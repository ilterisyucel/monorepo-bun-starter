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notesMasterIdLst>
    <p:notesMasterId r:id="rId3"/>
  </p:notesMasterIdLst>
  <p:sldIdLst>
    <p:sldId id="709" r:id="rId2"/>
  </p:sldIdLst>
  <p:sldSz cx="9144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000" autoAdjust="0"/>
    <p:restoredTop sz="94660"/>
  </p:normalViewPr>
  <p:slideViewPr>
    <p:cSldViewPr snapToGrid="0">
      <p:cViewPr varScale="1">
        <p:scale>
          <a:sx n="180" d="100"/>
          <a:sy n="180" d="100"/>
        </p:scale>
        <p:origin x="1302" y="16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3" Type="http://schemas.openxmlformats.org/officeDocument/2006/relationships/notesMaster" Target="notesMasters/notesMaster1.xml"/><Relationship Id="rId7" Type="http://schemas.openxmlformats.org/officeDocument/2006/relationships/tableStyles" Target="tableStyle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theme" Target="theme/theme1.xml"/><Relationship Id="rId5" Type="http://schemas.openxmlformats.org/officeDocument/2006/relationships/viewProps" Target="viewProps.xml"/><Relationship Id="rId4" Type="http://schemas.openxmlformats.org/officeDocument/2006/relationships/presProps" Target="presProp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file:///\\10.99.218.229\&#54057;&#44060;&#48156;1&#54016;\%23JF1%201CP\4.%20Test\02.CV%20Test\2.%20&#45257;&#44033;%20&#49884;&#54744;\3.%2025&#46020;\25&#46020;%20&#45257;&#44033;%20&#49884;&#54744;%20&#50728;&#46020;%20&#45936;&#51060;&#53552;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1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altLang="ko-KR" sz="1200" b="0" i="0" baseline="0">
                <a:effectLst/>
              </a:rPr>
              <a:t>JF1 1CP Temperature Test (25</a:t>
            </a:r>
            <a:r>
              <a:rPr lang="ko-KR" altLang="ko-KR" sz="1200" b="0" i="0" baseline="0">
                <a:effectLst/>
              </a:rPr>
              <a:t>℃</a:t>
            </a:r>
            <a:r>
              <a:rPr lang="en-US" altLang="ko-KR" sz="1200" b="0" i="0" baseline="0">
                <a:effectLst/>
              </a:rPr>
              <a:t>: Cell Temperature)</a:t>
            </a:r>
            <a:endParaRPr lang="ko-KR" altLang="ko-KR" sz="1050">
              <a:effectLst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title>
    <c:autoTitleDeleted val="0"/>
    <c:plotArea>
      <c:layout>
        <c:manualLayout>
          <c:layoutTarget val="inner"/>
          <c:xMode val="edge"/>
          <c:yMode val="edge"/>
          <c:x val="0.11104137373905772"/>
          <c:y val="0.13778025363460211"/>
          <c:w val="0.86041669986683178"/>
          <c:h val="0.60765005471029265"/>
        </c:manualLayout>
      </c:layout>
      <c:lineChart>
        <c:grouping val="standard"/>
        <c:varyColors val="0"/>
        <c:ser>
          <c:idx val="0"/>
          <c:order val="0"/>
          <c:tx>
            <c:strRef>
              <c:f>V1_H1!$I$4</c:f>
              <c:strCache>
                <c:ptCount val="1"/>
                <c:pt idx="0">
                  <c:v>T8</c:v>
                </c:pt>
              </c:strCache>
            </c:strRef>
          </c:tx>
          <c:spPr>
            <a:ln w="28575" cap="rnd">
              <a:solidFill>
                <a:srgbClr val="FF0000"/>
              </a:solidFill>
              <a:round/>
            </a:ln>
            <a:effectLst/>
          </c:spPr>
          <c:marker>
            <c:symbol val="none"/>
          </c:marker>
          <c:cat>
            <c:numRef>
              <c:f>V1_H1!$A$5:$A$60004</c:f>
              <c:numCache>
                <c:formatCode>hh:mm:ss</c:formatCode>
                <c:ptCount val="60000"/>
                <c:pt idx="0">
                  <c:v>0</c:v>
                </c:pt>
                <c:pt idx="1">
                  <c:v>1.1574069503694773E-5</c:v>
                </c:pt>
                <c:pt idx="2">
                  <c:v>2.314814628334716E-5</c:v>
                </c:pt>
                <c:pt idx="3">
                  <c:v>3.4722223062999547E-5</c:v>
                </c:pt>
                <c:pt idx="4">
                  <c:v>4.6296292566694319E-5</c:v>
                </c:pt>
                <c:pt idx="5">
                  <c:v>5.7870369346346706E-5</c:v>
                </c:pt>
                <c:pt idx="6">
                  <c:v>6.9444438850041479E-5</c:v>
                </c:pt>
                <c:pt idx="7">
                  <c:v>8.1018515629693866E-5</c:v>
                </c:pt>
                <c:pt idx="8">
                  <c:v>9.2592592409346253E-5</c:v>
                </c:pt>
                <c:pt idx="9">
                  <c:v>1.0416666191304103E-4</c:v>
                </c:pt>
                <c:pt idx="10">
                  <c:v>1.1574073869269341E-4</c:v>
                </c:pt>
                <c:pt idx="11">
                  <c:v>1.273148154723458E-4</c:v>
                </c:pt>
                <c:pt idx="12">
                  <c:v>1.3888888497604057E-4</c:v>
                </c:pt>
                <c:pt idx="13">
                  <c:v>1.5046296175569296E-4</c:v>
                </c:pt>
                <c:pt idx="14">
                  <c:v>1.6203703125938773E-4</c:v>
                </c:pt>
                <c:pt idx="15">
                  <c:v>1.7361110803904012E-4</c:v>
                </c:pt>
                <c:pt idx="16">
                  <c:v>1.8518518481869251E-4</c:v>
                </c:pt>
                <c:pt idx="17">
                  <c:v>1.9675925432238728E-4</c:v>
                </c:pt>
                <c:pt idx="18">
                  <c:v>2.0833333110203966E-4</c:v>
                </c:pt>
                <c:pt idx="19">
                  <c:v>2.1990740788169205E-4</c:v>
                </c:pt>
                <c:pt idx="20">
                  <c:v>2.3148147738538682E-4</c:v>
                </c:pt>
                <c:pt idx="21">
                  <c:v>2.4305555416503921E-4</c:v>
                </c:pt>
                <c:pt idx="22">
                  <c:v>2.546296309446916E-4</c:v>
                </c:pt>
                <c:pt idx="23">
                  <c:v>2.6620370044838637E-4</c:v>
                </c:pt>
                <c:pt idx="24">
                  <c:v>2.7777777722803876E-4</c:v>
                </c:pt>
                <c:pt idx="25">
                  <c:v>2.8935184673173353E-4</c:v>
                </c:pt>
                <c:pt idx="26">
                  <c:v>3.0092592351138592E-4</c:v>
                </c:pt>
                <c:pt idx="27">
                  <c:v>3.125000002910383E-4</c:v>
                </c:pt>
                <c:pt idx="28">
                  <c:v>3.2407406979473308E-4</c:v>
                </c:pt>
                <c:pt idx="29">
                  <c:v>3.3564814657438546E-4</c:v>
                </c:pt>
                <c:pt idx="30">
                  <c:v>3.4722222335403785E-4</c:v>
                </c:pt>
                <c:pt idx="31">
                  <c:v>3.5879629285773262E-4</c:v>
                </c:pt>
                <c:pt idx="32">
                  <c:v>3.7037036963738501E-4</c:v>
                </c:pt>
                <c:pt idx="33">
                  <c:v>3.8194443914107978E-4</c:v>
                </c:pt>
                <c:pt idx="34">
                  <c:v>3.9351851592073217E-4</c:v>
                </c:pt>
                <c:pt idx="35">
                  <c:v>4.0509259270038456E-4</c:v>
                </c:pt>
                <c:pt idx="36">
                  <c:v>4.1666666220407933E-4</c:v>
                </c:pt>
                <c:pt idx="37">
                  <c:v>4.2824073898373172E-4</c:v>
                </c:pt>
                <c:pt idx="38">
                  <c:v>4.398148157633841E-4</c:v>
                </c:pt>
                <c:pt idx="39">
                  <c:v>4.5138888526707888E-4</c:v>
                </c:pt>
                <c:pt idx="40">
                  <c:v>4.6296296204673126E-4</c:v>
                </c:pt>
                <c:pt idx="41">
                  <c:v>4.7453703155042604E-4</c:v>
                </c:pt>
                <c:pt idx="42">
                  <c:v>4.8611110833007842E-4</c:v>
                </c:pt>
                <c:pt idx="43">
                  <c:v>4.9768518510973081E-4</c:v>
                </c:pt>
                <c:pt idx="44">
                  <c:v>5.0925925461342558E-4</c:v>
                </c:pt>
                <c:pt idx="45">
                  <c:v>5.2083333139307797E-4</c:v>
                </c:pt>
                <c:pt idx="46">
                  <c:v>5.3240740817273036E-4</c:v>
                </c:pt>
                <c:pt idx="47">
                  <c:v>5.4398147767642513E-4</c:v>
                </c:pt>
                <c:pt idx="48">
                  <c:v>5.5555555445607752E-4</c:v>
                </c:pt>
                <c:pt idx="49">
                  <c:v>5.6712962395977229E-4</c:v>
                </c:pt>
                <c:pt idx="50">
                  <c:v>5.7870370073942468E-4</c:v>
                </c:pt>
                <c:pt idx="51">
                  <c:v>5.9027777751907706E-4</c:v>
                </c:pt>
                <c:pt idx="52">
                  <c:v>6.0185184702277184E-4</c:v>
                </c:pt>
                <c:pt idx="53">
                  <c:v>6.1342592380242422E-4</c:v>
                </c:pt>
                <c:pt idx="54">
                  <c:v>6.2500000058207661E-4</c:v>
                </c:pt>
                <c:pt idx="55">
                  <c:v>6.3657407008577138E-4</c:v>
                </c:pt>
                <c:pt idx="56">
                  <c:v>6.4814814686542377E-4</c:v>
                </c:pt>
                <c:pt idx="57">
                  <c:v>6.5972221636911854E-4</c:v>
                </c:pt>
                <c:pt idx="58">
                  <c:v>6.7129629314877093E-4</c:v>
                </c:pt>
                <c:pt idx="59">
                  <c:v>6.8287036992842332E-4</c:v>
                </c:pt>
                <c:pt idx="60">
                  <c:v>6.9444443943211809E-4</c:v>
                </c:pt>
                <c:pt idx="61">
                  <c:v>7.0601851621177047E-4</c:v>
                </c:pt>
                <c:pt idx="62">
                  <c:v>7.1759259299142286E-4</c:v>
                </c:pt>
                <c:pt idx="63">
                  <c:v>7.2916666249511763E-4</c:v>
                </c:pt>
                <c:pt idx="64">
                  <c:v>7.4074073927477002E-4</c:v>
                </c:pt>
                <c:pt idx="65">
                  <c:v>7.5231481605442241E-4</c:v>
                </c:pt>
                <c:pt idx="66">
                  <c:v>7.6388888555811718E-4</c:v>
                </c:pt>
                <c:pt idx="67">
                  <c:v>7.7546296233776957E-4</c:v>
                </c:pt>
                <c:pt idx="68">
                  <c:v>7.8703703184146434E-4</c:v>
                </c:pt>
                <c:pt idx="69">
                  <c:v>7.9861110862111673E-4</c:v>
                </c:pt>
                <c:pt idx="70">
                  <c:v>8.1018518540076911E-4</c:v>
                </c:pt>
                <c:pt idx="71">
                  <c:v>8.2175925490446389E-4</c:v>
                </c:pt>
                <c:pt idx="72">
                  <c:v>8.3333333168411627E-4</c:v>
                </c:pt>
                <c:pt idx="73">
                  <c:v>8.4490740846376866E-4</c:v>
                </c:pt>
                <c:pt idx="74">
                  <c:v>8.5648147796746343E-4</c:v>
                </c:pt>
                <c:pt idx="75">
                  <c:v>8.6805555474711582E-4</c:v>
                </c:pt>
                <c:pt idx="76">
                  <c:v>8.7962962425081059E-4</c:v>
                </c:pt>
                <c:pt idx="77">
                  <c:v>8.9120370103046298E-4</c:v>
                </c:pt>
                <c:pt idx="78">
                  <c:v>9.0277777781011537E-4</c:v>
                </c:pt>
                <c:pt idx="79">
                  <c:v>9.1435184731381014E-4</c:v>
                </c:pt>
                <c:pt idx="80">
                  <c:v>9.2592592409346253E-4</c:v>
                </c:pt>
                <c:pt idx="81">
                  <c:v>9.3750000087311491E-4</c:v>
                </c:pt>
                <c:pt idx="82">
                  <c:v>9.4907407037680969E-4</c:v>
                </c:pt>
                <c:pt idx="83">
                  <c:v>9.6064814715646207E-4</c:v>
                </c:pt>
                <c:pt idx="84">
                  <c:v>9.7222221666015685E-4</c:v>
                </c:pt>
                <c:pt idx="85">
                  <c:v>9.8379629343980923E-4</c:v>
                </c:pt>
                <c:pt idx="86">
                  <c:v>9.9537037021946162E-4</c:v>
                </c:pt>
                <c:pt idx="87">
                  <c:v>1.0069444397231564E-3</c:v>
                </c:pt>
                <c:pt idx="88">
                  <c:v>1.0185185165028088E-3</c:v>
                </c:pt>
                <c:pt idx="89">
                  <c:v>1.0300925932824612E-3</c:v>
                </c:pt>
                <c:pt idx="90">
                  <c:v>1.0416666627861559E-3</c:v>
                </c:pt>
                <c:pt idx="91">
                  <c:v>1.0532407395658083E-3</c:v>
                </c:pt>
                <c:pt idx="92">
                  <c:v>1.0648148090695031E-3</c:v>
                </c:pt>
                <c:pt idx="93">
                  <c:v>1.0763888858491555E-3</c:v>
                </c:pt>
                <c:pt idx="94">
                  <c:v>1.0879629626288079E-3</c:v>
                </c:pt>
                <c:pt idx="95">
                  <c:v>1.0995370321325026E-3</c:v>
                </c:pt>
                <c:pt idx="96">
                  <c:v>1.111111108912155E-3</c:v>
                </c:pt>
                <c:pt idx="97">
                  <c:v>1.1226851856918074E-3</c:v>
                </c:pt>
                <c:pt idx="98">
                  <c:v>1.1342592551955022E-3</c:v>
                </c:pt>
                <c:pt idx="99">
                  <c:v>1.1458333319751546E-3</c:v>
                </c:pt>
                <c:pt idx="100">
                  <c:v>1.1574074014788494E-3</c:v>
                </c:pt>
                <c:pt idx="101">
                  <c:v>1.1689814782585017E-3</c:v>
                </c:pt>
                <c:pt idx="102">
                  <c:v>1.1805555550381541E-3</c:v>
                </c:pt>
                <c:pt idx="103">
                  <c:v>1.1921296245418489E-3</c:v>
                </c:pt>
                <c:pt idx="104">
                  <c:v>1.2037037013215013E-3</c:v>
                </c:pt>
                <c:pt idx="105">
                  <c:v>1.2152777781011537E-3</c:v>
                </c:pt>
                <c:pt idx="106">
                  <c:v>1.2268518476048484E-3</c:v>
                </c:pt>
                <c:pt idx="107">
                  <c:v>1.2384259243845008E-3</c:v>
                </c:pt>
                <c:pt idx="108">
                  <c:v>1.2500000011641532E-3</c:v>
                </c:pt>
                <c:pt idx="109">
                  <c:v>1.261574070667848E-3</c:v>
                </c:pt>
                <c:pt idx="110">
                  <c:v>1.2731481474475004E-3</c:v>
                </c:pt>
                <c:pt idx="111">
                  <c:v>1.2847222169511952E-3</c:v>
                </c:pt>
                <c:pt idx="112">
                  <c:v>1.2962962937308475E-3</c:v>
                </c:pt>
                <c:pt idx="113">
                  <c:v>1.3078703705104999E-3</c:v>
                </c:pt>
                <c:pt idx="114">
                  <c:v>1.3194444400141947E-3</c:v>
                </c:pt>
                <c:pt idx="115">
                  <c:v>1.3310185167938471E-3</c:v>
                </c:pt>
                <c:pt idx="116">
                  <c:v>1.3425925935734995E-3</c:v>
                </c:pt>
                <c:pt idx="117">
                  <c:v>1.3541666630771942E-3</c:v>
                </c:pt>
                <c:pt idx="118">
                  <c:v>1.3657407398568466E-3</c:v>
                </c:pt>
                <c:pt idx="119">
                  <c:v>1.3773148093605414E-3</c:v>
                </c:pt>
                <c:pt idx="120">
                  <c:v>1.3888888861401938E-3</c:v>
                </c:pt>
                <c:pt idx="121">
                  <c:v>1.4004629629198462E-3</c:v>
                </c:pt>
                <c:pt idx="122">
                  <c:v>1.4120370324235409E-3</c:v>
                </c:pt>
                <c:pt idx="123">
                  <c:v>1.4236111092031933E-3</c:v>
                </c:pt>
                <c:pt idx="124">
                  <c:v>1.4351851859828457E-3</c:v>
                </c:pt>
                <c:pt idx="125">
                  <c:v>1.4467592554865405E-3</c:v>
                </c:pt>
                <c:pt idx="126">
                  <c:v>1.4583333322661929E-3</c:v>
                </c:pt>
                <c:pt idx="127">
                  <c:v>1.4699074017698877E-3</c:v>
                </c:pt>
                <c:pt idx="128">
                  <c:v>1.48148147854954E-3</c:v>
                </c:pt>
                <c:pt idx="129">
                  <c:v>1.4930555553291924E-3</c:v>
                </c:pt>
                <c:pt idx="130">
                  <c:v>1.5046296248328872E-3</c:v>
                </c:pt>
                <c:pt idx="131">
                  <c:v>1.5162037016125396E-3</c:v>
                </c:pt>
                <c:pt idx="132">
                  <c:v>1.527777778392192E-3</c:v>
                </c:pt>
                <c:pt idx="133">
                  <c:v>1.5393518478958867E-3</c:v>
                </c:pt>
                <c:pt idx="134">
                  <c:v>1.5509259246755391E-3</c:v>
                </c:pt>
                <c:pt idx="135">
                  <c:v>1.5624999941792339E-3</c:v>
                </c:pt>
                <c:pt idx="136">
                  <c:v>1.5740740709588863E-3</c:v>
                </c:pt>
                <c:pt idx="137">
                  <c:v>1.5856481477385387E-3</c:v>
                </c:pt>
                <c:pt idx="138">
                  <c:v>1.5972222172422335E-3</c:v>
                </c:pt>
                <c:pt idx="139">
                  <c:v>1.6087962940218858E-3</c:v>
                </c:pt>
                <c:pt idx="140">
                  <c:v>1.6203703708015382E-3</c:v>
                </c:pt>
                <c:pt idx="141">
                  <c:v>1.631944440305233E-3</c:v>
                </c:pt>
                <c:pt idx="142">
                  <c:v>1.6435185170848854E-3</c:v>
                </c:pt>
                <c:pt idx="143">
                  <c:v>1.6550925938645378E-3</c:v>
                </c:pt>
                <c:pt idx="144">
                  <c:v>1.6666666633682325E-3</c:v>
                </c:pt>
                <c:pt idx="145">
                  <c:v>1.6782407401478849E-3</c:v>
                </c:pt>
                <c:pt idx="146">
                  <c:v>1.6898148096515797E-3</c:v>
                </c:pt>
                <c:pt idx="147">
                  <c:v>1.7013888864312321E-3</c:v>
                </c:pt>
                <c:pt idx="148">
                  <c:v>1.7129629632108845E-3</c:v>
                </c:pt>
                <c:pt idx="149">
                  <c:v>1.7245370327145793E-3</c:v>
                </c:pt>
                <c:pt idx="150">
                  <c:v>1.7361111094942316E-3</c:v>
                </c:pt>
                <c:pt idx="151">
                  <c:v>1.747685186273884E-3</c:v>
                </c:pt>
                <c:pt idx="152">
                  <c:v>1.7592592557775788E-3</c:v>
                </c:pt>
                <c:pt idx="153">
                  <c:v>1.7708333325572312E-3</c:v>
                </c:pt>
                <c:pt idx="154">
                  <c:v>1.782407402060926E-3</c:v>
                </c:pt>
                <c:pt idx="155">
                  <c:v>1.7939814788405783E-3</c:v>
                </c:pt>
                <c:pt idx="156">
                  <c:v>1.8055555556202307E-3</c:v>
                </c:pt>
                <c:pt idx="157">
                  <c:v>1.8171296251239255E-3</c:v>
                </c:pt>
                <c:pt idx="158">
                  <c:v>1.8287037019035779E-3</c:v>
                </c:pt>
                <c:pt idx="159">
                  <c:v>1.8402777786832303E-3</c:v>
                </c:pt>
                <c:pt idx="160">
                  <c:v>1.8518518481869251E-3</c:v>
                </c:pt>
                <c:pt idx="161">
                  <c:v>1.8634259249665774E-3</c:v>
                </c:pt>
                <c:pt idx="162">
                  <c:v>1.8749999944702722E-3</c:v>
                </c:pt>
                <c:pt idx="163">
                  <c:v>1.8865740712499246E-3</c:v>
                </c:pt>
                <c:pt idx="164">
                  <c:v>1.898148148029577E-3</c:v>
                </c:pt>
                <c:pt idx="165">
                  <c:v>1.9097222175332718E-3</c:v>
                </c:pt>
                <c:pt idx="166">
                  <c:v>1.9212962943129241E-3</c:v>
                </c:pt>
                <c:pt idx="167">
                  <c:v>1.9328703710925765E-3</c:v>
                </c:pt>
                <c:pt idx="168">
                  <c:v>1.9444444405962713E-3</c:v>
                </c:pt>
                <c:pt idx="169">
                  <c:v>1.9560185173759237E-3</c:v>
                </c:pt>
                <c:pt idx="170">
                  <c:v>1.9675925868796185E-3</c:v>
                </c:pt>
                <c:pt idx="171">
                  <c:v>1.9791666636592709E-3</c:v>
                </c:pt>
                <c:pt idx="172">
                  <c:v>1.9907407404389232E-3</c:v>
                </c:pt>
                <c:pt idx="173">
                  <c:v>2.002314809942618E-3</c:v>
                </c:pt>
                <c:pt idx="174">
                  <c:v>2.0138888867222704E-3</c:v>
                </c:pt>
                <c:pt idx="175">
                  <c:v>2.0254629635019228E-3</c:v>
                </c:pt>
                <c:pt idx="176">
                  <c:v>2.0370370330056176E-3</c:v>
                </c:pt>
                <c:pt idx="177">
                  <c:v>2.0486111097852699E-3</c:v>
                </c:pt>
                <c:pt idx="178">
                  <c:v>2.0601851792889647E-3</c:v>
                </c:pt>
                <c:pt idx="179">
                  <c:v>2.0717592560686171E-3</c:v>
                </c:pt>
                <c:pt idx="180">
                  <c:v>2.0833333328482695E-3</c:v>
                </c:pt>
                <c:pt idx="181">
                  <c:v>2.0949074023519643E-3</c:v>
                </c:pt>
                <c:pt idx="182">
                  <c:v>2.1064814791316167E-3</c:v>
                </c:pt>
                <c:pt idx="183">
                  <c:v>2.118055555911269E-3</c:v>
                </c:pt>
                <c:pt idx="184">
                  <c:v>2.1296296254149638E-3</c:v>
                </c:pt>
                <c:pt idx="185">
                  <c:v>2.1412037021946162E-3</c:v>
                </c:pt>
                <c:pt idx="186">
                  <c:v>2.1527777789742686E-3</c:v>
                </c:pt>
                <c:pt idx="187">
                  <c:v>2.1643518484779634E-3</c:v>
                </c:pt>
                <c:pt idx="188">
                  <c:v>2.1759259252576157E-3</c:v>
                </c:pt>
                <c:pt idx="189">
                  <c:v>2.1874999947613105E-3</c:v>
                </c:pt>
                <c:pt idx="190">
                  <c:v>2.1990740715409629E-3</c:v>
                </c:pt>
                <c:pt idx="191">
                  <c:v>2.2106481483206153E-3</c:v>
                </c:pt>
                <c:pt idx="192">
                  <c:v>2.2222222178243101E-3</c:v>
                </c:pt>
                <c:pt idx="193">
                  <c:v>2.2337962946039625E-3</c:v>
                </c:pt>
                <c:pt idx="194">
                  <c:v>2.2453703713836148E-3</c:v>
                </c:pt>
                <c:pt idx="195">
                  <c:v>2.2569444408873096E-3</c:v>
                </c:pt>
                <c:pt idx="196">
                  <c:v>2.268518517666962E-3</c:v>
                </c:pt>
                <c:pt idx="197">
                  <c:v>2.2800925871706568E-3</c:v>
                </c:pt>
                <c:pt idx="198">
                  <c:v>2.2916666639503092E-3</c:v>
                </c:pt>
                <c:pt idx="199">
                  <c:v>2.3032407407299615E-3</c:v>
                </c:pt>
                <c:pt idx="200">
                  <c:v>2.3148148102336563E-3</c:v>
                </c:pt>
                <c:pt idx="201">
                  <c:v>2.3263888870133087E-3</c:v>
                </c:pt>
                <c:pt idx="202">
                  <c:v>2.3379629637929611E-3</c:v>
                </c:pt>
                <c:pt idx="203">
                  <c:v>2.3495370332966559E-3</c:v>
                </c:pt>
                <c:pt idx="204">
                  <c:v>2.3611111100763083E-3</c:v>
                </c:pt>
                <c:pt idx="205">
                  <c:v>2.372685179580003E-3</c:v>
                </c:pt>
                <c:pt idx="206">
                  <c:v>2.3842592563596554E-3</c:v>
                </c:pt>
                <c:pt idx="207">
                  <c:v>2.3958333331393078E-3</c:v>
                </c:pt>
                <c:pt idx="208">
                  <c:v>2.4074074026430026E-3</c:v>
                </c:pt>
                <c:pt idx="209">
                  <c:v>2.418981479422655E-3</c:v>
                </c:pt>
                <c:pt idx="210">
                  <c:v>2.4305555562023073E-3</c:v>
                </c:pt>
                <c:pt idx="211">
                  <c:v>2.4421296257060021E-3</c:v>
                </c:pt>
                <c:pt idx="212">
                  <c:v>2.4537037024856545E-3</c:v>
                </c:pt>
                <c:pt idx="213">
                  <c:v>2.4652777719893493E-3</c:v>
                </c:pt>
                <c:pt idx="214">
                  <c:v>2.4768518487690017E-3</c:v>
                </c:pt>
                <c:pt idx="215">
                  <c:v>2.488425925548654E-3</c:v>
                </c:pt>
                <c:pt idx="216">
                  <c:v>2.4999999950523488E-3</c:v>
                </c:pt>
                <c:pt idx="217">
                  <c:v>2.5115740718320012E-3</c:v>
                </c:pt>
                <c:pt idx="218">
                  <c:v>2.5231481486116536E-3</c:v>
                </c:pt>
                <c:pt idx="219">
                  <c:v>2.5347222181153484E-3</c:v>
                </c:pt>
                <c:pt idx="220">
                  <c:v>2.5462962948950008E-3</c:v>
                </c:pt>
                <c:pt idx="221">
                  <c:v>2.5578703716746531E-3</c:v>
                </c:pt>
                <c:pt idx="222">
                  <c:v>2.5694444411783479E-3</c:v>
                </c:pt>
                <c:pt idx="223">
                  <c:v>2.5810185179580003E-3</c:v>
                </c:pt>
                <c:pt idx="224">
                  <c:v>2.5925925874616951E-3</c:v>
                </c:pt>
                <c:pt idx="225">
                  <c:v>2.6041666642413475E-3</c:v>
                </c:pt>
                <c:pt idx="226">
                  <c:v>2.6157407410209998E-3</c:v>
                </c:pt>
                <c:pt idx="227">
                  <c:v>2.6273148105246946E-3</c:v>
                </c:pt>
                <c:pt idx="228">
                  <c:v>2.638888887304347E-3</c:v>
                </c:pt>
                <c:pt idx="229">
                  <c:v>2.6504629640839994E-3</c:v>
                </c:pt>
                <c:pt idx="230">
                  <c:v>2.6620370335876942E-3</c:v>
                </c:pt>
                <c:pt idx="231">
                  <c:v>2.6736111103673466E-3</c:v>
                </c:pt>
                <c:pt idx="232">
                  <c:v>2.6851851798710413E-3</c:v>
                </c:pt>
                <c:pt idx="233">
                  <c:v>2.6967592566506937E-3</c:v>
                </c:pt>
                <c:pt idx="234">
                  <c:v>2.7083333334303461E-3</c:v>
                </c:pt>
                <c:pt idx="235">
                  <c:v>2.7199074029340409E-3</c:v>
                </c:pt>
                <c:pt idx="236">
                  <c:v>2.7314814797136933E-3</c:v>
                </c:pt>
                <c:pt idx="237">
                  <c:v>2.7430555564933456E-3</c:v>
                </c:pt>
                <c:pt idx="238">
                  <c:v>2.7546296259970404E-3</c:v>
                </c:pt>
                <c:pt idx="239">
                  <c:v>2.7662037027766928E-3</c:v>
                </c:pt>
                <c:pt idx="240">
                  <c:v>2.7777777722803876E-3</c:v>
                </c:pt>
                <c:pt idx="241">
                  <c:v>2.78935184906004E-3</c:v>
                </c:pt>
                <c:pt idx="242">
                  <c:v>2.8009259258396924E-3</c:v>
                </c:pt>
                <c:pt idx="243">
                  <c:v>2.8124999953433871E-3</c:v>
                </c:pt>
                <c:pt idx="244">
                  <c:v>2.8240740721230395E-3</c:v>
                </c:pt>
                <c:pt idx="245">
                  <c:v>2.8356481489026919E-3</c:v>
                </c:pt>
                <c:pt idx="246">
                  <c:v>2.8472222184063867E-3</c:v>
                </c:pt>
                <c:pt idx="247">
                  <c:v>2.8587962951860391E-3</c:v>
                </c:pt>
                <c:pt idx="248">
                  <c:v>2.8703703646897338E-3</c:v>
                </c:pt>
                <c:pt idx="249">
                  <c:v>2.8819444414693862E-3</c:v>
                </c:pt>
                <c:pt idx="250">
                  <c:v>2.8935185182490386E-3</c:v>
                </c:pt>
                <c:pt idx="251">
                  <c:v>2.9050925877527334E-3</c:v>
                </c:pt>
                <c:pt idx="252">
                  <c:v>2.9166666645323858E-3</c:v>
                </c:pt>
                <c:pt idx="253">
                  <c:v>2.9282407413120382E-3</c:v>
                </c:pt>
                <c:pt idx="254">
                  <c:v>2.9398148108157329E-3</c:v>
                </c:pt>
                <c:pt idx="255">
                  <c:v>2.9513888875953853E-3</c:v>
                </c:pt>
                <c:pt idx="256">
                  <c:v>2.9629629570990801E-3</c:v>
                </c:pt>
                <c:pt idx="257">
                  <c:v>2.9745370338787325E-3</c:v>
                </c:pt>
                <c:pt idx="258">
                  <c:v>2.9861111106583849E-3</c:v>
                </c:pt>
                <c:pt idx="259">
                  <c:v>2.9976851801620796E-3</c:v>
                </c:pt>
                <c:pt idx="260">
                  <c:v>3.009259256941732E-3</c:v>
                </c:pt>
                <c:pt idx="261">
                  <c:v>3.0208333337213844E-3</c:v>
                </c:pt>
                <c:pt idx="262">
                  <c:v>3.0324074032250792E-3</c:v>
                </c:pt>
                <c:pt idx="263">
                  <c:v>3.0439814800047316E-3</c:v>
                </c:pt>
                <c:pt idx="264">
                  <c:v>3.055555556784384E-3</c:v>
                </c:pt>
                <c:pt idx="265">
                  <c:v>3.0671296262880787E-3</c:v>
                </c:pt>
                <c:pt idx="266">
                  <c:v>3.0787037030677311E-3</c:v>
                </c:pt>
                <c:pt idx="267">
                  <c:v>3.0902777725714259E-3</c:v>
                </c:pt>
                <c:pt idx="268">
                  <c:v>3.1018518493510783E-3</c:v>
                </c:pt>
                <c:pt idx="269">
                  <c:v>3.1134259261307307E-3</c:v>
                </c:pt>
                <c:pt idx="270">
                  <c:v>3.1249999956344254E-3</c:v>
                </c:pt>
                <c:pt idx="271">
                  <c:v>3.1365740724140778E-3</c:v>
                </c:pt>
                <c:pt idx="272">
                  <c:v>3.1481481491937302E-3</c:v>
                </c:pt>
                <c:pt idx="273">
                  <c:v>3.159722218697425E-3</c:v>
                </c:pt>
                <c:pt idx="274">
                  <c:v>3.1712962954770774E-3</c:v>
                </c:pt>
                <c:pt idx="275">
                  <c:v>3.1828703649807721E-3</c:v>
                </c:pt>
                <c:pt idx="276">
                  <c:v>3.1944444417604245E-3</c:v>
                </c:pt>
                <c:pt idx="277">
                  <c:v>3.2060185185400769E-3</c:v>
                </c:pt>
                <c:pt idx="278">
                  <c:v>3.2175925880437717E-3</c:v>
                </c:pt>
                <c:pt idx="279">
                  <c:v>3.2291666648234241E-3</c:v>
                </c:pt>
                <c:pt idx="280">
                  <c:v>3.2407407416030765E-3</c:v>
                </c:pt>
                <c:pt idx="281">
                  <c:v>3.2523148111067712E-3</c:v>
                </c:pt>
                <c:pt idx="282">
                  <c:v>3.2638888878864236E-3</c:v>
                </c:pt>
                <c:pt idx="283">
                  <c:v>3.2754629573901184E-3</c:v>
                </c:pt>
                <c:pt idx="284">
                  <c:v>3.2870370341697708E-3</c:v>
                </c:pt>
                <c:pt idx="285">
                  <c:v>3.2986111109494232E-3</c:v>
                </c:pt>
                <c:pt idx="286">
                  <c:v>3.3101851804531179E-3</c:v>
                </c:pt>
                <c:pt idx="287">
                  <c:v>3.3217592572327703E-3</c:v>
                </c:pt>
                <c:pt idx="288">
                  <c:v>3.3333333340124227E-3</c:v>
                </c:pt>
                <c:pt idx="289">
                  <c:v>3.3449074035161175E-3</c:v>
                </c:pt>
                <c:pt idx="290">
                  <c:v>3.3564814802957699E-3</c:v>
                </c:pt>
                <c:pt idx="291">
                  <c:v>3.3680555497994646E-3</c:v>
                </c:pt>
                <c:pt idx="292">
                  <c:v>3.379629626579117E-3</c:v>
                </c:pt>
                <c:pt idx="293">
                  <c:v>3.3912037033587694E-3</c:v>
                </c:pt>
                <c:pt idx="294">
                  <c:v>3.4027777728624642E-3</c:v>
                </c:pt>
                <c:pt idx="295">
                  <c:v>3.4143518496421166E-3</c:v>
                </c:pt>
                <c:pt idx="296">
                  <c:v>3.425925926421769E-3</c:v>
                </c:pt>
                <c:pt idx="297">
                  <c:v>3.4374999959254637E-3</c:v>
                </c:pt>
                <c:pt idx="298">
                  <c:v>3.4490740727051161E-3</c:v>
                </c:pt>
                <c:pt idx="299">
                  <c:v>3.4606481494847685E-3</c:v>
                </c:pt>
                <c:pt idx="300">
                  <c:v>3.4722222189884633E-3</c:v>
                </c:pt>
                <c:pt idx="301">
                  <c:v>3.4837962957681157E-3</c:v>
                </c:pt>
                <c:pt idx="302">
                  <c:v>3.4953703652718104E-3</c:v>
                </c:pt>
                <c:pt idx="303">
                  <c:v>3.5069444420514628E-3</c:v>
                </c:pt>
                <c:pt idx="304">
                  <c:v>3.5185185188311152E-3</c:v>
                </c:pt>
                <c:pt idx="305">
                  <c:v>3.53009258833481E-3</c:v>
                </c:pt>
                <c:pt idx="306">
                  <c:v>3.5416666651144624E-3</c:v>
                </c:pt>
                <c:pt idx="307">
                  <c:v>3.5532407418941148E-3</c:v>
                </c:pt>
                <c:pt idx="308">
                  <c:v>3.5648148113978095E-3</c:v>
                </c:pt>
                <c:pt idx="309">
                  <c:v>3.5763888881774619E-3</c:v>
                </c:pt>
                <c:pt idx="310">
                  <c:v>3.5879629576811567E-3</c:v>
                </c:pt>
                <c:pt idx="311">
                  <c:v>3.5995370344608091E-3</c:v>
                </c:pt>
                <c:pt idx="312">
                  <c:v>3.6111111112404615E-3</c:v>
                </c:pt>
                <c:pt idx="313">
                  <c:v>3.6226851807441562E-3</c:v>
                </c:pt>
                <c:pt idx="314">
                  <c:v>3.6342592575238086E-3</c:v>
                </c:pt>
                <c:pt idx="315">
                  <c:v>3.645833334303461E-3</c:v>
                </c:pt>
                <c:pt idx="316">
                  <c:v>3.6574074038071558E-3</c:v>
                </c:pt>
                <c:pt idx="317">
                  <c:v>3.6689814805868082E-3</c:v>
                </c:pt>
                <c:pt idx="318">
                  <c:v>3.6805555500905029E-3</c:v>
                </c:pt>
                <c:pt idx="319">
                  <c:v>3.6921296268701553E-3</c:v>
                </c:pt>
                <c:pt idx="320">
                  <c:v>3.7037037036498077E-3</c:v>
                </c:pt>
                <c:pt idx="321">
                  <c:v>3.7152777731535025E-3</c:v>
                </c:pt>
                <c:pt idx="322">
                  <c:v>3.7268518499331549E-3</c:v>
                </c:pt>
                <c:pt idx="323">
                  <c:v>3.7384259267128073E-3</c:v>
                </c:pt>
                <c:pt idx="324">
                  <c:v>3.749999996216502E-3</c:v>
                </c:pt>
                <c:pt idx="325">
                  <c:v>3.7615740729961544E-3</c:v>
                </c:pt>
                <c:pt idx="326">
                  <c:v>3.7731481424998492E-3</c:v>
                </c:pt>
                <c:pt idx="327">
                  <c:v>3.7847222192795016E-3</c:v>
                </c:pt>
                <c:pt idx="328">
                  <c:v>3.796296296059154E-3</c:v>
                </c:pt>
                <c:pt idx="329">
                  <c:v>3.8078703655628487E-3</c:v>
                </c:pt>
                <c:pt idx="330">
                  <c:v>3.8194444423425011E-3</c:v>
                </c:pt>
                <c:pt idx="331">
                  <c:v>3.8310185191221535E-3</c:v>
                </c:pt>
                <c:pt idx="332">
                  <c:v>3.8425925886258483E-3</c:v>
                </c:pt>
                <c:pt idx="333">
                  <c:v>3.8541666654055007E-3</c:v>
                </c:pt>
                <c:pt idx="334">
                  <c:v>3.8657407349091955E-3</c:v>
                </c:pt>
                <c:pt idx="335">
                  <c:v>3.8773148116888478E-3</c:v>
                </c:pt>
                <c:pt idx="336">
                  <c:v>3.8888888884685002E-3</c:v>
                </c:pt>
                <c:pt idx="337">
                  <c:v>3.900462957972195E-3</c:v>
                </c:pt>
                <c:pt idx="338">
                  <c:v>3.9120370347518474E-3</c:v>
                </c:pt>
                <c:pt idx="339">
                  <c:v>3.9236111115314998E-3</c:v>
                </c:pt>
                <c:pt idx="340">
                  <c:v>3.9351851810351945E-3</c:v>
                </c:pt>
                <c:pt idx="341">
                  <c:v>3.9467592578148469E-3</c:v>
                </c:pt>
                <c:pt idx="342">
                  <c:v>3.9583333345944993E-3</c:v>
                </c:pt>
                <c:pt idx="343">
                  <c:v>3.9699074040981941E-3</c:v>
                </c:pt>
                <c:pt idx="344">
                  <c:v>3.9814814808778465E-3</c:v>
                </c:pt>
                <c:pt idx="345">
                  <c:v>3.9930555503815413E-3</c:v>
                </c:pt>
                <c:pt idx="346">
                  <c:v>4.0046296271611936E-3</c:v>
                </c:pt>
                <c:pt idx="347">
                  <c:v>4.016203703940846E-3</c:v>
                </c:pt>
                <c:pt idx="348">
                  <c:v>4.0277777734445408E-3</c:v>
                </c:pt>
                <c:pt idx="349">
                  <c:v>4.0393518502241932E-3</c:v>
                </c:pt>
                <c:pt idx="350">
                  <c:v>4.0509259270038456E-3</c:v>
                </c:pt>
                <c:pt idx="351">
                  <c:v>4.0624999965075403E-3</c:v>
                </c:pt>
                <c:pt idx="352">
                  <c:v>4.0740740732871927E-3</c:v>
                </c:pt>
                <c:pt idx="353">
                  <c:v>4.0856481427908875E-3</c:v>
                </c:pt>
                <c:pt idx="354">
                  <c:v>4.0972222195705399E-3</c:v>
                </c:pt>
                <c:pt idx="355">
                  <c:v>4.1087962963501923E-3</c:v>
                </c:pt>
                <c:pt idx="356">
                  <c:v>4.1203703658538871E-3</c:v>
                </c:pt>
                <c:pt idx="357">
                  <c:v>4.1319444426335394E-3</c:v>
                </c:pt>
                <c:pt idx="358">
                  <c:v>4.1435185194131918E-3</c:v>
                </c:pt>
                <c:pt idx="359">
                  <c:v>4.1550925889168866E-3</c:v>
                </c:pt>
                <c:pt idx="360">
                  <c:v>4.166666665696539E-3</c:v>
                </c:pt>
                <c:pt idx="361">
                  <c:v>4.1782407352002338E-3</c:v>
                </c:pt>
                <c:pt idx="362">
                  <c:v>4.1898148119798861E-3</c:v>
                </c:pt>
                <c:pt idx="363">
                  <c:v>4.2013888887595385E-3</c:v>
                </c:pt>
                <c:pt idx="364">
                  <c:v>4.2129629582632333E-3</c:v>
                </c:pt>
                <c:pt idx="365">
                  <c:v>4.2245370350428857E-3</c:v>
                </c:pt>
                <c:pt idx="366">
                  <c:v>4.2361111118225381E-3</c:v>
                </c:pt>
                <c:pt idx="367">
                  <c:v>4.2476851813262329E-3</c:v>
                </c:pt>
                <c:pt idx="368">
                  <c:v>4.2592592581058852E-3</c:v>
                </c:pt>
                <c:pt idx="369">
                  <c:v>4.27083332760958E-3</c:v>
                </c:pt>
                <c:pt idx="370">
                  <c:v>4.2824074043892324E-3</c:v>
                </c:pt>
                <c:pt idx="371">
                  <c:v>4.2939814811688848E-3</c:v>
                </c:pt>
                <c:pt idx="372">
                  <c:v>4.3055555506725796E-3</c:v>
                </c:pt>
                <c:pt idx="373">
                  <c:v>4.3171296274522319E-3</c:v>
                </c:pt>
                <c:pt idx="374">
                  <c:v>4.3287037042318843E-3</c:v>
                </c:pt>
                <c:pt idx="375">
                  <c:v>4.3402777737355791E-3</c:v>
                </c:pt>
                <c:pt idx="376">
                  <c:v>4.3518518505152315E-3</c:v>
                </c:pt>
                <c:pt idx="377">
                  <c:v>4.3634259200189263E-3</c:v>
                </c:pt>
                <c:pt idx="378">
                  <c:v>4.3749999967985786E-3</c:v>
                </c:pt>
                <c:pt idx="379">
                  <c:v>4.386574073578231E-3</c:v>
                </c:pt>
                <c:pt idx="380">
                  <c:v>4.3981481430819258E-3</c:v>
                </c:pt>
                <c:pt idx="381">
                  <c:v>4.4097222198615782E-3</c:v>
                </c:pt>
                <c:pt idx="382">
                  <c:v>4.4212962966412306E-3</c:v>
                </c:pt>
                <c:pt idx="383">
                  <c:v>4.4328703661449254E-3</c:v>
                </c:pt>
                <c:pt idx="384">
                  <c:v>4.4444444429245777E-3</c:v>
                </c:pt>
                <c:pt idx="385">
                  <c:v>4.4560185197042301E-3</c:v>
                </c:pt>
                <c:pt idx="386">
                  <c:v>4.4675925892079249E-3</c:v>
                </c:pt>
                <c:pt idx="387">
                  <c:v>4.4791666659875773E-3</c:v>
                </c:pt>
                <c:pt idx="388">
                  <c:v>4.4907407354912721E-3</c:v>
                </c:pt>
                <c:pt idx="389">
                  <c:v>4.5023148122709244E-3</c:v>
                </c:pt>
                <c:pt idx="390">
                  <c:v>4.5138888890505768E-3</c:v>
                </c:pt>
                <c:pt idx="391">
                  <c:v>4.5254629585542716E-3</c:v>
                </c:pt>
                <c:pt idx="392">
                  <c:v>4.537037035333924E-3</c:v>
                </c:pt>
                <c:pt idx="393">
                  <c:v>4.5486111121135764E-3</c:v>
                </c:pt>
                <c:pt idx="394">
                  <c:v>4.5601851816172712E-3</c:v>
                </c:pt>
                <c:pt idx="395">
                  <c:v>4.5717592583969235E-3</c:v>
                </c:pt>
                <c:pt idx="396">
                  <c:v>4.5833333279006183E-3</c:v>
                </c:pt>
                <c:pt idx="397">
                  <c:v>4.5949074046802707E-3</c:v>
                </c:pt>
                <c:pt idx="398">
                  <c:v>4.6064814814599231E-3</c:v>
                </c:pt>
                <c:pt idx="399">
                  <c:v>4.6180555509636179E-3</c:v>
                </c:pt>
                <c:pt idx="400">
                  <c:v>4.6296296277432702E-3</c:v>
                </c:pt>
                <c:pt idx="401">
                  <c:v>4.6412037045229226E-3</c:v>
                </c:pt>
                <c:pt idx="402">
                  <c:v>4.6527777740266174E-3</c:v>
                </c:pt>
                <c:pt idx="403">
                  <c:v>4.6643518508062698E-3</c:v>
                </c:pt>
                <c:pt idx="404">
                  <c:v>4.6759259203099646E-3</c:v>
                </c:pt>
                <c:pt idx="405">
                  <c:v>4.687499997089617E-3</c:v>
                </c:pt>
                <c:pt idx="406">
                  <c:v>4.6990740738692693E-3</c:v>
                </c:pt>
                <c:pt idx="407">
                  <c:v>4.7106481433729641E-3</c:v>
                </c:pt>
                <c:pt idx="408">
                  <c:v>4.7222222201526165E-3</c:v>
                </c:pt>
                <c:pt idx="409">
                  <c:v>4.7337962969322689E-3</c:v>
                </c:pt>
                <c:pt idx="410">
                  <c:v>4.7453703664359637E-3</c:v>
                </c:pt>
                <c:pt idx="411">
                  <c:v>4.756944443215616E-3</c:v>
                </c:pt>
                <c:pt idx="412">
                  <c:v>4.7685185127193108E-3</c:v>
                </c:pt>
                <c:pt idx="413">
                  <c:v>4.7800925894989632E-3</c:v>
                </c:pt>
                <c:pt idx="414">
                  <c:v>4.7916666662786156E-3</c:v>
                </c:pt>
                <c:pt idx="415">
                  <c:v>4.8032407357823104E-3</c:v>
                </c:pt>
                <c:pt idx="416">
                  <c:v>4.8148148125619628E-3</c:v>
                </c:pt>
                <c:pt idx="417">
                  <c:v>4.8263888893416151E-3</c:v>
                </c:pt>
                <c:pt idx="418">
                  <c:v>4.8379629588453099E-3</c:v>
                </c:pt>
                <c:pt idx="419">
                  <c:v>4.8495370356249623E-3</c:v>
                </c:pt>
                <c:pt idx="420">
                  <c:v>4.8611111124046147E-3</c:v>
                </c:pt>
                <c:pt idx="421">
                  <c:v>4.8726851819083095E-3</c:v>
                </c:pt>
                <c:pt idx="422">
                  <c:v>4.8842592586879618E-3</c:v>
                </c:pt>
                <c:pt idx="423">
                  <c:v>4.8958333281916566E-3</c:v>
                </c:pt>
                <c:pt idx="424">
                  <c:v>4.907407404971309E-3</c:v>
                </c:pt>
                <c:pt idx="425">
                  <c:v>4.9189814817509614E-3</c:v>
                </c:pt>
                <c:pt idx="426">
                  <c:v>4.9305555512546562E-3</c:v>
                </c:pt>
                <c:pt idx="427">
                  <c:v>4.9421296280343086E-3</c:v>
                </c:pt>
                <c:pt idx="428">
                  <c:v>4.9537037048139609E-3</c:v>
                </c:pt>
                <c:pt idx="429">
                  <c:v>4.9652777743176557E-3</c:v>
                </c:pt>
                <c:pt idx="430">
                  <c:v>4.9768518510973081E-3</c:v>
                </c:pt>
                <c:pt idx="431">
                  <c:v>4.9884259206010029E-3</c:v>
                </c:pt>
                <c:pt idx="432">
                  <c:v>4.9999999973806553E-3</c:v>
                </c:pt>
                <c:pt idx="433">
                  <c:v>5.0115740741603076E-3</c:v>
                </c:pt>
                <c:pt idx="434">
                  <c:v>5.0231481436640024E-3</c:v>
                </c:pt>
                <c:pt idx="435">
                  <c:v>5.0347222204436548E-3</c:v>
                </c:pt>
                <c:pt idx="436">
                  <c:v>5.0462962972233072E-3</c:v>
                </c:pt>
                <c:pt idx="437">
                  <c:v>5.057870366727002E-3</c:v>
                </c:pt>
                <c:pt idx="438">
                  <c:v>5.0694444435066544E-3</c:v>
                </c:pt>
                <c:pt idx="439">
                  <c:v>5.0810185130103491E-3</c:v>
                </c:pt>
                <c:pt idx="440">
                  <c:v>5.0925925897900015E-3</c:v>
                </c:pt>
                <c:pt idx="441">
                  <c:v>5.1041666665696539E-3</c:v>
                </c:pt>
                <c:pt idx="442">
                  <c:v>5.1157407360733487E-3</c:v>
                </c:pt>
                <c:pt idx="443">
                  <c:v>5.1273148128530011E-3</c:v>
                </c:pt>
                <c:pt idx="444">
                  <c:v>5.1388888896326534E-3</c:v>
                </c:pt>
                <c:pt idx="445">
                  <c:v>5.1504629591363482E-3</c:v>
                </c:pt>
                <c:pt idx="446">
                  <c:v>5.1620370359160006E-3</c:v>
                </c:pt>
                <c:pt idx="447">
                  <c:v>5.1736111054196954E-3</c:v>
                </c:pt>
                <c:pt idx="448">
                  <c:v>5.1851851821993478E-3</c:v>
                </c:pt>
                <c:pt idx="449">
                  <c:v>5.1967592589790002E-3</c:v>
                </c:pt>
                <c:pt idx="450">
                  <c:v>5.2083333284826949E-3</c:v>
                </c:pt>
                <c:pt idx="451">
                  <c:v>5.2199074052623473E-3</c:v>
                </c:pt>
                <c:pt idx="452">
                  <c:v>5.2314814820419997E-3</c:v>
                </c:pt>
                <c:pt idx="453">
                  <c:v>5.2430555515456945E-3</c:v>
                </c:pt>
                <c:pt idx="454">
                  <c:v>5.2546296283253469E-3</c:v>
                </c:pt>
                <c:pt idx="455">
                  <c:v>5.2662036978290416E-3</c:v>
                </c:pt>
                <c:pt idx="456">
                  <c:v>5.277777774608694E-3</c:v>
                </c:pt>
                <c:pt idx="457">
                  <c:v>5.2893518513883464E-3</c:v>
                </c:pt>
                <c:pt idx="458">
                  <c:v>5.3009259208920412E-3</c:v>
                </c:pt>
                <c:pt idx="459">
                  <c:v>5.3124999976716936E-3</c:v>
                </c:pt>
                <c:pt idx="460">
                  <c:v>5.324074074451346E-3</c:v>
                </c:pt>
                <c:pt idx="461">
                  <c:v>5.3356481439550407E-3</c:v>
                </c:pt>
                <c:pt idx="462">
                  <c:v>5.3472222207346931E-3</c:v>
                </c:pt>
                <c:pt idx="463">
                  <c:v>5.3587962975143455E-3</c:v>
                </c:pt>
                <c:pt idx="464">
                  <c:v>5.3703703670180403E-3</c:v>
                </c:pt>
                <c:pt idx="465">
                  <c:v>5.3819444437976927E-3</c:v>
                </c:pt>
                <c:pt idx="466">
                  <c:v>5.3935185133013874E-3</c:v>
                </c:pt>
                <c:pt idx="467">
                  <c:v>5.4050925900810398E-3</c:v>
                </c:pt>
                <c:pt idx="468">
                  <c:v>5.4166666668606922E-3</c:v>
                </c:pt>
                <c:pt idx="469">
                  <c:v>5.428240736364387E-3</c:v>
                </c:pt>
                <c:pt idx="470">
                  <c:v>5.4398148131440394E-3</c:v>
                </c:pt>
                <c:pt idx="471">
                  <c:v>5.4513888899236917E-3</c:v>
                </c:pt>
                <c:pt idx="472">
                  <c:v>5.4629629594273865E-3</c:v>
                </c:pt>
                <c:pt idx="473">
                  <c:v>5.4745370362070389E-3</c:v>
                </c:pt>
                <c:pt idx="474">
                  <c:v>5.4861111057107337E-3</c:v>
                </c:pt>
                <c:pt idx="475">
                  <c:v>5.4976851824903861E-3</c:v>
                </c:pt>
                <c:pt idx="476">
                  <c:v>5.5092592592700385E-3</c:v>
                </c:pt>
                <c:pt idx="477">
                  <c:v>5.5208333287737332E-3</c:v>
                </c:pt>
                <c:pt idx="478">
                  <c:v>5.5324074055533856E-3</c:v>
                </c:pt>
                <c:pt idx="479">
                  <c:v>5.543981482333038E-3</c:v>
                </c:pt>
                <c:pt idx="480">
                  <c:v>5.5555555518367328E-3</c:v>
                </c:pt>
                <c:pt idx="481">
                  <c:v>5.5671296286163852E-3</c:v>
                </c:pt>
                <c:pt idx="482">
                  <c:v>5.5787036981200799E-3</c:v>
                </c:pt>
                <c:pt idx="483">
                  <c:v>5.5902777748997323E-3</c:v>
                </c:pt>
                <c:pt idx="484">
                  <c:v>5.6018518516793847E-3</c:v>
                </c:pt>
                <c:pt idx="485">
                  <c:v>5.6134259211830795E-3</c:v>
                </c:pt>
                <c:pt idx="486">
                  <c:v>5.6249999979627319E-3</c:v>
                </c:pt>
                <c:pt idx="487">
                  <c:v>5.6365740747423843E-3</c:v>
                </c:pt>
                <c:pt idx="488">
                  <c:v>5.648148144246079E-3</c:v>
                </c:pt>
                <c:pt idx="489">
                  <c:v>5.6597222210257314E-3</c:v>
                </c:pt>
                <c:pt idx="490">
                  <c:v>5.6712962905294262E-3</c:v>
                </c:pt>
                <c:pt idx="491">
                  <c:v>5.6828703673090786E-3</c:v>
                </c:pt>
                <c:pt idx="492">
                  <c:v>5.694444444088731E-3</c:v>
                </c:pt>
                <c:pt idx="493">
                  <c:v>5.7060185135924257E-3</c:v>
                </c:pt>
                <c:pt idx="494">
                  <c:v>5.7175925903720781E-3</c:v>
                </c:pt>
                <c:pt idx="495">
                  <c:v>5.7291666671517305E-3</c:v>
                </c:pt>
                <c:pt idx="496">
                  <c:v>5.7407407366554253E-3</c:v>
                </c:pt>
                <c:pt idx="497">
                  <c:v>5.7523148134350777E-3</c:v>
                </c:pt>
                <c:pt idx="498">
                  <c:v>5.7638888902147301E-3</c:v>
                </c:pt>
                <c:pt idx="499">
                  <c:v>5.7754629597184248E-3</c:v>
                </c:pt>
                <c:pt idx="500">
                  <c:v>5.7870370364980772E-3</c:v>
                </c:pt>
                <c:pt idx="501">
                  <c:v>5.798611106001772E-3</c:v>
                </c:pt>
                <c:pt idx="502">
                  <c:v>5.8101851827814244E-3</c:v>
                </c:pt>
                <c:pt idx="503">
                  <c:v>5.8217592595610768E-3</c:v>
                </c:pt>
                <c:pt idx="504">
                  <c:v>5.8333333290647715E-3</c:v>
                </c:pt>
                <c:pt idx="505">
                  <c:v>5.8449074058444239E-3</c:v>
                </c:pt>
                <c:pt idx="506">
                  <c:v>5.8564814826240763E-3</c:v>
                </c:pt>
                <c:pt idx="507">
                  <c:v>5.8680555521277711E-3</c:v>
                </c:pt>
                <c:pt idx="508">
                  <c:v>5.8796296289074235E-3</c:v>
                </c:pt>
                <c:pt idx="509">
                  <c:v>5.8912036984111182E-3</c:v>
                </c:pt>
                <c:pt idx="510">
                  <c:v>5.9027777751907706E-3</c:v>
                </c:pt>
                <c:pt idx="511">
                  <c:v>5.914351851970423E-3</c:v>
                </c:pt>
                <c:pt idx="512">
                  <c:v>5.9259259214741178E-3</c:v>
                </c:pt>
                <c:pt idx="513">
                  <c:v>5.9374999982537702E-3</c:v>
                </c:pt>
                <c:pt idx="514">
                  <c:v>5.9490740750334226E-3</c:v>
                </c:pt>
                <c:pt idx="515">
                  <c:v>5.9606481445371173E-3</c:v>
                </c:pt>
                <c:pt idx="516">
                  <c:v>5.9722222213167697E-3</c:v>
                </c:pt>
                <c:pt idx="517">
                  <c:v>5.9837962908204645E-3</c:v>
                </c:pt>
                <c:pt idx="518">
                  <c:v>5.9953703676001169E-3</c:v>
                </c:pt>
                <c:pt idx="519">
                  <c:v>6.0069444443797693E-3</c:v>
                </c:pt>
                <c:pt idx="520">
                  <c:v>6.018518513883464E-3</c:v>
                </c:pt>
                <c:pt idx="521">
                  <c:v>6.0300925906631164E-3</c:v>
                </c:pt>
                <c:pt idx="522">
                  <c:v>6.0416666674427688E-3</c:v>
                </c:pt>
                <c:pt idx="523">
                  <c:v>6.0532407369464636E-3</c:v>
                </c:pt>
                <c:pt idx="524">
                  <c:v>6.064814813726116E-3</c:v>
                </c:pt>
                <c:pt idx="525">
                  <c:v>6.0763888832298107E-3</c:v>
                </c:pt>
                <c:pt idx="526">
                  <c:v>6.0879629600094631E-3</c:v>
                </c:pt>
                <c:pt idx="527">
                  <c:v>6.0995370367891155E-3</c:v>
                </c:pt>
                <c:pt idx="528">
                  <c:v>6.1111111062928103E-3</c:v>
                </c:pt>
                <c:pt idx="529">
                  <c:v>6.1226851830724627E-3</c:v>
                </c:pt>
                <c:pt idx="530">
                  <c:v>6.1342592598521151E-3</c:v>
                </c:pt>
                <c:pt idx="531">
                  <c:v>6.1458333293558098E-3</c:v>
                </c:pt>
                <c:pt idx="532">
                  <c:v>6.1574074061354622E-3</c:v>
                </c:pt>
                <c:pt idx="533">
                  <c:v>6.168981475639157E-3</c:v>
                </c:pt>
                <c:pt idx="534">
                  <c:v>6.1805555524188094E-3</c:v>
                </c:pt>
                <c:pt idx="535">
                  <c:v>6.1921296291984618E-3</c:v>
                </c:pt>
                <c:pt idx="536">
                  <c:v>6.2037036987021565E-3</c:v>
                </c:pt>
                <c:pt idx="537">
                  <c:v>6.2152777754818089E-3</c:v>
                </c:pt>
                <c:pt idx="538">
                  <c:v>6.2268518522614613E-3</c:v>
                </c:pt>
                <c:pt idx="539">
                  <c:v>6.2384259217651561E-3</c:v>
                </c:pt>
                <c:pt idx="540">
                  <c:v>6.2499999985448085E-3</c:v>
                </c:pt>
                <c:pt idx="541">
                  <c:v>6.2615740753244609E-3</c:v>
                </c:pt>
                <c:pt idx="542">
                  <c:v>6.2731481448281556E-3</c:v>
                </c:pt>
                <c:pt idx="543">
                  <c:v>6.284722221607808E-3</c:v>
                </c:pt>
                <c:pt idx="544">
                  <c:v>6.2962962911115028E-3</c:v>
                </c:pt>
                <c:pt idx="545">
                  <c:v>6.3078703678911552E-3</c:v>
                </c:pt>
                <c:pt idx="546">
                  <c:v>6.3194444446708076E-3</c:v>
                </c:pt>
                <c:pt idx="547">
                  <c:v>6.3310185141745023E-3</c:v>
                </c:pt>
                <c:pt idx="548">
                  <c:v>6.3425925909541547E-3</c:v>
                </c:pt>
                <c:pt idx="549">
                  <c:v>6.3541666677338071E-3</c:v>
                </c:pt>
                <c:pt idx="550">
                  <c:v>6.3657407372375019E-3</c:v>
                </c:pt>
                <c:pt idx="551">
                  <c:v>6.3773148140171543E-3</c:v>
                </c:pt>
                <c:pt idx="552">
                  <c:v>6.388888883520849E-3</c:v>
                </c:pt>
                <c:pt idx="553">
                  <c:v>6.4004629603005014E-3</c:v>
                </c:pt>
                <c:pt idx="554">
                  <c:v>6.4120370370801538E-3</c:v>
                </c:pt>
                <c:pt idx="555">
                  <c:v>6.4236111065838486E-3</c:v>
                </c:pt>
                <c:pt idx="556">
                  <c:v>6.435185183363501E-3</c:v>
                </c:pt>
                <c:pt idx="557">
                  <c:v>6.4467592601431534E-3</c:v>
                </c:pt>
                <c:pt idx="558">
                  <c:v>6.4583333296468481E-3</c:v>
                </c:pt>
                <c:pt idx="559">
                  <c:v>6.4699074064265005E-3</c:v>
                </c:pt>
                <c:pt idx="560">
                  <c:v>6.4814814759301953E-3</c:v>
                </c:pt>
                <c:pt idx="561">
                  <c:v>6.4930555527098477E-3</c:v>
                </c:pt>
                <c:pt idx="562">
                  <c:v>6.5046296294895001E-3</c:v>
                </c:pt>
                <c:pt idx="563">
                  <c:v>6.5162036989931948E-3</c:v>
                </c:pt>
                <c:pt idx="564">
                  <c:v>6.5277777757728472E-3</c:v>
                </c:pt>
                <c:pt idx="565">
                  <c:v>6.5393518525524996E-3</c:v>
                </c:pt>
                <c:pt idx="566">
                  <c:v>6.5509259220561944E-3</c:v>
                </c:pt>
                <c:pt idx="567">
                  <c:v>6.5624999988358468E-3</c:v>
                </c:pt>
                <c:pt idx="568">
                  <c:v>6.5740740683395416E-3</c:v>
                </c:pt>
                <c:pt idx="569">
                  <c:v>6.5856481451191939E-3</c:v>
                </c:pt>
                <c:pt idx="570">
                  <c:v>6.5972222218988463E-3</c:v>
                </c:pt>
                <c:pt idx="571">
                  <c:v>6.6087962914025411E-3</c:v>
                </c:pt>
                <c:pt idx="572">
                  <c:v>6.6203703681821935E-3</c:v>
                </c:pt>
                <c:pt idx="573">
                  <c:v>6.6319444449618459E-3</c:v>
                </c:pt>
                <c:pt idx="574">
                  <c:v>6.6435185144655406E-3</c:v>
                </c:pt>
                <c:pt idx="575">
                  <c:v>6.655092591245193E-3</c:v>
                </c:pt>
                <c:pt idx="576">
                  <c:v>6.6666666607488878E-3</c:v>
                </c:pt>
                <c:pt idx="577">
                  <c:v>6.6782407375285402E-3</c:v>
                </c:pt>
                <c:pt idx="578">
                  <c:v>6.6898148143081926E-3</c:v>
                </c:pt>
                <c:pt idx="579">
                  <c:v>6.7013888838118874E-3</c:v>
                </c:pt>
                <c:pt idx="580">
                  <c:v>6.7129629605915397E-3</c:v>
                </c:pt>
                <c:pt idx="581">
                  <c:v>6.7245370373711921E-3</c:v>
                </c:pt>
                <c:pt idx="582">
                  <c:v>6.7361111068748869E-3</c:v>
                </c:pt>
                <c:pt idx="583">
                  <c:v>6.7476851836545393E-3</c:v>
                </c:pt>
                <c:pt idx="584">
                  <c:v>6.7592592604341917E-3</c:v>
                </c:pt>
                <c:pt idx="585">
                  <c:v>6.7708333299378864E-3</c:v>
                </c:pt>
                <c:pt idx="586">
                  <c:v>6.7824074067175388E-3</c:v>
                </c:pt>
                <c:pt idx="587">
                  <c:v>6.7939814762212336E-3</c:v>
                </c:pt>
                <c:pt idx="588">
                  <c:v>6.805555553000886E-3</c:v>
                </c:pt>
                <c:pt idx="589">
                  <c:v>6.8171296297805384E-3</c:v>
                </c:pt>
                <c:pt idx="590">
                  <c:v>6.8287036992842332E-3</c:v>
                </c:pt>
                <c:pt idx="591">
                  <c:v>6.8402777760638855E-3</c:v>
                </c:pt>
                <c:pt idx="592">
                  <c:v>6.8518518528435379E-3</c:v>
                </c:pt>
                <c:pt idx="593">
                  <c:v>6.8634259223472327E-3</c:v>
                </c:pt>
                <c:pt idx="594">
                  <c:v>6.8749999991268851E-3</c:v>
                </c:pt>
                <c:pt idx="595">
                  <c:v>6.8865740686305799E-3</c:v>
                </c:pt>
                <c:pt idx="596">
                  <c:v>6.8981481454102322E-3</c:v>
                </c:pt>
                <c:pt idx="597">
                  <c:v>6.9097222221898846E-3</c:v>
                </c:pt>
                <c:pt idx="598">
                  <c:v>6.9212962916935794E-3</c:v>
                </c:pt>
                <c:pt idx="599">
                  <c:v>6.9328703684732318E-3</c:v>
                </c:pt>
                <c:pt idx="600">
                  <c:v>6.9444444452528842E-3</c:v>
                </c:pt>
                <c:pt idx="601">
                  <c:v>6.956018514756579E-3</c:v>
                </c:pt>
                <c:pt idx="602">
                  <c:v>6.9675925915362313E-3</c:v>
                </c:pt>
                <c:pt idx="603">
                  <c:v>6.9791666610399261E-3</c:v>
                </c:pt>
                <c:pt idx="604">
                  <c:v>6.9907407378195785E-3</c:v>
                </c:pt>
                <c:pt idx="605">
                  <c:v>7.0023148145992309E-3</c:v>
                </c:pt>
                <c:pt idx="606">
                  <c:v>7.0138888841029257E-3</c:v>
                </c:pt>
                <c:pt idx="607">
                  <c:v>7.025462960882578E-3</c:v>
                </c:pt>
                <c:pt idx="608">
                  <c:v>7.0370370376622304E-3</c:v>
                </c:pt>
                <c:pt idx="609">
                  <c:v>7.0486111071659252E-3</c:v>
                </c:pt>
                <c:pt idx="610">
                  <c:v>7.0601851839455776E-3</c:v>
                </c:pt>
                <c:pt idx="611">
                  <c:v>7.0717592534492724E-3</c:v>
                </c:pt>
                <c:pt idx="612">
                  <c:v>7.0833333302289248E-3</c:v>
                </c:pt>
                <c:pt idx="613">
                  <c:v>7.0949074070085771E-3</c:v>
                </c:pt>
                <c:pt idx="614">
                  <c:v>7.1064814765122719E-3</c:v>
                </c:pt>
                <c:pt idx="615">
                  <c:v>7.1180555532919243E-3</c:v>
                </c:pt>
                <c:pt idx="616">
                  <c:v>7.1296296300715767E-3</c:v>
                </c:pt>
                <c:pt idx="617">
                  <c:v>7.1412036995752715E-3</c:v>
                </c:pt>
                <c:pt idx="618">
                  <c:v>7.1527777763549238E-3</c:v>
                </c:pt>
                <c:pt idx="619">
                  <c:v>7.1643518531345762E-3</c:v>
                </c:pt>
                <c:pt idx="620">
                  <c:v>7.175925922638271E-3</c:v>
                </c:pt>
                <c:pt idx="621">
                  <c:v>7.1874999994179234E-3</c:v>
                </c:pt>
                <c:pt idx="622">
                  <c:v>7.1990740689216182E-3</c:v>
                </c:pt>
                <c:pt idx="623">
                  <c:v>7.2106481457012706E-3</c:v>
                </c:pt>
                <c:pt idx="624">
                  <c:v>7.2222222224809229E-3</c:v>
                </c:pt>
                <c:pt idx="625">
                  <c:v>7.2337962919846177E-3</c:v>
                </c:pt>
                <c:pt idx="626">
                  <c:v>7.2453703687642701E-3</c:v>
                </c:pt>
                <c:pt idx="627">
                  <c:v>7.2569444455439225E-3</c:v>
                </c:pt>
                <c:pt idx="628">
                  <c:v>7.2685185150476173E-3</c:v>
                </c:pt>
                <c:pt idx="629">
                  <c:v>7.2800925918272696E-3</c:v>
                </c:pt>
                <c:pt idx="630">
                  <c:v>7.2916666613309644E-3</c:v>
                </c:pt>
                <c:pt idx="631">
                  <c:v>7.3032407381106168E-3</c:v>
                </c:pt>
                <c:pt idx="632">
                  <c:v>7.3148148148902692E-3</c:v>
                </c:pt>
                <c:pt idx="633">
                  <c:v>7.326388884393964E-3</c:v>
                </c:pt>
                <c:pt idx="634">
                  <c:v>7.3379629611736163E-3</c:v>
                </c:pt>
                <c:pt idx="635">
                  <c:v>7.3495370379532687E-3</c:v>
                </c:pt>
                <c:pt idx="636">
                  <c:v>7.3611111074569635E-3</c:v>
                </c:pt>
                <c:pt idx="637">
                  <c:v>7.3726851842366159E-3</c:v>
                </c:pt>
                <c:pt idx="638">
                  <c:v>7.3842592537403107E-3</c:v>
                </c:pt>
                <c:pt idx="639">
                  <c:v>7.3958333305199631E-3</c:v>
                </c:pt>
                <c:pt idx="640">
                  <c:v>7.4074074072996154E-3</c:v>
                </c:pt>
                <c:pt idx="641">
                  <c:v>7.4189814768033102E-3</c:v>
                </c:pt>
                <c:pt idx="642">
                  <c:v>7.4305555535829626E-3</c:v>
                </c:pt>
                <c:pt idx="643">
                  <c:v>7.442129630362615E-3</c:v>
                </c:pt>
                <c:pt idx="644">
                  <c:v>7.4537036998663098E-3</c:v>
                </c:pt>
                <c:pt idx="645">
                  <c:v>7.4652777766459621E-3</c:v>
                </c:pt>
                <c:pt idx="646">
                  <c:v>7.4768518461496569E-3</c:v>
                </c:pt>
                <c:pt idx="647">
                  <c:v>7.4884259229293093E-3</c:v>
                </c:pt>
                <c:pt idx="648">
                  <c:v>7.4999999997089617E-3</c:v>
                </c:pt>
                <c:pt idx="649">
                  <c:v>7.5115740692126565E-3</c:v>
                </c:pt>
                <c:pt idx="650">
                  <c:v>7.5231481459923089E-3</c:v>
                </c:pt>
                <c:pt idx="651">
                  <c:v>7.5347222227719612E-3</c:v>
                </c:pt>
                <c:pt idx="652">
                  <c:v>7.546296292275656E-3</c:v>
                </c:pt>
                <c:pt idx="653">
                  <c:v>7.5578703690553084E-3</c:v>
                </c:pt>
                <c:pt idx="654">
                  <c:v>7.5694444385590032E-3</c:v>
                </c:pt>
                <c:pt idx="655">
                  <c:v>7.5810185153386556E-3</c:v>
                </c:pt>
                <c:pt idx="656">
                  <c:v>7.5925925921183079E-3</c:v>
                </c:pt>
                <c:pt idx="657">
                  <c:v>7.6041666616220027E-3</c:v>
                </c:pt>
                <c:pt idx="658">
                  <c:v>7.6157407384016551E-3</c:v>
                </c:pt>
                <c:pt idx="659">
                  <c:v>7.6273148151813075E-3</c:v>
                </c:pt>
                <c:pt idx="660">
                  <c:v>7.6388888846850023E-3</c:v>
                </c:pt>
                <c:pt idx="661">
                  <c:v>7.6504629614646547E-3</c:v>
                </c:pt>
                <c:pt idx="662">
                  <c:v>7.662037038244307E-3</c:v>
                </c:pt>
                <c:pt idx="663">
                  <c:v>7.6736111077480018E-3</c:v>
                </c:pt>
                <c:pt idx="664">
                  <c:v>7.6851851845276542E-3</c:v>
                </c:pt>
                <c:pt idx="665">
                  <c:v>7.696759254031349E-3</c:v>
                </c:pt>
                <c:pt idx="666">
                  <c:v>7.7083333308110014E-3</c:v>
                </c:pt>
                <c:pt idx="667">
                  <c:v>7.7199074075906537E-3</c:v>
                </c:pt>
                <c:pt idx="668">
                  <c:v>7.7314814770943485E-3</c:v>
                </c:pt>
                <c:pt idx="669">
                  <c:v>7.7430555538740009E-3</c:v>
                </c:pt>
                <c:pt idx="670">
                  <c:v>7.7546296306536533E-3</c:v>
                </c:pt>
                <c:pt idx="671">
                  <c:v>7.7662037001573481E-3</c:v>
                </c:pt>
                <c:pt idx="672">
                  <c:v>7.7777777769370005E-3</c:v>
                </c:pt>
                <c:pt idx="673">
                  <c:v>7.7893518464406952E-3</c:v>
                </c:pt>
                <c:pt idx="674">
                  <c:v>7.8009259232203476E-3</c:v>
                </c:pt>
                <c:pt idx="675">
                  <c:v>7.8125E-3</c:v>
                </c:pt>
                <c:pt idx="676">
                  <c:v>7.8240740695036948E-3</c:v>
                </c:pt>
                <c:pt idx="677">
                  <c:v>7.8356481462833472E-3</c:v>
                </c:pt>
                <c:pt idx="678">
                  <c:v>7.8472222230629995E-3</c:v>
                </c:pt>
                <c:pt idx="679">
                  <c:v>7.8587962925666943E-3</c:v>
                </c:pt>
                <c:pt idx="680">
                  <c:v>7.8703703693463467E-3</c:v>
                </c:pt>
                <c:pt idx="681">
                  <c:v>7.8819444388500415E-3</c:v>
                </c:pt>
                <c:pt idx="682">
                  <c:v>7.8935185156296939E-3</c:v>
                </c:pt>
                <c:pt idx="683">
                  <c:v>7.9050925924093463E-3</c:v>
                </c:pt>
                <c:pt idx="684">
                  <c:v>7.916666661913041E-3</c:v>
                </c:pt>
                <c:pt idx="685">
                  <c:v>7.9282407386926934E-3</c:v>
                </c:pt>
                <c:pt idx="686">
                  <c:v>7.9398148154723458E-3</c:v>
                </c:pt>
                <c:pt idx="687">
                  <c:v>7.9513888849760406E-3</c:v>
                </c:pt>
                <c:pt idx="688">
                  <c:v>7.962962961755693E-3</c:v>
                </c:pt>
                <c:pt idx="689">
                  <c:v>7.9745370312593877E-3</c:v>
                </c:pt>
                <c:pt idx="690">
                  <c:v>7.9861111080390401E-3</c:v>
                </c:pt>
                <c:pt idx="691">
                  <c:v>7.9976851848186925E-3</c:v>
                </c:pt>
                <c:pt idx="692">
                  <c:v>8.0092592543223873E-3</c:v>
                </c:pt>
                <c:pt idx="693">
                  <c:v>8.0208333311020397E-3</c:v>
                </c:pt>
                <c:pt idx="694">
                  <c:v>8.0324074078816921E-3</c:v>
                </c:pt>
                <c:pt idx="695">
                  <c:v>8.0439814773853868E-3</c:v>
                </c:pt>
                <c:pt idx="696">
                  <c:v>8.0555555541650392E-3</c:v>
                </c:pt>
                <c:pt idx="697">
                  <c:v>8.0671296309446916E-3</c:v>
                </c:pt>
                <c:pt idx="698">
                  <c:v>8.0787037004483864E-3</c:v>
                </c:pt>
                <c:pt idx="699">
                  <c:v>8.0902777772280388E-3</c:v>
                </c:pt>
                <c:pt idx="700">
                  <c:v>8.1018518467317335E-3</c:v>
                </c:pt>
                <c:pt idx="701">
                  <c:v>8.1134259235113859E-3</c:v>
                </c:pt>
                <c:pt idx="702">
                  <c:v>8.1250000002910383E-3</c:v>
                </c:pt>
                <c:pt idx="703">
                  <c:v>8.1365740697947331E-3</c:v>
                </c:pt>
                <c:pt idx="704">
                  <c:v>8.1481481465743855E-3</c:v>
                </c:pt>
                <c:pt idx="705">
                  <c:v>8.1597222233540379E-3</c:v>
                </c:pt>
                <c:pt idx="706">
                  <c:v>8.1712962928577326E-3</c:v>
                </c:pt>
                <c:pt idx="707">
                  <c:v>8.182870369637385E-3</c:v>
                </c:pt>
                <c:pt idx="708">
                  <c:v>8.1944444391410798E-3</c:v>
                </c:pt>
                <c:pt idx="709">
                  <c:v>8.2060185159207322E-3</c:v>
                </c:pt>
                <c:pt idx="710">
                  <c:v>8.2175925927003846E-3</c:v>
                </c:pt>
                <c:pt idx="711">
                  <c:v>8.2291666622040793E-3</c:v>
                </c:pt>
                <c:pt idx="712">
                  <c:v>8.2407407389837317E-3</c:v>
                </c:pt>
                <c:pt idx="713">
                  <c:v>8.2523148157633841E-3</c:v>
                </c:pt>
                <c:pt idx="714">
                  <c:v>8.2638888852670789E-3</c:v>
                </c:pt>
                <c:pt idx="715">
                  <c:v>8.2754629620467313E-3</c:v>
                </c:pt>
                <c:pt idx="716">
                  <c:v>8.287037031550426E-3</c:v>
                </c:pt>
                <c:pt idx="717">
                  <c:v>8.2986111083300784E-3</c:v>
                </c:pt>
                <c:pt idx="718">
                  <c:v>8.3101851851097308E-3</c:v>
                </c:pt>
                <c:pt idx="719">
                  <c:v>8.3217592546134256E-3</c:v>
                </c:pt>
                <c:pt idx="720">
                  <c:v>8.333333331393078E-3</c:v>
                </c:pt>
                <c:pt idx="721">
                  <c:v>8.3449074081727304E-3</c:v>
                </c:pt>
                <c:pt idx="722">
                  <c:v>8.3564814776764251E-3</c:v>
                </c:pt>
                <c:pt idx="723">
                  <c:v>8.3680555544560775E-3</c:v>
                </c:pt>
                <c:pt idx="724">
                  <c:v>8.3796296239597723E-3</c:v>
                </c:pt>
                <c:pt idx="725">
                  <c:v>8.3912037007394247E-3</c:v>
                </c:pt>
                <c:pt idx="726">
                  <c:v>8.4027777775190771E-3</c:v>
                </c:pt>
                <c:pt idx="727">
                  <c:v>8.4143518470227718E-3</c:v>
                </c:pt>
                <c:pt idx="728">
                  <c:v>8.4259259238024242E-3</c:v>
                </c:pt>
                <c:pt idx="729">
                  <c:v>8.4375000005820766E-3</c:v>
                </c:pt>
                <c:pt idx="730">
                  <c:v>8.4490740700857714E-3</c:v>
                </c:pt>
                <c:pt idx="731">
                  <c:v>8.4606481468654238E-3</c:v>
                </c:pt>
                <c:pt idx="732">
                  <c:v>8.4722222163691185E-3</c:v>
                </c:pt>
                <c:pt idx="733">
                  <c:v>8.4837962931487709E-3</c:v>
                </c:pt>
                <c:pt idx="734">
                  <c:v>8.4953703699284233E-3</c:v>
                </c:pt>
                <c:pt idx="735">
                  <c:v>8.5069444394321181E-3</c:v>
                </c:pt>
                <c:pt idx="736">
                  <c:v>8.5185185162117705E-3</c:v>
                </c:pt>
                <c:pt idx="737">
                  <c:v>8.5300925929914229E-3</c:v>
                </c:pt>
                <c:pt idx="738">
                  <c:v>8.5416666624951176E-3</c:v>
                </c:pt>
                <c:pt idx="739">
                  <c:v>8.55324073927477E-3</c:v>
                </c:pt>
                <c:pt idx="740">
                  <c:v>8.5648148160544224E-3</c:v>
                </c:pt>
                <c:pt idx="741">
                  <c:v>8.5763888855581172E-3</c:v>
                </c:pt>
                <c:pt idx="742">
                  <c:v>8.5879629623377696E-3</c:v>
                </c:pt>
                <c:pt idx="743">
                  <c:v>8.5995370318414643E-3</c:v>
                </c:pt>
                <c:pt idx="744">
                  <c:v>8.6111111086211167E-3</c:v>
                </c:pt>
                <c:pt idx="745">
                  <c:v>8.6226851854007691E-3</c:v>
                </c:pt>
                <c:pt idx="746">
                  <c:v>8.6342592549044639E-3</c:v>
                </c:pt>
                <c:pt idx="747">
                  <c:v>8.6458333316841163E-3</c:v>
                </c:pt>
                <c:pt idx="748">
                  <c:v>8.6574074084637687E-3</c:v>
                </c:pt>
                <c:pt idx="749">
                  <c:v>8.6689814779674634E-3</c:v>
                </c:pt>
                <c:pt idx="750">
                  <c:v>8.6805555547471158E-3</c:v>
                </c:pt>
                <c:pt idx="751">
                  <c:v>8.6921296242508106E-3</c:v>
                </c:pt>
                <c:pt idx="752">
                  <c:v>8.703703701030463E-3</c:v>
                </c:pt>
                <c:pt idx="753">
                  <c:v>8.7152777778101154E-3</c:v>
                </c:pt>
                <c:pt idx="754">
                  <c:v>8.7268518473138101E-3</c:v>
                </c:pt>
                <c:pt idx="755">
                  <c:v>8.7384259240934625E-3</c:v>
                </c:pt>
                <c:pt idx="756">
                  <c:v>8.7500000008731149E-3</c:v>
                </c:pt>
                <c:pt idx="757">
                  <c:v>8.7615740703768097E-3</c:v>
                </c:pt>
                <c:pt idx="758">
                  <c:v>8.7731481471564621E-3</c:v>
                </c:pt>
                <c:pt idx="759">
                  <c:v>8.7847222166601568E-3</c:v>
                </c:pt>
                <c:pt idx="760">
                  <c:v>8.7962962934398092E-3</c:v>
                </c:pt>
                <c:pt idx="761">
                  <c:v>8.8078703702194616E-3</c:v>
                </c:pt>
                <c:pt idx="762">
                  <c:v>8.8194444397231564E-3</c:v>
                </c:pt>
                <c:pt idx="763">
                  <c:v>8.8310185165028088E-3</c:v>
                </c:pt>
                <c:pt idx="764">
                  <c:v>8.8425925932824612E-3</c:v>
                </c:pt>
                <c:pt idx="765">
                  <c:v>8.8541666627861559E-3</c:v>
                </c:pt>
                <c:pt idx="766">
                  <c:v>8.8657407395658083E-3</c:v>
                </c:pt>
                <c:pt idx="767">
                  <c:v>8.8773148090695031E-3</c:v>
                </c:pt>
                <c:pt idx="768">
                  <c:v>8.8888888858491555E-3</c:v>
                </c:pt>
                <c:pt idx="769">
                  <c:v>8.9004629626288079E-3</c:v>
                </c:pt>
                <c:pt idx="770">
                  <c:v>8.9120370321325026E-3</c:v>
                </c:pt>
                <c:pt idx="771">
                  <c:v>8.923611108912155E-3</c:v>
                </c:pt>
                <c:pt idx="772">
                  <c:v>8.9351851856918074E-3</c:v>
                </c:pt>
                <c:pt idx="773">
                  <c:v>8.9467592551955022E-3</c:v>
                </c:pt>
                <c:pt idx="774">
                  <c:v>8.9583333319751546E-3</c:v>
                </c:pt>
                <c:pt idx="775">
                  <c:v>8.9699074014788494E-3</c:v>
                </c:pt>
                <c:pt idx="776">
                  <c:v>8.9814814782585017E-3</c:v>
                </c:pt>
                <c:pt idx="777">
                  <c:v>8.9930555550381541E-3</c:v>
                </c:pt>
                <c:pt idx="778">
                  <c:v>9.0046296245418489E-3</c:v>
                </c:pt>
                <c:pt idx="779">
                  <c:v>9.0162037013215013E-3</c:v>
                </c:pt>
                <c:pt idx="780">
                  <c:v>9.0277777781011537E-3</c:v>
                </c:pt>
                <c:pt idx="781">
                  <c:v>9.0393518476048484E-3</c:v>
                </c:pt>
                <c:pt idx="782">
                  <c:v>9.0509259243845008E-3</c:v>
                </c:pt>
                <c:pt idx="783">
                  <c:v>9.0625000011641532E-3</c:v>
                </c:pt>
                <c:pt idx="784">
                  <c:v>9.074074070667848E-3</c:v>
                </c:pt>
                <c:pt idx="785">
                  <c:v>9.0856481474475004E-3</c:v>
                </c:pt>
                <c:pt idx="786">
                  <c:v>9.0972222169511952E-3</c:v>
                </c:pt>
                <c:pt idx="787">
                  <c:v>9.1087962937308475E-3</c:v>
                </c:pt>
                <c:pt idx="788">
                  <c:v>9.1203703705104999E-3</c:v>
                </c:pt>
                <c:pt idx="789">
                  <c:v>9.1319444400141947E-3</c:v>
                </c:pt>
                <c:pt idx="790">
                  <c:v>9.1435185167938471E-3</c:v>
                </c:pt>
                <c:pt idx="791">
                  <c:v>9.1550925935734995E-3</c:v>
                </c:pt>
                <c:pt idx="792">
                  <c:v>9.1666666630771942E-3</c:v>
                </c:pt>
                <c:pt idx="793">
                  <c:v>9.1782407398568466E-3</c:v>
                </c:pt>
                <c:pt idx="794">
                  <c:v>9.1898148093605414E-3</c:v>
                </c:pt>
                <c:pt idx="795">
                  <c:v>9.2013888861401938E-3</c:v>
                </c:pt>
                <c:pt idx="796">
                  <c:v>9.2129629629198462E-3</c:v>
                </c:pt>
                <c:pt idx="797">
                  <c:v>9.2245370324235409E-3</c:v>
                </c:pt>
                <c:pt idx="798">
                  <c:v>9.2361111092031933E-3</c:v>
                </c:pt>
                <c:pt idx="799">
                  <c:v>9.2476851859828457E-3</c:v>
                </c:pt>
                <c:pt idx="800">
                  <c:v>9.2592592554865405E-3</c:v>
                </c:pt>
                <c:pt idx="801">
                  <c:v>9.2708333322661929E-3</c:v>
                </c:pt>
                <c:pt idx="802">
                  <c:v>9.2824074017698877E-3</c:v>
                </c:pt>
                <c:pt idx="803">
                  <c:v>9.29398147854954E-3</c:v>
                </c:pt>
                <c:pt idx="804">
                  <c:v>9.3055555553291924E-3</c:v>
                </c:pt>
                <c:pt idx="805">
                  <c:v>9.3171296248328872E-3</c:v>
                </c:pt>
                <c:pt idx="806">
                  <c:v>9.3287037016125396E-3</c:v>
                </c:pt>
                <c:pt idx="807">
                  <c:v>9.340277778392192E-3</c:v>
                </c:pt>
                <c:pt idx="808">
                  <c:v>9.3518518478958867E-3</c:v>
                </c:pt>
                <c:pt idx="809">
                  <c:v>9.3634259246755391E-3</c:v>
                </c:pt>
                <c:pt idx="810">
                  <c:v>9.3749999941792339E-3</c:v>
                </c:pt>
                <c:pt idx="811">
                  <c:v>9.3865740709588863E-3</c:v>
                </c:pt>
                <c:pt idx="812">
                  <c:v>9.3981481477385387E-3</c:v>
                </c:pt>
                <c:pt idx="813">
                  <c:v>9.4097222172422335E-3</c:v>
                </c:pt>
                <c:pt idx="814">
                  <c:v>9.4212962940218858E-3</c:v>
                </c:pt>
                <c:pt idx="815">
                  <c:v>9.4328703708015382E-3</c:v>
                </c:pt>
                <c:pt idx="816">
                  <c:v>9.444444440305233E-3</c:v>
                </c:pt>
                <c:pt idx="817">
                  <c:v>9.4560185170848854E-3</c:v>
                </c:pt>
                <c:pt idx="818">
                  <c:v>9.4675925938645378E-3</c:v>
                </c:pt>
                <c:pt idx="819">
                  <c:v>9.4791666633682325E-3</c:v>
                </c:pt>
                <c:pt idx="820">
                  <c:v>9.4907407401478849E-3</c:v>
                </c:pt>
                <c:pt idx="821">
                  <c:v>9.5023148096515797E-3</c:v>
                </c:pt>
                <c:pt idx="822">
                  <c:v>9.5138888864312321E-3</c:v>
                </c:pt>
                <c:pt idx="823">
                  <c:v>9.5254629632108845E-3</c:v>
                </c:pt>
                <c:pt idx="824">
                  <c:v>9.5370370327145793E-3</c:v>
                </c:pt>
                <c:pt idx="825">
                  <c:v>9.5486111094942316E-3</c:v>
                </c:pt>
                <c:pt idx="826">
                  <c:v>9.560185186273884E-3</c:v>
                </c:pt>
                <c:pt idx="827">
                  <c:v>9.5717592557775788E-3</c:v>
                </c:pt>
                <c:pt idx="828">
                  <c:v>9.5833333325572312E-3</c:v>
                </c:pt>
                <c:pt idx="829">
                  <c:v>9.594907402060926E-3</c:v>
                </c:pt>
                <c:pt idx="830">
                  <c:v>9.6064814788405783E-3</c:v>
                </c:pt>
                <c:pt idx="831">
                  <c:v>9.6180555556202307E-3</c:v>
                </c:pt>
                <c:pt idx="832">
                  <c:v>9.6296296251239255E-3</c:v>
                </c:pt>
                <c:pt idx="833">
                  <c:v>9.6412037019035779E-3</c:v>
                </c:pt>
                <c:pt idx="834">
                  <c:v>9.6527777786832303E-3</c:v>
                </c:pt>
                <c:pt idx="835">
                  <c:v>9.6643518481869251E-3</c:v>
                </c:pt>
                <c:pt idx="836">
                  <c:v>9.6759259249665774E-3</c:v>
                </c:pt>
                <c:pt idx="837">
                  <c:v>9.6874999944702722E-3</c:v>
                </c:pt>
                <c:pt idx="838">
                  <c:v>9.6990740712499246E-3</c:v>
                </c:pt>
                <c:pt idx="839">
                  <c:v>9.710648148029577E-3</c:v>
                </c:pt>
                <c:pt idx="840">
                  <c:v>9.7222222175332718E-3</c:v>
                </c:pt>
                <c:pt idx="841">
                  <c:v>9.7337962943129241E-3</c:v>
                </c:pt>
                <c:pt idx="842">
                  <c:v>9.7453703710925765E-3</c:v>
                </c:pt>
                <c:pt idx="843">
                  <c:v>9.7569444405962713E-3</c:v>
                </c:pt>
                <c:pt idx="844">
                  <c:v>9.7685185173759237E-3</c:v>
                </c:pt>
                <c:pt idx="845">
                  <c:v>9.7800925868796185E-3</c:v>
                </c:pt>
                <c:pt idx="846">
                  <c:v>9.7916666636592709E-3</c:v>
                </c:pt>
                <c:pt idx="847">
                  <c:v>9.8032407404389232E-3</c:v>
                </c:pt>
                <c:pt idx="848">
                  <c:v>9.814814809942618E-3</c:v>
                </c:pt>
                <c:pt idx="849">
                  <c:v>9.8263888867222704E-3</c:v>
                </c:pt>
                <c:pt idx="850">
                  <c:v>9.8379629635019228E-3</c:v>
                </c:pt>
                <c:pt idx="851">
                  <c:v>9.8495370330056176E-3</c:v>
                </c:pt>
                <c:pt idx="852">
                  <c:v>9.8611111097852699E-3</c:v>
                </c:pt>
                <c:pt idx="853">
                  <c:v>9.8726851792889647E-3</c:v>
                </c:pt>
                <c:pt idx="854">
                  <c:v>9.8842592560686171E-3</c:v>
                </c:pt>
                <c:pt idx="855">
                  <c:v>9.8958333328482695E-3</c:v>
                </c:pt>
                <c:pt idx="856">
                  <c:v>9.9074074023519643E-3</c:v>
                </c:pt>
                <c:pt idx="857">
                  <c:v>9.9189814791316167E-3</c:v>
                </c:pt>
                <c:pt idx="858">
                  <c:v>9.930555555911269E-3</c:v>
                </c:pt>
                <c:pt idx="859">
                  <c:v>9.9421296254149638E-3</c:v>
                </c:pt>
                <c:pt idx="860">
                  <c:v>9.9537037021946162E-3</c:v>
                </c:pt>
                <c:pt idx="861">
                  <c:v>9.9652777789742686E-3</c:v>
                </c:pt>
                <c:pt idx="862">
                  <c:v>9.9768518484779634E-3</c:v>
                </c:pt>
                <c:pt idx="863">
                  <c:v>9.9884259252576157E-3</c:v>
                </c:pt>
                <c:pt idx="864">
                  <c:v>9.9999999947613105E-3</c:v>
                </c:pt>
                <c:pt idx="865">
                  <c:v>1.0011574071540963E-2</c:v>
                </c:pt>
                <c:pt idx="866">
                  <c:v>1.0023148148320615E-2</c:v>
                </c:pt>
                <c:pt idx="867">
                  <c:v>1.003472221782431E-2</c:v>
                </c:pt>
                <c:pt idx="868">
                  <c:v>1.0046296294603962E-2</c:v>
                </c:pt>
                <c:pt idx="869">
                  <c:v>1.0057870371383615E-2</c:v>
                </c:pt>
                <c:pt idx="870">
                  <c:v>1.006944444088731E-2</c:v>
                </c:pt>
                <c:pt idx="871">
                  <c:v>1.0081018517666962E-2</c:v>
                </c:pt>
                <c:pt idx="872">
                  <c:v>1.0092592587170657E-2</c:v>
                </c:pt>
                <c:pt idx="873">
                  <c:v>1.0104166663950309E-2</c:v>
                </c:pt>
                <c:pt idx="874">
                  <c:v>1.0115740740729962E-2</c:v>
                </c:pt>
                <c:pt idx="875">
                  <c:v>1.0127314810233656E-2</c:v>
                </c:pt>
                <c:pt idx="876">
                  <c:v>1.0138888887013309E-2</c:v>
                </c:pt>
                <c:pt idx="877">
                  <c:v>1.0150462963792961E-2</c:v>
                </c:pt>
                <c:pt idx="878">
                  <c:v>1.0162037033296656E-2</c:v>
                </c:pt>
                <c:pt idx="879">
                  <c:v>1.0173611110076308E-2</c:v>
                </c:pt>
                <c:pt idx="880">
                  <c:v>1.0185185179580003E-2</c:v>
                </c:pt>
                <c:pt idx="881">
                  <c:v>1.0196759256359655E-2</c:v>
                </c:pt>
                <c:pt idx="882">
                  <c:v>1.0208333333139308E-2</c:v>
                </c:pt>
                <c:pt idx="883">
                  <c:v>1.0219907402643003E-2</c:v>
                </c:pt>
                <c:pt idx="884">
                  <c:v>1.0231481479422655E-2</c:v>
                </c:pt>
                <c:pt idx="885">
                  <c:v>1.0243055556202307E-2</c:v>
                </c:pt>
                <c:pt idx="886">
                  <c:v>1.0254629625706002E-2</c:v>
                </c:pt>
                <c:pt idx="887">
                  <c:v>1.0266203702485655E-2</c:v>
                </c:pt>
                <c:pt idx="888">
                  <c:v>1.0277777771989349E-2</c:v>
                </c:pt>
                <c:pt idx="889">
                  <c:v>1.0289351848769002E-2</c:v>
                </c:pt>
                <c:pt idx="890">
                  <c:v>1.0300925925548654E-2</c:v>
                </c:pt>
                <c:pt idx="891">
                  <c:v>1.0312499995052349E-2</c:v>
                </c:pt>
                <c:pt idx="892">
                  <c:v>1.0324074071832001E-2</c:v>
                </c:pt>
                <c:pt idx="893">
                  <c:v>1.0335648148611654E-2</c:v>
                </c:pt>
                <c:pt idx="894">
                  <c:v>1.0347222218115348E-2</c:v>
                </c:pt>
                <c:pt idx="895">
                  <c:v>1.0358796294895001E-2</c:v>
                </c:pt>
                <c:pt idx="896">
                  <c:v>1.0370370371674653E-2</c:v>
                </c:pt>
                <c:pt idx="897">
                  <c:v>1.0381944441178348E-2</c:v>
                </c:pt>
                <c:pt idx="898">
                  <c:v>1.0393518517958E-2</c:v>
                </c:pt>
                <c:pt idx="899">
                  <c:v>1.0405092587461695E-2</c:v>
                </c:pt>
                <c:pt idx="900">
                  <c:v>1.0416666664241347E-2</c:v>
                </c:pt>
                <c:pt idx="901">
                  <c:v>1.0428240741021E-2</c:v>
                </c:pt>
                <c:pt idx="902">
                  <c:v>1.0439814810524695E-2</c:v>
                </c:pt>
                <c:pt idx="903">
                  <c:v>1.0451388887304347E-2</c:v>
                </c:pt>
                <c:pt idx="904">
                  <c:v>1.0462962964083999E-2</c:v>
                </c:pt>
                <c:pt idx="905">
                  <c:v>1.0474537033587694E-2</c:v>
                </c:pt>
                <c:pt idx="906">
                  <c:v>1.0486111110367347E-2</c:v>
                </c:pt>
                <c:pt idx="907">
                  <c:v>1.0497685179871041E-2</c:v>
                </c:pt>
                <c:pt idx="908">
                  <c:v>1.0509259256650694E-2</c:v>
                </c:pt>
                <c:pt idx="909">
                  <c:v>1.0520833333430346E-2</c:v>
                </c:pt>
                <c:pt idx="910">
                  <c:v>1.0532407402934041E-2</c:v>
                </c:pt>
                <c:pt idx="911">
                  <c:v>1.0543981479713693E-2</c:v>
                </c:pt>
                <c:pt idx="912">
                  <c:v>1.0555555556493346E-2</c:v>
                </c:pt>
                <c:pt idx="913">
                  <c:v>1.056712962599704E-2</c:v>
                </c:pt>
                <c:pt idx="914">
                  <c:v>1.0578703702776693E-2</c:v>
                </c:pt>
                <c:pt idx="915">
                  <c:v>1.0590277772280388E-2</c:v>
                </c:pt>
                <c:pt idx="916">
                  <c:v>1.060185184906004E-2</c:v>
                </c:pt>
                <c:pt idx="917">
                  <c:v>1.0613425925839692E-2</c:v>
                </c:pt>
                <c:pt idx="918">
                  <c:v>1.0624999995343387E-2</c:v>
                </c:pt>
                <c:pt idx="919">
                  <c:v>1.063657407212304E-2</c:v>
                </c:pt>
                <c:pt idx="920">
                  <c:v>1.0648148148902692E-2</c:v>
                </c:pt>
                <c:pt idx="921">
                  <c:v>1.0659722218406387E-2</c:v>
                </c:pt>
                <c:pt idx="922">
                  <c:v>1.0671296295186039E-2</c:v>
                </c:pt>
                <c:pt idx="923">
                  <c:v>1.0682870364689734E-2</c:v>
                </c:pt>
                <c:pt idx="924">
                  <c:v>1.0694444441469386E-2</c:v>
                </c:pt>
                <c:pt idx="925">
                  <c:v>1.0706018518249039E-2</c:v>
                </c:pt>
                <c:pt idx="926">
                  <c:v>1.0717592587752733E-2</c:v>
                </c:pt>
                <c:pt idx="927">
                  <c:v>1.0729166664532386E-2</c:v>
                </c:pt>
                <c:pt idx="928">
                  <c:v>1.0740740741312038E-2</c:v>
                </c:pt>
                <c:pt idx="929">
                  <c:v>1.0752314810815733E-2</c:v>
                </c:pt>
                <c:pt idx="930">
                  <c:v>1.0763888887595385E-2</c:v>
                </c:pt>
                <c:pt idx="931">
                  <c:v>1.077546295709908E-2</c:v>
                </c:pt>
                <c:pt idx="932">
                  <c:v>1.0787037033878732E-2</c:v>
                </c:pt>
                <c:pt idx="933">
                  <c:v>1.0798611110658385E-2</c:v>
                </c:pt>
                <c:pt idx="934">
                  <c:v>1.081018518016208E-2</c:v>
                </c:pt>
                <c:pt idx="935">
                  <c:v>1.0821759256941732E-2</c:v>
                </c:pt>
                <c:pt idx="936">
                  <c:v>1.0833333333721384E-2</c:v>
                </c:pt>
                <c:pt idx="937">
                  <c:v>1.0844907403225079E-2</c:v>
                </c:pt>
                <c:pt idx="938">
                  <c:v>1.0856481480004732E-2</c:v>
                </c:pt>
                <c:pt idx="939">
                  <c:v>1.0868055556784384E-2</c:v>
                </c:pt>
                <c:pt idx="940">
                  <c:v>1.0879629626288079E-2</c:v>
                </c:pt>
                <c:pt idx="941">
                  <c:v>1.0891203703067731E-2</c:v>
                </c:pt>
                <c:pt idx="942">
                  <c:v>1.0902777772571426E-2</c:v>
                </c:pt>
                <c:pt idx="943">
                  <c:v>1.0914351849351078E-2</c:v>
                </c:pt>
                <c:pt idx="944">
                  <c:v>1.0925925926130731E-2</c:v>
                </c:pt>
                <c:pt idx="945">
                  <c:v>1.0937499995634425E-2</c:v>
                </c:pt>
                <c:pt idx="946">
                  <c:v>1.0949074072414078E-2</c:v>
                </c:pt>
                <c:pt idx="947">
                  <c:v>1.096064814919373E-2</c:v>
                </c:pt>
                <c:pt idx="948">
                  <c:v>1.0972222218697425E-2</c:v>
                </c:pt>
                <c:pt idx="949">
                  <c:v>1.0983796295477077E-2</c:v>
                </c:pt>
                <c:pt idx="950">
                  <c:v>1.0995370364980772E-2</c:v>
                </c:pt>
                <c:pt idx="951">
                  <c:v>1.1006944441760425E-2</c:v>
                </c:pt>
                <c:pt idx="952">
                  <c:v>1.1018518518540077E-2</c:v>
                </c:pt>
                <c:pt idx="953">
                  <c:v>1.1030092588043772E-2</c:v>
                </c:pt>
                <c:pt idx="954">
                  <c:v>1.1041666664823424E-2</c:v>
                </c:pt>
                <c:pt idx="955">
                  <c:v>1.1053240741603076E-2</c:v>
                </c:pt>
                <c:pt idx="956">
                  <c:v>1.1064814811106771E-2</c:v>
                </c:pt>
                <c:pt idx="957">
                  <c:v>1.1076388887886424E-2</c:v>
                </c:pt>
                <c:pt idx="958">
                  <c:v>1.1087962957390118E-2</c:v>
                </c:pt>
                <c:pt idx="959">
                  <c:v>1.1099537034169771E-2</c:v>
                </c:pt>
                <c:pt idx="960">
                  <c:v>1.1111111110949423E-2</c:v>
                </c:pt>
                <c:pt idx="961">
                  <c:v>1.1122685180453118E-2</c:v>
                </c:pt>
                <c:pt idx="962">
                  <c:v>1.113425925723277E-2</c:v>
                </c:pt>
                <c:pt idx="963">
                  <c:v>1.1145833334012423E-2</c:v>
                </c:pt>
                <c:pt idx="964">
                  <c:v>1.1157407403516117E-2</c:v>
                </c:pt>
                <c:pt idx="965">
                  <c:v>1.116898148029577E-2</c:v>
                </c:pt>
                <c:pt idx="966">
                  <c:v>1.1180555549799465E-2</c:v>
                </c:pt>
                <c:pt idx="967">
                  <c:v>1.1192129626579117E-2</c:v>
                </c:pt>
                <c:pt idx="968">
                  <c:v>1.1203703703358769E-2</c:v>
                </c:pt>
                <c:pt idx="969">
                  <c:v>1.1215277772862464E-2</c:v>
                </c:pt>
                <c:pt idx="970">
                  <c:v>1.1226851849642117E-2</c:v>
                </c:pt>
                <c:pt idx="971">
                  <c:v>1.1238425926421769E-2</c:v>
                </c:pt>
                <c:pt idx="972">
                  <c:v>1.1249999995925464E-2</c:v>
                </c:pt>
                <c:pt idx="973">
                  <c:v>1.1261574072705116E-2</c:v>
                </c:pt>
                <c:pt idx="974">
                  <c:v>1.1273148149484769E-2</c:v>
                </c:pt>
                <c:pt idx="975">
                  <c:v>1.1284722218988463E-2</c:v>
                </c:pt>
                <c:pt idx="976">
                  <c:v>1.1296296295768116E-2</c:v>
                </c:pt>
                <c:pt idx="977">
                  <c:v>1.130787036527181E-2</c:v>
                </c:pt>
                <c:pt idx="978">
                  <c:v>1.1319444442051463E-2</c:v>
                </c:pt>
                <c:pt idx="979">
                  <c:v>1.1331018518831115E-2</c:v>
                </c:pt>
                <c:pt idx="980">
                  <c:v>1.134259258833481E-2</c:v>
                </c:pt>
                <c:pt idx="981">
                  <c:v>1.1354166665114462E-2</c:v>
                </c:pt>
                <c:pt idx="982">
                  <c:v>1.1365740741894115E-2</c:v>
                </c:pt>
                <c:pt idx="983">
                  <c:v>1.137731481139781E-2</c:v>
                </c:pt>
                <c:pt idx="984">
                  <c:v>1.1388888888177462E-2</c:v>
                </c:pt>
                <c:pt idx="985">
                  <c:v>1.1400462957681157E-2</c:v>
                </c:pt>
                <c:pt idx="986">
                  <c:v>1.1412037034460809E-2</c:v>
                </c:pt>
                <c:pt idx="987">
                  <c:v>1.1423611111240461E-2</c:v>
                </c:pt>
                <c:pt idx="988">
                  <c:v>1.1435185180744156E-2</c:v>
                </c:pt>
                <c:pt idx="989">
                  <c:v>1.1446759257523809E-2</c:v>
                </c:pt>
                <c:pt idx="990">
                  <c:v>1.1458333334303461E-2</c:v>
                </c:pt>
                <c:pt idx="991">
                  <c:v>1.1469907403807156E-2</c:v>
                </c:pt>
                <c:pt idx="992">
                  <c:v>1.1481481480586808E-2</c:v>
                </c:pt>
                <c:pt idx="993">
                  <c:v>1.1493055550090503E-2</c:v>
                </c:pt>
                <c:pt idx="994">
                  <c:v>1.1504629626870155E-2</c:v>
                </c:pt>
                <c:pt idx="995">
                  <c:v>1.1516203703649808E-2</c:v>
                </c:pt>
                <c:pt idx="996">
                  <c:v>1.1527777773153502E-2</c:v>
                </c:pt>
                <c:pt idx="997">
                  <c:v>1.1539351849933155E-2</c:v>
                </c:pt>
                <c:pt idx="998">
                  <c:v>1.1550925926712807E-2</c:v>
                </c:pt>
                <c:pt idx="999">
                  <c:v>1.1562499996216502E-2</c:v>
                </c:pt>
                <c:pt idx="1000">
                  <c:v>1.1574074072996154E-2</c:v>
                </c:pt>
                <c:pt idx="1001">
                  <c:v>1.1585648142499849E-2</c:v>
                </c:pt>
                <c:pt idx="1002">
                  <c:v>1.1597222219279502E-2</c:v>
                </c:pt>
                <c:pt idx="1003">
                  <c:v>1.1608796296059154E-2</c:v>
                </c:pt>
                <c:pt idx="1004">
                  <c:v>1.1620370365562849E-2</c:v>
                </c:pt>
                <c:pt idx="1005">
                  <c:v>1.1631944442342501E-2</c:v>
                </c:pt>
                <c:pt idx="1006">
                  <c:v>1.1643518519122154E-2</c:v>
                </c:pt>
                <c:pt idx="1007">
                  <c:v>1.1655092588625848E-2</c:v>
                </c:pt>
                <c:pt idx="1008">
                  <c:v>1.1666666665405501E-2</c:v>
                </c:pt>
                <c:pt idx="1009">
                  <c:v>1.1678240734909195E-2</c:v>
                </c:pt>
                <c:pt idx="1010">
                  <c:v>1.1689814811688848E-2</c:v>
                </c:pt>
                <c:pt idx="1011">
                  <c:v>1.17013888884685E-2</c:v>
                </c:pt>
                <c:pt idx="1012">
                  <c:v>1.1712962957972195E-2</c:v>
                </c:pt>
                <c:pt idx="1013">
                  <c:v>1.1724537034751847E-2</c:v>
                </c:pt>
                <c:pt idx="1014">
                  <c:v>1.17361111115315E-2</c:v>
                </c:pt>
                <c:pt idx="1015">
                  <c:v>1.1747685181035195E-2</c:v>
                </c:pt>
                <c:pt idx="1016">
                  <c:v>1.1759259257814847E-2</c:v>
                </c:pt>
                <c:pt idx="1017">
                  <c:v>1.1770833334594499E-2</c:v>
                </c:pt>
                <c:pt idx="1018">
                  <c:v>1.1782407404098194E-2</c:v>
                </c:pt>
                <c:pt idx="1019">
                  <c:v>1.1793981480877846E-2</c:v>
                </c:pt>
                <c:pt idx="1020">
                  <c:v>1.1805555550381541E-2</c:v>
                </c:pt>
                <c:pt idx="1021">
                  <c:v>1.1817129627161194E-2</c:v>
                </c:pt>
                <c:pt idx="1022">
                  <c:v>1.1828703703940846E-2</c:v>
                </c:pt>
                <c:pt idx="1023">
                  <c:v>1.1840277773444541E-2</c:v>
                </c:pt>
                <c:pt idx="1024">
                  <c:v>1.1851851850224193E-2</c:v>
                </c:pt>
                <c:pt idx="1025">
                  <c:v>1.1863425927003846E-2</c:v>
                </c:pt>
                <c:pt idx="1026">
                  <c:v>1.187499999650754E-2</c:v>
                </c:pt>
                <c:pt idx="1027">
                  <c:v>1.1886574073287193E-2</c:v>
                </c:pt>
                <c:pt idx="1028">
                  <c:v>1.1898148142790888E-2</c:v>
                </c:pt>
                <c:pt idx="1029">
                  <c:v>1.190972221957054E-2</c:v>
                </c:pt>
                <c:pt idx="1030">
                  <c:v>1.1921296296350192E-2</c:v>
                </c:pt>
                <c:pt idx="1031">
                  <c:v>1.1932870365853887E-2</c:v>
                </c:pt>
                <c:pt idx="1032">
                  <c:v>1.1944444442633539E-2</c:v>
                </c:pt>
                <c:pt idx="1033">
                  <c:v>1.1956018519413192E-2</c:v>
                </c:pt>
                <c:pt idx="1034">
                  <c:v>1.1967592588916887E-2</c:v>
                </c:pt>
                <c:pt idx="1035">
                  <c:v>1.1979166665696539E-2</c:v>
                </c:pt>
                <c:pt idx="1036">
                  <c:v>1.1990740735200234E-2</c:v>
                </c:pt>
                <c:pt idx="1037">
                  <c:v>1.2002314811979886E-2</c:v>
                </c:pt>
                <c:pt idx="1038">
                  <c:v>1.2013888888759539E-2</c:v>
                </c:pt>
                <c:pt idx="1039">
                  <c:v>1.2025462958263233E-2</c:v>
                </c:pt>
                <c:pt idx="1040">
                  <c:v>1.2037037035042886E-2</c:v>
                </c:pt>
                <c:pt idx="1041">
                  <c:v>1.2048611111822538E-2</c:v>
                </c:pt>
                <c:pt idx="1042">
                  <c:v>1.2060185181326233E-2</c:v>
                </c:pt>
                <c:pt idx="1043">
                  <c:v>1.2071759258105885E-2</c:v>
                </c:pt>
                <c:pt idx="1044">
                  <c:v>1.208333332760958E-2</c:v>
                </c:pt>
                <c:pt idx="1045">
                  <c:v>1.2094907404389232E-2</c:v>
                </c:pt>
                <c:pt idx="1046">
                  <c:v>1.2106481481168885E-2</c:v>
                </c:pt>
                <c:pt idx="1047">
                  <c:v>1.211805555067258E-2</c:v>
                </c:pt>
                <c:pt idx="1048">
                  <c:v>1.2129629627452232E-2</c:v>
                </c:pt>
                <c:pt idx="1049">
                  <c:v>1.2141203704231884E-2</c:v>
                </c:pt>
                <c:pt idx="1050">
                  <c:v>1.2152777773735579E-2</c:v>
                </c:pt>
                <c:pt idx="1051">
                  <c:v>1.2164351850515231E-2</c:v>
                </c:pt>
                <c:pt idx="1052">
                  <c:v>1.2175925920018926E-2</c:v>
                </c:pt>
                <c:pt idx="1053">
                  <c:v>1.2187499996798579E-2</c:v>
                </c:pt>
                <c:pt idx="1054">
                  <c:v>1.2199074073578231E-2</c:v>
                </c:pt>
                <c:pt idx="1055">
                  <c:v>1.2210648143081926E-2</c:v>
                </c:pt>
                <c:pt idx="1056">
                  <c:v>1.2222222219861578E-2</c:v>
                </c:pt>
                <c:pt idx="1057">
                  <c:v>1.2233796296641231E-2</c:v>
                </c:pt>
                <c:pt idx="1058">
                  <c:v>1.2245370366144925E-2</c:v>
                </c:pt>
                <c:pt idx="1059">
                  <c:v>1.2256944442924578E-2</c:v>
                </c:pt>
                <c:pt idx="1060">
                  <c:v>1.226851851970423E-2</c:v>
                </c:pt>
                <c:pt idx="1061">
                  <c:v>1.2280092589207925E-2</c:v>
                </c:pt>
                <c:pt idx="1062">
                  <c:v>1.2291666665987577E-2</c:v>
                </c:pt>
                <c:pt idx="1063">
                  <c:v>1.2303240735491272E-2</c:v>
                </c:pt>
                <c:pt idx="1064">
                  <c:v>1.2314814812270924E-2</c:v>
                </c:pt>
                <c:pt idx="1065">
                  <c:v>1.2326388889050577E-2</c:v>
                </c:pt>
                <c:pt idx="1066">
                  <c:v>1.2337962958554272E-2</c:v>
                </c:pt>
                <c:pt idx="1067">
                  <c:v>1.2349537035333924E-2</c:v>
                </c:pt>
                <c:pt idx="1068">
                  <c:v>1.2361111112113576E-2</c:v>
                </c:pt>
                <c:pt idx="1069">
                  <c:v>1.2372685181617271E-2</c:v>
                </c:pt>
                <c:pt idx="1070">
                  <c:v>1.2384259258396924E-2</c:v>
                </c:pt>
                <c:pt idx="1071">
                  <c:v>1.2395833327900618E-2</c:v>
                </c:pt>
                <c:pt idx="1072">
                  <c:v>1.2407407404680271E-2</c:v>
                </c:pt>
                <c:pt idx="1073">
                  <c:v>1.2418981481459923E-2</c:v>
                </c:pt>
                <c:pt idx="1074">
                  <c:v>1.2430555550963618E-2</c:v>
                </c:pt>
                <c:pt idx="1075">
                  <c:v>1.244212962774327E-2</c:v>
                </c:pt>
                <c:pt idx="1076">
                  <c:v>1.2453703704522923E-2</c:v>
                </c:pt>
                <c:pt idx="1077">
                  <c:v>1.2465277774026617E-2</c:v>
                </c:pt>
                <c:pt idx="1078">
                  <c:v>1.247685185080627E-2</c:v>
                </c:pt>
                <c:pt idx="1079">
                  <c:v>1.2488425920309965E-2</c:v>
                </c:pt>
                <c:pt idx="1080">
                  <c:v>1.2499999997089617E-2</c:v>
                </c:pt>
                <c:pt idx="1081">
                  <c:v>1.2511574073869269E-2</c:v>
                </c:pt>
                <c:pt idx="1082">
                  <c:v>1.2523148143372964E-2</c:v>
                </c:pt>
                <c:pt idx="1083">
                  <c:v>1.2534722220152617E-2</c:v>
                </c:pt>
                <c:pt idx="1084">
                  <c:v>1.2546296296932269E-2</c:v>
                </c:pt>
                <c:pt idx="1085">
                  <c:v>1.2557870366435964E-2</c:v>
                </c:pt>
                <c:pt idx="1086">
                  <c:v>1.2569444443215616E-2</c:v>
                </c:pt>
                <c:pt idx="1087">
                  <c:v>1.2581018512719311E-2</c:v>
                </c:pt>
                <c:pt idx="1088">
                  <c:v>1.2592592589498963E-2</c:v>
                </c:pt>
                <c:pt idx="1089">
                  <c:v>1.2604166666278616E-2</c:v>
                </c:pt>
                <c:pt idx="1090">
                  <c:v>1.261574073578231E-2</c:v>
                </c:pt>
                <c:pt idx="1091">
                  <c:v>1.2627314812561963E-2</c:v>
                </c:pt>
                <c:pt idx="1092">
                  <c:v>1.2638888889341615E-2</c:v>
                </c:pt>
                <c:pt idx="1093">
                  <c:v>1.265046295884531E-2</c:v>
                </c:pt>
                <c:pt idx="1094">
                  <c:v>1.2662037035624962E-2</c:v>
                </c:pt>
                <c:pt idx="1095">
                  <c:v>1.2673611112404615E-2</c:v>
                </c:pt>
                <c:pt idx="1096">
                  <c:v>1.2685185181908309E-2</c:v>
                </c:pt>
                <c:pt idx="1097">
                  <c:v>1.2696759258687962E-2</c:v>
                </c:pt>
                <c:pt idx="1098">
                  <c:v>1.2708333328191657E-2</c:v>
                </c:pt>
                <c:pt idx="1099">
                  <c:v>1.2719907404971309E-2</c:v>
                </c:pt>
                <c:pt idx="1100">
                  <c:v>1.2731481481750961E-2</c:v>
                </c:pt>
                <c:pt idx="1101">
                  <c:v>1.2743055551254656E-2</c:v>
                </c:pt>
                <c:pt idx="1102">
                  <c:v>1.2754629628034309E-2</c:v>
                </c:pt>
                <c:pt idx="1103">
                  <c:v>1.2766203704813961E-2</c:v>
                </c:pt>
                <c:pt idx="1104">
                  <c:v>1.2777777774317656E-2</c:v>
                </c:pt>
                <c:pt idx="1105">
                  <c:v>1.2789351851097308E-2</c:v>
                </c:pt>
                <c:pt idx="1106">
                  <c:v>1.2800925920601003E-2</c:v>
                </c:pt>
                <c:pt idx="1107">
                  <c:v>1.2812499997380655E-2</c:v>
                </c:pt>
                <c:pt idx="1108">
                  <c:v>1.2824074074160308E-2</c:v>
                </c:pt>
                <c:pt idx="1109">
                  <c:v>1.2835648143664002E-2</c:v>
                </c:pt>
                <c:pt idx="1110">
                  <c:v>1.2847222220443655E-2</c:v>
                </c:pt>
                <c:pt idx="1111">
                  <c:v>1.2858796297223307E-2</c:v>
                </c:pt>
                <c:pt idx="1112">
                  <c:v>1.2870370366727002E-2</c:v>
                </c:pt>
                <c:pt idx="1113">
                  <c:v>1.2881944443506654E-2</c:v>
                </c:pt>
                <c:pt idx="1114">
                  <c:v>1.2893518513010349E-2</c:v>
                </c:pt>
                <c:pt idx="1115">
                  <c:v>1.2905092589790002E-2</c:v>
                </c:pt>
                <c:pt idx="1116">
                  <c:v>1.2916666666569654E-2</c:v>
                </c:pt>
                <c:pt idx="1117">
                  <c:v>1.2928240736073349E-2</c:v>
                </c:pt>
                <c:pt idx="1118">
                  <c:v>1.2939814812853001E-2</c:v>
                </c:pt>
                <c:pt idx="1119">
                  <c:v>1.2951388889632653E-2</c:v>
                </c:pt>
                <c:pt idx="1120">
                  <c:v>1.2962962959136348E-2</c:v>
                </c:pt>
                <c:pt idx="1121">
                  <c:v>1.2974537035916001E-2</c:v>
                </c:pt>
                <c:pt idx="1122">
                  <c:v>1.2986111105419695E-2</c:v>
                </c:pt>
                <c:pt idx="1123">
                  <c:v>1.2997685182199348E-2</c:v>
                </c:pt>
                <c:pt idx="1124">
                  <c:v>1.3009259258979E-2</c:v>
                </c:pt>
                <c:pt idx="1125">
                  <c:v>1.3020833328482695E-2</c:v>
                </c:pt>
                <c:pt idx="1126">
                  <c:v>1.3032407405262347E-2</c:v>
                </c:pt>
                <c:pt idx="1127">
                  <c:v>1.3043981482042E-2</c:v>
                </c:pt>
                <c:pt idx="1128">
                  <c:v>1.3055555551545694E-2</c:v>
                </c:pt>
                <c:pt idx="1129">
                  <c:v>1.3067129628325347E-2</c:v>
                </c:pt>
                <c:pt idx="1130">
                  <c:v>1.3078703697829042E-2</c:v>
                </c:pt>
                <c:pt idx="1131">
                  <c:v>1.3090277774608694E-2</c:v>
                </c:pt>
                <c:pt idx="1132">
                  <c:v>1.3101851851388346E-2</c:v>
                </c:pt>
                <c:pt idx="1133">
                  <c:v>1.3113425920892041E-2</c:v>
                </c:pt>
                <c:pt idx="1134">
                  <c:v>1.3124999997671694E-2</c:v>
                </c:pt>
                <c:pt idx="1135">
                  <c:v>1.3136574074451346E-2</c:v>
                </c:pt>
                <c:pt idx="1136">
                  <c:v>1.3148148143955041E-2</c:v>
                </c:pt>
                <c:pt idx="1137">
                  <c:v>1.3159722220734693E-2</c:v>
                </c:pt>
                <c:pt idx="1138">
                  <c:v>1.3171296297514345E-2</c:v>
                </c:pt>
                <c:pt idx="1139">
                  <c:v>1.318287036701804E-2</c:v>
                </c:pt>
                <c:pt idx="1140">
                  <c:v>1.3194444443797693E-2</c:v>
                </c:pt>
                <c:pt idx="1141">
                  <c:v>1.3206018513301387E-2</c:v>
                </c:pt>
                <c:pt idx="1142">
                  <c:v>1.321759259008104E-2</c:v>
                </c:pt>
                <c:pt idx="1143">
                  <c:v>1.3229166666860692E-2</c:v>
                </c:pt>
                <c:pt idx="1144">
                  <c:v>1.3240740736364387E-2</c:v>
                </c:pt>
                <c:pt idx="1145">
                  <c:v>1.3252314813144039E-2</c:v>
                </c:pt>
                <c:pt idx="1146">
                  <c:v>1.3263888889923692E-2</c:v>
                </c:pt>
                <c:pt idx="1147">
                  <c:v>1.3275462959427387E-2</c:v>
                </c:pt>
                <c:pt idx="1148">
                  <c:v>1.3287037036207039E-2</c:v>
                </c:pt>
                <c:pt idx="1149">
                  <c:v>1.3298611105710734E-2</c:v>
                </c:pt>
                <c:pt idx="1150">
                  <c:v>1.3310185182490386E-2</c:v>
                </c:pt>
                <c:pt idx="1151">
                  <c:v>1.3321759259270038E-2</c:v>
                </c:pt>
                <c:pt idx="1152">
                  <c:v>1.3333333328773733E-2</c:v>
                </c:pt>
                <c:pt idx="1153">
                  <c:v>1.3344907405553386E-2</c:v>
                </c:pt>
                <c:pt idx="1154">
                  <c:v>1.3356481482333038E-2</c:v>
                </c:pt>
                <c:pt idx="1155">
                  <c:v>1.3368055551836733E-2</c:v>
                </c:pt>
                <c:pt idx="1156">
                  <c:v>1.3379629628616385E-2</c:v>
                </c:pt>
                <c:pt idx="1157">
                  <c:v>1.339120369812008E-2</c:v>
                </c:pt>
                <c:pt idx="1158">
                  <c:v>1.3402777774899732E-2</c:v>
                </c:pt>
                <c:pt idx="1159">
                  <c:v>1.3414351851679385E-2</c:v>
                </c:pt>
                <c:pt idx="1160">
                  <c:v>1.3425925921183079E-2</c:v>
                </c:pt>
                <c:pt idx="1161">
                  <c:v>1.3437499997962732E-2</c:v>
                </c:pt>
                <c:pt idx="1162">
                  <c:v>1.3449074074742384E-2</c:v>
                </c:pt>
                <c:pt idx="1163">
                  <c:v>1.3460648144246079E-2</c:v>
                </c:pt>
                <c:pt idx="1164">
                  <c:v>1.3472222221025731E-2</c:v>
                </c:pt>
                <c:pt idx="1165">
                  <c:v>1.3483796290529426E-2</c:v>
                </c:pt>
                <c:pt idx="1166">
                  <c:v>1.3495370367309079E-2</c:v>
                </c:pt>
                <c:pt idx="1167">
                  <c:v>1.3506944444088731E-2</c:v>
                </c:pt>
                <c:pt idx="1168">
                  <c:v>1.3518518513592426E-2</c:v>
                </c:pt>
                <c:pt idx="1169">
                  <c:v>1.3530092590372078E-2</c:v>
                </c:pt>
                <c:pt idx="1170">
                  <c:v>1.3541666667151731E-2</c:v>
                </c:pt>
                <c:pt idx="1171">
                  <c:v>1.3553240736655425E-2</c:v>
                </c:pt>
                <c:pt idx="1172">
                  <c:v>1.3564814813435078E-2</c:v>
                </c:pt>
                <c:pt idx="1173">
                  <c:v>1.357638889021473E-2</c:v>
                </c:pt>
                <c:pt idx="1174">
                  <c:v>1.3587962959718425E-2</c:v>
                </c:pt>
                <c:pt idx="1175">
                  <c:v>1.3599537036498077E-2</c:v>
                </c:pt>
                <c:pt idx="1176">
                  <c:v>1.3611111106001772E-2</c:v>
                </c:pt>
                <c:pt idx="1177">
                  <c:v>1.3622685182781424E-2</c:v>
                </c:pt>
                <c:pt idx="1178">
                  <c:v>1.3634259259561077E-2</c:v>
                </c:pt>
                <c:pt idx="1179">
                  <c:v>1.3645833329064772E-2</c:v>
                </c:pt>
                <c:pt idx="1180">
                  <c:v>1.3657407405844424E-2</c:v>
                </c:pt>
                <c:pt idx="1181">
                  <c:v>1.3668981482624076E-2</c:v>
                </c:pt>
                <c:pt idx="1182">
                  <c:v>1.3680555552127771E-2</c:v>
                </c:pt>
                <c:pt idx="1183">
                  <c:v>1.3692129628907423E-2</c:v>
                </c:pt>
                <c:pt idx="1184">
                  <c:v>1.3703703698411118E-2</c:v>
                </c:pt>
                <c:pt idx="1185">
                  <c:v>1.3715277775190771E-2</c:v>
                </c:pt>
                <c:pt idx="1186">
                  <c:v>1.3726851851970423E-2</c:v>
                </c:pt>
                <c:pt idx="1187">
                  <c:v>1.3738425921474118E-2</c:v>
                </c:pt>
                <c:pt idx="1188">
                  <c:v>1.374999999825377E-2</c:v>
                </c:pt>
                <c:pt idx="1189">
                  <c:v>1.3761574075033423E-2</c:v>
                </c:pt>
                <c:pt idx="1190">
                  <c:v>1.3773148144537117E-2</c:v>
                </c:pt>
                <c:pt idx="1191">
                  <c:v>1.378472222131677E-2</c:v>
                </c:pt>
                <c:pt idx="1192">
                  <c:v>1.3796296290820464E-2</c:v>
                </c:pt>
                <c:pt idx="1193">
                  <c:v>1.3807870367600117E-2</c:v>
                </c:pt>
                <c:pt idx="1194">
                  <c:v>1.3819444444379769E-2</c:v>
                </c:pt>
                <c:pt idx="1195">
                  <c:v>1.3831018513883464E-2</c:v>
                </c:pt>
                <c:pt idx="1196">
                  <c:v>1.3842592590663116E-2</c:v>
                </c:pt>
                <c:pt idx="1197">
                  <c:v>1.3854166667442769E-2</c:v>
                </c:pt>
                <c:pt idx="1198">
                  <c:v>1.3865740736946464E-2</c:v>
                </c:pt>
                <c:pt idx="1199">
                  <c:v>1.3877314813726116E-2</c:v>
                </c:pt>
                <c:pt idx="1200">
                  <c:v>1.3888888883229811E-2</c:v>
                </c:pt>
                <c:pt idx="1201">
                  <c:v>1.3900462960009463E-2</c:v>
                </c:pt>
                <c:pt idx="1202">
                  <c:v>1.3912037036789116E-2</c:v>
                </c:pt>
                <c:pt idx="1203">
                  <c:v>1.392361110629281E-2</c:v>
                </c:pt>
                <c:pt idx="1204">
                  <c:v>1.3935185183072463E-2</c:v>
                </c:pt>
                <c:pt idx="1205">
                  <c:v>1.3946759259852115E-2</c:v>
                </c:pt>
                <c:pt idx="1206">
                  <c:v>1.395833332935581E-2</c:v>
                </c:pt>
                <c:pt idx="1207">
                  <c:v>1.3969907406135462E-2</c:v>
                </c:pt>
                <c:pt idx="1208">
                  <c:v>1.3981481475639157E-2</c:v>
                </c:pt>
                <c:pt idx="1209">
                  <c:v>1.3993055552418809E-2</c:v>
                </c:pt>
                <c:pt idx="1210">
                  <c:v>1.4004629629198462E-2</c:v>
                </c:pt>
                <c:pt idx="1211">
                  <c:v>1.4016203698702157E-2</c:v>
                </c:pt>
                <c:pt idx="1212">
                  <c:v>1.4027777775481809E-2</c:v>
                </c:pt>
                <c:pt idx="1213">
                  <c:v>1.4039351852261461E-2</c:v>
                </c:pt>
                <c:pt idx="1214">
                  <c:v>1.4050925921765156E-2</c:v>
                </c:pt>
                <c:pt idx="1215">
                  <c:v>1.4062499998544808E-2</c:v>
                </c:pt>
                <c:pt idx="1216">
                  <c:v>1.4074074075324461E-2</c:v>
                </c:pt>
                <c:pt idx="1217">
                  <c:v>1.4085648144828156E-2</c:v>
                </c:pt>
                <c:pt idx="1218">
                  <c:v>1.4097222221607808E-2</c:v>
                </c:pt>
                <c:pt idx="1219">
                  <c:v>1.4108796291111503E-2</c:v>
                </c:pt>
                <c:pt idx="1220">
                  <c:v>1.4120370367891155E-2</c:v>
                </c:pt>
                <c:pt idx="1221">
                  <c:v>1.4131944444670808E-2</c:v>
                </c:pt>
                <c:pt idx="1222">
                  <c:v>1.4143518514174502E-2</c:v>
                </c:pt>
                <c:pt idx="1223">
                  <c:v>1.4155092590954155E-2</c:v>
                </c:pt>
                <c:pt idx="1224">
                  <c:v>1.4166666667733807E-2</c:v>
                </c:pt>
                <c:pt idx="1225">
                  <c:v>1.4178240737237502E-2</c:v>
                </c:pt>
                <c:pt idx="1226">
                  <c:v>1.4189814814017154E-2</c:v>
                </c:pt>
                <c:pt idx="1227">
                  <c:v>1.4201388883520849E-2</c:v>
                </c:pt>
                <c:pt idx="1228">
                  <c:v>1.4212962960300501E-2</c:v>
                </c:pt>
                <c:pt idx="1229">
                  <c:v>1.4224537037080154E-2</c:v>
                </c:pt>
                <c:pt idx="1230">
                  <c:v>1.4236111106583849E-2</c:v>
                </c:pt>
                <c:pt idx="1231">
                  <c:v>1.4247685183363501E-2</c:v>
                </c:pt>
                <c:pt idx="1232">
                  <c:v>1.4259259260143153E-2</c:v>
                </c:pt>
                <c:pt idx="1233">
                  <c:v>1.4270833329646848E-2</c:v>
                </c:pt>
                <c:pt idx="1234">
                  <c:v>1.4282407406426501E-2</c:v>
                </c:pt>
                <c:pt idx="1235">
                  <c:v>1.4293981475930195E-2</c:v>
                </c:pt>
                <c:pt idx="1236">
                  <c:v>1.4305555552709848E-2</c:v>
                </c:pt>
                <c:pt idx="1237">
                  <c:v>1.43171296294895E-2</c:v>
                </c:pt>
                <c:pt idx="1238">
                  <c:v>1.4328703698993195E-2</c:v>
                </c:pt>
                <c:pt idx="1239">
                  <c:v>1.4340277775772847E-2</c:v>
                </c:pt>
                <c:pt idx="1240">
                  <c:v>1.43518518525525E-2</c:v>
                </c:pt>
                <c:pt idx="1241">
                  <c:v>1.4363425922056194E-2</c:v>
                </c:pt>
                <c:pt idx="1242">
                  <c:v>1.4374999998835847E-2</c:v>
                </c:pt>
                <c:pt idx="1243">
                  <c:v>1.4386574068339542E-2</c:v>
                </c:pt>
                <c:pt idx="1244">
                  <c:v>1.4398148145119194E-2</c:v>
                </c:pt>
                <c:pt idx="1245">
                  <c:v>1.4409722221898846E-2</c:v>
                </c:pt>
                <c:pt idx="1246">
                  <c:v>1.4421296291402541E-2</c:v>
                </c:pt>
                <c:pt idx="1247">
                  <c:v>1.4432870368182193E-2</c:v>
                </c:pt>
                <c:pt idx="1248">
                  <c:v>1.4444444444961846E-2</c:v>
                </c:pt>
                <c:pt idx="1249">
                  <c:v>1.4456018514465541E-2</c:v>
                </c:pt>
                <c:pt idx="1250">
                  <c:v>1.4467592591245193E-2</c:v>
                </c:pt>
                <c:pt idx="1251">
                  <c:v>1.4479166660748888E-2</c:v>
                </c:pt>
                <c:pt idx="1252">
                  <c:v>1.449074073752854E-2</c:v>
                </c:pt>
                <c:pt idx="1253">
                  <c:v>1.4502314814308193E-2</c:v>
                </c:pt>
                <c:pt idx="1254">
                  <c:v>1.4513888883811887E-2</c:v>
                </c:pt>
                <c:pt idx="1255">
                  <c:v>1.452546296059154E-2</c:v>
                </c:pt>
                <c:pt idx="1256">
                  <c:v>1.4537037037371192E-2</c:v>
                </c:pt>
                <c:pt idx="1257">
                  <c:v>1.4548611106874887E-2</c:v>
                </c:pt>
                <c:pt idx="1258">
                  <c:v>1.4560185183654539E-2</c:v>
                </c:pt>
                <c:pt idx="1259">
                  <c:v>1.4571759260434192E-2</c:v>
                </c:pt>
                <c:pt idx="1260">
                  <c:v>1.4583333329937886E-2</c:v>
                </c:pt>
                <c:pt idx="1261">
                  <c:v>1.4594907406717539E-2</c:v>
                </c:pt>
                <c:pt idx="1262">
                  <c:v>1.4606481476221234E-2</c:v>
                </c:pt>
                <c:pt idx="1263">
                  <c:v>1.4618055553000886E-2</c:v>
                </c:pt>
                <c:pt idx="1264">
                  <c:v>1.4629629629780538E-2</c:v>
                </c:pt>
                <c:pt idx="1265">
                  <c:v>1.4641203699284233E-2</c:v>
                </c:pt>
                <c:pt idx="1266">
                  <c:v>1.4652777776063886E-2</c:v>
                </c:pt>
                <c:pt idx="1267">
                  <c:v>1.4664351852843538E-2</c:v>
                </c:pt>
                <c:pt idx="1268">
                  <c:v>1.4675925922347233E-2</c:v>
                </c:pt>
                <c:pt idx="1269">
                  <c:v>1.4687499999126885E-2</c:v>
                </c:pt>
                <c:pt idx="1270">
                  <c:v>1.469907406863058E-2</c:v>
                </c:pt>
                <c:pt idx="1271">
                  <c:v>1.4710648145410232E-2</c:v>
                </c:pt>
                <c:pt idx="1272">
                  <c:v>1.4722222222189885E-2</c:v>
                </c:pt>
                <c:pt idx="1273">
                  <c:v>1.4733796291693579E-2</c:v>
                </c:pt>
                <c:pt idx="1274">
                  <c:v>1.4745370368473232E-2</c:v>
                </c:pt>
                <c:pt idx="1275">
                  <c:v>1.4756944445252884E-2</c:v>
                </c:pt>
                <c:pt idx="1276">
                  <c:v>1.4768518514756579E-2</c:v>
                </c:pt>
                <c:pt idx="1277">
                  <c:v>1.4780092591536231E-2</c:v>
                </c:pt>
                <c:pt idx="1278">
                  <c:v>1.4791666661039926E-2</c:v>
                </c:pt>
                <c:pt idx="1279">
                  <c:v>1.4803240737819578E-2</c:v>
                </c:pt>
                <c:pt idx="1280">
                  <c:v>1.4814814814599231E-2</c:v>
                </c:pt>
                <c:pt idx="1281">
                  <c:v>1.4826388884102926E-2</c:v>
                </c:pt>
                <c:pt idx="1282">
                  <c:v>1.4837962960882578E-2</c:v>
                </c:pt>
                <c:pt idx="1283">
                  <c:v>1.484953703766223E-2</c:v>
                </c:pt>
                <c:pt idx="1284">
                  <c:v>1.4861111107165925E-2</c:v>
                </c:pt>
                <c:pt idx="1285">
                  <c:v>1.4872685183945578E-2</c:v>
                </c:pt>
                <c:pt idx="1286">
                  <c:v>1.4884259253449272E-2</c:v>
                </c:pt>
                <c:pt idx="1287">
                  <c:v>1.4895833330228925E-2</c:v>
                </c:pt>
                <c:pt idx="1288">
                  <c:v>1.4907407407008577E-2</c:v>
                </c:pt>
                <c:pt idx="1289">
                  <c:v>1.4918981476512272E-2</c:v>
                </c:pt>
                <c:pt idx="1290">
                  <c:v>1.4930555553291924E-2</c:v>
                </c:pt>
                <c:pt idx="1291">
                  <c:v>1.4942129630071577E-2</c:v>
                </c:pt>
                <c:pt idx="1292">
                  <c:v>1.4953703699575271E-2</c:v>
                </c:pt>
                <c:pt idx="1293">
                  <c:v>1.4965277776354924E-2</c:v>
                </c:pt>
                <c:pt idx="1294">
                  <c:v>1.4976851853134576E-2</c:v>
                </c:pt>
                <c:pt idx="1295">
                  <c:v>1.4988425922638271E-2</c:v>
                </c:pt>
                <c:pt idx="1296">
                  <c:v>1.4999999999417923E-2</c:v>
                </c:pt>
                <c:pt idx="1297">
                  <c:v>1.5011574068921618E-2</c:v>
                </c:pt>
                <c:pt idx="1298">
                  <c:v>1.5023148145701271E-2</c:v>
                </c:pt>
                <c:pt idx="1299">
                  <c:v>1.5034722222480923E-2</c:v>
                </c:pt>
                <c:pt idx="1300">
                  <c:v>1.5046296291984618E-2</c:v>
                </c:pt>
                <c:pt idx="1301">
                  <c:v>1.505787036876427E-2</c:v>
                </c:pt>
                <c:pt idx="1302">
                  <c:v>1.5069444445543922E-2</c:v>
                </c:pt>
                <c:pt idx="1303">
                  <c:v>1.5081018515047617E-2</c:v>
                </c:pt>
                <c:pt idx="1304">
                  <c:v>1.509259259182727E-2</c:v>
                </c:pt>
                <c:pt idx="1305">
                  <c:v>1.5104166661330964E-2</c:v>
                </c:pt>
                <c:pt idx="1306">
                  <c:v>1.5115740738110617E-2</c:v>
                </c:pt>
                <c:pt idx="1307">
                  <c:v>1.5127314814890269E-2</c:v>
                </c:pt>
                <c:pt idx="1308">
                  <c:v>1.5138888884393964E-2</c:v>
                </c:pt>
                <c:pt idx="1309">
                  <c:v>1.5150462961173616E-2</c:v>
                </c:pt>
                <c:pt idx="1310">
                  <c:v>1.5162037037953269E-2</c:v>
                </c:pt>
                <c:pt idx="1311">
                  <c:v>1.5173611107456964E-2</c:v>
                </c:pt>
                <c:pt idx="1312">
                  <c:v>1.5185185184236616E-2</c:v>
                </c:pt>
                <c:pt idx="1313">
                  <c:v>1.5196759253740311E-2</c:v>
                </c:pt>
                <c:pt idx="1314">
                  <c:v>1.5208333330519963E-2</c:v>
                </c:pt>
                <c:pt idx="1315">
                  <c:v>1.5219907407299615E-2</c:v>
                </c:pt>
                <c:pt idx="1316">
                  <c:v>1.523148147680331E-2</c:v>
                </c:pt>
                <c:pt idx="1317">
                  <c:v>1.5243055553582963E-2</c:v>
                </c:pt>
                <c:pt idx="1318">
                  <c:v>1.5254629630362615E-2</c:v>
                </c:pt>
                <c:pt idx="1319">
                  <c:v>1.526620369986631E-2</c:v>
                </c:pt>
                <c:pt idx="1320">
                  <c:v>1.5277777776645962E-2</c:v>
                </c:pt>
                <c:pt idx="1321">
                  <c:v>1.5289351846149657E-2</c:v>
                </c:pt>
                <c:pt idx="1322">
                  <c:v>1.5300925922929309E-2</c:v>
                </c:pt>
                <c:pt idx="1323">
                  <c:v>1.5312499999708962E-2</c:v>
                </c:pt>
                <c:pt idx="1324">
                  <c:v>1.5324074069212656E-2</c:v>
                </c:pt>
                <c:pt idx="1325">
                  <c:v>1.5335648145992309E-2</c:v>
                </c:pt>
                <c:pt idx="1326">
                  <c:v>1.5347222222771961E-2</c:v>
                </c:pt>
                <c:pt idx="1327">
                  <c:v>1.5358796292275656E-2</c:v>
                </c:pt>
                <c:pt idx="1328">
                  <c:v>1.5370370369055308E-2</c:v>
                </c:pt>
                <c:pt idx="1329">
                  <c:v>1.5381944438559003E-2</c:v>
                </c:pt>
                <c:pt idx="1330">
                  <c:v>1.5393518515338656E-2</c:v>
                </c:pt>
                <c:pt idx="1331">
                  <c:v>1.5405092592118308E-2</c:v>
                </c:pt>
                <c:pt idx="1332">
                  <c:v>1.5416666661622003E-2</c:v>
                </c:pt>
                <c:pt idx="1333">
                  <c:v>1.5428240738401655E-2</c:v>
                </c:pt>
                <c:pt idx="1334">
                  <c:v>1.5439814815181307E-2</c:v>
                </c:pt>
                <c:pt idx="1335">
                  <c:v>1.5451388884685002E-2</c:v>
                </c:pt>
                <c:pt idx="1336">
                  <c:v>1.5462962961464655E-2</c:v>
                </c:pt>
                <c:pt idx="1337">
                  <c:v>1.5474537038244307E-2</c:v>
                </c:pt>
                <c:pt idx="1338">
                  <c:v>1.5486111107748002E-2</c:v>
                </c:pt>
                <c:pt idx="1339">
                  <c:v>1.5497685184527654E-2</c:v>
                </c:pt>
                <c:pt idx="1340">
                  <c:v>1.5509259254031349E-2</c:v>
                </c:pt>
                <c:pt idx="1341">
                  <c:v>1.5520833330811001E-2</c:v>
                </c:pt>
                <c:pt idx="1342">
                  <c:v>1.5532407407590654E-2</c:v>
                </c:pt>
                <c:pt idx="1343">
                  <c:v>1.5543981477094349E-2</c:v>
                </c:pt>
                <c:pt idx="1344">
                  <c:v>1.5555555553874001E-2</c:v>
                </c:pt>
                <c:pt idx="1345">
                  <c:v>1.5567129630653653E-2</c:v>
                </c:pt>
                <c:pt idx="1346">
                  <c:v>1.5578703700157348E-2</c:v>
                </c:pt>
                <c:pt idx="1347">
                  <c:v>1.5590277776937E-2</c:v>
                </c:pt>
                <c:pt idx="1348">
                  <c:v>1.5601851846440695E-2</c:v>
                </c:pt>
                <c:pt idx="1349">
                  <c:v>1.5613425923220348E-2</c:v>
                </c:pt>
                <c:pt idx="1350">
                  <c:v>1.5625E-2</c:v>
                </c:pt>
                <c:pt idx="1351">
                  <c:v>1.5636574069503695E-2</c:v>
                </c:pt>
                <c:pt idx="1352">
                  <c:v>1.5648148146283347E-2</c:v>
                </c:pt>
                <c:pt idx="1353">
                  <c:v>1.5659722223063E-2</c:v>
                </c:pt>
                <c:pt idx="1354">
                  <c:v>1.5671296292566694E-2</c:v>
                </c:pt>
                <c:pt idx="1355">
                  <c:v>1.5682870369346347E-2</c:v>
                </c:pt>
                <c:pt idx="1356">
                  <c:v>1.5694444438850041E-2</c:v>
                </c:pt>
                <c:pt idx="1357">
                  <c:v>1.5706018515629694E-2</c:v>
                </c:pt>
                <c:pt idx="1358">
                  <c:v>1.5717592592409346E-2</c:v>
                </c:pt>
                <c:pt idx="1359">
                  <c:v>1.5729166661913041E-2</c:v>
                </c:pt>
                <c:pt idx="1360">
                  <c:v>1.5740740738692693E-2</c:v>
                </c:pt>
                <c:pt idx="1361">
                  <c:v>1.5752314815472346E-2</c:v>
                </c:pt>
                <c:pt idx="1362">
                  <c:v>1.5763888884976041E-2</c:v>
                </c:pt>
                <c:pt idx="1363">
                  <c:v>1.5775462961755693E-2</c:v>
                </c:pt>
                <c:pt idx="1364">
                  <c:v>1.5787037031259388E-2</c:v>
                </c:pt>
                <c:pt idx="1365">
                  <c:v>1.579861110803904E-2</c:v>
                </c:pt>
                <c:pt idx="1366">
                  <c:v>1.5810185184818693E-2</c:v>
                </c:pt>
                <c:pt idx="1367">
                  <c:v>1.5821759254322387E-2</c:v>
                </c:pt>
                <c:pt idx="1368">
                  <c:v>1.583333333110204E-2</c:v>
                </c:pt>
                <c:pt idx="1369">
                  <c:v>1.5844907407881692E-2</c:v>
                </c:pt>
                <c:pt idx="1370">
                  <c:v>1.5856481477385387E-2</c:v>
                </c:pt>
                <c:pt idx="1371">
                  <c:v>1.5868055554165039E-2</c:v>
                </c:pt>
                <c:pt idx="1372">
                  <c:v>1.5879629630944692E-2</c:v>
                </c:pt>
                <c:pt idx="1373">
                  <c:v>1.5891203700448386E-2</c:v>
                </c:pt>
                <c:pt idx="1374">
                  <c:v>1.5902777777228039E-2</c:v>
                </c:pt>
                <c:pt idx="1375">
                  <c:v>1.5914351846731734E-2</c:v>
                </c:pt>
                <c:pt idx="1376">
                  <c:v>1.5925925923511386E-2</c:v>
                </c:pt>
                <c:pt idx="1377">
                  <c:v>1.5937500000291038E-2</c:v>
                </c:pt>
                <c:pt idx="1378">
                  <c:v>1.5949074069794733E-2</c:v>
                </c:pt>
                <c:pt idx="1379">
                  <c:v>1.5960648146574385E-2</c:v>
                </c:pt>
                <c:pt idx="1380">
                  <c:v>1.5972222223354038E-2</c:v>
                </c:pt>
                <c:pt idx="1381">
                  <c:v>1.5983796292857733E-2</c:v>
                </c:pt>
                <c:pt idx="1382">
                  <c:v>1.5995370369637385E-2</c:v>
                </c:pt>
                <c:pt idx="1383">
                  <c:v>1.600694443914108E-2</c:v>
                </c:pt>
                <c:pt idx="1384">
                  <c:v>1.6018518515920732E-2</c:v>
                </c:pt>
                <c:pt idx="1385">
                  <c:v>1.6030092592700385E-2</c:v>
                </c:pt>
                <c:pt idx="1386">
                  <c:v>1.6041666662204079E-2</c:v>
                </c:pt>
                <c:pt idx="1387">
                  <c:v>1.6053240738983732E-2</c:v>
                </c:pt>
                <c:pt idx="1388">
                  <c:v>1.6064814815763384E-2</c:v>
                </c:pt>
                <c:pt idx="1389">
                  <c:v>1.6076388885267079E-2</c:v>
                </c:pt>
                <c:pt idx="1390">
                  <c:v>1.6087962962046731E-2</c:v>
                </c:pt>
                <c:pt idx="1391">
                  <c:v>1.6099537031550426E-2</c:v>
                </c:pt>
                <c:pt idx="1392">
                  <c:v>1.6111111108330078E-2</c:v>
                </c:pt>
                <c:pt idx="1393">
                  <c:v>1.6122685185109731E-2</c:v>
                </c:pt>
                <c:pt idx="1394">
                  <c:v>1.6134259254613426E-2</c:v>
                </c:pt>
                <c:pt idx="1395">
                  <c:v>1.6145833331393078E-2</c:v>
                </c:pt>
                <c:pt idx="1396">
                  <c:v>1.615740740817273E-2</c:v>
                </c:pt>
                <c:pt idx="1397">
                  <c:v>1.6168981477676425E-2</c:v>
                </c:pt>
                <c:pt idx="1398">
                  <c:v>1.6180555554456078E-2</c:v>
                </c:pt>
                <c:pt idx="1399">
                  <c:v>1.6192129623959772E-2</c:v>
                </c:pt>
                <c:pt idx="1400">
                  <c:v>1.6203703700739425E-2</c:v>
                </c:pt>
                <c:pt idx="1401">
                  <c:v>1.6215277777519077E-2</c:v>
                </c:pt>
                <c:pt idx="1402">
                  <c:v>1.6226851847022772E-2</c:v>
                </c:pt>
                <c:pt idx="1403">
                  <c:v>1.6238425923802424E-2</c:v>
                </c:pt>
                <c:pt idx="1404">
                  <c:v>1.6250000000582077E-2</c:v>
                </c:pt>
                <c:pt idx="1405">
                  <c:v>1.6261574070085771E-2</c:v>
                </c:pt>
                <c:pt idx="1406">
                  <c:v>1.6273148146865424E-2</c:v>
                </c:pt>
                <c:pt idx="1407">
                  <c:v>1.6284722216369119E-2</c:v>
                </c:pt>
                <c:pt idx="1408">
                  <c:v>1.6296296293148771E-2</c:v>
                </c:pt>
                <c:pt idx="1409">
                  <c:v>1.6307870369928423E-2</c:v>
                </c:pt>
                <c:pt idx="1410">
                  <c:v>1.6319444439432118E-2</c:v>
                </c:pt>
                <c:pt idx="1411">
                  <c:v>1.633101851621177E-2</c:v>
                </c:pt>
                <c:pt idx="1412">
                  <c:v>1.6342592592991423E-2</c:v>
                </c:pt>
                <c:pt idx="1413">
                  <c:v>1.6354166662495118E-2</c:v>
                </c:pt>
                <c:pt idx="1414">
                  <c:v>1.636574073927477E-2</c:v>
                </c:pt>
                <c:pt idx="1415">
                  <c:v>1.6377314816054422E-2</c:v>
                </c:pt>
                <c:pt idx="1416">
                  <c:v>1.6388888885558117E-2</c:v>
                </c:pt>
                <c:pt idx="1417">
                  <c:v>1.640046296233777E-2</c:v>
                </c:pt>
                <c:pt idx="1418">
                  <c:v>1.6412037031841464E-2</c:v>
                </c:pt>
                <c:pt idx="1419">
                  <c:v>1.6423611108621117E-2</c:v>
                </c:pt>
                <c:pt idx="1420">
                  <c:v>1.6435185185400769E-2</c:v>
                </c:pt>
                <c:pt idx="1421">
                  <c:v>1.6446759254904464E-2</c:v>
                </c:pt>
                <c:pt idx="1422">
                  <c:v>1.6458333331684116E-2</c:v>
                </c:pt>
                <c:pt idx="1423">
                  <c:v>1.6469907408463769E-2</c:v>
                </c:pt>
                <c:pt idx="1424">
                  <c:v>1.6481481477967463E-2</c:v>
                </c:pt>
                <c:pt idx="1425">
                  <c:v>1.6493055554747116E-2</c:v>
                </c:pt>
                <c:pt idx="1426">
                  <c:v>1.6504629624250811E-2</c:v>
                </c:pt>
                <c:pt idx="1427">
                  <c:v>1.6516203701030463E-2</c:v>
                </c:pt>
                <c:pt idx="1428">
                  <c:v>1.6527777777810115E-2</c:v>
                </c:pt>
                <c:pt idx="1429">
                  <c:v>1.653935184731381E-2</c:v>
                </c:pt>
                <c:pt idx="1430">
                  <c:v>1.6550925924093463E-2</c:v>
                </c:pt>
                <c:pt idx="1431">
                  <c:v>1.6562500000873115E-2</c:v>
                </c:pt>
                <c:pt idx="1432">
                  <c:v>1.657407407037681E-2</c:v>
                </c:pt>
                <c:pt idx="1433">
                  <c:v>1.6585648147156462E-2</c:v>
                </c:pt>
                <c:pt idx="1434">
                  <c:v>1.6597222216660157E-2</c:v>
                </c:pt>
                <c:pt idx="1435">
                  <c:v>1.6608796293439809E-2</c:v>
                </c:pt>
                <c:pt idx="1436">
                  <c:v>1.6620370370219462E-2</c:v>
                </c:pt>
                <c:pt idx="1437">
                  <c:v>1.6631944439723156E-2</c:v>
                </c:pt>
                <c:pt idx="1438">
                  <c:v>1.6643518516502809E-2</c:v>
                </c:pt>
                <c:pt idx="1439">
                  <c:v>1.6655092593282461E-2</c:v>
                </c:pt>
                <c:pt idx="1440">
                  <c:v>1.6666666662786156E-2</c:v>
                </c:pt>
                <c:pt idx="1441">
                  <c:v>1.6678240739565808E-2</c:v>
                </c:pt>
                <c:pt idx="1442">
                  <c:v>1.6689814809069503E-2</c:v>
                </c:pt>
                <c:pt idx="1443">
                  <c:v>1.6701388885849155E-2</c:v>
                </c:pt>
                <c:pt idx="1444">
                  <c:v>1.6712962962628808E-2</c:v>
                </c:pt>
                <c:pt idx="1445">
                  <c:v>1.6724537032132503E-2</c:v>
                </c:pt>
                <c:pt idx="1446">
                  <c:v>1.6736111108912155E-2</c:v>
                </c:pt>
                <c:pt idx="1447">
                  <c:v>1.6747685185691807E-2</c:v>
                </c:pt>
                <c:pt idx="1448">
                  <c:v>1.6759259255195502E-2</c:v>
                </c:pt>
                <c:pt idx="1449">
                  <c:v>1.6770833331975155E-2</c:v>
                </c:pt>
                <c:pt idx="1450">
                  <c:v>1.6782407401478849E-2</c:v>
                </c:pt>
                <c:pt idx="1451">
                  <c:v>1.6793981478258502E-2</c:v>
                </c:pt>
                <c:pt idx="1452">
                  <c:v>1.6805555555038154E-2</c:v>
                </c:pt>
                <c:pt idx="1453">
                  <c:v>1.6817129624541849E-2</c:v>
                </c:pt>
                <c:pt idx="1454">
                  <c:v>1.6828703701321501E-2</c:v>
                </c:pt>
                <c:pt idx="1455">
                  <c:v>1.6840277778101154E-2</c:v>
                </c:pt>
                <c:pt idx="1456">
                  <c:v>1.6851851847604848E-2</c:v>
                </c:pt>
                <c:pt idx="1457">
                  <c:v>1.6863425924384501E-2</c:v>
                </c:pt>
                <c:pt idx="1458">
                  <c:v>1.6875000001164153E-2</c:v>
                </c:pt>
                <c:pt idx="1459">
                  <c:v>1.6886574070667848E-2</c:v>
                </c:pt>
                <c:pt idx="1460">
                  <c:v>1.68981481474475E-2</c:v>
                </c:pt>
                <c:pt idx="1461">
                  <c:v>1.6909722216951195E-2</c:v>
                </c:pt>
                <c:pt idx="1462">
                  <c:v>1.6921296293730848E-2</c:v>
                </c:pt>
                <c:pt idx="1463">
                  <c:v>1.69328703705105E-2</c:v>
                </c:pt>
                <c:pt idx="1464">
                  <c:v>1.6944444440014195E-2</c:v>
                </c:pt>
                <c:pt idx="1465">
                  <c:v>1.6956018516793847E-2</c:v>
                </c:pt>
                <c:pt idx="1466">
                  <c:v>1.6967592593573499E-2</c:v>
                </c:pt>
                <c:pt idx="1467">
                  <c:v>1.6979166663077194E-2</c:v>
                </c:pt>
                <c:pt idx="1468">
                  <c:v>1.6990740739856847E-2</c:v>
                </c:pt>
                <c:pt idx="1469">
                  <c:v>1.7002314809360541E-2</c:v>
                </c:pt>
                <c:pt idx="1470">
                  <c:v>1.7013888886140194E-2</c:v>
                </c:pt>
                <c:pt idx="1471">
                  <c:v>1.7025462962919846E-2</c:v>
                </c:pt>
                <c:pt idx="1472">
                  <c:v>1.7037037032423541E-2</c:v>
                </c:pt>
                <c:pt idx="1473">
                  <c:v>1.7048611109203193E-2</c:v>
                </c:pt>
                <c:pt idx="1474">
                  <c:v>1.7060185185982846E-2</c:v>
                </c:pt>
                <c:pt idx="1475">
                  <c:v>1.707175925548654E-2</c:v>
                </c:pt>
                <c:pt idx="1476">
                  <c:v>1.7083333332266193E-2</c:v>
                </c:pt>
                <c:pt idx="1477">
                  <c:v>1.7094907401769888E-2</c:v>
                </c:pt>
                <c:pt idx="1478">
                  <c:v>1.710648147854954E-2</c:v>
                </c:pt>
                <c:pt idx="1479">
                  <c:v>1.7118055555329192E-2</c:v>
                </c:pt>
                <c:pt idx="1480">
                  <c:v>1.7129629624832887E-2</c:v>
                </c:pt>
                <c:pt idx="1481">
                  <c:v>1.714120370161254E-2</c:v>
                </c:pt>
                <c:pt idx="1482">
                  <c:v>1.7152777778392192E-2</c:v>
                </c:pt>
                <c:pt idx="1483">
                  <c:v>1.7164351847895887E-2</c:v>
                </c:pt>
                <c:pt idx="1484">
                  <c:v>1.7175925924675539E-2</c:v>
                </c:pt>
                <c:pt idx="1485">
                  <c:v>1.7187499994179234E-2</c:v>
                </c:pt>
                <c:pt idx="1486">
                  <c:v>1.7199074070958886E-2</c:v>
                </c:pt>
                <c:pt idx="1487">
                  <c:v>1.7210648147738539E-2</c:v>
                </c:pt>
                <c:pt idx="1488">
                  <c:v>1.7222222217242233E-2</c:v>
                </c:pt>
                <c:pt idx="1489">
                  <c:v>1.7233796294021886E-2</c:v>
                </c:pt>
                <c:pt idx="1490">
                  <c:v>1.7245370370801538E-2</c:v>
                </c:pt>
                <c:pt idx="1491">
                  <c:v>1.7256944440305233E-2</c:v>
                </c:pt>
                <c:pt idx="1492">
                  <c:v>1.7268518517084885E-2</c:v>
                </c:pt>
                <c:pt idx="1493">
                  <c:v>1.7280092593864538E-2</c:v>
                </c:pt>
                <c:pt idx="1494">
                  <c:v>1.7291666663368233E-2</c:v>
                </c:pt>
                <c:pt idx="1495">
                  <c:v>1.7303240740147885E-2</c:v>
                </c:pt>
                <c:pt idx="1496">
                  <c:v>1.731481480965158E-2</c:v>
                </c:pt>
                <c:pt idx="1497">
                  <c:v>1.7326388886431232E-2</c:v>
                </c:pt>
                <c:pt idx="1498">
                  <c:v>1.7337962963210884E-2</c:v>
                </c:pt>
                <c:pt idx="1499">
                  <c:v>1.7349537032714579E-2</c:v>
                </c:pt>
                <c:pt idx="1500">
                  <c:v>1.7361111109494232E-2</c:v>
                </c:pt>
                <c:pt idx="1501">
                  <c:v>1.7372685186273884E-2</c:v>
                </c:pt>
                <c:pt idx="1502">
                  <c:v>1.7384259255777579E-2</c:v>
                </c:pt>
                <c:pt idx="1503">
                  <c:v>1.7395833332557231E-2</c:v>
                </c:pt>
                <c:pt idx="1504">
                  <c:v>1.7407407402060926E-2</c:v>
                </c:pt>
                <c:pt idx="1505">
                  <c:v>1.7418981478840578E-2</c:v>
                </c:pt>
                <c:pt idx="1506">
                  <c:v>1.7430555555620231E-2</c:v>
                </c:pt>
                <c:pt idx="1507">
                  <c:v>1.7442129625123926E-2</c:v>
                </c:pt>
                <c:pt idx="1508">
                  <c:v>1.7453703701903578E-2</c:v>
                </c:pt>
                <c:pt idx="1509">
                  <c:v>1.746527777868323E-2</c:v>
                </c:pt>
                <c:pt idx="1510">
                  <c:v>1.7476851848186925E-2</c:v>
                </c:pt>
                <c:pt idx="1511">
                  <c:v>1.7488425924966577E-2</c:v>
                </c:pt>
                <c:pt idx="1512">
                  <c:v>1.7499999994470272E-2</c:v>
                </c:pt>
                <c:pt idx="1513">
                  <c:v>1.7511574071249925E-2</c:v>
                </c:pt>
                <c:pt idx="1514">
                  <c:v>1.7523148148029577E-2</c:v>
                </c:pt>
                <c:pt idx="1515">
                  <c:v>1.7534722217533272E-2</c:v>
                </c:pt>
                <c:pt idx="1516">
                  <c:v>1.7546296294312924E-2</c:v>
                </c:pt>
                <c:pt idx="1517">
                  <c:v>1.7557870371092577E-2</c:v>
                </c:pt>
                <c:pt idx="1518">
                  <c:v>1.7569444440596271E-2</c:v>
                </c:pt>
                <c:pt idx="1519">
                  <c:v>1.7581018517375924E-2</c:v>
                </c:pt>
                <c:pt idx="1520">
                  <c:v>1.7592592586879618E-2</c:v>
                </c:pt>
                <c:pt idx="1521">
                  <c:v>1.7604166663659271E-2</c:v>
                </c:pt>
                <c:pt idx="1522">
                  <c:v>1.7615740740438923E-2</c:v>
                </c:pt>
                <c:pt idx="1523">
                  <c:v>1.7627314809942618E-2</c:v>
                </c:pt>
                <c:pt idx="1524">
                  <c:v>1.763888888672227E-2</c:v>
                </c:pt>
                <c:pt idx="1525">
                  <c:v>1.7650462963501923E-2</c:v>
                </c:pt>
                <c:pt idx="1526">
                  <c:v>1.7662037033005618E-2</c:v>
                </c:pt>
                <c:pt idx="1527">
                  <c:v>1.767361110978527E-2</c:v>
                </c:pt>
                <c:pt idx="1528">
                  <c:v>1.7685185179288965E-2</c:v>
                </c:pt>
                <c:pt idx="1529">
                  <c:v>1.7696759256068617E-2</c:v>
                </c:pt>
                <c:pt idx="1530">
                  <c:v>1.7708333332848269E-2</c:v>
                </c:pt>
                <c:pt idx="1531">
                  <c:v>1.7719907402351964E-2</c:v>
                </c:pt>
                <c:pt idx="1532">
                  <c:v>1.7731481479131617E-2</c:v>
                </c:pt>
                <c:pt idx="1533">
                  <c:v>1.7743055555911269E-2</c:v>
                </c:pt>
                <c:pt idx="1534">
                  <c:v>1.7754629625414964E-2</c:v>
                </c:pt>
                <c:pt idx="1535">
                  <c:v>1.7766203702194616E-2</c:v>
                </c:pt>
                <c:pt idx="1536">
                  <c:v>1.7777777778974269E-2</c:v>
                </c:pt>
                <c:pt idx="1537">
                  <c:v>1.7789351848477963E-2</c:v>
                </c:pt>
                <c:pt idx="1538">
                  <c:v>1.7800925925257616E-2</c:v>
                </c:pt>
                <c:pt idx="1539">
                  <c:v>1.7812499994761311E-2</c:v>
                </c:pt>
                <c:pt idx="1540">
                  <c:v>1.7824074071540963E-2</c:v>
                </c:pt>
                <c:pt idx="1541">
                  <c:v>1.7835648148320615E-2</c:v>
                </c:pt>
                <c:pt idx="1542">
                  <c:v>1.784722221782431E-2</c:v>
                </c:pt>
                <c:pt idx="1543">
                  <c:v>1.7858796294603962E-2</c:v>
                </c:pt>
                <c:pt idx="1544">
                  <c:v>1.7870370371383615E-2</c:v>
                </c:pt>
                <c:pt idx="1545">
                  <c:v>1.788194444088731E-2</c:v>
                </c:pt>
                <c:pt idx="1546">
                  <c:v>1.7893518517666962E-2</c:v>
                </c:pt>
                <c:pt idx="1547">
                  <c:v>1.7905092587170657E-2</c:v>
                </c:pt>
                <c:pt idx="1548">
                  <c:v>1.7916666663950309E-2</c:v>
                </c:pt>
                <c:pt idx="1549">
                  <c:v>1.7928240740729962E-2</c:v>
                </c:pt>
                <c:pt idx="1550">
                  <c:v>1.7939814810233656E-2</c:v>
                </c:pt>
                <c:pt idx="1551">
                  <c:v>1.7951388887013309E-2</c:v>
                </c:pt>
                <c:pt idx="1552">
                  <c:v>1.7962962963792961E-2</c:v>
                </c:pt>
                <c:pt idx="1553">
                  <c:v>1.7974537033296656E-2</c:v>
                </c:pt>
                <c:pt idx="1554">
                  <c:v>1.7986111110076308E-2</c:v>
                </c:pt>
                <c:pt idx="1555">
                  <c:v>1.7997685179580003E-2</c:v>
                </c:pt>
                <c:pt idx="1556">
                  <c:v>1.8009259256359655E-2</c:v>
                </c:pt>
                <c:pt idx="1557">
                  <c:v>1.8020833333139308E-2</c:v>
                </c:pt>
                <c:pt idx="1558">
                  <c:v>1.8032407402643003E-2</c:v>
                </c:pt>
                <c:pt idx="1559">
                  <c:v>1.8043981479422655E-2</c:v>
                </c:pt>
                <c:pt idx="1560">
                  <c:v>1.8055555556202307E-2</c:v>
                </c:pt>
                <c:pt idx="1561">
                  <c:v>1.8067129625706002E-2</c:v>
                </c:pt>
                <c:pt idx="1562">
                  <c:v>1.8078703702485655E-2</c:v>
                </c:pt>
                <c:pt idx="1563">
                  <c:v>1.8090277771989349E-2</c:v>
                </c:pt>
                <c:pt idx="1564">
                  <c:v>1.8101851848769002E-2</c:v>
                </c:pt>
                <c:pt idx="1565">
                  <c:v>1.8113425925548654E-2</c:v>
                </c:pt>
                <c:pt idx="1566">
                  <c:v>1.8124999995052349E-2</c:v>
                </c:pt>
                <c:pt idx="1567">
                  <c:v>1.8136574071832001E-2</c:v>
                </c:pt>
                <c:pt idx="1568">
                  <c:v>1.8148148148611654E-2</c:v>
                </c:pt>
                <c:pt idx="1569">
                  <c:v>1.8159722218115348E-2</c:v>
                </c:pt>
                <c:pt idx="1570">
                  <c:v>1.8171296294895001E-2</c:v>
                </c:pt>
                <c:pt idx="1571">
                  <c:v>1.8182870371674653E-2</c:v>
                </c:pt>
                <c:pt idx="1572">
                  <c:v>1.8194444441178348E-2</c:v>
                </c:pt>
                <c:pt idx="1573">
                  <c:v>1.8206018517958E-2</c:v>
                </c:pt>
                <c:pt idx="1574">
                  <c:v>1.8217592587461695E-2</c:v>
                </c:pt>
                <c:pt idx="1575">
                  <c:v>1.8229166664241347E-2</c:v>
                </c:pt>
                <c:pt idx="1576">
                  <c:v>1.8240740741021E-2</c:v>
                </c:pt>
                <c:pt idx="1577">
                  <c:v>1.8252314810524695E-2</c:v>
                </c:pt>
                <c:pt idx="1578">
                  <c:v>1.8263888887304347E-2</c:v>
                </c:pt>
                <c:pt idx="1579">
                  <c:v>1.8275462964083999E-2</c:v>
                </c:pt>
                <c:pt idx="1580">
                  <c:v>1.8287037033587694E-2</c:v>
                </c:pt>
                <c:pt idx="1581">
                  <c:v>1.8298611110367347E-2</c:v>
                </c:pt>
                <c:pt idx="1582">
                  <c:v>1.8310185179871041E-2</c:v>
                </c:pt>
                <c:pt idx="1583">
                  <c:v>1.8321759256650694E-2</c:v>
                </c:pt>
                <c:pt idx="1584">
                  <c:v>1.8333333333430346E-2</c:v>
                </c:pt>
                <c:pt idx="1585">
                  <c:v>1.8344907402934041E-2</c:v>
                </c:pt>
                <c:pt idx="1586">
                  <c:v>1.8356481479713693E-2</c:v>
                </c:pt>
                <c:pt idx="1587">
                  <c:v>1.8368055556493346E-2</c:v>
                </c:pt>
                <c:pt idx="1588">
                  <c:v>1.837962962599704E-2</c:v>
                </c:pt>
                <c:pt idx="1589">
                  <c:v>1.8391203702776693E-2</c:v>
                </c:pt>
                <c:pt idx="1590">
                  <c:v>1.8402777772280388E-2</c:v>
                </c:pt>
                <c:pt idx="1591">
                  <c:v>1.841435184906004E-2</c:v>
                </c:pt>
                <c:pt idx="1592">
                  <c:v>1.8425925925839692E-2</c:v>
                </c:pt>
                <c:pt idx="1593">
                  <c:v>1.8437499995343387E-2</c:v>
                </c:pt>
                <c:pt idx="1594">
                  <c:v>1.844907407212304E-2</c:v>
                </c:pt>
                <c:pt idx="1595">
                  <c:v>1.8460648148902692E-2</c:v>
                </c:pt>
                <c:pt idx="1596">
                  <c:v>1.8472222218406387E-2</c:v>
                </c:pt>
                <c:pt idx="1597">
                  <c:v>1.8483796295186039E-2</c:v>
                </c:pt>
                <c:pt idx="1598">
                  <c:v>1.8495370364689734E-2</c:v>
                </c:pt>
                <c:pt idx="1599">
                  <c:v>1.8506944441469386E-2</c:v>
                </c:pt>
                <c:pt idx="1600">
                  <c:v>1.8518518518249039E-2</c:v>
                </c:pt>
                <c:pt idx="1601">
                  <c:v>1.8530092587752733E-2</c:v>
                </c:pt>
                <c:pt idx="1602">
                  <c:v>1.8541666664532386E-2</c:v>
                </c:pt>
                <c:pt idx="1603">
                  <c:v>1.8553240741312038E-2</c:v>
                </c:pt>
                <c:pt idx="1604">
                  <c:v>1.8564814810815733E-2</c:v>
                </c:pt>
                <c:pt idx="1605">
                  <c:v>1.8576388887595385E-2</c:v>
                </c:pt>
                <c:pt idx="1606">
                  <c:v>1.858796295709908E-2</c:v>
                </c:pt>
                <c:pt idx="1607">
                  <c:v>1.8599537033878732E-2</c:v>
                </c:pt>
                <c:pt idx="1608">
                  <c:v>1.8611111110658385E-2</c:v>
                </c:pt>
                <c:pt idx="1609">
                  <c:v>1.862268518016208E-2</c:v>
                </c:pt>
                <c:pt idx="1610">
                  <c:v>1.8634259256941732E-2</c:v>
                </c:pt>
                <c:pt idx="1611">
                  <c:v>1.8645833333721384E-2</c:v>
                </c:pt>
                <c:pt idx="1612">
                  <c:v>1.8657407403225079E-2</c:v>
                </c:pt>
                <c:pt idx="1613">
                  <c:v>1.8668981480004732E-2</c:v>
                </c:pt>
                <c:pt idx="1614">
                  <c:v>1.8680555556784384E-2</c:v>
                </c:pt>
                <c:pt idx="1615">
                  <c:v>1.8692129626288079E-2</c:v>
                </c:pt>
                <c:pt idx="1616">
                  <c:v>1.8703703703067731E-2</c:v>
                </c:pt>
                <c:pt idx="1617">
                  <c:v>1.8715277772571426E-2</c:v>
                </c:pt>
                <c:pt idx="1618">
                  <c:v>1.8726851849351078E-2</c:v>
                </c:pt>
                <c:pt idx="1619">
                  <c:v>1.8738425926130731E-2</c:v>
                </c:pt>
                <c:pt idx="1620">
                  <c:v>1.8749999995634425E-2</c:v>
                </c:pt>
                <c:pt idx="1621">
                  <c:v>1.8761574072414078E-2</c:v>
                </c:pt>
                <c:pt idx="1622">
                  <c:v>1.877314814919373E-2</c:v>
                </c:pt>
                <c:pt idx="1623">
                  <c:v>1.8784722218697425E-2</c:v>
                </c:pt>
                <c:pt idx="1624">
                  <c:v>1.8796296295477077E-2</c:v>
                </c:pt>
                <c:pt idx="1625">
                  <c:v>1.8807870364980772E-2</c:v>
                </c:pt>
                <c:pt idx="1626">
                  <c:v>1.8819444441760425E-2</c:v>
                </c:pt>
                <c:pt idx="1627">
                  <c:v>1.8831018518540077E-2</c:v>
                </c:pt>
                <c:pt idx="1628">
                  <c:v>1.8842592588043772E-2</c:v>
                </c:pt>
                <c:pt idx="1629">
                  <c:v>1.8854166664823424E-2</c:v>
                </c:pt>
                <c:pt idx="1630">
                  <c:v>1.8865740741603076E-2</c:v>
                </c:pt>
                <c:pt idx="1631">
                  <c:v>1.8877314811106771E-2</c:v>
                </c:pt>
                <c:pt idx="1632">
                  <c:v>1.8888888887886424E-2</c:v>
                </c:pt>
                <c:pt idx="1633">
                  <c:v>1.8900462957390118E-2</c:v>
                </c:pt>
                <c:pt idx="1634">
                  <c:v>1.8912037034169771E-2</c:v>
                </c:pt>
                <c:pt idx="1635">
                  <c:v>1.8923611110949423E-2</c:v>
                </c:pt>
                <c:pt idx="1636">
                  <c:v>1.8935185180453118E-2</c:v>
                </c:pt>
                <c:pt idx="1637">
                  <c:v>1.894675925723277E-2</c:v>
                </c:pt>
                <c:pt idx="1638">
                  <c:v>1.8958333334012423E-2</c:v>
                </c:pt>
                <c:pt idx="1639">
                  <c:v>1.8969907403516117E-2</c:v>
                </c:pt>
                <c:pt idx="1640">
                  <c:v>1.898148148029577E-2</c:v>
                </c:pt>
                <c:pt idx="1641">
                  <c:v>1.8993055549799465E-2</c:v>
                </c:pt>
                <c:pt idx="1642">
                  <c:v>1.9004629626579117E-2</c:v>
                </c:pt>
                <c:pt idx="1643">
                  <c:v>1.9016203703358769E-2</c:v>
                </c:pt>
                <c:pt idx="1644">
                  <c:v>1.9027777772862464E-2</c:v>
                </c:pt>
                <c:pt idx="1645">
                  <c:v>1.9039351849642117E-2</c:v>
                </c:pt>
                <c:pt idx="1646">
                  <c:v>1.9050925926421769E-2</c:v>
                </c:pt>
                <c:pt idx="1647">
                  <c:v>1.9062499995925464E-2</c:v>
                </c:pt>
                <c:pt idx="1648">
                  <c:v>1.9074074072705116E-2</c:v>
                </c:pt>
                <c:pt idx="1649">
                  <c:v>1.9085648149484769E-2</c:v>
                </c:pt>
                <c:pt idx="1650">
                  <c:v>1.9097222218988463E-2</c:v>
                </c:pt>
                <c:pt idx="1651">
                  <c:v>1.9108796295768116E-2</c:v>
                </c:pt>
                <c:pt idx="1652">
                  <c:v>1.912037036527181E-2</c:v>
                </c:pt>
                <c:pt idx="1653">
                  <c:v>1.9131944442051463E-2</c:v>
                </c:pt>
                <c:pt idx="1654">
                  <c:v>1.9143518518831115E-2</c:v>
                </c:pt>
                <c:pt idx="1655">
                  <c:v>1.915509258833481E-2</c:v>
                </c:pt>
                <c:pt idx="1656">
                  <c:v>1.9166666665114462E-2</c:v>
                </c:pt>
                <c:pt idx="1657">
                  <c:v>1.9178240741894115E-2</c:v>
                </c:pt>
                <c:pt idx="1658">
                  <c:v>1.918981481139781E-2</c:v>
                </c:pt>
                <c:pt idx="1659">
                  <c:v>1.9201388888177462E-2</c:v>
                </c:pt>
                <c:pt idx="1660">
                  <c:v>1.9212962957681157E-2</c:v>
                </c:pt>
                <c:pt idx="1661">
                  <c:v>1.9224537034460809E-2</c:v>
                </c:pt>
                <c:pt idx="1662">
                  <c:v>1.9236111111240461E-2</c:v>
                </c:pt>
                <c:pt idx="1663">
                  <c:v>1.9247685180744156E-2</c:v>
                </c:pt>
                <c:pt idx="1664">
                  <c:v>1.9259259257523809E-2</c:v>
                </c:pt>
                <c:pt idx="1665">
                  <c:v>1.9270833334303461E-2</c:v>
                </c:pt>
                <c:pt idx="1666">
                  <c:v>1.9282407403807156E-2</c:v>
                </c:pt>
                <c:pt idx="1667">
                  <c:v>1.9293981480586808E-2</c:v>
                </c:pt>
                <c:pt idx="1668">
                  <c:v>1.9305555550090503E-2</c:v>
                </c:pt>
                <c:pt idx="1669">
                  <c:v>1.9317129626870155E-2</c:v>
                </c:pt>
                <c:pt idx="1670">
                  <c:v>1.9328703703649808E-2</c:v>
                </c:pt>
                <c:pt idx="1671">
                  <c:v>1.9340277773153502E-2</c:v>
                </c:pt>
                <c:pt idx="1672">
                  <c:v>1.9351851849933155E-2</c:v>
                </c:pt>
                <c:pt idx="1673">
                  <c:v>1.9363425926712807E-2</c:v>
                </c:pt>
                <c:pt idx="1674">
                  <c:v>1.9374999996216502E-2</c:v>
                </c:pt>
                <c:pt idx="1675">
                  <c:v>1.9386574072996154E-2</c:v>
                </c:pt>
                <c:pt idx="1676">
                  <c:v>1.9398148142499849E-2</c:v>
                </c:pt>
                <c:pt idx="1677">
                  <c:v>1.9409722219279502E-2</c:v>
                </c:pt>
                <c:pt idx="1678">
                  <c:v>1.9421296296059154E-2</c:v>
                </c:pt>
                <c:pt idx="1679">
                  <c:v>1.9432870365562849E-2</c:v>
                </c:pt>
                <c:pt idx="1680">
                  <c:v>1.9444444442342501E-2</c:v>
                </c:pt>
                <c:pt idx="1681">
                  <c:v>1.9456018519122154E-2</c:v>
                </c:pt>
                <c:pt idx="1682">
                  <c:v>1.9467592588625848E-2</c:v>
                </c:pt>
                <c:pt idx="1683">
                  <c:v>1.9479166665405501E-2</c:v>
                </c:pt>
                <c:pt idx="1684">
                  <c:v>1.9490740734909195E-2</c:v>
                </c:pt>
                <c:pt idx="1685">
                  <c:v>1.9502314811688848E-2</c:v>
                </c:pt>
                <c:pt idx="1686">
                  <c:v>1.95138888884685E-2</c:v>
                </c:pt>
                <c:pt idx="1687">
                  <c:v>1.9525462957972195E-2</c:v>
                </c:pt>
                <c:pt idx="1688">
                  <c:v>1.9537037034751847E-2</c:v>
                </c:pt>
                <c:pt idx="1689">
                  <c:v>1.95486111115315E-2</c:v>
                </c:pt>
                <c:pt idx="1690">
                  <c:v>1.9560185181035195E-2</c:v>
                </c:pt>
                <c:pt idx="1691">
                  <c:v>1.9571759257814847E-2</c:v>
                </c:pt>
                <c:pt idx="1692">
                  <c:v>1.9583333334594499E-2</c:v>
                </c:pt>
                <c:pt idx="1693">
                  <c:v>1.9594907404098194E-2</c:v>
                </c:pt>
                <c:pt idx="1694">
                  <c:v>1.9606481480877846E-2</c:v>
                </c:pt>
                <c:pt idx="1695">
                  <c:v>1.9618055550381541E-2</c:v>
                </c:pt>
                <c:pt idx="1696">
                  <c:v>1.9629629627161194E-2</c:v>
                </c:pt>
                <c:pt idx="1697">
                  <c:v>1.9641203703940846E-2</c:v>
                </c:pt>
                <c:pt idx="1698">
                  <c:v>1.9652777773444541E-2</c:v>
                </c:pt>
                <c:pt idx="1699">
                  <c:v>1.9664351850224193E-2</c:v>
                </c:pt>
                <c:pt idx="1700">
                  <c:v>1.9675925927003846E-2</c:v>
                </c:pt>
                <c:pt idx="1701">
                  <c:v>1.968749999650754E-2</c:v>
                </c:pt>
                <c:pt idx="1702">
                  <c:v>1.9699074073287193E-2</c:v>
                </c:pt>
                <c:pt idx="1703">
                  <c:v>1.9710648142790888E-2</c:v>
                </c:pt>
                <c:pt idx="1704">
                  <c:v>1.972222221957054E-2</c:v>
                </c:pt>
                <c:pt idx="1705">
                  <c:v>1.9733796296350192E-2</c:v>
                </c:pt>
                <c:pt idx="1706">
                  <c:v>1.9745370365853887E-2</c:v>
                </c:pt>
                <c:pt idx="1707">
                  <c:v>1.9756944442633539E-2</c:v>
                </c:pt>
                <c:pt idx="1708">
                  <c:v>1.9768518519413192E-2</c:v>
                </c:pt>
                <c:pt idx="1709">
                  <c:v>1.9780092588916887E-2</c:v>
                </c:pt>
                <c:pt idx="1710">
                  <c:v>1.9791666665696539E-2</c:v>
                </c:pt>
                <c:pt idx="1711">
                  <c:v>1.9803240735200234E-2</c:v>
                </c:pt>
                <c:pt idx="1712">
                  <c:v>1.9814814811979886E-2</c:v>
                </c:pt>
                <c:pt idx="1713">
                  <c:v>1.9826388888759539E-2</c:v>
                </c:pt>
                <c:pt idx="1714">
                  <c:v>1.9837962958263233E-2</c:v>
                </c:pt>
                <c:pt idx="1715">
                  <c:v>1.9849537035042886E-2</c:v>
                </c:pt>
                <c:pt idx="1716">
                  <c:v>1.9861111111822538E-2</c:v>
                </c:pt>
                <c:pt idx="1717">
                  <c:v>1.9872685181326233E-2</c:v>
                </c:pt>
                <c:pt idx="1718">
                  <c:v>1.9884259258105885E-2</c:v>
                </c:pt>
                <c:pt idx="1719">
                  <c:v>1.989583332760958E-2</c:v>
                </c:pt>
                <c:pt idx="1720">
                  <c:v>1.9907407404389232E-2</c:v>
                </c:pt>
                <c:pt idx="1721">
                  <c:v>1.9918981481168885E-2</c:v>
                </c:pt>
                <c:pt idx="1722">
                  <c:v>1.993055555067258E-2</c:v>
                </c:pt>
                <c:pt idx="1723">
                  <c:v>1.9942129627452232E-2</c:v>
                </c:pt>
                <c:pt idx="1724">
                  <c:v>1.9953703704231884E-2</c:v>
                </c:pt>
                <c:pt idx="1725">
                  <c:v>1.9965277773735579E-2</c:v>
                </c:pt>
                <c:pt idx="1726">
                  <c:v>1.9976851850515231E-2</c:v>
                </c:pt>
                <c:pt idx="1727">
                  <c:v>1.9988425920018926E-2</c:v>
                </c:pt>
                <c:pt idx="1728">
                  <c:v>1.9999999996798579E-2</c:v>
                </c:pt>
                <c:pt idx="1729">
                  <c:v>2.0011574073578231E-2</c:v>
                </c:pt>
                <c:pt idx="1730">
                  <c:v>2.0023148143081926E-2</c:v>
                </c:pt>
                <c:pt idx="1731">
                  <c:v>2.0034722219861578E-2</c:v>
                </c:pt>
                <c:pt idx="1732">
                  <c:v>2.0046296296641231E-2</c:v>
                </c:pt>
                <c:pt idx="1733">
                  <c:v>2.0057870366144925E-2</c:v>
                </c:pt>
                <c:pt idx="1734">
                  <c:v>2.0069444442924578E-2</c:v>
                </c:pt>
                <c:pt idx="1735">
                  <c:v>2.008101851970423E-2</c:v>
                </c:pt>
                <c:pt idx="1736">
                  <c:v>2.0092592589207925E-2</c:v>
                </c:pt>
                <c:pt idx="1737">
                  <c:v>2.0104166665987577E-2</c:v>
                </c:pt>
                <c:pt idx="1738">
                  <c:v>2.0115740735491272E-2</c:v>
                </c:pt>
                <c:pt idx="1739">
                  <c:v>2.0127314812270924E-2</c:v>
                </c:pt>
                <c:pt idx="1740">
                  <c:v>2.0138888889050577E-2</c:v>
                </c:pt>
                <c:pt idx="1741">
                  <c:v>2.0150462958554272E-2</c:v>
                </c:pt>
                <c:pt idx="1742">
                  <c:v>2.0162037035333924E-2</c:v>
                </c:pt>
                <c:pt idx="1743">
                  <c:v>2.0173611112113576E-2</c:v>
                </c:pt>
                <c:pt idx="1744">
                  <c:v>2.0185185181617271E-2</c:v>
                </c:pt>
                <c:pt idx="1745">
                  <c:v>2.0196759258396924E-2</c:v>
                </c:pt>
                <c:pt idx="1746">
                  <c:v>2.0208333327900618E-2</c:v>
                </c:pt>
                <c:pt idx="1747">
                  <c:v>2.0219907404680271E-2</c:v>
                </c:pt>
                <c:pt idx="1748">
                  <c:v>2.0231481481459923E-2</c:v>
                </c:pt>
                <c:pt idx="1749">
                  <c:v>2.0243055550963618E-2</c:v>
                </c:pt>
                <c:pt idx="1750">
                  <c:v>2.025462962774327E-2</c:v>
                </c:pt>
                <c:pt idx="1751">
                  <c:v>2.0266203704522923E-2</c:v>
                </c:pt>
                <c:pt idx="1752">
                  <c:v>2.0277777774026617E-2</c:v>
                </c:pt>
                <c:pt idx="1753">
                  <c:v>2.028935185080627E-2</c:v>
                </c:pt>
                <c:pt idx="1754">
                  <c:v>2.0300925920309965E-2</c:v>
                </c:pt>
                <c:pt idx="1755">
                  <c:v>2.0312499997089617E-2</c:v>
                </c:pt>
                <c:pt idx="1756">
                  <c:v>2.0324074073869269E-2</c:v>
                </c:pt>
                <c:pt idx="1757">
                  <c:v>2.0335648143372964E-2</c:v>
                </c:pt>
                <c:pt idx="1758">
                  <c:v>2.0347222220152617E-2</c:v>
                </c:pt>
                <c:pt idx="1759">
                  <c:v>2.0358796296932269E-2</c:v>
                </c:pt>
                <c:pt idx="1760">
                  <c:v>2.0370370366435964E-2</c:v>
                </c:pt>
                <c:pt idx="1761">
                  <c:v>2.0381944443215616E-2</c:v>
                </c:pt>
                <c:pt idx="1762">
                  <c:v>2.0393518512719311E-2</c:v>
                </c:pt>
                <c:pt idx="1763">
                  <c:v>2.0405092589498963E-2</c:v>
                </c:pt>
                <c:pt idx="1764">
                  <c:v>2.0416666666278616E-2</c:v>
                </c:pt>
                <c:pt idx="1765">
                  <c:v>2.042824073578231E-2</c:v>
                </c:pt>
                <c:pt idx="1766">
                  <c:v>2.0439814812561963E-2</c:v>
                </c:pt>
                <c:pt idx="1767">
                  <c:v>2.0451388889341615E-2</c:v>
                </c:pt>
                <c:pt idx="1768">
                  <c:v>2.046296295884531E-2</c:v>
                </c:pt>
                <c:pt idx="1769">
                  <c:v>2.0474537035624962E-2</c:v>
                </c:pt>
                <c:pt idx="1770">
                  <c:v>2.0486111112404615E-2</c:v>
                </c:pt>
                <c:pt idx="1771">
                  <c:v>2.0497685181908309E-2</c:v>
                </c:pt>
                <c:pt idx="1772">
                  <c:v>2.0509259258687962E-2</c:v>
                </c:pt>
                <c:pt idx="1773">
                  <c:v>2.0520833328191657E-2</c:v>
                </c:pt>
                <c:pt idx="1774">
                  <c:v>2.0532407404971309E-2</c:v>
                </c:pt>
                <c:pt idx="1775">
                  <c:v>2.0543981481750961E-2</c:v>
                </c:pt>
                <c:pt idx="1776">
                  <c:v>2.0555555551254656E-2</c:v>
                </c:pt>
                <c:pt idx="1777">
                  <c:v>2.0567129628034309E-2</c:v>
                </c:pt>
                <c:pt idx="1778">
                  <c:v>2.0578703704813961E-2</c:v>
                </c:pt>
                <c:pt idx="1779">
                  <c:v>2.0590277774317656E-2</c:v>
                </c:pt>
                <c:pt idx="1780">
                  <c:v>2.0601851851097308E-2</c:v>
                </c:pt>
                <c:pt idx="1781">
                  <c:v>2.0613425920601003E-2</c:v>
                </c:pt>
                <c:pt idx="1782">
                  <c:v>2.0624999997380655E-2</c:v>
                </c:pt>
                <c:pt idx="1783">
                  <c:v>2.0636574074160308E-2</c:v>
                </c:pt>
                <c:pt idx="1784">
                  <c:v>2.0648148143664002E-2</c:v>
                </c:pt>
                <c:pt idx="1785">
                  <c:v>2.0659722220443655E-2</c:v>
                </c:pt>
                <c:pt idx="1786">
                  <c:v>2.0671296297223307E-2</c:v>
                </c:pt>
                <c:pt idx="1787">
                  <c:v>2.0682870366727002E-2</c:v>
                </c:pt>
                <c:pt idx="1788">
                  <c:v>2.0694444443506654E-2</c:v>
                </c:pt>
                <c:pt idx="1789">
                  <c:v>2.0706018513010349E-2</c:v>
                </c:pt>
                <c:pt idx="1790">
                  <c:v>2.0717592589790002E-2</c:v>
                </c:pt>
                <c:pt idx="1791">
                  <c:v>2.0729166666569654E-2</c:v>
                </c:pt>
                <c:pt idx="1792">
                  <c:v>2.0740740736073349E-2</c:v>
                </c:pt>
                <c:pt idx="1793">
                  <c:v>2.0752314812853001E-2</c:v>
                </c:pt>
                <c:pt idx="1794">
                  <c:v>2.0763888889632653E-2</c:v>
                </c:pt>
                <c:pt idx="1795">
                  <c:v>2.0775462959136348E-2</c:v>
                </c:pt>
                <c:pt idx="1796">
                  <c:v>2.0787037035916001E-2</c:v>
                </c:pt>
                <c:pt idx="1797">
                  <c:v>2.0798611105419695E-2</c:v>
                </c:pt>
                <c:pt idx="1798">
                  <c:v>2.0810185182199348E-2</c:v>
                </c:pt>
                <c:pt idx="1799">
                  <c:v>2.0821759258979E-2</c:v>
                </c:pt>
                <c:pt idx="1800">
                  <c:v>2.0833333328482695E-2</c:v>
                </c:pt>
                <c:pt idx="1801">
                  <c:v>2.0844907405262347E-2</c:v>
                </c:pt>
                <c:pt idx="1802">
                  <c:v>2.0856481482042E-2</c:v>
                </c:pt>
                <c:pt idx="1803">
                  <c:v>2.0868055551545694E-2</c:v>
                </c:pt>
                <c:pt idx="1804">
                  <c:v>2.0879629628325347E-2</c:v>
                </c:pt>
                <c:pt idx="1805">
                  <c:v>2.0891203697829042E-2</c:v>
                </c:pt>
                <c:pt idx="1806">
                  <c:v>2.0902777774608694E-2</c:v>
                </c:pt>
                <c:pt idx="1807">
                  <c:v>2.0914351851388346E-2</c:v>
                </c:pt>
                <c:pt idx="1808">
                  <c:v>2.0925925920892041E-2</c:v>
                </c:pt>
                <c:pt idx="1809">
                  <c:v>2.0937499997671694E-2</c:v>
                </c:pt>
                <c:pt idx="1810">
                  <c:v>2.0949074074451346E-2</c:v>
                </c:pt>
                <c:pt idx="1811">
                  <c:v>2.0960648143955041E-2</c:v>
                </c:pt>
                <c:pt idx="1812">
                  <c:v>2.0972222220734693E-2</c:v>
                </c:pt>
                <c:pt idx="1813">
                  <c:v>2.0983796297514345E-2</c:v>
                </c:pt>
                <c:pt idx="1814">
                  <c:v>2.099537036701804E-2</c:v>
                </c:pt>
                <c:pt idx="1815">
                  <c:v>2.1006944443797693E-2</c:v>
                </c:pt>
                <c:pt idx="1816">
                  <c:v>2.1018518513301387E-2</c:v>
                </c:pt>
                <c:pt idx="1817">
                  <c:v>2.103009259008104E-2</c:v>
                </c:pt>
                <c:pt idx="1818">
                  <c:v>2.1041666666860692E-2</c:v>
                </c:pt>
                <c:pt idx="1819">
                  <c:v>2.1053240736364387E-2</c:v>
                </c:pt>
                <c:pt idx="1820">
                  <c:v>2.1064814813144039E-2</c:v>
                </c:pt>
                <c:pt idx="1821">
                  <c:v>2.1076388889923692E-2</c:v>
                </c:pt>
                <c:pt idx="1822">
                  <c:v>2.1087962959427387E-2</c:v>
                </c:pt>
                <c:pt idx="1823">
                  <c:v>2.1099537036207039E-2</c:v>
                </c:pt>
                <c:pt idx="1824">
                  <c:v>2.1111111105710734E-2</c:v>
                </c:pt>
                <c:pt idx="1825">
                  <c:v>2.1122685182490386E-2</c:v>
                </c:pt>
                <c:pt idx="1826">
                  <c:v>2.1134259259270038E-2</c:v>
                </c:pt>
                <c:pt idx="1827">
                  <c:v>2.1145833328773733E-2</c:v>
                </c:pt>
                <c:pt idx="1828">
                  <c:v>2.1157407405553386E-2</c:v>
                </c:pt>
                <c:pt idx="1829">
                  <c:v>2.1168981482333038E-2</c:v>
                </c:pt>
                <c:pt idx="1830">
                  <c:v>2.1180555551836733E-2</c:v>
                </c:pt>
                <c:pt idx="1831">
                  <c:v>2.1192129628616385E-2</c:v>
                </c:pt>
                <c:pt idx="1832">
                  <c:v>2.120370369812008E-2</c:v>
                </c:pt>
                <c:pt idx="1833">
                  <c:v>2.1215277774899732E-2</c:v>
                </c:pt>
                <c:pt idx="1834">
                  <c:v>2.1226851851679385E-2</c:v>
                </c:pt>
                <c:pt idx="1835">
                  <c:v>2.1238425921183079E-2</c:v>
                </c:pt>
                <c:pt idx="1836">
                  <c:v>2.1249999997962732E-2</c:v>
                </c:pt>
                <c:pt idx="1837">
                  <c:v>2.1261574074742384E-2</c:v>
                </c:pt>
                <c:pt idx="1838">
                  <c:v>2.1273148144246079E-2</c:v>
                </c:pt>
                <c:pt idx="1839">
                  <c:v>2.1284722221025731E-2</c:v>
                </c:pt>
                <c:pt idx="1840">
                  <c:v>2.1296296290529426E-2</c:v>
                </c:pt>
                <c:pt idx="1841">
                  <c:v>2.1307870367309079E-2</c:v>
                </c:pt>
                <c:pt idx="1842">
                  <c:v>2.1319444444088731E-2</c:v>
                </c:pt>
                <c:pt idx="1843">
                  <c:v>2.1331018513592426E-2</c:v>
                </c:pt>
                <c:pt idx="1844">
                  <c:v>2.1342592590372078E-2</c:v>
                </c:pt>
                <c:pt idx="1845">
                  <c:v>2.1354166667151731E-2</c:v>
                </c:pt>
                <c:pt idx="1846">
                  <c:v>2.1365740736655425E-2</c:v>
                </c:pt>
                <c:pt idx="1847">
                  <c:v>2.1377314813435078E-2</c:v>
                </c:pt>
                <c:pt idx="1848">
                  <c:v>2.138888889021473E-2</c:v>
                </c:pt>
                <c:pt idx="1849">
                  <c:v>2.1400462959718425E-2</c:v>
                </c:pt>
                <c:pt idx="1850">
                  <c:v>2.1412037036498077E-2</c:v>
                </c:pt>
                <c:pt idx="1851">
                  <c:v>2.1423611106001772E-2</c:v>
                </c:pt>
                <c:pt idx="1852">
                  <c:v>2.1435185182781424E-2</c:v>
                </c:pt>
                <c:pt idx="1853">
                  <c:v>2.1446759259561077E-2</c:v>
                </c:pt>
                <c:pt idx="1854">
                  <c:v>2.1458333329064772E-2</c:v>
                </c:pt>
                <c:pt idx="1855">
                  <c:v>2.1469907405844424E-2</c:v>
                </c:pt>
                <c:pt idx="1856">
                  <c:v>2.1481481482624076E-2</c:v>
                </c:pt>
                <c:pt idx="1857">
                  <c:v>2.1493055552127771E-2</c:v>
                </c:pt>
                <c:pt idx="1858">
                  <c:v>2.1504629628907423E-2</c:v>
                </c:pt>
                <c:pt idx="1859">
                  <c:v>2.1516203698411118E-2</c:v>
                </c:pt>
                <c:pt idx="1860">
                  <c:v>2.1527777775190771E-2</c:v>
                </c:pt>
                <c:pt idx="1861">
                  <c:v>2.1539351851970423E-2</c:v>
                </c:pt>
                <c:pt idx="1862">
                  <c:v>2.1550925921474118E-2</c:v>
                </c:pt>
                <c:pt idx="1863">
                  <c:v>2.156249999825377E-2</c:v>
                </c:pt>
                <c:pt idx="1864">
                  <c:v>2.1574074075033423E-2</c:v>
                </c:pt>
                <c:pt idx="1865">
                  <c:v>2.1585648144537117E-2</c:v>
                </c:pt>
                <c:pt idx="1866">
                  <c:v>2.159722222131677E-2</c:v>
                </c:pt>
                <c:pt idx="1867">
                  <c:v>2.1608796290820464E-2</c:v>
                </c:pt>
                <c:pt idx="1868">
                  <c:v>2.1620370367600117E-2</c:v>
                </c:pt>
                <c:pt idx="1869">
                  <c:v>2.1631944444379769E-2</c:v>
                </c:pt>
                <c:pt idx="1870">
                  <c:v>2.1643518513883464E-2</c:v>
                </c:pt>
                <c:pt idx="1871">
                  <c:v>2.1655092590663116E-2</c:v>
                </c:pt>
                <c:pt idx="1872">
                  <c:v>2.1666666667442769E-2</c:v>
                </c:pt>
                <c:pt idx="1873">
                  <c:v>2.1678240736946464E-2</c:v>
                </c:pt>
                <c:pt idx="1874">
                  <c:v>2.1689814813726116E-2</c:v>
                </c:pt>
                <c:pt idx="1875">
                  <c:v>2.1701388883229811E-2</c:v>
                </c:pt>
                <c:pt idx="1876">
                  <c:v>2.1712962960009463E-2</c:v>
                </c:pt>
                <c:pt idx="1877">
                  <c:v>2.1724537036789116E-2</c:v>
                </c:pt>
                <c:pt idx="1878">
                  <c:v>2.173611110629281E-2</c:v>
                </c:pt>
                <c:pt idx="1879">
                  <c:v>2.1747685183072463E-2</c:v>
                </c:pt>
                <c:pt idx="1880">
                  <c:v>2.1759259259852115E-2</c:v>
                </c:pt>
                <c:pt idx="1881">
                  <c:v>2.177083332935581E-2</c:v>
                </c:pt>
                <c:pt idx="1882">
                  <c:v>2.1782407406135462E-2</c:v>
                </c:pt>
                <c:pt idx="1883">
                  <c:v>2.1793981475639157E-2</c:v>
                </c:pt>
                <c:pt idx="1884">
                  <c:v>2.1805555552418809E-2</c:v>
                </c:pt>
                <c:pt idx="1885">
                  <c:v>2.1817129629198462E-2</c:v>
                </c:pt>
                <c:pt idx="1886">
                  <c:v>2.1828703698702157E-2</c:v>
                </c:pt>
                <c:pt idx="1887">
                  <c:v>2.1840277775481809E-2</c:v>
                </c:pt>
                <c:pt idx="1888">
                  <c:v>2.1851851852261461E-2</c:v>
                </c:pt>
                <c:pt idx="1889">
                  <c:v>2.1863425921765156E-2</c:v>
                </c:pt>
                <c:pt idx="1890">
                  <c:v>2.1874999998544808E-2</c:v>
                </c:pt>
                <c:pt idx="1891">
                  <c:v>2.1886574075324461E-2</c:v>
                </c:pt>
                <c:pt idx="1892">
                  <c:v>2.1898148144828156E-2</c:v>
                </c:pt>
                <c:pt idx="1893">
                  <c:v>2.1909722221607808E-2</c:v>
                </c:pt>
                <c:pt idx="1894">
                  <c:v>2.1921296291111503E-2</c:v>
                </c:pt>
                <c:pt idx="1895">
                  <c:v>2.1932870367891155E-2</c:v>
                </c:pt>
                <c:pt idx="1896">
                  <c:v>2.1944444444670808E-2</c:v>
                </c:pt>
                <c:pt idx="1897">
                  <c:v>2.1956018514174502E-2</c:v>
                </c:pt>
                <c:pt idx="1898">
                  <c:v>2.1967592590954155E-2</c:v>
                </c:pt>
                <c:pt idx="1899">
                  <c:v>2.1979166667733807E-2</c:v>
                </c:pt>
                <c:pt idx="1900">
                  <c:v>2.1990740737237502E-2</c:v>
                </c:pt>
                <c:pt idx="1901">
                  <c:v>2.2002314814017154E-2</c:v>
                </c:pt>
                <c:pt idx="1902">
                  <c:v>2.2013888883520849E-2</c:v>
                </c:pt>
                <c:pt idx="1903">
                  <c:v>2.2025462960300501E-2</c:v>
                </c:pt>
                <c:pt idx="1904">
                  <c:v>2.2037037037080154E-2</c:v>
                </c:pt>
                <c:pt idx="1905">
                  <c:v>2.2048611106583849E-2</c:v>
                </c:pt>
                <c:pt idx="1906">
                  <c:v>2.2060185183363501E-2</c:v>
                </c:pt>
                <c:pt idx="1907">
                  <c:v>2.2071759260143153E-2</c:v>
                </c:pt>
                <c:pt idx="1908">
                  <c:v>2.2083333329646848E-2</c:v>
                </c:pt>
                <c:pt idx="1909">
                  <c:v>2.2094907406426501E-2</c:v>
                </c:pt>
                <c:pt idx="1910">
                  <c:v>2.2106481475930195E-2</c:v>
                </c:pt>
                <c:pt idx="1911">
                  <c:v>2.2118055552709848E-2</c:v>
                </c:pt>
                <c:pt idx="1912">
                  <c:v>2.21296296294895E-2</c:v>
                </c:pt>
                <c:pt idx="1913">
                  <c:v>2.2141203698993195E-2</c:v>
                </c:pt>
                <c:pt idx="1914">
                  <c:v>2.2152777775772847E-2</c:v>
                </c:pt>
                <c:pt idx="1915">
                  <c:v>2.21643518525525E-2</c:v>
                </c:pt>
                <c:pt idx="1916">
                  <c:v>2.2175925922056194E-2</c:v>
                </c:pt>
                <c:pt idx="1917">
                  <c:v>2.2187499998835847E-2</c:v>
                </c:pt>
                <c:pt idx="1918">
                  <c:v>2.2199074068339542E-2</c:v>
                </c:pt>
                <c:pt idx="1919">
                  <c:v>2.2210648145119194E-2</c:v>
                </c:pt>
                <c:pt idx="1920">
                  <c:v>2.2222222221898846E-2</c:v>
                </c:pt>
                <c:pt idx="1921">
                  <c:v>2.2233796291402541E-2</c:v>
                </c:pt>
                <c:pt idx="1922">
                  <c:v>2.2245370368182193E-2</c:v>
                </c:pt>
                <c:pt idx="1923">
                  <c:v>2.2256944444961846E-2</c:v>
                </c:pt>
                <c:pt idx="1924">
                  <c:v>2.2268518514465541E-2</c:v>
                </c:pt>
                <c:pt idx="1925">
                  <c:v>2.2280092591245193E-2</c:v>
                </c:pt>
                <c:pt idx="1926">
                  <c:v>2.2291666660748888E-2</c:v>
                </c:pt>
                <c:pt idx="1927">
                  <c:v>2.230324073752854E-2</c:v>
                </c:pt>
                <c:pt idx="1928">
                  <c:v>2.2314814814308193E-2</c:v>
                </c:pt>
                <c:pt idx="1929">
                  <c:v>2.2326388883811887E-2</c:v>
                </c:pt>
                <c:pt idx="1930">
                  <c:v>2.233796296059154E-2</c:v>
                </c:pt>
                <c:pt idx="1931">
                  <c:v>2.2349537037371192E-2</c:v>
                </c:pt>
                <c:pt idx="1932">
                  <c:v>2.2361111106874887E-2</c:v>
                </c:pt>
                <c:pt idx="1933">
                  <c:v>2.2372685183654539E-2</c:v>
                </c:pt>
                <c:pt idx="1934">
                  <c:v>2.2384259260434192E-2</c:v>
                </c:pt>
                <c:pt idx="1935">
                  <c:v>2.2395833329937886E-2</c:v>
                </c:pt>
                <c:pt idx="1936">
                  <c:v>2.2407407406717539E-2</c:v>
                </c:pt>
                <c:pt idx="1937">
                  <c:v>2.2418981476221234E-2</c:v>
                </c:pt>
                <c:pt idx="1938">
                  <c:v>2.2430555553000886E-2</c:v>
                </c:pt>
                <c:pt idx="1939">
                  <c:v>2.2442129629780538E-2</c:v>
                </c:pt>
                <c:pt idx="1940">
                  <c:v>2.2453703699284233E-2</c:v>
                </c:pt>
                <c:pt idx="1941">
                  <c:v>2.2465277776063886E-2</c:v>
                </c:pt>
                <c:pt idx="1942">
                  <c:v>2.2476851852843538E-2</c:v>
                </c:pt>
                <c:pt idx="1943">
                  <c:v>2.2488425922347233E-2</c:v>
                </c:pt>
                <c:pt idx="1944">
                  <c:v>2.2499999999126885E-2</c:v>
                </c:pt>
                <c:pt idx="1945">
                  <c:v>2.251157406863058E-2</c:v>
                </c:pt>
                <c:pt idx="1946">
                  <c:v>2.2523148145410232E-2</c:v>
                </c:pt>
                <c:pt idx="1947">
                  <c:v>2.2534722222189885E-2</c:v>
                </c:pt>
                <c:pt idx="1948">
                  <c:v>2.2546296291693579E-2</c:v>
                </c:pt>
                <c:pt idx="1949">
                  <c:v>2.2557870368473232E-2</c:v>
                </c:pt>
                <c:pt idx="1950">
                  <c:v>2.2569444445252884E-2</c:v>
                </c:pt>
                <c:pt idx="1951">
                  <c:v>2.2581018514756579E-2</c:v>
                </c:pt>
                <c:pt idx="1952">
                  <c:v>2.2592592591536231E-2</c:v>
                </c:pt>
                <c:pt idx="1953">
                  <c:v>2.2604166661039926E-2</c:v>
                </c:pt>
                <c:pt idx="1954">
                  <c:v>2.2615740737819578E-2</c:v>
                </c:pt>
                <c:pt idx="1955">
                  <c:v>2.2627314814599231E-2</c:v>
                </c:pt>
                <c:pt idx="1956">
                  <c:v>2.2638888884102926E-2</c:v>
                </c:pt>
                <c:pt idx="1957">
                  <c:v>2.2650462960882578E-2</c:v>
                </c:pt>
                <c:pt idx="1958">
                  <c:v>2.266203703766223E-2</c:v>
                </c:pt>
                <c:pt idx="1959">
                  <c:v>2.2673611107165925E-2</c:v>
                </c:pt>
                <c:pt idx="1960">
                  <c:v>2.2685185183945578E-2</c:v>
                </c:pt>
                <c:pt idx="1961">
                  <c:v>2.2696759253449272E-2</c:v>
                </c:pt>
                <c:pt idx="1962">
                  <c:v>2.2708333330228925E-2</c:v>
                </c:pt>
                <c:pt idx="1963">
                  <c:v>2.2719907407008577E-2</c:v>
                </c:pt>
                <c:pt idx="1964">
                  <c:v>2.2731481476512272E-2</c:v>
                </c:pt>
                <c:pt idx="1965">
                  <c:v>2.2743055553291924E-2</c:v>
                </c:pt>
                <c:pt idx="1966">
                  <c:v>2.2754629630071577E-2</c:v>
                </c:pt>
                <c:pt idx="1967">
                  <c:v>2.2766203699575271E-2</c:v>
                </c:pt>
                <c:pt idx="1968">
                  <c:v>2.2777777776354924E-2</c:v>
                </c:pt>
                <c:pt idx="1969">
                  <c:v>2.2789351853134576E-2</c:v>
                </c:pt>
                <c:pt idx="1970">
                  <c:v>2.2800925922638271E-2</c:v>
                </c:pt>
                <c:pt idx="1971">
                  <c:v>2.2812499999417923E-2</c:v>
                </c:pt>
                <c:pt idx="1972">
                  <c:v>2.2824074068921618E-2</c:v>
                </c:pt>
                <c:pt idx="1973">
                  <c:v>2.2835648145701271E-2</c:v>
                </c:pt>
                <c:pt idx="1974">
                  <c:v>2.2847222222480923E-2</c:v>
                </c:pt>
                <c:pt idx="1975">
                  <c:v>2.2858796291984618E-2</c:v>
                </c:pt>
                <c:pt idx="1976">
                  <c:v>2.287037036876427E-2</c:v>
                </c:pt>
                <c:pt idx="1977">
                  <c:v>2.2881944445543922E-2</c:v>
                </c:pt>
                <c:pt idx="1978">
                  <c:v>2.2893518515047617E-2</c:v>
                </c:pt>
                <c:pt idx="1979">
                  <c:v>2.290509259182727E-2</c:v>
                </c:pt>
                <c:pt idx="1980">
                  <c:v>2.2916666661330964E-2</c:v>
                </c:pt>
                <c:pt idx="1981">
                  <c:v>2.2928240738110617E-2</c:v>
                </c:pt>
                <c:pt idx="1982">
                  <c:v>2.2939814814890269E-2</c:v>
                </c:pt>
                <c:pt idx="1983">
                  <c:v>2.2951388884393964E-2</c:v>
                </c:pt>
                <c:pt idx="1984">
                  <c:v>2.2962962961173616E-2</c:v>
                </c:pt>
                <c:pt idx="1985">
                  <c:v>2.2974537037953269E-2</c:v>
                </c:pt>
                <c:pt idx="1986">
                  <c:v>2.2986111107456964E-2</c:v>
                </c:pt>
                <c:pt idx="1987">
                  <c:v>2.2997685184236616E-2</c:v>
                </c:pt>
                <c:pt idx="1988">
                  <c:v>2.3009259253740311E-2</c:v>
                </c:pt>
                <c:pt idx="1989">
                  <c:v>2.3020833330519963E-2</c:v>
                </c:pt>
                <c:pt idx="1990">
                  <c:v>2.3032407407299615E-2</c:v>
                </c:pt>
                <c:pt idx="1991">
                  <c:v>2.304398147680331E-2</c:v>
                </c:pt>
                <c:pt idx="1992">
                  <c:v>2.3055555553582963E-2</c:v>
                </c:pt>
                <c:pt idx="1993">
                  <c:v>2.3067129630362615E-2</c:v>
                </c:pt>
                <c:pt idx="1994">
                  <c:v>2.307870369986631E-2</c:v>
                </c:pt>
                <c:pt idx="1995">
                  <c:v>2.3090277776645962E-2</c:v>
                </c:pt>
                <c:pt idx="1996">
                  <c:v>2.3101851846149657E-2</c:v>
                </c:pt>
                <c:pt idx="1997">
                  <c:v>2.3113425922929309E-2</c:v>
                </c:pt>
                <c:pt idx="1998">
                  <c:v>2.3124999999708962E-2</c:v>
                </c:pt>
                <c:pt idx="1999">
                  <c:v>2.3136574069212656E-2</c:v>
                </c:pt>
                <c:pt idx="2000">
                  <c:v>2.3148148145992309E-2</c:v>
                </c:pt>
                <c:pt idx="2001">
                  <c:v>2.3159722222771961E-2</c:v>
                </c:pt>
                <c:pt idx="2002">
                  <c:v>2.3171296292275656E-2</c:v>
                </c:pt>
                <c:pt idx="2003">
                  <c:v>2.3182870369055308E-2</c:v>
                </c:pt>
                <c:pt idx="2004">
                  <c:v>2.3194444438559003E-2</c:v>
                </c:pt>
                <c:pt idx="2005">
                  <c:v>2.3206018515338656E-2</c:v>
                </c:pt>
                <c:pt idx="2006">
                  <c:v>2.3217592592118308E-2</c:v>
                </c:pt>
                <c:pt idx="2007">
                  <c:v>2.3229166661622003E-2</c:v>
                </c:pt>
                <c:pt idx="2008">
                  <c:v>2.3240740738401655E-2</c:v>
                </c:pt>
                <c:pt idx="2009">
                  <c:v>2.3252314815181307E-2</c:v>
                </c:pt>
                <c:pt idx="2010">
                  <c:v>2.3263888884685002E-2</c:v>
                </c:pt>
                <c:pt idx="2011">
                  <c:v>2.3275462961464655E-2</c:v>
                </c:pt>
                <c:pt idx="2012">
                  <c:v>2.3287037038244307E-2</c:v>
                </c:pt>
                <c:pt idx="2013">
                  <c:v>2.3298611107748002E-2</c:v>
                </c:pt>
                <c:pt idx="2014">
                  <c:v>2.3310185184527654E-2</c:v>
                </c:pt>
                <c:pt idx="2015">
                  <c:v>2.3321759254031349E-2</c:v>
                </c:pt>
                <c:pt idx="2016">
                  <c:v>2.3333333330811001E-2</c:v>
                </c:pt>
                <c:pt idx="2017">
                  <c:v>2.3344907407590654E-2</c:v>
                </c:pt>
                <c:pt idx="2018">
                  <c:v>2.3356481477094349E-2</c:v>
                </c:pt>
                <c:pt idx="2019">
                  <c:v>2.3368055553874001E-2</c:v>
                </c:pt>
                <c:pt idx="2020">
                  <c:v>2.3379629630653653E-2</c:v>
                </c:pt>
                <c:pt idx="2021">
                  <c:v>2.3391203700157348E-2</c:v>
                </c:pt>
                <c:pt idx="2022">
                  <c:v>2.3402777776937E-2</c:v>
                </c:pt>
                <c:pt idx="2023">
                  <c:v>2.3414351846440695E-2</c:v>
                </c:pt>
                <c:pt idx="2024">
                  <c:v>2.3425925923220348E-2</c:v>
                </c:pt>
                <c:pt idx="2025">
                  <c:v>2.34375E-2</c:v>
                </c:pt>
                <c:pt idx="2026">
                  <c:v>2.3449074069503695E-2</c:v>
                </c:pt>
                <c:pt idx="2027">
                  <c:v>2.3460648146283347E-2</c:v>
                </c:pt>
                <c:pt idx="2028">
                  <c:v>2.3472222223063E-2</c:v>
                </c:pt>
                <c:pt idx="2029">
                  <c:v>2.3483796292566694E-2</c:v>
                </c:pt>
                <c:pt idx="2030">
                  <c:v>2.3495370369346347E-2</c:v>
                </c:pt>
                <c:pt idx="2031">
                  <c:v>2.3506944438850041E-2</c:v>
                </c:pt>
                <c:pt idx="2032">
                  <c:v>2.3518518515629694E-2</c:v>
                </c:pt>
                <c:pt idx="2033">
                  <c:v>2.3530092592409346E-2</c:v>
                </c:pt>
                <c:pt idx="2034">
                  <c:v>2.3541666661913041E-2</c:v>
                </c:pt>
                <c:pt idx="2035">
                  <c:v>2.3553240738692693E-2</c:v>
                </c:pt>
                <c:pt idx="2036">
                  <c:v>2.3564814815472346E-2</c:v>
                </c:pt>
                <c:pt idx="2037">
                  <c:v>2.3576388884976041E-2</c:v>
                </c:pt>
                <c:pt idx="2038">
                  <c:v>2.3587962961755693E-2</c:v>
                </c:pt>
                <c:pt idx="2039">
                  <c:v>2.3599537031259388E-2</c:v>
                </c:pt>
                <c:pt idx="2040">
                  <c:v>2.361111110803904E-2</c:v>
                </c:pt>
                <c:pt idx="2041">
                  <c:v>2.3622685184818693E-2</c:v>
                </c:pt>
                <c:pt idx="2042">
                  <c:v>2.3634259254322387E-2</c:v>
                </c:pt>
                <c:pt idx="2043">
                  <c:v>2.364583333110204E-2</c:v>
                </c:pt>
                <c:pt idx="2044">
                  <c:v>2.3657407407881692E-2</c:v>
                </c:pt>
                <c:pt idx="2045">
                  <c:v>2.3668981477385387E-2</c:v>
                </c:pt>
                <c:pt idx="2046">
                  <c:v>2.3680555554165039E-2</c:v>
                </c:pt>
                <c:pt idx="2047">
                  <c:v>2.3692129630944692E-2</c:v>
                </c:pt>
                <c:pt idx="2048">
                  <c:v>2.3703703700448386E-2</c:v>
                </c:pt>
                <c:pt idx="2049">
                  <c:v>2.3715277777228039E-2</c:v>
                </c:pt>
                <c:pt idx="2050">
                  <c:v>2.3726851846731734E-2</c:v>
                </c:pt>
                <c:pt idx="2051">
                  <c:v>2.3738425923511386E-2</c:v>
                </c:pt>
                <c:pt idx="2052">
                  <c:v>2.3750000000291038E-2</c:v>
                </c:pt>
                <c:pt idx="2053">
                  <c:v>2.3761574069794733E-2</c:v>
                </c:pt>
                <c:pt idx="2054">
                  <c:v>2.3773148146574385E-2</c:v>
                </c:pt>
                <c:pt idx="2055">
                  <c:v>2.3784722223354038E-2</c:v>
                </c:pt>
                <c:pt idx="2056">
                  <c:v>2.3796296292857733E-2</c:v>
                </c:pt>
                <c:pt idx="2057">
                  <c:v>2.3807870369637385E-2</c:v>
                </c:pt>
                <c:pt idx="2058">
                  <c:v>2.381944443914108E-2</c:v>
                </c:pt>
                <c:pt idx="2059">
                  <c:v>2.3831018515920732E-2</c:v>
                </c:pt>
                <c:pt idx="2060">
                  <c:v>2.3842592592700385E-2</c:v>
                </c:pt>
                <c:pt idx="2061">
                  <c:v>2.3854166662204079E-2</c:v>
                </c:pt>
                <c:pt idx="2062">
                  <c:v>2.3865740738983732E-2</c:v>
                </c:pt>
                <c:pt idx="2063">
                  <c:v>2.3877314815763384E-2</c:v>
                </c:pt>
                <c:pt idx="2064">
                  <c:v>2.3888888885267079E-2</c:v>
                </c:pt>
                <c:pt idx="2065">
                  <c:v>2.3900462962046731E-2</c:v>
                </c:pt>
                <c:pt idx="2066">
                  <c:v>2.3912037031550426E-2</c:v>
                </c:pt>
                <c:pt idx="2067">
                  <c:v>2.3923611108330078E-2</c:v>
                </c:pt>
                <c:pt idx="2068">
                  <c:v>2.3935185185109731E-2</c:v>
                </c:pt>
                <c:pt idx="2069">
                  <c:v>2.3946759254613426E-2</c:v>
                </c:pt>
                <c:pt idx="2070">
                  <c:v>2.3958333331393078E-2</c:v>
                </c:pt>
                <c:pt idx="2071">
                  <c:v>2.396990740817273E-2</c:v>
                </c:pt>
                <c:pt idx="2072">
                  <c:v>2.3981481477676425E-2</c:v>
                </c:pt>
                <c:pt idx="2073">
                  <c:v>2.3993055554456078E-2</c:v>
                </c:pt>
                <c:pt idx="2074">
                  <c:v>2.4004629623959772E-2</c:v>
                </c:pt>
                <c:pt idx="2075">
                  <c:v>2.4016203700739425E-2</c:v>
                </c:pt>
                <c:pt idx="2076">
                  <c:v>2.4027777777519077E-2</c:v>
                </c:pt>
                <c:pt idx="2077">
                  <c:v>2.4039351847022772E-2</c:v>
                </c:pt>
                <c:pt idx="2078">
                  <c:v>2.4050925923802424E-2</c:v>
                </c:pt>
                <c:pt idx="2079">
                  <c:v>2.4062500000582077E-2</c:v>
                </c:pt>
                <c:pt idx="2080">
                  <c:v>2.4074074070085771E-2</c:v>
                </c:pt>
                <c:pt idx="2081">
                  <c:v>2.4085648146865424E-2</c:v>
                </c:pt>
                <c:pt idx="2082">
                  <c:v>2.4097222216369119E-2</c:v>
                </c:pt>
                <c:pt idx="2083">
                  <c:v>2.4108796293148771E-2</c:v>
                </c:pt>
                <c:pt idx="2084">
                  <c:v>2.4120370369928423E-2</c:v>
                </c:pt>
                <c:pt idx="2085">
                  <c:v>2.4131944439432118E-2</c:v>
                </c:pt>
                <c:pt idx="2086">
                  <c:v>2.414351851621177E-2</c:v>
                </c:pt>
                <c:pt idx="2087">
                  <c:v>2.4155092592991423E-2</c:v>
                </c:pt>
                <c:pt idx="2088">
                  <c:v>2.4166666662495118E-2</c:v>
                </c:pt>
                <c:pt idx="2089">
                  <c:v>2.417824073927477E-2</c:v>
                </c:pt>
                <c:pt idx="2090">
                  <c:v>2.4189814816054422E-2</c:v>
                </c:pt>
                <c:pt idx="2091">
                  <c:v>2.4201388885558117E-2</c:v>
                </c:pt>
                <c:pt idx="2092">
                  <c:v>2.421296296233777E-2</c:v>
                </c:pt>
                <c:pt idx="2093">
                  <c:v>2.4224537031841464E-2</c:v>
                </c:pt>
                <c:pt idx="2094">
                  <c:v>2.4236111108621117E-2</c:v>
                </c:pt>
                <c:pt idx="2095">
                  <c:v>2.4247685185400769E-2</c:v>
                </c:pt>
                <c:pt idx="2096">
                  <c:v>2.4259259254904464E-2</c:v>
                </c:pt>
                <c:pt idx="2097">
                  <c:v>2.4270833331684116E-2</c:v>
                </c:pt>
                <c:pt idx="2098">
                  <c:v>2.4282407408463769E-2</c:v>
                </c:pt>
                <c:pt idx="2099">
                  <c:v>2.4293981477967463E-2</c:v>
                </c:pt>
                <c:pt idx="2100">
                  <c:v>2.4305555554747116E-2</c:v>
                </c:pt>
                <c:pt idx="2101">
                  <c:v>2.4317129624250811E-2</c:v>
                </c:pt>
                <c:pt idx="2102">
                  <c:v>2.4328703701030463E-2</c:v>
                </c:pt>
                <c:pt idx="2103">
                  <c:v>2.4340277777810115E-2</c:v>
                </c:pt>
                <c:pt idx="2104">
                  <c:v>2.435185184731381E-2</c:v>
                </c:pt>
                <c:pt idx="2105">
                  <c:v>2.4363425924093463E-2</c:v>
                </c:pt>
                <c:pt idx="2106">
                  <c:v>2.4375000000873115E-2</c:v>
                </c:pt>
                <c:pt idx="2107">
                  <c:v>2.438657407037681E-2</c:v>
                </c:pt>
                <c:pt idx="2108">
                  <c:v>2.4398148147156462E-2</c:v>
                </c:pt>
                <c:pt idx="2109">
                  <c:v>2.4409722216660157E-2</c:v>
                </c:pt>
                <c:pt idx="2110">
                  <c:v>2.4421296293439809E-2</c:v>
                </c:pt>
                <c:pt idx="2111">
                  <c:v>2.4432870370219462E-2</c:v>
                </c:pt>
                <c:pt idx="2112">
                  <c:v>2.4444444439723156E-2</c:v>
                </c:pt>
                <c:pt idx="2113">
                  <c:v>2.4456018516502809E-2</c:v>
                </c:pt>
                <c:pt idx="2114">
                  <c:v>2.4467592593282461E-2</c:v>
                </c:pt>
                <c:pt idx="2115">
                  <c:v>2.4479166662786156E-2</c:v>
                </c:pt>
                <c:pt idx="2116">
                  <c:v>2.4490740739565808E-2</c:v>
                </c:pt>
                <c:pt idx="2117">
                  <c:v>2.4502314809069503E-2</c:v>
                </c:pt>
                <c:pt idx="2118">
                  <c:v>2.4513888885849155E-2</c:v>
                </c:pt>
                <c:pt idx="2119">
                  <c:v>2.4525462962628808E-2</c:v>
                </c:pt>
                <c:pt idx="2120">
                  <c:v>2.4537037032132503E-2</c:v>
                </c:pt>
                <c:pt idx="2121">
                  <c:v>2.4548611108912155E-2</c:v>
                </c:pt>
                <c:pt idx="2122">
                  <c:v>2.4560185185691807E-2</c:v>
                </c:pt>
                <c:pt idx="2123">
                  <c:v>2.4571759255195502E-2</c:v>
                </c:pt>
                <c:pt idx="2124">
                  <c:v>2.4583333331975155E-2</c:v>
                </c:pt>
                <c:pt idx="2125">
                  <c:v>2.4594907401478849E-2</c:v>
                </c:pt>
                <c:pt idx="2126">
                  <c:v>2.4606481478258502E-2</c:v>
                </c:pt>
                <c:pt idx="2127">
                  <c:v>2.4618055555038154E-2</c:v>
                </c:pt>
                <c:pt idx="2128">
                  <c:v>2.4629629624541849E-2</c:v>
                </c:pt>
                <c:pt idx="2129">
                  <c:v>2.4641203701321501E-2</c:v>
                </c:pt>
                <c:pt idx="2130">
                  <c:v>2.4652777778101154E-2</c:v>
                </c:pt>
                <c:pt idx="2131">
                  <c:v>2.4664351847604848E-2</c:v>
                </c:pt>
                <c:pt idx="2132">
                  <c:v>2.4675925924384501E-2</c:v>
                </c:pt>
                <c:pt idx="2133">
                  <c:v>2.4687500001164153E-2</c:v>
                </c:pt>
                <c:pt idx="2134">
                  <c:v>2.4699074070667848E-2</c:v>
                </c:pt>
                <c:pt idx="2135">
                  <c:v>2.47106481474475E-2</c:v>
                </c:pt>
                <c:pt idx="2136">
                  <c:v>2.4722222216951195E-2</c:v>
                </c:pt>
                <c:pt idx="2137">
                  <c:v>2.4733796293730848E-2</c:v>
                </c:pt>
                <c:pt idx="2138">
                  <c:v>2.47453703705105E-2</c:v>
                </c:pt>
                <c:pt idx="2139">
                  <c:v>2.4756944440014195E-2</c:v>
                </c:pt>
                <c:pt idx="2140">
                  <c:v>2.4768518516793847E-2</c:v>
                </c:pt>
                <c:pt idx="2141">
                  <c:v>2.4780092593573499E-2</c:v>
                </c:pt>
                <c:pt idx="2142">
                  <c:v>2.4791666663077194E-2</c:v>
                </c:pt>
                <c:pt idx="2143">
                  <c:v>2.4803240739856847E-2</c:v>
                </c:pt>
                <c:pt idx="2144">
                  <c:v>2.4814814809360541E-2</c:v>
                </c:pt>
                <c:pt idx="2145">
                  <c:v>2.4826388886140194E-2</c:v>
                </c:pt>
                <c:pt idx="2146">
                  <c:v>2.4837962962919846E-2</c:v>
                </c:pt>
                <c:pt idx="2147">
                  <c:v>2.4849537032423541E-2</c:v>
                </c:pt>
                <c:pt idx="2148">
                  <c:v>2.4861111109203193E-2</c:v>
                </c:pt>
                <c:pt idx="2149">
                  <c:v>2.4872685185982846E-2</c:v>
                </c:pt>
                <c:pt idx="2150">
                  <c:v>2.488425925548654E-2</c:v>
                </c:pt>
                <c:pt idx="2151">
                  <c:v>2.4895833332266193E-2</c:v>
                </c:pt>
                <c:pt idx="2152">
                  <c:v>2.4907407401769888E-2</c:v>
                </c:pt>
                <c:pt idx="2153">
                  <c:v>2.491898147854954E-2</c:v>
                </c:pt>
                <c:pt idx="2154">
                  <c:v>2.4930555555329192E-2</c:v>
                </c:pt>
                <c:pt idx="2155">
                  <c:v>2.4942129624832887E-2</c:v>
                </c:pt>
                <c:pt idx="2156">
                  <c:v>2.495370370161254E-2</c:v>
                </c:pt>
                <c:pt idx="2157">
                  <c:v>2.4965277778392192E-2</c:v>
                </c:pt>
                <c:pt idx="2158">
                  <c:v>2.4976851847895887E-2</c:v>
                </c:pt>
                <c:pt idx="2159">
                  <c:v>2.4988425924675539E-2</c:v>
                </c:pt>
                <c:pt idx="2160">
                  <c:v>2.4999999994179234E-2</c:v>
                </c:pt>
                <c:pt idx="2161">
                  <c:v>2.5011574070958886E-2</c:v>
                </c:pt>
                <c:pt idx="2162">
                  <c:v>2.5023148147738539E-2</c:v>
                </c:pt>
                <c:pt idx="2163">
                  <c:v>2.5034722217242233E-2</c:v>
                </c:pt>
                <c:pt idx="2164">
                  <c:v>2.5046296294021886E-2</c:v>
                </c:pt>
                <c:pt idx="2165">
                  <c:v>2.5057870370801538E-2</c:v>
                </c:pt>
                <c:pt idx="2166">
                  <c:v>2.5069444440305233E-2</c:v>
                </c:pt>
                <c:pt idx="2167">
                  <c:v>2.5081018517084885E-2</c:v>
                </c:pt>
                <c:pt idx="2168">
                  <c:v>2.5092592593864538E-2</c:v>
                </c:pt>
                <c:pt idx="2169">
                  <c:v>2.5104166663368233E-2</c:v>
                </c:pt>
                <c:pt idx="2170">
                  <c:v>2.5115740740147885E-2</c:v>
                </c:pt>
                <c:pt idx="2171">
                  <c:v>2.512731480965158E-2</c:v>
                </c:pt>
                <c:pt idx="2172">
                  <c:v>2.5138888886431232E-2</c:v>
                </c:pt>
                <c:pt idx="2173">
                  <c:v>2.5150462963210884E-2</c:v>
                </c:pt>
                <c:pt idx="2174">
                  <c:v>2.5162037032714579E-2</c:v>
                </c:pt>
                <c:pt idx="2175">
                  <c:v>2.5173611109494232E-2</c:v>
                </c:pt>
                <c:pt idx="2176">
                  <c:v>2.5185185186273884E-2</c:v>
                </c:pt>
                <c:pt idx="2177">
                  <c:v>2.5196759255777579E-2</c:v>
                </c:pt>
                <c:pt idx="2178">
                  <c:v>2.5208333332557231E-2</c:v>
                </c:pt>
                <c:pt idx="2179">
                  <c:v>2.5219907402060926E-2</c:v>
                </c:pt>
                <c:pt idx="2180">
                  <c:v>2.5231481478840578E-2</c:v>
                </c:pt>
                <c:pt idx="2181">
                  <c:v>2.5243055555620231E-2</c:v>
                </c:pt>
                <c:pt idx="2182">
                  <c:v>2.5254629625123926E-2</c:v>
                </c:pt>
                <c:pt idx="2183">
                  <c:v>2.5266203701903578E-2</c:v>
                </c:pt>
                <c:pt idx="2184">
                  <c:v>2.527777777868323E-2</c:v>
                </c:pt>
                <c:pt idx="2185">
                  <c:v>2.5289351848186925E-2</c:v>
                </c:pt>
                <c:pt idx="2186">
                  <c:v>2.5300925924966577E-2</c:v>
                </c:pt>
                <c:pt idx="2187">
                  <c:v>2.5312499994470272E-2</c:v>
                </c:pt>
                <c:pt idx="2188">
                  <c:v>2.5324074071249925E-2</c:v>
                </c:pt>
                <c:pt idx="2189">
                  <c:v>2.5335648148029577E-2</c:v>
                </c:pt>
                <c:pt idx="2190">
                  <c:v>2.5347222217533272E-2</c:v>
                </c:pt>
                <c:pt idx="2191">
                  <c:v>2.5358796294312924E-2</c:v>
                </c:pt>
                <c:pt idx="2192">
                  <c:v>2.5370370371092577E-2</c:v>
                </c:pt>
                <c:pt idx="2193">
                  <c:v>2.5381944440596271E-2</c:v>
                </c:pt>
                <c:pt idx="2194">
                  <c:v>2.5393518517375924E-2</c:v>
                </c:pt>
                <c:pt idx="2195">
                  <c:v>2.5405092586879618E-2</c:v>
                </c:pt>
                <c:pt idx="2196">
                  <c:v>2.5416666663659271E-2</c:v>
                </c:pt>
                <c:pt idx="2197">
                  <c:v>2.5428240740438923E-2</c:v>
                </c:pt>
                <c:pt idx="2198">
                  <c:v>2.5439814809942618E-2</c:v>
                </c:pt>
                <c:pt idx="2199">
                  <c:v>2.545138888672227E-2</c:v>
                </c:pt>
                <c:pt idx="2200">
                  <c:v>2.5462962963501923E-2</c:v>
                </c:pt>
                <c:pt idx="2201">
                  <c:v>2.5474537033005618E-2</c:v>
                </c:pt>
                <c:pt idx="2202">
                  <c:v>2.548611110978527E-2</c:v>
                </c:pt>
                <c:pt idx="2203">
                  <c:v>2.5497685179288965E-2</c:v>
                </c:pt>
                <c:pt idx="2204">
                  <c:v>2.5509259256068617E-2</c:v>
                </c:pt>
                <c:pt idx="2205">
                  <c:v>2.5520833332848269E-2</c:v>
                </c:pt>
                <c:pt idx="2206">
                  <c:v>2.5532407402351964E-2</c:v>
                </c:pt>
                <c:pt idx="2207">
                  <c:v>2.5543981479131617E-2</c:v>
                </c:pt>
                <c:pt idx="2208">
                  <c:v>2.5555555555911269E-2</c:v>
                </c:pt>
                <c:pt idx="2209">
                  <c:v>2.5567129625414964E-2</c:v>
                </c:pt>
                <c:pt idx="2210">
                  <c:v>2.5578703702194616E-2</c:v>
                </c:pt>
                <c:pt idx="2211">
                  <c:v>2.5590277778974269E-2</c:v>
                </c:pt>
                <c:pt idx="2212">
                  <c:v>2.5601851848477963E-2</c:v>
                </c:pt>
                <c:pt idx="2213">
                  <c:v>2.5613425925257616E-2</c:v>
                </c:pt>
                <c:pt idx="2214">
                  <c:v>2.5624999994761311E-2</c:v>
                </c:pt>
                <c:pt idx="2215">
                  <c:v>2.5636574071540963E-2</c:v>
                </c:pt>
                <c:pt idx="2216">
                  <c:v>2.5648148148320615E-2</c:v>
                </c:pt>
                <c:pt idx="2217">
                  <c:v>2.565972221782431E-2</c:v>
                </c:pt>
                <c:pt idx="2218">
                  <c:v>2.5671296294603962E-2</c:v>
                </c:pt>
                <c:pt idx="2219">
                  <c:v>2.5682870371383615E-2</c:v>
                </c:pt>
                <c:pt idx="2220">
                  <c:v>2.569444444088731E-2</c:v>
                </c:pt>
                <c:pt idx="2221">
                  <c:v>2.5706018517666962E-2</c:v>
                </c:pt>
                <c:pt idx="2222">
                  <c:v>2.5717592587170657E-2</c:v>
                </c:pt>
                <c:pt idx="2223">
                  <c:v>2.5729166663950309E-2</c:v>
                </c:pt>
                <c:pt idx="2224">
                  <c:v>2.5740740740729962E-2</c:v>
                </c:pt>
                <c:pt idx="2225">
                  <c:v>2.5752314810233656E-2</c:v>
                </c:pt>
                <c:pt idx="2226">
                  <c:v>2.5763888887013309E-2</c:v>
                </c:pt>
                <c:pt idx="2227">
                  <c:v>2.5775462963792961E-2</c:v>
                </c:pt>
                <c:pt idx="2228">
                  <c:v>2.5787037033296656E-2</c:v>
                </c:pt>
                <c:pt idx="2229">
                  <c:v>2.5798611110076308E-2</c:v>
                </c:pt>
                <c:pt idx="2230">
                  <c:v>2.5810185179580003E-2</c:v>
                </c:pt>
                <c:pt idx="2231">
                  <c:v>2.5821759256359655E-2</c:v>
                </c:pt>
                <c:pt idx="2232">
                  <c:v>2.5833333333139308E-2</c:v>
                </c:pt>
                <c:pt idx="2233">
                  <c:v>2.5844907402643003E-2</c:v>
                </c:pt>
                <c:pt idx="2234">
                  <c:v>2.5856481479422655E-2</c:v>
                </c:pt>
                <c:pt idx="2235">
                  <c:v>2.5868055556202307E-2</c:v>
                </c:pt>
                <c:pt idx="2236">
                  <c:v>2.5879629625706002E-2</c:v>
                </c:pt>
                <c:pt idx="2237">
                  <c:v>2.5891203702485655E-2</c:v>
                </c:pt>
                <c:pt idx="2238">
                  <c:v>2.5902777771989349E-2</c:v>
                </c:pt>
                <c:pt idx="2239">
                  <c:v>2.5914351848769002E-2</c:v>
                </c:pt>
                <c:pt idx="2240">
                  <c:v>2.5925925925548654E-2</c:v>
                </c:pt>
                <c:pt idx="2241">
                  <c:v>2.5937499995052349E-2</c:v>
                </c:pt>
                <c:pt idx="2242">
                  <c:v>2.5949074071832001E-2</c:v>
                </c:pt>
                <c:pt idx="2243">
                  <c:v>2.5960648148611654E-2</c:v>
                </c:pt>
                <c:pt idx="2244">
                  <c:v>2.5972222218115348E-2</c:v>
                </c:pt>
                <c:pt idx="2245">
                  <c:v>2.5983796294895001E-2</c:v>
                </c:pt>
                <c:pt idx="2246">
                  <c:v>2.5995370371674653E-2</c:v>
                </c:pt>
                <c:pt idx="2247">
                  <c:v>2.6006944441178348E-2</c:v>
                </c:pt>
                <c:pt idx="2248">
                  <c:v>2.6018518517958E-2</c:v>
                </c:pt>
                <c:pt idx="2249">
                  <c:v>2.6030092587461695E-2</c:v>
                </c:pt>
                <c:pt idx="2250">
                  <c:v>2.6041666664241347E-2</c:v>
                </c:pt>
                <c:pt idx="2251">
                  <c:v>2.6053240741021E-2</c:v>
                </c:pt>
                <c:pt idx="2252">
                  <c:v>2.6064814810524695E-2</c:v>
                </c:pt>
                <c:pt idx="2253">
                  <c:v>2.6076388887304347E-2</c:v>
                </c:pt>
                <c:pt idx="2254">
                  <c:v>2.6087962964083999E-2</c:v>
                </c:pt>
                <c:pt idx="2255">
                  <c:v>2.6099537033587694E-2</c:v>
                </c:pt>
                <c:pt idx="2256">
                  <c:v>2.6111111110367347E-2</c:v>
                </c:pt>
                <c:pt idx="2257">
                  <c:v>2.6122685179871041E-2</c:v>
                </c:pt>
                <c:pt idx="2258">
                  <c:v>2.6134259256650694E-2</c:v>
                </c:pt>
                <c:pt idx="2259">
                  <c:v>2.6145833333430346E-2</c:v>
                </c:pt>
                <c:pt idx="2260">
                  <c:v>2.6157407402934041E-2</c:v>
                </c:pt>
                <c:pt idx="2261">
                  <c:v>2.6168981479713693E-2</c:v>
                </c:pt>
                <c:pt idx="2262">
                  <c:v>2.6180555556493346E-2</c:v>
                </c:pt>
                <c:pt idx="2263">
                  <c:v>2.619212962599704E-2</c:v>
                </c:pt>
                <c:pt idx="2264">
                  <c:v>2.6203703702776693E-2</c:v>
                </c:pt>
                <c:pt idx="2265">
                  <c:v>2.6215277772280388E-2</c:v>
                </c:pt>
                <c:pt idx="2266">
                  <c:v>2.622685184906004E-2</c:v>
                </c:pt>
                <c:pt idx="2267">
                  <c:v>2.6238425925839692E-2</c:v>
                </c:pt>
                <c:pt idx="2268">
                  <c:v>2.6249999995343387E-2</c:v>
                </c:pt>
                <c:pt idx="2269">
                  <c:v>2.626157407212304E-2</c:v>
                </c:pt>
                <c:pt idx="2270">
                  <c:v>2.6273148148902692E-2</c:v>
                </c:pt>
                <c:pt idx="2271">
                  <c:v>2.6284722218406387E-2</c:v>
                </c:pt>
                <c:pt idx="2272">
                  <c:v>2.6296296295186039E-2</c:v>
                </c:pt>
                <c:pt idx="2273">
                  <c:v>2.6307870364689734E-2</c:v>
                </c:pt>
                <c:pt idx="2274">
                  <c:v>2.6319444441469386E-2</c:v>
                </c:pt>
                <c:pt idx="2275">
                  <c:v>2.6331018518249039E-2</c:v>
                </c:pt>
                <c:pt idx="2276">
                  <c:v>2.6342592587752733E-2</c:v>
                </c:pt>
                <c:pt idx="2277">
                  <c:v>2.6354166664532386E-2</c:v>
                </c:pt>
                <c:pt idx="2278">
                  <c:v>2.6365740741312038E-2</c:v>
                </c:pt>
                <c:pt idx="2279">
                  <c:v>2.6377314810815733E-2</c:v>
                </c:pt>
                <c:pt idx="2280">
                  <c:v>2.6388888887595385E-2</c:v>
                </c:pt>
                <c:pt idx="2281">
                  <c:v>2.640046295709908E-2</c:v>
                </c:pt>
                <c:pt idx="2282">
                  <c:v>2.6412037033878732E-2</c:v>
                </c:pt>
                <c:pt idx="2283">
                  <c:v>2.6423611110658385E-2</c:v>
                </c:pt>
                <c:pt idx="2284">
                  <c:v>2.643518518016208E-2</c:v>
                </c:pt>
                <c:pt idx="2285">
                  <c:v>2.6446759256941732E-2</c:v>
                </c:pt>
                <c:pt idx="2286">
                  <c:v>2.6458333333721384E-2</c:v>
                </c:pt>
                <c:pt idx="2287">
                  <c:v>2.6469907403225079E-2</c:v>
                </c:pt>
                <c:pt idx="2288">
                  <c:v>2.6481481480004732E-2</c:v>
                </c:pt>
                <c:pt idx="2289">
                  <c:v>2.6493055556784384E-2</c:v>
                </c:pt>
                <c:pt idx="2290">
                  <c:v>2.6504629626288079E-2</c:v>
                </c:pt>
                <c:pt idx="2291">
                  <c:v>2.6516203703067731E-2</c:v>
                </c:pt>
                <c:pt idx="2292">
                  <c:v>2.6527777772571426E-2</c:v>
                </c:pt>
                <c:pt idx="2293">
                  <c:v>2.6539351849351078E-2</c:v>
                </c:pt>
                <c:pt idx="2294">
                  <c:v>2.6550925926130731E-2</c:v>
                </c:pt>
                <c:pt idx="2295">
                  <c:v>2.6562499995634425E-2</c:v>
                </c:pt>
                <c:pt idx="2296">
                  <c:v>2.6574074072414078E-2</c:v>
                </c:pt>
                <c:pt idx="2297">
                  <c:v>2.658564814919373E-2</c:v>
                </c:pt>
                <c:pt idx="2298">
                  <c:v>2.6597222218697425E-2</c:v>
                </c:pt>
                <c:pt idx="2299">
                  <c:v>2.6608796295477077E-2</c:v>
                </c:pt>
                <c:pt idx="2300">
                  <c:v>2.6620370364980772E-2</c:v>
                </c:pt>
                <c:pt idx="2301">
                  <c:v>2.6631944441760425E-2</c:v>
                </c:pt>
                <c:pt idx="2302">
                  <c:v>2.6643518518540077E-2</c:v>
                </c:pt>
                <c:pt idx="2303">
                  <c:v>2.6655092588043772E-2</c:v>
                </c:pt>
                <c:pt idx="2304">
                  <c:v>2.6666666664823424E-2</c:v>
                </c:pt>
                <c:pt idx="2305">
                  <c:v>2.6678240741603076E-2</c:v>
                </c:pt>
                <c:pt idx="2306">
                  <c:v>2.6689814811106771E-2</c:v>
                </c:pt>
                <c:pt idx="2307">
                  <c:v>2.6701388887886424E-2</c:v>
                </c:pt>
                <c:pt idx="2308">
                  <c:v>2.6712962957390118E-2</c:v>
                </c:pt>
                <c:pt idx="2309">
                  <c:v>2.6724537034169771E-2</c:v>
                </c:pt>
                <c:pt idx="2310">
                  <c:v>2.6736111110949423E-2</c:v>
                </c:pt>
                <c:pt idx="2311">
                  <c:v>2.6747685180453118E-2</c:v>
                </c:pt>
                <c:pt idx="2312">
                  <c:v>2.675925925723277E-2</c:v>
                </c:pt>
                <c:pt idx="2313">
                  <c:v>2.6770833334012423E-2</c:v>
                </c:pt>
                <c:pt idx="2314">
                  <c:v>2.6782407403516117E-2</c:v>
                </c:pt>
                <c:pt idx="2315">
                  <c:v>2.679398148029577E-2</c:v>
                </c:pt>
                <c:pt idx="2316">
                  <c:v>2.6805555549799465E-2</c:v>
                </c:pt>
                <c:pt idx="2317">
                  <c:v>2.6817129626579117E-2</c:v>
                </c:pt>
                <c:pt idx="2318">
                  <c:v>2.6828703703358769E-2</c:v>
                </c:pt>
                <c:pt idx="2319">
                  <c:v>2.6840277772862464E-2</c:v>
                </c:pt>
                <c:pt idx="2320">
                  <c:v>2.6851851849642117E-2</c:v>
                </c:pt>
                <c:pt idx="2321">
                  <c:v>2.6863425926421769E-2</c:v>
                </c:pt>
                <c:pt idx="2322">
                  <c:v>2.6874999995925464E-2</c:v>
                </c:pt>
                <c:pt idx="2323">
                  <c:v>2.6886574072705116E-2</c:v>
                </c:pt>
                <c:pt idx="2324">
                  <c:v>2.6898148149484769E-2</c:v>
                </c:pt>
                <c:pt idx="2325">
                  <c:v>2.6909722218988463E-2</c:v>
                </c:pt>
                <c:pt idx="2326">
                  <c:v>2.6921296295768116E-2</c:v>
                </c:pt>
                <c:pt idx="2327">
                  <c:v>2.693287036527181E-2</c:v>
                </c:pt>
                <c:pt idx="2328">
                  <c:v>2.6944444442051463E-2</c:v>
                </c:pt>
                <c:pt idx="2329">
                  <c:v>2.6956018518831115E-2</c:v>
                </c:pt>
                <c:pt idx="2330">
                  <c:v>2.696759258833481E-2</c:v>
                </c:pt>
                <c:pt idx="2331">
                  <c:v>2.6979166665114462E-2</c:v>
                </c:pt>
                <c:pt idx="2332">
                  <c:v>2.6990740741894115E-2</c:v>
                </c:pt>
                <c:pt idx="2333">
                  <c:v>2.700231481139781E-2</c:v>
                </c:pt>
                <c:pt idx="2334">
                  <c:v>2.7013888888177462E-2</c:v>
                </c:pt>
                <c:pt idx="2335">
                  <c:v>2.7025462957681157E-2</c:v>
                </c:pt>
                <c:pt idx="2336">
                  <c:v>2.7037037034460809E-2</c:v>
                </c:pt>
                <c:pt idx="2337">
                  <c:v>2.7048611111240461E-2</c:v>
                </c:pt>
                <c:pt idx="2338">
                  <c:v>2.7060185180744156E-2</c:v>
                </c:pt>
                <c:pt idx="2339">
                  <c:v>2.7071759257523809E-2</c:v>
                </c:pt>
                <c:pt idx="2340">
                  <c:v>2.7083333334303461E-2</c:v>
                </c:pt>
                <c:pt idx="2341">
                  <c:v>2.7094907403807156E-2</c:v>
                </c:pt>
                <c:pt idx="2342">
                  <c:v>2.7106481480586808E-2</c:v>
                </c:pt>
                <c:pt idx="2343">
                  <c:v>2.7118055550090503E-2</c:v>
                </c:pt>
                <c:pt idx="2344">
                  <c:v>2.7129629626870155E-2</c:v>
                </c:pt>
                <c:pt idx="2345">
                  <c:v>2.7141203703649808E-2</c:v>
                </c:pt>
                <c:pt idx="2346">
                  <c:v>2.7152777773153502E-2</c:v>
                </c:pt>
                <c:pt idx="2347">
                  <c:v>2.7164351849933155E-2</c:v>
                </c:pt>
                <c:pt idx="2348">
                  <c:v>2.7175925926712807E-2</c:v>
                </c:pt>
                <c:pt idx="2349">
                  <c:v>2.7187499996216502E-2</c:v>
                </c:pt>
                <c:pt idx="2350">
                  <c:v>2.7199074072996154E-2</c:v>
                </c:pt>
                <c:pt idx="2351">
                  <c:v>2.7210648142499849E-2</c:v>
                </c:pt>
                <c:pt idx="2352">
                  <c:v>2.7222222219279502E-2</c:v>
                </c:pt>
                <c:pt idx="2353">
                  <c:v>2.7233796296059154E-2</c:v>
                </c:pt>
                <c:pt idx="2354">
                  <c:v>2.7245370365562849E-2</c:v>
                </c:pt>
                <c:pt idx="2355">
                  <c:v>2.7256944442342501E-2</c:v>
                </c:pt>
                <c:pt idx="2356">
                  <c:v>2.7268518519122154E-2</c:v>
                </c:pt>
                <c:pt idx="2357">
                  <c:v>2.7280092588625848E-2</c:v>
                </c:pt>
                <c:pt idx="2358">
                  <c:v>2.7291666665405501E-2</c:v>
                </c:pt>
                <c:pt idx="2359">
                  <c:v>2.7303240734909195E-2</c:v>
                </c:pt>
                <c:pt idx="2360">
                  <c:v>2.7314814811688848E-2</c:v>
                </c:pt>
                <c:pt idx="2361">
                  <c:v>2.73263888884685E-2</c:v>
                </c:pt>
                <c:pt idx="2362">
                  <c:v>2.7337962957972195E-2</c:v>
                </c:pt>
                <c:pt idx="2363">
                  <c:v>2.7349537034751847E-2</c:v>
                </c:pt>
                <c:pt idx="2364">
                  <c:v>2.73611111115315E-2</c:v>
                </c:pt>
                <c:pt idx="2365">
                  <c:v>2.7372685181035195E-2</c:v>
                </c:pt>
                <c:pt idx="2366">
                  <c:v>2.7384259257814847E-2</c:v>
                </c:pt>
                <c:pt idx="2367">
                  <c:v>2.7395833334594499E-2</c:v>
                </c:pt>
                <c:pt idx="2368">
                  <c:v>2.7407407404098194E-2</c:v>
                </c:pt>
                <c:pt idx="2369">
                  <c:v>2.7418981480877846E-2</c:v>
                </c:pt>
                <c:pt idx="2370">
                  <c:v>2.7430555550381541E-2</c:v>
                </c:pt>
                <c:pt idx="2371">
                  <c:v>2.7442129627161194E-2</c:v>
                </c:pt>
                <c:pt idx="2372">
                  <c:v>2.7453703703940846E-2</c:v>
                </c:pt>
                <c:pt idx="2373">
                  <c:v>2.7465277773444541E-2</c:v>
                </c:pt>
                <c:pt idx="2374">
                  <c:v>2.7476851850224193E-2</c:v>
                </c:pt>
                <c:pt idx="2375">
                  <c:v>2.7488425927003846E-2</c:v>
                </c:pt>
                <c:pt idx="2376">
                  <c:v>2.749999999650754E-2</c:v>
                </c:pt>
                <c:pt idx="2377">
                  <c:v>2.7511574073287193E-2</c:v>
                </c:pt>
                <c:pt idx="2378">
                  <c:v>2.7523148142790888E-2</c:v>
                </c:pt>
                <c:pt idx="2379">
                  <c:v>2.753472221957054E-2</c:v>
                </c:pt>
                <c:pt idx="2380">
                  <c:v>2.7546296296350192E-2</c:v>
                </c:pt>
                <c:pt idx="2381">
                  <c:v>2.7557870365853887E-2</c:v>
                </c:pt>
                <c:pt idx="2382">
                  <c:v>2.7569444442633539E-2</c:v>
                </c:pt>
                <c:pt idx="2383">
                  <c:v>2.7581018519413192E-2</c:v>
                </c:pt>
                <c:pt idx="2384">
                  <c:v>2.7592592588916887E-2</c:v>
                </c:pt>
                <c:pt idx="2385">
                  <c:v>2.7604166665696539E-2</c:v>
                </c:pt>
                <c:pt idx="2386">
                  <c:v>2.7615740735200234E-2</c:v>
                </c:pt>
                <c:pt idx="2387">
                  <c:v>2.7627314811979886E-2</c:v>
                </c:pt>
                <c:pt idx="2388">
                  <c:v>2.7638888888759539E-2</c:v>
                </c:pt>
                <c:pt idx="2389">
                  <c:v>2.7650462958263233E-2</c:v>
                </c:pt>
                <c:pt idx="2390">
                  <c:v>2.7662037035042886E-2</c:v>
                </c:pt>
                <c:pt idx="2391">
                  <c:v>2.7673611111822538E-2</c:v>
                </c:pt>
                <c:pt idx="2392">
                  <c:v>2.7685185181326233E-2</c:v>
                </c:pt>
                <c:pt idx="2393">
                  <c:v>2.7696759258105885E-2</c:v>
                </c:pt>
                <c:pt idx="2394">
                  <c:v>2.770833332760958E-2</c:v>
                </c:pt>
                <c:pt idx="2395">
                  <c:v>2.7719907404389232E-2</c:v>
                </c:pt>
                <c:pt idx="2396">
                  <c:v>2.7731481481168885E-2</c:v>
                </c:pt>
                <c:pt idx="2397">
                  <c:v>2.774305555067258E-2</c:v>
                </c:pt>
                <c:pt idx="2398">
                  <c:v>2.7754629627452232E-2</c:v>
                </c:pt>
                <c:pt idx="2399">
                  <c:v>2.7766203704231884E-2</c:v>
                </c:pt>
                <c:pt idx="2400">
                  <c:v>2.7777777773735579E-2</c:v>
                </c:pt>
                <c:pt idx="2401">
                  <c:v>2.7789351850515231E-2</c:v>
                </c:pt>
                <c:pt idx="2402">
                  <c:v>2.7800925920018926E-2</c:v>
                </c:pt>
                <c:pt idx="2403">
                  <c:v>2.7812499996798579E-2</c:v>
                </c:pt>
                <c:pt idx="2404">
                  <c:v>2.7824074073578231E-2</c:v>
                </c:pt>
                <c:pt idx="2405">
                  <c:v>2.7835648143081926E-2</c:v>
                </c:pt>
                <c:pt idx="2406">
                  <c:v>2.7847222219861578E-2</c:v>
                </c:pt>
                <c:pt idx="2407">
                  <c:v>2.7858796296641231E-2</c:v>
                </c:pt>
                <c:pt idx="2408">
                  <c:v>2.7870370366144925E-2</c:v>
                </c:pt>
                <c:pt idx="2409">
                  <c:v>2.7881944442924578E-2</c:v>
                </c:pt>
                <c:pt idx="2410">
                  <c:v>2.789351851970423E-2</c:v>
                </c:pt>
                <c:pt idx="2411">
                  <c:v>2.7905092589207925E-2</c:v>
                </c:pt>
                <c:pt idx="2412">
                  <c:v>2.7916666665987577E-2</c:v>
                </c:pt>
                <c:pt idx="2413">
                  <c:v>2.7928240735491272E-2</c:v>
                </c:pt>
                <c:pt idx="2414">
                  <c:v>2.7939814812270924E-2</c:v>
                </c:pt>
                <c:pt idx="2415">
                  <c:v>2.7951388889050577E-2</c:v>
                </c:pt>
                <c:pt idx="2416">
                  <c:v>2.7962962958554272E-2</c:v>
                </c:pt>
                <c:pt idx="2417">
                  <c:v>2.7974537035333924E-2</c:v>
                </c:pt>
                <c:pt idx="2418">
                  <c:v>2.7986111112113576E-2</c:v>
                </c:pt>
                <c:pt idx="2419">
                  <c:v>2.7997685181617271E-2</c:v>
                </c:pt>
                <c:pt idx="2420">
                  <c:v>2.8009259258396924E-2</c:v>
                </c:pt>
                <c:pt idx="2421">
                  <c:v>2.8020833327900618E-2</c:v>
                </c:pt>
                <c:pt idx="2422">
                  <c:v>2.8032407404680271E-2</c:v>
                </c:pt>
                <c:pt idx="2423">
                  <c:v>2.8043981481459923E-2</c:v>
                </c:pt>
                <c:pt idx="2424">
                  <c:v>2.8055555550963618E-2</c:v>
                </c:pt>
                <c:pt idx="2425">
                  <c:v>2.806712962774327E-2</c:v>
                </c:pt>
                <c:pt idx="2426">
                  <c:v>2.8078703704522923E-2</c:v>
                </c:pt>
                <c:pt idx="2427">
                  <c:v>2.8090277774026617E-2</c:v>
                </c:pt>
                <c:pt idx="2428">
                  <c:v>2.810185185080627E-2</c:v>
                </c:pt>
                <c:pt idx="2429">
                  <c:v>2.8113425920309965E-2</c:v>
                </c:pt>
                <c:pt idx="2430">
                  <c:v>2.8124999997089617E-2</c:v>
                </c:pt>
                <c:pt idx="2431">
                  <c:v>2.8136574073869269E-2</c:v>
                </c:pt>
                <c:pt idx="2432">
                  <c:v>2.8148148143372964E-2</c:v>
                </c:pt>
                <c:pt idx="2433">
                  <c:v>2.8159722220152617E-2</c:v>
                </c:pt>
                <c:pt idx="2434">
                  <c:v>2.8171296296932269E-2</c:v>
                </c:pt>
                <c:pt idx="2435">
                  <c:v>2.8182870366435964E-2</c:v>
                </c:pt>
                <c:pt idx="2436">
                  <c:v>2.8194444443215616E-2</c:v>
                </c:pt>
                <c:pt idx="2437">
                  <c:v>2.8206018512719311E-2</c:v>
                </c:pt>
                <c:pt idx="2438">
                  <c:v>2.8217592589498963E-2</c:v>
                </c:pt>
                <c:pt idx="2439">
                  <c:v>2.8229166666278616E-2</c:v>
                </c:pt>
                <c:pt idx="2440">
                  <c:v>2.824074073578231E-2</c:v>
                </c:pt>
                <c:pt idx="2441">
                  <c:v>2.8252314812561963E-2</c:v>
                </c:pt>
                <c:pt idx="2442">
                  <c:v>2.8263888889341615E-2</c:v>
                </c:pt>
                <c:pt idx="2443">
                  <c:v>2.827546295884531E-2</c:v>
                </c:pt>
                <c:pt idx="2444">
                  <c:v>2.8287037035624962E-2</c:v>
                </c:pt>
                <c:pt idx="2445">
                  <c:v>2.8298611112404615E-2</c:v>
                </c:pt>
                <c:pt idx="2446">
                  <c:v>2.8310185181908309E-2</c:v>
                </c:pt>
                <c:pt idx="2447">
                  <c:v>2.8321759258687962E-2</c:v>
                </c:pt>
                <c:pt idx="2448">
                  <c:v>2.8333333328191657E-2</c:v>
                </c:pt>
                <c:pt idx="2449">
                  <c:v>2.8344907404971309E-2</c:v>
                </c:pt>
                <c:pt idx="2450">
                  <c:v>2.8356481481750961E-2</c:v>
                </c:pt>
                <c:pt idx="2451">
                  <c:v>2.8368055551254656E-2</c:v>
                </c:pt>
                <c:pt idx="2452">
                  <c:v>2.8379629628034309E-2</c:v>
                </c:pt>
                <c:pt idx="2453">
                  <c:v>2.8391203704813961E-2</c:v>
                </c:pt>
                <c:pt idx="2454">
                  <c:v>2.8402777774317656E-2</c:v>
                </c:pt>
                <c:pt idx="2455">
                  <c:v>2.8414351851097308E-2</c:v>
                </c:pt>
                <c:pt idx="2456">
                  <c:v>2.8425925920601003E-2</c:v>
                </c:pt>
                <c:pt idx="2457">
                  <c:v>2.8437499997380655E-2</c:v>
                </c:pt>
                <c:pt idx="2458">
                  <c:v>2.8449074074160308E-2</c:v>
                </c:pt>
                <c:pt idx="2459">
                  <c:v>2.8460648143664002E-2</c:v>
                </c:pt>
                <c:pt idx="2460">
                  <c:v>2.8472222220443655E-2</c:v>
                </c:pt>
                <c:pt idx="2461">
                  <c:v>2.8483796297223307E-2</c:v>
                </c:pt>
                <c:pt idx="2462">
                  <c:v>2.8495370366727002E-2</c:v>
                </c:pt>
                <c:pt idx="2463">
                  <c:v>2.8506944443506654E-2</c:v>
                </c:pt>
                <c:pt idx="2464">
                  <c:v>2.8518518513010349E-2</c:v>
                </c:pt>
                <c:pt idx="2465">
                  <c:v>2.8530092589790002E-2</c:v>
                </c:pt>
                <c:pt idx="2466">
                  <c:v>2.8541666666569654E-2</c:v>
                </c:pt>
                <c:pt idx="2467">
                  <c:v>2.8553240736073349E-2</c:v>
                </c:pt>
                <c:pt idx="2468">
                  <c:v>2.8564814812853001E-2</c:v>
                </c:pt>
                <c:pt idx="2469">
                  <c:v>2.8576388889632653E-2</c:v>
                </c:pt>
                <c:pt idx="2470">
                  <c:v>2.8587962959136348E-2</c:v>
                </c:pt>
                <c:pt idx="2471">
                  <c:v>2.8599537035916001E-2</c:v>
                </c:pt>
                <c:pt idx="2472">
                  <c:v>2.8611111105419695E-2</c:v>
                </c:pt>
                <c:pt idx="2473">
                  <c:v>2.8622685182199348E-2</c:v>
                </c:pt>
                <c:pt idx="2474">
                  <c:v>2.8634259258979E-2</c:v>
                </c:pt>
                <c:pt idx="2475">
                  <c:v>2.8645833328482695E-2</c:v>
                </c:pt>
                <c:pt idx="2476">
                  <c:v>2.8657407405262347E-2</c:v>
                </c:pt>
                <c:pt idx="2477">
                  <c:v>2.8668981482042E-2</c:v>
                </c:pt>
                <c:pt idx="2478">
                  <c:v>2.8680555551545694E-2</c:v>
                </c:pt>
                <c:pt idx="2479">
                  <c:v>2.8692129628325347E-2</c:v>
                </c:pt>
                <c:pt idx="2480">
                  <c:v>2.8703703697829042E-2</c:v>
                </c:pt>
                <c:pt idx="2481">
                  <c:v>2.8715277774608694E-2</c:v>
                </c:pt>
                <c:pt idx="2482">
                  <c:v>2.8726851851388346E-2</c:v>
                </c:pt>
                <c:pt idx="2483">
                  <c:v>2.8738425920892041E-2</c:v>
                </c:pt>
                <c:pt idx="2484">
                  <c:v>2.8749999997671694E-2</c:v>
                </c:pt>
                <c:pt idx="2485">
                  <c:v>2.8761574074451346E-2</c:v>
                </c:pt>
                <c:pt idx="2486">
                  <c:v>2.8773148143955041E-2</c:v>
                </c:pt>
                <c:pt idx="2487">
                  <c:v>2.8784722220734693E-2</c:v>
                </c:pt>
                <c:pt idx="2488">
                  <c:v>2.8796296297514345E-2</c:v>
                </c:pt>
                <c:pt idx="2489">
                  <c:v>2.880787036701804E-2</c:v>
                </c:pt>
                <c:pt idx="2490">
                  <c:v>2.8819444443797693E-2</c:v>
                </c:pt>
                <c:pt idx="2491">
                  <c:v>2.8831018513301387E-2</c:v>
                </c:pt>
                <c:pt idx="2492">
                  <c:v>2.884259259008104E-2</c:v>
                </c:pt>
                <c:pt idx="2493">
                  <c:v>2.8854166666860692E-2</c:v>
                </c:pt>
                <c:pt idx="2494">
                  <c:v>2.8865740736364387E-2</c:v>
                </c:pt>
                <c:pt idx="2495">
                  <c:v>2.8877314813144039E-2</c:v>
                </c:pt>
                <c:pt idx="2496">
                  <c:v>2.8888888889923692E-2</c:v>
                </c:pt>
                <c:pt idx="2497">
                  <c:v>2.8900462959427387E-2</c:v>
                </c:pt>
                <c:pt idx="2498">
                  <c:v>2.8912037036207039E-2</c:v>
                </c:pt>
                <c:pt idx="2499">
                  <c:v>2.8923611105710734E-2</c:v>
                </c:pt>
                <c:pt idx="2500">
                  <c:v>2.8935185182490386E-2</c:v>
                </c:pt>
                <c:pt idx="2501">
                  <c:v>2.8946759259270038E-2</c:v>
                </c:pt>
                <c:pt idx="2502">
                  <c:v>2.8958333328773733E-2</c:v>
                </c:pt>
                <c:pt idx="2503">
                  <c:v>2.8969907405553386E-2</c:v>
                </c:pt>
                <c:pt idx="2504">
                  <c:v>2.8981481482333038E-2</c:v>
                </c:pt>
                <c:pt idx="2505">
                  <c:v>2.8993055551836733E-2</c:v>
                </c:pt>
                <c:pt idx="2506">
                  <c:v>2.9004629628616385E-2</c:v>
                </c:pt>
                <c:pt idx="2507">
                  <c:v>2.901620369812008E-2</c:v>
                </c:pt>
                <c:pt idx="2508">
                  <c:v>2.9027777774899732E-2</c:v>
                </c:pt>
                <c:pt idx="2509">
                  <c:v>2.9039351851679385E-2</c:v>
                </c:pt>
                <c:pt idx="2510">
                  <c:v>2.9050925921183079E-2</c:v>
                </c:pt>
                <c:pt idx="2511">
                  <c:v>2.9062499997962732E-2</c:v>
                </c:pt>
                <c:pt idx="2512">
                  <c:v>2.9074074074742384E-2</c:v>
                </c:pt>
                <c:pt idx="2513">
                  <c:v>2.9085648144246079E-2</c:v>
                </c:pt>
                <c:pt idx="2514">
                  <c:v>2.9097222221025731E-2</c:v>
                </c:pt>
                <c:pt idx="2515">
                  <c:v>2.9108796290529426E-2</c:v>
                </c:pt>
                <c:pt idx="2516">
                  <c:v>2.9120370367309079E-2</c:v>
                </c:pt>
                <c:pt idx="2517">
                  <c:v>2.9131944444088731E-2</c:v>
                </c:pt>
                <c:pt idx="2518">
                  <c:v>2.9143518513592426E-2</c:v>
                </c:pt>
                <c:pt idx="2519">
                  <c:v>2.9155092590372078E-2</c:v>
                </c:pt>
                <c:pt idx="2520">
                  <c:v>2.9166666667151731E-2</c:v>
                </c:pt>
                <c:pt idx="2521">
                  <c:v>2.9178240736655425E-2</c:v>
                </c:pt>
                <c:pt idx="2522">
                  <c:v>2.9189814813435078E-2</c:v>
                </c:pt>
                <c:pt idx="2523">
                  <c:v>2.920138889021473E-2</c:v>
                </c:pt>
                <c:pt idx="2524">
                  <c:v>2.9212962959718425E-2</c:v>
                </c:pt>
                <c:pt idx="2525">
                  <c:v>2.9224537036498077E-2</c:v>
                </c:pt>
                <c:pt idx="2526">
                  <c:v>2.9236111106001772E-2</c:v>
                </c:pt>
                <c:pt idx="2527">
                  <c:v>2.9247685182781424E-2</c:v>
                </c:pt>
                <c:pt idx="2528">
                  <c:v>2.9259259259561077E-2</c:v>
                </c:pt>
                <c:pt idx="2529">
                  <c:v>2.9270833329064772E-2</c:v>
                </c:pt>
                <c:pt idx="2530">
                  <c:v>2.9282407405844424E-2</c:v>
                </c:pt>
                <c:pt idx="2531">
                  <c:v>2.9293981482624076E-2</c:v>
                </c:pt>
                <c:pt idx="2532">
                  <c:v>2.9305555552127771E-2</c:v>
                </c:pt>
                <c:pt idx="2533">
                  <c:v>2.9317129628907423E-2</c:v>
                </c:pt>
                <c:pt idx="2534">
                  <c:v>2.9328703698411118E-2</c:v>
                </c:pt>
                <c:pt idx="2535">
                  <c:v>2.9340277775190771E-2</c:v>
                </c:pt>
                <c:pt idx="2536">
                  <c:v>2.9351851851970423E-2</c:v>
                </c:pt>
                <c:pt idx="2537">
                  <c:v>2.9363425921474118E-2</c:v>
                </c:pt>
                <c:pt idx="2538">
                  <c:v>2.937499999825377E-2</c:v>
                </c:pt>
                <c:pt idx="2539">
                  <c:v>2.9386574075033423E-2</c:v>
                </c:pt>
                <c:pt idx="2540">
                  <c:v>2.9398148144537117E-2</c:v>
                </c:pt>
                <c:pt idx="2541">
                  <c:v>2.940972222131677E-2</c:v>
                </c:pt>
                <c:pt idx="2542">
                  <c:v>2.9421296290820464E-2</c:v>
                </c:pt>
                <c:pt idx="2543">
                  <c:v>2.9432870367600117E-2</c:v>
                </c:pt>
                <c:pt idx="2544">
                  <c:v>2.9444444444379769E-2</c:v>
                </c:pt>
                <c:pt idx="2545">
                  <c:v>2.9456018513883464E-2</c:v>
                </c:pt>
                <c:pt idx="2546">
                  <c:v>2.9467592590663116E-2</c:v>
                </c:pt>
                <c:pt idx="2547">
                  <c:v>2.9479166667442769E-2</c:v>
                </c:pt>
                <c:pt idx="2548">
                  <c:v>2.9490740736946464E-2</c:v>
                </c:pt>
                <c:pt idx="2549">
                  <c:v>2.9502314813726116E-2</c:v>
                </c:pt>
                <c:pt idx="2550">
                  <c:v>2.9513888883229811E-2</c:v>
                </c:pt>
                <c:pt idx="2551">
                  <c:v>2.9525462960009463E-2</c:v>
                </c:pt>
                <c:pt idx="2552">
                  <c:v>2.9537037036789116E-2</c:v>
                </c:pt>
                <c:pt idx="2553">
                  <c:v>2.954861110629281E-2</c:v>
                </c:pt>
                <c:pt idx="2554">
                  <c:v>2.9560185183072463E-2</c:v>
                </c:pt>
                <c:pt idx="2555">
                  <c:v>2.9571759259852115E-2</c:v>
                </c:pt>
                <c:pt idx="2556">
                  <c:v>2.958333332935581E-2</c:v>
                </c:pt>
                <c:pt idx="2557">
                  <c:v>2.9594907406135462E-2</c:v>
                </c:pt>
                <c:pt idx="2558">
                  <c:v>2.9606481475639157E-2</c:v>
                </c:pt>
                <c:pt idx="2559">
                  <c:v>2.9618055552418809E-2</c:v>
                </c:pt>
                <c:pt idx="2560">
                  <c:v>2.9629629629198462E-2</c:v>
                </c:pt>
                <c:pt idx="2561">
                  <c:v>2.9641203698702157E-2</c:v>
                </c:pt>
                <c:pt idx="2562">
                  <c:v>2.9652777775481809E-2</c:v>
                </c:pt>
                <c:pt idx="2563">
                  <c:v>2.9664351852261461E-2</c:v>
                </c:pt>
                <c:pt idx="2564">
                  <c:v>2.9675925921765156E-2</c:v>
                </c:pt>
                <c:pt idx="2565">
                  <c:v>2.9687499998544808E-2</c:v>
                </c:pt>
                <c:pt idx="2566">
                  <c:v>2.9699074075324461E-2</c:v>
                </c:pt>
                <c:pt idx="2567">
                  <c:v>2.9710648144828156E-2</c:v>
                </c:pt>
                <c:pt idx="2568">
                  <c:v>2.9722222221607808E-2</c:v>
                </c:pt>
                <c:pt idx="2569">
                  <c:v>2.9733796291111503E-2</c:v>
                </c:pt>
                <c:pt idx="2570">
                  <c:v>2.9745370367891155E-2</c:v>
                </c:pt>
                <c:pt idx="2571">
                  <c:v>2.9756944444670808E-2</c:v>
                </c:pt>
                <c:pt idx="2572">
                  <c:v>2.9768518514174502E-2</c:v>
                </c:pt>
                <c:pt idx="2573">
                  <c:v>2.9780092590954155E-2</c:v>
                </c:pt>
                <c:pt idx="2574">
                  <c:v>2.9791666667733807E-2</c:v>
                </c:pt>
                <c:pt idx="2575">
                  <c:v>2.9803240737237502E-2</c:v>
                </c:pt>
                <c:pt idx="2576">
                  <c:v>2.9814814814017154E-2</c:v>
                </c:pt>
                <c:pt idx="2577">
                  <c:v>2.9826388883520849E-2</c:v>
                </c:pt>
                <c:pt idx="2578">
                  <c:v>2.9837962960300501E-2</c:v>
                </c:pt>
                <c:pt idx="2579">
                  <c:v>2.9849537037080154E-2</c:v>
                </c:pt>
                <c:pt idx="2580">
                  <c:v>2.9861111106583849E-2</c:v>
                </c:pt>
                <c:pt idx="2581">
                  <c:v>2.9872685183363501E-2</c:v>
                </c:pt>
                <c:pt idx="2582">
                  <c:v>2.9884259260143153E-2</c:v>
                </c:pt>
                <c:pt idx="2583">
                  <c:v>2.9895833329646848E-2</c:v>
                </c:pt>
                <c:pt idx="2584">
                  <c:v>2.9907407406426501E-2</c:v>
                </c:pt>
                <c:pt idx="2585">
                  <c:v>2.9918981475930195E-2</c:v>
                </c:pt>
                <c:pt idx="2586">
                  <c:v>2.9930555552709848E-2</c:v>
                </c:pt>
                <c:pt idx="2587">
                  <c:v>2.99421296294895E-2</c:v>
                </c:pt>
                <c:pt idx="2588">
                  <c:v>2.9953703698993195E-2</c:v>
                </c:pt>
                <c:pt idx="2589">
                  <c:v>2.9965277775772847E-2</c:v>
                </c:pt>
                <c:pt idx="2590">
                  <c:v>2.99768518525525E-2</c:v>
                </c:pt>
                <c:pt idx="2591">
                  <c:v>2.9988425922056194E-2</c:v>
                </c:pt>
                <c:pt idx="2592">
                  <c:v>2.9999999998835847E-2</c:v>
                </c:pt>
                <c:pt idx="2593">
                  <c:v>3.0011574068339542E-2</c:v>
                </c:pt>
                <c:pt idx="2594">
                  <c:v>3.0023148145119194E-2</c:v>
                </c:pt>
                <c:pt idx="2595">
                  <c:v>3.0034722221898846E-2</c:v>
                </c:pt>
                <c:pt idx="2596">
                  <c:v>3.0046296291402541E-2</c:v>
                </c:pt>
                <c:pt idx="2597">
                  <c:v>3.0057870368182193E-2</c:v>
                </c:pt>
                <c:pt idx="2598">
                  <c:v>3.0069444444961846E-2</c:v>
                </c:pt>
                <c:pt idx="2599">
                  <c:v>3.0081018514465541E-2</c:v>
                </c:pt>
                <c:pt idx="2600">
                  <c:v>3.0092592591245193E-2</c:v>
                </c:pt>
                <c:pt idx="2601">
                  <c:v>3.0104166660748888E-2</c:v>
                </c:pt>
                <c:pt idx="2602">
                  <c:v>3.011574073752854E-2</c:v>
                </c:pt>
                <c:pt idx="2603">
                  <c:v>3.0127314814308193E-2</c:v>
                </c:pt>
                <c:pt idx="2604">
                  <c:v>3.0138888883811887E-2</c:v>
                </c:pt>
                <c:pt idx="2605">
                  <c:v>3.015046296059154E-2</c:v>
                </c:pt>
                <c:pt idx="2606">
                  <c:v>3.0162037037371192E-2</c:v>
                </c:pt>
                <c:pt idx="2607">
                  <c:v>3.0173611106874887E-2</c:v>
                </c:pt>
                <c:pt idx="2608">
                  <c:v>3.0185185183654539E-2</c:v>
                </c:pt>
                <c:pt idx="2609">
                  <c:v>3.0196759260434192E-2</c:v>
                </c:pt>
                <c:pt idx="2610">
                  <c:v>3.0208333329937886E-2</c:v>
                </c:pt>
                <c:pt idx="2611">
                  <c:v>3.0219907406717539E-2</c:v>
                </c:pt>
                <c:pt idx="2612">
                  <c:v>3.0231481476221234E-2</c:v>
                </c:pt>
                <c:pt idx="2613">
                  <c:v>3.0243055553000886E-2</c:v>
                </c:pt>
                <c:pt idx="2614">
                  <c:v>3.0254629629780538E-2</c:v>
                </c:pt>
                <c:pt idx="2615">
                  <c:v>3.0266203699284233E-2</c:v>
                </c:pt>
                <c:pt idx="2616">
                  <c:v>3.0277777776063886E-2</c:v>
                </c:pt>
                <c:pt idx="2617">
                  <c:v>3.0289351852843538E-2</c:v>
                </c:pt>
                <c:pt idx="2618">
                  <c:v>3.0300925922347233E-2</c:v>
                </c:pt>
                <c:pt idx="2619">
                  <c:v>3.0312499999126885E-2</c:v>
                </c:pt>
                <c:pt idx="2620">
                  <c:v>3.032407406863058E-2</c:v>
                </c:pt>
                <c:pt idx="2621">
                  <c:v>3.0335648145410232E-2</c:v>
                </c:pt>
                <c:pt idx="2622">
                  <c:v>3.0347222222189885E-2</c:v>
                </c:pt>
                <c:pt idx="2623">
                  <c:v>3.0358796291693579E-2</c:v>
                </c:pt>
                <c:pt idx="2624">
                  <c:v>3.0370370368473232E-2</c:v>
                </c:pt>
                <c:pt idx="2625">
                  <c:v>3.0381944445252884E-2</c:v>
                </c:pt>
                <c:pt idx="2626">
                  <c:v>3.0393518514756579E-2</c:v>
                </c:pt>
                <c:pt idx="2627">
                  <c:v>3.0405092591536231E-2</c:v>
                </c:pt>
                <c:pt idx="2628">
                  <c:v>3.0416666661039926E-2</c:v>
                </c:pt>
                <c:pt idx="2629">
                  <c:v>3.0428240737819578E-2</c:v>
                </c:pt>
                <c:pt idx="2630">
                  <c:v>3.0439814814599231E-2</c:v>
                </c:pt>
                <c:pt idx="2631">
                  <c:v>3.0451388884102926E-2</c:v>
                </c:pt>
                <c:pt idx="2632">
                  <c:v>3.0462962960882578E-2</c:v>
                </c:pt>
                <c:pt idx="2633">
                  <c:v>3.047453703766223E-2</c:v>
                </c:pt>
                <c:pt idx="2634">
                  <c:v>3.0486111107165925E-2</c:v>
                </c:pt>
                <c:pt idx="2635">
                  <c:v>3.0497685183945578E-2</c:v>
                </c:pt>
                <c:pt idx="2636">
                  <c:v>3.0509259253449272E-2</c:v>
                </c:pt>
                <c:pt idx="2637">
                  <c:v>3.0520833330228925E-2</c:v>
                </c:pt>
                <c:pt idx="2638">
                  <c:v>3.0532407407008577E-2</c:v>
                </c:pt>
                <c:pt idx="2639">
                  <c:v>3.0543981476512272E-2</c:v>
                </c:pt>
                <c:pt idx="2640">
                  <c:v>3.0555555553291924E-2</c:v>
                </c:pt>
                <c:pt idx="2641">
                  <c:v>3.0567129630071577E-2</c:v>
                </c:pt>
                <c:pt idx="2642">
                  <c:v>3.0578703699575271E-2</c:v>
                </c:pt>
                <c:pt idx="2643">
                  <c:v>3.0590277776354924E-2</c:v>
                </c:pt>
                <c:pt idx="2644">
                  <c:v>3.0601851853134576E-2</c:v>
                </c:pt>
                <c:pt idx="2645">
                  <c:v>3.0613425922638271E-2</c:v>
                </c:pt>
                <c:pt idx="2646">
                  <c:v>3.0624999999417923E-2</c:v>
                </c:pt>
                <c:pt idx="2647">
                  <c:v>3.0636574068921618E-2</c:v>
                </c:pt>
                <c:pt idx="2648">
                  <c:v>3.0648148145701271E-2</c:v>
                </c:pt>
                <c:pt idx="2649">
                  <c:v>3.0659722222480923E-2</c:v>
                </c:pt>
                <c:pt idx="2650">
                  <c:v>3.0671296291984618E-2</c:v>
                </c:pt>
                <c:pt idx="2651">
                  <c:v>3.068287036876427E-2</c:v>
                </c:pt>
                <c:pt idx="2652">
                  <c:v>3.0694444445543922E-2</c:v>
                </c:pt>
                <c:pt idx="2653">
                  <c:v>3.0706018515047617E-2</c:v>
                </c:pt>
                <c:pt idx="2654">
                  <c:v>3.071759259182727E-2</c:v>
                </c:pt>
                <c:pt idx="2655">
                  <c:v>3.0729166661330964E-2</c:v>
                </c:pt>
                <c:pt idx="2656">
                  <c:v>3.0740740738110617E-2</c:v>
                </c:pt>
                <c:pt idx="2657">
                  <c:v>3.0752314814890269E-2</c:v>
                </c:pt>
                <c:pt idx="2658">
                  <c:v>3.0763888884393964E-2</c:v>
                </c:pt>
                <c:pt idx="2659">
                  <c:v>3.0775462961173616E-2</c:v>
                </c:pt>
                <c:pt idx="2660">
                  <c:v>3.0787037037953269E-2</c:v>
                </c:pt>
                <c:pt idx="2661">
                  <c:v>3.0798611107456964E-2</c:v>
                </c:pt>
                <c:pt idx="2662">
                  <c:v>3.0810185184236616E-2</c:v>
                </c:pt>
                <c:pt idx="2663">
                  <c:v>3.0821759253740311E-2</c:v>
                </c:pt>
                <c:pt idx="2664">
                  <c:v>3.0833333330519963E-2</c:v>
                </c:pt>
                <c:pt idx="2665">
                  <c:v>3.0844907407299615E-2</c:v>
                </c:pt>
                <c:pt idx="2666">
                  <c:v>3.085648147680331E-2</c:v>
                </c:pt>
                <c:pt idx="2667">
                  <c:v>3.0868055553582963E-2</c:v>
                </c:pt>
                <c:pt idx="2668">
                  <c:v>3.0879629630362615E-2</c:v>
                </c:pt>
                <c:pt idx="2669">
                  <c:v>3.089120369986631E-2</c:v>
                </c:pt>
                <c:pt idx="2670">
                  <c:v>3.0902777776645962E-2</c:v>
                </c:pt>
                <c:pt idx="2671">
                  <c:v>3.0914351846149657E-2</c:v>
                </c:pt>
                <c:pt idx="2672">
                  <c:v>3.0925925922929309E-2</c:v>
                </c:pt>
                <c:pt idx="2673">
                  <c:v>3.0937499999708962E-2</c:v>
                </c:pt>
                <c:pt idx="2674">
                  <c:v>3.0949074069212656E-2</c:v>
                </c:pt>
                <c:pt idx="2675">
                  <c:v>3.0960648145992309E-2</c:v>
                </c:pt>
                <c:pt idx="2676">
                  <c:v>3.0972222222771961E-2</c:v>
                </c:pt>
                <c:pt idx="2677">
                  <c:v>3.0983796292275656E-2</c:v>
                </c:pt>
                <c:pt idx="2678">
                  <c:v>3.0995370369055308E-2</c:v>
                </c:pt>
                <c:pt idx="2679">
                  <c:v>3.1006944438559003E-2</c:v>
                </c:pt>
                <c:pt idx="2680">
                  <c:v>3.1018518515338656E-2</c:v>
                </c:pt>
                <c:pt idx="2681">
                  <c:v>3.1030092592118308E-2</c:v>
                </c:pt>
                <c:pt idx="2682">
                  <c:v>3.1041666661622003E-2</c:v>
                </c:pt>
                <c:pt idx="2683">
                  <c:v>3.1053240738401655E-2</c:v>
                </c:pt>
                <c:pt idx="2684">
                  <c:v>3.1064814815181307E-2</c:v>
                </c:pt>
                <c:pt idx="2685">
                  <c:v>3.1076388884685002E-2</c:v>
                </c:pt>
                <c:pt idx="2686">
                  <c:v>3.1087962961464655E-2</c:v>
                </c:pt>
                <c:pt idx="2687">
                  <c:v>3.1099537038244307E-2</c:v>
                </c:pt>
                <c:pt idx="2688">
                  <c:v>3.1111111107748002E-2</c:v>
                </c:pt>
                <c:pt idx="2689">
                  <c:v>3.1122685184527654E-2</c:v>
                </c:pt>
                <c:pt idx="2690">
                  <c:v>3.1134259254031349E-2</c:v>
                </c:pt>
                <c:pt idx="2691">
                  <c:v>3.1145833330811001E-2</c:v>
                </c:pt>
                <c:pt idx="2692">
                  <c:v>3.1157407407590654E-2</c:v>
                </c:pt>
                <c:pt idx="2693">
                  <c:v>3.1168981477094349E-2</c:v>
                </c:pt>
                <c:pt idx="2694">
                  <c:v>3.1180555553874001E-2</c:v>
                </c:pt>
                <c:pt idx="2695">
                  <c:v>3.1192129630653653E-2</c:v>
                </c:pt>
                <c:pt idx="2696">
                  <c:v>3.1203703700157348E-2</c:v>
                </c:pt>
                <c:pt idx="2697">
                  <c:v>3.1215277776937E-2</c:v>
                </c:pt>
                <c:pt idx="2698">
                  <c:v>3.1226851846440695E-2</c:v>
                </c:pt>
                <c:pt idx="2699">
                  <c:v>3.1238425923220348E-2</c:v>
                </c:pt>
                <c:pt idx="2700">
                  <c:v>3.125E-2</c:v>
                </c:pt>
                <c:pt idx="2701">
                  <c:v>3.1261574069503695E-2</c:v>
                </c:pt>
                <c:pt idx="2702">
                  <c:v>3.1273148146283347E-2</c:v>
                </c:pt>
                <c:pt idx="2703">
                  <c:v>3.1284722223063E-2</c:v>
                </c:pt>
                <c:pt idx="2704">
                  <c:v>3.1296296292566694E-2</c:v>
                </c:pt>
                <c:pt idx="2705">
                  <c:v>3.1307870369346347E-2</c:v>
                </c:pt>
                <c:pt idx="2706">
                  <c:v>3.1319444438850041E-2</c:v>
                </c:pt>
                <c:pt idx="2707">
                  <c:v>3.1331018515629694E-2</c:v>
                </c:pt>
                <c:pt idx="2708">
                  <c:v>3.1342592592409346E-2</c:v>
                </c:pt>
                <c:pt idx="2709">
                  <c:v>3.1354166661913041E-2</c:v>
                </c:pt>
                <c:pt idx="2710">
                  <c:v>3.1365740738692693E-2</c:v>
                </c:pt>
                <c:pt idx="2711">
                  <c:v>3.1377314815472346E-2</c:v>
                </c:pt>
                <c:pt idx="2712">
                  <c:v>3.1388888884976041E-2</c:v>
                </c:pt>
                <c:pt idx="2713">
                  <c:v>3.1400462961755693E-2</c:v>
                </c:pt>
                <c:pt idx="2714">
                  <c:v>3.1412037031259388E-2</c:v>
                </c:pt>
                <c:pt idx="2715">
                  <c:v>3.142361110803904E-2</c:v>
                </c:pt>
                <c:pt idx="2716">
                  <c:v>3.1435185184818693E-2</c:v>
                </c:pt>
                <c:pt idx="2717">
                  <c:v>3.1446759254322387E-2</c:v>
                </c:pt>
                <c:pt idx="2718">
                  <c:v>3.145833333110204E-2</c:v>
                </c:pt>
                <c:pt idx="2719">
                  <c:v>3.1469907407881692E-2</c:v>
                </c:pt>
                <c:pt idx="2720">
                  <c:v>3.1481481477385387E-2</c:v>
                </c:pt>
                <c:pt idx="2721">
                  <c:v>3.1493055554165039E-2</c:v>
                </c:pt>
                <c:pt idx="2722">
                  <c:v>3.1504629630944692E-2</c:v>
                </c:pt>
                <c:pt idx="2723">
                  <c:v>3.1516203700448386E-2</c:v>
                </c:pt>
                <c:pt idx="2724">
                  <c:v>3.1527777777228039E-2</c:v>
                </c:pt>
                <c:pt idx="2725">
                  <c:v>3.1539351846731734E-2</c:v>
                </c:pt>
                <c:pt idx="2726">
                  <c:v>3.1550925923511386E-2</c:v>
                </c:pt>
                <c:pt idx="2727">
                  <c:v>3.1562500000291038E-2</c:v>
                </c:pt>
                <c:pt idx="2728">
                  <c:v>3.1574074069794733E-2</c:v>
                </c:pt>
                <c:pt idx="2729">
                  <c:v>3.1585648146574385E-2</c:v>
                </c:pt>
                <c:pt idx="2730">
                  <c:v>3.1597222223354038E-2</c:v>
                </c:pt>
                <c:pt idx="2731">
                  <c:v>3.1608796292857733E-2</c:v>
                </c:pt>
                <c:pt idx="2732">
                  <c:v>3.1620370369637385E-2</c:v>
                </c:pt>
                <c:pt idx="2733">
                  <c:v>3.163194443914108E-2</c:v>
                </c:pt>
                <c:pt idx="2734">
                  <c:v>3.1643518515920732E-2</c:v>
                </c:pt>
                <c:pt idx="2735">
                  <c:v>3.1655092592700385E-2</c:v>
                </c:pt>
                <c:pt idx="2736">
                  <c:v>3.1666666662204079E-2</c:v>
                </c:pt>
                <c:pt idx="2737">
                  <c:v>3.1678240738983732E-2</c:v>
                </c:pt>
                <c:pt idx="2738">
                  <c:v>3.1689814815763384E-2</c:v>
                </c:pt>
                <c:pt idx="2739">
                  <c:v>3.1701388885267079E-2</c:v>
                </c:pt>
                <c:pt idx="2740">
                  <c:v>3.1712962962046731E-2</c:v>
                </c:pt>
                <c:pt idx="2741">
                  <c:v>3.1724537031550426E-2</c:v>
                </c:pt>
                <c:pt idx="2742">
                  <c:v>3.1736111108330078E-2</c:v>
                </c:pt>
                <c:pt idx="2743">
                  <c:v>3.1747685185109731E-2</c:v>
                </c:pt>
                <c:pt idx="2744">
                  <c:v>3.1759259254613426E-2</c:v>
                </c:pt>
                <c:pt idx="2745">
                  <c:v>3.1770833331393078E-2</c:v>
                </c:pt>
                <c:pt idx="2746">
                  <c:v>3.178240740817273E-2</c:v>
                </c:pt>
                <c:pt idx="2747">
                  <c:v>3.1793981477676425E-2</c:v>
                </c:pt>
                <c:pt idx="2748">
                  <c:v>3.1805555554456078E-2</c:v>
                </c:pt>
                <c:pt idx="2749">
                  <c:v>3.1817129623959772E-2</c:v>
                </c:pt>
                <c:pt idx="2750">
                  <c:v>3.1828703700739425E-2</c:v>
                </c:pt>
                <c:pt idx="2751">
                  <c:v>3.1840277777519077E-2</c:v>
                </c:pt>
                <c:pt idx="2752">
                  <c:v>3.1851851847022772E-2</c:v>
                </c:pt>
                <c:pt idx="2753">
                  <c:v>3.1863425923802424E-2</c:v>
                </c:pt>
                <c:pt idx="2754">
                  <c:v>3.1875000000582077E-2</c:v>
                </c:pt>
                <c:pt idx="2755">
                  <c:v>3.1886574070085771E-2</c:v>
                </c:pt>
                <c:pt idx="2756">
                  <c:v>3.1898148146865424E-2</c:v>
                </c:pt>
                <c:pt idx="2757">
                  <c:v>3.1909722216369119E-2</c:v>
                </c:pt>
                <c:pt idx="2758">
                  <c:v>3.1921296293148771E-2</c:v>
                </c:pt>
                <c:pt idx="2759">
                  <c:v>3.1932870369928423E-2</c:v>
                </c:pt>
                <c:pt idx="2760">
                  <c:v>3.1944444439432118E-2</c:v>
                </c:pt>
                <c:pt idx="2761">
                  <c:v>3.195601851621177E-2</c:v>
                </c:pt>
                <c:pt idx="2762">
                  <c:v>3.1967592592991423E-2</c:v>
                </c:pt>
                <c:pt idx="2763">
                  <c:v>3.1979166662495118E-2</c:v>
                </c:pt>
                <c:pt idx="2764">
                  <c:v>3.199074073927477E-2</c:v>
                </c:pt>
                <c:pt idx="2765">
                  <c:v>3.2002314816054422E-2</c:v>
                </c:pt>
                <c:pt idx="2766">
                  <c:v>3.2013888885558117E-2</c:v>
                </c:pt>
                <c:pt idx="2767">
                  <c:v>3.202546296233777E-2</c:v>
                </c:pt>
                <c:pt idx="2768">
                  <c:v>3.2037037031841464E-2</c:v>
                </c:pt>
                <c:pt idx="2769">
                  <c:v>3.2048611108621117E-2</c:v>
                </c:pt>
                <c:pt idx="2770">
                  <c:v>3.2060185185400769E-2</c:v>
                </c:pt>
                <c:pt idx="2771">
                  <c:v>3.2071759254904464E-2</c:v>
                </c:pt>
                <c:pt idx="2772">
                  <c:v>3.2083333331684116E-2</c:v>
                </c:pt>
                <c:pt idx="2773">
                  <c:v>3.2094907408463769E-2</c:v>
                </c:pt>
                <c:pt idx="2774">
                  <c:v>3.2106481477967463E-2</c:v>
                </c:pt>
                <c:pt idx="2775">
                  <c:v>3.2118055554747116E-2</c:v>
                </c:pt>
                <c:pt idx="2776">
                  <c:v>3.2129629624250811E-2</c:v>
                </c:pt>
                <c:pt idx="2777">
                  <c:v>3.2141203701030463E-2</c:v>
                </c:pt>
                <c:pt idx="2778">
                  <c:v>3.2152777777810115E-2</c:v>
                </c:pt>
                <c:pt idx="2779">
                  <c:v>3.216435184731381E-2</c:v>
                </c:pt>
                <c:pt idx="2780">
                  <c:v>3.2175925924093463E-2</c:v>
                </c:pt>
                <c:pt idx="2781">
                  <c:v>3.2187500000873115E-2</c:v>
                </c:pt>
                <c:pt idx="2782">
                  <c:v>3.219907407037681E-2</c:v>
                </c:pt>
                <c:pt idx="2783">
                  <c:v>3.2210648147156462E-2</c:v>
                </c:pt>
                <c:pt idx="2784">
                  <c:v>3.2222222216660157E-2</c:v>
                </c:pt>
                <c:pt idx="2785">
                  <c:v>3.2233796293439809E-2</c:v>
                </c:pt>
                <c:pt idx="2786">
                  <c:v>3.2245370370219462E-2</c:v>
                </c:pt>
                <c:pt idx="2787">
                  <c:v>3.2256944439723156E-2</c:v>
                </c:pt>
                <c:pt idx="2788">
                  <c:v>3.2268518516502809E-2</c:v>
                </c:pt>
                <c:pt idx="2789">
                  <c:v>3.2280092593282461E-2</c:v>
                </c:pt>
                <c:pt idx="2790">
                  <c:v>3.2291666662786156E-2</c:v>
                </c:pt>
                <c:pt idx="2791">
                  <c:v>3.2303240739565808E-2</c:v>
                </c:pt>
                <c:pt idx="2792">
                  <c:v>3.2314814809069503E-2</c:v>
                </c:pt>
                <c:pt idx="2793">
                  <c:v>3.2326388885849155E-2</c:v>
                </c:pt>
                <c:pt idx="2794">
                  <c:v>3.2337962962628808E-2</c:v>
                </c:pt>
                <c:pt idx="2795">
                  <c:v>3.2349537032132503E-2</c:v>
                </c:pt>
                <c:pt idx="2796">
                  <c:v>3.2361111108912155E-2</c:v>
                </c:pt>
                <c:pt idx="2797">
                  <c:v>3.2372685185691807E-2</c:v>
                </c:pt>
                <c:pt idx="2798">
                  <c:v>3.2384259255195502E-2</c:v>
                </c:pt>
                <c:pt idx="2799">
                  <c:v>3.2395833331975155E-2</c:v>
                </c:pt>
                <c:pt idx="2800">
                  <c:v>3.2407407401478849E-2</c:v>
                </c:pt>
                <c:pt idx="2801">
                  <c:v>3.2418981478258502E-2</c:v>
                </c:pt>
                <c:pt idx="2802">
                  <c:v>3.2430555555038154E-2</c:v>
                </c:pt>
                <c:pt idx="2803">
                  <c:v>3.2442129624541849E-2</c:v>
                </c:pt>
                <c:pt idx="2804">
                  <c:v>3.2453703701321501E-2</c:v>
                </c:pt>
                <c:pt idx="2805">
                  <c:v>3.2465277778101154E-2</c:v>
                </c:pt>
                <c:pt idx="2806">
                  <c:v>3.2476851847604848E-2</c:v>
                </c:pt>
                <c:pt idx="2807">
                  <c:v>3.2488425924384501E-2</c:v>
                </c:pt>
                <c:pt idx="2808">
                  <c:v>3.2500000001164153E-2</c:v>
                </c:pt>
                <c:pt idx="2809">
                  <c:v>3.2511574070667848E-2</c:v>
                </c:pt>
                <c:pt idx="2810">
                  <c:v>3.25231481474475E-2</c:v>
                </c:pt>
                <c:pt idx="2811">
                  <c:v>3.2534722216951195E-2</c:v>
                </c:pt>
                <c:pt idx="2812">
                  <c:v>3.2546296293730848E-2</c:v>
                </c:pt>
                <c:pt idx="2813">
                  <c:v>3.25578703705105E-2</c:v>
                </c:pt>
                <c:pt idx="2814">
                  <c:v>3.2569444440014195E-2</c:v>
                </c:pt>
                <c:pt idx="2815">
                  <c:v>3.2581018516793847E-2</c:v>
                </c:pt>
                <c:pt idx="2816">
                  <c:v>3.2592592593573499E-2</c:v>
                </c:pt>
                <c:pt idx="2817">
                  <c:v>3.2604166663077194E-2</c:v>
                </c:pt>
                <c:pt idx="2818">
                  <c:v>3.2615740739856847E-2</c:v>
                </c:pt>
                <c:pt idx="2819">
                  <c:v>3.2627314809360541E-2</c:v>
                </c:pt>
                <c:pt idx="2820">
                  <c:v>3.2638888886140194E-2</c:v>
                </c:pt>
                <c:pt idx="2821">
                  <c:v>3.2650462962919846E-2</c:v>
                </c:pt>
                <c:pt idx="2822">
                  <c:v>3.2662037032423541E-2</c:v>
                </c:pt>
                <c:pt idx="2823">
                  <c:v>3.2673611109203193E-2</c:v>
                </c:pt>
                <c:pt idx="2824">
                  <c:v>3.2685185185982846E-2</c:v>
                </c:pt>
                <c:pt idx="2825">
                  <c:v>3.269675925548654E-2</c:v>
                </c:pt>
                <c:pt idx="2826">
                  <c:v>3.2708333332266193E-2</c:v>
                </c:pt>
                <c:pt idx="2827">
                  <c:v>3.2719907401769888E-2</c:v>
                </c:pt>
                <c:pt idx="2828">
                  <c:v>3.273148147854954E-2</c:v>
                </c:pt>
                <c:pt idx="2829">
                  <c:v>3.2743055555329192E-2</c:v>
                </c:pt>
                <c:pt idx="2830">
                  <c:v>3.2754629624832887E-2</c:v>
                </c:pt>
                <c:pt idx="2831">
                  <c:v>3.276620370161254E-2</c:v>
                </c:pt>
                <c:pt idx="2832">
                  <c:v>3.2777777778392192E-2</c:v>
                </c:pt>
                <c:pt idx="2833">
                  <c:v>3.2789351847895887E-2</c:v>
                </c:pt>
                <c:pt idx="2834">
                  <c:v>3.2800925924675539E-2</c:v>
                </c:pt>
                <c:pt idx="2835">
                  <c:v>3.2812499994179234E-2</c:v>
                </c:pt>
                <c:pt idx="2836">
                  <c:v>3.2824074070958886E-2</c:v>
                </c:pt>
                <c:pt idx="2837">
                  <c:v>3.2835648147738539E-2</c:v>
                </c:pt>
                <c:pt idx="2838">
                  <c:v>3.2847222217242233E-2</c:v>
                </c:pt>
                <c:pt idx="2839">
                  <c:v>3.2858796294021886E-2</c:v>
                </c:pt>
                <c:pt idx="2840">
                  <c:v>3.2870370370801538E-2</c:v>
                </c:pt>
                <c:pt idx="2841">
                  <c:v>3.2881944440305233E-2</c:v>
                </c:pt>
                <c:pt idx="2842">
                  <c:v>3.2893518517084885E-2</c:v>
                </c:pt>
                <c:pt idx="2843">
                  <c:v>3.2905092593864538E-2</c:v>
                </c:pt>
                <c:pt idx="2844">
                  <c:v>3.2916666663368233E-2</c:v>
                </c:pt>
                <c:pt idx="2845">
                  <c:v>3.2928240740147885E-2</c:v>
                </c:pt>
                <c:pt idx="2846">
                  <c:v>3.293981480965158E-2</c:v>
                </c:pt>
                <c:pt idx="2847">
                  <c:v>3.2951388886431232E-2</c:v>
                </c:pt>
                <c:pt idx="2848">
                  <c:v>3.2962962963210884E-2</c:v>
                </c:pt>
                <c:pt idx="2849">
                  <c:v>3.2974537032714579E-2</c:v>
                </c:pt>
                <c:pt idx="2850">
                  <c:v>3.2986111109494232E-2</c:v>
                </c:pt>
                <c:pt idx="2851">
                  <c:v>3.2997685186273884E-2</c:v>
                </c:pt>
                <c:pt idx="2852">
                  <c:v>3.3009259255777579E-2</c:v>
                </c:pt>
                <c:pt idx="2853">
                  <c:v>3.3020833332557231E-2</c:v>
                </c:pt>
                <c:pt idx="2854">
                  <c:v>3.3032407402060926E-2</c:v>
                </c:pt>
                <c:pt idx="2855">
                  <c:v>3.3043981478840578E-2</c:v>
                </c:pt>
                <c:pt idx="2856">
                  <c:v>3.3055555555620231E-2</c:v>
                </c:pt>
                <c:pt idx="2857">
                  <c:v>3.3067129625123926E-2</c:v>
                </c:pt>
                <c:pt idx="2858">
                  <c:v>3.3078703701903578E-2</c:v>
                </c:pt>
                <c:pt idx="2859">
                  <c:v>3.309027777868323E-2</c:v>
                </c:pt>
                <c:pt idx="2860">
                  <c:v>3.3101851848186925E-2</c:v>
                </c:pt>
                <c:pt idx="2861">
                  <c:v>3.3113425924966577E-2</c:v>
                </c:pt>
                <c:pt idx="2862">
                  <c:v>3.3124999994470272E-2</c:v>
                </c:pt>
                <c:pt idx="2863">
                  <c:v>3.3136574071249925E-2</c:v>
                </c:pt>
                <c:pt idx="2864">
                  <c:v>3.3148148148029577E-2</c:v>
                </c:pt>
                <c:pt idx="2865">
                  <c:v>3.3159722217533272E-2</c:v>
                </c:pt>
                <c:pt idx="2866">
                  <c:v>3.3171296294312924E-2</c:v>
                </c:pt>
                <c:pt idx="2867">
                  <c:v>3.3182870371092577E-2</c:v>
                </c:pt>
                <c:pt idx="2868">
                  <c:v>3.3194444440596271E-2</c:v>
                </c:pt>
                <c:pt idx="2869">
                  <c:v>3.3206018517375924E-2</c:v>
                </c:pt>
                <c:pt idx="2870">
                  <c:v>3.3217592586879618E-2</c:v>
                </c:pt>
                <c:pt idx="2871">
                  <c:v>3.3229166663659271E-2</c:v>
                </c:pt>
                <c:pt idx="2872">
                  <c:v>3.3240740740438923E-2</c:v>
                </c:pt>
                <c:pt idx="2873">
                  <c:v>3.3252314809942618E-2</c:v>
                </c:pt>
                <c:pt idx="2874">
                  <c:v>3.326388888672227E-2</c:v>
                </c:pt>
                <c:pt idx="2875">
                  <c:v>3.3275462963501923E-2</c:v>
                </c:pt>
                <c:pt idx="2876">
                  <c:v>3.3287037033005618E-2</c:v>
                </c:pt>
                <c:pt idx="2877">
                  <c:v>3.329861110978527E-2</c:v>
                </c:pt>
                <c:pt idx="2878">
                  <c:v>3.3310185179288965E-2</c:v>
                </c:pt>
                <c:pt idx="2879">
                  <c:v>3.3321759256068617E-2</c:v>
                </c:pt>
                <c:pt idx="2880">
                  <c:v>3.3333333332848269E-2</c:v>
                </c:pt>
                <c:pt idx="2881">
                  <c:v>3.3344907402351964E-2</c:v>
                </c:pt>
                <c:pt idx="2882">
                  <c:v>3.3356481479131617E-2</c:v>
                </c:pt>
                <c:pt idx="2883">
                  <c:v>3.3368055555911269E-2</c:v>
                </c:pt>
                <c:pt idx="2884">
                  <c:v>3.3379629625414964E-2</c:v>
                </c:pt>
                <c:pt idx="2885">
                  <c:v>3.3391203702194616E-2</c:v>
                </c:pt>
                <c:pt idx="2886">
                  <c:v>3.3402777778974269E-2</c:v>
                </c:pt>
                <c:pt idx="2887">
                  <c:v>3.3414351848477963E-2</c:v>
                </c:pt>
                <c:pt idx="2888">
                  <c:v>3.3425925925257616E-2</c:v>
                </c:pt>
                <c:pt idx="2889">
                  <c:v>3.3437499994761311E-2</c:v>
                </c:pt>
                <c:pt idx="2890">
                  <c:v>3.3449074071540963E-2</c:v>
                </c:pt>
                <c:pt idx="2891">
                  <c:v>3.3460648148320615E-2</c:v>
                </c:pt>
                <c:pt idx="2892">
                  <c:v>3.347222221782431E-2</c:v>
                </c:pt>
                <c:pt idx="2893">
                  <c:v>3.3483796294603962E-2</c:v>
                </c:pt>
                <c:pt idx="2894">
                  <c:v>3.3495370371383615E-2</c:v>
                </c:pt>
                <c:pt idx="2895">
                  <c:v>3.350694444088731E-2</c:v>
                </c:pt>
                <c:pt idx="2896">
                  <c:v>3.3518518517666962E-2</c:v>
                </c:pt>
                <c:pt idx="2897">
                  <c:v>3.3530092587170657E-2</c:v>
                </c:pt>
                <c:pt idx="2898">
                  <c:v>3.3541666663950309E-2</c:v>
                </c:pt>
                <c:pt idx="2899">
                  <c:v>3.3553240740729962E-2</c:v>
                </c:pt>
                <c:pt idx="2900">
                  <c:v>3.3564814810233656E-2</c:v>
                </c:pt>
                <c:pt idx="2901">
                  <c:v>3.3576388887013309E-2</c:v>
                </c:pt>
                <c:pt idx="2902">
                  <c:v>3.3587962963792961E-2</c:v>
                </c:pt>
                <c:pt idx="2903">
                  <c:v>3.3599537033296656E-2</c:v>
                </c:pt>
                <c:pt idx="2904">
                  <c:v>3.3611111110076308E-2</c:v>
                </c:pt>
                <c:pt idx="2905">
                  <c:v>3.3622685179580003E-2</c:v>
                </c:pt>
                <c:pt idx="2906">
                  <c:v>3.3634259256359655E-2</c:v>
                </c:pt>
                <c:pt idx="2907">
                  <c:v>3.3645833333139308E-2</c:v>
                </c:pt>
                <c:pt idx="2908">
                  <c:v>3.3657407402643003E-2</c:v>
                </c:pt>
                <c:pt idx="2909">
                  <c:v>3.3668981479422655E-2</c:v>
                </c:pt>
                <c:pt idx="2910">
                  <c:v>3.3680555556202307E-2</c:v>
                </c:pt>
                <c:pt idx="2911">
                  <c:v>3.3692129625706002E-2</c:v>
                </c:pt>
                <c:pt idx="2912">
                  <c:v>3.3703703702485655E-2</c:v>
                </c:pt>
                <c:pt idx="2913">
                  <c:v>3.3715277771989349E-2</c:v>
                </c:pt>
                <c:pt idx="2914">
                  <c:v>3.3726851848769002E-2</c:v>
                </c:pt>
                <c:pt idx="2915">
                  <c:v>3.3738425925548654E-2</c:v>
                </c:pt>
                <c:pt idx="2916">
                  <c:v>3.3749999995052349E-2</c:v>
                </c:pt>
                <c:pt idx="2917">
                  <c:v>3.3761574071832001E-2</c:v>
                </c:pt>
                <c:pt idx="2918">
                  <c:v>3.3773148148611654E-2</c:v>
                </c:pt>
                <c:pt idx="2919">
                  <c:v>3.3784722218115348E-2</c:v>
                </c:pt>
                <c:pt idx="2920">
                  <c:v>3.3796296294895001E-2</c:v>
                </c:pt>
                <c:pt idx="2921">
                  <c:v>3.3807870371674653E-2</c:v>
                </c:pt>
                <c:pt idx="2922">
                  <c:v>3.3819444441178348E-2</c:v>
                </c:pt>
                <c:pt idx="2923">
                  <c:v>3.3831018517958E-2</c:v>
                </c:pt>
                <c:pt idx="2924">
                  <c:v>3.3842592587461695E-2</c:v>
                </c:pt>
                <c:pt idx="2925">
                  <c:v>3.3854166664241347E-2</c:v>
                </c:pt>
                <c:pt idx="2926">
                  <c:v>3.3865740741021E-2</c:v>
                </c:pt>
                <c:pt idx="2927">
                  <c:v>3.3877314810524695E-2</c:v>
                </c:pt>
                <c:pt idx="2928">
                  <c:v>3.3888888887304347E-2</c:v>
                </c:pt>
                <c:pt idx="2929">
                  <c:v>3.3900462964083999E-2</c:v>
                </c:pt>
                <c:pt idx="2930">
                  <c:v>3.3912037033587694E-2</c:v>
                </c:pt>
                <c:pt idx="2931">
                  <c:v>3.3923611110367347E-2</c:v>
                </c:pt>
                <c:pt idx="2932">
                  <c:v>3.3935185179871041E-2</c:v>
                </c:pt>
                <c:pt idx="2933">
                  <c:v>3.3946759256650694E-2</c:v>
                </c:pt>
                <c:pt idx="2934">
                  <c:v>3.3958333333430346E-2</c:v>
                </c:pt>
                <c:pt idx="2935">
                  <c:v>3.3969907402934041E-2</c:v>
                </c:pt>
                <c:pt idx="2936">
                  <c:v>3.3981481479713693E-2</c:v>
                </c:pt>
                <c:pt idx="2937">
                  <c:v>3.3993055556493346E-2</c:v>
                </c:pt>
                <c:pt idx="2938">
                  <c:v>3.400462962599704E-2</c:v>
                </c:pt>
                <c:pt idx="2939">
                  <c:v>3.4016203702776693E-2</c:v>
                </c:pt>
                <c:pt idx="2940">
                  <c:v>3.4027777772280388E-2</c:v>
                </c:pt>
                <c:pt idx="2941">
                  <c:v>3.403935184906004E-2</c:v>
                </c:pt>
                <c:pt idx="2942">
                  <c:v>3.4050925925839692E-2</c:v>
                </c:pt>
                <c:pt idx="2943">
                  <c:v>3.4062499995343387E-2</c:v>
                </c:pt>
                <c:pt idx="2944">
                  <c:v>3.407407407212304E-2</c:v>
                </c:pt>
                <c:pt idx="2945">
                  <c:v>3.4085648148902692E-2</c:v>
                </c:pt>
                <c:pt idx="2946">
                  <c:v>3.4097222218406387E-2</c:v>
                </c:pt>
                <c:pt idx="2947">
                  <c:v>3.4108796295186039E-2</c:v>
                </c:pt>
                <c:pt idx="2948">
                  <c:v>3.4120370364689734E-2</c:v>
                </c:pt>
                <c:pt idx="2949">
                  <c:v>3.4131944441469386E-2</c:v>
                </c:pt>
                <c:pt idx="2950">
                  <c:v>3.4143518518249039E-2</c:v>
                </c:pt>
                <c:pt idx="2951">
                  <c:v>3.4155092587752733E-2</c:v>
                </c:pt>
                <c:pt idx="2952">
                  <c:v>3.4166666664532386E-2</c:v>
                </c:pt>
                <c:pt idx="2953">
                  <c:v>3.4178240741312038E-2</c:v>
                </c:pt>
                <c:pt idx="2954">
                  <c:v>3.4189814810815733E-2</c:v>
                </c:pt>
                <c:pt idx="2955">
                  <c:v>3.4201388887595385E-2</c:v>
                </c:pt>
                <c:pt idx="2956">
                  <c:v>3.421296295709908E-2</c:v>
                </c:pt>
                <c:pt idx="2957">
                  <c:v>3.4224537033878732E-2</c:v>
                </c:pt>
                <c:pt idx="2958">
                  <c:v>3.4236111110658385E-2</c:v>
                </c:pt>
                <c:pt idx="2959">
                  <c:v>3.424768518016208E-2</c:v>
                </c:pt>
                <c:pt idx="2960">
                  <c:v>3.4259259256941732E-2</c:v>
                </c:pt>
                <c:pt idx="2961">
                  <c:v>3.4270833333721384E-2</c:v>
                </c:pt>
                <c:pt idx="2962">
                  <c:v>3.4282407403225079E-2</c:v>
                </c:pt>
                <c:pt idx="2963">
                  <c:v>3.4293981480004732E-2</c:v>
                </c:pt>
                <c:pt idx="2964">
                  <c:v>3.4305555556784384E-2</c:v>
                </c:pt>
                <c:pt idx="2965">
                  <c:v>3.4317129626288079E-2</c:v>
                </c:pt>
                <c:pt idx="2966">
                  <c:v>3.4328703703067731E-2</c:v>
                </c:pt>
                <c:pt idx="2967">
                  <c:v>3.4340277772571426E-2</c:v>
                </c:pt>
                <c:pt idx="2968">
                  <c:v>3.4351851849351078E-2</c:v>
                </c:pt>
                <c:pt idx="2969">
                  <c:v>3.4363425926130731E-2</c:v>
                </c:pt>
                <c:pt idx="2970">
                  <c:v>3.4374999995634425E-2</c:v>
                </c:pt>
                <c:pt idx="2971">
                  <c:v>3.4386574072414078E-2</c:v>
                </c:pt>
                <c:pt idx="2972">
                  <c:v>3.439814814919373E-2</c:v>
                </c:pt>
                <c:pt idx="2973">
                  <c:v>3.4409722218697425E-2</c:v>
                </c:pt>
                <c:pt idx="2974">
                  <c:v>3.4421296295477077E-2</c:v>
                </c:pt>
                <c:pt idx="2975">
                  <c:v>3.4432870364980772E-2</c:v>
                </c:pt>
                <c:pt idx="2976">
                  <c:v>3.4444444441760425E-2</c:v>
                </c:pt>
                <c:pt idx="2977">
                  <c:v>3.4456018518540077E-2</c:v>
                </c:pt>
                <c:pt idx="2978">
                  <c:v>3.4467592588043772E-2</c:v>
                </c:pt>
                <c:pt idx="2979">
                  <c:v>3.4479166664823424E-2</c:v>
                </c:pt>
                <c:pt idx="2980">
                  <c:v>3.4490740741603076E-2</c:v>
                </c:pt>
                <c:pt idx="2981">
                  <c:v>3.4502314811106771E-2</c:v>
                </c:pt>
                <c:pt idx="2982">
                  <c:v>3.4513888887886424E-2</c:v>
                </c:pt>
                <c:pt idx="2983">
                  <c:v>3.4525462957390118E-2</c:v>
                </c:pt>
                <c:pt idx="2984">
                  <c:v>3.4537037034169771E-2</c:v>
                </c:pt>
                <c:pt idx="2985">
                  <c:v>3.4548611110949423E-2</c:v>
                </c:pt>
                <c:pt idx="2986">
                  <c:v>3.4560185180453118E-2</c:v>
                </c:pt>
                <c:pt idx="2987">
                  <c:v>3.457175925723277E-2</c:v>
                </c:pt>
                <c:pt idx="2988">
                  <c:v>3.4583333334012423E-2</c:v>
                </c:pt>
                <c:pt idx="2989">
                  <c:v>3.4594907403516117E-2</c:v>
                </c:pt>
                <c:pt idx="2990">
                  <c:v>3.460648148029577E-2</c:v>
                </c:pt>
                <c:pt idx="2991">
                  <c:v>3.4618055549799465E-2</c:v>
                </c:pt>
                <c:pt idx="2992">
                  <c:v>3.4629629626579117E-2</c:v>
                </c:pt>
                <c:pt idx="2993">
                  <c:v>3.4641203703358769E-2</c:v>
                </c:pt>
                <c:pt idx="2994">
                  <c:v>3.4652777772862464E-2</c:v>
                </c:pt>
                <c:pt idx="2995">
                  <c:v>3.4664351849642117E-2</c:v>
                </c:pt>
                <c:pt idx="2996">
                  <c:v>3.4675925926421769E-2</c:v>
                </c:pt>
                <c:pt idx="2997">
                  <c:v>3.4687499995925464E-2</c:v>
                </c:pt>
                <c:pt idx="2998">
                  <c:v>3.4699074072705116E-2</c:v>
                </c:pt>
                <c:pt idx="2999">
                  <c:v>3.4710648149484769E-2</c:v>
                </c:pt>
                <c:pt idx="3000">
                  <c:v>3.4722222218988463E-2</c:v>
                </c:pt>
                <c:pt idx="3001">
                  <c:v>3.4733796295768116E-2</c:v>
                </c:pt>
                <c:pt idx="3002">
                  <c:v>3.474537036527181E-2</c:v>
                </c:pt>
                <c:pt idx="3003">
                  <c:v>3.4756944442051463E-2</c:v>
                </c:pt>
                <c:pt idx="3004">
                  <c:v>3.4768518518831115E-2</c:v>
                </c:pt>
                <c:pt idx="3005">
                  <c:v>3.478009258833481E-2</c:v>
                </c:pt>
                <c:pt idx="3006">
                  <c:v>3.4791666665114462E-2</c:v>
                </c:pt>
                <c:pt idx="3007">
                  <c:v>3.4803240741894115E-2</c:v>
                </c:pt>
                <c:pt idx="3008">
                  <c:v>3.481481481139781E-2</c:v>
                </c:pt>
                <c:pt idx="3009">
                  <c:v>3.4826388888177462E-2</c:v>
                </c:pt>
                <c:pt idx="3010">
                  <c:v>3.4837962957681157E-2</c:v>
                </c:pt>
                <c:pt idx="3011">
                  <c:v>3.4849537034460809E-2</c:v>
                </c:pt>
                <c:pt idx="3012">
                  <c:v>3.4861111111240461E-2</c:v>
                </c:pt>
                <c:pt idx="3013">
                  <c:v>3.4872685180744156E-2</c:v>
                </c:pt>
                <c:pt idx="3014">
                  <c:v>3.4884259257523809E-2</c:v>
                </c:pt>
                <c:pt idx="3015">
                  <c:v>3.4895833334303461E-2</c:v>
                </c:pt>
                <c:pt idx="3016">
                  <c:v>3.4907407403807156E-2</c:v>
                </c:pt>
                <c:pt idx="3017">
                  <c:v>3.4918981480586808E-2</c:v>
                </c:pt>
                <c:pt idx="3018">
                  <c:v>3.4930555550090503E-2</c:v>
                </c:pt>
                <c:pt idx="3019">
                  <c:v>3.4942129626870155E-2</c:v>
                </c:pt>
                <c:pt idx="3020">
                  <c:v>3.4953703703649808E-2</c:v>
                </c:pt>
                <c:pt idx="3021">
                  <c:v>3.4965277773153502E-2</c:v>
                </c:pt>
                <c:pt idx="3022">
                  <c:v>3.4976851849933155E-2</c:v>
                </c:pt>
                <c:pt idx="3023">
                  <c:v>3.4988425926712807E-2</c:v>
                </c:pt>
                <c:pt idx="3024">
                  <c:v>3.4999999996216502E-2</c:v>
                </c:pt>
                <c:pt idx="3025">
                  <c:v>3.5011574072996154E-2</c:v>
                </c:pt>
                <c:pt idx="3026">
                  <c:v>3.5023148142499849E-2</c:v>
                </c:pt>
                <c:pt idx="3027">
                  <c:v>3.5034722219279502E-2</c:v>
                </c:pt>
                <c:pt idx="3028">
                  <c:v>3.5046296296059154E-2</c:v>
                </c:pt>
                <c:pt idx="3029">
                  <c:v>3.5057870365562849E-2</c:v>
                </c:pt>
                <c:pt idx="3030">
                  <c:v>3.5069444442342501E-2</c:v>
                </c:pt>
                <c:pt idx="3031">
                  <c:v>3.5081018519122154E-2</c:v>
                </c:pt>
                <c:pt idx="3032">
                  <c:v>3.5092592588625848E-2</c:v>
                </c:pt>
                <c:pt idx="3033">
                  <c:v>3.5104166665405501E-2</c:v>
                </c:pt>
                <c:pt idx="3034">
                  <c:v>3.5115740734909195E-2</c:v>
                </c:pt>
                <c:pt idx="3035">
                  <c:v>3.5127314811688848E-2</c:v>
                </c:pt>
                <c:pt idx="3036">
                  <c:v>3.51388888884685E-2</c:v>
                </c:pt>
                <c:pt idx="3037">
                  <c:v>3.5150462957972195E-2</c:v>
                </c:pt>
                <c:pt idx="3038">
                  <c:v>3.5162037034751847E-2</c:v>
                </c:pt>
                <c:pt idx="3039">
                  <c:v>3.51736111115315E-2</c:v>
                </c:pt>
                <c:pt idx="3040">
                  <c:v>3.5185185181035195E-2</c:v>
                </c:pt>
                <c:pt idx="3041">
                  <c:v>3.5196759257814847E-2</c:v>
                </c:pt>
                <c:pt idx="3042">
                  <c:v>3.5208333334594499E-2</c:v>
                </c:pt>
                <c:pt idx="3043">
                  <c:v>3.5219907404098194E-2</c:v>
                </c:pt>
                <c:pt idx="3044">
                  <c:v>3.5231481480877846E-2</c:v>
                </c:pt>
                <c:pt idx="3045">
                  <c:v>3.5243055550381541E-2</c:v>
                </c:pt>
                <c:pt idx="3046">
                  <c:v>3.5254629627161194E-2</c:v>
                </c:pt>
                <c:pt idx="3047">
                  <c:v>3.5266203703940846E-2</c:v>
                </c:pt>
                <c:pt idx="3048">
                  <c:v>3.5277777773444541E-2</c:v>
                </c:pt>
                <c:pt idx="3049">
                  <c:v>3.5289351850224193E-2</c:v>
                </c:pt>
                <c:pt idx="3050">
                  <c:v>3.5300925927003846E-2</c:v>
                </c:pt>
                <c:pt idx="3051">
                  <c:v>3.531249999650754E-2</c:v>
                </c:pt>
                <c:pt idx="3052">
                  <c:v>3.5324074073287193E-2</c:v>
                </c:pt>
                <c:pt idx="3053">
                  <c:v>3.5335648142790888E-2</c:v>
                </c:pt>
                <c:pt idx="3054">
                  <c:v>3.534722221957054E-2</c:v>
                </c:pt>
                <c:pt idx="3055">
                  <c:v>3.5358796296350192E-2</c:v>
                </c:pt>
                <c:pt idx="3056">
                  <c:v>3.5370370365853887E-2</c:v>
                </c:pt>
                <c:pt idx="3057">
                  <c:v>3.5381944442633539E-2</c:v>
                </c:pt>
                <c:pt idx="3058">
                  <c:v>3.5393518519413192E-2</c:v>
                </c:pt>
                <c:pt idx="3059">
                  <c:v>3.5405092588916887E-2</c:v>
                </c:pt>
                <c:pt idx="3060">
                  <c:v>3.5416666665696539E-2</c:v>
                </c:pt>
                <c:pt idx="3061">
                  <c:v>3.5428240735200234E-2</c:v>
                </c:pt>
                <c:pt idx="3062">
                  <c:v>3.5439814811979886E-2</c:v>
                </c:pt>
                <c:pt idx="3063">
                  <c:v>3.5451388888759539E-2</c:v>
                </c:pt>
                <c:pt idx="3064">
                  <c:v>3.5462962958263233E-2</c:v>
                </c:pt>
                <c:pt idx="3065">
                  <c:v>3.5474537035042886E-2</c:v>
                </c:pt>
                <c:pt idx="3066">
                  <c:v>3.5486111111822538E-2</c:v>
                </c:pt>
                <c:pt idx="3067">
                  <c:v>3.5497685181326233E-2</c:v>
                </c:pt>
                <c:pt idx="3068">
                  <c:v>3.5509259258105885E-2</c:v>
                </c:pt>
                <c:pt idx="3069">
                  <c:v>3.552083332760958E-2</c:v>
                </c:pt>
                <c:pt idx="3070">
                  <c:v>3.5532407404389232E-2</c:v>
                </c:pt>
                <c:pt idx="3071">
                  <c:v>3.5543981481168885E-2</c:v>
                </c:pt>
                <c:pt idx="3072">
                  <c:v>3.555555555067258E-2</c:v>
                </c:pt>
                <c:pt idx="3073">
                  <c:v>3.5567129627452232E-2</c:v>
                </c:pt>
                <c:pt idx="3074">
                  <c:v>3.5578703704231884E-2</c:v>
                </c:pt>
                <c:pt idx="3075">
                  <c:v>3.5590277773735579E-2</c:v>
                </c:pt>
                <c:pt idx="3076">
                  <c:v>3.5601851850515231E-2</c:v>
                </c:pt>
                <c:pt idx="3077">
                  <c:v>3.5613425920018926E-2</c:v>
                </c:pt>
                <c:pt idx="3078">
                  <c:v>3.5624999996798579E-2</c:v>
                </c:pt>
                <c:pt idx="3079">
                  <c:v>3.5636574073578231E-2</c:v>
                </c:pt>
                <c:pt idx="3080">
                  <c:v>3.5648148143081926E-2</c:v>
                </c:pt>
                <c:pt idx="3081">
                  <c:v>3.5659722219861578E-2</c:v>
                </c:pt>
                <c:pt idx="3082">
                  <c:v>3.5671296296641231E-2</c:v>
                </c:pt>
                <c:pt idx="3083">
                  <c:v>3.5682870366144925E-2</c:v>
                </c:pt>
                <c:pt idx="3084">
                  <c:v>3.5694444442924578E-2</c:v>
                </c:pt>
                <c:pt idx="3085">
                  <c:v>3.570601851970423E-2</c:v>
                </c:pt>
                <c:pt idx="3086">
                  <c:v>3.5717592589207925E-2</c:v>
                </c:pt>
                <c:pt idx="3087">
                  <c:v>3.5729166665987577E-2</c:v>
                </c:pt>
                <c:pt idx="3088">
                  <c:v>3.5740740735491272E-2</c:v>
                </c:pt>
                <c:pt idx="3089">
                  <c:v>3.5752314812270924E-2</c:v>
                </c:pt>
                <c:pt idx="3090">
                  <c:v>3.5763888889050577E-2</c:v>
                </c:pt>
                <c:pt idx="3091">
                  <c:v>3.5775462958554272E-2</c:v>
                </c:pt>
                <c:pt idx="3092">
                  <c:v>3.5787037035333924E-2</c:v>
                </c:pt>
                <c:pt idx="3093">
                  <c:v>3.5798611112113576E-2</c:v>
                </c:pt>
                <c:pt idx="3094">
                  <c:v>3.5810185181617271E-2</c:v>
                </c:pt>
                <c:pt idx="3095">
                  <c:v>3.5821759258396924E-2</c:v>
                </c:pt>
                <c:pt idx="3096">
                  <c:v>3.5833333327900618E-2</c:v>
                </c:pt>
                <c:pt idx="3097">
                  <c:v>3.5844907404680271E-2</c:v>
                </c:pt>
                <c:pt idx="3098">
                  <c:v>3.5856481481459923E-2</c:v>
                </c:pt>
                <c:pt idx="3099">
                  <c:v>3.5868055550963618E-2</c:v>
                </c:pt>
                <c:pt idx="3100">
                  <c:v>3.587962962774327E-2</c:v>
                </c:pt>
                <c:pt idx="3101">
                  <c:v>3.5891203704522923E-2</c:v>
                </c:pt>
                <c:pt idx="3102">
                  <c:v>3.5902777774026617E-2</c:v>
                </c:pt>
                <c:pt idx="3103">
                  <c:v>3.591435185080627E-2</c:v>
                </c:pt>
                <c:pt idx="3104">
                  <c:v>3.5925925920309965E-2</c:v>
                </c:pt>
                <c:pt idx="3105">
                  <c:v>3.5937499997089617E-2</c:v>
                </c:pt>
                <c:pt idx="3106">
                  <c:v>3.5949074073869269E-2</c:v>
                </c:pt>
                <c:pt idx="3107">
                  <c:v>3.5960648143372964E-2</c:v>
                </c:pt>
                <c:pt idx="3108">
                  <c:v>3.5972222220152617E-2</c:v>
                </c:pt>
                <c:pt idx="3109">
                  <c:v>3.5983796296932269E-2</c:v>
                </c:pt>
                <c:pt idx="3110">
                  <c:v>3.5995370366435964E-2</c:v>
                </c:pt>
                <c:pt idx="3111">
                  <c:v>3.6006944443215616E-2</c:v>
                </c:pt>
                <c:pt idx="3112">
                  <c:v>3.6018518512719311E-2</c:v>
                </c:pt>
                <c:pt idx="3113">
                  <c:v>3.6030092589498963E-2</c:v>
                </c:pt>
                <c:pt idx="3114">
                  <c:v>3.6041666666278616E-2</c:v>
                </c:pt>
                <c:pt idx="3115">
                  <c:v>3.605324073578231E-2</c:v>
                </c:pt>
                <c:pt idx="3116">
                  <c:v>3.6064814812561963E-2</c:v>
                </c:pt>
                <c:pt idx="3117">
                  <c:v>3.6076388889341615E-2</c:v>
                </c:pt>
                <c:pt idx="3118">
                  <c:v>3.608796295884531E-2</c:v>
                </c:pt>
                <c:pt idx="3119">
                  <c:v>3.6099537035624962E-2</c:v>
                </c:pt>
                <c:pt idx="3120">
                  <c:v>3.6111111112404615E-2</c:v>
                </c:pt>
                <c:pt idx="3121">
                  <c:v>3.6122685181908309E-2</c:v>
                </c:pt>
                <c:pt idx="3122">
                  <c:v>3.6134259258687962E-2</c:v>
                </c:pt>
                <c:pt idx="3123">
                  <c:v>3.6145833328191657E-2</c:v>
                </c:pt>
                <c:pt idx="3124">
                  <c:v>3.6157407404971309E-2</c:v>
                </c:pt>
                <c:pt idx="3125">
                  <c:v>3.6168981481750961E-2</c:v>
                </c:pt>
                <c:pt idx="3126">
                  <c:v>3.6180555551254656E-2</c:v>
                </c:pt>
                <c:pt idx="3127">
                  <c:v>3.6192129628034309E-2</c:v>
                </c:pt>
                <c:pt idx="3128">
                  <c:v>3.6203703704813961E-2</c:v>
                </c:pt>
                <c:pt idx="3129">
                  <c:v>3.6215277774317656E-2</c:v>
                </c:pt>
                <c:pt idx="3130">
                  <c:v>3.6226851851097308E-2</c:v>
                </c:pt>
                <c:pt idx="3131">
                  <c:v>3.6238425920601003E-2</c:v>
                </c:pt>
                <c:pt idx="3132">
                  <c:v>3.6249999997380655E-2</c:v>
                </c:pt>
                <c:pt idx="3133">
                  <c:v>3.6261574074160308E-2</c:v>
                </c:pt>
                <c:pt idx="3134">
                  <c:v>3.6273148143664002E-2</c:v>
                </c:pt>
                <c:pt idx="3135">
                  <c:v>3.6284722220443655E-2</c:v>
                </c:pt>
                <c:pt idx="3136">
                  <c:v>3.6296296297223307E-2</c:v>
                </c:pt>
                <c:pt idx="3137">
                  <c:v>3.6307870366727002E-2</c:v>
                </c:pt>
                <c:pt idx="3138">
                  <c:v>3.6319444443506654E-2</c:v>
                </c:pt>
                <c:pt idx="3139">
                  <c:v>3.6331018513010349E-2</c:v>
                </c:pt>
                <c:pt idx="3140">
                  <c:v>3.6342592589790002E-2</c:v>
                </c:pt>
                <c:pt idx="3141">
                  <c:v>3.6354166666569654E-2</c:v>
                </c:pt>
                <c:pt idx="3142">
                  <c:v>3.6365740736073349E-2</c:v>
                </c:pt>
                <c:pt idx="3143">
                  <c:v>3.6377314812853001E-2</c:v>
                </c:pt>
                <c:pt idx="3144">
                  <c:v>3.6388888889632653E-2</c:v>
                </c:pt>
                <c:pt idx="3145">
                  <c:v>3.6400462959136348E-2</c:v>
                </c:pt>
                <c:pt idx="3146">
                  <c:v>3.6412037035916001E-2</c:v>
                </c:pt>
                <c:pt idx="3147">
                  <c:v>3.6423611105419695E-2</c:v>
                </c:pt>
                <c:pt idx="3148">
                  <c:v>3.6435185182199348E-2</c:v>
                </c:pt>
                <c:pt idx="3149">
                  <c:v>3.6446759258979E-2</c:v>
                </c:pt>
                <c:pt idx="3150">
                  <c:v>3.6458333328482695E-2</c:v>
                </c:pt>
                <c:pt idx="3151">
                  <c:v>3.6469907405262347E-2</c:v>
                </c:pt>
                <c:pt idx="3152">
                  <c:v>3.6481481482042E-2</c:v>
                </c:pt>
                <c:pt idx="3153">
                  <c:v>3.6493055551545694E-2</c:v>
                </c:pt>
                <c:pt idx="3154">
                  <c:v>3.6504629628325347E-2</c:v>
                </c:pt>
                <c:pt idx="3155">
                  <c:v>3.6516203697829042E-2</c:v>
                </c:pt>
                <c:pt idx="3156">
                  <c:v>3.6527777774608694E-2</c:v>
                </c:pt>
                <c:pt idx="3157">
                  <c:v>3.6539351851388346E-2</c:v>
                </c:pt>
                <c:pt idx="3158">
                  <c:v>3.6550925920892041E-2</c:v>
                </c:pt>
                <c:pt idx="3159">
                  <c:v>3.6562499997671694E-2</c:v>
                </c:pt>
                <c:pt idx="3160">
                  <c:v>3.6574074074451346E-2</c:v>
                </c:pt>
                <c:pt idx="3161">
                  <c:v>3.6585648143955041E-2</c:v>
                </c:pt>
                <c:pt idx="3162">
                  <c:v>3.6597222220734693E-2</c:v>
                </c:pt>
                <c:pt idx="3163">
                  <c:v>3.6608796297514345E-2</c:v>
                </c:pt>
                <c:pt idx="3164">
                  <c:v>3.662037036701804E-2</c:v>
                </c:pt>
                <c:pt idx="3165">
                  <c:v>3.6631944443797693E-2</c:v>
                </c:pt>
                <c:pt idx="3166">
                  <c:v>3.6643518513301387E-2</c:v>
                </c:pt>
                <c:pt idx="3167">
                  <c:v>3.665509259008104E-2</c:v>
                </c:pt>
                <c:pt idx="3168">
                  <c:v>3.6666666666860692E-2</c:v>
                </c:pt>
                <c:pt idx="3169">
                  <c:v>3.6678240736364387E-2</c:v>
                </c:pt>
                <c:pt idx="3170">
                  <c:v>3.6689814813144039E-2</c:v>
                </c:pt>
                <c:pt idx="3171">
                  <c:v>3.6701388889923692E-2</c:v>
                </c:pt>
                <c:pt idx="3172">
                  <c:v>3.6712962959427387E-2</c:v>
                </c:pt>
                <c:pt idx="3173">
                  <c:v>3.6724537036207039E-2</c:v>
                </c:pt>
                <c:pt idx="3174">
                  <c:v>3.6736111105710734E-2</c:v>
                </c:pt>
                <c:pt idx="3175">
                  <c:v>3.6747685182490386E-2</c:v>
                </c:pt>
                <c:pt idx="3176">
                  <c:v>3.6759259259270038E-2</c:v>
                </c:pt>
                <c:pt idx="3177">
                  <c:v>3.6770833328773733E-2</c:v>
                </c:pt>
                <c:pt idx="3178">
                  <c:v>3.6782407405553386E-2</c:v>
                </c:pt>
                <c:pt idx="3179">
                  <c:v>3.6793981482333038E-2</c:v>
                </c:pt>
                <c:pt idx="3180">
                  <c:v>3.6805555551836733E-2</c:v>
                </c:pt>
                <c:pt idx="3181">
                  <c:v>3.6817129628616385E-2</c:v>
                </c:pt>
                <c:pt idx="3182">
                  <c:v>3.682870369812008E-2</c:v>
                </c:pt>
                <c:pt idx="3183">
                  <c:v>3.6840277774899732E-2</c:v>
                </c:pt>
                <c:pt idx="3184">
                  <c:v>3.6851851851679385E-2</c:v>
                </c:pt>
                <c:pt idx="3185">
                  <c:v>3.6863425921183079E-2</c:v>
                </c:pt>
                <c:pt idx="3186">
                  <c:v>3.6874999997962732E-2</c:v>
                </c:pt>
                <c:pt idx="3187">
                  <c:v>3.6886574074742384E-2</c:v>
                </c:pt>
                <c:pt idx="3188">
                  <c:v>3.6898148144246079E-2</c:v>
                </c:pt>
                <c:pt idx="3189">
                  <c:v>3.6909722221025731E-2</c:v>
                </c:pt>
                <c:pt idx="3190">
                  <c:v>3.6921296290529426E-2</c:v>
                </c:pt>
                <c:pt idx="3191">
                  <c:v>3.6932870367309079E-2</c:v>
                </c:pt>
                <c:pt idx="3192">
                  <c:v>3.6944444444088731E-2</c:v>
                </c:pt>
                <c:pt idx="3193">
                  <c:v>3.6956018513592426E-2</c:v>
                </c:pt>
                <c:pt idx="3194">
                  <c:v>3.6967592590372078E-2</c:v>
                </c:pt>
                <c:pt idx="3195">
                  <c:v>3.6979166667151731E-2</c:v>
                </c:pt>
                <c:pt idx="3196">
                  <c:v>3.6990740736655425E-2</c:v>
                </c:pt>
                <c:pt idx="3197">
                  <c:v>3.7002314813435078E-2</c:v>
                </c:pt>
                <c:pt idx="3198">
                  <c:v>3.701388889021473E-2</c:v>
                </c:pt>
                <c:pt idx="3199">
                  <c:v>3.7025462959718425E-2</c:v>
                </c:pt>
                <c:pt idx="3200">
                  <c:v>3.7037037036498077E-2</c:v>
                </c:pt>
                <c:pt idx="3201">
                  <c:v>3.7048611106001772E-2</c:v>
                </c:pt>
                <c:pt idx="3202">
                  <c:v>3.7060185182781424E-2</c:v>
                </c:pt>
                <c:pt idx="3203">
                  <c:v>3.7071759259561077E-2</c:v>
                </c:pt>
                <c:pt idx="3204">
                  <c:v>3.7083333329064772E-2</c:v>
                </c:pt>
                <c:pt idx="3205">
                  <c:v>3.7094907405844424E-2</c:v>
                </c:pt>
                <c:pt idx="3206">
                  <c:v>3.7106481482624076E-2</c:v>
                </c:pt>
                <c:pt idx="3207">
                  <c:v>3.7118055552127771E-2</c:v>
                </c:pt>
                <c:pt idx="3208">
                  <c:v>3.7129629628907423E-2</c:v>
                </c:pt>
                <c:pt idx="3209">
                  <c:v>3.7141203698411118E-2</c:v>
                </c:pt>
                <c:pt idx="3210">
                  <c:v>3.7152777775190771E-2</c:v>
                </c:pt>
                <c:pt idx="3211">
                  <c:v>3.7164351851970423E-2</c:v>
                </c:pt>
                <c:pt idx="3212">
                  <c:v>3.7175925921474118E-2</c:v>
                </c:pt>
                <c:pt idx="3213">
                  <c:v>3.718749999825377E-2</c:v>
                </c:pt>
                <c:pt idx="3214">
                  <c:v>3.7199074075033423E-2</c:v>
                </c:pt>
                <c:pt idx="3215">
                  <c:v>3.7210648144537117E-2</c:v>
                </c:pt>
                <c:pt idx="3216">
                  <c:v>3.722222222131677E-2</c:v>
                </c:pt>
                <c:pt idx="3217">
                  <c:v>3.7233796290820464E-2</c:v>
                </c:pt>
                <c:pt idx="3218">
                  <c:v>3.7245370367600117E-2</c:v>
                </c:pt>
                <c:pt idx="3219">
                  <c:v>3.7256944444379769E-2</c:v>
                </c:pt>
                <c:pt idx="3220">
                  <c:v>3.7268518513883464E-2</c:v>
                </c:pt>
                <c:pt idx="3221">
                  <c:v>3.7280092590663116E-2</c:v>
                </c:pt>
                <c:pt idx="3222">
                  <c:v>3.7291666667442769E-2</c:v>
                </c:pt>
                <c:pt idx="3223">
                  <c:v>3.7303240736946464E-2</c:v>
                </c:pt>
                <c:pt idx="3224">
                  <c:v>3.7314814813726116E-2</c:v>
                </c:pt>
                <c:pt idx="3225">
                  <c:v>3.7326388883229811E-2</c:v>
                </c:pt>
                <c:pt idx="3226">
                  <c:v>3.7337962960009463E-2</c:v>
                </c:pt>
                <c:pt idx="3227">
                  <c:v>3.7349537036789116E-2</c:v>
                </c:pt>
                <c:pt idx="3228">
                  <c:v>3.736111110629281E-2</c:v>
                </c:pt>
                <c:pt idx="3229">
                  <c:v>3.7372685183072463E-2</c:v>
                </c:pt>
                <c:pt idx="3230">
                  <c:v>3.7384259259852115E-2</c:v>
                </c:pt>
                <c:pt idx="3231">
                  <c:v>3.739583332935581E-2</c:v>
                </c:pt>
                <c:pt idx="3232">
                  <c:v>3.7407407406135462E-2</c:v>
                </c:pt>
                <c:pt idx="3233">
                  <c:v>3.7418981475639157E-2</c:v>
                </c:pt>
                <c:pt idx="3234">
                  <c:v>3.7430555552418809E-2</c:v>
                </c:pt>
                <c:pt idx="3235">
                  <c:v>3.7442129629198462E-2</c:v>
                </c:pt>
                <c:pt idx="3236">
                  <c:v>3.7453703698702157E-2</c:v>
                </c:pt>
                <c:pt idx="3237">
                  <c:v>3.7465277775481809E-2</c:v>
                </c:pt>
                <c:pt idx="3238">
                  <c:v>3.7476851852261461E-2</c:v>
                </c:pt>
                <c:pt idx="3239">
                  <c:v>3.7488425921765156E-2</c:v>
                </c:pt>
                <c:pt idx="3240">
                  <c:v>3.7499999998544808E-2</c:v>
                </c:pt>
                <c:pt idx="3241">
                  <c:v>3.7511574075324461E-2</c:v>
                </c:pt>
                <c:pt idx="3242">
                  <c:v>3.7523148144828156E-2</c:v>
                </c:pt>
                <c:pt idx="3243">
                  <c:v>3.7534722221607808E-2</c:v>
                </c:pt>
                <c:pt idx="3244">
                  <c:v>3.7546296291111503E-2</c:v>
                </c:pt>
                <c:pt idx="3245">
                  <c:v>3.7557870367891155E-2</c:v>
                </c:pt>
                <c:pt idx="3246">
                  <c:v>3.7569444444670808E-2</c:v>
                </c:pt>
                <c:pt idx="3247">
                  <c:v>3.7581018514174502E-2</c:v>
                </c:pt>
                <c:pt idx="3248">
                  <c:v>3.7592592590954155E-2</c:v>
                </c:pt>
                <c:pt idx="3249">
                  <c:v>3.7604166667733807E-2</c:v>
                </c:pt>
                <c:pt idx="3250">
                  <c:v>3.7615740737237502E-2</c:v>
                </c:pt>
                <c:pt idx="3251">
                  <c:v>3.7627314814017154E-2</c:v>
                </c:pt>
                <c:pt idx="3252">
                  <c:v>3.7638888883520849E-2</c:v>
                </c:pt>
                <c:pt idx="3253">
                  <c:v>3.7650462960300501E-2</c:v>
                </c:pt>
                <c:pt idx="3254">
                  <c:v>3.7662037037080154E-2</c:v>
                </c:pt>
                <c:pt idx="3255">
                  <c:v>3.7673611106583849E-2</c:v>
                </c:pt>
                <c:pt idx="3256">
                  <c:v>3.7685185183363501E-2</c:v>
                </c:pt>
                <c:pt idx="3257">
                  <c:v>3.7696759260143153E-2</c:v>
                </c:pt>
                <c:pt idx="3258">
                  <c:v>3.7708333329646848E-2</c:v>
                </c:pt>
                <c:pt idx="3259">
                  <c:v>3.7719907406426501E-2</c:v>
                </c:pt>
                <c:pt idx="3260">
                  <c:v>3.7731481475930195E-2</c:v>
                </c:pt>
                <c:pt idx="3261">
                  <c:v>3.7743055552709848E-2</c:v>
                </c:pt>
                <c:pt idx="3262">
                  <c:v>3.77546296294895E-2</c:v>
                </c:pt>
                <c:pt idx="3263">
                  <c:v>3.7766203698993195E-2</c:v>
                </c:pt>
                <c:pt idx="3264">
                  <c:v>3.7777777775772847E-2</c:v>
                </c:pt>
                <c:pt idx="3265">
                  <c:v>3.77893518525525E-2</c:v>
                </c:pt>
                <c:pt idx="3266">
                  <c:v>3.7800925922056194E-2</c:v>
                </c:pt>
                <c:pt idx="3267">
                  <c:v>3.7812499998835847E-2</c:v>
                </c:pt>
                <c:pt idx="3268">
                  <c:v>3.7824074068339542E-2</c:v>
                </c:pt>
                <c:pt idx="3269">
                  <c:v>3.7835648145119194E-2</c:v>
                </c:pt>
                <c:pt idx="3270">
                  <c:v>3.7847222221898846E-2</c:v>
                </c:pt>
                <c:pt idx="3271">
                  <c:v>3.7858796291402541E-2</c:v>
                </c:pt>
                <c:pt idx="3272">
                  <c:v>3.7870370368182193E-2</c:v>
                </c:pt>
                <c:pt idx="3273">
                  <c:v>3.7881944444961846E-2</c:v>
                </c:pt>
                <c:pt idx="3274">
                  <c:v>3.7893518514465541E-2</c:v>
                </c:pt>
                <c:pt idx="3275">
                  <c:v>3.7905092591245193E-2</c:v>
                </c:pt>
                <c:pt idx="3276">
                  <c:v>3.7916666660748888E-2</c:v>
                </c:pt>
                <c:pt idx="3277">
                  <c:v>3.792824073752854E-2</c:v>
                </c:pt>
                <c:pt idx="3278">
                  <c:v>3.7939814814308193E-2</c:v>
                </c:pt>
                <c:pt idx="3279">
                  <c:v>3.7951388883811887E-2</c:v>
                </c:pt>
                <c:pt idx="3280">
                  <c:v>3.796296296059154E-2</c:v>
                </c:pt>
                <c:pt idx="3281">
                  <c:v>3.7974537037371192E-2</c:v>
                </c:pt>
                <c:pt idx="3282">
                  <c:v>3.7986111106874887E-2</c:v>
                </c:pt>
                <c:pt idx="3283">
                  <c:v>3.7997685183654539E-2</c:v>
                </c:pt>
                <c:pt idx="3284">
                  <c:v>3.8009259260434192E-2</c:v>
                </c:pt>
                <c:pt idx="3285">
                  <c:v>3.8020833329937886E-2</c:v>
                </c:pt>
                <c:pt idx="3286">
                  <c:v>3.8032407406717539E-2</c:v>
                </c:pt>
                <c:pt idx="3287">
                  <c:v>3.8043981476221234E-2</c:v>
                </c:pt>
                <c:pt idx="3288">
                  <c:v>3.8055555553000886E-2</c:v>
                </c:pt>
                <c:pt idx="3289">
                  <c:v>3.8067129629780538E-2</c:v>
                </c:pt>
                <c:pt idx="3290">
                  <c:v>3.8078703699284233E-2</c:v>
                </c:pt>
                <c:pt idx="3291">
                  <c:v>3.8090277776063886E-2</c:v>
                </c:pt>
                <c:pt idx="3292">
                  <c:v>3.8101851852843538E-2</c:v>
                </c:pt>
                <c:pt idx="3293">
                  <c:v>3.8113425922347233E-2</c:v>
                </c:pt>
                <c:pt idx="3294">
                  <c:v>3.8124999999126885E-2</c:v>
                </c:pt>
                <c:pt idx="3295">
                  <c:v>3.813657406863058E-2</c:v>
                </c:pt>
                <c:pt idx="3296">
                  <c:v>3.8148148145410232E-2</c:v>
                </c:pt>
                <c:pt idx="3297">
                  <c:v>3.8159722222189885E-2</c:v>
                </c:pt>
                <c:pt idx="3298">
                  <c:v>3.8171296291693579E-2</c:v>
                </c:pt>
                <c:pt idx="3299">
                  <c:v>3.8182870368473232E-2</c:v>
                </c:pt>
                <c:pt idx="3300">
                  <c:v>3.8194444445252884E-2</c:v>
                </c:pt>
                <c:pt idx="3301">
                  <c:v>3.8206018514756579E-2</c:v>
                </c:pt>
                <c:pt idx="3302">
                  <c:v>3.8217592591536231E-2</c:v>
                </c:pt>
                <c:pt idx="3303">
                  <c:v>3.8229166661039926E-2</c:v>
                </c:pt>
                <c:pt idx="3304">
                  <c:v>3.8240740737819578E-2</c:v>
                </c:pt>
                <c:pt idx="3305">
                  <c:v>3.8252314814599231E-2</c:v>
                </c:pt>
                <c:pt idx="3306">
                  <c:v>3.8263888884102926E-2</c:v>
                </c:pt>
                <c:pt idx="3307">
                  <c:v>3.8275462960882578E-2</c:v>
                </c:pt>
                <c:pt idx="3308">
                  <c:v>3.828703703766223E-2</c:v>
                </c:pt>
                <c:pt idx="3309">
                  <c:v>3.8298611107165925E-2</c:v>
                </c:pt>
                <c:pt idx="3310">
                  <c:v>3.8310185183945578E-2</c:v>
                </c:pt>
                <c:pt idx="3311">
                  <c:v>3.8321759253449272E-2</c:v>
                </c:pt>
                <c:pt idx="3312">
                  <c:v>3.8333333330228925E-2</c:v>
                </c:pt>
                <c:pt idx="3313">
                  <c:v>3.8344907407008577E-2</c:v>
                </c:pt>
                <c:pt idx="3314">
                  <c:v>3.8356481476512272E-2</c:v>
                </c:pt>
                <c:pt idx="3315">
                  <c:v>3.8368055553291924E-2</c:v>
                </c:pt>
                <c:pt idx="3316">
                  <c:v>3.8379629630071577E-2</c:v>
                </c:pt>
                <c:pt idx="3317">
                  <c:v>3.8391203699575271E-2</c:v>
                </c:pt>
                <c:pt idx="3318">
                  <c:v>3.8402777776354924E-2</c:v>
                </c:pt>
                <c:pt idx="3319">
                  <c:v>3.8414351853134576E-2</c:v>
                </c:pt>
                <c:pt idx="3320">
                  <c:v>3.8425925922638271E-2</c:v>
                </c:pt>
                <c:pt idx="3321">
                  <c:v>3.8437499999417923E-2</c:v>
                </c:pt>
                <c:pt idx="3322">
                  <c:v>3.8449074068921618E-2</c:v>
                </c:pt>
                <c:pt idx="3323">
                  <c:v>3.8460648145701271E-2</c:v>
                </c:pt>
                <c:pt idx="3324">
                  <c:v>3.8472222222480923E-2</c:v>
                </c:pt>
                <c:pt idx="3325">
                  <c:v>3.8483796291984618E-2</c:v>
                </c:pt>
                <c:pt idx="3326">
                  <c:v>3.849537036876427E-2</c:v>
                </c:pt>
                <c:pt idx="3327">
                  <c:v>3.8506944445543922E-2</c:v>
                </c:pt>
                <c:pt idx="3328">
                  <c:v>3.8518518515047617E-2</c:v>
                </c:pt>
                <c:pt idx="3329">
                  <c:v>3.853009259182727E-2</c:v>
                </c:pt>
                <c:pt idx="3330">
                  <c:v>3.8541666661330964E-2</c:v>
                </c:pt>
                <c:pt idx="3331">
                  <c:v>3.8553240738110617E-2</c:v>
                </c:pt>
                <c:pt idx="3332">
                  <c:v>3.8564814814890269E-2</c:v>
                </c:pt>
                <c:pt idx="3333">
                  <c:v>3.8576388884393964E-2</c:v>
                </c:pt>
                <c:pt idx="3334">
                  <c:v>3.8587962961173616E-2</c:v>
                </c:pt>
                <c:pt idx="3335">
                  <c:v>3.8599537037953269E-2</c:v>
                </c:pt>
                <c:pt idx="3336">
                  <c:v>3.8611111107456964E-2</c:v>
                </c:pt>
                <c:pt idx="3337">
                  <c:v>3.8622685184236616E-2</c:v>
                </c:pt>
                <c:pt idx="3338">
                  <c:v>3.8634259253740311E-2</c:v>
                </c:pt>
                <c:pt idx="3339">
                  <c:v>3.8645833330519963E-2</c:v>
                </c:pt>
                <c:pt idx="3340">
                  <c:v>3.8657407407299615E-2</c:v>
                </c:pt>
                <c:pt idx="3341">
                  <c:v>3.866898147680331E-2</c:v>
                </c:pt>
                <c:pt idx="3342">
                  <c:v>3.8680555553582963E-2</c:v>
                </c:pt>
                <c:pt idx="3343">
                  <c:v>3.8692129630362615E-2</c:v>
                </c:pt>
                <c:pt idx="3344">
                  <c:v>3.870370369986631E-2</c:v>
                </c:pt>
                <c:pt idx="3345">
                  <c:v>3.8715277776645962E-2</c:v>
                </c:pt>
                <c:pt idx="3346">
                  <c:v>3.8726851846149657E-2</c:v>
                </c:pt>
                <c:pt idx="3347">
                  <c:v>3.8738425922929309E-2</c:v>
                </c:pt>
                <c:pt idx="3348">
                  <c:v>3.8749999999708962E-2</c:v>
                </c:pt>
                <c:pt idx="3349">
                  <c:v>3.8761574069212656E-2</c:v>
                </c:pt>
                <c:pt idx="3350">
                  <c:v>3.8773148145992309E-2</c:v>
                </c:pt>
                <c:pt idx="3351">
                  <c:v>3.8784722222771961E-2</c:v>
                </c:pt>
                <c:pt idx="3352">
                  <c:v>3.8796296292275656E-2</c:v>
                </c:pt>
                <c:pt idx="3353">
                  <c:v>3.8807870369055308E-2</c:v>
                </c:pt>
                <c:pt idx="3354">
                  <c:v>3.8819444438559003E-2</c:v>
                </c:pt>
                <c:pt idx="3355">
                  <c:v>3.8831018515338656E-2</c:v>
                </c:pt>
                <c:pt idx="3356">
                  <c:v>3.8842592592118308E-2</c:v>
                </c:pt>
                <c:pt idx="3357">
                  <c:v>3.8854166661622003E-2</c:v>
                </c:pt>
                <c:pt idx="3358">
                  <c:v>3.8865740738401655E-2</c:v>
                </c:pt>
                <c:pt idx="3359">
                  <c:v>3.8877314815181307E-2</c:v>
                </c:pt>
                <c:pt idx="3360">
                  <c:v>3.8888888884685002E-2</c:v>
                </c:pt>
                <c:pt idx="3361">
                  <c:v>3.8900462961464655E-2</c:v>
                </c:pt>
                <c:pt idx="3362">
                  <c:v>3.8912037038244307E-2</c:v>
                </c:pt>
                <c:pt idx="3363">
                  <c:v>3.8923611107748002E-2</c:v>
                </c:pt>
                <c:pt idx="3364">
                  <c:v>3.8935185184527654E-2</c:v>
                </c:pt>
                <c:pt idx="3365">
                  <c:v>3.8946759254031349E-2</c:v>
                </c:pt>
                <c:pt idx="3366">
                  <c:v>3.8958333330811001E-2</c:v>
                </c:pt>
                <c:pt idx="3367">
                  <c:v>3.8969907407590654E-2</c:v>
                </c:pt>
                <c:pt idx="3368">
                  <c:v>3.8981481477094349E-2</c:v>
                </c:pt>
                <c:pt idx="3369">
                  <c:v>3.8993055553874001E-2</c:v>
                </c:pt>
                <c:pt idx="3370">
                  <c:v>3.9004629630653653E-2</c:v>
                </c:pt>
                <c:pt idx="3371">
                  <c:v>3.9016203700157348E-2</c:v>
                </c:pt>
                <c:pt idx="3372">
                  <c:v>3.9027777776937E-2</c:v>
                </c:pt>
                <c:pt idx="3373">
                  <c:v>3.9039351846440695E-2</c:v>
                </c:pt>
                <c:pt idx="3374">
                  <c:v>3.9050925923220348E-2</c:v>
                </c:pt>
                <c:pt idx="3375">
                  <c:v>3.90625E-2</c:v>
                </c:pt>
                <c:pt idx="3376">
                  <c:v>3.9074074069503695E-2</c:v>
                </c:pt>
                <c:pt idx="3377">
                  <c:v>3.9085648146283347E-2</c:v>
                </c:pt>
                <c:pt idx="3378">
                  <c:v>3.9097222223063E-2</c:v>
                </c:pt>
                <c:pt idx="3379">
                  <c:v>3.9108796292566694E-2</c:v>
                </c:pt>
                <c:pt idx="3380">
                  <c:v>3.9120370369346347E-2</c:v>
                </c:pt>
                <c:pt idx="3381">
                  <c:v>3.9131944438850041E-2</c:v>
                </c:pt>
                <c:pt idx="3382">
                  <c:v>3.9143518515629694E-2</c:v>
                </c:pt>
                <c:pt idx="3383">
                  <c:v>3.9155092592409346E-2</c:v>
                </c:pt>
                <c:pt idx="3384">
                  <c:v>3.9166666661913041E-2</c:v>
                </c:pt>
                <c:pt idx="3385">
                  <c:v>3.9178240738692693E-2</c:v>
                </c:pt>
                <c:pt idx="3386">
                  <c:v>3.9189814815472346E-2</c:v>
                </c:pt>
                <c:pt idx="3387">
                  <c:v>3.9201388884976041E-2</c:v>
                </c:pt>
                <c:pt idx="3388">
                  <c:v>3.9212962961755693E-2</c:v>
                </c:pt>
                <c:pt idx="3389">
                  <c:v>3.9224537031259388E-2</c:v>
                </c:pt>
                <c:pt idx="3390">
                  <c:v>3.923611110803904E-2</c:v>
                </c:pt>
                <c:pt idx="3391">
                  <c:v>3.9247685184818693E-2</c:v>
                </c:pt>
                <c:pt idx="3392">
                  <c:v>3.9259259254322387E-2</c:v>
                </c:pt>
                <c:pt idx="3393">
                  <c:v>3.927083333110204E-2</c:v>
                </c:pt>
                <c:pt idx="3394">
                  <c:v>3.9282407407881692E-2</c:v>
                </c:pt>
                <c:pt idx="3395">
                  <c:v>3.9293981477385387E-2</c:v>
                </c:pt>
                <c:pt idx="3396">
                  <c:v>3.9305555554165039E-2</c:v>
                </c:pt>
                <c:pt idx="3397">
                  <c:v>3.9317129630944692E-2</c:v>
                </c:pt>
                <c:pt idx="3398">
                  <c:v>3.9328703700448386E-2</c:v>
                </c:pt>
                <c:pt idx="3399">
                  <c:v>3.9340277777228039E-2</c:v>
                </c:pt>
                <c:pt idx="3400">
                  <c:v>3.9351851846731734E-2</c:v>
                </c:pt>
                <c:pt idx="3401">
                  <c:v>3.9363425923511386E-2</c:v>
                </c:pt>
                <c:pt idx="3402">
                  <c:v>3.9375000000291038E-2</c:v>
                </c:pt>
                <c:pt idx="3403">
                  <c:v>3.9386574069794733E-2</c:v>
                </c:pt>
                <c:pt idx="3404">
                  <c:v>3.9398148146574385E-2</c:v>
                </c:pt>
                <c:pt idx="3405">
                  <c:v>3.9409722223354038E-2</c:v>
                </c:pt>
                <c:pt idx="3406">
                  <c:v>3.9421296292857733E-2</c:v>
                </c:pt>
                <c:pt idx="3407">
                  <c:v>3.9432870369637385E-2</c:v>
                </c:pt>
                <c:pt idx="3408">
                  <c:v>3.944444443914108E-2</c:v>
                </c:pt>
                <c:pt idx="3409">
                  <c:v>3.9456018515920732E-2</c:v>
                </c:pt>
                <c:pt idx="3410">
                  <c:v>3.9467592592700385E-2</c:v>
                </c:pt>
                <c:pt idx="3411">
                  <c:v>3.9479166662204079E-2</c:v>
                </c:pt>
                <c:pt idx="3412">
                  <c:v>3.9490740738983732E-2</c:v>
                </c:pt>
                <c:pt idx="3413">
                  <c:v>3.9502314815763384E-2</c:v>
                </c:pt>
                <c:pt idx="3414">
                  <c:v>3.9513888885267079E-2</c:v>
                </c:pt>
                <c:pt idx="3415">
                  <c:v>3.9525462962046731E-2</c:v>
                </c:pt>
                <c:pt idx="3416">
                  <c:v>3.9537037031550426E-2</c:v>
                </c:pt>
                <c:pt idx="3417">
                  <c:v>3.9548611108330078E-2</c:v>
                </c:pt>
                <c:pt idx="3418">
                  <c:v>3.9560185185109731E-2</c:v>
                </c:pt>
                <c:pt idx="3419">
                  <c:v>3.9571759254613426E-2</c:v>
                </c:pt>
                <c:pt idx="3420">
                  <c:v>3.9583333331393078E-2</c:v>
                </c:pt>
                <c:pt idx="3421">
                  <c:v>3.959490740817273E-2</c:v>
                </c:pt>
                <c:pt idx="3422">
                  <c:v>3.9606481477676425E-2</c:v>
                </c:pt>
                <c:pt idx="3423">
                  <c:v>3.9618055554456078E-2</c:v>
                </c:pt>
                <c:pt idx="3424">
                  <c:v>3.9629629623959772E-2</c:v>
                </c:pt>
                <c:pt idx="3425">
                  <c:v>3.9641203700739425E-2</c:v>
                </c:pt>
                <c:pt idx="3426">
                  <c:v>3.9652777777519077E-2</c:v>
                </c:pt>
                <c:pt idx="3427">
                  <c:v>3.9664351847022772E-2</c:v>
                </c:pt>
                <c:pt idx="3428">
                  <c:v>3.9675925923802424E-2</c:v>
                </c:pt>
                <c:pt idx="3429">
                  <c:v>3.9687500000582077E-2</c:v>
                </c:pt>
                <c:pt idx="3430">
                  <c:v>3.9699074070085771E-2</c:v>
                </c:pt>
                <c:pt idx="3431">
                  <c:v>3.9710648146865424E-2</c:v>
                </c:pt>
                <c:pt idx="3432">
                  <c:v>3.9722222216369119E-2</c:v>
                </c:pt>
                <c:pt idx="3433">
                  <c:v>3.9733796293148771E-2</c:v>
                </c:pt>
                <c:pt idx="3434">
                  <c:v>3.9745370369928423E-2</c:v>
                </c:pt>
                <c:pt idx="3435">
                  <c:v>3.9756944439432118E-2</c:v>
                </c:pt>
                <c:pt idx="3436">
                  <c:v>3.976851851621177E-2</c:v>
                </c:pt>
                <c:pt idx="3437">
                  <c:v>3.9780092592991423E-2</c:v>
                </c:pt>
                <c:pt idx="3438">
                  <c:v>3.9791666662495118E-2</c:v>
                </c:pt>
                <c:pt idx="3439">
                  <c:v>3.980324073927477E-2</c:v>
                </c:pt>
                <c:pt idx="3440">
                  <c:v>3.9814814816054422E-2</c:v>
                </c:pt>
                <c:pt idx="3441">
                  <c:v>3.9826388885558117E-2</c:v>
                </c:pt>
                <c:pt idx="3442">
                  <c:v>3.983796296233777E-2</c:v>
                </c:pt>
                <c:pt idx="3443">
                  <c:v>3.9849537031841464E-2</c:v>
                </c:pt>
                <c:pt idx="3444">
                  <c:v>3.9861111108621117E-2</c:v>
                </c:pt>
                <c:pt idx="3445">
                  <c:v>3.9872685185400769E-2</c:v>
                </c:pt>
                <c:pt idx="3446">
                  <c:v>3.9884259254904464E-2</c:v>
                </c:pt>
                <c:pt idx="3447">
                  <c:v>3.9895833331684116E-2</c:v>
                </c:pt>
                <c:pt idx="3448">
                  <c:v>3.9907407408463769E-2</c:v>
                </c:pt>
                <c:pt idx="3449">
                  <c:v>3.9918981477967463E-2</c:v>
                </c:pt>
                <c:pt idx="3450">
                  <c:v>3.9930555554747116E-2</c:v>
                </c:pt>
                <c:pt idx="3451">
                  <c:v>3.9942129624250811E-2</c:v>
                </c:pt>
                <c:pt idx="3452">
                  <c:v>3.9953703701030463E-2</c:v>
                </c:pt>
                <c:pt idx="3453">
                  <c:v>3.9965277777810115E-2</c:v>
                </c:pt>
                <c:pt idx="3454">
                  <c:v>3.997685184731381E-2</c:v>
                </c:pt>
                <c:pt idx="3455">
                  <c:v>3.9988425924093463E-2</c:v>
                </c:pt>
                <c:pt idx="3456">
                  <c:v>4.0000000000873115E-2</c:v>
                </c:pt>
                <c:pt idx="3457">
                  <c:v>4.001157407037681E-2</c:v>
                </c:pt>
                <c:pt idx="3458">
                  <c:v>4.0023148147156462E-2</c:v>
                </c:pt>
                <c:pt idx="3459">
                  <c:v>4.0034722216660157E-2</c:v>
                </c:pt>
                <c:pt idx="3460">
                  <c:v>4.0046296293439809E-2</c:v>
                </c:pt>
                <c:pt idx="3461">
                  <c:v>4.0057870370219462E-2</c:v>
                </c:pt>
                <c:pt idx="3462">
                  <c:v>4.0069444439723156E-2</c:v>
                </c:pt>
                <c:pt idx="3463">
                  <c:v>4.0081018516502809E-2</c:v>
                </c:pt>
                <c:pt idx="3464">
                  <c:v>4.0092592593282461E-2</c:v>
                </c:pt>
                <c:pt idx="3465">
                  <c:v>4.0104166662786156E-2</c:v>
                </c:pt>
                <c:pt idx="3466">
                  <c:v>4.0115740739565808E-2</c:v>
                </c:pt>
                <c:pt idx="3467">
                  <c:v>4.0127314809069503E-2</c:v>
                </c:pt>
                <c:pt idx="3468">
                  <c:v>4.0138888885849155E-2</c:v>
                </c:pt>
                <c:pt idx="3469">
                  <c:v>4.0150462962628808E-2</c:v>
                </c:pt>
                <c:pt idx="3470">
                  <c:v>4.0162037032132503E-2</c:v>
                </c:pt>
                <c:pt idx="3471">
                  <c:v>4.0173611108912155E-2</c:v>
                </c:pt>
                <c:pt idx="3472">
                  <c:v>4.0185185185691807E-2</c:v>
                </c:pt>
                <c:pt idx="3473">
                  <c:v>4.0196759255195502E-2</c:v>
                </c:pt>
                <c:pt idx="3474">
                  <c:v>4.0208333331975155E-2</c:v>
                </c:pt>
                <c:pt idx="3475">
                  <c:v>4.0219907401478849E-2</c:v>
                </c:pt>
                <c:pt idx="3476">
                  <c:v>4.0231481478258502E-2</c:v>
                </c:pt>
                <c:pt idx="3477">
                  <c:v>4.0243055555038154E-2</c:v>
                </c:pt>
                <c:pt idx="3478">
                  <c:v>4.0254629624541849E-2</c:v>
                </c:pt>
                <c:pt idx="3479">
                  <c:v>4.0266203701321501E-2</c:v>
                </c:pt>
                <c:pt idx="3480">
                  <c:v>4.0277777778101154E-2</c:v>
                </c:pt>
                <c:pt idx="3481">
                  <c:v>4.0289351847604848E-2</c:v>
                </c:pt>
                <c:pt idx="3482">
                  <c:v>4.0300925924384501E-2</c:v>
                </c:pt>
                <c:pt idx="3483">
                  <c:v>4.0312500001164153E-2</c:v>
                </c:pt>
                <c:pt idx="3484">
                  <c:v>4.0324074070667848E-2</c:v>
                </c:pt>
                <c:pt idx="3485">
                  <c:v>4.03356481474475E-2</c:v>
                </c:pt>
                <c:pt idx="3486">
                  <c:v>4.0347222216951195E-2</c:v>
                </c:pt>
                <c:pt idx="3487">
                  <c:v>4.0358796293730848E-2</c:v>
                </c:pt>
                <c:pt idx="3488">
                  <c:v>4.03703703705105E-2</c:v>
                </c:pt>
                <c:pt idx="3489">
                  <c:v>4.0381944440014195E-2</c:v>
                </c:pt>
                <c:pt idx="3490">
                  <c:v>4.0393518516793847E-2</c:v>
                </c:pt>
                <c:pt idx="3491">
                  <c:v>4.0405092593573499E-2</c:v>
                </c:pt>
                <c:pt idx="3492">
                  <c:v>4.0416666663077194E-2</c:v>
                </c:pt>
                <c:pt idx="3493">
                  <c:v>4.0428240739856847E-2</c:v>
                </c:pt>
                <c:pt idx="3494">
                  <c:v>4.0439814809360541E-2</c:v>
                </c:pt>
                <c:pt idx="3495">
                  <c:v>4.0451388886140194E-2</c:v>
                </c:pt>
                <c:pt idx="3496">
                  <c:v>4.0462962962919846E-2</c:v>
                </c:pt>
                <c:pt idx="3497">
                  <c:v>4.0474537032423541E-2</c:v>
                </c:pt>
                <c:pt idx="3498">
                  <c:v>4.0486111109203193E-2</c:v>
                </c:pt>
                <c:pt idx="3499">
                  <c:v>4.0497685185982846E-2</c:v>
                </c:pt>
                <c:pt idx="3500">
                  <c:v>4.050925925548654E-2</c:v>
                </c:pt>
                <c:pt idx="3501">
                  <c:v>4.0520833332266193E-2</c:v>
                </c:pt>
                <c:pt idx="3502">
                  <c:v>4.0532407401769888E-2</c:v>
                </c:pt>
                <c:pt idx="3503">
                  <c:v>4.054398147854954E-2</c:v>
                </c:pt>
                <c:pt idx="3504">
                  <c:v>4.0555555555329192E-2</c:v>
                </c:pt>
                <c:pt idx="3505">
                  <c:v>4.0567129624832887E-2</c:v>
                </c:pt>
                <c:pt idx="3506">
                  <c:v>4.057870370161254E-2</c:v>
                </c:pt>
                <c:pt idx="3507">
                  <c:v>4.0590277778392192E-2</c:v>
                </c:pt>
                <c:pt idx="3508">
                  <c:v>4.0601851847895887E-2</c:v>
                </c:pt>
                <c:pt idx="3509">
                  <c:v>4.0613425924675539E-2</c:v>
                </c:pt>
                <c:pt idx="3510">
                  <c:v>4.0624999994179234E-2</c:v>
                </c:pt>
                <c:pt idx="3511">
                  <c:v>4.0636574070958886E-2</c:v>
                </c:pt>
                <c:pt idx="3512">
                  <c:v>4.0648148147738539E-2</c:v>
                </c:pt>
                <c:pt idx="3513">
                  <c:v>4.0659722217242233E-2</c:v>
                </c:pt>
                <c:pt idx="3514">
                  <c:v>4.0671296294021886E-2</c:v>
                </c:pt>
                <c:pt idx="3515">
                  <c:v>4.0682870370801538E-2</c:v>
                </c:pt>
                <c:pt idx="3516">
                  <c:v>4.0694444440305233E-2</c:v>
                </c:pt>
                <c:pt idx="3517">
                  <c:v>4.0706018517084885E-2</c:v>
                </c:pt>
                <c:pt idx="3518">
                  <c:v>4.0717592593864538E-2</c:v>
                </c:pt>
                <c:pt idx="3519">
                  <c:v>4.0729166663368233E-2</c:v>
                </c:pt>
                <c:pt idx="3520">
                  <c:v>4.0740740740147885E-2</c:v>
                </c:pt>
                <c:pt idx="3521">
                  <c:v>4.075231480965158E-2</c:v>
                </c:pt>
                <c:pt idx="3522">
                  <c:v>4.0763888886431232E-2</c:v>
                </c:pt>
                <c:pt idx="3523">
                  <c:v>4.0775462963210884E-2</c:v>
                </c:pt>
                <c:pt idx="3524">
                  <c:v>4.0787037032714579E-2</c:v>
                </c:pt>
                <c:pt idx="3525">
                  <c:v>4.0798611109494232E-2</c:v>
                </c:pt>
                <c:pt idx="3526">
                  <c:v>4.0810185186273884E-2</c:v>
                </c:pt>
                <c:pt idx="3527">
                  <c:v>4.0821759255777579E-2</c:v>
                </c:pt>
                <c:pt idx="3528">
                  <c:v>4.0833333332557231E-2</c:v>
                </c:pt>
                <c:pt idx="3529">
                  <c:v>4.0844907402060926E-2</c:v>
                </c:pt>
                <c:pt idx="3530">
                  <c:v>4.0856481478840578E-2</c:v>
                </c:pt>
                <c:pt idx="3531">
                  <c:v>4.0868055555620231E-2</c:v>
                </c:pt>
                <c:pt idx="3532">
                  <c:v>4.0879629625123926E-2</c:v>
                </c:pt>
                <c:pt idx="3533">
                  <c:v>4.0891203701903578E-2</c:v>
                </c:pt>
                <c:pt idx="3534">
                  <c:v>4.090277777868323E-2</c:v>
                </c:pt>
                <c:pt idx="3535">
                  <c:v>4.0914351848186925E-2</c:v>
                </c:pt>
                <c:pt idx="3536">
                  <c:v>4.0925925924966577E-2</c:v>
                </c:pt>
                <c:pt idx="3537">
                  <c:v>4.0937499994470272E-2</c:v>
                </c:pt>
                <c:pt idx="3538">
                  <c:v>4.0949074071249925E-2</c:v>
                </c:pt>
                <c:pt idx="3539">
                  <c:v>4.0960648148029577E-2</c:v>
                </c:pt>
                <c:pt idx="3540">
                  <c:v>4.0972222217533272E-2</c:v>
                </c:pt>
                <c:pt idx="3541">
                  <c:v>4.0983796294312924E-2</c:v>
                </c:pt>
                <c:pt idx="3542">
                  <c:v>4.0995370371092577E-2</c:v>
                </c:pt>
                <c:pt idx="3543">
                  <c:v>4.1006944440596271E-2</c:v>
                </c:pt>
                <c:pt idx="3544">
                  <c:v>4.1018518517375924E-2</c:v>
                </c:pt>
                <c:pt idx="3545">
                  <c:v>4.1030092586879618E-2</c:v>
                </c:pt>
                <c:pt idx="3546">
                  <c:v>4.1041666663659271E-2</c:v>
                </c:pt>
                <c:pt idx="3547">
                  <c:v>4.1053240740438923E-2</c:v>
                </c:pt>
                <c:pt idx="3548">
                  <c:v>4.1064814809942618E-2</c:v>
                </c:pt>
                <c:pt idx="3549">
                  <c:v>4.107638888672227E-2</c:v>
                </c:pt>
                <c:pt idx="3550">
                  <c:v>4.1087962963501923E-2</c:v>
                </c:pt>
                <c:pt idx="3551">
                  <c:v>4.1099537033005618E-2</c:v>
                </c:pt>
                <c:pt idx="3552">
                  <c:v>4.111111110978527E-2</c:v>
                </c:pt>
                <c:pt idx="3553">
                  <c:v>4.1122685179288965E-2</c:v>
                </c:pt>
                <c:pt idx="3554">
                  <c:v>4.1134259256068617E-2</c:v>
                </c:pt>
                <c:pt idx="3555">
                  <c:v>4.1145833332848269E-2</c:v>
                </c:pt>
                <c:pt idx="3556">
                  <c:v>4.1157407402351964E-2</c:v>
                </c:pt>
                <c:pt idx="3557">
                  <c:v>4.1168981479131617E-2</c:v>
                </c:pt>
                <c:pt idx="3558">
                  <c:v>4.1180555555911269E-2</c:v>
                </c:pt>
                <c:pt idx="3559">
                  <c:v>4.1192129625414964E-2</c:v>
                </c:pt>
                <c:pt idx="3560">
                  <c:v>4.1203703702194616E-2</c:v>
                </c:pt>
                <c:pt idx="3561">
                  <c:v>4.1215277778974269E-2</c:v>
                </c:pt>
                <c:pt idx="3562">
                  <c:v>4.1226851848477963E-2</c:v>
                </c:pt>
                <c:pt idx="3563">
                  <c:v>4.1238425925257616E-2</c:v>
                </c:pt>
                <c:pt idx="3564">
                  <c:v>4.1249999994761311E-2</c:v>
                </c:pt>
                <c:pt idx="3565">
                  <c:v>4.1261574071540963E-2</c:v>
                </c:pt>
                <c:pt idx="3566">
                  <c:v>4.1273148148320615E-2</c:v>
                </c:pt>
                <c:pt idx="3567">
                  <c:v>4.128472221782431E-2</c:v>
                </c:pt>
                <c:pt idx="3568">
                  <c:v>4.1296296294603962E-2</c:v>
                </c:pt>
                <c:pt idx="3569">
                  <c:v>4.1307870371383615E-2</c:v>
                </c:pt>
                <c:pt idx="3570">
                  <c:v>4.131944444088731E-2</c:v>
                </c:pt>
                <c:pt idx="3571">
                  <c:v>4.1331018517666962E-2</c:v>
                </c:pt>
                <c:pt idx="3572">
                  <c:v>4.1342592587170657E-2</c:v>
                </c:pt>
                <c:pt idx="3573">
                  <c:v>4.1354166663950309E-2</c:v>
                </c:pt>
                <c:pt idx="3574">
                  <c:v>4.1365740740729962E-2</c:v>
                </c:pt>
                <c:pt idx="3575">
                  <c:v>4.1377314810233656E-2</c:v>
                </c:pt>
                <c:pt idx="3576">
                  <c:v>4.1388888887013309E-2</c:v>
                </c:pt>
                <c:pt idx="3577">
                  <c:v>4.1400462963792961E-2</c:v>
                </c:pt>
                <c:pt idx="3578">
                  <c:v>4.1412037033296656E-2</c:v>
                </c:pt>
                <c:pt idx="3579">
                  <c:v>4.1423611110076308E-2</c:v>
                </c:pt>
                <c:pt idx="3580">
                  <c:v>4.1435185179580003E-2</c:v>
                </c:pt>
                <c:pt idx="3581">
                  <c:v>4.1446759256359655E-2</c:v>
                </c:pt>
                <c:pt idx="3582">
                  <c:v>4.1458333333139308E-2</c:v>
                </c:pt>
                <c:pt idx="3583">
                  <c:v>4.1469907402643003E-2</c:v>
                </c:pt>
                <c:pt idx="3584">
                  <c:v>4.1481481479422655E-2</c:v>
                </c:pt>
                <c:pt idx="3585">
                  <c:v>4.1493055556202307E-2</c:v>
                </c:pt>
                <c:pt idx="3586">
                  <c:v>4.1504629625706002E-2</c:v>
                </c:pt>
                <c:pt idx="3587">
                  <c:v>4.1516203702485655E-2</c:v>
                </c:pt>
                <c:pt idx="3588">
                  <c:v>4.1527777771989349E-2</c:v>
                </c:pt>
                <c:pt idx="3589">
                  <c:v>4.1539351848769002E-2</c:v>
                </c:pt>
                <c:pt idx="3590">
                  <c:v>4.1550925925548654E-2</c:v>
                </c:pt>
                <c:pt idx="3591">
                  <c:v>4.1562499995052349E-2</c:v>
                </c:pt>
                <c:pt idx="3592">
                  <c:v>4.1574074071832001E-2</c:v>
                </c:pt>
                <c:pt idx="3593">
                  <c:v>4.1585648148611654E-2</c:v>
                </c:pt>
                <c:pt idx="3594">
                  <c:v>4.1597222218115348E-2</c:v>
                </c:pt>
                <c:pt idx="3595">
                  <c:v>4.1608796294895001E-2</c:v>
                </c:pt>
                <c:pt idx="3596">
                  <c:v>4.1620370371674653E-2</c:v>
                </c:pt>
                <c:pt idx="3597">
                  <c:v>4.1631944441178348E-2</c:v>
                </c:pt>
                <c:pt idx="3598">
                  <c:v>4.1643518517958E-2</c:v>
                </c:pt>
                <c:pt idx="3599">
                  <c:v>4.1655092587461695E-2</c:v>
                </c:pt>
                <c:pt idx="3600">
                  <c:v>4.1666666664241347E-2</c:v>
                </c:pt>
                <c:pt idx="3601">
                  <c:v>4.1678240741021E-2</c:v>
                </c:pt>
                <c:pt idx="3602">
                  <c:v>4.1689814810524695E-2</c:v>
                </c:pt>
                <c:pt idx="3603">
                  <c:v>4.1701388887304347E-2</c:v>
                </c:pt>
                <c:pt idx="3604">
                  <c:v>4.1712962964083999E-2</c:v>
                </c:pt>
                <c:pt idx="3605">
                  <c:v>4.1724537033587694E-2</c:v>
                </c:pt>
                <c:pt idx="3606">
                  <c:v>4.1736111110367347E-2</c:v>
                </c:pt>
                <c:pt idx="3607">
                  <c:v>4.1747685179871041E-2</c:v>
                </c:pt>
                <c:pt idx="3608">
                  <c:v>4.1759259256650694E-2</c:v>
                </c:pt>
                <c:pt idx="3609">
                  <c:v>4.1770833333430346E-2</c:v>
                </c:pt>
                <c:pt idx="3610">
                  <c:v>4.1782407402934041E-2</c:v>
                </c:pt>
                <c:pt idx="3611">
                  <c:v>4.1793981479713693E-2</c:v>
                </c:pt>
                <c:pt idx="3612">
                  <c:v>4.1805555556493346E-2</c:v>
                </c:pt>
                <c:pt idx="3613">
                  <c:v>4.181712962599704E-2</c:v>
                </c:pt>
                <c:pt idx="3614">
                  <c:v>4.1828703702776693E-2</c:v>
                </c:pt>
                <c:pt idx="3615">
                  <c:v>4.1840277772280388E-2</c:v>
                </c:pt>
                <c:pt idx="3616">
                  <c:v>4.185185184906004E-2</c:v>
                </c:pt>
                <c:pt idx="3617">
                  <c:v>4.1863425925839692E-2</c:v>
                </c:pt>
                <c:pt idx="3618">
                  <c:v>4.1874999995343387E-2</c:v>
                </c:pt>
                <c:pt idx="3619">
                  <c:v>4.188657407212304E-2</c:v>
                </c:pt>
                <c:pt idx="3620">
                  <c:v>4.1898148148902692E-2</c:v>
                </c:pt>
                <c:pt idx="3621">
                  <c:v>4.1909722218406387E-2</c:v>
                </c:pt>
                <c:pt idx="3622">
                  <c:v>4.1921296295186039E-2</c:v>
                </c:pt>
                <c:pt idx="3623">
                  <c:v>4.1932870364689734E-2</c:v>
                </c:pt>
                <c:pt idx="3624">
                  <c:v>4.1944444441469386E-2</c:v>
                </c:pt>
                <c:pt idx="3625">
                  <c:v>4.1956018518249039E-2</c:v>
                </c:pt>
                <c:pt idx="3626">
                  <c:v>4.1967592587752733E-2</c:v>
                </c:pt>
                <c:pt idx="3627">
                  <c:v>4.1979166664532386E-2</c:v>
                </c:pt>
                <c:pt idx="3628">
                  <c:v>4.1990740741312038E-2</c:v>
                </c:pt>
                <c:pt idx="3629">
                  <c:v>4.2002314810815733E-2</c:v>
                </c:pt>
                <c:pt idx="3630">
                  <c:v>4.2013888887595385E-2</c:v>
                </c:pt>
                <c:pt idx="3631">
                  <c:v>4.202546295709908E-2</c:v>
                </c:pt>
                <c:pt idx="3632">
                  <c:v>4.2037037033878732E-2</c:v>
                </c:pt>
                <c:pt idx="3633">
                  <c:v>4.2048611110658385E-2</c:v>
                </c:pt>
                <c:pt idx="3634">
                  <c:v>4.206018518016208E-2</c:v>
                </c:pt>
                <c:pt idx="3635">
                  <c:v>4.2071759256941732E-2</c:v>
                </c:pt>
                <c:pt idx="3636">
                  <c:v>4.2083333333721384E-2</c:v>
                </c:pt>
                <c:pt idx="3637">
                  <c:v>4.2094907403225079E-2</c:v>
                </c:pt>
                <c:pt idx="3638">
                  <c:v>4.2106481480004732E-2</c:v>
                </c:pt>
                <c:pt idx="3639">
                  <c:v>4.2118055556784384E-2</c:v>
                </c:pt>
                <c:pt idx="3640">
                  <c:v>4.2129629626288079E-2</c:v>
                </c:pt>
                <c:pt idx="3641">
                  <c:v>4.2141203703067731E-2</c:v>
                </c:pt>
                <c:pt idx="3642">
                  <c:v>4.2152777772571426E-2</c:v>
                </c:pt>
                <c:pt idx="3643">
                  <c:v>4.2164351849351078E-2</c:v>
                </c:pt>
                <c:pt idx="3644">
                  <c:v>4.2175925926130731E-2</c:v>
                </c:pt>
                <c:pt idx="3645">
                  <c:v>4.2187499995634425E-2</c:v>
                </c:pt>
                <c:pt idx="3646">
                  <c:v>4.2199074072414078E-2</c:v>
                </c:pt>
                <c:pt idx="3647">
                  <c:v>4.221064814919373E-2</c:v>
                </c:pt>
                <c:pt idx="3648">
                  <c:v>4.2222222218697425E-2</c:v>
                </c:pt>
                <c:pt idx="3649">
                  <c:v>4.2233796295477077E-2</c:v>
                </c:pt>
                <c:pt idx="3650">
                  <c:v>4.2245370364980772E-2</c:v>
                </c:pt>
                <c:pt idx="3651">
                  <c:v>4.2256944441760425E-2</c:v>
                </c:pt>
                <c:pt idx="3652">
                  <c:v>4.2268518518540077E-2</c:v>
                </c:pt>
                <c:pt idx="3653">
                  <c:v>4.2280092588043772E-2</c:v>
                </c:pt>
                <c:pt idx="3654">
                  <c:v>4.2291666664823424E-2</c:v>
                </c:pt>
                <c:pt idx="3655">
                  <c:v>4.2303240741603076E-2</c:v>
                </c:pt>
                <c:pt idx="3656">
                  <c:v>4.2314814811106771E-2</c:v>
                </c:pt>
                <c:pt idx="3657">
                  <c:v>4.2326388887886424E-2</c:v>
                </c:pt>
                <c:pt idx="3658">
                  <c:v>4.2337962957390118E-2</c:v>
                </c:pt>
                <c:pt idx="3659">
                  <c:v>4.2349537034169771E-2</c:v>
                </c:pt>
                <c:pt idx="3660">
                  <c:v>4.2361111110949423E-2</c:v>
                </c:pt>
                <c:pt idx="3661">
                  <c:v>4.2372685180453118E-2</c:v>
                </c:pt>
                <c:pt idx="3662">
                  <c:v>4.238425925723277E-2</c:v>
                </c:pt>
                <c:pt idx="3663">
                  <c:v>4.2395833334012423E-2</c:v>
                </c:pt>
                <c:pt idx="3664">
                  <c:v>4.2407407403516117E-2</c:v>
                </c:pt>
                <c:pt idx="3665">
                  <c:v>4.241898148029577E-2</c:v>
                </c:pt>
                <c:pt idx="3666">
                  <c:v>4.2430555549799465E-2</c:v>
                </c:pt>
                <c:pt idx="3667">
                  <c:v>4.2442129626579117E-2</c:v>
                </c:pt>
                <c:pt idx="3668">
                  <c:v>4.2453703703358769E-2</c:v>
                </c:pt>
                <c:pt idx="3669">
                  <c:v>4.2465277772862464E-2</c:v>
                </c:pt>
                <c:pt idx="3670">
                  <c:v>4.2476851849642117E-2</c:v>
                </c:pt>
                <c:pt idx="3671">
                  <c:v>4.2488425926421769E-2</c:v>
                </c:pt>
                <c:pt idx="3672">
                  <c:v>4.2499999995925464E-2</c:v>
                </c:pt>
                <c:pt idx="3673">
                  <c:v>4.2511574072705116E-2</c:v>
                </c:pt>
                <c:pt idx="3674">
                  <c:v>4.2523148149484769E-2</c:v>
                </c:pt>
                <c:pt idx="3675">
                  <c:v>4.2534722218988463E-2</c:v>
                </c:pt>
                <c:pt idx="3676">
                  <c:v>4.2546296295768116E-2</c:v>
                </c:pt>
                <c:pt idx="3677">
                  <c:v>4.255787036527181E-2</c:v>
                </c:pt>
                <c:pt idx="3678">
                  <c:v>4.2569444442051463E-2</c:v>
                </c:pt>
                <c:pt idx="3679">
                  <c:v>4.2581018518831115E-2</c:v>
                </c:pt>
                <c:pt idx="3680">
                  <c:v>4.259259258833481E-2</c:v>
                </c:pt>
                <c:pt idx="3681">
                  <c:v>4.2604166665114462E-2</c:v>
                </c:pt>
                <c:pt idx="3682">
                  <c:v>4.2615740741894115E-2</c:v>
                </c:pt>
                <c:pt idx="3683">
                  <c:v>4.262731481139781E-2</c:v>
                </c:pt>
                <c:pt idx="3684">
                  <c:v>4.2638888888177462E-2</c:v>
                </c:pt>
                <c:pt idx="3685">
                  <c:v>4.2650462957681157E-2</c:v>
                </c:pt>
                <c:pt idx="3686">
                  <c:v>4.2662037034460809E-2</c:v>
                </c:pt>
                <c:pt idx="3687">
                  <c:v>4.2673611111240461E-2</c:v>
                </c:pt>
                <c:pt idx="3688">
                  <c:v>4.2685185180744156E-2</c:v>
                </c:pt>
                <c:pt idx="3689">
                  <c:v>4.2696759257523809E-2</c:v>
                </c:pt>
                <c:pt idx="3690">
                  <c:v>4.2708333334303461E-2</c:v>
                </c:pt>
                <c:pt idx="3691">
                  <c:v>4.2719907403807156E-2</c:v>
                </c:pt>
                <c:pt idx="3692">
                  <c:v>4.2731481480586808E-2</c:v>
                </c:pt>
                <c:pt idx="3693">
                  <c:v>4.2743055550090503E-2</c:v>
                </c:pt>
                <c:pt idx="3694">
                  <c:v>4.2754629626870155E-2</c:v>
                </c:pt>
                <c:pt idx="3695">
                  <c:v>4.2766203703649808E-2</c:v>
                </c:pt>
                <c:pt idx="3696">
                  <c:v>4.2777777773153502E-2</c:v>
                </c:pt>
                <c:pt idx="3697">
                  <c:v>4.2789351849933155E-2</c:v>
                </c:pt>
                <c:pt idx="3698">
                  <c:v>4.2800925926712807E-2</c:v>
                </c:pt>
                <c:pt idx="3699">
                  <c:v>4.2812499996216502E-2</c:v>
                </c:pt>
                <c:pt idx="3700">
                  <c:v>4.2824074072996154E-2</c:v>
                </c:pt>
                <c:pt idx="3701">
                  <c:v>4.2835648142499849E-2</c:v>
                </c:pt>
                <c:pt idx="3702">
                  <c:v>4.2847222219279502E-2</c:v>
                </c:pt>
                <c:pt idx="3703">
                  <c:v>4.2858796296059154E-2</c:v>
                </c:pt>
                <c:pt idx="3704">
                  <c:v>4.2870370365562849E-2</c:v>
                </c:pt>
                <c:pt idx="3705">
                  <c:v>4.2881944442342501E-2</c:v>
                </c:pt>
                <c:pt idx="3706">
                  <c:v>4.2893518519122154E-2</c:v>
                </c:pt>
                <c:pt idx="3707">
                  <c:v>4.2905092588625848E-2</c:v>
                </c:pt>
                <c:pt idx="3708">
                  <c:v>4.2916666665405501E-2</c:v>
                </c:pt>
                <c:pt idx="3709">
                  <c:v>4.2928240734909195E-2</c:v>
                </c:pt>
                <c:pt idx="3710">
                  <c:v>4.2939814811688848E-2</c:v>
                </c:pt>
                <c:pt idx="3711">
                  <c:v>4.29513888884685E-2</c:v>
                </c:pt>
                <c:pt idx="3712">
                  <c:v>4.2962962957972195E-2</c:v>
                </c:pt>
                <c:pt idx="3713">
                  <c:v>4.2974537034751847E-2</c:v>
                </c:pt>
                <c:pt idx="3714">
                  <c:v>4.29861111115315E-2</c:v>
                </c:pt>
                <c:pt idx="3715">
                  <c:v>4.2997685181035195E-2</c:v>
                </c:pt>
                <c:pt idx="3716">
                  <c:v>4.3009259257814847E-2</c:v>
                </c:pt>
                <c:pt idx="3717">
                  <c:v>4.3020833334594499E-2</c:v>
                </c:pt>
                <c:pt idx="3718">
                  <c:v>4.3032407404098194E-2</c:v>
                </c:pt>
                <c:pt idx="3719">
                  <c:v>4.3043981480877846E-2</c:v>
                </c:pt>
                <c:pt idx="3720">
                  <c:v>4.3055555550381541E-2</c:v>
                </c:pt>
                <c:pt idx="3721">
                  <c:v>4.3067129627161194E-2</c:v>
                </c:pt>
                <c:pt idx="3722">
                  <c:v>4.3078703703940846E-2</c:v>
                </c:pt>
                <c:pt idx="3723">
                  <c:v>4.3090277773444541E-2</c:v>
                </c:pt>
                <c:pt idx="3724">
                  <c:v>4.3101851850224193E-2</c:v>
                </c:pt>
                <c:pt idx="3725">
                  <c:v>4.3113425927003846E-2</c:v>
                </c:pt>
                <c:pt idx="3726">
                  <c:v>4.312499999650754E-2</c:v>
                </c:pt>
                <c:pt idx="3727">
                  <c:v>4.3136574073287193E-2</c:v>
                </c:pt>
                <c:pt idx="3728">
                  <c:v>4.3148148142790888E-2</c:v>
                </c:pt>
                <c:pt idx="3729">
                  <c:v>4.315972221957054E-2</c:v>
                </c:pt>
                <c:pt idx="3730">
                  <c:v>4.3171296296350192E-2</c:v>
                </c:pt>
                <c:pt idx="3731">
                  <c:v>4.3182870365853887E-2</c:v>
                </c:pt>
                <c:pt idx="3732">
                  <c:v>4.3194444442633539E-2</c:v>
                </c:pt>
                <c:pt idx="3733">
                  <c:v>4.3206018519413192E-2</c:v>
                </c:pt>
                <c:pt idx="3734">
                  <c:v>4.3217592588916887E-2</c:v>
                </c:pt>
                <c:pt idx="3735">
                  <c:v>4.3229166665696539E-2</c:v>
                </c:pt>
                <c:pt idx="3736">
                  <c:v>4.3240740735200234E-2</c:v>
                </c:pt>
                <c:pt idx="3737">
                  <c:v>4.3252314811979886E-2</c:v>
                </c:pt>
                <c:pt idx="3738">
                  <c:v>4.3263888888759539E-2</c:v>
                </c:pt>
                <c:pt idx="3739">
                  <c:v>4.3275462958263233E-2</c:v>
                </c:pt>
                <c:pt idx="3740">
                  <c:v>4.3287037035042886E-2</c:v>
                </c:pt>
                <c:pt idx="3741">
                  <c:v>4.3298611111822538E-2</c:v>
                </c:pt>
                <c:pt idx="3742">
                  <c:v>4.3310185181326233E-2</c:v>
                </c:pt>
                <c:pt idx="3743">
                  <c:v>4.3321759258105885E-2</c:v>
                </c:pt>
                <c:pt idx="3744">
                  <c:v>4.333333332760958E-2</c:v>
                </c:pt>
                <c:pt idx="3745">
                  <c:v>4.3344907404389232E-2</c:v>
                </c:pt>
                <c:pt idx="3746">
                  <c:v>4.3356481481168885E-2</c:v>
                </c:pt>
                <c:pt idx="3747">
                  <c:v>4.336805555067258E-2</c:v>
                </c:pt>
                <c:pt idx="3748">
                  <c:v>4.3379629627452232E-2</c:v>
                </c:pt>
                <c:pt idx="3749">
                  <c:v>4.3391203704231884E-2</c:v>
                </c:pt>
                <c:pt idx="3750">
                  <c:v>4.3402777773735579E-2</c:v>
                </c:pt>
                <c:pt idx="3751">
                  <c:v>4.3414351850515231E-2</c:v>
                </c:pt>
                <c:pt idx="3752">
                  <c:v>4.3425925920018926E-2</c:v>
                </c:pt>
                <c:pt idx="3753">
                  <c:v>4.3437499996798579E-2</c:v>
                </c:pt>
                <c:pt idx="3754">
                  <c:v>4.3449074073578231E-2</c:v>
                </c:pt>
                <c:pt idx="3755">
                  <c:v>4.3460648143081926E-2</c:v>
                </c:pt>
                <c:pt idx="3756">
                  <c:v>4.3472222219861578E-2</c:v>
                </c:pt>
                <c:pt idx="3757">
                  <c:v>4.3483796296641231E-2</c:v>
                </c:pt>
                <c:pt idx="3758">
                  <c:v>4.3495370366144925E-2</c:v>
                </c:pt>
                <c:pt idx="3759">
                  <c:v>4.3506944442924578E-2</c:v>
                </c:pt>
                <c:pt idx="3760">
                  <c:v>4.351851851970423E-2</c:v>
                </c:pt>
                <c:pt idx="3761">
                  <c:v>4.3530092589207925E-2</c:v>
                </c:pt>
                <c:pt idx="3762">
                  <c:v>4.3541666665987577E-2</c:v>
                </c:pt>
                <c:pt idx="3763">
                  <c:v>4.3553240735491272E-2</c:v>
                </c:pt>
                <c:pt idx="3764">
                  <c:v>4.3564814812270924E-2</c:v>
                </c:pt>
                <c:pt idx="3765">
                  <c:v>4.3576388889050577E-2</c:v>
                </c:pt>
                <c:pt idx="3766">
                  <c:v>4.3587962958554272E-2</c:v>
                </c:pt>
                <c:pt idx="3767">
                  <c:v>4.3599537035333924E-2</c:v>
                </c:pt>
                <c:pt idx="3768">
                  <c:v>4.3611111112113576E-2</c:v>
                </c:pt>
                <c:pt idx="3769">
                  <c:v>4.3622685181617271E-2</c:v>
                </c:pt>
                <c:pt idx="3770">
                  <c:v>4.3634259258396924E-2</c:v>
                </c:pt>
                <c:pt idx="3771">
                  <c:v>4.3645833327900618E-2</c:v>
                </c:pt>
                <c:pt idx="3772">
                  <c:v>4.3657407404680271E-2</c:v>
                </c:pt>
                <c:pt idx="3773">
                  <c:v>4.3668981481459923E-2</c:v>
                </c:pt>
                <c:pt idx="3774">
                  <c:v>4.3680555550963618E-2</c:v>
                </c:pt>
                <c:pt idx="3775">
                  <c:v>4.369212962774327E-2</c:v>
                </c:pt>
                <c:pt idx="3776">
                  <c:v>4.3703703704522923E-2</c:v>
                </c:pt>
                <c:pt idx="3777">
                  <c:v>4.3715277774026617E-2</c:v>
                </c:pt>
                <c:pt idx="3778">
                  <c:v>4.372685185080627E-2</c:v>
                </c:pt>
                <c:pt idx="3779">
                  <c:v>4.3738425920309965E-2</c:v>
                </c:pt>
                <c:pt idx="3780">
                  <c:v>4.3749999997089617E-2</c:v>
                </c:pt>
                <c:pt idx="3781">
                  <c:v>4.3761574073869269E-2</c:v>
                </c:pt>
                <c:pt idx="3782">
                  <c:v>4.3773148143372964E-2</c:v>
                </c:pt>
                <c:pt idx="3783">
                  <c:v>4.3784722220152617E-2</c:v>
                </c:pt>
                <c:pt idx="3784">
                  <c:v>4.3796296296932269E-2</c:v>
                </c:pt>
                <c:pt idx="3785">
                  <c:v>4.3807870366435964E-2</c:v>
                </c:pt>
                <c:pt idx="3786">
                  <c:v>4.3819444443215616E-2</c:v>
                </c:pt>
                <c:pt idx="3787">
                  <c:v>4.3831018512719311E-2</c:v>
                </c:pt>
                <c:pt idx="3788">
                  <c:v>4.3842592589498963E-2</c:v>
                </c:pt>
                <c:pt idx="3789">
                  <c:v>4.3854166666278616E-2</c:v>
                </c:pt>
                <c:pt idx="3790">
                  <c:v>4.386574073578231E-2</c:v>
                </c:pt>
                <c:pt idx="3791">
                  <c:v>4.3877314812561963E-2</c:v>
                </c:pt>
                <c:pt idx="3792">
                  <c:v>4.3888888889341615E-2</c:v>
                </c:pt>
                <c:pt idx="3793">
                  <c:v>4.390046295884531E-2</c:v>
                </c:pt>
                <c:pt idx="3794">
                  <c:v>4.3912037035624962E-2</c:v>
                </c:pt>
                <c:pt idx="3795">
                  <c:v>4.3923611112404615E-2</c:v>
                </c:pt>
                <c:pt idx="3796">
                  <c:v>4.3935185181908309E-2</c:v>
                </c:pt>
                <c:pt idx="3797">
                  <c:v>4.3946759258687962E-2</c:v>
                </c:pt>
                <c:pt idx="3798">
                  <c:v>4.3958333328191657E-2</c:v>
                </c:pt>
                <c:pt idx="3799">
                  <c:v>4.3969907404971309E-2</c:v>
                </c:pt>
                <c:pt idx="3800">
                  <c:v>4.3981481481750961E-2</c:v>
                </c:pt>
                <c:pt idx="3801">
                  <c:v>4.3993055551254656E-2</c:v>
                </c:pt>
                <c:pt idx="3802">
                  <c:v>4.4004629628034309E-2</c:v>
                </c:pt>
                <c:pt idx="3803">
                  <c:v>4.4016203704813961E-2</c:v>
                </c:pt>
                <c:pt idx="3804">
                  <c:v>4.4027777774317656E-2</c:v>
                </c:pt>
                <c:pt idx="3805">
                  <c:v>4.4039351851097308E-2</c:v>
                </c:pt>
                <c:pt idx="3806">
                  <c:v>4.4050925920601003E-2</c:v>
                </c:pt>
                <c:pt idx="3807">
                  <c:v>4.4062499997380655E-2</c:v>
                </c:pt>
                <c:pt idx="3808">
                  <c:v>4.4074074074160308E-2</c:v>
                </c:pt>
                <c:pt idx="3809">
                  <c:v>4.4085648143664002E-2</c:v>
                </c:pt>
                <c:pt idx="3810">
                  <c:v>4.4097222220443655E-2</c:v>
                </c:pt>
                <c:pt idx="3811">
                  <c:v>4.4108796297223307E-2</c:v>
                </c:pt>
                <c:pt idx="3812">
                  <c:v>4.4120370366727002E-2</c:v>
                </c:pt>
                <c:pt idx="3813">
                  <c:v>4.4131944443506654E-2</c:v>
                </c:pt>
                <c:pt idx="3814">
                  <c:v>4.4143518513010349E-2</c:v>
                </c:pt>
                <c:pt idx="3815">
                  <c:v>4.4155092589790002E-2</c:v>
                </c:pt>
                <c:pt idx="3816">
                  <c:v>4.4166666666569654E-2</c:v>
                </c:pt>
                <c:pt idx="3817">
                  <c:v>4.4178240736073349E-2</c:v>
                </c:pt>
                <c:pt idx="3818">
                  <c:v>4.4189814812853001E-2</c:v>
                </c:pt>
                <c:pt idx="3819">
                  <c:v>4.4201388889632653E-2</c:v>
                </c:pt>
                <c:pt idx="3820">
                  <c:v>4.4212962959136348E-2</c:v>
                </c:pt>
                <c:pt idx="3821">
                  <c:v>4.4224537035916001E-2</c:v>
                </c:pt>
                <c:pt idx="3822">
                  <c:v>4.4236111105419695E-2</c:v>
                </c:pt>
                <c:pt idx="3823">
                  <c:v>4.4247685182199348E-2</c:v>
                </c:pt>
                <c:pt idx="3824">
                  <c:v>4.4259259258979E-2</c:v>
                </c:pt>
                <c:pt idx="3825">
                  <c:v>4.4270833328482695E-2</c:v>
                </c:pt>
                <c:pt idx="3826">
                  <c:v>4.4282407405262347E-2</c:v>
                </c:pt>
                <c:pt idx="3827">
                  <c:v>4.4293981482042E-2</c:v>
                </c:pt>
                <c:pt idx="3828">
                  <c:v>4.4305555551545694E-2</c:v>
                </c:pt>
                <c:pt idx="3829">
                  <c:v>4.4317129628325347E-2</c:v>
                </c:pt>
                <c:pt idx="3830">
                  <c:v>4.4328703697829042E-2</c:v>
                </c:pt>
                <c:pt idx="3831">
                  <c:v>4.4340277774608694E-2</c:v>
                </c:pt>
                <c:pt idx="3832">
                  <c:v>4.4351851851388346E-2</c:v>
                </c:pt>
                <c:pt idx="3833">
                  <c:v>4.4363425920892041E-2</c:v>
                </c:pt>
                <c:pt idx="3834">
                  <c:v>4.4374999997671694E-2</c:v>
                </c:pt>
                <c:pt idx="3835">
                  <c:v>4.4386574074451346E-2</c:v>
                </c:pt>
                <c:pt idx="3836">
                  <c:v>4.4398148143955041E-2</c:v>
                </c:pt>
                <c:pt idx="3837">
                  <c:v>4.4409722220734693E-2</c:v>
                </c:pt>
                <c:pt idx="3838">
                  <c:v>4.4421296297514345E-2</c:v>
                </c:pt>
                <c:pt idx="3839">
                  <c:v>4.443287036701804E-2</c:v>
                </c:pt>
                <c:pt idx="3840">
                  <c:v>4.4444444443797693E-2</c:v>
                </c:pt>
                <c:pt idx="3841">
                  <c:v>4.4456018513301387E-2</c:v>
                </c:pt>
                <c:pt idx="3842">
                  <c:v>4.446759259008104E-2</c:v>
                </c:pt>
                <c:pt idx="3843">
                  <c:v>4.4479166666860692E-2</c:v>
                </c:pt>
                <c:pt idx="3844">
                  <c:v>4.4490740736364387E-2</c:v>
                </c:pt>
                <c:pt idx="3845">
                  <c:v>4.4502314813144039E-2</c:v>
                </c:pt>
                <c:pt idx="3846">
                  <c:v>4.4513888889923692E-2</c:v>
                </c:pt>
                <c:pt idx="3847">
                  <c:v>4.4525462959427387E-2</c:v>
                </c:pt>
                <c:pt idx="3848">
                  <c:v>4.4537037036207039E-2</c:v>
                </c:pt>
                <c:pt idx="3849">
                  <c:v>4.4548611105710734E-2</c:v>
                </c:pt>
                <c:pt idx="3850">
                  <c:v>4.4560185182490386E-2</c:v>
                </c:pt>
                <c:pt idx="3851">
                  <c:v>4.4571759259270038E-2</c:v>
                </c:pt>
                <c:pt idx="3852">
                  <c:v>4.4583333328773733E-2</c:v>
                </c:pt>
                <c:pt idx="3853">
                  <c:v>4.4594907405553386E-2</c:v>
                </c:pt>
                <c:pt idx="3854">
                  <c:v>4.4606481482333038E-2</c:v>
                </c:pt>
                <c:pt idx="3855">
                  <c:v>4.4618055551836733E-2</c:v>
                </c:pt>
                <c:pt idx="3856">
                  <c:v>4.4629629628616385E-2</c:v>
                </c:pt>
                <c:pt idx="3857">
                  <c:v>4.464120369812008E-2</c:v>
                </c:pt>
                <c:pt idx="3858">
                  <c:v>4.4652777774899732E-2</c:v>
                </c:pt>
                <c:pt idx="3859">
                  <c:v>4.4664351851679385E-2</c:v>
                </c:pt>
                <c:pt idx="3860">
                  <c:v>4.4675925921183079E-2</c:v>
                </c:pt>
                <c:pt idx="3861">
                  <c:v>4.4687499997962732E-2</c:v>
                </c:pt>
                <c:pt idx="3862">
                  <c:v>4.4699074074742384E-2</c:v>
                </c:pt>
                <c:pt idx="3863">
                  <c:v>4.4710648144246079E-2</c:v>
                </c:pt>
                <c:pt idx="3864">
                  <c:v>4.4722222221025731E-2</c:v>
                </c:pt>
                <c:pt idx="3865">
                  <c:v>4.4733796290529426E-2</c:v>
                </c:pt>
                <c:pt idx="3866">
                  <c:v>4.4745370367309079E-2</c:v>
                </c:pt>
                <c:pt idx="3867">
                  <c:v>4.4756944444088731E-2</c:v>
                </c:pt>
                <c:pt idx="3868">
                  <c:v>4.4768518513592426E-2</c:v>
                </c:pt>
                <c:pt idx="3869">
                  <c:v>4.4780092590372078E-2</c:v>
                </c:pt>
                <c:pt idx="3870">
                  <c:v>4.4791666667151731E-2</c:v>
                </c:pt>
                <c:pt idx="3871">
                  <c:v>4.4803240736655425E-2</c:v>
                </c:pt>
                <c:pt idx="3872">
                  <c:v>4.4814814813435078E-2</c:v>
                </c:pt>
                <c:pt idx="3873">
                  <c:v>4.482638889021473E-2</c:v>
                </c:pt>
                <c:pt idx="3874">
                  <c:v>4.4837962959718425E-2</c:v>
                </c:pt>
                <c:pt idx="3875">
                  <c:v>4.4849537036498077E-2</c:v>
                </c:pt>
                <c:pt idx="3876">
                  <c:v>4.4861111106001772E-2</c:v>
                </c:pt>
                <c:pt idx="3877">
                  <c:v>4.4872685182781424E-2</c:v>
                </c:pt>
                <c:pt idx="3878">
                  <c:v>4.4884259259561077E-2</c:v>
                </c:pt>
                <c:pt idx="3879">
                  <c:v>4.4895833329064772E-2</c:v>
                </c:pt>
                <c:pt idx="3880">
                  <c:v>4.4907407405844424E-2</c:v>
                </c:pt>
                <c:pt idx="3881">
                  <c:v>4.4918981482624076E-2</c:v>
                </c:pt>
                <c:pt idx="3882">
                  <c:v>4.4930555552127771E-2</c:v>
                </c:pt>
                <c:pt idx="3883">
                  <c:v>4.4942129628907423E-2</c:v>
                </c:pt>
                <c:pt idx="3884">
                  <c:v>4.4953703698411118E-2</c:v>
                </c:pt>
                <c:pt idx="3885">
                  <c:v>4.4965277775190771E-2</c:v>
                </c:pt>
                <c:pt idx="3886">
                  <c:v>4.4976851851970423E-2</c:v>
                </c:pt>
                <c:pt idx="3887">
                  <c:v>4.4988425921474118E-2</c:v>
                </c:pt>
                <c:pt idx="3888">
                  <c:v>4.499999999825377E-2</c:v>
                </c:pt>
                <c:pt idx="3889">
                  <c:v>4.5011574075033423E-2</c:v>
                </c:pt>
                <c:pt idx="3890">
                  <c:v>4.5023148144537117E-2</c:v>
                </c:pt>
                <c:pt idx="3891">
                  <c:v>4.503472222131677E-2</c:v>
                </c:pt>
                <c:pt idx="3892">
                  <c:v>4.5046296290820464E-2</c:v>
                </c:pt>
                <c:pt idx="3893">
                  <c:v>4.5057870367600117E-2</c:v>
                </c:pt>
                <c:pt idx="3894">
                  <c:v>4.5069444444379769E-2</c:v>
                </c:pt>
                <c:pt idx="3895">
                  <c:v>4.5081018513883464E-2</c:v>
                </c:pt>
                <c:pt idx="3896">
                  <c:v>4.5092592590663116E-2</c:v>
                </c:pt>
                <c:pt idx="3897">
                  <c:v>4.5104166667442769E-2</c:v>
                </c:pt>
                <c:pt idx="3898">
                  <c:v>4.5115740736946464E-2</c:v>
                </c:pt>
                <c:pt idx="3899">
                  <c:v>4.5127314813726116E-2</c:v>
                </c:pt>
                <c:pt idx="3900">
                  <c:v>4.5138888883229811E-2</c:v>
                </c:pt>
                <c:pt idx="3901">
                  <c:v>4.5150462960009463E-2</c:v>
                </c:pt>
                <c:pt idx="3902">
                  <c:v>4.5162037036789116E-2</c:v>
                </c:pt>
                <c:pt idx="3903">
                  <c:v>4.517361110629281E-2</c:v>
                </c:pt>
                <c:pt idx="3904">
                  <c:v>4.5185185183072463E-2</c:v>
                </c:pt>
                <c:pt idx="3905">
                  <c:v>4.5196759259852115E-2</c:v>
                </c:pt>
                <c:pt idx="3906">
                  <c:v>4.520833332935581E-2</c:v>
                </c:pt>
                <c:pt idx="3907">
                  <c:v>4.5219907406135462E-2</c:v>
                </c:pt>
                <c:pt idx="3908">
                  <c:v>4.5231481475639157E-2</c:v>
                </c:pt>
                <c:pt idx="3909">
                  <c:v>4.5243055552418809E-2</c:v>
                </c:pt>
                <c:pt idx="3910">
                  <c:v>4.5254629629198462E-2</c:v>
                </c:pt>
                <c:pt idx="3911">
                  <c:v>4.5266203698702157E-2</c:v>
                </c:pt>
                <c:pt idx="3912">
                  <c:v>4.5277777775481809E-2</c:v>
                </c:pt>
                <c:pt idx="3913">
                  <c:v>4.5289351852261461E-2</c:v>
                </c:pt>
                <c:pt idx="3914">
                  <c:v>4.5300925921765156E-2</c:v>
                </c:pt>
                <c:pt idx="3915">
                  <c:v>4.5312499998544808E-2</c:v>
                </c:pt>
                <c:pt idx="3916">
                  <c:v>4.5324074075324461E-2</c:v>
                </c:pt>
                <c:pt idx="3917">
                  <c:v>4.5335648144828156E-2</c:v>
                </c:pt>
                <c:pt idx="3918">
                  <c:v>4.5347222221607808E-2</c:v>
                </c:pt>
                <c:pt idx="3919">
                  <c:v>4.5358796291111503E-2</c:v>
                </c:pt>
                <c:pt idx="3920">
                  <c:v>4.5370370367891155E-2</c:v>
                </c:pt>
                <c:pt idx="3921">
                  <c:v>4.5381944444670808E-2</c:v>
                </c:pt>
                <c:pt idx="3922">
                  <c:v>4.5393518514174502E-2</c:v>
                </c:pt>
                <c:pt idx="3923">
                  <c:v>4.5405092590954155E-2</c:v>
                </c:pt>
                <c:pt idx="3924">
                  <c:v>4.5416666667733807E-2</c:v>
                </c:pt>
                <c:pt idx="3925">
                  <c:v>4.5428240737237502E-2</c:v>
                </c:pt>
                <c:pt idx="3926">
                  <c:v>4.5439814814017154E-2</c:v>
                </c:pt>
                <c:pt idx="3927">
                  <c:v>4.5451388883520849E-2</c:v>
                </c:pt>
                <c:pt idx="3928">
                  <c:v>4.5462962960300501E-2</c:v>
                </c:pt>
                <c:pt idx="3929">
                  <c:v>4.5474537037080154E-2</c:v>
                </c:pt>
                <c:pt idx="3930">
                  <c:v>4.5486111106583849E-2</c:v>
                </c:pt>
                <c:pt idx="3931">
                  <c:v>4.5497685183363501E-2</c:v>
                </c:pt>
                <c:pt idx="3932">
                  <c:v>4.5509259260143153E-2</c:v>
                </c:pt>
                <c:pt idx="3933">
                  <c:v>4.5520833329646848E-2</c:v>
                </c:pt>
                <c:pt idx="3934">
                  <c:v>4.5532407406426501E-2</c:v>
                </c:pt>
                <c:pt idx="3935">
                  <c:v>4.5543981475930195E-2</c:v>
                </c:pt>
                <c:pt idx="3936">
                  <c:v>4.5555555552709848E-2</c:v>
                </c:pt>
                <c:pt idx="3937">
                  <c:v>4.55671296294895E-2</c:v>
                </c:pt>
                <c:pt idx="3938">
                  <c:v>4.5578703698993195E-2</c:v>
                </c:pt>
                <c:pt idx="3939">
                  <c:v>4.5590277775772847E-2</c:v>
                </c:pt>
                <c:pt idx="3940">
                  <c:v>4.56018518525525E-2</c:v>
                </c:pt>
                <c:pt idx="3941">
                  <c:v>4.5613425922056194E-2</c:v>
                </c:pt>
                <c:pt idx="3942">
                  <c:v>4.5624999998835847E-2</c:v>
                </c:pt>
                <c:pt idx="3943">
                  <c:v>4.5636574068339542E-2</c:v>
                </c:pt>
                <c:pt idx="3944">
                  <c:v>4.5648148145119194E-2</c:v>
                </c:pt>
                <c:pt idx="3945">
                  <c:v>4.5659722221898846E-2</c:v>
                </c:pt>
                <c:pt idx="3946">
                  <c:v>4.5671296291402541E-2</c:v>
                </c:pt>
                <c:pt idx="3947">
                  <c:v>4.5682870368182193E-2</c:v>
                </c:pt>
                <c:pt idx="3948">
                  <c:v>4.5694444444961846E-2</c:v>
                </c:pt>
                <c:pt idx="3949">
                  <c:v>4.5706018514465541E-2</c:v>
                </c:pt>
                <c:pt idx="3950">
                  <c:v>4.5717592591245193E-2</c:v>
                </c:pt>
                <c:pt idx="3951">
                  <c:v>4.5729166660748888E-2</c:v>
                </c:pt>
                <c:pt idx="3952">
                  <c:v>4.574074073752854E-2</c:v>
                </c:pt>
                <c:pt idx="3953">
                  <c:v>4.5752314814308193E-2</c:v>
                </c:pt>
                <c:pt idx="3954">
                  <c:v>4.5763888883811887E-2</c:v>
                </c:pt>
                <c:pt idx="3955">
                  <c:v>4.577546296059154E-2</c:v>
                </c:pt>
                <c:pt idx="3956">
                  <c:v>4.5787037037371192E-2</c:v>
                </c:pt>
                <c:pt idx="3957">
                  <c:v>4.5798611106874887E-2</c:v>
                </c:pt>
                <c:pt idx="3958">
                  <c:v>4.5810185183654539E-2</c:v>
                </c:pt>
                <c:pt idx="3959">
                  <c:v>4.5821759260434192E-2</c:v>
                </c:pt>
                <c:pt idx="3960">
                  <c:v>4.5833333329937886E-2</c:v>
                </c:pt>
                <c:pt idx="3961">
                  <c:v>4.5844907406717539E-2</c:v>
                </c:pt>
                <c:pt idx="3962">
                  <c:v>4.5856481476221234E-2</c:v>
                </c:pt>
                <c:pt idx="3963">
                  <c:v>4.5868055553000886E-2</c:v>
                </c:pt>
                <c:pt idx="3964">
                  <c:v>4.5879629629780538E-2</c:v>
                </c:pt>
                <c:pt idx="3965">
                  <c:v>4.5891203699284233E-2</c:v>
                </c:pt>
                <c:pt idx="3966">
                  <c:v>4.5902777776063886E-2</c:v>
                </c:pt>
                <c:pt idx="3967">
                  <c:v>4.5914351852843538E-2</c:v>
                </c:pt>
                <c:pt idx="3968">
                  <c:v>4.5925925922347233E-2</c:v>
                </c:pt>
                <c:pt idx="3969">
                  <c:v>4.5937499999126885E-2</c:v>
                </c:pt>
                <c:pt idx="3970">
                  <c:v>4.594907406863058E-2</c:v>
                </c:pt>
                <c:pt idx="3971">
                  <c:v>4.5960648145410232E-2</c:v>
                </c:pt>
                <c:pt idx="3972">
                  <c:v>4.5972222222189885E-2</c:v>
                </c:pt>
                <c:pt idx="3973">
                  <c:v>4.5983796291693579E-2</c:v>
                </c:pt>
                <c:pt idx="3974">
                  <c:v>4.5995370368473232E-2</c:v>
                </c:pt>
                <c:pt idx="3975">
                  <c:v>4.6006944445252884E-2</c:v>
                </c:pt>
                <c:pt idx="3976">
                  <c:v>4.6018518514756579E-2</c:v>
                </c:pt>
                <c:pt idx="3977">
                  <c:v>4.6030092591536231E-2</c:v>
                </c:pt>
                <c:pt idx="3978">
                  <c:v>4.6041666661039926E-2</c:v>
                </c:pt>
                <c:pt idx="3979">
                  <c:v>4.6053240737819578E-2</c:v>
                </c:pt>
                <c:pt idx="3980">
                  <c:v>4.6064814814599231E-2</c:v>
                </c:pt>
                <c:pt idx="3981">
                  <c:v>4.6076388884102926E-2</c:v>
                </c:pt>
                <c:pt idx="3982">
                  <c:v>4.6087962960882578E-2</c:v>
                </c:pt>
                <c:pt idx="3983">
                  <c:v>4.609953703766223E-2</c:v>
                </c:pt>
                <c:pt idx="3984">
                  <c:v>4.6111111107165925E-2</c:v>
                </c:pt>
                <c:pt idx="3985">
                  <c:v>4.6122685183945578E-2</c:v>
                </c:pt>
                <c:pt idx="3986">
                  <c:v>4.6134259253449272E-2</c:v>
                </c:pt>
                <c:pt idx="3987">
                  <c:v>4.6145833330228925E-2</c:v>
                </c:pt>
                <c:pt idx="3988">
                  <c:v>4.6157407407008577E-2</c:v>
                </c:pt>
                <c:pt idx="3989">
                  <c:v>4.6168981476512272E-2</c:v>
                </c:pt>
                <c:pt idx="3990">
                  <c:v>4.6180555553291924E-2</c:v>
                </c:pt>
                <c:pt idx="3991">
                  <c:v>4.6192129630071577E-2</c:v>
                </c:pt>
                <c:pt idx="3992">
                  <c:v>4.6203703699575271E-2</c:v>
                </c:pt>
                <c:pt idx="3993">
                  <c:v>4.6215277776354924E-2</c:v>
                </c:pt>
                <c:pt idx="3994">
                  <c:v>4.6226851853134576E-2</c:v>
                </c:pt>
                <c:pt idx="3995">
                  <c:v>4.6238425922638271E-2</c:v>
                </c:pt>
                <c:pt idx="3996">
                  <c:v>4.6249999999417923E-2</c:v>
                </c:pt>
                <c:pt idx="3997">
                  <c:v>4.6261574068921618E-2</c:v>
                </c:pt>
                <c:pt idx="3998">
                  <c:v>4.6273148145701271E-2</c:v>
                </c:pt>
                <c:pt idx="3999">
                  <c:v>4.6284722222480923E-2</c:v>
                </c:pt>
                <c:pt idx="4000">
                  <c:v>4.6296296291984618E-2</c:v>
                </c:pt>
                <c:pt idx="4001">
                  <c:v>4.630787036876427E-2</c:v>
                </c:pt>
                <c:pt idx="4002">
                  <c:v>4.6319444445543922E-2</c:v>
                </c:pt>
                <c:pt idx="4003">
                  <c:v>4.6331018515047617E-2</c:v>
                </c:pt>
                <c:pt idx="4004">
                  <c:v>4.634259259182727E-2</c:v>
                </c:pt>
                <c:pt idx="4005">
                  <c:v>4.6354166661330964E-2</c:v>
                </c:pt>
                <c:pt idx="4006">
                  <c:v>4.6365740738110617E-2</c:v>
                </c:pt>
                <c:pt idx="4007">
                  <c:v>4.6377314814890269E-2</c:v>
                </c:pt>
                <c:pt idx="4008">
                  <c:v>4.6388888884393964E-2</c:v>
                </c:pt>
                <c:pt idx="4009">
                  <c:v>4.6400462961173616E-2</c:v>
                </c:pt>
                <c:pt idx="4010">
                  <c:v>4.6412037037953269E-2</c:v>
                </c:pt>
                <c:pt idx="4011">
                  <c:v>4.6423611107456964E-2</c:v>
                </c:pt>
                <c:pt idx="4012">
                  <c:v>4.6435185184236616E-2</c:v>
                </c:pt>
                <c:pt idx="4013">
                  <c:v>4.6446759253740311E-2</c:v>
                </c:pt>
                <c:pt idx="4014">
                  <c:v>4.6458333330519963E-2</c:v>
                </c:pt>
                <c:pt idx="4015">
                  <c:v>4.6469907407299615E-2</c:v>
                </c:pt>
                <c:pt idx="4016">
                  <c:v>4.648148147680331E-2</c:v>
                </c:pt>
                <c:pt idx="4017">
                  <c:v>4.6493055553582963E-2</c:v>
                </c:pt>
                <c:pt idx="4018">
                  <c:v>4.6504629630362615E-2</c:v>
                </c:pt>
                <c:pt idx="4019">
                  <c:v>4.651620369986631E-2</c:v>
                </c:pt>
                <c:pt idx="4020">
                  <c:v>4.6527777776645962E-2</c:v>
                </c:pt>
                <c:pt idx="4021">
                  <c:v>4.6539351846149657E-2</c:v>
                </c:pt>
                <c:pt idx="4022">
                  <c:v>4.6550925922929309E-2</c:v>
                </c:pt>
                <c:pt idx="4023">
                  <c:v>4.6562499999708962E-2</c:v>
                </c:pt>
                <c:pt idx="4024">
                  <c:v>4.6574074069212656E-2</c:v>
                </c:pt>
                <c:pt idx="4025">
                  <c:v>4.6585648145992309E-2</c:v>
                </c:pt>
                <c:pt idx="4026">
                  <c:v>4.6597222222771961E-2</c:v>
                </c:pt>
                <c:pt idx="4027">
                  <c:v>4.6608796292275656E-2</c:v>
                </c:pt>
                <c:pt idx="4028">
                  <c:v>4.6620370369055308E-2</c:v>
                </c:pt>
                <c:pt idx="4029">
                  <c:v>4.6631944438559003E-2</c:v>
                </c:pt>
                <c:pt idx="4030">
                  <c:v>4.6643518515338656E-2</c:v>
                </c:pt>
                <c:pt idx="4031">
                  <c:v>4.6655092592118308E-2</c:v>
                </c:pt>
                <c:pt idx="4032">
                  <c:v>4.6666666661622003E-2</c:v>
                </c:pt>
                <c:pt idx="4033">
                  <c:v>4.6678240738401655E-2</c:v>
                </c:pt>
                <c:pt idx="4034">
                  <c:v>4.6689814815181307E-2</c:v>
                </c:pt>
                <c:pt idx="4035">
                  <c:v>4.6701388884685002E-2</c:v>
                </c:pt>
                <c:pt idx="4036">
                  <c:v>4.6712962961464655E-2</c:v>
                </c:pt>
                <c:pt idx="4037">
                  <c:v>4.6724537038244307E-2</c:v>
                </c:pt>
                <c:pt idx="4038">
                  <c:v>4.6736111107748002E-2</c:v>
                </c:pt>
                <c:pt idx="4039">
                  <c:v>4.6747685184527654E-2</c:v>
                </c:pt>
                <c:pt idx="4040">
                  <c:v>4.6759259254031349E-2</c:v>
                </c:pt>
                <c:pt idx="4041">
                  <c:v>4.6770833330811001E-2</c:v>
                </c:pt>
                <c:pt idx="4042">
                  <c:v>4.6782407407590654E-2</c:v>
                </c:pt>
                <c:pt idx="4043">
                  <c:v>4.6793981477094349E-2</c:v>
                </c:pt>
                <c:pt idx="4044">
                  <c:v>4.6805555553874001E-2</c:v>
                </c:pt>
                <c:pt idx="4045">
                  <c:v>4.6817129630653653E-2</c:v>
                </c:pt>
                <c:pt idx="4046">
                  <c:v>4.6828703700157348E-2</c:v>
                </c:pt>
                <c:pt idx="4047">
                  <c:v>4.6840277776937E-2</c:v>
                </c:pt>
                <c:pt idx="4048">
                  <c:v>4.6851851846440695E-2</c:v>
                </c:pt>
                <c:pt idx="4049">
                  <c:v>4.6863425923220348E-2</c:v>
                </c:pt>
                <c:pt idx="4050">
                  <c:v>4.6875E-2</c:v>
                </c:pt>
                <c:pt idx="4051">
                  <c:v>4.6886574069503695E-2</c:v>
                </c:pt>
                <c:pt idx="4052">
                  <c:v>4.6898148146283347E-2</c:v>
                </c:pt>
                <c:pt idx="4053">
                  <c:v>4.6909722223063E-2</c:v>
                </c:pt>
                <c:pt idx="4054">
                  <c:v>4.6921296292566694E-2</c:v>
                </c:pt>
                <c:pt idx="4055">
                  <c:v>4.6932870369346347E-2</c:v>
                </c:pt>
                <c:pt idx="4056">
                  <c:v>4.6944444438850041E-2</c:v>
                </c:pt>
                <c:pt idx="4057">
                  <c:v>4.6956018515629694E-2</c:v>
                </c:pt>
                <c:pt idx="4058">
                  <c:v>4.6967592592409346E-2</c:v>
                </c:pt>
                <c:pt idx="4059">
                  <c:v>4.6979166661913041E-2</c:v>
                </c:pt>
                <c:pt idx="4060">
                  <c:v>4.6990740738692693E-2</c:v>
                </c:pt>
                <c:pt idx="4061">
                  <c:v>4.7002314815472346E-2</c:v>
                </c:pt>
                <c:pt idx="4062">
                  <c:v>4.7013888884976041E-2</c:v>
                </c:pt>
                <c:pt idx="4063">
                  <c:v>4.7025462961755693E-2</c:v>
                </c:pt>
                <c:pt idx="4064">
                  <c:v>4.7037037031259388E-2</c:v>
                </c:pt>
                <c:pt idx="4065">
                  <c:v>4.704861110803904E-2</c:v>
                </c:pt>
                <c:pt idx="4066">
                  <c:v>4.7060185184818693E-2</c:v>
                </c:pt>
                <c:pt idx="4067">
                  <c:v>4.7071759254322387E-2</c:v>
                </c:pt>
                <c:pt idx="4068">
                  <c:v>4.708333333110204E-2</c:v>
                </c:pt>
                <c:pt idx="4069">
                  <c:v>4.7094907407881692E-2</c:v>
                </c:pt>
                <c:pt idx="4070">
                  <c:v>4.7106481477385387E-2</c:v>
                </c:pt>
                <c:pt idx="4071">
                  <c:v>4.7118055554165039E-2</c:v>
                </c:pt>
                <c:pt idx="4072">
                  <c:v>4.7129629630944692E-2</c:v>
                </c:pt>
                <c:pt idx="4073">
                  <c:v>4.7141203700448386E-2</c:v>
                </c:pt>
                <c:pt idx="4074">
                  <c:v>4.7152777777228039E-2</c:v>
                </c:pt>
                <c:pt idx="4075">
                  <c:v>4.7164351846731734E-2</c:v>
                </c:pt>
                <c:pt idx="4076">
                  <c:v>4.7175925923511386E-2</c:v>
                </c:pt>
                <c:pt idx="4077">
                  <c:v>4.7187500000291038E-2</c:v>
                </c:pt>
                <c:pt idx="4078">
                  <c:v>4.7199074069794733E-2</c:v>
                </c:pt>
                <c:pt idx="4079">
                  <c:v>4.7210648146574385E-2</c:v>
                </c:pt>
                <c:pt idx="4080">
                  <c:v>4.7222222223354038E-2</c:v>
                </c:pt>
                <c:pt idx="4081">
                  <c:v>4.7233796292857733E-2</c:v>
                </c:pt>
                <c:pt idx="4082">
                  <c:v>4.7245370369637385E-2</c:v>
                </c:pt>
                <c:pt idx="4083">
                  <c:v>4.725694443914108E-2</c:v>
                </c:pt>
                <c:pt idx="4084">
                  <c:v>4.7268518515920732E-2</c:v>
                </c:pt>
                <c:pt idx="4085">
                  <c:v>4.7280092592700385E-2</c:v>
                </c:pt>
                <c:pt idx="4086">
                  <c:v>4.7291666662204079E-2</c:v>
                </c:pt>
                <c:pt idx="4087">
                  <c:v>4.7303240738983732E-2</c:v>
                </c:pt>
                <c:pt idx="4088">
                  <c:v>4.7314814815763384E-2</c:v>
                </c:pt>
                <c:pt idx="4089">
                  <c:v>4.7326388885267079E-2</c:v>
                </c:pt>
                <c:pt idx="4090">
                  <c:v>4.7337962962046731E-2</c:v>
                </c:pt>
                <c:pt idx="4091">
                  <c:v>4.7349537031550426E-2</c:v>
                </c:pt>
                <c:pt idx="4092">
                  <c:v>4.7361111108330078E-2</c:v>
                </c:pt>
                <c:pt idx="4093">
                  <c:v>4.7372685185109731E-2</c:v>
                </c:pt>
                <c:pt idx="4094">
                  <c:v>4.7384259254613426E-2</c:v>
                </c:pt>
                <c:pt idx="4095">
                  <c:v>4.7395833331393078E-2</c:v>
                </c:pt>
                <c:pt idx="4096">
                  <c:v>4.740740740817273E-2</c:v>
                </c:pt>
                <c:pt idx="4097">
                  <c:v>4.7418981477676425E-2</c:v>
                </c:pt>
                <c:pt idx="4098">
                  <c:v>4.7430555554456078E-2</c:v>
                </c:pt>
                <c:pt idx="4099">
                  <c:v>4.7442129623959772E-2</c:v>
                </c:pt>
                <c:pt idx="4100">
                  <c:v>4.7453703700739425E-2</c:v>
                </c:pt>
                <c:pt idx="4101">
                  <c:v>4.7465277777519077E-2</c:v>
                </c:pt>
                <c:pt idx="4102">
                  <c:v>4.7476851847022772E-2</c:v>
                </c:pt>
                <c:pt idx="4103">
                  <c:v>4.7488425923802424E-2</c:v>
                </c:pt>
                <c:pt idx="4104">
                  <c:v>4.7500000000582077E-2</c:v>
                </c:pt>
                <c:pt idx="4105">
                  <c:v>4.7511574070085771E-2</c:v>
                </c:pt>
                <c:pt idx="4106">
                  <c:v>4.7523148146865424E-2</c:v>
                </c:pt>
                <c:pt idx="4107">
                  <c:v>4.7534722216369119E-2</c:v>
                </c:pt>
                <c:pt idx="4108">
                  <c:v>4.7546296293148771E-2</c:v>
                </c:pt>
                <c:pt idx="4109">
                  <c:v>4.7557870369928423E-2</c:v>
                </c:pt>
                <c:pt idx="4110">
                  <c:v>4.7569444439432118E-2</c:v>
                </c:pt>
                <c:pt idx="4111">
                  <c:v>4.758101851621177E-2</c:v>
                </c:pt>
                <c:pt idx="4112">
                  <c:v>4.7592592592991423E-2</c:v>
                </c:pt>
                <c:pt idx="4113">
                  <c:v>4.7604166662495118E-2</c:v>
                </c:pt>
                <c:pt idx="4114">
                  <c:v>4.761574073927477E-2</c:v>
                </c:pt>
                <c:pt idx="4115">
                  <c:v>4.7627314816054422E-2</c:v>
                </c:pt>
                <c:pt idx="4116">
                  <c:v>4.7638888885558117E-2</c:v>
                </c:pt>
                <c:pt idx="4117">
                  <c:v>4.765046296233777E-2</c:v>
                </c:pt>
                <c:pt idx="4118">
                  <c:v>4.7662037031841464E-2</c:v>
                </c:pt>
                <c:pt idx="4119">
                  <c:v>4.7673611108621117E-2</c:v>
                </c:pt>
                <c:pt idx="4120">
                  <c:v>4.7685185185400769E-2</c:v>
                </c:pt>
                <c:pt idx="4121">
                  <c:v>4.7696759254904464E-2</c:v>
                </c:pt>
                <c:pt idx="4122">
                  <c:v>4.7708333331684116E-2</c:v>
                </c:pt>
                <c:pt idx="4123">
                  <c:v>4.7719907408463769E-2</c:v>
                </c:pt>
                <c:pt idx="4124">
                  <c:v>4.7731481477967463E-2</c:v>
                </c:pt>
                <c:pt idx="4125">
                  <c:v>4.7743055554747116E-2</c:v>
                </c:pt>
                <c:pt idx="4126">
                  <c:v>4.7754629624250811E-2</c:v>
                </c:pt>
                <c:pt idx="4127">
                  <c:v>4.7766203701030463E-2</c:v>
                </c:pt>
                <c:pt idx="4128">
                  <c:v>4.7777777777810115E-2</c:v>
                </c:pt>
                <c:pt idx="4129">
                  <c:v>4.778935184731381E-2</c:v>
                </c:pt>
                <c:pt idx="4130">
                  <c:v>4.7800925924093463E-2</c:v>
                </c:pt>
                <c:pt idx="4131">
                  <c:v>4.7812500000873115E-2</c:v>
                </c:pt>
                <c:pt idx="4132">
                  <c:v>4.782407407037681E-2</c:v>
                </c:pt>
                <c:pt idx="4133">
                  <c:v>4.7835648147156462E-2</c:v>
                </c:pt>
                <c:pt idx="4134">
                  <c:v>4.7847222216660157E-2</c:v>
                </c:pt>
                <c:pt idx="4135">
                  <c:v>4.7858796293439809E-2</c:v>
                </c:pt>
                <c:pt idx="4136">
                  <c:v>4.7870370370219462E-2</c:v>
                </c:pt>
                <c:pt idx="4137">
                  <c:v>4.7881944439723156E-2</c:v>
                </c:pt>
                <c:pt idx="4138">
                  <c:v>4.7893518516502809E-2</c:v>
                </c:pt>
                <c:pt idx="4139">
                  <c:v>4.7905092593282461E-2</c:v>
                </c:pt>
                <c:pt idx="4140">
                  <c:v>4.7916666662786156E-2</c:v>
                </c:pt>
                <c:pt idx="4141">
                  <c:v>4.7928240739565808E-2</c:v>
                </c:pt>
                <c:pt idx="4142">
                  <c:v>4.7939814809069503E-2</c:v>
                </c:pt>
                <c:pt idx="4143">
                  <c:v>4.7951388885849155E-2</c:v>
                </c:pt>
                <c:pt idx="4144">
                  <c:v>4.7962962962628808E-2</c:v>
                </c:pt>
                <c:pt idx="4145">
                  <c:v>4.7974537032132503E-2</c:v>
                </c:pt>
                <c:pt idx="4146">
                  <c:v>4.7986111108912155E-2</c:v>
                </c:pt>
                <c:pt idx="4147">
                  <c:v>4.7997685185691807E-2</c:v>
                </c:pt>
                <c:pt idx="4148">
                  <c:v>4.8009259255195502E-2</c:v>
                </c:pt>
                <c:pt idx="4149">
                  <c:v>4.8020833331975155E-2</c:v>
                </c:pt>
                <c:pt idx="4150">
                  <c:v>4.8032407401478849E-2</c:v>
                </c:pt>
                <c:pt idx="4151">
                  <c:v>4.8043981478258502E-2</c:v>
                </c:pt>
                <c:pt idx="4152">
                  <c:v>4.8055555555038154E-2</c:v>
                </c:pt>
                <c:pt idx="4153">
                  <c:v>4.8067129624541849E-2</c:v>
                </c:pt>
                <c:pt idx="4154">
                  <c:v>4.8078703701321501E-2</c:v>
                </c:pt>
                <c:pt idx="4155">
                  <c:v>4.8090277778101154E-2</c:v>
                </c:pt>
                <c:pt idx="4156">
                  <c:v>4.8101851847604848E-2</c:v>
                </c:pt>
                <c:pt idx="4157">
                  <c:v>4.8113425924384501E-2</c:v>
                </c:pt>
                <c:pt idx="4158">
                  <c:v>4.8125000001164153E-2</c:v>
                </c:pt>
                <c:pt idx="4159">
                  <c:v>4.8136574070667848E-2</c:v>
                </c:pt>
                <c:pt idx="4160">
                  <c:v>4.81481481474475E-2</c:v>
                </c:pt>
                <c:pt idx="4161">
                  <c:v>4.8159722216951195E-2</c:v>
                </c:pt>
                <c:pt idx="4162">
                  <c:v>4.8171296293730848E-2</c:v>
                </c:pt>
                <c:pt idx="4163">
                  <c:v>4.81828703705105E-2</c:v>
                </c:pt>
                <c:pt idx="4164">
                  <c:v>4.8194444440014195E-2</c:v>
                </c:pt>
                <c:pt idx="4165">
                  <c:v>4.8206018516793847E-2</c:v>
                </c:pt>
                <c:pt idx="4166">
                  <c:v>4.8217592593573499E-2</c:v>
                </c:pt>
                <c:pt idx="4167">
                  <c:v>4.8229166663077194E-2</c:v>
                </c:pt>
                <c:pt idx="4168">
                  <c:v>4.8240740739856847E-2</c:v>
                </c:pt>
                <c:pt idx="4169">
                  <c:v>4.8252314809360541E-2</c:v>
                </c:pt>
                <c:pt idx="4170">
                  <c:v>4.8263888886140194E-2</c:v>
                </c:pt>
                <c:pt idx="4171">
                  <c:v>4.8275462962919846E-2</c:v>
                </c:pt>
                <c:pt idx="4172">
                  <c:v>4.8287037032423541E-2</c:v>
                </c:pt>
                <c:pt idx="4173">
                  <c:v>4.8298611109203193E-2</c:v>
                </c:pt>
                <c:pt idx="4174">
                  <c:v>4.8310185185982846E-2</c:v>
                </c:pt>
                <c:pt idx="4175">
                  <c:v>4.832175925548654E-2</c:v>
                </c:pt>
                <c:pt idx="4176">
                  <c:v>4.8333333332266193E-2</c:v>
                </c:pt>
                <c:pt idx="4177">
                  <c:v>4.8344907401769888E-2</c:v>
                </c:pt>
                <c:pt idx="4178">
                  <c:v>4.835648147854954E-2</c:v>
                </c:pt>
                <c:pt idx="4179">
                  <c:v>4.8368055555329192E-2</c:v>
                </c:pt>
                <c:pt idx="4180">
                  <c:v>4.8379629624832887E-2</c:v>
                </c:pt>
                <c:pt idx="4181">
                  <c:v>4.839120370161254E-2</c:v>
                </c:pt>
                <c:pt idx="4182">
                  <c:v>4.8402777778392192E-2</c:v>
                </c:pt>
                <c:pt idx="4183">
                  <c:v>4.8414351847895887E-2</c:v>
                </c:pt>
                <c:pt idx="4184">
                  <c:v>4.8425925924675539E-2</c:v>
                </c:pt>
                <c:pt idx="4185">
                  <c:v>4.8437499994179234E-2</c:v>
                </c:pt>
                <c:pt idx="4186">
                  <c:v>4.8449074070958886E-2</c:v>
                </c:pt>
                <c:pt idx="4187">
                  <c:v>4.8460648147738539E-2</c:v>
                </c:pt>
                <c:pt idx="4188">
                  <c:v>4.8472222217242233E-2</c:v>
                </c:pt>
                <c:pt idx="4189">
                  <c:v>4.8483796294021886E-2</c:v>
                </c:pt>
                <c:pt idx="4190">
                  <c:v>4.8495370370801538E-2</c:v>
                </c:pt>
                <c:pt idx="4191">
                  <c:v>4.8506944440305233E-2</c:v>
                </c:pt>
                <c:pt idx="4192">
                  <c:v>4.8518518517084885E-2</c:v>
                </c:pt>
                <c:pt idx="4193">
                  <c:v>4.8530092593864538E-2</c:v>
                </c:pt>
                <c:pt idx="4194">
                  <c:v>4.8541666663368233E-2</c:v>
                </c:pt>
                <c:pt idx="4195">
                  <c:v>4.8553240740147885E-2</c:v>
                </c:pt>
                <c:pt idx="4196">
                  <c:v>4.856481480965158E-2</c:v>
                </c:pt>
                <c:pt idx="4197">
                  <c:v>4.8576388886431232E-2</c:v>
                </c:pt>
                <c:pt idx="4198">
                  <c:v>4.8587962963210884E-2</c:v>
                </c:pt>
                <c:pt idx="4199">
                  <c:v>4.8599537032714579E-2</c:v>
                </c:pt>
                <c:pt idx="4200">
                  <c:v>4.8611111109494232E-2</c:v>
                </c:pt>
                <c:pt idx="4201">
                  <c:v>4.8622685186273884E-2</c:v>
                </c:pt>
                <c:pt idx="4202">
                  <c:v>4.8634259255777579E-2</c:v>
                </c:pt>
                <c:pt idx="4203">
                  <c:v>4.8645833332557231E-2</c:v>
                </c:pt>
                <c:pt idx="4204">
                  <c:v>4.8657407402060926E-2</c:v>
                </c:pt>
                <c:pt idx="4205">
                  <c:v>4.8668981478840578E-2</c:v>
                </c:pt>
                <c:pt idx="4206">
                  <c:v>4.8680555555620231E-2</c:v>
                </c:pt>
                <c:pt idx="4207">
                  <c:v>4.8692129625123926E-2</c:v>
                </c:pt>
                <c:pt idx="4208">
                  <c:v>4.8703703701903578E-2</c:v>
                </c:pt>
                <c:pt idx="4209">
                  <c:v>4.871527777868323E-2</c:v>
                </c:pt>
                <c:pt idx="4210">
                  <c:v>4.8726851848186925E-2</c:v>
                </c:pt>
                <c:pt idx="4211">
                  <c:v>4.8738425924966577E-2</c:v>
                </c:pt>
                <c:pt idx="4212">
                  <c:v>4.8749999994470272E-2</c:v>
                </c:pt>
                <c:pt idx="4213">
                  <c:v>4.8761574071249925E-2</c:v>
                </c:pt>
                <c:pt idx="4214">
                  <c:v>4.8773148148029577E-2</c:v>
                </c:pt>
                <c:pt idx="4215">
                  <c:v>4.8784722217533272E-2</c:v>
                </c:pt>
                <c:pt idx="4216">
                  <c:v>4.8796296294312924E-2</c:v>
                </c:pt>
                <c:pt idx="4217">
                  <c:v>4.8807870371092577E-2</c:v>
                </c:pt>
                <c:pt idx="4218">
                  <c:v>4.8819444440596271E-2</c:v>
                </c:pt>
                <c:pt idx="4219">
                  <c:v>4.8831018517375924E-2</c:v>
                </c:pt>
                <c:pt idx="4220">
                  <c:v>4.8842592586879618E-2</c:v>
                </c:pt>
                <c:pt idx="4221">
                  <c:v>4.8854166663659271E-2</c:v>
                </c:pt>
                <c:pt idx="4222">
                  <c:v>4.8865740740438923E-2</c:v>
                </c:pt>
                <c:pt idx="4223">
                  <c:v>4.8877314809942618E-2</c:v>
                </c:pt>
                <c:pt idx="4224">
                  <c:v>4.888888888672227E-2</c:v>
                </c:pt>
                <c:pt idx="4225">
                  <c:v>4.8900462963501923E-2</c:v>
                </c:pt>
                <c:pt idx="4226">
                  <c:v>4.8912037033005618E-2</c:v>
                </c:pt>
                <c:pt idx="4227">
                  <c:v>4.892361110978527E-2</c:v>
                </c:pt>
                <c:pt idx="4228">
                  <c:v>4.8935185179288965E-2</c:v>
                </c:pt>
                <c:pt idx="4229">
                  <c:v>4.8946759256068617E-2</c:v>
                </c:pt>
                <c:pt idx="4230">
                  <c:v>4.8958333332848269E-2</c:v>
                </c:pt>
                <c:pt idx="4231">
                  <c:v>4.8969907402351964E-2</c:v>
                </c:pt>
                <c:pt idx="4232">
                  <c:v>4.8981481479131617E-2</c:v>
                </c:pt>
                <c:pt idx="4233">
                  <c:v>4.8993055555911269E-2</c:v>
                </c:pt>
                <c:pt idx="4234">
                  <c:v>4.9004629625414964E-2</c:v>
                </c:pt>
                <c:pt idx="4235">
                  <c:v>4.9016203702194616E-2</c:v>
                </c:pt>
                <c:pt idx="4236">
                  <c:v>4.9027777778974269E-2</c:v>
                </c:pt>
                <c:pt idx="4237">
                  <c:v>4.9039351848477963E-2</c:v>
                </c:pt>
                <c:pt idx="4238">
                  <c:v>4.9050925925257616E-2</c:v>
                </c:pt>
                <c:pt idx="4239">
                  <c:v>4.9062499994761311E-2</c:v>
                </c:pt>
                <c:pt idx="4240">
                  <c:v>4.9074074071540963E-2</c:v>
                </c:pt>
                <c:pt idx="4241">
                  <c:v>4.9085648148320615E-2</c:v>
                </c:pt>
                <c:pt idx="4242">
                  <c:v>4.909722221782431E-2</c:v>
                </c:pt>
                <c:pt idx="4243">
                  <c:v>4.9108796294603962E-2</c:v>
                </c:pt>
                <c:pt idx="4244">
                  <c:v>4.9120370371383615E-2</c:v>
                </c:pt>
                <c:pt idx="4245">
                  <c:v>4.913194444088731E-2</c:v>
                </c:pt>
                <c:pt idx="4246">
                  <c:v>4.9143518517666962E-2</c:v>
                </c:pt>
                <c:pt idx="4247">
                  <c:v>4.9155092587170657E-2</c:v>
                </c:pt>
                <c:pt idx="4248">
                  <c:v>4.9166666663950309E-2</c:v>
                </c:pt>
                <c:pt idx="4249">
                  <c:v>4.9178240740729962E-2</c:v>
                </c:pt>
                <c:pt idx="4250">
                  <c:v>4.9189814810233656E-2</c:v>
                </c:pt>
                <c:pt idx="4251">
                  <c:v>4.9201388887013309E-2</c:v>
                </c:pt>
                <c:pt idx="4252">
                  <c:v>4.9212962963792961E-2</c:v>
                </c:pt>
                <c:pt idx="4253">
                  <c:v>4.9224537033296656E-2</c:v>
                </c:pt>
                <c:pt idx="4254">
                  <c:v>4.9236111110076308E-2</c:v>
                </c:pt>
                <c:pt idx="4255">
                  <c:v>4.9247685179580003E-2</c:v>
                </c:pt>
                <c:pt idx="4256">
                  <c:v>4.9259259256359655E-2</c:v>
                </c:pt>
                <c:pt idx="4257">
                  <c:v>4.9270833333139308E-2</c:v>
                </c:pt>
                <c:pt idx="4258">
                  <c:v>4.9282407402643003E-2</c:v>
                </c:pt>
                <c:pt idx="4259">
                  <c:v>4.9293981479422655E-2</c:v>
                </c:pt>
                <c:pt idx="4260">
                  <c:v>4.9305555556202307E-2</c:v>
                </c:pt>
                <c:pt idx="4261">
                  <c:v>4.9317129625706002E-2</c:v>
                </c:pt>
                <c:pt idx="4262">
                  <c:v>4.9328703702485655E-2</c:v>
                </c:pt>
                <c:pt idx="4263">
                  <c:v>4.9340277771989349E-2</c:v>
                </c:pt>
                <c:pt idx="4264">
                  <c:v>4.9351851848769002E-2</c:v>
                </c:pt>
                <c:pt idx="4265">
                  <c:v>4.9363425925548654E-2</c:v>
                </c:pt>
                <c:pt idx="4266">
                  <c:v>4.9374999995052349E-2</c:v>
                </c:pt>
                <c:pt idx="4267">
                  <c:v>4.9386574071832001E-2</c:v>
                </c:pt>
                <c:pt idx="4268">
                  <c:v>4.9398148148611654E-2</c:v>
                </c:pt>
                <c:pt idx="4269">
                  <c:v>4.9409722218115348E-2</c:v>
                </c:pt>
                <c:pt idx="4270">
                  <c:v>4.9421296294895001E-2</c:v>
                </c:pt>
                <c:pt idx="4271">
                  <c:v>4.9432870371674653E-2</c:v>
                </c:pt>
                <c:pt idx="4272">
                  <c:v>4.9444444441178348E-2</c:v>
                </c:pt>
                <c:pt idx="4273">
                  <c:v>4.9456018517958E-2</c:v>
                </c:pt>
                <c:pt idx="4274">
                  <c:v>4.9467592587461695E-2</c:v>
                </c:pt>
                <c:pt idx="4275">
                  <c:v>4.9479166664241347E-2</c:v>
                </c:pt>
                <c:pt idx="4276">
                  <c:v>4.9490740741021E-2</c:v>
                </c:pt>
                <c:pt idx="4277">
                  <c:v>4.9502314810524695E-2</c:v>
                </c:pt>
                <c:pt idx="4278">
                  <c:v>4.9513888887304347E-2</c:v>
                </c:pt>
                <c:pt idx="4279">
                  <c:v>4.9525462964083999E-2</c:v>
                </c:pt>
                <c:pt idx="4280">
                  <c:v>4.9537037033587694E-2</c:v>
                </c:pt>
                <c:pt idx="4281">
                  <c:v>4.9548611110367347E-2</c:v>
                </c:pt>
                <c:pt idx="4282">
                  <c:v>4.9560185179871041E-2</c:v>
                </c:pt>
                <c:pt idx="4283">
                  <c:v>4.9571759256650694E-2</c:v>
                </c:pt>
                <c:pt idx="4284">
                  <c:v>4.9583333333430346E-2</c:v>
                </c:pt>
                <c:pt idx="4285">
                  <c:v>4.9594907402934041E-2</c:v>
                </c:pt>
                <c:pt idx="4286">
                  <c:v>4.9606481479713693E-2</c:v>
                </c:pt>
                <c:pt idx="4287">
                  <c:v>4.9618055556493346E-2</c:v>
                </c:pt>
                <c:pt idx="4288">
                  <c:v>4.962962962599704E-2</c:v>
                </c:pt>
                <c:pt idx="4289">
                  <c:v>4.9641203702776693E-2</c:v>
                </c:pt>
                <c:pt idx="4290">
                  <c:v>4.9652777772280388E-2</c:v>
                </c:pt>
                <c:pt idx="4291">
                  <c:v>4.966435184906004E-2</c:v>
                </c:pt>
                <c:pt idx="4292">
                  <c:v>4.9675925925839692E-2</c:v>
                </c:pt>
                <c:pt idx="4293">
                  <c:v>4.9687499995343387E-2</c:v>
                </c:pt>
                <c:pt idx="4294">
                  <c:v>4.969907407212304E-2</c:v>
                </c:pt>
                <c:pt idx="4295">
                  <c:v>4.9710648148902692E-2</c:v>
                </c:pt>
                <c:pt idx="4296">
                  <c:v>4.9722222218406387E-2</c:v>
                </c:pt>
                <c:pt idx="4297">
                  <c:v>4.9733796295186039E-2</c:v>
                </c:pt>
                <c:pt idx="4298">
                  <c:v>4.9745370364689734E-2</c:v>
                </c:pt>
                <c:pt idx="4299">
                  <c:v>4.9756944441469386E-2</c:v>
                </c:pt>
                <c:pt idx="4300">
                  <c:v>4.9768518518249039E-2</c:v>
                </c:pt>
                <c:pt idx="4301">
                  <c:v>4.9780092587752733E-2</c:v>
                </c:pt>
                <c:pt idx="4302">
                  <c:v>4.9791666664532386E-2</c:v>
                </c:pt>
                <c:pt idx="4303">
                  <c:v>4.9803240741312038E-2</c:v>
                </c:pt>
                <c:pt idx="4304">
                  <c:v>4.9814814810815733E-2</c:v>
                </c:pt>
                <c:pt idx="4305">
                  <c:v>4.9826388887595385E-2</c:v>
                </c:pt>
                <c:pt idx="4306">
                  <c:v>4.983796295709908E-2</c:v>
                </c:pt>
                <c:pt idx="4307">
                  <c:v>4.9849537033878732E-2</c:v>
                </c:pt>
                <c:pt idx="4308">
                  <c:v>4.9861111110658385E-2</c:v>
                </c:pt>
                <c:pt idx="4309">
                  <c:v>4.987268518016208E-2</c:v>
                </c:pt>
                <c:pt idx="4310">
                  <c:v>4.9884259256941732E-2</c:v>
                </c:pt>
                <c:pt idx="4311">
                  <c:v>4.9895833333721384E-2</c:v>
                </c:pt>
                <c:pt idx="4312">
                  <c:v>4.9907407403225079E-2</c:v>
                </c:pt>
                <c:pt idx="4313">
                  <c:v>4.9918981480004732E-2</c:v>
                </c:pt>
                <c:pt idx="4314">
                  <c:v>4.9930555556784384E-2</c:v>
                </c:pt>
                <c:pt idx="4315">
                  <c:v>4.9942129626288079E-2</c:v>
                </c:pt>
                <c:pt idx="4316">
                  <c:v>4.9953703703067731E-2</c:v>
                </c:pt>
                <c:pt idx="4317">
                  <c:v>4.9965277772571426E-2</c:v>
                </c:pt>
                <c:pt idx="4318">
                  <c:v>4.9976851849351078E-2</c:v>
                </c:pt>
                <c:pt idx="4319">
                  <c:v>4.9988425926130731E-2</c:v>
                </c:pt>
                <c:pt idx="4320">
                  <c:v>4.9999999995634425E-2</c:v>
                </c:pt>
                <c:pt idx="4321">
                  <c:v>5.0011574072414078E-2</c:v>
                </c:pt>
                <c:pt idx="4322">
                  <c:v>5.002314814919373E-2</c:v>
                </c:pt>
                <c:pt idx="4323">
                  <c:v>5.0034722218697425E-2</c:v>
                </c:pt>
                <c:pt idx="4324">
                  <c:v>5.0046296295477077E-2</c:v>
                </c:pt>
                <c:pt idx="4325">
                  <c:v>5.0057870364980772E-2</c:v>
                </c:pt>
                <c:pt idx="4326">
                  <c:v>5.0069444441760425E-2</c:v>
                </c:pt>
                <c:pt idx="4327">
                  <c:v>5.0081018518540077E-2</c:v>
                </c:pt>
                <c:pt idx="4328">
                  <c:v>5.0092592588043772E-2</c:v>
                </c:pt>
                <c:pt idx="4329">
                  <c:v>5.0104166664823424E-2</c:v>
                </c:pt>
                <c:pt idx="4330">
                  <c:v>5.0115740741603076E-2</c:v>
                </c:pt>
                <c:pt idx="4331">
                  <c:v>5.0127314811106771E-2</c:v>
                </c:pt>
                <c:pt idx="4332">
                  <c:v>5.0138888887886424E-2</c:v>
                </c:pt>
                <c:pt idx="4333">
                  <c:v>5.0150462957390118E-2</c:v>
                </c:pt>
                <c:pt idx="4334">
                  <c:v>5.0162037034169771E-2</c:v>
                </c:pt>
                <c:pt idx="4335">
                  <c:v>5.0173611110949423E-2</c:v>
                </c:pt>
                <c:pt idx="4336">
                  <c:v>5.0185185180453118E-2</c:v>
                </c:pt>
                <c:pt idx="4337">
                  <c:v>5.019675925723277E-2</c:v>
                </c:pt>
                <c:pt idx="4338">
                  <c:v>5.0208333334012423E-2</c:v>
                </c:pt>
                <c:pt idx="4339">
                  <c:v>5.0219907403516117E-2</c:v>
                </c:pt>
                <c:pt idx="4340">
                  <c:v>5.023148148029577E-2</c:v>
                </c:pt>
                <c:pt idx="4341">
                  <c:v>5.0243055549799465E-2</c:v>
                </c:pt>
                <c:pt idx="4342">
                  <c:v>5.0254629626579117E-2</c:v>
                </c:pt>
                <c:pt idx="4343">
                  <c:v>5.0266203703358769E-2</c:v>
                </c:pt>
                <c:pt idx="4344">
                  <c:v>5.0277777772862464E-2</c:v>
                </c:pt>
                <c:pt idx="4345">
                  <c:v>5.0289351849642117E-2</c:v>
                </c:pt>
                <c:pt idx="4346">
                  <c:v>5.0300925926421769E-2</c:v>
                </c:pt>
                <c:pt idx="4347">
                  <c:v>5.0312499995925464E-2</c:v>
                </c:pt>
                <c:pt idx="4348">
                  <c:v>5.0324074072705116E-2</c:v>
                </c:pt>
                <c:pt idx="4349">
                  <c:v>5.0335648149484769E-2</c:v>
                </c:pt>
                <c:pt idx="4350">
                  <c:v>5.0347222218988463E-2</c:v>
                </c:pt>
                <c:pt idx="4351">
                  <c:v>5.0358796295768116E-2</c:v>
                </c:pt>
                <c:pt idx="4352">
                  <c:v>5.037037036527181E-2</c:v>
                </c:pt>
                <c:pt idx="4353">
                  <c:v>5.0381944442051463E-2</c:v>
                </c:pt>
                <c:pt idx="4354">
                  <c:v>5.0393518518831115E-2</c:v>
                </c:pt>
                <c:pt idx="4355">
                  <c:v>5.040509258833481E-2</c:v>
                </c:pt>
                <c:pt idx="4356">
                  <c:v>5.0416666665114462E-2</c:v>
                </c:pt>
                <c:pt idx="4357">
                  <c:v>5.0428240741894115E-2</c:v>
                </c:pt>
                <c:pt idx="4358">
                  <c:v>5.043981481139781E-2</c:v>
                </c:pt>
                <c:pt idx="4359">
                  <c:v>5.0451388888177462E-2</c:v>
                </c:pt>
                <c:pt idx="4360">
                  <c:v>5.0462962957681157E-2</c:v>
                </c:pt>
                <c:pt idx="4361">
                  <c:v>5.0474537034460809E-2</c:v>
                </c:pt>
                <c:pt idx="4362">
                  <c:v>5.0486111111240461E-2</c:v>
                </c:pt>
                <c:pt idx="4363">
                  <c:v>5.0497685180744156E-2</c:v>
                </c:pt>
                <c:pt idx="4364">
                  <c:v>5.0509259257523809E-2</c:v>
                </c:pt>
                <c:pt idx="4365">
                  <c:v>5.0520833334303461E-2</c:v>
                </c:pt>
                <c:pt idx="4366">
                  <c:v>5.0532407403807156E-2</c:v>
                </c:pt>
                <c:pt idx="4367">
                  <c:v>5.0543981480586808E-2</c:v>
                </c:pt>
                <c:pt idx="4368">
                  <c:v>5.0555555550090503E-2</c:v>
                </c:pt>
                <c:pt idx="4369">
                  <c:v>5.0567129626870155E-2</c:v>
                </c:pt>
                <c:pt idx="4370">
                  <c:v>5.0578703703649808E-2</c:v>
                </c:pt>
                <c:pt idx="4371">
                  <c:v>5.0590277773153502E-2</c:v>
                </c:pt>
                <c:pt idx="4372">
                  <c:v>5.0601851849933155E-2</c:v>
                </c:pt>
                <c:pt idx="4373">
                  <c:v>5.0613425926712807E-2</c:v>
                </c:pt>
                <c:pt idx="4374">
                  <c:v>5.0624999996216502E-2</c:v>
                </c:pt>
                <c:pt idx="4375">
                  <c:v>5.0636574072996154E-2</c:v>
                </c:pt>
                <c:pt idx="4376">
                  <c:v>5.0648148142499849E-2</c:v>
                </c:pt>
                <c:pt idx="4377">
                  <c:v>5.0659722219279502E-2</c:v>
                </c:pt>
                <c:pt idx="4378">
                  <c:v>5.0671296296059154E-2</c:v>
                </c:pt>
                <c:pt idx="4379">
                  <c:v>5.0682870365562849E-2</c:v>
                </c:pt>
                <c:pt idx="4380">
                  <c:v>5.0694444442342501E-2</c:v>
                </c:pt>
                <c:pt idx="4381">
                  <c:v>5.0706018519122154E-2</c:v>
                </c:pt>
                <c:pt idx="4382">
                  <c:v>5.0717592588625848E-2</c:v>
                </c:pt>
                <c:pt idx="4383">
                  <c:v>5.0729166665405501E-2</c:v>
                </c:pt>
                <c:pt idx="4384">
                  <c:v>5.0740740734909195E-2</c:v>
                </c:pt>
                <c:pt idx="4385">
                  <c:v>5.0752314811688848E-2</c:v>
                </c:pt>
                <c:pt idx="4386">
                  <c:v>5.07638888884685E-2</c:v>
                </c:pt>
                <c:pt idx="4387">
                  <c:v>5.0775462957972195E-2</c:v>
                </c:pt>
                <c:pt idx="4388">
                  <c:v>5.0787037034751847E-2</c:v>
                </c:pt>
                <c:pt idx="4389">
                  <c:v>5.07986111115315E-2</c:v>
                </c:pt>
                <c:pt idx="4390">
                  <c:v>5.0810185181035195E-2</c:v>
                </c:pt>
                <c:pt idx="4391">
                  <c:v>5.0821759257814847E-2</c:v>
                </c:pt>
                <c:pt idx="4392">
                  <c:v>5.0833333334594499E-2</c:v>
                </c:pt>
                <c:pt idx="4393">
                  <c:v>5.0844907404098194E-2</c:v>
                </c:pt>
                <c:pt idx="4394">
                  <c:v>5.0856481480877846E-2</c:v>
                </c:pt>
                <c:pt idx="4395">
                  <c:v>5.0868055550381541E-2</c:v>
                </c:pt>
                <c:pt idx="4396">
                  <c:v>5.0879629627161194E-2</c:v>
                </c:pt>
                <c:pt idx="4397">
                  <c:v>5.0891203703940846E-2</c:v>
                </c:pt>
                <c:pt idx="4398">
                  <c:v>5.0902777773444541E-2</c:v>
                </c:pt>
                <c:pt idx="4399">
                  <c:v>5.0914351850224193E-2</c:v>
                </c:pt>
                <c:pt idx="4400">
                  <c:v>5.0925925927003846E-2</c:v>
                </c:pt>
                <c:pt idx="4401">
                  <c:v>5.093749999650754E-2</c:v>
                </c:pt>
                <c:pt idx="4402">
                  <c:v>5.0949074073287193E-2</c:v>
                </c:pt>
                <c:pt idx="4403">
                  <c:v>5.0960648142790888E-2</c:v>
                </c:pt>
                <c:pt idx="4404">
                  <c:v>5.097222221957054E-2</c:v>
                </c:pt>
                <c:pt idx="4405">
                  <c:v>5.0983796296350192E-2</c:v>
                </c:pt>
                <c:pt idx="4406">
                  <c:v>5.0995370365853887E-2</c:v>
                </c:pt>
                <c:pt idx="4407">
                  <c:v>5.1006944442633539E-2</c:v>
                </c:pt>
                <c:pt idx="4408">
                  <c:v>5.1018518519413192E-2</c:v>
                </c:pt>
                <c:pt idx="4409">
                  <c:v>5.1030092588916887E-2</c:v>
                </c:pt>
                <c:pt idx="4410">
                  <c:v>5.1041666665696539E-2</c:v>
                </c:pt>
                <c:pt idx="4411">
                  <c:v>5.1053240735200234E-2</c:v>
                </c:pt>
                <c:pt idx="4412">
                  <c:v>5.1064814811979886E-2</c:v>
                </c:pt>
                <c:pt idx="4413">
                  <c:v>5.1076388888759539E-2</c:v>
                </c:pt>
                <c:pt idx="4414">
                  <c:v>5.1087962958263233E-2</c:v>
                </c:pt>
                <c:pt idx="4415">
                  <c:v>5.1099537035042886E-2</c:v>
                </c:pt>
                <c:pt idx="4416">
                  <c:v>5.1111111111822538E-2</c:v>
                </c:pt>
                <c:pt idx="4417">
                  <c:v>5.1122685181326233E-2</c:v>
                </c:pt>
                <c:pt idx="4418">
                  <c:v>5.1134259258105885E-2</c:v>
                </c:pt>
                <c:pt idx="4419">
                  <c:v>5.114583332760958E-2</c:v>
                </c:pt>
                <c:pt idx="4420">
                  <c:v>5.1157407404389232E-2</c:v>
                </c:pt>
                <c:pt idx="4421">
                  <c:v>5.1168981481168885E-2</c:v>
                </c:pt>
                <c:pt idx="4422">
                  <c:v>5.118055555067258E-2</c:v>
                </c:pt>
                <c:pt idx="4423">
                  <c:v>5.1192129627452232E-2</c:v>
                </c:pt>
                <c:pt idx="4424">
                  <c:v>5.1203703704231884E-2</c:v>
                </c:pt>
                <c:pt idx="4425">
                  <c:v>5.1215277773735579E-2</c:v>
                </c:pt>
                <c:pt idx="4426">
                  <c:v>5.1226851850515231E-2</c:v>
                </c:pt>
                <c:pt idx="4427">
                  <c:v>5.1238425920018926E-2</c:v>
                </c:pt>
                <c:pt idx="4428">
                  <c:v>5.1249999996798579E-2</c:v>
                </c:pt>
                <c:pt idx="4429">
                  <c:v>5.1261574073578231E-2</c:v>
                </c:pt>
                <c:pt idx="4430">
                  <c:v>5.1273148143081926E-2</c:v>
                </c:pt>
                <c:pt idx="4431">
                  <c:v>5.1284722219861578E-2</c:v>
                </c:pt>
                <c:pt idx="4432">
                  <c:v>5.1296296296641231E-2</c:v>
                </c:pt>
                <c:pt idx="4433">
                  <c:v>5.1307870366144925E-2</c:v>
                </c:pt>
                <c:pt idx="4434">
                  <c:v>5.1319444442924578E-2</c:v>
                </c:pt>
                <c:pt idx="4435">
                  <c:v>5.133101851970423E-2</c:v>
                </c:pt>
                <c:pt idx="4436">
                  <c:v>5.1342592589207925E-2</c:v>
                </c:pt>
                <c:pt idx="4437">
                  <c:v>5.1354166665987577E-2</c:v>
                </c:pt>
                <c:pt idx="4438">
                  <c:v>5.1365740735491272E-2</c:v>
                </c:pt>
                <c:pt idx="4439">
                  <c:v>5.1377314812270924E-2</c:v>
                </c:pt>
                <c:pt idx="4440">
                  <c:v>5.1388888889050577E-2</c:v>
                </c:pt>
                <c:pt idx="4441">
                  <c:v>5.1400462958554272E-2</c:v>
                </c:pt>
                <c:pt idx="4442">
                  <c:v>5.1412037035333924E-2</c:v>
                </c:pt>
                <c:pt idx="4443">
                  <c:v>5.1423611112113576E-2</c:v>
                </c:pt>
                <c:pt idx="4444">
                  <c:v>5.1435185181617271E-2</c:v>
                </c:pt>
                <c:pt idx="4445">
                  <c:v>5.1446759258396924E-2</c:v>
                </c:pt>
                <c:pt idx="4446">
                  <c:v>5.1458333327900618E-2</c:v>
                </c:pt>
                <c:pt idx="4447">
                  <c:v>5.1469907404680271E-2</c:v>
                </c:pt>
                <c:pt idx="4448">
                  <c:v>5.1481481481459923E-2</c:v>
                </c:pt>
                <c:pt idx="4449">
                  <c:v>5.1493055550963618E-2</c:v>
                </c:pt>
                <c:pt idx="4450">
                  <c:v>5.150462962774327E-2</c:v>
                </c:pt>
                <c:pt idx="4451">
                  <c:v>5.1516203704522923E-2</c:v>
                </c:pt>
                <c:pt idx="4452">
                  <c:v>5.1527777774026617E-2</c:v>
                </c:pt>
                <c:pt idx="4453">
                  <c:v>5.153935185080627E-2</c:v>
                </c:pt>
                <c:pt idx="4454">
                  <c:v>5.1550925920309965E-2</c:v>
                </c:pt>
                <c:pt idx="4455">
                  <c:v>5.1562499997089617E-2</c:v>
                </c:pt>
                <c:pt idx="4456">
                  <c:v>5.1574074073869269E-2</c:v>
                </c:pt>
                <c:pt idx="4457">
                  <c:v>5.1585648143372964E-2</c:v>
                </c:pt>
                <c:pt idx="4458">
                  <c:v>5.1597222220152617E-2</c:v>
                </c:pt>
                <c:pt idx="4459">
                  <c:v>5.1608796296932269E-2</c:v>
                </c:pt>
                <c:pt idx="4460">
                  <c:v>5.1620370366435964E-2</c:v>
                </c:pt>
                <c:pt idx="4461">
                  <c:v>5.1631944443215616E-2</c:v>
                </c:pt>
                <c:pt idx="4462">
                  <c:v>5.1643518512719311E-2</c:v>
                </c:pt>
                <c:pt idx="4463">
                  <c:v>5.1655092589498963E-2</c:v>
                </c:pt>
                <c:pt idx="4464">
                  <c:v>5.1666666666278616E-2</c:v>
                </c:pt>
                <c:pt idx="4465">
                  <c:v>5.167824073578231E-2</c:v>
                </c:pt>
                <c:pt idx="4466">
                  <c:v>5.1689814812561963E-2</c:v>
                </c:pt>
                <c:pt idx="4467">
                  <c:v>5.1701388889341615E-2</c:v>
                </c:pt>
                <c:pt idx="4468">
                  <c:v>5.171296295884531E-2</c:v>
                </c:pt>
                <c:pt idx="4469">
                  <c:v>5.1724537035624962E-2</c:v>
                </c:pt>
                <c:pt idx="4470">
                  <c:v>5.1736111112404615E-2</c:v>
                </c:pt>
                <c:pt idx="4471">
                  <c:v>5.1747685181908309E-2</c:v>
                </c:pt>
                <c:pt idx="4472">
                  <c:v>5.1759259258687962E-2</c:v>
                </c:pt>
                <c:pt idx="4473">
                  <c:v>5.1770833328191657E-2</c:v>
                </c:pt>
                <c:pt idx="4474">
                  <c:v>5.1782407404971309E-2</c:v>
                </c:pt>
                <c:pt idx="4475">
                  <c:v>5.1793981481750961E-2</c:v>
                </c:pt>
                <c:pt idx="4476">
                  <c:v>5.1805555551254656E-2</c:v>
                </c:pt>
                <c:pt idx="4477">
                  <c:v>5.1817129628034309E-2</c:v>
                </c:pt>
                <c:pt idx="4478">
                  <c:v>5.1828703704813961E-2</c:v>
                </c:pt>
                <c:pt idx="4479">
                  <c:v>5.1840277774317656E-2</c:v>
                </c:pt>
                <c:pt idx="4480">
                  <c:v>5.1851851851097308E-2</c:v>
                </c:pt>
                <c:pt idx="4481">
                  <c:v>5.1863425920601003E-2</c:v>
                </c:pt>
                <c:pt idx="4482">
                  <c:v>5.1874999997380655E-2</c:v>
                </c:pt>
                <c:pt idx="4483">
                  <c:v>5.1886574074160308E-2</c:v>
                </c:pt>
                <c:pt idx="4484">
                  <c:v>5.1898148143664002E-2</c:v>
                </c:pt>
                <c:pt idx="4485">
                  <c:v>5.1909722220443655E-2</c:v>
                </c:pt>
                <c:pt idx="4486">
                  <c:v>5.1921296297223307E-2</c:v>
                </c:pt>
                <c:pt idx="4487">
                  <c:v>5.1932870366727002E-2</c:v>
                </c:pt>
                <c:pt idx="4488">
                  <c:v>5.1944444443506654E-2</c:v>
                </c:pt>
                <c:pt idx="4489">
                  <c:v>5.1956018513010349E-2</c:v>
                </c:pt>
                <c:pt idx="4490">
                  <c:v>5.1967592589790002E-2</c:v>
                </c:pt>
                <c:pt idx="4491">
                  <c:v>5.1979166666569654E-2</c:v>
                </c:pt>
                <c:pt idx="4492">
                  <c:v>5.1990740736073349E-2</c:v>
                </c:pt>
                <c:pt idx="4493">
                  <c:v>5.2002314812853001E-2</c:v>
                </c:pt>
                <c:pt idx="4494">
                  <c:v>5.2013888889632653E-2</c:v>
                </c:pt>
                <c:pt idx="4495">
                  <c:v>5.2025462959136348E-2</c:v>
                </c:pt>
                <c:pt idx="4496">
                  <c:v>5.2037037035916001E-2</c:v>
                </c:pt>
                <c:pt idx="4497">
                  <c:v>5.2048611105419695E-2</c:v>
                </c:pt>
                <c:pt idx="4498">
                  <c:v>5.2060185182199348E-2</c:v>
                </c:pt>
                <c:pt idx="4499">
                  <c:v>5.2071759258979E-2</c:v>
                </c:pt>
                <c:pt idx="4500">
                  <c:v>5.2083333328482695E-2</c:v>
                </c:pt>
                <c:pt idx="4501">
                  <c:v>5.2094907405262347E-2</c:v>
                </c:pt>
                <c:pt idx="4502">
                  <c:v>5.2106481482042E-2</c:v>
                </c:pt>
                <c:pt idx="4503">
                  <c:v>5.2118055551545694E-2</c:v>
                </c:pt>
                <c:pt idx="4504">
                  <c:v>5.2129629628325347E-2</c:v>
                </c:pt>
                <c:pt idx="4505">
                  <c:v>5.2141203697829042E-2</c:v>
                </c:pt>
                <c:pt idx="4506">
                  <c:v>5.2152777774608694E-2</c:v>
                </c:pt>
                <c:pt idx="4507">
                  <c:v>5.2164351851388346E-2</c:v>
                </c:pt>
                <c:pt idx="4508">
                  <c:v>5.2175925920892041E-2</c:v>
                </c:pt>
                <c:pt idx="4509">
                  <c:v>5.2187499997671694E-2</c:v>
                </c:pt>
                <c:pt idx="4510">
                  <c:v>5.2199074074451346E-2</c:v>
                </c:pt>
                <c:pt idx="4511">
                  <c:v>5.2210648143955041E-2</c:v>
                </c:pt>
                <c:pt idx="4512">
                  <c:v>5.2222222220734693E-2</c:v>
                </c:pt>
                <c:pt idx="4513">
                  <c:v>5.2233796297514345E-2</c:v>
                </c:pt>
                <c:pt idx="4514">
                  <c:v>5.224537036701804E-2</c:v>
                </c:pt>
                <c:pt idx="4515">
                  <c:v>5.2256944443797693E-2</c:v>
                </c:pt>
                <c:pt idx="4516">
                  <c:v>5.2268518513301387E-2</c:v>
                </c:pt>
                <c:pt idx="4517">
                  <c:v>5.228009259008104E-2</c:v>
                </c:pt>
                <c:pt idx="4518">
                  <c:v>5.2291666666860692E-2</c:v>
                </c:pt>
                <c:pt idx="4519">
                  <c:v>5.2303240736364387E-2</c:v>
                </c:pt>
                <c:pt idx="4520">
                  <c:v>5.2314814813144039E-2</c:v>
                </c:pt>
                <c:pt idx="4521">
                  <c:v>5.2326388889923692E-2</c:v>
                </c:pt>
                <c:pt idx="4522">
                  <c:v>5.2337962959427387E-2</c:v>
                </c:pt>
                <c:pt idx="4523">
                  <c:v>5.2349537036207039E-2</c:v>
                </c:pt>
                <c:pt idx="4524">
                  <c:v>5.2361111105710734E-2</c:v>
                </c:pt>
                <c:pt idx="4525">
                  <c:v>5.2372685182490386E-2</c:v>
                </c:pt>
                <c:pt idx="4526">
                  <c:v>5.2384259259270038E-2</c:v>
                </c:pt>
                <c:pt idx="4527">
                  <c:v>5.2395833328773733E-2</c:v>
                </c:pt>
                <c:pt idx="4528">
                  <c:v>5.2407407405553386E-2</c:v>
                </c:pt>
                <c:pt idx="4529">
                  <c:v>5.2418981482333038E-2</c:v>
                </c:pt>
                <c:pt idx="4530">
                  <c:v>5.2430555551836733E-2</c:v>
                </c:pt>
                <c:pt idx="4531">
                  <c:v>5.2442129628616385E-2</c:v>
                </c:pt>
                <c:pt idx="4532">
                  <c:v>5.245370369812008E-2</c:v>
                </c:pt>
                <c:pt idx="4533">
                  <c:v>5.2465277774899732E-2</c:v>
                </c:pt>
                <c:pt idx="4534">
                  <c:v>5.2476851851679385E-2</c:v>
                </c:pt>
                <c:pt idx="4535">
                  <c:v>5.2488425921183079E-2</c:v>
                </c:pt>
                <c:pt idx="4536">
                  <c:v>5.2499999997962732E-2</c:v>
                </c:pt>
                <c:pt idx="4537">
                  <c:v>5.2511574074742384E-2</c:v>
                </c:pt>
                <c:pt idx="4538">
                  <c:v>5.2523148144246079E-2</c:v>
                </c:pt>
                <c:pt idx="4539">
                  <c:v>5.2534722221025731E-2</c:v>
                </c:pt>
                <c:pt idx="4540">
                  <c:v>5.2546296290529426E-2</c:v>
                </c:pt>
                <c:pt idx="4541">
                  <c:v>5.2557870367309079E-2</c:v>
                </c:pt>
                <c:pt idx="4542">
                  <c:v>5.2569444444088731E-2</c:v>
                </c:pt>
                <c:pt idx="4543">
                  <c:v>5.2581018513592426E-2</c:v>
                </c:pt>
                <c:pt idx="4544">
                  <c:v>5.2592592590372078E-2</c:v>
                </c:pt>
                <c:pt idx="4545">
                  <c:v>5.2604166667151731E-2</c:v>
                </c:pt>
                <c:pt idx="4546">
                  <c:v>5.2615740736655425E-2</c:v>
                </c:pt>
                <c:pt idx="4547">
                  <c:v>5.2627314813435078E-2</c:v>
                </c:pt>
                <c:pt idx="4548">
                  <c:v>5.263888889021473E-2</c:v>
                </c:pt>
                <c:pt idx="4549">
                  <c:v>5.2650462959718425E-2</c:v>
                </c:pt>
                <c:pt idx="4550">
                  <c:v>5.2662037036498077E-2</c:v>
                </c:pt>
                <c:pt idx="4551">
                  <c:v>5.2673611106001772E-2</c:v>
                </c:pt>
                <c:pt idx="4552">
                  <c:v>5.2685185182781424E-2</c:v>
                </c:pt>
                <c:pt idx="4553">
                  <c:v>5.2696759259561077E-2</c:v>
                </c:pt>
                <c:pt idx="4554">
                  <c:v>5.2708333329064772E-2</c:v>
                </c:pt>
                <c:pt idx="4555">
                  <c:v>5.2719907405844424E-2</c:v>
                </c:pt>
                <c:pt idx="4556">
                  <c:v>5.2731481482624076E-2</c:v>
                </c:pt>
                <c:pt idx="4557">
                  <c:v>5.2743055552127771E-2</c:v>
                </c:pt>
                <c:pt idx="4558">
                  <c:v>5.2754629628907423E-2</c:v>
                </c:pt>
                <c:pt idx="4559">
                  <c:v>5.2766203698411118E-2</c:v>
                </c:pt>
                <c:pt idx="4560">
                  <c:v>5.2777777775190771E-2</c:v>
                </c:pt>
                <c:pt idx="4561">
                  <c:v>5.2789351851970423E-2</c:v>
                </c:pt>
                <c:pt idx="4562">
                  <c:v>5.2800925921474118E-2</c:v>
                </c:pt>
                <c:pt idx="4563">
                  <c:v>5.281249999825377E-2</c:v>
                </c:pt>
                <c:pt idx="4564">
                  <c:v>5.2824074075033423E-2</c:v>
                </c:pt>
                <c:pt idx="4565">
                  <c:v>5.2835648144537117E-2</c:v>
                </c:pt>
                <c:pt idx="4566">
                  <c:v>5.284722222131677E-2</c:v>
                </c:pt>
                <c:pt idx="4567">
                  <c:v>5.2858796290820464E-2</c:v>
                </c:pt>
                <c:pt idx="4568">
                  <c:v>5.2870370367600117E-2</c:v>
                </c:pt>
                <c:pt idx="4569">
                  <c:v>5.2881944444379769E-2</c:v>
                </c:pt>
                <c:pt idx="4570">
                  <c:v>5.2893518513883464E-2</c:v>
                </c:pt>
                <c:pt idx="4571">
                  <c:v>5.2905092590663116E-2</c:v>
                </c:pt>
                <c:pt idx="4572">
                  <c:v>5.2916666667442769E-2</c:v>
                </c:pt>
                <c:pt idx="4573">
                  <c:v>5.2928240736946464E-2</c:v>
                </c:pt>
                <c:pt idx="4574">
                  <c:v>5.2939814813726116E-2</c:v>
                </c:pt>
                <c:pt idx="4575">
                  <c:v>5.2951388883229811E-2</c:v>
                </c:pt>
                <c:pt idx="4576">
                  <c:v>5.2962962960009463E-2</c:v>
                </c:pt>
                <c:pt idx="4577">
                  <c:v>5.2974537036789116E-2</c:v>
                </c:pt>
                <c:pt idx="4578">
                  <c:v>5.298611110629281E-2</c:v>
                </c:pt>
                <c:pt idx="4579">
                  <c:v>5.2997685183072463E-2</c:v>
                </c:pt>
                <c:pt idx="4580">
                  <c:v>5.3009259259852115E-2</c:v>
                </c:pt>
                <c:pt idx="4581">
                  <c:v>5.302083332935581E-2</c:v>
                </c:pt>
                <c:pt idx="4582">
                  <c:v>5.3032407406135462E-2</c:v>
                </c:pt>
                <c:pt idx="4583">
                  <c:v>5.3043981475639157E-2</c:v>
                </c:pt>
                <c:pt idx="4584">
                  <c:v>5.3055555552418809E-2</c:v>
                </c:pt>
                <c:pt idx="4585">
                  <c:v>5.3067129629198462E-2</c:v>
                </c:pt>
                <c:pt idx="4586">
                  <c:v>5.3078703698702157E-2</c:v>
                </c:pt>
                <c:pt idx="4587">
                  <c:v>5.3090277775481809E-2</c:v>
                </c:pt>
                <c:pt idx="4588">
                  <c:v>5.3101851852261461E-2</c:v>
                </c:pt>
                <c:pt idx="4589">
                  <c:v>5.3113425921765156E-2</c:v>
                </c:pt>
                <c:pt idx="4590">
                  <c:v>5.3124999998544808E-2</c:v>
                </c:pt>
                <c:pt idx="4591">
                  <c:v>5.3136574075324461E-2</c:v>
                </c:pt>
                <c:pt idx="4592">
                  <c:v>5.3148148144828156E-2</c:v>
                </c:pt>
                <c:pt idx="4593">
                  <c:v>5.3159722221607808E-2</c:v>
                </c:pt>
                <c:pt idx="4594">
                  <c:v>5.3171296291111503E-2</c:v>
                </c:pt>
                <c:pt idx="4595">
                  <c:v>5.3182870367891155E-2</c:v>
                </c:pt>
                <c:pt idx="4596">
                  <c:v>5.3194444444670808E-2</c:v>
                </c:pt>
                <c:pt idx="4597">
                  <c:v>5.3206018514174502E-2</c:v>
                </c:pt>
                <c:pt idx="4598">
                  <c:v>5.3217592590954155E-2</c:v>
                </c:pt>
                <c:pt idx="4599">
                  <c:v>5.3229166667733807E-2</c:v>
                </c:pt>
                <c:pt idx="4600">
                  <c:v>5.3240740737237502E-2</c:v>
                </c:pt>
                <c:pt idx="4601">
                  <c:v>5.3252314814017154E-2</c:v>
                </c:pt>
                <c:pt idx="4602">
                  <c:v>5.3263888883520849E-2</c:v>
                </c:pt>
                <c:pt idx="4603">
                  <c:v>5.3275462960300501E-2</c:v>
                </c:pt>
                <c:pt idx="4604">
                  <c:v>5.3287037037080154E-2</c:v>
                </c:pt>
                <c:pt idx="4605">
                  <c:v>5.3298611106583849E-2</c:v>
                </c:pt>
                <c:pt idx="4606">
                  <c:v>5.3310185183363501E-2</c:v>
                </c:pt>
                <c:pt idx="4607">
                  <c:v>5.3321759260143153E-2</c:v>
                </c:pt>
                <c:pt idx="4608">
                  <c:v>5.3333333329646848E-2</c:v>
                </c:pt>
                <c:pt idx="4609">
                  <c:v>5.3344907406426501E-2</c:v>
                </c:pt>
                <c:pt idx="4610">
                  <c:v>5.3356481475930195E-2</c:v>
                </c:pt>
                <c:pt idx="4611">
                  <c:v>5.3368055552709848E-2</c:v>
                </c:pt>
                <c:pt idx="4612">
                  <c:v>5.33796296294895E-2</c:v>
                </c:pt>
                <c:pt idx="4613">
                  <c:v>5.3391203698993195E-2</c:v>
                </c:pt>
                <c:pt idx="4614">
                  <c:v>5.3402777775772847E-2</c:v>
                </c:pt>
                <c:pt idx="4615">
                  <c:v>5.34143518525525E-2</c:v>
                </c:pt>
                <c:pt idx="4616">
                  <c:v>5.3425925922056194E-2</c:v>
                </c:pt>
                <c:pt idx="4617">
                  <c:v>5.3437499998835847E-2</c:v>
                </c:pt>
                <c:pt idx="4618">
                  <c:v>5.3449074068339542E-2</c:v>
                </c:pt>
                <c:pt idx="4619">
                  <c:v>5.3460648145119194E-2</c:v>
                </c:pt>
                <c:pt idx="4620">
                  <c:v>5.3472222221898846E-2</c:v>
                </c:pt>
                <c:pt idx="4621">
                  <c:v>5.3483796291402541E-2</c:v>
                </c:pt>
                <c:pt idx="4622">
                  <c:v>5.3495370368182193E-2</c:v>
                </c:pt>
                <c:pt idx="4623">
                  <c:v>5.3506944444961846E-2</c:v>
                </c:pt>
                <c:pt idx="4624">
                  <c:v>5.3518518514465541E-2</c:v>
                </c:pt>
                <c:pt idx="4625">
                  <c:v>5.3530092591245193E-2</c:v>
                </c:pt>
                <c:pt idx="4626">
                  <c:v>5.3541666660748888E-2</c:v>
                </c:pt>
                <c:pt idx="4627">
                  <c:v>5.355324073752854E-2</c:v>
                </c:pt>
                <c:pt idx="4628">
                  <c:v>5.3564814814308193E-2</c:v>
                </c:pt>
                <c:pt idx="4629">
                  <c:v>5.3576388883811887E-2</c:v>
                </c:pt>
                <c:pt idx="4630">
                  <c:v>5.358796296059154E-2</c:v>
                </c:pt>
                <c:pt idx="4631">
                  <c:v>5.3599537037371192E-2</c:v>
                </c:pt>
                <c:pt idx="4632">
                  <c:v>5.3611111106874887E-2</c:v>
                </c:pt>
                <c:pt idx="4633">
                  <c:v>5.3622685183654539E-2</c:v>
                </c:pt>
                <c:pt idx="4634">
                  <c:v>5.3634259260434192E-2</c:v>
                </c:pt>
                <c:pt idx="4635">
                  <c:v>5.3645833329937886E-2</c:v>
                </c:pt>
                <c:pt idx="4636">
                  <c:v>5.3657407406717539E-2</c:v>
                </c:pt>
                <c:pt idx="4637">
                  <c:v>5.3668981476221234E-2</c:v>
                </c:pt>
                <c:pt idx="4638">
                  <c:v>5.3680555553000886E-2</c:v>
                </c:pt>
                <c:pt idx="4639">
                  <c:v>5.3692129629780538E-2</c:v>
                </c:pt>
                <c:pt idx="4640">
                  <c:v>5.3703703699284233E-2</c:v>
                </c:pt>
                <c:pt idx="4641">
                  <c:v>5.3715277776063886E-2</c:v>
                </c:pt>
                <c:pt idx="4642">
                  <c:v>5.3726851852843538E-2</c:v>
                </c:pt>
                <c:pt idx="4643">
                  <c:v>5.3738425922347233E-2</c:v>
                </c:pt>
                <c:pt idx="4644">
                  <c:v>5.3749999999126885E-2</c:v>
                </c:pt>
                <c:pt idx="4645">
                  <c:v>5.376157406863058E-2</c:v>
                </c:pt>
                <c:pt idx="4646">
                  <c:v>5.3773148145410232E-2</c:v>
                </c:pt>
                <c:pt idx="4647">
                  <c:v>5.3784722222189885E-2</c:v>
                </c:pt>
                <c:pt idx="4648">
                  <c:v>5.3796296291693579E-2</c:v>
                </c:pt>
                <c:pt idx="4649">
                  <c:v>5.3807870368473232E-2</c:v>
                </c:pt>
                <c:pt idx="4650">
                  <c:v>5.3819444445252884E-2</c:v>
                </c:pt>
                <c:pt idx="4651">
                  <c:v>5.3831018514756579E-2</c:v>
                </c:pt>
                <c:pt idx="4652">
                  <c:v>5.3842592591536231E-2</c:v>
                </c:pt>
                <c:pt idx="4653">
                  <c:v>5.3854166661039926E-2</c:v>
                </c:pt>
                <c:pt idx="4654">
                  <c:v>5.3865740737819578E-2</c:v>
                </c:pt>
                <c:pt idx="4655">
                  <c:v>5.3877314814599231E-2</c:v>
                </c:pt>
                <c:pt idx="4656">
                  <c:v>5.3888888884102926E-2</c:v>
                </c:pt>
                <c:pt idx="4657">
                  <c:v>5.3900462960882578E-2</c:v>
                </c:pt>
                <c:pt idx="4658">
                  <c:v>5.391203703766223E-2</c:v>
                </c:pt>
                <c:pt idx="4659">
                  <c:v>5.3923611107165925E-2</c:v>
                </c:pt>
                <c:pt idx="4660">
                  <c:v>5.3935185183945578E-2</c:v>
                </c:pt>
                <c:pt idx="4661">
                  <c:v>5.3946759253449272E-2</c:v>
                </c:pt>
                <c:pt idx="4662">
                  <c:v>5.3958333330228925E-2</c:v>
                </c:pt>
                <c:pt idx="4663">
                  <c:v>5.3969907407008577E-2</c:v>
                </c:pt>
                <c:pt idx="4664">
                  <c:v>5.3981481476512272E-2</c:v>
                </c:pt>
                <c:pt idx="4665">
                  <c:v>5.3993055553291924E-2</c:v>
                </c:pt>
                <c:pt idx="4666">
                  <c:v>5.4004629630071577E-2</c:v>
                </c:pt>
                <c:pt idx="4667">
                  <c:v>5.4016203699575271E-2</c:v>
                </c:pt>
                <c:pt idx="4668">
                  <c:v>5.4027777776354924E-2</c:v>
                </c:pt>
                <c:pt idx="4669">
                  <c:v>5.4039351853134576E-2</c:v>
                </c:pt>
                <c:pt idx="4670">
                  <c:v>5.4050925922638271E-2</c:v>
                </c:pt>
                <c:pt idx="4671">
                  <c:v>5.4062499999417923E-2</c:v>
                </c:pt>
                <c:pt idx="4672">
                  <c:v>5.4074074068921618E-2</c:v>
                </c:pt>
                <c:pt idx="4673">
                  <c:v>5.4085648145701271E-2</c:v>
                </c:pt>
                <c:pt idx="4674">
                  <c:v>5.4097222222480923E-2</c:v>
                </c:pt>
                <c:pt idx="4675">
                  <c:v>5.4108796291984618E-2</c:v>
                </c:pt>
                <c:pt idx="4676">
                  <c:v>5.412037036876427E-2</c:v>
                </c:pt>
                <c:pt idx="4677">
                  <c:v>5.4131944445543922E-2</c:v>
                </c:pt>
                <c:pt idx="4678">
                  <c:v>5.4143518515047617E-2</c:v>
                </c:pt>
                <c:pt idx="4679">
                  <c:v>5.415509259182727E-2</c:v>
                </c:pt>
                <c:pt idx="4680">
                  <c:v>5.4166666661330964E-2</c:v>
                </c:pt>
                <c:pt idx="4681">
                  <c:v>5.4178240738110617E-2</c:v>
                </c:pt>
                <c:pt idx="4682">
                  <c:v>5.4189814814890269E-2</c:v>
                </c:pt>
                <c:pt idx="4683">
                  <c:v>5.4201388884393964E-2</c:v>
                </c:pt>
                <c:pt idx="4684">
                  <c:v>5.4212962961173616E-2</c:v>
                </c:pt>
                <c:pt idx="4685">
                  <c:v>5.4224537037953269E-2</c:v>
                </c:pt>
                <c:pt idx="4686">
                  <c:v>5.4236111107456964E-2</c:v>
                </c:pt>
                <c:pt idx="4687">
                  <c:v>5.4247685184236616E-2</c:v>
                </c:pt>
                <c:pt idx="4688">
                  <c:v>5.4259259253740311E-2</c:v>
                </c:pt>
                <c:pt idx="4689">
                  <c:v>5.4270833330519963E-2</c:v>
                </c:pt>
                <c:pt idx="4690">
                  <c:v>5.4282407407299615E-2</c:v>
                </c:pt>
                <c:pt idx="4691">
                  <c:v>5.429398147680331E-2</c:v>
                </c:pt>
                <c:pt idx="4692">
                  <c:v>5.4305555553582963E-2</c:v>
                </c:pt>
                <c:pt idx="4693">
                  <c:v>5.4317129630362615E-2</c:v>
                </c:pt>
                <c:pt idx="4694">
                  <c:v>5.432870369986631E-2</c:v>
                </c:pt>
                <c:pt idx="4695">
                  <c:v>5.4340277776645962E-2</c:v>
                </c:pt>
                <c:pt idx="4696">
                  <c:v>5.4351851846149657E-2</c:v>
                </c:pt>
                <c:pt idx="4697">
                  <c:v>5.4363425922929309E-2</c:v>
                </c:pt>
                <c:pt idx="4698">
                  <c:v>5.4374999999708962E-2</c:v>
                </c:pt>
                <c:pt idx="4699">
                  <c:v>5.4386574069212656E-2</c:v>
                </c:pt>
                <c:pt idx="4700">
                  <c:v>5.4398148145992309E-2</c:v>
                </c:pt>
                <c:pt idx="4701">
                  <c:v>5.4409722222771961E-2</c:v>
                </c:pt>
                <c:pt idx="4702">
                  <c:v>5.4421296292275656E-2</c:v>
                </c:pt>
                <c:pt idx="4703">
                  <c:v>5.4432870369055308E-2</c:v>
                </c:pt>
                <c:pt idx="4704">
                  <c:v>5.4444444438559003E-2</c:v>
                </c:pt>
                <c:pt idx="4705">
                  <c:v>5.4456018515338656E-2</c:v>
                </c:pt>
                <c:pt idx="4706">
                  <c:v>5.4467592592118308E-2</c:v>
                </c:pt>
                <c:pt idx="4707">
                  <c:v>5.4479166661622003E-2</c:v>
                </c:pt>
                <c:pt idx="4708">
                  <c:v>5.4490740738401655E-2</c:v>
                </c:pt>
                <c:pt idx="4709">
                  <c:v>5.4502314815181307E-2</c:v>
                </c:pt>
                <c:pt idx="4710">
                  <c:v>5.4513888884685002E-2</c:v>
                </c:pt>
                <c:pt idx="4711">
                  <c:v>5.4525462961464655E-2</c:v>
                </c:pt>
                <c:pt idx="4712">
                  <c:v>5.4537037038244307E-2</c:v>
                </c:pt>
                <c:pt idx="4713">
                  <c:v>5.4548611107748002E-2</c:v>
                </c:pt>
                <c:pt idx="4714">
                  <c:v>5.4560185184527654E-2</c:v>
                </c:pt>
                <c:pt idx="4715">
                  <c:v>5.4571759254031349E-2</c:v>
                </c:pt>
                <c:pt idx="4716">
                  <c:v>5.4583333330811001E-2</c:v>
                </c:pt>
                <c:pt idx="4717">
                  <c:v>5.4594907407590654E-2</c:v>
                </c:pt>
                <c:pt idx="4718">
                  <c:v>5.4606481477094349E-2</c:v>
                </c:pt>
                <c:pt idx="4719">
                  <c:v>5.4618055553874001E-2</c:v>
                </c:pt>
                <c:pt idx="4720">
                  <c:v>5.4629629630653653E-2</c:v>
                </c:pt>
                <c:pt idx="4721">
                  <c:v>5.4641203700157348E-2</c:v>
                </c:pt>
                <c:pt idx="4722">
                  <c:v>5.4652777776937E-2</c:v>
                </c:pt>
                <c:pt idx="4723">
                  <c:v>5.4664351846440695E-2</c:v>
                </c:pt>
                <c:pt idx="4724">
                  <c:v>5.4675925923220348E-2</c:v>
                </c:pt>
                <c:pt idx="4725">
                  <c:v>5.46875E-2</c:v>
                </c:pt>
                <c:pt idx="4726">
                  <c:v>5.4699074069503695E-2</c:v>
                </c:pt>
                <c:pt idx="4727">
                  <c:v>5.4710648146283347E-2</c:v>
                </c:pt>
                <c:pt idx="4728">
                  <c:v>5.4722222223063E-2</c:v>
                </c:pt>
                <c:pt idx="4729">
                  <c:v>5.4733796292566694E-2</c:v>
                </c:pt>
                <c:pt idx="4730">
                  <c:v>5.4745370369346347E-2</c:v>
                </c:pt>
                <c:pt idx="4731">
                  <c:v>5.4756944438850041E-2</c:v>
                </c:pt>
                <c:pt idx="4732">
                  <c:v>5.4768518515629694E-2</c:v>
                </c:pt>
                <c:pt idx="4733">
                  <c:v>5.4780092592409346E-2</c:v>
                </c:pt>
                <c:pt idx="4734">
                  <c:v>5.4791666661913041E-2</c:v>
                </c:pt>
                <c:pt idx="4735">
                  <c:v>5.4803240738692693E-2</c:v>
                </c:pt>
                <c:pt idx="4736">
                  <c:v>5.4814814815472346E-2</c:v>
                </c:pt>
                <c:pt idx="4737">
                  <c:v>5.4826388884976041E-2</c:v>
                </c:pt>
                <c:pt idx="4738">
                  <c:v>5.4837962961755693E-2</c:v>
                </c:pt>
                <c:pt idx="4739">
                  <c:v>5.4849537031259388E-2</c:v>
                </c:pt>
                <c:pt idx="4740">
                  <c:v>5.486111110803904E-2</c:v>
                </c:pt>
                <c:pt idx="4741">
                  <c:v>5.4872685184818693E-2</c:v>
                </c:pt>
                <c:pt idx="4742">
                  <c:v>5.4884259254322387E-2</c:v>
                </c:pt>
                <c:pt idx="4743">
                  <c:v>5.489583333110204E-2</c:v>
                </c:pt>
                <c:pt idx="4744">
                  <c:v>5.4907407407881692E-2</c:v>
                </c:pt>
                <c:pt idx="4745">
                  <c:v>5.4918981477385387E-2</c:v>
                </c:pt>
                <c:pt idx="4746">
                  <c:v>5.4930555554165039E-2</c:v>
                </c:pt>
                <c:pt idx="4747">
                  <c:v>5.4942129630944692E-2</c:v>
                </c:pt>
                <c:pt idx="4748">
                  <c:v>5.4953703700448386E-2</c:v>
                </c:pt>
                <c:pt idx="4749">
                  <c:v>5.4965277777228039E-2</c:v>
                </c:pt>
                <c:pt idx="4750">
                  <c:v>5.4976851846731734E-2</c:v>
                </c:pt>
                <c:pt idx="4751">
                  <c:v>5.4988425923511386E-2</c:v>
                </c:pt>
                <c:pt idx="4752">
                  <c:v>5.5000000000291038E-2</c:v>
                </c:pt>
                <c:pt idx="4753">
                  <c:v>5.5011574069794733E-2</c:v>
                </c:pt>
                <c:pt idx="4754">
                  <c:v>5.5023148146574385E-2</c:v>
                </c:pt>
                <c:pt idx="4755">
                  <c:v>5.5034722223354038E-2</c:v>
                </c:pt>
                <c:pt idx="4756">
                  <c:v>5.5046296292857733E-2</c:v>
                </c:pt>
                <c:pt idx="4757">
                  <c:v>5.5057870369637385E-2</c:v>
                </c:pt>
                <c:pt idx="4758">
                  <c:v>5.506944443914108E-2</c:v>
                </c:pt>
                <c:pt idx="4759">
                  <c:v>5.5081018515920732E-2</c:v>
                </c:pt>
                <c:pt idx="4760">
                  <c:v>5.5092592592700385E-2</c:v>
                </c:pt>
                <c:pt idx="4761">
                  <c:v>5.5104166662204079E-2</c:v>
                </c:pt>
                <c:pt idx="4762">
                  <c:v>5.5115740738983732E-2</c:v>
                </c:pt>
                <c:pt idx="4763">
                  <c:v>5.5127314815763384E-2</c:v>
                </c:pt>
                <c:pt idx="4764">
                  <c:v>5.5138888885267079E-2</c:v>
                </c:pt>
                <c:pt idx="4765">
                  <c:v>5.5150462962046731E-2</c:v>
                </c:pt>
                <c:pt idx="4766">
                  <c:v>5.5162037031550426E-2</c:v>
                </c:pt>
                <c:pt idx="4767">
                  <c:v>5.5173611108330078E-2</c:v>
                </c:pt>
                <c:pt idx="4768">
                  <c:v>5.5185185185109731E-2</c:v>
                </c:pt>
                <c:pt idx="4769">
                  <c:v>5.5196759254613426E-2</c:v>
                </c:pt>
                <c:pt idx="4770">
                  <c:v>5.5208333331393078E-2</c:v>
                </c:pt>
                <c:pt idx="4771">
                  <c:v>5.521990740817273E-2</c:v>
                </c:pt>
                <c:pt idx="4772">
                  <c:v>5.5231481477676425E-2</c:v>
                </c:pt>
                <c:pt idx="4773">
                  <c:v>5.5243055554456078E-2</c:v>
                </c:pt>
                <c:pt idx="4774">
                  <c:v>5.5254629623959772E-2</c:v>
                </c:pt>
                <c:pt idx="4775">
                  <c:v>5.5266203700739425E-2</c:v>
                </c:pt>
                <c:pt idx="4776">
                  <c:v>5.5277777777519077E-2</c:v>
                </c:pt>
                <c:pt idx="4777">
                  <c:v>5.5289351847022772E-2</c:v>
                </c:pt>
                <c:pt idx="4778">
                  <c:v>5.5300925923802424E-2</c:v>
                </c:pt>
                <c:pt idx="4779">
                  <c:v>5.5312500000582077E-2</c:v>
                </c:pt>
                <c:pt idx="4780">
                  <c:v>5.5324074070085771E-2</c:v>
                </c:pt>
                <c:pt idx="4781">
                  <c:v>5.5335648146865424E-2</c:v>
                </c:pt>
                <c:pt idx="4782">
                  <c:v>5.5347222216369119E-2</c:v>
                </c:pt>
                <c:pt idx="4783">
                  <c:v>5.5358796293148771E-2</c:v>
                </c:pt>
                <c:pt idx="4784">
                  <c:v>5.5370370369928423E-2</c:v>
                </c:pt>
                <c:pt idx="4785">
                  <c:v>5.5381944439432118E-2</c:v>
                </c:pt>
                <c:pt idx="4786">
                  <c:v>5.539351851621177E-2</c:v>
                </c:pt>
                <c:pt idx="4787">
                  <c:v>5.5405092592991423E-2</c:v>
                </c:pt>
                <c:pt idx="4788">
                  <c:v>5.5416666662495118E-2</c:v>
                </c:pt>
                <c:pt idx="4789">
                  <c:v>5.542824073927477E-2</c:v>
                </c:pt>
                <c:pt idx="4790">
                  <c:v>5.5439814816054422E-2</c:v>
                </c:pt>
                <c:pt idx="4791">
                  <c:v>5.5451388885558117E-2</c:v>
                </c:pt>
                <c:pt idx="4792">
                  <c:v>5.546296296233777E-2</c:v>
                </c:pt>
                <c:pt idx="4793">
                  <c:v>5.5474537031841464E-2</c:v>
                </c:pt>
                <c:pt idx="4794">
                  <c:v>5.5486111108621117E-2</c:v>
                </c:pt>
                <c:pt idx="4795">
                  <c:v>5.5497685185400769E-2</c:v>
                </c:pt>
                <c:pt idx="4796">
                  <c:v>5.5509259254904464E-2</c:v>
                </c:pt>
                <c:pt idx="4797">
                  <c:v>5.5520833331684116E-2</c:v>
                </c:pt>
                <c:pt idx="4798">
                  <c:v>5.5532407408463769E-2</c:v>
                </c:pt>
                <c:pt idx="4799">
                  <c:v>5.5543981477967463E-2</c:v>
                </c:pt>
                <c:pt idx="4800">
                  <c:v>5.5555555554747116E-2</c:v>
                </c:pt>
                <c:pt idx="4801">
                  <c:v>5.5567129624250811E-2</c:v>
                </c:pt>
                <c:pt idx="4802">
                  <c:v>5.5578703701030463E-2</c:v>
                </c:pt>
                <c:pt idx="4803">
                  <c:v>5.5590277777810115E-2</c:v>
                </c:pt>
                <c:pt idx="4804">
                  <c:v>5.560185184731381E-2</c:v>
                </c:pt>
                <c:pt idx="4805">
                  <c:v>5.5613425924093463E-2</c:v>
                </c:pt>
                <c:pt idx="4806">
                  <c:v>5.5625000000873115E-2</c:v>
                </c:pt>
                <c:pt idx="4807">
                  <c:v>5.563657407037681E-2</c:v>
                </c:pt>
                <c:pt idx="4808">
                  <c:v>5.5648148147156462E-2</c:v>
                </c:pt>
                <c:pt idx="4809">
                  <c:v>5.5659722216660157E-2</c:v>
                </c:pt>
                <c:pt idx="4810">
                  <c:v>5.5671296293439809E-2</c:v>
                </c:pt>
                <c:pt idx="4811">
                  <c:v>5.5682870370219462E-2</c:v>
                </c:pt>
                <c:pt idx="4812">
                  <c:v>5.5694444439723156E-2</c:v>
                </c:pt>
                <c:pt idx="4813">
                  <c:v>5.5706018516502809E-2</c:v>
                </c:pt>
                <c:pt idx="4814">
                  <c:v>5.5717592593282461E-2</c:v>
                </c:pt>
                <c:pt idx="4815">
                  <c:v>5.5729166662786156E-2</c:v>
                </c:pt>
                <c:pt idx="4816">
                  <c:v>5.5740740739565808E-2</c:v>
                </c:pt>
                <c:pt idx="4817">
                  <c:v>5.5752314809069503E-2</c:v>
                </c:pt>
                <c:pt idx="4818">
                  <c:v>5.5763888885849155E-2</c:v>
                </c:pt>
                <c:pt idx="4819">
                  <c:v>5.5775462962628808E-2</c:v>
                </c:pt>
                <c:pt idx="4820">
                  <c:v>5.5787037032132503E-2</c:v>
                </c:pt>
                <c:pt idx="4821">
                  <c:v>5.5798611108912155E-2</c:v>
                </c:pt>
                <c:pt idx="4822">
                  <c:v>5.5810185185691807E-2</c:v>
                </c:pt>
                <c:pt idx="4823">
                  <c:v>5.5821759255195502E-2</c:v>
                </c:pt>
                <c:pt idx="4824">
                  <c:v>5.5833333331975155E-2</c:v>
                </c:pt>
                <c:pt idx="4825">
                  <c:v>5.5844907401478849E-2</c:v>
                </c:pt>
                <c:pt idx="4826">
                  <c:v>5.5856481478258502E-2</c:v>
                </c:pt>
                <c:pt idx="4827">
                  <c:v>5.5868055555038154E-2</c:v>
                </c:pt>
                <c:pt idx="4828">
                  <c:v>5.5879629624541849E-2</c:v>
                </c:pt>
                <c:pt idx="4829">
                  <c:v>5.5891203701321501E-2</c:v>
                </c:pt>
                <c:pt idx="4830">
                  <c:v>5.5902777778101154E-2</c:v>
                </c:pt>
                <c:pt idx="4831">
                  <c:v>5.5914351847604848E-2</c:v>
                </c:pt>
                <c:pt idx="4832">
                  <c:v>5.5925925924384501E-2</c:v>
                </c:pt>
                <c:pt idx="4833">
                  <c:v>5.5937500001164153E-2</c:v>
                </c:pt>
                <c:pt idx="4834">
                  <c:v>5.5949074070667848E-2</c:v>
                </c:pt>
                <c:pt idx="4835">
                  <c:v>5.59606481474475E-2</c:v>
                </c:pt>
                <c:pt idx="4836">
                  <c:v>5.5972222216951195E-2</c:v>
                </c:pt>
                <c:pt idx="4837">
                  <c:v>5.5983796293730848E-2</c:v>
                </c:pt>
                <c:pt idx="4838">
                  <c:v>5.59953703705105E-2</c:v>
                </c:pt>
                <c:pt idx="4839">
                  <c:v>5.6006944440014195E-2</c:v>
                </c:pt>
                <c:pt idx="4840">
                  <c:v>5.6018518516793847E-2</c:v>
                </c:pt>
                <c:pt idx="4841">
                  <c:v>5.6030092593573499E-2</c:v>
                </c:pt>
                <c:pt idx="4842">
                  <c:v>5.6041666663077194E-2</c:v>
                </c:pt>
                <c:pt idx="4843">
                  <c:v>5.6053240739856847E-2</c:v>
                </c:pt>
                <c:pt idx="4844">
                  <c:v>5.6064814809360541E-2</c:v>
                </c:pt>
                <c:pt idx="4845">
                  <c:v>5.6076388886140194E-2</c:v>
                </c:pt>
                <c:pt idx="4846">
                  <c:v>5.6087962962919846E-2</c:v>
                </c:pt>
                <c:pt idx="4847">
                  <c:v>5.6099537032423541E-2</c:v>
                </c:pt>
                <c:pt idx="4848">
                  <c:v>5.6111111109203193E-2</c:v>
                </c:pt>
                <c:pt idx="4849">
                  <c:v>5.6122685185982846E-2</c:v>
                </c:pt>
                <c:pt idx="4850">
                  <c:v>5.613425925548654E-2</c:v>
                </c:pt>
                <c:pt idx="4851">
                  <c:v>5.6145833332266193E-2</c:v>
                </c:pt>
                <c:pt idx="4852">
                  <c:v>5.6157407401769888E-2</c:v>
                </c:pt>
                <c:pt idx="4853">
                  <c:v>5.616898147854954E-2</c:v>
                </c:pt>
                <c:pt idx="4854">
                  <c:v>5.6180555555329192E-2</c:v>
                </c:pt>
                <c:pt idx="4855">
                  <c:v>5.6192129624832887E-2</c:v>
                </c:pt>
                <c:pt idx="4856">
                  <c:v>5.620370370161254E-2</c:v>
                </c:pt>
                <c:pt idx="4857">
                  <c:v>5.6215277778392192E-2</c:v>
                </c:pt>
                <c:pt idx="4858">
                  <c:v>5.6226851847895887E-2</c:v>
                </c:pt>
                <c:pt idx="4859">
                  <c:v>5.6238425924675539E-2</c:v>
                </c:pt>
                <c:pt idx="4860">
                  <c:v>5.6249999994179234E-2</c:v>
                </c:pt>
                <c:pt idx="4861">
                  <c:v>5.6261574070958886E-2</c:v>
                </c:pt>
                <c:pt idx="4862">
                  <c:v>5.6273148147738539E-2</c:v>
                </c:pt>
                <c:pt idx="4863">
                  <c:v>5.6284722217242233E-2</c:v>
                </c:pt>
                <c:pt idx="4864">
                  <c:v>5.6296296294021886E-2</c:v>
                </c:pt>
                <c:pt idx="4865">
                  <c:v>5.6307870370801538E-2</c:v>
                </c:pt>
                <c:pt idx="4866">
                  <c:v>5.6319444440305233E-2</c:v>
                </c:pt>
                <c:pt idx="4867">
                  <c:v>5.6331018517084885E-2</c:v>
                </c:pt>
                <c:pt idx="4868">
                  <c:v>5.6342592593864538E-2</c:v>
                </c:pt>
                <c:pt idx="4869">
                  <c:v>5.6354166663368233E-2</c:v>
                </c:pt>
                <c:pt idx="4870">
                  <c:v>5.6365740740147885E-2</c:v>
                </c:pt>
                <c:pt idx="4871">
                  <c:v>5.637731480965158E-2</c:v>
                </c:pt>
                <c:pt idx="4872">
                  <c:v>5.6388888886431232E-2</c:v>
                </c:pt>
                <c:pt idx="4873">
                  <c:v>5.6400462963210884E-2</c:v>
                </c:pt>
                <c:pt idx="4874">
                  <c:v>5.6412037032714579E-2</c:v>
                </c:pt>
                <c:pt idx="4875">
                  <c:v>5.6423611109494232E-2</c:v>
                </c:pt>
                <c:pt idx="4876">
                  <c:v>5.6435185186273884E-2</c:v>
                </c:pt>
                <c:pt idx="4877">
                  <c:v>5.6446759255777579E-2</c:v>
                </c:pt>
                <c:pt idx="4878">
                  <c:v>5.6458333332557231E-2</c:v>
                </c:pt>
                <c:pt idx="4879">
                  <c:v>5.6469907402060926E-2</c:v>
                </c:pt>
                <c:pt idx="4880">
                  <c:v>5.6481481478840578E-2</c:v>
                </c:pt>
                <c:pt idx="4881">
                  <c:v>5.6493055555620231E-2</c:v>
                </c:pt>
                <c:pt idx="4882">
                  <c:v>5.6504629625123926E-2</c:v>
                </c:pt>
                <c:pt idx="4883">
                  <c:v>5.6516203701903578E-2</c:v>
                </c:pt>
                <c:pt idx="4884">
                  <c:v>5.652777777868323E-2</c:v>
                </c:pt>
                <c:pt idx="4885">
                  <c:v>5.6539351848186925E-2</c:v>
                </c:pt>
                <c:pt idx="4886">
                  <c:v>5.6550925924966577E-2</c:v>
                </c:pt>
                <c:pt idx="4887">
                  <c:v>5.6562499994470272E-2</c:v>
                </c:pt>
                <c:pt idx="4888">
                  <c:v>5.6574074071249925E-2</c:v>
                </c:pt>
                <c:pt idx="4889">
                  <c:v>5.6585648148029577E-2</c:v>
                </c:pt>
                <c:pt idx="4890">
                  <c:v>5.6597222217533272E-2</c:v>
                </c:pt>
                <c:pt idx="4891">
                  <c:v>5.6608796294312924E-2</c:v>
                </c:pt>
                <c:pt idx="4892">
                  <c:v>5.6620370371092577E-2</c:v>
                </c:pt>
                <c:pt idx="4893">
                  <c:v>5.6631944440596271E-2</c:v>
                </c:pt>
                <c:pt idx="4894">
                  <c:v>5.6643518517375924E-2</c:v>
                </c:pt>
                <c:pt idx="4895">
                  <c:v>5.6655092586879618E-2</c:v>
                </c:pt>
                <c:pt idx="4896">
                  <c:v>5.6666666663659271E-2</c:v>
                </c:pt>
                <c:pt idx="4897">
                  <c:v>5.6678240740438923E-2</c:v>
                </c:pt>
                <c:pt idx="4898">
                  <c:v>5.6689814809942618E-2</c:v>
                </c:pt>
                <c:pt idx="4899">
                  <c:v>5.670138888672227E-2</c:v>
                </c:pt>
                <c:pt idx="4900">
                  <c:v>5.6712962963501923E-2</c:v>
                </c:pt>
                <c:pt idx="4901">
                  <c:v>5.6724537033005618E-2</c:v>
                </c:pt>
                <c:pt idx="4902">
                  <c:v>5.673611110978527E-2</c:v>
                </c:pt>
                <c:pt idx="4903">
                  <c:v>5.6747685179288965E-2</c:v>
                </c:pt>
                <c:pt idx="4904">
                  <c:v>5.6759259256068617E-2</c:v>
                </c:pt>
                <c:pt idx="4905">
                  <c:v>5.6770833332848269E-2</c:v>
                </c:pt>
                <c:pt idx="4906">
                  <c:v>5.6782407402351964E-2</c:v>
                </c:pt>
                <c:pt idx="4907">
                  <c:v>5.6793981479131617E-2</c:v>
                </c:pt>
                <c:pt idx="4908">
                  <c:v>5.6805555555911269E-2</c:v>
                </c:pt>
                <c:pt idx="4909">
                  <c:v>5.6817129625414964E-2</c:v>
                </c:pt>
                <c:pt idx="4910">
                  <c:v>5.6828703702194616E-2</c:v>
                </c:pt>
                <c:pt idx="4911">
                  <c:v>5.6840277778974269E-2</c:v>
                </c:pt>
                <c:pt idx="4912">
                  <c:v>5.6851851848477963E-2</c:v>
                </c:pt>
                <c:pt idx="4913">
                  <c:v>5.6863425925257616E-2</c:v>
                </c:pt>
                <c:pt idx="4914">
                  <c:v>5.6874999994761311E-2</c:v>
                </c:pt>
                <c:pt idx="4915">
                  <c:v>5.6886574071540963E-2</c:v>
                </c:pt>
                <c:pt idx="4916">
                  <c:v>5.6898148148320615E-2</c:v>
                </c:pt>
                <c:pt idx="4917">
                  <c:v>5.690972221782431E-2</c:v>
                </c:pt>
                <c:pt idx="4918">
                  <c:v>5.6921296294603962E-2</c:v>
                </c:pt>
                <c:pt idx="4919">
                  <c:v>5.6932870371383615E-2</c:v>
                </c:pt>
                <c:pt idx="4920">
                  <c:v>5.694444444088731E-2</c:v>
                </c:pt>
                <c:pt idx="4921">
                  <c:v>5.6956018517666962E-2</c:v>
                </c:pt>
                <c:pt idx="4922">
                  <c:v>5.6967592587170657E-2</c:v>
                </c:pt>
                <c:pt idx="4923">
                  <c:v>5.6979166663950309E-2</c:v>
                </c:pt>
                <c:pt idx="4924">
                  <c:v>5.6990740740729962E-2</c:v>
                </c:pt>
                <c:pt idx="4925">
                  <c:v>5.7002314810233656E-2</c:v>
                </c:pt>
                <c:pt idx="4926">
                  <c:v>5.7013888887013309E-2</c:v>
                </c:pt>
                <c:pt idx="4927">
                  <c:v>5.7025462963792961E-2</c:v>
                </c:pt>
                <c:pt idx="4928">
                  <c:v>5.7037037033296656E-2</c:v>
                </c:pt>
                <c:pt idx="4929">
                  <c:v>5.7048611110076308E-2</c:v>
                </c:pt>
                <c:pt idx="4930">
                  <c:v>5.7060185179580003E-2</c:v>
                </c:pt>
                <c:pt idx="4931">
                  <c:v>5.7071759256359655E-2</c:v>
                </c:pt>
                <c:pt idx="4932">
                  <c:v>5.7083333333139308E-2</c:v>
                </c:pt>
                <c:pt idx="4933">
                  <c:v>5.7094907402643003E-2</c:v>
                </c:pt>
                <c:pt idx="4934">
                  <c:v>5.7106481479422655E-2</c:v>
                </c:pt>
                <c:pt idx="4935">
                  <c:v>5.7118055556202307E-2</c:v>
                </c:pt>
                <c:pt idx="4936">
                  <c:v>5.7129629625706002E-2</c:v>
                </c:pt>
                <c:pt idx="4937">
                  <c:v>5.7141203702485655E-2</c:v>
                </c:pt>
                <c:pt idx="4938">
                  <c:v>5.7152777771989349E-2</c:v>
                </c:pt>
                <c:pt idx="4939">
                  <c:v>5.7164351848769002E-2</c:v>
                </c:pt>
                <c:pt idx="4940">
                  <c:v>5.7175925925548654E-2</c:v>
                </c:pt>
                <c:pt idx="4941">
                  <c:v>5.7187499995052349E-2</c:v>
                </c:pt>
                <c:pt idx="4942">
                  <c:v>5.7199074071832001E-2</c:v>
                </c:pt>
                <c:pt idx="4943">
                  <c:v>5.7210648148611654E-2</c:v>
                </c:pt>
                <c:pt idx="4944">
                  <c:v>5.7222222218115348E-2</c:v>
                </c:pt>
                <c:pt idx="4945">
                  <c:v>5.7233796294895001E-2</c:v>
                </c:pt>
                <c:pt idx="4946">
                  <c:v>5.7245370371674653E-2</c:v>
                </c:pt>
                <c:pt idx="4947">
                  <c:v>5.7256944441178348E-2</c:v>
                </c:pt>
                <c:pt idx="4948">
                  <c:v>5.7268518517958E-2</c:v>
                </c:pt>
                <c:pt idx="4949">
                  <c:v>5.7280092587461695E-2</c:v>
                </c:pt>
                <c:pt idx="4950">
                  <c:v>5.7291666664241347E-2</c:v>
                </c:pt>
                <c:pt idx="4951">
                  <c:v>5.7303240741021E-2</c:v>
                </c:pt>
                <c:pt idx="4952">
                  <c:v>5.7314814810524695E-2</c:v>
                </c:pt>
                <c:pt idx="4953">
                  <c:v>5.7326388887304347E-2</c:v>
                </c:pt>
                <c:pt idx="4954">
                  <c:v>5.7337962964083999E-2</c:v>
                </c:pt>
                <c:pt idx="4955">
                  <c:v>5.7349537033587694E-2</c:v>
                </c:pt>
                <c:pt idx="4956">
                  <c:v>5.7361111110367347E-2</c:v>
                </c:pt>
                <c:pt idx="4957">
                  <c:v>5.7372685179871041E-2</c:v>
                </c:pt>
                <c:pt idx="4958">
                  <c:v>5.7384259256650694E-2</c:v>
                </c:pt>
                <c:pt idx="4959">
                  <c:v>5.7395833333430346E-2</c:v>
                </c:pt>
                <c:pt idx="4960">
                  <c:v>5.7407407402934041E-2</c:v>
                </c:pt>
                <c:pt idx="4961">
                  <c:v>5.7418981479713693E-2</c:v>
                </c:pt>
                <c:pt idx="4962">
                  <c:v>5.7430555556493346E-2</c:v>
                </c:pt>
                <c:pt idx="4963">
                  <c:v>5.744212962599704E-2</c:v>
                </c:pt>
                <c:pt idx="4964">
                  <c:v>5.7453703702776693E-2</c:v>
                </c:pt>
                <c:pt idx="4965">
                  <c:v>5.7465277772280388E-2</c:v>
                </c:pt>
                <c:pt idx="4966">
                  <c:v>5.747685184906004E-2</c:v>
                </c:pt>
                <c:pt idx="4967">
                  <c:v>5.7488425925839692E-2</c:v>
                </c:pt>
                <c:pt idx="4968">
                  <c:v>5.7499999995343387E-2</c:v>
                </c:pt>
                <c:pt idx="4969">
                  <c:v>5.751157407212304E-2</c:v>
                </c:pt>
                <c:pt idx="4970">
                  <c:v>5.7523148148902692E-2</c:v>
                </c:pt>
                <c:pt idx="4971">
                  <c:v>5.7534722218406387E-2</c:v>
                </c:pt>
                <c:pt idx="4972">
                  <c:v>5.7546296295186039E-2</c:v>
                </c:pt>
                <c:pt idx="4973">
                  <c:v>5.7557870364689734E-2</c:v>
                </c:pt>
                <c:pt idx="4974">
                  <c:v>5.7569444441469386E-2</c:v>
                </c:pt>
                <c:pt idx="4975">
                  <c:v>5.7581018518249039E-2</c:v>
                </c:pt>
                <c:pt idx="4976">
                  <c:v>5.7592592587752733E-2</c:v>
                </c:pt>
                <c:pt idx="4977">
                  <c:v>5.7604166664532386E-2</c:v>
                </c:pt>
                <c:pt idx="4978">
                  <c:v>5.7615740741312038E-2</c:v>
                </c:pt>
                <c:pt idx="4979">
                  <c:v>5.7627314810815733E-2</c:v>
                </c:pt>
                <c:pt idx="4980">
                  <c:v>5.7638888887595385E-2</c:v>
                </c:pt>
                <c:pt idx="4981">
                  <c:v>5.765046295709908E-2</c:v>
                </c:pt>
                <c:pt idx="4982">
                  <c:v>5.7662037033878732E-2</c:v>
                </c:pt>
                <c:pt idx="4983">
                  <c:v>5.7673611110658385E-2</c:v>
                </c:pt>
                <c:pt idx="4984">
                  <c:v>5.768518518016208E-2</c:v>
                </c:pt>
                <c:pt idx="4985">
                  <c:v>5.7696759256941732E-2</c:v>
                </c:pt>
                <c:pt idx="4986">
                  <c:v>5.7708333333721384E-2</c:v>
                </c:pt>
                <c:pt idx="4987">
                  <c:v>5.7719907403225079E-2</c:v>
                </c:pt>
                <c:pt idx="4988">
                  <c:v>5.7731481480004732E-2</c:v>
                </c:pt>
                <c:pt idx="4989">
                  <c:v>5.7743055556784384E-2</c:v>
                </c:pt>
                <c:pt idx="4990">
                  <c:v>5.7754629626288079E-2</c:v>
                </c:pt>
                <c:pt idx="4991">
                  <c:v>5.7766203703067731E-2</c:v>
                </c:pt>
                <c:pt idx="4992">
                  <c:v>5.7777777772571426E-2</c:v>
                </c:pt>
                <c:pt idx="4993">
                  <c:v>5.7789351849351078E-2</c:v>
                </c:pt>
                <c:pt idx="4994">
                  <c:v>5.7800925926130731E-2</c:v>
                </c:pt>
                <c:pt idx="4995">
                  <c:v>5.7812499995634425E-2</c:v>
                </c:pt>
                <c:pt idx="4996">
                  <c:v>5.7824074072414078E-2</c:v>
                </c:pt>
                <c:pt idx="4997">
                  <c:v>5.783564814919373E-2</c:v>
                </c:pt>
                <c:pt idx="4998">
                  <c:v>5.7847222218697425E-2</c:v>
                </c:pt>
                <c:pt idx="4999">
                  <c:v>5.7858796295477077E-2</c:v>
                </c:pt>
                <c:pt idx="5000">
                  <c:v>5.7870370364980772E-2</c:v>
                </c:pt>
                <c:pt idx="5001">
                  <c:v>5.7881944441760425E-2</c:v>
                </c:pt>
                <c:pt idx="5002">
                  <c:v>5.7893518518540077E-2</c:v>
                </c:pt>
                <c:pt idx="5003">
                  <c:v>5.7905092588043772E-2</c:v>
                </c:pt>
                <c:pt idx="5004">
                  <c:v>5.7916666664823424E-2</c:v>
                </c:pt>
                <c:pt idx="5005">
                  <c:v>5.7928240741603076E-2</c:v>
                </c:pt>
                <c:pt idx="5006">
                  <c:v>5.7939814811106771E-2</c:v>
                </c:pt>
                <c:pt idx="5007">
                  <c:v>5.7951388887886424E-2</c:v>
                </c:pt>
                <c:pt idx="5008">
                  <c:v>5.7962962957390118E-2</c:v>
                </c:pt>
                <c:pt idx="5009">
                  <c:v>5.7974537034169771E-2</c:v>
                </c:pt>
                <c:pt idx="5010">
                  <c:v>5.7986111110949423E-2</c:v>
                </c:pt>
                <c:pt idx="5011">
                  <c:v>5.7997685180453118E-2</c:v>
                </c:pt>
                <c:pt idx="5012">
                  <c:v>5.800925925723277E-2</c:v>
                </c:pt>
                <c:pt idx="5013">
                  <c:v>5.8020833334012423E-2</c:v>
                </c:pt>
                <c:pt idx="5014">
                  <c:v>5.8032407403516117E-2</c:v>
                </c:pt>
                <c:pt idx="5015">
                  <c:v>5.804398148029577E-2</c:v>
                </c:pt>
                <c:pt idx="5016">
                  <c:v>5.8055555549799465E-2</c:v>
                </c:pt>
                <c:pt idx="5017">
                  <c:v>5.8067129626579117E-2</c:v>
                </c:pt>
                <c:pt idx="5018">
                  <c:v>5.8078703703358769E-2</c:v>
                </c:pt>
                <c:pt idx="5019">
                  <c:v>5.8090277772862464E-2</c:v>
                </c:pt>
                <c:pt idx="5020">
                  <c:v>5.8101851849642117E-2</c:v>
                </c:pt>
                <c:pt idx="5021">
                  <c:v>5.8113425926421769E-2</c:v>
                </c:pt>
                <c:pt idx="5022">
                  <c:v>5.8124999995925464E-2</c:v>
                </c:pt>
                <c:pt idx="5023">
                  <c:v>5.8136574072705116E-2</c:v>
                </c:pt>
                <c:pt idx="5024">
                  <c:v>5.8148148149484769E-2</c:v>
                </c:pt>
                <c:pt idx="5025">
                  <c:v>5.8159722218988463E-2</c:v>
                </c:pt>
                <c:pt idx="5026">
                  <c:v>5.8171296295768116E-2</c:v>
                </c:pt>
                <c:pt idx="5027">
                  <c:v>5.818287036527181E-2</c:v>
                </c:pt>
                <c:pt idx="5028">
                  <c:v>5.8194444442051463E-2</c:v>
                </c:pt>
                <c:pt idx="5029">
                  <c:v>5.8206018518831115E-2</c:v>
                </c:pt>
                <c:pt idx="5030">
                  <c:v>5.821759258833481E-2</c:v>
                </c:pt>
                <c:pt idx="5031">
                  <c:v>5.8229166665114462E-2</c:v>
                </c:pt>
                <c:pt idx="5032">
                  <c:v>5.8240740741894115E-2</c:v>
                </c:pt>
                <c:pt idx="5033">
                  <c:v>5.825231481139781E-2</c:v>
                </c:pt>
                <c:pt idx="5034">
                  <c:v>5.8263888888177462E-2</c:v>
                </c:pt>
                <c:pt idx="5035">
                  <c:v>5.8275462957681157E-2</c:v>
                </c:pt>
                <c:pt idx="5036">
                  <c:v>5.8287037034460809E-2</c:v>
                </c:pt>
                <c:pt idx="5037">
                  <c:v>5.8298611111240461E-2</c:v>
                </c:pt>
                <c:pt idx="5038">
                  <c:v>5.8310185180744156E-2</c:v>
                </c:pt>
                <c:pt idx="5039">
                  <c:v>5.8321759257523809E-2</c:v>
                </c:pt>
                <c:pt idx="5040">
                  <c:v>5.8333333334303461E-2</c:v>
                </c:pt>
                <c:pt idx="5041">
                  <c:v>5.8344907403807156E-2</c:v>
                </c:pt>
                <c:pt idx="5042">
                  <c:v>5.8356481480586808E-2</c:v>
                </c:pt>
                <c:pt idx="5043">
                  <c:v>5.8368055550090503E-2</c:v>
                </c:pt>
                <c:pt idx="5044">
                  <c:v>5.8379629626870155E-2</c:v>
                </c:pt>
                <c:pt idx="5045">
                  <c:v>5.8391203703649808E-2</c:v>
                </c:pt>
                <c:pt idx="5046">
                  <c:v>5.8402777773153502E-2</c:v>
                </c:pt>
                <c:pt idx="5047">
                  <c:v>5.8414351849933155E-2</c:v>
                </c:pt>
                <c:pt idx="5048">
                  <c:v>5.8425925926712807E-2</c:v>
                </c:pt>
                <c:pt idx="5049">
                  <c:v>5.8437499996216502E-2</c:v>
                </c:pt>
                <c:pt idx="5050">
                  <c:v>5.8449074072996154E-2</c:v>
                </c:pt>
                <c:pt idx="5051">
                  <c:v>5.8460648142499849E-2</c:v>
                </c:pt>
                <c:pt idx="5052">
                  <c:v>5.8472222219279502E-2</c:v>
                </c:pt>
                <c:pt idx="5053">
                  <c:v>5.8483796296059154E-2</c:v>
                </c:pt>
                <c:pt idx="5054">
                  <c:v>5.8495370365562849E-2</c:v>
                </c:pt>
                <c:pt idx="5055">
                  <c:v>5.8506944442342501E-2</c:v>
                </c:pt>
                <c:pt idx="5056">
                  <c:v>5.8518518519122154E-2</c:v>
                </c:pt>
                <c:pt idx="5057">
                  <c:v>5.8530092588625848E-2</c:v>
                </c:pt>
                <c:pt idx="5058">
                  <c:v>5.8541666665405501E-2</c:v>
                </c:pt>
                <c:pt idx="5059">
                  <c:v>5.8553240734909195E-2</c:v>
                </c:pt>
                <c:pt idx="5060">
                  <c:v>5.8564814811688848E-2</c:v>
                </c:pt>
                <c:pt idx="5061">
                  <c:v>5.85763888884685E-2</c:v>
                </c:pt>
                <c:pt idx="5062">
                  <c:v>5.8587962957972195E-2</c:v>
                </c:pt>
                <c:pt idx="5063">
                  <c:v>5.8599537034751847E-2</c:v>
                </c:pt>
                <c:pt idx="5064">
                  <c:v>5.86111111115315E-2</c:v>
                </c:pt>
                <c:pt idx="5065">
                  <c:v>5.8622685181035195E-2</c:v>
                </c:pt>
                <c:pt idx="5066">
                  <c:v>5.8634259257814847E-2</c:v>
                </c:pt>
                <c:pt idx="5067">
                  <c:v>5.8645833334594499E-2</c:v>
                </c:pt>
                <c:pt idx="5068">
                  <c:v>5.8657407404098194E-2</c:v>
                </c:pt>
                <c:pt idx="5069">
                  <c:v>5.8668981480877846E-2</c:v>
                </c:pt>
                <c:pt idx="5070">
                  <c:v>5.8680555550381541E-2</c:v>
                </c:pt>
                <c:pt idx="5071">
                  <c:v>5.8692129627161194E-2</c:v>
                </c:pt>
                <c:pt idx="5072">
                  <c:v>5.8703703703940846E-2</c:v>
                </c:pt>
                <c:pt idx="5073">
                  <c:v>5.8715277773444541E-2</c:v>
                </c:pt>
                <c:pt idx="5074">
                  <c:v>5.8726851850224193E-2</c:v>
                </c:pt>
                <c:pt idx="5075">
                  <c:v>5.8738425927003846E-2</c:v>
                </c:pt>
                <c:pt idx="5076">
                  <c:v>5.874999999650754E-2</c:v>
                </c:pt>
                <c:pt idx="5077">
                  <c:v>5.8761574073287193E-2</c:v>
                </c:pt>
                <c:pt idx="5078">
                  <c:v>5.8773148142790888E-2</c:v>
                </c:pt>
                <c:pt idx="5079">
                  <c:v>5.878472221957054E-2</c:v>
                </c:pt>
                <c:pt idx="5080">
                  <c:v>5.8796296296350192E-2</c:v>
                </c:pt>
                <c:pt idx="5081">
                  <c:v>5.8807870365853887E-2</c:v>
                </c:pt>
                <c:pt idx="5082">
                  <c:v>5.8819444442633539E-2</c:v>
                </c:pt>
                <c:pt idx="5083">
                  <c:v>5.8831018519413192E-2</c:v>
                </c:pt>
                <c:pt idx="5084">
                  <c:v>5.8842592588916887E-2</c:v>
                </c:pt>
                <c:pt idx="5085">
                  <c:v>5.8854166665696539E-2</c:v>
                </c:pt>
                <c:pt idx="5086">
                  <c:v>5.8865740735200234E-2</c:v>
                </c:pt>
                <c:pt idx="5087">
                  <c:v>5.8877314811979886E-2</c:v>
                </c:pt>
                <c:pt idx="5088">
                  <c:v>5.8888888888759539E-2</c:v>
                </c:pt>
                <c:pt idx="5089">
                  <c:v>5.8900462958263233E-2</c:v>
                </c:pt>
                <c:pt idx="5090">
                  <c:v>5.8912037035042886E-2</c:v>
                </c:pt>
                <c:pt idx="5091">
                  <c:v>5.8923611111822538E-2</c:v>
                </c:pt>
                <c:pt idx="5092">
                  <c:v>5.8935185181326233E-2</c:v>
                </c:pt>
                <c:pt idx="5093">
                  <c:v>5.8946759258105885E-2</c:v>
                </c:pt>
                <c:pt idx="5094">
                  <c:v>5.895833332760958E-2</c:v>
                </c:pt>
                <c:pt idx="5095">
                  <c:v>5.8969907404389232E-2</c:v>
                </c:pt>
                <c:pt idx="5096">
                  <c:v>5.8981481481168885E-2</c:v>
                </c:pt>
                <c:pt idx="5097">
                  <c:v>5.899305555067258E-2</c:v>
                </c:pt>
                <c:pt idx="5098">
                  <c:v>5.9004629627452232E-2</c:v>
                </c:pt>
                <c:pt idx="5099">
                  <c:v>5.9016203704231884E-2</c:v>
                </c:pt>
                <c:pt idx="5100">
                  <c:v>5.9027777773735579E-2</c:v>
                </c:pt>
                <c:pt idx="5101">
                  <c:v>5.9039351850515231E-2</c:v>
                </c:pt>
                <c:pt idx="5102">
                  <c:v>5.9050925920018926E-2</c:v>
                </c:pt>
                <c:pt idx="5103">
                  <c:v>5.9062499996798579E-2</c:v>
                </c:pt>
                <c:pt idx="5104">
                  <c:v>5.9074074073578231E-2</c:v>
                </c:pt>
                <c:pt idx="5105">
                  <c:v>5.9085648143081926E-2</c:v>
                </c:pt>
                <c:pt idx="5106">
                  <c:v>5.9097222219861578E-2</c:v>
                </c:pt>
                <c:pt idx="5107">
                  <c:v>5.9108796296641231E-2</c:v>
                </c:pt>
                <c:pt idx="5108">
                  <c:v>5.9120370366144925E-2</c:v>
                </c:pt>
                <c:pt idx="5109">
                  <c:v>5.9131944442924578E-2</c:v>
                </c:pt>
                <c:pt idx="5110">
                  <c:v>5.914351851970423E-2</c:v>
                </c:pt>
                <c:pt idx="5111">
                  <c:v>5.9155092589207925E-2</c:v>
                </c:pt>
                <c:pt idx="5112">
                  <c:v>5.9166666665987577E-2</c:v>
                </c:pt>
                <c:pt idx="5113">
                  <c:v>5.9178240735491272E-2</c:v>
                </c:pt>
                <c:pt idx="5114">
                  <c:v>5.9189814812270924E-2</c:v>
                </c:pt>
                <c:pt idx="5115">
                  <c:v>5.9201388889050577E-2</c:v>
                </c:pt>
                <c:pt idx="5116">
                  <c:v>5.9212962958554272E-2</c:v>
                </c:pt>
                <c:pt idx="5117">
                  <c:v>5.9224537035333924E-2</c:v>
                </c:pt>
                <c:pt idx="5118">
                  <c:v>5.9236111112113576E-2</c:v>
                </c:pt>
                <c:pt idx="5119">
                  <c:v>5.9247685181617271E-2</c:v>
                </c:pt>
                <c:pt idx="5120">
                  <c:v>5.9259259258396924E-2</c:v>
                </c:pt>
                <c:pt idx="5121">
                  <c:v>5.9270833327900618E-2</c:v>
                </c:pt>
                <c:pt idx="5122">
                  <c:v>5.9282407404680271E-2</c:v>
                </c:pt>
                <c:pt idx="5123">
                  <c:v>5.9293981481459923E-2</c:v>
                </c:pt>
                <c:pt idx="5124">
                  <c:v>5.9305555550963618E-2</c:v>
                </c:pt>
                <c:pt idx="5125">
                  <c:v>5.931712962774327E-2</c:v>
                </c:pt>
                <c:pt idx="5126">
                  <c:v>5.9328703704522923E-2</c:v>
                </c:pt>
                <c:pt idx="5127">
                  <c:v>5.9340277774026617E-2</c:v>
                </c:pt>
                <c:pt idx="5128">
                  <c:v>5.935185185080627E-2</c:v>
                </c:pt>
                <c:pt idx="5129">
                  <c:v>5.9363425920309965E-2</c:v>
                </c:pt>
                <c:pt idx="5130">
                  <c:v>5.9374999997089617E-2</c:v>
                </c:pt>
                <c:pt idx="5131">
                  <c:v>5.9386574073869269E-2</c:v>
                </c:pt>
                <c:pt idx="5132">
                  <c:v>5.9398148143372964E-2</c:v>
                </c:pt>
                <c:pt idx="5133">
                  <c:v>5.9409722220152617E-2</c:v>
                </c:pt>
                <c:pt idx="5134">
                  <c:v>5.9421296296932269E-2</c:v>
                </c:pt>
                <c:pt idx="5135">
                  <c:v>5.9432870366435964E-2</c:v>
                </c:pt>
                <c:pt idx="5136">
                  <c:v>5.9444444443215616E-2</c:v>
                </c:pt>
                <c:pt idx="5137">
                  <c:v>5.9456018512719311E-2</c:v>
                </c:pt>
                <c:pt idx="5138">
                  <c:v>5.9467592589498963E-2</c:v>
                </c:pt>
                <c:pt idx="5139">
                  <c:v>5.9479166666278616E-2</c:v>
                </c:pt>
                <c:pt idx="5140">
                  <c:v>5.949074073578231E-2</c:v>
                </c:pt>
                <c:pt idx="5141">
                  <c:v>5.9502314812561963E-2</c:v>
                </c:pt>
                <c:pt idx="5142">
                  <c:v>5.9513888889341615E-2</c:v>
                </c:pt>
                <c:pt idx="5143">
                  <c:v>5.952546295884531E-2</c:v>
                </c:pt>
                <c:pt idx="5144">
                  <c:v>5.9537037035624962E-2</c:v>
                </c:pt>
                <c:pt idx="5145">
                  <c:v>5.9548611112404615E-2</c:v>
                </c:pt>
                <c:pt idx="5146">
                  <c:v>5.9560185181908309E-2</c:v>
                </c:pt>
                <c:pt idx="5147">
                  <c:v>5.9571759258687962E-2</c:v>
                </c:pt>
                <c:pt idx="5148">
                  <c:v>5.9583333328191657E-2</c:v>
                </c:pt>
                <c:pt idx="5149">
                  <c:v>5.9594907404971309E-2</c:v>
                </c:pt>
                <c:pt idx="5150">
                  <c:v>5.9606481481750961E-2</c:v>
                </c:pt>
                <c:pt idx="5151">
                  <c:v>5.9618055551254656E-2</c:v>
                </c:pt>
                <c:pt idx="5152">
                  <c:v>5.9629629628034309E-2</c:v>
                </c:pt>
                <c:pt idx="5153">
                  <c:v>5.9641203704813961E-2</c:v>
                </c:pt>
                <c:pt idx="5154">
                  <c:v>5.9652777774317656E-2</c:v>
                </c:pt>
                <c:pt idx="5155">
                  <c:v>5.9664351851097308E-2</c:v>
                </c:pt>
                <c:pt idx="5156">
                  <c:v>5.9675925920601003E-2</c:v>
                </c:pt>
                <c:pt idx="5157">
                  <c:v>5.9687499997380655E-2</c:v>
                </c:pt>
                <c:pt idx="5158">
                  <c:v>5.9699074074160308E-2</c:v>
                </c:pt>
                <c:pt idx="5159">
                  <c:v>5.9710648143664002E-2</c:v>
                </c:pt>
                <c:pt idx="5160">
                  <c:v>5.9722222220443655E-2</c:v>
                </c:pt>
                <c:pt idx="5161">
                  <c:v>5.9733796297223307E-2</c:v>
                </c:pt>
                <c:pt idx="5162">
                  <c:v>5.9745370366727002E-2</c:v>
                </c:pt>
                <c:pt idx="5163">
                  <c:v>5.9756944443506654E-2</c:v>
                </c:pt>
                <c:pt idx="5164">
                  <c:v>5.9768518513010349E-2</c:v>
                </c:pt>
                <c:pt idx="5165">
                  <c:v>5.9780092589790002E-2</c:v>
                </c:pt>
                <c:pt idx="5166">
                  <c:v>5.9791666666569654E-2</c:v>
                </c:pt>
                <c:pt idx="5167">
                  <c:v>5.9803240736073349E-2</c:v>
                </c:pt>
                <c:pt idx="5168">
                  <c:v>5.9814814812853001E-2</c:v>
                </c:pt>
                <c:pt idx="5169">
                  <c:v>5.9826388889632653E-2</c:v>
                </c:pt>
                <c:pt idx="5170">
                  <c:v>5.9837962959136348E-2</c:v>
                </c:pt>
                <c:pt idx="5171">
                  <c:v>5.9849537035916001E-2</c:v>
                </c:pt>
                <c:pt idx="5172">
                  <c:v>5.9861111105419695E-2</c:v>
                </c:pt>
                <c:pt idx="5173">
                  <c:v>5.9872685182199348E-2</c:v>
                </c:pt>
                <c:pt idx="5174">
                  <c:v>5.9884259258979E-2</c:v>
                </c:pt>
                <c:pt idx="5175">
                  <c:v>5.9895833328482695E-2</c:v>
                </c:pt>
                <c:pt idx="5176">
                  <c:v>5.9907407405262347E-2</c:v>
                </c:pt>
                <c:pt idx="5177">
                  <c:v>5.9918981482042E-2</c:v>
                </c:pt>
                <c:pt idx="5178">
                  <c:v>5.9930555551545694E-2</c:v>
                </c:pt>
                <c:pt idx="5179">
                  <c:v>5.9942129628325347E-2</c:v>
                </c:pt>
                <c:pt idx="5180">
                  <c:v>5.9953703697829042E-2</c:v>
                </c:pt>
                <c:pt idx="5181">
                  <c:v>5.9965277774608694E-2</c:v>
                </c:pt>
                <c:pt idx="5182">
                  <c:v>5.9976851851388346E-2</c:v>
                </c:pt>
                <c:pt idx="5183">
                  <c:v>5.9988425920892041E-2</c:v>
                </c:pt>
                <c:pt idx="5184">
                  <c:v>5.9999999997671694E-2</c:v>
                </c:pt>
                <c:pt idx="5185">
                  <c:v>6.0011574074451346E-2</c:v>
                </c:pt>
                <c:pt idx="5186">
                  <c:v>6.0023148143955041E-2</c:v>
                </c:pt>
                <c:pt idx="5187">
                  <c:v>6.0034722220734693E-2</c:v>
                </c:pt>
                <c:pt idx="5188">
                  <c:v>6.0046296297514345E-2</c:v>
                </c:pt>
                <c:pt idx="5189">
                  <c:v>6.005787036701804E-2</c:v>
                </c:pt>
                <c:pt idx="5190">
                  <c:v>6.0069444443797693E-2</c:v>
                </c:pt>
                <c:pt idx="5191">
                  <c:v>6.0081018513301387E-2</c:v>
                </c:pt>
                <c:pt idx="5192">
                  <c:v>6.009259259008104E-2</c:v>
                </c:pt>
                <c:pt idx="5193">
                  <c:v>6.0104166666860692E-2</c:v>
                </c:pt>
                <c:pt idx="5194">
                  <c:v>6.0115740736364387E-2</c:v>
                </c:pt>
                <c:pt idx="5195">
                  <c:v>6.0127314813144039E-2</c:v>
                </c:pt>
                <c:pt idx="5196">
                  <c:v>6.0138888889923692E-2</c:v>
                </c:pt>
                <c:pt idx="5197">
                  <c:v>6.0150462959427387E-2</c:v>
                </c:pt>
                <c:pt idx="5198">
                  <c:v>6.0162037036207039E-2</c:v>
                </c:pt>
                <c:pt idx="5199">
                  <c:v>6.0173611105710734E-2</c:v>
                </c:pt>
                <c:pt idx="5200">
                  <c:v>6.0185185182490386E-2</c:v>
                </c:pt>
                <c:pt idx="5201">
                  <c:v>6.0196759259270038E-2</c:v>
                </c:pt>
                <c:pt idx="5202">
                  <c:v>6.0208333328773733E-2</c:v>
                </c:pt>
                <c:pt idx="5203">
                  <c:v>6.0219907405553386E-2</c:v>
                </c:pt>
                <c:pt idx="5204">
                  <c:v>6.0231481482333038E-2</c:v>
                </c:pt>
                <c:pt idx="5205">
                  <c:v>6.0243055551836733E-2</c:v>
                </c:pt>
                <c:pt idx="5206">
                  <c:v>6.0254629628616385E-2</c:v>
                </c:pt>
                <c:pt idx="5207">
                  <c:v>6.026620369812008E-2</c:v>
                </c:pt>
                <c:pt idx="5208">
                  <c:v>6.0277777774899732E-2</c:v>
                </c:pt>
                <c:pt idx="5209">
                  <c:v>6.0289351851679385E-2</c:v>
                </c:pt>
                <c:pt idx="5210">
                  <c:v>6.0300925921183079E-2</c:v>
                </c:pt>
                <c:pt idx="5211">
                  <c:v>6.0312499997962732E-2</c:v>
                </c:pt>
                <c:pt idx="5212">
                  <c:v>6.0324074074742384E-2</c:v>
                </c:pt>
                <c:pt idx="5213">
                  <c:v>6.0335648144246079E-2</c:v>
                </c:pt>
                <c:pt idx="5214">
                  <c:v>6.0347222221025731E-2</c:v>
                </c:pt>
                <c:pt idx="5215">
                  <c:v>6.0358796290529426E-2</c:v>
                </c:pt>
                <c:pt idx="5216">
                  <c:v>6.0370370367309079E-2</c:v>
                </c:pt>
                <c:pt idx="5217">
                  <c:v>6.0381944444088731E-2</c:v>
                </c:pt>
                <c:pt idx="5218">
                  <c:v>6.0393518513592426E-2</c:v>
                </c:pt>
                <c:pt idx="5219">
                  <c:v>6.0405092590372078E-2</c:v>
                </c:pt>
                <c:pt idx="5220">
                  <c:v>6.0416666667151731E-2</c:v>
                </c:pt>
                <c:pt idx="5221">
                  <c:v>6.0428240736655425E-2</c:v>
                </c:pt>
                <c:pt idx="5222">
                  <c:v>6.0439814813435078E-2</c:v>
                </c:pt>
                <c:pt idx="5223">
                  <c:v>6.045138889021473E-2</c:v>
                </c:pt>
                <c:pt idx="5224">
                  <c:v>6.0462962959718425E-2</c:v>
                </c:pt>
                <c:pt idx="5225">
                  <c:v>6.0474537036498077E-2</c:v>
                </c:pt>
                <c:pt idx="5226">
                  <c:v>6.0486111106001772E-2</c:v>
                </c:pt>
                <c:pt idx="5227">
                  <c:v>6.0497685182781424E-2</c:v>
                </c:pt>
                <c:pt idx="5228">
                  <c:v>6.0509259259561077E-2</c:v>
                </c:pt>
                <c:pt idx="5229">
                  <c:v>6.0520833329064772E-2</c:v>
                </c:pt>
                <c:pt idx="5230">
                  <c:v>6.0532407405844424E-2</c:v>
                </c:pt>
                <c:pt idx="5231">
                  <c:v>6.0543981482624076E-2</c:v>
                </c:pt>
                <c:pt idx="5232">
                  <c:v>6.0555555552127771E-2</c:v>
                </c:pt>
                <c:pt idx="5233">
                  <c:v>6.0567129628907423E-2</c:v>
                </c:pt>
                <c:pt idx="5234">
                  <c:v>6.0578703698411118E-2</c:v>
                </c:pt>
                <c:pt idx="5235">
                  <c:v>6.0590277775190771E-2</c:v>
                </c:pt>
                <c:pt idx="5236">
                  <c:v>6.0601851851970423E-2</c:v>
                </c:pt>
                <c:pt idx="5237">
                  <c:v>6.0613425921474118E-2</c:v>
                </c:pt>
                <c:pt idx="5238">
                  <c:v>6.062499999825377E-2</c:v>
                </c:pt>
                <c:pt idx="5239">
                  <c:v>6.0636574075033423E-2</c:v>
                </c:pt>
                <c:pt idx="5240">
                  <c:v>6.0648148144537117E-2</c:v>
                </c:pt>
                <c:pt idx="5241">
                  <c:v>6.065972222131677E-2</c:v>
                </c:pt>
                <c:pt idx="5242">
                  <c:v>6.0671296290820464E-2</c:v>
                </c:pt>
                <c:pt idx="5243">
                  <c:v>6.0682870367600117E-2</c:v>
                </c:pt>
                <c:pt idx="5244">
                  <c:v>6.0694444444379769E-2</c:v>
                </c:pt>
                <c:pt idx="5245">
                  <c:v>6.0706018513883464E-2</c:v>
                </c:pt>
                <c:pt idx="5246">
                  <c:v>6.0717592590663116E-2</c:v>
                </c:pt>
                <c:pt idx="5247">
                  <c:v>6.0729166667442769E-2</c:v>
                </c:pt>
                <c:pt idx="5248">
                  <c:v>6.0740740736946464E-2</c:v>
                </c:pt>
                <c:pt idx="5249">
                  <c:v>6.0752314813726116E-2</c:v>
                </c:pt>
                <c:pt idx="5250">
                  <c:v>6.0763888883229811E-2</c:v>
                </c:pt>
                <c:pt idx="5251">
                  <c:v>6.0775462960009463E-2</c:v>
                </c:pt>
                <c:pt idx="5252">
                  <c:v>6.0787037036789116E-2</c:v>
                </c:pt>
                <c:pt idx="5253">
                  <c:v>6.079861110629281E-2</c:v>
                </c:pt>
                <c:pt idx="5254">
                  <c:v>6.0810185183072463E-2</c:v>
                </c:pt>
                <c:pt idx="5255">
                  <c:v>6.0821759259852115E-2</c:v>
                </c:pt>
                <c:pt idx="5256">
                  <c:v>6.083333332935581E-2</c:v>
                </c:pt>
                <c:pt idx="5257">
                  <c:v>6.0844907406135462E-2</c:v>
                </c:pt>
                <c:pt idx="5258">
                  <c:v>6.0856481475639157E-2</c:v>
                </c:pt>
                <c:pt idx="5259">
                  <c:v>6.0868055552418809E-2</c:v>
                </c:pt>
                <c:pt idx="5260">
                  <c:v>6.0879629629198462E-2</c:v>
                </c:pt>
                <c:pt idx="5261">
                  <c:v>6.0891203698702157E-2</c:v>
                </c:pt>
                <c:pt idx="5262">
                  <c:v>6.0902777775481809E-2</c:v>
                </c:pt>
                <c:pt idx="5263">
                  <c:v>6.0914351852261461E-2</c:v>
                </c:pt>
                <c:pt idx="5264">
                  <c:v>6.0925925921765156E-2</c:v>
                </c:pt>
                <c:pt idx="5265">
                  <c:v>6.0937499998544808E-2</c:v>
                </c:pt>
                <c:pt idx="5266">
                  <c:v>6.0949074075324461E-2</c:v>
                </c:pt>
                <c:pt idx="5267">
                  <c:v>6.0960648144828156E-2</c:v>
                </c:pt>
                <c:pt idx="5268">
                  <c:v>6.0972222221607808E-2</c:v>
                </c:pt>
                <c:pt idx="5269">
                  <c:v>6.0983796291111503E-2</c:v>
                </c:pt>
                <c:pt idx="5270">
                  <c:v>6.0995370367891155E-2</c:v>
                </c:pt>
                <c:pt idx="5271">
                  <c:v>6.1006944444670808E-2</c:v>
                </c:pt>
                <c:pt idx="5272">
                  <c:v>6.1018518514174502E-2</c:v>
                </c:pt>
                <c:pt idx="5273">
                  <c:v>6.1030092590954155E-2</c:v>
                </c:pt>
                <c:pt idx="5274">
                  <c:v>6.1041666667733807E-2</c:v>
                </c:pt>
                <c:pt idx="5275">
                  <c:v>6.1053240737237502E-2</c:v>
                </c:pt>
                <c:pt idx="5276">
                  <c:v>6.1064814814017154E-2</c:v>
                </c:pt>
                <c:pt idx="5277">
                  <c:v>6.1076388883520849E-2</c:v>
                </c:pt>
                <c:pt idx="5278">
                  <c:v>6.1087962960300501E-2</c:v>
                </c:pt>
                <c:pt idx="5279">
                  <c:v>6.1099537037080154E-2</c:v>
                </c:pt>
                <c:pt idx="5280">
                  <c:v>6.1111111106583849E-2</c:v>
                </c:pt>
                <c:pt idx="5281">
                  <c:v>6.1122685183363501E-2</c:v>
                </c:pt>
                <c:pt idx="5282">
                  <c:v>6.1134259260143153E-2</c:v>
                </c:pt>
                <c:pt idx="5283">
                  <c:v>6.1145833329646848E-2</c:v>
                </c:pt>
                <c:pt idx="5284">
                  <c:v>6.1157407406426501E-2</c:v>
                </c:pt>
                <c:pt idx="5285">
                  <c:v>6.1168981475930195E-2</c:v>
                </c:pt>
                <c:pt idx="5286">
                  <c:v>6.1180555552709848E-2</c:v>
                </c:pt>
                <c:pt idx="5287">
                  <c:v>6.11921296294895E-2</c:v>
                </c:pt>
                <c:pt idx="5288">
                  <c:v>6.1203703698993195E-2</c:v>
                </c:pt>
                <c:pt idx="5289">
                  <c:v>6.1215277775772847E-2</c:v>
                </c:pt>
                <c:pt idx="5290">
                  <c:v>6.12268518525525E-2</c:v>
                </c:pt>
                <c:pt idx="5291">
                  <c:v>6.1238425922056194E-2</c:v>
                </c:pt>
                <c:pt idx="5292">
                  <c:v>6.1249999998835847E-2</c:v>
                </c:pt>
                <c:pt idx="5293">
                  <c:v>6.1261574068339542E-2</c:v>
                </c:pt>
                <c:pt idx="5294">
                  <c:v>6.1273148145119194E-2</c:v>
                </c:pt>
                <c:pt idx="5295">
                  <c:v>6.1284722221898846E-2</c:v>
                </c:pt>
                <c:pt idx="5296">
                  <c:v>6.1296296291402541E-2</c:v>
                </c:pt>
                <c:pt idx="5297">
                  <c:v>6.1307870368182193E-2</c:v>
                </c:pt>
                <c:pt idx="5298">
                  <c:v>6.1319444444961846E-2</c:v>
                </c:pt>
                <c:pt idx="5299">
                  <c:v>6.1331018514465541E-2</c:v>
                </c:pt>
                <c:pt idx="5300">
                  <c:v>6.1342592591245193E-2</c:v>
                </c:pt>
                <c:pt idx="5301">
                  <c:v>6.1354166660748888E-2</c:v>
                </c:pt>
                <c:pt idx="5302">
                  <c:v>6.136574073752854E-2</c:v>
                </c:pt>
                <c:pt idx="5303">
                  <c:v>6.1377314814308193E-2</c:v>
                </c:pt>
                <c:pt idx="5304">
                  <c:v>6.1388888883811887E-2</c:v>
                </c:pt>
                <c:pt idx="5305">
                  <c:v>6.140046296059154E-2</c:v>
                </c:pt>
                <c:pt idx="5306">
                  <c:v>6.1412037037371192E-2</c:v>
                </c:pt>
                <c:pt idx="5307">
                  <c:v>6.1423611106874887E-2</c:v>
                </c:pt>
                <c:pt idx="5308">
                  <c:v>6.1435185183654539E-2</c:v>
                </c:pt>
                <c:pt idx="5309">
                  <c:v>6.1446759260434192E-2</c:v>
                </c:pt>
                <c:pt idx="5310">
                  <c:v>6.1458333329937886E-2</c:v>
                </c:pt>
                <c:pt idx="5311">
                  <c:v>6.1469907406717539E-2</c:v>
                </c:pt>
                <c:pt idx="5312">
                  <c:v>6.1481481476221234E-2</c:v>
                </c:pt>
                <c:pt idx="5313">
                  <c:v>6.1493055553000886E-2</c:v>
                </c:pt>
                <c:pt idx="5314">
                  <c:v>6.1504629629780538E-2</c:v>
                </c:pt>
                <c:pt idx="5315">
                  <c:v>6.1516203699284233E-2</c:v>
                </c:pt>
                <c:pt idx="5316">
                  <c:v>6.1527777776063886E-2</c:v>
                </c:pt>
                <c:pt idx="5317">
                  <c:v>6.1539351852843538E-2</c:v>
                </c:pt>
                <c:pt idx="5318">
                  <c:v>6.1550925922347233E-2</c:v>
                </c:pt>
                <c:pt idx="5319">
                  <c:v>6.1562499999126885E-2</c:v>
                </c:pt>
                <c:pt idx="5320">
                  <c:v>6.157407406863058E-2</c:v>
                </c:pt>
                <c:pt idx="5321">
                  <c:v>6.1585648145410232E-2</c:v>
                </c:pt>
                <c:pt idx="5322">
                  <c:v>6.1597222222189885E-2</c:v>
                </c:pt>
                <c:pt idx="5323">
                  <c:v>6.1608796291693579E-2</c:v>
                </c:pt>
                <c:pt idx="5324">
                  <c:v>6.1620370368473232E-2</c:v>
                </c:pt>
                <c:pt idx="5325">
                  <c:v>6.1631944445252884E-2</c:v>
                </c:pt>
                <c:pt idx="5326">
                  <c:v>6.1643518514756579E-2</c:v>
                </c:pt>
                <c:pt idx="5327">
                  <c:v>6.1655092591536231E-2</c:v>
                </c:pt>
                <c:pt idx="5328">
                  <c:v>6.1666666661039926E-2</c:v>
                </c:pt>
                <c:pt idx="5329">
                  <c:v>6.1678240737819578E-2</c:v>
                </c:pt>
                <c:pt idx="5330">
                  <c:v>6.1689814814599231E-2</c:v>
                </c:pt>
                <c:pt idx="5331">
                  <c:v>6.1701388884102926E-2</c:v>
                </c:pt>
                <c:pt idx="5332">
                  <c:v>6.1712962960882578E-2</c:v>
                </c:pt>
                <c:pt idx="5333">
                  <c:v>6.172453703766223E-2</c:v>
                </c:pt>
                <c:pt idx="5334">
                  <c:v>6.1736111107165925E-2</c:v>
                </c:pt>
                <c:pt idx="5335">
                  <c:v>6.1747685183945578E-2</c:v>
                </c:pt>
                <c:pt idx="5336">
                  <c:v>6.1759259253449272E-2</c:v>
                </c:pt>
                <c:pt idx="5337">
                  <c:v>6.1770833330228925E-2</c:v>
                </c:pt>
                <c:pt idx="5338">
                  <c:v>6.1782407407008577E-2</c:v>
                </c:pt>
                <c:pt idx="5339">
                  <c:v>6.1793981476512272E-2</c:v>
                </c:pt>
                <c:pt idx="5340">
                  <c:v>6.1805555553291924E-2</c:v>
                </c:pt>
                <c:pt idx="5341">
                  <c:v>6.1817129630071577E-2</c:v>
                </c:pt>
                <c:pt idx="5342">
                  <c:v>6.1828703699575271E-2</c:v>
                </c:pt>
                <c:pt idx="5343">
                  <c:v>6.1840277776354924E-2</c:v>
                </c:pt>
                <c:pt idx="5344">
                  <c:v>6.1851851853134576E-2</c:v>
                </c:pt>
                <c:pt idx="5345">
                  <c:v>6.1863425922638271E-2</c:v>
                </c:pt>
                <c:pt idx="5346">
                  <c:v>6.1874999999417923E-2</c:v>
                </c:pt>
                <c:pt idx="5347">
                  <c:v>6.1886574068921618E-2</c:v>
                </c:pt>
                <c:pt idx="5348">
                  <c:v>6.1898148145701271E-2</c:v>
                </c:pt>
                <c:pt idx="5349">
                  <c:v>6.1909722222480923E-2</c:v>
                </c:pt>
                <c:pt idx="5350">
                  <c:v>6.1921296291984618E-2</c:v>
                </c:pt>
                <c:pt idx="5351">
                  <c:v>6.193287036876427E-2</c:v>
                </c:pt>
                <c:pt idx="5352">
                  <c:v>6.1944444445543922E-2</c:v>
                </c:pt>
                <c:pt idx="5353">
                  <c:v>6.1956018515047617E-2</c:v>
                </c:pt>
                <c:pt idx="5354">
                  <c:v>6.196759259182727E-2</c:v>
                </c:pt>
                <c:pt idx="5355">
                  <c:v>6.1979166661330964E-2</c:v>
                </c:pt>
                <c:pt idx="5356">
                  <c:v>6.1990740738110617E-2</c:v>
                </c:pt>
                <c:pt idx="5357">
                  <c:v>6.2002314814890269E-2</c:v>
                </c:pt>
                <c:pt idx="5358">
                  <c:v>6.2013888884393964E-2</c:v>
                </c:pt>
                <c:pt idx="5359">
                  <c:v>6.2025462961173616E-2</c:v>
                </c:pt>
                <c:pt idx="5360">
                  <c:v>6.2037037037953269E-2</c:v>
                </c:pt>
                <c:pt idx="5361">
                  <c:v>6.2048611107456964E-2</c:v>
                </c:pt>
                <c:pt idx="5362">
                  <c:v>6.2060185184236616E-2</c:v>
                </c:pt>
                <c:pt idx="5363">
                  <c:v>6.2071759253740311E-2</c:v>
                </c:pt>
                <c:pt idx="5364">
                  <c:v>6.2083333330519963E-2</c:v>
                </c:pt>
                <c:pt idx="5365">
                  <c:v>6.2094907407299615E-2</c:v>
                </c:pt>
                <c:pt idx="5366">
                  <c:v>6.210648147680331E-2</c:v>
                </c:pt>
                <c:pt idx="5367">
                  <c:v>6.2118055553582963E-2</c:v>
                </c:pt>
                <c:pt idx="5368">
                  <c:v>6.2129629630362615E-2</c:v>
                </c:pt>
                <c:pt idx="5369">
                  <c:v>6.214120369986631E-2</c:v>
                </c:pt>
                <c:pt idx="5370">
                  <c:v>6.2152777776645962E-2</c:v>
                </c:pt>
                <c:pt idx="5371">
                  <c:v>6.2164351846149657E-2</c:v>
                </c:pt>
                <c:pt idx="5372">
                  <c:v>6.2175925922929309E-2</c:v>
                </c:pt>
                <c:pt idx="5373">
                  <c:v>6.2187499999708962E-2</c:v>
                </c:pt>
                <c:pt idx="5374">
                  <c:v>6.2199074069212656E-2</c:v>
                </c:pt>
                <c:pt idx="5375">
                  <c:v>6.2210648145992309E-2</c:v>
                </c:pt>
                <c:pt idx="5376">
                  <c:v>6.2222222222771961E-2</c:v>
                </c:pt>
                <c:pt idx="5377">
                  <c:v>6.2233796292275656E-2</c:v>
                </c:pt>
                <c:pt idx="5378">
                  <c:v>6.2245370369055308E-2</c:v>
                </c:pt>
                <c:pt idx="5379">
                  <c:v>6.2256944438559003E-2</c:v>
                </c:pt>
                <c:pt idx="5380">
                  <c:v>6.2268518515338656E-2</c:v>
                </c:pt>
                <c:pt idx="5381">
                  <c:v>6.2280092592118308E-2</c:v>
                </c:pt>
                <c:pt idx="5382">
                  <c:v>6.2291666661622003E-2</c:v>
                </c:pt>
                <c:pt idx="5383">
                  <c:v>6.2303240738401655E-2</c:v>
                </c:pt>
                <c:pt idx="5384">
                  <c:v>6.2314814815181307E-2</c:v>
                </c:pt>
                <c:pt idx="5385">
                  <c:v>6.2326388884685002E-2</c:v>
                </c:pt>
                <c:pt idx="5386">
                  <c:v>6.2337962961464655E-2</c:v>
                </c:pt>
                <c:pt idx="5387">
                  <c:v>6.2349537038244307E-2</c:v>
                </c:pt>
                <c:pt idx="5388">
                  <c:v>6.2361111107748002E-2</c:v>
                </c:pt>
                <c:pt idx="5389">
                  <c:v>6.2372685184527654E-2</c:v>
                </c:pt>
                <c:pt idx="5390">
                  <c:v>6.2384259254031349E-2</c:v>
                </c:pt>
                <c:pt idx="5391">
                  <c:v>6.2395833330811001E-2</c:v>
                </c:pt>
                <c:pt idx="5392">
                  <c:v>6.2407407407590654E-2</c:v>
                </c:pt>
                <c:pt idx="5393">
                  <c:v>6.2418981477094349E-2</c:v>
                </c:pt>
                <c:pt idx="5394">
                  <c:v>6.2430555553874001E-2</c:v>
                </c:pt>
                <c:pt idx="5395">
                  <c:v>6.2442129630653653E-2</c:v>
                </c:pt>
                <c:pt idx="5396">
                  <c:v>6.2453703700157348E-2</c:v>
                </c:pt>
                <c:pt idx="5397">
                  <c:v>6.2465277776937E-2</c:v>
                </c:pt>
                <c:pt idx="5398">
                  <c:v>6.2476851846440695E-2</c:v>
                </c:pt>
                <c:pt idx="5399">
                  <c:v>6.2488425923220348E-2</c:v>
                </c:pt>
                <c:pt idx="5400">
                  <c:v>6.25E-2</c:v>
                </c:pt>
                <c:pt idx="5401">
                  <c:v>6.2511574069503695E-2</c:v>
                </c:pt>
                <c:pt idx="5402">
                  <c:v>6.2523148146283347E-2</c:v>
                </c:pt>
                <c:pt idx="5403">
                  <c:v>6.2534722223063E-2</c:v>
                </c:pt>
                <c:pt idx="5404">
                  <c:v>6.2546296292566694E-2</c:v>
                </c:pt>
                <c:pt idx="5405">
                  <c:v>6.2557870369346347E-2</c:v>
                </c:pt>
                <c:pt idx="5406">
                  <c:v>6.2569444438850041E-2</c:v>
                </c:pt>
                <c:pt idx="5407">
                  <c:v>6.2581018515629694E-2</c:v>
                </c:pt>
                <c:pt idx="5408">
                  <c:v>6.2592592592409346E-2</c:v>
                </c:pt>
                <c:pt idx="5409">
                  <c:v>6.2604166661913041E-2</c:v>
                </c:pt>
                <c:pt idx="5410">
                  <c:v>6.2615740738692693E-2</c:v>
                </c:pt>
                <c:pt idx="5411">
                  <c:v>6.2627314815472346E-2</c:v>
                </c:pt>
                <c:pt idx="5412">
                  <c:v>6.2638888884976041E-2</c:v>
                </c:pt>
                <c:pt idx="5413">
                  <c:v>6.2650462961755693E-2</c:v>
                </c:pt>
                <c:pt idx="5414">
                  <c:v>6.2662037031259388E-2</c:v>
                </c:pt>
                <c:pt idx="5415">
                  <c:v>6.267361110803904E-2</c:v>
                </c:pt>
                <c:pt idx="5416">
                  <c:v>6.2685185184818693E-2</c:v>
                </c:pt>
                <c:pt idx="5417">
                  <c:v>6.2696759254322387E-2</c:v>
                </c:pt>
                <c:pt idx="5418">
                  <c:v>6.270833333110204E-2</c:v>
                </c:pt>
                <c:pt idx="5419">
                  <c:v>6.2719907407881692E-2</c:v>
                </c:pt>
                <c:pt idx="5420">
                  <c:v>6.2731481477385387E-2</c:v>
                </c:pt>
                <c:pt idx="5421">
                  <c:v>6.2743055554165039E-2</c:v>
                </c:pt>
                <c:pt idx="5422">
                  <c:v>6.2754629630944692E-2</c:v>
                </c:pt>
                <c:pt idx="5423">
                  <c:v>6.2766203700448386E-2</c:v>
                </c:pt>
                <c:pt idx="5424">
                  <c:v>6.2777777777228039E-2</c:v>
                </c:pt>
                <c:pt idx="5425">
                  <c:v>6.2789351846731734E-2</c:v>
                </c:pt>
                <c:pt idx="5426">
                  <c:v>6.2800925923511386E-2</c:v>
                </c:pt>
                <c:pt idx="5427">
                  <c:v>6.2812500000291038E-2</c:v>
                </c:pt>
                <c:pt idx="5428">
                  <c:v>6.2824074069794733E-2</c:v>
                </c:pt>
                <c:pt idx="5429">
                  <c:v>6.2835648146574385E-2</c:v>
                </c:pt>
                <c:pt idx="5430">
                  <c:v>6.2847222223354038E-2</c:v>
                </c:pt>
                <c:pt idx="5431">
                  <c:v>6.2858796292857733E-2</c:v>
                </c:pt>
                <c:pt idx="5432">
                  <c:v>6.2870370369637385E-2</c:v>
                </c:pt>
                <c:pt idx="5433">
                  <c:v>6.288194443914108E-2</c:v>
                </c:pt>
                <c:pt idx="5434">
                  <c:v>6.2893518515920732E-2</c:v>
                </c:pt>
                <c:pt idx="5435">
                  <c:v>6.2905092592700385E-2</c:v>
                </c:pt>
                <c:pt idx="5436">
                  <c:v>6.2916666662204079E-2</c:v>
                </c:pt>
                <c:pt idx="5437">
                  <c:v>6.2928240738983732E-2</c:v>
                </c:pt>
                <c:pt idx="5438">
                  <c:v>6.2939814815763384E-2</c:v>
                </c:pt>
                <c:pt idx="5439">
                  <c:v>6.2951388885267079E-2</c:v>
                </c:pt>
                <c:pt idx="5440">
                  <c:v>6.2962962962046731E-2</c:v>
                </c:pt>
                <c:pt idx="5441">
                  <c:v>6.2974537031550426E-2</c:v>
                </c:pt>
                <c:pt idx="5442">
                  <c:v>6.2986111108330078E-2</c:v>
                </c:pt>
                <c:pt idx="5443">
                  <c:v>6.2997685185109731E-2</c:v>
                </c:pt>
                <c:pt idx="5444">
                  <c:v>6.3009259254613426E-2</c:v>
                </c:pt>
                <c:pt idx="5445">
                  <c:v>6.3020833331393078E-2</c:v>
                </c:pt>
                <c:pt idx="5446">
                  <c:v>6.303240740817273E-2</c:v>
                </c:pt>
                <c:pt idx="5447">
                  <c:v>6.3043981477676425E-2</c:v>
                </c:pt>
                <c:pt idx="5448">
                  <c:v>6.3055555554456078E-2</c:v>
                </c:pt>
                <c:pt idx="5449">
                  <c:v>6.3067129623959772E-2</c:v>
                </c:pt>
                <c:pt idx="5450">
                  <c:v>6.3078703700739425E-2</c:v>
                </c:pt>
                <c:pt idx="5451">
                  <c:v>6.3090277777519077E-2</c:v>
                </c:pt>
                <c:pt idx="5452">
                  <c:v>6.3101851847022772E-2</c:v>
                </c:pt>
                <c:pt idx="5453">
                  <c:v>6.3113425923802424E-2</c:v>
                </c:pt>
                <c:pt idx="5454">
                  <c:v>6.3125000000582077E-2</c:v>
                </c:pt>
                <c:pt idx="5455">
                  <c:v>6.3136574070085771E-2</c:v>
                </c:pt>
                <c:pt idx="5456">
                  <c:v>6.3148148146865424E-2</c:v>
                </c:pt>
                <c:pt idx="5457">
                  <c:v>6.3159722216369119E-2</c:v>
                </c:pt>
                <c:pt idx="5458">
                  <c:v>6.3171296293148771E-2</c:v>
                </c:pt>
                <c:pt idx="5459">
                  <c:v>6.3182870369928423E-2</c:v>
                </c:pt>
                <c:pt idx="5460">
                  <c:v>6.3194444439432118E-2</c:v>
                </c:pt>
                <c:pt idx="5461">
                  <c:v>6.320601851621177E-2</c:v>
                </c:pt>
                <c:pt idx="5462">
                  <c:v>6.3217592592991423E-2</c:v>
                </c:pt>
                <c:pt idx="5463">
                  <c:v>6.3229166662495118E-2</c:v>
                </c:pt>
                <c:pt idx="5464">
                  <c:v>6.324074073927477E-2</c:v>
                </c:pt>
                <c:pt idx="5465">
                  <c:v>6.3252314816054422E-2</c:v>
                </c:pt>
                <c:pt idx="5466">
                  <c:v>6.3263888885558117E-2</c:v>
                </c:pt>
                <c:pt idx="5467">
                  <c:v>6.327546296233777E-2</c:v>
                </c:pt>
                <c:pt idx="5468">
                  <c:v>6.3287037031841464E-2</c:v>
                </c:pt>
                <c:pt idx="5469">
                  <c:v>6.3298611108621117E-2</c:v>
                </c:pt>
                <c:pt idx="5470">
                  <c:v>6.3310185185400769E-2</c:v>
                </c:pt>
                <c:pt idx="5471">
                  <c:v>6.3321759254904464E-2</c:v>
                </c:pt>
                <c:pt idx="5472">
                  <c:v>6.3333333331684116E-2</c:v>
                </c:pt>
                <c:pt idx="5473">
                  <c:v>6.3344907408463769E-2</c:v>
                </c:pt>
                <c:pt idx="5474">
                  <c:v>6.3356481477967463E-2</c:v>
                </c:pt>
                <c:pt idx="5475">
                  <c:v>6.3368055554747116E-2</c:v>
                </c:pt>
                <c:pt idx="5476">
                  <c:v>6.3379629624250811E-2</c:v>
                </c:pt>
                <c:pt idx="5477">
                  <c:v>6.3391203701030463E-2</c:v>
                </c:pt>
                <c:pt idx="5478">
                  <c:v>6.3402777777810115E-2</c:v>
                </c:pt>
                <c:pt idx="5479">
                  <c:v>6.341435184731381E-2</c:v>
                </c:pt>
                <c:pt idx="5480">
                  <c:v>6.3425925924093463E-2</c:v>
                </c:pt>
                <c:pt idx="5481">
                  <c:v>6.3437500000873115E-2</c:v>
                </c:pt>
                <c:pt idx="5482">
                  <c:v>6.344907407037681E-2</c:v>
                </c:pt>
                <c:pt idx="5483">
                  <c:v>6.3460648147156462E-2</c:v>
                </c:pt>
                <c:pt idx="5484">
                  <c:v>6.3472222216660157E-2</c:v>
                </c:pt>
                <c:pt idx="5485">
                  <c:v>6.3483796293439809E-2</c:v>
                </c:pt>
                <c:pt idx="5486">
                  <c:v>6.3495370370219462E-2</c:v>
                </c:pt>
                <c:pt idx="5487">
                  <c:v>6.3506944439723156E-2</c:v>
                </c:pt>
                <c:pt idx="5488">
                  <c:v>6.3518518516502809E-2</c:v>
                </c:pt>
                <c:pt idx="5489">
                  <c:v>6.3530092593282461E-2</c:v>
                </c:pt>
                <c:pt idx="5490">
                  <c:v>6.3541666662786156E-2</c:v>
                </c:pt>
                <c:pt idx="5491">
                  <c:v>6.3553240739565808E-2</c:v>
                </c:pt>
                <c:pt idx="5492">
                  <c:v>6.3564814809069503E-2</c:v>
                </c:pt>
                <c:pt idx="5493">
                  <c:v>6.3576388885849155E-2</c:v>
                </c:pt>
                <c:pt idx="5494">
                  <c:v>6.3587962962628808E-2</c:v>
                </c:pt>
                <c:pt idx="5495">
                  <c:v>6.3599537032132503E-2</c:v>
                </c:pt>
                <c:pt idx="5496">
                  <c:v>6.3611111108912155E-2</c:v>
                </c:pt>
                <c:pt idx="5497">
                  <c:v>6.3622685185691807E-2</c:v>
                </c:pt>
                <c:pt idx="5498">
                  <c:v>6.3634259255195502E-2</c:v>
                </c:pt>
                <c:pt idx="5499">
                  <c:v>6.3645833331975155E-2</c:v>
                </c:pt>
                <c:pt idx="5500">
                  <c:v>6.3657407401478849E-2</c:v>
                </c:pt>
                <c:pt idx="5501">
                  <c:v>6.3668981478258502E-2</c:v>
                </c:pt>
                <c:pt idx="5502">
                  <c:v>6.3680555555038154E-2</c:v>
                </c:pt>
                <c:pt idx="5503">
                  <c:v>6.3692129624541849E-2</c:v>
                </c:pt>
                <c:pt idx="5504">
                  <c:v>6.3703703701321501E-2</c:v>
                </c:pt>
                <c:pt idx="5505">
                  <c:v>6.3715277778101154E-2</c:v>
                </c:pt>
                <c:pt idx="5506">
                  <c:v>6.3726851847604848E-2</c:v>
                </c:pt>
                <c:pt idx="5507">
                  <c:v>6.3738425924384501E-2</c:v>
                </c:pt>
                <c:pt idx="5508">
                  <c:v>6.3750000001164153E-2</c:v>
                </c:pt>
                <c:pt idx="5509">
                  <c:v>6.3761574070667848E-2</c:v>
                </c:pt>
                <c:pt idx="5510">
                  <c:v>6.37731481474475E-2</c:v>
                </c:pt>
                <c:pt idx="5511">
                  <c:v>6.3784722216951195E-2</c:v>
                </c:pt>
                <c:pt idx="5512">
                  <c:v>6.3796296293730848E-2</c:v>
                </c:pt>
                <c:pt idx="5513">
                  <c:v>6.38078703705105E-2</c:v>
                </c:pt>
                <c:pt idx="5514">
                  <c:v>6.3819444440014195E-2</c:v>
                </c:pt>
                <c:pt idx="5515">
                  <c:v>6.3831018516793847E-2</c:v>
                </c:pt>
                <c:pt idx="5516">
                  <c:v>6.3842592593573499E-2</c:v>
                </c:pt>
                <c:pt idx="5517">
                  <c:v>6.3854166663077194E-2</c:v>
                </c:pt>
                <c:pt idx="5518">
                  <c:v>6.3865740739856847E-2</c:v>
                </c:pt>
                <c:pt idx="5519">
                  <c:v>6.3877314809360541E-2</c:v>
                </c:pt>
                <c:pt idx="5520">
                  <c:v>6.3888888886140194E-2</c:v>
                </c:pt>
                <c:pt idx="5521">
                  <c:v>6.3900462962919846E-2</c:v>
                </c:pt>
                <c:pt idx="5522">
                  <c:v>6.3912037032423541E-2</c:v>
                </c:pt>
                <c:pt idx="5523">
                  <c:v>6.3923611109203193E-2</c:v>
                </c:pt>
                <c:pt idx="5524">
                  <c:v>6.3935185185982846E-2</c:v>
                </c:pt>
                <c:pt idx="5525">
                  <c:v>6.394675925548654E-2</c:v>
                </c:pt>
                <c:pt idx="5526">
                  <c:v>6.3958333332266193E-2</c:v>
                </c:pt>
                <c:pt idx="5527">
                  <c:v>6.3969907401769888E-2</c:v>
                </c:pt>
                <c:pt idx="5528">
                  <c:v>6.398148147854954E-2</c:v>
                </c:pt>
                <c:pt idx="5529">
                  <c:v>6.3993055555329192E-2</c:v>
                </c:pt>
                <c:pt idx="5530">
                  <c:v>6.4004629624832887E-2</c:v>
                </c:pt>
                <c:pt idx="5531">
                  <c:v>6.401620370161254E-2</c:v>
                </c:pt>
                <c:pt idx="5532">
                  <c:v>6.4027777778392192E-2</c:v>
                </c:pt>
                <c:pt idx="5533">
                  <c:v>6.4039351847895887E-2</c:v>
                </c:pt>
                <c:pt idx="5534">
                  <c:v>6.4050925924675539E-2</c:v>
                </c:pt>
                <c:pt idx="5535">
                  <c:v>6.4062499994179234E-2</c:v>
                </c:pt>
                <c:pt idx="5536">
                  <c:v>6.4074074070958886E-2</c:v>
                </c:pt>
                <c:pt idx="5537">
                  <c:v>6.4085648147738539E-2</c:v>
                </c:pt>
                <c:pt idx="5538">
                  <c:v>6.4097222217242233E-2</c:v>
                </c:pt>
                <c:pt idx="5539">
                  <c:v>6.4108796294021886E-2</c:v>
                </c:pt>
                <c:pt idx="5540">
                  <c:v>6.4120370370801538E-2</c:v>
                </c:pt>
                <c:pt idx="5541">
                  <c:v>6.4131944440305233E-2</c:v>
                </c:pt>
                <c:pt idx="5542">
                  <c:v>6.4143518517084885E-2</c:v>
                </c:pt>
                <c:pt idx="5543">
                  <c:v>6.4155092593864538E-2</c:v>
                </c:pt>
                <c:pt idx="5544">
                  <c:v>6.4166666663368233E-2</c:v>
                </c:pt>
                <c:pt idx="5545">
                  <c:v>6.4178240740147885E-2</c:v>
                </c:pt>
                <c:pt idx="5546">
                  <c:v>6.418981480965158E-2</c:v>
                </c:pt>
                <c:pt idx="5547">
                  <c:v>6.4201388886431232E-2</c:v>
                </c:pt>
                <c:pt idx="5548">
                  <c:v>6.4212962963210884E-2</c:v>
                </c:pt>
                <c:pt idx="5549">
                  <c:v>6.4224537032714579E-2</c:v>
                </c:pt>
                <c:pt idx="5550">
                  <c:v>6.4236111109494232E-2</c:v>
                </c:pt>
                <c:pt idx="5551">
                  <c:v>6.4247685186273884E-2</c:v>
                </c:pt>
                <c:pt idx="5552">
                  <c:v>6.4259259255777579E-2</c:v>
                </c:pt>
                <c:pt idx="5553">
                  <c:v>6.4270833332557231E-2</c:v>
                </c:pt>
                <c:pt idx="5554">
                  <c:v>6.4282407402060926E-2</c:v>
                </c:pt>
                <c:pt idx="5555">
                  <c:v>6.4293981478840578E-2</c:v>
                </c:pt>
                <c:pt idx="5556">
                  <c:v>6.4305555555620231E-2</c:v>
                </c:pt>
                <c:pt idx="5557">
                  <c:v>6.4317129625123926E-2</c:v>
                </c:pt>
                <c:pt idx="5558">
                  <c:v>6.4328703701903578E-2</c:v>
                </c:pt>
                <c:pt idx="5559">
                  <c:v>6.434027777868323E-2</c:v>
                </c:pt>
                <c:pt idx="5560">
                  <c:v>6.4351851848186925E-2</c:v>
                </c:pt>
                <c:pt idx="5561">
                  <c:v>6.4363425924966577E-2</c:v>
                </c:pt>
                <c:pt idx="5562">
                  <c:v>6.4374999994470272E-2</c:v>
                </c:pt>
                <c:pt idx="5563">
                  <c:v>6.4386574071249925E-2</c:v>
                </c:pt>
                <c:pt idx="5564">
                  <c:v>6.4398148148029577E-2</c:v>
                </c:pt>
                <c:pt idx="5565">
                  <c:v>6.4409722217533272E-2</c:v>
                </c:pt>
                <c:pt idx="5566">
                  <c:v>6.4421296294312924E-2</c:v>
                </c:pt>
                <c:pt idx="5567">
                  <c:v>6.4432870371092577E-2</c:v>
                </c:pt>
                <c:pt idx="5568">
                  <c:v>6.4444444440596271E-2</c:v>
                </c:pt>
                <c:pt idx="5569">
                  <c:v>6.4456018517375924E-2</c:v>
                </c:pt>
                <c:pt idx="5570">
                  <c:v>6.4467592586879618E-2</c:v>
                </c:pt>
                <c:pt idx="5571">
                  <c:v>6.4479166663659271E-2</c:v>
                </c:pt>
                <c:pt idx="5572">
                  <c:v>6.4490740740438923E-2</c:v>
                </c:pt>
                <c:pt idx="5573">
                  <c:v>6.4502314809942618E-2</c:v>
                </c:pt>
                <c:pt idx="5574">
                  <c:v>6.451388888672227E-2</c:v>
                </c:pt>
                <c:pt idx="5575">
                  <c:v>6.4525462963501923E-2</c:v>
                </c:pt>
                <c:pt idx="5576">
                  <c:v>6.4537037033005618E-2</c:v>
                </c:pt>
                <c:pt idx="5577">
                  <c:v>6.454861110978527E-2</c:v>
                </c:pt>
                <c:pt idx="5578">
                  <c:v>6.4560185179288965E-2</c:v>
                </c:pt>
                <c:pt idx="5579">
                  <c:v>6.4571759256068617E-2</c:v>
                </c:pt>
                <c:pt idx="5580">
                  <c:v>6.4583333332848269E-2</c:v>
                </c:pt>
                <c:pt idx="5581">
                  <c:v>6.4594907402351964E-2</c:v>
                </c:pt>
                <c:pt idx="5582">
                  <c:v>6.4606481479131617E-2</c:v>
                </c:pt>
                <c:pt idx="5583">
                  <c:v>6.4618055555911269E-2</c:v>
                </c:pt>
                <c:pt idx="5584">
                  <c:v>6.4629629625414964E-2</c:v>
                </c:pt>
                <c:pt idx="5585">
                  <c:v>6.4641203702194616E-2</c:v>
                </c:pt>
                <c:pt idx="5586">
                  <c:v>6.4652777778974269E-2</c:v>
                </c:pt>
                <c:pt idx="5587">
                  <c:v>6.4664351848477963E-2</c:v>
                </c:pt>
                <c:pt idx="5588">
                  <c:v>6.4675925925257616E-2</c:v>
                </c:pt>
                <c:pt idx="5589">
                  <c:v>6.4687499994761311E-2</c:v>
                </c:pt>
                <c:pt idx="5590">
                  <c:v>6.4699074071540963E-2</c:v>
                </c:pt>
                <c:pt idx="5591">
                  <c:v>6.4710648148320615E-2</c:v>
                </c:pt>
                <c:pt idx="5592">
                  <c:v>6.472222221782431E-2</c:v>
                </c:pt>
                <c:pt idx="5593">
                  <c:v>6.4733796294603962E-2</c:v>
                </c:pt>
                <c:pt idx="5594">
                  <c:v>6.4745370371383615E-2</c:v>
                </c:pt>
                <c:pt idx="5595">
                  <c:v>6.475694444088731E-2</c:v>
                </c:pt>
                <c:pt idx="5596">
                  <c:v>6.4768518517666962E-2</c:v>
                </c:pt>
                <c:pt idx="5597">
                  <c:v>6.4780092587170657E-2</c:v>
                </c:pt>
                <c:pt idx="5598">
                  <c:v>6.4791666663950309E-2</c:v>
                </c:pt>
                <c:pt idx="5599">
                  <c:v>6.4803240740729962E-2</c:v>
                </c:pt>
                <c:pt idx="5600">
                  <c:v>6.4814814810233656E-2</c:v>
                </c:pt>
                <c:pt idx="5601">
                  <c:v>6.4826388887013309E-2</c:v>
                </c:pt>
                <c:pt idx="5602">
                  <c:v>6.4837962963792961E-2</c:v>
                </c:pt>
                <c:pt idx="5603">
                  <c:v>6.4849537033296656E-2</c:v>
                </c:pt>
                <c:pt idx="5604">
                  <c:v>6.4861111110076308E-2</c:v>
                </c:pt>
                <c:pt idx="5605">
                  <c:v>6.4872685179580003E-2</c:v>
                </c:pt>
                <c:pt idx="5606">
                  <c:v>6.4884259256359655E-2</c:v>
                </c:pt>
                <c:pt idx="5607">
                  <c:v>6.4895833333139308E-2</c:v>
                </c:pt>
                <c:pt idx="5608">
                  <c:v>6.4907407402643003E-2</c:v>
                </c:pt>
                <c:pt idx="5609">
                  <c:v>6.4918981479422655E-2</c:v>
                </c:pt>
                <c:pt idx="5610">
                  <c:v>6.4930555556202307E-2</c:v>
                </c:pt>
                <c:pt idx="5611">
                  <c:v>6.4942129625706002E-2</c:v>
                </c:pt>
                <c:pt idx="5612">
                  <c:v>6.4953703702485655E-2</c:v>
                </c:pt>
                <c:pt idx="5613">
                  <c:v>6.4965277771989349E-2</c:v>
                </c:pt>
                <c:pt idx="5614">
                  <c:v>6.4976851848769002E-2</c:v>
                </c:pt>
                <c:pt idx="5615">
                  <c:v>6.4988425925548654E-2</c:v>
                </c:pt>
                <c:pt idx="5616">
                  <c:v>6.4999999995052349E-2</c:v>
                </c:pt>
                <c:pt idx="5617">
                  <c:v>6.5011574071832001E-2</c:v>
                </c:pt>
                <c:pt idx="5618">
                  <c:v>6.5023148148611654E-2</c:v>
                </c:pt>
                <c:pt idx="5619">
                  <c:v>6.5034722218115348E-2</c:v>
                </c:pt>
                <c:pt idx="5620">
                  <c:v>6.5046296294895001E-2</c:v>
                </c:pt>
                <c:pt idx="5621">
                  <c:v>6.5057870371674653E-2</c:v>
                </c:pt>
                <c:pt idx="5622">
                  <c:v>6.5069444441178348E-2</c:v>
                </c:pt>
                <c:pt idx="5623">
                  <c:v>6.5081018517958E-2</c:v>
                </c:pt>
                <c:pt idx="5624">
                  <c:v>6.5092592587461695E-2</c:v>
                </c:pt>
                <c:pt idx="5625">
                  <c:v>6.5104166664241347E-2</c:v>
                </c:pt>
                <c:pt idx="5626">
                  <c:v>6.5115740741021E-2</c:v>
                </c:pt>
                <c:pt idx="5627">
                  <c:v>6.5127314810524695E-2</c:v>
                </c:pt>
                <c:pt idx="5628">
                  <c:v>6.5138888887304347E-2</c:v>
                </c:pt>
                <c:pt idx="5629">
                  <c:v>6.5150462964083999E-2</c:v>
                </c:pt>
                <c:pt idx="5630">
                  <c:v>6.5162037033587694E-2</c:v>
                </c:pt>
                <c:pt idx="5631">
                  <c:v>6.5173611110367347E-2</c:v>
                </c:pt>
                <c:pt idx="5632">
                  <c:v>6.5185185179871041E-2</c:v>
                </c:pt>
                <c:pt idx="5633">
                  <c:v>6.5196759256650694E-2</c:v>
                </c:pt>
                <c:pt idx="5634">
                  <c:v>6.5208333333430346E-2</c:v>
                </c:pt>
                <c:pt idx="5635">
                  <c:v>6.5219907402934041E-2</c:v>
                </c:pt>
                <c:pt idx="5636">
                  <c:v>6.5231481479713693E-2</c:v>
                </c:pt>
                <c:pt idx="5637">
                  <c:v>6.5243055556493346E-2</c:v>
                </c:pt>
                <c:pt idx="5638">
                  <c:v>6.525462962599704E-2</c:v>
                </c:pt>
                <c:pt idx="5639">
                  <c:v>6.5266203702776693E-2</c:v>
                </c:pt>
                <c:pt idx="5640">
                  <c:v>6.5277777772280388E-2</c:v>
                </c:pt>
                <c:pt idx="5641">
                  <c:v>6.528935184906004E-2</c:v>
                </c:pt>
                <c:pt idx="5642">
                  <c:v>6.5300925925839692E-2</c:v>
                </c:pt>
                <c:pt idx="5643">
                  <c:v>6.5312499995343387E-2</c:v>
                </c:pt>
                <c:pt idx="5644">
                  <c:v>6.532407407212304E-2</c:v>
                </c:pt>
                <c:pt idx="5645">
                  <c:v>6.5335648148902692E-2</c:v>
                </c:pt>
                <c:pt idx="5646">
                  <c:v>6.5347222218406387E-2</c:v>
                </c:pt>
                <c:pt idx="5647">
                  <c:v>6.5358796295186039E-2</c:v>
                </c:pt>
                <c:pt idx="5648">
                  <c:v>6.5370370364689734E-2</c:v>
                </c:pt>
                <c:pt idx="5649">
                  <c:v>6.5381944441469386E-2</c:v>
                </c:pt>
                <c:pt idx="5650">
                  <c:v>6.5393518518249039E-2</c:v>
                </c:pt>
                <c:pt idx="5651">
                  <c:v>6.5405092587752733E-2</c:v>
                </c:pt>
                <c:pt idx="5652">
                  <c:v>6.5416666664532386E-2</c:v>
                </c:pt>
                <c:pt idx="5653">
                  <c:v>6.5428240741312038E-2</c:v>
                </c:pt>
                <c:pt idx="5654">
                  <c:v>6.5439814810815733E-2</c:v>
                </c:pt>
                <c:pt idx="5655">
                  <c:v>6.5451388887595385E-2</c:v>
                </c:pt>
                <c:pt idx="5656">
                  <c:v>6.546296295709908E-2</c:v>
                </c:pt>
                <c:pt idx="5657">
                  <c:v>6.5474537033878732E-2</c:v>
                </c:pt>
                <c:pt idx="5658">
                  <c:v>6.5486111110658385E-2</c:v>
                </c:pt>
                <c:pt idx="5659">
                  <c:v>6.549768518016208E-2</c:v>
                </c:pt>
                <c:pt idx="5660">
                  <c:v>6.5509259256941732E-2</c:v>
                </c:pt>
                <c:pt idx="5661">
                  <c:v>6.5520833333721384E-2</c:v>
                </c:pt>
                <c:pt idx="5662">
                  <c:v>6.5532407403225079E-2</c:v>
                </c:pt>
                <c:pt idx="5663">
                  <c:v>6.5543981480004732E-2</c:v>
                </c:pt>
                <c:pt idx="5664">
                  <c:v>6.5555555556784384E-2</c:v>
                </c:pt>
                <c:pt idx="5665">
                  <c:v>6.5567129626288079E-2</c:v>
                </c:pt>
                <c:pt idx="5666">
                  <c:v>6.5578703703067731E-2</c:v>
                </c:pt>
                <c:pt idx="5667">
                  <c:v>6.5590277772571426E-2</c:v>
                </c:pt>
                <c:pt idx="5668">
                  <c:v>6.5601851849351078E-2</c:v>
                </c:pt>
                <c:pt idx="5669">
                  <c:v>6.5613425926130731E-2</c:v>
                </c:pt>
                <c:pt idx="5670">
                  <c:v>6.5624999995634425E-2</c:v>
                </c:pt>
                <c:pt idx="5671">
                  <c:v>6.5636574072414078E-2</c:v>
                </c:pt>
                <c:pt idx="5672">
                  <c:v>6.564814814919373E-2</c:v>
                </c:pt>
                <c:pt idx="5673">
                  <c:v>6.5659722218697425E-2</c:v>
                </c:pt>
                <c:pt idx="5674">
                  <c:v>6.5671296295477077E-2</c:v>
                </c:pt>
                <c:pt idx="5675">
                  <c:v>6.5682870364980772E-2</c:v>
                </c:pt>
                <c:pt idx="5676">
                  <c:v>6.5694444441760425E-2</c:v>
                </c:pt>
                <c:pt idx="5677">
                  <c:v>6.5706018518540077E-2</c:v>
                </c:pt>
                <c:pt idx="5678">
                  <c:v>6.5717592588043772E-2</c:v>
                </c:pt>
                <c:pt idx="5679">
                  <c:v>6.5729166664823424E-2</c:v>
                </c:pt>
                <c:pt idx="5680">
                  <c:v>6.5740740741603076E-2</c:v>
                </c:pt>
                <c:pt idx="5681">
                  <c:v>6.5752314811106771E-2</c:v>
                </c:pt>
                <c:pt idx="5682">
                  <c:v>6.5763888887886424E-2</c:v>
                </c:pt>
                <c:pt idx="5683">
                  <c:v>6.5775462957390118E-2</c:v>
                </c:pt>
                <c:pt idx="5684">
                  <c:v>6.5787037034169771E-2</c:v>
                </c:pt>
                <c:pt idx="5685">
                  <c:v>6.5798611110949423E-2</c:v>
                </c:pt>
                <c:pt idx="5686">
                  <c:v>6.5810185180453118E-2</c:v>
                </c:pt>
                <c:pt idx="5687">
                  <c:v>6.582175925723277E-2</c:v>
                </c:pt>
                <c:pt idx="5688">
                  <c:v>6.5833333334012423E-2</c:v>
                </c:pt>
                <c:pt idx="5689">
                  <c:v>6.5844907403516117E-2</c:v>
                </c:pt>
                <c:pt idx="5690">
                  <c:v>6.585648148029577E-2</c:v>
                </c:pt>
                <c:pt idx="5691">
                  <c:v>6.5868055549799465E-2</c:v>
                </c:pt>
                <c:pt idx="5692">
                  <c:v>6.5879629626579117E-2</c:v>
                </c:pt>
                <c:pt idx="5693">
                  <c:v>6.5891203703358769E-2</c:v>
                </c:pt>
                <c:pt idx="5694">
                  <c:v>6.5902777772862464E-2</c:v>
                </c:pt>
                <c:pt idx="5695">
                  <c:v>6.5914351849642117E-2</c:v>
                </c:pt>
                <c:pt idx="5696">
                  <c:v>6.5925925926421769E-2</c:v>
                </c:pt>
                <c:pt idx="5697">
                  <c:v>6.5937499995925464E-2</c:v>
                </c:pt>
                <c:pt idx="5698">
                  <c:v>6.5949074072705116E-2</c:v>
                </c:pt>
                <c:pt idx="5699">
                  <c:v>6.5960648149484769E-2</c:v>
                </c:pt>
                <c:pt idx="5700">
                  <c:v>6.5972222218988463E-2</c:v>
                </c:pt>
                <c:pt idx="5701">
                  <c:v>6.5983796295768116E-2</c:v>
                </c:pt>
                <c:pt idx="5702">
                  <c:v>6.599537036527181E-2</c:v>
                </c:pt>
                <c:pt idx="5703">
                  <c:v>6.6006944442051463E-2</c:v>
                </c:pt>
                <c:pt idx="5704">
                  <c:v>6.6018518518831115E-2</c:v>
                </c:pt>
                <c:pt idx="5705">
                  <c:v>6.603009258833481E-2</c:v>
                </c:pt>
                <c:pt idx="5706">
                  <c:v>6.6041666665114462E-2</c:v>
                </c:pt>
                <c:pt idx="5707">
                  <c:v>6.6053240741894115E-2</c:v>
                </c:pt>
                <c:pt idx="5708">
                  <c:v>6.606481481139781E-2</c:v>
                </c:pt>
                <c:pt idx="5709">
                  <c:v>6.6076388888177462E-2</c:v>
                </c:pt>
                <c:pt idx="5710">
                  <c:v>6.6087962957681157E-2</c:v>
                </c:pt>
                <c:pt idx="5711">
                  <c:v>6.6099537034460809E-2</c:v>
                </c:pt>
                <c:pt idx="5712">
                  <c:v>6.6111111111240461E-2</c:v>
                </c:pt>
                <c:pt idx="5713">
                  <c:v>6.6122685180744156E-2</c:v>
                </c:pt>
                <c:pt idx="5714">
                  <c:v>6.6134259257523809E-2</c:v>
                </c:pt>
                <c:pt idx="5715">
                  <c:v>6.6145833334303461E-2</c:v>
                </c:pt>
                <c:pt idx="5716">
                  <c:v>6.6157407403807156E-2</c:v>
                </c:pt>
                <c:pt idx="5717">
                  <c:v>6.6168981480586808E-2</c:v>
                </c:pt>
                <c:pt idx="5718">
                  <c:v>6.6180555550090503E-2</c:v>
                </c:pt>
                <c:pt idx="5719">
                  <c:v>6.6192129626870155E-2</c:v>
                </c:pt>
                <c:pt idx="5720">
                  <c:v>6.6203703703649808E-2</c:v>
                </c:pt>
                <c:pt idx="5721">
                  <c:v>6.6215277773153502E-2</c:v>
                </c:pt>
                <c:pt idx="5722">
                  <c:v>6.6226851849933155E-2</c:v>
                </c:pt>
                <c:pt idx="5723">
                  <c:v>6.6238425926712807E-2</c:v>
                </c:pt>
                <c:pt idx="5724">
                  <c:v>6.6249999996216502E-2</c:v>
                </c:pt>
                <c:pt idx="5725">
                  <c:v>6.6261574072996154E-2</c:v>
                </c:pt>
                <c:pt idx="5726">
                  <c:v>6.6273148142499849E-2</c:v>
                </c:pt>
                <c:pt idx="5727">
                  <c:v>6.6284722219279502E-2</c:v>
                </c:pt>
                <c:pt idx="5728">
                  <c:v>6.6296296296059154E-2</c:v>
                </c:pt>
                <c:pt idx="5729">
                  <c:v>6.6307870365562849E-2</c:v>
                </c:pt>
                <c:pt idx="5730">
                  <c:v>6.6319444442342501E-2</c:v>
                </c:pt>
                <c:pt idx="5731">
                  <c:v>6.6331018519122154E-2</c:v>
                </c:pt>
                <c:pt idx="5732">
                  <c:v>6.6342592588625848E-2</c:v>
                </c:pt>
                <c:pt idx="5733">
                  <c:v>6.6354166665405501E-2</c:v>
                </c:pt>
                <c:pt idx="5734">
                  <c:v>6.6365740734909195E-2</c:v>
                </c:pt>
                <c:pt idx="5735">
                  <c:v>6.6377314811688848E-2</c:v>
                </c:pt>
                <c:pt idx="5736">
                  <c:v>6.63888888884685E-2</c:v>
                </c:pt>
                <c:pt idx="5737">
                  <c:v>6.6400462957972195E-2</c:v>
                </c:pt>
                <c:pt idx="5738">
                  <c:v>6.6412037034751847E-2</c:v>
                </c:pt>
                <c:pt idx="5739">
                  <c:v>6.64236111115315E-2</c:v>
                </c:pt>
                <c:pt idx="5740">
                  <c:v>6.6435185181035195E-2</c:v>
                </c:pt>
                <c:pt idx="5741">
                  <c:v>6.6446759257814847E-2</c:v>
                </c:pt>
                <c:pt idx="5742">
                  <c:v>6.6458333334594499E-2</c:v>
                </c:pt>
                <c:pt idx="5743">
                  <c:v>6.6469907404098194E-2</c:v>
                </c:pt>
                <c:pt idx="5744">
                  <c:v>6.6481481480877846E-2</c:v>
                </c:pt>
                <c:pt idx="5745">
                  <c:v>6.6493055550381541E-2</c:v>
                </c:pt>
                <c:pt idx="5746">
                  <c:v>6.6504629627161194E-2</c:v>
                </c:pt>
                <c:pt idx="5747">
                  <c:v>6.6516203703940846E-2</c:v>
                </c:pt>
                <c:pt idx="5748">
                  <c:v>6.6527777773444541E-2</c:v>
                </c:pt>
                <c:pt idx="5749">
                  <c:v>6.6539351850224193E-2</c:v>
                </c:pt>
                <c:pt idx="5750">
                  <c:v>6.6550925927003846E-2</c:v>
                </c:pt>
                <c:pt idx="5751">
                  <c:v>6.656249999650754E-2</c:v>
                </c:pt>
                <c:pt idx="5752">
                  <c:v>6.6574074073287193E-2</c:v>
                </c:pt>
                <c:pt idx="5753">
                  <c:v>6.6585648142790888E-2</c:v>
                </c:pt>
                <c:pt idx="5754">
                  <c:v>6.659722221957054E-2</c:v>
                </c:pt>
                <c:pt idx="5755">
                  <c:v>6.6608796296350192E-2</c:v>
                </c:pt>
                <c:pt idx="5756">
                  <c:v>6.6620370365853887E-2</c:v>
                </c:pt>
                <c:pt idx="5757">
                  <c:v>6.6631944442633539E-2</c:v>
                </c:pt>
                <c:pt idx="5758">
                  <c:v>6.6643518519413192E-2</c:v>
                </c:pt>
                <c:pt idx="5759">
                  <c:v>6.6655092588916887E-2</c:v>
                </c:pt>
                <c:pt idx="5760">
                  <c:v>6.6666666665696539E-2</c:v>
                </c:pt>
                <c:pt idx="5761">
                  <c:v>6.6678240735200234E-2</c:v>
                </c:pt>
                <c:pt idx="5762">
                  <c:v>6.6689814811979886E-2</c:v>
                </c:pt>
                <c:pt idx="5763">
                  <c:v>6.6701388888759539E-2</c:v>
                </c:pt>
                <c:pt idx="5764">
                  <c:v>6.6712962958263233E-2</c:v>
                </c:pt>
                <c:pt idx="5765">
                  <c:v>6.6724537035042886E-2</c:v>
                </c:pt>
                <c:pt idx="5766">
                  <c:v>6.6736111111822538E-2</c:v>
                </c:pt>
                <c:pt idx="5767">
                  <c:v>6.6747685181326233E-2</c:v>
                </c:pt>
                <c:pt idx="5768">
                  <c:v>6.6759259258105885E-2</c:v>
                </c:pt>
                <c:pt idx="5769">
                  <c:v>6.677083332760958E-2</c:v>
                </c:pt>
                <c:pt idx="5770">
                  <c:v>6.6782407404389232E-2</c:v>
                </c:pt>
                <c:pt idx="5771">
                  <c:v>6.6793981481168885E-2</c:v>
                </c:pt>
                <c:pt idx="5772">
                  <c:v>6.680555555067258E-2</c:v>
                </c:pt>
                <c:pt idx="5773">
                  <c:v>6.6817129627452232E-2</c:v>
                </c:pt>
                <c:pt idx="5774">
                  <c:v>6.6828703704231884E-2</c:v>
                </c:pt>
                <c:pt idx="5775">
                  <c:v>6.6840277773735579E-2</c:v>
                </c:pt>
                <c:pt idx="5776">
                  <c:v>6.6851851850515231E-2</c:v>
                </c:pt>
                <c:pt idx="5777">
                  <c:v>6.6863425920018926E-2</c:v>
                </c:pt>
                <c:pt idx="5778">
                  <c:v>6.6874999996798579E-2</c:v>
                </c:pt>
                <c:pt idx="5779">
                  <c:v>6.6886574073578231E-2</c:v>
                </c:pt>
                <c:pt idx="5780">
                  <c:v>6.6898148143081926E-2</c:v>
                </c:pt>
                <c:pt idx="5781">
                  <c:v>6.6909722219861578E-2</c:v>
                </c:pt>
                <c:pt idx="5782">
                  <c:v>6.6921296296641231E-2</c:v>
                </c:pt>
                <c:pt idx="5783">
                  <c:v>6.6932870366144925E-2</c:v>
                </c:pt>
                <c:pt idx="5784">
                  <c:v>6.6944444442924578E-2</c:v>
                </c:pt>
                <c:pt idx="5785">
                  <c:v>6.695601851970423E-2</c:v>
                </c:pt>
                <c:pt idx="5786">
                  <c:v>6.6967592589207925E-2</c:v>
                </c:pt>
                <c:pt idx="5787">
                  <c:v>6.6979166665987577E-2</c:v>
                </c:pt>
                <c:pt idx="5788">
                  <c:v>6.6990740735491272E-2</c:v>
                </c:pt>
                <c:pt idx="5789">
                  <c:v>6.7002314812270924E-2</c:v>
                </c:pt>
                <c:pt idx="5790">
                  <c:v>6.7013888889050577E-2</c:v>
                </c:pt>
                <c:pt idx="5791">
                  <c:v>6.7025462958554272E-2</c:v>
                </c:pt>
                <c:pt idx="5792">
                  <c:v>6.7037037035333924E-2</c:v>
                </c:pt>
                <c:pt idx="5793">
                  <c:v>6.7048611112113576E-2</c:v>
                </c:pt>
                <c:pt idx="5794">
                  <c:v>6.7060185181617271E-2</c:v>
                </c:pt>
                <c:pt idx="5795">
                  <c:v>6.7071759258396924E-2</c:v>
                </c:pt>
                <c:pt idx="5796">
                  <c:v>6.7083333327900618E-2</c:v>
                </c:pt>
                <c:pt idx="5797">
                  <c:v>6.7094907404680271E-2</c:v>
                </c:pt>
                <c:pt idx="5798">
                  <c:v>6.7106481481459923E-2</c:v>
                </c:pt>
                <c:pt idx="5799">
                  <c:v>6.7118055550963618E-2</c:v>
                </c:pt>
                <c:pt idx="5800">
                  <c:v>6.712962962774327E-2</c:v>
                </c:pt>
                <c:pt idx="5801">
                  <c:v>6.7141203704522923E-2</c:v>
                </c:pt>
                <c:pt idx="5802">
                  <c:v>6.7152777774026617E-2</c:v>
                </c:pt>
                <c:pt idx="5803">
                  <c:v>6.716435185080627E-2</c:v>
                </c:pt>
                <c:pt idx="5804">
                  <c:v>6.7175925920309965E-2</c:v>
                </c:pt>
                <c:pt idx="5805">
                  <c:v>6.7187499997089617E-2</c:v>
                </c:pt>
                <c:pt idx="5806">
                  <c:v>6.7199074073869269E-2</c:v>
                </c:pt>
                <c:pt idx="5807">
                  <c:v>6.7210648143372964E-2</c:v>
                </c:pt>
                <c:pt idx="5808">
                  <c:v>6.7222222220152617E-2</c:v>
                </c:pt>
                <c:pt idx="5809">
                  <c:v>6.7233796296932269E-2</c:v>
                </c:pt>
                <c:pt idx="5810">
                  <c:v>6.7245370366435964E-2</c:v>
                </c:pt>
                <c:pt idx="5811">
                  <c:v>6.7256944443215616E-2</c:v>
                </c:pt>
                <c:pt idx="5812">
                  <c:v>6.7268518512719311E-2</c:v>
                </c:pt>
                <c:pt idx="5813">
                  <c:v>6.7280092589498963E-2</c:v>
                </c:pt>
                <c:pt idx="5814">
                  <c:v>6.7291666666278616E-2</c:v>
                </c:pt>
                <c:pt idx="5815">
                  <c:v>6.730324073578231E-2</c:v>
                </c:pt>
                <c:pt idx="5816">
                  <c:v>6.7314814812561963E-2</c:v>
                </c:pt>
                <c:pt idx="5817">
                  <c:v>6.7326388889341615E-2</c:v>
                </c:pt>
                <c:pt idx="5818">
                  <c:v>6.733796295884531E-2</c:v>
                </c:pt>
                <c:pt idx="5819">
                  <c:v>6.7349537035624962E-2</c:v>
                </c:pt>
                <c:pt idx="5820">
                  <c:v>6.7361111112404615E-2</c:v>
                </c:pt>
                <c:pt idx="5821">
                  <c:v>6.7372685181908309E-2</c:v>
                </c:pt>
                <c:pt idx="5822">
                  <c:v>6.7384259258687962E-2</c:v>
                </c:pt>
                <c:pt idx="5823">
                  <c:v>6.7395833328191657E-2</c:v>
                </c:pt>
                <c:pt idx="5824">
                  <c:v>6.7407407404971309E-2</c:v>
                </c:pt>
                <c:pt idx="5825">
                  <c:v>6.7418981481750961E-2</c:v>
                </c:pt>
                <c:pt idx="5826">
                  <c:v>6.7430555551254656E-2</c:v>
                </c:pt>
                <c:pt idx="5827">
                  <c:v>6.7442129628034309E-2</c:v>
                </c:pt>
                <c:pt idx="5828">
                  <c:v>6.7453703704813961E-2</c:v>
                </c:pt>
                <c:pt idx="5829">
                  <c:v>6.7465277774317656E-2</c:v>
                </c:pt>
                <c:pt idx="5830">
                  <c:v>6.7476851851097308E-2</c:v>
                </c:pt>
                <c:pt idx="5831">
                  <c:v>6.7488425920601003E-2</c:v>
                </c:pt>
                <c:pt idx="5832">
                  <c:v>6.7499999997380655E-2</c:v>
                </c:pt>
                <c:pt idx="5833">
                  <c:v>6.7511574074160308E-2</c:v>
                </c:pt>
                <c:pt idx="5834">
                  <c:v>6.7523148143664002E-2</c:v>
                </c:pt>
                <c:pt idx="5835">
                  <c:v>6.7534722220443655E-2</c:v>
                </c:pt>
                <c:pt idx="5836">
                  <c:v>6.7546296297223307E-2</c:v>
                </c:pt>
                <c:pt idx="5837">
                  <c:v>6.7557870366727002E-2</c:v>
                </c:pt>
                <c:pt idx="5838">
                  <c:v>6.7569444443506654E-2</c:v>
                </c:pt>
                <c:pt idx="5839">
                  <c:v>6.7581018513010349E-2</c:v>
                </c:pt>
                <c:pt idx="5840">
                  <c:v>6.7592592589790002E-2</c:v>
                </c:pt>
                <c:pt idx="5841">
                  <c:v>6.7604166666569654E-2</c:v>
                </c:pt>
                <c:pt idx="5842">
                  <c:v>6.7615740736073349E-2</c:v>
                </c:pt>
                <c:pt idx="5843">
                  <c:v>6.7627314812853001E-2</c:v>
                </c:pt>
                <c:pt idx="5844">
                  <c:v>6.7638888889632653E-2</c:v>
                </c:pt>
                <c:pt idx="5845">
                  <c:v>6.7650462959136348E-2</c:v>
                </c:pt>
                <c:pt idx="5846">
                  <c:v>6.7662037035916001E-2</c:v>
                </c:pt>
                <c:pt idx="5847">
                  <c:v>6.7673611105419695E-2</c:v>
                </c:pt>
                <c:pt idx="5848">
                  <c:v>6.7685185182199348E-2</c:v>
                </c:pt>
                <c:pt idx="5849">
                  <c:v>6.7696759258979E-2</c:v>
                </c:pt>
                <c:pt idx="5850">
                  <c:v>6.7708333328482695E-2</c:v>
                </c:pt>
                <c:pt idx="5851">
                  <c:v>6.7719907405262347E-2</c:v>
                </c:pt>
                <c:pt idx="5852">
                  <c:v>6.7731481482042E-2</c:v>
                </c:pt>
                <c:pt idx="5853">
                  <c:v>6.7743055551545694E-2</c:v>
                </c:pt>
                <c:pt idx="5854">
                  <c:v>6.7754629628325347E-2</c:v>
                </c:pt>
                <c:pt idx="5855">
                  <c:v>6.7766203697829042E-2</c:v>
                </c:pt>
                <c:pt idx="5856">
                  <c:v>6.7777777774608694E-2</c:v>
                </c:pt>
                <c:pt idx="5857">
                  <c:v>6.7789351851388346E-2</c:v>
                </c:pt>
                <c:pt idx="5858">
                  <c:v>6.7800925920892041E-2</c:v>
                </c:pt>
                <c:pt idx="5859">
                  <c:v>6.7812499997671694E-2</c:v>
                </c:pt>
                <c:pt idx="5860">
                  <c:v>6.7824074074451346E-2</c:v>
                </c:pt>
                <c:pt idx="5861">
                  <c:v>6.7835648143955041E-2</c:v>
                </c:pt>
                <c:pt idx="5862">
                  <c:v>6.7847222220734693E-2</c:v>
                </c:pt>
                <c:pt idx="5863">
                  <c:v>6.7858796297514345E-2</c:v>
                </c:pt>
                <c:pt idx="5864">
                  <c:v>6.787037036701804E-2</c:v>
                </c:pt>
                <c:pt idx="5865">
                  <c:v>6.7881944443797693E-2</c:v>
                </c:pt>
                <c:pt idx="5866">
                  <c:v>6.7893518513301387E-2</c:v>
                </c:pt>
                <c:pt idx="5867">
                  <c:v>6.790509259008104E-2</c:v>
                </c:pt>
                <c:pt idx="5868">
                  <c:v>6.7916666666860692E-2</c:v>
                </c:pt>
                <c:pt idx="5869">
                  <c:v>6.7928240736364387E-2</c:v>
                </c:pt>
                <c:pt idx="5870">
                  <c:v>6.7939814813144039E-2</c:v>
                </c:pt>
                <c:pt idx="5871">
                  <c:v>6.7951388889923692E-2</c:v>
                </c:pt>
                <c:pt idx="5872">
                  <c:v>6.7962962959427387E-2</c:v>
                </c:pt>
                <c:pt idx="5873">
                  <c:v>6.7974537036207039E-2</c:v>
                </c:pt>
                <c:pt idx="5874">
                  <c:v>6.7986111105710734E-2</c:v>
                </c:pt>
                <c:pt idx="5875">
                  <c:v>6.7997685182490386E-2</c:v>
                </c:pt>
                <c:pt idx="5876">
                  <c:v>6.8009259259270038E-2</c:v>
                </c:pt>
                <c:pt idx="5877">
                  <c:v>6.8020833328773733E-2</c:v>
                </c:pt>
                <c:pt idx="5878">
                  <c:v>6.8032407405553386E-2</c:v>
                </c:pt>
                <c:pt idx="5879">
                  <c:v>6.8043981482333038E-2</c:v>
                </c:pt>
                <c:pt idx="5880">
                  <c:v>6.8055555551836733E-2</c:v>
                </c:pt>
                <c:pt idx="5881">
                  <c:v>6.8067129628616385E-2</c:v>
                </c:pt>
                <c:pt idx="5882">
                  <c:v>6.807870369812008E-2</c:v>
                </c:pt>
                <c:pt idx="5883">
                  <c:v>6.8090277774899732E-2</c:v>
                </c:pt>
                <c:pt idx="5884">
                  <c:v>6.8101851851679385E-2</c:v>
                </c:pt>
                <c:pt idx="5885">
                  <c:v>6.8113425921183079E-2</c:v>
                </c:pt>
                <c:pt idx="5886">
                  <c:v>6.8124999997962732E-2</c:v>
                </c:pt>
                <c:pt idx="5887">
                  <c:v>6.8136574074742384E-2</c:v>
                </c:pt>
                <c:pt idx="5888">
                  <c:v>6.8148148144246079E-2</c:v>
                </c:pt>
                <c:pt idx="5889">
                  <c:v>6.8159722221025731E-2</c:v>
                </c:pt>
                <c:pt idx="5890">
                  <c:v>6.8171296290529426E-2</c:v>
                </c:pt>
                <c:pt idx="5891">
                  <c:v>6.8182870367309079E-2</c:v>
                </c:pt>
                <c:pt idx="5892">
                  <c:v>6.8194444444088731E-2</c:v>
                </c:pt>
                <c:pt idx="5893">
                  <c:v>6.8206018513592426E-2</c:v>
                </c:pt>
                <c:pt idx="5894">
                  <c:v>6.8217592590372078E-2</c:v>
                </c:pt>
                <c:pt idx="5895">
                  <c:v>6.8229166667151731E-2</c:v>
                </c:pt>
                <c:pt idx="5896">
                  <c:v>6.8240740736655425E-2</c:v>
                </c:pt>
                <c:pt idx="5897">
                  <c:v>6.8252314813435078E-2</c:v>
                </c:pt>
                <c:pt idx="5898">
                  <c:v>6.826388889021473E-2</c:v>
                </c:pt>
                <c:pt idx="5899">
                  <c:v>6.8275462959718425E-2</c:v>
                </c:pt>
                <c:pt idx="5900">
                  <c:v>6.8287037036498077E-2</c:v>
                </c:pt>
                <c:pt idx="5901">
                  <c:v>6.8298611106001772E-2</c:v>
                </c:pt>
                <c:pt idx="5902">
                  <c:v>6.8310185182781424E-2</c:v>
                </c:pt>
                <c:pt idx="5903">
                  <c:v>6.8321759259561077E-2</c:v>
                </c:pt>
                <c:pt idx="5904">
                  <c:v>6.8333333329064772E-2</c:v>
                </c:pt>
                <c:pt idx="5905">
                  <c:v>6.8344907405844424E-2</c:v>
                </c:pt>
                <c:pt idx="5906">
                  <c:v>6.8356481482624076E-2</c:v>
                </c:pt>
                <c:pt idx="5907">
                  <c:v>6.8368055552127771E-2</c:v>
                </c:pt>
                <c:pt idx="5908">
                  <c:v>6.8379629628907423E-2</c:v>
                </c:pt>
                <c:pt idx="5909">
                  <c:v>6.8391203698411118E-2</c:v>
                </c:pt>
                <c:pt idx="5910">
                  <c:v>6.8402777775190771E-2</c:v>
                </c:pt>
                <c:pt idx="5911">
                  <c:v>6.8414351851970423E-2</c:v>
                </c:pt>
                <c:pt idx="5912">
                  <c:v>6.8425925921474118E-2</c:v>
                </c:pt>
                <c:pt idx="5913">
                  <c:v>6.843749999825377E-2</c:v>
                </c:pt>
                <c:pt idx="5914">
                  <c:v>6.8449074075033423E-2</c:v>
                </c:pt>
                <c:pt idx="5915">
                  <c:v>6.8460648144537117E-2</c:v>
                </c:pt>
                <c:pt idx="5916">
                  <c:v>6.847222222131677E-2</c:v>
                </c:pt>
                <c:pt idx="5917">
                  <c:v>6.8483796290820464E-2</c:v>
                </c:pt>
                <c:pt idx="5918">
                  <c:v>6.8495370367600117E-2</c:v>
                </c:pt>
                <c:pt idx="5919">
                  <c:v>6.8506944444379769E-2</c:v>
                </c:pt>
                <c:pt idx="5920">
                  <c:v>6.8518518513883464E-2</c:v>
                </c:pt>
                <c:pt idx="5921">
                  <c:v>6.8530092590663116E-2</c:v>
                </c:pt>
                <c:pt idx="5922">
                  <c:v>6.8541666667442769E-2</c:v>
                </c:pt>
                <c:pt idx="5923">
                  <c:v>6.8553240736946464E-2</c:v>
                </c:pt>
                <c:pt idx="5924">
                  <c:v>6.8564814813726116E-2</c:v>
                </c:pt>
                <c:pt idx="5925">
                  <c:v>6.8576388883229811E-2</c:v>
                </c:pt>
                <c:pt idx="5926">
                  <c:v>6.8587962960009463E-2</c:v>
                </c:pt>
                <c:pt idx="5927">
                  <c:v>6.8599537036789116E-2</c:v>
                </c:pt>
                <c:pt idx="5928">
                  <c:v>6.861111110629281E-2</c:v>
                </c:pt>
                <c:pt idx="5929">
                  <c:v>6.8622685183072463E-2</c:v>
                </c:pt>
                <c:pt idx="5930">
                  <c:v>6.8634259259852115E-2</c:v>
                </c:pt>
                <c:pt idx="5931">
                  <c:v>6.864583332935581E-2</c:v>
                </c:pt>
                <c:pt idx="5932">
                  <c:v>6.8657407406135462E-2</c:v>
                </c:pt>
                <c:pt idx="5933">
                  <c:v>6.8668981475639157E-2</c:v>
                </c:pt>
                <c:pt idx="5934">
                  <c:v>6.8680555552418809E-2</c:v>
                </c:pt>
                <c:pt idx="5935">
                  <c:v>6.8692129629198462E-2</c:v>
                </c:pt>
                <c:pt idx="5936">
                  <c:v>6.8703703698702157E-2</c:v>
                </c:pt>
                <c:pt idx="5937">
                  <c:v>6.8715277775481809E-2</c:v>
                </c:pt>
                <c:pt idx="5938">
                  <c:v>6.8726851852261461E-2</c:v>
                </c:pt>
                <c:pt idx="5939">
                  <c:v>6.8738425921765156E-2</c:v>
                </c:pt>
                <c:pt idx="5940">
                  <c:v>6.8749999998544808E-2</c:v>
                </c:pt>
                <c:pt idx="5941">
                  <c:v>6.8761574075324461E-2</c:v>
                </c:pt>
                <c:pt idx="5942">
                  <c:v>6.8773148144828156E-2</c:v>
                </c:pt>
                <c:pt idx="5943">
                  <c:v>6.8784722221607808E-2</c:v>
                </c:pt>
                <c:pt idx="5944">
                  <c:v>6.8796296291111503E-2</c:v>
                </c:pt>
                <c:pt idx="5945">
                  <c:v>6.8807870367891155E-2</c:v>
                </c:pt>
                <c:pt idx="5946">
                  <c:v>6.8819444444670808E-2</c:v>
                </c:pt>
                <c:pt idx="5947">
                  <c:v>6.8831018514174502E-2</c:v>
                </c:pt>
                <c:pt idx="5948">
                  <c:v>6.8842592590954155E-2</c:v>
                </c:pt>
                <c:pt idx="5949">
                  <c:v>6.8854166667733807E-2</c:v>
                </c:pt>
                <c:pt idx="5950">
                  <c:v>6.8865740737237502E-2</c:v>
                </c:pt>
                <c:pt idx="5951">
                  <c:v>6.8877314814017154E-2</c:v>
                </c:pt>
                <c:pt idx="5952">
                  <c:v>6.8888888883520849E-2</c:v>
                </c:pt>
                <c:pt idx="5953">
                  <c:v>6.8900462960300501E-2</c:v>
                </c:pt>
                <c:pt idx="5954">
                  <c:v>6.8912037037080154E-2</c:v>
                </c:pt>
                <c:pt idx="5955">
                  <c:v>6.8923611106583849E-2</c:v>
                </c:pt>
                <c:pt idx="5956">
                  <c:v>6.8935185183363501E-2</c:v>
                </c:pt>
                <c:pt idx="5957">
                  <c:v>6.8946759260143153E-2</c:v>
                </c:pt>
                <c:pt idx="5958">
                  <c:v>6.8958333329646848E-2</c:v>
                </c:pt>
                <c:pt idx="5959">
                  <c:v>6.8969907406426501E-2</c:v>
                </c:pt>
                <c:pt idx="5960">
                  <c:v>6.8981481475930195E-2</c:v>
                </c:pt>
                <c:pt idx="5961">
                  <c:v>6.8993055552709848E-2</c:v>
                </c:pt>
                <c:pt idx="5962">
                  <c:v>6.90046296294895E-2</c:v>
                </c:pt>
                <c:pt idx="5963">
                  <c:v>6.9016203698993195E-2</c:v>
                </c:pt>
                <c:pt idx="5964">
                  <c:v>6.9027777775772847E-2</c:v>
                </c:pt>
                <c:pt idx="5965">
                  <c:v>6.90393518525525E-2</c:v>
                </c:pt>
                <c:pt idx="5966">
                  <c:v>6.9050925922056194E-2</c:v>
                </c:pt>
                <c:pt idx="5967">
                  <c:v>6.9062499998835847E-2</c:v>
                </c:pt>
                <c:pt idx="5968">
                  <c:v>6.9074074068339542E-2</c:v>
                </c:pt>
                <c:pt idx="5969">
                  <c:v>6.9085648145119194E-2</c:v>
                </c:pt>
                <c:pt idx="5970">
                  <c:v>6.9097222221898846E-2</c:v>
                </c:pt>
                <c:pt idx="5971">
                  <c:v>6.9108796291402541E-2</c:v>
                </c:pt>
                <c:pt idx="5972">
                  <c:v>6.9120370368182193E-2</c:v>
                </c:pt>
                <c:pt idx="5973">
                  <c:v>6.9131944444961846E-2</c:v>
                </c:pt>
                <c:pt idx="5974">
                  <c:v>6.9143518514465541E-2</c:v>
                </c:pt>
                <c:pt idx="5975">
                  <c:v>6.9155092591245193E-2</c:v>
                </c:pt>
                <c:pt idx="5976">
                  <c:v>6.9166666660748888E-2</c:v>
                </c:pt>
                <c:pt idx="5977">
                  <c:v>6.917824073752854E-2</c:v>
                </c:pt>
                <c:pt idx="5978">
                  <c:v>6.9189814814308193E-2</c:v>
                </c:pt>
                <c:pt idx="5979">
                  <c:v>6.9201388883811887E-2</c:v>
                </c:pt>
                <c:pt idx="5980">
                  <c:v>6.921296296059154E-2</c:v>
                </c:pt>
                <c:pt idx="5981">
                  <c:v>6.9224537037371192E-2</c:v>
                </c:pt>
                <c:pt idx="5982">
                  <c:v>6.9236111106874887E-2</c:v>
                </c:pt>
                <c:pt idx="5983">
                  <c:v>6.9247685183654539E-2</c:v>
                </c:pt>
                <c:pt idx="5984">
                  <c:v>6.9259259260434192E-2</c:v>
                </c:pt>
                <c:pt idx="5985">
                  <c:v>6.9270833329937886E-2</c:v>
                </c:pt>
                <c:pt idx="5986">
                  <c:v>6.9282407406717539E-2</c:v>
                </c:pt>
                <c:pt idx="5987">
                  <c:v>6.9293981476221234E-2</c:v>
                </c:pt>
                <c:pt idx="5988">
                  <c:v>6.9305555553000886E-2</c:v>
                </c:pt>
                <c:pt idx="5989">
                  <c:v>6.9317129629780538E-2</c:v>
                </c:pt>
                <c:pt idx="5990">
                  <c:v>6.9328703699284233E-2</c:v>
                </c:pt>
                <c:pt idx="5991">
                  <c:v>6.9340277776063886E-2</c:v>
                </c:pt>
                <c:pt idx="5992">
                  <c:v>6.9351851852843538E-2</c:v>
                </c:pt>
                <c:pt idx="5993">
                  <c:v>6.9363425922347233E-2</c:v>
                </c:pt>
                <c:pt idx="5994">
                  <c:v>6.9374999999126885E-2</c:v>
                </c:pt>
                <c:pt idx="5995">
                  <c:v>6.938657406863058E-2</c:v>
                </c:pt>
                <c:pt idx="5996">
                  <c:v>6.9398148145410232E-2</c:v>
                </c:pt>
                <c:pt idx="5997">
                  <c:v>6.9409722222189885E-2</c:v>
                </c:pt>
                <c:pt idx="5998">
                  <c:v>6.9421296291693579E-2</c:v>
                </c:pt>
                <c:pt idx="5999">
                  <c:v>6.9432870368473232E-2</c:v>
                </c:pt>
                <c:pt idx="6000">
                  <c:v>6.9444444445252884E-2</c:v>
                </c:pt>
                <c:pt idx="6001">
                  <c:v>6.9456018514756579E-2</c:v>
                </c:pt>
                <c:pt idx="6002">
                  <c:v>6.9467592591536231E-2</c:v>
                </c:pt>
                <c:pt idx="6003">
                  <c:v>6.9479166661039926E-2</c:v>
                </c:pt>
                <c:pt idx="6004">
                  <c:v>6.9490740737819578E-2</c:v>
                </c:pt>
                <c:pt idx="6005">
                  <c:v>6.9502314814599231E-2</c:v>
                </c:pt>
                <c:pt idx="6006">
                  <c:v>6.9513888884102926E-2</c:v>
                </c:pt>
                <c:pt idx="6007">
                  <c:v>6.9525462960882578E-2</c:v>
                </c:pt>
                <c:pt idx="6008">
                  <c:v>6.953703703766223E-2</c:v>
                </c:pt>
                <c:pt idx="6009">
                  <c:v>6.9548611107165925E-2</c:v>
                </c:pt>
                <c:pt idx="6010">
                  <c:v>6.9560185183945578E-2</c:v>
                </c:pt>
                <c:pt idx="6011">
                  <c:v>6.9571759253449272E-2</c:v>
                </c:pt>
                <c:pt idx="6012">
                  <c:v>6.9583333330228925E-2</c:v>
                </c:pt>
                <c:pt idx="6013">
                  <c:v>6.9594907407008577E-2</c:v>
                </c:pt>
                <c:pt idx="6014">
                  <c:v>6.9606481476512272E-2</c:v>
                </c:pt>
                <c:pt idx="6015">
                  <c:v>6.9618055553291924E-2</c:v>
                </c:pt>
                <c:pt idx="6016">
                  <c:v>6.9629629630071577E-2</c:v>
                </c:pt>
                <c:pt idx="6017">
                  <c:v>6.9641203699575271E-2</c:v>
                </c:pt>
                <c:pt idx="6018">
                  <c:v>6.9652777776354924E-2</c:v>
                </c:pt>
                <c:pt idx="6019">
                  <c:v>6.9664351853134576E-2</c:v>
                </c:pt>
                <c:pt idx="6020">
                  <c:v>6.9675925922638271E-2</c:v>
                </c:pt>
                <c:pt idx="6021">
                  <c:v>6.9687499999417923E-2</c:v>
                </c:pt>
                <c:pt idx="6022">
                  <c:v>6.9699074068921618E-2</c:v>
                </c:pt>
                <c:pt idx="6023">
                  <c:v>6.9710648145701271E-2</c:v>
                </c:pt>
                <c:pt idx="6024">
                  <c:v>6.9722222222480923E-2</c:v>
                </c:pt>
                <c:pt idx="6025">
                  <c:v>6.9733796291984618E-2</c:v>
                </c:pt>
                <c:pt idx="6026">
                  <c:v>6.974537036876427E-2</c:v>
                </c:pt>
                <c:pt idx="6027">
                  <c:v>6.9756944445543922E-2</c:v>
                </c:pt>
                <c:pt idx="6028">
                  <c:v>6.9768518515047617E-2</c:v>
                </c:pt>
                <c:pt idx="6029">
                  <c:v>6.978009259182727E-2</c:v>
                </c:pt>
                <c:pt idx="6030">
                  <c:v>6.9791666661330964E-2</c:v>
                </c:pt>
                <c:pt idx="6031">
                  <c:v>6.9803240738110617E-2</c:v>
                </c:pt>
                <c:pt idx="6032">
                  <c:v>6.9814814814890269E-2</c:v>
                </c:pt>
                <c:pt idx="6033">
                  <c:v>6.9826388884393964E-2</c:v>
                </c:pt>
                <c:pt idx="6034">
                  <c:v>6.9837962961173616E-2</c:v>
                </c:pt>
                <c:pt idx="6035">
                  <c:v>6.9849537037953269E-2</c:v>
                </c:pt>
                <c:pt idx="6036">
                  <c:v>6.9861111107456964E-2</c:v>
                </c:pt>
                <c:pt idx="6037">
                  <c:v>6.9872685184236616E-2</c:v>
                </c:pt>
                <c:pt idx="6038">
                  <c:v>6.9884259253740311E-2</c:v>
                </c:pt>
                <c:pt idx="6039">
                  <c:v>6.9895833330519963E-2</c:v>
                </c:pt>
                <c:pt idx="6040">
                  <c:v>6.9907407407299615E-2</c:v>
                </c:pt>
                <c:pt idx="6041">
                  <c:v>6.991898147680331E-2</c:v>
                </c:pt>
                <c:pt idx="6042">
                  <c:v>6.9930555553582963E-2</c:v>
                </c:pt>
                <c:pt idx="6043">
                  <c:v>6.9942129630362615E-2</c:v>
                </c:pt>
                <c:pt idx="6044">
                  <c:v>6.995370369986631E-2</c:v>
                </c:pt>
                <c:pt idx="6045">
                  <c:v>6.9965277776645962E-2</c:v>
                </c:pt>
                <c:pt idx="6046">
                  <c:v>6.9976851846149657E-2</c:v>
                </c:pt>
                <c:pt idx="6047">
                  <c:v>6.9988425922929309E-2</c:v>
                </c:pt>
                <c:pt idx="6048">
                  <c:v>6.9999999999708962E-2</c:v>
                </c:pt>
                <c:pt idx="6049">
                  <c:v>7.0011574069212656E-2</c:v>
                </c:pt>
                <c:pt idx="6050">
                  <c:v>7.0023148145992309E-2</c:v>
                </c:pt>
                <c:pt idx="6051">
                  <c:v>7.0034722222771961E-2</c:v>
                </c:pt>
                <c:pt idx="6052">
                  <c:v>7.0046296292275656E-2</c:v>
                </c:pt>
                <c:pt idx="6053">
                  <c:v>7.0057870369055308E-2</c:v>
                </c:pt>
                <c:pt idx="6054">
                  <c:v>7.0069444438559003E-2</c:v>
                </c:pt>
                <c:pt idx="6055">
                  <c:v>7.0081018515338656E-2</c:v>
                </c:pt>
                <c:pt idx="6056">
                  <c:v>7.0092592592118308E-2</c:v>
                </c:pt>
                <c:pt idx="6057">
                  <c:v>7.0104166661622003E-2</c:v>
                </c:pt>
                <c:pt idx="6058">
                  <c:v>7.0115740738401655E-2</c:v>
                </c:pt>
                <c:pt idx="6059">
                  <c:v>7.0127314815181307E-2</c:v>
                </c:pt>
                <c:pt idx="6060">
                  <c:v>7.0138888884685002E-2</c:v>
                </c:pt>
                <c:pt idx="6061">
                  <c:v>7.0150462961464655E-2</c:v>
                </c:pt>
                <c:pt idx="6062">
                  <c:v>7.0162037038244307E-2</c:v>
                </c:pt>
                <c:pt idx="6063">
                  <c:v>7.0173611107748002E-2</c:v>
                </c:pt>
                <c:pt idx="6064">
                  <c:v>7.0185185184527654E-2</c:v>
                </c:pt>
                <c:pt idx="6065">
                  <c:v>7.0196759254031349E-2</c:v>
                </c:pt>
                <c:pt idx="6066">
                  <c:v>7.0208333330811001E-2</c:v>
                </c:pt>
                <c:pt idx="6067">
                  <c:v>7.0219907407590654E-2</c:v>
                </c:pt>
                <c:pt idx="6068">
                  <c:v>7.0231481477094349E-2</c:v>
                </c:pt>
                <c:pt idx="6069">
                  <c:v>7.0243055553874001E-2</c:v>
                </c:pt>
                <c:pt idx="6070">
                  <c:v>7.0254629630653653E-2</c:v>
                </c:pt>
                <c:pt idx="6071">
                  <c:v>7.0266203700157348E-2</c:v>
                </c:pt>
                <c:pt idx="6072">
                  <c:v>7.0277777776937E-2</c:v>
                </c:pt>
                <c:pt idx="6073">
                  <c:v>7.0289351846440695E-2</c:v>
                </c:pt>
                <c:pt idx="6074">
                  <c:v>7.0300925923220348E-2</c:v>
                </c:pt>
                <c:pt idx="6075">
                  <c:v>7.03125E-2</c:v>
                </c:pt>
                <c:pt idx="6076">
                  <c:v>7.0324074069503695E-2</c:v>
                </c:pt>
                <c:pt idx="6077">
                  <c:v>7.0335648146283347E-2</c:v>
                </c:pt>
                <c:pt idx="6078">
                  <c:v>7.0347222223063E-2</c:v>
                </c:pt>
                <c:pt idx="6079">
                  <c:v>7.0358796292566694E-2</c:v>
                </c:pt>
                <c:pt idx="6080">
                  <c:v>7.0370370369346347E-2</c:v>
                </c:pt>
                <c:pt idx="6081">
                  <c:v>7.0381944438850041E-2</c:v>
                </c:pt>
                <c:pt idx="6082">
                  <c:v>7.0393518515629694E-2</c:v>
                </c:pt>
                <c:pt idx="6083">
                  <c:v>7.0405092592409346E-2</c:v>
                </c:pt>
                <c:pt idx="6084">
                  <c:v>7.0416666661913041E-2</c:v>
                </c:pt>
                <c:pt idx="6085">
                  <c:v>7.0428240738692693E-2</c:v>
                </c:pt>
                <c:pt idx="6086">
                  <c:v>7.0439814815472346E-2</c:v>
                </c:pt>
                <c:pt idx="6087">
                  <c:v>7.0451388884976041E-2</c:v>
                </c:pt>
                <c:pt idx="6088">
                  <c:v>7.0462962961755693E-2</c:v>
                </c:pt>
                <c:pt idx="6089">
                  <c:v>7.0474537031259388E-2</c:v>
                </c:pt>
                <c:pt idx="6090">
                  <c:v>7.048611110803904E-2</c:v>
                </c:pt>
                <c:pt idx="6091">
                  <c:v>7.0497685184818693E-2</c:v>
                </c:pt>
                <c:pt idx="6092">
                  <c:v>7.0509259254322387E-2</c:v>
                </c:pt>
                <c:pt idx="6093">
                  <c:v>7.052083333110204E-2</c:v>
                </c:pt>
                <c:pt idx="6094">
                  <c:v>7.0532407407881692E-2</c:v>
                </c:pt>
                <c:pt idx="6095">
                  <c:v>7.0543981477385387E-2</c:v>
                </c:pt>
                <c:pt idx="6096">
                  <c:v>7.0555555554165039E-2</c:v>
                </c:pt>
                <c:pt idx="6097">
                  <c:v>7.0567129630944692E-2</c:v>
                </c:pt>
                <c:pt idx="6098">
                  <c:v>7.0578703700448386E-2</c:v>
                </c:pt>
                <c:pt idx="6099">
                  <c:v>7.0590277777228039E-2</c:v>
                </c:pt>
                <c:pt idx="6100">
                  <c:v>7.0601851846731734E-2</c:v>
                </c:pt>
                <c:pt idx="6101">
                  <c:v>7.0613425923511386E-2</c:v>
                </c:pt>
                <c:pt idx="6102">
                  <c:v>7.0625000000291038E-2</c:v>
                </c:pt>
                <c:pt idx="6103">
                  <c:v>7.0636574069794733E-2</c:v>
                </c:pt>
                <c:pt idx="6104">
                  <c:v>7.0648148146574385E-2</c:v>
                </c:pt>
                <c:pt idx="6105">
                  <c:v>7.0659722223354038E-2</c:v>
                </c:pt>
                <c:pt idx="6106">
                  <c:v>7.0671296292857733E-2</c:v>
                </c:pt>
                <c:pt idx="6107">
                  <c:v>7.0682870369637385E-2</c:v>
                </c:pt>
                <c:pt idx="6108">
                  <c:v>7.069444443914108E-2</c:v>
                </c:pt>
                <c:pt idx="6109">
                  <c:v>7.0706018515920732E-2</c:v>
                </c:pt>
                <c:pt idx="6110">
                  <c:v>7.0717592592700385E-2</c:v>
                </c:pt>
                <c:pt idx="6111">
                  <c:v>7.0729166662204079E-2</c:v>
                </c:pt>
                <c:pt idx="6112">
                  <c:v>7.0740740738983732E-2</c:v>
                </c:pt>
                <c:pt idx="6113">
                  <c:v>7.0752314815763384E-2</c:v>
                </c:pt>
                <c:pt idx="6114">
                  <c:v>7.0763888885267079E-2</c:v>
                </c:pt>
                <c:pt idx="6115">
                  <c:v>7.0775462962046731E-2</c:v>
                </c:pt>
                <c:pt idx="6116">
                  <c:v>7.0787037031550426E-2</c:v>
                </c:pt>
                <c:pt idx="6117">
                  <c:v>7.0798611108330078E-2</c:v>
                </c:pt>
                <c:pt idx="6118">
                  <c:v>7.0810185185109731E-2</c:v>
                </c:pt>
                <c:pt idx="6119">
                  <c:v>7.0821759254613426E-2</c:v>
                </c:pt>
                <c:pt idx="6120">
                  <c:v>7.0833333331393078E-2</c:v>
                </c:pt>
                <c:pt idx="6121">
                  <c:v>7.084490740817273E-2</c:v>
                </c:pt>
                <c:pt idx="6122">
                  <c:v>7.0856481477676425E-2</c:v>
                </c:pt>
                <c:pt idx="6123">
                  <c:v>7.0868055554456078E-2</c:v>
                </c:pt>
                <c:pt idx="6124">
                  <c:v>7.0879629623959772E-2</c:v>
                </c:pt>
                <c:pt idx="6125">
                  <c:v>7.0891203700739425E-2</c:v>
                </c:pt>
                <c:pt idx="6126">
                  <c:v>7.0902777777519077E-2</c:v>
                </c:pt>
                <c:pt idx="6127">
                  <c:v>7.0914351847022772E-2</c:v>
                </c:pt>
                <c:pt idx="6128">
                  <c:v>7.0925925923802424E-2</c:v>
                </c:pt>
                <c:pt idx="6129">
                  <c:v>7.0937500000582077E-2</c:v>
                </c:pt>
                <c:pt idx="6130">
                  <c:v>7.0949074070085771E-2</c:v>
                </c:pt>
                <c:pt idx="6131">
                  <c:v>7.0960648146865424E-2</c:v>
                </c:pt>
                <c:pt idx="6132">
                  <c:v>7.0972222216369119E-2</c:v>
                </c:pt>
                <c:pt idx="6133">
                  <c:v>7.0983796293148771E-2</c:v>
                </c:pt>
                <c:pt idx="6134">
                  <c:v>7.0995370369928423E-2</c:v>
                </c:pt>
                <c:pt idx="6135">
                  <c:v>7.1006944439432118E-2</c:v>
                </c:pt>
                <c:pt idx="6136">
                  <c:v>7.101851851621177E-2</c:v>
                </c:pt>
                <c:pt idx="6137">
                  <c:v>7.1030092592991423E-2</c:v>
                </c:pt>
                <c:pt idx="6138">
                  <c:v>7.1041666662495118E-2</c:v>
                </c:pt>
                <c:pt idx="6139">
                  <c:v>7.105324073927477E-2</c:v>
                </c:pt>
                <c:pt idx="6140">
                  <c:v>7.1064814816054422E-2</c:v>
                </c:pt>
                <c:pt idx="6141">
                  <c:v>7.1076388885558117E-2</c:v>
                </c:pt>
                <c:pt idx="6142">
                  <c:v>7.108796296233777E-2</c:v>
                </c:pt>
                <c:pt idx="6143">
                  <c:v>7.1099537031841464E-2</c:v>
                </c:pt>
                <c:pt idx="6144">
                  <c:v>7.1111111108621117E-2</c:v>
                </c:pt>
                <c:pt idx="6145">
                  <c:v>7.1122685185400769E-2</c:v>
                </c:pt>
                <c:pt idx="6146">
                  <c:v>7.1134259254904464E-2</c:v>
                </c:pt>
                <c:pt idx="6147">
                  <c:v>7.1145833331684116E-2</c:v>
                </c:pt>
                <c:pt idx="6148">
                  <c:v>7.1157407408463769E-2</c:v>
                </c:pt>
                <c:pt idx="6149">
                  <c:v>7.1168981477967463E-2</c:v>
                </c:pt>
                <c:pt idx="6150">
                  <c:v>7.1180555554747116E-2</c:v>
                </c:pt>
                <c:pt idx="6151">
                  <c:v>7.1192129624250811E-2</c:v>
                </c:pt>
                <c:pt idx="6152">
                  <c:v>7.1203703701030463E-2</c:v>
                </c:pt>
                <c:pt idx="6153">
                  <c:v>7.1215277777810115E-2</c:v>
                </c:pt>
                <c:pt idx="6154">
                  <c:v>7.122685184731381E-2</c:v>
                </c:pt>
                <c:pt idx="6155">
                  <c:v>7.1238425924093463E-2</c:v>
                </c:pt>
                <c:pt idx="6156">
                  <c:v>7.1250000000873115E-2</c:v>
                </c:pt>
                <c:pt idx="6157">
                  <c:v>7.126157407037681E-2</c:v>
                </c:pt>
                <c:pt idx="6158">
                  <c:v>7.1273148147156462E-2</c:v>
                </c:pt>
                <c:pt idx="6159">
                  <c:v>7.1284722216660157E-2</c:v>
                </c:pt>
                <c:pt idx="6160">
                  <c:v>7.1296296293439809E-2</c:v>
                </c:pt>
                <c:pt idx="6161">
                  <c:v>7.1307870370219462E-2</c:v>
                </c:pt>
                <c:pt idx="6162">
                  <c:v>7.1319444439723156E-2</c:v>
                </c:pt>
                <c:pt idx="6163">
                  <c:v>7.1331018516502809E-2</c:v>
                </c:pt>
                <c:pt idx="6164">
                  <c:v>7.1342592593282461E-2</c:v>
                </c:pt>
                <c:pt idx="6165">
                  <c:v>7.1354166662786156E-2</c:v>
                </c:pt>
                <c:pt idx="6166">
                  <c:v>7.1365740739565808E-2</c:v>
                </c:pt>
                <c:pt idx="6167">
                  <c:v>7.1377314809069503E-2</c:v>
                </c:pt>
                <c:pt idx="6168">
                  <c:v>7.1388888885849155E-2</c:v>
                </c:pt>
                <c:pt idx="6169">
                  <c:v>7.1400462962628808E-2</c:v>
                </c:pt>
                <c:pt idx="6170">
                  <c:v>7.1412037032132503E-2</c:v>
                </c:pt>
                <c:pt idx="6171">
                  <c:v>7.1423611108912155E-2</c:v>
                </c:pt>
                <c:pt idx="6172">
                  <c:v>7.1435185185691807E-2</c:v>
                </c:pt>
                <c:pt idx="6173">
                  <c:v>7.1446759255195502E-2</c:v>
                </c:pt>
                <c:pt idx="6174">
                  <c:v>7.1458333331975155E-2</c:v>
                </c:pt>
                <c:pt idx="6175">
                  <c:v>7.1469907401478849E-2</c:v>
                </c:pt>
                <c:pt idx="6176">
                  <c:v>7.1481481478258502E-2</c:v>
                </c:pt>
                <c:pt idx="6177">
                  <c:v>7.1493055555038154E-2</c:v>
                </c:pt>
                <c:pt idx="6178">
                  <c:v>7.1504629624541849E-2</c:v>
                </c:pt>
                <c:pt idx="6179">
                  <c:v>7.1516203701321501E-2</c:v>
                </c:pt>
                <c:pt idx="6180">
                  <c:v>7.1527777778101154E-2</c:v>
                </c:pt>
                <c:pt idx="6181">
                  <c:v>7.1539351847604848E-2</c:v>
                </c:pt>
                <c:pt idx="6182">
                  <c:v>7.1550925924384501E-2</c:v>
                </c:pt>
                <c:pt idx="6183">
                  <c:v>7.1562500001164153E-2</c:v>
                </c:pt>
                <c:pt idx="6184">
                  <c:v>7.1574074070667848E-2</c:v>
                </c:pt>
                <c:pt idx="6185">
                  <c:v>7.15856481474475E-2</c:v>
                </c:pt>
                <c:pt idx="6186">
                  <c:v>7.1597222216951195E-2</c:v>
                </c:pt>
                <c:pt idx="6187">
                  <c:v>7.1608796293730848E-2</c:v>
                </c:pt>
                <c:pt idx="6188">
                  <c:v>7.16203703705105E-2</c:v>
                </c:pt>
                <c:pt idx="6189">
                  <c:v>7.1631944440014195E-2</c:v>
                </c:pt>
                <c:pt idx="6190">
                  <c:v>7.1643518516793847E-2</c:v>
                </c:pt>
                <c:pt idx="6191">
                  <c:v>7.1655092593573499E-2</c:v>
                </c:pt>
                <c:pt idx="6192">
                  <c:v>7.1666666663077194E-2</c:v>
                </c:pt>
                <c:pt idx="6193">
                  <c:v>7.1678240739856847E-2</c:v>
                </c:pt>
                <c:pt idx="6194">
                  <c:v>7.1689814809360541E-2</c:v>
                </c:pt>
                <c:pt idx="6195">
                  <c:v>7.1701388886140194E-2</c:v>
                </c:pt>
                <c:pt idx="6196">
                  <c:v>7.1712962962919846E-2</c:v>
                </c:pt>
                <c:pt idx="6197">
                  <c:v>7.1724537032423541E-2</c:v>
                </c:pt>
                <c:pt idx="6198">
                  <c:v>7.1736111109203193E-2</c:v>
                </c:pt>
                <c:pt idx="6199">
                  <c:v>7.1747685185982846E-2</c:v>
                </c:pt>
                <c:pt idx="6200">
                  <c:v>7.175925925548654E-2</c:v>
                </c:pt>
                <c:pt idx="6201">
                  <c:v>7.1770833332266193E-2</c:v>
                </c:pt>
                <c:pt idx="6202">
                  <c:v>7.1782407401769888E-2</c:v>
                </c:pt>
                <c:pt idx="6203">
                  <c:v>7.179398147854954E-2</c:v>
                </c:pt>
                <c:pt idx="6204">
                  <c:v>7.1805555555329192E-2</c:v>
                </c:pt>
                <c:pt idx="6205">
                  <c:v>7.1817129624832887E-2</c:v>
                </c:pt>
                <c:pt idx="6206">
                  <c:v>7.182870370161254E-2</c:v>
                </c:pt>
                <c:pt idx="6207">
                  <c:v>7.1840277778392192E-2</c:v>
                </c:pt>
                <c:pt idx="6208">
                  <c:v>7.1851851847895887E-2</c:v>
                </c:pt>
                <c:pt idx="6209">
                  <c:v>7.1863425924675539E-2</c:v>
                </c:pt>
                <c:pt idx="6210">
                  <c:v>7.1874999994179234E-2</c:v>
                </c:pt>
                <c:pt idx="6211">
                  <c:v>7.1886574070958886E-2</c:v>
                </c:pt>
                <c:pt idx="6212">
                  <c:v>7.1898148147738539E-2</c:v>
                </c:pt>
                <c:pt idx="6213">
                  <c:v>7.1909722217242233E-2</c:v>
                </c:pt>
                <c:pt idx="6214">
                  <c:v>7.1921296294021886E-2</c:v>
                </c:pt>
                <c:pt idx="6215">
                  <c:v>7.1932870370801538E-2</c:v>
                </c:pt>
                <c:pt idx="6216">
                  <c:v>7.1944444440305233E-2</c:v>
                </c:pt>
                <c:pt idx="6217">
                  <c:v>7.1956018517084885E-2</c:v>
                </c:pt>
                <c:pt idx="6218">
                  <c:v>7.1967592593864538E-2</c:v>
                </c:pt>
                <c:pt idx="6219">
                  <c:v>7.1979166663368233E-2</c:v>
                </c:pt>
                <c:pt idx="6220">
                  <c:v>7.1990740740147885E-2</c:v>
                </c:pt>
                <c:pt idx="6221">
                  <c:v>7.200231480965158E-2</c:v>
                </c:pt>
                <c:pt idx="6222">
                  <c:v>7.2013888886431232E-2</c:v>
                </c:pt>
                <c:pt idx="6223">
                  <c:v>7.2025462963210884E-2</c:v>
                </c:pt>
                <c:pt idx="6224">
                  <c:v>7.2037037032714579E-2</c:v>
                </c:pt>
                <c:pt idx="6225">
                  <c:v>7.2048611109494232E-2</c:v>
                </c:pt>
                <c:pt idx="6226">
                  <c:v>7.2060185186273884E-2</c:v>
                </c:pt>
                <c:pt idx="6227">
                  <c:v>7.2071759255777579E-2</c:v>
                </c:pt>
                <c:pt idx="6228">
                  <c:v>7.2083333332557231E-2</c:v>
                </c:pt>
                <c:pt idx="6229">
                  <c:v>7.2094907402060926E-2</c:v>
                </c:pt>
                <c:pt idx="6230">
                  <c:v>7.2106481478840578E-2</c:v>
                </c:pt>
                <c:pt idx="6231">
                  <c:v>7.2118055555620231E-2</c:v>
                </c:pt>
                <c:pt idx="6232">
                  <c:v>7.2129629625123926E-2</c:v>
                </c:pt>
                <c:pt idx="6233">
                  <c:v>7.2141203701903578E-2</c:v>
                </c:pt>
                <c:pt idx="6234">
                  <c:v>7.215277777868323E-2</c:v>
                </c:pt>
                <c:pt idx="6235">
                  <c:v>7.2164351848186925E-2</c:v>
                </c:pt>
                <c:pt idx="6236">
                  <c:v>7.2175925924966577E-2</c:v>
                </c:pt>
                <c:pt idx="6237">
                  <c:v>7.2187499994470272E-2</c:v>
                </c:pt>
                <c:pt idx="6238">
                  <c:v>7.2199074071249925E-2</c:v>
                </c:pt>
                <c:pt idx="6239">
                  <c:v>7.2210648148029577E-2</c:v>
                </c:pt>
                <c:pt idx="6240">
                  <c:v>7.2222222217533272E-2</c:v>
                </c:pt>
                <c:pt idx="6241">
                  <c:v>7.2233796294312924E-2</c:v>
                </c:pt>
                <c:pt idx="6242">
                  <c:v>7.2245370371092577E-2</c:v>
                </c:pt>
                <c:pt idx="6243">
                  <c:v>7.2256944440596271E-2</c:v>
                </c:pt>
                <c:pt idx="6244">
                  <c:v>7.2268518517375924E-2</c:v>
                </c:pt>
                <c:pt idx="6245">
                  <c:v>7.2280092586879618E-2</c:v>
                </c:pt>
                <c:pt idx="6246">
                  <c:v>7.2291666663659271E-2</c:v>
                </c:pt>
                <c:pt idx="6247">
                  <c:v>7.2303240740438923E-2</c:v>
                </c:pt>
                <c:pt idx="6248">
                  <c:v>7.2314814809942618E-2</c:v>
                </c:pt>
                <c:pt idx="6249">
                  <c:v>7.232638888672227E-2</c:v>
                </c:pt>
                <c:pt idx="6250">
                  <c:v>7.2337962963501923E-2</c:v>
                </c:pt>
                <c:pt idx="6251">
                  <c:v>7.2349537033005618E-2</c:v>
                </c:pt>
                <c:pt idx="6252">
                  <c:v>7.236111110978527E-2</c:v>
                </c:pt>
                <c:pt idx="6253">
                  <c:v>7.2372685179288965E-2</c:v>
                </c:pt>
                <c:pt idx="6254">
                  <c:v>7.2384259256068617E-2</c:v>
                </c:pt>
                <c:pt idx="6255">
                  <c:v>7.2395833332848269E-2</c:v>
                </c:pt>
                <c:pt idx="6256">
                  <c:v>7.2407407402351964E-2</c:v>
                </c:pt>
                <c:pt idx="6257">
                  <c:v>7.2418981479131617E-2</c:v>
                </c:pt>
                <c:pt idx="6258">
                  <c:v>7.2430555555911269E-2</c:v>
                </c:pt>
                <c:pt idx="6259">
                  <c:v>7.2442129625414964E-2</c:v>
                </c:pt>
                <c:pt idx="6260">
                  <c:v>7.2453703702194616E-2</c:v>
                </c:pt>
                <c:pt idx="6261">
                  <c:v>7.2465277778974269E-2</c:v>
                </c:pt>
                <c:pt idx="6262">
                  <c:v>7.2476851848477963E-2</c:v>
                </c:pt>
                <c:pt idx="6263">
                  <c:v>7.2488425925257616E-2</c:v>
                </c:pt>
                <c:pt idx="6264">
                  <c:v>7.2499999994761311E-2</c:v>
                </c:pt>
                <c:pt idx="6265">
                  <c:v>7.2511574071540963E-2</c:v>
                </c:pt>
                <c:pt idx="6266">
                  <c:v>7.2523148148320615E-2</c:v>
                </c:pt>
                <c:pt idx="6267">
                  <c:v>7.253472221782431E-2</c:v>
                </c:pt>
                <c:pt idx="6268">
                  <c:v>7.2546296294603962E-2</c:v>
                </c:pt>
                <c:pt idx="6269">
                  <c:v>7.2557870371383615E-2</c:v>
                </c:pt>
                <c:pt idx="6270">
                  <c:v>7.256944444088731E-2</c:v>
                </c:pt>
                <c:pt idx="6271">
                  <c:v>7.2581018517666962E-2</c:v>
                </c:pt>
                <c:pt idx="6272">
                  <c:v>7.2592592587170657E-2</c:v>
                </c:pt>
                <c:pt idx="6273">
                  <c:v>7.2604166663950309E-2</c:v>
                </c:pt>
                <c:pt idx="6274">
                  <c:v>7.2615740740729962E-2</c:v>
                </c:pt>
                <c:pt idx="6275">
                  <c:v>7.2627314810233656E-2</c:v>
                </c:pt>
                <c:pt idx="6276">
                  <c:v>7.2638888887013309E-2</c:v>
                </c:pt>
                <c:pt idx="6277">
                  <c:v>7.2650462963792961E-2</c:v>
                </c:pt>
                <c:pt idx="6278">
                  <c:v>7.2662037033296656E-2</c:v>
                </c:pt>
                <c:pt idx="6279">
                  <c:v>7.2673611110076308E-2</c:v>
                </c:pt>
                <c:pt idx="6280">
                  <c:v>7.2685185179580003E-2</c:v>
                </c:pt>
                <c:pt idx="6281">
                  <c:v>7.2696759256359655E-2</c:v>
                </c:pt>
                <c:pt idx="6282">
                  <c:v>7.2708333333139308E-2</c:v>
                </c:pt>
                <c:pt idx="6283">
                  <c:v>7.2719907402643003E-2</c:v>
                </c:pt>
                <c:pt idx="6284">
                  <c:v>7.2731481479422655E-2</c:v>
                </c:pt>
                <c:pt idx="6285">
                  <c:v>7.2743055556202307E-2</c:v>
                </c:pt>
                <c:pt idx="6286">
                  <c:v>7.2754629625706002E-2</c:v>
                </c:pt>
                <c:pt idx="6287">
                  <c:v>7.2766203702485655E-2</c:v>
                </c:pt>
                <c:pt idx="6288">
                  <c:v>7.2777777771989349E-2</c:v>
                </c:pt>
                <c:pt idx="6289">
                  <c:v>7.2789351848769002E-2</c:v>
                </c:pt>
                <c:pt idx="6290">
                  <c:v>7.2800925925548654E-2</c:v>
                </c:pt>
                <c:pt idx="6291">
                  <c:v>7.2812499995052349E-2</c:v>
                </c:pt>
                <c:pt idx="6292">
                  <c:v>7.2824074071832001E-2</c:v>
                </c:pt>
                <c:pt idx="6293">
                  <c:v>7.2835648148611654E-2</c:v>
                </c:pt>
                <c:pt idx="6294">
                  <c:v>7.2847222218115348E-2</c:v>
                </c:pt>
                <c:pt idx="6295">
                  <c:v>7.2858796294895001E-2</c:v>
                </c:pt>
                <c:pt idx="6296">
                  <c:v>7.2870370371674653E-2</c:v>
                </c:pt>
                <c:pt idx="6297">
                  <c:v>7.2881944441178348E-2</c:v>
                </c:pt>
                <c:pt idx="6298">
                  <c:v>7.2893518517958E-2</c:v>
                </c:pt>
                <c:pt idx="6299">
                  <c:v>7.2905092587461695E-2</c:v>
                </c:pt>
                <c:pt idx="6300">
                  <c:v>7.2916666664241347E-2</c:v>
                </c:pt>
                <c:pt idx="6301">
                  <c:v>7.2928240741021E-2</c:v>
                </c:pt>
                <c:pt idx="6302">
                  <c:v>7.2939814810524695E-2</c:v>
                </c:pt>
                <c:pt idx="6303">
                  <c:v>7.2951388887304347E-2</c:v>
                </c:pt>
                <c:pt idx="6304">
                  <c:v>7.2962962964083999E-2</c:v>
                </c:pt>
                <c:pt idx="6305">
                  <c:v>7.2974537033587694E-2</c:v>
                </c:pt>
                <c:pt idx="6306">
                  <c:v>7.2986111110367347E-2</c:v>
                </c:pt>
                <c:pt idx="6307">
                  <c:v>7.2997685179871041E-2</c:v>
                </c:pt>
                <c:pt idx="6308">
                  <c:v>7.3009259256650694E-2</c:v>
                </c:pt>
                <c:pt idx="6309">
                  <c:v>7.3020833333430346E-2</c:v>
                </c:pt>
                <c:pt idx="6310">
                  <c:v>7.3032407402934041E-2</c:v>
                </c:pt>
                <c:pt idx="6311">
                  <c:v>7.3043981479713693E-2</c:v>
                </c:pt>
                <c:pt idx="6312">
                  <c:v>7.3055555556493346E-2</c:v>
                </c:pt>
                <c:pt idx="6313">
                  <c:v>7.306712962599704E-2</c:v>
                </c:pt>
                <c:pt idx="6314">
                  <c:v>7.3078703702776693E-2</c:v>
                </c:pt>
                <c:pt idx="6315">
                  <c:v>7.3090277772280388E-2</c:v>
                </c:pt>
                <c:pt idx="6316">
                  <c:v>7.310185184906004E-2</c:v>
                </c:pt>
                <c:pt idx="6317">
                  <c:v>7.3113425925839692E-2</c:v>
                </c:pt>
                <c:pt idx="6318">
                  <c:v>7.3124999995343387E-2</c:v>
                </c:pt>
                <c:pt idx="6319">
                  <c:v>7.313657407212304E-2</c:v>
                </c:pt>
                <c:pt idx="6320">
                  <c:v>7.3148148148902692E-2</c:v>
                </c:pt>
                <c:pt idx="6321">
                  <c:v>7.3159722218406387E-2</c:v>
                </c:pt>
                <c:pt idx="6322">
                  <c:v>7.3171296295186039E-2</c:v>
                </c:pt>
                <c:pt idx="6323">
                  <c:v>7.3182870364689734E-2</c:v>
                </c:pt>
                <c:pt idx="6324">
                  <c:v>7.3194444441469386E-2</c:v>
                </c:pt>
                <c:pt idx="6325">
                  <c:v>7.3206018518249039E-2</c:v>
                </c:pt>
                <c:pt idx="6326">
                  <c:v>7.3217592587752733E-2</c:v>
                </c:pt>
                <c:pt idx="6327">
                  <c:v>7.3229166664532386E-2</c:v>
                </c:pt>
                <c:pt idx="6328">
                  <c:v>7.3240740741312038E-2</c:v>
                </c:pt>
                <c:pt idx="6329">
                  <c:v>7.3252314810815733E-2</c:v>
                </c:pt>
                <c:pt idx="6330">
                  <c:v>7.3263888887595385E-2</c:v>
                </c:pt>
                <c:pt idx="6331">
                  <c:v>7.327546295709908E-2</c:v>
                </c:pt>
                <c:pt idx="6332">
                  <c:v>7.3287037033878732E-2</c:v>
                </c:pt>
                <c:pt idx="6333">
                  <c:v>7.3298611110658385E-2</c:v>
                </c:pt>
                <c:pt idx="6334">
                  <c:v>7.331018518016208E-2</c:v>
                </c:pt>
                <c:pt idx="6335">
                  <c:v>7.3321759256941732E-2</c:v>
                </c:pt>
                <c:pt idx="6336">
                  <c:v>7.3333333333721384E-2</c:v>
                </c:pt>
                <c:pt idx="6337">
                  <c:v>7.3344907403225079E-2</c:v>
                </c:pt>
                <c:pt idx="6338">
                  <c:v>7.3356481480004732E-2</c:v>
                </c:pt>
                <c:pt idx="6339">
                  <c:v>7.3368055556784384E-2</c:v>
                </c:pt>
                <c:pt idx="6340">
                  <c:v>7.3379629626288079E-2</c:v>
                </c:pt>
                <c:pt idx="6341">
                  <c:v>7.3391203703067731E-2</c:v>
                </c:pt>
                <c:pt idx="6342">
                  <c:v>7.3402777772571426E-2</c:v>
                </c:pt>
                <c:pt idx="6343">
                  <c:v>7.3414351849351078E-2</c:v>
                </c:pt>
                <c:pt idx="6344">
                  <c:v>7.3425925926130731E-2</c:v>
                </c:pt>
                <c:pt idx="6345">
                  <c:v>7.3437499995634425E-2</c:v>
                </c:pt>
                <c:pt idx="6346">
                  <c:v>7.3449074072414078E-2</c:v>
                </c:pt>
                <c:pt idx="6347">
                  <c:v>7.346064814919373E-2</c:v>
                </c:pt>
                <c:pt idx="6348">
                  <c:v>7.3472222218697425E-2</c:v>
                </c:pt>
                <c:pt idx="6349">
                  <c:v>7.3483796295477077E-2</c:v>
                </c:pt>
                <c:pt idx="6350">
                  <c:v>7.3495370364980772E-2</c:v>
                </c:pt>
                <c:pt idx="6351">
                  <c:v>7.3506944441760425E-2</c:v>
                </c:pt>
                <c:pt idx="6352">
                  <c:v>7.3518518518540077E-2</c:v>
                </c:pt>
                <c:pt idx="6353">
                  <c:v>7.3530092588043772E-2</c:v>
                </c:pt>
                <c:pt idx="6354">
                  <c:v>7.3541666664823424E-2</c:v>
                </c:pt>
                <c:pt idx="6355">
                  <c:v>7.3553240741603076E-2</c:v>
                </c:pt>
                <c:pt idx="6356">
                  <c:v>7.3564814811106771E-2</c:v>
                </c:pt>
                <c:pt idx="6357">
                  <c:v>7.3576388887886424E-2</c:v>
                </c:pt>
                <c:pt idx="6358">
                  <c:v>7.3587962957390118E-2</c:v>
                </c:pt>
                <c:pt idx="6359">
                  <c:v>7.3599537034169771E-2</c:v>
                </c:pt>
                <c:pt idx="6360">
                  <c:v>7.3611111110949423E-2</c:v>
                </c:pt>
                <c:pt idx="6361">
                  <c:v>7.3622685180453118E-2</c:v>
                </c:pt>
                <c:pt idx="6362">
                  <c:v>7.363425925723277E-2</c:v>
                </c:pt>
                <c:pt idx="6363">
                  <c:v>7.3645833334012423E-2</c:v>
                </c:pt>
                <c:pt idx="6364">
                  <c:v>7.3657407403516117E-2</c:v>
                </c:pt>
                <c:pt idx="6365">
                  <c:v>7.366898148029577E-2</c:v>
                </c:pt>
                <c:pt idx="6366">
                  <c:v>7.3680555549799465E-2</c:v>
                </c:pt>
                <c:pt idx="6367">
                  <c:v>7.3692129626579117E-2</c:v>
                </c:pt>
                <c:pt idx="6368">
                  <c:v>7.3703703703358769E-2</c:v>
                </c:pt>
                <c:pt idx="6369">
                  <c:v>7.3715277772862464E-2</c:v>
                </c:pt>
                <c:pt idx="6370">
                  <c:v>7.3726851849642117E-2</c:v>
                </c:pt>
                <c:pt idx="6371">
                  <c:v>7.3738425926421769E-2</c:v>
                </c:pt>
                <c:pt idx="6372">
                  <c:v>7.3749999995925464E-2</c:v>
                </c:pt>
                <c:pt idx="6373">
                  <c:v>7.3761574072705116E-2</c:v>
                </c:pt>
                <c:pt idx="6374">
                  <c:v>7.3773148149484769E-2</c:v>
                </c:pt>
                <c:pt idx="6375">
                  <c:v>7.3784722218988463E-2</c:v>
                </c:pt>
                <c:pt idx="6376">
                  <c:v>7.3796296295768116E-2</c:v>
                </c:pt>
                <c:pt idx="6377">
                  <c:v>7.380787036527181E-2</c:v>
                </c:pt>
                <c:pt idx="6378">
                  <c:v>7.3819444442051463E-2</c:v>
                </c:pt>
                <c:pt idx="6379">
                  <c:v>7.3831018518831115E-2</c:v>
                </c:pt>
                <c:pt idx="6380">
                  <c:v>7.384259258833481E-2</c:v>
                </c:pt>
                <c:pt idx="6381">
                  <c:v>7.3854166665114462E-2</c:v>
                </c:pt>
                <c:pt idx="6382">
                  <c:v>7.3865740741894115E-2</c:v>
                </c:pt>
                <c:pt idx="6383">
                  <c:v>7.387731481139781E-2</c:v>
                </c:pt>
                <c:pt idx="6384">
                  <c:v>7.3888888888177462E-2</c:v>
                </c:pt>
                <c:pt idx="6385">
                  <c:v>7.3900462957681157E-2</c:v>
                </c:pt>
                <c:pt idx="6386">
                  <c:v>7.3912037034460809E-2</c:v>
                </c:pt>
                <c:pt idx="6387">
                  <c:v>7.3923611111240461E-2</c:v>
                </c:pt>
                <c:pt idx="6388">
                  <c:v>7.3935185180744156E-2</c:v>
                </c:pt>
                <c:pt idx="6389">
                  <c:v>7.3946759257523809E-2</c:v>
                </c:pt>
                <c:pt idx="6390">
                  <c:v>7.3958333334303461E-2</c:v>
                </c:pt>
                <c:pt idx="6391">
                  <c:v>7.3969907403807156E-2</c:v>
                </c:pt>
                <c:pt idx="6392">
                  <c:v>7.3981481480586808E-2</c:v>
                </c:pt>
                <c:pt idx="6393">
                  <c:v>7.3993055550090503E-2</c:v>
                </c:pt>
                <c:pt idx="6394">
                  <c:v>7.4004629626870155E-2</c:v>
                </c:pt>
                <c:pt idx="6395">
                  <c:v>7.4016203703649808E-2</c:v>
                </c:pt>
                <c:pt idx="6396">
                  <c:v>7.4027777773153502E-2</c:v>
                </c:pt>
                <c:pt idx="6397">
                  <c:v>7.4039351849933155E-2</c:v>
                </c:pt>
                <c:pt idx="6398">
                  <c:v>7.4050925926712807E-2</c:v>
                </c:pt>
                <c:pt idx="6399">
                  <c:v>7.4062499996216502E-2</c:v>
                </c:pt>
                <c:pt idx="6400">
                  <c:v>7.4074074072996154E-2</c:v>
                </c:pt>
                <c:pt idx="6401">
                  <c:v>7.4085648142499849E-2</c:v>
                </c:pt>
                <c:pt idx="6402">
                  <c:v>7.4097222219279502E-2</c:v>
                </c:pt>
                <c:pt idx="6403">
                  <c:v>7.4108796296059154E-2</c:v>
                </c:pt>
                <c:pt idx="6404">
                  <c:v>7.4120370365562849E-2</c:v>
                </c:pt>
                <c:pt idx="6405">
                  <c:v>7.4131944442342501E-2</c:v>
                </c:pt>
                <c:pt idx="6406">
                  <c:v>7.4143518519122154E-2</c:v>
                </c:pt>
                <c:pt idx="6407">
                  <c:v>7.4155092588625848E-2</c:v>
                </c:pt>
                <c:pt idx="6408">
                  <c:v>7.4166666665405501E-2</c:v>
                </c:pt>
                <c:pt idx="6409">
                  <c:v>7.4178240734909195E-2</c:v>
                </c:pt>
                <c:pt idx="6410">
                  <c:v>7.4189814811688848E-2</c:v>
                </c:pt>
                <c:pt idx="6411">
                  <c:v>7.42013888884685E-2</c:v>
                </c:pt>
                <c:pt idx="6412">
                  <c:v>7.4212962957972195E-2</c:v>
                </c:pt>
                <c:pt idx="6413">
                  <c:v>7.4224537034751847E-2</c:v>
                </c:pt>
                <c:pt idx="6414">
                  <c:v>7.42361111115315E-2</c:v>
                </c:pt>
                <c:pt idx="6415">
                  <c:v>7.4247685181035195E-2</c:v>
                </c:pt>
                <c:pt idx="6416">
                  <c:v>7.4259259257814847E-2</c:v>
                </c:pt>
                <c:pt idx="6417">
                  <c:v>7.4270833334594499E-2</c:v>
                </c:pt>
                <c:pt idx="6418">
                  <c:v>7.4282407404098194E-2</c:v>
                </c:pt>
                <c:pt idx="6419">
                  <c:v>7.4293981480877846E-2</c:v>
                </c:pt>
                <c:pt idx="6420">
                  <c:v>7.4305555550381541E-2</c:v>
                </c:pt>
                <c:pt idx="6421">
                  <c:v>7.4317129627161194E-2</c:v>
                </c:pt>
                <c:pt idx="6422">
                  <c:v>7.4328703703940846E-2</c:v>
                </c:pt>
                <c:pt idx="6423">
                  <c:v>7.4340277773444541E-2</c:v>
                </c:pt>
                <c:pt idx="6424">
                  <c:v>7.4351851850224193E-2</c:v>
                </c:pt>
                <c:pt idx="6425">
                  <c:v>7.4363425927003846E-2</c:v>
                </c:pt>
                <c:pt idx="6426">
                  <c:v>7.437499999650754E-2</c:v>
                </c:pt>
                <c:pt idx="6427">
                  <c:v>7.4386574073287193E-2</c:v>
                </c:pt>
                <c:pt idx="6428">
                  <c:v>7.4398148142790888E-2</c:v>
                </c:pt>
                <c:pt idx="6429">
                  <c:v>7.440972221957054E-2</c:v>
                </c:pt>
                <c:pt idx="6430">
                  <c:v>7.4421296296350192E-2</c:v>
                </c:pt>
                <c:pt idx="6431">
                  <c:v>7.4432870365853887E-2</c:v>
                </c:pt>
                <c:pt idx="6432">
                  <c:v>7.4444444442633539E-2</c:v>
                </c:pt>
                <c:pt idx="6433">
                  <c:v>7.4456018519413192E-2</c:v>
                </c:pt>
                <c:pt idx="6434">
                  <c:v>7.4467592588916887E-2</c:v>
                </c:pt>
                <c:pt idx="6435">
                  <c:v>7.4479166665696539E-2</c:v>
                </c:pt>
                <c:pt idx="6436">
                  <c:v>7.4490740735200234E-2</c:v>
                </c:pt>
                <c:pt idx="6437">
                  <c:v>7.4502314811979886E-2</c:v>
                </c:pt>
                <c:pt idx="6438">
                  <c:v>7.4513888888759539E-2</c:v>
                </c:pt>
                <c:pt idx="6439">
                  <c:v>7.4525462958263233E-2</c:v>
                </c:pt>
                <c:pt idx="6440">
                  <c:v>7.4537037035042886E-2</c:v>
                </c:pt>
                <c:pt idx="6441">
                  <c:v>7.4548611111822538E-2</c:v>
                </c:pt>
                <c:pt idx="6442">
                  <c:v>7.4560185181326233E-2</c:v>
                </c:pt>
                <c:pt idx="6443">
                  <c:v>7.4571759258105885E-2</c:v>
                </c:pt>
                <c:pt idx="6444">
                  <c:v>7.458333332760958E-2</c:v>
                </c:pt>
                <c:pt idx="6445">
                  <c:v>7.4594907404389232E-2</c:v>
                </c:pt>
                <c:pt idx="6446">
                  <c:v>7.4606481481168885E-2</c:v>
                </c:pt>
                <c:pt idx="6447">
                  <c:v>7.461805555067258E-2</c:v>
                </c:pt>
                <c:pt idx="6448">
                  <c:v>7.4629629627452232E-2</c:v>
                </c:pt>
                <c:pt idx="6449">
                  <c:v>7.4641203704231884E-2</c:v>
                </c:pt>
                <c:pt idx="6450">
                  <c:v>7.4652777773735579E-2</c:v>
                </c:pt>
                <c:pt idx="6451">
                  <c:v>7.4664351850515231E-2</c:v>
                </c:pt>
                <c:pt idx="6452">
                  <c:v>7.4675925920018926E-2</c:v>
                </c:pt>
                <c:pt idx="6453">
                  <c:v>7.4687499996798579E-2</c:v>
                </c:pt>
                <c:pt idx="6454">
                  <c:v>7.4699074073578231E-2</c:v>
                </c:pt>
                <c:pt idx="6455">
                  <c:v>7.4710648143081926E-2</c:v>
                </c:pt>
                <c:pt idx="6456">
                  <c:v>7.4722222219861578E-2</c:v>
                </c:pt>
                <c:pt idx="6457">
                  <c:v>7.4733796296641231E-2</c:v>
                </c:pt>
                <c:pt idx="6458">
                  <c:v>7.4745370366144925E-2</c:v>
                </c:pt>
                <c:pt idx="6459">
                  <c:v>7.4756944442924578E-2</c:v>
                </c:pt>
                <c:pt idx="6460">
                  <c:v>7.476851851970423E-2</c:v>
                </c:pt>
                <c:pt idx="6461">
                  <c:v>7.4780092589207925E-2</c:v>
                </c:pt>
                <c:pt idx="6462">
                  <c:v>7.4791666665987577E-2</c:v>
                </c:pt>
                <c:pt idx="6463">
                  <c:v>7.4803240735491272E-2</c:v>
                </c:pt>
                <c:pt idx="6464">
                  <c:v>7.4814814812270924E-2</c:v>
                </c:pt>
                <c:pt idx="6465">
                  <c:v>7.4826388889050577E-2</c:v>
                </c:pt>
                <c:pt idx="6466">
                  <c:v>7.4837962958554272E-2</c:v>
                </c:pt>
                <c:pt idx="6467">
                  <c:v>7.4849537035333924E-2</c:v>
                </c:pt>
                <c:pt idx="6468">
                  <c:v>7.4861111112113576E-2</c:v>
                </c:pt>
                <c:pt idx="6469">
                  <c:v>7.4872685181617271E-2</c:v>
                </c:pt>
                <c:pt idx="6470">
                  <c:v>7.4884259258396924E-2</c:v>
                </c:pt>
                <c:pt idx="6471">
                  <c:v>7.4895833327900618E-2</c:v>
                </c:pt>
                <c:pt idx="6472">
                  <c:v>7.4907407404680271E-2</c:v>
                </c:pt>
                <c:pt idx="6473">
                  <c:v>7.4918981481459923E-2</c:v>
                </c:pt>
                <c:pt idx="6474">
                  <c:v>7.4930555550963618E-2</c:v>
                </c:pt>
                <c:pt idx="6475">
                  <c:v>7.494212962774327E-2</c:v>
                </c:pt>
                <c:pt idx="6476">
                  <c:v>7.4953703704522923E-2</c:v>
                </c:pt>
                <c:pt idx="6477">
                  <c:v>7.4965277774026617E-2</c:v>
                </c:pt>
                <c:pt idx="6478">
                  <c:v>7.497685185080627E-2</c:v>
                </c:pt>
                <c:pt idx="6479">
                  <c:v>7.4988425920309965E-2</c:v>
                </c:pt>
                <c:pt idx="6480">
                  <c:v>7.4999999997089617E-2</c:v>
                </c:pt>
                <c:pt idx="6481">
                  <c:v>7.5011574073869269E-2</c:v>
                </c:pt>
                <c:pt idx="6482">
                  <c:v>7.5023148143372964E-2</c:v>
                </c:pt>
                <c:pt idx="6483">
                  <c:v>7.5034722220152617E-2</c:v>
                </c:pt>
                <c:pt idx="6484">
                  <c:v>7.5046296296932269E-2</c:v>
                </c:pt>
                <c:pt idx="6485">
                  <c:v>7.5057870366435964E-2</c:v>
                </c:pt>
                <c:pt idx="6486">
                  <c:v>7.5069444443215616E-2</c:v>
                </c:pt>
                <c:pt idx="6487">
                  <c:v>7.5081018512719311E-2</c:v>
                </c:pt>
                <c:pt idx="6488">
                  <c:v>7.5092592589498963E-2</c:v>
                </c:pt>
                <c:pt idx="6489">
                  <c:v>7.5104166666278616E-2</c:v>
                </c:pt>
                <c:pt idx="6490">
                  <c:v>7.511574073578231E-2</c:v>
                </c:pt>
                <c:pt idx="6491">
                  <c:v>7.5127314812561963E-2</c:v>
                </c:pt>
                <c:pt idx="6492">
                  <c:v>7.5138888889341615E-2</c:v>
                </c:pt>
                <c:pt idx="6493">
                  <c:v>7.515046295884531E-2</c:v>
                </c:pt>
                <c:pt idx="6494">
                  <c:v>7.5162037035624962E-2</c:v>
                </c:pt>
                <c:pt idx="6495">
                  <c:v>7.5173611112404615E-2</c:v>
                </c:pt>
                <c:pt idx="6496">
                  <c:v>7.5185185181908309E-2</c:v>
                </c:pt>
                <c:pt idx="6497">
                  <c:v>7.5196759258687962E-2</c:v>
                </c:pt>
                <c:pt idx="6498">
                  <c:v>7.5208333328191657E-2</c:v>
                </c:pt>
                <c:pt idx="6499">
                  <c:v>7.5219907404971309E-2</c:v>
                </c:pt>
                <c:pt idx="6500">
                  <c:v>7.5231481481750961E-2</c:v>
                </c:pt>
                <c:pt idx="6501">
                  <c:v>7.5243055551254656E-2</c:v>
                </c:pt>
                <c:pt idx="6502">
                  <c:v>7.5254629628034309E-2</c:v>
                </c:pt>
                <c:pt idx="6503">
                  <c:v>7.5266203704813961E-2</c:v>
                </c:pt>
                <c:pt idx="6504">
                  <c:v>7.5277777774317656E-2</c:v>
                </c:pt>
                <c:pt idx="6505">
                  <c:v>7.5289351851097308E-2</c:v>
                </c:pt>
                <c:pt idx="6506">
                  <c:v>7.5300925920601003E-2</c:v>
                </c:pt>
                <c:pt idx="6507">
                  <c:v>7.5312499997380655E-2</c:v>
                </c:pt>
                <c:pt idx="6508">
                  <c:v>7.5324074074160308E-2</c:v>
                </c:pt>
                <c:pt idx="6509">
                  <c:v>7.5335648143664002E-2</c:v>
                </c:pt>
                <c:pt idx="6510">
                  <c:v>7.5347222220443655E-2</c:v>
                </c:pt>
                <c:pt idx="6511">
                  <c:v>7.5358796297223307E-2</c:v>
                </c:pt>
                <c:pt idx="6512">
                  <c:v>7.5370370366727002E-2</c:v>
                </c:pt>
                <c:pt idx="6513">
                  <c:v>7.5381944443506654E-2</c:v>
                </c:pt>
                <c:pt idx="6514">
                  <c:v>7.5393518513010349E-2</c:v>
                </c:pt>
                <c:pt idx="6515">
                  <c:v>7.5405092589790002E-2</c:v>
                </c:pt>
                <c:pt idx="6516">
                  <c:v>7.5416666666569654E-2</c:v>
                </c:pt>
                <c:pt idx="6517">
                  <c:v>7.5428240736073349E-2</c:v>
                </c:pt>
                <c:pt idx="6518">
                  <c:v>7.5439814812853001E-2</c:v>
                </c:pt>
                <c:pt idx="6519">
                  <c:v>7.5451388889632653E-2</c:v>
                </c:pt>
                <c:pt idx="6520">
                  <c:v>7.5462962959136348E-2</c:v>
                </c:pt>
                <c:pt idx="6521">
                  <c:v>7.5474537035916001E-2</c:v>
                </c:pt>
                <c:pt idx="6522">
                  <c:v>7.5486111105419695E-2</c:v>
                </c:pt>
                <c:pt idx="6523">
                  <c:v>7.5497685182199348E-2</c:v>
                </c:pt>
                <c:pt idx="6524">
                  <c:v>7.5509259258979E-2</c:v>
                </c:pt>
                <c:pt idx="6525">
                  <c:v>7.5520833328482695E-2</c:v>
                </c:pt>
                <c:pt idx="6526">
                  <c:v>7.5532407405262347E-2</c:v>
                </c:pt>
                <c:pt idx="6527">
                  <c:v>7.5543981482042E-2</c:v>
                </c:pt>
                <c:pt idx="6528">
                  <c:v>7.5555555551545694E-2</c:v>
                </c:pt>
                <c:pt idx="6529">
                  <c:v>7.5567129628325347E-2</c:v>
                </c:pt>
                <c:pt idx="6530">
                  <c:v>7.5578703697829042E-2</c:v>
                </c:pt>
                <c:pt idx="6531">
                  <c:v>7.5590277774608694E-2</c:v>
                </c:pt>
                <c:pt idx="6532">
                  <c:v>7.5601851851388346E-2</c:v>
                </c:pt>
                <c:pt idx="6533">
                  <c:v>7.5613425920892041E-2</c:v>
                </c:pt>
                <c:pt idx="6534">
                  <c:v>7.5624999997671694E-2</c:v>
                </c:pt>
                <c:pt idx="6535">
                  <c:v>7.5636574074451346E-2</c:v>
                </c:pt>
                <c:pt idx="6536">
                  <c:v>7.5648148143955041E-2</c:v>
                </c:pt>
                <c:pt idx="6537">
                  <c:v>7.5659722220734693E-2</c:v>
                </c:pt>
                <c:pt idx="6538">
                  <c:v>7.5671296297514345E-2</c:v>
                </c:pt>
                <c:pt idx="6539">
                  <c:v>7.568287036701804E-2</c:v>
                </c:pt>
                <c:pt idx="6540">
                  <c:v>7.5694444443797693E-2</c:v>
                </c:pt>
                <c:pt idx="6541">
                  <c:v>7.5706018513301387E-2</c:v>
                </c:pt>
                <c:pt idx="6542">
                  <c:v>7.571759259008104E-2</c:v>
                </c:pt>
                <c:pt idx="6543">
                  <c:v>7.5729166666860692E-2</c:v>
                </c:pt>
                <c:pt idx="6544">
                  <c:v>7.5740740736364387E-2</c:v>
                </c:pt>
                <c:pt idx="6545">
                  <c:v>7.5752314813144039E-2</c:v>
                </c:pt>
                <c:pt idx="6546">
                  <c:v>7.5763888889923692E-2</c:v>
                </c:pt>
                <c:pt idx="6547">
                  <c:v>7.5775462959427387E-2</c:v>
                </c:pt>
                <c:pt idx="6548">
                  <c:v>7.5787037036207039E-2</c:v>
                </c:pt>
                <c:pt idx="6549">
                  <c:v>7.5798611105710734E-2</c:v>
                </c:pt>
                <c:pt idx="6550">
                  <c:v>7.5810185182490386E-2</c:v>
                </c:pt>
                <c:pt idx="6551">
                  <c:v>7.5821759259270038E-2</c:v>
                </c:pt>
                <c:pt idx="6552">
                  <c:v>7.5833333328773733E-2</c:v>
                </c:pt>
                <c:pt idx="6553">
                  <c:v>7.5844907405553386E-2</c:v>
                </c:pt>
                <c:pt idx="6554">
                  <c:v>7.5856481482333038E-2</c:v>
                </c:pt>
                <c:pt idx="6555">
                  <c:v>7.5868055551836733E-2</c:v>
                </c:pt>
                <c:pt idx="6556">
                  <c:v>7.5879629628616385E-2</c:v>
                </c:pt>
                <c:pt idx="6557">
                  <c:v>7.589120369812008E-2</c:v>
                </c:pt>
                <c:pt idx="6558">
                  <c:v>7.5902777774899732E-2</c:v>
                </c:pt>
                <c:pt idx="6559">
                  <c:v>7.5914351851679385E-2</c:v>
                </c:pt>
                <c:pt idx="6560">
                  <c:v>7.5925925921183079E-2</c:v>
                </c:pt>
                <c:pt idx="6561">
                  <c:v>7.5937499997962732E-2</c:v>
                </c:pt>
                <c:pt idx="6562">
                  <c:v>7.5949074074742384E-2</c:v>
                </c:pt>
                <c:pt idx="6563">
                  <c:v>7.5960648144246079E-2</c:v>
                </c:pt>
                <c:pt idx="6564">
                  <c:v>7.5972222221025731E-2</c:v>
                </c:pt>
                <c:pt idx="6565">
                  <c:v>7.5983796290529426E-2</c:v>
                </c:pt>
                <c:pt idx="6566">
                  <c:v>7.5995370367309079E-2</c:v>
                </c:pt>
                <c:pt idx="6567">
                  <c:v>7.6006944444088731E-2</c:v>
                </c:pt>
                <c:pt idx="6568">
                  <c:v>7.6018518513592426E-2</c:v>
                </c:pt>
                <c:pt idx="6569">
                  <c:v>7.6030092590372078E-2</c:v>
                </c:pt>
                <c:pt idx="6570">
                  <c:v>7.6041666667151731E-2</c:v>
                </c:pt>
                <c:pt idx="6571">
                  <c:v>7.6053240736655425E-2</c:v>
                </c:pt>
                <c:pt idx="6572">
                  <c:v>7.6064814813435078E-2</c:v>
                </c:pt>
                <c:pt idx="6573">
                  <c:v>7.607638889021473E-2</c:v>
                </c:pt>
                <c:pt idx="6574">
                  <c:v>7.6087962959718425E-2</c:v>
                </c:pt>
                <c:pt idx="6575">
                  <c:v>7.6099537036498077E-2</c:v>
                </c:pt>
                <c:pt idx="6576">
                  <c:v>7.6111111106001772E-2</c:v>
                </c:pt>
                <c:pt idx="6577">
                  <c:v>7.6122685182781424E-2</c:v>
                </c:pt>
                <c:pt idx="6578">
                  <c:v>7.6134259259561077E-2</c:v>
                </c:pt>
                <c:pt idx="6579">
                  <c:v>7.6145833329064772E-2</c:v>
                </c:pt>
                <c:pt idx="6580">
                  <c:v>7.6157407405844424E-2</c:v>
                </c:pt>
                <c:pt idx="6581">
                  <c:v>7.6168981482624076E-2</c:v>
                </c:pt>
                <c:pt idx="6582">
                  <c:v>7.6180555552127771E-2</c:v>
                </c:pt>
                <c:pt idx="6583">
                  <c:v>7.6192129628907423E-2</c:v>
                </c:pt>
                <c:pt idx="6584">
                  <c:v>7.6203703698411118E-2</c:v>
                </c:pt>
                <c:pt idx="6585">
                  <c:v>7.6215277775190771E-2</c:v>
                </c:pt>
                <c:pt idx="6586">
                  <c:v>7.6226851851970423E-2</c:v>
                </c:pt>
                <c:pt idx="6587">
                  <c:v>7.6238425921474118E-2</c:v>
                </c:pt>
                <c:pt idx="6588">
                  <c:v>7.624999999825377E-2</c:v>
                </c:pt>
                <c:pt idx="6589">
                  <c:v>7.6261574075033423E-2</c:v>
                </c:pt>
                <c:pt idx="6590">
                  <c:v>7.6273148144537117E-2</c:v>
                </c:pt>
                <c:pt idx="6591">
                  <c:v>7.628472222131677E-2</c:v>
                </c:pt>
                <c:pt idx="6592">
                  <c:v>7.6296296290820464E-2</c:v>
                </c:pt>
                <c:pt idx="6593">
                  <c:v>7.6307870367600117E-2</c:v>
                </c:pt>
                <c:pt idx="6594">
                  <c:v>7.6319444444379769E-2</c:v>
                </c:pt>
                <c:pt idx="6595">
                  <c:v>7.6331018513883464E-2</c:v>
                </c:pt>
                <c:pt idx="6596">
                  <c:v>7.6342592590663116E-2</c:v>
                </c:pt>
                <c:pt idx="6597">
                  <c:v>7.6354166667442769E-2</c:v>
                </c:pt>
                <c:pt idx="6598">
                  <c:v>7.6365740736946464E-2</c:v>
                </c:pt>
                <c:pt idx="6599">
                  <c:v>7.6377314813726116E-2</c:v>
                </c:pt>
                <c:pt idx="6600">
                  <c:v>7.6388888883229811E-2</c:v>
                </c:pt>
                <c:pt idx="6601">
                  <c:v>7.6400462960009463E-2</c:v>
                </c:pt>
                <c:pt idx="6602">
                  <c:v>7.6412037036789116E-2</c:v>
                </c:pt>
                <c:pt idx="6603">
                  <c:v>7.642361110629281E-2</c:v>
                </c:pt>
                <c:pt idx="6604">
                  <c:v>7.6435185183072463E-2</c:v>
                </c:pt>
                <c:pt idx="6605">
                  <c:v>7.6446759259852115E-2</c:v>
                </c:pt>
                <c:pt idx="6606">
                  <c:v>7.645833332935581E-2</c:v>
                </c:pt>
                <c:pt idx="6607">
                  <c:v>7.6469907406135462E-2</c:v>
                </c:pt>
                <c:pt idx="6608">
                  <c:v>7.6481481475639157E-2</c:v>
                </c:pt>
                <c:pt idx="6609">
                  <c:v>7.6493055552418809E-2</c:v>
                </c:pt>
                <c:pt idx="6610">
                  <c:v>7.6504629629198462E-2</c:v>
                </c:pt>
                <c:pt idx="6611">
                  <c:v>7.6516203698702157E-2</c:v>
                </c:pt>
                <c:pt idx="6612">
                  <c:v>7.6527777775481809E-2</c:v>
                </c:pt>
                <c:pt idx="6613">
                  <c:v>7.6539351852261461E-2</c:v>
                </c:pt>
                <c:pt idx="6614">
                  <c:v>7.6550925921765156E-2</c:v>
                </c:pt>
                <c:pt idx="6615">
                  <c:v>7.6562499998544808E-2</c:v>
                </c:pt>
                <c:pt idx="6616">
                  <c:v>7.6574074075324461E-2</c:v>
                </c:pt>
                <c:pt idx="6617">
                  <c:v>7.6585648144828156E-2</c:v>
                </c:pt>
                <c:pt idx="6618">
                  <c:v>7.6597222221607808E-2</c:v>
                </c:pt>
                <c:pt idx="6619">
                  <c:v>7.6608796291111503E-2</c:v>
                </c:pt>
                <c:pt idx="6620">
                  <c:v>7.6620370367891155E-2</c:v>
                </c:pt>
                <c:pt idx="6621">
                  <c:v>7.6631944444670808E-2</c:v>
                </c:pt>
                <c:pt idx="6622">
                  <c:v>7.6643518514174502E-2</c:v>
                </c:pt>
                <c:pt idx="6623">
                  <c:v>7.6655092590954155E-2</c:v>
                </c:pt>
                <c:pt idx="6624">
                  <c:v>7.6666666667733807E-2</c:v>
                </c:pt>
                <c:pt idx="6625">
                  <c:v>7.6678240737237502E-2</c:v>
                </c:pt>
                <c:pt idx="6626">
                  <c:v>7.6689814814017154E-2</c:v>
                </c:pt>
                <c:pt idx="6627">
                  <c:v>7.6701388883520849E-2</c:v>
                </c:pt>
                <c:pt idx="6628">
                  <c:v>7.6712962960300501E-2</c:v>
                </c:pt>
                <c:pt idx="6629">
                  <c:v>7.6724537037080154E-2</c:v>
                </c:pt>
                <c:pt idx="6630">
                  <c:v>7.6736111106583849E-2</c:v>
                </c:pt>
                <c:pt idx="6631">
                  <c:v>7.6747685183363501E-2</c:v>
                </c:pt>
                <c:pt idx="6632">
                  <c:v>7.6759259260143153E-2</c:v>
                </c:pt>
                <c:pt idx="6633">
                  <c:v>7.6770833329646848E-2</c:v>
                </c:pt>
                <c:pt idx="6634">
                  <c:v>7.6782407406426501E-2</c:v>
                </c:pt>
                <c:pt idx="6635">
                  <c:v>7.6793981475930195E-2</c:v>
                </c:pt>
                <c:pt idx="6636">
                  <c:v>7.6805555552709848E-2</c:v>
                </c:pt>
                <c:pt idx="6637">
                  <c:v>7.68171296294895E-2</c:v>
                </c:pt>
                <c:pt idx="6638">
                  <c:v>7.6828703698993195E-2</c:v>
                </c:pt>
                <c:pt idx="6639">
                  <c:v>7.6840277775772847E-2</c:v>
                </c:pt>
                <c:pt idx="6640">
                  <c:v>7.68518518525525E-2</c:v>
                </c:pt>
                <c:pt idx="6641">
                  <c:v>7.6863425922056194E-2</c:v>
                </c:pt>
                <c:pt idx="6642">
                  <c:v>7.6874999998835847E-2</c:v>
                </c:pt>
                <c:pt idx="6643">
                  <c:v>7.6886574068339542E-2</c:v>
                </c:pt>
                <c:pt idx="6644">
                  <c:v>7.6898148145119194E-2</c:v>
                </c:pt>
                <c:pt idx="6645">
                  <c:v>7.6909722221898846E-2</c:v>
                </c:pt>
                <c:pt idx="6646">
                  <c:v>7.6921296291402541E-2</c:v>
                </c:pt>
                <c:pt idx="6647">
                  <c:v>7.6932870368182193E-2</c:v>
                </c:pt>
                <c:pt idx="6648">
                  <c:v>7.6944444444961846E-2</c:v>
                </c:pt>
                <c:pt idx="6649">
                  <c:v>7.6956018514465541E-2</c:v>
                </c:pt>
                <c:pt idx="6650">
                  <c:v>7.6967592591245193E-2</c:v>
                </c:pt>
                <c:pt idx="6651">
                  <c:v>7.6979166660748888E-2</c:v>
                </c:pt>
                <c:pt idx="6652">
                  <c:v>7.699074073752854E-2</c:v>
                </c:pt>
                <c:pt idx="6653">
                  <c:v>7.7002314814308193E-2</c:v>
                </c:pt>
                <c:pt idx="6654">
                  <c:v>7.7013888883811887E-2</c:v>
                </c:pt>
                <c:pt idx="6655">
                  <c:v>7.702546296059154E-2</c:v>
                </c:pt>
                <c:pt idx="6656">
                  <c:v>7.7037037037371192E-2</c:v>
                </c:pt>
                <c:pt idx="6657">
                  <c:v>7.7048611106874887E-2</c:v>
                </c:pt>
                <c:pt idx="6658">
                  <c:v>7.7060185183654539E-2</c:v>
                </c:pt>
                <c:pt idx="6659">
                  <c:v>7.7071759260434192E-2</c:v>
                </c:pt>
                <c:pt idx="6660">
                  <c:v>7.7083333329937886E-2</c:v>
                </c:pt>
                <c:pt idx="6661">
                  <c:v>7.7094907406717539E-2</c:v>
                </c:pt>
                <c:pt idx="6662">
                  <c:v>7.7106481476221234E-2</c:v>
                </c:pt>
                <c:pt idx="6663">
                  <c:v>7.7118055553000886E-2</c:v>
                </c:pt>
                <c:pt idx="6664">
                  <c:v>7.7129629629780538E-2</c:v>
                </c:pt>
                <c:pt idx="6665">
                  <c:v>7.7141203699284233E-2</c:v>
                </c:pt>
                <c:pt idx="6666">
                  <c:v>7.7152777776063886E-2</c:v>
                </c:pt>
                <c:pt idx="6667">
                  <c:v>7.7164351852843538E-2</c:v>
                </c:pt>
                <c:pt idx="6668">
                  <c:v>7.7175925922347233E-2</c:v>
                </c:pt>
                <c:pt idx="6669">
                  <c:v>7.7187499999126885E-2</c:v>
                </c:pt>
                <c:pt idx="6670">
                  <c:v>7.719907406863058E-2</c:v>
                </c:pt>
                <c:pt idx="6671">
                  <c:v>7.7210648145410232E-2</c:v>
                </c:pt>
                <c:pt idx="6672">
                  <c:v>7.7222222222189885E-2</c:v>
                </c:pt>
                <c:pt idx="6673">
                  <c:v>7.7233796291693579E-2</c:v>
                </c:pt>
                <c:pt idx="6674">
                  <c:v>7.7245370368473232E-2</c:v>
                </c:pt>
                <c:pt idx="6675">
                  <c:v>7.7256944445252884E-2</c:v>
                </c:pt>
                <c:pt idx="6676">
                  <c:v>7.7268518514756579E-2</c:v>
                </c:pt>
                <c:pt idx="6677">
                  <c:v>7.7280092591536231E-2</c:v>
                </c:pt>
                <c:pt idx="6678">
                  <c:v>7.7291666661039926E-2</c:v>
                </c:pt>
                <c:pt idx="6679">
                  <c:v>7.7303240737819578E-2</c:v>
                </c:pt>
                <c:pt idx="6680">
                  <c:v>7.7314814814599231E-2</c:v>
                </c:pt>
                <c:pt idx="6681">
                  <c:v>7.7326388884102926E-2</c:v>
                </c:pt>
                <c:pt idx="6682">
                  <c:v>7.7337962960882578E-2</c:v>
                </c:pt>
                <c:pt idx="6683">
                  <c:v>7.734953703766223E-2</c:v>
                </c:pt>
                <c:pt idx="6684">
                  <c:v>7.7361111107165925E-2</c:v>
                </c:pt>
                <c:pt idx="6685">
                  <c:v>7.7372685183945578E-2</c:v>
                </c:pt>
                <c:pt idx="6686">
                  <c:v>7.7384259253449272E-2</c:v>
                </c:pt>
                <c:pt idx="6687">
                  <c:v>7.7395833330228925E-2</c:v>
                </c:pt>
                <c:pt idx="6688">
                  <c:v>7.7407407407008577E-2</c:v>
                </c:pt>
                <c:pt idx="6689">
                  <c:v>7.7418981476512272E-2</c:v>
                </c:pt>
                <c:pt idx="6690">
                  <c:v>7.7430555553291924E-2</c:v>
                </c:pt>
                <c:pt idx="6691">
                  <c:v>7.7442129630071577E-2</c:v>
                </c:pt>
                <c:pt idx="6692">
                  <c:v>7.7453703699575271E-2</c:v>
                </c:pt>
                <c:pt idx="6693">
                  <c:v>7.7465277776354924E-2</c:v>
                </c:pt>
                <c:pt idx="6694">
                  <c:v>7.7476851853134576E-2</c:v>
                </c:pt>
                <c:pt idx="6695">
                  <c:v>7.7488425922638271E-2</c:v>
                </c:pt>
                <c:pt idx="6696">
                  <c:v>7.7499999999417923E-2</c:v>
                </c:pt>
                <c:pt idx="6697">
                  <c:v>7.7511574068921618E-2</c:v>
                </c:pt>
                <c:pt idx="6698">
                  <c:v>7.7523148145701271E-2</c:v>
                </c:pt>
                <c:pt idx="6699">
                  <c:v>7.7534722222480923E-2</c:v>
                </c:pt>
                <c:pt idx="6700">
                  <c:v>7.7546296291984618E-2</c:v>
                </c:pt>
                <c:pt idx="6701">
                  <c:v>7.755787036876427E-2</c:v>
                </c:pt>
                <c:pt idx="6702">
                  <c:v>7.7569444445543922E-2</c:v>
                </c:pt>
                <c:pt idx="6703">
                  <c:v>7.7581018515047617E-2</c:v>
                </c:pt>
                <c:pt idx="6704">
                  <c:v>7.759259259182727E-2</c:v>
                </c:pt>
                <c:pt idx="6705">
                  <c:v>7.7604166661330964E-2</c:v>
                </c:pt>
                <c:pt idx="6706">
                  <c:v>7.7615740738110617E-2</c:v>
                </c:pt>
                <c:pt idx="6707">
                  <c:v>7.7627314814890269E-2</c:v>
                </c:pt>
                <c:pt idx="6708">
                  <c:v>7.7638888884393964E-2</c:v>
                </c:pt>
                <c:pt idx="6709">
                  <c:v>7.7650462961173616E-2</c:v>
                </c:pt>
                <c:pt idx="6710">
                  <c:v>7.7662037037953269E-2</c:v>
                </c:pt>
                <c:pt idx="6711">
                  <c:v>7.7673611107456964E-2</c:v>
                </c:pt>
                <c:pt idx="6712">
                  <c:v>7.7685185184236616E-2</c:v>
                </c:pt>
                <c:pt idx="6713">
                  <c:v>7.7696759253740311E-2</c:v>
                </c:pt>
                <c:pt idx="6714">
                  <c:v>7.7708333330519963E-2</c:v>
                </c:pt>
                <c:pt idx="6715">
                  <c:v>7.7719907407299615E-2</c:v>
                </c:pt>
                <c:pt idx="6716">
                  <c:v>7.773148147680331E-2</c:v>
                </c:pt>
                <c:pt idx="6717">
                  <c:v>7.7743055553582963E-2</c:v>
                </c:pt>
                <c:pt idx="6718">
                  <c:v>7.7754629630362615E-2</c:v>
                </c:pt>
                <c:pt idx="6719">
                  <c:v>7.776620369986631E-2</c:v>
                </c:pt>
                <c:pt idx="6720">
                  <c:v>7.7777777776645962E-2</c:v>
                </c:pt>
                <c:pt idx="6721">
                  <c:v>7.7789351846149657E-2</c:v>
                </c:pt>
                <c:pt idx="6722">
                  <c:v>7.7800925922929309E-2</c:v>
                </c:pt>
                <c:pt idx="6723">
                  <c:v>7.7812499999708962E-2</c:v>
                </c:pt>
                <c:pt idx="6724">
                  <c:v>7.7824074069212656E-2</c:v>
                </c:pt>
                <c:pt idx="6725">
                  <c:v>7.7835648145992309E-2</c:v>
                </c:pt>
                <c:pt idx="6726">
                  <c:v>7.7847222222771961E-2</c:v>
                </c:pt>
                <c:pt idx="6727">
                  <c:v>7.7858796292275656E-2</c:v>
                </c:pt>
                <c:pt idx="6728">
                  <c:v>7.7870370369055308E-2</c:v>
                </c:pt>
                <c:pt idx="6729">
                  <c:v>7.7881944438559003E-2</c:v>
                </c:pt>
                <c:pt idx="6730">
                  <c:v>7.7893518515338656E-2</c:v>
                </c:pt>
                <c:pt idx="6731">
                  <c:v>7.7905092592118308E-2</c:v>
                </c:pt>
                <c:pt idx="6732">
                  <c:v>7.7916666661622003E-2</c:v>
                </c:pt>
                <c:pt idx="6733">
                  <c:v>7.7928240738401655E-2</c:v>
                </c:pt>
                <c:pt idx="6734">
                  <c:v>7.7939814815181307E-2</c:v>
                </c:pt>
                <c:pt idx="6735">
                  <c:v>7.7951388884685002E-2</c:v>
                </c:pt>
                <c:pt idx="6736">
                  <c:v>7.7962962961464655E-2</c:v>
                </c:pt>
                <c:pt idx="6737">
                  <c:v>7.7974537038244307E-2</c:v>
                </c:pt>
                <c:pt idx="6738">
                  <c:v>7.7986111107748002E-2</c:v>
                </c:pt>
                <c:pt idx="6739">
                  <c:v>7.7997685184527654E-2</c:v>
                </c:pt>
                <c:pt idx="6740">
                  <c:v>7.8009259254031349E-2</c:v>
                </c:pt>
                <c:pt idx="6741">
                  <c:v>7.8020833330811001E-2</c:v>
                </c:pt>
                <c:pt idx="6742">
                  <c:v>7.8032407407590654E-2</c:v>
                </c:pt>
                <c:pt idx="6743">
                  <c:v>7.8043981477094349E-2</c:v>
                </c:pt>
                <c:pt idx="6744">
                  <c:v>7.8055555553874001E-2</c:v>
                </c:pt>
                <c:pt idx="6745">
                  <c:v>7.8067129630653653E-2</c:v>
                </c:pt>
                <c:pt idx="6746">
                  <c:v>7.8078703700157348E-2</c:v>
                </c:pt>
                <c:pt idx="6747">
                  <c:v>7.8090277776937E-2</c:v>
                </c:pt>
                <c:pt idx="6748">
                  <c:v>7.8101851846440695E-2</c:v>
                </c:pt>
                <c:pt idx="6749">
                  <c:v>7.8113425923220348E-2</c:v>
                </c:pt>
                <c:pt idx="6750">
                  <c:v>7.8125E-2</c:v>
                </c:pt>
                <c:pt idx="6751">
                  <c:v>7.8136574069503695E-2</c:v>
                </c:pt>
                <c:pt idx="6752">
                  <c:v>7.8148148146283347E-2</c:v>
                </c:pt>
                <c:pt idx="6753">
                  <c:v>7.8159722223063E-2</c:v>
                </c:pt>
                <c:pt idx="6754">
                  <c:v>7.8171296292566694E-2</c:v>
                </c:pt>
                <c:pt idx="6755">
                  <c:v>7.8182870369346347E-2</c:v>
                </c:pt>
                <c:pt idx="6756">
                  <c:v>7.8194444438850041E-2</c:v>
                </c:pt>
                <c:pt idx="6757">
                  <c:v>7.8206018515629694E-2</c:v>
                </c:pt>
                <c:pt idx="6758">
                  <c:v>7.8217592592409346E-2</c:v>
                </c:pt>
                <c:pt idx="6759">
                  <c:v>7.8229166661913041E-2</c:v>
                </c:pt>
                <c:pt idx="6760">
                  <c:v>7.8240740738692693E-2</c:v>
                </c:pt>
                <c:pt idx="6761">
                  <c:v>7.8252314815472346E-2</c:v>
                </c:pt>
                <c:pt idx="6762">
                  <c:v>7.8263888884976041E-2</c:v>
                </c:pt>
                <c:pt idx="6763">
                  <c:v>7.8275462961755693E-2</c:v>
                </c:pt>
                <c:pt idx="6764">
                  <c:v>7.8287037031259388E-2</c:v>
                </c:pt>
                <c:pt idx="6765">
                  <c:v>7.829861110803904E-2</c:v>
                </c:pt>
                <c:pt idx="6766">
                  <c:v>7.8310185184818693E-2</c:v>
                </c:pt>
                <c:pt idx="6767">
                  <c:v>7.8321759254322387E-2</c:v>
                </c:pt>
                <c:pt idx="6768">
                  <c:v>7.833333333110204E-2</c:v>
                </c:pt>
                <c:pt idx="6769">
                  <c:v>7.8344907407881692E-2</c:v>
                </c:pt>
                <c:pt idx="6770">
                  <c:v>7.8356481477385387E-2</c:v>
                </c:pt>
                <c:pt idx="6771">
                  <c:v>7.8368055554165039E-2</c:v>
                </c:pt>
                <c:pt idx="6772">
                  <c:v>7.8379629630944692E-2</c:v>
                </c:pt>
                <c:pt idx="6773">
                  <c:v>7.8391203700448386E-2</c:v>
                </c:pt>
                <c:pt idx="6774">
                  <c:v>7.8402777777228039E-2</c:v>
                </c:pt>
                <c:pt idx="6775">
                  <c:v>7.8414351846731734E-2</c:v>
                </c:pt>
                <c:pt idx="6776">
                  <c:v>7.8425925923511386E-2</c:v>
                </c:pt>
                <c:pt idx="6777">
                  <c:v>7.8437500000291038E-2</c:v>
                </c:pt>
                <c:pt idx="6778">
                  <c:v>7.8449074069794733E-2</c:v>
                </c:pt>
                <c:pt idx="6779">
                  <c:v>7.8460648146574385E-2</c:v>
                </c:pt>
                <c:pt idx="6780">
                  <c:v>7.8472222223354038E-2</c:v>
                </c:pt>
                <c:pt idx="6781">
                  <c:v>7.8483796292857733E-2</c:v>
                </c:pt>
                <c:pt idx="6782">
                  <c:v>7.8495370369637385E-2</c:v>
                </c:pt>
                <c:pt idx="6783">
                  <c:v>7.850694443914108E-2</c:v>
                </c:pt>
                <c:pt idx="6784">
                  <c:v>7.8518518515920732E-2</c:v>
                </c:pt>
                <c:pt idx="6785">
                  <c:v>7.8530092592700385E-2</c:v>
                </c:pt>
                <c:pt idx="6786">
                  <c:v>7.8541666662204079E-2</c:v>
                </c:pt>
                <c:pt idx="6787">
                  <c:v>7.8553240738983732E-2</c:v>
                </c:pt>
                <c:pt idx="6788">
                  <c:v>7.8564814815763384E-2</c:v>
                </c:pt>
                <c:pt idx="6789">
                  <c:v>7.8576388885267079E-2</c:v>
                </c:pt>
                <c:pt idx="6790">
                  <c:v>7.8587962962046731E-2</c:v>
                </c:pt>
                <c:pt idx="6791">
                  <c:v>7.8599537031550426E-2</c:v>
                </c:pt>
                <c:pt idx="6792">
                  <c:v>7.8611111108330078E-2</c:v>
                </c:pt>
                <c:pt idx="6793">
                  <c:v>7.8622685185109731E-2</c:v>
                </c:pt>
                <c:pt idx="6794">
                  <c:v>7.8634259254613426E-2</c:v>
                </c:pt>
                <c:pt idx="6795">
                  <c:v>7.8645833331393078E-2</c:v>
                </c:pt>
                <c:pt idx="6796">
                  <c:v>7.865740740817273E-2</c:v>
                </c:pt>
                <c:pt idx="6797">
                  <c:v>7.8668981477676425E-2</c:v>
                </c:pt>
                <c:pt idx="6798">
                  <c:v>7.8680555554456078E-2</c:v>
                </c:pt>
                <c:pt idx="6799">
                  <c:v>7.8692129623959772E-2</c:v>
                </c:pt>
                <c:pt idx="6800">
                  <c:v>7.8703703700739425E-2</c:v>
                </c:pt>
                <c:pt idx="6801">
                  <c:v>7.8715277777519077E-2</c:v>
                </c:pt>
                <c:pt idx="6802">
                  <c:v>7.8726851847022772E-2</c:v>
                </c:pt>
                <c:pt idx="6803">
                  <c:v>7.8738425923802424E-2</c:v>
                </c:pt>
                <c:pt idx="6804">
                  <c:v>7.8750000000582077E-2</c:v>
                </c:pt>
                <c:pt idx="6805">
                  <c:v>7.8761574070085771E-2</c:v>
                </c:pt>
                <c:pt idx="6806">
                  <c:v>7.8773148146865424E-2</c:v>
                </c:pt>
                <c:pt idx="6807">
                  <c:v>7.8784722216369119E-2</c:v>
                </c:pt>
                <c:pt idx="6808">
                  <c:v>7.8796296293148771E-2</c:v>
                </c:pt>
                <c:pt idx="6809">
                  <c:v>7.8807870369928423E-2</c:v>
                </c:pt>
                <c:pt idx="6810">
                  <c:v>7.8819444439432118E-2</c:v>
                </c:pt>
                <c:pt idx="6811">
                  <c:v>7.883101851621177E-2</c:v>
                </c:pt>
                <c:pt idx="6812">
                  <c:v>7.8842592592991423E-2</c:v>
                </c:pt>
                <c:pt idx="6813">
                  <c:v>7.8854166662495118E-2</c:v>
                </c:pt>
                <c:pt idx="6814">
                  <c:v>7.886574073927477E-2</c:v>
                </c:pt>
                <c:pt idx="6815">
                  <c:v>7.8877314816054422E-2</c:v>
                </c:pt>
                <c:pt idx="6816">
                  <c:v>7.8888888885558117E-2</c:v>
                </c:pt>
                <c:pt idx="6817">
                  <c:v>7.890046296233777E-2</c:v>
                </c:pt>
                <c:pt idx="6818">
                  <c:v>7.8912037031841464E-2</c:v>
                </c:pt>
                <c:pt idx="6819">
                  <c:v>7.8923611108621117E-2</c:v>
                </c:pt>
                <c:pt idx="6820">
                  <c:v>7.8935185185400769E-2</c:v>
                </c:pt>
                <c:pt idx="6821">
                  <c:v>7.8946759254904464E-2</c:v>
                </c:pt>
                <c:pt idx="6822">
                  <c:v>7.8958333331684116E-2</c:v>
                </c:pt>
                <c:pt idx="6823">
                  <c:v>7.8969907408463769E-2</c:v>
                </c:pt>
                <c:pt idx="6824">
                  <c:v>7.8981481477967463E-2</c:v>
                </c:pt>
                <c:pt idx="6825">
                  <c:v>7.8993055554747116E-2</c:v>
                </c:pt>
                <c:pt idx="6826">
                  <c:v>7.9004629624250811E-2</c:v>
                </c:pt>
                <c:pt idx="6827">
                  <c:v>7.9016203701030463E-2</c:v>
                </c:pt>
                <c:pt idx="6828">
                  <c:v>7.9027777777810115E-2</c:v>
                </c:pt>
                <c:pt idx="6829">
                  <c:v>7.903935184731381E-2</c:v>
                </c:pt>
                <c:pt idx="6830">
                  <c:v>7.9050925924093463E-2</c:v>
                </c:pt>
                <c:pt idx="6831">
                  <c:v>7.9062500000873115E-2</c:v>
                </c:pt>
                <c:pt idx="6832">
                  <c:v>7.907407407037681E-2</c:v>
                </c:pt>
                <c:pt idx="6833">
                  <c:v>7.9085648147156462E-2</c:v>
                </c:pt>
                <c:pt idx="6834">
                  <c:v>7.9097222216660157E-2</c:v>
                </c:pt>
                <c:pt idx="6835">
                  <c:v>7.9108796293439809E-2</c:v>
                </c:pt>
                <c:pt idx="6836">
                  <c:v>7.9120370370219462E-2</c:v>
                </c:pt>
                <c:pt idx="6837">
                  <c:v>7.9131944439723156E-2</c:v>
                </c:pt>
                <c:pt idx="6838">
                  <c:v>7.9143518516502809E-2</c:v>
                </c:pt>
                <c:pt idx="6839">
                  <c:v>7.9155092593282461E-2</c:v>
                </c:pt>
                <c:pt idx="6840">
                  <c:v>7.9166666662786156E-2</c:v>
                </c:pt>
                <c:pt idx="6841">
                  <c:v>7.9178240739565808E-2</c:v>
                </c:pt>
                <c:pt idx="6842">
                  <c:v>7.9189814809069503E-2</c:v>
                </c:pt>
                <c:pt idx="6843">
                  <c:v>7.9201388885849155E-2</c:v>
                </c:pt>
                <c:pt idx="6844">
                  <c:v>7.9212962962628808E-2</c:v>
                </c:pt>
                <c:pt idx="6845">
                  <c:v>7.9224537032132503E-2</c:v>
                </c:pt>
                <c:pt idx="6846">
                  <c:v>7.9236111108912155E-2</c:v>
                </c:pt>
                <c:pt idx="6847">
                  <c:v>7.9247685185691807E-2</c:v>
                </c:pt>
                <c:pt idx="6848">
                  <c:v>7.9259259255195502E-2</c:v>
                </c:pt>
                <c:pt idx="6849">
                  <c:v>7.9270833331975155E-2</c:v>
                </c:pt>
                <c:pt idx="6850">
                  <c:v>7.9282407401478849E-2</c:v>
                </c:pt>
                <c:pt idx="6851">
                  <c:v>7.9293981478258502E-2</c:v>
                </c:pt>
                <c:pt idx="6852">
                  <c:v>7.9305555555038154E-2</c:v>
                </c:pt>
                <c:pt idx="6853">
                  <c:v>7.9317129624541849E-2</c:v>
                </c:pt>
                <c:pt idx="6854">
                  <c:v>7.9328703701321501E-2</c:v>
                </c:pt>
                <c:pt idx="6855">
                  <c:v>7.9340277778101154E-2</c:v>
                </c:pt>
                <c:pt idx="6856">
                  <c:v>7.9351851847604848E-2</c:v>
                </c:pt>
                <c:pt idx="6857">
                  <c:v>7.9363425924384501E-2</c:v>
                </c:pt>
                <c:pt idx="6858">
                  <c:v>7.9375000001164153E-2</c:v>
                </c:pt>
                <c:pt idx="6859">
                  <c:v>7.9386574070667848E-2</c:v>
                </c:pt>
                <c:pt idx="6860">
                  <c:v>7.93981481474475E-2</c:v>
                </c:pt>
                <c:pt idx="6861">
                  <c:v>7.9409722216951195E-2</c:v>
                </c:pt>
                <c:pt idx="6862">
                  <c:v>7.9421296293730848E-2</c:v>
                </c:pt>
                <c:pt idx="6863">
                  <c:v>7.94328703705105E-2</c:v>
                </c:pt>
                <c:pt idx="6864">
                  <c:v>7.9444444440014195E-2</c:v>
                </c:pt>
                <c:pt idx="6865">
                  <c:v>7.9456018516793847E-2</c:v>
                </c:pt>
                <c:pt idx="6866">
                  <c:v>7.9467592593573499E-2</c:v>
                </c:pt>
                <c:pt idx="6867">
                  <c:v>7.9479166663077194E-2</c:v>
                </c:pt>
                <c:pt idx="6868">
                  <c:v>7.9490740739856847E-2</c:v>
                </c:pt>
                <c:pt idx="6869">
                  <c:v>7.9502314809360541E-2</c:v>
                </c:pt>
                <c:pt idx="6870">
                  <c:v>7.9513888886140194E-2</c:v>
                </c:pt>
                <c:pt idx="6871">
                  <c:v>7.9525462962919846E-2</c:v>
                </c:pt>
                <c:pt idx="6872">
                  <c:v>7.9537037032423541E-2</c:v>
                </c:pt>
                <c:pt idx="6873">
                  <c:v>7.9548611109203193E-2</c:v>
                </c:pt>
                <c:pt idx="6874">
                  <c:v>7.9560185185982846E-2</c:v>
                </c:pt>
                <c:pt idx="6875">
                  <c:v>7.957175925548654E-2</c:v>
                </c:pt>
                <c:pt idx="6876">
                  <c:v>7.9583333332266193E-2</c:v>
                </c:pt>
                <c:pt idx="6877">
                  <c:v>7.9594907401769888E-2</c:v>
                </c:pt>
                <c:pt idx="6878">
                  <c:v>7.960648147854954E-2</c:v>
                </c:pt>
                <c:pt idx="6879">
                  <c:v>7.9618055555329192E-2</c:v>
                </c:pt>
                <c:pt idx="6880">
                  <c:v>7.9629629624832887E-2</c:v>
                </c:pt>
                <c:pt idx="6881">
                  <c:v>7.964120370161254E-2</c:v>
                </c:pt>
                <c:pt idx="6882">
                  <c:v>7.9652777778392192E-2</c:v>
                </c:pt>
                <c:pt idx="6883">
                  <c:v>7.9664351847895887E-2</c:v>
                </c:pt>
                <c:pt idx="6884">
                  <c:v>7.9675925924675539E-2</c:v>
                </c:pt>
                <c:pt idx="6885">
                  <c:v>7.9687499994179234E-2</c:v>
                </c:pt>
                <c:pt idx="6886">
                  <c:v>7.9699074070958886E-2</c:v>
                </c:pt>
                <c:pt idx="6887">
                  <c:v>7.9710648147738539E-2</c:v>
                </c:pt>
                <c:pt idx="6888">
                  <c:v>7.9722222217242233E-2</c:v>
                </c:pt>
                <c:pt idx="6889">
                  <c:v>7.9733796294021886E-2</c:v>
                </c:pt>
                <c:pt idx="6890">
                  <c:v>7.9745370370801538E-2</c:v>
                </c:pt>
                <c:pt idx="6891">
                  <c:v>7.9756944440305233E-2</c:v>
                </c:pt>
                <c:pt idx="6892">
                  <c:v>7.9768518517084885E-2</c:v>
                </c:pt>
                <c:pt idx="6893">
                  <c:v>7.9780092593864538E-2</c:v>
                </c:pt>
                <c:pt idx="6894">
                  <c:v>7.9791666663368233E-2</c:v>
                </c:pt>
                <c:pt idx="6895">
                  <c:v>7.9803240740147885E-2</c:v>
                </c:pt>
                <c:pt idx="6896">
                  <c:v>7.981481480965158E-2</c:v>
                </c:pt>
                <c:pt idx="6897">
                  <c:v>7.9826388886431232E-2</c:v>
                </c:pt>
                <c:pt idx="6898">
                  <c:v>7.9837962963210884E-2</c:v>
                </c:pt>
                <c:pt idx="6899">
                  <c:v>7.9849537032714579E-2</c:v>
                </c:pt>
                <c:pt idx="6900">
                  <c:v>7.9861111109494232E-2</c:v>
                </c:pt>
                <c:pt idx="6901">
                  <c:v>7.9872685186273884E-2</c:v>
                </c:pt>
                <c:pt idx="6902">
                  <c:v>7.9884259255777579E-2</c:v>
                </c:pt>
                <c:pt idx="6903">
                  <c:v>7.9895833332557231E-2</c:v>
                </c:pt>
                <c:pt idx="6904">
                  <c:v>7.9907407402060926E-2</c:v>
                </c:pt>
                <c:pt idx="6905">
                  <c:v>7.9918981478840578E-2</c:v>
                </c:pt>
                <c:pt idx="6906">
                  <c:v>7.9930555555620231E-2</c:v>
                </c:pt>
                <c:pt idx="6907">
                  <c:v>7.9942129625123926E-2</c:v>
                </c:pt>
                <c:pt idx="6908">
                  <c:v>7.9953703701903578E-2</c:v>
                </c:pt>
                <c:pt idx="6909">
                  <c:v>7.996527777868323E-2</c:v>
                </c:pt>
                <c:pt idx="6910">
                  <c:v>7.9976851848186925E-2</c:v>
                </c:pt>
                <c:pt idx="6911">
                  <c:v>7.9988425924966577E-2</c:v>
                </c:pt>
                <c:pt idx="6912">
                  <c:v>7.9999999994470272E-2</c:v>
                </c:pt>
                <c:pt idx="6913">
                  <c:v>8.0011574071249925E-2</c:v>
                </c:pt>
                <c:pt idx="6914">
                  <c:v>8.0023148148029577E-2</c:v>
                </c:pt>
                <c:pt idx="6915">
                  <c:v>8.0034722217533272E-2</c:v>
                </c:pt>
                <c:pt idx="6916">
                  <c:v>8.0046296294312924E-2</c:v>
                </c:pt>
                <c:pt idx="6917">
                  <c:v>8.0057870371092577E-2</c:v>
                </c:pt>
                <c:pt idx="6918">
                  <c:v>8.0069444440596271E-2</c:v>
                </c:pt>
                <c:pt idx="6919">
                  <c:v>8.0081018517375924E-2</c:v>
                </c:pt>
                <c:pt idx="6920">
                  <c:v>8.0092592586879618E-2</c:v>
                </c:pt>
                <c:pt idx="6921">
                  <c:v>8.0104166663659271E-2</c:v>
                </c:pt>
                <c:pt idx="6922">
                  <c:v>8.0115740740438923E-2</c:v>
                </c:pt>
                <c:pt idx="6923">
                  <c:v>8.0127314809942618E-2</c:v>
                </c:pt>
                <c:pt idx="6924">
                  <c:v>8.013888888672227E-2</c:v>
                </c:pt>
                <c:pt idx="6925">
                  <c:v>8.0150462963501923E-2</c:v>
                </c:pt>
                <c:pt idx="6926">
                  <c:v>8.0162037033005618E-2</c:v>
                </c:pt>
                <c:pt idx="6927">
                  <c:v>8.017361110978527E-2</c:v>
                </c:pt>
                <c:pt idx="6928">
                  <c:v>8.0185185179288965E-2</c:v>
                </c:pt>
                <c:pt idx="6929">
                  <c:v>8.0196759256068617E-2</c:v>
                </c:pt>
                <c:pt idx="6930">
                  <c:v>8.0208333332848269E-2</c:v>
                </c:pt>
                <c:pt idx="6931">
                  <c:v>8.0219907402351964E-2</c:v>
                </c:pt>
                <c:pt idx="6932">
                  <c:v>8.0231481479131617E-2</c:v>
                </c:pt>
                <c:pt idx="6933">
                  <c:v>8.0243055555911269E-2</c:v>
                </c:pt>
                <c:pt idx="6934">
                  <c:v>8.0254629625414964E-2</c:v>
                </c:pt>
                <c:pt idx="6935">
                  <c:v>8.0266203702194616E-2</c:v>
                </c:pt>
                <c:pt idx="6936">
                  <c:v>8.0277777778974269E-2</c:v>
                </c:pt>
                <c:pt idx="6937">
                  <c:v>8.0289351848477963E-2</c:v>
                </c:pt>
                <c:pt idx="6938">
                  <c:v>8.0300925925257616E-2</c:v>
                </c:pt>
                <c:pt idx="6939">
                  <c:v>8.0312499994761311E-2</c:v>
                </c:pt>
                <c:pt idx="6940">
                  <c:v>8.0324074071540963E-2</c:v>
                </c:pt>
                <c:pt idx="6941">
                  <c:v>8.0335648148320615E-2</c:v>
                </c:pt>
                <c:pt idx="6942">
                  <c:v>8.034722221782431E-2</c:v>
                </c:pt>
                <c:pt idx="6943">
                  <c:v>8.0358796294603962E-2</c:v>
                </c:pt>
                <c:pt idx="6944">
                  <c:v>8.0370370371383615E-2</c:v>
                </c:pt>
                <c:pt idx="6945">
                  <c:v>8.038194444088731E-2</c:v>
                </c:pt>
                <c:pt idx="6946">
                  <c:v>8.0393518517666962E-2</c:v>
                </c:pt>
                <c:pt idx="6947">
                  <c:v>8.0405092587170657E-2</c:v>
                </c:pt>
                <c:pt idx="6948">
                  <c:v>8.0416666663950309E-2</c:v>
                </c:pt>
                <c:pt idx="6949">
                  <c:v>8.0428240740729962E-2</c:v>
                </c:pt>
                <c:pt idx="6950">
                  <c:v>8.0439814810233656E-2</c:v>
                </c:pt>
                <c:pt idx="6951">
                  <c:v>8.0451388887013309E-2</c:v>
                </c:pt>
                <c:pt idx="6952">
                  <c:v>8.0462962963792961E-2</c:v>
                </c:pt>
                <c:pt idx="6953">
                  <c:v>8.0474537033296656E-2</c:v>
                </c:pt>
                <c:pt idx="6954">
                  <c:v>8.0486111110076308E-2</c:v>
                </c:pt>
                <c:pt idx="6955">
                  <c:v>8.0497685179580003E-2</c:v>
                </c:pt>
                <c:pt idx="6956">
                  <c:v>8.0509259256359655E-2</c:v>
                </c:pt>
                <c:pt idx="6957">
                  <c:v>8.0520833333139308E-2</c:v>
                </c:pt>
                <c:pt idx="6958">
                  <c:v>8.0532407402643003E-2</c:v>
                </c:pt>
                <c:pt idx="6959">
                  <c:v>8.0543981479422655E-2</c:v>
                </c:pt>
                <c:pt idx="6960">
                  <c:v>8.0555555556202307E-2</c:v>
                </c:pt>
                <c:pt idx="6961">
                  <c:v>8.0567129625706002E-2</c:v>
                </c:pt>
                <c:pt idx="6962">
                  <c:v>8.0578703702485655E-2</c:v>
                </c:pt>
                <c:pt idx="6963">
                  <c:v>8.0590277771989349E-2</c:v>
                </c:pt>
                <c:pt idx="6964">
                  <c:v>8.0601851848769002E-2</c:v>
                </c:pt>
                <c:pt idx="6965">
                  <c:v>8.0613425925548654E-2</c:v>
                </c:pt>
                <c:pt idx="6966">
                  <c:v>8.0624999995052349E-2</c:v>
                </c:pt>
                <c:pt idx="6967">
                  <c:v>8.0636574071832001E-2</c:v>
                </c:pt>
                <c:pt idx="6968">
                  <c:v>8.0648148148611654E-2</c:v>
                </c:pt>
                <c:pt idx="6969">
                  <c:v>8.0659722218115348E-2</c:v>
                </c:pt>
                <c:pt idx="6970">
                  <c:v>8.0671296294895001E-2</c:v>
                </c:pt>
                <c:pt idx="6971">
                  <c:v>8.0682870371674653E-2</c:v>
                </c:pt>
                <c:pt idx="6972">
                  <c:v>8.0694444441178348E-2</c:v>
                </c:pt>
                <c:pt idx="6973">
                  <c:v>8.0706018517958E-2</c:v>
                </c:pt>
                <c:pt idx="6974">
                  <c:v>8.0717592587461695E-2</c:v>
                </c:pt>
                <c:pt idx="6975">
                  <c:v>8.0729166664241347E-2</c:v>
                </c:pt>
                <c:pt idx="6976">
                  <c:v>8.0740740741021E-2</c:v>
                </c:pt>
                <c:pt idx="6977">
                  <c:v>8.0752314810524695E-2</c:v>
                </c:pt>
                <c:pt idx="6978">
                  <c:v>8.0763888887304347E-2</c:v>
                </c:pt>
                <c:pt idx="6979">
                  <c:v>8.0775462964083999E-2</c:v>
                </c:pt>
                <c:pt idx="6980">
                  <c:v>8.0787037033587694E-2</c:v>
                </c:pt>
                <c:pt idx="6981">
                  <c:v>8.0798611110367347E-2</c:v>
                </c:pt>
                <c:pt idx="6982">
                  <c:v>8.0810185179871041E-2</c:v>
                </c:pt>
                <c:pt idx="6983">
                  <c:v>8.0821759256650694E-2</c:v>
                </c:pt>
                <c:pt idx="6984">
                  <c:v>8.0833333333430346E-2</c:v>
                </c:pt>
                <c:pt idx="6985">
                  <c:v>8.0844907402934041E-2</c:v>
                </c:pt>
                <c:pt idx="6986">
                  <c:v>8.0856481479713693E-2</c:v>
                </c:pt>
                <c:pt idx="6987">
                  <c:v>8.0868055556493346E-2</c:v>
                </c:pt>
                <c:pt idx="6988">
                  <c:v>8.087962962599704E-2</c:v>
                </c:pt>
                <c:pt idx="6989">
                  <c:v>8.0891203702776693E-2</c:v>
                </c:pt>
                <c:pt idx="6990">
                  <c:v>8.0902777772280388E-2</c:v>
                </c:pt>
                <c:pt idx="6991">
                  <c:v>8.091435184906004E-2</c:v>
                </c:pt>
                <c:pt idx="6992">
                  <c:v>8.0925925925839692E-2</c:v>
                </c:pt>
                <c:pt idx="6993">
                  <c:v>8.0937499995343387E-2</c:v>
                </c:pt>
                <c:pt idx="6994">
                  <c:v>8.094907407212304E-2</c:v>
                </c:pt>
                <c:pt idx="6995">
                  <c:v>8.0960648148902692E-2</c:v>
                </c:pt>
                <c:pt idx="6996">
                  <c:v>8.0972222218406387E-2</c:v>
                </c:pt>
                <c:pt idx="6997">
                  <c:v>8.0983796295186039E-2</c:v>
                </c:pt>
                <c:pt idx="6998">
                  <c:v>8.0995370364689734E-2</c:v>
                </c:pt>
                <c:pt idx="6999">
                  <c:v>8.1006944441469386E-2</c:v>
                </c:pt>
                <c:pt idx="7000">
                  <c:v>8.1018518518249039E-2</c:v>
                </c:pt>
                <c:pt idx="7001">
                  <c:v>8.1030092587752733E-2</c:v>
                </c:pt>
                <c:pt idx="7002">
                  <c:v>8.1041666664532386E-2</c:v>
                </c:pt>
                <c:pt idx="7003">
                  <c:v>8.1053240741312038E-2</c:v>
                </c:pt>
                <c:pt idx="7004">
                  <c:v>8.1064814810815733E-2</c:v>
                </c:pt>
                <c:pt idx="7005">
                  <c:v>8.1076388887595385E-2</c:v>
                </c:pt>
                <c:pt idx="7006">
                  <c:v>8.108796295709908E-2</c:v>
                </c:pt>
                <c:pt idx="7007">
                  <c:v>8.1099537033878732E-2</c:v>
                </c:pt>
                <c:pt idx="7008">
                  <c:v>8.1111111110658385E-2</c:v>
                </c:pt>
                <c:pt idx="7009">
                  <c:v>8.112268518016208E-2</c:v>
                </c:pt>
                <c:pt idx="7010">
                  <c:v>8.1134259256941732E-2</c:v>
                </c:pt>
                <c:pt idx="7011">
                  <c:v>8.1145833333721384E-2</c:v>
                </c:pt>
                <c:pt idx="7012">
                  <c:v>8.1157407403225079E-2</c:v>
                </c:pt>
                <c:pt idx="7013">
                  <c:v>8.1168981480004732E-2</c:v>
                </c:pt>
                <c:pt idx="7014">
                  <c:v>8.1180555556784384E-2</c:v>
                </c:pt>
                <c:pt idx="7015">
                  <c:v>8.1192129626288079E-2</c:v>
                </c:pt>
                <c:pt idx="7016">
                  <c:v>8.1203703703067731E-2</c:v>
                </c:pt>
                <c:pt idx="7017">
                  <c:v>8.1215277772571426E-2</c:v>
                </c:pt>
                <c:pt idx="7018">
                  <c:v>8.1226851849351078E-2</c:v>
                </c:pt>
                <c:pt idx="7019">
                  <c:v>8.1238425926130731E-2</c:v>
                </c:pt>
                <c:pt idx="7020">
                  <c:v>8.1249999995634425E-2</c:v>
                </c:pt>
                <c:pt idx="7021">
                  <c:v>8.1261574072414078E-2</c:v>
                </c:pt>
                <c:pt idx="7022">
                  <c:v>8.127314814919373E-2</c:v>
                </c:pt>
                <c:pt idx="7023">
                  <c:v>8.1284722218697425E-2</c:v>
                </c:pt>
                <c:pt idx="7024">
                  <c:v>8.1296296295477077E-2</c:v>
                </c:pt>
                <c:pt idx="7025">
                  <c:v>8.1307870364980772E-2</c:v>
                </c:pt>
                <c:pt idx="7026">
                  <c:v>8.1319444441760425E-2</c:v>
                </c:pt>
                <c:pt idx="7027">
                  <c:v>8.1331018518540077E-2</c:v>
                </c:pt>
                <c:pt idx="7028">
                  <c:v>8.1342592588043772E-2</c:v>
                </c:pt>
                <c:pt idx="7029">
                  <c:v>8.1354166664823424E-2</c:v>
                </c:pt>
                <c:pt idx="7030">
                  <c:v>8.1365740741603076E-2</c:v>
                </c:pt>
                <c:pt idx="7031">
                  <c:v>8.1377314811106771E-2</c:v>
                </c:pt>
                <c:pt idx="7032">
                  <c:v>8.1388888887886424E-2</c:v>
                </c:pt>
                <c:pt idx="7033">
                  <c:v>8.1400462957390118E-2</c:v>
                </c:pt>
                <c:pt idx="7034">
                  <c:v>8.1412037034169771E-2</c:v>
                </c:pt>
                <c:pt idx="7035">
                  <c:v>8.1423611110949423E-2</c:v>
                </c:pt>
                <c:pt idx="7036">
                  <c:v>8.1435185180453118E-2</c:v>
                </c:pt>
                <c:pt idx="7037">
                  <c:v>8.144675925723277E-2</c:v>
                </c:pt>
                <c:pt idx="7038">
                  <c:v>8.1458333334012423E-2</c:v>
                </c:pt>
                <c:pt idx="7039">
                  <c:v>8.1469907403516117E-2</c:v>
                </c:pt>
                <c:pt idx="7040">
                  <c:v>8.148148148029577E-2</c:v>
                </c:pt>
                <c:pt idx="7041">
                  <c:v>8.1493055549799465E-2</c:v>
                </c:pt>
                <c:pt idx="7042">
                  <c:v>8.1504629626579117E-2</c:v>
                </c:pt>
                <c:pt idx="7043">
                  <c:v>8.1516203703358769E-2</c:v>
                </c:pt>
                <c:pt idx="7044">
                  <c:v>8.1527777772862464E-2</c:v>
                </c:pt>
                <c:pt idx="7045">
                  <c:v>8.1539351849642117E-2</c:v>
                </c:pt>
                <c:pt idx="7046">
                  <c:v>8.1550925926421769E-2</c:v>
                </c:pt>
                <c:pt idx="7047">
                  <c:v>8.1562499995925464E-2</c:v>
                </c:pt>
                <c:pt idx="7048">
                  <c:v>8.1574074072705116E-2</c:v>
                </c:pt>
                <c:pt idx="7049">
                  <c:v>8.1585648149484769E-2</c:v>
                </c:pt>
                <c:pt idx="7050">
                  <c:v>8.1597222218988463E-2</c:v>
                </c:pt>
                <c:pt idx="7051">
                  <c:v>8.1608796295768116E-2</c:v>
                </c:pt>
                <c:pt idx="7052">
                  <c:v>8.162037036527181E-2</c:v>
                </c:pt>
                <c:pt idx="7053">
                  <c:v>8.1631944442051463E-2</c:v>
                </c:pt>
                <c:pt idx="7054">
                  <c:v>8.1643518518831115E-2</c:v>
                </c:pt>
                <c:pt idx="7055">
                  <c:v>8.165509258833481E-2</c:v>
                </c:pt>
                <c:pt idx="7056">
                  <c:v>8.1666666665114462E-2</c:v>
                </c:pt>
                <c:pt idx="7057">
                  <c:v>8.1678240741894115E-2</c:v>
                </c:pt>
                <c:pt idx="7058">
                  <c:v>8.168981481139781E-2</c:v>
                </c:pt>
                <c:pt idx="7059">
                  <c:v>8.1701388888177462E-2</c:v>
                </c:pt>
                <c:pt idx="7060">
                  <c:v>8.1712962957681157E-2</c:v>
                </c:pt>
                <c:pt idx="7061">
                  <c:v>8.1724537034460809E-2</c:v>
                </c:pt>
                <c:pt idx="7062">
                  <c:v>8.1736111111240461E-2</c:v>
                </c:pt>
                <c:pt idx="7063">
                  <c:v>8.1747685180744156E-2</c:v>
                </c:pt>
                <c:pt idx="7064">
                  <c:v>8.1759259257523809E-2</c:v>
                </c:pt>
                <c:pt idx="7065">
                  <c:v>8.1770833334303461E-2</c:v>
                </c:pt>
                <c:pt idx="7066">
                  <c:v>8.1782407403807156E-2</c:v>
                </c:pt>
                <c:pt idx="7067">
                  <c:v>8.1793981480586808E-2</c:v>
                </c:pt>
                <c:pt idx="7068">
                  <c:v>8.1805555550090503E-2</c:v>
                </c:pt>
                <c:pt idx="7069">
                  <c:v>8.1817129626870155E-2</c:v>
                </c:pt>
                <c:pt idx="7070">
                  <c:v>8.1828703703649808E-2</c:v>
                </c:pt>
                <c:pt idx="7071">
                  <c:v>8.1840277773153502E-2</c:v>
                </c:pt>
                <c:pt idx="7072">
                  <c:v>8.1851851849933155E-2</c:v>
                </c:pt>
                <c:pt idx="7073">
                  <c:v>8.1863425926712807E-2</c:v>
                </c:pt>
                <c:pt idx="7074">
                  <c:v>8.1874999996216502E-2</c:v>
                </c:pt>
                <c:pt idx="7075">
                  <c:v>8.1886574072996154E-2</c:v>
                </c:pt>
                <c:pt idx="7076">
                  <c:v>8.1898148142499849E-2</c:v>
                </c:pt>
                <c:pt idx="7077">
                  <c:v>8.1909722219279502E-2</c:v>
                </c:pt>
                <c:pt idx="7078">
                  <c:v>8.1921296296059154E-2</c:v>
                </c:pt>
                <c:pt idx="7079">
                  <c:v>8.1932870365562849E-2</c:v>
                </c:pt>
                <c:pt idx="7080">
                  <c:v>8.1944444442342501E-2</c:v>
                </c:pt>
                <c:pt idx="7081">
                  <c:v>8.1956018519122154E-2</c:v>
                </c:pt>
                <c:pt idx="7082">
                  <c:v>8.1967592588625848E-2</c:v>
                </c:pt>
                <c:pt idx="7083">
                  <c:v>8.1979166665405501E-2</c:v>
                </c:pt>
                <c:pt idx="7084">
                  <c:v>8.1990740734909195E-2</c:v>
                </c:pt>
                <c:pt idx="7085">
                  <c:v>8.2002314811688848E-2</c:v>
                </c:pt>
                <c:pt idx="7086">
                  <c:v>8.20138888884685E-2</c:v>
                </c:pt>
                <c:pt idx="7087">
                  <c:v>8.2025462957972195E-2</c:v>
                </c:pt>
                <c:pt idx="7088">
                  <c:v>8.2037037034751847E-2</c:v>
                </c:pt>
                <c:pt idx="7089">
                  <c:v>8.20486111115315E-2</c:v>
                </c:pt>
                <c:pt idx="7090">
                  <c:v>8.2060185181035195E-2</c:v>
                </c:pt>
                <c:pt idx="7091">
                  <c:v>8.2071759257814847E-2</c:v>
                </c:pt>
                <c:pt idx="7092">
                  <c:v>8.2083333334594499E-2</c:v>
                </c:pt>
                <c:pt idx="7093">
                  <c:v>8.2094907404098194E-2</c:v>
                </c:pt>
                <c:pt idx="7094">
                  <c:v>8.2106481480877846E-2</c:v>
                </c:pt>
                <c:pt idx="7095">
                  <c:v>8.2118055550381541E-2</c:v>
                </c:pt>
                <c:pt idx="7096">
                  <c:v>8.2129629627161194E-2</c:v>
                </c:pt>
                <c:pt idx="7097">
                  <c:v>8.2141203703940846E-2</c:v>
                </c:pt>
                <c:pt idx="7098">
                  <c:v>8.2152777773444541E-2</c:v>
                </c:pt>
                <c:pt idx="7099">
                  <c:v>8.2164351850224193E-2</c:v>
                </c:pt>
                <c:pt idx="7100">
                  <c:v>8.2175925927003846E-2</c:v>
                </c:pt>
                <c:pt idx="7101">
                  <c:v>8.218749999650754E-2</c:v>
                </c:pt>
                <c:pt idx="7102">
                  <c:v>8.2199074073287193E-2</c:v>
                </c:pt>
                <c:pt idx="7103">
                  <c:v>8.2210648142790888E-2</c:v>
                </c:pt>
                <c:pt idx="7104">
                  <c:v>8.222222221957054E-2</c:v>
                </c:pt>
                <c:pt idx="7105">
                  <c:v>8.2233796296350192E-2</c:v>
                </c:pt>
                <c:pt idx="7106">
                  <c:v>8.2245370365853887E-2</c:v>
                </c:pt>
                <c:pt idx="7107">
                  <c:v>8.2256944442633539E-2</c:v>
                </c:pt>
                <c:pt idx="7108">
                  <c:v>8.2268518519413192E-2</c:v>
                </c:pt>
                <c:pt idx="7109">
                  <c:v>8.2280092588916887E-2</c:v>
                </c:pt>
                <c:pt idx="7110">
                  <c:v>8.2291666665696539E-2</c:v>
                </c:pt>
                <c:pt idx="7111">
                  <c:v>8.2303240735200234E-2</c:v>
                </c:pt>
                <c:pt idx="7112">
                  <c:v>8.2314814811979886E-2</c:v>
                </c:pt>
                <c:pt idx="7113">
                  <c:v>8.2326388888759539E-2</c:v>
                </c:pt>
                <c:pt idx="7114">
                  <c:v>8.2337962958263233E-2</c:v>
                </c:pt>
                <c:pt idx="7115">
                  <c:v>8.2349537035042886E-2</c:v>
                </c:pt>
                <c:pt idx="7116">
                  <c:v>8.2361111111822538E-2</c:v>
                </c:pt>
                <c:pt idx="7117">
                  <c:v>8.2372685181326233E-2</c:v>
                </c:pt>
                <c:pt idx="7118">
                  <c:v>8.2384259258105885E-2</c:v>
                </c:pt>
                <c:pt idx="7119">
                  <c:v>8.239583332760958E-2</c:v>
                </c:pt>
                <c:pt idx="7120">
                  <c:v>8.2407407404389232E-2</c:v>
                </c:pt>
                <c:pt idx="7121">
                  <c:v>8.2418981481168885E-2</c:v>
                </c:pt>
                <c:pt idx="7122">
                  <c:v>8.243055555067258E-2</c:v>
                </c:pt>
                <c:pt idx="7123">
                  <c:v>8.2442129627452232E-2</c:v>
                </c:pt>
                <c:pt idx="7124">
                  <c:v>8.2453703704231884E-2</c:v>
                </c:pt>
                <c:pt idx="7125">
                  <c:v>8.2465277773735579E-2</c:v>
                </c:pt>
                <c:pt idx="7126">
                  <c:v>8.2476851850515231E-2</c:v>
                </c:pt>
                <c:pt idx="7127">
                  <c:v>8.2488425920018926E-2</c:v>
                </c:pt>
                <c:pt idx="7128">
                  <c:v>8.2499999996798579E-2</c:v>
                </c:pt>
                <c:pt idx="7129">
                  <c:v>8.2511574073578231E-2</c:v>
                </c:pt>
                <c:pt idx="7130">
                  <c:v>8.2523148143081926E-2</c:v>
                </c:pt>
                <c:pt idx="7131">
                  <c:v>8.2534722219861578E-2</c:v>
                </c:pt>
                <c:pt idx="7132">
                  <c:v>8.2546296296641231E-2</c:v>
                </c:pt>
                <c:pt idx="7133">
                  <c:v>8.2557870366144925E-2</c:v>
                </c:pt>
                <c:pt idx="7134">
                  <c:v>8.2569444442924578E-2</c:v>
                </c:pt>
                <c:pt idx="7135">
                  <c:v>8.258101851970423E-2</c:v>
                </c:pt>
                <c:pt idx="7136">
                  <c:v>8.2592592589207925E-2</c:v>
                </c:pt>
                <c:pt idx="7137">
                  <c:v>8.2604166665987577E-2</c:v>
                </c:pt>
                <c:pt idx="7138">
                  <c:v>8.2615740735491272E-2</c:v>
                </c:pt>
                <c:pt idx="7139">
                  <c:v>8.2627314812270924E-2</c:v>
                </c:pt>
                <c:pt idx="7140">
                  <c:v>8.2638888889050577E-2</c:v>
                </c:pt>
                <c:pt idx="7141">
                  <c:v>8.2650462958554272E-2</c:v>
                </c:pt>
                <c:pt idx="7142">
                  <c:v>8.2662037035333924E-2</c:v>
                </c:pt>
                <c:pt idx="7143">
                  <c:v>8.2673611112113576E-2</c:v>
                </c:pt>
                <c:pt idx="7144">
                  <c:v>8.2685185181617271E-2</c:v>
                </c:pt>
                <c:pt idx="7145">
                  <c:v>8.2696759258396924E-2</c:v>
                </c:pt>
                <c:pt idx="7146">
                  <c:v>8.2708333327900618E-2</c:v>
                </c:pt>
                <c:pt idx="7147">
                  <c:v>8.2719907404680271E-2</c:v>
                </c:pt>
                <c:pt idx="7148">
                  <c:v>8.2731481481459923E-2</c:v>
                </c:pt>
                <c:pt idx="7149">
                  <c:v>8.2743055550963618E-2</c:v>
                </c:pt>
                <c:pt idx="7150">
                  <c:v>8.275462962774327E-2</c:v>
                </c:pt>
                <c:pt idx="7151">
                  <c:v>8.2766203704522923E-2</c:v>
                </c:pt>
                <c:pt idx="7152">
                  <c:v>8.2777777774026617E-2</c:v>
                </c:pt>
                <c:pt idx="7153">
                  <c:v>8.278935185080627E-2</c:v>
                </c:pt>
                <c:pt idx="7154">
                  <c:v>8.2800925920309965E-2</c:v>
                </c:pt>
                <c:pt idx="7155">
                  <c:v>8.2812499997089617E-2</c:v>
                </c:pt>
                <c:pt idx="7156">
                  <c:v>8.2824074073869269E-2</c:v>
                </c:pt>
                <c:pt idx="7157">
                  <c:v>8.2835648143372964E-2</c:v>
                </c:pt>
                <c:pt idx="7158">
                  <c:v>8.2847222220152617E-2</c:v>
                </c:pt>
                <c:pt idx="7159">
                  <c:v>8.2858796296932269E-2</c:v>
                </c:pt>
                <c:pt idx="7160">
                  <c:v>8.2870370366435964E-2</c:v>
                </c:pt>
                <c:pt idx="7161">
                  <c:v>8.2881944443215616E-2</c:v>
                </c:pt>
                <c:pt idx="7162">
                  <c:v>8.2893518512719311E-2</c:v>
                </c:pt>
                <c:pt idx="7163">
                  <c:v>8.2905092589498963E-2</c:v>
                </c:pt>
                <c:pt idx="7164">
                  <c:v>8.2916666666278616E-2</c:v>
                </c:pt>
                <c:pt idx="7165">
                  <c:v>8.292824073578231E-2</c:v>
                </c:pt>
                <c:pt idx="7166">
                  <c:v>8.2939814812561963E-2</c:v>
                </c:pt>
                <c:pt idx="7167">
                  <c:v>8.2951388889341615E-2</c:v>
                </c:pt>
                <c:pt idx="7168">
                  <c:v>8.296296295884531E-2</c:v>
                </c:pt>
                <c:pt idx="7169">
                  <c:v>8.2974537035624962E-2</c:v>
                </c:pt>
                <c:pt idx="7170">
                  <c:v>8.2986111112404615E-2</c:v>
                </c:pt>
                <c:pt idx="7171">
                  <c:v>8.2997685181908309E-2</c:v>
                </c:pt>
                <c:pt idx="7172">
                  <c:v>8.3009259258687962E-2</c:v>
                </c:pt>
                <c:pt idx="7173">
                  <c:v>8.3020833328191657E-2</c:v>
                </c:pt>
                <c:pt idx="7174">
                  <c:v>8.3032407404971309E-2</c:v>
                </c:pt>
                <c:pt idx="7175">
                  <c:v>8.3043981481750961E-2</c:v>
                </c:pt>
                <c:pt idx="7176">
                  <c:v>8.3055555551254656E-2</c:v>
                </c:pt>
                <c:pt idx="7177">
                  <c:v>8.3067129628034309E-2</c:v>
                </c:pt>
                <c:pt idx="7178">
                  <c:v>8.3078703704813961E-2</c:v>
                </c:pt>
                <c:pt idx="7179">
                  <c:v>8.3090277774317656E-2</c:v>
                </c:pt>
                <c:pt idx="7180">
                  <c:v>8.3101851851097308E-2</c:v>
                </c:pt>
                <c:pt idx="7181">
                  <c:v>8.3113425920601003E-2</c:v>
                </c:pt>
                <c:pt idx="7182">
                  <c:v>8.3124999997380655E-2</c:v>
                </c:pt>
                <c:pt idx="7183">
                  <c:v>8.3136574074160308E-2</c:v>
                </c:pt>
                <c:pt idx="7184">
                  <c:v>8.3148148143664002E-2</c:v>
                </c:pt>
                <c:pt idx="7185">
                  <c:v>8.3159722220443655E-2</c:v>
                </c:pt>
                <c:pt idx="7186">
                  <c:v>8.3171296297223307E-2</c:v>
                </c:pt>
                <c:pt idx="7187">
                  <c:v>8.3182870366727002E-2</c:v>
                </c:pt>
                <c:pt idx="7188">
                  <c:v>8.3194444443506654E-2</c:v>
                </c:pt>
                <c:pt idx="7189">
                  <c:v>8.3206018513010349E-2</c:v>
                </c:pt>
                <c:pt idx="7190">
                  <c:v>8.3217592589790002E-2</c:v>
                </c:pt>
                <c:pt idx="7191">
                  <c:v>8.3229166666569654E-2</c:v>
                </c:pt>
                <c:pt idx="7192">
                  <c:v>8.3240740736073349E-2</c:v>
                </c:pt>
                <c:pt idx="7193">
                  <c:v>8.3252314812853001E-2</c:v>
                </c:pt>
                <c:pt idx="7194">
                  <c:v>8.3263888889632653E-2</c:v>
                </c:pt>
                <c:pt idx="7195">
                  <c:v>8.3275462959136348E-2</c:v>
                </c:pt>
                <c:pt idx="7196">
                  <c:v>8.3287037035916001E-2</c:v>
                </c:pt>
                <c:pt idx="7197">
                  <c:v>8.3298611105419695E-2</c:v>
                </c:pt>
                <c:pt idx="7198">
                  <c:v>8.3310185182199348E-2</c:v>
                </c:pt>
                <c:pt idx="7199">
                  <c:v>8.3321759258979E-2</c:v>
                </c:pt>
                <c:pt idx="7200">
                  <c:v>8.3333333328482695E-2</c:v>
                </c:pt>
                <c:pt idx="7201">
                  <c:v>8.3344907405262347E-2</c:v>
                </c:pt>
                <c:pt idx="7202">
                  <c:v>8.3356481482042E-2</c:v>
                </c:pt>
                <c:pt idx="7203">
                  <c:v>8.3368055551545694E-2</c:v>
                </c:pt>
                <c:pt idx="7204">
                  <c:v>8.3379629628325347E-2</c:v>
                </c:pt>
                <c:pt idx="7205">
                  <c:v>8.3391203697829042E-2</c:v>
                </c:pt>
                <c:pt idx="7206">
                  <c:v>8.3402777774608694E-2</c:v>
                </c:pt>
                <c:pt idx="7207">
                  <c:v>8.3414351851388346E-2</c:v>
                </c:pt>
                <c:pt idx="7208">
                  <c:v>8.3425925920892041E-2</c:v>
                </c:pt>
                <c:pt idx="7209">
                  <c:v>8.3437499997671694E-2</c:v>
                </c:pt>
                <c:pt idx="7210">
                  <c:v>8.3449074074451346E-2</c:v>
                </c:pt>
                <c:pt idx="7211">
                  <c:v>8.3460648143955041E-2</c:v>
                </c:pt>
                <c:pt idx="7212">
                  <c:v>8.3472222220734693E-2</c:v>
                </c:pt>
                <c:pt idx="7213">
                  <c:v>8.3483796297514345E-2</c:v>
                </c:pt>
                <c:pt idx="7214">
                  <c:v>8.349537036701804E-2</c:v>
                </c:pt>
                <c:pt idx="7215">
                  <c:v>8.3506944443797693E-2</c:v>
                </c:pt>
                <c:pt idx="7216">
                  <c:v>8.3518518513301387E-2</c:v>
                </c:pt>
                <c:pt idx="7217">
                  <c:v>8.353009259008104E-2</c:v>
                </c:pt>
                <c:pt idx="7218">
                  <c:v>8.3541666666860692E-2</c:v>
                </c:pt>
                <c:pt idx="7219">
                  <c:v>8.3553240736364387E-2</c:v>
                </c:pt>
                <c:pt idx="7220">
                  <c:v>8.3564814813144039E-2</c:v>
                </c:pt>
                <c:pt idx="7221">
                  <c:v>8.3576388889923692E-2</c:v>
                </c:pt>
                <c:pt idx="7222">
                  <c:v>8.3587962959427387E-2</c:v>
                </c:pt>
                <c:pt idx="7223">
                  <c:v>8.3599537036207039E-2</c:v>
                </c:pt>
                <c:pt idx="7224">
                  <c:v>8.3611111105710734E-2</c:v>
                </c:pt>
                <c:pt idx="7225">
                  <c:v>8.3622685182490386E-2</c:v>
                </c:pt>
                <c:pt idx="7226">
                  <c:v>8.3634259259270038E-2</c:v>
                </c:pt>
                <c:pt idx="7227">
                  <c:v>8.3645833328773733E-2</c:v>
                </c:pt>
                <c:pt idx="7228">
                  <c:v>8.3657407405553386E-2</c:v>
                </c:pt>
                <c:pt idx="7229">
                  <c:v>8.3668981482333038E-2</c:v>
                </c:pt>
                <c:pt idx="7230">
                  <c:v>8.3680555551836733E-2</c:v>
                </c:pt>
                <c:pt idx="7231">
                  <c:v>8.3692129628616385E-2</c:v>
                </c:pt>
                <c:pt idx="7232">
                  <c:v>8.370370369812008E-2</c:v>
                </c:pt>
                <c:pt idx="7233">
                  <c:v>8.3715277774899732E-2</c:v>
                </c:pt>
                <c:pt idx="7234">
                  <c:v>8.3726851851679385E-2</c:v>
                </c:pt>
                <c:pt idx="7235">
                  <c:v>8.3738425921183079E-2</c:v>
                </c:pt>
                <c:pt idx="7236">
                  <c:v>8.3749999997962732E-2</c:v>
                </c:pt>
                <c:pt idx="7237">
                  <c:v>8.3761574074742384E-2</c:v>
                </c:pt>
                <c:pt idx="7238">
                  <c:v>8.3773148144246079E-2</c:v>
                </c:pt>
                <c:pt idx="7239">
                  <c:v>8.3784722221025731E-2</c:v>
                </c:pt>
                <c:pt idx="7240">
                  <c:v>8.3796296290529426E-2</c:v>
                </c:pt>
                <c:pt idx="7241">
                  <c:v>8.3807870367309079E-2</c:v>
                </c:pt>
                <c:pt idx="7242">
                  <c:v>8.3819444444088731E-2</c:v>
                </c:pt>
                <c:pt idx="7243">
                  <c:v>8.3831018513592426E-2</c:v>
                </c:pt>
                <c:pt idx="7244">
                  <c:v>8.3842592590372078E-2</c:v>
                </c:pt>
                <c:pt idx="7245">
                  <c:v>8.3854166667151731E-2</c:v>
                </c:pt>
                <c:pt idx="7246">
                  <c:v>8.3865740736655425E-2</c:v>
                </c:pt>
                <c:pt idx="7247">
                  <c:v>8.3877314813435078E-2</c:v>
                </c:pt>
                <c:pt idx="7248">
                  <c:v>8.388888889021473E-2</c:v>
                </c:pt>
                <c:pt idx="7249">
                  <c:v>8.3900462959718425E-2</c:v>
                </c:pt>
                <c:pt idx="7250">
                  <c:v>8.3912037036498077E-2</c:v>
                </c:pt>
                <c:pt idx="7251">
                  <c:v>8.3923611106001772E-2</c:v>
                </c:pt>
                <c:pt idx="7252">
                  <c:v>8.3935185182781424E-2</c:v>
                </c:pt>
                <c:pt idx="7253">
                  <c:v>8.3946759259561077E-2</c:v>
                </c:pt>
                <c:pt idx="7254">
                  <c:v>8.3958333329064772E-2</c:v>
                </c:pt>
                <c:pt idx="7255">
                  <c:v>8.3969907405844424E-2</c:v>
                </c:pt>
                <c:pt idx="7256">
                  <c:v>8.3981481482624076E-2</c:v>
                </c:pt>
                <c:pt idx="7257">
                  <c:v>8.3993055552127771E-2</c:v>
                </c:pt>
                <c:pt idx="7258">
                  <c:v>8.4004629628907423E-2</c:v>
                </c:pt>
                <c:pt idx="7259">
                  <c:v>8.4016203698411118E-2</c:v>
                </c:pt>
                <c:pt idx="7260">
                  <c:v>8.4027777775190771E-2</c:v>
                </c:pt>
                <c:pt idx="7261">
                  <c:v>8.4039351851970423E-2</c:v>
                </c:pt>
                <c:pt idx="7262">
                  <c:v>8.4050925921474118E-2</c:v>
                </c:pt>
                <c:pt idx="7263">
                  <c:v>8.406249999825377E-2</c:v>
                </c:pt>
                <c:pt idx="7264">
                  <c:v>8.4074074075033423E-2</c:v>
                </c:pt>
                <c:pt idx="7265">
                  <c:v>8.4085648144537117E-2</c:v>
                </c:pt>
                <c:pt idx="7266">
                  <c:v>8.409722222131677E-2</c:v>
                </c:pt>
                <c:pt idx="7267">
                  <c:v>8.4108796290820464E-2</c:v>
                </c:pt>
                <c:pt idx="7268">
                  <c:v>8.4120370367600117E-2</c:v>
                </c:pt>
                <c:pt idx="7269">
                  <c:v>8.4131944444379769E-2</c:v>
                </c:pt>
                <c:pt idx="7270">
                  <c:v>8.4143518513883464E-2</c:v>
                </c:pt>
                <c:pt idx="7271">
                  <c:v>8.4155092590663116E-2</c:v>
                </c:pt>
                <c:pt idx="7272">
                  <c:v>8.4166666667442769E-2</c:v>
                </c:pt>
                <c:pt idx="7273">
                  <c:v>8.4178240736946464E-2</c:v>
                </c:pt>
                <c:pt idx="7274">
                  <c:v>8.4189814813726116E-2</c:v>
                </c:pt>
                <c:pt idx="7275">
                  <c:v>8.4201388883229811E-2</c:v>
                </c:pt>
                <c:pt idx="7276">
                  <c:v>8.4212962960009463E-2</c:v>
                </c:pt>
                <c:pt idx="7277">
                  <c:v>8.4224537036789116E-2</c:v>
                </c:pt>
                <c:pt idx="7278">
                  <c:v>8.423611110629281E-2</c:v>
                </c:pt>
                <c:pt idx="7279">
                  <c:v>8.4247685183072463E-2</c:v>
                </c:pt>
                <c:pt idx="7280">
                  <c:v>8.4259259259852115E-2</c:v>
                </c:pt>
                <c:pt idx="7281">
                  <c:v>8.427083332935581E-2</c:v>
                </c:pt>
                <c:pt idx="7282">
                  <c:v>8.4282407406135462E-2</c:v>
                </c:pt>
                <c:pt idx="7283">
                  <c:v>8.4293981475639157E-2</c:v>
                </c:pt>
                <c:pt idx="7284">
                  <c:v>8.4305555552418809E-2</c:v>
                </c:pt>
                <c:pt idx="7285">
                  <c:v>8.4317129629198462E-2</c:v>
                </c:pt>
                <c:pt idx="7286">
                  <c:v>8.4328703698702157E-2</c:v>
                </c:pt>
                <c:pt idx="7287">
                  <c:v>8.4340277775481809E-2</c:v>
                </c:pt>
                <c:pt idx="7288">
                  <c:v>8.4351851852261461E-2</c:v>
                </c:pt>
                <c:pt idx="7289">
                  <c:v>8.4363425921765156E-2</c:v>
                </c:pt>
                <c:pt idx="7290">
                  <c:v>8.4374999998544808E-2</c:v>
                </c:pt>
                <c:pt idx="7291">
                  <c:v>8.4386574075324461E-2</c:v>
                </c:pt>
                <c:pt idx="7292">
                  <c:v>8.4398148144828156E-2</c:v>
                </c:pt>
                <c:pt idx="7293">
                  <c:v>8.4409722221607808E-2</c:v>
                </c:pt>
                <c:pt idx="7294">
                  <c:v>8.4421296291111503E-2</c:v>
                </c:pt>
                <c:pt idx="7295">
                  <c:v>8.4432870367891155E-2</c:v>
                </c:pt>
                <c:pt idx="7296">
                  <c:v>8.4444444444670808E-2</c:v>
                </c:pt>
                <c:pt idx="7297">
                  <c:v>8.4456018514174502E-2</c:v>
                </c:pt>
                <c:pt idx="7298">
                  <c:v>8.4467592590954155E-2</c:v>
                </c:pt>
                <c:pt idx="7299">
                  <c:v>8.4479166667733807E-2</c:v>
                </c:pt>
                <c:pt idx="7300">
                  <c:v>8.4490740737237502E-2</c:v>
                </c:pt>
                <c:pt idx="7301">
                  <c:v>8.4502314814017154E-2</c:v>
                </c:pt>
                <c:pt idx="7302">
                  <c:v>8.4513888883520849E-2</c:v>
                </c:pt>
                <c:pt idx="7303">
                  <c:v>8.4525462960300501E-2</c:v>
                </c:pt>
                <c:pt idx="7304">
                  <c:v>8.4537037037080154E-2</c:v>
                </c:pt>
                <c:pt idx="7305">
                  <c:v>8.4548611106583849E-2</c:v>
                </c:pt>
                <c:pt idx="7306">
                  <c:v>8.4560185183363501E-2</c:v>
                </c:pt>
                <c:pt idx="7307">
                  <c:v>8.4571759260143153E-2</c:v>
                </c:pt>
                <c:pt idx="7308">
                  <c:v>8.4583333329646848E-2</c:v>
                </c:pt>
                <c:pt idx="7309">
                  <c:v>8.4594907406426501E-2</c:v>
                </c:pt>
                <c:pt idx="7310">
                  <c:v>8.4606481475930195E-2</c:v>
                </c:pt>
                <c:pt idx="7311">
                  <c:v>8.4618055552709848E-2</c:v>
                </c:pt>
                <c:pt idx="7312">
                  <c:v>8.46296296294895E-2</c:v>
                </c:pt>
                <c:pt idx="7313">
                  <c:v>8.4641203698993195E-2</c:v>
                </c:pt>
                <c:pt idx="7314">
                  <c:v>8.4652777775772847E-2</c:v>
                </c:pt>
                <c:pt idx="7315">
                  <c:v>8.46643518525525E-2</c:v>
                </c:pt>
                <c:pt idx="7316">
                  <c:v>8.4675925922056194E-2</c:v>
                </c:pt>
                <c:pt idx="7317">
                  <c:v>8.4687499998835847E-2</c:v>
                </c:pt>
                <c:pt idx="7318">
                  <c:v>8.4699074068339542E-2</c:v>
                </c:pt>
                <c:pt idx="7319">
                  <c:v>8.4710648145119194E-2</c:v>
                </c:pt>
                <c:pt idx="7320">
                  <c:v>8.4722222221898846E-2</c:v>
                </c:pt>
                <c:pt idx="7321">
                  <c:v>8.4733796291402541E-2</c:v>
                </c:pt>
                <c:pt idx="7322">
                  <c:v>8.4745370368182193E-2</c:v>
                </c:pt>
                <c:pt idx="7323">
                  <c:v>8.4756944444961846E-2</c:v>
                </c:pt>
                <c:pt idx="7324">
                  <c:v>8.4768518514465541E-2</c:v>
                </c:pt>
                <c:pt idx="7325">
                  <c:v>8.4780092591245193E-2</c:v>
                </c:pt>
                <c:pt idx="7326">
                  <c:v>8.4791666660748888E-2</c:v>
                </c:pt>
                <c:pt idx="7327">
                  <c:v>8.480324073752854E-2</c:v>
                </c:pt>
                <c:pt idx="7328">
                  <c:v>8.4814814814308193E-2</c:v>
                </c:pt>
                <c:pt idx="7329">
                  <c:v>8.4826388883811887E-2</c:v>
                </c:pt>
                <c:pt idx="7330">
                  <c:v>8.483796296059154E-2</c:v>
                </c:pt>
                <c:pt idx="7331">
                  <c:v>8.4849537037371192E-2</c:v>
                </c:pt>
                <c:pt idx="7332">
                  <c:v>8.4861111106874887E-2</c:v>
                </c:pt>
                <c:pt idx="7333">
                  <c:v>8.4872685183654539E-2</c:v>
                </c:pt>
                <c:pt idx="7334">
                  <c:v>8.4884259260434192E-2</c:v>
                </c:pt>
                <c:pt idx="7335">
                  <c:v>8.4895833329937886E-2</c:v>
                </c:pt>
                <c:pt idx="7336">
                  <c:v>8.4907407406717539E-2</c:v>
                </c:pt>
                <c:pt idx="7337">
                  <c:v>8.4918981476221234E-2</c:v>
                </c:pt>
                <c:pt idx="7338">
                  <c:v>8.4930555553000886E-2</c:v>
                </c:pt>
                <c:pt idx="7339">
                  <c:v>8.4942129629780538E-2</c:v>
                </c:pt>
                <c:pt idx="7340">
                  <c:v>8.4953703699284233E-2</c:v>
                </c:pt>
                <c:pt idx="7341">
                  <c:v>8.4965277776063886E-2</c:v>
                </c:pt>
                <c:pt idx="7342">
                  <c:v>8.4976851852843538E-2</c:v>
                </c:pt>
                <c:pt idx="7343">
                  <c:v>8.4988425922347233E-2</c:v>
                </c:pt>
                <c:pt idx="7344">
                  <c:v>8.4999999999126885E-2</c:v>
                </c:pt>
                <c:pt idx="7345">
                  <c:v>8.501157406863058E-2</c:v>
                </c:pt>
                <c:pt idx="7346">
                  <c:v>8.5023148145410232E-2</c:v>
                </c:pt>
                <c:pt idx="7347">
                  <c:v>8.5034722222189885E-2</c:v>
                </c:pt>
                <c:pt idx="7348">
                  <c:v>8.5046296291693579E-2</c:v>
                </c:pt>
                <c:pt idx="7349">
                  <c:v>8.5057870368473232E-2</c:v>
                </c:pt>
                <c:pt idx="7350">
                  <c:v>8.5069444445252884E-2</c:v>
                </c:pt>
                <c:pt idx="7351">
                  <c:v>8.5081018514756579E-2</c:v>
                </c:pt>
                <c:pt idx="7352">
                  <c:v>8.5092592591536231E-2</c:v>
                </c:pt>
                <c:pt idx="7353">
                  <c:v>8.5104166661039926E-2</c:v>
                </c:pt>
                <c:pt idx="7354">
                  <c:v>8.5115740737819578E-2</c:v>
                </c:pt>
                <c:pt idx="7355">
                  <c:v>8.5127314814599231E-2</c:v>
                </c:pt>
                <c:pt idx="7356">
                  <c:v>8.5138888884102926E-2</c:v>
                </c:pt>
                <c:pt idx="7357">
                  <c:v>8.5150462960882578E-2</c:v>
                </c:pt>
                <c:pt idx="7358">
                  <c:v>8.516203703766223E-2</c:v>
                </c:pt>
                <c:pt idx="7359">
                  <c:v>8.5173611107165925E-2</c:v>
                </c:pt>
                <c:pt idx="7360">
                  <c:v>8.5185185183945578E-2</c:v>
                </c:pt>
                <c:pt idx="7361">
                  <c:v>8.5196759253449272E-2</c:v>
                </c:pt>
                <c:pt idx="7362">
                  <c:v>8.5208333330228925E-2</c:v>
                </c:pt>
                <c:pt idx="7363">
                  <c:v>8.5219907407008577E-2</c:v>
                </c:pt>
                <c:pt idx="7364">
                  <c:v>8.5231481476512272E-2</c:v>
                </c:pt>
                <c:pt idx="7365">
                  <c:v>8.5243055553291924E-2</c:v>
                </c:pt>
                <c:pt idx="7366">
                  <c:v>8.5254629630071577E-2</c:v>
                </c:pt>
                <c:pt idx="7367">
                  <c:v>8.5266203699575271E-2</c:v>
                </c:pt>
                <c:pt idx="7368">
                  <c:v>8.5277777776354924E-2</c:v>
                </c:pt>
                <c:pt idx="7369">
                  <c:v>8.5289351853134576E-2</c:v>
                </c:pt>
                <c:pt idx="7370">
                  <c:v>8.5300925922638271E-2</c:v>
                </c:pt>
                <c:pt idx="7371">
                  <c:v>8.5312499999417923E-2</c:v>
                </c:pt>
                <c:pt idx="7372">
                  <c:v>8.5324074068921618E-2</c:v>
                </c:pt>
                <c:pt idx="7373">
                  <c:v>8.5335648145701271E-2</c:v>
                </c:pt>
                <c:pt idx="7374">
                  <c:v>8.5347222222480923E-2</c:v>
                </c:pt>
                <c:pt idx="7375">
                  <c:v>8.5358796291984618E-2</c:v>
                </c:pt>
                <c:pt idx="7376">
                  <c:v>8.537037036876427E-2</c:v>
                </c:pt>
                <c:pt idx="7377">
                  <c:v>8.5381944445543922E-2</c:v>
                </c:pt>
                <c:pt idx="7378">
                  <c:v>8.5393518515047617E-2</c:v>
                </c:pt>
                <c:pt idx="7379">
                  <c:v>8.540509259182727E-2</c:v>
                </c:pt>
                <c:pt idx="7380">
                  <c:v>8.5416666661330964E-2</c:v>
                </c:pt>
                <c:pt idx="7381">
                  <c:v>8.5428240738110617E-2</c:v>
                </c:pt>
                <c:pt idx="7382">
                  <c:v>8.5439814814890269E-2</c:v>
                </c:pt>
                <c:pt idx="7383">
                  <c:v>8.5451388884393964E-2</c:v>
                </c:pt>
                <c:pt idx="7384">
                  <c:v>8.5462962961173616E-2</c:v>
                </c:pt>
                <c:pt idx="7385">
                  <c:v>8.5474537037953269E-2</c:v>
                </c:pt>
                <c:pt idx="7386">
                  <c:v>8.5486111107456964E-2</c:v>
                </c:pt>
                <c:pt idx="7387">
                  <c:v>8.5497685184236616E-2</c:v>
                </c:pt>
                <c:pt idx="7388">
                  <c:v>8.5509259253740311E-2</c:v>
                </c:pt>
                <c:pt idx="7389">
                  <c:v>8.5520833330519963E-2</c:v>
                </c:pt>
                <c:pt idx="7390">
                  <c:v>8.5532407407299615E-2</c:v>
                </c:pt>
                <c:pt idx="7391">
                  <c:v>8.554398147680331E-2</c:v>
                </c:pt>
                <c:pt idx="7392">
                  <c:v>8.5555555553582963E-2</c:v>
                </c:pt>
                <c:pt idx="7393">
                  <c:v>8.5567129630362615E-2</c:v>
                </c:pt>
                <c:pt idx="7394">
                  <c:v>8.557870369986631E-2</c:v>
                </c:pt>
                <c:pt idx="7395">
                  <c:v>8.5590277776645962E-2</c:v>
                </c:pt>
                <c:pt idx="7396">
                  <c:v>8.5601851846149657E-2</c:v>
                </c:pt>
                <c:pt idx="7397">
                  <c:v>8.5613425922929309E-2</c:v>
                </c:pt>
                <c:pt idx="7398">
                  <c:v>8.5624999999708962E-2</c:v>
                </c:pt>
                <c:pt idx="7399">
                  <c:v>8.5636574069212656E-2</c:v>
                </c:pt>
                <c:pt idx="7400">
                  <c:v>8.5648148145992309E-2</c:v>
                </c:pt>
                <c:pt idx="7401">
                  <c:v>8.5659722222771961E-2</c:v>
                </c:pt>
                <c:pt idx="7402">
                  <c:v>8.5671296292275656E-2</c:v>
                </c:pt>
                <c:pt idx="7403">
                  <c:v>8.5682870369055308E-2</c:v>
                </c:pt>
                <c:pt idx="7404">
                  <c:v>8.5694444438559003E-2</c:v>
                </c:pt>
                <c:pt idx="7405">
                  <c:v>8.5706018515338656E-2</c:v>
                </c:pt>
                <c:pt idx="7406">
                  <c:v>8.5717592592118308E-2</c:v>
                </c:pt>
                <c:pt idx="7407">
                  <c:v>8.5729166661622003E-2</c:v>
                </c:pt>
                <c:pt idx="7408">
                  <c:v>8.5740740738401655E-2</c:v>
                </c:pt>
                <c:pt idx="7409">
                  <c:v>8.5752314815181307E-2</c:v>
                </c:pt>
                <c:pt idx="7410">
                  <c:v>8.5763888884685002E-2</c:v>
                </c:pt>
                <c:pt idx="7411">
                  <c:v>8.5775462961464655E-2</c:v>
                </c:pt>
                <c:pt idx="7412">
                  <c:v>8.5787037038244307E-2</c:v>
                </c:pt>
                <c:pt idx="7413">
                  <c:v>8.5798611107748002E-2</c:v>
                </c:pt>
                <c:pt idx="7414">
                  <c:v>8.5810185184527654E-2</c:v>
                </c:pt>
                <c:pt idx="7415">
                  <c:v>8.5821759254031349E-2</c:v>
                </c:pt>
                <c:pt idx="7416">
                  <c:v>8.5833333330811001E-2</c:v>
                </c:pt>
                <c:pt idx="7417">
                  <c:v>8.5844907407590654E-2</c:v>
                </c:pt>
                <c:pt idx="7418">
                  <c:v>8.5856481477094349E-2</c:v>
                </c:pt>
                <c:pt idx="7419">
                  <c:v>8.5868055553874001E-2</c:v>
                </c:pt>
                <c:pt idx="7420">
                  <c:v>8.5879629630653653E-2</c:v>
                </c:pt>
                <c:pt idx="7421">
                  <c:v>8.5891203700157348E-2</c:v>
                </c:pt>
                <c:pt idx="7422">
                  <c:v>8.5902777776937E-2</c:v>
                </c:pt>
                <c:pt idx="7423">
                  <c:v>8.5914351846440695E-2</c:v>
                </c:pt>
                <c:pt idx="7424">
                  <c:v>8.5925925923220348E-2</c:v>
                </c:pt>
                <c:pt idx="7425">
                  <c:v>8.59375E-2</c:v>
                </c:pt>
                <c:pt idx="7426">
                  <c:v>8.5949074069503695E-2</c:v>
                </c:pt>
                <c:pt idx="7427">
                  <c:v>8.5960648146283347E-2</c:v>
                </c:pt>
                <c:pt idx="7428">
                  <c:v>8.5972222223063E-2</c:v>
                </c:pt>
                <c:pt idx="7429">
                  <c:v>8.5983796292566694E-2</c:v>
                </c:pt>
                <c:pt idx="7430">
                  <c:v>8.5995370369346347E-2</c:v>
                </c:pt>
                <c:pt idx="7431">
                  <c:v>8.6006944438850041E-2</c:v>
                </c:pt>
                <c:pt idx="7432">
                  <c:v>8.6018518515629694E-2</c:v>
                </c:pt>
                <c:pt idx="7433">
                  <c:v>8.6030092592409346E-2</c:v>
                </c:pt>
                <c:pt idx="7434">
                  <c:v>8.6041666661913041E-2</c:v>
                </c:pt>
                <c:pt idx="7435">
                  <c:v>8.6053240738692693E-2</c:v>
                </c:pt>
                <c:pt idx="7436">
                  <c:v>8.6064814815472346E-2</c:v>
                </c:pt>
                <c:pt idx="7437">
                  <c:v>8.6076388884976041E-2</c:v>
                </c:pt>
                <c:pt idx="7438">
                  <c:v>8.6087962961755693E-2</c:v>
                </c:pt>
                <c:pt idx="7439">
                  <c:v>8.6099537031259388E-2</c:v>
                </c:pt>
                <c:pt idx="7440">
                  <c:v>8.611111110803904E-2</c:v>
                </c:pt>
                <c:pt idx="7441">
                  <c:v>8.6122685184818693E-2</c:v>
                </c:pt>
                <c:pt idx="7442">
                  <c:v>8.6134259254322387E-2</c:v>
                </c:pt>
                <c:pt idx="7443">
                  <c:v>8.614583333110204E-2</c:v>
                </c:pt>
                <c:pt idx="7444">
                  <c:v>8.6157407407881692E-2</c:v>
                </c:pt>
                <c:pt idx="7445">
                  <c:v>8.6168981477385387E-2</c:v>
                </c:pt>
                <c:pt idx="7446">
                  <c:v>8.6180555554165039E-2</c:v>
                </c:pt>
                <c:pt idx="7447">
                  <c:v>8.6192129630944692E-2</c:v>
                </c:pt>
                <c:pt idx="7448">
                  <c:v>8.6203703700448386E-2</c:v>
                </c:pt>
                <c:pt idx="7449">
                  <c:v>8.6215277777228039E-2</c:v>
                </c:pt>
                <c:pt idx="7450">
                  <c:v>8.6226851846731734E-2</c:v>
                </c:pt>
                <c:pt idx="7451">
                  <c:v>8.6238425923511386E-2</c:v>
                </c:pt>
                <c:pt idx="7452">
                  <c:v>8.6250000000291038E-2</c:v>
                </c:pt>
                <c:pt idx="7453">
                  <c:v>8.6261574069794733E-2</c:v>
                </c:pt>
                <c:pt idx="7454">
                  <c:v>8.6273148146574385E-2</c:v>
                </c:pt>
                <c:pt idx="7455">
                  <c:v>8.6284722223354038E-2</c:v>
                </c:pt>
                <c:pt idx="7456">
                  <c:v>8.6296296292857733E-2</c:v>
                </c:pt>
                <c:pt idx="7457">
                  <c:v>8.6307870369637385E-2</c:v>
                </c:pt>
                <c:pt idx="7458">
                  <c:v>8.631944443914108E-2</c:v>
                </c:pt>
                <c:pt idx="7459">
                  <c:v>8.6331018515920732E-2</c:v>
                </c:pt>
                <c:pt idx="7460">
                  <c:v>8.6342592592700385E-2</c:v>
                </c:pt>
                <c:pt idx="7461">
                  <c:v>8.6354166662204079E-2</c:v>
                </c:pt>
                <c:pt idx="7462">
                  <c:v>8.6365740738983732E-2</c:v>
                </c:pt>
                <c:pt idx="7463">
                  <c:v>8.6377314815763384E-2</c:v>
                </c:pt>
                <c:pt idx="7464">
                  <c:v>8.6388888885267079E-2</c:v>
                </c:pt>
                <c:pt idx="7465">
                  <c:v>8.6400462962046731E-2</c:v>
                </c:pt>
                <c:pt idx="7466">
                  <c:v>8.6412037031550426E-2</c:v>
                </c:pt>
                <c:pt idx="7467">
                  <c:v>8.6423611108330078E-2</c:v>
                </c:pt>
                <c:pt idx="7468">
                  <c:v>8.6435185185109731E-2</c:v>
                </c:pt>
                <c:pt idx="7469">
                  <c:v>8.6446759254613426E-2</c:v>
                </c:pt>
                <c:pt idx="7470">
                  <c:v>8.6458333331393078E-2</c:v>
                </c:pt>
                <c:pt idx="7471">
                  <c:v>8.646990740817273E-2</c:v>
                </c:pt>
                <c:pt idx="7472">
                  <c:v>8.6481481477676425E-2</c:v>
                </c:pt>
                <c:pt idx="7473">
                  <c:v>8.6493055554456078E-2</c:v>
                </c:pt>
                <c:pt idx="7474">
                  <c:v>8.6504629623959772E-2</c:v>
                </c:pt>
                <c:pt idx="7475">
                  <c:v>8.6516203700739425E-2</c:v>
                </c:pt>
                <c:pt idx="7476">
                  <c:v>8.6527777777519077E-2</c:v>
                </c:pt>
                <c:pt idx="7477">
                  <c:v>8.6539351847022772E-2</c:v>
                </c:pt>
                <c:pt idx="7478">
                  <c:v>8.6550925923802424E-2</c:v>
                </c:pt>
                <c:pt idx="7479">
                  <c:v>8.6562500000582077E-2</c:v>
                </c:pt>
                <c:pt idx="7480">
                  <c:v>8.6574074070085771E-2</c:v>
                </c:pt>
                <c:pt idx="7481">
                  <c:v>8.6585648146865424E-2</c:v>
                </c:pt>
                <c:pt idx="7482">
                  <c:v>8.6597222216369119E-2</c:v>
                </c:pt>
                <c:pt idx="7483">
                  <c:v>8.6608796293148771E-2</c:v>
                </c:pt>
                <c:pt idx="7484">
                  <c:v>8.6620370369928423E-2</c:v>
                </c:pt>
                <c:pt idx="7485">
                  <c:v>8.6631944439432118E-2</c:v>
                </c:pt>
                <c:pt idx="7486">
                  <c:v>8.664351851621177E-2</c:v>
                </c:pt>
                <c:pt idx="7487">
                  <c:v>8.6655092592991423E-2</c:v>
                </c:pt>
                <c:pt idx="7488">
                  <c:v>8.6666666662495118E-2</c:v>
                </c:pt>
                <c:pt idx="7489">
                  <c:v>8.667824073927477E-2</c:v>
                </c:pt>
                <c:pt idx="7490">
                  <c:v>8.6689814816054422E-2</c:v>
                </c:pt>
                <c:pt idx="7491">
                  <c:v>8.6701388885558117E-2</c:v>
                </c:pt>
                <c:pt idx="7492">
                  <c:v>8.671296296233777E-2</c:v>
                </c:pt>
                <c:pt idx="7493">
                  <c:v>8.6724537031841464E-2</c:v>
                </c:pt>
                <c:pt idx="7494">
                  <c:v>8.6736111108621117E-2</c:v>
                </c:pt>
                <c:pt idx="7495">
                  <c:v>8.6747685185400769E-2</c:v>
                </c:pt>
                <c:pt idx="7496">
                  <c:v>8.6759259254904464E-2</c:v>
                </c:pt>
                <c:pt idx="7497">
                  <c:v>8.6770833331684116E-2</c:v>
                </c:pt>
                <c:pt idx="7498">
                  <c:v>8.6782407408463769E-2</c:v>
                </c:pt>
                <c:pt idx="7499">
                  <c:v>8.6793981477967463E-2</c:v>
                </c:pt>
                <c:pt idx="7500">
                  <c:v>8.6805555554747116E-2</c:v>
                </c:pt>
                <c:pt idx="7501">
                  <c:v>8.6817129624250811E-2</c:v>
                </c:pt>
                <c:pt idx="7502">
                  <c:v>8.6828703701030463E-2</c:v>
                </c:pt>
                <c:pt idx="7503">
                  <c:v>8.6840277777810115E-2</c:v>
                </c:pt>
                <c:pt idx="7504">
                  <c:v>8.685185184731381E-2</c:v>
                </c:pt>
                <c:pt idx="7505">
                  <c:v>8.6863425924093463E-2</c:v>
                </c:pt>
                <c:pt idx="7506">
                  <c:v>8.6875000000873115E-2</c:v>
                </c:pt>
                <c:pt idx="7507">
                  <c:v>8.688657407037681E-2</c:v>
                </c:pt>
                <c:pt idx="7508">
                  <c:v>8.6898148147156462E-2</c:v>
                </c:pt>
                <c:pt idx="7509">
                  <c:v>8.6909722216660157E-2</c:v>
                </c:pt>
                <c:pt idx="7510">
                  <c:v>8.6921296293439809E-2</c:v>
                </c:pt>
                <c:pt idx="7511">
                  <c:v>8.6932870370219462E-2</c:v>
                </c:pt>
                <c:pt idx="7512">
                  <c:v>8.6944444439723156E-2</c:v>
                </c:pt>
                <c:pt idx="7513">
                  <c:v>8.6956018516502809E-2</c:v>
                </c:pt>
                <c:pt idx="7514">
                  <c:v>8.6967592593282461E-2</c:v>
                </c:pt>
                <c:pt idx="7515">
                  <c:v>8.6979166662786156E-2</c:v>
                </c:pt>
                <c:pt idx="7516">
                  <c:v>8.6990740739565808E-2</c:v>
                </c:pt>
                <c:pt idx="7517">
                  <c:v>8.7002314809069503E-2</c:v>
                </c:pt>
                <c:pt idx="7518">
                  <c:v>8.7013888885849155E-2</c:v>
                </c:pt>
                <c:pt idx="7519">
                  <c:v>8.7025462962628808E-2</c:v>
                </c:pt>
                <c:pt idx="7520">
                  <c:v>8.7037037032132503E-2</c:v>
                </c:pt>
                <c:pt idx="7521">
                  <c:v>8.7048611108912155E-2</c:v>
                </c:pt>
                <c:pt idx="7522">
                  <c:v>8.7060185185691807E-2</c:v>
                </c:pt>
                <c:pt idx="7523">
                  <c:v>8.7071759255195502E-2</c:v>
                </c:pt>
                <c:pt idx="7524">
                  <c:v>8.7083333331975155E-2</c:v>
                </c:pt>
                <c:pt idx="7525">
                  <c:v>8.7094907401478849E-2</c:v>
                </c:pt>
                <c:pt idx="7526">
                  <c:v>8.7106481478258502E-2</c:v>
                </c:pt>
                <c:pt idx="7527">
                  <c:v>8.7118055555038154E-2</c:v>
                </c:pt>
                <c:pt idx="7528">
                  <c:v>8.7129629624541849E-2</c:v>
                </c:pt>
                <c:pt idx="7529">
                  <c:v>8.7141203701321501E-2</c:v>
                </c:pt>
                <c:pt idx="7530">
                  <c:v>8.7152777778101154E-2</c:v>
                </c:pt>
                <c:pt idx="7531">
                  <c:v>8.7164351847604848E-2</c:v>
                </c:pt>
                <c:pt idx="7532">
                  <c:v>8.7175925924384501E-2</c:v>
                </c:pt>
                <c:pt idx="7533">
                  <c:v>8.7187500001164153E-2</c:v>
                </c:pt>
                <c:pt idx="7534">
                  <c:v>8.7199074070667848E-2</c:v>
                </c:pt>
                <c:pt idx="7535">
                  <c:v>8.72106481474475E-2</c:v>
                </c:pt>
                <c:pt idx="7536">
                  <c:v>8.7222222216951195E-2</c:v>
                </c:pt>
                <c:pt idx="7537">
                  <c:v>8.7233796293730848E-2</c:v>
                </c:pt>
                <c:pt idx="7538">
                  <c:v>8.72453703705105E-2</c:v>
                </c:pt>
                <c:pt idx="7539">
                  <c:v>8.7256944440014195E-2</c:v>
                </c:pt>
                <c:pt idx="7540">
                  <c:v>8.7268518516793847E-2</c:v>
                </c:pt>
                <c:pt idx="7541">
                  <c:v>8.7280092593573499E-2</c:v>
                </c:pt>
                <c:pt idx="7542">
                  <c:v>8.7291666663077194E-2</c:v>
                </c:pt>
                <c:pt idx="7543">
                  <c:v>8.7303240739856847E-2</c:v>
                </c:pt>
                <c:pt idx="7544">
                  <c:v>8.7314814809360541E-2</c:v>
                </c:pt>
                <c:pt idx="7545">
                  <c:v>8.7326388886140194E-2</c:v>
                </c:pt>
                <c:pt idx="7546">
                  <c:v>8.7337962962919846E-2</c:v>
                </c:pt>
                <c:pt idx="7547">
                  <c:v>8.7349537032423541E-2</c:v>
                </c:pt>
                <c:pt idx="7548">
                  <c:v>8.7361111109203193E-2</c:v>
                </c:pt>
                <c:pt idx="7549">
                  <c:v>8.7372685185982846E-2</c:v>
                </c:pt>
                <c:pt idx="7550">
                  <c:v>8.738425925548654E-2</c:v>
                </c:pt>
                <c:pt idx="7551">
                  <c:v>8.7395833332266193E-2</c:v>
                </c:pt>
                <c:pt idx="7552">
                  <c:v>8.7407407401769888E-2</c:v>
                </c:pt>
                <c:pt idx="7553">
                  <c:v>8.741898147854954E-2</c:v>
                </c:pt>
                <c:pt idx="7554">
                  <c:v>8.7430555555329192E-2</c:v>
                </c:pt>
                <c:pt idx="7555">
                  <c:v>8.7442129624832887E-2</c:v>
                </c:pt>
                <c:pt idx="7556">
                  <c:v>8.745370370161254E-2</c:v>
                </c:pt>
                <c:pt idx="7557">
                  <c:v>8.7465277778392192E-2</c:v>
                </c:pt>
                <c:pt idx="7558">
                  <c:v>8.7476851847895887E-2</c:v>
                </c:pt>
                <c:pt idx="7559">
                  <c:v>8.7488425924675539E-2</c:v>
                </c:pt>
                <c:pt idx="7560">
                  <c:v>8.7499999994179234E-2</c:v>
                </c:pt>
                <c:pt idx="7561">
                  <c:v>8.7511574070958886E-2</c:v>
                </c:pt>
                <c:pt idx="7562">
                  <c:v>8.7523148147738539E-2</c:v>
                </c:pt>
                <c:pt idx="7563">
                  <c:v>8.7534722217242233E-2</c:v>
                </c:pt>
                <c:pt idx="7564">
                  <c:v>8.7546296294021886E-2</c:v>
                </c:pt>
                <c:pt idx="7565">
                  <c:v>8.7557870370801538E-2</c:v>
                </c:pt>
                <c:pt idx="7566">
                  <c:v>8.7569444440305233E-2</c:v>
                </c:pt>
                <c:pt idx="7567">
                  <c:v>8.7581018517084885E-2</c:v>
                </c:pt>
                <c:pt idx="7568">
                  <c:v>8.7592592593864538E-2</c:v>
                </c:pt>
                <c:pt idx="7569">
                  <c:v>8.7604166663368233E-2</c:v>
                </c:pt>
                <c:pt idx="7570">
                  <c:v>8.7615740740147885E-2</c:v>
                </c:pt>
                <c:pt idx="7571">
                  <c:v>8.762731480965158E-2</c:v>
                </c:pt>
                <c:pt idx="7572">
                  <c:v>8.7638888886431232E-2</c:v>
                </c:pt>
                <c:pt idx="7573">
                  <c:v>8.7650462963210884E-2</c:v>
                </c:pt>
                <c:pt idx="7574">
                  <c:v>8.7662037032714579E-2</c:v>
                </c:pt>
                <c:pt idx="7575">
                  <c:v>8.7673611109494232E-2</c:v>
                </c:pt>
                <c:pt idx="7576">
                  <c:v>8.7685185186273884E-2</c:v>
                </c:pt>
                <c:pt idx="7577">
                  <c:v>8.7696759255777579E-2</c:v>
                </c:pt>
                <c:pt idx="7578">
                  <c:v>8.7708333332557231E-2</c:v>
                </c:pt>
                <c:pt idx="7579">
                  <c:v>8.7719907402060926E-2</c:v>
                </c:pt>
                <c:pt idx="7580">
                  <c:v>8.7731481478840578E-2</c:v>
                </c:pt>
                <c:pt idx="7581">
                  <c:v>8.7743055555620231E-2</c:v>
                </c:pt>
                <c:pt idx="7582">
                  <c:v>8.7754629625123926E-2</c:v>
                </c:pt>
                <c:pt idx="7583">
                  <c:v>8.7766203701903578E-2</c:v>
                </c:pt>
                <c:pt idx="7584">
                  <c:v>8.777777777868323E-2</c:v>
                </c:pt>
                <c:pt idx="7585">
                  <c:v>8.7789351848186925E-2</c:v>
                </c:pt>
                <c:pt idx="7586">
                  <c:v>8.7800925924966577E-2</c:v>
                </c:pt>
                <c:pt idx="7587">
                  <c:v>8.7812499994470272E-2</c:v>
                </c:pt>
                <c:pt idx="7588">
                  <c:v>8.7824074071249925E-2</c:v>
                </c:pt>
                <c:pt idx="7589">
                  <c:v>8.7835648148029577E-2</c:v>
                </c:pt>
                <c:pt idx="7590">
                  <c:v>8.7847222217533272E-2</c:v>
                </c:pt>
                <c:pt idx="7591">
                  <c:v>8.7858796294312924E-2</c:v>
                </c:pt>
                <c:pt idx="7592">
                  <c:v>8.7870370371092577E-2</c:v>
                </c:pt>
                <c:pt idx="7593">
                  <c:v>8.7881944440596271E-2</c:v>
                </c:pt>
                <c:pt idx="7594">
                  <c:v>8.7893518517375924E-2</c:v>
                </c:pt>
                <c:pt idx="7595">
                  <c:v>8.7905092586879618E-2</c:v>
                </c:pt>
                <c:pt idx="7596">
                  <c:v>8.7916666663659271E-2</c:v>
                </c:pt>
                <c:pt idx="7597">
                  <c:v>8.7928240740438923E-2</c:v>
                </c:pt>
                <c:pt idx="7598">
                  <c:v>8.7939814809942618E-2</c:v>
                </c:pt>
                <c:pt idx="7599">
                  <c:v>8.795138888672227E-2</c:v>
                </c:pt>
                <c:pt idx="7600">
                  <c:v>8.7962962963501923E-2</c:v>
                </c:pt>
                <c:pt idx="7601">
                  <c:v>8.7974537033005618E-2</c:v>
                </c:pt>
                <c:pt idx="7602">
                  <c:v>8.798611110978527E-2</c:v>
                </c:pt>
                <c:pt idx="7603">
                  <c:v>8.7997685179288965E-2</c:v>
                </c:pt>
                <c:pt idx="7604">
                  <c:v>8.8009259256068617E-2</c:v>
                </c:pt>
                <c:pt idx="7605">
                  <c:v>8.8020833332848269E-2</c:v>
                </c:pt>
                <c:pt idx="7606">
                  <c:v>8.8032407402351964E-2</c:v>
                </c:pt>
                <c:pt idx="7607">
                  <c:v>8.8043981479131617E-2</c:v>
                </c:pt>
                <c:pt idx="7608">
                  <c:v>8.8055555555911269E-2</c:v>
                </c:pt>
                <c:pt idx="7609">
                  <c:v>8.8067129625414964E-2</c:v>
                </c:pt>
                <c:pt idx="7610">
                  <c:v>8.8078703702194616E-2</c:v>
                </c:pt>
                <c:pt idx="7611">
                  <c:v>8.8090277778974269E-2</c:v>
                </c:pt>
                <c:pt idx="7612">
                  <c:v>8.8101851848477963E-2</c:v>
                </c:pt>
                <c:pt idx="7613">
                  <c:v>8.8113425925257616E-2</c:v>
                </c:pt>
                <c:pt idx="7614">
                  <c:v>8.8124999994761311E-2</c:v>
                </c:pt>
                <c:pt idx="7615">
                  <c:v>8.8136574071540963E-2</c:v>
                </c:pt>
                <c:pt idx="7616">
                  <c:v>8.8148148148320615E-2</c:v>
                </c:pt>
                <c:pt idx="7617">
                  <c:v>8.815972221782431E-2</c:v>
                </c:pt>
                <c:pt idx="7618">
                  <c:v>8.8171296294603962E-2</c:v>
                </c:pt>
                <c:pt idx="7619">
                  <c:v>8.8182870371383615E-2</c:v>
                </c:pt>
                <c:pt idx="7620">
                  <c:v>8.819444444088731E-2</c:v>
                </c:pt>
                <c:pt idx="7621">
                  <c:v>8.8206018517666962E-2</c:v>
                </c:pt>
                <c:pt idx="7622">
                  <c:v>8.8217592587170657E-2</c:v>
                </c:pt>
                <c:pt idx="7623">
                  <c:v>8.8229166663950309E-2</c:v>
                </c:pt>
                <c:pt idx="7624">
                  <c:v>8.8240740740729962E-2</c:v>
                </c:pt>
                <c:pt idx="7625">
                  <c:v>8.8252314810233656E-2</c:v>
                </c:pt>
                <c:pt idx="7626">
                  <c:v>8.8263888887013309E-2</c:v>
                </c:pt>
                <c:pt idx="7627">
                  <c:v>8.8275462963792961E-2</c:v>
                </c:pt>
                <c:pt idx="7628">
                  <c:v>8.8287037033296656E-2</c:v>
                </c:pt>
                <c:pt idx="7629">
                  <c:v>8.8298611110076308E-2</c:v>
                </c:pt>
                <c:pt idx="7630">
                  <c:v>8.8310185179580003E-2</c:v>
                </c:pt>
                <c:pt idx="7631">
                  <c:v>8.8321759256359655E-2</c:v>
                </c:pt>
                <c:pt idx="7632">
                  <c:v>8.8333333333139308E-2</c:v>
                </c:pt>
                <c:pt idx="7633">
                  <c:v>8.8344907402643003E-2</c:v>
                </c:pt>
                <c:pt idx="7634">
                  <c:v>8.8356481479422655E-2</c:v>
                </c:pt>
                <c:pt idx="7635">
                  <c:v>8.8368055556202307E-2</c:v>
                </c:pt>
                <c:pt idx="7636">
                  <c:v>8.8379629625706002E-2</c:v>
                </c:pt>
                <c:pt idx="7637">
                  <c:v>8.8391203702485655E-2</c:v>
                </c:pt>
                <c:pt idx="7638">
                  <c:v>8.8402777771989349E-2</c:v>
                </c:pt>
                <c:pt idx="7639">
                  <c:v>8.8414351848769002E-2</c:v>
                </c:pt>
                <c:pt idx="7640">
                  <c:v>8.8425925925548654E-2</c:v>
                </c:pt>
                <c:pt idx="7641">
                  <c:v>8.8437499995052349E-2</c:v>
                </c:pt>
                <c:pt idx="7642">
                  <c:v>8.8449074071832001E-2</c:v>
                </c:pt>
                <c:pt idx="7643">
                  <c:v>8.8460648148611654E-2</c:v>
                </c:pt>
                <c:pt idx="7644">
                  <c:v>8.8472222218115348E-2</c:v>
                </c:pt>
                <c:pt idx="7645">
                  <c:v>8.8483796294895001E-2</c:v>
                </c:pt>
                <c:pt idx="7646">
                  <c:v>8.8495370371674653E-2</c:v>
                </c:pt>
                <c:pt idx="7647">
                  <c:v>8.8506944441178348E-2</c:v>
                </c:pt>
                <c:pt idx="7648">
                  <c:v>8.8518518517958E-2</c:v>
                </c:pt>
                <c:pt idx="7649">
                  <c:v>8.8530092587461695E-2</c:v>
                </c:pt>
                <c:pt idx="7650">
                  <c:v>8.8541666664241347E-2</c:v>
                </c:pt>
                <c:pt idx="7651">
                  <c:v>8.8553240741021E-2</c:v>
                </c:pt>
                <c:pt idx="7652">
                  <c:v>8.8564814810524695E-2</c:v>
                </c:pt>
                <c:pt idx="7653">
                  <c:v>8.8576388887304347E-2</c:v>
                </c:pt>
                <c:pt idx="7654">
                  <c:v>8.8587962964083999E-2</c:v>
                </c:pt>
                <c:pt idx="7655">
                  <c:v>8.8599537033587694E-2</c:v>
                </c:pt>
                <c:pt idx="7656">
                  <c:v>8.8611111110367347E-2</c:v>
                </c:pt>
                <c:pt idx="7657">
                  <c:v>8.8622685179871041E-2</c:v>
                </c:pt>
                <c:pt idx="7658">
                  <c:v>8.8634259256650694E-2</c:v>
                </c:pt>
                <c:pt idx="7659">
                  <c:v>8.8645833333430346E-2</c:v>
                </c:pt>
                <c:pt idx="7660">
                  <c:v>8.8657407402934041E-2</c:v>
                </c:pt>
                <c:pt idx="7661">
                  <c:v>8.8668981479713693E-2</c:v>
                </c:pt>
                <c:pt idx="7662">
                  <c:v>8.8680555556493346E-2</c:v>
                </c:pt>
                <c:pt idx="7663">
                  <c:v>8.869212962599704E-2</c:v>
                </c:pt>
                <c:pt idx="7664">
                  <c:v>8.8703703702776693E-2</c:v>
                </c:pt>
                <c:pt idx="7665">
                  <c:v>8.8715277772280388E-2</c:v>
                </c:pt>
                <c:pt idx="7666">
                  <c:v>8.872685184906004E-2</c:v>
                </c:pt>
                <c:pt idx="7667">
                  <c:v>8.8738425925839692E-2</c:v>
                </c:pt>
                <c:pt idx="7668">
                  <c:v>8.8749999995343387E-2</c:v>
                </c:pt>
                <c:pt idx="7669">
                  <c:v>8.876157407212304E-2</c:v>
                </c:pt>
                <c:pt idx="7670">
                  <c:v>8.8773148148902692E-2</c:v>
                </c:pt>
                <c:pt idx="7671">
                  <c:v>8.8784722218406387E-2</c:v>
                </c:pt>
                <c:pt idx="7672">
                  <c:v>8.8796296295186039E-2</c:v>
                </c:pt>
                <c:pt idx="7673">
                  <c:v>8.8807870364689734E-2</c:v>
                </c:pt>
                <c:pt idx="7674">
                  <c:v>8.8819444441469386E-2</c:v>
                </c:pt>
                <c:pt idx="7675">
                  <c:v>8.8831018518249039E-2</c:v>
                </c:pt>
                <c:pt idx="7676">
                  <c:v>8.8842592587752733E-2</c:v>
                </c:pt>
                <c:pt idx="7677">
                  <c:v>8.8854166664532386E-2</c:v>
                </c:pt>
                <c:pt idx="7678">
                  <c:v>8.8865740741312038E-2</c:v>
                </c:pt>
                <c:pt idx="7679">
                  <c:v>8.8877314810815733E-2</c:v>
                </c:pt>
                <c:pt idx="7680">
                  <c:v>8.8888888887595385E-2</c:v>
                </c:pt>
                <c:pt idx="7681">
                  <c:v>8.890046295709908E-2</c:v>
                </c:pt>
                <c:pt idx="7682">
                  <c:v>8.8912037033878732E-2</c:v>
                </c:pt>
                <c:pt idx="7683">
                  <c:v>8.8923611110658385E-2</c:v>
                </c:pt>
                <c:pt idx="7684">
                  <c:v>8.893518518016208E-2</c:v>
                </c:pt>
                <c:pt idx="7685">
                  <c:v>8.8946759256941732E-2</c:v>
                </c:pt>
                <c:pt idx="7686">
                  <c:v>8.8958333333721384E-2</c:v>
                </c:pt>
                <c:pt idx="7687">
                  <c:v>8.8969907403225079E-2</c:v>
                </c:pt>
                <c:pt idx="7688">
                  <c:v>8.8981481480004732E-2</c:v>
                </c:pt>
                <c:pt idx="7689">
                  <c:v>8.8993055556784384E-2</c:v>
                </c:pt>
                <c:pt idx="7690">
                  <c:v>8.9004629626288079E-2</c:v>
                </c:pt>
                <c:pt idx="7691">
                  <c:v>8.9016203703067731E-2</c:v>
                </c:pt>
                <c:pt idx="7692">
                  <c:v>8.9027777772571426E-2</c:v>
                </c:pt>
                <c:pt idx="7693">
                  <c:v>8.9039351849351078E-2</c:v>
                </c:pt>
                <c:pt idx="7694">
                  <c:v>8.9050925926130731E-2</c:v>
                </c:pt>
                <c:pt idx="7695">
                  <c:v>8.9062499995634425E-2</c:v>
                </c:pt>
                <c:pt idx="7696">
                  <c:v>8.9074074072414078E-2</c:v>
                </c:pt>
                <c:pt idx="7697">
                  <c:v>8.908564814919373E-2</c:v>
                </c:pt>
                <c:pt idx="7698">
                  <c:v>8.9097222218697425E-2</c:v>
                </c:pt>
                <c:pt idx="7699">
                  <c:v>8.9108796295477077E-2</c:v>
                </c:pt>
                <c:pt idx="7700">
                  <c:v>8.9120370364980772E-2</c:v>
                </c:pt>
                <c:pt idx="7701">
                  <c:v>8.9131944441760425E-2</c:v>
                </c:pt>
                <c:pt idx="7702">
                  <c:v>8.9143518518540077E-2</c:v>
                </c:pt>
                <c:pt idx="7703">
                  <c:v>8.9155092588043772E-2</c:v>
                </c:pt>
                <c:pt idx="7704">
                  <c:v>8.9166666664823424E-2</c:v>
                </c:pt>
                <c:pt idx="7705">
                  <c:v>8.9178240741603076E-2</c:v>
                </c:pt>
                <c:pt idx="7706">
                  <c:v>8.9189814811106771E-2</c:v>
                </c:pt>
                <c:pt idx="7707">
                  <c:v>8.9201388887886424E-2</c:v>
                </c:pt>
                <c:pt idx="7708">
                  <c:v>8.9212962957390118E-2</c:v>
                </c:pt>
                <c:pt idx="7709">
                  <c:v>8.9224537034169771E-2</c:v>
                </c:pt>
                <c:pt idx="7710">
                  <c:v>8.9236111110949423E-2</c:v>
                </c:pt>
                <c:pt idx="7711">
                  <c:v>8.9247685180453118E-2</c:v>
                </c:pt>
                <c:pt idx="7712">
                  <c:v>8.925925925723277E-2</c:v>
                </c:pt>
                <c:pt idx="7713">
                  <c:v>8.9270833334012423E-2</c:v>
                </c:pt>
                <c:pt idx="7714">
                  <c:v>8.9282407403516117E-2</c:v>
                </c:pt>
                <c:pt idx="7715">
                  <c:v>8.929398148029577E-2</c:v>
                </c:pt>
                <c:pt idx="7716">
                  <c:v>8.9305555549799465E-2</c:v>
                </c:pt>
                <c:pt idx="7717">
                  <c:v>8.9317129626579117E-2</c:v>
                </c:pt>
                <c:pt idx="7718">
                  <c:v>8.9328703703358769E-2</c:v>
                </c:pt>
                <c:pt idx="7719">
                  <c:v>8.9340277772862464E-2</c:v>
                </c:pt>
                <c:pt idx="7720">
                  <c:v>8.9351851849642117E-2</c:v>
                </c:pt>
                <c:pt idx="7721">
                  <c:v>8.9363425926421769E-2</c:v>
                </c:pt>
                <c:pt idx="7722">
                  <c:v>8.9374999995925464E-2</c:v>
                </c:pt>
                <c:pt idx="7723">
                  <c:v>8.9386574072705116E-2</c:v>
                </c:pt>
                <c:pt idx="7724">
                  <c:v>8.9398148149484769E-2</c:v>
                </c:pt>
                <c:pt idx="7725">
                  <c:v>8.9409722218988463E-2</c:v>
                </c:pt>
                <c:pt idx="7726">
                  <c:v>8.9421296295768116E-2</c:v>
                </c:pt>
                <c:pt idx="7727">
                  <c:v>8.943287036527181E-2</c:v>
                </c:pt>
                <c:pt idx="7728">
                  <c:v>8.9444444442051463E-2</c:v>
                </c:pt>
                <c:pt idx="7729">
                  <c:v>8.9456018518831115E-2</c:v>
                </c:pt>
                <c:pt idx="7730">
                  <c:v>8.946759258833481E-2</c:v>
                </c:pt>
                <c:pt idx="7731">
                  <c:v>8.9479166665114462E-2</c:v>
                </c:pt>
                <c:pt idx="7732">
                  <c:v>8.9490740741894115E-2</c:v>
                </c:pt>
                <c:pt idx="7733">
                  <c:v>8.950231481139781E-2</c:v>
                </c:pt>
                <c:pt idx="7734">
                  <c:v>8.9513888888177462E-2</c:v>
                </c:pt>
                <c:pt idx="7735">
                  <c:v>8.9525462957681157E-2</c:v>
                </c:pt>
                <c:pt idx="7736">
                  <c:v>8.9537037034460809E-2</c:v>
                </c:pt>
                <c:pt idx="7737">
                  <c:v>8.9548611111240461E-2</c:v>
                </c:pt>
                <c:pt idx="7738">
                  <c:v>8.9560185180744156E-2</c:v>
                </c:pt>
                <c:pt idx="7739">
                  <c:v>8.9571759257523809E-2</c:v>
                </c:pt>
                <c:pt idx="7740">
                  <c:v>8.9583333334303461E-2</c:v>
                </c:pt>
                <c:pt idx="7741">
                  <c:v>8.9594907403807156E-2</c:v>
                </c:pt>
                <c:pt idx="7742">
                  <c:v>8.9606481480586808E-2</c:v>
                </c:pt>
                <c:pt idx="7743">
                  <c:v>8.9618055550090503E-2</c:v>
                </c:pt>
                <c:pt idx="7744">
                  <c:v>8.9629629626870155E-2</c:v>
                </c:pt>
                <c:pt idx="7745">
                  <c:v>8.9641203703649808E-2</c:v>
                </c:pt>
                <c:pt idx="7746">
                  <c:v>8.9652777773153502E-2</c:v>
                </c:pt>
                <c:pt idx="7747">
                  <c:v>8.9664351849933155E-2</c:v>
                </c:pt>
                <c:pt idx="7748">
                  <c:v>8.9675925926712807E-2</c:v>
                </c:pt>
                <c:pt idx="7749">
                  <c:v>8.9687499996216502E-2</c:v>
                </c:pt>
                <c:pt idx="7750">
                  <c:v>8.9699074072996154E-2</c:v>
                </c:pt>
                <c:pt idx="7751">
                  <c:v>8.9710648142499849E-2</c:v>
                </c:pt>
                <c:pt idx="7752">
                  <c:v>8.9722222219279502E-2</c:v>
                </c:pt>
                <c:pt idx="7753">
                  <c:v>8.9733796296059154E-2</c:v>
                </c:pt>
                <c:pt idx="7754">
                  <c:v>8.9745370365562849E-2</c:v>
                </c:pt>
                <c:pt idx="7755">
                  <c:v>8.9756944442342501E-2</c:v>
                </c:pt>
                <c:pt idx="7756">
                  <c:v>8.9768518519122154E-2</c:v>
                </c:pt>
                <c:pt idx="7757">
                  <c:v>8.9780092588625848E-2</c:v>
                </c:pt>
                <c:pt idx="7758">
                  <c:v>8.9791666665405501E-2</c:v>
                </c:pt>
                <c:pt idx="7759">
                  <c:v>8.9803240734909195E-2</c:v>
                </c:pt>
                <c:pt idx="7760">
                  <c:v>8.9814814811688848E-2</c:v>
                </c:pt>
                <c:pt idx="7761">
                  <c:v>8.98263888884685E-2</c:v>
                </c:pt>
                <c:pt idx="7762">
                  <c:v>8.9837962957972195E-2</c:v>
                </c:pt>
                <c:pt idx="7763">
                  <c:v>8.9849537034751847E-2</c:v>
                </c:pt>
                <c:pt idx="7764">
                  <c:v>8.98611111115315E-2</c:v>
                </c:pt>
                <c:pt idx="7765">
                  <c:v>8.9872685181035195E-2</c:v>
                </c:pt>
                <c:pt idx="7766">
                  <c:v>8.9884259257814847E-2</c:v>
                </c:pt>
                <c:pt idx="7767">
                  <c:v>8.9895833334594499E-2</c:v>
                </c:pt>
                <c:pt idx="7768">
                  <c:v>8.9907407404098194E-2</c:v>
                </c:pt>
                <c:pt idx="7769">
                  <c:v>8.9918981480877846E-2</c:v>
                </c:pt>
                <c:pt idx="7770">
                  <c:v>8.9930555550381541E-2</c:v>
                </c:pt>
                <c:pt idx="7771">
                  <c:v>8.9942129627161194E-2</c:v>
                </c:pt>
                <c:pt idx="7772">
                  <c:v>8.9953703703940846E-2</c:v>
                </c:pt>
                <c:pt idx="7773">
                  <c:v>8.9965277773444541E-2</c:v>
                </c:pt>
                <c:pt idx="7774">
                  <c:v>8.9976851850224193E-2</c:v>
                </c:pt>
                <c:pt idx="7775">
                  <c:v>8.9988425927003846E-2</c:v>
                </c:pt>
                <c:pt idx="7776">
                  <c:v>8.999999999650754E-2</c:v>
                </c:pt>
                <c:pt idx="7777">
                  <c:v>9.0011574073287193E-2</c:v>
                </c:pt>
                <c:pt idx="7778">
                  <c:v>9.0023148142790888E-2</c:v>
                </c:pt>
                <c:pt idx="7779">
                  <c:v>9.003472221957054E-2</c:v>
                </c:pt>
                <c:pt idx="7780">
                  <c:v>9.0046296296350192E-2</c:v>
                </c:pt>
                <c:pt idx="7781">
                  <c:v>9.0057870365853887E-2</c:v>
                </c:pt>
                <c:pt idx="7782">
                  <c:v>9.0069444442633539E-2</c:v>
                </c:pt>
                <c:pt idx="7783">
                  <c:v>9.0081018519413192E-2</c:v>
                </c:pt>
                <c:pt idx="7784">
                  <c:v>9.0092592588916887E-2</c:v>
                </c:pt>
                <c:pt idx="7785">
                  <c:v>9.0104166665696539E-2</c:v>
                </c:pt>
                <c:pt idx="7786">
                  <c:v>9.0115740735200234E-2</c:v>
                </c:pt>
                <c:pt idx="7787">
                  <c:v>9.0127314811979886E-2</c:v>
                </c:pt>
                <c:pt idx="7788">
                  <c:v>9.0138888888759539E-2</c:v>
                </c:pt>
                <c:pt idx="7789">
                  <c:v>9.0150462958263233E-2</c:v>
                </c:pt>
                <c:pt idx="7790">
                  <c:v>9.0162037035042886E-2</c:v>
                </c:pt>
                <c:pt idx="7791">
                  <c:v>9.0173611111822538E-2</c:v>
                </c:pt>
                <c:pt idx="7792">
                  <c:v>9.0185185181326233E-2</c:v>
                </c:pt>
                <c:pt idx="7793">
                  <c:v>9.0196759258105885E-2</c:v>
                </c:pt>
                <c:pt idx="7794">
                  <c:v>9.020833332760958E-2</c:v>
                </c:pt>
                <c:pt idx="7795">
                  <c:v>9.0219907404389232E-2</c:v>
                </c:pt>
                <c:pt idx="7796">
                  <c:v>9.0231481481168885E-2</c:v>
                </c:pt>
                <c:pt idx="7797">
                  <c:v>9.024305555067258E-2</c:v>
                </c:pt>
                <c:pt idx="7798">
                  <c:v>9.0254629627452232E-2</c:v>
                </c:pt>
                <c:pt idx="7799">
                  <c:v>9.0266203704231884E-2</c:v>
                </c:pt>
                <c:pt idx="7800">
                  <c:v>9.0277777773735579E-2</c:v>
                </c:pt>
                <c:pt idx="7801">
                  <c:v>9.0289351850515231E-2</c:v>
                </c:pt>
                <c:pt idx="7802">
                  <c:v>9.0300925920018926E-2</c:v>
                </c:pt>
                <c:pt idx="7803">
                  <c:v>9.0312499996798579E-2</c:v>
                </c:pt>
                <c:pt idx="7804">
                  <c:v>9.0324074073578231E-2</c:v>
                </c:pt>
                <c:pt idx="7805">
                  <c:v>9.0335648143081926E-2</c:v>
                </c:pt>
                <c:pt idx="7806">
                  <c:v>9.0347222219861578E-2</c:v>
                </c:pt>
                <c:pt idx="7807">
                  <c:v>9.0358796296641231E-2</c:v>
                </c:pt>
                <c:pt idx="7808">
                  <c:v>9.0370370366144925E-2</c:v>
                </c:pt>
                <c:pt idx="7809">
                  <c:v>9.0381944442924578E-2</c:v>
                </c:pt>
                <c:pt idx="7810">
                  <c:v>9.039351851970423E-2</c:v>
                </c:pt>
                <c:pt idx="7811">
                  <c:v>9.0405092589207925E-2</c:v>
                </c:pt>
                <c:pt idx="7812">
                  <c:v>9.0416666665987577E-2</c:v>
                </c:pt>
                <c:pt idx="7813">
                  <c:v>9.0428240735491272E-2</c:v>
                </c:pt>
                <c:pt idx="7814">
                  <c:v>9.0439814812270924E-2</c:v>
                </c:pt>
                <c:pt idx="7815">
                  <c:v>9.0451388889050577E-2</c:v>
                </c:pt>
                <c:pt idx="7816">
                  <c:v>9.0462962958554272E-2</c:v>
                </c:pt>
                <c:pt idx="7817">
                  <c:v>9.0474537035333924E-2</c:v>
                </c:pt>
                <c:pt idx="7818">
                  <c:v>9.0486111112113576E-2</c:v>
                </c:pt>
                <c:pt idx="7819">
                  <c:v>9.0497685181617271E-2</c:v>
                </c:pt>
                <c:pt idx="7820">
                  <c:v>9.0509259258396924E-2</c:v>
                </c:pt>
                <c:pt idx="7821">
                  <c:v>9.0520833327900618E-2</c:v>
                </c:pt>
                <c:pt idx="7822">
                  <c:v>9.0532407404680271E-2</c:v>
                </c:pt>
                <c:pt idx="7823">
                  <c:v>9.0543981481459923E-2</c:v>
                </c:pt>
                <c:pt idx="7824">
                  <c:v>9.0555555550963618E-2</c:v>
                </c:pt>
                <c:pt idx="7825">
                  <c:v>9.056712962774327E-2</c:v>
                </c:pt>
                <c:pt idx="7826">
                  <c:v>9.0578703704522923E-2</c:v>
                </c:pt>
                <c:pt idx="7827">
                  <c:v>9.0590277774026617E-2</c:v>
                </c:pt>
                <c:pt idx="7828">
                  <c:v>9.060185185080627E-2</c:v>
                </c:pt>
                <c:pt idx="7829">
                  <c:v>9.0613425920309965E-2</c:v>
                </c:pt>
                <c:pt idx="7830">
                  <c:v>9.0624999997089617E-2</c:v>
                </c:pt>
                <c:pt idx="7831">
                  <c:v>9.0636574073869269E-2</c:v>
                </c:pt>
                <c:pt idx="7832">
                  <c:v>9.0648148143372964E-2</c:v>
                </c:pt>
                <c:pt idx="7833">
                  <c:v>9.0659722220152617E-2</c:v>
                </c:pt>
                <c:pt idx="7834">
                  <c:v>9.0671296296932269E-2</c:v>
                </c:pt>
                <c:pt idx="7835">
                  <c:v>9.0682870366435964E-2</c:v>
                </c:pt>
                <c:pt idx="7836">
                  <c:v>9.0694444443215616E-2</c:v>
                </c:pt>
                <c:pt idx="7837">
                  <c:v>9.0706018512719311E-2</c:v>
                </c:pt>
                <c:pt idx="7838">
                  <c:v>9.0717592589498963E-2</c:v>
                </c:pt>
                <c:pt idx="7839">
                  <c:v>9.0729166666278616E-2</c:v>
                </c:pt>
                <c:pt idx="7840">
                  <c:v>9.074074073578231E-2</c:v>
                </c:pt>
                <c:pt idx="7841">
                  <c:v>9.0752314812561963E-2</c:v>
                </c:pt>
                <c:pt idx="7842">
                  <c:v>9.0763888889341615E-2</c:v>
                </c:pt>
                <c:pt idx="7843">
                  <c:v>9.077546295884531E-2</c:v>
                </c:pt>
                <c:pt idx="7844">
                  <c:v>9.0787037035624962E-2</c:v>
                </c:pt>
                <c:pt idx="7845">
                  <c:v>9.0798611112404615E-2</c:v>
                </c:pt>
                <c:pt idx="7846">
                  <c:v>9.0810185181908309E-2</c:v>
                </c:pt>
                <c:pt idx="7847">
                  <c:v>9.0821759258687962E-2</c:v>
                </c:pt>
                <c:pt idx="7848">
                  <c:v>9.0833333328191657E-2</c:v>
                </c:pt>
                <c:pt idx="7849">
                  <c:v>9.0844907404971309E-2</c:v>
                </c:pt>
                <c:pt idx="7850">
                  <c:v>9.0856481481750961E-2</c:v>
                </c:pt>
                <c:pt idx="7851">
                  <c:v>9.0868055551254656E-2</c:v>
                </c:pt>
                <c:pt idx="7852">
                  <c:v>9.0879629628034309E-2</c:v>
                </c:pt>
                <c:pt idx="7853">
                  <c:v>9.0891203704813961E-2</c:v>
                </c:pt>
                <c:pt idx="7854">
                  <c:v>9.0902777774317656E-2</c:v>
                </c:pt>
                <c:pt idx="7855">
                  <c:v>9.0914351851097308E-2</c:v>
                </c:pt>
                <c:pt idx="7856">
                  <c:v>9.0925925920601003E-2</c:v>
                </c:pt>
                <c:pt idx="7857">
                  <c:v>9.0937499997380655E-2</c:v>
                </c:pt>
                <c:pt idx="7858">
                  <c:v>9.0949074074160308E-2</c:v>
                </c:pt>
                <c:pt idx="7859">
                  <c:v>9.0960648143664002E-2</c:v>
                </c:pt>
                <c:pt idx="7860">
                  <c:v>9.0972222220443655E-2</c:v>
                </c:pt>
                <c:pt idx="7861">
                  <c:v>9.0983796297223307E-2</c:v>
                </c:pt>
                <c:pt idx="7862">
                  <c:v>9.0995370366727002E-2</c:v>
                </c:pt>
                <c:pt idx="7863">
                  <c:v>9.1006944443506654E-2</c:v>
                </c:pt>
                <c:pt idx="7864">
                  <c:v>9.1018518513010349E-2</c:v>
                </c:pt>
                <c:pt idx="7865">
                  <c:v>9.1030092589790002E-2</c:v>
                </c:pt>
                <c:pt idx="7866">
                  <c:v>9.1041666666569654E-2</c:v>
                </c:pt>
                <c:pt idx="7867">
                  <c:v>9.1053240736073349E-2</c:v>
                </c:pt>
                <c:pt idx="7868">
                  <c:v>9.1064814812853001E-2</c:v>
                </c:pt>
                <c:pt idx="7869">
                  <c:v>9.1076388889632653E-2</c:v>
                </c:pt>
                <c:pt idx="7870">
                  <c:v>9.1087962959136348E-2</c:v>
                </c:pt>
                <c:pt idx="7871">
                  <c:v>9.1099537035916001E-2</c:v>
                </c:pt>
                <c:pt idx="7872">
                  <c:v>9.1111111105419695E-2</c:v>
                </c:pt>
                <c:pt idx="7873">
                  <c:v>9.1122685182199348E-2</c:v>
                </c:pt>
                <c:pt idx="7874">
                  <c:v>9.1134259258979E-2</c:v>
                </c:pt>
                <c:pt idx="7875">
                  <c:v>9.1145833328482695E-2</c:v>
                </c:pt>
                <c:pt idx="7876">
                  <c:v>9.1157407405262347E-2</c:v>
                </c:pt>
                <c:pt idx="7877">
                  <c:v>9.1168981482042E-2</c:v>
                </c:pt>
                <c:pt idx="7878">
                  <c:v>9.1180555551545694E-2</c:v>
                </c:pt>
                <c:pt idx="7879">
                  <c:v>9.1192129628325347E-2</c:v>
                </c:pt>
                <c:pt idx="7880">
                  <c:v>9.1203703697829042E-2</c:v>
                </c:pt>
                <c:pt idx="7881">
                  <c:v>9.1215277774608694E-2</c:v>
                </c:pt>
                <c:pt idx="7882">
                  <c:v>9.1226851851388346E-2</c:v>
                </c:pt>
                <c:pt idx="7883">
                  <c:v>9.1238425920892041E-2</c:v>
                </c:pt>
                <c:pt idx="7884">
                  <c:v>9.1249999997671694E-2</c:v>
                </c:pt>
                <c:pt idx="7885">
                  <c:v>9.1261574074451346E-2</c:v>
                </c:pt>
                <c:pt idx="7886">
                  <c:v>9.1273148143955041E-2</c:v>
                </c:pt>
                <c:pt idx="7887">
                  <c:v>9.1284722220734693E-2</c:v>
                </c:pt>
                <c:pt idx="7888">
                  <c:v>9.1296296297514345E-2</c:v>
                </c:pt>
                <c:pt idx="7889">
                  <c:v>9.130787036701804E-2</c:v>
                </c:pt>
                <c:pt idx="7890">
                  <c:v>9.1319444443797693E-2</c:v>
                </c:pt>
                <c:pt idx="7891">
                  <c:v>9.1331018513301387E-2</c:v>
                </c:pt>
                <c:pt idx="7892">
                  <c:v>9.134259259008104E-2</c:v>
                </c:pt>
                <c:pt idx="7893">
                  <c:v>9.1354166666860692E-2</c:v>
                </c:pt>
                <c:pt idx="7894">
                  <c:v>9.1365740736364387E-2</c:v>
                </c:pt>
                <c:pt idx="7895">
                  <c:v>9.1377314813144039E-2</c:v>
                </c:pt>
                <c:pt idx="7896">
                  <c:v>9.1388888889923692E-2</c:v>
                </c:pt>
                <c:pt idx="7897">
                  <c:v>9.1400462959427387E-2</c:v>
                </c:pt>
                <c:pt idx="7898">
                  <c:v>9.1412037036207039E-2</c:v>
                </c:pt>
                <c:pt idx="7899">
                  <c:v>9.1423611105710734E-2</c:v>
                </c:pt>
                <c:pt idx="7900">
                  <c:v>9.1435185182490386E-2</c:v>
                </c:pt>
                <c:pt idx="7901">
                  <c:v>9.1446759259270038E-2</c:v>
                </c:pt>
                <c:pt idx="7902">
                  <c:v>9.1458333328773733E-2</c:v>
                </c:pt>
                <c:pt idx="7903">
                  <c:v>9.1469907405553386E-2</c:v>
                </c:pt>
                <c:pt idx="7904">
                  <c:v>9.1481481482333038E-2</c:v>
                </c:pt>
                <c:pt idx="7905">
                  <c:v>9.1493055551836733E-2</c:v>
                </c:pt>
                <c:pt idx="7906">
                  <c:v>9.1504629628616385E-2</c:v>
                </c:pt>
                <c:pt idx="7907">
                  <c:v>9.151620369812008E-2</c:v>
                </c:pt>
                <c:pt idx="7908">
                  <c:v>9.1527777774899732E-2</c:v>
                </c:pt>
                <c:pt idx="7909">
                  <c:v>9.1539351851679385E-2</c:v>
                </c:pt>
                <c:pt idx="7910">
                  <c:v>9.1550925921183079E-2</c:v>
                </c:pt>
                <c:pt idx="7911">
                  <c:v>9.1562499997962732E-2</c:v>
                </c:pt>
                <c:pt idx="7912">
                  <c:v>9.1574074074742384E-2</c:v>
                </c:pt>
                <c:pt idx="7913">
                  <c:v>9.1585648144246079E-2</c:v>
                </c:pt>
                <c:pt idx="7914">
                  <c:v>9.1597222221025731E-2</c:v>
                </c:pt>
                <c:pt idx="7915">
                  <c:v>9.1608796290529426E-2</c:v>
                </c:pt>
                <c:pt idx="7916">
                  <c:v>9.1620370367309079E-2</c:v>
                </c:pt>
                <c:pt idx="7917">
                  <c:v>9.1631944444088731E-2</c:v>
                </c:pt>
                <c:pt idx="7918">
                  <c:v>9.1643518513592426E-2</c:v>
                </c:pt>
                <c:pt idx="7919">
                  <c:v>9.1655092590372078E-2</c:v>
                </c:pt>
                <c:pt idx="7920">
                  <c:v>9.1666666667151731E-2</c:v>
                </c:pt>
                <c:pt idx="7921">
                  <c:v>9.1678240736655425E-2</c:v>
                </c:pt>
                <c:pt idx="7922">
                  <c:v>9.1689814813435078E-2</c:v>
                </c:pt>
                <c:pt idx="7923">
                  <c:v>9.170138889021473E-2</c:v>
                </c:pt>
                <c:pt idx="7924">
                  <c:v>9.1712962959718425E-2</c:v>
                </c:pt>
                <c:pt idx="7925">
                  <c:v>9.1724537036498077E-2</c:v>
                </c:pt>
                <c:pt idx="7926">
                  <c:v>9.1736111106001772E-2</c:v>
                </c:pt>
                <c:pt idx="7927">
                  <c:v>9.1747685182781424E-2</c:v>
                </c:pt>
                <c:pt idx="7928">
                  <c:v>9.1759259259561077E-2</c:v>
                </c:pt>
                <c:pt idx="7929">
                  <c:v>9.1770833329064772E-2</c:v>
                </c:pt>
                <c:pt idx="7930">
                  <c:v>9.1782407405844424E-2</c:v>
                </c:pt>
                <c:pt idx="7931">
                  <c:v>9.1793981482624076E-2</c:v>
                </c:pt>
                <c:pt idx="7932">
                  <c:v>9.1805555552127771E-2</c:v>
                </c:pt>
                <c:pt idx="7933">
                  <c:v>9.1817129628907423E-2</c:v>
                </c:pt>
                <c:pt idx="7934">
                  <c:v>9.1828703698411118E-2</c:v>
                </c:pt>
                <c:pt idx="7935">
                  <c:v>9.1840277775190771E-2</c:v>
                </c:pt>
                <c:pt idx="7936">
                  <c:v>9.1851851851970423E-2</c:v>
                </c:pt>
                <c:pt idx="7937">
                  <c:v>9.1863425921474118E-2</c:v>
                </c:pt>
                <c:pt idx="7938">
                  <c:v>9.187499999825377E-2</c:v>
                </c:pt>
                <c:pt idx="7939">
                  <c:v>9.1886574075033423E-2</c:v>
                </c:pt>
                <c:pt idx="7940">
                  <c:v>9.1898148144537117E-2</c:v>
                </c:pt>
                <c:pt idx="7941">
                  <c:v>9.190972222131677E-2</c:v>
                </c:pt>
                <c:pt idx="7942">
                  <c:v>9.1921296290820464E-2</c:v>
                </c:pt>
                <c:pt idx="7943">
                  <c:v>9.1932870367600117E-2</c:v>
                </c:pt>
                <c:pt idx="7944">
                  <c:v>9.1944444444379769E-2</c:v>
                </c:pt>
                <c:pt idx="7945">
                  <c:v>9.1956018513883464E-2</c:v>
                </c:pt>
                <c:pt idx="7946">
                  <c:v>9.1967592590663116E-2</c:v>
                </c:pt>
                <c:pt idx="7947">
                  <c:v>9.1979166667442769E-2</c:v>
                </c:pt>
                <c:pt idx="7948">
                  <c:v>9.1990740736946464E-2</c:v>
                </c:pt>
                <c:pt idx="7949">
                  <c:v>9.2002314813726116E-2</c:v>
                </c:pt>
                <c:pt idx="7950">
                  <c:v>9.2013888883229811E-2</c:v>
                </c:pt>
                <c:pt idx="7951">
                  <c:v>9.2025462960009463E-2</c:v>
                </c:pt>
                <c:pt idx="7952">
                  <c:v>9.2037037036789116E-2</c:v>
                </c:pt>
                <c:pt idx="7953">
                  <c:v>9.204861110629281E-2</c:v>
                </c:pt>
                <c:pt idx="7954">
                  <c:v>9.2060185183072463E-2</c:v>
                </c:pt>
                <c:pt idx="7955">
                  <c:v>9.2071759259852115E-2</c:v>
                </c:pt>
                <c:pt idx="7956">
                  <c:v>9.208333332935581E-2</c:v>
                </c:pt>
                <c:pt idx="7957">
                  <c:v>9.2094907406135462E-2</c:v>
                </c:pt>
                <c:pt idx="7958">
                  <c:v>9.2106481475639157E-2</c:v>
                </c:pt>
                <c:pt idx="7959">
                  <c:v>9.2118055552418809E-2</c:v>
                </c:pt>
                <c:pt idx="7960">
                  <c:v>9.2129629629198462E-2</c:v>
                </c:pt>
                <c:pt idx="7961">
                  <c:v>9.2141203698702157E-2</c:v>
                </c:pt>
                <c:pt idx="7962">
                  <c:v>9.2152777775481809E-2</c:v>
                </c:pt>
                <c:pt idx="7963">
                  <c:v>9.2164351852261461E-2</c:v>
                </c:pt>
                <c:pt idx="7964">
                  <c:v>9.2175925921765156E-2</c:v>
                </c:pt>
                <c:pt idx="7965">
                  <c:v>9.2187499998544808E-2</c:v>
                </c:pt>
                <c:pt idx="7966">
                  <c:v>9.2199074075324461E-2</c:v>
                </c:pt>
                <c:pt idx="7967">
                  <c:v>9.2210648144828156E-2</c:v>
                </c:pt>
                <c:pt idx="7968">
                  <c:v>9.2222222221607808E-2</c:v>
                </c:pt>
                <c:pt idx="7969">
                  <c:v>9.2233796291111503E-2</c:v>
                </c:pt>
                <c:pt idx="7970">
                  <c:v>9.2245370367891155E-2</c:v>
                </c:pt>
                <c:pt idx="7971">
                  <c:v>9.2256944444670808E-2</c:v>
                </c:pt>
                <c:pt idx="7972">
                  <c:v>9.2268518514174502E-2</c:v>
                </c:pt>
                <c:pt idx="7973">
                  <c:v>9.2280092590954155E-2</c:v>
                </c:pt>
                <c:pt idx="7974">
                  <c:v>9.2291666667733807E-2</c:v>
                </c:pt>
                <c:pt idx="7975">
                  <c:v>9.2303240737237502E-2</c:v>
                </c:pt>
                <c:pt idx="7976">
                  <c:v>9.2314814814017154E-2</c:v>
                </c:pt>
                <c:pt idx="7977">
                  <c:v>9.2326388883520849E-2</c:v>
                </c:pt>
                <c:pt idx="7978">
                  <c:v>9.2337962960300501E-2</c:v>
                </c:pt>
                <c:pt idx="7979">
                  <c:v>9.2349537037080154E-2</c:v>
                </c:pt>
                <c:pt idx="7980">
                  <c:v>9.2361111106583849E-2</c:v>
                </c:pt>
                <c:pt idx="7981">
                  <c:v>9.2372685183363501E-2</c:v>
                </c:pt>
                <c:pt idx="7982">
                  <c:v>9.2384259260143153E-2</c:v>
                </c:pt>
                <c:pt idx="7983">
                  <c:v>9.2395833329646848E-2</c:v>
                </c:pt>
                <c:pt idx="7984">
                  <c:v>9.2407407406426501E-2</c:v>
                </c:pt>
                <c:pt idx="7985">
                  <c:v>9.2418981475930195E-2</c:v>
                </c:pt>
                <c:pt idx="7986">
                  <c:v>9.2430555552709848E-2</c:v>
                </c:pt>
                <c:pt idx="7987">
                  <c:v>9.24421296294895E-2</c:v>
                </c:pt>
                <c:pt idx="7988">
                  <c:v>9.2453703698993195E-2</c:v>
                </c:pt>
                <c:pt idx="7989">
                  <c:v>9.2465277775772847E-2</c:v>
                </c:pt>
                <c:pt idx="7990">
                  <c:v>9.24768518525525E-2</c:v>
                </c:pt>
                <c:pt idx="7991">
                  <c:v>9.2488425922056194E-2</c:v>
                </c:pt>
                <c:pt idx="7992">
                  <c:v>9.2499999998835847E-2</c:v>
                </c:pt>
                <c:pt idx="7993">
                  <c:v>9.2511574068339542E-2</c:v>
                </c:pt>
                <c:pt idx="7994">
                  <c:v>9.2523148145119194E-2</c:v>
                </c:pt>
                <c:pt idx="7995">
                  <c:v>9.2534722221898846E-2</c:v>
                </c:pt>
                <c:pt idx="7996">
                  <c:v>9.2546296291402541E-2</c:v>
                </c:pt>
                <c:pt idx="7997">
                  <c:v>9.2557870368182193E-2</c:v>
                </c:pt>
                <c:pt idx="7998">
                  <c:v>9.2569444444961846E-2</c:v>
                </c:pt>
                <c:pt idx="7999">
                  <c:v>9.2581018514465541E-2</c:v>
                </c:pt>
                <c:pt idx="8000">
                  <c:v>9.2592592591245193E-2</c:v>
                </c:pt>
                <c:pt idx="8001">
                  <c:v>9.2604166660748888E-2</c:v>
                </c:pt>
                <c:pt idx="8002">
                  <c:v>9.261574073752854E-2</c:v>
                </c:pt>
                <c:pt idx="8003">
                  <c:v>9.2627314814308193E-2</c:v>
                </c:pt>
                <c:pt idx="8004">
                  <c:v>9.2638888883811887E-2</c:v>
                </c:pt>
                <c:pt idx="8005">
                  <c:v>9.265046296059154E-2</c:v>
                </c:pt>
                <c:pt idx="8006">
                  <c:v>9.2662037037371192E-2</c:v>
                </c:pt>
                <c:pt idx="8007">
                  <c:v>9.2673611106874887E-2</c:v>
                </c:pt>
                <c:pt idx="8008">
                  <c:v>9.2685185183654539E-2</c:v>
                </c:pt>
                <c:pt idx="8009">
                  <c:v>9.2696759260434192E-2</c:v>
                </c:pt>
                <c:pt idx="8010">
                  <c:v>9.2708333329937886E-2</c:v>
                </c:pt>
                <c:pt idx="8011">
                  <c:v>9.2719907406717539E-2</c:v>
                </c:pt>
                <c:pt idx="8012">
                  <c:v>9.2731481476221234E-2</c:v>
                </c:pt>
                <c:pt idx="8013">
                  <c:v>9.2743055553000886E-2</c:v>
                </c:pt>
                <c:pt idx="8014">
                  <c:v>9.2754629629780538E-2</c:v>
                </c:pt>
                <c:pt idx="8015">
                  <c:v>9.2766203699284233E-2</c:v>
                </c:pt>
                <c:pt idx="8016">
                  <c:v>9.2777777776063886E-2</c:v>
                </c:pt>
                <c:pt idx="8017">
                  <c:v>9.2789351852843538E-2</c:v>
                </c:pt>
                <c:pt idx="8018">
                  <c:v>9.2800925922347233E-2</c:v>
                </c:pt>
                <c:pt idx="8019">
                  <c:v>9.2812499999126885E-2</c:v>
                </c:pt>
                <c:pt idx="8020">
                  <c:v>9.282407406863058E-2</c:v>
                </c:pt>
                <c:pt idx="8021">
                  <c:v>9.2835648145410232E-2</c:v>
                </c:pt>
                <c:pt idx="8022">
                  <c:v>9.2847222222189885E-2</c:v>
                </c:pt>
                <c:pt idx="8023">
                  <c:v>9.2858796291693579E-2</c:v>
                </c:pt>
                <c:pt idx="8024">
                  <c:v>9.2870370368473232E-2</c:v>
                </c:pt>
                <c:pt idx="8025">
                  <c:v>9.2881944445252884E-2</c:v>
                </c:pt>
                <c:pt idx="8026">
                  <c:v>9.2893518514756579E-2</c:v>
                </c:pt>
                <c:pt idx="8027">
                  <c:v>9.2905092591536231E-2</c:v>
                </c:pt>
                <c:pt idx="8028">
                  <c:v>9.2916666661039926E-2</c:v>
                </c:pt>
                <c:pt idx="8029">
                  <c:v>9.2928240737819578E-2</c:v>
                </c:pt>
                <c:pt idx="8030">
                  <c:v>9.2939814814599231E-2</c:v>
                </c:pt>
                <c:pt idx="8031">
                  <c:v>9.2951388884102926E-2</c:v>
                </c:pt>
                <c:pt idx="8032">
                  <c:v>9.2962962960882578E-2</c:v>
                </c:pt>
                <c:pt idx="8033">
                  <c:v>9.297453703766223E-2</c:v>
                </c:pt>
                <c:pt idx="8034">
                  <c:v>9.2986111107165925E-2</c:v>
                </c:pt>
                <c:pt idx="8035">
                  <c:v>9.2997685183945578E-2</c:v>
                </c:pt>
                <c:pt idx="8036">
                  <c:v>9.3009259253449272E-2</c:v>
                </c:pt>
                <c:pt idx="8037">
                  <c:v>9.3020833330228925E-2</c:v>
                </c:pt>
                <c:pt idx="8038">
                  <c:v>9.3032407407008577E-2</c:v>
                </c:pt>
                <c:pt idx="8039">
                  <c:v>9.3043981476512272E-2</c:v>
                </c:pt>
                <c:pt idx="8040">
                  <c:v>9.3055555553291924E-2</c:v>
                </c:pt>
                <c:pt idx="8041">
                  <c:v>9.3067129630071577E-2</c:v>
                </c:pt>
                <c:pt idx="8042">
                  <c:v>9.3078703699575271E-2</c:v>
                </c:pt>
                <c:pt idx="8043">
                  <c:v>9.3090277776354924E-2</c:v>
                </c:pt>
                <c:pt idx="8044">
                  <c:v>9.3101851853134576E-2</c:v>
                </c:pt>
                <c:pt idx="8045">
                  <c:v>9.3113425922638271E-2</c:v>
                </c:pt>
                <c:pt idx="8046">
                  <c:v>9.3124999999417923E-2</c:v>
                </c:pt>
                <c:pt idx="8047">
                  <c:v>9.3136574068921618E-2</c:v>
                </c:pt>
                <c:pt idx="8048">
                  <c:v>9.3148148145701271E-2</c:v>
                </c:pt>
                <c:pt idx="8049">
                  <c:v>9.3159722222480923E-2</c:v>
                </c:pt>
                <c:pt idx="8050">
                  <c:v>9.3171296291984618E-2</c:v>
                </c:pt>
                <c:pt idx="8051">
                  <c:v>9.318287036876427E-2</c:v>
                </c:pt>
                <c:pt idx="8052">
                  <c:v>9.3194444445543922E-2</c:v>
                </c:pt>
                <c:pt idx="8053">
                  <c:v>9.3206018515047617E-2</c:v>
                </c:pt>
                <c:pt idx="8054">
                  <c:v>9.321759259182727E-2</c:v>
                </c:pt>
                <c:pt idx="8055">
                  <c:v>9.3229166661330964E-2</c:v>
                </c:pt>
                <c:pt idx="8056">
                  <c:v>9.3240740738110617E-2</c:v>
                </c:pt>
                <c:pt idx="8057">
                  <c:v>9.3252314814890269E-2</c:v>
                </c:pt>
                <c:pt idx="8058">
                  <c:v>9.3263888884393964E-2</c:v>
                </c:pt>
                <c:pt idx="8059">
                  <c:v>9.3275462961173616E-2</c:v>
                </c:pt>
                <c:pt idx="8060">
                  <c:v>9.3287037037953269E-2</c:v>
                </c:pt>
                <c:pt idx="8061">
                  <c:v>9.3298611107456964E-2</c:v>
                </c:pt>
                <c:pt idx="8062">
                  <c:v>9.3310185184236616E-2</c:v>
                </c:pt>
                <c:pt idx="8063">
                  <c:v>9.3321759253740311E-2</c:v>
                </c:pt>
                <c:pt idx="8064">
                  <c:v>9.3333333330519963E-2</c:v>
                </c:pt>
                <c:pt idx="8065">
                  <c:v>9.3344907407299615E-2</c:v>
                </c:pt>
                <c:pt idx="8066">
                  <c:v>9.335648147680331E-2</c:v>
                </c:pt>
                <c:pt idx="8067">
                  <c:v>9.3368055553582963E-2</c:v>
                </c:pt>
                <c:pt idx="8068">
                  <c:v>9.3379629630362615E-2</c:v>
                </c:pt>
                <c:pt idx="8069">
                  <c:v>9.339120369986631E-2</c:v>
                </c:pt>
                <c:pt idx="8070">
                  <c:v>9.3402777776645962E-2</c:v>
                </c:pt>
                <c:pt idx="8071">
                  <c:v>9.3414351846149657E-2</c:v>
                </c:pt>
                <c:pt idx="8072">
                  <c:v>9.3425925922929309E-2</c:v>
                </c:pt>
                <c:pt idx="8073">
                  <c:v>9.3437499999708962E-2</c:v>
                </c:pt>
                <c:pt idx="8074">
                  <c:v>9.3449074069212656E-2</c:v>
                </c:pt>
                <c:pt idx="8075">
                  <c:v>9.3460648145992309E-2</c:v>
                </c:pt>
                <c:pt idx="8076">
                  <c:v>9.3472222222771961E-2</c:v>
                </c:pt>
                <c:pt idx="8077">
                  <c:v>9.3483796292275656E-2</c:v>
                </c:pt>
                <c:pt idx="8078">
                  <c:v>9.3495370369055308E-2</c:v>
                </c:pt>
                <c:pt idx="8079">
                  <c:v>9.3506944438559003E-2</c:v>
                </c:pt>
                <c:pt idx="8080">
                  <c:v>9.3518518515338656E-2</c:v>
                </c:pt>
                <c:pt idx="8081">
                  <c:v>9.3530092592118308E-2</c:v>
                </c:pt>
                <c:pt idx="8082">
                  <c:v>9.3541666661622003E-2</c:v>
                </c:pt>
                <c:pt idx="8083">
                  <c:v>9.3553240738401655E-2</c:v>
                </c:pt>
                <c:pt idx="8084">
                  <c:v>9.3564814815181307E-2</c:v>
                </c:pt>
                <c:pt idx="8085">
                  <c:v>9.3576388884685002E-2</c:v>
                </c:pt>
                <c:pt idx="8086">
                  <c:v>9.3587962961464655E-2</c:v>
                </c:pt>
                <c:pt idx="8087">
                  <c:v>9.3599537038244307E-2</c:v>
                </c:pt>
                <c:pt idx="8088">
                  <c:v>9.3611111107748002E-2</c:v>
                </c:pt>
                <c:pt idx="8089">
                  <c:v>9.3622685184527654E-2</c:v>
                </c:pt>
                <c:pt idx="8090">
                  <c:v>9.3634259254031349E-2</c:v>
                </c:pt>
                <c:pt idx="8091">
                  <c:v>9.3645833330811001E-2</c:v>
                </c:pt>
                <c:pt idx="8092">
                  <c:v>9.3657407407590654E-2</c:v>
                </c:pt>
                <c:pt idx="8093">
                  <c:v>9.3668981477094349E-2</c:v>
                </c:pt>
                <c:pt idx="8094">
                  <c:v>9.3680555553874001E-2</c:v>
                </c:pt>
                <c:pt idx="8095">
                  <c:v>9.3692129630653653E-2</c:v>
                </c:pt>
                <c:pt idx="8096">
                  <c:v>9.3703703700157348E-2</c:v>
                </c:pt>
                <c:pt idx="8097">
                  <c:v>9.3715277776937E-2</c:v>
                </c:pt>
                <c:pt idx="8098">
                  <c:v>9.3726851846440695E-2</c:v>
                </c:pt>
                <c:pt idx="8099">
                  <c:v>9.3738425923220348E-2</c:v>
                </c:pt>
                <c:pt idx="8100">
                  <c:v>9.375E-2</c:v>
                </c:pt>
                <c:pt idx="8101">
                  <c:v>9.3761574069503695E-2</c:v>
                </c:pt>
                <c:pt idx="8102">
                  <c:v>9.3773148146283347E-2</c:v>
                </c:pt>
                <c:pt idx="8103">
                  <c:v>9.3784722223063E-2</c:v>
                </c:pt>
                <c:pt idx="8104">
                  <c:v>9.3796296292566694E-2</c:v>
                </c:pt>
                <c:pt idx="8105">
                  <c:v>9.3807870369346347E-2</c:v>
                </c:pt>
                <c:pt idx="8106">
                  <c:v>9.3819444438850041E-2</c:v>
                </c:pt>
                <c:pt idx="8107">
                  <c:v>9.3831018515629694E-2</c:v>
                </c:pt>
                <c:pt idx="8108">
                  <c:v>9.3842592592409346E-2</c:v>
                </c:pt>
                <c:pt idx="8109">
                  <c:v>9.3854166661913041E-2</c:v>
                </c:pt>
                <c:pt idx="8110">
                  <c:v>9.3865740738692693E-2</c:v>
                </c:pt>
                <c:pt idx="8111">
                  <c:v>9.3877314815472346E-2</c:v>
                </c:pt>
                <c:pt idx="8112">
                  <c:v>9.3888888884976041E-2</c:v>
                </c:pt>
                <c:pt idx="8113">
                  <c:v>9.3900462961755693E-2</c:v>
                </c:pt>
                <c:pt idx="8114">
                  <c:v>9.3912037031259388E-2</c:v>
                </c:pt>
                <c:pt idx="8115">
                  <c:v>9.392361110803904E-2</c:v>
                </c:pt>
                <c:pt idx="8116">
                  <c:v>9.3935185184818693E-2</c:v>
                </c:pt>
                <c:pt idx="8117">
                  <c:v>9.3946759254322387E-2</c:v>
                </c:pt>
                <c:pt idx="8118">
                  <c:v>9.395833333110204E-2</c:v>
                </c:pt>
                <c:pt idx="8119">
                  <c:v>9.3969907407881692E-2</c:v>
                </c:pt>
                <c:pt idx="8120">
                  <c:v>9.3981481477385387E-2</c:v>
                </c:pt>
                <c:pt idx="8121">
                  <c:v>9.3993055554165039E-2</c:v>
                </c:pt>
                <c:pt idx="8122">
                  <c:v>9.4004629630944692E-2</c:v>
                </c:pt>
                <c:pt idx="8123">
                  <c:v>9.4016203700448386E-2</c:v>
                </c:pt>
                <c:pt idx="8124">
                  <c:v>9.4027777777228039E-2</c:v>
                </c:pt>
                <c:pt idx="8125">
                  <c:v>9.4039351846731734E-2</c:v>
                </c:pt>
                <c:pt idx="8126">
                  <c:v>9.4050925923511386E-2</c:v>
                </c:pt>
                <c:pt idx="8127">
                  <c:v>9.4062500000291038E-2</c:v>
                </c:pt>
                <c:pt idx="8128">
                  <c:v>9.4074074069794733E-2</c:v>
                </c:pt>
                <c:pt idx="8129">
                  <c:v>9.4085648146574385E-2</c:v>
                </c:pt>
                <c:pt idx="8130">
                  <c:v>9.4097222223354038E-2</c:v>
                </c:pt>
                <c:pt idx="8131">
                  <c:v>9.4108796292857733E-2</c:v>
                </c:pt>
                <c:pt idx="8132">
                  <c:v>9.4120370369637385E-2</c:v>
                </c:pt>
                <c:pt idx="8133">
                  <c:v>9.413194443914108E-2</c:v>
                </c:pt>
                <c:pt idx="8134">
                  <c:v>9.4143518515920732E-2</c:v>
                </c:pt>
                <c:pt idx="8135">
                  <c:v>9.4155092592700385E-2</c:v>
                </c:pt>
                <c:pt idx="8136">
                  <c:v>9.4166666662204079E-2</c:v>
                </c:pt>
                <c:pt idx="8137">
                  <c:v>9.4178240738983732E-2</c:v>
                </c:pt>
                <c:pt idx="8138">
                  <c:v>9.4189814815763384E-2</c:v>
                </c:pt>
                <c:pt idx="8139">
                  <c:v>9.4201388885267079E-2</c:v>
                </c:pt>
                <c:pt idx="8140">
                  <c:v>9.4212962962046731E-2</c:v>
                </c:pt>
                <c:pt idx="8141">
                  <c:v>9.4224537031550426E-2</c:v>
                </c:pt>
                <c:pt idx="8142">
                  <c:v>9.4236111108330078E-2</c:v>
                </c:pt>
                <c:pt idx="8143">
                  <c:v>9.4247685185109731E-2</c:v>
                </c:pt>
                <c:pt idx="8144">
                  <c:v>9.4259259254613426E-2</c:v>
                </c:pt>
                <c:pt idx="8145">
                  <c:v>9.4270833331393078E-2</c:v>
                </c:pt>
                <c:pt idx="8146">
                  <c:v>9.428240740817273E-2</c:v>
                </c:pt>
                <c:pt idx="8147">
                  <c:v>9.4293981477676425E-2</c:v>
                </c:pt>
                <c:pt idx="8148">
                  <c:v>9.4305555554456078E-2</c:v>
                </c:pt>
                <c:pt idx="8149">
                  <c:v>9.4317129623959772E-2</c:v>
                </c:pt>
                <c:pt idx="8150">
                  <c:v>9.4328703700739425E-2</c:v>
                </c:pt>
                <c:pt idx="8151">
                  <c:v>9.4340277777519077E-2</c:v>
                </c:pt>
                <c:pt idx="8152">
                  <c:v>9.4351851847022772E-2</c:v>
                </c:pt>
                <c:pt idx="8153">
                  <c:v>9.4363425923802424E-2</c:v>
                </c:pt>
                <c:pt idx="8154">
                  <c:v>9.4375000000582077E-2</c:v>
                </c:pt>
                <c:pt idx="8155">
                  <c:v>9.4386574070085771E-2</c:v>
                </c:pt>
                <c:pt idx="8156">
                  <c:v>9.4398148146865424E-2</c:v>
                </c:pt>
                <c:pt idx="8157">
                  <c:v>9.4409722216369119E-2</c:v>
                </c:pt>
                <c:pt idx="8158">
                  <c:v>9.4421296293148771E-2</c:v>
                </c:pt>
                <c:pt idx="8159">
                  <c:v>9.4432870369928423E-2</c:v>
                </c:pt>
                <c:pt idx="8160">
                  <c:v>9.4444444439432118E-2</c:v>
                </c:pt>
                <c:pt idx="8161">
                  <c:v>9.445601851621177E-2</c:v>
                </c:pt>
                <c:pt idx="8162">
                  <c:v>9.4467592592991423E-2</c:v>
                </c:pt>
                <c:pt idx="8163">
                  <c:v>9.4479166662495118E-2</c:v>
                </c:pt>
                <c:pt idx="8164">
                  <c:v>9.449074073927477E-2</c:v>
                </c:pt>
                <c:pt idx="8165">
                  <c:v>9.4502314816054422E-2</c:v>
                </c:pt>
                <c:pt idx="8166">
                  <c:v>9.4513888885558117E-2</c:v>
                </c:pt>
                <c:pt idx="8167">
                  <c:v>9.452546296233777E-2</c:v>
                </c:pt>
                <c:pt idx="8168">
                  <c:v>9.4537037031841464E-2</c:v>
                </c:pt>
                <c:pt idx="8169">
                  <c:v>9.4548611108621117E-2</c:v>
                </c:pt>
                <c:pt idx="8170">
                  <c:v>9.4560185185400769E-2</c:v>
                </c:pt>
                <c:pt idx="8171">
                  <c:v>9.4571759254904464E-2</c:v>
                </c:pt>
                <c:pt idx="8172">
                  <c:v>9.4583333331684116E-2</c:v>
                </c:pt>
                <c:pt idx="8173">
                  <c:v>9.4594907408463769E-2</c:v>
                </c:pt>
                <c:pt idx="8174">
                  <c:v>9.4606481477967463E-2</c:v>
                </c:pt>
                <c:pt idx="8175">
                  <c:v>9.4618055554747116E-2</c:v>
                </c:pt>
                <c:pt idx="8176">
                  <c:v>9.4629629624250811E-2</c:v>
                </c:pt>
                <c:pt idx="8177">
                  <c:v>9.4641203701030463E-2</c:v>
                </c:pt>
                <c:pt idx="8178">
                  <c:v>9.4652777777810115E-2</c:v>
                </c:pt>
                <c:pt idx="8179">
                  <c:v>9.466435184731381E-2</c:v>
                </c:pt>
                <c:pt idx="8180">
                  <c:v>9.4675925924093463E-2</c:v>
                </c:pt>
                <c:pt idx="8181">
                  <c:v>9.4687500000873115E-2</c:v>
                </c:pt>
                <c:pt idx="8182">
                  <c:v>9.469907407037681E-2</c:v>
                </c:pt>
                <c:pt idx="8183">
                  <c:v>9.4710648147156462E-2</c:v>
                </c:pt>
                <c:pt idx="8184">
                  <c:v>9.4722222216660157E-2</c:v>
                </c:pt>
                <c:pt idx="8185">
                  <c:v>9.4733796293439809E-2</c:v>
                </c:pt>
                <c:pt idx="8186">
                  <c:v>9.4745370370219462E-2</c:v>
                </c:pt>
                <c:pt idx="8187">
                  <c:v>9.4756944439723156E-2</c:v>
                </c:pt>
                <c:pt idx="8188">
                  <c:v>9.4768518516502809E-2</c:v>
                </c:pt>
                <c:pt idx="8189">
                  <c:v>9.4780092593282461E-2</c:v>
                </c:pt>
                <c:pt idx="8190">
                  <c:v>9.4791666662786156E-2</c:v>
                </c:pt>
                <c:pt idx="8191">
                  <c:v>9.4803240739565808E-2</c:v>
                </c:pt>
                <c:pt idx="8192">
                  <c:v>9.4814814809069503E-2</c:v>
                </c:pt>
                <c:pt idx="8193">
                  <c:v>9.4826388885849155E-2</c:v>
                </c:pt>
                <c:pt idx="8194">
                  <c:v>9.4837962962628808E-2</c:v>
                </c:pt>
                <c:pt idx="8195">
                  <c:v>9.4849537032132503E-2</c:v>
                </c:pt>
                <c:pt idx="8196">
                  <c:v>9.4861111108912155E-2</c:v>
                </c:pt>
                <c:pt idx="8197">
                  <c:v>9.4872685185691807E-2</c:v>
                </c:pt>
                <c:pt idx="8198">
                  <c:v>9.4884259255195502E-2</c:v>
                </c:pt>
                <c:pt idx="8199">
                  <c:v>9.4895833331975155E-2</c:v>
                </c:pt>
                <c:pt idx="8200">
                  <c:v>9.4907407401478849E-2</c:v>
                </c:pt>
                <c:pt idx="8201">
                  <c:v>9.4918981478258502E-2</c:v>
                </c:pt>
                <c:pt idx="8202">
                  <c:v>9.4930555555038154E-2</c:v>
                </c:pt>
                <c:pt idx="8203">
                  <c:v>9.4942129624541849E-2</c:v>
                </c:pt>
                <c:pt idx="8204">
                  <c:v>9.4953703701321501E-2</c:v>
                </c:pt>
                <c:pt idx="8205">
                  <c:v>9.4965277778101154E-2</c:v>
                </c:pt>
                <c:pt idx="8206">
                  <c:v>9.4976851847604848E-2</c:v>
                </c:pt>
                <c:pt idx="8207">
                  <c:v>9.4988425924384501E-2</c:v>
                </c:pt>
                <c:pt idx="8208">
                  <c:v>9.5000000001164153E-2</c:v>
                </c:pt>
                <c:pt idx="8209">
                  <c:v>9.5011574070667848E-2</c:v>
                </c:pt>
                <c:pt idx="8210">
                  <c:v>9.50231481474475E-2</c:v>
                </c:pt>
                <c:pt idx="8211">
                  <c:v>9.5034722216951195E-2</c:v>
                </c:pt>
                <c:pt idx="8212">
                  <c:v>9.5046296293730848E-2</c:v>
                </c:pt>
                <c:pt idx="8213">
                  <c:v>9.50578703705105E-2</c:v>
                </c:pt>
                <c:pt idx="8214">
                  <c:v>9.5069444440014195E-2</c:v>
                </c:pt>
                <c:pt idx="8215">
                  <c:v>9.5081018516793847E-2</c:v>
                </c:pt>
                <c:pt idx="8216">
                  <c:v>9.5092592593573499E-2</c:v>
                </c:pt>
                <c:pt idx="8217">
                  <c:v>9.5104166663077194E-2</c:v>
                </c:pt>
                <c:pt idx="8218">
                  <c:v>9.5115740739856847E-2</c:v>
                </c:pt>
                <c:pt idx="8219">
                  <c:v>9.5127314809360541E-2</c:v>
                </c:pt>
                <c:pt idx="8220">
                  <c:v>9.5138888886140194E-2</c:v>
                </c:pt>
                <c:pt idx="8221">
                  <c:v>9.5150462962919846E-2</c:v>
                </c:pt>
                <c:pt idx="8222">
                  <c:v>9.5162037032423541E-2</c:v>
                </c:pt>
                <c:pt idx="8223">
                  <c:v>9.5173611109203193E-2</c:v>
                </c:pt>
                <c:pt idx="8224">
                  <c:v>9.5185185185982846E-2</c:v>
                </c:pt>
                <c:pt idx="8225">
                  <c:v>9.519675925548654E-2</c:v>
                </c:pt>
                <c:pt idx="8226">
                  <c:v>9.5208333332266193E-2</c:v>
                </c:pt>
                <c:pt idx="8227">
                  <c:v>9.5219907401769888E-2</c:v>
                </c:pt>
                <c:pt idx="8228">
                  <c:v>9.523148147854954E-2</c:v>
                </c:pt>
                <c:pt idx="8229">
                  <c:v>9.5243055555329192E-2</c:v>
                </c:pt>
                <c:pt idx="8230">
                  <c:v>9.5254629624832887E-2</c:v>
                </c:pt>
                <c:pt idx="8231">
                  <c:v>9.526620370161254E-2</c:v>
                </c:pt>
                <c:pt idx="8232">
                  <c:v>9.5277777778392192E-2</c:v>
                </c:pt>
                <c:pt idx="8233">
                  <c:v>9.5289351847895887E-2</c:v>
                </c:pt>
                <c:pt idx="8234">
                  <c:v>9.5300925924675539E-2</c:v>
                </c:pt>
                <c:pt idx="8235">
                  <c:v>9.5312499994179234E-2</c:v>
                </c:pt>
                <c:pt idx="8236">
                  <c:v>9.5324074070958886E-2</c:v>
                </c:pt>
                <c:pt idx="8237">
                  <c:v>9.5335648147738539E-2</c:v>
                </c:pt>
                <c:pt idx="8238">
                  <c:v>9.5347222217242233E-2</c:v>
                </c:pt>
                <c:pt idx="8239">
                  <c:v>9.5358796294021886E-2</c:v>
                </c:pt>
                <c:pt idx="8240">
                  <c:v>9.5370370370801538E-2</c:v>
                </c:pt>
                <c:pt idx="8241">
                  <c:v>9.5381944440305233E-2</c:v>
                </c:pt>
                <c:pt idx="8242">
                  <c:v>9.5393518517084885E-2</c:v>
                </c:pt>
                <c:pt idx="8243">
                  <c:v>9.5405092593864538E-2</c:v>
                </c:pt>
                <c:pt idx="8244">
                  <c:v>9.5416666663368233E-2</c:v>
                </c:pt>
                <c:pt idx="8245">
                  <c:v>9.5428240740147885E-2</c:v>
                </c:pt>
                <c:pt idx="8246">
                  <c:v>9.543981480965158E-2</c:v>
                </c:pt>
                <c:pt idx="8247">
                  <c:v>9.5451388886431232E-2</c:v>
                </c:pt>
                <c:pt idx="8248">
                  <c:v>9.5462962963210884E-2</c:v>
                </c:pt>
                <c:pt idx="8249">
                  <c:v>9.5474537032714579E-2</c:v>
                </c:pt>
                <c:pt idx="8250">
                  <c:v>9.5486111109494232E-2</c:v>
                </c:pt>
                <c:pt idx="8251">
                  <c:v>9.5497685186273884E-2</c:v>
                </c:pt>
                <c:pt idx="8252">
                  <c:v>9.5509259255777579E-2</c:v>
                </c:pt>
                <c:pt idx="8253">
                  <c:v>9.5520833332557231E-2</c:v>
                </c:pt>
                <c:pt idx="8254">
                  <c:v>9.5532407402060926E-2</c:v>
                </c:pt>
                <c:pt idx="8255">
                  <c:v>9.5543981478840578E-2</c:v>
                </c:pt>
                <c:pt idx="8256">
                  <c:v>9.5555555555620231E-2</c:v>
                </c:pt>
                <c:pt idx="8257">
                  <c:v>9.5567129625123926E-2</c:v>
                </c:pt>
                <c:pt idx="8258">
                  <c:v>9.5578703701903578E-2</c:v>
                </c:pt>
                <c:pt idx="8259">
                  <c:v>9.559027777868323E-2</c:v>
                </c:pt>
                <c:pt idx="8260">
                  <c:v>9.5601851848186925E-2</c:v>
                </c:pt>
                <c:pt idx="8261">
                  <c:v>9.5613425924966577E-2</c:v>
                </c:pt>
                <c:pt idx="8262">
                  <c:v>9.5624999994470272E-2</c:v>
                </c:pt>
                <c:pt idx="8263">
                  <c:v>9.5636574071249925E-2</c:v>
                </c:pt>
                <c:pt idx="8264">
                  <c:v>9.5648148148029577E-2</c:v>
                </c:pt>
                <c:pt idx="8265">
                  <c:v>9.5659722217533272E-2</c:v>
                </c:pt>
                <c:pt idx="8266">
                  <c:v>9.5671296294312924E-2</c:v>
                </c:pt>
                <c:pt idx="8267">
                  <c:v>9.5682870371092577E-2</c:v>
                </c:pt>
                <c:pt idx="8268">
                  <c:v>9.5694444440596271E-2</c:v>
                </c:pt>
                <c:pt idx="8269">
                  <c:v>9.5706018517375924E-2</c:v>
                </c:pt>
                <c:pt idx="8270">
                  <c:v>9.5717592586879618E-2</c:v>
                </c:pt>
                <c:pt idx="8271">
                  <c:v>9.5729166663659271E-2</c:v>
                </c:pt>
                <c:pt idx="8272">
                  <c:v>9.5740740740438923E-2</c:v>
                </c:pt>
                <c:pt idx="8273">
                  <c:v>9.5752314809942618E-2</c:v>
                </c:pt>
                <c:pt idx="8274">
                  <c:v>9.576388888672227E-2</c:v>
                </c:pt>
                <c:pt idx="8275">
                  <c:v>9.5775462963501923E-2</c:v>
                </c:pt>
                <c:pt idx="8276">
                  <c:v>9.5787037033005618E-2</c:v>
                </c:pt>
                <c:pt idx="8277">
                  <c:v>9.579861110978527E-2</c:v>
                </c:pt>
                <c:pt idx="8278">
                  <c:v>9.5810185179288965E-2</c:v>
                </c:pt>
                <c:pt idx="8279">
                  <c:v>9.5821759256068617E-2</c:v>
                </c:pt>
                <c:pt idx="8280">
                  <c:v>9.5833333332848269E-2</c:v>
                </c:pt>
                <c:pt idx="8281">
                  <c:v>9.5844907402351964E-2</c:v>
                </c:pt>
                <c:pt idx="8282">
                  <c:v>9.5856481479131617E-2</c:v>
                </c:pt>
                <c:pt idx="8283">
                  <c:v>9.5868055555911269E-2</c:v>
                </c:pt>
                <c:pt idx="8284">
                  <c:v>9.5879629625414964E-2</c:v>
                </c:pt>
                <c:pt idx="8285">
                  <c:v>9.5891203702194616E-2</c:v>
                </c:pt>
                <c:pt idx="8286">
                  <c:v>9.5902777778974269E-2</c:v>
                </c:pt>
                <c:pt idx="8287">
                  <c:v>9.5914351848477963E-2</c:v>
                </c:pt>
                <c:pt idx="8288">
                  <c:v>9.5925925925257616E-2</c:v>
                </c:pt>
                <c:pt idx="8289">
                  <c:v>9.5937499994761311E-2</c:v>
                </c:pt>
                <c:pt idx="8290">
                  <c:v>9.5949074071540963E-2</c:v>
                </c:pt>
                <c:pt idx="8291">
                  <c:v>9.5960648148320615E-2</c:v>
                </c:pt>
                <c:pt idx="8292">
                  <c:v>9.597222221782431E-2</c:v>
                </c:pt>
                <c:pt idx="8293">
                  <c:v>9.5983796294603962E-2</c:v>
                </c:pt>
                <c:pt idx="8294">
                  <c:v>9.5995370371383615E-2</c:v>
                </c:pt>
                <c:pt idx="8295">
                  <c:v>9.600694444088731E-2</c:v>
                </c:pt>
                <c:pt idx="8296">
                  <c:v>9.6018518517666962E-2</c:v>
                </c:pt>
                <c:pt idx="8297">
                  <c:v>9.6030092587170657E-2</c:v>
                </c:pt>
                <c:pt idx="8298">
                  <c:v>9.6041666663950309E-2</c:v>
                </c:pt>
                <c:pt idx="8299">
                  <c:v>9.6053240740729962E-2</c:v>
                </c:pt>
                <c:pt idx="8300">
                  <c:v>9.6064814810233656E-2</c:v>
                </c:pt>
                <c:pt idx="8301">
                  <c:v>9.6076388887013309E-2</c:v>
                </c:pt>
                <c:pt idx="8302">
                  <c:v>9.6087962963792961E-2</c:v>
                </c:pt>
                <c:pt idx="8303">
                  <c:v>9.6099537033296656E-2</c:v>
                </c:pt>
                <c:pt idx="8304">
                  <c:v>9.6111111110076308E-2</c:v>
                </c:pt>
                <c:pt idx="8305">
                  <c:v>9.6122685179580003E-2</c:v>
                </c:pt>
                <c:pt idx="8306">
                  <c:v>9.6134259256359655E-2</c:v>
                </c:pt>
                <c:pt idx="8307">
                  <c:v>9.6145833333139308E-2</c:v>
                </c:pt>
                <c:pt idx="8308">
                  <c:v>9.6157407402643003E-2</c:v>
                </c:pt>
                <c:pt idx="8309">
                  <c:v>9.6168981479422655E-2</c:v>
                </c:pt>
                <c:pt idx="8310">
                  <c:v>9.6180555556202307E-2</c:v>
                </c:pt>
                <c:pt idx="8311">
                  <c:v>9.6192129625706002E-2</c:v>
                </c:pt>
                <c:pt idx="8312">
                  <c:v>9.6203703702485655E-2</c:v>
                </c:pt>
                <c:pt idx="8313">
                  <c:v>9.6215277771989349E-2</c:v>
                </c:pt>
                <c:pt idx="8314">
                  <c:v>9.6226851848769002E-2</c:v>
                </c:pt>
                <c:pt idx="8315">
                  <c:v>9.6238425925548654E-2</c:v>
                </c:pt>
                <c:pt idx="8316">
                  <c:v>9.6249999995052349E-2</c:v>
                </c:pt>
                <c:pt idx="8317">
                  <c:v>9.6261574071832001E-2</c:v>
                </c:pt>
                <c:pt idx="8318">
                  <c:v>9.6273148148611654E-2</c:v>
                </c:pt>
                <c:pt idx="8319">
                  <c:v>9.6284722218115348E-2</c:v>
                </c:pt>
                <c:pt idx="8320">
                  <c:v>9.6296296294895001E-2</c:v>
                </c:pt>
                <c:pt idx="8321">
                  <c:v>9.6307870371674653E-2</c:v>
                </c:pt>
                <c:pt idx="8322">
                  <c:v>9.6319444441178348E-2</c:v>
                </c:pt>
                <c:pt idx="8323">
                  <c:v>9.6331018517958E-2</c:v>
                </c:pt>
                <c:pt idx="8324">
                  <c:v>9.6342592587461695E-2</c:v>
                </c:pt>
                <c:pt idx="8325">
                  <c:v>9.6354166664241347E-2</c:v>
                </c:pt>
                <c:pt idx="8326">
                  <c:v>9.6365740741021E-2</c:v>
                </c:pt>
                <c:pt idx="8327">
                  <c:v>9.6377314810524695E-2</c:v>
                </c:pt>
                <c:pt idx="8328">
                  <c:v>9.6388888887304347E-2</c:v>
                </c:pt>
                <c:pt idx="8329">
                  <c:v>9.6400462964083999E-2</c:v>
                </c:pt>
                <c:pt idx="8330">
                  <c:v>9.6412037033587694E-2</c:v>
                </c:pt>
                <c:pt idx="8331">
                  <c:v>9.6423611110367347E-2</c:v>
                </c:pt>
                <c:pt idx="8332">
                  <c:v>9.6435185179871041E-2</c:v>
                </c:pt>
                <c:pt idx="8333">
                  <c:v>9.6446759256650694E-2</c:v>
                </c:pt>
                <c:pt idx="8334">
                  <c:v>9.6458333333430346E-2</c:v>
                </c:pt>
                <c:pt idx="8335">
                  <c:v>9.6469907402934041E-2</c:v>
                </c:pt>
                <c:pt idx="8336">
                  <c:v>9.6481481479713693E-2</c:v>
                </c:pt>
                <c:pt idx="8337">
                  <c:v>9.6493055556493346E-2</c:v>
                </c:pt>
                <c:pt idx="8338">
                  <c:v>9.650462962599704E-2</c:v>
                </c:pt>
                <c:pt idx="8339">
                  <c:v>9.6516203702776693E-2</c:v>
                </c:pt>
                <c:pt idx="8340">
                  <c:v>9.6527777772280388E-2</c:v>
                </c:pt>
                <c:pt idx="8341">
                  <c:v>9.653935184906004E-2</c:v>
                </c:pt>
                <c:pt idx="8342">
                  <c:v>9.6550925925839692E-2</c:v>
                </c:pt>
                <c:pt idx="8343">
                  <c:v>9.6562499995343387E-2</c:v>
                </c:pt>
                <c:pt idx="8344">
                  <c:v>9.657407407212304E-2</c:v>
                </c:pt>
                <c:pt idx="8345">
                  <c:v>9.6585648148902692E-2</c:v>
                </c:pt>
                <c:pt idx="8346">
                  <c:v>9.6597222218406387E-2</c:v>
                </c:pt>
                <c:pt idx="8347">
                  <c:v>9.6608796295186039E-2</c:v>
                </c:pt>
                <c:pt idx="8348">
                  <c:v>9.6620370364689734E-2</c:v>
                </c:pt>
                <c:pt idx="8349">
                  <c:v>9.6631944441469386E-2</c:v>
                </c:pt>
                <c:pt idx="8350">
                  <c:v>9.6643518518249039E-2</c:v>
                </c:pt>
                <c:pt idx="8351">
                  <c:v>9.6655092587752733E-2</c:v>
                </c:pt>
                <c:pt idx="8352">
                  <c:v>9.6666666664532386E-2</c:v>
                </c:pt>
                <c:pt idx="8353">
                  <c:v>9.6678240741312038E-2</c:v>
                </c:pt>
                <c:pt idx="8354">
                  <c:v>9.6689814810815733E-2</c:v>
                </c:pt>
                <c:pt idx="8355">
                  <c:v>9.6701388887595385E-2</c:v>
                </c:pt>
                <c:pt idx="8356">
                  <c:v>9.671296295709908E-2</c:v>
                </c:pt>
                <c:pt idx="8357">
                  <c:v>9.6724537033878732E-2</c:v>
                </c:pt>
                <c:pt idx="8358">
                  <c:v>9.6736111110658385E-2</c:v>
                </c:pt>
                <c:pt idx="8359">
                  <c:v>9.674768518016208E-2</c:v>
                </c:pt>
                <c:pt idx="8360">
                  <c:v>9.6759259256941732E-2</c:v>
                </c:pt>
                <c:pt idx="8361">
                  <c:v>9.6770833333721384E-2</c:v>
                </c:pt>
                <c:pt idx="8362">
                  <c:v>9.6782407403225079E-2</c:v>
                </c:pt>
                <c:pt idx="8363">
                  <c:v>9.6793981480004732E-2</c:v>
                </c:pt>
                <c:pt idx="8364">
                  <c:v>9.6805555556784384E-2</c:v>
                </c:pt>
                <c:pt idx="8365">
                  <c:v>9.6817129626288079E-2</c:v>
                </c:pt>
                <c:pt idx="8366">
                  <c:v>9.6828703703067731E-2</c:v>
                </c:pt>
                <c:pt idx="8367">
                  <c:v>9.6840277772571426E-2</c:v>
                </c:pt>
                <c:pt idx="8368">
                  <c:v>9.6851851849351078E-2</c:v>
                </c:pt>
                <c:pt idx="8369">
                  <c:v>9.6863425926130731E-2</c:v>
                </c:pt>
                <c:pt idx="8370">
                  <c:v>9.6874999995634425E-2</c:v>
                </c:pt>
                <c:pt idx="8371">
                  <c:v>9.6886574072414078E-2</c:v>
                </c:pt>
                <c:pt idx="8372">
                  <c:v>9.689814814919373E-2</c:v>
                </c:pt>
                <c:pt idx="8373">
                  <c:v>9.6909722218697425E-2</c:v>
                </c:pt>
                <c:pt idx="8374">
                  <c:v>9.6921296295477077E-2</c:v>
                </c:pt>
                <c:pt idx="8375">
                  <c:v>9.6932870364980772E-2</c:v>
                </c:pt>
                <c:pt idx="8376">
                  <c:v>9.6944444441760425E-2</c:v>
                </c:pt>
                <c:pt idx="8377">
                  <c:v>9.6956018518540077E-2</c:v>
                </c:pt>
                <c:pt idx="8378">
                  <c:v>9.6967592588043772E-2</c:v>
                </c:pt>
                <c:pt idx="8379">
                  <c:v>9.6979166664823424E-2</c:v>
                </c:pt>
                <c:pt idx="8380">
                  <c:v>9.6990740741603076E-2</c:v>
                </c:pt>
                <c:pt idx="8381">
                  <c:v>9.7002314811106771E-2</c:v>
                </c:pt>
                <c:pt idx="8382">
                  <c:v>9.7013888887886424E-2</c:v>
                </c:pt>
                <c:pt idx="8383">
                  <c:v>9.7025462957390118E-2</c:v>
                </c:pt>
                <c:pt idx="8384">
                  <c:v>9.7037037034169771E-2</c:v>
                </c:pt>
                <c:pt idx="8385">
                  <c:v>9.7048611110949423E-2</c:v>
                </c:pt>
                <c:pt idx="8386">
                  <c:v>9.7060185180453118E-2</c:v>
                </c:pt>
                <c:pt idx="8387">
                  <c:v>9.707175925723277E-2</c:v>
                </c:pt>
                <c:pt idx="8388">
                  <c:v>9.7083333334012423E-2</c:v>
                </c:pt>
                <c:pt idx="8389">
                  <c:v>9.7094907403516117E-2</c:v>
                </c:pt>
                <c:pt idx="8390">
                  <c:v>9.710648148029577E-2</c:v>
                </c:pt>
                <c:pt idx="8391">
                  <c:v>9.7118055549799465E-2</c:v>
                </c:pt>
                <c:pt idx="8392">
                  <c:v>9.7129629626579117E-2</c:v>
                </c:pt>
                <c:pt idx="8393">
                  <c:v>9.7141203703358769E-2</c:v>
                </c:pt>
                <c:pt idx="8394">
                  <c:v>9.7152777772862464E-2</c:v>
                </c:pt>
                <c:pt idx="8395">
                  <c:v>9.7164351849642117E-2</c:v>
                </c:pt>
                <c:pt idx="8396">
                  <c:v>9.7175925926421769E-2</c:v>
                </c:pt>
                <c:pt idx="8397">
                  <c:v>9.7187499995925464E-2</c:v>
                </c:pt>
                <c:pt idx="8398">
                  <c:v>9.7199074072705116E-2</c:v>
                </c:pt>
                <c:pt idx="8399">
                  <c:v>9.7210648149484769E-2</c:v>
                </c:pt>
                <c:pt idx="8400">
                  <c:v>9.7222222218988463E-2</c:v>
                </c:pt>
                <c:pt idx="8401">
                  <c:v>9.7233796295768116E-2</c:v>
                </c:pt>
                <c:pt idx="8402">
                  <c:v>9.724537036527181E-2</c:v>
                </c:pt>
                <c:pt idx="8403">
                  <c:v>9.7256944442051463E-2</c:v>
                </c:pt>
                <c:pt idx="8404">
                  <c:v>9.7268518518831115E-2</c:v>
                </c:pt>
                <c:pt idx="8405">
                  <c:v>9.728009258833481E-2</c:v>
                </c:pt>
                <c:pt idx="8406">
                  <c:v>9.7291666665114462E-2</c:v>
                </c:pt>
                <c:pt idx="8407">
                  <c:v>9.7303240741894115E-2</c:v>
                </c:pt>
                <c:pt idx="8408">
                  <c:v>9.731481481139781E-2</c:v>
                </c:pt>
                <c:pt idx="8409">
                  <c:v>9.7326388888177462E-2</c:v>
                </c:pt>
                <c:pt idx="8410">
                  <c:v>9.7337962957681157E-2</c:v>
                </c:pt>
                <c:pt idx="8411">
                  <c:v>9.7349537034460809E-2</c:v>
                </c:pt>
                <c:pt idx="8412">
                  <c:v>9.7361111111240461E-2</c:v>
                </c:pt>
                <c:pt idx="8413">
                  <c:v>9.7372685180744156E-2</c:v>
                </c:pt>
                <c:pt idx="8414">
                  <c:v>9.7384259257523809E-2</c:v>
                </c:pt>
                <c:pt idx="8415">
                  <c:v>9.7395833334303461E-2</c:v>
                </c:pt>
                <c:pt idx="8416">
                  <c:v>9.7407407403807156E-2</c:v>
                </c:pt>
                <c:pt idx="8417">
                  <c:v>9.7418981480586808E-2</c:v>
                </c:pt>
                <c:pt idx="8418">
                  <c:v>9.7430555550090503E-2</c:v>
                </c:pt>
                <c:pt idx="8419">
                  <c:v>9.7442129626870155E-2</c:v>
                </c:pt>
                <c:pt idx="8420">
                  <c:v>9.7453703703649808E-2</c:v>
                </c:pt>
                <c:pt idx="8421">
                  <c:v>9.7465277773153502E-2</c:v>
                </c:pt>
                <c:pt idx="8422">
                  <c:v>9.7476851849933155E-2</c:v>
                </c:pt>
                <c:pt idx="8423">
                  <c:v>9.7488425926712807E-2</c:v>
                </c:pt>
                <c:pt idx="8424">
                  <c:v>9.7499999996216502E-2</c:v>
                </c:pt>
                <c:pt idx="8425">
                  <c:v>9.7511574072996154E-2</c:v>
                </c:pt>
                <c:pt idx="8426">
                  <c:v>9.7523148142499849E-2</c:v>
                </c:pt>
                <c:pt idx="8427">
                  <c:v>9.7534722219279502E-2</c:v>
                </c:pt>
                <c:pt idx="8428">
                  <c:v>9.7546296296059154E-2</c:v>
                </c:pt>
                <c:pt idx="8429">
                  <c:v>9.7557870365562849E-2</c:v>
                </c:pt>
                <c:pt idx="8430">
                  <c:v>9.7569444442342501E-2</c:v>
                </c:pt>
                <c:pt idx="8431">
                  <c:v>9.7581018519122154E-2</c:v>
                </c:pt>
                <c:pt idx="8432">
                  <c:v>9.7592592588625848E-2</c:v>
                </c:pt>
                <c:pt idx="8433">
                  <c:v>9.7604166665405501E-2</c:v>
                </c:pt>
                <c:pt idx="8434">
                  <c:v>9.7615740734909195E-2</c:v>
                </c:pt>
                <c:pt idx="8435">
                  <c:v>9.7627314811688848E-2</c:v>
                </c:pt>
                <c:pt idx="8436">
                  <c:v>9.76388888884685E-2</c:v>
                </c:pt>
                <c:pt idx="8437">
                  <c:v>9.7650462957972195E-2</c:v>
                </c:pt>
                <c:pt idx="8438">
                  <c:v>9.7662037034751847E-2</c:v>
                </c:pt>
                <c:pt idx="8439">
                  <c:v>9.76736111115315E-2</c:v>
                </c:pt>
                <c:pt idx="8440">
                  <c:v>9.7685185181035195E-2</c:v>
                </c:pt>
                <c:pt idx="8441">
                  <c:v>9.7696759257814847E-2</c:v>
                </c:pt>
                <c:pt idx="8442">
                  <c:v>9.7708333334594499E-2</c:v>
                </c:pt>
                <c:pt idx="8443">
                  <c:v>9.7719907404098194E-2</c:v>
                </c:pt>
                <c:pt idx="8444">
                  <c:v>9.7731481480877846E-2</c:v>
                </c:pt>
                <c:pt idx="8445">
                  <c:v>9.7743055550381541E-2</c:v>
                </c:pt>
                <c:pt idx="8446">
                  <c:v>9.7754629627161194E-2</c:v>
                </c:pt>
                <c:pt idx="8447">
                  <c:v>9.7766203703940846E-2</c:v>
                </c:pt>
                <c:pt idx="8448">
                  <c:v>9.7777777773444541E-2</c:v>
                </c:pt>
                <c:pt idx="8449">
                  <c:v>9.7789351850224193E-2</c:v>
                </c:pt>
                <c:pt idx="8450">
                  <c:v>9.7800925927003846E-2</c:v>
                </c:pt>
                <c:pt idx="8451">
                  <c:v>9.781249999650754E-2</c:v>
                </c:pt>
                <c:pt idx="8452">
                  <c:v>9.7824074073287193E-2</c:v>
                </c:pt>
                <c:pt idx="8453">
                  <c:v>9.7835648142790888E-2</c:v>
                </c:pt>
                <c:pt idx="8454">
                  <c:v>9.784722221957054E-2</c:v>
                </c:pt>
                <c:pt idx="8455">
                  <c:v>9.7858796296350192E-2</c:v>
                </c:pt>
                <c:pt idx="8456">
                  <c:v>9.7870370365853887E-2</c:v>
                </c:pt>
                <c:pt idx="8457">
                  <c:v>9.7881944442633539E-2</c:v>
                </c:pt>
                <c:pt idx="8458">
                  <c:v>9.7893518519413192E-2</c:v>
                </c:pt>
                <c:pt idx="8459">
                  <c:v>9.7905092588916887E-2</c:v>
                </c:pt>
                <c:pt idx="8460">
                  <c:v>9.7916666665696539E-2</c:v>
                </c:pt>
                <c:pt idx="8461">
                  <c:v>9.7928240735200234E-2</c:v>
                </c:pt>
                <c:pt idx="8462">
                  <c:v>9.7939814811979886E-2</c:v>
                </c:pt>
                <c:pt idx="8463">
                  <c:v>9.7951388888759539E-2</c:v>
                </c:pt>
                <c:pt idx="8464">
                  <c:v>9.7962962958263233E-2</c:v>
                </c:pt>
                <c:pt idx="8465">
                  <c:v>9.7974537035042886E-2</c:v>
                </c:pt>
                <c:pt idx="8466">
                  <c:v>9.7986111111822538E-2</c:v>
                </c:pt>
                <c:pt idx="8467">
                  <c:v>9.7997685181326233E-2</c:v>
                </c:pt>
                <c:pt idx="8468">
                  <c:v>9.8009259258105885E-2</c:v>
                </c:pt>
                <c:pt idx="8469">
                  <c:v>9.802083332760958E-2</c:v>
                </c:pt>
                <c:pt idx="8470">
                  <c:v>9.8032407404389232E-2</c:v>
                </c:pt>
                <c:pt idx="8471">
                  <c:v>9.8043981481168885E-2</c:v>
                </c:pt>
                <c:pt idx="8472">
                  <c:v>9.805555555067258E-2</c:v>
                </c:pt>
                <c:pt idx="8473">
                  <c:v>9.8067129627452232E-2</c:v>
                </c:pt>
                <c:pt idx="8474">
                  <c:v>9.8078703704231884E-2</c:v>
                </c:pt>
                <c:pt idx="8475">
                  <c:v>9.8090277773735579E-2</c:v>
                </c:pt>
                <c:pt idx="8476">
                  <c:v>9.8101851850515231E-2</c:v>
                </c:pt>
                <c:pt idx="8477">
                  <c:v>9.8113425920018926E-2</c:v>
                </c:pt>
                <c:pt idx="8478">
                  <c:v>9.8124999996798579E-2</c:v>
                </c:pt>
                <c:pt idx="8479">
                  <c:v>9.8136574073578231E-2</c:v>
                </c:pt>
                <c:pt idx="8480">
                  <c:v>9.8148148143081926E-2</c:v>
                </c:pt>
                <c:pt idx="8481">
                  <c:v>9.8159722219861578E-2</c:v>
                </c:pt>
                <c:pt idx="8482">
                  <c:v>9.8171296296641231E-2</c:v>
                </c:pt>
                <c:pt idx="8483">
                  <c:v>9.8182870366144925E-2</c:v>
                </c:pt>
                <c:pt idx="8484">
                  <c:v>9.8194444442924578E-2</c:v>
                </c:pt>
                <c:pt idx="8485">
                  <c:v>9.820601851970423E-2</c:v>
                </c:pt>
                <c:pt idx="8486">
                  <c:v>9.8217592589207925E-2</c:v>
                </c:pt>
                <c:pt idx="8487">
                  <c:v>9.8229166665987577E-2</c:v>
                </c:pt>
                <c:pt idx="8488">
                  <c:v>9.8240740735491272E-2</c:v>
                </c:pt>
                <c:pt idx="8489">
                  <c:v>9.8252314812270924E-2</c:v>
                </c:pt>
                <c:pt idx="8490">
                  <c:v>9.8263888889050577E-2</c:v>
                </c:pt>
                <c:pt idx="8491">
                  <c:v>9.8275462958554272E-2</c:v>
                </c:pt>
                <c:pt idx="8492">
                  <c:v>9.8287037035333924E-2</c:v>
                </c:pt>
                <c:pt idx="8493">
                  <c:v>9.8298611112113576E-2</c:v>
                </c:pt>
                <c:pt idx="8494">
                  <c:v>9.8310185181617271E-2</c:v>
                </c:pt>
                <c:pt idx="8495">
                  <c:v>9.8321759258396924E-2</c:v>
                </c:pt>
                <c:pt idx="8496">
                  <c:v>9.8333333327900618E-2</c:v>
                </c:pt>
                <c:pt idx="8497">
                  <c:v>9.8344907404680271E-2</c:v>
                </c:pt>
                <c:pt idx="8498">
                  <c:v>9.8356481481459923E-2</c:v>
                </c:pt>
                <c:pt idx="8499">
                  <c:v>9.8368055550963618E-2</c:v>
                </c:pt>
                <c:pt idx="8500">
                  <c:v>9.837962962774327E-2</c:v>
                </c:pt>
                <c:pt idx="8501">
                  <c:v>9.8391203704522923E-2</c:v>
                </c:pt>
                <c:pt idx="8502">
                  <c:v>9.8402777774026617E-2</c:v>
                </c:pt>
                <c:pt idx="8503">
                  <c:v>9.841435185080627E-2</c:v>
                </c:pt>
                <c:pt idx="8504">
                  <c:v>9.8425925920309965E-2</c:v>
                </c:pt>
                <c:pt idx="8505">
                  <c:v>9.8437499997089617E-2</c:v>
                </c:pt>
                <c:pt idx="8506">
                  <c:v>9.8449074073869269E-2</c:v>
                </c:pt>
                <c:pt idx="8507">
                  <c:v>9.8460648143372964E-2</c:v>
                </c:pt>
                <c:pt idx="8508">
                  <c:v>9.8472222220152617E-2</c:v>
                </c:pt>
                <c:pt idx="8509">
                  <c:v>9.8483796296932269E-2</c:v>
                </c:pt>
                <c:pt idx="8510">
                  <c:v>9.8495370366435964E-2</c:v>
                </c:pt>
                <c:pt idx="8511">
                  <c:v>9.8506944443215616E-2</c:v>
                </c:pt>
                <c:pt idx="8512">
                  <c:v>9.8518518512719311E-2</c:v>
                </c:pt>
                <c:pt idx="8513">
                  <c:v>9.8530092589498963E-2</c:v>
                </c:pt>
                <c:pt idx="8514">
                  <c:v>9.8541666666278616E-2</c:v>
                </c:pt>
                <c:pt idx="8515">
                  <c:v>9.855324073578231E-2</c:v>
                </c:pt>
                <c:pt idx="8516">
                  <c:v>9.8564814812561963E-2</c:v>
                </c:pt>
                <c:pt idx="8517">
                  <c:v>9.8576388889341615E-2</c:v>
                </c:pt>
                <c:pt idx="8518">
                  <c:v>9.858796295884531E-2</c:v>
                </c:pt>
                <c:pt idx="8519">
                  <c:v>9.8599537035624962E-2</c:v>
                </c:pt>
                <c:pt idx="8520">
                  <c:v>9.8611111112404615E-2</c:v>
                </c:pt>
                <c:pt idx="8521">
                  <c:v>9.8622685181908309E-2</c:v>
                </c:pt>
                <c:pt idx="8522">
                  <c:v>9.8634259258687962E-2</c:v>
                </c:pt>
                <c:pt idx="8523">
                  <c:v>9.8645833328191657E-2</c:v>
                </c:pt>
                <c:pt idx="8524">
                  <c:v>9.8657407404971309E-2</c:v>
                </c:pt>
                <c:pt idx="8525">
                  <c:v>9.8668981481750961E-2</c:v>
                </c:pt>
                <c:pt idx="8526">
                  <c:v>9.8680555551254656E-2</c:v>
                </c:pt>
                <c:pt idx="8527">
                  <c:v>9.8692129628034309E-2</c:v>
                </c:pt>
                <c:pt idx="8528">
                  <c:v>9.8703703704813961E-2</c:v>
                </c:pt>
                <c:pt idx="8529">
                  <c:v>9.8715277774317656E-2</c:v>
                </c:pt>
                <c:pt idx="8530">
                  <c:v>9.8726851851097308E-2</c:v>
                </c:pt>
                <c:pt idx="8531">
                  <c:v>9.8738425920601003E-2</c:v>
                </c:pt>
                <c:pt idx="8532">
                  <c:v>9.8749999997380655E-2</c:v>
                </c:pt>
                <c:pt idx="8533">
                  <c:v>9.8761574074160308E-2</c:v>
                </c:pt>
                <c:pt idx="8534">
                  <c:v>9.8773148143664002E-2</c:v>
                </c:pt>
                <c:pt idx="8535">
                  <c:v>9.8784722220443655E-2</c:v>
                </c:pt>
                <c:pt idx="8536">
                  <c:v>9.8796296297223307E-2</c:v>
                </c:pt>
                <c:pt idx="8537">
                  <c:v>9.8807870366727002E-2</c:v>
                </c:pt>
                <c:pt idx="8538">
                  <c:v>9.8819444443506654E-2</c:v>
                </c:pt>
                <c:pt idx="8539">
                  <c:v>9.8831018513010349E-2</c:v>
                </c:pt>
                <c:pt idx="8540">
                  <c:v>9.8842592589790002E-2</c:v>
                </c:pt>
                <c:pt idx="8541">
                  <c:v>9.8854166666569654E-2</c:v>
                </c:pt>
                <c:pt idx="8542">
                  <c:v>9.8865740736073349E-2</c:v>
                </c:pt>
                <c:pt idx="8543">
                  <c:v>9.8877314812853001E-2</c:v>
                </c:pt>
                <c:pt idx="8544">
                  <c:v>9.8888888889632653E-2</c:v>
                </c:pt>
                <c:pt idx="8545">
                  <c:v>9.8900462959136348E-2</c:v>
                </c:pt>
                <c:pt idx="8546">
                  <c:v>9.8912037035916001E-2</c:v>
                </c:pt>
                <c:pt idx="8547">
                  <c:v>9.8923611105419695E-2</c:v>
                </c:pt>
                <c:pt idx="8548">
                  <c:v>9.8935185182199348E-2</c:v>
                </c:pt>
                <c:pt idx="8549">
                  <c:v>9.8946759258979E-2</c:v>
                </c:pt>
                <c:pt idx="8550">
                  <c:v>9.8958333328482695E-2</c:v>
                </c:pt>
                <c:pt idx="8551">
                  <c:v>9.8969907405262347E-2</c:v>
                </c:pt>
                <c:pt idx="8552">
                  <c:v>9.8981481482042E-2</c:v>
                </c:pt>
                <c:pt idx="8553">
                  <c:v>9.8993055551545694E-2</c:v>
                </c:pt>
                <c:pt idx="8554">
                  <c:v>9.9004629628325347E-2</c:v>
                </c:pt>
                <c:pt idx="8555">
                  <c:v>9.9016203697829042E-2</c:v>
                </c:pt>
                <c:pt idx="8556">
                  <c:v>9.9027777774608694E-2</c:v>
                </c:pt>
                <c:pt idx="8557">
                  <c:v>9.9039351851388346E-2</c:v>
                </c:pt>
                <c:pt idx="8558">
                  <c:v>9.9050925920892041E-2</c:v>
                </c:pt>
                <c:pt idx="8559">
                  <c:v>9.9062499997671694E-2</c:v>
                </c:pt>
                <c:pt idx="8560">
                  <c:v>9.9074074074451346E-2</c:v>
                </c:pt>
                <c:pt idx="8561">
                  <c:v>9.9085648143955041E-2</c:v>
                </c:pt>
                <c:pt idx="8562">
                  <c:v>9.9097222220734693E-2</c:v>
                </c:pt>
                <c:pt idx="8563">
                  <c:v>9.9108796297514345E-2</c:v>
                </c:pt>
                <c:pt idx="8564">
                  <c:v>9.912037036701804E-2</c:v>
                </c:pt>
                <c:pt idx="8565">
                  <c:v>9.9131944443797693E-2</c:v>
                </c:pt>
                <c:pt idx="8566">
                  <c:v>9.9143518513301387E-2</c:v>
                </c:pt>
                <c:pt idx="8567">
                  <c:v>9.915509259008104E-2</c:v>
                </c:pt>
                <c:pt idx="8568">
                  <c:v>9.9166666666860692E-2</c:v>
                </c:pt>
                <c:pt idx="8569">
                  <c:v>9.9178240736364387E-2</c:v>
                </c:pt>
                <c:pt idx="8570">
                  <c:v>9.9189814813144039E-2</c:v>
                </c:pt>
                <c:pt idx="8571">
                  <c:v>9.9201388889923692E-2</c:v>
                </c:pt>
                <c:pt idx="8572">
                  <c:v>9.9212962959427387E-2</c:v>
                </c:pt>
                <c:pt idx="8573">
                  <c:v>9.9224537036207039E-2</c:v>
                </c:pt>
                <c:pt idx="8574">
                  <c:v>9.9236111105710734E-2</c:v>
                </c:pt>
                <c:pt idx="8575">
                  <c:v>9.9247685182490386E-2</c:v>
                </c:pt>
                <c:pt idx="8576">
                  <c:v>9.9259259259270038E-2</c:v>
                </c:pt>
                <c:pt idx="8577">
                  <c:v>9.9270833328773733E-2</c:v>
                </c:pt>
                <c:pt idx="8578">
                  <c:v>9.9282407405553386E-2</c:v>
                </c:pt>
                <c:pt idx="8579">
                  <c:v>9.9293981482333038E-2</c:v>
                </c:pt>
                <c:pt idx="8580">
                  <c:v>9.9305555551836733E-2</c:v>
                </c:pt>
                <c:pt idx="8581">
                  <c:v>9.9317129628616385E-2</c:v>
                </c:pt>
                <c:pt idx="8582">
                  <c:v>9.932870369812008E-2</c:v>
                </c:pt>
                <c:pt idx="8583">
                  <c:v>9.9340277774899732E-2</c:v>
                </c:pt>
                <c:pt idx="8584">
                  <c:v>9.9351851851679385E-2</c:v>
                </c:pt>
                <c:pt idx="8585">
                  <c:v>9.9363425921183079E-2</c:v>
                </c:pt>
                <c:pt idx="8586">
                  <c:v>9.9374999997962732E-2</c:v>
                </c:pt>
                <c:pt idx="8587">
                  <c:v>9.9386574074742384E-2</c:v>
                </c:pt>
                <c:pt idx="8588">
                  <c:v>9.9398148144246079E-2</c:v>
                </c:pt>
                <c:pt idx="8589">
                  <c:v>9.9409722221025731E-2</c:v>
                </c:pt>
                <c:pt idx="8590">
                  <c:v>9.9421296290529426E-2</c:v>
                </c:pt>
                <c:pt idx="8591">
                  <c:v>9.9432870367309079E-2</c:v>
                </c:pt>
                <c:pt idx="8592">
                  <c:v>9.9444444444088731E-2</c:v>
                </c:pt>
                <c:pt idx="8593">
                  <c:v>9.9456018513592426E-2</c:v>
                </c:pt>
                <c:pt idx="8594">
                  <c:v>9.9467592590372078E-2</c:v>
                </c:pt>
                <c:pt idx="8595">
                  <c:v>9.9479166667151731E-2</c:v>
                </c:pt>
                <c:pt idx="8596">
                  <c:v>9.9490740736655425E-2</c:v>
                </c:pt>
                <c:pt idx="8597">
                  <c:v>9.9502314813435078E-2</c:v>
                </c:pt>
                <c:pt idx="8598">
                  <c:v>9.951388889021473E-2</c:v>
                </c:pt>
                <c:pt idx="8599">
                  <c:v>9.9525462959718425E-2</c:v>
                </c:pt>
                <c:pt idx="8600">
                  <c:v>9.9537037036498077E-2</c:v>
                </c:pt>
                <c:pt idx="8601">
                  <c:v>9.9548611106001772E-2</c:v>
                </c:pt>
                <c:pt idx="8602">
                  <c:v>9.9560185182781424E-2</c:v>
                </c:pt>
                <c:pt idx="8603">
                  <c:v>9.9571759259561077E-2</c:v>
                </c:pt>
                <c:pt idx="8604">
                  <c:v>9.9583333329064772E-2</c:v>
                </c:pt>
                <c:pt idx="8605">
                  <c:v>9.9594907405844424E-2</c:v>
                </c:pt>
                <c:pt idx="8606">
                  <c:v>9.9606481482624076E-2</c:v>
                </c:pt>
                <c:pt idx="8607">
                  <c:v>9.9618055552127771E-2</c:v>
                </c:pt>
                <c:pt idx="8608">
                  <c:v>9.9629629628907423E-2</c:v>
                </c:pt>
                <c:pt idx="8609">
                  <c:v>9.9641203698411118E-2</c:v>
                </c:pt>
                <c:pt idx="8610">
                  <c:v>9.9652777775190771E-2</c:v>
                </c:pt>
                <c:pt idx="8611">
                  <c:v>9.9664351851970423E-2</c:v>
                </c:pt>
                <c:pt idx="8612">
                  <c:v>9.9675925921474118E-2</c:v>
                </c:pt>
                <c:pt idx="8613">
                  <c:v>9.968749999825377E-2</c:v>
                </c:pt>
                <c:pt idx="8614">
                  <c:v>9.9699074075033423E-2</c:v>
                </c:pt>
                <c:pt idx="8615">
                  <c:v>9.9710648144537117E-2</c:v>
                </c:pt>
                <c:pt idx="8616">
                  <c:v>9.972222222131677E-2</c:v>
                </c:pt>
                <c:pt idx="8617">
                  <c:v>9.9733796290820464E-2</c:v>
                </c:pt>
                <c:pt idx="8618">
                  <c:v>9.9745370367600117E-2</c:v>
                </c:pt>
                <c:pt idx="8619">
                  <c:v>9.9756944444379769E-2</c:v>
                </c:pt>
                <c:pt idx="8620">
                  <c:v>9.9768518513883464E-2</c:v>
                </c:pt>
                <c:pt idx="8621">
                  <c:v>9.9780092590663116E-2</c:v>
                </c:pt>
                <c:pt idx="8622">
                  <c:v>9.9791666667442769E-2</c:v>
                </c:pt>
                <c:pt idx="8623">
                  <c:v>9.9803240736946464E-2</c:v>
                </c:pt>
                <c:pt idx="8624">
                  <c:v>9.9814814813726116E-2</c:v>
                </c:pt>
                <c:pt idx="8625">
                  <c:v>9.9826388883229811E-2</c:v>
                </c:pt>
                <c:pt idx="8626">
                  <c:v>9.9837962960009463E-2</c:v>
                </c:pt>
                <c:pt idx="8627">
                  <c:v>9.9849537036789116E-2</c:v>
                </c:pt>
                <c:pt idx="8628">
                  <c:v>9.986111110629281E-2</c:v>
                </c:pt>
                <c:pt idx="8629">
                  <c:v>9.9872685183072463E-2</c:v>
                </c:pt>
                <c:pt idx="8630">
                  <c:v>9.9884259259852115E-2</c:v>
                </c:pt>
                <c:pt idx="8631">
                  <c:v>9.989583332935581E-2</c:v>
                </c:pt>
                <c:pt idx="8632">
                  <c:v>9.9907407406135462E-2</c:v>
                </c:pt>
                <c:pt idx="8633">
                  <c:v>9.9918981475639157E-2</c:v>
                </c:pt>
                <c:pt idx="8634">
                  <c:v>9.9930555552418809E-2</c:v>
                </c:pt>
                <c:pt idx="8635">
                  <c:v>9.9942129629198462E-2</c:v>
                </c:pt>
                <c:pt idx="8636">
                  <c:v>9.9953703698702157E-2</c:v>
                </c:pt>
                <c:pt idx="8637">
                  <c:v>9.9965277775481809E-2</c:v>
                </c:pt>
                <c:pt idx="8638">
                  <c:v>9.9976851852261461E-2</c:v>
                </c:pt>
                <c:pt idx="8639">
                  <c:v>9.9988425921765156E-2</c:v>
                </c:pt>
                <c:pt idx="8640">
                  <c:v>9.9999999998544808E-2</c:v>
                </c:pt>
                <c:pt idx="8641">
                  <c:v>0.10001157407532446</c:v>
                </c:pt>
                <c:pt idx="8642">
                  <c:v>0.10002314814482816</c:v>
                </c:pt>
                <c:pt idx="8643">
                  <c:v>0.10003472222160781</c:v>
                </c:pt>
                <c:pt idx="8644">
                  <c:v>0.1000462962911115</c:v>
                </c:pt>
                <c:pt idx="8645">
                  <c:v>0.10005787036789116</c:v>
                </c:pt>
                <c:pt idx="8646">
                  <c:v>0.10006944444467081</c:v>
                </c:pt>
                <c:pt idx="8647">
                  <c:v>0.1000810185141745</c:v>
                </c:pt>
                <c:pt idx="8648">
                  <c:v>0.10009259259095415</c:v>
                </c:pt>
                <c:pt idx="8649">
                  <c:v>0.10010416666773381</c:v>
                </c:pt>
                <c:pt idx="8650">
                  <c:v>0.1001157407372375</c:v>
                </c:pt>
                <c:pt idx="8651">
                  <c:v>0.10012731481401715</c:v>
                </c:pt>
                <c:pt idx="8652">
                  <c:v>0.10013888888352085</c:v>
                </c:pt>
                <c:pt idx="8653">
                  <c:v>0.1001504629603005</c:v>
                </c:pt>
                <c:pt idx="8654">
                  <c:v>0.10016203703708015</c:v>
                </c:pt>
                <c:pt idx="8655">
                  <c:v>0.10017361110658385</c:v>
                </c:pt>
                <c:pt idx="8656">
                  <c:v>0.1001851851833635</c:v>
                </c:pt>
                <c:pt idx="8657">
                  <c:v>0.10019675926014315</c:v>
                </c:pt>
                <c:pt idx="8658">
                  <c:v>0.10020833332964685</c:v>
                </c:pt>
                <c:pt idx="8659">
                  <c:v>0.1002199074064265</c:v>
                </c:pt>
                <c:pt idx="8660">
                  <c:v>0.1002314814759302</c:v>
                </c:pt>
                <c:pt idx="8661">
                  <c:v>0.10024305555270985</c:v>
                </c:pt>
                <c:pt idx="8662">
                  <c:v>0.1002546296294895</c:v>
                </c:pt>
                <c:pt idx="8663">
                  <c:v>0.10026620369899319</c:v>
                </c:pt>
                <c:pt idx="8664">
                  <c:v>0.10027777777577285</c:v>
                </c:pt>
                <c:pt idx="8665">
                  <c:v>0.1002893518525525</c:v>
                </c:pt>
                <c:pt idx="8666">
                  <c:v>0.10030092592205619</c:v>
                </c:pt>
                <c:pt idx="8667">
                  <c:v>0.10031249999883585</c:v>
                </c:pt>
                <c:pt idx="8668">
                  <c:v>0.10032407406833954</c:v>
                </c:pt>
                <c:pt idx="8669">
                  <c:v>0.10033564814511919</c:v>
                </c:pt>
                <c:pt idx="8670">
                  <c:v>0.10034722222189885</c:v>
                </c:pt>
                <c:pt idx="8671">
                  <c:v>0.10035879629140254</c:v>
                </c:pt>
                <c:pt idx="8672">
                  <c:v>0.10037037036818219</c:v>
                </c:pt>
                <c:pt idx="8673">
                  <c:v>0.10038194444496185</c:v>
                </c:pt>
                <c:pt idx="8674">
                  <c:v>0.10039351851446554</c:v>
                </c:pt>
                <c:pt idx="8675">
                  <c:v>0.10040509259124519</c:v>
                </c:pt>
                <c:pt idx="8676">
                  <c:v>0.10041666666074889</c:v>
                </c:pt>
                <c:pt idx="8677">
                  <c:v>0.10042824073752854</c:v>
                </c:pt>
                <c:pt idx="8678">
                  <c:v>0.10043981481430819</c:v>
                </c:pt>
                <c:pt idx="8679">
                  <c:v>0.10045138888381189</c:v>
                </c:pt>
                <c:pt idx="8680">
                  <c:v>0.10046296296059154</c:v>
                </c:pt>
                <c:pt idx="8681">
                  <c:v>0.10047453703737119</c:v>
                </c:pt>
                <c:pt idx="8682">
                  <c:v>0.10048611110687489</c:v>
                </c:pt>
                <c:pt idx="8683">
                  <c:v>0.10049768518365454</c:v>
                </c:pt>
                <c:pt idx="8684">
                  <c:v>0.10050925926043419</c:v>
                </c:pt>
                <c:pt idx="8685">
                  <c:v>0.10052083332993789</c:v>
                </c:pt>
                <c:pt idx="8686">
                  <c:v>0.10053240740671754</c:v>
                </c:pt>
                <c:pt idx="8687">
                  <c:v>0.10054398147622123</c:v>
                </c:pt>
                <c:pt idx="8688">
                  <c:v>0.10055555555300089</c:v>
                </c:pt>
                <c:pt idx="8689">
                  <c:v>0.10056712962978054</c:v>
                </c:pt>
                <c:pt idx="8690">
                  <c:v>0.10057870369928423</c:v>
                </c:pt>
                <c:pt idx="8691">
                  <c:v>0.10059027777606389</c:v>
                </c:pt>
                <c:pt idx="8692">
                  <c:v>0.10060185185284354</c:v>
                </c:pt>
                <c:pt idx="8693">
                  <c:v>0.10061342592234723</c:v>
                </c:pt>
                <c:pt idx="8694">
                  <c:v>0.10062499999912689</c:v>
                </c:pt>
                <c:pt idx="8695">
                  <c:v>0.10063657406863058</c:v>
                </c:pt>
                <c:pt idx="8696">
                  <c:v>0.10064814814541023</c:v>
                </c:pt>
                <c:pt idx="8697">
                  <c:v>0.10065972222218988</c:v>
                </c:pt>
                <c:pt idx="8698">
                  <c:v>0.10067129629169358</c:v>
                </c:pt>
                <c:pt idx="8699">
                  <c:v>0.10068287036847323</c:v>
                </c:pt>
                <c:pt idx="8700">
                  <c:v>0.10069444444525288</c:v>
                </c:pt>
                <c:pt idx="8701">
                  <c:v>0.10070601851475658</c:v>
                </c:pt>
                <c:pt idx="8702">
                  <c:v>0.10071759259153623</c:v>
                </c:pt>
                <c:pt idx="8703">
                  <c:v>0.10072916666103993</c:v>
                </c:pt>
                <c:pt idx="8704">
                  <c:v>0.10074074073781958</c:v>
                </c:pt>
                <c:pt idx="8705">
                  <c:v>0.10075231481459923</c:v>
                </c:pt>
                <c:pt idx="8706">
                  <c:v>0.10076388888410293</c:v>
                </c:pt>
                <c:pt idx="8707">
                  <c:v>0.10077546296088258</c:v>
                </c:pt>
                <c:pt idx="8708">
                  <c:v>0.10078703703766223</c:v>
                </c:pt>
                <c:pt idx="8709">
                  <c:v>0.10079861110716593</c:v>
                </c:pt>
                <c:pt idx="8710">
                  <c:v>0.10081018518394558</c:v>
                </c:pt>
                <c:pt idx="8711">
                  <c:v>0.10082175925344927</c:v>
                </c:pt>
                <c:pt idx="8712">
                  <c:v>0.10083333333022892</c:v>
                </c:pt>
                <c:pt idx="8713">
                  <c:v>0.10084490740700858</c:v>
                </c:pt>
                <c:pt idx="8714">
                  <c:v>0.10085648147651227</c:v>
                </c:pt>
                <c:pt idx="8715">
                  <c:v>0.10086805555329192</c:v>
                </c:pt>
                <c:pt idx="8716">
                  <c:v>0.10087962963007158</c:v>
                </c:pt>
                <c:pt idx="8717">
                  <c:v>0.10089120369957527</c:v>
                </c:pt>
                <c:pt idx="8718">
                  <c:v>0.10090277777635492</c:v>
                </c:pt>
                <c:pt idx="8719">
                  <c:v>0.10091435185313458</c:v>
                </c:pt>
                <c:pt idx="8720">
                  <c:v>0.10092592592263827</c:v>
                </c:pt>
                <c:pt idx="8721">
                  <c:v>0.10093749999941792</c:v>
                </c:pt>
                <c:pt idx="8722">
                  <c:v>0.10094907406892162</c:v>
                </c:pt>
                <c:pt idx="8723">
                  <c:v>0.10096064814570127</c:v>
                </c:pt>
                <c:pt idx="8724">
                  <c:v>0.10097222222248092</c:v>
                </c:pt>
                <c:pt idx="8725">
                  <c:v>0.10098379629198462</c:v>
                </c:pt>
                <c:pt idx="8726">
                  <c:v>0.10099537036876427</c:v>
                </c:pt>
                <c:pt idx="8727">
                  <c:v>0.10100694444554392</c:v>
                </c:pt>
                <c:pt idx="8728">
                  <c:v>0.10101851851504762</c:v>
                </c:pt>
                <c:pt idx="8729">
                  <c:v>0.10103009259182727</c:v>
                </c:pt>
                <c:pt idx="8730">
                  <c:v>0.10104166666133096</c:v>
                </c:pt>
                <c:pt idx="8731">
                  <c:v>0.10105324073811062</c:v>
                </c:pt>
                <c:pt idx="8732">
                  <c:v>0.10106481481489027</c:v>
                </c:pt>
                <c:pt idx="8733">
                  <c:v>0.10107638888439396</c:v>
                </c:pt>
                <c:pt idx="8734">
                  <c:v>0.10108796296117362</c:v>
                </c:pt>
                <c:pt idx="8735">
                  <c:v>0.10109953703795327</c:v>
                </c:pt>
                <c:pt idx="8736">
                  <c:v>0.10111111110745696</c:v>
                </c:pt>
                <c:pt idx="8737">
                  <c:v>0.10112268518423662</c:v>
                </c:pt>
                <c:pt idx="8738">
                  <c:v>0.10113425925374031</c:v>
                </c:pt>
                <c:pt idx="8739">
                  <c:v>0.10114583333051996</c:v>
                </c:pt>
                <c:pt idx="8740">
                  <c:v>0.10115740740729962</c:v>
                </c:pt>
                <c:pt idx="8741">
                  <c:v>0.10116898147680331</c:v>
                </c:pt>
                <c:pt idx="8742">
                  <c:v>0.10118055555358296</c:v>
                </c:pt>
                <c:pt idx="8743">
                  <c:v>0.10119212963036261</c:v>
                </c:pt>
                <c:pt idx="8744">
                  <c:v>0.10120370369986631</c:v>
                </c:pt>
                <c:pt idx="8745">
                  <c:v>0.10121527777664596</c:v>
                </c:pt>
                <c:pt idx="8746">
                  <c:v>0.10122685184614966</c:v>
                </c:pt>
                <c:pt idx="8747">
                  <c:v>0.10123842592292931</c:v>
                </c:pt>
                <c:pt idx="8748">
                  <c:v>0.10124999999970896</c:v>
                </c:pt>
                <c:pt idx="8749">
                  <c:v>0.10126157406921266</c:v>
                </c:pt>
                <c:pt idx="8750">
                  <c:v>0.10127314814599231</c:v>
                </c:pt>
                <c:pt idx="8751">
                  <c:v>0.10128472222277196</c:v>
                </c:pt>
                <c:pt idx="8752">
                  <c:v>0.10129629629227566</c:v>
                </c:pt>
                <c:pt idx="8753">
                  <c:v>0.10130787036905531</c:v>
                </c:pt>
                <c:pt idx="8754">
                  <c:v>0.101319444438559</c:v>
                </c:pt>
                <c:pt idx="8755">
                  <c:v>0.10133101851533866</c:v>
                </c:pt>
                <c:pt idx="8756">
                  <c:v>0.10134259259211831</c:v>
                </c:pt>
                <c:pt idx="8757">
                  <c:v>0.101354166661622</c:v>
                </c:pt>
                <c:pt idx="8758">
                  <c:v>0.10136574073840166</c:v>
                </c:pt>
                <c:pt idx="8759">
                  <c:v>0.10137731481518131</c:v>
                </c:pt>
                <c:pt idx="8760">
                  <c:v>0.101388888884685</c:v>
                </c:pt>
                <c:pt idx="8761">
                  <c:v>0.10140046296146465</c:v>
                </c:pt>
                <c:pt idx="8762">
                  <c:v>0.10141203703824431</c:v>
                </c:pt>
                <c:pt idx="8763">
                  <c:v>0.101423611107748</c:v>
                </c:pt>
                <c:pt idx="8764">
                  <c:v>0.10143518518452765</c:v>
                </c:pt>
                <c:pt idx="8765">
                  <c:v>0.10144675925403135</c:v>
                </c:pt>
                <c:pt idx="8766">
                  <c:v>0.101458333330811</c:v>
                </c:pt>
                <c:pt idx="8767">
                  <c:v>0.10146990740759065</c:v>
                </c:pt>
                <c:pt idx="8768">
                  <c:v>0.10148148147709435</c:v>
                </c:pt>
                <c:pt idx="8769">
                  <c:v>0.101493055553874</c:v>
                </c:pt>
                <c:pt idx="8770">
                  <c:v>0.10150462963065365</c:v>
                </c:pt>
                <c:pt idx="8771">
                  <c:v>0.10151620370015735</c:v>
                </c:pt>
                <c:pt idx="8772">
                  <c:v>0.101527777776937</c:v>
                </c:pt>
                <c:pt idx="8773">
                  <c:v>0.1015393518464407</c:v>
                </c:pt>
                <c:pt idx="8774">
                  <c:v>0.10155092592322035</c:v>
                </c:pt>
                <c:pt idx="8775">
                  <c:v>0.1015625</c:v>
                </c:pt>
                <c:pt idx="8776">
                  <c:v>0.10157407406950369</c:v>
                </c:pt>
                <c:pt idx="8777">
                  <c:v>0.10158564814628335</c:v>
                </c:pt>
                <c:pt idx="8778">
                  <c:v>0.101597222223063</c:v>
                </c:pt>
                <c:pt idx="8779">
                  <c:v>0.10160879629256669</c:v>
                </c:pt>
                <c:pt idx="8780">
                  <c:v>0.10162037036934635</c:v>
                </c:pt>
                <c:pt idx="8781">
                  <c:v>0.10163194443885004</c:v>
                </c:pt>
                <c:pt idx="8782">
                  <c:v>0.10164351851562969</c:v>
                </c:pt>
                <c:pt idx="8783">
                  <c:v>0.10165509259240935</c:v>
                </c:pt>
                <c:pt idx="8784">
                  <c:v>0.10166666666191304</c:v>
                </c:pt>
                <c:pt idx="8785">
                  <c:v>0.10167824073869269</c:v>
                </c:pt>
                <c:pt idx="8786">
                  <c:v>0.10168981481547235</c:v>
                </c:pt>
                <c:pt idx="8787">
                  <c:v>0.10170138888497604</c:v>
                </c:pt>
                <c:pt idx="8788">
                  <c:v>0.10171296296175569</c:v>
                </c:pt>
                <c:pt idx="8789">
                  <c:v>0.10172453703125939</c:v>
                </c:pt>
                <c:pt idx="8790">
                  <c:v>0.10173611110803904</c:v>
                </c:pt>
                <c:pt idx="8791">
                  <c:v>0.10174768518481869</c:v>
                </c:pt>
                <c:pt idx="8792">
                  <c:v>0.10175925925432239</c:v>
                </c:pt>
                <c:pt idx="8793">
                  <c:v>0.10177083333110204</c:v>
                </c:pt>
                <c:pt idx="8794">
                  <c:v>0.10178240740788169</c:v>
                </c:pt>
                <c:pt idx="8795">
                  <c:v>0.10179398147738539</c:v>
                </c:pt>
                <c:pt idx="8796">
                  <c:v>0.10180555555416504</c:v>
                </c:pt>
                <c:pt idx="8797">
                  <c:v>0.10181712963094469</c:v>
                </c:pt>
                <c:pt idx="8798">
                  <c:v>0.10182870370044839</c:v>
                </c:pt>
                <c:pt idx="8799">
                  <c:v>0.10184027777722804</c:v>
                </c:pt>
                <c:pt idx="8800">
                  <c:v>0.10185185184673173</c:v>
                </c:pt>
                <c:pt idx="8801">
                  <c:v>0.10186342592351139</c:v>
                </c:pt>
                <c:pt idx="8802">
                  <c:v>0.10187500000029104</c:v>
                </c:pt>
                <c:pt idx="8803">
                  <c:v>0.10188657406979473</c:v>
                </c:pt>
                <c:pt idx="8804">
                  <c:v>0.10189814814657439</c:v>
                </c:pt>
                <c:pt idx="8805">
                  <c:v>0.10190972222335404</c:v>
                </c:pt>
                <c:pt idx="8806">
                  <c:v>0.10192129629285773</c:v>
                </c:pt>
                <c:pt idx="8807">
                  <c:v>0.10193287036963739</c:v>
                </c:pt>
                <c:pt idx="8808">
                  <c:v>0.10194444443914108</c:v>
                </c:pt>
                <c:pt idx="8809">
                  <c:v>0.10195601851592073</c:v>
                </c:pt>
                <c:pt idx="8810">
                  <c:v>0.10196759259270038</c:v>
                </c:pt>
                <c:pt idx="8811">
                  <c:v>0.10197916666220408</c:v>
                </c:pt>
                <c:pt idx="8812">
                  <c:v>0.10199074073898373</c:v>
                </c:pt>
                <c:pt idx="8813">
                  <c:v>0.10200231481576338</c:v>
                </c:pt>
                <c:pt idx="8814">
                  <c:v>0.10201388888526708</c:v>
                </c:pt>
                <c:pt idx="8815">
                  <c:v>0.10202546296204673</c:v>
                </c:pt>
                <c:pt idx="8816">
                  <c:v>0.10203703703155043</c:v>
                </c:pt>
                <c:pt idx="8817">
                  <c:v>0.10204861110833008</c:v>
                </c:pt>
                <c:pt idx="8818">
                  <c:v>0.10206018518510973</c:v>
                </c:pt>
                <c:pt idx="8819">
                  <c:v>0.10207175925461343</c:v>
                </c:pt>
                <c:pt idx="8820">
                  <c:v>0.10208333333139308</c:v>
                </c:pt>
                <c:pt idx="8821">
                  <c:v>0.10209490740817273</c:v>
                </c:pt>
                <c:pt idx="8822">
                  <c:v>0.10210648147767643</c:v>
                </c:pt>
                <c:pt idx="8823">
                  <c:v>0.10211805555445608</c:v>
                </c:pt>
                <c:pt idx="8824">
                  <c:v>0.10212962962395977</c:v>
                </c:pt>
                <c:pt idx="8825">
                  <c:v>0.10214120370073942</c:v>
                </c:pt>
                <c:pt idx="8826">
                  <c:v>0.10215277777751908</c:v>
                </c:pt>
                <c:pt idx="8827">
                  <c:v>0.10216435184702277</c:v>
                </c:pt>
                <c:pt idx="8828">
                  <c:v>0.10217592592380242</c:v>
                </c:pt>
                <c:pt idx="8829">
                  <c:v>0.10218750000058208</c:v>
                </c:pt>
                <c:pt idx="8830">
                  <c:v>0.10219907407008577</c:v>
                </c:pt>
                <c:pt idx="8831">
                  <c:v>0.10221064814686542</c:v>
                </c:pt>
                <c:pt idx="8832">
                  <c:v>0.10222222221636912</c:v>
                </c:pt>
                <c:pt idx="8833">
                  <c:v>0.10223379629314877</c:v>
                </c:pt>
                <c:pt idx="8834">
                  <c:v>0.10224537036992842</c:v>
                </c:pt>
                <c:pt idx="8835">
                  <c:v>0.10225694443943212</c:v>
                </c:pt>
                <c:pt idx="8836">
                  <c:v>0.10226851851621177</c:v>
                </c:pt>
                <c:pt idx="8837">
                  <c:v>0.10228009259299142</c:v>
                </c:pt>
                <c:pt idx="8838">
                  <c:v>0.10229166666249512</c:v>
                </c:pt>
                <c:pt idx="8839">
                  <c:v>0.10230324073927477</c:v>
                </c:pt>
                <c:pt idx="8840">
                  <c:v>0.10231481481605442</c:v>
                </c:pt>
                <c:pt idx="8841">
                  <c:v>0.10232638888555812</c:v>
                </c:pt>
                <c:pt idx="8842">
                  <c:v>0.10233796296233777</c:v>
                </c:pt>
                <c:pt idx="8843">
                  <c:v>0.10234953703184146</c:v>
                </c:pt>
                <c:pt idx="8844">
                  <c:v>0.10236111110862112</c:v>
                </c:pt>
                <c:pt idx="8845">
                  <c:v>0.10237268518540077</c:v>
                </c:pt>
                <c:pt idx="8846">
                  <c:v>0.10238425925490446</c:v>
                </c:pt>
                <c:pt idx="8847">
                  <c:v>0.10239583333168412</c:v>
                </c:pt>
                <c:pt idx="8848">
                  <c:v>0.10240740740846377</c:v>
                </c:pt>
                <c:pt idx="8849">
                  <c:v>0.10241898147796746</c:v>
                </c:pt>
                <c:pt idx="8850">
                  <c:v>0.10243055555474712</c:v>
                </c:pt>
                <c:pt idx="8851">
                  <c:v>0.10244212962425081</c:v>
                </c:pt>
                <c:pt idx="8852">
                  <c:v>0.10245370370103046</c:v>
                </c:pt>
                <c:pt idx="8853">
                  <c:v>0.10246527777781012</c:v>
                </c:pt>
                <c:pt idx="8854">
                  <c:v>0.10247685184731381</c:v>
                </c:pt>
                <c:pt idx="8855">
                  <c:v>0.10248842592409346</c:v>
                </c:pt>
                <c:pt idx="8856">
                  <c:v>0.10250000000087311</c:v>
                </c:pt>
                <c:pt idx="8857">
                  <c:v>0.10251157407037681</c:v>
                </c:pt>
                <c:pt idx="8858">
                  <c:v>0.10252314814715646</c:v>
                </c:pt>
                <c:pt idx="8859">
                  <c:v>0.10253472221666016</c:v>
                </c:pt>
                <c:pt idx="8860">
                  <c:v>0.10254629629343981</c:v>
                </c:pt>
                <c:pt idx="8861">
                  <c:v>0.10255787037021946</c:v>
                </c:pt>
                <c:pt idx="8862">
                  <c:v>0.10256944443972316</c:v>
                </c:pt>
                <c:pt idx="8863">
                  <c:v>0.10258101851650281</c:v>
                </c:pt>
                <c:pt idx="8864">
                  <c:v>0.10259259259328246</c:v>
                </c:pt>
                <c:pt idx="8865">
                  <c:v>0.10260416666278616</c:v>
                </c:pt>
                <c:pt idx="8866">
                  <c:v>0.10261574073956581</c:v>
                </c:pt>
                <c:pt idx="8867">
                  <c:v>0.1026273148090695</c:v>
                </c:pt>
                <c:pt idx="8868">
                  <c:v>0.10263888888584916</c:v>
                </c:pt>
                <c:pt idx="8869">
                  <c:v>0.10265046296262881</c:v>
                </c:pt>
                <c:pt idx="8870">
                  <c:v>0.1026620370321325</c:v>
                </c:pt>
                <c:pt idx="8871">
                  <c:v>0.10267361110891216</c:v>
                </c:pt>
                <c:pt idx="8872">
                  <c:v>0.10268518518569181</c:v>
                </c:pt>
                <c:pt idx="8873">
                  <c:v>0.1026967592551955</c:v>
                </c:pt>
                <c:pt idx="8874">
                  <c:v>0.10270833333197515</c:v>
                </c:pt>
                <c:pt idx="8875">
                  <c:v>0.10271990740147885</c:v>
                </c:pt>
                <c:pt idx="8876">
                  <c:v>0.1027314814782585</c:v>
                </c:pt>
                <c:pt idx="8877">
                  <c:v>0.10274305555503815</c:v>
                </c:pt>
                <c:pt idx="8878">
                  <c:v>0.10275462962454185</c:v>
                </c:pt>
                <c:pt idx="8879">
                  <c:v>0.1027662037013215</c:v>
                </c:pt>
                <c:pt idx="8880">
                  <c:v>0.10277777777810115</c:v>
                </c:pt>
                <c:pt idx="8881">
                  <c:v>0.10278935184760485</c:v>
                </c:pt>
                <c:pt idx="8882">
                  <c:v>0.1028009259243845</c:v>
                </c:pt>
                <c:pt idx="8883">
                  <c:v>0.10281250000116415</c:v>
                </c:pt>
                <c:pt idx="8884">
                  <c:v>0.10282407407066785</c:v>
                </c:pt>
                <c:pt idx="8885">
                  <c:v>0.1028356481474475</c:v>
                </c:pt>
                <c:pt idx="8886">
                  <c:v>0.1028472222169512</c:v>
                </c:pt>
                <c:pt idx="8887">
                  <c:v>0.10285879629373085</c:v>
                </c:pt>
                <c:pt idx="8888">
                  <c:v>0.1028703703705105</c:v>
                </c:pt>
                <c:pt idx="8889">
                  <c:v>0.10288194444001419</c:v>
                </c:pt>
                <c:pt idx="8890">
                  <c:v>0.10289351851679385</c:v>
                </c:pt>
                <c:pt idx="8891">
                  <c:v>0.1029050925935735</c:v>
                </c:pt>
                <c:pt idx="8892">
                  <c:v>0.10291666666307719</c:v>
                </c:pt>
                <c:pt idx="8893">
                  <c:v>0.10292824073985685</c:v>
                </c:pt>
                <c:pt idx="8894">
                  <c:v>0.10293981480936054</c:v>
                </c:pt>
                <c:pt idx="8895">
                  <c:v>0.10295138888614019</c:v>
                </c:pt>
                <c:pt idx="8896">
                  <c:v>0.10296296296291985</c:v>
                </c:pt>
                <c:pt idx="8897">
                  <c:v>0.10297453703242354</c:v>
                </c:pt>
                <c:pt idx="8898">
                  <c:v>0.10298611110920319</c:v>
                </c:pt>
                <c:pt idx="8899">
                  <c:v>0.10299768518598285</c:v>
                </c:pt>
                <c:pt idx="8900">
                  <c:v>0.10300925925548654</c:v>
                </c:pt>
                <c:pt idx="8901">
                  <c:v>0.10302083333226619</c:v>
                </c:pt>
                <c:pt idx="8902">
                  <c:v>0.10303240740176989</c:v>
                </c:pt>
                <c:pt idx="8903">
                  <c:v>0.10304398147854954</c:v>
                </c:pt>
                <c:pt idx="8904">
                  <c:v>0.10305555555532919</c:v>
                </c:pt>
                <c:pt idx="8905">
                  <c:v>0.10306712962483289</c:v>
                </c:pt>
                <c:pt idx="8906">
                  <c:v>0.10307870370161254</c:v>
                </c:pt>
                <c:pt idx="8907">
                  <c:v>0.10309027777839219</c:v>
                </c:pt>
                <c:pt idx="8908">
                  <c:v>0.10310185184789589</c:v>
                </c:pt>
                <c:pt idx="8909">
                  <c:v>0.10311342592467554</c:v>
                </c:pt>
                <c:pt idx="8910">
                  <c:v>0.10312499999417923</c:v>
                </c:pt>
                <c:pt idx="8911">
                  <c:v>0.10313657407095889</c:v>
                </c:pt>
                <c:pt idx="8912">
                  <c:v>0.10314814814773854</c:v>
                </c:pt>
                <c:pt idx="8913">
                  <c:v>0.10315972221724223</c:v>
                </c:pt>
                <c:pt idx="8914">
                  <c:v>0.10317129629402189</c:v>
                </c:pt>
                <c:pt idx="8915">
                  <c:v>0.10318287037080154</c:v>
                </c:pt>
                <c:pt idx="8916">
                  <c:v>0.10319444444030523</c:v>
                </c:pt>
                <c:pt idx="8917">
                  <c:v>0.10320601851708489</c:v>
                </c:pt>
                <c:pt idx="8918">
                  <c:v>0.10321759259386454</c:v>
                </c:pt>
                <c:pt idx="8919">
                  <c:v>0.10322916666336823</c:v>
                </c:pt>
                <c:pt idx="8920">
                  <c:v>0.10324074074014788</c:v>
                </c:pt>
                <c:pt idx="8921">
                  <c:v>0.10325231480965158</c:v>
                </c:pt>
                <c:pt idx="8922">
                  <c:v>0.10326388888643123</c:v>
                </c:pt>
                <c:pt idx="8923">
                  <c:v>0.10327546296321088</c:v>
                </c:pt>
                <c:pt idx="8924">
                  <c:v>0.10328703703271458</c:v>
                </c:pt>
                <c:pt idx="8925">
                  <c:v>0.10329861110949423</c:v>
                </c:pt>
                <c:pt idx="8926">
                  <c:v>0.10331018518627388</c:v>
                </c:pt>
                <c:pt idx="8927">
                  <c:v>0.10332175925577758</c:v>
                </c:pt>
                <c:pt idx="8928">
                  <c:v>0.10333333333255723</c:v>
                </c:pt>
                <c:pt idx="8929">
                  <c:v>0.10334490740206093</c:v>
                </c:pt>
                <c:pt idx="8930">
                  <c:v>0.10335648147884058</c:v>
                </c:pt>
                <c:pt idx="8931">
                  <c:v>0.10336805555562023</c:v>
                </c:pt>
                <c:pt idx="8932">
                  <c:v>0.10337962962512393</c:v>
                </c:pt>
                <c:pt idx="8933">
                  <c:v>0.10339120370190358</c:v>
                </c:pt>
                <c:pt idx="8934">
                  <c:v>0.10340277777868323</c:v>
                </c:pt>
                <c:pt idx="8935">
                  <c:v>0.10341435184818693</c:v>
                </c:pt>
                <c:pt idx="8936">
                  <c:v>0.10342592592496658</c:v>
                </c:pt>
                <c:pt idx="8937">
                  <c:v>0.10343749999447027</c:v>
                </c:pt>
                <c:pt idx="8938">
                  <c:v>0.10344907407124992</c:v>
                </c:pt>
                <c:pt idx="8939">
                  <c:v>0.10346064814802958</c:v>
                </c:pt>
                <c:pt idx="8940">
                  <c:v>0.10347222221753327</c:v>
                </c:pt>
                <c:pt idx="8941">
                  <c:v>0.10348379629431292</c:v>
                </c:pt>
                <c:pt idx="8942">
                  <c:v>0.10349537037109258</c:v>
                </c:pt>
                <c:pt idx="8943">
                  <c:v>0.10350694444059627</c:v>
                </c:pt>
                <c:pt idx="8944">
                  <c:v>0.10351851851737592</c:v>
                </c:pt>
                <c:pt idx="8945">
                  <c:v>0.10353009258687962</c:v>
                </c:pt>
                <c:pt idx="8946">
                  <c:v>0.10354166666365927</c:v>
                </c:pt>
                <c:pt idx="8947">
                  <c:v>0.10355324074043892</c:v>
                </c:pt>
                <c:pt idx="8948">
                  <c:v>0.10356481480994262</c:v>
                </c:pt>
                <c:pt idx="8949">
                  <c:v>0.10357638888672227</c:v>
                </c:pt>
                <c:pt idx="8950">
                  <c:v>0.10358796296350192</c:v>
                </c:pt>
                <c:pt idx="8951">
                  <c:v>0.10359953703300562</c:v>
                </c:pt>
                <c:pt idx="8952">
                  <c:v>0.10361111110978527</c:v>
                </c:pt>
                <c:pt idx="8953">
                  <c:v>0.10362268517928896</c:v>
                </c:pt>
                <c:pt idx="8954">
                  <c:v>0.10363425925606862</c:v>
                </c:pt>
                <c:pt idx="8955">
                  <c:v>0.10364583333284827</c:v>
                </c:pt>
                <c:pt idx="8956">
                  <c:v>0.10365740740235196</c:v>
                </c:pt>
                <c:pt idx="8957">
                  <c:v>0.10366898147913162</c:v>
                </c:pt>
                <c:pt idx="8958">
                  <c:v>0.10368055555591127</c:v>
                </c:pt>
                <c:pt idx="8959">
                  <c:v>0.10369212962541496</c:v>
                </c:pt>
                <c:pt idx="8960">
                  <c:v>0.10370370370219462</c:v>
                </c:pt>
                <c:pt idx="8961">
                  <c:v>0.10371527777897427</c:v>
                </c:pt>
                <c:pt idx="8962">
                  <c:v>0.10372685184847796</c:v>
                </c:pt>
                <c:pt idx="8963">
                  <c:v>0.10373842592525762</c:v>
                </c:pt>
                <c:pt idx="8964">
                  <c:v>0.10374999999476131</c:v>
                </c:pt>
                <c:pt idx="8965">
                  <c:v>0.10376157407154096</c:v>
                </c:pt>
                <c:pt idx="8966">
                  <c:v>0.10377314814832062</c:v>
                </c:pt>
                <c:pt idx="8967">
                  <c:v>0.10378472221782431</c:v>
                </c:pt>
                <c:pt idx="8968">
                  <c:v>0.10379629629460396</c:v>
                </c:pt>
                <c:pt idx="8969">
                  <c:v>0.10380787037138361</c:v>
                </c:pt>
                <c:pt idx="8970">
                  <c:v>0.10381944444088731</c:v>
                </c:pt>
                <c:pt idx="8971">
                  <c:v>0.10383101851766696</c:v>
                </c:pt>
                <c:pt idx="8972">
                  <c:v>0.10384259258717066</c:v>
                </c:pt>
                <c:pt idx="8973">
                  <c:v>0.10385416666395031</c:v>
                </c:pt>
                <c:pt idx="8974">
                  <c:v>0.10386574074072996</c:v>
                </c:pt>
                <c:pt idx="8975">
                  <c:v>0.10387731481023366</c:v>
                </c:pt>
                <c:pt idx="8976">
                  <c:v>0.10388888888701331</c:v>
                </c:pt>
                <c:pt idx="8977">
                  <c:v>0.10390046296379296</c:v>
                </c:pt>
                <c:pt idx="8978">
                  <c:v>0.10391203703329666</c:v>
                </c:pt>
                <c:pt idx="8979">
                  <c:v>0.10392361111007631</c:v>
                </c:pt>
                <c:pt idx="8980">
                  <c:v>0.10393518517958</c:v>
                </c:pt>
                <c:pt idx="8981">
                  <c:v>0.10394675925635966</c:v>
                </c:pt>
                <c:pt idx="8982">
                  <c:v>0.10395833333313931</c:v>
                </c:pt>
                <c:pt idx="8983">
                  <c:v>0.103969907402643</c:v>
                </c:pt>
                <c:pt idx="8984">
                  <c:v>0.10398148147942265</c:v>
                </c:pt>
                <c:pt idx="8985">
                  <c:v>0.10399305555620231</c:v>
                </c:pt>
                <c:pt idx="8986">
                  <c:v>0.104004629625706</c:v>
                </c:pt>
                <c:pt idx="8987">
                  <c:v>0.10401620370248565</c:v>
                </c:pt>
                <c:pt idx="8988">
                  <c:v>0.10402777777198935</c:v>
                </c:pt>
                <c:pt idx="8989">
                  <c:v>0.104039351848769</c:v>
                </c:pt>
                <c:pt idx="8990">
                  <c:v>0.10405092592554865</c:v>
                </c:pt>
                <c:pt idx="8991">
                  <c:v>0.10406249999505235</c:v>
                </c:pt>
                <c:pt idx="8992">
                  <c:v>0.104074074071832</c:v>
                </c:pt>
                <c:pt idx="8993">
                  <c:v>0.10408564814861165</c:v>
                </c:pt>
                <c:pt idx="8994">
                  <c:v>0.10409722221811535</c:v>
                </c:pt>
                <c:pt idx="8995">
                  <c:v>0.104108796294895</c:v>
                </c:pt>
                <c:pt idx="8996">
                  <c:v>0.10412037037167465</c:v>
                </c:pt>
                <c:pt idx="8997">
                  <c:v>0.10413194444117835</c:v>
                </c:pt>
                <c:pt idx="8998">
                  <c:v>0.104143518517958</c:v>
                </c:pt>
                <c:pt idx="8999">
                  <c:v>0.1041550925874617</c:v>
                </c:pt>
                <c:pt idx="9000">
                  <c:v>0.10416666666424135</c:v>
                </c:pt>
                <c:pt idx="9001">
                  <c:v>0.104178240741021</c:v>
                </c:pt>
                <c:pt idx="9002">
                  <c:v>0.10418981481052469</c:v>
                </c:pt>
                <c:pt idx="9003">
                  <c:v>0.10420138888730435</c:v>
                </c:pt>
                <c:pt idx="9004">
                  <c:v>0.104212962964084</c:v>
                </c:pt>
                <c:pt idx="9005">
                  <c:v>0.10422453703358769</c:v>
                </c:pt>
                <c:pt idx="9006">
                  <c:v>0.10423611111036735</c:v>
                </c:pt>
                <c:pt idx="9007">
                  <c:v>0.10424768517987104</c:v>
                </c:pt>
                <c:pt idx="9008">
                  <c:v>0.10425925925665069</c:v>
                </c:pt>
                <c:pt idx="9009">
                  <c:v>0.10427083333343035</c:v>
                </c:pt>
                <c:pt idx="9010">
                  <c:v>0.10428240740293404</c:v>
                </c:pt>
                <c:pt idx="9011">
                  <c:v>0.10429398147971369</c:v>
                </c:pt>
                <c:pt idx="9012">
                  <c:v>0.10430555555649335</c:v>
                </c:pt>
                <c:pt idx="9013">
                  <c:v>0.10431712962599704</c:v>
                </c:pt>
                <c:pt idx="9014">
                  <c:v>0.10432870370277669</c:v>
                </c:pt>
                <c:pt idx="9015">
                  <c:v>0.10434027777228039</c:v>
                </c:pt>
                <c:pt idx="9016">
                  <c:v>0.10435185184906004</c:v>
                </c:pt>
                <c:pt idx="9017">
                  <c:v>0.10436342592583969</c:v>
                </c:pt>
                <c:pt idx="9018">
                  <c:v>0.10437499999534339</c:v>
                </c:pt>
                <c:pt idx="9019">
                  <c:v>0.10438657407212304</c:v>
                </c:pt>
                <c:pt idx="9020">
                  <c:v>0.10439814814890269</c:v>
                </c:pt>
                <c:pt idx="9021">
                  <c:v>0.10440972221840639</c:v>
                </c:pt>
                <c:pt idx="9022">
                  <c:v>0.10442129629518604</c:v>
                </c:pt>
                <c:pt idx="9023">
                  <c:v>0.10443287036468973</c:v>
                </c:pt>
                <c:pt idx="9024">
                  <c:v>0.10444444444146939</c:v>
                </c:pt>
                <c:pt idx="9025">
                  <c:v>0.10445601851824904</c:v>
                </c:pt>
                <c:pt idx="9026">
                  <c:v>0.10446759258775273</c:v>
                </c:pt>
                <c:pt idx="9027">
                  <c:v>0.10447916666453239</c:v>
                </c:pt>
                <c:pt idx="9028">
                  <c:v>0.10449074074131204</c:v>
                </c:pt>
                <c:pt idx="9029">
                  <c:v>0.10450231481081573</c:v>
                </c:pt>
                <c:pt idx="9030">
                  <c:v>0.10451388888759539</c:v>
                </c:pt>
                <c:pt idx="9031">
                  <c:v>0.10452546295709908</c:v>
                </c:pt>
                <c:pt idx="9032">
                  <c:v>0.10453703703387873</c:v>
                </c:pt>
                <c:pt idx="9033">
                  <c:v>0.10454861111065838</c:v>
                </c:pt>
                <c:pt idx="9034">
                  <c:v>0.10456018518016208</c:v>
                </c:pt>
                <c:pt idx="9035">
                  <c:v>0.10457175925694173</c:v>
                </c:pt>
                <c:pt idx="9036">
                  <c:v>0.10458333333372138</c:v>
                </c:pt>
                <c:pt idx="9037">
                  <c:v>0.10459490740322508</c:v>
                </c:pt>
                <c:pt idx="9038">
                  <c:v>0.10460648148000473</c:v>
                </c:pt>
                <c:pt idx="9039">
                  <c:v>0.10461805555678438</c:v>
                </c:pt>
                <c:pt idx="9040">
                  <c:v>0.10462962962628808</c:v>
                </c:pt>
                <c:pt idx="9041">
                  <c:v>0.10464120370306773</c:v>
                </c:pt>
                <c:pt idx="9042">
                  <c:v>0.10465277777257143</c:v>
                </c:pt>
                <c:pt idx="9043">
                  <c:v>0.10466435184935108</c:v>
                </c:pt>
                <c:pt idx="9044">
                  <c:v>0.10467592592613073</c:v>
                </c:pt>
                <c:pt idx="9045">
                  <c:v>0.10468749999563443</c:v>
                </c:pt>
                <c:pt idx="9046">
                  <c:v>0.10469907407241408</c:v>
                </c:pt>
                <c:pt idx="9047">
                  <c:v>0.10471064814919373</c:v>
                </c:pt>
                <c:pt idx="9048">
                  <c:v>0.10472222221869742</c:v>
                </c:pt>
                <c:pt idx="9049">
                  <c:v>0.10473379629547708</c:v>
                </c:pt>
                <c:pt idx="9050">
                  <c:v>0.10474537036498077</c:v>
                </c:pt>
                <c:pt idx="9051">
                  <c:v>0.10475694444176042</c:v>
                </c:pt>
                <c:pt idx="9052">
                  <c:v>0.10476851851854008</c:v>
                </c:pt>
                <c:pt idx="9053">
                  <c:v>0.10478009258804377</c:v>
                </c:pt>
                <c:pt idx="9054">
                  <c:v>0.10479166666482342</c:v>
                </c:pt>
                <c:pt idx="9055">
                  <c:v>0.10480324074160308</c:v>
                </c:pt>
                <c:pt idx="9056">
                  <c:v>0.10481481481110677</c:v>
                </c:pt>
                <c:pt idx="9057">
                  <c:v>0.10482638888788642</c:v>
                </c:pt>
                <c:pt idx="9058">
                  <c:v>0.10483796295739012</c:v>
                </c:pt>
                <c:pt idx="9059">
                  <c:v>0.10484953703416977</c:v>
                </c:pt>
                <c:pt idx="9060">
                  <c:v>0.10486111111094942</c:v>
                </c:pt>
                <c:pt idx="9061">
                  <c:v>0.10487268518045312</c:v>
                </c:pt>
                <c:pt idx="9062">
                  <c:v>0.10488425925723277</c:v>
                </c:pt>
                <c:pt idx="9063">
                  <c:v>0.10489583333401242</c:v>
                </c:pt>
                <c:pt idx="9064">
                  <c:v>0.10490740740351612</c:v>
                </c:pt>
                <c:pt idx="9065">
                  <c:v>0.10491898148029577</c:v>
                </c:pt>
                <c:pt idx="9066">
                  <c:v>0.10493055554979946</c:v>
                </c:pt>
                <c:pt idx="9067">
                  <c:v>0.10494212962657912</c:v>
                </c:pt>
                <c:pt idx="9068">
                  <c:v>0.10495370370335877</c:v>
                </c:pt>
                <c:pt idx="9069">
                  <c:v>0.10496527777286246</c:v>
                </c:pt>
                <c:pt idx="9070">
                  <c:v>0.10497685184964212</c:v>
                </c:pt>
                <c:pt idx="9071">
                  <c:v>0.10498842592642177</c:v>
                </c:pt>
                <c:pt idx="9072">
                  <c:v>0.10499999999592546</c:v>
                </c:pt>
                <c:pt idx="9073">
                  <c:v>0.10501157407270512</c:v>
                </c:pt>
                <c:pt idx="9074">
                  <c:v>0.10502314814948477</c:v>
                </c:pt>
                <c:pt idx="9075">
                  <c:v>0.10503472221898846</c:v>
                </c:pt>
                <c:pt idx="9076">
                  <c:v>0.10504629629576812</c:v>
                </c:pt>
                <c:pt idx="9077">
                  <c:v>0.10505787036527181</c:v>
                </c:pt>
                <c:pt idx="9078">
                  <c:v>0.10506944444205146</c:v>
                </c:pt>
                <c:pt idx="9079">
                  <c:v>0.10508101851883112</c:v>
                </c:pt>
                <c:pt idx="9080">
                  <c:v>0.10509259258833481</c:v>
                </c:pt>
                <c:pt idx="9081">
                  <c:v>0.10510416666511446</c:v>
                </c:pt>
                <c:pt idx="9082">
                  <c:v>0.10511574074189411</c:v>
                </c:pt>
                <c:pt idx="9083">
                  <c:v>0.10512731481139781</c:v>
                </c:pt>
                <c:pt idx="9084">
                  <c:v>0.10513888888817746</c:v>
                </c:pt>
                <c:pt idx="9085">
                  <c:v>0.10515046295768116</c:v>
                </c:pt>
                <c:pt idx="9086">
                  <c:v>0.10516203703446081</c:v>
                </c:pt>
                <c:pt idx="9087">
                  <c:v>0.10517361111124046</c:v>
                </c:pt>
                <c:pt idx="9088">
                  <c:v>0.10518518518074416</c:v>
                </c:pt>
                <c:pt idx="9089">
                  <c:v>0.10519675925752381</c:v>
                </c:pt>
                <c:pt idx="9090">
                  <c:v>0.10520833333430346</c:v>
                </c:pt>
                <c:pt idx="9091">
                  <c:v>0.10521990740380716</c:v>
                </c:pt>
                <c:pt idx="9092">
                  <c:v>0.10523148148058681</c:v>
                </c:pt>
                <c:pt idx="9093">
                  <c:v>0.1052430555500905</c:v>
                </c:pt>
                <c:pt idx="9094">
                  <c:v>0.10525462962687016</c:v>
                </c:pt>
                <c:pt idx="9095">
                  <c:v>0.10526620370364981</c:v>
                </c:pt>
                <c:pt idx="9096">
                  <c:v>0.1052777777731535</c:v>
                </c:pt>
                <c:pt idx="9097">
                  <c:v>0.10528935184993315</c:v>
                </c:pt>
                <c:pt idx="9098">
                  <c:v>0.10530092592671281</c:v>
                </c:pt>
                <c:pt idx="9099">
                  <c:v>0.1053124999962165</c:v>
                </c:pt>
                <c:pt idx="9100">
                  <c:v>0.10532407407299615</c:v>
                </c:pt>
                <c:pt idx="9101">
                  <c:v>0.10533564814249985</c:v>
                </c:pt>
                <c:pt idx="9102">
                  <c:v>0.1053472222192795</c:v>
                </c:pt>
                <c:pt idx="9103">
                  <c:v>0.10535879629605915</c:v>
                </c:pt>
                <c:pt idx="9104">
                  <c:v>0.10537037036556285</c:v>
                </c:pt>
                <c:pt idx="9105">
                  <c:v>0.1053819444423425</c:v>
                </c:pt>
                <c:pt idx="9106">
                  <c:v>0.10539351851912215</c:v>
                </c:pt>
                <c:pt idx="9107">
                  <c:v>0.10540509258862585</c:v>
                </c:pt>
                <c:pt idx="9108">
                  <c:v>0.1054166666654055</c:v>
                </c:pt>
                <c:pt idx="9109">
                  <c:v>0.1054282407349092</c:v>
                </c:pt>
                <c:pt idx="9110">
                  <c:v>0.10543981481168885</c:v>
                </c:pt>
                <c:pt idx="9111">
                  <c:v>0.1054513888884685</c:v>
                </c:pt>
                <c:pt idx="9112">
                  <c:v>0.10546296295797219</c:v>
                </c:pt>
                <c:pt idx="9113">
                  <c:v>0.10547453703475185</c:v>
                </c:pt>
                <c:pt idx="9114">
                  <c:v>0.1054861111115315</c:v>
                </c:pt>
                <c:pt idx="9115">
                  <c:v>0.10549768518103519</c:v>
                </c:pt>
                <c:pt idx="9116">
                  <c:v>0.10550925925781485</c:v>
                </c:pt>
                <c:pt idx="9117">
                  <c:v>0.1055208333345945</c:v>
                </c:pt>
                <c:pt idx="9118">
                  <c:v>0.10553240740409819</c:v>
                </c:pt>
                <c:pt idx="9119">
                  <c:v>0.10554398148087785</c:v>
                </c:pt>
                <c:pt idx="9120">
                  <c:v>0.10555555555038154</c:v>
                </c:pt>
                <c:pt idx="9121">
                  <c:v>0.10556712962716119</c:v>
                </c:pt>
                <c:pt idx="9122">
                  <c:v>0.10557870370394085</c:v>
                </c:pt>
                <c:pt idx="9123">
                  <c:v>0.10559027777344454</c:v>
                </c:pt>
                <c:pt idx="9124">
                  <c:v>0.10560185185022419</c:v>
                </c:pt>
                <c:pt idx="9125">
                  <c:v>0.10561342592700385</c:v>
                </c:pt>
                <c:pt idx="9126">
                  <c:v>0.10562499999650754</c:v>
                </c:pt>
                <c:pt idx="9127">
                  <c:v>0.10563657407328719</c:v>
                </c:pt>
                <c:pt idx="9128">
                  <c:v>0.10564814814279089</c:v>
                </c:pt>
                <c:pt idx="9129">
                  <c:v>0.10565972221957054</c:v>
                </c:pt>
                <c:pt idx="9130">
                  <c:v>0.10567129629635019</c:v>
                </c:pt>
                <c:pt idx="9131">
                  <c:v>0.10568287036585389</c:v>
                </c:pt>
                <c:pt idx="9132">
                  <c:v>0.10569444444263354</c:v>
                </c:pt>
                <c:pt idx="9133">
                  <c:v>0.10570601851941319</c:v>
                </c:pt>
                <c:pt idx="9134">
                  <c:v>0.10571759258891689</c:v>
                </c:pt>
                <c:pt idx="9135">
                  <c:v>0.10572916666569654</c:v>
                </c:pt>
                <c:pt idx="9136">
                  <c:v>0.10574074073520023</c:v>
                </c:pt>
                <c:pt idx="9137">
                  <c:v>0.10575231481197989</c:v>
                </c:pt>
                <c:pt idx="9138">
                  <c:v>0.10576388888875954</c:v>
                </c:pt>
                <c:pt idx="9139">
                  <c:v>0.10577546295826323</c:v>
                </c:pt>
                <c:pt idx="9140">
                  <c:v>0.10578703703504289</c:v>
                </c:pt>
                <c:pt idx="9141">
                  <c:v>0.10579861111182254</c:v>
                </c:pt>
                <c:pt idx="9142">
                  <c:v>0.10581018518132623</c:v>
                </c:pt>
                <c:pt idx="9143">
                  <c:v>0.10582175925810589</c:v>
                </c:pt>
                <c:pt idx="9144">
                  <c:v>0.10583333332760958</c:v>
                </c:pt>
                <c:pt idx="9145">
                  <c:v>0.10584490740438923</c:v>
                </c:pt>
                <c:pt idx="9146">
                  <c:v>0.10585648148116888</c:v>
                </c:pt>
                <c:pt idx="9147">
                  <c:v>0.10586805555067258</c:v>
                </c:pt>
                <c:pt idx="9148">
                  <c:v>0.10587962962745223</c:v>
                </c:pt>
                <c:pt idx="9149">
                  <c:v>0.10589120370423188</c:v>
                </c:pt>
                <c:pt idx="9150">
                  <c:v>0.10590277777373558</c:v>
                </c:pt>
                <c:pt idx="9151">
                  <c:v>0.10591435185051523</c:v>
                </c:pt>
                <c:pt idx="9152">
                  <c:v>0.10592592592001893</c:v>
                </c:pt>
                <c:pt idx="9153">
                  <c:v>0.10593749999679858</c:v>
                </c:pt>
                <c:pt idx="9154">
                  <c:v>0.10594907407357823</c:v>
                </c:pt>
                <c:pt idx="9155">
                  <c:v>0.10596064814308193</c:v>
                </c:pt>
                <c:pt idx="9156">
                  <c:v>0.10597222221986158</c:v>
                </c:pt>
                <c:pt idx="9157">
                  <c:v>0.10598379629664123</c:v>
                </c:pt>
                <c:pt idx="9158">
                  <c:v>0.10599537036614493</c:v>
                </c:pt>
                <c:pt idx="9159">
                  <c:v>0.10600694444292458</c:v>
                </c:pt>
                <c:pt idx="9160">
                  <c:v>0.10601851851970423</c:v>
                </c:pt>
                <c:pt idx="9161">
                  <c:v>0.10603009258920792</c:v>
                </c:pt>
                <c:pt idx="9162">
                  <c:v>0.10604166666598758</c:v>
                </c:pt>
                <c:pt idx="9163">
                  <c:v>0.10605324073549127</c:v>
                </c:pt>
                <c:pt idx="9164">
                  <c:v>0.10606481481227092</c:v>
                </c:pt>
                <c:pt idx="9165">
                  <c:v>0.10607638888905058</c:v>
                </c:pt>
                <c:pt idx="9166">
                  <c:v>0.10608796295855427</c:v>
                </c:pt>
                <c:pt idx="9167">
                  <c:v>0.10609953703533392</c:v>
                </c:pt>
                <c:pt idx="9168">
                  <c:v>0.10611111111211358</c:v>
                </c:pt>
                <c:pt idx="9169">
                  <c:v>0.10612268518161727</c:v>
                </c:pt>
                <c:pt idx="9170">
                  <c:v>0.10613425925839692</c:v>
                </c:pt>
                <c:pt idx="9171">
                  <c:v>0.10614583332790062</c:v>
                </c:pt>
                <c:pt idx="9172">
                  <c:v>0.10615740740468027</c:v>
                </c:pt>
                <c:pt idx="9173">
                  <c:v>0.10616898148145992</c:v>
                </c:pt>
                <c:pt idx="9174">
                  <c:v>0.10618055555096362</c:v>
                </c:pt>
                <c:pt idx="9175">
                  <c:v>0.10619212962774327</c:v>
                </c:pt>
                <c:pt idx="9176">
                  <c:v>0.10620370370452292</c:v>
                </c:pt>
                <c:pt idx="9177">
                  <c:v>0.10621527777402662</c:v>
                </c:pt>
                <c:pt idx="9178">
                  <c:v>0.10622685185080627</c:v>
                </c:pt>
                <c:pt idx="9179">
                  <c:v>0.10623842592030996</c:v>
                </c:pt>
                <c:pt idx="9180">
                  <c:v>0.10624999999708962</c:v>
                </c:pt>
                <c:pt idx="9181">
                  <c:v>0.10626157407386927</c:v>
                </c:pt>
                <c:pt idx="9182">
                  <c:v>0.10627314814337296</c:v>
                </c:pt>
                <c:pt idx="9183">
                  <c:v>0.10628472222015262</c:v>
                </c:pt>
                <c:pt idx="9184">
                  <c:v>0.10629629629693227</c:v>
                </c:pt>
                <c:pt idx="9185">
                  <c:v>0.10630787036643596</c:v>
                </c:pt>
                <c:pt idx="9186">
                  <c:v>0.10631944444321562</c:v>
                </c:pt>
                <c:pt idx="9187">
                  <c:v>0.10633101851271931</c:v>
                </c:pt>
                <c:pt idx="9188">
                  <c:v>0.10634259258949896</c:v>
                </c:pt>
                <c:pt idx="9189">
                  <c:v>0.10635416666627862</c:v>
                </c:pt>
                <c:pt idx="9190">
                  <c:v>0.10636574073578231</c:v>
                </c:pt>
                <c:pt idx="9191">
                  <c:v>0.10637731481256196</c:v>
                </c:pt>
                <c:pt idx="9192">
                  <c:v>0.10638888888934162</c:v>
                </c:pt>
                <c:pt idx="9193">
                  <c:v>0.10640046295884531</c:v>
                </c:pt>
                <c:pt idx="9194">
                  <c:v>0.10641203703562496</c:v>
                </c:pt>
                <c:pt idx="9195">
                  <c:v>0.10642361111240461</c:v>
                </c:pt>
                <c:pt idx="9196">
                  <c:v>0.10643518518190831</c:v>
                </c:pt>
                <c:pt idx="9197">
                  <c:v>0.10644675925868796</c:v>
                </c:pt>
                <c:pt idx="9198">
                  <c:v>0.10645833332819166</c:v>
                </c:pt>
                <c:pt idx="9199">
                  <c:v>0.10646990740497131</c:v>
                </c:pt>
                <c:pt idx="9200">
                  <c:v>0.10648148148175096</c:v>
                </c:pt>
                <c:pt idx="9201">
                  <c:v>0.10649305555125466</c:v>
                </c:pt>
                <c:pt idx="9202">
                  <c:v>0.10650462962803431</c:v>
                </c:pt>
                <c:pt idx="9203">
                  <c:v>0.10651620370481396</c:v>
                </c:pt>
                <c:pt idx="9204">
                  <c:v>0.10652777777431766</c:v>
                </c:pt>
                <c:pt idx="9205">
                  <c:v>0.10653935185109731</c:v>
                </c:pt>
                <c:pt idx="9206">
                  <c:v>0.106550925920601</c:v>
                </c:pt>
                <c:pt idx="9207">
                  <c:v>0.10656249999738066</c:v>
                </c:pt>
                <c:pt idx="9208">
                  <c:v>0.10657407407416031</c:v>
                </c:pt>
                <c:pt idx="9209">
                  <c:v>0.106585648143664</c:v>
                </c:pt>
                <c:pt idx="9210">
                  <c:v>0.10659722222044365</c:v>
                </c:pt>
                <c:pt idx="9211">
                  <c:v>0.10660879629722331</c:v>
                </c:pt>
                <c:pt idx="9212">
                  <c:v>0.106620370366727</c:v>
                </c:pt>
                <c:pt idx="9213">
                  <c:v>0.10663194444350665</c:v>
                </c:pt>
                <c:pt idx="9214">
                  <c:v>0.10664351851301035</c:v>
                </c:pt>
                <c:pt idx="9215">
                  <c:v>0.10665509258979</c:v>
                </c:pt>
                <c:pt idx="9216">
                  <c:v>0.10666666666656965</c:v>
                </c:pt>
                <c:pt idx="9217">
                  <c:v>0.10667824073607335</c:v>
                </c:pt>
                <c:pt idx="9218">
                  <c:v>0.106689814812853</c:v>
                </c:pt>
                <c:pt idx="9219">
                  <c:v>0.10670138888963265</c:v>
                </c:pt>
                <c:pt idx="9220">
                  <c:v>0.10671296295913635</c:v>
                </c:pt>
                <c:pt idx="9221">
                  <c:v>0.106724537035916</c:v>
                </c:pt>
                <c:pt idx="9222">
                  <c:v>0.1067361111054197</c:v>
                </c:pt>
                <c:pt idx="9223">
                  <c:v>0.10674768518219935</c:v>
                </c:pt>
                <c:pt idx="9224">
                  <c:v>0.106759259258979</c:v>
                </c:pt>
                <c:pt idx="9225">
                  <c:v>0.10677083332848269</c:v>
                </c:pt>
                <c:pt idx="9226">
                  <c:v>0.10678240740526235</c:v>
                </c:pt>
                <c:pt idx="9227">
                  <c:v>0.106793981482042</c:v>
                </c:pt>
                <c:pt idx="9228">
                  <c:v>0.10680555555154569</c:v>
                </c:pt>
                <c:pt idx="9229">
                  <c:v>0.10681712962832535</c:v>
                </c:pt>
                <c:pt idx="9230">
                  <c:v>0.10682870369782904</c:v>
                </c:pt>
                <c:pt idx="9231">
                  <c:v>0.10684027777460869</c:v>
                </c:pt>
                <c:pt idx="9232">
                  <c:v>0.10685185185138835</c:v>
                </c:pt>
                <c:pt idx="9233">
                  <c:v>0.10686342592089204</c:v>
                </c:pt>
                <c:pt idx="9234">
                  <c:v>0.10687499999767169</c:v>
                </c:pt>
                <c:pt idx="9235">
                  <c:v>0.10688657407445135</c:v>
                </c:pt>
                <c:pt idx="9236">
                  <c:v>0.10689814814395504</c:v>
                </c:pt>
                <c:pt idx="9237">
                  <c:v>0.10690972222073469</c:v>
                </c:pt>
                <c:pt idx="9238">
                  <c:v>0.10692129629751435</c:v>
                </c:pt>
                <c:pt idx="9239">
                  <c:v>0.10693287036701804</c:v>
                </c:pt>
                <c:pt idx="9240">
                  <c:v>0.10694444444379769</c:v>
                </c:pt>
                <c:pt idx="9241">
                  <c:v>0.10695601851330139</c:v>
                </c:pt>
                <c:pt idx="9242">
                  <c:v>0.10696759259008104</c:v>
                </c:pt>
                <c:pt idx="9243">
                  <c:v>0.10697916666686069</c:v>
                </c:pt>
                <c:pt idx="9244">
                  <c:v>0.10699074073636439</c:v>
                </c:pt>
                <c:pt idx="9245">
                  <c:v>0.10700231481314404</c:v>
                </c:pt>
                <c:pt idx="9246">
                  <c:v>0.10701388888992369</c:v>
                </c:pt>
                <c:pt idx="9247">
                  <c:v>0.10702546295942739</c:v>
                </c:pt>
                <c:pt idx="9248">
                  <c:v>0.10703703703620704</c:v>
                </c:pt>
                <c:pt idx="9249">
                  <c:v>0.10704861110571073</c:v>
                </c:pt>
                <c:pt idx="9250">
                  <c:v>0.10706018518249039</c:v>
                </c:pt>
                <c:pt idx="9251">
                  <c:v>0.10707175925927004</c:v>
                </c:pt>
                <c:pt idx="9252">
                  <c:v>0.10708333332877373</c:v>
                </c:pt>
                <c:pt idx="9253">
                  <c:v>0.10709490740555339</c:v>
                </c:pt>
                <c:pt idx="9254">
                  <c:v>0.10710648148233304</c:v>
                </c:pt>
                <c:pt idx="9255">
                  <c:v>0.10711805555183673</c:v>
                </c:pt>
                <c:pt idx="9256">
                  <c:v>0.10712962962861639</c:v>
                </c:pt>
                <c:pt idx="9257">
                  <c:v>0.10714120369812008</c:v>
                </c:pt>
                <c:pt idx="9258">
                  <c:v>0.10715277777489973</c:v>
                </c:pt>
                <c:pt idx="9259">
                  <c:v>0.10716435185167938</c:v>
                </c:pt>
                <c:pt idx="9260">
                  <c:v>0.10717592592118308</c:v>
                </c:pt>
                <c:pt idx="9261">
                  <c:v>0.10718749999796273</c:v>
                </c:pt>
                <c:pt idx="9262">
                  <c:v>0.10719907407474238</c:v>
                </c:pt>
                <c:pt idx="9263">
                  <c:v>0.10721064814424608</c:v>
                </c:pt>
                <c:pt idx="9264">
                  <c:v>0.10722222222102573</c:v>
                </c:pt>
                <c:pt idx="9265">
                  <c:v>0.10723379629052943</c:v>
                </c:pt>
                <c:pt idx="9266">
                  <c:v>0.10724537036730908</c:v>
                </c:pt>
                <c:pt idx="9267">
                  <c:v>0.10725694444408873</c:v>
                </c:pt>
                <c:pt idx="9268">
                  <c:v>0.10726851851359243</c:v>
                </c:pt>
                <c:pt idx="9269">
                  <c:v>0.10728009259037208</c:v>
                </c:pt>
                <c:pt idx="9270">
                  <c:v>0.10729166666715173</c:v>
                </c:pt>
                <c:pt idx="9271">
                  <c:v>0.10730324073665543</c:v>
                </c:pt>
                <c:pt idx="9272">
                  <c:v>0.10731481481343508</c:v>
                </c:pt>
                <c:pt idx="9273">
                  <c:v>0.10732638889021473</c:v>
                </c:pt>
                <c:pt idx="9274">
                  <c:v>0.10733796295971842</c:v>
                </c:pt>
                <c:pt idx="9275">
                  <c:v>0.10734953703649808</c:v>
                </c:pt>
                <c:pt idx="9276">
                  <c:v>0.10736111110600177</c:v>
                </c:pt>
                <c:pt idx="9277">
                  <c:v>0.10737268518278142</c:v>
                </c:pt>
                <c:pt idx="9278">
                  <c:v>0.10738425925956108</c:v>
                </c:pt>
                <c:pt idx="9279">
                  <c:v>0.10739583332906477</c:v>
                </c:pt>
                <c:pt idx="9280">
                  <c:v>0.10740740740584442</c:v>
                </c:pt>
                <c:pt idx="9281">
                  <c:v>0.10741898148262408</c:v>
                </c:pt>
                <c:pt idx="9282">
                  <c:v>0.10743055555212777</c:v>
                </c:pt>
                <c:pt idx="9283">
                  <c:v>0.10744212962890742</c:v>
                </c:pt>
                <c:pt idx="9284">
                  <c:v>0.10745370369841112</c:v>
                </c:pt>
                <c:pt idx="9285">
                  <c:v>0.10746527777519077</c:v>
                </c:pt>
                <c:pt idx="9286">
                  <c:v>0.10747685185197042</c:v>
                </c:pt>
                <c:pt idx="9287">
                  <c:v>0.10748842592147412</c:v>
                </c:pt>
                <c:pt idx="9288">
                  <c:v>0.10749999999825377</c:v>
                </c:pt>
                <c:pt idx="9289">
                  <c:v>0.10751157407503342</c:v>
                </c:pt>
                <c:pt idx="9290">
                  <c:v>0.10752314814453712</c:v>
                </c:pt>
                <c:pt idx="9291">
                  <c:v>0.10753472222131677</c:v>
                </c:pt>
                <c:pt idx="9292">
                  <c:v>0.10754629629082046</c:v>
                </c:pt>
                <c:pt idx="9293">
                  <c:v>0.10755787036760012</c:v>
                </c:pt>
                <c:pt idx="9294">
                  <c:v>0.10756944444437977</c:v>
                </c:pt>
                <c:pt idx="9295">
                  <c:v>0.10758101851388346</c:v>
                </c:pt>
                <c:pt idx="9296">
                  <c:v>0.10759259259066312</c:v>
                </c:pt>
                <c:pt idx="9297">
                  <c:v>0.10760416666744277</c:v>
                </c:pt>
                <c:pt idx="9298">
                  <c:v>0.10761574073694646</c:v>
                </c:pt>
                <c:pt idx="9299">
                  <c:v>0.10762731481372612</c:v>
                </c:pt>
                <c:pt idx="9300">
                  <c:v>0.10763888888322981</c:v>
                </c:pt>
                <c:pt idx="9301">
                  <c:v>0.10765046296000946</c:v>
                </c:pt>
                <c:pt idx="9302">
                  <c:v>0.10766203703678912</c:v>
                </c:pt>
                <c:pt idx="9303">
                  <c:v>0.10767361110629281</c:v>
                </c:pt>
                <c:pt idx="9304">
                  <c:v>0.10768518518307246</c:v>
                </c:pt>
                <c:pt idx="9305">
                  <c:v>0.10769675925985212</c:v>
                </c:pt>
                <c:pt idx="9306">
                  <c:v>0.10770833332935581</c:v>
                </c:pt>
                <c:pt idx="9307">
                  <c:v>0.10771990740613546</c:v>
                </c:pt>
                <c:pt idx="9308">
                  <c:v>0.10773148147563916</c:v>
                </c:pt>
                <c:pt idx="9309">
                  <c:v>0.10774305555241881</c:v>
                </c:pt>
                <c:pt idx="9310">
                  <c:v>0.10775462962919846</c:v>
                </c:pt>
                <c:pt idx="9311">
                  <c:v>0.10776620369870216</c:v>
                </c:pt>
                <c:pt idx="9312">
                  <c:v>0.10777777777548181</c:v>
                </c:pt>
                <c:pt idx="9313">
                  <c:v>0.10778935185226146</c:v>
                </c:pt>
                <c:pt idx="9314">
                  <c:v>0.10780092592176516</c:v>
                </c:pt>
                <c:pt idx="9315">
                  <c:v>0.10781249999854481</c:v>
                </c:pt>
                <c:pt idx="9316">
                  <c:v>0.10782407407532446</c:v>
                </c:pt>
                <c:pt idx="9317">
                  <c:v>0.10783564814482816</c:v>
                </c:pt>
                <c:pt idx="9318">
                  <c:v>0.10784722222160781</c:v>
                </c:pt>
                <c:pt idx="9319">
                  <c:v>0.1078587962911115</c:v>
                </c:pt>
                <c:pt idx="9320">
                  <c:v>0.10787037036789116</c:v>
                </c:pt>
                <c:pt idx="9321">
                  <c:v>0.10788194444467081</c:v>
                </c:pt>
                <c:pt idx="9322">
                  <c:v>0.1078935185141745</c:v>
                </c:pt>
                <c:pt idx="9323">
                  <c:v>0.10790509259095415</c:v>
                </c:pt>
                <c:pt idx="9324">
                  <c:v>0.10791666666773381</c:v>
                </c:pt>
                <c:pt idx="9325">
                  <c:v>0.1079282407372375</c:v>
                </c:pt>
                <c:pt idx="9326">
                  <c:v>0.10793981481401715</c:v>
                </c:pt>
                <c:pt idx="9327">
                  <c:v>0.10795138888352085</c:v>
                </c:pt>
                <c:pt idx="9328">
                  <c:v>0.1079629629603005</c:v>
                </c:pt>
                <c:pt idx="9329">
                  <c:v>0.10797453703708015</c:v>
                </c:pt>
                <c:pt idx="9330">
                  <c:v>0.10798611110658385</c:v>
                </c:pt>
                <c:pt idx="9331">
                  <c:v>0.1079976851833635</c:v>
                </c:pt>
                <c:pt idx="9332">
                  <c:v>0.10800925926014315</c:v>
                </c:pt>
                <c:pt idx="9333">
                  <c:v>0.10802083332964685</c:v>
                </c:pt>
                <c:pt idx="9334">
                  <c:v>0.1080324074064265</c:v>
                </c:pt>
                <c:pt idx="9335">
                  <c:v>0.1080439814759302</c:v>
                </c:pt>
                <c:pt idx="9336">
                  <c:v>0.10805555555270985</c:v>
                </c:pt>
                <c:pt idx="9337">
                  <c:v>0.1080671296294895</c:v>
                </c:pt>
                <c:pt idx="9338">
                  <c:v>0.10807870369899319</c:v>
                </c:pt>
                <c:pt idx="9339">
                  <c:v>0.10809027777577285</c:v>
                </c:pt>
                <c:pt idx="9340">
                  <c:v>0.1081018518525525</c:v>
                </c:pt>
                <c:pt idx="9341">
                  <c:v>0.10811342592205619</c:v>
                </c:pt>
                <c:pt idx="9342">
                  <c:v>0.10812499999883585</c:v>
                </c:pt>
                <c:pt idx="9343">
                  <c:v>0.10813657406833954</c:v>
                </c:pt>
                <c:pt idx="9344">
                  <c:v>0.10814814814511919</c:v>
                </c:pt>
                <c:pt idx="9345">
                  <c:v>0.10815972222189885</c:v>
                </c:pt>
                <c:pt idx="9346">
                  <c:v>0.10817129629140254</c:v>
                </c:pt>
                <c:pt idx="9347">
                  <c:v>0.10818287036818219</c:v>
                </c:pt>
                <c:pt idx="9348">
                  <c:v>0.10819444444496185</c:v>
                </c:pt>
                <c:pt idx="9349">
                  <c:v>0.10820601851446554</c:v>
                </c:pt>
                <c:pt idx="9350">
                  <c:v>0.10821759259124519</c:v>
                </c:pt>
                <c:pt idx="9351">
                  <c:v>0.10822916666074889</c:v>
                </c:pt>
                <c:pt idx="9352">
                  <c:v>0.10824074073752854</c:v>
                </c:pt>
                <c:pt idx="9353">
                  <c:v>0.10825231481430819</c:v>
                </c:pt>
                <c:pt idx="9354">
                  <c:v>0.10826388888381189</c:v>
                </c:pt>
                <c:pt idx="9355">
                  <c:v>0.10827546296059154</c:v>
                </c:pt>
                <c:pt idx="9356">
                  <c:v>0.10828703703737119</c:v>
                </c:pt>
                <c:pt idx="9357">
                  <c:v>0.10829861110687489</c:v>
                </c:pt>
                <c:pt idx="9358">
                  <c:v>0.10831018518365454</c:v>
                </c:pt>
                <c:pt idx="9359">
                  <c:v>0.10832175926043419</c:v>
                </c:pt>
                <c:pt idx="9360">
                  <c:v>0.10833333332993789</c:v>
                </c:pt>
                <c:pt idx="9361">
                  <c:v>0.10834490740671754</c:v>
                </c:pt>
                <c:pt idx="9362">
                  <c:v>0.10835648147622123</c:v>
                </c:pt>
                <c:pt idx="9363">
                  <c:v>0.10836805555300089</c:v>
                </c:pt>
                <c:pt idx="9364">
                  <c:v>0.10837962962978054</c:v>
                </c:pt>
                <c:pt idx="9365">
                  <c:v>0.10839120369928423</c:v>
                </c:pt>
                <c:pt idx="9366">
                  <c:v>0.10840277777606389</c:v>
                </c:pt>
                <c:pt idx="9367">
                  <c:v>0.10841435185284354</c:v>
                </c:pt>
                <c:pt idx="9368">
                  <c:v>0.10842592592234723</c:v>
                </c:pt>
                <c:pt idx="9369">
                  <c:v>0.10843749999912689</c:v>
                </c:pt>
                <c:pt idx="9370">
                  <c:v>0.10844907406863058</c:v>
                </c:pt>
                <c:pt idx="9371">
                  <c:v>0.10846064814541023</c:v>
                </c:pt>
                <c:pt idx="9372">
                  <c:v>0.10847222222218988</c:v>
                </c:pt>
                <c:pt idx="9373">
                  <c:v>0.10848379629169358</c:v>
                </c:pt>
                <c:pt idx="9374">
                  <c:v>0.10849537036847323</c:v>
                </c:pt>
                <c:pt idx="9375">
                  <c:v>0.10850694444525288</c:v>
                </c:pt>
                <c:pt idx="9376">
                  <c:v>0.10851851851475658</c:v>
                </c:pt>
                <c:pt idx="9377">
                  <c:v>0.10853009259153623</c:v>
                </c:pt>
                <c:pt idx="9378">
                  <c:v>0.10854166666103993</c:v>
                </c:pt>
                <c:pt idx="9379">
                  <c:v>0.10855324073781958</c:v>
                </c:pt>
                <c:pt idx="9380">
                  <c:v>0.10856481481459923</c:v>
                </c:pt>
                <c:pt idx="9381">
                  <c:v>0.10857638888410293</c:v>
                </c:pt>
                <c:pt idx="9382">
                  <c:v>0.10858796296088258</c:v>
                </c:pt>
                <c:pt idx="9383">
                  <c:v>0.10859953703766223</c:v>
                </c:pt>
                <c:pt idx="9384">
                  <c:v>0.10861111110716593</c:v>
                </c:pt>
                <c:pt idx="9385">
                  <c:v>0.10862268518394558</c:v>
                </c:pt>
                <c:pt idx="9386">
                  <c:v>0.10863425925344927</c:v>
                </c:pt>
                <c:pt idx="9387">
                  <c:v>0.10864583333022892</c:v>
                </c:pt>
                <c:pt idx="9388">
                  <c:v>0.10865740740700858</c:v>
                </c:pt>
                <c:pt idx="9389">
                  <c:v>0.10866898147651227</c:v>
                </c:pt>
                <c:pt idx="9390">
                  <c:v>0.10868055555329192</c:v>
                </c:pt>
                <c:pt idx="9391">
                  <c:v>0.10869212963007158</c:v>
                </c:pt>
                <c:pt idx="9392">
                  <c:v>0.10870370369957527</c:v>
                </c:pt>
                <c:pt idx="9393">
                  <c:v>0.10871527777635492</c:v>
                </c:pt>
                <c:pt idx="9394">
                  <c:v>0.10872685185313458</c:v>
                </c:pt>
                <c:pt idx="9395">
                  <c:v>0.10873842592263827</c:v>
                </c:pt>
                <c:pt idx="9396">
                  <c:v>0.10874999999941792</c:v>
                </c:pt>
                <c:pt idx="9397">
                  <c:v>0.10876157406892162</c:v>
                </c:pt>
                <c:pt idx="9398">
                  <c:v>0.10877314814570127</c:v>
                </c:pt>
                <c:pt idx="9399">
                  <c:v>0.10878472222248092</c:v>
                </c:pt>
                <c:pt idx="9400">
                  <c:v>0.10879629629198462</c:v>
                </c:pt>
                <c:pt idx="9401">
                  <c:v>0.10880787036876427</c:v>
                </c:pt>
                <c:pt idx="9402">
                  <c:v>0.10881944444554392</c:v>
                </c:pt>
                <c:pt idx="9403">
                  <c:v>0.10883101851504762</c:v>
                </c:pt>
                <c:pt idx="9404">
                  <c:v>0.10884259259182727</c:v>
                </c:pt>
                <c:pt idx="9405">
                  <c:v>0.10885416666133096</c:v>
                </c:pt>
                <c:pt idx="9406">
                  <c:v>0.10886574073811062</c:v>
                </c:pt>
                <c:pt idx="9407">
                  <c:v>0.10887731481489027</c:v>
                </c:pt>
                <c:pt idx="9408">
                  <c:v>0.10888888888439396</c:v>
                </c:pt>
                <c:pt idx="9409">
                  <c:v>0.10890046296117362</c:v>
                </c:pt>
                <c:pt idx="9410">
                  <c:v>0.10891203703795327</c:v>
                </c:pt>
                <c:pt idx="9411">
                  <c:v>0.10892361110745696</c:v>
                </c:pt>
                <c:pt idx="9412">
                  <c:v>0.10893518518423662</c:v>
                </c:pt>
                <c:pt idx="9413">
                  <c:v>0.10894675925374031</c:v>
                </c:pt>
                <c:pt idx="9414">
                  <c:v>0.10895833333051996</c:v>
                </c:pt>
                <c:pt idx="9415">
                  <c:v>0.10896990740729962</c:v>
                </c:pt>
                <c:pt idx="9416">
                  <c:v>0.10898148147680331</c:v>
                </c:pt>
                <c:pt idx="9417">
                  <c:v>0.10899305555358296</c:v>
                </c:pt>
                <c:pt idx="9418">
                  <c:v>0.10900462963036261</c:v>
                </c:pt>
                <c:pt idx="9419">
                  <c:v>0.10901620369986631</c:v>
                </c:pt>
                <c:pt idx="9420">
                  <c:v>0.10902777777664596</c:v>
                </c:pt>
                <c:pt idx="9421">
                  <c:v>0.10903935184614966</c:v>
                </c:pt>
                <c:pt idx="9422">
                  <c:v>0.10905092592292931</c:v>
                </c:pt>
                <c:pt idx="9423">
                  <c:v>0.10906249999970896</c:v>
                </c:pt>
                <c:pt idx="9424">
                  <c:v>0.10907407406921266</c:v>
                </c:pt>
                <c:pt idx="9425">
                  <c:v>0.10908564814599231</c:v>
                </c:pt>
                <c:pt idx="9426">
                  <c:v>0.10909722222277196</c:v>
                </c:pt>
                <c:pt idx="9427">
                  <c:v>0.10910879629227566</c:v>
                </c:pt>
                <c:pt idx="9428">
                  <c:v>0.10912037036905531</c:v>
                </c:pt>
                <c:pt idx="9429">
                  <c:v>0.109131944438559</c:v>
                </c:pt>
                <c:pt idx="9430">
                  <c:v>0.10914351851533866</c:v>
                </c:pt>
                <c:pt idx="9431">
                  <c:v>0.10915509259211831</c:v>
                </c:pt>
                <c:pt idx="9432">
                  <c:v>0.109166666661622</c:v>
                </c:pt>
                <c:pt idx="9433">
                  <c:v>0.10917824073840166</c:v>
                </c:pt>
                <c:pt idx="9434">
                  <c:v>0.10918981481518131</c:v>
                </c:pt>
                <c:pt idx="9435">
                  <c:v>0.109201388884685</c:v>
                </c:pt>
                <c:pt idx="9436">
                  <c:v>0.10921296296146465</c:v>
                </c:pt>
                <c:pt idx="9437">
                  <c:v>0.10922453703824431</c:v>
                </c:pt>
                <c:pt idx="9438">
                  <c:v>0.109236111107748</c:v>
                </c:pt>
                <c:pt idx="9439">
                  <c:v>0.10924768518452765</c:v>
                </c:pt>
                <c:pt idx="9440">
                  <c:v>0.10925925925403135</c:v>
                </c:pt>
                <c:pt idx="9441">
                  <c:v>0.109270833330811</c:v>
                </c:pt>
                <c:pt idx="9442">
                  <c:v>0.10928240740759065</c:v>
                </c:pt>
                <c:pt idx="9443">
                  <c:v>0.10929398147709435</c:v>
                </c:pt>
                <c:pt idx="9444">
                  <c:v>0.109305555553874</c:v>
                </c:pt>
                <c:pt idx="9445">
                  <c:v>0.10931712963065365</c:v>
                </c:pt>
                <c:pt idx="9446">
                  <c:v>0.10932870370015735</c:v>
                </c:pt>
                <c:pt idx="9447">
                  <c:v>0.109340277776937</c:v>
                </c:pt>
                <c:pt idx="9448">
                  <c:v>0.1093518518464407</c:v>
                </c:pt>
                <c:pt idx="9449">
                  <c:v>0.10936342592322035</c:v>
                </c:pt>
                <c:pt idx="9450">
                  <c:v>0.109375</c:v>
                </c:pt>
                <c:pt idx="9451">
                  <c:v>0.10938657406950369</c:v>
                </c:pt>
                <c:pt idx="9452">
                  <c:v>0.10939814814628335</c:v>
                </c:pt>
                <c:pt idx="9453">
                  <c:v>0.109409722223063</c:v>
                </c:pt>
                <c:pt idx="9454">
                  <c:v>0.10942129629256669</c:v>
                </c:pt>
                <c:pt idx="9455">
                  <c:v>0.10943287036934635</c:v>
                </c:pt>
                <c:pt idx="9456">
                  <c:v>0.10944444443885004</c:v>
                </c:pt>
                <c:pt idx="9457">
                  <c:v>0.10945601851562969</c:v>
                </c:pt>
                <c:pt idx="9458">
                  <c:v>0.10946759259240935</c:v>
                </c:pt>
                <c:pt idx="9459">
                  <c:v>0.10947916666191304</c:v>
                </c:pt>
                <c:pt idx="9460">
                  <c:v>0.10949074073869269</c:v>
                </c:pt>
                <c:pt idx="9461">
                  <c:v>0.10950231481547235</c:v>
                </c:pt>
                <c:pt idx="9462">
                  <c:v>0.10951388888497604</c:v>
                </c:pt>
                <c:pt idx="9463">
                  <c:v>0.10952546296175569</c:v>
                </c:pt>
                <c:pt idx="9464">
                  <c:v>0.10953703703125939</c:v>
                </c:pt>
                <c:pt idx="9465">
                  <c:v>0.10954861110803904</c:v>
                </c:pt>
                <c:pt idx="9466">
                  <c:v>0.10956018518481869</c:v>
                </c:pt>
                <c:pt idx="9467">
                  <c:v>0.10957175925432239</c:v>
                </c:pt>
                <c:pt idx="9468">
                  <c:v>0.10958333333110204</c:v>
                </c:pt>
                <c:pt idx="9469">
                  <c:v>0.10959490740788169</c:v>
                </c:pt>
                <c:pt idx="9470">
                  <c:v>0.10960648147738539</c:v>
                </c:pt>
                <c:pt idx="9471">
                  <c:v>0.10961805555416504</c:v>
                </c:pt>
                <c:pt idx="9472">
                  <c:v>0.10962962963094469</c:v>
                </c:pt>
                <c:pt idx="9473">
                  <c:v>0.10964120370044839</c:v>
                </c:pt>
                <c:pt idx="9474">
                  <c:v>0.10965277777722804</c:v>
                </c:pt>
                <c:pt idx="9475">
                  <c:v>0.10966435184673173</c:v>
                </c:pt>
                <c:pt idx="9476">
                  <c:v>0.10967592592351139</c:v>
                </c:pt>
                <c:pt idx="9477">
                  <c:v>0.10968750000029104</c:v>
                </c:pt>
                <c:pt idx="9478">
                  <c:v>0.10969907406979473</c:v>
                </c:pt>
                <c:pt idx="9479">
                  <c:v>0.10971064814657439</c:v>
                </c:pt>
                <c:pt idx="9480">
                  <c:v>0.10972222222335404</c:v>
                </c:pt>
                <c:pt idx="9481">
                  <c:v>0.10973379629285773</c:v>
                </c:pt>
                <c:pt idx="9482">
                  <c:v>0.10974537036963739</c:v>
                </c:pt>
                <c:pt idx="9483">
                  <c:v>0.10975694443914108</c:v>
                </c:pt>
                <c:pt idx="9484">
                  <c:v>0.10976851851592073</c:v>
                </c:pt>
                <c:pt idx="9485">
                  <c:v>0.10978009259270038</c:v>
                </c:pt>
                <c:pt idx="9486">
                  <c:v>0.10979166666220408</c:v>
                </c:pt>
                <c:pt idx="9487">
                  <c:v>0.10980324073898373</c:v>
                </c:pt>
                <c:pt idx="9488">
                  <c:v>0.10981481481576338</c:v>
                </c:pt>
                <c:pt idx="9489">
                  <c:v>0.10982638888526708</c:v>
                </c:pt>
                <c:pt idx="9490">
                  <c:v>0.10983796296204673</c:v>
                </c:pt>
                <c:pt idx="9491">
                  <c:v>0.10984953703155043</c:v>
                </c:pt>
                <c:pt idx="9492">
                  <c:v>0.10986111110833008</c:v>
                </c:pt>
                <c:pt idx="9493">
                  <c:v>0.10987268518510973</c:v>
                </c:pt>
                <c:pt idx="9494">
                  <c:v>0.10988425925461343</c:v>
                </c:pt>
                <c:pt idx="9495">
                  <c:v>0.10989583333139308</c:v>
                </c:pt>
                <c:pt idx="9496">
                  <c:v>0.10990740740817273</c:v>
                </c:pt>
                <c:pt idx="9497">
                  <c:v>0.10991898147767643</c:v>
                </c:pt>
                <c:pt idx="9498">
                  <c:v>0.10993055555445608</c:v>
                </c:pt>
                <c:pt idx="9499">
                  <c:v>0.10994212962395977</c:v>
                </c:pt>
                <c:pt idx="9500">
                  <c:v>0.10995370370073942</c:v>
                </c:pt>
                <c:pt idx="9501">
                  <c:v>0.10996527777751908</c:v>
                </c:pt>
                <c:pt idx="9502">
                  <c:v>0.10997685184702277</c:v>
                </c:pt>
                <c:pt idx="9503">
                  <c:v>0.10998842592380242</c:v>
                </c:pt>
                <c:pt idx="9504">
                  <c:v>0.11000000000058208</c:v>
                </c:pt>
                <c:pt idx="9505">
                  <c:v>0.11001157407008577</c:v>
                </c:pt>
                <c:pt idx="9506">
                  <c:v>0.11002314814686542</c:v>
                </c:pt>
                <c:pt idx="9507">
                  <c:v>0.11003472221636912</c:v>
                </c:pt>
                <c:pt idx="9508">
                  <c:v>0.11004629629314877</c:v>
                </c:pt>
                <c:pt idx="9509">
                  <c:v>0.11005787036992842</c:v>
                </c:pt>
                <c:pt idx="9510">
                  <c:v>0.11006944443943212</c:v>
                </c:pt>
                <c:pt idx="9511">
                  <c:v>0.11008101851621177</c:v>
                </c:pt>
                <c:pt idx="9512">
                  <c:v>0.11009259259299142</c:v>
                </c:pt>
                <c:pt idx="9513">
                  <c:v>0.11010416666249512</c:v>
                </c:pt>
                <c:pt idx="9514">
                  <c:v>0.11011574073927477</c:v>
                </c:pt>
                <c:pt idx="9515">
                  <c:v>0.11012731481605442</c:v>
                </c:pt>
                <c:pt idx="9516">
                  <c:v>0.11013888888555812</c:v>
                </c:pt>
                <c:pt idx="9517">
                  <c:v>0.11015046296233777</c:v>
                </c:pt>
                <c:pt idx="9518">
                  <c:v>0.11016203703184146</c:v>
                </c:pt>
                <c:pt idx="9519">
                  <c:v>0.11017361110862112</c:v>
                </c:pt>
                <c:pt idx="9520">
                  <c:v>0.11018518518540077</c:v>
                </c:pt>
                <c:pt idx="9521">
                  <c:v>0.11019675925490446</c:v>
                </c:pt>
                <c:pt idx="9522">
                  <c:v>0.11020833333168412</c:v>
                </c:pt>
                <c:pt idx="9523">
                  <c:v>0.11021990740846377</c:v>
                </c:pt>
                <c:pt idx="9524">
                  <c:v>0.11023148147796746</c:v>
                </c:pt>
                <c:pt idx="9525">
                  <c:v>0.11024305555474712</c:v>
                </c:pt>
                <c:pt idx="9526">
                  <c:v>0.11025462962425081</c:v>
                </c:pt>
                <c:pt idx="9527">
                  <c:v>0.11026620370103046</c:v>
                </c:pt>
                <c:pt idx="9528">
                  <c:v>0.11027777777781012</c:v>
                </c:pt>
                <c:pt idx="9529">
                  <c:v>0.11028935184731381</c:v>
                </c:pt>
                <c:pt idx="9530">
                  <c:v>0.11030092592409346</c:v>
                </c:pt>
                <c:pt idx="9531">
                  <c:v>0.11031250000087311</c:v>
                </c:pt>
                <c:pt idx="9532">
                  <c:v>0.11032407407037681</c:v>
                </c:pt>
                <c:pt idx="9533">
                  <c:v>0.11033564814715646</c:v>
                </c:pt>
                <c:pt idx="9534">
                  <c:v>0.11034722221666016</c:v>
                </c:pt>
                <c:pt idx="9535">
                  <c:v>0.11035879629343981</c:v>
                </c:pt>
                <c:pt idx="9536">
                  <c:v>0.11037037037021946</c:v>
                </c:pt>
                <c:pt idx="9537">
                  <c:v>0.11038194443972316</c:v>
                </c:pt>
                <c:pt idx="9538">
                  <c:v>0.11039351851650281</c:v>
                </c:pt>
                <c:pt idx="9539">
                  <c:v>0.11040509259328246</c:v>
                </c:pt>
                <c:pt idx="9540">
                  <c:v>0.11041666666278616</c:v>
                </c:pt>
                <c:pt idx="9541">
                  <c:v>0.11042824073956581</c:v>
                </c:pt>
                <c:pt idx="9542">
                  <c:v>0.1104398148090695</c:v>
                </c:pt>
                <c:pt idx="9543">
                  <c:v>0.11045138888584916</c:v>
                </c:pt>
                <c:pt idx="9544">
                  <c:v>0.11046296296262881</c:v>
                </c:pt>
                <c:pt idx="9545">
                  <c:v>0.1104745370321325</c:v>
                </c:pt>
                <c:pt idx="9546">
                  <c:v>0.11048611110891216</c:v>
                </c:pt>
                <c:pt idx="9547">
                  <c:v>0.11049768518569181</c:v>
                </c:pt>
                <c:pt idx="9548">
                  <c:v>0.1105092592551955</c:v>
                </c:pt>
                <c:pt idx="9549">
                  <c:v>0.11052083333197515</c:v>
                </c:pt>
                <c:pt idx="9550">
                  <c:v>0.11053240740147885</c:v>
                </c:pt>
                <c:pt idx="9551">
                  <c:v>0.1105439814782585</c:v>
                </c:pt>
                <c:pt idx="9552">
                  <c:v>0.11055555555503815</c:v>
                </c:pt>
                <c:pt idx="9553">
                  <c:v>0.11056712962454185</c:v>
                </c:pt>
                <c:pt idx="9554">
                  <c:v>0.1105787037013215</c:v>
                </c:pt>
                <c:pt idx="9555">
                  <c:v>0.11059027777810115</c:v>
                </c:pt>
                <c:pt idx="9556">
                  <c:v>0.11060185184760485</c:v>
                </c:pt>
                <c:pt idx="9557">
                  <c:v>0.1106134259243845</c:v>
                </c:pt>
                <c:pt idx="9558">
                  <c:v>0.11062500000116415</c:v>
                </c:pt>
                <c:pt idx="9559">
                  <c:v>0.11063657407066785</c:v>
                </c:pt>
                <c:pt idx="9560">
                  <c:v>0.1106481481474475</c:v>
                </c:pt>
                <c:pt idx="9561">
                  <c:v>0.1106597222169512</c:v>
                </c:pt>
                <c:pt idx="9562">
                  <c:v>0.11067129629373085</c:v>
                </c:pt>
                <c:pt idx="9563">
                  <c:v>0.1106828703705105</c:v>
                </c:pt>
                <c:pt idx="9564">
                  <c:v>0.11069444444001419</c:v>
                </c:pt>
                <c:pt idx="9565">
                  <c:v>0.11070601851679385</c:v>
                </c:pt>
                <c:pt idx="9566">
                  <c:v>0.1107175925935735</c:v>
                </c:pt>
                <c:pt idx="9567">
                  <c:v>0.11072916666307719</c:v>
                </c:pt>
                <c:pt idx="9568">
                  <c:v>0.11074074073985685</c:v>
                </c:pt>
                <c:pt idx="9569">
                  <c:v>0.11075231480936054</c:v>
                </c:pt>
                <c:pt idx="9570">
                  <c:v>0.11076388888614019</c:v>
                </c:pt>
                <c:pt idx="9571">
                  <c:v>0.11077546296291985</c:v>
                </c:pt>
                <c:pt idx="9572">
                  <c:v>0.11078703703242354</c:v>
                </c:pt>
                <c:pt idx="9573">
                  <c:v>0.11079861110920319</c:v>
                </c:pt>
                <c:pt idx="9574">
                  <c:v>0.11081018518598285</c:v>
                </c:pt>
                <c:pt idx="9575">
                  <c:v>0.11082175925548654</c:v>
                </c:pt>
                <c:pt idx="9576">
                  <c:v>0.11083333333226619</c:v>
                </c:pt>
                <c:pt idx="9577">
                  <c:v>0.11084490740176989</c:v>
                </c:pt>
                <c:pt idx="9578">
                  <c:v>0.11085648147854954</c:v>
                </c:pt>
                <c:pt idx="9579">
                  <c:v>0.11086805555532919</c:v>
                </c:pt>
                <c:pt idx="9580">
                  <c:v>0.11087962962483289</c:v>
                </c:pt>
                <c:pt idx="9581">
                  <c:v>0.11089120370161254</c:v>
                </c:pt>
                <c:pt idx="9582">
                  <c:v>0.11090277777839219</c:v>
                </c:pt>
                <c:pt idx="9583">
                  <c:v>0.11091435184789589</c:v>
                </c:pt>
                <c:pt idx="9584">
                  <c:v>0.11092592592467554</c:v>
                </c:pt>
                <c:pt idx="9585">
                  <c:v>0.11093749999417923</c:v>
                </c:pt>
                <c:pt idx="9586">
                  <c:v>0.11094907407095889</c:v>
                </c:pt>
                <c:pt idx="9587">
                  <c:v>0.11096064814773854</c:v>
                </c:pt>
                <c:pt idx="9588">
                  <c:v>0.11097222221724223</c:v>
                </c:pt>
                <c:pt idx="9589">
                  <c:v>0.11098379629402189</c:v>
                </c:pt>
                <c:pt idx="9590">
                  <c:v>0.11099537037080154</c:v>
                </c:pt>
                <c:pt idx="9591">
                  <c:v>0.11100694444030523</c:v>
                </c:pt>
                <c:pt idx="9592">
                  <c:v>0.11101851851708489</c:v>
                </c:pt>
                <c:pt idx="9593">
                  <c:v>0.11103009259386454</c:v>
                </c:pt>
                <c:pt idx="9594">
                  <c:v>0.11104166666336823</c:v>
                </c:pt>
                <c:pt idx="9595">
                  <c:v>0.11105324074014788</c:v>
                </c:pt>
                <c:pt idx="9596">
                  <c:v>0.11106481480965158</c:v>
                </c:pt>
                <c:pt idx="9597">
                  <c:v>0.11107638888643123</c:v>
                </c:pt>
                <c:pt idx="9598">
                  <c:v>0.11108796296321088</c:v>
                </c:pt>
                <c:pt idx="9599">
                  <c:v>0.11109953703271458</c:v>
                </c:pt>
                <c:pt idx="9600">
                  <c:v>0.11111111110949423</c:v>
                </c:pt>
                <c:pt idx="9601">
                  <c:v>0.11112268518627388</c:v>
                </c:pt>
                <c:pt idx="9602">
                  <c:v>0.11113425925577758</c:v>
                </c:pt>
                <c:pt idx="9603">
                  <c:v>0.11114583333255723</c:v>
                </c:pt>
                <c:pt idx="9604">
                  <c:v>0.11115740740206093</c:v>
                </c:pt>
                <c:pt idx="9605">
                  <c:v>0.11116898147884058</c:v>
                </c:pt>
                <c:pt idx="9606">
                  <c:v>0.11118055555562023</c:v>
                </c:pt>
                <c:pt idx="9607">
                  <c:v>0.11119212962512393</c:v>
                </c:pt>
                <c:pt idx="9608">
                  <c:v>0.11120370370190358</c:v>
                </c:pt>
                <c:pt idx="9609">
                  <c:v>0.11121527777868323</c:v>
                </c:pt>
                <c:pt idx="9610">
                  <c:v>0.11122685184818693</c:v>
                </c:pt>
                <c:pt idx="9611">
                  <c:v>0.11123842592496658</c:v>
                </c:pt>
                <c:pt idx="9612">
                  <c:v>0.11124999999447027</c:v>
                </c:pt>
                <c:pt idx="9613">
                  <c:v>0.11126157407124992</c:v>
                </c:pt>
                <c:pt idx="9614">
                  <c:v>0.11127314814802958</c:v>
                </c:pt>
                <c:pt idx="9615">
                  <c:v>0.11128472221753327</c:v>
                </c:pt>
                <c:pt idx="9616">
                  <c:v>0.11129629629431292</c:v>
                </c:pt>
                <c:pt idx="9617">
                  <c:v>0.11130787037109258</c:v>
                </c:pt>
                <c:pt idx="9618">
                  <c:v>0.11131944444059627</c:v>
                </c:pt>
                <c:pt idx="9619">
                  <c:v>0.11133101851737592</c:v>
                </c:pt>
                <c:pt idx="9620">
                  <c:v>0.11134259258687962</c:v>
                </c:pt>
                <c:pt idx="9621">
                  <c:v>0.11135416666365927</c:v>
                </c:pt>
                <c:pt idx="9622">
                  <c:v>0.11136574074043892</c:v>
                </c:pt>
                <c:pt idx="9623">
                  <c:v>0.11137731480994262</c:v>
                </c:pt>
                <c:pt idx="9624">
                  <c:v>0.11138888888672227</c:v>
                </c:pt>
                <c:pt idx="9625">
                  <c:v>0.11140046296350192</c:v>
                </c:pt>
                <c:pt idx="9626">
                  <c:v>0.11141203703300562</c:v>
                </c:pt>
                <c:pt idx="9627">
                  <c:v>0.11142361110978527</c:v>
                </c:pt>
                <c:pt idx="9628">
                  <c:v>0.11143518517928896</c:v>
                </c:pt>
                <c:pt idx="9629">
                  <c:v>0.11144675925606862</c:v>
                </c:pt>
                <c:pt idx="9630">
                  <c:v>0.11145833333284827</c:v>
                </c:pt>
                <c:pt idx="9631">
                  <c:v>0.11146990740235196</c:v>
                </c:pt>
                <c:pt idx="9632">
                  <c:v>0.11148148147913162</c:v>
                </c:pt>
                <c:pt idx="9633">
                  <c:v>0.11149305555591127</c:v>
                </c:pt>
                <c:pt idx="9634">
                  <c:v>0.11150462962541496</c:v>
                </c:pt>
                <c:pt idx="9635">
                  <c:v>0.11151620370219462</c:v>
                </c:pt>
                <c:pt idx="9636">
                  <c:v>0.11152777777897427</c:v>
                </c:pt>
                <c:pt idx="9637">
                  <c:v>0.11153935184847796</c:v>
                </c:pt>
                <c:pt idx="9638">
                  <c:v>0.11155092592525762</c:v>
                </c:pt>
                <c:pt idx="9639">
                  <c:v>0.11156249999476131</c:v>
                </c:pt>
                <c:pt idx="9640">
                  <c:v>0.11157407407154096</c:v>
                </c:pt>
                <c:pt idx="9641">
                  <c:v>0.11158564814832062</c:v>
                </c:pt>
                <c:pt idx="9642">
                  <c:v>0.11159722221782431</c:v>
                </c:pt>
                <c:pt idx="9643">
                  <c:v>0.11160879629460396</c:v>
                </c:pt>
                <c:pt idx="9644">
                  <c:v>0.11162037037138361</c:v>
                </c:pt>
                <c:pt idx="9645">
                  <c:v>0.11163194444088731</c:v>
                </c:pt>
                <c:pt idx="9646">
                  <c:v>0.11164351851766696</c:v>
                </c:pt>
                <c:pt idx="9647">
                  <c:v>0.11165509258717066</c:v>
                </c:pt>
                <c:pt idx="9648">
                  <c:v>0.11166666666395031</c:v>
                </c:pt>
                <c:pt idx="9649">
                  <c:v>0.11167824074072996</c:v>
                </c:pt>
                <c:pt idx="9650">
                  <c:v>0.11168981481023366</c:v>
                </c:pt>
                <c:pt idx="9651">
                  <c:v>0.11170138888701331</c:v>
                </c:pt>
                <c:pt idx="9652">
                  <c:v>0.11171296296379296</c:v>
                </c:pt>
                <c:pt idx="9653">
                  <c:v>0.11172453703329666</c:v>
                </c:pt>
                <c:pt idx="9654">
                  <c:v>0.11173611111007631</c:v>
                </c:pt>
                <c:pt idx="9655">
                  <c:v>0.11174768517958</c:v>
                </c:pt>
                <c:pt idx="9656">
                  <c:v>0.11175925925635966</c:v>
                </c:pt>
                <c:pt idx="9657">
                  <c:v>0.11177083333313931</c:v>
                </c:pt>
                <c:pt idx="9658">
                  <c:v>0.111782407402643</c:v>
                </c:pt>
                <c:pt idx="9659">
                  <c:v>0.11179398147942265</c:v>
                </c:pt>
                <c:pt idx="9660">
                  <c:v>0.11180555555620231</c:v>
                </c:pt>
                <c:pt idx="9661">
                  <c:v>0.111817129625706</c:v>
                </c:pt>
                <c:pt idx="9662">
                  <c:v>0.11182870370248565</c:v>
                </c:pt>
                <c:pt idx="9663">
                  <c:v>0.11184027777198935</c:v>
                </c:pt>
                <c:pt idx="9664">
                  <c:v>0.111851851848769</c:v>
                </c:pt>
                <c:pt idx="9665">
                  <c:v>0.11186342592554865</c:v>
                </c:pt>
                <c:pt idx="9666">
                  <c:v>0.11187499999505235</c:v>
                </c:pt>
                <c:pt idx="9667">
                  <c:v>0.111886574071832</c:v>
                </c:pt>
                <c:pt idx="9668">
                  <c:v>0.11189814814861165</c:v>
                </c:pt>
                <c:pt idx="9669">
                  <c:v>0.11190972221811535</c:v>
                </c:pt>
                <c:pt idx="9670">
                  <c:v>0.111921296294895</c:v>
                </c:pt>
                <c:pt idx="9671">
                  <c:v>0.11193287037167465</c:v>
                </c:pt>
                <c:pt idx="9672">
                  <c:v>0.11194444444117835</c:v>
                </c:pt>
                <c:pt idx="9673">
                  <c:v>0.111956018517958</c:v>
                </c:pt>
                <c:pt idx="9674">
                  <c:v>0.1119675925874617</c:v>
                </c:pt>
                <c:pt idx="9675">
                  <c:v>0.11197916666424135</c:v>
                </c:pt>
                <c:pt idx="9676">
                  <c:v>0.111990740741021</c:v>
                </c:pt>
                <c:pt idx="9677">
                  <c:v>0.11200231481052469</c:v>
                </c:pt>
                <c:pt idx="9678">
                  <c:v>0.11201388888730435</c:v>
                </c:pt>
                <c:pt idx="9679">
                  <c:v>0.112025462964084</c:v>
                </c:pt>
                <c:pt idx="9680">
                  <c:v>0.11203703703358769</c:v>
                </c:pt>
                <c:pt idx="9681">
                  <c:v>0.11204861111036735</c:v>
                </c:pt>
                <c:pt idx="9682">
                  <c:v>0.11206018517987104</c:v>
                </c:pt>
                <c:pt idx="9683">
                  <c:v>0.11207175925665069</c:v>
                </c:pt>
                <c:pt idx="9684">
                  <c:v>0.11208333333343035</c:v>
                </c:pt>
                <c:pt idx="9685">
                  <c:v>0.11209490740293404</c:v>
                </c:pt>
                <c:pt idx="9686">
                  <c:v>0.11210648147971369</c:v>
                </c:pt>
                <c:pt idx="9687">
                  <c:v>0.11211805555649335</c:v>
                </c:pt>
                <c:pt idx="9688">
                  <c:v>0.11212962962599704</c:v>
                </c:pt>
                <c:pt idx="9689">
                  <c:v>0.11214120370277669</c:v>
                </c:pt>
                <c:pt idx="9690">
                  <c:v>0.11215277777228039</c:v>
                </c:pt>
                <c:pt idx="9691">
                  <c:v>0.11216435184906004</c:v>
                </c:pt>
                <c:pt idx="9692">
                  <c:v>0.11217592592583969</c:v>
                </c:pt>
                <c:pt idx="9693">
                  <c:v>0.11218749999534339</c:v>
                </c:pt>
                <c:pt idx="9694">
                  <c:v>0.11219907407212304</c:v>
                </c:pt>
                <c:pt idx="9695">
                  <c:v>0.11221064814890269</c:v>
                </c:pt>
                <c:pt idx="9696">
                  <c:v>0.11222222221840639</c:v>
                </c:pt>
                <c:pt idx="9697">
                  <c:v>0.11223379629518604</c:v>
                </c:pt>
                <c:pt idx="9698">
                  <c:v>0.11224537036468973</c:v>
                </c:pt>
                <c:pt idx="9699">
                  <c:v>0.11225694444146939</c:v>
                </c:pt>
                <c:pt idx="9700">
                  <c:v>0.11226851851824904</c:v>
                </c:pt>
                <c:pt idx="9701">
                  <c:v>0.11228009258775273</c:v>
                </c:pt>
                <c:pt idx="9702">
                  <c:v>0.11229166666453239</c:v>
                </c:pt>
                <c:pt idx="9703">
                  <c:v>0.11230324074131204</c:v>
                </c:pt>
                <c:pt idx="9704">
                  <c:v>0.11231481481081573</c:v>
                </c:pt>
                <c:pt idx="9705">
                  <c:v>0.11232638888759539</c:v>
                </c:pt>
                <c:pt idx="9706">
                  <c:v>0.11233796295709908</c:v>
                </c:pt>
                <c:pt idx="9707">
                  <c:v>0.11234953703387873</c:v>
                </c:pt>
                <c:pt idx="9708">
                  <c:v>0.11236111111065838</c:v>
                </c:pt>
                <c:pt idx="9709">
                  <c:v>0.11237268518016208</c:v>
                </c:pt>
                <c:pt idx="9710">
                  <c:v>0.11238425925694173</c:v>
                </c:pt>
                <c:pt idx="9711">
                  <c:v>0.11239583333372138</c:v>
                </c:pt>
                <c:pt idx="9712">
                  <c:v>0.11240740740322508</c:v>
                </c:pt>
                <c:pt idx="9713">
                  <c:v>0.11241898148000473</c:v>
                </c:pt>
                <c:pt idx="9714">
                  <c:v>0.11243055555678438</c:v>
                </c:pt>
                <c:pt idx="9715">
                  <c:v>0.11244212962628808</c:v>
                </c:pt>
                <c:pt idx="9716">
                  <c:v>0.11245370370306773</c:v>
                </c:pt>
                <c:pt idx="9717">
                  <c:v>0.11246527777257143</c:v>
                </c:pt>
                <c:pt idx="9718">
                  <c:v>0.11247685184935108</c:v>
                </c:pt>
                <c:pt idx="9719">
                  <c:v>0.11248842592613073</c:v>
                </c:pt>
                <c:pt idx="9720">
                  <c:v>0.11249999999563443</c:v>
                </c:pt>
                <c:pt idx="9721">
                  <c:v>0.11251157407241408</c:v>
                </c:pt>
                <c:pt idx="9722">
                  <c:v>0.11252314814919373</c:v>
                </c:pt>
                <c:pt idx="9723">
                  <c:v>0.11253472221869742</c:v>
                </c:pt>
                <c:pt idx="9724">
                  <c:v>0.11254629629547708</c:v>
                </c:pt>
                <c:pt idx="9725">
                  <c:v>0.11255787036498077</c:v>
                </c:pt>
                <c:pt idx="9726">
                  <c:v>0.11256944444176042</c:v>
                </c:pt>
                <c:pt idx="9727">
                  <c:v>0.11258101851854008</c:v>
                </c:pt>
                <c:pt idx="9728">
                  <c:v>0.11259259258804377</c:v>
                </c:pt>
                <c:pt idx="9729">
                  <c:v>0.11260416666482342</c:v>
                </c:pt>
                <c:pt idx="9730">
                  <c:v>0.11261574074160308</c:v>
                </c:pt>
                <c:pt idx="9731">
                  <c:v>0.11262731481110677</c:v>
                </c:pt>
                <c:pt idx="9732">
                  <c:v>0.11263888888788642</c:v>
                </c:pt>
                <c:pt idx="9733">
                  <c:v>0.11265046295739012</c:v>
                </c:pt>
                <c:pt idx="9734">
                  <c:v>0.11266203703416977</c:v>
                </c:pt>
                <c:pt idx="9735">
                  <c:v>0.11267361111094942</c:v>
                </c:pt>
                <c:pt idx="9736">
                  <c:v>0.11268518518045312</c:v>
                </c:pt>
                <c:pt idx="9737">
                  <c:v>0.11269675925723277</c:v>
                </c:pt>
                <c:pt idx="9738">
                  <c:v>0.11270833333401242</c:v>
                </c:pt>
                <c:pt idx="9739">
                  <c:v>0.11271990740351612</c:v>
                </c:pt>
                <c:pt idx="9740">
                  <c:v>0.11273148148029577</c:v>
                </c:pt>
                <c:pt idx="9741">
                  <c:v>0.11274305554979946</c:v>
                </c:pt>
                <c:pt idx="9742">
                  <c:v>0.11275462962657912</c:v>
                </c:pt>
                <c:pt idx="9743">
                  <c:v>0.11276620370335877</c:v>
                </c:pt>
                <c:pt idx="9744">
                  <c:v>0.11277777777286246</c:v>
                </c:pt>
                <c:pt idx="9745">
                  <c:v>0.11278935184964212</c:v>
                </c:pt>
                <c:pt idx="9746">
                  <c:v>0.11280092592642177</c:v>
                </c:pt>
                <c:pt idx="9747">
                  <c:v>0.11281249999592546</c:v>
                </c:pt>
                <c:pt idx="9748">
                  <c:v>0.11282407407270512</c:v>
                </c:pt>
                <c:pt idx="9749">
                  <c:v>0.11283564814948477</c:v>
                </c:pt>
                <c:pt idx="9750">
                  <c:v>0.11284722221898846</c:v>
                </c:pt>
                <c:pt idx="9751">
                  <c:v>0.11285879629576812</c:v>
                </c:pt>
                <c:pt idx="9752">
                  <c:v>0.11287037036527181</c:v>
                </c:pt>
                <c:pt idx="9753">
                  <c:v>0.11288194444205146</c:v>
                </c:pt>
                <c:pt idx="9754">
                  <c:v>0.11289351851883112</c:v>
                </c:pt>
                <c:pt idx="9755">
                  <c:v>0.11290509258833481</c:v>
                </c:pt>
                <c:pt idx="9756">
                  <c:v>0.11291666666511446</c:v>
                </c:pt>
                <c:pt idx="9757">
                  <c:v>0.11292824074189411</c:v>
                </c:pt>
                <c:pt idx="9758">
                  <c:v>0.11293981481139781</c:v>
                </c:pt>
                <c:pt idx="9759">
                  <c:v>0.11295138888817746</c:v>
                </c:pt>
                <c:pt idx="9760">
                  <c:v>0.11296296295768116</c:v>
                </c:pt>
                <c:pt idx="9761">
                  <c:v>0.11297453703446081</c:v>
                </c:pt>
                <c:pt idx="9762">
                  <c:v>0.11298611111124046</c:v>
                </c:pt>
                <c:pt idx="9763">
                  <c:v>0.11299768518074416</c:v>
                </c:pt>
                <c:pt idx="9764">
                  <c:v>0.11300925925752381</c:v>
                </c:pt>
                <c:pt idx="9765">
                  <c:v>0.11302083333430346</c:v>
                </c:pt>
                <c:pt idx="9766">
                  <c:v>0.11303240740380716</c:v>
                </c:pt>
                <c:pt idx="9767">
                  <c:v>0.11304398148058681</c:v>
                </c:pt>
                <c:pt idx="9768">
                  <c:v>0.1130555555500905</c:v>
                </c:pt>
                <c:pt idx="9769">
                  <c:v>0.11306712962687016</c:v>
                </c:pt>
                <c:pt idx="9770">
                  <c:v>0.11307870370364981</c:v>
                </c:pt>
                <c:pt idx="9771">
                  <c:v>0.1130902777731535</c:v>
                </c:pt>
                <c:pt idx="9772">
                  <c:v>0.11310185184993315</c:v>
                </c:pt>
                <c:pt idx="9773">
                  <c:v>0.11311342592671281</c:v>
                </c:pt>
                <c:pt idx="9774">
                  <c:v>0.1131249999962165</c:v>
                </c:pt>
                <c:pt idx="9775">
                  <c:v>0.11313657407299615</c:v>
                </c:pt>
                <c:pt idx="9776">
                  <c:v>0.11314814814249985</c:v>
                </c:pt>
                <c:pt idx="9777">
                  <c:v>0.1131597222192795</c:v>
                </c:pt>
                <c:pt idx="9778">
                  <c:v>0.11317129629605915</c:v>
                </c:pt>
                <c:pt idx="9779">
                  <c:v>0.11318287036556285</c:v>
                </c:pt>
                <c:pt idx="9780">
                  <c:v>0.1131944444423425</c:v>
                </c:pt>
                <c:pt idx="9781">
                  <c:v>0.11320601851912215</c:v>
                </c:pt>
                <c:pt idx="9782">
                  <c:v>0.11321759258862585</c:v>
                </c:pt>
                <c:pt idx="9783">
                  <c:v>0.1132291666654055</c:v>
                </c:pt>
                <c:pt idx="9784">
                  <c:v>0.1132407407349092</c:v>
                </c:pt>
                <c:pt idx="9785">
                  <c:v>0.11325231481168885</c:v>
                </c:pt>
                <c:pt idx="9786">
                  <c:v>0.1132638888884685</c:v>
                </c:pt>
                <c:pt idx="9787">
                  <c:v>0.11327546295797219</c:v>
                </c:pt>
                <c:pt idx="9788">
                  <c:v>0.11328703703475185</c:v>
                </c:pt>
                <c:pt idx="9789">
                  <c:v>0.1132986111115315</c:v>
                </c:pt>
                <c:pt idx="9790">
                  <c:v>0.11331018518103519</c:v>
                </c:pt>
                <c:pt idx="9791">
                  <c:v>0.11332175925781485</c:v>
                </c:pt>
                <c:pt idx="9792">
                  <c:v>0.1133333333345945</c:v>
                </c:pt>
                <c:pt idx="9793">
                  <c:v>0.11334490740409819</c:v>
                </c:pt>
                <c:pt idx="9794">
                  <c:v>0.11335648148087785</c:v>
                </c:pt>
                <c:pt idx="9795">
                  <c:v>0.11336805555038154</c:v>
                </c:pt>
                <c:pt idx="9796">
                  <c:v>0.11337962962716119</c:v>
                </c:pt>
                <c:pt idx="9797">
                  <c:v>0.11339120370394085</c:v>
                </c:pt>
                <c:pt idx="9798">
                  <c:v>0.11340277777344454</c:v>
                </c:pt>
                <c:pt idx="9799">
                  <c:v>0.11341435185022419</c:v>
                </c:pt>
                <c:pt idx="9800">
                  <c:v>0.11342592592700385</c:v>
                </c:pt>
                <c:pt idx="9801">
                  <c:v>0.11343749999650754</c:v>
                </c:pt>
                <c:pt idx="9802">
                  <c:v>0.11344907407328719</c:v>
                </c:pt>
                <c:pt idx="9803">
                  <c:v>0.11346064814279089</c:v>
                </c:pt>
                <c:pt idx="9804">
                  <c:v>0.11347222221957054</c:v>
                </c:pt>
                <c:pt idx="9805">
                  <c:v>0.11348379629635019</c:v>
                </c:pt>
                <c:pt idx="9806">
                  <c:v>0.11349537036585389</c:v>
                </c:pt>
                <c:pt idx="9807">
                  <c:v>0.11350694444263354</c:v>
                </c:pt>
                <c:pt idx="9808">
                  <c:v>0.11351851851941319</c:v>
                </c:pt>
                <c:pt idx="9809">
                  <c:v>0.11353009258891689</c:v>
                </c:pt>
                <c:pt idx="9810">
                  <c:v>0.11354166666569654</c:v>
                </c:pt>
                <c:pt idx="9811">
                  <c:v>0.11355324073520023</c:v>
                </c:pt>
                <c:pt idx="9812">
                  <c:v>0.11356481481197989</c:v>
                </c:pt>
                <c:pt idx="9813">
                  <c:v>0.11357638888875954</c:v>
                </c:pt>
                <c:pt idx="9814">
                  <c:v>0.11358796295826323</c:v>
                </c:pt>
                <c:pt idx="9815">
                  <c:v>0.11359953703504289</c:v>
                </c:pt>
                <c:pt idx="9816">
                  <c:v>0.11361111111182254</c:v>
                </c:pt>
                <c:pt idx="9817">
                  <c:v>0.11362268518132623</c:v>
                </c:pt>
                <c:pt idx="9818">
                  <c:v>0.11363425925810589</c:v>
                </c:pt>
                <c:pt idx="9819">
                  <c:v>0.11364583332760958</c:v>
                </c:pt>
                <c:pt idx="9820">
                  <c:v>0.11365740740438923</c:v>
                </c:pt>
                <c:pt idx="9821">
                  <c:v>0.11366898148116888</c:v>
                </c:pt>
                <c:pt idx="9822">
                  <c:v>0.11368055555067258</c:v>
                </c:pt>
                <c:pt idx="9823">
                  <c:v>0.11369212962745223</c:v>
                </c:pt>
                <c:pt idx="9824">
                  <c:v>0.11370370370423188</c:v>
                </c:pt>
                <c:pt idx="9825">
                  <c:v>0.11371527777373558</c:v>
                </c:pt>
                <c:pt idx="9826">
                  <c:v>0.11372685185051523</c:v>
                </c:pt>
                <c:pt idx="9827">
                  <c:v>0.11373842592001893</c:v>
                </c:pt>
                <c:pt idx="9828">
                  <c:v>0.11374999999679858</c:v>
                </c:pt>
                <c:pt idx="9829">
                  <c:v>0.11376157407357823</c:v>
                </c:pt>
                <c:pt idx="9830">
                  <c:v>0.11377314814308193</c:v>
                </c:pt>
                <c:pt idx="9831">
                  <c:v>0.11378472221986158</c:v>
                </c:pt>
                <c:pt idx="9832">
                  <c:v>0.11379629629664123</c:v>
                </c:pt>
                <c:pt idx="9833">
                  <c:v>0.11380787036614493</c:v>
                </c:pt>
                <c:pt idx="9834">
                  <c:v>0.11381944444292458</c:v>
                </c:pt>
                <c:pt idx="9835">
                  <c:v>0.11383101851970423</c:v>
                </c:pt>
                <c:pt idx="9836">
                  <c:v>0.11384259258920792</c:v>
                </c:pt>
                <c:pt idx="9837">
                  <c:v>0.11385416666598758</c:v>
                </c:pt>
                <c:pt idx="9838">
                  <c:v>0.11386574073549127</c:v>
                </c:pt>
                <c:pt idx="9839">
                  <c:v>0.11387731481227092</c:v>
                </c:pt>
                <c:pt idx="9840">
                  <c:v>0.11388888888905058</c:v>
                </c:pt>
                <c:pt idx="9841">
                  <c:v>0.11390046295855427</c:v>
                </c:pt>
                <c:pt idx="9842">
                  <c:v>0.11391203703533392</c:v>
                </c:pt>
                <c:pt idx="9843">
                  <c:v>0.11392361111211358</c:v>
                </c:pt>
                <c:pt idx="9844">
                  <c:v>0.11393518518161727</c:v>
                </c:pt>
                <c:pt idx="9845">
                  <c:v>0.11394675925839692</c:v>
                </c:pt>
                <c:pt idx="9846">
                  <c:v>0.11395833332790062</c:v>
                </c:pt>
                <c:pt idx="9847">
                  <c:v>0.11396990740468027</c:v>
                </c:pt>
                <c:pt idx="9848">
                  <c:v>0.11398148148145992</c:v>
                </c:pt>
                <c:pt idx="9849">
                  <c:v>0.11399305555096362</c:v>
                </c:pt>
                <c:pt idx="9850">
                  <c:v>0.11400462962774327</c:v>
                </c:pt>
                <c:pt idx="9851">
                  <c:v>0.11401620370452292</c:v>
                </c:pt>
                <c:pt idx="9852">
                  <c:v>0.11402777777402662</c:v>
                </c:pt>
                <c:pt idx="9853">
                  <c:v>0.11403935185080627</c:v>
                </c:pt>
                <c:pt idx="9854">
                  <c:v>0.11405092592030996</c:v>
                </c:pt>
                <c:pt idx="9855">
                  <c:v>0.11406249999708962</c:v>
                </c:pt>
                <c:pt idx="9856">
                  <c:v>0.11407407407386927</c:v>
                </c:pt>
                <c:pt idx="9857">
                  <c:v>0.11408564814337296</c:v>
                </c:pt>
                <c:pt idx="9858">
                  <c:v>0.11409722222015262</c:v>
                </c:pt>
                <c:pt idx="9859">
                  <c:v>0.11410879629693227</c:v>
                </c:pt>
                <c:pt idx="9860">
                  <c:v>0.11412037036643596</c:v>
                </c:pt>
                <c:pt idx="9861">
                  <c:v>0.11413194444321562</c:v>
                </c:pt>
                <c:pt idx="9862">
                  <c:v>0.11414351851271931</c:v>
                </c:pt>
                <c:pt idx="9863">
                  <c:v>0.11415509258949896</c:v>
                </c:pt>
                <c:pt idx="9864">
                  <c:v>0.11416666666627862</c:v>
                </c:pt>
                <c:pt idx="9865">
                  <c:v>0.11417824073578231</c:v>
                </c:pt>
                <c:pt idx="9866">
                  <c:v>0.11418981481256196</c:v>
                </c:pt>
                <c:pt idx="9867">
                  <c:v>0.11420138888934162</c:v>
                </c:pt>
                <c:pt idx="9868">
                  <c:v>0.11421296295884531</c:v>
                </c:pt>
                <c:pt idx="9869">
                  <c:v>0.11422453703562496</c:v>
                </c:pt>
                <c:pt idx="9870">
                  <c:v>0.11423611111240461</c:v>
                </c:pt>
                <c:pt idx="9871">
                  <c:v>0.11424768518190831</c:v>
                </c:pt>
                <c:pt idx="9872">
                  <c:v>0.11425925925868796</c:v>
                </c:pt>
                <c:pt idx="9873">
                  <c:v>0.11427083332819166</c:v>
                </c:pt>
                <c:pt idx="9874">
                  <c:v>0.11428240740497131</c:v>
                </c:pt>
                <c:pt idx="9875">
                  <c:v>0.11429398148175096</c:v>
                </c:pt>
                <c:pt idx="9876">
                  <c:v>0.11430555555125466</c:v>
                </c:pt>
                <c:pt idx="9877">
                  <c:v>0.11431712962803431</c:v>
                </c:pt>
                <c:pt idx="9878">
                  <c:v>0.11432870370481396</c:v>
                </c:pt>
                <c:pt idx="9879">
                  <c:v>0.11434027777431766</c:v>
                </c:pt>
                <c:pt idx="9880">
                  <c:v>0.11435185185109731</c:v>
                </c:pt>
                <c:pt idx="9881">
                  <c:v>0.114363425920601</c:v>
                </c:pt>
                <c:pt idx="9882">
                  <c:v>0.11437499999738066</c:v>
                </c:pt>
                <c:pt idx="9883">
                  <c:v>0.11438657407416031</c:v>
                </c:pt>
                <c:pt idx="9884">
                  <c:v>0.114398148143664</c:v>
                </c:pt>
                <c:pt idx="9885">
                  <c:v>0.11440972222044365</c:v>
                </c:pt>
                <c:pt idx="9886">
                  <c:v>0.11442129629722331</c:v>
                </c:pt>
                <c:pt idx="9887">
                  <c:v>0.114432870366727</c:v>
                </c:pt>
                <c:pt idx="9888">
                  <c:v>0.11444444444350665</c:v>
                </c:pt>
                <c:pt idx="9889">
                  <c:v>0.11445601851301035</c:v>
                </c:pt>
                <c:pt idx="9890">
                  <c:v>0.11446759258979</c:v>
                </c:pt>
                <c:pt idx="9891">
                  <c:v>0.11447916666656965</c:v>
                </c:pt>
                <c:pt idx="9892">
                  <c:v>0.11449074073607335</c:v>
                </c:pt>
                <c:pt idx="9893">
                  <c:v>0.114502314812853</c:v>
                </c:pt>
                <c:pt idx="9894">
                  <c:v>0.11451388888963265</c:v>
                </c:pt>
                <c:pt idx="9895">
                  <c:v>0.11452546295913635</c:v>
                </c:pt>
                <c:pt idx="9896">
                  <c:v>0.114537037035916</c:v>
                </c:pt>
                <c:pt idx="9897">
                  <c:v>0.1145486111054197</c:v>
                </c:pt>
                <c:pt idx="9898">
                  <c:v>0.11456018518219935</c:v>
                </c:pt>
                <c:pt idx="9899">
                  <c:v>0.114571759258979</c:v>
                </c:pt>
                <c:pt idx="9900">
                  <c:v>0.11458333332848269</c:v>
                </c:pt>
                <c:pt idx="9901">
                  <c:v>0.11459490740526235</c:v>
                </c:pt>
                <c:pt idx="9902">
                  <c:v>0.114606481482042</c:v>
                </c:pt>
                <c:pt idx="9903">
                  <c:v>0.11461805555154569</c:v>
                </c:pt>
                <c:pt idx="9904">
                  <c:v>0.11462962962832535</c:v>
                </c:pt>
                <c:pt idx="9905">
                  <c:v>0.11464120369782904</c:v>
                </c:pt>
                <c:pt idx="9906">
                  <c:v>0.11465277777460869</c:v>
                </c:pt>
                <c:pt idx="9907">
                  <c:v>0.11466435185138835</c:v>
                </c:pt>
                <c:pt idx="9908">
                  <c:v>0.11467592592089204</c:v>
                </c:pt>
                <c:pt idx="9909">
                  <c:v>0.11468749999767169</c:v>
                </c:pt>
                <c:pt idx="9910">
                  <c:v>0.11469907407445135</c:v>
                </c:pt>
                <c:pt idx="9911">
                  <c:v>0.11471064814395504</c:v>
                </c:pt>
                <c:pt idx="9912">
                  <c:v>0.11472222222073469</c:v>
                </c:pt>
                <c:pt idx="9913">
                  <c:v>0.11473379629751435</c:v>
                </c:pt>
                <c:pt idx="9914">
                  <c:v>0.11474537036701804</c:v>
                </c:pt>
                <c:pt idx="9915">
                  <c:v>0.11475694444379769</c:v>
                </c:pt>
                <c:pt idx="9916">
                  <c:v>0.11476851851330139</c:v>
                </c:pt>
                <c:pt idx="9917">
                  <c:v>0.11478009259008104</c:v>
                </c:pt>
                <c:pt idx="9918">
                  <c:v>0.11479166666686069</c:v>
                </c:pt>
                <c:pt idx="9919">
                  <c:v>0.11480324073636439</c:v>
                </c:pt>
                <c:pt idx="9920">
                  <c:v>0.11481481481314404</c:v>
                </c:pt>
                <c:pt idx="9921">
                  <c:v>0.11482638888992369</c:v>
                </c:pt>
                <c:pt idx="9922">
                  <c:v>0.11483796295942739</c:v>
                </c:pt>
                <c:pt idx="9923">
                  <c:v>0.11484953703620704</c:v>
                </c:pt>
                <c:pt idx="9924">
                  <c:v>0.11486111110571073</c:v>
                </c:pt>
                <c:pt idx="9925">
                  <c:v>0.11487268518249039</c:v>
                </c:pt>
                <c:pt idx="9926">
                  <c:v>0.11488425925927004</c:v>
                </c:pt>
                <c:pt idx="9927">
                  <c:v>0.11489583332877373</c:v>
                </c:pt>
                <c:pt idx="9928">
                  <c:v>0.11490740740555339</c:v>
                </c:pt>
                <c:pt idx="9929">
                  <c:v>0.11491898148233304</c:v>
                </c:pt>
                <c:pt idx="9930">
                  <c:v>0.11493055555183673</c:v>
                </c:pt>
                <c:pt idx="9931">
                  <c:v>0.11494212962861639</c:v>
                </c:pt>
                <c:pt idx="9932">
                  <c:v>0.11495370369812008</c:v>
                </c:pt>
                <c:pt idx="9933">
                  <c:v>0.11496527777489973</c:v>
                </c:pt>
                <c:pt idx="9934">
                  <c:v>0.11497685185167938</c:v>
                </c:pt>
                <c:pt idx="9935">
                  <c:v>0.11498842592118308</c:v>
                </c:pt>
                <c:pt idx="9936">
                  <c:v>0.11499999999796273</c:v>
                </c:pt>
                <c:pt idx="9937">
                  <c:v>0.11501157407474238</c:v>
                </c:pt>
                <c:pt idx="9938">
                  <c:v>0.11502314814424608</c:v>
                </c:pt>
                <c:pt idx="9939">
                  <c:v>0.11503472222102573</c:v>
                </c:pt>
                <c:pt idx="9940">
                  <c:v>0.11504629629052943</c:v>
                </c:pt>
                <c:pt idx="9941">
                  <c:v>0.11505787036730908</c:v>
                </c:pt>
                <c:pt idx="9942">
                  <c:v>0.11506944444408873</c:v>
                </c:pt>
                <c:pt idx="9943">
                  <c:v>0.11508101851359243</c:v>
                </c:pt>
                <c:pt idx="9944">
                  <c:v>0.11509259259037208</c:v>
                </c:pt>
                <c:pt idx="9945">
                  <c:v>0.11510416666715173</c:v>
                </c:pt>
                <c:pt idx="9946">
                  <c:v>0.11511574073665543</c:v>
                </c:pt>
                <c:pt idx="9947">
                  <c:v>0.11512731481343508</c:v>
                </c:pt>
                <c:pt idx="9948">
                  <c:v>0.11513888889021473</c:v>
                </c:pt>
                <c:pt idx="9949">
                  <c:v>0.11515046295971842</c:v>
                </c:pt>
                <c:pt idx="9950">
                  <c:v>0.11516203703649808</c:v>
                </c:pt>
                <c:pt idx="9951">
                  <c:v>0.11517361110600177</c:v>
                </c:pt>
                <c:pt idx="9952">
                  <c:v>0.11518518518278142</c:v>
                </c:pt>
                <c:pt idx="9953">
                  <c:v>0.11519675925956108</c:v>
                </c:pt>
                <c:pt idx="9954">
                  <c:v>0.11520833332906477</c:v>
                </c:pt>
                <c:pt idx="9955">
                  <c:v>0.11521990740584442</c:v>
                </c:pt>
                <c:pt idx="9956">
                  <c:v>0.11523148148262408</c:v>
                </c:pt>
                <c:pt idx="9957">
                  <c:v>0.11524305555212777</c:v>
                </c:pt>
                <c:pt idx="9958">
                  <c:v>0.11525462962890742</c:v>
                </c:pt>
                <c:pt idx="9959">
                  <c:v>0.11526620369841112</c:v>
                </c:pt>
                <c:pt idx="9960">
                  <c:v>0.11527777777519077</c:v>
                </c:pt>
                <c:pt idx="9961">
                  <c:v>0.11528935185197042</c:v>
                </c:pt>
                <c:pt idx="9962">
                  <c:v>0.11530092592147412</c:v>
                </c:pt>
                <c:pt idx="9963">
                  <c:v>0.11531249999825377</c:v>
                </c:pt>
                <c:pt idx="9964">
                  <c:v>0.11532407407503342</c:v>
                </c:pt>
                <c:pt idx="9965">
                  <c:v>0.11533564814453712</c:v>
                </c:pt>
                <c:pt idx="9966">
                  <c:v>0.11534722222131677</c:v>
                </c:pt>
                <c:pt idx="9967">
                  <c:v>0.11535879629082046</c:v>
                </c:pt>
                <c:pt idx="9968">
                  <c:v>0.11537037036760012</c:v>
                </c:pt>
                <c:pt idx="9969">
                  <c:v>0.11538194444437977</c:v>
                </c:pt>
                <c:pt idx="9970">
                  <c:v>0.11539351851388346</c:v>
                </c:pt>
                <c:pt idx="9971">
                  <c:v>0.11540509259066312</c:v>
                </c:pt>
                <c:pt idx="9972">
                  <c:v>0.11541666666744277</c:v>
                </c:pt>
                <c:pt idx="9973">
                  <c:v>0.11542824073694646</c:v>
                </c:pt>
                <c:pt idx="9974">
                  <c:v>0.11543981481372612</c:v>
                </c:pt>
                <c:pt idx="9975">
                  <c:v>0.11545138888322981</c:v>
                </c:pt>
                <c:pt idx="9976">
                  <c:v>0.11546296296000946</c:v>
                </c:pt>
                <c:pt idx="9977">
                  <c:v>0.11547453703678912</c:v>
                </c:pt>
                <c:pt idx="9978">
                  <c:v>0.11548611110629281</c:v>
                </c:pt>
                <c:pt idx="9979">
                  <c:v>0.11549768518307246</c:v>
                </c:pt>
                <c:pt idx="9980">
                  <c:v>0.11550925925985212</c:v>
                </c:pt>
                <c:pt idx="9981">
                  <c:v>0.11552083332935581</c:v>
                </c:pt>
                <c:pt idx="9982">
                  <c:v>0.11553240740613546</c:v>
                </c:pt>
                <c:pt idx="9983">
                  <c:v>0.11554398147563916</c:v>
                </c:pt>
                <c:pt idx="9984">
                  <c:v>0.11555555555241881</c:v>
                </c:pt>
                <c:pt idx="9985">
                  <c:v>0.11556712962919846</c:v>
                </c:pt>
                <c:pt idx="9986">
                  <c:v>0.11557870369870216</c:v>
                </c:pt>
                <c:pt idx="9987">
                  <c:v>0.11559027777548181</c:v>
                </c:pt>
                <c:pt idx="9988">
                  <c:v>0.11560185185226146</c:v>
                </c:pt>
                <c:pt idx="9989">
                  <c:v>0.11561342592176516</c:v>
                </c:pt>
                <c:pt idx="9990">
                  <c:v>0.11562499999854481</c:v>
                </c:pt>
                <c:pt idx="9991">
                  <c:v>0.11563657407532446</c:v>
                </c:pt>
                <c:pt idx="9992">
                  <c:v>0.11564814814482816</c:v>
                </c:pt>
                <c:pt idx="9993">
                  <c:v>0.11565972222160781</c:v>
                </c:pt>
                <c:pt idx="9994">
                  <c:v>0.1156712962911115</c:v>
                </c:pt>
                <c:pt idx="9995">
                  <c:v>0.11568287036789116</c:v>
                </c:pt>
                <c:pt idx="9996">
                  <c:v>0.11569444444467081</c:v>
                </c:pt>
                <c:pt idx="9997">
                  <c:v>0.1157060185141745</c:v>
                </c:pt>
                <c:pt idx="9998">
                  <c:v>0.11571759259095415</c:v>
                </c:pt>
                <c:pt idx="9999">
                  <c:v>0.11572916666773381</c:v>
                </c:pt>
                <c:pt idx="10000">
                  <c:v>0.1157407407372375</c:v>
                </c:pt>
                <c:pt idx="10001">
                  <c:v>0.11575231481401715</c:v>
                </c:pt>
                <c:pt idx="10002">
                  <c:v>0.11576388888352085</c:v>
                </c:pt>
                <c:pt idx="10003">
                  <c:v>0.1157754629603005</c:v>
                </c:pt>
                <c:pt idx="10004">
                  <c:v>0.11578703703708015</c:v>
                </c:pt>
                <c:pt idx="10005">
                  <c:v>0.11579861110658385</c:v>
                </c:pt>
                <c:pt idx="10006">
                  <c:v>0.1158101851833635</c:v>
                </c:pt>
                <c:pt idx="10007">
                  <c:v>0.11582175926014315</c:v>
                </c:pt>
                <c:pt idx="10008">
                  <c:v>0.11583333332964685</c:v>
                </c:pt>
                <c:pt idx="10009">
                  <c:v>0.1158449074064265</c:v>
                </c:pt>
                <c:pt idx="10010">
                  <c:v>0.1158564814759302</c:v>
                </c:pt>
                <c:pt idx="10011">
                  <c:v>0.11586805555270985</c:v>
                </c:pt>
                <c:pt idx="10012">
                  <c:v>0.1158796296294895</c:v>
                </c:pt>
                <c:pt idx="10013">
                  <c:v>0.11589120369899319</c:v>
                </c:pt>
                <c:pt idx="10014">
                  <c:v>0.11590277777577285</c:v>
                </c:pt>
                <c:pt idx="10015">
                  <c:v>0.1159143518525525</c:v>
                </c:pt>
                <c:pt idx="10016">
                  <c:v>0.11592592592205619</c:v>
                </c:pt>
                <c:pt idx="10017">
                  <c:v>0.11593749999883585</c:v>
                </c:pt>
                <c:pt idx="10018">
                  <c:v>0.11594907406833954</c:v>
                </c:pt>
                <c:pt idx="10019">
                  <c:v>0.11596064814511919</c:v>
                </c:pt>
                <c:pt idx="10020">
                  <c:v>0.11597222222189885</c:v>
                </c:pt>
                <c:pt idx="10021">
                  <c:v>0.11598379629140254</c:v>
                </c:pt>
                <c:pt idx="10022">
                  <c:v>0.11599537036818219</c:v>
                </c:pt>
                <c:pt idx="10023">
                  <c:v>0.11600694444496185</c:v>
                </c:pt>
                <c:pt idx="10024">
                  <c:v>0.11601851851446554</c:v>
                </c:pt>
                <c:pt idx="10025">
                  <c:v>0.11603009259124519</c:v>
                </c:pt>
                <c:pt idx="10026">
                  <c:v>0.11604166666074889</c:v>
                </c:pt>
                <c:pt idx="10027">
                  <c:v>0.11605324073752854</c:v>
                </c:pt>
                <c:pt idx="10028">
                  <c:v>0.11606481481430819</c:v>
                </c:pt>
                <c:pt idx="10029">
                  <c:v>0.11607638888381189</c:v>
                </c:pt>
                <c:pt idx="10030">
                  <c:v>0.11608796296059154</c:v>
                </c:pt>
                <c:pt idx="10031">
                  <c:v>0.11609953703737119</c:v>
                </c:pt>
                <c:pt idx="10032">
                  <c:v>0.11611111110687489</c:v>
                </c:pt>
                <c:pt idx="10033">
                  <c:v>0.11612268518365454</c:v>
                </c:pt>
                <c:pt idx="10034">
                  <c:v>0.11613425926043419</c:v>
                </c:pt>
                <c:pt idx="10035">
                  <c:v>0.11614583332993789</c:v>
                </c:pt>
                <c:pt idx="10036">
                  <c:v>0.11615740740671754</c:v>
                </c:pt>
                <c:pt idx="10037">
                  <c:v>0.11616898147622123</c:v>
                </c:pt>
                <c:pt idx="10038">
                  <c:v>0.11618055555300089</c:v>
                </c:pt>
                <c:pt idx="10039">
                  <c:v>0.11619212962978054</c:v>
                </c:pt>
                <c:pt idx="10040">
                  <c:v>0.11620370369928423</c:v>
                </c:pt>
                <c:pt idx="10041">
                  <c:v>0.11621527777606389</c:v>
                </c:pt>
                <c:pt idx="10042">
                  <c:v>0.11622685185284354</c:v>
                </c:pt>
                <c:pt idx="10043">
                  <c:v>0.11623842592234723</c:v>
                </c:pt>
                <c:pt idx="10044">
                  <c:v>0.11624999999912689</c:v>
                </c:pt>
                <c:pt idx="10045">
                  <c:v>0.11626157406863058</c:v>
                </c:pt>
                <c:pt idx="10046">
                  <c:v>0.11627314814541023</c:v>
                </c:pt>
                <c:pt idx="10047">
                  <c:v>0.11628472222218988</c:v>
                </c:pt>
                <c:pt idx="10048">
                  <c:v>0.11629629629169358</c:v>
                </c:pt>
                <c:pt idx="10049">
                  <c:v>0.11630787036847323</c:v>
                </c:pt>
                <c:pt idx="10050">
                  <c:v>0.11631944444525288</c:v>
                </c:pt>
                <c:pt idx="10051">
                  <c:v>0.11633101851475658</c:v>
                </c:pt>
                <c:pt idx="10052">
                  <c:v>0.11634259259153623</c:v>
                </c:pt>
                <c:pt idx="10053">
                  <c:v>0.11635416666103993</c:v>
                </c:pt>
                <c:pt idx="10054">
                  <c:v>0.11636574073781958</c:v>
                </c:pt>
                <c:pt idx="10055">
                  <c:v>0.11637731481459923</c:v>
                </c:pt>
                <c:pt idx="10056">
                  <c:v>0.11638888888410293</c:v>
                </c:pt>
                <c:pt idx="10057">
                  <c:v>0.11640046296088258</c:v>
                </c:pt>
                <c:pt idx="10058">
                  <c:v>0.11641203703766223</c:v>
                </c:pt>
                <c:pt idx="10059">
                  <c:v>0.11642361110716593</c:v>
                </c:pt>
                <c:pt idx="10060">
                  <c:v>0.11643518518394558</c:v>
                </c:pt>
                <c:pt idx="10061">
                  <c:v>0.11644675925344927</c:v>
                </c:pt>
                <c:pt idx="10062">
                  <c:v>0.11645833333022892</c:v>
                </c:pt>
                <c:pt idx="10063">
                  <c:v>0.11646990740700858</c:v>
                </c:pt>
                <c:pt idx="10064">
                  <c:v>0.11648148147651227</c:v>
                </c:pt>
                <c:pt idx="10065">
                  <c:v>0.11649305555329192</c:v>
                </c:pt>
                <c:pt idx="10066">
                  <c:v>0.11650462963007158</c:v>
                </c:pt>
                <c:pt idx="10067">
                  <c:v>0.11651620369957527</c:v>
                </c:pt>
                <c:pt idx="10068">
                  <c:v>0.11652777777635492</c:v>
                </c:pt>
                <c:pt idx="10069">
                  <c:v>0.11653935185313458</c:v>
                </c:pt>
                <c:pt idx="10070">
                  <c:v>0.11655092592263827</c:v>
                </c:pt>
                <c:pt idx="10071">
                  <c:v>0.11656249999941792</c:v>
                </c:pt>
                <c:pt idx="10072">
                  <c:v>0.11657407406892162</c:v>
                </c:pt>
                <c:pt idx="10073">
                  <c:v>0.11658564814570127</c:v>
                </c:pt>
                <c:pt idx="10074">
                  <c:v>0.11659722222248092</c:v>
                </c:pt>
                <c:pt idx="10075">
                  <c:v>0.11660879629198462</c:v>
                </c:pt>
                <c:pt idx="10076">
                  <c:v>0.11662037036876427</c:v>
                </c:pt>
                <c:pt idx="10077">
                  <c:v>0.11663194444554392</c:v>
                </c:pt>
                <c:pt idx="10078">
                  <c:v>0.11664351851504762</c:v>
                </c:pt>
                <c:pt idx="10079">
                  <c:v>0.11665509259182727</c:v>
                </c:pt>
                <c:pt idx="10080">
                  <c:v>0.11666666666133096</c:v>
                </c:pt>
                <c:pt idx="10081">
                  <c:v>0.11667824073811062</c:v>
                </c:pt>
                <c:pt idx="10082">
                  <c:v>0.11668981481489027</c:v>
                </c:pt>
                <c:pt idx="10083">
                  <c:v>0.11670138888439396</c:v>
                </c:pt>
                <c:pt idx="10084">
                  <c:v>0.11671296296117362</c:v>
                </c:pt>
                <c:pt idx="10085">
                  <c:v>0.11672453703795327</c:v>
                </c:pt>
                <c:pt idx="10086">
                  <c:v>0.11673611110745696</c:v>
                </c:pt>
                <c:pt idx="10087">
                  <c:v>0.11674768518423662</c:v>
                </c:pt>
                <c:pt idx="10088">
                  <c:v>0.11675925925374031</c:v>
                </c:pt>
                <c:pt idx="10089">
                  <c:v>0.11677083333051996</c:v>
                </c:pt>
                <c:pt idx="10090">
                  <c:v>0.11678240740729962</c:v>
                </c:pt>
                <c:pt idx="10091">
                  <c:v>0.11679398147680331</c:v>
                </c:pt>
                <c:pt idx="10092">
                  <c:v>0.11680555555358296</c:v>
                </c:pt>
                <c:pt idx="10093">
                  <c:v>0.11681712963036261</c:v>
                </c:pt>
                <c:pt idx="10094">
                  <c:v>0.11682870369986631</c:v>
                </c:pt>
                <c:pt idx="10095">
                  <c:v>0.11684027777664596</c:v>
                </c:pt>
                <c:pt idx="10096">
                  <c:v>0.11685185184614966</c:v>
                </c:pt>
                <c:pt idx="10097">
                  <c:v>0.11686342592292931</c:v>
                </c:pt>
                <c:pt idx="10098">
                  <c:v>0.11687499999970896</c:v>
                </c:pt>
                <c:pt idx="10099">
                  <c:v>0.11688657406921266</c:v>
                </c:pt>
                <c:pt idx="10100">
                  <c:v>0.11689814814599231</c:v>
                </c:pt>
                <c:pt idx="10101">
                  <c:v>0.11690972222277196</c:v>
                </c:pt>
                <c:pt idx="10102">
                  <c:v>0.11692129629227566</c:v>
                </c:pt>
                <c:pt idx="10103">
                  <c:v>0.11693287036905531</c:v>
                </c:pt>
                <c:pt idx="10104">
                  <c:v>0.116944444438559</c:v>
                </c:pt>
                <c:pt idx="10105">
                  <c:v>0.11695601851533866</c:v>
                </c:pt>
                <c:pt idx="10106">
                  <c:v>0.11696759259211831</c:v>
                </c:pt>
                <c:pt idx="10107">
                  <c:v>0.116979166661622</c:v>
                </c:pt>
                <c:pt idx="10108">
                  <c:v>0.11699074073840166</c:v>
                </c:pt>
                <c:pt idx="10109">
                  <c:v>0.11700231481518131</c:v>
                </c:pt>
                <c:pt idx="10110">
                  <c:v>0.117013888884685</c:v>
                </c:pt>
                <c:pt idx="10111">
                  <c:v>0.11702546296146465</c:v>
                </c:pt>
                <c:pt idx="10112">
                  <c:v>0.11703703703824431</c:v>
                </c:pt>
                <c:pt idx="10113">
                  <c:v>0.117048611107748</c:v>
                </c:pt>
                <c:pt idx="10114">
                  <c:v>0.11706018518452765</c:v>
                </c:pt>
                <c:pt idx="10115">
                  <c:v>0.11707175925403135</c:v>
                </c:pt>
                <c:pt idx="10116">
                  <c:v>0.117083333330811</c:v>
                </c:pt>
                <c:pt idx="10117">
                  <c:v>0.11709490740759065</c:v>
                </c:pt>
                <c:pt idx="10118">
                  <c:v>0.11710648147709435</c:v>
                </c:pt>
                <c:pt idx="10119">
                  <c:v>0.117118055553874</c:v>
                </c:pt>
                <c:pt idx="10120">
                  <c:v>0.11712962963065365</c:v>
                </c:pt>
                <c:pt idx="10121">
                  <c:v>0.11714120370015735</c:v>
                </c:pt>
                <c:pt idx="10122">
                  <c:v>0.117152777776937</c:v>
                </c:pt>
                <c:pt idx="10123">
                  <c:v>0.1171643518464407</c:v>
                </c:pt>
                <c:pt idx="10124">
                  <c:v>0.11717592592322035</c:v>
                </c:pt>
                <c:pt idx="10125">
                  <c:v>0.1171875</c:v>
                </c:pt>
                <c:pt idx="10126">
                  <c:v>0.11719907406950369</c:v>
                </c:pt>
                <c:pt idx="10127">
                  <c:v>0.11721064814628335</c:v>
                </c:pt>
                <c:pt idx="10128">
                  <c:v>0.117222222223063</c:v>
                </c:pt>
                <c:pt idx="10129">
                  <c:v>0.11723379629256669</c:v>
                </c:pt>
                <c:pt idx="10130">
                  <c:v>0.11724537036934635</c:v>
                </c:pt>
                <c:pt idx="10131">
                  <c:v>0.11725694443885004</c:v>
                </c:pt>
                <c:pt idx="10132">
                  <c:v>0.11726851851562969</c:v>
                </c:pt>
                <c:pt idx="10133">
                  <c:v>0.11728009259240935</c:v>
                </c:pt>
                <c:pt idx="10134">
                  <c:v>0.11729166666191304</c:v>
                </c:pt>
                <c:pt idx="10135">
                  <c:v>0.11730324073869269</c:v>
                </c:pt>
                <c:pt idx="10136">
                  <c:v>0.11731481481547235</c:v>
                </c:pt>
                <c:pt idx="10137">
                  <c:v>0.11732638888497604</c:v>
                </c:pt>
                <c:pt idx="10138">
                  <c:v>0.11733796296175569</c:v>
                </c:pt>
                <c:pt idx="10139">
                  <c:v>0.11734953703125939</c:v>
                </c:pt>
                <c:pt idx="10140">
                  <c:v>0.11736111110803904</c:v>
                </c:pt>
                <c:pt idx="10141">
                  <c:v>0.11737268518481869</c:v>
                </c:pt>
                <c:pt idx="10142">
                  <c:v>0.11738425925432239</c:v>
                </c:pt>
                <c:pt idx="10143">
                  <c:v>0.11739583333110204</c:v>
                </c:pt>
                <c:pt idx="10144">
                  <c:v>0.11740740740788169</c:v>
                </c:pt>
                <c:pt idx="10145">
                  <c:v>0.11741898147738539</c:v>
                </c:pt>
                <c:pt idx="10146">
                  <c:v>0.11743055555416504</c:v>
                </c:pt>
                <c:pt idx="10147">
                  <c:v>0.11744212963094469</c:v>
                </c:pt>
                <c:pt idx="10148">
                  <c:v>0.11745370370044839</c:v>
                </c:pt>
                <c:pt idx="10149">
                  <c:v>0.11746527777722804</c:v>
                </c:pt>
                <c:pt idx="10150">
                  <c:v>0.11747685184673173</c:v>
                </c:pt>
                <c:pt idx="10151">
                  <c:v>0.11748842592351139</c:v>
                </c:pt>
                <c:pt idx="10152">
                  <c:v>0.11750000000029104</c:v>
                </c:pt>
                <c:pt idx="10153">
                  <c:v>0.11751157406979473</c:v>
                </c:pt>
                <c:pt idx="10154">
                  <c:v>0.11752314814657439</c:v>
                </c:pt>
                <c:pt idx="10155">
                  <c:v>0.11753472222335404</c:v>
                </c:pt>
                <c:pt idx="10156">
                  <c:v>0.11754629629285773</c:v>
                </c:pt>
                <c:pt idx="10157">
                  <c:v>0.11755787036963739</c:v>
                </c:pt>
                <c:pt idx="10158">
                  <c:v>0.11756944443914108</c:v>
                </c:pt>
                <c:pt idx="10159">
                  <c:v>0.11758101851592073</c:v>
                </c:pt>
                <c:pt idx="10160">
                  <c:v>0.11759259259270038</c:v>
                </c:pt>
                <c:pt idx="10161">
                  <c:v>0.11760416666220408</c:v>
                </c:pt>
                <c:pt idx="10162">
                  <c:v>0.11761574073898373</c:v>
                </c:pt>
                <c:pt idx="10163">
                  <c:v>0.11762731481576338</c:v>
                </c:pt>
                <c:pt idx="10164">
                  <c:v>0.11763888888526708</c:v>
                </c:pt>
                <c:pt idx="10165">
                  <c:v>0.11765046296204673</c:v>
                </c:pt>
                <c:pt idx="10166">
                  <c:v>0.11766203703155043</c:v>
                </c:pt>
                <c:pt idx="10167">
                  <c:v>0.11767361110833008</c:v>
                </c:pt>
                <c:pt idx="10168">
                  <c:v>0.11768518518510973</c:v>
                </c:pt>
                <c:pt idx="10169">
                  <c:v>0.11769675925461343</c:v>
                </c:pt>
                <c:pt idx="10170">
                  <c:v>0.11770833333139308</c:v>
                </c:pt>
                <c:pt idx="10171">
                  <c:v>0.11771990740817273</c:v>
                </c:pt>
                <c:pt idx="10172">
                  <c:v>0.11773148147767643</c:v>
                </c:pt>
                <c:pt idx="10173">
                  <c:v>0.11774305555445608</c:v>
                </c:pt>
                <c:pt idx="10174">
                  <c:v>0.11775462962395977</c:v>
                </c:pt>
                <c:pt idx="10175">
                  <c:v>0.11776620370073942</c:v>
                </c:pt>
                <c:pt idx="10176">
                  <c:v>0.11777777777751908</c:v>
                </c:pt>
                <c:pt idx="10177">
                  <c:v>0.11778935184702277</c:v>
                </c:pt>
                <c:pt idx="10178">
                  <c:v>0.11780092592380242</c:v>
                </c:pt>
                <c:pt idx="10179">
                  <c:v>0.11781250000058208</c:v>
                </c:pt>
                <c:pt idx="10180">
                  <c:v>0.11782407407008577</c:v>
                </c:pt>
                <c:pt idx="10181">
                  <c:v>0.11783564814686542</c:v>
                </c:pt>
                <c:pt idx="10182">
                  <c:v>0.11784722221636912</c:v>
                </c:pt>
                <c:pt idx="10183">
                  <c:v>0.11785879629314877</c:v>
                </c:pt>
                <c:pt idx="10184">
                  <c:v>0.11787037036992842</c:v>
                </c:pt>
                <c:pt idx="10185">
                  <c:v>0.11788194443943212</c:v>
                </c:pt>
                <c:pt idx="10186">
                  <c:v>0.11789351851621177</c:v>
                </c:pt>
                <c:pt idx="10187">
                  <c:v>0.11790509259299142</c:v>
                </c:pt>
                <c:pt idx="10188">
                  <c:v>0.11791666666249512</c:v>
                </c:pt>
                <c:pt idx="10189">
                  <c:v>0.11792824073927477</c:v>
                </c:pt>
                <c:pt idx="10190">
                  <c:v>0.11793981481605442</c:v>
                </c:pt>
                <c:pt idx="10191">
                  <c:v>0.11795138888555812</c:v>
                </c:pt>
                <c:pt idx="10192">
                  <c:v>0.11796296296233777</c:v>
                </c:pt>
                <c:pt idx="10193">
                  <c:v>0.11797453703184146</c:v>
                </c:pt>
                <c:pt idx="10194">
                  <c:v>0.11798611110862112</c:v>
                </c:pt>
                <c:pt idx="10195">
                  <c:v>0.11799768518540077</c:v>
                </c:pt>
                <c:pt idx="10196">
                  <c:v>0.11800925925490446</c:v>
                </c:pt>
                <c:pt idx="10197">
                  <c:v>0.11802083333168412</c:v>
                </c:pt>
                <c:pt idx="10198">
                  <c:v>0.11803240740846377</c:v>
                </c:pt>
                <c:pt idx="10199">
                  <c:v>0.11804398147796746</c:v>
                </c:pt>
                <c:pt idx="10200">
                  <c:v>0.11805555555474712</c:v>
                </c:pt>
                <c:pt idx="10201">
                  <c:v>0.11806712962425081</c:v>
                </c:pt>
                <c:pt idx="10202">
                  <c:v>0.11807870370103046</c:v>
                </c:pt>
                <c:pt idx="10203">
                  <c:v>0.11809027777781012</c:v>
                </c:pt>
                <c:pt idx="10204">
                  <c:v>0.11810185184731381</c:v>
                </c:pt>
                <c:pt idx="10205">
                  <c:v>0.11811342592409346</c:v>
                </c:pt>
                <c:pt idx="10206">
                  <c:v>0.11812500000087311</c:v>
                </c:pt>
                <c:pt idx="10207">
                  <c:v>0.11813657407037681</c:v>
                </c:pt>
                <c:pt idx="10208">
                  <c:v>0.11814814814715646</c:v>
                </c:pt>
                <c:pt idx="10209">
                  <c:v>0.11815972221666016</c:v>
                </c:pt>
                <c:pt idx="10210">
                  <c:v>0.11817129629343981</c:v>
                </c:pt>
                <c:pt idx="10211">
                  <c:v>0.11818287037021946</c:v>
                </c:pt>
                <c:pt idx="10212">
                  <c:v>0.11819444443972316</c:v>
                </c:pt>
                <c:pt idx="10213">
                  <c:v>0.11820601851650281</c:v>
                </c:pt>
                <c:pt idx="10214">
                  <c:v>0.11821759259328246</c:v>
                </c:pt>
                <c:pt idx="10215">
                  <c:v>0.11822916666278616</c:v>
                </c:pt>
                <c:pt idx="10216">
                  <c:v>0.11824074073956581</c:v>
                </c:pt>
                <c:pt idx="10217">
                  <c:v>0.1182523148090695</c:v>
                </c:pt>
                <c:pt idx="10218">
                  <c:v>0.11826388888584916</c:v>
                </c:pt>
                <c:pt idx="10219">
                  <c:v>0.11827546296262881</c:v>
                </c:pt>
                <c:pt idx="10220">
                  <c:v>0.1182870370321325</c:v>
                </c:pt>
                <c:pt idx="10221">
                  <c:v>0.11829861110891216</c:v>
                </c:pt>
                <c:pt idx="10222">
                  <c:v>0.11831018518569181</c:v>
                </c:pt>
                <c:pt idx="10223">
                  <c:v>0.1183217592551955</c:v>
                </c:pt>
                <c:pt idx="10224">
                  <c:v>0.11833333333197515</c:v>
                </c:pt>
                <c:pt idx="10225">
                  <c:v>0.11834490740147885</c:v>
                </c:pt>
                <c:pt idx="10226">
                  <c:v>0.1183564814782585</c:v>
                </c:pt>
                <c:pt idx="10227">
                  <c:v>0.11836805555503815</c:v>
                </c:pt>
                <c:pt idx="10228">
                  <c:v>0.11837962962454185</c:v>
                </c:pt>
                <c:pt idx="10229">
                  <c:v>0.1183912037013215</c:v>
                </c:pt>
                <c:pt idx="10230">
                  <c:v>0.11840277777810115</c:v>
                </c:pt>
                <c:pt idx="10231">
                  <c:v>0.11841435184760485</c:v>
                </c:pt>
                <c:pt idx="10232">
                  <c:v>0.1184259259243845</c:v>
                </c:pt>
                <c:pt idx="10233">
                  <c:v>0.11843750000116415</c:v>
                </c:pt>
                <c:pt idx="10234">
                  <c:v>0.11844907407066785</c:v>
                </c:pt>
                <c:pt idx="10235">
                  <c:v>0.1184606481474475</c:v>
                </c:pt>
                <c:pt idx="10236">
                  <c:v>0.1184722222169512</c:v>
                </c:pt>
                <c:pt idx="10237">
                  <c:v>0.11848379629373085</c:v>
                </c:pt>
                <c:pt idx="10238">
                  <c:v>0.1184953703705105</c:v>
                </c:pt>
                <c:pt idx="10239">
                  <c:v>0.11850694444001419</c:v>
                </c:pt>
                <c:pt idx="10240">
                  <c:v>0.11851851851679385</c:v>
                </c:pt>
                <c:pt idx="10241">
                  <c:v>0.1185300925935735</c:v>
                </c:pt>
                <c:pt idx="10242">
                  <c:v>0.11854166666307719</c:v>
                </c:pt>
                <c:pt idx="10243">
                  <c:v>0.11855324073985685</c:v>
                </c:pt>
                <c:pt idx="10244">
                  <c:v>0.11856481480936054</c:v>
                </c:pt>
                <c:pt idx="10245">
                  <c:v>0.11857638888614019</c:v>
                </c:pt>
                <c:pt idx="10246">
                  <c:v>0.11858796296291985</c:v>
                </c:pt>
                <c:pt idx="10247">
                  <c:v>0.11859953703242354</c:v>
                </c:pt>
                <c:pt idx="10248">
                  <c:v>0.11861111110920319</c:v>
                </c:pt>
                <c:pt idx="10249">
                  <c:v>0.11862268518598285</c:v>
                </c:pt>
                <c:pt idx="10250">
                  <c:v>0.11863425925548654</c:v>
                </c:pt>
                <c:pt idx="10251">
                  <c:v>0.11864583333226619</c:v>
                </c:pt>
                <c:pt idx="10252">
                  <c:v>0.11865740740176989</c:v>
                </c:pt>
                <c:pt idx="10253">
                  <c:v>0.11866898147854954</c:v>
                </c:pt>
                <c:pt idx="10254">
                  <c:v>0.11868055555532919</c:v>
                </c:pt>
                <c:pt idx="10255">
                  <c:v>0.11869212962483289</c:v>
                </c:pt>
                <c:pt idx="10256">
                  <c:v>0.11870370370161254</c:v>
                </c:pt>
                <c:pt idx="10257">
                  <c:v>0.11871527777839219</c:v>
                </c:pt>
                <c:pt idx="10258">
                  <c:v>0.11872685184789589</c:v>
                </c:pt>
                <c:pt idx="10259">
                  <c:v>0.11873842592467554</c:v>
                </c:pt>
                <c:pt idx="10260">
                  <c:v>0.11874999999417923</c:v>
                </c:pt>
                <c:pt idx="10261">
                  <c:v>0.11876157407095889</c:v>
                </c:pt>
                <c:pt idx="10262">
                  <c:v>0.11877314814773854</c:v>
                </c:pt>
                <c:pt idx="10263">
                  <c:v>0.11878472221724223</c:v>
                </c:pt>
                <c:pt idx="10264">
                  <c:v>0.11879629629402189</c:v>
                </c:pt>
                <c:pt idx="10265">
                  <c:v>0.11880787037080154</c:v>
                </c:pt>
                <c:pt idx="10266">
                  <c:v>0.11881944444030523</c:v>
                </c:pt>
                <c:pt idx="10267">
                  <c:v>0.11883101851708489</c:v>
                </c:pt>
                <c:pt idx="10268">
                  <c:v>0.11884259259386454</c:v>
                </c:pt>
                <c:pt idx="10269">
                  <c:v>0.11885416666336823</c:v>
                </c:pt>
                <c:pt idx="10270">
                  <c:v>0.11886574074014788</c:v>
                </c:pt>
                <c:pt idx="10271">
                  <c:v>0.11887731480965158</c:v>
                </c:pt>
                <c:pt idx="10272">
                  <c:v>0.11888888888643123</c:v>
                </c:pt>
                <c:pt idx="10273">
                  <c:v>0.11890046296321088</c:v>
                </c:pt>
                <c:pt idx="10274">
                  <c:v>0.11891203703271458</c:v>
                </c:pt>
                <c:pt idx="10275">
                  <c:v>0.11892361110949423</c:v>
                </c:pt>
                <c:pt idx="10276">
                  <c:v>0.11893518518627388</c:v>
                </c:pt>
                <c:pt idx="10277">
                  <c:v>0.11894675925577758</c:v>
                </c:pt>
                <c:pt idx="10278">
                  <c:v>0.11895833333255723</c:v>
                </c:pt>
                <c:pt idx="10279">
                  <c:v>0.11896990740206093</c:v>
                </c:pt>
                <c:pt idx="10280">
                  <c:v>0.11898148147884058</c:v>
                </c:pt>
                <c:pt idx="10281">
                  <c:v>0.11899305555562023</c:v>
                </c:pt>
                <c:pt idx="10282">
                  <c:v>0.11900462962512393</c:v>
                </c:pt>
                <c:pt idx="10283">
                  <c:v>0.11901620370190358</c:v>
                </c:pt>
                <c:pt idx="10284">
                  <c:v>0.11902777777868323</c:v>
                </c:pt>
                <c:pt idx="10285">
                  <c:v>0.11903935184818693</c:v>
                </c:pt>
                <c:pt idx="10286">
                  <c:v>0.11905092592496658</c:v>
                </c:pt>
                <c:pt idx="10287">
                  <c:v>0.11906249999447027</c:v>
                </c:pt>
                <c:pt idx="10288">
                  <c:v>0.11907407407124992</c:v>
                </c:pt>
                <c:pt idx="10289">
                  <c:v>0.11908564814802958</c:v>
                </c:pt>
                <c:pt idx="10290">
                  <c:v>0.11909722221753327</c:v>
                </c:pt>
                <c:pt idx="10291">
                  <c:v>0.11910879629431292</c:v>
                </c:pt>
                <c:pt idx="10292">
                  <c:v>0.11912037037109258</c:v>
                </c:pt>
                <c:pt idx="10293">
                  <c:v>0.11913194444059627</c:v>
                </c:pt>
                <c:pt idx="10294">
                  <c:v>0.11914351851737592</c:v>
                </c:pt>
                <c:pt idx="10295">
                  <c:v>0.11915509258687962</c:v>
                </c:pt>
                <c:pt idx="10296">
                  <c:v>0.11916666666365927</c:v>
                </c:pt>
                <c:pt idx="10297">
                  <c:v>0.11917824074043892</c:v>
                </c:pt>
                <c:pt idx="10298">
                  <c:v>0.11918981480994262</c:v>
                </c:pt>
                <c:pt idx="10299">
                  <c:v>0.11920138888672227</c:v>
                </c:pt>
                <c:pt idx="10300">
                  <c:v>0.11921296296350192</c:v>
                </c:pt>
                <c:pt idx="10301">
                  <c:v>0.11922453703300562</c:v>
                </c:pt>
                <c:pt idx="10302">
                  <c:v>0.11923611110978527</c:v>
                </c:pt>
                <c:pt idx="10303">
                  <c:v>0.11924768517928896</c:v>
                </c:pt>
                <c:pt idx="10304">
                  <c:v>0.11925925925606862</c:v>
                </c:pt>
                <c:pt idx="10305">
                  <c:v>0.11927083333284827</c:v>
                </c:pt>
                <c:pt idx="10306">
                  <c:v>0.11928240740235196</c:v>
                </c:pt>
                <c:pt idx="10307">
                  <c:v>0.11929398147913162</c:v>
                </c:pt>
                <c:pt idx="10308">
                  <c:v>0.11930555555591127</c:v>
                </c:pt>
                <c:pt idx="10309">
                  <c:v>0.11931712962541496</c:v>
                </c:pt>
                <c:pt idx="10310">
                  <c:v>0.11932870370219462</c:v>
                </c:pt>
                <c:pt idx="10311">
                  <c:v>0.11934027777897427</c:v>
                </c:pt>
                <c:pt idx="10312">
                  <c:v>0.11935185184847796</c:v>
                </c:pt>
                <c:pt idx="10313">
                  <c:v>0.11936342592525762</c:v>
                </c:pt>
                <c:pt idx="10314">
                  <c:v>0.11937499999476131</c:v>
                </c:pt>
                <c:pt idx="10315">
                  <c:v>0.11938657407154096</c:v>
                </c:pt>
                <c:pt idx="10316">
                  <c:v>0.11939814814832062</c:v>
                </c:pt>
                <c:pt idx="10317">
                  <c:v>0.11940972221782431</c:v>
                </c:pt>
                <c:pt idx="10318">
                  <c:v>0.11942129629460396</c:v>
                </c:pt>
                <c:pt idx="10319">
                  <c:v>0.11943287037138361</c:v>
                </c:pt>
                <c:pt idx="10320">
                  <c:v>0.11944444444088731</c:v>
                </c:pt>
                <c:pt idx="10321">
                  <c:v>0.11945601851766696</c:v>
                </c:pt>
                <c:pt idx="10322">
                  <c:v>0.11946759258717066</c:v>
                </c:pt>
                <c:pt idx="10323">
                  <c:v>0.11947916666395031</c:v>
                </c:pt>
                <c:pt idx="10324">
                  <c:v>0.11949074074072996</c:v>
                </c:pt>
                <c:pt idx="10325">
                  <c:v>0.11950231481023366</c:v>
                </c:pt>
                <c:pt idx="10326">
                  <c:v>0.11951388888701331</c:v>
                </c:pt>
                <c:pt idx="10327">
                  <c:v>0.11952546296379296</c:v>
                </c:pt>
                <c:pt idx="10328">
                  <c:v>0.11953703703329666</c:v>
                </c:pt>
                <c:pt idx="10329">
                  <c:v>0.11954861111007631</c:v>
                </c:pt>
                <c:pt idx="10330">
                  <c:v>0.11956018517958</c:v>
                </c:pt>
                <c:pt idx="10331">
                  <c:v>0.11957175925635966</c:v>
                </c:pt>
                <c:pt idx="10332">
                  <c:v>0.11958333333313931</c:v>
                </c:pt>
                <c:pt idx="10333">
                  <c:v>0.119594907402643</c:v>
                </c:pt>
                <c:pt idx="10334">
                  <c:v>0.11960648147942265</c:v>
                </c:pt>
                <c:pt idx="10335">
                  <c:v>0.11961805555620231</c:v>
                </c:pt>
                <c:pt idx="10336">
                  <c:v>0.119629629625706</c:v>
                </c:pt>
                <c:pt idx="10337">
                  <c:v>0.11964120370248565</c:v>
                </c:pt>
                <c:pt idx="10338">
                  <c:v>0.11965277777198935</c:v>
                </c:pt>
                <c:pt idx="10339">
                  <c:v>0.119664351848769</c:v>
                </c:pt>
                <c:pt idx="10340">
                  <c:v>0.11967592592554865</c:v>
                </c:pt>
                <c:pt idx="10341">
                  <c:v>0.11968749999505235</c:v>
                </c:pt>
                <c:pt idx="10342">
                  <c:v>0.119699074071832</c:v>
                </c:pt>
                <c:pt idx="10343">
                  <c:v>0.11971064814861165</c:v>
                </c:pt>
                <c:pt idx="10344">
                  <c:v>0.11972222221811535</c:v>
                </c:pt>
                <c:pt idx="10345">
                  <c:v>0.119733796294895</c:v>
                </c:pt>
                <c:pt idx="10346">
                  <c:v>0.11974537037167465</c:v>
                </c:pt>
                <c:pt idx="10347">
                  <c:v>0.11975694444117835</c:v>
                </c:pt>
                <c:pt idx="10348">
                  <c:v>0.119768518517958</c:v>
                </c:pt>
                <c:pt idx="10349">
                  <c:v>0.1197800925874617</c:v>
                </c:pt>
                <c:pt idx="10350">
                  <c:v>0.11979166666424135</c:v>
                </c:pt>
                <c:pt idx="10351">
                  <c:v>0.119803240741021</c:v>
                </c:pt>
                <c:pt idx="10352">
                  <c:v>0.11981481481052469</c:v>
                </c:pt>
                <c:pt idx="10353">
                  <c:v>0.11982638888730435</c:v>
                </c:pt>
                <c:pt idx="10354">
                  <c:v>0.119837962964084</c:v>
                </c:pt>
                <c:pt idx="10355">
                  <c:v>0.11984953703358769</c:v>
                </c:pt>
                <c:pt idx="10356">
                  <c:v>0.11986111111036735</c:v>
                </c:pt>
                <c:pt idx="10357">
                  <c:v>0.11987268517987104</c:v>
                </c:pt>
                <c:pt idx="10358">
                  <c:v>0.11988425925665069</c:v>
                </c:pt>
                <c:pt idx="10359">
                  <c:v>0.11989583333343035</c:v>
                </c:pt>
                <c:pt idx="10360">
                  <c:v>0.11990740740293404</c:v>
                </c:pt>
                <c:pt idx="10361">
                  <c:v>0.11991898147971369</c:v>
                </c:pt>
                <c:pt idx="10362">
                  <c:v>0.11993055555649335</c:v>
                </c:pt>
                <c:pt idx="10363">
                  <c:v>0.11994212962599704</c:v>
                </c:pt>
                <c:pt idx="10364">
                  <c:v>0.11995370370277669</c:v>
                </c:pt>
                <c:pt idx="10365">
                  <c:v>0.11996527777228039</c:v>
                </c:pt>
                <c:pt idx="10366">
                  <c:v>0.11997685184906004</c:v>
                </c:pt>
                <c:pt idx="10367">
                  <c:v>0.11998842592583969</c:v>
                </c:pt>
                <c:pt idx="10368">
                  <c:v>0.11999999999534339</c:v>
                </c:pt>
                <c:pt idx="10369">
                  <c:v>0.12001157407212304</c:v>
                </c:pt>
                <c:pt idx="10370">
                  <c:v>0.12002314814890269</c:v>
                </c:pt>
                <c:pt idx="10371">
                  <c:v>0.12003472221840639</c:v>
                </c:pt>
                <c:pt idx="10372">
                  <c:v>0.12004629629518604</c:v>
                </c:pt>
                <c:pt idx="10373">
                  <c:v>0.12005787036468973</c:v>
                </c:pt>
                <c:pt idx="10374">
                  <c:v>0.12006944444146939</c:v>
                </c:pt>
                <c:pt idx="10375">
                  <c:v>0.12008101851824904</c:v>
                </c:pt>
                <c:pt idx="10376">
                  <c:v>0.12009259258775273</c:v>
                </c:pt>
                <c:pt idx="10377">
                  <c:v>0.12010416666453239</c:v>
                </c:pt>
                <c:pt idx="10378">
                  <c:v>0.12011574074131204</c:v>
                </c:pt>
                <c:pt idx="10379">
                  <c:v>0.12012731481081573</c:v>
                </c:pt>
                <c:pt idx="10380">
                  <c:v>0.12013888888759539</c:v>
                </c:pt>
                <c:pt idx="10381">
                  <c:v>0.12015046295709908</c:v>
                </c:pt>
                <c:pt idx="10382">
                  <c:v>0.12016203703387873</c:v>
                </c:pt>
                <c:pt idx="10383">
                  <c:v>0.12017361111065838</c:v>
                </c:pt>
                <c:pt idx="10384">
                  <c:v>0.12018518518016208</c:v>
                </c:pt>
                <c:pt idx="10385">
                  <c:v>0.12019675925694173</c:v>
                </c:pt>
                <c:pt idx="10386">
                  <c:v>0.12020833333372138</c:v>
                </c:pt>
                <c:pt idx="10387">
                  <c:v>0.12021990740322508</c:v>
                </c:pt>
                <c:pt idx="10388">
                  <c:v>0.12023148148000473</c:v>
                </c:pt>
                <c:pt idx="10389">
                  <c:v>0.12024305555678438</c:v>
                </c:pt>
                <c:pt idx="10390">
                  <c:v>0.12025462962628808</c:v>
                </c:pt>
                <c:pt idx="10391">
                  <c:v>0.12026620370306773</c:v>
                </c:pt>
                <c:pt idx="10392">
                  <c:v>0.12027777777257143</c:v>
                </c:pt>
                <c:pt idx="10393">
                  <c:v>0.12028935184935108</c:v>
                </c:pt>
                <c:pt idx="10394">
                  <c:v>0.12030092592613073</c:v>
                </c:pt>
                <c:pt idx="10395">
                  <c:v>0.12031249999563443</c:v>
                </c:pt>
                <c:pt idx="10396">
                  <c:v>0.12032407407241408</c:v>
                </c:pt>
                <c:pt idx="10397">
                  <c:v>0.12033564814919373</c:v>
                </c:pt>
                <c:pt idx="10398">
                  <c:v>0.12034722221869742</c:v>
                </c:pt>
                <c:pt idx="10399">
                  <c:v>0.12035879629547708</c:v>
                </c:pt>
                <c:pt idx="10400">
                  <c:v>0.12037037036498077</c:v>
                </c:pt>
                <c:pt idx="10401">
                  <c:v>0.12038194444176042</c:v>
                </c:pt>
                <c:pt idx="10402">
                  <c:v>0.12039351851854008</c:v>
                </c:pt>
                <c:pt idx="10403">
                  <c:v>0.12040509258804377</c:v>
                </c:pt>
                <c:pt idx="10404">
                  <c:v>0.12041666666482342</c:v>
                </c:pt>
                <c:pt idx="10405">
                  <c:v>0.12042824074160308</c:v>
                </c:pt>
                <c:pt idx="10406">
                  <c:v>0.12043981481110677</c:v>
                </c:pt>
                <c:pt idx="10407">
                  <c:v>0.12045138888788642</c:v>
                </c:pt>
                <c:pt idx="10408">
                  <c:v>0.12046296295739012</c:v>
                </c:pt>
                <c:pt idx="10409">
                  <c:v>0.12047453703416977</c:v>
                </c:pt>
                <c:pt idx="10410">
                  <c:v>0.12048611111094942</c:v>
                </c:pt>
                <c:pt idx="10411">
                  <c:v>0.12049768518045312</c:v>
                </c:pt>
                <c:pt idx="10412">
                  <c:v>0.12050925925723277</c:v>
                </c:pt>
                <c:pt idx="10413">
                  <c:v>0.12052083333401242</c:v>
                </c:pt>
                <c:pt idx="10414">
                  <c:v>0.12053240740351612</c:v>
                </c:pt>
                <c:pt idx="10415">
                  <c:v>0.12054398148029577</c:v>
                </c:pt>
                <c:pt idx="10416">
                  <c:v>0.12055555554979946</c:v>
                </c:pt>
                <c:pt idx="10417">
                  <c:v>0.12056712962657912</c:v>
                </c:pt>
                <c:pt idx="10418">
                  <c:v>0.12057870370335877</c:v>
                </c:pt>
                <c:pt idx="10419">
                  <c:v>0.12059027777286246</c:v>
                </c:pt>
                <c:pt idx="10420">
                  <c:v>0.12060185184964212</c:v>
                </c:pt>
                <c:pt idx="10421">
                  <c:v>0.12061342592642177</c:v>
                </c:pt>
                <c:pt idx="10422">
                  <c:v>0.12062499999592546</c:v>
                </c:pt>
                <c:pt idx="10423">
                  <c:v>0.12063657407270512</c:v>
                </c:pt>
                <c:pt idx="10424">
                  <c:v>0.12064814814948477</c:v>
                </c:pt>
                <c:pt idx="10425">
                  <c:v>0.12065972221898846</c:v>
                </c:pt>
                <c:pt idx="10426">
                  <c:v>0.12067129629576812</c:v>
                </c:pt>
                <c:pt idx="10427">
                  <c:v>0.12068287036527181</c:v>
                </c:pt>
                <c:pt idx="10428">
                  <c:v>0.12069444444205146</c:v>
                </c:pt>
                <c:pt idx="10429">
                  <c:v>0.12070601851883112</c:v>
                </c:pt>
                <c:pt idx="10430">
                  <c:v>0.12071759258833481</c:v>
                </c:pt>
                <c:pt idx="10431">
                  <c:v>0.12072916666511446</c:v>
                </c:pt>
                <c:pt idx="10432">
                  <c:v>0.12074074074189411</c:v>
                </c:pt>
                <c:pt idx="10433">
                  <c:v>0.12075231481139781</c:v>
                </c:pt>
                <c:pt idx="10434">
                  <c:v>0.12076388888817746</c:v>
                </c:pt>
                <c:pt idx="10435">
                  <c:v>0.12077546295768116</c:v>
                </c:pt>
                <c:pt idx="10436">
                  <c:v>0.12078703703446081</c:v>
                </c:pt>
                <c:pt idx="10437">
                  <c:v>0.12079861111124046</c:v>
                </c:pt>
                <c:pt idx="10438">
                  <c:v>0.12081018518074416</c:v>
                </c:pt>
                <c:pt idx="10439">
                  <c:v>0.12082175925752381</c:v>
                </c:pt>
                <c:pt idx="10440">
                  <c:v>0.12083333333430346</c:v>
                </c:pt>
                <c:pt idx="10441">
                  <c:v>0.12084490740380716</c:v>
                </c:pt>
                <c:pt idx="10442">
                  <c:v>0.12085648148058681</c:v>
                </c:pt>
                <c:pt idx="10443">
                  <c:v>0.1208680555500905</c:v>
                </c:pt>
                <c:pt idx="10444">
                  <c:v>0.12087962962687016</c:v>
                </c:pt>
                <c:pt idx="10445">
                  <c:v>0.12089120370364981</c:v>
                </c:pt>
                <c:pt idx="10446">
                  <c:v>0.1209027777731535</c:v>
                </c:pt>
                <c:pt idx="10447">
                  <c:v>0.12091435184993315</c:v>
                </c:pt>
                <c:pt idx="10448">
                  <c:v>0.12092592592671281</c:v>
                </c:pt>
                <c:pt idx="10449">
                  <c:v>0.1209374999962165</c:v>
                </c:pt>
                <c:pt idx="10450">
                  <c:v>0.12094907407299615</c:v>
                </c:pt>
                <c:pt idx="10451">
                  <c:v>0.12096064814249985</c:v>
                </c:pt>
                <c:pt idx="10452">
                  <c:v>0.1209722222192795</c:v>
                </c:pt>
                <c:pt idx="10453">
                  <c:v>0.12098379629605915</c:v>
                </c:pt>
                <c:pt idx="10454">
                  <c:v>0.12099537036556285</c:v>
                </c:pt>
                <c:pt idx="10455">
                  <c:v>0.1210069444423425</c:v>
                </c:pt>
                <c:pt idx="10456">
                  <c:v>0.12101851851912215</c:v>
                </c:pt>
                <c:pt idx="10457">
                  <c:v>0.12103009258862585</c:v>
                </c:pt>
                <c:pt idx="10458">
                  <c:v>0.1210416666654055</c:v>
                </c:pt>
                <c:pt idx="10459">
                  <c:v>0.1210532407349092</c:v>
                </c:pt>
                <c:pt idx="10460">
                  <c:v>0.12106481481168885</c:v>
                </c:pt>
                <c:pt idx="10461">
                  <c:v>0.1210763888884685</c:v>
                </c:pt>
                <c:pt idx="10462">
                  <c:v>0.12108796295797219</c:v>
                </c:pt>
                <c:pt idx="10463">
                  <c:v>0.12109953703475185</c:v>
                </c:pt>
                <c:pt idx="10464">
                  <c:v>0.1211111111115315</c:v>
                </c:pt>
                <c:pt idx="10465">
                  <c:v>0.12112268518103519</c:v>
                </c:pt>
                <c:pt idx="10466">
                  <c:v>0.12113425925781485</c:v>
                </c:pt>
                <c:pt idx="10467">
                  <c:v>0.1211458333345945</c:v>
                </c:pt>
                <c:pt idx="10468">
                  <c:v>0.12115740740409819</c:v>
                </c:pt>
                <c:pt idx="10469">
                  <c:v>0.12116898148087785</c:v>
                </c:pt>
                <c:pt idx="10470">
                  <c:v>0.12118055555038154</c:v>
                </c:pt>
                <c:pt idx="10471">
                  <c:v>0.12119212962716119</c:v>
                </c:pt>
                <c:pt idx="10472">
                  <c:v>0.12120370370394085</c:v>
                </c:pt>
                <c:pt idx="10473">
                  <c:v>0.12121527777344454</c:v>
                </c:pt>
                <c:pt idx="10474">
                  <c:v>0.12122685185022419</c:v>
                </c:pt>
                <c:pt idx="10475">
                  <c:v>0.12123842592700385</c:v>
                </c:pt>
                <c:pt idx="10476">
                  <c:v>0.12124999999650754</c:v>
                </c:pt>
                <c:pt idx="10477">
                  <c:v>0.12126157407328719</c:v>
                </c:pt>
                <c:pt idx="10478">
                  <c:v>0.12127314814279089</c:v>
                </c:pt>
                <c:pt idx="10479">
                  <c:v>0.12128472221957054</c:v>
                </c:pt>
                <c:pt idx="10480">
                  <c:v>0.12129629629635019</c:v>
                </c:pt>
                <c:pt idx="10481">
                  <c:v>0.12130787036585389</c:v>
                </c:pt>
                <c:pt idx="10482">
                  <c:v>0.12131944444263354</c:v>
                </c:pt>
                <c:pt idx="10483">
                  <c:v>0.12133101851941319</c:v>
                </c:pt>
                <c:pt idx="10484">
                  <c:v>0.12134259258891689</c:v>
                </c:pt>
                <c:pt idx="10485">
                  <c:v>0.12135416666569654</c:v>
                </c:pt>
                <c:pt idx="10486">
                  <c:v>0.12136574073520023</c:v>
                </c:pt>
                <c:pt idx="10487">
                  <c:v>0.12137731481197989</c:v>
                </c:pt>
                <c:pt idx="10488">
                  <c:v>0.12138888888875954</c:v>
                </c:pt>
                <c:pt idx="10489">
                  <c:v>0.12140046295826323</c:v>
                </c:pt>
                <c:pt idx="10490">
                  <c:v>0.12141203703504289</c:v>
                </c:pt>
                <c:pt idx="10491">
                  <c:v>0.12142361111182254</c:v>
                </c:pt>
                <c:pt idx="10492">
                  <c:v>0.12143518518132623</c:v>
                </c:pt>
                <c:pt idx="10493">
                  <c:v>0.12144675925810589</c:v>
                </c:pt>
                <c:pt idx="10494">
                  <c:v>0.12145833332760958</c:v>
                </c:pt>
                <c:pt idx="10495">
                  <c:v>0.12146990740438923</c:v>
                </c:pt>
                <c:pt idx="10496">
                  <c:v>0.12148148148116888</c:v>
                </c:pt>
                <c:pt idx="10497">
                  <c:v>0.12149305555067258</c:v>
                </c:pt>
                <c:pt idx="10498">
                  <c:v>0.12150462962745223</c:v>
                </c:pt>
                <c:pt idx="10499">
                  <c:v>0.12151620370423188</c:v>
                </c:pt>
                <c:pt idx="10500">
                  <c:v>0.12152777777373558</c:v>
                </c:pt>
                <c:pt idx="10501">
                  <c:v>0.12153935185051523</c:v>
                </c:pt>
                <c:pt idx="10502">
                  <c:v>0.12155092592001893</c:v>
                </c:pt>
                <c:pt idx="10503">
                  <c:v>0.12156249999679858</c:v>
                </c:pt>
                <c:pt idx="10504">
                  <c:v>0.12157407407357823</c:v>
                </c:pt>
                <c:pt idx="10505">
                  <c:v>0.12158564814308193</c:v>
                </c:pt>
                <c:pt idx="10506">
                  <c:v>0.12159722221986158</c:v>
                </c:pt>
                <c:pt idx="10507">
                  <c:v>0.12160879629664123</c:v>
                </c:pt>
                <c:pt idx="10508">
                  <c:v>0.12162037036614493</c:v>
                </c:pt>
                <c:pt idx="10509">
                  <c:v>0.12163194444292458</c:v>
                </c:pt>
                <c:pt idx="10510">
                  <c:v>0.12164351851970423</c:v>
                </c:pt>
                <c:pt idx="10511">
                  <c:v>0.12165509258920792</c:v>
                </c:pt>
                <c:pt idx="10512">
                  <c:v>0.12166666666598758</c:v>
                </c:pt>
                <c:pt idx="10513">
                  <c:v>0.12167824073549127</c:v>
                </c:pt>
                <c:pt idx="10514">
                  <c:v>0.12168981481227092</c:v>
                </c:pt>
                <c:pt idx="10515">
                  <c:v>0.12170138888905058</c:v>
                </c:pt>
                <c:pt idx="10516">
                  <c:v>0.12171296295855427</c:v>
                </c:pt>
                <c:pt idx="10517">
                  <c:v>0.12172453703533392</c:v>
                </c:pt>
                <c:pt idx="10518">
                  <c:v>0.12173611111211358</c:v>
                </c:pt>
                <c:pt idx="10519">
                  <c:v>0.12174768518161727</c:v>
                </c:pt>
                <c:pt idx="10520">
                  <c:v>0.12175925925839692</c:v>
                </c:pt>
                <c:pt idx="10521">
                  <c:v>0.12177083332790062</c:v>
                </c:pt>
                <c:pt idx="10522">
                  <c:v>0.12178240740468027</c:v>
                </c:pt>
                <c:pt idx="10523">
                  <c:v>0.12179398148145992</c:v>
                </c:pt>
                <c:pt idx="10524">
                  <c:v>0.12180555555096362</c:v>
                </c:pt>
                <c:pt idx="10525">
                  <c:v>0.12181712962774327</c:v>
                </c:pt>
                <c:pt idx="10526">
                  <c:v>0.12182870370452292</c:v>
                </c:pt>
                <c:pt idx="10527">
                  <c:v>0.12184027777402662</c:v>
                </c:pt>
                <c:pt idx="10528">
                  <c:v>0.12185185185080627</c:v>
                </c:pt>
                <c:pt idx="10529">
                  <c:v>0.12186342592030996</c:v>
                </c:pt>
                <c:pt idx="10530">
                  <c:v>0.12187499999708962</c:v>
                </c:pt>
                <c:pt idx="10531">
                  <c:v>0.12188657407386927</c:v>
                </c:pt>
                <c:pt idx="10532">
                  <c:v>0.12189814814337296</c:v>
                </c:pt>
                <c:pt idx="10533">
                  <c:v>0.12190972222015262</c:v>
                </c:pt>
                <c:pt idx="10534">
                  <c:v>0.12192129629693227</c:v>
                </c:pt>
                <c:pt idx="10535">
                  <c:v>0.12193287036643596</c:v>
                </c:pt>
                <c:pt idx="10536">
                  <c:v>0.12194444444321562</c:v>
                </c:pt>
                <c:pt idx="10537">
                  <c:v>0.12195601851271931</c:v>
                </c:pt>
                <c:pt idx="10538">
                  <c:v>0.12196759258949896</c:v>
                </c:pt>
                <c:pt idx="10539">
                  <c:v>0.12197916666627862</c:v>
                </c:pt>
                <c:pt idx="10540">
                  <c:v>0.12199074073578231</c:v>
                </c:pt>
                <c:pt idx="10541">
                  <c:v>0.12200231481256196</c:v>
                </c:pt>
                <c:pt idx="10542">
                  <c:v>0.12201388888934162</c:v>
                </c:pt>
                <c:pt idx="10543">
                  <c:v>0.12202546295884531</c:v>
                </c:pt>
                <c:pt idx="10544">
                  <c:v>0.12203703703562496</c:v>
                </c:pt>
                <c:pt idx="10545">
                  <c:v>0.12204861111240461</c:v>
                </c:pt>
                <c:pt idx="10546">
                  <c:v>0.12206018518190831</c:v>
                </c:pt>
                <c:pt idx="10547">
                  <c:v>0.12207175925868796</c:v>
                </c:pt>
                <c:pt idx="10548">
                  <c:v>0.12208333332819166</c:v>
                </c:pt>
                <c:pt idx="10549">
                  <c:v>0.12209490740497131</c:v>
                </c:pt>
                <c:pt idx="10550">
                  <c:v>0.12210648148175096</c:v>
                </c:pt>
                <c:pt idx="10551">
                  <c:v>0.12211805555125466</c:v>
                </c:pt>
                <c:pt idx="10552">
                  <c:v>0.12212962962803431</c:v>
                </c:pt>
                <c:pt idx="10553">
                  <c:v>0.12214120370481396</c:v>
                </c:pt>
                <c:pt idx="10554">
                  <c:v>0.12215277777431766</c:v>
                </c:pt>
                <c:pt idx="10555">
                  <c:v>0.12216435185109731</c:v>
                </c:pt>
                <c:pt idx="10556">
                  <c:v>0.122175925920601</c:v>
                </c:pt>
                <c:pt idx="10557">
                  <c:v>0.12218749999738066</c:v>
                </c:pt>
                <c:pt idx="10558">
                  <c:v>0.12219907407416031</c:v>
                </c:pt>
                <c:pt idx="10559">
                  <c:v>0.122210648143664</c:v>
                </c:pt>
                <c:pt idx="10560">
                  <c:v>0.12222222222044365</c:v>
                </c:pt>
                <c:pt idx="10561">
                  <c:v>0.12223379629722331</c:v>
                </c:pt>
                <c:pt idx="10562">
                  <c:v>0.122245370366727</c:v>
                </c:pt>
                <c:pt idx="10563">
                  <c:v>0.12225694444350665</c:v>
                </c:pt>
                <c:pt idx="10564">
                  <c:v>0.12226851851301035</c:v>
                </c:pt>
                <c:pt idx="10565">
                  <c:v>0.12228009258979</c:v>
                </c:pt>
                <c:pt idx="10566">
                  <c:v>0.12229166666656965</c:v>
                </c:pt>
                <c:pt idx="10567">
                  <c:v>0.12230324073607335</c:v>
                </c:pt>
                <c:pt idx="10568">
                  <c:v>0.122314814812853</c:v>
                </c:pt>
                <c:pt idx="10569">
                  <c:v>0.12232638888963265</c:v>
                </c:pt>
                <c:pt idx="10570">
                  <c:v>0.12233796295913635</c:v>
                </c:pt>
                <c:pt idx="10571">
                  <c:v>0.122349537035916</c:v>
                </c:pt>
                <c:pt idx="10572">
                  <c:v>0.1223611111054197</c:v>
                </c:pt>
                <c:pt idx="10573">
                  <c:v>0.12237268518219935</c:v>
                </c:pt>
                <c:pt idx="10574">
                  <c:v>0.122384259258979</c:v>
                </c:pt>
                <c:pt idx="10575">
                  <c:v>0.12239583332848269</c:v>
                </c:pt>
                <c:pt idx="10576">
                  <c:v>0.12240740740526235</c:v>
                </c:pt>
                <c:pt idx="10577">
                  <c:v>0.122418981482042</c:v>
                </c:pt>
                <c:pt idx="10578">
                  <c:v>0.12243055555154569</c:v>
                </c:pt>
                <c:pt idx="10579">
                  <c:v>0.12244212962832535</c:v>
                </c:pt>
                <c:pt idx="10580">
                  <c:v>0.12245370369782904</c:v>
                </c:pt>
                <c:pt idx="10581">
                  <c:v>0.12246527777460869</c:v>
                </c:pt>
                <c:pt idx="10582">
                  <c:v>0.12247685185138835</c:v>
                </c:pt>
                <c:pt idx="10583">
                  <c:v>0.12248842592089204</c:v>
                </c:pt>
                <c:pt idx="10584">
                  <c:v>0.12249999999767169</c:v>
                </c:pt>
                <c:pt idx="10585">
                  <c:v>0.12251157407445135</c:v>
                </c:pt>
                <c:pt idx="10586">
                  <c:v>0.12252314814395504</c:v>
                </c:pt>
                <c:pt idx="10587">
                  <c:v>0.12253472222073469</c:v>
                </c:pt>
                <c:pt idx="10588">
                  <c:v>0.12254629629751435</c:v>
                </c:pt>
                <c:pt idx="10589">
                  <c:v>0.12255787036701804</c:v>
                </c:pt>
                <c:pt idx="10590">
                  <c:v>0.12256944444379769</c:v>
                </c:pt>
                <c:pt idx="10591">
                  <c:v>0.12258101851330139</c:v>
                </c:pt>
                <c:pt idx="10592">
                  <c:v>0.12259259259008104</c:v>
                </c:pt>
                <c:pt idx="10593">
                  <c:v>0.12260416666686069</c:v>
                </c:pt>
                <c:pt idx="10594">
                  <c:v>0.12261574073636439</c:v>
                </c:pt>
                <c:pt idx="10595">
                  <c:v>0.12262731481314404</c:v>
                </c:pt>
                <c:pt idx="10596">
                  <c:v>0.12263888888992369</c:v>
                </c:pt>
                <c:pt idx="10597">
                  <c:v>0.12265046295942739</c:v>
                </c:pt>
                <c:pt idx="10598">
                  <c:v>0.12266203703620704</c:v>
                </c:pt>
                <c:pt idx="10599">
                  <c:v>0.12267361110571073</c:v>
                </c:pt>
                <c:pt idx="10600">
                  <c:v>0.12268518518249039</c:v>
                </c:pt>
                <c:pt idx="10601">
                  <c:v>0.12269675925927004</c:v>
                </c:pt>
                <c:pt idx="10602">
                  <c:v>0.12270833332877373</c:v>
                </c:pt>
                <c:pt idx="10603">
                  <c:v>0.12271990740555339</c:v>
                </c:pt>
                <c:pt idx="10604">
                  <c:v>0.12273148148233304</c:v>
                </c:pt>
                <c:pt idx="10605">
                  <c:v>0.12274305555183673</c:v>
                </c:pt>
                <c:pt idx="10606">
                  <c:v>0.12275462962861639</c:v>
                </c:pt>
                <c:pt idx="10607">
                  <c:v>0.12276620369812008</c:v>
                </c:pt>
                <c:pt idx="10608">
                  <c:v>0.12277777777489973</c:v>
                </c:pt>
                <c:pt idx="10609">
                  <c:v>0.12278935185167938</c:v>
                </c:pt>
                <c:pt idx="10610">
                  <c:v>0.12280092592118308</c:v>
                </c:pt>
                <c:pt idx="10611">
                  <c:v>0.12281249999796273</c:v>
                </c:pt>
                <c:pt idx="10612">
                  <c:v>0.12282407407474238</c:v>
                </c:pt>
                <c:pt idx="10613">
                  <c:v>0.12283564814424608</c:v>
                </c:pt>
                <c:pt idx="10614">
                  <c:v>0.12284722222102573</c:v>
                </c:pt>
                <c:pt idx="10615">
                  <c:v>0.12285879629052943</c:v>
                </c:pt>
                <c:pt idx="10616">
                  <c:v>0.12287037036730908</c:v>
                </c:pt>
                <c:pt idx="10617">
                  <c:v>0.12288194444408873</c:v>
                </c:pt>
                <c:pt idx="10618">
                  <c:v>0.12289351851359243</c:v>
                </c:pt>
                <c:pt idx="10619">
                  <c:v>0.12290509259037208</c:v>
                </c:pt>
                <c:pt idx="10620">
                  <c:v>0.12291666666715173</c:v>
                </c:pt>
                <c:pt idx="10621">
                  <c:v>0.12292824073665543</c:v>
                </c:pt>
                <c:pt idx="10622">
                  <c:v>0.12293981481343508</c:v>
                </c:pt>
                <c:pt idx="10623">
                  <c:v>0.12295138889021473</c:v>
                </c:pt>
                <c:pt idx="10624">
                  <c:v>0.12296296295971842</c:v>
                </c:pt>
                <c:pt idx="10625">
                  <c:v>0.12297453703649808</c:v>
                </c:pt>
                <c:pt idx="10626">
                  <c:v>0.12298611110600177</c:v>
                </c:pt>
                <c:pt idx="10627">
                  <c:v>0.12299768518278142</c:v>
                </c:pt>
                <c:pt idx="10628">
                  <c:v>0.12300925925956108</c:v>
                </c:pt>
                <c:pt idx="10629">
                  <c:v>0.12302083332906477</c:v>
                </c:pt>
                <c:pt idx="10630">
                  <c:v>0.12303240740584442</c:v>
                </c:pt>
                <c:pt idx="10631">
                  <c:v>0.12304398148262408</c:v>
                </c:pt>
                <c:pt idx="10632">
                  <c:v>0.12305555555212777</c:v>
                </c:pt>
                <c:pt idx="10633">
                  <c:v>0.12306712962890742</c:v>
                </c:pt>
                <c:pt idx="10634">
                  <c:v>0.12307870369841112</c:v>
                </c:pt>
                <c:pt idx="10635">
                  <c:v>0.12309027777519077</c:v>
                </c:pt>
                <c:pt idx="10636">
                  <c:v>0.12310185185197042</c:v>
                </c:pt>
                <c:pt idx="10637">
                  <c:v>0.12311342592147412</c:v>
                </c:pt>
                <c:pt idx="10638">
                  <c:v>0.12312499999825377</c:v>
                </c:pt>
                <c:pt idx="10639">
                  <c:v>0.12313657407503342</c:v>
                </c:pt>
                <c:pt idx="10640">
                  <c:v>0.12314814814453712</c:v>
                </c:pt>
                <c:pt idx="10641">
                  <c:v>0.12315972222131677</c:v>
                </c:pt>
                <c:pt idx="10642">
                  <c:v>0.12317129629082046</c:v>
                </c:pt>
                <c:pt idx="10643">
                  <c:v>0.12318287036760012</c:v>
                </c:pt>
                <c:pt idx="10644">
                  <c:v>0.12319444444437977</c:v>
                </c:pt>
                <c:pt idx="10645">
                  <c:v>0.12320601851388346</c:v>
                </c:pt>
                <c:pt idx="10646">
                  <c:v>0.12321759259066312</c:v>
                </c:pt>
                <c:pt idx="10647">
                  <c:v>0.12322916666744277</c:v>
                </c:pt>
                <c:pt idx="10648">
                  <c:v>0.12324074073694646</c:v>
                </c:pt>
                <c:pt idx="10649">
                  <c:v>0.12325231481372612</c:v>
                </c:pt>
                <c:pt idx="10650">
                  <c:v>0.12326388888322981</c:v>
                </c:pt>
                <c:pt idx="10651">
                  <c:v>0.12327546296000946</c:v>
                </c:pt>
                <c:pt idx="10652">
                  <c:v>0.12328703703678912</c:v>
                </c:pt>
                <c:pt idx="10653">
                  <c:v>0.12329861110629281</c:v>
                </c:pt>
                <c:pt idx="10654">
                  <c:v>0.12331018518307246</c:v>
                </c:pt>
                <c:pt idx="10655">
                  <c:v>0.12332175925985212</c:v>
                </c:pt>
                <c:pt idx="10656">
                  <c:v>0.12333333332935581</c:v>
                </c:pt>
                <c:pt idx="10657">
                  <c:v>0.12334490740613546</c:v>
                </c:pt>
                <c:pt idx="10658">
                  <c:v>0.12335648147563916</c:v>
                </c:pt>
                <c:pt idx="10659">
                  <c:v>0.12336805555241881</c:v>
                </c:pt>
                <c:pt idx="10660">
                  <c:v>0.12337962962919846</c:v>
                </c:pt>
                <c:pt idx="10661">
                  <c:v>0.12339120369870216</c:v>
                </c:pt>
                <c:pt idx="10662">
                  <c:v>0.12340277777548181</c:v>
                </c:pt>
                <c:pt idx="10663">
                  <c:v>0.12341435185226146</c:v>
                </c:pt>
                <c:pt idx="10664">
                  <c:v>0.12342592592176516</c:v>
                </c:pt>
                <c:pt idx="10665">
                  <c:v>0.12343749999854481</c:v>
                </c:pt>
                <c:pt idx="10666">
                  <c:v>0.12344907407532446</c:v>
                </c:pt>
                <c:pt idx="10667">
                  <c:v>0.12346064814482816</c:v>
                </c:pt>
                <c:pt idx="10668">
                  <c:v>0.12347222222160781</c:v>
                </c:pt>
                <c:pt idx="10669">
                  <c:v>0.1234837962911115</c:v>
                </c:pt>
                <c:pt idx="10670">
                  <c:v>0.12349537036789116</c:v>
                </c:pt>
                <c:pt idx="10671">
                  <c:v>0.12350694444467081</c:v>
                </c:pt>
                <c:pt idx="10672">
                  <c:v>0.1235185185141745</c:v>
                </c:pt>
                <c:pt idx="10673">
                  <c:v>0.12353009259095415</c:v>
                </c:pt>
                <c:pt idx="10674">
                  <c:v>0.12354166666773381</c:v>
                </c:pt>
                <c:pt idx="10675">
                  <c:v>0.1235532407372375</c:v>
                </c:pt>
                <c:pt idx="10676">
                  <c:v>0.12356481481401715</c:v>
                </c:pt>
                <c:pt idx="10677">
                  <c:v>0.12357638888352085</c:v>
                </c:pt>
                <c:pt idx="10678">
                  <c:v>0.1235879629603005</c:v>
                </c:pt>
                <c:pt idx="10679">
                  <c:v>0.12359953703708015</c:v>
                </c:pt>
                <c:pt idx="10680">
                  <c:v>0.12361111110658385</c:v>
                </c:pt>
                <c:pt idx="10681">
                  <c:v>0.1236226851833635</c:v>
                </c:pt>
                <c:pt idx="10682">
                  <c:v>0.12363425926014315</c:v>
                </c:pt>
                <c:pt idx="10683">
                  <c:v>0.12364583332964685</c:v>
                </c:pt>
                <c:pt idx="10684">
                  <c:v>0.1236574074064265</c:v>
                </c:pt>
                <c:pt idx="10685">
                  <c:v>0.1236689814759302</c:v>
                </c:pt>
                <c:pt idx="10686">
                  <c:v>0.12368055555270985</c:v>
                </c:pt>
                <c:pt idx="10687">
                  <c:v>0.1236921296294895</c:v>
                </c:pt>
                <c:pt idx="10688">
                  <c:v>0.12370370369899319</c:v>
                </c:pt>
                <c:pt idx="10689">
                  <c:v>0.12371527777577285</c:v>
                </c:pt>
                <c:pt idx="10690">
                  <c:v>0.1237268518525525</c:v>
                </c:pt>
                <c:pt idx="10691">
                  <c:v>0.12373842592205619</c:v>
                </c:pt>
                <c:pt idx="10692">
                  <c:v>0.12374999999883585</c:v>
                </c:pt>
                <c:pt idx="10693">
                  <c:v>0.12376157406833954</c:v>
                </c:pt>
                <c:pt idx="10694">
                  <c:v>0.12377314814511919</c:v>
                </c:pt>
                <c:pt idx="10695">
                  <c:v>0.12378472222189885</c:v>
                </c:pt>
                <c:pt idx="10696">
                  <c:v>0.12379629629140254</c:v>
                </c:pt>
                <c:pt idx="10697">
                  <c:v>0.12380787036818219</c:v>
                </c:pt>
                <c:pt idx="10698">
                  <c:v>0.12381944444496185</c:v>
                </c:pt>
                <c:pt idx="10699">
                  <c:v>0.12383101851446554</c:v>
                </c:pt>
                <c:pt idx="10700">
                  <c:v>0.12384259259124519</c:v>
                </c:pt>
                <c:pt idx="10701">
                  <c:v>0.12385416666074889</c:v>
                </c:pt>
                <c:pt idx="10702">
                  <c:v>0.12386574073752854</c:v>
                </c:pt>
                <c:pt idx="10703">
                  <c:v>0.12387731481430819</c:v>
                </c:pt>
                <c:pt idx="10704">
                  <c:v>0.12388888888381189</c:v>
                </c:pt>
                <c:pt idx="10705">
                  <c:v>0.12390046296059154</c:v>
                </c:pt>
                <c:pt idx="10706">
                  <c:v>0.12391203703737119</c:v>
                </c:pt>
                <c:pt idx="10707">
                  <c:v>0.12392361110687489</c:v>
                </c:pt>
                <c:pt idx="10708">
                  <c:v>0.12393518518365454</c:v>
                </c:pt>
                <c:pt idx="10709">
                  <c:v>0.12394675926043419</c:v>
                </c:pt>
                <c:pt idx="10710">
                  <c:v>0.12395833332993789</c:v>
                </c:pt>
                <c:pt idx="10711">
                  <c:v>0.12396990740671754</c:v>
                </c:pt>
                <c:pt idx="10712">
                  <c:v>0.12398148147622123</c:v>
                </c:pt>
                <c:pt idx="10713">
                  <c:v>0.12399305555300089</c:v>
                </c:pt>
                <c:pt idx="10714">
                  <c:v>0.12400462962978054</c:v>
                </c:pt>
                <c:pt idx="10715">
                  <c:v>0.12401620369928423</c:v>
                </c:pt>
                <c:pt idx="10716">
                  <c:v>0.12402777777606389</c:v>
                </c:pt>
                <c:pt idx="10717">
                  <c:v>0.12403935185284354</c:v>
                </c:pt>
                <c:pt idx="10718">
                  <c:v>0.12405092592234723</c:v>
                </c:pt>
                <c:pt idx="10719">
                  <c:v>0.12406249999912689</c:v>
                </c:pt>
                <c:pt idx="10720">
                  <c:v>0.12407407406863058</c:v>
                </c:pt>
                <c:pt idx="10721">
                  <c:v>0.12408564814541023</c:v>
                </c:pt>
                <c:pt idx="10722">
                  <c:v>0.12409722222218988</c:v>
                </c:pt>
                <c:pt idx="10723">
                  <c:v>0.12410879629169358</c:v>
                </c:pt>
                <c:pt idx="10724">
                  <c:v>0.12412037036847323</c:v>
                </c:pt>
                <c:pt idx="10725">
                  <c:v>0.12413194444525288</c:v>
                </c:pt>
                <c:pt idx="10726">
                  <c:v>0.12414351851475658</c:v>
                </c:pt>
                <c:pt idx="10727">
                  <c:v>0.12415509259153623</c:v>
                </c:pt>
                <c:pt idx="10728">
                  <c:v>0.12416666666103993</c:v>
                </c:pt>
                <c:pt idx="10729">
                  <c:v>0.12417824073781958</c:v>
                </c:pt>
                <c:pt idx="10730">
                  <c:v>0.12418981481459923</c:v>
                </c:pt>
                <c:pt idx="10731">
                  <c:v>0.12420138888410293</c:v>
                </c:pt>
                <c:pt idx="10732">
                  <c:v>0.12421296296088258</c:v>
                </c:pt>
                <c:pt idx="10733">
                  <c:v>0.12422453703766223</c:v>
                </c:pt>
                <c:pt idx="10734">
                  <c:v>0.12423611110716593</c:v>
                </c:pt>
                <c:pt idx="10735">
                  <c:v>0.12424768518394558</c:v>
                </c:pt>
                <c:pt idx="10736">
                  <c:v>0.12425925925344927</c:v>
                </c:pt>
                <c:pt idx="10737">
                  <c:v>0.12427083333022892</c:v>
                </c:pt>
                <c:pt idx="10738">
                  <c:v>0.12428240740700858</c:v>
                </c:pt>
                <c:pt idx="10739">
                  <c:v>0.12429398147651227</c:v>
                </c:pt>
                <c:pt idx="10740">
                  <c:v>0.12430555555329192</c:v>
                </c:pt>
                <c:pt idx="10741">
                  <c:v>0.12431712963007158</c:v>
                </c:pt>
                <c:pt idx="10742">
                  <c:v>0.12432870369957527</c:v>
                </c:pt>
                <c:pt idx="10743">
                  <c:v>0.12434027777635492</c:v>
                </c:pt>
                <c:pt idx="10744">
                  <c:v>0.12435185185313458</c:v>
                </c:pt>
                <c:pt idx="10745">
                  <c:v>0.12436342592263827</c:v>
                </c:pt>
                <c:pt idx="10746">
                  <c:v>0.12437499999941792</c:v>
                </c:pt>
                <c:pt idx="10747">
                  <c:v>0.12438657406892162</c:v>
                </c:pt>
                <c:pt idx="10748">
                  <c:v>0.12439814814570127</c:v>
                </c:pt>
                <c:pt idx="10749">
                  <c:v>0.12440972222248092</c:v>
                </c:pt>
                <c:pt idx="10750">
                  <c:v>0.12442129629198462</c:v>
                </c:pt>
                <c:pt idx="10751">
                  <c:v>0.12443287036876427</c:v>
                </c:pt>
                <c:pt idx="10752">
                  <c:v>0.12444444444554392</c:v>
                </c:pt>
                <c:pt idx="10753">
                  <c:v>0.12445601851504762</c:v>
                </c:pt>
                <c:pt idx="10754">
                  <c:v>0.12446759259182727</c:v>
                </c:pt>
                <c:pt idx="10755">
                  <c:v>0.12447916666133096</c:v>
                </c:pt>
                <c:pt idx="10756">
                  <c:v>0.12449074073811062</c:v>
                </c:pt>
                <c:pt idx="10757">
                  <c:v>0.12450231481489027</c:v>
                </c:pt>
                <c:pt idx="10758">
                  <c:v>0.12451388888439396</c:v>
                </c:pt>
                <c:pt idx="10759">
                  <c:v>0.12452546296117362</c:v>
                </c:pt>
                <c:pt idx="10760">
                  <c:v>0.12453703703795327</c:v>
                </c:pt>
                <c:pt idx="10761">
                  <c:v>0.12454861110745696</c:v>
                </c:pt>
                <c:pt idx="10762">
                  <c:v>0.12456018518423662</c:v>
                </c:pt>
                <c:pt idx="10763">
                  <c:v>0.12457175925374031</c:v>
                </c:pt>
                <c:pt idx="10764">
                  <c:v>0.12458333333051996</c:v>
                </c:pt>
                <c:pt idx="10765">
                  <c:v>0.12459490740729962</c:v>
                </c:pt>
                <c:pt idx="10766">
                  <c:v>0.12460648147680331</c:v>
                </c:pt>
                <c:pt idx="10767">
                  <c:v>0.12461805555358296</c:v>
                </c:pt>
                <c:pt idx="10768">
                  <c:v>0.12462962963036261</c:v>
                </c:pt>
                <c:pt idx="10769">
                  <c:v>0.12464120369986631</c:v>
                </c:pt>
                <c:pt idx="10770">
                  <c:v>0.12465277777664596</c:v>
                </c:pt>
                <c:pt idx="10771">
                  <c:v>0.12466435184614966</c:v>
                </c:pt>
                <c:pt idx="10772">
                  <c:v>0.12467592592292931</c:v>
                </c:pt>
                <c:pt idx="10773">
                  <c:v>0.12468749999970896</c:v>
                </c:pt>
                <c:pt idx="10774">
                  <c:v>0.12469907406921266</c:v>
                </c:pt>
                <c:pt idx="10775">
                  <c:v>0.12471064814599231</c:v>
                </c:pt>
                <c:pt idx="10776">
                  <c:v>0.12472222222277196</c:v>
                </c:pt>
                <c:pt idx="10777">
                  <c:v>0.12473379629227566</c:v>
                </c:pt>
                <c:pt idx="10778">
                  <c:v>0.12474537036905531</c:v>
                </c:pt>
                <c:pt idx="10779">
                  <c:v>0.124756944438559</c:v>
                </c:pt>
                <c:pt idx="10780">
                  <c:v>0.12476851851533866</c:v>
                </c:pt>
                <c:pt idx="10781">
                  <c:v>0.12478009259211831</c:v>
                </c:pt>
                <c:pt idx="10782">
                  <c:v>0.124791666661622</c:v>
                </c:pt>
                <c:pt idx="10783">
                  <c:v>0.12480324073840166</c:v>
                </c:pt>
                <c:pt idx="10784">
                  <c:v>0.12481481481518131</c:v>
                </c:pt>
                <c:pt idx="10785">
                  <c:v>0.124826388884685</c:v>
                </c:pt>
                <c:pt idx="10786">
                  <c:v>0.12483796296146465</c:v>
                </c:pt>
                <c:pt idx="10787">
                  <c:v>0.12484953703824431</c:v>
                </c:pt>
                <c:pt idx="10788">
                  <c:v>0.124861111107748</c:v>
                </c:pt>
                <c:pt idx="10789">
                  <c:v>0.12487268518452765</c:v>
                </c:pt>
                <c:pt idx="10790">
                  <c:v>0.12488425925403135</c:v>
                </c:pt>
                <c:pt idx="10791">
                  <c:v>0.124895833330811</c:v>
                </c:pt>
                <c:pt idx="10792">
                  <c:v>0.12490740740759065</c:v>
                </c:pt>
                <c:pt idx="10793">
                  <c:v>0.12491898147709435</c:v>
                </c:pt>
                <c:pt idx="10794">
                  <c:v>0.124930555553874</c:v>
                </c:pt>
                <c:pt idx="10795">
                  <c:v>0.12494212963065365</c:v>
                </c:pt>
                <c:pt idx="10796">
                  <c:v>0.12495370370015735</c:v>
                </c:pt>
                <c:pt idx="10797">
                  <c:v>0.124965277776937</c:v>
                </c:pt>
                <c:pt idx="10798">
                  <c:v>0.1249768518464407</c:v>
                </c:pt>
                <c:pt idx="10799">
                  <c:v>0.12498842592322035</c:v>
                </c:pt>
                <c:pt idx="10800">
                  <c:v>0.125</c:v>
                </c:pt>
                <c:pt idx="10801">
                  <c:v>0.12501157406950369</c:v>
                </c:pt>
                <c:pt idx="10802">
                  <c:v>0.12502314814628335</c:v>
                </c:pt>
                <c:pt idx="10803">
                  <c:v>0.125034722223063</c:v>
                </c:pt>
                <c:pt idx="10804">
                  <c:v>0.12504629629256669</c:v>
                </c:pt>
                <c:pt idx="10805">
                  <c:v>0.12505787036934635</c:v>
                </c:pt>
                <c:pt idx="10806">
                  <c:v>0.12506944443885004</c:v>
                </c:pt>
                <c:pt idx="10807">
                  <c:v>0.12508101851562969</c:v>
                </c:pt>
                <c:pt idx="10808">
                  <c:v>0.12509259259240935</c:v>
                </c:pt>
                <c:pt idx="10809">
                  <c:v>0.12510416666191304</c:v>
                </c:pt>
                <c:pt idx="10810">
                  <c:v>0.12511574073869269</c:v>
                </c:pt>
                <c:pt idx="10811">
                  <c:v>0.12512731481547235</c:v>
                </c:pt>
                <c:pt idx="10812">
                  <c:v>0.12513888888497604</c:v>
                </c:pt>
                <c:pt idx="10813">
                  <c:v>0.12515046296175569</c:v>
                </c:pt>
                <c:pt idx="10814">
                  <c:v>0.12516203703125939</c:v>
                </c:pt>
                <c:pt idx="10815">
                  <c:v>0.12517361110803904</c:v>
                </c:pt>
                <c:pt idx="10816">
                  <c:v>0.12518518518481869</c:v>
                </c:pt>
                <c:pt idx="10817">
                  <c:v>0.12519675925432239</c:v>
                </c:pt>
                <c:pt idx="10818">
                  <c:v>0.12520833333110204</c:v>
                </c:pt>
                <c:pt idx="10819">
                  <c:v>0.12521990740788169</c:v>
                </c:pt>
                <c:pt idx="10820">
                  <c:v>0.12523148147738539</c:v>
                </c:pt>
                <c:pt idx="10821">
                  <c:v>0.12524305555416504</c:v>
                </c:pt>
                <c:pt idx="10822">
                  <c:v>0.12525462963094469</c:v>
                </c:pt>
                <c:pt idx="10823">
                  <c:v>0.12526620370044839</c:v>
                </c:pt>
                <c:pt idx="10824">
                  <c:v>0.12527777777722804</c:v>
                </c:pt>
                <c:pt idx="10825">
                  <c:v>0.12528935184673173</c:v>
                </c:pt>
                <c:pt idx="10826">
                  <c:v>0.12530092592351139</c:v>
                </c:pt>
                <c:pt idx="10827">
                  <c:v>0.12531250000029104</c:v>
                </c:pt>
                <c:pt idx="10828">
                  <c:v>0.12532407406979473</c:v>
                </c:pt>
                <c:pt idx="10829">
                  <c:v>0.12533564814657439</c:v>
                </c:pt>
                <c:pt idx="10830">
                  <c:v>0.12534722222335404</c:v>
                </c:pt>
                <c:pt idx="10831">
                  <c:v>0.12535879629285773</c:v>
                </c:pt>
                <c:pt idx="10832">
                  <c:v>0.12537037036963739</c:v>
                </c:pt>
                <c:pt idx="10833">
                  <c:v>0.12538194443914108</c:v>
                </c:pt>
                <c:pt idx="10834">
                  <c:v>0.12539351851592073</c:v>
                </c:pt>
                <c:pt idx="10835">
                  <c:v>0.12540509259270038</c:v>
                </c:pt>
                <c:pt idx="10836">
                  <c:v>0.12541666666220408</c:v>
                </c:pt>
                <c:pt idx="10837">
                  <c:v>0.12542824073898373</c:v>
                </c:pt>
                <c:pt idx="10838">
                  <c:v>0.12543981481576338</c:v>
                </c:pt>
                <c:pt idx="10839">
                  <c:v>0.12545138888526708</c:v>
                </c:pt>
                <c:pt idx="10840">
                  <c:v>0.12546296296204673</c:v>
                </c:pt>
                <c:pt idx="10841">
                  <c:v>0.12547453703155043</c:v>
                </c:pt>
                <c:pt idx="10842">
                  <c:v>0.12548611110833008</c:v>
                </c:pt>
                <c:pt idx="10843">
                  <c:v>0.12549768518510973</c:v>
                </c:pt>
                <c:pt idx="10844">
                  <c:v>0.12550925925461343</c:v>
                </c:pt>
                <c:pt idx="10845">
                  <c:v>0.12552083333139308</c:v>
                </c:pt>
                <c:pt idx="10846">
                  <c:v>0.12553240740817273</c:v>
                </c:pt>
                <c:pt idx="10847">
                  <c:v>0.12554398147767643</c:v>
                </c:pt>
                <c:pt idx="10848">
                  <c:v>0.12555555555445608</c:v>
                </c:pt>
                <c:pt idx="10849">
                  <c:v>0.12556712962395977</c:v>
                </c:pt>
                <c:pt idx="10850">
                  <c:v>0.12557870370073942</c:v>
                </c:pt>
                <c:pt idx="10851">
                  <c:v>0.12559027777751908</c:v>
                </c:pt>
                <c:pt idx="10852">
                  <c:v>0.12560185184702277</c:v>
                </c:pt>
                <c:pt idx="10853">
                  <c:v>0.12561342592380242</c:v>
                </c:pt>
                <c:pt idx="10854">
                  <c:v>0.12562500000058208</c:v>
                </c:pt>
                <c:pt idx="10855">
                  <c:v>0.12563657407008577</c:v>
                </c:pt>
                <c:pt idx="10856">
                  <c:v>0.12564814814686542</c:v>
                </c:pt>
                <c:pt idx="10857">
                  <c:v>0.12565972221636912</c:v>
                </c:pt>
                <c:pt idx="10858">
                  <c:v>0.12567129629314877</c:v>
                </c:pt>
                <c:pt idx="10859">
                  <c:v>0.12568287036992842</c:v>
                </c:pt>
                <c:pt idx="10860">
                  <c:v>0.12569444443943212</c:v>
                </c:pt>
                <c:pt idx="10861">
                  <c:v>0.12570601851621177</c:v>
                </c:pt>
                <c:pt idx="10862">
                  <c:v>0.12571759259299142</c:v>
                </c:pt>
                <c:pt idx="10863">
                  <c:v>0.12572916666249512</c:v>
                </c:pt>
                <c:pt idx="10864">
                  <c:v>0.12574074073927477</c:v>
                </c:pt>
                <c:pt idx="10865">
                  <c:v>0.12575231481605442</c:v>
                </c:pt>
                <c:pt idx="10866">
                  <c:v>0.12576388888555812</c:v>
                </c:pt>
                <c:pt idx="10867">
                  <c:v>0.12577546296233777</c:v>
                </c:pt>
                <c:pt idx="10868">
                  <c:v>0.12578703703184146</c:v>
                </c:pt>
                <c:pt idx="10869">
                  <c:v>0.12579861110862112</c:v>
                </c:pt>
                <c:pt idx="10870">
                  <c:v>0.12581018518540077</c:v>
                </c:pt>
                <c:pt idx="10871">
                  <c:v>0.12582175925490446</c:v>
                </c:pt>
                <c:pt idx="10872">
                  <c:v>0.12583333333168412</c:v>
                </c:pt>
                <c:pt idx="10873">
                  <c:v>0.12584490740846377</c:v>
                </c:pt>
                <c:pt idx="10874">
                  <c:v>0.12585648147796746</c:v>
                </c:pt>
                <c:pt idx="10875">
                  <c:v>0.12586805555474712</c:v>
                </c:pt>
                <c:pt idx="10876">
                  <c:v>0.12587962962425081</c:v>
                </c:pt>
                <c:pt idx="10877">
                  <c:v>0.12589120370103046</c:v>
                </c:pt>
                <c:pt idx="10878">
                  <c:v>0.12590277777781012</c:v>
                </c:pt>
                <c:pt idx="10879">
                  <c:v>0.12591435184731381</c:v>
                </c:pt>
                <c:pt idx="10880">
                  <c:v>0.12592592592409346</c:v>
                </c:pt>
                <c:pt idx="10881">
                  <c:v>0.12593750000087311</c:v>
                </c:pt>
                <c:pt idx="10882">
                  <c:v>0.12594907407037681</c:v>
                </c:pt>
                <c:pt idx="10883">
                  <c:v>0.12596064814715646</c:v>
                </c:pt>
                <c:pt idx="10884">
                  <c:v>0.12597222221666016</c:v>
                </c:pt>
                <c:pt idx="10885">
                  <c:v>0.12598379629343981</c:v>
                </c:pt>
                <c:pt idx="10886">
                  <c:v>0.12599537037021946</c:v>
                </c:pt>
                <c:pt idx="10887">
                  <c:v>0.12600694443972316</c:v>
                </c:pt>
                <c:pt idx="10888">
                  <c:v>0.12601851851650281</c:v>
                </c:pt>
                <c:pt idx="10889">
                  <c:v>0.12603009259328246</c:v>
                </c:pt>
                <c:pt idx="10890">
                  <c:v>0.12604166666278616</c:v>
                </c:pt>
                <c:pt idx="10891">
                  <c:v>0.12605324073956581</c:v>
                </c:pt>
                <c:pt idx="10892">
                  <c:v>0.1260648148090695</c:v>
                </c:pt>
                <c:pt idx="10893">
                  <c:v>0.12607638888584916</c:v>
                </c:pt>
                <c:pt idx="10894">
                  <c:v>0.12608796296262881</c:v>
                </c:pt>
                <c:pt idx="10895">
                  <c:v>0.1260995370321325</c:v>
                </c:pt>
                <c:pt idx="10896">
                  <c:v>0.12611111110891216</c:v>
                </c:pt>
                <c:pt idx="10897">
                  <c:v>0.12612268518569181</c:v>
                </c:pt>
                <c:pt idx="10898">
                  <c:v>0.1261342592551955</c:v>
                </c:pt>
                <c:pt idx="10899">
                  <c:v>0.12614583333197515</c:v>
                </c:pt>
                <c:pt idx="10900">
                  <c:v>0.12615740740147885</c:v>
                </c:pt>
                <c:pt idx="10901">
                  <c:v>0.1261689814782585</c:v>
                </c:pt>
                <c:pt idx="10902">
                  <c:v>0.12618055555503815</c:v>
                </c:pt>
                <c:pt idx="10903">
                  <c:v>0.12619212962454185</c:v>
                </c:pt>
                <c:pt idx="10904">
                  <c:v>0.1262037037013215</c:v>
                </c:pt>
                <c:pt idx="10905">
                  <c:v>0.12621527777810115</c:v>
                </c:pt>
                <c:pt idx="10906">
                  <c:v>0.12622685184760485</c:v>
                </c:pt>
                <c:pt idx="10907">
                  <c:v>0.1262384259243845</c:v>
                </c:pt>
                <c:pt idx="10908">
                  <c:v>0.12625000000116415</c:v>
                </c:pt>
                <c:pt idx="10909">
                  <c:v>0.12626157407066785</c:v>
                </c:pt>
                <c:pt idx="10910">
                  <c:v>0.1262731481474475</c:v>
                </c:pt>
                <c:pt idx="10911">
                  <c:v>0.1262847222169512</c:v>
                </c:pt>
                <c:pt idx="10912">
                  <c:v>0.12629629629373085</c:v>
                </c:pt>
                <c:pt idx="10913">
                  <c:v>0.1263078703705105</c:v>
                </c:pt>
                <c:pt idx="10914">
                  <c:v>0.12631944444001419</c:v>
                </c:pt>
                <c:pt idx="10915">
                  <c:v>0.12633101851679385</c:v>
                </c:pt>
                <c:pt idx="10916">
                  <c:v>0.1263425925935735</c:v>
                </c:pt>
                <c:pt idx="10917">
                  <c:v>0.12635416666307719</c:v>
                </c:pt>
                <c:pt idx="10918">
                  <c:v>0.12636574073985685</c:v>
                </c:pt>
                <c:pt idx="10919">
                  <c:v>0.12637731480936054</c:v>
                </c:pt>
                <c:pt idx="10920">
                  <c:v>0.12638888888614019</c:v>
                </c:pt>
                <c:pt idx="10921">
                  <c:v>0.12640046296291985</c:v>
                </c:pt>
                <c:pt idx="10922">
                  <c:v>0.12641203703242354</c:v>
                </c:pt>
                <c:pt idx="10923">
                  <c:v>0.12642361110920319</c:v>
                </c:pt>
                <c:pt idx="10924">
                  <c:v>0.12643518518598285</c:v>
                </c:pt>
                <c:pt idx="10925">
                  <c:v>0.12644675925548654</c:v>
                </c:pt>
                <c:pt idx="10926">
                  <c:v>0.12645833333226619</c:v>
                </c:pt>
                <c:pt idx="10927">
                  <c:v>0.12646990740176989</c:v>
                </c:pt>
                <c:pt idx="10928">
                  <c:v>0.12648148147854954</c:v>
                </c:pt>
                <c:pt idx="10929">
                  <c:v>0.12649305555532919</c:v>
                </c:pt>
                <c:pt idx="10930">
                  <c:v>0.12650462962483289</c:v>
                </c:pt>
                <c:pt idx="10931">
                  <c:v>0.12651620370161254</c:v>
                </c:pt>
                <c:pt idx="10932">
                  <c:v>0.12652777777839219</c:v>
                </c:pt>
                <c:pt idx="10933">
                  <c:v>0.12653935184789589</c:v>
                </c:pt>
                <c:pt idx="10934">
                  <c:v>0.12655092592467554</c:v>
                </c:pt>
                <c:pt idx="10935">
                  <c:v>0.12656249999417923</c:v>
                </c:pt>
                <c:pt idx="10936">
                  <c:v>0.12657407407095889</c:v>
                </c:pt>
                <c:pt idx="10937">
                  <c:v>0.12658564814773854</c:v>
                </c:pt>
                <c:pt idx="10938">
                  <c:v>0.12659722221724223</c:v>
                </c:pt>
                <c:pt idx="10939">
                  <c:v>0.12660879629402189</c:v>
                </c:pt>
                <c:pt idx="10940">
                  <c:v>0.12662037037080154</c:v>
                </c:pt>
                <c:pt idx="10941">
                  <c:v>0.12663194444030523</c:v>
                </c:pt>
                <c:pt idx="10942">
                  <c:v>0.12664351851708489</c:v>
                </c:pt>
                <c:pt idx="10943">
                  <c:v>0.12665509259386454</c:v>
                </c:pt>
                <c:pt idx="10944">
                  <c:v>0.12666666666336823</c:v>
                </c:pt>
                <c:pt idx="10945">
                  <c:v>0.12667824074014788</c:v>
                </c:pt>
                <c:pt idx="10946">
                  <c:v>0.12668981480965158</c:v>
                </c:pt>
                <c:pt idx="10947">
                  <c:v>0.12670138888643123</c:v>
                </c:pt>
                <c:pt idx="10948">
                  <c:v>0.12671296296321088</c:v>
                </c:pt>
                <c:pt idx="10949">
                  <c:v>0.12672453703271458</c:v>
                </c:pt>
                <c:pt idx="10950">
                  <c:v>0.12673611110949423</c:v>
                </c:pt>
                <c:pt idx="10951">
                  <c:v>0.12674768518627388</c:v>
                </c:pt>
                <c:pt idx="10952">
                  <c:v>0.12675925925577758</c:v>
                </c:pt>
                <c:pt idx="10953">
                  <c:v>0.12677083333255723</c:v>
                </c:pt>
                <c:pt idx="10954">
                  <c:v>0.12678240740206093</c:v>
                </c:pt>
                <c:pt idx="10955">
                  <c:v>0.12679398147884058</c:v>
                </c:pt>
                <c:pt idx="10956">
                  <c:v>0.12680555555562023</c:v>
                </c:pt>
                <c:pt idx="10957">
                  <c:v>0.12681712962512393</c:v>
                </c:pt>
                <c:pt idx="10958">
                  <c:v>0.12682870370190358</c:v>
                </c:pt>
                <c:pt idx="10959">
                  <c:v>0.12684027777868323</c:v>
                </c:pt>
                <c:pt idx="10960">
                  <c:v>0.12685185184818693</c:v>
                </c:pt>
                <c:pt idx="10961">
                  <c:v>0.12686342592496658</c:v>
                </c:pt>
                <c:pt idx="10962">
                  <c:v>0.12687499999447027</c:v>
                </c:pt>
                <c:pt idx="10963">
                  <c:v>0.12688657407124992</c:v>
                </c:pt>
                <c:pt idx="10964">
                  <c:v>0.12689814814802958</c:v>
                </c:pt>
                <c:pt idx="10965">
                  <c:v>0.12690972221753327</c:v>
                </c:pt>
                <c:pt idx="10966">
                  <c:v>0.12692129629431292</c:v>
                </c:pt>
                <c:pt idx="10967">
                  <c:v>0.12693287037109258</c:v>
                </c:pt>
                <c:pt idx="10968">
                  <c:v>0.12694444444059627</c:v>
                </c:pt>
                <c:pt idx="10969">
                  <c:v>0.12695601851737592</c:v>
                </c:pt>
                <c:pt idx="10970">
                  <c:v>0.12696759258687962</c:v>
                </c:pt>
                <c:pt idx="10971">
                  <c:v>0.12697916666365927</c:v>
                </c:pt>
                <c:pt idx="10972">
                  <c:v>0.12699074074043892</c:v>
                </c:pt>
                <c:pt idx="10973">
                  <c:v>0.12700231480994262</c:v>
                </c:pt>
                <c:pt idx="10974">
                  <c:v>0.12701388888672227</c:v>
                </c:pt>
                <c:pt idx="10975">
                  <c:v>0.12702546296350192</c:v>
                </c:pt>
                <c:pt idx="10976">
                  <c:v>0.12703703703300562</c:v>
                </c:pt>
                <c:pt idx="10977">
                  <c:v>0.12704861110978527</c:v>
                </c:pt>
                <c:pt idx="10978">
                  <c:v>0.12706018517928896</c:v>
                </c:pt>
                <c:pt idx="10979">
                  <c:v>0.12707175925606862</c:v>
                </c:pt>
                <c:pt idx="10980">
                  <c:v>0.12708333333284827</c:v>
                </c:pt>
                <c:pt idx="10981">
                  <c:v>0.12709490740235196</c:v>
                </c:pt>
                <c:pt idx="10982">
                  <c:v>0.12710648147913162</c:v>
                </c:pt>
                <c:pt idx="10983">
                  <c:v>0.12711805555591127</c:v>
                </c:pt>
                <c:pt idx="10984">
                  <c:v>0.12712962962541496</c:v>
                </c:pt>
                <c:pt idx="10985">
                  <c:v>0.12714120370219462</c:v>
                </c:pt>
                <c:pt idx="10986">
                  <c:v>0.12715277777897427</c:v>
                </c:pt>
                <c:pt idx="10987">
                  <c:v>0.12716435184847796</c:v>
                </c:pt>
                <c:pt idx="10988">
                  <c:v>0.12717592592525762</c:v>
                </c:pt>
                <c:pt idx="10989">
                  <c:v>0.12718749999476131</c:v>
                </c:pt>
                <c:pt idx="10990">
                  <c:v>0.12719907407154096</c:v>
                </c:pt>
                <c:pt idx="10991">
                  <c:v>0.12721064814832062</c:v>
                </c:pt>
                <c:pt idx="10992">
                  <c:v>0.12722222221782431</c:v>
                </c:pt>
                <c:pt idx="10993">
                  <c:v>0.12723379629460396</c:v>
                </c:pt>
                <c:pt idx="10994">
                  <c:v>0.12724537037138361</c:v>
                </c:pt>
                <c:pt idx="10995">
                  <c:v>0.12725694444088731</c:v>
                </c:pt>
                <c:pt idx="10996">
                  <c:v>0.12726851851766696</c:v>
                </c:pt>
                <c:pt idx="10997">
                  <c:v>0.12728009258717066</c:v>
                </c:pt>
                <c:pt idx="10998">
                  <c:v>0.12729166666395031</c:v>
                </c:pt>
                <c:pt idx="10999">
                  <c:v>0.12730324074072996</c:v>
                </c:pt>
                <c:pt idx="11000">
                  <c:v>0.12731481481023366</c:v>
                </c:pt>
                <c:pt idx="11001">
                  <c:v>0.12732638888701331</c:v>
                </c:pt>
                <c:pt idx="11002">
                  <c:v>0.12733796296379296</c:v>
                </c:pt>
                <c:pt idx="11003">
                  <c:v>0.12734953703329666</c:v>
                </c:pt>
                <c:pt idx="11004">
                  <c:v>0.12736111111007631</c:v>
                </c:pt>
                <c:pt idx="11005">
                  <c:v>0.12737268517958</c:v>
                </c:pt>
                <c:pt idx="11006">
                  <c:v>0.12738425925635966</c:v>
                </c:pt>
                <c:pt idx="11007">
                  <c:v>0.12739583333313931</c:v>
                </c:pt>
                <c:pt idx="11008">
                  <c:v>0.127407407402643</c:v>
                </c:pt>
                <c:pt idx="11009">
                  <c:v>0.12741898147942265</c:v>
                </c:pt>
                <c:pt idx="11010">
                  <c:v>0.12743055555620231</c:v>
                </c:pt>
                <c:pt idx="11011">
                  <c:v>0.127442129625706</c:v>
                </c:pt>
                <c:pt idx="11012">
                  <c:v>0.12745370370248565</c:v>
                </c:pt>
                <c:pt idx="11013">
                  <c:v>0.12746527777198935</c:v>
                </c:pt>
                <c:pt idx="11014">
                  <c:v>0.127476851848769</c:v>
                </c:pt>
                <c:pt idx="11015">
                  <c:v>0.12748842592554865</c:v>
                </c:pt>
                <c:pt idx="11016">
                  <c:v>0.12749999999505235</c:v>
                </c:pt>
                <c:pt idx="11017">
                  <c:v>0.127511574071832</c:v>
                </c:pt>
                <c:pt idx="11018">
                  <c:v>0.12752314814861165</c:v>
                </c:pt>
                <c:pt idx="11019">
                  <c:v>0.12753472221811535</c:v>
                </c:pt>
                <c:pt idx="11020">
                  <c:v>0.127546296294895</c:v>
                </c:pt>
                <c:pt idx="11021">
                  <c:v>0.12755787037167465</c:v>
                </c:pt>
                <c:pt idx="11022">
                  <c:v>0.12756944444117835</c:v>
                </c:pt>
                <c:pt idx="11023">
                  <c:v>0.127581018517958</c:v>
                </c:pt>
                <c:pt idx="11024">
                  <c:v>0.1275925925874617</c:v>
                </c:pt>
                <c:pt idx="11025">
                  <c:v>0.12760416666424135</c:v>
                </c:pt>
                <c:pt idx="11026">
                  <c:v>0.127615740741021</c:v>
                </c:pt>
                <c:pt idx="11027">
                  <c:v>0.12762731481052469</c:v>
                </c:pt>
                <c:pt idx="11028">
                  <c:v>0.12763888888730435</c:v>
                </c:pt>
                <c:pt idx="11029">
                  <c:v>0.127650462964084</c:v>
                </c:pt>
                <c:pt idx="11030">
                  <c:v>0.12766203703358769</c:v>
                </c:pt>
                <c:pt idx="11031">
                  <c:v>0.12767361111036735</c:v>
                </c:pt>
                <c:pt idx="11032">
                  <c:v>0.12768518517987104</c:v>
                </c:pt>
                <c:pt idx="11033">
                  <c:v>0.12769675925665069</c:v>
                </c:pt>
                <c:pt idx="11034">
                  <c:v>0.12770833333343035</c:v>
                </c:pt>
                <c:pt idx="11035">
                  <c:v>0.12771990740293404</c:v>
                </c:pt>
                <c:pt idx="11036">
                  <c:v>0.12773148147971369</c:v>
                </c:pt>
                <c:pt idx="11037">
                  <c:v>0.12774305555649335</c:v>
                </c:pt>
                <c:pt idx="11038">
                  <c:v>0.12775462962599704</c:v>
                </c:pt>
                <c:pt idx="11039">
                  <c:v>0.12776620370277669</c:v>
                </c:pt>
                <c:pt idx="11040">
                  <c:v>0.12777777777228039</c:v>
                </c:pt>
                <c:pt idx="11041">
                  <c:v>0.12778935184906004</c:v>
                </c:pt>
                <c:pt idx="11042">
                  <c:v>0.12780092592583969</c:v>
                </c:pt>
                <c:pt idx="11043">
                  <c:v>0.12781249999534339</c:v>
                </c:pt>
                <c:pt idx="11044">
                  <c:v>0.12782407407212304</c:v>
                </c:pt>
                <c:pt idx="11045">
                  <c:v>0.12783564814890269</c:v>
                </c:pt>
                <c:pt idx="11046">
                  <c:v>0.12784722221840639</c:v>
                </c:pt>
                <c:pt idx="11047">
                  <c:v>0.12785879629518604</c:v>
                </c:pt>
                <c:pt idx="11048">
                  <c:v>0.12787037036468973</c:v>
                </c:pt>
                <c:pt idx="11049">
                  <c:v>0.12788194444146939</c:v>
                </c:pt>
                <c:pt idx="11050">
                  <c:v>0.12789351851824904</c:v>
                </c:pt>
                <c:pt idx="11051">
                  <c:v>0.12790509258775273</c:v>
                </c:pt>
                <c:pt idx="11052">
                  <c:v>0.12791666666453239</c:v>
                </c:pt>
                <c:pt idx="11053">
                  <c:v>0.12792824074131204</c:v>
                </c:pt>
                <c:pt idx="11054">
                  <c:v>0.12793981481081573</c:v>
                </c:pt>
                <c:pt idx="11055">
                  <c:v>0.12795138888759539</c:v>
                </c:pt>
                <c:pt idx="11056">
                  <c:v>0.12796296295709908</c:v>
                </c:pt>
                <c:pt idx="11057">
                  <c:v>0.12797453703387873</c:v>
                </c:pt>
                <c:pt idx="11058">
                  <c:v>0.12798611111065838</c:v>
                </c:pt>
                <c:pt idx="11059">
                  <c:v>0.12799768518016208</c:v>
                </c:pt>
                <c:pt idx="11060">
                  <c:v>0.12800925925694173</c:v>
                </c:pt>
                <c:pt idx="11061">
                  <c:v>0.12802083333372138</c:v>
                </c:pt>
                <c:pt idx="11062">
                  <c:v>0.12803240740322508</c:v>
                </c:pt>
                <c:pt idx="11063">
                  <c:v>0.12804398148000473</c:v>
                </c:pt>
                <c:pt idx="11064">
                  <c:v>0.12805555555678438</c:v>
                </c:pt>
                <c:pt idx="11065">
                  <c:v>0.12806712962628808</c:v>
                </c:pt>
                <c:pt idx="11066">
                  <c:v>0.12807870370306773</c:v>
                </c:pt>
                <c:pt idx="11067">
                  <c:v>0.12809027777257143</c:v>
                </c:pt>
                <c:pt idx="11068">
                  <c:v>0.12810185184935108</c:v>
                </c:pt>
                <c:pt idx="11069">
                  <c:v>0.12811342592613073</c:v>
                </c:pt>
                <c:pt idx="11070">
                  <c:v>0.12812499999563443</c:v>
                </c:pt>
                <c:pt idx="11071">
                  <c:v>0.12813657407241408</c:v>
                </c:pt>
                <c:pt idx="11072">
                  <c:v>0.12814814814919373</c:v>
                </c:pt>
                <c:pt idx="11073">
                  <c:v>0.12815972221869742</c:v>
                </c:pt>
                <c:pt idx="11074">
                  <c:v>0.12817129629547708</c:v>
                </c:pt>
                <c:pt idx="11075">
                  <c:v>0.12818287036498077</c:v>
                </c:pt>
                <c:pt idx="11076">
                  <c:v>0.12819444444176042</c:v>
                </c:pt>
                <c:pt idx="11077">
                  <c:v>0.12820601851854008</c:v>
                </c:pt>
                <c:pt idx="11078">
                  <c:v>0.12821759258804377</c:v>
                </c:pt>
                <c:pt idx="11079">
                  <c:v>0.12822916666482342</c:v>
                </c:pt>
                <c:pt idx="11080">
                  <c:v>0.12824074074160308</c:v>
                </c:pt>
                <c:pt idx="11081">
                  <c:v>0.12825231481110677</c:v>
                </c:pt>
                <c:pt idx="11082">
                  <c:v>0.12826388888788642</c:v>
                </c:pt>
                <c:pt idx="11083">
                  <c:v>0.12827546295739012</c:v>
                </c:pt>
                <c:pt idx="11084">
                  <c:v>0.12828703703416977</c:v>
                </c:pt>
                <c:pt idx="11085">
                  <c:v>0.12829861111094942</c:v>
                </c:pt>
                <c:pt idx="11086">
                  <c:v>0.12831018518045312</c:v>
                </c:pt>
                <c:pt idx="11087">
                  <c:v>0.12832175925723277</c:v>
                </c:pt>
                <c:pt idx="11088">
                  <c:v>0.12833333333401242</c:v>
                </c:pt>
                <c:pt idx="11089">
                  <c:v>0.12834490740351612</c:v>
                </c:pt>
                <c:pt idx="11090">
                  <c:v>0.12835648148029577</c:v>
                </c:pt>
                <c:pt idx="11091">
                  <c:v>0.12836805554979946</c:v>
                </c:pt>
                <c:pt idx="11092">
                  <c:v>0.12837962962657912</c:v>
                </c:pt>
                <c:pt idx="11093">
                  <c:v>0.12839120370335877</c:v>
                </c:pt>
                <c:pt idx="11094">
                  <c:v>0.12840277777286246</c:v>
                </c:pt>
                <c:pt idx="11095">
                  <c:v>0.12841435184964212</c:v>
                </c:pt>
                <c:pt idx="11096">
                  <c:v>0.12842592592642177</c:v>
                </c:pt>
                <c:pt idx="11097">
                  <c:v>0.12843749999592546</c:v>
                </c:pt>
                <c:pt idx="11098">
                  <c:v>0.12844907407270512</c:v>
                </c:pt>
                <c:pt idx="11099">
                  <c:v>0.12846064814948477</c:v>
                </c:pt>
                <c:pt idx="11100">
                  <c:v>0.12847222221898846</c:v>
                </c:pt>
                <c:pt idx="11101">
                  <c:v>0.12848379629576812</c:v>
                </c:pt>
                <c:pt idx="11102">
                  <c:v>0.12849537036527181</c:v>
                </c:pt>
                <c:pt idx="11103">
                  <c:v>0.12850694444205146</c:v>
                </c:pt>
                <c:pt idx="11104">
                  <c:v>0.12851851851883112</c:v>
                </c:pt>
                <c:pt idx="11105">
                  <c:v>0.12853009258833481</c:v>
                </c:pt>
                <c:pt idx="11106">
                  <c:v>0.12854166666511446</c:v>
                </c:pt>
                <c:pt idx="11107">
                  <c:v>0.12855324074189411</c:v>
                </c:pt>
                <c:pt idx="11108">
                  <c:v>0.12856481481139781</c:v>
                </c:pt>
                <c:pt idx="11109">
                  <c:v>0.12857638888817746</c:v>
                </c:pt>
                <c:pt idx="11110">
                  <c:v>0.12858796295768116</c:v>
                </c:pt>
                <c:pt idx="11111">
                  <c:v>0.12859953703446081</c:v>
                </c:pt>
                <c:pt idx="11112">
                  <c:v>0.12861111111124046</c:v>
                </c:pt>
                <c:pt idx="11113">
                  <c:v>0.12862268518074416</c:v>
                </c:pt>
                <c:pt idx="11114">
                  <c:v>0.12863425925752381</c:v>
                </c:pt>
                <c:pt idx="11115">
                  <c:v>0.12864583333430346</c:v>
                </c:pt>
                <c:pt idx="11116">
                  <c:v>0.12865740740380716</c:v>
                </c:pt>
                <c:pt idx="11117">
                  <c:v>0.12866898148058681</c:v>
                </c:pt>
                <c:pt idx="11118">
                  <c:v>0.1286805555500905</c:v>
                </c:pt>
                <c:pt idx="11119">
                  <c:v>0.12869212962687016</c:v>
                </c:pt>
                <c:pt idx="11120">
                  <c:v>0.12870370370364981</c:v>
                </c:pt>
                <c:pt idx="11121">
                  <c:v>0.1287152777731535</c:v>
                </c:pt>
                <c:pt idx="11122">
                  <c:v>0.12872685184993315</c:v>
                </c:pt>
                <c:pt idx="11123">
                  <c:v>0.12873842592671281</c:v>
                </c:pt>
                <c:pt idx="11124">
                  <c:v>0.1287499999962165</c:v>
                </c:pt>
                <c:pt idx="11125">
                  <c:v>0.12876157407299615</c:v>
                </c:pt>
                <c:pt idx="11126">
                  <c:v>0.12877314814249985</c:v>
                </c:pt>
                <c:pt idx="11127">
                  <c:v>0.1287847222192795</c:v>
                </c:pt>
                <c:pt idx="11128">
                  <c:v>0.12879629629605915</c:v>
                </c:pt>
                <c:pt idx="11129">
                  <c:v>0.12880787036556285</c:v>
                </c:pt>
                <c:pt idx="11130">
                  <c:v>0.1288194444423425</c:v>
                </c:pt>
                <c:pt idx="11131">
                  <c:v>0.12883101851912215</c:v>
                </c:pt>
                <c:pt idx="11132">
                  <c:v>0.12884259258862585</c:v>
                </c:pt>
                <c:pt idx="11133">
                  <c:v>0.1288541666654055</c:v>
                </c:pt>
                <c:pt idx="11134">
                  <c:v>0.1288657407349092</c:v>
                </c:pt>
                <c:pt idx="11135">
                  <c:v>0.12887731481168885</c:v>
                </c:pt>
                <c:pt idx="11136">
                  <c:v>0.1288888888884685</c:v>
                </c:pt>
                <c:pt idx="11137">
                  <c:v>0.12890046295797219</c:v>
                </c:pt>
                <c:pt idx="11138">
                  <c:v>0.12891203703475185</c:v>
                </c:pt>
                <c:pt idx="11139">
                  <c:v>0.1289236111115315</c:v>
                </c:pt>
                <c:pt idx="11140">
                  <c:v>0.12893518518103519</c:v>
                </c:pt>
                <c:pt idx="11141">
                  <c:v>0.12894675925781485</c:v>
                </c:pt>
                <c:pt idx="11142">
                  <c:v>0.1289583333345945</c:v>
                </c:pt>
                <c:pt idx="11143">
                  <c:v>0.12896990740409819</c:v>
                </c:pt>
                <c:pt idx="11144">
                  <c:v>0.12898148148087785</c:v>
                </c:pt>
                <c:pt idx="11145">
                  <c:v>0.12899305555038154</c:v>
                </c:pt>
                <c:pt idx="11146">
                  <c:v>0.12900462962716119</c:v>
                </c:pt>
                <c:pt idx="11147">
                  <c:v>0.12901620370394085</c:v>
                </c:pt>
                <c:pt idx="11148">
                  <c:v>0.12902777777344454</c:v>
                </c:pt>
                <c:pt idx="11149">
                  <c:v>0.12903935185022419</c:v>
                </c:pt>
                <c:pt idx="11150">
                  <c:v>0.12905092592700385</c:v>
                </c:pt>
                <c:pt idx="11151">
                  <c:v>0.12906249999650754</c:v>
                </c:pt>
                <c:pt idx="11152">
                  <c:v>0.12907407407328719</c:v>
                </c:pt>
                <c:pt idx="11153">
                  <c:v>0.12908564814279089</c:v>
                </c:pt>
                <c:pt idx="11154">
                  <c:v>0.12909722221957054</c:v>
                </c:pt>
                <c:pt idx="11155">
                  <c:v>0.12910879629635019</c:v>
                </c:pt>
                <c:pt idx="11156">
                  <c:v>0.12912037036585389</c:v>
                </c:pt>
                <c:pt idx="11157">
                  <c:v>0.12913194444263354</c:v>
                </c:pt>
                <c:pt idx="11158">
                  <c:v>0.12914351851941319</c:v>
                </c:pt>
                <c:pt idx="11159">
                  <c:v>0.12915509258891689</c:v>
                </c:pt>
                <c:pt idx="11160">
                  <c:v>0.12916666666569654</c:v>
                </c:pt>
                <c:pt idx="11161">
                  <c:v>0.12917824073520023</c:v>
                </c:pt>
                <c:pt idx="11162">
                  <c:v>0.12918981481197989</c:v>
                </c:pt>
                <c:pt idx="11163">
                  <c:v>0.12920138888875954</c:v>
                </c:pt>
                <c:pt idx="11164">
                  <c:v>0.12921296295826323</c:v>
                </c:pt>
                <c:pt idx="11165">
                  <c:v>0.12922453703504289</c:v>
                </c:pt>
                <c:pt idx="11166">
                  <c:v>0.12923611111182254</c:v>
                </c:pt>
                <c:pt idx="11167">
                  <c:v>0.12924768518132623</c:v>
                </c:pt>
                <c:pt idx="11168">
                  <c:v>0.12925925925810589</c:v>
                </c:pt>
                <c:pt idx="11169">
                  <c:v>0.12927083332760958</c:v>
                </c:pt>
                <c:pt idx="11170">
                  <c:v>0.12928240740438923</c:v>
                </c:pt>
                <c:pt idx="11171">
                  <c:v>0.12929398148116888</c:v>
                </c:pt>
                <c:pt idx="11172">
                  <c:v>0.12930555555067258</c:v>
                </c:pt>
                <c:pt idx="11173">
                  <c:v>0.12931712962745223</c:v>
                </c:pt>
                <c:pt idx="11174">
                  <c:v>0.12932870370423188</c:v>
                </c:pt>
                <c:pt idx="11175">
                  <c:v>0.12934027777373558</c:v>
                </c:pt>
                <c:pt idx="11176">
                  <c:v>0.12935185185051523</c:v>
                </c:pt>
                <c:pt idx="11177">
                  <c:v>0.12936342592001893</c:v>
                </c:pt>
                <c:pt idx="11178">
                  <c:v>0.12937499999679858</c:v>
                </c:pt>
                <c:pt idx="11179">
                  <c:v>0.12938657407357823</c:v>
                </c:pt>
                <c:pt idx="11180">
                  <c:v>0.12939814814308193</c:v>
                </c:pt>
                <c:pt idx="11181">
                  <c:v>0.12940972221986158</c:v>
                </c:pt>
                <c:pt idx="11182">
                  <c:v>0.12942129629664123</c:v>
                </c:pt>
                <c:pt idx="11183">
                  <c:v>0.12943287036614493</c:v>
                </c:pt>
                <c:pt idx="11184">
                  <c:v>0.12944444444292458</c:v>
                </c:pt>
                <c:pt idx="11185">
                  <c:v>0.12945601851970423</c:v>
                </c:pt>
                <c:pt idx="11186">
                  <c:v>0.12946759258920792</c:v>
                </c:pt>
                <c:pt idx="11187">
                  <c:v>0.12947916666598758</c:v>
                </c:pt>
                <c:pt idx="11188">
                  <c:v>0.12949074073549127</c:v>
                </c:pt>
                <c:pt idx="11189">
                  <c:v>0.12950231481227092</c:v>
                </c:pt>
                <c:pt idx="11190">
                  <c:v>0.12951388888905058</c:v>
                </c:pt>
                <c:pt idx="11191">
                  <c:v>0.12952546295855427</c:v>
                </c:pt>
                <c:pt idx="11192">
                  <c:v>0.12953703703533392</c:v>
                </c:pt>
                <c:pt idx="11193">
                  <c:v>0.12954861111211358</c:v>
                </c:pt>
                <c:pt idx="11194">
                  <c:v>0.12956018518161727</c:v>
                </c:pt>
                <c:pt idx="11195">
                  <c:v>0.12957175925839692</c:v>
                </c:pt>
                <c:pt idx="11196">
                  <c:v>0.12958333332790062</c:v>
                </c:pt>
                <c:pt idx="11197">
                  <c:v>0.12959490740468027</c:v>
                </c:pt>
                <c:pt idx="11198">
                  <c:v>0.12960648148145992</c:v>
                </c:pt>
                <c:pt idx="11199">
                  <c:v>0.12961805555096362</c:v>
                </c:pt>
                <c:pt idx="11200">
                  <c:v>0.12962962962774327</c:v>
                </c:pt>
                <c:pt idx="11201">
                  <c:v>0.12964120370452292</c:v>
                </c:pt>
                <c:pt idx="11202">
                  <c:v>0.12965277777402662</c:v>
                </c:pt>
                <c:pt idx="11203">
                  <c:v>0.12966435185080627</c:v>
                </c:pt>
                <c:pt idx="11204">
                  <c:v>0.12967592592030996</c:v>
                </c:pt>
                <c:pt idx="11205">
                  <c:v>0.12968749999708962</c:v>
                </c:pt>
                <c:pt idx="11206">
                  <c:v>0.12969907407386927</c:v>
                </c:pt>
                <c:pt idx="11207">
                  <c:v>0.12971064814337296</c:v>
                </c:pt>
                <c:pt idx="11208">
                  <c:v>0.12972222222015262</c:v>
                </c:pt>
                <c:pt idx="11209">
                  <c:v>0.12973379629693227</c:v>
                </c:pt>
                <c:pt idx="11210">
                  <c:v>0.12974537036643596</c:v>
                </c:pt>
                <c:pt idx="11211">
                  <c:v>0.12975694444321562</c:v>
                </c:pt>
                <c:pt idx="11212">
                  <c:v>0.12976851851271931</c:v>
                </c:pt>
                <c:pt idx="11213">
                  <c:v>0.12978009258949896</c:v>
                </c:pt>
                <c:pt idx="11214">
                  <c:v>0.12979166666627862</c:v>
                </c:pt>
                <c:pt idx="11215">
                  <c:v>0.12980324073578231</c:v>
                </c:pt>
                <c:pt idx="11216">
                  <c:v>0.12981481481256196</c:v>
                </c:pt>
                <c:pt idx="11217">
                  <c:v>0.12982638888934162</c:v>
                </c:pt>
                <c:pt idx="11218">
                  <c:v>0.12983796295884531</c:v>
                </c:pt>
                <c:pt idx="11219">
                  <c:v>0.12984953703562496</c:v>
                </c:pt>
                <c:pt idx="11220">
                  <c:v>0.12986111111240461</c:v>
                </c:pt>
                <c:pt idx="11221">
                  <c:v>0.12987268518190831</c:v>
                </c:pt>
                <c:pt idx="11222">
                  <c:v>0.12988425925868796</c:v>
                </c:pt>
                <c:pt idx="11223">
                  <c:v>0.12989583332819166</c:v>
                </c:pt>
                <c:pt idx="11224">
                  <c:v>0.12990740740497131</c:v>
                </c:pt>
                <c:pt idx="11225">
                  <c:v>0.12991898148175096</c:v>
                </c:pt>
                <c:pt idx="11226">
                  <c:v>0.12993055555125466</c:v>
                </c:pt>
                <c:pt idx="11227">
                  <c:v>0.12994212962803431</c:v>
                </c:pt>
                <c:pt idx="11228">
                  <c:v>0.12995370370481396</c:v>
                </c:pt>
                <c:pt idx="11229">
                  <c:v>0.12996527777431766</c:v>
                </c:pt>
                <c:pt idx="11230">
                  <c:v>0.12997685185109731</c:v>
                </c:pt>
                <c:pt idx="11231">
                  <c:v>0.129988425920601</c:v>
                </c:pt>
                <c:pt idx="11232">
                  <c:v>0.12999999999738066</c:v>
                </c:pt>
                <c:pt idx="11233">
                  <c:v>0.13001157407416031</c:v>
                </c:pt>
                <c:pt idx="11234">
                  <c:v>0.130023148143664</c:v>
                </c:pt>
                <c:pt idx="11235">
                  <c:v>0.13003472222044365</c:v>
                </c:pt>
                <c:pt idx="11236">
                  <c:v>0.13004629629722331</c:v>
                </c:pt>
                <c:pt idx="11237">
                  <c:v>0.130057870366727</c:v>
                </c:pt>
                <c:pt idx="11238">
                  <c:v>0.13006944444350665</c:v>
                </c:pt>
                <c:pt idx="11239">
                  <c:v>0.13008101851301035</c:v>
                </c:pt>
                <c:pt idx="11240">
                  <c:v>0.13009259258979</c:v>
                </c:pt>
                <c:pt idx="11241">
                  <c:v>0.13010416666656965</c:v>
                </c:pt>
                <c:pt idx="11242">
                  <c:v>0.13011574073607335</c:v>
                </c:pt>
                <c:pt idx="11243">
                  <c:v>0.130127314812853</c:v>
                </c:pt>
                <c:pt idx="11244">
                  <c:v>0.13013888888963265</c:v>
                </c:pt>
                <c:pt idx="11245">
                  <c:v>0.13015046295913635</c:v>
                </c:pt>
                <c:pt idx="11246">
                  <c:v>0.130162037035916</c:v>
                </c:pt>
                <c:pt idx="11247">
                  <c:v>0.1301736111054197</c:v>
                </c:pt>
                <c:pt idx="11248">
                  <c:v>0.13018518518219935</c:v>
                </c:pt>
                <c:pt idx="11249">
                  <c:v>0.130196759258979</c:v>
                </c:pt>
                <c:pt idx="11250">
                  <c:v>0.13020833332848269</c:v>
                </c:pt>
                <c:pt idx="11251">
                  <c:v>0.13021990740526235</c:v>
                </c:pt>
                <c:pt idx="11252">
                  <c:v>0.130231481482042</c:v>
                </c:pt>
                <c:pt idx="11253">
                  <c:v>0.13024305555154569</c:v>
                </c:pt>
                <c:pt idx="11254">
                  <c:v>0.13025462962832535</c:v>
                </c:pt>
                <c:pt idx="11255">
                  <c:v>0.13026620369782904</c:v>
                </c:pt>
                <c:pt idx="11256">
                  <c:v>0.13027777777460869</c:v>
                </c:pt>
                <c:pt idx="11257">
                  <c:v>0.13028935185138835</c:v>
                </c:pt>
                <c:pt idx="11258">
                  <c:v>0.13030092592089204</c:v>
                </c:pt>
                <c:pt idx="11259">
                  <c:v>0.13031249999767169</c:v>
                </c:pt>
                <c:pt idx="11260">
                  <c:v>0.13032407407445135</c:v>
                </c:pt>
                <c:pt idx="11261">
                  <c:v>0.13033564814395504</c:v>
                </c:pt>
                <c:pt idx="11262">
                  <c:v>0.13034722222073469</c:v>
                </c:pt>
                <c:pt idx="11263">
                  <c:v>0.13035879629751435</c:v>
                </c:pt>
                <c:pt idx="11264">
                  <c:v>0.13037037036701804</c:v>
                </c:pt>
                <c:pt idx="11265">
                  <c:v>0.13038194444379769</c:v>
                </c:pt>
                <c:pt idx="11266">
                  <c:v>0.13039351851330139</c:v>
                </c:pt>
                <c:pt idx="11267">
                  <c:v>0.13040509259008104</c:v>
                </c:pt>
                <c:pt idx="11268">
                  <c:v>0.13041666666686069</c:v>
                </c:pt>
                <c:pt idx="11269">
                  <c:v>0.13042824073636439</c:v>
                </c:pt>
                <c:pt idx="11270">
                  <c:v>0.13043981481314404</c:v>
                </c:pt>
                <c:pt idx="11271">
                  <c:v>0.13045138888992369</c:v>
                </c:pt>
                <c:pt idx="11272">
                  <c:v>0.13046296295942739</c:v>
                </c:pt>
                <c:pt idx="11273">
                  <c:v>0.13047453703620704</c:v>
                </c:pt>
                <c:pt idx="11274">
                  <c:v>0.13048611110571073</c:v>
                </c:pt>
                <c:pt idx="11275">
                  <c:v>0.13049768518249039</c:v>
                </c:pt>
                <c:pt idx="11276">
                  <c:v>0.13050925925927004</c:v>
                </c:pt>
                <c:pt idx="11277">
                  <c:v>0.13052083332877373</c:v>
                </c:pt>
                <c:pt idx="11278">
                  <c:v>0.13053240740555339</c:v>
                </c:pt>
                <c:pt idx="11279">
                  <c:v>0.13054398148233304</c:v>
                </c:pt>
                <c:pt idx="11280">
                  <c:v>0.13055555555183673</c:v>
                </c:pt>
                <c:pt idx="11281">
                  <c:v>0.13056712962861639</c:v>
                </c:pt>
                <c:pt idx="11282">
                  <c:v>0.13057870369812008</c:v>
                </c:pt>
                <c:pt idx="11283">
                  <c:v>0.13059027777489973</c:v>
                </c:pt>
                <c:pt idx="11284">
                  <c:v>0.13060185185167938</c:v>
                </c:pt>
                <c:pt idx="11285">
                  <c:v>0.13061342592118308</c:v>
                </c:pt>
                <c:pt idx="11286">
                  <c:v>0.13062499999796273</c:v>
                </c:pt>
                <c:pt idx="11287">
                  <c:v>0.13063657407474238</c:v>
                </c:pt>
                <c:pt idx="11288">
                  <c:v>0.13064814814424608</c:v>
                </c:pt>
                <c:pt idx="11289">
                  <c:v>0.13065972222102573</c:v>
                </c:pt>
                <c:pt idx="11290">
                  <c:v>0.13067129629052943</c:v>
                </c:pt>
                <c:pt idx="11291">
                  <c:v>0.13068287036730908</c:v>
                </c:pt>
                <c:pt idx="11292">
                  <c:v>0.13069444444408873</c:v>
                </c:pt>
                <c:pt idx="11293">
                  <c:v>0.13070601851359243</c:v>
                </c:pt>
                <c:pt idx="11294">
                  <c:v>0.13071759259037208</c:v>
                </c:pt>
                <c:pt idx="11295">
                  <c:v>0.13072916666715173</c:v>
                </c:pt>
                <c:pt idx="11296">
                  <c:v>0.13074074073665543</c:v>
                </c:pt>
                <c:pt idx="11297">
                  <c:v>0.13075231481343508</c:v>
                </c:pt>
                <c:pt idx="11298">
                  <c:v>0.13076388889021473</c:v>
                </c:pt>
                <c:pt idx="11299">
                  <c:v>0.13077546295971842</c:v>
                </c:pt>
                <c:pt idx="11300">
                  <c:v>0.13078703703649808</c:v>
                </c:pt>
                <c:pt idx="11301">
                  <c:v>0.13079861110600177</c:v>
                </c:pt>
                <c:pt idx="11302">
                  <c:v>0.13081018518278142</c:v>
                </c:pt>
                <c:pt idx="11303">
                  <c:v>0.13082175925956108</c:v>
                </c:pt>
                <c:pt idx="11304">
                  <c:v>0.13083333332906477</c:v>
                </c:pt>
                <c:pt idx="11305">
                  <c:v>0.13084490740584442</c:v>
                </c:pt>
                <c:pt idx="11306">
                  <c:v>0.13085648148262408</c:v>
                </c:pt>
                <c:pt idx="11307">
                  <c:v>0.13086805555212777</c:v>
                </c:pt>
                <c:pt idx="11308">
                  <c:v>0.13087962962890742</c:v>
                </c:pt>
                <c:pt idx="11309">
                  <c:v>0.13089120369841112</c:v>
                </c:pt>
                <c:pt idx="11310">
                  <c:v>0.13090277777519077</c:v>
                </c:pt>
                <c:pt idx="11311">
                  <c:v>0.13091435185197042</c:v>
                </c:pt>
                <c:pt idx="11312">
                  <c:v>0.13092592592147412</c:v>
                </c:pt>
                <c:pt idx="11313">
                  <c:v>0.13093749999825377</c:v>
                </c:pt>
                <c:pt idx="11314">
                  <c:v>0.13094907407503342</c:v>
                </c:pt>
                <c:pt idx="11315">
                  <c:v>0.13096064814453712</c:v>
                </c:pt>
                <c:pt idx="11316">
                  <c:v>0.13097222222131677</c:v>
                </c:pt>
                <c:pt idx="11317">
                  <c:v>0.13098379629082046</c:v>
                </c:pt>
                <c:pt idx="11318">
                  <c:v>0.13099537036760012</c:v>
                </c:pt>
                <c:pt idx="11319">
                  <c:v>0.13100694444437977</c:v>
                </c:pt>
                <c:pt idx="11320">
                  <c:v>0.13101851851388346</c:v>
                </c:pt>
                <c:pt idx="11321">
                  <c:v>0.13103009259066312</c:v>
                </c:pt>
                <c:pt idx="11322">
                  <c:v>0.13104166666744277</c:v>
                </c:pt>
                <c:pt idx="11323">
                  <c:v>0.13105324073694646</c:v>
                </c:pt>
                <c:pt idx="11324">
                  <c:v>0.13106481481372612</c:v>
                </c:pt>
                <c:pt idx="11325">
                  <c:v>0.13107638888322981</c:v>
                </c:pt>
                <c:pt idx="11326">
                  <c:v>0.13108796296000946</c:v>
                </c:pt>
                <c:pt idx="11327">
                  <c:v>0.13109953703678912</c:v>
                </c:pt>
                <c:pt idx="11328">
                  <c:v>0.13111111110629281</c:v>
                </c:pt>
                <c:pt idx="11329">
                  <c:v>0.13112268518307246</c:v>
                </c:pt>
                <c:pt idx="11330">
                  <c:v>0.13113425925985212</c:v>
                </c:pt>
                <c:pt idx="11331">
                  <c:v>0.13114583332935581</c:v>
                </c:pt>
                <c:pt idx="11332">
                  <c:v>0.13115740740613546</c:v>
                </c:pt>
                <c:pt idx="11333">
                  <c:v>0.13116898147563916</c:v>
                </c:pt>
                <c:pt idx="11334">
                  <c:v>0.13118055555241881</c:v>
                </c:pt>
                <c:pt idx="11335">
                  <c:v>0.13119212962919846</c:v>
                </c:pt>
                <c:pt idx="11336">
                  <c:v>0.13120370369870216</c:v>
                </c:pt>
                <c:pt idx="11337">
                  <c:v>0.13121527777548181</c:v>
                </c:pt>
                <c:pt idx="11338">
                  <c:v>0.13122685185226146</c:v>
                </c:pt>
                <c:pt idx="11339">
                  <c:v>0.13123842592176516</c:v>
                </c:pt>
                <c:pt idx="11340">
                  <c:v>0.13124999999854481</c:v>
                </c:pt>
                <c:pt idx="11341">
                  <c:v>0.13126157407532446</c:v>
                </c:pt>
                <c:pt idx="11342">
                  <c:v>0.13127314814482816</c:v>
                </c:pt>
                <c:pt idx="11343">
                  <c:v>0.13128472222160781</c:v>
                </c:pt>
                <c:pt idx="11344">
                  <c:v>0.1312962962911115</c:v>
                </c:pt>
                <c:pt idx="11345">
                  <c:v>0.13130787036789116</c:v>
                </c:pt>
                <c:pt idx="11346">
                  <c:v>0.13131944444467081</c:v>
                </c:pt>
                <c:pt idx="11347">
                  <c:v>0.1313310185141745</c:v>
                </c:pt>
                <c:pt idx="11348">
                  <c:v>0.13134259259095415</c:v>
                </c:pt>
                <c:pt idx="11349">
                  <c:v>0.13135416666773381</c:v>
                </c:pt>
                <c:pt idx="11350">
                  <c:v>0.1313657407372375</c:v>
                </c:pt>
                <c:pt idx="11351">
                  <c:v>0.13137731481401715</c:v>
                </c:pt>
                <c:pt idx="11352">
                  <c:v>0.13138888888352085</c:v>
                </c:pt>
                <c:pt idx="11353">
                  <c:v>0.1314004629603005</c:v>
                </c:pt>
                <c:pt idx="11354">
                  <c:v>0.13141203703708015</c:v>
                </c:pt>
                <c:pt idx="11355">
                  <c:v>0.13142361110658385</c:v>
                </c:pt>
                <c:pt idx="11356">
                  <c:v>0.1314351851833635</c:v>
                </c:pt>
                <c:pt idx="11357">
                  <c:v>0.13144675926014315</c:v>
                </c:pt>
                <c:pt idx="11358">
                  <c:v>0.13145833332964685</c:v>
                </c:pt>
                <c:pt idx="11359">
                  <c:v>0.1314699074064265</c:v>
                </c:pt>
                <c:pt idx="11360">
                  <c:v>0.1314814814759302</c:v>
                </c:pt>
                <c:pt idx="11361">
                  <c:v>0.13149305555270985</c:v>
                </c:pt>
                <c:pt idx="11362">
                  <c:v>0.1315046296294895</c:v>
                </c:pt>
                <c:pt idx="11363">
                  <c:v>0.13151620369899319</c:v>
                </c:pt>
                <c:pt idx="11364">
                  <c:v>0.13152777777577285</c:v>
                </c:pt>
                <c:pt idx="11365">
                  <c:v>0.1315393518525525</c:v>
                </c:pt>
                <c:pt idx="11366">
                  <c:v>0.13155092592205619</c:v>
                </c:pt>
                <c:pt idx="11367">
                  <c:v>0.13156249999883585</c:v>
                </c:pt>
                <c:pt idx="11368">
                  <c:v>0.13157407406833954</c:v>
                </c:pt>
                <c:pt idx="11369">
                  <c:v>0.13158564814511919</c:v>
                </c:pt>
                <c:pt idx="11370">
                  <c:v>0.13159722222189885</c:v>
                </c:pt>
                <c:pt idx="11371">
                  <c:v>0.13160879629140254</c:v>
                </c:pt>
                <c:pt idx="11372">
                  <c:v>0.13162037036818219</c:v>
                </c:pt>
                <c:pt idx="11373">
                  <c:v>0.13163194444496185</c:v>
                </c:pt>
                <c:pt idx="11374">
                  <c:v>0.13164351851446554</c:v>
                </c:pt>
                <c:pt idx="11375">
                  <c:v>0.13165509259124519</c:v>
                </c:pt>
                <c:pt idx="11376">
                  <c:v>0.13166666666074889</c:v>
                </c:pt>
                <c:pt idx="11377">
                  <c:v>0.13167824073752854</c:v>
                </c:pt>
                <c:pt idx="11378">
                  <c:v>0.13168981481430819</c:v>
                </c:pt>
                <c:pt idx="11379">
                  <c:v>0.13170138888381189</c:v>
                </c:pt>
                <c:pt idx="11380">
                  <c:v>0.13171296296059154</c:v>
                </c:pt>
                <c:pt idx="11381">
                  <c:v>0.13172453703737119</c:v>
                </c:pt>
                <c:pt idx="11382">
                  <c:v>0.13173611110687489</c:v>
                </c:pt>
                <c:pt idx="11383">
                  <c:v>0.13174768518365454</c:v>
                </c:pt>
                <c:pt idx="11384">
                  <c:v>0.13175925926043419</c:v>
                </c:pt>
                <c:pt idx="11385">
                  <c:v>0.13177083332993789</c:v>
                </c:pt>
                <c:pt idx="11386">
                  <c:v>0.13178240740671754</c:v>
                </c:pt>
                <c:pt idx="11387">
                  <c:v>0.13179398147622123</c:v>
                </c:pt>
                <c:pt idx="11388">
                  <c:v>0.13180555555300089</c:v>
                </c:pt>
                <c:pt idx="11389">
                  <c:v>0.13181712962978054</c:v>
                </c:pt>
                <c:pt idx="11390">
                  <c:v>0.13182870369928423</c:v>
                </c:pt>
                <c:pt idx="11391">
                  <c:v>0.13184027777606389</c:v>
                </c:pt>
                <c:pt idx="11392">
                  <c:v>0.13185185185284354</c:v>
                </c:pt>
                <c:pt idx="11393">
                  <c:v>0.13186342592234723</c:v>
                </c:pt>
                <c:pt idx="11394">
                  <c:v>0.13187499999912689</c:v>
                </c:pt>
                <c:pt idx="11395">
                  <c:v>0.13188657406863058</c:v>
                </c:pt>
                <c:pt idx="11396">
                  <c:v>0.13189814814541023</c:v>
                </c:pt>
                <c:pt idx="11397">
                  <c:v>0.13190972222218988</c:v>
                </c:pt>
                <c:pt idx="11398">
                  <c:v>0.13192129629169358</c:v>
                </c:pt>
                <c:pt idx="11399">
                  <c:v>0.13193287036847323</c:v>
                </c:pt>
                <c:pt idx="11400">
                  <c:v>0.13194444444525288</c:v>
                </c:pt>
                <c:pt idx="11401">
                  <c:v>0.13195601851475658</c:v>
                </c:pt>
                <c:pt idx="11402">
                  <c:v>0.13196759259153623</c:v>
                </c:pt>
                <c:pt idx="11403">
                  <c:v>0.13197916666103993</c:v>
                </c:pt>
                <c:pt idx="11404">
                  <c:v>0.13199074073781958</c:v>
                </c:pt>
                <c:pt idx="11405">
                  <c:v>0.13200231481459923</c:v>
                </c:pt>
                <c:pt idx="11406">
                  <c:v>0.13201388888410293</c:v>
                </c:pt>
                <c:pt idx="11407">
                  <c:v>0.13202546296088258</c:v>
                </c:pt>
                <c:pt idx="11408">
                  <c:v>0.13203703703766223</c:v>
                </c:pt>
                <c:pt idx="11409">
                  <c:v>0.13204861110716593</c:v>
                </c:pt>
                <c:pt idx="11410">
                  <c:v>0.13206018518394558</c:v>
                </c:pt>
                <c:pt idx="11411">
                  <c:v>0.13207175925344927</c:v>
                </c:pt>
                <c:pt idx="11412">
                  <c:v>0.13208333333022892</c:v>
                </c:pt>
                <c:pt idx="11413">
                  <c:v>0.13209490740700858</c:v>
                </c:pt>
                <c:pt idx="11414">
                  <c:v>0.13210648147651227</c:v>
                </c:pt>
                <c:pt idx="11415">
                  <c:v>0.13211805555329192</c:v>
                </c:pt>
                <c:pt idx="11416">
                  <c:v>0.13212962963007158</c:v>
                </c:pt>
                <c:pt idx="11417">
                  <c:v>0.13214120369957527</c:v>
                </c:pt>
                <c:pt idx="11418">
                  <c:v>0.13215277777635492</c:v>
                </c:pt>
                <c:pt idx="11419">
                  <c:v>0.13216435185313458</c:v>
                </c:pt>
                <c:pt idx="11420">
                  <c:v>0.13217592592263827</c:v>
                </c:pt>
                <c:pt idx="11421">
                  <c:v>0.13218749999941792</c:v>
                </c:pt>
                <c:pt idx="11422">
                  <c:v>0.13219907406892162</c:v>
                </c:pt>
                <c:pt idx="11423">
                  <c:v>0.13221064814570127</c:v>
                </c:pt>
                <c:pt idx="11424">
                  <c:v>0.13222222222248092</c:v>
                </c:pt>
                <c:pt idx="11425">
                  <c:v>0.13223379629198462</c:v>
                </c:pt>
                <c:pt idx="11426">
                  <c:v>0.13224537036876427</c:v>
                </c:pt>
                <c:pt idx="11427">
                  <c:v>0.13225694444554392</c:v>
                </c:pt>
                <c:pt idx="11428">
                  <c:v>0.13226851851504762</c:v>
                </c:pt>
                <c:pt idx="11429">
                  <c:v>0.13228009259182727</c:v>
                </c:pt>
                <c:pt idx="11430">
                  <c:v>0.13229166666133096</c:v>
                </c:pt>
                <c:pt idx="11431">
                  <c:v>0.13230324073811062</c:v>
                </c:pt>
                <c:pt idx="11432">
                  <c:v>0.13231481481489027</c:v>
                </c:pt>
                <c:pt idx="11433">
                  <c:v>0.13232638888439396</c:v>
                </c:pt>
                <c:pt idx="11434">
                  <c:v>0.13233796296117362</c:v>
                </c:pt>
                <c:pt idx="11435">
                  <c:v>0.13234953703795327</c:v>
                </c:pt>
                <c:pt idx="11436">
                  <c:v>0.13236111110745696</c:v>
                </c:pt>
                <c:pt idx="11437">
                  <c:v>0.13237268518423662</c:v>
                </c:pt>
                <c:pt idx="11438">
                  <c:v>0.13238425925374031</c:v>
                </c:pt>
                <c:pt idx="11439">
                  <c:v>0.13239583333051996</c:v>
                </c:pt>
                <c:pt idx="11440">
                  <c:v>0.13240740740729962</c:v>
                </c:pt>
                <c:pt idx="11441">
                  <c:v>0.13241898147680331</c:v>
                </c:pt>
                <c:pt idx="11442">
                  <c:v>0.13243055555358296</c:v>
                </c:pt>
                <c:pt idx="11443">
                  <c:v>0.13244212963036261</c:v>
                </c:pt>
                <c:pt idx="11444">
                  <c:v>0.13245370369986631</c:v>
                </c:pt>
                <c:pt idx="11445">
                  <c:v>0.13246527777664596</c:v>
                </c:pt>
                <c:pt idx="11446">
                  <c:v>0.13247685184614966</c:v>
                </c:pt>
                <c:pt idx="11447">
                  <c:v>0.13248842592292931</c:v>
                </c:pt>
                <c:pt idx="11448">
                  <c:v>0.13249999999970896</c:v>
                </c:pt>
                <c:pt idx="11449">
                  <c:v>0.13251157406921266</c:v>
                </c:pt>
                <c:pt idx="11450">
                  <c:v>0.13252314814599231</c:v>
                </c:pt>
                <c:pt idx="11451">
                  <c:v>0.13253472222277196</c:v>
                </c:pt>
                <c:pt idx="11452">
                  <c:v>0.13254629629227566</c:v>
                </c:pt>
                <c:pt idx="11453">
                  <c:v>0.13255787036905531</c:v>
                </c:pt>
                <c:pt idx="11454">
                  <c:v>0.132569444438559</c:v>
                </c:pt>
                <c:pt idx="11455">
                  <c:v>0.13258101851533866</c:v>
                </c:pt>
                <c:pt idx="11456">
                  <c:v>0.13259259259211831</c:v>
                </c:pt>
                <c:pt idx="11457">
                  <c:v>0.132604166661622</c:v>
                </c:pt>
                <c:pt idx="11458">
                  <c:v>0.13261574073840166</c:v>
                </c:pt>
                <c:pt idx="11459">
                  <c:v>0.13262731481518131</c:v>
                </c:pt>
                <c:pt idx="11460">
                  <c:v>0.132638888884685</c:v>
                </c:pt>
                <c:pt idx="11461">
                  <c:v>0.13265046296146465</c:v>
                </c:pt>
                <c:pt idx="11462">
                  <c:v>0.13266203703824431</c:v>
                </c:pt>
                <c:pt idx="11463">
                  <c:v>0.132673611107748</c:v>
                </c:pt>
                <c:pt idx="11464">
                  <c:v>0.13268518518452765</c:v>
                </c:pt>
                <c:pt idx="11465">
                  <c:v>0.13269675925403135</c:v>
                </c:pt>
                <c:pt idx="11466">
                  <c:v>0.132708333330811</c:v>
                </c:pt>
                <c:pt idx="11467">
                  <c:v>0.13271990740759065</c:v>
                </c:pt>
                <c:pt idx="11468">
                  <c:v>0.13273148147709435</c:v>
                </c:pt>
                <c:pt idx="11469">
                  <c:v>0.132743055553874</c:v>
                </c:pt>
                <c:pt idx="11470">
                  <c:v>0.13275462963065365</c:v>
                </c:pt>
                <c:pt idx="11471">
                  <c:v>0.13276620370015735</c:v>
                </c:pt>
                <c:pt idx="11472">
                  <c:v>0.132777777776937</c:v>
                </c:pt>
                <c:pt idx="11473">
                  <c:v>0.1327893518464407</c:v>
                </c:pt>
                <c:pt idx="11474">
                  <c:v>0.13280092592322035</c:v>
                </c:pt>
                <c:pt idx="11475">
                  <c:v>0.1328125</c:v>
                </c:pt>
                <c:pt idx="11476">
                  <c:v>0.13282407406950369</c:v>
                </c:pt>
                <c:pt idx="11477">
                  <c:v>0.13283564814628335</c:v>
                </c:pt>
                <c:pt idx="11478">
                  <c:v>0.132847222223063</c:v>
                </c:pt>
                <c:pt idx="11479">
                  <c:v>0.13285879629256669</c:v>
                </c:pt>
                <c:pt idx="11480">
                  <c:v>0.13287037036934635</c:v>
                </c:pt>
                <c:pt idx="11481">
                  <c:v>0.13288194443885004</c:v>
                </c:pt>
                <c:pt idx="11482">
                  <c:v>0.13289351851562969</c:v>
                </c:pt>
                <c:pt idx="11483">
                  <c:v>0.13290509259240935</c:v>
                </c:pt>
                <c:pt idx="11484">
                  <c:v>0.13291666666191304</c:v>
                </c:pt>
                <c:pt idx="11485">
                  <c:v>0.13292824073869269</c:v>
                </c:pt>
                <c:pt idx="11486">
                  <c:v>0.13293981481547235</c:v>
                </c:pt>
                <c:pt idx="11487">
                  <c:v>0.13295138888497604</c:v>
                </c:pt>
                <c:pt idx="11488">
                  <c:v>0.13296296296175569</c:v>
                </c:pt>
                <c:pt idx="11489">
                  <c:v>0.13297453703125939</c:v>
                </c:pt>
                <c:pt idx="11490">
                  <c:v>0.13298611110803904</c:v>
                </c:pt>
                <c:pt idx="11491">
                  <c:v>0.13299768518481869</c:v>
                </c:pt>
                <c:pt idx="11492">
                  <c:v>0.13300925925432239</c:v>
                </c:pt>
                <c:pt idx="11493">
                  <c:v>0.13302083333110204</c:v>
                </c:pt>
                <c:pt idx="11494">
                  <c:v>0.13303240740788169</c:v>
                </c:pt>
                <c:pt idx="11495">
                  <c:v>0.13304398147738539</c:v>
                </c:pt>
                <c:pt idx="11496">
                  <c:v>0.13305555555416504</c:v>
                </c:pt>
                <c:pt idx="11497">
                  <c:v>0.13306712963094469</c:v>
                </c:pt>
                <c:pt idx="11498">
                  <c:v>0.13307870370044839</c:v>
                </c:pt>
                <c:pt idx="11499">
                  <c:v>0.13309027777722804</c:v>
                </c:pt>
                <c:pt idx="11500">
                  <c:v>0.13310185184673173</c:v>
                </c:pt>
                <c:pt idx="11501">
                  <c:v>0.13311342592351139</c:v>
                </c:pt>
                <c:pt idx="11502">
                  <c:v>0.13312500000029104</c:v>
                </c:pt>
                <c:pt idx="11503">
                  <c:v>0.13313657406979473</c:v>
                </c:pt>
                <c:pt idx="11504">
                  <c:v>0.13314814814657439</c:v>
                </c:pt>
                <c:pt idx="11505">
                  <c:v>0.13315972222335404</c:v>
                </c:pt>
                <c:pt idx="11506">
                  <c:v>0.13317129629285773</c:v>
                </c:pt>
                <c:pt idx="11507">
                  <c:v>0.13318287036963739</c:v>
                </c:pt>
                <c:pt idx="11508">
                  <c:v>0.13319444443914108</c:v>
                </c:pt>
                <c:pt idx="11509">
                  <c:v>0.13320601851592073</c:v>
                </c:pt>
                <c:pt idx="11510">
                  <c:v>0.13321759259270038</c:v>
                </c:pt>
                <c:pt idx="11511">
                  <c:v>0.13322916666220408</c:v>
                </c:pt>
                <c:pt idx="11512">
                  <c:v>0.13324074073898373</c:v>
                </c:pt>
                <c:pt idx="11513">
                  <c:v>0.13325231481576338</c:v>
                </c:pt>
                <c:pt idx="11514">
                  <c:v>0.13326388888526708</c:v>
                </c:pt>
                <c:pt idx="11515">
                  <c:v>0.13327546296204673</c:v>
                </c:pt>
                <c:pt idx="11516">
                  <c:v>0.13328703703155043</c:v>
                </c:pt>
                <c:pt idx="11517">
                  <c:v>0.13329861110833008</c:v>
                </c:pt>
                <c:pt idx="11518">
                  <c:v>0.13331018518510973</c:v>
                </c:pt>
                <c:pt idx="11519">
                  <c:v>0.13332175925461343</c:v>
                </c:pt>
                <c:pt idx="11520">
                  <c:v>0.13333333333139308</c:v>
                </c:pt>
                <c:pt idx="11521">
                  <c:v>0.13334490740817273</c:v>
                </c:pt>
                <c:pt idx="11522">
                  <c:v>0.13335648147767643</c:v>
                </c:pt>
                <c:pt idx="11523">
                  <c:v>0.13336805555445608</c:v>
                </c:pt>
                <c:pt idx="11524">
                  <c:v>0.13337962962395977</c:v>
                </c:pt>
                <c:pt idx="11525">
                  <c:v>0.13339120370073942</c:v>
                </c:pt>
                <c:pt idx="11526">
                  <c:v>0.13340277777751908</c:v>
                </c:pt>
                <c:pt idx="11527">
                  <c:v>0.13341435184702277</c:v>
                </c:pt>
                <c:pt idx="11528">
                  <c:v>0.13342592592380242</c:v>
                </c:pt>
                <c:pt idx="11529">
                  <c:v>0.13343750000058208</c:v>
                </c:pt>
                <c:pt idx="11530">
                  <c:v>0.13344907407008577</c:v>
                </c:pt>
                <c:pt idx="11531">
                  <c:v>0.13346064814686542</c:v>
                </c:pt>
                <c:pt idx="11532">
                  <c:v>0.13347222221636912</c:v>
                </c:pt>
                <c:pt idx="11533">
                  <c:v>0.13348379629314877</c:v>
                </c:pt>
                <c:pt idx="11534">
                  <c:v>0.13349537036992842</c:v>
                </c:pt>
                <c:pt idx="11535">
                  <c:v>0.13350694443943212</c:v>
                </c:pt>
                <c:pt idx="11536">
                  <c:v>0.13351851851621177</c:v>
                </c:pt>
                <c:pt idx="11537">
                  <c:v>0.13353009259299142</c:v>
                </c:pt>
                <c:pt idx="11538">
                  <c:v>0.13354166666249512</c:v>
                </c:pt>
                <c:pt idx="11539">
                  <c:v>0.13355324073927477</c:v>
                </c:pt>
                <c:pt idx="11540">
                  <c:v>0.13356481481605442</c:v>
                </c:pt>
                <c:pt idx="11541">
                  <c:v>0.13357638888555812</c:v>
                </c:pt>
                <c:pt idx="11542">
                  <c:v>0.13358796296233777</c:v>
                </c:pt>
                <c:pt idx="11543">
                  <c:v>0.13359953703184146</c:v>
                </c:pt>
                <c:pt idx="11544">
                  <c:v>0.13361111110862112</c:v>
                </c:pt>
                <c:pt idx="11545">
                  <c:v>0.13362268518540077</c:v>
                </c:pt>
                <c:pt idx="11546">
                  <c:v>0.13363425925490446</c:v>
                </c:pt>
                <c:pt idx="11547">
                  <c:v>0.13364583333168412</c:v>
                </c:pt>
                <c:pt idx="11548">
                  <c:v>0.13365740740846377</c:v>
                </c:pt>
                <c:pt idx="11549">
                  <c:v>0.13366898147796746</c:v>
                </c:pt>
                <c:pt idx="11550">
                  <c:v>0.13368055555474712</c:v>
                </c:pt>
                <c:pt idx="11551">
                  <c:v>0.13369212962425081</c:v>
                </c:pt>
                <c:pt idx="11552">
                  <c:v>0.13370370370103046</c:v>
                </c:pt>
                <c:pt idx="11553">
                  <c:v>0.13371527777781012</c:v>
                </c:pt>
                <c:pt idx="11554">
                  <c:v>0.13372685184731381</c:v>
                </c:pt>
                <c:pt idx="11555">
                  <c:v>0.13373842592409346</c:v>
                </c:pt>
                <c:pt idx="11556">
                  <c:v>0.13375000000087311</c:v>
                </c:pt>
                <c:pt idx="11557">
                  <c:v>0.13376157407037681</c:v>
                </c:pt>
                <c:pt idx="11558">
                  <c:v>0.13377314814715646</c:v>
                </c:pt>
                <c:pt idx="11559">
                  <c:v>0.13378472221666016</c:v>
                </c:pt>
                <c:pt idx="11560">
                  <c:v>0.13379629629343981</c:v>
                </c:pt>
                <c:pt idx="11561">
                  <c:v>0.13380787037021946</c:v>
                </c:pt>
                <c:pt idx="11562">
                  <c:v>0.13381944443972316</c:v>
                </c:pt>
                <c:pt idx="11563">
                  <c:v>0.13383101851650281</c:v>
                </c:pt>
                <c:pt idx="11564">
                  <c:v>0.13384259259328246</c:v>
                </c:pt>
                <c:pt idx="11565">
                  <c:v>0.13385416666278616</c:v>
                </c:pt>
                <c:pt idx="11566">
                  <c:v>0.13386574073956581</c:v>
                </c:pt>
                <c:pt idx="11567">
                  <c:v>0.1338773148090695</c:v>
                </c:pt>
                <c:pt idx="11568">
                  <c:v>0.13388888888584916</c:v>
                </c:pt>
                <c:pt idx="11569">
                  <c:v>0.13390046296262881</c:v>
                </c:pt>
                <c:pt idx="11570">
                  <c:v>0.1339120370321325</c:v>
                </c:pt>
                <c:pt idx="11571">
                  <c:v>0.13392361110891216</c:v>
                </c:pt>
                <c:pt idx="11572">
                  <c:v>0.13393518518569181</c:v>
                </c:pt>
                <c:pt idx="11573">
                  <c:v>0.1339467592551955</c:v>
                </c:pt>
                <c:pt idx="11574">
                  <c:v>0.13395833333197515</c:v>
                </c:pt>
                <c:pt idx="11575">
                  <c:v>0.13396990740147885</c:v>
                </c:pt>
                <c:pt idx="11576">
                  <c:v>0.1339814814782585</c:v>
                </c:pt>
                <c:pt idx="11577">
                  <c:v>0.13399305555503815</c:v>
                </c:pt>
                <c:pt idx="11578">
                  <c:v>0.13400462962454185</c:v>
                </c:pt>
                <c:pt idx="11579">
                  <c:v>0.1340162037013215</c:v>
                </c:pt>
                <c:pt idx="11580">
                  <c:v>0.13402777777810115</c:v>
                </c:pt>
                <c:pt idx="11581">
                  <c:v>0.13403935184760485</c:v>
                </c:pt>
                <c:pt idx="11582">
                  <c:v>0.1340509259243845</c:v>
                </c:pt>
                <c:pt idx="11583">
                  <c:v>0.13406250000116415</c:v>
                </c:pt>
                <c:pt idx="11584">
                  <c:v>0.13407407407066785</c:v>
                </c:pt>
                <c:pt idx="11585">
                  <c:v>0.1340856481474475</c:v>
                </c:pt>
                <c:pt idx="11586">
                  <c:v>0.1340972222169512</c:v>
                </c:pt>
                <c:pt idx="11587">
                  <c:v>0.13410879629373085</c:v>
                </c:pt>
                <c:pt idx="11588">
                  <c:v>0.1341203703705105</c:v>
                </c:pt>
                <c:pt idx="11589">
                  <c:v>0.13413194444001419</c:v>
                </c:pt>
                <c:pt idx="11590">
                  <c:v>0.13414351851679385</c:v>
                </c:pt>
                <c:pt idx="11591">
                  <c:v>0.1341550925935735</c:v>
                </c:pt>
                <c:pt idx="11592">
                  <c:v>0.13416666666307719</c:v>
                </c:pt>
                <c:pt idx="11593">
                  <c:v>0.13417824073985685</c:v>
                </c:pt>
                <c:pt idx="11594">
                  <c:v>0.13418981480936054</c:v>
                </c:pt>
                <c:pt idx="11595">
                  <c:v>0.13420138888614019</c:v>
                </c:pt>
                <c:pt idx="11596">
                  <c:v>0.13421296296291985</c:v>
                </c:pt>
                <c:pt idx="11597">
                  <c:v>0.13422453703242354</c:v>
                </c:pt>
                <c:pt idx="11598">
                  <c:v>0.13423611110920319</c:v>
                </c:pt>
                <c:pt idx="11599">
                  <c:v>0.13424768518598285</c:v>
                </c:pt>
                <c:pt idx="11600">
                  <c:v>0.13425925925548654</c:v>
                </c:pt>
                <c:pt idx="11601">
                  <c:v>0.13427083333226619</c:v>
                </c:pt>
                <c:pt idx="11602">
                  <c:v>0.13428240740176989</c:v>
                </c:pt>
                <c:pt idx="11603">
                  <c:v>0.13429398147854954</c:v>
                </c:pt>
                <c:pt idx="11604">
                  <c:v>0.13430555555532919</c:v>
                </c:pt>
                <c:pt idx="11605">
                  <c:v>0.13431712962483289</c:v>
                </c:pt>
                <c:pt idx="11606">
                  <c:v>0.13432870370161254</c:v>
                </c:pt>
                <c:pt idx="11607">
                  <c:v>0.13434027777839219</c:v>
                </c:pt>
                <c:pt idx="11608">
                  <c:v>0.13435185184789589</c:v>
                </c:pt>
                <c:pt idx="11609">
                  <c:v>0.13436342592467554</c:v>
                </c:pt>
                <c:pt idx="11610">
                  <c:v>0.13437499999417923</c:v>
                </c:pt>
                <c:pt idx="11611">
                  <c:v>0.13438657407095889</c:v>
                </c:pt>
                <c:pt idx="11612">
                  <c:v>0.13439814814773854</c:v>
                </c:pt>
                <c:pt idx="11613">
                  <c:v>0.13440972221724223</c:v>
                </c:pt>
                <c:pt idx="11614">
                  <c:v>0.13442129629402189</c:v>
                </c:pt>
                <c:pt idx="11615">
                  <c:v>0.13443287037080154</c:v>
                </c:pt>
                <c:pt idx="11616">
                  <c:v>0.13444444444030523</c:v>
                </c:pt>
                <c:pt idx="11617">
                  <c:v>0.13445601851708489</c:v>
                </c:pt>
                <c:pt idx="11618">
                  <c:v>0.13446759259386454</c:v>
                </c:pt>
                <c:pt idx="11619">
                  <c:v>0.13447916666336823</c:v>
                </c:pt>
                <c:pt idx="11620">
                  <c:v>0.13449074074014788</c:v>
                </c:pt>
                <c:pt idx="11621">
                  <c:v>0.13450231480965158</c:v>
                </c:pt>
                <c:pt idx="11622">
                  <c:v>0.13451388888643123</c:v>
                </c:pt>
                <c:pt idx="11623">
                  <c:v>0.13452546296321088</c:v>
                </c:pt>
                <c:pt idx="11624">
                  <c:v>0.13453703703271458</c:v>
                </c:pt>
                <c:pt idx="11625">
                  <c:v>0.13454861110949423</c:v>
                </c:pt>
                <c:pt idx="11626">
                  <c:v>0.13456018518627388</c:v>
                </c:pt>
                <c:pt idx="11627">
                  <c:v>0.13457175925577758</c:v>
                </c:pt>
                <c:pt idx="11628">
                  <c:v>0.13458333333255723</c:v>
                </c:pt>
                <c:pt idx="11629">
                  <c:v>0.13459490740206093</c:v>
                </c:pt>
                <c:pt idx="11630">
                  <c:v>0.13460648147884058</c:v>
                </c:pt>
                <c:pt idx="11631">
                  <c:v>0.13461805555562023</c:v>
                </c:pt>
                <c:pt idx="11632">
                  <c:v>0.13462962962512393</c:v>
                </c:pt>
                <c:pt idx="11633">
                  <c:v>0.13464120370190358</c:v>
                </c:pt>
                <c:pt idx="11634">
                  <c:v>0.13465277777868323</c:v>
                </c:pt>
                <c:pt idx="11635">
                  <c:v>0.13466435184818693</c:v>
                </c:pt>
                <c:pt idx="11636">
                  <c:v>0.13467592592496658</c:v>
                </c:pt>
                <c:pt idx="11637">
                  <c:v>0.13468749999447027</c:v>
                </c:pt>
                <c:pt idx="11638">
                  <c:v>0.13469907407124992</c:v>
                </c:pt>
                <c:pt idx="11639">
                  <c:v>0.13471064814802958</c:v>
                </c:pt>
                <c:pt idx="11640">
                  <c:v>0.13472222221753327</c:v>
                </c:pt>
                <c:pt idx="11641">
                  <c:v>0.13473379629431292</c:v>
                </c:pt>
                <c:pt idx="11642">
                  <c:v>0.13474537037109258</c:v>
                </c:pt>
                <c:pt idx="11643">
                  <c:v>0.13475694444059627</c:v>
                </c:pt>
                <c:pt idx="11644">
                  <c:v>0.13476851851737592</c:v>
                </c:pt>
                <c:pt idx="11645">
                  <c:v>0.13478009258687962</c:v>
                </c:pt>
                <c:pt idx="11646">
                  <c:v>0.13479166666365927</c:v>
                </c:pt>
                <c:pt idx="11647">
                  <c:v>0.13480324074043892</c:v>
                </c:pt>
                <c:pt idx="11648">
                  <c:v>0.13481481480994262</c:v>
                </c:pt>
                <c:pt idx="11649">
                  <c:v>0.13482638888672227</c:v>
                </c:pt>
                <c:pt idx="11650">
                  <c:v>0.13483796296350192</c:v>
                </c:pt>
                <c:pt idx="11651">
                  <c:v>0.13484953703300562</c:v>
                </c:pt>
                <c:pt idx="11652">
                  <c:v>0.13486111110978527</c:v>
                </c:pt>
                <c:pt idx="11653">
                  <c:v>0.13487268517928896</c:v>
                </c:pt>
                <c:pt idx="11654">
                  <c:v>0.13488425925606862</c:v>
                </c:pt>
                <c:pt idx="11655">
                  <c:v>0.13489583333284827</c:v>
                </c:pt>
                <c:pt idx="11656">
                  <c:v>0.13490740740235196</c:v>
                </c:pt>
                <c:pt idx="11657">
                  <c:v>0.13491898147913162</c:v>
                </c:pt>
                <c:pt idx="11658">
                  <c:v>0.13493055555591127</c:v>
                </c:pt>
                <c:pt idx="11659">
                  <c:v>0.13494212962541496</c:v>
                </c:pt>
                <c:pt idx="11660">
                  <c:v>0.13495370370219462</c:v>
                </c:pt>
                <c:pt idx="11661">
                  <c:v>0.13496527777897427</c:v>
                </c:pt>
                <c:pt idx="11662">
                  <c:v>0.13497685184847796</c:v>
                </c:pt>
                <c:pt idx="11663">
                  <c:v>0.13498842592525762</c:v>
                </c:pt>
                <c:pt idx="11664">
                  <c:v>0.13499999999476131</c:v>
                </c:pt>
                <c:pt idx="11665">
                  <c:v>0.13501157407154096</c:v>
                </c:pt>
                <c:pt idx="11666">
                  <c:v>0.13502314814832062</c:v>
                </c:pt>
                <c:pt idx="11667">
                  <c:v>0.13503472221782431</c:v>
                </c:pt>
                <c:pt idx="11668">
                  <c:v>0.13504629629460396</c:v>
                </c:pt>
                <c:pt idx="11669">
                  <c:v>0.13505787037138361</c:v>
                </c:pt>
                <c:pt idx="11670">
                  <c:v>0.13506944444088731</c:v>
                </c:pt>
                <c:pt idx="11671">
                  <c:v>0.13508101851766696</c:v>
                </c:pt>
                <c:pt idx="11672">
                  <c:v>0.13509259258717066</c:v>
                </c:pt>
                <c:pt idx="11673">
                  <c:v>0.13510416666395031</c:v>
                </c:pt>
                <c:pt idx="11674">
                  <c:v>0.13511574074072996</c:v>
                </c:pt>
                <c:pt idx="11675">
                  <c:v>0.13512731481023366</c:v>
                </c:pt>
                <c:pt idx="11676">
                  <c:v>0.13513888888701331</c:v>
                </c:pt>
                <c:pt idx="11677">
                  <c:v>0.13515046296379296</c:v>
                </c:pt>
                <c:pt idx="11678">
                  <c:v>0.13516203703329666</c:v>
                </c:pt>
                <c:pt idx="11679">
                  <c:v>0.13517361111007631</c:v>
                </c:pt>
                <c:pt idx="11680">
                  <c:v>0.13518518517958</c:v>
                </c:pt>
                <c:pt idx="11681">
                  <c:v>0.13519675925635966</c:v>
                </c:pt>
                <c:pt idx="11682">
                  <c:v>0.13520833333313931</c:v>
                </c:pt>
                <c:pt idx="11683">
                  <c:v>0.135219907402643</c:v>
                </c:pt>
                <c:pt idx="11684">
                  <c:v>0.13523148147942265</c:v>
                </c:pt>
                <c:pt idx="11685">
                  <c:v>0.13524305555620231</c:v>
                </c:pt>
                <c:pt idx="11686">
                  <c:v>0.135254629625706</c:v>
                </c:pt>
                <c:pt idx="11687">
                  <c:v>0.13526620370248565</c:v>
                </c:pt>
                <c:pt idx="11688">
                  <c:v>0.13527777777198935</c:v>
                </c:pt>
                <c:pt idx="11689">
                  <c:v>0.135289351848769</c:v>
                </c:pt>
                <c:pt idx="11690">
                  <c:v>0.13530092592554865</c:v>
                </c:pt>
                <c:pt idx="11691">
                  <c:v>0.13531249999505235</c:v>
                </c:pt>
                <c:pt idx="11692">
                  <c:v>0.135324074071832</c:v>
                </c:pt>
                <c:pt idx="11693">
                  <c:v>0.13533564814861165</c:v>
                </c:pt>
                <c:pt idx="11694">
                  <c:v>0.13534722221811535</c:v>
                </c:pt>
                <c:pt idx="11695">
                  <c:v>0.135358796294895</c:v>
                </c:pt>
                <c:pt idx="11696">
                  <c:v>0.13537037037167465</c:v>
                </c:pt>
                <c:pt idx="11697">
                  <c:v>0.13538194444117835</c:v>
                </c:pt>
                <c:pt idx="11698">
                  <c:v>0.135393518517958</c:v>
                </c:pt>
                <c:pt idx="11699">
                  <c:v>0.1354050925874617</c:v>
                </c:pt>
                <c:pt idx="11700">
                  <c:v>0.13541666666424135</c:v>
                </c:pt>
                <c:pt idx="11701">
                  <c:v>0.135428240741021</c:v>
                </c:pt>
                <c:pt idx="11702">
                  <c:v>0.13543981481052469</c:v>
                </c:pt>
                <c:pt idx="11703">
                  <c:v>0.13545138888730435</c:v>
                </c:pt>
                <c:pt idx="11704">
                  <c:v>0.135462962964084</c:v>
                </c:pt>
                <c:pt idx="11705">
                  <c:v>0.13547453703358769</c:v>
                </c:pt>
                <c:pt idx="11706">
                  <c:v>0.13548611111036735</c:v>
                </c:pt>
                <c:pt idx="11707">
                  <c:v>0.13549768517987104</c:v>
                </c:pt>
                <c:pt idx="11708">
                  <c:v>0.13550925925665069</c:v>
                </c:pt>
                <c:pt idx="11709">
                  <c:v>0.13552083333343035</c:v>
                </c:pt>
                <c:pt idx="11710">
                  <c:v>0.13553240740293404</c:v>
                </c:pt>
                <c:pt idx="11711">
                  <c:v>0.13554398147971369</c:v>
                </c:pt>
                <c:pt idx="11712">
                  <c:v>0.13555555555649335</c:v>
                </c:pt>
                <c:pt idx="11713">
                  <c:v>0.13556712962599704</c:v>
                </c:pt>
                <c:pt idx="11714">
                  <c:v>0.13557870370277669</c:v>
                </c:pt>
                <c:pt idx="11715">
                  <c:v>0.13559027777228039</c:v>
                </c:pt>
                <c:pt idx="11716">
                  <c:v>0.13560185184906004</c:v>
                </c:pt>
                <c:pt idx="11717">
                  <c:v>0.13561342592583969</c:v>
                </c:pt>
                <c:pt idx="11718">
                  <c:v>0.13562499999534339</c:v>
                </c:pt>
                <c:pt idx="11719">
                  <c:v>0.13563657407212304</c:v>
                </c:pt>
                <c:pt idx="11720">
                  <c:v>0.13564814814890269</c:v>
                </c:pt>
                <c:pt idx="11721">
                  <c:v>0.13565972221840639</c:v>
                </c:pt>
                <c:pt idx="11722">
                  <c:v>0.13567129629518604</c:v>
                </c:pt>
                <c:pt idx="11723">
                  <c:v>0.13568287036468973</c:v>
                </c:pt>
                <c:pt idx="11724">
                  <c:v>0.13569444444146939</c:v>
                </c:pt>
                <c:pt idx="11725">
                  <c:v>0.13570601851824904</c:v>
                </c:pt>
                <c:pt idx="11726">
                  <c:v>0.13571759258775273</c:v>
                </c:pt>
                <c:pt idx="11727">
                  <c:v>0.13572916666453239</c:v>
                </c:pt>
                <c:pt idx="11728">
                  <c:v>0.13574074074131204</c:v>
                </c:pt>
                <c:pt idx="11729">
                  <c:v>0.13575231481081573</c:v>
                </c:pt>
                <c:pt idx="11730">
                  <c:v>0.13576388888759539</c:v>
                </c:pt>
                <c:pt idx="11731">
                  <c:v>0.13577546295709908</c:v>
                </c:pt>
                <c:pt idx="11732">
                  <c:v>0.13578703703387873</c:v>
                </c:pt>
                <c:pt idx="11733">
                  <c:v>0.13579861111065838</c:v>
                </c:pt>
                <c:pt idx="11734">
                  <c:v>0.13581018518016208</c:v>
                </c:pt>
                <c:pt idx="11735">
                  <c:v>0.13582175925694173</c:v>
                </c:pt>
                <c:pt idx="11736">
                  <c:v>0.13583333333372138</c:v>
                </c:pt>
                <c:pt idx="11737">
                  <c:v>0.13584490740322508</c:v>
                </c:pt>
                <c:pt idx="11738">
                  <c:v>0.13585648148000473</c:v>
                </c:pt>
                <c:pt idx="11739">
                  <c:v>0.13586805555678438</c:v>
                </c:pt>
                <c:pt idx="11740">
                  <c:v>0.13587962962628808</c:v>
                </c:pt>
                <c:pt idx="11741">
                  <c:v>0.13589120370306773</c:v>
                </c:pt>
                <c:pt idx="11742">
                  <c:v>0.13590277777257143</c:v>
                </c:pt>
                <c:pt idx="11743">
                  <c:v>0.13591435184935108</c:v>
                </c:pt>
                <c:pt idx="11744">
                  <c:v>0.13592592592613073</c:v>
                </c:pt>
                <c:pt idx="11745">
                  <c:v>0.13593749999563443</c:v>
                </c:pt>
                <c:pt idx="11746">
                  <c:v>0.13594907407241408</c:v>
                </c:pt>
                <c:pt idx="11747">
                  <c:v>0.13596064814919373</c:v>
                </c:pt>
                <c:pt idx="11748">
                  <c:v>0.13597222221869742</c:v>
                </c:pt>
                <c:pt idx="11749">
                  <c:v>0.13598379629547708</c:v>
                </c:pt>
                <c:pt idx="11750">
                  <c:v>0.13599537036498077</c:v>
                </c:pt>
                <c:pt idx="11751">
                  <c:v>0.13600694444176042</c:v>
                </c:pt>
                <c:pt idx="11752">
                  <c:v>0.13601851851854008</c:v>
                </c:pt>
                <c:pt idx="11753">
                  <c:v>0.13603009258804377</c:v>
                </c:pt>
                <c:pt idx="11754">
                  <c:v>0.13604166666482342</c:v>
                </c:pt>
                <c:pt idx="11755">
                  <c:v>0.13605324074160308</c:v>
                </c:pt>
                <c:pt idx="11756">
                  <c:v>0.13606481481110677</c:v>
                </c:pt>
                <c:pt idx="11757">
                  <c:v>0.13607638888788642</c:v>
                </c:pt>
                <c:pt idx="11758">
                  <c:v>0.13608796295739012</c:v>
                </c:pt>
                <c:pt idx="11759">
                  <c:v>0.13609953703416977</c:v>
                </c:pt>
                <c:pt idx="11760">
                  <c:v>0.13611111111094942</c:v>
                </c:pt>
                <c:pt idx="11761">
                  <c:v>0.13612268518045312</c:v>
                </c:pt>
                <c:pt idx="11762">
                  <c:v>0.13613425925723277</c:v>
                </c:pt>
                <c:pt idx="11763">
                  <c:v>0.13614583333401242</c:v>
                </c:pt>
                <c:pt idx="11764">
                  <c:v>0.13615740740351612</c:v>
                </c:pt>
                <c:pt idx="11765">
                  <c:v>0.13616898148029577</c:v>
                </c:pt>
                <c:pt idx="11766">
                  <c:v>0.13618055554979946</c:v>
                </c:pt>
                <c:pt idx="11767">
                  <c:v>0.13619212962657912</c:v>
                </c:pt>
                <c:pt idx="11768">
                  <c:v>0.13620370370335877</c:v>
                </c:pt>
                <c:pt idx="11769">
                  <c:v>0.13621527777286246</c:v>
                </c:pt>
                <c:pt idx="11770">
                  <c:v>0.13622685184964212</c:v>
                </c:pt>
                <c:pt idx="11771">
                  <c:v>0.13623842592642177</c:v>
                </c:pt>
                <c:pt idx="11772">
                  <c:v>0.13624999999592546</c:v>
                </c:pt>
                <c:pt idx="11773">
                  <c:v>0.13626157407270512</c:v>
                </c:pt>
                <c:pt idx="11774">
                  <c:v>0.13627314814948477</c:v>
                </c:pt>
                <c:pt idx="11775">
                  <c:v>0.13628472221898846</c:v>
                </c:pt>
                <c:pt idx="11776">
                  <c:v>0.13629629629576812</c:v>
                </c:pt>
                <c:pt idx="11777">
                  <c:v>0.13630787036527181</c:v>
                </c:pt>
                <c:pt idx="11778">
                  <c:v>0.13631944444205146</c:v>
                </c:pt>
                <c:pt idx="11779">
                  <c:v>0.13633101851883112</c:v>
                </c:pt>
                <c:pt idx="11780">
                  <c:v>0.13634259258833481</c:v>
                </c:pt>
                <c:pt idx="11781">
                  <c:v>0.13635416666511446</c:v>
                </c:pt>
                <c:pt idx="11782">
                  <c:v>0.13636574074189411</c:v>
                </c:pt>
                <c:pt idx="11783">
                  <c:v>0.13637731481139781</c:v>
                </c:pt>
                <c:pt idx="11784">
                  <c:v>0.13638888888817746</c:v>
                </c:pt>
                <c:pt idx="11785">
                  <c:v>0.13640046295768116</c:v>
                </c:pt>
                <c:pt idx="11786">
                  <c:v>0.13641203703446081</c:v>
                </c:pt>
                <c:pt idx="11787">
                  <c:v>0.13642361111124046</c:v>
                </c:pt>
                <c:pt idx="11788">
                  <c:v>0.13643518518074416</c:v>
                </c:pt>
                <c:pt idx="11789">
                  <c:v>0.13644675925752381</c:v>
                </c:pt>
                <c:pt idx="11790">
                  <c:v>0.13645833333430346</c:v>
                </c:pt>
                <c:pt idx="11791">
                  <c:v>0.13646990740380716</c:v>
                </c:pt>
                <c:pt idx="11792">
                  <c:v>0.13648148148058681</c:v>
                </c:pt>
                <c:pt idx="11793">
                  <c:v>0.1364930555500905</c:v>
                </c:pt>
                <c:pt idx="11794">
                  <c:v>0.13650462962687016</c:v>
                </c:pt>
                <c:pt idx="11795">
                  <c:v>0.13651620370364981</c:v>
                </c:pt>
                <c:pt idx="11796">
                  <c:v>0.1365277777731535</c:v>
                </c:pt>
                <c:pt idx="11797">
                  <c:v>0.13653935184993315</c:v>
                </c:pt>
                <c:pt idx="11798">
                  <c:v>0.13655092592671281</c:v>
                </c:pt>
                <c:pt idx="11799">
                  <c:v>0.1365624999962165</c:v>
                </c:pt>
                <c:pt idx="11800">
                  <c:v>0.13657407407299615</c:v>
                </c:pt>
                <c:pt idx="11801">
                  <c:v>0.13658564814249985</c:v>
                </c:pt>
                <c:pt idx="11802">
                  <c:v>0.1365972222192795</c:v>
                </c:pt>
                <c:pt idx="11803">
                  <c:v>0.13660879629605915</c:v>
                </c:pt>
                <c:pt idx="11804">
                  <c:v>0.13662037036556285</c:v>
                </c:pt>
                <c:pt idx="11805">
                  <c:v>0.1366319444423425</c:v>
                </c:pt>
                <c:pt idx="11806">
                  <c:v>0.13664351851912215</c:v>
                </c:pt>
                <c:pt idx="11807">
                  <c:v>0.13665509258862585</c:v>
                </c:pt>
                <c:pt idx="11808">
                  <c:v>0.1366666666654055</c:v>
                </c:pt>
                <c:pt idx="11809">
                  <c:v>0.1366782407349092</c:v>
                </c:pt>
                <c:pt idx="11810">
                  <c:v>0.13668981481168885</c:v>
                </c:pt>
                <c:pt idx="11811">
                  <c:v>0.1367013888884685</c:v>
                </c:pt>
                <c:pt idx="11812">
                  <c:v>0.13671296295797219</c:v>
                </c:pt>
                <c:pt idx="11813">
                  <c:v>0.13672453703475185</c:v>
                </c:pt>
                <c:pt idx="11814">
                  <c:v>0.1367361111115315</c:v>
                </c:pt>
                <c:pt idx="11815">
                  <c:v>0.13674768518103519</c:v>
                </c:pt>
                <c:pt idx="11816">
                  <c:v>0.13675925925781485</c:v>
                </c:pt>
                <c:pt idx="11817">
                  <c:v>0.1367708333345945</c:v>
                </c:pt>
                <c:pt idx="11818">
                  <c:v>0.13678240740409819</c:v>
                </c:pt>
                <c:pt idx="11819">
                  <c:v>0.13679398148087785</c:v>
                </c:pt>
                <c:pt idx="11820">
                  <c:v>0.13680555555038154</c:v>
                </c:pt>
                <c:pt idx="11821">
                  <c:v>0.13681712962716119</c:v>
                </c:pt>
                <c:pt idx="11822">
                  <c:v>0.13682870370394085</c:v>
                </c:pt>
                <c:pt idx="11823">
                  <c:v>0.13684027777344454</c:v>
                </c:pt>
                <c:pt idx="11824">
                  <c:v>0.13685185185022419</c:v>
                </c:pt>
                <c:pt idx="11825">
                  <c:v>0.13686342592700385</c:v>
                </c:pt>
                <c:pt idx="11826">
                  <c:v>0.13687499999650754</c:v>
                </c:pt>
                <c:pt idx="11827">
                  <c:v>0.13688657407328719</c:v>
                </c:pt>
                <c:pt idx="11828">
                  <c:v>0.13689814814279089</c:v>
                </c:pt>
                <c:pt idx="11829">
                  <c:v>0.13690972221957054</c:v>
                </c:pt>
                <c:pt idx="11830">
                  <c:v>0.13692129629635019</c:v>
                </c:pt>
                <c:pt idx="11831">
                  <c:v>0.13693287036585389</c:v>
                </c:pt>
                <c:pt idx="11832">
                  <c:v>0.13694444444263354</c:v>
                </c:pt>
                <c:pt idx="11833">
                  <c:v>0.13695601851941319</c:v>
                </c:pt>
                <c:pt idx="11834">
                  <c:v>0.13696759258891689</c:v>
                </c:pt>
                <c:pt idx="11835">
                  <c:v>0.13697916666569654</c:v>
                </c:pt>
                <c:pt idx="11836">
                  <c:v>0.13699074073520023</c:v>
                </c:pt>
                <c:pt idx="11837">
                  <c:v>0.13700231481197989</c:v>
                </c:pt>
                <c:pt idx="11838">
                  <c:v>0.13701388888875954</c:v>
                </c:pt>
                <c:pt idx="11839">
                  <c:v>0.13702546295826323</c:v>
                </c:pt>
                <c:pt idx="11840">
                  <c:v>0.13703703703504289</c:v>
                </c:pt>
                <c:pt idx="11841">
                  <c:v>0.13704861111182254</c:v>
                </c:pt>
                <c:pt idx="11842">
                  <c:v>0.13706018518132623</c:v>
                </c:pt>
                <c:pt idx="11843">
                  <c:v>0.13707175925810589</c:v>
                </c:pt>
                <c:pt idx="11844">
                  <c:v>0.13708333332760958</c:v>
                </c:pt>
                <c:pt idx="11845">
                  <c:v>0.13709490740438923</c:v>
                </c:pt>
                <c:pt idx="11846">
                  <c:v>0.13710648148116888</c:v>
                </c:pt>
                <c:pt idx="11847">
                  <c:v>0.13711805555067258</c:v>
                </c:pt>
                <c:pt idx="11848">
                  <c:v>0.13712962962745223</c:v>
                </c:pt>
                <c:pt idx="11849">
                  <c:v>0.13714120370423188</c:v>
                </c:pt>
                <c:pt idx="11850">
                  <c:v>0.13715277777373558</c:v>
                </c:pt>
                <c:pt idx="11851">
                  <c:v>0.13716435185051523</c:v>
                </c:pt>
                <c:pt idx="11852">
                  <c:v>0.13717592592001893</c:v>
                </c:pt>
                <c:pt idx="11853">
                  <c:v>0.13718749999679858</c:v>
                </c:pt>
                <c:pt idx="11854">
                  <c:v>0.13719907407357823</c:v>
                </c:pt>
                <c:pt idx="11855">
                  <c:v>0.13721064814308193</c:v>
                </c:pt>
                <c:pt idx="11856">
                  <c:v>0.13722222221986158</c:v>
                </c:pt>
                <c:pt idx="11857">
                  <c:v>0.13723379629664123</c:v>
                </c:pt>
                <c:pt idx="11858">
                  <c:v>0.13724537036614493</c:v>
                </c:pt>
                <c:pt idx="11859">
                  <c:v>0.13725694444292458</c:v>
                </c:pt>
                <c:pt idx="11860">
                  <c:v>0.13726851851970423</c:v>
                </c:pt>
                <c:pt idx="11861">
                  <c:v>0.13728009258920792</c:v>
                </c:pt>
                <c:pt idx="11862">
                  <c:v>0.13729166666598758</c:v>
                </c:pt>
                <c:pt idx="11863">
                  <c:v>0.13730324073549127</c:v>
                </c:pt>
                <c:pt idx="11864">
                  <c:v>0.13731481481227092</c:v>
                </c:pt>
                <c:pt idx="11865">
                  <c:v>0.13732638888905058</c:v>
                </c:pt>
                <c:pt idx="11866">
                  <c:v>0.13733796295855427</c:v>
                </c:pt>
                <c:pt idx="11867">
                  <c:v>0.13734953703533392</c:v>
                </c:pt>
                <c:pt idx="11868">
                  <c:v>0.13736111111211358</c:v>
                </c:pt>
                <c:pt idx="11869">
                  <c:v>0.13737268518161727</c:v>
                </c:pt>
                <c:pt idx="11870">
                  <c:v>0.13738425925839692</c:v>
                </c:pt>
                <c:pt idx="11871">
                  <c:v>0.13739583332790062</c:v>
                </c:pt>
                <c:pt idx="11872">
                  <c:v>0.13740740740468027</c:v>
                </c:pt>
                <c:pt idx="11873">
                  <c:v>0.13741898148145992</c:v>
                </c:pt>
                <c:pt idx="11874">
                  <c:v>0.13743055555096362</c:v>
                </c:pt>
                <c:pt idx="11875">
                  <c:v>0.13744212962774327</c:v>
                </c:pt>
                <c:pt idx="11876">
                  <c:v>0.13745370370452292</c:v>
                </c:pt>
                <c:pt idx="11877">
                  <c:v>0.13746527777402662</c:v>
                </c:pt>
                <c:pt idx="11878">
                  <c:v>0.13747685185080627</c:v>
                </c:pt>
                <c:pt idx="11879">
                  <c:v>0.13748842592030996</c:v>
                </c:pt>
                <c:pt idx="11880">
                  <c:v>0.13749999999708962</c:v>
                </c:pt>
                <c:pt idx="11881">
                  <c:v>0.13751157407386927</c:v>
                </c:pt>
                <c:pt idx="11882">
                  <c:v>0.13752314814337296</c:v>
                </c:pt>
                <c:pt idx="11883">
                  <c:v>0.13753472222015262</c:v>
                </c:pt>
                <c:pt idx="11884">
                  <c:v>0.13754629629693227</c:v>
                </c:pt>
                <c:pt idx="11885">
                  <c:v>0.13755787036643596</c:v>
                </c:pt>
                <c:pt idx="11886">
                  <c:v>0.13756944444321562</c:v>
                </c:pt>
                <c:pt idx="11887">
                  <c:v>0.13758101851271931</c:v>
                </c:pt>
                <c:pt idx="11888">
                  <c:v>0.13759259258949896</c:v>
                </c:pt>
                <c:pt idx="11889">
                  <c:v>0.13760416666627862</c:v>
                </c:pt>
                <c:pt idx="11890">
                  <c:v>0.13761574073578231</c:v>
                </c:pt>
                <c:pt idx="11891">
                  <c:v>0.13762731481256196</c:v>
                </c:pt>
                <c:pt idx="11892">
                  <c:v>0.13763888888934162</c:v>
                </c:pt>
                <c:pt idx="11893">
                  <c:v>0.13765046295884531</c:v>
                </c:pt>
                <c:pt idx="11894">
                  <c:v>0.13766203703562496</c:v>
                </c:pt>
                <c:pt idx="11895">
                  <c:v>0.13767361111240461</c:v>
                </c:pt>
                <c:pt idx="11896">
                  <c:v>0.13768518518190831</c:v>
                </c:pt>
                <c:pt idx="11897">
                  <c:v>0.13769675925868796</c:v>
                </c:pt>
                <c:pt idx="11898">
                  <c:v>0.13770833332819166</c:v>
                </c:pt>
                <c:pt idx="11899">
                  <c:v>0.13771990740497131</c:v>
                </c:pt>
                <c:pt idx="11900">
                  <c:v>0.13773148148175096</c:v>
                </c:pt>
                <c:pt idx="11901">
                  <c:v>0.13774305555125466</c:v>
                </c:pt>
                <c:pt idx="11902">
                  <c:v>0.13775462962803431</c:v>
                </c:pt>
                <c:pt idx="11903">
                  <c:v>0.13776620370481396</c:v>
                </c:pt>
                <c:pt idx="11904">
                  <c:v>0.13777777777431766</c:v>
                </c:pt>
                <c:pt idx="11905">
                  <c:v>0.13778935185109731</c:v>
                </c:pt>
                <c:pt idx="11906">
                  <c:v>0.137800925920601</c:v>
                </c:pt>
                <c:pt idx="11907">
                  <c:v>0.13781249999738066</c:v>
                </c:pt>
                <c:pt idx="11908">
                  <c:v>0.13782407407416031</c:v>
                </c:pt>
                <c:pt idx="11909">
                  <c:v>0.137835648143664</c:v>
                </c:pt>
                <c:pt idx="11910">
                  <c:v>0.13784722222044365</c:v>
                </c:pt>
                <c:pt idx="11911">
                  <c:v>0.13785879629722331</c:v>
                </c:pt>
                <c:pt idx="11912">
                  <c:v>0.137870370366727</c:v>
                </c:pt>
                <c:pt idx="11913">
                  <c:v>0.13788194444350665</c:v>
                </c:pt>
                <c:pt idx="11914">
                  <c:v>0.13789351851301035</c:v>
                </c:pt>
                <c:pt idx="11915">
                  <c:v>0.13790509258979</c:v>
                </c:pt>
                <c:pt idx="11916">
                  <c:v>0.13791666666656965</c:v>
                </c:pt>
                <c:pt idx="11917">
                  <c:v>0.13792824073607335</c:v>
                </c:pt>
                <c:pt idx="11918">
                  <c:v>0.137939814812853</c:v>
                </c:pt>
                <c:pt idx="11919">
                  <c:v>0.13795138888963265</c:v>
                </c:pt>
                <c:pt idx="11920">
                  <c:v>0.13796296295913635</c:v>
                </c:pt>
                <c:pt idx="11921">
                  <c:v>0.137974537035916</c:v>
                </c:pt>
                <c:pt idx="11922">
                  <c:v>0.1379861111054197</c:v>
                </c:pt>
                <c:pt idx="11923">
                  <c:v>0.13799768518219935</c:v>
                </c:pt>
                <c:pt idx="11924">
                  <c:v>0.138009259258979</c:v>
                </c:pt>
                <c:pt idx="11925">
                  <c:v>0.13802083332848269</c:v>
                </c:pt>
                <c:pt idx="11926">
                  <c:v>0.13803240740526235</c:v>
                </c:pt>
                <c:pt idx="11927">
                  <c:v>0.138043981482042</c:v>
                </c:pt>
                <c:pt idx="11928">
                  <c:v>0.13805555555154569</c:v>
                </c:pt>
                <c:pt idx="11929">
                  <c:v>0.13806712962832535</c:v>
                </c:pt>
                <c:pt idx="11930">
                  <c:v>0.13807870369782904</c:v>
                </c:pt>
                <c:pt idx="11931">
                  <c:v>0.13809027777460869</c:v>
                </c:pt>
                <c:pt idx="11932">
                  <c:v>0.13810185185138835</c:v>
                </c:pt>
                <c:pt idx="11933">
                  <c:v>0.13811342592089204</c:v>
                </c:pt>
                <c:pt idx="11934">
                  <c:v>0.13812499999767169</c:v>
                </c:pt>
                <c:pt idx="11935">
                  <c:v>0.13813657407445135</c:v>
                </c:pt>
                <c:pt idx="11936">
                  <c:v>0.13814814814395504</c:v>
                </c:pt>
                <c:pt idx="11937">
                  <c:v>0.13815972222073469</c:v>
                </c:pt>
                <c:pt idx="11938">
                  <c:v>0.13817129629751435</c:v>
                </c:pt>
                <c:pt idx="11939">
                  <c:v>0.13818287036701804</c:v>
                </c:pt>
                <c:pt idx="11940">
                  <c:v>0.13819444444379769</c:v>
                </c:pt>
                <c:pt idx="11941">
                  <c:v>0.13820601851330139</c:v>
                </c:pt>
                <c:pt idx="11942">
                  <c:v>0.13821759259008104</c:v>
                </c:pt>
                <c:pt idx="11943">
                  <c:v>0.13822916666686069</c:v>
                </c:pt>
                <c:pt idx="11944">
                  <c:v>0.13824074073636439</c:v>
                </c:pt>
                <c:pt idx="11945">
                  <c:v>0.13825231481314404</c:v>
                </c:pt>
                <c:pt idx="11946">
                  <c:v>0.13826388888992369</c:v>
                </c:pt>
                <c:pt idx="11947">
                  <c:v>0.13827546295942739</c:v>
                </c:pt>
                <c:pt idx="11948">
                  <c:v>0.13828703703620704</c:v>
                </c:pt>
                <c:pt idx="11949">
                  <c:v>0.13829861110571073</c:v>
                </c:pt>
                <c:pt idx="11950">
                  <c:v>0.13831018518249039</c:v>
                </c:pt>
                <c:pt idx="11951">
                  <c:v>0.13832175925927004</c:v>
                </c:pt>
                <c:pt idx="11952">
                  <c:v>0.13833333332877373</c:v>
                </c:pt>
                <c:pt idx="11953">
                  <c:v>0.13834490740555339</c:v>
                </c:pt>
                <c:pt idx="11954">
                  <c:v>0.13835648148233304</c:v>
                </c:pt>
                <c:pt idx="11955">
                  <c:v>0.13836805555183673</c:v>
                </c:pt>
                <c:pt idx="11956">
                  <c:v>0.13837962962861639</c:v>
                </c:pt>
                <c:pt idx="11957">
                  <c:v>0.13839120369812008</c:v>
                </c:pt>
                <c:pt idx="11958">
                  <c:v>0.13840277777489973</c:v>
                </c:pt>
                <c:pt idx="11959">
                  <c:v>0.13841435185167938</c:v>
                </c:pt>
                <c:pt idx="11960">
                  <c:v>0.13842592592118308</c:v>
                </c:pt>
                <c:pt idx="11961">
                  <c:v>0.13843749999796273</c:v>
                </c:pt>
                <c:pt idx="11962">
                  <c:v>0.13844907407474238</c:v>
                </c:pt>
                <c:pt idx="11963">
                  <c:v>0.13846064814424608</c:v>
                </c:pt>
                <c:pt idx="11964">
                  <c:v>0.13847222222102573</c:v>
                </c:pt>
                <c:pt idx="11965">
                  <c:v>0.13848379629052943</c:v>
                </c:pt>
                <c:pt idx="11966">
                  <c:v>0.13849537036730908</c:v>
                </c:pt>
                <c:pt idx="11967">
                  <c:v>0.13850694444408873</c:v>
                </c:pt>
                <c:pt idx="11968">
                  <c:v>0.13851851851359243</c:v>
                </c:pt>
                <c:pt idx="11969">
                  <c:v>0.13853009259037208</c:v>
                </c:pt>
                <c:pt idx="11970">
                  <c:v>0.13854166666715173</c:v>
                </c:pt>
                <c:pt idx="11971">
                  <c:v>0.13855324073665543</c:v>
                </c:pt>
                <c:pt idx="11972">
                  <c:v>0.13856481481343508</c:v>
                </c:pt>
                <c:pt idx="11973">
                  <c:v>0.13857638889021473</c:v>
                </c:pt>
                <c:pt idx="11974">
                  <c:v>0.13858796295971842</c:v>
                </c:pt>
                <c:pt idx="11975">
                  <c:v>0.13859953703649808</c:v>
                </c:pt>
                <c:pt idx="11976">
                  <c:v>0.13861111110600177</c:v>
                </c:pt>
                <c:pt idx="11977">
                  <c:v>0.13862268518278142</c:v>
                </c:pt>
                <c:pt idx="11978">
                  <c:v>0.13863425925956108</c:v>
                </c:pt>
                <c:pt idx="11979">
                  <c:v>0.13864583332906477</c:v>
                </c:pt>
                <c:pt idx="11980">
                  <c:v>0.13865740740584442</c:v>
                </c:pt>
                <c:pt idx="11981">
                  <c:v>0.13866898148262408</c:v>
                </c:pt>
                <c:pt idx="11982">
                  <c:v>0.13868055555212777</c:v>
                </c:pt>
                <c:pt idx="11983">
                  <c:v>0.13869212962890742</c:v>
                </c:pt>
                <c:pt idx="11984">
                  <c:v>0.13870370369841112</c:v>
                </c:pt>
                <c:pt idx="11985">
                  <c:v>0.13871527777519077</c:v>
                </c:pt>
                <c:pt idx="11986">
                  <c:v>0.13872685185197042</c:v>
                </c:pt>
                <c:pt idx="11987">
                  <c:v>0.13873842592147412</c:v>
                </c:pt>
                <c:pt idx="11988">
                  <c:v>0.13874999999825377</c:v>
                </c:pt>
                <c:pt idx="11989">
                  <c:v>0.13876157407503342</c:v>
                </c:pt>
                <c:pt idx="11990">
                  <c:v>0.13877314814453712</c:v>
                </c:pt>
                <c:pt idx="11991">
                  <c:v>0.13878472222131677</c:v>
                </c:pt>
                <c:pt idx="11992">
                  <c:v>0.13879629629082046</c:v>
                </c:pt>
                <c:pt idx="11993">
                  <c:v>0.13880787036760012</c:v>
                </c:pt>
                <c:pt idx="11994">
                  <c:v>0.13881944444437977</c:v>
                </c:pt>
                <c:pt idx="11995">
                  <c:v>0.13883101851388346</c:v>
                </c:pt>
                <c:pt idx="11996">
                  <c:v>0.13884259259066312</c:v>
                </c:pt>
                <c:pt idx="11997">
                  <c:v>0.13885416666744277</c:v>
                </c:pt>
                <c:pt idx="11998">
                  <c:v>0.13886574073694646</c:v>
                </c:pt>
                <c:pt idx="11999">
                  <c:v>0.13887731481372612</c:v>
                </c:pt>
                <c:pt idx="12000">
                  <c:v>0.13888888888322981</c:v>
                </c:pt>
                <c:pt idx="12001">
                  <c:v>0.13890046296000946</c:v>
                </c:pt>
                <c:pt idx="12002">
                  <c:v>0.13891203703678912</c:v>
                </c:pt>
                <c:pt idx="12003">
                  <c:v>0.13892361110629281</c:v>
                </c:pt>
                <c:pt idx="12004">
                  <c:v>0.13893518518307246</c:v>
                </c:pt>
                <c:pt idx="12005">
                  <c:v>0.13894675925985212</c:v>
                </c:pt>
                <c:pt idx="12006">
                  <c:v>0.13895833332935581</c:v>
                </c:pt>
                <c:pt idx="12007">
                  <c:v>0.13896990740613546</c:v>
                </c:pt>
                <c:pt idx="12008">
                  <c:v>0.13898148147563916</c:v>
                </c:pt>
                <c:pt idx="12009">
                  <c:v>0.13899305555241881</c:v>
                </c:pt>
                <c:pt idx="12010">
                  <c:v>0.13900462962919846</c:v>
                </c:pt>
                <c:pt idx="12011">
                  <c:v>0.13901620369870216</c:v>
                </c:pt>
                <c:pt idx="12012">
                  <c:v>0.13902777777548181</c:v>
                </c:pt>
                <c:pt idx="12013">
                  <c:v>0.13903935185226146</c:v>
                </c:pt>
                <c:pt idx="12014">
                  <c:v>0.13905092592176516</c:v>
                </c:pt>
                <c:pt idx="12015">
                  <c:v>0.13906249999854481</c:v>
                </c:pt>
                <c:pt idx="12016">
                  <c:v>0.13907407407532446</c:v>
                </c:pt>
                <c:pt idx="12017">
                  <c:v>0.13908564814482816</c:v>
                </c:pt>
                <c:pt idx="12018">
                  <c:v>0.13909722222160781</c:v>
                </c:pt>
                <c:pt idx="12019">
                  <c:v>0.1391087962911115</c:v>
                </c:pt>
                <c:pt idx="12020">
                  <c:v>0.13912037036789116</c:v>
                </c:pt>
                <c:pt idx="12021">
                  <c:v>0.13913194444467081</c:v>
                </c:pt>
                <c:pt idx="12022">
                  <c:v>0.1391435185141745</c:v>
                </c:pt>
                <c:pt idx="12023">
                  <c:v>0.13915509259095415</c:v>
                </c:pt>
                <c:pt idx="12024">
                  <c:v>0.13916666666773381</c:v>
                </c:pt>
                <c:pt idx="12025">
                  <c:v>0.1391782407372375</c:v>
                </c:pt>
                <c:pt idx="12026">
                  <c:v>0.13918981481401715</c:v>
                </c:pt>
                <c:pt idx="12027">
                  <c:v>0.13920138888352085</c:v>
                </c:pt>
                <c:pt idx="12028">
                  <c:v>0.1392129629603005</c:v>
                </c:pt>
                <c:pt idx="12029">
                  <c:v>0.13922453703708015</c:v>
                </c:pt>
                <c:pt idx="12030">
                  <c:v>0.13923611110658385</c:v>
                </c:pt>
                <c:pt idx="12031">
                  <c:v>0.1392476851833635</c:v>
                </c:pt>
                <c:pt idx="12032">
                  <c:v>0.13925925926014315</c:v>
                </c:pt>
                <c:pt idx="12033">
                  <c:v>0.13927083332964685</c:v>
                </c:pt>
                <c:pt idx="12034">
                  <c:v>0.1392824074064265</c:v>
                </c:pt>
                <c:pt idx="12035">
                  <c:v>0.1392939814759302</c:v>
                </c:pt>
                <c:pt idx="12036">
                  <c:v>0.13930555555270985</c:v>
                </c:pt>
                <c:pt idx="12037">
                  <c:v>0.1393171296294895</c:v>
                </c:pt>
                <c:pt idx="12038">
                  <c:v>0.13932870369899319</c:v>
                </c:pt>
                <c:pt idx="12039">
                  <c:v>0.13934027777577285</c:v>
                </c:pt>
                <c:pt idx="12040">
                  <c:v>0.1393518518525525</c:v>
                </c:pt>
                <c:pt idx="12041">
                  <c:v>0.13936342592205619</c:v>
                </c:pt>
                <c:pt idx="12042">
                  <c:v>0.13937499999883585</c:v>
                </c:pt>
                <c:pt idx="12043">
                  <c:v>0.13938657406833954</c:v>
                </c:pt>
                <c:pt idx="12044">
                  <c:v>0.13939814814511919</c:v>
                </c:pt>
                <c:pt idx="12045">
                  <c:v>0.13940972222189885</c:v>
                </c:pt>
                <c:pt idx="12046">
                  <c:v>0.13942129629140254</c:v>
                </c:pt>
                <c:pt idx="12047">
                  <c:v>0.13943287036818219</c:v>
                </c:pt>
                <c:pt idx="12048">
                  <c:v>0.13944444444496185</c:v>
                </c:pt>
                <c:pt idx="12049">
                  <c:v>0.13945601851446554</c:v>
                </c:pt>
                <c:pt idx="12050">
                  <c:v>0.13946759259124519</c:v>
                </c:pt>
                <c:pt idx="12051">
                  <c:v>0.13947916666074889</c:v>
                </c:pt>
                <c:pt idx="12052">
                  <c:v>0.13949074073752854</c:v>
                </c:pt>
                <c:pt idx="12053">
                  <c:v>0.13950231481430819</c:v>
                </c:pt>
                <c:pt idx="12054">
                  <c:v>0.13951388888381189</c:v>
                </c:pt>
                <c:pt idx="12055">
                  <c:v>0.13952546296059154</c:v>
                </c:pt>
                <c:pt idx="12056">
                  <c:v>0.13953703703737119</c:v>
                </c:pt>
                <c:pt idx="12057">
                  <c:v>0.13954861110687489</c:v>
                </c:pt>
                <c:pt idx="12058">
                  <c:v>0.13956018518365454</c:v>
                </c:pt>
                <c:pt idx="12059">
                  <c:v>0.13957175926043419</c:v>
                </c:pt>
                <c:pt idx="12060">
                  <c:v>0.13958333332993789</c:v>
                </c:pt>
                <c:pt idx="12061">
                  <c:v>0.13959490740671754</c:v>
                </c:pt>
                <c:pt idx="12062">
                  <c:v>0.13960648147622123</c:v>
                </c:pt>
                <c:pt idx="12063">
                  <c:v>0.13961805555300089</c:v>
                </c:pt>
                <c:pt idx="12064">
                  <c:v>0.13962962962978054</c:v>
                </c:pt>
                <c:pt idx="12065">
                  <c:v>0.13964120369928423</c:v>
                </c:pt>
                <c:pt idx="12066">
                  <c:v>0.13965277777606389</c:v>
                </c:pt>
                <c:pt idx="12067">
                  <c:v>0.13966435185284354</c:v>
                </c:pt>
                <c:pt idx="12068">
                  <c:v>0.13967592592234723</c:v>
                </c:pt>
                <c:pt idx="12069">
                  <c:v>0.13968749999912689</c:v>
                </c:pt>
                <c:pt idx="12070">
                  <c:v>0.13969907406863058</c:v>
                </c:pt>
                <c:pt idx="12071">
                  <c:v>0.13971064814541023</c:v>
                </c:pt>
                <c:pt idx="12072">
                  <c:v>0.13972222222218988</c:v>
                </c:pt>
                <c:pt idx="12073">
                  <c:v>0.13973379629169358</c:v>
                </c:pt>
                <c:pt idx="12074">
                  <c:v>0.13974537036847323</c:v>
                </c:pt>
                <c:pt idx="12075">
                  <c:v>0.13975694444525288</c:v>
                </c:pt>
                <c:pt idx="12076">
                  <c:v>0.13976851851475658</c:v>
                </c:pt>
                <c:pt idx="12077">
                  <c:v>0.13978009259153623</c:v>
                </c:pt>
                <c:pt idx="12078">
                  <c:v>0.13979166666103993</c:v>
                </c:pt>
                <c:pt idx="12079">
                  <c:v>0.13980324073781958</c:v>
                </c:pt>
                <c:pt idx="12080">
                  <c:v>0.13981481481459923</c:v>
                </c:pt>
                <c:pt idx="12081">
                  <c:v>0.13982638888410293</c:v>
                </c:pt>
                <c:pt idx="12082">
                  <c:v>0.13983796296088258</c:v>
                </c:pt>
                <c:pt idx="12083">
                  <c:v>0.13984953703766223</c:v>
                </c:pt>
                <c:pt idx="12084">
                  <c:v>0.13986111110716593</c:v>
                </c:pt>
                <c:pt idx="12085">
                  <c:v>0.13987268518394558</c:v>
                </c:pt>
                <c:pt idx="12086">
                  <c:v>0.13988425925344927</c:v>
                </c:pt>
                <c:pt idx="12087">
                  <c:v>0.13989583333022892</c:v>
                </c:pt>
                <c:pt idx="12088">
                  <c:v>0.13990740740700858</c:v>
                </c:pt>
                <c:pt idx="12089">
                  <c:v>0.13991898147651227</c:v>
                </c:pt>
                <c:pt idx="12090">
                  <c:v>0.13993055555329192</c:v>
                </c:pt>
                <c:pt idx="12091">
                  <c:v>0.13994212963007158</c:v>
                </c:pt>
                <c:pt idx="12092">
                  <c:v>0.13995370369957527</c:v>
                </c:pt>
                <c:pt idx="12093">
                  <c:v>0.13996527777635492</c:v>
                </c:pt>
                <c:pt idx="12094">
                  <c:v>0.13997685185313458</c:v>
                </c:pt>
                <c:pt idx="12095">
                  <c:v>0.13998842592263827</c:v>
                </c:pt>
                <c:pt idx="12096">
                  <c:v>0.13999999999941792</c:v>
                </c:pt>
                <c:pt idx="12097">
                  <c:v>0.14001157406892162</c:v>
                </c:pt>
                <c:pt idx="12098">
                  <c:v>0.14002314814570127</c:v>
                </c:pt>
                <c:pt idx="12099">
                  <c:v>0.14003472222248092</c:v>
                </c:pt>
                <c:pt idx="12100">
                  <c:v>0.14004629629198462</c:v>
                </c:pt>
                <c:pt idx="12101">
                  <c:v>0.14005787036876427</c:v>
                </c:pt>
                <c:pt idx="12102">
                  <c:v>0.14006944444554392</c:v>
                </c:pt>
                <c:pt idx="12103">
                  <c:v>0.14008101851504762</c:v>
                </c:pt>
                <c:pt idx="12104">
                  <c:v>0.14009259259182727</c:v>
                </c:pt>
                <c:pt idx="12105">
                  <c:v>0.14010416666133096</c:v>
                </c:pt>
                <c:pt idx="12106">
                  <c:v>0.14011574073811062</c:v>
                </c:pt>
                <c:pt idx="12107">
                  <c:v>0.14012731481489027</c:v>
                </c:pt>
                <c:pt idx="12108">
                  <c:v>0.14013888888439396</c:v>
                </c:pt>
                <c:pt idx="12109">
                  <c:v>0.14015046296117362</c:v>
                </c:pt>
                <c:pt idx="12110">
                  <c:v>0.14016203703795327</c:v>
                </c:pt>
                <c:pt idx="12111">
                  <c:v>0.14017361110745696</c:v>
                </c:pt>
                <c:pt idx="12112">
                  <c:v>0.14018518518423662</c:v>
                </c:pt>
                <c:pt idx="12113">
                  <c:v>0.14019675925374031</c:v>
                </c:pt>
                <c:pt idx="12114">
                  <c:v>0.14020833333051996</c:v>
                </c:pt>
                <c:pt idx="12115">
                  <c:v>0.14021990740729962</c:v>
                </c:pt>
                <c:pt idx="12116">
                  <c:v>0.14023148147680331</c:v>
                </c:pt>
                <c:pt idx="12117">
                  <c:v>0.14024305555358296</c:v>
                </c:pt>
                <c:pt idx="12118">
                  <c:v>0.14025462963036261</c:v>
                </c:pt>
                <c:pt idx="12119">
                  <c:v>0.14026620369986631</c:v>
                </c:pt>
                <c:pt idx="12120">
                  <c:v>0.14027777777664596</c:v>
                </c:pt>
                <c:pt idx="12121">
                  <c:v>0.14028935184614966</c:v>
                </c:pt>
                <c:pt idx="12122">
                  <c:v>0.14030092592292931</c:v>
                </c:pt>
                <c:pt idx="12123">
                  <c:v>0.14031249999970896</c:v>
                </c:pt>
                <c:pt idx="12124">
                  <c:v>0.14032407406921266</c:v>
                </c:pt>
                <c:pt idx="12125">
                  <c:v>0.14033564814599231</c:v>
                </c:pt>
                <c:pt idx="12126">
                  <c:v>0.14034722222277196</c:v>
                </c:pt>
                <c:pt idx="12127">
                  <c:v>0.14035879629227566</c:v>
                </c:pt>
                <c:pt idx="12128">
                  <c:v>0.14037037036905531</c:v>
                </c:pt>
                <c:pt idx="12129">
                  <c:v>0.140381944438559</c:v>
                </c:pt>
                <c:pt idx="12130">
                  <c:v>0.14039351851533866</c:v>
                </c:pt>
                <c:pt idx="12131">
                  <c:v>0.14040509259211831</c:v>
                </c:pt>
                <c:pt idx="12132">
                  <c:v>0.140416666661622</c:v>
                </c:pt>
                <c:pt idx="12133">
                  <c:v>0.14042824073840166</c:v>
                </c:pt>
                <c:pt idx="12134">
                  <c:v>0.14043981481518131</c:v>
                </c:pt>
                <c:pt idx="12135">
                  <c:v>0.140451388884685</c:v>
                </c:pt>
                <c:pt idx="12136">
                  <c:v>0.14046296296146465</c:v>
                </c:pt>
                <c:pt idx="12137">
                  <c:v>0.14047453703824431</c:v>
                </c:pt>
                <c:pt idx="12138">
                  <c:v>0.140486111107748</c:v>
                </c:pt>
                <c:pt idx="12139">
                  <c:v>0.14049768518452765</c:v>
                </c:pt>
                <c:pt idx="12140">
                  <c:v>0.14050925925403135</c:v>
                </c:pt>
                <c:pt idx="12141">
                  <c:v>0.140520833330811</c:v>
                </c:pt>
                <c:pt idx="12142">
                  <c:v>0.14053240740759065</c:v>
                </c:pt>
                <c:pt idx="12143">
                  <c:v>0.14054398147709435</c:v>
                </c:pt>
                <c:pt idx="12144">
                  <c:v>0.140555555553874</c:v>
                </c:pt>
                <c:pt idx="12145">
                  <c:v>0.14056712963065365</c:v>
                </c:pt>
                <c:pt idx="12146">
                  <c:v>0.14057870370015735</c:v>
                </c:pt>
                <c:pt idx="12147">
                  <c:v>0.140590277776937</c:v>
                </c:pt>
                <c:pt idx="12148">
                  <c:v>0.1406018518464407</c:v>
                </c:pt>
                <c:pt idx="12149">
                  <c:v>0.14061342592322035</c:v>
                </c:pt>
                <c:pt idx="12150">
                  <c:v>0.140625</c:v>
                </c:pt>
                <c:pt idx="12151">
                  <c:v>0.14063657406950369</c:v>
                </c:pt>
                <c:pt idx="12152">
                  <c:v>0.14064814814628335</c:v>
                </c:pt>
                <c:pt idx="12153">
                  <c:v>0.140659722223063</c:v>
                </c:pt>
                <c:pt idx="12154">
                  <c:v>0.14067129629256669</c:v>
                </c:pt>
                <c:pt idx="12155">
                  <c:v>0.14068287036934635</c:v>
                </c:pt>
                <c:pt idx="12156">
                  <c:v>0.14069444443885004</c:v>
                </c:pt>
                <c:pt idx="12157">
                  <c:v>0.14070601851562969</c:v>
                </c:pt>
                <c:pt idx="12158">
                  <c:v>0.14071759259240935</c:v>
                </c:pt>
                <c:pt idx="12159">
                  <c:v>0.14072916666191304</c:v>
                </c:pt>
                <c:pt idx="12160">
                  <c:v>0.14074074073869269</c:v>
                </c:pt>
                <c:pt idx="12161">
                  <c:v>0.14075231481547235</c:v>
                </c:pt>
                <c:pt idx="12162">
                  <c:v>0.14076388888497604</c:v>
                </c:pt>
                <c:pt idx="12163">
                  <c:v>0.14077546296175569</c:v>
                </c:pt>
                <c:pt idx="12164">
                  <c:v>0.14078703703125939</c:v>
                </c:pt>
                <c:pt idx="12165">
                  <c:v>0.14079861110803904</c:v>
                </c:pt>
                <c:pt idx="12166">
                  <c:v>0.14081018518481869</c:v>
                </c:pt>
                <c:pt idx="12167">
                  <c:v>0.14082175925432239</c:v>
                </c:pt>
                <c:pt idx="12168">
                  <c:v>0.14083333333110204</c:v>
                </c:pt>
                <c:pt idx="12169">
                  <c:v>0.14084490740788169</c:v>
                </c:pt>
                <c:pt idx="12170">
                  <c:v>0.14085648147738539</c:v>
                </c:pt>
                <c:pt idx="12171">
                  <c:v>0.14086805555416504</c:v>
                </c:pt>
                <c:pt idx="12172">
                  <c:v>0.14087962963094469</c:v>
                </c:pt>
                <c:pt idx="12173">
                  <c:v>0.14089120370044839</c:v>
                </c:pt>
                <c:pt idx="12174">
                  <c:v>0.14090277777722804</c:v>
                </c:pt>
                <c:pt idx="12175">
                  <c:v>0.14091435184673173</c:v>
                </c:pt>
                <c:pt idx="12176">
                  <c:v>0.14092592592351139</c:v>
                </c:pt>
                <c:pt idx="12177">
                  <c:v>0.14093750000029104</c:v>
                </c:pt>
                <c:pt idx="12178">
                  <c:v>0.14094907406979473</c:v>
                </c:pt>
                <c:pt idx="12179">
                  <c:v>0.14096064814657439</c:v>
                </c:pt>
                <c:pt idx="12180">
                  <c:v>0.14097222222335404</c:v>
                </c:pt>
                <c:pt idx="12181">
                  <c:v>0.14098379629285773</c:v>
                </c:pt>
                <c:pt idx="12182">
                  <c:v>0.14099537036963739</c:v>
                </c:pt>
                <c:pt idx="12183">
                  <c:v>0.14100694443914108</c:v>
                </c:pt>
                <c:pt idx="12184">
                  <c:v>0.14101851851592073</c:v>
                </c:pt>
                <c:pt idx="12185">
                  <c:v>0.14103009259270038</c:v>
                </c:pt>
                <c:pt idx="12186">
                  <c:v>0.14104166666220408</c:v>
                </c:pt>
                <c:pt idx="12187">
                  <c:v>0.14105324073898373</c:v>
                </c:pt>
                <c:pt idx="12188">
                  <c:v>0.14106481481576338</c:v>
                </c:pt>
                <c:pt idx="12189">
                  <c:v>0.14107638888526708</c:v>
                </c:pt>
                <c:pt idx="12190">
                  <c:v>0.14108796296204673</c:v>
                </c:pt>
                <c:pt idx="12191">
                  <c:v>0.14109953703155043</c:v>
                </c:pt>
                <c:pt idx="12192">
                  <c:v>0.14111111110833008</c:v>
                </c:pt>
                <c:pt idx="12193">
                  <c:v>0.14112268518510973</c:v>
                </c:pt>
                <c:pt idx="12194">
                  <c:v>0.14113425925461343</c:v>
                </c:pt>
                <c:pt idx="12195">
                  <c:v>0.14114583333139308</c:v>
                </c:pt>
                <c:pt idx="12196">
                  <c:v>0.14115740740817273</c:v>
                </c:pt>
                <c:pt idx="12197">
                  <c:v>0.14116898147767643</c:v>
                </c:pt>
                <c:pt idx="12198">
                  <c:v>0.14118055555445608</c:v>
                </c:pt>
                <c:pt idx="12199">
                  <c:v>0.14119212962395977</c:v>
                </c:pt>
                <c:pt idx="12200">
                  <c:v>0.14120370370073942</c:v>
                </c:pt>
                <c:pt idx="12201">
                  <c:v>0.14121527777751908</c:v>
                </c:pt>
                <c:pt idx="12202">
                  <c:v>0.14122685184702277</c:v>
                </c:pt>
                <c:pt idx="12203">
                  <c:v>0.14123842592380242</c:v>
                </c:pt>
                <c:pt idx="12204">
                  <c:v>0.14125000000058208</c:v>
                </c:pt>
                <c:pt idx="12205">
                  <c:v>0.14126157407008577</c:v>
                </c:pt>
                <c:pt idx="12206">
                  <c:v>0.14127314814686542</c:v>
                </c:pt>
                <c:pt idx="12207">
                  <c:v>0.14128472221636912</c:v>
                </c:pt>
                <c:pt idx="12208">
                  <c:v>0.14129629629314877</c:v>
                </c:pt>
                <c:pt idx="12209">
                  <c:v>0.14130787036992842</c:v>
                </c:pt>
                <c:pt idx="12210">
                  <c:v>0.14131944443943212</c:v>
                </c:pt>
                <c:pt idx="12211">
                  <c:v>0.14133101851621177</c:v>
                </c:pt>
                <c:pt idx="12212">
                  <c:v>0.14134259259299142</c:v>
                </c:pt>
                <c:pt idx="12213">
                  <c:v>0.14135416666249512</c:v>
                </c:pt>
                <c:pt idx="12214">
                  <c:v>0.14136574073927477</c:v>
                </c:pt>
                <c:pt idx="12215">
                  <c:v>0.14137731481605442</c:v>
                </c:pt>
                <c:pt idx="12216">
                  <c:v>0.14138888888555812</c:v>
                </c:pt>
                <c:pt idx="12217">
                  <c:v>0.14140046296233777</c:v>
                </c:pt>
                <c:pt idx="12218">
                  <c:v>0.14141203703184146</c:v>
                </c:pt>
                <c:pt idx="12219">
                  <c:v>0.14142361110862112</c:v>
                </c:pt>
                <c:pt idx="12220">
                  <c:v>0.14143518518540077</c:v>
                </c:pt>
                <c:pt idx="12221">
                  <c:v>0.14144675925490446</c:v>
                </c:pt>
                <c:pt idx="12222">
                  <c:v>0.14145833333168412</c:v>
                </c:pt>
                <c:pt idx="12223">
                  <c:v>0.14146990740846377</c:v>
                </c:pt>
                <c:pt idx="12224">
                  <c:v>0.14148148147796746</c:v>
                </c:pt>
                <c:pt idx="12225">
                  <c:v>0.14149305555474712</c:v>
                </c:pt>
                <c:pt idx="12226">
                  <c:v>0.14150462962425081</c:v>
                </c:pt>
                <c:pt idx="12227">
                  <c:v>0.14151620370103046</c:v>
                </c:pt>
                <c:pt idx="12228">
                  <c:v>0.14152777777781012</c:v>
                </c:pt>
                <c:pt idx="12229">
                  <c:v>0.14153935184731381</c:v>
                </c:pt>
                <c:pt idx="12230">
                  <c:v>0.14155092592409346</c:v>
                </c:pt>
                <c:pt idx="12231">
                  <c:v>0.14156250000087311</c:v>
                </c:pt>
                <c:pt idx="12232">
                  <c:v>0.14157407407037681</c:v>
                </c:pt>
                <c:pt idx="12233">
                  <c:v>0.14158564814715646</c:v>
                </c:pt>
                <c:pt idx="12234">
                  <c:v>0.14159722221666016</c:v>
                </c:pt>
                <c:pt idx="12235">
                  <c:v>0.14160879629343981</c:v>
                </c:pt>
                <c:pt idx="12236">
                  <c:v>0.14162037037021946</c:v>
                </c:pt>
                <c:pt idx="12237">
                  <c:v>0.14163194443972316</c:v>
                </c:pt>
                <c:pt idx="12238">
                  <c:v>0.14164351851650281</c:v>
                </c:pt>
                <c:pt idx="12239">
                  <c:v>0.14165509259328246</c:v>
                </c:pt>
                <c:pt idx="12240">
                  <c:v>0.14166666666278616</c:v>
                </c:pt>
                <c:pt idx="12241">
                  <c:v>0.14167824073956581</c:v>
                </c:pt>
                <c:pt idx="12242">
                  <c:v>0.1416898148090695</c:v>
                </c:pt>
                <c:pt idx="12243">
                  <c:v>0.14170138888584916</c:v>
                </c:pt>
                <c:pt idx="12244">
                  <c:v>0.14171296296262881</c:v>
                </c:pt>
                <c:pt idx="12245">
                  <c:v>0.1417245370321325</c:v>
                </c:pt>
                <c:pt idx="12246">
                  <c:v>0.14173611110891216</c:v>
                </c:pt>
                <c:pt idx="12247">
                  <c:v>0.14174768518569181</c:v>
                </c:pt>
                <c:pt idx="12248">
                  <c:v>0.1417592592551955</c:v>
                </c:pt>
                <c:pt idx="12249">
                  <c:v>0.14177083333197515</c:v>
                </c:pt>
                <c:pt idx="12250">
                  <c:v>0.14178240740147885</c:v>
                </c:pt>
                <c:pt idx="12251">
                  <c:v>0.1417939814782585</c:v>
                </c:pt>
                <c:pt idx="12252">
                  <c:v>0.14180555555503815</c:v>
                </c:pt>
                <c:pt idx="12253">
                  <c:v>0.14181712962454185</c:v>
                </c:pt>
                <c:pt idx="12254">
                  <c:v>0.1418287037013215</c:v>
                </c:pt>
                <c:pt idx="12255">
                  <c:v>0.14184027777810115</c:v>
                </c:pt>
                <c:pt idx="12256">
                  <c:v>0.14185185184760485</c:v>
                </c:pt>
                <c:pt idx="12257">
                  <c:v>0.1418634259243845</c:v>
                </c:pt>
                <c:pt idx="12258">
                  <c:v>0.14187500000116415</c:v>
                </c:pt>
                <c:pt idx="12259">
                  <c:v>0.14188657407066785</c:v>
                </c:pt>
                <c:pt idx="12260">
                  <c:v>0.1418981481474475</c:v>
                </c:pt>
                <c:pt idx="12261">
                  <c:v>0.1419097222169512</c:v>
                </c:pt>
                <c:pt idx="12262">
                  <c:v>0.14192129629373085</c:v>
                </c:pt>
                <c:pt idx="12263">
                  <c:v>0.1419328703705105</c:v>
                </c:pt>
                <c:pt idx="12264">
                  <c:v>0.14194444444001419</c:v>
                </c:pt>
                <c:pt idx="12265">
                  <c:v>0.14195601851679385</c:v>
                </c:pt>
                <c:pt idx="12266">
                  <c:v>0.1419675925935735</c:v>
                </c:pt>
                <c:pt idx="12267">
                  <c:v>0.14197916666307719</c:v>
                </c:pt>
                <c:pt idx="12268">
                  <c:v>0.14199074073985685</c:v>
                </c:pt>
                <c:pt idx="12269">
                  <c:v>0.14200231480936054</c:v>
                </c:pt>
                <c:pt idx="12270">
                  <c:v>0.14201388888614019</c:v>
                </c:pt>
                <c:pt idx="12271">
                  <c:v>0.14202546296291985</c:v>
                </c:pt>
                <c:pt idx="12272">
                  <c:v>0.14203703703242354</c:v>
                </c:pt>
                <c:pt idx="12273">
                  <c:v>0.14204861110920319</c:v>
                </c:pt>
                <c:pt idx="12274">
                  <c:v>0.14206018518598285</c:v>
                </c:pt>
                <c:pt idx="12275">
                  <c:v>0.14207175925548654</c:v>
                </c:pt>
                <c:pt idx="12276">
                  <c:v>0.14208333333226619</c:v>
                </c:pt>
                <c:pt idx="12277">
                  <c:v>0.14209490740176989</c:v>
                </c:pt>
                <c:pt idx="12278">
                  <c:v>0.14210648147854954</c:v>
                </c:pt>
                <c:pt idx="12279">
                  <c:v>0.14211805555532919</c:v>
                </c:pt>
                <c:pt idx="12280">
                  <c:v>0.14212962962483289</c:v>
                </c:pt>
                <c:pt idx="12281">
                  <c:v>0.14214120370161254</c:v>
                </c:pt>
                <c:pt idx="12282">
                  <c:v>0.14215277777839219</c:v>
                </c:pt>
                <c:pt idx="12283">
                  <c:v>0.14216435184789589</c:v>
                </c:pt>
                <c:pt idx="12284">
                  <c:v>0.14217592592467554</c:v>
                </c:pt>
                <c:pt idx="12285">
                  <c:v>0.14218749999417923</c:v>
                </c:pt>
                <c:pt idx="12286">
                  <c:v>0.14219907407095889</c:v>
                </c:pt>
                <c:pt idx="12287">
                  <c:v>0.14221064814773854</c:v>
                </c:pt>
                <c:pt idx="12288">
                  <c:v>0.14222222221724223</c:v>
                </c:pt>
                <c:pt idx="12289">
                  <c:v>0.14223379629402189</c:v>
                </c:pt>
                <c:pt idx="12290">
                  <c:v>0.14224537037080154</c:v>
                </c:pt>
                <c:pt idx="12291">
                  <c:v>0.14225694444030523</c:v>
                </c:pt>
                <c:pt idx="12292">
                  <c:v>0.14226851851708489</c:v>
                </c:pt>
                <c:pt idx="12293">
                  <c:v>0.14228009259386454</c:v>
                </c:pt>
                <c:pt idx="12294">
                  <c:v>0.14229166666336823</c:v>
                </c:pt>
                <c:pt idx="12295">
                  <c:v>0.14230324074014788</c:v>
                </c:pt>
                <c:pt idx="12296">
                  <c:v>0.14231481480965158</c:v>
                </c:pt>
                <c:pt idx="12297">
                  <c:v>0.14232638888643123</c:v>
                </c:pt>
                <c:pt idx="12298">
                  <c:v>0.14233796296321088</c:v>
                </c:pt>
                <c:pt idx="12299">
                  <c:v>0.14234953703271458</c:v>
                </c:pt>
                <c:pt idx="12300">
                  <c:v>0.14236111110949423</c:v>
                </c:pt>
                <c:pt idx="12301">
                  <c:v>0.14237268518627388</c:v>
                </c:pt>
                <c:pt idx="12302">
                  <c:v>0.14238425925577758</c:v>
                </c:pt>
                <c:pt idx="12303">
                  <c:v>0.14239583333255723</c:v>
                </c:pt>
                <c:pt idx="12304">
                  <c:v>0.14240740740206093</c:v>
                </c:pt>
                <c:pt idx="12305">
                  <c:v>0.14241898147884058</c:v>
                </c:pt>
                <c:pt idx="12306">
                  <c:v>0.14243055555562023</c:v>
                </c:pt>
                <c:pt idx="12307">
                  <c:v>0.14244212962512393</c:v>
                </c:pt>
                <c:pt idx="12308">
                  <c:v>0.14245370370190358</c:v>
                </c:pt>
                <c:pt idx="12309">
                  <c:v>0.14246527777868323</c:v>
                </c:pt>
                <c:pt idx="12310">
                  <c:v>0.14247685184818693</c:v>
                </c:pt>
                <c:pt idx="12311">
                  <c:v>0.14248842592496658</c:v>
                </c:pt>
                <c:pt idx="12312">
                  <c:v>0.14249999999447027</c:v>
                </c:pt>
                <c:pt idx="12313">
                  <c:v>0.14251157407124992</c:v>
                </c:pt>
                <c:pt idx="12314">
                  <c:v>0.14252314814802958</c:v>
                </c:pt>
                <c:pt idx="12315">
                  <c:v>0.14253472221753327</c:v>
                </c:pt>
                <c:pt idx="12316">
                  <c:v>0.14254629629431292</c:v>
                </c:pt>
                <c:pt idx="12317">
                  <c:v>0.14255787037109258</c:v>
                </c:pt>
                <c:pt idx="12318">
                  <c:v>0.14256944444059627</c:v>
                </c:pt>
                <c:pt idx="12319">
                  <c:v>0.14258101851737592</c:v>
                </c:pt>
                <c:pt idx="12320">
                  <c:v>0.14259259258687962</c:v>
                </c:pt>
                <c:pt idx="12321">
                  <c:v>0.14260416666365927</c:v>
                </c:pt>
                <c:pt idx="12322">
                  <c:v>0.14261574074043892</c:v>
                </c:pt>
                <c:pt idx="12323">
                  <c:v>0.14262731480994262</c:v>
                </c:pt>
                <c:pt idx="12324">
                  <c:v>0.14263888888672227</c:v>
                </c:pt>
                <c:pt idx="12325">
                  <c:v>0.14265046296350192</c:v>
                </c:pt>
                <c:pt idx="12326">
                  <c:v>0.14266203703300562</c:v>
                </c:pt>
                <c:pt idx="12327">
                  <c:v>0.14267361110978527</c:v>
                </c:pt>
                <c:pt idx="12328">
                  <c:v>0.14268518517928896</c:v>
                </c:pt>
                <c:pt idx="12329">
                  <c:v>0.14269675925606862</c:v>
                </c:pt>
                <c:pt idx="12330">
                  <c:v>0.14270833333284827</c:v>
                </c:pt>
                <c:pt idx="12331">
                  <c:v>0.14271990740235196</c:v>
                </c:pt>
                <c:pt idx="12332">
                  <c:v>0.14273148147913162</c:v>
                </c:pt>
                <c:pt idx="12333">
                  <c:v>0.14274305555591127</c:v>
                </c:pt>
                <c:pt idx="12334">
                  <c:v>0.14275462962541496</c:v>
                </c:pt>
                <c:pt idx="12335">
                  <c:v>0.14276620370219462</c:v>
                </c:pt>
                <c:pt idx="12336">
                  <c:v>0.14277777777897427</c:v>
                </c:pt>
                <c:pt idx="12337">
                  <c:v>0.14278935184847796</c:v>
                </c:pt>
                <c:pt idx="12338">
                  <c:v>0.14280092592525762</c:v>
                </c:pt>
                <c:pt idx="12339">
                  <c:v>0.14281249999476131</c:v>
                </c:pt>
                <c:pt idx="12340">
                  <c:v>0.14282407407154096</c:v>
                </c:pt>
                <c:pt idx="12341">
                  <c:v>0.14283564814832062</c:v>
                </c:pt>
                <c:pt idx="12342">
                  <c:v>0.14284722221782431</c:v>
                </c:pt>
                <c:pt idx="12343">
                  <c:v>0.14285879629460396</c:v>
                </c:pt>
                <c:pt idx="12344">
                  <c:v>0.14287037037138361</c:v>
                </c:pt>
                <c:pt idx="12345">
                  <c:v>0.14288194444088731</c:v>
                </c:pt>
                <c:pt idx="12346">
                  <c:v>0.14289351851766696</c:v>
                </c:pt>
                <c:pt idx="12347">
                  <c:v>0.14290509258717066</c:v>
                </c:pt>
                <c:pt idx="12348">
                  <c:v>0.14291666666395031</c:v>
                </c:pt>
                <c:pt idx="12349">
                  <c:v>0.14292824074072996</c:v>
                </c:pt>
                <c:pt idx="12350">
                  <c:v>0.14293981481023366</c:v>
                </c:pt>
                <c:pt idx="12351">
                  <c:v>0.14295138888701331</c:v>
                </c:pt>
                <c:pt idx="12352">
                  <c:v>0.14296296296379296</c:v>
                </c:pt>
                <c:pt idx="12353">
                  <c:v>0.14297453703329666</c:v>
                </c:pt>
                <c:pt idx="12354">
                  <c:v>0.14298611111007631</c:v>
                </c:pt>
                <c:pt idx="12355">
                  <c:v>0.14299768517958</c:v>
                </c:pt>
                <c:pt idx="12356">
                  <c:v>0.14300925925635966</c:v>
                </c:pt>
                <c:pt idx="12357">
                  <c:v>0.14302083333313931</c:v>
                </c:pt>
                <c:pt idx="12358">
                  <c:v>0.143032407402643</c:v>
                </c:pt>
                <c:pt idx="12359">
                  <c:v>0.14304398147942265</c:v>
                </c:pt>
                <c:pt idx="12360">
                  <c:v>0.14305555555620231</c:v>
                </c:pt>
                <c:pt idx="12361">
                  <c:v>0.143067129625706</c:v>
                </c:pt>
                <c:pt idx="12362">
                  <c:v>0.14307870370248565</c:v>
                </c:pt>
                <c:pt idx="12363">
                  <c:v>0.14309027777198935</c:v>
                </c:pt>
                <c:pt idx="12364">
                  <c:v>0.143101851848769</c:v>
                </c:pt>
                <c:pt idx="12365">
                  <c:v>0.14311342592554865</c:v>
                </c:pt>
                <c:pt idx="12366">
                  <c:v>0.14312499999505235</c:v>
                </c:pt>
                <c:pt idx="12367">
                  <c:v>0.143136574071832</c:v>
                </c:pt>
                <c:pt idx="12368">
                  <c:v>0.14314814814861165</c:v>
                </c:pt>
                <c:pt idx="12369">
                  <c:v>0.14315972221811535</c:v>
                </c:pt>
                <c:pt idx="12370">
                  <c:v>0.143171296294895</c:v>
                </c:pt>
                <c:pt idx="12371">
                  <c:v>0.14318287037167465</c:v>
                </c:pt>
                <c:pt idx="12372">
                  <c:v>0.14319444444117835</c:v>
                </c:pt>
                <c:pt idx="12373">
                  <c:v>0.143206018517958</c:v>
                </c:pt>
                <c:pt idx="12374">
                  <c:v>0.1432175925874617</c:v>
                </c:pt>
                <c:pt idx="12375">
                  <c:v>0.14322916666424135</c:v>
                </c:pt>
                <c:pt idx="12376">
                  <c:v>0.143240740741021</c:v>
                </c:pt>
                <c:pt idx="12377">
                  <c:v>0.14325231481052469</c:v>
                </c:pt>
                <c:pt idx="12378">
                  <c:v>0.14326388888730435</c:v>
                </c:pt>
                <c:pt idx="12379">
                  <c:v>0.143275462964084</c:v>
                </c:pt>
                <c:pt idx="12380">
                  <c:v>0.14328703703358769</c:v>
                </c:pt>
                <c:pt idx="12381">
                  <c:v>0.14329861111036735</c:v>
                </c:pt>
                <c:pt idx="12382">
                  <c:v>0.14331018517987104</c:v>
                </c:pt>
                <c:pt idx="12383">
                  <c:v>0.14332175925665069</c:v>
                </c:pt>
                <c:pt idx="12384">
                  <c:v>0.14333333333343035</c:v>
                </c:pt>
                <c:pt idx="12385">
                  <c:v>0.14334490740293404</c:v>
                </c:pt>
                <c:pt idx="12386">
                  <c:v>0.14335648147971369</c:v>
                </c:pt>
                <c:pt idx="12387">
                  <c:v>0.14336805555649335</c:v>
                </c:pt>
                <c:pt idx="12388">
                  <c:v>0.14337962962599704</c:v>
                </c:pt>
                <c:pt idx="12389">
                  <c:v>0.14339120370277669</c:v>
                </c:pt>
                <c:pt idx="12390">
                  <c:v>0.14340277777228039</c:v>
                </c:pt>
                <c:pt idx="12391">
                  <c:v>0.14341435184906004</c:v>
                </c:pt>
                <c:pt idx="12392">
                  <c:v>0.14342592592583969</c:v>
                </c:pt>
                <c:pt idx="12393">
                  <c:v>0.14343749999534339</c:v>
                </c:pt>
                <c:pt idx="12394">
                  <c:v>0.14344907407212304</c:v>
                </c:pt>
                <c:pt idx="12395">
                  <c:v>0.14346064814890269</c:v>
                </c:pt>
                <c:pt idx="12396">
                  <c:v>0.14347222221840639</c:v>
                </c:pt>
                <c:pt idx="12397">
                  <c:v>0.14348379629518604</c:v>
                </c:pt>
                <c:pt idx="12398">
                  <c:v>0.14349537036468973</c:v>
                </c:pt>
                <c:pt idx="12399">
                  <c:v>0.14350694444146939</c:v>
                </c:pt>
                <c:pt idx="12400">
                  <c:v>0.14351851851824904</c:v>
                </c:pt>
                <c:pt idx="12401">
                  <c:v>0.14353009258775273</c:v>
                </c:pt>
                <c:pt idx="12402">
                  <c:v>0.14354166666453239</c:v>
                </c:pt>
                <c:pt idx="12403">
                  <c:v>0.14355324074131204</c:v>
                </c:pt>
                <c:pt idx="12404">
                  <c:v>0.14356481481081573</c:v>
                </c:pt>
                <c:pt idx="12405">
                  <c:v>0.14357638888759539</c:v>
                </c:pt>
                <c:pt idx="12406">
                  <c:v>0.14358796295709908</c:v>
                </c:pt>
                <c:pt idx="12407">
                  <c:v>0.14359953703387873</c:v>
                </c:pt>
                <c:pt idx="12408">
                  <c:v>0.14361111111065838</c:v>
                </c:pt>
                <c:pt idx="12409">
                  <c:v>0.14362268518016208</c:v>
                </c:pt>
                <c:pt idx="12410">
                  <c:v>0.14363425925694173</c:v>
                </c:pt>
                <c:pt idx="12411">
                  <c:v>0.14364583333372138</c:v>
                </c:pt>
                <c:pt idx="12412">
                  <c:v>0.14365740740322508</c:v>
                </c:pt>
                <c:pt idx="12413">
                  <c:v>0.14366898148000473</c:v>
                </c:pt>
                <c:pt idx="12414">
                  <c:v>0.14368055555678438</c:v>
                </c:pt>
                <c:pt idx="12415">
                  <c:v>0.14369212962628808</c:v>
                </c:pt>
                <c:pt idx="12416">
                  <c:v>0.14370370370306773</c:v>
                </c:pt>
                <c:pt idx="12417">
                  <c:v>0.14371527777257143</c:v>
                </c:pt>
                <c:pt idx="12418">
                  <c:v>0.14372685184935108</c:v>
                </c:pt>
                <c:pt idx="12419">
                  <c:v>0.14373842592613073</c:v>
                </c:pt>
                <c:pt idx="12420">
                  <c:v>0.14374999999563443</c:v>
                </c:pt>
                <c:pt idx="12421">
                  <c:v>0.14376157407241408</c:v>
                </c:pt>
                <c:pt idx="12422">
                  <c:v>0.14377314814919373</c:v>
                </c:pt>
                <c:pt idx="12423">
                  <c:v>0.14378472221869742</c:v>
                </c:pt>
                <c:pt idx="12424">
                  <c:v>0.14379629629547708</c:v>
                </c:pt>
                <c:pt idx="12425">
                  <c:v>0.14380787036498077</c:v>
                </c:pt>
                <c:pt idx="12426">
                  <c:v>0.14381944444176042</c:v>
                </c:pt>
                <c:pt idx="12427">
                  <c:v>0.14383101851854008</c:v>
                </c:pt>
                <c:pt idx="12428">
                  <c:v>0.14384259258804377</c:v>
                </c:pt>
                <c:pt idx="12429">
                  <c:v>0.14385416666482342</c:v>
                </c:pt>
                <c:pt idx="12430">
                  <c:v>0.14386574074160308</c:v>
                </c:pt>
                <c:pt idx="12431">
                  <c:v>0.14387731481110677</c:v>
                </c:pt>
                <c:pt idx="12432">
                  <c:v>0.14388888888788642</c:v>
                </c:pt>
                <c:pt idx="12433">
                  <c:v>0.14390046295739012</c:v>
                </c:pt>
                <c:pt idx="12434">
                  <c:v>0.14391203703416977</c:v>
                </c:pt>
                <c:pt idx="12435">
                  <c:v>0.14392361111094942</c:v>
                </c:pt>
                <c:pt idx="12436">
                  <c:v>0.14393518518045312</c:v>
                </c:pt>
                <c:pt idx="12437">
                  <c:v>0.14394675925723277</c:v>
                </c:pt>
                <c:pt idx="12438">
                  <c:v>0.14395833333401242</c:v>
                </c:pt>
                <c:pt idx="12439">
                  <c:v>0.14396990740351612</c:v>
                </c:pt>
                <c:pt idx="12440">
                  <c:v>0.14398148148029577</c:v>
                </c:pt>
                <c:pt idx="12441">
                  <c:v>0.14399305554979946</c:v>
                </c:pt>
                <c:pt idx="12442">
                  <c:v>0.14400462962657912</c:v>
                </c:pt>
                <c:pt idx="12443">
                  <c:v>0.14401620370335877</c:v>
                </c:pt>
                <c:pt idx="12444">
                  <c:v>0.14402777777286246</c:v>
                </c:pt>
                <c:pt idx="12445">
                  <c:v>0.14403935184964212</c:v>
                </c:pt>
                <c:pt idx="12446">
                  <c:v>0.14405092592642177</c:v>
                </c:pt>
                <c:pt idx="12447">
                  <c:v>0.14406249999592546</c:v>
                </c:pt>
                <c:pt idx="12448">
                  <c:v>0.14407407407270512</c:v>
                </c:pt>
                <c:pt idx="12449">
                  <c:v>0.14408564814948477</c:v>
                </c:pt>
                <c:pt idx="12450">
                  <c:v>0.14409722221898846</c:v>
                </c:pt>
                <c:pt idx="12451">
                  <c:v>0.14410879629576812</c:v>
                </c:pt>
                <c:pt idx="12452">
                  <c:v>0.14412037036527181</c:v>
                </c:pt>
                <c:pt idx="12453">
                  <c:v>0.14413194444205146</c:v>
                </c:pt>
                <c:pt idx="12454">
                  <c:v>0.14414351851883112</c:v>
                </c:pt>
                <c:pt idx="12455">
                  <c:v>0.14415509258833481</c:v>
                </c:pt>
                <c:pt idx="12456">
                  <c:v>0.14416666666511446</c:v>
                </c:pt>
                <c:pt idx="12457">
                  <c:v>0.14417824074189411</c:v>
                </c:pt>
                <c:pt idx="12458">
                  <c:v>0.14418981481139781</c:v>
                </c:pt>
                <c:pt idx="12459">
                  <c:v>0.14420138888817746</c:v>
                </c:pt>
                <c:pt idx="12460">
                  <c:v>0.14421296295768116</c:v>
                </c:pt>
                <c:pt idx="12461">
                  <c:v>0.14422453703446081</c:v>
                </c:pt>
                <c:pt idx="12462">
                  <c:v>0.14423611111124046</c:v>
                </c:pt>
                <c:pt idx="12463">
                  <c:v>0.14424768518074416</c:v>
                </c:pt>
                <c:pt idx="12464">
                  <c:v>0.14425925925752381</c:v>
                </c:pt>
                <c:pt idx="12465">
                  <c:v>0.14427083333430346</c:v>
                </c:pt>
                <c:pt idx="12466">
                  <c:v>0.14428240740380716</c:v>
                </c:pt>
                <c:pt idx="12467">
                  <c:v>0.14429398148058681</c:v>
                </c:pt>
                <c:pt idx="12468">
                  <c:v>0.1443055555500905</c:v>
                </c:pt>
                <c:pt idx="12469">
                  <c:v>0.14431712962687016</c:v>
                </c:pt>
                <c:pt idx="12470">
                  <c:v>0.14432870370364981</c:v>
                </c:pt>
                <c:pt idx="12471">
                  <c:v>0.1443402777731535</c:v>
                </c:pt>
                <c:pt idx="12472">
                  <c:v>0.14435185184993315</c:v>
                </c:pt>
                <c:pt idx="12473">
                  <c:v>0.14436342592671281</c:v>
                </c:pt>
                <c:pt idx="12474">
                  <c:v>0.1443749999962165</c:v>
                </c:pt>
                <c:pt idx="12475">
                  <c:v>0.14438657407299615</c:v>
                </c:pt>
                <c:pt idx="12476">
                  <c:v>0.14439814814249985</c:v>
                </c:pt>
                <c:pt idx="12477">
                  <c:v>0.1444097222192795</c:v>
                </c:pt>
                <c:pt idx="12478">
                  <c:v>0.14442129629605915</c:v>
                </c:pt>
                <c:pt idx="12479">
                  <c:v>0.14443287036556285</c:v>
                </c:pt>
                <c:pt idx="12480">
                  <c:v>0.1444444444423425</c:v>
                </c:pt>
                <c:pt idx="12481">
                  <c:v>0.14445601851912215</c:v>
                </c:pt>
                <c:pt idx="12482">
                  <c:v>0.14446759258862585</c:v>
                </c:pt>
                <c:pt idx="12483">
                  <c:v>0.1444791666654055</c:v>
                </c:pt>
                <c:pt idx="12484">
                  <c:v>0.1444907407349092</c:v>
                </c:pt>
                <c:pt idx="12485">
                  <c:v>0.14450231481168885</c:v>
                </c:pt>
                <c:pt idx="12486">
                  <c:v>0.1445138888884685</c:v>
                </c:pt>
                <c:pt idx="12487">
                  <c:v>0.14452546295797219</c:v>
                </c:pt>
                <c:pt idx="12488">
                  <c:v>0.14453703703475185</c:v>
                </c:pt>
                <c:pt idx="12489">
                  <c:v>0.1445486111115315</c:v>
                </c:pt>
                <c:pt idx="12490">
                  <c:v>0.14456018518103519</c:v>
                </c:pt>
                <c:pt idx="12491">
                  <c:v>0.14457175925781485</c:v>
                </c:pt>
                <c:pt idx="12492">
                  <c:v>0.1445833333345945</c:v>
                </c:pt>
                <c:pt idx="12493">
                  <c:v>0.14459490740409819</c:v>
                </c:pt>
                <c:pt idx="12494">
                  <c:v>0.14460648148087785</c:v>
                </c:pt>
                <c:pt idx="12495">
                  <c:v>0.14461805555038154</c:v>
                </c:pt>
                <c:pt idx="12496">
                  <c:v>0.14462962962716119</c:v>
                </c:pt>
                <c:pt idx="12497">
                  <c:v>0.14464120370394085</c:v>
                </c:pt>
                <c:pt idx="12498">
                  <c:v>0.14465277777344454</c:v>
                </c:pt>
                <c:pt idx="12499">
                  <c:v>0.14466435185022419</c:v>
                </c:pt>
                <c:pt idx="12500">
                  <c:v>0.14467592592700385</c:v>
                </c:pt>
                <c:pt idx="12501">
                  <c:v>0.14468749999650754</c:v>
                </c:pt>
                <c:pt idx="12502">
                  <c:v>0.14469907407328719</c:v>
                </c:pt>
                <c:pt idx="12503">
                  <c:v>0.14471064814279089</c:v>
                </c:pt>
                <c:pt idx="12504">
                  <c:v>0.14472222221957054</c:v>
                </c:pt>
                <c:pt idx="12505">
                  <c:v>0.14473379629635019</c:v>
                </c:pt>
                <c:pt idx="12506">
                  <c:v>0.14474537036585389</c:v>
                </c:pt>
                <c:pt idx="12507">
                  <c:v>0.14475694444263354</c:v>
                </c:pt>
                <c:pt idx="12508">
                  <c:v>0.14476851851941319</c:v>
                </c:pt>
                <c:pt idx="12509">
                  <c:v>0.14478009258891689</c:v>
                </c:pt>
                <c:pt idx="12510">
                  <c:v>0.14479166666569654</c:v>
                </c:pt>
                <c:pt idx="12511">
                  <c:v>0.14480324073520023</c:v>
                </c:pt>
                <c:pt idx="12512">
                  <c:v>0.14481481481197989</c:v>
                </c:pt>
                <c:pt idx="12513">
                  <c:v>0.14482638888875954</c:v>
                </c:pt>
                <c:pt idx="12514">
                  <c:v>0.14483796295826323</c:v>
                </c:pt>
                <c:pt idx="12515">
                  <c:v>0.14484953703504289</c:v>
                </c:pt>
                <c:pt idx="12516">
                  <c:v>0.14486111111182254</c:v>
                </c:pt>
                <c:pt idx="12517">
                  <c:v>0.14487268518132623</c:v>
                </c:pt>
                <c:pt idx="12518">
                  <c:v>0.14488425925810589</c:v>
                </c:pt>
                <c:pt idx="12519">
                  <c:v>0.14489583332760958</c:v>
                </c:pt>
                <c:pt idx="12520">
                  <c:v>0.14490740740438923</c:v>
                </c:pt>
                <c:pt idx="12521">
                  <c:v>0.14491898148116888</c:v>
                </c:pt>
                <c:pt idx="12522">
                  <c:v>0.14493055555067258</c:v>
                </c:pt>
                <c:pt idx="12523">
                  <c:v>0.14494212962745223</c:v>
                </c:pt>
                <c:pt idx="12524">
                  <c:v>0.14495370370423188</c:v>
                </c:pt>
                <c:pt idx="12525">
                  <c:v>0.14496527777373558</c:v>
                </c:pt>
                <c:pt idx="12526">
                  <c:v>0.14497685185051523</c:v>
                </c:pt>
                <c:pt idx="12527">
                  <c:v>0.14498842592001893</c:v>
                </c:pt>
                <c:pt idx="12528">
                  <c:v>0.14499999999679858</c:v>
                </c:pt>
                <c:pt idx="12529">
                  <c:v>0.14501157407357823</c:v>
                </c:pt>
                <c:pt idx="12530">
                  <c:v>0.14502314814308193</c:v>
                </c:pt>
                <c:pt idx="12531">
                  <c:v>0.14503472221986158</c:v>
                </c:pt>
                <c:pt idx="12532">
                  <c:v>0.14504629629664123</c:v>
                </c:pt>
                <c:pt idx="12533">
                  <c:v>0.14505787036614493</c:v>
                </c:pt>
                <c:pt idx="12534">
                  <c:v>0.14506944444292458</c:v>
                </c:pt>
                <c:pt idx="12535">
                  <c:v>0.14508101851970423</c:v>
                </c:pt>
                <c:pt idx="12536">
                  <c:v>0.14509259258920792</c:v>
                </c:pt>
                <c:pt idx="12537">
                  <c:v>0.14510416666598758</c:v>
                </c:pt>
                <c:pt idx="12538">
                  <c:v>0.14511574073549127</c:v>
                </c:pt>
                <c:pt idx="12539">
                  <c:v>0.14512731481227092</c:v>
                </c:pt>
                <c:pt idx="12540">
                  <c:v>0.14513888888905058</c:v>
                </c:pt>
                <c:pt idx="12541">
                  <c:v>0.14515046295855427</c:v>
                </c:pt>
                <c:pt idx="12542">
                  <c:v>0.14516203703533392</c:v>
                </c:pt>
                <c:pt idx="12543">
                  <c:v>0.14517361111211358</c:v>
                </c:pt>
                <c:pt idx="12544">
                  <c:v>0.14518518518161727</c:v>
                </c:pt>
                <c:pt idx="12545">
                  <c:v>0.14519675925839692</c:v>
                </c:pt>
                <c:pt idx="12546">
                  <c:v>0.14520833332790062</c:v>
                </c:pt>
                <c:pt idx="12547">
                  <c:v>0.14521990740468027</c:v>
                </c:pt>
                <c:pt idx="12548">
                  <c:v>0.14523148148145992</c:v>
                </c:pt>
                <c:pt idx="12549">
                  <c:v>0.14524305555096362</c:v>
                </c:pt>
                <c:pt idx="12550">
                  <c:v>0.14525462962774327</c:v>
                </c:pt>
                <c:pt idx="12551">
                  <c:v>0.14526620370452292</c:v>
                </c:pt>
                <c:pt idx="12552">
                  <c:v>0.14527777777402662</c:v>
                </c:pt>
                <c:pt idx="12553">
                  <c:v>0.14528935185080627</c:v>
                </c:pt>
                <c:pt idx="12554">
                  <c:v>0.14530092592030996</c:v>
                </c:pt>
                <c:pt idx="12555">
                  <c:v>0.14531249999708962</c:v>
                </c:pt>
                <c:pt idx="12556">
                  <c:v>0.14532407407386927</c:v>
                </c:pt>
                <c:pt idx="12557">
                  <c:v>0.14533564814337296</c:v>
                </c:pt>
                <c:pt idx="12558">
                  <c:v>0.14534722222015262</c:v>
                </c:pt>
                <c:pt idx="12559">
                  <c:v>0.14535879629693227</c:v>
                </c:pt>
                <c:pt idx="12560">
                  <c:v>0.14537037036643596</c:v>
                </c:pt>
                <c:pt idx="12561">
                  <c:v>0.14538194444321562</c:v>
                </c:pt>
                <c:pt idx="12562">
                  <c:v>0.14539351851271931</c:v>
                </c:pt>
                <c:pt idx="12563">
                  <c:v>0.14540509258949896</c:v>
                </c:pt>
                <c:pt idx="12564">
                  <c:v>0.14541666666627862</c:v>
                </c:pt>
                <c:pt idx="12565">
                  <c:v>0.14542824073578231</c:v>
                </c:pt>
                <c:pt idx="12566">
                  <c:v>0.14543981481256196</c:v>
                </c:pt>
                <c:pt idx="12567">
                  <c:v>0.14545138888934162</c:v>
                </c:pt>
                <c:pt idx="12568">
                  <c:v>0.14546296295884531</c:v>
                </c:pt>
                <c:pt idx="12569">
                  <c:v>0.14547453703562496</c:v>
                </c:pt>
                <c:pt idx="12570">
                  <c:v>0.14548611111240461</c:v>
                </c:pt>
                <c:pt idx="12571">
                  <c:v>0.14549768518190831</c:v>
                </c:pt>
                <c:pt idx="12572">
                  <c:v>0.14550925925868796</c:v>
                </c:pt>
                <c:pt idx="12573">
                  <c:v>0.14552083332819166</c:v>
                </c:pt>
                <c:pt idx="12574">
                  <c:v>0.14553240740497131</c:v>
                </c:pt>
                <c:pt idx="12575">
                  <c:v>0.14554398148175096</c:v>
                </c:pt>
                <c:pt idx="12576">
                  <c:v>0.14555555555125466</c:v>
                </c:pt>
                <c:pt idx="12577">
                  <c:v>0.14556712962803431</c:v>
                </c:pt>
                <c:pt idx="12578">
                  <c:v>0.14557870370481396</c:v>
                </c:pt>
                <c:pt idx="12579">
                  <c:v>0.14559027777431766</c:v>
                </c:pt>
                <c:pt idx="12580">
                  <c:v>0.14560185185109731</c:v>
                </c:pt>
                <c:pt idx="12581">
                  <c:v>0.145613425920601</c:v>
                </c:pt>
                <c:pt idx="12582">
                  <c:v>0.14562499999738066</c:v>
                </c:pt>
                <c:pt idx="12583">
                  <c:v>0.14563657407416031</c:v>
                </c:pt>
                <c:pt idx="12584">
                  <c:v>0.145648148143664</c:v>
                </c:pt>
                <c:pt idx="12585">
                  <c:v>0.14565972222044365</c:v>
                </c:pt>
                <c:pt idx="12586">
                  <c:v>0.14567129629722331</c:v>
                </c:pt>
                <c:pt idx="12587">
                  <c:v>0.145682870366727</c:v>
                </c:pt>
                <c:pt idx="12588">
                  <c:v>0.14569444444350665</c:v>
                </c:pt>
                <c:pt idx="12589">
                  <c:v>0.14570601851301035</c:v>
                </c:pt>
                <c:pt idx="12590">
                  <c:v>0.14571759258979</c:v>
                </c:pt>
                <c:pt idx="12591">
                  <c:v>0.14572916666656965</c:v>
                </c:pt>
                <c:pt idx="12592">
                  <c:v>0.14574074073607335</c:v>
                </c:pt>
                <c:pt idx="12593">
                  <c:v>0.145752314812853</c:v>
                </c:pt>
                <c:pt idx="12594">
                  <c:v>0.14576388888963265</c:v>
                </c:pt>
                <c:pt idx="12595">
                  <c:v>0.14577546295913635</c:v>
                </c:pt>
                <c:pt idx="12596">
                  <c:v>0.145787037035916</c:v>
                </c:pt>
                <c:pt idx="12597">
                  <c:v>0.1457986111054197</c:v>
                </c:pt>
                <c:pt idx="12598">
                  <c:v>0.14581018518219935</c:v>
                </c:pt>
                <c:pt idx="12599">
                  <c:v>0.145821759258979</c:v>
                </c:pt>
                <c:pt idx="12600">
                  <c:v>0.14583333332848269</c:v>
                </c:pt>
                <c:pt idx="12601">
                  <c:v>0.14584490740526235</c:v>
                </c:pt>
                <c:pt idx="12602">
                  <c:v>0.145856481482042</c:v>
                </c:pt>
                <c:pt idx="12603">
                  <c:v>0.14586805555154569</c:v>
                </c:pt>
                <c:pt idx="12604">
                  <c:v>0.14587962962832535</c:v>
                </c:pt>
                <c:pt idx="12605">
                  <c:v>0.14589120369782904</c:v>
                </c:pt>
                <c:pt idx="12606">
                  <c:v>0.14590277777460869</c:v>
                </c:pt>
                <c:pt idx="12607">
                  <c:v>0.14591435185138835</c:v>
                </c:pt>
                <c:pt idx="12608">
                  <c:v>0.14592592592089204</c:v>
                </c:pt>
                <c:pt idx="12609">
                  <c:v>0.14593749999767169</c:v>
                </c:pt>
                <c:pt idx="12610">
                  <c:v>0.14594907407445135</c:v>
                </c:pt>
                <c:pt idx="12611">
                  <c:v>0.14596064814395504</c:v>
                </c:pt>
                <c:pt idx="12612">
                  <c:v>0.14597222222073469</c:v>
                </c:pt>
                <c:pt idx="12613">
                  <c:v>0.14598379629751435</c:v>
                </c:pt>
                <c:pt idx="12614">
                  <c:v>0.14599537036701804</c:v>
                </c:pt>
                <c:pt idx="12615">
                  <c:v>0.14600694444379769</c:v>
                </c:pt>
                <c:pt idx="12616">
                  <c:v>0.14601851851330139</c:v>
                </c:pt>
                <c:pt idx="12617">
                  <c:v>0.14603009259008104</c:v>
                </c:pt>
                <c:pt idx="12618">
                  <c:v>0.14604166666686069</c:v>
                </c:pt>
                <c:pt idx="12619">
                  <c:v>0.14605324073636439</c:v>
                </c:pt>
                <c:pt idx="12620">
                  <c:v>0.14606481481314404</c:v>
                </c:pt>
                <c:pt idx="12621">
                  <c:v>0.14607638888992369</c:v>
                </c:pt>
                <c:pt idx="12622">
                  <c:v>0.14608796295942739</c:v>
                </c:pt>
                <c:pt idx="12623">
                  <c:v>0.14609953703620704</c:v>
                </c:pt>
                <c:pt idx="12624">
                  <c:v>0.14611111110571073</c:v>
                </c:pt>
                <c:pt idx="12625">
                  <c:v>0.14612268518249039</c:v>
                </c:pt>
                <c:pt idx="12626">
                  <c:v>0.14613425925927004</c:v>
                </c:pt>
                <c:pt idx="12627">
                  <c:v>0.14614583332877373</c:v>
                </c:pt>
                <c:pt idx="12628">
                  <c:v>0.14615740740555339</c:v>
                </c:pt>
                <c:pt idx="12629">
                  <c:v>0.14616898148233304</c:v>
                </c:pt>
                <c:pt idx="12630">
                  <c:v>0.14618055555183673</c:v>
                </c:pt>
                <c:pt idx="12631">
                  <c:v>0.14619212962861639</c:v>
                </c:pt>
                <c:pt idx="12632">
                  <c:v>0.14620370369812008</c:v>
                </c:pt>
                <c:pt idx="12633">
                  <c:v>0.14621527777489973</c:v>
                </c:pt>
                <c:pt idx="12634">
                  <c:v>0.14622685185167938</c:v>
                </c:pt>
                <c:pt idx="12635">
                  <c:v>0.14623842592118308</c:v>
                </c:pt>
                <c:pt idx="12636">
                  <c:v>0.14624999999796273</c:v>
                </c:pt>
                <c:pt idx="12637">
                  <c:v>0.14626157407474238</c:v>
                </c:pt>
                <c:pt idx="12638">
                  <c:v>0.14627314814424608</c:v>
                </c:pt>
                <c:pt idx="12639">
                  <c:v>0.14628472222102573</c:v>
                </c:pt>
                <c:pt idx="12640">
                  <c:v>0.14629629629052943</c:v>
                </c:pt>
                <c:pt idx="12641">
                  <c:v>0.14630787036730908</c:v>
                </c:pt>
                <c:pt idx="12642">
                  <c:v>0.14631944444408873</c:v>
                </c:pt>
                <c:pt idx="12643">
                  <c:v>0.14633101851359243</c:v>
                </c:pt>
                <c:pt idx="12644">
                  <c:v>0.14634259259037208</c:v>
                </c:pt>
                <c:pt idx="12645">
                  <c:v>0.14635416666715173</c:v>
                </c:pt>
                <c:pt idx="12646">
                  <c:v>0.14636574073665543</c:v>
                </c:pt>
                <c:pt idx="12647">
                  <c:v>0.14637731481343508</c:v>
                </c:pt>
                <c:pt idx="12648">
                  <c:v>0.14638888889021473</c:v>
                </c:pt>
                <c:pt idx="12649">
                  <c:v>0.14640046295971842</c:v>
                </c:pt>
                <c:pt idx="12650">
                  <c:v>0.14641203703649808</c:v>
                </c:pt>
                <c:pt idx="12651">
                  <c:v>0.14642361110600177</c:v>
                </c:pt>
                <c:pt idx="12652">
                  <c:v>0.14643518518278142</c:v>
                </c:pt>
                <c:pt idx="12653">
                  <c:v>0.14644675925956108</c:v>
                </c:pt>
                <c:pt idx="12654">
                  <c:v>0.14645833332906477</c:v>
                </c:pt>
                <c:pt idx="12655">
                  <c:v>0.14646990740584442</c:v>
                </c:pt>
                <c:pt idx="12656">
                  <c:v>0.14648148148262408</c:v>
                </c:pt>
                <c:pt idx="12657">
                  <c:v>0.14649305555212777</c:v>
                </c:pt>
                <c:pt idx="12658">
                  <c:v>0.14650462962890742</c:v>
                </c:pt>
                <c:pt idx="12659">
                  <c:v>0.14651620369841112</c:v>
                </c:pt>
                <c:pt idx="12660">
                  <c:v>0.14652777777519077</c:v>
                </c:pt>
                <c:pt idx="12661">
                  <c:v>0.14653935185197042</c:v>
                </c:pt>
                <c:pt idx="12662">
                  <c:v>0.14655092592147412</c:v>
                </c:pt>
                <c:pt idx="12663">
                  <c:v>0.14656249999825377</c:v>
                </c:pt>
                <c:pt idx="12664">
                  <c:v>0.14657407407503342</c:v>
                </c:pt>
                <c:pt idx="12665">
                  <c:v>0.14658564814453712</c:v>
                </c:pt>
                <c:pt idx="12666">
                  <c:v>0.14659722222131677</c:v>
                </c:pt>
                <c:pt idx="12667">
                  <c:v>0.14660879629082046</c:v>
                </c:pt>
                <c:pt idx="12668">
                  <c:v>0.14662037036760012</c:v>
                </c:pt>
                <c:pt idx="12669">
                  <c:v>0.14663194444437977</c:v>
                </c:pt>
                <c:pt idx="12670">
                  <c:v>0.14664351851388346</c:v>
                </c:pt>
                <c:pt idx="12671">
                  <c:v>0.14665509259066312</c:v>
                </c:pt>
                <c:pt idx="12672">
                  <c:v>0.14666666666744277</c:v>
                </c:pt>
                <c:pt idx="12673">
                  <c:v>0.14667824073694646</c:v>
                </c:pt>
                <c:pt idx="12674">
                  <c:v>0.14668981481372612</c:v>
                </c:pt>
                <c:pt idx="12675">
                  <c:v>0.14670138888322981</c:v>
                </c:pt>
                <c:pt idx="12676">
                  <c:v>0.14671296296000946</c:v>
                </c:pt>
                <c:pt idx="12677">
                  <c:v>0.14672453703678912</c:v>
                </c:pt>
                <c:pt idx="12678">
                  <c:v>0.14673611110629281</c:v>
                </c:pt>
                <c:pt idx="12679">
                  <c:v>0.14674768518307246</c:v>
                </c:pt>
                <c:pt idx="12680">
                  <c:v>0.14675925925985212</c:v>
                </c:pt>
                <c:pt idx="12681">
                  <c:v>0.14677083332935581</c:v>
                </c:pt>
                <c:pt idx="12682">
                  <c:v>0.14678240740613546</c:v>
                </c:pt>
                <c:pt idx="12683">
                  <c:v>0.14679398147563916</c:v>
                </c:pt>
                <c:pt idx="12684">
                  <c:v>0.14680555555241881</c:v>
                </c:pt>
                <c:pt idx="12685">
                  <c:v>0.14681712962919846</c:v>
                </c:pt>
                <c:pt idx="12686">
                  <c:v>0.14682870369870216</c:v>
                </c:pt>
                <c:pt idx="12687">
                  <c:v>0.14684027777548181</c:v>
                </c:pt>
                <c:pt idx="12688">
                  <c:v>0.14685185185226146</c:v>
                </c:pt>
                <c:pt idx="12689">
                  <c:v>0.14686342592176516</c:v>
                </c:pt>
                <c:pt idx="12690">
                  <c:v>0.14687499999854481</c:v>
                </c:pt>
                <c:pt idx="12691">
                  <c:v>0.14688657407532446</c:v>
                </c:pt>
                <c:pt idx="12692">
                  <c:v>0.14689814814482816</c:v>
                </c:pt>
                <c:pt idx="12693">
                  <c:v>0.14690972222160781</c:v>
                </c:pt>
                <c:pt idx="12694">
                  <c:v>0.1469212962911115</c:v>
                </c:pt>
                <c:pt idx="12695">
                  <c:v>0.14693287036789116</c:v>
                </c:pt>
                <c:pt idx="12696">
                  <c:v>0.14694444444467081</c:v>
                </c:pt>
                <c:pt idx="12697">
                  <c:v>0.1469560185141745</c:v>
                </c:pt>
                <c:pt idx="12698">
                  <c:v>0.14696759259095415</c:v>
                </c:pt>
                <c:pt idx="12699">
                  <c:v>0.14697916666773381</c:v>
                </c:pt>
                <c:pt idx="12700">
                  <c:v>0.1469907407372375</c:v>
                </c:pt>
                <c:pt idx="12701">
                  <c:v>0.14700231481401715</c:v>
                </c:pt>
                <c:pt idx="12702">
                  <c:v>0.14701388888352085</c:v>
                </c:pt>
                <c:pt idx="12703">
                  <c:v>0.1470254629603005</c:v>
                </c:pt>
                <c:pt idx="12704">
                  <c:v>0.14703703703708015</c:v>
                </c:pt>
                <c:pt idx="12705">
                  <c:v>0.14704861110658385</c:v>
                </c:pt>
                <c:pt idx="12706">
                  <c:v>0.1470601851833635</c:v>
                </c:pt>
                <c:pt idx="12707">
                  <c:v>0.14707175926014315</c:v>
                </c:pt>
                <c:pt idx="12708">
                  <c:v>0.14708333332964685</c:v>
                </c:pt>
                <c:pt idx="12709">
                  <c:v>0.1470949074064265</c:v>
                </c:pt>
                <c:pt idx="12710">
                  <c:v>0.1471064814759302</c:v>
                </c:pt>
                <c:pt idx="12711">
                  <c:v>0.14711805555270985</c:v>
                </c:pt>
                <c:pt idx="12712">
                  <c:v>0.1471296296294895</c:v>
                </c:pt>
                <c:pt idx="12713">
                  <c:v>0.14714120369899319</c:v>
                </c:pt>
                <c:pt idx="12714">
                  <c:v>0.14715277777577285</c:v>
                </c:pt>
                <c:pt idx="12715">
                  <c:v>0.1471643518525525</c:v>
                </c:pt>
                <c:pt idx="12716">
                  <c:v>0.14717592592205619</c:v>
                </c:pt>
                <c:pt idx="12717">
                  <c:v>0.14718749999883585</c:v>
                </c:pt>
                <c:pt idx="12718">
                  <c:v>0.14719907406833954</c:v>
                </c:pt>
                <c:pt idx="12719">
                  <c:v>0.14721064814511919</c:v>
                </c:pt>
                <c:pt idx="12720">
                  <c:v>0.14722222222189885</c:v>
                </c:pt>
                <c:pt idx="12721">
                  <c:v>0.14723379629140254</c:v>
                </c:pt>
                <c:pt idx="12722">
                  <c:v>0.14724537036818219</c:v>
                </c:pt>
                <c:pt idx="12723">
                  <c:v>0.14725694444496185</c:v>
                </c:pt>
                <c:pt idx="12724">
                  <c:v>0.14726851851446554</c:v>
                </c:pt>
                <c:pt idx="12725">
                  <c:v>0.14728009259124519</c:v>
                </c:pt>
                <c:pt idx="12726">
                  <c:v>0.14729166666074889</c:v>
                </c:pt>
                <c:pt idx="12727">
                  <c:v>0.14730324073752854</c:v>
                </c:pt>
                <c:pt idx="12728">
                  <c:v>0.14731481481430819</c:v>
                </c:pt>
                <c:pt idx="12729">
                  <c:v>0.14732638888381189</c:v>
                </c:pt>
                <c:pt idx="12730">
                  <c:v>0.14733796296059154</c:v>
                </c:pt>
                <c:pt idx="12731">
                  <c:v>0.14734953703737119</c:v>
                </c:pt>
                <c:pt idx="12732">
                  <c:v>0.14736111110687489</c:v>
                </c:pt>
                <c:pt idx="12733">
                  <c:v>0.14737268518365454</c:v>
                </c:pt>
                <c:pt idx="12734">
                  <c:v>0.14738425926043419</c:v>
                </c:pt>
                <c:pt idx="12735">
                  <c:v>0.14739583332993789</c:v>
                </c:pt>
                <c:pt idx="12736">
                  <c:v>0.14740740740671754</c:v>
                </c:pt>
                <c:pt idx="12737">
                  <c:v>0.14741898147622123</c:v>
                </c:pt>
                <c:pt idx="12738">
                  <c:v>0.14743055555300089</c:v>
                </c:pt>
                <c:pt idx="12739">
                  <c:v>0.14744212962978054</c:v>
                </c:pt>
                <c:pt idx="12740">
                  <c:v>0.14745370369928423</c:v>
                </c:pt>
                <c:pt idx="12741">
                  <c:v>0.14746527777606389</c:v>
                </c:pt>
                <c:pt idx="12742">
                  <c:v>0.14747685185284354</c:v>
                </c:pt>
                <c:pt idx="12743">
                  <c:v>0.14748842592234723</c:v>
                </c:pt>
                <c:pt idx="12744">
                  <c:v>0.14749999999912689</c:v>
                </c:pt>
                <c:pt idx="12745">
                  <c:v>0.14751157406863058</c:v>
                </c:pt>
                <c:pt idx="12746">
                  <c:v>0.14752314814541023</c:v>
                </c:pt>
                <c:pt idx="12747">
                  <c:v>0.14753472222218988</c:v>
                </c:pt>
                <c:pt idx="12748">
                  <c:v>0.14754629629169358</c:v>
                </c:pt>
                <c:pt idx="12749">
                  <c:v>0.14755787036847323</c:v>
                </c:pt>
                <c:pt idx="12750">
                  <c:v>0.14756944444525288</c:v>
                </c:pt>
                <c:pt idx="12751">
                  <c:v>0.14758101851475658</c:v>
                </c:pt>
                <c:pt idx="12752">
                  <c:v>0.14759259259153623</c:v>
                </c:pt>
                <c:pt idx="12753">
                  <c:v>0.14760416666103993</c:v>
                </c:pt>
                <c:pt idx="12754">
                  <c:v>0.14761574073781958</c:v>
                </c:pt>
                <c:pt idx="12755">
                  <c:v>0.14762731481459923</c:v>
                </c:pt>
                <c:pt idx="12756">
                  <c:v>0.14763888888410293</c:v>
                </c:pt>
                <c:pt idx="12757">
                  <c:v>0.14765046296088258</c:v>
                </c:pt>
                <c:pt idx="12758">
                  <c:v>0.14766203703766223</c:v>
                </c:pt>
                <c:pt idx="12759">
                  <c:v>0.14767361110716593</c:v>
                </c:pt>
                <c:pt idx="12760">
                  <c:v>0.14768518518394558</c:v>
                </c:pt>
                <c:pt idx="12761">
                  <c:v>0.14769675925344927</c:v>
                </c:pt>
                <c:pt idx="12762">
                  <c:v>0.14770833333022892</c:v>
                </c:pt>
                <c:pt idx="12763">
                  <c:v>0.14771990740700858</c:v>
                </c:pt>
                <c:pt idx="12764">
                  <c:v>0.14773148147651227</c:v>
                </c:pt>
                <c:pt idx="12765">
                  <c:v>0.14774305555329192</c:v>
                </c:pt>
                <c:pt idx="12766">
                  <c:v>0.14775462963007158</c:v>
                </c:pt>
                <c:pt idx="12767">
                  <c:v>0.14776620369957527</c:v>
                </c:pt>
                <c:pt idx="12768">
                  <c:v>0.14777777777635492</c:v>
                </c:pt>
                <c:pt idx="12769">
                  <c:v>0.14778935185313458</c:v>
                </c:pt>
                <c:pt idx="12770">
                  <c:v>0.14780092592263827</c:v>
                </c:pt>
                <c:pt idx="12771">
                  <c:v>0.14781249999941792</c:v>
                </c:pt>
                <c:pt idx="12772">
                  <c:v>0.14782407406892162</c:v>
                </c:pt>
                <c:pt idx="12773">
                  <c:v>0.14783564814570127</c:v>
                </c:pt>
                <c:pt idx="12774">
                  <c:v>0.14784722222248092</c:v>
                </c:pt>
                <c:pt idx="12775">
                  <c:v>0.14785879629198462</c:v>
                </c:pt>
                <c:pt idx="12776">
                  <c:v>0.14787037036876427</c:v>
                </c:pt>
                <c:pt idx="12777">
                  <c:v>0.14788194444554392</c:v>
                </c:pt>
                <c:pt idx="12778">
                  <c:v>0.14789351851504762</c:v>
                </c:pt>
                <c:pt idx="12779">
                  <c:v>0.14790509259182727</c:v>
                </c:pt>
                <c:pt idx="12780">
                  <c:v>0.14791666666133096</c:v>
                </c:pt>
                <c:pt idx="12781">
                  <c:v>0.14792824073811062</c:v>
                </c:pt>
                <c:pt idx="12782">
                  <c:v>0.14793981481489027</c:v>
                </c:pt>
                <c:pt idx="12783">
                  <c:v>0.14795138888439396</c:v>
                </c:pt>
                <c:pt idx="12784">
                  <c:v>0.14796296296117362</c:v>
                </c:pt>
                <c:pt idx="12785">
                  <c:v>0.14797453703795327</c:v>
                </c:pt>
                <c:pt idx="12786">
                  <c:v>0.14798611110745696</c:v>
                </c:pt>
                <c:pt idx="12787">
                  <c:v>0.14799768518423662</c:v>
                </c:pt>
                <c:pt idx="12788">
                  <c:v>0.14800925925374031</c:v>
                </c:pt>
                <c:pt idx="12789">
                  <c:v>0.14802083333051996</c:v>
                </c:pt>
                <c:pt idx="12790">
                  <c:v>0.14803240740729962</c:v>
                </c:pt>
                <c:pt idx="12791">
                  <c:v>0.14804398147680331</c:v>
                </c:pt>
                <c:pt idx="12792">
                  <c:v>0.14805555555358296</c:v>
                </c:pt>
                <c:pt idx="12793">
                  <c:v>0.14806712963036261</c:v>
                </c:pt>
                <c:pt idx="12794">
                  <c:v>0.14807870369986631</c:v>
                </c:pt>
                <c:pt idx="12795">
                  <c:v>0.14809027777664596</c:v>
                </c:pt>
                <c:pt idx="12796">
                  <c:v>0.14810185184614966</c:v>
                </c:pt>
                <c:pt idx="12797">
                  <c:v>0.14811342592292931</c:v>
                </c:pt>
                <c:pt idx="12798">
                  <c:v>0.14812499999970896</c:v>
                </c:pt>
                <c:pt idx="12799">
                  <c:v>0.14813657406921266</c:v>
                </c:pt>
                <c:pt idx="12800">
                  <c:v>0.14814814814599231</c:v>
                </c:pt>
                <c:pt idx="12801">
                  <c:v>0.14815972222277196</c:v>
                </c:pt>
                <c:pt idx="12802">
                  <c:v>0.14817129629227566</c:v>
                </c:pt>
                <c:pt idx="12803">
                  <c:v>0.14818287036905531</c:v>
                </c:pt>
                <c:pt idx="12804">
                  <c:v>0.148194444438559</c:v>
                </c:pt>
                <c:pt idx="12805">
                  <c:v>0.14820601851533866</c:v>
                </c:pt>
                <c:pt idx="12806">
                  <c:v>0.14821759259211831</c:v>
                </c:pt>
                <c:pt idx="12807">
                  <c:v>0.148229166661622</c:v>
                </c:pt>
                <c:pt idx="12808">
                  <c:v>0.14824074073840166</c:v>
                </c:pt>
                <c:pt idx="12809">
                  <c:v>0.14825231481518131</c:v>
                </c:pt>
                <c:pt idx="12810">
                  <c:v>0.148263888884685</c:v>
                </c:pt>
                <c:pt idx="12811">
                  <c:v>0.14827546296146465</c:v>
                </c:pt>
                <c:pt idx="12812">
                  <c:v>0.14828703703824431</c:v>
                </c:pt>
                <c:pt idx="12813">
                  <c:v>0.148298611107748</c:v>
                </c:pt>
                <c:pt idx="12814">
                  <c:v>0.14831018518452765</c:v>
                </c:pt>
                <c:pt idx="12815">
                  <c:v>0.14832175925403135</c:v>
                </c:pt>
                <c:pt idx="12816">
                  <c:v>0.148333333330811</c:v>
                </c:pt>
                <c:pt idx="12817">
                  <c:v>0.14834490740759065</c:v>
                </c:pt>
                <c:pt idx="12818">
                  <c:v>0.14835648147709435</c:v>
                </c:pt>
                <c:pt idx="12819">
                  <c:v>0.148368055553874</c:v>
                </c:pt>
                <c:pt idx="12820">
                  <c:v>0.14837962963065365</c:v>
                </c:pt>
                <c:pt idx="12821">
                  <c:v>0.14839120370015735</c:v>
                </c:pt>
                <c:pt idx="12822">
                  <c:v>0.148402777776937</c:v>
                </c:pt>
                <c:pt idx="12823">
                  <c:v>0.1484143518464407</c:v>
                </c:pt>
                <c:pt idx="12824">
                  <c:v>0.14842592592322035</c:v>
                </c:pt>
                <c:pt idx="12825">
                  <c:v>0.1484375</c:v>
                </c:pt>
                <c:pt idx="12826">
                  <c:v>0.14844907406950369</c:v>
                </c:pt>
                <c:pt idx="12827">
                  <c:v>0.14846064814628335</c:v>
                </c:pt>
                <c:pt idx="12828">
                  <c:v>0.148472222223063</c:v>
                </c:pt>
                <c:pt idx="12829">
                  <c:v>0.14848379629256669</c:v>
                </c:pt>
                <c:pt idx="12830">
                  <c:v>0.14849537036934635</c:v>
                </c:pt>
                <c:pt idx="12831">
                  <c:v>0.14850694443885004</c:v>
                </c:pt>
                <c:pt idx="12832">
                  <c:v>0.14851851851562969</c:v>
                </c:pt>
                <c:pt idx="12833">
                  <c:v>0.14853009259240935</c:v>
                </c:pt>
                <c:pt idx="12834">
                  <c:v>0.14854166666191304</c:v>
                </c:pt>
                <c:pt idx="12835">
                  <c:v>0.14855324073869269</c:v>
                </c:pt>
                <c:pt idx="12836">
                  <c:v>0.14856481481547235</c:v>
                </c:pt>
                <c:pt idx="12837">
                  <c:v>0.14857638888497604</c:v>
                </c:pt>
                <c:pt idx="12838">
                  <c:v>0.14858796296175569</c:v>
                </c:pt>
                <c:pt idx="12839">
                  <c:v>0.14859953703125939</c:v>
                </c:pt>
                <c:pt idx="12840">
                  <c:v>0.14861111110803904</c:v>
                </c:pt>
                <c:pt idx="12841">
                  <c:v>0.14862268518481869</c:v>
                </c:pt>
                <c:pt idx="12842">
                  <c:v>0.14863425925432239</c:v>
                </c:pt>
                <c:pt idx="12843">
                  <c:v>0.14864583333110204</c:v>
                </c:pt>
                <c:pt idx="12844">
                  <c:v>0.14865740740788169</c:v>
                </c:pt>
                <c:pt idx="12845">
                  <c:v>0.14866898147738539</c:v>
                </c:pt>
                <c:pt idx="12846">
                  <c:v>0.14868055555416504</c:v>
                </c:pt>
                <c:pt idx="12847">
                  <c:v>0.14869212963094469</c:v>
                </c:pt>
                <c:pt idx="12848">
                  <c:v>0.14870370370044839</c:v>
                </c:pt>
                <c:pt idx="12849">
                  <c:v>0.14871527777722804</c:v>
                </c:pt>
                <c:pt idx="12850">
                  <c:v>0.14872685184673173</c:v>
                </c:pt>
                <c:pt idx="12851">
                  <c:v>0.14873842592351139</c:v>
                </c:pt>
                <c:pt idx="12852">
                  <c:v>0.14875000000029104</c:v>
                </c:pt>
                <c:pt idx="12853">
                  <c:v>0.14876157406979473</c:v>
                </c:pt>
                <c:pt idx="12854">
                  <c:v>0.14877314814657439</c:v>
                </c:pt>
                <c:pt idx="12855">
                  <c:v>0.14878472222335404</c:v>
                </c:pt>
                <c:pt idx="12856">
                  <c:v>0.14879629629285773</c:v>
                </c:pt>
                <c:pt idx="12857">
                  <c:v>0.14880787036963739</c:v>
                </c:pt>
                <c:pt idx="12858">
                  <c:v>0.14881944443914108</c:v>
                </c:pt>
                <c:pt idx="12859">
                  <c:v>0.14883101851592073</c:v>
                </c:pt>
                <c:pt idx="12860">
                  <c:v>0.14884259259270038</c:v>
                </c:pt>
                <c:pt idx="12861">
                  <c:v>0.14885416666220408</c:v>
                </c:pt>
                <c:pt idx="12862">
                  <c:v>0.14886574073898373</c:v>
                </c:pt>
                <c:pt idx="12863">
                  <c:v>0.14887731481576338</c:v>
                </c:pt>
                <c:pt idx="12864">
                  <c:v>0.14888888888526708</c:v>
                </c:pt>
                <c:pt idx="12865">
                  <c:v>0.14890046296204673</c:v>
                </c:pt>
                <c:pt idx="12866">
                  <c:v>0.14891203703155043</c:v>
                </c:pt>
                <c:pt idx="12867">
                  <c:v>0.14892361110833008</c:v>
                </c:pt>
                <c:pt idx="12868">
                  <c:v>0.14893518518510973</c:v>
                </c:pt>
                <c:pt idx="12869">
                  <c:v>0.14894675925461343</c:v>
                </c:pt>
                <c:pt idx="12870">
                  <c:v>0.14895833333139308</c:v>
                </c:pt>
                <c:pt idx="12871">
                  <c:v>0.14896990740817273</c:v>
                </c:pt>
                <c:pt idx="12872">
                  <c:v>0.14898148147767643</c:v>
                </c:pt>
                <c:pt idx="12873">
                  <c:v>0.14899305555445608</c:v>
                </c:pt>
                <c:pt idx="12874">
                  <c:v>0.14900462962395977</c:v>
                </c:pt>
                <c:pt idx="12875">
                  <c:v>0.14901620370073942</c:v>
                </c:pt>
                <c:pt idx="12876">
                  <c:v>0.14902777777751908</c:v>
                </c:pt>
                <c:pt idx="12877">
                  <c:v>0.14903935184702277</c:v>
                </c:pt>
                <c:pt idx="12878">
                  <c:v>0.14905092592380242</c:v>
                </c:pt>
                <c:pt idx="12879">
                  <c:v>0.14906250000058208</c:v>
                </c:pt>
                <c:pt idx="12880">
                  <c:v>0.14907407407008577</c:v>
                </c:pt>
                <c:pt idx="12881">
                  <c:v>0.14908564814686542</c:v>
                </c:pt>
                <c:pt idx="12882">
                  <c:v>0.14909722221636912</c:v>
                </c:pt>
                <c:pt idx="12883">
                  <c:v>0.14910879629314877</c:v>
                </c:pt>
                <c:pt idx="12884">
                  <c:v>0.14912037036992842</c:v>
                </c:pt>
                <c:pt idx="12885">
                  <c:v>0.14913194443943212</c:v>
                </c:pt>
                <c:pt idx="12886">
                  <c:v>0.14914351851621177</c:v>
                </c:pt>
                <c:pt idx="12887">
                  <c:v>0.14915509259299142</c:v>
                </c:pt>
                <c:pt idx="12888">
                  <c:v>0.14916666666249512</c:v>
                </c:pt>
                <c:pt idx="12889">
                  <c:v>0.14917824073927477</c:v>
                </c:pt>
                <c:pt idx="12890">
                  <c:v>0.14918981481605442</c:v>
                </c:pt>
                <c:pt idx="12891">
                  <c:v>0.14920138888555812</c:v>
                </c:pt>
                <c:pt idx="12892">
                  <c:v>0.14921296296233777</c:v>
                </c:pt>
                <c:pt idx="12893">
                  <c:v>0.14922453703184146</c:v>
                </c:pt>
                <c:pt idx="12894">
                  <c:v>0.14923611110862112</c:v>
                </c:pt>
                <c:pt idx="12895">
                  <c:v>0.14924768518540077</c:v>
                </c:pt>
                <c:pt idx="12896">
                  <c:v>0.14925925925490446</c:v>
                </c:pt>
                <c:pt idx="12897">
                  <c:v>0.14927083333168412</c:v>
                </c:pt>
                <c:pt idx="12898">
                  <c:v>0.14928240740846377</c:v>
                </c:pt>
                <c:pt idx="12899">
                  <c:v>0.14929398147796746</c:v>
                </c:pt>
                <c:pt idx="12900">
                  <c:v>0.14930555555474712</c:v>
                </c:pt>
                <c:pt idx="12901">
                  <c:v>0.14931712962425081</c:v>
                </c:pt>
                <c:pt idx="12902">
                  <c:v>0.14932870370103046</c:v>
                </c:pt>
                <c:pt idx="12903">
                  <c:v>0.14934027777781012</c:v>
                </c:pt>
                <c:pt idx="12904">
                  <c:v>0.14935185184731381</c:v>
                </c:pt>
                <c:pt idx="12905">
                  <c:v>0.14936342592409346</c:v>
                </c:pt>
                <c:pt idx="12906">
                  <c:v>0.14937500000087311</c:v>
                </c:pt>
                <c:pt idx="12907">
                  <c:v>0.14938657407037681</c:v>
                </c:pt>
                <c:pt idx="12908">
                  <c:v>0.14939814814715646</c:v>
                </c:pt>
                <c:pt idx="12909">
                  <c:v>0.14940972221666016</c:v>
                </c:pt>
                <c:pt idx="12910">
                  <c:v>0.14942129629343981</c:v>
                </c:pt>
                <c:pt idx="12911">
                  <c:v>0.14943287037021946</c:v>
                </c:pt>
                <c:pt idx="12912">
                  <c:v>0.14944444443972316</c:v>
                </c:pt>
                <c:pt idx="12913">
                  <c:v>0.14945601851650281</c:v>
                </c:pt>
                <c:pt idx="12914">
                  <c:v>0.14946759259328246</c:v>
                </c:pt>
                <c:pt idx="12915">
                  <c:v>0.14947916666278616</c:v>
                </c:pt>
                <c:pt idx="12916">
                  <c:v>0.14949074073956581</c:v>
                </c:pt>
                <c:pt idx="12917">
                  <c:v>0.1495023148090695</c:v>
                </c:pt>
                <c:pt idx="12918">
                  <c:v>0.14951388888584916</c:v>
                </c:pt>
                <c:pt idx="12919">
                  <c:v>0.14952546296262881</c:v>
                </c:pt>
                <c:pt idx="12920">
                  <c:v>0.1495370370321325</c:v>
                </c:pt>
                <c:pt idx="12921">
                  <c:v>0.14954861110891216</c:v>
                </c:pt>
                <c:pt idx="12922">
                  <c:v>0.14956018518569181</c:v>
                </c:pt>
                <c:pt idx="12923">
                  <c:v>0.1495717592551955</c:v>
                </c:pt>
                <c:pt idx="12924">
                  <c:v>0.14958333333197515</c:v>
                </c:pt>
                <c:pt idx="12925">
                  <c:v>0.14959490740147885</c:v>
                </c:pt>
                <c:pt idx="12926">
                  <c:v>0.1496064814782585</c:v>
                </c:pt>
                <c:pt idx="12927">
                  <c:v>0.14961805555503815</c:v>
                </c:pt>
                <c:pt idx="12928">
                  <c:v>0.14962962962454185</c:v>
                </c:pt>
                <c:pt idx="12929">
                  <c:v>0.1496412037013215</c:v>
                </c:pt>
                <c:pt idx="12930">
                  <c:v>0.14965277777810115</c:v>
                </c:pt>
                <c:pt idx="12931">
                  <c:v>0.14966435184760485</c:v>
                </c:pt>
                <c:pt idx="12932">
                  <c:v>0.1496759259243845</c:v>
                </c:pt>
                <c:pt idx="12933">
                  <c:v>0.14968750000116415</c:v>
                </c:pt>
                <c:pt idx="12934">
                  <c:v>0.14969907407066785</c:v>
                </c:pt>
                <c:pt idx="12935">
                  <c:v>0.1497106481474475</c:v>
                </c:pt>
                <c:pt idx="12936">
                  <c:v>0.1497222222169512</c:v>
                </c:pt>
                <c:pt idx="12937">
                  <c:v>0.14973379629373085</c:v>
                </c:pt>
                <c:pt idx="12938">
                  <c:v>0.1497453703705105</c:v>
                </c:pt>
                <c:pt idx="12939">
                  <c:v>0.14975694444001419</c:v>
                </c:pt>
                <c:pt idx="12940">
                  <c:v>0.14976851851679385</c:v>
                </c:pt>
                <c:pt idx="12941">
                  <c:v>0.1497800925935735</c:v>
                </c:pt>
                <c:pt idx="12942">
                  <c:v>0.14979166666307719</c:v>
                </c:pt>
                <c:pt idx="12943">
                  <c:v>0.14980324073985685</c:v>
                </c:pt>
                <c:pt idx="12944">
                  <c:v>0.14981481480936054</c:v>
                </c:pt>
                <c:pt idx="12945">
                  <c:v>0.14982638888614019</c:v>
                </c:pt>
                <c:pt idx="12946">
                  <c:v>0.14983796296291985</c:v>
                </c:pt>
                <c:pt idx="12947">
                  <c:v>0.14984953703242354</c:v>
                </c:pt>
                <c:pt idx="12948">
                  <c:v>0.14986111110920319</c:v>
                </c:pt>
                <c:pt idx="12949">
                  <c:v>0.14987268518598285</c:v>
                </c:pt>
                <c:pt idx="12950">
                  <c:v>0.14988425925548654</c:v>
                </c:pt>
                <c:pt idx="12951">
                  <c:v>0.14989583333226619</c:v>
                </c:pt>
                <c:pt idx="12952">
                  <c:v>0.14990740740176989</c:v>
                </c:pt>
                <c:pt idx="12953">
                  <c:v>0.14991898147854954</c:v>
                </c:pt>
                <c:pt idx="12954">
                  <c:v>0.14993055555532919</c:v>
                </c:pt>
                <c:pt idx="12955">
                  <c:v>0.14994212962483289</c:v>
                </c:pt>
                <c:pt idx="12956">
                  <c:v>0.14995370370161254</c:v>
                </c:pt>
                <c:pt idx="12957">
                  <c:v>0.14996527777839219</c:v>
                </c:pt>
                <c:pt idx="12958">
                  <c:v>0.14997685184789589</c:v>
                </c:pt>
                <c:pt idx="12959">
                  <c:v>0.14998842592467554</c:v>
                </c:pt>
                <c:pt idx="12960">
                  <c:v>0.14999999999417923</c:v>
                </c:pt>
                <c:pt idx="12961">
                  <c:v>0.15001157407095889</c:v>
                </c:pt>
                <c:pt idx="12962">
                  <c:v>0.15002314814773854</c:v>
                </c:pt>
                <c:pt idx="12963">
                  <c:v>0.15003472221724223</c:v>
                </c:pt>
                <c:pt idx="12964">
                  <c:v>0.15004629629402189</c:v>
                </c:pt>
                <c:pt idx="12965">
                  <c:v>0.15005787037080154</c:v>
                </c:pt>
                <c:pt idx="12966">
                  <c:v>0.15006944444030523</c:v>
                </c:pt>
                <c:pt idx="12967">
                  <c:v>0.15008101851708489</c:v>
                </c:pt>
                <c:pt idx="12968">
                  <c:v>0.15009259259386454</c:v>
                </c:pt>
                <c:pt idx="12969">
                  <c:v>0.15010416666336823</c:v>
                </c:pt>
                <c:pt idx="12970">
                  <c:v>0.15011574074014788</c:v>
                </c:pt>
                <c:pt idx="12971">
                  <c:v>0.15012731480965158</c:v>
                </c:pt>
                <c:pt idx="12972">
                  <c:v>0.15013888888643123</c:v>
                </c:pt>
                <c:pt idx="12973">
                  <c:v>0.15015046296321088</c:v>
                </c:pt>
                <c:pt idx="12974">
                  <c:v>0.15016203703271458</c:v>
                </c:pt>
                <c:pt idx="12975">
                  <c:v>0.15017361110949423</c:v>
                </c:pt>
                <c:pt idx="12976">
                  <c:v>0.15018518518627388</c:v>
                </c:pt>
                <c:pt idx="12977">
                  <c:v>0.15019675925577758</c:v>
                </c:pt>
                <c:pt idx="12978">
                  <c:v>0.15020833333255723</c:v>
                </c:pt>
                <c:pt idx="12979">
                  <c:v>0.15021990740206093</c:v>
                </c:pt>
                <c:pt idx="12980">
                  <c:v>0.15023148147884058</c:v>
                </c:pt>
                <c:pt idx="12981">
                  <c:v>0.15024305555562023</c:v>
                </c:pt>
                <c:pt idx="12982">
                  <c:v>0.15025462962512393</c:v>
                </c:pt>
                <c:pt idx="12983">
                  <c:v>0.15026620370190358</c:v>
                </c:pt>
                <c:pt idx="12984">
                  <c:v>0.15027777777868323</c:v>
                </c:pt>
                <c:pt idx="12985">
                  <c:v>0.15028935184818693</c:v>
                </c:pt>
                <c:pt idx="12986">
                  <c:v>0.15030092592496658</c:v>
                </c:pt>
                <c:pt idx="12987">
                  <c:v>0.15031249999447027</c:v>
                </c:pt>
                <c:pt idx="12988">
                  <c:v>0.15032407407124992</c:v>
                </c:pt>
                <c:pt idx="12989">
                  <c:v>0.15033564814802958</c:v>
                </c:pt>
                <c:pt idx="12990">
                  <c:v>0.15034722221753327</c:v>
                </c:pt>
                <c:pt idx="12991">
                  <c:v>0.15035879629431292</c:v>
                </c:pt>
                <c:pt idx="12992">
                  <c:v>0.15037037037109258</c:v>
                </c:pt>
                <c:pt idx="12993">
                  <c:v>0.15038194444059627</c:v>
                </c:pt>
                <c:pt idx="12994">
                  <c:v>0.15039351851737592</c:v>
                </c:pt>
                <c:pt idx="12995">
                  <c:v>0.15040509258687962</c:v>
                </c:pt>
                <c:pt idx="12996">
                  <c:v>0.15041666666365927</c:v>
                </c:pt>
                <c:pt idx="12997">
                  <c:v>0.15042824074043892</c:v>
                </c:pt>
                <c:pt idx="12998">
                  <c:v>0.15043981480994262</c:v>
                </c:pt>
                <c:pt idx="12999">
                  <c:v>0.15045138888672227</c:v>
                </c:pt>
                <c:pt idx="13000">
                  <c:v>0.15046296296350192</c:v>
                </c:pt>
                <c:pt idx="13001">
                  <c:v>0.15047453703300562</c:v>
                </c:pt>
                <c:pt idx="13002">
                  <c:v>0.15048611110978527</c:v>
                </c:pt>
                <c:pt idx="13003">
                  <c:v>0.15049768517928896</c:v>
                </c:pt>
                <c:pt idx="13004">
                  <c:v>0.15050925925606862</c:v>
                </c:pt>
                <c:pt idx="13005">
                  <c:v>0.15052083333284827</c:v>
                </c:pt>
                <c:pt idx="13006">
                  <c:v>0.15053240740235196</c:v>
                </c:pt>
                <c:pt idx="13007">
                  <c:v>0.15054398147913162</c:v>
                </c:pt>
                <c:pt idx="13008">
                  <c:v>0.15055555555591127</c:v>
                </c:pt>
                <c:pt idx="13009">
                  <c:v>0.15056712962541496</c:v>
                </c:pt>
                <c:pt idx="13010">
                  <c:v>0.15057870370219462</c:v>
                </c:pt>
                <c:pt idx="13011">
                  <c:v>0.15059027777897427</c:v>
                </c:pt>
                <c:pt idx="13012">
                  <c:v>0.15060185184847796</c:v>
                </c:pt>
                <c:pt idx="13013">
                  <c:v>0.15061342592525762</c:v>
                </c:pt>
                <c:pt idx="13014">
                  <c:v>0.15062499999476131</c:v>
                </c:pt>
                <c:pt idx="13015">
                  <c:v>0.15063657407154096</c:v>
                </c:pt>
                <c:pt idx="13016">
                  <c:v>0.15064814814832062</c:v>
                </c:pt>
                <c:pt idx="13017">
                  <c:v>0.15065972221782431</c:v>
                </c:pt>
                <c:pt idx="13018">
                  <c:v>0.15067129629460396</c:v>
                </c:pt>
                <c:pt idx="13019">
                  <c:v>0.15068287037138361</c:v>
                </c:pt>
                <c:pt idx="13020">
                  <c:v>0.15069444444088731</c:v>
                </c:pt>
                <c:pt idx="13021">
                  <c:v>0.15070601851766696</c:v>
                </c:pt>
                <c:pt idx="13022">
                  <c:v>0.15071759258717066</c:v>
                </c:pt>
                <c:pt idx="13023">
                  <c:v>0.15072916666395031</c:v>
                </c:pt>
                <c:pt idx="13024">
                  <c:v>0.15074074074072996</c:v>
                </c:pt>
                <c:pt idx="13025">
                  <c:v>0.15075231481023366</c:v>
                </c:pt>
                <c:pt idx="13026">
                  <c:v>0.15076388888701331</c:v>
                </c:pt>
                <c:pt idx="13027">
                  <c:v>0.15077546296379296</c:v>
                </c:pt>
                <c:pt idx="13028">
                  <c:v>0.15078703703329666</c:v>
                </c:pt>
                <c:pt idx="13029">
                  <c:v>0.15079861111007631</c:v>
                </c:pt>
                <c:pt idx="13030">
                  <c:v>0.15081018517958</c:v>
                </c:pt>
                <c:pt idx="13031">
                  <c:v>0.15082175925635966</c:v>
                </c:pt>
                <c:pt idx="13032">
                  <c:v>0.15083333333313931</c:v>
                </c:pt>
                <c:pt idx="13033">
                  <c:v>0.150844907402643</c:v>
                </c:pt>
                <c:pt idx="13034">
                  <c:v>0.15085648147942265</c:v>
                </c:pt>
                <c:pt idx="13035">
                  <c:v>0.15086805555620231</c:v>
                </c:pt>
                <c:pt idx="13036">
                  <c:v>0.150879629625706</c:v>
                </c:pt>
                <c:pt idx="13037">
                  <c:v>0.15089120370248565</c:v>
                </c:pt>
                <c:pt idx="13038">
                  <c:v>0.15090277777198935</c:v>
                </c:pt>
                <c:pt idx="13039">
                  <c:v>0.150914351848769</c:v>
                </c:pt>
                <c:pt idx="13040">
                  <c:v>0.15092592592554865</c:v>
                </c:pt>
                <c:pt idx="13041">
                  <c:v>0.15093749999505235</c:v>
                </c:pt>
                <c:pt idx="13042">
                  <c:v>0.150949074071832</c:v>
                </c:pt>
                <c:pt idx="13043">
                  <c:v>0.15096064814861165</c:v>
                </c:pt>
                <c:pt idx="13044">
                  <c:v>0.15097222221811535</c:v>
                </c:pt>
                <c:pt idx="13045">
                  <c:v>0.150983796294895</c:v>
                </c:pt>
                <c:pt idx="13046">
                  <c:v>0.15099537037167465</c:v>
                </c:pt>
                <c:pt idx="13047">
                  <c:v>0.15100694444117835</c:v>
                </c:pt>
                <c:pt idx="13048">
                  <c:v>0.151018518517958</c:v>
                </c:pt>
                <c:pt idx="13049">
                  <c:v>0.1510300925874617</c:v>
                </c:pt>
                <c:pt idx="13050">
                  <c:v>0.15104166666424135</c:v>
                </c:pt>
                <c:pt idx="13051">
                  <c:v>0.151053240741021</c:v>
                </c:pt>
                <c:pt idx="13052">
                  <c:v>0.15106481481052469</c:v>
                </c:pt>
                <c:pt idx="13053">
                  <c:v>0.15107638888730435</c:v>
                </c:pt>
                <c:pt idx="13054">
                  <c:v>0.151087962964084</c:v>
                </c:pt>
                <c:pt idx="13055">
                  <c:v>0.15109953703358769</c:v>
                </c:pt>
                <c:pt idx="13056">
                  <c:v>0.15111111111036735</c:v>
                </c:pt>
                <c:pt idx="13057">
                  <c:v>0.15112268517987104</c:v>
                </c:pt>
                <c:pt idx="13058">
                  <c:v>0.15113425925665069</c:v>
                </c:pt>
                <c:pt idx="13059">
                  <c:v>0.15114583333343035</c:v>
                </c:pt>
                <c:pt idx="13060">
                  <c:v>0.15115740740293404</c:v>
                </c:pt>
                <c:pt idx="13061">
                  <c:v>0.15116898147971369</c:v>
                </c:pt>
                <c:pt idx="13062">
                  <c:v>0.15118055555649335</c:v>
                </c:pt>
                <c:pt idx="13063">
                  <c:v>0.15119212962599704</c:v>
                </c:pt>
                <c:pt idx="13064">
                  <c:v>0.15120370370277669</c:v>
                </c:pt>
                <c:pt idx="13065">
                  <c:v>0.15121527777228039</c:v>
                </c:pt>
                <c:pt idx="13066">
                  <c:v>0.15122685184906004</c:v>
                </c:pt>
                <c:pt idx="13067">
                  <c:v>0.15123842592583969</c:v>
                </c:pt>
                <c:pt idx="13068">
                  <c:v>0.15124999999534339</c:v>
                </c:pt>
                <c:pt idx="13069">
                  <c:v>0.15126157407212304</c:v>
                </c:pt>
                <c:pt idx="13070">
                  <c:v>0.15127314814890269</c:v>
                </c:pt>
                <c:pt idx="13071">
                  <c:v>0.15128472221840639</c:v>
                </c:pt>
                <c:pt idx="13072">
                  <c:v>0.15129629629518604</c:v>
                </c:pt>
                <c:pt idx="13073">
                  <c:v>0.15130787036468973</c:v>
                </c:pt>
                <c:pt idx="13074">
                  <c:v>0.15131944444146939</c:v>
                </c:pt>
                <c:pt idx="13075">
                  <c:v>0.15133101851824904</c:v>
                </c:pt>
                <c:pt idx="13076">
                  <c:v>0.15134259258775273</c:v>
                </c:pt>
                <c:pt idx="13077">
                  <c:v>0.15135416666453239</c:v>
                </c:pt>
                <c:pt idx="13078">
                  <c:v>0.15136574074131204</c:v>
                </c:pt>
                <c:pt idx="13079">
                  <c:v>0.15137731481081573</c:v>
                </c:pt>
                <c:pt idx="13080">
                  <c:v>0.15138888888759539</c:v>
                </c:pt>
                <c:pt idx="13081">
                  <c:v>0.15140046295709908</c:v>
                </c:pt>
                <c:pt idx="13082">
                  <c:v>0.15141203703387873</c:v>
                </c:pt>
                <c:pt idx="13083">
                  <c:v>0.15142361111065838</c:v>
                </c:pt>
                <c:pt idx="13084">
                  <c:v>0.15143518518016208</c:v>
                </c:pt>
                <c:pt idx="13085">
                  <c:v>0.15144675925694173</c:v>
                </c:pt>
                <c:pt idx="13086">
                  <c:v>0.15145833333372138</c:v>
                </c:pt>
                <c:pt idx="13087">
                  <c:v>0.15146990740322508</c:v>
                </c:pt>
                <c:pt idx="13088">
                  <c:v>0.15148148148000473</c:v>
                </c:pt>
                <c:pt idx="13089">
                  <c:v>0.15149305555678438</c:v>
                </c:pt>
                <c:pt idx="13090">
                  <c:v>0.15150462962628808</c:v>
                </c:pt>
                <c:pt idx="13091">
                  <c:v>0.15151620370306773</c:v>
                </c:pt>
                <c:pt idx="13092">
                  <c:v>0.15152777777257143</c:v>
                </c:pt>
                <c:pt idx="13093">
                  <c:v>0.15153935184935108</c:v>
                </c:pt>
                <c:pt idx="13094">
                  <c:v>0.15155092592613073</c:v>
                </c:pt>
                <c:pt idx="13095">
                  <c:v>0.15156249999563443</c:v>
                </c:pt>
                <c:pt idx="13096">
                  <c:v>0.15157407407241408</c:v>
                </c:pt>
                <c:pt idx="13097">
                  <c:v>0.15158564814919373</c:v>
                </c:pt>
                <c:pt idx="13098">
                  <c:v>0.15159722221869742</c:v>
                </c:pt>
                <c:pt idx="13099">
                  <c:v>0.15160879629547708</c:v>
                </c:pt>
                <c:pt idx="13100">
                  <c:v>0.15162037036498077</c:v>
                </c:pt>
                <c:pt idx="13101">
                  <c:v>0.15163194444176042</c:v>
                </c:pt>
                <c:pt idx="13102">
                  <c:v>0.15164351851854008</c:v>
                </c:pt>
                <c:pt idx="13103">
                  <c:v>0.15165509258804377</c:v>
                </c:pt>
                <c:pt idx="13104">
                  <c:v>0.15166666666482342</c:v>
                </c:pt>
                <c:pt idx="13105">
                  <c:v>0.15167824074160308</c:v>
                </c:pt>
                <c:pt idx="13106">
                  <c:v>0.15168981481110677</c:v>
                </c:pt>
                <c:pt idx="13107">
                  <c:v>0.15170138888788642</c:v>
                </c:pt>
                <c:pt idx="13108">
                  <c:v>0.15171296295739012</c:v>
                </c:pt>
                <c:pt idx="13109">
                  <c:v>0.15172453703416977</c:v>
                </c:pt>
                <c:pt idx="13110">
                  <c:v>0.15173611111094942</c:v>
                </c:pt>
                <c:pt idx="13111">
                  <c:v>0.15174768518045312</c:v>
                </c:pt>
                <c:pt idx="13112">
                  <c:v>0.15175925925723277</c:v>
                </c:pt>
                <c:pt idx="13113">
                  <c:v>0.15177083333401242</c:v>
                </c:pt>
                <c:pt idx="13114">
                  <c:v>0.15178240740351612</c:v>
                </c:pt>
                <c:pt idx="13115">
                  <c:v>0.15179398148029577</c:v>
                </c:pt>
                <c:pt idx="13116">
                  <c:v>0.15180555554979946</c:v>
                </c:pt>
                <c:pt idx="13117">
                  <c:v>0.15181712962657912</c:v>
                </c:pt>
                <c:pt idx="13118">
                  <c:v>0.15182870370335877</c:v>
                </c:pt>
                <c:pt idx="13119">
                  <c:v>0.15184027777286246</c:v>
                </c:pt>
                <c:pt idx="13120">
                  <c:v>0.15185185184964212</c:v>
                </c:pt>
                <c:pt idx="13121">
                  <c:v>0.15186342592642177</c:v>
                </c:pt>
                <c:pt idx="13122">
                  <c:v>0.15187499999592546</c:v>
                </c:pt>
                <c:pt idx="13123">
                  <c:v>0.15188657407270512</c:v>
                </c:pt>
                <c:pt idx="13124">
                  <c:v>0.15189814814948477</c:v>
                </c:pt>
                <c:pt idx="13125">
                  <c:v>0.15190972221898846</c:v>
                </c:pt>
                <c:pt idx="13126">
                  <c:v>0.15192129629576812</c:v>
                </c:pt>
                <c:pt idx="13127">
                  <c:v>0.15193287036527181</c:v>
                </c:pt>
                <c:pt idx="13128">
                  <c:v>0.15194444444205146</c:v>
                </c:pt>
                <c:pt idx="13129">
                  <c:v>0.15195601851883112</c:v>
                </c:pt>
                <c:pt idx="13130">
                  <c:v>0.15196759258833481</c:v>
                </c:pt>
                <c:pt idx="13131">
                  <c:v>0.15197916666511446</c:v>
                </c:pt>
                <c:pt idx="13132">
                  <c:v>0.15199074074189411</c:v>
                </c:pt>
                <c:pt idx="13133">
                  <c:v>0.15200231481139781</c:v>
                </c:pt>
                <c:pt idx="13134">
                  <c:v>0.15201388888817746</c:v>
                </c:pt>
                <c:pt idx="13135">
                  <c:v>0.15202546295768116</c:v>
                </c:pt>
                <c:pt idx="13136">
                  <c:v>0.15203703703446081</c:v>
                </c:pt>
                <c:pt idx="13137">
                  <c:v>0.15204861111124046</c:v>
                </c:pt>
                <c:pt idx="13138">
                  <c:v>0.15206018518074416</c:v>
                </c:pt>
                <c:pt idx="13139">
                  <c:v>0.15207175925752381</c:v>
                </c:pt>
                <c:pt idx="13140">
                  <c:v>0.15208333333430346</c:v>
                </c:pt>
                <c:pt idx="13141">
                  <c:v>0.15209490740380716</c:v>
                </c:pt>
                <c:pt idx="13142">
                  <c:v>0.15210648148058681</c:v>
                </c:pt>
                <c:pt idx="13143">
                  <c:v>0.1521180555500905</c:v>
                </c:pt>
                <c:pt idx="13144">
                  <c:v>0.15212962962687016</c:v>
                </c:pt>
                <c:pt idx="13145">
                  <c:v>0.15214120370364981</c:v>
                </c:pt>
                <c:pt idx="13146">
                  <c:v>0.1521527777731535</c:v>
                </c:pt>
                <c:pt idx="13147">
                  <c:v>0.15216435184993315</c:v>
                </c:pt>
                <c:pt idx="13148">
                  <c:v>0.15217592592671281</c:v>
                </c:pt>
                <c:pt idx="13149">
                  <c:v>0.1521874999962165</c:v>
                </c:pt>
                <c:pt idx="13150">
                  <c:v>0.15219907407299615</c:v>
                </c:pt>
                <c:pt idx="13151">
                  <c:v>0.15221064814249985</c:v>
                </c:pt>
                <c:pt idx="13152">
                  <c:v>0.1522222222192795</c:v>
                </c:pt>
                <c:pt idx="13153">
                  <c:v>0.15223379629605915</c:v>
                </c:pt>
                <c:pt idx="13154">
                  <c:v>0.15224537036556285</c:v>
                </c:pt>
                <c:pt idx="13155">
                  <c:v>0.1522569444423425</c:v>
                </c:pt>
                <c:pt idx="13156">
                  <c:v>0.15226851851912215</c:v>
                </c:pt>
                <c:pt idx="13157">
                  <c:v>0.15228009258862585</c:v>
                </c:pt>
                <c:pt idx="13158">
                  <c:v>0.1522916666654055</c:v>
                </c:pt>
                <c:pt idx="13159">
                  <c:v>0.1523032407349092</c:v>
                </c:pt>
                <c:pt idx="13160">
                  <c:v>0.15231481481168885</c:v>
                </c:pt>
                <c:pt idx="13161">
                  <c:v>0.1523263888884685</c:v>
                </c:pt>
                <c:pt idx="13162">
                  <c:v>0.15233796295797219</c:v>
                </c:pt>
                <c:pt idx="13163">
                  <c:v>0.15234953703475185</c:v>
                </c:pt>
                <c:pt idx="13164">
                  <c:v>0.1523611111115315</c:v>
                </c:pt>
                <c:pt idx="13165">
                  <c:v>0.15237268518103519</c:v>
                </c:pt>
                <c:pt idx="13166">
                  <c:v>0.15238425925781485</c:v>
                </c:pt>
                <c:pt idx="13167">
                  <c:v>0.1523958333345945</c:v>
                </c:pt>
                <c:pt idx="13168">
                  <c:v>0.15240740740409819</c:v>
                </c:pt>
                <c:pt idx="13169">
                  <c:v>0.15241898148087785</c:v>
                </c:pt>
                <c:pt idx="13170">
                  <c:v>0.15243055555038154</c:v>
                </c:pt>
                <c:pt idx="13171">
                  <c:v>0.15244212962716119</c:v>
                </c:pt>
                <c:pt idx="13172">
                  <c:v>0.15245370370394085</c:v>
                </c:pt>
                <c:pt idx="13173">
                  <c:v>0.15246527777344454</c:v>
                </c:pt>
                <c:pt idx="13174">
                  <c:v>0.15247685185022419</c:v>
                </c:pt>
                <c:pt idx="13175">
                  <c:v>0.15248842592700385</c:v>
                </c:pt>
                <c:pt idx="13176">
                  <c:v>0.15249999999650754</c:v>
                </c:pt>
                <c:pt idx="13177">
                  <c:v>0.15251157407328719</c:v>
                </c:pt>
                <c:pt idx="13178">
                  <c:v>0.15252314814279089</c:v>
                </c:pt>
                <c:pt idx="13179">
                  <c:v>0.15253472221957054</c:v>
                </c:pt>
                <c:pt idx="13180">
                  <c:v>0.15254629629635019</c:v>
                </c:pt>
                <c:pt idx="13181">
                  <c:v>0.15255787036585389</c:v>
                </c:pt>
                <c:pt idx="13182">
                  <c:v>0.15256944444263354</c:v>
                </c:pt>
                <c:pt idx="13183">
                  <c:v>0.15258101851941319</c:v>
                </c:pt>
                <c:pt idx="13184">
                  <c:v>0.15259259258891689</c:v>
                </c:pt>
                <c:pt idx="13185">
                  <c:v>0.15260416666569654</c:v>
                </c:pt>
                <c:pt idx="13186">
                  <c:v>0.15261574073520023</c:v>
                </c:pt>
                <c:pt idx="13187">
                  <c:v>0.15262731481197989</c:v>
                </c:pt>
                <c:pt idx="13188">
                  <c:v>0.15263888888875954</c:v>
                </c:pt>
                <c:pt idx="13189">
                  <c:v>0.15265046295826323</c:v>
                </c:pt>
                <c:pt idx="13190">
                  <c:v>0.15266203703504289</c:v>
                </c:pt>
                <c:pt idx="13191">
                  <c:v>0.15267361111182254</c:v>
                </c:pt>
                <c:pt idx="13192">
                  <c:v>0.15268518518132623</c:v>
                </c:pt>
                <c:pt idx="13193">
                  <c:v>0.15269675925810589</c:v>
                </c:pt>
                <c:pt idx="13194">
                  <c:v>0.15270833332760958</c:v>
                </c:pt>
                <c:pt idx="13195">
                  <c:v>0.15271990740438923</c:v>
                </c:pt>
                <c:pt idx="13196">
                  <c:v>0.15273148148116888</c:v>
                </c:pt>
                <c:pt idx="13197">
                  <c:v>0.15274305555067258</c:v>
                </c:pt>
                <c:pt idx="13198">
                  <c:v>0.15275462962745223</c:v>
                </c:pt>
                <c:pt idx="13199">
                  <c:v>0.15276620370423188</c:v>
                </c:pt>
                <c:pt idx="13200">
                  <c:v>0.15277777777373558</c:v>
                </c:pt>
                <c:pt idx="13201">
                  <c:v>0.15278935185051523</c:v>
                </c:pt>
                <c:pt idx="13202">
                  <c:v>0.15280092592001893</c:v>
                </c:pt>
                <c:pt idx="13203">
                  <c:v>0.15281249999679858</c:v>
                </c:pt>
                <c:pt idx="13204">
                  <c:v>0.15282407407357823</c:v>
                </c:pt>
                <c:pt idx="13205">
                  <c:v>0.15283564814308193</c:v>
                </c:pt>
                <c:pt idx="13206">
                  <c:v>0.15284722221986158</c:v>
                </c:pt>
                <c:pt idx="13207">
                  <c:v>0.15285879629664123</c:v>
                </c:pt>
                <c:pt idx="13208">
                  <c:v>0.15287037036614493</c:v>
                </c:pt>
                <c:pt idx="13209">
                  <c:v>0.15288194444292458</c:v>
                </c:pt>
                <c:pt idx="13210">
                  <c:v>0.15289351851970423</c:v>
                </c:pt>
                <c:pt idx="13211">
                  <c:v>0.15290509258920792</c:v>
                </c:pt>
                <c:pt idx="13212">
                  <c:v>0.15291666666598758</c:v>
                </c:pt>
                <c:pt idx="13213">
                  <c:v>0.15292824073549127</c:v>
                </c:pt>
                <c:pt idx="13214">
                  <c:v>0.15293981481227092</c:v>
                </c:pt>
                <c:pt idx="13215">
                  <c:v>0.15295138888905058</c:v>
                </c:pt>
                <c:pt idx="13216">
                  <c:v>0.15296296295855427</c:v>
                </c:pt>
                <c:pt idx="13217">
                  <c:v>0.15297453703533392</c:v>
                </c:pt>
                <c:pt idx="13218">
                  <c:v>0.15298611111211358</c:v>
                </c:pt>
                <c:pt idx="13219">
                  <c:v>0.15299768518161727</c:v>
                </c:pt>
                <c:pt idx="13220">
                  <c:v>0.15300925925839692</c:v>
                </c:pt>
                <c:pt idx="13221">
                  <c:v>0.15302083332790062</c:v>
                </c:pt>
                <c:pt idx="13222">
                  <c:v>0.15303240740468027</c:v>
                </c:pt>
                <c:pt idx="13223">
                  <c:v>0.15304398148145992</c:v>
                </c:pt>
                <c:pt idx="13224">
                  <c:v>0.15305555555096362</c:v>
                </c:pt>
                <c:pt idx="13225">
                  <c:v>0.15306712962774327</c:v>
                </c:pt>
                <c:pt idx="13226">
                  <c:v>0.15307870370452292</c:v>
                </c:pt>
                <c:pt idx="13227">
                  <c:v>0.15309027777402662</c:v>
                </c:pt>
                <c:pt idx="13228">
                  <c:v>0.15310185185080627</c:v>
                </c:pt>
                <c:pt idx="13229">
                  <c:v>0.15311342592030996</c:v>
                </c:pt>
                <c:pt idx="13230">
                  <c:v>0.15312499999708962</c:v>
                </c:pt>
                <c:pt idx="13231">
                  <c:v>0.15313657407386927</c:v>
                </c:pt>
                <c:pt idx="13232">
                  <c:v>0.15314814814337296</c:v>
                </c:pt>
                <c:pt idx="13233">
                  <c:v>0.15315972222015262</c:v>
                </c:pt>
                <c:pt idx="13234">
                  <c:v>0.15317129629693227</c:v>
                </c:pt>
                <c:pt idx="13235">
                  <c:v>0.15318287036643596</c:v>
                </c:pt>
                <c:pt idx="13236">
                  <c:v>0.15319444444321562</c:v>
                </c:pt>
                <c:pt idx="13237">
                  <c:v>0.15320601851271931</c:v>
                </c:pt>
                <c:pt idx="13238">
                  <c:v>0.15321759258949896</c:v>
                </c:pt>
                <c:pt idx="13239">
                  <c:v>0.15322916666627862</c:v>
                </c:pt>
                <c:pt idx="13240">
                  <c:v>0.15324074073578231</c:v>
                </c:pt>
                <c:pt idx="13241">
                  <c:v>0.15325231481256196</c:v>
                </c:pt>
                <c:pt idx="13242">
                  <c:v>0.15326388888934162</c:v>
                </c:pt>
                <c:pt idx="13243">
                  <c:v>0.15327546295884531</c:v>
                </c:pt>
                <c:pt idx="13244">
                  <c:v>0.15328703703562496</c:v>
                </c:pt>
                <c:pt idx="13245">
                  <c:v>0.15329861111240461</c:v>
                </c:pt>
                <c:pt idx="13246">
                  <c:v>0.15331018518190831</c:v>
                </c:pt>
                <c:pt idx="13247">
                  <c:v>0.15332175925868796</c:v>
                </c:pt>
                <c:pt idx="13248">
                  <c:v>0.15333333332819166</c:v>
                </c:pt>
                <c:pt idx="13249">
                  <c:v>0.15334490740497131</c:v>
                </c:pt>
                <c:pt idx="13250">
                  <c:v>0.15335648148175096</c:v>
                </c:pt>
                <c:pt idx="13251">
                  <c:v>0.15336805555125466</c:v>
                </c:pt>
                <c:pt idx="13252">
                  <c:v>0.15337962962803431</c:v>
                </c:pt>
                <c:pt idx="13253">
                  <c:v>0.15339120370481396</c:v>
                </c:pt>
                <c:pt idx="13254">
                  <c:v>0.15340277777431766</c:v>
                </c:pt>
                <c:pt idx="13255">
                  <c:v>0.15341435185109731</c:v>
                </c:pt>
                <c:pt idx="13256">
                  <c:v>0.153425925920601</c:v>
                </c:pt>
                <c:pt idx="13257">
                  <c:v>0.15343749999738066</c:v>
                </c:pt>
                <c:pt idx="13258">
                  <c:v>0.15344907407416031</c:v>
                </c:pt>
                <c:pt idx="13259">
                  <c:v>0.153460648143664</c:v>
                </c:pt>
                <c:pt idx="13260">
                  <c:v>0.15347222222044365</c:v>
                </c:pt>
                <c:pt idx="13261">
                  <c:v>0.15348379629722331</c:v>
                </c:pt>
                <c:pt idx="13262">
                  <c:v>0.153495370366727</c:v>
                </c:pt>
                <c:pt idx="13263">
                  <c:v>0.15350694444350665</c:v>
                </c:pt>
                <c:pt idx="13264">
                  <c:v>0.15351851851301035</c:v>
                </c:pt>
                <c:pt idx="13265">
                  <c:v>0.15353009258979</c:v>
                </c:pt>
                <c:pt idx="13266">
                  <c:v>0.15354166666656965</c:v>
                </c:pt>
                <c:pt idx="13267">
                  <c:v>0.15355324073607335</c:v>
                </c:pt>
                <c:pt idx="13268">
                  <c:v>0.153564814812853</c:v>
                </c:pt>
                <c:pt idx="13269">
                  <c:v>0.15357638888963265</c:v>
                </c:pt>
                <c:pt idx="13270">
                  <c:v>0.15358796295913635</c:v>
                </c:pt>
                <c:pt idx="13271">
                  <c:v>0.153599537035916</c:v>
                </c:pt>
                <c:pt idx="13272">
                  <c:v>0.1536111111054197</c:v>
                </c:pt>
                <c:pt idx="13273">
                  <c:v>0.15362268518219935</c:v>
                </c:pt>
                <c:pt idx="13274">
                  <c:v>0.153634259258979</c:v>
                </c:pt>
                <c:pt idx="13275">
                  <c:v>0.15364583332848269</c:v>
                </c:pt>
                <c:pt idx="13276">
                  <c:v>0.15365740740526235</c:v>
                </c:pt>
                <c:pt idx="13277">
                  <c:v>0.153668981482042</c:v>
                </c:pt>
                <c:pt idx="13278">
                  <c:v>0.15368055555154569</c:v>
                </c:pt>
                <c:pt idx="13279">
                  <c:v>0.15369212962832535</c:v>
                </c:pt>
                <c:pt idx="13280">
                  <c:v>0.15370370369782904</c:v>
                </c:pt>
                <c:pt idx="13281">
                  <c:v>0.15371527777460869</c:v>
                </c:pt>
                <c:pt idx="13282">
                  <c:v>0.15372685185138835</c:v>
                </c:pt>
                <c:pt idx="13283">
                  <c:v>0.15373842592089204</c:v>
                </c:pt>
                <c:pt idx="13284">
                  <c:v>0.15374999999767169</c:v>
                </c:pt>
                <c:pt idx="13285">
                  <c:v>0.15376157407445135</c:v>
                </c:pt>
                <c:pt idx="13286">
                  <c:v>0.15377314814395504</c:v>
                </c:pt>
                <c:pt idx="13287">
                  <c:v>0.15378472222073469</c:v>
                </c:pt>
                <c:pt idx="13288">
                  <c:v>0.15379629629751435</c:v>
                </c:pt>
                <c:pt idx="13289">
                  <c:v>0.15380787036701804</c:v>
                </c:pt>
                <c:pt idx="13290">
                  <c:v>0.15381944444379769</c:v>
                </c:pt>
                <c:pt idx="13291">
                  <c:v>0.15383101851330139</c:v>
                </c:pt>
                <c:pt idx="13292">
                  <c:v>0.15384259259008104</c:v>
                </c:pt>
                <c:pt idx="13293">
                  <c:v>0.15385416666686069</c:v>
                </c:pt>
                <c:pt idx="13294">
                  <c:v>0.15386574073636439</c:v>
                </c:pt>
                <c:pt idx="13295">
                  <c:v>0.15387731481314404</c:v>
                </c:pt>
                <c:pt idx="13296">
                  <c:v>0.15388888888992369</c:v>
                </c:pt>
                <c:pt idx="13297">
                  <c:v>0.15390046295942739</c:v>
                </c:pt>
                <c:pt idx="13298">
                  <c:v>0.15391203703620704</c:v>
                </c:pt>
                <c:pt idx="13299">
                  <c:v>0.15392361110571073</c:v>
                </c:pt>
                <c:pt idx="13300">
                  <c:v>0.15393518518249039</c:v>
                </c:pt>
                <c:pt idx="13301">
                  <c:v>0.15394675925927004</c:v>
                </c:pt>
                <c:pt idx="13302">
                  <c:v>0.15395833332877373</c:v>
                </c:pt>
                <c:pt idx="13303">
                  <c:v>0.15396990740555339</c:v>
                </c:pt>
                <c:pt idx="13304">
                  <c:v>0.15398148148233304</c:v>
                </c:pt>
                <c:pt idx="13305">
                  <c:v>0.15399305555183673</c:v>
                </c:pt>
                <c:pt idx="13306">
                  <c:v>0.15400462962861639</c:v>
                </c:pt>
                <c:pt idx="13307">
                  <c:v>0.15401620369812008</c:v>
                </c:pt>
                <c:pt idx="13308">
                  <c:v>0.15402777777489973</c:v>
                </c:pt>
                <c:pt idx="13309">
                  <c:v>0.15403935185167938</c:v>
                </c:pt>
                <c:pt idx="13310">
                  <c:v>0.15405092592118308</c:v>
                </c:pt>
                <c:pt idx="13311">
                  <c:v>0.15406249999796273</c:v>
                </c:pt>
                <c:pt idx="13312">
                  <c:v>0.15407407407474238</c:v>
                </c:pt>
                <c:pt idx="13313">
                  <c:v>0.15408564814424608</c:v>
                </c:pt>
                <c:pt idx="13314">
                  <c:v>0.15409722222102573</c:v>
                </c:pt>
                <c:pt idx="13315">
                  <c:v>0.15410879629052943</c:v>
                </c:pt>
                <c:pt idx="13316">
                  <c:v>0.15412037036730908</c:v>
                </c:pt>
                <c:pt idx="13317">
                  <c:v>0.15413194444408873</c:v>
                </c:pt>
                <c:pt idx="13318">
                  <c:v>0.15414351851359243</c:v>
                </c:pt>
                <c:pt idx="13319">
                  <c:v>0.15415509259037208</c:v>
                </c:pt>
                <c:pt idx="13320">
                  <c:v>0.15416666666715173</c:v>
                </c:pt>
                <c:pt idx="13321">
                  <c:v>0.15417824073665543</c:v>
                </c:pt>
                <c:pt idx="13322">
                  <c:v>0.15418981481343508</c:v>
                </c:pt>
                <c:pt idx="13323">
                  <c:v>0.15420138889021473</c:v>
                </c:pt>
                <c:pt idx="13324">
                  <c:v>0.15421296295971842</c:v>
                </c:pt>
                <c:pt idx="13325">
                  <c:v>0.15422453703649808</c:v>
                </c:pt>
                <c:pt idx="13326">
                  <c:v>0.15423611110600177</c:v>
                </c:pt>
                <c:pt idx="13327">
                  <c:v>0.15424768518278142</c:v>
                </c:pt>
                <c:pt idx="13328">
                  <c:v>0.15425925925956108</c:v>
                </c:pt>
                <c:pt idx="13329">
                  <c:v>0.15427083332906477</c:v>
                </c:pt>
                <c:pt idx="13330">
                  <c:v>0.15428240740584442</c:v>
                </c:pt>
                <c:pt idx="13331">
                  <c:v>0.15429398148262408</c:v>
                </c:pt>
                <c:pt idx="13332">
                  <c:v>0.15430555555212777</c:v>
                </c:pt>
                <c:pt idx="13333">
                  <c:v>0.15431712962890742</c:v>
                </c:pt>
                <c:pt idx="13334">
                  <c:v>0.15432870369841112</c:v>
                </c:pt>
                <c:pt idx="13335">
                  <c:v>0.15434027777519077</c:v>
                </c:pt>
                <c:pt idx="13336">
                  <c:v>0.15435185185197042</c:v>
                </c:pt>
                <c:pt idx="13337">
                  <c:v>0.15436342592147412</c:v>
                </c:pt>
                <c:pt idx="13338">
                  <c:v>0.15437499999825377</c:v>
                </c:pt>
                <c:pt idx="13339">
                  <c:v>0.15438657407503342</c:v>
                </c:pt>
                <c:pt idx="13340">
                  <c:v>0.15439814814453712</c:v>
                </c:pt>
                <c:pt idx="13341">
                  <c:v>0.15440972222131677</c:v>
                </c:pt>
                <c:pt idx="13342">
                  <c:v>0.15442129629082046</c:v>
                </c:pt>
                <c:pt idx="13343">
                  <c:v>0.15443287036760012</c:v>
                </c:pt>
                <c:pt idx="13344">
                  <c:v>0.15444444444437977</c:v>
                </c:pt>
                <c:pt idx="13345">
                  <c:v>0.15445601851388346</c:v>
                </c:pt>
                <c:pt idx="13346">
                  <c:v>0.15446759259066312</c:v>
                </c:pt>
                <c:pt idx="13347">
                  <c:v>0.15447916666744277</c:v>
                </c:pt>
                <c:pt idx="13348">
                  <c:v>0.15449074073694646</c:v>
                </c:pt>
                <c:pt idx="13349">
                  <c:v>0.15450231481372612</c:v>
                </c:pt>
                <c:pt idx="13350">
                  <c:v>0.15451388888322981</c:v>
                </c:pt>
                <c:pt idx="13351">
                  <c:v>0.15452546296000946</c:v>
                </c:pt>
                <c:pt idx="13352">
                  <c:v>0.15453703703678912</c:v>
                </c:pt>
                <c:pt idx="13353">
                  <c:v>0.15454861110629281</c:v>
                </c:pt>
                <c:pt idx="13354">
                  <c:v>0.15456018518307246</c:v>
                </c:pt>
                <c:pt idx="13355">
                  <c:v>0.15457175925985212</c:v>
                </c:pt>
                <c:pt idx="13356">
                  <c:v>0.15458333332935581</c:v>
                </c:pt>
                <c:pt idx="13357">
                  <c:v>0.15459490740613546</c:v>
                </c:pt>
                <c:pt idx="13358">
                  <c:v>0.15460648147563916</c:v>
                </c:pt>
                <c:pt idx="13359">
                  <c:v>0.15461805555241881</c:v>
                </c:pt>
                <c:pt idx="13360">
                  <c:v>0.15462962962919846</c:v>
                </c:pt>
                <c:pt idx="13361">
                  <c:v>0.15464120369870216</c:v>
                </c:pt>
                <c:pt idx="13362">
                  <c:v>0.15465277777548181</c:v>
                </c:pt>
                <c:pt idx="13363">
                  <c:v>0.15466435185226146</c:v>
                </c:pt>
                <c:pt idx="13364">
                  <c:v>0.15467592592176516</c:v>
                </c:pt>
                <c:pt idx="13365">
                  <c:v>0.15468749999854481</c:v>
                </c:pt>
                <c:pt idx="13366">
                  <c:v>0.15469907407532446</c:v>
                </c:pt>
                <c:pt idx="13367">
                  <c:v>0.15471064814482816</c:v>
                </c:pt>
                <c:pt idx="13368">
                  <c:v>0.15472222222160781</c:v>
                </c:pt>
                <c:pt idx="13369">
                  <c:v>0.1547337962911115</c:v>
                </c:pt>
                <c:pt idx="13370">
                  <c:v>0.15474537036789116</c:v>
                </c:pt>
                <c:pt idx="13371">
                  <c:v>0.15475694444467081</c:v>
                </c:pt>
                <c:pt idx="13372">
                  <c:v>0.1547685185141745</c:v>
                </c:pt>
                <c:pt idx="13373">
                  <c:v>0.15478009259095415</c:v>
                </c:pt>
                <c:pt idx="13374">
                  <c:v>0.15479166666773381</c:v>
                </c:pt>
                <c:pt idx="13375">
                  <c:v>0.1548032407372375</c:v>
                </c:pt>
                <c:pt idx="13376">
                  <c:v>0.15481481481401715</c:v>
                </c:pt>
                <c:pt idx="13377">
                  <c:v>0.15482638888352085</c:v>
                </c:pt>
                <c:pt idx="13378">
                  <c:v>0.1548379629603005</c:v>
                </c:pt>
                <c:pt idx="13379">
                  <c:v>0.15484953703708015</c:v>
                </c:pt>
                <c:pt idx="13380">
                  <c:v>0.15486111110658385</c:v>
                </c:pt>
                <c:pt idx="13381">
                  <c:v>0.1548726851833635</c:v>
                </c:pt>
                <c:pt idx="13382">
                  <c:v>0.15488425926014315</c:v>
                </c:pt>
                <c:pt idx="13383">
                  <c:v>0.15489583332964685</c:v>
                </c:pt>
                <c:pt idx="13384">
                  <c:v>0.1549074074064265</c:v>
                </c:pt>
                <c:pt idx="13385">
                  <c:v>0.1549189814759302</c:v>
                </c:pt>
                <c:pt idx="13386">
                  <c:v>0.15493055555270985</c:v>
                </c:pt>
                <c:pt idx="13387">
                  <c:v>0.1549421296294895</c:v>
                </c:pt>
                <c:pt idx="13388">
                  <c:v>0.15495370369899319</c:v>
                </c:pt>
                <c:pt idx="13389">
                  <c:v>0.15496527777577285</c:v>
                </c:pt>
                <c:pt idx="13390">
                  <c:v>0.1549768518525525</c:v>
                </c:pt>
                <c:pt idx="13391">
                  <c:v>0.15498842592205619</c:v>
                </c:pt>
                <c:pt idx="13392">
                  <c:v>0.15499999999883585</c:v>
                </c:pt>
                <c:pt idx="13393">
                  <c:v>0.15501157406833954</c:v>
                </c:pt>
                <c:pt idx="13394">
                  <c:v>0.15502314814511919</c:v>
                </c:pt>
                <c:pt idx="13395">
                  <c:v>0.15503472222189885</c:v>
                </c:pt>
                <c:pt idx="13396">
                  <c:v>0.15504629629140254</c:v>
                </c:pt>
                <c:pt idx="13397">
                  <c:v>0.15505787036818219</c:v>
                </c:pt>
                <c:pt idx="13398">
                  <c:v>0.15506944444496185</c:v>
                </c:pt>
                <c:pt idx="13399">
                  <c:v>0.15508101851446554</c:v>
                </c:pt>
                <c:pt idx="13400">
                  <c:v>0.15509259259124519</c:v>
                </c:pt>
                <c:pt idx="13401">
                  <c:v>0.15510416666074889</c:v>
                </c:pt>
                <c:pt idx="13402">
                  <c:v>0.15511574073752854</c:v>
                </c:pt>
                <c:pt idx="13403">
                  <c:v>0.15512731481430819</c:v>
                </c:pt>
                <c:pt idx="13404">
                  <c:v>0.15513888888381189</c:v>
                </c:pt>
                <c:pt idx="13405">
                  <c:v>0.15515046296059154</c:v>
                </c:pt>
                <c:pt idx="13406">
                  <c:v>0.15516203703737119</c:v>
                </c:pt>
                <c:pt idx="13407">
                  <c:v>0.15517361110687489</c:v>
                </c:pt>
                <c:pt idx="13408">
                  <c:v>0.15518518518365454</c:v>
                </c:pt>
                <c:pt idx="13409">
                  <c:v>0.15519675926043419</c:v>
                </c:pt>
                <c:pt idx="13410">
                  <c:v>0.15520833332993789</c:v>
                </c:pt>
                <c:pt idx="13411">
                  <c:v>0.15521990740671754</c:v>
                </c:pt>
                <c:pt idx="13412">
                  <c:v>0.15523148147622123</c:v>
                </c:pt>
                <c:pt idx="13413">
                  <c:v>0.15524305555300089</c:v>
                </c:pt>
                <c:pt idx="13414">
                  <c:v>0.15525462962978054</c:v>
                </c:pt>
                <c:pt idx="13415">
                  <c:v>0.15526620369928423</c:v>
                </c:pt>
                <c:pt idx="13416">
                  <c:v>0.15527777777606389</c:v>
                </c:pt>
                <c:pt idx="13417">
                  <c:v>0.15528935185284354</c:v>
                </c:pt>
                <c:pt idx="13418">
                  <c:v>0.15530092592234723</c:v>
                </c:pt>
                <c:pt idx="13419">
                  <c:v>0.15531249999912689</c:v>
                </c:pt>
                <c:pt idx="13420">
                  <c:v>0.15532407406863058</c:v>
                </c:pt>
                <c:pt idx="13421">
                  <c:v>0.15533564814541023</c:v>
                </c:pt>
                <c:pt idx="13422">
                  <c:v>0.15534722222218988</c:v>
                </c:pt>
                <c:pt idx="13423">
                  <c:v>0.15535879629169358</c:v>
                </c:pt>
                <c:pt idx="13424">
                  <c:v>0.15537037036847323</c:v>
                </c:pt>
                <c:pt idx="13425">
                  <c:v>0.15538194444525288</c:v>
                </c:pt>
                <c:pt idx="13426">
                  <c:v>0.15539351851475658</c:v>
                </c:pt>
                <c:pt idx="13427">
                  <c:v>0.15540509259153623</c:v>
                </c:pt>
                <c:pt idx="13428">
                  <c:v>0.15541666666103993</c:v>
                </c:pt>
                <c:pt idx="13429">
                  <c:v>0.15542824073781958</c:v>
                </c:pt>
                <c:pt idx="13430">
                  <c:v>0.15543981481459923</c:v>
                </c:pt>
                <c:pt idx="13431">
                  <c:v>0.15545138888410293</c:v>
                </c:pt>
                <c:pt idx="13432">
                  <c:v>0.15546296296088258</c:v>
                </c:pt>
                <c:pt idx="13433">
                  <c:v>0.15547453703766223</c:v>
                </c:pt>
                <c:pt idx="13434">
                  <c:v>0.15548611110716593</c:v>
                </c:pt>
                <c:pt idx="13435">
                  <c:v>0.15549768518394558</c:v>
                </c:pt>
                <c:pt idx="13436">
                  <c:v>0.15550925925344927</c:v>
                </c:pt>
                <c:pt idx="13437">
                  <c:v>0.15552083333022892</c:v>
                </c:pt>
                <c:pt idx="13438">
                  <c:v>0.15553240740700858</c:v>
                </c:pt>
                <c:pt idx="13439">
                  <c:v>0.15554398147651227</c:v>
                </c:pt>
                <c:pt idx="13440">
                  <c:v>0.15555555555329192</c:v>
                </c:pt>
                <c:pt idx="13441">
                  <c:v>0.15556712963007158</c:v>
                </c:pt>
                <c:pt idx="13442">
                  <c:v>0.15557870369957527</c:v>
                </c:pt>
                <c:pt idx="13443">
                  <c:v>0.15559027777635492</c:v>
                </c:pt>
                <c:pt idx="13444">
                  <c:v>0.15560185185313458</c:v>
                </c:pt>
                <c:pt idx="13445">
                  <c:v>0.15561342592263827</c:v>
                </c:pt>
                <c:pt idx="13446">
                  <c:v>0.15562499999941792</c:v>
                </c:pt>
                <c:pt idx="13447">
                  <c:v>0.15563657406892162</c:v>
                </c:pt>
                <c:pt idx="13448">
                  <c:v>0.15564814814570127</c:v>
                </c:pt>
                <c:pt idx="13449">
                  <c:v>0.15565972222248092</c:v>
                </c:pt>
                <c:pt idx="13450">
                  <c:v>0.15567129629198462</c:v>
                </c:pt>
                <c:pt idx="13451">
                  <c:v>0.15568287036876427</c:v>
                </c:pt>
                <c:pt idx="13452">
                  <c:v>0.15569444444554392</c:v>
                </c:pt>
                <c:pt idx="13453">
                  <c:v>0.15570601851504762</c:v>
                </c:pt>
                <c:pt idx="13454">
                  <c:v>0.15571759259182727</c:v>
                </c:pt>
                <c:pt idx="13455">
                  <c:v>0.15572916666133096</c:v>
                </c:pt>
                <c:pt idx="13456">
                  <c:v>0.15574074073811062</c:v>
                </c:pt>
                <c:pt idx="13457">
                  <c:v>0.15575231481489027</c:v>
                </c:pt>
                <c:pt idx="13458">
                  <c:v>0.15576388888439396</c:v>
                </c:pt>
                <c:pt idx="13459">
                  <c:v>0.15577546296117362</c:v>
                </c:pt>
                <c:pt idx="13460">
                  <c:v>0.15578703703795327</c:v>
                </c:pt>
                <c:pt idx="13461">
                  <c:v>0.15579861110745696</c:v>
                </c:pt>
                <c:pt idx="13462">
                  <c:v>0.15581018518423662</c:v>
                </c:pt>
                <c:pt idx="13463">
                  <c:v>0.15582175925374031</c:v>
                </c:pt>
                <c:pt idx="13464">
                  <c:v>0.15583333333051996</c:v>
                </c:pt>
                <c:pt idx="13465">
                  <c:v>0.15584490740729962</c:v>
                </c:pt>
                <c:pt idx="13466">
                  <c:v>0.15585648147680331</c:v>
                </c:pt>
                <c:pt idx="13467">
                  <c:v>0.15586805555358296</c:v>
                </c:pt>
                <c:pt idx="13468">
                  <c:v>0.15587962963036261</c:v>
                </c:pt>
                <c:pt idx="13469">
                  <c:v>0.15589120369986631</c:v>
                </c:pt>
                <c:pt idx="13470">
                  <c:v>0.15590277777664596</c:v>
                </c:pt>
                <c:pt idx="13471">
                  <c:v>0.15591435184614966</c:v>
                </c:pt>
                <c:pt idx="13472">
                  <c:v>0.15592592592292931</c:v>
                </c:pt>
                <c:pt idx="13473">
                  <c:v>0.15593749999970896</c:v>
                </c:pt>
                <c:pt idx="13474">
                  <c:v>0.15594907406921266</c:v>
                </c:pt>
                <c:pt idx="13475">
                  <c:v>0.15596064814599231</c:v>
                </c:pt>
                <c:pt idx="13476">
                  <c:v>0.15597222222277196</c:v>
                </c:pt>
                <c:pt idx="13477">
                  <c:v>0.15598379629227566</c:v>
                </c:pt>
                <c:pt idx="13478">
                  <c:v>0.15599537036905531</c:v>
                </c:pt>
                <c:pt idx="13479">
                  <c:v>0.156006944438559</c:v>
                </c:pt>
                <c:pt idx="13480">
                  <c:v>0.15601851851533866</c:v>
                </c:pt>
                <c:pt idx="13481">
                  <c:v>0.15603009259211831</c:v>
                </c:pt>
                <c:pt idx="13482">
                  <c:v>0.156041666661622</c:v>
                </c:pt>
                <c:pt idx="13483">
                  <c:v>0.15605324073840166</c:v>
                </c:pt>
                <c:pt idx="13484">
                  <c:v>0.15606481481518131</c:v>
                </c:pt>
                <c:pt idx="13485">
                  <c:v>0.156076388884685</c:v>
                </c:pt>
                <c:pt idx="13486">
                  <c:v>0.15608796296146465</c:v>
                </c:pt>
                <c:pt idx="13487">
                  <c:v>0.15609953703824431</c:v>
                </c:pt>
                <c:pt idx="13488">
                  <c:v>0.156111111107748</c:v>
                </c:pt>
                <c:pt idx="13489">
                  <c:v>0.15612268518452765</c:v>
                </c:pt>
                <c:pt idx="13490">
                  <c:v>0.15613425925403135</c:v>
                </c:pt>
                <c:pt idx="13491">
                  <c:v>0.156145833330811</c:v>
                </c:pt>
                <c:pt idx="13492">
                  <c:v>0.15615740740759065</c:v>
                </c:pt>
                <c:pt idx="13493">
                  <c:v>0.15616898147709435</c:v>
                </c:pt>
                <c:pt idx="13494">
                  <c:v>0.156180555553874</c:v>
                </c:pt>
                <c:pt idx="13495">
                  <c:v>0.15619212963065365</c:v>
                </c:pt>
                <c:pt idx="13496">
                  <c:v>0.15620370370015735</c:v>
                </c:pt>
                <c:pt idx="13497">
                  <c:v>0.156215277776937</c:v>
                </c:pt>
                <c:pt idx="13498">
                  <c:v>0.1562268518464407</c:v>
                </c:pt>
                <c:pt idx="13499">
                  <c:v>0.15623842592322035</c:v>
                </c:pt>
                <c:pt idx="13500">
                  <c:v>0.15625</c:v>
                </c:pt>
                <c:pt idx="13501">
                  <c:v>0.15626157406950369</c:v>
                </c:pt>
                <c:pt idx="13502">
                  <c:v>0.15627314814628335</c:v>
                </c:pt>
                <c:pt idx="13503">
                  <c:v>0.156284722223063</c:v>
                </c:pt>
                <c:pt idx="13504">
                  <c:v>0.15629629629256669</c:v>
                </c:pt>
                <c:pt idx="13505">
                  <c:v>0.15630787036934635</c:v>
                </c:pt>
                <c:pt idx="13506">
                  <c:v>0.15631944443885004</c:v>
                </c:pt>
                <c:pt idx="13507">
                  <c:v>0.15633101851562969</c:v>
                </c:pt>
                <c:pt idx="13508">
                  <c:v>0.15634259259240935</c:v>
                </c:pt>
                <c:pt idx="13509">
                  <c:v>0.15635416666191304</c:v>
                </c:pt>
                <c:pt idx="13510">
                  <c:v>0.15636574073869269</c:v>
                </c:pt>
                <c:pt idx="13511">
                  <c:v>0.15637731481547235</c:v>
                </c:pt>
                <c:pt idx="13512">
                  <c:v>0.15638888888497604</c:v>
                </c:pt>
                <c:pt idx="13513">
                  <c:v>0.15640046296175569</c:v>
                </c:pt>
                <c:pt idx="13514">
                  <c:v>0.15641203703125939</c:v>
                </c:pt>
                <c:pt idx="13515">
                  <c:v>0.15642361110803904</c:v>
                </c:pt>
                <c:pt idx="13516">
                  <c:v>0.15643518518481869</c:v>
                </c:pt>
                <c:pt idx="13517">
                  <c:v>0.15644675925432239</c:v>
                </c:pt>
                <c:pt idx="13518">
                  <c:v>0.15645833333110204</c:v>
                </c:pt>
                <c:pt idx="13519">
                  <c:v>0.15646990740788169</c:v>
                </c:pt>
                <c:pt idx="13520">
                  <c:v>0.15648148147738539</c:v>
                </c:pt>
                <c:pt idx="13521">
                  <c:v>0.15649305555416504</c:v>
                </c:pt>
                <c:pt idx="13522">
                  <c:v>0.15650462963094469</c:v>
                </c:pt>
                <c:pt idx="13523">
                  <c:v>0.15651620370044839</c:v>
                </c:pt>
                <c:pt idx="13524">
                  <c:v>0.15652777777722804</c:v>
                </c:pt>
                <c:pt idx="13525">
                  <c:v>0.15653935184673173</c:v>
                </c:pt>
                <c:pt idx="13526">
                  <c:v>0.15655092592351139</c:v>
                </c:pt>
                <c:pt idx="13527">
                  <c:v>0.15656250000029104</c:v>
                </c:pt>
                <c:pt idx="13528">
                  <c:v>0.15657407406979473</c:v>
                </c:pt>
                <c:pt idx="13529">
                  <c:v>0.15658564814657439</c:v>
                </c:pt>
                <c:pt idx="13530">
                  <c:v>0.15659722222335404</c:v>
                </c:pt>
                <c:pt idx="13531">
                  <c:v>0.15660879629285773</c:v>
                </c:pt>
                <c:pt idx="13532">
                  <c:v>0.15662037036963739</c:v>
                </c:pt>
                <c:pt idx="13533">
                  <c:v>0.15663194443914108</c:v>
                </c:pt>
                <c:pt idx="13534">
                  <c:v>0.15664351851592073</c:v>
                </c:pt>
                <c:pt idx="13535">
                  <c:v>0.15665509259270038</c:v>
                </c:pt>
                <c:pt idx="13536">
                  <c:v>0.15666666666220408</c:v>
                </c:pt>
                <c:pt idx="13537">
                  <c:v>0.15667824073898373</c:v>
                </c:pt>
                <c:pt idx="13538">
                  <c:v>0.15668981481576338</c:v>
                </c:pt>
                <c:pt idx="13539">
                  <c:v>0.15670138888526708</c:v>
                </c:pt>
                <c:pt idx="13540">
                  <c:v>0.15671296296204673</c:v>
                </c:pt>
                <c:pt idx="13541">
                  <c:v>0.15672453703155043</c:v>
                </c:pt>
                <c:pt idx="13542">
                  <c:v>0.15673611110833008</c:v>
                </c:pt>
                <c:pt idx="13543">
                  <c:v>0.15674768518510973</c:v>
                </c:pt>
                <c:pt idx="13544">
                  <c:v>0.15675925925461343</c:v>
                </c:pt>
                <c:pt idx="13545">
                  <c:v>0.15677083333139308</c:v>
                </c:pt>
                <c:pt idx="13546">
                  <c:v>0.15678240740817273</c:v>
                </c:pt>
                <c:pt idx="13547">
                  <c:v>0.15679398147767643</c:v>
                </c:pt>
                <c:pt idx="13548">
                  <c:v>0.15680555555445608</c:v>
                </c:pt>
                <c:pt idx="13549">
                  <c:v>0.15681712962395977</c:v>
                </c:pt>
                <c:pt idx="13550">
                  <c:v>0.15682870370073942</c:v>
                </c:pt>
                <c:pt idx="13551">
                  <c:v>0.15684027777751908</c:v>
                </c:pt>
                <c:pt idx="13552">
                  <c:v>0.15685185184702277</c:v>
                </c:pt>
                <c:pt idx="13553">
                  <c:v>0.15686342592380242</c:v>
                </c:pt>
                <c:pt idx="13554">
                  <c:v>0.15687500000058208</c:v>
                </c:pt>
                <c:pt idx="13555">
                  <c:v>0.15688657407008577</c:v>
                </c:pt>
                <c:pt idx="13556">
                  <c:v>0.15689814814686542</c:v>
                </c:pt>
                <c:pt idx="13557">
                  <c:v>0.15690972221636912</c:v>
                </c:pt>
                <c:pt idx="13558">
                  <c:v>0.15692129629314877</c:v>
                </c:pt>
                <c:pt idx="13559">
                  <c:v>0.15693287036992842</c:v>
                </c:pt>
                <c:pt idx="13560">
                  <c:v>0.15694444443943212</c:v>
                </c:pt>
                <c:pt idx="13561">
                  <c:v>0.15695601851621177</c:v>
                </c:pt>
                <c:pt idx="13562">
                  <c:v>0.15696759259299142</c:v>
                </c:pt>
                <c:pt idx="13563">
                  <c:v>0.15697916666249512</c:v>
                </c:pt>
                <c:pt idx="13564">
                  <c:v>0.15699074073927477</c:v>
                </c:pt>
                <c:pt idx="13565">
                  <c:v>0.15700231481605442</c:v>
                </c:pt>
                <c:pt idx="13566">
                  <c:v>0.15701388888555812</c:v>
                </c:pt>
                <c:pt idx="13567">
                  <c:v>0.15702546296233777</c:v>
                </c:pt>
                <c:pt idx="13568">
                  <c:v>0.15703703703184146</c:v>
                </c:pt>
                <c:pt idx="13569">
                  <c:v>0.15704861110862112</c:v>
                </c:pt>
                <c:pt idx="13570">
                  <c:v>0.15706018518540077</c:v>
                </c:pt>
                <c:pt idx="13571">
                  <c:v>0.15707175925490446</c:v>
                </c:pt>
                <c:pt idx="13572">
                  <c:v>0.15708333333168412</c:v>
                </c:pt>
                <c:pt idx="13573">
                  <c:v>0.15709490740846377</c:v>
                </c:pt>
                <c:pt idx="13574">
                  <c:v>0.15710648147796746</c:v>
                </c:pt>
                <c:pt idx="13575">
                  <c:v>0.15711805555474712</c:v>
                </c:pt>
                <c:pt idx="13576">
                  <c:v>0.15712962962425081</c:v>
                </c:pt>
                <c:pt idx="13577">
                  <c:v>0.15714120370103046</c:v>
                </c:pt>
                <c:pt idx="13578">
                  <c:v>0.15715277777781012</c:v>
                </c:pt>
                <c:pt idx="13579">
                  <c:v>0.15716435184731381</c:v>
                </c:pt>
                <c:pt idx="13580">
                  <c:v>0.15717592592409346</c:v>
                </c:pt>
                <c:pt idx="13581">
                  <c:v>0.15718750000087311</c:v>
                </c:pt>
                <c:pt idx="13582">
                  <c:v>0.15719907407037681</c:v>
                </c:pt>
                <c:pt idx="13583">
                  <c:v>0.15721064814715646</c:v>
                </c:pt>
                <c:pt idx="13584">
                  <c:v>0.15722222221666016</c:v>
                </c:pt>
                <c:pt idx="13585">
                  <c:v>0.15723379629343981</c:v>
                </c:pt>
                <c:pt idx="13586">
                  <c:v>0.15724537037021946</c:v>
                </c:pt>
                <c:pt idx="13587">
                  <c:v>0.15725694443972316</c:v>
                </c:pt>
                <c:pt idx="13588">
                  <c:v>0.15726851851650281</c:v>
                </c:pt>
                <c:pt idx="13589">
                  <c:v>0.15728009259328246</c:v>
                </c:pt>
                <c:pt idx="13590">
                  <c:v>0.15729166666278616</c:v>
                </c:pt>
                <c:pt idx="13591">
                  <c:v>0.15730324073956581</c:v>
                </c:pt>
                <c:pt idx="13592">
                  <c:v>0.1573148148090695</c:v>
                </c:pt>
                <c:pt idx="13593">
                  <c:v>0.15732638888584916</c:v>
                </c:pt>
                <c:pt idx="13594">
                  <c:v>0.15733796296262881</c:v>
                </c:pt>
                <c:pt idx="13595">
                  <c:v>0.1573495370321325</c:v>
                </c:pt>
                <c:pt idx="13596">
                  <c:v>0.15736111110891216</c:v>
                </c:pt>
                <c:pt idx="13597">
                  <c:v>0.15737268518569181</c:v>
                </c:pt>
                <c:pt idx="13598">
                  <c:v>0.1573842592551955</c:v>
                </c:pt>
                <c:pt idx="13599">
                  <c:v>0.15739583333197515</c:v>
                </c:pt>
                <c:pt idx="13600">
                  <c:v>0.15740740740147885</c:v>
                </c:pt>
                <c:pt idx="13601">
                  <c:v>0.1574189814782585</c:v>
                </c:pt>
                <c:pt idx="13602">
                  <c:v>0.15743055555503815</c:v>
                </c:pt>
                <c:pt idx="13603">
                  <c:v>0.15744212962454185</c:v>
                </c:pt>
                <c:pt idx="13604">
                  <c:v>0.1574537037013215</c:v>
                </c:pt>
                <c:pt idx="13605">
                  <c:v>0.15746527777810115</c:v>
                </c:pt>
                <c:pt idx="13606">
                  <c:v>0.15747685184760485</c:v>
                </c:pt>
                <c:pt idx="13607">
                  <c:v>0.1574884259243845</c:v>
                </c:pt>
                <c:pt idx="13608">
                  <c:v>0.15750000000116415</c:v>
                </c:pt>
                <c:pt idx="13609">
                  <c:v>0.15751157407066785</c:v>
                </c:pt>
                <c:pt idx="13610">
                  <c:v>0.1575231481474475</c:v>
                </c:pt>
                <c:pt idx="13611">
                  <c:v>0.1575347222169512</c:v>
                </c:pt>
                <c:pt idx="13612">
                  <c:v>0.15754629629373085</c:v>
                </c:pt>
                <c:pt idx="13613">
                  <c:v>0.1575578703705105</c:v>
                </c:pt>
                <c:pt idx="13614">
                  <c:v>0.15756944444001419</c:v>
                </c:pt>
                <c:pt idx="13615">
                  <c:v>0.15758101851679385</c:v>
                </c:pt>
                <c:pt idx="13616">
                  <c:v>0.1575925925935735</c:v>
                </c:pt>
                <c:pt idx="13617">
                  <c:v>0.15760416666307719</c:v>
                </c:pt>
                <c:pt idx="13618">
                  <c:v>0.15761574073985685</c:v>
                </c:pt>
                <c:pt idx="13619">
                  <c:v>0.15762731480936054</c:v>
                </c:pt>
                <c:pt idx="13620">
                  <c:v>0.15763888888614019</c:v>
                </c:pt>
                <c:pt idx="13621">
                  <c:v>0.15765046296291985</c:v>
                </c:pt>
                <c:pt idx="13622">
                  <c:v>0.15766203703242354</c:v>
                </c:pt>
                <c:pt idx="13623">
                  <c:v>0.15767361110920319</c:v>
                </c:pt>
                <c:pt idx="13624">
                  <c:v>0.15768518518598285</c:v>
                </c:pt>
                <c:pt idx="13625">
                  <c:v>0.15769675925548654</c:v>
                </c:pt>
                <c:pt idx="13626">
                  <c:v>0.15770833333226619</c:v>
                </c:pt>
                <c:pt idx="13627">
                  <c:v>0.15771990740176989</c:v>
                </c:pt>
                <c:pt idx="13628">
                  <c:v>0.15773148147854954</c:v>
                </c:pt>
                <c:pt idx="13629">
                  <c:v>0.15774305555532919</c:v>
                </c:pt>
                <c:pt idx="13630">
                  <c:v>0.15775462962483289</c:v>
                </c:pt>
                <c:pt idx="13631">
                  <c:v>0.15776620370161254</c:v>
                </c:pt>
                <c:pt idx="13632">
                  <c:v>0.15777777777839219</c:v>
                </c:pt>
                <c:pt idx="13633">
                  <c:v>0.15778935184789589</c:v>
                </c:pt>
                <c:pt idx="13634">
                  <c:v>0.15780092592467554</c:v>
                </c:pt>
                <c:pt idx="13635">
                  <c:v>0.15781249999417923</c:v>
                </c:pt>
                <c:pt idx="13636">
                  <c:v>0.15782407407095889</c:v>
                </c:pt>
                <c:pt idx="13637">
                  <c:v>0.15783564814773854</c:v>
                </c:pt>
                <c:pt idx="13638">
                  <c:v>0.15784722221724223</c:v>
                </c:pt>
                <c:pt idx="13639">
                  <c:v>0.15785879629402189</c:v>
                </c:pt>
                <c:pt idx="13640">
                  <c:v>0.15787037037080154</c:v>
                </c:pt>
                <c:pt idx="13641">
                  <c:v>0.15788194444030523</c:v>
                </c:pt>
                <c:pt idx="13642">
                  <c:v>0.15789351851708489</c:v>
                </c:pt>
                <c:pt idx="13643">
                  <c:v>0.15790509259386454</c:v>
                </c:pt>
                <c:pt idx="13644">
                  <c:v>0.15791666666336823</c:v>
                </c:pt>
                <c:pt idx="13645">
                  <c:v>0.15792824074014788</c:v>
                </c:pt>
                <c:pt idx="13646">
                  <c:v>0.15793981480965158</c:v>
                </c:pt>
                <c:pt idx="13647">
                  <c:v>0.15795138888643123</c:v>
                </c:pt>
                <c:pt idx="13648">
                  <c:v>0.15796296296321088</c:v>
                </c:pt>
                <c:pt idx="13649">
                  <c:v>0.15797453703271458</c:v>
                </c:pt>
                <c:pt idx="13650">
                  <c:v>0.15798611110949423</c:v>
                </c:pt>
                <c:pt idx="13651">
                  <c:v>0.15799768518627388</c:v>
                </c:pt>
                <c:pt idx="13652">
                  <c:v>0.15800925925577758</c:v>
                </c:pt>
                <c:pt idx="13653">
                  <c:v>0.15802083333255723</c:v>
                </c:pt>
                <c:pt idx="13654">
                  <c:v>0.15803240740206093</c:v>
                </c:pt>
                <c:pt idx="13655">
                  <c:v>0.15804398147884058</c:v>
                </c:pt>
                <c:pt idx="13656">
                  <c:v>0.15805555555562023</c:v>
                </c:pt>
                <c:pt idx="13657">
                  <c:v>0.15806712962512393</c:v>
                </c:pt>
                <c:pt idx="13658">
                  <c:v>0.15807870370190358</c:v>
                </c:pt>
                <c:pt idx="13659">
                  <c:v>0.15809027777868323</c:v>
                </c:pt>
                <c:pt idx="13660">
                  <c:v>0.15810185184818693</c:v>
                </c:pt>
                <c:pt idx="13661">
                  <c:v>0.15811342592496658</c:v>
                </c:pt>
                <c:pt idx="13662">
                  <c:v>0.15812499999447027</c:v>
                </c:pt>
                <c:pt idx="13663">
                  <c:v>0.15813657407124992</c:v>
                </c:pt>
                <c:pt idx="13664">
                  <c:v>0.15814814814802958</c:v>
                </c:pt>
                <c:pt idx="13665">
                  <c:v>0.15815972221753327</c:v>
                </c:pt>
                <c:pt idx="13666">
                  <c:v>0.15817129629431292</c:v>
                </c:pt>
                <c:pt idx="13667">
                  <c:v>0.15818287037109258</c:v>
                </c:pt>
                <c:pt idx="13668">
                  <c:v>0.15819444444059627</c:v>
                </c:pt>
                <c:pt idx="13669">
                  <c:v>0.15820601851737592</c:v>
                </c:pt>
                <c:pt idx="13670">
                  <c:v>0.15821759258687962</c:v>
                </c:pt>
                <c:pt idx="13671">
                  <c:v>0.15822916666365927</c:v>
                </c:pt>
                <c:pt idx="13672">
                  <c:v>0.15824074074043892</c:v>
                </c:pt>
                <c:pt idx="13673">
                  <c:v>0.15825231480994262</c:v>
                </c:pt>
                <c:pt idx="13674">
                  <c:v>0.15826388888672227</c:v>
                </c:pt>
                <c:pt idx="13675">
                  <c:v>0.15827546296350192</c:v>
                </c:pt>
                <c:pt idx="13676">
                  <c:v>0.15828703703300562</c:v>
                </c:pt>
                <c:pt idx="13677">
                  <c:v>0.15829861110978527</c:v>
                </c:pt>
                <c:pt idx="13678">
                  <c:v>0.15831018517928896</c:v>
                </c:pt>
                <c:pt idx="13679">
                  <c:v>0.15832175925606862</c:v>
                </c:pt>
                <c:pt idx="13680">
                  <c:v>0.15833333333284827</c:v>
                </c:pt>
                <c:pt idx="13681">
                  <c:v>0.15834490740235196</c:v>
                </c:pt>
                <c:pt idx="13682">
                  <c:v>0.15835648147913162</c:v>
                </c:pt>
                <c:pt idx="13683">
                  <c:v>0.15836805555591127</c:v>
                </c:pt>
                <c:pt idx="13684">
                  <c:v>0.15837962962541496</c:v>
                </c:pt>
                <c:pt idx="13685">
                  <c:v>0.15839120370219462</c:v>
                </c:pt>
                <c:pt idx="13686">
                  <c:v>0.15840277777897427</c:v>
                </c:pt>
                <c:pt idx="13687">
                  <c:v>0.15841435184847796</c:v>
                </c:pt>
                <c:pt idx="13688">
                  <c:v>0.15842592592525762</c:v>
                </c:pt>
                <c:pt idx="13689">
                  <c:v>0.15843749999476131</c:v>
                </c:pt>
                <c:pt idx="13690">
                  <c:v>0.15844907407154096</c:v>
                </c:pt>
                <c:pt idx="13691">
                  <c:v>0.15846064814832062</c:v>
                </c:pt>
                <c:pt idx="13692">
                  <c:v>0.15847222221782431</c:v>
                </c:pt>
                <c:pt idx="13693">
                  <c:v>0.15848379629460396</c:v>
                </c:pt>
                <c:pt idx="13694">
                  <c:v>0.15849537037138361</c:v>
                </c:pt>
                <c:pt idx="13695">
                  <c:v>0.15850694444088731</c:v>
                </c:pt>
                <c:pt idx="13696">
                  <c:v>0.15851851851766696</c:v>
                </c:pt>
                <c:pt idx="13697">
                  <c:v>0.15853009258717066</c:v>
                </c:pt>
                <c:pt idx="13698">
                  <c:v>0.15854166666395031</c:v>
                </c:pt>
                <c:pt idx="13699">
                  <c:v>0.15855324074072996</c:v>
                </c:pt>
                <c:pt idx="13700">
                  <c:v>0.15856481481023366</c:v>
                </c:pt>
                <c:pt idx="13701">
                  <c:v>0.15857638888701331</c:v>
                </c:pt>
                <c:pt idx="13702">
                  <c:v>0.15858796296379296</c:v>
                </c:pt>
                <c:pt idx="13703">
                  <c:v>0.15859953703329666</c:v>
                </c:pt>
                <c:pt idx="13704">
                  <c:v>0.15861111111007631</c:v>
                </c:pt>
                <c:pt idx="13705">
                  <c:v>0.15862268517958</c:v>
                </c:pt>
                <c:pt idx="13706">
                  <c:v>0.15863425925635966</c:v>
                </c:pt>
                <c:pt idx="13707">
                  <c:v>0.15864583333313931</c:v>
                </c:pt>
                <c:pt idx="13708">
                  <c:v>0.158657407402643</c:v>
                </c:pt>
                <c:pt idx="13709">
                  <c:v>0.15866898147942265</c:v>
                </c:pt>
                <c:pt idx="13710">
                  <c:v>0.15868055555620231</c:v>
                </c:pt>
                <c:pt idx="13711">
                  <c:v>0.158692129625706</c:v>
                </c:pt>
                <c:pt idx="13712">
                  <c:v>0.15870370370248565</c:v>
                </c:pt>
                <c:pt idx="13713">
                  <c:v>0.15871527777198935</c:v>
                </c:pt>
                <c:pt idx="13714">
                  <c:v>0.158726851848769</c:v>
                </c:pt>
                <c:pt idx="13715">
                  <c:v>0.15873842592554865</c:v>
                </c:pt>
                <c:pt idx="13716">
                  <c:v>0.15874999999505235</c:v>
                </c:pt>
                <c:pt idx="13717">
                  <c:v>0.158761574071832</c:v>
                </c:pt>
                <c:pt idx="13718">
                  <c:v>0.15877314814861165</c:v>
                </c:pt>
                <c:pt idx="13719">
                  <c:v>0.15878472221811535</c:v>
                </c:pt>
                <c:pt idx="13720">
                  <c:v>0.158796296294895</c:v>
                </c:pt>
                <c:pt idx="13721">
                  <c:v>0.15880787037167465</c:v>
                </c:pt>
                <c:pt idx="13722">
                  <c:v>0.15881944444117835</c:v>
                </c:pt>
                <c:pt idx="13723">
                  <c:v>0.158831018517958</c:v>
                </c:pt>
                <c:pt idx="13724">
                  <c:v>0.1588425925874617</c:v>
                </c:pt>
                <c:pt idx="13725">
                  <c:v>0.15885416666424135</c:v>
                </c:pt>
                <c:pt idx="13726">
                  <c:v>0.158865740741021</c:v>
                </c:pt>
                <c:pt idx="13727">
                  <c:v>0.15887731481052469</c:v>
                </c:pt>
                <c:pt idx="13728">
                  <c:v>0.15888888888730435</c:v>
                </c:pt>
                <c:pt idx="13729">
                  <c:v>0.158900462964084</c:v>
                </c:pt>
                <c:pt idx="13730">
                  <c:v>0.15891203703358769</c:v>
                </c:pt>
                <c:pt idx="13731">
                  <c:v>0.15892361111036735</c:v>
                </c:pt>
                <c:pt idx="13732">
                  <c:v>0.15893518517987104</c:v>
                </c:pt>
                <c:pt idx="13733">
                  <c:v>0.15894675925665069</c:v>
                </c:pt>
                <c:pt idx="13734">
                  <c:v>0.15895833333343035</c:v>
                </c:pt>
                <c:pt idx="13735">
                  <c:v>0.15896990740293404</c:v>
                </c:pt>
                <c:pt idx="13736">
                  <c:v>0.15898148147971369</c:v>
                </c:pt>
                <c:pt idx="13737">
                  <c:v>0.15899305555649335</c:v>
                </c:pt>
                <c:pt idx="13738">
                  <c:v>0.15900462962599704</c:v>
                </c:pt>
                <c:pt idx="13739">
                  <c:v>0.15901620370277669</c:v>
                </c:pt>
                <c:pt idx="13740">
                  <c:v>0.15902777777228039</c:v>
                </c:pt>
                <c:pt idx="13741">
                  <c:v>0.15903935184906004</c:v>
                </c:pt>
                <c:pt idx="13742">
                  <c:v>0.15905092592583969</c:v>
                </c:pt>
                <c:pt idx="13743">
                  <c:v>0.15906249999534339</c:v>
                </c:pt>
                <c:pt idx="13744">
                  <c:v>0.15907407407212304</c:v>
                </c:pt>
                <c:pt idx="13745">
                  <c:v>0.15908564814890269</c:v>
                </c:pt>
                <c:pt idx="13746">
                  <c:v>0.15909722221840639</c:v>
                </c:pt>
                <c:pt idx="13747">
                  <c:v>0.15910879629518604</c:v>
                </c:pt>
                <c:pt idx="13748">
                  <c:v>0.15912037036468973</c:v>
                </c:pt>
                <c:pt idx="13749">
                  <c:v>0.15913194444146939</c:v>
                </c:pt>
                <c:pt idx="13750">
                  <c:v>0.15914351851824904</c:v>
                </c:pt>
                <c:pt idx="13751">
                  <c:v>0.15915509258775273</c:v>
                </c:pt>
                <c:pt idx="13752">
                  <c:v>0.15916666666453239</c:v>
                </c:pt>
                <c:pt idx="13753">
                  <c:v>0.15917824074131204</c:v>
                </c:pt>
                <c:pt idx="13754">
                  <c:v>0.15918981481081573</c:v>
                </c:pt>
                <c:pt idx="13755">
                  <c:v>0.15920138888759539</c:v>
                </c:pt>
                <c:pt idx="13756">
                  <c:v>0.15921296295709908</c:v>
                </c:pt>
                <c:pt idx="13757">
                  <c:v>0.15922453703387873</c:v>
                </c:pt>
                <c:pt idx="13758">
                  <c:v>0.15923611111065838</c:v>
                </c:pt>
                <c:pt idx="13759">
                  <c:v>0.15924768518016208</c:v>
                </c:pt>
                <c:pt idx="13760">
                  <c:v>0.15925925925694173</c:v>
                </c:pt>
                <c:pt idx="13761">
                  <c:v>0.15927083333372138</c:v>
                </c:pt>
                <c:pt idx="13762">
                  <c:v>0.15928240740322508</c:v>
                </c:pt>
                <c:pt idx="13763">
                  <c:v>0.15929398148000473</c:v>
                </c:pt>
                <c:pt idx="13764">
                  <c:v>0.15930555555678438</c:v>
                </c:pt>
                <c:pt idx="13765">
                  <c:v>0.15931712962628808</c:v>
                </c:pt>
                <c:pt idx="13766">
                  <c:v>0.15932870370306773</c:v>
                </c:pt>
                <c:pt idx="13767">
                  <c:v>0.15934027777257143</c:v>
                </c:pt>
                <c:pt idx="13768">
                  <c:v>0.15935185184935108</c:v>
                </c:pt>
                <c:pt idx="13769">
                  <c:v>0.15936342592613073</c:v>
                </c:pt>
                <c:pt idx="13770">
                  <c:v>0.15937499999563443</c:v>
                </c:pt>
                <c:pt idx="13771">
                  <c:v>0.15938657407241408</c:v>
                </c:pt>
                <c:pt idx="13772">
                  <c:v>0.15939814814919373</c:v>
                </c:pt>
                <c:pt idx="13773">
                  <c:v>0.15940972221869742</c:v>
                </c:pt>
                <c:pt idx="13774">
                  <c:v>0.15942129629547708</c:v>
                </c:pt>
                <c:pt idx="13775">
                  <c:v>0.15943287036498077</c:v>
                </c:pt>
                <c:pt idx="13776">
                  <c:v>0.15944444444176042</c:v>
                </c:pt>
                <c:pt idx="13777">
                  <c:v>0.15945601851854008</c:v>
                </c:pt>
                <c:pt idx="13778">
                  <c:v>0.15946759258804377</c:v>
                </c:pt>
                <c:pt idx="13779">
                  <c:v>0.15947916666482342</c:v>
                </c:pt>
                <c:pt idx="13780">
                  <c:v>0.15949074074160308</c:v>
                </c:pt>
                <c:pt idx="13781">
                  <c:v>0.15950231481110677</c:v>
                </c:pt>
                <c:pt idx="13782">
                  <c:v>0.15951388888788642</c:v>
                </c:pt>
                <c:pt idx="13783">
                  <c:v>0.15952546295739012</c:v>
                </c:pt>
                <c:pt idx="13784">
                  <c:v>0.15953703703416977</c:v>
                </c:pt>
                <c:pt idx="13785">
                  <c:v>0.15954861111094942</c:v>
                </c:pt>
                <c:pt idx="13786">
                  <c:v>0.15956018518045312</c:v>
                </c:pt>
                <c:pt idx="13787">
                  <c:v>0.15957175925723277</c:v>
                </c:pt>
                <c:pt idx="13788">
                  <c:v>0.15958333333401242</c:v>
                </c:pt>
                <c:pt idx="13789">
                  <c:v>0.15959490740351612</c:v>
                </c:pt>
                <c:pt idx="13790">
                  <c:v>0.15960648148029577</c:v>
                </c:pt>
                <c:pt idx="13791">
                  <c:v>0.15961805554979946</c:v>
                </c:pt>
                <c:pt idx="13792">
                  <c:v>0.15962962962657912</c:v>
                </c:pt>
                <c:pt idx="13793">
                  <c:v>0.15964120370335877</c:v>
                </c:pt>
                <c:pt idx="13794">
                  <c:v>0.15965277777286246</c:v>
                </c:pt>
                <c:pt idx="13795">
                  <c:v>0.15966435184964212</c:v>
                </c:pt>
                <c:pt idx="13796">
                  <c:v>0.15967592592642177</c:v>
                </c:pt>
                <c:pt idx="13797">
                  <c:v>0.15968749999592546</c:v>
                </c:pt>
                <c:pt idx="13798">
                  <c:v>0.15969907407270512</c:v>
                </c:pt>
                <c:pt idx="13799">
                  <c:v>0.15971064814948477</c:v>
                </c:pt>
                <c:pt idx="13800">
                  <c:v>0.15972222221898846</c:v>
                </c:pt>
                <c:pt idx="13801">
                  <c:v>0.15973379629576812</c:v>
                </c:pt>
                <c:pt idx="13802">
                  <c:v>0.15974537036527181</c:v>
                </c:pt>
                <c:pt idx="13803">
                  <c:v>0.15975694444205146</c:v>
                </c:pt>
                <c:pt idx="13804">
                  <c:v>0.15976851851883112</c:v>
                </c:pt>
                <c:pt idx="13805">
                  <c:v>0.15978009258833481</c:v>
                </c:pt>
                <c:pt idx="13806">
                  <c:v>0.15979166666511446</c:v>
                </c:pt>
                <c:pt idx="13807">
                  <c:v>0.15980324074189411</c:v>
                </c:pt>
                <c:pt idx="13808">
                  <c:v>0.15981481481139781</c:v>
                </c:pt>
                <c:pt idx="13809">
                  <c:v>0.15982638888817746</c:v>
                </c:pt>
                <c:pt idx="13810">
                  <c:v>0.15983796295768116</c:v>
                </c:pt>
                <c:pt idx="13811">
                  <c:v>0.15984953703446081</c:v>
                </c:pt>
                <c:pt idx="13812">
                  <c:v>0.15986111111124046</c:v>
                </c:pt>
                <c:pt idx="13813">
                  <c:v>0.15987268518074416</c:v>
                </c:pt>
                <c:pt idx="13814">
                  <c:v>0.15988425925752381</c:v>
                </c:pt>
                <c:pt idx="13815">
                  <c:v>0.15989583333430346</c:v>
                </c:pt>
                <c:pt idx="13816">
                  <c:v>0.15990740740380716</c:v>
                </c:pt>
                <c:pt idx="13817">
                  <c:v>0.15991898148058681</c:v>
                </c:pt>
                <c:pt idx="13818">
                  <c:v>0.1599305555500905</c:v>
                </c:pt>
                <c:pt idx="13819">
                  <c:v>0.15994212962687016</c:v>
                </c:pt>
                <c:pt idx="13820">
                  <c:v>0.15995370370364981</c:v>
                </c:pt>
                <c:pt idx="13821">
                  <c:v>0.1599652777731535</c:v>
                </c:pt>
                <c:pt idx="13822">
                  <c:v>0.15997685184993315</c:v>
                </c:pt>
                <c:pt idx="13823">
                  <c:v>0.15998842592671281</c:v>
                </c:pt>
                <c:pt idx="13824">
                  <c:v>0.1599999999962165</c:v>
                </c:pt>
                <c:pt idx="13825">
                  <c:v>0.16001157407299615</c:v>
                </c:pt>
                <c:pt idx="13826">
                  <c:v>0.16002314814249985</c:v>
                </c:pt>
                <c:pt idx="13827">
                  <c:v>0.1600347222192795</c:v>
                </c:pt>
                <c:pt idx="13828">
                  <c:v>0.16004629629605915</c:v>
                </c:pt>
                <c:pt idx="13829">
                  <c:v>0.16005787036556285</c:v>
                </c:pt>
                <c:pt idx="13830">
                  <c:v>0.1600694444423425</c:v>
                </c:pt>
                <c:pt idx="13831">
                  <c:v>0.16008101851912215</c:v>
                </c:pt>
                <c:pt idx="13832">
                  <c:v>0.16009259258862585</c:v>
                </c:pt>
                <c:pt idx="13833">
                  <c:v>0.1601041666654055</c:v>
                </c:pt>
                <c:pt idx="13834">
                  <c:v>0.1601157407349092</c:v>
                </c:pt>
                <c:pt idx="13835">
                  <c:v>0.16012731481168885</c:v>
                </c:pt>
                <c:pt idx="13836">
                  <c:v>0.1601388888884685</c:v>
                </c:pt>
                <c:pt idx="13837">
                  <c:v>0.16015046295797219</c:v>
                </c:pt>
                <c:pt idx="13838">
                  <c:v>0.16016203703475185</c:v>
                </c:pt>
                <c:pt idx="13839">
                  <c:v>0.1601736111115315</c:v>
                </c:pt>
                <c:pt idx="13840">
                  <c:v>0.16018518518103519</c:v>
                </c:pt>
                <c:pt idx="13841">
                  <c:v>0.16019675925781485</c:v>
                </c:pt>
                <c:pt idx="13842">
                  <c:v>0.1602083333345945</c:v>
                </c:pt>
                <c:pt idx="13843">
                  <c:v>0.16021990740409819</c:v>
                </c:pt>
                <c:pt idx="13844">
                  <c:v>0.16023148148087785</c:v>
                </c:pt>
                <c:pt idx="13845">
                  <c:v>0.16024305555038154</c:v>
                </c:pt>
                <c:pt idx="13846">
                  <c:v>0.16025462962716119</c:v>
                </c:pt>
                <c:pt idx="13847">
                  <c:v>0.16026620370394085</c:v>
                </c:pt>
                <c:pt idx="13848">
                  <c:v>0.16027777777344454</c:v>
                </c:pt>
                <c:pt idx="13849">
                  <c:v>0.16028935185022419</c:v>
                </c:pt>
                <c:pt idx="13850">
                  <c:v>0.16030092592700385</c:v>
                </c:pt>
                <c:pt idx="13851">
                  <c:v>0.16031249999650754</c:v>
                </c:pt>
                <c:pt idx="13852">
                  <c:v>0.16032407407328719</c:v>
                </c:pt>
                <c:pt idx="13853">
                  <c:v>0.16033564814279089</c:v>
                </c:pt>
                <c:pt idx="13854">
                  <c:v>0.16034722221957054</c:v>
                </c:pt>
                <c:pt idx="13855">
                  <c:v>0.16035879629635019</c:v>
                </c:pt>
                <c:pt idx="13856">
                  <c:v>0.16037037036585389</c:v>
                </c:pt>
                <c:pt idx="13857">
                  <c:v>0.16038194444263354</c:v>
                </c:pt>
                <c:pt idx="13858">
                  <c:v>0.16039351851941319</c:v>
                </c:pt>
                <c:pt idx="13859">
                  <c:v>0.16040509258891689</c:v>
                </c:pt>
                <c:pt idx="13860">
                  <c:v>0.16041666666569654</c:v>
                </c:pt>
                <c:pt idx="13861">
                  <c:v>0.16042824073520023</c:v>
                </c:pt>
                <c:pt idx="13862">
                  <c:v>0.16043981481197989</c:v>
                </c:pt>
                <c:pt idx="13863">
                  <c:v>0.16045138888875954</c:v>
                </c:pt>
                <c:pt idx="13864">
                  <c:v>0.16046296295826323</c:v>
                </c:pt>
                <c:pt idx="13865">
                  <c:v>0.16047453703504289</c:v>
                </c:pt>
                <c:pt idx="13866">
                  <c:v>0.16048611111182254</c:v>
                </c:pt>
                <c:pt idx="13867">
                  <c:v>0.16049768518132623</c:v>
                </c:pt>
                <c:pt idx="13868">
                  <c:v>0.16050925925810589</c:v>
                </c:pt>
                <c:pt idx="13869">
                  <c:v>0.16052083332760958</c:v>
                </c:pt>
                <c:pt idx="13870">
                  <c:v>0.16053240740438923</c:v>
                </c:pt>
                <c:pt idx="13871">
                  <c:v>0.16054398148116888</c:v>
                </c:pt>
                <c:pt idx="13872">
                  <c:v>0.16055555555067258</c:v>
                </c:pt>
                <c:pt idx="13873">
                  <c:v>0.16056712962745223</c:v>
                </c:pt>
                <c:pt idx="13874">
                  <c:v>0.16057870370423188</c:v>
                </c:pt>
                <c:pt idx="13875">
                  <c:v>0.16059027777373558</c:v>
                </c:pt>
                <c:pt idx="13876">
                  <c:v>0.16060185185051523</c:v>
                </c:pt>
                <c:pt idx="13877">
                  <c:v>0.16061342592001893</c:v>
                </c:pt>
                <c:pt idx="13878">
                  <c:v>0.16062499999679858</c:v>
                </c:pt>
                <c:pt idx="13879">
                  <c:v>0.16063657407357823</c:v>
                </c:pt>
                <c:pt idx="13880">
                  <c:v>0.16064814814308193</c:v>
                </c:pt>
                <c:pt idx="13881">
                  <c:v>0.16065972221986158</c:v>
                </c:pt>
                <c:pt idx="13882">
                  <c:v>0.16067129629664123</c:v>
                </c:pt>
                <c:pt idx="13883">
                  <c:v>0.16068287036614493</c:v>
                </c:pt>
                <c:pt idx="13884">
                  <c:v>0.16069444444292458</c:v>
                </c:pt>
                <c:pt idx="13885">
                  <c:v>0.16070601851970423</c:v>
                </c:pt>
                <c:pt idx="13886">
                  <c:v>0.16071759258920792</c:v>
                </c:pt>
                <c:pt idx="13887">
                  <c:v>0.16072916666598758</c:v>
                </c:pt>
                <c:pt idx="13888">
                  <c:v>0.16074074073549127</c:v>
                </c:pt>
                <c:pt idx="13889">
                  <c:v>0.16075231481227092</c:v>
                </c:pt>
                <c:pt idx="13890">
                  <c:v>0.16076388888905058</c:v>
                </c:pt>
                <c:pt idx="13891">
                  <c:v>0.16077546295855427</c:v>
                </c:pt>
                <c:pt idx="13892">
                  <c:v>0.16078703703533392</c:v>
                </c:pt>
                <c:pt idx="13893">
                  <c:v>0.16079861111211358</c:v>
                </c:pt>
                <c:pt idx="13894">
                  <c:v>0.16081018518161727</c:v>
                </c:pt>
                <c:pt idx="13895">
                  <c:v>0.16082175925839692</c:v>
                </c:pt>
                <c:pt idx="13896">
                  <c:v>0.16083333332790062</c:v>
                </c:pt>
                <c:pt idx="13897">
                  <c:v>0.16084490740468027</c:v>
                </c:pt>
                <c:pt idx="13898">
                  <c:v>0.16085648148145992</c:v>
                </c:pt>
                <c:pt idx="13899">
                  <c:v>0.16086805555096362</c:v>
                </c:pt>
                <c:pt idx="13900">
                  <c:v>0.16087962962774327</c:v>
                </c:pt>
                <c:pt idx="13901">
                  <c:v>0.16089120370452292</c:v>
                </c:pt>
                <c:pt idx="13902">
                  <c:v>0.16090277777402662</c:v>
                </c:pt>
                <c:pt idx="13903">
                  <c:v>0.16091435185080627</c:v>
                </c:pt>
                <c:pt idx="13904">
                  <c:v>0.16092592592030996</c:v>
                </c:pt>
                <c:pt idx="13905">
                  <c:v>0.16093749999708962</c:v>
                </c:pt>
                <c:pt idx="13906">
                  <c:v>0.16094907407386927</c:v>
                </c:pt>
                <c:pt idx="13907">
                  <c:v>0.16096064814337296</c:v>
                </c:pt>
                <c:pt idx="13908">
                  <c:v>0.16097222222015262</c:v>
                </c:pt>
                <c:pt idx="13909">
                  <c:v>0.16098379629693227</c:v>
                </c:pt>
                <c:pt idx="13910">
                  <c:v>0.16099537036643596</c:v>
                </c:pt>
                <c:pt idx="13911">
                  <c:v>0.16100694444321562</c:v>
                </c:pt>
                <c:pt idx="13912">
                  <c:v>0.16101851851271931</c:v>
                </c:pt>
                <c:pt idx="13913">
                  <c:v>0.16103009258949896</c:v>
                </c:pt>
                <c:pt idx="13914">
                  <c:v>0.16104166666627862</c:v>
                </c:pt>
                <c:pt idx="13915">
                  <c:v>0.16105324073578231</c:v>
                </c:pt>
                <c:pt idx="13916">
                  <c:v>0.16106481481256196</c:v>
                </c:pt>
                <c:pt idx="13917">
                  <c:v>0.16107638888934162</c:v>
                </c:pt>
                <c:pt idx="13918">
                  <c:v>0.16108796295884531</c:v>
                </c:pt>
                <c:pt idx="13919">
                  <c:v>0.16109953703562496</c:v>
                </c:pt>
                <c:pt idx="13920">
                  <c:v>0.16111111111240461</c:v>
                </c:pt>
                <c:pt idx="13921">
                  <c:v>0.16112268518190831</c:v>
                </c:pt>
                <c:pt idx="13922">
                  <c:v>0.16113425925868796</c:v>
                </c:pt>
                <c:pt idx="13923">
                  <c:v>0.16114583332819166</c:v>
                </c:pt>
                <c:pt idx="13924">
                  <c:v>0.16115740740497131</c:v>
                </c:pt>
                <c:pt idx="13925">
                  <c:v>0.16116898148175096</c:v>
                </c:pt>
                <c:pt idx="13926">
                  <c:v>0.16118055555125466</c:v>
                </c:pt>
                <c:pt idx="13927">
                  <c:v>0.16119212962803431</c:v>
                </c:pt>
                <c:pt idx="13928">
                  <c:v>0.16120370370481396</c:v>
                </c:pt>
                <c:pt idx="13929">
                  <c:v>0.16121527777431766</c:v>
                </c:pt>
                <c:pt idx="13930">
                  <c:v>0.16122685185109731</c:v>
                </c:pt>
                <c:pt idx="13931">
                  <c:v>0.161238425920601</c:v>
                </c:pt>
                <c:pt idx="13932">
                  <c:v>0.16124999999738066</c:v>
                </c:pt>
                <c:pt idx="13933">
                  <c:v>0.16126157407416031</c:v>
                </c:pt>
                <c:pt idx="13934">
                  <c:v>0.161273148143664</c:v>
                </c:pt>
                <c:pt idx="13935">
                  <c:v>0.16128472222044365</c:v>
                </c:pt>
                <c:pt idx="13936">
                  <c:v>0.16129629629722331</c:v>
                </c:pt>
                <c:pt idx="13937">
                  <c:v>0.161307870366727</c:v>
                </c:pt>
                <c:pt idx="13938">
                  <c:v>0.16131944444350665</c:v>
                </c:pt>
                <c:pt idx="13939">
                  <c:v>0.16133101851301035</c:v>
                </c:pt>
                <c:pt idx="13940">
                  <c:v>0.16134259258979</c:v>
                </c:pt>
                <c:pt idx="13941">
                  <c:v>0.16135416666656965</c:v>
                </c:pt>
                <c:pt idx="13942">
                  <c:v>0.16136574073607335</c:v>
                </c:pt>
                <c:pt idx="13943">
                  <c:v>0.161377314812853</c:v>
                </c:pt>
                <c:pt idx="13944">
                  <c:v>0.16138888888963265</c:v>
                </c:pt>
                <c:pt idx="13945">
                  <c:v>0.16140046295913635</c:v>
                </c:pt>
                <c:pt idx="13946">
                  <c:v>0.161412037035916</c:v>
                </c:pt>
                <c:pt idx="13947">
                  <c:v>0.1614236111054197</c:v>
                </c:pt>
                <c:pt idx="13948">
                  <c:v>0.16143518518219935</c:v>
                </c:pt>
                <c:pt idx="13949">
                  <c:v>0.161446759258979</c:v>
                </c:pt>
                <c:pt idx="13950">
                  <c:v>0.16145833332848269</c:v>
                </c:pt>
                <c:pt idx="13951">
                  <c:v>0.16146990740526235</c:v>
                </c:pt>
                <c:pt idx="13952">
                  <c:v>0.161481481482042</c:v>
                </c:pt>
                <c:pt idx="13953">
                  <c:v>0.16149305555154569</c:v>
                </c:pt>
                <c:pt idx="13954">
                  <c:v>0.16150462962832535</c:v>
                </c:pt>
                <c:pt idx="13955">
                  <c:v>0.16151620369782904</c:v>
                </c:pt>
                <c:pt idx="13956">
                  <c:v>0.16152777777460869</c:v>
                </c:pt>
                <c:pt idx="13957">
                  <c:v>0.16153935185138835</c:v>
                </c:pt>
                <c:pt idx="13958">
                  <c:v>0.16155092592089204</c:v>
                </c:pt>
                <c:pt idx="13959">
                  <c:v>0.16156249999767169</c:v>
                </c:pt>
                <c:pt idx="13960">
                  <c:v>0.16157407407445135</c:v>
                </c:pt>
                <c:pt idx="13961">
                  <c:v>0.16158564814395504</c:v>
                </c:pt>
                <c:pt idx="13962">
                  <c:v>0.16159722222073469</c:v>
                </c:pt>
                <c:pt idx="13963">
                  <c:v>0.16160879629751435</c:v>
                </c:pt>
                <c:pt idx="13964">
                  <c:v>0.16162037036701804</c:v>
                </c:pt>
                <c:pt idx="13965">
                  <c:v>0.16163194444379769</c:v>
                </c:pt>
                <c:pt idx="13966">
                  <c:v>0.16164351851330139</c:v>
                </c:pt>
                <c:pt idx="13967">
                  <c:v>0.16165509259008104</c:v>
                </c:pt>
                <c:pt idx="13968">
                  <c:v>0.16166666666686069</c:v>
                </c:pt>
                <c:pt idx="13969">
                  <c:v>0.16167824073636439</c:v>
                </c:pt>
                <c:pt idx="13970">
                  <c:v>0.16168981481314404</c:v>
                </c:pt>
                <c:pt idx="13971">
                  <c:v>0.16170138888992369</c:v>
                </c:pt>
                <c:pt idx="13972">
                  <c:v>0.16171296295942739</c:v>
                </c:pt>
                <c:pt idx="13973">
                  <c:v>0.16172453703620704</c:v>
                </c:pt>
                <c:pt idx="13974">
                  <c:v>0.16173611110571073</c:v>
                </c:pt>
                <c:pt idx="13975">
                  <c:v>0.16174768518249039</c:v>
                </c:pt>
                <c:pt idx="13976">
                  <c:v>0.16175925925927004</c:v>
                </c:pt>
                <c:pt idx="13977">
                  <c:v>0.16177083332877373</c:v>
                </c:pt>
                <c:pt idx="13978">
                  <c:v>0.16178240740555339</c:v>
                </c:pt>
                <c:pt idx="13979">
                  <c:v>0.16179398148233304</c:v>
                </c:pt>
                <c:pt idx="13980">
                  <c:v>0.16180555555183673</c:v>
                </c:pt>
                <c:pt idx="13981">
                  <c:v>0.16181712962861639</c:v>
                </c:pt>
                <c:pt idx="13982">
                  <c:v>0.16182870369812008</c:v>
                </c:pt>
                <c:pt idx="13983">
                  <c:v>0.16184027777489973</c:v>
                </c:pt>
                <c:pt idx="13984">
                  <c:v>0.16185185185167938</c:v>
                </c:pt>
                <c:pt idx="13985">
                  <c:v>0.16186342592118308</c:v>
                </c:pt>
                <c:pt idx="13986">
                  <c:v>0.16187499999796273</c:v>
                </c:pt>
                <c:pt idx="13987">
                  <c:v>0.16188657407474238</c:v>
                </c:pt>
                <c:pt idx="13988">
                  <c:v>0.16189814814424608</c:v>
                </c:pt>
                <c:pt idx="13989">
                  <c:v>0.16190972222102573</c:v>
                </c:pt>
                <c:pt idx="13990">
                  <c:v>0.16192129629052943</c:v>
                </c:pt>
                <c:pt idx="13991">
                  <c:v>0.16193287036730908</c:v>
                </c:pt>
                <c:pt idx="13992">
                  <c:v>0.16194444444408873</c:v>
                </c:pt>
                <c:pt idx="13993">
                  <c:v>0.16195601851359243</c:v>
                </c:pt>
                <c:pt idx="13994">
                  <c:v>0.16196759259037208</c:v>
                </c:pt>
                <c:pt idx="13995">
                  <c:v>0.16197916666715173</c:v>
                </c:pt>
                <c:pt idx="13996">
                  <c:v>0.16199074073665543</c:v>
                </c:pt>
                <c:pt idx="13997">
                  <c:v>0.16200231481343508</c:v>
                </c:pt>
                <c:pt idx="13998">
                  <c:v>0.16201388889021473</c:v>
                </c:pt>
                <c:pt idx="13999">
                  <c:v>0.16202546295971842</c:v>
                </c:pt>
                <c:pt idx="14000">
                  <c:v>0.16203703703649808</c:v>
                </c:pt>
                <c:pt idx="14001">
                  <c:v>0.16204861110600177</c:v>
                </c:pt>
                <c:pt idx="14002">
                  <c:v>0.16206018518278142</c:v>
                </c:pt>
                <c:pt idx="14003">
                  <c:v>0.16207175925956108</c:v>
                </c:pt>
                <c:pt idx="14004">
                  <c:v>0.16208333332906477</c:v>
                </c:pt>
                <c:pt idx="14005">
                  <c:v>0.16209490740584442</c:v>
                </c:pt>
                <c:pt idx="14006">
                  <c:v>0.16210648148262408</c:v>
                </c:pt>
                <c:pt idx="14007">
                  <c:v>0.16211805555212777</c:v>
                </c:pt>
                <c:pt idx="14008">
                  <c:v>0.16212962962890742</c:v>
                </c:pt>
                <c:pt idx="14009">
                  <c:v>0.16214120369841112</c:v>
                </c:pt>
                <c:pt idx="14010">
                  <c:v>0.16215277777519077</c:v>
                </c:pt>
                <c:pt idx="14011">
                  <c:v>0.16216435185197042</c:v>
                </c:pt>
                <c:pt idx="14012">
                  <c:v>0.16217592592147412</c:v>
                </c:pt>
                <c:pt idx="14013">
                  <c:v>0.16218749999825377</c:v>
                </c:pt>
                <c:pt idx="14014">
                  <c:v>0.16219907407503342</c:v>
                </c:pt>
                <c:pt idx="14015">
                  <c:v>0.16221064814453712</c:v>
                </c:pt>
                <c:pt idx="14016">
                  <c:v>0.16222222222131677</c:v>
                </c:pt>
                <c:pt idx="14017">
                  <c:v>0.16223379629082046</c:v>
                </c:pt>
                <c:pt idx="14018">
                  <c:v>0.16224537036760012</c:v>
                </c:pt>
                <c:pt idx="14019">
                  <c:v>0.16225694444437977</c:v>
                </c:pt>
                <c:pt idx="14020">
                  <c:v>0.16226851851388346</c:v>
                </c:pt>
                <c:pt idx="14021">
                  <c:v>0.16228009259066312</c:v>
                </c:pt>
                <c:pt idx="14022">
                  <c:v>0.16229166666744277</c:v>
                </c:pt>
                <c:pt idx="14023">
                  <c:v>0.16230324073694646</c:v>
                </c:pt>
                <c:pt idx="14024">
                  <c:v>0.16231481481372612</c:v>
                </c:pt>
                <c:pt idx="14025">
                  <c:v>0.16232638888322981</c:v>
                </c:pt>
                <c:pt idx="14026">
                  <c:v>0.16233796296000946</c:v>
                </c:pt>
                <c:pt idx="14027">
                  <c:v>0.16234953703678912</c:v>
                </c:pt>
                <c:pt idx="14028">
                  <c:v>0.16236111110629281</c:v>
                </c:pt>
                <c:pt idx="14029">
                  <c:v>0.16237268518307246</c:v>
                </c:pt>
                <c:pt idx="14030">
                  <c:v>0.16238425925985212</c:v>
                </c:pt>
                <c:pt idx="14031">
                  <c:v>0.16239583332935581</c:v>
                </c:pt>
                <c:pt idx="14032">
                  <c:v>0.16240740740613546</c:v>
                </c:pt>
                <c:pt idx="14033">
                  <c:v>0.16241898147563916</c:v>
                </c:pt>
                <c:pt idx="14034">
                  <c:v>0.16243055555241881</c:v>
                </c:pt>
                <c:pt idx="14035">
                  <c:v>0.16244212962919846</c:v>
                </c:pt>
                <c:pt idx="14036">
                  <c:v>0.16245370369870216</c:v>
                </c:pt>
                <c:pt idx="14037">
                  <c:v>0.16246527777548181</c:v>
                </c:pt>
                <c:pt idx="14038">
                  <c:v>0.16247685185226146</c:v>
                </c:pt>
                <c:pt idx="14039">
                  <c:v>0.16248842592176516</c:v>
                </c:pt>
                <c:pt idx="14040">
                  <c:v>0.16249999999854481</c:v>
                </c:pt>
                <c:pt idx="14041">
                  <c:v>0.16251157407532446</c:v>
                </c:pt>
                <c:pt idx="14042">
                  <c:v>0.16252314814482816</c:v>
                </c:pt>
                <c:pt idx="14043">
                  <c:v>0.16253472222160781</c:v>
                </c:pt>
                <c:pt idx="14044">
                  <c:v>0.1625462962911115</c:v>
                </c:pt>
                <c:pt idx="14045">
                  <c:v>0.16255787036789116</c:v>
                </c:pt>
                <c:pt idx="14046">
                  <c:v>0.16256944444467081</c:v>
                </c:pt>
                <c:pt idx="14047">
                  <c:v>0.1625810185141745</c:v>
                </c:pt>
                <c:pt idx="14048">
                  <c:v>0.16259259259095415</c:v>
                </c:pt>
                <c:pt idx="14049">
                  <c:v>0.16260416666773381</c:v>
                </c:pt>
                <c:pt idx="14050">
                  <c:v>0.1626157407372375</c:v>
                </c:pt>
                <c:pt idx="14051">
                  <c:v>0.16262731481401715</c:v>
                </c:pt>
                <c:pt idx="14052">
                  <c:v>0.16263888888352085</c:v>
                </c:pt>
                <c:pt idx="14053">
                  <c:v>0.1626504629603005</c:v>
                </c:pt>
                <c:pt idx="14054">
                  <c:v>0.16266203703708015</c:v>
                </c:pt>
                <c:pt idx="14055">
                  <c:v>0.16267361110658385</c:v>
                </c:pt>
                <c:pt idx="14056">
                  <c:v>0.1626851851833635</c:v>
                </c:pt>
                <c:pt idx="14057">
                  <c:v>0.16269675926014315</c:v>
                </c:pt>
                <c:pt idx="14058">
                  <c:v>0.16270833332964685</c:v>
                </c:pt>
                <c:pt idx="14059">
                  <c:v>0.1627199074064265</c:v>
                </c:pt>
                <c:pt idx="14060">
                  <c:v>0.1627314814759302</c:v>
                </c:pt>
                <c:pt idx="14061">
                  <c:v>0.16274305555270985</c:v>
                </c:pt>
                <c:pt idx="14062">
                  <c:v>0.1627546296294895</c:v>
                </c:pt>
                <c:pt idx="14063">
                  <c:v>0.16276620369899319</c:v>
                </c:pt>
                <c:pt idx="14064">
                  <c:v>0.16277777777577285</c:v>
                </c:pt>
                <c:pt idx="14065">
                  <c:v>0.1627893518525525</c:v>
                </c:pt>
                <c:pt idx="14066">
                  <c:v>0.16280092592205619</c:v>
                </c:pt>
                <c:pt idx="14067">
                  <c:v>0.16281249999883585</c:v>
                </c:pt>
                <c:pt idx="14068">
                  <c:v>0.16282407406833954</c:v>
                </c:pt>
                <c:pt idx="14069">
                  <c:v>0.16283564814511919</c:v>
                </c:pt>
                <c:pt idx="14070">
                  <c:v>0.16284722222189885</c:v>
                </c:pt>
                <c:pt idx="14071">
                  <c:v>0.16285879629140254</c:v>
                </c:pt>
                <c:pt idx="14072">
                  <c:v>0.16287037036818219</c:v>
                </c:pt>
                <c:pt idx="14073">
                  <c:v>0.16288194444496185</c:v>
                </c:pt>
                <c:pt idx="14074">
                  <c:v>0.16289351851446554</c:v>
                </c:pt>
                <c:pt idx="14075">
                  <c:v>0.16290509259124519</c:v>
                </c:pt>
                <c:pt idx="14076">
                  <c:v>0.16291666666074889</c:v>
                </c:pt>
                <c:pt idx="14077">
                  <c:v>0.16292824073752854</c:v>
                </c:pt>
                <c:pt idx="14078">
                  <c:v>0.16293981481430819</c:v>
                </c:pt>
                <c:pt idx="14079">
                  <c:v>0.16295138888381189</c:v>
                </c:pt>
                <c:pt idx="14080">
                  <c:v>0.16296296296059154</c:v>
                </c:pt>
                <c:pt idx="14081">
                  <c:v>0.16297453703737119</c:v>
                </c:pt>
                <c:pt idx="14082">
                  <c:v>0.16298611110687489</c:v>
                </c:pt>
                <c:pt idx="14083">
                  <c:v>0.16299768518365454</c:v>
                </c:pt>
                <c:pt idx="14084">
                  <c:v>0.16300925926043419</c:v>
                </c:pt>
                <c:pt idx="14085">
                  <c:v>0.16302083332993789</c:v>
                </c:pt>
                <c:pt idx="14086">
                  <c:v>0.16303240740671754</c:v>
                </c:pt>
                <c:pt idx="14087">
                  <c:v>0.16304398147622123</c:v>
                </c:pt>
                <c:pt idx="14088">
                  <c:v>0.16305555555300089</c:v>
                </c:pt>
                <c:pt idx="14089">
                  <c:v>0.16306712962978054</c:v>
                </c:pt>
                <c:pt idx="14090">
                  <c:v>0.16307870369928423</c:v>
                </c:pt>
                <c:pt idx="14091">
                  <c:v>0.16309027777606389</c:v>
                </c:pt>
                <c:pt idx="14092">
                  <c:v>0.16310185185284354</c:v>
                </c:pt>
                <c:pt idx="14093">
                  <c:v>0.16311342592234723</c:v>
                </c:pt>
                <c:pt idx="14094">
                  <c:v>0.16312499999912689</c:v>
                </c:pt>
                <c:pt idx="14095">
                  <c:v>0.16313657406863058</c:v>
                </c:pt>
                <c:pt idx="14096">
                  <c:v>0.16314814814541023</c:v>
                </c:pt>
                <c:pt idx="14097">
                  <c:v>0.16315972222218988</c:v>
                </c:pt>
                <c:pt idx="14098">
                  <c:v>0.16317129629169358</c:v>
                </c:pt>
                <c:pt idx="14099">
                  <c:v>0.16318287036847323</c:v>
                </c:pt>
                <c:pt idx="14100">
                  <c:v>0.16319444444525288</c:v>
                </c:pt>
                <c:pt idx="14101">
                  <c:v>0.16320601851475658</c:v>
                </c:pt>
                <c:pt idx="14102">
                  <c:v>0.16321759259153623</c:v>
                </c:pt>
                <c:pt idx="14103">
                  <c:v>0.16322916666103993</c:v>
                </c:pt>
                <c:pt idx="14104">
                  <c:v>0.16324074073781958</c:v>
                </c:pt>
                <c:pt idx="14105">
                  <c:v>0.16325231481459923</c:v>
                </c:pt>
                <c:pt idx="14106">
                  <c:v>0.16326388888410293</c:v>
                </c:pt>
                <c:pt idx="14107">
                  <c:v>0.16327546296088258</c:v>
                </c:pt>
                <c:pt idx="14108">
                  <c:v>0.16328703703766223</c:v>
                </c:pt>
                <c:pt idx="14109">
                  <c:v>0.16329861110716593</c:v>
                </c:pt>
                <c:pt idx="14110">
                  <c:v>0.16331018518394558</c:v>
                </c:pt>
                <c:pt idx="14111">
                  <c:v>0.16332175925344927</c:v>
                </c:pt>
                <c:pt idx="14112">
                  <c:v>0.16333333333022892</c:v>
                </c:pt>
                <c:pt idx="14113">
                  <c:v>0.16334490740700858</c:v>
                </c:pt>
                <c:pt idx="14114">
                  <c:v>0.16335648147651227</c:v>
                </c:pt>
                <c:pt idx="14115">
                  <c:v>0.16336805555329192</c:v>
                </c:pt>
                <c:pt idx="14116">
                  <c:v>0.16337962963007158</c:v>
                </c:pt>
                <c:pt idx="14117">
                  <c:v>0.16339120369957527</c:v>
                </c:pt>
                <c:pt idx="14118">
                  <c:v>0.16340277777635492</c:v>
                </c:pt>
                <c:pt idx="14119">
                  <c:v>0.16341435185313458</c:v>
                </c:pt>
                <c:pt idx="14120">
                  <c:v>0.16342592592263827</c:v>
                </c:pt>
                <c:pt idx="14121">
                  <c:v>0.16343749999941792</c:v>
                </c:pt>
                <c:pt idx="14122">
                  <c:v>0.16344907406892162</c:v>
                </c:pt>
                <c:pt idx="14123">
                  <c:v>0.16346064814570127</c:v>
                </c:pt>
                <c:pt idx="14124">
                  <c:v>0.16347222222248092</c:v>
                </c:pt>
                <c:pt idx="14125">
                  <c:v>0.16348379629198462</c:v>
                </c:pt>
                <c:pt idx="14126">
                  <c:v>0.16349537036876427</c:v>
                </c:pt>
                <c:pt idx="14127">
                  <c:v>0.16350694444554392</c:v>
                </c:pt>
                <c:pt idx="14128">
                  <c:v>0.16351851851504762</c:v>
                </c:pt>
                <c:pt idx="14129">
                  <c:v>0.16353009259182727</c:v>
                </c:pt>
                <c:pt idx="14130">
                  <c:v>0.16354166666133096</c:v>
                </c:pt>
                <c:pt idx="14131">
                  <c:v>0.16355324073811062</c:v>
                </c:pt>
                <c:pt idx="14132">
                  <c:v>0.16356481481489027</c:v>
                </c:pt>
                <c:pt idx="14133">
                  <c:v>0.16357638888439396</c:v>
                </c:pt>
                <c:pt idx="14134">
                  <c:v>0.16358796296117362</c:v>
                </c:pt>
                <c:pt idx="14135">
                  <c:v>0.16359953703795327</c:v>
                </c:pt>
                <c:pt idx="14136">
                  <c:v>0.16361111110745696</c:v>
                </c:pt>
                <c:pt idx="14137">
                  <c:v>0.16362268518423662</c:v>
                </c:pt>
                <c:pt idx="14138">
                  <c:v>0.16363425925374031</c:v>
                </c:pt>
                <c:pt idx="14139">
                  <c:v>0.16364583333051996</c:v>
                </c:pt>
                <c:pt idx="14140">
                  <c:v>0.16365740740729962</c:v>
                </c:pt>
                <c:pt idx="14141">
                  <c:v>0.16366898147680331</c:v>
                </c:pt>
                <c:pt idx="14142">
                  <c:v>0.16368055555358296</c:v>
                </c:pt>
                <c:pt idx="14143">
                  <c:v>0.16369212963036261</c:v>
                </c:pt>
                <c:pt idx="14144">
                  <c:v>0.16370370369986631</c:v>
                </c:pt>
                <c:pt idx="14145">
                  <c:v>0.16371527777664596</c:v>
                </c:pt>
                <c:pt idx="14146">
                  <c:v>0.16372685184614966</c:v>
                </c:pt>
                <c:pt idx="14147">
                  <c:v>0.16373842592292931</c:v>
                </c:pt>
                <c:pt idx="14148">
                  <c:v>0.16374999999970896</c:v>
                </c:pt>
                <c:pt idx="14149">
                  <c:v>0.16376157406921266</c:v>
                </c:pt>
                <c:pt idx="14150">
                  <c:v>0.16377314814599231</c:v>
                </c:pt>
                <c:pt idx="14151">
                  <c:v>0.16378472222277196</c:v>
                </c:pt>
                <c:pt idx="14152">
                  <c:v>0.16379629629227566</c:v>
                </c:pt>
                <c:pt idx="14153">
                  <c:v>0.16380787036905531</c:v>
                </c:pt>
                <c:pt idx="14154">
                  <c:v>0.163819444438559</c:v>
                </c:pt>
                <c:pt idx="14155">
                  <c:v>0.16383101851533866</c:v>
                </c:pt>
                <c:pt idx="14156">
                  <c:v>0.16384259259211831</c:v>
                </c:pt>
                <c:pt idx="14157">
                  <c:v>0.163854166661622</c:v>
                </c:pt>
                <c:pt idx="14158">
                  <c:v>0.16386574073840166</c:v>
                </c:pt>
                <c:pt idx="14159">
                  <c:v>0.16387731481518131</c:v>
                </c:pt>
                <c:pt idx="14160">
                  <c:v>0.163888888884685</c:v>
                </c:pt>
                <c:pt idx="14161">
                  <c:v>0.16390046296146465</c:v>
                </c:pt>
                <c:pt idx="14162">
                  <c:v>0.16391203703824431</c:v>
                </c:pt>
                <c:pt idx="14163">
                  <c:v>0.163923611107748</c:v>
                </c:pt>
                <c:pt idx="14164">
                  <c:v>0.16393518518452765</c:v>
                </c:pt>
                <c:pt idx="14165">
                  <c:v>0.16394675925403135</c:v>
                </c:pt>
                <c:pt idx="14166">
                  <c:v>0.163958333330811</c:v>
                </c:pt>
                <c:pt idx="14167">
                  <c:v>0.16396990740759065</c:v>
                </c:pt>
                <c:pt idx="14168">
                  <c:v>0.16398148147709435</c:v>
                </c:pt>
                <c:pt idx="14169">
                  <c:v>0.163993055553874</c:v>
                </c:pt>
                <c:pt idx="14170">
                  <c:v>0.16400462963065365</c:v>
                </c:pt>
                <c:pt idx="14171">
                  <c:v>0.16401620370015735</c:v>
                </c:pt>
                <c:pt idx="14172">
                  <c:v>0.164027777776937</c:v>
                </c:pt>
                <c:pt idx="14173">
                  <c:v>0.1640393518464407</c:v>
                </c:pt>
                <c:pt idx="14174">
                  <c:v>0.16405092592322035</c:v>
                </c:pt>
                <c:pt idx="14175">
                  <c:v>0.1640625</c:v>
                </c:pt>
                <c:pt idx="14176">
                  <c:v>0.16407407406950369</c:v>
                </c:pt>
                <c:pt idx="14177">
                  <c:v>0.16408564814628335</c:v>
                </c:pt>
                <c:pt idx="14178">
                  <c:v>0.164097222223063</c:v>
                </c:pt>
                <c:pt idx="14179">
                  <c:v>0.16410879629256669</c:v>
                </c:pt>
                <c:pt idx="14180">
                  <c:v>0.16412037036934635</c:v>
                </c:pt>
                <c:pt idx="14181">
                  <c:v>0.16413194443885004</c:v>
                </c:pt>
                <c:pt idx="14182">
                  <c:v>0.16414351851562969</c:v>
                </c:pt>
                <c:pt idx="14183">
                  <c:v>0.16415509259240935</c:v>
                </c:pt>
                <c:pt idx="14184">
                  <c:v>0.16416666666191304</c:v>
                </c:pt>
                <c:pt idx="14185">
                  <c:v>0.16417824073869269</c:v>
                </c:pt>
                <c:pt idx="14186">
                  <c:v>0.16418981481547235</c:v>
                </c:pt>
                <c:pt idx="14187">
                  <c:v>0.16420138888497604</c:v>
                </c:pt>
                <c:pt idx="14188">
                  <c:v>0.16421296296175569</c:v>
                </c:pt>
                <c:pt idx="14189">
                  <c:v>0.16422453703125939</c:v>
                </c:pt>
                <c:pt idx="14190">
                  <c:v>0.16423611110803904</c:v>
                </c:pt>
                <c:pt idx="14191">
                  <c:v>0.16424768518481869</c:v>
                </c:pt>
                <c:pt idx="14192">
                  <c:v>0.16425925925432239</c:v>
                </c:pt>
                <c:pt idx="14193">
                  <c:v>0.16427083333110204</c:v>
                </c:pt>
                <c:pt idx="14194">
                  <c:v>0.16428240740788169</c:v>
                </c:pt>
                <c:pt idx="14195">
                  <c:v>0.16429398147738539</c:v>
                </c:pt>
                <c:pt idx="14196">
                  <c:v>0.16430555555416504</c:v>
                </c:pt>
                <c:pt idx="14197">
                  <c:v>0.16431712963094469</c:v>
                </c:pt>
                <c:pt idx="14198">
                  <c:v>0.16432870370044839</c:v>
                </c:pt>
                <c:pt idx="14199">
                  <c:v>0.16434027777722804</c:v>
                </c:pt>
                <c:pt idx="14200">
                  <c:v>0.16435185184673173</c:v>
                </c:pt>
                <c:pt idx="14201">
                  <c:v>0.16436342592351139</c:v>
                </c:pt>
                <c:pt idx="14202">
                  <c:v>0.16437500000029104</c:v>
                </c:pt>
                <c:pt idx="14203">
                  <c:v>0.16438657406979473</c:v>
                </c:pt>
                <c:pt idx="14204">
                  <c:v>0.16439814814657439</c:v>
                </c:pt>
                <c:pt idx="14205">
                  <c:v>0.16440972222335404</c:v>
                </c:pt>
                <c:pt idx="14206">
                  <c:v>0.16442129629285773</c:v>
                </c:pt>
                <c:pt idx="14207">
                  <c:v>0.16443287036963739</c:v>
                </c:pt>
                <c:pt idx="14208">
                  <c:v>0.16444444443914108</c:v>
                </c:pt>
                <c:pt idx="14209">
                  <c:v>0.16445601851592073</c:v>
                </c:pt>
                <c:pt idx="14210">
                  <c:v>0.16446759259270038</c:v>
                </c:pt>
                <c:pt idx="14211">
                  <c:v>0.16447916666220408</c:v>
                </c:pt>
                <c:pt idx="14212">
                  <c:v>0.16449074073898373</c:v>
                </c:pt>
                <c:pt idx="14213">
                  <c:v>0.16450231481576338</c:v>
                </c:pt>
                <c:pt idx="14214">
                  <c:v>0.16451388888526708</c:v>
                </c:pt>
                <c:pt idx="14215">
                  <c:v>0.16452546296204673</c:v>
                </c:pt>
                <c:pt idx="14216">
                  <c:v>0.16453703703155043</c:v>
                </c:pt>
                <c:pt idx="14217">
                  <c:v>0.16454861110833008</c:v>
                </c:pt>
                <c:pt idx="14218">
                  <c:v>0.16456018518510973</c:v>
                </c:pt>
                <c:pt idx="14219">
                  <c:v>0.16457175925461343</c:v>
                </c:pt>
                <c:pt idx="14220">
                  <c:v>0.16458333333139308</c:v>
                </c:pt>
                <c:pt idx="14221">
                  <c:v>0.16459490740817273</c:v>
                </c:pt>
                <c:pt idx="14222">
                  <c:v>0.16460648147767643</c:v>
                </c:pt>
                <c:pt idx="14223">
                  <c:v>0.16461805555445608</c:v>
                </c:pt>
                <c:pt idx="14224">
                  <c:v>0.16462962962395977</c:v>
                </c:pt>
                <c:pt idx="14225">
                  <c:v>0.16464120370073942</c:v>
                </c:pt>
                <c:pt idx="14226">
                  <c:v>0.16465277777751908</c:v>
                </c:pt>
                <c:pt idx="14227">
                  <c:v>0.16466435184702277</c:v>
                </c:pt>
                <c:pt idx="14228">
                  <c:v>0.16467592592380242</c:v>
                </c:pt>
                <c:pt idx="14229">
                  <c:v>0.16468750000058208</c:v>
                </c:pt>
                <c:pt idx="14230">
                  <c:v>0.16469907407008577</c:v>
                </c:pt>
                <c:pt idx="14231">
                  <c:v>0.16471064814686542</c:v>
                </c:pt>
                <c:pt idx="14232">
                  <c:v>0.16472222221636912</c:v>
                </c:pt>
                <c:pt idx="14233">
                  <c:v>0.16473379629314877</c:v>
                </c:pt>
                <c:pt idx="14234">
                  <c:v>0.16474537036992842</c:v>
                </c:pt>
                <c:pt idx="14235">
                  <c:v>0.16475694443943212</c:v>
                </c:pt>
                <c:pt idx="14236">
                  <c:v>0.16476851851621177</c:v>
                </c:pt>
                <c:pt idx="14237">
                  <c:v>0.16478009259299142</c:v>
                </c:pt>
                <c:pt idx="14238">
                  <c:v>0.16479166666249512</c:v>
                </c:pt>
                <c:pt idx="14239">
                  <c:v>0.16480324073927477</c:v>
                </c:pt>
                <c:pt idx="14240">
                  <c:v>0.16481481481605442</c:v>
                </c:pt>
                <c:pt idx="14241">
                  <c:v>0.16482638888555812</c:v>
                </c:pt>
                <c:pt idx="14242">
                  <c:v>0.16483796296233777</c:v>
                </c:pt>
                <c:pt idx="14243">
                  <c:v>0.16484953703184146</c:v>
                </c:pt>
                <c:pt idx="14244">
                  <c:v>0.16486111110862112</c:v>
                </c:pt>
                <c:pt idx="14245">
                  <c:v>0.16487268518540077</c:v>
                </c:pt>
                <c:pt idx="14246">
                  <c:v>0.16488425925490446</c:v>
                </c:pt>
                <c:pt idx="14247">
                  <c:v>0.16489583333168412</c:v>
                </c:pt>
                <c:pt idx="14248">
                  <c:v>0.16490740740846377</c:v>
                </c:pt>
                <c:pt idx="14249">
                  <c:v>0.16491898147796746</c:v>
                </c:pt>
                <c:pt idx="14250">
                  <c:v>0.16493055555474712</c:v>
                </c:pt>
                <c:pt idx="14251">
                  <c:v>0.16494212962425081</c:v>
                </c:pt>
                <c:pt idx="14252">
                  <c:v>0.16495370370103046</c:v>
                </c:pt>
                <c:pt idx="14253">
                  <c:v>0.16496527777781012</c:v>
                </c:pt>
                <c:pt idx="14254">
                  <c:v>0.16497685184731381</c:v>
                </c:pt>
                <c:pt idx="14255">
                  <c:v>0.16498842592409346</c:v>
                </c:pt>
                <c:pt idx="14256">
                  <c:v>0.16500000000087311</c:v>
                </c:pt>
                <c:pt idx="14257">
                  <c:v>0.16501157407037681</c:v>
                </c:pt>
                <c:pt idx="14258">
                  <c:v>0.16502314814715646</c:v>
                </c:pt>
                <c:pt idx="14259">
                  <c:v>0.16503472221666016</c:v>
                </c:pt>
                <c:pt idx="14260">
                  <c:v>0.16504629629343981</c:v>
                </c:pt>
                <c:pt idx="14261">
                  <c:v>0.16505787037021946</c:v>
                </c:pt>
                <c:pt idx="14262">
                  <c:v>0.16506944443972316</c:v>
                </c:pt>
                <c:pt idx="14263">
                  <c:v>0.16508101851650281</c:v>
                </c:pt>
                <c:pt idx="14264">
                  <c:v>0.16509259259328246</c:v>
                </c:pt>
                <c:pt idx="14265">
                  <c:v>0.16510416666278616</c:v>
                </c:pt>
                <c:pt idx="14266">
                  <c:v>0.16511574073956581</c:v>
                </c:pt>
                <c:pt idx="14267">
                  <c:v>0.1651273148090695</c:v>
                </c:pt>
                <c:pt idx="14268">
                  <c:v>0.16513888888584916</c:v>
                </c:pt>
                <c:pt idx="14269">
                  <c:v>0.16515046296262881</c:v>
                </c:pt>
                <c:pt idx="14270">
                  <c:v>0.1651620370321325</c:v>
                </c:pt>
                <c:pt idx="14271">
                  <c:v>0.16517361110891216</c:v>
                </c:pt>
                <c:pt idx="14272">
                  <c:v>0.16518518518569181</c:v>
                </c:pt>
                <c:pt idx="14273">
                  <c:v>0.1651967592551955</c:v>
                </c:pt>
                <c:pt idx="14274">
                  <c:v>0.16520833333197515</c:v>
                </c:pt>
                <c:pt idx="14275">
                  <c:v>0.16521990740147885</c:v>
                </c:pt>
                <c:pt idx="14276">
                  <c:v>0.1652314814782585</c:v>
                </c:pt>
                <c:pt idx="14277">
                  <c:v>0.16524305555503815</c:v>
                </c:pt>
                <c:pt idx="14278">
                  <c:v>0.16525462962454185</c:v>
                </c:pt>
                <c:pt idx="14279">
                  <c:v>0.1652662037013215</c:v>
                </c:pt>
                <c:pt idx="14280">
                  <c:v>0.16527777777810115</c:v>
                </c:pt>
                <c:pt idx="14281">
                  <c:v>0.16528935184760485</c:v>
                </c:pt>
                <c:pt idx="14282">
                  <c:v>0.1653009259243845</c:v>
                </c:pt>
                <c:pt idx="14283">
                  <c:v>0.16531250000116415</c:v>
                </c:pt>
                <c:pt idx="14284">
                  <c:v>0.16532407407066785</c:v>
                </c:pt>
                <c:pt idx="14285">
                  <c:v>0.1653356481474475</c:v>
                </c:pt>
                <c:pt idx="14286">
                  <c:v>0.1653472222169512</c:v>
                </c:pt>
                <c:pt idx="14287">
                  <c:v>0.16535879629373085</c:v>
                </c:pt>
                <c:pt idx="14288">
                  <c:v>0.1653703703705105</c:v>
                </c:pt>
                <c:pt idx="14289">
                  <c:v>0.16538194444001419</c:v>
                </c:pt>
                <c:pt idx="14290">
                  <c:v>0.16539351851679385</c:v>
                </c:pt>
                <c:pt idx="14291">
                  <c:v>0.1654050925935735</c:v>
                </c:pt>
                <c:pt idx="14292">
                  <c:v>0.16541666666307719</c:v>
                </c:pt>
                <c:pt idx="14293">
                  <c:v>0.16542824073985685</c:v>
                </c:pt>
                <c:pt idx="14294">
                  <c:v>0.16543981480936054</c:v>
                </c:pt>
                <c:pt idx="14295">
                  <c:v>0.16545138888614019</c:v>
                </c:pt>
                <c:pt idx="14296">
                  <c:v>0.16546296296291985</c:v>
                </c:pt>
                <c:pt idx="14297">
                  <c:v>0.16547453703242354</c:v>
                </c:pt>
                <c:pt idx="14298">
                  <c:v>0.16548611110920319</c:v>
                </c:pt>
                <c:pt idx="14299">
                  <c:v>0.16549768518598285</c:v>
                </c:pt>
                <c:pt idx="14300">
                  <c:v>0.16550925925548654</c:v>
                </c:pt>
                <c:pt idx="14301">
                  <c:v>0.16552083333226619</c:v>
                </c:pt>
                <c:pt idx="14302">
                  <c:v>0.16553240740176989</c:v>
                </c:pt>
                <c:pt idx="14303">
                  <c:v>0.16554398147854954</c:v>
                </c:pt>
                <c:pt idx="14304">
                  <c:v>0.16555555555532919</c:v>
                </c:pt>
                <c:pt idx="14305">
                  <c:v>0.16556712962483289</c:v>
                </c:pt>
                <c:pt idx="14306">
                  <c:v>0.16557870370161254</c:v>
                </c:pt>
                <c:pt idx="14307">
                  <c:v>0.16559027777839219</c:v>
                </c:pt>
                <c:pt idx="14308">
                  <c:v>0.16560185184789589</c:v>
                </c:pt>
                <c:pt idx="14309">
                  <c:v>0.16561342592467554</c:v>
                </c:pt>
                <c:pt idx="14310">
                  <c:v>0.16562499999417923</c:v>
                </c:pt>
                <c:pt idx="14311">
                  <c:v>0.16563657407095889</c:v>
                </c:pt>
                <c:pt idx="14312">
                  <c:v>0.16564814814773854</c:v>
                </c:pt>
                <c:pt idx="14313">
                  <c:v>0.16565972221724223</c:v>
                </c:pt>
                <c:pt idx="14314">
                  <c:v>0.16567129629402189</c:v>
                </c:pt>
                <c:pt idx="14315">
                  <c:v>0.16568287037080154</c:v>
                </c:pt>
                <c:pt idx="14316">
                  <c:v>0.16569444444030523</c:v>
                </c:pt>
                <c:pt idx="14317">
                  <c:v>0.16570601851708489</c:v>
                </c:pt>
                <c:pt idx="14318">
                  <c:v>0.16571759259386454</c:v>
                </c:pt>
                <c:pt idx="14319">
                  <c:v>0.16572916666336823</c:v>
                </c:pt>
                <c:pt idx="14320">
                  <c:v>0.16574074074014788</c:v>
                </c:pt>
                <c:pt idx="14321">
                  <c:v>0.16575231480965158</c:v>
                </c:pt>
                <c:pt idx="14322">
                  <c:v>0.16576388888643123</c:v>
                </c:pt>
                <c:pt idx="14323">
                  <c:v>0.16577546296321088</c:v>
                </c:pt>
                <c:pt idx="14324">
                  <c:v>0.16578703703271458</c:v>
                </c:pt>
                <c:pt idx="14325">
                  <c:v>0.16579861110949423</c:v>
                </c:pt>
                <c:pt idx="14326">
                  <c:v>0.16581018518627388</c:v>
                </c:pt>
                <c:pt idx="14327">
                  <c:v>0.16582175925577758</c:v>
                </c:pt>
                <c:pt idx="14328">
                  <c:v>0.16583333333255723</c:v>
                </c:pt>
                <c:pt idx="14329">
                  <c:v>0.16584490740206093</c:v>
                </c:pt>
                <c:pt idx="14330">
                  <c:v>0.16585648147884058</c:v>
                </c:pt>
                <c:pt idx="14331">
                  <c:v>0.16586805555562023</c:v>
                </c:pt>
                <c:pt idx="14332">
                  <c:v>0.16587962962512393</c:v>
                </c:pt>
                <c:pt idx="14333">
                  <c:v>0.16589120370190358</c:v>
                </c:pt>
                <c:pt idx="14334">
                  <c:v>0.16590277777868323</c:v>
                </c:pt>
                <c:pt idx="14335">
                  <c:v>0.16591435184818693</c:v>
                </c:pt>
                <c:pt idx="14336">
                  <c:v>0.16592592592496658</c:v>
                </c:pt>
                <c:pt idx="14337">
                  <c:v>0.16593749999447027</c:v>
                </c:pt>
                <c:pt idx="14338">
                  <c:v>0.16594907407124992</c:v>
                </c:pt>
                <c:pt idx="14339">
                  <c:v>0.16596064814802958</c:v>
                </c:pt>
                <c:pt idx="14340">
                  <c:v>0.16597222221753327</c:v>
                </c:pt>
                <c:pt idx="14341">
                  <c:v>0.16598379629431292</c:v>
                </c:pt>
                <c:pt idx="14342">
                  <c:v>0.16599537037109258</c:v>
                </c:pt>
                <c:pt idx="14343">
                  <c:v>0.16600694444059627</c:v>
                </c:pt>
                <c:pt idx="14344">
                  <c:v>0.16601851851737592</c:v>
                </c:pt>
                <c:pt idx="14345">
                  <c:v>0.16603009258687962</c:v>
                </c:pt>
                <c:pt idx="14346">
                  <c:v>0.16604166666365927</c:v>
                </c:pt>
                <c:pt idx="14347">
                  <c:v>0.16605324074043892</c:v>
                </c:pt>
                <c:pt idx="14348">
                  <c:v>0.16606481480994262</c:v>
                </c:pt>
                <c:pt idx="14349">
                  <c:v>0.16607638888672227</c:v>
                </c:pt>
                <c:pt idx="14350">
                  <c:v>0.16608796296350192</c:v>
                </c:pt>
                <c:pt idx="14351">
                  <c:v>0.16609953703300562</c:v>
                </c:pt>
                <c:pt idx="14352">
                  <c:v>0.16611111110978527</c:v>
                </c:pt>
                <c:pt idx="14353">
                  <c:v>0.16612268517928896</c:v>
                </c:pt>
                <c:pt idx="14354">
                  <c:v>0.16613425925606862</c:v>
                </c:pt>
                <c:pt idx="14355">
                  <c:v>0.16614583333284827</c:v>
                </c:pt>
                <c:pt idx="14356">
                  <c:v>0.16615740740235196</c:v>
                </c:pt>
                <c:pt idx="14357">
                  <c:v>0.16616898147913162</c:v>
                </c:pt>
                <c:pt idx="14358">
                  <c:v>0.16618055555591127</c:v>
                </c:pt>
                <c:pt idx="14359">
                  <c:v>0.16619212962541496</c:v>
                </c:pt>
                <c:pt idx="14360">
                  <c:v>0.16620370370219462</c:v>
                </c:pt>
                <c:pt idx="14361">
                  <c:v>0.16621527777897427</c:v>
                </c:pt>
                <c:pt idx="14362">
                  <c:v>0.16622685184847796</c:v>
                </c:pt>
                <c:pt idx="14363">
                  <c:v>0.16623842592525762</c:v>
                </c:pt>
                <c:pt idx="14364">
                  <c:v>0.16624999999476131</c:v>
                </c:pt>
                <c:pt idx="14365">
                  <c:v>0.16626157407154096</c:v>
                </c:pt>
                <c:pt idx="14366">
                  <c:v>0.16627314814832062</c:v>
                </c:pt>
                <c:pt idx="14367">
                  <c:v>0.16628472221782431</c:v>
                </c:pt>
                <c:pt idx="14368">
                  <c:v>0.16629629629460396</c:v>
                </c:pt>
                <c:pt idx="14369">
                  <c:v>0.16630787037138361</c:v>
                </c:pt>
                <c:pt idx="14370">
                  <c:v>0.16631944444088731</c:v>
                </c:pt>
                <c:pt idx="14371">
                  <c:v>0.16633101851766696</c:v>
                </c:pt>
                <c:pt idx="14372">
                  <c:v>0.16634259258717066</c:v>
                </c:pt>
                <c:pt idx="14373">
                  <c:v>0.16635416666395031</c:v>
                </c:pt>
                <c:pt idx="14374">
                  <c:v>0.16636574074072996</c:v>
                </c:pt>
                <c:pt idx="14375">
                  <c:v>0.16637731481023366</c:v>
                </c:pt>
                <c:pt idx="14376">
                  <c:v>0.16638888888701331</c:v>
                </c:pt>
                <c:pt idx="14377">
                  <c:v>0.16640046296379296</c:v>
                </c:pt>
                <c:pt idx="14378">
                  <c:v>0.16641203703329666</c:v>
                </c:pt>
                <c:pt idx="14379">
                  <c:v>0.16642361111007631</c:v>
                </c:pt>
                <c:pt idx="14380">
                  <c:v>0.16643518517958</c:v>
                </c:pt>
                <c:pt idx="14381">
                  <c:v>0.16644675925635966</c:v>
                </c:pt>
                <c:pt idx="14382">
                  <c:v>0.16645833333313931</c:v>
                </c:pt>
                <c:pt idx="14383">
                  <c:v>0.166469907402643</c:v>
                </c:pt>
                <c:pt idx="14384">
                  <c:v>0.16648148147942265</c:v>
                </c:pt>
                <c:pt idx="14385">
                  <c:v>0.16649305555620231</c:v>
                </c:pt>
                <c:pt idx="14386">
                  <c:v>0.166504629625706</c:v>
                </c:pt>
                <c:pt idx="14387">
                  <c:v>0.16651620370248565</c:v>
                </c:pt>
                <c:pt idx="14388">
                  <c:v>0.16652777777198935</c:v>
                </c:pt>
                <c:pt idx="14389">
                  <c:v>0.166539351848769</c:v>
                </c:pt>
                <c:pt idx="14390">
                  <c:v>0.16655092592554865</c:v>
                </c:pt>
                <c:pt idx="14391">
                  <c:v>0.16656249999505235</c:v>
                </c:pt>
                <c:pt idx="14392">
                  <c:v>0.166574074071832</c:v>
                </c:pt>
                <c:pt idx="14393">
                  <c:v>0.16658564814861165</c:v>
                </c:pt>
                <c:pt idx="14394">
                  <c:v>0.16659722221811535</c:v>
                </c:pt>
                <c:pt idx="14395">
                  <c:v>0.166608796294895</c:v>
                </c:pt>
                <c:pt idx="14396">
                  <c:v>0.16662037037167465</c:v>
                </c:pt>
                <c:pt idx="14397">
                  <c:v>0.16663194444117835</c:v>
                </c:pt>
                <c:pt idx="14398">
                  <c:v>0.166643518517958</c:v>
                </c:pt>
                <c:pt idx="14399">
                  <c:v>0.1666550925874617</c:v>
                </c:pt>
                <c:pt idx="14400">
                  <c:v>0.16666666666424135</c:v>
                </c:pt>
                <c:pt idx="14401">
                  <c:v>0.166678240741021</c:v>
                </c:pt>
                <c:pt idx="14402">
                  <c:v>0.16668981481052469</c:v>
                </c:pt>
                <c:pt idx="14403">
                  <c:v>0.16670138888730435</c:v>
                </c:pt>
                <c:pt idx="14404">
                  <c:v>0.166712962964084</c:v>
                </c:pt>
                <c:pt idx="14405">
                  <c:v>0.16672453703358769</c:v>
                </c:pt>
                <c:pt idx="14406">
                  <c:v>0.16673611111036735</c:v>
                </c:pt>
                <c:pt idx="14407">
                  <c:v>0.16674768517987104</c:v>
                </c:pt>
                <c:pt idx="14408">
                  <c:v>0.16675925925665069</c:v>
                </c:pt>
                <c:pt idx="14409">
                  <c:v>0.16677083333343035</c:v>
                </c:pt>
                <c:pt idx="14410">
                  <c:v>0.16678240740293404</c:v>
                </c:pt>
                <c:pt idx="14411">
                  <c:v>0.16679398147971369</c:v>
                </c:pt>
                <c:pt idx="14412">
                  <c:v>0.16680555555649335</c:v>
                </c:pt>
                <c:pt idx="14413">
                  <c:v>0.16681712962599704</c:v>
                </c:pt>
                <c:pt idx="14414">
                  <c:v>0.16682870370277669</c:v>
                </c:pt>
                <c:pt idx="14415">
                  <c:v>0.16684027777228039</c:v>
                </c:pt>
                <c:pt idx="14416">
                  <c:v>0.16685185184906004</c:v>
                </c:pt>
                <c:pt idx="14417">
                  <c:v>0.16686342592583969</c:v>
                </c:pt>
                <c:pt idx="14418">
                  <c:v>0.16687499999534339</c:v>
                </c:pt>
                <c:pt idx="14419">
                  <c:v>0.16688657407212304</c:v>
                </c:pt>
                <c:pt idx="14420">
                  <c:v>0.16689814814890269</c:v>
                </c:pt>
                <c:pt idx="14421">
                  <c:v>0.16690972221840639</c:v>
                </c:pt>
                <c:pt idx="14422">
                  <c:v>0.16692129629518604</c:v>
                </c:pt>
                <c:pt idx="14423">
                  <c:v>0.16693287036468973</c:v>
                </c:pt>
                <c:pt idx="14424">
                  <c:v>0.16694444444146939</c:v>
                </c:pt>
                <c:pt idx="14425">
                  <c:v>0.16695601851824904</c:v>
                </c:pt>
                <c:pt idx="14426">
                  <c:v>0.16696759258775273</c:v>
                </c:pt>
                <c:pt idx="14427">
                  <c:v>0.16697916666453239</c:v>
                </c:pt>
                <c:pt idx="14428">
                  <c:v>0.16699074074131204</c:v>
                </c:pt>
                <c:pt idx="14429">
                  <c:v>0.16700231481081573</c:v>
                </c:pt>
                <c:pt idx="14430">
                  <c:v>0.16701388888759539</c:v>
                </c:pt>
                <c:pt idx="14431">
                  <c:v>0.16702546295709908</c:v>
                </c:pt>
                <c:pt idx="14432">
                  <c:v>0.16703703703387873</c:v>
                </c:pt>
                <c:pt idx="14433">
                  <c:v>0.16704861111065838</c:v>
                </c:pt>
                <c:pt idx="14434">
                  <c:v>0.16706018518016208</c:v>
                </c:pt>
                <c:pt idx="14435">
                  <c:v>0.16707175925694173</c:v>
                </c:pt>
                <c:pt idx="14436">
                  <c:v>0.16708333333372138</c:v>
                </c:pt>
                <c:pt idx="14437">
                  <c:v>0.16709490740322508</c:v>
                </c:pt>
                <c:pt idx="14438">
                  <c:v>0.16710648148000473</c:v>
                </c:pt>
                <c:pt idx="14439">
                  <c:v>0.16711805555678438</c:v>
                </c:pt>
                <c:pt idx="14440">
                  <c:v>0.16712962962628808</c:v>
                </c:pt>
                <c:pt idx="14441">
                  <c:v>0.16714120370306773</c:v>
                </c:pt>
                <c:pt idx="14442">
                  <c:v>0.16715277777257143</c:v>
                </c:pt>
                <c:pt idx="14443">
                  <c:v>0.16716435184935108</c:v>
                </c:pt>
                <c:pt idx="14444">
                  <c:v>0.16717592592613073</c:v>
                </c:pt>
                <c:pt idx="14445">
                  <c:v>0.16718749999563443</c:v>
                </c:pt>
                <c:pt idx="14446">
                  <c:v>0.16719907407241408</c:v>
                </c:pt>
                <c:pt idx="14447">
                  <c:v>0.16721064814919373</c:v>
                </c:pt>
                <c:pt idx="14448">
                  <c:v>0.16722222221869742</c:v>
                </c:pt>
                <c:pt idx="14449">
                  <c:v>0.16723379629547708</c:v>
                </c:pt>
                <c:pt idx="14450">
                  <c:v>0.16724537036498077</c:v>
                </c:pt>
                <c:pt idx="14451">
                  <c:v>0.16725694444176042</c:v>
                </c:pt>
                <c:pt idx="14452">
                  <c:v>0.16726851851854008</c:v>
                </c:pt>
                <c:pt idx="14453">
                  <c:v>0.16728009258804377</c:v>
                </c:pt>
                <c:pt idx="14454">
                  <c:v>0.16729166666482342</c:v>
                </c:pt>
                <c:pt idx="14455">
                  <c:v>0.16730324074160308</c:v>
                </c:pt>
                <c:pt idx="14456">
                  <c:v>0.16731481481110677</c:v>
                </c:pt>
                <c:pt idx="14457">
                  <c:v>0.16732638888788642</c:v>
                </c:pt>
                <c:pt idx="14458">
                  <c:v>0.16733796295739012</c:v>
                </c:pt>
                <c:pt idx="14459">
                  <c:v>0.16734953703416977</c:v>
                </c:pt>
                <c:pt idx="14460">
                  <c:v>0.16736111111094942</c:v>
                </c:pt>
                <c:pt idx="14461">
                  <c:v>0.16737268518045312</c:v>
                </c:pt>
                <c:pt idx="14462">
                  <c:v>0.16738425925723277</c:v>
                </c:pt>
                <c:pt idx="14463">
                  <c:v>0.16739583333401242</c:v>
                </c:pt>
                <c:pt idx="14464">
                  <c:v>0.16740740740351612</c:v>
                </c:pt>
                <c:pt idx="14465">
                  <c:v>0.16741898148029577</c:v>
                </c:pt>
                <c:pt idx="14466">
                  <c:v>0.16743055554979946</c:v>
                </c:pt>
                <c:pt idx="14467">
                  <c:v>0.16744212962657912</c:v>
                </c:pt>
                <c:pt idx="14468">
                  <c:v>0.16745370370335877</c:v>
                </c:pt>
                <c:pt idx="14469">
                  <c:v>0.16746527777286246</c:v>
                </c:pt>
                <c:pt idx="14470">
                  <c:v>0.16747685184964212</c:v>
                </c:pt>
                <c:pt idx="14471">
                  <c:v>0.16748842592642177</c:v>
                </c:pt>
                <c:pt idx="14472">
                  <c:v>0.16749999999592546</c:v>
                </c:pt>
                <c:pt idx="14473">
                  <c:v>0.16751157407270512</c:v>
                </c:pt>
                <c:pt idx="14474">
                  <c:v>0.16752314814948477</c:v>
                </c:pt>
                <c:pt idx="14475">
                  <c:v>0.16753472221898846</c:v>
                </c:pt>
                <c:pt idx="14476">
                  <c:v>0.16754629629576812</c:v>
                </c:pt>
                <c:pt idx="14477">
                  <c:v>0.16755787036527181</c:v>
                </c:pt>
                <c:pt idx="14478">
                  <c:v>0.16756944444205146</c:v>
                </c:pt>
                <c:pt idx="14479">
                  <c:v>0.16758101851883112</c:v>
                </c:pt>
                <c:pt idx="14480">
                  <c:v>0.16759259258833481</c:v>
                </c:pt>
                <c:pt idx="14481">
                  <c:v>0.16760416666511446</c:v>
                </c:pt>
                <c:pt idx="14482">
                  <c:v>0.16761574074189411</c:v>
                </c:pt>
                <c:pt idx="14483">
                  <c:v>0.16762731481139781</c:v>
                </c:pt>
                <c:pt idx="14484">
                  <c:v>0.16763888888817746</c:v>
                </c:pt>
                <c:pt idx="14485">
                  <c:v>0.16765046295768116</c:v>
                </c:pt>
                <c:pt idx="14486">
                  <c:v>0.16766203703446081</c:v>
                </c:pt>
                <c:pt idx="14487">
                  <c:v>0.16767361111124046</c:v>
                </c:pt>
                <c:pt idx="14488">
                  <c:v>0.16768518518074416</c:v>
                </c:pt>
                <c:pt idx="14489">
                  <c:v>0.16769675925752381</c:v>
                </c:pt>
                <c:pt idx="14490">
                  <c:v>0.16770833333430346</c:v>
                </c:pt>
                <c:pt idx="14491">
                  <c:v>0.16771990740380716</c:v>
                </c:pt>
                <c:pt idx="14492">
                  <c:v>0.16773148148058681</c:v>
                </c:pt>
                <c:pt idx="14493">
                  <c:v>0.1677430555500905</c:v>
                </c:pt>
                <c:pt idx="14494">
                  <c:v>0.16775462962687016</c:v>
                </c:pt>
                <c:pt idx="14495">
                  <c:v>0.16776620370364981</c:v>
                </c:pt>
                <c:pt idx="14496">
                  <c:v>0.1677777777731535</c:v>
                </c:pt>
                <c:pt idx="14497">
                  <c:v>0.16778935184993315</c:v>
                </c:pt>
                <c:pt idx="14498">
                  <c:v>0.16780092592671281</c:v>
                </c:pt>
                <c:pt idx="14499">
                  <c:v>0.1678124999962165</c:v>
                </c:pt>
                <c:pt idx="14500">
                  <c:v>0.16782407407299615</c:v>
                </c:pt>
                <c:pt idx="14501">
                  <c:v>0.16783564814249985</c:v>
                </c:pt>
                <c:pt idx="14502">
                  <c:v>0.1678472222192795</c:v>
                </c:pt>
                <c:pt idx="14503">
                  <c:v>0.16785879629605915</c:v>
                </c:pt>
                <c:pt idx="14504">
                  <c:v>0.16787037036556285</c:v>
                </c:pt>
                <c:pt idx="14505">
                  <c:v>0.1678819444423425</c:v>
                </c:pt>
                <c:pt idx="14506">
                  <c:v>0.16789351851912215</c:v>
                </c:pt>
                <c:pt idx="14507">
                  <c:v>0.16790509258862585</c:v>
                </c:pt>
                <c:pt idx="14508">
                  <c:v>0.1679166666654055</c:v>
                </c:pt>
                <c:pt idx="14509">
                  <c:v>0.1679282407349092</c:v>
                </c:pt>
                <c:pt idx="14510">
                  <c:v>0.16793981481168885</c:v>
                </c:pt>
                <c:pt idx="14511">
                  <c:v>0.1679513888884685</c:v>
                </c:pt>
                <c:pt idx="14512">
                  <c:v>0.16796296295797219</c:v>
                </c:pt>
                <c:pt idx="14513">
                  <c:v>0.16797453703475185</c:v>
                </c:pt>
                <c:pt idx="14514">
                  <c:v>0.1679861111115315</c:v>
                </c:pt>
                <c:pt idx="14515">
                  <c:v>0.16799768518103519</c:v>
                </c:pt>
                <c:pt idx="14516">
                  <c:v>0.16800925925781485</c:v>
                </c:pt>
                <c:pt idx="14517">
                  <c:v>0.1680208333345945</c:v>
                </c:pt>
                <c:pt idx="14518">
                  <c:v>0.16803240740409819</c:v>
                </c:pt>
                <c:pt idx="14519">
                  <c:v>0.16804398148087785</c:v>
                </c:pt>
                <c:pt idx="14520">
                  <c:v>0.16805555555038154</c:v>
                </c:pt>
                <c:pt idx="14521">
                  <c:v>0.16806712962716119</c:v>
                </c:pt>
                <c:pt idx="14522">
                  <c:v>0.16807870370394085</c:v>
                </c:pt>
                <c:pt idx="14523">
                  <c:v>0.16809027777344454</c:v>
                </c:pt>
                <c:pt idx="14524">
                  <c:v>0.16810185185022419</c:v>
                </c:pt>
                <c:pt idx="14525">
                  <c:v>0.16811342592700385</c:v>
                </c:pt>
                <c:pt idx="14526">
                  <c:v>0.16812499999650754</c:v>
                </c:pt>
                <c:pt idx="14527">
                  <c:v>0.16813657407328719</c:v>
                </c:pt>
                <c:pt idx="14528">
                  <c:v>0.16814814814279089</c:v>
                </c:pt>
                <c:pt idx="14529">
                  <c:v>0.16815972221957054</c:v>
                </c:pt>
                <c:pt idx="14530">
                  <c:v>0.16817129629635019</c:v>
                </c:pt>
                <c:pt idx="14531">
                  <c:v>0.16818287036585389</c:v>
                </c:pt>
                <c:pt idx="14532">
                  <c:v>0.16819444444263354</c:v>
                </c:pt>
                <c:pt idx="14533">
                  <c:v>0.16820601851941319</c:v>
                </c:pt>
                <c:pt idx="14534">
                  <c:v>0.16821759258891689</c:v>
                </c:pt>
                <c:pt idx="14535">
                  <c:v>0.16822916666569654</c:v>
                </c:pt>
                <c:pt idx="14536">
                  <c:v>0.16824074073520023</c:v>
                </c:pt>
                <c:pt idx="14537">
                  <c:v>0.16825231481197989</c:v>
                </c:pt>
                <c:pt idx="14538">
                  <c:v>0.16826388888875954</c:v>
                </c:pt>
                <c:pt idx="14539">
                  <c:v>0.16827546295826323</c:v>
                </c:pt>
                <c:pt idx="14540">
                  <c:v>0.16828703703504289</c:v>
                </c:pt>
                <c:pt idx="14541">
                  <c:v>0.16829861111182254</c:v>
                </c:pt>
                <c:pt idx="14542">
                  <c:v>0.16831018518132623</c:v>
                </c:pt>
                <c:pt idx="14543">
                  <c:v>0.16832175925810589</c:v>
                </c:pt>
                <c:pt idx="14544">
                  <c:v>0.16833333332760958</c:v>
                </c:pt>
                <c:pt idx="14545">
                  <c:v>0.16834490740438923</c:v>
                </c:pt>
                <c:pt idx="14546">
                  <c:v>0.16835648148116888</c:v>
                </c:pt>
                <c:pt idx="14547">
                  <c:v>0.16836805555067258</c:v>
                </c:pt>
                <c:pt idx="14548">
                  <c:v>0.16837962962745223</c:v>
                </c:pt>
                <c:pt idx="14549">
                  <c:v>0.16839120370423188</c:v>
                </c:pt>
                <c:pt idx="14550">
                  <c:v>0.16840277777373558</c:v>
                </c:pt>
                <c:pt idx="14551">
                  <c:v>0.16841435185051523</c:v>
                </c:pt>
                <c:pt idx="14552">
                  <c:v>0.16842592592001893</c:v>
                </c:pt>
                <c:pt idx="14553">
                  <c:v>0.16843749999679858</c:v>
                </c:pt>
                <c:pt idx="14554">
                  <c:v>0.16844907407357823</c:v>
                </c:pt>
                <c:pt idx="14555">
                  <c:v>0.16846064814308193</c:v>
                </c:pt>
                <c:pt idx="14556">
                  <c:v>0.16847222221986158</c:v>
                </c:pt>
                <c:pt idx="14557">
                  <c:v>0.16848379629664123</c:v>
                </c:pt>
                <c:pt idx="14558">
                  <c:v>0.16849537036614493</c:v>
                </c:pt>
                <c:pt idx="14559">
                  <c:v>0.16850694444292458</c:v>
                </c:pt>
                <c:pt idx="14560">
                  <c:v>0.16851851851970423</c:v>
                </c:pt>
                <c:pt idx="14561">
                  <c:v>0.16853009258920792</c:v>
                </c:pt>
                <c:pt idx="14562">
                  <c:v>0.16854166666598758</c:v>
                </c:pt>
                <c:pt idx="14563">
                  <c:v>0.16855324073549127</c:v>
                </c:pt>
                <c:pt idx="14564">
                  <c:v>0.16856481481227092</c:v>
                </c:pt>
                <c:pt idx="14565">
                  <c:v>0.16857638888905058</c:v>
                </c:pt>
                <c:pt idx="14566">
                  <c:v>0.16858796295855427</c:v>
                </c:pt>
                <c:pt idx="14567">
                  <c:v>0.16859953703533392</c:v>
                </c:pt>
                <c:pt idx="14568">
                  <c:v>0.16861111111211358</c:v>
                </c:pt>
                <c:pt idx="14569">
                  <c:v>0.16862268518161727</c:v>
                </c:pt>
                <c:pt idx="14570">
                  <c:v>0.16863425925839692</c:v>
                </c:pt>
                <c:pt idx="14571">
                  <c:v>0.16864583332790062</c:v>
                </c:pt>
                <c:pt idx="14572">
                  <c:v>0.16865740740468027</c:v>
                </c:pt>
                <c:pt idx="14573">
                  <c:v>0.16866898148145992</c:v>
                </c:pt>
                <c:pt idx="14574">
                  <c:v>0.16868055555096362</c:v>
                </c:pt>
                <c:pt idx="14575">
                  <c:v>0.16869212962774327</c:v>
                </c:pt>
                <c:pt idx="14576">
                  <c:v>0.16870370370452292</c:v>
                </c:pt>
                <c:pt idx="14577">
                  <c:v>0.16871527777402662</c:v>
                </c:pt>
                <c:pt idx="14578">
                  <c:v>0.16872685185080627</c:v>
                </c:pt>
                <c:pt idx="14579">
                  <c:v>0.16873842592030996</c:v>
                </c:pt>
                <c:pt idx="14580">
                  <c:v>0.16874999999708962</c:v>
                </c:pt>
                <c:pt idx="14581">
                  <c:v>0.16876157407386927</c:v>
                </c:pt>
                <c:pt idx="14582">
                  <c:v>0.16877314814337296</c:v>
                </c:pt>
                <c:pt idx="14583">
                  <c:v>0.16878472222015262</c:v>
                </c:pt>
                <c:pt idx="14584">
                  <c:v>0.16879629629693227</c:v>
                </c:pt>
                <c:pt idx="14585">
                  <c:v>0.16880787036643596</c:v>
                </c:pt>
                <c:pt idx="14586">
                  <c:v>0.16881944444321562</c:v>
                </c:pt>
                <c:pt idx="14587">
                  <c:v>0.16883101851271931</c:v>
                </c:pt>
                <c:pt idx="14588">
                  <c:v>0.16884259258949896</c:v>
                </c:pt>
                <c:pt idx="14589">
                  <c:v>0.16885416666627862</c:v>
                </c:pt>
                <c:pt idx="14590">
                  <c:v>0.16886574073578231</c:v>
                </c:pt>
                <c:pt idx="14591">
                  <c:v>0.16887731481256196</c:v>
                </c:pt>
                <c:pt idx="14592">
                  <c:v>0.16888888888934162</c:v>
                </c:pt>
                <c:pt idx="14593">
                  <c:v>0.16890046295884531</c:v>
                </c:pt>
                <c:pt idx="14594">
                  <c:v>0.16891203703562496</c:v>
                </c:pt>
                <c:pt idx="14595">
                  <c:v>0.16892361111240461</c:v>
                </c:pt>
                <c:pt idx="14596">
                  <c:v>0.16893518518190831</c:v>
                </c:pt>
                <c:pt idx="14597">
                  <c:v>0.16894675925868796</c:v>
                </c:pt>
                <c:pt idx="14598">
                  <c:v>0.16895833332819166</c:v>
                </c:pt>
                <c:pt idx="14599">
                  <c:v>0.16896990740497131</c:v>
                </c:pt>
                <c:pt idx="14600">
                  <c:v>0.16898148148175096</c:v>
                </c:pt>
                <c:pt idx="14601">
                  <c:v>0.16899305555125466</c:v>
                </c:pt>
                <c:pt idx="14602">
                  <c:v>0.16900462962803431</c:v>
                </c:pt>
                <c:pt idx="14603">
                  <c:v>0.16901620370481396</c:v>
                </c:pt>
                <c:pt idx="14604">
                  <c:v>0.16902777777431766</c:v>
                </c:pt>
                <c:pt idx="14605">
                  <c:v>0.16903935185109731</c:v>
                </c:pt>
                <c:pt idx="14606">
                  <c:v>0.169050925920601</c:v>
                </c:pt>
                <c:pt idx="14607">
                  <c:v>0.16906249999738066</c:v>
                </c:pt>
                <c:pt idx="14608">
                  <c:v>0.16907407407416031</c:v>
                </c:pt>
                <c:pt idx="14609">
                  <c:v>0.169085648143664</c:v>
                </c:pt>
                <c:pt idx="14610">
                  <c:v>0.16909722222044365</c:v>
                </c:pt>
                <c:pt idx="14611">
                  <c:v>0.16910879629722331</c:v>
                </c:pt>
                <c:pt idx="14612">
                  <c:v>0.169120370366727</c:v>
                </c:pt>
                <c:pt idx="14613">
                  <c:v>0.16913194444350665</c:v>
                </c:pt>
                <c:pt idx="14614">
                  <c:v>0.16914351851301035</c:v>
                </c:pt>
                <c:pt idx="14615">
                  <c:v>0.16915509258979</c:v>
                </c:pt>
                <c:pt idx="14616">
                  <c:v>0.16916666666656965</c:v>
                </c:pt>
                <c:pt idx="14617">
                  <c:v>0.16917824073607335</c:v>
                </c:pt>
                <c:pt idx="14618">
                  <c:v>0.169189814812853</c:v>
                </c:pt>
                <c:pt idx="14619">
                  <c:v>0.16920138888963265</c:v>
                </c:pt>
                <c:pt idx="14620">
                  <c:v>0.16921296295913635</c:v>
                </c:pt>
                <c:pt idx="14621">
                  <c:v>0.169224537035916</c:v>
                </c:pt>
                <c:pt idx="14622">
                  <c:v>0.1692361111054197</c:v>
                </c:pt>
                <c:pt idx="14623">
                  <c:v>0.16924768518219935</c:v>
                </c:pt>
                <c:pt idx="14624">
                  <c:v>0.169259259258979</c:v>
                </c:pt>
                <c:pt idx="14625">
                  <c:v>0.16927083332848269</c:v>
                </c:pt>
                <c:pt idx="14626">
                  <c:v>0.16928240740526235</c:v>
                </c:pt>
                <c:pt idx="14627">
                  <c:v>0.169293981482042</c:v>
                </c:pt>
                <c:pt idx="14628">
                  <c:v>0.16930555555154569</c:v>
                </c:pt>
                <c:pt idx="14629">
                  <c:v>0.16931712962832535</c:v>
                </c:pt>
                <c:pt idx="14630">
                  <c:v>0.16932870369782904</c:v>
                </c:pt>
                <c:pt idx="14631">
                  <c:v>0.16934027777460869</c:v>
                </c:pt>
                <c:pt idx="14632">
                  <c:v>0.16935185185138835</c:v>
                </c:pt>
                <c:pt idx="14633">
                  <c:v>0.16936342592089204</c:v>
                </c:pt>
                <c:pt idx="14634">
                  <c:v>0.16937499999767169</c:v>
                </c:pt>
                <c:pt idx="14635">
                  <c:v>0.16938657407445135</c:v>
                </c:pt>
                <c:pt idx="14636">
                  <c:v>0.16939814814395504</c:v>
                </c:pt>
                <c:pt idx="14637">
                  <c:v>0.16940972222073469</c:v>
                </c:pt>
                <c:pt idx="14638">
                  <c:v>0.16942129629751435</c:v>
                </c:pt>
                <c:pt idx="14639">
                  <c:v>0.16943287036701804</c:v>
                </c:pt>
                <c:pt idx="14640">
                  <c:v>0.16944444444379769</c:v>
                </c:pt>
                <c:pt idx="14641">
                  <c:v>0.16945601851330139</c:v>
                </c:pt>
                <c:pt idx="14642">
                  <c:v>0.16946759259008104</c:v>
                </c:pt>
                <c:pt idx="14643">
                  <c:v>0.16947916666686069</c:v>
                </c:pt>
                <c:pt idx="14644">
                  <c:v>0.16949074073636439</c:v>
                </c:pt>
                <c:pt idx="14645">
                  <c:v>0.16950231481314404</c:v>
                </c:pt>
                <c:pt idx="14646">
                  <c:v>0.16951388888992369</c:v>
                </c:pt>
                <c:pt idx="14647">
                  <c:v>0.16952546295942739</c:v>
                </c:pt>
                <c:pt idx="14648">
                  <c:v>0.16953703703620704</c:v>
                </c:pt>
                <c:pt idx="14649">
                  <c:v>0.16954861110571073</c:v>
                </c:pt>
                <c:pt idx="14650">
                  <c:v>0.16956018518249039</c:v>
                </c:pt>
                <c:pt idx="14651">
                  <c:v>0.16957175925927004</c:v>
                </c:pt>
                <c:pt idx="14652">
                  <c:v>0.16958333332877373</c:v>
                </c:pt>
                <c:pt idx="14653">
                  <c:v>0.16959490740555339</c:v>
                </c:pt>
                <c:pt idx="14654">
                  <c:v>0.16960648148233304</c:v>
                </c:pt>
                <c:pt idx="14655">
                  <c:v>0.16961805555183673</c:v>
                </c:pt>
                <c:pt idx="14656">
                  <c:v>0.16962962962861639</c:v>
                </c:pt>
                <c:pt idx="14657">
                  <c:v>0.16964120369812008</c:v>
                </c:pt>
                <c:pt idx="14658">
                  <c:v>0.16965277777489973</c:v>
                </c:pt>
                <c:pt idx="14659">
                  <c:v>0.16966435185167938</c:v>
                </c:pt>
                <c:pt idx="14660">
                  <c:v>0.16967592592118308</c:v>
                </c:pt>
                <c:pt idx="14661">
                  <c:v>0.16968749999796273</c:v>
                </c:pt>
                <c:pt idx="14662">
                  <c:v>0.16969907407474238</c:v>
                </c:pt>
                <c:pt idx="14663">
                  <c:v>0.16971064814424608</c:v>
                </c:pt>
                <c:pt idx="14664">
                  <c:v>0.16972222222102573</c:v>
                </c:pt>
                <c:pt idx="14665">
                  <c:v>0.16973379629052943</c:v>
                </c:pt>
                <c:pt idx="14666">
                  <c:v>0.16974537036730908</c:v>
                </c:pt>
                <c:pt idx="14667">
                  <c:v>0.16975694444408873</c:v>
                </c:pt>
                <c:pt idx="14668">
                  <c:v>0.16976851851359243</c:v>
                </c:pt>
                <c:pt idx="14669">
                  <c:v>0.16978009259037208</c:v>
                </c:pt>
                <c:pt idx="14670">
                  <c:v>0.16979166666715173</c:v>
                </c:pt>
                <c:pt idx="14671">
                  <c:v>0.16980324073665543</c:v>
                </c:pt>
                <c:pt idx="14672">
                  <c:v>0.16981481481343508</c:v>
                </c:pt>
                <c:pt idx="14673">
                  <c:v>0.16982638889021473</c:v>
                </c:pt>
                <c:pt idx="14674">
                  <c:v>0.16983796295971842</c:v>
                </c:pt>
                <c:pt idx="14675">
                  <c:v>0.16984953703649808</c:v>
                </c:pt>
                <c:pt idx="14676">
                  <c:v>0.16986111110600177</c:v>
                </c:pt>
                <c:pt idx="14677">
                  <c:v>0.16987268518278142</c:v>
                </c:pt>
                <c:pt idx="14678">
                  <c:v>0.16988425925956108</c:v>
                </c:pt>
                <c:pt idx="14679">
                  <c:v>0.16989583332906477</c:v>
                </c:pt>
                <c:pt idx="14680">
                  <c:v>0.16990740740584442</c:v>
                </c:pt>
                <c:pt idx="14681">
                  <c:v>0.16991898148262408</c:v>
                </c:pt>
                <c:pt idx="14682">
                  <c:v>0.16993055555212777</c:v>
                </c:pt>
                <c:pt idx="14683">
                  <c:v>0.16994212962890742</c:v>
                </c:pt>
                <c:pt idx="14684">
                  <c:v>0.16995370369841112</c:v>
                </c:pt>
                <c:pt idx="14685">
                  <c:v>0.16996527777519077</c:v>
                </c:pt>
                <c:pt idx="14686">
                  <c:v>0.16997685185197042</c:v>
                </c:pt>
                <c:pt idx="14687">
                  <c:v>0.16998842592147412</c:v>
                </c:pt>
                <c:pt idx="14688">
                  <c:v>0.16999999999825377</c:v>
                </c:pt>
                <c:pt idx="14689">
                  <c:v>0.17001157407503342</c:v>
                </c:pt>
                <c:pt idx="14690">
                  <c:v>0.17002314814453712</c:v>
                </c:pt>
                <c:pt idx="14691">
                  <c:v>0.17003472222131677</c:v>
                </c:pt>
                <c:pt idx="14692">
                  <c:v>0.17004629629082046</c:v>
                </c:pt>
                <c:pt idx="14693">
                  <c:v>0.17005787036760012</c:v>
                </c:pt>
                <c:pt idx="14694">
                  <c:v>0.17006944444437977</c:v>
                </c:pt>
                <c:pt idx="14695">
                  <c:v>0.17008101851388346</c:v>
                </c:pt>
                <c:pt idx="14696">
                  <c:v>0.17009259259066312</c:v>
                </c:pt>
                <c:pt idx="14697">
                  <c:v>0.17010416666744277</c:v>
                </c:pt>
                <c:pt idx="14698">
                  <c:v>0.17011574073694646</c:v>
                </c:pt>
                <c:pt idx="14699">
                  <c:v>0.17012731481372612</c:v>
                </c:pt>
                <c:pt idx="14700">
                  <c:v>0.17013888888322981</c:v>
                </c:pt>
                <c:pt idx="14701">
                  <c:v>0.17015046296000946</c:v>
                </c:pt>
                <c:pt idx="14702">
                  <c:v>0.17016203703678912</c:v>
                </c:pt>
                <c:pt idx="14703">
                  <c:v>0.17017361110629281</c:v>
                </c:pt>
                <c:pt idx="14704">
                  <c:v>0.17018518518307246</c:v>
                </c:pt>
                <c:pt idx="14705">
                  <c:v>0.17019675925985212</c:v>
                </c:pt>
                <c:pt idx="14706">
                  <c:v>0.17020833332935581</c:v>
                </c:pt>
                <c:pt idx="14707">
                  <c:v>0.17021990740613546</c:v>
                </c:pt>
                <c:pt idx="14708">
                  <c:v>0.17023148147563916</c:v>
                </c:pt>
                <c:pt idx="14709">
                  <c:v>0.17024305555241881</c:v>
                </c:pt>
                <c:pt idx="14710">
                  <c:v>0.17025462962919846</c:v>
                </c:pt>
                <c:pt idx="14711">
                  <c:v>0.17026620369870216</c:v>
                </c:pt>
                <c:pt idx="14712">
                  <c:v>0.17027777777548181</c:v>
                </c:pt>
                <c:pt idx="14713">
                  <c:v>0.17028935185226146</c:v>
                </c:pt>
                <c:pt idx="14714">
                  <c:v>0.17030092592176516</c:v>
                </c:pt>
                <c:pt idx="14715">
                  <c:v>0.17031249999854481</c:v>
                </c:pt>
                <c:pt idx="14716">
                  <c:v>0.17032407407532446</c:v>
                </c:pt>
                <c:pt idx="14717">
                  <c:v>0.17033564814482816</c:v>
                </c:pt>
                <c:pt idx="14718">
                  <c:v>0.17034722222160781</c:v>
                </c:pt>
                <c:pt idx="14719">
                  <c:v>0.1703587962911115</c:v>
                </c:pt>
                <c:pt idx="14720">
                  <c:v>0.17037037036789116</c:v>
                </c:pt>
                <c:pt idx="14721">
                  <c:v>0.17038194444467081</c:v>
                </c:pt>
                <c:pt idx="14722">
                  <c:v>0.1703935185141745</c:v>
                </c:pt>
                <c:pt idx="14723">
                  <c:v>0.17040509259095415</c:v>
                </c:pt>
                <c:pt idx="14724">
                  <c:v>0.17041666666773381</c:v>
                </c:pt>
                <c:pt idx="14725">
                  <c:v>0.1704282407372375</c:v>
                </c:pt>
                <c:pt idx="14726">
                  <c:v>0.17043981481401715</c:v>
                </c:pt>
                <c:pt idx="14727">
                  <c:v>0.17045138888352085</c:v>
                </c:pt>
                <c:pt idx="14728">
                  <c:v>0.1704629629603005</c:v>
                </c:pt>
                <c:pt idx="14729">
                  <c:v>0.17047453703708015</c:v>
                </c:pt>
                <c:pt idx="14730">
                  <c:v>0.17048611110658385</c:v>
                </c:pt>
                <c:pt idx="14731">
                  <c:v>0.1704976851833635</c:v>
                </c:pt>
                <c:pt idx="14732">
                  <c:v>0.17050925926014315</c:v>
                </c:pt>
                <c:pt idx="14733">
                  <c:v>0.17052083332964685</c:v>
                </c:pt>
                <c:pt idx="14734">
                  <c:v>0.1705324074064265</c:v>
                </c:pt>
                <c:pt idx="14735">
                  <c:v>0.1705439814759302</c:v>
                </c:pt>
                <c:pt idx="14736">
                  <c:v>0.17055555555270985</c:v>
                </c:pt>
                <c:pt idx="14737">
                  <c:v>0.1705671296294895</c:v>
                </c:pt>
                <c:pt idx="14738">
                  <c:v>0.17057870369899319</c:v>
                </c:pt>
                <c:pt idx="14739">
                  <c:v>0.17059027777577285</c:v>
                </c:pt>
                <c:pt idx="14740">
                  <c:v>0.1706018518525525</c:v>
                </c:pt>
                <c:pt idx="14741">
                  <c:v>0.17061342592205619</c:v>
                </c:pt>
                <c:pt idx="14742">
                  <c:v>0.17062499999883585</c:v>
                </c:pt>
                <c:pt idx="14743">
                  <c:v>0.17063657406833954</c:v>
                </c:pt>
                <c:pt idx="14744">
                  <c:v>0.17064814814511919</c:v>
                </c:pt>
                <c:pt idx="14745">
                  <c:v>0.17065972222189885</c:v>
                </c:pt>
                <c:pt idx="14746">
                  <c:v>0.17067129629140254</c:v>
                </c:pt>
                <c:pt idx="14747">
                  <c:v>0.17068287036818219</c:v>
                </c:pt>
                <c:pt idx="14748">
                  <c:v>0.17069444444496185</c:v>
                </c:pt>
                <c:pt idx="14749">
                  <c:v>0.17070601851446554</c:v>
                </c:pt>
                <c:pt idx="14750">
                  <c:v>0.17071759259124519</c:v>
                </c:pt>
                <c:pt idx="14751">
                  <c:v>0.17072916666074889</c:v>
                </c:pt>
                <c:pt idx="14752">
                  <c:v>0.17074074073752854</c:v>
                </c:pt>
                <c:pt idx="14753">
                  <c:v>0.17075231481430819</c:v>
                </c:pt>
                <c:pt idx="14754">
                  <c:v>0.17076388888381189</c:v>
                </c:pt>
                <c:pt idx="14755">
                  <c:v>0.17077546296059154</c:v>
                </c:pt>
                <c:pt idx="14756">
                  <c:v>0.17078703703737119</c:v>
                </c:pt>
                <c:pt idx="14757">
                  <c:v>0.17079861110687489</c:v>
                </c:pt>
                <c:pt idx="14758">
                  <c:v>0.17081018518365454</c:v>
                </c:pt>
                <c:pt idx="14759">
                  <c:v>0.17082175926043419</c:v>
                </c:pt>
                <c:pt idx="14760">
                  <c:v>0.17083333332993789</c:v>
                </c:pt>
                <c:pt idx="14761">
                  <c:v>0.17084490740671754</c:v>
                </c:pt>
                <c:pt idx="14762">
                  <c:v>0.17085648147622123</c:v>
                </c:pt>
                <c:pt idx="14763">
                  <c:v>0.17086805555300089</c:v>
                </c:pt>
                <c:pt idx="14764">
                  <c:v>0.17087962962978054</c:v>
                </c:pt>
                <c:pt idx="14765">
                  <c:v>0.17089120369928423</c:v>
                </c:pt>
                <c:pt idx="14766">
                  <c:v>0.17090277777606389</c:v>
                </c:pt>
                <c:pt idx="14767">
                  <c:v>0.17091435185284354</c:v>
                </c:pt>
                <c:pt idx="14768">
                  <c:v>0.17092592592234723</c:v>
                </c:pt>
                <c:pt idx="14769">
                  <c:v>0.17093749999912689</c:v>
                </c:pt>
                <c:pt idx="14770">
                  <c:v>0.17094907406863058</c:v>
                </c:pt>
                <c:pt idx="14771">
                  <c:v>0.17096064814541023</c:v>
                </c:pt>
                <c:pt idx="14772">
                  <c:v>0.17097222222218988</c:v>
                </c:pt>
                <c:pt idx="14773">
                  <c:v>0.17098379629169358</c:v>
                </c:pt>
                <c:pt idx="14774">
                  <c:v>0.17099537036847323</c:v>
                </c:pt>
                <c:pt idx="14775">
                  <c:v>0.17100694444525288</c:v>
                </c:pt>
                <c:pt idx="14776">
                  <c:v>0.17101851851475658</c:v>
                </c:pt>
                <c:pt idx="14777">
                  <c:v>0.17103009259153623</c:v>
                </c:pt>
                <c:pt idx="14778">
                  <c:v>0.17104166666103993</c:v>
                </c:pt>
                <c:pt idx="14779">
                  <c:v>0.17105324073781958</c:v>
                </c:pt>
                <c:pt idx="14780">
                  <c:v>0.17106481481459923</c:v>
                </c:pt>
                <c:pt idx="14781">
                  <c:v>0.17107638888410293</c:v>
                </c:pt>
                <c:pt idx="14782">
                  <c:v>0.17108796296088258</c:v>
                </c:pt>
                <c:pt idx="14783">
                  <c:v>0.17109953703766223</c:v>
                </c:pt>
                <c:pt idx="14784">
                  <c:v>0.17111111110716593</c:v>
                </c:pt>
                <c:pt idx="14785">
                  <c:v>0.17112268518394558</c:v>
                </c:pt>
                <c:pt idx="14786">
                  <c:v>0.17113425925344927</c:v>
                </c:pt>
                <c:pt idx="14787">
                  <c:v>0.17114583333022892</c:v>
                </c:pt>
                <c:pt idx="14788">
                  <c:v>0.17115740740700858</c:v>
                </c:pt>
                <c:pt idx="14789">
                  <c:v>0.17116898147651227</c:v>
                </c:pt>
                <c:pt idx="14790">
                  <c:v>0.17118055555329192</c:v>
                </c:pt>
                <c:pt idx="14791">
                  <c:v>0.17119212963007158</c:v>
                </c:pt>
                <c:pt idx="14792">
                  <c:v>0.17120370369957527</c:v>
                </c:pt>
                <c:pt idx="14793">
                  <c:v>0.17121527777635492</c:v>
                </c:pt>
                <c:pt idx="14794">
                  <c:v>0.17122685185313458</c:v>
                </c:pt>
                <c:pt idx="14795">
                  <c:v>0.17123842592263827</c:v>
                </c:pt>
                <c:pt idx="14796">
                  <c:v>0.17124999999941792</c:v>
                </c:pt>
                <c:pt idx="14797">
                  <c:v>0.17126157406892162</c:v>
                </c:pt>
                <c:pt idx="14798">
                  <c:v>0.17127314814570127</c:v>
                </c:pt>
                <c:pt idx="14799">
                  <c:v>0.17128472222248092</c:v>
                </c:pt>
                <c:pt idx="14800">
                  <c:v>0.17129629629198462</c:v>
                </c:pt>
                <c:pt idx="14801">
                  <c:v>0.17130787036876427</c:v>
                </c:pt>
                <c:pt idx="14802">
                  <c:v>0.17131944444554392</c:v>
                </c:pt>
                <c:pt idx="14803">
                  <c:v>0.17133101851504762</c:v>
                </c:pt>
                <c:pt idx="14804">
                  <c:v>0.17134259259182727</c:v>
                </c:pt>
                <c:pt idx="14805">
                  <c:v>0.17135416666133096</c:v>
                </c:pt>
                <c:pt idx="14806">
                  <c:v>0.17136574073811062</c:v>
                </c:pt>
                <c:pt idx="14807">
                  <c:v>0.17137731481489027</c:v>
                </c:pt>
                <c:pt idx="14808">
                  <c:v>0.17138888888439396</c:v>
                </c:pt>
                <c:pt idx="14809">
                  <c:v>0.17140046296117362</c:v>
                </c:pt>
                <c:pt idx="14810">
                  <c:v>0.17141203703795327</c:v>
                </c:pt>
                <c:pt idx="14811">
                  <c:v>0.17142361110745696</c:v>
                </c:pt>
                <c:pt idx="14812">
                  <c:v>0.17143518518423662</c:v>
                </c:pt>
                <c:pt idx="14813">
                  <c:v>0.17144675925374031</c:v>
                </c:pt>
                <c:pt idx="14814">
                  <c:v>0.17145833333051996</c:v>
                </c:pt>
                <c:pt idx="14815">
                  <c:v>0.17146990740729962</c:v>
                </c:pt>
                <c:pt idx="14816">
                  <c:v>0.17148148147680331</c:v>
                </c:pt>
                <c:pt idx="14817">
                  <c:v>0.17149305555358296</c:v>
                </c:pt>
                <c:pt idx="14818">
                  <c:v>0.17150462963036261</c:v>
                </c:pt>
                <c:pt idx="14819">
                  <c:v>0.17151620369986631</c:v>
                </c:pt>
                <c:pt idx="14820">
                  <c:v>0.17152777777664596</c:v>
                </c:pt>
                <c:pt idx="14821">
                  <c:v>0.17153935184614966</c:v>
                </c:pt>
                <c:pt idx="14822">
                  <c:v>0.17155092592292931</c:v>
                </c:pt>
                <c:pt idx="14823">
                  <c:v>0.17156249999970896</c:v>
                </c:pt>
                <c:pt idx="14824">
                  <c:v>0.17157407406921266</c:v>
                </c:pt>
                <c:pt idx="14825">
                  <c:v>0.17158564814599231</c:v>
                </c:pt>
                <c:pt idx="14826">
                  <c:v>0.17159722222277196</c:v>
                </c:pt>
                <c:pt idx="14827">
                  <c:v>0.17160879629227566</c:v>
                </c:pt>
                <c:pt idx="14828">
                  <c:v>0.17162037036905531</c:v>
                </c:pt>
                <c:pt idx="14829">
                  <c:v>0.171631944438559</c:v>
                </c:pt>
                <c:pt idx="14830">
                  <c:v>0.17164351851533866</c:v>
                </c:pt>
                <c:pt idx="14831">
                  <c:v>0.17165509259211831</c:v>
                </c:pt>
                <c:pt idx="14832">
                  <c:v>0.171666666661622</c:v>
                </c:pt>
                <c:pt idx="14833">
                  <c:v>0.17167824073840166</c:v>
                </c:pt>
                <c:pt idx="14834">
                  <c:v>0.17168981481518131</c:v>
                </c:pt>
                <c:pt idx="14835">
                  <c:v>0.171701388884685</c:v>
                </c:pt>
                <c:pt idx="14836">
                  <c:v>0.17171296296146465</c:v>
                </c:pt>
                <c:pt idx="14837">
                  <c:v>0.17172453703824431</c:v>
                </c:pt>
                <c:pt idx="14838">
                  <c:v>0.171736111107748</c:v>
                </c:pt>
                <c:pt idx="14839">
                  <c:v>0.17174768518452765</c:v>
                </c:pt>
                <c:pt idx="14840">
                  <c:v>0.17175925925403135</c:v>
                </c:pt>
                <c:pt idx="14841">
                  <c:v>0.171770833330811</c:v>
                </c:pt>
                <c:pt idx="14842">
                  <c:v>0.17178240740759065</c:v>
                </c:pt>
                <c:pt idx="14843">
                  <c:v>0.17179398147709435</c:v>
                </c:pt>
                <c:pt idx="14844">
                  <c:v>0.171805555553874</c:v>
                </c:pt>
                <c:pt idx="14845">
                  <c:v>0.17181712963065365</c:v>
                </c:pt>
                <c:pt idx="14846">
                  <c:v>0.17182870370015735</c:v>
                </c:pt>
                <c:pt idx="14847">
                  <c:v>0.171840277776937</c:v>
                </c:pt>
                <c:pt idx="14848">
                  <c:v>0.1718518518464407</c:v>
                </c:pt>
                <c:pt idx="14849">
                  <c:v>0.17186342592322035</c:v>
                </c:pt>
                <c:pt idx="14850">
                  <c:v>0.171875</c:v>
                </c:pt>
                <c:pt idx="14851">
                  <c:v>0.17188657406950369</c:v>
                </c:pt>
                <c:pt idx="14852">
                  <c:v>0.17189814814628335</c:v>
                </c:pt>
                <c:pt idx="14853">
                  <c:v>0.171909722223063</c:v>
                </c:pt>
                <c:pt idx="14854">
                  <c:v>0.17192129629256669</c:v>
                </c:pt>
                <c:pt idx="14855">
                  <c:v>0.17193287036934635</c:v>
                </c:pt>
                <c:pt idx="14856">
                  <c:v>0.17194444443885004</c:v>
                </c:pt>
                <c:pt idx="14857">
                  <c:v>0.17195601851562969</c:v>
                </c:pt>
                <c:pt idx="14858">
                  <c:v>0.17196759259240935</c:v>
                </c:pt>
                <c:pt idx="14859">
                  <c:v>0.17197916666191304</c:v>
                </c:pt>
                <c:pt idx="14860">
                  <c:v>0.17199074073869269</c:v>
                </c:pt>
                <c:pt idx="14861">
                  <c:v>0.17200231481547235</c:v>
                </c:pt>
                <c:pt idx="14862">
                  <c:v>0.17201388888497604</c:v>
                </c:pt>
                <c:pt idx="14863">
                  <c:v>0.17202546296175569</c:v>
                </c:pt>
                <c:pt idx="14864">
                  <c:v>0.17203703703125939</c:v>
                </c:pt>
                <c:pt idx="14865">
                  <c:v>0.17204861110803904</c:v>
                </c:pt>
                <c:pt idx="14866">
                  <c:v>0.17206018518481869</c:v>
                </c:pt>
                <c:pt idx="14867">
                  <c:v>0.17207175925432239</c:v>
                </c:pt>
                <c:pt idx="14868">
                  <c:v>0.17208333333110204</c:v>
                </c:pt>
                <c:pt idx="14869">
                  <c:v>0.17209490740788169</c:v>
                </c:pt>
                <c:pt idx="14870">
                  <c:v>0.17210648147738539</c:v>
                </c:pt>
                <c:pt idx="14871">
                  <c:v>0.17211805555416504</c:v>
                </c:pt>
                <c:pt idx="14872">
                  <c:v>0.17212962963094469</c:v>
                </c:pt>
                <c:pt idx="14873">
                  <c:v>0.17214120370044839</c:v>
                </c:pt>
                <c:pt idx="14874">
                  <c:v>0.17215277777722804</c:v>
                </c:pt>
                <c:pt idx="14875">
                  <c:v>0.17216435184673173</c:v>
                </c:pt>
                <c:pt idx="14876">
                  <c:v>0.17217592592351139</c:v>
                </c:pt>
                <c:pt idx="14877">
                  <c:v>0.17218750000029104</c:v>
                </c:pt>
                <c:pt idx="14878">
                  <c:v>0.17219907406979473</c:v>
                </c:pt>
                <c:pt idx="14879">
                  <c:v>0.17221064814657439</c:v>
                </c:pt>
                <c:pt idx="14880">
                  <c:v>0.17222222222335404</c:v>
                </c:pt>
                <c:pt idx="14881">
                  <c:v>0.17223379629285773</c:v>
                </c:pt>
                <c:pt idx="14882">
                  <c:v>0.17224537036963739</c:v>
                </c:pt>
                <c:pt idx="14883">
                  <c:v>0.17225694443914108</c:v>
                </c:pt>
                <c:pt idx="14884">
                  <c:v>0.17226851851592073</c:v>
                </c:pt>
                <c:pt idx="14885">
                  <c:v>0.17228009259270038</c:v>
                </c:pt>
                <c:pt idx="14886">
                  <c:v>0.17229166666220408</c:v>
                </c:pt>
                <c:pt idx="14887">
                  <c:v>0.17230324073898373</c:v>
                </c:pt>
                <c:pt idx="14888">
                  <c:v>0.17231481481576338</c:v>
                </c:pt>
                <c:pt idx="14889">
                  <c:v>0.17232638888526708</c:v>
                </c:pt>
                <c:pt idx="14890">
                  <c:v>0.17233796296204673</c:v>
                </c:pt>
                <c:pt idx="14891">
                  <c:v>0.17234953703155043</c:v>
                </c:pt>
                <c:pt idx="14892">
                  <c:v>0.17236111110833008</c:v>
                </c:pt>
                <c:pt idx="14893">
                  <c:v>0.17237268518510973</c:v>
                </c:pt>
                <c:pt idx="14894">
                  <c:v>0.17238425925461343</c:v>
                </c:pt>
                <c:pt idx="14895">
                  <c:v>0.17239583333139308</c:v>
                </c:pt>
                <c:pt idx="14896">
                  <c:v>0.17240740740817273</c:v>
                </c:pt>
                <c:pt idx="14897">
                  <c:v>0.17241898147767643</c:v>
                </c:pt>
                <c:pt idx="14898">
                  <c:v>0.17243055555445608</c:v>
                </c:pt>
                <c:pt idx="14899">
                  <c:v>0.17244212962395977</c:v>
                </c:pt>
                <c:pt idx="14900">
                  <c:v>0.17245370370073942</c:v>
                </c:pt>
                <c:pt idx="14901">
                  <c:v>0.17246527777751908</c:v>
                </c:pt>
                <c:pt idx="14902">
                  <c:v>0.17247685184702277</c:v>
                </c:pt>
                <c:pt idx="14903">
                  <c:v>0.17248842592380242</c:v>
                </c:pt>
                <c:pt idx="14904">
                  <c:v>0.17250000000058208</c:v>
                </c:pt>
                <c:pt idx="14905">
                  <c:v>0.17251157407008577</c:v>
                </c:pt>
                <c:pt idx="14906">
                  <c:v>0.17252314814686542</c:v>
                </c:pt>
                <c:pt idx="14907">
                  <c:v>0.17253472221636912</c:v>
                </c:pt>
                <c:pt idx="14908">
                  <c:v>0.17254629629314877</c:v>
                </c:pt>
                <c:pt idx="14909">
                  <c:v>0.17255787036992842</c:v>
                </c:pt>
                <c:pt idx="14910">
                  <c:v>0.17256944443943212</c:v>
                </c:pt>
                <c:pt idx="14911">
                  <c:v>0.17258101851621177</c:v>
                </c:pt>
                <c:pt idx="14912">
                  <c:v>0.17259259259299142</c:v>
                </c:pt>
                <c:pt idx="14913">
                  <c:v>0.17260416666249512</c:v>
                </c:pt>
                <c:pt idx="14914">
                  <c:v>0.17261574073927477</c:v>
                </c:pt>
                <c:pt idx="14915">
                  <c:v>0.17262731481605442</c:v>
                </c:pt>
                <c:pt idx="14916">
                  <c:v>0.17263888888555812</c:v>
                </c:pt>
                <c:pt idx="14917">
                  <c:v>0.17265046296233777</c:v>
                </c:pt>
                <c:pt idx="14918">
                  <c:v>0.17266203703184146</c:v>
                </c:pt>
                <c:pt idx="14919">
                  <c:v>0.17267361110862112</c:v>
                </c:pt>
                <c:pt idx="14920">
                  <c:v>0.17268518518540077</c:v>
                </c:pt>
                <c:pt idx="14921">
                  <c:v>0.17269675925490446</c:v>
                </c:pt>
                <c:pt idx="14922">
                  <c:v>0.17270833333168412</c:v>
                </c:pt>
                <c:pt idx="14923">
                  <c:v>0.17271990740846377</c:v>
                </c:pt>
                <c:pt idx="14924">
                  <c:v>0.17273148147796746</c:v>
                </c:pt>
                <c:pt idx="14925">
                  <c:v>0.17274305555474712</c:v>
                </c:pt>
                <c:pt idx="14926">
                  <c:v>0.17275462962425081</c:v>
                </c:pt>
                <c:pt idx="14927">
                  <c:v>0.17276620370103046</c:v>
                </c:pt>
                <c:pt idx="14928">
                  <c:v>0.17277777777781012</c:v>
                </c:pt>
                <c:pt idx="14929">
                  <c:v>0.17278935184731381</c:v>
                </c:pt>
                <c:pt idx="14930">
                  <c:v>0.17280092592409346</c:v>
                </c:pt>
                <c:pt idx="14931">
                  <c:v>0.17281250000087311</c:v>
                </c:pt>
                <c:pt idx="14932">
                  <c:v>0.17282407407037681</c:v>
                </c:pt>
                <c:pt idx="14933">
                  <c:v>0.17283564814715646</c:v>
                </c:pt>
                <c:pt idx="14934">
                  <c:v>0.17284722221666016</c:v>
                </c:pt>
                <c:pt idx="14935">
                  <c:v>0.17285879629343981</c:v>
                </c:pt>
                <c:pt idx="14936">
                  <c:v>0.17287037037021946</c:v>
                </c:pt>
                <c:pt idx="14937">
                  <c:v>0.17288194443972316</c:v>
                </c:pt>
                <c:pt idx="14938">
                  <c:v>0.17289351851650281</c:v>
                </c:pt>
                <c:pt idx="14939">
                  <c:v>0.17290509259328246</c:v>
                </c:pt>
                <c:pt idx="14940">
                  <c:v>0.17291666666278616</c:v>
                </c:pt>
                <c:pt idx="14941">
                  <c:v>0.17292824073956581</c:v>
                </c:pt>
                <c:pt idx="14942">
                  <c:v>0.1729398148090695</c:v>
                </c:pt>
                <c:pt idx="14943">
                  <c:v>0.17295138888584916</c:v>
                </c:pt>
                <c:pt idx="14944">
                  <c:v>0.17296296296262881</c:v>
                </c:pt>
                <c:pt idx="14945">
                  <c:v>0.1729745370321325</c:v>
                </c:pt>
                <c:pt idx="14946">
                  <c:v>0.17298611110891216</c:v>
                </c:pt>
                <c:pt idx="14947">
                  <c:v>0.17299768518569181</c:v>
                </c:pt>
                <c:pt idx="14948">
                  <c:v>0.1730092592551955</c:v>
                </c:pt>
                <c:pt idx="14949">
                  <c:v>0.17302083333197515</c:v>
                </c:pt>
                <c:pt idx="14950">
                  <c:v>0.17303240740147885</c:v>
                </c:pt>
                <c:pt idx="14951">
                  <c:v>0.1730439814782585</c:v>
                </c:pt>
                <c:pt idx="14952">
                  <c:v>0.17305555555503815</c:v>
                </c:pt>
                <c:pt idx="14953">
                  <c:v>0.17306712962454185</c:v>
                </c:pt>
                <c:pt idx="14954">
                  <c:v>0.1730787037013215</c:v>
                </c:pt>
                <c:pt idx="14955">
                  <c:v>0.17309027777810115</c:v>
                </c:pt>
                <c:pt idx="14956">
                  <c:v>0.17310185184760485</c:v>
                </c:pt>
                <c:pt idx="14957">
                  <c:v>0.1731134259243845</c:v>
                </c:pt>
                <c:pt idx="14958">
                  <c:v>0.17312500000116415</c:v>
                </c:pt>
                <c:pt idx="14959">
                  <c:v>0.17313657407066785</c:v>
                </c:pt>
                <c:pt idx="14960">
                  <c:v>0.1731481481474475</c:v>
                </c:pt>
                <c:pt idx="14961">
                  <c:v>0.1731597222169512</c:v>
                </c:pt>
                <c:pt idx="14962">
                  <c:v>0.17317129629373085</c:v>
                </c:pt>
                <c:pt idx="14963">
                  <c:v>0.1731828703705105</c:v>
                </c:pt>
                <c:pt idx="14964">
                  <c:v>0.17319444444001419</c:v>
                </c:pt>
                <c:pt idx="14965">
                  <c:v>0.17320601851679385</c:v>
                </c:pt>
                <c:pt idx="14966">
                  <c:v>0.1732175925935735</c:v>
                </c:pt>
                <c:pt idx="14967">
                  <c:v>0.17322916666307719</c:v>
                </c:pt>
                <c:pt idx="14968">
                  <c:v>0.17324074073985685</c:v>
                </c:pt>
                <c:pt idx="14969">
                  <c:v>0.17325231480936054</c:v>
                </c:pt>
                <c:pt idx="14970">
                  <c:v>0.17326388888614019</c:v>
                </c:pt>
                <c:pt idx="14971">
                  <c:v>0.17327546296291985</c:v>
                </c:pt>
                <c:pt idx="14972">
                  <c:v>0.17328703703242354</c:v>
                </c:pt>
                <c:pt idx="14973">
                  <c:v>0.17329861110920319</c:v>
                </c:pt>
                <c:pt idx="14974">
                  <c:v>0.17331018518598285</c:v>
                </c:pt>
                <c:pt idx="14975">
                  <c:v>0.17332175925548654</c:v>
                </c:pt>
                <c:pt idx="14976">
                  <c:v>0.17333333333226619</c:v>
                </c:pt>
                <c:pt idx="14977">
                  <c:v>0.17334490740176989</c:v>
                </c:pt>
                <c:pt idx="14978">
                  <c:v>0.17335648147854954</c:v>
                </c:pt>
                <c:pt idx="14979">
                  <c:v>0.17336805555532919</c:v>
                </c:pt>
                <c:pt idx="14980">
                  <c:v>0.17337962962483289</c:v>
                </c:pt>
                <c:pt idx="14981">
                  <c:v>0.17339120370161254</c:v>
                </c:pt>
                <c:pt idx="14982">
                  <c:v>0.17340277777839219</c:v>
                </c:pt>
                <c:pt idx="14983">
                  <c:v>0.17341435184789589</c:v>
                </c:pt>
                <c:pt idx="14984">
                  <c:v>0.17342592592467554</c:v>
                </c:pt>
                <c:pt idx="14985">
                  <c:v>0.17343749999417923</c:v>
                </c:pt>
                <c:pt idx="14986">
                  <c:v>0.17344907407095889</c:v>
                </c:pt>
                <c:pt idx="14987">
                  <c:v>0.17346064814773854</c:v>
                </c:pt>
                <c:pt idx="14988">
                  <c:v>0.17347222221724223</c:v>
                </c:pt>
                <c:pt idx="14989">
                  <c:v>0.17348379629402189</c:v>
                </c:pt>
                <c:pt idx="14990">
                  <c:v>0.17349537037080154</c:v>
                </c:pt>
                <c:pt idx="14991">
                  <c:v>0.17350694444030523</c:v>
                </c:pt>
                <c:pt idx="14992">
                  <c:v>0.17351851851708489</c:v>
                </c:pt>
                <c:pt idx="14993">
                  <c:v>0.17353009259386454</c:v>
                </c:pt>
                <c:pt idx="14994">
                  <c:v>0.17354166666336823</c:v>
                </c:pt>
                <c:pt idx="14995">
                  <c:v>0.17355324074014788</c:v>
                </c:pt>
                <c:pt idx="14996">
                  <c:v>0.17356481480965158</c:v>
                </c:pt>
                <c:pt idx="14997">
                  <c:v>0.17357638888643123</c:v>
                </c:pt>
                <c:pt idx="14998">
                  <c:v>0.17358796296321088</c:v>
                </c:pt>
                <c:pt idx="14999">
                  <c:v>0.17359953703271458</c:v>
                </c:pt>
                <c:pt idx="15000">
                  <c:v>0.17361111110949423</c:v>
                </c:pt>
                <c:pt idx="15001">
                  <c:v>0.17362268518627388</c:v>
                </c:pt>
                <c:pt idx="15002">
                  <c:v>0.17363425925577758</c:v>
                </c:pt>
                <c:pt idx="15003">
                  <c:v>0.17364583333255723</c:v>
                </c:pt>
                <c:pt idx="15004">
                  <c:v>0.17365740740206093</c:v>
                </c:pt>
                <c:pt idx="15005">
                  <c:v>0.17366898147884058</c:v>
                </c:pt>
                <c:pt idx="15006">
                  <c:v>0.17368055555562023</c:v>
                </c:pt>
                <c:pt idx="15007">
                  <c:v>0.17369212962512393</c:v>
                </c:pt>
                <c:pt idx="15008">
                  <c:v>0.17370370370190358</c:v>
                </c:pt>
                <c:pt idx="15009">
                  <c:v>0.17371527777868323</c:v>
                </c:pt>
                <c:pt idx="15010">
                  <c:v>0.17372685184818693</c:v>
                </c:pt>
                <c:pt idx="15011">
                  <c:v>0.17373842592496658</c:v>
                </c:pt>
                <c:pt idx="15012">
                  <c:v>0.17374999999447027</c:v>
                </c:pt>
                <c:pt idx="15013">
                  <c:v>0.17376157407124992</c:v>
                </c:pt>
                <c:pt idx="15014">
                  <c:v>0.17377314814802958</c:v>
                </c:pt>
                <c:pt idx="15015">
                  <c:v>0.17378472221753327</c:v>
                </c:pt>
                <c:pt idx="15016">
                  <c:v>0.17379629629431292</c:v>
                </c:pt>
                <c:pt idx="15017">
                  <c:v>0.17380787037109258</c:v>
                </c:pt>
                <c:pt idx="15018">
                  <c:v>0.17381944444059627</c:v>
                </c:pt>
                <c:pt idx="15019">
                  <c:v>0.17383101851737592</c:v>
                </c:pt>
                <c:pt idx="15020">
                  <c:v>0.17384259258687962</c:v>
                </c:pt>
                <c:pt idx="15021">
                  <c:v>0.17385416666365927</c:v>
                </c:pt>
                <c:pt idx="15022">
                  <c:v>0.17386574074043892</c:v>
                </c:pt>
                <c:pt idx="15023">
                  <c:v>0.17387731480994262</c:v>
                </c:pt>
                <c:pt idx="15024">
                  <c:v>0.17388888888672227</c:v>
                </c:pt>
                <c:pt idx="15025">
                  <c:v>0.17390046296350192</c:v>
                </c:pt>
                <c:pt idx="15026">
                  <c:v>0.17391203703300562</c:v>
                </c:pt>
                <c:pt idx="15027">
                  <c:v>0.17392361110978527</c:v>
                </c:pt>
                <c:pt idx="15028">
                  <c:v>0.17393518517928896</c:v>
                </c:pt>
                <c:pt idx="15029">
                  <c:v>0.17394675925606862</c:v>
                </c:pt>
                <c:pt idx="15030">
                  <c:v>0.17395833333284827</c:v>
                </c:pt>
                <c:pt idx="15031">
                  <c:v>0.17396990740235196</c:v>
                </c:pt>
                <c:pt idx="15032">
                  <c:v>0.17398148147913162</c:v>
                </c:pt>
                <c:pt idx="15033">
                  <c:v>0.17399305555591127</c:v>
                </c:pt>
                <c:pt idx="15034">
                  <c:v>0.17400462962541496</c:v>
                </c:pt>
                <c:pt idx="15035">
                  <c:v>0.17401620370219462</c:v>
                </c:pt>
                <c:pt idx="15036">
                  <c:v>0.17402777777897427</c:v>
                </c:pt>
                <c:pt idx="15037">
                  <c:v>0.17403935184847796</c:v>
                </c:pt>
                <c:pt idx="15038">
                  <c:v>0.17405092592525762</c:v>
                </c:pt>
                <c:pt idx="15039">
                  <c:v>0.17406249999476131</c:v>
                </c:pt>
                <c:pt idx="15040">
                  <c:v>0.17407407407154096</c:v>
                </c:pt>
                <c:pt idx="15041">
                  <c:v>0.17408564814832062</c:v>
                </c:pt>
                <c:pt idx="15042">
                  <c:v>0.17409722221782431</c:v>
                </c:pt>
                <c:pt idx="15043">
                  <c:v>0.17410879629460396</c:v>
                </c:pt>
                <c:pt idx="15044">
                  <c:v>0.17412037037138361</c:v>
                </c:pt>
                <c:pt idx="15045">
                  <c:v>0.17413194444088731</c:v>
                </c:pt>
                <c:pt idx="15046">
                  <c:v>0.17414351851766696</c:v>
                </c:pt>
                <c:pt idx="15047">
                  <c:v>0.17415509258717066</c:v>
                </c:pt>
                <c:pt idx="15048">
                  <c:v>0.17416666666395031</c:v>
                </c:pt>
                <c:pt idx="15049">
                  <c:v>0.17417824074072996</c:v>
                </c:pt>
                <c:pt idx="15050">
                  <c:v>0.17418981481023366</c:v>
                </c:pt>
                <c:pt idx="15051">
                  <c:v>0.17420138888701331</c:v>
                </c:pt>
                <c:pt idx="15052">
                  <c:v>0.17421296296379296</c:v>
                </c:pt>
                <c:pt idx="15053">
                  <c:v>0.17422453703329666</c:v>
                </c:pt>
                <c:pt idx="15054">
                  <c:v>0.17423611111007631</c:v>
                </c:pt>
                <c:pt idx="15055">
                  <c:v>0.17424768517958</c:v>
                </c:pt>
                <c:pt idx="15056">
                  <c:v>0.17425925925635966</c:v>
                </c:pt>
                <c:pt idx="15057">
                  <c:v>0.17427083333313931</c:v>
                </c:pt>
                <c:pt idx="15058">
                  <c:v>0.174282407402643</c:v>
                </c:pt>
                <c:pt idx="15059">
                  <c:v>0.17429398147942265</c:v>
                </c:pt>
                <c:pt idx="15060">
                  <c:v>0.17430555555620231</c:v>
                </c:pt>
                <c:pt idx="15061">
                  <c:v>0.174317129625706</c:v>
                </c:pt>
                <c:pt idx="15062">
                  <c:v>0.17432870370248565</c:v>
                </c:pt>
                <c:pt idx="15063">
                  <c:v>0.17434027777198935</c:v>
                </c:pt>
                <c:pt idx="15064">
                  <c:v>0.174351851848769</c:v>
                </c:pt>
                <c:pt idx="15065">
                  <c:v>0.17436342592554865</c:v>
                </c:pt>
                <c:pt idx="15066">
                  <c:v>0.17437499999505235</c:v>
                </c:pt>
                <c:pt idx="15067">
                  <c:v>0.174386574071832</c:v>
                </c:pt>
                <c:pt idx="15068">
                  <c:v>0.17439814814861165</c:v>
                </c:pt>
                <c:pt idx="15069">
                  <c:v>0.17440972221811535</c:v>
                </c:pt>
                <c:pt idx="15070">
                  <c:v>0.174421296294895</c:v>
                </c:pt>
                <c:pt idx="15071">
                  <c:v>0.17443287037167465</c:v>
                </c:pt>
                <c:pt idx="15072">
                  <c:v>0.17444444444117835</c:v>
                </c:pt>
                <c:pt idx="15073">
                  <c:v>0.174456018517958</c:v>
                </c:pt>
                <c:pt idx="15074">
                  <c:v>0.1744675925874617</c:v>
                </c:pt>
                <c:pt idx="15075">
                  <c:v>0.17447916666424135</c:v>
                </c:pt>
                <c:pt idx="15076">
                  <c:v>0.174490740741021</c:v>
                </c:pt>
                <c:pt idx="15077">
                  <c:v>0.17450231481052469</c:v>
                </c:pt>
                <c:pt idx="15078">
                  <c:v>0.17451388888730435</c:v>
                </c:pt>
                <c:pt idx="15079">
                  <c:v>0.174525462964084</c:v>
                </c:pt>
                <c:pt idx="15080">
                  <c:v>0.17453703703358769</c:v>
                </c:pt>
                <c:pt idx="15081">
                  <c:v>0.17454861111036735</c:v>
                </c:pt>
                <c:pt idx="15082">
                  <c:v>0.17456018517987104</c:v>
                </c:pt>
                <c:pt idx="15083">
                  <c:v>0.17457175925665069</c:v>
                </c:pt>
                <c:pt idx="15084">
                  <c:v>0.17458333333343035</c:v>
                </c:pt>
                <c:pt idx="15085">
                  <c:v>0.17459490740293404</c:v>
                </c:pt>
                <c:pt idx="15086">
                  <c:v>0.17460648147971369</c:v>
                </c:pt>
                <c:pt idx="15087">
                  <c:v>0.17461805555649335</c:v>
                </c:pt>
                <c:pt idx="15088">
                  <c:v>0.17462962962599704</c:v>
                </c:pt>
                <c:pt idx="15089">
                  <c:v>0.17464120370277669</c:v>
                </c:pt>
                <c:pt idx="15090">
                  <c:v>0.17465277777228039</c:v>
                </c:pt>
                <c:pt idx="15091">
                  <c:v>0.17466435184906004</c:v>
                </c:pt>
                <c:pt idx="15092">
                  <c:v>0.17467592592583969</c:v>
                </c:pt>
                <c:pt idx="15093">
                  <c:v>0.17468749999534339</c:v>
                </c:pt>
                <c:pt idx="15094">
                  <c:v>0.17469907407212304</c:v>
                </c:pt>
                <c:pt idx="15095">
                  <c:v>0.17471064814890269</c:v>
                </c:pt>
                <c:pt idx="15096">
                  <c:v>0.17472222221840639</c:v>
                </c:pt>
                <c:pt idx="15097">
                  <c:v>0.17473379629518604</c:v>
                </c:pt>
                <c:pt idx="15098">
                  <c:v>0.17474537036468973</c:v>
                </c:pt>
                <c:pt idx="15099">
                  <c:v>0.17475694444146939</c:v>
                </c:pt>
                <c:pt idx="15100">
                  <c:v>0.17476851851824904</c:v>
                </c:pt>
                <c:pt idx="15101">
                  <c:v>0.17478009258775273</c:v>
                </c:pt>
                <c:pt idx="15102">
                  <c:v>0.17479166666453239</c:v>
                </c:pt>
                <c:pt idx="15103">
                  <c:v>0.17480324074131204</c:v>
                </c:pt>
                <c:pt idx="15104">
                  <c:v>0.17481481481081573</c:v>
                </c:pt>
                <c:pt idx="15105">
                  <c:v>0.17482638888759539</c:v>
                </c:pt>
                <c:pt idx="15106">
                  <c:v>0.17483796295709908</c:v>
                </c:pt>
                <c:pt idx="15107">
                  <c:v>0.17484953703387873</c:v>
                </c:pt>
                <c:pt idx="15108">
                  <c:v>0.17486111111065838</c:v>
                </c:pt>
                <c:pt idx="15109">
                  <c:v>0.17487268518016208</c:v>
                </c:pt>
                <c:pt idx="15110">
                  <c:v>0.17488425925694173</c:v>
                </c:pt>
                <c:pt idx="15111">
                  <c:v>0.17489583333372138</c:v>
                </c:pt>
                <c:pt idx="15112">
                  <c:v>0.17490740740322508</c:v>
                </c:pt>
                <c:pt idx="15113">
                  <c:v>0.17491898148000473</c:v>
                </c:pt>
                <c:pt idx="15114">
                  <c:v>0.17493055555678438</c:v>
                </c:pt>
                <c:pt idx="15115">
                  <c:v>0.17494212962628808</c:v>
                </c:pt>
                <c:pt idx="15116">
                  <c:v>0.17495370370306773</c:v>
                </c:pt>
                <c:pt idx="15117">
                  <c:v>0.17496527777257143</c:v>
                </c:pt>
                <c:pt idx="15118">
                  <c:v>0.17497685184935108</c:v>
                </c:pt>
                <c:pt idx="15119">
                  <c:v>0.17498842592613073</c:v>
                </c:pt>
                <c:pt idx="15120">
                  <c:v>0.17499999999563443</c:v>
                </c:pt>
                <c:pt idx="15121">
                  <c:v>0.17501157407241408</c:v>
                </c:pt>
                <c:pt idx="15122">
                  <c:v>0.17502314814919373</c:v>
                </c:pt>
                <c:pt idx="15123">
                  <c:v>0.17503472221869742</c:v>
                </c:pt>
                <c:pt idx="15124">
                  <c:v>0.17504629629547708</c:v>
                </c:pt>
                <c:pt idx="15125">
                  <c:v>0.17505787036498077</c:v>
                </c:pt>
                <c:pt idx="15126">
                  <c:v>0.17506944444176042</c:v>
                </c:pt>
                <c:pt idx="15127">
                  <c:v>0.17508101851854008</c:v>
                </c:pt>
                <c:pt idx="15128">
                  <c:v>0.17509259258804377</c:v>
                </c:pt>
                <c:pt idx="15129">
                  <c:v>0.17510416666482342</c:v>
                </c:pt>
                <c:pt idx="15130">
                  <c:v>0.17511574074160308</c:v>
                </c:pt>
                <c:pt idx="15131">
                  <c:v>0.17512731481110677</c:v>
                </c:pt>
                <c:pt idx="15132">
                  <c:v>0.17513888888788642</c:v>
                </c:pt>
                <c:pt idx="15133">
                  <c:v>0.17515046295739012</c:v>
                </c:pt>
                <c:pt idx="15134">
                  <c:v>0.17516203703416977</c:v>
                </c:pt>
                <c:pt idx="15135">
                  <c:v>0.17517361111094942</c:v>
                </c:pt>
                <c:pt idx="15136">
                  <c:v>0.17518518518045312</c:v>
                </c:pt>
                <c:pt idx="15137">
                  <c:v>0.17519675925723277</c:v>
                </c:pt>
                <c:pt idx="15138">
                  <c:v>0.17520833333401242</c:v>
                </c:pt>
                <c:pt idx="15139">
                  <c:v>0.17521990740351612</c:v>
                </c:pt>
                <c:pt idx="15140">
                  <c:v>0.17523148148029577</c:v>
                </c:pt>
                <c:pt idx="15141">
                  <c:v>0.17524305554979946</c:v>
                </c:pt>
                <c:pt idx="15142">
                  <c:v>0.17525462962657912</c:v>
                </c:pt>
                <c:pt idx="15143">
                  <c:v>0.17526620370335877</c:v>
                </c:pt>
                <c:pt idx="15144">
                  <c:v>0.17527777777286246</c:v>
                </c:pt>
                <c:pt idx="15145">
                  <c:v>0.17528935184964212</c:v>
                </c:pt>
                <c:pt idx="15146">
                  <c:v>0.17530092592642177</c:v>
                </c:pt>
                <c:pt idx="15147">
                  <c:v>0.17531249999592546</c:v>
                </c:pt>
                <c:pt idx="15148">
                  <c:v>0.17532407407270512</c:v>
                </c:pt>
                <c:pt idx="15149">
                  <c:v>0.17533564814948477</c:v>
                </c:pt>
                <c:pt idx="15150">
                  <c:v>0.17534722221898846</c:v>
                </c:pt>
                <c:pt idx="15151">
                  <c:v>0.17535879629576812</c:v>
                </c:pt>
                <c:pt idx="15152">
                  <c:v>0.17537037036527181</c:v>
                </c:pt>
                <c:pt idx="15153">
                  <c:v>0.17538194444205146</c:v>
                </c:pt>
                <c:pt idx="15154">
                  <c:v>0.17539351851883112</c:v>
                </c:pt>
                <c:pt idx="15155">
                  <c:v>0.17540509258833481</c:v>
                </c:pt>
                <c:pt idx="15156">
                  <c:v>0.17541666666511446</c:v>
                </c:pt>
                <c:pt idx="15157">
                  <c:v>0.17542824074189411</c:v>
                </c:pt>
                <c:pt idx="15158">
                  <c:v>0.17543981481139781</c:v>
                </c:pt>
                <c:pt idx="15159">
                  <c:v>0.17545138888817746</c:v>
                </c:pt>
                <c:pt idx="15160">
                  <c:v>0.17546296295768116</c:v>
                </c:pt>
                <c:pt idx="15161">
                  <c:v>0.17547453703446081</c:v>
                </c:pt>
                <c:pt idx="15162">
                  <c:v>0.17548611111124046</c:v>
                </c:pt>
                <c:pt idx="15163">
                  <c:v>0.17549768518074416</c:v>
                </c:pt>
                <c:pt idx="15164">
                  <c:v>0.17550925925752381</c:v>
                </c:pt>
                <c:pt idx="15165">
                  <c:v>0.17552083333430346</c:v>
                </c:pt>
                <c:pt idx="15166">
                  <c:v>0.17553240740380716</c:v>
                </c:pt>
                <c:pt idx="15167">
                  <c:v>0.17554398148058681</c:v>
                </c:pt>
                <c:pt idx="15168">
                  <c:v>0.1755555555500905</c:v>
                </c:pt>
                <c:pt idx="15169">
                  <c:v>0.17556712962687016</c:v>
                </c:pt>
                <c:pt idx="15170">
                  <c:v>0.17557870370364981</c:v>
                </c:pt>
                <c:pt idx="15171">
                  <c:v>0.1755902777731535</c:v>
                </c:pt>
                <c:pt idx="15172">
                  <c:v>0.17560185184993315</c:v>
                </c:pt>
                <c:pt idx="15173">
                  <c:v>0.17561342592671281</c:v>
                </c:pt>
                <c:pt idx="15174">
                  <c:v>0.1756249999962165</c:v>
                </c:pt>
                <c:pt idx="15175">
                  <c:v>0.17563657407299615</c:v>
                </c:pt>
                <c:pt idx="15176">
                  <c:v>0.17564814814249985</c:v>
                </c:pt>
                <c:pt idx="15177">
                  <c:v>0.1756597222192795</c:v>
                </c:pt>
                <c:pt idx="15178">
                  <c:v>0.17567129629605915</c:v>
                </c:pt>
                <c:pt idx="15179">
                  <c:v>0.17568287036556285</c:v>
                </c:pt>
                <c:pt idx="15180">
                  <c:v>0.1756944444423425</c:v>
                </c:pt>
                <c:pt idx="15181">
                  <c:v>0.17570601851912215</c:v>
                </c:pt>
                <c:pt idx="15182">
                  <c:v>0.17571759258862585</c:v>
                </c:pt>
                <c:pt idx="15183">
                  <c:v>0.1757291666654055</c:v>
                </c:pt>
                <c:pt idx="15184">
                  <c:v>0.1757407407349092</c:v>
                </c:pt>
                <c:pt idx="15185">
                  <c:v>0.17575231481168885</c:v>
                </c:pt>
                <c:pt idx="15186">
                  <c:v>0.1757638888884685</c:v>
                </c:pt>
                <c:pt idx="15187">
                  <c:v>0.17577546295797219</c:v>
                </c:pt>
                <c:pt idx="15188">
                  <c:v>0.17578703703475185</c:v>
                </c:pt>
                <c:pt idx="15189">
                  <c:v>0.1757986111115315</c:v>
                </c:pt>
                <c:pt idx="15190">
                  <c:v>0.17581018518103519</c:v>
                </c:pt>
                <c:pt idx="15191">
                  <c:v>0.17582175925781485</c:v>
                </c:pt>
                <c:pt idx="15192">
                  <c:v>0.1758333333345945</c:v>
                </c:pt>
                <c:pt idx="15193">
                  <c:v>0.17584490740409819</c:v>
                </c:pt>
                <c:pt idx="15194">
                  <c:v>0.17585648148087785</c:v>
                </c:pt>
                <c:pt idx="15195">
                  <c:v>0.17586805555038154</c:v>
                </c:pt>
                <c:pt idx="15196">
                  <c:v>0.17587962962716119</c:v>
                </c:pt>
                <c:pt idx="15197">
                  <c:v>0.17589120370394085</c:v>
                </c:pt>
                <c:pt idx="15198">
                  <c:v>0.17590277777344454</c:v>
                </c:pt>
                <c:pt idx="15199">
                  <c:v>0.17591435185022419</c:v>
                </c:pt>
                <c:pt idx="15200">
                  <c:v>0.17592592592700385</c:v>
                </c:pt>
                <c:pt idx="15201">
                  <c:v>0.17593749999650754</c:v>
                </c:pt>
                <c:pt idx="15202">
                  <c:v>0.17594907407328719</c:v>
                </c:pt>
                <c:pt idx="15203">
                  <c:v>0.17596064814279089</c:v>
                </c:pt>
                <c:pt idx="15204">
                  <c:v>0.17597222221957054</c:v>
                </c:pt>
                <c:pt idx="15205">
                  <c:v>0.17598379629635019</c:v>
                </c:pt>
                <c:pt idx="15206">
                  <c:v>0.17599537036585389</c:v>
                </c:pt>
                <c:pt idx="15207">
                  <c:v>0.17600694444263354</c:v>
                </c:pt>
                <c:pt idx="15208">
                  <c:v>0.17601851851941319</c:v>
                </c:pt>
                <c:pt idx="15209">
                  <c:v>0.17603009258891689</c:v>
                </c:pt>
                <c:pt idx="15210">
                  <c:v>0.17604166666569654</c:v>
                </c:pt>
                <c:pt idx="15211">
                  <c:v>0.17605324073520023</c:v>
                </c:pt>
                <c:pt idx="15212">
                  <c:v>0.17606481481197989</c:v>
                </c:pt>
                <c:pt idx="15213">
                  <c:v>0.17607638888875954</c:v>
                </c:pt>
                <c:pt idx="15214">
                  <c:v>0.17608796295826323</c:v>
                </c:pt>
                <c:pt idx="15215">
                  <c:v>0.17609953703504289</c:v>
                </c:pt>
                <c:pt idx="15216">
                  <c:v>0.17611111111182254</c:v>
                </c:pt>
                <c:pt idx="15217">
                  <c:v>0.17612268518132623</c:v>
                </c:pt>
                <c:pt idx="15218">
                  <c:v>0.17613425925810589</c:v>
                </c:pt>
                <c:pt idx="15219">
                  <c:v>0.17614583332760958</c:v>
                </c:pt>
                <c:pt idx="15220">
                  <c:v>0.17615740740438923</c:v>
                </c:pt>
                <c:pt idx="15221">
                  <c:v>0.17616898148116888</c:v>
                </c:pt>
                <c:pt idx="15222">
                  <c:v>0.17618055555067258</c:v>
                </c:pt>
                <c:pt idx="15223">
                  <c:v>0.17619212962745223</c:v>
                </c:pt>
                <c:pt idx="15224">
                  <c:v>0.17620370370423188</c:v>
                </c:pt>
                <c:pt idx="15225">
                  <c:v>0.17621527777373558</c:v>
                </c:pt>
                <c:pt idx="15226">
                  <c:v>0.17622685185051523</c:v>
                </c:pt>
                <c:pt idx="15227">
                  <c:v>0.17623842592001893</c:v>
                </c:pt>
                <c:pt idx="15228">
                  <c:v>0.17624999999679858</c:v>
                </c:pt>
                <c:pt idx="15229">
                  <c:v>0.17626157407357823</c:v>
                </c:pt>
                <c:pt idx="15230">
                  <c:v>0.17627314814308193</c:v>
                </c:pt>
                <c:pt idx="15231">
                  <c:v>0.17628472221986158</c:v>
                </c:pt>
                <c:pt idx="15232">
                  <c:v>0.17629629629664123</c:v>
                </c:pt>
                <c:pt idx="15233">
                  <c:v>0.17630787036614493</c:v>
                </c:pt>
                <c:pt idx="15234">
                  <c:v>0.17631944444292458</c:v>
                </c:pt>
                <c:pt idx="15235">
                  <c:v>0.17633101851970423</c:v>
                </c:pt>
                <c:pt idx="15236">
                  <c:v>0.17634259258920792</c:v>
                </c:pt>
                <c:pt idx="15237">
                  <c:v>0.17635416666598758</c:v>
                </c:pt>
                <c:pt idx="15238">
                  <c:v>0.17636574073549127</c:v>
                </c:pt>
                <c:pt idx="15239">
                  <c:v>0.17637731481227092</c:v>
                </c:pt>
                <c:pt idx="15240">
                  <c:v>0.17638888888905058</c:v>
                </c:pt>
                <c:pt idx="15241">
                  <c:v>0.17640046295855427</c:v>
                </c:pt>
                <c:pt idx="15242">
                  <c:v>0.17641203703533392</c:v>
                </c:pt>
                <c:pt idx="15243">
                  <c:v>0.17642361111211358</c:v>
                </c:pt>
                <c:pt idx="15244">
                  <c:v>0.17643518518161727</c:v>
                </c:pt>
                <c:pt idx="15245">
                  <c:v>0.17644675925839692</c:v>
                </c:pt>
                <c:pt idx="15246">
                  <c:v>0.17645833332790062</c:v>
                </c:pt>
                <c:pt idx="15247">
                  <c:v>0.17646990740468027</c:v>
                </c:pt>
                <c:pt idx="15248">
                  <c:v>0.17648148148145992</c:v>
                </c:pt>
                <c:pt idx="15249">
                  <c:v>0.17649305555096362</c:v>
                </c:pt>
                <c:pt idx="15250">
                  <c:v>0.17650462962774327</c:v>
                </c:pt>
                <c:pt idx="15251">
                  <c:v>0.17651620370452292</c:v>
                </c:pt>
                <c:pt idx="15252">
                  <c:v>0.17652777777402662</c:v>
                </c:pt>
                <c:pt idx="15253">
                  <c:v>0.17653935185080627</c:v>
                </c:pt>
                <c:pt idx="15254">
                  <c:v>0.17655092592030996</c:v>
                </c:pt>
                <c:pt idx="15255">
                  <c:v>0.17656249999708962</c:v>
                </c:pt>
                <c:pt idx="15256">
                  <c:v>0.17657407407386927</c:v>
                </c:pt>
                <c:pt idx="15257">
                  <c:v>0.17658564814337296</c:v>
                </c:pt>
                <c:pt idx="15258">
                  <c:v>0.17659722222015262</c:v>
                </c:pt>
                <c:pt idx="15259">
                  <c:v>0.17660879629693227</c:v>
                </c:pt>
                <c:pt idx="15260">
                  <c:v>0.17662037036643596</c:v>
                </c:pt>
                <c:pt idx="15261">
                  <c:v>0.17663194444321562</c:v>
                </c:pt>
                <c:pt idx="15262">
                  <c:v>0.17664351851271931</c:v>
                </c:pt>
                <c:pt idx="15263">
                  <c:v>0.17665509258949896</c:v>
                </c:pt>
                <c:pt idx="15264">
                  <c:v>0.17666666666627862</c:v>
                </c:pt>
                <c:pt idx="15265">
                  <c:v>0.17667824073578231</c:v>
                </c:pt>
                <c:pt idx="15266">
                  <c:v>0.17668981481256196</c:v>
                </c:pt>
                <c:pt idx="15267">
                  <c:v>0.17670138888934162</c:v>
                </c:pt>
                <c:pt idx="15268">
                  <c:v>0.17671296295884531</c:v>
                </c:pt>
                <c:pt idx="15269">
                  <c:v>0.17672453703562496</c:v>
                </c:pt>
                <c:pt idx="15270">
                  <c:v>0.17673611111240461</c:v>
                </c:pt>
                <c:pt idx="15271">
                  <c:v>0.17674768518190831</c:v>
                </c:pt>
                <c:pt idx="15272">
                  <c:v>0.17675925925868796</c:v>
                </c:pt>
                <c:pt idx="15273">
                  <c:v>0.17677083332819166</c:v>
                </c:pt>
                <c:pt idx="15274">
                  <c:v>0.17678240740497131</c:v>
                </c:pt>
                <c:pt idx="15275">
                  <c:v>0.17679398148175096</c:v>
                </c:pt>
                <c:pt idx="15276">
                  <c:v>0.17680555555125466</c:v>
                </c:pt>
                <c:pt idx="15277">
                  <c:v>0.17681712962803431</c:v>
                </c:pt>
                <c:pt idx="15278">
                  <c:v>0.17682870370481396</c:v>
                </c:pt>
                <c:pt idx="15279">
                  <c:v>0.17684027777431766</c:v>
                </c:pt>
                <c:pt idx="15280">
                  <c:v>0.17685185185109731</c:v>
                </c:pt>
                <c:pt idx="15281">
                  <c:v>0.176863425920601</c:v>
                </c:pt>
                <c:pt idx="15282">
                  <c:v>0.17687499999738066</c:v>
                </c:pt>
                <c:pt idx="15283">
                  <c:v>0.17688657407416031</c:v>
                </c:pt>
                <c:pt idx="15284">
                  <c:v>0.176898148143664</c:v>
                </c:pt>
                <c:pt idx="15285">
                  <c:v>0.17690972222044365</c:v>
                </c:pt>
                <c:pt idx="15286">
                  <c:v>0.17692129629722331</c:v>
                </c:pt>
                <c:pt idx="15287">
                  <c:v>0.176932870366727</c:v>
                </c:pt>
                <c:pt idx="15288">
                  <c:v>0.17694444444350665</c:v>
                </c:pt>
                <c:pt idx="15289">
                  <c:v>0.17695601851301035</c:v>
                </c:pt>
                <c:pt idx="15290">
                  <c:v>0.17696759258979</c:v>
                </c:pt>
                <c:pt idx="15291">
                  <c:v>0.17697916666656965</c:v>
                </c:pt>
                <c:pt idx="15292">
                  <c:v>0.17699074073607335</c:v>
                </c:pt>
                <c:pt idx="15293">
                  <c:v>0.177002314812853</c:v>
                </c:pt>
                <c:pt idx="15294">
                  <c:v>0.17701388888963265</c:v>
                </c:pt>
                <c:pt idx="15295">
                  <c:v>0.17702546295913635</c:v>
                </c:pt>
                <c:pt idx="15296">
                  <c:v>0.177037037035916</c:v>
                </c:pt>
                <c:pt idx="15297">
                  <c:v>0.1770486111054197</c:v>
                </c:pt>
                <c:pt idx="15298">
                  <c:v>0.17706018518219935</c:v>
                </c:pt>
                <c:pt idx="15299">
                  <c:v>0.177071759258979</c:v>
                </c:pt>
                <c:pt idx="15300">
                  <c:v>0.17708333332848269</c:v>
                </c:pt>
                <c:pt idx="15301">
                  <c:v>0.17709490740526235</c:v>
                </c:pt>
                <c:pt idx="15302">
                  <c:v>0.177106481482042</c:v>
                </c:pt>
                <c:pt idx="15303">
                  <c:v>0.17711805555154569</c:v>
                </c:pt>
                <c:pt idx="15304">
                  <c:v>0.17712962962832535</c:v>
                </c:pt>
                <c:pt idx="15305">
                  <c:v>0.17714120369782904</c:v>
                </c:pt>
                <c:pt idx="15306">
                  <c:v>0.17715277777460869</c:v>
                </c:pt>
                <c:pt idx="15307">
                  <c:v>0.17716435185138835</c:v>
                </c:pt>
                <c:pt idx="15308">
                  <c:v>0.17717592592089204</c:v>
                </c:pt>
                <c:pt idx="15309">
                  <c:v>0.17718749999767169</c:v>
                </c:pt>
                <c:pt idx="15310">
                  <c:v>0.17719907407445135</c:v>
                </c:pt>
                <c:pt idx="15311">
                  <c:v>0.17721064814395504</c:v>
                </c:pt>
                <c:pt idx="15312">
                  <c:v>0.17722222222073469</c:v>
                </c:pt>
                <c:pt idx="15313">
                  <c:v>0.17723379629751435</c:v>
                </c:pt>
                <c:pt idx="15314">
                  <c:v>0.17724537036701804</c:v>
                </c:pt>
                <c:pt idx="15315">
                  <c:v>0.17725694444379769</c:v>
                </c:pt>
                <c:pt idx="15316">
                  <c:v>0.17726851851330139</c:v>
                </c:pt>
                <c:pt idx="15317">
                  <c:v>0.17728009259008104</c:v>
                </c:pt>
                <c:pt idx="15318">
                  <c:v>0.17729166666686069</c:v>
                </c:pt>
                <c:pt idx="15319">
                  <c:v>0.17730324073636439</c:v>
                </c:pt>
                <c:pt idx="15320">
                  <c:v>0.17731481481314404</c:v>
                </c:pt>
                <c:pt idx="15321">
                  <c:v>0.17732638888992369</c:v>
                </c:pt>
                <c:pt idx="15322">
                  <c:v>0.17733796295942739</c:v>
                </c:pt>
                <c:pt idx="15323">
                  <c:v>0.17734953703620704</c:v>
                </c:pt>
                <c:pt idx="15324">
                  <c:v>0.17736111110571073</c:v>
                </c:pt>
                <c:pt idx="15325">
                  <c:v>0.17737268518249039</c:v>
                </c:pt>
                <c:pt idx="15326">
                  <c:v>0.17738425925927004</c:v>
                </c:pt>
                <c:pt idx="15327">
                  <c:v>0.17739583332877373</c:v>
                </c:pt>
                <c:pt idx="15328">
                  <c:v>0.17740740740555339</c:v>
                </c:pt>
                <c:pt idx="15329">
                  <c:v>0.17741898148233304</c:v>
                </c:pt>
                <c:pt idx="15330">
                  <c:v>0.17743055555183673</c:v>
                </c:pt>
                <c:pt idx="15331">
                  <c:v>0.17744212962861639</c:v>
                </c:pt>
                <c:pt idx="15332">
                  <c:v>0.17745370369812008</c:v>
                </c:pt>
                <c:pt idx="15333">
                  <c:v>0.17746527777489973</c:v>
                </c:pt>
                <c:pt idx="15334">
                  <c:v>0.17747685185167938</c:v>
                </c:pt>
                <c:pt idx="15335">
                  <c:v>0.17748842592118308</c:v>
                </c:pt>
                <c:pt idx="15336">
                  <c:v>0.17749999999796273</c:v>
                </c:pt>
                <c:pt idx="15337">
                  <c:v>0.17751157407474238</c:v>
                </c:pt>
                <c:pt idx="15338">
                  <c:v>0.17752314814424608</c:v>
                </c:pt>
                <c:pt idx="15339">
                  <c:v>0.17753472222102573</c:v>
                </c:pt>
                <c:pt idx="15340">
                  <c:v>0.17754629629052943</c:v>
                </c:pt>
                <c:pt idx="15341">
                  <c:v>0.17755787036730908</c:v>
                </c:pt>
                <c:pt idx="15342">
                  <c:v>0.17756944444408873</c:v>
                </c:pt>
                <c:pt idx="15343">
                  <c:v>0.17758101851359243</c:v>
                </c:pt>
                <c:pt idx="15344">
                  <c:v>0.17759259259037208</c:v>
                </c:pt>
                <c:pt idx="15345">
                  <c:v>0.17760416666715173</c:v>
                </c:pt>
                <c:pt idx="15346">
                  <c:v>0.17761574073665543</c:v>
                </c:pt>
                <c:pt idx="15347">
                  <c:v>0.17762731481343508</c:v>
                </c:pt>
                <c:pt idx="15348">
                  <c:v>0.17763888889021473</c:v>
                </c:pt>
                <c:pt idx="15349">
                  <c:v>0.17765046295971842</c:v>
                </c:pt>
                <c:pt idx="15350">
                  <c:v>0.17766203703649808</c:v>
                </c:pt>
                <c:pt idx="15351">
                  <c:v>0.17767361110600177</c:v>
                </c:pt>
                <c:pt idx="15352">
                  <c:v>0.17768518518278142</c:v>
                </c:pt>
                <c:pt idx="15353">
                  <c:v>0.17769675925956108</c:v>
                </c:pt>
                <c:pt idx="15354">
                  <c:v>0.17770833332906477</c:v>
                </c:pt>
                <c:pt idx="15355">
                  <c:v>0.17771990740584442</c:v>
                </c:pt>
                <c:pt idx="15356">
                  <c:v>0.17773148148262408</c:v>
                </c:pt>
                <c:pt idx="15357">
                  <c:v>0.17774305555212777</c:v>
                </c:pt>
                <c:pt idx="15358">
                  <c:v>0.17775462962890742</c:v>
                </c:pt>
                <c:pt idx="15359">
                  <c:v>0.17776620369841112</c:v>
                </c:pt>
                <c:pt idx="15360">
                  <c:v>0.17777777777519077</c:v>
                </c:pt>
                <c:pt idx="15361">
                  <c:v>0.17778935185197042</c:v>
                </c:pt>
                <c:pt idx="15362">
                  <c:v>0.17780092592147412</c:v>
                </c:pt>
                <c:pt idx="15363">
                  <c:v>0.17781249999825377</c:v>
                </c:pt>
                <c:pt idx="15364">
                  <c:v>0.17782407407503342</c:v>
                </c:pt>
                <c:pt idx="15365">
                  <c:v>0.17783564814453712</c:v>
                </c:pt>
                <c:pt idx="15366">
                  <c:v>0.17784722222131677</c:v>
                </c:pt>
                <c:pt idx="15367">
                  <c:v>0.17785879629082046</c:v>
                </c:pt>
                <c:pt idx="15368">
                  <c:v>0.17787037036760012</c:v>
                </c:pt>
                <c:pt idx="15369">
                  <c:v>0.17788194444437977</c:v>
                </c:pt>
                <c:pt idx="15370">
                  <c:v>0.17789351851388346</c:v>
                </c:pt>
                <c:pt idx="15371">
                  <c:v>0.17790509259066312</c:v>
                </c:pt>
                <c:pt idx="15372">
                  <c:v>0.17791666666744277</c:v>
                </c:pt>
                <c:pt idx="15373">
                  <c:v>0.17792824073694646</c:v>
                </c:pt>
                <c:pt idx="15374">
                  <c:v>0.17793981481372612</c:v>
                </c:pt>
                <c:pt idx="15375">
                  <c:v>0.17795138888322981</c:v>
                </c:pt>
                <c:pt idx="15376">
                  <c:v>0.17796296296000946</c:v>
                </c:pt>
                <c:pt idx="15377">
                  <c:v>0.17797453703678912</c:v>
                </c:pt>
                <c:pt idx="15378">
                  <c:v>0.17798611110629281</c:v>
                </c:pt>
                <c:pt idx="15379">
                  <c:v>0.17799768518307246</c:v>
                </c:pt>
                <c:pt idx="15380">
                  <c:v>0.17800925925985212</c:v>
                </c:pt>
                <c:pt idx="15381">
                  <c:v>0.17802083332935581</c:v>
                </c:pt>
                <c:pt idx="15382">
                  <c:v>0.17803240740613546</c:v>
                </c:pt>
                <c:pt idx="15383">
                  <c:v>0.17804398147563916</c:v>
                </c:pt>
                <c:pt idx="15384">
                  <c:v>0.17805555555241881</c:v>
                </c:pt>
                <c:pt idx="15385">
                  <c:v>0.17806712962919846</c:v>
                </c:pt>
                <c:pt idx="15386">
                  <c:v>0.17807870369870216</c:v>
                </c:pt>
                <c:pt idx="15387">
                  <c:v>0.17809027777548181</c:v>
                </c:pt>
                <c:pt idx="15388">
                  <c:v>0.17810185185226146</c:v>
                </c:pt>
                <c:pt idx="15389">
                  <c:v>0.17811342592176516</c:v>
                </c:pt>
                <c:pt idx="15390">
                  <c:v>0.17812499999854481</c:v>
                </c:pt>
                <c:pt idx="15391">
                  <c:v>0.17813657407532446</c:v>
                </c:pt>
                <c:pt idx="15392">
                  <c:v>0.17814814814482816</c:v>
                </c:pt>
                <c:pt idx="15393">
                  <c:v>0.17815972222160781</c:v>
                </c:pt>
                <c:pt idx="15394">
                  <c:v>0.1781712962911115</c:v>
                </c:pt>
                <c:pt idx="15395">
                  <c:v>0.17818287036789116</c:v>
                </c:pt>
                <c:pt idx="15396">
                  <c:v>0.17819444444467081</c:v>
                </c:pt>
                <c:pt idx="15397">
                  <c:v>0.1782060185141745</c:v>
                </c:pt>
                <c:pt idx="15398">
                  <c:v>0.17821759259095415</c:v>
                </c:pt>
                <c:pt idx="15399">
                  <c:v>0.17822916666773381</c:v>
                </c:pt>
                <c:pt idx="15400">
                  <c:v>0.1782407407372375</c:v>
                </c:pt>
                <c:pt idx="15401">
                  <c:v>0.17825231481401715</c:v>
                </c:pt>
                <c:pt idx="15402">
                  <c:v>0.17826388888352085</c:v>
                </c:pt>
                <c:pt idx="15403">
                  <c:v>0.1782754629603005</c:v>
                </c:pt>
                <c:pt idx="15404">
                  <c:v>0.17828703703708015</c:v>
                </c:pt>
                <c:pt idx="15405">
                  <c:v>0.17829861110658385</c:v>
                </c:pt>
                <c:pt idx="15406">
                  <c:v>0.1783101851833635</c:v>
                </c:pt>
                <c:pt idx="15407">
                  <c:v>0.17832175926014315</c:v>
                </c:pt>
                <c:pt idx="15408">
                  <c:v>0.17833333332964685</c:v>
                </c:pt>
                <c:pt idx="15409">
                  <c:v>0.1783449074064265</c:v>
                </c:pt>
                <c:pt idx="15410">
                  <c:v>0.1783564814759302</c:v>
                </c:pt>
                <c:pt idx="15411">
                  <c:v>0.17836805555270985</c:v>
                </c:pt>
                <c:pt idx="15412">
                  <c:v>0.1783796296294895</c:v>
                </c:pt>
                <c:pt idx="15413">
                  <c:v>0.17839120369899319</c:v>
                </c:pt>
                <c:pt idx="15414">
                  <c:v>0.17840277777577285</c:v>
                </c:pt>
                <c:pt idx="15415">
                  <c:v>0.1784143518525525</c:v>
                </c:pt>
                <c:pt idx="15416">
                  <c:v>0.17842592592205619</c:v>
                </c:pt>
                <c:pt idx="15417">
                  <c:v>0.17843749999883585</c:v>
                </c:pt>
                <c:pt idx="15418">
                  <c:v>0.17844907406833954</c:v>
                </c:pt>
                <c:pt idx="15419">
                  <c:v>0.17846064814511919</c:v>
                </c:pt>
                <c:pt idx="15420">
                  <c:v>0.17847222222189885</c:v>
                </c:pt>
                <c:pt idx="15421">
                  <c:v>0.17848379629140254</c:v>
                </c:pt>
                <c:pt idx="15422">
                  <c:v>0.17849537036818219</c:v>
                </c:pt>
                <c:pt idx="15423">
                  <c:v>0.17850694444496185</c:v>
                </c:pt>
                <c:pt idx="15424">
                  <c:v>0.17851851851446554</c:v>
                </c:pt>
                <c:pt idx="15425">
                  <c:v>0.17853009259124519</c:v>
                </c:pt>
                <c:pt idx="15426">
                  <c:v>0.17854166666074889</c:v>
                </c:pt>
                <c:pt idx="15427">
                  <c:v>0.17855324073752854</c:v>
                </c:pt>
                <c:pt idx="15428">
                  <c:v>0.17856481481430819</c:v>
                </c:pt>
                <c:pt idx="15429">
                  <c:v>0.17857638888381189</c:v>
                </c:pt>
                <c:pt idx="15430">
                  <c:v>0.17858796296059154</c:v>
                </c:pt>
                <c:pt idx="15431">
                  <c:v>0.17859953703737119</c:v>
                </c:pt>
                <c:pt idx="15432">
                  <c:v>0.17861111110687489</c:v>
                </c:pt>
                <c:pt idx="15433">
                  <c:v>0.17862268518365454</c:v>
                </c:pt>
                <c:pt idx="15434">
                  <c:v>0.17863425926043419</c:v>
                </c:pt>
                <c:pt idx="15435">
                  <c:v>0.17864583332993789</c:v>
                </c:pt>
                <c:pt idx="15436">
                  <c:v>0.17865740740671754</c:v>
                </c:pt>
                <c:pt idx="15437">
                  <c:v>0.17866898147622123</c:v>
                </c:pt>
                <c:pt idx="15438">
                  <c:v>0.17868055555300089</c:v>
                </c:pt>
                <c:pt idx="15439">
                  <c:v>0.17869212962978054</c:v>
                </c:pt>
                <c:pt idx="15440">
                  <c:v>0.17870370369928423</c:v>
                </c:pt>
                <c:pt idx="15441">
                  <c:v>0.17871527777606389</c:v>
                </c:pt>
                <c:pt idx="15442">
                  <c:v>0.17872685185284354</c:v>
                </c:pt>
                <c:pt idx="15443">
                  <c:v>0.17873842592234723</c:v>
                </c:pt>
                <c:pt idx="15444">
                  <c:v>0.17874999999912689</c:v>
                </c:pt>
                <c:pt idx="15445">
                  <c:v>0.17876157406863058</c:v>
                </c:pt>
                <c:pt idx="15446">
                  <c:v>0.17877314814541023</c:v>
                </c:pt>
                <c:pt idx="15447">
                  <c:v>0.17878472222218988</c:v>
                </c:pt>
                <c:pt idx="15448">
                  <c:v>0.17879629629169358</c:v>
                </c:pt>
                <c:pt idx="15449">
                  <c:v>0.17880787036847323</c:v>
                </c:pt>
                <c:pt idx="15450">
                  <c:v>0.17881944444525288</c:v>
                </c:pt>
                <c:pt idx="15451">
                  <c:v>0.17883101851475658</c:v>
                </c:pt>
                <c:pt idx="15452">
                  <c:v>0.17884259259153623</c:v>
                </c:pt>
                <c:pt idx="15453">
                  <c:v>0.17885416666103993</c:v>
                </c:pt>
                <c:pt idx="15454">
                  <c:v>0.17886574073781958</c:v>
                </c:pt>
                <c:pt idx="15455">
                  <c:v>0.17887731481459923</c:v>
                </c:pt>
                <c:pt idx="15456">
                  <c:v>0.17888888888410293</c:v>
                </c:pt>
                <c:pt idx="15457">
                  <c:v>0.17890046296088258</c:v>
                </c:pt>
                <c:pt idx="15458">
                  <c:v>0.17891203703766223</c:v>
                </c:pt>
                <c:pt idx="15459">
                  <c:v>0.17892361110716593</c:v>
                </c:pt>
                <c:pt idx="15460">
                  <c:v>0.17893518518394558</c:v>
                </c:pt>
                <c:pt idx="15461">
                  <c:v>0.17894675925344927</c:v>
                </c:pt>
                <c:pt idx="15462">
                  <c:v>0.17895833333022892</c:v>
                </c:pt>
                <c:pt idx="15463">
                  <c:v>0.17896990740700858</c:v>
                </c:pt>
                <c:pt idx="15464">
                  <c:v>0.17898148147651227</c:v>
                </c:pt>
                <c:pt idx="15465">
                  <c:v>0.17899305555329192</c:v>
                </c:pt>
                <c:pt idx="15466">
                  <c:v>0.17900462963007158</c:v>
                </c:pt>
                <c:pt idx="15467">
                  <c:v>0.17901620369957527</c:v>
                </c:pt>
                <c:pt idx="15468">
                  <c:v>0.17902777777635492</c:v>
                </c:pt>
                <c:pt idx="15469">
                  <c:v>0.17903935185313458</c:v>
                </c:pt>
                <c:pt idx="15470">
                  <c:v>0.17905092592263827</c:v>
                </c:pt>
                <c:pt idx="15471">
                  <c:v>0.17906249999941792</c:v>
                </c:pt>
                <c:pt idx="15472">
                  <c:v>0.17907407406892162</c:v>
                </c:pt>
                <c:pt idx="15473">
                  <c:v>0.17908564814570127</c:v>
                </c:pt>
                <c:pt idx="15474">
                  <c:v>0.17909722222248092</c:v>
                </c:pt>
                <c:pt idx="15475">
                  <c:v>0.17910879629198462</c:v>
                </c:pt>
                <c:pt idx="15476">
                  <c:v>0.17912037036876427</c:v>
                </c:pt>
                <c:pt idx="15477">
                  <c:v>0.17913194444554392</c:v>
                </c:pt>
                <c:pt idx="15478">
                  <c:v>0.17914351851504762</c:v>
                </c:pt>
                <c:pt idx="15479">
                  <c:v>0.17915509259182727</c:v>
                </c:pt>
                <c:pt idx="15480">
                  <c:v>0.17916666666133096</c:v>
                </c:pt>
                <c:pt idx="15481">
                  <c:v>0.17917824073811062</c:v>
                </c:pt>
                <c:pt idx="15482">
                  <c:v>0.17918981481489027</c:v>
                </c:pt>
                <c:pt idx="15483">
                  <c:v>0.17920138888439396</c:v>
                </c:pt>
                <c:pt idx="15484">
                  <c:v>0.17921296296117362</c:v>
                </c:pt>
                <c:pt idx="15485">
                  <c:v>0.17922453703795327</c:v>
                </c:pt>
                <c:pt idx="15486">
                  <c:v>0.17923611110745696</c:v>
                </c:pt>
                <c:pt idx="15487">
                  <c:v>0.17924768518423662</c:v>
                </c:pt>
                <c:pt idx="15488">
                  <c:v>0.17925925925374031</c:v>
                </c:pt>
                <c:pt idx="15489">
                  <c:v>0.17927083333051996</c:v>
                </c:pt>
                <c:pt idx="15490">
                  <c:v>0.17928240740729962</c:v>
                </c:pt>
                <c:pt idx="15491">
                  <c:v>0.17929398147680331</c:v>
                </c:pt>
                <c:pt idx="15492">
                  <c:v>0.17930555555358296</c:v>
                </c:pt>
                <c:pt idx="15493">
                  <c:v>0.17931712963036261</c:v>
                </c:pt>
                <c:pt idx="15494">
                  <c:v>0.17932870369986631</c:v>
                </c:pt>
                <c:pt idx="15495">
                  <c:v>0.17934027777664596</c:v>
                </c:pt>
                <c:pt idx="15496">
                  <c:v>0.17935185184614966</c:v>
                </c:pt>
                <c:pt idx="15497">
                  <c:v>0.17936342592292931</c:v>
                </c:pt>
                <c:pt idx="15498">
                  <c:v>0.17937499999970896</c:v>
                </c:pt>
                <c:pt idx="15499">
                  <c:v>0.17938657406921266</c:v>
                </c:pt>
                <c:pt idx="15500">
                  <c:v>0.17939814814599231</c:v>
                </c:pt>
                <c:pt idx="15501">
                  <c:v>0.17940972222277196</c:v>
                </c:pt>
                <c:pt idx="15502">
                  <c:v>0.17942129629227566</c:v>
                </c:pt>
                <c:pt idx="15503">
                  <c:v>0.17943287036905531</c:v>
                </c:pt>
                <c:pt idx="15504">
                  <c:v>0.179444444438559</c:v>
                </c:pt>
                <c:pt idx="15505">
                  <c:v>0.17945601851533866</c:v>
                </c:pt>
                <c:pt idx="15506">
                  <c:v>0.17946759259211831</c:v>
                </c:pt>
                <c:pt idx="15507">
                  <c:v>0.179479166661622</c:v>
                </c:pt>
                <c:pt idx="15508">
                  <c:v>0.17949074073840166</c:v>
                </c:pt>
                <c:pt idx="15509">
                  <c:v>0.17950231481518131</c:v>
                </c:pt>
                <c:pt idx="15510">
                  <c:v>0.179513888884685</c:v>
                </c:pt>
                <c:pt idx="15511">
                  <c:v>0.17952546296146465</c:v>
                </c:pt>
                <c:pt idx="15512">
                  <c:v>0.17953703703824431</c:v>
                </c:pt>
                <c:pt idx="15513">
                  <c:v>0.179548611107748</c:v>
                </c:pt>
                <c:pt idx="15514">
                  <c:v>0.17956018518452765</c:v>
                </c:pt>
                <c:pt idx="15515">
                  <c:v>0.17957175925403135</c:v>
                </c:pt>
                <c:pt idx="15516">
                  <c:v>0.179583333330811</c:v>
                </c:pt>
                <c:pt idx="15517">
                  <c:v>0.17959490740759065</c:v>
                </c:pt>
                <c:pt idx="15518">
                  <c:v>0.17960648147709435</c:v>
                </c:pt>
                <c:pt idx="15519">
                  <c:v>0.179618055553874</c:v>
                </c:pt>
                <c:pt idx="15520">
                  <c:v>0.17962962963065365</c:v>
                </c:pt>
                <c:pt idx="15521">
                  <c:v>0.17964120370015735</c:v>
                </c:pt>
                <c:pt idx="15522">
                  <c:v>0.179652777776937</c:v>
                </c:pt>
                <c:pt idx="15523">
                  <c:v>0.1796643518464407</c:v>
                </c:pt>
                <c:pt idx="15524">
                  <c:v>0.17967592592322035</c:v>
                </c:pt>
                <c:pt idx="15525">
                  <c:v>0.1796875</c:v>
                </c:pt>
                <c:pt idx="15526">
                  <c:v>0.17969907406950369</c:v>
                </c:pt>
                <c:pt idx="15527">
                  <c:v>0.17971064814628335</c:v>
                </c:pt>
                <c:pt idx="15528">
                  <c:v>0.179722222223063</c:v>
                </c:pt>
                <c:pt idx="15529">
                  <c:v>0.17973379629256669</c:v>
                </c:pt>
                <c:pt idx="15530">
                  <c:v>0.17974537036934635</c:v>
                </c:pt>
                <c:pt idx="15531">
                  <c:v>0.17975694443885004</c:v>
                </c:pt>
                <c:pt idx="15532">
                  <c:v>0.17976851851562969</c:v>
                </c:pt>
                <c:pt idx="15533">
                  <c:v>0.17978009259240935</c:v>
                </c:pt>
                <c:pt idx="15534">
                  <c:v>0.17979166666191304</c:v>
                </c:pt>
                <c:pt idx="15535">
                  <c:v>0.17980324073869269</c:v>
                </c:pt>
                <c:pt idx="15536">
                  <c:v>0.17981481481547235</c:v>
                </c:pt>
                <c:pt idx="15537">
                  <c:v>0.17982638888497604</c:v>
                </c:pt>
                <c:pt idx="15538">
                  <c:v>0.17983796296175569</c:v>
                </c:pt>
                <c:pt idx="15539">
                  <c:v>0.17984953703125939</c:v>
                </c:pt>
                <c:pt idx="15540">
                  <c:v>0.17986111110803904</c:v>
                </c:pt>
                <c:pt idx="15541">
                  <c:v>0.17987268518481869</c:v>
                </c:pt>
                <c:pt idx="15542">
                  <c:v>0.17988425925432239</c:v>
                </c:pt>
                <c:pt idx="15543">
                  <c:v>0.17989583333110204</c:v>
                </c:pt>
                <c:pt idx="15544">
                  <c:v>0.17990740740788169</c:v>
                </c:pt>
                <c:pt idx="15545">
                  <c:v>0.17991898147738539</c:v>
                </c:pt>
                <c:pt idx="15546">
                  <c:v>0.17993055555416504</c:v>
                </c:pt>
                <c:pt idx="15547">
                  <c:v>0.17994212963094469</c:v>
                </c:pt>
                <c:pt idx="15548">
                  <c:v>0.17995370370044839</c:v>
                </c:pt>
                <c:pt idx="15549">
                  <c:v>0.17996527777722804</c:v>
                </c:pt>
                <c:pt idx="15550">
                  <c:v>0.17997685184673173</c:v>
                </c:pt>
                <c:pt idx="15551">
                  <c:v>0.17998842592351139</c:v>
                </c:pt>
                <c:pt idx="15552">
                  <c:v>0.18000000000029104</c:v>
                </c:pt>
                <c:pt idx="15553">
                  <c:v>0.18001157406979473</c:v>
                </c:pt>
                <c:pt idx="15554">
                  <c:v>0.18002314814657439</c:v>
                </c:pt>
                <c:pt idx="15555">
                  <c:v>0.18003472222335404</c:v>
                </c:pt>
                <c:pt idx="15556">
                  <c:v>0.18004629629285773</c:v>
                </c:pt>
                <c:pt idx="15557">
                  <c:v>0.18005787036963739</c:v>
                </c:pt>
                <c:pt idx="15558">
                  <c:v>0.18006944443914108</c:v>
                </c:pt>
                <c:pt idx="15559">
                  <c:v>0.18008101851592073</c:v>
                </c:pt>
                <c:pt idx="15560">
                  <c:v>0.18009259259270038</c:v>
                </c:pt>
                <c:pt idx="15561">
                  <c:v>0.18010416666220408</c:v>
                </c:pt>
                <c:pt idx="15562">
                  <c:v>0.18011574073898373</c:v>
                </c:pt>
                <c:pt idx="15563">
                  <c:v>0.18012731481576338</c:v>
                </c:pt>
                <c:pt idx="15564">
                  <c:v>0.18013888888526708</c:v>
                </c:pt>
                <c:pt idx="15565">
                  <c:v>0.18015046296204673</c:v>
                </c:pt>
                <c:pt idx="15566">
                  <c:v>0.18016203703155043</c:v>
                </c:pt>
                <c:pt idx="15567">
                  <c:v>0.18017361110833008</c:v>
                </c:pt>
                <c:pt idx="15568">
                  <c:v>0.18018518518510973</c:v>
                </c:pt>
                <c:pt idx="15569">
                  <c:v>0.18019675925461343</c:v>
                </c:pt>
                <c:pt idx="15570">
                  <c:v>0.18020833333139308</c:v>
                </c:pt>
                <c:pt idx="15571">
                  <c:v>0.18021990740817273</c:v>
                </c:pt>
                <c:pt idx="15572">
                  <c:v>0.18023148147767643</c:v>
                </c:pt>
                <c:pt idx="15573">
                  <c:v>0.18024305555445608</c:v>
                </c:pt>
                <c:pt idx="15574">
                  <c:v>0.18025462962395977</c:v>
                </c:pt>
                <c:pt idx="15575">
                  <c:v>0.18026620370073942</c:v>
                </c:pt>
                <c:pt idx="15576">
                  <c:v>0.18027777777751908</c:v>
                </c:pt>
                <c:pt idx="15577">
                  <c:v>0.18028935184702277</c:v>
                </c:pt>
                <c:pt idx="15578">
                  <c:v>0.18030092592380242</c:v>
                </c:pt>
                <c:pt idx="15579">
                  <c:v>0.18031250000058208</c:v>
                </c:pt>
                <c:pt idx="15580">
                  <c:v>0.18032407407008577</c:v>
                </c:pt>
                <c:pt idx="15581">
                  <c:v>0.18033564814686542</c:v>
                </c:pt>
                <c:pt idx="15582">
                  <c:v>0.18034722221636912</c:v>
                </c:pt>
                <c:pt idx="15583">
                  <c:v>0.18035879629314877</c:v>
                </c:pt>
                <c:pt idx="15584">
                  <c:v>0.18037037036992842</c:v>
                </c:pt>
                <c:pt idx="15585">
                  <c:v>0.18038194443943212</c:v>
                </c:pt>
                <c:pt idx="15586">
                  <c:v>0.18039351851621177</c:v>
                </c:pt>
                <c:pt idx="15587">
                  <c:v>0.18040509259299142</c:v>
                </c:pt>
                <c:pt idx="15588">
                  <c:v>0.18041666666249512</c:v>
                </c:pt>
                <c:pt idx="15589">
                  <c:v>0.18042824073927477</c:v>
                </c:pt>
                <c:pt idx="15590">
                  <c:v>0.18043981481605442</c:v>
                </c:pt>
                <c:pt idx="15591">
                  <c:v>0.18045138888555812</c:v>
                </c:pt>
                <c:pt idx="15592">
                  <c:v>0.18046296296233777</c:v>
                </c:pt>
                <c:pt idx="15593">
                  <c:v>0.18047453703184146</c:v>
                </c:pt>
                <c:pt idx="15594">
                  <c:v>0.18048611110862112</c:v>
                </c:pt>
                <c:pt idx="15595">
                  <c:v>0.18049768518540077</c:v>
                </c:pt>
                <c:pt idx="15596">
                  <c:v>0.18050925925490446</c:v>
                </c:pt>
                <c:pt idx="15597">
                  <c:v>0.18052083333168412</c:v>
                </c:pt>
                <c:pt idx="15598">
                  <c:v>0.18053240740846377</c:v>
                </c:pt>
                <c:pt idx="15599">
                  <c:v>0.18054398147796746</c:v>
                </c:pt>
                <c:pt idx="15600">
                  <c:v>0.18055555555474712</c:v>
                </c:pt>
                <c:pt idx="15601">
                  <c:v>0.18056712962425081</c:v>
                </c:pt>
                <c:pt idx="15602">
                  <c:v>0.18057870370103046</c:v>
                </c:pt>
                <c:pt idx="15603">
                  <c:v>0.18059027777781012</c:v>
                </c:pt>
                <c:pt idx="15604">
                  <c:v>0.18060185184731381</c:v>
                </c:pt>
                <c:pt idx="15605">
                  <c:v>0.18061342592409346</c:v>
                </c:pt>
                <c:pt idx="15606">
                  <c:v>0.18062500000087311</c:v>
                </c:pt>
                <c:pt idx="15607">
                  <c:v>0.18063657407037681</c:v>
                </c:pt>
                <c:pt idx="15608">
                  <c:v>0.18064814814715646</c:v>
                </c:pt>
                <c:pt idx="15609">
                  <c:v>0.18065972221666016</c:v>
                </c:pt>
                <c:pt idx="15610">
                  <c:v>0.18067129629343981</c:v>
                </c:pt>
                <c:pt idx="15611">
                  <c:v>0.18068287037021946</c:v>
                </c:pt>
                <c:pt idx="15612">
                  <c:v>0.18069444443972316</c:v>
                </c:pt>
                <c:pt idx="15613">
                  <c:v>0.18070601851650281</c:v>
                </c:pt>
                <c:pt idx="15614">
                  <c:v>0.18071759259328246</c:v>
                </c:pt>
                <c:pt idx="15615">
                  <c:v>0.18072916666278616</c:v>
                </c:pt>
                <c:pt idx="15616">
                  <c:v>0.18074074073956581</c:v>
                </c:pt>
                <c:pt idx="15617">
                  <c:v>0.1807523148090695</c:v>
                </c:pt>
                <c:pt idx="15618">
                  <c:v>0.18076388888584916</c:v>
                </c:pt>
                <c:pt idx="15619">
                  <c:v>0.18077546296262881</c:v>
                </c:pt>
                <c:pt idx="15620">
                  <c:v>0.1807870370321325</c:v>
                </c:pt>
                <c:pt idx="15621">
                  <c:v>0.18079861110891216</c:v>
                </c:pt>
                <c:pt idx="15622">
                  <c:v>0.18081018518569181</c:v>
                </c:pt>
                <c:pt idx="15623">
                  <c:v>0.1808217592551955</c:v>
                </c:pt>
                <c:pt idx="15624">
                  <c:v>0.18083333333197515</c:v>
                </c:pt>
                <c:pt idx="15625">
                  <c:v>0.18084490740147885</c:v>
                </c:pt>
                <c:pt idx="15626">
                  <c:v>0.1808564814782585</c:v>
                </c:pt>
                <c:pt idx="15627">
                  <c:v>0.18086805555503815</c:v>
                </c:pt>
                <c:pt idx="15628">
                  <c:v>0.18087962962454185</c:v>
                </c:pt>
                <c:pt idx="15629">
                  <c:v>0.1808912037013215</c:v>
                </c:pt>
                <c:pt idx="15630">
                  <c:v>0.18090277777810115</c:v>
                </c:pt>
                <c:pt idx="15631">
                  <c:v>0.18091435184760485</c:v>
                </c:pt>
                <c:pt idx="15632">
                  <c:v>0.1809259259243845</c:v>
                </c:pt>
                <c:pt idx="15633">
                  <c:v>0.18093750000116415</c:v>
                </c:pt>
                <c:pt idx="15634">
                  <c:v>0.18094907407066785</c:v>
                </c:pt>
                <c:pt idx="15635">
                  <c:v>0.1809606481474475</c:v>
                </c:pt>
                <c:pt idx="15636">
                  <c:v>0.1809722222169512</c:v>
                </c:pt>
                <c:pt idx="15637">
                  <c:v>0.18098379629373085</c:v>
                </c:pt>
                <c:pt idx="15638">
                  <c:v>0.1809953703705105</c:v>
                </c:pt>
                <c:pt idx="15639">
                  <c:v>0.18100694444001419</c:v>
                </c:pt>
                <c:pt idx="15640">
                  <c:v>0.18101851851679385</c:v>
                </c:pt>
                <c:pt idx="15641">
                  <c:v>0.1810300925935735</c:v>
                </c:pt>
                <c:pt idx="15642">
                  <c:v>0.18104166666307719</c:v>
                </c:pt>
                <c:pt idx="15643">
                  <c:v>0.18105324073985685</c:v>
                </c:pt>
                <c:pt idx="15644">
                  <c:v>0.18106481480936054</c:v>
                </c:pt>
                <c:pt idx="15645">
                  <c:v>0.18107638888614019</c:v>
                </c:pt>
                <c:pt idx="15646">
                  <c:v>0.18108796296291985</c:v>
                </c:pt>
                <c:pt idx="15647">
                  <c:v>0.18109953703242354</c:v>
                </c:pt>
                <c:pt idx="15648">
                  <c:v>0.18111111110920319</c:v>
                </c:pt>
                <c:pt idx="15649">
                  <c:v>0.18112268518598285</c:v>
                </c:pt>
                <c:pt idx="15650">
                  <c:v>0.18113425925548654</c:v>
                </c:pt>
                <c:pt idx="15651">
                  <c:v>0.18114583333226619</c:v>
                </c:pt>
                <c:pt idx="15652">
                  <c:v>0.18115740740176989</c:v>
                </c:pt>
                <c:pt idx="15653">
                  <c:v>0.18116898147854954</c:v>
                </c:pt>
                <c:pt idx="15654">
                  <c:v>0.18118055555532919</c:v>
                </c:pt>
                <c:pt idx="15655">
                  <c:v>0.18119212962483289</c:v>
                </c:pt>
                <c:pt idx="15656">
                  <c:v>0.18120370370161254</c:v>
                </c:pt>
                <c:pt idx="15657">
                  <c:v>0.18121527777839219</c:v>
                </c:pt>
                <c:pt idx="15658">
                  <c:v>0.18122685184789589</c:v>
                </c:pt>
                <c:pt idx="15659">
                  <c:v>0.18123842592467554</c:v>
                </c:pt>
                <c:pt idx="15660">
                  <c:v>0.18124999999417923</c:v>
                </c:pt>
                <c:pt idx="15661">
                  <c:v>0.18126157407095889</c:v>
                </c:pt>
                <c:pt idx="15662">
                  <c:v>0.18127314814773854</c:v>
                </c:pt>
                <c:pt idx="15663">
                  <c:v>0.18128472221724223</c:v>
                </c:pt>
                <c:pt idx="15664">
                  <c:v>0.18129629629402189</c:v>
                </c:pt>
                <c:pt idx="15665">
                  <c:v>0.18130787037080154</c:v>
                </c:pt>
                <c:pt idx="15666">
                  <c:v>0.18131944444030523</c:v>
                </c:pt>
                <c:pt idx="15667">
                  <c:v>0.18133101851708489</c:v>
                </c:pt>
                <c:pt idx="15668">
                  <c:v>0.18134259259386454</c:v>
                </c:pt>
                <c:pt idx="15669">
                  <c:v>0.18135416666336823</c:v>
                </c:pt>
                <c:pt idx="15670">
                  <c:v>0.18136574074014788</c:v>
                </c:pt>
                <c:pt idx="15671">
                  <c:v>0.18137731480965158</c:v>
                </c:pt>
                <c:pt idx="15672">
                  <c:v>0.18138888888643123</c:v>
                </c:pt>
                <c:pt idx="15673">
                  <c:v>0.18140046296321088</c:v>
                </c:pt>
                <c:pt idx="15674">
                  <c:v>0.18141203703271458</c:v>
                </c:pt>
                <c:pt idx="15675">
                  <c:v>0.18142361110949423</c:v>
                </c:pt>
                <c:pt idx="15676">
                  <c:v>0.18143518518627388</c:v>
                </c:pt>
                <c:pt idx="15677">
                  <c:v>0.18144675925577758</c:v>
                </c:pt>
                <c:pt idx="15678">
                  <c:v>0.18145833333255723</c:v>
                </c:pt>
                <c:pt idx="15679">
                  <c:v>0.18146990740206093</c:v>
                </c:pt>
                <c:pt idx="15680">
                  <c:v>0.18148148147884058</c:v>
                </c:pt>
                <c:pt idx="15681">
                  <c:v>0.18149305555562023</c:v>
                </c:pt>
                <c:pt idx="15682">
                  <c:v>0.18150462962512393</c:v>
                </c:pt>
                <c:pt idx="15683">
                  <c:v>0.18151620370190358</c:v>
                </c:pt>
                <c:pt idx="15684">
                  <c:v>0.18152777777868323</c:v>
                </c:pt>
                <c:pt idx="15685">
                  <c:v>0.18153935184818693</c:v>
                </c:pt>
                <c:pt idx="15686">
                  <c:v>0.18155092592496658</c:v>
                </c:pt>
                <c:pt idx="15687">
                  <c:v>0.18156249999447027</c:v>
                </c:pt>
                <c:pt idx="15688">
                  <c:v>0.18157407407124992</c:v>
                </c:pt>
                <c:pt idx="15689">
                  <c:v>0.18158564814802958</c:v>
                </c:pt>
                <c:pt idx="15690">
                  <c:v>0.18159722221753327</c:v>
                </c:pt>
                <c:pt idx="15691">
                  <c:v>0.18160879629431292</c:v>
                </c:pt>
                <c:pt idx="15692">
                  <c:v>0.18162037037109258</c:v>
                </c:pt>
                <c:pt idx="15693">
                  <c:v>0.18163194444059627</c:v>
                </c:pt>
                <c:pt idx="15694">
                  <c:v>0.18164351851737592</c:v>
                </c:pt>
                <c:pt idx="15695">
                  <c:v>0.18165509258687962</c:v>
                </c:pt>
                <c:pt idx="15696">
                  <c:v>0.18166666666365927</c:v>
                </c:pt>
                <c:pt idx="15697">
                  <c:v>0.18167824074043892</c:v>
                </c:pt>
                <c:pt idx="15698">
                  <c:v>0.18168981480994262</c:v>
                </c:pt>
                <c:pt idx="15699">
                  <c:v>0.18170138888672227</c:v>
                </c:pt>
                <c:pt idx="15700">
                  <c:v>0.18171296296350192</c:v>
                </c:pt>
                <c:pt idx="15701">
                  <c:v>0.18172453703300562</c:v>
                </c:pt>
                <c:pt idx="15702">
                  <c:v>0.18173611110978527</c:v>
                </c:pt>
                <c:pt idx="15703">
                  <c:v>0.18174768517928896</c:v>
                </c:pt>
                <c:pt idx="15704">
                  <c:v>0.18175925925606862</c:v>
                </c:pt>
                <c:pt idx="15705">
                  <c:v>0.18177083333284827</c:v>
                </c:pt>
                <c:pt idx="15706">
                  <c:v>0.18178240740235196</c:v>
                </c:pt>
                <c:pt idx="15707">
                  <c:v>0.18179398147913162</c:v>
                </c:pt>
                <c:pt idx="15708">
                  <c:v>0.18180555555591127</c:v>
                </c:pt>
                <c:pt idx="15709">
                  <c:v>0.18181712962541496</c:v>
                </c:pt>
                <c:pt idx="15710">
                  <c:v>0.18182870370219462</c:v>
                </c:pt>
                <c:pt idx="15711">
                  <c:v>0.18184027777897427</c:v>
                </c:pt>
                <c:pt idx="15712">
                  <c:v>0.18185185184847796</c:v>
                </c:pt>
                <c:pt idx="15713">
                  <c:v>0.18186342592525762</c:v>
                </c:pt>
                <c:pt idx="15714">
                  <c:v>0.18187499999476131</c:v>
                </c:pt>
                <c:pt idx="15715">
                  <c:v>0.18188657407154096</c:v>
                </c:pt>
                <c:pt idx="15716">
                  <c:v>0.18189814814832062</c:v>
                </c:pt>
                <c:pt idx="15717">
                  <c:v>0.18190972221782431</c:v>
                </c:pt>
                <c:pt idx="15718">
                  <c:v>0.18192129629460396</c:v>
                </c:pt>
                <c:pt idx="15719">
                  <c:v>0.18193287037138361</c:v>
                </c:pt>
                <c:pt idx="15720">
                  <c:v>0.18194444444088731</c:v>
                </c:pt>
                <c:pt idx="15721">
                  <c:v>0.18195601851766696</c:v>
                </c:pt>
                <c:pt idx="15722">
                  <c:v>0.18196759258717066</c:v>
                </c:pt>
                <c:pt idx="15723">
                  <c:v>0.18197916666395031</c:v>
                </c:pt>
                <c:pt idx="15724">
                  <c:v>0.18199074074072996</c:v>
                </c:pt>
                <c:pt idx="15725">
                  <c:v>0.18200231481023366</c:v>
                </c:pt>
                <c:pt idx="15726">
                  <c:v>0.18201388888701331</c:v>
                </c:pt>
                <c:pt idx="15727">
                  <c:v>0.18202546296379296</c:v>
                </c:pt>
                <c:pt idx="15728">
                  <c:v>0.18203703703329666</c:v>
                </c:pt>
                <c:pt idx="15729">
                  <c:v>0.18204861111007631</c:v>
                </c:pt>
                <c:pt idx="15730">
                  <c:v>0.18206018517958</c:v>
                </c:pt>
                <c:pt idx="15731">
                  <c:v>0.18207175925635966</c:v>
                </c:pt>
                <c:pt idx="15732">
                  <c:v>0.18208333333313931</c:v>
                </c:pt>
                <c:pt idx="15733">
                  <c:v>0.182094907402643</c:v>
                </c:pt>
                <c:pt idx="15734">
                  <c:v>0.18210648147942265</c:v>
                </c:pt>
                <c:pt idx="15735">
                  <c:v>0.18211805555620231</c:v>
                </c:pt>
                <c:pt idx="15736">
                  <c:v>0.182129629625706</c:v>
                </c:pt>
                <c:pt idx="15737">
                  <c:v>0.18214120370248565</c:v>
                </c:pt>
                <c:pt idx="15738">
                  <c:v>0.18215277777198935</c:v>
                </c:pt>
                <c:pt idx="15739">
                  <c:v>0.182164351848769</c:v>
                </c:pt>
                <c:pt idx="15740">
                  <c:v>0.18217592592554865</c:v>
                </c:pt>
                <c:pt idx="15741">
                  <c:v>0.18218749999505235</c:v>
                </c:pt>
                <c:pt idx="15742">
                  <c:v>0.182199074071832</c:v>
                </c:pt>
                <c:pt idx="15743">
                  <c:v>0.18221064814861165</c:v>
                </c:pt>
                <c:pt idx="15744">
                  <c:v>0.18222222221811535</c:v>
                </c:pt>
                <c:pt idx="15745">
                  <c:v>0.182233796294895</c:v>
                </c:pt>
                <c:pt idx="15746">
                  <c:v>0.18224537037167465</c:v>
                </c:pt>
                <c:pt idx="15747">
                  <c:v>0.18225694444117835</c:v>
                </c:pt>
                <c:pt idx="15748">
                  <c:v>0.182268518517958</c:v>
                </c:pt>
                <c:pt idx="15749">
                  <c:v>0.1822800925874617</c:v>
                </c:pt>
                <c:pt idx="15750">
                  <c:v>0.18229166666424135</c:v>
                </c:pt>
                <c:pt idx="15751">
                  <c:v>0.182303240741021</c:v>
                </c:pt>
                <c:pt idx="15752">
                  <c:v>0.18231481481052469</c:v>
                </c:pt>
                <c:pt idx="15753">
                  <c:v>0.18232638888730435</c:v>
                </c:pt>
                <c:pt idx="15754">
                  <c:v>0.182337962964084</c:v>
                </c:pt>
                <c:pt idx="15755">
                  <c:v>0.18234953703358769</c:v>
                </c:pt>
                <c:pt idx="15756">
                  <c:v>0.18236111111036735</c:v>
                </c:pt>
                <c:pt idx="15757">
                  <c:v>0.18237268517987104</c:v>
                </c:pt>
                <c:pt idx="15758">
                  <c:v>0.18238425925665069</c:v>
                </c:pt>
                <c:pt idx="15759">
                  <c:v>0.18239583333343035</c:v>
                </c:pt>
                <c:pt idx="15760">
                  <c:v>0.18240740740293404</c:v>
                </c:pt>
                <c:pt idx="15761">
                  <c:v>0.18241898147971369</c:v>
                </c:pt>
                <c:pt idx="15762">
                  <c:v>0.18243055555649335</c:v>
                </c:pt>
                <c:pt idx="15763">
                  <c:v>0.18244212962599704</c:v>
                </c:pt>
                <c:pt idx="15764">
                  <c:v>0.18245370370277669</c:v>
                </c:pt>
                <c:pt idx="15765">
                  <c:v>0.18246527777228039</c:v>
                </c:pt>
                <c:pt idx="15766">
                  <c:v>0.18247685184906004</c:v>
                </c:pt>
                <c:pt idx="15767">
                  <c:v>0.18248842592583969</c:v>
                </c:pt>
                <c:pt idx="15768">
                  <c:v>0.18249999999534339</c:v>
                </c:pt>
                <c:pt idx="15769">
                  <c:v>0.18251157407212304</c:v>
                </c:pt>
                <c:pt idx="15770">
                  <c:v>0.18252314814890269</c:v>
                </c:pt>
                <c:pt idx="15771">
                  <c:v>0.18253472221840639</c:v>
                </c:pt>
                <c:pt idx="15772">
                  <c:v>0.18254629629518604</c:v>
                </c:pt>
                <c:pt idx="15773">
                  <c:v>0.18255787036468973</c:v>
                </c:pt>
                <c:pt idx="15774">
                  <c:v>0.18256944444146939</c:v>
                </c:pt>
                <c:pt idx="15775">
                  <c:v>0.18258101851824904</c:v>
                </c:pt>
                <c:pt idx="15776">
                  <c:v>0.18259259258775273</c:v>
                </c:pt>
                <c:pt idx="15777">
                  <c:v>0.18260416666453239</c:v>
                </c:pt>
                <c:pt idx="15778">
                  <c:v>0.18261574074131204</c:v>
                </c:pt>
                <c:pt idx="15779">
                  <c:v>0.18262731481081573</c:v>
                </c:pt>
                <c:pt idx="15780">
                  <c:v>0.18263888888759539</c:v>
                </c:pt>
                <c:pt idx="15781">
                  <c:v>0.18265046295709908</c:v>
                </c:pt>
                <c:pt idx="15782">
                  <c:v>0.18266203703387873</c:v>
                </c:pt>
                <c:pt idx="15783">
                  <c:v>0.18267361111065838</c:v>
                </c:pt>
                <c:pt idx="15784">
                  <c:v>0.18268518518016208</c:v>
                </c:pt>
                <c:pt idx="15785">
                  <c:v>0.18269675925694173</c:v>
                </c:pt>
                <c:pt idx="15786">
                  <c:v>0.18270833333372138</c:v>
                </c:pt>
                <c:pt idx="15787">
                  <c:v>0.18271990740322508</c:v>
                </c:pt>
                <c:pt idx="15788">
                  <c:v>0.18273148148000473</c:v>
                </c:pt>
                <c:pt idx="15789">
                  <c:v>0.18274305555678438</c:v>
                </c:pt>
                <c:pt idx="15790">
                  <c:v>0.18275462962628808</c:v>
                </c:pt>
                <c:pt idx="15791">
                  <c:v>0.18276620370306773</c:v>
                </c:pt>
                <c:pt idx="15792">
                  <c:v>0.18277777777257143</c:v>
                </c:pt>
                <c:pt idx="15793">
                  <c:v>0.18278935184935108</c:v>
                </c:pt>
                <c:pt idx="15794">
                  <c:v>0.18280092592613073</c:v>
                </c:pt>
                <c:pt idx="15795">
                  <c:v>0.18281249999563443</c:v>
                </c:pt>
                <c:pt idx="15796">
                  <c:v>0.18282407407241408</c:v>
                </c:pt>
                <c:pt idx="15797">
                  <c:v>0.18283564814919373</c:v>
                </c:pt>
                <c:pt idx="15798">
                  <c:v>0.18284722221869742</c:v>
                </c:pt>
                <c:pt idx="15799">
                  <c:v>0.18285879629547708</c:v>
                </c:pt>
                <c:pt idx="15800">
                  <c:v>0.18287037036498077</c:v>
                </c:pt>
                <c:pt idx="15801">
                  <c:v>0.18288194444176042</c:v>
                </c:pt>
                <c:pt idx="15802">
                  <c:v>0.18289351851854008</c:v>
                </c:pt>
                <c:pt idx="15803">
                  <c:v>0.18290509258804377</c:v>
                </c:pt>
                <c:pt idx="15804">
                  <c:v>0.18291666666482342</c:v>
                </c:pt>
                <c:pt idx="15805">
                  <c:v>0.18292824074160308</c:v>
                </c:pt>
                <c:pt idx="15806">
                  <c:v>0.18293981481110677</c:v>
                </c:pt>
                <c:pt idx="15807">
                  <c:v>0.18295138888788642</c:v>
                </c:pt>
                <c:pt idx="15808">
                  <c:v>0.18296296295739012</c:v>
                </c:pt>
                <c:pt idx="15809">
                  <c:v>0.18297453703416977</c:v>
                </c:pt>
                <c:pt idx="15810">
                  <c:v>0.18298611111094942</c:v>
                </c:pt>
                <c:pt idx="15811">
                  <c:v>0.18299768518045312</c:v>
                </c:pt>
                <c:pt idx="15812">
                  <c:v>0.18300925925723277</c:v>
                </c:pt>
                <c:pt idx="15813">
                  <c:v>0.18302083333401242</c:v>
                </c:pt>
                <c:pt idx="15814">
                  <c:v>0.18303240740351612</c:v>
                </c:pt>
                <c:pt idx="15815">
                  <c:v>0.18304398148029577</c:v>
                </c:pt>
                <c:pt idx="15816">
                  <c:v>0.18305555554979946</c:v>
                </c:pt>
                <c:pt idx="15817">
                  <c:v>0.18306712962657912</c:v>
                </c:pt>
                <c:pt idx="15818">
                  <c:v>0.18307870370335877</c:v>
                </c:pt>
                <c:pt idx="15819">
                  <c:v>0.18309027777286246</c:v>
                </c:pt>
                <c:pt idx="15820">
                  <c:v>0.18310185184964212</c:v>
                </c:pt>
                <c:pt idx="15821">
                  <c:v>0.18311342592642177</c:v>
                </c:pt>
                <c:pt idx="15822">
                  <c:v>0.18312499999592546</c:v>
                </c:pt>
                <c:pt idx="15823">
                  <c:v>0.18313657407270512</c:v>
                </c:pt>
                <c:pt idx="15824">
                  <c:v>0.18314814814948477</c:v>
                </c:pt>
                <c:pt idx="15825">
                  <c:v>0.18315972221898846</c:v>
                </c:pt>
                <c:pt idx="15826">
                  <c:v>0.18317129629576812</c:v>
                </c:pt>
                <c:pt idx="15827">
                  <c:v>0.18318287036527181</c:v>
                </c:pt>
                <c:pt idx="15828">
                  <c:v>0.18319444444205146</c:v>
                </c:pt>
                <c:pt idx="15829">
                  <c:v>0.18320601851883112</c:v>
                </c:pt>
                <c:pt idx="15830">
                  <c:v>0.18321759258833481</c:v>
                </c:pt>
                <c:pt idx="15831">
                  <c:v>0.18322916666511446</c:v>
                </c:pt>
                <c:pt idx="15832">
                  <c:v>0.18324074074189411</c:v>
                </c:pt>
                <c:pt idx="15833">
                  <c:v>0.18325231481139781</c:v>
                </c:pt>
                <c:pt idx="15834">
                  <c:v>0.18326388888817746</c:v>
                </c:pt>
                <c:pt idx="15835">
                  <c:v>0.18327546295768116</c:v>
                </c:pt>
                <c:pt idx="15836">
                  <c:v>0.18328703703446081</c:v>
                </c:pt>
                <c:pt idx="15837">
                  <c:v>0.18329861111124046</c:v>
                </c:pt>
                <c:pt idx="15838">
                  <c:v>0.18331018518074416</c:v>
                </c:pt>
                <c:pt idx="15839">
                  <c:v>0.18332175925752381</c:v>
                </c:pt>
                <c:pt idx="15840">
                  <c:v>0.18333333333430346</c:v>
                </c:pt>
                <c:pt idx="15841">
                  <c:v>0.18334490740380716</c:v>
                </c:pt>
                <c:pt idx="15842">
                  <c:v>0.18335648148058681</c:v>
                </c:pt>
                <c:pt idx="15843">
                  <c:v>0.1833680555500905</c:v>
                </c:pt>
                <c:pt idx="15844">
                  <c:v>0.18337962962687016</c:v>
                </c:pt>
                <c:pt idx="15845">
                  <c:v>0.18339120370364981</c:v>
                </c:pt>
                <c:pt idx="15846">
                  <c:v>0.1834027777731535</c:v>
                </c:pt>
                <c:pt idx="15847">
                  <c:v>0.18341435184993315</c:v>
                </c:pt>
                <c:pt idx="15848">
                  <c:v>0.18342592592671281</c:v>
                </c:pt>
                <c:pt idx="15849">
                  <c:v>0.1834374999962165</c:v>
                </c:pt>
                <c:pt idx="15850">
                  <c:v>0.18344907407299615</c:v>
                </c:pt>
                <c:pt idx="15851">
                  <c:v>0.18346064814249985</c:v>
                </c:pt>
                <c:pt idx="15852">
                  <c:v>0.1834722222192795</c:v>
                </c:pt>
                <c:pt idx="15853">
                  <c:v>0.18348379629605915</c:v>
                </c:pt>
                <c:pt idx="15854">
                  <c:v>0.18349537036556285</c:v>
                </c:pt>
                <c:pt idx="15855">
                  <c:v>0.1835069444423425</c:v>
                </c:pt>
                <c:pt idx="15856">
                  <c:v>0.18351851851912215</c:v>
                </c:pt>
                <c:pt idx="15857">
                  <c:v>0.18353009258862585</c:v>
                </c:pt>
                <c:pt idx="15858">
                  <c:v>0.1835416666654055</c:v>
                </c:pt>
                <c:pt idx="15859">
                  <c:v>0.1835532407349092</c:v>
                </c:pt>
                <c:pt idx="15860">
                  <c:v>0.18356481481168885</c:v>
                </c:pt>
                <c:pt idx="15861">
                  <c:v>0.1835763888884685</c:v>
                </c:pt>
                <c:pt idx="15862">
                  <c:v>0.18358796295797219</c:v>
                </c:pt>
                <c:pt idx="15863">
                  <c:v>0.18359953703475185</c:v>
                </c:pt>
                <c:pt idx="15864">
                  <c:v>0.1836111111115315</c:v>
                </c:pt>
                <c:pt idx="15865">
                  <c:v>0.18362268518103519</c:v>
                </c:pt>
                <c:pt idx="15866">
                  <c:v>0.18363425925781485</c:v>
                </c:pt>
                <c:pt idx="15867">
                  <c:v>0.1836458333345945</c:v>
                </c:pt>
                <c:pt idx="15868">
                  <c:v>0.18365740740409819</c:v>
                </c:pt>
                <c:pt idx="15869">
                  <c:v>0.18366898148087785</c:v>
                </c:pt>
                <c:pt idx="15870">
                  <c:v>0.18368055555038154</c:v>
                </c:pt>
                <c:pt idx="15871">
                  <c:v>0.18369212962716119</c:v>
                </c:pt>
                <c:pt idx="15872">
                  <c:v>0.18370370370394085</c:v>
                </c:pt>
                <c:pt idx="15873">
                  <c:v>0.18371527777344454</c:v>
                </c:pt>
                <c:pt idx="15874">
                  <c:v>0.18372685185022419</c:v>
                </c:pt>
                <c:pt idx="15875">
                  <c:v>0.18373842592700385</c:v>
                </c:pt>
                <c:pt idx="15876">
                  <c:v>0.18374999999650754</c:v>
                </c:pt>
                <c:pt idx="15877">
                  <c:v>0.18376157407328719</c:v>
                </c:pt>
                <c:pt idx="15878">
                  <c:v>0.18377314814279089</c:v>
                </c:pt>
                <c:pt idx="15879">
                  <c:v>0.18378472221957054</c:v>
                </c:pt>
                <c:pt idx="15880">
                  <c:v>0.18379629629635019</c:v>
                </c:pt>
                <c:pt idx="15881">
                  <c:v>0.18380787036585389</c:v>
                </c:pt>
                <c:pt idx="15882">
                  <c:v>0.18381944444263354</c:v>
                </c:pt>
                <c:pt idx="15883">
                  <c:v>0.18383101851941319</c:v>
                </c:pt>
                <c:pt idx="15884">
                  <c:v>0.18384259258891689</c:v>
                </c:pt>
                <c:pt idx="15885">
                  <c:v>0.18385416666569654</c:v>
                </c:pt>
                <c:pt idx="15886">
                  <c:v>0.18386574073520023</c:v>
                </c:pt>
                <c:pt idx="15887">
                  <c:v>0.18387731481197989</c:v>
                </c:pt>
                <c:pt idx="15888">
                  <c:v>0.18388888888875954</c:v>
                </c:pt>
                <c:pt idx="15889">
                  <c:v>0.18390046295826323</c:v>
                </c:pt>
                <c:pt idx="15890">
                  <c:v>0.18391203703504289</c:v>
                </c:pt>
                <c:pt idx="15891">
                  <c:v>0.18392361111182254</c:v>
                </c:pt>
                <c:pt idx="15892">
                  <c:v>0.18393518518132623</c:v>
                </c:pt>
                <c:pt idx="15893">
                  <c:v>0.18394675925810589</c:v>
                </c:pt>
                <c:pt idx="15894">
                  <c:v>0.18395833332760958</c:v>
                </c:pt>
                <c:pt idx="15895">
                  <c:v>0.18396990740438923</c:v>
                </c:pt>
                <c:pt idx="15896">
                  <c:v>0.18398148148116888</c:v>
                </c:pt>
                <c:pt idx="15897">
                  <c:v>0.18399305555067258</c:v>
                </c:pt>
                <c:pt idx="15898">
                  <c:v>0.18400462962745223</c:v>
                </c:pt>
                <c:pt idx="15899">
                  <c:v>0.18401620370423188</c:v>
                </c:pt>
                <c:pt idx="15900">
                  <c:v>0.18402777777373558</c:v>
                </c:pt>
                <c:pt idx="15901">
                  <c:v>0.18403935185051523</c:v>
                </c:pt>
                <c:pt idx="15902">
                  <c:v>0.18405092592001893</c:v>
                </c:pt>
                <c:pt idx="15903">
                  <c:v>0.18406249999679858</c:v>
                </c:pt>
                <c:pt idx="15904">
                  <c:v>0.18407407407357823</c:v>
                </c:pt>
                <c:pt idx="15905">
                  <c:v>0.18408564814308193</c:v>
                </c:pt>
                <c:pt idx="15906">
                  <c:v>0.18409722221986158</c:v>
                </c:pt>
                <c:pt idx="15907">
                  <c:v>0.18410879629664123</c:v>
                </c:pt>
                <c:pt idx="15908">
                  <c:v>0.18412037036614493</c:v>
                </c:pt>
                <c:pt idx="15909">
                  <c:v>0.18413194444292458</c:v>
                </c:pt>
                <c:pt idx="15910">
                  <c:v>0.18414351851970423</c:v>
                </c:pt>
                <c:pt idx="15911">
                  <c:v>0.18415509258920792</c:v>
                </c:pt>
                <c:pt idx="15912">
                  <c:v>0.18416666666598758</c:v>
                </c:pt>
                <c:pt idx="15913">
                  <c:v>0.18417824073549127</c:v>
                </c:pt>
                <c:pt idx="15914">
                  <c:v>0.18418981481227092</c:v>
                </c:pt>
                <c:pt idx="15915">
                  <c:v>0.18420138888905058</c:v>
                </c:pt>
                <c:pt idx="15916">
                  <c:v>0.18421296295855427</c:v>
                </c:pt>
                <c:pt idx="15917">
                  <c:v>0.18422453703533392</c:v>
                </c:pt>
                <c:pt idx="15918">
                  <c:v>0.18423611111211358</c:v>
                </c:pt>
                <c:pt idx="15919">
                  <c:v>0.18424768518161727</c:v>
                </c:pt>
                <c:pt idx="15920">
                  <c:v>0.18425925925839692</c:v>
                </c:pt>
                <c:pt idx="15921">
                  <c:v>0.18427083332790062</c:v>
                </c:pt>
                <c:pt idx="15922">
                  <c:v>0.18428240740468027</c:v>
                </c:pt>
                <c:pt idx="15923">
                  <c:v>0.18429398148145992</c:v>
                </c:pt>
                <c:pt idx="15924">
                  <c:v>0.18430555555096362</c:v>
                </c:pt>
                <c:pt idx="15925">
                  <c:v>0.18431712962774327</c:v>
                </c:pt>
                <c:pt idx="15926">
                  <c:v>0.18432870370452292</c:v>
                </c:pt>
                <c:pt idx="15927">
                  <c:v>0.18434027777402662</c:v>
                </c:pt>
                <c:pt idx="15928">
                  <c:v>0.18435185185080627</c:v>
                </c:pt>
                <c:pt idx="15929">
                  <c:v>0.18436342592030996</c:v>
                </c:pt>
                <c:pt idx="15930">
                  <c:v>0.18437499999708962</c:v>
                </c:pt>
                <c:pt idx="15931">
                  <c:v>0.18438657407386927</c:v>
                </c:pt>
                <c:pt idx="15932">
                  <c:v>0.18439814814337296</c:v>
                </c:pt>
                <c:pt idx="15933">
                  <c:v>0.18440972222015262</c:v>
                </c:pt>
                <c:pt idx="15934">
                  <c:v>0.18442129629693227</c:v>
                </c:pt>
                <c:pt idx="15935">
                  <c:v>0.18443287036643596</c:v>
                </c:pt>
                <c:pt idx="15936">
                  <c:v>0.18444444444321562</c:v>
                </c:pt>
                <c:pt idx="15937">
                  <c:v>0.18445601851271931</c:v>
                </c:pt>
                <c:pt idx="15938">
                  <c:v>0.18446759258949896</c:v>
                </c:pt>
                <c:pt idx="15939">
                  <c:v>0.18447916666627862</c:v>
                </c:pt>
                <c:pt idx="15940">
                  <c:v>0.18449074073578231</c:v>
                </c:pt>
                <c:pt idx="15941">
                  <c:v>0.18450231481256196</c:v>
                </c:pt>
                <c:pt idx="15942">
                  <c:v>0.18451388888934162</c:v>
                </c:pt>
                <c:pt idx="15943">
                  <c:v>0.18452546295884531</c:v>
                </c:pt>
                <c:pt idx="15944">
                  <c:v>0.18453703703562496</c:v>
                </c:pt>
                <c:pt idx="15945">
                  <c:v>0.18454861111240461</c:v>
                </c:pt>
                <c:pt idx="15946">
                  <c:v>0.18456018518190831</c:v>
                </c:pt>
                <c:pt idx="15947">
                  <c:v>0.18457175925868796</c:v>
                </c:pt>
                <c:pt idx="15948">
                  <c:v>0.18458333332819166</c:v>
                </c:pt>
                <c:pt idx="15949">
                  <c:v>0.18459490740497131</c:v>
                </c:pt>
                <c:pt idx="15950">
                  <c:v>0.18460648148175096</c:v>
                </c:pt>
                <c:pt idx="15951">
                  <c:v>0.18461805555125466</c:v>
                </c:pt>
                <c:pt idx="15952">
                  <c:v>0.18462962962803431</c:v>
                </c:pt>
                <c:pt idx="15953">
                  <c:v>0.18464120370481396</c:v>
                </c:pt>
                <c:pt idx="15954">
                  <c:v>0.18465277777431766</c:v>
                </c:pt>
                <c:pt idx="15955">
                  <c:v>0.18466435185109731</c:v>
                </c:pt>
                <c:pt idx="15956">
                  <c:v>0.184675925920601</c:v>
                </c:pt>
                <c:pt idx="15957">
                  <c:v>0.18468749999738066</c:v>
                </c:pt>
                <c:pt idx="15958">
                  <c:v>0.18469907407416031</c:v>
                </c:pt>
                <c:pt idx="15959">
                  <c:v>0.184710648143664</c:v>
                </c:pt>
                <c:pt idx="15960">
                  <c:v>0.18472222222044365</c:v>
                </c:pt>
                <c:pt idx="15961">
                  <c:v>0.18473379629722331</c:v>
                </c:pt>
                <c:pt idx="15962">
                  <c:v>0.184745370366727</c:v>
                </c:pt>
                <c:pt idx="15963">
                  <c:v>0.18475694444350665</c:v>
                </c:pt>
                <c:pt idx="15964">
                  <c:v>0.18476851851301035</c:v>
                </c:pt>
                <c:pt idx="15965">
                  <c:v>0.18478009258979</c:v>
                </c:pt>
                <c:pt idx="15966">
                  <c:v>0.18479166666656965</c:v>
                </c:pt>
                <c:pt idx="15967">
                  <c:v>0.18480324073607335</c:v>
                </c:pt>
                <c:pt idx="15968">
                  <c:v>0.184814814812853</c:v>
                </c:pt>
                <c:pt idx="15969">
                  <c:v>0.18482638888963265</c:v>
                </c:pt>
                <c:pt idx="15970">
                  <c:v>0.18483796295913635</c:v>
                </c:pt>
                <c:pt idx="15971">
                  <c:v>0.184849537035916</c:v>
                </c:pt>
                <c:pt idx="15972">
                  <c:v>0.1848611111054197</c:v>
                </c:pt>
                <c:pt idx="15973">
                  <c:v>0.18487268518219935</c:v>
                </c:pt>
                <c:pt idx="15974">
                  <c:v>0.184884259258979</c:v>
                </c:pt>
                <c:pt idx="15975">
                  <c:v>0.18489583332848269</c:v>
                </c:pt>
                <c:pt idx="15976">
                  <c:v>0.18490740740526235</c:v>
                </c:pt>
                <c:pt idx="15977">
                  <c:v>0.184918981482042</c:v>
                </c:pt>
                <c:pt idx="15978">
                  <c:v>0.18493055555154569</c:v>
                </c:pt>
                <c:pt idx="15979">
                  <c:v>0.18494212962832535</c:v>
                </c:pt>
                <c:pt idx="15980">
                  <c:v>0.18495370369782904</c:v>
                </c:pt>
                <c:pt idx="15981">
                  <c:v>0.18496527777460869</c:v>
                </c:pt>
                <c:pt idx="15982">
                  <c:v>0.18497685185138835</c:v>
                </c:pt>
                <c:pt idx="15983">
                  <c:v>0.18498842592089204</c:v>
                </c:pt>
                <c:pt idx="15984">
                  <c:v>0.18499999999767169</c:v>
                </c:pt>
                <c:pt idx="15985">
                  <c:v>0.18501157407445135</c:v>
                </c:pt>
                <c:pt idx="15986">
                  <c:v>0.18502314814395504</c:v>
                </c:pt>
                <c:pt idx="15987">
                  <c:v>0.18503472222073469</c:v>
                </c:pt>
                <c:pt idx="15988">
                  <c:v>0.18504629629751435</c:v>
                </c:pt>
                <c:pt idx="15989">
                  <c:v>0.18505787036701804</c:v>
                </c:pt>
                <c:pt idx="15990">
                  <c:v>0.18506944444379769</c:v>
                </c:pt>
                <c:pt idx="15991">
                  <c:v>0.18508101851330139</c:v>
                </c:pt>
                <c:pt idx="15992">
                  <c:v>0.18509259259008104</c:v>
                </c:pt>
                <c:pt idx="15993">
                  <c:v>0.18510416666686069</c:v>
                </c:pt>
                <c:pt idx="15994">
                  <c:v>0.18511574073636439</c:v>
                </c:pt>
                <c:pt idx="15995">
                  <c:v>0.18512731481314404</c:v>
                </c:pt>
                <c:pt idx="15996">
                  <c:v>0.18513888888992369</c:v>
                </c:pt>
                <c:pt idx="15997">
                  <c:v>0.18515046295942739</c:v>
                </c:pt>
                <c:pt idx="15998">
                  <c:v>0.18516203703620704</c:v>
                </c:pt>
                <c:pt idx="15999">
                  <c:v>0.18517361110571073</c:v>
                </c:pt>
                <c:pt idx="16000">
                  <c:v>0.18518518518249039</c:v>
                </c:pt>
                <c:pt idx="16001">
                  <c:v>0.18519675925927004</c:v>
                </c:pt>
                <c:pt idx="16002">
                  <c:v>0.18520833332877373</c:v>
                </c:pt>
                <c:pt idx="16003">
                  <c:v>0.18521990740555339</c:v>
                </c:pt>
                <c:pt idx="16004">
                  <c:v>0.18523148148233304</c:v>
                </c:pt>
                <c:pt idx="16005">
                  <c:v>0.18524305555183673</c:v>
                </c:pt>
                <c:pt idx="16006">
                  <c:v>0.18525462962861639</c:v>
                </c:pt>
                <c:pt idx="16007">
                  <c:v>0.18526620369812008</c:v>
                </c:pt>
                <c:pt idx="16008">
                  <c:v>0.18527777777489973</c:v>
                </c:pt>
                <c:pt idx="16009">
                  <c:v>0.18528935185167938</c:v>
                </c:pt>
                <c:pt idx="16010">
                  <c:v>0.18530092592118308</c:v>
                </c:pt>
                <c:pt idx="16011">
                  <c:v>0.18531249999796273</c:v>
                </c:pt>
                <c:pt idx="16012">
                  <c:v>0.18532407407474238</c:v>
                </c:pt>
                <c:pt idx="16013">
                  <c:v>0.18533564814424608</c:v>
                </c:pt>
                <c:pt idx="16014">
                  <c:v>0.18534722222102573</c:v>
                </c:pt>
                <c:pt idx="16015">
                  <c:v>0.18535879629052943</c:v>
                </c:pt>
                <c:pt idx="16016">
                  <c:v>0.18537037036730908</c:v>
                </c:pt>
                <c:pt idx="16017">
                  <c:v>0.18538194444408873</c:v>
                </c:pt>
                <c:pt idx="16018">
                  <c:v>0.18539351851359243</c:v>
                </c:pt>
                <c:pt idx="16019">
                  <c:v>0.18540509259037208</c:v>
                </c:pt>
                <c:pt idx="16020">
                  <c:v>0.18541666666715173</c:v>
                </c:pt>
                <c:pt idx="16021">
                  <c:v>0.18542824073665543</c:v>
                </c:pt>
                <c:pt idx="16022">
                  <c:v>0.18543981481343508</c:v>
                </c:pt>
                <c:pt idx="16023">
                  <c:v>0.18545138889021473</c:v>
                </c:pt>
                <c:pt idx="16024">
                  <c:v>0.18546296295971842</c:v>
                </c:pt>
                <c:pt idx="16025">
                  <c:v>0.18547453703649808</c:v>
                </c:pt>
                <c:pt idx="16026">
                  <c:v>0.18548611110600177</c:v>
                </c:pt>
                <c:pt idx="16027">
                  <c:v>0.18549768518278142</c:v>
                </c:pt>
                <c:pt idx="16028">
                  <c:v>0.18550925925956108</c:v>
                </c:pt>
                <c:pt idx="16029">
                  <c:v>0.18552083332906477</c:v>
                </c:pt>
                <c:pt idx="16030">
                  <c:v>0.18553240740584442</c:v>
                </c:pt>
                <c:pt idx="16031">
                  <c:v>0.18554398148262408</c:v>
                </c:pt>
                <c:pt idx="16032">
                  <c:v>0.18555555555212777</c:v>
                </c:pt>
                <c:pt idx="16033">
                  <c:v>0.18556712962890742</c:v>
                </c:pt>
                <c:pt idx="16034">
                  <c:v>0.18557870369841112</c:v>
                </c:pt>
                <c:pt idx="16035">
                  <c:v>0.18559027777519077</c:v>
                </c:pt>
                <c:pt idx="16036">
                  <c:v>0.18560185185197042</c:v>
                </c:pt>
                <c:pt idx="16037">
                  <c:v>0.18561342592147412</c:v>
                </c:pt>
                <c:pt idx="16038">
                  <c:v>0.18562499999825377</c:v>
                </c:pt>
                <c:pt idx="16039">
                  <c:v>0.18563657407503342</c:v>
                </c:pt>
                <c:pt idx="16040">
                  <c:v>0.18564814814453712</c:v>
                </c:pt>
                <c:pt idx="16041">
                  <c:v>0.18565972222131677</c:v>
                </c:pt>
                <c:pt idx="16042">
                  <c:v>0.18567129629082046</c:v>
                </c:pt>
                <c:pt idx="16043">
                  <c:v>0.18568287036760012</c:v>
                </c:pt>
                <c:pt idx="16044">
                  <c:v>0.18569444444437977</c:v>
                </c:pt>
                <c:pt idx="16045">
                  <c:v>0.18570601851388346</c:v>
                </c:pt>
                <c:pt idx="16046">
                  <c:v>0.18571759259066312</c:v>
                </c:pt>
                <c:pt idx="16047">
                  <c:v>0.18572916666744277</c:v>
                </c:pt>
                <c:pt idx="16048">
                  <c:v>0.18574074073694646</c:v>
                </c:pt>
                <c:pt idx="16049">
                  <c:v>0.18575231481372612</c:v>
                </c:pt>
                <c:pt idx="16050">
                  <c:v>0.18576388888322981</c:v>
                </c:pt>
                <c:pt idx="16051">
                  <c:v>0.18577546296000946</c:v>
                </c:pt>
                <c:pt idx="16052">
                  <c:v>0.18578703703678912</c:v>
                </c:pt>
                <c:pt idx="16053">
                  <c:v>0.18579861110629281</c:v>
                </c:pt>
                <c:pt idx="16054">
                  <c:v>0.18581018518307246</c:v>
                </c:pt>
                <c:pt idx="16055">
                  <c:v>0.18582175925985212</c:v>
                </c:pt>
                <c:pt idx="16056">
                  <c:v>0.18583333332935581</c:v>
                </c:pt>
                <c:pt idx="16057">
                  <c:v>0.18584490740613546</c:v>
                </c:pt>
                <c:pt idx="16058">
                  <c:v>0.18585648147563916</c:v>
                </c:pt>
                <c:pt idx="16059">
                  <c:v>0.18586805555241881</c:v>
                </c:pt>
                <c:pt idx="16060">
                  <c:v>0.18587962962919846</c:v>
                </c:pt>
                <c:pt idx="16061">
                  <c:v>0.18589120369870216</c:v>
                </c:pt>
                <c:pt idx="16062">
                  <c:v>0.18590277777548181</c:v>
                </c:pt>
                <c:pt idx="16063">
                  <c:v>0.18591435185226146</c:v>
                </c:pt>
                <c:pt idx="16064">
                  <c:v>0.18592592592176516</c:v>
                </c:pt>
                <c:pt idx="16065">
                  <c:v>0.18593749999854481</c:v>
                </c:pt>
                <c:pt idx="16066">
                  <c:v>0.18594907407532446</c:v>
                </c:pt>
                <c:pt idx="16067">
                  <c:v>0.18596064814482816</c:v>
                </c:pt>
                <c:pt idx="16068">
                  <c:v>0.18597222222160781</c:v>
                </c:pt>
                <c:pt idx="16069">
                  <c:v>0.1859837962911115</c:v>
                </c:pt>
                <c:pt idx="16070">
                  <c:v>0.18599537036789116</c:v>
                </c:pt>
                <c:pt idx="16071">
                  <c:v>0.18600694444467081</c:v>
                </c:pt>
                <c:pt idx="16072">
                  <c:v>0.1860185185141745</c:v>
                </c:pt>
                <c:pt idx="16073">
                  <c:v>0.18603009259095415</c:v>
                </c:pt>
                <c:pt idx="16074">
                  <c:v>0.18604166666773381</c:v>
                </c:pt>
                <c:pt idx="16075">
                  <c:v>0.1860532407372375</c:v>
                </c:pt>
                <c:pt idx="16076">
                  <c:v>0.18606481481401715</c:v>
                </c:pt>
                <c:pt idx="16077">
                  <c:v>0.18607638888352085</c:v>
                </c:pt>
                <c:pt idx="16078">
                  <c:v>0.1860879629603005</c:v>
                </c:pt>
                <c:pt idx="16079">
                  <c:v>0.18609953703708015</c:v>
                </c:pt>
                <c:pt idx="16080">
                  <c:v>0.18611111110658385</c:v>
                </c:pt>
                <c:pt idx="16081">
                  <c:v>0.1861226851833635</c:v>
                </c:pt>
                <c:pt idx="16082">
                  <c:v>0.18613425926014315</c:v>
                </c:pt>
                <c:pt idx="16083">
                  <c:v>0.18614583332964685</c:v>
                </c:pt>
                <c:pt idx="16084">
                  <c:v>0.1861574074064265</c:v>
                </c:pt>
                <c:pt idx="16085">
                  <c:v>0.1861689814759302</c:v>
                </c:pt>
                <c:pt idx="16086">
                  <c:v>0.18618055555270985</c:v>
                </c:pt>
                <c:pt idx="16087">
                  <c:v>0.1861921296294895</c:v>
                </c:pt>
                <c:pt idx="16088">
                  <c:v>0.18620370369899319</c:v>
                </c:pt>
                <c:pt idx="16089">
                  <c:v>0.18621527777577285</c:v>
                </c:pt>
                <c:pt idx="16090">
                  <c:v>0.1862268518525525</c:v>
                </c:pt>
                <c:pt idx="16091">
                  <c:v>0.18623842592205619</c:v>
                </c:pt>
                <c:pt idx="16092">
                  <c:v>0.18624999999883585</c:v>
                </c:pt>
                <c:pt idx="16093">
                  <c:v>0.18626157406833954</c:v>
                </c:pt>
                <c:pt idx="16094">
                  <c:v>0.18627314814511919</c:v>
                </c:pt>
                <c:pt idx="16095">
                  <c:v>0.18628472222189885</c:v>
                </c:pt>
                <c:pt idx="16096">
                  <c:v>0.18629629629140254</c:v>
                </c:pt>
                <c:pt idx="16097">
                  <c:v>0.18630787036818219</c:v>
                </c:pt>
                <c:pt idx="16098">
                  <c:v>0.18631944444496185</c:v>
                </c:pt>
                <c:pt idx="16099">
                  <c:v>0.18633101851446554</c:v>
                </c:pt>
                <c:pt idx="16100">
                  <c:v>0.18634259259124519</c:v>
                </c:pt>
                <c:pt idx="16101">
                  <c:v>0.18635416666074889</c:v>
                </c:pt>
                <c:pt idx="16102">
                  <c:v>0.18636574073752854</c:v>
                </c:pt>
                <c:pt idx="16103">
                  <c:v>0.18637731481430819</c:v>
                </c:pt>
                <c:pt idx="16104">
                  <c:v>0.18638888888381189</c:v>
                </c:pt>
                <c:pt idx="16105">
                  <c:v>0.18640046296059154</c:v>
                </c:pt>
                <c:pt idx="16106">
                  <c:v>0.18641203703737119</c:v>
                </c:pt>
                <c:pt idx="16107">
                  <c:v>0.18642361110687489</c:v>
                </c:pt>
                <c:pt idx="16108">
                  <c:v>0.18643518518365454</c:v>
                </c:pt>
                <c:pt idx="16109">
                  <c:v>0.18644675926043419</c:v>
                </c:pt>
                <c:pt idx="16110">
                  <c:v>0.18645833332993789</c:v>
                </c:pt>
                <c:pt idx="16111">
                  <c:v>0.18646990740671754</c:v>
                </c:pt>
                <c:pt idx="16112">
                  <c:v>0.18648148147622123</c:v>
                </c:pt>
                <c:pt idx="16113">
                  <c:v>0.18649305555300089</c:v>
                </c:pt>
                <c:pt idx="16114">
                  <c:v>0.18650462962978054</c:v>
                </c:pt>
                <c:pt idx="16115">
                  <c:v>0.18651620369928423</c:v>
                </c:pt>
                <c:pt idx="16116">
                  <c:v>0.18652777777606389</c:v>
                </c:pt>
                <c:pt idx="16117">
                  <c:v>0.18653935185284354</c:v>
                </c:pt>
                <c:pt idx="16118">
                  <c:v>0.18655092592234723</c:v>
                </c:pt>
                <c:pt idx="16119">
                  <c:v>0.18656249999912689</c:v>
                </c:pt>
                <c:pt idx="16120">
                  <c:v>0.18657407406863058</c:v>
                </c:pt>
                <c:pt idx="16121">
                  <c:v>0.18658564814541023</c:v>
                </c:pt>
                <c:pt idx="16122">
                  <c:v>0.18659722222218988</c:v>
                </c:pt>
                <c:pt idx="16123">
                  <c:v>0.18660879629169358</c:v>
                </c:pt>
                <c:pt idx="16124">
                  <c:v>0.18662037036847323</c:v>
                </c:pt>
                <c:pt idx="16125">
                  <c:v>0.18663194444525288</c:v>
                </c:pt>
                <c:pt idx="16126">
                  <c:v>0.18664351851475658</c:v>
                </c:pt>
                <c:pt idx="16127">
                  <c:v>0.18665509259153623</c:v>
                </c:pt>
                <c:pt idx="16128">
                  <c:v>0.18666666666103993</c:v>
                </c:pt>
                <c:pt idx="16129">
                  <c:v>0.18667824073781958</c:v>
                </c:pt>
                <c:pt idx="16130">
                  <c:v>0.18668981481459923</c:v>
                </c:pt>
                <c:pt idx="16131">
                  <c:v>0.18670138888410293</c:v>
                </c:pt>
                <c:pt idx="16132">
                  <c:v>0.18671296296088258</c:v>
                </c:pt>
                <c:pt idx="16133">
                  <c:v>0.18672453703766223</c:v>
                </c:pt>
                <c:pt idx="16134">
                  <c:v>0.18673611110716593</c:v>
                </c:pt>
                <c:pt idx="16135">
                  <c:v>0.18674768518394558</c:v>
                </c:pt>
                <c:pt idx="16136">
                  <c:v>0.18675925925344927</c:v>
                </c:pt>
                <c:pt idx="16137">
                  <c:v>0.18677083333022892</c:v>
                </c:pt>
                <c:pt idx="16138">
                  <c:v>0.18678240740700858</c:v>
                </c:pt>
                <c:pt idx="16139">
                  <c:v>0.18679398147651227</c:v>
                </c:pt>
                <c:pt idx="16140">
                  <c:v>0.18680555555329192</c:v>
                </c:pt>
                <c:pt idx="16141">
                  <c:v>0.18681712963007158</c:v>
                </c:pt>
                <c:pt idx="16142">
                  <c:v>0.18682870369957527</c:v>
                </c:pt>
                <c:pt idx="16143">
                  <c:v>0.18684027777635492</c:v>
                </c:pt>
                <c:pt idx="16144">
                  <c:v>0.18685185185313458</c:v>
                </c:pt>
                <c:pt idx="16145">
                  <c:v>0.18686342592263827</c:v>
                </c:pt>
                <c:pt idx="16146">
                  <c:v>0.18687499999941792</c:v>
                </c:pt>
                <c:pt idx="16147">
                  <c:v>0.18688657406892162</c:v>
                </c:pt>
                <c:pt idx="16148">
                  <c:v>0.18689814814570127</c:v>
                </c:pt>
                <c:pt idx="16149">
                  <c:v>0.18690972222248092</c:v>
                </c:pt>
                <c:pt idx="16150">
                  <c:v>0.18692129629198462</c:v>
                </c:pt>
                <c:pt idx="16151">
                  <c:v>0.18693287036876427</c:v>
                </c:pt>
                <c:pt idx="16152">
                  <c:v>0.18694444444554392</c:v>
                </c:pt>
                <c:pt idx="16153">
                  <c:v>0.18695601851504762</c:v>
                </c:pt>
                <c:pt idx="16154">
                  <c:v>0.18696759259182727</c:v>
                </c:pt>
                <c:pt idx="16155">
                  <c:v>0.18697916666133096</c:v>
                </c:pt>
                <c:pt idx="16156">
                  <c:v>0.18699074073811062</c:v>
                </c:pt>
                <c:pt idx="16157">
                  <c:v>0.18700231481489027</c:v>
                </c:pt>
                <c:pt idx="16158">
                  <c:v>0.18701388888439396</c:v>
                </c:pt>
                <c:pt idx="16159">
                  <c:v>0.18702546296117362</c:v>
                </c:pt>
                <c:pt idx="16160">
                  <c:v>0.18703703703795327</c:v>
                </c:pt>
                <c:pt idx="16161">
                  <c:v>0.18704861110745696</c:v>
                </c:pt>
                <c:pt idx="16162">
                  <c:v>0.18706018518423662</c:v>
                </c:pt>
                <c:pt idx="16163">
                  <c:v>0.18707175925374031</c:v>
                </c:pt>
                <c:pt idx="16164">
                  <c:v>0.18708333333051996</c:v>
                </c:pt>
                <c:pt idx="16165">
                  <c:v>0.18709490740729962</c:v>
                </c:pt>
                <c:pt idx="16166">
                  <c:v>0.18710648147680331</c:v>
                </c:pt>
                <c:pt idx="16167">
                  <c:v>0.18711805555358296</c:v>
                </c:pt>
                <c:pt idx="16168">
                  <c:v>0.18712962963036261</c:v>
                </c:pt>
                <c:pt idx="16169">
                  <c:v>0.18714120369986631</c:v>
                </c:pt>
                <c:pt idx="16170">
                  <c:v>0.18715277777664596</c:v>
                </c:pt>
                <c:pt idx="16171">
                  <c:v>0.18716435184614966</c:v>
                </c:pt>
                <c:pt idx="16172">
                  <c:v>0.18717592592292931</c:v>
                </c:pt>
                <c:pt idx="16173">
                  <c:v>0.18718749999970896</c:v>
                </c:pt>
                <c:pt idx="16174">
                  <c:v>0.18719907406921266</c:v>
                </c:pt>
                <c:pt idx="16175">
                  <c:v>0.18721064814599231</c:v>
                </c:pt>
                <c:pt idx="16176">
                  <c:v>0.18722222222277196</c:v>
                </c:pt>
                <c:pt idx="16177">
                  <c:v>0.18723379629227566</c:v>
                </c:pt>
                <c:pt idx="16178">
                  <c:v>0.18724537036905531</c:v>
                </c:pt>
                <c:pt idx="16179">
                  <c:v>0.187256944438559</c:v>
                </c:pt>
                <c:pt idx="16180">
                  <c:v>0.18726851851533866</c:v>
                </c:pt>
                <c:pt idx="16181">
                  <c:v>0.18728009259211831</c:v>
                </c:pt>
                <c:pt idx="16182">
                  <c:v>0.187291666661622</c:v>
                </c:pt>
                <c:pt idx="16183">
                  <c:v>0.18730324073840166</c:v>
                </c:pt>
                <c:pt idx="16184">
                  <c:v>0.18731481481518131</c:v>
                </c:pt>
                <c:pt idx="16185">
                  <c:v>0.187326388884685</c:v>
                </c:pt>
                <c:pt idx="16186">
                  <c:v>0.18733796296146465</c:v>
                </c:pt>
                <c:pt idx="16187">
                  <c:v>0.18734953703824431</c:v>
                </c:pt>
                <c:pt idx="16188">
                  <c:v>0.187361111107748</c:v>
                </c:pt>
                <c:pt idx="16189">
                  <c:v>0.18737268518452765</c:v>
                </c:pt>
                <c:pt idx="16190">
                  <c:v>0.18738425925403135</c:v>
                </c:pt>
                <c:pt idx="16191">
                  <c:v>0.187395833330811</c:v>
                </c:pt>
                <c:pt idx="16192">
                  <c:v>0.18740740740759065</c:v>
                </c:pt>
                <c:pt idx="16193">
                  <c:v>0.18741898147709435</c:v>
                </c:pt>
                <c:pt idx="16194">
                  <c:v>0.187430555553874</c:v>
                </c:pt>
                <c:pt idx="16195">
                  <c:v>0.18744212963065365</c:v>
                </c:pt>
                <c:pt idx="16196">
                  <c:v>0.18745370370015735</c:v>
                </c:pt>
                <c:pt idx="16197">
                  <c:v>0.187465277776937</c:v>
                </c:pt>
                <c:pt idx="16198">
                  <c:v>0.1874768518464407</c:v>
                </c:pt>
                <c:pt idx="16199">
                  <c:v>0.18748842592322035</c:v>
                </c:pt>
                <c:pt idx="16200">
                  <c:v>0.1875</c:v>
                </c:pt>
                <c:pt idx="16201">
                  <c:v>0.18751157406950369</c:v>
                </c:pt>
                <c:pt idx="16202">
                  <c:v>0.18752314814628335</c:v>
                </c:pt>
                <c:pt idx="16203">
                  <c:v>0.187534722223063</c:v>
                </c:pt>
                <c:pt idx="16204">
                  <c:v>0.18754629629256669</c:v>
                </c:pt>
                <c:pt idx="16205">
                  <c:v>0.18755787036934635</c:v>
                </c:pt>
                <c:pt idx="16206">
                  <c:v>0.18756944443885004</c:v>
                </c:pt>
                <c:pt idx="16207">
                  <c:v>0.18758101851562969</c:v>
                </c:pt>
                <c:pt idx="16208">
                  <c:v>0.18759259259240935</c:v>
                </c:pt>
                <c:pt idx="16209">
                  <c:v>0.18760416666191304</c:v>
                </c:pt>
                <c:pt idx="16210">
                  <c:v>0.18761574073869269</c:v>
                </c:pt>
                <c:pt idx="16211">
                  <c:v>0.18762731481547235</c:v>
                </c:pt>
                <c:pt idx="16212">
                  <c:v>0.18763888888497604</c:v>
                </c:pt>
                <c:pt idx="16213">
                  <c:v>0.18765046296175569</c:v>
                </c:pt>
                <c:pt idx="16214">
                  <c:v>0.18766203703125939</c:v>
                </c:pt>
                <c:pt idx="16215">
                  <c:v>0.18767361110803904</c:v>
                </c:pt>
                <c:pt idx="16216">
                  <c:v>0.18768518518481869</c:v>
                </c:pt>
                <c:pt idx="16217">
                  <c:v>0.18769675925432239</c:v>
                </c:pt>
                <c:pt idx="16218">
                  <c:v>0.18770833333110204</c:v>
                </c:pt>
                <c:pt idx="16219">
                  <c:v>0.18771990740788169</c:v>
                </c:pt>
                <c:pt idx="16220">
                  <c:v>0.18773148147738539</c:v>
                </c:pt>
                <c:pt idx="16221">
                  <c:v>0.18774305555416504</c:v>
                </c:pt>
                <c:pt idx="16222">
                  <c:v>0.18775462963094469</c:v>
                </c:pt>
                <c:pt idx="16223">
                  <c:v>0.18776620370044839</c:v>
                </c:pt>
                <c:pt idx="16224">
                  <c:v>0.18777777777722804</c:v>
                </c:pt>
                <c:pt idx="16225">
                  <c:v>0.18778935184673173</c:v>
                </c:pt>
                <c:pt idx="16226">
                  <c:v>0.18780092592351139</c:v>
                </c:pt>
                <c:pt idx="16227">
                  <c:v>0.18781250000029104</c:v>
                </c:pt>
                <c:pt idx="16228">
                  <c:v>0.18782407406979473</c:v>
                </c:pt>
                <c:pt idx="16229">
                  <c:v>0.18783564814657439</c:v>
                </c:pt>
                <c:pt idx="16230">
                  <c:v>0.18784722222335404</c:v>
                </c:pt>
                <c:pt idx="16231">
                  <c:v>0.18785879629285773</c:v>
                </c:pt>
                <c:pt idx="16232">
                  <c:v>0.18787037036963739</c:v>
                </c:pt>
                <c:pt idx="16233">
                  <c:v>0.18788194443914108</c:v>
                </c:pt>
                <c:pt idx="16234">
                  <c:v>0.18789351851592073</c:v>
                </c:pt>
                <c:pt idx="16235">
                  <c:v>0.18790509259270038</c:v>
                </c:pt>
                <c:pt idx="16236">
                  <c:v>0.18791666666220408</c:v>
                </c:pt>
                <c:pt idx="16237">
                  <c:v>0.18792824073898373</c:v>
                </c:pt>
                <c:pt idx="16238">
                  <c:v>0.18793981481576338</c:v>
                </c:pt>
                <c:pt idx="16239">
                  <c:v>0.18795138888526708</c:v>
                </c:pt>
                <c:pt idx="16240">
                  <c:v>0.18796296296204673</c:v>
                </c:pt>
                <c:pt idx="16241">
                  <c:v>0.18797453703155043</c:v>
                </c:pt>
                <c:pt idx="16242">
                  <c:v>0.18798611110833008</c:v>
                </c:pt>
                <c:pt idx="16243">
                  <c:v>0.18799768518510973</c:v>
                </c:pt>
                <c:pt idx="16244">
                  <c:v>0.18800925925461343</c:v>
                </c:pt>
                <c:pt idx="16245">
                  <c:v>0.18802083333139308</c:v>
                </c:pt>
                <c:pt idx="16246">
                  <c:v>0.18803240740817273</c:v>
                </c:pt>
                <c:pt idx="16247">
                  <c:v>0.18804398147767643</c:v>
                </c:pt>
                <c:pt idx="16248">
                  <c:v>0.18805555555445608</c:v>
                </c:pt>
                <c:pt idx="16249">
                  <c:v>0.18806712962395977</c:v>
                </c:pt>
                <c:pt idx="16250">
                  <c:v>0.18807870370073942</c:v>
                </c:pt>
                <c:pt idx="16251">
                  <c:v>0.18809027777751908</c:v>
                </c:pt>
                <c:pt idx="16252">
                  <c:v>0.18810185184702277</c:v>
                </c:pt>
                <c:pt idx="16253">
                  <c:v>0.18811342592380242</c:v>
                </c:pt>
                <c:pt idx="16254">
                  <c:v>0.18812500000058208</c:v>
                </c:pt>
                <c:pt idx="16255">
                  <c:v>0.18813657407008577</c:v>
                </c:pt>
                <c:pt idx="16256">
                  <c:v>0.18814814814686542</c:v>
                </c:pt>
                <c:pt idx="16257">
                  <c:v>0.18815972221636912</c:v>
                </c:pt>
                <c:pt idx="16258">
                  <c:v>0.18817129629314877</c:v>
                </c:pt>
                <c:pt idx="16259">
                  <c:v>0.18818287036992842</c:v>
                </c:pt>
                <c:pt idx="16260">
                  <c:v>0.18819444443943212</c:v>
                </c:pt>
                <c:pt idx="16261">
                  <c:v>0.18820601851621177</c:v>
                </c:pt>
                <c:pt idx="16262">
                  <c:v>0.18821759259299142</c:v>
                </c:pt>
                <c:pt idx="16263">
                  <c:v>0.18822916666249512</c:v>
                </c:pt>
                <c:pt idx="16264">
                  <c:v>0.18824074073927477</c:v>
                </c:pt>
                <c:pt idx="16265">
                  <c:v>0.18825231481605442</c:v>
                </c:pt>
                <c:pt idx="16266">
                  <c:v>0.18826388888555812</c:v>
                </c:pt>
                <c:pt idx="16267">
                  <c:v>0.18827546296233777</c:v>
                </c:pt>
                <c:pt idx="16268">
                  <c:v>0.18828703703184146</c:v>
                </c:pt>
                <c:pt idx="16269">
                  <c:v>0.18829861110862112</c:v>
                </c:pt>
                <c:pt idx="16270">
                  <c:v>0.18831018518540077</c:v>
                </c:pt>
                <c:pt idx="16271">
                  <c:v>0.18832175925490446</c:v>
                </c:pt>
                <c:pt idx="16272">
                  <c:v>0.18833333333168412</c:v>
                </c:pt>
                <c:pt idx="16273">
                  <c:v>0.18834490740846377</c:v>
                </c:pt>
                <c:pt idx="16274">
                  <c:v>0.18835648147796746</c:v>
                </c:pt>
                <c:pt idx="16275">
                  <c:v>0.18836805555474712</c:v>
                </c:pt>
                <c:pt idx="16276">
                  <c:v>0.18837962962425081</c:v>
                </c:pt>
                <c:pt idx="16277">
                  <c:v>0.18839120370103046</c:v>
                </c:pt>
                <c:pt idx="16278">
                  <c:v>0.18840277777781012</c:v>
                </c:pt>
                <c:pt idx="16279">
                  <c:v>0.18841435184731381</c:v>
                </c:pt>
                <c:pt idx="16280">
                  <c:v>0.18842592592409346</c:v>
                </c:pt>
                <c:pt idx="16281">
                  <c:v>0.18843750000087311</c:v>
                </c:pt>
                <c:pt idx="16282">
                  <c:v>0.18844907407037681</c:v>
                </c:pt>
                <c:pt idx="16283">
                  <c:v>0.18846064814715646</c:v>
                </c:pt>
                <c:pt idx="16284">
                  <c:v>0.18847222221666016</c:v>
                </c:pt>
                <c:pt idx="16285">
                  <c:v>0.18848379629343981</c:v>
                </c:pt>
                <c:pt idx="16286">
                  <c:v>0.18849537037021946</c:v>
                </c:pt>
                <c:pt idx="16287">
                  <c:v>0.18850694443972316</c:v>
                </c:pt>
                <c:pt idx="16288">
                  <c:v>0.18851851851650281</c:v>
                </c:pt>
                <c:pt idx="16289">
                  <c:v>0.18853009259328246</c:v>
                </c:pt>
                <c:pt idx="16290">
                  <c:v>0.18854166666278616</c:v>
                </c:pt>
                <c:pt idx="16291">
                  <c:v>0.18855324073956581</c:v>
                </c:pt>
                <c:pt idx="16292">
                  <c:v>0.1885648148090695</c:v>
                </c:pt>
                <c:pt idx="16293">
                  <c:v>0.18857638888584916</c:v>
                </c:pt>
                <c:pt idx="16294">
                  <c:v>0.18858796296262881</c:v>
                </c:pt>
                <c:pt idx="16295">
                  <c:v>0.1885995370321325</c:v>
                </c:pt>
                <c:pt idx="16296">
                  <c:v>0.18861111110891216</c:v>
                </c:pt>
                <c:pt idx="16297">
                  <c:v>0.18862268518569181</c:v>
                </c:pt>
                <c:pt idx="16298">
                  <c:v>0.1886342592551955</c:v>
                </c:pt>
                <c:pt idx="16299">
                  <c:v>0.18864583333197515</c:v>
                </c:pt>
                <c:pt idx="16300">
                  <c:v>0.18865740740147885</c:v>
                </c:pt>
                <c:pt idx="16301">
                  <c:v>0.1886689814782585</c:v>
                </c:pt>
                <c:pt idx="16302">
                  <c:v>0.18868055555503815</c:v>
                </c:pt>
                <c:pt idx="16303">
                  <c:v>0.18869212962454185</c:v>
                </c:pt>
                <c:pt idx="16304">
                  <c:v>0.1887037037013215</c:v>
                </c:pt>
                <c:pt idx="16305">
                  <c:v>0.18871527777810115</c:v>
                </c:pt>
                <c:pt idx="16306">
                  <c:v>0.18872685184760485</c:v>
                </c:pt>
                <c:pt idx="16307">
                  <c:v>0.1887384259243845</c:v>
                </c:pt>
                <c:pt idx="16308">
                  <c:v>0.18875000000116415</c:v>
                </c:pt>
                <c:pt idx="16309">
                  <c:v>0.18876157407066785</c:v>
                </c:pt>
                <c:pt idx="16310">
                  <c:v>0.1887731481474475</c:v>
                </c:pt>
                <c:pt idx="16311">
                  <c:v>0.1887847222169512</c:v>
                </c:pt>
                <c:pt idx="16312">
                  <c:v>0.18879629629373085</c:v>
                </c:pt>
                <c:pt idx="16313">
                  <c:v>0.1888078703705105</c:v>
                </c:pt>
                <c:pt idx="16314">
                  <c:v>0.18881944444001419</c:v>
                </c:pt>
                <c:pt idx="16315">
                  <c:v>0.18883101851679385</c:v>
                </c:pt>
                <c:pt idx="16316">
                  <c:v>0.1888425925935735</c:v>
                </c:pt>
                <c:pt idx="16317">
                  <c:v>0.18885416666307719</c:v>
                </c:pt>
                <c:pt idx="16318">
                  <c:v>0.18886574073985685</c:v>
                </c:pt>
                <c:pt idx="16319">
                  <c:v>0.18887731480936054</c:v>
                </c:pt>
                <c:pt idx="16320">
                  <c:v>0.18888888888614019</c:v>
                </c:pt>
                <c:pt idx="16321">
                  <c:v>0.18890046296291985</c:v>
                </c:pt>
                <c:pt idx="16322">
                  <c:v>0.18891203703242354</c:v>
                </c:pt>
                <c:pt idx="16323">
                  <c:v>0.18892361110920319</c:v>
                </c:pt>
                <c:pt idx="16324">
                  <c:v>0.18893518518598285</c:v>
                </c:pt>
                <c:pt idx="16325">
                  <c:v>0.18894675925548654</c:v>
                </c:pt>
                <c:pt idx="16326">
                  <c:v>0.18895833333226619</c:v>
                </c:pt>
                <c:pt idx="16327">
                  <c:v>0.18896990740176989</c:v>
                </c:pt>
                <c:pt idx="16328">
                  <c:v>0.18898148147854954</c:v>
                </c:pt>
                <c:pt idx="16329">
                  <c:v>0.18899305555532919</c:v>
                </c:pt>
                <c:pt idx="16330">
                  <c:v>0.18900462962483289</c:v>
                </c:pt>
                <c:pt idx="16331">
                  <c:v>0.18901620370161254</c:v>
                </c:pt>
                <c:pt idx="16332">
                  <c:v>0.18902777777839219</c:v>
                </c:pt>
                <c:pt idx="16333">
                  <c:v>0.18903935184789589</c:v>
                </c:pt>
                <c:pt idx="16334">
                  <c:v>0.18905092592467554</c:v>
                </c:pt>
                <c:pt idx="16335">
                  <c:v>0.18906249999417923</c:v>
                </c:pt>
                <c:pt idx="16336">
                  <c:v>0.18907407407095889</c:v>
                </c:pt>
                <c:pt idx="16337">
                  <c:v>0.18908564814773854</c:v>
                </c:pt>
                <c:pt idx="16338">
                  <c:v>0.18909722221724223</c:v>
                </c:pt>
                <c:pt idx="16339">
                  <c:v>0.18910879629402189</c:v>
                </c:pt>
                <c:pt idx="16340">
                  <c:v>0.18912037037080154</c:v>
                </c:pt>
                <c:pt idx="16341">
                  <c:v>0.18913194444030523</c:v>
                </c:pt>
                <c:pt idx="16342">
                  <c:v>0.18914351851708489</c:v>
                </c:pt>
                <c:pt idx="16343">
                  <c:v>0.18915509259386454</c:v>
                </c:pt>
                <c:pt idx="16344">
                  <c:v>0.18916666666336823</c:v>
                </c:pt>
                <c:pt idx="16345">
                  <c:v>0.18917824074014788</c:v>
                </c:pt>
                <c:pt idx="16346">
                  <c:v>0.18918981480965158</c:v>
                </c:pt>
                <c:pt idx="16347">
                  <c:v>0.18920138888643123</c:v>
                </c:pt>
                <c:pt idx="16348">
                  <c:v>0.18921296296321088</c:v>
                </c:pt>
                <c:pt idx="16349">
                  <c:v>0.18922453703271458</c:v>
                </c:pt>
                <c:pt idx="16350">
                  <c:v>0.18923611110949423</c:v>
                </c:pt>
                <c:pt idx="16351">
                  <c:v>0.18924768518627388</c:v>
                </c:pt>
                <c:pt idx="16352">
                  <c:v>0.18925925925577758</c:v>
                </c:pt>
                <c:pt idx="16353">
                  <c:v>0.18927083333255723</c:v>
                </c:pt>
                <c:pt idx="16354">
                  <c:v>0.18928240740206093</c:v>
                </c:pt>
                <c:pt idx="16355">
                  <c:v>0.18929398147884058</c:v>
                </c:pt>
                <c:pt idx="16356">
                  <c:v>0.18930555555562023</c:v>
                </c:pt>
                <c:pt idx="16357">
                  <c:v>0.18931712962512393</c:v>
                </c:pt>
                <c:pt idx="16358">
                  <c:v>0.18932870370190358</c:v>
                </c:pt>
                <c:pt idx="16359">
                  <c:v>0.18934027777868323</c:v>
                </c:pt>
                <c:pt idx="16360">
                  <c:v>0.18935185184818693</c:v>
                </c:pt>
                <c:pt idx="16361">
                  <c:v>0.18936342592496658</c:v>
                </c:pt>
                <c:pt idx="16362">
                  <c:v>0.18937499999447027</c:v>
                </c:pt>
                <c:pt idx="16363">
                  <c:v>0.18938657407124992</c:v>
                </c:pt>
                <c:pt idx="16364">
                  <c:v>0.18939814814802958</c:v>
                </c:pt>
                <c:pt idx="16365">
                  <c:v>0.18940972221753327</c:v>
                </c:pt>
                <c:pt idx="16366">
                  <c:v>0.18942129629431292</c:v>
                </c:pt>
                <c:pt idx="16367">
                  <c:v>0.18943287037109258</c:v>
                </c:pt>
                <c:pt idx="16368">
                  <c:v>0.18944444444059627</c:v>
                </c:pt>
                <c:pt idx="16369">
                  <c:v>0.18945601851737592</c:v>
                </c:pt>
                <c:pt idx="16370">
                  <c:v>0.18946759258687962</c:v>
                </c:pt>
                <c:pt idx="16371">
                  <c:v>0.18947916666365927</c:v>
                </c:pt>
                <c:pt idx="16372">
                  <c:v>0.18949074074043892</c:v>
                </c:pt>
                <c:pt idx="16373">
                  <c:v>0.18950231480994262</c:v>
                </c:pt>
                <c:pt idx="16374">
                  <c:v>0.18951388888672227</c:v>
                </c:pt>
                <c:pt idx="16375">
                  <c:v>0.18952546296350192</c:v>
                </c:pt>
                <c:pt idx="16376">
                  <c:v>0.18953703703300562</c:v>
                </c:pt>
                <c:pt idx="16377">
                  <c:v>0.18954861110978527</c:v>
                </c:pt>
                <c:pt idx="16378">
                  <c:v>0.18956018517928896</c:v>
                </c:pt>
                <c:pt idx="16379">
                  <c:v>0.18957175925606862</c:v>
                </c:pt>
                <c:pt idx="16380">
                  <c:v>0.18958333333284827</c:v>
                </c:pt>
                <c:pt idx="16381">
                  <c:v>0.18959490740235196</c:v>
                </c:pt>
                <c:pt idx="16382">
                  <c:v>0.18960648147913162</c:v>
                </c:pt>
                <c:pt idx="16383">
                  <c:v>0.18961805555591127</c:v>
                </c:pt>
                <c:pt idx="16384">
                  <c:v>0.18962962962541496</c:v>
                </c:pt>
                <c:pt idx="16385">
                  <c:v>0.18964120370219462</c:v>
                </c:pt>
                <c:pt idx="16386">
                  <c:v>0.18965277777897427</c:v>
                </c:pt>
                <c:pt idx="16387">
                  <c:v>0.18966435184847796</c:v>
                </c:pt>
                <c:pt idx="16388">
                  <c:v>0.18967592592525762</c:v>
                </c:pt>
                <c:pt idx="16389">
                  <c:v>0.18968749999476131</c:v>
                </c:pt>
                <c:pt idx="16390">
                  <c:v>0.18969907407154096</c:v>
                </c:pt>
                <c:pt idx="16391">
                  <c:v>0.18971064814832062</c:v>
                </c:pt>
                <c:pt idx="16392">
                  <c:v>0.18972222221782431</c:v>
                </c:pt>
                <c:pt idx="16393">
                  <c:v>0.18973379629460396</c:v>
                </c:pt>
                <c:pt idx="16394">
                  <c:v>0.18974537037138361</c:v>
                </c:pt>
                <c:pt idx="16395">
                  <c:v>0.18975694444088731</c:v>
                </c:pt>
                <c:pt idx="16396">
                  <c:v>0.18976851851766696</c:v>
                </c:pt>
                <c:pt idx="16397">
                  <c:v>0.18978009258717066</c:v>
                </c:pt>
                <c:pt idx="16398">
                  <c:v>0.18979166666395031</c:v>
                </c:pt>
                <c:pt idx="16399">
                  <c:v>0.18980324074072996</c:v>
                </c:pt>
                <c:pt idx="16400">
                  <c:v>0.18981481481023366</c:v>
                </c:pt>
                <c:pt idx="16401">
                  <c:v>0.18982638888701331</c:v>
                </c:pt>
                <c:pt idx="16402">
                  <c:v>0.18983796296379296</c:v>
                </c:pt>
                <c:pt idx="16403">
                  <c:v>0.18984953703329666</c:v>
                </c:pt>
                <c:pt idx="16404">
                  <c:v>0.18986111111007631</c:v>
                </c:pt>
                <c:pt idx="16405">
                  <c:v>0.18987268517958</c:v>
                </c:pt>
                <c:pt idx="16406">
                  <c:v>0.18988425925635966</c:v>
                </c:pt>
                <c:pt idx="16407">
                  <c:v>0.18989583333313931</c:v>
                </c:pt>
                <c:pt idx="16408">
                  <c:v>0.189907407402643</c:v>
                </c:pt>
                <c:pt idx="16409">
                  <c:v>0.18991898147942265</c:v>
                </c:pt>
                <c:pt idx="16410">
                  <c:v>0.18993055555620231</c:v>
                </c:pt>
                <c:pt idx="16411">
                  <c:v>0.189942129625706</c:v>
                </c:pt>
                <c:pt idx="16412">
                  <c:v>0.18995370370248565</c:v>
                </c:pt>
                <c:pt idx="16413">
                  <c:v>0.18996527777198935</c:v>
                </c:pt>
                <c:pt idx="16414">
                  <c:v>0.189976851848769</c:v>
                </c:pt>
                <c:pt idx="16415">
                  <c:v>0.18998842592554865</c:v>
                </c:pt>
                <c:pt idx="16416">
                  <c:v>0.18999999999505235</c:v>
                </c:pt>
                <c:pt idx="16417">
                  <c:v>0.190011574071832</c:v>
                </c:pt>
                <c:pt idx="16418">
                  <c:v>0.19002314814861165</c:v>
                </c:pt>
                <c:pt idx="16419">
                  <c:v>0.19003472221811535</c:v>
                </c:pt>
                <c:pt idx="16420">
                  <c:v>0.190046296294895</c:v>
                </c:pt>
                <c:pt idx="16421">
                  <c:v>0.19005787037167465</c:v>
                </c:pt>
                <c:pt idx="16422">
                  <c:v>0.19006944444117835</c:v>
                </c:pt>
                <c:pt idx="16423">
                  <c:v>0.190081018517958</c:v>
                </c:pt>
                <c:pt idx="16424">
                  <c:v>0.1900925925874617</c:v>
                </c:pt>
                <c:pt idx="16425">
                  <c:v>0.19010416666424135</c:v>
                </c:pt>
                <c:pt idx="16426">
                  <c:v>0.190115740741021</c:v>
                </c:pt>
                <c:pt idx="16427">
                  <c:v>0.19012731481052469</c:v>
                </c:pt>
                <c:pt idx="16428">
                  <c:v>0.19013888888730435</c:v>
                </c:pt>
                <c:pt idx="16429">
                  <c:v>0.190150462964084</c:v>
                </c:pt>
                <c:pt idx="16430">
                  <c:v>0.19016203703358769</c:v>
                </c:pt>
                <c:pt idx="16431">
                  <c:v>0.19017361111036735</c:v>
                </c:pt>
                <c:pt idx="16432">
                  <c:v>0.19018518517987104</c:v>
                </c:pt>
                <c:pt idx="16433">
                  <c:v>0.19019675925665069</c:v>
                </c:pt>
                <c:pt idx="16434">
                  <c:v>0.19020833333343035</c:v>
                </c:pt>
                <c:pt idx="16435">
                  <c:v>0.19021990740293404</c:v>
                </c:pt>
                <c:pt idx="16436">
                  <c:v>0.19023148147971369</c:v>
                </c:pt>
                <c:pt idx="16437">
                  <c:v>0.19024305555649335</c:v>
                </c:pt>
                <c:pt idx="16438">
                  <c:v>0.19025462962599704</c:v>
                </c:pt>
                <c:pt idx="16439">
                  <c:v>0.19026620370277669</c:v>
                </c:pt>
                <c:pt idx="16440">
                  <c:v>0.19027777777228039</c:v>
                </c:pt>
                <c:pt idx="16441">
                  <c:v>0.19028935184906004</c:v>
                </c:pt>
                <c:pt idx="16442">
                  <c:v>0.19030092592583969</c:v>
                </c:pt>
                <c:pt idx="16443">
                  <c:v>0.19031249999534339</c:v>
                </c:pt>
                <c:pt idx="16444">
                  <c:v>0.19032407407212304</c:v>
                </c:pt>
                <c:pt idx="16445">
                  <c:v>0.19033564814890269</c:v>
                </c:pt>
                <c:pt idx="16446">
                  <c:v>0.19034722221840639</c:v>
                </c:pt>
                <c:pt idx="16447">
                  <c:v>0.19035879629518604</c:v>
                </c:pt>
                <c:pt idx="16448">
                  <c:v>0.19037037036468973</c:v>
                </c:pt>
                <c:pt idx="16449">
                  <c:v>0.19038194444146939</c:v>
                </c:pt>
                <c:pt idx="16450">
                  <c:v>0.19039351851824904</c:v>
                </c:pt>
                <c:pt idx="16451">
                  <c:v>0.19040509258775273</c:v>
                </c:pt>
                <c:pt idx="16452">
                  <c:v>0.19041666666453239</c:v>
                </c:pt>
                <c:pt idx="16453">
                  <c:v>0.19042824074131204</c:v>
                </c:pt>
                <c:pt idx="16454">
                  <c:v>0.19043981481081573</c:v>
                </c:pt>
                <c:pt idx="16455">
                  <c:v>0.19045138888759539</c:v>
                </c:pt>
                <c:pt idx="16456">
                  <c:v>0.19046296295709908</c:v>
                </c:pt>
                <c:pt idx="16457">
                  <c:v>0.19047453703387873</c:v>
                </c:pt>
                <c:pt idx="16458">
                  <c:v>0.19048611111065838</c:v>
                </c:pt>
                <c:pt idx="16459">
                  <c:v>0.19049768518016208</c:v>
                </c:pt>
                <c:pt idx="16460">
                  <c:v>0.19050925925694173</c:v>
                </c:pt>
                <c:pt idx="16461">
                  <c:v>0.19052083333372138</c:v>
                </c:pt>
                <c:pt idx="16462">
                  <c:v>0.19053240740322508</c:v>
                </c:pt>
                <c:pt idx="16463">
                  <c:v>0.19054398148000473</c:v>
                </c:pt>
                <c:pt idx="16464">
                  <c:v>0.19055555555678438</c:v>
                </c:pt>
                <c:pt idx="16465">
                  <c:v>0.19056712962628808</c:v>
                </c:pt>
                <c:pt idx="16466">
                  <c:v>0.19057870370306773</c:v>
                </c:pt>
                <c:pt idx="16467">
                  <c:v>0.19059027777257143</c:v>
                </c:pt>
                <c:pt idx="16468">
                  <c:v>0.19060185184935108</c:v>
                </c:pt>
                <c:pt idx="16469">
                  <c:v>0.19061342592613073</c:v>
                </c:pt>
                <c:pt idx="16470">
                  <c:v>0.19062499999563443</c:v>
                </c:pt>
                <c:pt idx="16471">
                  <c:v>0.19063657407241408</c:v>
                </c:pt>
                <c:pt idx="16472">
                  <c:v>0.19064814814919373</c:v>
                </c:pt>
                <c:pt idx="16473">
                  <c:v>0.19065972221869742</c:v>
                </c:pt>
                <c:pt idx="16474">
                  <c:v>0.19067129629547708</c:v>
                </c:pt>
                <c:pt idx="16475">
                  <c:v>0.19068287036498077</c:v>
                </c:pt>
                <c:pt idx="16476">
                  <c:v>0.19069444444176042</c:v>
                </c:pt>
                <c:pt idx="16477">
                  <c:v>0.19070601851854008</c:v>
                </c:pt>
                <c:pt idx="16478">
                  <c:v>0.19071759258804377</c:v>
                </c:pt>
                <c:pt idx="16479">
                  <c:v>0.19072916666482342</c:v>
                </c:pt>
                <c:pt idx="16480">
                  <c:v>0.19074074074160308</c:v>
                </c:pt>
                <c:pt idx="16481">
                  <c:v>0.19075231481110677</c:v>
                </c:pt>
                <c:pt idx="16482">
                  <c:v>0.19076388888788642</c:v>
                </c:pt>
                <c:pt idx="16483">
                  <c:v>0.19077546295739012</c:v>
                </c:pt>
                <c:pt idx="16484">
                  <c:v>0.19078703703416977</c:v>
                </c:pt>
                <c:pt idx="16485">
                  <c:v>0.19079861111094942</c:v>
                </c:pt>
                <c:pt idx="16486">
                  <c:v>0.19081018518045312</c:v>
                </c:pt>
                <c:pt idx="16487">
                  <c:v>0.19082175925723277</c:v>
                </c:pt>
                <c:pt idx="16488">
                  <c:v>0.19083333333401242</c:v>
                </c:pt>
                <c:pt idx="16489">
                  <c:v>0.19084490740351612</c:v>
                </c:pt>
                <c:pt idx="16490">
                  <c:v>0.19085648148029577</c:v>
                </c:pt>
                <c:pt idx="16491">
                  <c:v>0.19086805554979946</c:v>
                </c:pt>
                <c:pt idx="16492">
                  <c:v>0.19087962962657912</c:v>
                </c:pt>
                <c:pt idx="16493">
                  <c:v>0.19089120370335877</c:v>
                </c:pt>
                <c:pt idx="16494">
                  <c:v>0.19090277777286246</c:v>
                </c:pt>
                <c:pt idx="16495">
                  <c:v>0.19091435184964212</c:v>
                </c:pt>
                <c:pt idx="16496">
                  <c:v>0.19092592592642177</c:v>
                </c:pt>
                <c:pt idx="16497">
                  <c:v>0.19093749999592546</c:v>
                </c:pt>
                <c:pt idx="16498">
                  <c:v>0.19094907407270512</c:v>
                </c:pt>
                <c:pt idx="16499">
                  <c:v>0.19096064814948477</c:v>
                </c:pt>
                <c:pt idx="16500">
                  <c:v>0.19097222221898846</c:v>
                </c:pt>
                <c:pt idx="16501">
                  <c:v>0.19098379629576812</c:v>
                </c:pt>
                <c:pt idx="16502">
                  <c:v>0.19099537036527181</c:v>
                </c:pt>
                <c:pt idx="16503">
                  <c:v>0.19100694444205146</c:v>
                </c:pt>
                <c:pt idx="16504">
                  <c:v>0.19101851851883112</c:v>
                </c:pt>
                <c:pt idx="16505">
                  <c:v>0.19103009258833481</c:v>
                </c:pt>
                <c:pt idx="16506">
                  <c:v>0.19104166666511446</c:v>
                </c:pt>
                <c:pt idx="16507">
                  <c:v>0.19105324074189411</c:v>
                </c:pt>
                <c:pt idx="16508">
                  <c:v>0.19106481481139781</c:v>
                </c:pt>
                <c:pt idx="16509">
                  <c:v>0.19107638888817746</c:v>
                </c:pt>
                <c:pt idx="16510">
                  <c:v>0.19108796295768116</c:v>
                </c:pt>
                <c:pt idx="16511">
                  <c:v>0.19109953703446081</c:v>
                </c:pt>
                <c:pt idx="16512">
                  <c:v>0.19111111111124046</c:v>
                </c:pt>
                <c:pt idx="16513">
                  <c:v>0.19112268518074416</c:v>
                </c:pt>
                <c:pt idx="16514">
                  <c:v>0.19113425925752381</c:v>
                </c:pt>
                <c:pt idx="16515">
                  <c:v>0.19114583333430346</c:v>
                </c:pt>
                <c:pt idx="16516">
                  <c:v>0.19115740740380716</c:v>
                </c:pt>
                <c:pt idx="16517">
                  <c:v>0.19116898148058681</c:v>
                </c:pt>
                <c:pt idx="16518">
                  <c:v>0.1911805555500905</c:v>
                </c:pt>
                <c:pt idx="16519">
                  <c:v>0.19119212962687016</c:v>
                </c:pt>
                <c:pt idx="16520">
                  <c:v>0.19120370370364981</c:v>
                </c:pt>
                <c:pt idx="16521">
                  <c:v>0.1912152777731535</c:v>
                </c:pt>
                <c:pt idx="16522">
                  <c:v>0.19122685184993315</c:v>
                </c:pt>
                <c:pt idx="16523">
                  <c:v>0.19123842592671281</c:v>
                </c:pt>
                <c:pt idx="16524">
                  <c:v>0.1912499999962165</c:v>
                </c:pt>
                <c:pt idx="16525">
                  <c:v>0.19126157407299615</c:v>
                </c:pt>
                <c:pt idx="16526">
                  <c:v>0.19127314814249985</c:v>
                </c:pt>
                <c:pt idx="16527">
                  <c:v>0.1912847222192795</c:v>
                </c:pt>
                <c:pt idx="16528">
                  <c:v>0.19129629629605915</c:v>
                </c:pt>
                <c:pt idx="16529">
                  <c:v>0.19130787036556285</c:v>
                </c:pt>
                <c:pt idx="16530">
                  <c:v>0.1913194444423425</c:v>
                </c:pt>
                <c:pt idx="16531">
                  <c:v>0.19133101851912215</c:v>
                </c:pt>
                <c:pt idx="16532">
                  <c:v>0.19134259258862585</c:v>
                </c:pt>
                <c:pt idx="16533">
                  <c:v>0.1913541666654055</c:v>
                </c:pt>
                <c:pt idx="16534">
                  <c:v>0.1913657407349092</c:v>
                </c:pt>
                <c:pt idx="16535">
                  <c:v>0.19137731481168885</c:v>
                </c:pt>
                <c:pt idx="16536">
                  <c:v>0.1913888888884685</c:v>
                </c:pt>
                <c:pt idx="16537">
                  <c:v>0.19140046295797219</c:v>
                </c:pt>
                <c:pt idx="16538">
                  <c:v>0.19141203703475185</c:v>
                </c:pt>
                <c:pt idx="16539">
                  <c:v>0.1914236111115315</c:v>
                </c:pt>
                <c:pt idx="16540">
                  <c:v>0.19143518518103519</c:v>
                </c:pt>
                <c:pt idx="16541">
                  <c:v>0.19144675925781485</c:v>
                </c:pt>
                <c:pt idx="16542">
                  <c:v>0.1914583333345945</c:v>
                </c:pt>
                <c:pt idx="16543">
                  <c:v>0.19146990740409819</c:v>
                </c:pt>
                <c:pt idx="16544">
                  <c:v>0.19148148148087785</c:v>
                </c:pt>
                <c:pt idx="16545">
                  <c:v>0.19149305555038154</c:v>
                </c:pt>
                <c:pt idx="16546">
                  <c:v>0.19150462962716119</c:v>
                </c:pt>
                <c:pt idx="16547">
                  <c:v>0.19151620370394085</c:v>
                </c:pt>
                <c:pt idx="16548">
                  <c:v>0.19152777777344454</c:v>
                </c:pt>
                <c:pt idx="16549">
                  <c:v>0.19153935185022419</c:v>
                </c:pt>
                <c:pt idx="16550">
                  <c:v>0.19155092592700385</c:v>
                </c:pt>
                <c:pt idx="16551">
                  <c:v>0.19156249999650754</c:v>
                </c:pt>
                <c:pt idx="16552">
                  <c:v>0.19157407407328719</c:v>
                </c:pt>
                <c:pt idx="16553">
                  <c:v>0.19158564814279089</c:v>
                </c:pt>
                <c:pt idx="16554">
                  <c:v>0.19159722221957054</c:v>
                </c:pt>
                <c:pt idx="16555">
                  <c:v>0.19160879629635019</c:v>
                </c:pt>
                <c:pt idx="16556">
                  <c:v>0.19162037036585389</c:v>
                </c:pt>
                <c:pt idx="16557">
                  <c:v>0.19163194444263354</c:v>
                </c:pt>
                <c:pt idx="16558">
                  <c:v>0.19164351851941319</c:v>
                </c:pt>
                <c:pt idx="16559">
                  <c:v>0.19165509258891689</c:v>
                </c:pt>
                <c:pt idx="16560">
                  <c:v>0.19166666666569654</c:v>
                </c:pt>
                <c:pt idx="16561">
                  <c:v>0.19167824073520023</c:v>
                </c:pt>
                <c:pt idx="16562">
                  <c:v>0.19168981481197989</c:v>
                </c:pt>
                <c:pt idx="16563">
                  <c:v>0.19170138888875954</c:v>
                </c:pt>
                <c:pt idx="16564">
                  <c:v>0.19171296295826323</c:v>
                </c:pt>
                <c:pt idx="16565">
                  <c:v>0.19172453703504289</c:v>
                </c:pt>
                <c:pt idx="16566">
                  <c:v>0.19173611111182254</c:v>
                </c:pt>
                <c:pt idx="16567">
                  <c:v>0.19174768518132623</c:v>
                </c:pt>
                <c:pt idx="16568">
                  <c:v>0.19175925925810589</c:v>
                </c:pt>
                <c:pt idx="16569">
                  <c:v>0.19177083332760958</c:v>
                </c:pt>
                <c:pt idx="16570">
                  <c:v>0.19178240740438923</c:v>
                </c:pt>
                <c:pt idx="16571">
                  <c:v>0.19179398148116888</c:v>
                </c:pt>
                <c:pt idx="16572">
                  <c:v>0.19180555555067258</c:v>
                </c:pt>
                <c:pt idx="16573">
                  <c:v>0.19181712962745223</c:v>
                </c:pt>
                <c:pt idx="16574">
                  <c:v>0.19182870370423188</c:v>
                </c:pt>
                <c:pt idx="16575">
                  <c:v>0.19184027777373558</c:v>
                </c:pt>
                <c:pt idx="16576">
                  <c:v>0.19185185185051523</c:v>
                </c:pt>
                <c:pt idx="16577">
                  <c:v>0.19186342592001893</c:v>
                </c:pt>
                <c:pt idx="16578">
                  <c:v>0.19187499999679858</c:v>
                </c:pt>
                <c:pt idx="16579">
                  <c:v>0.19188657407357823</c:v>
                </c:pt>
                <c:pt idx="16580">
                  <c:v>0.19189814814308193</c:v>
                </c:pt>
                <c:pt idx="16581">
                  <c:v>0.19190972221986158</c:v>
                </c:pt>
                <c:pt idx="16582">
                  <c:v>0.19192129629664123</c:v>
                </c:pt>
                <c:pt idx="16583">
                  <c:v>0.19193287036614493</c:v>
                </c:pt>
                <c:pt idx="16584">
                  <c:v>0.19194444444292458</c:v>
                </c:pt>
                <c:pt idx="16585">
                  <c:v>0.19195601851970423</c:v>
                </c:pt>
                <c:pt idx="16586">
                  <c:v>0.19196759258920792</c:v>
                </c:pt>
                <c:pt idx="16587">
                  <c:v>0.19197916666598758</c:v>
                </c:pt>
                <c:pt idx="16588">
                  <c:v>0.19199074073549127</c:v>
                </c:pt>
                <c:pt idx="16589">
                  <c:v>0.19200231481227092</c:v>
                </c:pt>
                <c:pt idx="16590">
                  <c:v>0.19201388888905058</c:v>
                </c:pt>
                <c:pt idx="16591">
                  <c:v>0.19202546295855427</c:v>
                </c:pt>
                <c:pt idx="16592">
                  <c:v>0.19203703703533392</c:v>
                </c:pt>
                <c:pt idx="16593">
                  <c:v>0.19204861111211358</c:v>
                </c:pt>
                <c:pt idx="16594">
                  <c:v>0.19206018518161727</c:v>
                </c:pt>
                <c:pt idx="16595">
                  <c:v>0.19207175925839692</c:v>
                </c:pt>
                <c:pt idx="16596">
                  <c:v>0.19208333332790062</c:v>
                </c:pt>
                <c:pt idx="16597">
                  <c:v>0.19209490740468027</c:v>
                </c:pt>
                <c:pt idx="16598">
                  <c:v>0.19210648148145992</c:v>
                </c:pt>
                <c:pt idx="16599">
                  <c:v>0.19211805555096362</c:v>
                </c:pt>
                <c:pt idx="16600">
                  <c:v>0.19212962962774327</c:v>
                </c:pt>
                <c:pt idx="16601">
                  <c:v>0.19214120370452292</c:v>
                </c:pt>
                <c:pt idx="16602">
                  <c:v>0.19215277777402662</c:v>
                </c:pt>
                <c:pt idx="16603">
                  <c:v>0.19216435185080627</c:v>
                </c:pt>
                <c:pt idx="16604">
                  <c:v>0.19217592592030996</c:v>
                </c:pt>
                <c:pt idx="16605">
                  <c:v>0.19218749999708962</c:v>
                </c:pt>
                <c:pt idx="16606">
                  <c:v>0.19219907407386927</c:v>
                </c:pt>
                <c:pt idx="16607">
                  <c:v>0.19221064814337296</c:v>
                </c:pt>
                <c:pt idx="16608">
                  <c:v>0.19222222222015262</c:v>
                </c:pt>
                <c:pt idx="16609">
                  <c:v>0.19223379629693227</c:v>
                </c:pt>
                <c:pt idx="16610">
                  <c:v>0.19224537036643596</c:v>
                </c:pt>
                <c:pt idx="16611">
                  <c:v>0.19225694444321562</c:v>
                </c:pt>
                <c:pt idx="16612">
                  <c:v>0.19226851851271931</c:v>
                </c:pt>
                <c:pt idx="16613">
                  <c:v>0.19228009258949896</c:v>
                </c:pt>
                <c:pt idx="16614">
                  <c:v>0.19229166666627862</c:v>
                </c:pt>
                <c:pt idx="16615">
                  <c:v>0.19230324073578231</c:v>
                </c:pt>
                <c:pt idx="16616">
                  <c:v>0.19231481481256196</c:v>
                </c:pt>
                <c:pt idx="16617">
                  <c:v>0.19232638888934162</c:v>
                </c:pt>
                <c:pt idx="16618">
                  <c:v>0.19233796295884531</c:v>
                </c:pt>
                <c:pt idx="16619">
                  <c:v>0.19234953703562496</c:v>
                </c:pt>
                <c:pt idx="16620">
                  <c:v>0.19236111111240461</c:v>
                </c:pt>
                <c:pt idx="16621">
                  <c:v>0.19237268518190831</c:v>
                </c:pt>
                <c:pt idx="16622">
                  <c:v>0.19238425925868796</c:v>
                </c:pt>
                <c:pt idx="16623">
                  <c:v>0.19239583332819166</c:v>
                </c:pt>
                <c:pt idx="16624">
                  <c:v>0.19240740740497131</c:v>
                </c:pt>
                <c:pt idx="16625">
                  <c:v>0.19241898148175096</c:v>
                </c:pt>
                <c:pt idx="16626">
                  <c:v>0.19243055555125466</c:v>
                </c:pt>
                <c:pt idx="16627">
                  <c:v>0.19244212962803431</c:v>
                </c:pt>
                <c:pt idx="16628">
                  <c:v>0.19245370370481396</c:v>
                </c:pt>
                <c:pt idx="16629">
                  <c:v>0.19246527777431766</c:v>
                </c:pt>
                <c:pt idx="16630">
                  <c:v>0.19247685185109731</c:v>
                </c:pt>
                <c:pt idx="16631">
                  <c:v>0.192488425920601</c:v>
                </c:pt>
                <c:pt idx="16632">
                  <c:v>0.19249999999738066</c:v>
                </c:pt>
                <c:pt idx="16633">
                  <c:v>0.19251157407416031</c:v>
                </c:pt>
                <c:pt idx="16634">
                  <c:v>0.192523148143664</c:v>
                </c:pt>
                <c:pt idx="16635">
                  <c:v>0.19253472222044365</c:v>
                </c:pt>
                <c:pt idx="16636">
                  <c:v>0.19254629629722331</c:v>
                </c:pt>
                <c:pt idx="16637">
                  <c:v>0.192557870366727</c:v>
                </c:pt>
                <c:pt idx="16638">
                  <c:v>0.19256944444350665</c:v>
                </c:pt>
                <c:pt idx="16639">
                  <c:v>0.19258101851301035</c:v>
                </c:pt>
                <c:pt idx="16640">
                  <c:v>0.19259259258979</c:v>
                </c:pt>
                <c:pt idx="16641">
                  <c:v>0.19260416666656965</c:v>
                </c:pt>
                <c:pt idx="16642">
                  <c:v>0.19261574073607335</c:v>
                </c:pt>
                <c:pt idx="16643">
                  <c:v>0.192627314812853</c:v>
                </c:pt>
                <c:pt idx="16644">
                  <c:v>0.19263888888963265</c:v>
                </c:pt>
                <c:pt idx="16645">
                  <c:v>0.19265046295913635</c:v>
                </c:pt>
                <c:pt idx="16646">
                  <c:v>0.192662037035916</c:v>
                </c:pt>
                <c:pt idx="16647">
                  <c:v>0.1926736111054197</c:v>
                </c:pt>
                <c:pt idx="16648">
                  <c:v>0.19268518518219935</c:v>
                </c:pt>
                <c:pt idx="16649">
                  <c:v>0.192696759258979</c:v>
                </c:pt>
                <c:pt idx="16650">
                  <c:v>0.19270833332848269</c:v>
                </c:pt>
                <c:pt idx="16651">
                  <c:v>0.19271990740526235</c:v>
                </c:pt>
                <c:pt idx="16652">
                  <c:v>0.192731481482042</c:v>
                </c:pt>
                <c:pt idx="16653">
                  <c:v>0.19274305555154569</c:v>
                </c:pt>
                <c:pt idx="16654">
                  <c:v>0.19275462962832535</c:v>
                </c:pt>
                <c:pt idx="16655">
                  <c:v>0.19276620369782904</c:v>
                </c:pt>
                <c:pt idx="16656">
                  <c:v>0.19277777777460869</c:v>
                </c:pt>
                <c:pt idx="16657">
                  <c:v>0.19278935185138835</c:v>
                </c:pt>
                <c:pt idx="16658">
                  <c:v>0.19280092592089204</c:v>
                </c:pt>
                <c:pt idx="16659">
                  <c:v>0.19281249999767169</c:v>
                </c:pt>
                <c:pt idx="16660">
                  <c:v>0.19282407407445135</c:v>
                </c:pt>
                <c:pt idx="16661">
                  <c:v>0.19283564814395504</c:v>
                </c:pt>
                <c:pt idx="16662">
                  <c:v>0.19284722222073469</c:v>
                </c:pt>
                <c:pt idx="16663">
                  <c:v>0.19285879629751435</c:v>
                </c:pt>
                <c:pt idx="16664">
                  <c:v>0.19287037036701804</c:v>
                </c:pt>
                <c:pt idx="16665">
                  <c:v>0.19288194444379769</c:v>
                </c:pt>
                <c:pt idx="16666">
                  <c:v>0.19289351851330139</c:v>
                </c:pt>
                <c:pt idx="16667">
                  <c:v>0.19290509259008104</c:v>
                </c:pt>
                <c:pt idx="16668">
                  <c:v>0.19291666666686069</c:v>
                </c:pt>
                <c:pt idx="16669">
                  <c:v>0.19292824073636439</c:v>
                </c:pt>
                <c:pt idx="16670">
                  <c:v>0.19293981481314404</c:v>
                </c:pt>
                <c:pt idx="16671">
                  <c:v>0.19295138888992369</c:v>
                </c:pt>
                <c:pt idx="16672">
                  <c:v>0.19296296295942739</c:v>
                </c:pt>
                <c:pt idx="16673">
                  <c:v>0.19297453703620704</c:v>
                </c:pt>
                <c:pt idx="16674">
                  <c:v>0.19298611110571073</c:v>
                </c:pt>
                <c:pt idx="16675">
                  <c:v>0.19299768518249039</c:v>
                </c:pt>
                <c:pt idx="16676">
                  <c:v>0.19300925925927004</c:v>
                </c:pt>
                <c:pt idx="16677">
                  <c:v>0.19302083332877373</c:v>
                </c:pt>
                <c:pt idx="16678">
                  <c:v>0.19303240740555339</c:v>
                </c:pt>
                <c:pt idx="16679">
                  <c:v>0.19304398148233304</c:v>
                </c:pt>
                <c:pt idx="16680">
                  <c:v>0.19305555555183673</c:v>
                </c:pt>
                <c:pt idx="16681">
                  <c:v>0.19306712962861639</c:v>
                </c:pt>
                <c:pt idx="16682">
                  <c:v>0.19307870369812008</c:v>
                </c:pt>
                <c:pt idx="16683">
                  <c:v>0.19309027777489973</c:v>
                </c:pt>
                <c:pt idx="16684">
                  <c:v>0.19310185185167938</c:v>
                </c:pt>
                <c:pt idx="16685">
                  <c:v>0.19311342592118308</c:v>
                </c:pt>
                <c:pt idx="16686">
                  <c:v>0.19312499999796273</c:v>
                </c:pt>
                <c:pt idx="16687">
                  <c:v>0.19313657407474238</c:v>
                </c:pt>
                <c:pt idx="16688">
                  <c:v>0.19314814814424608</c:v>
                </c:pt>
                <c:pt idx="16689">
                  <c:v>0.19315972222102573</c:v>
                </c:pt>
                <c:pt idx="16690">
                  <c:v>0.19317129629052943</c:v>
                </c:pt>
                <c:pt idx="16691">
                  <c:v>0.19318287036730908</c:v>
                </c:pt>
                <c:pt idx="16692">
                  <c:v>0.19319444444408873</c:v>
                </c:pt>
                <c:pt idx="16693">
                  <c:v>0.19320601851359243</c:v>
                </c:pt>
                <c:pt idx="16694">
                  <c:v>0.19321759259037208</c:v>
                </c:pt>
                <c:pt idx="16695">
                  <c:v>0.19322916666715173</c:v>
                </c:pt>
                <c:pt idx="16696">
                  <c:v>0.19324074073665543</c:v>
                </c:pt>
                <c:pt idx="16697">
                  <c:v>0.19325231481343508</c:v>
                </c:pt>
                <c:pt idx="16698">
                  <c:v>0.19326388889021473</c:v>
                </c:pt>
                <c:pt idx="16699">
                  <c:v>0.19327546295971842</c:v>
                </c:pt>
                <c:pt idx="16700">
                  <c:v>0.19328703703649808</c:v>
                </c:pt>
                <c:pt idx="16701">
                  <c:v>0.19329861110600177</c:v>
                </c:pt>
                <c:pt idx="16702">
                  <c:v>0.19331018518278142</c:v>
                </c:pt>
                <c:pt idx="16703">
                  <c:v>0.19332175925956108</c:v>
                </c:pt>
                <c:pt idx="16704">
                  <c:v>0.19333333332906477</c:v>
                </c:pt>
                <c:pt idx="16705">
                  <c:v>0.19334490740584442</c:v>
                </c:pt>
                <c:pt idx="16706">
                  <c:v>0.19335648148262408</c:v>
                </c:pt>
                <c:pt idx="16707">
                  <c:v>0.19336805555212777</c:v>
                </c:pt>
                <c:pt idx="16708">
                  <c:v>0.19337962962890742</c:v>
                </c:pt>
                <c:pt idx="16709">
                  <c:v>0.19339120369841112</c:v>
                </c:pt>
                <c:pt idx="16710">
                  <c:v>0.19340277777519077</c:v>
                </c:pt>
                <c:pt idx="16711">
                  <c:v>0.19341435185197042</c:v>
                </c:pt>
                <c:pt idx="16712">
                  <c:v>0.19342592592147412</c:v>
                </c:pt>
                <c:pt idx="16713">
                  <c:v>0.19343749999825377</c:v>
                </c:pt>
                <c:pt idx="16714">
                  <c:v>0.19344907407503342</c:v>
                </c:pt>
                <c:pt idx="16715">
                  <c:v>0.19346064814453712</c:v>
                </c:pt>
                <c:pt idx="16716">
                  <c:v>0.19347222222131677</c:v>
                </c:pt>
                <c:pt idx="16717">
                  <c:v>0.19348379629082046</c:v>
                </c:pt>
                <c:pt idx="16718">
                  <c:v>0.19349537036760012</c:v>
                </c:pt>
                <c:pt idx="16719">
                  <c:v>0.19350694444437977</c:v>
                </c:pt>
                <c:pt idx="16720">
                  <c:v>0.19351851851388346</c:v>
                </c:pt>
                <c:pt idx="16721">
                  <c:v>0.19353009259066312</c:v>
                </c:pt>
                <c:pt idx="16722">
                  <c:v>0.19354166666744277</c:v>
                </c:pt>
                <c:pt idx="16723">
                  <c:v>0.19355324073694646</c:v>
                </c:pt>
                <c:pt idx="16724">
                  <c:v>0.19356481481372612</c:v>
                </c:pt>
                <c:pt idx="16725">
                  <c:v>0.19357638888322981</c:v>
                </c:pt>
                <c:pt idx="16726">
                  <c:v>0.19358796296000946</c:v>
                </c:pt>
                <c:pt idx="16727">
                  <c:v>0.19359953703678912</c:v>
                </c:pt>
                <c:pt idx="16728">
                  <c:v>0.19361111110629281</c:v>
                </c:pt>
                <c:pt idx="16729">
                  <c:v>0.19362268518307246</c:v>
                </c:pt>
                <c:pt idx="16730">
                  <c:v>0.19363425925985212</c:v>
                </c:pt>
                <c:pt idx="16731">
                  <c:v>0.19364583332935581</c:v>
                </c:pt>
                <c:pt idx="16732">
                  <c:v>0.19365740740613546</c:v>
                </c:pt>
                <c:pt idx="16733">
                  <c:v>0.19366898147563916</c:v>
                </c:pt>
                <c:pt idx="16734">
                  <c:v>0.19368055555241881</c:v>
                </c:pt>
                <c:pt idx="16735">
                  <c:v>0.19369212962919846</c:v>
                </c:pt>
                <c:pt idx="16736">
                  <c:v>0.19370370369870216</c:v>
                </c:pt>
                <c:pt idx="16737">
                  <c:v>0.19371527777548181</c:v>
                </c:pt>
                <c:pt idx="16738">
                  <c:v>0.19372685185226146</c:v>
                </c:pt>
                <c:pt idx="16739">
                  <c:v>0.19373842592176516</c:v>
                </c:pt>
                <c:pt idx="16740">
                  <c:v>0.19374999999854481</c:v>
                </c:pt>
                <c:pt idx="16741">
                  <c:v>0.19376157407532446</c:v>
                </c:pt>
                <c:pt idx="16742">
                  <c:v>0.19377314814482816</c:v>
                </c:pt>
                <c:pt idx="16743">
                  <c:v>0.19378472222160781</c:v>
                </c:pt>
                <c:pt idx="16744">
                  <c:v>0.1937962962911115</c:v>
                </c:pt>
                <c:pt idx="16745">
                  <c:v>0.19380787036789116</c:v>
                </c:pt>
                <c:pt idx="16746">
                  <c:v>0.19381944444467081</c:v>
                </c:pt>
                <c:pt idx="16747">
                  <c:v>0.1938310185141745</c:v>
                </c:pt>
                <c:pt idx="16748">
                  <c:v>0.19384259259095415</c:v>
                </c:pt>
                <c:pt idx="16749">
                  <c:v>0.19385416666773381</c:v>
                </c:pt>
                <c:pt idx="16750">
                  <c:v>0.1938657407372375</c:v>
                </c:pt>
                <c:pt idx="16751">
                  <c:v>0.19387731481401715</c:v>
                </c:pt>
                <c:pt idx="16752">
                  <c:v>0.19388888888352085</c:v>
                </c:pt>
                <c:pt idx="16753">
                  <c:v>0.1939004629603005</c:v>
                </c:pt>
                <c:pt idx="16754">
                  <c:v>0.19391203703708015</c:v>
                </c:pt>
                <c:pt idx="16755">
                  <c:v>0.19392361110658385</c:v>
                </c:pt>
                <c:pt idx="16756">
                  <c:v>0.1939351851833635</c:v>
                </c:pt>
                <c:pt idx="16757">
                  <c:v>0.19394675926014315</c:v>
                </c:pt>
                <c:pt idx="16758">
                  <c:v>0.19395833332964685</c:v>
                </c:pt>
                <c:pt idx="16759">
                  <c:v>0.1939699074064265</c:v>
                </c:pt>
                <c:pt idx="16760">
                  <c:v>0.1939814814759302</c:v>
                </c:pt>
                <c:pt idx="16761">
                  <c:v>0.19399305555270985</c:v>
                </c:pt>
                <c:pt idx="16762">
                  <c:v>0.1940046296294895</c:v>
                </c:pt>
                <c:pt idx="16763">
                  <c:v>0.19401620369899319</c:v>
                </c:pt>
                <c:pt idx="16764">
                  <c:v>0.19402777777577285</c:v>
                </c:pt>
                <c:pt idx="16765">
                  <c:v>0.1940393518525525</c:v>
                </c:pt>
                <c:pt idx="16766">
                  <c:v>0.19405092592205619</c:v>
                </c:pt>
                <c:pt idx="16767">
                  <c:v>0.19406249999883585</c:v>
                </c:pt>
                <c:pt idx="16768">
                  <c:v>0.19407407406833954</c:v>
                </c:pt>
                <c:pt idx="16769">
                  <c:v>0.19408564814511919</c:v>
                </c:pt>
                <c:pt idx="16770">
                  <c:v>0.19409722222189885</c:v>
                </c:pt>
                <c:pt idx="16771">
                  <c:v>0.19410879629140254</c:v>
                </c:pt>
                <c:pt idx="16772">
                  <c:v>0.19412037036818219</c:v>
                </c:pt>
                <c:pt idx="16773">
                  <c:v>0.19413194444496185</c:v>
                </c:pt>
                <c:pt idx="16774">
                  <c:v>0.19414351851446554</c:v>
                </c:pt>
                <c:pt idx="16775">
                  <c:v>0.19415509259124519</c:v>
                </c:pt>
                <c:pt idx="16776">
                  <c:v>0.19416666666074889</c:v>
                </c:pt>
                <c:pt idx="16777">
                  <c:v>0.19417824073752854</c:v>
                </c:pt>
                <c:pt idx="16778">
                  <c:v>0.19418981481430819</c:v>
                </c:pt>
                <c:pt idx="16779">
                  <c:v>0.19420138888381189</c:v>
                </c:pt>
                <c:pt idx="16780">
                  <c:v>0.19421296296059154</c:v>
                </c:pt>
                <c:pt idx="16781">
                  <c:v>0.19422453703737119</c:v>
                </c:pt>
                <c:pt idx="16782">
                  <c:v>0.19423611110687489</c:v>
                </c:pt>
                <c:pt idx="16783">
                  <c:v>0.19424768518365454</c:v>
                </c:pt>
                <c:pt idx="16784">
                  <c:v>0.19425925926043419</c:v>
                </c:pt>
                <c:pt idx="16785">
                  <c:v>0.19427083332993789</c:v>
                </c:pt>
                <c:pt idx="16786">
                  <c:v>0.19428240740671754</c:v>
                </c:pt>
                <c:pt idx="16787">
                  <c:v>0.19429398147622123</c:v>
                </c:pt>
                <c:pt idx="16788">
                  <c:v>0.19430555555300089</c:v>
                </c:pt>
                <c:pt idx="16789">
                  <c:v>0.19431712962978054</c:v>
                </c:pt>
                <c:pt idx="16790">
                  <c:v>0.19432870369928423</c:v>
                </c:pt>
                <c:pt idx="16791">
                  <c:v>0.19434027777606389</c:v>
                </c:pt>
                <c:pt idx="16792">
                  <c:v>0.19435185185284354</c:v>
                </c:pt>
                <c:pt idx="16793">
                  <c:v>0.19436342592234723</c:v>
                </c:pt>
                <c:pt idx="16794">
                  <c:v>0.19437499999912689</c:v>
                </c:pt>
                <c:pt idx="16795">
                  <c:v>0.19438657406863058</c:v>
                </c:pt>
                <c:pt idx="16796">
                  <c:v>0.19439814814541023</c:v>
                </c:pt>
                <c:pt idx="16797">
                  <c:v>0.19440972222218988</c:v>
                </c:pt>
                <c:pt idx="16798">
                  <c:v>0.19442129629169358</c:v>
                </c:pt>
                <c:pt idx="16799">
                  <c:v>0.19443287036847323</c:v>
                </c:pt>
                <c:pt idx="16800">
                  <c:v>0.19444444444525288</c:v>
                </c:pt>
                <c:pt idx="16801">
                  <c:v>0.19445601851475658</c:v>
                </c:pt>
                <c:pt idx="16802">
                  <c:v>0.19446759259153623</c:v>
                </c:pt>
                <c:pt idx="16803">
                  <c:v>0.19447916666103993</c:v>
                </c:pt>
                <c:pt idx="16804">
                  <c:v>0.19449074073781958</c:v>
                </c:pt>
                <c:pt idx="16805">
                  <c:v>0.19450231481459923</c:v>
                </c:pt>
                <c:pt idx="16806">
                  <c:v>0.19451388888410293</c:v>
                </c:pt>
                <c:pt idx="16807">
                  <c:v>0.19452546296088258</c:v>
                </c:pt>
                <c:pt idx="16808">
                  <c:v>0.19453703703766223</c:v>
                </c:pt>
                <c:pt idx="16809">
                  <c:v>0.19454861110716593</c:v>
                </c:pt>
                <c:pt idx="16810">
                  <c:v>0.19456018518394558</c:v>
                </c:pt>
                <c:pt idx="16811">
                  <c:v>0.19457175925344927</c:v>
                </c:pt>
                <c:pt idx="16812">
                  <c:v>0.19458333333022892</c:v>
                </c:pt>
                <c:pt idx="16813">
                  <c:v>0.19459490740700858</c:v>
                </c:pt>
                <c:pt idx="16814">
                  <c:v>0.19460648147651227</c:v>
                </c:pt>
                <c:pt idx="16815">
                  <c:v>0.19461805555329192</c:v>
                </c:pt>
                <c:pt idx="16816">
                  <c:v>0.19462962963007158</c:v>
                </c:pt>
                <c:pt idx="16817">
                  <c:v>0.19464120369957527</c:v>
                </c:pt>
                <c:pt idx="16818">
                  <c:v>0.19465277777635492</c:v>
                </c:pt>
                <c:pt idx="16819">
                  <c:v>0.19466435185313458</c:v>
                </c:pt>
                <c:pt idx="16820">
                  <c:v>0.19467592592263827</c:v>
                </c:pt>
                <c:pt idx="16821">
                  <c:v>0.19468749999941792</c:v>
                </c:pt>
                <c:pt idx="16822">
                  <c:v>0.19469907406892162</c:v>
                </c:pt>
                <c:pt idx="16823">
                  <c:v>0.19471064814570127</c:v>
                </c:pt>
                <c:pt idx="16824">
                  <c:v>0.19472222222248092</c:v>
                </c:pt>
                <c:pt idx="16825">
                  <c:v>0.19473379629198462</c:v>
                </c:pt>
                <c:pt idx="16826">
                  <c:v>0.19474537036876427</c:v>
                </c:pt>
                <c:pt idx="16827">
                  <c:v>0.19475694444554392</c:v>
                </c:pt>
                <c:pt idx="16828">
                  <c:v>0.19476851851504762</c:v>
                </c:pt>
                <c:pt idx="16829">
                  <c:v>0.19478009259182727</c:v>
                </c:pt>
                <c:pt idx="16830">
                  <c:v>0.19479166666133096</c:v>
                </c:pt>
                <c:pt idx="16831">
                  <c:v>0.19480324073811062</c:v>
                </c:pt>
                <c:pt idx="16832">
                  <c:v>0.19481481481489027</c:v>
                </c:pt>
                <c:pt idx="16833">
                  <c:v>0.19482638888439396</c:v>
                </c:pt>
                <c:pt idx="16834">
                  <c:v>0.19483796296117362</c:v>
                </c:pt>
                <c:pt idx="16835">
                  <c:v>0.19484953703795327</c:v>
                </c:pt>
                <c:pt idx="16836">
                  <c:v>0.19486111110745696</c:v>
                </c:pt>
                <c:pt idx="16837">
                  <c:v>0.19487268518423662</c:v>
                </c:pt>
                <c:pt idx="16838">
                  <c:v>0.19488425925374031</c:v>
                </c:pt>
                <c:pt idx="16839">
                  <c:v>0.19489583333051996</c:v>
                </c:pt>
                <c:pt idx="16840">
                  <c:v>0.19490740740729962</c:v>
                </c:pt>
                <c:pt idx="16841">
                  <c:v>0.19491898147680331</c:v>
                </c:pt>
                <c:pt idx="16842">
                  <c:v>0.19493055555358296</c:v>
                </c:pt>
                <c:pt idx="16843">
                  <c:v>0.19494212963036261</c:v>
                </c:pt>
                <c:pt idx="16844">
                  <c:v>0.19495370369986631</c:v>
                </c:pt>
                <c:pt idx="16845">
                  <c:v>0.19496527777664596</c:v>
                </c:pt>
                <c:pt idx="16846">
                  <c:v>0.19497685184614966</c:v>
                </c:pt>
                <c:pt idx="16847">
                  <c:v>0.19498842592292931</c:v>
                </c:pt>
                <c:pt idx="16848">
                  <c:v>0.19499999999970896</c:v>
                </c:pt>
                <c:pt idx="16849">
                  <c:v>0.19501157406921266</c:v>
                </c:pt>
                <c:pt idx="16850">
                  <c:v>0.19502314814599231</c:v>
                </c:pt>
                <c:pt idx="16851">
                  <c:v>0.19503472222277196</c:v>
                </c:pt>
                <c:pt idx="16852">
                  <c:v>0.19504629629227566</c:v>
                </c:pt>
                <c:pt idx="16853">
                  <c:v>0.19505787036905531</c:v>
                </c:pt>
                <c:pt idx="16854">
                  <c:v>0.195069444438559</c:v>
                </c:pt>
                <c:pt idx="16855">
                  <c:v>0.19508101851533866</c:v>
                </c:pt>
                <c:pt idx="16856">
                  <c:v>0.19509259259211831</c:v>
                </c:pt>
                <c:pt idx="16857">
                  <c:v>0.195104166661622</c:v>
                </c:pt>
                <c:pt idx="16858">
                  <c:v>0.19511574073840166</c:v>
                </c:pt>
                <c:pt idx="16859">
                  <c:v>0.19512731481518131</c:v>
                </c:pt>
                <c:pt idx="16860">
                  <c:v>0.195138888884685</c:v>
                </c:pt>
                <c:pt idx="16861">
                  <c:v>0.19515046296146465</c:v>
                </c:pt>
                <c:pt idx="16862">
                  <c:v>0.19516203703824431</c:v>
                </c:pt>
                <c:pt idx="16863">
                  <c:v>0.195173611107748</c:v>
                </c:pt>
                <c:pt idx="16864">
                  <c:v>0.19518518518452765</c:v>
                </c:pt>
                <c:pt idx="16865">
                  <c:v>0.19519675925403135</c:v>
                </c:pt>
                <c:pt idx="16866">
                  <c:v>0.195208333330811</c:v>
                </c:pt>
                <c:pt idx="16867">
                  <c:v>0.19521990740759065</c:v>
                </c:pt>
                <c:pt idx="16868">
                  <c:v>0.19523148147709435</c:v>
                </c:pt>
                <c:pt idx="16869">
                  <c:v>0.195243055553874</c:v>
                </c:pt>
                <c:pt idx="16870">
                  <c:v>0.19525462963065365</c:v>
                </c:pt>
                <c:pt idx="16871">
                  <c:v>0.19526620370015735</c:v>
                </c:pt>
                <c:pt idx="16872">
                  <c:v>0.195277777776937</c:v>
                </c:pt>
                <c:pt idx="16873">
                  <c:v>0.1952893518464407</c:v>
                </c:pt>
                <c:pt idx="16874">
                  <c:v>0.19530092592322035</c:v>
                </c:pt>
                <c:pt idx="16875">
                  <c:v>0.1953125</c:v>
                </c:pt>
                <c:pt idx="16876">
                  <c:v>0.19532407406950369</c:v>
                </c:pt>
                <c:pt idx="16877">
                  <c:v>0.19533564814628335</c:v>
                </c:pt>
                <c:pt idx="16878">
                  <c:v>0.195347222223063</c:v>
                </c:pt>
                <c:pt idx="16879">
                  <c:v>0.19535879629256669</c:v>
                </c:pt>
                <c:pt idx="16880">
                  <c:v>0.19537037036934635</c:v>
                </c:pt>
                <c:pt idx="16881">
                  <c:v>0.19538194443885004</c:v>
                </c:pt>
                <c:pt idx="16882">
                  <c:v>0.19539351851562969</c:v>
                </c:pt>
                <c:pt idx="16883">
                  <c:v>0.19540509259240935</c:v>
                </c:pt>
                <c:pt idx="16884">
                  <c:v>0.19541666666191304</c:v>
                </c:pt>
                <c:pt idx="16885">
                  <c:v>0.19542824073869269</c:v>
                </c:pt>
                <c:pt idx="16886">
                  <c:v>0.19543981481547235</c:v>
                </c:pt>
                <c:pt idx="16887">
                  <c:v>0.19545138888497604</c:v>
                </c:pt>
                <c:pt idx="16888">
                  <c:v>0.19546296296175569</c:v>
                </c:pt>
                <c:pt idx="16889">
                  <c:v>0.19547453703125939</c:v>
                </c:pt>
                <c:pt idx="16890">
                  <c:v>0.19548611110803904</c:v>
                </c:pt>
                <c:pt idx="16891">
                  <c:v>0.19549768518481869</c:v>
                </c:pt>
                <c:pt idx="16892">
                  <c:v>0.19550925925432239</c:v>
                </c:pt>
                <c:pt idx="16893">
                  <c:v>0.19552083333110204</c:v>
                </c:pt>
                <c:pt idx="16894">
                  <c:v>0.19553240740788169</c:v>
                </c:pt>
                <c:pt idx="16895">
                  <c:v>0.19554398147738539</c:v>
                </c:pt>
                <c:pt idx="16896">
                  <c:v>0.19555555555416504</c:v>
                </c:pt>
                <c:pt idx="16897">
                  <c:v>0.19556712963094469</c:v>
                </c:pt>
                <c:pt idx="16898">
                  <c:v>0.19557870370044839</c:v>
                </c:pt>
                <c:pt idx="16899">
                  <c:v>0.19559027777722804</c:v>
                </c:pt>
                <c:pt idx="16900">
                  <c:v>0.19560185184673173</c:v>
                </c:pt>
                <c:pt idx="16901">
                  <c:v>0.19561342592351139</c:v>
                </c:pt>
                <c:pt idx="16902">
                  <c:v>0.19562500000029104</c:v>
                </c:pt>
                <c:pt idx="16903">
                  <c:v>0.19563657406979473</c:v>
                </c:pt>
                <c:pt idx="16904">
                  <c:v>0.19564814814657439</c:v>
                </c:pt>
                <c:pt idx="16905">
                  <c:v>0.19565972222335404</c:v>
                </c:pt>
                <c:pt idx="16906">
                  <c:v>0.19567129629285773</c:v>
                </c:pt>
                <c:pt idx="16907">
                  <c:v>0.19568287036963739</c:v>
                </c:pt>
                <c:pt idx="16908">
                  <c:v>0.19569444443914108</c:v>
                </c:pt>
                <c:pt idx="16909">
                  <c:v>0.19570601851592073</c:v>
                </c:pt>
                <c:pt idx="16910">
                  <c:v>0.19571759259270038</c:v>
                </c:pt>
                <c:pt idx="16911">
                  <c:v>0.19572916666220408</c:v>
                </c:pt>
                <c:pt idx="16912">
                  <c:v>0.19574074073898373</c:v>
                </c:pt>
                <c:pt idx="16913">
                  <c:v>0.19575231481576338</c:v>
                </c:pt>
                <c:pt idx="16914">
                  <c:v>0.19576388888526708</c:v>
                </c:pt>
                <c:pt idx="16915">
                  <c:v>0.19577546296204673</c:v>
                </c:pt>
                <c:pt idx="16916">
                  <c:v>0.19578703703155043</c:v>
                </c:pt>
                <c:pt idx="16917">
                  <c:v>0.19579861110833008</c:v>
                </c:pt>
                <c:pt idx="16918">
                  <c:v>0.19581018518510973</c:v>
                </c:pt>
                <c:pt idx="16919">
                  <c:v>0.19582175925461343</c:v>
                </c:pt>
                <c:pt idx="16920">
                  <c:v>0.19583333333139308</c:v>
                </c:pt>
                <c:pt idx="16921">
                  <c:v>0.19584490740817273</c:v>
                </c:pt>
                <c:pt idx="16922">
                  <c:v>0.19585648147767643</c:v>
                </c:pt>
                <c:pt idx="16923">
                  <c:v>0.19586805555445608</c:v>
                </c:pt>
                <c:pt idx="16924">
                  <c:v>0.19587962962395977</c:v>
                </c:pt>
                <c:pt idx="16925">
                  <c:v>0.19589120370073942</c:v>
                </c:pt>
                <c:pt idx="16926">
                  <c:v>0.19590277777751908</c:v>
                </c:pt>
                <c:pt idx="16927">
                  <c:v>0.19591435184702277</c:v>
                </c:pt>
                <c:pt idx="16928">
                  <c:v>0.19592592592380242</c:v>
                </c:pt>
                <c:pt idx="16929">
                  <c:v>0.19593750000058208</c:v>
                </c:pt>
                <c:pt idx="16930">
                  <c:v>0.19594907407008577</c:v>
                </c:pt>
                <c:pt idx="16931">
                  <c:v>0.19596064814686542</c:v>
                </c:pt>
                <c:pt idx="16932">
                  <c:v>0.19597222221636912</c:v>
                </c:pt>
                <c:pt idx="16933">
                  <c:v>0.19598379629314877</c:v>
                </c:pt>
                <c:pt idx="16934">
                  <c:v>0.19599537036992842</c:v>
                </c:pt>
                <c:pt idx="16935">
                  <c:v>0.19600694443943212</c:v>
                </c:pt>
                <c:pt idx="16936">
                  <c:v>0.19601851851621177</c:v>
                </c:pt>
                <c:pt idx="16937">
                  <c:v>0.19603009259299142</c:v>
                </c:pt>
                <c:pt idx="16938">
                  <c:v>0.19604166666249512</c:v>
                </c:pt>
                <c:pt idx="16939">
                  <c:v>0.19605324073927477</c:v>
                </c:pt>
                <c:pt idx="16940">
                  <c:v>0.19606481481605442</c:v>
                </c:pt>
                <c:pt idx="16941">
                  <c:v>0.19607638888555812</c:v>
                </c:pt>
                <c:pt idx="16942">
                  <c:v>0.19608796296233777</c:v>
                </c:pt>
                <c:pt idx="16943">
                  <c:v>0.19609953703184146</c:v>
                </c:pt>
                <c:pt idx="16944">
                  <c:v>0.19611111110862112</c:v>
                </c:pt>
                <c:pt idx="16945">
                  <c:v>0.19612268518540077</c:v>
                </c:pt>
                <c:pt idx="16946">
                  <c:v>0.19613425925490446</c:v>
                </c:pt>
                <c:pt idx="16947">
                  <c:v>0.19614583333168412</c:v>
                </c:pt>
                <c:pt idx="16948">
                  <c:v>0.19615740740846377</c:v>
                </c:pt>
                <c:pt idx="16949">
                  <c:v>0.19616898147796746</c:v>
                </c:pt>
                <c:pt idx="16950">
                  <c:v>0.19618055555474712</c:v>
                </c:pt>
                <c:pt idx="16951">
                  <c:v>0.19619212962425081</c:v>
                </c:pt>
                <c:pt idx="16952">
                  <c:v>0.19620370370103046</c:v>
                </c:pt>
                <c:pt idx="16953">
                  <c:v>0.19621527777781012</c:v>
                </c:pt>
                <c:pt idx="16954">
                  <c:v>0.19622685184731381</c:v>
                </c:pt>
                <c:pt idx="16955">
                  <c:v>0.19623842592409346</c:v>
                </c:pt>
                <c:pt idx="16956">
                  <c:v>0.19625000000087311</c:v>
                </c:pt>
                <c:pt idx="16957">
                  <c:v>0.19626157407037681</c:v>
                </c:pt>
                <c:pt idx="16958">
                  <c:v>0.19627314814715646</c:v>
                </c:pt>
                <c:pt idx="16959">
                  <c:v>0.19628472221666016</c:v>
                </c:pt>
                <c:pt idx="16960">
                  <c:v>0.19629629629343981</c:v>
                </c:pt>
                <c:pt idx="16961">
                  <c:v>0.19630787037021946</c:v>
                </c:pt>
                <c:pt idx="16962">
                  <c:v>0.19631944443972316</c:v>
                </c:pt>
                <c:pt idx="16963">
                  <c:v>0.19633101851650281</c:v>
                </c:pt>
                <c:pt idx="16964">
                  <c:v>0.19634259259328246</c:v>
                </c:pt>
                <c:pt idx="16965">
                  <c:v>0.19635416666278616</c:v>
                </c:pt>
                <c:pt idx="16966">
                  <c:v>0.19636574073956581</c:v>
                </c:pt>
                <c:pt idx="16967">
                  <c:v>0.1963773148090695</c:v>
                </c:pt>
                <c:pt idx="16968">
                  <c:v>0.19638888888584916</c:v>
                </c:pt>
                <c:pt idx="16969">
                  <c:v>0.19640046296262881</c:v>
                </c:pt>
                <c:pt idx="16970">
                  <c:v>0.1964120370321325</c:v>
                </c:pt>
                <c:pt idx="16971">
                  <c:v>0.19642361110891216</c:v>
                </c:pt>
                <c:pt idx="16972">
                  <c:v>0.19643518518569181</c:v>
                </c:pt>
                <c:pt idx="16973">
                  <c:v>0.1964467592551955</c:v>
                </c:pt>
                <c:pt idx="16974">
                  <c:v>0.19645833333197515</c:v>
                </c:pt>
                <c:pt idx="16975">
                  <c:v>0.19646990740147885</c:v>
                </c:pt>
                <c:pt idx="16976">
                  <c:v>0.1964814814782585</c:v>
                </c:pt>
                <c:pt idx="16977">
                  <c:v>0.19649305555503815</c:v>
                </c:pt>
                <c:pt idx="16978">
                  <c:v>0.19650462962454185</c:v>
                </c:pt>
                <c:pt idx="16979">
                  <c:v>0.1965162037013215</c:v>
                </c:pt>
                <c:pt idx="16980">
                  <c:v>0.19652777777810115</c:v>
                </c:pt>
                <c:pt idx="16981">
                  <c:v>0.19653935184760485</c:v>
                </c:pt>
                <c:pt idx="16982">
                  <c:v>0.1965509259243845</c:v>
                </c:pt>
                <c:pt idx="16983">
                  <c:v>0.19656250000116415</c:v>
                </c:pt>
                <c:pt idx="16984">
                  <c:v>0.19657407407066785</c:v>
                </c:pt>
                <c:pt idx="16985">
                  <c:v>0.1965856481474475</c:v>
                </c:pt>
                <c:pt idx="16986">
                  <c:v>0.1965972222169512</c:v>
                </c:pt>
                <c:pt idx="16987">
                  <c:v>0.19660879629373085</c:v>
                </c:pt>
                <c:pt idx="16988">
                  <c:v>0.1966203703705105</c:v>
                </c:pt>
                <c:pt idx="16989">
                  <c:v>0.19663194444001419</c:v>
                </c:pt>
                <c:pt idx="16990">
                  <c:v>0.19664351851679385</c:v>
                </c:pt>
                <c:pt idx="16991">
                  <c:v>0.1966550925935735</c:v>
                </c:pt>
                <c:pt idx="16992">
                  <c:v>0.19666666666307719</c:v>
                </c:pt>
                <c:pt idx="16993">
                  <c:v>0.19667824073985685</c:v>
                </c:pt>
                <c:pt idx="16994">
                  <c:v>0.19668981480936054</c:v>
                </c:pt>
                <c:pt idx="16995">
                  <c:v>0.19670138888614019</c:v>
                </c:pt>
                <c:pt idx="16996">
                  <c:v>0.19671296296291985</c:v>
                </c:pt>
                <c:pt idx="16997">
                  <c:v>0.19672453703242354</c:v>
                </c:pt>
                <c:pt idx="16998">
                  <c:v>0.19673611110920319</c:v>
                </c:pt>
                <c:pt idx="16999">
                  <c:v>0.19674768518598285</c:v>
                </c:pt>
                <c:pt idx="17000">
                  <c:v>0.19675925925548654</c:v>
                </c:pt>
                <c:pt idx="17001">
                  <c:v>0.19677083333226619</c:v>
                </c:pt>
                <c:pt idx="17002">
                  <c:v>0.19678240740176989</c:v>
                </c:pt>
                <c:pt idx="17003">
                  <c:v>0.19679398147854954</c:v>
                </c:pt>
                <c:pt idx="17004">
                  <c:v>0.19680555555532919</c:v>
                </c:pt>
                <c:pt idx="17005">
                  <c:v>0.19681712962483289</c:v>
                </c:pt>
                <c:pt idx="17006">
                  <c:v>0.19682870370161254</c:v>
                </c:pt>
                <c:pt idx="17007">
                  <c:v>0.19684027777839219</c:v>
                </c:pt>
                <c:pt idx="17008">
                  <c:v>0.19685185184789589</c:v>
                </c:pt>
                <c:pt idx="17009">
                  <c:v>0.19686342592467554</c:v>
                </c:pt>
                <c:pt idx="17010">
                  <c:v>0.19687499999417923</c:v>
                </c:pt>
                <c:pt idx="17011">
                  <c:v>0.19688657407095889</c:v>
                </c:pt>
                <c:pt idx="17012">
                  <c:v>0.19689814814773854</c:v>
                </c:pt>
                <c:pt idx="17013">
                  <c:v>0.19690972221724223</c:v>
                </c:pt>
                <c:pt idx="17014">
                  <c:v>0.19692129629402189</c:v>
                </c:pt>
                <c:pt idx="17015">
                  <c:v>0.19693287037080154</c:v>
                </c:pt>
                <c:pt idx="17016">
                  <c:v>0.19694444444030523</c:v>
                </c:pt>
                <c:pt idx="17017">
                  <c:v>0.19695601851708489</c:v>
                </c:pt>
                <c:pt idx="17018">
                  <c:v>0.19696759259386454</c:v>
                </c:pt>
                <c:pt idx="17019">
                  <c:v>0.19697916666336823</c:v>
                </c:pt>
                <c:pt idx="17020">
                  <c:v>0.19699074074014788</c:v>
                </c:pt>
                <c:pt idx="17021">
                  <c:v>0.19700231480965158</c:v>
                </c:pt>
                <c:pt idx="17022">
                  <c:v>0.19701388888643123</c:v>
                </c:pt>
                <c:pt idx="17023">
                  <c:v>0.19702546296321088</c:v>
                </c:pt>
                <c:pt idx="17024">
                  <c:v>0.19703703703271458</c:v>
                </c:pt>
                <c:pt idx="17025">
                  <c:v>0.19704861110949423</c:v>
                </c:pt>
                <c:pt idx="17026">
                  <c:v>0.19706018518627388</c:v>
                </c:pt>
                <c:pt idx="17027">
                  <c:v>0.19707175925577758</c:v>
                </c:pt>
                <c:pt idx="17028">
                  <c:v>0.19708333333255723</c:v>
                </c:pt>
                <c:pt idx="17029">
                  <c:v>0.19709490740206093</c:v>
                </c:pt>
                <c:pt idx="17030">
                  <c:v>0.19710648147884058</c:v>
                </c:pt>
                <c:pt idx="17031">
                  <c:v>0.19711805555562023</c:v>
                </c:pt>
                <c:pt idx="17032">
                  <c:v>0.19712962962512393</c:v>
                </c:pt>
                <c:pt idx="17033">
                  <c:v>0.19714120370190358</c:v>
                </c:pt>
                <c:pt idx="17034">
                  <c:v>0.19715277777868323</c:v>
                </c:pt>
                <c:pt idx="17035">
                  <c:v>0.19716435184818693</c:v>
                </c:pt>
                <c:pt idx="17036">
                  <c:v>0.19717592592496658</c:v>
                </c:pt>
                <c:pt idx="17037">
                  <c:v>0.19718749999447027</c:v>
                </c:pt>
                <c:pt idx="17038">
                  <c:v>0.19719907407124992</c:v>
                </c:pt>
                <c:pt idx="17039">
                  <c:v>0.19721064814802958</c:v>
                </c:pt>
                <c:pt idx="17040">
                  <c:v>0.19722222221753327</c:v>
                </c:pt>
                <c:pt idx="17041">
                  <c:v>0.19723379629431292</c:v>
                </c:pt>
                <c:pt idx="17042">
                  <c:v>0.19724537037109258</c:v>
                </c:pt>
                <c:pt idx="17043">
                  <c:v>0.19725694444059627</c:v>
                </c:pt>
                <c:pt idx="17044">
                  <c:v>0.19726851851737592</c:v>
                </c:pt>
                <c:pt idx="17045">
                  <c:v>0.19728009258687962</c:v>
                </c:pt>
                <c:pt idx="17046">
                  <c:v>0.19729166666365927</c:v>
                </c:pt>
                <c:pt idx="17047">
                  <c:v>0.19730324074043892</c:v>
                </c:pt>
                <c:pt idx="17048">
                  <c:v>0.19731481480994262</c:v>
                </c:pt>
                <c:pt idx="17049">
                  <c:v>0.19732638888672227</c:v>
                </c:pt>
                <c:pt idx="17050">
                  <c:v>0.19733796296350192</c:v>
                </c:pt>
                <c:pt idx="17051">
                  <c:v>0.19734953703300562</c:v>
                </c:pt>
                <c:pt idx="17052">
                  <c:v>0.19736111110978527</c:v>
                </c:pt>
                <c:pt idx="17053">
                  <c:v>0.19737268517928896</c:v>
                </c:pt>
                <c:pt idx="17054">
                  <c:v>0.19738425925606862</c:v>
                </c:pt>
                <c:pt idx="17055">
                  <c:v>0.19739583333284827</c:v>
                </c:pt>
                <c:pt idx="17056">
                  <c:v>0.19740740740235196</c:v>
                </c:pt>
                <c:pt idx="17057">
                  <c:v>0.19741898147913162</c:v>
                </c:pt>
                <c:pt idx="17058">
                  <c:v>0.19743055555591127</c:v>
                </c:pt>
                <c:pt idx="17059">
                  <c:v>0.19744212962541496</c:v>
                </c:pt>
                <c:pt idx="17060">
                  <c:v>0.19745370370219462</c:v>
                </c:pt>
                <c:pt idx="17061">
                  <c:v>0.19746527777897427</c:v>
                </c:pt>
                <c:pt idx="17062">
                  <c:v>0.19747685184847796</c:v>
                </c:pt>
                <c:pt idx="17063">
                  <c:v>0.19748842592525762</c:v>
                </c:pt>
                <c:pt idx="17064">
                  <c:v>0.19749999999476131</c:v>
                </c:pt>
                <c:pt idx="17065">
                  <c:v>0.19751157407154096</c:v>
                </c:pt>
                <c:pt idx="17066">
                  <c:v>0.19752314814832062</c:v>
                </c:pt>
                <c:pt idx="17067">
                  <c:v>0.19753472221782431</c:v>
                </c:pt>
                <c:pt idx="17068">
                  <c:v>0.19754629629460396</c:v>
                </c:pt>
                <c:pt idx="17069">
                  <c:v>0.19755787037138361</c:v>
                </c:pt>
                <c:pt idx="17070">
                  <c:v>0.19756944444088731</c:v>
                </c:pt>
                <c:pt idx="17071">
                  <c:v>0.19758101851766696</c:v>
                </c:pt>
                <c:pt idx="17072">
                  <c:v>0.19759259258717066</c:v>
                </c:pt>
                <c:pt idx="17073">
                  <c:v>0.19760416666395031</c:v>
                </c:pt>
                <c:pt idx="17074">
                  <c:v>0.19761574074072996</c:v>
                </c:pt>
                <c:pt idx="17075">
                  <c:v>0.19762731481023366</c:v>
                </c:pt>
                <c:pt idx="17076">
                  <c:v>0.19763888888701331</c:v>
                </c:pt>
                <c:pt idx="17077">
                  <c:v>0.19765046296379296</c:v>
                </c:pt>
                <c:pt idx="17078">
                  <c:v>0.19766203703329666</c:v>
                </c:pt>
                <c:pt idx="17079">
                  <c:v>0.19767361111007631</c:v>
                </c:pt>
                <c:pt idx="17080">
                  <c:v>0.19768518517958</c:v>
                </c:pt>
                <c:pt idx="17081">
                  <c:v>0.19769675925635966</c:v>
                </c:pt>
                <c:pt idx="17082">
                  <c:v>0.19770833333313931</c:v>
                </c:pt>
                <c:pt idx="17083">
                  <c:v>0.197719907402643</c:v>
                </c:pt>
                <c:pt idx="17084">
                  <c:v>0.19773148147942265</c:v>
                </c:pt>
                <c:pt idx="17085">
                  <c:v>0.19774305555620231</c:v>
                </c:pt>
                <c:pt idx="17086">
                  <c:v>0.197754629625706</c:v>
                </c:pt>
                <c:pt idx="17087">
                  <c:v>0.19776620370248565</c:v>
                </c:pt>
                <c:pt idx="17088">
                  <c:v>0.19777777777198935</c:v>
                </c:pt>
                <c:pt idx="17089">
                  <c:v>0.197789351848769</c:v>
                </c:pt>
                <c:pt idx="17090">
                  <c:v>0.19780092592554865</c:v>
                </c:pt>
                <c:pt idx="17091">
                  <c:v>0.19781249999505235</c:v>
                </c:pt>
                <c:pt idx="17092">
                  <c:v>0.197824074071832</c:v>
                </c:pt>
                <c:pt idx="17093">
                  <c:v>0.19783564814861165</c:v>
                </c:pt>
                <c:pt idx="17094">
                  <c:v>0.19784722221811535</c:v>
                </c:pt>
                <c:pt idx="17095">
                  <c:v>0.197858796294895</c:v>
                </c:pt>
                <c:pt idx="17096">
                  <c:v>0.19787037037167465</c:v>
                </c:pt>
                <c:pt idx="17097">
                  <c:v>0.19788194444117835</c:v>
                </c:pt>
                <c:pt idx="17098">
                  <c:v>0.197893518517958</c:v>
                </c:pt>
                <c:pt idx="17099">
                  <c:v>0.1979050925874617</c:v>
                </c:pt>
                <c:pt idx="17100">
                  <c:v>0.19791666666424135</c:v>
                </c:pt>
                <c:pt idx="17101">
                  <c:v>0.197928240741021</c:v>
                </c:pt>
                <c:pt idx="17102">
                  <c:v>0.19793981481052469</c:v>
                </c:pt>
                <c:pt idx="17103">
                  <c:v>0.19795138888730435</c:v>
                </c:pt>
                <c:pt idx="17104">
                  <c:v>0.197962962964084</c:v>
                </c:pt>
                <c:pt idx="17105">
                  <c:v>0.19797453703358769</c:v>
                </c:pt>
                <c:pt idx="17106">
                  <c:v>0.19798611111036735</c:v>
                </c:pt>
                <c:pt idx="17107">
                  <c:v>0.19799768517987104</c:v>
                </c:pt>
                <c:pt idx="17108">
                  <c:v>0.19800925925665069</c:v>
                </c:pt>
                <c:pt idx="17109">
                  <c:v>0.19802083333343035</c:v>
                </c:pt>
                <c:pt idx="17110">
                  <c:v>0.19803240740293404</c:v>
                </c:pt>
                <c:pt idx="17111">
                  <c:v>0.19804398147971369</c:v>
                </c:pt>
                <c:pt idx="17112">
                  <c:v>0.19805555555649335</c:v>
                </c:pt>
                <c:pt idx="17113">
                  <c:v>0.19806712962599704</c:v>
                </c:pt>
                <c:pt idx="17114">
                  <c:v>0.19807870370277669</c:v>
                </c:pt>
                <c:pt idx="17115">
                  <c:v>0.19809027777228039</c:v>
                </c:pt>
                <c:pt idx="17116">
                  <c:v>0.19810185184906004</c:v>
                </c:pt>
                <c:pt idx="17117">
                  <c:v>0.19811342592583969</c:v>
                </c:pt>
                <c:pt idx="17118">
                  <c:v>0.19812499999534339</c:v>
                </c:pt>
                <c:pt idx="17119">
                  <c:v>0.19813657407212304</c:v>
                </c:pt>
                <c:pt idx="17120">
                  <c:v>0.19814814814890269</c:v>
                </c:pt>
                <c:pt idx="17121">
                  <c:v>0.19815972221840639</c:v>
                </c:pt>
                <c:pt idx="17122">
                  <c:v>0.19817129629518604</c:v>
                </c:pt>
                <c:pt idx="17123">
                  <c:v>0.19818287036468973</c:v>
                </c:pt>
                <c:pt idx="17124">
                  <c:v>0.19819444444146939</c:v>
                </c:pt>
                <c:pt idx="17125">
                  <c:v>0.19820601851824904</c:v>
                </c:pt>
                <c:pt idx="17126">
                  <c:v>0.19821759258775273</c:v>
                </c:pt>
                <c:pt idx="17127">
                  <c:v>0.19822916666453239</c:v>
                </c:pt>
                <c:pt idx="17128">
                  <c:v>0.19824074074131204</c:v>
                </c:pt>
                <c:pt idx="17129">
                  <c:v>0.19825231481081573</c:v>
                </c:pt>
                <c:pt idx="17130">
                  <c:v>0.19826388888759539</c:v>
                </c:pt>
                <c:pt idx="17131">
                  <c:v>0.19827546295709908</c:v>
                </c:pt>
                <c:pt idx="17132">
                  <c:v>0.19828703703387873</c:v>
                </c:pt>
                <c:pt idx="17133">
                  <c:v>0.19829861111065838</c:v>
                </c:pt>
                <c:pt idx="17134">
                  <c:v>0.19831018518016208</c:v>
                </c:pt>
                <c:pt idx="17135">
                  <c:v>0.19832175925694173</c:v>
                </c:pt>
                <c:pt idx="17136">
                  <c:v>0.19833333333372138</c:v>
                </c:pt>
                <c:pt idx="17137">
                  <c:v>0.19834490740322508</c:v>
                </c:pt>
                <c:pt idx="17138">
                  <c:v>0.19835648148000473</c:v>
                </c:pt>
                <c:pt idx="17139">
                  <c:v>0.19836805555678438</c:v>
                </c:pt>
                <c:pt idx="17140">
                  <c:v>0.19837962962628808</c:v>
                </c:pt>
                <c:pt idx="17141">
                  <c:v>0.19839120370306773</c:v>
                </c:pt>
                <c:pt idx="17142">
                  <c:v>0.19840277777257143</c:v>
                </c:pt>
                <c:pt idx="17143">
                  <c:v>0.19841435184935108</c:v>
                </c:pt>
                <c:pt idx="17144">
                  <c:v>0.19842592592613073</c:v>
                </c:pt>
                <c:pt idx="17145">
                  <c:v>0.19843749999563443</c:v>
                </c:pt>
                <c:pt idx="17146">
                  <c:v>0.19844907407241408</c:v>
                </c:pt>
                <c:pt idx="17147">
                  <c:v>0.19846064814919373</c:v>
                </c:pt>
                <c:pt idx="17148">
                  <c:v>0.19847222221869742</c:v>
                </c:pt>
                <c:pt idx="17149">
                  <c:v>0.19848379629547708</c:v>
                </c:pt>
                <c:pt idx="17150">
                  <c:v>0.19849537036498077</c:v>
                </c:pt>
                <c:pt idx="17151">
                  <c:v>0.19850694444176042</c:v>
                </c:pt>
                <c:pt idx="17152">
                  <c:v>0.19851851851854008</c:v>
                </c:pt>
                <c:pt idx="17153">
                  <c:v>0.19853009258804377</c:v>
                </c:pt>
                <c:pt idx="17154">
                  <c:v>0.19854166666482342</c:v>
                </c:pt>
                <c:pt idx="17155">
                  <c:v>0.19855324074160308</c:v>
                </c:pt>
                <c:pt idx="17156">
                  <c:v>0.19856481481110677</c:v>
                </c:pt>
                <c:pt idx="17157">
                  <c:v>0.19857638888788642</c:v>
                </c:pt>
                <c:pt idx="17158">
                  <c:v>0.19858796295739012</c:v>
                </c:pt>
                <c:pt idx="17159">
                  <c:v>0.19859953703416977</c:v>
                </c:pt>
                <c:pt idx="17160">
                  <c:v>0.19861111111094942</c:v>
                </c:pt>
                <c:pt idx="17161">
                  <c:v>0.19862268518045312</c:v>
                </c:pt>
                <c:pt idx="17162">
                  <c:v>0.19863425925723277</c:v>
                </c:pt>
                <c:pt idx="17163">
                  <c:v>0.19864583333401242</c:v>
                </c:pt>
                <c:pt idx="17164">
                  <c:v>0.19865740740351612</c:v>
                </c:pt>
                <c:pt idx="17165">
                  <c:v>0.19866898148029577</c:v>
                </c:pt>
                <c:pt idx="17166">
                  <c:v>0.19868055554979946</c:v>
                </c:pt>
                <c:pt idx="17167">
                  <c:v>0.19869212962657912</c:v>
                </c:pt>
                <c:pt idx="17168">
                  <c:v>0.19870370370335877</c:v>
                </c:pt>
                <c:pt idx="17169">
                  <c:v>0.19871527777286246</c:v>
                </c:pt>
                <c:pt idx="17170">
                  <c:v>0.19872685184964212</c:v>
                </c:pt>
                <c:pt idx="17171">
                  <c:v>0.19873842592642177</c:v>
                </c:pt>
                <c:pt idx="17172">
                  <c:v>0.19874999999592546</c:v>
                </c:pt>
                <c:pt idx="17173">
                  <c:v>0.19876157407270512</c:v>
                </c:pt>
                <c:pt idx="17174">
                  <c:v>0.19877314814948477</c:v>
                </c:pt>
                <c:pt idx="17175">
                  <c:v>0.19878472221898846</c:v>
                </c:pt>
                <c:pt idx="17176">
                  <c:v>0.19879629629576812</c:v>
                </c:pt>
                <c:pt idx="17177">
                  <c:v>0.19880787036527181</c:v>
                </c:pt>
                <c:pt idx="17178">
                  <c:v>0.19881944444205146</c:v>
                </c:pt>
                <c:pt idx="17179">
                  <c:v>0.19883101851883112</c:v>
                </c:pt>
                <c:pt idx="17180">
                  <c:v>0.19884259258833481</c:v>
                </c:pt>
                <c:pt idx="17181">
                  <c:v>0.19885416666511446</c:v>
                </c:pt>
                <c:pt idx="17182">
                  <c:v>0.19886574074189411</c:v>
                </c:pt>
                <c:pt idx="17183">
                  <c:v>0.19887731481139781</c:v>
                </c:pt>
                <c:pt idx="17184">
                  <c:v>0.19888888888817746</c:v>
                </c:pt>
                <c:pt idx="17185">
                  <c:v>0.19890046295768116</c:v>
                </c:pt>
                <c:pt idx="17186">
                  <c:v>0.19891203703446081</c:v>
                </c:pt>
                <c:pt idx="17187">
                  <c:v>0.19892361111124046</c:v>
                </c:pt>
                <c:pt idx="17188">
                  <c:v>0.19893518518074416</c:v>
                </c:pt>
                <c:pt idx="17189">
                  <c:v>0.19894675925752381</c:v>
                </c:pt>
                <c:pt idx="17190">
                  <c:v>0.19895833333430346</c:v>
                </c:pt>
                <c:pt idx="17191">
                  <c:v>0.19896990740380716</c:v>
                </c:pt>
                <c:pt idx="17192">
                  <c:v>0.19898148148058681</c:v>
                </c:pt>
                <c:pt idx="17193">
                  <c:v>0.1989930555500905</c:v>
                </c:pt>
                <c:pt idx="17194">
                  <c:v>0.19900462962687016</c:v>
                </c:pt>
                <c:pt idx="17195">
                  <c:v>0.19901620370364981</c:v>
                </c:pt>
                <c:pt idx="17196">
                  <c:v>0.1990277777731535</c:v>
                </c:pt>
                <c:pt idx="17197">
                  <c:v>0.19903935184993315</c:v>
                </c:pt>
                <c:pt idx="17198">
                  <c:v>0.19905092592671281</c:v>
                </c:pt>
                <c:pt idx="17199">
                  <c:v>0.1990624999962165</c:v>
                </c:pt>
                <c:pt idx="17200">
                  <c:v>0.19907407407299615</c:v>
                </c:pt>
                <c:pt idx="17201">
                  <c:v>0.19908564814249985</c:v>
                </c:pt>
                <c:pt idx="17202">
                  <c:v>0.1990972222192795</c:v>
                </c:pt>
                <c:pt idx="17203">
                  <c:v>0.19910879629605915</c:v>
                </c:pt>
                <c:pt idx="17204">
                  <c:v>0.19912037036556285</c:v>
                </c:pt>
                <c:pt idx="17205">
                  <c:v>0.1991319444423425</c:v>
                </c:pt>
                <c:pt idx="17206">
                  <c:v>0.19914351851912215</c:v>
                </c:pt>
                <c:pt idx="17207">
                  <c:v>0.19915509258862585</c:v>
                </c:pt>
                <c:pt idx="17208">
                  <c:v>0.1991666666654055</c:v>
                </c:pt>
                <c:pt idx="17209">
                  <c:v>0.1991782407349092</c:v>
                </c:pt>
                <c:pt idx="17210">
                  <c:v>0.19918981481168885</c:v>
                </c:pt>
                <c:pt idx="17211">
                  <c:v>0.1992013888884685</c:v>
                </c:pt>
                <c:pt idx="17212">
                  <c:v>0.19921296295797219</c:v>
                </c:pt>
                <c:pt idx="17213">
                  <c:v>0.19922453703475185</c:v>
                </c:pt>
                <c:pt idx="17214">
                  <c:v>0.1992361111115315</c:v>
                </c:pt>
                <c:pt idx="17215">
                  <c:v>0.19924768518103519</c:v>
                </c:pt>
                <c:pt idx="17216">
                  <c:v>0.19925925925781485</c:v>
                </c:pt>
                <c:pt idx="17217">
                  <c:v>0.1992708333345945</c:v>
                </c:pt>
                <c:pt idx="17218">
                  <c:v>0.19928240740409819</c:v>
                </c:pt>
                <c:pt idx="17219">
                  <c:v>0.19929398148087785</c:v>
                </c:pt>
                <c:pt idx="17220">
                  <c:v>0.19930555555038154</c:v>
                </c:pt>
                <c:pt idx="17221">
                  <c:v>0.19931712962716119</c:v>
                </c:pt>
                <c:pt idx="17222">
                  <c:v>0.19932870370394085</c:v>
                </c:pt>
                <c:pt idx="17223">
                  <c:v>0.19934027777344454</c:v>
                </c:pt>
                <c:pt idx="17224">
                  <c:v>0.19935185185022419</c:v>
                </c:pt>
                <c:pt idx="17225">
                  <c:v>0.19936342592700385</c:v>
                </c:pt>
                <c:pt idx="17226">
                  <c:v>0.19937499999650754</c:v>
                </c:pt>
                <c:pt idx="17227">
                  <c:v>0.19938657407328719</c:v>
                </c:pt>
                <c:pt idx="17228">
                  <c:v>0.19939814814279089</c:v>
                </c:pt>
                <c:pt idx="17229">
                  <c:v>0.19940972221957054</c:v>
                </c:pt>
                <c:pt idx="17230">
                  <c:v>0.19942129629635019</c:v>
                </c:pt>
                <c:pt idx="17231">
                  <c:v>0.19943287036585389</c:v>
                </c:pt>
                <c:pt idx="17232">
                  <c:v>0.19944444444263354</c:v>
                </c:pt>
                <c:pt idx="17233">
                  <c:v>0.19945601851941319</c:v>
                </c:pt>
                <c:pt idx="17234">
                  <c:v>0.19946759258891689</c:v>
                </c:pt>
                <c:pt idx="17235">
                  <c:v>0.19947916666569654</c:v>
                </c:pt>
                <c:pt idx="17236">
                  <c:v>0.19949074073520023</c:v>
                </c:pt>
                <c:pt idx="17237">
                  <c:v>0.19950231481197989</c:v>
                </c:pt>
                <c:pt idx="17238">
                  <c:v>0.19951388888875954</c:v>
                </c:pt>
                <c:pt idx="17239">
                  <c:v>0.19952546295826323</c:v>
                </c:pt>
                <c:pt idx="17240">
                  <c:v>0.19953703703504289</c:v>
                </c:pt>
                <c:pt idx="17241">
                  <c:v>0.19954861111182254</c:v>
                </c:pt>
                <c:pt idx="17242">
                  <c:v>0.19956018518132623</c:v>
                </c:pt>
                <c:pt idx="17243">
                  <c:v>0.19957175925810589</c:v>
                </c:pt>
                <c:pt idx="17244">
                  <c:v>0.19958333332760958</c:v>
                </c:pt>
                <c:pt idx="17245">
                  <c:v>0.19959490740438923</c:v>
                </c:pt>
                <c:pt idx="17246">
                  <c:v>0.19960648148116888</c:v>
                </c:pt>
                <c:pt idx="17247">
                  <c:v>0.19961805555067258</c:v>
                </c:pt>
                <c:pt idx="17248">
                  <c:v>0.19962962962745223</c:v>
                </c:pt>
                <c:pt idx="17249">
                  <c:v>0.19964120370423188</c:v>
                </c:pt>
                <c:pt idx="17250">
                  <c:v>0.19965277777373558</c:v>
                </c:pt>
                <c:pt idx="17251">
                  <c:v>0.19966435185051523</c:v>
                </c:pt>
                <c:pt idx="17252">
                  <c:v>0.19967592592001893</c:v>
                </c:pt>
                <c:pt idx="17253">
                  <c:v>0.19968749999679858</c:v>
                </c:pt>
                <c:pt idx="17254">
                  <c:v>0.19969907407357823</c:v>
                </c:pt>
                <c:pt idx="17255">
                  <c:v>0.19971064814308193</c:v>
                </c:pt>
                <c:pt idx="17256">
                  <c:v>0.19972222221986158</c:v>
                </c:pt>
                <c:pt idx="17257">
                  <c:v>0.19973379629664123</c:v>
                </c:pt>
                <c:pt idx="17258">
                  <c:v>0.19974537036614493</c:v>
                </c:pt>
                <c:pt idx="17259">
                  <c:v>0.19975694444292458</c:v>
                </c:pt>
                <c:pt idx="17260">
                  <c:v>0.19976851851970423</c:v>
                </c:pt>
                <c:pt idx="17261">
                  <c:v>0.19978009258920792</c:v>
                </c:pt>
                <c:pt idx="17262">
                  <c:v>0.19979166666598758</c:v>
                </c:pt>
                <c:pt idx="17263">
                  <c:v>0.19980324073549127</c:v>
                </c:pt>
                <c:pt idx="17264">
                  <c:v>0.19981481481227092</c:v>
                </c:pt>
                <c:pt idx="17265">
                  <c:v>0.19982638888905058</c:v>
                </c:pt>
                <c:pt idx="17266">
                  <c:v>0.19983796295855427</c:v>
                </c:pt>
                <c:pt idx="17267">
                  <c:v>0.19984953703533392</c:v>
                </c:pt>
                <c:pt idx="17268">
                  <c:v>0.19986111111211358</c:v>
                </c:pt>
                <c:pt idx="17269">
                  <c:v>0.19987268518161727</c:v>
                </c:pt>
                <c:pt idx="17270">
                  <c:v>0.19988425925839692</c:v>
                </c:pt>
                <c:pt idx="17271">
                  <c:v>0.19989583332790062</c:v>
                </c:pt>
                <c:pt idx="17272">
                  <c:v>0.19990740740468027</c:v>
                </c:pt>
                <c:pt idx="17273">
                  <c:v>0.19991898148145992</c:v>
                </c:pt>
                <c:pt idx="17274">
                  <c:v>0.19993055555096362</c:v>
                </c:pt>
                <c:pt idx="17275">
                  <c:v>0.19994212962774327</c:v>
                </c:pt>
                <c:pt idx="17276">
                  <c:v>0.19995370370452292</c:v>
                </c:pt>
                <c:pt idx="17277">
                  <c:v>0.19996527777402662</c:v>
                </c:pt>
                <c:pt idx="17278">
                  <c:v>0.19997685185080627</c:v>
                </c:pt>
                <c:pt idx="17279">
                  <c:v>0.19998842592030996</c:v>
                </c:pt>
                <c:pt idx="17280">
                  <c:v>0.19999999999708962</c:v>
                </c:pt>
                <c:pt idx="17281">
                  <c:v>0.20001157407386927</c:v>
                </c:pt>
                <c:pt idx="17282">
                  <c:v>0.20002314814337296</c:v>
                </c:pt>
                <c:pt idx="17283">
                  <c:v>0.20003472222015262</c:v>
                </c:pt>
                <c:pt idx="17284">
                  <c:v>0.20004629629693227</c:v>
                </c:pt>
                <c:pt idx="17285">
                  <c:v>0.20005787036643596</c:v>
                </c:pt>
                <c:pt idx="17286">
                  <c:v>0.20006944444321562</c:v>
                </c:pt>
                <c:pt idx="17287">
                  <c:v>0.20008101851271931</c:v>
                </c:pt>
                <c:pt idx="17288">
                  <c:v>0.20009259258949896</c:v>
                </c:pt>
                <c:pt idx="17289">
                  <c:v>0.20010416666627862</c:v>
                </c:pt>
                <c:pt idx="17290">
                  <c:v>0.20011574073578231</c:v>
                </c:pt>
                <c:pt idx="17291">
                  <c:v>0.20012731481256196</c:v>
                </c:pt>
                <c:pt idx="17292">
                  <c:v>0.20013888888934162</c:v>
                </c:pt>
                <c:pt idx="17293">
                  <c:v>0.20015046295884531</c:v>
                </c:pt>
                <c:pt idx="17294">
                  <c:v>0.20016203703562496</c:v>
                </c:pt>
                <c:pt idx="17295">
                  <c:v>0.20017361111240461</c:v>
                </c:pt>
                <c:pt idx="17296">
                  <c:v>0.20018518518190831</c:v>
                </c:pt>
                <c:pt idx="17297">
                  <c:v>0.20019675925868796</c:v>
                </c:pt>
                <c:pt idx="17298">
                  <c:v>0.20020833332819166</c:v>
                </c:pt>
                <c:pt idx="17299">
                  <c:v>0.20021990740497131</c:v>
                </c:pt>
                <c:pt idx="17300">
                  <c:v>0.20023148148175096</c:v>
                </c:pt>
                <c:pt idx="17301">
                  <c:v>0.20024305555125466</c:v>
                </c:pt>
                <c:pt idx="17302">
                  <c:v>0.20025462962803431</c:v>
                </c:pt>
                <c:pt idx="17303">
                  <c:v>0.20026620370481396</c:v>
                </c:pt>
                <c:pt idx="17304">
                  <c:v>0.20027777777431766</c:v>
                </c:pt>
                <c:pt idx="17305">
                  <c:v>0.20028935185109731</c:v>
                </c:pt>
                <c:pt idx="17306">
                  <c:v>0.200300925920601</c:v>
                </c:pt>
                <c:pt idx="17307">
                  <c:v>0.20031249999738066</c:v>
                </c:pt>
                <c:pt idx="17308">
                  <c:v>0.20032407407416031</c:v>
                </c:pt>
                <c:pt idx="17309">
                  <c:v>0.200335648143664</c:v>
                </c:pt>
                <c:pt idx="17310">
                  <c:v>0.20034722222044365</c:v>
                </c:pt>
                <c:pt idx="17311">
                  <c:v>0.20035879629722331</c:v>
                </c:pt>
                <c:pt idx="17312">
                  <c:v>0.200370370366727</c:v>
                </c:pt>
                <c:pt idx="17313">
                  <c:v>0.20038194444350665</c:v>
                </c:pt>
                <c:pt idx="17314">
                  <c:v>0.20039351851301035</c:v>
                </c:pt>
                <c:pt idx="17315">
                  <c:v>0.20040509258979</c:v>
                </c:pt>
                <c:pt idx="17316">
                  <c:v>0.20041666666656965</c:v>
                </c:pt>
                <c:pt idx="17317">
                  <c:v>0.20042824073607335</c:v>
                </c:pt>
                <c:pt idx="17318">
                  <c:v>0.200439814812853</c:v>
                </c:pt>
                <c:pt idx="17319">
                  <c:v>0.20045138888963265</c:v>
                </c:pt>
                <c:pt idx="17320">
                  <c:v>0.20046296295913635</c:v>
                </c:pt>
                <c:pt idx="17321">
                  <c:v>0.200474537035916</c:v>
                </c:pt>
                <c:pt idx="17322">
                  <c:v>0.2004861111054197</c:v>
                </c:pt>
                <c:pt idx="17323">
                  <c:v>0.20049768518219935</c:v>
                </c:pt>
                <c:pt idx="17324">
                  <c:v>0.200509259258979</c:v>
                </c:pt>
                <c:pt idx="17325">
                  <c:v>0.20052083332848269</c:v>
                </c:pt>
                <c:pt idx="17326">
                  <c:v>0.20053240740526235</c:v>
                </c:pt>
                <c:pt idx="17327">
                  <c:v>0.200543981482042</c:v>
                </c:pt>
                <c:pt idx="17328">
                  <c:v>0.20055555555154569</c:v>
                </c:pt>
                <c:pt idx="17329">
                  <c:v>0.20056712962832535</c:v>
                </c:pt>
                <c:pt idx="17330">
                  <c:v>0.20057870369782904</c:v>
                </c:pt>
                <c:pt idx="17331">
                  <c:v>0.20059027777460869</c:v>
                </c:pt>
                <c:pt idx="17332">
                  <c:v>0.20060185185138835</c:v>
                </c:pt>
                <c:pt idx="17333">
                  <c:v>0.20061342592089204</c:v>
                </c:pt>
                <c:pt idx="17334">
                  <c:v>0.20062499999767169</c:v>
                </c:pt>
                <c:pt idx="17335">
                  <c:v>0.20063657407445135</c:v>
                </c:pt>
                <c:pt idx="17336">
                  <c:v>0.20064814814395504</c:v>
                </c:pt>
                <c:pt idx="17337">
                  <c:v>0.20065972222073469</c:v>
                </c:pt>
                <c:pt idx="17338">
                  <c:v>0.20067129629751435</c:v>
                </c:pt>
                <c:pt idx="17339">
                  <c:v>0.20068287036701804</c:v>
                </c:pt>
                <c:pt idx="17340">
                  <c:v>0.20069444444379769</c:v>
                </c:pt>
                <c:pt idx="17341">
                  <c:v>0.20070601851330139</c:v>
                </c:pt>
                <c:pt idx="17342">
                  <c:v>0.20071759259008104</c:v>
                </c:pt>
                <c:pt idx="17343">
                  <c:v>0.20072916666686069</c:v>
                </c:pt>
                <c:pt idx="17344">
                  <c:v>0.20074074073636439</c:v>
                </c:pt>
                <c:pt idx="17345">
                  <c:v>0.20075231481314404</c:v>
                </c:pt>
                <c:pt idx="17346">
                  <c:v>0.20076388888992369</c:v>
                </c:pt>
                <c:pt idx="17347">
                  <c:v>0.20077546295942739</c:v>
                </c:pt>
                <c:pt idx="17348">
                  <c:v>0.20078703703620704</c:v>
                </c:pt>
                <c:pt idx="17349">
                  <c:v>0.20079861110571073</c:v>
                </c:pt>
                <c:pt idx="17350">
                  <c:v>0.20081018518249039</c:v>
                </c:pt>
                <c:pt idx="17351">
                  <c:v>0.20082175925927004</c:v>
                </c:pt>
                <c:pt idx="17352">
                  <c:v>0.20083333332877373</c:v>
                </c:pt>
                <c:pt idx="17353">
                  <c:v>0.20084490740555339</c:v>
                </c:pt>
                <c:pt idx="17354">
                  <c:v>0.20085648148233304</c:v>
                </c:pt>
                <c:pt idx="17355">
                  <c:v>0.20086805555183673</c:v>
                </c:pt>
                <c:pt idx="17356">
                  <c:v>0.20087962962861639</c:v>
                </c:pt>
                <c:pt idx="17357">
                  <c:v>0.20089120369812008</c:v>
                </c:pt>
                <c:pt idx="17358">
                  <c:v>0.20090277777489973</c:v>
                </c:pt>
                <c:pt idx="17359">
                  <c:v>0.20091435185167938</c:v>
                </c:pt>
                <c:pt idx="17360">
                  <c:v>0.20092592592118308</c:v>
                </c:pt>
                <c:pt idx="17361">
                  <c:v>0.20093749999796273</c:v>
                </c:pt>
                <c:pt idx="17362">
                  <c:v>0.20094907407474238</c:v>
                </c:pt>
                <c:pt idx="17363">
                  <c:v>0.20096064814424608</c:v>
                </c:pt>
                <c:pt idx="17364">
                  <c:v>0.20097222222102573</c:v>
                </c:pt>
                <c:pt idx="17365">
                  <c:v>0.20098379629052943</c:v>
                </c:pt>
                <c:pt idx="17366">
                  <c:v>0.20099537036730908</c:v>
                </c:pt>
                <c:pt idx="17367">
                  <c:v>0.20100694444408873</c:v>
                </c:pt>
                <c:pt idx="17368">
                  <c:v>0.20101851851359243</c:v>
                </c:pt>
                <c:pt idx="17369">
                  <c:v>0.20103009259037208</c:v>
                </c:pt>
                <c:pt idx="17370">
                  <c:v>0.20104166666715173</c:v>
                </c:pt>
                <c:pt idx="17371">
                  <c:v>0.20105324073665543</c:v>
                </c:pt>
                <c:pt idx="17372">
                  <c:v>0.20106481481343508</c:v>
                </c:pt>
                <c:pt idx="17373">
                  <c:v>0.20107638889021473</c:v>
                </c:pt>
                <c:pt idx="17374">
                  <c:v>0.20108796295971842</c:v>
                </c:pt>
                <c:pt idx="17375">
                  <c:v>0.20109953703649808</c:v>
                </c:pt>
                <c:pt idx="17376">
                  <c:v>0.20111111110600177</c:v>
                </c:pt>
                <c:pt idx="17377">
                  <c:v>0.20112268518278142</c:v>
                </c:pt>
                <c:pt idx="17378">
                  <c:v>0.20113425925956108</c:v>
                </c:pt>
                <c:pt idx="17379">
                  <c:v>0.20114583332906477</c:v>
                </c:pt>
                <c:pt idx="17380">
                  <c:v>0.20115740740584442</c:v>
                </c:pt>
                <c:pt idx="17381">
                  <c:v>0.20116898148262408</c:v>
                </c:pt>
                <c:pt idx="17382">
                  <c:v>0.20118055555212777</c:v>
                </c:pt>
                <c:pt idx="17383">
                  <c:v>0.20119212962890742</c:v>
                </c:pt>
                <c:pt idx="17384">
                  <c:v>0.20120370369841112</c:v>
                </c:pt>
                <c:pt idx="17385">
                  <c:v>0.20121527777519077</c:v>
                </c:pt>
                <c:pt idx="17386">
                  <c:v>0.20122685185197042</c:v>
                </c:pt>
                <c:pt idx="17387">
                  <c:v>0.20123842592147412</c:v>
                </c:pt>
                <c:pt idx="17388">
                  <c:v>0.20124999999825377</c:v>
                </c:pt>
                <c:pt idx="17389">
                  <c:v>0.20126157407503342</c:v>
                </c:pt>
                <c:pt idx="17390">
                  <c:v>0.20127314814453712</c:v>
                </c:pt>
                <c:pt idx="17391">
                  <c:v>0.20128472222131677</c:v>
                </c:pt>
                <c:pt idx="17392">
                  <c:v>0.20129629629082046</c:v>
                </c:pt>
                <c:pt idx="17393">
                  <c:v>0.20130787036760012</c:v>
                </c:pt>
                <c:pt idx="17394">
                  <c:v>0.20131944444437977</c:v>
                </c:pt>
                <c:pt idx="17395">
                  <c:v>0.20133101851388346</c:v>
                </c:pt>
                <c:pt idx="17396">
                  <c:v>0.20134259259066312</c:v>
                </c:pt>
                <c:pt idx="17397">
                  <c:v>0.20135416666744277</c:v>
                </c:pt>
                <c:pt idx="17398">
                  <c:v>0.20136574073694646</c:v>
                </c:pt>
                <c:pt idx="17399">
                  <c:v>0.20137731481372612</c:v>
                </c:pt>
                <c:pt idx="17400">
                  <c:v>0.20138888888322981</c:v>
                </c:pt>
                <c:pt idx="17401">
                  <c:v>0.20140046296000946</c:v>
                </c:pt>
                <c:pt idx="17402">
                  <c:v>0.20141203703678912</c:v>
                </c:pt>
                <c:pt idx="17403">
                  <c:v>0.20142361110629281</c:v>
                </c:pt>
                <c:pt idx="17404">
                  <c:v>0.20143518518307246</c:v>
                </c:pt>
                <c:pt idx="17405">
                  <c:v>0.20144675925985212</c:v>
                </c:pt>
                <c:pt idx="17406">
                  <c:v>0.20145833332935581</c:v>
                </c:pt>
                <c:pt idx="17407">
                  <c:v>0.20146990740613546</c:v>
                </c:pt>
                <c:pt idx="17408">
                  <c:v>0.20148148147563916</c:v>
                </c:pt>
                <c:pt idx="17409">
                  <c:v>0.20149305555241881</c:v>
                </c:pt>
                <c:pt idx="17410">
                  <c:v>0.20150462962919846</c:v>
                </c:pt>
                <c:pt idx="17411">
                  <c:v>0.20151620369870216</c:v>
                </c:pt>
                <c:pt idx="17412">
                  <c:v>0.20152777777548181</c:v>
                </c:pt>
                <c:pt idx="17413">
                  <c:v>0.20153935185226146</c:v>
                </c:pt>
                <c:pt idx="17414">
                  <c:v>0.20155092592176516</c:v>
                </c:pt>
                <c:pt idx="17415">
                  <c:v>0.20156249999854481</c:v>
                </c:pt>
                <c:pt idx="17416">
                  <c:v>0.20157407407532446</c:v>
                </c:pt>
                <c:pt idx="17417">
                  <c:v>0.20158564814482816</c:v>
                </c:pt>
                <c:pt idx="17418">
                  <c:v>0.20159722222160781</c:v>
                </c:pt>
                <c:pt idx="17419">
                  <c:v>0.2016087962911115</c:v>
                </c:pt>
                <c:pt idx="17420">
                  <c:v>0.20162037036789116</c:v>
                </c:pt>
                <c:pt idx="17421">
                  <c:v>0.20163194444467081</c:v>
                </c:pt>
                <c:pt idx="17422">
                  <c:v>0.2016435185141745</c:v>
                </c:pt>
                <c:pt idx="17423">
                  <c:v>0.20165509259095415</c:v>
                </c:pt>
                <c:pt idx="17424">
                  <c:v>0.20166666666773381</c:v>
                </c:pt>
                <c:pt idx="17425">
                  <c:v>0.2016782407372375</c:v>
                </c:pt>
                <c:pt idx="17426">
                  <c:v>0.20168981481401715</c:v>
                </c:pt>
                <c:pt idx="17427">
                  <c:v>0.20170138888352085</c:v>
                </c:pt>
                <c:pt idx="17428">
                  <c:v>0.2017129629603005</c:v>
                </c:pt>
                <c:pt idx="17429">
                  <c:v>0.20172453703708015</c:v>
                </c:pt>
                <c:pt idx="17430">
                  <c:v>0.20173611110658385</c:v>
                </c:pt>
                <c:pt idx="17431">
                  <c:v>0.2017476851833635</c:v>
                </c:pt>
                <c:pt idx="17432">
                  <c:v>0.20175925926014315</c:v>
                </c:pt>
                <c:pt idx="17433">
                  <c:v>0.20177083332964685</c:v>
                </c:pt>
                <c:pt idx="17434">
                  <c:v>0.2017824074064265</c:v>
                </c:pt>
                <c:pt idx="17435">
                  <c:v>0.2017939814759302</c:v>
                </c:pt>
                <c:pt idx="17436">
                  <c:v>0.20180555555270985</c:v>
                </c:pt>
                <c:pt idx="17437">
                  <c:v>0.2018171296294895</c:v>
                </c:pt>
                <c:pt idx="17438">
                  <c:v>0.20182870369899319</c:v>
                </c:pt>
                <c:pt idx="17439">
                  <c:v>0.20184027777577285</c:v>
                </c:pt>
                <c:pt idx="17440">
                  <c:v>0.2018518518525525</c:v>
                </c:pt>
                <c:pt idx="17441">
                  <c:v>0.20186342592205619</c:v>
                </c:pt>
                <c:pt idx="17442">
                  <c:v>0.20187499999883585</c:v>
                </c:pt>
                <c:pt idx="17443">
                  <c:v>0.20188657406833954</c:v>
                </c:pt>
                <c:pt idx="17444">
                  <c:v>0.20189814814511919</c:v>
                </c:pt>
                <c:pt idx="17445">
                  <c:v>0.20190972222189885</c:v>
                </c:pt>
                <c:pt idx="17446">
                  <c:v>0.20192129629140254</c:v>
                </c:pt>
                <c:pt idx="17447">
                  <c:v>0.20193287036818219</c:v>
                </c:pt>
                <c:pt idx="17448">
                  <c:v>0.20194444444496185</c:v>
                </c:pt>
                <c:pt idx="17449">
                  <c:v>0.20195601851446554</c:v>
                </c:pt>
                <c:pt idx="17450">
                  <c:v>0.20196759259124519</c:v>
                </c:pt>
                <c:pt idx="17451">
                  <c:v>0.20197916666074889</c:v>
                </c:pt>
                <c:pt idx="17452">
                  <c:v>0.20199074073752854</c:v>
                </c:pt>
                <c:pt idx="17453">
                  <c:v>0.20200231481430819</c:v>
                </c:pt>
                <c:pt idx="17454">
                  <c:v>0.20201388888381189</c:v>
                </c:pt>
                <c:pt idx="17455">
                  <c:v>0.20202546296059154</c:v>
                </c:pt>
                <c:pt idx="17456">
                  <c:v>0.20203703703737119</c:v>
                </c:pt>
                <c:pt idx="17457">
                  <c:v>0.20204861110687489</c:v>
                </c:pt>
                <c:pt idx="17458">
                  <c:v>0.20206018518365454</c:v>
                </c:pt>
                <c:pt idx="17459">
                  <c:v>0.20207175926043419</c:v>
                </c:pt>
                <c:pt idx="17460">
                  <c:v>0.20208333332993789</c:v>
                </c:pt>
                <c:pt idx="17461">
                  <c:v>0.20209490740671754</c:v>
                </c:pt>
                <c:pt idx="17462">
                  <c:v>0.20210648147622123</c:v>
                </c:pt>
                <c:pt idx="17463">
                  <c:v>0.20211805555300089</c:v>
                </c:pt>
                <c:pt idx="17464">
                  <c:v>0.20212962962978054</c:v>
                </c:pt>
                <c:pt idx="17465">
                  <c:v>0.20214120369928423</c:v>
                </c:pt>
                <c:pt idx="17466">
                  <c:v>0.20215277777606389</c:v>
                </c:pt>
                <c:pt idx="17467">
                  <c:v>0.20216435185284354</c:v>
                </c:pt>
                <c:pt idx="17468">
                  <c:v>0.20217592592234723</c:v>
                </c:pt>
                <c:pt idx="17469">
                  <c:v>0.20218749999912689</c:v>
                </c:pt>
                <c:pt idx="17470">
                  <c:v>0.20219907406863058</c:v>
                </c:pt>
                <c:pt idx="17471">
                  <c:v>0.20221064814541023</c:v>
                </c:pt>
                <c:pt idx="17472">
                  <c:v>0.20222222222218988</c:v>
                </c:pt>
                <c:pt idx="17473">
                  <c:v>0.20223379629169358</c:v>
                </c:pt>
                <c:pt idx="17474">
                  <c:v>0.20224537036847323</c:v>
                </c:pt>
                <c:pt idx="17475">
                  <c:v>0.20225694444525288</c:v>
                </c:pt>
                <c:pt idx="17476">
                  <c:v>0.20226851851475658</c:v>
                </c:pt>
                <c:pt idx="17477">
                  <c:v>0.20228009259153623</c:v>
                </c:pt>
                <c:pt idx="17478">
                  <c:v>0.20229166666103993</c:v>
                </c:pt>
                <c:pt idx="17479">
                  <c:v>0.20230324073781958</c:v>
                </c:pt>
                <c:pt idx="17480">
                  <c:v>0.20231481481459923</c:v>
                </c:pt>
                <c:pt idx="17481">
                  <c:v>0.20232638888410293</c:v>
                </c:pt>
                <c:pt idx="17482">
                  <c:v>0.20233796296088258</c:v>
                </c:pt>
                <c:pt idx="17483">
                  <c:v>0.20234953703766223</c:v>
                </c:pt>
                <c:pt idx="17484">
                  <c:v>0.20236111110716593</c:v>
                </c:pt>
                <c:pt idx="17485">
                  <c:v>0.20237268518394558</c:v>
                </c:pt>
                <c:pt idx="17486">
                  <c:v>0.20238425925344927</c:v>
                </c:pt>
                <c:pt idx="17487">
                  <c:v>0.20239583333022892</c:v>
                </c:pt>
                <c:pt idx="17488">
                  <c:v>0.20240740740700858</c:v>
                </c:pt>
                <c:pt idx="17489">
                  <c:v>0.20241898147651227</c:v>
                </c:pt>
                <c:pt idx="17490">
                  <c:v>0.20243055555329192</c:v>
                </c:pt>
                <c:pt idx="17491">
                  <c:v>0.20244212963007158</c:v>
                </c:pt>
                <c:pt idx="17492">
                  <c:v>0.20245370369957527</c:v>
                </c:pt>
                <c:pt idx="17493">
                  <c:v>0.20246527777635492</c:v>
                </c:pt>
                <c:pt idx="17494">
                  <c:v>0.20247685185313458</c:v>
                </c:pt>
                <c:pt idx="17495">
                  <c:v>0.20248842592263827</c:v>
                </c:pt>
                <c:pt idx="17496">
                  <c:v>0.20249999999941792</c:v>
                </c:pt>
                <c:pt idx="17497">
                  <c:v>0.20251157406892162</c:v>
                </c:pt>
                <c:pt idx="17498">
                  <c:v>0.20252314814570127</c:v>
                </c:pt>
                <c:pt idx="17499">
                  <c:v>0.20253472222248092</c:v>
                </c:pt>
                <c:pt idx="17500">
                  <c:v>0.20254629629198462</c:v>
                </c:pt>
                <c:pt idx="17501">
                  <c:v>0.20255787036876427</c:v>
                </c:pt>
                <c:pt idx="17502">
                  <c:v>0.20256944444554392</c:v>
                </c:pt>
                <c:pt idx="17503">
                  <c:v>0.20258101851504762</c:v>
                </c:pt>
                <c:pt idx="17504">
                  <c:v>0.20259259259182727</c:v>
                </c:pt>
                <c:pt idx="17505">
                  <c:v>0.20260416666133096</c:v>
                </c:pt>
                <c:pt idx="17506">
                  <c:v>0.20261574073811062</c:v>
                </c:pt>
                <c:pt idx="17507">
                  <c:v>0.20262731481489027</c:v>
                </c:pt>
                <c:pt idx="17508">
                  <c:v>0.20263888888439396</c:v>
                </c:pt>
                <c:pt idx="17509">
                  <c:v>0.20265046296117362</c:v>
                </c:pt>
                <c:pt idx="17510">
                  <c:v>0.20266203703795327</c:v>
                </c:pt>
                <c:pt idx="17511">
                  <c:v>0.20267361110745696</c:v>
                </c:pt>
                <c:pt idx="17512">
                  <c:v>0.20268518518423662</c:v>
                </c:pt>
                <c:pt idx="17513">
                  <c:v>0.20269675925374031</c:v>
                </c:pt>
                <c:pt idx="17514">
                  <c:v>0.20270833333051996</c:v>
                </c:pt>
                <c:pt idx="17515">
                  <c:v>0.20271990740729962</c:v>
                </c:pt>
                <c:pt idx="17516">
                  <c:v>0.20273148147680331</c:v>
                </c:pt>
                <c:pt idx="17517">
                  <c:v>0.20274305555358296</c:v>
                </c:pt>
                <c:pt idx="17518">
                  <c:v>0.20275462963036261</c:v>
                </c:pt>
                <c:pt idx="17519">
                  <c:v>0.20276620369986631</c:v>
                </c:pt>
                <c:pt idx="17520">
                  <c:v>0.20277777777664596</c:v>
                </c:pt>
                <c:pt idx="17521">
                  <c:v>0.20278935184614966</c:v>
                </c:pt>
                <c:pt idx="17522">
                  <c:v>0.20280092592292931</c:v>
                </c:pt>
                <c:pt idx="17523">
                  <c:v>0.20281249999970896</c:v>
                </c:pt>
                <c:pt idx="17524">
                  <c:v>0.20282407406921266</c:v>
                </c:pt>
                <c:pt idx="17525">
                  <c:v>0.20283564814599231</c:v>
                </c:pt>
                <c:pt idx="17526">
                  <c:v>0.20284722222277196</c:v>
                </c:pt>
                <c:pt idx="17527">
                  <c:v>0.20285879629227566</c:v>
                </c:pt>
                <c:pt idx="17528">
                  <c:v>0.20287037036905531</c:v>
                </c:pt>
                <c:pt idx="17529">
                  <c:v>0.202881944438559</c:v>
                </c:pt>
                <c:pt idx="17530">
                  <c:v>0.20289351851533866</c:v>
                </c:pt>
                <c:pt idx="17531">
                  <c:v>0.20290509259211831</c:v>
                </c:pt>
                <c:pt idx="17532">
                  <c:v>0.202916666661622</c:v>
                </c:pt>
                <c:pt idx="17533">
                  <c:v>0.20292824073840166</c:v>
                </c:pt>
                <c:pt idx="17534">
                  <c:v>0.20293981481518131</c:v>
                </c:pt>
                <c:pt idx="17535">
                  <c:v>0.202951388884685</c:v>
                </c:pt>
                <c:pt idx="17536">
                  <c:v>0.20296296296146465</c:v>
                </c:pt>
                <c:pt idx="17537">
                  <c:v>0.20297453703824431</c:v>
                </c:pt>
                <c:pt idx="17538">
                  <c:v>0.202986111107748</c:v>
                </c:pt>
                <c:pt idx="17539">
                  <c:v>0.20299768518452765</c:v>
                </c:pt>
                <c:pt idx="17540">
                  <c:v>0.20300925925403135</c:v>
                </c:pt>
                <c:pt idx="17541">
                  <c:v>0.203020833330811</c:v>
                </c:pt>
                <c:pt idx="17542">
                  <c:v>0.20303240740759065</c:v>
                </c:pt>
                <c:pt idx="17543">
                  <c:v>0.20304398147709435</c:v>
                </c:pt>
                <c:pt idx="17544">
                  <c:v>0.203055555553874</c:v>
                </c:pt>
                <c:pt idx="17545">
                  <c:v>0.20306712963065365</c:v>
                </c:pt>
                <c:pt idx="17546">
                  <c:v>0.20307870370015735</c:v>
                </c:pt>
                <c:pt idx="17547">
                  <c:v>0.203090277776937</c:v>
                </c:pt>
                <c:pt idx="17548">
                  <c:v>0.2031018518464407</c:v>
                </c:pt>
                <c:pt idx="17549">
                  <c:v>0.20311342592322035</c:v>
                </c:pt>
                <c:pt idx="17550">
                  <c:v>0.203125</c:v>
                </c:pt>
                <c:pt idx="17551">
                  <c:v>0.20313657406950369</c:v>
                </c:pt>
                <c:pt idx="17552">
                  <c:v>0.20314814814628335</c:v>
                </c:pt>
                <c:pt idx="17553">
                  <c:v>0.203159722223063</c:v>
                </c:pt>
                <c:pt idx="17554">
                  <c:v>0.20317129629256669</c:v>
                </c:pt>
                <c:pt idx="17555">
                  <c:v>0.20318287036934635</c:v>
                </c:pt>
                <c:pt idx="17556">
                  <c:v>0.20319444443885004</c:v>
                </c:pt>
                <c:pt idx="17557">
                  <c:v>0.20320601851562969</c:v>
                </c:pt>
                <c:pt idx="17558">
                  <c:v>0.20321759259240935</c:v>
                </c:pt>
                <c:pt idx="17559">
                  <c:v>0.20322916666191304</c:v>
                </c:pt>
                <c:pt idx="17560">
                  <c:v>0.20324074073869269</c:v>
                </c:pt>
                <c:pt idx="17561">
                  <c:v>0.20325231481547235</c:v>
                </c:pt>
                <c:pt idx="17562">
                  <c:v>0.20326388888497604</c:v>
                </c:pt>
                <c:pt idx="17563">
                  <c:v>0.20327546296175569</c:v>
                </c:pt>
                <c:pt idx="17564">
                  <c:v>0.20328703703125939</c:v>
                </c:pt>
                <c:pt idx="17565">
                  <c:v>0.20329861110803904</c:v>
                </c:pt>
                <c:pt idx="17566">
                  <c:v>0.20331018518481869</c:v>
                </c:pt>
                <c:pt idx="17567">
                  <c:v>0.20332175925432239</c:v>
                </c:pt>
                <c:pt idx="17568">
                  <c:v>0.20333333333110204</c:v>
                </c:pt>
                <c:pt idx="17569">
                  <c:v>0.20334490740788169</c:v>
                </c:pt>
                <c:pt idx="17570">
                  <c:v>0.20335648147738539</c:v>
                </c:pt>
                <c:pt idx="17571">
                  <c:v>0.20336805555416504</c:v>
                </c:pt>
                <c:pt idx="17572">
                  <c:v>0.20337962963094469</c:v>
                </c:pt>
                <c:pt idx="17573">
                  <c:v>0.20339120370044839</c:v>
                </c:pt>
                <c:pt idx="17574">
                  <c:v>0.20340277777722804</c:v>
                </c:pt>
                <c:pt idx="17575">
                  <c:v>0.20341435184673173</c:v>
                </c:pt>
                <c:pt idx="17576">
                  <c:v>0.20342592592351139</c:v>
                </c:pt>
                <c:pt idx="17577">
                  <c:v>0.20343750000029104</c:v>
                </c:pt>
                <c:pt idx="17578">
                  <c:v>0.20344907406979473</c:v>
                </c:pt>
                <c:pt idx="17579">
                  <c:v>0.20346064814657439</c:v>
                </c:pt>
                <c:pt idx="17580">
                  <c:v>0.20347222222335404</c:v>
                </c:pt>
                <c:pt idx="17581">
                  <c:v>0.20348379629285773</c:v>
                </c:pt>
                <c:pt idx="17582">
                  <c:v>0.20349537036963739</c:v>
                </c:pt>
                <c:pt idx="17583">
                  <c:v>0.20350694443914108</c:v>
                </c:pt>
                <c:pt idx="17584">
                  <c:v>0.20351851851592073</c:v>
                </c:pt>
                <c:pt idx="17585">
                  <c:v>0.20353009259270038</c:v>
                </c:pt>
                <c:pt idx="17586">
                  <c:v>0.20354166666220408</c:v>
                </c:pt>
                <c:pt idx="17587">
                  <c:v>0.20355324073898373</c:v>
                </c:pt>
                <c:pt idx="17588">
                  <c:v>0.20356481481576338</c:v>
                </c:pt>
                <c:pt idx="17589">
                  <c:v>0.20357638888526708</c:v>
                </c:pt>
                <c:pt idx="17590">
                  <c:v>0.20358796296204673</c:v>
                </c:pt>
                <c:pt idx="17591">
                  <c:v>0.20359953703155043</c:v>
                </c:pt>
                <c:pt idx="17592">
                  <c:v>0.20361111110833008</c:v>
                </c:pt>
                <c:pt idx="17593">
                  <c:v>0.20362268518510973</c:v>
                </c:pt>
                <c:pt idx="17594">
                  <c:v>0.20363425925461343</c:v>
                </c:pt>
                <c:pt idx="17595">
                  <c:v>0.20364583333139308</c:v>
                </c:pt>
                <c:pt idx="17596">
                  <c:v>0.20365740740817273</c:v>
                </c:pt>
                <c:pt idx="17597">
                  <c:v>0.20366898147767643</c:v>
                </c:pt>
                <c:pt idx="17598">
                  <c:v>0.20368055555445608</c:v>
                </c:pt>
                <c:pt idx="17599">
                  <c:v>0.20369212962395977</c:v>
                </c:pt>
                <c:pt idx="17600">
                  <c:v>0.20370370370073942</c:v>
                </c:pt>
                <c:pt idx="17601">
                  <c:v>0.20371527777751908</c:v>
                </c:pt>
                <c:pt idx="17602">
                  <c:v>0.20372685184702277</c:v>
                </c:pt>
                <c:pt idx="17603">
                  <c:v>0.20373842592380242</c:v>
                </c:pt>
                <c:pt idx="17604">
                  <c:v>0.20375000000058208</c:v>
                </c:pt>
                <c:pt idx="17605">
                  <c:v>0.20376157407008577</c:v>
                </c:pt>
                <c:pt idx="17606">
                  <c:v>0.20377314814686542</c:v>
                </c:pt>
                <c:pt idx="17607">
                  <c:v>0.20378472221636912</c:v>
                </c:pt>
                <c:pt idx="17608">
                  <c:v>0.20379629629314877</c:v>
                </c:pt>
                <c:pt idx="17609">
                  <c:v>0.20380787036992842</c:v>
                </c:pt>
                <c:pt idx="17610">
                  <c:v>0.20381944443943212</c:v>
                </c:pt>
                <c:pt idx="17611">
                  <c:v>0.20383101851621177</c:v>
                </c:pt>
                <c:pt idx="17612">
                  <c:v>0.20384259259299142</c:v>
                </c:pt>
                <c:pt idx="17613">
                  <c:v>0.20385416666249512</c:v>
                </c:pt>
                <c:pt idx="17614">
                  <c:v>0.20386574073927477</c:v>
                </c:pt>
                <c:pt idx="17615">
                  <c:v>0.20387731481605442</c:v>
                </c:pt>
                <c:pt idx="17616">
                  <c:v>0.20388888888555812</c:v>
                </c:pt>
                <c:pt idx="17617">
                  <c:v>0.20390046296233777</c:v>
                </c:pt>
                <c:pt idx="17618">
                  <c:v>0.20391203703184146</c:v>
                </c:pt>
                <c:pt idx="17619">
                  <c:v>0.20392361110862112</c:v>
                </c:pt>
                <c:pt idx="17620">
                  <c:v>0.20393518518540077</c:v>
                </c:pt>
                <c:pt idx="17621">
                  <c:v>0.20394675925490446</c:v>
                </c:pt>
                <c:pt idx="17622">
                  <c:v>0.20395833333168412</c:v>
                </c:pt>
                <c:pt idx="17623">
                  <c:v>0.20396990740846377</c:v>
                </c:pt>
                <c:pt idx="17624">
                  <c:v>0.20398148147796746</c:v>
                </c:pt>
                <c:pt idx="17625">
                  <c:v>0.20399305555474712</c:v>
                </c:pt>
                <c:pt idx="17626">
                  <c:v>0.20400462962425081</c:v>
                </c:pt>
                <c:pt idx="17627">
                  <c:v>0.20401620370103046</c:v>
                </c:pt>
                <c:pt idx="17628">
                  <c:v>0.20402777777781012</c:v>
                </c:pt>
                <c:pt idx="17629">
                  <c:v>0.20403935184731381</c:v>
                </c:pt>
                <c:pt idx="17630">
                  <c:v>0.20405092592409346</c:v>
                </c:pt>
                <c:pt idx="17631">
                  <c:v>0.20406250000087311</c:v>
                </c:pt>
                <c:pt idx="17632">
                  <c:v>0.20407407407037681</c:v>
                </c:pt>
                <c:pt idx="17633">
                  <c:v>0.20408564814715646</c:v>
                </c:pt>
                <c:pt idx="17634">
                  <c:v>0.20409722221666016</c:v>
                </c:pt>
                <c:pt idx="17635">
                  <c:v>0.20410879629343981</c:v>
                </c:pt>
                <c:pt idx="17636">
                  <c:v>0.20412037037021946</c:v>
                </c:pt>
                <c:pt idx="17637">
                  <c:v>0.20413194443972316</c:v>
                </c:pt>
                <c:pt idx="17638">
                  <c:v>0.20414351851650281</c:v>
                </c:pt>
                <c:pt idx="17639">
                  <c:v>0.20415509259328246</c:v>
                </c:pt>
                <c:pt idx="17640">
                  <c:v>0.20416666666278616</c:v>
                </c:pt>
                <c:pt idx="17641">
                  <c:v>0.20417824073956581</c:v>
                </c:pt>
                <c:pt idx="17642">
                  <c:v>0.2041898148090695</c:v>
                </c:pt>
                <c:pt idx="17643">
                  <c:v>0.20420138888584916</c:v>
                </c:pt>
                <c:pt idx="17644">
                  <c:v>0.20421296296262881</c:v>
                </c:pt>
                <c:pt idx="17645">
                  <c:v>0.2042245370321325</c:v>
                </c:pt>
                <c:pt idx="17646">
                  <c:v>0.20423611110891216</c:v>
                </c:pt>
                <c:pt idx="17647">
                  <c:v>0.20424768518569181</c:v>
                </c:pt>
                <c:pt idx="17648">
                  <c:v>0.2042592592551955</c:v>
                </c:pt>
                <c:pt idx="17649">
                  <c:v>0.20427083333197515</c:v>
                </c:pt>
                <c:pt idx="17650">
                  <c:v>0.20428240740147885</c:v>
                </c:pt>
                <c:pt idx="17651">
                  <c:v>0.2042939814782585</c:v>
                </c:pt>
                <c:pt idx="17652">
                  <c:v>0.20430555555503815</c:v>
                </c:pt>
                <c:pt idx="17653">
                  <c:v>0.20431712962454185</c:v>
                </c:pt>
                <c:pt idx="17654">
                  <c:v>0.2043287037013215</c:v>
                </c:pt>
                <c:pt idx="17655">
                  <c:v>0.20434027777810115</c:v>
                </c:pt>
                <c:pt idx="17656">
                  <c:v>0.20435185184760485</c:v>
                </c:pt>
                <c:pt idx="17657">
                  <c:v>0.2043634259243845</c:v>
                </c:pt>
                <c:pt idx="17658">
                  <c:v>0.20437500000116415</c:v>
                </c:pt>
                <c:pt idx="17659">
                  <c:v>0.20438657407066785</c:v>
                </c:pt>
                <c:pt idx="17660">
                  <c:v>0.2043981481474475</c:v>
                </c:pt>
                <c:pt idx="17661">
                  <c:v>0.2044097222169512</c:v>
                </c:pt>
                <c:pt idx="17662">
                  <c:v>0.20442129629373085</c:v>
                </c:pt>
                <c:pt idx="17663">
                  <c:v>0.2044328703705105</c:v>
                </c:pt>
                <c:pt idx="17664">
                  <c:v>0.20444444444001419</c:v>
                </c:pt>
                <c:pt idx="17665">
                  <c:v>0.20445601851679385</c:v>
                </c:pt>
                <c:pt idx="17666">
                  <c:v>0.2044675925935735</c:v>
                </c:pt>
                <c:pt idx="17667">
                  <c:v>0.20447916666307719</c:v>
                </c:pt>
                <c:pt idx="17668">
                  <c:v>0.20449074073985685</c:v>
                </c:pt>
                <c:pt idx="17669">
                  <c:v>0.20450231480936054</c:v>
                </c:pt>
                <c:pt idx="17670">
                  <c:v>0.20451388888614019</c:v>
                </c:pt>
                <c:pt idx="17671">
                  <c:v>0.20452546296291985</c:v>
                </c:pt>
                <c:pt idx="17672">
                  <c:v>0.20453703703242354</c:v>
                </c:pt>
                <c:pt idx="17673">
                  <c:v>0.20454861110920319</c:v>
                </c:pt>
                <c:pt idx="17674">
                  <c:v>0.20456018518598285</c:v>
                </c:pt>
                <c:pt idx="17675">
                  <c:v>0.20457175925548654</c:v>
                </c:pt>
                <c:pt idx="17676">
                  <c:v>0.20458333333226619</c:v>
                </c:pt>
                <c:pt idx="17677">
                  <c:v>0.20459490740176989</c:v>
                </c:pt>
                <c:pt idx="17678">
                  <c:v>0.20460648147854954</c:v>
                </c:pt>
                <c:pt idx="17679">
                  <c:v>0.20461805555532919</c:v>
                </c:pt>
                <c:pt idx="17680">
                  <c:v>0.20462962962483289</c:v>
                </c:pt>
                <c:pt idx="17681">
                  <c:v>0.20464120370161254</c:v>
                </c:pt>
                <c:pt idx="17682">
                  <c:v>0.20465277777839219</c:v>
                </c:pt>
                <c:pt idx="17683">
                  <c:v>0.20466435184789589</c:v>
                </c:pt>
                <c:pt idx="17684">
                  <c:v>0.20467592592467554</c:v>
                </c:pt>
                <c:pt idx="17685">
                  <c:v>0.20468749999417923</c:v>
                </c:pt>
                <c:pt idx="17686">
                  <c:v>0.20469907407095889</c:v>
                </c:pt>
                <c:pt idx="17687">
                  <c:v>0.20471064814773854</c:v>
                </c:pt>
                <c:pt idx="17688">
                  <c:v>0.20472222221724223</c:v>
                </c:pt>
                <c:pt idx="17689">
                  <c:v>0.20473379629402189</c:v>
                </c:pt>
                <c:pt idx="17690">
                  <c:v>0.20474537037080154</c:v>
                </c:pt>
                <c:pt idx="17691">
                  <c:v>0.20475694444030523</c:v>
                </c:pt>
                <c:pt idx="17692">
                  <c:v>0.20476851851708489</c:v>
                </c:pt>
                <c:pt idx="17693">
                  <c:v>0.20478009259386454</c:v>
                </c:pt>
                <c:pt idx="17694">
                  <c:v>0.20479166666336823</c:v>
                </c:pt>
                <c:pt idx="17695">
                  <c:v>0.20480324074014788</c:v>
                </c:pt>
                <c:pt idx="17696">
                  <c:v>0.20481481480965158</c:v>
                </c:pt>
                <c:pt idx="17697">
                  <c:v>0.20482638888643123</c:v>
                </c:pt>
                <c:pt idx="17698">
                  <c:v>0.20483796296321088</c:v>
                </c:pt>
                <c:pt idx="17699">
                  <c:v>0.20484953703271458</c:v>
                </c:pt>
                <c:pt idx="17700">
                  <c:v>0.20486111110949423</c:v>
                </c:pt>
                <c:pt idx="17701">
                  <c:v>0.20487268518627388</c:v>
                </c:pt>
                <c:pt idx="17702">
                  <c:v>0.20488425925577758</c:v>
                </c:pt>
                <c:pt idx="17703">
                  <c:v>0.20489583333255723</c:v>
                </c:pt>
                <c:pt idx="17704">
                  <c:v>0.20490740740206093</c:v>
                </c:pt>
                <c:pt idx="17705">
                  <c:v>0.20491898147884058</c:v>
                </c:pt>
                <c:pt idx="17706">
                  <c:v>0.20493055555562023</c:v>
                </c:pt>
                <c:pt idx="17707">
                  <c:v>0.20494212962512393</c:v>
                </c:pt>
                <c:pt idx="17708">
                  <c:v>0.20495370370190358</c:v>
                </c:pt>
                <c:pt idx="17709">
                  <c:v>0.20496527777868323</c:v>
                </c:pt>
                <c:pt idx="17710">
                  <c:v>0.20497685184818693</c:v>
                </c:pt>
                <c:pt idx="17711">
                  <c:v>0.20498842592496658</c:v>
                </c:pt>
                <c:pt idx="17712">
                  <c:v>0.20499999999447027</c:v>
                </c:pt>
                <c:pt idx="17713">
                  <c:v>0.20501157407124992</c:v>
                </c:pt>
                <c:pt idx="17714">
                  <c:v>0.20502314814802958</c:v>
                </c:pt>
                <c:pt idx="17715">
                  <c:v>0.20503472221753327</c:v>
                </c:pt>
                <c:pt idx="17716">
                  <c:v>0.20504629629431292</c:v>
                </c:pt>
                <c:pt idx="17717">
                  <c:v>0.20505787037109258</c:v>
                </c:pt>
                <c:pt idx="17718">
                  <c:v>0.20506944444059627</c:v>
                </c:pt>
                <c:pt idx="17719">
                  <c:v>0.20508101851737592</c:v>
                </c:pt>
                <c:pt idx="17720">
                  <c:v>0.20509259258687962</c:v>
                </c:pt>
                <c:pt idx="17721">
                  <c:v>0.20510416666365927</c:v>
                </c:pt>
                <c:pt idx="17722">
                  <c:v>0.20511574074043892</c:v>
                </c:pt>
                <c:pt idx="17723">
                  <c:v>0.20512731480994262</c:v>
                </c:pt>
                <c:pt idx="17724">
                  <c:v>0.20513888888672227</c:v>
                </c:pt>
                <c:pt idx="17725">
                  <c:v>0.20515046296350192</c:v>
                </c:pt>
                <c:pt idx="17726">
                  <c:v>0.20516203703300562</c:v>
                </c:pt>
                <c:pt idx="17727">
                  <c:v>0.20517361110978527</c:v>
                </c:pt>
                <c:pt idx="17728">
                  <c:v>0.20518518517928896</c:v>
                </c:pt>
                <c:pt idx="17729">
                  <c:v>0.20519675925606862</c:v>
                </c:pt>
                <c:pt idx="17730">
                  <c:v>0.20520833333284827</c:v>
                </c:pt>
                <c:pt idx="17731">
                  <c:v>0.20521990740235196</c:v>
                </c:pt>
                <c:pt idx="17732">
                  <c:v>0.20523148147913162</c:v>
                </c:pt>
                <c:pt idx="17733">
                  <c:v>0.20524305555591127</c:v>
                </c:pt>
                <c:pt idx="17734">
                  <c:v>0.20525462962541496</c:v>
                </c:pt>
                <c:pt idx="17735">
                  <c:v>0.20526620370219462</c:v>
                </c:pt>
                <c:pt idx="17736">
                  <c:v>0.20527777777897427</c:v>
                </c:pt>
                <c:pt idx="17737">
                  <c:v>0.20528935184847796</c:v>
                </c:pt>
                <c:pt idx="17738">
                  <c:v>0.20530092592525762</c:v>
                </c:pt>
                <c:pt idx="17739">
                  <c:v>0.20531249999476131</c:v>
                </c:pt>
                <c:pt idx="17740">
                  <c:v>0.20532407407154096</c:v>
                </c:pt>
                <c:pt idx="17741">
                  <c:v>0.20533564814832062</c:v>
                </c:pt>
                <c:pt idx="17742">
                  <c:v>0.20534722221782431</c:v>
                </c:pt>
                <c:pt idx="17743">
                  <c:v>0.20535879629460396</c:v>
                </c:pt>
                <c:pt idx="17744">
                  <c:v>0.20537037037138361</c:v>
                </c:pt>
                <c:pt idx="17745">
                  <c:v>0.20538194444088731</c:v>
                </c:pt>
                <c:pt idx="17746">
                  <c:v>0.20539351851766696</c:v>
                </c:pt>
                <c:pt idx="17747">
                  <c:v>0.20540509258717066</c:v>
                </c:pt>
                <c:pt idx="17748">
                  <c:v>0.20541666666395031</c:v>
                </c:pt>
                <c:pt idx="17749">
                  <c:v>0.20542824074072996</c:v>
                </c:pt>
                <c:pt idx="17750">
                  <c:v>0.20543981481023366</c:v>
                </c:pt>
                <c:pt idx="17751">
                  <c:v>0.20545138888701331</c:v>
                </c:pt>
                <c:pt idx="17752">
                  <c:v>0.20546296296379296</c:v>
                </c:pt>
                <c:pt idx="17753">
                  <c:v>0.20547453703329666</c:v>
                </c:pt>
                <c:pt idx="17754">
                  <c:v>0.20548611111007631</c:v>
                </c:pt>
                <c:pt idx="17755">
                  <c:v>0.20549768517958</c:v>
                </c:pt>
                <c:pt idx="17756">
                  <c:v>0.20550925925635966</c:v>
                </c:pt>
                <c:pt idx="17757">
                  <c:v>0.20552083333313931</c:v>
                </c:pt>
                <c:pt idx="17758">
                  <c:v>0.205532407402643</c:v>
                </c:pt>
                <c:pt idx="17759">
                  <c:v>0.20554398147942265</c:v>
                </c:pt>
                <c:pt idx="17760">
                  <c:v>0.20555555555620231</c:v>
                </c:pt>
                <c:pt idx="17761">
                  <c:v>0.205567129625706</c:v>
                </c:pt>
                <c:pt idx="17762">
                  <c:v>0.20557870370248565</c:v>
                </c:pt>
                <c:pt idx="17763">
                  <c:v>0.20559027777198935</c:v>
                </c:pt>
                <c:pt idx="17764">
                  <c:v>0.205601851848769</c:v>
                </c:pt>
                <c:pt idx="17765">
                  <c:v>0.20561342592554865</c:v>
                </c:pt>
                <c:pt idx="17766">
                  <c:v>0.20562499999505235</c:v>
                </c:pt>
                <c:pt idx="17767">
                  <c:v>0.205636574071832</c:v>
                </c:pt>
                <c:pt idx="17768">
                  <c:v>0.20564814814861165</c:v>
                </c:pt>
                <c:pt idx="17769">
                  <c:v>0.20565972221811535</c:v>
                </c:pt>
                <c:pt idx="17770">
                  <c:v>0.205671296294895</c:v>
                </c:pt>
                <c:pt idx="17771">
                  <c:v>0.20568287037167465</c:v>
                </c:pt>
                <c:pt idx="17772">
                  <c:v>0.20569444444117835</c:v>
                </c:pt>
                <c:pt idx="17773">
                  <c:v>0.205706018517958</c:v>
                </c:pt>
                <c:pt idx="17774">
                  <c:v>0.2057175925874617</c:v>
                </c:pt>
                <c:pt idx="17775">
                  <c:v>0.20572916666424135</c:v>
                </c:pt>
                <c:pt idx="17776">
                  <c:v>0.205740740741021</c:v>
                </c:pt>
                <c:pt idx="17777">
                  <c:v>0.20575231481052469</c:v>
                </c:pt>
                <c:pt idx="17778">
                  <c:v>0.20576388888730435</c:v>
                </c:pt>
                <c:pt idx="17779">
                  <c:v>0.205775462964084</c:v>
                </c:pt>
                <c:pt idx="17780">
                  <c:v>0.20578703703358769</c:v>
                </c:pt>
                <c:pt idx="17781">
                  <c:v>0.20579861111036735</c:v>
                </c:pt>
                <c:pt idx="17782">
                  <c:v>0.20581018517987104</c:v>
                </c:pt>
                <c:pt idx="17783">
                  <c:v>0.20582175925665069</c:v>
                </c:pt>
                <c:pt idx="17784">
                  <c:v>0.20583333333343035</c:v>
                </c:pt>
                <c:pt idx="17785">
                  <c:v>0.20584490740293404</c:v>
                </c:pt>
                <c:pt idx="17786">
                  <c:v>0.20585648147971369</c:v>
                </c:pt>
                <c:pt idx="17787">
                  <c:v>0.20586805555649335</c:v>
                </c:pt>
                <c:pt idx="17788">
                  <c:v>0.20587962962599704</c:v>
                </c:pt>
                <c:pt idx="17789">
                  <c:v>0.20589120370277669</c:v>
                </c:pt>
                <c:pt idx="17790">
                  <c:v>0.20590277777228039</c:v>
                </c:pt>
                <c:pt idx="17791">
                  <c:v>0.20591435184906004</c:v>
                </c:pt>
                <c:pt idx="17792">
                  <c:v>0.20592592592583969</c:v>
                </c:pt>
                <c:pt idx="17793">
                  <c:v>0.20593749999534339</c:v>
                </c:pt>
                <c:pt idx="17794">
                  <c:v>0.20594907407212304</c:v>
                </c:pt>
                <c:pt idx="17795">
                  <c:v>0.20596064814890269</c:v>
                </c:pt>
                <c:pt idx="17796">
                  <c:v>0.20597222221840639</c:v>
                </c:pt>
                <c:pt idx="17797">
                  <c:v>0.20598379629518604</c:v>
                </c:pt>
                <c:pt idx="17798">
                  <c:v>0.20599537036468973</c:v>
                </c:pt>
                <c:pt idx="17799">
                  <c:v>0.20600694444146939</c:v>
                </c:pt>
                <c:pt idx="17800">
                  <c:v>0.20601851851824904</c:v>
                </c:pt>
                <c:pt idx="17801">
                  <c:v>0.20603009258775273</c:v>
                </c:pt>
                <c:pt idx="17802">
                  <c:v>0.20604166666453239</c:v>
                </c:pt>
                <c:pt idx="17803">
                  <c:v>0.20605324074131204</c:v>
                </c:pt>
                <c:pt idx="17804">
                  <c:v>0.20606481481081573</c:v>
                </c:pt>
                <c:pt idx="17805">
                  <c:v>0.20607638888759539</c:v>
                </c:pt>
                <c:pt idx="17806">
                  <c:v>0.20608796295709908</c:v>
                </c:pt>
                <c:pt idx="17807">
                  <c:v>0.20609953703387873</c:v>
                </c:pt>
                <c:pt idx="17808">
                  <c:v>0.20611111111065838</c:v>
                </c:pt>
                <c:pt idx="17809">
                  <c:v>0.20612268518016208</c:v>
                </c:pt>
                <c:pt idx="17810">
                  <c:v>0.20613425925694173</c:v>
                </c:pt>
                <c:pt idx="17811">
                  <c:v>0.20614583333372138</c:v>
                </c:pt>
                <c:pt idx="17812">
                  <c:v>0.20615740740322508</c:v>
                </c:pt>
                <c:pt idx="17813">
                  <c:v>0.20616898148000473</c:v>
                </c:pt>
                <c:pt idx="17814">
                  <c:v>0.20618055555678438</c:v>
                </c:pt>
                <c:pt idx="17815">
                  <c:v>0.20619212962628808</c:v>
                </c:pt>
                <c:pt idx="17816">
                  <c:v>0.20620370370306773</c:v>
                </c:pt>
                <c:pt idx="17817">
                  <c:v>0.20621527777257143</c:v>
                </c:pt>
                <c:pt idx="17818">
                  <c:v>0.20622685184935108</c:v>
                </c:pt>
                <c:pt idx="17819">
                  <c:v>0.20623842592613073</c:v>
                </c:pt>
                <c:pt idx="17820">
                  <c:v>0.20624999999563443</c:v>
                </c:pt>
                <c:pt idx="17821">
                  <c:v>0.20626157407241408</c:v>
                </c:pt>
                <c:pt idx="17822">
                  <c:v>0.20627314814919373</c:v>
                </c:pt>
                <c:pt idx="17823">
                  <c:v>0.20628472221869742</c:v>
                </c:pt>
                <c:pt idx="17824">
                  <c:v>0.20629629629547708</c:v>
                </c:pt>
                <c:pt idx="17825">
                  <c:v>0.20630787036498077</c:v>
                </c:pt>
                <c:pt idx="17826">
                  <c:v>0.20631944444176042</c:v>
                </c:pt>
                <c:pt idx="17827">
                  <c:v>0.20633101851854008</c:v>
                </c:pt>
                <c:pt idx="17828">
                  <c:v>0.20634259258804377</c:v>
                </c:pt>
                <c:pt idx="17829">
                  <c:v>0.20635416666482342</c:v>
                </c:pt>
                <c:pt idx="17830">
                  <c:v>0.20636574074160308</c:v>
                </c:pt>
                <c:pt idx="17831">
                  <c:v>0.20637731481110677</c:v>
                </c:pt>
                <c:pt idx="17832">
                  <c:v>0.20638888888788642</c:v>
                </c:pt>
                <c:pt idx="17833">
                  <c:v>0.20640046295739012</c:v>
                </c:pt>
                <c:pt idx="17834">
                  <c:v>0.20641203703416977</c:v>
                </c:pt>
                <c:pt idx="17835">
                  <c:v>0.20642361111094942</c:v>
                </c:pt>
                <c:pt idx="17836">
                  <c:v>0.20643518518045312</c:v>
                </c:pt>
                <c:pt idx="17837">
                  <c:v>0.20644675925723277</c:v>
                </c:pt>
                <c:pt idx="17838">
                  <c:v>0.20645833333401242</c:v>
                </c:pt>
                <c:pt idx="17839">
                  <c:v>0.20646990740351612</c:v>
                </c:pt>
                <c:pt idx="17840">
                  <c:v>0.20648148148029577</c:v>
                </c:pt>
                <c:pt idx="17841">
                  <c:v>0.20649305554979946</c:v>
                </c:pt>
                <c:pt idx="17842">
                  <c:v>0.20650462962657912</c:v>
                </c:pt>
                <c:pt idx="17843">
                  <c:v>0.20651620370335877</c:v>
                </c:pt>
                <c:pt idx="17844">
                  <c:v>0.20652777777286246</c:v>
                </c:pt>
                <c:pt idx="17845">
                  <c:v>0.20653935184964212</c:v>
                </c:pt>
                <c:pt idx="17846">
                  <c:v>0.20655092592642177</c:v>
                </c:pt>
                <c:pt idx="17847">
                  <c:v>0.20656249999592546</c:v>
                </c:pt>
                <c:pt idx="17848">
                  <c:v>0.20657407407270512</c:v>
                </c:pt>
                <c:pt idx="17849">
                  <c:v>0.20658564814948477</c:v>
                </c:pt>
                <c:pt idx="17850">
                  <c:v>0.20659722221898846</c:v>
                </c:pt>
                <c:pt idx="17851">
                  <c:v>0.20660879629576812</c:v>
                </c:pt>
                <c:pt idx="17852">
                  <c:v>0.20662037036527181</c:v>
                </c:pt>
                <c:pt idx="17853">
                  <c:v>0.20663194444205146</c:v>
                </c:pt>
                <c:pt idx="17854">
                  <c:v>0.20664351851883112</c:v>
                </c:pt>
                <c:pt idx="17855">
                  <c:v>0.20665509258833481</c:v>
                </c:pt>
                <c:pt idx="17856">
                  <c:v>0.20666666666511446</c:v>
                </c:pt>
                <c:pt idx="17857">
                  <c:v>0.20667824074189411</c:v>
                </c:pt>
                <c:pt idx="17858">
                  <c:v>0.20668981481139781</c:v>
                </c:pt>
                <c:pt idx="17859">
                  <c:v>0.20670138888817746</c:v>
                </c:pt>
                <c:pt idx="17860">
                  <c:v>0.20671296295768116</c:v>
                </c:pt>
                <c:pt idx="17861">
                  <c:v>0.20672453703446081</c:v>
                </c:pt>
                <c:pt idx="17862">
                  <c:v>0.20673611111124046</c:v>
                </c:pt>
                <c:pt idx="17863">
                  <c:v>0.20674768518074416</c:v>
                </c:pt>
                <c:pt idx="17864">
                  <c:v>0.20675925925752381</c:v>
                </c:pt>
                <c:pt idx="17865">
                  <c:v>0.20677083333430346</c:v>
                </c:pt>
                <c:pt idx="17866">
                  <c:v>0.20678240740380716</c:v>
                </c:pt>
                <c:pt idx="17867">
                  <c:v>0.20679398148058681</c:v>
                </c:pt>
                <c:pt idx="17868">
                  <c:v>0.2068055555500905</c:v>
                </c:pt>
                <c:pt idx="17869">
                  <c:v>0.20681712962687016</c:v>
                </c:pt>
                <c:pt idx="17870">
                  <c:v>0.20682870370364981</c:v>
                </c:pt>
                <c:pt idx="17871">
                  <c:v>0.2068402777731535</c:v>
                </c:pt>
                <c:pt idx="17872">
                  <c:v>0.20685185184993315</c:v>
                </c:pt>
                <c:pt idx="17873">
                  <c:v>0.20686342592671281</c:v>
                </c:pt>
                <c:pt idx="17874">
                  <c:v>0.2068749999962165</c:v>
                </c:pt>
                <c:pt idx="17875">
                  <c:v>0.20688657407299615</c:v>
                </c:pt>
                <c:pt idx="17876">
                  <c:v>0.20689814814249985</c:v>
                </c:pt>
                <c:pt idx="17877">
                  <c:v>0.2069097222192795</c:v>
                </c:pt>
                <c:pt idx="17878">
                  <c:v>0.20692129629605915</c:v>
                </c:pt>
                <c:pt idx="17879">
                  <c:v>0.20693287036556285</c:v>
                </c:pt>
                <c:pt idx="17880">
                  <c:v>0.2069444444423425</c:v>
                </c:pt>
                <c:pt idx="17881">
                  <c:v>0.20695601851912215</c:v>
                </c:pt>
                <c:pt idx="17882">
                  <c:v>0.20696759258862585</c:v>
                </c:pt>
                <c:pt idx="17883">
                  <c:v>0.2069791666654055</c:v>
                </c:pt>
                <c:pt idx="17884">
                  <c:v>0.2069907407349092</c:v>
                </c:pt>
                <c:pt idx="17885">
                  <c:v>0.20700231481168885</c:v>
                </c:pt>
                <c:pt idx="17886">
                  <c:v>0.2070138888884685</c:v>
                </c:pt>
                <c:pt idx="17887">
                  <c:v>0.20702546295797219</c:v>
                </c:pt>
                <c:pt idx="17888">
                  <c:v>0.20703703703475185</c:v>
                </c:pt>
                <c:pt idx="17889">
                  <c:v>0.2070486111115315</c:v>
                </c:pt>
                <c:pt idx="17890">
                  <c:v>0.20706018518103519</c:v>
                </c:pt>
                <c:pt idx="17891">
                  <c:v>0.20707175925781485</c:v>
                </c:pt>
                <c:pt idx="17892">
                  <c:v>0.2070833333345945</c:v>
                </c:pt>
                <c:pt idx="17893">
                  <c:v>0.20709490740409819</c:v>
                </c:pt>
                <c:pt idx="17894">
                  <c:v>0.20710648148087785</c:v>
                </c:pt>
                <c:pt idx="17895">
                  <c:v>0.20711805555038154</c:v>
                </c:pt>
                <c:pt idx="17896">
                  <c:v>0.20712962962716119</c:v>
                </c:pt>
                <c:pt idx="17897">
                  <c:v>0.20714120370394085</c:v>
                </c:pt>
                <c:pt idx="17898">
                  <c:v>0.20715277777344454</c:v>
                </c:pt>
                <c:pt idx="17899">
                  <c:v>0.20716435185022419</c:v>
                </c:pt>
                <c:pt idx="17900">
                  <c:v>0.20717592592700385</c:v>
                </c:pt>
                <c:pt idx="17901">
                  <c:v>0.20718749999650754</c:v>
                </c:pt>
                <c:pt idx="17902">
                  <c:v>0.20719907407328719</c:v>
                </c:pt>
                <c:pt idx="17903">
                  <c:v>0.20721064814279089</c:v>
                </c:pt>
                <c:pt idx="17904">
                  <c:v>0.20722222221957054</c:v>
                </c:pt>
                <c:pt idx="17905">
                  <c:v>0.20723379629635019</c:v>
                </c:pt>
                <c:pt idx="17906">
                  <c:v>0.20724537036585389</c:v>
                </c:pt>
                <c:pt idx="17907">
                  <c:v>0.20725694444263354</c:v>
                </c:pt>
                <c:pt idx="17908">
                  <c:v>0.20726851851941319</c:v>
                </c:pt>
                <c:pt idx="17909">
                  <c:v>0.20728009258891689</c:v>
                </c:pt>
                <c:pt idx="17910">
                  <c:v>0.20729166666569654</c:v>
                </c:pt>
                <c:pt idx="17911">
                  <c:v>0.20730324073520023</c:v>
                </c:pt>
                <c:pt idx="17912">
                  <c:v>0.20731481481197989</c:v>
                </c:pt>
                <c:pt idx="17913">
                  <c:v>0.20732638888875954</c:v>
                </c:pt>
                <c:pt idx="17914">
                  <c:v>0.20733796295826323</c:v>
                </c:pt>
                <c:pt idx="17915">
                  <c:v>0.20734953703504289</c:v>
                </c:pt>
                <c:pt idx="17916">
                  <c:v>0.20736111111182254</c:v>
                </c:pt>
                <c:pt idx="17917">
                  <c:v>0.20737268518132623</c:v>
                </c:pt>
                <c:pt idx="17918">
                  <c:v>0.20738425925810589</c:v>
                </c:pt>
                <c:pt idx="17919">
                  <c:v>0.20739583332760958</c:v>
                </c:pt>
                <c:pt idx="17920">
                  <c:v>0.20740740740438923</c:v>
                </c:pt>
                <c:pt idx="17921">
                  <c:v>0.20741898148116888</c:v>
                </c:pt>
                <c:pt idx="17922">
                  <c:v>0.20743055555067258</c:v>
                </c:pt>
                <c:pt idx="17923">
                  <c:v>0.20744212962745223</c:v>
                </c:pt>
                <c:pt idx="17924">
                  <c:v>0.20745370370423188</c:v>
                </c:pt>
                <c:pt idx="17925">
                  <c:v>0.20746527777373558</c:v>
                </c:pt>
                <c:pt idx="17926">
                  <c:v>0.20747685185051523</c:v>
                </c:pt>
                <c:pt idx="17927">
                  <c:v>0.20748842592001893</c:v>
                </c:pt>
                <c:pt idx="17928">
                  <c:v>0.20749999999679858</c:v>
                </c:pt>
                <c:pt idx="17929">
                  <c:v>0.20751157407357823</c:v>
                </c:pt>
                <c:pt idx="17930">
                  <c:v>0.20752314814308193</c:v>
                </c:pt>
                <c:pt idx="17931">
                  <c:v>0.20753472221986158</c:v>
                </c:pt>
                <c:pt idx="17932">
                  <c:v>0.20754629629664123</c:v>
                </c:pt>
                <c:pt idx="17933">
                  <c:v>0.20755787036614493</c:v>
                </c:pt>
                <c:pt idx="17934">
                  <c:v>0.20756944444292458</c:v>
                </c:pt>
                <c:pt idx="17935">
                  <c:v>0.20758101851970423</c:v>
                </c:pt>
                <c:pt idx="17936">
                  <c:v>0.20759259258920792</c:v>
                </c:pt>
                <c:pt idx="17937">
                  <c:v>0.20760416666598758</c:v>
                </c:pt>
                <c:pt idx="17938">
                  <c:v>0.20761574073549127</c:v>
                </c:pt>
                <c:pt idx="17939">
                  <c:v>0.20762731481227092</c:v>
                </c:pt>
                <c:pt idx="17940">
                  <c:v>0.20763888888905058</c:v>
                </c:pt>
                <c:pt idx="17941">
                  <c:v>0.20765046295855427</c:v>
                </c:pt>
                <c:pt idx="17942">
                  <c:v>0.20766203703533392</c:v>
                </c:pt>
                <c:pt idx="17943">
                  <c:v>0.20767361111211358</c:v>
                </c:pt>
                <c:pt idx="17944">
                  <c:v>0.20768518518161727</c:v>
                </c:pt>
                <c:pt idx="17945">
                  <c:v>0.20769675925839692</c:v>
                </c:pt>
                <c:pt idx="17946">
                  <c:v>0.20770833332790062</c:v>
                </c:pt>
                <c:pt idx="17947">
                  <c:v>0.20771990740468027</c:v>
                </c:pt>
                <c:pt idx="17948">
                  <c:v>0.20773148148145992</c:v>
                </c:pt>
                <c:pt idx="17949">
                  <c:v>0.20774305555096362</c:v>
                </c:pt>
                <c:pt idx="17950">
                  <c:v>0.20775462962774327</c:v>
                </c:pt>
                <c:pt idx="17951">
                  <c:v>0.20776620370452292</c:v>
                </c:pt>
                <c:pt idx="17952">
                  <c:v>0.20777777777402662</c:v>
                </c:pt>
                <c:pt idx="17953">
                  <c:v>0.20778935185080627</c:v>
                </c:pt>
                <c:pt idx="17954">
                  <c:v>0.20780092592030996</c:v>
                </c:pt>
                <c:pt idx="17955">
                  <c:v>0.20781249999708962</c:v>
                </c:pt>
                <c:pt idx="17956">
                  <c:v>0.20782407407386927</c:v>
                </c:pt>
                <c:pt idx="17957">
                  <c:v>0.20783564814337296</c:v>
                </c:pt>
                <c:pt idx="17958">
                  <c:v>0.20784722222015262</c:v>
                </c:pt>
                <c:pt idx="17959">
                  <c:v>0.20785879629693227</c:v>
                </c:pt>
                <c:pt idx="17960">
                  <c:v>0.20787037036643596</c:v>
                </c:pt>
                <c:pt idx="17961">
                  <c:v>0.20788194444321562</c:v>
                </c:pt>
                <c:pt idx="17962">
                  <c:v>0.20789351851271931</c:v>
                </c:pt>
                <c:pt idx="17963">
                  <c:v>0.20790509258949896</c:v>
                </c:pt>
                <c:pt idx="17964">
                  <c:v>0.20791666666627862</c:v>
                </c:pt>
                <c:pt idx="17965">
                  <c:v>0.20792824073578231</c:v>
                </c:pt>
                <c:pt idx="17966">
                  <c:v>0.20793981481256196</c:v>
                </c:pt>
                <c:pt idx="17967">
                  <c:v>0.20795138888934162</c:v>
                </c:pt>
                <c:pt idx="17968">
                  <c:v>0.20796296295884531</c:v>
                </c:pt>
                <c:pt idx="17969">
                  <c:v>0.20797453703562496</c:v>
                </c:pt>
                <c:pt idx="17970">
                  <c:v>0.20798611111240461</c:v>
                </c:pt>
                <c:pt idx="17971">
                  <c:v>0.20799768518190831</c:v>
                </c:pt>
                <c:pt idx="17972">
                  <c:v>0.20800925925868796</c:v>
                </c:pt>
                <c:pt idx="17973">
                  <c:v>0.20802083332819166</c:v>
                </c:pt>
                <c:pt idx="17974">
                  <c:v>0.20803240740497131</c:v>
                </c:pt>
                <c:pt idx="17975">
                  <c:v>0.20804398148175096</c:v>
                </c:pt>
                <c:pt idx="17976">
                  <c:v>0.20805555555125466</c:v>
                </c:pt>
                <c:pt idx="17977">
                  <c:v>0.20806712962803431</c:v>
                </c:pt>
                <c:pt idx="17978">
                  <c:v>0.20807870370481396</c:v>
                </c:pt>
                <c:pt idx="17979">
                  <c:v>0.20809027777431766</c:v>
                </c:pt>
                <c:pt idx="17980">
                  <c:v>0.20810185185109731</c:v>
                </c:pt>
                <c:pt idx="17981">
                  <c:v>0.208113425920601</c:v>
                </c:pt>
                <c:pt idx="17982">
                  <c:v>0.20812499999738066</c:v>
                </c:pt>
                <c:pt idx="17983">
                  <c:v>0.20813657407416031</c:v>
                </c:pt>
                <c:pt idx="17984">
                  <c:v>0.208148148143664</c:v>
                </c:pt>
                <c:pt idx="17985">
                  <c:v>0.20815972222044365</c:v>
                </c:pt>
                <c:pt idx="17986">
                  <c:v>0.20817129629722331</c:v>
                </c:pt>
                <c:pt idx="17987">
                  <c:v>0.208182870366727</c:v>
                </c:pt>
                <c:pt idx="17988">
                  <c:v>0.20819444444350665</c:v>
                </c:pt>
                <c:pt idx="17989">
                  <c:v>0.20820601851301035</c:v>
                </c:pt>
                <c:pt idx="17990">
                  <c:v>0.20821759258979</c:v>
                </c:pt>
                <c:pt idx="17991">
                  <c:v>0.20822916666656965</c:v>
                </c:pt>
                <c:pt idx="17992">
                  <c:v>0.20824074073607335</c:v>
                </c:pt>
                <c:pt idx="17993">
                  <c:v>0.208252314812853</c:v>
                </c:pt>
                <c:pt idx="17994">
                  <c:v>0.20826388888963265</c:v>
                </c:pt>
                <c:pt idx="17995">
                  <c:v>0.20827546295913635</c:v>
                </c:pt>
                <c:pt idx="17996">
                  <c:v>0.208287037035916</c:v>
                </c:pt>
                <c:pt idx="17997">
                  <c:v>0.2082986111054197</c:v>
                </c:pt>
                <c:pt idx="17998">
                  <c:v>0.20831018518219935</c:v>
                </c:pt>
                <c:pt idx="17999">
                  <c:v>0.208321759258979</c:v>
                </c:pt>
                <c:pt idx="18000">
                  <c:v>0.20833333332848269</c:v>
                </c:pt>
                <c:pt idx="18001">
                  <c:v>0.20834490740526235</c:v>
                </c:pt>
                <c:pt idx="18002">
                  <c:v>0.208356481482042</c:v>
                </c:pt>
                <c:pt idx="18003">
                  <c:v>0.20836805555154569</c:v>
                </c:pt>
                <c:pt idx="18004">
                  <c:v>0.20837962962832535</c:v>
                </c:pt>
                <c:pt idx="18005">
                  <c:v>0.20839120369782904</c:v>
                </c:pt>
                <c:pt idx="18006">
                  <c:v>0.20840277777460869</c:v>
                </c:pt>
                <c:pt idx="18007">
                  <c:v>0.20841435185138835</c:v>
                </c:pt>
                <c:pt idx="18008">
                  <c:v>0.20842592592089204</c:v>
                </c:pt>
                <c:pt idx="18009">
                  <c:v>0.20843749999767169</c:v>
                </c:pt>
                <c:pt idx="18010">
                  <c:v>0.20844907407445135</c:v>
                </c:pt>
                <c:pt idx="18011">
                  <c:v>0.20846064814395504</c:v>
                </c:pt>
                <c:pt idx="18012">
                  <c:v>0.20847222222073469</c:v>
                </c:pt>
                <c:pt idx="18013">
                  <c:v>0.20848379629751435</c:v>
                </c:pt>
                <c:pt idx="18014">
                  <c:v>0.20849537036701804</c:v>
                </c:pt>
                <c:pt idx="18015">
                  <c:v>0.20850694444379769</c:v>
                </c:pt>
                <c:pt idx="18016">
                  <c:v>0.20851851851330139</c:v>
                </c:pt>
                <c:pt idx="18017">
                  <c:v>0.20853009259008104</c:v>
                </c:pt>
                <c:pt idx="18018">
                  <c:v>0.20854166666686069</c:v>
                </c:pt>
                <c:pt idx="18019">
                  <c:v>0.20855324073636439</c:v>
                </c:pt>
                <c:pt idx="18020">
                  <c:v>0.20856481481314404</c:v>
                </c:pt>
                <c:pt idx="18021">
                  <c:v>0.20857638888992369</c:v>
                </c:pt>
                <c:pt idx="18022">
                  <c:v>0.20858796295942739</c:v>
                </c:pt>
                <c:pt idx="18023">
                  <c:v>0.20859953703620704</c:v>
                </c:pt>
                <c:pt idx="18024">
                  <c:v>0.20861111110571073</c:v>
                </c:pt>
                <c:pt idx="18025">
                  <c:v>0.20862268518249039</c:v>
                </c:pt>
                <c:pt idx="18026">
                  <c:v>0.20863425925927004</c:v>
                </c:pt>
                <c:pt idx="18027">
                  <c:v>0.20864583332877373</c:v>
                </c:pt>
                <c:pt idx="18028">
                  <c:v>0.20865740740555339</c:v>
                </c:pt>
                <c:pt idx="18029">
                  <c:v>0.20866898148233304</c:v>
                </c:pt>
                <c:pt idx="18030">
                  <c:v>0.20868055555183673</c:v>
                </c:pt>
                <c:pt idx="18031">
                  <c:v>0.20869212962861639</c:v>
                </c:pt>
                <c:pt idx="18032">
                  <c:v>0.20870370369812008</c:v>
                </c:pt>
                <c:pt idx="18033">
                  <c:v>0.20871527777489973</c:v>
                </c:pt>
                <c:pt idx="18034">
                  <c:v>0.20872685185167938</c:v>
                </c:pt>
                <c:pt idx="18035">
                  <c:v>0.20873842592118308</c:v>
                </c:pt>
                <c:pt idx="18036">
                  <c:v>0.20874999999796273</c:v>
                </c:pt>
                <c:pt idx="18037">
                  <c:v>0.20876157407474238</c:v>
                </c:pt>
                <c:pt idx="18038">
                  <c:v>0.20877314814424608</c:v>
                </c:pt>
                <c:pt idx="18039">
                  <c:v>0.20878472222102573</c:v>
                </c:pt>
                <c:pt idx="18040">
                  <c:v>0.20879629629052943</c:v>
                </c:pt>
                <c:pt idx="18041">
                  <c:v>0.20880787036730908</c:v>
                </c:pt>
                <c:pt idx="18042">
                  <c:v>0.20881944444408873</c:v>
                </c:pt>
                <c:pt idx="18043">
                  <c:v>0.20883101851359243</c:v>
                </c:pt>
                <c:pt idx="18044">
                  <c:v>0.20884259259037208</c:v>
                </c:pt>
                <c:pt idx="18045">
                  <c:v>0.20885416666715173</c:v>
                </c:pt>
                <c:pt idx="18046">
                  <c:v>0.20886574073665543</c:v>
                </c:pt>
                <c:pt idx="18047">
                  <c:v>0.20887731481343508</c:v>
                </c:pt>
                <c:pt idx="18048">
                  <c:v>0.20888888889021473</c:v>
                </c:pt>
                <c:pt idx="18049">
                  <c:v>0.20890046295971842</c:v>
                </c:pt>
                <c:pt idx="18050">
                  <c:v>0.20891203703649808</c:v>
                </c:pt>
                <c:pt idx="18051">
                  <c:v>0.20892361110600177</c:v>
                </c:pt>
                <c:pt idx="18052">
                  <c:v>0.20893518518278142</c:v>
                </c:pt>
                <c:pt idx="18053">
                  <c:v>0.20894675925956108</c:v>
                </c:pt>
                <c:pt idx="18054">
                  <c:v>0.20895833332906477</c:v>
                </c:pt>
                <c:pt idx="18055">
                  <c:v>0.20896990740584442</c:v>
                </c:pt>
                <c:pt idx="18056">
                  <c:v>0.20898148148262408</c:v>
                </c:pt>
                <c:pt idx="18057">
                  <c:v>0.20899305555212777</c:v>
                </c:pt>
                <c:pt idx="18058">
                  <c:v>0.20900462962890742</c:v>
                </c:pt>
                <c:pt idx="18059">
                  <c:v>0.20901620369841112</c:v>
                </c:pt>
                <c:pt idx="18060">
                  <c:v>0.20902777777519077</c:v>
                </c:pt>
                <c:pt idx="18061">
                  <c:v>0.20903935185197042</c:v>
                </c:pt>
                <c:pt idx="18062">
                  <c:v>0.20905092592147412</c:v>
                </c:pt>
                <c:pt idx="18063">
                  <c:v>0.20906249999825377</c:v>
                </c:pt>
                <c:pt idx="18064">
                  <c:v>0.20907407407503342</c:v>
                </c:pt>
                <c:pt idx="18065">
                  <c:v>0.20908564814453712</c:v>
                </c:pt>
                <c:pt idx="18066">
                  <c:v>0.20909722222131677</c:v>
                </c:pt>
                <c:pt idx="18067">
                  <c:v>0.20910879629082046</c:v>
                </c:pt>
                <c:pt idx="18068">
                  <c:v>0.20912037036760012</c:v>
                </c:pt>
                <c:pt idx="18069">
                  <c:v>0.20913194444437977</c:v>
                </c:pt>
                <c:pt idx="18070">
                  <c:v>0.20914351851388346</c:v>
                </c:pt>
                <c:pt idx="18071">
                  <c:v>0.20915509259066312</c:v>
                </c:pt>
                <c:pt idx="18072">
                  <c:v>0.20916666666744277</c:v>
                </c:pt>
                <c:pt idx="18073">
                  <c:v>0.20917824073694646</c:v>
                </c:pt>
                <c:pt idx="18074">
                  <c:v>0.20918981481372612</c:v>
                </c:pt>
                <c:pt idx="18075">
                  <c:v>0.20920138888322981</c:v>
                </c:pt>
                <c:pt idx="18076">
                  <c:v>0.20921296296000946</c:v>
                </c:pt>
                <c:pt idx="18077">
                  <c:v>0.20922453703678912</c:v>
                </c:pt>
                <c:pt idx="18078">
                  <c:v>0.20923611110629281</c:v>
                </c:pt>
                <c:pt idx="18079">
                  <c:v>0.20924768518307246</c:v>
                </c:pt>
                <c:pt idx="18080">
                  <c:v>0.20925925925985212</c:v>
                </c:pt>
                <c:pt idx="18081">
                  <c:v>0.20927083332935581</c:v>
                </c:pt>
                <c:pt idx="18082">
                  <c:v>0.20928240740613546</c:v>
                </c:pt>
                <c:pt idx="18083">
                  <c:v>0.20929398147563916</c:v>
                </c:pt>
                <c:pt idx="18084">
                  <c:v>0.20930555555241881</c:v>
                </c:pt>
                <c:pt idx="18085">
                  <c:v>0.20931712962919846</c:v>
                </c:pt>
                <c:pt idx="18086">
                  <c:v>0.20932870369870216</c:v>
                </c:pt>
                <c:pt idx="18087">
                  <c:v>0.20934027777548181</c:v>
                </c:pt>
                <c:pt idx="18088">
                  <c:v>0.20935185185226146</c:v>
                </c:pt>
                <c:pt idx="18089">
                  <c:v>0.20936342592176516</c:v>
                </c:pt>
                <c:pt idx="18090">
                  <c:v>0.20937499999854481</c:v>
                </c:pt>
                <c:pt idx="18091">
                  <c:v>0.20938657407532446</c:v>
                </c:pt>
                <c:pt idx="18092">
                  <c:v>0.20939814814482816</c:v>
                </c:pt>
                <c:pt idx="18093">
                  <c:v>0.20940972222160781</c:v>
                </c:pt>
                <c:pt idx="18094">
                  <c:v>0.2094212962911115</c:v>
                </c:pt>
                <c:pt idx="18095">
                  <c:v>0.20943287036789116</c:v>
                </c:pt>
                <c:pt idx="18096">
                  <c:v>0.20944444444467081</c:v>
                </c:pt>
                <c:pt idx="18097">
                  <c:v>0.2094560185141745</c:v>
                </c:pt>
                <c:pt idx="18098">
                  <c:v>0.20946759259095415</c:v>
                </c:pt>
                <c:pt idx="18099">
                  <c:v>0.20947916666773381</c:v>
                </c:pt>
                <c:pt idx="18100">
                  <c:v>0.2094907407372375</c:v>
                </c:pt>
                <c:pt idx="18101">
                  <c:v>0.20950231481401715</c:v>
                </c:pt>
                <c:pt idx="18102">
                  <c:v>0.20951388888352085</c:v>
                </c:pt>
                <c:pt idx="18103">
                  <c:v>0.2095254629603005</c:v>
                </c:pt>
                <c:pt idx="18104">
                  <c:v>0.20953703703708015</c:v>
                </c:pt>
                <c:pt idx="18105">
                  <c:v>0.20954861110658385</c:v>
                </c:pt>
                <c:pt idx="18106">
                  <c:v>0.2095601851833635</c:v>
                </c:pt>
                <c:pt idx="18107">
                  <c:v>0.20957175926014315</c:v>
                </c:pt>
                <c:pt idx="18108">
                  <c:v>0.20958333332964685</c:v>
                </c:pt>
                <c:pt idx="18109">
                  <c:v>0.2095949074064265</c:v>
                </c:pt>
                <c:pt idx="18110">
                  <c:v>0.2096064814759302</c:v>
                </c:pt>
                <c:pt idx="18111">
                  <c:v>0.20961805555270985</c:v>
                </c:pt>
                <c:pt idx="18112">
                  <c:v>0.2096296296294895</c:v>
                </c:pt>
                <c:pt idx="18113">
                  <c:v>0.20964120369899319</c:v>
                </c:pt>
                <c:pt idx="18114">
                  <c:v>0.20965277777577285</c:v>
                </c:pt>
                <c:pt idx="18115">
                  <c:v>0.2096643518525525</c:v>
                </c:pt>
                <c:pt idx="18116">
                  <c:v>0.20967592592205619</c:v>
                </c:pt>
                <c:pt idx="18117">
                  <c:v>0.20968749999883585</c:v>
                </c:pt>
                <c:pt idx="18118">
                  <c:v>0.20969907406833954</c:v>
                </c:pt>
                <c:pt idx="18119">
                  <c:v>0.20971064814511919</c:v>
                </c:pt>
                <c:pt idx="18120">
                  <c:v>0.20972222222189885</c:v>
                </c:pt>
                <c:pt idx="18121">
                  <c:v>0.20973379629140254</c:v>
                </c:pt>
                <c:pt idx="18122">
                  <c:v>0.20974537036818219</c:v>
                </c:pt>
                <c:pt idx="18123">
                  <c:v>0.20975694444496185</c:v>
                </c:pt>
                <c:pt idx="18124">
                  <c:v>0.20976851851446554</c:v>
                </c:pt>
                <c:pt idx="18125">
                  <c:v>0.20978009259124519</c:v>
                </c:pt>
                <c:pt idx="18126">
                  <c:v>0.20979166666074889</c:v>
                </c:pt>
                <c:pt idx="18127">
                  <c:v>0.20980324073752854</c:v>
                </c:pt>
                <c:pt idx="18128">
                  <c:v>0.20981481481430819</c:v>
                </c:pt>
                <c:pt idx="18129">
                  <c:v>0.20982638888381189</c:v>
                </c:pt>
                <c:pt idx="18130">
                  <c:v>0.20983796296059154</c:v>
                </c:pt>
                <c:pt idx="18131">
                  <c:v>0.20984953703737119</c:v>
                </c:pt>
                <c:pt idx="18132">
                  <c:v>0.20986111110687489</c:v>
                </c:pt>
                <c:pt idx="18133">
                  <c:v>0.20987268518365454</c:v>
                </c:pt>
                <c:pt idx="18134">
                  <c:v>0.20988425926043419</c:v>
                </c:pt>
                <c:pt idx="18135">
                  <c:v>0.20989583332993789</c:v>
                </c:pt>
                <c:pt idx="18136">
                  <c:v>0.20990740740671754</c:v>
                </c:pt>
                <c:pt idx="18137">
                  <c:v>0.20991898147622123</c:v>
                </c:pt>
                <c:pt idx="18138">
                  <c:v>0.20993055555300089</c:v>
                </c:pt>
                <c:pt idx="18139">
                  <c:v>0.20994212962978054</c:v>
                </c:pt>
                <c:pt idx="18140">
                  <c:v>0.20995370369928423</c:v>
                </c:pt>
                <c:pt idx="18141">
                  <c:v>0.20996527777606389</c:v>
                </c:pt>
                <c:pt idx="18142">
                  <c:v>0.20997685185284354</c:v>
                </c:pt>
                <c:pt idx="18143">
                  <c:v>0.20998842592234723</c:v>
                </c:pt>
                <c:pt idx="18144">
                  <c:v>0.20999999999912689</c:v>
                </c:pt>
                <c:pt idx="18145">
                  <c:v>0.21001157406863058</c:v>
                </c:pt>
                <c:pt idx="18146">
                  <c:v>0.21002314814541023</c:v>
                </c:pt>
                <c:pt idx="18147">
                  <c:v>0.21003472222218988</c:v>
                </c:pt>
                <c:pt idx="18148">
                  <c:v>0.21004629629169358</c:v>
                </c:pt>
                <c:pt idx="18149">
                  <c:v>0.21005787036847323</c:v>
                </c:pt>
                <c:pt idx="18150">
                  <c:v>0.21006944444525288</c:v>
                </c:pt>
                <c:pt idx="18151">
                  <c:v>0.21008101851475658</c:v>
                </c:pt>
                <c:pt idx="18152">
                  <c:v>0.21009259259153623</c:v>
                </c:pt>
                <c:pt idx="18153">
                  <c:v>0.21010416666103993</c:v>
                </c:pt>
                <c:pt idx="18154">
                  <c:v>0.21011574073781958</c:v>
                </c:pt>
                <c:pt idx="18155">
                  <c:v>0.21012731481459923</c:v>
                </c:pt>
                <c:pt idx="18156">
                  <c:v>0.21013888888410293</c:v>
                </c:pt>
                <c:pt idx="18157">
                  <c:v>0.21015046296088258</c:v>
                </c:pt>
                <c:pt idx="18158">
                  <c:v>0.21016203703766223</c:v>
                </c:pt>
                <c:pt idx="18159">
                  <c:v>0.21017361110716593</c:v>
                </c:pt>
                <c:pt idx="18160">
                  <c:v>0.21018518518394558</c:v>
                </c:pt>
                <c:pt idx="18161">
                  <c:v>0.21019675925344927</c:v>
                </c:pt>
                <c:pt idx="18162">
                  <c:v>0.21020833333022892</c:v>
                </c:pt>
                <c:pt idx="18163">
                  <c:v>0.21021990740700858</c:v>
                </c:pt>
                <c:pt idx="18164">
                  <c:v>0.21023148147651227</c:v>
                </c:pt>
                <c:pt idx="18165">
                  <c:v>0.21024305555329192</c:v>
                </c:pt>
                <c:pt idx="18166">
                  <c:v>0.21025462963007158</c:v>
                </c:pt>
                <c:pt idx="18167">
                  <c:v>0.21026620369957527</c:v>
                </c:pt>
                <c:pt idx="18168">
                  <c:v>0.21027777777635492</c:v>
                </c:pt>
                <c:pt idx="18169">
                  <c:v>0.21028935185313458</c:v>
                </c:pt>
                <c:pt idx="18170">
                  <c:v>0.21030092592263827</c:v>
                </c:pt>
                <c:pt idx="18171">
                  <c:v>0.21031249999941792</c:v>
                </c:pt>
                <c:pt idx="18172">
                  <c:v>0.21032407406892162</c:v>
                </c:pt>
                <c:pt idx="18173">
                  <c:v>0.21033564814570127</c:v>
                </c:pt>
                <c:pt idx="18174">
                  <c:v>0.21034722222248092</c:v>
                </c:pt>
                <c:pt idx="18175">
                  <c:v>0.21035879629198462</c:v>
                </c:pt>
                <c:pt idx="18176">
                  <c:v>0.21037037036876427</c:v>
                </c:pt>
                <c:pt idx="18177">
                  <c:v>0.21038194444554392</c:v>
                </c:pt>
                <c:pt idx="18178">
                  <c:v>0.21039351851504762</c:v>
                </c:pt>
                <c:pt idx="18179">
                  <c:v>0.21040509259182727</c:v>
                </c:pt>
                <c:pt idx="18180">
                  <c:v>0.21041666666133096</c:v>
                </c:pt>
                <c:pt idx="18181">
                  <c:v>0.21042824073811062</c:v>
                </c:pt>
                <c:pt idx="18182">
                  <c:v>0.21043981481489027</c:v>
                </c:pt>
                <c:pt idx="18183">
                  <c:v>0.21045138888439396</c:v>
                </c:pt>
                <c:pt idx="18184">
                  <c:v>0.21046296296117362</c:v>
                </c:pt>
                <c:pt idx="18185">
                  <c:v>0.21047453703795327</c:v>
                </c:pt>
                <c:pt idx="18186">
                  <c:v>0.21048611110745696</c:v>
                </c:pt>
                <c:pt idx="18187">
                  <c:v>0.21049768518423662</c:v>
                </c:pt>
                <c:pt idx="18188">
                  <c:v>0.21050925925374031</c:v>
                </c:pt>
                <c:pt idx="18189">
                  <c:v>0.21052083333051996</c:v>
                </c:pt>
                <c:pt idx="18190">
                  <c:v>0.21053240740729962</c:v>
                </c:pt>
                <c:pt idx="18191">
                  <c:v>0.21054398147680331</c:v>
                </c:pt>
                <c:pt idx="18192">
                  <c:v>0.21055555555358296</c:v>
                </c:pt>
                <c:pt idx="18193">
                  <c:v>0.21056712963036261</c:v>
                </c:pt>
                <c:pt idx="18194">
                  <c:v>0.21057870369986631</c:v>
                </c:pt>
                <c:pt idx="18195">
                  <c:v>0.21059027777664596</c:v>
                </c:pt>
                <c:pt idx="18196">
                  <c:v>0.21060185184614966</c:v>
                </c:pt>
                <c:pt idx="18197">
                  <c:v>0.21061342592292931</c:v>
                </c:pt>
                <c:pt idx="18198">
                  <c:v>0.21062499999970896</c:v>
                </c:pt>
                <c:pt idx="18199">
                  <c:v>0.21063657406921266</c:v>
                </c:pt>
                <c:pt idx="18200">
                  <c:v>0.21064814814599231</c:v>
                </c:pt>
                <c:pt idx="18201">
                  <c:v>0.21065972222277196</c:v>
                </c:pt>
                <c:pt idx="18202">
                  <c:v>0.21067129629227566</c:v>
                </c:pt>
                <c:pt idx="18203">
                  <c:v>0.21068287036905531</c:v>
                </c:pt>
                <c:pt idx="18204">
                  <c:v>0.210694444438559</c:v>
                </c:pt>
                <c:pt idx="18205">
                  <c:v>0.21070601851533866</c:v>
                </c:pt>
                <c:pt idx="18206">
                  <c:v>0.21071759259211831</c:v>
                </c:pt>
                <c:pt idx="18207">
                  <c:v>0.210729166661622</c:v>
                </c:pt>
                <c:pt idx="18208">
                  <c:v>0.21074074073840166</c:v>
                </c:pt>
                <c:pt idx="18209">
                  <c:v>0.21075231481518131</c:v>
                </c:pt>
                <c:pt idx="18210">
                  <c:v>0.210763888884685</c:v>
                </c:pt>
                <c:pt idx="18211">
                  <c:v>0.21077546296146465</c:v>
                </c:pt>
                <c:pt idx="18212">
                  <c:v>0.21078703703824431</c:v>
                </c:pt>
                <c:pt idx="18213">
                  <c:v>0.210798611107748</c:v>
                </c:pt>
                <c:pt idx="18214">
                  <c:v>0.21081018518452765</c:v>
                </c:pt>
                <c:pt idx="18215">
                  <c:v>0.21082175925403135</c:v>
                </c:pt>
                <c:pt idx="18216">
                  <c:v>0.210833333330811</c:v>
                </c:pt>
                <c:pt idx="18217">
                  <c:v>0.21084490740759065</c:v>
                </c:pt>
                <c:pt idx="18218">
                  <c:v>0.21085648147709435</c:v>
                </c:pt>
                <c:pt idx="18219">
                  <c:v>0.210868055553874</c:v>
                </c:pt>
                <c:pt idx="18220">
                  <c:v>0.21087962963065365</c:v>
                </c:pt>
                <c:pt idx="18221">
                  <c:v>0.21089120370015735</c:v>
                </c:pt>
                <c:pt idx="18222">
                  <c:v>0.210902777776937</c:v>
                </c:pt>
                <c:pt idx="18223">
                  <c:v>0.2109143518464407</c:v>
                </c:pt>
                <c:pt idx="18224">
                  <c:v>0.21092592592322035</c:v>
                </c:pt>
                <c:pt idx="18225">
                  <c:v>0.2109375</c:v>
                </c:pt>
                <c:pt idx="18226">
                  <c:v>0.21094907406950369</c:v>
                </c:pt>
                <c:pt idx="18227">
                  <c:v>0.21096064814628335</c:v>
                </c:pt>
                <c:pt idx="18228">
                  <c:v>0.210972222223063</c:v>
                </c:pt>
                <c:pt idx="18229">
                  <c:v>0.21098379629256669</c:v>
                </c:pt>
                <c:pt idx="18230">
                  <c:v>0.21099537036934635</c:v>
                </c:pt>
                <c:pt idx="18231">
                  <c:v>0.21100694443885004</c:v>
                </c:pt>
                <c:pt idx="18232">
                  <c:v>0.21101851851562969</c:v>
                </c:pt>
                <c:pt idx="18233">
                  <c:v>0.21103009259240935</c:v>
                </c:pt>
                <c:pt idx="18234">
                  <c:v>0.21104166666191304</c:v>
                </c:pt>
                <c:pt idx="18235">
                  <c:v>0.21105324073869269</c:v>
                </c:pt>
                <c:pt idx="18236">
                  <c:v>0.21106481481547235</c:v>
                </c:pt>
                <c:pt idx="18237">
                  <c:v>0.21107638888497604</c:v>
                </c:pt>
                <c:pt idx="18238">
                  <c:v>0.21108796296175569</c:v>
                </c:pt>
                <c:pt idx="18239">
                  <c:v>0.21109953703125939</c:v>
                </c:pt>
                <c:pt idx="18240">
                  <c:v>0.21111111110803904</c:v>
                </c:pt>
                <c:pt idx="18241">
                  <c:v>0.21112268518481869</c:v>
                </c:pt>
                <c:pt idx="18242">
                  <c:v>0.21113425925432239</c:v>
                </c:pt>
                <c:pt idx="18243">
                  <c:v>0.21114583333110204</c:v>
                </c:pt>
                <c:pt idx="18244">
                  <c:v>0.21115740740788169</c:v>
                </c:pt>
                <c:pt idx="18245">
                  <c:v>0.21116898147738539</c:v>
                </c:pt>
                <c:pt idx="18246">
                  <c:v>0.21118055555416504</c:v>
                </c:pt>
                <c:pt idx="18247">
                  <c:v>0.21119212963094469</c:v>
                </c:pt>
                <c:pt idx="18248">
                  <c:v>0.21120370370044839</c:v>
                </c:pt>
                <c:pt idx="18249">
                  <c:v>0.21121527777722804</c:v>
                </c:pt>
                <c:pt idx="18250">
                  <c:v>0.21122685184673173</c:v>
                </c:pt>
                <c:pt idx="18251">
                  <c:v>0.21123842592351139</c:v>
                </c:pt>
                <c:pt idx="18252">
                  <c:v>0.21125000000029104</c:v>
                </c:pt>
                <c:pt idx="18253">
                  <c:v>0.21126157406979473</c:v>
                </c:pt>
                <c:pt idx="18254">
                  <c:v>0.21127314814657439</c:v>
                </c:pt>
                <c:pt idx="18255">
                  <c:v>0.21128472222335404</c:v>
                </c:pt>
                <c:pt idx="18256">
                  <c:v>0.21129629629285773</c:v>
                </c:pt>
                <c:pt idx="18257">
                  <c:v>0.21130787036963739</c:v>
                </c:pt>
                <c:pt idx="18258">
                  <c:v>0.21131944443914108</c:v>
                </c:pt>
                <c:pt idx="18259">
                  <c:v>0.21133101851592073</c:v>
                </c:pt>
                <c:pt idx="18260">
                  <c:v>0.21134259259270038</c:v>
                </c:pt>
                <c:pt idx="18261">
                  <c:v>0.21135416666220408</c:v>
                </c:pt>
                <c:pt idx="18262">
                  <c:v>0.21136574073898373</c:v>
                </c:pt>
                <c:pt idx="18263">
                  <c:v>0.21137731481576338</c:v>
                </c:pt>
                <c:pt idx="18264">
                  <c:v>0.21138888888526708</c:v>
                </c:pt>
                <c:pt idx="18265">
                  <c:v>0.21140046296204673</c:v>
                </c:pt>
                <c:pt idx="18266">
                  <c:v>0.21141203703155043</c:v>
                </c:pt>
                <c:pt idx="18267">
                  <c:v>0.21142361110833008</c:v>
                </c:pt>
                <c:pt idx="18268">
                  <c:v>0.21143518518510973</c:v>
                </c:pt>
                <c:pt idx="18269">
                  <c:v>0.21144675925461343</c:v>
                </c:pt>
                <c:pt idx="18270">
                  <c:v>0.21145833333139308</c:v>
                </c:pt>
                <c:pt idx="18271">
                  <c:v>0.21146990740817273</c:v>
                </c:pt>
                <c:pt idx="18272">
                  <c:v>0.21148148147767643</c:v>
                </c:pt>
                <c:pt idx="18273">
                  <c:v>0.21149305555445608</c:v>
                </c:pt>
                <c:pt idx="18274">
                  <c:v>0.21150462962395977</c:v>
                </c:pt>
                <c:pt idx="18275">
                  <c:v>0.21151620370073942</c:v>
                </c:pt>
                <c:pt idx="18276">
                  <c:v>0.21152777777751908</c:v>
                </c:pt>
                <c:pt idx="18277">
                  <c:v>0.21153935184702277</c:v>
                </c:pt>
                <c:pt idx="18278">
                  <c:v>0.21155092592380242</c:v>
                </c:pt>
                <c:pt idx="18279">
                  <c:v>0.21156250000058208</c:v>
                </c:pt>
                <c:pt idx="18280">
                  <c:v>0.21157407407008577</c:v>
                </c:pt>
                <c:pt idx="18281">
                  <c:v>0.21158564814686542</c:v>
                </c:pt>
                <c:pt idx="18282">
                  <c:v>0.21159722221636912</c:v>
                </c:pt>
                <c:pt idx="18283">
                  <c:v>0.21160879629314877</c:v>
                </c:pt>
                <c:pt idx="18284">
                  <c:v>0.21162037036992842</c:v>
                </c:pt>
                <c:pt idx="18285">
                  <c:v>0.21163194443943212</c:v>
                </c:pt>
                <c:pt idx="18286">
                  <c:v>0.21164351851621177</c:v>
                </c:pt>
                <c:pt idx="18287">
                  <c:v>0.21165509259299142</c:v>
                </c:pt>
                <c:pt idx="18288">
                  <c:v>0.21166666666249512</c:v>
                </c:pt>
                <c:pt idx="18289">
                  <c:v>0.21167824073927477</c:v>
                </c:pt>
                <c:pt idx="18290">
                  <c:v>0.21168981481605442</c:v>
                </c:pt>
                <c:pt idx="18291">
                  <c:v>0.21170138888555812</c:v>
                </c:pt>
                <c:pt idx="18292">
                  <c:v>0.21171296296233777</c:v>
                </c:pt>
                <c:pt idx="18293">
                  <c:v>0.21172453703184146</c:v>
                </c:pt>
                <c:pt idx="18294">
                  <c:v>0.21173611110862112</c:v>
                </c:pt>
                <c:pt idx="18295">
                  <c:v>0.21174768518540077</c:v>
                </c:pt>
                <c:pt idx="18296">
                  <c:v>0.21175925925490446</c:v>
                </c:pt>
                <c:pt idx="18297">
                  <c:v>0.21177083333168412</c:v>
                </c:pt>
                <c:pt idx="18298">
                  <c:v>0.21178240740846377</c:v>
                </c:pt>
                <c:pt idx="18299">
                  <c:v>0.21179398147796746</c:v>
                </c:pt>
                <c:pt idx="18300">
                  <c:v>0.21180555555474712</c:v>
                </c:pt>
                <c:pt idx="18301">
                  <c:v>0.21181712962425081</c:v>
                </c:pt>
                <c:pt idx="18302">
                  <c:v>0.21182870370103046</c:v>
                </c:pt>
                <c:pt idx="18303">
                  <c:v>0.21184027777781012</c:v>
                </c:pt>
                <c:pt idx="18304">
                  <c:v>0.21185185184731381</c:v>
                </c:pt>
                <c:pt idx="18305">
                  <c:v>0.21186342592409346</c:v>
                </c:pt>
                <c:pt idx="18306">
                  <c:v>0.21187500000087311</c:v>
                </c:pt>
                <c:pt idx="18307">
                  <c:v>0.21188657407037681</c:v>
                </c:pt>
                <c:pt idx="18308">
                  <c:v>0.21189814814715646</c:v>
                </c:pt>
                <c:pt idx="18309">
                  <c:v>0.21190972221666016</c:v>
                </c:pt>
                <c:pt idx="18310">
                  <c:v>0.21192129629343981</c:v>
                </c:pt>
                <c:pt idx="18311">
                  <c:v>0.21193287037021946</c:v>
                </c:pt>
                <c:pt idx="18312">
                  <c:v>0.21194444443972316</c:v>
                </c:pt>
                <c:pt idx="18313">
                  <c:v>0.21195601851650281</c:v>
                </c:pt>
                <c:pt idx="18314">
                  <c:v>0.21196759259328246</c:v>
                </c:pt>
                <c:pt idx="18315">
                  <c:v>0.21197916666278616</c:v>
                </c:pt>
                <c:pt idx="18316">
                  <c:v>0.21199074073956581</c:v>
                </c:pt>
                <c:pt idx="18317">
                  <c:v>0.2120023148090695</c:v>
                </c:pt>
                <c:pt idx="18318">
                  <c:v>0.21201388888584916</c:v>
                </c:pt>
                <c:pt idx="18319">
                  <c:v>0.21202546296262881</c:v>
                </c:pt>
                <c:pt idx="18320">
                  <c:v>0.2120370370321325</c:v>
                </c:pt>
                <c:pt idx="18321">
                  <c:v>0.21204861110891216</c:v>
                </c:pt>
                <c:pt idx="18322">
                  <c:v>0.21206018518569181</c:v>
                </c:pt>
                <c:pt idx="18323">
                  <c:v>0.2120717592551955</c:v>
                </c:pt>
                <c:pt idx="18324">
                  <c:v>0.21208333333197515</c:v>
                </c:pt>
                <c:pt idx="18325">
                  <c:v>0.21209490740147885</c:v>
                </c:pt>
                <c:pt idx="18326">
                  <c:v>0.2121064814782585</c:v>
                </c:pt>
                <c:pt idx="18327">
                  <c:v>0.21211805555503815</c:v>
                </c:pt>
                <c:pt idx="18328">
                  <c:v>0.21212962962454185</c:v>
                </c:pt>
                <c:pt idx="18329">
                  <c:v>0.2121412037013215</c:v>
                </c:pt>
                <c:pt idx="18330">
                  <c:v>0.21215277777810115</c:v>
                </c:pt>
                <c:pt idx="18331">
                  <c:v>0.21216435184760485</c:v>
                </c:pt>
                <c:pt idx="18332">
                  <c:v>0.2121759259243845</c:v>
                </c:pt>
                <c:pt idx="18333">
                  <c:v>0.21218750000116415</c:v>
                </c:pt>
                <c:pt idx="18334">
                  <c:v>0.21219907407066785</c:v>
                </c:pt>
                <c:pt idx="18335">
                  <c:v>0.2122106481474475</c:v>
                </c:pt>
                <c:pt idx="18336">
                  <c:v>0.2122222222169512</c:v>
                </c:pt>
                <c:pt idx="18337">
                  <c:v>0.21223379629373085</c:v>
                </c:pt>
                <c:pt idx="18338">
                  <c:v>0.2122453703705105</c:v>
                </c:pt>
                <c:pt idx="18339">
                  <c:v>0.21225694444001419</c:v>
                </c:pt>
                <c:pt idx="18340">
                  <c:v>0.21226851851679385</c:v>
                </c:pt>
                <c:pt idx="18341">
                  <c:v>0.2122800925935735</c:v>
                </c:pt>
                <c:pt idx="18342">
                  <c:v>0.21229166666307719</c:v>
                </c:pt>
                <c:pt idx="18343">
                  <c:v>0.21230324073985685</c:v>
                </c:pt>
                <c:pt idx="18344">
                  <c:v>0.21231481480936054</c:v>
                </c:pt>
                <c:pt idx="18345">
                  <c:v>0.21232638888614019</c:v>
                </c:pt>
                <c:pt idx="18346">
                  <c:v>0.21233796296291985</c:v>
                </c:pt>
                <c:pt idx="18347">
                  <c:v>0.21234953703242354</c:v>
                </c:pt>
                <c:pt idx="18348">
                  <c:v>0.21236111110920319</c:v>
                </c:pt>
                <c:pt idx="18349">
                  <c:v>0.21237268518598285</c:v>
                </c:pt>
                <c:pt idx="18350">
                  <c:v>0.21238425925548654</c:v>
                </c:pt>
                <c:pt idx="18351">
                  <c:v>0.21239583333226619</c:v>
                </c:pt>
                <c:pt idx="18352">
                  <c:v>0.21240740740176989</c:v>
                </c:pt>
                <c:pt idx="18353">
                  <c:v>0.21241898147854954</c:v>
                </c:pt>
                <c:pt idx="18354">
                  <c:v>0.21243055555532919</c:v>
                </c:pt>
                <c:pt idx="18355">
                  <c:v>0.21244212962483289</c:v>
                </c:pt>
                <c:pt idx="18356">
                  <c:v>0.21245370370161254</c:v>
                </c:pt>
                <c:pt idx="18357">
                  <c:v>0.21246527777839219</c:v>
                </c:pt>
                <c:pt idx="18358">
                  <c:v>0.21247685184789589</c:v>
                </c:pt>
                <c:pt idx="18359">
                  <c:v>0.21248842592467554</c:v>
                </c:pt>
                <c:pt idx="18360">
                  <c:v>0.21249999999417923</c:v>
                </c:pt>
                <c:pt idx="18361">
                  <c:v>0.21251157407095889</c:v>
                </c:pt>
                <c:pt idx="18362">
                  <c:v>0.21252314814773854</c:v>
                </c:pt>
                <c:pt idx="18363">
                  <c:v>0.21253472221724223</c:v>
                </c:pt>
                <c:pt idx="18364">
                  <c:v>0.21254629629402189</c:v>
                </c:pt>
                <c:pt idx="18365">
                  <c:v>0.21255787037080154</c:v>
                </c:pt>
                <c:pt idx="18366">
                  <c:v>0.21256944444030523</c:v>
                </c:pt>
                <c:pt idx="18367">
                  <c:v>0.21258101851708489</c:v>
                </c:pt>
                <c:pt idx="18368">
                  <c:v>0.21259259259386454</c:v>
                </c:pt>
                <c:pt idx="18369">
                  <c:v>0.21260416666336823</c:v>
                </c:pt>
                <c:pt idx="18370">
                  <c:v>0.21261574074014788</c:v>
                </c:pt>
                <c:pt idx="18371">
                  <c:v>0.21262731480965158</c:v>
                </c:pt>
                <c:pt idx="18372">
                  <c:v>0.21263888888643123</c:v>
                </c:pt>
                <c:pt idx="18373">
                  <c:v>0.21265046296321088</c:v>
                </c:pt>
                <c:pt idx="18374">
                  <c:v>0.21266203703271458</c:v>
                </c:pt>
                <c:pt idx="18375">
                  <c:v>0.21267361110949423</c:v>
                </c:pt>
                <c:pt idx="18376">
                  <c:v>0.21268518518627388</c:v>
                </c:pt>
                <c:pt idx="18377">
                  <c:v>0.21269675925577758</c:v>
                </c:pt>
                <c:pt idx="18378">
                  <c:v>0.21270833333255723</c:v>
                </c:pt>
                <c:pt idx="18379">
                  <c:v>0.21271990740206093</c:v>
                </c:pt>
                <c:pt idx="18380">
                  <c:v>0.21273148147884058</c:v>
                </c:pt>
                <c:pt idx="18381">
                  <c:v>0.21274305555562023</c:v>
                </c:pt>
                <c:pt idx="18382">
                  <c:v>0.21275462962512393</c:v>
                </c:pt>
                <c:pt idx="18383">
                  <c:v>0.21276620370190358</c:v>
                </c:pt>
                <c:pt idx="18384">
                  <c:v>0.21277777777868323</c:v>
                </c:pt>
                <c:pt idx="18385">
                  <c:v>0.21278935184818693</c:v>
                </c:pt>
                <c:pt idx="18386">
                  <c:v>0.21280092592496658</c:v>
                </c:pt>
                <c:pt idx="18387">
                  <c:v>0.21281249999447027</c:v>
                </c:pt>
                <c:pt idx="18388">
                  <c:v>0.21282407407124992</c:v>
                </c:pt>
                <c:pt idx="18389">
                  <c:v>0.21283564814802958</c:v>
                </c:pt>
                <c:pt idx="18390">
                  <c:v>0.21284722221753327</c:v>
                </c:pt>
                <c:pt idx="18391">
                  <c:v>0.21285879629431292</c:v>
                </c:pt>
                <c:pt idx="18392">
                  <c:v>0.21287037037109258</c:v>
                </c:pt>
                <c:pt idx="18393">
                  <c:v>0.21288194444059627</c:v>
                </c:pt>
                <c:pt idx="18394">
                  <c:v>0.21289351851737592</c:v>
                </c:pt>
                <c:pt idx="18395">
                  <c:v>0.21290509258687962</c:v>
                </c:pt>
                <c:pt idx="18396">
                  <c:v>0.21291666666365927</c:v>
                </c:pt>
                <c:pt idx="18397">
                  <c:v>0.21292824074043892</c:v>
                </c:pt>
                <c:pt idx="18398">
                  <c:v>0.21293981480994262</c:v>
                </c:pt>
                <c:pt idx="18399">
                  <c:v>0.21295138888672227</c:v>
                </c:pt>
                <c:pt idx="18400">
                  <c:v>0.21296296296350192</c:v>
                </c:pt>
                <c:pt idx="18401">
                  <c:v>0.21297453703300562</c:v>
                </c:pt>
                <c:pt idx="18402">
                  <c:v>0.21298611110978527</c:v>
                </c:pt>
                <c:pt idx="18403">
                  <c:v>0.21299768517928896</c:v>
                </c:pt>
                <c:pt idx="18404">
                  <c:v>0.21300925925606862</c:v>
                </c:pt>
                <c:pt idx="18405">
                  <c:v>0.21302083333284827</c:v>
                </c:pt>
                <c:pt idx="18406">
                  <c:v>0.21303240740235196</c:v>
                </c:pt>
                <c:pt idx="18407">
                  <c:v>0.21304398147913162</c:v>
                </c:pt>
                <c:pt idx="18408">
                  <c:v>0.21305555555591127</c:v>
                </c:pt>
                <c:pt idx="18409">
                  <c:v>0.21306712962541496</c:v>
                </c:pt>
                <c:pt idx="18410">
                  <c:v>0.21307870370219462</c:v>
                </c:pt>
                <c:pt idx="18411">
                  <c:v>0.21309027777897427</c:v>
                </c:pt>
                <c:pt idx="18412">
                  <c:v>0.21310185184847796</c:v>
                </c:pt>
                <c:pt idx="18413">
                  <c:v>0.21311342592525762</c:v>
                </c:pt>
                <c:pt idx="18414">
                  <c:v>0.21312499999476131</c:v>
                </c:pt>
                <c:pt idx="18415">
                  <c:v>0.21313657407154096</c:v>
                </c:pt>
                <c:pt idx="18416">
                  <c:v>0.21314814814832062</c:v>
                </c:pt>
                <c:pt idx="18417">
                  <c:v>0.21315972221782431</c:v>
                </c:pt>
                <c:pt idx="18418">
                  <c:v>0.21317129629460396</c:v>
                </c:pt>
                <c:pt idx="18419">
                  <c:v>0.21318287037138361</c:v>
                </c:pt>
                <c:pt idx="18420">
                  <c:v>0.21319444444088731</c:v>
                </c:pt>
                <c:pt idx="18421">
                  <c:v>0.21320601851766696</c:v>
                </c:pt>
                <c:pt idx="18422">
                  <c:v>0.21321759258717066</c:v>
                </c:pt>
                <c:pt idx="18423">
                  <c:v>0.21322916666395031</c:v>
                </c:pt>
                <c:pt idx="18424">
                  <c:v>0.21324074074072996</c:v>
                </c:pt>
                <c:pt idx="18425">
                  <c:v>0.21325231481023366</c:v>
                </c:pt>
                <c:pt idx="18426">
                  <c:v>0.21326388888701331</c:v>
                </c:pt>
                <c:pt idx="18427">
                  <c:v>0.21327546296379296</c:v>
                </c:pt>
                <c:pt idx="18428">
                  <c:v>0.21328703703329666</c:v>
                </c:pt>
                <c:pt idx="18429">
                  <c:v>0.21329861111007631</c:v>
                </c:pt>
                <c:pt idx="18430">
                  <c:v>0.21331018517958</c:v>
                </c:pt>
                <c:pt idx="18431">
                  <c:v>0.21332175925635966</c:v>
                </c:pt>
                <c:pt idx="18432">
                  <c:v>0.21333333333313931</c:v>
                </c:pt>
                <c:pt idx="18433">
                  <c:v>0.213344907402643</c:v>
                </c:pt>
                <c:pt idx="18434">
                  <c:v>0.21335648147942265</c:v>
                </c:pt>
                <c:pt idx="18435">
                  <c:v>0.21336805555620231</c:v>
                </c:pt>
                <c:pt idx="18436">
                  <c:v>0.213379629625706</c:v>
                </c:pt>
                <c:pt idx="18437">
                  <c:v>0.21339120370248565</c:v>
                </c:pt>
                <c:pt idx="18438">
                  <c:v>0.21340277777198935</c:v>
                </c:pt>
                <c:pt idx="18439">
                  <c:v>0.213414351848769</c:v>
                </c:pt>
                <c:pt idx="18440">
                  <c:v>0.21342592592554865</c:v>
                </c:pt>
                <c:pt idx="18441">
                  <c:v>0.21343749999505235</c:v>
                </c:pt>
                <c:pt idx="18442">
                  <c:v>0.213449074071832</c:v>
                </c:pt>
                <c:pt idx="18443">
                  <c:v>0.21346064814861165</c:v>
                </c:pt>
                <c:pt idx="18444">
                  <c:v>0.21347222221811535</c:v>
                </c:pt>
                <c:pt idx="18445">
                  <c:v>0.213483796294895</c:v>
                </c:pt>
                <c:pt idx="18446">
                  <c:v>0.21349537037167465</c:v>
                </c:pt>
                <c:pt idx="18447">
                  <c:v>0.21350694444117835</c:v>
                </c:pt>
                <c:pt idx="18448">
                  <c:v>0.213518518517958</c:v>
                </c:pt>
                <c:pt idx="18449">
                  <c:v>0.2135300925874617</c:v>
                </c:pt>
                <c:pt idx="18450">
                  <c:v>0.21354166666424135</c:v>
                </c:pt>
                <c:pt idx="18451">
                  <c:v>0.213553240741021</c:v>
                </c:pt>
                <c:pt idx="18452">
                  <c:v>0.21356481481052469</c:v>
                </c:pt>
                <c:pt idx="18453">
                  <c:v>0.21357638888730435</c:v>
                </c:pt>
                <c:pt idx="18454">
                  <c:v>0.213587962964084</c:v>
                </c:pt>
                <c:pt idx="18455">
                  <c:v>0.21359953703358769</c:v>
                </c:pt>
                <c:pt idx="18456">
                  <c:v>0.21361111111036735</c:v>
                </c:pt>
                <c:pt idx="18457">
                  <c:v>0.21362268517987104</c:v>
                </c:pt>
                <c:pt idx="18458">
                  <c:v>0.21363425925665069</c:v>
                </c:pt>
                <c:pt idx="18459">
                  <c:v>0.21364583333343035</c:v>
                </c:pt>
                <c:pt idx="18460">
                  <c:v>0.21365740740293404</c:v>
                </c:pt>
                <c:pt idx="18461">
                  <c:v>0.21366898147971369</c:v>
                </c:pt>
                <c:pt idx="18462">
                  <c:v>0.21368055555649335</c:v>
                </c:pt>
                <c:pt idx="18463">
                  <c:v>0.21369212962599704</c:v>
                </c:pt>
                <c:pt idx="18464">
                  <c:v>0.21370370370277669</c:v>
                </c:pt>
                <c:pt idx="18465">
                  <c:v>0.21371527777228039</c:v>
                </c:pt>
                <c:pt idx="18466">
                  <c:v>0.21372685184906004</c:v>
                </c:pt>
                <c:pt idx="18467">
                  <c:v>0.21373842592583969</c:v>
                </c:pt>
                <c:pt idx="18468">
                  <c:v>0.21374999999534339</c:v>
                </c:pt>
                <c:pt idx="18469">
                  <c:v>0.21376157407212304</c:v>
                </c:pt>
                <c:pt idx="18470">
                  <c:v>0.21377314814890269</c:v>
                </c:pt>
                <c:pt idx="18471">
                  <c:v>0.21378472221840639</c:v>
                </c:pt>
                <c:pt idx="18472">
                  <c:v>0.21379629629518604</c:v>
                </c:pt>
                <c:pt idx="18473">
                  <c:v>0.21380787036468973</c:v>
                </c:pt>
                <c:pt idx="18474">
                  <c:v>0.21381944444146939</c:v>
                </c:pt>
                <c:pt idx="18475">
                  <c:v>0.21383101851824904</c:v>
                </c:pt>
                <c:pt idx="18476">
                  <c:v>0.21384259258775273</c:v>
                </c:pt>
                <c:pt idx="18477">
                  <c:v>0.21385416666453239</c:v>
                </c:pt>
                <c:pt idx="18478">
                  <c:v>0.21386574074131204</c:v>
                </c:pt>
                <c:pt idx="18479">
                  <c:v>0.21387731481081573</c:v>
                </c:pt>
                <c:pt idx="18480">
                  <c:v>0.21388888888759539</c:v>
                </c:pt>
                <c:pt idx="18481">
                  <c:v>0.21390046295709908</c:v>
                </c:pt>
                <c:pt idx="18482">
                  <c:v>0.21391203703387873</c:v>
                </c:pt>
                <c:pt idx="18483">
                  <c:v>0.21392361111065838</c:v>
                </c:pt>
                <c:pt idx="18484">
                  <c:v>0.21393518518016208</c:v>
                </c:pt>
                <c:pt idx="18485">
                  <c:v>0.21394675925694173</c:v>
                </c:pt>
                <c:pt idx="18486">
                  <c:v>0.21395833333372138</c:v>
                </c:pt>
                <c:pt idx="18487">
                  <c:v>0.21396990740322508</c:v>
                </c:pt>
                <c:pt idx="18488">
                  <c:v>0.21398148148000473</c:v>
                </c:pt>
                <c:pt idx="18489">
                  <c:v>0.21399305555678438</c:v>
                </c:pt>
                <c:pt idx="18490">
                  <c:v>0.21400462962628808</c:v>
                </c:pt>
                <c:pt idx="18491">
                  <c:v>0.21401620370306773</c:v>
                </c:pt>
                <c:pt idx="18492">
                  <c:v>0.21402777777257143</c:v>
                </c:pt>
                <c:pt idx="18493">
                  <c:v>0.21403935184935108</c:v>
                </c:pt>
                <c:pt idx="18494">
                  <c:v>0.21405092592613073</c:v>
                </c:pt>
                <c:pt idx="18495">
                  <c:v>0.21406249999563443</c:v>
                </c:pt>
                <c:pt idx="18496">
                  <c:v>0.21407407407241408</c:v>
                </c:pt>
                <c:pt idx="18497">
                  <c:v>0.21408564814919373</c:v>
                </c:pt>
                <c:pt idx="18498">
                  <c:v>0.21409722221869742</c:v>
                </c:pt>
                <c:pt idx="18499">
                  <c:v>0.21410879629547708</c:v>
                </c:pt>
                <c:pt idx="18500">
                  <c:v>0.21412037036498077</c:v>
                </c:pt>
                <c:pt idx="18501">
                  <c:v>0.21413194444176042</c:v>
                </c:pt>
                <c:pt idx="18502">
                  <c:v>0.21414351851854008</c:v>
                </c:pt>
                <c:pt idx="18503">
                  <c:v>0.21415509258804377</c:v>
                </c:pt>
                <c:pt idx="18504">
                  <c:v>0.21416666666482342</c:v>
                </c:pt>
                <c:pt idx="18505">
                  <c:v>0.21417824074160308</c:v>
                </c:pt>
                <c:pt idx="18506">
                  <c:v>0.21418981481110677</c:v>
                </c:pt>
                <c:pt idx="18507">
                  <c:v>0.21420138888788642</c:v>
                </c:pt>
                <c:pt idx="18508">
                  <c:v>0.21421296295739012</c:v>
                </c:pt>
                <c:pt idx="18509">
                  <c:v>0.21422453703416977</c:v>
                </c:pt>
                <c:pt idx="18510">
                  <c:v>0.21423611111094942</c:v>
                </c:pt>
                <c:pt idx="18511">
                  <c:v>0.21424768518045312</c:v>
                </c:pt>
                <c:pt idx="18512">
                  <c:v>0.21425925925723277</c:v>
                </c:pt>
                <c:pt idx="18513">
                  <c:v>0.21427083333401242</c:v>
                </c:pt>
                <c:pt idx="18514">
                  <c:v>0.21428240740351612</c:v>
                </c:pt>
                <c:pt idx="18515">
                  <c:v>0.21429398148029577</c:v>
                </c:pt>
                <c:pt idx="18516">
                  <c:v>0.21430555554979946</c:v>
                </c:pt>
                <c:pt idx="18517">
                  <c:v>0.21431712962657912</c:v>
                </c:pt>
                <c:pt idx="18518">
                  <c:v>0.21432870370335877</c:v>
                </c:pt>
                <c:pt idx="18519">
                  <c:v>0.21434027777286246</c:v>
                </c:pt>
                <c:pt idx="18520">
                  <c:v>0.21435185184964212</c:v>
                </c:pt>
                <c:pt idx="18521">
                  <c:v>0.21436342592642177</c:v>
                </c:pt>
                <c:pt idx="18522">
                  <c:v>0.21437499999592546</c:v>
                </c:pt>
                <c:pt idx="18523">
                  <c:v>0.21438657407270512</c:v>
                </c:pt>
                <c:pt idx="18524">
                  <c:v>0.21439814814948477</c:v>
                </c:pt>
                <c:pt idx="18525">
                  <c:v>0.21440972221898846</c:v>
                </c:pt>
                <c:pt idx="18526">
                  <c:v>0.21442129629576812</c:v>
                </c:pt>
                <c:pt idx="18527">
                  <c:v>0.21443287036527181</c:v>
                </c:pt>
                <c:pt idx="18528">
                  <c:v>0.21444444444205146</c:v>
                </c:pt>
                <c:pt idx="18529">
                  <c:v>0.21445601851883112</c:v>
                </c:pt>
                <c:pt idx="18530">
                  <c:v>0.21446759258833481</c:v>
                </c:pt>
                <c:pt idx="18531">
                  <c:v>0.21447916666511446</c:v>
                </c:pt>
                <c:pt idx="18532">
                  <c:v>0.21449074074189411</c:v>
                </c:pt>
                <c:pt idx="18533">
                  <c:v>0.21450231481139781</c:v>
                </c:pt>
                <c:pt idx="18534">
                  <c:v>0.21451388888817746</c:v>
                </c:pt>
                <c:pt idx="18535">
                  <c:v>0.21452546295768116</c:v>
                </c:pt>
                <c:pt idx="18536">
                  <c:v>0.21453703703446081</c:v>
                </c:pt>
                <c:pt idx="18537">
                  <c:v>0.21454861111124046</c:v>
                </c:pt>
                <c:pt idx="18538">
                  <c:v>0.21456018518074416</c:v>
                </c:pt>
                <c:pt idx="18539">
                  <c:v>0.21457175925752381</c:v>
                </c:pt>
                <c:pt idx="18540">
                  <c:v>0.21458333333430346</c:v>
                </c:pt>
                <c:pt idx="18541">
                  <c:v>0.21459490740380716</c:v>
                </c:pt>
                <c:pt idx="18542">
                  <c:v>0.21460648148058681</c:v>
                </c:pt>
                <c:pt idx="18543">
                  <c:v>0.2146180555500905</c:v>
                </c:pt>
                <c:pt idx="18544">
                  <c:v>0.21462962962687016</c:v>
                </c:pt>
                <c:pt idx="18545">
                  <c:v>0.21464120370364981</c:v>
                </c:pt>
                <c:pt idx="18546">
                  <c:v>0.2146527777731535</c:v>
                </c:pt>
                <c:pt idx="18547">
                  <c:v>0.21466435184993315</c:v>
                </c:pt>
                <c:pt idx="18548">
                  <c:v>0.21467592592671281</c:v>
                </c:pt>
                <c:pt idx="18549">
                  <c:v>0.2146874999962165</c:v>
                </c:pt>
                <c:pt idx="18550">
                  <c:v>0.21469907407299615</c:v>
                </c:pt>
                <c:pt idx="18551">
                  <c:v>0.21471064814249985</c:v>
                </c:pt>
                <c:pt idx="18552">
                  <c:v>0.2147222222192795</c:v>
                </c:pt>
                <c:pt idx="18553">
                  <c:v>0.21473379629605915</c:v>
                </c:pt>
                <c:pt idx="18554">
                  <c:v>0.21474537036556285</c:v>
                </c:pt>
                <c:pt idx="18555">
                  <c:v>0.2147569444423425</c:v>
                </c:pt>
                <c:pt idx="18556">
                  <c:v>0.21476851851912215</c:v>
                </c:pt>
                <c:pt idx="18557">
                  <c:v>0.21478009258862585</c:v>
                </c:pt>
                <c:pt idx="18558">
                  <c:v>0.2147916666654055</c:v>
                </c:pt>
                <c:pt idx="18559">
                  <c:v>0.2148032407349092</c:v>
                </c:pt>
                <c:pt idx="18560">
                  <c:v>0.21481481481168885</c:v>
                </c:pt>
                <c:pt idx="18561">
                  <c:v>0.2148263888884685</c:v>
                </c:pt>
                <c:pt idx="18562">
                  <c:v>0.21483796295797219</c:v>
                </c:pt>
                <c:pt idx="18563">
                  <c:v>0.21484953703475185</c:v>
                </c:pt>
                <c:pt idx="18564">
                  <c:v>0.2148611111115315</c:v>
                </c:pt>
                <c:pt idx="18565">
                  <c:v>0.21487268518103519</c:v>
                </c:pt>
                <c:pt idx="18566">
                  <c:v>0.21488425925781485</c:v>
                </c:pt>
                <c:pt idx="18567">
                  <c:v>0.2148958333345945</c:v>
                </c:pt>
                <c:pt idx="18568">
                  <c:v>0.21490740740409819</c:v>
                </c:pt>
                <c:pt idx="18569">
                  <c:v>0.21491898148087785</c:v>
                </c:pt>
                <c:pt idx="18570">
                  <c:v>0.21493055555038154</c:v>
                </c:pt>
                <c:pt idx="18571">
                  <c:v>0.21494212962716119</c:v>
                </c:pt>
                <c:pt idx="18572">
                  <c:v>0.21495370370394085</c:v>
                </c:pt>
                <c:pt idx="18573">
                  <c:v>0.21496527777344454</c:v>
                </c:pt>
                <c:pt idx="18574">
                  <c:v>0.21497685185022419</c:v>
                </c:pt>
                <c:pt idx="18575">
                  <c:v>0.21498842592700385</c:v>
                </c:pt>
                <c:pt idx="18576">
                  <c:v>0.21499999999650754</c:v>
                </c:pt>
                <c:pt idx="18577">
                  <c:v>0.21501157407328719</c:v>
                </c:pt>
                <c:pt idx="18578">
                  <c:v>0.21502314814279089</c:v>
                </c:pt>
                <c:pt idx="18579">
                  <c:v>0.21503472221957054</c:v>
                </c:pt>
                <c:pt idx="18580">
                  <c:v>0.21504629629635019</c:v>
                </c:pt>
                <c:pt idx="18581">
                  <c:v>0.21505787036585389</c:v>
                </c:pt>
                <c:pt idx="18582">
                  <c:v>0.21506944444263354</c:v>
                </c:pt>
                <c:pt idx="18583">
                  <c:v>0.21508101851941319</c:v>
                </c:pt>
                <c:pt idx="18584">
                  <c:v>0.21509259258891689</c:v>
                </c:pt>
                <c:pt idx="18585">
                  <c:v>0.21510416666569654</c:v>
                </c:pt>
                <c:pt idx="18586">
                  <c:v>0.21511574073520023</c:v>
                </c:pt>
                <c:pt idx="18587">
                  <c:v>0.21512731481197989</c:v>
                </c:pt>
                <c:pt idx="18588">
                  <c:v>0.21513888888875954</c:v>
                </c:pt>
                <c:pt idx="18589">
                  <c:v>0.21515046295826323</c:v>
                </c:pt>
                <c:pt idx="18590">
                  <c:v>0.21516203703504289</c:v>
                </c:pt>
                <c:pt idx="18591">
                  <c:v>0.21517361111182254</c:v>
                </c:pt>
                <c:pt idx="18592">
                  <c:v>0.21518518518132623</c:v>
                </c:pt>
                <c:pt idx="18593">
                  <c:v>0.21519675925810589</c:v>
                </c:pt>
                <c:pt idx="18594">
                  <c:v>0.21520833332760958</c:v>
                </c:pt>
                <c:pt idx="18595">
                  <c:v>0.21521990740438923</c:v>
                </c:pt>
                <c:pt idx="18596">
                  <c:v>0.21523148148116888</c:v>
                </c:pt>
                <c:pt idx="18597">
                  <c:v>0.21524305555067258</c:v>
                </c:pt>
                <c:pt idx="18598">
                  <c:v>0.21525462962745223</c:v>
                </c:pt>
                <c:pt idx="18599">
                  <c:v>0.21526620370423188</c:v>
                </c:pt>
                <c:pt idx="18600">
                  <c:v>0.21527777777373558</c:v>
                </c:pt>
                <c:pt idx="18601">
                  <c:v>0.21528935185051523</c:v>
                </c:pt>
                <c:pt idx="18602">
                  <c:v>0.21530092592001893</c:v>
                </c:pt>
                <c:pt idx="18603">
                  <c:v>0.21531249999679858</c:v>
                </c:pt>
                <c:pt idx="18604">
                  <c:v>0.21532407407357823</c:v>
                </c:pt>
                <c:pt idx="18605">
                  <c:v>0.21533564814308193</c:v>
                </c:pt>
                <c:pt idx="18606">
                  <c:v>0.21534722221986158</c:v>
                </c:pt>
                <c:pt idx="18607">
                  <c:v>0.21535879629664123</c:v>
                </c:pt>
                <c:pt idx="18608">
                  <c:v>0.21537037036614493</c:v>
                </c:pt>
                <c:pt idx="18609">
                  <c:v>0.21538194444292458</c:v>
                </c:pt>
                <c:pt idx="18610">
                  <c:v>0.21539351851970423</c:v>
                </c:pt>
                <c:pt idx="18611">
                  <c:v>0.21540509258920792</c:v>
                </c:pt>
                <c:pt idx="18612">
                  <c:v>0.21541666666598758</c:v>
                </c:pt>
                <c:pt idx="18613">
                  <c:v>0.21542824073549127</c:v>
                </c:pt>
                <c:pt idx="18614">
                  <c:v>0.21543981481227092</c:v>
                </c:pt>
                <c:pt idx="18615">
                  <c:v>0.21545138888905058</c:v>
                </c:pt>
                <c:pt idx="18616">
                  <c:v>0.21546296295855427</c:v>
                </c:pt>
                <c:pt idx="18617">
                  <c:v>0.21547453703533392</c:v>
                </c:pt>
                <c:pt idx="18618">
                  <c:v>0.21548611111211358</c:v>
                </c:pt>
                <c:pt idx="18619">
                  <c:v>0.21549768518161727</c:v>
                </c:pt>
                <c:pt idx="18620">
                  <c:v>0.21550925925839692</c:v>
                </c:pt>
                <c:pt idx="18621">
                  <c:v>0.21552083332790062</c:v>
                </c:pt>
                <c:pt idx="18622">
                  <c:v>0.21553240740468027</c:v>
                </c:pt>
                <c:pt idx="18623">
                  <c:v>0.21554398148145992</c:v>
                </c:pt>
                <c:pt idx="18624">
                  <c:v>0.21555555555096362</c:v>
                </c:pt>
                <c:pt idx="18625">
                  <c:v>0.21556712962774327</c:v>
                </c:pt>
                <c:pt idx="18626">
                  <c:v>0.21557870370452292</c:v>
                </c:pt>
                <c:pt idx="18627">
                  <c:v>0.21559027777402662</c:v>
                </c:pt>
                <c:pt idx="18628">
                  <c:v>0.21560185185080627</c:v>
                </c:pt>
                <c:pt idx="18629">
                  <c:v>0.21561342592030996</c:v>
                </c:pt>
                <c:pt idx="18630">
                  <c:v>0.21562499999708962</c:v>
                </c:pt>
                <c:pt idx="18631">
                  <c:v>0.21563657407386927</c:v>
                </c:pt>
                <c:pt idx="18632">
                  <c:v>0.21564814814337296</c:v>
                </c:pt>
                <c:pt idx="18633">
                  <c:v>0.21565972222015262</c:v>
                </c:pt>
                <c:pt idx="18634">
                  <c:v>0.21567129629693227</c:v>
                </c:pt>
                <c:pt idx="18635">
                  <c:v>0.21568287036643596</c:v>
                </c:pt>
                <c:pt idx="18636">
                  <c:v>0.21569444444321562</c:v>
                </c:pt>
                <c:pt idx="18637">
                  <c:v>0.21570601851271931</c:v>
                </c:pt>
                <c:pt idx="18638">
                  <c:v>0.21571759258949896</c:v>
                </c:pt>
                <c:pt idx="18639">
                  <c:v>0.21572916666627862</c:v>
                </c:pt>
                <c:pt idx="18640">
                  <c:v>0.21574074073578231</c:v>
                </c:pt>
                <c:pt idx="18641">
                  <c:v>0.21575231481256196</c:v>
                </c:pt>
                <c:pt idx="18642">
                  <c:v>0.21576388888934162</c:v>
                </c:pt>
                <c:pt idx="18643">
                  <c:v>0.21577546295884531</c:v>
                </c:pt>
                <c:pt idx="18644">
                  <c:v>0.21578703703562496</c:v>
                </c:pt>
                <c:pt idx="18645">
                  <c:v>0.21579861111240461</c:v>
                </c:pt>
                <c:pt idx="18646">
                  <c:v>0.21581018518190831</c:v>
                </c:pt>
                <c:pt idx="18647">
                  <c:v>0.21582175925868796</c:v>
                </c:pt>
                <c:pt idx="18648">
                  <c:v>0.21583333332819166</c:v>
                </c:pt>
                <c:pt idx="18649">
                  <c:v>0.21584490740497131</c:v>
                </c:pt>
                <c:pt idx="18650">
                  <c:v>0.21585648148175096</c:v>
                </c:pt>
                <c:pt idx="18651">
                  <c:v>0.21586805555125466</c:v>
                </c:pt>
                <c:pt idx="18652">
                  <c:v>0.21587962962803431</c:v>
                </c:pt>
                <c:pt idx="18653">
                  <c:v>0.21589120370481396</c:v>
                </c:pt>
                <c:pt idx="18654">
                  <c:v>0.21590277777431766</c:v>
                </c:pt>
                <c:pt idx="18655">
                  <c:v>0.21591435185109731</c:v>
                </c:pt>
                <c:pt idx="18656">
                  <c:v>0.215925925920601</c:v>
                </c:pt>
                <c:pt idx="18657">
                  <c:v>0.21593749999738066</c:v>
                </c:pt>
                <c:pt idx="18658">
                  <c:v>0.21594907407416031</c:v>
                </c:pt>
                <c:pt idx="18659">
                  <c:v>0.215960648143664</c:v>
                </c:pt>
                <c:pt idx="18660">
                  <c:v>0.21597222222044365</c:v>
                </c:pt>
                <c:pt idx="18661">
                  <c:v>0.21598379629722331</c:v>
                </c:pt>
                <c:pt idx="18662">
                  <c:v>0.215995370366727</c:v>
                </c:pt>
                <c:pt idx="18663">
                  <c:v>0.21600694444350665</c:v>
                </c:pt>
                <c:pt idx="18664">
                  <c:v>0.21601851851301035</c:v>
                </c:pt>
                <c:pt idx="18665">
                  <c:v>0.21603009258979</c:v>
                </c:pt>
                <c:pt idx="18666">
                  <c:v>0.21604166666656965</c:v>
                </c:pt>
                <c:pt idx="18667">
                  <c:v>0.21605324073607335</c:v>
                </c:pt>
                <c:pt idx="18668">
                  <c:v>0.216064814812853</c:v>
                </c:pt>
                <c:pt idx="18669">
                  <c:v>0.21607638888963265</c:v>
                </c:pt>
                <c:pt idx="18670">
                  <c:v>0.21608796295913635</c:v>
                </c:pt>
                <c:pt idx="18671">
                  <c:v>0.216099537035916</c:v>
                </c:pt>
                <c:pt idx="18672">
                  <c:v>0.2161111111054197</c:v>
                </c:pt>
                <c:pt idx="18673">
                  <c:v>0.21612268518219935</c:v>
                </c:pt>
                <c:pt idx="18674">
                  <c:v>0.216134259258979</c:v>
                </c:pt>
                <c:pt idx="18675">
                  <c:v>0.21614583332848269</c:v>
                </c:pt>
                <c:pt idx="18676">
                  <c:v>0.21615740740526235</c:v>
                </c:pt>
                <c:pt idx="18677">
                  <c:v>0.216168981482042</c:v>
                </c:pt>
                <c:pt idx="18678">
                  <c:v>0.21618055555154569</c:v>
                </c:pt>
                <c:pt idx="18679">
                  <c:v>0.21619212962832535</c:v>
                </c:pt>
                <c:pt idx="18680">
                  <c:v>0.21620370369782904</c:v>
                </c:pt>
                <c:pt idx="18681">
                  <c:v>0.21621527777460869</c:v>
                </c:pt>
                <c:pt idx="18682">
                  <c:v>0.21622685185138835</c:v>
                </c:pt>
                <c:pt idx="18683">
                  <c:v>0.21623842592089204</c:v>
                </c:pt>
                <c:pt idx="18684">
                  <c:v>0.21624999999767169</c:v>
                </c:pt>
                <c:pt idx="18685">
                  <c:v>0.21626157407445135</c:v>
                </c:pt>
                <c:pt idx="18686">
                  <c:v>0.21627314814395504</c:v>
                </c:pt>
                <c:pt idx="18687">
                  <c:v>0.21628472222073469</c:v>
                </c:pt>
                <c:pt idx="18688">
                  <c:v>0.21629629629751435</c:v>
                </c:pt>
                <c:pt idx="18689">
                  <c:v>0.21630787036701804</c:v>
                </c:pt>
                <c:pt idx="18690">
                  <c:v>0.21631944444379769</c:v>
                </c:pt>
                <c:pt idx="18691">
                  <c:v>0.21633101851330139</c:v>
                </c:pt>
                <c:pt idx="18692">
                  <c:v>0.21634259259008104</c:v>
                </c:pt>
                <c:pt idx="18693">
                  <c:v>0.21635416666686069</c:v>
                </c:pt>
                <c:pt idx="18694">
                  <c:v>0.21636574073636439</c:v>
                </c:pt>
                <c:pt idx="18695">
                  <c:v>0.21637731481314404</c:v>
                </c:pt>
                <c:pt idx="18696">
                  <c:v>0.21638888888992369</c:v>
                </c:pt>
                <c:pt idx="18697">
                  <c:v>0.21640046295942739</c:v>
                </c:pt>
                <c:pt idx="18698">
                  <c:v>0.21641203703620704</c:v>
                </c:pt>
                <c:pt idx="18699">
                  <c:v>0.21642361110571073</c:v>
                </c:pt>
                <c:pt idx="18700">
                  <c:v>0.21643518518249039</c:v>
                </c:pt>
                <c:pt idx="18701">
                  <c:v>0.21644675925927004</c:v>
                </c:pt>
                <c:pt idx="18702">
                  <c:v>0.21645833332877373</c:v>
                </c:pt>
                <c:pt idx="18703">
                  <c:v>0.21646990740555339</c:v>
                </c:pt>
                <c:pt idx="18704">
                  <c:v>0.21648148148233304</c:v>
                </c:pt>
                <c:pt idx="18705">
                  <c:v>0.21649305555183673</c:v>
                </c:pt>
                <c:pt idx="18706">
                  <c:v>0.21650462962861639</c:v>
                </c:pt>
                <c:pt idx="18707">
                  <c:v>0.21651620369812008</c:v>
                </c:pt>
                <c:pt idx="18708">
                  <c:v>0.21652777777489973</c:v>
                </c:pt>
                <c:pt idx="18709">
                  <c:v>0.21653935185167938</c:v>
                </c:pt>
                <c:pt idx="18710">
                  <c:v>0.21655092592118308</c:v>
                </c:pt>
                <c:pt idx="18711">
                  <c:v>0.21656249999796273</c:v>
                </c:pt>
                <c:pt idx="18712">
                  <c:v>0.21657407407474238</c:v>
                </c:pt>
                <c:pt idx="18713">
                  <c:v>0.21658564814424608</c:v>
                </c:pt>
                <c:pt idx="18714">
                  <c:v>0.21659722222102573</c:v>
                </c:pt>
                <c:pt idx="18715">
                  <c:v>0.21660879629052943</c:v>
                </c:pt>
                <c:pt idx="18716">
                  <c:v>0.21662037036730908</c:v>
                </c:pt>
                <c:pt idx="18717">
                  <c:v>0.21663194444408873</c:v>
                </c:pt>
                <c:pt idx="18718">
                  <c:v>0.21664351851359243</c:v>
                </c:pt>
                <c:pt idx="18719">
                  <c:v>0.21665509259037208</c:v>
                </c:pt>
                <c:pt idx="18720">
                  <c:v>0.21666666666715173</c:v>
                </c:pt>
                <c:pt idx="18721">
                  <c:v>0.21667824073665543</c:v>
                </c:pt>
                <c:pt idx="18722">
                  <c:v>0.21668981481343508</c:v>
                </c:pt>
                <c:pt idx="18723">
                  <c:v>0.21670138889021473</c:v>
                </c:pt>
                <c:pt idx="18724">
                  <c:v>0.21671296295971842</c:v>
                </c:pt>
                <c:pt idx="18725">
                  <c:v>0.21672453703649808</c:v>
                </c:pt>
                <c:pt idx="18726">
                  <c:v>0.21673611110600177</c:v>
                </c:pt>
                <c:pt idx="18727">
                  <c:v>0.21674768518278142</c:v>
                </c:pt>
                <c:pt idx="18728">
                  <c:v>0.21675925925956108</c:v>
                </c:pt>
                <c:pt idx="18729">
                  <c:v>0.21677083332906477</c:v>
                </c:pt>
                <c:pt idx="18730">
                  <c:v>0.21678240740584442</c:v>
                </c:pt>
                <c:pt idx="18731">
                  <c:v>0.21679398148262408</c:v>
                </c:pt>
                <c:pt idx="18732">
                  <c:v>0.21680555555212777</c:v>
                </c:pt>
                <c:pt idx="18733">
                  <c:v>0.21681712962890742</c:v>
                </c:pt>
                <c:pt idx="18734">
                  <c:v>0.21682870369841112</c:v>
                </c:pt>
                <c:pt idx="18735">
                  <c:v>0.21684027777519077</c:v>
                </c:pt>
                <c:pt idx="18736">
                  <c:v>0.21685185185197042</c:v>
                </c:pt>
                <c:pt idx="18737">
                  <c:v>0.21686342592147412</c:v>
                </c:pt>
                <c:pt idx="18738">
                  <c:v>0.21687499999825377</c:v>
                </c:pt>
                <c:pt idx="18739">
                  <c:v>0.21688657407503342</c:v>
                </c:pt>
                <c:pt idx="18740">
                  <c:v>0.21689814814453712</c:v>
                </c:pt>
                <c:pt idx="18741">
                  <c:v>0.21690972222131677</c:v>
                </c:pt>
                <c:pt idx="18742">
                  <c:v>0.21692129629082046</c:v>
                </c:pt>
                <c:pt idx="18743">
                  <c:v>0.21693287036760012</c:v>
                </c:pt>
                <c:pt idx="18744">
                  <c:v>0.21694444444437977</c:v>
                </c:pt>
                <c:pt idx="18745">
                  <c:v>0.21695601851388346</c:v>
                </c:pt>
                <c:pt idx="18746">
                  <c:v>0.21696759259066312</c:v>
                </c:pt>
                <c:pt idx="18747">
                  <c:v>0.21697916666744277</c:v>
                </c:pt>
                <c:pt idx="18748">
                  <c:v>0.21699074073694646</c:v>
                </c:pt>
                <c:pt idx="18749">
                  <c:v>0.21700231481372612</c:v>
                </c:pt>
                <c:pt idx="18750">
                  <c:v>0.21701388888322981</c:v>
                </c:pt>
                <c:pt idx="18751">
                  <c:v>0.21702546296000946</c:v>
                </c:pt>
                <c:pt idx="18752">
                  <c:v>0.21703703703678912</c:v>
                </c:pt>
                <c:pt idx="18753">
                  <c:v>0.21704861110629281</c:v>
                </c:pt>
                <c:pt idx="18754">
                  <c:v>0.21706018518307246</c:v>
                </c:pt>
                <c:pt idx="18755">
                  <c:v>0.21707175925985212</c:v>
                </c:pt>
                <c:pt idx="18756">
                  <c:v>0.21708333332935581</c:v>
                </c:pt>
                <c:pt idx="18757">
                  <c:v>0.21709490740613546</c:v>
                </c:pt>
                <c:pt idx="18758">
                  <c:v>0.21710648147563916</c:v>
                </c:pt>
                <c:pt idx="18759">
                  <c:v>0.21711805555241881</c:v>
                </c:pt>
                <c:pt idx="18760">
                  <c:v>0.21712962962919846</c:v>
                </c:pt>
                <c:pt idx="18761">
                  <c:v>0.21714120369870216</c:v>
                </c:pt>
                <c:pt idx="18762">
                  <c:v>0.21715277777548181</c:v>
                </c:pt>
                <c:pt idx="18763">
                  <c:v>0.21716435185226146</c:v>
                </c:pt>
                <c:pt idx="18764">
                  <c:v>0.21717592592176516</c:v>
                </c:pt>
                <c:pt idx="18765">
                  <c:v>0.21718749999854481</c:v>
                </c:pt>
                <c:pt idx="18766">
                  <c:v>0.21719907407532446</c:v>
                </c:pt>
                <c:pt idx="18767">
                  <c:v>0.21721064814482816</c:v>
                </c:pt>
                <c:pt idx="18768">
                  <c:v>0.21722222222160781</c:v>
                </c:pt>
                <c:pt idx="18769">
                  <c:v>0.2172337962911115</c:v>
                </c:pt>
                <c:pt idx="18770">
                  <c:v>0.21724537036789116</c:v>
                </c:pt>
                <c:pt idx="18771">
                  <c:v>0.21725694444467081</c:v>
                </c:pt>
                <c:pt idx="18772">
                  <c:v>0.2172685185141745</c:v>
                </c:pt>
                <c:pt idx="18773">
                  <c:v>0.21728009259095415</c:v>
                </c:pt>
                <c:pt idx="18774">
                  <c:v>0.21729166666773381</c:v>
                </c:pt>
                <c:pt idx="18775">
                  <c:v>0.2173032407372375</c:v>
                </c:pt>
                <c:pt idx="18776">
                  <c:v>0.21731481481401715</c:v>
                </c:pt>
                <c:pt idx="18777">
                  <c:v>0.21732638888352085</c:v>
                </c:pt>
                <c:pt idx="18778">
                  <c:v>0.2173379629603005</c:v>
                </c:pt>
                <c:pt idx="18779">
                  <c:v>0.21734953703708015</c:v>
                </c:pt>
                <c:pt idx="18780">
                  <c:v>0.21736111110658385</c:v>
                </c:pt>
                <c:pt idx="18781">
                  <c:v>0.2173726851833635</c:v>
                </c:pt>
                <c:pt idx="18782">
                  <c:v>0.21738425926014315</c:v>
                </c:pt>
                <c:pt idx="18783">
                  <c:v>0.21739583332964685</c:v>
                </c:pt>
                <c:pt idx="18784">
                  <c:v>0.2174074074064265</c:v>
                </c:pt>
                <c:pt idx="18785">
                  <c:v>0.2174189814759302</c:v>
                </c:pt>
                <c:pt idx="18786">
                  <c:v>0.21743055555270985</c:v>
                </c:pt>
                <c:pt idx="18787">
                  <c:v>0.2174421296294895</c:v>
                </c:pt>
                <c:pt idx="18788">
                  <c:v>0.21745370369899319</c:v>
                </c:pt>
                <c:pt idx="18789">
                  <c:v>0.21746527777577285</c:v>
                </c:pt>
                <c:pt idx="18790">
                  <c:v>0.2174768518525525</c:v>
                </c:pt>
                <c:pt idx="18791">
                  <c:v>0.21748842592205619</c:v>
                </c:pt>
                <c:pt idx="18792">
                  <c:v>0.21749999999883585</c:v>
                </c:pt>
                <c:pt idx="18793">
                  <c:v>0.21751157406833954</c:v>
                </c:pt>
                <c:pt idx="18794">
                  <c:v>0.21752314814511919</c:v>
                </c:pt>
                <c:pt idx="18795">
                  <c:v>0.21753472222189885</c:v>
                </c:pt>
                <c:pt idx="18796">
                  <c:v>0.21754629629140254</c:v>
                </c:pt>
                <c:pt idx="18797">
                  <c:v>0.21755787036818219</c:v>
                </c:pt>
                <c:pt idx="18798">
                  <c:v>0.21756944444496185</c:v>
                </c:pt>
                <c:pt idx="18799">
                  <c:v>0.21758101851446554</c:v>
                </c:pt>
                <c:pt idx="18800">
                  <c:v>0.21759259259124519</c:v>
                </c:pt>
                <c:pt idx="18801">
                  <c:v>0.21760416666074889</c:v>
                </c:pt>
                <c:pt idx="18802">
                  <c:v>0.21761574073752854</c:v>
                </c:pt>
                <c:pt idx="18803">
                  <c:v>0.21762731481430819</c:v>
                </c:pt>
                <c:pt idx="18804">
                  <c:v>0.21763888888381189</c:v>
                </c:pt>
                <c:pt idx="18805">
                  <c:v>0.21765046296059154</c:v>
                </c:pt>
                <c:pt idx="18806">
                  <c:v>0.21766203703737119</c:v>
                </c:pt>
                <c:pt idx="18807">
                  <c:v>0.21767361110687489</c:v>
                </c:pt>
                <c:pt idx="18808">
                  <c:v>0.21768518518365454</c:v>
                </c:pt>
                <c:pt idx="18809">
                  <c:v>0.21769675926043419</c:v>
                </c:pt>
                <c:pt idx="18810">
                  <c:v>0.21770833332993789</c:v>
                </c:pt>
                <c:pt idx="18811">
                  <c:v>0.21771990740671754</c:v>
                </c:pt>
                <c:pt idx="18812">
                  <c:v>0.21773148147622123</c:v>
                </c:pt>
                <c:pt idx="18813">
                  <c:v>0.21774305555300089</c:v>
                </c:pt>
                <c:pt idx="18814">
                  <c:v>0.21775462962978054</c:v>
                </c:pt>
                <c:pt idx="18815">
                  <c:v>0.21776620369928423</c:v>
                </c:pt>
                <c:pt idx="18816">
                  <c:v>0.21777777777606389</c:v>
                </c:pt>
                <c:pt idx="18817">
                  <c:v>0.21778935185284354</c:v>
                </c:pt>
                <c:pt idx="18818">
                  <c:v>0.21780092592234723</c:v>
                </c:pt>
                <c:pt idx="18819">
                  <c:v>0.21781249999912689</c:v>
                </c:pt>
                <c:pt idx="18820">
                  <c:v>0.21782407406863058</c:v>
                </c:pt>
                <c:pt idx="18821">
                  <c:v>0.21783564814541023</c:v>
                </c:pt>
                <c:pt idx="18822">
                  <c:v>0.21784722222218988</c:v>
                </c:pt>
                <c:pt idx="18823">
                  <c:v>0.21785879629169358</c:v>
                </c:pt>
                <c:pt idx="18824">
                  <c:v>0.21787037036847323</c:v>
                </c:pt>
                <c:pt idx="18825">
                  <c:v>0.21788194444525288</c:v>
                </c:pt>
                <c:pt idx="18826">
                  <c:v>0.21789351851475658</c:v>
                </c:pt>
                <c:pt idx="18827">
                  <c:v>0.21790509259153623</c:v>
                </c:pt>
                <c:pt idx="18828">
                  <c:v>0.21791666666103993</c:v>
                </c:pt>
                <c:pt idx="18829">
                  <c:v>0.21792824073781958</c:v>
                </c:pt>
                <c:pt idx="18830">
                  <c:v>0.21793981481459923</c:v>
                </c:pt>
                <c:pt idx="18831">
                  <c:v>0.21795138888410293</c:v>
                </c:pt>
                <c:pt idx="18832">
                  <c:v>0.21796296296088258</c:v>
                </c:pt>
                <c:pt idx="18833">
                  <c:v>0.21797453703766223</c:v>
                </c:pt>
                <c:pt idx="18834">
                  <c:v>0.21798611110716593</c:v>
                </c:pt>
                <c:pt idx="18835">
                  <c:v>0.21799768518394558</c:v>
                </c:pt>
                <c:pt idx="18836">
                  <c:v>0.21800925925344927</c:v>
                </c:pt>
                <c:pt idx="18837">
                  <c:v>0.21802083333022892</c:v>
                </c:pt>
                <c:pt idx="18838">
                  <c:v>0.21803240740700858</c:v>
                </c:pt>
                <c:pt idx="18839">
                  <c:v>0.21804398147651227</c:v>
                </c:pt>
                <c:pt idx="18840">
                  <c:v>0.21805555555329192</c:v>
                </c:pt>
                <c:pt idx="18841">
                  <c:v>0.21806712963007158</c:v>
                </c:pt>
                <c:pt idx="18842">
                  <c:v>0.21807870369957527</c:v>
                </c:pt>
                <c:pt idx="18843">
                  <c:v>0.21809027777635492</c:v>
                </c:pt>
                <c:pt idx="18844">
                  <c:v>0.21810185185313458</c:v>
                </c:pt>
                <c:pt idx="18845">
                  <c:v>0.21811342592263827</c:v>
                </c:pt>
                <c:pt idx="18846">
                  <c:v>0.21812499999941792</c:v>
                </c:pt>
                <c:pt idx="18847">
                  <c:v>0.21813657406892162</c:v>
                </c:pt>
                <c:pt idx="18848">
                  <c:v>0.21814814814570127</c:v>
                </c:pt>
                <c:pt idx="18849">
                  <c:v>0.21815972222248092</c:v>
                </c:pt>
                <c:pt idx="18850">
                  <c:v>0.21817129629198462</c:v>
                </c:pt>
                <c:pt idx="18851">
                  <c:v>0.21818287036876427</c:v>
                </c:pt>
                <c:pt idx="18852">
                  <c:v>0.21819444444554392</c:v>
                </c:pt>
                <c:pt idx="18853">
                  <c:v>0.21820601851504762</c:v>
                </c:pt>
                <c:pt idx="18854">
                  <c:v>0.21821759259182727</c:v>
                </c:pt>
                <c:pt idx="18855">
                  <c:v>0.21822916666133096</c:v>
                </c:pt>
                <c:pt idx="18856">
                  <c:v>0.21824074073811062</c:v>
                </c:pt>
                <c:pt idx="18857">
                  <c:v>0.21825231481489027</c:v>
                </c:pt>
                <c:pt idx="18858">
                  <c:v>0.21826388888439396</c:v>
                </c:pt>
                <c:pt idx="18859">
                  <c:v>0.21827546296117362</c:v>
                </c:pt>
                <c:pt idx="18860">
                  <c:v>0.21828703703795327</c:v>
                </c:pt>
                <c:pt idx="18861">
                  <c:v>0.21829861110745696</c:v>
                </c:pt>
                <c:pt idx="18862">
                  <c:v>0.21831018518423662</c:v>
                </c:pt>
                <c:pt idx="18863">
                  <c:v>0.21832175925374031</c:v>
                </c:pt>
                <c:pt idx="18864">
                  <c:v>0.21833333333051996</c:v>
                </c:pt>
                <c:pt idx="18865">
                  <c:v>0.21834490740729962</c:v>
                </c:pt>
                <c:pt idx="18866">
                  <c:v>0.21835648147680331</c:v>
                </c:pt>
                <c:pt idx="18867">
                  <c:v>0.21836805555358296</c:v>
                </c:pt>
                <c:pt idx="18868">
                  <c:v>0.21837962963036261</c:v>
                </c:pt>
                <c:pt idx="18869">
                  <c:v>0.21839120369986631</c:v>
                </c:pt>
                <c:pt idx="18870">
                  <c:v>0.21840277777664596</c:v>
                </c:pt>
                <c:pt idx="18871">
                  <c:v>0.21841435184614966</c:v>
                </c:pt>
                <c:pt idx="18872">
                  <c:v>0.21842592592292931</c:v>
                </c:pt>
                <c:pt idx="18873">
                  <c:v>0.21843749999970896</c:v>
                </c:pt>
                <c:pt idx="18874">
                  <c:v>0.21844907406921266</c:v>
                </c:pt>
                <c:pt idx="18875">
                  <c:v>0.21846064814599231</c:v>
                </c:pt>
                <c:pt idx="18876">
                  <c:v>0.21847222222277196</c:v>
                </c:pt>
                <c:pt idx="18877">
                  <c:v>0.21848379629227566</c:v>
                </c:pt>
                <c:pt idx="18878">
                  <c:v>0.21849537036905531</c:v>
                </c:pt>
                <c:pt idx="18879">
                  <c:v>0.218506944438559</c:v>
                </c:pt>
                <c:pt idx="18880">
                  <c:v>0.21851851851533866</c:v>
                </c:pt>
                <c:pt idx="18881">
                  <c:v>0.21853009259211831</c:v>
                </c:pt>
                <c:pt idx="18882">
                  <c:v>0.218541666661622</c:v>
                </c:pt>
                <c:pt idx="18883">
                  <c:v>0.21855324073840166</c:v>
                </c:pt>
                <c:pt idx="18884">
                  <c:v>0.21856481481518131</c:v>
                </c:pt>
                <c:pt idx="18885">
                  <c:v>0.218576388884685</c:v>
                </c:pt>
                <c:pt idx="18886">
                  <c:v>0.21858796296146465</c:v>
                </c:pt>
                <c:pt idx="18887">
                  <c:v>0.21859953703824431</c:v>
                </c:pt>
                <c:pt idx="18888">
                  <c:v>0.218611111107748</c:v>
                </c:pt>
                <c:pt idx="18889">
                  <c:v>0.21862268518452765</c:v>
                </c:pt>
                <c:pt idx="18890">
                  <c:v>0.21863425925403135</c:v>
                </c:pt>
                <c:pt idx="18891">
                  <c:v>0.218645833330811</c:v>
                </c:pt>
                <c:pt idx="18892">
                  <c:v>0.21865740740759065</c:v>
                </c:pt>
                <c:pt idx="18893">
                  <c:v>0.21866898147709435</c:v>
                </c:pt>
                <c:pt idx="18894">
                  <c:v>0.218680555553874</c:v>
                </c:pt>
                <c:pt idx="18895">
                  <c:v>0.21869212963065365</c:v>
                </c:pt>
                <c:pt idx="18896">
                  <c:v>0.21870370370015735</c:v>
                </c:pt>
                <c:pt idx="18897">
                  <c:v>0.218715277776937</c:v>
                </c:pt>
                <c:pt idx="18898">
                  <c:v>0.2187268518464407</c:v>
                </c:pt>
                <c:pt idx="18899">
                  <c:v>0.21873842592322035</c:v>
                </c:pt>
                <c:pt idx="18900">
                  <c:v>0.21875</c:v>
                </c:pt>
                <c:pt idx="18901">
                  <c:v>0.21876157406950369</c:v>
                </c:pt>
                <c:pt idx="18902">
                  <c:v>0.21877314814628335</c:v>
                </c:pt>
                <c:pt idx="18903">
                  <c:v>0.218784722223063</c:v>
                </c:pt>
                <c:pt idx="18904">
                  <c:v>0.21879629629256669</c:v>
                </c:pt>
                <c:pt idx="18905">
                  <c:v>0.21880787036934635</c:v>
                </c:pt>
                <c:pt idx="18906">
                  <c:v>0.21881944443885004</c:v>
                </c:pt>
                <c:pt idx="18907">
                  <c:v>0.21883101851562969</c:v>
                </c:pt>
                <c:pt idx="18908">
                  <c:v>0.21884259259240935</c:v>
                </c:pt>
                <c:pt idx="18909">
                  <c:v>0.21885416666191304</c:v>
                </c:pt>
                <c:pt idx="18910">
                  <c:v>0.21886574073869269</c:v>
                </c:pt>
                <c:pt idx="18911">
                  <c:v>0.21887731481547235</c:v>
                </c:pt>
                <c:pt idx="18912">
                  <c:v>0.21888888888497604</c:v>
                </c:pt>
                <c:pt idx="18913">
                  <c:v>0.21890046296175569</c:v>
                </c:pt>
                <c:pt idx="18914">
                  <c:v>0.21891203703125939</c:v>
                </c:pt>
                <c:pt idx="18915">
                  <c:v>0.21892361110803904</c:v>
                </c:pt>
                <c:pt idx="18916">
                  <c:v>0.21893518518481869</c:v>
                </c:pt>
                <c:pt idx="18917">
                  <c:v>0.21894675925432239</c:v>
                </c:pt>
                <c:pt idx="18918">
                  <c:v>0.21895833333110204</c:v>
                </c:pt>
                <c:pt idx="18919">
                  <c:v>0.21896990740788169</c:v>
                </c:pt>
                <c:pt idx="18920">
                  <c:v>0.21898148147738539</c:v>
                </c:pt>
                <c:pt idx="18921">
                  <c:v>0.21899305555416504</c:v>
                </c:pt>
                <c:pt idx="18922">
                  <c:v>0.21900462963094469</c:v>
                </c:pt>
                <c:pt idx="18923">
                  <c:v>0.21901620370044839</c:v>
                </c:pt>
                <c:pt idx="18924">
                  <c:v>0.21902777777722804</c:v>
                </c:pt>
                <c:pt idx="18925">
                  <c:v>0.21903935184673173</c:v>
                </c:pt>
                <c:pt idx="18926">
                  <c:v>0.21905092592351139</c:v>
                </c:pt>
                <c:pt idx="18927">
                  <c:v>0.21906250000029104</c:v>
                </c:pt>
                <c:pt idx="18928">
                  <c:v>0.21907407406979473</c:v>
                </c:pt>
                <c:pt idx="18929">
                  <c:v>0.21908564814657439</c:v>
                </c:pt>
                <c:pt idx="18930">
                  <c:v>0.21909722222335404</c:v>
                </c:pt>
                <c:pt idx="18931">
                  <c:v>0.21910879629285773</c:v>
                </c:pt>
                <c:pt idx="18932">
                  <c:v>0.21912037036963739</c:v>
                </c:pt>
                <c:pt idx="18933">
                  <c:v>0.21913194443914108</c:v>
                </c:pt>
                <c:pt idx="18934">
                  <c:v>0.21914351851592073</c:v>
                </c:pt>
                <c:pt idx="18935">
                  <c:v>0.21915509259270038</c:v>
                </c:pt>
                <c:pt idx="18936">
                  <c:v>0.21916666666220408</c:v>
                </c:pt>
                <c:pt idx="18937">
                  <c:v>0.21917824073898373</c:v>
                </c:pt>
                <c:pt idx="18938">
                  <c:v>0.21918981481576338</c:v>
                </c:pt>
                <c:pt idx="18939">
                  <c:v>0.21920138888526708</c:v>
                </c:pt>
                <c:pt idx="18940">
                  <c:v>0.21921296296204673</c:v>
                </c:pt>
                <c:pt idx="18941">
                  <c:v>0.21922453703155043</c:v>
                </c:pt>
                <c:pt idx="18942">
                  <c:v>0.21923611110833008</c:v>
                </c:pt>
                <c:pt idx="18943">
                  <c:v>0.21924768518510973</c:v>
                </c:pt>
                <c:pt idx="18944">
                  <c:v>0.21925925925461343</c:v>
                </c:pt>
                <c:pt idx="18945">
                  <c:v>0.21927083333139308</c:v>
                </c:pt>
                <c:pt idx="18946">
                  <c:v>0.21928240740817273</c:v>
                </c:pt>
                <c:pt idx="18947">
                  <c:v>0.21929398147767643</c:v>
                </c:pt>
                <c:pt idx="18948">
                  <c:v>0.21930555555445608</c:v>
                </c:pt>
                <c:pt idx="18949">
                  <c:v>0.21931712962395977</c:v>
                </c:pt>
                <c:pt idx="18950">
                  <c:v>0.21932870370073942</c:v>
                </c:pt>
                <c:pt idx="18951">
                  <c:v>0.21934027777751908</c:v>
                </c:pt>
                <c:pt idx="18952">
                  <c:v>0.21935185184702277</c:v>
                </c:pt>
                <c:pt idx="18953">
                  <c:v>0.21936342592380242</c:v>
                </c:pt>
                <c:pt idx="18954">
                  <c:v>0.21937500000058208</c:v>
                </c:pt>
                <c:pt idx="18955">
                  <c:v>0.21938657407008577</c:v>
                </c:pt>
                <c:pt idx="18956">
                  <c:v>0.21939814814686542</c:v>
                </c:pt>
                <c:pt idx="18957">
                  <c:v>0.21940972221636912</c:v>
                </c:pt>
                <c:pt idx="18958">
                  <c:v>0.21942129629314877</c:v>
                </c:pt>
                <c:pt idx="18959">
                  <c:v>0.21943287036992842</c:v>
                </c:pt>
                <c:pt idx="18960">
                  <c:v>0.21944444443943212</c:v>
                </c:pt>
                <c:pt idx="18961">
                  <c:v>0.21945601851621177</c:v>
                </c:pt>
                <c:pt idx="18962">
                  <c:v>0.21946759259299142</c:v>
                </c:pt>
                <c:pt idx="18963">
                  <c:v>0.21947916666249512</c:v>
                </c:pt>
                <c:pt idx="18964">
                  <c:v>0.21949074073927477</c:v>
                </c:pt>
                <c:pt idx="18965">
                  <c:v>0.21950231481605442</c:v>
                </c:pt>
                <c:pt idx="18966">
                  <c:v>0.21951388888555812</c:v>
                </c:pt>
                <c:pt idx="18967">
                  <c:v>0.21952546296233777</c:v>
                </c:pt>
                <c:pt idx="18968">
                  <c:v>0.21953703703184146</c:v>
                </c:pt>
                <c:pt idx="18969">
                  <c:v>0.21954861110862112</c:v>
                </c:pt>
                <c:pt idx="18970">
                  <c:v>0.21956018518540077</c:v>
                </c:pt>
                <c:pt idx="18971">
                  <c:v>0.21957175925490446</c:v>
                </c:pt>
                <c:pt idx="18972">
                  <c:v>0.21958333333168412</c:v>
                </c:pt>
                <c:pt idx="18973">
                  <c:v>0.21959490740846377</c:v>
                </c:pt>
                <c:pt idx="18974">
                  <c:v>0.21960648147796746</c:v>
                </c:pt>
                <c:pt idx="18975">
                  <c:v>0.21961805555474712</c:v>
                </c:pt>
                <c:pt idx="18976">
                  <c:v>0.21962962962425081</c:v>
                </c:pt>
                <c:pt idx="18977">
                  <c:v>0.21964120370103046</c:v>
                </c:pt>
                <c:pt idx="18978">
                  <c:v>0.21965277777781012</c:v>
                </c:pt>
                <c:pt idx="18979">
                  <c:v>0.21966435184731381</c:v>
                </c:pt>
                <c:pt idx="18980">
                  <c:v>0.21967592592409346</c:v>
                </c:pt>
                <c:pt idx="18981">
                  <c:v>0.21968750000087311</c:v>
                </c:pt>
                <c:pt idx="18982">
                  <c:v>0.21969907407037681</c:v>
                </c:pt>
                <c:pt idx="18983">
                  <c:v>0.21971064814715646</c:v>
                </c:pt>
                <c:pt idx="18984">
                  <c:v>0.21972222221666016</c:v>
                </c:pt>
                <c:pt idx="18985">
                  <c:v>0.21973379629343981</c:v>
                </c:pt>
                <c:pt idx="18986">
                  <c:v>0.21974537037021946</c:v>
                </c:pt>
                <c:pt idx="18987">
                  <c:v>0.21975694443972316</c:v>
                </c:pt>
                <c:pt idx="18988">
                  <c:v>0.21976851851650281</c:v>
                </c:pt>
                <c:pt idx="18989">
                  <c:v>0.21978009259328246</c:v>
                </c:pt>
                <c:pt idx="18990">
                  <c:v>0.21979166666278616</c:v>
                </c:pt>
                <c:pt idx="18991">
                  <c:v>0.21980324073956581</c:v>
                </c:pt>
                <c:pt idx="18992">
                  <c:v>0.2198148148090695</c:v>
                </c:pt>
                <c:pt idx="18993">
                  <c:v>0.21982638888584916</c:v>
                </c:pt>
                <c:pt idx="18994">
                  <c:v>0.21983796296262881</c:v>
                </c:pt>
                <c:pt idx="18995">
                  <c:v>0.2198495370321325</c:v>
                </c:pt>
                <c:pt idx="18996">
                  <c:v>0.21986111110891216</c:v>
                </c:pt>
                <c:pt idx="18997">
                  <c:v>0.21987268518569181</c:v>
                </c:pt>
                <c:pt idx="18998">
                  <c:v>0.2198842592551955</c:v>
                </c:pt>
                <c:pt idx="18999">
                  <c:v>0.21989583333197515</c:v>
                </c:pt>
                <c:pt idx="19000">
                  <c:v>0.21990740740147885</c:v>
                </c:pt>
                <c:pt idx="19001">
                  <c:v>0.2199189814782585</c:v>
                </c:pt>
                <c:pt idx="19002">
                  <c:v>0.21993055555503815</c:v>
                </c:pt>
                <c:pt idx="19003">
                  <c:v>0.21994212962454185</c:v>
                </c:pt>
                <c:pt idx="19004">
                  <c:v>0.2199537037013215</c:v>
                </c:pt>
                <c:pt idx="19005">
                  <c:v>0.21996527777810115</c:v>
                </c:pt>
                <c:pt idx="19006">
                  <c:v>0.21997685184760485</c:v>
                </c:pt>
                <c:pt idx="19007">
                  <c:v>0.2199884259243845</c:v>
                </c:pt>
                <c:pt idx="19008">
                  <c:v>0.22000000000116415</c:v>
                </c:pt>
                <c:pt idx="19009">
                  <c:v>0.22001157407066785</c:v>
                </c:pt>
                <c:pt idx="19010">
                  <c:v>0.2200231481474475</c:v>
                </c:pt>
                <c:pt idx="19011">
                  <c:v>0.2200347222169512</c:v>
                </c:pt>
                <c:pt idx="19012">
                  <c:v>0.22004629629373085</c:v>
                </c:pt>
                <c:pt idx="19013">
                  <c:v>0.2200578703705105</c:v>
                </c:pt>
                <c:pt idx="19014">
                  <c:v>0.22006944444001419</c:v>
                </c:pt>
                <c:pt idx="19015">
                  <c:v>0.22008101851679385</c:v>
                </c:pt>
                <c:pt idx="19016">
                  <c:v>0.2200925925935735</c:v>
                </c:pt>
                <c:pt idx="19017">
                  <c:v>0.22010416666307719</c:v>
                </c:pt>
                <c:pt idx="19018">
                  <c:v>0.22011574073985685</c:v>
                </c:pt>
                <c:pt idx="19019">
                  <c:v>0.22012731480936054</c:v>
                </c:pt>
                <c:pt idx="19020">
                  <c:v>0.22013888888614019</c:v>
                </c:pt>
                <c:pt idx="19021">
                  <c:v>0.22015046296291985</c:v>
                </c:pt>
                <c:pt idx="19022">
                  <c:v>0.22016203703242354</c:v>
                </c:pt>
                <c:pt idx="19023">
                  <c:v>0.22017361110920319</c:v>
                </c:pt>
                <c:pt idx="19024">
                  <c:v>0.22018518518598285</c:v>
                </c:pt>
                <c:pt idx="19025">
                  <c:v>0.22019675925548654</c:v>
                </c:pt>
                <c:pt idx="19026">
                  <c:v>0.22020833333226619</c:v>
                </c:pt>
                <c:pt idx="19027">
                  <c:v>0.22021990740176989</c:v>
                </c:pt>
                <c:pt idx="19028">
                  <c:v>0.22023148147854954</c:v>
                </c:pt>
                <c:pt idx="19029">
                  <c:v>0.22024305555532919</c:v>
                </c:pt>
                <c:pt idx="19030">
                  <c:v>0.22025462962483289</c:v>
                </c:pt>
                <c:pt idx="19031">
                  <c:v>0.22026620370161254</c:v>
                </c:pt>
                <c:pt idx="19032">
                  <c:v>0.22027777777839219</c:v>
                </c:pt>
                <c:pt idx="19033">
                  <c:v>0.22028935184789589</c:v>
                </c:pt>
                <c:pt idx="19034">
                  <c:v>0.22030092592467554</c:v>
                </c:pt>
                <c:pt idx="19035">
                  <c:v>0.22031249999417923</c:v>
                </c:pt>
                <c:pt idx="19036">
                  <c:v>0.22032407407095889</c:v>
                </c:pt>
                <c:pt idx="19037">
                  <c:v>0.22033564814773854</c:v>
                </c:pt>
                <c:pt idx="19038">
                  <c:v>0.22034722221724223</c:v>
                </c:pt>
                <c:pt idx="19039">
                  <c:v>0.22035879629402189</c:v>
                </c:pt>
                <c:pt idx="19040">
                  <c:v>0.22037037037080154</c:v>
                </c:pt>
                <c:pt idx="19041">
                  <c:v>0.22038194444030523</c:v>
                </c:pt>
                <c:pt idx="19042">
                  <c:v>0.22039351851708489</c:v>
                </c:pt>
                <c:pt idx="19043">
                  <c:v>0.22040509259386454</c:v>
                </c:pt>
                <c:pt idx="19044">
                  <c:v>0.22041666666336823</c:v>
                </c:pt>
                <c:pt idx="19045">
                  <c:v>0.22042824074014788</c:v>
                </c:pt>
                <c:pt idx="19046">
                  <c:v>0.22043981480965158</c:v>
                </c:pt>
                <c:pt idx="19047">
                  <c:v>0.22045138888643123</c:v>
                </c:pt>
                <c:pt idx="19048">
                  <c:v>0.22046296296321088</c:v>
                </c:pt>
                <c:pt idx="19049">
                  <c:v>0.22047453703271458</c:v>
                </c:pt>
                <c:pt idx="19050">
                  <c:v>0.22048611110949423</c:v>
                </c:pt>
                <c:pt idx="19051">
                  <c:v>0.22049768518627388</c:v>
                </c:pt>
                <c:pt idx="19052">
                  <c:v>0.22050925925577758</c:v>
                </c:pt>
                <c:pt idx="19053">
                  <c:v>0.22052083333255723</c:v>
                </c:pt>
                <c:pt idx="19054">
                  <c:v>0.22053240740206093</c:v>
                </c:pt>
                <c:pt idx="19055">
                  <c:v>0.22054398147884058</c:v>
                </c:pt>
                <c:pt idx="19056">
                  <c:v>0.22055555555562023</c:v>
                </c:pt>
                <c:pt idx="19057">
                  <c:v>0.22056712962512393</c:v>
                </c:pt>
                <c:pt idx="19058">
                  <c:v>0.22057870370190358</c:v>
                </c:pt>
                <c:pt idx="19059">
                  <c:v>0.22059027777868323</c:v>
                </c:pt>
                <c:pt idx="19060">
                  <c:v>0.22060185184818693</c:v>
                </c:pt>
                <c:pt idx="19061">
                  <c:v>0.22061342592496658</c:v>
                </c:pt>
                <c:pt idx="19062">
                  <c:v>0.22062499999447027</c:v>
                </c:pt>
                <c:pt idx="19063">
                  <c:v>0.22063657407124992</c:v>
                </c:pt>
                <c:pt idx="19064">
                  <c:v>0.22064814814802958</c:v>
                </c:pt>
                <c:pt idx="19065">
                  <c:v>0.22065972221753327</c:v>
                </c:pt>
                <c:pt idx="19066">
                  <c:v>0.22067129629431292</c:v>
                </c:pt>
                <c:pt idx="19067">
                  <c:v>0.22068287037109258</c:v>
                </c:pt>
                <c:pt idx="19068">
                  <c:v>0.22069444444059627</c:v>
                </c:pt>
                <c:pt idx="19069">
                  <c:v>0.22070601851737592</c:v>
                </c:pt>
                <c:pt idx="19070">
                  <c:v>0.22071759258687962</c:v>
                </c:pt>
                <c:pt idx="19071">
                  <c:v>0.22072916666365927</c:v>
                </c:pt>
                <c:pt idx="19072">
                  <c:v>0.22074074074043892</c:v>
                </c:pt>
                <c:pt idx="19073">
                  <c:v>0.22075231480994262</c:v>
                </c:pt>
                <c:pt idx="19074">
                  <c:v>0.22076388888672227</c:v>
                </c:pt>
                <c:pt idx="19075">
                  <c:v>0.22077546296350192</c:v>
                </c:pt>
                <c:pt idx="19076">
                  <c:v>0.22078703703300562</c:v>
                </c:pt>
                <c:pt idx="19077">
                  <c:v>0.22079861110978527</c:v>
                </c:pt>
                <c:pt idx="19078">
                  <c:v>0.22081018517928896</c:v>
                </c:pt>
                <c:pt idx="19079">
                  <c:v>0.22082175925606862</c:v>
                </c:pt>
                <c:pt idx="19080">
                  <c:v>0.22083333333284827</c:v>
                </c:pt>
                <c:pt idx="19081">
                  <c:v>0.22084490740235196</c:v>
                </c:pt>
                <c:pt idx="19082">
                  <c:v>0.22085648147913162</c:v>
                </c:pt>
                <c:pt idx="19083">
                  <c:v>0.22086805555591127</c:v>
                </c:pt>
                <c:pt idx="19084">
                  <c:v>0.22087962962541496</c:v>
                </c:pt>
                <c:pt idx="19085">
                  <c:v>0.22089120370219462</c:v>
                </c:pt>
                <c:pt idx="19086">
                  <c:v>0.22090277777897427</c:v>
                </c:pt>
                <c:pt idx="19087">
                  <c:v>0.22091435184847796</c:v>
                </c:pt>
                <c:pt idx="19088">
                  <c:v>0.22092592592525762</c:v>
                </c:pt>
                <c:pt idx="19089">
                  <c:v>0.22093749999476131</c:v>
                </c:pt>
                <c:pt idx="19090">
                  <c:v>0.22094907407154096</c:v>
                </c:pt>
                <c:pt idx="19091">
                  <c:v>0.22096064814832062</c:v>
                </c:pt>
                <c:pt idx="19092">
                  <c:v>0.22097222221782431</c:v>
                </c:pt>
                <c:pt idx="19093">
                  <c:v>0.22098379629460396</c:v>
                </c:pt>
                <c:pt idx="19094">
                  <c:v>0.22099537037138361</c:v>
                </c:pt>
                <c:pt idx="19095">
                  <c:v>0.22100694444088731</c:v>
                </c:pt>
                <c:pt idx="19096">
                  <c:v>0.22101851851766696</c:v>
                </c:pt>
                <c:pt idx="19097">
                  <c:v>0.22103009258717066</c:v>
                </c:pt>
                <c:pt idx="19098">
                  <c:v>0.22104166666395031</c:v>
                </c:pt>
                <c:pt idx="19099">
                  <c:v>0.22105324074072996</c:v>
                </c:pt>
                <c:pt idx="19100">
                  <c:v>0.22106481481023366</c:v>
                </c:pt>
                <c:pt idx="19101">
                  <c:v>0.22107638888701331</c:v>
                </c:pt>
                <c:pt idx="19102">
                  <c:v>0.22108796296379296</c:v>
                </c:pt>
                <c:pt idx="19103">
                  <c:v>0.22109953703329666</c:v>
                </c:pt>
                <c:pt idx="19104">
                  <c:v>0.22111111111007631</c:v>
                </c:pt>
                <c:pt idx="19105">
                  <c:v>0.22112268517958</c:v>
                </c:pt>
                <c:pt idx="19106">
                  <c:v>0.22113425925635966</c:v>
                </c:pt>
                <c:pt idx="19107">
                  <c:v>0.22114583333313931</c:v>
                </c:pt>
                <c:pt idx="19108">
                  <c:v>0.221157407402643</c:v>
                </c:pt>
                <c:pt idx="19109">
                  <c:v>0.22116898147942265</c:v>
                </c:pt>
                <c:pt idx="19110">
                  <c:v>0.22118055555620231</c:v>
                </c:pt>
                <c:pt idx="19111">
                  <c:v>0.221192129625706</c:v>
                </c:pt>
                <c:pt idx="19112">
                  <c:v>0.22120370370248565</c:v>
                </c:pt>
                <c:pt idx="19113">
                  <c:v>0.22121527777198935</c:v>
                </c:pt>
                <c:pt idx="19114">
                  <c:v>0.221226851848769</c:v>
                </c:pt>
                <c:pt idx="19115">
                  <c:v>0.22123842592554865</c:v>
                </c:pt>
                <c:pt idx="19116">
                  <c:v>0.22124999999505235</c:v>
                </c:pt>
                <c:pt idx="19117">
                  <c:v>0.221261574071832</c:v>
                </c:pt>
                <c:pt idx="19118">
                  <c:v>0.22127314814861165</c:v>
                </c:pt>
                <c:pt idx="19119">
                  <c:v>0.22128472221811535</c:v>
                </c:pt>
                <c:pt idx="19120">
                  <c:v>0.221296296294895</c:v>
                </c:pt>
                <c:pt idx="19121">
                  <c:v>0.22130787037167465</c:v>
                </c:pt>
                <c:pt idx="19122">
                  <c:v>0.22131944444117835</c:v>
                </c:pt>
                <c:pt idx="19123">
                  <c:v>0.221331018517958</c:v>
                </c:pt>
                <c:pt idx="19124">
                  <c:v>0.2213425925874617</c:v>
                </c:pt>
                <c:pt idx="19125">
                  <c:v>0.22135416666424135</c:v>
                </c:pt>
                <c:pt idx="19126">
                  <c:v>0.221365740741021</c:v>
                </c:pt>
                <c:pt idx="19127">
                  <c:v>0.22137731481052469</c:v>
                </c:pt>
                <c:pt idx="19128">
                  <c:v>0.22138888888730435</c:v>
                </c:pt>
                <c:pt idx="19129">
                  <c:v>0.221400462964084</c:v>
                </c:pt>
                <c:pt idx="19130">
                  <c:v>0.22141203703358769</c:v>
                </c:pt>
                <c:pt idx="19131">
                  <c:v>0.22142361111036735</c:v>
                </c:pt>
                <c:pt idx="19132">
                  <c:v>0.22143518517987104</c:v>
                </c:pt>
                <c:pt idx="19133">
                  <c:v>0.22144675925665069</c:v>
                </c:pt>
                <c:pt idx="19134">
                  <c:v>0.22145833333343035</c:v>
                </c:pt>
                <c:pt idx="19135">
                  <c:v>0.22146990740293404</c:v>
                </c:pt>
                <c:pt idx="19136">
                  <c:v>0.22148148147971369</c:v>
                </c:pt>
                <c:pt idx="19137">
                  <c:v>0.22149305555649335</c:v>
                </c:pt>
                <c:pt idx="19138">
                  <c:v>0.22150462962599704</c:v>
                </c:pt>
                <c:pt idx="19139">
                  <c:v>0.22151620370277669</c:v>
                </c:pt>
                <c:pt idx="19140">
                  <c:v>0.22152777777228039</c:v>
                </c:pt>
                <c:pt idx="19141">
                  <c:v>0.22153935184906004</c:v>
                </c:pt>
                <c:pt idx="19142">
                  <c:v>0.22155092592583969</c:v>
                </c:pt>
                <c:pt idx="19143">
                  <c:v>0.22156249999534339</c:v>
                </c:pt>
                <c:pt idx="19144">
                  <c:v>0.22157407407212304</c:v>
                </c:pt>
                <c:pt idx="19145">
                  <c:v>0.22158564814890269</c:v>
                </c:pt>
                <c:pt idx="19146">
                  <c:v>0.22159722221840639</c:v>
                </c:pt>
                <c:pt idx="19147">
                  <c:v>0.22160879629518604</c:v>
                </c:pt>
                <c:pt idx="19148">
                  <c:v>0.22162037036468973</c:v>
                </c:pt>
                <c:pt idx="19149">
                  <c:v>0.22163194444146939</c:v>
                </c:pt>
                <c:pt idx="19150">
                  <c:v>0.22164351851824904</c:v>
                </c:pt>
                <c:pt idx="19151">
                  <c:v>0.22165509258775273</c:v>
                </c:pt>
                <c:pt idx="19152">
                  <c:v>0.22166666666453239</c:v>
                </c:pt>
                <c:pt idx="19153">
                  <c:v>0.22167824074131204</c:v>
                </c:pt>
                <c:pt idx="19154">
                  <c:v>0.22168981481081573</c:v>
                </c:pt>
                <c:pt idx="19155">
                  <c:v>0.22170138888759539</c:v>
                </c:pt>
                <c:pt idx="19156">
                  <c:v>0.22171296295709908</c:v>
                </c:pt>
                <c:pt idx="19157">
                  <c:v>0.22172453703387873</c:v>
                </c:pt>
                <c:pt idx="19158">
                  <c:v>0.22173611111065838</c:v>
                </c:pt>
                <c:pt idx="19159">
                  <c:v>0.22174768518016208</c:v>
                </c:pt>
                <c:pt idx="19160">
                  <c:v>0.22175925925694173</c:v>
                </c:pt>
                <c:pt idx="19161">
                  <c:v>0.22177083333372138</c:v>
                </c:pt>
                <c:pt idx="19162">
                  <c:v>0.22178240740322508</c:v>
                </c:pt>
                <c:pt idx="19163">
                  <c:v>0.22179398148000473</c:v>
                </c:pt>
                <c:pt idx="19164">
                  <c:v>0.22180555555678438</c:v>
                </c:pt>
                <c:pt idx="19165">
                  <c:v>0.22181712962628808</c:v>
                </c:pt>
                <c:pt idx="19166">
                  <c:v>0.22182870370306773</c:v>
                </c:pt>
                <c:pt idx="19167">
                  <c:v>0.22184027777257143</c:v>
                </c:pt>
                <c:pt idx="19168">
                  <c:v>0.22185185184935108</c:v>
                </c:pt>
                <c:pt idx="19169">
                  <c:v>0.22186342592613073</c:v>
                </c:pt>
                <c:pt idx="19170">
                  <c:v>0.22187499999563443</c:v>
                </c:pt>
                <c:pt idx="19171">
                  <c:v>0.22188657407241408</c:v>
                </c:pt>
                <c:pt idx="19172">
                  <c:v>0.22189814814919373</c:v>
                </c:pt>
                <c:pt idx="19173">
                  <c:v>0.22190972221869742</c:v>
                </c:pt>
                <c:pt idx="19174">
                  <c:v>0.22192129629547708</c:v>
                </c:pt>
                <c:pt idx="19175">
                  <c:v>0.22193287036498077</c:v>
                </c:pt>
                <c:pt idx="19176">
                  <c:v>0.22194444444176042</c:v>
                </c:pt>
                <c:pt idx="19177">
                  <c:v>0.22195601851854008</c:v>
                </c:pt>
                <c:pt idx="19178">
                  <c:v>0.22196759258804377</c:v>
                </c:pt>
                <c:pt idx="19179">
                  <c:v>0.22197916666482342</c:v>
                </c:pt>
                <c:pt idx="19180">
                  <c:v>0.22199074074160308</c:v>
                </c:pt>
                <c:pt idx="19181">
                  <c:v>0.22200231481110677</c:v>
                </c:pt>
                <c:pt idx="19182">
                  <c:v>0.22201388888788642</c:v>
                </c:pt>
                <c:pt idx="19183">
                  <c:v>0.22202546295739012</c:v>
                </c:pt>
                <c:pt idx="19184">
                  <c:v>0.22203703703416977</c:v>
                </c:pt>
                <c:pt idx="19185">
                  <c:v>0.22204861111094942</c:v>
                </c:pt>
                <c:pt idx="19186">
                  <c:v>0.22206018518045312</c:v>
                </c:pt>
                <c:pt idx="19187">
                  <c:v>0.22207175925723277</c:v>
                </c:pt>
                <c:pt idx="19188">
                  <c:v>0.22208333333401242</c:v>
                </c:pt>
                <c:pt idx="19189">
                  <c:v>0.22209490740351612</c:v>
                </c:pt>
                <c:pt idx="19190">
                  <c:v>0.22210648148029577</c:v>
                </c:pt>
                <c:pt idx="19191">
                  <c:v>0.22211805554979946</c:v>
                </c:pt>
                <c:pt idx="19192">
                  <c:v>0.22212962962657912</c:v>
                </c:pt>
                <c:pt idx="19193">
                  <c:v>0.22214120370335877</c:v>
                </c:pt>
                <c:pt idx="19194">
                  <c:v>0.22215277777286246</c:v>
                </c:pt>
                <c:pt idx="19195">
                  <c:v>0.22216435184964212</c:v>
                </c:pt>
                <c:pt idx="19196">
                  <c:v>0.22217592592642177</c:v>
                </c:pt>
                <c:pt idx="19197">
                  <c:v>0.22218749999592546</c:v>
                </c:pt>
                <c:pt idx="19198">
                  <c:v>0.22219907407270512</c:v>
                </c:pt>
                <c:pt idx="19199">
                  <c:v>0.22221064814948477</c:v>
                </c:pt>
                <c:pt idx="19200">
                  <c:v>0.22222222221898846</c:v>
                </c:pt>
                <c:pt idx="19201">
                  <c:v>0.22223379629576812</c:v>
                </c:pt>
                <c:pt idx="19202">
                  <c:v>0.22224537036527181</c:v>
                </c:pt>
                <c:pt idx="19203">
                  <c:v>0.22225694444205146</c:v>
                </c:pt>
                <c:pt idx="19204">
                  <c:v>0.22226851851883112</c:v>
                </c:pt>
                <c:pt idx="19205">
                  <c:v>0.22228009258833481</c:v>
                </c:pt>
                <c:pt idx="19206">
                  <c:v>0.22229166666511446</c:v>
                </c:pt>
                <c:pt idx="19207">
                  <c:v>0.22230324074189411</c:v>
                </c:pt>
                <c:pt idx="19208">
                  <c:v>0.22231481481139781</c:v>
                </c:pt>
                <c:pt idx="19209">
                  <c:v>0.22232638888817746</c:v>
                </c:pt>
                <c:pt idx="19210">
                  <c:v>0.22233796295768116</c:v>
                </c:pt>
                <c:pt idx="19211">
                  <c:v>0.22234953703446081</c:v>
                </c:pt>
                <c:pt idx="19212">
                  <c:v>0.22236111111124046</c:v>
                </c:pt>
                <c:pt idx="19213">
                  <c:v>0.22237268518074416</c:v>
                </c:pt>
                <c:pt idx="19214">
                  <c:v>0.22238425925752381</c:v>
                </c:pt>
                <c:pt idx="19215">
                  <c:v>0.22239583333430346</c:v>
                </c:pt>
                <c:pt idx="19216">
                  <c:v>0.22240740740380716</c:v>
                </c:pt>
                <c:pt idx="19217">
                  <c:v>0.22241898148058681</c:v>
                </c:pt>
                <c:pt idx="19218">
                  <c:v>0.2224305555500905</c:v>
                </c:pt>
                <c:pt idx="19219">
                  <c:v>0.22244212962687016</c:v>
                </c:pt>
                <c:pt idx="19220">
                  <c:v>0.22245370370364981</c:v>
                </c:pt>
                <c:pt idx="19221">
                  <c:v>0.2224652777731535</c:v>
                </c:pt>
                <c:pt idx="19222">
                  <c:v>0.22247685184993315</c:v>
                </c:pt>
                <c:pt idx="19223">
                  <c:v>0.22248842592671281</c:v>
                </c:pt>
                <c:pt idx="19224">
                  <c:v>0.2224999999962165</c:v>
                </c:pt>
                <c:pt idx="19225">
                  <c:v>0.22251157407299615</c:v>
                </c:pt>
                <c:pt idx="19226">
                  <c:v>0.22252314814249985</c:v>
                </c:pt>
                <c:pt idx="19227">
                  <c:v>0.2225347222192795</c:v>
                </c:pt>
                <c:pt idx="19228">
                  <c:v>0.22254629629605915</c:v>
                </c:pt>
                <c:pt idx="19229">
                  <c:v>0.22255787036556285</c:v>
                </c:pt>
                <c:pt idx="19230">
                  <c:v>0.2225694444423425</c:v>
                </c:pt>
                <c:pt idx="19231">
                  <c:v>0.22258101851912215</c:v>
                </c:pt>
                <c:pt idx="19232">
                  <c:v>0.22259259258862585</c:v>
                </c:pt>
                <c:pt idx="19233">
                  <c:v>0.2226041666654055</c:v>
                </c:pt>
                <c:pt idx="19234">
                  <c:v>0.2226157407349092</c:v>
                </c:pt>
                <c:pt idx="19235">
                  <c:v>0.22262731481168885</c:v>
                </c:pt>
                <c:pt idx="19236">
                  <c:v>0.2226388888884685</c:v>
                </c:pt>
                <c:pt idx="19237">
                  <c:v>0.22265046295797219</c:v>
                </c:pt>
                <c:pt idx="19238">
                  <c:v>0.22266203703475185</c:v>
                </c:pt>
                <c:pt idx="19239">
                  <c:v>0.2226736111115315</c:v>
                </c:pt>
                <c:pt idx="19240">
                  <c:v>0.22268518518103519</c:v>
                </c:pt>
                <c:pt idx="19241">
                  <c:v>0.22269675925781485</c:v>
                </c:pt>
                <c:pt idx="19242">
                  <c:v>0.2227083333345945</c:v>
                </c:pt>
                <c:pt idx="19243">
                  <c:v>0.22271990740409819</c:v>
                </c:pt>
                <c:pt idx="19244">
                  <c:v>0.22273148148087785</c:v>
                </c:pt>
                <c:pt idx="19245">
                  <c:v>0.22274305555038154</c:v>
                </c:pt>
                <c:pt idx="19246">
                  <c:v>0.22275462962716119</c:v>
                </c:pt>
                <c:pt idx="19247">
                  <c:v>0.22276620370394085</c:v>
                </c:pt>
                <c:pt idx="19248">
                  <c:v>0.22277777777344454</c:v>
                </c:pt>
                <c:pt idx="19249">
                  <c:v>0.22278935185022419</c:v>
                </c:pt>
                <c:pt idx="19250">
                  <c:v>0.22280092592700385</c:v>
                </c:pt>
                <c:pt idx="19251">
                  <c:v>0.22281249999650754</c:v>
                </c:pt>
                <c:pt idx="19252">
                  <c:v>0.22282407407328719</c:v>
                </c:pt>
                <c:pt idx="19253">
                  <c:v>0.22283564814279089</c:v>
                </c:pt>
                <c:pt idx="19254">
                  <c:v>0.22284722221957054</c:v>
                </c:pt>
                <c:pt idx="19255">
                  <c:v>0.22285879629635019</c:v>
                </c:pt>
                <c:pt idx="19256">
                  <c:v>0.22287037036585389</c:v>
                </c:pt>
                <c:pt idx="19257">
                  <c:v>0.22288194444263354</c:v>
                </c:pt>
                <c:pt idx="19258">
                  <c:v>0.22289351851941319</c:v>
                </c:pt>
                <c:pt idx="19259">
                  <c:v>0.22290509258891689</c:v>
                </c:pt>
                <c:pt idx="19260">
                  <c:v>0.22291666666569654</c:v>
                </c:pt>
                <c:pt idx="19261">
                  <c:v>0.22292824073520023</c:v>
                </c:pt>
                <c:pt idx="19262">
                  <c:v>0.22293981481197989</c:v>
                </c:pt>
                <c:pt idx="19263">
                  <c:v>0.22295138888875954</c:v>
                </c:pt>
                <c:pt idx="19264">
                  <c:v>0.22296296295826323</c:v>
                </c:pt>
                <c:pt idx="19265">
                  <c:v>0.22297453703504289</c:v>
                </c:pt>
                <c:pt idx="19266">
                  <c:v>0.22298611111182254</c:v>
                </c:pt>
                <c:pt idx="19267">
                  <c:v>0.22299768518132623</c:v>
                </c:pt>
                <c:pt idx="19268">
                  <c:v>0.22300925925810589</c:v>
                </c:pt>
                <c:pt idx="19269">
                  <c:v>0.22302083332760958</c:v>
                </c:pt>
                <c:pt idx="19270">
                  <c:v>0.22303240740438923</c:v>
                </c:pt>
                <c:pt idx="19271">
                  <c:v>0.22304398148116888</c:v>
                </c:pt>
                <c:pt idx="19272">
                  <c:v>0.22305555555067258</c:v>
                </c:pt>
                <c:pt idx="19273">
                  <c:v>0.22306712962745223</c:v>
                </c:pt>
                <c:pt idx="19274">
                  <c:v>0.22307870370423188</c:v>
                </c:pt>
                <c:pt idx="19275">
                  <c:v>0.22309027777373558</c:v>
                </c:pt>
                <c:pt idx="19276">
                  <c:v>0.22310185185051523</c:v>
                </c:pt>
                <c:pt idx="19277">
                  <c:v>0.22311342592001893</c:v>
                </c:pt>
                <c:pt idx="19278">
                  <c:v>0.22312499999679858</c:v>
                </c:pt>
                <c:pt idx="19279">
                  <c:v>0.22313657407357823</c:v>
                </c:pt>
                <c:pt idx="19280">
                  <c:v>0.22314814814308193</c:v>
                </c:pt>
                <c:pt idx="19281">
                  <c:v>0.22315972221986158</c:v>
                </c:pt>
                <c:pt idx="19282">
                  <c:v>0.22317129629664123</c:v>
                </c:pt>
                <c:pt idx="19283">
                  <c:v>0.22318287036614493</c:v>
                </c:pt>
                <c:pt idx="19284">
                  <c:v>0.22319444444292458</c:v>
                </c:pt>
                <c:pt idx="19285">
                  <c:v>0.22320601851970423</c:v>
                </c:pt>
                <c:pt idx="19286">
                  <c:v>0.22321759258920792</c:v>
                </c:pt>
                <c:pt idx="19287">
                  <c:v>0.22322916666598758</c:v>
                </c:pt>
                <c:pt idx="19288">
                  <c:v>0.22324074073549127</c:v>
                </c:pt>
                <c:pt idx="19289">
                  <c:v>0.22325231481227092</c:v>
                </c:pt>
                <c:pt idx="19290">
                  <c:v>0.22326388888905058</c:v>
                </c:pt>
                <c:pt idx="19291">
                  <c:v>0.22327546295855427</c:v>
                </c:pt>
                <c:pt idx="19292">
                  <c:v>0.22328703703533392</c:v>
                </c:pt>
                <c:pt idx="19293">
                  <c:v>0.22329861111211358</c:v>
                </c:pt>
                <c:pt idx="19294">
                  <c:v>0.22331018518161727</c:v>
                </c:pt>
                <c:pt idx="19295">
                  <c:v>0.22332175925839692</c:v>
                </c:pt>
                <c:pt idx="19296">
                  <c:v>0.22333333332790062</c:v>
                </c:pt>
                <c:pt idx="19297">
                  <c:v>0.22334490740468027</c:v>
                </c:pt>
                <c:pt idx="19298">
                  <c:v>0.22335648148145992</c:v>
                </c:pt>
                <c:pt idx="19299">
                  <c:v>0.22336805555096362</c:v>
                </c:pt>
                <c:pt idx="19300">
                  <c:v>0.22337962962774327</c:v>
                </c:pt>
                <c:pt idx="19301">
                  <c:v>0.22339120370452292</c:v>
                </c:pt>
                <c:pt idx="19302">
                  <c:v>0.22340277777402662</c:v>
                </c:pt>
                <c:pt idx="19303">
                  <c:v>0.22341435185080627</c:v>
                </c:pt>
                <c:pt idx="19304">
                  <c:v>0.22342592592030996</c:v>
                </c:pt>
                <c:pt idx="19305">
                  <c:v>0.22343749999708962</c:v>
                </c:pt>
                <c:pt idx="19306">
                  <c:v>0.22344907407386927</c:v>
                </c:pt>
                <c:pt idx="19307">
                  <c:v>0.22346064814337296</c:v>
                </c:pt>
                <c:pt idx="19308">
                  <c:v>0.22347222222015262</c:v>
                </c:pt>
                <c:pt idx="19309">
                  <c:v>0.22348379629693227</c:v>
                </c:pt>
                <c:pt idx="19310">
                  <c:v>0.22349537036643596</c:v>
                </c:pt>
                <c:pt idx="19311">
                  <c:v>0.22350694444321562</c:v>
                </c:pt>
                <c:pt idx="19312">
                  <c:v>0.22351851851271931</c:v>
                </c:pt>
                <c:pt idx="19313">
                  <c:v>0.22353009258949896</c:v>
                </c:pt>
                <c:pt idx="19314">
                  <c:v>0.22354166666627862</c:v>
                </c:pt>
                <c:pt idx="19315">
                  <c:v>0.22355324073578231</c:v>
                </c:pt>
                <c:pt idx="19316">
                  <c:v>0.22356481481256196</c:v>
                </c:pt>
                <c:pt idx="19317">
                  <c:v>0.22357638888934162</c:v>
                </c:pt>
                <c:pt idx="19318">
                  <c:v>0.22358796295884531</c:v>
                </c:pt>
                <c:pt idx="19319">
                  <c:v>0.22359953703562496</c:v>
                </c:pt>
                <c:pt idx="19320">
                  <c:v>0.22361111111240461</c:v>
                </c:pt>
                <c:pt idx="19321">
                  <c:v>0.22362268518190831</c:v>
                </c:pt>
                <c:pt idx="19322">
                  <c:v>0.22363425925868796</c:v>
                </c:pt>
                <c:pt idx="19323">
                  <c:v>0.22364583332819166</c:v>
                </c:pt>
                <c:pt idx="19324">
                  <c:v>0.22365740740497131</c:v>
                </c:pt>
                <c:pt idx="19325">
                  <c:v>0.22366898148175096</c:v>
                </c:pt>
                <c:pt idx="19326">
                  <c:v>0.22368055555125466</c:v>
                </c:pt>
                <c:pt idx="19327">
                  <c:v>0.22369212962803431</c:v>
                </c:pt>
                <c:pt idx="19328">
                  <c:v>0.22370370370481396</c:v>
                </c:pt>
                <c:pt idx="19329">
                  <c:v>0.22371527777431766</c:v>
                </c:pt>
                <c:pt idx="19330">
                  <c:v>0.22372685185109731</c:v>
                </c:pt>
                <c:pt idx="19331">
                  <c:v>0.223738425920601</c:v>
                </c:pt>
                <c:pt idx="19332">
                  <c:v>0.22374999999738066</c:v>
                </c:pt>
                <c:pt idx="19333">
                  <c:v>0.22376157407416031</c:v>
                </c:pt>
                <c:pt idx="19334">
                  <c:v>0.223773148143664</c:v>
                </c:pt>
                <c:pt idx="19335">
                  <c:v>0.22378472222044365</c:v>
                </c:pt>
                <c:pt idx="19336">
                  <c:v>0.22379629629722331</c:v>
                </c:pt>
                <c:pt idx="19337">
                  <c:v>0.223807870366727</c:v>
                </c:pt>
                <c:pt idx="19338">
                  <c:v>0.22381944444350665</c:v>
                </c:pt>
                <c:pt idx="19339">
                  <c:v>0.22383101851301035</c:v>
                </c:pt>
                <c:pt idx="19340">
                  <c:v>0.22384259258979</c:v>
                </c:pt>
                <c:pt idx="19341">
                  <c:v>0.22385416666656965</c:v>
                </c:pt>
                <c:pt idx="19342">
                  <c:v>0.22386574073607335</c:v>
                </c:pt>
                <c:pt idx="19343">
                  <c:v>0.223877314812853</c:v>
                </c:pt>
                <c:pt idx="19344">
                  <c:v>0.22388888888963265</c:v>
                </c:pt>
                <c:pt idx="19345">
                  <c:v>0.22390046295913635</c:v>
                </c:pt>
                <c:pt idx="19346">
                  <c:v>0.223912037035916</c:v>
                </c:pt>
                <c:pt idx="19347">
                  <c:v>0.2239236111054197</c:v>
                </c:pt>
                <c:pt idx="19348">
                  <c:v>0.22393518518219935</c:v>
                </c:pt>
                <c:pt idx="19349">
                  <c:v>0.223946759258979</c:v>
                </c:pt>
                <c:pt idx="19350">
                  <c:v>0.22395833332848269</c:v>
                </c:pt>
                <c:pt idx="19351">
                  <c:v>0.22396990740526235</c:v>
                </c:pt>
                <c:pt idx="19352">
                  <c:v>0.223981481482042</c:v>
                </c:pt>
                <c:pt idx="19353">
                  <c:v>0.22399305555154569</c:v>
                </c:pt>
                <c:pt idx="19354">
                  <c:v>0.22400462962832535</c:v>
                </c:pt>
                <c:pt idx="19355">
                  <c:v>0.22401620369782904</c:v>
                </c:pt>
                <c:pt idx="19356">
                  <c:v>0.22402777777460869</c:v>
                </c:pt>
                <c:pt idx="19357">
                  <c:v>0.22403935185138835</c:v>
                </c:pt>
                <c:pt idx="19358">
                  <c:v>0.22405092592089204</c:v>
                </c:pt>
                <c:pt idx="19359">
                  <c:v>0.22406249999767169</c:v>
                </c:pt>
                <c:pt idx="19360">
                  <c:v>0.22407407407445135</c:v>
                </c:pt>
                <c:pt idx="19361">
                  <c:v>0.22408564814395504</c:v>
                </c:pt>
                <c:pt idx="19362">
                  <c:v>0.22409722222073469</c:v>
                </c:pt>
                <c:pt idx="19363">
                  <c:v>0.22410879629751435</c:v>
                </c:pt>
                <c:pt idx="19364">
                  <c:v>0.22412037036701804</c:v>
                </c:pt>
                <c:pt idx="19365">
                  <c:v>0.22413194444379769</c:v>
                </c:pt>
                <c:pt idx="19366">
                  <c:v>0.22414351851330139</c:v>
                </c:pt>
                <c:pt idx="19367">
                  <c:v>0.22415509259008104</c:v>
                </c:pt>
                <c:pt idx="19368">
                  <c:v>0.22416666666686069</c:v>
                </c:pt>
                <c:pt idx="19369">
                  <c:v>0.22417824073636439</c:v>
                </c:pt>
                <c:pt idx="19370">
                  <c:v>0.22418981481314404</c:v>
                </c:pt>
                <c:pt idx="19371">
                  <c:v>0.22420138888992369</c:v>
                </c:pt>
                <c:pt idx="19372">
                  <c:v>0.22421296295942739</c:v>
                </c:pt>
                <c:pt idx="19373">
                  <c:v>0.22422453703620704</c:v>
                </c:pt>
                <c:pt idx="19374">
                  <c:v>0.22423611110571073</c:v>
                </c:pt>
                <c:pt idx="19375">
                  <c:v>0.22424768518249039</c:v>
                </c:pt>
                <c:pt idx="19376">
                  <c:v>0.22425925925927004</c:v>
                </c:pt>
                <c:pt idx="19377">
                  <c:v>0.22427083332877373</c:v>
                </c:pt>
                <c:pt idx="19378">
                  <c:v>0.22428240740555339</c:v>
                </c:pt>
                <c:pt idx="19379">
                  <c:v>0.22429398148233304</c:v>
                </c:pt>
                <c:pt idx="19380">
                  <c:v>0.22430555555183673</c:v>
                </c:pt>
                <c:pt idx="19381">
                  <c:v>0.22431712962861639</c:v>
                </c:pt>
                <c:pt idx="19382">
                  <c:v>0.22432870369812008</c:v>
                </c:pt>
                <c:pt idx="19383">
                  <c:v>0.22434027777489973</c:v>
                </c:pt>
                <c:pt idx="19384">
                  <c:v>0.22435185185167938</c:v>
                </c:pt>
                <c:pt idx="19385">
                  <c:v>0.22436342592118308</c:v>
                </c:pt>
                <c:pt idx="19386">
                  <c:v>0.22437499999796273</c:v>
                </c:pt>
                <c:pt idx="19387">
                  <c:v>0.22438657407474238</c:v>
                </c:pt>
                <c:pt idx="19388">
                  <c:v>0.22439814814424608</c:v>
                </c:pt>
                <c:pt idx="19389">
                  <c:v>0.22440972222102573</c:v>
                </c:pt>
                <c:pt idx="19390">
                  <c:v>0.22442129629052943</c:v>
                </c:pt>
                <c:pt idx="19391">
                  <c:v>0.22443287036730908</c:v>
                </c:pt>
                <c:pt idx="19392">
                  <c:v>0.22444444444408873</c:v>
                </c:pt>
                <c:pt idx="19393">
                  <c:v>0.22445601851359243</c:v>
                </c:pt>
                <c:pt idx="19394">
                  <c:v>0.22446759259037208</c:v>
                </c:pt>
                <c:pt idx="19395">
                  <c:v>0.22447916666715173</c:v>
                </c:pt>
                <c:pt idx="19396">
                  <c:v>0.22449074073665543</c:v>
                </c:pt>
                <c:pt idx="19397">
                  <c:v>0.22450231481343508</c:v>
                </c:pt>
                <c:pt idx="19398">
                  <c:v>0.22451388889021473</c:v>
                </c:pt>
                <c:pt idx="19399">
                  <c:v>0.22452546295971842</c:v>
                </c:pt>
                <c:pt idx="19400">
                  <c:v>0.22453703703649808</c:v>
                </c:pt>
                <c:pt idx="19401">
                  <c:v>0.22454861110600177</c:v>
                </c:pt>
                <c:pt idx="19402">
                  <c:v>0.22456018518278142</c:v>
                </c:pt>
                <c:pt idx="19403">
                  <c:v>0.22457175925956108</c:v>
                </c:pt>
                <c:pt idx="19404">
                  <c:v>0.22458333332906477</c:v>
                </c:pt>
                <c:pt idx="19405">
                  <c:v>0.22459490740584442</c:v>
                </c:pt>
                <c:pt idx="19406">
                  <c:v>0.22460648148262408</c:v>
                </c:pt>
                <c:pt idx="19407">
                  <c:v>0.22461805555212777</c:v>
                </c:pt>
                <c:pt idx="19408">
                  <c:v>0.22462962962890742</c:v>
                </c:pt>
                <c:pt idx="19409">
                  <c:v>0.22464120369841112</c:v>
                </c:pt>
                <c:pt idx="19410">
                  <c:v>0.22465277777519077</c:v>
                </c:pt>
                <c:pt idx="19411">
                  <c:v>0.22466435185197042</c:v>
                </c:pt>
                <c:pt idx="19412">
                  <c:v>0.22467592592147412</c:v>
                </c:pt>
                <c:pt idx="19413">
                  <c:v>0.22468749999825377</c:v>
                </c:pt>
                <c:pt idx="19414">
                  <c:v>0.22469907407503342</c:v>
                </c:pt>
                <c:pt idx="19415">
                  <c:v>0.22471064814453712</c:v>
                </c:pt>
                <c:pt idx="19416">
                  <c:v>0.22472222222131677</c:v>
                </c:pt>
                <c:pt idx="19417">
                  <c:v>0.22473379629082046</c:v>
                </c:pt>
                <c:pt idx="19418">
                  <c:v>0.22474537036760012</c:v>
                </c:pt>
                <c:pt idx="19419">
                  <c:v>0.22475694444437977</c:v>
                </c:pt>
                <c:pt idx="19420">
                  <c:v>0.22476851851388346</c:v>
                </c:pt>
                <c:pt idx="19421">
                  <c:v>0.22478009259066312</c:v>
                </c:pt>
                <c:pt idx="19422">
                  <c:v>0.22479166666744277</c:v>
                </c:pt>
                <c:pt idx="19423">
                  <c:v>0.22480324073694646</c:v>
                </c:pt>
                <c:pt idx="19424">
                  <c:v>0.22481481481372612</c:v>
                </c:pt>
                <c:pt idx="19425">
                  <c:v>0.22482638888322981</c:v>
                </c:pt>
                <c:pt idx="19426">
                  <c:v>0.22483796296000946</c:v>
                </c:pt>
                <c:pt idx="19427">
                  <c:v>0.22484953703678912</c:v>
                </c:pt>
                <c:pt idx="19428">
                  <c:v>0.22486111110629281</c:v>
                </c:pt>
                <c:pt idx="19429">
                  <c:v>0.22487268518307246</c:v>
                </c:pt>
                <c:pt idx="19430">
                  <c:v>0.22488425925985212</c:v>
                </c:pt>
                <c:pt idx="19431">
                  <c:v>0.22489583332935581</c:v>
                </c:pt>
                <c:pt idx="19432">
                  <c:v>0.22490740740613546</c:v>
                </c:pt>
                <c:pt idx="19433">
                  <c:v>0.22491898147563916</c:v>
                </c:pt>
                <c:pt idx="19434">
                  <c:v>0.22493055555241881</c:v>
                </c:pt>
                <c:pt idx="19435">
                  <c:v>0.22494212962919846</c:v>
                </c:pt>
                <c:pt idx="19436">
                  <c:v>0.22495370369870216</c:v>
                </c:pt>
                <c:pt idx="19437">
                  <c:v>0.22496527777548181</c:v>
                </c:pt>
                <c:pt idx="19438">
                  <c:v>0.22497685185226146</c:v>
                </c:pt>
                <c:pt idx="19439">
                  <c:v>0.22498842592176516</c:v>
                </c:pt>
                <c:pt idx="19440">
                  <c:v>0.22499999999854481</c:v>
                </c:pt>
                <c:pt idx="19441">
                  <c:v>0.22501157407532446</c:v>
                </c:pt>
                <c:pt idx="19442">
                  <c:v>0.22502314814482816</c:v>
                </c:pt>
                <c:pt idx="19443">
                  <c:v>0.22503472222160781</c:v>
                </c:pt>
                <c:pt idx="19444">
                  <c:v>0.2250462962911115</c:v>
                </c:pt>
                <c:pt idx="19445">
                  <c:v>0.22505787036789116</c:v>
                </c:pt>
                <c:pt idx="19446">
                  <c:v>0.22506944444467081</c:v>
                </c:pt>
                <c:pt idx="19447">
                  <c:v>0.2250810185141745</c:v>
                </c:pt>
                <c:pt idx="19448">
                  <c:v>0.22509259259095415</c:v>
                </c:pt>
                <c:pt idx="19449">
                  <c:v>0.22510416666773381</c:v>
                </c:pt>
                <c:pt idx="19450">
                  <c:v>0.2251157407372375</c:v>
                </c:pt>
                <c:pt idx="19451">
                  <c:v>0.22512731481401715</c:v>
                </c:pt>
                <c:pt idx="19452">
                  <c:v>0.22513888888352085</c:v>
                </c:pt>
                <c:pt idx="19453">
                  <c:v>0.2251504629603005</c:v>
                </c:pt>
                <c:pt idx="19454">
                  <c:v>0.22516203703708015</c:v>
                </c:pt>
                <c:pt idx="19455">
                  <c:v>0.22517361110658385</c:v>
                </c:pt>
                <c:pt idx="19456">
                  <c:v>0.2251851851833635</c:v>
                </c:pt>
                <c:pt idx="19457">
                  <c:v>0.22519675926014315</c:v>
                </c:pt>
                <c:pt idx="19458">
                  <c:v>0.22520833332964685</c:v>
                </c:pt>
                <c:pt idx="19459">
                  <c:v>0.2252199074064265</c:v>
                </c:pt>
                <c:pt idx="19460">
                  <c:v>0.2252314814759302</c:v>
                </c:pt>
                <c:pt idx="19461">
                  <c:v>0.22524305555270985</c:v>
                </c:pt>
                <c:pt idx="19462">
                  <c:v>0.2252546296294895</c:v>
                </c:pt>
                <c:pt idx="19463">
                  <c:v>0.22526620369899319</c:v>
                </c:pt>
                <c:pt idx="19464">
                  <c:v>0.22527777777577285</c:v>
                </c:pt>
                <c:pt idx="19465">
                  <c:v>0.2252893518525525</c:v>
                </c:pt>
                <c:pt idx="19466">
                  <c:v>0.22530092592205619</c:v>
                </c:pt>
                <c:pt idx="19467">
                  <c:v>0.22531249999883585</c:v>
                </c:pt>
                <c:pt idx="19468">
                  <c:v>0.22532407406833954</c:v>
                </c:pt>
                <c:pt idx="19469">
                  <c:v>0.22533564814511919</c:v>
                </c:pt>
                <c:pt idx="19470">
                  <c:v>0.22534722222189885</c:v>
                </c:pt>
                <c:pt idx="19471">
                  <c:v>0.22535879629140254</c:v>
                </c:pt>
                <c:pt idx="19472">
                  <c:v>0.22537037036818219</c:v>
                </c:pt>
                <c:pt idx="19473">
                  <c:v>0.22538194444496185</c:v>
                </c:pt>
                <c:pt idx="19474">
                  <c:v>0.22539351851446554</c:v>
                </c:pt>
                <c:pt idx="19475">
                  <c:v>0.22540509259124519</c:v>
                </c:pt>
                <c:pt idx="19476">
                  <c:v>0.22541666666074889</c:v>
                </c:pt>
                <c:pt idx="19477">
                  <c:v>0.22542824073752854</c:v>
                </c:pt>
                <c:pt idx="19478">
                  <c:v>0.22543981481430819</c:v>
                </c:pt>
                <c:pt idx="19479">
                  <c:v>0.22545138888381189</c:v>
                </c:pt>
                <c:pt idx="19480">
                  <c:v>0.22546296296059154</c:v>
                </c:pt>
                <c:pt idx="19481">
                  <c:v>0.22547453703737119</c:v>
                </c:pt>
                <c:pt idx="19482">
                  <c:v>0.22548611110687489</c:v>
                </c:pt>
                <c:pt idx="19483">
                  <c:v>0.22549768518365454</c:v>
                </c:pt>
                <c:pt idx="19484">
                  <c:v>0.22550925926043419</c:v>
                </c:pt>
                <c:pt idx="19485">
                  <c:v>0.22552083332993789</c:v>
                </c:pt>
                <c:pt idx="19486">
                  <c:v>0.22553240740671754</c:v>
                </c:pt>
                <c:pt idx="19487">
                  <c:v>0.22554398147622123</c:v>
                </c:pt>
                <c:pt idx="19488">
                  <c:v>0.22555555555300089</c:v>
                </c:pt>
                <c:pt idx="19489">
                  <c:v>0.22556712962978054</c:v>
                </c:pt>
                <c:pt idx="19490">
                  <c:v>0.22557870369928423</c:v>
                </c:pt>
                <c:pt idx="19491">
                  <c:v>0.22559027777606389</c:v>
                </c:pt>
                <c:pt idx="19492">
                  <c:v>0.22560185185284354</c:v>
                </c:pt>
                <c:pt idx="19493">
                  <c:v>0.22561342592234723</c:v>
                </c:pt>
                <c:pt idx="19494">
                  <c:v>0.22562499999912689</c:v>
                </c:pt>
                <c:pt idx="19495">
                  <c:v>0.22563657406863058</c:v>
                </c:pt>
                <c:pt idx="19496">
                  <c:v>0.22564814814541023</c:v>
                </c:pt>
                <c:pt idx="19497">
                  <c:v>0.22565972222218988</c:v>
                </c:pt>
                <c:pt idx="19498">
                  <c:v>0.22567129629169358</c:v>
                </c:pt>
                <c:pt idx="19499">
                  <c:v>0.22568287036847323</c:v>
                </c:pt>
                <c:pt idx="19500">
                  <c:v>0.22569444444525288</c:v>
                </c:pt>
                <c:pt idx="19501">
                  <c:v>0.22570601851475658</c:v>
                </c:pt>
                <c:pt idx="19502">
                  <c:v>0.22571759259153623</c:v>
                </c:pt>
                <c:pt idx="19503">
                  <c:v>0.22572916666103993</c:v>
                </c:pt>
                <c:pt idx="19504">
                  <c:v>0.22574074073781958</c:v>
                </c:pt>
                <c:pt idx="19505">
                  <c:v>0.22575231481459923</c:v>
                </c:pt>
                <c:pt idx="19506">
                  <c:v>0.22576388888410293</c:v>
                </c:pt>
                <c:pt idx="19507">
                  <c:v>0.22577546296088258</c:v>
                </c:pt>
                <c:pt idx="19508">
                  <c:v>0.22578703703766223</c:v>
                </c:pt>
                <c:pt idx="19509">
                  <c:v>0.22579861110716593</c:v>
                </c:pt>
                <c:pt idx="19510">
                  <c:v>0.22581018518394558</c:v>
                </c:pt>
                <c:pt idx="19511">
                  <c:v>0.22582175925344927</c:v>
                </c:pt>
                <c:pt idx="19512">
                  <c:v>0.22583333333022892</c:v>
                </c:pt>
                <c:pt idx="19513">
                  <c:v>0.22584490740700858</c:v>
                </c:pt>
                <c:pt idx="19514">
                  <c:v>0.22585648147651227</c:v>
                </c:pt>
                <c:pt idx="19515">
                  <c:v>0.22586805555329192</c:v>
                </c:pt>
                <c:pt idx="19516">
                  <c:v>0.22587962963007158</c:v>
                </c:pt>
                <c:pt idx="19517">
                  <c:v>0.22589120369957527</c:v>
                </c:pt>
                <c:pt idx="19518">
                  <c:v>0.22590277777635492</c:v>
                </c:pt>
                <c:pt idx="19519">
                  <c:v>0.22591435185313458</c:v>
                </c:pt>
                <c:pt idx="19520">
                  <c:v>0.22592592592263827</c:v>
                </c:pt>
                <c:pt idx="19521">
                  <c:v>0.22593749999941792</c:v>
                </c:pt>
                <c:pt idx="19522">
                  <c:v>0.22594907406892162</c:v>
                </c:pt>
                <c:pt idx="19523">
                  <c:v>0.22596064814570127</c:v>
                </c:pt>
                <c:pt idx="19524">
                  <c:v>0.22597222222248092</c:v>
                </c:pt>
                <c:pt idx="19525">
                  <c:v>0.22598379629198462</c:v>
                </c:pt>
                <c:pt idx="19526">
                  <c:v>0.22599537036876427</c:v>
                </c:pt>
                <c:pt idx="19527">
                  <c:v>0.22600694444554392</c:v>
                </c:pt>
                <c:pt idx="19528">
                  <c:v>0.22601851851504762</c:v>
                </c:pt>
                <c:pt idx="19529">
                  <c:v>0.22603009259182727</c:v>
                </c:pt>
                <c:pt idx="19530">
                  <c:v>0.22604166666133096</c:v>
                </c:pt>
                <c:pt idx="19531">
                  <c:v>0.22605324073811062</c:v>
                </c:pt>
                <c:pt idx="19532">
                  <c:v>0.22606481481489027</c:v>
                </c:pt>
                <c:pt idx="19533">
                  <c:v>0.22607638888439396</c:v>
                </c:pt>
                <c:pt idx="19534">
                  <c:v>0.22608796296117362</c:v>
                </c:pt>
                <c:pt idx="19535">
                  <c:v>0.22609953703795327</c:v>
                </c:pt>
                <c:pt idx="19536">
                  <c:v>0.22611111110745696</c:v>
                </c:pt>
                <c:pt idx="19537">
                  <c:v>0.22612268518423662</c:v>
                </c:pt>
                <c:pt idx="19538">
                  <c:v>0.22613425925374031</c:v>
                </c:pt>
                <c:pt idx="19539">
                  <c:v>0.22614583333051996</c:v>
                </c:pt>
                <c:pt idx="19540">
                  <c:v>0.22615740740729962</c:v>
                </c:pt>
                <c:pt idx="19541">
                  <c:v>0.22616898147680331</c:v>
                </c:pt>
                <c:pt idx="19542">
                  <c:v>0.22618055555358296</c:v>
                </c:pt>
                <c:pt idx="19543">
                  <c:v>0.22619212963036261</c:v>
                </c:pt>
                <c:pt idx="19544">
                  <c:v>0.22620370369986631</c:v>
                </c:pt>
                <c:pt idx="19545">
                  <c:v>0.22621527777664596</c:v>
                </c:pt>
                <c:pt idx="19546">
                  <c:v>0.22622685184614966</c:v>
                </c:pt>
                <c:pt idx="19547">
                  <c:v>0.22623842592292931</c:v>
                </c:pt>
                <c:pt idx="19548">
                  <c:v>0.22624999999970896</c:v>
                </c:pt>
                <c:pt idx="19549">
                  <c:v>0.22626157406921266</c:v>
                </c:pt>
                <c:pt idx="19550">
                  <c:v>0.22627314814599231</c:v>
                </c:pt>
                <c:pt idx="19551">
                  <c:v>0.22628472222277196</c:v>
                </c:pt>
                <c:pt idx="19552">
                  <c:v>0.22629629629227566</c:v>
                </c:pt>
                <c:pt idx="19553">
                  <c:v>0.22630787036905531</c:v>
                </c:pt>
                <c:pt idx="19554">
                  <c:v>0.226319444438559</c:v>
                </c:pt>
                <c:pt idx="19555">
                  <c:v>0.22633101851533866</c:v>
                </c:pt>
                <c:pt idx="19556">
                  <c:v>0.22634259259211831</c:v>
                </c:pt>
                <c:pt idx="19557">
                  <c:v>0.226354166661622</c:v>
                </c:pt>
                <c:pt idx="19558">
                  <c:v>0.22636574073840166</c:v>
                </c:pt>
                <c:pt idx="19559">
                  <c:v>0.22637731481518131</c:v>
                </c:pt>
                <c:pt idx="19560">
                  <c:v>0.226388888884685</c:v>
                </c:pt>
                <c:pt idx="19561">
                  <c:v>0.22640046296146465</c:v>
                </c:pt>
                <c:pt idx="19562">
                  <c:v>0.22641203703824431</c:v>
                </c:pt>
                <c:pt idx="19563">
                  <c:v>0.226423611107748</c:v>
                </c:pt>
                <c:pt idx="19564">
                  <c:v>0.22643518518452765</c:v>
                </c:pt>
                <c:pt idx="19565">
                  <c:v>0.22644675925403135</c:v>
                </c:pt>
                <c:pt idx="19566">
                  <c:v>0.226458333330811</c:v>
                </c:pt>
                <c:pt idx="19567">
                  <c:v>0.22646990740759065</c:v>
                </c:pt>
                <c:pt idx="19568">
                  <c:v>0.22648148147709435</c:v>
                </c:pt>
                <c:pt idx="19569">
                  <c:v>0.226493055553874</c:v>
                </c:pt>
                <c:pt idx="19570">
                  <c:v>0.22650462963065365</c:v>
                </c:pt>
                <c:pt idx="19571">
                  <c:v>0.22651620370015735</c:v>
                </c:pt>
                <c:pt idx="19572">
                  <c:v>0.226527777776937</c:v>
                </c:pt>
                <c:pt idx="19573">
                  <c:v>0.2265393518464407</c:v>
                </c:pt>
                <c:pt idx="19574">
                  <c:v>0.22655092592322035</c:v>
                </c:pt>
                <c:pt idx="19575">
                  <c:v>0.2265625</c:v>
                </c:pt>
                <c:pt idx="19576">
                  <c:v>0.22657407406950369</c:v>
                </c:pt>
                <c:pt idx="19577">
                  <c:v>0.22658564814628335</c:v>
                </c:pt>
                <c:pt idx="19578">
                  <c:v>0.226597222223063</c:v>
                </c:pt>
                <c:pt idx="19579">
                  <c:v>0.22660879629256669</c:v>
                </c:pt>
                <c:pt idx="19580">
                  <c:v>0.22662037036934635</c:v>
                </c:pt>
                <c:pt idx="19581">
                  <c:v>0.22663194443885004</c:v>
                </c:pt>
                <c:pt idx="19582">
                  <c:v>0.22664351851562969</c:v>
                </c:pt>
                <c:pt idx="19583">
                  <c:v>0.22665509259240935</c:v>
                </c:pt>
                <c:pt idx="19584">
                  <c:v>0.22666666666191304</c:v>
                </c:pt>
                <c:pt idx="19585">
                  <c:v>0.22667824073869269</c:v>
                </c:pt>
                <c:pt idx="19586">
                  <c:v>0.22668981481547235</c:v>
                </c:pt>
                <c:pt idx="19587">
                  <c:v>0.22670138888497604</c:v>
                </c:pt>
                <c:pt idx="19588">
                  <c:v>0.22671296296175569</c:v>
                </c:pt>
                <c:pt idx="19589">
                  <c:v>0.22672453703125939</c:v>
                </c:pt>
                <c:pt idx="19590">
                  <c:v>0.22673611110803904</c:v>
                </c:pt>
                <c:pt idx="19591">
                  <c:v>0.22674768518481869</c:v>
                </c:pt>
                <c:pt idx="19592">
                  <c:v>0.22675925925432239</c:v>
                </c:pt>
                <c:pt idx="19593">
                  <c:v>0.22677083333110204</c:v>
                </c:pt>
                <c:pt idx="19594">
                  <c:v>0.22678240740788169</c:v>
                </c:pt>
                <c:pt idx="19595">
                  <c:v>0.22679398147738539</c:v>
                </c:pt>
                <c:pt idx="19596">
                  <c:v>0.22680555555416504</c:v>
                </c:pt>
                <c:pt idx="19597">
                  <c:v>0.22681712963094469</c:v>
                </c:pt>
                <c:pt idx="19598">
                  <c:v>0.22682870370044839</c:v>
                </c:pt>
                <c:pt idx="19599">
                  <c:v>0.22684027777722804</c:v>
                </c:pt>
                <c:pt idx="19600">
                  <c:v>0.22685185184673173</c:v>
                </c:pt>
                <c:pt idx="19601">
                  <c:v>0.22686342592351139</c:v>
                </c:pt>
                <c:pt idx="19602">
                  <c:v>0.22687500000029104</c:v>
                </c:pt>
                <c:pt idx="19603">
                  <c:v>0.22688657406979473</c:v>
                </c:pt>
                <c:pt idx="19604">
                  <c:v>0.22689814814657439</c:v>
                </c:pt>
                <c:pt idx="19605">
                  <c:v>0.22690972222335404</c:v>
                </c:pt>
                <c:pt idx="19606">
                  <c:v>0.22692129629285773</c:v>
                </c:pt>
                <c:pt idx="19607">
                  <c:v>0.22693287036963739</c:v>
                </c:pt>
                <c:pt idx="19608">
                  <c:v>0.22694444443914108</c:v>
                </c:pt>
                <c:pt idx="19609">
                  <c:v>0.22695601851592073</c:v>
                </c:pt>
                <c:pt idx="19610">
                  <c:v>0.22696759259270038</c:v>
                </c:pt>
                <c:pt idx="19611">
                  <c:v>0.22697916666220408</c:v>
                </c:pt>
                <c:pt idx="19612">
                  <c:v>0.22699074073898373</c:v>
                </c:pt>
                <c:pt idx="19613">
                  <c:v>0.22700231481576338</c:v>
                </c:pt>
                <c:pt idx="19614">
                  <c:v>0.22701388888526708</c:v>
                </c:pt>
                <c:pt idx="19615">
                  <c:v>0.22702546296204673</c:v>
                </c:pt>
                <c:pt idx="19616">
                  <c:v>0.22703703703155043</c:v>
                </c:pt>
                <c:pt idx="19617">
                  <c:v>0.22704861110833008</c:v>
                </c:pt>
                <c:pt idx="19618">
                  <c:v>0.22706018518510973</c:v>
                </c:pt>
                <c:pt idx="19619">
                  <c:v>0.22707175925461343</c:v>
                </c:pt>
                <c:pt idx="19620">
                  <c:v>0.22708333333139308</c:v>
                </c:pt>
                <c:pt idx="19621">
                  <c:v>0.22709490740817273</c:v>
                </c:pt>
                <c:pt idx="19622">
                  <c:v>0.22710648147767643</c:v>
                </c:pt>
                <c:pt idx="19623">
                  <c:v>0.22711805555445608</c:v>
                </c:pt>
                <c:pt idx="19624">
                  <c:v>0.22712962962395977</c:v>
                </c:pt>
                <c:pt idx="19625">
                  <c:v>0.22714120370073942</c:v>
                </c:pt>
                <c:pt idx="19626">
                  <c:v>0.22715277777751908</c:v>
                </c:pt>
                <c:pt idx="19627">
                  <c:v>0.22716435184702277</c:v>
                </c:pt>
                <c:pt idx="19628">
                  <c:v>0.22717592592380242</c:v>
                </c:pt>
                <c:pt idx="19629">
                  <c:v>0.22718750000058208</c:v>
                </c:pt>
                <c:pt idx="19630">
                  <c:v>0.22719907407008577</c:v>
                </c:pt>
                <c:pt idx="19631">
                  <c:v>0.22721064814686542</c:v>
                </c:pt>
                <c:pt idx="19632">
                  <c:v>0.22722222221636912</c:v>
                </c:pt>
                <c:pt idx="19633">
                  <c:v>0.22723379629314877</c:v>
                </c:pt>
                <c:pt idx="19634">
                  <c:v>0.22724537036992842</c:v>
                </c:pt>
                <c:pt idx="19635">
                  <c:v>0.22725694443943212</c:v>
                </c:pt>
                <c:pt idx="19636">
                  <c:v>0.22726851851621177</c:v>
                </c:pt>
                <c:pt idx="19637">
                  <c:v>0.22728009259299142</c:v>
                </c:pt>
                <c:pt idx="19638">
                  <c:v>0.22729166666249512</c:v>
                </c:pt>
                <c:pt idx="19639">
                  <c:v>0.22730324073927477</c:v>
                </c:pt>
                <c:pt idx="19640">
                  <c:v>0.22731481481605442</c:v>
                </c:pt>
                <c:pt idx="19641">
                  <c:v>0.22732638888555812</c:v>
                </c:pt>
                <c:pt idx="19642">
                  <c:v>0.22733796296233777</c:v>
                </c:pt>
                <c:pt idx="19643">
                  <c:v>0.22734953703184146</c:v>
                </c:pt>
                <c:pt idx="19644">
                  <c:v>0.22736111110862112</c:v>
                </c:pt>
                <c:pt idx="19645">
                  <c:v>0.22737268518540077</c:v>
                </c:pt>
                <c:pt idx="19646">
                  <c:v>0.22738425925490446</c:v>
                </c:pt>
                <c:pt idx="19647">
                  <c:v>0.22739583333168412</c:v>
                </c:pt>
                <c:pt idx="19648">
                  <c:v>0.22740740740846377</c:v>
                </c:pt>
                <c:pt idx="19649">
                  <c:v>0.22741898147796746</c:v>
                </c:pt>
                <c:pt idx="19650">
                  <c:v>0.22743055555474712</c:v>
                </c:pt>
                <c:pt idx="19651">
                  <c:v>0.22744212962425081</c:v>
                </c:pt>
                <c:pt idx="19652">
                  <c:v>0.22745370370103046</c:v>
                </c:pt>
                <c:pt idx="19653">
                  <c:v>0.22746527777781012</c:v>
                </c:pt>
                <c:pt idx="19654">
                  <c:v>0.22747685184731381</c:v>
                </c:pt>
                <c:pt idx="19655">
                  <c:v>0.22748842592409346</c:v>
                </c:pt>
                <c:pt idx="19656">
                  <c:v>0.22750000000087311</c:v>
                </c:pt>
                <c:pt idx="19657">
                  <c:v>0.22751157407037681</c:v>
                </c:pt>
                <c:pt idx="19658">
                  <c:v>0.22752314814715646</c:v>
                </c:pt>
                <c:pt idx="19659">
                  <c:v>0.22753472221666016</c:v>
                </c:pt>
                <c:pt idx="19660">
                  <c:v>0.22754629629343981</c:v>
                </c:pt>
                <c:pt idx="19661">
                  <c:v>0.22755787037021946</c:v>
                </c:pt>
                <c:pt idx="19662">
                  <c:v>0.22756944443972316</c:v>
                </c:pt>
                <c:pt idx="19663">
                  <c:v>0.22758101851650281</c:v>
                </c:pt>
                <c:pt idx="19664">
                  <c:v>0.22759259259328246</c:v>
                </c:pt>
                <c:pt idx="19665">
                  <c:v>0.22760416666278616</c:v>
                </c:pt>
                <c:pt idx="19666">
                  <c:v>0.22761574073956581</c:v>
                </c:pt>
                <c:pt idx="19667">
                  <c:v>0.2276273148090695</c:v>
                </c:pt>
                <c:pt idx="19668">
                  <c:v>0.22763888888584916</c:v>
                </c:pt>
                <c:pt idx="19669">
                  <c:v>0.22765046296262881</c:v>
                </c:pt>
                <c:pt idx="19670">
                  <c:v>0.2276620370321325</c:v>
                </c:pt>
                <c:pt idx="19671">
                  <c:v>0.22767361110891216</c:v>
                </c:pt>
                <c:pt idx="19672">
                  <c:v>0.22768518518569181</c:v>
                </c:pt>
                <c:pt idx="19673">
                  <c:v>0.2276967592551955</c:v>
                </c:pt>
                <c:pt idx="19674">
                  <c:v>0.22770833333197515</c:v>
                </c:pt>
                <c:pt idx="19675">
                  <c:v>0.22771990740147885</c:v>
                </c:pt>
                <c:pt idx="19676">
                  <c:v>0.2277314814782585</c:v>
                </c:pt>
                <c:pt idx="19677">
                  <c:v>0.22774305555503815</c:v>
                </c:pt>
                <c:pt idx="19678">
                  <c:v>0.22775462962454185</c:v>
                </c:pt>
                <c:pt idx="19679">
                  <c:v>0.2277662037013215</c:v>
                </c:pt>
                <c:pt idx="19680">
                  <c:v>0.22777777777810115</c:v>
                </c:pt>
                <c:pt idx="19681">
                  <c:v>0.22778935184760485</c:v>
                </c:pt>
                <c:pt idx="19682">
                  <c:v>0.2278009259243845</c:v>
                </c:pt>
                <c:pt idx="19683">
                  <c:v>0.22781250000116415</c:v>
                </c:pt>
                <c:pt idx="19684">
                  <c:v>0.22782407407066785</c:v>
                </c:pt>
                <c:pt idx="19685">
                  <c:v>0.2278356481474475</c:v>
                </c:pt>
                <c:pt idx="19686">
                  <c:v>0.2278472222169512</c:v>
                </c:pt>
                <c:pt idx="19687">
                  <c:v>0.22785879629373085</c:v>
                </c:pt>
                <c:pt idx="19688">
                  <c:v>0.2278703703705105</c:v>
                </c:pt>
                <c:pt idx="19689">
                  <c:v>0.22788194444001419</c:v>
                </c:pt>
                <c:pt idx="19690">
                  <c:v>0.22789351851679385</c:v>
                </c:pt>
                <c:pt idx="19691">
                  <c:v>0.2279050925935735</c:v>
                </c:pt>
                <c:pt idx="19692">
                  <c:v>0.22791666666307719</c:v>
                </c:pt>
                <c:pt idx="19693">
                  <c:v>0.22792824073985685</c:v>
                </c:pt>
                <c:pt idx="19694">
                  <c:v>0.22793981480936054</c:v>
                </c:pt>
                <c:pt idx="19695">
                  <c:v>0.22795138888614019</c:v>
                </c:pt>
                <c:pt idx="19696">
                  <c:v>0.22796296296291985</c:v>
                </c:pt>
                <c:pt idx="19697">
                  <c:v>0.22797453703242354</c:v>
                </c:pt>
                <c:pt idx="19698">
                  <c:v>0.22798611110920319</c:v>
                </c:pt>
                <c:pt idx="19699">
                  <c:v>0.22799768518598285</c:v>
                </c:pt>
                <c:pt idx="19700">
                  <c:v>0.22800925925548654</c:v>
                </c:pt>
                <c:pt idx="19701">
                  <c:v>0.22802083333226619</c:v>
                </c:pt>
                <c:pt idx="19702">
                  <c:v>0.22803240740176989</c:v>
                </c:pt>
                <c:pt idx="19703">
                  <c:v>0.22804398147854954</c:v>
                </c:pt>
                <c:pt idx="19704">
                  <c:v>0.22805555555532919</c:v>
                </c:pt>
                <c:pt idx="19705">
                  <c:v>0.22806712962483289</c:v>
                </c:pt>
                <c:pt idx="19706">
                  <c:v>0.22807870370161254</c:v>
                </c:pt>
                <c:pt idx="19707">
                  <c:v>0.22809027777839219</c:v>
                </c:pt>
                <c:pt idx="19708">
                  <c:v>0.22810185184789589</c:v>
                </c:pt>
                <c:pt idx="19709">
                  <c:v>0.22811342592467554</c:v>
                </c:pt>
                <c:pt idx="19710">
                  <c:v>0.22812499999417923</c:v>
                </c:pt>
                <c:pt idx="19711">
                  <c:v>0.22813657407095889</c:v>
                </c:pt>
                <c:pt idx="19712">
                  <c:v>0.22814814814773854</c:v>
                </c:pt>
                <c:pt idx="19713">
                  <c:v>0.22815972221724223</c:v>
                </c:pt>
                <c:pt idx="19714">
                  <c:v>0.22817129629402189</c:v>
                </c:pt>
                <c:pt idx="19715">
                  <c:v>0.22818287037080154</c:v>
                </c:pt>
                <c:pt idx="19716">
                  <c:v>0.22819444444030523</c:v>
                </c:pt>
                <c:pt idx="19717">
                  <c:v>0.22820601851708489</c:v>
                </c:pt>
                <c:pt idx="19718">
                  <c:v>0.22821759259386454</c:v>
                </c:pt>
                <c:pt idx="19719">
                  <c:v>0.22822916666336823</c:v>
                </c:pt>
                <c:pt idx="19720">
                  <c:v>0.22824074074014788</c:v>
                </c:pt>
                <c:pt idx="19721">
                  <c:v>0.22825231480965158</c:v>
                </c:pt>
                <c:pt idx="19722">
                  <c:v>0.22826388888643123</c:v>
                </c:pt>
                <c:pt idx="19723">
                  <c:v>0.22827546296321088</c:v>
                </c:pt>
                <c:pt idx="19724">
                  <c:v>0.22828703703271458</c:v>
                </c:pt>
                <c:pt idx="19725">
                  <c:v>0.22829861110949423</c:v>
                </c:pt>
                <c:pt idx="19726">
                  <c:v>0.22831018518627388</c:v>
                </c:pt>
                <c:pt idx="19727">
                  <c:v>0.22832175925577758</c:v>
                </c:pt>
                <c:pt idx="19728">
                  <c:v>0.22833333333255723</c:v>
                </c:pt>
                <c:pt idx="19729">
                  <c:v>0.22834490740206093</c:v>
                </c:pt>
                <c:pt idx="19730">
                  <c:v>0.22835648147884058</c:v>
                </c:pt>
                <c:pt idx="19731">
                  <c:v>0.22836805555562023</c:v>
                </c:pt>
                <c:pt idx="19732">
                  <c:v>0.22837962962512393</c:v>
                </c:pt>
                <c:pt idx="19733">
                  <c:v>0.22839120370190358</c:v>
                </c:pt>
                <c:pt idx="19734">
                  <c:v>0.22840277777868323</c:v>
                </c:pt>
                <c:pt idx="19735">
                  <c:v>0.22841435184818693</c:v>
                </c:pt>
                <c:pt idx="19736">
                  <c:v>0.22842592592496658</c:v>
                </c:pt>
                <c:pt idx="19737">
                  <c:v>0.22843749999447027</c:v>
                </c:pt>
                <c:pt idx="19738">
                  <c:v>0.22844907407124992</c:v>
                </c:pt>
                <c:pt idx="19739">
                  <c:v>0.22846064814802958</c:v>
                </c:pt>
                <c:pt idx="19740">
                  <c:v>0.22847222221753327</c:v>
                </c:pt>
                <c:pt idx="19741">
                  <c:v>0.22848379629431292</c:v>
                </c:pt>
                <c:pt idx="19742">
                  <c:v>0.22849537037109258</c:v>
                </c:pt>
                <c:pt idx="19743">
                  <c:v>0.22850694444059627</c:v>
                </c:pt>
                <c:pt idx="19744">
                  <c:v>0.22851851851737592</c:v>
                </c:pt>
                <c:pt idx="19745">
                  <c:v>0.22853009258687962</c:v>
                </c:pt>
                <c:pt idx="19746">
                  <c:v>0.22854166666365927</c:v>
                </c:pt>
                <c:pt idx="19747">
                  <c:v>0.22855324074043892</c:v>
                </c:pt>
                <c:pt idx="19748">
                  <c:v>0.22856481480994262</c:v>
                </c:pt>
                <c:pt idx="19749">
                  <c:v>0.22857638888672227</c:v>
                </c:pt>
                <c:pt idx="19750">
                  <c:v>0.22858796296350192</c:v>
                </c:pt>
                <c:pt idx="19751">
                  <c:v>0.22859953703300562</c:v>
                </c:pt>
                <c:pt idx="19752">
                  <c:v>0.22861111110978527</c:v>
                </c:pt>
                <c:pt idx="19753">
                  <c:v>0.22862268517928896</c:v>
                </c:pt>
                <c:pt idx="19754">
                  <c:v>0.22863425925606862</c:v>
                </c:pt>
                <c:pt idx="19755">
                  <c:v>0.22864583333284827</c:v>
                </c:pt>
                <c:pt idx="19756">
                  <c:v>0.22865740740235196</c:v>
                </c:pt>
                <c:pt idx="19757">
                  <c:v>0.22866898147913162</c:v>
                </c:pt>
                <c:pt idx="19758">
                  <c:v>0.22868055555591127</c:v>
                </c:pt>
                <c:pt idx="19759">
                  <c:v>0.22869212962541496</c:v>
                </c:pt>
                <c:pt idx="19760">
                  <c:v>0.22870370370219462</c:v>
                </c:pt>
                <c:pt idx="19761">
                  <c:v>0.22871527777897427</c:v>
                </c:pt>
                <c:pt idx="19762">
                  <c:v>0.22872685184847796</c:v>
                </c:pt>
                <c:pt idx="19763">
                  <c:v>0.22873842592525762</c:v>
                </c:pt>
                <c:pt idx="19764">
                  <c:v>0.22874999999476131</c:v>
                </c:pt>
                <c:pt idx="19765">
                  <c:v>0.22876157407154096</c:v>
                </c:pt>
                <c:pt idx="19766">
                  <c:v>0.22877314814832062</c:v>
                </c:pt>
                <c:pt idx="19767">
                  <c:v>0.22878472221782431</c:v>
                </c:pt>
                <c:pt idx="19768">
                  <c:v>0.22879629629460396</c:v>
                </c:pt>
                <c:pt idx="19769">
                  <c:v>0.22880787037138361</c:v>
                </c:pt>
                <c:pt idx="19770">
                  <c:v>0.22881944444088731</c:v>
                </c:pt>
                <c:pt idx="19771">
                  <c:v>0.22883101851766696</c:v>
                </c:pt>
                <c:pt idx="19772">
                  <c:v>0.22884259258717066</c:v>
                </c:pt>
                <c:pt idx="19773">
                  <c:v>0.22885416666395031</c:v>
                </c:pt>
                <c:pt idx="19774">
                  <c:v>0.22886574074072996</c:v>
                </c:pt>
                <c:pt idx="19775">
                  <c:v>0.22887731481023366</c:v>
                </c:pt>
                <c:pt idx="19776">
                  <c:v>0.22888888888701331</c:v>
                </c:pt>
                <c:pt idx="19777">
                  <c:v>0.22890046296379296</c:v>
                </c:pt>
                <c:pt idx="19778">
                  <c:v>0.22891203703329666</c:v>
                </c:pt>
                <c:pt idx="19779">
                  <c:v>0.22892361111007631</c:v>
                </c:pt>
                <c:pt idx="19780">
                  <c:v>0.22893518517958</c:v>
                </c:pt>
                <c:pt idx="19781">
                  <c:v>0.22894675925635966</c:v>
                </c:pt>
                <c:pt idx="19782">
                  <c:v>0.22895833333313931</c:v>
                </c:pt>
                <c:pt idx="19783">
                  <c:v>0.228969907402643</c:v>
                </c:pt>
                <c:pt idx="19784">
                  <c:v>0.22898148147942265</c:v>
                </c:pt>
                <c:pt idx="19785">
                  <c:v>0.22899305555620231</c:v>
                </c:pt>
                <c:pt idx="19786">
                  <c:v>0.229004629625706</c:v>
                </c:pt>
                <c:pt idx="19787">
                  <c:v>0.22901620370248565</c:v>
                </c:pt>
                <c:pt idx="19788">
                  <c:v>0.22902777777198935</c:v>
                </c:pt>
                <c:pt idx="19789">
                  <c:v>0.229039351848769</c:v>
                </c:pt>
                <c:pt idx="19790">
                  <c:v>0.22905092592554865</c:v>
                </c:pt>
                <c:pt idx="19791">
                  <c:v>0.22906249999505235</c:v>
                </c:pt>
                <c:pt idx="19792">
                  <c:v>0.229074074071832</c:v>
                </c:pt>
                <c:pt idx="19793">
                  <c:v>0.22908564814861165</c:v>
                </c:pt>
                <c:pt idx="19794">
                  <c:v>0.22909722221811535</c:v>
                </c:pt>
                <c:pt idx="19795">
                  <c:v>0.229108796294895</c:v>
                </c:pt>
                <c:pt idx="19796">
                  <c:v>0.22912037037167465</c:v>
                </c:pt>
                <c:pt idx="19797">
                  <c:v>0.22913194444117835</c:v>
                </c:pt>
                <c:pt idx="19798">
                  <c:v>0.229143518517958</c:v>
                </c:pt>
                <c:pt idx="19799">
                  <c:v>0.2291550925874617</c:v>
                </c:pt>
                <c:pt idx="19800">
                  <c:v>0.22916666666424135</c:v>
                </c:pt>
                <c:pt idx="19801">
                  <c:v>0.229178240741021</c:v>
                </c:pt>
                <c:pt idx="19802">
                  <c:v>0.22918981481052469</c:v>
                </c:pt>
                <c:pt idx="19803">
                  <c:v>0.22920138888730435</c:v>
                </c:pt>
                <c:pt idx="19804">
                  <c:v>0.229212962964084</c:v>
                </c:pt>
                <c:pt idx="19805">
                  <c:v>0.22922453703358769</c:v>
                </c:pt>
                <c:pt idx="19806">
                  <c:v>0.22923611111036735</c:v>
                </c:pt>
                <c:pt idx="19807">
                  <c:v>0.22924768517987104</c:v>
                </c:pt>
                <c:pt idx="19808">
                  <c:v>0.22925925925665069</c:v>
                </c:pt>
                <c:pt idx="19809">
                  <c:v>0.22927083333343035</c:v>
                </c:pt>
                <c:pt idx="19810">
                  <c:v>0.22928240740293404</c:v>
                </c:pt>
                <c:pt idx="19811">
                  <c:v>0.22929398147971369</c:v>
                </c:pt>
                <c:pt idx="19812">
                  <c:v>0.22930555555649335</c:v>
                </c:pt>
                <c:pt idx="19813">
                  <c:v>0.22931712962599704</c:v>
                </c:pt>
                <c:pt idx="19814">
                  <c:v>0.22932870370277669</c:v>
                </c:pt>
                <c:pt idx="19815">
                  <c:v>0.22934027777228039</c:v>
                </c:pt>
                <c:pt idx="19816">
                  <c:v>0.22935185184906004</c:v>
                </c:pt>
                <c:pt idx="19817">
                  <c:v>0.22936342592583969</c:v>
                </c:pt>
                <c:pt idx="19818">
                  <c:v>0.22937499999534339</c:v>
                </c:pt>
                <c:pt idx="19819">
                  <c:v>0.22938657407212304</c:v>
                </c:pt>
                <c:pt idx="19820">
                  <c:v>0.22939814814890269</c:v>
                </c:pt>
                <c:pt idx="19821">
                  <c:v>0.22940972221840639</c:v>
                </c:pt>
                <c:pt idx="19822">
                  <c:v>0.22942129629518604</c:v>
                </c:pt>
                <c:pt idx="19823">
                  <c:v>0.22943287036468973</c:v>
                </c:pt>
                <c:pt idx="19824">
                  <c:v>0.22944444444146939</c:v>
                </c:pt>
                <c:pt idx="19825">
                  <c:v>0.22945601851824904</c:v>
                </c:pt>
                <c:pt idx="19826">
                  <c:v>0.22946759258775273</c:v>
                </c:pt>
                <c:pt idx="19827">
                  <c:v>0.22947916666453239</c:v>
                </c:pt>
                <c:pt idx="19828">
                  <c:v>0.22949074074131204</c:v>
                </c:pt>
                <c:pt idx="19829">
                  <c:v>0.22950231481081573</c:v>
                </c:pt>
                <c:pt idx="19830">
                  <c:v>0.22951388888759539</c:v>
                </c:pt>
                <c:pt idx="19831">
                  <c:v>0.22952546295709908</c:v>
                </c:pt>
                <c:pt idx="19832">
                  <c:v>0.22953703703387873</c:v>
                </c:pt>
                <c:pt idx="19833">
                  <c:v>0.22954861111065838</c:v>
                </c:pt>
                <c:pt idx="19834">
                  <c:v>0.22956018518016208</c:v>
                </c:pt>
                <c:pt idx="19835">
                  <c:v>0.22957175925694173</c:v>
                </c:pt>
                <c:pt idx="19836">
                  <c:v>0.22958333333372138</c:v>
                </c:pt>
                <c:pt idx="19837">
                  <c:v>0.22959490740322508</c:v>
                </c:pt>
                <c:pt idx="19838">
                  <c:v>0.22960648148000473</c:v>
                </c:pt>
                <c:pt idx="19839">
                  <c:v>0.22961805555678438</c:v>
                </c:pt>
                <c:pt idx="19840">
                  <c:v>0.22962962962628808</c:v>
                </c:pt>
                <c:pt idx="19841">
                  <c:v>0.22964120370306773</c:v>
                </c:pt>
                <c:pt idx="19842">
                  <c:v>0.22965277777257143</c:v>
                </c:pt>
                <c:pt idx="19843">
                  <c:v>0.22966435184935108</c:v>
                </c:pt>
                <c:pt idx="19844">
                  <c:v>0.22967592592613073</c:v>
                </c:pt>
                <c:pt idx="19845">
                  <c:v>0.22968749999563443</c:v>
                </c:pt>
                <c:pt idx="19846">
                  <c:v>0.22969907407241408</c:v>
                </c:pt>
                <c:pt idx="19847">
                  <c:v>0.22971064814919373</c:v>
                </c:pt>
                <c:pt idx="19848">
                  <c:v>0.22972222221869742</c:v>
                </c:pt>
                <c:pt idx="19849">
                  <c:v>0.22973379629547708</c:v>
                </c:pt>
                <c:pt idx="19850">
                  <c:v>0.22974537036498077</c:v>
                </c:pt>
                <c:pt idx="19851">
                  <c:v>0.22975694444176042</c:v>
                </c:pt>
                <c:pt idx="19852">
                  <c:v>0.22976851851854008</c:v>
                </c:pt>
                <c:pt idx="19853">
                  <c:v>0.22978009258804377</c:v>
                </c:pt>
                <c:pt idx="19854">
                  <c:v>0.22979166666482342</c:v>
                </c:pt>
                <c:pt idx="19855">
                  <c:v>0.22980324074160308</c:v>
                </c:pt>
                <c:pt idx="19856">
                  <c:v>0.22981481481110677</c:v>
                </c:pt>
                <c:pt idx="19857">
                  <c:v>0.22982638888788642</c:v>
                </c:pt>
                <c:pt idx="19858">
                  <c:v>0.22983796295739012</c:v>
                </c:pt>
                <c:pt idx="19859">
                  <c:v>0.22984953703416977</c:v>
                </c:pt>
                <c:pt idx="19860">
                  <c:v>0.22986111111094942</c:v>
                </c:pt>
                <c:pt idx="19861">
                  <c:v>0.22987268518045312</c:v>
                </c:pt>
                <c:pt idx="19862">
                  <c:v>0.22988425925723277</c:v>
                </c:pt>
                <c:pt idx="19863">
                  <c:v>0.22989583333401242</c:v>
                </c:pt>
                <c:pt idx="19864">
                  <c:v>0.22990740740351612</c:v>
                </c:pt>
                <c:pt idx="19865">
                  <c:v>0.22991898148029577</c:v>
                </c:pt>
                <c:pt idx="19866">
                  <c:v>0.22993055554979946</c:v>
                </c:pt>
                <c:pt idx="19867">
                  <c:v>0.22994212962657912</c:v>
                </c:pt>
                <c:pt idx="19868">
                  <c:v>0.22995370370335877</c:v>
                </c:pt>
                <c:pt idx="19869">
                  <c:v>0.22996527777286246</c:v>
                </c:pt>
                <c:pt idx="19870">
                  <c:v>0.22997685184964212</c:v>
                </c:pt>
                <c:pt idx="19871">
                  <c:v>0.22998842592642177</c:v>
                </c:pt>
                <c:pt idx="19872">
                  <c:v>0.22999999999592546</c:v>
                </c:pt>
                <c:pt idx="19873">
                  <c:v>0.23001157407270512</c:v>
                </c:pt>
                <c:pt idx="19874">
                  <c:v>0.23002314814948477</c:v>
                </c:pt>
                <c:pt idx="19875">
                  <c:v>0.23003472221898846</c:v>
                </c:pt>
                <c:pt idx="19876">
                  <c:v>0.23004629629576812</c:v>
                </c:pt>
                <c:pt idx="19877">
                  <c:v>0.23005787036527181</c:v>
                </c:pt>
                <c:pt idx="19878">
                  <c:v>0.23006944444205146</c:v>
                </c:pt>
                <c:pt idx="19879">
                  <c:v>0.23008101851883112</c:v>
                </c:pt>
                <c:pt idx="19880">
                  <c:v>0.23009259258833481</c:v>
                </c:pt>
                <c:pt idx="19881">
                  <c:v>0.23010416666511446</c:v>
                </c:pt>
                <c:pt idx="19882">
                  <c:v>0.23011574074189411</c:v>
                </c:pt>
                <c:pt idx="19883">
                  <c:v>0.23012731481139781</c:v>
                </c:pt>
                <c:pt idx="19884">
                  <c:v>0.23013888888817746</c:v>
                </c:pt>
                <c:pt idx="19885">
                  <c:v>0.23015046295768116</c:v>
                </c:pt>
                <c:pt idx="19886">
                  <c:v>0.23016203703446081</c:v>
                </c:pt>
                <c:pt idx="19887">
                  <c:v>0.23017361111124046</c:v>
                </c:pt>
                <c:pt idx="19888">
                  <c:v>0.23018518518074416</c:v>
                </c:pt>
                <c:pt idx="19889">
                  <c:v>0.23019675925752381</c:v>
                </c:pt>
                <c:pt idx="19890">
                  <c:v>0.23020833333430346</c:v>
                </c:pt>
                <c:pt idx="19891">
                  <c:v>0.23021990740380716</c:v>
                </c:pt>
                <c:pt idx="19892">
                  <c:v>0.23023148148058681</c:v>
                </c:pt>
                <c:pt idx="19893">
                  <c:v>0.2302430555500905</c:v>
                </c:pt>
                <c:pt idx="19894">
                  <c:v>0.23025462962687016</c:v>
                </c:pt>
                <c:pt idx="19895">
                  <c:v>0.23026620370364981</c:v>
                </c:pt>
                <c:pt idx="19896">
                  <c:v>0.2302777777731535</c:v>
                </c:pt>
                <c:pt idx="19897">
                  <c:v>0.23028935184993315</c:v>
                </c:pt>
                <c:pt idx="19898">
                  <c:v>0.23030092592671281</c:v>
                </c:pt>
                <c:pt idx="19899">
                  <c:v>0.2303124999962165</c:v>
                </c:pt>
                <c:pt idx="19900">
                  <c:v>0.23032407407299615</c:v>
                </c:pt>
                <c:pt idx="19901">
                  <c:v>0.23033564814249985</c:v>
                </c:pt>
                <c:pt idx="19902">
                  <c:v>0.2303472222192795</c:v>
                </c:pt>
                <c:pt idx="19903">
                  <c:v>0.23035879629605915</c:v>
                </c:pt>
                <c:pt idx="19904">
                  <c:v>0.23037037036556285</c:v>
                </c:pt>
                <c:pt idx="19905">
                  <c:v>0.2303819444423425</c:v>
                </c:pt>
                <c:pt idx="19906">
                  <c:v>0.23039351851912215</c:v>
                </c:pt>
                <c:pt idx="19907">
                  <c:v>0.23040509258862585</c:v>
                </c:pt>
                <c:pt idx="19908">
                  <c:v>0.2304166666654055</c:v>
                </c:pt>
                <c:pt idx="19909">
                  <c:v>0.2304282407349092</c:v>
                </c:pt>
                <c:pt idx="19910">
                  <c:v>0.23043981481168885</c:v>
                </c:pt>
                <c:pt idx="19911">
                  <c:v>0.2304513888884685</c:v>
                </c:pt>
                <c:pt idx="19912">
                  <c:v>0.23046296295797219</c:v>
                </c:pt>
                <c:pt idx="19913">
                  <c:v>0.23047453703475185</c:v>
                </c:pt>
                <c:pt idx="19914">
                  <c:v>0.2304861111115315</c:v>
                </c:pt>
                <c:pt idx="19915">
                  <c:v>0.23049768518103519</c:v>
                </c:pt>
                <c:pt idx="19916">
                  <c:v>0.23050925925781485</c:v>
                </c:pt>
                <c:pt idx="19917">
                  <c:v>0.2305208333345945</c:v>
                </c:pt>
                <c:pt idx="19918">
                  <c:v>0.23053240740409819</c:v>
                </c:pt>
                <c:pt idx="19919">
                  <c:v>0.23054398148087785</c:v>
                </c:pt>
                <c:pt idx="19920">
                  <c:v>0.23055555555038154</c:v>
                </c:pt>
                <c:pt idx="19921">
                  <c:v>0.23056712962716119</c:v>
                </c:pt>
                <c:pt idx="19922">
                  <c:v>0.23057870370394085</c:v>
                </c:pt>
                <c:pt idx="19923">
                  <c:v>0.23059027777344454</c:v>
                </c:pt>
                <c:pt idx="19924">
                  <c:v>0.23060185185022419</c:v>
                </c:pt>
                <c:pt idx="19925">
                  <c:v>0.23061342592700385</c:v>
                </c:pt>
                <c:pt idx="19926">
                  <c:v>0.23062499999650754</c:v>
                </c:pt>
                <c:pt idx="19927">
                  <c:v>0.23063657407328719</c:v>
                </c:pt>
                <c:pt idx="19928">
                  <c:v>0.23064814814279089</c:v>
                </c:pt>
                <c:pt idx="19929">
                  <c:v>0.23065972221957054</c:v>
                </c:pt>
                <c:pt idx="19930">
                  <c:v>0.23067129629635019</c:v>
                </c:pt>
                <c:pt idx="19931">
                  <c:v>0.23068287036585389</c:v>
                </c:pt>
                <c:pt idx="19932">
                  <c:v>0.23069444444263354</c:v>
                </c:pt>
                <c:pt idx="19933">
                  <c:v>0.23070601851941319</c:v>
                </c:pt>
                <c:pt idx="19934">
                  <c:v>0.23071759258891689</c:v>
                </c:pt>
                <c:pt idx="19935">
                  <c:v>0.23072916666569654</c:v>
                </c:pt>
                <c:pt idx="19936">
                  <c:v>0.23074074073520023</c:v>
                </c:pt>
                <c:pt idx="19937">
                  <c:v>0.23075231481197989</c:v>
                </c:pt>
                <c:pt idx="19938">
                  <c:v>0.23076388888875954</c:v>
                </c:pt>
                <c:pt idx="19939">
                  <c:v>0.23077546295826323</c:v>
                </c:pt>
                <c:pt idx="19940">
                  <c:v>0.23078703703504289</c:v>
                </c:pt>
                <c:pt idx="19941">
                  <c:v>0.23079861111182254</c:v>
                </c:pt>
                <c:pt idx="19942">
                  <c:v>0.23081018518132623</c:v>
                </c:pt>
                <c:pt idx="19943">
                  <c:v>0.23082175925810589</c:v>
                </c:pt>
                <c:pt idx="19944">
                  <c:v>0.23083333332760958</c:v>
                </c:pt>
                <c:pt idx="19945">
                  <c:v>0.23084490740438923</c:v>
                </c:pt>
                <c:pt idx="19946">
                  <c:v>0.23085648148116888</c:v>
                </c:pt>
                <c:pt idx="19947">
                  <c:v>0.23086805555067258</c:v>
                </c:pt>
                <c:pt idx="19948">
                  <c:v>0.23087962962745223</c:v>
                </c:pt>
                <c:pt idx="19949">
                  <c:v>0.23089120370423188</c:v>
                </c:pt>
                <c:pt idx="19950">
                  <c:v>0.23090277777373558</c:v>
                </c:pt>
                <c:pt idx="19951">
                  <c:v>0.23091435185051523</c:v>
                </c:pt>
                <c:pt idx="19952">
                  <c:v>0.23092592592001893</c:v>
                </c:pt>
                <c:pt idx="19953">
                  <c:v>0.23093749999679858</c:v>
                </c:pt>
                <c:pt idx="19954">
                  <c:v>0.23094907407357823</c:v>
                </c:pt>
                <c:pt idx="19955">
                  <c:v>0.23096064814308193</c:v>
                </c:pt>
                <c:pt idx="19956">
                  <c:v>0.23097222221986158</c:v>
                </c:pt>
                <c:pt idx="19957">
                  <c:v>0.23098379629664123</c:v>
                </c:pt>
                <c:pt idx="19958">
                  <c:v>0.23099537036614493</c:v>
                </c:pt>
                <c:pt idx="19959">
                  <c:v>0.23100694444292458</c:v>
                </c:pt>
                <c:pt idx="19960">
                  <c:v>0.23101851851970423</c:v>
                </c:pt>
                <c:pt idx="19961">
                  <c:v>0.23103009258920792</c:v>
                </c:pt>
                <c:pt idx="19962">
                  <c:v>0.23104166666598758</c:v>
                </c:pt>
                <c:pt idx="19963">
                  <c:v>0.23105324073549127</c:v>
                </c:pt>
                <c:pt idx="19964">
                  <c:v>0.23106481481227092</c:v>
                </c:pt>
                <c:pt idx="19965">
                  <c:v>0.23107638888905058</c:v>
                </c:pt>
                <c:pt idx="19966">
                  <c:v>0.23108796295855427</c:v>
                </c:pt>
                <c:pt idx="19967">
                  <c:v>0.23109953703533392</c:v>
                </c:pt>
                <c:pt idx="19968">
                  <c:v>0.23111111111211358</c:v>
                </c:pt>
                <c:pt idx="19969">
                  <c:v>0.23112268518161727</c:v>
                </c:pt>
                <c:pt idx="19970">
                  <c:v>0.23113425925839692</c:v>
                </c:pt>
                <c:pt idx="19971">
                  <c:v>0.23114583332790062</c:v>
                </c:pt>
                <c:pt idx="19972">
                  <c:v>0.23115740740468027</c:v>
                </c:pt>
                <c:pt idx="19973">
                  <c:v>0.23116898148145992</c:v>
                </c:pt>
                <c:pt idx="19974">
                  <c:v>0.23118055555096362</c:v>
                </c:pt>
                <c:pt idx="19975">
                  <c:v>0.23119212962774327</c:v>
                </c:pt>
                <c:pt idx="19976">
                  <c:v>0.23120370370452292</c:v>
                </c:pt>
                <c:pt idx="19977">
                  <c:v>0.23121527777402662</c:v>
                </c:pt>
                <c:pt idx="19978">
                  <c:v>0.23122685185080627</c:v>
                </c:pt>
                <c:pt idx="19979">
                  <c:v>0.23123842592030996</c:v>
                </c:pt>
                <c:pt idx="19980">
                  <c:v>0.23124999999708962</c:v>
                </c:pt>
                <c:pt idx="19981">
                  <c:v>0.23126157407386927</c:v>
                </c:pt>
                <c:pt idx="19982">
                  <c:v>0.23127314814337296</c:v>
                </c:pt>
                <c:pt idx="19983">
                  <c:v>0.23128472222015262</c:v>
                </c:pt>
                <c:pt idx="19984">
                  <c:v>0.23129629629693227</c:v>
                </c:pt>
                <c:pt idx="19985">
                  <c:v>0.23130787036643596</c:v>
                </c:pt>
                <c:pt idx="19986">
                  <c:v>0.23131944444321562</c:v>
                </c:pt>
                <c:pt idx="19987">
                  <c:v>0.23133101851271931</c:v>
                </c:pt>
                <c:pt idx="19988">
                  <c:v>0.23134259258949896</c:v>
                </c:pt>
                <c:pt idx="19989">
                  <c:v>0.23135416666627862</c:v>
                </c:pt>
                <c:pt idx="19990">
                  <c:v>0.23136574073578231</c:v>
                </c:pt>
                <c:pt idx="19991">
                  <c:v>0.23137731481256196</c:v>
                </c:pt>
                <c:pt idx="19992">
                  <c:v>0.23138888888934162</c:v>
                </c:pt>
                <c:pt idx="19993">
                  <c:v>0.23140046295884531</c:v>
                </c:pt>
                <c:pt idx="19994">
                  <c:v>0.23141203703562496</c:v>
                </c:pt>
                <c:pt idx="19995">
                  <c:v>0.23142361111240461</c:v>
                </c:pt>
                <c:pt idx="19996">
                  <c:v>0.23143518518190831</c:v>
                </c:pt>
                <c:pt idx="19997">
                  <c:v>0.23144675925868796</c:v>
                </c:pt>
                <c:pt idx="19998">
                  <c:v>0.23145833332819166</c:v>
                </c:pt>
                <c:pt idx="19999">
                  <c:v>0.23146990740497131</c:v>
                </c:pt>
                <c:pt idx="20000">
                  <c:v>0.23148148148175096</c:v>
                </c:pt>
                <c:pt idx="20001">
                  <c:v>0.23149305555125466</c:v>
                </c:pt>
                <c:pt idx="20002">
                  <c:v>0.23150462962803431</c:v>
                </c:pt>
                <c:pt idx="20003">
                  <c:v>0.23151620370481396</c:v>
                </c:pt>
                <c:pt idx="20004">
                  <c:v>0.23152777777431766</c:v>
                </c:pt>
                <c:pt idx="20005">
                  <c:v>0.23153935185109731</c:v>
                </c:pt>
                <c:pt idx="20006">
                  <c:v>0.231550925920601</c:v>
                </c:pt>
                <c:pt idx="20007">
                  <c:v>0.23156249999738066</c:v>
                </c:pt>
                <c:pt idx="20008">
                  <c:v>0.23157407407416031</c:v>
                </c:pt>
                <c:pt idx="20009">
                  <c:v>0.231585648143664</c:v>
                </c:pt>
                <c:pt idx="20010">
                  <c:v>0.23159722222044365</c:v>
                </c:pt>
                <c:pt idx="20011">
                  <c:v>0.23160879629722331</c:v>
                </c:pt>
                <c:pt idx="20012">
                  <c:v>0.231620370366727</c:v>
                </c:pt>
                <c:pt idx="20013">
                  <c:v>0.23163194444350665</c:v>
                </c:pt>
                <c:pt idx="20014">
                  <c:v>0.23164351851301035</c:v>
                </c:pt>
                <c:pt idx="20015">
                  <c:v>0.23165509258979</c:v>
                </c:pt>
                <c:pt idx="20016">
                  <c:v>0.23166666666656965</c:v>
                </c:pt>
                <c:pt idx="20017">
                  <c:v>0.23167824073607335</c:v>
                </c:pt>
                <c:pt idx="20018">
                  <c:v>0.231689814812853</c:v>
                </c:pt>
                <c:pt idx="20019">
                  <c:v>0.23170138888963265</c:v>
                </c:pt>
                <c:pt idx="20020">
                  <c:v>0.23171296295913635</c:v>
                </c:pt>
                <c:pt idx="20021">
                  <c:v>0.231724537035916</c:v>
                </c:pt>
                <c:pt idx="20022">
                  <c:v>0.2317361111054197</c:v>
                </c:pt>
                <c:pt idx="20023">
                  <c:v>0.23174768518219935</c:v>
                </c:pt>
                <c:pt idx="20024">
                  <c:v>0.231759259258979</c:v>
                </c:pt>
                <c:pt idx="20025">
                  <c:v>0.23177083332848269</c:v>
                </c:pt>
                <c:pt idx="20026">
                  <c:v>0.23178240740526235</c:v>
                </c:pt>
                <c:pt idx="20027">
                  <c:v>0.231793981482042</c:v>
                </c:pt>
                <c:pt idx="20028">
                  <c:v>0.23180555555154569</c:v>
                </c:pt>
                <c:pt idx="20029">
                  <c:v>0.23181712962832535</c:v>
                </c:pt>
                <c:pt idx="20030">
                  <c:v>0.23182870369782904</c:v>
                </c:pt>
                <c:pt idx="20031">
                  <c:v>0.23184027777460869</c:v>
                </c:pt>
                <c:pt idx="20032">
                  <c:v>0.23185185185138835</c:v>
                </c:pt>
                <c:pt idx="20033">
                  <c:v>0.23186342592089204</c:v>
                </c:pt>
                <c:pt idx="20034">
                  <c:v>0.23187499999767169</c:v>
                </c:pt>
                <c:pt idx="20035">
                  <c:v>0.23188657407445135</c:v>
                </c:pt>
                <c:pt idx="20036">
                  <c:v>0.23189814814395504</c:v>
                </c:pt>
                <c:pt idx="20037">
                  <c:v>0.23190972222073469</c:v>
                </c:pt>
                <c:pt idx="20038">
                  <c:v>0.23192129629751435</c:v>
                </c:pt>
                <c:pt idx="20039">
                  <c:v>0.23193287036701804</c:v>
                </c:pt>
                <c:pt idx="20040">
                  <c:v>0.23194444444379769</c:v>
                </c:pt>
                <c:pt idx="20041">
                  <c:v>0.23195601851330139</c:v>
                </c:pt>
                <c:pt idx="20042">
                  <c:v>0.23196759259008104</c:v>
                </c:pt>
                <c:pt idx="20043">
                  <c:v>0.23197916666686069</c:v>
                </c:pt>
                <c:pt idx="20044">
                  <c:v>0.23199074073636439</c:v>
                </c:pt>
                <c:pt idx="20045">
                  <c:v>0.23200231481314404</c:v>
                </c:pt>
                <c:pt idx="20046">
                  <c:v>0.23201388888992369</c:v>
                </c:pt>
                <c:pt idx="20047">
                  <c:v>0.23202546295942739</c:v>
                </c:pt>
                <c:pt idx="20048">
                  <c:v>0.23203703703620704</c:v>
                </c:pt>
                <c:pt idx="20049">
                  <c:v>0.23204861110571073</c:v>
                </c:pt>
                <c:pt idx="20050">
                  <c:v>0.23206018518249039</c:v>
                </c:pt>
                <c:pt idx="20051">
                  <c:v>0.23207175925927004</c:v>
                </c:pt>
                <c:pt idx="20052">
                  <c:v>0.23208333332877373</c:v>
                </c:pt>
                <c:pt idx="20053">
                  <c:v>0.23209490740555339</c:v>
                </c:pt>
                <c:pt idx="20054">
                  <c:v>0.23210648148233304</c:v>
                </c:pt>
                <c:pt idx="20055">
                  <c:v>0.23211805555183673</c:v>
                </c:pt>
                <c:pt idx="20056">
                  <c:v>0.23212962962861639</c:v>
                </c:pt>
                <c:pt idx="20057">
                  <c:v>0.23214120369812008</c:v>
                </c:pt>
                <c:pt idx="20058">
                  <c:v>0.23215277777489973</c:v>
                </c:pt>
                <c:pt idx="20059">
                  <c:v>0.23216435185167938</c:v>
                </c:pt>
                <c:pt idx="20060">
                  <c:v>0.23217592592118308</c:v>
                </c:pt>
                <c:pt idx="20061">
                  <c:v>0.23218749999796273</c:v>
                </c:pt>
                <c:pt idx="20062">
                  <c:v>0.23219907407474238</c:v>
                </c:pt>
                <c:pt idx="20063">
                  <c:v>0.23221064814424608</c:v>
                </c:pt>
                <c:pt idx="20064">
                  <c:v>0.23222222222102573</c:v>
                </c:pt>
                <c:pt idx="20065">
                  <c:v>0.23223379629052943</c:v>
                </c:pt>
                <c:pt idx="20066">
                  <c:v>0.23224537036730908</c:v>
                </c:pt>
                <c:pt idx="20067">
                  <c:v>0.23225694444408873</c:v>
                </c:pt>
                <c:pt idx="20068">
                  <c:v>0.23226851851359243</c:v>
                </c:pt>
                <c:pt idx="20069">
                  <c:v>0.23228009259037208</c:v>
                </c:pt>
                <c:pt idx="20070">
                  <c:v>0.23229166666715173</c:v>
                </c:pt>
                <c:pt idx="20071">
                  <c:v>0.23230324073665543</c:v>
                </c:pt>
                <c:pt idx="20072">
                  <c:v>0.23231481481343508</c:v>
                </c:pt>
                <c:pt idx="20073">
                  <c:v>0.23232638889021473</c:v>
                </c:pt>
                <c:pt idx="20074">
                  <c:v>0.23233796295971842</c:v>
                </c:pt>
                <c:pt idx="20075">
                  <c:v>0.23234953703649808</c:v>
                </c:pt>
                <c:pt idx="20076">
                  <c:v>0.23236111110600177</c:v>
                </c:pt>
                <c:pt idx="20077">
                  <c:v>0.23237268518278142</c:v>
                </c:pt>
                <c:pt idx="20078">
                  <c:v>0.23238425925956108</c:v>
                </c:pt>
                <c:pt idx="20079">
                  <c:v>0.23239583332906477</c:v>
                </c:pt>
                <c:pt idx="20080">
                  <c:v>0.23240740740584442</c:v>
                </c:pt>
                <c:pt idx="20081">
                  <c:v>0.23241898148262408</c:v>
                </c:pt>
                <c:pt idx="20082">
                  <c:v>0.23243055555212777</c:v>
                </c:pt>
                <c:pt idx="20083">
                  <c:v>0.23244212962890742</c:v>
                </c:pt>
                <c:pt idx="20084">
                  <c:v>0.23245370369841112</c:v>
                </c:pt>
                <c:pt idx="20085">
                  <c:v>0.23246527777519077</c:v>
                </c:pt>
                <c:pt idx="20086">
                  <c:v>0.23247685185197042</c:v>
                </c:pt>
                <c:pt idx="20087">
                  <c:v>0.23248842592147412</c:v>
                </c:pt>
                <c:pt idx="20088">
                  <c:v>0.23249999999825377</c:v>
                </c:pt>
                <c:pt idx="20089">
                  <c:v>0.23251157407503342</c:v>
                </c:pt>
                <c:pt idx="20090">
                  <c:v>0.23252314814453712</c:v>
                </c:pt>
                <c:pt idx="20091">
                  <c:v>0.23253472222131677</c:v>
                </c:pt>
                <c:pt idx="20092">
                  <c:v>0.23254629629082046</c:v>
                </c:pt>
                <c:pt idx="20093">
                  <c:v>0.23255787036760012</c:v>
                </c:pt>
                <c:pt idx="20094">
                  <c:v>0.23256944444437977</c:v>
                </c:pt>
                <c:pt idx="20095">
                  <c:v>0.23258101851388346</c:v>
                </c:pt>
                <c:pt idx="20096">
                  <c:v>0.23259259259066312</c:v>
                </c:pt>
                <c:pt idx="20097">
                  <c:v>0.23260416666744277</c:v>
                </c:pt>
                <c:pt idx="20098">
                  <c:v>0.23261574073694646</c:v>
                </c:pt>
                <c:pt idx="20099">
                  <c:v>0.23262731481372612</c:v>
                </c:pt>
                <c:pt idx="20100">
                  <c:v>0.23263888888322981</c:v>
                </c:pt>
                <c:pt idx="20101">
                  <c:v>0.23265046296000946</c:v>
                </c:pt>
                <c:pt idx="20102">
                  <c:v>0.23266203703678912</c:v>
                </c:pt>
                <c:pt idx="20103">
                  <c:v>0.23267361110629281</c:v>
                </c:pt>
                <c:pt idx="20104">
                  <c:v>0.23268518518307246</c:v>
                </c:pt>
                <c:pt idx="20105">
                  <c:v>0.23269675925985212</c:v>
                </c:pt>
                <c:pt idx="20106">
                  <c:v>0.23270833332935581</c:v>
                </c:pt>
                <c:pt idx="20107">
                  <c:v>0.23271990740613546</c:v>
                </c:pt>
                <c:pt idx="20108">
                  <c:v>0.23273148147563916</c:v>
                </c:pt>
                <c:pt idx="20109">
                  <c:v>0.23274305555241881</c:v>
                </c:pt>
                <c:pt idx="20110">
                  <c:v>0.23275462962919846</c:v>
                </c:pt>
                <c:pt idx="20111">
                  <c:v>0.23276620369870216</c:v>
                </c:pt>
                <c:pt idx="20112">
                  <c:v>0.23277777777548181</c:v>
                </c:pt>
                <c:pt idx="20113">
                  <c:v>0.23278935185226146</c:v>
                </c:pt>
                <c:pt idx="20114">
                  <c:v>0.23280092592176516</c:v>
                </c:pt>
                <c:pt idx="20115">
                  <c:v>0.23281249999854481</c:v>
                </c:pt>
                <c:pt idx="20116">
                  <c:v>0.23282407407532446</c:v>
                </c:pt>
                <c:pt idx="20117">
                  <c:v>0.23283564814482816</c:v>
                </c:pt>
                <c:pt idx="20118">
                  <c:v>0.23284722222160781</c:v>
                </c:pt>
                <c:pt idx="20119">
                  <c:v>0.2328587962911115</c:v>
                </c:pt>
                <c:pt idx="20120">
                  <c:v>0.23287037036789116</c:v>
                </c:pt>
                <c:pt idx="20121">
                  <c:v>0.23288194444467081</c:v>
                </c:pt>
                <c:pt idx="20122">
                  <c:v>0.2328935185141745</c:v>
                </c:pt>
                <c:pt idx="20123">
                  <c:v>0.23290509259095415</c:v>
                </c:pt>
                <c:pt idx="20124">
                  <c:v>0.23291666666773381</c:v>
                </c:pt>
                <c:pt idx="20125">
                  <c:v>0.2329282407372375</c:v>
                </c:pt>
                <c:pt idx="20126">
                  <c:v>0.23293981481401715</c:v>
                </c:pt>
                <c:pt idx="20127">
                  <c:v>0.23295138888352085</c:v>
                </c:pt>
                <c:pt idx="20128">
                  <c:v>0.2329629629603005</c:v>
                </c:pt>
                <c:pt idx="20129">
                  <c:v>0.23297453703708015</c:v>
                </c:pt>
                <c:pt idx="20130">
                  <c:v>0.23298611110658385</c:v>
                </c:pt>
                <c:pt idx="20131">
                  <c:v>0.2329976851833635</c:v>
                </c:pt>
                <c:pt idx="20132">
                  <c:v>0.23300925926014315</c:v>
                </c:pt>
                <c:pt idx="20133">
                  <c:v>0.23302083332964685</c:v>
                </c:pt>
                <c:pt idx="20134">
                  <c:v>0.2330324074064265</c:v>
                </c:pt>
                <c:pt idx="20135">
                  <c:v>0.2330439814759302</c:v>
                </c:pt>
                <c:pt idx="20136">
                  <c:v>0.23305555555270985</c:v>
                </c:pt>
                <c:pt idx="20137">
                  <c:v>0.2330671296294895</c:v>
                </c:pt>
                <c:pt idx="20138">
                  <c:v>0.23307870369899319</c:v>
                </c:pt>
                <c:pt idx="20139">
                  <c:v>0.23309027777577285</c:v>
                </c:pt>
                <c:pt idx="20140">
                  <c:v>0.2331018518525525</c:v>
                </c:pt>
                <c:pt idx="20141">
                  <c:v>0.23311342592205619</c:v>
                </c:pt>
                <c:pt idx="20142">
                  <c:v>0.23312499999883585</c:v>
                </c:pt>
                <c:pt idx="20143">
                  <c:v>0.23313657406833954</c:v>
                </c:pt>
                <c:pt idx="20144">
                  <c:v>0.23314814814511919</c:v>
                </c:pt>
                <c:pt idx="20145">
                  <c:v>0.23315972222189885</c:v>
                </c:pt>
                <c:pt idx="20146">
                  <c:v>0.23317129629140254</c:v>
                </c:pt>
                <c:pt idx="20147">
                  <c:v>0.23318287036818219</c:v>
                </c:pt>
                <c:pt idx="20148">
                  <c:v>0.23319444444496185</c:v>
                </c:pt>
                <c:pt idx="20149">
                  <c:v>0.23320601851446554</c:v>
                </c:pt>
                <c:pt idx="20150">
                  <c:v>0.23321759259124519</c:v>
                </c:pt>
                <c:pt idx="20151">
                  <c:v>0.23322916666074889</c:v>
                </c:pt>
                <c:pt idx="20152">
                  <c:v>0.23324074073752854</c:v>
                </c:pt>
                <c:pt idx="20153">
                  <c:v>0.23325231481430819</c:v>
                </c:pt>
                <c:pt idx="20154">
                  <c:v>0.23326388888381189</c:v>
                </c:pt>
                <c:pt idx="20155">
                  <c:v>0.23327546296059154</c:v>
                </c:pt>
                <c:pt idx="20156">
                  <c:v>0.23328703703737119</c:v>
                </c:pt>
                <c:pt idx="20157">
                  <c:v>0.23329861110687489</c:v>
                </c:pt>
                <c:pt idx="20158">
                  <c:v>0.23331018518365454</c:v>
                </c:pt>
                <c:pt idx="20159">
                  <c:v>0.23332175926043419</c:v>
                </c:pt>
                <c:pt idx="20160">
                  <c:v>0.23333333332993789</c:v>
                </c:pt>
                <c:pt idx="20161">
                  <c:v>0.23334490740671754</c:v>
                </c:pt>
                <c:pt idx="20162">
                  <c:v>0.23335648147622123</c:v>
                </c:pt>
                <c:pt idx="20163">
                  <c:v>0.23336805555300089</c:v>
                </c:pt>
                <c:pt idx="20164">
                  <c:v>0.23337962962978054</c:v>
                </c:pt>
                <c:pt idx="20165">
                  <c:v>0.23339120369928423</c:v>
                </c:pt>
                <c:pt idx="20166">
                  <c:v>0.23340277777606389</c:v>
                </c:pt>
                <c:pt idx="20167">
                  <c:v>0.23341435185284354</c:v>
                </c:pt>
                <c:pt idx="20168">
                  <c:v>0.23342592592234723</c:v>
                </c:pt>
                <c:pt idx="20169">
                  <c:v>0.23343749999912689</c:v>
                </c:pt>
                <c:pt idx="20170">
                  <c:v>0.23344907406863058</c:v>
                </c:pt>
                <c:pt idx="20171">
                  <c:v>0.23346064814541023</c:v>
                </c:pt>
                <c:pt idx="20172">
                  <c:v>0.23347222222218988</c:v>
                </c:pt>
                <c:pt idx="20173">
                  <c:v>0.23348379629169358</c:v>
                </c:pt>
                <c:pt idx="20174">
                  <c:v>0.23349537036847323</c:v>
                </c:pt>
                <c:pt idx="20175">
                  <c:v>0.23350694444525288</c:v>
                </c:pt>
                <c:pt idx="20176">
                  <c:v>0.23351851851475658</c:v>
                </c:pt>
                <c:pt idx="20177">
                  <c:v>0.23353009259153623</c:v>
                </c:pt>
                <c:pt idx="20178">
                  <c:v>0.23354166666103993</c:v>
                </c:pt>
                <c:pt idx="20179">
                  <c:v>0.23355324073781958</c:v>
                </c:pt>
                <c:pt idx="20180">
                  <c:v>0.23356481481459923</c:v>
                </c:pt>
                <c:pt idx="20181">
                  <c:v>0.23357638888410293</c:v>
                </c:pt>
                <c:pt idx="20182">
                  <c:v>0.23358796296088258</c:v>
                </c:pt>
                <c:pt idx="20183">
                  <c:v>0.23359953703766223</c:v>
                </c:pt>
                <c:pt idx="20184">
                  <c:v>0.23361111110716593</c:v>
                </c:pt>
                <c:pt idx="20185">
                  <c:v>0.23362268518394558</c:v>
                </c:pt>
                <c:pt idx="20186">
                  <c:v>0.23363425925344927</c:v>
                </c:pt>
                <c:pt idx="20187">
                  <c:v>0.23364583333022892</c:v>
                </c:pt>
                <c:pt idx="20188">
                  <c:v>0.23365740740700858</c:v>
                </c:pt>
                <c:pt idx="20189">
                  <c:v>0.23366898147651227</c:v>
                </c:pt>
                <c:pt idx="20190">
                  <c:v>0.23368055555329192</c:v>
                </c:pt>
                <c:pt idx="20191">
                  <c:v>0.23369212963007158</c:v>
                </c:pt>
                <c:pt idx="20192">
                  <c:v>0.23370370369957527</c:v>
                </c:pt>
                <c:pt idx="20193">
                  <c:v>0.23371527777635492</c:v>
                </c:pt>
                <c:pt idx="20194">
                  <c:v>0.23372685185313458</c:v>
                </c:pt>
                <c:pt idx="20195">
                  <c:v>0.23373842592263827</c:v>
                </c:pt>
                <c:pt idx="20196">
                  <c:v>0.23374999999941792</c:v>
                </c:pt>
                <c:pt idx="20197">
                  <c:v>0.23376157406892162</c:v>
                </c:pt>
                <c:pt idx="20198">
                  <c:v>0.23377314814570127</c:v>
                </c:pt>
                <c:pt idx="20199">
                  <c:v>0.23378472222248092</c:v>
                </c:pt>
                <c:pt idx="20200">
                  <c:v>0.23379629629198462</c:v>
                </c:pt>
                <c:pt idx="20201">
                  <c:v>0.23380787036876427</c:v>
                </c:pt>
                <c:pt idx="20202">
                  <c:v>0.23381944444554392</c:v>
                </c:pt>
                <c:pt idx="20203">
                  <c:v>0.23383101851504762</c:v>
                </c:pt>
                <c:pt idx="20204">
                  <c:v>0.23384259259182727</c:v>
                </c:pt>
                <c:pt idx="20205">
                  <c:v>0.23385416666133096</c:v>
                </c:pt>
                <c:pt idx="20206">
                  <c:v>0.23386574073811062</c:v>
                </c:pt>
                <c:pt idx="20207">
                  <c:v>0.23387731481489027</c:v>
                </c:pt>
                <c:pt idx="20208">
                  <c:v>0.23388888888439396</c:v>
                </c:pt>
                <c:pt idx="20209">
                  <c:v>0.23390046296117362</c:v>
                </c:pt>
                <c:pt idx="20210">
                  <c:v>0.23391203703795327</c:v>
                </c:pt>
                <c:pt idx="20211">
                  <c:v>0.23392361110745696</c:v>
                </c:pt>
                <c:pt idx="20212">
                  <c:v>0.23393518518423662</c:v>
                </c:pt>
                <c:pt idx="20213">
                  <c:v>0.23394675925374031</c:v>
                </c:pt>
                <c:pt idx="20214">
                  <c:v>0.23395833333051996</c:v>
                </c:pt>
                <c:pt idx="20215">
                  <c:v>0.23396990740729962</c:v>
                </c:pt>
                <c:pt idx="20216">
                  <c:v>0.23398148147680331</c:v>
                </c:pt>
                <c:pt idx="20217">
                  <c:v>0.23399305555358296</c:v>
                </c:pt>
                <c:pt idx="20218">
                  <c:v>0.23400462963036261</c:v>
                </c:pt>
                <c:pt idx="20219">
                  <c:v>0.23401620369986631</c:v>
                </c:pt>
                <c:pt idx="20220">
                  <c:v>0.23402777777664596</c:v>
                </c:pt>
                <c:pt idx="20221">
                  <c:v>0.23403935184614966</c:v>
                </c:pt>
                <c:pt idx="20222">
                  <c:v>0.23405092592292931</c:v>
                </c:pt>
                <c:pt idx="20223">
                  <c:v>0.23406249999970896</c:v>
                </c:pt>
                <c:pt idx="20224">
                  <c:v>0.23407407406921266</c:v>
                </c:pt>
                <c:pt idx="20225">
                  <c:v>0.23408564814599231</c:v>
                </c:pt>
                <c:pt idx="20226">
                  <c:v>0.23409722222277196</c:v>
                </c:pt>
                <c:pt idx="20227">
                  <c:v>0.23410879629227566</c:v>
                </c:pt>
                <c:pt idx="20228">
                  <c:v>0.23412037036905531</c:v>
                </c:pt>
                <c:pt idx="20229">
                  <c:v>0.234131944438559</c:v>
                </c:pt>
                <c:pt idx="20230">
                  <c:v>0.23414351851533866</c:v>
                </c:pt>
                <c:pt idx="20231">
                  <c:v>0.23415509259211831</c:v>
                </c:pt>
                <c:pt idx="20232">
                  <c:v>0.234166666661622</c:v>
                </c:pt>
                <c:pt idx="20233">
                  <c:v>0.23417824073840166</c:v>
                </c:pt>
                <c:pt idx="20234">
                  <c:v>0.23418981481518131</c:v>
                </c:pt>
                <c:pt idx="20235">
                  <c:v>0.234201388884685</c:v>
                </c:pt>
                <c:pt idx="20236">
                  <c:v>0.23421296296146465</c:v>
                </c:pt>
                <c:pt idx="20237">
                  <c:v>0.23422453703824431</c:v>
                </c:pt>
                <c:pt idx="20238">
                  <c:v>0.234236111107748</c:v>
                </c:pt>
                <c:pt idx="20239">
                  <c:v>0.23424768518452765</c:v>
                </c:pt>
                <c:pt idx="20240">
                  <c:v>0.23425925925403135</c:v>
                </c:pt>
                <c:pt idx="20241">
                  <c:v>0.234270833330811</c:v>
                </c:pt>
                <c:pt idx="20242">
                  <c:v>0.23428240740759065</c:v>
                </c:pt>
                <c:pt idx="20243">
                  <c:v>0.23429398147709435</c:v>
                </c:pt>
                <c:pt idx="20244">
                  <c:v>0.234305555553874</c:v>
                </c:pt>
                <c:pt idx="20245">
                  <c:v>0.23431712963065365</c:v>
                </c:pt>
                <c:pt idx="20246">
                  <c:v>0.23432870370015735</c:v>
                </c:pt>
                <c:pt idx="20247">
                  <c:v>0.234340277776937</c:v>
                </c:pt>
                <c:pt idx="20248">
                  <c:v>0.2343518518464407</c:v>
                </c:pt>
                <c:pt idx="20249">
                  <c:v>0.23436342592322035</c:v>
                </c:pt>
                <c:pt idx="20250">
                  <c:v>0.234375</c:v>
                </c:pt>
                <c:pt idx="20251">
                  <c:v>0.23438657406950369</c:v>
                </c:pt>
                <c:pt idx="20252">
                  <c:v>0.23439814814628335</c:v>
                </c:pt>
                <c:pt idx="20253">
                  <c:v>0.234409722223063</c:v>
                </c:pt>
                <c:pt idx="20254">
                  <c:v>0.23442129629256669</c:v>
                </c:pt>
                <c:pt idx="20255">
                  <c:v>0.23443287036934635</c:v>
                </c:pt>
                <c:pt idx="20256">
                  <c:v>0.23444444443885004</c:v>
                </c:pt>
                <c:pt idx="20257">
                  <c:v>0.23445601851562969</c:v>
                </c:pt>
                <c:pt idx="20258">
                  <c:v>0.23446759259240935</c:v>
                </c:pt>
                <c:pt idx="20259">
                  <c:v>0.23447916666191304</c:v>
                </c:pt>
                <c:pt idx="20260">
                  <c:v>0.23449074073869269</c:v>
                </c:pt>
                <c:pt idx="20261">
                  <c:v>0.23450231481547235</c:v>
                </c:pt>
                <c:pt idx="20262">
                  <c:v>0.23451388888497604</c:v>
                </c:pt>
                <c:pt idx="20263">
                  <c:v>0.23452546296175569</c:v>
                </c:pt>
                <c:pt idx="20264">
                  <c:v>0.23453703703125939</c:v>
                </c:pt>
                <c:pt idx="20265">
                  <c:v>0.23454861110803904</c:v>
                </c:pt>
                <c:pt idx="20266">
                  <c:v>0.23456018518481869</c:v>
                </c:pt>
                <c:pt idx="20267">
                  <c:v>0.23457175925432239</c:v>
                </c:pt>
                <c:pt idx="20268">
                  <c:v>0.23458333333110204</c:v>
                </c:pt>
                <c:pt idx="20269">
                  <c:v>0.23459490740788169</c:v>
                </c:pt>
                <c:pt idx="20270">
                  <c:v>0.23460648147738539</c:v>
                </c:pt>
                <c:pt idx="20271">
                  <c:v>0.23461805555416504</c:v>
                </c:pt>
                <c:pt idx="20272">
                  <c:v>0.23462962963094469</c:v>
                </c:pt>
                <c:pt idx="20273">
                  <c:v>0.23464120370044839</c:v>
                </c:pt>
                <c:pt idx="20274">
                  <c:v>0.23465277777722804</c:v>
                </c:pt>
                <c:pt idx="20275">
                  <c:v>0.23466435184673173</c:v>
                </c:pt>
                <c:pt idx="20276">
                  <c:v>0.23467592592351139</c:v>
                </c:pt>
                <c:pt idx="20277">
                  <c:v>0.23468750000029104</c:v>
                </c:pt>
                <c:pt idx="20278">
                  <c:v>0.23469907406979473</c:v>
                </c:pt>
                <c:pt idx="20279">
                  <c:v>0.23471064814657439</c:v>
                </c:pt>
                <c:pt idx="20280">
                  <c:v>0.23472222222335404</c:v>
                </c:pt>
                <c:pt idx="20281">
                  <c:v>0.23473379629285773</c:v>
                </c:pt>
                <c:pt idx="20282">
                  <c:v>0.23474537036963739</c:v>
                </c:pt>
                <c:pt idx="20283">
                  <c:v>0.23475694443914108</c:v>
                </c:pt>
                <c:pt idx="20284">
                  <c:v>0.23476851851592073</c:v>
                </c:pt>
                <c:pt idx="20285">
                  <c:v>0.23478009259270038</c:v>
                </c:pt>
                <c:pt idx="20286">
                  <c:v>0.23479166666220408</c:v>
                </c:pt>
                <c:pt idx="20287">
                  <c:v>0.23480324073898373</c:v>
                </c:pt>
                <c:pt idx="20288">
                  <c:v>0.23481481481576338</c:v>
                </c:pt>
                <c:pt idx="20289">
                  <c:v>0.23482638888526708</c:v>
                </c:pt>
                <c:pt idx="20290">
                  <c:v>0.23483796296204673</c:v>
                </c:pt>
                <c:pt idx="20291">
                  <c:v>0.23484953703155043</c:v>
                </c:pt>
                <c:pt idx="20292">
                  <c:v>0.23486111110833008</c:v>
                </c:pt>
                <c:pt idx="20293">
                  <c:v>0.23487268518510973</c:v>
                </c:pt>
                <c:pt idx="20294">
                  <c:v>0.23488425925461343</c:v>
                </c:pt>
                <c:pt idx="20295">
                  <c:v>0.23489583333139308</c:v>
                </c:pt>
                <c:pt idx="20296">
                  <c:v>0.23490740740817273</c:v>
                </c:pt>
                <c:pt idx="20297">
                  <c:v>0.23491898147767643</c:v>
                </c:pt>
                <c:pt idx="20298">
                  <c:v>0.23493055555445608</c:v>
                </c:pt>
                <c:pt idx="20299">
                  <c:v>0.23494212962395977</c:v>
                </c:pt>
                <c:pt idx="20300">
                  <c:v>0.23495370370073942</c:v>
                </c:pt>
                <c:pt idx="20301">
                  <c:v>0.23496527777751908</c:v>
                </c:pt>
                <c:pt idx="20302">
                  <c:v>0.23497685184702277</c:v>
                </c:pt>
                <c:pt idx="20303">
                  <c:v>0.23498842592380242</c:v>
                </c:pt>
                <c:pt idx="20304">
                  <c:v>0.23500000000058208</c:v>
                </c:pt>
                <c:pt idx="20305">
                  <c:v>0.23501157407008577</c:v>
                </c:pt>
                <c:pt idx="20306">
                  <c:v>0.23502314814686542</c:v>
                </c:pt>
                <c:pt idx="20307">
                  <c:v>0.23503472221636912</c:v>
                </c:pt>
                <c:pt idx="20308">
                  <c:v>0.23504629629314877</c:v>
                </c:pt>
                <c:pt idx="20309">
                  <c:v>0.23505787036992842</c:v>
                </c:pt>
                <c:pt idx="20310">
                  <c:v>0.23506944443943212</c:v>
                </c:pt>
                <c:pt idx="20311">
                  <c:v>0.23508101851621177</c:v>
                </c:pt>
                <c:pt idx="20312">
                  <c:v>0.23509259259299142</c:v>
                </c:pt>
                <c:pt idx="20313">
                  <c:v>0.23510416666249512</c:v>
                </c:pt>
                <c:pt idx="20314">
                  <c:v>0.23511574073927477</c:v>
                </c:pt>
                <c:pt idx="20315">
                  <c:v>0.23512731481605442</c:v>
                </c:pt>
                <c:pt idx="20316">
                  <c:v>0.23513888888555812</c:v>
                </c:pt>
                <c:pt idx="20317">
                  <c:v>0.23515046296233777</c:v>
                </c:pt>
                <c:pt idx="20318">
                  <c:v>0.23516203703184146</c:v>
                </c:pt>
                <c:pt idx="20319">
                  <c:v>0.23517361110862112</c:v>
                </c:pt>
                <c:pt idx="20320">
                  <c:v>0.23518518518540077</c:v>
                </c:pt>
                <c:pt idx="20321">
                  <c:v>0.23519675925490446</c:v>
                </c:pt>
                <c:pt idx="20322">
                  <c:v>0.23520833333168412</c:v>
                </c:pt>
                <c:pt idx="20323">
                  <c:v>0.23521990740846377</c:v>
                </c:pt>
                <c:pt idx="20324">
                  <c:v>0.23523148147796746</c:v>
                </c:pt>
                <c:pt idx="20325">
                  <c:v>0.23524305555474712</c:v>
                </c:pt>
                <c:pt idx="20326">
                  <c:v>0.23525462962425081</c:v>
                </c:pt>
                <c:pt idx="20327">
                  <c:v>0.23526620370103046</c:v>
                </c:pt>
                <c:pt idx="20328">
                  <c:v>0.23527777777781012</c:v>
                </c:pt>
                <c:pt idx="20329">
                  <c:v>0.23528935184731381</c:v>
                </c:pt>
                <c:pt idx="20330">
                  <c:v>0.23530092592409346</c:v>
                </c:pt>
                <c:pt idx="20331">
                  <c:v>0.23531250000087311</c:v>
                </c:pt>
                <c:pt idx="20332">
                  <c:v>0.23532407407037681</c:v>
                </c:pt>
                <c:pt idx="20333">
                  <c:v>0.23533564814715646</c:v>
                </c:pt>
                <c:pt idx="20334">
                  <c:v>0.23534722221666016</c:v>
                </c:pt>
                <c:pt idx="20335">
                  <c:v>0.23535879629343981</c:v>
                </c:pt>
                <c:pt idx="20336">
                  <c:v>0.23537037037021946</c:v>
                </c:pt>
                <c:pt idx="20337">
                  <c:v>0.23538194443972316</c:v>
                </c:pt>
                <c:pt idx="20338">
                  <c:v>0.23539351851650281</c:v>
                </c:pt>
                <c:pt idx="20339">
                  <c:v>0.23540509259328246</c:v>
                </c:pt>
                <c:pt idx="20340">
                  <c:v>0.23541666666278616</c:v>
                </c:pt>
                <c:pt idx="20341">
                  <c:v>0.23542824073956581</c:v>
                </c:pt>
                <c:pt idx="20342">
                  <c:v>0.2354398148090695</c:v>
                </c:pt>
                <c:pt idx="20343">
                  <c:v>0.23545138888584916</c:v>
                </c:pt>
                <c:pt idx="20344">
                  <c:v>0.23546296296262881</c:v>
                </c:pt>
                <c:pt idx="20345">
                  <c:v>0.2354745370321325</c:v>
                </c:pt>
                <c:pt idx="20346">
                  <c:v>0.23548611110891216</c:v>
                </c:pt>
                <c:pt idx="20347">
                  <c:v>0.23549768518569181</c:v>
                </c:pt>
                <c:pt idx="20348">
                  <c:v>0.2355092592551955</c:v>
                </c:pt>
                <c:pt idx="20349">
                  <c:v>0.23552083333197515</c:v>
                </c:pt>
                <c:pt idx="20350">
                  <c:v>0.23553240740147885</c:v>
                </c:pt>
                <c:pt idx="20351">
                  <c:v>0.2355439814782585</c:v>
                </c:pt>
                <c:pt idx="20352">
                  <c:v>0.23555555555503815</c:v>
                </c:pt>
                <c:pt idx="20353">
                  <c:v>0.23556712962454185</c:v>
                </c:pt>
                <c:pt idx="20354">
                  <c:v>0.2355787037013215</c:v>
                </c:pt>
                <c:pt idx="20355">
                  <c:v>0.23559027777810115</c:v>
                </c:pt>
                <c:pt idx="20356">
                  <c:v>0.23560185184760485</c:v>
                </c:pt>
                <c:pt idx="20357">
                  <c:v>0.2356134259243845</c:v>
                </c:pt>
                <c:pt idx="20358">
                  <c:v>0.23562500000116415</c:v>
                </c:pt>
                <c:pt idx="20359">
                  <c:v>0.23563657407066785</c:v>
                </c:pt>
                <c:pt idx="20360">
                  <c:v>0.2356481481474475</c:v>
                </c:pt>
                <c:pt idx="20361">
                  <c:v>0.2356597222169512</c:v>
                </c:pt>
                <c:pt idx="20362">
                  <c:v>0.23567129629373085</c:v>
                </c:pt>
                <c:pt idx="20363">
                  <c:v>0.2356828703705105</c:v>
                </c:pt>
                <c:pt idx="20364">
                  <c:v>0.23569444444001419</c:v>
                </c:pt>
                <c:pt idx="20365">
                  <c:v>0.23570601851679385</c:v>
                </c:pt>
                <c:pt idx="20366">
                  <c:v>0.2357175925935735</c:v>
                </c:pt>
                <c:pt idx="20367">
                  <c:v>0.23572916666307719</c:v>
                </c:pt>
                <c:pt idx="20368">
                  <c:v>0.23574074073985685</c:v>
                </c:pt>
                <c:pt idx="20369">
                  <c:v>0.23575231480936054</c:v>
                </c:pt>
                <c:pt idx="20370">
                  <c:v>0.23576388888614019</c:v>
                </c:pt>
                <c:pt idx="20371">
                  <c:v>0.23577546296291985</c:v>
                </c:pt>
                <c:pt idx="20372">
                  <c:v>0.23578703703242354</c:v>
                </c:pt>
                <c:pt idx="20373">
                  <c:v>0.23579861110920319</c:v>
                </c:pt>
                <c:pt idx="20374">
                  <c:v>0.23581018518598285</c:v>
                </c:pt>
                <c:pt idx="20375">
                  <c:v>0.23582175925548654</c:v>
                </c:pt>
                <c:pt idx="20376">
                  <c:v>0.23583333333226619</c:v>
                </c:pt>
                <c:pt idx="20377">
                  <c:v>0.23584490740176989</c:v>
                </c:pt>
                <c:pt idx="20378">
                  <c:v>0.23585648147854954</c:v>
                </c:pt>
                <c:pt idx="20379">
                  <c:v>0.23586805555532919</c:v>
                </c:pt>
                <c:pt idx="20380">
                  <c:v>0.23587962962483289</c:v>
                </c:pt>
                <c:pt idx="20381">
                  <c:v>0.23589120370161254</c:v>
                </c:pt>
                <c:pt idx="20382">
                  <c:v>0.23590277777839219</c:v>
                </c:pt>
                <c:pt idx="20383">
                  <c:v>0.23591435184789589</c:v>
                </c:pt>
                <c:pt idx="20384">
                  <c:v>0.23592592592467554</c:v>
                </c:pt>
                <c:pt idx="20385">
                  <c:v>0.23593749999417923</c:v>
                </c:pt>
                <c:pt idx="20386">
                  <c:v>0.23594907407095889</c:v>
                </c:pt>
                <c:pt idx="20387">
                  <c:v>0.23596064814773854</c:v>
                </c:pt>
                <c:pt idx="20388">
                  <c:v>0.23597222221724223</c:v>
                </c:pt>
                <c:pt idx="20389">
                  <c:v>0.23598379629402189</c:v>
                </c:pt>
                <c:pt idx="20390">
                  <c:v>0.23599537037080154</c:v>
                </c:pt>
                <c:pt idx="20391">
                  <c:v>0.23600694444030523</c:v>
                </c:pt>
                <c:pt idx="20392">
                  <c:v>0.23601851851708489</c:v>
                </c:pt>
                <c:pt idx="20393">
                  <c:v>0.23603009259386454</c:v>
                </c:pt>
                <c:pt idx="20394">
                  <c:v>0.23604166666336823</c:v>
                </c:pt>
                <c:pt idx="20395">
                  <c:v>0.23605324074014788</c:v>
                </c:pt>
                <c:pt idx="20396">
                  <c:v>0.23606481480965158</c:v>
                </c:pt>
                <c:pt idx="20397">
                  <c:v>0.23607638888643123</c:v>
                </c:pt>
                <c:pt idx="20398">
                  <c:v>0.23608796296321088</c:v>
                </c:pt>
                <c:pt idx="20399">
                  <c:v>0.23609953703271458</c:v>
                </c:pt>
                <c:pt idx="20400">
                  <c:v>0.23611111110949423</c:v>
                </c:pt>
                <c:pt idx="20401">
                  <c:v>0.23612268518627388</c:v>
                </c:pt>
                <c:pt idx="20402">
                  <c:v>0.23613425925577758</c:v>
                </c:pt>
                <c:pt idx="20403">
                  <c:v>0.23614583333255723</c:v>
                </c:pt>
                <c:pt idx="20404">
                  <c:v>0.23615740740206093</c:v>
                </c:pt>
                <c:pt idx="20405">
                  <c:v>0.23616898147884058</c:v>
                </c:pt>
                <c:pt idx="20406">
                  <c:v>0.23618055555562023</c:v>
                </c:pt>
                <c:pt idx="20407">
                  <c:v>0.23619212962512393</c:v>
                </c:pt>
                <c:pt idx="20408">
                  <c:v>0.23620370370190358</c:v>
                </c:pt>
                <c:pt idx="20409">
                  <c:v>0.23621527777868323</c:v>
                </c:pt>
                <c:pt idx="20410">
                  <c:v>0.23622685184818693</c:v>
                </c:pt>
                <c:pt idx="20411">
                  <c:v>0.23623842592496658</c:v>
                </c:pt>
                <c:pt idx="20412">
                  <c:v>0.23624999999447027</c:v>
                </c:pt>
                <c:pt idx="20413">
                  <c:v>0.23626157407124992</c:v>
                </c:pt>
                <c:pt idx="20414">
                  <c:v>0.23627314814802958</c:v>
                </c:pt>
                <c:pt idx="20415">
                  <c:v>0.23628472221753327</c:v>
                </c:pt>
                <c:pt idx="20416">
                  <c:v>0.23629629629431292</c:v>
                </c:pt>
                <c:pt idx="20417">
                  <c:v>0.23630787037109258</c:v>
                </c:pt>
                <c:pt idx="20418">
                  <c:v>0.23631944444059627</c:v>
                </c:pt>
                <c:pt idx="20419">
                  <c:v>0.23633101851737592</c:v>
                </c:pt>
                <c:pt idx="20420">
                  <c:v>0.23634259258687962</c:v>
                </c:pt>
                <c:pt idx="20421">
                  <c:v>0.23635416666365927</c:v>
                </c:pt>
                <c:pt idx="20422">
                  <c:v>0.23636574074043892</c:v>
                </c:pt>
                <c:pt idx="20423">
                  <c:v>0.23637731480994262</c:v>
                </c:pt>
                <c:pt idx="20424">
                  <c:v>0.23638888888672227</c:v>
                </c:pt>
                <c:pt idx="20425">
                  <c:v>0.23640046296350192</c:v>
                </c:pt>
                <c:pt idx="20426">
                  <c:v>0.23641203703300562</c:v>
                </c:pt>
                <c:pt idx="20427">
                  <c:v>0.23642361110978527</c:v>
                </c:pt>
                <c:pt idx="20428">
                  <c:v>0.23643518517928896</c:v>
                </c:pt>
                <c:pt idx="20429">
                  <c:v>0.23644675925606862</c:v>
                </c:pt>
                <c:pt idx="20430">
                  <c:v>0.23645833333284827</c:v>
                </c:pt>
                <c:pt idx="20431">
                  <c:v>0.23646990740235196</c:v>
                </c:pt>
                <c:pt idx="20432">
                  <c:v>0.23648148147913162</c:v>
                </c:pt>
                <c:pt idx="20433">
                  <c:v>0.23649305555591127</c:v>
                </c:pt>
                <c:pt idx="20434">
                  <c:v>0.23650462962541496</c:v>
                </c:pt>
                <c:pt idx="20435">
                  <c:v>0.23651620370219462</c:v>
                </c:pt>
                <c:pt idx="20436">
                  <c:v>0.23652777777897427</c:v>
                </c:pt>
                <c:pt idx="20437">
                  <c:v>0.23653935184847796</c:v>
                </c:pt>
                <c:pt idx="20438">
                  <c:v>0.23655092592525762</c:v>
                </c:pt>
                <c:pt idx="20439">
                  <c:v>0.23656249999476131</c:v>
                </c:pt>
                <c:pt idx="20440">
                  <c:v>0.23657407407154096</c:v>
                </c:pt>
                <c:pt idx="20441">
                  <c:v>0.23658564814832062</c:v>
                </c:pt>
                <c:pt idx="20442">
                  <c:v>0.23659722221782431</c:v>
                </c:pt>
                <c:pt idx="20443">
                  <c:v>0.23660879629460396</c:v>
                </c:pt>
                <c:pt idx="20444">
                  <c:v>0.23662037037138361</c:v>
                </c:pt>
                <c:pt idx="20445">
                  <c:v>0.23663194444088731</c:v>
                </c:pt>
                <c:pt idx="20446">
                  <c:v>0.23664351851766696</c:v>
                </c:pt>
                <c:pt idx="20447">
                  <c:v>0.23665509258717066</c:v>
                </c:pt>
                <c:pt idx="20448">
                  <c:v>0.23666666666395031</c:v>
                </c:pt>
                <c:pt idx="20449">
                  <c:v>0.23667824074072996</c:v>
                </c:pt>
                <c:pt idx="20450">
                  <c:v>0.23668981481023366</c:v>
                </c:pt>
                <c:pt idx="20451">
                  <c:v>0.23670138888701331</c:v>
                </c:pt>
                <c:pt idx="20452">
                  <c:v>0.23671296296379296</c:v>
                </c:pt>
                <c:pt idx="20453">
                  <c:v>0.23672453703329666</c:v>
                </c:pt>
                <c:pt idx="20454">
                  <c:v>0.23673611111007631</c:v>
                </c:pt>
                <c:pt idx="20455">
                  <c:v>0.23674768517958</c:v>
                </c:pt>
                <c:pt idx="20456">
                  <c:v>0.23675925925635966</c:v>
                </c:pt>
                <c:pt idx="20457">
                  <c:v>0.23677083333313931</c:v>
                </c:pt>
                <c:pt idx="20458">
                  <c:v>0.236782407402643</c:v>
                </c:pt>
                <c:pt idx="20459">
                  <c:v>0.23679398147942265</c:v>
                </c:pt>
                <c:pt idx="20460">
                  <c:v>0.23680555555620231</c:v>
                </c:pt>
                <c:pt idx="20461">
                  <c:v>0.236817129625706</c:v>
                </c:pt>
                <c:pt idx="20462">
                  <c:v>0.23682870370248565</c:v>
                </c:pt>
                <c:pt idx="20463">
                  <c:v>0.23684027777198935</c:v>
                </c:pt>
                <c:pt idx="20464">
                  <c:v>0.236851851848769</c:v>
                </c:pt>
                <c:pt idx="20465">
                  <c:v>0.23686342592554865</c:v>
                </c:pt>
                <c:pt idx="20466">
                  <c:v>0.23687499999505235</c:v>
                </c:pt>
                <c:pt idx="20467">
                  <c:v>0.236886574071832</c:v>
                </c:pt>
                <c:pt idx="20468">
                  <c:v>0.23689814814861165</c:v>
                </c:pt>
                <c:pt idx="20469">
                  <c:v>0.23690972221811535</c:v>
                </c:pt>
                <c:pt idx="20470">
                  <c:v>0.236921296294895</c:v>
                </c:pt>
                <c:pt idx="20471">
                  <c:v>0.23693287037167465</c:v>
                </c:pt>
                <c:pt idx="20472">
                  <c:v>0.23694444444117835</c:v>
                </c:pt>
                <c:pt idx="20473">
                  <c:v>0.236956018517958</c:v>
                </c:pt>
                <c:pt idx="20474">
                  <c:v>0.2369675925874617</c:v>
                </c:pt>
                <c:pt idx="20475">
                  <c:v>0.23697916666424135</c:v>
                </c:pt>
                <c:pt idx="20476">
                  <c:v>0.236990740741021</c:v>
                </c:pt>
                <c:pt idx="20477">
                  <c:v>0.23700231481052469</c:v>
                </c:pt>
                <c:pt idx="20478">
                  <c:v>0.23701388888730435</c:v>
                </c:pt>
                <c:pt idx="20479">
                  <c:v>0.237025462964084</c:v>
                </c:pt>
                <c:pt idx="20480">
                  <c:v>0.23703703703358769</c:v>
                </c:pt>
                <c:pt idx="20481">
                  <c:v>0.23704861111036735</c:v>
                </c:pt>
                <c:pt idx="20482">
                  <c:v>0.23706018517987104</c:v>
                </c:pt>
                <c:pt idx="20483">
                  <c:v>0.23707175925665069</c:v>
                </c:pt>
                <c:pt idx="20484">
                  <c:v>0.23708333333343035</c:v>
                </c:pt>
                <c:pt idx="20485">
                  <c:v>0.23709490740293404</c:v>
                </c:pt>
                <c:pt idx="20486">
                  <c:v>0.23710648147971369</c:v>
                </c:pt>
                <c:pt idx="20487">
                  <c:v>0.23711805555649335</c:v>
                </c:pt>
                <c:pt idx="20488">
                  <c:v>0.23712962962599704</c:v>
                </c:pt>
                <c:pt idx="20489">
                  <c:v>0.23714120370277669</c:v>
                </c:pt>
                <c:pt idx="20490">
                  <c:v>0.23715277777228039</c:v>
                </c:pt>
                <c:pt idx="20491">
                  <c:v>0.23716435184906004</c:v>
                </c:pt>
                <c:pt idx="20492">
                  <c:v>0.23717592592583969</c:v>
                </c:pt>
                <c:pt idx="20493">
                  <c:v>0.23718749999534339</c:v>
                </c:pt>
                <c:pt idx="20494">
                  <c:v>0.23719907407212304</c:v>
                </c:pt>
                <c:pt idx="20495">
                  <c:v>0.23721064814890269</c:v>
                </c:pt>
                <c:pt idx="20496">
                  <c:v>0.23722222221840639</c:v>
                </c:pt>
                <c:pt idx="20497">
                  <c:v>0.23723379629518604</c:v>
                </c:pt>
                <c:pt idx="20498">
                  <c:v>0.23724537036468973</c:v>
                </c:pt>
                <c:pt idx="20499">
                  <c:v>0.23725694444146939</c:v>
                </c:pt>
                <c:pt idx="20500">
                  <c:v>0.23726851851824904</c:v>
                </c:pt>
                <c:pt idx="20501">
                  <c:v>0.23728009258775273</c:v>
                </c:pt>
                <c:pt idx="20502">
                  <c:v>0.23729166666453239</c:v>
                </c:pt>
                <c:pt idx="20503">
                  <c:v>0.23730324074131204</c:v>
                </c:pt>
                <c:pt idx="20504">
                  <c:v>0.23731481481081573</c:v>
                </c:pt>
                <c:pt idx="20505">
                  <c:v>0.23732638888759539</c:v>
                </c:pt>
                <c:pt idx="20506">
                  <c:v>0.23733796295709908</c:v>
                </c:pt>
                <c:pt idx="20507">
                  <c:v>0.23734953703387873</c:v>
                </c:pt>
                <c:pt idx="20508">
                  <c:v>0.23736111111065838</c:v>
                </c:pt>
                <c:pt idx="20509">
                  <c:v>0.23737268518016208</c:v>
                </c:pt>
                <c:pt idx="20510">
                  <c:v>0.23738425925694173</c:v>
                </c:pt>
                <c:pt idx="20511">
                  <c:v>0.23739583333372138</c:v>
                </c:pt>
                <c:pt idx="20512">
                  <c:v>0.23740740740322508</c:v>
                </c:pt>
                <c:pt idx="20513">
                  <c:v>0.23741898148000473</c:v>
                </c:pt>
                <c:pt idx="20514">
                  <c:v>0.23743055555678438</c:v>
                </c:pt>
                <c:pt idx="20515">
                  <c:v>0.23744212962628808</c:v>
                </c:pt>
                <c:pt idx="20516">
                  <c:v>0.23745370370306773</c:v>
                </c:pt>
                <c:pt idx="20517">
                  <c:v>0.23746527777257143</c:v>
                </c:pt>
                <c:pt idx="20518">
                  <c:v>0.23747685184935108</c:v>
                </c:pt>
                <c:pt idx="20519">
                  <c:v>0.23748842592613073</c:v>
                </c:pt>
                <c:pt idx="20520">
                  <c:v>0.23749999999563443</c:v>
                </c:pt>
                <c:pt idx="20521">
                  <c:v>0.23751157407241408</c:v>
                </c:pt>
                <c:pt idx="20522">
                  <c:v>0.23752314814919373</c:v>
                </c:pt>
                <c:pt idx="20523">
                  <c:v>0.23753472221869742</c:v>
                </c:pt>
                <c:pt idx="20524">
                  <c:v>0.23754629629547708</c:v>
                </c:pt>
                <c:pt idx="20525">
                  <c:v>0.23755787036498077</c:v>
                </c:pt>
                <c:pt idx="20526">
                  <c:v>0.23756944444176042</c:v>
                </c:pt>
                <c:pt idx="20527">
                  <c:v>0.23758101851854008</c:v>
                </c:pt>
                <c:pt idx="20528">
                  <c:v>0.23759259258804377</c:v>
                </c:pt>
                <c:pt idx="20529">
                  <c:v>0.23760416666482342</c:v>
                </c:pt>
                <c:pt idx="20530">
                  <c:v>0.23761574074160308</c:v>
                </c:pt>
                <c:pt idx="20531">
                  <c:v>0.23762731481110677</c:v>
                </c:pt>
                <c:pt idx="20532">
                  <c:v>0.23763888888788642</c:v>
                </c:pt>
                <c:pt idx="20533">
                  <c:v>0.23765046295739012</c:v>
                </c:pt>
                <c:pt idx="20534">
                  <c:v>0.23766203703416977</c:v>
                </c:pt>
                <c:pt idx="20535">
                  <c:v>0.23767361111094942</c:v>
                </c:pt>
                <c:pt idx="20536">
                  <c:v>0.23768518518045312</c:v>
                </c:pt>
                <c:pt idx="20537">
                  <c:v>0.23769675925723277</c:v>
                </c:pt>
                <c:pt idx="20538">
                  <c:v>0.23770833333401242</c:v>
                </c:pt>
                <c:pt idx="20539">
                  <c:v>0.23771990740351612</c:v>
                </c:pt>
                <c:pt idx="20540">
                  <c:v>0.23773148148029577</c:v>
                </c:pt>
                <c:pt idx="20541">
                  <c:v>0.23774305554979946</c:v>
                </c:pt>
                <c:pt idx="20542">
                  <c:v>0.23775462962657912</c:v>
                </c:pt>
                <c:pt idx="20543">
                  <c:v>0.23776620370335877</c:v>
                </c:pt>
                <c:pt idx="20544">
                  <c:v>0.23777777777286246</c:v>
                </c:pt>
                <c:pt idx="20545">
                  <c:v>0.23778935184964212</c:v>
                </c:pt>
                <c:pt idx="20546">
                  <c:v>0.23780092592642177</c:v>
                </c:pt>
                <c:pt idx="20547">
                  <c:v>0.23781249999592546</c:v>
                </c:pt>
                <c:pt idx="20548">
                  <c:v>0.23782407407270512</c:v>
                </c:pt>
                <c:pt idx="20549">
                  <c:v>0.23783564814948477</c:v>
                </c:pt>
                <c:pt idx="20550">
                  <c:v>0.23784722221898846</c:v>
                </c:pt>
                <c:pt idx="20551">
                  <c:v>0.23785879629576812</c:v>
                </c:pt>
                <c:pt idx="20552">
                  <c:v>0.23787037036527181</c:v>
                </c:pt>
                <c:pt idx="20553">
                  <c:v>0.23788194444205146</c:v>
                </c:pt>
                <c:pt idx="20554">
                  <c:v>0.23789351851883112</c:v>
                </c:pt>
                <c:pt idx="20555">
                  <c:v>0.23790509258833481</c:v>
                </c:pt>
                <c:pt idx="20556">
                  <c:v>0.23791666666511446</c:v>
                </c:pt>
                <c:pt idx="20557">
                  <c:v>0.23792824074189411</c:v>
                </c:pt>
                <c:pt idx="20558">
                  <c:v>0.23793981481139781</c:v>
                </c:pt>
                <c:pt idx="20559">
                  <c:v>0.23795138888817746</c:v>
                </c:pt>
                <c:pt idx="20560">
                  <c:v>0.23796296295768116</c:v>
                </c:pt>
                <c:pt idx="20561">
                  <c:v>0.23797453703446081</c:v>
                </c:pt>
                <c:pt idx="20562">
                  <c:v>0.23798611111124046</c:v>
                </c:pt>
                <c:pt idx="20563">
                  <c:v>0.23799768518074416</c:v>
                </c:pt>
                <c:pt idx="20564">
                  <c:v>0.23800925925752381</c:v>
                </c:pt>
                <c:pt idx="20565">
                  <c:v>0.23802083333430346</c:v>
                </c:pt>
                <c:pt idx="20566">
                  <c:v>0.23803240740380716</c:v>
                </c:pt>
                <c:pt idx="20567">
                  <c:v>0.23804398148058681</c:v>
                </c:pt>
                <c:pt idx="20568">
                  <c:v>0.2380555555500905</c:v>
                </c:pt>
                <c:pt idx="20569">
                  <c:v>0.23806712962687016</c:v>
                </c:pt>
                <c:pt idx="20570">
                  <c:v>0.23807870370364981</c:v>
                </c:pt>
                <c:pt idx="20571">
                  <c:v>0.2380902777731535</c:v>
                </c:pt>
                <c:pt idx="20572">
                  <c:v>0.23810185184993315</c:v>
                </c:pt>
                <c:pt idx="20573">
                  <c:v>0.23811342592671281</c:v>
                </c:pt>
                <c:pt idx="20574">
                  <c:v>0.2381249999962165</c:v>
                </c:pt>
                <c:pt idx="20575">
                  <c:v>0.23813657407299615</c:v>
                </c:pt>
                <c:pt idx="20576">
                  <c:v>0.23814814814249985</c:v>
                </c:pt>
                <c:pt idx="20577">
                  <c:v>0.2381597222192795</c:v>
                </c:pt>
                <c:pt idx="20578">
                  <c:v>0.23817129629605915</c:v>
                </c:pt>
                <c:pt idx="20579">
                  <c:v>0.23818287036556285</c:v>
                </c:pt>
                <c:pt idx="20580">
                  <c:v>0.2381944444423425</c:v>
                </c:pt>
                <c:pt idx="20581">
                  <c:v>0.23820601851912215</c:v>
                </c:pt>
                <c:pt idx="20582">
                  <c:v>0.23821759258862585</c:v>
                </c:pt>
                <c:pt idx="20583">
                  <c:v>0.2382291666654055</c:v>
                </c:pt>
                <c:pt idx="20584">
                  <c:v>0.2382407407349092</c:v>
                </c:pt>
                <c:pt idx="20585">
                  <c:v>0.23825231481168885</c:v>
                </c:pt>
                <c:pt idx="20586">
                  <c:v>0.2382638888884685</c:v>
                </c:pt>
                <c:pt idx="20587">
                  <c:v>0.23827546295797219</c:v>
                </c:pt>
                <c:pt idx="20588">
                  <c:v>0.23828703703475185</c:v>
                </c:pt>
                <c:pt idx="20589">
                  <c:v>0.2382986111115315</c:v>
                </c:pt>
                <c:pt idx="20590">
                  <c:v>0.23831018518103519</c:v>
                </c:pt>
                <c:pt idx="20591">
                  <c:v>0.23832175925781485</c:v>
                </c:pt>
                <c:pt idx="20592">
                  <c:v>0.2383333333345945</c:v>
                </c:pt>
                <c:pt idx="20593">
                  <c:v>0.23834490740409819</c:v>
                </c:pt>
                <c:pt idx="20594">
                  <c:v>0.23835648148087785</c:v>
                </c:pt>
                <c:pt idx="20595">
                  <c:v>0.23836805555038154</c:v>
                </c:pt>
                <c:pt idx="20596">
                  <c:v>0.23837962962716119</c:v>
                </c:pt>
                <c:pt idx="20597">
                  <c:v>0.23839120370394085</c:v>
                </c:pt>
                <c:pt idx="20598">
                  <c:v>0.23840277777344454</c:v>
                </c:pt>
                <c:pt idx="20599">
                  <c:v>0.23841435185022419</c:v>
                </c:pt>
                <c:pt idx="20600">
                  <c:v>0.23842592592700385</c:v>
                </c:pt>
                <c:pt idx="20601">
                  <c:v>0.23843749999650754</c:v>
                </c:pt>
                <c:pt idx="20602">
                  <c:v>0.23844907407328719</c:v>
                </c:pt>
                <c:pt idx="20603">
                  <c:v>0.23846064814279089</c:v>
                </c:pt>
                <c:pt idx="20604">
                  <c:v>0.23847222221957054</c:v>
                </c:pt>
                <c:pt idx="20605">
                  <c:v>0.23848379629635019</c:v>
                </c:pt>
                <c:pt idx="20606">
                  <c:v>0.23849537036585389</c:v>
                </c:pt>
                <c:pt idx="20607">
                  <c:v>0.23850694444263354</c:v>
                </c:pt>
                <c:pt idx="20608">
                  <c:v>0.23851851851941319</c:v>
                </c:pt>
                <c:pt idx="20609">
                  <c:v>0.23853009258891689</c:v>
                </c:pt>
                <c:pt idx="20610">
                  <c:v>0.23854166666569654</c:v>
                </c:pt>
                <c:pt idx="20611">
                  <c:v>0.23855324073520023</c:v>
                </c:pt>
                <c:pt idx="20612">
                  <c:v>0.23856481481197989</c:v>
                </c:pt>
                <c:pt idx="20613">
                  <c:v>0.23857638888875954</c:v>
                </c:pt>
                <c:pt idx="20614">
                  <c:v>0.23858796295826323</c:v>
                </c:pt>
                <c:pt idx="20615">
                  <c:v>0.23859953703504289</c:v>
                </c:pt>
                <c:pt idx="20616">
                  <c:v>0.23861111111182254</c:v>
                </c:pt>
                <c:pt idx="20617">
                  <c:v>0.23862268518132623</c:v>
                </c:pt>
                <c:pt idx="20618">
                  <c:v>0.23863425925810589</c:v>
                </c:pt>
                <c:pt idx="20619">
                  <c:v>0.23864583332760958</c:v>
                </c:pt>
                <c:pt idx="20620">
                  <c:v>0.23865740740438923</c:v>
                </c:pt>
                <c:pt idx="20621">
                  <c:v>0.23866898148116888</c:v>
                </c:pt>
                <c:pt idx="20622">
                  <c:v>0.23868055555067258</c:v>
                </c:pt>
                <c:pt idx="20623">
                  <c:v>0.23869212962745223</c:v>
                </c:pt>
                <c:pt idx="20624">
                  <c:v>0.23870370370423188</c:v>
                </c:pt>
                <c:pt idx="20625">
                  <c:v>0.23871527777373558</c:v>
                </c:pt>
                <c:pt idx="20626">
                  <c:v>0.23872685185051523</c:v>
                </c:pt>
                <c:pt idx="20627">
                  <c:v>0.23873842592001893</c:v>
                </c:pt>
                <c:pt idx="20628">
                  <c:v>0.23874999999679858</c:v>
                </c:pt>
                <c:pt idx="20629">
                  <c:v>0.23876157407357823</c:v>
                </c:pt>
                <c:pt idx="20630">
                  <c:v>0.23877314814308193</c:v>
                </c:pt>
                <c:pt idx="20631">
                  <c:v>0.23878472221986158</c:v>
                </c:pt>
                <c:pt idx="20632">
                  <c:v>0.23879629629664123</c:v>
                </c:pt>
                <c:pt idx="20633">
                  <c:v>0.23880787036614493</c:v>
                </c:pt>
                <c:pt idx="20634">
                  <c:v>0.23881944444292458</c:v>
                </c:pt>
                <c:pt idx="20635">
                  <c:v>0.23883101851970423</c:v>
                </c:pt>
                <c:pt idx="20636">
                  <c:v>0.23884259258920792</c:v>
                </c:pt>
                <c:pt idx="20637">
                  <c:v>0.23885416666598758</c:v>
                </c:pt>
                <c:pt idx="20638">
                  <c:v>0.23886574073549127</c:v>
                </c:pt>
                <c:pt idx="20639">
                  <c:v>0.23887731481227092</c:v>
                </c:pt>
                <c:pt idx="20640">
                  <c:v>0.23888888888905058</c:v>
                </c:pt>
                <c:pt idx="20641">
                  <c:v>0.23890046295855427</c:v>
                </c:pt>
                <c:pt idx="20642">
                  <c:v>0.23891203703533392</c:v>
                </c:pt>
                <c:pt idx="20643">
                  <c:v>0.23892361111211358</c:v>
                </c:pt>
                <c:pt idx="20644">
                  <c:v>0.23893518518161727</c:v>
                </c:pt>
                <c:pt idx="20645">
                  <c:v>0.23894675925839692</c:v>
                </c:pt>
                <c:pt idx="20646">
                  <c:v>0.23895833332790062</c:v>
                </c:pt>
                <c:pt idx="20647">
                  <c:v>0.23896990740468027</c:v>
                </c:pt>
                <c:pt idx="20648">
                  <c:v>0.23898148148145992</c:v>
                </c:pt>
                <c:pt idx="20649">
                  <c:v>0.23899305555096362</c:v>
                </c:pt>
                <c:pt idx="20650">
                  <c:v>0.23900462962774327</c:v>
                </c:pt>
                <c:pt idx="20651">
                  <c:v>0.23901620370452292</c:v>
                </c:pt>
                <c:pt idx="20652">
                  <c:v>0.23902777777402662</c:v>
                </c:pt>
                <c:pt idx="20653">
                  <c:v>0.23903935185080627</c:v>
                </c:pt>
                <c:pt idx="20654">
                  <c:v>0.23905092592030996</c:v>
                </c:pt>
                <c:pt idx="20655">
                  <c:v>0.23906249999708962</c:v>
                </c:pt>
                <c:pt idx="20656">
                  <c:v>0.23907407407386927</c:v>
                </c:pt>
                <c:pt idx="20657">
                  <c:v>0.23908564814337296</c:v>
                </c:pt>
                <c:pt idx="20658">
                  <c:v>0.23909722222015262</c:v>
                </c:pt>
                <c:pt idx="20659">
                  <c:v>0.23910879629693227</c:v>
                </c:pt>
                <c:pt idx="20660">
                  <c:v>0.23912037036643596</c:v>
                </c:pt>
                <c:pt idx="20661">
                  <c:v>0.23913194444321562</c:v>
                </c:pt>
                <c:pt idx="20662">
                  <c:v>0.23914351851271931</c:v>
                </c:pt>
                <c:pt idx="20663">
                  <c:v>0.23915509258949896</c:v>
                </c:pt>
                <c:pt idx="20664">
                  <c:v>0.23916666666627862</c:v>
                </c:pt>
                <c:pt idx="20665">
                  <c:v>0.23917824073578231</c:v>
                </c:pt>
                <c:pt idx="20666">
                  <c:v>0.23918981481256196</c:v>
                </c:pt>
                <c:pt idx="20667">
                  <c:v>0.23920138888934162</c:v>
                </c:pt>
                <c:pt idx="20668">
                  <c:v>0.23921296295884531</c:v>
                </c:pt>
                <c:pt idx="20669">
                  <c:v>0.23922453703562496</c:v>
                </c:pt>
                <c:pt idx="20670">
                  <c:v>0.23923611111240461</c:v>
                </c:pt>
                <c:pt idx="20671">
                  <c:v>0.23924768518190831</c:v>
                </c:pt>
                <c:pt idx="20672">
                  <c:v>0.23925925925868796</c:v>
                </c:pt>
                <c:pt idx="20673">
                  <c:v>0.23927083332819166</c:v>
                </c:pt>
                <c:pt idx="20674">
                  <c:v>0.23928240740497131</c:v>
                </c:pt>
                <c:pt idx="20675">
                  <c:v>0.23929398148175096</c:v>
                </c:pt>
                <c:pt idx="20676">
                  <c:v>0.23930555555125466</c:v>
                </c:pt>
                <c:pt idx="20677">
                  <c:v>0.23931712962803431</c:v>
                </c:pt>
                <c:pt idx="20678">
                  <c:v>0.23932870370481396</c:v>
                </c:pt>
                <c:pt idx="20679">
                  <c:v>0.23934027777431766</c:v>
                </c:pt>
                <c:pt idx="20680">
                  <c:v>0.23935185185109731</c:v>
                </c:pt>
                <c:pt idx="20681">
                  <c:v>0.239363425920601</c:v>
                </c:pt>
                <c:pt idx="20682">
                  <c:v>0.23937499999738066</c:v>
                </c:pt>
                <c:pt idx="20683">
                  <c:v>0.23938657407416031</c:v>
                </c:pt>
                <c:pt idx="20684">
                  <c:v>0.239398148143664</c:v>
                </c:pt>
                <c:pt idx="20685">
                  <c:v>0.23940972222044365</c:v>
                </c:pt>
                <c:pt idx="20686">
                  <c:v>0.23942129629722331</c:v>
                </c:pt>
                <c:pt idx="20687">
                  <c:v>0.239432870366727</c:v>
                </c:pt>
                <c:pt idx="20688">
                  <c:v>0.23944444444350665</c:v>
                </c:pt>
                <c:pt idx="20689">
                  <c:v>0.23945601851301035</c:v>
                </c:pt>
                <c:pt idx="20690">
                  <c:v>0.23946759258979</c:v>
                </c:pt>
                <c:pt idx="20691">
                  <c:v>0.23947916666656965</c:v>
                </c:pt>
                <c:pt idx="20692">
                  <c:v>0.23949074073607335</c:v>
                </c:pt>
                <c:pt idx="20693">
                  <c:v>0.239502314812853</c:v>
                </c:pt>
                <c:pt idx="20694">
                  <c:v>0.23951388888963265</c:v>
                </c:pt>
                <c:pt idx="20695">
                  <c:v>0.23952546295913635</c:v>
                </c:pt>
                <c:pt idx="20696">
                  <c:v>0.239537037035916</c:v>
                </c:pt>
                <c:pt idx="20697">
                  <c:v>0.2395486111054197</c:v>
                </c:pt>
                <c:pt idx="20698">
                  <c:v>0.23956018518219935</c:v>
                </c:pt>
                <c:pt idx="20699">
                  <c:v>0.239571759258979</c:v>
                </c:pt>
                <c:pt idx="20700">
                  <c:v>0.23958333332848269</c:v>
                </c:pt>
                <c:pt idx="20701">
                  <c:v>0.23959490740526235</c:v>
                </c:pt>
                <c:pt idx="20702">
                  <c:v>0.239606481482042</c:v>
                </c:pt>
                <c:pt idx="20703">
                  <c:v>0.23961805555154569</c:v>
                </c:pt>
                <c:pt idx="20704">
                  <c:v>0.23962962962832535</c:v>
                </c:pt>
                <c:pt idx="20705">
                  <c:v>0.23964120369782904</c:v>
                </c:pt>
                <c:pt idx="20706">
                  <c:v>0.23965277777460869</c:v>
                </c:pt>
                <c:pt idx="20707">
                  <c:v>0.23966435185138835</c:v>
                </c:pt>
                <c:pt idx="20708">
                  <c:v>0.23967592592089204</c:v>
                </c:pt>
                <c:pt idx="20709">
                  <c:v>0.23968749999767169</c:v>
                </c:pt>
                <c:pt idx="20710">
                  <c:v>0.23969907407445135</c:v>
                </c:pt>
                <c:pt idx="20711">
                  <c:v>0.23971064814395504</c:v>
                </c:pt>
                <c:pt idx="20712">
                  <c:v>0.23972222222073469</c:v>
                </c:pt>
                <c:pt idx="20713">
                  <c:v>0.23973379629751435</c:v>
                </c:pt>
                <c:pt idx="20714">
                  <c:v>0.23974537036701804</c:v>
                </c:pt>
                <c:pt idx="20715">
                  <c:v>0.23975694444379769</c:v>
                </c:pt>
                <c:pt idx="20716">
                  <c:v>0.23976851851330139</c:v>
                </c:pt>
                <c:pt idx="20717">
                  <c:v>0.23978009259008104</c:v>
                </c:pt>
                <c:pt idx="20718">
                  <c:v>0.23979166666686069</c:v>
                </c:pt>
                <c:pt idx="20719">
                  <c:v>0.23980324073636439</c:v>
                </c:pt>
                <c:pt idx="20720">
                  <c:v>0.23981481481314404</c:v>
                </c:pt>
                <c:pt idx="20721">
                  <c:v>0.23982638888992369</c:v>
                </c:pt>
                <c:pt idx="20722">
                  <c:v>0.23983796295942739</c:v>
                </c:pt>
                <c:pt idx="20723">
                  <c:v>0.23984953703620704</c:v>
                </c:pt>
                <c:pt idx="20724">
                  <c:v>0.23986111110571073</c:v>
                </c:pt>
                <c:pt idx="20725">
                  <c:v>0.23987268518249039</c:v>
                </c:pt>
                <c:pt idx="20726">
                  <c:v>0.23988425925927004</c:v>
                </c:pt>
                <c:pt idx="20727">
                  <c:v>0.23989583332877373</c:v>
                </c:pt>
                <c:pt idx="20728">
                  <c:v>0.23990740740555339</c:v>
                </c:pt>
                <c:pt idx="20729">
                  <c:v>0.23991898148233304</c:v>
                </c:pt>
                <c:pt idx="20730">
                  <c:v>0.23993055555183673</c:v>
                </c:pt>
                <c:pt idx="20731">
                  <c:v>0.23994212962861639</c:v>
                </c:pt>
                <c:pt idx="20732">
                  <c:v>0.23995370369812008</c:v>
                </c:pt>
                <c:pt idx="20733">
                  <c:v>0.23996527777489973</c:v>
                </c:pt>
                <c:pt idx="20734">
                  <c:v>0.23997685185167938</c:v>
                </c:pt>
                <c:pt idx="20735">
                  <c:v>0.23998842592118308</c:v>
                </c:pt>
                <c:pt idx="20736">
                  <c:v>0.23999999999796273</c:v>
                </c:pt>
                <c:pt idx="20737">
                  <c:v>0.24001157407474238</c:v>
                </c:pt>
                <c:pt idx="20738">
                  <c:v>0.24002314814424608</c:v>
                </c:pt>
                <c:pt idx="20739">
                  <c:v>0.24003472222102573</c:v>
                </c:pt>
                <c:pt idx="20740">
                  <c:v>0.24004629629052943</c:v>
                </c:pt>
                <c:pt idx="20741">
                  <c:v>0.24005787036730908</c:v>
                </c:pt>
                <c:pt idx="20742">
                  <c:v>0.24006944444408873</c:v>
                </c:pt>
                <c:pt idx="20743">
                  <c:v>0.24008101851359243</c:v>
                </c:pt>
                <c:pt idx="20744">
                  <c:v>0.24009259259037208</c:v>
                </c:pt>
                <c:pt idx="20745">
                  <c:v>0.24010416666715173</c:v>
                </c:pt>
                <c:pt idx="20746">
                  <c:v>0.24011574073665543</c:v>
                </c:pt>
                <c:pt idx="20747">
                  <c:v>0.24012731481343508</c:v>
                </c:pt>
                <c:pt idx="20748">
                  <c:v>0.24013888889021473</c:v>
                </c:pt>
                <c:pt idx="20749">
                  <c:v>0.24015046295971842</c:v>
                </c:pt>
                <c:pt idx="20750">
                  <c:v>0.24016203703649808</c:v>
                </c:pt>
                <c:pt idx="20751">
                  <c:v>0.24017361110600177</c:v>
                </c:pt>
                <c:pt idx="20752">
                  <c:v>0.24018518518278142</c:v>
                </c:pt>
                <c:pt idx="20753">
                  <c:v>0.24019675925956108</c:v>
                </c:pt>
                <c:pt idx="20754">
                  <c:v>0.24020833332906477</c:v>
                </c:pt>
                <c:pt idx="20755">
                  <c:v>0.24021990740584442</c:v>
                </c:pt>
                <c:pt idx="20756">
                  <c:v>0.24023148148262408</c:v>
                </c:pt>
                <c:pt idx="20757">
                  <c:v>0.24024305555212777</c:v>
                </c:pt>
                <c:pt idx="20758">
                  <c:v>0.24025462962890742</c:v>
                </c:pt>
                <c:pt idx="20759">
                  <c:v>0.24026620369841112</c:v>
                </c:pt>
                <c:pt idx="20760">
                  <c:v>0.24027777777519077</c:v>
                </c:pt>
                <c:pt idx="20761">
                  <c:v>0.24028935185197042</c:v>
                </c:pt>
                <c:pt idx="20762">
                  <c:v>0.24030092592147412</c:v>
                </c:pt>
                <c:pt idx="20763">
                  <c:v>0.24031249999825377</c:v>
                </c:pt>
                <c:pt idx="20764">
                  <c:v>0.24032407407503342</c:v>
                </c:pt>
                <c:pt idx="20765">
                  <c:v>0.24033564814453712</c:v>
                </c:pt>
                <c:pt idx="20766">
                  <c:v>0.24034722222131677</c:v>
                </c:pt>
                <c:pt idx="20767">
                  <c:v>0.24035879629082046</c:v>
                </c:pt>
                <c:pt idx="20768">
                  <c:v>0.24037037036760012</c:v>
                </c:pt>
                <c:pt idx="20769">
                  <c:v>0.24038194444437977</c:v>
                </c:pt>
                <c:pt idx="20770">
                  <c:v>0.24039351851388346</c:v>
                </c:pt>
                <c:pt idx="20771">
                  <c:v>0.24040509259066312</c:v>
                </c:pt>
                <c:pt idx="20772">
                  <c:v>0.24041666666744277</c:v>
                </c:pt>
                <c:pt idx="20773">
                  <c:v>0.24042824073694646</c:v>
                </c:pt>
                <c:pt idx="20774">
                  <c:v>0.24043981481372612</c:v>
                </c:pt>
                <c:pt idx="20775">
                  <c:v>0.24045138888322981</c:v>
                </c:pt>
                <c:pt idx="20776">
                  <c:v>0.24046296296000946</c:v>
                </c:pt>
                <c:pt idx="20777">
                  <c:v>0.24047453703678912</c:v>
                </c:pt>
                <c:pt idx="20778">
                  <c:v>0.24048611110629281</c:v>
                </c:pt>
                <c:pt idx="20779">
                  <c:v>0.24049768518307246</c:v>
                </c:pt>
                <c:pt idx="20780">
                  <c:v>0.24050925925985212</c:v>
                </c:pt>
                <c:pt idx="20781">
                  <c:v>0.24052083332935581</c:v>
                </c:pt>
                <c:pt idx="20782">
                  <c:v>0.24053240740613546</c:v>
                </c:pt>
                <c:pt idx="20783">
                  <c:v>0.24054398147563916</c:v>
                </c:pt>
                <c:pt idx="20784">
                  <c:v>0.24055555555241881</c:v>
                </c:pt>
                <c:pt idx="20785">
                  <c:v>0.24056712962919846</c:v>
                </c:pt>
                <c:pt idx="20786">
                  <c:v>0.24057870369870216</c:v>
                </c:pt>
                <c:pt idx="20787">
                  <c:v>0.24059027777548181</c:v>
                </c:pt>
                <c:pt idx="20788">
                  <c:v>0.24060185185226146</c:v>
                </c:pt>
                <c:pt idx="20789">
                  <c:v>0.24061342592176516</c:v>
                </c:pt>
                <c:pt idx="20790">
                  <c:v>0.24062499999854481</c:v>
                </c:pt>
                <c:pt idx="20791">
                  <c:v>0.24063657407532446</c:v>
                </c:pt>
                <c:pt idx="20792">
                  <c:v>0.24064814814482816</c:v>
                </c:pt>
                <c:pt idx="20793">
                  <c:v>0.24065972222160781</c:v>
                </c:pt>
                <c:pt idx="20794">
                  <c:v>0.2406712962911115</c:v>
                </c:pt>
                <c:pt idx="20795">
                  <c:v>0.24068287036789116</c:v>
                </c:pt>
                <c:pt idx="20796">
                  <c:v>0.24069444444467081</c:v>
                </c:pt>
                <c:pt idx="20797">
                  <c:v>0.2407060185141745</c:v>
                </c:pt>
                <c:pt idx="20798">
                  <c:v>0.24071759259095415</c:v>
                </c:pt>
                <c:pt idx="20799">
                  <c:v>0.24072916666773381</c:v>
                </c:pt>
                <c:pt idx="20800">
                  <c:v>0.2407407407372375</c:v>
                </c:pt>
                <c:pt idx="20801">
                  <c:v>0.24075231481401715</c:v>
                </c:pt>
                <c:pt idx="20802">
                  <c:v>0.24076388888352085</c:v>
                </c:pt>
                <c:pt idx="20803">
                  <c:v>0.2407754629603005</c:v>
                </c:pt>
                <c:pt idx="20804">
                  <c:v>0.24078703703708015</c:v>
                </c:pt>
                <c:pt idx="20805">
                  <c:v>0.24079861110658385</c:v>
                </c:pt>
                <c:pt idx="20806">
                  <c:v>0.2408101851833635</c:v>
                </c:pt>
                <c:pt idx="20807">
                  <c:v>0.24082175926014315</c:v>
                </c:pt>
                <c:pt idx="20808">
                  <c:v>0.24083333332964685</c:v>
                </c:pt>
                <c:pt idx="20809">
                  <c:v>0.2408449074064265</c:v>
                </c:pt>
                <c:pt idx="20810">
                  <c:v>0.2408564814759302</c:v>
                </c:pt>
                <c:pt idx="20811">
                  <c:v>0.24086805555270985</c:v>
                </c:pt>
                <c:pt idx="20812">
                  <c:v>0.2408796296294895</c:v>
                </c:pt>
                <c:pt idx="20813">
                  <c:v>0.24089120369899319</c:v>
                </c:pt>
                <c:pt idx="20814">
                  <c:v>0.24090277777577285</c:v>
                </c:pt>
                <c:pt idx="20815">
                  <c:v>0.2409143518525525</c:v>
                </c:pt>
                <c:pt idx="20816">
                  <c:v>0.24092592592205619</c:v>
                </c:pt>
                <c:pt idx="20817">
                  <c:v>0.24093749999883585</c:v>
                </c:pt>
                <c:pt idx="20818">
                  <c:v>0.24094907406833954</c:v>
                </c:pt>
                <c:pt idx="20819">
                  <c:v>0.24096064814511919</c:v>
                </c:pt>
                <c:pt idx="20820">
                  <c:v>0.24097222222189885</c:v>
                </c:pt>
                <c:pt idx="20821">
                  <c:v>0.24098379629140254</c:v>
                </c:pt>
                <c:pt idx="20822">
                  <c:v>0.24099537036818219</c:v>
                </c:pt>
                <c:pt idx="20823">
                  <c:v>0.24100694444496185</c:v>
                </c:pt>
                <c:pt idx="20824">
                  <c:v>0.24101851851446554</c:v>
                </c:pt>
                <c:pt idx="20825">
                  <c:v>0.24103009259124519</c:v>
                </c:pt>
                <c:pt idx="20826">
                  <c:v>0.24104166666074889</c:v>
                </c:pt>
                <c:pt idx="20827">
                  <c:v>0.24105324073752854</c:v>
                </c:pt>
                <c:pt idx="20828">
                  <c:v>0.24106481481430819</c:v>
                </c:pt>
                <c:pt idx="20829">
                  <c:v>0.24107638888381189</c:v>
                </c:pt>
                <c:pt idx="20830">
                  <c:v>0.24108796296059154</c:v>
                </c:pt>
                <c:pt idx="20831">
                  <c:v>0.24109953703737119</c:v>
                </c:pt>
                <c:pt idx="20832">
                  <c:v>0.24111111110687489</c:v>
                </c:pt>
                <c:pt idx="20833">
                  <c:v>0.24112268518365454</c:v>
                </c:pt>
                <c:pt idx="20834">
                  <c:v>0.24113425926043419</c:v>
                </c:pt>
                <c:pt idx="20835">
                  <c:v>0.24114583332993789</c:v>
                </c:pt>
                <c:pt idx="20836">
                  <c:v>0.24115740740671754</c:v>
                </c:pt>
                <c:pt idx="20837">
                  <c:v>0.24116898147622123</c:v>
                </c:pt>
                <c:pt idx="20838">
                  <c:v>0.24118055555300089</c:v>
                </c:pt>
                <c:pt idx="20839">
                  <c:v>0.24119212962978054</c:v>
                </c:pt>
                <c:pt idx="20840">
                  <c:v>0.24120370369928423</c:v>
                </c:pt>
                <c:pt idx="20841">
                  <c:v>0.24121527777606389</c:v>
                </c:pt>
                <c:pt idx="20842">
                  <c:v>0.24122685185284354</c:v>
                </c:pt>
                <c:pt idx="20843">
                  <c:v>0.24123842592234723</c:v>
                </c:pt>
                <c:pt idx="20844">
                  <c:v>0.24124999999912689</c:v>
                </c:pt>
                <c:pt idx="20845">
                  <c:v>0.24126157406863058</c:v>
                </c:pt>
                <c:pt idx="20846">
                  <c:v>0.24127314814541023</c:v>
                </c:pt>
                <c:pt idx="20847">
                  <c:v>0.24128472222218988</c:v>
                </c:pt>
                <c:pt idx="20848">
                  <c:v>0.24129629629169358</c:v>
                </c:pt>
                <c:pt idx="20849">
                  <c:v>0.24130787036847323</c:v>
                </c:pt>
                <c:pt idx="20850">
                  <c:v>0.24131944444525288</c:v>
                </c:pt>
                <c:pt idx="20851">
                  <c:v>0.24133101851475658</c:v>
                </c:pt>
                <c:pt idx="20852">
                  <c:v>0.24134259259153623</c:v>
                </c:pt>
                <c:pt idx="20853">
                  <c:v>0.24135416666103993</c:v>
                </c:pt>
                <c:pt idx="20854">
                  <c:v>0.24136574073781958</c:v>
                </c:pt>
                <c:pt idx="20855">
                  <c:v>0.24137731481459923</c:v>
                </c:pt>
                <c:pt idx="20856">
                  <c:v>0.24138888888410293</c:v>
                </c:pt>
                <c:pt idx="20857">
                  <c:v>0.24140046296088258</c:v>
                </c:pt>
                <c:pt idx="20858">
                  <c:v>0.24141203703766223</c:v>
                </c:pt>
                <c:pt idx="20859">
                  <c:v>0.24142361110716593</c:v>
                </c:pt>
                <c:pt idx="20860">
                  <c:v>0.24143518518394558</c:v>
                </c:pt>
                <c:pt idx="20861">
                  <c:v>0.24144675925344927</c:v>
                </c:pt>
                <c:pt idx="20862">
                  <c:v>0.24145833333022892</c:v>
                </c:pt>
                <c:pt idx="20863">
                  <c:v>0.24146990740700858</c:v>
                </c:pt>
                <c:pt idx="20864">
                  <c:v>0.24148148147651227</c:v>
                </c:pt>
                <c:pt idx="20865">
                  <c:v>0.24149305555329192</c:v>
                </c:pt>
                <c:pt idx="20866">
                  <c:v>0.24150462963007158</c:v>
                </c:pt>
                <c:pt idx="20867">
                  <c:v>0.24151620369957527</c:v>
                </c:pt>
                <c:pt idx="20868">
                  <c:v>0.24152777777635492</c:v>
                </c:pt>
                <c:pt idx="20869">
                  <c:v>0.24153935185313458</c:v>
                </c:pt>
                <c:pt idx="20870">
                  <c:v>0.24155092592263827</c:v>
                </c:pt>
                <c:pt idx="20871">
                  <c:v>0.24156249999941792</c:v>
                </c:pt>
                <c:pt idx="20872">
                  <c:v>0.24157407406892162</c:v>
                </c:pt>
                <c:pt idx="20873">
                  <c:v>0.24158564814570127</c:v>
                </c:pt>
                <c:pt idx="20874">
                  <c:v>0.24159722222248092</c:v>
                </c:pt>
                <c:pt idx="20875">
                  <c:v>0.24160879629198462</c:v>
                </c:pt>
                <c:pt idx="20876">
                  <c:v>0.24162037036876427</c:v>
                </c:pt>
                <c:pt idx="20877">
                  <c:v>0.24163194444554392</c:v>
                </c:pt>
                <c:pt idx="20878">
                  <c:v>0.24164351851504762</c:v>
                </c:pt>
                <c:pt idx="20879">
                  <c:v>0.24165509259182727</c:v>
                </c:pt>
                <c:pt idx="20880">
                  <c:v>0.24166666666133096</c:v>
                </c:pt>
                <c:pt idx="20881">
                  <c:v>0.24167824073811062</c:v>
                </c:pt>
                <c:pt idx="20882">
                  <c:v>0.24168981481489027</c:v>
                </c:pt>
                <c:pt idx="20883">
                  <c:v>0.24170138888439396</c:v>
                </c:pt>
                <c:pt idx="20884">
                  <c:v>0.24171296296117362</c:v>
                </c:pt>
                <c:pt idx="20885">
                  <c:v>0.24172453703795327</c:v>
                </c:pt>
                <c:pt idx="20886">
                  <c:v>0.24173611110745696</c:v>
                </c:pt>
                <c:pt idx="20887">
                  <c:v>0.24174768518423662</c:v>
                </c:pt>
                <c:pt idx="20888">
                  <c:v>0.24175925925374031</c:v>
                </c:pt>
                <c:pt idx="20889">
                  <c:v>0.24177083333051996</c:v>
                </c:pt>
                <c:pt idx="20890">
                  <c:v>0.24178240740729962</c:v>
                </c:pt>
                <c:pt idx="20891">
                  <c:v>0.24179398147680331</c:v>
                </c:pt>
                <c:pt idx="20892">
                  <c:v>0.24180555555358296</c:v>
                </c:pt>
                <c:pt idx="20893">
                  <c:v>0.24181712963036261</c:v>
                </c:pt>
                <c:pt idx="20894">
                  <c:v>0.24182870369986631</c:v>
                </c:pt>
                <c:pt idx="20895">
                  <c:v>0.24184027777664596</c:v>
                </c:pt>
                <c:pt idx="20896">
                  <c:v>0.24185185184614966</c:v>
                </c:pt>
                <c:pt idx="20897">
                  <c:v>0.24186342592292931</c:v>
                </c:pt>
                <c:pt idx="20898">
                  <c:v>0.24187499999970896</c:v>
                </c:pt>
                <c:pt idx="20899">
                  <c:v>0.24188657406921266</c:v>
                </c:pt>
                <c:pt idx="20900">
                  <c:v>0.24189814814599231</c:v>
                </c:pt>
                <c:pt idx="20901">
                  <c:v>0.24190972222277196</c:v>
                </c:pt>
                <c:pt idx="20902">
                  <c:v>0.24192129629227566</c:v>
                </c:pt>
                <c:pt idx="20903">
                  <c:v>0.24193287036905531</c:v>
                </c:pt>
                <c:pt idx="20904">
                  <c:v>0.241944444438559</c:v>
                </c:pt>
                <c:pt idx="20905">
                  <c:v>0.24195601851533866</c:v>
                </c:pt>
                <c:pt idx="20906">
                  <c:v>0.24196759259211831</c:v>
                </c:pt>
                <c:pt idx="20907">
                  <c:v>0.241979166661622</c:v>
                </c:pt>
                <c:pt idx="20908">
                  <c:v>0.24199074073840166</c:v>
                </c:pt>
                <c:pt idx="20909">
                  <c:v>0.24200231481518131</c:v>
                </c:pt>
                <c:pt idx="20910">
                  <c:v>0.242013888884685</c:v>
                </c:pt>
                <c:pt idx="20911">
                  <c:v>0.24202546296146465</c:v>
                </c:pt>
                <c:pt idx="20912">
                  <c:v>0.24203703703824431</c:v>
                </c:pt>
                <c:pt idx="20913">
                  <c:v>0.242048611107748</c:v>
                </c:pt>
                <c:pt idx="20914">
                  <c:v>0.24206018518452765</c:v>
                </c:pt>
                <c:pt idx="20915">
                  <c:v>0.24207175925403135</c:v>
                </c:pt>
                <c:pt idx="20916">
                  <c:v>0.242083333330811</c:v>
                </c:pt>
                <c:pt idx="20917">
                  <c:v>0.24209490740759065</c:v>
                </c:pt>
                <c:pt idx="20918">
                  <c:v>0.24210648147709435</c:v>
                </c:pt>
                <c:pt idx="20919">
                  <c:v>0.242118055553874</c:v>
                </c:pt>
                <c:pt idx="20920">
                  <c:v>0.24212962963065365</c:v>
                </c:pt>
                <c:pt idx="20921">
                  <c:v>0.24214120370015735</c:v>
                </c:pt>
                <c:pt idx="20922">
                  <c:v>0.242152777776937</c:v>
                </c:pt>
                <c:pt idx="20923">
                  <c:v>0.2421643518464407</c:v>
                </c:pt>
                <c:pt idx="20924">
                  <c:v>0.24217592592322035</c:v>
                </c:pt>
                <c:pt idx="20925">
                  <c:v>0.2421875</c:v>
                </c:pt>
                <c:pt idx="20926">
                  <c:v>0.24219907406950369</c:v>
                </c:pt>
                <c:pt idx="20927">
                  <c:v>0.24221064814628335</c:v>
                </c:pt>
                <c:pt idx="20928">
                  <c:v>0.242222222223063</c:v>
                </c:pt>
                <c:pt idx="20929">
                  <c:v>0.24223379629256669</c:v>
                </c:pt>
                <c:pt idx="20930">
                  <c:v>0.24224537036934635</c:v>
                </c:pt>
                <c:pt idx="20931">
                  <c:v>0.24225694443885004</c:v>
                </c:pt>
                <c:pt idx="20932">
                  <c:v>0.24226851851562969</c:v>
                </c:pt>
                <c:pt idx="20933">
                  <c:v>0.24228009259240935</c:v>
                </c:pt>
                <c:pt idx="20934">
                  <c:v>0.24229166666191304</c:v>
                </c:pt>
                <c:pt idx="20935">
                  <c:v>0.24230324073869269</c:v>
                </c:pt>
                <c:pt idx="20936">
                  <c:v>0.24231481481547235</c:v>
                </c:pt>
                <c:pt idx="20937">
                  <c:v>0.24232638888497604</c:v>
                </c:pt>
                <c:pt idx="20938">
                  <c:v>0.24233796296175569</c:v>
                </c:pt>
                <c:pt idx="20939">
                  <c:v>0.24234953703125939</c:v>
                </c:pt>
                <c:pt idx="20940">
                  <c:v>0.24236111110803904</c:v>
                </c:pt>
                <c:pt idx="20941">
                  <c:v>0.24237268518481869</c:v>
                </c:pt>
                <c:pt idx="20942">
                  <c:v>0.24238425925432239</c:v>
                </c:pt>
                <c:pt idx="20943">
                  <c:v>0.24239583333110204</c:v>
                </c:pt>
                <c:pt idx="20944">
                  <c:v>0.24240740740788169</c:v>
                </c:pt>
                <c:pt idx="20945">
                  <c:v>0.24241898147738539</c:v>
                </c:pt>
                <c:pt idx="20946">
                  <c:v>0.24243055555416504</c:v>
                </c:pt>
                <c:pt idx="20947">
                  <c:v>0.24244212963094469</c:v>
                </c:pt>
                <c:pt idx="20948">
                  <c:v>0.24245370370044839</c:v>
                </c:pt>
                <c:pt idx="20949">
                  <c:v>0.24246527777722804</c:v>
                </c:pt>
                <c:pt idx="20950">
                  <c:v>0.24247685184673173</c:v>
                </c:pt>
                <c:pt idx="20951">
                  <c:v>0.24248842592351139</c:v>
                </c:pt>
                <c:pt idx="20952">
                  <c:v>0.24250000000029104</c:v>
                </c:pt>
                <c:pt idx="20953">
                  <c:v>0.24251157406979473</c:v>
                </c:pt>
                <c:pt idx="20954">
                  <c:v>0.24252314814657439</c:v>
                </c:pt>
                <c:pt idx="20955">
                  <c:v>0.24253472222335404</c:v>
                </c:pt>
                <c:pt idx="20956">
                  <c:v>0.24254629629285773</c:v>
                </c:pt>
                <c:pt idx="20957">
                  <c:v>0.24255787036963739</c:v>
                </c:pt>
                <c:pt idx="20958">
                  <c:v>0.24256944443914108</c:v>
                </c:pt>
                <c:pt idx="20959">
                  <c:v>0.24258101851592073</c:v>
                </c:pt>
                <c:pt idx="20960">
                  <c:v>0.24259259259270038</c:v>
                </c:pt>
                <c:pt idx="20961">
                  <c:v>0.24260416666220408</c:v>
                </c:pt>
                <c:pt idx="20962">
                  <c:v>0.24261574073898373</c:v>
                </c:pt>
                <c:pt idx="20963">
                  <c:v>0.24262731481576338</c:v>
                </c:pt>
                <c:pt idx="20964">
                  <c:v>0.24263888888526708</c:v>
                </c:pt>
                <c:pt idx="20965">
                  <c:v>0.24265046296204673</c:v>
                </c:pt>
                <c:pt idx="20966">
                  <c:v>0.24266203703155043</c:v>
                </c:pt>
                <c:pt idx="20967">
                  <c:v>0.24267361110833008</c:v>
                </c:pt>
                <c:pt idx="20968">
                  <c:v>0.24268518518510973</c:v>
                </c:pt>
                <c:pt idx="20969">
                  <c:v>0.24269675925461343</c:v>
                </c:pt>
                <c:pt idx="20970">
                  <c:v>0.24270833333139308</c:v>
                </c:pt>
                <c:pt idx="20971">
                  <c:v>0.24271990740817273</c:v>
                </c:pt>
                <c:pt idx="20972">
                  <c:v>0.24273148147767643</c:v>
                </c:pt>
                <c:pt idx="20973">
                  <c:v>0.24274305555445608</c:v>
                </c:pt>
                <c:pt idx="20974">
                  <c:v>0.24275462962395977</c:v>
                </c:pt>
                <c:pt idx="20975">
                  <c:v>0.24276620370073942</c:v>
                </c:pt>
                <c:pt idx="20976">
                  <c:v>0.24277777777751908</c:v>
                </c:pt>
                <c:pt idx="20977">
                  <c:v>0.24278935184702277</c:v>
                </c:pt>
                <c:pt idx="20978">
                  <c:v>0.24280092592380242</c:v>
                </c:pt>
                <c:pt idx="20979">
                  <c:v>0.24281250000058208</c:v>
                </c:pt>
                <c:pt idx="20980">
                  <c:v>0.24282407407008577</c:v>
                </c:pt>
                <c:pt idx="20981">
                  <c:v>0.24283564814686542</c:v>
                </c:pt>
                <c:pt idx="20982">
                  <c:v>0.24284722221636912</c:v>
                </c:pt>
                <c:pt idx="20983">
                  <c:v>0.24285879629314877</c:v>
                </c:pt>
                <c:pt idx="20984">
                  <c:v>0.24287037036992842</c:v>
                </c:pt>
                <c:pt idx="20985">
                  <c:v>0.24288194443943212</c:v>
                </c:pt>
                <c:pt idx="20986">
                  <c:v>0.24289351851621177</c:v>
                </c:pt>
                <c:pt idx="20987">
                  <c:v>0.24290509259299142</c:v>
                </c:pt>
                <c:pt idx="20988">
                  <c:v>0.24291666666249512</c:v>
                </c:pt>
                <c:pt idx="20989">
                  <c:v>0.24292824073927477</c:v>
                </c:pt>
                <c:pt idx="20990">
                  <c:v>0.24293981481605442</c:v>
                </c:pt>
                <c:pt idx="20991">
                  <c:v>0.24295138888555812</c:v>
                </c:pt>
                <c:pt idx="20992">
                  <c:v>0.24296296296233777</c:v>
                </c:pt>
                <c:pt idx="20993">
                  <c:v>0.24297453703184146</c:v>
                </c:pt>
                <c:pt idx="20994">
                  <c:v>0.24298611110862112</c:v>
                </c:pt>
                <c:pt idx="20995">
                  <c:v>0.24299768518540077</c:v>
                </c:pt>
                <c:pt idx="20996">
                  <c:v>0.24300925925490446</c:v>
                </c:pt>
                <c:pt idx="20997">
                  <c:v>0.24302083333168412</c:v>
                </c:pt>
                <c:pt idx="20998">
                  <c:v>0.24303240740846377</c:v>
                </c:pt>
                <c:pt idx="20999">
                  <c:v>0.24304398147796746</c:v>
                </c:pt>
                <c:pt idx="21000">
                  <c:v>0.24305555555474712</c:v>
                </c:pt>
                <c:pt idx="21001">
                  <c:v>0.24306712962425081</c:v>
                </c:pt>
                <c:pt idx="21002">
                  <c:v>0.24307870370103046</c:v>
                </c:pt>
                <c:pt idx="21003">
                  <c:v>0.24309027777781012</c:v>
                </c:pt>
                <c:pt idx="21004">
                  <c:v>0.24310185184731381</c:v>
                </c:pt>
                <c:pt idx="21005">
                  <c:v>0.24311342592409346</c:v>
                </c:pt>
                <c:pt idx="21006">
                  <c:v>0.24312500000087311</c:v>
                </c:pt>
                <c:pt idx="21007">
                  <c:v>0.24313657407037681</c:v>
                </c:pt>
                <c:pt idx="21008">
                  <c:v>0.24314814814715646</c:v>
                </c:pt>
                <c:pt idx="21009">
                  <c:v>0.24315972221666016</c:v>
                </c:pt>
                <c:pt idx="21010">
                  <c:v>0.24317129629343981</c:v>
                </c:pt>
                <c:pt idx="21011">
                  <c:v>0.24318287037021946</c:v>
                </c:pt>
                <c:pt idx="21012">
                  <c:v>0.24319444443972316</c:v>
                </c:pt>
                <c:pt idx="21013">
                  <c:v>0.24320601851650281</c:v>
                </c:pt>
                <c:pt idx="21014">
                  <c:v>0.24321759259328246</c:v>
                </c:pt>
                <c:pt idx="21015">
                  <c:v>0.24322916666278616</c:v>
                </c:pt>
                <c:pt idx="21016">
                  <c:v>0.24324074073956581</c:v>
                </c:pt>
                <c:pt idx="21017">
                  <c:v>0.2432523148090695</c:v>
                </c:pt>
                <c:pt idx="21018">
                  <c:v>0.24326388888584916</c:v>
                </c:pt>
                <c:pt idx="21019">
                  <c:v>0.24327546296262881</c:v>
                </c:pt>
                <c:pt idx="21020">
                  <c:v>0.2432870370321325</c:v>
                </c:pt>
                <c:pt idx="21021">
                  <c:v>0.24329861110891216</c:v>
                </c:pt>
                <c:pt idx="21022">
                  <c:v>0.24331018518569181</c:v>
                </c:pt>
                <c:pt idx="21023">
                  <c:v>0.2433217592551955</c:v>
                </c:pt>
                <c:pt idx="21024">
                  <c:v>0.24333333333197515</c:v>
                </c:pt>
                <c:pt idx="21025">
                  <c:v>0.24334490740147885</c:v>
                </c:pt>
                <c:pt idx="21026">
                  <c:v>0.2433564814782585</c:v>
                </c:pt>
                <c:pt idx="21027">
                  <c:v>0.24336805555503815</c:v>
                </c:pt>
                <c:pt idx="21028">
                  <c:v>0.24337962962454185</c:v>
                </c:pt>
                <c:pt idx="21029">
                  <c:v>0.2433912037013215</c:v>
                </c:pt>
                <c:pt idx="21030">
                  <c:v>0.24340277777810115</c:v>
                </c:pt>
                <c:pt idx="21031">
                  <c:v>0.24341435184760485</c:v>
                </c:pt>
                <c:pt idx="21032">
                  <c:v>0.2434259259243845</c:v>
                </c:pt>
                <c:pt idx="21033">
                  <c:v>0.24343750000116415</c:v>
                </c:pt>
                <c:pt idx="21034">
                  <c:v>0.24344907407066785</c:v>
                </c:pt>
                <c:pt idx="21035">
                  <c:v>0.2434606481474475</c:v>
                </c:pt>
                <c:pt idx="21036">
                  <c:v>0.2434722222169512</c:v>
                </c:pt>
                <c:pt idx="21037">
                  <c:v>0.24348379629373085</c:v>
                </c:pt>
                <c:pt idx="21038">
                  <c:v>0.2434953703705105</c:v>
                </c:pt>
                <c:pt idx="21039">
                  <c:v>0.24350694444001419</c:v>
                </c:pt>
                <c:pt idx="21040">
                  <c:v>0.24351851851679385</c:v>
                </c:pt>
                <c:pt idx="21041">
                  <c:v>0.2435300925935735</c:v>
                </c:pt>
                <c:pt idx="21042">
                  <c:v>0.24354166666307719</c:v>
                </c:pt>
                <c:pt idx="21043">
                  <c:v>0.24355324073985685</c:v>
                </c:pt>
                <c:pt idx="21044">
                  <c:v>0.24356481480936054</c:v>
                </c:pt>
                <c:pt idx="21045">
                  <c:v>0.24357638888614019</c:v>
                </c:pt>
                <c:pt idx="21046">
                  <c:v>0.24358796296291985</c:v>
                </c:pt>
                <c:pt idx="21047">
                  <c:v>0.24359953703242354</c:v>
                </c:pt>
                <c:pt idx="21048">
                  <c:v>0.24361111110920319</c:v>
                </c:pt>
                <c:pt idx="21049">
                  <c:v>0.24362268518598285</c:v>
                </c:pt>
                <c:pt idx="21050">
                  <c:v>0.24363425925548654</c:v>
                </c:pt>
                <c:pt idx="21051">
                  <c:v>0.24364583333226619</c:v>
                </c:pt>
                <c:pt idx="21052">
                  <c:v>0.24365740740176989</c:v>
                </c:pt>
                <c:pt idx="21053">
                  <c:v>0.24366898147854954</c:v>
                </c:pt>
                <c:pt idx="21054">
                  <c:v>0.24368055555532919</c:v>
                </c:pt>
                <c:pt idx="21055">
                  <c:v>0.24369212962483289</c:v>
                </c:pt>
                <c:pt idx="21056">
                  <c:v>0.24370370370161254</c:v>
                </c:pt>
                <c:pt idx="21057">
                  <c:v>0.24371527777839219</c:v>
                </c:pt>
                <c:pt idx="21058">
                  <c:v>0.24372685184789589</c:v>
                </c:pt>
                <c:pt idx="21059">
                  <c:v>0.24373842592467554</c:v>
                </c:pt>
                <c:pt idx="21060">
                  <c:v>0.24374999999417923</c:v>
                </c:pt>
                <c:pt idx="21061">
                  <c:v>0.24376157407095889</c:v>
                </c:pt>
                <c:pt idx="21062">
                  <c:v>0.24377314814773854</c:v>
                </c:pt>
                <c:pt idx="21063">
                  <c:v>0.24378472221724223</c:v>
                </c:pt>
                <c:pt idx="21064">
                  <c:v>0.24379629629402189</c:v>
                </c:pt>
                <c:pt idx="21065">
                  <c:v>0.24380787037080154</c:v>
                </c:pt>
                <c:pt idx="21066">
                  <c:v>0.24381944444030523</c:v>
                </c:pt>
                <c:pt idx="21067">
                  <c:v>0.24383101851708489</c:v>
                </c:pt>
                <c:pt idx="21068">
                  <c:v>0.24384259259386454</c:v>
                </c:pt>
                <c:pt idx="21069">
                  <c:v>0.24385416666336823</c:v>
                </c:pt>
                <c:pt idx="21070">
                  <c:v>0.24386574074014788</c:v>
                </c:pt>
                <c:pt idx="21071">
                  <c:v>0.24387731480965158</c:v>
                </c:pt>
                <c:pt idx="21072">
                  <c:v>0.24388888888643123</c:v>
                </c:pt>
                <c:pt idx="21073">
                  <c:v>0.24390046296321088</c:v>
                </c:pt>
                <c:pt idx="21074">
                  <c:v>0.24391203703271458</c:v>
                </c:pt>
                <c:pt idx="21075">
                  <c:v>0.24392361110949423</c:v>
                </c:pt>
                <c:pt idx="21076">
                  <c:v>0.24393518518627388</c:v>
                </c:pt>
                <c:pt idx="21077">
                  <c:v>0.24394675925577758</c:v>
                </c:pt>
                <c:pt idx="21078">
                  <c:v>0.24395833333255723</c:v>
                </c:pt>
                <c:pt idx="21079">
                  <c:v>0.24396990740206093</c:v>
                </c:pt>
                <c:pt idx="21080">
                  <c:v>0.24398148147884058</c:v>
                </c:pt>
                <c:pt idx="21081">
                  <c:v>0.24399305555562023</c:v>
                </c:pt>
                <c:pt idx="21082">
                  <c:v>0.24400462962512393</c:v>
                </c:pt>
                <c:pt idx="21083">
                  <c:v>0.24401620370190358</c:v>
                </c:pt>
                <c:pt idx="21084">
                  <c:v>0.24402777777868323</c:v>
                </c:pt>
                <c:pt idx="21085">
                  <c:v>0.24403935184818693</c:v>
                </c:pt>
                <c:pt idx="21086">
                  <c:v>0.24405092592496658</c:v>
                </c:pt>
                <c:pt idx="21087">
                  <c:v>0.24406249999447027</c:v>
                </c:pt>
                <c:pt idx="21088">
                  <c:v>0.24407407407124992</c:v>
                </c:pt>
                <c:pt idx="21089">
                  <c:v>0.24408564814802958</c:v>
                </c:pt>
                <c:pt idx="21090">
                  <c:v>0.24409722221753327</c:v>
                </c:pt>
                <c:pt idx="21091">
                  <c:v>0.24410879629431292</c:v>
                </c:pt>
                <c:pt idx="21092">
                  <c:v>0.24412037037109258</c:v>
                </c:pt>
                <c:pt idx="21093">
                  <c:v>0.24413194444059627</c:v>
                </c:pt>
                <c:pt idx="21094">
                  <c:v>0.24414351851737592</c:v>
                </c:pt>
                <c:pt idx="21095">
                  <c:v>0.24415509258687962</c:v>
                </c:pt>
                <c:pt idx="21096">
                  <c:v>0.24416666666365927</c:v>
                </c:pt>
                <c:pt idx="21097">
                  <c:v>0.24417824074043892</c:v>
                </c:pt>
                <c:pt idx="21098">
                  <c:v>0.24418981480994262</c:v>
                </c:pt>
                <c:pt idx="21099">
                  <c:v>0.24420138888672227</c:v>
                </c:pt>
                <c:pt idx="21100">
                  <c:v>0.24421296296350192</c:v>
                </c:pt>
                <c:pt idx="21101">
                  <c:v>0.24422453703300562</c:v>
                </c:pt>
                <c:pt idx="21102">
                  <c:v>0.24423611110978527</c:v>
                </c:pt>
                <c:pt idx="21103">
                  <c:v>0.24424768517928896</c:v>
                </c:pt>
                <c:pt idx="21104">
                  <c:v>0.24425925925606862</c:v>
                </c:pt>
                <c:pt idx="21105">
                  <c:v>0.24427083333284827</c:v>
                </c:pt>
                <c:pt idx="21106">
                  <c:v>0.24428240740235196</c:v>
                </c:pt>
                <c:pt idx="21107">
                  <c:v>0.24429398147913162</c:v>
                </c:pt>
                <c:pt idx="21108">
                  <c:v>0.24430555555591127</c:v>
                </c:pt>
                <c:pt idx="21109">
                  <c:v>0.24431712962541496</c:v>
                </c:pt>
                <c:pt idx="21110">
                  <c:v>0.24432870370219462</c:v>
                </c:pt>
                <c:pt idx="21111">
                  <c:v>0.24434027777897427</c:v>
                </c:pt>
                <c:pt idx="21112">
                  <c:v>0.24435185184847796</c:v>
                </c:pt>
                <c:pt idx="21113">
                  <c:v>0.24436342592525762</c:v>
                </c:pt>
                <c:pt idx="21114">
                  <c:v>0.24437499999476131</c:v>
                </c:pt>
                <c:pt idx="21115">
                  <c:v>0.24438657407154096</c:v>
                </c:pt>
                <c:pt idx="21116">
                  <c:v>0.24439814814832062</c:v>
                </c:pt>
                <c:pt idx="21117">
                  <c:v>0.24440972221782431</c:v>
                </c:pt>
                <c:pt idx="21118">
                  <c:v>0.24442129629460396</c:v>
                </c:pt>
                <c:pt idx="21119">
                  <c:v>0.24443287037138361</c:v>
                </c:pt>
                <c:pt idx="21120">
                  <c:v>0.24444444444088731</c:v>
                </c:pt>
                <c:pt idx="21121">
                  <c:v>0.24445601851766696</c:v>
                </c:pt>
                <c:pt idx="21122">
                  <c:v>0.24446759258717066</c:v>
                </c:pt>
                <c:pt idx="21123">
                  <c:v>0.24447916666395031</c:v>
                </c:pt>
                <c:pt idx="21124">
                  <c:v>0.24449074074072996</c:v>
                </c:pt>
                <c:pt idx="21125">
                  <c:v>0.24450231481023366</c:v>
                </c:pt>
                <c:pt idx="21126">
                  <c:v>0.24451388888701331</c:v>
                </c:pt>
                <c:pt idx="21127">
                  <c:v>0.24452546296379296</c:v>
                </c:pt>
                <c:pt idx="21128">
                  <c:v>0.24453703703329666</c:v>
                </c:pt>
                <c:pt idx="21129">
                  <c:v>0.24454861111007631</c:v>
                </c:pt>
                <c:pt idx="21130">
                  <c:v>0.24456018517958</c:v>
                </c:pt>
                <c:pt idx="21131">
                  <c:v>0.24457175925635966</c:v>
                </c:pt>
                <c:pt idx="21132">
                  <c:v>0.24458333333313931</c:v>
                </c:pt>
                <c:pt idx="21133">
                  <c:v>0.244594907402643</c:v>
                </c:pt>
                <c:pt idx="21134">
                  <c:v>0.24460648147942265</c:v>
                </c:pt>
                <c:pt idx="21135">
                  <c:v>0.24461805555620231</c:v>
                </c:pt>
                <c:pt idx="21136">
                  <c:v>0.244629629625706</c:v>
                </c:pt>
                <c:pt idx="21137">
                  <c:v>0.24464120370248565</c:v>
                </c:pt>
                <c:pt idx="21138">
                  <c:v>0.24465277777198935</c:v>
                </c:pt>
                <c:pt idx="21139">
                  <c:v>0.244664351848769</c:v>
                </c:pt>
                <c:pt idx="21140">
                  <c:v>0.24467592592554865</c:v>
                </c:pt>
                <c:pt idx="21141">
                  <c:v>0.24468749999505235</c:v>
                </c:pt>
                <c:pt idx="21142">
                  <c:v>0.244699074071832</c:v>
                </c:pt>
                <c:pt idx="21143">
                  <c:v>0.24471064814861165</c:v>
                </c:pt>
                <c:pt idx="21144">
                  <c:v>0.24472222221811535</c:v>
                </c:pt>
                <c:pt idx="21145">
                  <c:v>0.244733796294895</c:v>
                </c:pt>
                <c:pt idx="21146">
                  <c:v>0.24474537037167465</c:v>
                </c:pt>
                <c:pt idx="21147">
                  <c:v>0.24475694444117835</c:v>
                </c:pt>
                <c:pt idx="21148">
                  <c:v>0.244768518517958</c:v>
                </c:pt>
                <c:pt idx="21149">
                  <c:v>0.2447800925874617</c:v>
                </c:pt>
                <c:pt idx="21150">
                  <c:v>0.24479166666424135</c:v>
                </c:pt>
                <c:pt idx="21151">
                  <c:v>0.244803240741021</c:v>
                </c:pt>
                <c:pt idx="21152">
                  <c:v>0.24481481481052469</c:v>
                </c:pt>
                <c:pt idx="21153">
                  <c:v>0.24482638888730435</c:v>
                </c:pt>
                <c:pt idx="21154">
                  <c:v>0.244837962964084</c:v>
                </c:pt>
                <c:pt idx="21155">
                  <c:v>0.24484953703358769</c:v>
                </c:pt>
                <c:pt idx="21156">
                  <c:v>0.24486111111036735</c:v>
                </c:pt>
                <c:pt idx="21157">
                  <c:v>0.24487268517987104</c:v>
                </c:pt>
                <c:pt idx="21158">
                  <c:v>0.24488425925665069</c:v>
                </c:pt>
                <c:pt idx="21159">
                  <c:v>0.24489583333343035</c:v>
                </c:pt>
                <c:pt idx="21160">
                  <c:v>0.24490740740293404</c:v>
                </c:pt>
                <c:pt idx="21161">
                  <c:v>0.24491898147971369</c:v>
                </c:pt>
                <c:pt idx="21162">
                  <c:v>0.24493055555649335</c:v>
                </c:pt>
                <c:pt idx="21163">
                  <c:v>0.24494212962599704</c:v>
                </c:pt>
                <c:pt idx="21164">
                  <c:v>0.24495370370277669</c:v>
                </c:pt>
                <c:pt idx="21165">
                  <c:v>0.24496527777228039</c:v>
                </c:pt>
                <c:pt idx="21166">
                  <c:v>0.24497685184906004</c:v>
                </c:pt>
                <c:pt idx="21167">
                  <c:v>0.24498842592583969</c:v>
                </c:pt>
                <c:pt idx="21168">
                  <c:v>0.24499999999534339</c:v>
                </c:pt>
                <c:pt idx="21169">
                  <c:v>0.24501157407212304</c:v>
                </c:pt>
                <c:pt idx="21170">
                  <c:v>0.24502314814890269</c:v>
                </c:pt>
                <c:pt idx="21171">
                  <c:v>0.24503472221840639</c:v>
                </c:pt>
                <c:pt idx="21172">
                  <c:v>0.24504629629518604</c:v>
                </c:pt>
                <c:pt idx="21173">
                  <c:v>0.24505787036468973</c:v>
                </c:pt>
                <c:pt idx="21174">
                  <c:v>0.24506944444146939</c:v>
                </c:pt>
                <c:pt idx="21175">
                  <c:v>0.24508101851824904</c:v>
                </c:pt>
                <c:pt idx="21176">
                  <c:v>0.24509259258775273</c:v>
                </c:pt>
                <c:pt idx="21177">
                  <c:v>0.24510416666453239</c:v>
                </c:pt>
                <c:pt idx="21178">
                  <c:v>0.24511574074131204</c:v>
                </c:pt>
                <c:pt idx="21179">
                  <c:v>0.24512731481081573</c:v>
                </c:pt>
                <c:pt idx="21180">
                  <c:v>0.24513888888759539</c:v>
                </c:pt>
                <c:pt idx="21181">
                  <c:v>0.24515046295709908</c:v>
                </c:pt>
                <c:pt idx="21182">
                  <c:v>0.24516203703387873</c:v>
                </c:pt>
                <c:pt idx="21183">
                  <c:v>0.24517361111065838</c:v>
                </c:pt>
                <c:pt idx="21184">
                  <c:v>0.24518518518016208</c:v>
                </c:pt>
                <c:pt idx="21185">
                  <c:v>0.24519675925694173</c:v>
                </c:pt>
                <c:pt idx="21186">
                  <c:v>0.24520833333372138</c:v>
                </c:pt>
                <c:pt idx="21187">
                  <c:v>0.24521990740322508</c:v>
                </c:pt>
                <c:pt idx="21188">
                  <c:v>0.24523148148000473</c:v>
                </c:pt>
                <c:pt idx="21189">
                  <c:v>0.24524305555678438</c:v>
                </c:pt>
                <c:pt idx="21190">
                  <c:v>0.24525462962628808</c:v>
                </c:pt>
                <c:pt idx="21191">
                  <c:v>0.24526620370306773</c:v>
                </c:pt>
                <c:pt idx="21192">
                  <c:v>0.24527777777257143</c:v>
                </c:pt>
                <c:pt idx="21193">
                  <c:v>0.24528935184935108</c:v>
                </c:pt>
                <c:pt idx="21194">
                  <c:v>0.24530092592613073</c:v>
                </c:pt>
                <c:pt idx="21195">
                  <c:v>0.24531249999563443</c:v>
                </c:pt>
                <c:pt idx="21196">
                  <c:v>0.24532407407241408</c:v>
                </c:pt>
                <c:pt idx="21197">
                  <c:v>0.24533564814919373</c:v>
                </c:pt>
                <c:pt idx="21198">
                  <c:v>0.24534722221869742</c:v>
                </c:pt>
                <c:pt idx="21199">
                  <c:v>0.24535879629547708</c:v>
                </c:pt>
                <c:pt idx="21200">
                  <c:v>0.24537037036498077</c:v>
                </c:pt>
                <c:pt idx="21201">
                  <c:v>0.24538194444176042</c:v>
                </c:pt>
                <c:pt idx="21202">
                  <c:v>0.24539351851854008</c:v>
                </c:pt>
                <c:pt idx="21203">
                  <c:v>0.24540509258804377</c:v>
                </c:pt>
                <c:pt idx="21204">
                  <c:v>0.24541666666482342</c:v>
                </c:pt>
                <c:pt idx="21205">
                  <c:v>0.24542824074160308</c:v>
                </c:pt>
                <c:pt idx="21206">
                  <c:v>0.24543981481110677</c:v>
                </c:pt>
                <c:pt idx="21207">
                  <c:v>0.24545138888788642</c:v>
                </c:pt>
                <c:pt idx="21208">
                  <c:v>0.24546296295739012</c:v>
                </c:pt>
                <c:pt idx="21209">
                  <c:v>0.24547453703416977</c:v>
                </c:pt>
                <c:pt idx="21210">
                  <c:v>0.24548611111094942</c:v>
                </c:pt>
                <c:pt idx="21211">
                  <c:v>0.24549768518045312</c:v>
                </c:pt>
                <c:pt idx="21212">
                  <c:v>0.24550925925723277</c:v>
                </c:pt>
                <c:pt idx="21213">
                  <c:v>0.24552083333401242</c:v>
                </c:pt>
                <c:pt idx="21214">
                  <c:v>0.24553240740351612</c:v>
                </c:pt>
                <c:pt idx="21215">
                  <c:v>0.24554398148029577</c:v>
                </c:pt>
                <c:pt idx="21216">
                  <c:v>0.24555555554979946</c:v>
                </c:pt>
                <c:pt idx="21217">
                  <c:v>0.24556712962657912</c:v>
                </c:pt>
                <c:pt idx="21218">
                  <c:v>0.24557870370335877</c:v>
                </c:pt>
                <c:pt idx="21219">
                  <c:v>0.24559027777286246</c:v>
                </c:pt>
                <c:pt idx="21220">
                  <c:v>0.24560185184964212</c:v>
                </c:pt>
                <c:pt idx="21221">
                  <c:v>0.24561342592642177</c:v>
                </c:pt>
                <c:pt idx="21222">
                  <c:v>0.24562499999592546</c:v>
                </c:pt>
                <c:pt idx="21223">
                  <c:v>0.24563657407270512</c:v>
                </c:pt>
                <c:pt idx="21224">
                  <c:v>0.24564814814948477</c:v>
                </c:pt>
                <c:pt idx="21225">
                  <c:v>0.24565972221898846</c:v>
                </c:pt>
                <c:pt idx="21226">
                  <c:v>0.24567129629576812</c:v>
                </c:pt>
                <c:pt idx="21227">
                  <c:v>0.24568287036527181</c:v>
                </c:pt>
                <c:pt idx="21228">
                  <c:v>0.24569444444205146</c:v>
                </c:pt>
                <c:pt idx="21229">
                  <c:v>0.24570601851883112</c:v>
                </c:pt>
                <c:pt idx="21230">
                  <c:v>0.24571759258833481</c:v>
                </c:pt>
                <c:pt idx="21231">
                  <c:v>0.24572916666511446</c:v>
                </c:pt>
                <c:pt idx="21232">
                  <c:v>0.24574074074189411</c:v>
                </c:pt>
                <c:pt idx="21233">
                  <c:v>0.24575231481139781</c:v>
                </c:pt>
                <c:pt idx="21234">
                  <c:v>0.24576388888817746</c:v>
                </c:pt>
                <c:pt idx="21235">
                  <c:v>0.24577546295768116</c:v>
                </c:pt>
                <c:pt idx="21236">
                  <c:v>0.24578703703446081</c:v>
                </c:pt>
                <c:pt idx="21237">
                  <c:v>0.24579861111124046</c:v>
                </c:pt>
                <c:pt idx="21238">
                  <c:v>0.24581018518074416</c:v>
                </c:pt>
                <c:pt idx="21239">
                  <c:v>0.24582175925752381</c:v>
                </c:pt>
                <c:pt idx="21240">
                  <c:v>0.24583333333430346</c:v>
                </c:pt>
                <c:pt idx="21241">
                  <c:v>0.24584490740380716</c:v>
                </c:pt>
                <c:pt idx="21242">
                  <c:v>0.24585648148058681</c:v>
                </c:pt>
                <c:pt idx="21243">
                  <c:v>0.2458680555500905</c:v>
                </c:pt>
                <c:pt idx="21244">
                  <c:v>0.24587962962687016</c:v>
                </c:pt>
                <c:pt idx="21245">
                  <c:v>0.24589120370364981</c:v>
                </c:pt>
                <c:pt idx="21246">
                  <c:v>0.2459027777731535</c:v>
                </c:pt>
                <c:pt idx="21247">
                  <c:v>0.24591435184993315</c:v>
                </c:pt>
                <c:pt idx="21248">
                  <c:v>0.24592592592671281</c:v>
                </c:pt>
                <c:pt idx="21249">
                  <c:v>0.2459374999962165</c:v>
                </c:pt>
                <c:pt idx="21250">
                  <c:v>0.24594907407299615</c:v>
                </c:pt>
                <c:pt idx="21251">
                  <c:v>0.24596064814249985</c:v>
                </c:pt>
                <c:pt idx="21252">
                  <c:v>0.2459722222192795</c:v>
                </c:pt>
                <c:pt idx="21253">
                  <c:v>0.24598379629605915</c:v>
                </c:pt>
                <c:pt idx="21254">
                  <c:v>0.24599537036556285</c:v>
                </c:pt>
                <c:pt idx="21255">
                  <c:v>0.2460069444423425</c:v>
                </c:pt>
                <c:pt idx="21256">
                  <c:v>0.24601851851912215</c:v>
                </c:pt>
                <c:pt idx="21257">
                  <c:v>0.24603009258862585</c:v>
                </c:pt>
                <c:pt idx="21258">
                  <c:v>0.2460416666654055</c:v>
                </c:pt>
                <c:pt idx="21259">
                  <c:v>0.2460532407349092</c:v>
                </c:pt>
                <c:pt idx="21260">
                  <c:v>0.24606481481168885</c:v>
                </c:pt>
                <c:pt idx="21261">
                  <c:v>0.2460763888884685</c:v>
                </c:pt>
                <c:pt idx="21262">
                  <c:v>0.24608796295797219</c:v>
                </c:pt>
                <c:pt idx="21263">
                  <c:v>0.24609953703475185</c:v>
                </c:pt>
                <c:pt idx="21264">
                  <c:v>0.2461111111115315</c:v>
                </c:pt>
                <c:pt idx="21265">
                  <c:v>0.24612268518103519</c:v>
                </c:pt>
                <c:pt idx="21266">
                  <c:v>0.24613425925781485</c:v>
                </c:pt>
                <c:pt idx="21267">
                  <c:v>0.2461458333345945</c:v>
                </c:pt>
                <c:pt idx="21268">
                  <c:v>0.24615740740409819</c:v>
                </c:pt>
                <c:pt idx="21269">
                  <c:v>0.24616898148087785</c:v>
                </c:pt>
                <c:pt idx="21270">
                  <c:v>0.24618055555038154</c:v>
                </c:pt>
                <c:pt idx="21271">
                  <c:v>0.24619212962716119</c:v>
                </c:pt>
                <c:pt idx="21272">
                  <c:v>0.24620370370394085</c:v>
                </c:pt>
                <c:pt idx="21273">
                  <c:v>0.24621527777344454</c:v>
                </c:pt>
                <c:pt idx="21274">
                  <c:v>0.24622685185022419</c:v>
                </c:pt>
                <c:pt idx="21275">
                  <c:v>0.24623842592700385</c:v>
                </c:pt>
                <c:pt idx="21276">
                  <c:v>0.24624999999650754</c:v>
                </c:pt>
                <c:pt idx="21277">
                  <c:v>0.24626157407328719</c:v>
                </c:pt>
                <c:pt idx="21278">
                  <c:v>0.24627314814279089</c:v>
                </c:pt>
                <c:pt idx="21279">
                  <c:v>0.24628472221957054</c:v>
                </c:pt>
                <c:pt idx="21280">
                  <c:v>0.24629629629635019</c:v>
                </c:pt>
                <c:pt idx="21281">
                  <c:v>0.24630787036585389</c:v>
                </c:pt>
                <c:pt idx="21282">
                  <c:v>0.24631944444263354</c:v>
                </c:pt>
                <c:pt idx="21283">
                  <c:v>0.24633101851941319</c:v>
                </c:pt>
                <c:pt idx="21284">
                  <c:v>0.24634259258891689</c:v>
                </c:pt>
                <c:pt idx="21285">
                  <c:v>0.24635416666569654</c:v>
                </c:pt>
                <c:pt idx="21286">
                  <c:v>0.24636574073520023</c:v>
                </c:pt>
                <c:pt idx="21287">
                  <c:v>0.24637731481197989</c:v>
                </c:pt>
                <c:pt idx="21288">
                  <c:v>0.24638888888875954</c:v>
                </c:pt>
                <c:pt idx="21289">
                  <c:v>0.24640046295826323</c:v>
                </c:pt>
                <c:pt idx="21290">
                  <c:v>0.24641203703504289</c:v>
                </c:pt>
                <c:pt idx="21291">
                  <c:v>0.24642361111182254</c:v>
                </c:pt>
                <c:pt idx="21292">
                  <c:v>0.24643518518132623</c:v>
                </c:pt>
                <c:pt idx="21293">
                  <c:v>0.24644675925810589</c:v>
                </c:pt>
                <c:pt idx="21294">
                  <c:v>0.24645833332760958</c:v>
                </c:pt>
                <c:pt idx="21295">
                  <c:v>0.24646990740438923</c:v>
                </c:pt>
                <c:pt idx="21296">
                  <c:v>0.24648148148116888</c:v>
                </c:pt>
                <c:pt idx="21297">
                  <c:v>0.24649305555067258</c:v>
                </c:pt>
                <c:pt idx="21298">
                  <c:v>0.24650462962745223</c:v>
                </c:pt>
                <c:pt idx="21299">
                  <c:v>0.24651620370423188</c:v>
                </c:pt>
                <c:pt idx="21300">
                  <c:v>0.24652777777373558</c:v>
                </c:pt>
                <c:pt idx="21301">
                  <c:v>0.24653935185051523</c:v>
                </c:pt>
                <c:pt idx="21302">
                  <c:v>0.24655092592001893</c:v>
                </c:pt>
                <c:pt idx="21303">
                  <c:v>0.24656249999679858</c:v>
                </c:pt>
                <c:pt idx="21304">
                  <c:v>0.24657407407357823</c:v>
                </c:pt>
                <c:pt idx="21305">
                  <c:v>0.24658564814308193</c:v>
                </c:pt>
                <c:pt idx="21306">
                  <c:v>0.24659722221986158</c:v>
                </c:pt>
                <c:pt idx="21307">
                  <c:v>0.24660879629664123</c:v>
                </c:pt>
                <c:pt idx="21308">
                  <c:v>0.24662037036614493</c:v>
                </c:pt>
                <c:pt idx="21309">
                  <c:v>0.24663194444292458</c:v>
                </c:pt>
                <c:pt idx="21310">
                  <c:v>0.24664351851970423</c:v>
                </c:pt>
                <c:pt idx="21311">
                  <c:v>0.24665509258920792</c:v>
                </c:pt>
                <c:pt idx="21312">
                  <c:v>0.24666666666598758</c:v>
                </c:pt>
                <c:pt idx="21313">
                  <c:v>0.24667824073549127</c:v>
                </c:pt>
                <c:pt idx="21314">
                  <c:v>0.24668981481227092</c:v>
                </c:pt>
                <c:pt idx="21315">
                  <c:v>0.24670138888905058</c:v>
                </c:pt>
                <c:pt idx="21316">
                  <c:v>0.24671296295855427</c:v>
                </c:pt>
                <c:pt idx="21317">
                  <c:v>0.24672453703533392</c:v>
                </c:pt>
                <c:pt idx="21318">
                  <c:v>0.24673611111211358</c:v>
                </c:pt>
                <c:pt idx="21319">
                  <c:v>0.24674768518161727</c:v>
                </c:pt>
                <c:pt idx="21320">
                  <c:v>0.24675925925839692</c:v>
                </c:pt>
                <c:pt idx="21321">
                  <c:v>0.24677083332790062</c:v>
                </c:pt>
                <c:pt idx="21322">
                  <c:v>0.24678240740468027</c:v>
                </c:pt>
                <c:pt idx="21323">
                  <c:v>0.24679398148145992</c:v>
                </c:pt>
                <c:pt idx="21324">
                  <c:v>0.24680555555096362</c:v>
                </c:pt>
                <c:pt idx="21325">
                  <c:v>0.24681712962774327</c:v>
                </c:pt>
                <c:pt idx="21326">
                  <c:v>0.24682870370452292</c:v>
                </c:pt>
                <c:pt idx="21327">
                  <c:v>0.24684027777402662</c:v>
                </c:pt>
                <c:pt idx="21328">
                  <c:v>0.24685185185080627</c:v>
                </c:pt>
                <c:pt idx="21329">
                  <c:v>0.24686342592030996</c:v>
                </c:pt>
                <c:pt idx="21330">
                  <c:v>0.24687499999708962</c:v>
                </c:pt>
                <c:pt idx="21331">
                  <c:v>0.24688657407386927</c:v>
                </c:pt>
                <c:pt idx="21332">
                  <c:v>0.24689814814337296</c:v>
                </c:pt>
                <c:pt idx="21333">
                  <c:v>0.24690972222015262</c:v>
                </c:pt>
                <c:pt idx="21334">
                  <c:v>0.24692129629693227</c:v>
                </c:pt>
                <c:pt idx="21335">
                  <c:v>0.24693287036643596</c:v>
                </c:pt>
                <c:pt idx="21336">
                  <c:v>0.24694444444321562</c:v>
                </c:pt>
                <c:pt idx="21337">
                  <c:v>0.24695601851271931</c:v>
                </c:pt>
                <c:pt idx="21338">
                  <c:v>0.24696759258949896</c:v>
                </c:pt>
                <c:pt idx="21339">
                  <c:v>0.24697916666627862</c:v>
                </c:pt>
                <c:pt idx="21340">
                  <c:v>0.24699074073578231</c:v>
                </c:pt>
                <c:pt idx="21341">
                  <c:v>0.24700231481256196</c:v>
                </c:pt>
                <c:pt idx="21342">
                  <c:v>0.24701388888934162</c:v>
                </c:pt>
                <c:pt idx="21343">
                  <c:v>0.24702546295884531</c:v>
                </c:pt>
                <c:pt idx="21344">
                  <c:v>0.24703703703562496</c:v>
                </c:pt>
                <c:pt idx="21345">
                  <c:v>0.24704861111240461</c:v>
                </c:pt>
                <c:pt idx="21346">
                  <c:v>0.24706018518190831</c:v>
                </c:pt>
                <c:pt idx="21347">
                  <c:v>0.24707175925868796</c:v>
                </c:pt>
                <c:pt idx="21348">
                  <c:v>0.24708333332819166</c:v>
                </c:pt>
                <c:pt idx="21349">
                  <c:v>0.24709490740497131</c:v>
                </c:pt>
                <c:pt idx="21350">
                  <c:v>0.24710648148175096</c:v>
                </c:pt>
                <c:pt idx="21351">
                  <c:v>0.24711805555125466</c:v>
                </c:pt>
                <c:pt idx="21352">
                  <c:v>0.24712962962803431</c:v>
                </c:pt>
                <c:pt idx="21353">
                  <c:v>0.24714120370481396</c:v>
                </c:pt>
                <c:pt idx="21354">
                  <c:v>0.24715277777431766</c:v>
                </c:pt>
                <c:pt idx="21355">
                  <c:v>0.24716435185109731</c:v>
                </c:pt>
                <c:pt idx="21356">
                  <c:v>0.247175925920601</c:v>
                </c:pt>
                <c:pt idx="21357">
                  <c:v>0.24718749999738066</c:v>
                </c:pt>
                <c:pt idx="21358">
                  <c:v>0.24719907407416031</c:v>
                </c:pt>
                <c:pt idx="21359">
                  <c:v>0.247210648143664</c:v>
                </c:pt>
                <c:pt idx="21360">
                  <c:v>0.24722222222044365</c:v>
                </c:pt>
                <c:pt idx="21361">
                  <c:v>0.24723379629722331</c:v>
                </c:pt>
                <c:pt idx="21362">
                  <c:v>0.247245370366727</c:v>
                </c:pt>
                <c:pt idx="21363">
                  <c:v>0.24725694444350665</c:v>
                </c:pt>
                <c:pt idx="21364">
                  <c:v>0.24726851851301035</c:v>
                </c:pt>
                <c:pt idx="21365">
                  <c:v>0.24728009258979</c:v>
                </c:pt>
                <c:pt idx="21366">
                  <c:v>0.24729166666656965</c:v>
                </c:pt>
                <c:pt idx="21367">
                  <c:v>0.24730324073607335</c:v>
                </c:pt>
                <c:pt idx="21368">
                  <c:v>0.247314814812853</c:v>
                </c:pt>
                <c:pt idx="21369">
                  <c:v>0.24732638888963265</c:v>
                </c:pt>
                <c:pt idx="21370">
                  <c:v>0.24733796295913635</c:v>
                </c:pt>
                <c:pt idx="21371">
                  <c:v>0.247349537035916</c:v>
                </c:pt>
                <c:pt idx="21372">
                  <c:v>0.2473611111054197</c:v>
                </c:pt>
                <c:pt idx="21373">
                  <c:v>0.24737268518219935</c:v>
                </c:pt>
                <c:pt idx="21374">
                  <c:v>0.247384259258979</c:v>
                </c:pt>
                <c:pt idx="21375">
                  <c:v>0.24739583332848269</c:v>
                </c:pt>
                <c:pt idx="21376">
                  <c:v>0.24740740740526235</c:v>
                </c:pt>
                <c:pt idx="21377">
                  <c:v>0.247418981482042</c:v>
                </c:pt>
                <c:pt idx="21378">
                  <c:v>0.24743055555154569</c:v>
                </c:pt>
                <c:pt idx="21379">
                  <c:v>0.24744212962832535</c:v>
                </c:pt>
                <c:pt idx="21380">
                  <c:v>0.24745370369782904</c:v>
                </c:pt>
                <c:pt idx="21381">
                  <c:v>0.24746527777460869</c:v>
                </c:pt>
                <c:pt idx="21382">
                  <c:v>0.24747685185138835</c:v>
                </c:pt>
                <c:pt idx="21383">
                  <c:v>0.24748842592089204</c:v>
                </c:pt>
                <c:pt idx="21384">
                  <c:v>0.24749999999767169</c:v>
                </c:pt>
                <c:pt idx="21385">
                  <c:v>0.24751157407445135</c:v>
                </c:pt>
                <c:pt idx="21386">
                  <c:v>0.24752314814395504</c:v>
                </c:pt>
                <c:pt idx="21387">
                  <c:v>0.24753472222073469</c:v>
                </c:pt>
                <c:pt idx="21388">
                  <c:v>0.24754629629751435</c:v>
                </c:pt>
                <c:pt idx="21389">
                  <c:v>0.24755787036701804</c:v>
                </c:pt>
                <c:pt idx="21390">
                  <c:v>0.24756944444379769</c:v>
                </c:pt>
                <c:pt idx="21391">
                  <c:v>0.24758101851330139</c:v>
                </c:pt>
                <c:pt idx="21392">
                  <c:v>0.24759259259008104</c:v>
                </c:pt>
                <c:pt idx="21393">
                  <c:v>0.24760416666686069</c:v>
                </c:pt>
                <c:pt idx="21394">
                  <c:v>0.24761574073636439</c:v>
                </c:pt>
                <c:pt idx="21395">
                  <c:v>0.24762731481314404</c:v>
                </c:pt>
                <c:pt idx="21396">
                  <c:v>0.24763888888992369</c:v>
                </c:pt>
                <c:pt idx="21397">
                  <c:v>0.24765046295942739</c:v>
                </c:pt>
                <c:pt idx="21398">
                  <c:v>0.24766203703620704</c:v>
                </c:pt>
                <c:pt idx="21399">
                  <c:v>0.24767361110571073</c:v>
                </c:pt>
                <c:pt idx="21400">
                  <c:v>0.24768518518249039</c:v>
                </c:pt>
                <c:pt idx="21401">
                  <c:v>0.24769675925927004</c:v>
                </c:pt>
                <c:pt idx="21402">
                  <c:v>0.24770833332877373</c:v>
                </c:pt>
                <c:pt idx="21403">
                  <c:v>0.24771990740555339</c:v>
                </c:pt>
                <c:pt idx="21404">
                  <c:v>0.24773148148233304</c:v>
                </c:pt>
                <c:pt idx="21405">
                  <c:v>0.24774305555183673</c:v>
                </c:pt>
                <c:pt idx="21406">
                  <c:v>0.24775462962861639</c:v>
                </c:pt>
                <c:pt idx="21407">
                  <c:v>0.24776620369812008</c:v>
                </c:pt>
                <c:pt idx="21408">
                  <c:v>0.24777777777489973</c:v>
                </c:pt>
                <c:pt idx="21409">
                  <c:v>0.24778935185167938</c:v>
                </c:pt>
                <c:pt idx="21410">
                  <c:v>0.24780092592118308</c:v>
                </c:pt>
                <c:pt idx="21411">
                  <c:v>0.24781249999796273</c:v>
                </c:pt>
                <c:pt idx="21412">
                  <c:v>0.24782407407474238</c:v>
                </c:pt>
                <c:pt idx="21413">
                  <c:v>0.24783564814424608</c:v>
                </c:pt>
                <c:pt idx="21414">
                  <c:v>0.24784722222102573</c:v>
                </c:pt>
                <c:pt idx="21415">
                  <c:v>0.24785879629052943</c:v>
                </c:pt>
                <c:pt idx="21416">
                  <c:v>0.24787037036730908</c:v>
                </c:pt>
                <c:pt idx="21417">
                  <c:v>0.24788194444408873</c:v>
                </c:pt>
                <c:pt idx="21418">
                  <c:v>0.24789351851359243</c:v>
                </c:pt>
                <c:pt idx="21419">
                  <c:v>0.24790509259037208</c:v>
                </c:pt>
                <c:pt idx="21420">
                  <c:v>0.24791666666715173</c:v>
                </c:pt>
                <c:pt idx="21421">
                  <c:v>0.24792824073665543</c:v>
                </c:pt>
                <c:pt idx="21422">
                  <c:v>0.24793981481343508</c:v>
                </c:pt>
                <c:pt idx="21423">
                  <c:v>0.24795138889021473</c:v>
                </c:pt>
                <c:pt idx="21424">
                  <c:v>0.24796296295971842</c:v>
                </c:pt>
                <c:pt idx="21425">
                  <c:v>0.24797453703649808</c:v>
                </c:pt>
                <c:pt idx="21426">
                  <c:v>0.24798611110600177</c:v>
                </c:pt>
                <c:pt idx="21427">
                  <c:v>0.24799768518278142</c:v>
                </c:pt>
                <c:pt idx="21428">
                  <c:v>0.24800925925956108</c:v>
                </c:pt>
                <c:pt idx="21429">
                  <c:v>0.24802083332906477</c:v>
                </c:pt>
                <c:pt idx="21430">
                  <c:v>0.24803240740584442</c:v>
                </c:pt>
                <c:pt idx="21431">
                  <c:v>0.24804398148262408</c:v>
                </c:pt>
                <c:pt idx="21432">
                  <c:v>0.24805555555212777</c:v>
                </c:pt>
                <c:pt idx="21433">
                  <c:v>0.24806712962890742</c:v>
                </c:pt>
                <c:pt idx="21434">
                  <c:v>0.24807870369841112</c:v>
                </c:pt>
                <c:pt idx="21435">
                  <c:v>0.24809027777519077</c:v>
                </c:pt>
                <c:pt idx="21436">
                  <c:v>0.24810185185197042</c:v>
                </c:pt>
                <c:pt idx="21437">
                  <c:v>0.24811342592147412</c:v>
                </c:pt>
                <c:pt idx="21438">
                  <c:v>0.24812499999825377</c:v>
                </c:pt>
                <c:pt idx="21439">
                  <c:v>0.24813657407503342</c:v>
                </c:pt>
                <c:pt idx="21440">
                  <c:v>0.24814814814453712</c:v>
                </c:pt>
                <c:pt idx="21441">
                  <c:v>0.24815972222131677</c:v>
                </c:pt>
                <c:pt idx="21442">
                  <c:v>0.24817129629082046</c:v>
                </c:pt>
                <c:pt idx="21443">
                  <c:v>0.24818287036760012</c:v>
                </c:pt>
                <c:pt idx="21444">
                  <c:v>0.24819444444437977</c:v>
                </c:pt>
                <c:pt idx="21445">
                  <c:v>0.24820601851388346</c:v>
                </c:pt>
                <c:pt idx="21446">
                  <c:v>0.24821759259066312</c:v>
                </c:pt>
                <c:pt idx="21447">
                  <c:v>0.24822916666744277</c:v>
                </c:pt>
                <c:pt idx="21448">
                  <c:v>0.24824074073694646</c:v>
                </c:pt>
                <c:pt idx="21449">
                  <c:v>0.24825231481372612</c:v>
                </c:pt>
                <c:pt idx="21450">
                  <c:v>0.24826388888322981</c:v>
                </c:pt>
                <c:pt idx="21451">
                  <c:v>0.24827546296000946</c:v>
                </c:pt>
                <c:pt idx="21452">
                  <c:v>0.24828703703678912</c:v>
                </c:pt>
                <c:pt idx="21453">
                  <c:v>0.24829861110629281</c:v>
                </c:pt>
                <c:pt idx="21454">
                  <c:v>0.24831018518307246</c:v>
                </c:pt>
                <c:pt idx="21455">
                  <c:v>0.24832175925985212</c:v>
                </c:pt>
                <c:pt idx="21456">
                  <c:v>0.24833333332935581</c:v>
                </c:pt>
                <c:pt idx="21457">
                  <c:v>0.24834490740613546</c:v>
                </c:pt>
                <c:pt idx="21458">
                  <c:v>0.24835648147563916</c:v>
                </c:pt>
                <c:pt idx="21459">
                  <c:v>0.24836805555241881</c:v>
                </c:pt>
                <c:pt idx="21460">
                  <c:v>0.24837962962919846</c:v>
                </c:pt>
                <c:pt idx="21461">
                  <c:v>0.24839120369870216</c:v>
                </c:pt>
                <c:pt idx="21462">
                  <c:v>0.24840277777548181</c:v>
                </c:pt>
                <c:pt idx="21463">
                  <c:v>0.24841435185226146</c:v>
                </c:pt>
                <c:pt idx="21464">
                  <c:v>0.24842592592176516</c:v>
                </c:pt>
                <c:pt idx="21465">
                  <c:v>0.24843749999854481</c:v>
                </c:pt>
                <c:pt idx="21466">
                  <c:v>0.24844907407532446</c:v>
                </c:pt>
                <c:pt idx="21467">
                  <c:v>0.24846064814482816</c:v>
                </c:pt>
                <c:pt idx="21468">
                  <c:v>0.24847222222160781</c:v>
                </c:pt>
                <c:pt idx="21469">
                  <c:v>0.2484837962911115</c:v>
                </c:pt>
                <c:pt idx="21470">
                  <c:v>0.24849537036789116</c:v>
                </c:pt>
                <c:pt idx="21471">
                  <c:v>0.24850694444467081</c:v>
                </c:pt>
                <c:pt idx="21472">
                  <c:v>0.2485185185141745</c:v>
                </c:pt>
                <c:pt idx="21473">
                  <c:v>0.24853009259095415</c:v>
                </c:pt>
                <c:pt idx="21474">
                  <c:v>0.24854166666773381</c:v>
                </c:pt>
                <c:pt idx="21475">
                  <c:v>0.2485532407372375</c:v>
                </c:pt>
                <c:pt idx="21476">
                  <c:v>0.24856481481401715</c:v>
                </c:pt>
                <c:pt idx="21477">
                  <c:v>0.24857638888352085</c:v>
                </c:pt>
                <c:pt idx="21478">
                  <c:v>0.2485879629603005</c:v>
                </c:pt>
                <c:pt idx="21479">
                  <c:v>0.24859953703708015</c:v>
                </c:pt>
                <c:pt idx="21480">
                  <c:v>0.24861111110658385</c:v>
                </c:pt>
                <c:pt idx="21481">
                  <c:v>0.2486226851833635</c:v>
                </c:pt>
                <c:pt idx="21482">
                  <c:v>0.24863425926014315</c:v>
                </c:pt>
                <c:pt idx="21483">
                  <c:v>0.24864583332964685</c:v>
                </c:pt>
                <c:pt idx="21484">
                  <c:v>0.2486574074064265</c:v>
                </c:pt>
                <c:pt idx="21485">
                  <c:v>0.2486689814759302</c:v>
                </c:pt>
                <c:pt idx="21486">
                  <c:v>0.24868055555270985</c:v>
                </c:pt>
                <c:pt idx="21487">
                  <c:v>0.2486921296294895</c:v>
                </c:pt>
                <c:pt idx="21488">
                  <c:v>0.24870370369899319</c:v>
                </c:pt>
                <c:pt idx="21489">
                  <c:v>0.24871527777577285</c:v>
                </c:pt>
                <c:pt idx="21490">
                  <c:v>0.2487268518525525</c:v>
                </c:pt>
                <c:pt idx="21491">
                  <c:v>0.24873842592205619</c:v>
                </c:pt>
                <c:pt idx="21492">
                  <c:v>0.24874999999883585</c:v>
                </c:pt>
                <c:pt idx="21493">
                  <c:v>0.24876157406833954</c:v>
                </c:pt>
                <c:pt idx="21494">
                  <c:v>0.24877314814511919</c:v>
                </c:pt>
                <c:pt idx="21495">
                  <c:v>0.24878472222189885</c:v>
                </c:pt>
                <c:pt idx="21496">
                  <c:v>0.24879629629140254</c:v>
                </c:pt>
                <c:pt idx="21497">
                  <c:v>0.24880787036818219</c:v>
                </c:pt>
                <c:pt idx="21498">
                  <c:v>0.24881944444496185</c:v>
                </c:pt>
                <c:pt idx="21499">
                  <c:v>0.24883101851446554</c:v>
                </c:pt>
                <c:pt idx="21500">
                  <c:v>0.24884259259124519</c:v>
                </c:pt>
                <c:pt idx="21501">
                  <c:v>0.24885416666074889</c:v>
                </c:pt>
                <c:pt idx="21502">
                  <c:v>0.24886574073752854</c:v>
                </c:pt>
                <c:pt idx="21503">
                  <c:v>0.24887731481430819</c:v>
                </c:pt>
                <c:pt idx="21504">
                  <c:v>0.24888888888381189</c:v>
                </c:pt>
                <c:pt idx="21505">
                  <c:v>0.24890046296059154</c:v>
                </c:pt>
                <c:pt idx="21506">
                  <c:v>0.24891203703737119</c:v>
                </c:pt>
                <c:pt idx="21507">
                  <c:v>0.24892361110687489</c:v>
                </c:pt>
                <c:pt idx="21508">
                  <c:v>0.24893518518365454</c:v>
                </c:pt>
                <c:pt idx="21509">
                  <c:v>0.24894675926043419</c:v>
                </c:pt>
                <c:pt idx="21510">
                  <c:v>0.24895833332993789</c:v>
                </c:pt>
                <c:pt idx="21511">
                  <c:v>0.24896990740671754</c:v>
                </c:pt>
                <c:pt idx="21512">
                  <c:v>0.24898148147622123</c:v>
                </c:pt>
                <c:pt idx="21513">
                  <c:v>0.24899305555300089</c:v>
                </c:pt>
                <c:pt idx="21514">
                  <c:v>0.24900462962978054</c:v>
                </c:pt>
                <c:pt idx="21515">
                  <c:v>0.24901620369928423</c:v>
                </c:pt>
                <c:pt idx="21516">
                  <c:v>0.24902777777606389</c:v>
                </c:pt>
                <c:pt idx="21517">
                  <c:v>0.24903935185284354</c:v>
                </c:pt>
                <c:pt idx="21518">
                  <c:v>0.24905092592234723</c:v>
                </c:pt>
                <c:pt idx="21519">
                  <c:v>0.24906249999912689</c:v>
                </c:pt>
                <c:pt idx="21520">
                  <c:v>0.24907407406863058</c:v>
                </c:pt>
                <c:pt idx="21521">
                  <c:v>0.24908564814541023</c:v>
                </c:pt>
                <c:pt idx="21522">
                  <c:v>0.24909722222218988</c:v>
                </c:pt>
                <c:pt idx="21523">
                  <c:v>0.24910879629169358</c:v>
                </c:pt>
                <c:pt idx="21524">
                  <c:v>0.24912037036847323</c:v>
                </c:pt>
                <c:pt idx="21525">
                  <c:v>0.24913194444525288</c:v>
                </c:pt>
                <c:pt idx="21526">
                  <c:v>0.24914351851475658</c:v>
                </c:pt>
                <c:pt idx="21527">
                  <c:v>0.24915509259153623</c:v>
                </c:pt>
                <c:pt idx="21528">
                  <c:v>0.24916666666103993</c:v>
                </c:pt>
                <c:pt idx="21529">
                  <c:v>0.24917824073781958</c:v>
                </c:pt>
                <c:pt idx="21530">
                  <c:v>0.24918981481459923</c:v>
                </c:pt>
                <c:pt idx="21531">
                  <c:v>0.24920138888410293</c:v>
                </c:pt>
                <c:pt idx="21532">
                  <c:v>0.24921296296088258</c:v>
                </c:pt>
                <c:pt idx="21533">
                  <c:v>0.24922453703766223</c:v>
                </c:pt>
                <c:pt idx="21534">
                  <c:v>0.24923611110716593</c:v>
                </c:pt>
                <c:pt idx="21535">
                  <c:v>0.24924768518394558</c:v>
                </c:pt>
                <c:pt idx="21536">
                  <c:v>0.24925925925344927</c:v>
                </c:pt>
                <c:pt idx="21537">
                  <c:v>0.24927083333022892</c:v>
                </c:pt>
                <c:pt idx="21538">
                  <c:v>0.24928240740700858</c:v>
                </c:pt>
                <c:pt idx="21539">
                  <c:v>0.24929398147651227</c:v>
                </c:pt>
                <c:pt idx="21540">
                  <c:v>0.24930555555329192</c:v>
                </c:pt>
                <c:pt idx="21541">
                  <c:v>0.24931712963007158</c:v>
                </c:pt>
                <c:pt idx="21542">
                  <c:v>0.24932870369957527</c:v>
                </c:pt>
                <c:pt idx="21543">
                  <c:v>0.24934027777635492</c:v>
                </c:pt>
                <c:pt idx="21544">
                  <c:v>0.24935185185313458</c:v>
                </c:pt>
                <c:pt idx="21545">
                  <c:v>0.24936342592263827</c:v>
                </c:pt>
                <c:pt idx="21546">
                  <c:v>0.24937499999941792</c:v>
                </c:pt>
                <c:pt idx="21547">
                  <c:v>0.24938657406892162</c:v>
                </c:pt>
                <c:pt idx="21548">
                  <c:v>0.24939814814570127</c:v>
                </c:pt>
                <c:pt idx="21549">
                  <c:v>0.24940972222248092</c:v>
                </c:pt>
                <c:pt idx="21550">
                  <c:v>0.24942129629198462</c:v>
                </c:pt>
                <c:pt idx="21551">
                  <c:v>0.24943287036876427</c:v>
                </c:pt>
                <c:pt idx="21552">
                  <c:v>0.24944444444554392</c:v>
                </c:pt>
                <c:pt idx="21553">
                  <c:v>0.24945601851504762</c:v>
                </c:pt>
                <c:pt idx="21554">
                  <c:v>0.24946759259182727</c:v>
                </c:pt>
                <c:pt idx="21555">
                  <c:v>0.24947916666133096</c:v>
                </c:pt>
                <c:pt idx="21556">
                  <c:v>0.24949074073811062</c:v>
                </c:pt>
                <c:pt idx="21557">
                  <c:v>0.24950231481489027</c:v>
                </c:pt>
                <c:pt idx="21558">
                  <c:v>0.24951388888439396</c:v>
                </c:pt>
                <c:pt idx="21559">
                  <c:v>0.24952546296117362</c:v>
                </c:pt>
                <c:pt idx="21560">
                  <c:v>0.24953703703795327</c:v>
                </c:pt>
                <c:pt idx="21561">
                  <c:v>0.24954861110745696</c:v>
                </c:pt>
                <c:pt idx="21562">
                  <c:v>0.24956018518423662</c:v>
                </c:pt>
                <c:pt idx="21563">
                  <c:v>0.24957175925374031</c:v>
                </c:pt>
                <c:pt idx="21564">
                  <c:v>0.24958333333051996</c:v>
                </c:pt>
                <c:pt idx="21565">
                  <c:v>0.24959490740729962</c:v>
                </c:pt>
                <c:pt idx="21566">
                  <c:v>0.24960648147680331</c:v>
                </c:pt>
                <c:pt idx="21567">
                  <c:v>0.24961805555358296</c:v>
                </c:pt>
                <c:pt idx="21568">
                  <c:v>0.24962962963036261</c:v>
                </c:pt>
                <c:pt idx="21569">
                  <c:v>0.24964120369986631</c:v>
                </c:pt>
                <c:pt idx="21570">
                  <c:v>0.24965277777664596</c:v>
                </c:pt>
                <c:pt idx="21571">
                  <c:v>0.24966435184614966</c:v>
                </c:pt>
                <c:pt idx="21572">
                  <c:v>0.24967592592292931</c:v>
                </c:pt>
                <c:pt idx="21573">
                  <c:v>0.24968749999970896</c:v>
                </c:pt>
                <c:pt idx="21574">
                  <c:v>0.24969907406921266</c:v>
                </c:pt>
                <c:pt idx="21575">
                  <c:v>0.24971064814599231</c:v>
                </c:pt>
                <c:pt idx="21576">
                  <c:v>0.24972222222277196</c:v>
                </c:pt>
                <c:pt idx="21577">
                  <c:v>0.24973379629227566</c:v>
                </c:pt>
                <c:pt idx="21578">
                  <c:v>0.24974537036905531</c:v>
                </c:pt>
                <c:pt idx="21579">
                  <c:v>0.249756944438559</c:v>
                </c:pt>
                <c:pt idx="21580">
                  <c:v>0.24976851851533866</c:v>
                </c:pt>
                <c:pt idx="21581">
                  <c:v>0.24978009259211831</c:v>
                </c:pt>
                <c:pt idx="21582">
                  <c:v>0.249791666661622</c:v>
                </c:pt>
                <c:pt idx="21583">
                  <c:v>0.24980324073840166</c:v>
                </c:pt>
                <c:pt idx="21584">
                  <c:v>0.24981481481518131</c:v>
                </c:pt>
                <c:pt idx="21585">
                  <c:v>0.249826388884685</c:v>
                </c:pt>
                <c:pt idx="21586">
                  <c:v>0.24983796296146465</c:v>
                </c:pt>
                <c:pt idx="21587">
                  <c:v>0.24984953703824431</c:v>
                </c:pt>
                <c:pt idx="21588">
                  <c:v>0.249861111107748</c:v>
                </c:pt>
                <c:pt idx="21589">
                  <c:v>0.24987268518452765</c:v>
                </c:pt>
                <c:pt idx="21590">
                  <c:v>0.24988425925403135</c:v>
                </c:pt>
                <c:pt idx="21591">
                  <c:v>0.249895833330811</c:v>
                </c:pt>
                <c:pt idx="21592">
                  <c:v>0.24990740740759065</c:v>
                </c:pt>
                <c:pt idx="21593">
                  <c:v>0.24991898147709435</c:v>
                </c:pt>
                <c:pt idx="21594">
                  <c:v>0.249930555553874</c:v>
                </c:pt>
                <c:pt idx="21595">
                  <c:v>0.24994212963065365</c:v>
                </c:pt>
                <c:pt idx="21596">
                  <c:v>0.24995370370015735</c:v>
                </c:pt>
                <c:pt idx="21597">
                  <c:v>0.249965277776937</c:v>
                </c:pt>
                <c:pt idx="21598">
                  <c:v>0.2499768518464407</c:v>
                </c:pt>
                <c:pt idx="21599">
                  <c:v>0.24998842592322035</c:v>
                </c:pt>
                <c:pt idx="21600">
                  <c:v>0.25</c:v>
                </c:pt>
                <c:pt idx="21601">
                  <c:v>0.25001157406950369</c:v>
                </c:pt>
                <c:pt idx="21602">
                  <c:v>0.25002314814628335</c:v>
                </c:pt>
                <c:pt idx="21603">
                  <c:v>0.250034722223063</c:v>
                </c:pt>
                <c:pt idx="21604">
                  <c:v>0.25004629629256669</c:v>
                </c:pt>
                <c:pt idx="21605">
                  <c:v>0.25005787036934635</c:v>
                </c:pt>
                <c:pt idx="21606">
                  <c:v>0.25006944443885004</c:v>
                </c:pt>
                <c:pt idx="21607">
                  <c:v>0.25008101851562969</c:v>
                </c:pt>
                <c:pt idx="21608">
                  <c:v>0.25009259259240935</c:v>
                </c:pt>
                <c:pt idx="21609">
                  <c:v>0.25010416666191304</c:v>
                </c:pt>
                <c:pt idx="21610">
                  <c:v>0.25011574073869269</c:v>
                </c:pt>
                <c:pt idx="21611">
                  <c:v>0.25012731481547235</c:v>
                </c:pt>
                <c:pt idx="21612">
                  <c:v>0.25013888888497604</c:v>
                </c:pt>
                <c:pt idx="21613">
                  <c:v>0.25015046296175569</c:v>
                </c:pt>
                <c:pt idx="21614">
                  <c:v>0.25016203703125939</c:v>
                </c:pt>
                <c:pt idx="21615">
                  <c:v>0.25017361110803904</c:v>
                </c:pt>
                <c:pt idx="21616">
                  <c:v>0.25018518518481869</c:v>
                </c:pt>
                <c:pt idx="21617">
                  <c:v>0.25019675925432239</c:v>
                </c:pt>
                <c:pt idx="21618">
                  <c:v>0.25020833333110204</c:v>
                </c:pt>
                <c:pt idx="21619">
                  <c:v>0.25021990740788169</c:v>
                </c:pt>
                <c:pt idx="21620">
                  <c:v>0.25023148147738539</c:v>
                </c:pt>
                <c:pt idx="21621">
                  <c:v>0.25024305555416504</c:v>
                </c:pt>
                <c:pt idx="21622">
                  <c:v>0.25025462963094469</c:v>
                </c:pt>
                <c:pt idx="21623">
                  <c:v>0.25026620370044839</c:v>
                </c:pt>
                <c:pt idx="21624">
                  <c:v>0.25027777777722804</c:v>
                </c:pt>
                <c:pt idx="21625">
                  <c:v>0.25028935184673173</c:v>
                </c:pt>
                <c:pt idx="21626">
                  <c:v>0.25030092592351139</c:v>
                </c:pt>
                <c:pt idx="21627">
                  <c:v>0.25031250000029104</c:v>
                </c:pt>
                <c:pt idx="21628">
                  <c:v>0.25032407406979473</c:v>
                </c:pt>
                <c:pt idx="21629">
                  <c:v>0.25033564814657439</c:v>
                </c:pt>
                <c:pt idx="21630">
                  <c:v>0.25034722222335404</c:v>
                </c:pt>
                <c:pt idx="21631">
                  <c:v>0.25035879629285773</c:v>
                </c:pt>
                <c:pt idx="21632">
                  <c:v>0.25037037036963739</c:v>
                </c:pt>
                <c:pt idx="21633">
                  <c:v>0.25038194443914108</c:v>
                </c:pt>
                <c:pt idx="21634">
                  <c:v>0.25039351851592073</c:v>
                </c:pt>
                <c:pt idx="21635">
                  <c:v>0.25040509259270038</c:v>
                </c:pt>
                <c:pt idx="21636">
                  <c:v>0.25041666666220408</c:v>
                </c:pt>
                <c:pt idx="21637">
                  <c:v>0.25042824073898373</c:v>
                </c:pt>
                <c:pt idx="21638">
                  <c:v>0.25043981481576338</c:v>
                </c:pt>
                <c:pt idx="21639">
                  <c:v>0.25045138888526708</c:v>
                </c:pt>
                <c:pt idx="21640">
                  <c:v>0.25046296296204673</c:v>
                </c:pt>
                <c:pt idx="21641">
                  <c:v>0.25047453703155043</c:v>
                </c:pt>
                <c:pt idx="21642">
                  <c:v>0.25048611110833008</c:v>
                </c:pt>
                <c:pt idx="21643">
                  <c:v>0.25049768518510973</c:v>
                </c:pt>
                <c:pt idx="21644">
                  <c:v>0.25050925925461343</c:v>
                </c:pt>
                <c:pt idx="21645">
                  <c:v>0.25052083333139308</c:v>
                </c:pt>
                <c:pt idx="21646">
                  <c:v>0.25053240740817273</c:v>
                </c:pt>
                <c:pt idx="21647">
                  <c:v>0.25054398147767643</c:v>
                </c:pt>
                <c:pt idx="21648">
                  <c:v>0.25055555555445608</c:v>
                </c:pt>
                <c:pt idx="21649">
                  <c:v>0.25056712962395977</c:v>
                </c:pt>
                <c:pt idx="21650">
                  <c:v>0.25057870370073942</c:v>
                </c:pt>
                <c:pt idx="21651">
                  <c:v>0.25059027777751908</c:v>
                </c:pt>
                <c:pt idx="21652">
                  <c:v>0.25060185184702277</c:v>
                </c:pt>
                <c:pt idx="21653">
                  <c:v>0.25061342592380242</c:v>
                </c:pt>
                <c:pt idx="21654">
                  <c:v>0.25062500000058208</c:v>
                </c:pt>
                <c:pt idx="21655">
                  <c:v>0.25063657407008577</c:v>
                </c:pt>
                <c:pt idx="21656">
                  <c:v>0.25064814814686542</c:v>
                </c:pt>
                <c:pt idx="21657">
                  <c:v>0.25065972221636912</c:v>
                </c:pt>
                <c:pt idx="21658">
                  <c:v>0.25067129629314877</c:v>
                </c:pt>
                <c:pt idx="21659">
                  <c:v>0.25068287036992842</c:v>
                </c:pt>
                <c:pt idx="21660">
                  <c:v>0.25069444443943212</c:v>
                </c:pt>
                <c:pt idx="21661">
                  <c:v>0.25070601851621177</c:v>
                </c:pt>
                <c:pt idx="21662">
                  <c:v>0.25071759259299142</c:v>
                </c:pt>
                <c:pt idx="21663">
                  <c:v>0.25072916666249512</c:v>
                </c:pt>
                <c:pt idx="21664">
                  <c:v>0.25074074073927477</c:v>
                </c:pt>
                <c:pt idx="21665">
                  <c:v>0.25075231481605442</c:v>
                </c:pt>
                <c:pt idx="21666">
                  <c:v>0.25076388888555812</c:v>
                </c:pt>
                <c:pt idx="21667">
                  <c:v>0.25077546296233777</c:v>
                </c:pt>
                <c:pt idx="21668">
                  <c:v>0.25078703703184146</c:v>
                </c:pt>
                <c:pt idx="21669">
                  <c:v>0.25079861110862112</c:v>
                </c:pt>
                <c:pt idx="21670">
                  <c:v>0.25081018518540077</c:v>
                </c:pt>
                <c:pt idx="21671">
                  <c:v>0.25082175925490446</c:v>
                </c:pt>
                <c:pt idx="21672">
                  <c:v>0.25083333333168412</c:v>
                </c:pt>
                <c:pt idx="21673">
                  <c:v>0.25084490740846377</c:v>
                </c:pt>
                <c:pt idx="21674">
                  <c:v>0.25085648147796746</c:v>
                </c:pt>
                <c:pt idx="21675">
                  <c:v>0.25086805555474712</c:v>
                </c:pt>
                <c:pt idx="21676">
                  <c:v>0.25087962962425081</c:v>
                </c:pt>
                <c:pt idx="21677">
                  <c:v>0.25089120370103046</c:v>
                </c:pt>
                <c:pt idx="21678">
                  <c:v>0.25090277777781012</c:v>
                </c:pt>
                <c:pt idx="21679">
                  <c:v>0.25091435184731381</c:v>
                </c:pt>
                <c:pt idx="21680">
                  <c:v>0.25092592592409346</c:v>
                </c:pt>
                <c:pt idx="21681">
                  <c:v>0.25093750000087311</c:v>
                </c:pt>
                <c:pt idx="21682">
                  <c:v>0.25094907407037681</c:v>
                </c:pt>
                <c:pt idx="21683">
                  <c:v>0.25096064814715646</c:v>
                </c:pt>
                <c:pt idx="21684">
                  <c:v>0.25097222221666016</c:v>
                </c:pt>
                <c:pt idx="21685">
                  <c:v>0.25098379629343981</c:v>
                </c:pt>
                <c:pt idx="21686">
                  <c:v>0.25099537037021946</c:v>
                </c:pt>
                <c:pt idx="21687">
                  <c:v>0.25100694443972316</c:v>
                </c:pt>
                <c:pt idx="21688">
                  <c:v>0.25101851851650281</c:v>
                </c:pt>
                <c:pt idx="21689">
                  <c:v>0.25103009259328246</c:v>
                </c:pt>
                <c:pt idx="21690">
                  <c:v>0.25104166666278616</c:v>
                </c:pt>
                <c:pt idx="21691">
                  <c:v>0.25105324073956581</c:v>
                </c:pt>
                <c:pt idx="21692">
                  <c:v>0.2510648148090695</c:v>
                </c:pt>
                <c:pt idx="21693">
                  <c:v>0.25107638888584916</c:v>
                </c:pt>
                <c:pt idx="21694">
                  <c:v>0.25108796296262881</c:v>
                </c:pt>
                <c:pt idx="21695">
                  <c:v>0.2510995370321325</c:v>
                </c:pt>
                <c:pt idx="21696">
                  <c:v>0.25111111110891216</c:v>
                </c:pt>
                <c:pt idx="21697">
                  <c:v>0.25112268518569181</c:v>
                </c:pt>
                <c:pt idx="21698">
                  <c:v>0.2511342592551955</c:v>
                </c:pt>
                <c:pt idx="21699">
                  <c:v>0.25114583333197515</c:v>
                </c:pt>
                <c:pt idx="21700">
                  <c:v>0.25115740740147885</c:v>
                </c:pt>
                <c:pt idx="21701">
                  <c:v>0.2511689814782585</c:v>
                </c:pt>
                <c:pt idx="21702">
                  <c:v>0.25118055555503815</c:v>
                </c:pt>
                <c:pt idx="21703">
                  <c:v>0.25119212962454185</c:v>
                </c:pt>
                <c:pt idx="21704">
                  <c:v>0.2512037037013215</c:v>
                </c:pt>
                <c:pt idx="21705">
                  <c:v>0.25121527777810115</c:v>
                </c:pt>
                <c:pt idx="21706">
                  <c:v>0.25122685184760485</c:v>
                </c:pt>
                <c:pt idx="21707">
                  <c:v>0.2512384259243845</c:v>
                </c:pt>
                <c:pt idx="21708">
                  <c:v>0.25125000000116415</c:v>
                </c:pt>
                <c:pt idx="21709">
                  <c:v>0.25126157407066785</c:v>
                </c:pt>
                <c:pt idx="21710">
                  <c:v>0.2512731481474475</c:v>
                </c:pt>
                <c:pt idx="21711">
                  <c:v>0.2512847222169512</c:v>
                </c:pt>
                <c:pt idx="21712">
                  <c:v>0.25129629629373085</c:v>
                </c:pt>
                <c:pt idx="21713">
                  <c:v>0.2513078703705105</c:v>
                </c:pt>
                <c:pt idx="21714">
                  <c:v>0.25131944444001419</c:v>
                </c:pt>
                <c:pt idx="21715">
                  <c:v>0.25133101851679385</c:v>
                </c:pt>
                <c:pt idx="21716">
                  <c:v>0.2513425925935735</c:v>
                </c:pt>
                <c:pt idx="21717">
                  <c:v>0.25135416666307719</c:v>
                </c:pt>
                <c:pt idx="21718">
                  <c:v>0.25136574073985685</c:v>
                </c:pt>
                <c:pt idx="21719">
                  <c:v>0.25137731480936054</c:v>
                </c:pt>
                <c:pt idx="21720">
                  <c:v>0.25138888888614019</c:v>
                </c:pt>
                <c:pt idx="21721">
                  <c:v>0.25140046296291985</c:v>
                </c:pt>
                <c:pt idx="21722">
                  <c:v>0.25141203703242354</c:v>
                </c:pt>
                <c:pt idx="21723">
                  <c:v>0.25142361110920319</c:v>
                </c:pt>
                <c:pt idx="21724">
                  <c:v>0.25143518518598285</c:v>
                </c:pt>
                <c:pt idx="21725">
                  <c:v>0.25144675925548654</c:v>
                </c:pt>
                <c:pt idx="21726">
                  <c:v>0.25145833333226619</c:v>
                </c:pt>
                <c:pt idx="21727">
                  <c:v>0.25146990740176989</c:v>
                </c:pt>
                <c:pt idx="21728">
                  <c:v>0.25148148147854954</c:v>
                </c:pt>
                <c:pt idx="21729">
                  <c:v>0.25149305555532919</c:v>
                </c:pt>
                <c:pt idx="21730">
                  <c:v>0.25150462962483289</c:v>
                </c:pt>
                <c:pt idx="21731">
                  <c:v>0.25151620370161254</c:v>
                </c:pt>
                <c:pt idx="21732">
                  <c:v>0.25152777777839219</c:v>
                </c:pt>
                <c:pt idx="21733">
                  <c:v>0.25153935184789589</c:v>
                </c:pt>
                <c:pt idx="21734">
                  <c:v>0.25155092592467554</c:v>
                </c:pt>
                <c:pt idx="21735">
                  <c:v>0.25156249999417923</c:v>
                </c:pt>
                <c:pt idx="21736">
                  <c:v>0.25157407407095889</c:v>
                </c:pt>
                <c:pt idx="21737">
                  <c:v>0.25158564814773854</c:v>
                </c:pt>
                <c:pt idx="21738">
                  <c:v>0.25159722221724223</c:v>
                </c:pt>
                <c:pt idx="21739">
                  <c:v>0.25160879629402189</c:v>
                </c:pt>
                <c:pt idx="21740">
                  <c:v>0.25162037037080154</c:v>
                </c:pt>
                <c:pt idx="21741">
                  <c:v>0.25163194444030523</c:v>
                </c:pt>
                <c:pt idx="21742">
                  <c:v>0.25164351851708489</c:v>
                </c:pt>
                <c:pt idx="21743">
                  <c:v>0.25165509259386454</c:v>
                </c:pt>
                <c:pt idx="21744">
                  <c:v>0.25166666666336823</c:v>
                </c:pt>
                <c:pt idx="21745">
                  <c:v>0.25167824074014788</c:v>
                </c:pt>
                <c:pt idx="21746">
                  <c:v>0.25168981480965158</c:v>
                </c:pt>
                <c:pt idx="21747">
                  <c:v>0.25170138888643123</c:v>
                </c:pt>
                <c:pt idx="21748">
                  <c:v>0.25171296296321088</c:v>
                </c:pt>
                <c:pt idx="21749">
                  <c:v>0.25172453703271458</c:v>
                </c:pt>
                <c:pt idx="21750">
                  <c:v>0.25173611110949423</c:v>
                </c:pt>
                <c:pt idx="21751">
                  <c:v>0.25174768518627388</c:v>
                </c:pt>
                <c:pt idx="21752">
                  <c:v>0.25175925925577758</c:v>
                </c:pt>
                <c:pt idx="21753">
                  <c:v>0.25177083333255723</c:v>
                </c:pt>
                <c:pt idx="21754">
                  <c:v>0.25178240740206093</c:v>
                </c:pt>
                <c:pt idx="21755">
                  <c:v>0.25179398147884058</c:v>
                </c:pt>
                <c:pt idx="21756">
                  <c:v>0.25180555555562023</c:v>
                </c:pt>
                <c:pt idx="21757">
                  <c:v>0.25181712962512393</c:v>
                </c:pt>
                <c:pt idx="21758">
                  <c:v>0.25182870370190358</c:v>
                </c:pt>
                <c:pt idx="21759">
                  <c:v>0.25184027777868323</c:v>
                </c:pt>
                <c:pt idx="21760">
                  <c:v>0.25185185184818693</c:v>
                </c:pt>
                <c:pt idx="21761">
                  <c:v>0.25186342592496658</c:v>
                </c:pt>
                <c:pt idx="21762">
                  <c:v>0.25187499999447027</c:v>
                </c:pt>
                <c:pt idx="21763">
                  <c:v>0.25188657407124992</c:v>
                </c:pt>
                <c:pt idx="21764">
                  <c:v>0.25189814814802958</c:v>
                </c:pt>
                <c:pt idx="21765">
                  <c:v>0.25190972221753327</c:v>
                </c:pt>
                <c:pt idx="21766">
                  <c:v>0.25192129629431292</c:v>
                </c:pt>
                <c:pt idx="21767">
                  <c:v>0.25193287037109258</c:v>
                </c:pt>
                <c:pt idx="21768">
                  <c:v>0.25194444444059627</c:v>
                </c:pt>
                <c:pt idx="21769">
                  <c:v>0.25195601851737592</c:v>
                </c:pt>
                <c:pt idx="21770">
                  <c:v>0.25196759258687962</c:v>
                </c:pt>
                <c:pt idx="21771">
                  <c:v>0.25197916666365927</c:v>
                </c:pt>
                <c:pt idx="21772">
                  <c:v>0.25199074074043892</c:v>
                </c:pt>
                <c:pt idx="21773">
                  <c:v>0.25200231480994262</c:v>
                </c:pt>
                <c:pt idx="21774">
                  <c:v>0.25201388888672227</c:v>
                </c:pt>
                <c:pt idx="21775">
                  <c:v>0.25202546296350192</c:v>
                </c:pt>
                <c:pt idx="21776">
                  <c:v>0.25203703703300562</c:v>
                </c:pt>
                <c:pt idx="21777">
                  <c:v>0.25204861110978527</c:v>
                </c:pt>
                <c:pt idx="21778">
                  <c:v>0.25206018517928896</c:v>
                </c:pt>
                <c:pt idx="21779">
                  <c:v>0.25207175925606862</c:v>
                </c:pt>
                <c:pt idx="21780">
                  <c:v>0.25208333333284827</c:v>
                </c:pt>
                <c:pt idx="21781">
                  <c:v>0.25209490740235196</c:v>
                </c:pt>
                <c:pt idx="21782">
                  <c:v>0.25210648147913162</c:v>
                </c:pt>
                <c:pt idx="21783">
                  <c:v>0.25211805555591127</c:v>
                </c:pt>
                <c:pt idx="21784">
                  <c:v>0.25212962962541496</c:v>
                </c:pt>
                <c:pt idx="21785">
                  <c:v>0.25214120370219462</c:v>
                </c:pt>
                <c:pt idx="21786">
                  <c:v>0.25215277777897427</c:v>
                </c:pt>
                <c:pt idx="21787">
                  <c:v>0.25216435184847796</c:v>
                </c:pt>
                <c:pt idx="21788">
                  <c:v>0.25217592592525762</c:v>
                </c:pt>
                <c:pt idx="21789">
                  <c:v>0.25218749999476131</c:v>
                </c:pt>
                <c:pt idx="21790">
                  <c:v>0.25219907407154096</c:v>
                </c:pt>
                <c:pt idx="21791">
                  <c:v>0.25221064814832062</c:v>
                </c:pt>
                <c:pt idx="21792">
                  <c:v>0.25222222221782431</c:v>
                </c:pt>
                <c:pt idx="21793">
                  <c:v>0.25223379629460396</c:v>
                </c:pt>
                <c:pt idx="21794">
                  <c:v>0.25224537037138361</c:v>
                </c:pt>
                <c:pt idx="21795">
                  <c:v>0.25225694444088731</c:v>
                </c:pt>
                <c:pt idx="21796">
                  <c:v>0.25226851851766696</c:v>
                </c:pt>
                <c:pt idx="21797">
                  <c:v>0.25228009258717066</c:v>
                </c:pt>
                <c:pt idx="21798">
                  <c:v>0.25229166666395031</c:v>
                </c:pt>
                <c:pt idx="21799">
                  <c:v>0.25230324074072996</c:v>
                </c:pt>
                <c:pt idx="21800">
                  <c:v>0.25231481481023366</c:v>
                </c:pt>
                <c:pt idx="21801">
                  <c:v>0.25232638888701331</c:v>
                </c:pt>
                <c:pt idx="21802">
                  <c:v>0.25233796296379296</c:v>
                </c:pt>
                <c:pt idx="21803">
                  <c:v>0.25234953703329666</c:v>
                </c:pt>
                <c:pt idx="21804">
                  <c:v>0.25236111111007631</c:v>
                </c:pt>
                <c:pt idx="21805">
                  <c:v>0.25237268517958</c:v>
                </c:pt>
                <c:pt idx="21806">
                  <c:v>0.25238425925635966</c:v>
                </c:pt>
                <c:pt idx="21807">
                  <c:v>0.25239583333313931</c:v>
                </c:pt>
                <c:pt idx="21808">
                  <c:v>0.252407407402643</c:v>
                </c:pt>
                <c:pt idx="21809">
                  <c:v>0.25241898147942265</c:v>
                </c:pt>
                <c:pt idx="21810">
                  <c:v>0.25243055555620231</c:v>
                </c:pt>
                <c:pt idx="21811">
                  <c:v>0.252442129625706</c:v>
                </c:pt>
                <c:pt idx="21812">
                  <c:v>0.25245370370248565</c:v>
                </c:pt>
                <c:pt idx="21813">
                  <c:v>0.25246527777198935</c:v>
                </c:pt>
                <c:pt idx="21814">
                  <c:v>0.252476851848769</c:v>
                </c:pt>
                <c:pt idx="21815">
                  <c:v>0.25248842592554865</c:v>
                </c:pt>
                <c:pt idx="21816">
                  <c:v>0.25249999999505235</c:v>
                </c:pt>
                <c:pt idx="21817">
                  <c:v>0.252511574071832</c:v>
                </c:pt>
                <c:pt idx="21818">
                  <c:v>0.25252314814861165</c:v>
                </c:pt>
                <c:pt idx="21819">
                  <c:v>0.25253472221811535</c:v>
                </c:pt>
                <c:pt idx="21820">
                  <c:v>0.252546296294895</c:v>
                </c:pt>
                <c:pt idx="21821">
                  <c:v>0.25255787037167465</c:v>
                </c:pt>
                <c:pt idx="21822">
                  <c:v>0.25256944444117835</c:v>
                </c:pt>
                <c:pt idx="21823">
                  <c:v>0.252581018517958</c:v>
                </c:pt>
                <c:pt idx="21824">
                  <c:v>0.2525925925874617</c:v>
                </c:pt>
                <c:pt idx="21825">
                  <c:v>0.25260416666424135</c:v>
                </c:pt>
                <c:pt idx="21826">
                  <c:v>0.252615740741021</c:v>
                </c:pt>
                <c:pt idx="21827">
                  <c:v>0.25262731481052469</c:v>
                </c:pt>
                <c:pt idx="21828">
                  <c:v>0.25263888888730435</c:v>
                </c:pt>
                <c:pt idx="21829">
                  <c:v>0.252650462964084</c:v>
                </c:pt>
                <c:pt idx="21830">
                  <c:v>0.25266203703358769</c:v>
                </c:pt>
                <c:pt idx="21831">
                  <c:v>0.25267361111036735</c:v>
                </c:pt>
                <c:pt idx="21832">
                  <c:v>0.25268518517987104</c:v>
                </c:pt>
                <c:pt idx="21833">
                  <c:v>0.25269675925665069</c:v>
                </c:pt>
                <c:pt idx="21834">
                  <c:v>0.25270833333343035</c:v>
                </c:pt>
                <c:pt idx="21835">
                  <c:v>0.25271990740293404</c:v>
                </c:pt>
                <c:pt idx="21836">
                  <c:v>0.25273148147971369</c:v>
                </c:pt>
                <c:pt idx="21837">
                  <c:v>0.25274305555649335</c:v>
                </c:pt>
                <c:pt idx="21838">
                  <c:v>0.25275462962599704</c:v>
                </c:pt>
                <c:pt idx="21839">
                  <c:v>0.25276620370277669</c:v>
                </c:pt>
                <c:pt idx="21840">
                  <c:v>0.25277777777228039</c:v>
                </c:pt>
                <c:pt idx="21841">
                  <c:v>0.25278935184906004</c:v>
                </c:pt>
                <c:pt idx="21842">
                  <c:v>0.25280092592583969</c:v>
                </c:pt>
                <c:pt idx="21843">
                  <c:v>0.25281249999534339</c:v>
                </c:pt>
                <c:pt idx="21844">
                  <c:v>0.25282407407212304</c:v>
                </c:pt>
                <c:pt idx="21845">
                  <c:v>0.25283564814890269</c:v>
                </c:pt>
                <c:pt idx="21846">
                  <c:v>0.25284722221840639</c:v>
                </c:pt>
                <c:pt idx="21847">
                  <c:v>0.25285879629518604</c:v>
                </c:pt>
                <c:pt idx="21848">
                  <c:v>0.25287037036468973</c:v>
                </c:pt>
                <c:pt idx="21849">
                  <c:v>0.25288194444146939</c:v>
                </c:pt>
                <c:pt idx="21850">
                  <c:v>0.25289351851824904</c:v>
                </c:pt>
                <c:pt idx="21851">
                  <c:v>0.25290509258775273</c:v>
                </c:pt>
                <c:pt idx="21852">
                  <c:v>0.25291666666453239</c:v>
                </c:pt>
                <c:pt idx="21853">
                  <c:v>0.25292824074131204</c:v>
                </c:pt>
                <c:pt idx="21854">
                  <c:v>0.25293981481081573</c:v>
                </c:pt>
                <c:pt idx="21855">
                  <c:v>0.25295138888759539</c:v>
                </c:pt>
                <c:pt idx="21856">
                  <c:v>0.25296296295709908</c:v>
                </c:pt>
                <c:pt idx="21857">
                  <c:v>0.25297453703387873</c:v>
                </c:pt>
                <c:pt idx="21858">
                  <c:v>0.25298611111065838</c:v>
                </c:pt>
                <c:pt idx="21859">
                  <c:v>0.25299768518016208</c:v>
                </c:pt>
                <c:pt idx="21860">
                  <c:v>0.25300925925694173</c:v>
                </c:pt>
                <c:pt idx="21861">
                  <c:v>0.25302083333372138</c:v>
                </c:pt>
                <c:pt idx="21862">
                  <c:v>0.25303240740322508</c:v>
                </c:pt>
                <c:pt idx="21863">
                  <c:v>0.25304398148000473</c:v>
                </c:pt>
                <c:pt idx="21864">
                  <c:v>0.25305555555678438</c:v>
                </c:pt>
                <c:pt idx="21865">
                  <c:v>0.25306712962628808</c:v>
                </c:pt>
                <c:pt idx="21866">
                  <c:v>0.25307870370306773</c:v>
                </c:pt>
                <c:pt idx="21867">
                  <c:v>0.25309027777257143</c:v>
                </c:pt>
                <c:pt idx="21868">
                  <c:v>0.25310185184935108</c:v>
                </c:pt>
                <c:pt idx="21869">
                  <c:v>0.25311342592613073</c:v>
                </c:pt>
                <c:pt idx="21870">
                  <c:v>0.25312499999563443</c:v>
                </c:pt>
                <c:pt idx="21871">
                  <c:v>0.25313657407241408</c:v>
                </c:pt>
                <c:pt idx="21872">
                  <c:v>0.25314814814919373</c:v>
                </c:pt>
                <c:pt idx="21873">
                  <c:v>0.25315972221869742</c:v>
                </c:pt>
                <c:pt idx="21874">
                  <c:v>0.25317129629547708</c:v>
                </c:pt>
                <c:pt idx="21875">
                  <c:v>0.25318287036498077</c:v>
                </c:pt>
                <c:pt idx="21876">
                  <c:v>0.25319444444176042</c:v>
                </c:pt>
                <c:pt idx="21877">
                  <c:v>0.25320601851854008</c:v>
                </c:pt>
                <c:pt idx="21878">
                  <c:v>0.25321759258804377</c:v>
                </c:pt>
                <c:pt idx="21879">
                  <c:v>0.25322916666482342</c:v>
                </c:pt>
                <c:pt idx="21880">
                  <c:v>0.25324074074160308</c:v>
                </c:pt>
                <c:pt idx="21881">
                  <c:v>0.25325231481110677</c:v>
                </c:pt>
                <c:pt idx="21882">
                  <c:v>0.25326388888788642</c:v>
                </c:pt>
                <c:pt idx="21883">
                  <c:v>0.25327546295739012</c:v>
                </c:pt>
                <c:pt idx="21884">
                  <c:v>0.25328703703416977</c:v>
                </c:pt>
                <c:pt idx="21885">
                  <c:v>0.25329861111094942</c:v>
                </c:pt>
                <c:pt idx="21886">
                  <c:v>0.25331018518045312</c:v>
                </c:pt>
                <c:pt idx="21887">
                  <c:v>0.25332175925723277</c:v>
                </c:pt>
                <c:pt idx="21888">
                  <c:v>0.25333333333401242</c:v>
                </c:pt>
                <c:pt idx="21889">
                  <c:v>0.25334490740351612</c:v>
                </c:pt>
                <c:pt idx="21890">
                  <c:v>0.25335648148029577</c:v>
                </c:pt>
                <c:pt idx="21891">
                  <c:v>0.25336805554979946</c:v>
                </c:pt>
                <c:pt idx="21892">
                  <c:v>0.25337962962657912</c:v>
                </c:pt>
                <c:pt idx="21893">
                  <c:v>0.25339120370335877</c:v>
                </c:pt>
                <c:pt idx="21894">
                  <c:v>0.25340277777286246</c:v>
                </c:pt>
                <c:pt idx="21895">
                  <c:v>0.25341435184964212</c:v>
                </c:pt>
                <c:pt idx="21896">
                  <c:v>0.25342592592642177</c:v>
                </c:pt>
                <c:pt idx="21897">
                  <c:v>0.25343749999592546</c:v>
                </c:pt>
                <c:pt idx="21898">
                  <c:v>0.25344907407270512</c:v>
                </c:pt>
                <c:pt idx="21899">
                  <c:v>0.25346064814948477</c:v>
                </c:pt>
                <c:pt idx="21900">
                  <c:v>0.25347222221898846</c:v>
                </c:pt>
                <c:pt idx="21901">
                  <c:v>0.25348379629576812</c:v>
                </c:pt>
                <c:pt idx="21902">
                  <c:v>0.25349537036527181</c:v>
                </c:pt>
                <c:pt idx="21903">
                  <c:v>0.25350694444205146</c:v>
                </c:pt>
                <c:pt idx="21904">
                  <c:v>0.25351851851883112</c:v>
                </c:pt>
                <c:pt idx="21905">
                  <c:v>0.25353009258833481</c:v>
                </c:pt>
                <c:pt idx="21906">
                  <c:v>0.25354166666511446</c:v>
                </c:pt>
                <c:pt idx="21907">
                  <c:v>0.25355324074189411</c:v>
                </c:pt>
                <c:pt idx="21908">
                  <c:v>0.25356481481139781</c:v>
                </c:pt>
                <c:pt idx="21909">
                  <c:v>0.25357638888817746</c:v>
                </c:pt>
                <c:pt idx="21910">
                  <c:v>0.25358796295768116</c:v>
                </c:pt>
                <c:pt idx="21911">
                  <c:v>0.25359953703446081</c:v>
                </c:pt>
                <c:pt idx="21912">
                  <c:v>0.25361111111124046</c:v>
                </c:pt>
                <c:pt idx="21913">
                  <c:v>0.25362268518074416</c:v>
                </c:pt>
                <c:pt idx="21914">
                  <c:v>0.25363425925752381</c:v>
                </c:pt>
                <c:pt idx="21915">
                  <c:v>0.25364583333430346</c:v>
                </c:pt>
                <c:pt idx="21916">
                  <c:v>0.25365740740380716</c:v>
                </c:pt>
                <c:pt idx="21917">
                  <c:v>0.25366898148058681</c:v>
                </c:pt>
                <c:pt idx="21918">
                  <c:v>0.2536805555500905</c:v>
                </c:pt>
                <c:pt idx="21919">
                  <c:v>0.25369212962687016</c:v>
                </c:pt>
                <c:pt idx="21920">
                  <c:v>0.25370370370364981</c:v>
                </c:pt>
                <c:pt idx="21921">
                  <c:v>0.2537152777731535</c:v>
                </c:pt>
                <c:pt idx="21922">
                  <c:v>0.25372685184993315</c:v>
                </c:pt>
                <c:pt idx="21923">
                  <c:v>0.25373842592671281</c:v>
                </c:pt>
                <c:pt idx="21924">
                  <c:v>0.2537499999962165</c:v>
                </c:pt>
                <c:pt idx="21925">
                  <c:v>0.25376157407299615</c:v>
                </c:pt>
                <c:pt idx="21926">
                  <c:v>0.25377314814249985</c:v>
                </c:pt>
                <c:pt idx="21927">
                  <c:v>0.2537847222192795</c:v>
                </c:pt>
                <c:pt idx="21928">
                  <c:v>0.25379629629605915</c:v>
                </c:pt>
                <c:pt idx="21929">
                  <c:v>0.25380787036556285</c:v>
                </c:pt>
                <c:pt idx="21930">
                  <c:v>0.2538194444423425</c:v>
                </c:pt>
                <c:pt idx="21931">
                  <c:v>0.25383101851912215</c:v>
                </c:pt>
                <c:pt idx="21932">
                  <c:v>0.25384259258862585</c:v>
                </c:pt>
                <c:pt idx="21933">
                  <c:v>0.2538541666654055</c:v>
                </c:pt>
                <c:pt idx="21934">
                  <c:v>0.2538657407349092</c:v>
                </c:pt>
                <c:pt idx="21935">
                  <c:v>0.25387731481168885</c:v>
                </c:pt>
                <c:pt idx="21936">
                  <c:v>0.2538888888884685</c:v>
                </c:pt>
                <c:pt idx="21937">
                  <c:v>0.25390046295797219</c:v>
                </c:pt>
                <c:pt idx="21938">
                  <c:v>0.25391203703475185</c:v>
                </c:pt>
                <c:pt idx="21939">
                  <c:v>0.2539236111115315</c:v>
                </c:pt>
                <c:pt idx="21940">
                  <c:v>0.25393518518103519</c:v>
                </c:pt>
                <c:pt idx="21941">
                  <c:v>0.25394675925781485</c:v>
                </c:pt>
                <c:pt idx="21942">
                  <c:v>0.2539583333345945</c:v>
                </c:pt>
                <c:pt idx="21943">
                  <c:v>0.25396990740409819</c:v>
                </c:pt>
                <c:pt idx="21944">
                  <c:v>0.25398148148087785</c:v>
                </c:pt>
                <c:pt idx="21945">
                  <c:v>0.25399305555038154</c:v>
                </c:pt>
                <c:pt idx="21946">
                  <c:v>0.25400462962716119</c:v>
                </c:pt>
                <c:pt idx="21947">
                  <c:v>0.25401620370394085</c:v>
                </c:pt>
                <c:pt idx="21948">
                  <c:v>0.25402777777344454</c:v>
                </c:pt>
                <c:pt idx="21949">
                  <c:v>0.25403935185022419</c:v>
                </c:pt>
                <c:pt idx="21950">
                  <c:v>0.25405092592700385</c:v>
                </c:pt>
                <c:pt idx="21951">
                  <c:v>0.25406249999650754</c:v>
                </c:pt>
                <c:pt idx="21952">
                  <c:v>0.25407407407328719</c:v>
                </c:pt>
                <c:pt idx="21953">
                  <c:v>0.25408564814279089</c:v>
                </c:pt>
                <c:pt idx="21954">
                  <c:v>0.25409722221957054</c:v>
                </c:pt>
                <c:pt idx="21955">
                  <c:v>0.25410879629635019</c:v>
                </c:pt>
                <c:pt idx="21956">
                  <c:v>0.25412037036585389</c:v>
                </c:pt>
                <c:pt idx="21957">
                  <c:v>0.25413194444263354</c:v>
                </c:pt>
                <c:pt idx="21958">
                  <c:v>0.25414351851941319</c:v>
                </c:pt>
                <c:pt idx="21959">
                  <c:v>0.25415509258891689</c:v>
                </c:pt>
                <c:pt idx="21960">
                  <c:v>0.25416666666569654</c:v>
                </c:pt>
                <c:pt idx="21961">
                  <c:v>0.25417824073520023</c:v>
                </c:pt>
                <c:pt idx="21962">
                  <c:v>0.25418981481197989</c:v>
                </c:pt>
                <c:pt idx="21963">
                  <c:v>0.25420138888875954</c:v>
                </c:pt>
                <c:pt idx="21964">
                  <c:v>0.25421296295826323</c:v>
                </c:pt>
                <c:pt idx="21965">
                  <c:v>0.25422453703504289</c:v>
                </c:pt>
                <c:pt idx="21966">
                  <c:v>0.25423611111182254</c:v>
                </c:pt>
                <c:pt idx="21967">
                  <c:v>0.25424768518132623</c:v>
                </c:pt>
                <c:pt idx="21968">
                  <c:v>0.25425925925810589</c:v>
                </c:pt>
                <c:pt idx="21969">
                  <c:v>0.25427083332760958</c:v>
                </c:pt>
                <c:pt idx="21970">
                  <c:v>0.25428240740438923</c:v>
                </c:pt>
                <c:pt idx="21971">
                  <c:v>0.25429398148116888</c:v>
                </c:pt>
                <c:pt idx="21972">
                  <c:v>0.25430555555067258</c:v>
                </c:pt>
                <c:pt idx="21973">
                  <c:v>0.25431712962745223</c:v>
                </c:pt>
                <c:pt idx="21974">
                  <c:v>0.25432870370423188</c:v>
                </c:pt>
                <c:pt idx="21975">
                  <c:v>0.25434027777373558</c:v>
                </c:pt>
                <c:pt idx="21976">
                  <c:v>0.25435185185051523</c:v>
                </c:pt>
                <c:pt idx="21977">
                  <c:v>0.25436342592001893</c:v>
                </c:pt>
                <c:pt idx="21978">
                  <c:v>0.25437499999679858</c:v>
                </c:pt>
                <c:pt idx="21979">
                  <c:v>0.25438657407357823</c:v>
                </c:pt>
                <c:pt idx="21980">
                  <c:v>0.25439814814308193</c:v>
                </c:pt>
                <c:pt idx="21981">
                  <c:v>0.25440972221986158</c:v>
                </c:pt>
                <c:pt idx="21982">
                  <c:v>0.25442129629664123</c:v>
                </c:pt>
                <c:pt idx="21983">
                  <c:v>0.25443287036614493</c:v>
                </c:pt>
                <c:pt idx="21984">
                  <c:v>0.25444444444292458</c:v>
                </c:pt>
                <c:pt idx="21985">
                  <c:v>0.25445601851970423</c:v>
                </c:pt>
                <c:pt idx="21986">
                  <c:v>0.25446759258920792</c:v>
                </c:pt>
                <c:pt idx="21987">
                  <c:v>0.25447916666598758</c:v>
                </c:pt>
                <c:pt idx="21988">
                  <c:v>0.25449074073549127</c:v>
                </c:pt>
                <c:pt idx="21989">
                  <c:v>0.25450231481227092</c:v>
                </c:pt>
                <c:pt idx="21990">
                  <c:v>0.25451388888905058</c:v>
                </c:pt>
                <c:pt idx="21991">
                  <c:v>0.25452546295855427</c:v>
                </c:pt>
                <c:pt idx="21992">
                  <c:v>0.25453703703533392</c:v>
                </c:pt>
                <c:pt idx="21993">
                  <c:v>0.25454861111211358</c:v>
                </c:pt>
                <c:pt idx="21994">
                  <c:v>0.25456018518161727</c:v>
                </c:pt>
                <c:pt idx="21995">
                  <c:v>0.25457175925839692</c:v>
                </c:pt>
                <c:pt idx="21996">
                  <c:v>0.25458333332790062</c:v>
                </c:pt>
                <c:pt idx="21997">
                  <c:v>0.25459490740468027</c:v>
                </c:pt>
                <c:pt idx="21998">
                  <c:v>0.25460648148145992</c:v>
                </c:pt>
                <c:pt idx="21999">
                  <c:v>0.25461805555096362</c:v>
                </c:pt>
                <c:pt idx="22000">
                  <c:v>0.25462962962774327</c:v>
                </c:pt>
                <c:pt idx="22001">
                  <c:v>0.25464120370452292</c:v>
                </c:pt>
                <c:pt idx="22002">
                  <c:v>0.25465277777402662</c:v>
                </c:pt>
                <c:pt idx="22003">
                  <c:v>0.25466435185080627</c:v>
                </c:pt>
                <c:pt idx="22004">
                  <c:v>0.25467592592030996</c:v>
                </c:pt>
                <c:pt idx="22005">
                  <c:v>0.25468749999708962</c:v>
                </c:pt>
                <c:pt idx="22006">
                  <c:v>0.25469907407386927</c:v>
                </c:pt>
                <c:pt idx="22007">
                  <c:v>0.25471064814337296</c:v>
                </c:pt>
                <c:pt idx="22008">
                  <c:v>0.25472222222015262</c:v>
                </c:pt>
                <c:pt idx="22009">
                  <c:v>0.25473379629693227</c:v>
                </c:pt>
                <c:pt idx="22010">
                  <c:v>0.25474537036643596</c:v>
                </c:pt>
                <c:pt idx="22011">
                  <c:v>0.25475694444321562</c:v>
                </c:pt>
                <c:pt idx="22012">
                  <c:v>0.25476851851271931</c:v>
                </c:pt>
                <c:pt idx="22013">
                  <c:v>0.25478009258949896</c:v>
                </c:pt>
                <c:pt idx="22014">
                  <c:v>0.25479166666627862</c:v>
                </c:pt>
                <c:pt idx="22015">
                  <c:v>0.25480324073578231</c:v>
                </c:pt>
                <c:pt idx="22016">
                  <c:v>0.25481481481256196</c:v>
                </c:pt>
                <c:pt idx="22017">
                  <c:v>0.25482638888934162</c:v>
                </c:pt>
                <c:pt idx="22018">
                  <c:v>0.25483796295884531</c:v>
                </c:pt>
                <c:pt idx="22019">
                  <c:v>0.25484953703562496</c:v>
                </c:pt>
                <c:pt idx="22020">
                  <c:v>0.25486111111240461</c:v>
                </c:pt>
                <c:pt idx="22021">
                  <c:v>0.25487268518190831</c:v>
                </c:pt>
                <c:pt idx="22022">
                  <c:v>0.25488425925868796</c:v>
                </c:pt>
                <c:pt idx="22023">
                  <c:v>0.25489583332819166</c:v>
                </c:pt>
                <c:pt idx="22024">
                  <c:v>0.25490740740497131</c:v>
                </c:pt>
                <c:pt idx="22025">
                  <c:v>0.25491898148175096</c:v>
                </c:pt>
                <c:pt idx="22026">
                  <c:v>0.25493055555125466</c:v>
                </c:pt>
                <c:pt idx="22027">
                  <c:v>0.25494212962803431</c:v>
                </c:pt>
                <c:pt idx="22028">
                  <c:v>0.25495370370481396</c:v>
                </c:pt>
                <c:pt idx="22029">
                  <c:v>0.25496527777431766</c:v>
                </c:pt>
                <c:pt idx="22030">
                  <c:v>0.25497685185109731</c:v>
                </c:pt>
                <c:pt idx="22031">
                  <c:v>0.254988425920601</c:v>
                </c:pt>
                <c:pt idx="22032">
                  <c:v>0.25499999999738066</c:v>
                </c:pt>
                <c:pt idx="22033">
                  <c:v>0.25501157407416031</c:v>
                </c:pt>
                <c:pt idx="22034">
                  <c:v>0.255023148143664</c:v>
                </c:pt>
                <c:pt idx="22035">
                  <c:v>0.25503472222044365</c:v>
                </c:pt>
                <c:pt idx="22036">
                  <c:v>0.25504629629722331</c:v>
                </c:pt>
                <c:pt idx="22037">
                  <c:v>0.255057870366727</c:v>
                </c:pt>
                <c:pt idx="22038">
                  <c:v>0.25506944444350665</c:v>
                </c:pt>
                <c:pt idx="22039">
                  <c:v>0.25508101851301035</c:v>
                </c:pt>
                <c:pt idx="22040">
                  <c:v>0.25509259258979</c:v>
                </c:pt>
                <c:pt idx="22041">
                  <c:v>0.25510416666656965</c:v>
                </c:pt>
                <c:pt idx="22042">
                  <c:v>0.25511574073607335</c:v>
                </c:pt>
                <c:pt idx="22043">
                  <c:v>0.255127314812853</c:v>
                </c:pt>
                <c:pt idx="22044">
                  <c:v>0.25513888888963265</c:v>
                </c:pt>
                <c:pt idx="22045">
                  <c:v>0.25515046295913635</c:v>
                </c:pt>
                <c:pt idx="22046">
                  <c:v>0.255162037035916</c:v>
                </c:pt>
                <c:pt idx="22047">
                  <c:v>0.2551736111054197</c:v>
                </c:pt>
                <c:pt idx="22048">
                  <c:v>0.25518518518219935</c:v>
                </c:pt>
                <c:pt idx="22049">
                  <c:v>0.255196759258979</c:v>
                </c:pt>
                <c:pt idx="22050">
                  <c:v>0.25520833332848269</c:v>
                </c:pt>
                <c:pt idx="22051">
                  <c:v>0.25521990740526235</c:v>
                </c:pt>
                <c:pt idx="22052">
                  <c:v>0.255231481482042</c:v>
                </c:pt>
                <c:pt idx="22053">
                  <c:v>0.25524305555154569</c:v>
                </c:pt>
                <c:pt idx="22054">
                  <c:v>0.25525462962832535</c:v>
                </c:pt>
                <c:pt idx="22055">
                  <c:v>0.25526620369782904</c:v>
                </c:pt>
                <c:pt idx="22056">
                  <c:v>0.25527777777460869</c:v>
                </c:pt>
                <c:pt idx="22057">
                  <c:v>0.25528935185138835</c:v>
                </c:pt>
                <c:pt idx="22058">
                  <c:v>0.25530092592089204</c:v>
                </c:pt>
                <c:pt idx="22059">
                  <c:v>0.25531249999767169</c:v>
                </c:pt>
                <c:pt idx="22060">
                  <c:v>0.25532407407445135</c:v>
                </c:pt>
                <c:pt idx="22061">
                  <c:v>0.25533564814395504</c:v>
                </c:pt>
                <c:pt idx="22062">
                  <c:v>0.25534722222073469</c:v>
                </c:pt>
                <c:pt idx="22063">
                  <c:v>0.25535879629751435</c:v>
                </c:pt>
                <c:pt idx="22064">
                  <c:v>0.25537037036701804</c:v>
                </c:pt>
                <c:pt idx="22065">
                  <c:v>0.25538194444379769</c:v>
                </c:pt>
                <c:pt idx="22066">
                  <c:v>0.25539351851330139</c:v>
                </c:pt>
                <c:pt idx="22067">
                  <c:v>0.25540509259008104</c:v>
                </c:pt>
                <c:pt idx="22068">
                  <c:v>0.25541666666686069</c:v>
                </c:pt>
                <c:pt idx="22069">
                  <c:v>0.25542824073636439</c:v>
                </c:pt>
                <c:pt idx="22070">
                  <c:v>0.25543981481314404</c:v>
                </c:pt>
                <c:pt idx="22071">
                  <c:v>0.25545138888992369</c:v>
                </c:pt>
                <c:pt idx="22072">
                  <c:v>0.25546296295942739</c:v>
                </c:pt>
                <c:pt idx="22073">
                  <c:v>0.25547453703620704</c:v>
                </c:pt>
                <c:pt idx="22074">
                  <c:v>0.25548611110571073</c:v>
                </c:pt>
                <c:pt idx="22075">
                  <c:v>0.25549768518249039</c:v>
                </c:pt>
                <c:pt idx="22076">
                  <c:v>0.25550925925927004</c:v>
                </c:pt>
                <c:pt idx="22077">
                  <c:v>0.25552083332877373</c:v>
                </c:pt>
                <c:pt idx="22078">
                  <c:v>0.25553240740555339</c:v>
                </c:pt>
                <c:pt idx="22079">
                  <c:v>0.25554398148233304</c:v>
                </c:pt>
                <c:pt idx="22080">
                  <c:v>0.25555555555183673</c:v>
                </c:pt>
                <c:pt idx="22081">
                  <c:v>0.25556712962861639</c:v>
                </c:pt>
                <c:pt idx="22082">
                  <c:v>0.25557870369812008</c:v>
                </c:pt>
                <c:pt idx="22083">
                  <c:v>0.25559027777489973</c:v>
                </c:pt>
                <c:pt idx="22084">
                  <c:v>0.25560185185167938</c:v>
                </c:pt>
                <c:pt idx="22085">
                  <c:v>0.25561342592118308</c:v>
                </c:pt>
                <c:pt idx="22086">
                  <c:v>0.25562499999796273</c:v>
                </c:pt>
                <c:pt idx="22087">
                  <c:v>0.25563657407474238</c:v>
                </c:pt>
                <c:pt idx="22088">
                  <c:v>0.25564814814424608</c:v>
                </c:pt>
                <c:pt idx="22089">
                  <c:v>0.25565972222102573</c:v>
                </c:pt>
                <c:pt idx="22090">
                  <c:v>0.25567129629052943</c:v>
                </c:pt>
                <c:pt idx="22091">
                  <c:v>0.25568287036730908</c:v>
                </c:pt>
                <c:pt idx="22092">
                  <c:v>0.25569444444408873</c:v>
                </c:pt>
                <c:pt idx="22093">
                  <c:v>0.25570601851359243</c:v>
                </c:pt>
                <c:pt idx="22094">
                  <c:v>0.25571759259037208</c:v>
                </c:pt>
                <c:pt idx="22095">
                  <c:v>0.25572916666715173</c:v>
                </c:pt>
                <c:pt idx="22096">
                  <c:v>0.25574074073665543</c:v>
                </c:pt>
                <c:pt idx="22097">
                  <c:v>0.25575231481343508</c:v>
                </c:pt>
                <c:pt idx="22098">
                  <c:v>0.25576388889021473</c:v>
                </c:pt>
                <c:pt idx="22099">
                  <c:v>0.25577546295971842</c:v>
                </c:pt>
                <c:pt idx="22100">
                  <c:v>0.25578703703649808</c:v>
                </c:pt>
                <c:pt idx="22101">
                  <c:v>0.25579861110600177</c:v>
                </c:pt>
                <c:pt idx="22102">
                  <c:v>0.25581018518278142</c:v>
                </c:pt>
                <c:pt idx="22103">
                  <c:v>0.25582175925956108</c:v>
                </c:pt>
                <c:pt idx="22104">
                  <c:v>0.25583333332906477</c:v>
                </c:pt>
                <c:pt idx="22105">
                  <c:v>0.25584490740584442</c:v>
                </c:pt>
                <c:pt idx="22106">
                  <c:v>0.25585648148262408</c:v>
                </c:pt>
                <c:pt idx="22107">
                  <c:v>0.25586805555212777</c:v>
                </c:pt>
                <c:pt idx="22108">
                  <c:v>0.25587962962890742</c:v>
                </c:pt>
                <c:pt idx="22109">
                  <c:v>0.25589120369841112</c:v>
                </c:pt>
                <c:pt idx="22110">
                  <c:v>0.25590277777519077</c:v>
                </c:pt>
                <c:pt idx="22111">
                  <c:v>0.25591435185197042</c:v>
                </c:pt>
                <c:pt idx="22112">
                  <c:v>0.25592592592147412</c:v>
                </c:pt>
                <c:pt idx="22113">
                  <c:v>0.25593749999825377</c:v>
                </c:pt>
                <c:pt idx="22114">
                  <c:v>0.25594907407503342</c:v>
                </c:pt>
                <c:pt idx="22115">
                  <c:v>0.25596064814453712</c:v>
                </c:pt>
                <c:pt idx="22116">
                  <c:v>0.25597222222131677</c:v>
                </c:pt>
                <c:pt idx="22117">
                  <c:v>0.25598379629082046</c:v>
                </c:pt>
                <c:pt idx="22118">
                  <c:v>0.25599537036760012</c:v>
                </c:pt>
                <c:pt idx="22119">
                  <c:v>0.25600694444437977</c:v>
                </c:pt>
                <c:pt idx="22120">
                  <c:v>0.25601851851388346</c:v>
                </c:pt>
                <c:pt idx="22121">
                  <c:v>0.25603009259066312</c:v>
                </c:pt>
                <c:pt idx="22122">
                  <c:v>0.25604166666744277</c:v>
                </c:pt>
                <c:pt idx="22123">
                  <c:v>0.25605324073694646</c:v>
                </c:pt>
                <c:pt idx="22124">
                  <c:v>0.25606481481372612</c:v>
                </c:pt>
                <c:pt idx="22125">
                  <c:v>0.25607638888322981</c:v>
                </c:pt>
                <c:pt idx="22126">
                  <c:v>0.25608796296000946</c:v>
                </c:pt>
                <c:pt idx="22127">
                  <c:v>0.25609953703678912</c:v>
                </c:pt>
                <c:pt idx="22128">
                  <c:v>0.25611111110629281</c:v>
                </c:pt>
                <c:pt idx="22129">
                  <c:v>0.25612268518307246</c:v>
                </c:pt>
                <c:pt idx="22130">
                  <c:v>0.25613425925985212</c:v>
                </c:pt>
                <c:pt idx="22131">
                  <c:v>0.25614583332935581</c:v>
                </c:pt>
                <c:pt idx="22132">
                  <c:v>0.25615740740613546</c:v>
                </c:pt>
                <c:pt idx="22133">
                  <c:v>0.25616898147563916</c:v>
                </c:pt>
                <c:pt idx="22134">
                  <c:v>0.25618055555241881</c:v>
                </c:pt>
                <c:pt idx="22135">
                  <c:v>0.25619212962919846</c:v>
                </c:pt>
                <c:pt idx="22136">
                  <c:v>0.25620370369870216</c:v>
                </c:pt>
                <c:pt idx="22137">
                  <c:v>0.25621527777548181</c:v>
                </c:pt>
                <c:pt idx="22138">
                  <c:v>0.25622685185226146</c:v>
                </c:pt>
                <c:pt idx="22139">
                  <c:v>0.25623842592176516</c:v>
                </c:pt>
                <c:pt idx="22140">
                  <c:v>0.25624999999854481</c:v>
                </c:pt>
                <c:pt idx="22141">
                  <c:v>0.25626157407532446</c:v>
                </c:pt>
                <c:pt idx="22142">
                  <c:v>0.25627314814482816</c:v>
                </c:pt>
                <c:pt idx="22143">
                  <c:v>0.25628472222160781</c:v>
                </c:pt>
                <c:pt idx="22144">
                  <c:v>0.2562962962911115</c:v>
                </c:pt>
                <c:pt idx="22145">
                  <c:v>0.25630787036789116</c:v>
                </c:pt>
                <c:pt idx="22146">
                  <c:v>0.25631944444467081</c:v>
                </c:pt>
                <c:pt idx="22147">
                  <c:v>0.2563310185141745</c:v>
                </c:pt>
                <c:pt idx="22148">
                  <c:v>0.25634259259095415</c:v>
                </c:pt>
                <c:pt idx="22149">
                  <c:v>0.25635416666773381</c:v>
                </c:pt>
                <c:pt idx="22150">
                  <c:v>0.2563657407372375</c:v>
                </c:pt>
                <c:pt idx="22151">
                  <c:v>0.25637731481401715</c:v>
                </c:pt>
                <c:pt idx="22152">
                  <c:v>0.25638888888352085</c:v>
                </c:pt>
                <c:pt idx="22153">
                  <c:v>0.2564004629603005</c:v>
                </c:pt>
                <c:pt idx="22154">
                  <c:v>0.25641203703708015</c:v>
                </c:pt>
                <c:pt idx="22155">
                  <c:v>0.25642361110658385</c:v>
                </c:pt>
                <c:pt idx="22156">
                  <c:v>0.2564351851833635</c:v>
                </c:pt>
                <c:pt idx="22157">
                  <c:v>0.25644675926014315</c:v>
                </c:pt>
                <c:pt idx="22158">
                  <c:v>0.25645833332964685</c:v>
                </c:pt>
                <c:pt idx="22159">
                  <c:v>0.2564699074064265</c:v>
                </c:pt>
                <c:pt idx="22160">
                  <c:v>0.2564814814759302</c:v>
                </c:pt>
                <c:pt idx="22161">
                  <c:v>0.25649305555270985</c:v>
                </c:pt>
                <c:pt idx="22162">
                  <c:v>0.2565046296294895</c:v>
                </c:pt>
                <c:pt idx="22163">
                  <c:v>0.25651620369899319</c:v>
                </c:pt>
                <c:pt idx="22164">
                  <c:v>0.25652777777577285</c:v>
                </c:pt>
                <c:pt idx="22165">
                  <c:v>0.2565393518525525</c:v>
                </c:pt>
                <c:pt idx="22166">
                  <c:v>0.25655092592205619</c:v>
                </c:pt>
                <c:pt idx="22167">
                  <c:v>0.25656249999883585</c:v>
                </c:pt>
                <c:pt idx="22168">
                  <c:v>0.25657407406833954</c:v>
                </c:pt>
                <c:pt idx="22169">
                  <c:v>0.25658564814511919</c:v>
                </c:pt>
                <c:pt idx="22170">
                  <c:v>0.25659722222189885</c:v>
                </c:pt>
                <c:pt idx="22171">
                  <c:v>0.25660879629140254</c:v>
                </c:pt>
                <c:pt idx="22172">
                  <c:v>0.25662037036818219</c:v>
                </c:pt>
                <c:pt idx="22173">
                  <c:v>0.25663194444496185</c:v>
                </c:pt>
                <c:pt idx="22174">
                  <c:v>0.25664351851446554</c:v>
                </c:pt>
                <c:pt idx="22175">
                  <c:v>0.25665509259124519</c:v>
                </c:pt>
                <c:pt idx="22176">
                  <c:v>0.25666666666074889</c:v>
                </c:pt>
                <c:pt idx="22177">
                  <c:v>0.25667824073752854</c:v>
                </c:pt>
                <c:pt idx="22178">
                  <c:v>0.25668981481430819</c:v>
                </c:pt>
                <c:pt idx="22179">
                  <c:v>0.25670138888381189</c:v>
                </c:pt>
                <c:pt idx="22180">
                  <c:v>0.25671296296059154</c:v>
                </c:pt>
                <c:pt idx="22181">
                  <c:v>0.25672453703737119</c:v>
                </c:pt>
                <c:pt idx="22182">
                  <c:v>0.25673611110687489</c:v>
                </c:pt>
                <c:pt idx="22183">
                  <c:v>0.25674768518365454</c:v>
                </c:pt>
                <c:pt idx="22184">
                  <c:v>0.25675925926043419</c:v>
                </c:pt>
                <c:pt idx="22185">
                  <c:v>0.25677083332993789</c:v>
                </c:pt>
                <c:pt idx="22186">
                  <c:v>0.25678240740671754</c:v>
                </c:pt>
                <c:pt idx="22187">
                  <c:v>0.25679398147622123</c:v>
                </c:pt>
                <c:pt idx="22188">
                  <c:v>0.25680555555300089</c:v>
                </c:pt>
                <c:pt idx="22189">
                  <c:v>0.25681712962978054</c:v>
                </c:pt>
                <c:pt idx="22190">
                  <c:v>0.25682870369928423</c:v>
                </c:pt>
                <c:pt idx="22191">
                  <c:v>0.25684027777606389</c:v>
                </c:pt>
                <c:pt idx="22192">
                  <c:v>0.25685185185284354</c:v>
                </c:pt>
                <c:pt idx="22193">
                  <c:v>0.25686342592234723</c:v>
                </c:pt>
                <c:pt idx="22194">
                  <c:v>0.25687499999912689</c:v>
                </c:pt>
                <c:pt idx="22195">
                  <c:v>0.25688657406863058</c:v>
                </c:pt>
                <c:pt idx="22196">
                  <c:v>0.25689814814541023</c:v>
                </c:pt>
                <c:pt idx="22197">
                  <c:v>0.25690972222218988</c:v>
                </c:pt>
                <c:pt idx="22198">
                  <c:v>0.25692129629169358</c:v>
                </c:pt>
                <c:pt idx="22199">
                  <c:v>0.25693287036847323</c:v>
                </c:pt>
                <c:pt idx="22200">
                  <c:v>0.25694444444525288</c:v>
                </c:pt>
                <c:pt idx="22201">
                  <c:v>0.25695601851475658</c:v>
                </c:pt>
                <c:pt idx="22202">
                  <c:v>0.25696759259153623</c:v>
                </c:pt>
                <c:pt idx="22203">
                  <c:v>0.25697916666103993</c:v>
                </c:pt>
                <c:pt idx="22204">
                  <c:v>0.25699074073781958</c:v>
                </c:pt>
                <c:pt idx="22205">
                  <c:v>0.25700231481459923</c:v>
                </c:pt>
                <c:pt idx="22206">
                  <c:v>0.25701388888410293</c:v>
                </c:pt>
                <c:pt idx="22207">
                  <c:v>0.25702546296088258</c:v>
                </c:pt>
                <c:pt idx="22208">
                  <c:v>0.25703703703766223</c:v>
                </c:pt>
                <c:pt idx="22209">
                  <c:v>0.25704861110716593</c:v>
                </c:pt>
                <c:pt idx="22210">
                  <c:v>0.25706018518394558</c:v>
                </c:pt>
                <c:pt idx="22211">
                  <c:v>0.25707175925344927</c:v>
                </c:pt>
                <c:pt idx="22212">
                  <c:v>0.25708333333022892</c:v>
                </c:pt>
                <c:pt idx="22213">
                  <c:v>0.25709490740700858</c:v>
                </c:pt>
                <c:pt idx="22214">
                  <c:v>0.25710648147651227</c:v>
                </c:pt>
                <c:pt idx="22215">
                  <c:v>0.25711805555329192</c:v>
                </c:pt>
                <c:pt idx="22216">
                  <c:v>0.25712962963007158</c:v>
                </c:pt>
                <c:pt idx="22217">
                  <c:v>0.25714120369957527</c:v>
                </c:pt>
                <c:pt idx="22218">
                  <c:v>0.25715277777635492</c:v>
                </c:pt>
                <c:pt idx="22219">
                  <c:v>0.25716435185313458</c:v>
                </c:pt>
                <c:pt idx="22220">
                  <c:v>0.25717592592263827</c:v>
                </c:pt>
                <c:pt idx="22221">
                  <c:v>0.25718749999941792</c:v>
                </c:pt>
                <c:pt idx="22222">
                  <c:v>0.25719907406892162</c:v>
                </c:pt>
                <c:pt idx="22223">
                  <c:v>0.25721064814570127</c:v>
                </c:pt>
                <c:pt idx="22224">
                  <c:v>0.25722222222248092</c:v>
                </c:pt>
                <c:pt idx="22225">
                  <c:v>0.25723379629198462</c:v>
                </c:pt>
                <c:pt idx="22226">
                  <c:v>0.25724537036876427</c:v>
                </c:pt>
                <c:pt idx="22227">
                  <c:v>0.25725694444554392</c:v>
                </c:pt>
                <c:pt idx="22228">
                  <c:v>0.25726851851504762</c:v>
                </c:pt>
                <c:pt idx="22229">
                  <c:v>0.25728009259182727</c:v>
                </c:pt>
                <c:pt idx="22230">
                  <c:v>0.25729166666133096</c:v>
                </c:pt>
                <c:pt idx="22231">
                  <c:v>0.25730324073811062</c:v>
                </c:pt>
                <c:pt idx="22232">
                  <c:v>0.25731481481489027</c:v>
                </c:pt>
                <c:pt idx="22233">
                  <c:v>0.25732638888439396</c:v>
                </c:pt>
                <c:pt idx="22234">
                  <c:v>0.25733796296117362</c:v>
                </c:pt>
                <c:pt idx="22235">
                  <c:v>0.25734953703795327</c:v>
                </c:pt>
                <c:pt idx="22236">
                  <c:v>0.25736111110745696</c:v>
                </c:pt>
                <c:pt idx="22237">
                  <c:v>0.25737268518423662</c:v>
                </c:pt>
                <c:pt idx="22238">
                  <c:v>0.25738425925374031</c:v>
                </c:pt>
                <c:pt idx="22239">
                  <c:v>0.25739583333051996</c:v>
                </c:pt>
                <c:pt idx="22240">
                  <c:v>0.25740740740729962</c:v>
                </c:pt>
                <c:pt idx="22241">
                  <c:v>0.25741898147680331</c:v>
                </c:pt>
                <c:pt idx="22242">
                  <c:v>0.25743055555358296</c:v>
                </c:pt>
                <c:pt idx="22243">
                  <c:v>0.25744212963036261</c:v>
                </c:pt>
                <c:pt idx="22244">
                  <c:v>0.25745370369986631</c:v>
                </c:pt>
                <c:pt idx="22245">
                  <c:v>0.25746527777664596</c:v>
                </c:pt>
                <c:pt idx="22246">
                  <c:v>0.25747685184614966</c:v>
                </c:pt>
                <c:pt idx="22247">
                  <c:v>0.25748842592292931</c:v>
                </c:pt>
                <c:pt idx="22248">
                  <c:v>0.25749999999970896</c:v>
                </c:pt>
                <c:pt idx="22249">
                  <c:v>0.25751157406921266</c:v>
                </c:pt>
                <c:pt idx="22250">
                  <c:v>0.25752314814599231</c:v>
                </c:pt>
                <c:pt idx="22251">
                  <c:v>0.25753472222277196</c:v>
                </c:pt>
                <c:pt idx="22252">
                  <c:v>0.25754629629227566</c:v>
                </c:pt>
                <c:pt idx="22253">
                  <c:v>0.25755787036905531</c:v>
                </c:pt>
                <c:pt idx="22254">
                  <c:v>0.257569444438559</c:v>
                </c:pt>
                <c:pt idx="22255">
                  <c:v>0.25758101851533866</c:v>
                </c:pt>
                <c:pt idx="22256">
                  <c:v>0.25759259259211831</c:v>
                </c:pt>
                <c:pt idx="22257">
                  <c:v>0.257604166661622</c:v>
                </c:pt>
                <c:pt idx="22258">
                  <c:v>0.25761574073840166</c:v>
                </c:pt>
                <c:pt idx="22259">
                  <c:v>0.25762731481518131</c:v>
                </c:pt>
                <c:pt idx="22260">
                  <c:v>0.257638888884685</c:v>
                </c:pt>
                <c:pt idx="22261">
                  <c:v>0.25765046296146465</c:v>
                </c:pt>
                <c:pt idx="22262">
                  <c:v>0.25766203703824431</c:v>
                </c:pt>
                <c:pt idx="22263">
                  <c:v>0.257673611107748</c:v>
                </c:pt>
                <c:pt idx="22264">
                  <c:v>0.25768518518452765</c:v>
                </c:pt>
                <c:pt idx="22265">
                  <c:v>0.25769675925403135</c:v>
                </c:pt>
                <c:pt idx="22266">
                  <c:v>0.257708333330811</c:v>
                </c:pt>
                <c:pt idx="22267">
                  <c:v>0.25771990740759065</c:v>
                </c:pt>
                <c:pt idx="22268">
                  <c:v>0.25773148147709435</c:v>
                </c:pt>
                <c:pt idx="22269">
                  <c:v>0.257743055553874</c:v>
                </c:pt>
                <c:pt idx="22270">
                  <c:v>0.25775462963065365</c:v>
                </c:pt>
                <c:pt idx="22271">
                  <c:v>0.25776620370015735</c:v>
                </c:pt>
                <c:pt idx="22272">
                  <c:v>0.257777777776937</c:v>
                </c:pt>
                <c:pt idx="22273">
                  <c:v>0.2577893518464407</c:v>
                </c:pt>
                <c:pt idx="22274">
                  <c:v>0.25780092592322035</c:v>
                </c:pt>
                <c:pt idx="22275">
                  <c:v>0.2578125</c:v>
                </c:pt>
                <c:pt idx="22276">
                  <c:v>0.25782407406950369</c:v>
                </c:pt>
                <c:pt idx="22277">
                  <c:v>0.25783564814628335</c:v>
                </c:pt>
                <c:pt idx="22278">
                  <c:v>0.257847222223063</c:v>
                </c:pt>
                <c:pt idx="22279">
                  <c:v>0.25785879629256669</c:v>
                </c:pt>
                <c:pt idx="22280">
                  <c:v>0.25787037036934635</c:v>
                </c:pt>
                <c:pt idx="22281">
                  <c:v>0.25788194443885004</c:v>
                </c:pt>
                <c:pt idx="22282">
                  <c:v>0.25789351851562969</c:v>
                </c:pt>
                <c:pt idx="22283">
                  <c:v>0.25790509259240935</c:v>
                </c:pt>
                <c:pt idx="22284">
                  <c:v>0.25791666666191304</c:v>
                </c:pt>
                <c:pt idx="22285">
                  <c:v>0.25792824073869269</c:v>
                </c:pt>
                <c:pt idx="22286">
                  <c:v>0.25793981481547235</c:v>
                </c:pt>
                <c:pt idx="22287">
                  <c:v>0.25795138888497604</c:v>
                </c:pt>
                <c:pt idx="22288">
                  <c:v>0.25796296296175569</c:v>
                </c:pt>
                <c:pt idx="22289">
                  <c:v>0.25797453703125939</c:v>
                </c:pt>
                <c:pt idx="22290">
                  <c:v>0.25798611110803904</c:v>
                </c:pt>
                <c:pt idx="22291">
                  <c:v>0.25799768518481869</c:v>
                </c:pt>
                <c:pt idx="22292">
                  <c:v>0.25800925925432239</c:v>
                </c:pt>
                <c:pt idx="22293">
                  <c:v>0.25802083333110204</c:v>
                </c:pt>
                <c:pt idx="22294">
                  <c:v>0.25803240740788169</c:v>
                </c:pt>
                <c:pt idx="22295">
                  <c:v>0.25804398147738539</c:v>
                </c:pt>
                <c:pt idx="22296">
                  <c:v>0.25805555555416504</c:v>
                </c:pt>
                <c:pt idx="22297">
                  <c:v>0.25806712963094469</c:v>
                </c:pt>
                <c:pt idx="22298">
                  <c:v>0.25807870370044839</c:v>
                </c:pt>
                <c:pt idx="22299">
                  <c:v>0.25809027777722804</c:v>
                </c:pt>
                <c:pt idx="22300">
                  <c:v>0.25810185184673173</c:v>
                </c:pt>
                <c:pt idx="22301">
                  <c:v>0.25811342592351139</c:v>
                </c:pt>
                <c:pt idx="22302">
                  <c:v>0.25812500000029104</c:v>
                </c:pt>
                <c:pt idx="22303">
                  <c:v>0.25813657406979473</c:v>
                </c:pt>
                <c:pt idx="22304">
                  <c:v>0.25814814814657439</c:v>
                </c:pt>
                <c:pt idx="22305">
                  <c:v>0.25815972222335404</c:v>
                </c:pt>
                <c:pt idx="22306">
                  <c:v>0.25817129629285773</c:v>
                </c:pt>
                <c:pt idx="22307">
                  <c:v>0.25818287036963739</c:v>
                </c:pt>
                <c:pt idx="22308">
                  <c:v>0.25819444443914108</c:v>
                </c:pt>
                <c:pt idx="22309">
                  <c:v>0.25820601851592073</c:v>
                </c:pt>
                <c:pt idx="22310">
                  <c:v>0.25821759259270038</c:v>
                </c:pt>
                <c:pt idx="22311">
                  <c:v>0.25822916666220408</c:v>
                </c:pt>
                <c:pt idx="22312">
                  <c:v>0.25824074073898373</c:v>
                </c:pt>
                <c:pt idx="22313">
                  <c:v>0.25825231481576338</c:v>
                </c:pt>
                <c:pt idx="22314">
                  <c:v>0.25826388888526708</c:v>
                </c:pt>
                <c:pt idx="22315">
                  <c:v>0.25827546296204673</c:v>
                </c:pt>
                <c:pt idx="22316">
                  <c:v>0.25828703703155043</c:v>
                </c:pt>
                <c:pt idx="22317">
                  <c:v>0.25829861110833008</c:v>
                </c:pt>
                <c:pt idx="22318">
                  <c:v>0.25831018518510973</c:v>
                </c:pt>
                <c:pt idx="22319">
                  <c:v>0.25832175925461343</c:v>
                </c:pt>
                <c:pt idx="22320">
                  <c:v>0.25833333333139308</c:v>
                </c:pt>
                <c:pt idx="22321">
                  <c:v>0.25834490740817273</c:v>
                </c:pt>
                <c:pt idx="22322">
                  <c:v>0.25835648147767643</c:v>
                </c:pt>
                <c:pt idx="22323">
                  <c:v>0.25836805555445608</c:v>
                </c:pt>
                <c:pt idx="22324">
                  <c:v>0.25837962962395977</c:v>
                </c:pt>
                <c:pt idx="22325">
                  <c:v>0.25839120370073942</c:v>
                </c:pt>
                <c:pt idx="22326">
                  <c:v>0.25840277777751908</c:v>
                </c:pt>
                <c:pt idx="22327">
                  <c:v>0.25841435184702277</c:v>
                </c:pt>
                <c:pt idx="22328">
                  <c:v>0.25842592592380242</c:v>
                </c:pt>
                <c:pt idx="22329">
                  <c:v>0.25843750000058208</c:v>
                </c:pt>
                <c:pt idx="22330">
                  <c:v>0.25844907407008577</c:v>
                </c:pt>
                <c:pt idx="22331">
                  <c:v>0.25846064814686542</c:v>
                </c:pt>
                <c:pt idx="22332">
                  <c:v>0.25847222221636912</c:v>
                </c:pt>
                <c:pt idx="22333">
                  <c:v>0.25848379629314877</c:v>
                </c:pt>
                <c:pt idx="22334">
                  <c:v>0.25849537036992842</c:v>
                </c:pt>
                <c:pt idx="22335">
                  <c:v>0.25850694443943212</c:v>
                </c:pt>
                <c:pt idx="22336">
                  <c:v>0.25851851851621177</c:v>
                </c:pt>
                <c:pt idx="22337">
                  <c:v>0.25853009259299142</c:v>
                </c:pt>
                <c:pt idx="22338">
                  <c:v>0.25854166666249512</c:v>
                </c:pt>
                <c:pt idx="22339">
                  <c:v>0.25855324073927477</c:v>
                </c:pt>
                <c:pt idx="22340">
                  <c:v>0.25856481481605442</c:v>
                </c:pt>
                <c:pt idx="22341">
                  <c:v>0.25857638888555812</c:v>
                </c:pt>
                <c:pt idx="22342">
                  <c:v>0.25858796296233777</c:v>
                </c:pt>
                <c:pt idx="22343">
                  <c:v>0.25859953703184146</c:v>
                </c:pt>
                <c:pt idx="22344">
                  <c:v>0.25861111110862112</c:v>
                </c:pt>
                <c:pt idx="22345">
                  <c:v>0.25862268518540077</c:v>
                </c:pt>
                <c:pt idx="22346">
                  <c:v>0.25863425925490446</c:v>
                </c:pt>
                <c:pt idx="22347">
                  <c:v>0.25864583333168412</c:v>
                </c:pt>
                <c:pt idx="22348">
                  <c:v>0.25865740740846377</c:v>
                </c:pt>
                <c:pt idx="22349">
                  <c:v>0.25866898147796746</c:v>
                </c:pt>
                <c:pt idx="22350">
                  <c:v>0.25868055555474712</c:v>
                </c:pt>
                <c:pt idx="22351">
                  <c:v>0.25869212962425081</c:v>
                </c:pt>
                <c:pt idx="22352">
                  <c:v>0.25870370370103046</c:v>
                </c:pt>
                <c:pt idx="22353">
                  <c:v>0.25871527777781012</c:v>
                </c:pt>
                <c:pt idx="22354">
                  <c:v>0.25872685184731381</c:v>
                </c:pt>
                <c:pt idx="22355">
                  <c:v>0.25873842592409346</c:v>
                </c:pt>
                <c:pt idx="22356">
                  <c:v>0.25875000000087311</c:v>
                </c:pt>
                <c:pt idx="22357">
                  <c:v>0.25876157407037681</c:v>
                </c:pt>
                <c:pt idx="22358">
                  <c:v>0.25877314814715646</c:v>
                </c:pt>
                <c:pt idx="22359">
                  <c:v>0.25878472221666016</c:v>
                </c:pt>
                <c:pt idx="22360">
                  <c:v>0.25879629629343981</c:v>
                </c:pt>
                <c:pt idx="22361">
                  <c:v>0.25880787037021946</c:v>
                </c:pt>
                <c:pt idx="22362">
                  <c:v>0.25881944443972316</c:v>
                </c:pt>
                <c:pt idx="22363">
                  <c:v>0.25883101851650281</c:v>
                </c:pt>
                <c:pt idx="22364">
                  <c:v>0.25884259259328246</c:v>
                </c:pt>
                <c:pt idx="22365">
                  <c:v>0.25885416666278616</c:v>
                </c:pt>
                <c:pt idx="22366">
                  <c:v>0.25886574073956581</c:v>
                </c:pt>
                <c:pt idx="22367">
                  <c:v>0.2588773148090695</c:v>
                </c:pt>
                <c:pt idx="22368">
                  <c:v>0.25888888888584916</c:v>
                </c:pt>
                <c:pt idx="22369">
                  <c:v>0.25890046296262881</c:v>
                </c:pt>
                <c:pt idx="22370">
                  <c:v>0.2589120370321325</c:v>
                </c:pt>
                <c:pt idx="22371">
                  <c:v>0.25892361110891216</c:v>
                </c:pt>
                <c:pt idx="22372">
                  <c:v>0.25893518518569181</c:v>
                </c:pt>
                <c:pt idx="22373">
                  <c:v>0.2589467592551955</c:v>
                </c:pt>
                <c:pt idx="22374">
                  <c:v>0.25895833333197515</c:v>
                </c:pt>
                <c:pt idx="22375">
                  <c:v>0.25896990740147885</c:v>
                </c:pt>
                <c:pt idx="22376">
                  <c:v>0.2589814814782585</c:v>
                </c:pt>
                <c:pt idx="22377">
                  <c:v>0.25899305555503815</c:v>
                </c:pt>
                <c:pt idx="22378">
                  <c:v>0.25900462962454185</c:v>
                </c:pt>
                <c:pt idx="22379">
                  <c:v>0.2590162037013215</c:v>
                </c:pt>
                <c:pt idx="22380">
                  <c:v>0.25902777777810115</c:v>
                </c:pt>
                <c:pt idx="22381">
                  <c:v>0.25903935184760485</c:v>
                </c:pt>
                <c:pt idx="22382">
                  <c:v>0.2590509259243845</c:v>
                </c:pt>
                <c:pt idx="22383">
                  <c:v>0.25906250000116415</c:v>
                </c:pt>
                <c:pt idx="22384">
                  <c:v>0.25907407407066785</c:v>
                </c:pt>
                <c:pt idx="22385">
                  <c:v>0.2590856481474475</c:v>
                </c:pt>
                <c:pt idx="22386">
                  <c:v>0.2590972222169512</c:v>
                </c:pt>
                <c:pt idx="22387">
                  <c:v>0.25910879629373085</c:v>
                </c:pt>
                <c:pt idx="22388">
                  <c:v>0.2591203703705105</c:v>
                </c:pt>
                <c:pt idx="22389">
                  <c:v>0.25913194444001419</c:v>
                </c:pt>
                <c:pt idx="22390">
                  <c:v>0.25914351851679385</c:v>
                </c:pt>
                <c:pt idx="22391">
                  <c:v>0.2591550925935735</c:v>
                </c:pt>
                <c:pt idx="22392">
                  <c:v>0.25916666666307719</c:v>
                </c:pt>
                <c:pt idx="22393">
                  <c:v>0.25917824073985685</c:v>
                </c:pt>
                <c:pt idx="22394">
                  <c:v>0.25918981480936054</c:v>
                </c:pt>
                <c:pt idx="22395">
                  <c:v>0.25920138888614019</c:v>
                </c:pt>
                <c:pt idx="22396">
                  <c:v>0.25921296296291985</c:v>
                </c:pt>
                <c:pt idx="22397">
                  <c:v>0.25922453703242354</c:v>
                </c:pt>
                <c:pt idx="22398">
                  <c:v>0.25923611110920319</c:v>
                </c:pt>
                <c:pt idx="22399">
                  <c:v>0.25924768518598285</c:v>
                </c:pt>
                <c:pt idx="22400">
                  <c:v>0.25925925925548654</c:v>
                </c:pt>
                <c:pt idx="22401">
                  <c:v>0.25927083333226619</c:v>
                </c:pt>
                <c:pt idx="22402">
                  <c:v>0.25928240740176989</c:v>
                </c:pt>
                <c:pt idx="22403">
                  <c:v>0.25929398147854954</c:v>
                </c:pt>
                <c:pt idx="22404">
                  <c:v>0.25930555555532919</c:v>
                </c:pt>
                <c:pt idx="22405">
                  <c:v>0.25931712962483289</c:v>
                </c:pt>
                <c:pt idx="22406">
                  <c:v>0.25932870370161254</c:v>
                </c:pt>
                <c:pt idx="22407">
                  <c:v>0.25934027777839219</c:v>
                </c:pt>
                <c:pt idx="22408">
                  <c:v>0.25935185184789589</c:v>
                </c:pt>
                <c:pt idx="22409">
                  <c:v>0.25936342592467554</c:v>
                </c:pt>
                <c:pt idx="22410">
                  <c:v>0.25937499999417923</c:v>
                </c:pt>
                <c:pt idx="22411">
                  <c:v>0.25938657407095889</c:v>
                </c:pt>
                <c:pt idx="22412">
                  <c:v>0.25939814814773854</c:v>
                </c:pt>
                <c:pt idx="22413">
                  <c:v>0.25940972221724223</c:v>
                </c:pt>
                <c:pt idx="22414">
                  <c:v>0.25942129629402189</c:v>
                </c:pt>
                <c:pt idx="22415">
                  <c:v>0.25943287037080154</c:v>
                </c:pt>
                <c:pt idx="22416">
                  <c:v>0.25944444444030523</c:v>
                </c:pt>
                <c:pt idx="22417">
                  <c:v>0.25945601851708489</c:v>
                </c:pt>
                <c:pt idx="22418">
                  <c:v>0.25946759259386454</c:v>
                </c:pt>
                <c:pt idx="22419">
                  <c:v>0.25947916666336823</c:v>
                </c:pt>
                <c:pt idx="22420">
                  <c:v>0.25949074074014788</c:v>
                </c:pt>
                <c:pt idx="22421">
                  <c:v>0.25950231480965158</c:v>
                </c:pt>
                <c:pt idx="22422">
                  <c:v>0.25951388888643123</c:v>
                </c:pt>
                <c:pt idx="22423">
                  <c:v>0.25952546296321088</c:v>
                </c:pt>
                <c:pt idx="22424">
                  <c:v>0.25953703703271458</c:v>
                </c:pt>
                <c:pt idx="22425">
                  <c:v>0.25954861110949423</c:v>
                </c:pt>
                <c:pt idx="22426">
                  <c:v>0.25956018518627388</c:v>
                </c:pt>
                <c:pt idx="22427">
                  <c:v>0.25957175925577758</c:v>
                </c:pt>
                <c:pt idx="22428">
                  <c:v>0.25958333333255723</c:v>
                </c:pt>
                <c:pt idx="22429">
                  <c:v>0.25959490740206093</c:v>
                </c:pt>
                <c:pt idx="22430">
                  <c:v>0.25960648147884058</c:v>
                </c:pt>
                <c:pt idx="22431">
                  <c:v>0.25961805555562023</c:v>
                </c:pt>
                <c:pt idx="22432">
                  <c:v>0.25962962962512393</c:v>
                </c:pt>
                <c:pt idx="22433">
                  <c:v>0.25964120370190358</c:v>
                </c:pt>
                <c:pt idx="22434">
                  <c:v>0.25965277777868323</c:v>
                </c:pt>
                <c:pt idx="22435">
                  <c:v>0.25966435184818693</c:v>
                </c:pt>
                <c:pt idx="22436">
                  <c:v>0.25967592592496658</c:v>
                </c:pt>
                <c:pt idx="22437">
                  <c:v>0.25968749999447027</c:v>
                </c:pt>
                <c:pt idx="22438">
                  <c:v>0.25969907407124992</c:v>
                </c:pt>
                <c:pt idx="22439">
                  <c:v>0.25971064814802958</c:v>
                </c:pt>
                <c:pt idx="22440">
                  <c:v>0.25972222221753327</c:v>
                </c:pt>
                <c:pt idx="22441">
                  <c:v>0.25973379629431292</c:v>
                </c:pt>
                <c:pt idx="22442">
                  <c:v>0.25974537037109258</c:v>
                </c:pt>
                <c:pt idx="22443">
                  <c:v>0.25975694444059627</c:v>
                </c:pt>
                <c:pt idx="22444">
                  <c:v>0.25976851851737592</c:v>
                </c:pt>
                <c:pt idx="22445">
                  <c:v>0.25978009258687962</c:v>
                </c:pt>
                <c:pt idx="22446">
                  <c:v>0.25979166666365927</c:v>
                </c:pt>
                <c:pt idx="22447">
                  <c:v>0.25980324074043892</c:v>
                </c:pt>
                <c:pt idx="22448">
                  <c:v>0.25981481480994262</c:v>
                </c:pt>
                <c:pt idx="22449">
                  <c:v>0.25982638888672227</c:v>
                </c:pt>
                <c:pt idx="22450">
                  <c:v>0.25983796296350192</c:v>
                </c:pt>
                <c:pt idx="22451">
                  <c:v>0.25984953703300562</c:v>
                </c:pt>
                <c:pt idx="22452">
                  <c:v>0.25986111110978527</c:v>
                </c:pt>
                <c:pt idx="22453">
                  <c:v>0.25987268517928896</c:v>
                </c:pt>
                <c:pt idx="22454">
                  <c:v>0.25988425925606862</c:v>
                </c:pt>
                <c:pt idx="22455">
                  <c:v>0.25989583333284827</c:v>
                </c:pt>
                <c:pt idx="22456">
                  <c:v>0.25990740740235196</c:v>
                </c:pt>
                <c:pt idx="22457">
                  <c:v>0.25991898147913162</c:v>
                </c:pt>
                <c:pt idx="22458">
                  <c:v>0.25993055555591127</c:v>
                </c:pt>
                <c:pt idx="22459">
                  <c:v>0.25994212962541496</c:v>
                </c:pt>
                <c:pt idx="22460">
                  <c:v>0.25995370370219462</c:v>
                </c:pt>
                <c:pt idx="22461">
                  <c:v>0.25996527777897427</c:v>
                </c:pt>
                <c:pt idx="22462">
                  <c:v>0.25997685184847796</c:v>
                </c:pt>
                <c:pt idx="22463">
                  <c:v>0.25998842592525762</c:v>
                </c:pt>
                <c:pt idx="22464">
                  <c:v>0.25999999999476131</c:v>
                </c:pt>
                <c:pt idx="22465">
                  <c:v>0.26001157407154096</c:v>
                </c:pt>
                <c:pt idx="22466">
                  <c:v>0.26002314814832062</c:v>
                </c:pt>
                <c:pt idx="22467">
                  <c:v>0.26003472221782431</c:v>
                </c:pt>
                <c:pt idx="22468">
                  <c:v>0.26004629629460396</c:v>
                </c:pt>
                <c:pt idx="22469">
                  <c:v>0.26005787037138361</c:v>
                </c:pt>
                <c:pt idx="22470">
                  <c:v>0.26006944444088731</c:v>
                </c:pt>
                <c:pt idx="22471">
                  <c:v>0.26008101851766696</c:v>
                </c:pt>
                <c:pt idx="22472">
                  <c:v>0.26009259258717066</c:v>
                </c:pt>
                <c:pt idx="22473">
                  <c:v>0.26010416666395031</c:v>
                </c:pt>
                <c:pt idx="22474">
                  <c:v>0.26011574074072996</c:v>
                </c:pt>
                <c:pt idx="22475">
                  <c:v>0.26012731481023366</c:v>
                </c:pt>
                <c:pt idx="22476">
                  <c:v>0.26013888888701331</c:v>
                </c:pt>
                <c:pt idx="22477">
                  <c:v>0.26015046296379296</c:v>
                </c:pt>
                <c:pt idx="22478">
                  <c:v>0.26016203703329666</c:v>
                </c:pt>
                <c:pt idx="22479">
                  <c:v>0.26017361111007631</c:v>
                </c:pt>
                <c:pt idx="22480">
                  <c:v>0.26018518517958</c:v>
                </c:pt>
                <c:pt idx="22481">
                  <c:v>0.26019675925635966</c:v>
                </c:pt>
                <c:pt idx="22482">
                  <c:v>0.26020833333313931</c:v>
                </c:pt>
                <c:pt idx="22483">
                  <c:v>0.260219907402643</c:v>
                </c:pt>
                <c:pt idx="22484">
                  <c:v>0.26023148147942265</c:v>
                </c:pt>
                <c:pt idx="22485">
                  <c:v>0.26024305555620231</c:v>
                </c:pt>
                <c:pt idx="22486">
                  <c:v>0.260254629625706</c:v>
                </c:pt>
                <c:pt idx="22487">
                  <c:v>0.26026620370248565</c:v>
                </c:pt>
                <c:pt idx="22488">
                  <c:v>0.26027777777198935</c:v>
                </c:pt>
                <c:pt idx="22489">
                  <c:v>0.260289351848769</c:v>
                </c:pt>
                <c:pt idx="22490">
                  <c:v>0.26030092592554865</c:v>
                </c:pt>
                <c:pt idx="22491">
                  <c:v>0.26031249999505235</c:v>
                </c:pt>
                <c:pt idx="22492">
                  <c:v>0.260324074071832</c:v>
                </c:pt>
                <c:pt idx="22493">
                  <c:v>0.26033564814861165</c:v>
                </c:pt>
                <c:pt idx="22494">
                  <c:v>0.26034722221811535</c:v>
                </c:pt>
                <c:pt idx="22495">
                  <c:v>0.260358796294895</c:v>
                </c:pt>
                <c:pt idx="22496">
                  <c:v>0.26037037037167465</c:v>
                </c:pt>
                <c:pt idx="22497">
                  <c:v>0.26038194444117835</c:v>
                </c:pt>
                <c:pt idx="22498">
                  <c:v>0.260393518517958</c:v>
                </c:pt>
                <c:pt idx="22499">
                  <c:v>0.2604050925874617</c:v>
                </c:pt>
                <c:pt idx="22500">
                  <c:v>0.26041666666424135</c:v>
                </c:pt>
                <c:pt idx="22501">
                  <c:v>0.260428240741021</c:v>
                </c:pt>
                <c:pt idx="22502">
                  <c:v>0.26043981481052469</c:v>
                </c:pt>
                <c:pt idx="22503">
                  <c:v>0.26045138888730435</c:v>
                </c:pt>
                <c:pt idx="22504">
                  <c:v>0.260462962964084</c:v>
                </c:pt>
                <c:pt idx="22505">
                  <c:v>0.26047453703358769</c:v>
                </c:pt>
                <c:pt idx="22506">
                  <c:v>0.26048611111036735</c:v>
                </c:pt>
                <c:pt idx="22507">
                  <c:v>0.26049768517987104</c:v>
                </c:pt>
                <c:pt idx="22508">
                  <c:v>0.26050925925665069</c:v>
                </c:pt>
                <c:pt idx="22509">
                  <c:v>0.26052083333343035</c:v>
                </c:pt>
                <c:pt idx="22510">
                  <c:v>0.26053240740293404</c:v>
                </c:pt>
                <c:pt idx="22511">
                  <c:v>0.26054398147971369</c:v>
                </c:pt>
                <c:pt idx="22512">
                  <c:v>0.26055555555649335</c:v>
                </c:pt>
                <c:pt idx="22513">
                  <c:v>0.26056712962599704</c:v>
                </c:pt>
                <c:pt idx="22514">
                  <c:v>0.26057870370277669</c:v>
                </c:pt>
                <c:pt idx="22515">
                  <c:v>0.26059027777228039</c:v>
                </c:pt>
                <c:pt idx="22516">
                  <c:v>0.26060185184906004</c:v>
                </c:pt>
                <c:pt idx="22517">
                  <c:v>0.26061342592583969</c:v>
                </c:pt>
                <c:pt idx="22518">
                  <c:v>0.26062499999534339</c:v>
                </c:pt>
                <c:pt idx="22519">
                  <c:v>0.26063657407212304</c:v>
                </c:pt>
                <c:pt idx="22520">
                  <c:v>0.26064814814890269</c:v>
                </c:pt>
                <c:pt idx="22521">
                  <c:v>0.26065972221840639</c:v>
                </c:pt>
                <c:pt idx="22522">
                  <c:v>0.26067129629518604</c:v>
                </c:pt>
                <c:pt idx="22523">
                  <c:v>0.26068287036468973</c:v>
                </c:pt>
                <c:pt idx="22524">
                  <c:v>0.26069444444146939</c:v>
                </c:pt>
                <c:pt idx="22525">
                  <c:v>0.26070601851824904</c:v>
                </c:pt>
                <c:pt idx="22526">
                  <c:v>0.26071759258775273</c:v>
                </c:pt>
                <c:pt idx="22527">
                  <c:v>0.26072916666453239</c:v>
                </c:pt>
                <c:pt idx="22528">
                  <c:v>0.26074074074131204</c:v>
                </c:pt>
                <c:pt idx="22529">
                  <c:v>0.26075231481081573</c:v>
                </c:pt>
                <c:pt idx="22530">
                  <c:v>0.26076388888759539</c:v>
                </c:pt>
                <c:pt idx="22531">
                  <c:v>0.26077546295709908</c:v>
                </c:pt>
                <c:pt idx="22532">
                  <c:v>0.26078703703387873</c:v>
                </c:pt>
                <c:pt idx="22533">
                  <c:v>0.26079861111065838</c:v>
                </c:pt>
                <c:pt idx="22534">
                  <c:v>0.26081018518016208</c:v>
                </c:pt>
                <c:pt idx="22535">
                  <c:v>0.26082175925694173</c:v>
                </c:pt>
                <c:pt idx="22536">
                  <c:v>0.26083333333372138</c:v>
                </c:pt>
                <c:pt idx="22537">
                  <c:v>0.26084490740322508</c:v>
                </c:pt>
                <c:pt idx="22538">
                  <c:v>0.26085648148000473</c:v>
                </c:pt>
                <c:pt idx="22539">
                  <c:v>0.26086805555678438</c:v>
                </c:pt>
                <c:pt idx="22540">
                  <c:v>0.26087962962628808</c:v>
                </c:pt>
                <c:pt idx="22541">
                  <c:v>0.26089120370306773</c:v>
                </c:pt>
                <c:pt idx="22542">
                  <c:v>0.26090277777257143</c:v>
                </c:pt>
                <c:pt idx="22543">
                  <c:v>0.26091435184935108</c:v>
                </c:pt>
                <c:pt idx="22544">
                  <c:v>0.26092592592613073</c:v>
                </c:pt>
                <c:pt idx="22545">
                  <c:v>0.26093749999563443</c:v>
                </c:pt>
                <c:pt idx="22546">
                  <c:v>0.26094907407241408</c:v>
                </c:pt>
                <c:pt idx="22547">
                  <c:v>0.26096064814919373</c:v>
                </c:pt>
                <c:pt idx="22548">
                  <c:v>0.26097222221869742</c:v>
                </c:pt>
                <c:pt idx="22549">
                  <c:v>0.26098379629547708</c:v>
                </c:pt>
                <c:pt idx="22550">
                  <c:v>0.26099537036498077</c:v>
                </c:pt>
                <c:pt idx="22551">
                  <c:v>0.26100694444176042</c:v>
                </c:pt>
                <c:pt idx="22552">
                  <c:v>0.26101851851854008</c:v>
                </c:pt>
                <c:pt idx="22553">
                  <c:v>0.26103009258804377</c:v>
                </c:pt>
                <c:pt idx="22554">
                  <c:v>0.26104166666482342</c:v>
                </c:pt>
                <c:pt idx="22555">
                  <c:v>0.26105324074160308</c:v>
                </c:pt>
                <c:pt idx="22556">
                  <c:v>0.26106481481110677</c:v>
                </c:pt>
                <c:pt idx="22557">
                  <c:v>0.26107638888788642</c:v>
                </c:pt>
                <c:pt idx="22558">
                  <c:v>0.26108796295739012</c:v>
                </c:pt>
                <c:pt idx="22559">
                  <c:v>0.26109953703416977</c:v>
                </c:pt>
                <c:pt idx="22560">
                  <c:v>0.26111111111094942</c:v>
                </c:pt>
                <c:pt idx="22561">
                  <c:v>0.26112268518045312</c:v>
                </c:pt>
                <c:pt idx="22562">
                  <c:v>0.26113425925723277</c:v>
                </c:pt>
                <c:pt idx="22563">
                  <c:v>0.26114583333401242</c:v>
                </c:pt>
                <c:pt idx="22564">
                  <c:v>0.26115740740351612</c:v>
                </c:pt>
                <c:pt idx="22565">
                  <c:v>0.26116898148029577</c:v>
                </c:pt>
                <c:pt idx="22566">
                  <c:v>0.26118055554979946</c:v>
                </c:pt>
                <c:pt idx="22567">
                  <c:v>0.26119212962657912</c:v>
                </c:pt>
                <c:pt idx="22568">
                  <c:v>0.26120370370335877</c:v>
                </c:pt>
                <c:pt idx="22569">
                  <c:v>0.26121527777286246</c:v>
                </c:pt>
                <c:pt idx="22570">
                  <c:v>0.26122685184964212</c:v>
                </c:pt>
                <c:pt idx="22571">
                  <c:v>0.26123842592642177</c:v>
                </c:pt>
                <c:pt idx="22572">
                  <c:v>0.26124999999592546</c:v>
                </c:pt>
                <c:pt idx="22573">
                  <c:v>0.26126157407270512</c:v>
                </c:pt>
                <c:pt idx="22574">
                  <c:v>0.26127314814948477</c:v>
                </c:pt>
                <c:pt idx="22575">
                  <c:v>0.26128472221898846</c:v>
                </c:pt>
                <c:pt idx="22576">
                  <c:v>0.26129629629576812</c:v>
                </c:pt>
                <c:pt idx="22577">
                  <c:v>0.26130787036527181</c:v>
                </c:pt>
                <c:pt idx="22578">
                  <c:v>0.26131944444205146</c:v>
                </c:pt>
                <c:pt idx="22579">
                  <c:v>0.26133101851883112</c:v>
                </c:pt>
                <c:pt idx="22580">
                  <c:v>0.26134259258833481</c:v>
                </c:pt>
                <c:pt idx="22581">
                  <c:v>0.26135416666511446</c:v>
                </c:pt>
                <c:pt idx="22582">
                  <c:v>0.26136574074189411</c:v>
                </c:pt>
                <c:pt idx="22583">
                  <c:v>0.26137731481139781</c:v>
                </c:pt>
                <c:pt idx="22584">
                  <c:v>0.26138888888817746</c:v>
                </c:pt>
                <c:pt idx="22585">
                  <c:v>0.26140046295768116</c:v>
                </c:pt>
                <c:pt idx="22586">
                  <c:v>0.26141203703446081</c:v>
                </c:pt>
                <c:pt idx="22587">
                  <c:v>0.26142361111124046</c:v>
                </c:pt>
                <c:pt idx="22588">
                  <c:v>0.26143518518074416</c:v>
                </c:pt>
                <c:pt idx="22589">
                  <c:v>0.26144675925752381</c:v>
                </c:pt>
                <c:pt idx="22590">
                  <c:v>0.26145833333430346</c:v>
                </c:pt>
                <c:pt idx="22591">
                  <c:v>0.26146990740380716</c:v>
                </c:pt>
                <c:pt idx="22592">
                  <c:v>0.26148148148058681</c:v>
                </c:pt>
                <c:pt idx="22593">
                  <c:v>0.2614930555500905</c:v>
                </c:pt>
                <c:pt idx="22594">
                  <c:v>0.26150462962687016</c:v>
                </c:pt>
                <c:pt idx="22595">
                  <c:v>0.26151620370364981</c:v>
                </c:pt>
                <c:pt idx="22596">
                  <c:v>0.2615277777731535</c:v>
                </c:pt>
                <c:pt idx="22597">
                  <c:v>0.26153935184993315</c:v>
                </c:pt>
                <c:pt idx="22598">
                  <c:v>0.26155092592671281</c:v>
                </c:pt>
                <c:pt idx="22599">
                  <c:v>0.2615624999962165</c:v>
                </c:pt>
                <c:pt idx="22600">
                  <c:v>0.26157407407299615</c:v>
                </c:pt>
                <c:pt idx="22601">
                  <c:v>0.26158564814249985</c:v>
                </c:pt>
                <c:pt idx="22602">
                  <c:v>0.2615972222192795</c:v>
                </c:pt>
                <c:pt idx="22603">
                  <c:v>0.26160879629605915</c:v>
                </c:pt>
                <c:pt idx="22604">
                  <c:v>0.26162037036556285</c:v>
                </c:pt>
                <c:pt idx="22605">
                  <c:v>0.2616319444423425</c:v>
                </c:pt>
                <c:pt idx="22606">
                  <c:v>0.26164351851912215</c:v>
                </c:pt>
                <c:pt idx="22607">
                  <c:v>0.26165509258862585</c:v>
                </c:pt>
                <c:pt idx="22608">
                  <c:v>0.2616666666654055</c:v>
                </c:pt>
                <c:pt idx="22609">
                  <c:v>0.2616782407349092</c:v>
                </c:pt>
                <c:pt idx="22610">
                  <c:v>0.26168981481168885</c:v>
                </c:pt>
                <c:pt idx="22611">
                  <c:v>0.2617013888884685</c:v>
                </c:pt>
                <c:pt idx="22612">
                  <c:v>0.26171296295797219</c:v>
                </c:pt>
                <c:pt idx="22613">
                  <c:v>0.26172453703475185</c:v>
                </c:pt>
                <c:pt idx="22614">
                  <c:v>0.2617361111115315</c:v>
                </c:pt>
                <c:pt idx="22615">
                  <c:v>0.26174768518103519</c:v>
                </c:pt>
                <c:pt idx="22616">
                  <c:v>0.26175925925781485</c:v>
                </c:pt>
                <c:pt idx="22617">
                  <c:v>0.2617708333345945</c:v>
                </c:pt>
                <c:pt idx="22618">
                  <c:v>0.26178240740409819</c:v>
                </c:pt>
                <c:pt idx="22619">
                  <c:v>0.26179398148087785</c:v>
                </c:pt>
                <c:pt idx="22620">
                  <c:v>0.26180555555038154</c:v>
                </c:pt>
                <c:pt idx="22621">
                  <c:v>0.26181712962716119</c:v>
                </c:pt>
                <c:pt idx="22622">
                  <c:v>0.26182870370394085</c:v>
                </c:pt>
                <c:pt idx="22623">
                  <c:v>0.26184027777344454</c:v>
                </c:pt>
                <c:pt idx="22624">
                  <c:v>0.26185185185022419</c:v>
                </c:pt>
                <c:pt idx="22625">
                  <c:v>0.26186342592700385</c:v>
                </c:pt>
                <c:pt idx="22626">
                  <c:v>0.26187499999650754</c:v>
                </c:pt>
                <c:pt idx="22627">
                  <c:v>0.26188657407328719</c:v>
                </c:pt>
                <c:pt idx="22628">
                  <c:v>0.26189814814279089</c:v>
                </c:pt>
                <c:pt idx="22629">
                  <c:v>0.26190972221957054</c:v>
                </c:pt>
                <c:pt idx="22630">
                  <c:v>0.26192129629635019</c:v>
                </c:pt>
                <c:pt idx="22631">
                  <c:v>0.26193287036585389</c:v>
                </c:pt>
                <c:pt idx="22632">
                  <c:v>0.26194444444263354</c:v>
                </c:pt>
                <c:pt idx="22633">
                  <c:v>0.26195601851941319</c:v>
                </c:pt>
                <c:pt idx="22634">
                  <c:v>0.26196759258891689</c:v>
                </c:pt>
                <c:pt idx="22635">
                  <c:v>0.26197916666569654</c:v>
                </c:pt>
                <c:pt idx="22636">
                  <c:v>0.26199074073520023</c:v>
                </c:pt>
                <c:pt idx="22637">
                  <c:v>0.26200231481197989</c:v>
                </c:pt>
                <c:pt idx="22638">
                  <c:v>0.26201388888875954</c:v>
                </c:pt>
                <c:pt idx="22639">
                  <c:v>0.26202546295826323</c:v>
                </c:pt>
                <c:pt idx="22640">
                  <c:v>0.26203703703504289</c:v>
                </c:pt>
                <c:pt idx="22641">
                  <c:v>0.26204861111182254</c:v>
                </c:pt>
                <c:pt idx="22642">
                  <c:v>0.26206018518132623</c:v>
                </c:pt>
                <c:pt idx="22643">
                  <c:v>0.26207175925810589</c:v>
                </c:pt>
                <c:pt idx="22644">
                  <c:v>0.26208333332760958</c:v>
                </c:pt>
                <c:pt idx="22645">
                  <c:v>0.26209490740438923</c:v>
                </c:pt>
                <c:pt idx="22646">
                  <c:v>0.26210648148116888</c:v>
                </c:pt>
                <c:pt idx="22647">
                  <c:v>0.26211805555067258</c:v>
                </c:pt>
                <c:pt idx="22648">
                  <c:v>0.26212962962745223</c:v>
                </c:pt>
                <c:pt idx="22649">
                  <c:v>0.26214120370423188</c:v>
                </c:pt>
                <c:pt idx="22650">
                  <c:v>0.26215277777373558</c:v>
                </c:pt>
                <c:pt idx="22651">
                  <c:v>0.26216435185051523</c:v>
                </c:pt>
                <c:pt idx="22652">
                  <c:v>0.26217592592001893</c:v>
                </c:pt>
                <c:pt idx="22653">
                  <c:v>0.26218749999679858</c:v>
                </c:pt>
                <c:pt idx="22654">
                  <c:v>0.26219907407357823</c:v>
                </c:pt>
                <c:pt idx="22655">
                  <c:v>0.26221064814308193</c:v>
                </c:pt>
                <c:pt idx="22656">
                  <c:v>0.26222222221986158</c:v>
                </c:pt>
                <c:pt idx="22657">
                  <c:v>0.26223379629664123</c:v>
                </c:pt>
                <c:pt idx="22658">
                  <c:v>0.26224537036614493</c:v>
                </c:pt>
                <c:pt idx="22659">
                  <c:v>0.26225694444292458</c:v>
                </c:pt>
                <c:pt idx="22660">
                  <c:v>0.26226851851970423</c:v>
                </c:pt>
                <c:pt idx="22661">
                  <c:v>0.26228009258920792</c:v>
                </c:pt>
                <c:pt idx="22662">
                  <c:v>0.26229166666598758</c:v>
                </c:pt>
                <c:pt idx="22663">
                  <c:v>0.26230324073549127</c:v>
                </c:pt>
                <c:pt idx="22664">
                  <c:v>0.26231481481227092</c:v>
                </c:pt>
                <c:pt idx="22665">
                  <c:v>0.26232638888905058</c:v>
                </c:pt>
                <c:pt idx="22666">
                  <c:v>0.26233796295855427</c:v>
                </c:pt>
                <c:pt idx="22667">
                  <c:v>0.26234953703533392</c:v>
                </c:pt>
                <c:pt idx="22668">
                  <c:v>0.26236111111211358</c:v>
                </c:pt>
                <c:pt idx="22669">
                  <c:v>0.26237268518161727</c:v>
                </c:pt>
                <c:pt idx="22670">
                  <c:v>0.26238425925839692</c:v>
                </c:pt>
                <c:pt idx="22671">
                  <c:v>0.26239583332790062</c:v>
                </c:pt>
                <c:pt idx="22672">
                  <c:v>0.26240740740468027</c:v>
                </c:pt>
                <c:pt idx="22673">
                  <c:v>0.26241898148145992</c:v>
                </c:pt>
                <c:pt idx="22674">
                  <c:v>0.26243055555096362</c:v>
                </c:pt>
                <c:pt idx="22675">
                  <c:v>0.26244212962774327</c:v>
                </c:pt>
                <c:pt idx="22676">
                  <c:v>0.26245370370452292</c:v>
                </c:pt>
                <c:pt idx="22677">
                  <c:v>0.26246527777402662</c:v>
                </c:pt>
                <c:pt idx="22678">
                  <c:v>0.26247685185080627</c:v>
                </c:pt>
                <c:pt idx="22679">
                  <c:v>0.26248842592030996</c:v>
                </c:pt>
                <c:pt idx="22680">
                  <c:v>0.26249999999708962</c:v>
                </c:pt>
                <c:pt idx="22681">
                  <c:v>0.26251157407386927</c:v>
                </c:pt>
                <c:pt idx="22682">
                  <c:v>0.26252314814337296</c:v>
                </c:pt>
                <c:pt idx="22683">
                  <c:v>0.26253472222015262</c:v>
                </c:pt>
                <c:pt idx="22684">
                  <c:v>0.26254629629693227</c:v>
                </c:pt>
                <c:pt idx="22685">
                  <c:v>0.26255787036643596</c:v>
                </c:pt>
                <c:pt idx="22686">
                  <c:v>0.26256944444321562</c:v>
                </c:pt>
                <c:pt idx="22687">
                  <c:v>0.26258101851271931</c:v>
                </c:pt>
                <c:pt idx="22688">
                  <c:v>0.26259259258949896</c:v>
                </c:pt>
                <c:pt idx="22689">
                  <c:v>0.26260416666627862</c:v>
                </c:pt>
                <c:pt idx="22690">
                  <c:v>0.26261574073578231</c:v>
                </c:pt>
                <c:pt idx="22691">
                  <c:v>0.26262731481256196</c:v>
                </c:pt>
                <c:pt idx="22692">
                  <c:v>0.26263888888934162</c:v>
                </c:pt>
                <c:pt idx="22693">
                  <c:v>0.26265046295884531</c:v>
                </c:pt>
                <c:pt idx="22694">
                  <c:v>0.26266203703562496</c:v>
                </c:pt>
                <c:pt idx="22695">
                  <c:v>0.26267361111240461</c:v>
                </c:pt>
                <c:pt idx="22696">
                  <c:v>0.26268518518190831</c:v>
                </c:pt>
                <c:pt idx="22697">
                  <c:v>0.26269675925868796</c:v>
                </c:pt>
                <c:pt idx="22698">
                  <c:v>0.26270833332819166</c:v>
                </c:pt>
                <c:pt idx="22699">
                  <c:v>0.26271990740497131</c:v>
                </c:pt>
                <c:pt idx="22700">
                  <c:v>0.26273148148175096</c:v>
                </c:pt>
                <c:pt idx="22701">
                  <c:v>0.26274305555125466</c:v>
                </c:pt>
                <c:pt idx="22702">
                  <c:v>0.26275462962803431</c:v>
                </c:pt>
                <c:pt idx="22703">
                  <c:v>0.26276620370481396</c:v>
                </c:pt>
                <c:pt idx="22704">
                  <c:v>0.26277777777431766</c:v>
                </c:pt>
                <c:pt idx="22705">
                  <c:v>0.26278935185109731</c:v>
                </c:pt>
                <c:pt idx="22706">
                  <c:v>0.262800925920601</c:v>
                </c:pt>
                <c:pt idx="22707">
                  <c:v>0.26281249999738066</c:v>
                </c:pt>
                <c:pt idx="22708">
                  <c:v>0.26282407407416031</c:v>
                </c:pt>
                <c:pt idx="22709">
                  <c:v>0.262835648143664</c:v>
                </c:pt>
                <c:pt idx="22710">
                  <c:v>0.26284722222044365</c:v>
                </c:pt>
                <c:pt idx="22711">
                  <c:v>0.26285879629722331</c:v>
                </c:pt>
                <c:pt idx="22712">
                  <c:v>0.262870370366727</c:v>
                </c:pt>
                <c:pt idx="22713">
                  <c:v>0.26288194444350665</c:v>
                </c:pt>
                <c:pt idx="22714">
                  <c:v>0.26289351851301035</c:v>
                </c:pt>
                <c:pt idx="22715">
                  <c:v>0.26290509258979</c:v>
                </c:pt>
                <c:pt idx="22716">
                  <c:v>0.26291666666656965</c:v>
                </c:pt>
                <c:pt idx="22717">
                  <c:v>0.26292824073607335</c:v>
                </c:pt>
                <c:pt idx="22718">
                  <c:v>0.262939814812853</c:v>
                </c:pt>
                <c:pt idx="22719">
                  <c:v>0.26295138888963265</c:v>
                </c:pt>
                <c:pt idx="22720">
                  <c:v>0.26296296295913635</c:v>
                </c:pt>
                <c:pt idx="22721">
                  <c:v>0.262974537035916</c:v>
                </c:pt>
                <c:pt idx="22722">
                  <c:v>0.2629861111054197</c:v>
                </c:pt>
                <c:pt idx="22723">
                  <c:v>0.26299768518219935</c:v>
                </c:pt>
                <c:pt idx="22724">
                  <c:v>0.263009259258979</c:v>
                </c:pt>
                <c:pt idx="22725">
                  <c:v>0.26302083332848269</c:v>
                </c:pt>
                <c:pt idx="22726">
                  <c:v>0.26303240740526235</c:v>
                </c:pt>
                <c:pt idx="22727">
                  <c:v>0.263043981482042</c:v>
                </c:pt>
                <c:pt idx="22728">
                  <c:v>0.26305555555154569</c:v>
                </c:pt>
                <c:pt idx="22729">
                  <c:v>0.26306712962832535</c:v>
                </c:pt>
                <c:pt idx="22730">
                  <c:v>0.26307870369782904</c:v>
                </c:pt>
                <c:pt idx="22731">
                  <c:v>0.26309027777460869</c:v>
                </c:pt>
                <c:pt idx="22732">
                  <c:v>0.26310185185138835</c:v>
                </c:pt>
                <c:pt idx="22733">
                  <c:v>0.26311342592089204</c:v>
                </c:pt>
                <c:pt idx="22734">
                  <c:v>0.26312499999767169</c:v>
                </c:pt>
                <c:pt idx="22735">
                  <c:v>0.26313657407445135</c:v>
                </c:pt>
                <c:pt idx="22736">
                  <c:v>0.26314814814395504</c:v>
                </c:pt>
                <c:pt idx="22737">
                  <c:v>0.26315972222073469</c:v>
                </c:pt>
                <c:pt idx="22738">
                  <c:v>0.26317129629751435</c:v>
                </c:pt>
                <c:pt idx="22739">
                  <c:v>0.26318287036701804</c:v>
                </c:pt>
                <c:pt idx="22740">
                  <c:v>0.26319444444379769</c:v>
                </c:pt>
                <c:pt idx="22741">
                  <c:v>0.26320601851330139</c:v>
                </c:pt>
                <c:pt idx="22742">
                  <c:v>0.26321759259008104</c:v>
                </c:pt>
                <c:pt idx="22743">
                  <c:v>0.26322916666686069</c:v>
                </c:pt>
                <c:pt idx="22744">
                  <c:v>0.26324074073636439</c:v>
                </c:pt>
                <c:pt idx="22745">
                  <c:v>0.26325231481314404</c:v>
                </c:pt>
                <c:pt idx="22746">
                  <c:v>0.26326388888992369</c:v>
                </c:pt>
                <c:pt idx="22747">
                  <c:v>0.26327546295942739</c:v>
                </c:pt>
                <c:pt idx="22748">
                  <c:v>0.26328703703620704</c:v>
                </c:pt>
                <c:pt idx="22749">
                  <c:v>0.26329861110571073</c:v>
                </c:pt>
                <c:pt idx="22750">
                  <c:v>0.26331018518249039</c:v>
                </c:pt>
                <c:pt idx="22751">
                  <c:v>0.26332175925927004</c:v>
                </c:pt>
                <c:pt idx="22752">
                  <c:v>0.26333333332877373</c:v>
                </c:pt>
                <c:pt idx="22753">
                  <c:v>0.26334490740555339</c:v>
                </c:pt>
                <c:pt idx="22754">
                  <c:v>0.26335648148233304</c:v>
                </c:pt>
                <c:pt idx="22755">
                  <c:v>0.26336805555183673</c:v>
                </c:pt>
                <c:pt idx="22756">
                  <c:v>0.26337962962861639</c:v>
                </c:pt>
                <c:pt idx="22757">
                  <c:v>0.26339120369812008</c:v>
                </c:pt>
                <c:pt idx="22758">
                  <c:v>0.26340277777489973</c:v>
                </c:pt>
                <c:pt idx="22759">
                  <c:v>0.26341435185167938</c:v>
                </c:pt>
                <c:pt idx="22760">
                  <c:v>0.26342592592118308</c:v>
                </c:pt>
                <c:pt idx="22761">
                  <c:v>0.26343749999796273</c:v>
                </c:pt>
                <c:pt idx="22762">
                  <c:v>0.26344907407474238</c:v>
                </c:pt>
                <c:pt idx="22763">
                  <c:v>0.26346064814424608</c:v>
                </c:pt>
                <c:pt idx="22764">
                  <c:v>0.26347222222102573</c:v>
                </c:pt>
                <c:pt idx="22765">
                  <c:v>0.26348379629052943</c:v>
                </c:pt>
                <c:pt idx="22766">
                  <c:v>0.26349537036730908</c:v>
                </c:pt>
                <c:pt idx="22767">
                  <c:v>0.26350694444408873</c:v>
                </c:pt>
                <c:pt idx="22768">
                  <c:v>0.26351851851359243</c:v>
                </c:pt>
                <c:pt idx="22769">
                  <c:v>0.26353009259037208</c:v>
                </c:pt>
                <c:pt idx="22770">
                  <c:v>0.26354166666715173</c:v>
                </c:pt>
                <c:pt idx="22771">
                  <c:v>0.26355324073665543</c:v>
                </c:pt>
                <c:pt idx="22772">
                  <c:v>0.26356481481343508</c:v>
                </c:pt>
                <c:pt idx="22773">
                  <c:v>0.26357638889021473</c:v>
                </c:pt>
                <c:pt idx="22774">
                  <c:v>0.26358796295971842</c:v>
                </c:pt>
                <c:pt idx="22775">
                  <c:v>0.26359953703649808</c:v>
                </c:pt>
                <c:pt idx="22776">
                  <c:v>0.26361111110600177</c:v>
                </c:pt>
                <c:pt idx="22777">
                  <c:v>0.26362268518278142</c:v>
                </c:pt>
                <c:pt idx="22778">
                  <c:v>0.26363425925956108</c:v>
                </c:pt>
                <c:pt idx="22779">
                  <c:v>0.26364583332906477</c:v>
                </c:pt>
                <c:pt idx="22780">
                  <c:v>0.26365740740584442</c:v>
                </c:pt>
                <c:pt idx="22781">
                  <c:v>0.26366898148262408</c:v>
                </c:pt>
                <c:pt idx="22782">
                  <c:v>0.26368055555212777</c:v>
                </c:pt>
                <c:pt idx="22783">
                  <c:v>0.26369212962890742</c:v>
                </c:pt>
                <c:pt idx="22784">
                  <c:v>0.26370370369841112</c:v>
                </c:pt>
                <c:pt idx="22785">
                  <c:v>0.26371527777519077</c:v>
                </c:pt>
                <c:pt idx="22786">
                  <c:v>0.26372685185197042</c:v>
                </c:pt>
                <c:pt idx="22787">
                  <c:v>0.26373842592147412</c:v>
                </c:pt>
                <c:pt idx="22788">
                  <c:v>0.26374999999825377</c:v>
                </c:pt>
                <c:pt idx="22789">
                  <c:v>0.26376157407503342</c:v>
                </c:pt>
                <c:pt idx="22790">
                  <c:v>0.26377314814453712</c:v>
                </c:pt>
                <c:pt idx="22791">
                  <c:v>0.26378472222131677</c:v>
                </c:pt>
                <c:pt idx="22792">
                  <c:v>0.26379629629082046</c:v>
                </c:pt>
                <c:pt idx="22793">
                  <c:v>0.26380787036760012</c:v>
                </c:pt>
                <c:pt idx="22794">
                  <c:v>0.26381944444437977</c:v>
                </c:pt>
                <c:pt idx="22795">
                  <c:v>0.26383101851388346</c:v>
                </c:pt>
                <c:pt idx="22796">
                  <c:v>0.26384259259066312</c:v>
                </c:pt>
                <c:pt idx="22797">
                  <c:v>0.26385416666744277</c:v>
                </c:pt>
                <c:pt idx="22798">
                  <c:v>0.26386574073694646</c:v>
                </c:pt>
                <c:pt idx="22799">
                  <c:v>0.26387731481372612</c:v>
                </c:pt>
                <c:pt idx="22800">
                  <c:v>0.26388888888322981</c:v>
                </c:pt>
                <c:pt idx="22801">
                  <c:v>0.26390046296000946</c:v>
                </c:pt>
                <c:pt idx="22802">
                  <c:v>0.26391203703678912</c:v>
                </c:pt>
                <c:pt idx="22803">
                  <c:v>0.26392361110629281</c:v>
                </c:pt>
                <c:pt idx="22804">
                  <c:v>0.26393518518307246</c:v>
                </c:pt>
                <c:pt idx="22805">
                  <c:v>0.26394675925985212</c:v>
                </c:pt>
                <c:pt idx="22806">
                  <c:v>0.26395833332935581</c:v>
                </c:pt>
                <c:pt idx="22807">
                  <c:v>0.26396990740613546</c:v>
                </c:pt>
                <c:pt idx="22808">
                  <c:v>0.26398148147563916</c:v>
                </c:pt>
                <c:pt idx="22809">
                  <c:v>0.26399305555241881</c:v>
                </c:pt>
                <c:pt idx="22810">
                  <c:v>0.26400462962919846</c:v>
                </c:pt>
                <c:pt idx="22811">
                  <c:v>0.26401620369870216</c:v>
                </c:pt>
                <c:pt idx="22812">
                  <c:v>0.26402777777548181</c:v>
                </c:pt>
                <c:pt idx="22813">
                  <c:v>0.26403935185226146</c:v>
                </c:pt>
                <c:pt idx="22814">
                  <c:v>0.26405092592176516</c:v>
                </c:pt>
                <c:pt idx="22815">
                  <c:v>0.26406249999854481</c:v>
                </c:pt>
                <c:pt idx="22816">
                  <c:v>0.26407407407532446</c:v>
                </c:pt>
                <c:pt idx="22817">
                  <c:v>0.26408564814482816</c:v>
                </c:pt>
                <c:pt idx="22818">
                  <c:v>0.26409722222160781</c:v>
                </c:pt>
                <c:pt idx="22819">
                  <c:v>0.2641087962911115</c:v>
                </c:pt>
                <c:pt idx="22820">
                  <c:v>0.26412037036789116</c:v>
                </c:pt>
                <c:pt idx="22821">
                  <c:v>0.26413194444467081</c:v>
                </c:pt>
                <c:pt idx="22822">
                  <c:v>0.2641435185141745</c:v>
                </c:pt>
                <c:pt idx="22823">
                  <c:v>0.26415509259095415</c:v>
                </c:pt>
                <c:pt idx="22824">
                  <c:v>0.26416666666773381</c:v>
                </c:pt>
                <c:pt idx="22825">
                  <c:v>0.2641782407372375</c:v>
                </c:pt>
                <c:pt idx="22826">
                  <c:v>0.26418981481401715</c:v>
                </c:pt>
                <c:pt idx="22827">
                  <c:v>0.26420138888352085</c:v>
                </c:pt>
                <c:pt idx="22828">
                  <c:v>0.2642129629603005</c:v>
                </c:pt>
                <c:pt idx="22829">
                  <c:v>0.26422453703708015</c:v>
                </c:pt>
                <c:pt idx="22830">
                  <c:v>0.26423611110658385</c:v>
                </c:pt>
                <c:pt idx="22831">
                  <c:v>0.2642476851833635</c:v>
                </c:pt>
                <c:pt idx="22832">
                  <c:v>0.26425925926014315</c:v>
                </c:pt>
                <c:pt idx="22833">
                  <c:v>0.26427083332964685</c:v>
                </c:pt>
                <c:pt idx="22834">
                  <c:v>0.2642824074064265</c:v>
                </c:pt>
                <c:pt idx="22835">
                  <c:v>0.2642939814759302</c:v>
                </c:pt>
                <c:pt idx="22836">
                  <c:v>0.26430555555270985</c:v>
                </c:pt>
                <c:pt idx="22837">
                  <c:v>0.2643171296294895</c:v>
                </c:pt>
                <c:pt idx="22838">
                  <c:v>0.26432870369899319</c:v>
                </c:pt>
                <c:pt idx="22839">
                  <c:v>0.26434027777577285</c:v>
                </c:pt>
                <c:pt idx="22840">
                  <c:v>0.2643518518525525</c:v>
                </c:pt>
                <c:pt idx="22841">
                  <c:v>0.26436342592205619</c:v>
                </c:pt>
                <c:pt idx="22842">
                  <c:v>0.26437499999883585</c:v>
                </c:pt>
                <c:pt idx="22843">
                  <c:v>0.26438657406833954</c:v>
                </c:pt>
                <c:pt idx="22844">
                  <c:v>0.26439814814511919</c:v>
                </c:pt>
                <c:pt idx="22845">
                  <c:v>0.26440972222189885</c:v>
                </c:pt>
                <c:pt idx="22846">
                  <c:v>0.26442129629140254</c:v>
                </c:pt>
                <c:pt idx="22847">
                  <c:v>0.26443287036818219</c:v>
                </c:pt>
                <c:pt idx="22848">
                  <c:v>0.26444444444496185</c:v>
                </c:pt>
                <c:pt idx="22849">
                  <c:v>0.26445601851446554</c:v>
                </c:pt>
                <c:pt idx="22850">
                  <c:v>0.26446759259124519</c:v>
                </c:pt>
                <c:pt idx="22851">
                  <c:v>0.26447916666074889</c:v>
                </c:pt>
                <c:pt idx="22852">
                  <c:v>0.26449074073752854</c:v>
                </c:pt>
                <c:pt idx="22853">
                  <c:v>0.26450231481430819</c:v>
                </c:pt>
                <c:pt idx="22854">
                  <c:v>0.26451388888381189</c:v>
                </c:pt>
                <c:pt idx="22855">
                  <c:v>0.26452546296059154</c:v>
                </c:pt>
                <c:pt idx="22856">
                  <c:v>0.26453703703737119</c:v>
                </c:pt>
                <c:pt idx="22857">
                  <c:v>0.26454861110687489</c:v>
                </c:pt>
                <c:pt idx="22858">
                  <c:v>0.26456018518365454</c:v>
                </c:pt>
                <c:pt idx="22859">
                  <c:v>0.26457175926043419</c:v>
                </c:pt>
                <c:pt idx="22860">
                  <c:v>0.26458333332993789</c:v>
                </c:pt>
                <c:pt idx="22861">
                  <c:v>0.26459490740671754</c:v>
                </c:pt>
                <c:pt idx="22862">
                  <c:v>0.26460648147622123</c:v>
                </c:pt>
                <c:pt idx="22863">
                  <c:v>0.26461805555300089</c:v>
                </c:pt>
                <c:pt idx="22864">
                  <c:v>0.26462962962978054</c:v>
                </c:pt>
                <c:pt idx="22865">
                  <c:v>0.26464120369928423</c:v>
                </c:pt>
                <c:pt idx="22866">
                  <c:v>0.26465277777606389</c:v>
                </c:pt>
                <c:pt idx="22867">
                  <c:v>0.26466435185284354</c:v>
                </c:pt>
                <c:pt idx="22868">
                  <c:v>0.26467592592234723</c:v>
                </c:pt>
                <c:pt idx="22869">
                  <c:v>0.26468749999912689</c:v>
                </c:pt>
                <c:pt idx="22870">
                  <c:v>0.26469907406863058</c:v>
                </c:pt>
                <c:pt idx="22871">
                  <c:v>0.26471064814541023</c:v>
                </c:pt>
                <c:pt idx="22872">
                  <c:v>0.26472222222218988</c:v>
                </c:pt>
                <c:pt idx="22873">
                  <c:v>0.26473379629169358</c:v>
                </c:pt>
                <c:pt idx="22874">
                  <c:v>0.26474537036847323</c:v>
                </c:pt>
                <c:pt idx="22875">
                  <c:v>0.26475694444525288</c:v>
                </c:pt>
                <c:pt idx="22876">
                  <c:v>0.26476851851475658</c:v>
                </c:pt>
                <c:pt idx="22877">
                  <c:v>0.26478009259153623</c:v>
                </c:pt>
                <c:pt idx="22878">
                  <c:v>0.26479166666103993</c:v>
                </c:pt>
                <c:pt idx="22879">
                  <c:v>0.26480324073781958</c:v>
                </c:pt>
                <c:pt idx="22880">
                  <c:v>0.26481481481459923</c:v>
                </c:pt>
                <c:pt idx="22881">
                  <c:v>0.26482638888410293</c:v>
                </c:pt>
                <c:pt idx="22882">
                  <c:v>0.26483796296088258</c:v>
                </c:pt>
                <c:pt idx="22883">
                  <c:v>0.26484953703766223</c:v>
                </c:pt>
                <c:pt idx="22884">
                  <c:v>0.26486111110716593</c:v>
                </c:pt>
                <c:pt idx="22885">
                  <c:v>0.26487268518394558</c:v>
                </c:pt>
                <c:pt idx="22886">
                  <c:v>0.26488425925344927</c:v>
                </c:pt>
                <c:pt idx="22887">
                  <c:v>0.26489583333022892</c:v>
                </c:pt>
                <c:pt idx="22888">
                  <c:v>0.26490740740700858</c:v>
                </c:pt>
                <c:pt idx="22889">
                  <c:v>0.26491898147651227</c:v>
                </c:pt>
                <c:pt idx="22890">
                  <c:v>0.26493055555329192</c:v>
                </c:pt>
                <c:pt idx="22891">
                  <c:v>0.26494212963007158</c:v>
                </c:pt>
                <c:pt idx="22892">
                  <c:v>0.26495370369957527</c:v>
                </c:pt>
                <c:pt idx="22893">
                  <c:v>0.26496527777635492</c:v>
                </c:pt>
                <c:pt idx="22894">
                  <c:v>0.26497685185313458</c:v>
                </c:pt>
                <c:pt idx="22895">
                  <c:v>0.26498842592263827</c:v>
                </c:pt>
                <c:pt idx="22896">
                  <c:v>0.26499999999941792</c:v>
                </c:pt>
                <c:pt idx="22897">
                  <c:v>0.26501157406892162</c:v>
                </c:pt>
                <c:pt idx="22898">
                  <c:v>0.26502314814570127</c:v>
                </c:pt>
                <c:pt idx="22899">
                  <c:v>0.26503472222248092</c:v>
                </c:pt>
                <c:pt idx="22900">
                  <c:v>0.26504629629198462</c:v>
                </c:pt>
                <c:pt idx="22901">
                  <c:v>0.26505787036876427</c:v>
                </c:pt>
                <c:pt idx="22902">
                  <c:v>0.26506944444554392</c:v>
                </c:pt>
                <c:pt idx="22903">
                  <c:v>0.26508101851504762</c:v>
                </c:pt>
                <c:pt idx="22904">
                  <c:v>0.26509259259182727</c:v>
                </c:pt>
                <c:pt idx="22905">
                  <c:v>0.26510416666133096</c:v>
                </c:pt>
                <c:pt idx="22906">
                  <c:v>0.26511574073811062</c:v>
                </c:pt>
                <c:pt idx="22907">
                  <c:v>0.26512731481489027</c:v>
                </c:pt>
                <c:pt idx="22908">
                  <c:v>0.26513888888439396</c:v>
                </c:pt>
                <c:pt idx="22909">
                  <c:v>0.26515046296117362</c:v>
                </c:pt>
                <c:pt idx="22910">
                  <c:v>0.26516203703795327</c:v>
                </c:pt>
                <c:pt idx="22911">
                  <c:v>0.26517361110745696</c:v>
                </c:pt>
                <c:pt idx="22912">
                  <c:v>0.26518518518423662</c:v>
                </c:pt>
                <c:pt idx="22913">
                  <c:v>0.26519675925374031</c:v>
                </c:pt>
                <c:pt idx="22914">
                  <c:v>0.26520833333051996</c:v>
                </c:pt>
                <c:pt idx="22915">
                  <c:v>0.26521990740729962</c:v>
                </c:pt>
                <c:pt idx="22916">
                  <c:v>0.26523148147680331</c:v>
                </c:pt>
                <c:pt idx="22917">
                  <c:v>0.26524305555358296</c:v>
                </c:pt>
                <c:pt idx="22918">
                  <c:v>0.26525462963036261</c:v>
                </c:pt>
                <c:pt idx="22919">
                  <c:v>0.26526620369986631</c:v>
                </c:pt>
                <c:pt idx="22920">
                  <c:v>0.26527777777664596</c:v>
                </c:pt>
                <c:pt idx="22921">
                  <c:v>0.26528935184614966</c:v>
                </c:pt>
                <c:pt idx="22922">
                  <c:v>0.26530092592292931</c:v>
                </c:pt>
                <c:pt idx="22923">
                  <c:v>0.26531249999970896</c:v>
                </c:pt>
                <c:pt idx="22924">
                  <c:v>0.26532407406921266</c:v>
                </c:pt>
                <c:pt idx="22925">
                  <c:v>0.26533564814599231</c:v>
                </c:pt>
                <c:pt idx="22926">
                  <c:v>0.26534722222277196</c:v>
                </c:pt>
                <c:pt idx="22927">
                  <c:v>0.26535879629227566</c:v>
                </c:pt>
                <c:pt idx="22928">
                  <c:v>0.26537037036905531</c:v>
                </c:pt>
                <c:pt idx="22929">
                  <c:v>0.265381944438559</c:v>
                </c:pt>
                <c:pt idx="22930">
                  <c:v>0.26539351851533866</c:v>
                </c:pt>
                <c:pt idx="22931">
                  <c:v>0.26540509259211831</c:v>
                </c:pt>
                <c:pt idx="22932">
                  <c:v>0.265416666661622</c:v>
                </c:pt>
                <c:pt idx="22933">
                  <c:v>0.26542824073840166</c:v>
                </c:pt>
                <c:pt idx="22934">
                  <c:v>0.26543981481518131</c:v>
                </c:pt>
                <c:pt idx="22935">
                  <c:v>0.265451388884685</c:v>
                </c:pt>
                <c:pt idx="22936">
                  <c:v>0.26546296296146465</c:v>
                </c:pt>
                <c:pt idx="22937">
                  <c:v>0.26547453703824431</c:v>
                </c:pt>
                <c:pt idx="22938">
                  <c:v>0.265486111107748</c:v>
                </c:pt>
                <c:pt idx="22939">
                  <c:v>0.26549768518452765</c:v>
                </c:pt>
                <c:pt idx="22940">
                  <c:v>0.26550925925403135</c:v>
                </c:pt>
                <c:pt idx="22941">
                  <c:v>0.265520833330811</c:v>
                </c:pt>
                <c:pt idx="22942">
                  <c:v>0.26553240740759065</c:v>
                </c:pt>
                <c:pt idx="22943">
                  <c:v>0.26554398147709435</c:v>
                </c:pt>
                <c:pt idx="22944">
                  <c:v>0.265555555553874</c:v>
                </c:pt>
                <c:pt idx="22945">
                  <c:v>0.26556712963065365</c:v>
                </c:pt>
                <c:pt idx="22946">
                  <c:v>0.26557870370015735</c:v>
                </c:pt>
                <c:pt idx="22947">
                  <c:v>0.265590277776937</c:v>
                </c:pt>
                <c:pt idx="22948">
                  <c:v>0.2656018518464407</c:v>
                </c:pt>
                <c:pt idx="22949">
                  <c:v>0.26561342592322035</c:v>
                </c:pt>
                <c:pt idx="22950">
                  <c:v>0.265625</c:v>
                </c:pt>
                <c:pt idx="22951">
                  <c:v>0.26563657406950369</c:v>
                </c:pt>
                <c:pt idx="22952">
                  <c:v>0.26564814814628335</c:v>
                </c:pt>
                <c:pt idx="22953">
                  <c:v>0.265659722223063</c:v>
                </c:pt>
                <c:pt idx="22954">
                  <c:v>0.26567129629256669</c:v>
                </c:pt>
                <c:pt idx="22955">
                  <c:v>0.26568287036934635</c:v>
                </c:pt>
                <c:pt idx="22956">
                  <c:v>0.26569444443885004</c:v>
                </c:pt>
                <c:pt idx="22957">
                  <c:v>0.26570601851562969</c:v>
                </c:pt>
                <c:pt idx="22958">
                  <c:v>0.26571759259240935</c:v>
                </c:pt>
                <c:pt idx="22959">
                  <c:v>0.26572916666191304</c:v>
                </c:pt>
                <c:pt idx="22960">
                  <c:v>0.26574074073869269</c:v>
                </c:pt>
                <c:pt idx="22961">
                  <c:v>0.26575231481547235</c:v>
                </c:pt>
                <c:pt idx="22962">
                  <c:v>0.26576388888497604</c:v>
                </c:pt>
                <c:pt idx="22963">
                  <c:v>0.26577546296175569</c:v>
                </c:pt>
                <c:pt idx="22964">
                  <c:v>0.26578703703125939</c:v>
                </c:pt>
                <c:pt idx="22965">
                  <c:v>0.26579861110803904</c:v>
                </c:pt>
                <c:pt idx="22966">
                  <c:v>0.26581018518481869</c:v>
                </c:pt>
                <c:pt idx="22967">
                  <c:v>0.26582175925432239</c:v>
                </c:pt>
                <c:pt idx="22968">
                  <c:v>0.26583333333110204</c:v>
                </c:pt>
                <c:pt idx="22969">
                  <c:v>0.26584490740788169</c:v>
                </c:pt>
                <c:pt idx="22970">
                  <c:v>0.26585648147738539</c:v>
                </c:pt>
                <c:pt idx="22971">
                  <c:v>0.26586805555416504</c:v>
                </c:pt>
                <c:pt idx="22972">
                  <c:v>0.26587962963094469</c:v>
                </c:pt>
                <c:pt idx="22973">
                  <c:v>0.26589120370044839</c:v>
                </c:pt>
                <c:pt idx="22974">
                  <c:v>0.26590277777722804</c:v>
                </c:pt>
                <c:pt idx="22975">
                  <c:v>0.26591435184673173</c:v>
                </c:pt>
                <c:pt idx="22976">
                  <c:v>0.26592592592351139</c:v>
                </c:pt>
                <c:pt idx="22977">
                  <c:v>0.26593750000029104</c:v>
                </c:pt>
                <c:pt idx="22978">
                  <c:v>0.26594907406979473</c:v>
                </c:pt>
                <c:pt idx="22979">
                  <c:v>0.26596064814657439</c:v>
                </c:pt>
                <c:pt idx="22980">
                  <c:v>0.26597222222335404</c:v>
                </c:pt>
                <c:pt idx="22981">
                  <c:v>0.26598379629285773</c:v>
                </c:pt>
                <c:pt idx="22982">
                  <c:v>0.26599537036963739</c:v>
                </c:pt>
                <c:pt idx="22983">
                  <c:v>0.26600694443914108</c:v>
                </c:pt>
                <c:pt idx="22984">
                  <c:v>0.26601851851592073</c:v>
                </c:pt>
                <c:pt idx="22985">
                  <c:v>0.26603009259270038</c:v>
                </c:pt>
                <c:pt idx="22986">
                  <c:v>0.26604166666220408</c:v>
                </c:pt>
                <c:pt idx="22987">
                  <c:v>0.26605324073898373</c:v>
                </c:pt>
                <c:pt idx="22988">
                  <c:v>0.26606481481576338</c:v>
                </c:pt>
                <c:pt idx="22989">
                  <c:v>0.26607638888526708</c:v>
                </c:pt>
                <c:pt idx="22990">
                  <c:v>0.26608796296204673</c:v>
                </c:pt>
                <c:pt idx="22991">
                  <c:v>0.26609953703155043</c:v>
                </c:pt>
                <c:pt idx="22992">
                  <c:v>0.26611111110833008</c:v>
                </c:pt>
                <c:pt idx="22993">
                  <c:v>0.26612268518510973</c:v>
                </c:pt>
                <c:pt idx="22994">
                  <c:v>0.26613425925461343</c:v>
                </c:pt>
                <c:pt idx="22995">
                  <c:v>0.26614583333139308</c:v>
                </c:pt>
                <c:pt idx="22996">
                  <c:v>0.26615740740817273</c:v>
                </c:pt>
                <c:pt idx="22997">
                  <c:v>0.26616898147767643</c:v>
                </c:pt>
                <c:pt idx="22998">
                  <c:v>0.26618055555445608</c:v>
                </c:pt>
                <c:pt idx="22999">
                  <c:v>0.26619212962395977</c:v>
                </c:pt>
                <c:pt idx="23000">
                  <c:v>0.26620370370073942</c:v>
                </c:pt>
                <c:pt idx="23001">
                  <c:v>0.26621527777751908</c:v>
                </c:pt>
                <c:pt idx="23002">
                  <c:v>0.26622685184702277</c:v>
                </c:pt>
                <c:pt idx="23003">
                  <c:v>0.26623842592380242</c:v>
                </c:pt>
                <c:pt idx="23004">
                  <c:v>0.26625000000058208</c:v>
                </c:pt>
                <c:pt idx="23005">
                  <c:v>0.26626157407008577</c:v>
                </c:pt>
                <c:pt idx="23006">
                  <c:v>0.26627314814686542</c:v>
                </c:pt>
                <c:pt idx="23007">
                  <c:v>0.26628472221636912</c:v>
                </c:pt>
                <c:pt idx="23008">
                  <c:v>0.26629629629314877</c:v>
                </c:pt>
                <c:pt idx="23009">
                  <c:v>0.26630787036992842</c:v>
                </c:pt>
                <c:pt idx="23010">
                  <c:v>0.26631944443943212</c:v>
                </c:pt>
                <c:pt idx="23011">
                  <c:v>0.26633101851621177</c:v>
                </c:pt>
                <c:pt idx="23012">
                  <c:v>0.26634259259299142</c:v>
                </c:pt>
                <c:pt idx="23013">
                  <c:v>0.26635416666249512</c:v>
                </c:pt>
                <c:pt idx="23014">
                  <c:v>0.26636574073927477</c:v>
                </c:pt>
                <c:pt idx="23015">
                  <c:v>0.26637731481605442</c:v>
                </c:pt>
                <c:pt idx="23016">
                  <c:v>0.26638888888555812</c:v>
                </c:pt>
                <c:pt idx="23017">
                  <c:v>0.26640046296233777</c:v>
                </c:pt>
                <c:pt idx="23018">
                  <c:v>0.26641203703184146</c:v>
                </c:pt>
                <c:pt idx="23019">
                  <c:v>0.26642361110862112</c:v>
                </c:pt>
                <c:pt idx="23020">
                  <c:v>0.26643518518540077</c:v>
                </c:pt>
                <c:pt idx="23021">
                  <c:v>0.26644675925490446</c:v>
                </c:pt>
                <c:pt idx="23022">
                  <c:v>0.26645833333168412</c:v>
                </c:pt>
                <c:pt idx="23023">
                  <c:v>0.26646990740846377</c:v>
                </c:pt>
                <c:pt idx="23024">
                  <c:v>0.26648148147796746</c:v>
                </c:pt>
                <c:pt idx="23025">
                  <c:v>0.26649305555474712</c:v>
                </c:pt>
                <c:pt idx="23026">
                  <c:v>0.26650462962425081</c:v>
                </c:pt>
                <c:pt idx="23027">
                  <c:v>0.26651620370103046</c:v>
                </c:pt>
                <c:pt idx="23028">
                  <c:v>0.26652777777781012</c:v>
                </c:pt>
                <c:pt idx="23029">
                  <c:v>0.26653935184731381</c:v>
                </c:pt>
                <c:pt idx="23030">
                  <c:v>0.26655092592409346</c:v>
                </c:pt>
                <c:pt idx="23031">
                  <c:v>0.26656250000087311</c:v>
                </c:pt>
                <c:pt idx="23032">
                  <c:v>0.26657407407037681</c:v>
                </c:pt>
                <c:pt idx="23033">
                  <c:v>0.26658564814715646</c:v>
                </c:pt>
                <c:pt idx="23034">
                  <c:v>0.26659722221666016</c:v>
                </c:pt>
                <c:pt idx="23035">
                  <c:v>0.26660879629343981</c:v>
                </c:pt>
                <c:pt idx="23036">
                  <c:v>0.26662037037021946</c:v>
                </c:pt>
                <c:pt idx="23037">
                  <c:v>0.26663194443972316</c:v>
                </c:pt>
                <c:pt idx="23038">
                  <c:v>0.26664351851650281</c:v>
                </c:pt>
                <c:pt idx="23039">
                  <c:v>0.26665509259328246</c:v>
                </c:pt>
                <c:pt idx="23040">
                  <c:v>0.26666666666278616</c:v>
                </c:pt>
                <c:pt idx="23041">
                  <c:v>0.26667824073956581</c:v>
                </c:pt>
                <c:pt idx="23042">
                  <c:v>0.2666898148090695</c:v>
                </c:pt>
                <c:pt idx="23043">
                  <c:v>0.26670138888584916</c:v>
                </c:pt>
                <c:pt idx="23044">
                  <c:v>0.26671296296262881</c:v>
                </c:pt>
                <c:pt idx="23045">
                  <c:v>0.2667245370321325</c:v>
                </c:pt>
                <c:pt idx="23046">
                  <c:v>0.26673611110891216</c:v>
                </c:pt>
                <c:pt idx="23047">
                  <c:v>0.26674768518569181</c:v>
                </c:pt>
                <c:pt idx="23048">
                  <c:v>0.2667592592551955</c:v>
                </c:pt>
                <c:pt idx="23049">
                  <c:v>0.26677083333197515</c:v>
                </c:pt>
                <c:pt idx="23050">
                  <c:v>0.26678240740147885</c:v>
                </c:pt>
                <c:pt idx="23051">
                  <c:v>0.2667939814782585</c:v>
                </c:pt>
                <c:pt idx="23052">
                  <c:v>0.26680555555503815</c:v>
                </c:pt>
                <c:pt idx="23053">
                  <c:v>0.26681712962454185</c:v>
                </c:pt>
                <c:pt idx="23054">
                  <c:v>0.2668287037013215</c:v>
                </c:pt>
                <c:pt idx="23055">
                  <c:v>0.26684027777810115</c:v>
                </c:pt>
                <c:pt idx="23056">
                  <c:v>0.26685185184760485</c:v>
                </c:pt>
                <c:pt idx="23057">
                  <c:v>0.2668634259243845</c:v>
                </c:pt>
                <c:pt idx="23058">
                  <c:v>0.26687500000116415</c:v>
                </c:pt>
                <c:pt idx="23059">
                  <c:v>0.26688657407066785</c:v>
                </c:pt>
                <c:pt idx="23060">
                  <c:v>0.2668981481474475</c:v>
                </c:pt>
                <c:pt idx="23061">
                  <c:v>0.2669097222169512</c:v>
                </c:pt>
                <c:pt idx="23062">
                  <c:v>0.26692129629373085</c:v>
                </c:pt>
                <c:pt idx="23063">
                  <c:v>0.2669328703705105</c:v>
                </c:pt>
                <c:pt idx="23064">
                  <c:v>0.26694444444001419</c:v>
                </c:pt>
                <c:pt idx="23065">
                  <c:v>0.26695601851679385</c:v>
                </c:pt>
                <c:pt idx="23066">
                  <c:v>0.2669675925935735</c:v>
                </c:pt>
                <c:pt idx="23067">
                  <c:v>0.26697916666307719</c:v>
                </c:pt>
                <c:pt idx="23068">
                  <c:v>0.26699074073985685</c:v>
                </c:pt>
                <c:pt idx="23069">
                  <c:v>0.26700231480936054</c:v>
                </c:pt>
                <c:pt idx="23070">
                  <c:v>0.26701388888614019</c:v>
                </c:pt>
                <c:pt idx="23071">
                  <c:v>0.26702546296291985</c:v>
                </c:pt>
                <c:pt idx="23072">
                  <c:v>0.26703703703242354</c:v>
                </c:pt>
                <c:pt idx="23073">
                  <c:v>0.26704861110920319</c:v>
                </c:pt>
                <c:pt idx="23074">
                  <c:v>0.26706018518598285</c:v>
                </c:pt>
                <c:pt idx="23075">
                  <c:v>0.26707175925548654</c:v>
                </c:pt>
                <c:pt idx="23076">
                  <c:v>0.26708333333226619</c:v>
                </c:pt>
                <c:pt idx="23077">
                  <c:v>0.26709490740176989</c:v>
                </c:pt>
                <c:pt idx="23078">
                  <c:v>0.26710648147854954</c:v>
                </c:pt>
                <c:pt idx="23079">
                  <c:v>0.26711805555532919</c:v>
                </c:pt>
                <c:pt idx="23080">
                  <c:v>0.26712962962483289</c:v>
                </c:pt>
                <c:pt idx="23081">
                  <c:v>0.26714120370161254</c:v>
                </c:pt>
                <c:pt idx="23082">
                  <c:v>0.26715277777839219</c:v>
                </c:pt>
                <c:pt idx="23083">
                  <c:v>0.26716435184789589</c:v>
                </c:pt>
                <c:pt idx="23084">
                  <c:v>0.26717592592467554</c:v>
                </c:pt>
                <c:pt idx="23085">
                  <c:v>0.26718749999417923</c:v>
                </c:pt>
                <c:pt idx="23086">
                  <c:v>0.26719907407095889</c:v>
                </c:pt>
                <c:pt idx="23087">
                  <c:v>0.26721064814773854</c:v>
                </c:pt>
                <c:pt idx="23088">
                  <c:v>0.26722222221724223</c:v>
                </c:pt>
                <c:pt idx="23089">
                  <c:v>0.26723379629402189</c:v>
                </c:pt>
                <c:pt idx="23090">
                  <c:v>0.26724537037080154</c:v>
                </c:pt>
                <c:pt idx="23091">
                  <c:v>0.26725694444030523</c:v>
                </c:pt>
                <c:pt idx="23092">
                  <c:v>0.26726851851708489</c:v>
                </c:pt>
                <c:pt idx="23093">
                  <c:v>0.26728009259386454</c:v>
                </c:pt>
                <c:pt idx="23094">
                  <c:v>0.26729166666336823</c:v>
                </c:pt>
                <c:pt idx="23095">
                  <c:v>0.26730324074014788</c:v>
                </c:pt>
                <c:pt idx="23096">
                  <c:v>0.26731481480965158</c:v>
                </c:pt>
                <c:pt idx="23097">
                  <c:v>0.26732638888643123</c:v>
                </c:pt>
                <c:pt idx="23098">
                  <c:v>0.26733796296321088</c:v>
                </c:pt>
                <c:pt idx="23099">
                  <c:v>0.26734953703271458</c:v>
                </c:pt>
                <c:pt idx="23100">
                  <c:v>0.26736111110949423</c:v>
                </c:pt>
                <c:pt idx="23101">
                  <c:v>0.26737268518627388</c:v>
                </c:pt>
                <c:pt idx="23102">
                  <c:v>0.26738425925577758</c:v>
                </c:pt>
                <c:pt idx="23103">
                  <c:v>0.26739583333255723</c:v>
                </c:pt>
                <c:pt idx="23104">
                  <c:v>0.26740740740206093</c:v>
                </c:pt>
                <c:pt idx="23105">
                  <c:v>0.26741898147884058</c:v>
                </c:pt>
                <c:pt idx="23106">
                  <c:v>0.26743055555562023</c:v>
                </c:pt>
                <c:pt idx="23107">
                  <c:v>0.26744212962512393</c:v>
                </c:pt>
                <c:pt idx="23108">
                  <c:v>0.26745370370190358</c:v>
                </c:pt>
                <c:pt idx="23109">
                  <c:v>0.26746527777868323</c:v>
                </c:pt>
                <c:pt idx="23110">
                  <c:v>0.26747685184818693</c:v>
                </c:pt>
                <c:pt idx="23111">
                  <c:v>0.26748842592496658</c:v>
                </c:pt>
                <c:pt idx="23112">
                  <c:v>0.26749999999447027</c:v>
                </c:pt>
                <c:pt idx="23113">
                  <c:v>0.26751157407124992</c:v>
                </c:pt>
                <c:pt idx="23114">
                  <c:v>0.26752314814802958</c:v>
                </c:pt>
                <c:pt idx="23115">
                  <c:v>0.26753472221753327</c:v>
                </c:pt>
                <c:pt idx="23116">
                  <c:v>0.26754629629431292</c:v>
                </c:pt>
                <c:pt idx="23117">
                  <c:v>0.26755787037109258</c:v>
                </c:pt>
                <c:pt idx="23118">
                  <c:v>0.26756944444059627</c:v>
                </c:pt>
                <c:pt idx="23119">
                  <c:v>0.26758101851737592</c:v>
                </c:pt>
                <c:pt idx="23120">
                  <c:v>0.26759259258687962</c:v>
                </c:pt>
                <c:pt idx="23121">
                  <c:v>0.26760416666365927</c:v>
                </c:pt>
                <c:pt idx="23122">
                  <c:v>0.26761574074043892</c:v>
                </c:pt>
                <c:pt idx="23123">
                  <c:v>0.26762731480994262</c:v>
                </c:pt>
                <c:pt idx="23124">
                  <c:v>0.26763888888672227</c:v>
                </c:pt>
                <c:pt idx="23125">
                  <c:v>0.26765046296350192</c:v>
                </c:pt>
                <c:pt idx="23126">
                  <c:v>0.26766203703300562</c:v>
                </c:pt>
                <c:pt idx="23127">
                  <c:v>0.26767361110978527</c:v>
                </c:pt>
                <c:pt idx="23128">
                  <c:v>0.26768518517928896</c:v>
                </c:pt>
                <c:pt idx="23129">
                  <c:v>0.26769675925606862</c:v>
                </c:pt>
                <c:pt idx="23130">
                  <c:v>0.26770833333284827</c:v>
                </c:pt>
                <c:pt idx="23131">
                  <c:v>0.26771990740235196</c:v>
                </c:pt>
                <c:pt idx="23132">
                  <c:v>0.26773148147913162</c:v>
                </c:pt>
                <c:pt idx="23133">
                  <c:v>0.26774305555591127</c:v>
                </c:pt>
                <c:pt idx="23134">
                  <c:v>0.26775462962541496</c:v>
                </c:pt>
                <c:pt idx="23135">
                  <c:v>0.26776620370219462</c:v>
                </c:pt>
                <c:pt idx="23136">
                  <c:v>0.26777777777897427</c:v>
                </c:pt>
                <c:pt idx="23137">
                  <c:v>0.26778935184847796</c:v>
                </c:pt>
                <c:pt idx="23138">
                  <c:v>0.26780092592525762</c:v>
                </c:pt>
                <c:pt idx="23139">
                  <c:v>0.26781249999476131</c:v>
                </c:pt>
                <c:pt idx="23140">
                  <c:v>0.26782407407154096</c:v>
                </c:pt>
                <c:pt idx="23141">
                  <c:v>0.26783564814832062</c:v>
                </c:pt>
                <c:pt idx="23142">
                  <c:v>0.26784722221782431</c:v>
                </c:pt>
                <c:pt idx="23143">
                  <c:v>0.26785879629460396</c:v>
                </c:pt>
                <c:pt idx="23144">
                  <c:v>0.26787037037138361</c:v>
                </c:pt>
                <c:pt idx="23145">
                  <c:v>0.26788194444088731</c:v>
                </c:pt>
                <c:pt idx="23146">
                  <c:v>0.26789351851766696</c:v>
                </c:pt>
                <c:pt idx="23147">
                  <c:v>0.26790509258717066</c:v>
                </c:pt>
                <c:pt idx="23148">
                  <c:v>0.26791666666395031</c:v>
                </c:pt>
                <c:pt idx="23149">
                  <c:v>0.26792824074072996</c:v>
                </c:pt>
                <c:pt idx="23150">
                  <c:v>0.26793981481023366</c:v>
                </c:pt>
                <c:pt idx="23151">
                  <c:v>0.26795138888701331</c:v>
                </c:pt>
                <c:pt idx="23152">
                  <c:v>0.26796296296379296</c:v>
                </c:pt>
                <c:pt idx="23153">
                  <c:v>0.26797453703329666</c:v>
                </c:pt>
                <c:pt idx="23154">
                  <c:v>0.26798611111007631</c:v>
                </c:pt>
                <c:pt idx="23155">
                  <c:v>0.26799768517958</c:v>
                </c:pt>
                <c:pt idx="23156">
                  <c:v>0.26800925925635966</c:v>
                </c:pt>
                <c:pt idx="23157">
                  <c:v>0.26802083333313931</c:v>
                </c:pt>
                <c:pt idx="23158">
                  <c:v>0.268032407402643</c:v>
                </c:pt>
                <c:pt idx="23159">
                  <c:v>0.26804398147942265</c:v>
                </c:pt>
                <c:pt idx="23160">
                  <c:v>0.26805555555620231</c:v>
                </c:pt>
                <c:pt idx="23161">
                  <c:v>0.268067129625706</c:v>
                </c:pt>
                <c:pt idx="23162">
                  <c:v>0.26807870370248565</c:v>
                </c:pt>
                <c:pt idx="23163">
                  <c:v>0.26809027777198935</c:v>
                </c:pt>
                <c:pt idx="23164">
                  <c:v>0.268101851848769</c:v>
                </c:pt>
                <c:pt idx="23165">
                  <c:v>0.26811342592554865</c:v>
                </c:pt>
                <c:pt idx="23166">
                  <c:v>0.26812499999505235</c:v>
                </c:pt>
                <c:pt idx="23167">
                  <c:v>0.268136574071832</c:v>
                </c:pt>
                <c:pt idx="23168">
                  <c:v>0.26814814814861165</c:v>
                </c:pt>
                <c:pt idx="23169">
                  <c:v>0.26815972221811535</c:v>
                </c:pt>
                <c:pt idx="23170">
                  <c:v>0.268171296294895</c:v>
                </c:pt>
                <c:pt idx="23171">
                  <c:v>0.26818287037167465</c:v>
                </c:pt>
                <c:pt idx="23172">
                  <c:v>0.26819444444117835</c:v>
                </c:pt>
                <c:pt idx="23173">
                  <c:v>0.268206018517958</c:v>
                </c:pt>
                <c:pt idx="23174">
                  <c:v>0.2682175925874617</c:v>
                </c:pt>
                <c:pt idx="23175">
                  <c:v>0.26822916666424135</c:v>
                </c:pt>
                <c:pt idx="23176">
                  <c:v>0.268240740741021</c:v>
                </c:pt>
                <c:pt idx="23177">
                  <c:v>0.26825231481052469</c:v>
                </c:pt>
                <c:pt idx="23178">
                  <c:v>0.26826388888730435</c:v>
                </c:pt>
                <c:pt idx="23179">
                  <c:v>0.268275462964084</c:v>
                </c:pt>
                <c:pt idx="23180">
                  <c:v>0.26828703703358769</c:v>
                </c:pt>
                <c:pt idx="23181">
                  <c:v>0.26829861111036735</c:v>
                </c:pt>
                <c:pt idx="23182">
                  <c:v>0.26831018517987104</c:v>
                </c:pt>
                <c:pt idx="23183">
                  <c:v>0.26832175925665069</c:v>
                </c:pt>
                <c:pt idx="23184">
                  <c:v>0.26833333333343035</c:v>
                </c:pt>
                <c:pt idx="23185">
                  <c:v>0.26834490740293404</c:v>
                </c:pt>
                <c:pt idx="23186">
                  <c:v>0.26835648147971369</c:v>
                </c:pt>
                <c:pt idx="23187">
                  <c:v>0.26836805555649335</c:v>
                </c:pt>
                <c:pt idx="23188">
                  <c:v>0.26837962962599704</c:v>
                </c:pt>
                <c:pt idx="23189">
                  <c:v>0.26839120370277669</c:v>
                </c:pt>
                <c:pt idx="23190">
                  <c:v>0.26840277777228039</c:v>
                </c:pt>
                <c:pt idx="23191">
                  <c:v>0.26841435184906004</c:v>
                </c:pt>
                <c:pt idx="23192">
                  <c:v>0.26842592592583969</c:v>
                </c:pt>
                <c:pt idx="23193">
                  <c:v>0.26843749999534339</c:v>
                </c:pt>
                <c:pt idx="23194">
                  <c:v>0.26844907407212304</c:v>
                </c:pt>
                <c:pt idx="23195">
                  <c:v>0.26846064814890269</c:v>
                </c:pt>
                <c:pt idx="23196">
                  <c:v>0.26847222221840639</c:v>
                </c:pt>
                <c:pt idx="23197">
                  <c:v>0.26848379629518604</c:v>
                </c:pt>
                <c:pt idx="23198">
                  <c:v>0.26849537036468973</c:v>
                </c:pt>
                <c:pt idx="23199">
                  <c:v>0.26850694444146939</c:v>
                </c:pt>
                <c:pt idx="23200">
                  <c:v>0.26851851851824904</c:v>
                </c:pt>
                <c:pt idx="23201">
                  <c:v>0.26853009258775273</c:v>
                </c:pt>
                <c:pt idx="23202">
                  <c:v>0.26854166666453239</c:v>
                </c:pt>
                <c:pt idx="23203">
                  <c:v>0.26855324074131204</c:v>
                </c:pt>
                <c:pt idx="23204">
                  <c:v>0.26856481481081573</c:v>
                </c:pt>
                <c:pt idx="23205">
                  <c:v>0.26857638888759539</c:v>
                </c:pt>
                <c:pt idx="23206">
                  <c:v>0.26858796295709908</c:v>
                </c:pt>
                <c:pt idx="23207">
                  <c:v>0.26859953703387873</c:v>
                </c:pt>
                <c:pt idx="23208">
                  <c:v>0.26861111111065838</c:v>
                </c:pt>
                <c:pt idx="23209">
                  <c:v>0.26862268518016208</c:v>
                </c:pt>
                <c:pt idx="23210">
                  <c:v>0.26863425925694173</c:v>
                </c:pt>
                <c:pt idx="23211">
                  <c:v>0.26864583333372138</c:v>
                </c:pt>
                <c:pt idx="23212">
                  <c:v>0.26865740740322508</c:v>
                </c:pt>
                <c:pt idx="23213">
                  <c:v>0.26866898148000473</c:v>
                </c:pt>
                <c:pt idx="23214">
                  <c:v>0.26868055555678438</c:v>
                </c:pt>
                <c:pt idx="23215">
                  <c:v>0.26869212962628808</c:v>
                </c:pt>
                <c:pt idx="23216">
                  <c:v>0.26870370370306773</c:v>
                </c:pt>
                <c:pt idx="23217">
                  <c:v>0.26871527777257143</c:v>
                </c:pt>
                <c:pt idx="23218">
                  <c:v>0.26872685184935108</c:v>
                </c:pt>
                <c:pt idx="23219">
                  <c:v>0.26873842592613073</c:v>
                </c:pt>
                <c:pt idx="23220">
                  <c:v>0.26874999999563443</c:v>
                </c:pt>
                <c:pt idx="23221">
                  <c:v>0.26876157407241408</c:v>
                </c:pt>
                <c:pt idx="23222">
                  <c:v>0.26877314814919373</c:v>
                </c:pt>
                <c:pt idx="23223">
                  <c:v>0.26878472221869742</c:v>
                </c:pt>
                <c:pt idx="23224">
                  <c:v>0.26879629629547708</c:v>
                </c:pt>
                <c:pt idx="23225">
                  <c:v>0.26880787036498077</c:v>
                </c:pt>
                <c:pt idx="23226">
                  <c:v>0.26881944444176042</c:v>
                </c:pt>
                <c:pt idx="23227">
                  <c:v>0.26883101851854008</c:v>
                </c:pt>
                <c:pt idx="23228">
                  <c:v>0.26884259258804377</c:v>
                </c:pt>
                <c:pt idx="23229">
                  <c:v>0.26885416666482342</c:v>
                </c:pt>
                <c:pt idx="23230">
                  <c:v>0.26886574074160308</c:v>
                </c:pt>
                <c:pt idx="23231">
                  <c:v>0.26887731481110677</c:v>
                </c:pt>
                <c:pt idx="23232">
                  <c:v>0.26888888888788642</c:v>
                </c:pt>
                <c:pt idx="23233">
                  <c:v>0.26890046295739012</c:v>
                </c:pt>
                <c:pt idx="23234">
                  <c:v>0.26891203703416977</c:v>
                </c:pt>
                <c:pt idx="23235">
                  <c:v>0.26892361111094942</c:v>
                </c:pt>
                <c:pt idx="23236">
                  <c:v>0.26893518518045312</c:v>
                </c:pt>
                <c:pt idx="23237">
                  <c:v>0.26894675925723277</c:v>
                </c:pt>
                <c:pt idx="23238">
                  <c:v>0.26895833333401242</c:v>
                </c:pt>
                <c:pt idx="23239">
                  <c:v>0.26896990740351612</c:v>
                </c:pt>
                <c:pt idx="23240">
                  <c:v>0.26898148148029577</c:v>
                </c:pt>
                <c:pt idx="23241">
                  <c:v>0.26899305554979946</c:v>
                </c:pt>
                <c:pt idx="23242">
                  <c:v>0.26900462962657912</c:v>
                </c:pt>
                <c:pt idx="23243">
                  <c:v>0.26901620370335877</c:v>
                </c:pt>
                <c:pt idx="23244">
                  <c:v>0.26902777777286246</c:v>
                </c:pt>
                <c:pt idx="23245">
                  <c:v>0.26903935184964212</c:v>
                </c:pt>
                <c:pt idx="23246">
                  <c:v>0.26905092592642177</c:v>
                </c:pt>
                <c:pt idx="23247">
                  <c:v>0.26906249999592546</c:v>
                </c:pt>
                <c:pt idx="23248">
                  <c:v>0.26907407407270512</c:v>
                </c:pt>
                <c:pt idx="23249">
                  <c:v>0.26908564814948477</c:v>
                </c:pt>
                <c:pt idx="23250">
                  <c:v>0.26909722221898846</c:v>
                </c:pt>
                <c:pt idx="23251">
                  <c:v>0.26910879629576812</c:v>
                </c:pt>
                <c:pt idx="23252">
                  <c:v>0.26912037036527181</c:v>
                </c:pt>
                <c:pt idx="23253">
                  <c:v>0.26913194444205146</c:v>
                </c:pt>
                <c:pt idx="23254">
                  <c:v>0.26914351851883112</c:v>
                </c:pt>
                <c:pt idx="23255">
                  <c:v>0.26915509258833481</c:v>
                </c:pt>
                <c:pt idx="23256">
                  <c:v>0.26916666666511446</c:v>
                </c:pt>
                <c:pt idx="23257">
                  <c:v>0.26917824074189411</c:v>
                </c:pt>
                <c:pt idx="23258">
                  <c:v>0.26918981481139781</c:v>
                </c:pt>
                <c:pt idx="23259">
                  <c:v>0.26920138888817746</c:v>
                </c:pt>
                <c:pt idx="23260">
                  <c:v>0.26921296295768116</c:v>
                </c:pt>
                <c:pt idx="23261">
                  <c:v>0.26922453703446081</c:v>
                </c:pt>
                <c:pt idx="23262">
                  <c:v>0.26923611111124046</c:v>
                </c:pt>
                <c:pt idx="23263">
                  <c:v>0.26924768518074416</c:v>
                </c:pt>
                <c:pt idx="23264">
                  <c:v>0.26925925925752381</c:v>
                </c:pt>
                <c:pt idx="23265">
                  <c:v>0.26927083333430346</c:v>
                </c:pt>
                <c:pt idx="23266">
                  <c:v>0.26928240740380716</c:v>
                </c:pt>
                <c:pt idx="23267">
                  <c:v>0.26929398148058681</c:v>
                </c:pt>
                <c:pt idx="23268">
                  <c:v>0.2693055555500905</c:v>
                </c:pt>
                <c:pt idx="23269">
                  <c:v>0.26931712962687016</c:v>
                </c:pt>
                <c:pt idx="23270">
                  <c:v>0.26932870370364981</c:v>
                </c:pt>
                <c:pt idx="23271">
                  <c:v>0.2693402777731535</c:v>
                </c:pt>
                <c:pt idx="23272">
                  <c:v>0.26935185184993315</c:v>
                </c:pt>
                <c:pt idx="23273">
                  <c:v>0.26936342592671281</c:v>
                </c:pt>
                <c:pt idx="23274">
                  <c:v>0.2693749999962165</c:v>
                </c:pt>
                <c:pt idx="23275">
                  <c:v>0.26938657407299615</c:v>
                </c:pt>
                <c:pt idx="23276">
                  <c:v>0.26939814814249985</c:v>
                </c:pt>
                <c:pt idx="23277">
                  <c:v>0.2694097222192795</c:v>
                </c:pt>
                <c:pt idx="23278">
                  <c:v>0.26942129629605915</c:v>
                </c:pt>
                <c:pt idx="23279">
                  <c:v>0.26943287036556285</c:v>
                </c:pt>
                <c:pt idx="23280">
                  <c:v>0.2694444444423425</c:v>
                </c:pt>
                <c:pt idx="23281">
                  <c:v>0.26945601851912215</c:v>
                </c:pt>
                <c:pt idx="23282">
                  <c:v>0.26946759258862585</c:v>
                </c:pt>
                <c:pt idx="23283">
                  <c:v>0.2694791666654055</c:v>
                </c:pt>
                <c:pt idx="23284">
                  <c:v>0.2694907407349092</c:v>
                </c:pt>
                <c:pt idx="23285">
                  <c:v>0.26950231481168885</c:v>
                </c:pt>
                <c:pt idx="23286">
                  <c:v>0.2695138888884685</c:v>
                </c:pt>
                <c:pt idx="23287">
                  <c:v>0.26952546295797219</c:v>
                </c:pt>
                <c:pt idx="23288">
                  <c:v>0.26953703703475185</c:v>
                </c:pt>
                <c:pt idx="23289">
                  <c:v>0.2695486111115315</c:v>
                </c:pt>
                <c:pt idx="23290">
                  <c:v>0.26956018518103519</c:v>
                </c:pt>
                <c:pt idx="23291">
                  <c:v>0.26957175925781485</c:v>
                </c:pt>
                <c:pt idx="23292">
                  <c:v>0.2695833333345945</c:v>
                </c:pt>
                <c:pt idx="23293">
                  <c:v>0.26959490740409819</c:v>
                </c:pt>
                <c:pt idx="23294">
                  <c:v>0.26960648148087785</c:v>
                </c:pt>
                <c:pt idx="23295">
                  <c:v>0.26961805555038154</c:v>
                </c:pt>
                <c:pt idx="23296">
                  <c:v>0.26962962962716119</c:v>
                </c:pt>
                <c:pt idx="23297">
                  <c:v>0.26964120370394085</c:v>
                </c:pt>
                <c:pt idx="23298">
                  <c:v>0.26965277777344454</c:v>
                </c:pt>
                <c:pt idx="23299">
                  <c:v>0.26966435185022419</c:v>
                </c:pt>
                <c:pt idx="23300">
                  <c:v>0.26967592592700385</c:v>
                </c:pt>
                <c:pt idx="23301">
                  <c:v>0.26968749999650754</c:v>
                </c:pt>
                <c:pt idx="23302">
                  <c:v>0.26969907407328719</c:v>
                </c:pt>
                <c:pt idx="23303">
                  <c:v>0.26971064814279089</c:v>
                </c:pt>
                <c:pt idx="23304">
                  <c:v>0.26972222221957054</c:v>
                </c:pt>
                <c:pt idx="23305">
                  <c:v>0.26973379629635019</c:v>
                </c:pt>
                <c:pt idx="23306">
                  <c:v>0.26974537036585389</c:v>
                </c:pt>
                <c:pt idx="23307">
                  <c:v>0.26975694444263354</c:v>
                </c:pt>
                <c:pt idx="23308">
                  <c:v>0.26976851851941319</c:v>
                </c:pt>
                <c:pt idx="23309">
                  <c:v>0.26978009258891689</c:v>
                </c:pt>
                <c:pt idx="23310">
                  <c:v>0.26979166666569654</c:v>
                </c:pt>
                <c:pt idx="23311">
                  <c:v>0.26980324073520023</c:v>
                </c:pt>
                <c:pt idx="23312">
                  <c:v>0.26981481481197989</c:v>
                </c:pt>
                <c:pt idx="23313">
                  <c:v>0.26982638888875954</c:v>
                </c:pt>
                <c:pt idx="23314">
                  <c:v>0.26983796295826323</c:v>
                </c:pt>
                <c:pt idx="23315">
                  <c:v>0.26984953703504289</c:v>
                </c:pt>
                <c:pt idx="23316">
                  <c:v>0.26986111111182254</c:v>
                </c:pt>
                <c:pt idx="23317">
                  <c:v>0.26987268518132623</c:v>
                </c:pt>
                <c:pt idx="23318">
                  <c:v>0.26988425925810589</c:v>
                </c:pt>
                <c:pt idx="23319">
                  <c:v>0.26989583332760958</c:v>
                </c:pt>
                <c:pt idx="23320">
                  <c:v>0.26990740740438923</c:v>
                </c:pt>
                <c:pt idx="23321">
                  <c:v>0.26991898148116888</c:v>
                </c:pt>
                <c:pt idx="23322">
                  <c:v>0.26993055555067258</c:v>
                </c:pt>
                <c:pt idx="23323">
                  <c:v>0.26994212962745223</c:v>
                </c:pt>
                <c:pt idx="23324">
                  <c:v>0.26995370370423188</c:v>
                </c:pt>
                <c:pt idx="23325">
                  <c:v>0.26996527777373558</c:v>
                </c:pt>
                <c:pt idx="23326">
                  <c:v>0.26997685185051523</c:v>
                </c:pt>
                <c:pt idx="23327">
                  <c:v>0.26998842592001893</c:v>
                </c:pt>
                <c:pt idx="23328">
                  <c:v>0.26999999999679858</c:v>
                </c:pt>
                <c:pt idx="23329">
                  <c:v>0.27001157407357823</c:v>
                </c:pt>
                <c:pt idx="23330">
                  <c:v>0.27002314814308193</c:v>
                </c:pt>
                <c:pt idx="23331">
                  <c:v>0.27003472221986158</c:v>
                </c:pt>
                <c:pt idx="23332">
                  <c:v>0.27004629629664123</c:v>
                </c:pt>
                <c:pt idx="23333">
                  <c:v>0.27005787036614493</c:v>
                </c:pt>
                <c:pt idx="23334">
                  <c:v>0.27006944444292458</c:v>
                </c:pt>
                <c:pt idx="23335">
                  <c:v>0.27008101851970423</c:v>
                </c:pt>
                <c:pt idx="23336">
                  <c:v>0.27009259258920792</c:v>
                </c:pt>
                <c:pt idx="23337">
                  <c:v>0.27010416666598758</c:v>
                </c:pt>
                <c:pt idx="23338">
                  <c:v>0.27011574073549127</c:v>
                </c:pt>
                <c:pt idx="23339">
                  <c:v>0.27012731481227092</c:v>
                </c:pt>
                <c:pt idx="23340">
                  <c:v>0.27013888888905058</c:v>
                </c:pt>
                <c:pt idx="23341">
                  <c:v>0.27015046295855427</c:v>
                </c:pt>
                <c:pt idx="23342">
                  <c:v>0.27016203703533392</c:v>
                </c:pt>
                <c:pt idx="23343">
                  <c:v>0.27017361111211358</c:v>
                </c:pt>
                <c:pt idx="23344">
                  <c:v>0.27018518518161727</c:v>
                </c:pt>
                <c:pt idx="23345">
                  <c:v>0.27019675925839692</c:v>
                </c:pt>
                <c:pt idx="23346">
                  <c:v>0.27020833332790062</c:v>
                </c:pt>
                <c:pt idx="23347">
                  <c:v>0.27021990740468027</c:v>
                </c:pt>
                <c:pt idx="23348">
                  <c:v>0.27023148148145992</c:v>
                </c:pt>
                <c:pt idx="23349">
                  <c:v>0.27024305555096362</c:v>
                </c:pt>
                <c:pt idx="23350">
                  <c:v>0.27025462962774327</c:v>
                </c:pt>
                <c:pt idx="23351">
                  <c:v>0.27026620370452292</c:v>
                </c:pt>
                <c:pt idx="23352">
                  <c:v>0.27027777777402662</c:v>
                </c:pt>
                <c:pt idx="23353">
                  <c:v>0.27028935185080627</c:v>
                </c:pt>
                <c:pt idx="23354">
                  <c:v>0.27030092592030996</c:v>
                </c:pt>
                <c:pt idx="23355">
                  <c:v>0.27031249999708962</c:v>
                </c:pt>
                <c:pt idx="23356">
                  <c:v>0.27032407407386927</c:v>
                </c:pt>
                <c:pt idx="23357">
                  <c:v>0.27033564814337296</c:v>
                </c:pt>
                <c:pt idx="23358">
                  <c:v>0.27034722222015262</c:v>
                </c:pt>
                <c:pt idx="23359">
                  <c:v>0.27035879629693227</c:v>
                </c:pt>
                <c:pt idx="23360">
                  <c:v>0.27037037036643596</c:v>
                </c:pt>
                <c:pt idx="23361">
                  <c:v>0.27038194444321562</c:v>
                </c:pt>
                <c:pt idx="23362">
                  <c:v>0.27039351851271931</c:v>
                </c:pt>
                <c:pt idx="23363">
                  <c:v>0.27040509258949896</c:v>
                </c:pt>
                <c:pt idx="23364">
                  <c:v>0.27041666666627862</c:v>
                </c:pt>
                <c:pt idx="23365">
                  <c:v>0.27042824073578231</c:v>
                </c:pt>
                <c:pt idx="23366">
                  <c:v>0.27043981481256196</c:v>
                </c:pt>
                <c:pt idx="23367">
                  <c:v>0.27045138888934162</c:v>
                </c:pt>
                <c:pt idx="23368">
                  <c:v>0.27046296295884531</c:v>
                </c:pt>
                <c:pt idx="23369">
                  <c:v>0.27047453703562496</c:v>
                </c:pt>
                <c:pt idx="23370">
                  <c:v>0.27048611111240461</c:v>
                </c:pt>
                <c:pt idx="23371">
                  <c:v>0.27049768518190831</c:v>
                </c:pt>
                <c:pt idx="23372">
                  <c:v>0.27050925925868796</c:v>
                </c:pt>
                <c:pt idx="23373">
                  <c:v>0.27052083332819166</c:v>
                </c:pt>
                <c:pt idx="23374">
                  <c:v>0.27053240740497131</c:v>
                </c:pt>
                <c:pt idx="23375">
                  <c:v>0.27054398148175096</c:v>
                </c:pt>
                <c:pt idx="23376">
                  <c:v>0.27055555555125466</c:v>
                </c:pt>
                <c:pt idx="23377">
                  <c:v>0.27056712962803431</c:v>
                </c:pt>
                <c:pt idx="23378">
                  <c:v>0.27057870370481396</c:v>
                </c:pt>
                <c:pt idx="23379">
                  <c:v>0.27059027777431766</c:v>
                </c:pt>
                <c:pt idx="23380">
                  <c:v>0.27060185185109731</c:v>
                </c:pt>
                <c:pt idx="23381">
                  <c:v>0.270613425920601</c:v>
                </c:pt>
                <c:pt idx="23382">
                  <c:v>0.27062499999738066</c:v>
                </c:pt>
                <c:pt idx="23383">
                  <c:v>0.27063657407416031</c:v>
                </c:pt>
                <c:pt idx="23384">
                  <c:v>0.270648148143664</c:v>
                </c:pt>
                <c:pt idx="23385">
                  <c:v>0.27065972222044365</c:v>
                </c:pt>
                <c:pt idx="23386">
                  <c:v>0.27067129629722331</c:v>
                </c:pt>
                <c:pt idx="23387">
                  <c:v>0.270682870366727</c:v>
                </c:pt>
                <c:pt idx="23388">
                  <c:v>0.27069444444350665</c:v>
                </c:pt>
                <c:pt idx="23389">
                  <c:v>0.27070601851301035</c:v>
                </c:pt>
                <c:pt idx="23390">
                  <c:v>0.27071759258979</c:v>
                </c:pt>
                <c:pt idx="23391">
                  <c:v>0.27072916666656965</c:v>
                </c:pt>
                <c:pt idx="23392">
                  <c:v>0.27074074073607335</c:v>
                </c:pt>
                <c:pt idx="23393">
                  <c:v>0.270752314812853</c:v>
                </c:pt>
                <c:pt idx="23394">
                  <c:v>0.27076388888963265</c:v>
                </c:pt>
                <c:pt idx="23395">
                  <c:v>0.27077546295913635</c:v>
                </c:pt>
                <c:pt idx="23396">
                  <c:v>0.270787037035916</c:v>
                </c:pt>
                <c:pt idx="23397">
                  <c:v>0.2707986111054197</c:v>
                </c:pt>
                <c:pt idx="23398">
                  <c:v>0.27081018518219935</c:v>
                </c:pt>
                <c:pt idx="23399">
                  <c:v>0.270821759258979</c:v>
                </c:pt>
                <c:pt idx="23400">
                  <c:v>0.27083333332848269</c:v>
                </c:pt>
                <c:pt idx="23401">
                  <c:v>0.27084490740526235</c:v>
                </c:pt>
                <c:pt idx="23402">
                  <c:v>0.270856481482042</c:v>
                </c:pt>
                <c:pt idx="23403">
                  <c:v>0.27086805555154569</c:v>
                </c:pt>
                <c:pt idx="23404">
                  <c:v>0.27087962962832535</c:v>
                </c:pt>
                <c:pt idx="23405">
                  <c:v>0.27089120369782904</c:v>
                </c:pt>
                <c:pt idx="23406">
                  <c:v>0.27090277777460869</c:v>
                </c:pt>
                <c:pt idx="23407">
                  <c:v>0.27091435185138835</c:v>
                </c:pt>
                <c:pt idx="23408">
                  <c:v>0.27092592592089204</c:v>
                </c:pt>
                <c:pt idx="23409">
                  <c:v>0.27093749999767169</c:v>
                </c:pt>
                <c:pt idx="23410">
                  <c:v>0.27094907407445135</c:v>
                </c:pt>
                <c:pt idx="23411">
                  <c:v>0.27096064814395504</c:v>
                </c:pt>
                <c:pt idx="23412">
                  <c:v>0.27097222222073469</c:v>
                </c:pt>
                <c:pt idx="23413">
                  <c:v>0.27098379629751435</c:v>
                </c:pt>
                <c:pt idx="23414">
                  <c:v>0.27099537036701804</c:v>
                </c:pt>
                <c:pt idx="23415">
                  <c:v>0.27100694444379769</c:v>
                </c:pt>
                <c:pt idx="23416">
                  <c:v>0.27101851851330139</c:v>
                </c:pt>
                <c:pt idx="23417">
                  <c:v>0.27103009259008104</c:v>
                </c:pt>
                <c:pt idx="23418">
                  <c:v>0.27104166666686069</c:v>
                </c:pt>
                <c:pt idx="23419">
                  <c:v>0.27105324073636439</c:v>
                </c:pt>
                <c:pt idx="23420">
                  <c:v>0.27106481481314404</c:v>
                </c:pt>
                <c:pt idx="23421">
                  <c:v>0.27107638888992369</c:v>
                </c:pt>
                <c:pt idx="23422">
                  <c:v>0.27108796295942739</c:v>
                </c:pt>
                <c:pt idx="23423">
                  <c:v>0.27109953703620704</c:v>
                </c:pt>
                <c:pt idx="23424">
                  <c:v>0.27111111110571073</c:v>
                </c:pt>
                <c:pt idx="23425">
                  <c:v>0.27112268518249039</c:v>
                </c:pt>
                <c:pt idx="23426">
                  <c:v>0.27113425925927004</c:v>
                </c:pt>
                <c:pt idx="23427">
                  <c:v>0.27114583332877373</c:v>
                </c:pt>
                <c:pt idx="23428">
                  <c:v>0.27115740740555339</c:v>
                </c:pt>
                <c:pt idx="23429">
                  <c:v>0.27116898148233304</c:v>
                </c:pt>
                <c:pt idx="23430">
                  <c:v>0.27118055555183673</c:v>
                </c:pt>
                <c:pt idx="23431">
                  <c:v>0.27119212962861639</c:v>
                </c:pt>
                <c:pt idx="23432">
                  <c:v>0.27120370369812008</c:v>
                </c:pt>
                <c:pt idx="23433">
                  <c:v>0.27121527777489973</c:v>
                </c:pt>
                <c:pt idx="23434">
                  <c:v>0.27122685185167938</c:v>
                </c:pt>
                <c:pt idx="23435">
                  <c:v>0.27123842592118308</c:v>
                </c:pt>
                <c:pt idx="23436">
                  <c:v>0.27124999999796273</c:v>
                </c:pt>
                <c:pt idx="23437">
                  <c:v>0.27126157407474238</c:v>
                </c:pt>
                <c:pt idx="23438">
                  <c:v>0.27127314814424608</c:v>
                </c:pt>
                <c:pt idx="23439">
                  <c:v>0.27128472222102573</c:v>
                </c:pt>
                <c:pt idx="23440">
                  <c:v>0.27129629629052943</c:v>
                </c:pt>
                <c:pt idx="23441">
                  <c:v>0.27130787036730908</c:v>
                </c:pt>
                <c:pt idx="23442">
                  <c:v>0.27131944444408873</c:v>
                </c:pt>
                <c:pt idx="23443">
                  <c:v>0.27133101851359243</c:v>
                </c:pt>
                <c:pt idx="23444">
                  <c:v>0.27134259259037208</c:v>
                </c:pt>
                <c:pt idx="23445">
                  <c:v>0.27135416666715173</c:v>
                </c:pt>
                <c:pt idx="23446">
                  <c:v>0.27136574073665543</c:v>
                </c:pt>
                <c:pt idx="23447">
                  <c:v>0.27137731481343508</c:v>
                </c:pt>
                <c:pt idx="23448">
                  <c:v>0.27138888889021473</c:v>
                </c:pt>
                <c:pt idx="23449">
                  <c:v>0.27140046295971842</c:v>
                </c:pt>
                <c:pt idx="23450">
                  <c:v>0.27141203703649808</c:v>
                </c:pt>
                <c:pt idx="23451">
                  <c:v>0.27142361110600177</c:v>
                </c:pt>
                <c:pt idx="23452">
                  <c:v>0.27143518518278142</c:v>
                </c:pt>
                <c:pt idx="23453">
                  <c:v>0.27144675925956108</c:v>
                </c:pt>
                <c:pt idx="23454">
                  <c:v>0.27145833332906477</c:v>
                </c:pt>
                <c:pt idx="23455">
                  <c:v>0.27146990740584442</c:v>
                </c:pt>
                <c:pt idx="23456">
                  <c:v>0.27148148148262408</c:v>
                </c:pt>
                <c:pt idx="23457">
                  <c:v>0.27149305555212777</c:v>
                </c:pt>
                <c:pt idx="23458">
                  <c:v>0.27150462962890742</c:v>
                </c:pt>
                <c:pt idx="23459">
                  <c:v>0.27151620369841112</c:v>
                </c:pt>
                <c:pt idx="23460">
                  <c:v>0.27152777777519077</c:v>
                </c:pt>
                <c:pt idx="23461">
                  <c:v>0.27153935185197042</c:v>
                </c:pt>
                <c:pt idx="23462">
                  <c:v>0.27155092592147412</c:v>
                </c:pt>
                <c:pt idx="23463">
                  <c:v>0.27156249999825377</c:v>
                </c:pt>
                <c:pt idx="23464">
                  <c:v>0.27157407407503342</c:v>
                </c:pt>
                <c:pt idx="23465">
                  <c:v>0.27158564814453712</c:v>
                </c:pt>
                <c:pt idx="23466">
                  <c:v>0.27159722222131677</c:v>
                </c:pt>
                <c:pt idx="23467">
                  <c:v>0.27160879629082046</c:v>
                </c:pt>
                <c:pt idx="23468">
                  <c:v>0.27162037036760012</c:v>
                </c:pt>
                <c:pt idx="23469">
                  <c:v>0.27163194444437977</c:v>
                </c:pt>
                <c:pt idx="23470">
                  <c:v>0.27164351851388346</c:v>
                </c:pt>
                <c:pt idx="23471">
                  <c:v>0.27165509259066312</c:v>
                </c:pt>
                <c:pt idx="23472">
                  <c:v>0.27166666666744277</c:v>
                </c:pt>
                <c:pt idx="23473">
                  <c:v>0.27167824073694646</c:v>
                </c:pt>
                <c:pt idx="23474">
                  <c:v>0.27168981481372612</c:v>
                </c:pt>
                <c:pt idx="23475">
                  <c:v>0.27170138888322981</c:v>
                </c:pt>
                <c:pt idx="23476">
                  <c:v>0.27171296296000946</c:v>
                </c:pt>
                <c:pt idx="23477">
                  <c:v>0.27172453703678912</c:v>
                </c:pt>
                <c:pt idx="23478">
                  <c:v>0.27173611110629281</c:v>
                </c:pt>
                <c:pt idx="23479">
                  <c:v>0.27174768518307246</c:v>
                </c:pt>
                <c:pt idx="23480">
                  <c:v>0.27175925925985212</c:v>
                </c:pt>
                <c:pt idx="23481">
                  <c:v>0.27177083332935581</c:v>
                </c:pt>
                <c:pt idx="23482">
                  <c:v>0.27178240740613546</c:v>
                </c:pt>
                <c:pt idx="23483">
                  <c:v>0.27179398147563916</c:v>
                </c:pt>
                <c:pt idx="23484">
                  <c:v>0.27180555555241881</c:v>
                </c:pt>
                <c:pt idx="23485">
                  <c:v>0.27181712962919846</c:v>
                </c:pt>
                <c:pt idx="23486">
                  <c:v>0.27182870369870216</c:v>
                </c:pt>
                <c:pt idx="23487">
                  <c:v>0.27184027777548181</c:v>
                </c:pt>
                <c:pt idx="23488">
                  <c:v>0.27185185185226146</c:v>
                </c:pt>
                <c:pt idx="23489">
                  <c:v>0.27186342592176516</c:v>
                </c:pt>
                <c:pt idx="23490">
                  <c:v>0.27187499999854481</c:v>
                </c:pt>
                <c:pt idx="23491">
                  <c:v>0.27188657407532446</c:v>
                </c:pt>
                <c:pt idx="23492">
                  <c:v>0.27189814814482816</c:v>
                </c:pt>
                <c:pt idx="23493">
                  <c:v>0.27190972222160781</c:v>
                </c:pt>
                <c:pt idx="23494">
                  <c:v>0.2719212962911115</c:v>
                </c:pt>
                <c:pt idx="23495">
                  <c:v>0.27193287036789116</c:v>
                </c:pt>
                <c:pt idx="23496">
                  <c:v>0.27194444444467081</c:v>
                </c:pt>
                <c:pt idx="23497">
                  <c:v>0.2719560185141745</c:v>
                </c:pt>
                <c:pt idx="23498">
                  <c:v>0.27196759259095415</c:v>
                </c:pt>
                <c:pt idx="23499">
                  <c:v>0.27197916666773381</c:v>
                </c:pt>
                <c:pt idx="23500">
                  <c:v>0.2719907407372375</c:v>
                </c:pt>
                <c:pt idx="23501">
                  <c:v>0.27200231481401715</c:v>
                </c:pt>
                <c:pt idx="23502">
                  <c:v>0.27201388888352085</c:v>
                </c:pt>
                <c:pt idx="23503">
                  <c:v>0.2720254629603005</c:v>
                </c:pt>
                <c:pt idx="23504">
                  <c:v>0.27203703703708015</c:v>
                </c:pt>
                <c:pt idx="23505">
                  <c:v>0.27204861110658385</c:v>
                </c:pt>
                <c:pt idx="23506">
                  <c:v>0.2720601851833635</c:v>
                </c:pt>
                <c:pt idx="23507">
                  <c:v>0.27207175926014315</c:v>
                </c:pt>
                <c:pt idx="23508">
                  <c:v>0.27208333332964685</c:v>
                </c:pt>
                <c:pt idx="23509">
                  <c:v>0.2720949074064265</c:v>
                </c:pt>
                <c:pt idx="23510">
                  <c:v>0.2721064814759302</c:v>
                </c:pt>
                <c:pt idx="23511">
                  <c:v>0.27211805555270985</c:v>
                </c:pt>
                <c:pt idx="23512">
                  <c:v>0.2721296296294895</c:v>
                </c:pt>
                <c:pt idx="23513">
                  <c:v>0.27214120369899319</c:v>
                </c:pt>
                <c:pt idx="23514">
                  <c:v>0.27215277777577285</c:v>
                </c:pt>
                <c:pt idx="23515">
                  <c:v>0.2721643518525525</c:v>
                </c:pt>
                <c:pt idx="23516">
                  <c:v>0.27217592592205619</c:v>
                </c:pt>
                <c:pt idx="23517">
                  <c:v>0.27218749999883585</c:v>
                </c:pt>
                <c:pt idx="23518">
                  <c:v>0.27219907406833954</c:v>
                </c:pt>
                <c:pt idx="23519">
                  <c:v>0.27221064814511919</c:v>
                </c:pt>
                <c:pt idx="23520">
                  <c:v>0.27222222222189885</c:v>
                </c:pt>
                <c:pt idx="23521">
                  <c:v>0.27223379629140254</c:v>
                </c:pt>
                <c:pt idx="23522">
                  <c:v>0.27224537036818219</c:v>
                </c:pt>
                <c:pt idx="23523">
                  <c:v>0.27225694444496185</c:v>
                </c:pt>
                <c:pt idx="23524">
                  <c:v>0.27226851851446554</c:v>
                </c:pt>
                <c:pt idx="23525">
                  <c:v>0.27228009259124519</c:v>
                </c:pt>
                <c:pt idx="23526">
                  <c:v>0.27229166666074889</c:v>
                </c:pt>
                <c:pt idx="23527">
                  <c:v>0.27230324073752854</c:v>
                </c:pt>
                <c:pt idx="23528">
                  <c:v>0.27231481481430819</c:v>
                </c:pt>
                <c:pt idx="23529">
                  <c:v>0.27232638888381189</c:v>
                </c:pt>
                <c:pt idx="23530">
                  <c:v>0.27233796296059154</c:v>
                </c:pt>
                <c:pt idx="23531">
                  <c:v>0.27234953703737119</c:v>
                </c:pt>
                <c:pt idx="23532">
                  <c:v>0.27236111110687489</c:v>
                </c:pt>
                <c:pt idx="23533">
                  <c:v>0.27237268518365454</c:v>
                </c:pt>
                <c:pt idx="23534">
                  <c:v>0.27238425926043419</c:v>
                </c:pt>
                <c:pt idx="23535">
                  <c:v>0.27239583332993789</c:v>
                </c:pt>
                <c:pt idx="23536">
                  <c:v>0.27240740740671754</c:v>
                </c:pt>
                <c:pt idx="23537">
                  <c:v>0.27241898147622123</c:v>
                </c:pt>
                <c:pt idx="23538">
                  <c:v>0.27243055555300089</c:v>
                </c:pt>
                <c:pt idx="23539">
                  <c:v>0.27244212962978054</c:v>
                </c:pt>
                <c:pt idx="23540">
                  <c:v>0.27245370369928423</c:v>
                </c:pt>
                <c:pt idx="23541">
                  <c:v>0.27246527777606389</c:v>
                </c:pt>
                <c:pt idx="23542">
                  <c:v>0.27247685185284354</c:v>
                </c:pt>
                <c:pt idx="23543">
                  <c:v>0.27248842592234723</c:v>
                </c:pt>
                <c:pt idx="23544">
                  <c:v>0.27249999999912689</c:v>
                </c:pt>
                <c:pt idx="23545">
                  <c:v>0.27251157406863058</c:v>
                </c:pt>
                <c:pt idx="23546">
                  <c:v>0.27252314814541023</c:v>
                </c:pt>
                <c:pt idx="23547">
                  <c:v>0.27253472222218988</c:v>
                </c:pt>
                <c:pt idx="23548">
                  <c:v>0.27254629629169358</c:v>
                </c:pt>
                <c:pt idx="23549">
                  <c:v>0.27255787036847323</c:v>
                </c:pt>
                <c:pt idx="23550">
                  <c:v>0.27256944444525288</c:v>
                </c:pt>
                <c:pt idx="23551">
                  <c:v>0.27258101851475658</c:v>
                </c:pt>
                <c:pt idx="23552">
                  <c:v>0.27259259259153623</c:v>
                </c:pt>
                <c:pt idx="23553">
                  <c:v>0.27260416666103993</c:v>
                </c:pt>
                <c:pt idx="23554">
                  <c:v>0.27261574073781958</c:v>
                </c:pt>
                <c:pt idx="23555">
                  <c:v>0.27262731481459923</c:v>
                </c:pt>
                <c:pt idx="23556">
                  <c:v>0.27263888888410293</c:v>
                </c:pt>
                <c:pt idx="23557">
                  <c:v>0.27265046296088258</c:v>
                </c:pt>
                <c:pt idx="23558">
                  <c:v>0.27266203703766223</c:v>
                </c:pt>
                <c:pt idx="23559">
                  <c:v>0.27267361110716593</c:v>
                </c:pt>
                <c:pt idx="23560">
                  <c:v>0.27268518518394558</c:v>
                </c:pt>
                <c:pt idx="23561">
                  <c:v>0.27269675925344927</c:v>
                </c:pt>
                <c:pt idx="23562">
                  <c:v>0.27270833333022892</c:v>
                </c:pt>
                <c:pt idx="23563">
                  <c:v>0.27271990740700858</c:v>
                </c:pt>
                <c:pt idx="23564">
                  <c:v>0.27273148147651227</c:v>
                </c:pt>
                <c:pt idx="23565">
                  <c:v>0.27274305555329192</c:v>
                </c:pt>
                <c:pt idx="23566">
                  <c:v>0.27275462963007158</c:v>
                </c:pt>
                <c:pt idx="23567">
                  <c:v>0.27276620369957527</c:v>
                </c:pt>
                <c:pt idx="23568">
                  <c:v>0.27277777777635492</c:v>
                </c:pt>
                <c:pt idx="23569">
                  <c:v>0.27278935185313458</c:v>
                </c:pt>
                <c:pt idx="23570">
                  <c:v>0.27280092592263827</c:v>
                </c:pt>
                <c:pt idx="23571">
                  <c:v>0.27281249999941792</c:v>
                </c:pt>
                <c:pt idx="23572">
                  <c:v>0.27282407406892162</c:v>
                </c:pt>
                <c:pt idx="23573">
                  <c:v>0.27283564814570127</c:v>
                </c:pt>
                <c:pt idx="23574">
                  <c:v>0.27284722222248092</c:v>
                </c:pt>
                <c:pt idx="23575">
                  <c:v>0.27285879629198462</c:v>
                </c:pt>
                <c:pt idx="23576">
                  <c:v>0.27287037036876427</c:v>
                </c:pt>
                <c:pt idx="23577">
                  <c:v>0.27288194444554392</c:v>
                </c:pt>
                <c:pt idx="23578">
                  <c:v>0.27289351851504762</c:v>
                </c:pt>
                <c:pt idx="23579">
                  <c:v>0.27290509259182727</c:v>
                </c:pt>
                <c:pt idx="23580">
                  <c:v>0.27291666666133096</c:v>
                </c:pt>
                <c:pt idx="23581">
                  <c:v>0.27292824073811062</c:v>
                </c:pt>
                <c:pt idx="23582">
                  <c:v>0.27293981481489027</c:v>
                </c:pt>
                <c:pt idx="23583">
                  <c:v>0.27295138888439396</c:v>
                </c:pt>
                <c:pt idx="23584">
                  <c:v>0.27296296296117362</c:v>
                </c:pt>
                <c:pt idx="23585">
                  <c:v>0.27297453703795327</c:v>
                </c:pt>
                <c:pt idx="23586">
                  <c:v>0.27298611110745696</c:v>
                </c:pt>
                <c:pt idx="23587">
                  <c:v>0.27299768518423662</c:v>
                </c:pt>
                <c:pt idx="23588">
                  <c:v>0.27300925925374031</c:v>
                </c:pt>
                <c:pt idx="23589">
                  <c:v>0.27302083333051996</c:v>
                </c:pt>
                <c:pt idx="23590">
                  <c:v>0.27303240740729962</c:v>
                </c:pt>
                <c:pt idx="23591">
                  <c:v>0.27304398147680331</c:v>
                </c:pt>
                <c:pt idx="23592">
                  <c:v>0.27305555555358296</c:v>
                </c:pt>
                <c:pt idx="23593">
                  <c:v>0.27306712963036261</c:v>
                </c:pt>
                <c:pt idx="23594">
                  <c:v>0.27307870369986631</c:v>
                </c:pt>
                <c:pt idx="23595">
                  <c:v>0.27309027777664596</c:v>
                </c:pt>
                <c:pt idx="23596">
                  <c:v>0.27310185184614966</c:v>
                </c:pt>
                <c:pt idx="23597">
                  <c:v>0.27311342592292931</c:v>
                </c:pt>
                <c:pt idx="23598">
                  <c:v>0.27312499999970896</c:v>
                </c:pt>
                <c:pt idx="23599">
                  <c:v>0.27313657406921266</c:v>
                </c:pt>
                <c:pt idx="23600">
                  <c:v>0.27314814814599231</c:v>
                </c:pt>
                <c:pt idx="23601">
                  <c:v>0.27315972222277196</c:v>
                </c:pt>
                <c:pt idx="23602">
                  <c:v>0.27317129629227566</c:v>
                </c:pt>
                <c:pt idx="23603">
                  <c:v>0.27318287036905531</c:v>
                </c:pt>
                <c:pt idx="23604">
                  <c:v>0.273194444438559</c:v>
                </c:pt>
                <c:pt idx="23605">
                  <c:v>0.27320601851533866</c:v>
                </c:pt>
                <c:pt idx="23606">
                  <c:v>0.27321759259211831</c:v>
                </c:pt>
                <c:pt idx="23607">
                  <c:v>0.273229166661622</c:v>
                </c:pt>
                <c:pt idx="23608">
                  <c:v>0.27324074073840166</c:v>
                </c:pt>
                <c:pt idx="23609">
                  <c:v>0.27325231481518131</c:v>
                </c:pt>
                <c:pt idx="23610">
                  <c:v>0.273263888884685</c:v>
                </c:pt>
                <c:pt idx="23611">
                  <c:v>0.27327546296146465</c:v>
                </c:pt>
                <c:pt idx="23612">
                  <c:v>0.27328703703824431</c:v>
                </c:pt>
                <c:pt idx="23613">
                  <c:v>0.273298611107748</c:v>
                </c:pt>
                <c:pt idx="23614">
                  <c:v>0.27331018518452765</c:v>
                </c:pt>
                <c:pt idx="23615">
                  <c:v>0.27332175925403135</c:v>
                </c:pt>
                <c:pt idx="23616">
                  <c:v>0.273333333330811</c:v>
                </c:pt>
                <c:pt idx="23617">
                  <c:v>0.27334490740759065</c:v>
                </c:pt>
                <c:pt idx="23618">
                  <c:v>0.27335648147709435</c:v>
                </c:pt>
                <c:pt idx="23619">
                  <c:v>0.273368055553874</c:v>
                </c:pt>
                <c:pt idx="23620">
                  <c:v>0.27337962963065365</c:v>
                </c:pt>
                <c:pt idx="23621">
                  <c:v>0.27339120370015735</c:v>
                </c:pt>
                <c:pt idx="23622">
                  <c:v>0.273402777776937</c:v>
                </c:pt>
                <c:pt idx="23623">
                  <c:v>0.2734143518464407</c:v>
                </c:pt>
                <c:pt idx="23624">
                  <c:v>0.27342592592322035</c:v>
                </c:pt>
                <c:pt idx="23625">
                  <c:v>0.2734375</c:v>
                </c:pt>
                <c:pt idx="23626">
                  <c:v>0.27344907406950369</c:v>
                </c:pt>
                <c:pt idx="23627">
                  <c:v>0.27346064814628335</c:v>
                </c:pt>
                <c:pt idx="23628">
                  <c:v>0.273472222223063</c:v>
                </c:pt>
                <c:pt idx="23629">
                  <c:v>0.27348379629256669</c:v>
                </c:pt>
                <c:pt idx="23630">
                  <c:v>0.27349537036934635</c:v>
                </c:pt>
                <c:pt idx="23631">
                  <c:v>0.27350694443885004</c:v>
                </c:pt>
                <c:pt idx="23632">
                  <c:v>0.27351851851562969</c:v>
                </c:pt>
                <c:pt idx="23633">
                  <c:v>0.27353009259240935</c:v>
                </c:pt>
                <c:pt idx="23634">
                  <c:v>0.27354166666191304</c:v>
                </c:pt>
                <c:pt idx="23635">
                  <c:v>0.27355324073869269</c:v>
                </c:pt>
                <c:pt idx="23636">
                  <c:v>0.27356481481547235</c:v>
                </c:pt>
                <c:pt idx="23637">
                  <c:v>0.27357638888497604</c:v>
                </c:pt>
                <c:pt idx="23638">
                  <c:v>0.27358796296175569</c:v>
                </c:pt>
                <c:pt idx="23639">
                  <c:v>0.27359953703125939</c:v>
                </c:pt>
                <c:pt idx="23640">
                  <c:v>0.27361111110803904</c:v>
                </c:pt>
                <c:pt idx="23641">
                  <c:v>0.27362268518481869</c:v>
                </c:pt>
                <c:pt idx="23642">
                  <c:v>0.27363425925432239</c:v>
                </c:pt>
                <c:pt idx="23643">
                  <c:v>0.27364583333110204</c:v>
                </c:pt>
                <c:pt idx="23644">
                  <c:v>0.27365740740788169</c:v>
                </c:pt>
                <c:pt idx="23645">
                  <c:v>0.27366898147738539</c:v>
                </c:pt>
                <c:pt idx="23646">
                  <c:v>0.27368055555416504</c:v>
                </c:pt>
                <c:pt idx="23647">
                  <c:v>0.27369212963094469</c:v>
                </c:pt>
                <c:pt idx="23648">
                  <c:v>0.27370370370044839</c:v>
                </c:pt>
                <c:pt idx="23649">
                  <c:v>0.27371527777722804</c:v>
                </c:pt>
                <c:pt idx="23650">
                  <c:v>0.27372685184673173</c:v>
                </c:pt>
                <c:pt idx="23651">
                  <c:v>0.27373842592351139</c:v>
                </c:pt>
                <c:pt idx="23652">
                  <c:v>0.27375000000029104</c:v>
                </c:pt>
                <c:pt idx="23653">
                  <c:v>0.27376157406979473</c:v>
                </c:pt>
                <c:pt idx="23654">
                  <c:v>0.27377314814657439</c:v>
                </c:pt>
                <c:pt idx="23655">
                  <c:v>0.27378472222335404</c:v>
                </c:pt>
                <c:pt idx="23656">
                  <c:v>0.27379629629285773</c:v>
                </c:pt>
                <c:pt idx="23657">
                  <c:v>0.27380787036963739</c:v>
                </c:pt>
                <c:pt idx="23658">
                  <c:v>0.27381944443914108</c:v>
                </c:pt>
                <c:pt idx="23659">
                  <c:v>0.27383101851592073</c:v>
                </c:pt>
                <c:pt idx="23660">
                  <c:v>0.27384259259270038</c:v>
                </c:pt>
                <c:pt idx="23661">
                  <c:v>0.27385416666220408</c:v>
                </c:pt>
                <c:pt idx="23662">
                  <c:v>0.27386574073898373</c:v>
                </c:pt>
                <c:pt idx="23663">
                  <c:v>0.27387731481576338</c:v>
                </c:pt>
                <c:pt idx="23664">
                  <c:v>0.27388888888526708</c:v>
                </c:pt>
                <c:pt idx="23665">
                  <c:v>0.27390046296204673</c:v>
                </c:pt>
                <c:pt idx="23666">
                  <c:v>0.27391203703155043</c:v>
                </c:pt>
                <c:pt idx="23667">
                  <c:v>0.27392361110833008</c:v>
                </c:pt>
                <c:pt idx="23668">
                  <c:v>0.27393518518510973</c:v>
                </c:pt>
                <c:pt idx="23669">
                  <c:v>0.27394675925461343</c:v>
                </c:pt>
                <c:pt idx="23670">
                  <c:v>0.27395833333139308</c:v>
                </c:pt>
                <c:pt idx="23671">
                  <c:v>0.27396990740817273</c:v>
                </c:pt>
                <c:pt idx="23672">
                  <c:v>0.27398148147767643</c:v>
                </c:pt>
                <c:pt idx="23673">
                  <c:v>0.27399305555445608</c:v>
                </c:pt>
                <c:pt idx="23674">
                  <c:v>0.27400462962395977</c:v>
                </c:pt>
                <c:pt idx="23675">
                  <c:v>0.27401620370073942</c:v>
                </c:pt>
                <c:pt idx="23676">
                  <c:v>0.27402777777751908</c:v>
                </c:pt>
                <c:pt idx="23677">
                  <c:v>0.27403935184702277</c:v>
                </c:pt>
                <c:pt idx="23678">
                  <c:v>0.27405092592380242</c:v>
                </c:pt>
                <c:pt idx="23679">
                  <c:v>0.27406250000058208</c:v>
                </c:pt>
                <c:pt idx="23680">
                  <c:v>0.27407407407008577</c:v>
                </c:pt>
                <c:pt idx="23681">
                  <c:v>0.27408564814686542</c:v>
                </c:pt>
                <c:pt idx="23682">
                  <c:v>0.27409722221636912</c:v>
                </c:pt>
                <c:pt idx="23683">
                  <c:v>0.27410879629314877</c:v>
                </c:pt>
                <c:pt idx="23684">
                  <c:v>0.27412037036992842</c:v>
                </c:pt>
                <c:pt idx="23685">
                  <c:v>0.27413194443943212</c:v>
                </c:pt>
                <c:pt idx="23686">
                  <c:v>0.27414351851621177</c:v>
                </c:pt>
                <c:pt idx="23687">
                  <c:v>0.27415509259299142</c:v>
                </c:pt>
                <c:pt idx="23688">
                  <c:v>0.27416666666249512</c:v>
                </c:pt>
                <c:pt idx="23689">
                  <c:v>0.27417824073927477</c:v>
                </c:pt>
                <c:pt idx="23690">
                  <c:v>0.27418981481605442</c:v>
                </c:pt>
                <c:pt idx="23691">
                  <c:v>0.27420138888555812</c:v>
                </c:pt>
                <c:pt idx="23692">
                  <c:v>0.27421296296233777</c:v>
                </c:pt>
                <c:pt idx="23693">
                  <c:v>0.27422453703184146</c:v>
                </c:pt>
                <c:pt idx="23694">
                  <c:v>0.27423611110862112</c:v>
                </c:pt>
                <c:pt idx="23695">
                  <c:v>0.27424768518540077</c:v>
                </c:pt>
                <c:pt idx="23696">
                  <c:v>0.27425925925490446</c:v>
                </c:pt>
                <c:pt idx="23697">
                  <c:v>0.27427083333168412</c:v>
                </c:pt>
                <c:pt idx="23698">
                  <c:v>0.27428240740846377</c:v>
                </c:pt>
                <c:pt idx="23699">
                  <c:v>0.27429398147796746</c:v>
                </c:pt>
                <c:pt idx="23700">
                  <c:v>0.27430555555474712</c:v>
                </c:pt>
                <c:pt idx="23701">
                  <c:v>0.27431712962425081</c:v>
                </c:pt>
                <c:pt idx="23702">
                  <c:v>0.27432870370103046</c:v>
                </c:pt>
                <c:pt idx="23703">
                  <c:v>0.27434027777781012</c:v>
                </c:pt>
                <c:pt idx="23704">
                  <c:v>0.27435185184731381</c:v>
                </c:pt>
                <c:pt idx="23705">
                  <c:v>0.27436342592409346</c:v>
                </c:pt>
                <c:pt idx="23706">
                  <c:v>0.27437500000087311</c:v>
                </c:pt>
                <c:pt idx="23707">
                  <c:v>0.27438657407037681</c:v>
                </c:pt>
                <c:pt idx="23708">
                  <c:v>0.27439814814715646</c:v>
                </c:pt>
                <c:pt idx="23709">
                  <c:v>0.27440972221666016</c:v>
                </c:pt>
                <c:pt idx="23710">
                  <c:v>0.27442129629343981</c:v>
                </c:pt>
                <c:pt idx="23711">
                  <c:v>0.27443287037021946</c:v>
                </c:pt>
                <c:pt idx="23712">
                  <c:v>0.27444444443972316</c:v>
                </c:pt>
                <c:pt idx="23713">
                  <c:v>0.27445601851650281</c:v>
                </c:pt>
                <c:pt idx="23714">
                  <c:v>0.27446759259328246</c:v>
                </c:pt>
                <c:pt idx="23715">
                  <c:v>0.27447916666278616</c:v>
                </c:pt>
                <c:pt idx="23716">
                  <c:v>0.27449074073956581</c:v>
                </c:pt>
                <c:pt idx="23717">
                  <c:v>0.2745023148090695</c:v>
                </c:pt>
                <c:pt idx="23718">
                  <c:v>0.27451388888584916</c:v>
                </c:pt>
                <c:pt idx="23719">
                  <c:v>0.27452546296262881</c:v>
                </c:pt>
                <c:pt idx="23720">
                  <c:v>0.2745370370321325</c:v>
                </c:pt>
                <c:pt idx="23721">
                  <c:v>0.27454861110891216</c:v>
                </c:pt>
                <c:pt idx="23722">
                  <c:v>0.27456018518569181</c:v>
                </c:pt>
                <c:pt idx="23723">
                  <c:v>0.2745717592551955</c:v>
                </c:pt>
                <c:pt idx="23724">
                  <c:v>0.27458333333197515</c:v>
                </c:pt>
                <c:pt idx="23725">
                  <c:v>0.27459490740147885</c:v>
                </c:pt>
                <c:pt idx="23726">
                  <c:v>0.2746064814782585</c:v>
                </c:pt>
                <c:pt idx="23727">
                  <c:v>0.27461805555503815</c:v>
                </c:pt>
                <c:pt idx="23728">
                  <c:v>0.27462962962454185</c:v>
                </c:pt>
                <c:pt idx="23729">
                  <c:v>0.2746412037013215</c:v>
                </c:pt>
                <c:pt idx="23730">
                  <c:v>0.27465277777810115</c:v>
                </c:pt>
                <c:pt idx="23731">
                  <c:v>0.27466435184760485</c:v>
                </c:pt>
                <c:pt idx="23732">
                  <c:v>0.2746759259243845</c:v>
                </c:pt>
                <c:pt idx="23733">
                  <c:v>0.27468750000116415</c:v>
                </c:pt>
                <c:pt idx="23734">
                  <c:v>0.27469907407066785</c:v>
                </c:pt>
                <c:pt idx="23735">
                  <c:v>0.2747106481474475</c:v>
                </c:pt>
                <c:pt idx="23736">
                  <c:v>0.2747222222169512</c:v>
                </c:pt>
                <c:pt idx="23737">
                  <c:v>0.27473379629373085</c:v>
                </c:pt>
                <c:pt idx="23738">
                  <c:v>0.2747453703705105</c:v>
                </c:pt>
                <c:pt idx="23739">
                  <c:v>0.27475694444001419</c:v>
                </c:pt>
                <c:pt idx="23740">
                  <c:v>0.27476851851679385</c:v>
                </c:pt>
                <c:pt idx="23741">
                  <c:v>0.2747800925935735</c:v>
                </c:pt>
                <c:pt idx="23742">
                  <c:v>0.27479166666307719</c:v>
                </c:pt>
                <c:pt idx="23743">
                  <c:v>0.27480324073985685</c:v>
                </c:pt>
                <c:pt idx="23744">
                  <c:v>0.27481481480936054</c:v>
                </c:pt>
                <c:pt idx="23745">
                  <c:v>0.27482638888614019</c:v>
                </c:pt>
                <c:pt idx="23746">
                  <c:v>0.27483796296291985</c:v>
                </c:pt>
                <c:pt idx="23747">
                  <c:v>0.27484953703242354</c:v>
                </c:pt>
                <c:pt idx="23748">
                  <c:v>0.27486111110920319</c:v>
                </c:pt>
                <c:pt idx="23749">
                  <c:v>0.27487268518598285</c:v>
                </c:pt>
                <c:pt idx="23750">
                  <c:v>0.27488425925548654</c:v>
                </c:pt>
                <c:pt idx="23751">
                  <c:v>0.27489583333226619</c:v>
                </c:pt>
                <c:pt idx="23752">
                  <c:v>0.27490740740176989</c:v>
                </c:pt>
                <c:pt idx="23753">
                  <c:v>0.27491898147854954</c:v>
                </c:pt>
                <c:pt idx="23754">
                  <c:v>0.27493055555532919</c:v>
                </c:pt>
                <c:pt idx="23755">
                  <c:v>0.27494212962483289</c:v>
                </c:pt>
                <c:pt idx="23756">
                  <c:v>0.27495370370161254</c:v>
                </c:pt>
                <c:pt idx="23757">
                  <c:v>0.27496527777839219</c:v>
                </c:pt>
                <c:pt idx="23758">
                  <c:v>0.27497685184789589</c:v>
                </c:pt>
                <c:pt idx="23759">
                  <c:v>0.27498842592467554</c:v>
                </c:pt>
                <c:pt idx="23760">
                  <c:v>0.27499999999417923</c:v>
                </c:pt>
                <c:pt idx="23761">
                  <c:v>0.27501157407095889</c:v>
                </c:pt>
                <c:pt idx="23762">
                  <c:v>0.27502314814773854</c:v>
                </c:pt>
                <c:pt idx="23763">
                  <c:v>0.27503472221724223</c:v>
                </c:pt>
                <c:pt idx="23764">
                  <c:v>0.27504629629402189</c:v>
                </c:pt>
                <c:pt idx="23765">
                  <c:v>0.27505787037080154</c:v>
                </c:pt>
                <c:pt idx="23766">
                  <c:v>0.27506944444030523</c:v>
                </c:pt>
                <c:pt idx="23767">
                  <c:v>0.27508101851708489</c:v>
                </c:pt>
                <c:pt idx="23768">
                  <c:v>0.27509259259386454</c:v>
                </c:pt>
                <c:pt idx="23769">
                  <c:v>0.27510416666336823</c:v>
                </c:pt>
                <c:pt idx="23770">
                  <c:v>0.27511574074014788</c:v>
                </c:pt>
                <c:pt idx="23771">
                  <c:v>0.27512731480965158</c:v>
                </c:pt>
                <c:pt idx="23772">
                  <c:v>0.27513888888643123</c:v>
                </c:pt>
                <c:pt idx="23773">
                  <c:v>0.27515046296321088</c:v>
                </c:pt>
                <c:pt idx="23774">
                  <c:v>0.27516203703271458</c:v>
                </c:pt>
                <c:pt idx="23775">
                  <c:v>0.27517361110949423</c:v>
                </c:pt>
                <c:pt idx="23776">
                  <c:v>0.27518518518627388</c:v>
                </c:pt>
                <c:pt idx="23777">
                  <c:v>0.27519675925577758</c:v>
                </c:pt>
                <c:pt idx="23778">
                  <c:v>0.27520833333255723</c:v>
                </c:pt>
                <c:pt idx="23779">
                  <c:v>0.27521990740206093</c:v>
                </c:pt>
                <c:pt idx="23780">
                  <c:v>0.27523148147884058</c:v>
                </c:pt>
                <c:pt idx="23781">
                  <c:v>0.27524305555562023</c:v>
                </c:pt>
                <c:pt idx="23782">
                  <c:v>0.27525462962512393</c:v>
                </c:pt>
                <c:pt idx="23783">
                  <c:v>0.27526620370190358</c:v>
                </c:pt>
                <c:pt idx="23784">
                  <c:v>0.27527777777868323</c:v>
                </c:pt>
                <c:pt idx="23785">
                  <c:v>0.27528935184818693</c:v>
                </c:pt>
                <c:pt idx="23786">
                  <c:v>0.27530092592496658</c:v>
                </c:pt>
                <c:pt idx="23787">
                  <c:v>0.27531249999447027</c:v>
                </c:pt>
                <c:pt idx="23788">
                  <c:v>0.27532407407124992</c:v>
                </c:pt>
                <c:pt idx="23789">
                  <c:v>0.27533564814802958</c:v>
                </c:pt>
                <c:pt idx="23790">
                  <c:v>0.27534722221753327</c:v>
                </c:pt>
                <c:pt idx="23791">
                  <c:v>0.27535879629431292</c:v>
                </c:pt>
                <c:pt idx="23792">
                  <c:v>0.27537037037109258</c:v>
                </c:pt>
                <c:pt idx="23793">
                  <c:v>0.27538194444059627</c:v>
                </c:pt>
                <c:pt idx="23794">
                  <c:v>0.27539351851737592</c:v>
                </c:pt>
                <c:pt idx="23795">
                  <c:v>0.27540509258687962</c:v>
                </c:pt>
                <c:pt idx="23796">
                  <c:v>0.27541666666365927</c:v>
                </c:pt>
                <c:pt idx="23797">
                  <c:v>0.27542824074043892</c:v>
                </c:pt>
                <c:pt idx="23798">
                  <c:v>0.27543981480994262</c:v>
                </c:pt>
                <c:pt idx="23799">
                  <c:v>0.27545138888672227</c:v>
                </c:pt>
                <c:pt idx="23800">
                  <c:v>0.27546296296350192</c:v>
                </c:pt>
                <c:pt idx="23801">
                  <c:v>0.27547453703300562</c:v>
                </c:pt>
                <c:pt idx="23802">
                  <c:v>0.27548611110978527</c:v>
                </c:pt>
                <c:pt idx="23803">
                  <c:v>0.27549768517928896</c:v>
                </c:pt>
                <c:pt idx="23804">
                  <c:v>0.27550925925606862</c:v>
                </c:pt>
                <c:pt idx="23805">
                  <c:v>0.27552083333284827</c:v>
                </c:pt>
                <c:pt idx="23806">
                  <c:v>0.27553240740235196</c:v>
                </c:pt>
                <c:pt idx="23807">
                  <c:v>0.27554398147913162</c:v>
                </c:pt>
                <c:pt idx="23808">
                  <c:v>0.27555555555591127</c:v>
                </c:pt>
                <c:pt idx="23809">
                  <c:v>0.27556712962541496</c:v>
                </c:pt>
                <c:pt idx="23810">
                  <c:v>0.27557870370219462</c:v>
                </c:pt>
                <c:pt idx="23811">
                  <c:v>0.27559027777897427</c:v>
                </c:pt>
                <c:pt idx="23812">
                  <c:v>0.27560185184847796</c:v>
                </c:pt>
                <c:pt idx="23813">
                  <c:v>0.27561342592525762</c:v>
                </c:pt>
                <c:pt idx="23814">
                  <c:v>0.27562499999476131</c:v>
                </c:pt>
                <c:pt idx="23815">
                  <c:v>0.27563657407154096</c:v>
                </c:pt>
                <c:pt idx="23816">
                  <c:v>0.27564814814832062</c:v>
                </c:pt>
                <c:pt idx="23817">
                  <c:v>0.27565972221782431</c:v>
                </c:pt>
                <c:pt idx="23818">
                  <c:v>0.27567129629460396</c:v>
                </c:pt>
                <c:pt idx="23819">
                  <c:v>0.27568287037138361</c:v>
                </c:pt>
                <c:pt idx="23820">
                  <c:v>0.27569444444088731</c:v>
                </c:pt>
                <c:pt idx="23821">
                  <c:v>0.27570601851766696</c:v>
                </c:pt>
                <c:pt idx="23822">
                  <c:v>0.27571759258717066</c:v>
                </c:pt>
                <c:pt idx="23823">
                  <c:v>0.27572916666395031</c:v>
                </c:pt>
                <c:pt idx="23824">
                  <c:v>0.27574074074072996</c:v>
                </c:pt>
                <c:pt idx="23825">
                  <c:v>0.27575231481023366</c:v>
                </c:pt>
                <c:pt idx="23826">
                  <c:v>0.27576388888701331</c:v>
                </c:pt>
                <c:pt idx="23827">
                  <c:v>0.27577546296379296</c:v>
                </c:pt>
                <c:pt idx="23828">
                  <c:v>0.27578703703329666</c:v>
                </c:pt>
                <c:pt idx="23829">
                  <c:v>0.27579861111007631</c:v>
                </c:pt>
                <c:pt idx="23830">
                  <c:v>0.27581018517958</c:v>
                </c:pt>
                <c:pt idx="23831">
                  <c:v>0.27582175925635966</c:v>
                </c:pt>
                <c:pt idx="23832">
                  <c:v>0.27583333333313931</c:v>
                </c:pt>
                <c:pt idx="23833">
                  <c:v>0.275844907402643</c:v>
                </c:pt>
                <c:pt idx="23834">
                  <c:v>0.27585648147942265</c:v>
                </c:pt>
                <c:pt idx="23835">
                  <c:v>0.27586805555620231</c:v>
                </c:pt>
                <c:pt idx="23836">
                  <c:v>0.275879629625706</c:v>
                </c:pt>
                <c:pt idx="23837">
                  <c:v>0.27589120370248565</c:v>
                </c:pt>
                <c:pt idx="23838">
                  <c:v>0.27590277777198935</c:v>
                </c:pt>
                <c:pt idx="23839">
                  <c:v>0.275914351848769</c:v>
                </c:pt>
                <c:pt idx="23840">
                  <c:v>0.27592592592554865</c:v>
                </c:pt>
                <c:pt idx="23841">
                  <c:v>0.27593749999505235</c:v>
                </c:pt>
                <c:pt idx="23842">
                  <c:v>0.275949074071832</c:v>
                </c:pt>
                <c:pt idx="23843">
                  <c:v>0.27596064814861165</c:v>
                </c:pt>
                <c:pt idx="23844">
                  <c:v>0.27597222221811535</c:v>
                </c:pt>
                <c:pt idx="23845">
                  <c:v>0.275983796294895</c:v>
                </c:pt>
                <c:pt idx="23846">
                  <c:v>0.27599537037167465</c:v>
                </c:pt>
                <c:pt idx="23847">
                  <c:v>0.27600694444117835</c:v>
                </c:pt>
                <c:pt idx="23848">
                  <c:v>0.276018518517958</c:v>
                </c:pt>
                <c:pt idx="23849">
                  <c:v>0.2760300925874617</c:v>
                </c:pt>
                <c:pt idx="23850">
                  <c:v>0.27604166666424135</c:v>
                </c:pt>
                <c:pt idx="23851">
                  <c:v>0.276053240741021</c:v>
                </c:pt>
                <c:pt idx="23852">
                  <c:v>0.27606481481052469</c:v>
                </c:pt>
                <c:pt idx="23853">
                  <c:v>0.27607638888730435</c:v>
                </c:pt>
                <c:pt idx="23854">
                  <c:v>0.276087962964084</c:v>
                </c:pt>
                <c:pt idx="23855">
                  <c:v>0.27609953703358769</c:v>
                </c:pt>
                <c:pt idx="23856">
                  <c:v>0.27611111111036735</c:v>
                </c:pt>
                <c:pt idx="23857">
                  <c:v>0.27612268517987104</c:v>
                </c:pt>
                <c:pt idx="23858">
                  <c:v>0.27613425925665069</c:v>
                </c:pt>
                <c:pt idx="23859">
                  <c:v>0.27614583333343035</c:v>
                </c:pt>
                <c:pt idx="23860">
                  <c:v>0.27615740740293404</c:v>
                </c:pt>
                <c:pt idx="23861">
                  <c:v>0.27616898147971369</c:v>
                </c:pt>
                <c:pt idx="23862">
                  <c:v>0.27618055555649335</c:v>
                </c:pt>
                <c:pt idx="23863">
                  <c:v>0.27619212962599704</c:v>
                </c:pt>
                <c:pt idx="23864">
                  <c:v>0.27620370370277669</c:v>
                </c:pt>
                <c:pt idx="23865">
                  <c:v>0.27621527777228039</c:v>
                </c:pt>
                <c:pt idx="23866">
                  <c:v>0.27622685184906004</c:v>
                </c:pt>
                <c:pt idx="23867">
                  <c:v>0.27623842592583969</c:v>
                </c:pt>
                <c:pt idx="23868">
                  <c:v>0.27624999999534339</c:v>
                </c:pt>
                <c:pt idx="23869">
                  <c:v>0.27626157407212304</c:v>
                </c:pt>
                <c:pt idx="23870">
                  <c:v>0.27627314814890269</c:v>
                </c:pt>
                <c:pt idx="23871">
                  <c:v>0.27628472221840639</c:v>
                </c:pt>
                <c:pt idx="23872">
                  <c:v>0.27629629629518604</c:v>
                </c:pt>
                <c:pt idx="23873">
                  <c:v>0.27630787036468973</c:v>
                </c:pt>
                <c:pt idx="23874">
                  <c:v>0.27631944444146939</c:v>
                </c:pt>
                <c:pt idx="23875">
                  <c:v>0.27633101851824904</c:v>
                </c:pt>
                <c:pt idx="23876">
                  <c:v>0.27634259258775273</c:v>
                </c:pt>
                <c:pt idx="23877">
                  <c:v>0.27635416666453239</c:v>
                </c:pt>
                <c:pt idx="23878">
                  <c:v>0.27636574074131204</c:v>
                </c:pt>
                <c:pt idx="23879">
                  <c:v>0.27637731481081573</c:v>
                </c:pt>
                <c:pt idx="23880">
                  <c:v>0.27638888888759539</c:v>
                </c:pt>
                <c:pt idx="23881">
                  <c:v>0.27640046295709908</c:v>
                </c:pt>
                <c:pt idx="23882">
                  <c:v>0.27641203703387873</c:v>
                </c:pt>
                <c:pt idx="23883">
                  <c:v>0.27642361111065838</c:v>
                </c:pt>
                <c:pt idx="23884">
                  <c:v>0.27643518518016208</c:v>
                </c:pt>
                <c:pt idx="23885">
                  <c:v>0.27644675925694173</c:v>
                </c:pt>
                <c:pt idx="23886">
                  <c:v>0.27645833333372138</c:v>
                </c:pt>
                <c:pt idx="23887">
                  <c:v>0.27646990740322508</c:v>
                </c:pt>
                <c:pt idx="23888">
                  <c:v>0.27648148148000473</c:v>
                </c:pt>
                <c:pt idx="23889">
                  <c:v>0.27649305555678438</c:v>
                </c:pt>
                <c:pt idx="23890">
                  <c:v>0.27650462962628808</c:v>
                </c:pt>
                <c:pt idx="23891">
                  <c:v>0.27651620370306773</c:v>
                </c:pt>
                <c:pt idx="23892">
                  <c:v>0.27652777777257143</c:v>
                </c:pt>
                <c:pt idx="23893">
                  <c:v>0.27653935184935108</c:v>
                </c:pt>
                <c:pt idx="23894">
                  <c:v>0.27655092592613073</c:v>
                </c:pt>
                <c:pt idx="23895">
                  <c:v>0.27656249999563443</c:v>
                </c:pt>
                <c:pt idx="23896">
                  <c:v>0.27657407407241408</c:v>
                </c:pt>
                <c:pt idx="23897">
                  <c:v>0.27658564814919373</c:v>
                </c:pt>
                <c:pt idx="23898">
                  <c:v>0.27659722221869742</c:v>
                </c:pt>
                <c:pt idx="23899">
                  <c:v>0.27660879629547708</c:v>
                </c:pt>
                <c:pt idx="23900">
                  <c:v>0.27662037036498077</c:v>
                </c:pt>
                <c:pt idx="23901">
                  <c:v>0.27663194444176042</c:v>
                </c:pt>
                <c:pt idx="23902">
                  <c:v>0.27664351851854008</c:v>
                </c:pt>
                <c:pt idx="23903">
                  <c:v>0.27665509258804377</c:v>
                </c:pt>
                <c:pt idx="23904">
                  <c:v>0.27666666666482342</c:v>
                </c:pt>
                <c:pt idx="23905">
                  <c:v>0.27667824074160308</c:v>
                </c:pt>
                <c:pt idx="23906">
                  <c:v>0.27668981481110677</c:v>
                </c:pt>
                <c:pt idx="23907">
                  <c:v>0.27670138888788642</c:v>
                </c:pt>
                <c:pt idx="23908">
                  <c:v>0.27671296295739012</c:v>
                </c:pt>
                <c:pt idx="23909">
                  <c:v>0.27672453703416977</c:v>
                </c:pt>
                <c:pt idx="23910">
                  <c:v>0.27673611111094942</c:v>
                </c:pt>
                <c:pt idx="23911">
                  <c:v>0.27674768518045312</c:v>
                </c:pt>
                <c:pt idx="23912">
                  <c:v>0.27675925925723277</c:v>
                </c:pt>
                <c:pt idx="23913">
                  <c:v>0.27677083333401242</c:v>
                </c:pt>
                <c:pt idx="23914">
                  <c:v>0.27678240740351612</c:v>
                </c:pt>
                <c:pt idx="23915">
                  <c:v>0.27679398148029577</c:v>
                </c:pt>
                <c:pt idx="23916">
                  <c:v>0.27680555554979946</c:v>
                </c:pt>
                <c:pt idx="23917">
                  <c:v>0.27681712962657912</c:v>
                </c:pt>
                <c:pt idx="23918">
                  <c:v>0.27682870370335877</c:v>
                </c:pt>
                <c:pt idx="23919">
                  <c:v>0.27684027777286246</c:v>
                </c:pt>
                <c:pt idx="23920">
                  <c:v>0.27685185184964212</c:v>
                </c:pt>
                <c:pt idx="23921">
                  <c:v>0.27686342592642177</c:v>
                </c:pt>
                <c:pt idx="23922">
                  <c:v>0.27687499999592546</c:v>
                </c:pt>
                <c:pt idx="23923">
                  <c:v>0.27688657407270512</c:v>
                </c:pt>
                <c:pt idx="23924">
                  <c:v>0.27689814814948477</c:v>
                </c:pt>
                <c:pt idx="23925">
                  <c:v>0.27690972221898846</c:v>
                </c:pt>
                <c:pt idx="23926">
                  <c:v>0.27692129629576812</c:v>
                </c:pt>
                <c:pt idx="23927">
                  <c:v>0.27693287036527181</c:v>
                </c:pt>
                <c:pt idx="23928">
                  <c:v>0.27694444444205146</c:v>
                </c:pt>
                <c:pt idx="23929">
                  <c:v>0.27695601851883112</c:v>
                </c:pt>
                <c:pt idx="23930">
                  <c:v>0.27696759258833481</c:v>
                </c:pt>
                <c:pt idx="23931">
                  <c:v>0.27697916666511446</c:v>
                </c:pt>
                <c:pt idx="23932">
                  <c:v>0.27699074074189411</c:v>
                </c:pt>
                <c:pt idx="23933">
                  <c:v>0.27700231481139781</c:v>
                </c:pt>
                <c:pt idx="23934">
                  <c:v>0.27701388888817746</c:v>
                </c:pt>
                <c:pt idx="23935">
                  <c:v>0.27702546295768116</c:v>
                </c:pt>
                <c:pt idx="23936">
                  <c:v>0.27703703703446081</c:v>
                </c:pt>
                <c:pt idx="23937">
                  <c:v>0.27704861111124046</c:v>
                </c:pt>
                <c:pt idx="23938">
                  <c:v>0.27706018518074416</c:v>
                </c:pt>
                <c:pt idx="23939">
                  <c:v>0.27707175925752381</c:v>
                </c:pt>
                <c:pt idx="23940">
                  <c:v>0.27708333333430346</c:v>
                </c:pt>
                <c:pt idx="23941">
                  <c:v>0.27709490740380716</c:v>
                </c:pt>
                <c:pt idx="23942">
                  <c:v>0.27710648148058681</c:v>
                </c:pt>
                <c:pt idx="23943">
                  <c:v>0.2771180555500905</c:v>
                </c:pt>
                <c:pt idx="23944">
                  <c:v>0.27712962962687016</c:v>
                </c:pt>
                <c:pt idx="23945">
                  <c:v>0.27714120370364981</c:v>
                </c:pt>
                <c:pt idx="23946">
                  <c:v>0.2771527777731535</c:v>
                </c:pt>
                <c:pt idx="23947">
                  <c:v>0.27716435184993315</c:v>
                </c:pt>
                <c:pt idx="23948">
                  <c:v>0.27717592592671281</c:v>
                </c:pt>
                <c:pt idx="23949">
                  <c:v>0.2771874999962165</c:v>
                </c:pt>
                <c:pt idx="23950">
                  <c:v>0.27719907407299615</c:v>
                </c:pt>
                <c:pt idx="23951">
                  <c:v>0.27721064814249985</c:v>
                </c:pt>
                <c:pt idx="23952">
                  <c:v>0.2772222222192795</c:v>
                </c:pt>
                <c:pt idx="23953">
                  <c:v>0.27723379629605915</c:v>
                </c:pt>
                <c:pt idx="23954">
                  <c:v>0.27724537036556285</c:v>
                </c:pt>
                <c:pt idx="23955">
                  <c:v>0.2772569444423425</c:v>
                </c:pt>
                <c:pt idx="23956">
                  <c:v>0.27726851851912215</c:v>
                </c:pt>
                <c:pt idx="23957">
                  <c:v>0.27728009258862585</c:v>
                </c:pt>
                <c:pt idx="23958">
                  <c:v>0.2772916666654055</c:v>
                </c:pt>
                <c:pt idx="23959">
                  <c:v>0.2773032407349092</c:v>
                </c:pt>
                <c:pt idx="23960">
                  <c:v>0.27731481481168885</c:v>
                </c:pt>
                <c:pt idx="23961">
                  <c:v>0.2773263888884685</c:v>
                </c:pt>
                <c:pt idx="23962">
                  <c:v>0.27733796295797219</c:v>
                </c:pt>
                <c:pt idx="23963">
                  <c:v>0.27734953703475185</c:v>
                </c:pt>
                <c:pt idx="23964">
                  <c:v>0.2773611111115315</c:v>
                </c:pt>
                <c:pt idx="23965">
                  <c:v>0.27737268518103519</c:v>
                </c:pt>
                <c:pt idx="23966">
                  <c:v>0.27738425925781485</c:v>
                </c:pt>
                <c:pt idx="23967">
                  <c:v>0.2773958333345945</c:v>
                </c:pt>
                <c:pt idx="23968">
                  <c:v>0.27740740740409819</c:v>
                </c:pt>
                <c:pt idx="23969">
                  <c:v>0.27741898148087785</c:v>
                </c:pt>
                <c:pt idx="23970">
                  <c:v>0.27743055555038154</c:v>
                </c:pt>
                <c:pt idx="23971">
                  <c:v>0.27744212962716119</c:v>
                </c:pt>
                <c:pt idx="23972">
                  <c:v>0.27745370370394085</c:v>
                </c:pt>
                <c:pt idx="23973">
                  <c:v>0.27746527777344454</c:v>
                </c:pt>
                <c:pt idx="23974">
                  <c:v>0.27747685185022419</c:v>
                </c:pt>
                <c:pt idx="23975">
                  <c:v>0.27748842592700385</c:v>
                </c:pt>
                <c:pt idx="23976">
                  <c:v>0.27749999999650754</c:v>
                </c:pt>
                <c:pt idx="23977">
                  <c:v>0.27751157407328719</c:v>
                </c:pt>
                <c:pt idx="23978">
                  <c:v>0.27752314814279089</c:v>
                </c:pt>
                <c:pt idx="23979">
                  <c:v>0.27753472221957054</c:v>
                </c:pt>
                <c:pt idx="23980">
                  <c:v>0.27754629629635019</c:v>
                </c:pt>
                <c:pt idx="23981">
                  <c:v>0.27755787036585389</c:v>
                </c:pt>
                <c:pt idx="23982">
                  <c:v>0.27756944444263354</c:v>
                </c:pt>
                <c:pt idx="23983">
                  <c:v>0.27758101851941319</c:v>
                </c:pt>
                <c:pt idx="23984">
                  <c:v>0.27759259258891689</c:v>
                </c:pt>
                <c:pt idx="23985">
                  <c:v>0.27760416666569654</c:v>
                </c:pt>
                <c:pt idx="23986">
                  <c:v>0.27761574073520023</c:v>
                </c:pt>
                <c:pt idx="23987">
                  <c:v>0.27762731481197989</c:v>
                </c:pt>
                <c:pt idx="23988">
                  <c:v>0.27763888888875954</c:v>
                </c:pt>
                <c:pt idx="23989">
                  <c:v>0.27765046295826323</c:v>
                </c:pt>
                <c:pt idx="23990">
                  <c:v>0.27766203703504289</c:v>
                </c:pt>
                <c:pt idx="23991">
                  <c:v>0.27767361111182254</c:v>
                </c:pt>
                <c:pt idx="23992">
                  <c:v>0.27768518518132623</c:v>
                </c:pt>
                <c:pt idx="23993">
                  <c:v>0.27769675925810589</c:v>
                </c:pt>
                <c:pt idx="23994">
                  <c:v>0.27770833332760958</c:v>
                </c:pt>
                <c:pt idx="23995">
                  <c:v>0.27771990740438923</c:v>
                </c:pt>
                <c:pt idx="23996">
                  <c:v>0.27773148148116888</c:v>
                </c:pt>
                <c:pt idx="23997">
                  <c:v>0.27774305555067258</c:v>
                </c:pt>
                <c:pt idx="23998">
                  <c:v>0.27775462962745223</c:v>
                </c:pt>
                <c:pt idx="23999">
                  <c:v>0.27776620370423188</c:v>
                </c:pt>
                <c:pt idx="24000">
                  <c:v>0.27777777777373558</c:v>
                </c:pt>
                <c:pt idx="24001">
                  <c:v>0.27778935185051523</c:v>
                </c:pt>
                <c:pt idx="24002">
                  <c:v>0.27780092592001893</c:v>
                </c:pt>
                <c:pt idx="24003">
                  <c:v>0.27781249999679858</c:v>
                </c:pt>
                <c:pt idx="24004">
                  <c:v>0.27782407407357823</c:v>
                </c:pt>
                <c:pt idx="24005">
                  <c:v>0.27783564814308193</c:v>
                </c:pt>
                <c:pt idx="24006">
                  <c:v>0.27784722221986158</c:v>
                </c:pt>
                <c:pt idx="24007">
                  <c:v>0.27785879629664123</c:v>
                </c:pt>
                <c:pt idx="24008">
                  <c:v>0.27787037036614493</c:v>
                </c:pt>
                <c:pt idx="24009">
                  <c:v>0.27788194444292458</c:v>
                </c:pt>
                <c:pt idx="24010">
                  <c:v>0.27789351851970423</c:v>
                </c:pt>
                <c:pt idx="24011">
                  <c:v>0.27790509258920792</c:v>
                </c:pt>
                <c:pt idx="24012">
                  <c:v>0.27791666666598758</c:v>
                </c:pt>
                <c:pt idx="24013">
                  <c:v>0.27792824073549127</c:v>
                </c:pt>
                <c:pt idx="24014">
                  <c:v>0.27793981481227092</c:v>
                </c:pt>
                <c:pt idx="24015">
                  <c:v>0.27795138888905058</c:v>
                </c:pt>
                <c:pt idx="24016">
                  <c:v>0.27796296295855427</c:v>
                </c:pt>
                <c:pt idx="24017">
                  <c:v>0.27797453703533392</c:v>
                </c:pt>
                <c:pt idx="24018">
                  <c:v>0.27798611111211358</c:v>
                </c:pt>
                <c:pt idx="24019">
                  <c:v>0.27799768518161727</c:v>
                </c:pt>
                <c:pt idx="24020">
                  <c:v>0.27800925925839692</c:v>
                </c:pt>
                <c:pt idx="24021">
                  <c:v>0.27802083332790062</c:v>
                </c:pt>
                <c:pt idx="24022">
                  <c:v>0.27803240740468027</c:v>
                </c:pt>
                <c:pt idx="24023">
                  <c:v>0.27804398148145992</c:v>
                </c:pt>
                <c:pt idx="24024">
                  <c:v>0.27805555555096362</c:v>
                </c:pt>
                <c:pt idx="24025">
                  <c:v>0.27806712962774327</c:v>
                </c:pt>
                <c:pt idx="24026">
                  <c:v>0.27807870370452292</c:v>
                </c:pt>
                <c:pt idx="24027">
                  <c:v>0.27809027777402662</c:v>
                </c:pt>
                <c:pt idx="24028">
                  <c:v>0.27810185185080627</c:v>
                </c:pt>
                <c:pt idx="24029">
                  <c:v>0.27811342592030996</c:v>
                </c:pt>
                <c:pt idx="24030">
                  <c:v>0.27812499999708962</c:v>
                </c:pt>
                <c:pt idx="24031">
                  <c:v>0.27813657407386927</c:v>
                </c:pt>
                <c:pt idx="24032">
                  <c:v>0.27814814814337296</c:v>
                </c:pt>
                <c:pt idx="24033">
                  <c:v>0.27815972222015262</c:v>
                </c:pt>
                <c:pt idx="24034">
                  <c:v>0.27817129629693227</c:v>
                </c:pt>
                <c:pt idx="24035">
                  <c:v>0.27818287036643596</c:v>
                </c:pt>
                <c:pt idx="24036">
                  <c:v>0.27819444444321562</c:v>
                </c:pt>
                <c:pt idx="24037">
                  <c:v>0.27820601851271931</c:v>
                </c:pt>
                <c:pt idx="24038">
                  <c:v>0.27821759258949896</c:v>
                </c:pt>
                <c:pt idx="24039">
                  <c:v>0.27822916666627862</c:v>
                </c:pt>
                <c:pt idx="24040">
                  <c:v>0.27824074073578231</c:v>
                </c:pt>
                <c:pt idx="24041">
                  <c:v>0.27825231481256196</c:v>
                </c:pt>
                <c:pt idx="24042">
                  <c:v>0.27826388888934162</c:v>
                </c:pt>
                <c:pt idx="24043">
                  <c:v>0.27827546295884531</c:v>
                </c:pt>
                <c:pt idx="24044">
                  <c:v>0.27828703703562496</c:v>
                </c:pt>
                <c:pt idx="24045">
                  <c:v>0.27829861111240461</c:v>
                </c:pt>
                <c:pt idx="24046">
                  <c:v>0.27831018518190831</c:v>
                </c:pt>
                <c:pt idx="24047">
                  <c:v>0.27832175925868796</c:v>
                </c:pt>
                <c:pt idx="24048">
                  <c:v>0.27833333332819166</c:v>
                </c:pt>
                <c:pt idx="24049">
                  <c:v>0.27834490740497131</c:v>
                </c:pt>
                <c:pt idx="24050">
                  <c:v>0.27835648148175096</c:v>
                </c:pt>
                <c:pt idx="24051">
                  <c:v>0.27836805555125466</c:v>
                </c:pt>
                <c:pt idx="24052">
                  <c:v>0.27837962962803431</c:v>
                </c:pt>
                <c:pt idx="24053">
                  <c:v>0.27839120370481396</c:v>
                </c:pt>
                <c:pt idx="24054">
                  <c:v>0.27840277777431766</c:v>
                </c:pt>
                <c:pt idx="24055">
                  <c:v>0.27841435185109731</c:v>
                </c:pt>
                <c:pt idx="24056">
                  <c:v>0.278425925920601</c:v>
                </c:pt>
                <c:pt idx="24057">
                  <c:v>0.27843749999738066</c:v>
                </c:pt>
                <c:pt idx="24058">
                  <c:v>0.27844907407416031</c:v>
                </c:pt>
                <c:pt idx="24059">
                  <c:v>0.278460648143664</c:v>
                </c:pt>
                <c:pt idx="24060">
                  <c:v>0.27847222222044365</c:v>
                </c:pt>
                <c:pt idx="24061">
                  <c:v>0.27848379629722331</c:v>
                </c:pt>
                <c:pt idx="24062">
                  <c:v>0.278495370366727</c:v>
                </c:pt>
                <c:pt idx="24063">
                  <c:v>0.27850694444350665</c:v>
                </c:pt>
                <c:pt idx="24064">
                  <c:v>0.27851851851301035</c:v>
                </c:pt>
                <c:pt idx="24065">
                  <c:v>0.27853009258979</c:v>
                </c:pt>
                <c:pt idx="24066">
                  <c:v>0.27854166666656965</c:v>
                </c:pt>
                <c:pt idx="24067">
                  <c:v>0.27855324073607335</c:v>
                </c:pt>
                <c:pt idx="24068">
                  <c:v>0.278564814812853</c:v>
                </c:pt>
                <c:pt idx="24069">
                  <c:v>0.27857638888963265</c:v>
                </c:pt>
                <c:pt idx="24070">
                  <c:v>0.27858796295913635</c:v>
                </c:pt>
                <c:pt idx="24071">
                  <c:v>0.278599537035916</c:v>
                </c:pt>
                <c:pt idx="24072">
                  <c:v>0.2786111111054197</c:v>
                </c:pt>
                <c:pt idx="24073">
                  <c:v>0.27862268518219935</c:v>
                </c:pt>
                <c:pt idx="24074">
                  <c:v>0.278634259258979</c:v>
                </c:pt>
                <c:pt idx="24075">
                  <c:v>0.27864583332848269</c:v>
                </c:pt>
                <c:pt idx="24076">
                  <c:v>0.27865740740526235</c:v>
                </c:pt>
                <c:pt idx="24077">
                  <c:v>0.278668981482042</c:v>
                </c:pt>
                <c:pt idx="24078">
                  <c:v>0.27868055555154569</c:v>
                </c:pt>
                <c:pt idx="24079">
                  <c:v>0.27869212962832535</c:v>
                </c:pt>
                <c:pt idx="24080">
                  <c:v>0.27870370369782904</c:v>
                </c:pt>
                <c:pt idx="24081">
                  <c:v>0.27871527777460869</c:v>
                </c:pt>
                <c:pt idx="24082">
                  <c:v>0.27872685185138835</c:v>
                </c:pt>
                <c:pt idx="24083">
                  <c:v>0.27873842592089204</c:v>
                </c:pt>
                <c:pt idx="24084">
                  <c:v>0.27874999999767169</c:v>
                </c:pt>
                <c:pt idx="24085">
                  <c:v>0.27876157407445135</c:v>
                </c:pt>
                <c:pt idx="24086">
                  <c:v>0.27877314814395504</c:v>
                </c:pt>
                <c:pt idx="24087">
                  <c:v>0.27878472222073469</c:v>
                </c:pt>
                <c:pt idx="24088">
                  <c:v>0.27879629629751435</c:v>
                </c:pt>
                <c:pt idx="24089">
                  <c:v>0.27880787036701804</c:v>
                </c:pt>
                <c:pt idx="24090">
                  <c:v>0.27881944444379769</c:v>
                </c:pt>
                <c:pt idx="24091">
                  <c:v>0.27883101851330139</c:v>
                </c:pt>
                <c:pt idx="24092">
                  <c:v>0.27884259259008104</c:v>
                </c:pt>
                <c:pt idx="24093">
                  <c:v>0.27885416666686069</c:v>
                </c:pt>
                <c:pt idx="24094">
                  <c:v>0.27886574073636439</c:v>
                </c:pt>
                <c:pt idx="24095">
                  <c:v>0.27887731481314404</c:v>
                </c:pt>
                <c:pt idx="24096">
                  <c:v>0.27888888888992369</c:v>
                </c:pt>
                <c:pt idx="24097">
                  <c:v>0.27890046295942739</c:v>
                </c:pt>
                <c:pt idx="24098">
                  <c:v>0.27891203703620704</c:v>
                </c:pt>
                <c:pt idx="24099">
                  <c:v>0.27892361110571073</c:v>
                </c:pt>
                <c:pt idx="24100">
                  <c:v>0.27893518518249039</c:v>
                </c:pt>
                <c:pt idx="24101">
                  <c:v>0.27894675925927004</c:v>
                </c:pt>
                <c:pt idx="24102">
                  <c:v>0.27895833332877373</c:v>
                </c:pt>
                <c:pt idx="24103">
                  <c:v>0.27896990740555339</c:v>
                </c:pt>
                <c:pt idx="24104">
                  <c:v>0.27898148148233304</c:v>
                </c:pt>
                <c:pt idx="24105">
                  <c:v>0.27899305555183673</c:v>
                </c:pt>
                <c:pt idx="24106">
                  <c:v>0.27900462962861639</c:v>
                </c:pt>
                <c:pt idx="24107">
                  <c:v>0.27901620369812008</c:v>
                </c:pt>
                <c:pt idx="24108">
                  <c:v>0.27902777777489973</c:v>
                </c:pt>
                <c:pt idx="24109">
                  <c:v>0.27903935185167938</c:v>
                </c:pt>
                <c:pt idx="24110">
                  <c:v>0.27905092592118308</c:v>
                </c:pt>
                <c:pt idx="24111">
                  <c:v>0.27906249999796273</c:v>
                </c:pt>
                <c:pt idx="24112">
                  <c:v>0.27907407407474238</c:v>
                </c:pt>
                <c:pt idx="24113">
                  <c:v>0.27908564814424608</c:v>
                </c:pt>
                <c:pt idx="24114">
                  <c:v>0.27909722222102573</c:v>
                </c:pt>
                <c:pt idx="24115">
                  <c:v>0.27910879629052943</c:v>
                </c:pt>
                <c:pt idx="24116">
                  <c:v>0.27912037036730908</c:v>
                </c:pt>
                <c:pt idx="24117">
                  <c:v>0.27913194444408873</c:v>
                </c:pt>
                <c:pt idx="24118">
                  <c:v>0.27914351851359243</c:v>
                </c:pt>
                <c:pt idx="24119">
                  <c:v>0.27915509259037208</c:v>
                </c:pt>
                <c:pt idx="24120">
                  <c:v>0.27916666666715173</c:v>
                </c:pt>
                <c:pt idx="24121">
                  <c:v>0.27917824073665543</c:v>
                </c:pt>
                <c:pt idx="24122">
                  <c:v>0.27918981481343508</c:v>
                </c:pt>
                <c:pt idx="24123">
                  <c:v>0.27920138889021473</c:v>
                </c:pt>
                <c:pt idx="24124">
                  <c:v>0.27921296295971842</c:v>
                </c:pt>
                <c:pt idx="24125">
                  <c:v>0.27922453703649808</c:v>
                </c:pt>
                <c:pt idx="24126">
                  <c:v>0.27923611110600177</c:v>
                </c:pt>
                <c:pt idx="24127">
                  <c:v>0.27924768518278142</c:v>
                </c:pt>
                <c:pt idx="24128">
                  <c:v>0.27925925925956108</c:v>
                </c:pt>
                <c:pt idx="24129">
                  <c:v>0.27927083332906477</c:v>
                </c:pt>
                <c:pt idx="24130">
                  <c:v>0.27928240740584442</c:v>
                </c:pt>
                <c:pt idx="24131">
                  <c:v>0.27929398148262408</c:v>
                </c:pt>
                <c:pt idx="24132">
                  <c:v>0.27930555555212777</c:v>
                </c:pt>
                <c:pt idx="24133">
                  <c:v>0.27931712962890742</c:v>
                </c:pt>
                <c:pt idx="24134">
                  <c:v>0.27932870369841112</c:v>
                </c:pt>
                <c:pt idx="24135">
                  <c:v>0.27934027777519077</c:v>
                </c:pt>
                <c:pt idx="24136">
                  <c:v>0.27935185185197042</c:v>
                </c:pt>
                <c:pt idx="24137">
                  <c:v>0.27936342592147412</c:v>
                </c:pt>
                <c:pt idx="24138">
                  <c:v>0.27937499999825377</c:v>
                </c:pt>
                <c:pt idx="24139">
                  <c:v>0.27938657407503342</c:v>
                </c:pt>
                <c:pt idx="24140">
                  <c:v>0.27939814814453712</c:v>
                </c:pt>
                <c:pt idx="24141">
                  <c:v>0.27940972222131677</c:v>
                </c:pt>
                <c:pt idx="24142">
                  <c:v>0.27942129629082046</c:v>
                </c:pt>
                <c:pt idx="24143">
                  <c:v>0.27943287036760012</c:v>
                </c:pt>
                <c:pt idx="24144">
                  <c:v>0.27944444444437977</c:v>
                </c:pt>
                <c:pt idx="24145">
                  <c:v>0.27945601851388346</c:v>
                </c:pt>
                <c:pt idx="24146">
                  <c:v>0.27946759259066312</c:v>
                </c:pt>
                <c:pt idx="24147">
                  <c:v>0.27947916666744277</c:v>
                </c:pt>
                <c:pt idx="24148">
                  <c:v>0.27949074073694646</c:v>
                </c:pt>
                <c:pt idx="24149">
                  <c:v>0.27950231481372612</c:v>
                </c:pt>
                <c:pt idx="24150">
                  <c:v>0.27951388888322981</c:v>
                </c:pt>
                <c:pt idx="24151">
                  <c:v>0.27952546296000946</c:v>
                </c:pt>
                <c:pt idx="24152">
                  <c:v>0.27953703703678912</c:v>
                </c:pt>
                <c:pt idx="24153">
                  <c:v>0.27954861110629281</c:v>
                </c:pt>
                <c:pt idx="24154">
                  <c:v>0.27956018518307246</c:v>
                </c:pt>
                <c:pt idx="24155">
                  <c:v>0.27957175925985212</c:v>
                </c:pt>
                <c:pt idx="24156">
                  <c:v>0.27958333332935581</c:v>
                </c:pt>
                <c:pt idx="24157">
                  <c:v>0.27959490740613546</c:v>
                </c:pt>
                <c:pt idx="24158">
                  <c:v>0.27960648147563916</c:v>
                </c:pt>
                <c:pt idx="24159">
                  <c:v>0.27961805555241881</c:v>
                </c:pt>
                <c:pt idx="24160">
                  <c:v>0.27962962962919846</c:v>
                </c:pt>
                <c:pt idx="24161">
                  <c:v>0.27964120369870216</c:v>
                </c:pt>
                <c:pt idx="24162">
                  <c:v>0.27965277777548181</c:v>
                </c:pt>
                <c:pt idx="24163">
                  <c:v>0.27966435185226146</c:v>
                </c:pt>
                <c:pt idx="24164">
                  <c:v>0.27967592592176516</c:v>
                </c:pt>
                <c:pt idx="24165">
                  <c:v>0.27968749999854481</c:v>
                </c:pt>
                <c:pt idx="24166">
                  <c:v>0.27969907407532446</c:v>
                </c:pt>
                <c:pt idx="24167">
                  <c:v>0.27971064814482816</c:v>
                </c:pt>
                <c:pt idx="24168">
                  <c:v>0.27972222222160781</c:v>
                </c:pt>
                <c:pt idx="24169">
                  <c:v>0.2797337962911115</c:v>
                </c:pt>
                <c:pt idx="24170">
                  <c:v>0.27974537036789116</c:v>
                </c:pt>
                <c:pt idx="24171">
                  <c:v>0.27975694444467081</c:v>
                </c:pt>
                <c:pt idx="24172">
                  <c:v>0.2797685185141745</c:v>
                </c:pt>
                <c:pt idx="24173">
                  <c:v>0.27978009259095415</c:v>
                </c:pt>
                <c:pt idx="24174">
                  <c:v>0.27979166666773381</c:v>
                </c:pt>
                <c:pt idx="24175">
                  <c:v>0.2798032407372375</c:v>
                </c:pt>
                <c:pt idx="24176">
                  <c:v>0.27981481481401715</c:v>
                </c:pt>
                <c:pt idx="24177">
                  <c:v>0.27982638888352085</c:v>
                </c:pt>
                <c:pt idx="24178">
                  <c:v>0.2798379629603005</c:v>
                </c:pt>
                <c:pt idx="24179">
                  <c:v>0.27984953703708015</c:v>
                </c:pt>
                <c:pt idx="24180">
                  <c:v>0.27986111110658385</c:v>
                </c:pt>
                <c:pt idx="24181">
                  <c:v>0.2798726851833635</c:v>
                </c:pt>
                <c:pt idx="24182">
                  <c:v>0.27988425926014315</c:v>
                </c:pt>
                <c:pt idx="24183">
                  <c:v>0.27989583332964685</c:v>
                </c:pt>
                <c:pt idx="24184">
                  <c:v>0.2799074074064265</c:v>
                </c:pt>
                <c:pt idx="24185">
                  <c:v>0.2799189814759302</c:v>
                </c:pt>
                <c:pt idx="24186">
                  <c:v>0.27993055555270985</c:v>
                </c:pt>
                <c:pt idx="24187">
                  <c:v>0.2799421296294895</c:v>
                </c:pt>
                <c:pt idx="24188">
                  <c:v>0.27995370369899319</c:v>
                </c:pt>
                <c:pt idx="24189">
                  <c:v>0.27996527777577285</c:v>
                </c:pt>
                <c:pt idx="24190">
                  <c:v>0.2799768518525525</c:v>
                </c:pt>
                <c:pt idx="24191">
                  <c:v>0.27998842592205619</c:v>
                </c:pt>
                <c:pt idx="24192">
                  <c:v>0.27999999999883585</c:v>
                </c:pt>
                <c:pt idx="24193">
                  <c:v>0.28001157406833954</c:v>
                </c:pt>
                <c:pt idx="24194">
                  <c:v>0.28002314814511919</c:v>
                </c:pt>
                <c:pt idx="24195">
                  <c:v>0.28003472222189885</c:v>
                </c:pt>
                <c:pt idx="24196">
                  <c:v>0.28004629629140254</c:v>
                </c:pt>
                <c:pt idx="24197">
                  <c:v>0.28005787036818219</c:v>
                </c:pt>
                <c:pt idx="24198">
                  <c:v>0.28006944444496185</c:v>
                </c:pt>
                <c:pt idx="24199">
                  <c:v>0.28008101851446554</c:v>
                </c:pt>
                <c:pt idx="24200">
                  <c:v>0.28009259259124519</c:v>
                </c:pt>
                <c:pt idx="24201">
                  <c:v>0.28010416666074889</c:v>
                </c:pt>
                <c:pt idx="24202">
                  <c:v>0.28011574073752854</c:v>
                </c:pt>
                <c:pt idx="24203">
                  <c:v>0.28012731481430819</c:v>
                </c:pt>
                <c:pt idx="24204">
                  <c:v>0.28013888888381189</c:v>
                </c:pt>
                <c:pt idx="24205">
                  <c:v>0.28015046296059154</c:v>
                </c:pt>
                <c:pt idx="24206">
                  <c:v>0.28016203703737119</c:v>
                </c:pt>
                <c:pt idx="24207">
                  <c:v>0.28017361110687489</c:v>
                </c:pt>
                <c:pt idx="24208">
                  <c:v>0.28018518518365454</c:v>
                </c:pt>
                <c:pt idx="24209">
                  <c:v>0.28019675926043419</c:v>
                </c:pt>
                <c:pt idx="24210">
                  <c:v>0.28020833332993789</c:v>
                </c:pt>
                <c:pt idx="24211">
                  <c:v>0.28021990740671754</c:v>
                </c:pt>
                <c:pt idx="24212">
                  <c:v>0.28023148147622123</c:v>
                </c:pt>
                <c:pt idx="24213">
                  <c:v>0.28024305555300089</c:v>
                </c:pt>
                <c:pt idx="24214">
                  <c:v>0.28025462962978054</c:v>
                </c:pt>
                <c:pt idx="24215">
                  <c:v>0.28026620369928423</c:v>
                </c:pt>
                <c:pt idx="24216">
                  <c:v>0.28027777777606389</c:v>
                </c:pt>
                <c:pt idx="24217">
                  <c:v>0.28028935185284354</c:v>
                </c:pt>
                <c:pt idx="24218">
                  <c:v>0.28030092592234723</c:v>
                </c:pt>
                <c:pt idx="24219">
                  <c:v>0.28031249999912689</c:v>
                </c:pt>
                <c:pt idx="24220">
                  <c:v>0.28032407406863058</c:v>
                </c:pt>
                <c:pt idx="24221">
                  <c:v>0.28033564814541023</c:v>
                </c:pt>
                <c:pt idx="24222">
                  <c:v>0.28034722222218988</c:v>
                </c:pt>
                <c:pt idx="24223">
                  <c:v>0.28035879629169358</c:v>
                </c:pt>
                <c:pt idx="24224">
                  <c:v>0.28037037036847323</c:v>
                </c:pt>
                <c:pt idx="24225">
                  <c:v>0.28038194444525288</c:v>
                </c:pt>
                <c:pt idx="24226">
                  <c:v>0.28039351851475658</c:v>
                </c:pt>
                <c:pt idx="24227">
                  <c:v>0.28040509259153623</c:v>
                </c:pt>
                <c:pt idx="24228">
                  <c:v>0.28041666666103993</c:v>
                </c:pt>
                <c:pt idx="24229">
                  <c:v>0.28042824073781958</c:v>
                </c:pt>
                <c:pt idx="24230">
                  <c:v>0.28043981481459923</c:v>
                </c:pt>
                <c:pt idx="24231">
                  <c:v>0.28045138888410293</c:v>
                </c:pt>
                <c:pt idx="24232">
                  <c:v>0.28046296296088258</c:v>
                </c:pt>
                <c:pt idx="24233">
                  <c:v>0.28047453703766223</c:v>
                </c:pt>
                <c:pt idx="24234">
                  <c:v>0.28048611110716593</c:v>
                </c:pt>
                <c:pt idx="24235">
                  <c:v>0.28049768518394558</c:v>
                </c:pt>
                <c:pt idx="24236">
                  <c:v>0.28050925925344927</c:v>
                </c:pt>
                <c:pt idx="24237">
                  <c:v>0.28052083333022892</c:v>
                </c:pt>
                <c:pt idx="24238">
                  <c:v>0.28053240740700858</c:v>
                </c:pt>
                <c:pt idx="24239">
                  <c:v>0.28054398147651227</c:v>
                </c:pt>
                <c:pt idx="24240">
                  <c:v>0.28055555555329192</c:v>
                </c:pt>
                <c:pt idx="24241">
                  <c:v>0.28056712963007158</c:v>
                </c:pt>
                <c:pt idx="24242">
                  <c:v>0.28057870369957527</c:v>
                </c:pt>
                <c:pt idx="24243">
                  <c:v>0.28059027777635492</c:v>
                </c:pt>
                <c:pt idx="24244">
                  <c:v>0.28060185185313458</c:v>
                </c:pt>
                <c:pt idx="24245">
                  <c:v>0.28061342592263827</c:v>
                </c:pt>
                <c:pt idx="24246">
                  <c:v>0.28062499999941792</c:v>
                </c:pt>
                <c:pt idx="24247">
                  <c:v>0.28063657406892162</c:v>
                </c:pt>
                <c:pt idx="24248">
                  <c:v>0.28064814814570127</c:v>
                </c:pt>
                <c:pt idx="24249">
                  <c:v>0.28065972222248092</c:v>
                </c:pt>
                <c:pt idx="24250">
                  <c:v>0.28067129629198462</c:v>
                </c:pt>
                <c:pt idx="24251">
                  <c:v>0.28068287036876427</c:v>
                </c:pt>
                <c:pt idx="24252">
                  <c:v>0.28069444444554392</c:v>
                </c:pt>
                <c:pt idx="24253">
                  <c:v>0.28070601851504762</c:v>
                </c:pt>
                <c:pt idx="24254">
                  <c:v>0.28071759259182727</c:v>
                </c:pt>
                <c:pt idx="24255">
                  <c:v>0.28072916666133096</c:v>
                </c:pt>
                <c:pt idx="24256">
                  <c:v>0.28074074073811062</c:v>
                </c:pt>
                <c:pt idx="24257">
                  <c:v>0.28075231481489027</c:v>
                </c:pt>
                <c:pt idx="24258">
                  <c:v>0.28076388888439396</c:v>
                </c:pt>
                <c:pt idx="24259">
                  <c:v>0.28077546296117362</c:v>
                </c:pt>
                <c:pt idx="24260">
                  <c:v>0.28078703703795327</c:v>
                </c:pt>
                <c:pt idx="24261">
                  <c:v>0.28079861110745696</c:v>
                </c:pt>
                <c:pt idx="24262">
                  <c:v>0.28081018518423662</c:v>
                </c:pt>
                <c:pt idx="24263">
                  <c:v>0.28082175925374031</c:v>
                </c:pt>
                <c:pt idx="24264">
                  <c:v>0.28083333333051996</c:v>
                </c:pt>
                <c:pt idx="24265">
                  <c:v>0.28084490740729962</c:v>
                </c:pt>
                <c:pt idx="24266">
                  <c:v>0.28085648147680331</c:v>
                </c:pt>
                <c:pt idx="24267">
                  <c:v>0.28086805555358296</c:v>
                </c:pt>
                <c:pt idx="24268">
                  <c:v>0.28087962963036261</c:v>
                </c:pt>
                <c:pt idx="24269">
                  <c:v>0.28089120369986631</c:v>
                </c:pt>
                <c:pt idx="24270">
                  <c:v>0.28090277777664596</c:v>
                </c:pt>
                <c:pt idx="24271">
                  <c:v>0.28091435184614966</c:v>
                </c:pt>
                <c:pt idx="24272">
                  <c:v>0.28092592592292931</c:v>
                </c:pt>
                <c:pt idx="24273">
                  <c:v>0.28093749999970896</c:v>
                </c:pt>
                <c:pt idx="24274">
                  <c:v>0.28094907406921266</c:v>
                </c:pt>
                <c:pt idx="24275">
                  <c:v>0.28096064814599231</c:v>
                </c:pt>
                <c:pt idx="24276">
                  <c:v>0.28097222222277196</c:v>
                </c:pt>
                <c:pt idx="24277">
                  <c:v>0.28098379629227566</c:v>
                </c:pt>
                <c:pt idx="24278">
                  <c:v>0.28099537036905531</c:v>
                </c:pt>
                <c:pt idx="24279">
                  <c:v>0.281006944438559</c:v>
                </c:pt>
                <c:pt idx="24280">
                  <c:v>0.28101851851533866</c:v>
                </c:pt>
                <c:pt idx="24281">
                  <c:v>0.28103009259211831</c:v>
                </c:pt>
                <c:pt idx="24282">
                  <c:v>0.281041666661622</c:v>
                </c:pt>
                <c:pt idx="24283">
                  <c:v>0.28105324073840166</c:v>
                </c:pt>
                <c:pt idx="24284">
                  <c:v>0.28106481481518131</c:v>
                </c:pt>
                <c:pt idx="24285">
                  <c:v>0.281076388884685</c:v>
                </c:pt>
                <c:pt idx="24286">
                  <c:v>0.28108796296146465</c:v>
                </c:pt>
                <c:pt idx="24287">
                  <c:v>0.28109953703824431</c:v>
                </c:pt>
                <c:pt idx="24288">
                  <c:v>0.281111111107748</c:v>
                </c:pt>
                <c:pt idx="24289">
                  <c:v>0.28112268518452765</c:v>
                </c:pt>
                <c:pt idx="24290">
                  <c:v>0.28113425925403135</c:v>
                </c:pt>
                <c:pt idx="24291">
                  <c:v>0.281145833330811</c:v>
                </c:pt>
                <c:pt idx="24292">
                  <c:v>0.28115740740759065</c:v>
                </c:pt>
                <c:pt idx="24293">
                  <c:v>0.28116898147709435</c:v>
                </c:pt>
                <c:pt idx="24294">
                  <c:v>0.281180555553874</c:v>
                </c:pt>
                <c:pt idx="24295">
                  <c:v>0.28119212963065365</c:v>
                </c:pt>
                <c:pt idx="24296">
                  <c:v>0.28120370370015735</c:v>
                </c:pt>
                <c:pt idx="24297">
                  <c:v>0.281215277776937</c:v>
                </c:pt>
                <c:pt idx="24298">
                  <c:v>0.2812268518464407</c:v>
                </c:pt>
                <c:pt idx="24299">
                  <c:v>0.28123842592322035</c:v>
                </c:pt>
                <c:pt idx="24300">
                  <c:v>0.28125</c:v>
                </c:pt>
                <c:pt idx="24301">
                  <c:v>0.28126157406950369</c:v>
                </c:pt>
                <c:pt idx="24302">
                  <c:v>0.28127314814628335</c:v>
                </c:pt>
                <c:pt idx="24303">
                  <c:v>0.281284722223063</c:v>
                </c:pt>
                <c:pt idx="24304">
                  <c:v>0.28129629629256669</c:v>
                </c:pt>
                <c:pt idx="24305">
                  <c:v>0.28130787036934635</c:v>
                </c:pt>
                <c:pt idx="24306">
                  <c:v>0.28131944443885004</c:v>
                </c:pt>
                <c:pt idx="24307">
                  <c:v>0.28133101851562969</c:v>
                </c:pt>
                <c:pt idx="24308">
                  <c:v>0.28134259259240935</c:v>
                </c:pt>
                <c:pt idx="24309">
                  <c:v>0.28135416666191304</c:v>
                </c:pt>
                <c:pt idx="24310">
                  <c:v>0.28136574073869269</c:v>
                </c:pt>
                <c:pt idx="24311">
                  <c:v>0.28137731481547235</c:v>
                </c:pt>
                <c:pt idx="24312">
                  <c:v>0.28138888888497604</c:v>
                </c:pt>
                <c:pt idx="24313">
                  <c:v>0.28140046296175569</c:v>
                </c:pt>
                <c:pt idx="24314">
                  <c:v>0.28141203703125939</c:v>
                </c:pt>
                <c:pt idx="24315">
                  <c:v>0.28142361110803904</c:v>
                </c:pt>
                <c:pt idx="24316">
                  <c:v>0.28143518518481869</c:v>
                </c:pt>
                <c:pt idx="24317">
                  <c:v>0.28144675925432239</c:v>
                </c:pt>
                <c:pt idx="24318">
                  <c:v>0.28145833333110204</c:v>
                </c:pt>
                <c:pt idx="24319">
                  <c:v>0.28146990740788169</c:v>
                </c:pt>
                <c:pt idx="24320">
                  <c:v>0.28148148147738539</c:v>
                </c:pt>
                <c:pt idx="24321">
                  <c:v>0.28149305555416504</c:v>
                </c:pt>
                <c:pt idx="24322">
                  <c:v>0.28150462963094469</c:v>
                </c:pt>
                <c:pt idx="24323">
                  <c:v>0.28151620370044839</c:v>
                </c:pt>
                <c:pt idx="24324">
                  <c:v>0.28152777777722804</c:v>
                </c:pt>
                <c:pt idx="24325">
                  <c:v>0.28153935184673173</c:v>
                </c:pt>
                <c:pt idx="24326">
                  <c:v>0.28155092592351139</c:v>
                </c:pt>
                <c:pt idx="24327">
                  <c:v>0.28156250000029104</c:v>
                </c:pt>
                <c:pt idx="24328">
                  <c:v>0.28157407406979473</c:v>
                </c:pt>
                <c:pt idx="24329">
                  <c:v>0.28158564814657439</c:v>
                </c:pt>
                <c:pt idx="24330">
                  <c:v>0.28159722222335404</c:v>
                </c:pt>
                <c:pt idx="24331">
                  <c:v>0.28160879629285773</c:v>
                </c:pt>
                <c:pt idx="24332">
                  <c:v>0.28162037036963739</c:v>
                </c:pt>
                <c:pt idx="24333">
                  <c:v>0.28163194443914108</c:v>
                </c:pt>
                <c:pt idx="24334">
                  <c:v>0.28164351851592073</c:v>
                </c:pt>
                <c:pt idx="24335">
                  <c:v>0.28165509259270038</c:v>
                </c:pt>
                <c:pt idx="24336">
                  <c:v>0.28166666666220408</c:v>
                </c:pt>
                <c:pt idx="24337">
                  <c:v>0.28167824073898373</c:v>
                </c:pt>
                <c:pt idx="24338">
                  <c:v>0.28168981481576338</c:v>
                </c:pt>
                <c:pt idx="24339">
                  <c:v>0.28170138888526708</c:v>
                </c:pt>
                <c:pt idx="24340">
                  <c:v>0.28171296296204673</c:v>
                </c:pt>
                <c:pt idx="24341">
                  <c:v>0.28172453703155043</c:v>
                </c:pt>
                <c:pt idx="24342">
                  <c:v>0.28173611110833008</c:v>
                </c:pt>
                <c:pt idx="24343">
                  <c:v>0.28174768518510973</c:v>
                </c:pt>
                <c:pt idx="24344">
                  <c:v>0.28175925925461343</c:v>
                </c:pt>
                <c:pt idx="24345">
                  <c:v>0.28177083333139308</c:v>
                </c:pt>
                <c:pt idx="24346">
                  <c:v>0.28178240740817273</c:v>
                </c:pt>
                <c:pt idx="24347">
                  <c:v>0.28179398147767643</c:v>
                </c:pt>
                <c:pt idx="24348">
                  <c:v>0.28180555555445608</c:v>
                </c:pt>
                <c:pt idx="24349">
                  <c:v>0.28181712962395977</c:v>
                </c:pt>
                <c:pt idx="24350">
                  <c:v>0.28182870370073942</c:v>
                </c:pt>
                <c:pt idx="24351">
                  <c:v>0.28184027777751908</c:v>
                </c:pt>
                <c:pt idx="24352">
                  <c:v>0.28185185184702277</c:v>
                </c:pt>
                <c:pt idx="24353">
                  <c:v>0.28186342592380242</c:v>
                </c:pt>
                <c:pt idx="24354">
                  <c:v>0.28187500000058208</c:v>
                </c:pt>
                <c:pt idx="24355">
                  <c:v>0.28188657407008577</c:v>
                </c:pt>
                <c:pt idx="24356">
                  <c:v>0.28189814814686542</c:v>
                </c:pt>
                <c:pt idx="24357">
                  <c:v>0.28190972221636912</c:v>
                </c:pt>
                <c:pt idx="24358">
                  <c:v>0.28192129629314877</c:v>
                </c:pt>
                <c:pt idx="24359">
                  <c:v>0.28193287036992842</c:v>
                </c:pt>
                <c:pt idx="24360">
                  <c:v>0.28194444443943212</c:v>
                </c:pt>
                <c:pt idx="24361">
                  <c:v>0.28195601851621177</c:v>
                </c:pt>
                <c:pt idx="24362">
                  <c:v>0.28196759259299142</c:v>
                </c:pt>
                <c:pt idx="24363">
                  <c:v>0.28197916666249512</c:v>
                </c:pt>
                <c:pt idx="24364">
                  <c:v>0.28199074073927477</c:v>
                </c:pt>
                <c:pt idx="24365">
                  <c:v>0.28200231481605442</c:v>
                </c:pt>
                <c:pt idx="24366">
                  <c:v>0.28201388888555812</c:v>
                </c:pt>
                <c:pt idx="24367">
                  <c:v>0.28202546296233777</c:v>
                </c:pt>
                <c:pt idx="24368">
                  <c:v>0.28203703703184146</c:v>
                </c:pt>
                <c:pt idx="24369">
                  <c:v>0.28204861110862112</c:v>
                </c:pt>
                <c:pt idx="24370">
                  <c:v>0.28206018518540077</c:v>
                </c:pt>
                <c:pt idx="24371">
                  <c:v>0.28207175925490446</c:v>
                </c:pt>
                <c:pt idx="24372">
                  <c:v>0.28208333333168412</c:v>
                </c:pt>
                <c:pt idx="24373">
                  <c:v>0.28209490740846377</c:v>
                </c:pt>
                <c:pt idx="24374">
                  <c:v>0.28210648147796746</c:v>
                </c:pt>
                <c:pt idx="24375">
                  <c:v>0.28211805555474712</c:v>
                </c:pt>
                <c:pt idx="24376">
                  <c:v>0.28212962962425081</c:v>
                </c:pt>
                <c:pt idx="24377">
                  <c:v>0.28214120370103046</c:v>
                </c:pt>
                <c:pt idx="24378">
                  <c:v>0.28215277777781012</c:v>
                </c:pt>
                <c:pt idx="24379">
                  <c:v>0.28216435184731381</c:v>
                </c:pt>
                <c:pt idx="24380">
                  <c:v>0.28217592592409346</c:v>
                </c:pt>
                <c:pt idx="24381">
                  <c:v>0.28218750000087311</c:v>
                </c:pt>
                <c:pt idx="24382">
                  <c:v>0.28219907407037681</c:v>
                </c:pt>
                <c:pt idx="24383">
                  <c:v>0.28221064814715646</c:v>
                </c:pt>
                <c:pt idx="24384">
                  <c:v>0.28222222221666016</c:v>
                </c:pt>
                <c:pt idx="24385">
                  <c:v>0.28223379629343981</c:v>
                </c:pt>
                <c:pt idx="24386">
                  <c:v>0.28224537037021946</c:v>
                </c:pt>
                <c:pt idx="24387">
                  <c:v>0.28225694443972316</c:v>
                </c:pt>
                <c:pt idx="24388">
                  <c:v>0.28226851851650281</c:v>
                </c:pt>
                <c:pt idx="24389">
                  <c:v>0.28228009259328246</c:v>
                </c:pt>
                <c:pt idx="24390">
                  <c:v>0.28229166666278616</c:v>
                </c:pt>
                <c:pt idx="24391">
                  <c:v>0.28230324073956581</c:v>
                </c:pt>
                <c:pt idx="24392">
                  <c:v>0.2823148148090695</c:v>
                </c:pt>
                <c:pt idx="24393">
                  <c:v>0.28232638888584916</c:v>
                </c:pt>
                <c:pt idx="24394">
                  <c:v>0.28233796296262881</c:v>
                </c:pt>
                <c:pt idx="24395">
                  <c:v>0.2823495370321325</c:v>
                </c:pt>
                <c:pt idx="24396">
                  <c:v>0.28236111110891216</c:v>
                </c:pt>
                <c:pt idx="24397">
                  <c:v>0.28237268518569181</c:v>
                </c:pt>
                <c:pt idx="24398">
                  <c:v>0.2823842592551955</c:v>
                </c:pt>
                <c:pt idx="24399">
                  <c:v>0.28239583333197515</c:v>
                </c:pt>
                <c:pt idx="24400">
                  <c:v>0.28240740740147885</c:v>
                </c:pt>
                <c:pt idx="24401">
                  <c:v>0.2824189814782585</c:v>
                </c:pt>
                <c:pt idx="24402">
                  <c:v>0.28243055555503815</c:v>
                </c:pt>
                <c:pt idx="24403">
                  <c:v>0.28244212962454185</c:v>
                </c:pt>
                <c:pt idx="24404">
                  <c:v>0.2824537037013215</c:v>
                </c:pt>
                <c:pt idx="24405">
                  <c:v>0.28246527777810115</c:v>
                </c:pt>
                <c:pt idx="24406">
                  <c:v>0.28247685184760485</c:v>
                </c:pt>
                <c:pt idx="24407">
                  <c:v>0.2824884259243845</c:v>
                </c:pt>
                <c:pt idx="24408">
                  <c:v>0.28250000000116415</c:v>
                </c:pt>
                <c:pt idx="24409">
                  <c:v>0.28251157407066785</c:v>
                </c:pt>
                <c:pt idx="24410">
                  <c:v>0.2825231481474475</c:v>
                </c:pt>
                <c:pt idx="24411">
                  <c:v>0.2825347222169512</c:v>
                </c:pt>
                <c:pt idx="24412">
                  <c:v>0.28254629629373085</c:v>
                </c:pt>
                <c:pt idx="24413">
                  <c:v>0.2825578703705105</c:v>
                </c:pt>
                <c:pt idx="24414">
                  <c:v>0.28256944444001419</c:v>
                </c:pt>
                <c:pt idx="24415">
                  <c:v>0.28258101851679385</c:v>
                </c:pt>
                <c:pt idx="24416">
                  <c:v>0.2825925925935735</c:v>
                </c:pt>
                <c:pt idx="24417">
                  <c:v>0.28260416666307719</c:v>
                </c:pt>
                <c:pt idx="24418">
                  <c:v>0.28261574073985685</c:v>
                </c:pt>
                <c:pt idx="24419">
                  <c:v>0.28262731480936054</c:v>
                </c:pt>
                <c:pt idx="24420">
                  <c:v>0.28263888888614019</c:v>
                </c:pt>
                <c:pt idx="24421">
                  <c:v>0.28265046296291985</c:v>
                </c:pt>
                <c:pt idx="24422">
                  <c:v>0.28266203703242354</c:v>
                </c:pt>
                <c:pt idx="24423">
                  <c:v>0.28267361110920319</c:v>
                </c:pt>
                <c:pt idx="24424">
                  <c:v>0.28268518518598285</c:v>
                </c:pt>
                <c:pt idx="24425">
                  <c:v>0.28269675925548654</c:v>
                </c:pt>
                <c:pt idx="24426">
                  <c:v>0.28270833333226619</c:v>
                </c:pt>
                <c:pt idx="24427">
                  <c:v>0.28271990740176989</c:v>
                </c:pt>
                <c:pt idx="24428">
                  <c:v>0.28273148147854954</c:v>
                </c:pt>
                <c:pt idx="24429">
                  <c:v>0.28274305555532919</c:v>
                </c:pt>
                <c:pt idx="24430">
                  <c:v>0.28275462962483289</c:v>
                </c:pt>
                <c:pt idx="24431">
                  <c:v>0.28276620370161254</c:v>
                </c:pt>
                <c:pt idx="24432">
                  <c:v>0.28277777777839219</c:v>
                </c:pt>
                <c:pt idx="24433">
                  <c:v>0.28278935184789589</c:v>
                </c:pt>
                <c:pt idx="24434">
                  <c:v>0.28280092592467554</c:v>
                </c:pt>
                <c:pt idx="24435">
                  <c:v>0.28281249999417923</c:v>
                </c:pt>
                <c:pt idx="24436">
                  <c:v>0.28282407407095889</c:v>
                </c:pt>
                <c:pt idx="24437">
                  <c:v>0.28283564814773854</c:v>
                </c:pt>
                <c:pt idx="24438">
                  <c:v>0.28284722221724223</c:v>
                </c:pt>
                <c:pt idx="24439">
                  <c:v>0.28285879629402189</c:v>
                </c:pt>
                <c:pt idx="24440">
                  <c:v>0.28287037037080154</c:v>
                </c:pt>
                <c:pt idx="24441">
                  <c:v>0.28288194444030523</c:v>
                </c:pt>
                <c:pt idx="24442">
                  <c:v>0.28289351851708489</c:v>
                </c:pt>
                <c:pt idx="24443">
                  <c:v>0.28290509259386454</c:v>
                </c:pt>
                <c:pt idx="24444">
                  <c:v>0.28291666666336823</c:v>
                </c:pt>
                <c:pt idx="24445">
                  <c:v>0.28292824074014788</c:v>
                </c:pt>
                <c:pt idx="24446">
                  <c:v>0.28293981480965158</c:v>
                </c:pt>
                <c:pt idx="24447">
                  <c:v>0.28295138888643123</c:v>
                </c:pt>
                <c:pt idx="24448">
                  <c:v>0.28296296296321088</c:v>
                </c:pt>
                <c:pt idx="24449">
                  <c:v>0.28297453703271458</c:v>
                </c:pt>
                <c:pt idx="24450">
                  <c:v>0.28298611110949423</c:v>
                </c:pt>
                <c:pt idx="24451">
                  <c:v>0.28299768518627388</c:v>
                </c:pt>
                <c:pt idx="24452">
                  <c:v>0.28300925925577758</c:v>
                </c:pt>
                <c:pt idx="24453">
                  <c:v>0.28302083333255723</c:v>
                </c:pt>
                <c:pt idx="24454">
                  <c:v>0.28303240740206093</c:v>
                </c:pt>
                <c:pt idx="24455">
                  <c:v>0.28304398147884058</c:v>
                </c:pt>
                <c:pt idx="24456">
                  <c:v>0.28305555555562023</c:v>
                </c:pt>
                <c:pt idx="24457">
                  <c:v>0.28306712962512393</c:v>
                </c:pt>
                <c:pt idx="24458">
                  <c:v>0.28307870370190358</c:v>
                </c:pt>
                <c:pt idx="24459">
                  <c:v>0.28309027777868323</c:v>
                </c:pt>
                <c:pt idx="24460">
                  <c:v>0.28310185184818693</c:v>
                </c:pt>
                <c:pt idx="24461">
                  <c:v>0.28311342592496658</c:v>
                </c:pt>
                <c:pt idx="24462">
                  <c:v>0.28312499999447027</c:v>
                </c:pt>
                <c:pt idx="24463">
                  <c:v>0.28313657407124992</c:v>
                </c:pt>
                <c:pt idx="24464">
                  <c:v>0.28314814814802958</c:v>
                </c:pt>
                <c:pt idx="24465">
                  <c:v>0.28315972221753327</c:v>
                </c:pt>
                <c:pt idx="24466">
                  <c:v>0.28317129629431292</c:v>
                </c:pt>
                <c:pt idx="24467">
                  <c:v>0.28318287037109258</c:v>
                </c:pt>
                <c:pt idx="24468">
                  <c:v>0.28319444444059627</c:v>
                </c:pt>
                <c:pt idx="24469">
                  <c:v>0.28320601851737592</c:v>
                </c:pt>
                <c:pt idx="24470">
                  <c:v>0.28321759258687962</c:v>
                </c:pt>
                <c:pt idx="24471">
                  <c:v>0.28322916666365927</c:v>
                </c:pt>
                <c:pt idx="24472">
                  <c:v>0.28324074074043892</c:v>
                </c:pt>
                <c:pt idx="24473">
                  <c:v>0.28325231480994262</c:v>
                </c:pt>
                <c:pt idx="24474">
                  <c:v>0.28326388888672227</c:v>
                </c:pt>
                <c:pt idx="24475">
                  <c:v>0.28327546296350192</c:v>
                </c:pt>
                <c:pt idx="24476">
                  <c:v>0.28328703703300562</c:v>
                </c:pt>
                <c:pt idx="24477">
                  <c:v>0.28329861110978527</c:v>
                </c:pt>
                <c:pt idx="24478">
                  <c:v>0.28331018517928896</c:v>
                </c:pt>
                <c:pt idx="24479">
                  <c:v>0.28332175925606862</c:v>
                </c:pt>
                <c:pt idx="24480">
                  <c:v>0.28333333333284827</c:v>
                </c:pt>
                <c:pt idx="24481">
                  <c:v>0.28334490740235196</c:v>
                </c:pt>
                <c:pt idx="24482">
                  <c:v>0.28335648147913162</c:v>
                </c:pt>
                <c:pt idx="24483">
                  <c:v>0.28336805555591127</c:v>
                </c:pt>
                <c:pt idx="24484">
                  <c:v>0.28337962962541496</c:v>
                </c:pt>
                <c:pt idx="24485">
                  <c:v>0.28339120370219462</c:v>
                </c:pt>
                <c:pt idx="24486">
                  <c:v>0.28340277777897427</c:v>
                </c:pt>
                <c:pt idx="24487">
                  <c:v>0.28341435184847796</c:v>
                </c:pt>
                <c:pt idx="24488">
                  <c:v>0.28342592592525762</c:v>
                </c:pt>
                <c:pt idx="24489">
                  <c:v>0.28343749999476131</c:v>
                </c:pt>
                <c:pt idx="24490">
                  <c:v>0.28344907407154096</c:v>
                </c:pt>
                <c:pt idx="24491">
                  <c:v>0.28346064814832062</c:v>
                </c:pt>
                <c:pt idx="24492">
                  <c:v>0.28347222221782431</c:v>
                </c:pt>
                <c:pt idx="24493">
                  <c:v>0.28348379629460396</c:v>
                </c:pt>
                <c:pt idx="24494">
                  <c:v>0.28349537037138361</c:v>
                </c:pt>
                <c:pt idx="24495">
                  <c:v>0.28350694444088731</c:v>
                </c:pt>
                <c:pt idx="24496">
                  <c:v>0.28351851851766696</c:v>
                </c:pt>
                <c:pt idx="24497">
                  <c:v>0.28353009258717066</c:v>
                </c:pt>
                <c:pt idx="24498">
                  <c:v>0.28354166666395031</c:v>
                </c:pt>
                <c:pt idx="24499">
                  <c:v>0.28355324074072996</c:v>
                </c:pt>
                <c:pt idx="24500">
                  <c:v>0.28356481481023366</c:v>
                </c:pt>
                <c:pt idx="24501">
                  <c:v>0.28357638888701331</c:v>
                </c:pt>
                <c:pt idx="24502">
                  <c:v>0.28358796296379296</c:v>
                </c:pt>
                <c:pt idx="24503">
                  <c:v>0.28359953703329666</c:v>
                </c:pt>
                <c:pt idx="24504">
                  <c:v>0.28361111111007631</c:v>
                </c:pt>
                <c:pt idx="24505">
                  <c:v>0.28362268517958</c:v>
                </c:pt>
                <c:pt idx="24506">
                  <c:v>0.28363425925635966</c:v>
                </c:pt>
                <c:pt idx="24507">
                  <c:v>0.28364583333313931</c:v>
                </c:pt>
                <c:pt idx="24508">
                  <c:v>0.283657407402643</c:v>
                </c:pt>
                <c:pt idx="24509">
                  <c:v>0.28366898147942265</c:v>
                </c:pt>
                <c:pt idx="24510">
                  <c:v>0.28368055555620231</c:v>
                </c:pt>
                <c:pt idx="24511">
                  <c:v>0.283692129625706</c:v>
                </c:pt>
                <c:pt idx="24512">
                  <c:v>0.28370370370248565</c:v>
                </c:pt>
                <c:pt idx="24513">
                  <c:v>0.28371527777198935</c:v>
                </c:pt>
                <c:pt idx="24514">
                  <c:v>0.283726851848769</c:v>
                </c:pt>
                <c:pt idx="24515">
                  <c:v>0.28373842592554865</c:v>
                </c:pt>
                <c:pt idx="24516">
                  <c:v>0.28374999999505235</c:v>
                </c:pt>
                <c:pt idx="24517">
                  <c:v>0.283761574071832</c:v>
                </c:pt>
                <c:pt idx="24518">
                  <c:v>0.28377314814861165</c:v>
                </c:pt>
                <c:pt idx="24519">
                  <c:v>0.28378472221811535</c:v>
                </c:pt>
                <c:pt idx="24520">
                  <c:v>0.283796296294895</c:v>
                </c:pt>
                <c:pt idx="24521">
                  <c:v>0.28380787037167465</c:v>
                </c:pt>
                <c:pt idx="24522">
                  <c:v>0.28381944444117835</c:v>
                </c:pt>
                <c:pt idx="24523">
                  <c:v>0.283831018517958</c:v>
                </c:pt>
                <c:pt idx="24524">
                  <c:v>0.2838425925874617</c:v>
                </c:pt>
                <c:pt idx="24525">
                  <c:v>0.28385416666424135</c:v>
                </c:pt>
                <c:pt idx="24526">
                  <c:v>0.283865740741021</c:v>
                </c:pt>
                <c:pt idx="24527">
                  <c:v>0.28387731481052469</c:v>
                </c:pt>
                <c:pt idx="24528">
                  <c:v>0.28388888888730435</c:v>
                </c:pt>
                <c:pt idx="24529">
                  <c:v>0.283900462964084</c:v>
                </c:pt>
                <c:pt idx="24530">
                  <c:v>0.28391203703358769</c:v>
                </c:pt>
                <c:pt idx="24531">
                  <c:v>0.28392361111036735</c:v>
                </c:pt>
                <c:pt idx="24532">
                  <c:v>0.28393518517987104</c:v>
                </c:pt>
                <c:pt idx="24533">
                  <c:v>0.28394675925665069</c:v>
                </c:pt>
                <c:pt idx="24534">
                  <c:v>0.28395833333343035</c:v>
                </c:pt>
                <c:pt idx="24535">
                  <c:v>0.28396990740293404</c:v>
                </c:pt>
                <c:pt idx="24536">
                  <c:v>0.28398148147971369</c:v>
                </c:pt>
                <c:pt idx="24537">
                  <c:v>0.28399305555649335</c:v>
                </c:pt>
                <c:pt idx="24538">
                  <c:v>0.28400462962599704</c:v>
                </c:pt>
                <c:pt idx="24539">
                  <c:v>0.28401620370277669</c:v>
                </c:pt>
                <c:pt idx="24540">
                  <c:v>0.28402777777228039</c:v>
                </c:pt>
                <c:pt idx="24541">
                  <c:v>0.28403935184906004</c:v>
                </c:pt>
                <c:pt idx="24542">
                  <c:v>0.28405092592583969</c:v>
                </c:pt>
                <c:pt idx="24543">
                  <c:v>0.28406249999534339</c:v>
                </c:pt>
                <c:pt idx="24544">
                  <c:v>0.28407407407212304</c:v>
                </c:pt>
                <c:pt idx="24545">
                  <c:v>0.28408564814890269</c:v>
                </c:pt>
                <c:pt idx="24546">
                  <c:v>0.28409722221840639</c:v>
                </c:pt>
                <c:pt idx="24547">
                  <c:v>0.28410879629518604</c:v>
                </c:pt>
                <c:pt idx="24548">
                  <c:v>0.28412037036468973</c:v>
                </c:pt>
                <c:pt idx="24549">
                  <c:v>0.28413194444146939</c:v>
                </c:pt>
                <c:pt idx="24550">
                  <c:v>0.28414351851824904</c:v>
                </c:pt>
                <c:pt idx="24551">
                  <c:v>0.28415509258775273</c:v>
                </c:pt>
                <c:pt idx="24552">
                  <c:v>0.28416666666453239</c:v>
                </c:pt>
                <c:pt idx="24553">
                  <c:v>0.28417824074131204</c:v>
                </c:pt>
                <c:pt idx="24554">
                  <c:v>0.28418981481081573</c:v>
                </c:pt>
                <c:pt idx="24555">
                  <c:v>0.28420138888759539</c:v>
                </c:pt>
                <c:pt idx="24556">
                  <c:v>0.28421296295709908</c:v>
                </c:pt>
                <c:pt idx="24557">
                  <c:v>0.28422453703387873</c:v>
                </c:pt>
                <c:pt idx="24558">
                  <c:v>0.28423611111065838</c:v>
                </c:pt>
                <c:pt idx="24559">
                  <c:v>0.28424768518016208</c:v>
                </c:pt>
                <c:pt idx="24560">
                  <c:v>0.28425925925694173</c:v>
                </c:pt>
                <c:pt idx="24561">
                  <c:v>0.28427083333372138</c:v>
                </c:pt>
                <c:pt idx="24562">
                  <c:v>0.28428240740322508</c:v>
                </c:pt>
                <c:pt idx="24563">
                  <c:v>0.28429398148000473</c:v>
                </c:pt>
                <c:pt idx="24564">
                  <c:v>0.28430555555678438</c:v>
                </c:pt>
                <c:pt idx="24565">
                  <c:v>0.28431712962628808</c:v>
                </c:pt>
                <c:pt idx="24566">
                  <c:v>0.28432870370306773</c:v>
                </c:pt>
                <c:pt idx="24567">
                  <c:v>0.28434027777257143</c:v>
                </c:pt>
                <c:pt idx="24568">
                  <c:v>0.28435185184935108</c:v>
                </c:pt>
                <c:pt idx="24569">
                  <c:v>0.28436342592613073</c:v>
                </c:pt>
                <c:pt idx="24570">
                  <c:v>0.28437499999563443</c:v>
                </c:pt>
                <c:pt idx="24571">
                  <c:v>0.28438657407241408</c:v>
                </c:pt>
                <c:pt idx="24572">
                  <c:v>0.28439814814919373</c:v>
                </c:pt>
                <c:pt idx="24573">
                  <c:v>0.28440972221869742</c:v>
                </c:pt>
                <c:pt idx="24574">
                  <c:v>0.28442129629547708</c:v>
                </c:pt>
                <c:pt idx="24575">
                  <c:v>0.28443287036498077</c:v>
                </c:pt>
                <c:pt idx="24576">
                  <c:v>0.28444444444176042</c:v>
                </c:pt>
                <c:pt idx="24577">
                  <c:v>0.28445601851854008</c:v>
                </c:pt>
                <c:pt idx="24578">
                  <c:v>0.28446759258804377</c:v>
                </c:pt>
                <c:pt idx="24579">
                  <c:v>0.28447916666482342</c:v>
                </c:pt>
                <c:pt idx="24580">
                  <c:v>0.28449074074160308</c:v>
                </c:pt>
                <c:pt idx="24581">
                  <c:v>0.28450231481110677</c:v>
                </c:pt>
                <c:pt idx="24582">
                  <c:v>0.28451388888788642</c:v>
                </c:pt>
                <c:pt idx="24583">
                  <c:v>0.28452546295739012</c:v>
                </c:pt>
                <c:pt idx="24584">
                  <c:v>0.28453703703416977</c:v>
                </c:pt>
                <c:pt idx="24585">
                  <c:v>0.28454861111094942</c:v>
                </c:pt>
                <c:pt idx="24586">
                  <c:v>0.28456018518045312</c:v>
                </c:pt>
                <c:pt idx="24587">
                  <c:v>0.28457175925723277</c:v>
                </c:pt>
                <c:pt idx="24588">
                  <c:v>0.28458333333401242</c:v>
                </c:pt>
                <c:pt idx="24589">
                  <c:v>0.28459490740351612</c:v>
                </c:pt>
                <c:pt idx="24590">
                  <c:v>0.28460648148029577</c:v>
                </c:pt>
                <c:pt idx="24591">
                  <c:v>0.28461805554979946</c:v>
                </c:pt>
                <c:pt idx="24592">
                  <c:v>0.28462962962657912</c:v>
                </c:pt>
                <c:pt idx="24593">
                  <c:v>0.28464120370335877</c:v>
                </c:pt>
                <c:pt idx="24594">
                  <c:v>0.28465277777286246</c:v>
                </c:pt>
                <c:pt idx="24595">
                  <c:v>0.28466435184964212</c:v>
                </c:pt>
                <c:pt idx="24596">
                  <c:v>0.28467592592642177</c:v>
                </c:pt>
                <c:pt idx="24597">
                  <c:v>0.28468749999592546</c:v>
                </c:pt>
                <c:pt idx="24598">
                  <c:v>0.28469907407270512</c:v>
                </c:pt>
                <c:pt idx="24599">
                  <c:v>0.28471064814948477</c:v>
                </c:pt>
                <c:pt idx="24600">
                  <c:v>0.28472222221898846</c:v>
                </c:pt>
                <c:pt idx="24601">
                  <c:v>0.28473379629576812</c:v>
                </c:pt>
                <c:pt idx="24602">
                  <c:v>0.28474537036527181</c:v>
                </c:pt>
                <c:pt idx="24603">
                  <c:v>0.28475694444205146</c:v>
                </c:pt>
                <c:pt idx="24604">
                  <c:v>0.28476851851883112</c:v>
                </c:pt>
                <c:pt idx="24605">
                  <c:v>0.28478009258833481</c:v>
                </c:pt>
                <c:pt idx="24606">
                  <c:v>0.28479166666511446</c:v>
                </c:pt>
                <c:pt idx="24607">
                  <c:v>0.28480324074189411</c:v>
                </c:pt>
                <c:pt idx="24608">
                  <c:v>0.28481481481139781</c:v>
                </c:pt>
                <c:pt idx="24609">
                  <c:v>0.28482638888817746</c:v>
                </c:pt>
                <c:pt idx="24610">
                  <c:v>0.28483796295768116</c:v>
                </c:pt>
                <c:pt idx="24611">
                  <c:v>0.28484953703446081</c:v>
                </c:pt>
                <c:pt idx="24612">
                  <c:v>0.28486111111124046</c:v>
                </c:pt>
                <c:pt idx="24613">
                  <c:v>0.28487268518074416</c:v>
                </c:pt>
                <c:pt idx="24614">
                  <c:v>0.28488425925752381</c:v>
                </c:pt>
                <c:pt idx="24615">
                  <c:v>0.28489583333430346</c:v>
                </c:pt>
                <c:pt idx="24616">
                  <c:v>0.28490740740380716</c:v>
                </c:pt>
                <c:pt idx="24617">
                  <c:v>0.28491898148058681</c:v>
                </c:pt>
                <c:pt idx="24618">
                  <c:v>0.2849305555500905</c:v>
                </c:pt>
                <c:pt idx="24619">
                  <c:v>0.28494212962687016</c:v>
                </c:pt>
                <c:pt idx="24620">
                  <c:v>0.28495370370364981</c:v>
                </c:pt>
                <c:pt idx="24621">
                  <c:v>0.2849652777731535</c:v>
                </c:pt>
                <c:pt idx="24622">
                  <c:v>0.28497685184993315</c:v>
                </c:pt>
                <c:pt idx="24623">
                  <c:v>0.28498842592671281</c:v>
                </c:pt>
                <c:pt idx="24624">
                  <c:v>0.2849999999962165</c:v>
                </c:pt>
                <c:pt idx="24625">
                  <c:v>0.28501157407299615</c:v>
                </c:pt>
                <c:pt idx="24626">
                  <c:v>0.28502314814249985</c:v>
                </c:pt>
                <c:pt idx="24627">
                  <c:v>0.2850347222192795</c:v>
                </c:pt>
                <c:pt idx="24628">
                  <c:v>0.28504629629605915</c:v>
                </c:pt>
                <c:pt idx="24629">
                  <c:v>0.28505787036556285</c:v>
                </c:pt>
                <c:pt idx="24630">
                  <c:v>0.2850694444423425</c:v>
                </c:pt>
                <c:pt idx="24631">
                  <c:v>0.28508101851912215</c:v>
                </c:pt>
                <c:pt idx="24632">
                  <c:v>0.28509259258862585</c:v>
                </c:pt>
                <c:pt idx="24633">
                  <c:v>0.2851041666654055</c:v>
                </c:pt>
                <c:pt idx="24634">
                  <c:v>0.2851157407349092</c:v>
                </c:pt>
                <c:pt idx="24635">
                  <c:v>0.28512731481168885</c:v>
                </c:pt>
                <c:pt idx="24636">
                  <c:v>0.2851388888884685</c:v>
                </c:pt>
                <c:pt idx="24637">
                  <c:v>0.28515046295797219</c:v>
                </c:pt>
                <c:pt idx="24638">
                  <c:v>0.28516203703475185</c:v>
                </c:pt>
                <c:pt idx="24639">
                  <c:v>0.2851736111115315</c:v>
                </c:pt>
                <c:pt idx="24640">
                  <c:v>0.28518518518103519</c:v>
                </c:pt>
                <c:pt idx="24641">
                  <c:v>0.28519675925781485</c:v>
                </c:pt>
                <c:pt idx="24642">
                  <c:v>0.2852083333345945</c:v>
                </c:pt>
                <c:pt idx="24643">
                  <c:v>0.28521990740409819</c:v>
                </c:pt>
                <c:pt idx="24644">
                  <c:v>0.28523148148087785</c:v>
                </c:pt>
                <c:pt idx="24645">
                  <c:v>0.28524305555038154</c:v>
                </c:pt>
                <c:pt idx="24646">
                  <c:v>0.28525462962716119</c:v>
                </c:pt>
                <c:pt idx="24647">
                  <c:v>0.28526620370394085</c:v>
                </c:pt>
                <c:pt idx="24648">
                  <c:v>0.28527777777344454</c:v>
                </c:pt>
                <c:pt idx="24649">
                  <c:v>0.28528935185022419</c:v>
                </c:pt>
                <c:pt idx="24650">
                  <c:v>0.28530092592700385</c:v>
                </c:pt>
                <c:pt idx="24651">
                  <c:v>0.28531249999650754</c:v>
                </c:pt>
                <c:pt idx="24652">
                  <c:v>0.28532407407328719</c:v>
                </c:pt>
                <c:pt idx="24653">
                  <c:v>0.28533564814279089</c:v>
                </c:pt>
                <c:pt idx="24654">
                  <c:v>0.28534722221957054</c:v>
                </c:pt>
                <c:pt idx="24655">
                  <c:v>0.28535879629635019</c:v>
                </c:pt>
                <c:pt idx="24656">
                  <c:v>0.28537037036585389</c:v>
                </c:pt>
                <c:pt idx="24657">
                  <c:v>0.28538194444263354</c:v>
                </c:pt>
                <c:pt idx="24658">
                  <c:v>0.28539351851941319</c:v>
                </c:pt>
                <c:pt idx="24659">
                  <c:v>0.28540509258891689</c:v>
                </c:pt>
                <c:pt idx="24660">
                  <c:v>0.28541666666569654</c:v>
                </c:pt>
                <c:pt idx="24661">
                  <c:v>0.28542824073520023</c:v>
                </c:pt>
                <c:pt idx="24662">
                  <c:v>0.28543981481197989</c:v>
                </c:pt>
                <c:pt idx="24663">
                  <c:v>0.28545138888875954</c:v>
                </c:pt>
                <c:pt idx="24664">
                  <c:v>0.28546296295826323</c:v>
                </c:pt>
                <c:pt idx="24665">
                  <c:v>0.28547453703504289</c:v>
                </c:pt>
                <c:pt idx="24666">
                  <c:v>0.28548611111182254</c:v>
                </c:pt>
                <c:pt idx="24667">
                  <c:v>0.28549768518132623</c:v>
                </c:pt>
                <c:pt idx="24668">
                  <c:v>0.28550925925810589</c:v>
                </c:pt>
                <c:pt idx="24669">
                  <c:v>0.28552083332760958</c:v>
                </c:pt>
                <c:pt idx="24670">
                  <c:v>0.28553240740438923</c:v>
                </c:pt>
                <c:pt idx="24671">
                  <c:v>0.28554398148116888</c:v>
                </c:pt>
                <c:pt idx="24672">
                  <c:v>0.28555555555067258</c:v>
                </c:pt>
                <c:pt idx="24673">
                  <c:v>0.28556712962745223</c:v>
                </c:pt>
                <c:pt idx="24674">
                  <c:v>0.28557870370423188</c:v>
                </c:pt>
                <c:pt idx="24675">
                  <c:v>0.28559027777373558</c:v>
                </c:pt>
                <c:pt idx="24676">
                  <c:v>0.28560185185051523</c:v>
                </c:pt>
                <c:pt idx="24677">
                  <c:v>0.28561342592001893</c:v>
                </c:pt>
                <c:pt idx="24678">
                  <c:v>0.28562499999679858</c:v>
                </c:pt>
                <c:pt idx="24679">
                  <c:v>0.28563657407357823</c:v>
                </c:pt>
                <c:pt idx="24680">
                  <c:v>0.28564814814308193</c:v>
                </c:pt>
                <c:pt idx="24681">
                  <c:v>0.28565972221986158</c:v>
                </c:pt>
                <c:pt idx="24682">
                  <c:v>0.28567129629664123</c:v>
                </c:pt>
                <c:pt idx="24683">
                  <c:v>0.28568287036614493</c:v>
                </c:pt>
                <c:pt idx="24684">
                  <c:v>0.28569444444292458</c:v>
                </c:pt>
                <c:pt idx="24685">
                  <c:v>0.28570601851970423</c:v>
                </c:pt>
                <c:pt idx="24686">
                  <c:v>0.28571759258920792</c:v>
                </c:pt>
                <c:pt idx="24687">
                  <c:v>0.28572916666598758</c:v>
                </c:pt>
                <c:pt idx="24688">
                  <c:v>0.28574074073549127</c:v>
                </c:pt>
                <c:pt idx="24689">
                  <c:v>0.28575231481227092</c:v>
                </c:pt>
                <c:pt idx="24690">
                  <c:v>0.28576388888905058</c:v>
                </c:pt>
                <c:pt idx="24691">
                  <c:v>0.28577546295855427</c:v>
                </c:pt>
                <c:pt idx="24692">
                  <c:v>0.28578703703533392</c:v>
                </c:pt>
                <c:pt idx="24693">
                  <c:v>0.28579861111211358</c:v>
                </c:pt>
                <c:pt idx="24694">
                  <c:v>0.28581018518161727</c:v>
                </c:pt>
                <c:pt idx="24695">
                  <c:v>0.28582175925839692</c:v>
                </c:pt>
                <c:pt idx="24696">
                  <c:v>0.28583333332790062</c:v>
                </c:pt>
                <c:pt idx="24697">
                  <c:v>0.28584490740468027</c:v>
                </c:pt>
                <c:pt idx="24698">
                  <c:v>0.28585648148145992</c:v>
                </c:pt>
                <c:pt idx="24699">
                  <c:v>0.28586805555096362</c:v>
                </c:pt>
                <c:pt idx="24700">
                  <c:v>0.28587962962774327</c:v>
                </c:pt>
                <c:pt idx="24701">
                  <c:v>0.28589120370452292</c:v>
                </c:pt>
                <c:pt idx="24702">
                  <c:v>0.28590277777402662</c:v>
                </c:pt>
                <c:pt idx="24703">
                  <c:v>0.28591435185080627</c:v>
                </c:pt>
                <c:pt idx="24704">
                  <c:v>0.28592592592030996</c:v>
                </c:pt>
                <c:pt idx="24705">
                  <c:v>0.28593749999708962</c:v>
                </c:pt>
                <c:pt idx="24706">
                  <c:v>0.28594907407386927</c:v>
                </c:pt>
                <c:pt idx="24707">
                  <c:v>0.28596064814337296</c:v>
                </c:pt>
                <c:pt idx="24708">
                  <c:v>0.28597222222015262</c:v>
                </c:pt>
                <c:pt idx="24709">
                  <c:v>0.28598379629693227</c:v>
                </c:pt>
                <c:pt idx="24710">
                  <c:v>0.28599537036643596</c:v>
                </c:pt>
                <c:pt idx="24711">
                  <c:v>0.28600694444321562</c:v>
                </c:pt>
                <c:pt idx="24712">
                  <c:v>0.28601851851271931</c:v>
                </c:pt>
                <c:pt idx="24713">
                  <c:v>0.28603009258949896</c:v>
                </c:pt>
                <c:pt idx="24714">
                  <c:v>0.28604166666627862</c:v>
                </c:pt>
                <c:pt idx="24715">
                  <c:v>0.28605324073578231</c:v>
                </c:pt>
                <c:pt idx="24716">
                  <c:v>0.28606481481256196</c:v>
                </c:pt>
                <c:pt idx="24717">
                  <c:v>0.28607638888934162</c:v>
                </c:pt>
                <c:pt idx="24718">
                  <c:v>0.28608796295884531</c:v>
                </c:pt>
                <c:pt idx="24719">
                  <c:v>0.28609953703562496</c:v>
                </c:pt>
                <c:pt idx="24720">
                  <c:v>0.28611111111240461</c:v>
                </c:pt>
                <c:pt idx="24721">
                  <c:v>0.28612268518190831</c:v>
                </c:pt>
                <c:pt idx="24722">
                  <c:v>0.28613425925868796</c:v>
                </c:pt>
                <c:pt idx="24723">
                  <c:v>0.28614583332819166</c:v>
                </c:pt>
                <c:pt idx="24724">
                  <c:v>0.28615740740497131</c:v>
                </c:pt>
                <c:pt idx="24725">
                  <c:v>0.28616898148175096</c:v>
                </c:pt>
                <c:pt idx="24726">
                  <c:v>0.28618055555125466</c:v>
                </c:pt>
                <c:pt idx="24727">
                  <c:v>0.28619212962803431</c:v>
                </c:pt>
                <c:pt idx="24728">
                  <c:v>0.28620370370481396</c:v>
                </c:pt>
                <c:pt idx="24729">
                  <c:v>0.28621527777431766</c:v>
                </c:pt>
                <c:pt idx="24730">
                  <c:v>0.28622685185109731</c:v>
                </c:pt>
                <c:pt idx="24731">
                  <c:v>0.286238425920601</c:v>
                </c:pt>
                <c:pt idx="24732">
                  <c:v>0.28624999999738066</c:v>
                </c:pt>
                <c:pt idx="24733">
                  <c:v>0.28626157407416031</c:v>
                </c:pt>
                <c:pt idx="24734">
                  <c:v>0.286273148143664</c:v>
                </c:pt>
                <c:pt idx="24735">
                  <c:v>0.28628472222044365</c:v>
                </c:pt>
                <c:pt idx="24736">
                  <c:v>0.28629629629722331</c:v>
                </c:pt>
                <c:pt idx="24737">
                  <c:v>0.286307870366727</c:v>
                </c:pt>
                <c:pt idx="24738">
                  <c:v>0.28631944444350665</c:v>
                </c:pt>
                <c:pt idx="24739">
                  <c:v>0.28633101851301035</c:v>
                </c:pt>
                <c:pt idx="24740">
                  <c:v>0.28634259258979</c:v>
                </c:pt>
                <c:pt idx="24741">
                  <c:v>0.28635416666656965</c:v>
                </c:pt>
                <c:pt idx="24742">
                  <c:v>0.28636574073607335</c:v>
                </c:pt>
                <c:pt idx="24743">
                  <c:v>0.286377314812853</c:v>
                </c:pt>
                <c:pt idx="24744">
                  <c:v>0.28638888888963265</c:v>
                </c:pt>
                <c:pt idx="24745">
                  <c:v>0.28640046295913635</c:v>
                </c:pt>
                <c:pt idx="24746">
                  <c:v>0.286412037035916</c:v>
                </c:pt>
                <c:pt idx="24747">
                  <c:v>0.2864236111054197</c:v>
                </c:pt>
                <c:pt idx="24748">
                  <c:v>0.28643518518219935</c:v>
                </c:pt>
                <c:pt idx="24749">
                  <c:v>0.286446759258979</c:v>
                </c:pt>
                <c:pt idx="24750">
                  <c:v>0.28645833332848269</c:v>
                </c:pt>
                <c:pt idx="24751">
                  <c:v>0.28646990740526235</c:v>
                </c:pt>
                <c:pt idx="24752">
                  <c:v>0.286481481482042</c:v>
                </c:pt>
                <c:pt idx="24753">
                  <c:v>0.28649305555154569</c:v>
                </c:pt>
                <c:pt idx="24754">
                  <c:v>0.28650462962832535</c:v>
                </c:pt>
                <c:pt idx="24755">
                  <c:v>0.28651620369782904</c:v>
                </c:pt>
                <c:pt idx="24756">
                  <c:v>0.28652777777460869</c:v>
                </c:pt>
                <c:pt idx="24757">
                  <c:v>0.28653935185138835</c:v>
                </c:pt>
                <c:pt idx="24758">
                  <c:v>0.28655092592089204</c:v>
                </c:pt>
                <c:pt idx="24759">
                  <c:v>0.28656249999767169</c:v>
                </c:pt>
                <c:pt idx="24760">
                  <c:v>0.28657407407445135</c:v>
                </c:pt>
                <c:pt idx="24761">
                  <c:v>0.28658564814395504</c:v>
                </c:pt>
                <c:pt idx="24762">
                  <c:v>0.28659722222073469</c:v>
                </c:pt>
                <c:pt idx="24763">
                  <c:v>0.28660879629751435</c:v>
                </c:pt>
                <c:pt idx="24764">
                  <c:v>0.28662037036701804</c:v>
                </c:pt>
                <c:pt idx="24765">
                  <c:v>0.28663194444379769</c:v>
                </c:pt>
                <c:pt idx="24766">
                  <c:v>0.28664351851330139</c:v>
                </c:pt>
                <c:pt idx="24767">
                  <c:v>0.28665509259008104</c:v>
                </c:pt>
                <c:pt idx="24768">
                  <c:v>0.28666666666686069</c:v>
                </c:pt>
                <c:pt idx="24769">
                  <c:v>0.28667824073636439</c:v>
                </c:pt>
                <c:pt idx="24770">
                  <c:v>0.28668981481314404</c:v>
                </c:pt>
                <c:pt idx="24771">
                  <c:v>0.28670138888992369</c:v>
                </c:pt>
                <c:pt idx="24772">
                  <c:v>0.28671296295942739</c:v>
                </c:pt>
                <c:pt idx="24773">
                  <c:v>0.28672453703620704</c:v>
                </c:pt>
                <c:pt idx="24774">
                  <c:v>0.28673611110571073</c:v>
                </c:pt>
                <c:pt idx="24775">
                  <c:v>0.28674768518249039</c:v>
                </c:pt>
                <c:pt idx="24776">
                  <c:v>0.28675925925927004</c:v>
                </c:pt>
                <c:pt idx="24777">
                  <c:v>0.28677083332877373</c:v>
                </c:pt>
                <c:pt idx="24778">
                  <c:v>0.28678240740555339</c:v>
                </c:pt>
                <c:pt idx="24779">
                  <c:v>0.28679398148233304</c:v>
                </c:pt>
                <c:pt idx="24780">
                  <c:v>0.28680555555183673</c:v>
                </c:pt>
                <c:pt idx="24781">
                  <c:v>0.28681712962861639</c:v>
                </c:pt>
                <c:pt idx="24782">
                  <c:v>0.28682870369812008</c:v>
                </c:pt>
                <c:pt idx="24783">
                  <c:v>0.28684027777489973</c:v>
                </c:pt>
                <c:pt idx="24784">
                  <c:v>0.28685185185167938</c:v>
                </c:pt>
                <c:pt idx="24785">
                  <c:v>0.28686342592118308</c:v>
                </c:pt>
                <c:pt idx="24786">
                  <c:v>0.28687499999796273</c:v>
                </c:pt>
                <c:pt idx="24787">
                  <c:v>0.28688657407474238</c:v>
                </c:pt>
                <c:pt idx="24788">
                  <c:v>0.28689814814424608</c:v>
                </c:pt>
                <c:pt idx="24789">
                  <c:v>0.28690972222102573</c:v>
                </c:pt>
                <c:pt idx="24790">
                  <c:v>0.28692129629052943</c:v>
                </c:pt>
                <c:pt idx="24791">
                  <c:v>0.28693287036730908</c:v>
                </c:pt>
                <c:pt idx="24792">
                  <c:v>0.28694444444408873</c:v>
                </c:pt>
                <c:pt idx="24793">
                  <c:v>0.28695601851359243</c:v>
                </c:pt>
                <c:pt idx="24794">
                  <c:v>0.28696759259037208</c:v>
                </c:pt>
                <c:pt idx="24795">
                  <c:v>0.28697916666715173</c:v>
                </c:pt>
                <c:pt idx="24796">
                  <c:v>0.28699074073665543</c:v>
                </c:pt>
                <c:pt idx="24797">
                  <c:v>0.28700231481343508</c:v>
                </c:pt>
                <c:pt idx="24798">
                  <c:v>0.28701388889021473</c:v>
                </c:pt>
                <c:pt idx="24799">
                  <c:v>0.28702546295971842</c:v>
                </c:pt>
                <c:pt idx="24800">
                  <c:v>0.28703703703649808</c:v>
                </c:pt>
                <c:pt idx="24801">
                  <c:v>0.28704861110600177</c:v>
                </c:pt>
                <c:pt idx="24802">
                  <c:v>0.28706018518278142</c:v>
                </c:pt>
                <c:pt idx="24803">
                  <c:v>0.28707175925956108</c:v>
                </c:pt>
                <c:pt idx="24804">
                  <c:v>0.28708333332906477</c:v>
                </c:pt>
                <c:pt idx="24805">
                  <c:v>0.28709490740584442</c:v>
                </c:pt>
                <c:pt idx="24806">
                  <c:v>0.28710648148262408</c:v>
                </c:pt>
                <c:pt idx="24807">
                  <c:v>0.28711805555212777</c:v>
                </c:pt>
                <c:pt idx="24808">
                  <c:v>0.28712962962890742</c:v>
                </c:pt>
                <c:pt idx="24809">
                  <c:v>0.28714120369841112</c:v>
                </c:pt>
                <c:pt idx="24810">
                  <c:v>0.28715277777519077</c:v>
                </c:pt>
                <c:pt idx="24811">
                  <c:v>0.28716435185197042</c:v>
                </c:pt>
                <c:pt idx="24812">
                  <c:v>0.28717592592147412</c:v>
                </c:pt>
                <c:pt idx="24813">
                  <c:v>0.28718749999825377</c:v>
                </c:pt>
                <c:pt idx="24814">
                  <c:v>0.28719907407503342</c:v>
                </c:pt>
                <c:pt idx="24815">
                  <c:v>0.28721064814453712</c:v>
                </c:pt>
                <c:pt idx="24816">
                  <c:v>0.28722222222131677</c:v>
                </c:pt>
                <c:pt idx="24817">
                  <c:v>0.28723379629082046</c:v>
                </c:pt>
                <c:pt idx="24818">
                  <c:v>0.28724537036760012</c:v>
                </c:pt>
                <c:pt idx="24819">
                  <c:v>0.28725694444437977</c:v>
                </c:pt>
                <c:pt idx="24820">
                  <c:v>0.28726851851388346</c:v>
                </c:pt>
                <c:pt idx="24821">
                  <c:v>0.28728009259066312</c:v>
                </c:pt>
                <c:pt idx="24822">
                  <c:v>0.28729166666744277</c:v>
                </c:pt>
                <c:pt idx="24823">
                  <c:v>0.28730324073694646</c:v>
                </c:pt>
                <c:pt idx="24824">
                  <c:v>0.28731481481372612</c:v>
                </c:pt>
                <c:pt idx="24825">
                  <c:v>0.28732638888322981</c:v>
                </c:pt>
                <c:pt idx="24826">
                  <c:v>0.28733796296000946</c:v>
                </c:pt>
                <c:pt idx="24827">
                  <c:v>0.28734953703678912</c:v>
                </c:pt>
                <c:pt idx="24828">
                  <c:v>0.28736111110629281</c:v>
                </c:pt>
                <c:pt idx="24829">
                  <c:v>0.28737268518307246</c:v>
                </c:pt>
                <c:pt idx="24830">
                  <c:v>0.28738425925985212</c:v>
                </c:pt>
                <c:pt idx="24831">
                  <c:v>0.28739583332935581</c:v>
                </c:pt>
                <c:pt idx="24832">
                  <c:v>0.28740740740613546</c:v>
                </c:pt>
                <c:pt idx="24833">
                  <c:v>0.28741898147563916</c:v>
                </c:pt>
                <c:pt idx="24834">
                  <c:v>0.28743055555241881</c:v>
                </c:pt>
                <c:pt idx="24835">
                  <c:v>0.28744212962919846</c:v>
                </c:pt>
                <c:pt idx="24836">
                  <c:v>0.28745370369870216</c:v>
                </c:pt>
                <c:pt idx="24837">
                  <c:v>0.28746527777548181</c:v>
                </c:pt>
                <c:pt idx="24838">
                  <c:v>0.28747685185226146</c:v>
                </c:pt>
                <c:pt idx="24839">
                  <c:v>0.28748842592176516</c:v>
                </c:pt>
                <c:pt idx="24840">
                  <c:v>0.28749999999854481</c:v>
                </c:pt>
                <c:pt idx="24841">
                  <c:v>0.28751157407532446</c:v>
                </c:pt>
                <c:pt idx="24842">
                  <c:v>0.28752314814482816</c:v>
                </c:pt>
                <c:pt idx="24843">
                  <c:v>0.28753472222160781</c:v>
                </c:pt>
                <c:pt idx="24844">
                  <c:v>0.2875462962911115</c:v>
                </c:pt>
                <c:pt idx="24845">
                  <c:v>0.28755787036789116</c:v>
                </c:pt>
                <c:pt idx="24846">
                  <c:v>0.28756944444467081</c:v>
                </c:pt>
                <c:pt idx="24847">
                  <c:v>0.2875810185141745</c:v>
                </c:pt>
                <c:pt idx="24848">
                  <c:v>0.28759259259095415</c:v>
                </c:pt>
                <c:pt idx="24849">
                  <c:v>0.28760416666773381</c:v>
                </c:pt>
                <c:pt idx="24850">
                  <c:v>0.2876157407372375</c:v>
                </c:pt>
                <c:pt idx="24851">
                  <c:v>0.28762731481401715</c:v>
                </c:pt>
                <c:pt idx="24852">
                  <c:v>0.28763888888352085</c:v>
                </c:pt>
                <c:pt idx="24853">
                  <c:v>0.2876504629603005</c:v>
                </c:pt>
                <c:pt idx="24854">
                  <c:v>0.28766203703708015</c:v>
                </c:pt>
                <c:pt idx="24855">
                  <c:v>0.28767361110658385</c:v>
                </c:pt>
                <c:pt idx="24856">
                  <c:v>0.2876851851833635</c:v>
                </c:pt>
                <c:pt idx="24857">
                  <c:v>0.28769675926014315</c:v>
                </c:pt>
                <c:pt idx="24858">
                  <c:v>0.28770833332964685</c:v>
                </c:pt>
                <c:pt idx="24859">
                  <c:v>0.2877199074064265</c:v>
                </c:pt>
                <c:pt idx="24860">
                  <c:v>0.2877314814759302</c:v>
                </c:pt>
                <c:pt idx="24861">
                  <c:v>0.28774305555270985</c:v>
                </c:pt>
                <c:pt idx="24862">
                  <c:v>0.2877546296294895</c:v>
                </c:pt>
                <c:pt idx="24863">
                  <c:v>0.28776620369899319</c:v>
                </c:pt>
                <c:pt idx="24864">
                  <c:v>0.28777777777577285</c:v>
                </c:pt>
                <c:pt idx="24865">
                  <c:v>0.2877893518525525</c:v>
                </c:pt>
                <c:pt idx="24866">
                  <c:v>0.28780092592205619</c:v>
                </c:pt>
                <c:pt idx="24867">
                  <c:v>0.28781249999883585</c:v>
                </c:pt>
                <c:pt idx="24868">
                  <c:v>0.28782407406833954</c:v>
                </c:pt>
                <c:pt idx="24869">
                  <c:v>0.28783564814511919</c:v>
                </c:pt>
                <c:pt idx="24870">
                  <c:v>0.28784722222189885</c:v>
                </c:pt>
                <c:pt idx="24871">
                  <c:v>0.28785879629140254</c:v>
                </c:pt>
                <c:pt idx="24872">
                  <c:v>0.28787037036818219</c:v>
                </c:pt>
                <c:pt idx="24873">
                  <c:v>0.28788194444496185</c:v>
                </c:pt>
                <c:pt idx="24874">
                  <c:v>0.28789351851446554</c:v>
                </c:pt>
                <c:pt idx="24875">
                  <c:v>0.28790509259124519</c:v>
                </c:pt>
                <c:pt idx="24876">
                  <c:v>0.28791666666074889</c:v>
                </c:pt>
                <c:pt idx="24877">
                  <c:v>0.28792824073752854</c:v>
                </c:pt>
                <c:pt idx="24878">
                  <c:v>0.28793981481430819</c:v>
                </c:pt>
                <c:pt idx="24879">
                  <c:v>0.28795138888381189</c:v>
                </c:pt>
                <c:pt idx="24880">
                  <c:v>0.28796296296059154</c:v>
                </c:pt>
                <c:pt idx="24881">
                  <c:v>0.28797453703737119</c:v>
                </c:pt>
                <c:pt idx="24882">
                  <c:v>0.28798611110687489</c:v>
                </c:pt>
                <c:pt idx="24883">
                  <c:v>0.28799768518365454</c:v>
                </c:pt>
                <c:pt idx="24884">
                  <c:v>0.28800925926043419</c:v>
                </c:pt>
                <c:pt idx="24885">
                  <c:v>0.28802083332993789</c:v>
                </c:pt>
                <c:pt idx="24886">
                  <c:v>0.28803240740671754</c:v>
                </c:pt>
                <c:pt idx="24887">
                  <c:v>0.28804398147622123</c:v>
                </c:pt>
                <c:pt idx="24888">
                  <c:v>0.28805555555300089</c:v>
                </c:pt>
                <c:pt idx="24889">
                  <c:v>0.28806712962978054</c:v>
                </c:pt>
                <c:pt idx="24890">
                  <c:v>0.28807870369928423</c:v>
                </c:pt>
                <c:pt idx="24891">
                  <c:v>0.28809027777606389</c:v>
                </c:pt>
                <c:pt idx="24892">
                  <c:v>0.28810185185284354</c:v>
                </c:pt>
                <c:pt idx="24893">
                  <c:v>0.28811342592234723</c:v>
                </c:pt>
                <c:pt idx="24894">
                  <c:v>0.28812499999912689</c:v>
                </c:pt>
                <c:pt idx="24895">
                  <c:v>0.28813657406863058</c:v>
                </c:pt>
                <c:pt idx="24896">
                  <c:v>0.28814814814541023</c:v>
                </c:pt>
                <c:pt idx="24897">
                  <c:v>0.28815972222218988</c:v>
                </c:pt>
                <c:pt idx="24898">
                  <c:v>0.28817129629169358</c:v>
                </c:pt>
                <c:pt idx="24899">
                  <c:v>0.28818287036847323</c:v>
                </c:pt>
                <c:pt idx="24900">
                  <c:v>0.28819444444525288</c:v>
                </c:pt>
                <c:pt idx="24901">
                  <c:v>0.28820601851475658</c:v>
                </c:pt>
                <c:pt idx="24902">
                  <c:v>0.28821759259153623</c:v>
                </c:pt>
                <c:pt idx="24903">
                  <c:v>0.28822916666103993</c:v>
                </c:pt>
                <c:pt idx="24904">
                  <c:v>0.28824074073781958</c:v>
                </c:pt>
                <c:pt idx="24905">
                  <c:v>0.28825231481459923</c:v>
                </c:pt>
                <c:pt idx="24906">
                  <c:v>0.28826388888410293</c:v>
                </c:pt>
                <c:pt idx="24907">
                  <c:v>0.28827546296088258</c:v>
                </c:pt>
                <c:pt idx="24908">
                  <c:v>0.28828703703766223</c:v>
                </c:pt>
                <c:pt idx="24909">
                  <c:v>0.28829861110716593</c:v>
                </c:pt>
                <c:pt idx="24910">
                  <c:v>0.28831018518394558</c:v>
                </c:pt>
                <c:pt idx="24911">
                  <c:v>0.28832175925344927</c:v>
                </c:pt>
                <c:pt idx="24912">
                  <c:v>0.28833333333022892</c:v>
                </c:pt>
                <c:pt idx="24913">
                  <c:v>0.28834490740700858</c:v>
                </c:pt>
                <c:pt idx="24914">
                  <c:v>0.28835648147651227</c:v>
                </c:pt>
                <c:pt idx="24915">
                  <c:v>0.28836805555329192</c:v>
                </c:pt>
                <c:pt idx="24916">
                  <c:v>0.28837962963007158</c:v>
                </c:pt>
                <c:pt idx="24917">
                  <c:v>0.28839120369957527</c:v>
                </c:pt>
                <c:pt idx="24918">
                  <c:v>0.28840277777635492</c:v>
                </c:pt>
                <c:pt idx="24919">
                  <c:v>0.28841435185313458</c:v>
                </c:pt>
                <c:pt idx="24920">
                  <c:v>0.28842592592263827</c:v>
                </c:pt>
                <c:pt idx="24921">
                  <c:v>0.28843749999941792</c:v>
                </c:pt>
                <c:pt idx="24922">
                  <c:v>0.28844907406892162</c:v>
                </c:pt>
                <c:pt idx="24923">
                  <c:v>0.28846064814570127</c:v>
                </c:pt>
                <c:pt idx="24924">
                  <c:v>0.28847222222248092</c:v>
                </c:pt>
                <c:pt idx="24925">
                  <c:v>0.28848379629198462</c:v>
                </c:pt>
                <c:pt idx="24926">
                  <c:v>0.28849537036876427</c:v>
                </c:pt>
                <c:pt idx="24927">
                  <c:v>0.28850694444554392</c:v>
                </c:pt>
                <c:pt idx="24928">
                  <c:v>0.28851851851504762</c:v>
                </c:pt>
                <c:pt idx="24929">
                  <c:v>0.28853009259182727</c:v>
                </c:pt>
                <c:pt idx="24930">
                  <c:v>0.28854166666133096</c:v>
                </c:pt>
                <c:pt idx="24931">
                  <c:v>0.28855324073811062</c:v>
                </c:pt>
                <c:pt idx="24932">
                  <c:v>0.28856481481489027</c:v>
                </c:pt>
                <c:pt idx="24933">
                  <c:v>0.28857638888439396</c:v>
                </c:pt>
                <c:pt idx="24934">
                  <c:v>0.28858796296117362</c:v>
                </c:pt>
                <c:pt idx="24935">
                  <c:v>0.28859953703795327</c:v>
                </c:pt>
                <c:pt idx="24936">
                  <c:v>0.28861111110745696</c:v>
                </c:pt>
                <c:pt idx="24937">
                  <c:v>0.28862268518423662</c:v>
                </c:pt>
                <c:pt idx="24938">
                  <c:v>0.28863425925374031</c:v>
                </c:pt>
                <c:pt idx="24939">
                  <c:v>0.28864583333051996</c:v>
                </c:pt>
                <c:pt idx="24940">
                  <c:v>0.28865740740729962</c:v>
                </c:pt>
                <c:pt idx="24941">
                  <c:v>0.28866898147680331</c:v>
                </c:pt>
                <c:pt idx="24942">
                  <c:v>0.28868055555358296</c:v>
                </c:pt>
                <c:pt idx="24943">
                  <c:v>0.28869212963036261</c:v>
                </c:pt>
                <c:pt idx="24944">
                  <c:v>0.28870370369986631</c:v>
                </c:pt>
                <c:pt idx="24945">
                  <c:v>0.28871527777664596</c:v>
                </c:pt>
                <c:pt idx="24946">
                  <c:v>0.28872685184614966</c:v>
                </c:pt>
                <c:pt idx="24947">
                  <c:v>0.28873842592292931</c:v>
                </c:pt>
                <c:pt idx="24948">
                  <c:v>0.28874999999970896</c:v>
                </c:pt>
                <c:pt idx="24949">
                  <c:v>0.28876157406921266</c:v>
                </c:pt>
                <c:pt idx="24950">
                  <c:v>0.28877314814599231</c:v>
                </c:pt>
                <c:pt idx="24951">
                  <c:v>0.28878472222277196</c:v>
                </c:pt>
                <c:pt idx="24952">
                  <c:v>0.28879629629227566</c:v>
                </c:pt>
                <c:pt idx="24953">
                  <c:v>0.28880787036905531</c:v>
                </c:pt>
                <c:pt idx="24954">
                  <c:v>0.288819444438559</c:v>
                </c:pt>
                <c:pt idx="24955">
                  <c:v>0.28883101851533866</c:v>
                </c:pt>
                <c:pt idx="24956">
                  <c:v>0.28884259259211831</c:v>
                </c:pt>
                <c:pt idx="24957">
                  <c:v>0.288854166661622</c:v>
                </c:pt>
                <c:pt idx="24958">
                  <c:v>0.28886574073840166</c:v>
                </c:pt>
                <c:pt idx="24959">
                  <c:v>0.28887731481518131</c:v>
                </c:pt>
                <c:pt idx="24960">
                  <c:v>0.288888888884685</c:v>
                </c:pt>
                <c:pt idx="24961">
                  <c:v>0.28890046296146465</c:v>
                </c:pt>
                <c:pt idx="24962">
                  <c:v>0.28891203703824431</c:v>
                </c:pt>
                <c:pt idx="24963">
                  <c:v>0.288923611107748</c:v>
                </c:pt>
                <c:pt idx="24964">
                  <c:v>0.28893518518452765</c:v>
                </c:pt>
                <c:pt idx="24965">
                  <c:v>0.28894675925403135</c:v>
                </c:pt>
                <c:pt idx="24966">
                  <c:v>0.288958333330811</c:v>
                </c:pt>
                <c:pt idx="24967">
                  <c:v>0.28896990740759065</c:v>
                </c:pt>
                <c:pt idx="24968">
                  <c:v>0.28898148147709435</c:v>
                </c:pt>
                <c:pt idx="24969">
                  <c:v>0.288993055553874</c:v>
                </c:pt>
                <c:pt idx="24970">
                  <c:v>0.28900462963065365</c:v>
                </c:pt>
                <c:pt idx="24971">
                  <c:v>0.28901620370015735</c:v>
                </c:pt>
                <c:pt idx="24972">
                  <c:v>0.289027777776937</c:v>
                </c:pt>
                <c:pt idx="24973">
                  <c:v>0.2890393518464407</c:v>
                </c:pt>
                <c:pt idx="24974">
                  <c:v>0.28905092592322035</c:v>
                </c:pt>
                <c:pt idx="24975">
                  <c:v>0.2890625</c:v>
                </c:pt>
                <c:pt idx="24976">
                  <c:v>0.28907407406950369</c:v>
                </c:pt>
                <c:pt idx="24977">
                  <c:v>0.28908564814628335</c:v>
                </c:pt>
                <c:pt idx="24978">
                  <c:v>0.289097222223063</c:v>
                </c:pt>
                <c:pt idx="24979">
                  <c:v>0.28910879629256669</c:v>
                </c:pt>
                <c:pt idx="24980">
                  <c:v>0.28912037036934635</c:v>
                </c:pt>
                <c:pt idx="24981">
                  <c:v>0.28913194443885004</c:v>
                </c:pt>
                <c:pt idx="24982">
                  <c:v>0.28914351851562969</c:v>
                </c:pt>
                <c:pt idx="24983">
                  <c:v>0.28915509259240935</c:v>
                </c:pt>
                <c:pt idx="24984">
                  <c:v>0.28916666666191304</c:v>
                </c:pt>
                <c:pt idx="24985">
                  <c:v>0.28917824073869269</c:v>
                </c:pt>
                <c:pt idx="24986">
                  <c:v>0.28918981481547235</c:v>
                </c:pt>
                <c:pt idx="24987">
                  <c:v>0.28920138888497604</c:v>
                </c:pt>
                <c:pt idx="24988">
                  <c:v>0.28921296296175569</c:v>
                </c:pt>
                <c:pt idx="24989">
                  <c:v>0.28922453703125939</c:v>
                </c:pt>
                <c:pt idx="24990">
                  <c:v>0.28923611110803904</c:v>
                </c:pt>
                <c:pt idx="24991">
                  <c:v>0.28924768518481869</c:v>
                </c:pt>
                <c:pt idx="24992">
                  <c:v>0.28925925925432239</c:v>
                </c:pt>
                <c:pt idx="24993">
                  <c:v>0.28927083333110204</c:v>
                </c:pt>
                <c:pt idx="24994">
                  <c:v>0.28928240740788169</c:v>
                </c:pt>
                <c:pt idx="24995">
                  <c:v>0.28929398147738539</c:v>
                </c:pt>
                <c:pt idx="24996">
                  <c:v>0.28930555555416504</c:v>
                </c:pt>
                <c:pt idx="24997">
                  <c:v>0.28931712963094469</c:v>
                </c:pt>
                <c:pt idx="24998">
                  <c:v>0.28932870370044839</c:v>
                </c:pt>
                <c:pt idx="24999">
                  <c:v>0.28934027777722804</c:v>
                </c:pt>
                <c:pt idx="25000">
                  <c:v>0.28935185184673173</c:v>
                </c:pt>
                <c:pt idx="25001">
                  <c:v>0.28936342592351139</c:v>
                </c:pt>
                <c:pt idx="25002">
                  <c:v>0.28937500000029104</c:v>
                </c:pt>
                <c:pt idx="25003">
                  <c:v>0.28938657406979473</c:v>
                </c:pt>
                <c:pt idx="25004">
                  <c:v>0.28939814814657439</c:v>
                </c:pt>
                <c:pt idx="25005">
                  <c:v>0.28940972222335404</c:v>
                </c:pt>
                <c:pt idx="25006">
                  <c:v>0.28942129629285773</c:v>
                </c:pt>
                <c:pt idx="25007">
                  <c:v>0.28943287036963739</c:v>
                </c:pt>
                <c:pt idx="25008">
                  <c:v>0.28944444443914108</c:v>
                </c:pt>
                <c:pt idx="25009">
                  <c:v>0.28945601851592073</c:v>
                </c:pt>
                <c:pt idx="25010">
                  <c:v>0.28946759259270038</c:v>
                </c:pt>
                <c:pt idx="25011">
                  <c:v>0.28947916666220408</c:v>
                </c:pt>
                <c:pt idx="25012">
                  <c:v>0.28949074073898373</c:v>
                </c:pt>
                <c:pt idx="25013">
                  <c:v>0.28950231481576338</c:v>
                </c:pt>
                <c:pt idx="25014">
                  <c:v>0.28951388888526708</c:v>
                </c:pt>
                <c:pt idx="25015">
                  <c:v>0.28952546296204673</c:v>
                </c:pt>
                <c:pt idx="25016">
                  <c:v>0.28953703703155043</c:v>
                </c:pt>
                <c:pt idx="25017">
                  <c:v>0.28954861110833008</c:v>
                </c:pt>
                <c:pt idx="25018">
                  <c:v>0.28956018518510973</c:v>
                </c:pt>
                <c:pt idx="25019">
                  <c:v>0.28957175925461343</c:v>
                </c:pt>
                <c:pt idx="25020">
                  <c:v>0.28958333333139308</c:v>
                </c:pt>
                <c:pt idx="25021">
                  <c:v>0.28959490740817273</c:v>
                </c:pt>
                <c:pt idx="25022">
                  <c:v>0.28960648147767643</c:v>
                </c:pt>
                <c:pt idx="25023">
                  <c:v>0.28961805555445608</c:v>
                </c:pt>
                <c:pt idx="25024">
                  <c:v>0.28962962962395977</c:v>
                </c:pt>
                <c:pt idx="25025">
                  <c:v>0.28964120370073942</c:v>
                </c:pt>
                <c:pt idx="25026">
                  <c:v>0.28965277777751908</c:v>
                </c:pt>
                <c:pt idx="25027">
                  <c:v>0.28966435184702277</c:v>
                </c:pt>
                <c:pt idx="25028">
                  <c:v>0.28967592592380242</c:v>
                </c:pt>
                <c:pt idx="25029">
                  <c:v>0.28968750000058208</c:v>
                </c:pt>
                <c:pt idx="25030">
                  <c:v>0.28969907407008577</c:v>
                </c:pt>
                <c:pt idx="25031">
                  <c:v>0.28971064814686542</c:v>
                </c:pt>
                <c:pt idx="25032">
                  <c:v>0.28972222221636912</c:v>
                </c:pt>
                <c:pt idx="25033">
                  <c:v>0.28973379629314877</c:v>
                </c:pt>
                <c:pt idx="25034">
                  <c:v>0.28974537036992842</c:v>
                </c:pt>
                <c:pt idx="25035">
                  <c:v>0.28975694443943212</c:v>
                </c:pt>
                <c:pt idx="25036">
                  <c:v>0.28976851851621177</c:v>
                </c:pt>
                <c:pt idx="25037">
                  <c:v>0.28978009259299142</c:v>
                </c:pt>
                <c:pt idx="25038">
                  <c:v>0.28979166666249512</c:v>
                </c:pt>
                <c:pt idx="25039">
                  <c:v>0.28980324073927477</c:v>
                </c:pt>
                <c:pt idx="25040">
                  <c:v>0.28981481481605442</c:v>
                </c:pt>
                <c:pt idx="25041">
                  <c:v>0.28982638888555812</c:v>
                </c:pt>
                <c:pt idx="25042">
                  <c:v>0.28983796296233777</c:v>
                </c:pt>
                <c:pt idx="25043">
                  <c:v>0.28984953703184146</c:v>
                </c:pt>
                <c:pt idx="25044">
                  <c:v>0.28986111110862112</c:v>
                </c:pt>
                <c:pt idx="25045">
                  <c:v>0.28987268518540077</c:v>
                </c:pt>
                <c:pt idx="25046">
                  <c:v>0.28988425925490446</c:v>
                </c:pt>
                <c:pt idx="25047">
                  <c:v>0.28989583333168412</c:v>
                </c:pt>
                <c:pt idx="25048">
                  <c:v>0.28990740740846377</c:v>
                </c:pt>
                <c:pt idx="25049">
                  <c:v>0.28991898147796746</c:v>
                </c:pt>
                <c:pt idx="25050">
                  <c:v>0.28993055555474712</c:v>
                </c:pt>
                <c:pt idx="25051">
                  <c:v>0.28994212962425081</c:v>
                </c:pt>
                <c:pt idx="25052">
                  <c:v>0.28995370370103046</c:v>
                </c:pt>
                <c:pt idx="25053">
                  <c:v>0.28996527777781012</c:v>
                </c:pt>
                <c:pt idx="25054">
                  <c:v>0.28997685184731381</c:v>
                </c:pt>
                <c:pt idx="25055">
                  <c:v>0.28998842592409346</c:v>
                </c:pt>
                <c:pt idx="25056">
                  <c:v>0.29000000000087311</c:v>
                </c:pt>
                <c:pt idx="25057">
                  <c:v>0.29001157407037681</c:v>
                </c:pt>
                <c:pt idx="25058">
                  <c:v>0.29002314814715646</c:v>
                </c:pt>
                <c:pt idx="25059">
                  <c:v>0.29003472221666016</c:v>
                </c:pt>
                <c:pt idx="25060">
                  <c:v>0.29004629629343981</c:v>
                </c:pt>
                <c:pt idx="25061">
                  <c:v>0.29005787037021946</c:v>
                </c:pt>
                <c:pt idx="25062">
                  <c:v>0.29006944443972316</c:v>
                </c:pt>
                <c:pt idx="25063">
                  <c:v>0.29008101851650281</c:v>
                </c:pt>
                <c:pt idx="25064">
                  <c:v>0.29009259259328246</c:v>
                </c:pt>
                <c:pt idx="25065">
                  <c:v>0.29010416666278616</c:v>
                </c:pt>
                <c:pt idx="25066">
                  <c:v>0.29011574073956581</c:v>
                </c:pt>
                <c:pt idx="25067">
                  <c:v>0.2901273148090695</c:v>
                </c:pt>
                <c:pt idx="25068">
                  <c:v>0.29013888888584916</c:v>
                </c:pt>
                <c:pt idx="25069">
                  <c:v>0.29015046296262881</c:v>
                </c:pt>
                <c:pt idx="25070">
                  <c:v>0.2901620370321325</c:v>
                </c:pt>
                <c:pt idx="25071">
                  <c:v>0.29017361110891216</c:v>
                </c:pt>
                <c:pt idx="25072">
                  <c:v>0.29018518518569181</c:v>
                </c:pt>
                <c:pt idx="25073">
                  <c:v>0.2901967592551955</c:v>
                </c:pt>
                <c:pt idx="25074">
                  <c:v>0.29020833333197515</c:v>
                </c:pt>
                <c:pt idx="25075">
                  <c:v>0.29021990740147885</c:v>
                </c:pt>
                <c:pt idx="25076">
                  <c:v>0.2902314814782585</c:v>
                </c:pt>
                <c:pt idx="25077">
                  <c:v>0.29024305555503815</c:v>
                </c:pt>
                <c:pt idx="25078">
                  <c:v>0.29025462962454185</c:v>
                </c:pt>
                <c:pt idx="25079">
                  <c:v>0.2902662037013215</c:v>
                </c:pt>
                <c:pt idx="25080">
                  <c:v>0.29027777777810115</c:v>
                </c:pt>
                <c:pt idx="25081">
                  <c:v>0.29028935184760485</c:v>
                </c:pt>
                <c:pt idx="25082">
                  <c:v>0.2903009259243845</c:v>
                </c:pt>
                <c:pt idx="25083">
                  <c:v>0.29031250000116415</c:v>
                </c:pt>
                <c:pt idx="25084">
                  <c:v>0.29032407407066785</c:v>
                </c:pt>
                <c:pt idx="25085">
                  <c:v>0.2903356481474475</c:v>
                </c:pt>
                <c:pt idx="25086">
                  <c:v>0.2903472222169512</c:v>
                </c:pt>
                <c:pt idx="25087">
                  <c:v>0.29035879629373085</c:v>
                </c:pt>
                <c:pt idx="25088">
                  <c:v>0.2903703703705105</c:v>
                </c:pt>
                <c:pt idx="25089">
                  <c:v>0.29038194444001419</c:v>
                </c:pt>
                <c:pt idx="25090">
                  <c:v>0.29039351851679385</c:v>
                </c:pt>
                <c:pt idx="25091">
                  <c:v>0.2904050925935735</c:v>
                </c:pt>
                <c:pt idx="25092">
                  <c:v>0.29041666666307719</c:v>
                </c:pt>
                <c:pt idx="25093">
                  <c:v>0.29042824073985685</c:v>
                </c:pt>
                <c:pt idx="25094">
                  <c:v>0.29043981480936054</c:v>
                </c:pt>
                <c:pt idx="25095">
                  <c:v>0.29045138888614019</c:v>
                </c:pt>
                <c:pt idx="25096">
                  <c:v>0.29046296296291985</c:v>
                </c:pt>
                <c:pt idx="25097">
                  <c:v>0.29047453703242354</c:v>
                </c:pt>
                <c:pt idx="25098">
                  <c:v>0.29048611110920319</c:v>
                </c:pt>
                <c:pt idx="25099">
                  <c:v>0.29049768518598285</c:v>
                </c:pt>
                <c:pt idx="25100">
                  <c:v>0.29050925925548654</c:v>
                </c:pt>
                <c:pt idx="25101">
                  <c:v>0.29052083333226619</c:v>
                </c:pt>
                <c:pt idx="25102">
                  <c:v>0.29053240740176989</c:v>
                </c:pt>
                <c:pt idx="25103">
                  <c:v>0.29054398147854954</c:v>
                </c:pt>
                <c:pt idx="25104">
                  <c:v>0.29055555555532919</c:v>
                </c:pt>
                <c:pt idx="25105">
                  <c:v>0.29056712962483289</c:v>
                </c:pt>
                <c:pt idx="25106">
                  <c:v>0.29057870370161254</c:v>
                </c:pt>
                <c:pt idx="25107">
                  <c:v>0.29059027777839219</c:v>
                </c:pt>
                <c:pt idx="25108">
                  <c:v>0.29060185184789589</c:v>
                </c:pt>
                <c:pt idx="25109">
                  <c:v>0.29061342592467554</c:v>
                </c:pt>
                <c:pt idx="25110">
                  <c:v>0.29062499999417923</c:v>
                </c:pt>
                <c:pt idx="25111">
                  <c:v>0.29063657407095889</c:v>
                </c:pt>
                <c:pt idx="25112">
                  <c:v>0.29064814814773854</c:v>
                </c:pt>
                <c:pt idx="25113">
                  <c:v>0.29065972221724223</c:v>
                </c:pt>
                <c:pt idx="25114">
                  <c:v>0.29067129629402189</c:v>
                </c:pt>
                <c:pt idx="25115">
                  <c:v>0.29068287037080154</c:v>
                </c:pt>
                <c:pt idx="25116">
                  <c:v>0.29069444444030523</c:v>
                </c:pt>
                <c:pt idx="25117">
                  <c:v>0.29070601851708489</c:v>
                </c:pt>
                <c:pt idx="25118">
                  <c:v>0.29071759259386454</c:v>
                </c:pt>
                <c:pt idx="25119">
                  <c:v>0.29072916666336823</c:v>
                </c:pt>
                <c:pt idx="25120">
                  <c:v>0.29074074074014788</c:v>
                </c:pt>
                <c:pt idx="25121">
                  <c:v>0.29075231480965158</c:v>
                </c:pt>
                <c:pt idx="25122">
                  <c:v>0.29076388888643123</c:v>
                </c:pt>
                <c:pt idx="25123">
                  <c:v>0.29077546296321088</c:v>
                </c:pt>
                <c:pt idx="25124">
                  <c:v>0.29078703703271458</c:v>
                </c:pt>
                <c:pt idx="25125">
                  <c:v>0.29079861110949423</c:v>
                </c:pt>
                <c:pt idx="25126">
                  <c:v>0.29081018518627388</c:v>
                </c:pt>
                <c:pt idx="25127">
                  <c:v>0.29082175925577758</c:v>
                </c:pt>
                <c:pt idx="25128">
                  <c:v>0.29083333333255723</c:v>
                </c:pt>
                <c:pt idx="25129">
                  <c:v>0.29084490740206093</c:v>
                </c:pt>
                <c:pt idx="25130">
                  <c:v>0.29085648147884058</c:v>
                </c:pt>
                <c:pt idx="25131">
                  <c:v>0.29086805555562023</c:v>
                </c:pt>
                <c:pt idx="25132">
                  <c:v>0.29087962962512393</c:v>
                </c:pt>
                <c:pt idx="25133">
                  <c:v>0.29089120370190358</c:v>
                </c:pt>
                <c:pt idx="25134">
                  <c:v>0.29090277777868323</c:v>
                </c:pt>
                <c:pt idx="25135">
                  <c:v>0.29091435184818693</c:v>
                </c:pt>
                <c:pt idx="25136">
                  <c:v>0.29092592592496658</c:v>
                </c:pt>
                <c:pt idx="25137">
                  <c:v>0.29093749999447027</c:v>
                </c:pt>
                <c:pt idx="25138">
                  <c:v>0.29094907407124992</c:v>
                </c:pt>
                <c:pt idx="25139">
                  <c:v>0.29096064814802958</c:v>
                </c:pt>
                <c:pt idx="25140">
                  <c:v>0.29097222221753327</c:v>
                </c:pt>
                <c:pt idx="25141">
                  <c:v>0.29098379629431292</c:v>
                </c:pt>
                <c:pt idx="25142">
                  <c:v>0.29099537037109258</c:v>
                </c:pt>
                <c:pt idx="25143">
                  <c:v>0.29100694444059627</c:v>
                </c:pt>
                <c:pt idx="25144">
                  <c:v>0.29101851851737592</c:v>
                </c:pt>
                <c:pt idx="25145">
                  <c:v>0.29103009258687962</c:v>
                </c:pt>
                <c:pt idx="25146">
                  <c:v>0.29104166666365927</c:v>
                </c:pt>
                <c:pt idx="25147">
                  <c:v>0.29105324074043892</c:v>
                </c:pt>
                <c:pt idx="25148">
                  <c:v>0.29106481480994262</c:v>
                </c:pt>
                <c:pt idx="25149">
                  <c:v>0.29107638888672227</c:v>
                </c:pt>
                <c:pt idx="25150">
                  <c:v>0.29108796296350192</c:v>
                </c:pt>
                <c:pt idx="25151">
                  <c:v>0.29109953703300562</c:v>
                </c:pt>
                <c:pt idx="25152">
                  <c:v>0.29111111110978527</c:v>
                </c:pt>
                <c:pt idx="25153">
                  <c:v>0.29112268517928896</c:v>
                </c:pt>
                <c:pt idx="25154">
                  <c:v>0.29113425925606862</c:v>
                </c:pt>
                <c:pt idx="25155">
                  <c:v>0.29114583333284827</c:v>
                </c:pt>
                <c:pt idx="25156">
                  <c:v>0.29115740740235196</c:v>
                </c:pt>
                <c:pt idx="25157">
                  <c:v>0.29116898147913162</c:v>
                </c:pt>
                <c:pt idx="25158">
                  <c:v>0.29118055555591127</c:v>
                </c:pt>
                <c:pt idx="25159">
                  <c:v>0.29119212962541496</c:v>
                </c:pt>
                <c:pt idx="25160">
                  <c:v>0.29120370370219462</c:v>
                </c:pt>
                <c:pt idx="25161">
                  <c:v>0.29121527777897427</c:v>
                </c:pt>
                <c:pt idx="25162">
                  <c:v>0.29122685184847796</c:v>
                </c:pt>
                <c:pt idx="25163">
                  <c:v>0.29123842592525762</c:v>
                </c:pt>
                <c:pt idx="25164">
                  <c:v>0.29124999999476131</c:v>
                </c:pt>
                <c:pt idx="25165">
                  <c:v>0.29126157407154096</c:v>
                </c:pt>
                <c:pt idx="25166">
                  <c:v>0.29127314814832062</c:v>
                </c:pt>
                <c:pt idx="25167">
                  <c:v>0.29128472221782431</c:v>
                </c:pt>
                <c:pt idx="25168">
                  <c:v>0.29129629629460396</c:v>
                </c:pt>
                <c:pt idx="25169">
                  <c:v>0.29130787037138361</c:v>
                </c:pt>
                <c:pt idx="25170">
                  <c:v>0.29131944444088731</c:v>
                </c:pt>
                <c:pt idx="25171">
                  <c:v>0.29133101851766696</c:v>
                </c:pt>
                <c:pt idx="25172">
                  <c:v>0.29134259258717066</c:v>
                </c:pt>
                <c:pt idx="25173">
                  <c:v>0.29135416666395031</c:v>
                </c:pt>
                <c:pt idx="25174">
                  <c:v>0.29136574074072996</c:v>
                </c:pt>
                <c:pt idx="25175">
                  <c:v>0.29137731481023366</c:v>
                </c:pt>
                <c:pt idx="25176">
                  <c:v>0.29138888888701331</c:v>
                </c:pt>
                <c:pt idx="25177">
                  <c:v>0.29140046296379296</c:v>
                </c:pt>
                <c:pt idx="25178">
                  <c:v>0.29141203703329666</c:v>
                </c:pt>
                <c:pt idx="25179">
                  <c:v>0.29142361111007631</c:v>
                </c:pt>
                <c:pt idx="25180">
                  <c:v>0.29143518517958</c:v>
                </c:pt>
                <c:pt idx="25181">
                  <c:v>0.29144675925635966</c:v>
                </c:pt>
                <c:pt idx="25182">
                  <c:v>0.29145833333313931</c:v>
                </c:pt>
                <c:pt idx="25183">
                  <c:v>0.291469907402643</c:v>
                </c:pt>
                <c:pt idx="25184">
                  <c:v>0.29148148147942265</c:v>
                </c:pt>
                <c:pt idx="25185">
                  <c:v>0.29149305555620231</c:v>
                </c:pt>
                <c:pt idx="25186">
                  <c:v>0.291504629625706</c:v>
                </c:pt>
                <c:pt idx="25187">
                  <c:v>0.29151620370248565</c:v>
                </c:pt>
                <c:pt idx="25188">
                  <c:v>0.29152777777198935</c:v>
                </c:pt>
                <c:pt idx="25189">
                  <c:v>0.291539351848769</c:v>
                </c:pt>
                <c:pt idx="25190">
                  <c:v>0.29155092592554865</c:v>
                </c:pt>
                <c:pt idx="25191">
                  <c:v>0.29156249999505235</c:v>
                </c:pt>
                <c:pt idx="25192">
                  <c:v>0.291574074071832</c:v>
                </c:pt>
                <c:pt idx="25193">
                  <c:v>0.29158564814861165</c:v>
                </c:pt>
                <c:pt idx="25194">
                  <c:v>0.29159722221811535</c:v>
                </c:pt>
                <c:pt idx="25195">
                  <c:v>0.291608796294895</c:v>
                </c:pt>
                <c:pt idx="25196">
                  <c:v>0.29162037037167465</c:v>
                </c:pt>
                <c:pt idx="25197">
                  <c:v>0.29163194444117835</c:v>
                </c:pt>
                <c:pt idx="25198">
                  <c:v>0.291643518517958</c:v>
                </c:pt>
                <c:pt idx="25199">
                  <c:v>0.2916550925874617</c:v>
                </c:pt>
                <c:pt idx="25200">
                  <c:v>0.29166666666424135</c:v>
                </c:pt>
                <c:pt idx="25201">
                  <c:v>0.291678240741021</c:v>
                </c:pt>
                <c:pt idx="25202">
                  <c:v>0.29168981481052469</c:v>
                </c:pt>
                <c:pt idx="25203">
                  <c:v>0.29170138888730435</c:v>
                </c:pt>
                <c:pt idx="25204">
                  <c:v>0.291712962964084</c:v>
                </c:pt>
                <c:pt idx="25205">
                  <c:v>0.29172453703358769</c:v>
                </c:pt>
                <c:pt idx="25206">
                  <c:v>0.29173611111036735</c:v>
                </c:pt>
                <c:pt idx="25207">
                  <c:v>0.29174768517987104</c:v>
                </c:pt>
                <c:pt idx="25208">
                  <c:v>0.29175925925665069</c:v>
                </c:pt>
                <c:pt idx="25209">
                  <c:v>0.29177083333343035</c:v>
                </c:pt>
                <c:pt idx="25210">
                  <c:v>0.29178240740293404</c:v>
                </c:pt>
                <c:pt idx="25211">
                  <c:v>0.29179398147971369</c:v>
                </c:pt>
                <c:pt idx="25212">
                  <c:v>0.29180555555649335</c:v>
                </c:pt>
                <c:pt idx="25213">
                  <c:v>0.29181712962599704</c:v>
                </c:pt>
                <c:pt idx="25214">
                  <c:v>0.29182870370277669</c:v>
                </c:pt>
                <c:pt idx="25215">
                  <c:v>0.29184027777228039</c:v>
                </c:pt>
                <c:pt idx="25216">
                  <c:v>0.29185185184906004</c:v>
                </c:pt>
                <c:pt idx="25217">
                  <c:v>0.29186342592583969</c:v>
                </c:pt>
                <c:pt idx="25218">
                  <c:v>0.29187499999534339</c:v>
                </c:pt>
                <c:pt idx="25219">
                  <c:v>0.29188657407212304</c:v>
                </c:pt>
                <c:pt idx="25220">
                  <c:v>0.29189814814890269</c:v>
                </c:pt>
                <c:pt idx="25221">
                  <c:v>0.29190972221840639</c:v>
                </c:pt>
                <c:pt idx="25222">
                  <c:v>0.29192129629518604</c:v>
                </c:pt>
                <c:pt idx="25223">
                  <c:v>0.29193287036468973</c:v>
                </c:pt>
                <c:pt idx="25224">
                  <c:v>0.29194444444146939</c:v>
                </c:pt>
                <c:pt idx="25225">
                  <c:v>0.29195601851824904</c:v>
                </c:pt>
                <c:pt idx="25226">
                  <c:v>0.29196759258775273</c:v>
                </c:pt>
                <c:pt idx="25227">
                  <c:v>0.29197916666453239</c:v>
                </c:pt>
                <c:pt idx="25228">
                  <c:v>0.29199074074131204</c:v>
                </c:pt>
                <c:pt idx="25229">
                  <c:v>0.29200231481081573</c:v>
                </c:pt>
                <c:pt idx="25230">
                  <c:v>0.29201388888759539</c:v>
                </c:pt>
                <c:pt idx="25231">
                  <c:v>0.29202546295709908</c:v>
                </c:pt>
                <c:pt idx="25232">
                  <c:v>0.29203703703387873</c:v>
                </c:pt>
                <c:pt idx="25233">
                  <c:v>0.29204861111065838</c:v>
                </c:pt>
                <c:pt idx="25234">
                  <c:v>0.29206018518016208</c:v>
                </c:pt>
                <c:pt idx="25235">
                  <c:v>0.29207175925694173</c:v>
                </c:pt>
                <c:pt idx="25236">
                  <c:v>0.29208333333372138</c:v>
                </c:pt>
                <c:pt idx="25237">
                  <c:v>0.29209490740322508</c:v>
                </c:pt>
                <c:pt idx="25238">
                  <c:v>0.29210648148000473</c:v>
                </c:pt>
                <c:pt idx="25239">
                  <c:v>0.29211805555678438</c:v>
                </c:pt>
                <c:pt idx="25240">
                  <c:v>0.29212962962628808</c:v>
                </c:pt>
                <c:pt idx="25241">
                  <c:v>0.29214120370306773</c:v>
                </c:pt>
                <c:pt idx="25242">
                  <c:v>0.29215277777257143</c:v>
                </c:pt>
                <c:pt idx="25243">
                  <c:v>0.29216435184935108</c:v>
                </c:pt>
                <c:pt idx="25244">
                  <c:v>0.29217592592613073</c:v>
                </c:pt>
                <c:pt idx="25245">
                  <c:v>0.29218749999563443</c:v>
                </c:pt>
                <c:pt idx="25246">
                  <c:v>0.29219907407241408</c:v>
                </c:pt>
                <c:pt idx="25247">
                  <c:v>0.29221064814919373</c:v>
                </c:pt>
                <c:pt idx="25248">
                  <c:v>0.29222222221869742</c:v>
                </c:pt>
                <c:pt idx="25249">
                  <c:v>0.29223379629547708</c:v>
                </c:pt>
                <c:pt idx="25250">
                  <c:v>0.29224537036498077</c:v>
                </c:pt>
                <c:pt idx="25251">
                  <c:v>0.29225694444176042</c:v>
                </c:pt>
                <c:pt idx="25252">
                  <c:v>0.29226851851854008</c:v>
                </c:pt>
                <c:pt idx="25253">
                  <c:v>0.29228009258804377</c:v>
                </c:pt>
                <c:pt idx="25254">
                  <c:v>0.29229166666482342</c:v>
                </c:pt>
                <c:pt idx="25255">
                  <c:v>0.29230324074160308</c:v>
                </c:pt>
                <c:pt idx="25256">
                  <c:v>0.29231481481110677</c:v>
                </c:pt>
                <c:pt idx="25257">
                  <c:v>0.29232638888788642</c:v>
                </c:pt>
                <c:pt idx="25258">
                  <c:v>0.29233796295739012</c:v>
                </c:pt>
                <c:pt idx="25259">
                  <c:v>0.29234953703416977</c:v>
                </c:pt>
                <c:pt idx="25260">
                  <c:v>0.29236111111094942</c:v>
                </c:pt>
                <c:pt idx="25261">
                  <c:v>0.29237268518045312</c:v>
                </c:pt>
                <c:pt idx="25262">
                  <c:v>0.29238425925723277</c:v>
                </c:pt>
                <c:pt idx="25263">
                  <c:v>0.29239583333401242</c:v>
                </c:pt>
                <c:pt idx="25264">
                  <c:v>0.29240740740351612</c:v>
                </c:pt>
                <c:pt idx="25265">
                  <c:v>0.29241898148029577</c:v>
                </c:pt>
                <c:pt idx="25266">
                  <c:v>0.29243055554979946</c:v>
                </c:pt>
                <c:pt idx="25267">
                  <c:v>0.29244212962657912</c:v>
                </c:pt>
                <c:pt idx="25268">
                  <c:v>0.29245370370335877</c:v>
                </c:pt>
                <c:pt idx="25269">
                  <c:v>0.29246527777286246</c:v>
                </c:pt>
                <c:pt idx="25270">
                  <c:v>0.29247685184964212</c:v>
                </c:pt>
                <c:pt idx="25271">
                  <c:v>0.29248842592642177</c:v>
                </c:pt>
                <c:pt idx="25272">
                  <c:v>0.29249999999592546</c:v>
                </c:pt>
                <c:pt idx="25273">
                  <c:v>0.29251157407270512</c:v>
                </c:pt>
                <c:pt idx="25274">
                  <c:v>0.29252314814948477</c:v>
                </c:pt>
                <c:pt idx="25275">
                  <c:v>0.29253472221898846</c:v>
                </c:pt>
                <c:pt idx="25276">
                  <c:v>0.29254629629576812</c:v>
                </c:pt>
                <c:pt idx="25277">
                  <c:v>0.29255787036527181</c:v>
                </c:pt>
                <c:pt idx="25278">
                  <c:v>0.29256944444205146</c:v>
                </c:pt>
                <c:pt idx="25279">
                  <c:v>0.29258101851883112</c:v>
                </c:pt>
                <c:pt idx="25280">
                  <c:v>0.29259259258833481</c:v>
                </c:pt>
                <c:pt idx="25281">
                  <c:v>0.29260416666511446</c:v>
                </c:pt>
                <c:pt idx="25282">
                  <c:v>0.29261574074189411</c:v>
                </c:pt>
                <c:pt idx="25283">
                  <c:v>0.29262731481139781</c:v>
                </c:pt>
                <c:pt idx="25284">
                  <c:v>0.29263888888817746</c:v>
                </c:pt>
                <c:pt idx="25285">
                  <c:v>0.29265046295768116</c:v>
                </c:pt>
                <c:pt idx="25286">
                  <c:v>0.29266203703446081</c:v>
                </c:pt>
                <c:pt idx="25287">
                  <c:v>0.29267361111124046</c:v>
                </c:pt>
                <c:pt idx="25288">
                  <c:v>0.29268518518074416</c:v>
                </c:pt>
                <c:pt idx="25289">
                  <c:v>0.29269675925752381</c:v>
                </c:pt>
                <c:pt idx="25290">
                  <c:v>0.29270833333430346</c:v>
                </c:pt>
                <c:pt idx="25291">
                  <c:v>0.29271990740380716</c:v>
                </c:pt>
                <c:pt idx="25292">
                  <c:v>0.29273148148058681</c:v>
                </c:pt>
                <c:pt idx="25293">
                  <c:v>0.2927430555500905</c:v>
                </c:pt>
                <c:pt idx="25294">
                  <c:v>0.29275462962687016</c:v>
                </c:pt>
                <c:pt idx="25295">
                  <c:v>0.29276620370364981</c:v>
                </c:pt>
                <c:pt idx="25296">
                  <c:v>0.2927777777731535</c:v>
                </c:pt>
                <c:pt idx="25297">
                  <c:v>0.29278935184993315</c:v>
                </c:pt>
                <c:pt idx="25298">
                  <c:v>0.29280092592671281</c:v>
                </c:pt>
                <c:pt idx="25299">
                  <c:v>0.2928124999962165</c:v>
                </c:pt>
                <c:pt idx="25300">
                  <c:v>0.29282407407299615</c:v>
                </c:pt>
                <c:pt idx="25301">
                  <c:v>0.29283564814249985</c:v>
                </c:pt>
                <c:pt idx="25302">
                  <c:v>0.2928472222192795</c:v>
                </c:pt>
                <c:pt idx="25303">
                  <c:v>0.29285879629605915</c:v>
                </c:pt>
                <c:pt idx="25304">
                  <c:v>0.29287037036556285</c:v>
                </c:pt>
                <c:pt idx="25305">
                  <c:v>0.2928819444423425</c:v>
                </c:pt>
                <c:pt idx="25306">
                  <c:v>0.29289351851912215</c:v>
                </c:pt>
                <c:pt idx="25307">
                  <c:v>0.29290509258862585</c:v>
                </c:pt>
                <c:pt idx="25308">
                  <c:v>0.2929166666654055</c:v>
                </c:pt>
                <c:pt idx="25309">
                  <c:v>0.2929282407349092</c:v>
                </c:pt>
                <c:pt idx="25310">
                  <c:v>0.29293981481168885</c:v>
                </c:pt>
                <c:pt idx="25311">
                  <c:v>0.2929513888884685</c:v>
                </c:pt>
                <c:pt idx="25312">
                  <c:v>0.29296296295797219</c:v>
                </c:pt>
                <c:pt idx="25313">
                  <c:v>0.29297453703475185</c:v>
                </c:pt>
                <c:pt idx="25314">
                  <c:v>0.2929861111115315</c:v>
                </c:pt>
                <c:pt idx="25315">
                  <c:v>0.29299768518103519</c:v>
                </c:pt>
                <c:pt idx="25316">
                  <c:v>0.29300925925781485</c:v>
                </c:pt>
                <c:pt idx="25317">
                  <c:v>0.2930208333345945</c:v>
                </c:pt>
                <c:pt idx="25318">
                  <c:v>0.29303240740409819</c:v>
                </c:pt>
                <c:pt idx="25319">
                  <c:v>0.29304398148087785</c:v>
                </c:pt>
                <c:pt idx="25320">
                  <c:v>0.29305555555038154</c:v>
                </c:pt>
                <c:pt idx="25321">
                  <c:v>0.29306712962716119</c:v>
                </c:pt>
                <c:pt idx="25322">
                  <c:v>0.29307870370394085</c:v>
                </c:pt>
                <c:pt idx="25323">
                  <c:v>0.29309027777344454</c:v>
                </c:pt>
                <c:pt idx="25324">
                  <c:v>0.29310185185022419</c:v>
                </c:pt>
                <c:pt idx="25325">
                  <c:v>0.29311342592700385</c:v>
                </c:pt>
                <c:pt idx="25326">
                  <c:v>0.29312499999650754</c:v>
                </c:pt>
                <c:pt idx="25327">
                  <c:v>0.29313657407328719</c:v>
                </c:pt>
                <c:pt idx="25328">
                  <c:v>0.29314814814279089</c:v>
                </c:pt>
                <c:pt idx="25329">
                  <c:v>0.29315972221957054</c:v>
                </c:pt>
                <c:pt idx="25330">
                  <c:v>0.29317129629635019</c:v>
                </c:pt>
                <c:pt idx="25331">
                  <c:v>0.29318287036585389</c:v>
                </c:pt>
                <c:pt idx="25332">
                  <c:v>0.29319444444263354</c:v>
                </c:pt>
                <c:pt idx="25333">
                  <c:v>0.29320601851941319</c:v>
                </c:pt>
                <c:pt idx="25334">
                  <c:v>0.29321759258891689</c:v>
                </c:pt>
                <c:pt idx="25335">
                  <c:v>0.29322916666569654</c:v>
                </c:pt>
                <c:pt idx="25336">
                  <c:v>0.29324074073520023</c:v>
                </c:pt>
                <c:pt idx="25337">
                  <c:v>0.29325231481197989</c:v>
                </c:pt>
                <c:pt idx="25338">
                  <c:v>0.29326388888875954</c:v>
                </c:pt>
                <c:pt idx="25339">
                  <c:v>0.29327546295826323</c:v>
                </c:pt>
                <c:pt idx="25340">
                  <c:v>0.29328703703504289</c:v>
                </c:pt>
                <c:pt idx="25341">
                  <c:v>0.29329861111182254</c:v>
                </c:pt>
                <c:pt idx="25342">
                  <c:v>0.29331018518132623</c:v>
                </c:pt>
                <c:pt idx="25343">
                  <c:v>0.29332175925810589</c:v>
                </c:pt>
                <c:pt idx="25344">
                  <c:v>0.29333333332760958</c:v>
                </c:pt>
                <c:pt idx="25345">
                  <c:v>0.29334490740438923</c:v>
                </c:pt>
                <c:pt idx="25346">
                  <c:v>0.29335648148116888</c:v>
                </c:pt>
                <c:pt idx="25347">
                  <c:v>0.29336805555067258</c:v>
                </c:pt>
                <c:pt idx="25348">
                  <c:v>0.29337962962745223</c:v>
                </c:pt>
                <c:pt idx="25349">
                  <c:v>0.29339120370423188</c:v>
                </c:pt>
                <c:pt idx="25350">
                  <c:v>0.29340277777373558</c:v>
                </c:pt>
                <c:pt idx="25351">
                  <c:v>0.29341435185051523</c:v>
                </c:pt>
                <c:pt idx="25352">
                  <c:v>0.29342592592001893</c:v>
                </c:pt>
                <c:pt idx="25353">
                  <c:v>0.29343749999679858</c:v>
                </c:pt>
                <c:pt idx="25354">
                  <c:v>0.29344907407357823</c:v>
                </c:pt>
                <c:pt idx="25355">
                  <c:v>0.29346064814308193</c:v>
                </c:pt>
                <c:pt idx="25356">
                  <c:v>0.29347222221986158</c:v>
                </c:pt>
                <c:pt idx="25357">
                  <c:v>0.29348379629664123</c:v>
                </c:pt>
                <c:pt idx="25358">
                  <c:v>0.29349537036614493</c:v>
                </c:pt>
                <c:pt idx="25359">
                  <c:v>0.29350694444292458</c:v>
                </c:pt>
                <c:pt idx="25360">
                  <c:v>0.29351851851970423</c:v>
                </c:pt>
                <c:pt idx="25361">
                  <c:v>0.29353009258920792</c:v>
                </c:pt>
                <c:pt idx="25362">
                  <c:v>0.29354166666598758</c:v>
                </c:pt>
                <c:pt idx="25363">
                  <c:v>0.29355324073549127</c:v>
                </c:pt>
                <c:pt idx="25364">
                  <c:v>0.29356481481227092</c:v>
                </c:pt>
                <c:pt idx="25365">
                  <c:v>0.29357638888905058</c:v>
                </c:pt>
                <c:pt idx="25366">
                  <c:v>0.29358796295855427</c:v>
                </c:pt>
                <c:pt idx="25367">
                  <c:v>0.29359953703533392</c:v>
                </c:pt>
                <c:pt idx="25368">
                  <c:v>0.29361111111211358</c:v>
                </c:pt>
                <c:pt idx="25369">
                  <c:v>0.29362268518161727</c:v>
                </c:pt>
                <c:pt idx="25370">
                  <c:v>0.29363425925839692</c:v>
                </c:pt>
                <c:pt idx="25371">
                  <c:v>0.29364583332790062</c:v>
                </c:pt>
                <c:pt idx="25372">
                  <c:v>0.29365740740468027</c:v>
                </c:pt>
                <c:pt idx="25373">
                  <c:v>0.29366898148145992</c:v>
                </c:pt>
                <c:pt idx="25374">
                  <c:v>0.29368055555096362</c:v>
                </c:pt>
                <c:pt idx="25375">
                  <c:v>0.29369212962774327</c:v>
                </c:pt>
                <c:pt idx="25376">
                  <c:v>0.29370370370452292</c:v>
                </c:pt>
                <c:pt idx="25377">
                  <c:v>0.29371527777402662</c:v>
                </c:pt>
                <c:pt idx="25378">
                  <c:v>0.29372685185080627</c:v>
                </c:pt>
                <c:pt idx="25379">
                  <c:v>0.29373842592030996</c:v>
                </c:pt>
                <c:pt idx="25380">
                  <c:v>0.29374999999708962</c:v>
                </c:pt>
                <c:pt idx="25381">
                  <c:v>0.29376157407386927</c:v>
                </c:pt>
                <c:pt idx="25382">
                  <c:v>0.29377314814337296</c:v>
                </c:pt>
                <c:pt idx="25383">
                  <c:v>0.29378472222015262</c:v>
                </c:pt>
                <c:pt idx="25384">
                  <c:v>0.29379629629693227</c:v>
                </c:pt>
                <c:pt idx="25385">
                  <c:v>0.29380787036643596</c:v>
                </c:pt>
                <c:pt idx="25386">
                  <c:v>0.29381944444321562</c:v>
                </c:pt>
                <c:pt idx="25387">
                  <c:v>0.29383101851271931</c:v>
                </c:pt>
                <c:pt idx="25388">
                  <c:v>0.29384259258949896</c:v>
                </c:pt>
                <c:pt idx="25389">
                  <c:v>0.29385416666627862</c:v>
                </c:pt>
                <c:pt idx="25390">
                  <c:v>0.29386574073578231</c:v>
                </c:pt>
                <c:pt idx="25391">
                  <c:v>0.29387731481256196</c:v>
                </c:pt>
                <c:pt idx="25392">
                  <c:v>0.29388888888934162</c:v>
                </c:pt>
                <c:pt idx="25393">
                  <c:v>0.29390046295884531</c:v>
                </c:pt>
                <c:pt idx="25394">
                  <c:v>0.29391203703562496</c:v>
                </c:pt>
                <c:pt idx="25395">
                  <c:v>0.29392361111240461</c:v>
                </c:pt>
                <c:pt idx="25396">
                  <c:v>0.29393518518190831</c:v>
                </c:pt>
                <c:pt idx="25397">
                  <c:v>0.29394675925868796</c:v>
                </c:pt>
                <c:pt idx="25398">
                  <c:v>0.29395833332819166</c:v>
                </c:pt>
                <c:pt idx="25399">
                  <c:v>0.29396990740497131</c:v>
                </c:pt>
                <c:pt idx="25400">
                  <c:v>0.29398148148175096</c:v>
                </c:pt>
                <c:pt idx="25401">
                  <c:v>0.29399305555125466</c:v>
                </c:pt>
                <c:pt idx="25402">
                  <c:v>0.29400462962803431</c:v>
                </c:pt>
                <c:pt idx="25403">
                  <c:v>0.29401620370481396</c:v>
                </c:pt>
                <c:pt idx="25404">
                  <c:v>0.29402777777431766</c:v>
                </c:pt>
                <c:pt idx="25405">
                  <c:v>0.29403935185109731</c:v>
                </c:pt>
                <c:pt idx="25406">
                  <c:v>0.294050925920601</c:v>
                </c:pt>
                <c:pt idx="25407">
                  <c:v>0.29406249999738066</c:v>
                </c:pt>
                <c:pt idx="25408">
                  <c:v>0.29407407407416031</c:v>
                </c:pt>
                <c:pt idx="25409">
                  <c:v>0.294085648143664</c:v>
                </c:pt>
                <c:pt idx="25410">
                  <c:v>0.29409722222044365</c:v>
                </c:pt>
                <c:pt idx="25411">
                  <c:v>0.29410879629722331</c:v>
                </c:pt>
                <c:pt idx="25412">
                  <c:v>0.294120370366727</c:v>
                </c:pt>
                <c:pt idx="25413">
                  <c:v>0.29413194444350665</c:v>
                </c:pt>
                <c:pt idx="25414">
                  <c:v>0.29414351851301035</c:v>
                </c:pt>
                <c:pt idx="25415">
                  <c:v>0.29415509258979</c:v>
                </c:pt>
                <c:pt idx="25416">
                  <c:v>0.29416666666656965</c:v>
                </c:pt>
                <c:pt idx="25417">
                  <c:v>0.29417824073607335</c:v>
                </c:pt>
                <c:pt idx="25418">
                  <c:v>0.294189814812853</c:v>
                </c:pt>
                <c:pt idx="25419">
                  <c:v>0.29420138888963265</c:v>
                </c:pt>
                <c:pt idx="25420">
                  <c:v>0.29421296295913635</c:v>
                </c:pt>
                <c:pt idx="25421">
                  <c:v>0.294224537035916</c:v>
                </c:pt>
                <c:pt idx="25422">
                  <c:v>0.2942361111054197</c:v>
                </c:pt>
                <c:pt idx="25423">
                  <c:v>0.29424768518219935</c:v>
                </c:pt>
                <c:pt idx="25424">
                  <c:v>0.294259259258979</c:v>
                </c:pt>
                <c:pt idx="25425">
                  <c:v>0.29427083332848269</c:v>
                </c:pt>
                <c:pt idx="25426">
                  <c:v>0.29428240740526235</c:v>
                </c:pt>
                <c:pt idx="25427">
                  <c:v>0.294293981482042</c:v>
                </c:pt>
                <c:pt idx="25428">
                  <c:v>0.29430555555154569</c:v>
                </c:pt>
                <c:pt idx="25429">
                  <c:v>0.29431712962832535</c:v>
                </c:pt>
                <c:pt idx="25430">
                  <c:v>0.29432870369782904</c:v>
                </c:pt>
                <c:pt idx="25431">
                  <c:v>0.29434027777460869</c:v>
                </c:pt>
                <c:pt idx="25432">
                  <c:v>0.29435185185138835</c:v>
                </c:pt>
                <c:pt idx="25433">
                  <c:v>0.29436342592089204</c:v>
                </c:pt>
                <c:pt idx="25434">
                  <c:v>0.29437499999767169</c:v>
                </c:pt>
                <c:pt idx="25435">
                  <c:v>0.29438657407445135</c:v>
                </c:pt>
                <c:pt idx="25436">
                  <c:v>0.29439814814395504</c:v>
                </c:pt>
                <c:pt idx="25437">
                  <c:v>0.29440972222073469</c:v>
                </c:pt>
                <c:pt idx="25438">
                  <c:v>0.29442129629751435</c:v>
                </c:pt>
                <c:pt idx="25439">
                  <c:v>0.29443287036701804</c:v>
                </c:pt>
                <c:pt idx="25440">
                  <c:v>0.29444444444379769</c:v>
                </c:pt>
                <c:pt idx="25441">
                  <c:v>0.29445601851330139</c:v>
                </c:pt>
                <c:pt idx="25442">
                  <c:v>0.29446759259008104</c:v>
                </c:pt>
                <c:pt idx="25443">
                  <c:v>0.29447916666686069</c:v>
                </c:pt>
                <c:pt idx="25444">
                  <c:v>0.29449074073636439</c:v>
                </c:pt>
                <c:pt idx="25445">
                  <c:v>0.29450231481314404</c:v>
                </c:pt>
                <c:pt idx="25446">
                  <c:v>0.29451388888992369</c:v>
                </c:pt>
                <c:pt idx="25447">
                  <c:v>0.29452546295942739</c:v>
                </c:pt>
                <c:pt idx="25448">
                  <c:v>0.29453703703620704</c:v>
                </c:pt>
                <c:pt idx="25449">
                  <c:v>0.29454861110571073</c:v>
                </c:pt>
                <c:pt idx="25450">
                  <c:v>0.29456018518249039</c:v>
                </c:pt>
                <c:pt idx="25451">
                  <c:v>0.29457175925927004</c:v>
                </c:pt>
                <c:pt idx="25452">
                  <c:v>0.29458333332877373</c:v>
                </c:pt>
                <c:pt idx="25453">
                  <c:v>0.29459490740555339</c:v>
                </c:pt>
                <c:pt idx="25454">
                  <c:v>0.29460648148233304</c:v>
                </c:pt>
                <c:pt idx="25455">
                  <c:v>0.29461805555183673</c:v>
                </c:pt>
                <c:pt idx="25456">
                  <c:v>0.29462962962861639</c:v>
                </c:pt>
                <c:pt idx="25457">
                  <c:v>0.29464120369812008</c:v>
                </c:pt>
                <c:pt idx="25458">
                  <c:v>0.29465277777489973</c:v>
                </c:pt>
                <c:pt idx="25459">
                  <c:v>0.29466435185167938</c:v>
                </c:pt>
                <c:pt idx="25460">
                  <c:v>0.29467592592118308</c:v>
                </c:pt>
                <c:pt idx="25461">
                  <c:v>0.29468749999796273</c:v>
                </c:pt>
                <c:pt idx="25462">
                  <c:v>0.29469907407474238</c:v>
                </c:pt>
                <c:pt idx="25463">
                  <c:v>0.29471064814424608</c:v>
                </c:pt>
                <c:pt idx="25464">
                  <c:v>0.29472222222102573</c:v>
                </c:pt>
                <c:pt idx="25465">
                  <c:v>0.29473379629052943</c:v>
                </c:pt>
                <c:pt idx="25466">
                  <c:v>0.29474537036730908</c:v>
                </c:pt>
                <c:pt idx="25467">
                  <c:v>0.29475694444408873</c:v>
                </c:pt>
                <c:pt idx="25468">
                  <c:v>0.29476851851359243</c:v>
                </c:pt>
                <c:pt idx="25469">
                  <c:v>0.29478009259037208</c:v>
                </c:pt>
                <c:pt idx="25470">
                  <c:v>0.29479166666715173</c:v>
                </c:pt>
                <c:pt idx="25471">
                  <c:v>0.29480324073665543</c:v>
                </c:pt>
                <c:pt idx="25472">
                  <c:v>0.29481481481343508</c:v>
                </c:pt>
                <c:pt idx="25473">
                  <c:v>0.29482638889021473</c:v>
                </c:pt>
                <c:pt idx="25474">
                  <c:v>0.29483796295971842</c:v>
                </c:pt>
                <c:pt idx="25475">
                  <c:v>0.29484953703649808</c:v>
                </c:pt>
                <c:pt idx="25476">
                  <c:v>0.29486111110600177</c:v>
                </c:pt>
                <c:pt idx="25477">
                  <c:v>0.29487268518278142</c:v>
                </c:pt>
                <c:pt idx="25478">
                  <c:v>0.29488425925956108</c:v>
                </c:pt>
                <c:pt idx="25479">
                  <c:v>0.29489583332906477</c:v>
                </c:pt>
                <c:pt idx="25480">
                  <c:v>0.29490740740584442</c:v>
                </c:pt>
                <c:pt idx="25481">
                  <c:v>0.29491898148262408</c:v>
                </c:pt>
                <c:pt idx="25482">
                  <c:v>0.29493055555212777</c:v>
                </c:pt>
                <c:pt idx="25483">
                  <c:v>0.29494212962890742</c:v>
                </c:pt>
                <c:pt idx="25484">
                  <c:v>0.29495370369841112</c:v>
                </c:pt>
                <c:pt idx="25485">
                  <c:v>0.29496527777519077</c:v>
                </c:pt>
                <c:pt idx="25486">
                  <c:v>0.29497685185197042</c:v>
                </c:pt>
                <c:pt idx="25487">
                  <c:v>0.29498842592147412</c:v>
                </c:pt>
                <c:pt idx="25488">
                  <c:v>0.29499999999825377</c:v>
                </c:pt>
                <c:pt idx="25489">
                  <c:v>0.29501157407503342</c:v>
                </c:pt>
                <c:pt idx="25490">
                  <c:v>0.29502314814453712</c:v>
                </c:pt>
                <c:pt idx="25491">
                  <c:v>0.29503472222131677</c:v>
                </c:pt>
                <c:pt idx="25492">
                  <c:v>0.29504629629082046</c:v>
                </c:pt>
                <c:pt idx="25493">
                  <c:v>0.29505787036760012</c:v>
                </c:pt>
                <c:pt idx="25494">
                  <c:v>0.29506944444437977</c:v>
                </c:pt>
                <c:pt idx="25495">
                  <c:v>0.29508101851388346</c:v>
                </c:pt>
                <c:pt idx="25496">
                  <c:v>0.29509259259066312</c:v>
                </c:pt>
                <c:pt idx="25497">
                  <c:v>0.29510416666744277</c:v>
                </c:pt>
                <c:pt idx="25498">
                  <c:v>0.29511574073694646</c:v>
                </c:pt>
                <c:pt idx="25499">
                  <c:v>0.29512731481372612</c:v>
                </c:pt>
                <c:pt idx="25500">
                  <c:v>0.29513888888322981</c:v>
                </c:pt>
                <c:pt idx="25501">
                  <c:v>0.29515046296000946</c:v>
                </c:pt>
                <c:pt idx="25502">
                  <c:v>0.29516203703678912</c:v>
                </c:pt>
                <c:pt idx="25503">
                  <c:v>0.29517361110629281</c:v>
                </c:pt>
                <c:pt idx="25504">
                  <c:v>0.29518518518307246</c:v>
                </c:pt>
                <c:pt idx="25505">
                  <c:v>0.29519675925985212</c:v>
                </c:pt>
                <c:pt idx="25506">
                  <c:v>0.29520833332935581</c:v>
                </c:pt>
                <c:pt idx="25507">
                  <c:v>0.29521990740613546</c:v>
                </c:pt>
                <c:pt idx="25508">
                  <c:v>0.29523148147563916</c:v>
                </c:pt>
                <c:pt idx="25509">
                  <c:v>0.29524305555241881</c:v>
                </c:pt>
                <c:pt idx="25510">
                  <c:v>0.29525462962919846</c:v>
                </c:pt>
                <c:pt idx="25511">
                  <c:v>0.29526620369870216</c:v>
                </c:pt>
                <c:pt idx="25512">
                  <c:v>0.29527777777548181</c:v>
                </c:pt>
                <c:pt idx="25513">
                  <c:v>0.29528935185226146</c:v>
                </c:pt>
                <c:pt idx="25514">
                  <c:v>0.29530092592176516</c:v>
                </c:pt>
                <c:pt idx="25515">
                  <c:v>0.29531249999854481</c:v>
                </c:pt>
                <c:pt idx="25516">
                  <c:v>0.29532407407532446</c:v>
                </c:pt>
                <c:pt idx="25517">
                  <c:v>0.29533564814482816</c:v>
                </c:pt>
                <c:pt idx="25518">
                  <c:v>0.29534722222160781</c:v>
                </c:pt>
                <c:pt idx="25519">
                  <c:v>0.2953587962911115</c:v>
                </c:pt>
                <c:pt idx="25520">
                  <c:v>0.29537037036789116</c:v>
                </c:pt>
                <c:pt idx="25521">
                  <c:v>0.29538194444467081</c:v>
                </c:pt>
                <c:pt idx="25522">
                  <c:v>0.2953935185141745</c:v>
                </c:pt>
                <c:pt idx="25523">
                  <c:v>0.29540509259095415</c:v>
                </c:pt>
                <c:pt idx="25524">
                  <c:v>0.29541666666773381</c:v>
                </c:pt>
                <c:pt idx="25525">
                  <c:v>0.2954282407372375</c:v>
                </c:pt>
                <c:pt idx="25526">
                  <c:v>0.29543981481401715</c:v>
                </c:pt>
                <c:pt idx="25527">
                  <c:v>0.29545138888352085</c:v>
                </c:pt>
                <c:pt idx="25528">
                  <c:v>0.2954629629603005</c:v>
                </c:pt>
                <c:pt idx="25529">
                  <c:v>0.29547453703708015</c:v>
                </c:pt>
                <c:pt idx="25530">
                  <c:v>0.29548611110658385</c:v>
                </c:pt>
                <c:pt idx="25531">
                  <c:v>0.2954976851833635</c:v>
                </c:pt>
                <c:pt idx="25532">
                  <c:v>0.29550925926014315</c:v>
                </c:pt>
                <c:pt idx="25533">
                  <c:v>0.29552083332964685</c:v>
                </c:pt>
                <c:pt idx="25534">
                  <c:v>0.2955324074064265</c:v>
                </c:pt>
                <c:pt idx="25535">
                  <c:v>0.2955439814759302</c:v>
                </c:pt>
                <c:pt idx="25536">
                  <c:v>0.29555555555270985</c:v>
                </c:pt>
                <c:pt idx="25537">
                  <c:v>0.2955671296294895</c:v>
                </c:pt>
                <c:pt idx="25538">
                  <c:v>0.29557870369899319</c:v>
                </c:pt>
                <c:pt idx="25539">
                  <c:v>0.29559027777577285</c:v>
                </c:pt>
                <c:pt idx="25540">
                  <c:v>0.2956018518525525</c:v>
                </c:pt>
                <c:pt idx="25541">
                  <c:v>0.29561342592205619</c:v>
                </c:pt>
                <c:pt idx="25542">
                  <c:v>0.29562499999883585</c:v>
                </c:pt>
                <c:pt idx="25543">
                  <c:v>0.29563657406833954</c:v>
                </c:pt>
                <c:pt idx="25544">
                  <c:v>0.29564814814511919</c:v>
                </c:pt>
                <c:pt idx="25545">
                  <c:v>0.29565972222189885</c:v>
                </c:pt>
                <c:pt idx="25546">
                  <c:v>0.29567129629140254</c:v>
                </c:pt>
                <c:pt idx="25547">
                  <c:v>0.29568287036818219</c:v>
                </c:pt>
                <c:pt idx="25548">
                  <c:v>0.29569444444496185</c:v>
                </c:pt>
                <c:pt idx="25549">
                  <c:v>0.29570601851446554</c:v>
                </c:pt>
                <c:pt idx="25550">
                  <c:v>0.29571759259124519</c:v>
                </c:pt>
                <c:pt idx="25551">
                  <c:v>0.29572916666074889</c:v>
                </c:pt>
                <c:pt idx="25552">
                  <c:v>0.29574074073752854</c:v>
                </c:pt>
                <c:pt idx="25553">
                  <c:v>0.29575231481430819</c:v>
                </c:pt>
                <c:pt idx="25554">
                  <c:v>0.29576388888381189</c:v>
                </c:pt>
                <c:pt idx="25555">
                  <c:v>0.29577546296059154</c:v>
                </c:pt>
                <c:pt idx="25556">
                  <c:v>0.29578703703737119</c:v>
                </c:pt>
                <c:pt idx="25557">
                  <c:v>0.29579861110687489</c:v>
                </c:pt>
                <c:pt idx="25558">
                  <c:v>0.29581018518365454</c:v>
                </c:pt>
                <c:pt idx="25559">
                  <c:v>0.29582175926043419</c:v>
                </c:pt>
                <c:pt idx="25560">
                  <c:v>0.29583333332993789</c:v>
                </c:pt>
                <c:pt idx="25561">
                  <c:v>0.29584490740671754</c:v>
                </c:pt>
                <c:pt idx="25562">
                  <c:v>0.29585648147622123</c:v>
                </c:pt>
                <c:pt idx="25563">
                  <c:v>0.29586805555300089</c:v>
                </c:pt>
                <c:pt idx="25564">
                  <c:v>0.29587962962978054</c:v>
                </c:pt>
                <c:pt idx="25565">
                  <c:v>0.29589120369928423</c:v>
                </c:pt>
                <c:pt idx="25566">
                  <c:v>0.29590277777606389</c:v>
                </c:pt>
                <c:pt idx="25567">
                  <c:v>0.29591435185284354</c:v>
                </c:pt>
                <c:pt idx="25568">
                  <c:v>0.29592592592234723</c:v>
                </c:pt>
                <c:pt idx="25569">
                  <c:v>0.29593749999912689</c:v>
                </c:pt>
                <c:pt idx="25570">
                  <c:v>0.29594907406863058</c:v>
                </c:pt>
                <c:pt idx="25571">
                  <c:v>0.29596064814541023</c:v>
                </c:pt>
                <c:pt idx="25572">
                  <c:v>0.29597222222218988</c:v>
                </c:pt>
                <c:pt idx="25573">
                  <c:v>0.29598379629169358</c:v>
                </c:pt>
                <c:pt idx="25574">
                  <c:v>0.29599537036847323</c:v>
                </c:pt>
                <c:pt idx="25575">
                  <c:v>0.29600694444525288</c:v>
                </c:pt>
                <c:pt idx="25576">
                  <c:v>0.29601851851475658</c:v>
                </c:pt>
                <c:pt idx="25577">
                  <c:v>0.29603009259153623</c:v>
                </c:pt>
                <c:pt idx="25578">
                  <c:v>0.29604166666103993</c:v>
                </c:pt>
                <c:pt idx="25579">
                  <c:v>0.29605324073781958</c:v>
                </c:pt>
                <c:pt idx="25580">
                  <c:v>0.29606481481459923</c:v>
                </c:pt>
                <c:pt idx="25581">
                  <c:v>0.29607638888410293</c:v>
                </c:pt>
                <c:pt idx="25582">
                  <c:v>0.29608796296088258</c:v>
                </c:pt>
                <c:pt idx="25583">
                  <c:v>0.29609953703766223</c:v>
                </c:pt>
                <c:pt idx="25584">
                  <c:v>0.29611111110716593</c:v>
                </c:pt>
                <c:pt idx="25585">
                  <c:v>0.29612268518394558</c:v>
                </c:pt>
                <c:pt idx="25586">
                  <c:v>0.29613425925344927</c:v>
                </c:pt>
                <c:pt idx="25587">
                  <c:v>0.29614583333022892</c:v>
                </c:pt>
                <c:pt idx="25588">
                  <c:v>0.29615740740700858</c:v>
                </c:pt>
                <c:pt idx="25589">
                  <c:v>0.29616898147651227</c:v>
                </c:pt>
                <c:pt idx="25590">
                  <c:v>0.29618055555329192</c:v>
                </c:pt>
                <c:pt idx="25591">
                  <c:v>0.29619212963007158</c:v>
                </c:pt>
                <c:pt idx="25592">
                  <c:v>0.29620370369957527</c:v>
                </c:pt>
                <c:pt idx="25593">
                  <c:v>0.29621527777635492</c:v>
                </c:pt>
                <c:pt idx="25594">
                  <c:v>0.29622685185313458</c:v>
                </c:pt>
                <c:pt idx="25595">
                  <c:v>0.29623842592263827</c:v>
                </c:pt>
                <c:pt idx="25596">
                  <c:v>0.29624999999941792</c:v>
                </c:pt>
                <c:pt idx="25597">
                  <c:v>0.29626157406892162</c:v>
                </c:pt>
                <c:pt idx="25598">
                  <c:v>0.29627314814570127</c:v>
                </c:pt>
                <c:pt idx="25599">
                  <c:v>0.29628472222248092</c:v>
                </c:pt>
                <c:pt idx="25600">
                  <c:v>0.29629629629198462</c:v>
                </c:pt>
                <c:pt idx="25601">
                  <c:v>0.29630787036876427</c:v>
                </c:pt>
                <c:pt idx="25602">
                  <c:v>0.29631944444554392</c:v>
                </c:pt>
                <c:pt idx="25603">
                  <c:v>0.29633101851504762</c:v>
                </c:pt>
                <c:pt idx="25604">
                  <c:v>0.29634259259182727</c:v>
                </c:pt>
                <c:pt idx="25605">
                  <c:v>0.29635416666133096</c:v>
                </c:pt>
                <c:pt idx="25606">
                  <c:v>0.29636574073811062</c:v>
                </c:pt>
                <c:pt idx="25607">
                  <c:v>0.29637731481489027</c:v>
                </c:pt>
                <c:pt idx="25608">
                  <c:v>0.29638888888439396</c:v>
                </c:pt>
                <c:pt idx="25609">
                  <c:v>0.29640046296117362</c:v>
                </c:pt>
                <c:pt idx="25610">
                  <c:v>0.29641203703795327</c:v>
                </c:pt>
                <c:pt idx="25611">
                  <c:v>0.29642361110745696</c:v>
                </c:pt>
                <c:pt idx="25612">
                  <c:v>0.29643518518423662</c:v>
                </c:pt>
                <c:pt idx="25613">
                  <c:v>0.29644675925374031</c:v>
                </c:pt>
                <c:pt idx="25614">
                  <c:v>0.29645833333051996</c:v>
                </c:pt>
                <c:pt idx="25615">
                  <c:v>0.29646990740729962</c:v>
                </c:pt>
                <c:pt idx="25616">
                  <c:v>0.29648148147680331</c:v>
                </c:pt>
                <c:pt idx="25617">
                  <c:v>0.29649305555358296</c:v>
                </c:pt>
                <c:pt idx="25618">
                  <c:v>0.29650462963036261</c:v>
                </c:pt>
                <c:pt idx="25619">
                  <c:v>0.29651620369986631</c:v>
                </c:pt>
                <c:pt idx="25620">
                  <c:v>0.29652777777664596</c:v>
                </c:pt>
                <c:pt idx="25621">
                  <c:v>0.29653935184614966</c:v>
                </c:pt>
                <c:pt idx="25622">
                  <c:v>0.29655092592292931</c:v>
                </c:pt>
                <c:pt idx="25623">
                  <c:v>0.29656249999970896</c:v>
                </c:pt>
                <c:pt idx="25624">
                  <c:v>0.29657407406921266</c:v>
                </c:pt>
                <c:pt idx="25625">
                  <c:v>0.29658564814599231</c:v>
                </c:pt>
                <c:pt idx="25626">
                  <c:v>0.29659722222277196</c:v>
                </c:pt>
                <c:pt idx="25627">
                  <c:v>0.29660879629227566</c:v>
                </c:pt>
                <c:pt idx="25628">
                  <c:v>0.29662037036905531</c:v>
                </c:pt>
                <c:pt idx="25629">
                  <c:v>0.296631944438559</c:v>
                </c:pt>
                <c:pt idx="25630">
                  <c:v>0.29664351851533866</c:v>
                </c:pt>
                <c:pt idx="25631">
                  <c:v>0.29665509259211831</c:v>
                </c:pt>
                <c:pt idx="25632">
                  <c:v>0.296666666661622</c:v>
                </c:pt>
                <c:pt idx="25633">
                  <c:v>0.29667824073840166</c:v>
                </c:pt>
                <c:pt idx="25634">
                  <c:v>0.29668981481518131</c:v>
                </c:pt>
                <c:pt idx="25635">
                  <c:v>0.296701388884685</c:v>
                </c:pt>
                <c:pt idx="25636">
                  <c:v>0.29671296296146465</c:v>
                </c:pt>
                <c:pt idx="25637">
                  <c:v>0.29672453703824431</c:v>
                </c:pt>
                <c:pt idx="25638">
                  <c:v>0.296736111107748</c:v>
                </c:pt>
                <c:pt idx="25639">
                  <c:v>0.29674768518452765</c:v>
                </c:pt>
                <c:pt idx="25640">
                  <c:v>0.29675925925403135</c:v>
                </c:pt>
                <c:pt idx="25641">
                  <c:v>0.296770833330811</c:v>
                </c:pt>
                <c:pt idx="25642">
                  <c:v>0.29678240740759065</c:v>
                </c:pt>
                <c:pt idx="25643">
                  <c:v>0.29679398147709435</c:v>
                </c:pt>
                <c:pt idx="25644">
                  <c:v>0.296805555553874</c:v>
                </c:pt>
                <c:pt idx="25645">
                  <c:v>0.29681712963065365</c:v>
                </c:pt>
                <c:pt idx="25646">
                  <c:v>0.29682870370015735</c:v>
                </c:pt>
                <c:pt idx="25647">
                  <c:v>0.296840277776937</c:v>
                </c:pt>
                <c:pt idx="25648">
                  <c:v>0.2968518518464407</c:v>
                </c:pt>
                <c:pt idx="25649">
                  <c:v>0.29686342592322035</c:v>
                </c:pt>
                <c:pt idx="25650">
                  <c:v>0.296875</c:v>
                </c:pt>
                <c:pt idx="25651">
                  <c:v>0.29688657406950369</c:v>
                </c:pt>
                <c:pt idx="25652">
                  <c:v>0.29689814814628335</c:v>
                </c:pt>
                <c:pt idx="25653">
                  <c:v>0.296909722223063</c:v>
                </c:pt>
                <c:pt idx="25654">
                  <c:v>0.29692129629256669</c:v>
                </c:pt>
                <c:pt idx="25655">
                  <c:v>0.29693287036934635</c:v>
                </c:pt>
                <c:pt idx="25656">
                  <c:v>0.29694444443885004</c:v>
                </c:pt>
                <c:pt idx="25657">
                  <c:v>0.29695601851562969</c:v>
                </c:pt>
                <c:pt idx="25658">
                  <c:v>0.29696759259240935</c:v>
                </c:pt>
                <c:pt idx="25659">
                  <c:v>0.29697916666191304</c:v>
                </c:pt>
                <c:pt idx="25660">
                  <c:v>0.29699074073869269</c:v>
                </c:pt>
                <c:pt idx="25661">
                  <c:v>0.29700231481547235</c:v>
                </c:pt>
                <c:pt idx="25662">
                  <c:v>0.29701388888497604</c:v>
                </c:pt>
                <c:pt idx="25663">
                  <c:v>0.29702546296175569</c:v>
                </c:pt>
                <c:pt idx="25664">
                  <c:v>0.29703703703125939</c:v>
                </c:pt>
                <c:pt idx="25665">
                  <c:v>0.29704861110803904</c:v>
                </c:pt>
                <c:pt idx="25666">
                  <c:v>0.29706018518481869</c:v>
                </c:pt>
                <c:pt idx="25667">
                  <c:v>0.29707175925432239</c:v>
                </c:pt>
                <c:pt idx="25668">
                  <c:v>0.29708333333110204</c:v>
                </c:pt>
                <c:pt idx="25669">
                  <c:v>0.29709490740788169</c:v>
                </c:pt>
                <c:pt idx="25670">
                  <c:v>0.29710648147738539</c:v>
                </c:pt>
                <c:pt idx="25671">
                  <c:v>0.29711805555416504</c:v>
                </c:pt>
                <c:pt idx="25672">
                  <c:v>0.29712962963094469</c:v>
                </c:pt>
                <c:pt idx="25673">
                  <c:v>0.29714120370044839</c:v>
                </c:pt>
                <c:pt idx="25674">
                  <c:v>0.29715277777722804</c:v>
                </c:pt>
                <c:pt idx="25675">
                  <c:v>0.29716435184673173</c:v>
                </c:pt>
                <c:pt idx="25676">
                  <c:v>0.29717592592351139</c:v>
                </c:pt>
                <c:pt idx="25677">
                  <c:v>0.29718750000029104</c:v>
                </c:pt>
                <c:pt idx="25678">
                  <c:v>0.29719907406979473</c:v>
                </c:pt>
                <c:pt idx="25679">
                  <c:v>0.29721064814657439</c:v>
                </c:pt>
                <c:pt idx="25680">
                  <c:v>0.29722222222335404</c:v>
                </c:pt>
                <c:pt idx="25681">
                  <c:v>0.29723379629285773</c:v>
                </c:pt>
                <c:pt idx="25682">
                  <c:v>0.29724537036963739</c:v>
                </c:pt>
                <c:pt idx="25683">
                  <c:v>0.29725694443914108</c:v>
                </c:pt>
                <c:pt idx="25684">
                  <c:v>0.29726851851592073</c:v>
                </c:pt>
                <c:pt idx="25685">
                  <c:v>0.29728009259270038</c:v>
                </c:pt>
                <c:pt idx="25686">
                  <c:v>0.29729166666220408</c:v>
                </c:pt>
                <c:pt idx="25687">
                  <c:v>0.29730324073898373</c:v>
                </c:pt>
                <c:pt idx="25688">
                  <c:v>0.29731481481576338</c:v>
                </c:pt>
                <c:pt idx="25689">
                  <c:v>0.29732638888526708</c:v>
                </c:pt>
                <c:pt idx="25690">
                  <c:v>0.29733796296204673</c:v>
                </c:pt>
                <c:pt idx="25691">
                  <c:v>0.29734953703155043</c:v>
                </c:pt>
                <c:pt idx="25692">
                  <c:v>0.29736111110833008</c:v>
                </c:pt>
                <c:pt idx="25693">
                  <c:v>0.29737268518510973</c:v>
                </c:pt>
                <c:pt idx="25694">
                  <c:v>0.29738425925461343</c:v>
                </c:pt>
                <c:pt idx="25695">
                  <c:v>0.29739583333139308</c:v>
                </c:pt>
                <c:pt idx="25696">
                  <c:v>0.29740740740817273</c:v>
                </c:pt>
                <c:pt idx="25697">
                  <c:v>0.29741898147767643</c:v>
                </c:pt>
                <c:pt idx="25698">
                  <c:v>0.29743055555445608</c:v>
                </c:pt>
                <c:pt idx="25699">
                  <c:v>0.29744212962395977</c:v>
                </c:pt>
                <c:pt idx="25700">
                  <c:v>0.29745370370073942</c:v>
                </c:pt>
                <c:pt idx="25701">
                  <c:v>0.29746527777751908</c:v>
                </c:pt>
                <c:pt idx="25702">
                  <c:v>0.29747685184702277</c:v>
                </c:pt>
                <c:pt idx="25703">
                  <c:v>0.29748842592380242</c:v>
                </c:pt>
                <c:pt idx="25704">
                  <c:v>0.29750000000058208</c:v>
                </c:pt>
                <c:pt idx="25705">
                  <c:v>0.29751157407008577</c:v>
                </c:pt>
                <c:pt idx="25706">
                  <c:v>0.29752314814686542</c:v>
                </c:pt>
                <c:pt idx="25707">
                  <c:v>0.29753472221636912</c:v>
                </c:pt>
                <c:pt idx="25708">
                  <c:v>0.29754629629314877</c:v>
                </c:pt>
                <c:pt idx="25709">
                  <c:v>0.29755787036992842</c:v>
                </c:pt>
                <c:pt idx="25710">
                  <c:v>0.29756944443943212</c:v>
                </c:pt>
                <c:pt idx="25711">
                  <c:v>0.29758101851621177</c:v>
                </c:pt>
                <c:pt idx="25712">
                  <c:v>0.29759259259299142</c:v>
                </c:pt>
                <c:pt idx="25713">
                  <c:v>0.29760416666249512</c:v>
                </c:pt>
                <c:pt idx="25714">
                  <c:v>0.29761574073927477</c:v>
                </c:pt>
                <c:pt idx="25715">
                  <c:v>0.29762731481605442</c:v>
                </c:pt>
                <c:pt idx="25716">
                  <c:v>0.29763888888555812</c:v>
                </c:pt>
                <c:pt idx="25717">
                  <c:v>0.29765046296233777</c:v>
                </c:pt>
                <c:pt idx="25718">
                  <c:v>0.29766203703184146</c:v>
                </c:pt>
                <c:pt idx="25719">
                  <c:v>0.29767361110862112</c:v>
                </c:pt>
                <c:pt idx="25720">
                  <c:v>0.29768518518540077</c:v>
                </c:pt>
                <c:pt idx="25721">
                  <c:v>0.29769675925490446</c:v>
                </c:pt>
                <c:pt idx="25722">
                  <c:v>0.29770833333168412</c:v>
                </c:pt>
                <c:pt idx="25723">
                  <c:v>0.29771990740846377</c:v>
                </c:pt>
                <c:pt idx="25724">
                  <c:v>0.29773148147796746</c:v>
                </c:pt>
                <c:pt idx="25725">
                  <c:v>0.29774305555474712</c:v>
                </c:pt>
                <c:pt idx="25726">
                  <c:v>0.29775462962425081</c:v>
                </c:pt>
                <c:pt idx="25727">
                  <c:v>0.29776620370103046</c:v>
                </c:pt>
                <c:pt idx="25728">
                  <c:v>0.29777777777781012</c:v>
                </c:pt>
                <c:pt idx="25729">
                  <c:v>0.29778935184731381</c:v>
                </c:pt>
                <c:pt idx="25730">
                  <c:v>0.29780092592409346</c:v>
                </c:pt>
                <c:pt idx="25731">
                  <c:v>0.29781250000087311</c:v>
                </c:pt>
                <c:pt idx="25732">
                  <c:v>0.29782407407037681</c:v>
                </c:pt>
                <c:pt idx="25733">
                  <c:v>0.29783564814715646</c:v>
                </c:pt>
                <c:pt idx="25734">
                  <c:v>0.29784722221666016</c:v>
                </c:pt>
                <c:pt idx="25735">
                  <c:v>0.29785879629343981</c:v>
                </c:pt>
                <c:pt idx="25736">
                  <c:v>0.29787037037021946</c:v>
                </c:pt>
                <c:pt idx="25737">
                  <c:v>0.29788194443972316</c:v>
                </c:pt>
                <c:pt idx="25738">
                  <c:v>0.29789351851650281</c:v>
                </c:pt>
                <c:pt idx="25739">
                  <c:v>0.29790509259328246</c:v>
                </c:pt>
                <c:pt idx="25740">
                  <c:v>0.29791666666278616</c:v>
                </c:pt>
                <c:pt idx="25741">
                  <c:v>0.29792824073956581</c:v>
                </c:pt>
                <c:pt idx="25742">
                  <c:v>0.2979398148090695</c:v>
                </c:pt>
                <c:pt idx="25743">
                  <c:v>0.29795138888584916</c:v>
                </c:pt>
                <c:pt idx="25744">
                  <c:v>0.29796296296262881</c:v>
                </c:pt>
                <c:pt idx="25745">
                  <c:v>0.2979745370321325</c:v>
                </c:pt>
                <c:pt idx="25746">
                  <c:v>0.29798611110891216</c:v>
                </c:pt>
                <c:pt idx="25747">
                  <c:v>0.29799768518569181</c:v>
                </c:pt>
                <c:pt idx="25748">
                  <c:v>0.2980092592551955</c:v>
                </c:pt>
                <c:pt idx="25749">
                  <c:v>0.29802083333197515</c:v>
                </c:pt>
                <c:pt idx="25750">
                  <c:v>0.29803240740147885</c:v>
                </c:pt>
                <c:pt idx="25751">
                  <c:v>0.2980439814782585</c:v>
                </c:pt>
                <c:pt idx="25752">
                  <c:v>0.29805555555503815</c:v>
                </c:pt>
                <c:pt idx="25753">
                  <c:v>0.29806712962454185</c:v>
                </c:pt>
                <c:pt idx="25754">
                  <c:v>0.2980787037013215</c:v>
                </c:pt>
                <c:pt idx="25755">
                  <c:v>0.29809027777810115</c:v>
                </c:pt>
                <c:pt idx="25756">
                  <c:v>0.29810185184760485</c:v>
                </c:pt>
                <c:pt idx="25757">
                  <c:v>0.2981134259243845</c:v>
                </c:pt>
                <c:pt idx="25758">
                  <c:v>0.29812500000116415</c:v>
                </c:pt>
                <c:pt idx="25759">
                  <c:v>0.29813657407066785</c:v>
                </c:pt>
                <c:pt idx="25760">
                  <c:v>0.2981481481474475</c:v>
                </c:pt>
                <c:pt idx="25761">
                  <c:v>0.2981597222169512</c:v>
                </c:pt>
                <c:pt idx="25762">
                  <c:v>0.29817129629373085</c:v>
                </c:pt>
                <c:pt idx="25763">
                  <c:v>0.2981828703705105</c:v>
                </c:pt>
                <c:pt idx="25764">
                  <c:v>0.29819444444001419</c:v>
                </c:pt>
                <c:pt idx="25765">
                  <c:v>0.29820601851679385</c:v>
                </c:pt>
                <c:pt idx="25766">
                  <c:v>0.2982175925935735</c:v>
                </c:pt>
                <c:pt idx="25767">
                  <c:v>0.29822916666307719</c:v>
                </c:pt>
                <c:pt idx="25768">
                  <c:v>0.29824074073985685</c:v>
                </c:pt>
                <c:pt idx="25769">
                  <c:v>0.29825231480936054</c:v>
                </c:pt>
                <c:pt idx="25770">
                  <c:v>0.29826388888614019</c:v>
                </c:pt>
                <c:pt idx="25771">
                  <c:v>0.29827546296291985</c:v>
                </c:pt>
                <c:pt idx="25772">
                  <c:v>0.29828703703242354</c:v>
                </c:pt>
                <c:pt idx="25773">
                  <c:v>0.29829861110920319</c:v>
                </c:pt>
                <c:pt idx="25774">
                  <c:v>0.29831018518598285</c:v>
                </c:pt>
                <c:pt idx="25775">
                  <c:v>0.29832175925548654</c:v>
                </c:pt>
                <c:pt idx="25776">
                  <c:v>0.29833333333226619</c:v>
                </c:pt>
                <c:pt idx="25777">
                  <c:v>0.29834490740176989</c:v>
                </c:pt>
                <c:pt idx="25778">
                  <c:v>0.29835648147854954</c:v>
                </c:pt>
                <c:pt idx="25779">
                  <c:v>0.29836805555532919</c:v>
                </c:pt>
                <c:pt idx="25780">
                  <c:v>0.29837962962483289</c:v>
                </c:pt>
                <c:pt idx="25781">
                  <c:v>0.29839120370161254</c:v>
                </c:pt>
                <c:pt idx="25782">
                  <c:v>0.29840277777839219</c:v>
                </c:pt>
                <c:pt idx="25783">
                  <c:v>0.29841435184789589</c:v>
                </c:pt>
                <c:pt idx="25784">
                  <c:v>0.29842592592467554</c:v>
                </c:pt>
                <c:pt idx="25785">
                  <c:v>0.29843749999417923</c:v>
                </c:pt>
                <c:pt idx="25786">
                  <c:v>0.29844907407095889</c:v>
                </c:pt>
                <c:pt idx="25787">
                  <c:v>0.29846064814773854</c:v>
                </c:pt>
                <c:pt idx="25788">
                  <c:v>0.29847222221724223</c:v>
                </c:pt>
                <c:pt idx="25789">
                  <c:v>0.29848379629402189</c:v>
                </c:pt>
                <c:pt idx="25790">
                  <c:v>0.29849537037080154</c:v>
                </c:pt>
                <c:pt idx="25791">
                  <c:v>0.29850694444030523</c:v>
                </c:pt>
                <c:pt idx="25792">
                  <c:v>0.29851851851708489</c:v>
                </c:pt>
                <c:pt idx="25793">
                  <c:v>0.29853009259386454</c:v>
                </c:pt>
                <c:pt idx="25794">
                  <c:v>0.29854166666336823</c:v>
                </c:pt>
                <c:pt idx="25795">
                  <c:v>0.29855324074014788</c:v>
                </c:pt>
                <c:pt idx="25796">
                  <c:v>0.29856481480965158</c:v>
                </c:pt>
                <c:pt idx="25797">
                  <c:v>0.29857638888643123</c:v>
                </c:pt>
                <c:pt idx="25798">
                  <c:v>0.29858796296321088</c:v>
                </c:pt>
                <c:pt idx="25799">
                  <c:v>0.29859953703271458</c:v>
                </c:pt>
                <c:pt idx="25800">
                  <c:v>0.29861111110949423</c:v>
                </c:pt>
                <c:pt idx="25801">
                  <c:v>0.29862268518627388</c:v>
                </c:pt>
                <c:pt idx="25802">
                  <c:v>0.29863425925577758</c:v>
                </c:pt>
                <c:pt idx="25803">
                  <c:v>0.29864583333255723</c:v>
                </c:pt>
                <c:pt idx="25804">
                  <c:v>0.29865740740206093</c:v>
                </c:pt>
                <c:pt idx="25805">
                  <c:v>0.29866898147884058</c:v>
                </c:pt>
                <c:pt idx="25806">
                  <c:v>0.29868055555562023</c:v>
                </c:pt>
                <c:pt idx="25807">
                  <c:v>0.29869212962512393</c:v>
                </c:pt>
                <c:pt idx="25808">
                  <c:v>0.29870370370190358</c:v>
                </c:pt>
                <c:pt idx="25809">
                  <c:v>0.29871527777868323</c:v>
                </c:pt>
                <c:pt idx="25810">
                  <c:v>0.29872685184818693</c:v>
                </c:pt>
                <c:pt idx="25811">
                  <c:v>0.29873842592496658</c:v>
                </c:pt>
                <c:pt idx="25812">
                  <c:v>0.29874999999447027</c:v>
                </c:pt>
                <c:pt idx="25813">
                  <c:v>0.29876157407124992</c:v>
                </c:pt>
                <c:pt idx="25814">
                  <c:v>0.29877314814802958</c:v>
                </c:pt>
                <c:pt idx="25815">
                  <c:v>0.29878472221753327</c:v>
                </c:pt>
                <c:pt idx="25816">
                  <c:v>0.29879629629431292</c:v>
                </c:pt>
                <c:pt idx="25817">
                  <c:v>0.29880787037109258</c:v>
                </c:pt>
                <c:pt idx="25818">
                  <c:v>0.29881944444059627</c:v>
                </c:pt>
                <c:pt idx="25819">
                  <c:v>0.29883101851737592</c:v>
                </c:pt>
                <c:pt idx="25820">
                  <c:v>0.29884259258687962</c:v>
                </c:pt>
                <c:pt idx="25821">
                  <c:v>0.29885416666365927</c:v>
                </c:pt>
                <c:pt idx="25822">
                  <c:v>0.29886574074043892</c:v>
                </c:pt>
                <c:pt idx="25823">
                  <c:v>0.29887731480994262</c:v>
                </c:pt>
                <c:pt idx="25824">
                  <c:v>0.29888888888672227</c:v>
                </c:pt>
                <c:pt idx="25825">
                  <c:v>0.29890046296350192</c:v>
                </c:pt>
                <c:pt idx="25826">
                  <c:v>0.29891203703300562</c:v>
                </c:pt>
                <c:pt idx="25827">
                  <c:v>0.29892361110978527</c:v>
                </c:pt>
                <c:pt idx="25828">
                  <c:v>0.29893518517928896</c:v>
                </c:pt>
                <c:pt idx="25829">
                  <c:v>0.29894675925606862</c:v>
                </c:pt>
                <c:pt idx="25830">
                  <c:v>0.29895833333284827</c:v>
                </c:pt>
                <c:pt idx="25831">
                  <c:v>0.29896990740235196</c:v>
                </c:pt>
                <c:pt idx="25832">
                  <c:v>0.29898148147913162</c:v>
                </c:pt>
                <c:pt idx="25833">
                  <c:v>0.29899305555591127</c:v>
                </c:pt>
                <c:pt idx="25834">
                  <c:v>0.29900462962541496</c:v>
                </c:pt>
                <c:pt idx="25835">
                  <c:v>0.29901620370219462</c:v>
                </c:pt>
                <c:pt idx="25836">
                  <c:v>0.29902777777897427</c:v>
                </c:pt>
                <c:pt idx="25837">
                  <c:v>0.29903935184847796</c:v>
                </c:pt>
                <c:pt idx="25838">
                  <c:v>0.29905092592525762</c:v>
                </c:pt>
                <c:pt idx="25839">
                  <c:v>0.29906249999476131</c:v>
                </c:pt>
                <c:pt idx="25840">
                  <c:v>0.29907407407154096</c:v>
                </c:pt>
                <c:pt idx="25841">
                  <c:v>0.29908564814832062</c:v>
                </c:pt>
                <c:pt idx="25842">
                  <c:v>0.29909722221782431</c:v>
                </c:pt>
                <c:pt idx="25843">
                  <c:v>0.29910879629460396</c:v>
                </c:pt>
                <c:pt idx="25844">
                  <c:v>0.29912037037138361</c:v>
                </c:pt>
                <c:pt idx="25845">
                  <c:v>0.29913194444088731</c:v>
                </c:pt>
                <c:pt idx="25846">
                  <c:v>0.29914351851766696</c:v>
                </c:pt>
                <c:pt idx="25847">
                  <c:v>0.29915509258717066</c:v>
                </c:pt>
                <c:pt idx="25848">
                  <c:v>0.29916666666395031</c:v>
                </c:pt>
                <c:pt idx="25849">
                  <c:v>0.29917824074072996</c:v>
                </c:pt>
                <c:pt idx="25850">
                  <c:v>0.29918981481023366</c:v>
                </c:pt>
                <c:pt idx="25851">
                  <c:v>0.29920138888701331</c:v>
                </c:pt>
                <c:pt idx="25852">
                  <c:v>0.29921296296379296</c:v>
                </c:pt>
                <c:pt idx="25853">
                  <c:v>0.29922453703329666</c:v>
                </c:pt>
                <c:pt idx="25854">
                  <c:v>0.29923611111007631</c:v>
                </c:pt>
                <c:pt idx="25855">
                  <c:v>0.29924768517958</c:v>
                </c:pt>
                <c:pt idx="25856">
                  <c:v>0.29925925925635966</c:v>
                </c:pt>
                <c:pt idx="25857">
                  <c:v>0.29927083333313931</c:v>
                </c:pt>
                <c:pt idx="25858">
                  <c:v>0.299282407402643</c:v>
                </c:pt>
                <c:pt idx="25859">
                  <c:v>0.29929398147942265</c:v>
                </c:pt>
                <c:pt idx="25860">
                  <c:v>0.29930555555620231</c:v>
                </c:pt>
                <c:pt idx="25861">
                  <c:v>0.299317129625706</c:v>
                </c:pt>
                <c:pt idx="25862">
                  <c:v>0.29932870370248565</c:v>
                </c:pt>
                <c:pt idx="25863">
                  <c:v>0.29934027777198935</c:v>
                </c:pt>
                <c:pt idx="25864">
                  <c:v>0.299351851848769</c:v>
                </c:pt>
                <c:pt idx="25865">
                  <c:v>0.29936342592554865</c:v>
                </c:pt>
                <c:pt idx="25866">
                  <c:v>0.29937499999505235</c:v>
                </c:pt>
                <c:pt idx="25867">
                  <c:v>0.299386574071832</c:v>
                </c:pt>
                <c:pt idx="25868">
                  <c:v>0.29939814814861165</c:v>
                </c:pt>
                <c:pt idx="25869">
                  <c:v>0.29940972221811535</c:v>
                </c:pt>
                <c:pt idx="25870">
                  <c:v>0.299421296294895</c:v>
                </c:pt>
                <c:pt idx="25871">
                  <c:v>0.29943287037167465</c:v>
                </c:pt>
                <c:pt idx="25872">
                  <c:v>0.29944444444117835</c:v>
                </c:pt>
                <c:pt idx="25873">
                  <c:v>0.299456018517958</c:v>
                </c:pt>
                <c:pt idx="25874">
                  <c:v>0.2994675925874617</c:v>
                </c:pt>
                <c:pt idx="25875">
                  <c:v>0.29947916666424135</c:v>
                </c:pt>
                <c:pt idx="25876">
                  <c:v>0.299490740741021</c:v>
                </c:pt>
                <c:pt idx="25877">
                  <c:v>0.29950231481052469</c:v>
                </c:pt>
                <c:pt idx="25878">
                  <c:v>0.29951388888730435</c:v>
                </c:pt>
                <c:pt idx="25879">
                  <c:v>0.299525462964084</c:v>
                </c:pt>
                <c:pt idx="25880">
                  <c:v>0.29953703703358769</c:v>
                </c:pt>
                <c:pt idx="25881">
                  <c:v>0.29954861111036735</c:v>
                </c:pt>
                <c:pt idx="25882">
                  <c:v>0.29956018517987104</c:v>
                </c:pt>
                <c:pt idx="25883">
                  <c:v>0.29957175925665069</c:v>
                </c:pt>
                <c:pt idx="25884">
                  <c:v>0.29958333333343035</c:v>
                </c:pt>
                <c:pt idx="25885">
                  <c:v>0.29959490740293404</c:v>
                </c:pt>
                <c:pt idx="25886">
                  <c:v>0.29960648147971369</c:v>
                </c:pt>
                <c:pt idx="25887">
                  <c:v>0.29961805555649335</c:v>
                </c:pt>
                <c:pt idx="25888">
                  <c:v>0.29962962962599704</c:v>
                </c:pt>
                <c:pt idx="25889">
                  <c:v>0.29964120370277669</c:v>
                </c:pt>
                <c:pt idx="25890">
                  <c:v>0.29965277777228039</c:v>
                </c:pt>
                <c:pt idx="25891">
                  <c:v>0.29966435184906004</c:v>
                </c:pt>
                <c:pt idx="25892">
                  <c:v>0.29967592592583969</c:v>
                </c:pt>
                <c:pt idx="25893">
                  <c:v>0.29968749999534339</c:v>
                </c:pt>
                <c:pt idx="25894">
                  <c:v>0.29969907407212304</c:v>
                </c:pt>
                <c:pt idx="25895">
                  <c:v>0.29971064814890269</c:v>
                </c:pt>
                <c:pt idx="25896">
                  <c:v>0.29972222221840639</c:v>
                </c:pt>
                <c:pt idx="25897">
                  <c:v>0.29973379629518604</c:v>
                </c:pt>
                <c:pt idx="25898">
                  <c:v>0.29974537036468973</c:v>
                </c:pt>
                <c:pt idx="25899">
                  <c:v>0.29975694444146939</c:v>
                </c:pt>
                <c:pt idx="25900">
                  <c:v>0.29976851851824904</c:v>
                </c:pt>
                <c:pt idx="25901">
                  <c:v>0.29978009258775273</c:v>
                </c:pt>
                <c:pt idx="25902">
                  <c:v>0.29979166666453239</c:v>
                </c:pt>
                <c:pt idx="25903">
                  <c:v>0.29980324074131204</c:v>
                </c:pt>
                <c:pt idx="25904">
                  <c:v>0.29981481481081573</c:v>
                </c:pt>
                <c:pt idx="25905">
                  <c:v>0.29982638888759539</c:v>
                </c:pt>
                <c:pt idx="25906">
                  <c:v>0.29983796295709908</c:v>
                </c:pt>
                <c:pt idx="25907">
                  <c:v>0.29984953703387873</c:v>
                </c:pt>
                <c:pt idx="25908">
                  <c:v>0.29986111111065838</c:v>
                </c:pt>
                <c:pt idx="25909">
                  <c:v>0.29987268518016208</c:v>
                </c:pt>
                <c:pt idx="25910">
                  <c:v>0.29988425925694173</c:v>
                </c:pt>
                <c:pt idx="25911">
                  <c:v>0.29989583333372138</c:v>
                </c:pt>
                <c:pt idx="25912">
                  <c:v>0.29990740740322508</c:v>
                </c:pt>
                <c:pt idx="25913">
                  <c:v>0.29991898148000473</c:v>
                </c:pt>
                <c:pt idx="25914">
                  <c:v>0.29993055555678438</c:v>
                </c:pt>
                <c:pt idx="25915">
                  <c:v>0.29994212962628808</c:v>
                </c:pt>
                <c:pt idx="25916">
                  <c:v>0.29995370370306773</c:v>
                </c:pt>
                <c:pt idx="25917">
                  <c:v>0.29996527777257143</c:v>
                </c:pt>
                <c:pt idx="25918">
                  <c:v>0.29997685184935108</c:v>
                </c:pt>
                <c:pt idx="25919">
                  <c:v>0.29998842592613073</c:v>
                </c:pt>
                <c:pt idx="25920">
                  <c:v>0.29999999999563443</c:v>
                </c:pt>
                <c:pt idx="25921">
                  <c:v>0.30001157407241408</c:v>
                </c:pt>
                <c:pt idx="25922">
                  <c:v>0.30002314814919373</c:v>
                </c:pt>
                <c:pt idx="25923">
                  <c:v>0.30003472221869742</c:v>
                </c:pt>
                <c:pt idx="25924">
                  <c:v>0.30004629629547708</c:v>
                </c:pt>
                <c:pt idx="25925">
                  <c:v>0.30005787036498077</c:v>
                </c:pt>
                <c:pt idx="25926">
                  <c:v>0.30006944444176042</c:v>
                </c:pt>
                <c:pt idx="25927">
                  <c:v>0.30008101851854008</c:v>
                </c:pt>
                <c:pt idx="25928">
                  <c:v>0.30009259258804377</c:v>
                </c:pt>
                <c:pt idx="25929">
                  <c:v>0.30010416666482342</c:v>
                </c:pt>
                <c:pt idx="25930">
                  <c:v>0.30011574074160308</c:v>
                </c:pt>
                <c:pt idx="25931">
                  <c:v>0.30012731481110677</c:v>
                </c:pt>
                <c:pt idx="25932">
                  <c:v>0.30013888888788642</c:v>
                </c:pt>
                <c:pt idx="25933">
                  <c:v>0.30015046295739012</c:v>
                </c:pt>
                <c:pt idx="25934">
                  <c:v>0.30016203703416977</c:v>
                </c:pt>
                <c:pt idx="25935">
                  <c:v>0.30017361111094942</c:v>
                </c:pt>
                <c:pt idx="25936">
                  <c:v>0.30018518518045312</c:v>
                </c:pt>
                <c:pt idx="25937">
                  <c:v>0.30019675925723277</c:v>
                </c:pt>
                <c:pt idx="25938">
                  <c:v>0.30020833333401242</c:v>
                </c:pt>
                <c:pt idx="25939">
                  <c:v>0.30021990740351612</c:v>
                </c:pt>
                <c:pt idx="25940">
                  <c:v>0.30023148148029577</c:v>
                </c:pt>
                <c:pt idx="25941">
                  <c:v>0.30024305554979946</c:v>
                </c:pt>
                <c:pt idx="25942">
                  <c:v>0.30025462962657912</c:v>
                </c:pt>
                <c:pt idx="25943">
                  <c:v>0.30026620370335877</c:v>
                </c:pt>
                <c:pt idx="25944">
                  <c:v>0.30027777777286246</c:v>
                </c:pt>
                <c:pt idx="25945">
                  <c:v>0.30028935184964212</c:v>
                </c:pt>
                <c:pt idx="25946">
                  <c:v>0.30030092592642177</c:v>
                </c:pt>
                <c:pt idx="25947">
                  <c:v>0.30031249999592546</c:v>
                </c:pt>
                <c:pt idx="25948">
                  <c:v>0.30032407407270512</c:v>
                </c:pt>
                <c:pt idx="25949">
                  <c:v>0.30033564814948477</c:v>
                </c:pt>
                <c:pt idx="25950">
                  <c:v>0.30034722221898846</c:v>
                </c:pt>
                <c:pt idx="25951">
                  <c:v>0.30035879629576812</c:v>
                </c:pt>
                <c:pt idx="25952">
                  <c:v>0.30037037036527181</c:v>
                </c:pt>
                <c:pt idx="25953">
                  <c:v>0.30038194444205146</c:v>
                </c:pt>
                <c:pt idx="25954">
                  <c:v>0.30039351851883112</c:v>
                </c:pt>
                <c:pt idx="25955">
                  <c:v>0.30040509258833481</c:v>
                </c:pt>
                <c:pt idx="25956">
                  <c:v>0.30041666666511446</c:v>
                </c:pt>
                <c:pt idx="25957">
                  <c:v>0.30042824074189411</c:v>
                </c:pt>
                <c:pt idx="25958">
                  <c:v>0.30043981481139781</c:v>
                </c:pt>
                <c:pt idx="25959">
                  <c:v>0.30045138888817746</c:v>
                </c:pt>
                <c:pt idx="25960">
                  <c:v>0.30046296295768116</c:v>
                </c:pt>
                <c:pt idx="25961">
                  <c:v>0.30047453703446081</c:v>
                </c:pt>
                <c:pt idx="25962">
                  <c:v>0.30048611111124046</c:v>
                </c:pt>
                <c:pt idx="25963">
                  <c:v>0.30049768518074416</c:v>
                </c:pt>
                <c:pt idx="25964">
                  <c:v>0.30050925925752381</c:v>
                </c:pt>
                <c:pt idx="25965">
                  <c:v>0.30052083333430346</c:v>
                </c:pt>
                <c:pt idx="25966">
                  <c:v>0.30053240740380716</c:v>
                </c:pt>
                <c:pt idx="25967">
                  <c:v>0.30054398148058681</c:v>
                </c:pt>
                <c:pt idx="25968">
                  <c:v>0.3005555555500905</c:v>
                </c:pt>
                <c:pt idx="25969">
                  <c:v>0.30056712962687016</c:v>
                </c:pt>
                <c:pt idx="25970">
                  <c:v>0.30057870370364981</c:v>
                </c:pt>
                <c:pt idx="25971">
                  <c:v>0.3005902777731535</c:v>
                </c:pt>
                <c:pt idx="25972">
                  <c:v>0.30060185184993315</c:v>
                </c:pt>
                <c:pt idx="25973">
                  <c:v>0.30061342592671281</c:v>
                </c:pt>
                <c:pt idx="25974">
                  <c:v>0.3006249999962165</c:v>
                </c:pt>
                <c:pt idx="25975">
                  <c:v>0.30063657407299615</c:v>
                </c:pt>
                <c:pt idx="25976">
                  <c:v>0.30064814814249985</c:v>
                </c:pt>
                <c:pt idx="25977">
                  <c:v>0.3006597222192795</c:v>
                </c:pt>
                <c:pt idx="25978">
                  <c:v>0.30067129629605915</c:v>
                </c:pt>
                <c:pt idx="25979">
                  <c:v>0.30068287036556285</c:v>
                </c:pt>
                <c:pt idx="25980">
                  <c:v>0.3006944444423425</c:v>
                </c:pt>
                <c:pt idx="25981">
                  <c:v>0.30070601851912215</c:v>
                </c:pt>
                <c:pt idx="25982">
                  <c:v>0.30071759258862585</c:v>
                </c:pt>
                <c:pt idx="25983">
                  <c:v>0.3007291666654055</c:v>
                </c:pt>
                <c:pt idx="25984">
                  <c:v>0.3007407407349092</c:v>
                </c:pt>
                <c:pt idx="25985">
                  <c:v>0.30075231481168885</c:v>
                </c:pt>
                <c:pt idx="25986">
                  <c:v>0.3007638888884685</c:v>
                </c:pt>
                <c:pt idx="25987">
                  <c:v>0.30077546295797219</c:v>
                </c:pt>
                <c:pt idx="25988">
                  <c:v>0.30078703703475185</c:v>
                </c:pt>
                <c:pt idx="25989">
                  <c:v>0.3007986111115315</c:v>
                </c:pt>
                <c:pt idx="25990">
                  <c:v>0.30081018518103519</c:v>
                </c:pt>
                <c:pt idx="25991">
                  <c:v>0.30082175925781485</c:v>
                </c:pt>
                <c:pt idx="25992">
                  <c:v>0.3008333333345945</c:v>
                </c:pt>
                <c:pt idx="25993">
                  <c:v>0.30084490740409819</c:v>
                </c:pt>
                <c:pt idx="25994">
                  <c:v>0.30085648148087785</c:v>
                </c:pt>
                <c:pt idx="25995">
                  <c:v>0.30086805555038154</c:v>
                </c:pt>
                <c:pt idx="25996">
                  <c:v>0.30087962962716119</c:v>
                </c:pt>
                <c:pt idx="25997">
                  <c:v>0.30089120370394085</c:v>
                </c:pt>
                <c:pt idx="25998">
                  <c:v>0.30090277777344454</c:v>
                </c:pt>
                <c:pt idx="25999">
                  <c:v>0.30091435185022419</c:v>
                </c:pt>
                <c:pt idx="26000">
                  <c:v>0.30092592592700385</c:v>
                </c:pt>
                <c:pt idx="26001">
                  <c:v>0.30093749999650754</c:v>
                </c:pt>
                <c:pt idx="26002">
                  <c:v>0.30094907407328719</c:v>
                </c:pt>
                <c:pt idx="26003">
                  <c:v>0.30096064814279089</c:v>
                </c:pt>
                <c:pt idx="26004">
                  <c:v>0.30097222221957054</c:v>
                </c:pt>
                <c:pt idx="26005">
                  <c:v>0.30098379629635019</c:v>
                </c:pt>
                <c:pt idx="26006">
                  <c:v>0.30099537036585389</c:v>
                </c:pt>
                <c:pt idx="26007">
                  <c:v>0.30100694444263354</c:v>
                </c:pt>
                <c:pt idx="26008">
                  <c:v>0.30101851851941319</c:v>
                </c:pt>
                <c:pt idx="26009">
                  <c:v>0.30103009258891689</c:v>
                </c:pt>
                <c:pt idx="26010">
                  <c:v>0.30104166666569654</c:v>
                </c:pt>
                <c:pt idx="26011">
                  <c:v>0.30105324073520023</c:v>
                </c:pt>
                <c:pt idx="26012">
                  <c:v>0.30106481481197989</c:v>
                </c:pt>
                <c:pt idx="26013">
                  <c:v>0.30107638888875954</c:v>
                </c:pt>
                <c:pt idx="26014">
                  <c:v>0.30108796295826323</c:v>
                </c:pt>
                <c:pt idx="26015">
                  <c:v>0.30109953703504289</c:v>
                </c:pt>
                <c:pt idx="26016">
                  <c:v>0.30111111111182254</c:v>
                </c:pt>
                <c:pt idx="26017">
                  <c:v>0.30112268518132623</c:v>
                </c:pt>
                <c:pt idx="26018">
                  <c:v>0.30113425925810589</c:v>
                </c:pt>
                <c:pt idx="26019">
                  <c:v>0.30114583332760958</c:v>
                </c:pt>
                <c:pt idx="26020">
                  <c:v>0.30115740740438923</c:v>
                </c:pt>
                <c:pt idx="26021">
                  <c:v>0.30116898148116888</c:v>
                </c:pt>
                <c:pt idx="26022">
                  <c:v>0.30118055555067258</c:v>
                </c:pt>
                <c:pt idx="26023">
                  <c:v>0.30119212962745223</c:v>
                </c:pt>
                <c:pt idx="26024">
                  <c:v>0.30120370370423188</c:v>
                </c:pt>
                <c:pt idx="26025">
                  <c:v>0.30121527777373558</c:v>
                </c:pt>
                <c:pt idx="26026">
                  <c:v>0.30122685185051523</c:v>
                </c:pt>
                <c:pt idx="26027">
                  <c:v>0.30123842592001893</c:v>
                </c:pt>
                <c:pt idx="26028">
                  <c:v>0.30124999999679858</c:v>
                </c:pt>
                <c:pt idx="26029">
                  <c:v>0.30126157407357823</c:v>
                </c:pt>
                <c:pt idx="26030">
                  <c:v>0.30127314814308193</c:v>
                </c:pt>
                <c:pt idx="26031">
                  <c:v>0.30128472221986158</c:v>
                </c:pt>
                <c:pt idx="26032">
                  <c:v>0.30129629629664123</c:v>
                </c:pt>
                <c:pt idx="26033">
                  <c:v>0.30130787036614493</c:v>
                </c:pt>
                <c:pt idx="26034">
                  <c:v>0.30131944444292458</c:v>
                </c:pt>
                <c:pt idx="26035">
                  <c:v>0.30133101851970423</c:v>
                </c:pt>
                <c:pt idx="26036">
                  <c:v>0.30134259258920792</c:v>
                </c:pt>
                <c:pt idx="26037">
                  <c:v>0.30135416666598758</c:v>
                </c:pt>
                <c:pt idx="26038">
                  <c:v>0.30136574073549127</c:v>
                </c:pt>
                <c:pt idx="26039">
                  <c:v>0.30137731481227092</c:v>
                </c:pt>
                <c:pt idx="26040">
                  <c:v>0.30138888888905058</c:v>
                </c:pt>
                <c:pt idx="26041">
                  <c:v>0.30140046295855427</c:v>
                </c:pt>
                <c:pt idx="26042">
                  <c:v>0.30141203703533392</c:v>
                </c:pt>
                <c:pt idx="26043">
                  <c:v>0.30142361111211358</c:v>
                </c:pt>
                <c:pt idx="26044">
                  <c:v>0.30143518518161727</c:v>
                </c:pt>
                <c:pt idx="26045">
                  <c:v>0.30144675925839692</c:v>
                </c:pt>
                <c:pt idx="26046">
                  <c:v>0.30145833332790062</c:v>
                </c:pt>
                <c:pt idx="26047">
                  <c:v>0.30146990740468027</c:v>
                </c:pt>
                <c:pt idx="26048">
                  <c:v>0.30148148148145992</c:v>
                </c:pt>
                <c:pt idx="26049">
                  <c:v>0.30149305555096362</c:v>
                </c:pt>
                <c:pt idx="26050">
                  <c:v>0.30150462962774327</c:v>
                </c:pt>
                <c:pt idx="26051">
                  <c:v>0.30151620370452292</c:v>
                </c:pt>
                <c:pt idx="26052">
                  <c:v>0.30152777777402662</c:v>
                </c:pt>
                <c:pt idx="26053">
                  <c:v>0.30153935185080627</c:v>
                </c:pt>
                <c:pt idx="26054">
                  <c:v>0.30155092592030996</c:v>
                </c:pt>
                <c:pt idx="26055">
                  <c:v>0.30156249999708962</c:v>
                </c:pt>
                <c:pt idx="26056">
                  <c:v>0.30157407407386927</c:v>
                </c:pt>
                <c:pt idx="26057">
                  <c:v>0.30158564814337296</c:v>
                </c:pt>
                <c:pt idx="26058">
                  <c:v>0.30159722222015262</c:v>
                </c:pt>
                <c:pt idx="26059">
                  <c:v>0.30160879629693227</c:v>
                </c:pt>
                <c:pt idx="26060">
                  <c:v>0.30162037036643596</c:v>
                </c:pt>
                <c:pt idx="26061">
                  <c:v>0.30163194444321562</c:v>
                </c:pt>
                <c:pt idx="26062">
                  <c:v>0.30164351851271931</c:v>
                </c:pt>
                <c:pt idx="26063">
                  <c:v>0.30165509258949896</c:v>
                </c:pt>
                <c:pt idx="26064">
                  <c:v>0.30166666666627862</c:v>
                </c:pt>
                <c:pt idx="26065">
                  <c:v>0.30167824073578231</c:v>
                </c:pt>
                <c:pt idx="26066">
                  <c:v>0.30168981481256196</c:v>
                </c:pt>
                <c:pt idx="26067">
                  <c:v>0.30170138888934162</c:v>
                </c:pt>
                <c:pt idx="26068">
                  <c:v>0.30171296295884531</c:v>
                </c:pt>
                <c:pt idx="26069">
                  <c:v>0.30172453703562496</c:v>
                </c:pt>
                <c:pt idx="26070">
                  <c:v>0.30173611111240461</c:v>
                </c:pt>
                <c:pt idx="26071">
                  <c:v>0.30174768518190831</c:v>
                </c:pt>
                <c:pt idx="26072">
                  <c:v>0.30175925925868796</c:v>
                </c:pt>
                <c:pt idx="26073">
                  <c:v>0.30177083332819166</c:v>
                </c:pt>
                <c:pt idx="26074">
                  <c:v>0.30178240740497131</c:v>
                </c:pt>
                <c:pt idx="26075">
                  <c:v>0.30179398148175096</c:v>
                </c:pt>
                <c:pt idx="26076">
                  <c:v>0.30180555555125466</c:v>
                </c:pt>
                <c:pt idx="26077">
                  <c:v>0.30181712962803431</c:v>
                </c:pt>
                <c:pt idx="26078">
                  <c:v>0.30182870370481396</c:v>
                </c:pt>
                <c:pt idx="26079">
                  <c:v>0.30184027777431766</c:v>
                </c:pt>
                <c:pt idx="26080">
                  <c:v>0.30185185185109731</c:v>
                </c:pt>
                <c:pt idx="26081">
                  <c:v>0.301863425920601</c:v>
                </c:pt>
                <c:pt idx="26082">
                  <c:v>0.30187499999738066</c:v>
                </c:pt>
                <c:pt idx="26083">
                  <c:v>0.30188657407416031</c:v>
                </c:pt>
                <c:pt idx="26084">
                  <c:v>0.301898148143664</c:v>
                </c:pt>
                <c:pt idx="26085">
                  <c:v>0.30190972222044365</c:v>
                </c:pt>
                <c:pt idx="26086">
                  <c:v>0.30192129629722331</c:v>
                </c:pt>
                <c:pt idx="26087">
                  <c:v>0.301932870366727</c:v>
                </c:pt>
                <c:pt idx="26088">
                  <c:v>0.30194444444350665</c:v>
                </c:pt>
                <c:pt idx="26089">
                  <c:v>0.30195601851301035</c:v>
                </c:pt>
                <c:pt idx="26090">
                  <c:v>0.30196759258979</c:v>
                </c:pt>
                <c:pt idx="26091">
                  <c:v>0.30197916666656965</c:v>
                </c:pt>
                <c:pt idx="26092">
                  <c:v>0.30199074073607335</c:v>
                </c:pt>
                <c:pt idx="26093">
                  <c:v>0.302002314812853</c:v>
                </c:pt>
                <c:pt idx="26094">
                  <c:v>0.30201388888963265</c:v>
                </c:pt>
                <c:pt idx="26095">
                  <c:v>0.30202546295913635</c:v>
                </c:pt>
                <c:pt idx="26096">
                  <c:v>0.302037037035916</c:v>
                </c:pt>
                <c:pt idx="26097">
                  <c:v>0.3020486111054197</c:v>
                </c:pt>
                <c:pt idx="26098">
                  <c:v>0.30206018518219935</c:v>
                </c:pt>
                <c:pt idx="26099">
                  <c:v>0.302071759258979</c:v>
                </c:pt>
                <c:pt idx="26100">
                  <c:v>0.30208333332848269</c:v>
                </c:pt>
                <c:pt idx="26101">
                  <c:v>0.30209490740526235</c:v>
                </c:pt>
                <c:pt idx="26102">
                  <c:v>0.302106481482042</c:v>
                </c:pt>
                <c:pt idx="26103">
                  <c:v>0.30211805555154569</c:v>
                </c:pt>
                <c:pt idx="26104">
                  <c:v>0.30212962962832535</c:v>
                </c:pt>
                <c:pt idx="26105">
                  <c:v>0.30214120369782904</c:v>
                </c:pt>
                <c:pt idx="26106">
                  <c:v>0.30215277777460869</c:v>
                </c:pt>
                <c:pt idx="26107">
                  <c:v>0.30216435185138835</c:v>
                </c:pt>
                <c:pt idx="26108">
                  <c:v>0.30217592592089204</c:v>
                </c:pt>
                <c:pt idx="26109">
                  <c:v>0.30218749999767169</c:v>
                </c:pt>
                <c:pt idx="26110">
                  <c:v>0.30219907407445135</c:v>
                </c:pt>
                <c:pt idx="26111">
                  <c:v>0.30221064814395504</c:v>
                </c:pt>
                <c:pt idx="26112">
                  <c:v>0.30222222222073469</c:v>
                </c:pt>
                <c:pt idx="26113">
                  <c:v>0.30223379629751435</c:v>
                </c:pt>
                <c:pt idx="26114">
                  <c:v>0.30224537036701804</c:v>
                </c:pt>
                <c:pt idx="26115">
                  <c:v>0.30225694444379769</c:v>
                </c:pt>
                <c:pt idx="26116">
                  <c:v>0.30226851851330139</c:v>
                </c:pt>
                <c:pt idx="26117">
                  <c:v>0.30228009259008104</c:v>
                </c:pt>
                <c:pt idx="26118">
                  <c:v>0.30229166666686069</c:v>
                </c:pt>
                <c:pt idx="26119">
                  <c:v>0.30230324073636439</c:v>
                </c:pt>
                <c:pt idx="26120">
                  <c:v>0.30231481481314404</c:v>
                </c:pt>
                <c:pt idx="26121">
                  <c:v>0.30232638888992369</c:v>
                </c:pt>
                <c:pt idx="26122">
                  <c:v>0.30233796295942739</c:v>
                </c:pt>
                <c:pt idx="26123">
                  <c:v>0.30234953703620704</c:v>
                </c:pt>
                <c:pt idx="26124">
                  <c:v>0.30236111110571073</c:v>
                </c:pt>
                <c:pt idx="26125">
                  <c:v>0.30237268518249039</c:v>
                </c:pt>
                <c:pt idx="26126">
                  <c:v>0.30238425925927004</c:v>
                </c:pt>
                <c:pt idx="26127">
                  <c:v>0.30239583332877373</c:v>
                </c:pt>
                <c:pt idx="26128">
                  <c:v>0.30240740740555339</c:v>
                </c:pt>
                <c:pt idx="26129">
                  <c:v>0.30241898148233304</c:v>
                </c:pt>
                <c:pt idx="26130">
                  <c:v>0.30243055555183673</c:v>
                </c:pt>
                <c:pt idx="26131">
                  <c:v>0.30244212962861639</c:v>
                </c:pt>
                <c:pt idx="26132">
                  <c:v>0.30245370369812008</c:v>
                </c:pt>
                <c:pt idx="26133">
                  <c:v>0.30246527777489973</c:v>
                </c:pt>
                <c:pt idx="26134">
                  <c:v>0.30247685185167938</c:v>
                </c:pt>
                <c:pt idx="26135">
                  <c:v>0.30248842592118308</c:v>
                </c:pt>
                <c:pt idx="26136">
                  <c:v>0.30249999999796273</c:v>
                </c:pt>
                <c:pt idx="26137">
                  <c:v>0.30251157407474238</c:v>
                </c:pt>
                <c:pt idx="26138">
                  <c:v>0.30252314814424608</c:v>
                </c:pt>
                <c:pt idx="26139">
                  <c:v>0.30253472222102573</c:v>
                </c:pt>
                <c:pt idx="26140">
                  <c:v>0.30254629629052943</c:v>
                </c:pt>
                <c:pt idx="26141">
                  <c:v>0.30255787036730908</c:v>
                </c:pt>
                <c:pt idx="26142">
                  <c:v>0.30256944444408873</c:v>
                </c:pt>
                <c:pt idx="26143">
                  <c:v>0.30258101851359243</c:v>
                </c:pt>
                <c:pt idx="26144">
                  <c:v>0.30259259259037208</c:v>
                </c:pt>
                <c:pt idx="26145">
                  <c:v>0.30260416666715173</c:v>
                </c:pt>
                <c:pt idx="26146">
                  <c:v>0.30261574073665543</c:v>
                </c:pt>
                <c:pt idx="26147">
                  <c:v>0.30262731481343508</c:v>
                </c:pt>
                <c:pt idx="26148">
                  <c:v>0.30263888889021473</c:v>
                </c:pt>
                <c:pt idx="26149">
                  <c:v>0.30265046295971842</c:v>
                </c:pt>
                <c:pt idx="26150">
                  <c:v>0.30266203703649808</c:v>
                </c:pt>
                <c:pt idx="26151">
                  <c:v>0.30267361110600177</c:v>
                </c:pt>
                <c:pt idx="26152">
                  <c:v>0.30268518518278142</c:v>
                </c:pt>
                <c:pt idx="26153">
                  <c:v>0.30269675925956108</c:v>
                </c:pt>
                <c:pt idx="26154">
                  <c:v>0.30270833332906477</c:v>
                </c:pt>
                <c:pt idx="26155">
                  <c:v>0.30271990740584442</c:v>
                </c:pt>
                <c:pt idx="26156">
                  <c:v>0.30273148148262408</c:v>
                </c:pt>
                <c:pt idx="26157">
                  <c:v>0.30274305555212777</c:v>
                </c:pt>
                <c:pt idx="26158">
                  <c:v>0.30275462962890742</c:v>
                </c:pt>
                <c:pt idx="26159">
                  <c:v>0.30276620369841112</c:v>
                </c:pt>
                <c:pt idx="26160">
                  <c:v>0.30277777777519077</c:v>
                </c:pt>
                <c:pt idx="26161">
                  <c:v>0.30278935185197042</c:v>
                </c:pt>
                <c:pt idx="26162">
                  <c:v>0.30280092592147412</c:v>
                </c:pt>
                <c:pt idx="26163">
                  <c:v>0.30281249999825377</c:v>
                </c:pt>
                <c:pt idx="26164">
                  <c:v>0.30282407407503342</c:v>
                </c:pt>
                <c:pt idx="26165">
                  <c:v>0.30283564814453712</c:v>
                </c:pt>
                <c:pt idx="26166">
                  <c:v>0.30284722222131677</c:v>
                </c:pt>
                <c:pt idx="26167">
                  <c:v>0.30285879629082046</c:v>
                </c:pt>
                <c:pt idx="26168">
                  <c:v>0.30287037036760012</c:v>
                </c:pt>
                <c:pt idx="26169">
                  <c:v>0.30288194444437977</c:v>
                </c:pt>
                <c:pt idx="26170">
                  <c:v>0.30289351851388346</c:v>
                </c:pt>
                <c:pt idx="26171">
                  <c:v>0.30290509259066312</c:v>
                </c:pt>
                <c:pt idx="26172">
                  <c:v>0.30291666666744277</c:v>
                </c:pt>
                <c:pt idx="26173">
                  <c:v>0.30292824073694646</c:v>
                </c:pt>
                <c:pt idx="26174">
                  <c:v>0.30293981481372612</c:v>
                </c:pt>
                <c:pt idx="26175">
                  <c:v>0.30295138888322981</c:v>
                </c:pt>
                <c:pt idx="26176">
                  <c:v>0.30296296296000946</c:v>
                </c:pt>
                <c:pt idx="26177">
                  <c:v>0.30297453703678912</c:v>
                </c:pt>
                <c:pt idx="26178">
                  <c:v>0.30298611110629281</c:v>
                </c:pt>
                <c:pt idx="26179">
                  <c:v>0.30299768518307246</c:v>
                </c:pt>
                <c:pt idx="26180">
                  <c:v>0.30300925925985212</c:v>
                </c:pt>
                <c:pt idx="26181">
                  <c:v>0.30302083332935581</c:v>
                </c:pt>
                <c:pt idx="26182">
                  <c:v>0.30303240740613546</c:v>
                </c:pt>
                <c:pt idx="26183">
                  <c:v>0.30304398147563916</c:v>
                </c:pt>
                <c:pt idx="26184">
                  <c:v>0.30305555555241881</c:v>
                </c:pt>
                <c:pt idx="26185">
                  <c:v>0.30306712962919846</c:v>
                </c:pt>
                <c:pt idx="26186">
                  <c:v>0.30307870369870216</c:v>
                </c:pt>
                <c:pt idx="26187">
                  <c:v>0.30309027777548181</c:v>
                </c:pt>
                <c:pt idx="26188">
                  <c:v>0.30310185185226146</c:v>
                </c:pt>
                <c:pt idx="26189">
                  <c:v>0.30311342592176516</c:v>
                </c:pt>
                <c:pt idx="26190">
                  <c:v>0.30312499999854481</c:v>
                </c:pt>
                <c:pt idx="26191">
                  <c:v>0.30313657407532446</c:v>
                </c:pt>
                <c:pt idx="26192">
                  <c:v>0.30314814814482816</c:v>
                </c:pt>
                <c:pt idx="26193">
                  <c:v>0.30315972222160781</c:v>
                </c:pt>
                <c:pt idx="26194">
                  <c:v>0.3031712962911115</c:v>
                </c:pt>
                <c:pt idx="26195">
                  <c:v>0.30318287036789116</c:v>
                </c:pt>
                <c:pt idx="26196">
                  <c:v>0.30319444444467081</c:v>
                </c:pt>
                <c:pt idx="26197">
                  <c:v>0.3032060185141745</c:v>
                </c:pt>
                <c:pt idx="26198">
                  <c:v>0.30321759259095415</c:v>
                </c:pt>
                <c:pt idx="26199">
                  <c:v>0.30322916666773381</c:v>
                </c:pt>
                <c:pt idx="26200">
                  <c:v>0.3032407407372375</c:v>
                </c:pt>
                <c:pt idx="26201">
                  <c:v>0.30325231481401715</c:v>
                </c:pt>
                <c:pt idx="26202">
                  <c:v>0.30326388888352085</c:v>
                </c:pt>
                <c:pt idx="26203">
                  <c:v>0.3032754629603005</c:v>
                </c:pt>
                <c:pt idx="26204">
                  <c:v>0.30328703703708015</c:v>
                </c:pt>
                <c:pt idx="26205">
                  <c:v>0.30329861110658385</c:v>
                </c:pt>
                <c:pt idx="26206">
                  <c:v>0.3033101851833635</c:v>
                </c:pt>
                <c:pt idx="26207">
                  <c:v>0.30332175926014315</c:v>
                </c:pt>
                <c:pt idx="26208">
                  <c:v>0.30333333332964685</c:v>
                </c:pt>
                <c:pt idx="26209">
                  <c:v>0.3033449074064265</c:v>
                </c:pt>
                <c:pt idx="26210">
                  <c:v>0.3033564814759302</c:v>
                </c:pt>
                <c:pt idx="26211">
                  <c:v>0.30336805555270985</c:v>
                </c:pt>
                <c:pt idx="26212">
                  <c:v>0.3033796296294895</c:v>
                </c:pt>
                <c:pt idx="26213">
                  <c:v>0.30339120369899319</c:v>
                </c:pt>
                <c:pt idx="26214">
                  <c:v>0.30340277777577285</c:v>
                </c:pt>
                <c:pt idx="26215">
                  <c:v>0.3034143518525525</c:v>
                </c:pt>
                <c:pt idx="26216">
                  <c:v>0.30342592592205619</c:v>
                </c:pt>
                <c:pt idx="26217">
                  <c:v>0.30343749999883585</c:v>
                </c:pt>
                <c:pt idx="26218">
                  <c:v>0.30344907406833954</c:v>
                </c:pt>
                <c:pt idx="26219">
                  <c:v>0.30346064814511919</c:v>
                </c:pt>
                <c:pt idx="26220">
                  <c:v>0.30347222222189885</c:v>
                </c:pt>
                <c:pt idx="26221">
                  <c:v>0.30348379629140254</c:v>
                </c:pt>
                <c:pt idx="26222">
                  <c:v>0.30349537036818219</c:v>
                </c:pt>
                <c:pt idx="26223">
                  <c:v>0.30350694444496185</c:v>
                </c:pt>
                <c:pt idx="26224">
                  <c:v>0.30351851851446554</c:v>
                </c:pt>
                <c:pt idx="26225">
                  <c:v>0.30353009259124519</c:v>
                </c:pt>
                <c:pt idx="26226">
                  <c:v>0.30354166666074889</c:v>
                </c:pt>
                <c:pt idx="26227">
                  <c:v>0.30355324073752854</c:v>
                </c:pt>
                <c:pt idx="26228">
                  <c:v>0.30356481481430819</c:v>
                </c:pt>
                <c:pt idx="26229">
                  <c:v>0.30357638888381189</c:v>
                </c:pt>
                <c:pt idx="26230">
                  <c:v>0.30358796296059154</c:v>
                </c:pt>
                <c:pt idx="26231">
                  <c:v>0.30359953703737119</c:v>
                </c:pt>
                <c:pt idx="26232">
                  <c:v>0.30361111110687489</c:v>
                </c:pt>
                <c:pt idx="26233">
                  <c:v>0.30362268518365454</c:v>
                </c:pt>
                <c:pt idx="26234">
                  <c:v>0.30363425926043419</c:v>
                </c:pt>
                <c:pt idx="26235">
                  <c:v>0.30364583332993789</c:v>
                </c:pt>
                <c:pt idx="26236">
                  <c:v>0.30365740740671754</c:v>
                </c:pt>
                <c:pt idx="26237">
                  <c:v>0.30366898147622123</c:v>
                </c:pt>
                <c:pt idx="26238">
                  <c:v>0.30368055555300089</c:v>
                </c:pt>
                <c:pt idx="26239">
                  <c:v>0.30369212962978054</c:v>
                </c:pt>
                <c:pt idx="26240">
                  <c:v>0.30370370369928423</c:v>
                </c:pt>
                <c:pt idx="26241">
                  <c:v>0.30371527777606389</c:v>
                </c:pt>
                <c:pt idx="26242">
                  <c:v>0.30372685185284354</c:v>
                </c:pt>
                <c:pt idx="26243">
                  <c:v>0.30373842592234723</c:v>
                </c:pt>
                <c:pt idx="26244">
                  <c:v>0.30374999999912689</c:v>
                </c:pt>
                <c:pt idx="26245">
                  <c:v>0.30376157406863058</c:v>
                </c:pt>
                <c:pt idx="26246">
                  <c:v>0.30377314814541023</c:v>
                </c:pt>
                <c:pt idx="26247">
                  <c:v>0.30378472222218988</c:v>
                </c:pt>
                <c:pt idx="26248">
                  <c:v>0.30379629629169358</c:v>
                </c:pt>
                <c:pt idx="26249">
                  <c:v>0.30380787036847323</c:v>
                </c:pt>
                <c:pt idx="26250">
                  <c:v>0.30381944444525288</c:v>
                </c:pt>
                <c:pt idx="26251">
                  <c:v>0.30383101851475658</c:v>
                </c:pt>
                <c:pt idx="26252">
                  <c:v>0.30384259259153623</c:v>
                </c:pt>
                <c:pt idx="26253">
                  <c:v>0.30385416666103993</c:v>
                </c:pt>
                <c:pt idx="26254">
                  <c:v>0.30386574073781958</c:v>
                </c:pt>
                <c:pt idx="26255">
                  <c:v>0.30387731481459923</c:v>
                </c:pt>
                <c:pt idx="26256">
                  <c:v>0.30388888888410293</c:v>
                </c:pt>
                <c:pt idx="26257">
                  <c:v>0.30390046296088258</c:v>
                </c:pt>
                <c:pt idx="26258">
                  <c:v>0.30391203703766223</c:v>
                </c:pt>
                <c:pt idx="26259">
                  <c:v>0.30392361110716593</c:v>
                </c:pt>
                <c:pt idx="26260">
                  <c:v>0.30393518518394558</c:v>
                </c:pt>
                <c:pt idx="26261">
                  <c:v>0.30394675925344927</c:v>
                </c:pt>
                <c:pt idx="26262">
                  <c:v>0.30395833333022892</c:v>
                </c:pt>
                <c:pt idx="26263">
                  <c:v>0.30396990740700858</c:v>
                </c:pt>
                <c:pt idx="26264">
                  <c:v>0.30398148147651227</c:v>
                </c:pt>
                <c:pt idx="26265">
                  <c:v>0.30399305555329192</c:v>
                </c:pt>
                <c:pt idx="26266">
                  <c:v>0.30400462963007158</c:v>
                </c:pt>
                <c:pt idx="26267">
                  <c:v>0.30401620369957527</c:v>
                </c:pt>
                <c:pt idx="26268">
                  <c:v>0.30402777777635492</c:v>
                </c:pt>
                <c:pt idx="26269">
                  <c:v>0.30403935185313458</c:v>
                </c:pt>
                <c:pt idx="26270">
                  <c:v>0.30405092592263827</c:v>
                </c:pt>
                <c:pt idx="26271">
                  <c:v>0.30406249999941792</c:v>
                </c:pt>
                <c:pt idx="26272">
                  <c:v>0.30407407406892162</c:v>
                </c:pt>
                <c:pt idx="26273">
                  <c:v>0.30408564814570127</c:v>
                </c:pt>
                <c:pt idx="26274">
                  <c:v>0.30409722222248092</c:v>
                </c:pt>
                <c:pt idx="26275">
                  <c:v>0.30410879629198462</c:v>
                </c:pt>
                <c:pt idx="26276">
                  <c:v>0.30412037036876427</c:v>
                </c:pt>
                <c:pt idx="26277">
                  <c:v>0.30413194444554392</c:v>
                </c:pt>
                <c:pt idx="26278">
                  <c:v>0.30414351851504762</c:v>
                </c:pt>
                <c:pt idx="26279">
                  <c:v>0.30415509259182727</c:v>
                </c:pt>
                <c:pt idx="26280">
                  <c:v>0.30416666666133096</c:v>
                </c:pt>
                <c:pt idx="26281">
                  <c:v>0.30417824073811062</c:v>
                </c:pt>
                <c:pt idx="26282">
                  <c:v>0.30418981481489027</c:v>
                </c:pt>
                <c:pt idx="26283">
                  <c:v>0.30420138888439396</c:v>
                </c:pt>
                <c:pt idx="26284">
                  <c:v>0.30421296296117362</c:v>
                </c:pt>
                <c:pt idx="26285">
                  <c:v>0.30422453703795327</c:v>
                </c:pt>
                <c:pt idx="26286">
                  <c:v>0.30423611110745696</c:v>
                </c:pt>
                <c:pt idx="26287">
                  <c:v>0.30424768518423662</c:v>
                </c:pt>
                <c:pt idx="26288">
                  <c:v>0.30425925925374031</c:v>
                </c:pt>
                <c:pt idx="26289">
                  <c:v>0.30427083333051996</c:v>
                </c:pt>
                <c:pt idx="26290">
                  <c:v>0.30428240740729962</c:v>
                </c:pt>
                <c:pt idx="26291">
                  <c:v>0.30429398147680331</c:v>
                </c:pt>
                <c:pt idx="26292">
                  <c:v>0.30430555555358296</c:v>
                </c:pt>
                <c:pt idx="26293">
                  <c:v>0.30431712963036261</c:v>
                </c:pt>
                <c:pt idx="26294">
                  <c:v>0.30432870369986631</c:v>
                </c:pt>
                <c:pt idx="26295">
                  <c:v>0.30434027777664596</c:v>
                </c:pt>
                <c:pt idx="26296">
                  <c:v>0.30435185184614966</c:v>
                </c:pt>
                <c:pt idx="26297">
                  <c:v>0.30436342592292931</c:v>
                </c:pt>
                <c:pt idx="26298">
                  <c:v>0.30437499999970896</c:v>
                </c:pt>
                <c:pt idx="26299">
                  <c:v>0.30438657406921266</c:v>
                </c:pt>
                <c:pt idx="26300">
                  <c:v>0.30439814814599231</c:v>
                </c:pt>
                <c:pt idx="26301">
                  <c:v>0.30440972222277196</c:v>
                </c:pt>
                <c:pt idx="26302">
                  <c:v>0.30442129629227566</c:v>
                </c:pt>
                <c:pt idx="26303">
                  <c:v>0.30443287036905531</c:v>
                </c:pt>
                <c:pt idx="26304">
                  <c:v>0.304444444438559</c:v>
                </c:pt>
                <c:pt idx="26305">
                  <c:v>0.30445601851533866</c:v>
                </c:pt>
                <c:pt idx="26306">
                  <c:v>0.30446759259211831</c:v>
                </c:pt>
                <c:pt idx="26307">
                  <c:v>0.304479166661622</c:v>
                </c:pt>
                <c:pt idx="26308">
                  <c:v>0.30449074073840166</c:v>
                </c:pt>
                <c:pt idx="26309">
                  <c:v>0.30450231481518131</c:v>
                </c:pt>
                <c:pt idx="26310">
                  <c:v>0.304513888884685</c:v>
                </c:pt>
                <c:pt idx="26311">
                  <c:v>0.30452546296146465</c:v>
                </c:pt>
                <c:pt idx="26312">
                  <c:v>0.30453703703824431</c:v>
                </c:pt>
                <c:pt idx="26313">
                  <c:v>0.304548611107748</c:v>
                </c:pt>
                <c:pt idx="26314">
                  <c:v>0.30456018518452765</c:v>
                </c:pt>
                <c:pt idx="26315">
                  <c:v>0.30457175925403135</c:v>
                </c:pt>
                <c:pt idx="26316">
                  <c:v>0.304583333330811</c:v>
                </c:pt>
                <c:pt idx="26317">
                  <c:v>0.30459490740759065</c:v>
                </c:pt>
                <c:pt idx="26318">
                  <c:v>0.30460648147709435</c:v>
                </c:pt>
                <c:pt idx="26319">
                  <c:v>0.304618055553874</c:v>
                </c:pt>
                <c:pt idx="26320">
                  <c:v>0.30462962963065365</c:v>
                </c:pt>
                <c:pt idx="26321">
                  <c:v>0.30464120370015735</c:v>
                </c:pt>
                <c:pt idx="26322">
                  <c:v>0.304652777776937</c:v>
                </c:pt>
                <c:pt idx="26323">
                  <c:v>0.3046643518464407</c:v>
                </c:pt>
                <c:pt idx="26324">
                  <c:v>0.30467592592322035</c:v>
                </c:pt>
                <c:pt idx="26325">
                  <c:v>0.3046875</c:v>
                </c:pt>
                <c:pt idx="26326">
                  <c:v>0.30469907406950369</c:v>
                </c:pt>
                <c:pt idx="26327">
                  <c:v>0.30471064814628335</c:v>
                </c:pt>
                <c:pt idx="26328">
                  <c:v>0.304722222223063</c:v>
                </c:pt>
                <c:pt idx="26329">
                  <c:v>0.30473379629256669</c:v>
                </c:pt>
                <c:pt idx="26330">
                  <c:v>0.30474537036934635</c:v>
                </c:pt>
                <c:pt idx="26331">
                  <c:v>0.30475694443885004</c:v>
                </c:pt>
                <c:pt idx="26332">
                  <c:v>0.30476851851562969</c:v>
                </c:pt>
                <c:pt idx="26333">
                  <c:v>0.30478009259240935</c:v>
                </c:pt>
                <c:pt idx="26334">
                  <c:v>0.30479166666191304</c:v>
                </c:pt>
                <c:pt idx="26335">
                  <c:v>0.30480324073869269</c:v>
                </c:pt>
                <c:pt idx="26336">
                  <c:v>0.30481481481547235</c:v>
                </c:pt>
                <c:pt idx="26337">
                  <c:v>0.30482638888497604</c:v>
                </c:pt>
                <c:pt idx="26338">
                  <c:v>0.30483796296175569</c:v>
                </c:pt>
                <c:pt idx="26339">
                  <c:v>0.30484953703125939</c:v>
                </c:pt>
                <c:pt idx="26340">
                  <c:v>0.30486111110803904</c:v>
                </c:pt>
                <c:pt idx="26341">
                  <c:v>0.30487268518481869</c:v>
                </c:pt>
                <c:pt idx="26342">
                  <c:v>0.30488425925432239</c:v>
                </c:pt>
                <c:pt idx="26343">
                  <c:v>0.30489583333110204</c:v>
                </c:pt>
                <c:pt idx="26344">
                  <c:v>0.30490740740788169</c:v>
                </c:pt>
                <c:pt idx="26345">
                  <c:v>0.30491898147738539</c:v>
                </c:pt>
                <c:pt idx="26346">
                  <c:v>0.30493055555416504</c:v>
                </c:pt>
                <c:pt idx="26347">
                  <c:v>0.30494212963094469</c:v>
                </c:pt>
                <c:pt idx="26348">
                  <c:v>0.30495370370044839</c:v>
                </c:pt>
                <c:pt idx="26349">
                  <c:v>0.30496527777722804</c:v>
                </c:pt>
                <c:pt idx="26350">
                  <c:v>0.30497685184673173</c:v>
                </c:pt>
                <c:pt idx="26351">
                  <c:v>0.30498842592351139</c:v>
                </c:pt>
                <c:pt idx="26352">
                  <c:v>0.30500000000029104</c:v>
                </c:pt>
                <c:pt idx="26353">
                  <c:v>0.30501157406979473</c:v>
                </c:pt>
                <c:pt idx="26354">
                  <c:v>0.30502314814657439</c:v>
                </c:pt>
                <c:pt idx="26355">
                  <c:v>0.30503472222335404</c:v>
                </c:pt>
                <c:pt idx="26356">
                  <c:v>0.30504629629285773</c:v>
                </c:pt>
                <c:pt idx="26357">
                  <c:v>0.30505787036963739</c:v>
                </c:pt>
                <c:pt idx="26358">
                  <c:v>0.30506944443914108</c:v>
                </c:pt>
                <c:pt idx="26359">
                  <c:v>0.30508101851592073</c:v>
                </c:pt>
                <c:pt idx="26360">
                  <c:v>0.30509259259270038</c:v>
                </c:pt>
                <c:pt idx="26361">
                  <c:v>0.30510416666220408</c:v>
                </c:pt>
                <c:pt idx="26362">
                  <c:v>0.30511574073898373</c:v>
                </c:pt>
                <c:pt idx="26363">
                  <c:v>0.30512731481576338</c:v>
                </c:pt>
                <c:pt idx="26364">
                  <c:v>0.30513888888526708</c:v>
                </c:pt>
                <c:pt idx="26365">
                  <c:v>0.30515046296204673</c:v>
                </c:pt>
                <c:pt idx="26366">
                  <c:v>0.30516203703155043</c:v>
                </c:pt>
                <c:pt idx="26367">
                  <c:v>0.30517361110833008</c:v>
                </c:pt>
                <c:pt idx="26368">
                  <c:v>0.30518518518510973</c:v>
                </c:pt>
                <c:pt idx="26369">
                  <c:v>0.30519675925461343</c:v>
                </c:pt>
                <c:pt idx="26370">
                  <c:v>0.30520833333139308</c:v>
                </c:pt>
                <c:pt idx="26371">
                  <c:v>0.30521990740817273</c:v>
                </c:pt>
                <c:pt idx="26372">
                  <c:v>0.30523148147767643</c:v>
                </c:pt>
                <c:pt idx="26373">
                  <c:v>0.30524305555445608</c:v>
                </c:pt>
                <c:pt idx="26374">
                  <c:v>0.30525462962395977</c:v>
                </c:pt>
                <c:pt idx="26375">
                  <c:v>0.30526620370073942</c:v>
                </c:pt>
                <c:pt idx="26376">
                  <c:v>0.30527777777751908</c:v>
                </c:pt>
                <c:pt idx="26377">
                  <c:v>0.30528935184702277</c:v>
                </c:pt>
                <c:pt idx="26378">
                  <c:v>0.30530092592380242</c:v>
                </c:pt>
                <c:pt idx="26379">
                  <c:v>0.30531250000058208</c:v>
                </c:pt>
                <c:pt idx="26380">
                  <c:v>0.30532407407008577</c:v>
                </c:pt>
                <c:pt idx="26381">
                  <c:v>0.30533564814686542</c:v>
                </c:pt>
                <c:pt idx="26382">
                  <c:v>0.30534722221636912</c:v>
                </c:pt>
                <c:pt idx="26383">
                  <c:v>0.30535879629314877</c:v>
                </c:pt>
                <c:pt idx="26384">
                  <c:v>0.30537037036992842</c:v>
                </c:pt>
                <c:pt idx="26385">
                  <c:v>0.30538194443943212</c:v>
                </c:pt>
                <c:pt idx="26386">
                  <c:v>0.30539351851621177</c:v>
                </c:pt>
                <c:pt idx="26387">
                  <c:v>0.30540509259299142</c:v>
                </c:pt>
                <c:pt idx="26388">
                  <c:v>0.30541666666249512</c:v>
                </c:pt>
                <c:pt idx="26389">
                  <c:v>0.30542824073927477</c:v>
                </c:pt>
                <c:pt idx="26390">
                  <c:v>0.30543981481605442</c:v>
                </c:pt>
                <c:pt idx="26391">
                  <c:v>0.30545138888555812</c:v>
                </c:pt>
                <c:pt idx="26392">
                  <c:v>0.30546296296233777</c:v>
                </c:pt>
                <c:pt idx="26393">
                  <c:v>0.30547453703184146</c:v>
                </c:pt>
                <c:pt idx="26394">
                  <c:v>0.30548611110862112</c:v>
                </c:pt>
                <c:pt idx="26395">
                  <c:v>0.30549768518540077</c:v>
                </c:pt>
                <c:pt idx="26396">
                  <c:v>0.30550925925490446</c:v>
                </c:pt>
                <c:pt idx="26397">
                  <c:v>0.30552083333168412</c:v>
                </c:pt>
                <c:pt idx="26398">
                  <c:v>0.30553240740846377</c:v>
                </c:pt>
                <c:pt idx="26399">
                  <c:v>0.30554398147796746</c:v>
                </c:pt>
                <c:pt idx="26400">
                  <c:v>0.30555555555474712</c:v>
                </c:pt>
                <c:pt idx="26401">
                  <c:v>0.30556712962425081</c:v>
                </c:pt>
                <c:pt idx="26402">
                  <c:v>0.30557870370103046</c:v>
                </c:pt>
                <c:pt idx="26403">
                  <c:v>0.30559027777781012</c:v>
                </c:pt>
                <c:pt idx="26404">
                  <c:v>0.30560185184731381</c:v>
                </c:pt>
                <c:pt idx="26405">
                  <c:v>0.30561342592409346</c:v>
                </c:pt>
                <c:pt idx="26406">
                  <c:v>0.30562500000087311</c:v>
                </c:pt>
                <c:pt idx="26407">
                  <c:v>0.30563657407037681</c:v>
                </c:pt>
                <c:pt idx="26408">
                  <c:v>0.30564814814715646</c:v>
                </c:pt>
                <c:pt idx="26409">
                  <c:v>0.30565972221666016</c:v>
                </c:pt>
                <c:pt idx="26410">
                  <c:v>0.30567129629343981</c:v>
                </c:pt>
                <c:pt idx="26411">
                  <c:v>0.30568287037021946</c:v>
                </c:pt>
                <c:pt idx="26412">
                  <c:v>0.30569444443972316</c:v>
                </c:pt>
                <c:pt idx="26413">
                  <c:v>0.30570601851650281</c:v>
                </c:pt>
                <c:pt idx="26414">
                  <c:v>0.30571759259328246</c:v>
                </c:pt>
                <c:pt idx="26415">
                  <c:v>0.30572916666278616</c:v>
                </c:pt>
                <c:pt idx="26416">
                  <c:v>0.30574074073956581</c:v>
                </c:pt>
                <c:pt idx="26417">
                  <c:v>0.3057523148090695</c:v>
                </c:pt>
                <c:pt idx="26418">
                  <c:v>0.30576388888584916</c:v>
                </c:pt>
                <c:pt idx="26419">
                  <c:v>0.30577546296262881</c:v>
                </c:pt>
                <c:pt idx="26420">
                  <c:v>0.3057870370321325</c:v>
                </c:pt>
                <c:pt idx="26421">
                  <c:v>0.30579861110891216</c:v>
                </c:pt>
                <c:pt idx="26422">
                  <c:v>0.30581018518569181</c:v>
                </c:pt>
                <c:pt idx="26423">
                  <c:v>0.3058217592551955</c:v>
                </c:pt>
                <c:pt idx="26424">
                  <c:v>0.30583333333197515</c:v>
                </c:pt>
                <c:pt idx="26425">
                  <c:v>0.30584490740147885</c:v>
                </c:pt>
                <c:pt idx="26426">
                  <c:v>0.3058564814782585</c:v>
                </c:pt>
                <c:pt idx="26427">
                  <c:v>0.30586805555503815</c:v>
                </c:pt>
                <c:pt idx="26428">
                  <c:v>0.30587962962454185</c:v>
                </c:pt>
                <c:pt idx="26429">
                  <c:v>0.3058912037013215</c:v>
                </c:pt>
                <c:pt idx="26430">
                  <c:v>0.30590277777810115</c:v>
                </c:pt>
                <c:pt idx="26431">
                  <c:v>0.30591435184760485</c:v>
                </c:pt>
                <c:pt idx="26432">
                  <c:v>0.3059259259243845</c:v>
                </c:pt>
                <c:pt idx="26433">
                  <c:v>0.30593750000116415</c:v>
                </c:pt>
                <c:pt idx="26434">
                  <c:v>0.30594907407066785</c:v>
                </c:pt>
                <c:pt idx="26435">
                  <c:v>0.3059606481474475</c:v>
                </c:pt>
                <c:pt idx="26436">
                  <c:v>0.3059722222169512</c:v>
                </c:pt>
                <c:pt idx="26437">
                  <c:v>0.30598379629373085</c:v>
                </c:pt>
                <c:pt idx="26438">
                  <c:v>0.3059953703705105</c:v>
                </c:pt>
                <c:pt idx="26439">
                  <c:v>0.30600694444001419</c:v>
                </c:pt>
                <c:pt idx="26440">
                  <c:v>0.30601851851679385</c:v>
                </c:pt>
                <c:pt idx="26441">
                  <c:v>0.3060300925935735</c:v>
                </c:pt>
                <c:pt idx="26442">
                  <c:v>0.30604166666307719</c:v>
                </c:pt>
                <c:pt idx="26443">
                  <c:v>0.30605324073985685</c:v>
                </c:pt>
                <c:pt idx="26444">
                  <c:v>0.30606481480936054</c:v>
                </c:pt>
                <c:pt idx="26445">
                  <c:v>0.30607638888614019</c:v>
                </c:pt>
                <c:pt idx="26446">
                  <c:v>0.30608796296291985</c:v>
                </c:pt>
                <c:pt idx="26447">
                  <c:v>0.30609953703242354</c:v>
                </c:pt>
                <c:pt idx="26448">
                  <c:v>0.30611111110920319</c:v>
                </c:pt>
                <c:pt idx="26449">
                  <c:v>0.30612268518598285</c:v>
                </c:pt>
                <c:pt idx="26450">
                  <c:v>0.30613425925548654</c:v>
                </c:pt>
                <c:pt idx="26451">
                  <c:v>0.30614583333226619</c:v>
                </c:pt>
                <c:pt idx="26452">
                  <c:v>0.30615740740176989</c:v>
                </c:pt>
                <c:pt idx="26453">
                  <c:v>0.30616898147854954</c:v>
                </c:pt>
                <c:pt idx="26454">
                  <c:v>0.30618055555532919</c:v>
                </c:pt>
                <c:pt idx="26455">
                  <c:v>0.30619212962483289</c:v>
                </c:pt>
                <c:pt idx="26456">
                  <c:v>0.30620370370161254</c:v>
                </c:pt>
                <c:pt idx="26457">
                  <c:v>0.30621527777839219</c:v>
                </c:pt>
                <c:pt idx="26458">
                  <c:v>0.30622685184789589</c:v>
                </c:pt>
                <c:pt idx="26459">
                  <c:v>0.30623842592467554</c:v>
                </c:pt>
                <c:pt idx="26460">
                  <c:v>0.30624999999417923</c:v>
                </c:pt>
                <c:pt idx="26461">
                  <c:v>0.30626157407095889</c:v>
                </c:pt>
                <c:pt idx="26462">
                  <c:v>0.30627314814773854</c:v>
                </c:pt>
                <c:pt idx="26463">
                  <c:v>0.30628472221724223</c:v>
                </c:pt>
                <c:pt idx="26464">
                  <c:v>0.30629629629402189</c:v>
                </c:pt>
                <c:pt idx="26465">
                  <c:v>0.30630787037080154</c:v>
                </c:pt>
                <c:pt idx="26466">
                  <c:v>0.30631944444030523</c:v>
                </c:pt>
                <c:pt idx="26467">
                  <c:v>0.30633101851708489</c:v>
                </c:pt>
                <c:pt idx="26468">
                  <c:v>0.30634259259386454</c:v>
                </c:pt>
                <c:pt idx="26469">
                  <c:v>0.30635416666336823</c:v>
                </c:pt>
                <c:pt idx="26470">
                  <c:v>0.30636574074014788</c:v>
                </c:pt>
                <c:pt idx="26471">
                  <c:v>0.30637731480965158</c:v>
                </c:pt>
                <c:pt idx="26472">
                  <c:v>0.30638888888643123</c:v>
                </c:pt>
                <c:pt idx="26473">
                  <c:v>0.30640046296321088</c:v>
                </c:pt>
                <c:pt idx="26474">
                  <c:v>0.30641203703271458</c:v>
                </c:pt>
                <c:pt idx="26475">
                  <c:v>0.30642361110949423</c:v>
                </c:pt>
                <c:pt idx="26476">
                  <c:v>0.30643518518627388</c:v>
                </c:pt>
                <c:pt idx="26477">
                  <c:v>0.30644675925577758</c:v>
                </c:pt>
                <c:pt idx="26478">
                  <c:v>0.30645833333255723</c:v>
                </c:pt>
                <c:pt idx="26479">
                  <c:v>0.30646990740206093</c:v>
                </c:pt>
                <c:pt idx="26480">
                  <c:v>0.30648148147884058</c:v>
                </c:pt>
                <c:pt idx="26481">
                  <c:v>0.30649305555562023</c:v>
                </c:pt>
                <c:pt idx="26482">
                  <c:v>0.30650462962512393</c:v>
                </c:pt>
                <c:pt idx="26483">
                  <c:v>0.30651620370190358</c:v>
                </c:pt>
                <c:pt idx="26484">
                  <c:v>0.30652777777868323</c:v>
                </c:pt>
                <c:pt idx="26485">
                  <c:v>0.30653935184818693</c:v>
                </c:pt>
                <c:pt idx="26486">
                  <c:v>0.30655092592496658</c:v>
                </c:pt>
                <c:pt idx="26487">
                  <c:v>0.30656249999447027</c:v>
                </c:pt>
                <c:pt idx="26488">
                  <c:v>0.30657407407124992</c:v>
                </c:pt>
                <c:pt idx="26489">
                  <c:v>0.30658564814802958</c:v>
                </c:pt>
                <c:pt idx="26490">
                  <c:v>0.30659722221753327</c:v>
                </c:pt>
                <c:pt idx="26491">
                  <c:v>0.30660879629431292</c:v>
                </c:pt>
                <c:pt idx="26492">
                  <c:v>0.30662037037109258</c:v>
                </c:pt>
                <c:pt idx="26493">
                  <c:v>0.30663194444059627</c:v>
                </c:pt>
                <c:pt idx="26494">
                  <c:v>0.30664351851737592</c:v>
                </c:pt>
                <c:pt idx="26495">
                  <c:v>0.30665509258687962</c:v>
                </c:pt>
                <c:pt idx="26496">
                  <c:v>0.30666666666365927</c:v>
                </c:pt>
                <c:pt idx="26497">
                  <c:v>0.30667824074043892</c:v>
                </c:pt>
                <c:pt idx="26498">
                  <c:v>0.30668981480994262</c:v>
                </c:pt>
                <c:pt idx="26499">
                  <c:v>0.30670138888672227</c:v>
                </c:pt>
                <c:pt idx="26500">
                  <c:v>0.30671296296350192</c:v>
                </c:pt>
                <c:pt idx="26501">
                  <c:v>0.30672453703300562</c:v>
                </c:pt>
                <c:pt idx="26502">
                  <c:v>0.30673611110978527</c:v>
                </c:pt>
                <c:pt idx="26503">
                  <c:v>0.30674768517928896</c:v>
                </c:pt>
                <c:pt idx="26504">
                  <c:v>0.30675925925606862</c:v>
                </c:pt>
                <c:pt idx="26505">
                  <c:v>0.30677083333284827</c:v>
                </c:pt>
                <c:pt idx="26506">
                  <c:v>0.30678240740235196</c:v>
                </c:pt>
                <c:pt idx="26507">
                  <c:v>0.30679398147913162</c:v>
                </c:pt>
                <c:pt idx="26508">
                  <c:v>0.30680555555591127</c:v>
                </c:pt>
                <c:pt idx="26509">
                  <c:v>0.30681712962541496</c:v>
                </c:pt>
                <c:pt idx="26510">
                  <c:v>0.30682870370219462</c:v>
                </c:pt>
                <c:pt idx="26511">
                  <c:v>0.30684027777897427</c:v>
                </c:pt>
                <c:pt idx="26512">
                  <c:v>0.30685185184847796</c:v>
                </c:pt>
                <c:pt idx="26513">
                  <c:v>0.30686342592525762</c:v>
                </c:pt>
                <c:pt idx="26514">
                  <c:v>0.30687499999476131</c:v>
                </c:pt>
                <c:pt idx="26515">
                  <c:v>0.30688657407154096</c:v>
                </c:pt>
                <c:pt idx="26516">
                  <c:v>0.30689814814832062</c:v>
                </c:pt>
                <c:pt idx="26517">
                  <c:v>0.30690972221782431</c:v>
                </c:pt>
                <c:pt idx="26518">
                  <c:v>0.30692129629460396</c:v>
                </c:pt>
                <c:pt idx="26519">
                  <c:v>0.30693287037138361</c:v>
                </c:pt>
                <c:pt idx="26520">
                  <c:v>0.30694444444088731</c:v>
                </c:pt>
                <c:pt idx="26521">
                  <c:v>0.30695601851766696</c:v>
                </c:pt>
                <c:pt idx="26522">
                  <c:v>0.30696759258717066</c:v>
                </c:pt>
                <c:pt idx="26523">
                  <c:v>0.30697916666395031</c:v>
                </c:pt>
                <c:pt idx="26524">
                  <c:v>0.30699074074072996</c:v>
                </c:pt>
                <c:pt idx="26525">
                  <c:v>0.30700231481023366</c:v>
                </c:pt>
                <c:pt idx="26526">
                  <c:v>0.30701388888701331</c:v>
                </c:pt>
                <c:pt idx="26527">
                  <c:v>0.30702546296379296</c:v>
                </c:pt>
                <c:pt idx="26528">
                  <c:v>0.30703703703329666</c:v>
                </c:pt>
                <c:pt idx="26529">
                  <c:v>0.30704861111007631</c:v>
                </c:pt>
                <c:pt idx="26530">
                  <c:v>0.30706018517958</c:v>
                </c:pt>
                <c:pt idx="26531">
                  <c:v>0.30707175925635966</c:v>
                </c:pt>
                <c:pt idx="26532">
                  <c:v>0.30708333333313931</c:v>
                </c:pt>
                <c:pt idx="26533">
                  <c:v>0.307094907402643</c:v>
                </c:pt>
                <c:pt idx="26534">
                  <c:v>0.30710648147942265</c:v>
                </c:pt>
                <c:pt idx="26535">
                  <c:v>0.30711805555620231</c:v>
                </c:pt>
                <c:pt idx="26536">
                  <c:v>0.307129629625706</c:v>
                </c:pt>
                <c:pt idx="26537">
                  <c:v>0.30714120370248565</c:v>
                </c:pt>
                <c:pt idx="26538">
                  <c:v>0.30715277777198935</c:v>
                </c:pt>
                <c:pt idx="26539">
                  <c:v>0.307164351848769</c:v>
                </c:pt>
                <c:pt idx="26540">
                  <c:v>0.30717592592554865</c:v>
                </c:pt>
                <c:pt idx="26541">
                  <c:v>0.30718749999505235</c:v>
                </c:pt>
                <c:pt idx="26542">
                  <c:v>0.307199074071832</c:v>
                </c:pt>
                <c:pt idx="26543">
                  <c:v>0.30721064814861165</c:v>
                </c:pt>
                <c:pt idx="26544">
                  <c:v>0.30722222221811535</c:v>
                </c:pt>
                <c:pt idx="26545">
                  <c:v>0.307233796294895</c:v>
                </c:pt>
                <c:pt idx="26546">
                  <c:v>0.30724537037167465</c:v>
                </c:pt>
                <c:pt idx="26547">
                  <c:v>0.30725694444117835</c:v>
                </c:pt>
                <c:pt idx="26548">
                  <c:v>0.307268518517958</c:v>
                </c:pt>
                <c:pt idx="26549">
                  <c:v>0.3072800925874617</c:v>
                </c:pt>
                <c:pt idx="26550">
                  <c:v>0.30729166666424135</c:v>
                </c:pt>
                <c:pt idx="26551">
                  <c:v>0.307303240741021</c:v>
                </c:pt>
                <c:pt idx="26552">
                  <c:v>0.30731481481052469</c:v>
                </c:pt>
                <c:pt idx="26553">
                  <c:v>0.30732638888730435</c:v>
                </c:pt>
                <c:pt idx="26554">
                  <c:v>0.307337962964084</c:v>
                </c:pt>
                <c:pt idx="26555">
                  <c:v>0.30734953703358769</c:v>
                </c:pt>
                <c:pt idx="26556">
                  <c:v>0.30736111111036735</c:v>
                </c:pt>
                <c:pt idx="26557">
                  <c:v>0.30737268517987104</c:v>
                </c:pt>
                <c:pt idx="26558">
                  <c:v>0.30738425925665069</c:v>
                </c:pt>
                <c:pt idx="26559">
                  <c:v>0.30739583333343035</c:v>
                </c:pt>
                <c:pt idx="26560">
                  <c:v>0.30740740740293404</c:v>
                </c:pt>
                <c:pt idx="26561">
                  <c:v>0.30741898147971369</c:v>
                </c:pt>
                <c:pt idx="26562">
                  <c:v>0.30743055555649335</c:v>
                </c:pt>
                <c:pt idx="26563">
                  <c:v>0.30744212962599704</c:v>
                </c:pt>
                <c:pt idx="26564">
                  <c:v>0.30745370370277669</c:v>
                </c:pt>
                <c:pt idx="26565">
                  <c:v>0.30746527777228039</c:v>
                </c:pt>
                <c:pt idx="26566">
                  <c:v>0.30747685184906004</c:v>
                </c:pt>
                <c:pt idx="26567">
                  <c:v>0.30748842592583969</c:v>
                </c:pt>
                <c:pt idx="26568">
                  <c:v>0.30749999999534339</c:v>
                </c:pt>
                <c:pt idx="26569">
                  <c:v>0.30751157407212304</c:v>
                </c:pt>
                <c:pt idx="26570">
                  <c:v>0.30752314814890269</c:v>
                </c:pt>
                <c:pt idx="26571">
                  <c:v>0.30753472221840639</c:v>
                </c:pt>
                <c:pt idx="26572">
                  <c:v>0.30754629629518604</c:v>
                </c:pt>
                <c:pt idx="26573">
                  <c:v>0.30755787036468973</c:v>
                </c:pt>
                <c:pt idx="26574">
                  <c:v>0.30756944444146939</c:v>
                </c:pt>
                <c:pt idx="26575">
                  <c:v>0.30758101851824904</c:v>
                </c:pt>
                <c:pt idx="26576">
                  <c:v>0.30759259258775273</c:v>
                </c:pt>
                <c:pt idx="26577">
                  <c:v>0.30760416666453239</c:v>
                </c:pt>
                <c:pt idx="26578">
                  <c:v>0.30761574074131204</c:v>
                </c:pt>
                <c:pt idx="26579">
                  <c:v>0.30762731481081573</c:v>
                </c:pt>
                <c:pt idx="26580">
                  <c:v>0.30763888888759539</c:v>
                </c:pt>
                <c:pt idx="26581">
                  <c:v>0.30765046295709908</c:v>
                </c:pt>
                <c:pt idx="26582">
                  <c:v>0.30766203703387873</c:v>
                </c:pt>
                <c:pt idx="26583">
                  <c:v>0.30767361111065838</c:v>
                </c:pt>
                <c:pt idx="26584">
                  <c:v>0.30768518518016208</c:v>
                </c:pt>
                <c:pt idx="26585">
                  <c:v>0.30769675925694173</c:v>
                </c:pt>
                <c:pt idx="26586">
                  <c:v>0.30770833333372138</c:v>
                </c:pt>
                <c:pt idx="26587">
                  <c:v>0.30771990740322508</c:v>
                </c:pt>
                <c:pt idx="26588">
                  <c:v>0.30773148148000473</c:v>
                </c:pt>
                <c:pt idx="26589">
                  <c:v>0.30774305555678438</c:v>
                </c:pt>
                <c:pt idx="26590">
                  <c:v>0.30775462962628808</c:v>
                </c:pt>
                <c:pt idx="26591">
                  <c:v>0.30776620370306773</c:v>
                </c:pt>
                <c:pt idx="26592">
                  <c:v>0.30777777777257143</c:v>
                </c:pt>
                <c:pt idx="26593">
                  <c:v>0.30778935184935108</c:v>
                </c:pt>
                <c:pt idx="26594">
                  <c:v>0.30780092592613073</c:v>
                </c:pt>
                <c:pt idx="26595">
                  <c:v>0.30781249999563443</c:v>
                </c:pt>
                <c:pt idx="26596">
                  <c:v>0.30782407407241408</c:v>
                </c:pt>
                <c:pt idx="26597">
                  <c:v>0.30783564814919373</c:v>
                </c:pt>
                <c:pt idx="26598">
                  <c:v>0.30784722221869742</c:v>
                </c:pt>
                <c:pt idx="26599">
                  <c:v>0.30785879629547708</c:v>
                </c:pt>
                <c:pt idx="26600">
                  <c:v>0.30787037036498077</c:v>
                </c:pt>
                <c:pt idx="26601">
                  <c:v>0.30788194444176042</c:v>
                </c:pt>
                <c:pt idx="26602">
                  <c:v>0.30789351851854008</c:v>
                </c:pt>
                <c:pt idx="26603">
                  <c:v>0.30790509258804377</c:v>
                </c:pt>
                <c:pt idx="26604">
                  <c:v>0.30791666666482342</c:v>
                </c:pt>
                <c:pt idx="26605">
                  <c:v>0.30792824074160308</c:v>
                </c:pt>
                <c:pt idx="26606">
                  <c:v>0.30793981481110677</c:v>
                </c:pt>
                <c:pt idx="26607">
                  <c:v>0.30795138888788642</c:v>
                </c:pt>
                <c:pt idx="26608">
                  <c:v>0.30796296295739012</c:v>
                </c:pt>
                <c:pt idx="26609">
                  <c:v>0.30797453703416977</c:v>
                </c:pt>
                <c:pt idx="26610">
                  <c:v>0.30798611111094942</c:v>
                </c:pt>
                <c:pt idx="26611">
                  <c:v>0.30799768518045312</c:v>
                </c:pt>
                <c:pt idx="26612">
                  <c:v>0.30800925925723277</c:v>
                </c:pt>
                <c:pt idx="26613">
                  <c:v>0.30802083333401242</c:v>
                </c:pt>
                <c:pt idx="26614">
                  <c:v>0.30803240740351612</c:v>
                </c:pt>
                <c:pt idx="26615">
                  <c:v>0.30804398148029577</c:v>
                </c:pt>
                <c:pt idx="26616">
                  <c:v>0.30805555554979946</c:v>
                </c:pt>
                <c:pt idx="26617">
                  <c:v>0.30806712962657912</c:v>
                </c:pt>
                <c:pt idx="26618">
                  <c:v>0.30807870370335877</c:v>
                </c:pt>
                <c:pt idx="26619">
                  <c:v>0.30809027777286246</c:v>
                </c:pt>
                <c:pt idx="26620">
                  <c:v>0.30810185184964212</c:v>
                </c:pt>
                <c:pt idx="26621">
                  <c:v>0.30811342592642177</c:v>
                </c:pt>
                <c:pt idx="26622">
                  <c:v>0.30812499999592546</c:v>
                </c:pt>
                <c:pt idx="26623">
                  <c:v>0.30813657407270512</c:v>
                </c:pt>
                <c:pt idx="26624">
                  <c:v>0.30814814814948477</c:v>
                </c:pt>
                <c:pt idx="26625">
                  <c:v>0.30815972221898846</c:v>
                </c:pt>
                <c:pt idx="26626">
                  <c:v>0.30817129629576812</c:v>
                </c:pt>
                <c:pt idx="26627">
                  <c:v>0.30818287036527181</c:v>
                </c:pt>
                <c:pt idx="26628">
                  <c:v>0.30819444444205146</c:v>
                </c:pt>
                <c:pt idx="26629">
                  <c:v>0.30820601851883112</c:v>
                </c:pt>
                <c:pt idx="26630">
                  <c:v>0.30821759258833481</c:v>
                </c:pt>
                <c:pt idx="26631">
                  <c:v>0.30822916666511446</c:v>
                </c:pt>
                <c:pt idx="26632">
                  <c:v>0.30824074074189411</c:v>
                </c:pt>
                <c:pt idx="26633">
                  <c:v>0.30825231481139781</c:v>
                </c:pt>
                <c:pt idx="26634">
                  <c:v>0.30826388888817746</c:v>
                </c:pt>
                <c:pt idx="26635">
                  <c:v>0.30827546295768116</c:v>
                </c:pt>
                <c:pt idx="26636">
                  <c:v>0.30828703703446081</c:v>
                </c:pt>
                <c:pt idx="26637">
                  <c:v>0.30829861111124046</c:v>
                </c:pt>
                <c:pt idx="26638">
                  <c:v>0.30831018518074416</c:v>
                </c:pt>
                <c:pt idx="26639">
                  <c:v>0.30832175925752381</c:v>
                </c:pt>
                <c:pt idx="26640">
                  <c:v>0.30833333333430346</c:v>
                </c:pt>
                <c:pt idx="26641">
                  <c:v>0.30834490740380716</c:v>
                </c:pt>
                <c:pt idx="26642">
                  <c:v>0.30835648148058681</c:v>
                </c:pt>
                <c:pt idx="26643">
                  <c:v>0.3083680555500905</c:v>
                </c:pt>
                <c:pt idx="26644">
                  <c:v>0.30837962962687016</c:v>
                </c:pt>
                <c:pt idx="26645">
                  <c:v>0.30839120370364981</c:v>
                </c:pt>
                <c:pt idx="26646">
                  <c:v>0.3084027777731535</c:v>
                </c:pt>
                <c:pt idx="26647">
                  <c:v>0.30841435184993315</c:v>
                </c:pt>
                <c:pt idx="26648">
                  <c:v>0.30842592592671281</c:v>
                </c:pt>
                <c:pt idx="26649">
                  <c:v>0.3084374999962165</c:v>
                </c:pt>
                <c:pt idx="26650">
                  <c:v>0.30844907407299615</c:v>
                </c:pt>
                <c:pt idx="26651">
                  <c:v>0.30846064814249985</c:v>
                </c:pt>
                <c:pt idx="26652">
                  <c:v>0.3084722222192795</c:v>
                </c:pt>
                <c:pt idx="26653">
                  <c:v>0.30848379629605915</c:v>
                </c:pt>
                <c:pt idx="26654">
                  <c:v>0.30849537036556285</c:v>
                </c:pt>
                <c:pt idx="26655">
                  <c:v>0.3085069444423425</c:v>
                </c:pt>
                <c:pt idx="26656">
                  <c:v>0.30851851851912215</c:v>
                </c:pt>
                <c:pt idx="26657">
                  <c:v>0.30853009258862585</c:v>
                </c:pt>
                <c:pt idx="26658">
                  <c:v>0.3085416666654055</c:v>
                </c:pt>
                <c:pt idx="26659">
                  <c:v>0.3085532407349092</c:v>
                </c:pt>
                <c:pt idx="26660">
                  <c:v>0.30856481481168885</c:v>
                </c:pt>
                <c:pt idx="26661">
                  <c:v>0.3085763888884685</c:v>
                </c:pt>
                <c:pt idx="26662">
                  <c:v>0.30858796295797219</c:v>
                </c:pt>
                <c:pt idx="26663">
                  <c:v>0.30859953703475185</c:v>
                </c:pt>
                <c:pt idx="26664">
                  <c:v>0.3086111111115315</c:v>
                </c:pt>
                <c:pt idx="26665">
                  <c:v>0.30862268518103519</c:v>
                </c:pt>
                <c:pt idx="26666">
                  <c:v>0.30863425925781485</c:v>
                </c:pt>
                <c:pt idx="26667">
                  <c:v>0.3086458333345945</c:v>
                </c:pt>
                <c:pt idx="26668">
                  <c:v>0.30865740740409819</c:v>
                </c:pt>
                <c:pt idx="26669">
                  <c:v>0.30866898148087785</c:v>
                </c:pt>
                <c:pt idx="26670">
                  <c:v>0.30868055555038154</c:v>
                </c:pt>
                <c:pt idx="26671">
                  <c:v>0.30869212962716119</c:v>
                </c:pt>
                <c:pt idx="26672">
                  <c:v>0.30870370370394085</c:v>
                </c:pt>
                <c:pt idx="26673">
                  <c:v>0.30871527777344454</c:v>
                </c:pt>
                <c:pt idx="26674">
                  <c:v>0.30872685185022419</c:v>
                </c:pt>
                <c:pt idx="26675">
                  <c:v>0.30873842592700385</c:v>
                </c:pt>
                <c:pt idx="26676">
                  <c:v>0.30874999999650754</c:v>
                </c:pt>
                <c:pt idx="26677">
                  <c:v>0.30876157407328719</c:v>
                </c:pt>
                <c:pt idx="26678">
                  <c:v>0.30877314814279089</c:v>
                </c:pt>
                <c:pt idx="26679">
                  <c:v>0.30878472221957054</c:v>
                </c:pt>
                <c:pt idx="26680">
                  <c:v>0.30879629629635019</c:v>
                </c:pt>
                <c:pt idx="26681">
                  <c:v>0.30880787036585389</c:v>
                </c:pt>
                <c:pt idx="26682">
                  <c:v>0.30881944444263354</c:v>
                </c:pt>
                <c:pt idx="26683">
                  <c:v>0.30883101851941319</c:v>
                </c:pt>
                <c:pt idx="26684">
                  <c:v>0.30884259258891689</c:v>
                </c:pt>
                <c:pt idx="26685">
                  <c:v>0.30885416666569654</c:v>
                </c:pt>
                <c:pt idx="26686">
                  <c:v>0.30886574073520023</c:v>
                </c:pt>
                <c:pt idx="26687">
                  <c:v>0.30887731481197989</c:v>
                </c:pt>
                <c:pt idx="26688">
                  <c:v>0.30888888888875954</c:v>
                </c:pt>
                <c:pt idx="26689">
                  <c:v>0.30890046295826323</c:v>
                </c:pt>
                <c:pt idx="26690">
                  <c:v>0.30891203703504289</c:v>
                </c:pt>
                <c:pt idx="26691">
                  <c:v>0.30892361111182254</c:v>
                </c:pt>
                <c:pt idx="26692">
                  <c:v>0.30893518518132623</c:v>
                </c:pt>
                <c:pt idx="26693">
                  <c:v>0.30894675925810589</c:v>
                </c:pt>
                <c:pt idx="26694">
                  <c:v>0.30895833332760958</c:v>
                </c:pt>
                <c:pt idx="26695">
                  <c:v>0.30896990740438923</c:v>
                </c:pt>
                <c:pt idx="26696">
                  <c:v>0.30898148148116888</c:v>
                </c:pt>
                <c:pt idx="26697">
                  <c:v>0.30899305555067258</c:v>
                </c:pt>
                <c:pt idx="26698">
                  <c:v>0.30900462962745223</c:v>
                </c:pt>
                <c:pt idx="26699">
                  <c:v>0.30901620370423188</c:v>
                </c:pt>
                <c:pt idx="26700">
                  <c:v>0.30902777777373558</c:v>
                </c:pt>
                <c:pt idx="26701">
                  <c:v>0.30903935185051523</c:v>
                </c:pt>
                <c:pt idx="26702">
                  <c:v>0.30905092592001893</c:v>
                </c:pt>
                <c:pt idx="26703">
                  <c:v>0.30906249999679858</c:v>
                </c:pt>
                <c:pt idx="26704">
                  <c:v>0.30907407407357823</c:v>
                </c:pt>
                <c:pt idx="26705">
                  <c:v>0.30908564814308193</c:v>
                </c:pt>
                <c:pt idx="26706">
                  <c:v>0.30909722221986158</c:v>
                </c:pt>
                <c:pt idx="26707">
                  <c:v>0.30910879629664123</c:v>
                </c:pt>
                <c:pt idx="26708">
                  <c:v>0.30912037036614493</c:v>
                </c:pt>
                <c:pt idx="26709">
                  <c:v>0.30913194444292458</c:v>
                </c:pt>
                <c:pt idx="26710">
                  <c:v>0.30914351851970423</c:v>
                </c:pt>
                <c:pt idx="26711">
                  <c:v>0.30915509258920792</c:v>
                </c:pt>
                <c:pt idx="26712">
                  <c:v>0.30916666666598758</c:v>
                </c:pt>
                <c:pt idx="26713">
                  <c:v>0.30917824073549127</c:v>
                </c:pt>
                <c:pt idx="26714">
                  <c:v>0.30918981481227092</c:v>
                </c:pt>
                <c:pt idx="26715">
                  <c:v>0.30920138888905058</c:v>
                </c:pt>
                <c:pt idx="26716">
                  <c:v>0.30921296295855427</c:v>
                </c:pt>
                <c:pt idx="26717">
                  <c:v>0.30922453703533392</c:v>
                </c:pt>
                <c:pt idx="26718">
                  <c:v>0.30923611111211358</c:v>
                </c:pt>
                <c:pt idx="26719">
                  <c:v>0.30924768518161727</c:v>
                </c:pt>
                <c:pt idx="26720">
                  <c:v>0.30925925925839692</c:v>
                </c:pt>
                <c:pt idx="26721">
                  <c:v>0.30927083332790062</c:v>
                </c:pt>
                <c:pt idx="26722">
                  <c:v>0.30928240740468027</c:v>
                </c:pt>
                <c:pt idx="26723">
                  <c:v>0.30929398148145992</c:v>
                </c:pt>
                <c:pt idx="26724">
                  <c:v>0.30930555555096362</c:v>
                </c:pt>
                <c:pt idx="26725">
                  <c:v>0.30931712962774327</c:v>
                </c:pt>
                <c:pt idx="26726">
                  <c:v>0.30932870370452292</c:v>
                </c:pt>
                <c:pt idx="26727">
                  <c:v>0.30934027777402662</c:v>
                </c:pt>
                <c:pt idx="26728">
                  <c:v>0.30935185185080627</c:v>
                </c:pt>
                <c:pt idx="26729">
                  <c:v>0.30936342592030996</c:v>
                </c:pt>
                <c:pt idx="26730">
                  <c:v>0.30937499999708962</c:v>
                </c:pt>
                <c:pt idx="26731">
                  <c:v>0.30938657407386927</c:v>
                </c:pt>
                <c:pt idx="26732">
                  <c:v>0.30939814814337296</c:v>
                </c:pt>
                <c:pt idx="26733">
                  <c:v>0.30940972222015262</c:v>
                </c:pt>
                <c:pt idx="26734">
                  <c:v>0.30942129629693227</c:v>
                </c:pt>
                <c:pt idx="26735">
                  <c:v>0.30943287036643596</c:v>
                </c:pt>
                <c:pt idx="26736">
                  <c:v>0.30944444444321562</c:v>
                </c:pt>
                <c:pt idx="26737">
                  <c:v>0.30945601851271931</c:v>
                </c:pt>
                <c:pt idx="26738">
                  <c:v>0.30946759258949896</c:v>
                </c:pt>
                <c:pt idx="26739">
                  <c:v>0.30947916666627862</c:v>
                </c:pt>
                <c:pt idx="26740">
                  <c:v>0.30949074073578231</c:v>
                </c:pt>
                <c:pt idx="26741">
                  <c:v>0.30950231481256196</c:v>
                </c:pt>
                <c:pt idx="26742">
                  <c:v>0.30951388888934162</c:v>
                </c:pt>
                <c:pt idx="26743">
                  <c:v>0.30952546295884531</c:v>
                </c:pt>
                <c:pt idx="26744">
                  <c:v>0.30953703703562496</c:v>
                </c:pt>
                <c:pt idx="26745">
                  <c:v>0.30954861111240461</c:v>
                </c:pt>
                <c:pt idx="26746">
                  <c:v>0.30956018518190831</c:v>
                </c:pt>
                <c:pt idx="26747">
                  <c:v>0.30957175925868796</c:v>
                </c:pt>
                <c:pt idx="26748">
                  <c:v>0.30958333332819166</c:v>
                </c:pt>
                <c:pt idx="26749">
                  <c:v>0.30959490740497131</c:v>
                </c:pt>
                <c:pt idx="26750">
                  <c:v>0.30960648148175096</c:v>
                </c:pt>
                <c:pt idx="26751">
                  <c:v>0.30961805555125466</c:v>
                </c:pt>
                <c:pt idx="26752">
                  <c:v>0.30962962962803431</c:v>
                </c:pt>
                <c:pt idx="26753">
                  <c:v>0.30964120370481396</c:v>
                </c:pt>
                <c:pt idx="26754">
                  <c:v>0.30965277777431766</c:v>
                </c:pt>
                <c:pt idx="26755">
                  <c:v>0.30966435185109731</c:v>
                </c:pt>
                <c:pt idx="26756">
                  <c:v>0.309675925920601</c:v>
                </c:pt>
                <c:pt idx="26757">
                  <c:v>0.30968749999738066</c:v>
                </c:pt>
                <c:pt idx="26758">
                  <c:v>0.30969907407416031</c:v>
                </c:pt>
                <c:pt idx="26759">
                  <c:v>0.309710648143664</c:v>
                </c:pt>
                <c:pt idx="26760">
                  <c:v>0.30972222222044365</c:v>
                </c:pt>
                <c:pt idx="26761">
                  <c:v>0.30973379629722331</c:v>
                </c:pt>
                <c:pt idx="26762">
                  <c:v>0.309745370366727</c:v>
                </c:pt>
                <c:pt idx="26763">
                  <c:v>0.30975694444350665</c:v>
                </c:pt>
                <c:pt idx="26764">
                  <c:v>0.30976851851301035</c:v>
                </c:pt>
                <c:pt idx="26765">
                  <c:v>0.30978009258979</c:v>
                </c:pt>
                <c:pt idx="26766">
                  <c:v>0.30979166666656965</c:v>
                </c:pt>
                <c:pt idx="26767">
                  <c:v>0.30980324073607335</c:v>
                </c:pt>
                <c:pt idx="26768">
                  <c:v>0.309814814812853</c:v>
                </c:pt>
                <c:pt idx="26769">
                  <c:v>0.30982638888963265</c:v>
                </c:pt>
                <c:pt idx="26770">
                  <c:v>0.30983796295913635</c:v>
                </c:pt>
                <c:pt idx="26771">
                  <c:v>0.309849537035916</c:v>
                </c:pt>
                <c:pt idx="26772">
                  <c:v>0.3098611111054197</c:v>
                </c:pt>
                <c:pt idx="26773">
                  <c:v>0.30987268518219935</c:v>
                </c:pt>
                <c:pt idx="26774">
                  <c:v>0.309884259258979</c:v>
                </c:pt>
                <c:pt idx="26775">
                  <c:v>0.30989583332848269</c:v>
                </c:pt>
                <c:pt idx="26776">
                  <c:v>0.30990740740526235</c:v>
                </c:pt>
                <c:pt idx="26777">
                  <c:v>0.309918981482042</c:v>
                </c:pt>
                <c:pt idx="26778">
                  <c:v>0.30993055555154569</c:v>
                </c:pt>
                <c:pt idx="26779">
                  <c:v>0.30994212962832535</c:v>
                </c:pt>
                <c:pt idx="26780">
                  <c:v>0.30995370369782904</c:v>
                </c:pt>
                <c:pt idx="26781">
                  <c:v>0.30996527777460869</c:v>
                </c:pt>
                <c:pt idx="26782">
                  <c:v>0.30997685185138835</c:v>
                </c:pt>
                <c:pt idx="26783">
                  <c:v>0.30998842592089204</c:v>
                </c:pt>
                <c:pt idx="26784">
                  <c:v>0.30999999999767169</c:v>
                </c:pt>
                <c:pt idx="26785">
                  <c:v>0.31001157407445135</c:v>
                </c:pt>
                <c:pt idx="26786">
                  <c:v>0.31002314814395504</c:v>
                </c:pt>
                <c:pt idx="26787">
                  <c:v>0.31003472222073469</c:v>
                </c:pt>
                <c:pt idx="26788">
                  <c:v>0.31004629629751435</c:v>
                </c:pt>
                <c:pt idx="26789">
                  <c:v>0.31005787036701804</c:v>
                </c:pt>
                <c:pt idx="26790">
                  <c:v>0.31006944444379769</c:v>
                </c:pt>
                <c:pt idx="26791">
                  <c:v>0.31008101851330139</c:v>
                </c:pt>
                <c:pt idx="26792">
                  <c:v>0.31009259259008104</c:v>
                </c:pt>
                <c:pt idx="26793">
                  <c:v>0.31010416666686069</c:v>
                </c:pt>
                <c:pt idx="26794">
                  <c:v>0.31011574073636439</c:v>
                </c:pt>
                <c:pt idx="26795">
                  <c:v>0.31012731481314404</c:v>
                </c:pt>
                <c:pt idx="26796">
                  <c:v>0.31013888888992369</c:v>
                </c:pt>
                <c:pt idx="26797">
                  <c:v>0.31015046295942739</c:v>
                </c:pt>
                <c:pt idx="26798">
                  <c:v>0.31016203703620704</c:v>
                </c:pt>
                <c:pt idx="26799">
                  <c:v>0.31017361110571073</c:v>
                </c:pt>
                <c:pt idx="26800">
                  <c:v>0.31018518518249039</c:v>
                </c:pt>
                <c:pt idx="26801">
                  <c:v>0.31019675925927004</c:v>
                </c:pt>
                <c:pt idx="26802">
                  <c:v>0.31020833332877373</c:v>
                </c:pt>
                <c:pt idx="26803">
                  <c:v>0.31021990740555339</c:v>
                </c:pt>
                <c:pt idx="26804">
                  <c:v>0.31023148148233304</c:v>
                </c:pt>
                <c:pt idx="26805">
                  <c:v>0.31024305555183673</c:v>
                </c:pt>
                <c:pt idx="26806">
                  <c:v>0.31025462962861639</c:v>
                </c:pt>
                <c:pt idx="26807">
                  <c:v>0.31026620369812008</c:v>
                </c:pt>
                <c:pt idx="26808">
                  <c:v>0.31027777777489973</c:v>
                </c:pt>
                <c:pt idx="26809">
                  <c:v>0.31028935185167938</c:v>
                </c:pt>
                <c:pt idx="26810">
                  <c:v>0.31030092592118308</c:v>
                </c:pt>
                <c:pt idx="26811">
                  <c:v>0.31031249999796273</c:v>
                </c:pt>
                <c:pt idx="26812">
                  <c:v>0.31032407407474238</c:v>
                </c:pt>
                <c:pt idx="26813">
                  <c:v>0.31033564814424608</c:v>
                </c:pt>
                <c:pt idx="26814">
                  <c:v>0.31034722222102573</c:v>
                </c:pt>
                <c:pt idx="26815">
                  <c:v>0.31035879629052943</c:v>
                </c:pt>
                <c:pt idx="26816">
                  <c:v>0.31037037036730908</c:v>
                </c:pt>
                <c:pt idx="26817">
                  <c:v>0.31038194444408873</c:v>
                </c:pt>
                <c:pt idx="26818">
                  <c:v>0.31039351851359243</c:v>
                </c:pt>
                <c:pt idx="26819">
                  <c:v>0.31040509259037208</c:v>
                </c:pt>
                <c:pt idx="26820">
                  <c:v>0.31041666666715173</c:v>
                </c:pt>
                <c:pt idx="26821">
                  <c:v>0.31042824073665543</c:v>
                </c:pt>
                <c:pt idx="26822">
                  <c:v>0.31043981481343508</c:v>
                </c:pt>
                <c:pt idx="26823">
                  <c:v>0.31045138889021473</c:v>
                </c:pt>
                <c:pt idx="26824">
                  <c:v>0.31046296295971842</c:v>
                </c:pt>
                <c:pt idx="26825">
                  <c:v>0.31047453703649808</c:v>
                </c:pt>
                <c:pt idx="26826">
                  <c:v>0.31048611110600177</c:v>
                </c:pt>
                <c:pt idx="26827">
                  <c:v>0.31049768518278142</c:v>
                </c:pt>
                <c:pt idx="26828">
                  <c:v>0.31050925925956108</c:v>
                </c:pt>
                <c:pt idx="26829">
                  <c:v>0.31052083332906477</c:v>
                </c:pt>
                <c:pt idx="26830">
                  <c:v>0.31053240740584442</c:v>
                </c:pt>
                <c:pt idx="26831">
                  <c:v>0.31054398148262408</c:v>
                </c:pt>
                <c:pt idx="26832">
                  <c:v>0.31055555555212777</c:v>
                </c:pt>
                <c:pt idx="26833">
                  <c:v>0.31056712962890742</c:v>
                </c:pt>
                <c:pt idx="26834">
                  <c:v>0.31057870369841112</c:v>
                </c:pt>
                <c:pt idx="26835">
                  <c:v>0.31059027777519077</c:v>
                </c:pt>
                <c:pt idx="26836">
                  <c:v>0.31060185185197042</c:v>
                </c:pt>
                <c:pt idx="26837">
                  <c:v>0.31061342592147412</c:v>
                </c:pt>
                <c:pt idx="26838">
                  <c:v>0.31062499999825377</c:v>
                </c:pt>
                <c:pt idx="26839">
                  <c:v>0.31063657407503342</c:v>
                </c:pt>
                <c:pt idx="26840">
                  <c:v>0.31064814814453712</c:v>
                </c:pt>
                <c:pt idx="26841">
                  <c:v>0.31065972222131677</c:v>
                </c:pt>
                <c:pt idx="26842">
                  <c:v>0.31067129629082046</c:v>
                </c:pt>
                <c:pt idx="26843">
                  <c:v>0.31068287036760012</c:v>
                </c:pt>
                <c:pt idx="26844">
                  <c:v>0.31069444444437977</c:v>
                </c:pt>
                <c:pt idx="26845">
                  <c:v>0.31070601851388346</c:v>
                </c:pt>
                <c:pt idx="26846">
                  <c:v>0.31071759259066312</c:v>
                </c:pt>
                <c:pt idx="26847">
                  <c:v>0.31072916666744277</c:v>
                </c:pt>
                <c:pt idx="26848">
                  <c:v>0.31074074073694646</c:v>
                </c:pt>
                <c:pt idx="26849">
                  <c:v>0.31075231481372612</c:v>
                </c:pt>
                <c:pt idx="26850">
                  <c:v>0.31076388888322981</c:v>
                </c:pt>
                <c:pt idx="26851">
                  <c:v>0.31077546296000946</c:v>
                </c:pt>
                <c:pt idx="26852">
                  <c:v>0.31078703703678912</c:v>
                </c:pt>
                <c:pt idx="26853">
                  <c:v>0.31079861110629281</c:v>
                </c:pt>
                <c:pt idx="26854">
                  <c:v>0.31081018518307246</c:v>
                </c:pt>
                <c:pt idx="26855">
                  <c:v>0.31082175925985212</c:v>
                </c:pt>
                <c:pt idx="26856">
                  <c:v>0.31083333332935581</c:v>
                </c:pt>
                <c:pt idx="26857">
                  <c:v>0.31084490740613546</c:v>
                </c:pt>
                <c:pt idx="26858">
                  <c:v>0.31085648147563916</c:v>
                </c:pt>
                <c:pt idx="26859">
                  <c:v>0.31086805555241881</c:v>
                </c:pt>
                <c:pt idx="26860">
                  <c:v>0.31087962962919846</c:v>
                </c:pt>
                <c:pt idx="26861">
                  <c:v>0.31089120369870216</c:v>
                </c:pt>
                <c:pt idx="26862">
                  <c:v>0.31090277777548181</c:v>
                </c:pt>
                <c:pt idx="26863">
                  <c:v>0.31091435185226146</c:v>
                </c:pt>
                <c:pt idx="26864">
                  <c:v>0.31092592592176516</c:v>
                </c:pt>
                <c:pt idx="26865">
                  <c:v>0.31093749999854481</c:v>
                </c:pt>
                <c:pt idx="26866">
                  <c:v>0.31094907407532446</c:v>
                </c:pt>
                <c:pt idx="26867">
                  <c:v>0.31096064814482816</c:v>
                </c:pt>
                <c:pt idx="26868">
                  <c:v>0.31097222222160781</c:v>
                </c:pt>
                <c:pt idx="26869">
                  <c:v>0.3109837962911115</c:v>
                </c:pt>
                <c:pt idx="26870">
                  <c:v>0.31099537036789116</c:v>
                </c:pt>
                <c:pt idx="26871">
                  <c:v>0.31100694444467081</c:v>
                </c:pt>
                <c:pt idx="26872">
                  <c:v>0.3110185185141745</c:v>
                </c:pt>
                <c:pt idx="26873">
                  <c:v>0.31103009259095415</c:v>
                </c:pt>
                <c:pt idx="26874">
                  <c:v>0.31104166666773381</c:v>
                </c:pt>
                <c:pt idx="26875">
                  <c:v>0.3110532407372375</c:v>
                </c:pt>
                <c:pt idx="26876">
                  <c:v>0.31106481481401715</c:v>
                </c:pt>
                <c:pt idx="26877">
                  <c:v>0.31107638888352085</c:v>
                </c:pt>
                <c:pt idx="26878">
                  <c:v>0.3110879629603005</c:v>
                </c:pt>
                <c:pt idx="26879">
                  <c:v>0.31109953703708015</c:v>
                </c:pt>
                <c:pt idx="26880">
                  <c:v>0.31111111110658385</c:v>
                </c:pt>
                <c:pt idx="26881">
                  <c:v>0.3111226851833635</c:v>
                </c:pt>
                <c:pt idx="26882">
                  <c:v>0.31113425926014315</c:v>
                </c:pt>
                <c:pt idx="26883">
                  <c:v>0.31114583332964685</c:v>
                </c:pt>
                <c:pt idx="26884">
                  <c:v>0.3111574074064265</c:v>
                </c:pt>
                <c:pt idx="26885">
                  <c:v>0.3111689814759302</c:v>
                </c:pt>
                <c:pt idx="26886">
                  <c:v>0.31118055555270985</c:v>
                </c:pt>
                <c:pt idx="26887">
                  <c:v>0.3111921296294895</c:v>
                </c:pt>
                <c:pt idx="26888">
                  <c:v>0.31120370369899319</c:v>
                </c:pt>
                <c:pt idx="26889">
                  <c:v>0.31121527777577285</c:v>
                </c:pt>
                <c:pt idx="26890">
                  <c:v>0.3112268518525525</c:v>
                </c:pt>
                <c:pt idx="26891">
                  <c:v>0.31123842592205619</c:v>
                </c:pt>
                <c:pt idx="26892">
                  <c:v>0.31124999999883585</c:v>
                </c:pt>
                <c:pt idx="26893">
                  <c:v>0.31126157406833954</c:v>
                </c:pt>
                <c:pt idx="26894">
                  <c:v>0.31127314814511919</c:v>
                </c:pt>
                <c:pt idx="26895">
                  <c:v>0.31128472222189885</c:v>
                </c:pt>
                <c:pt idx="26896">
                  <c:v>0.31129629629140254</c:v>
                </c:pt>
                <c:pt idx="26897">
                  <c:v>0.31130787036818219</c:v>
                </c:pt>
                <c:pt idx="26898">
                  <c:v>0.31131944444496185</c:v>
                </c:pt>
                <c:pt idx="26899">
                  <c:v>0.31133101851446554</c:v>
                </c:pt>
                <c:pt idx="26900">
                  <c:v>0.31134259259124519</c:v>
                </c:pt>
                <c:pt idx="26901">
                  <c:v>0.31135416666074889</c:v>
                </c:pt>
                <c:pt idx="26902">
                  <c:v>0.31136574073752854</c:v>
                </c:pt>
                <c:pt idx="26903">
                  <c:v>0.31137731481430819</c:v>
                </c:pt>
                <c:pt idx="26904">
                  <c:v>0.31138888888381189</c:v>
                </c:pt>
                <c:pt idx="26905">
                  <c:v>0.31140046296059154</c:v>
                </c:pt>
                <c:pt idx="26906">
                  <c:v>0.31141203703737119</c:v>
                </c:pt>
                <c:pt idx="26907">
                  <c:v>0.31142361110687489</c:v>
                </c:pt>
                <c:pt idx="26908">
                  <c:v>0.31143518518365454</c:v>
                </c:pt>
                <c:pt idx="26909">
                  <c:v>0.31144675926043419</c:v>
                </c:pt>
                <c:pt idx="26910">
                  <c:v>0.31145833332993789</c:v>
                </c:pt>
                <c:pt idx="26911">
                  <c:v>0.31146990740671754</c:v>
                </c:pt>
                <c:pt idx="26912">
                  <c:v>0.31148148147622123</c:v>
                </c:pt>
                <c:pt idx="26913">
                  <c:v>0.31149305555300089</c:v>
                </c:pt>
                <c:pt idx="26914">
                  <c:v>0.31150462962978054</c:v>
                </c:pt>
                <c:pt idx="26915">
                  <c:v>0.31151620369928423</c:v>
                </c:pt>
                <c:pt idx="26916">
                  <c:v>0.31152777777606389</c:v>
                </c:pt>
                <c:pt idx="26917">
                  <c:v>0.31153935185284354</c:v>
                </c:pt>
                <c:pt idx="26918">
                  <c:v>0.31155092592234723</c:v>
                </c:pt>
                <c:pt idx="26919">
                  <c:v>0.31156249999912689</c:v>
                </c:pt>
                <c:pt idx="26920">
                  <c:v>0.31157407406863058</c:v>
                </c:pt>
                <c:pt idx="26921">
                  <c:v>0.31158564814541023</c:v>
                </c:pt>
                <c:pt idx="26922">
                  <c:v>0.31159722222218988</c:v>
                </c:pt>
                <c:pt idx="26923">
                  <c:v>0.31160879629169358</c:v>
                </c:pt>
                <c:pt idx="26924">
                  <c:v>0.31162037036847323</c:v>
                </c:pt>
                <c:pt idx="26925">
                  <c:v>0.31163194444525288</c:v>
                </c:pt>
                <c:pt idx="26926">
                  <c:v>0.31164351851475658</c:v>
                </c:pt>
                <c:pt idx="26927">
                  <c:v>0.31165509259153623</c:v>
                </c:pt>
                <c:pt idx="26928">
                  <c:v>0.31166666666103993</c:v>
                </c:pt>
                <c:pt idx="26929">
                  <c:v>0.31167824073781958</c:v>
                </c:pt>
                <c:pt idx="26930">
                  <c:v>0.31168981481459923</c:v>
                </c:pt>
                <c:pt idx="26931">
                  <c:v>0.31170138888410293</c:v>
                </c:pt>
                <c:pt idx="26932">
                  <c:v>0.31171296296088258</c:v>
                </c:pt>
                <c:pt idx="26933">
                  <c:v>0.31172453703766223</c:v>
                </c:pt>
                <c:pt idx="26934">
                  <c:v>0.31173611110716593</c:v>
                </c:pt>
                <c:pt idx="26935">
                  <c:v>0.31174768518394558</c:v>
                </c:pt>
                <c:pt idx="26936">
                  <c:v>0.31175925925344927</c:v>
                </c:pt>
                <c:pt idx="26937">
                  <c:v>0.31177083333022892</c:v>
                </c:pt>
                <c:pt idx="26938">
                  <c:v>0.31178240740700858</c:v>
                </c:pt>
                <c:pt idx="26939">
                  <c:v>0.31179398147651227</c:v>
                </c:pt>
                <c:pt idx="26940">
                  <c:v>0.31180555555329192</c:v>
                </c:pt>
                <c:pt idx="26941">
                  <c:v>0.31181712963007158</c:v>
                </c:pt>
                <c:pt idx="26942">
                  <c:v>0.31182870369957527</c:v>
                </c:pt>
                <c:pt idx="26943">
                  <c:v>0.31184027777635492</c:v>
                </c:pt>
                <c:pt idx="26944">
                  <c:v>0.31185185185313458</c:v>
                </c:pt>
                <c:pt idx="26945">
                  <c:v>0.31186342592263827</c:v>
                </c:pt>
                <c:pt idx="26946">
                  <c:v>0.31187499999941792</c:v>
                </c:pt>
                <c:pt idx="26947">
                  <c:v>0.31188657406892162</c:v>
                </c:pt>
                <c:pt idx="26948">
                  <c:v>0.31189814814570127</c:v>
                </c:pt>
                <c:pt idx="26949">
                  <c:v>0.31190972222248092</c:v>
                </c:pt>
                <c:pt idx="26950">
                  <c:v>0.31192129629198462</c:v>
                </c:pt>
                <c:pt idx="26951">
                  <c:v>0.31193287036876427</c:v>
                </c:pt>
                <c:pt idx="26952">
                  <c:v>0.31194444444554392</c:v>
                </c:pt>
                <c:pt idx="26953">
                  <c:v>0.31195601851504762</c:v>
                </c:pt>
                <c:pt idx="26954">
                  <c:v>0.31196759259182727</c:v>
                </c:pt>
                <c:pt idx="26955">
                  <c:v>0.31197916666133096</c:v>
                </c:pt>
                <c:pt idx="26956">
                  <c:v>0.31199074073811062</c:v>
                </c:pt>
                <c:pt idx="26957">
                  <c:v>0.31200231481489027</c:v>
                </c:pt>
                <c:pt idx="26958">
                  <c:v>0.31201388888439396</c:v>
                </c:pt>
                <c:pt idx="26959">
                  <c:v>0.31202546296117362</c:v>
                </c:pt>
                <c:pt idx="26960">
                  <c:v>0.31203703703795327</c:v>
                </c:pt>
                <c:pt idx="26961">
                  <c:v>0.31204861110745696</c:v>
                </c:pt>
                <c:pt idx="26962">
                  <c:v>0.31206018518423662</c:v>
                </c:pt>
                <c:pt idx="26963">
                  <c:v>0.31207175925374031</c:v>
                </c:pt>
                <c:pt idx="26964">
                  <c:v>0.31208333333051996</c:v>
                </c:pt>
                <c:pt idx="26965">
                  <c:v>0.31209490740729962</c:v>
                </c:pt>
                <c:pt idx="26966">
                  <c:v>0.31210648147680331</c:v>
                </c:pt>
                <c:pt idx="26967">
                  <c:v>0.31211805555358296</c:v>
                </c:pt>
                <c:pt idx="26968">
                  <c:v>0.31212962963036261</c:v>
                </c:pt>
                <c:pt idx="26969">
                  <c:v>0.31214120369986631</c:v>
                </c:pt>
                <c:pt idx="26970">
                  <c:v>0.31215277777664596</c:v>
                </c:pt>
                <c:pt idx="26971">
                  <c:v>0.31216435184614966</c:v>
                </c:pt>
                <c:pt idx="26972">
                  <c:v>0.31217592592292931</c:v>
                </c:pt>
                <c:pt idx="26973">
                  <c:v>0.31218749999970896</c:v>
                </c:pt>
                <c:pt idx="26974">
                  <c:v>0.31219907406921266</c:v>
                </c:pt>
                <c:pt idx="26975">
                  <c:v>0.31221064814599231</c:v>
                </c:pt>
                <c:pt idx="26976">
                  <c:v>0.31222222222277196</c:v>
                </c:pt>
                <c:pt idx="26977">
                  <c:v>0.31223379629227566</c:v>
                </c:pt>
                <c:pt idx="26978">
                  <c:v>0.31224537036905531</c:v>
                </c:pt>
                <c:pt idx="26979">
                  <c:v>0.312256944438559</c:v>
                </c:pt>
                <c:pt idx="26980">
                  <c:v>0.31226851851533866</c:v>
                </c:pt>
                <c:pt idx="26981">
                  <c:v>0.31228009259211831</c:v>
                </c:pt>
                <c:pt idx="26982">
                  <c:v>0.312291666661622</c:v>
                </c:pt>
                <c:pt idx="26983">
                  <c:v>0.31230324073840166</c:v>
                </c:pt>
                <c:pt idx="26984">
                  <c:v>0.31231481481518131</c:v>
                </c:pt>
                <c:pt idx="26985">
                  <c:v>0.312326388884685</c:v>
                </c:pt>
                <c:pt idx="26986">
                  <c:v>0.31233796296146465</c:v>
                </c:pt>
                <c:pt idx="26987">
                  <c:v>0.31234953703824431</c:v>
                </c:pt>
                <c:pt idx="26988">
                  <c:v>0.312361111107748</c:v>
                </c:pt>
                <c:pt idx="26989">
                  <c:v>0.31237268518452765</c:v>
                </c:pt>
                <c:pt idx="26990">
                  <c:v>0.31238425925403135</c:v>
                </c:pt>
                <c:pt idx="26991">
                  <c:v>0.312395833330811</c:v>
                </c:pt>
                <c:pt idx="26992">
                  <c:v>0.31240740740759065</c:v>
                </c:pt>
                <c:pt idx="26993">
                  <c:v>0.31241898147709435</c:v>
                </c:pt>
                <c:pt idx="26994">
                  <c:v>0.312430555553874</c:v>
                </c:pt>
                <c:pt idx="26995">
                  <c:v>0.31244212963065365</c:v>
                </c:pt>
                <c:pt idx="26996">
                  <c:v>0.31245370370015735</c:v>
                </c:pt>
                <c:pt idx="26997">
                  <c:v>0.312465277776937</c:v>
                </c:pt>
                <c:pt idx="26998">
                  <c:v>0.3124768518464407</c:v>
                </c:pt>
                <c:pt idx="26999">
                  <c:v>0.31248842592322035</c:v>
                </c:pt>
                <c:pt idx="27000">
                  <c:v>0.3125</c:v>
                </c:pt>
                <c:pt idx="27001">
                  <c:v>0.31251157406950369</c:v>
                </c:pt>
                <c:pt idx="27002">
                  <c:v>0.31252314814628335</c:v>
                </c:pt>
                <c:pt idx="27003">
                  <c:v>0.312534722223063</c:v>
                </c:pt>
                <c:pt idx="27004">
                  <c:v>0.31254629629256669</c:v>
                </c:pt>
                <c:pt idx="27005">
                  <c:v>0.31255787036934635</c:v>
                </c:pt>
                <c:pt idx="27006">
                  <c:v>0.31256944443885004</c:v>
                </c:pt>
                <c:pt idx="27007">
                  <c:v>0.31258101851562969</c:v>
                </c:pt>
                <c:pt idx="27008">
                  <c:v>0.31259259259240935</c:v>
                </c:pt>
                <c:pt idx="27009">
                  <c:v>0.31260416666191304</c:v>
                </c:pt>
                <c:pt idx="27010">
                  <c:v>0.31261574073869269</c:v>
                </c:pt>
                <c:pt idx="27011">
                  <c:v>0.31262731481547235</c:v>
                </c:pt>
                <c:pt idx="27012">
                  <c:v>0.31263888888497604</c:v>
                </c:pt>
                <c:pt idx="27013">
                  <c:v>0.31265046296175569</c:v>
                </c:pt>
                <c:pt idx="27014">
                  <c:v>0.31266203703125939</c:v>
                </c:pt>
                <c:pt idx="27015">
                  <c:v>0.31267361110803904</c:v>
                </c:pt>
                <c:pt idx="27016">
                  <c:v>0.31268518518481869</c:v>
                </c:pt>
                <c:pt idx="27017">
                  <c:v>0.31269675925432239</c:v>
                </c:pt>
                <c:pt idx="27018">
                  <c:v>0.31270833333110204</c:v>
                </c:pt>
                <c:pt idx="27019">
                  <c:v>0.31271990740788169</c:v>
                </c:pt>
                <c:pt idx="27020">
                  <c:v>0.31273148147738539</c:v>
                </c:pt>
                <c:pt idx="27021">
                  <c:v>0.31274305555416504</c:v>
                </c:pt>
                <c:pt idx="27022">
                  <c:v>0.31275462963094469</c:v>
                </c:pt>
                <c:pt idx="27023">
                  <c:v>0.31276620370044839</c:v>
                </c:pt>
                <c:pt idx="27024">
                  <c:v>0.31277777777722804</c:v>
                </c:pt>
                <c:pt idx="27025">
                  <c:v>0.31278935184673173</c:v>
                </c:pt>
                <c:pt idx="27026">
                  <c:v>0.31280092592351139</c:v>
                </c:pt>
                <c:pt idx="27027">
                  <c:v>0.31281250000029104</c:v>
                </c:pt>
                <c:pt idx="27028">
                  <c:v>0.31282407406979473</c:v>
                </c:pt>
                <c:pt idx="27029">
                  <c:v>0.31283564814657439</c:v>
                </c:pt>
                <c:pt idx="27030">
                  <c:v>0.31284722222335404</c:v>
                </c:pt>
                <c:pt idx="27031">
                  <c:v>0.31285879629285773</c:v>
                </c:pt>
                <c:pt idx="27032">
                  <c:v>0.31287037036963739</c:v>
                </c:pt>
                <c:pt idx="27033">
                  <c:v>0.31288194443914108</c:v>
                </c:pt>
                <c:pt idx="27034">
                  <c:v>0.31289351851592073</c:v>
                </c:pt>
                <c:pt idx="27035">
                  <c:v>0.31290509259270038</c:v>
                </c:pt>
                <c:pt idx="27036">
                  <c:v>0.31291666666220408</c:v>
                </c:pt>
                <c:pt idx="27037">
                  <c:v>0.31292824073898373</c:v>
                </c:pt>
                <c:pt idx="27038">
                  <c:v>0.31293981481576338</c:v>
                </c:pt>
                <c:pt idx="27039">
                  <c:v>0.31295138888526708</c:v>
                </c:pt>
                <c:pt idx="27040">
                  <c:v>0.31296296296204673</c:v>
                </c:pt>
                <c:pt idx="27041">
                  <c:v>0.31297453703155043</c:v>
                </c:pt>
                <c:pt idx="27042">
                  <c:v>0.31298611110833008</c:v>
                </c:pt>
                <c:pt idx="27043">
                  <c:v>0.31299768518510973</c:v>
                </c:pt>
                <c:pt idx="27044">
                  <c:v>0.31300925925461343</c:v>
                </c:pt>
                <c:pt idx="27045">
                  <c:v>0.31302083333139308</c:v>
                </c:pt>
                <c:pt idx="27046">
                  <c:v>0.31303240740817273</c:v>
                </c:pt>
                <c:pt idx="27047">
                  <c:v>0.31304398147767643</c:v>
                </c:pt>
                <c:pt idx="27048">
                  <c:v>0.31305555555445608</c:v>
                </c:pt>
                <c:pt idx="27049">
                  <c:v>0.31306712962395977</c:v>
                </c:pt>
                <c:pt idx="27050">
                  <c:v>0.31307870370073942</c:v>
                </c:pt>
                <c:pt idx="27051">
                  <c:v>0.31309027777751908</c:v>
                </c:pt>
                <c:pt idx="27052">
                  <c:v>0.31310185184702277</c:v>
                </c:pt>
                <c:pt idx="27053">
                  <c:v>0.31311342592380242</c:v>
                </c:pt>
                <c:pt idx="27054">
                  <c:v>0.31312500000058208</c:v>
                </c:pt>
                <c:pt idx="27055">
                  <c:v>0.31313657407008577</c:v>
                </c:pt>
                <c:pt idx="27056">
                  <c:v>0.31314814814686542</c:v>
                </c:pt>
                <c:pt idx="27057">
                  <c:v>0.31315972221636912</c:v>
                </c:pt>
                <c:pt idx="27058">
                  <c:v>0.31317129629314877</c:v>
                </c:pt>
                <c:pt idx="27059">
                  <c:v>0.31318287036992842</c:v>
                </c:pt>
                <c:pt idx="27060">
                  <c:v>0.31319444443943212</c:v>
                </c:pt>
                <c:pt idx="27061">
                  <c:v>0.31320601851621177</c:v>
                </c:pt>
                <c:pt idx="27062">
                  <c:v>0.31321759259299142</c:v>
                </c:pt>
                <c:pt idx="27063">
                  <c:v>0.31322916666249512</c:v>
                </c:pt>
                <c:pt idx="27064">
                  <c:v>0.31324074073927477</c:v>
                </c:pt>
                <c:pt idx="27065">
                  <c:v>0.31325231481605442</c:v>
                </c:pt>
                <c:pt idx="27066">
                  <c:v>0.31326388888555812</c:v>
                </c:pt>
                <c:pt idx="27067">
                  <c:v>0.31327546296233777</c:v>
                </c:pt>
                <c:pt idx="27068">
                  <c:v>0.31328703703184146</c:v>
                </c:pt>
                <c:pt idx="27069">
                  <c:v>0.31329861110862112</c:v>
                </c:pt>
                <c:pt idx="27070">
                  <c:v>0.31331018518540077</c:v>
                </c:pt>
                <c:pt idx="27071">
                  <c:v>0.31332175925490446</c:v>
                </c:pt>
                <c:pt idx="27072">
                  <c:v>0.31333333333168412</c:v>
                </c:pt>
                <c:pt idx="27073">
                  <c:v>0.31334490740846377</c:v>
                </c:pt>
                <c:pt idx="27074">
                  <c:v>0.31335648147796746</c:v>
                </c:pt>
                <c:pt idx="27075">
                  <c:v>0.31336805555474712</c:v>
                </c:pt>
                <c:pt idx="27076">
                  <c:v>0.31337962962425081</c:v>
                </c:pt>
                <c:pt idx="27077">
                  <c:v>0.31339120370103046</c:v>
                </c:pt>
                <c:pt idx="27078">
                  <c:v>0.31340277777781012</c:v>
                </c:pt>
                <c:pt idx="27079">
                  <c:v>0.31341435184731381</c:v>
                </c:pt>
                <c:pt idx="27080">
                  <c:v>0.31342592592409346</c:v>
                </c:pt>
                <c:pt idx="27081">
                  <c:v>0.31343750000087311</c:v>
                </c:pt>
                <c:pt idx="27082">
                  <c:v>0.31344907407037681</c:v>
                </c:pt>
                <c:pt idx="27083">
                  <c:v>0.31346064814715646</c:v>
                </c:pt>
                <c:pt idx="27084">
                  <c:v>0.31347222221666016</c:v>
                </c:pt>
                <c:pt idx="27085">
                  <c:v>0.31348379629343981</c:v>
                </c:pt>
                <c:pt idx="27086">
                  <c:v>0.31349537037021946</c:v>
                </c:pt>
                <c:pt idx="27087">
                  <c:v>0.31350694443972316</c:v>
                </c:pt>
                <c:pt idx="27088">
                  <c:v>0.31351851851650281</c:v>
                </c:pt>
                <c:pt idx="27089">
                  <c:v>0.31353009259328246</c:v>
                </c:pt>
                <c:pt idx="27090">
                  <c:v>0.31354166666278616</c:v>
                </c:pt>
                <c:pt idx="27091">
                  <c:v>0.31355324073956581</c:v>
                </c:pt>
                <c:pt idx="27092">
                  <c:v>0.3135648148090695</c:v>
                </c:pt>
                <c:pt idx="27093">
                  <c:v>0.31357638888584916</c:v>
                </c:pt>
                <c:pt idx="27094">
                  <c:v>0.31358796296262881</c:v>
                </c:pt>
                <c:pt idx="27095">
                  <c:v>0.3135995370321325</c:v>
                </c:pt>
                <c:pt idx="27096">
                  <c:v>0.31361111110891216</c:v>
                </c:pt>
                <c:pt idx="27097">
                  <c:v>0.31362268518569181</c:v>
                </c:pt>
                <c:pt idx="27098">
                  <c:v>0.3136342592551955</c:v>
                </c:pt>
                <c:pt idx="27099">
                  <c:v>0.31364583333197515</c:v>
                </c:pt>
                <c:pt idx="27100">
                  <c:v>0.31365740740147885</c:v>
                </c:pt>
                <c:pt idx="27101">
                  <c:v>0.3136689814782585</c:v>
                </c:pt>
                <c:pt idx="27102">
                  <c:v>0.31368055555503815</c:v>
                </c:pt>
                <c:pt idx="27103">
                  <c:v>0.31369212962454185</c:v>
                </c:pt>
                <c:pt idx="27104">
                  <c:v>0.3137037037013215</c:v>
                </c:pt>
                <c:pt idx="27105">
                  <c:v>0.31371527777810115</c:v>
                </c:pt>
                <c:pt idx="27106">
                  <c:v>0.31372685184760485</c:v>
                </c:pt>
                <c:pt idx="27107">
                  <c:v>0.3137384259243845</c:v>
                </c:pt>
                <c:pt idx="27108">
                  <c:v>0.31375000000116415</c:v>
                </c:pt>
                <c:pt idx="27109">
                  <c:v>0.31376157407066785</c:v>
                </c:pt>
                <c:pt idx="27110">
                  <c:v>0.3137731481474475</c:v>
                </c:pt>
                <c:pt idx="27111">
                  <c:v>0.3137847222169512</c:v>
                </c:pt>
                <c:pt idx="27112">
                  <c:v>0.31379629629373085</c:v>
                </c:pt>
                <c:pt idx="27113">
                  <c:v>0.3138078703705105</c:v>
                </c:pt>
                <c:pt idx="27114">
                  <c:v>0.31381944444001419</c:v>
                </c:pt>
                <c:pt idx="27115">
                  <c:v>0.31383101851679385</c:v>
                </c:pt>
                <c:pt idx="27116">
                  <c:v>0.3138425925935735</c:v>
                </c:pt>
                <c:pt idx="27117">
                  <c:v>0.31385416666307719</c:v>
                </c:pt>
                <c:pt idx="27118">
                  <c:v>0.31386574073985685</c:v>
                </c:pt>
                <c:pt idx="27119">
                  <c:v>0.31387731480936054</c:v>
                </c:pt>
                <c:pt idx="27120">
                  <c:v>0.31388888888614019</c:v>
                </c:pt>
                <c:pt idx="27121">
                  <c:v>0.31390046296291985</c:v>
                </c:pt>
                <c:pt idx="27122">
                  <c:v>0.31391203703242354</c:v>
                </c:pt>
                <c:pt idx="27123">
                  <c:v>0.31392361110920319</c:v>
                </c:pt>
                <c:pt idx="27124">
                  <c:v>0.31393518518598285</c:v>
                </c:pt>
                <c:pt idx="27125">
                  <c:v>0.31394675925548654</c:v>
                </c:pt>
                <c:pt idx="27126">
                  <c:v>0.31395833333226619</c:v>
                </c:pt>
                <c:pt idx="27127">
                  <c:v>0.31396990740176989</c:v>
                </c:pt>
                <c:pt idx="27128">
                  <c:v>0.31398148147854954</c:v>
                </c:pt>
                <c:pt idx="27129">
                  <c:v>0.31399305555532919</c:v>
                </c:pt>
                <c:pt idx="27130">
                  <c:v>0.31400462962483289</c:v>
                </c:pt>
                <c:pt idx="27131">
                  <c:v>0.31401620370161254</c:v>
                </c:pt>
                <c:pt idx="27132">
                  <c:v>0.31402777777839219</c:v>
                </c:pt>
                <c:pt idx="27133">
                  <c:v>0.31403935184789589</c:v>
                </c:pt>
                <c:pt idx="27134">
                  <c:v>0.31405092592467554</c:v>
                </c:pt>
                <c:pt idx="27135">
                  <c:v>0.31406249999417923</c:v>
                </c:pt>
                <c:pt idx="27136">
                  <c:v>0.31407407407095889</c:v>
                </c:pt>
                <c:pt idx="27137">
                  <c:v>0.31408564814773854</c:v>
                </c:pt>
                <c:pt idx="27138">
                  <c:v>0.31409722221724223</c:v>
                </c:pt>
                <c:pt idx="27139">
                  <c:v>0.31410879629402189</c:v>
                </c:pt>
                <c:pt idx="27140">
                  <c:v>0.31412037037080154</c:v>
                </c:pt>
                <c:pt idx="27141">
                  <c:v>0.31413194444030523</c:v>
                </c:pt>
                <c:pt idx="27142">
                  <c:v>0.31414351851708489</c:v>
                </c:pt>
                <c:pt idx="27143">
                  <c:v>0.31415509259386454</c:v>
                </c:pt>
                <c:pt idx="27144">
                  <c:v>0.31416666666336823</c:v>
                </c:pt>
                <c:pt idx="27145">
                  <c:v>0.31417824074014788</c:v>
                </c:pt>
                <c:pt idx="27146">
                  <c:v>0.31418981480965158</c:v>
                </c:pt>
                <c:pt idx="27147">
                  <c:v>0.31420138888643123</c:v>
                </c:pt>
                <c:pt idx="27148">
                  <c:v>0.31421296296321088</c:v>
                </c:pt>
                <c:pt idx="27149">
                  <c:v>0.31422453703271458</c:v>
                </c:pt>
                <c:pt idx="27150">
                  <c:v>0.31423611110949423</c:v>
                </c:pt>
                <c:pt idx="27151">
                  <c:v>0.31424768518627388</c:v>
                </c:pt>
                <c:pt idx="27152">
                  <c:v>0.31425925925577758</c:v>
                </c:pt>
                <c:pt idx="27153">
                  <c:v>0.31427083333255723</c:v>
                </c:pt>
                <c:pt idx="27154">
                  <c:v>0.31428240740206093</c:v>
                </c:pt>
                <c:pt idx="27155">
                  <c:v>0.31429398147884058</c:v>
                </c:pt>
                <c:pt idx="27156">
                  <c:v>0.31430555555562023</c:v>
                </c:pt>
                <c:pt idx="27157">
                  <c:v>0.31431712962512393</c:v>
                </c:pt>
                <c:pt idx="27158">
                  <c:v>0.31432870370190358</c:v>
                </c:pt>
                <c:pt idx="27159">
                  <c:v>0.31434027777868323</c:v>
                </c:pt>
                <c:pt idx="27160">
                  <c:v>0.31435185184818693</c:v>
                </c:pt>
                <c:pt idx="27161">
                  <c:v>0.31436342592496658</c:v>
                </c:pt>
                <c:pt idx="27162">
                  <c:v>0.31437499999447027</c:v>
                </c:pt>
                <c:pt idx="27163">
                  <c:v>0.31438657407124992</c:v>
                </c:pt>
                <c:pt idx="27164">
                  <c:v>0.31439814814802958</c:v>
                </c:pt>
                <c:pt idx="27165">
                  <c:v>0.31440972221753327</c:v>
                </c:pt>
                <c:pt idx="27166">
                  <c:v>0.31442129629431292</c:v>
                </c:pt>
                <c:pt idx="27167">
                  <c:v>0.31443287037109258</c:v>
                </c:pt>
                <c:pt idx="27168">
                  <c:v>0.31444444444059627</c:v>
                </c:pt>
                <c:pt idx="27169">
                  <c:v>0.31445601851737592</c:v>
                </c:pt>
                <c:pt idx="27170">
                  <c:v>0.31446759258687962</c:v>
                </c:pt>
                <c:pt idx="27171">
                  <c:v>0.31447916666365927</c:v>
                </c:pt>
                <c:pt idx="27172">
                  <c:v>0.31449074074043892</c:v>
                </c:pt>
                <c:pt idx="27173">
                  <c:v>0.31450231480994262</c:v>
                </c:pt>
                <c:pt idx="27174">
                  <c:v>0.31451388888672227</c:v>
                </c:pt>
                <c:pt idx="27175">
                  <c:v>0.31452546296350192</c:v>
                </c:pt>
                <c:pt idx="27176">
                  <c:v>0.31453703703300562</c:v>
                </c:pt>
                <c:pt idx="27177">
                  <c:v>0.31454861110978527</c:v>
                </c:pt>
                <c:pt idx="27178">
                  <c:v>0.31456018517928896</c:v>
                </c:pt>
                <c:pt idx="27179">
                  <c:v>0.31457175925606862</c:v>
                </c:pt>
                <c:pt idx="27180">
                  <c:v>0.31458333333284827</c:v>
                </c:pt>
                <c:pt idx="27181">
                  <c:v>0.31459490740235196</c:v>
                </c:pt>
                <c:pt idx="27182">
                  <c:v>0.31460648147913162</c:v>
                </c:pt>
                <c:pt idx="27183">
                  <c:v>0.31461805555591127</c:v>
                </c:pt>
                <c:pt idx="27184">
                  <c:v>0.31462962962541496</c:v>
                </c:pt>
                <c:pt idx="27185">
                  <c:v>0.31464120370219462</c:v>
                </c:pt>
                <c:pt idx="27186">
                  <c:v>0.31465277777897427</c:v>
                </c:pt>
                <c:pt idx="27187">
                  <c:v>0.31466435184847796</c:v>
                </c:pt>
                <c:pt idx="27188">
                  <c:v>0.31467592592525762</c:v>
                </c:pt>
                <c:pt idx="27189">
                  <c:v>0.31468749999476131</c:v>
                </c:pt>
                <c:pt idx="27190">
                  <c:v>0.31469907407154096</c:v>
                </c:pt>
                <c:pt idx="27191">
                  <c:v>0.31471064814832062</c:v>
                </c:pt>
                <c:pt idx="27192">
                  <c:v>0.31472222221782431</c:v>
                </c:pt>
                <c:pt idx="27193">
                  <c:v>0.31473379629460396</c:v>
                </c:pt>
                <c:pt idx="27194">
                  <c:v>0.31474537037138361</c:v>
                </c:pt>
                <c:pt idx="27195">
                  <c:v>0.31475694444088731</c:v>
                </c:pt>
                <c:pt idx="27196">
                  <c:v>0.31476851851766696</c:v>
                </c:pt>
                <c:pt idx="27197">
                  <c:v>0.31478009258717066</c:v>
                </c:pt>
                <c:pt idx="27198">
                  <c:v>0.31479166666395031</c:v>
                </c:pt>
                <c:pt idx="27199">
                  <c:v>0.31480324074072996</c:v>
                </c:pt>
                <c:pt idx="27200">
                  <c:v>0.31481481481023366</c:v>
                </c:pt>
                <c:pt idx="27201">
                  <c:v>0.31482638888701331</c:v>
                </c:pt>
                <c:pt idx="27202">
                  <c:v>0.31483796296379296</c:v>
                </c:pt>
                <c:pt idx="27203">
                  <c:v>0.31484953703329666</c:v>
                </c:pt>
                <c:pt idx="27204">
                  <c:v>0.31486111111007631</c:v>
                </c:pt>
                <c:pt idx="27205">
                  <c:v>0.31487268517958</c:v>
                </c:pt>
                <c:pt idx="27206">
                  <c:v>0.31488425925635966</c:v>
                </c:pt>
                <c:pt idx="27207">
                  <c:v>0.31489583333313931</c:v>
                </c:pt>
                <c:pt idx="27208">
                  <c:v>0.314907407402643</c:v>
                </c:pt>
                <c:pt idx="27209">
                  <c:v>0.31491898147942265</c:v>
                </c:pt>
                <c:pt idx="27210">
                  <c:v>0.31493055555620231</c:v>
                </c:pt>
                <c:pt idx="27211">
                  <c:v>0.314942129625706</c:v>
                </c:pt>
                <c:pt idx="27212">
                  <c:v>0.31495370370248565</c:v>
                </c:pt>
                <c:pt idx="27213">
                  <c:v>0.31496527777198935</c:v>
                </c:pt>
                <c:pt idx="27214">
                  <c:v>0.314976851848769</c:v>
                </c:pt>
                <c:pt idx="27215">
                  <c:v>0.31498842592554865</c:v>
                </c:pt>
                <c:pt idx="27216">
                  <c:v>0.31499999999505235</c:v>
                </c:pt>
                <c:pt idx="27217">
                  <c:v>0.315011574071832</c:v>
                </c:pt>
                <c:pt idx="27218">
                  <c:v>0.31502314814861165</c:v>
                </c:pt>
                <c:pt idx="27219">
                  <c:v>0.31503472221811535</c:v>
                </c:pt>
                <c:pt idx="27220">
                  <c:v>0.315046296294895</c:v>
                </c:pt>
                <c:pt idx="27221">
                  <c:v>0.31505787037167465</c:v>
                </c:pt>
                <c:pt idx="27222">
                  <c:v>0.31506944444117835</c:v>
                </c:pt>
                <c:pt idx="27223">
                  <c:v>0.315081018517958</c:v>
                </c:pt>
                <c:pt idx="27224">
                  <c:v>0.3150925925874617</c:v>
                </c:pt>
                <c:pt idx="27225">
                  <c:v>0.31510416666424135</c:v>
                </c:pt>
                <c:pt idx="27226">
                  <c:v>0.315115740741021</c:v>
                </c:pt>
                <c:pt idx="27227">
                  <c:v>0.31512731481052469</c:v>
                </c:pt>
                <c:pt idx="27228">
                  <c:v>0.31513888888730435</c:v>
                </c:pt>
                <c:pt idx="27229">
                  <c:v>0.315150462964084</c:v>
                </c:pt>
                <c:pt idx="27230">
                  <c:v>0.31516203703358769</c:v>
                </c:pt>
                <c:pt idx="27231">
                  <c:v>0.31517361111036735</c:v>
                </c:pt>
                <c:pt idx="27232">
                  <c:v>0.31518518517987104</c:v>
                </c:pt>
                <c:pt idx="27233">
                  <c:v>0.31519675925665069</c:v>
                </c:pt>
                <c:pt idx="27234">
                  <c:v>0.31520833333343035</c:v>
                </c:pt>
                <c:pt idx="27235">
                  <c:v>0.31521990740293404</c:v>
                </c:pt>
                <c:pt idx="27236">
                  <c:v>0.31523148147971369</c:v>
                </c:pt>
                <c:pt idx="27237">
                  <c:v>0.31524305555649335</c:v>
                </c:pt>
                <c:pt idx="27238">
                  <c:v>0.31525462962599704</c:v>
                </c:pt>
                <c:pt idx="27239">
                  <c:v>0.31526620370277669</c:v>
                </c:pt>
                <c:pt idx="27240">
                  <c:v>0.31527777777228039</c:v>
                </c:pt>
                <c:pt idx="27241">
                  <c:v>0.31528935184906004</c:v>
                </c:pt>
                <c:pt idx="27242">
                  <c:v>0.31530092592583969</c:v>
                </c:pt>
                <c:pt idx="27243">
                  <c:v>0.31531249999534339</c:v>
                </c:pt>
                <c:pt idx="27244">
                  <c:v>0.31532407407212304</c:v>
                </c:pt>
                <c:pt idx="27245">
                  <c:v>0.31533564814890269</c:v>
                </c:pt>
                <c:pt idx="27246">
                  <c:v>0.31534722221840639</c:v>
                </c:pt>
                <c:pt idx="27247">
                  <c:v>0.31535879629518604</c:v>
                </c:pt>
                <c:pt idx="27248">
                  <c:v>0.31537037036468973</c:v>
                </c:pt>
                <c:pt idx="27249">
                  <c:v>0.31538194444146939</c:v>
                </c:pt>
                <c:pt idx="27250">
                  <c:v>0.31539351851824904</c:v>
                </c:pt>
                <c:pt idx="27251">
                  <c:v>0.31540509258775273</c:v>
                </c:pt>
                <c:pt idx="27252">
                  <c:v>0.31541666666453239</c:v>
                </c:pt>
                <c:pt idx="27253">
                  <c:v>0.31542824074131204</c:v>
                </c:pt>
                <c:pt idx="27254">
                  <c:v>0.31543981481081573</c:v>
                </c:pt>
                <c:pt idx="27255">
                  <c:v>0.31545138888759539</c:v>
                </c:pt>
                <c:pt idx="27256">
                  <c:v>0.31546296295709908</c:v>
                </c:pt>
                <c:pt idx="27257">
                  <c:v>0.31547453703387873</c:v>
                </c:pt>
                <c:pt idx="27258">
                  <c:v>0.31548611111065838</c:v>
                </c:pt>
                <c:pt idx="27259">
                  <c:v>0.31549768518016208</c:v>
                </c:pt>
                <c:pt idx="27260">
                  <c:v>0.31550925925694173</c:v>
                </c:pt>
                <c:pt idx="27261">
                  <c:v>0.31552083333372138</c:v>
                </c:pt>
                <c:pt idx="27262">
                  <c:v>0.31553240740322508</c:v>
                </c:pt>
                <c:pt idx="27263">
                  <c:v>0.31554398148000473</c:v>
                </c:pt>
                <c:pt idx="27264">
                  <c:v>0.31555555555678438</c:v>
                </c:pt>
                <c:pt idx="27265">
                  <c:v>0.31556712962628808</c:v>
                </c:pt>
                <c:pt idx="27266">
                  <c:v>0.31557870370306773</c:v>
                </c:pt>
                <c:pt idx="27267">
                  <c:v>0.31559027777257143</c:v>
                </c:pt>
                <c:pt idx="27268">
                  <c:v>0.31560185184935108</c:v>
                </c:pt>
                <c:pt idx="27269">
                  <c:v>0.31561342592613073</c:v>
                </c:pt>
                <c:pt idx="27270">
                  <c:v>0.31562499999563443</c:v>
                </c:pt>
                <c:pt idx="27271">
                  <c:v>0.31563657407241408</c:v>
                </c:pt>
                <c:pt idx="27272">
                  <c:v>0.31564814814919373</c:v>
                </c:pt>
                <c:pt idx="27273">
                  <c:v>0.31565972221869742</c:v>
                </c:pt>
                <c:pt idx="27274">
                  <c:v>0.31567129629547708</c:v>
                </c:pt>
                <c:pt idx="27275">
                  <c:v>0.31568287036498077</c:v>
                </c:pt>
                <c:pt idx="27276">
                  <c:v>0.31569444444176042</c:v>
                </c:pt>
                <c:pt idx="27277">
                  <c:v>0.31570601851854008</c:v>
                </c:pt>
                <c:pt idx="27278">
                  <c:v>0.31571759258804377</c:v>
                </c:pt>
                <c:pt idx="27279">
                  <c:v>0.31572916666482342</c:v>
                </c:pt>
                <c:pt idx="27280">
                  <c:v>0.31574074074160308</c:v>
                </c:pt>
                <c:pt idx="27281">
                  <c:v>0.31575231481110677</c:v>
                </c:pt>
                <c:pt idx="27282">
                  <c:v>0.31576388888788642</c:v>
                </c:pt>
                <c:pt idx="27283">
                  <c:v>0.31577546295739012</c:v>
                </c:pt>
                <c:pt idx="27284">
                  <c:v>0.31578703703416977</c:v>
                </c:pt>
                <c:pt idx="27285">
                  <c:v>0.31579861111094942</c:v>
                </c:pt>
                <c:pt idx="27286">
                  <c:v>0.31581018518045312</c:v>
                </c:pt>
                <c:pt idx="27287">
                  <c:v>0.31582175925723277</c:v>
                </c:pt>
                <c:pt idx="27288">
                  <c:v>0.31583333333401242</c:v>
                </c:pt>
                <c:pt idx="27289">
                  <c:v>0.31584490740351612</c:v>
                </c:pt>
                <c:pt idx="27290">
                  <c:v>0.31585648148029577</c:v>
                </c:pt>
                <c:pt idx="27291">
                  <c:v>0.31586805554979946</c:v>
                </c:pt>
                <c:pt idx="27292">
                  <c:v>0.31587962962657912</c:v>
                </c:pt>
                <c:pt idx="27293">
                  <c:v>0.31589120370335877</c:v>
                </c:pt>
                <c:pt idx="27294">
                  <c:v>0.31590277777286246</c:v>
                </c:pt>
                <c:pt idx="27295">
                  <c:v>0.31591435184964212</c:v>
                </c:pt>
                <c:pt idx="27296">
                  <c:v>0.31592592592642177</c:v>
                </c:pt>
                <c:pt idx="27297">
                  <c:v>0.31593749999592546</c:v>
                </c:pt>
                <c:pt idx="27298">
                  <c:v>0.31594907407270512</c:v>
                </c:pt>
                <c:pt idx="27299">
                  <c:v>0.31596064814948477</c:v>
                </c:pt>
                <c:pt idx="27300">
                  <c:v>0.31597222221898846</c:v>
                </c:pt>
                <c:pt idx="27301">
                  <c:v>0.31598379629576812</c:v>
                </c:pt>
                <c:pt idx="27302">
                  <c:v>0.31599537036527181</c:v>
                </c:pt>
                <c:pt idx="27303">
                  <c:v>0.31600694444205146</c:v>
                </c:pt>
                <c:pt idx="27304">
                  <c:v>0.31601851851883112</c:v>
                </c:pt>
                <c:pt idx="27305">
                  <c:v>0.31603009258833481</c:v>
                </c:pt>
                <c:pt idx="27306">
                  <c:v>0.31604166666511446</c:v>
                </c:pt>
                <c:pt idx="27307">
                  <c:v>0.31605324074189411</c:v>
                </c:pt>
                <c:pt idx="27308">
                  <c:v>0.31606481481139781</c:v>
                </c:pt>
                <c:pt idx="27309">
                  <c:v>0.31607638888817746</c:v>
                </c:pt>
                <c:pt idx="27310">
                  <c:v>0.31608796295768116</c:v>
                </c:pt>
                <c:pt idx="27311">
                  <c:v>0.31609953703446081</c:v>
                </c:pt>
                <c:pt idx="27312">
                  <c:v>0.31611111111124046</c:v>
                </c:pt>
                <c:pt idx="27313">
                  <c:v>0.31612268518074416</c:v>
                </c:pt>
                <c:pt idx="27314">
                  <c:v>0.31613425925752381</c:v>
                </c:pt>
                <c:pt idx="27315">
                  <c:v>0.31614583333430346</c:v>
                </c:pt>
                <c:pt idx="27316">
                  <c:v>0.31615740740380716</c:v>
                </c:pt>
                <c:pt idx="27317">
                  <c:v>0.31616898148058681</c:v>
                </c:pt>
                <c:pt idx="27318">
                  <c:v>0.3161805555500905</c:v>
                </c:pt>
                <c:pt idx="27319">
                  <c:v>0.31619212962687016</c:v>
                </c:pt>
                <c:pt idx="27320">
                  <c:v>0.31620370370364981</c:v>
                </c:pt>
                <c:pt idx="27321">
                  <c:v>0.3162152777731535</c:v>
                </c:pt>
                <c:pt idx="27322">
                  <c:v>0.31622685184993315</c:v>
                </c:pt>
                <c:pt idx="27323">
                  <c:v>0.31623842592671281</c:v>
                </c:pt>
                <c:pt idx="27324">
                  <c:v>0.3162499999962165</c:v>
                </c:pt>
                <c:pt idx="27325">
                  <c:v>0.31626157407299615</c:v>
                </c:pt>
                <c:pt idx="27326">
                  <c:v>0.31627314814249985</c:v>
                </c:pt>
                <c:pt idx="27327">
                  <c:v>0.3162847222192795</c:v>
                </c:pt>
                <c:pt idx="27328">
                  <c:v>0.31629629629605915</c:v>
                </c:pt>
                <c:pt idx="27329">
                  <c:v>0.31630787036556285</c:v>
                </c:pt>
                <c:pt idx="27330">
                  <c:v>0.3163194444423425</c:v>
                </c:pt>
                <c:pt idx="27331">
                  <c:v>0.31633101851912215</c:v>
                </c:pt>
                <c:pt idx="27332">
                  <c:v>0.31634259258862585</c:v>
                </c:pt>
                <c:pt idx="27333">
                  <c:v>0.3163541666654055</c:v>
                </c:pt>
                <c:pt idx="27334">
                  <c:v>0.3163657407349092</c:v>
                </c:pt>
                <c:pt idx="27335">
                  <c:v>0.31637731481168885</c:v>
                </c:pt>
                <c:pt idx="27336">
                  <c:v>0.3163888888884685</c:v>
                </c:pt>
                <c:pt idx="27337">
                  <c:v>0.31640046295797219</c:v>
                </c:pt>
                <c:pt idx="27338">
                  <c:v>0.31641203703475185</c:v>
                </c:pt>
                <c:pt idx="27339">
                  <c:v>0.3164236111115315</c:v>
                </c:pt>
                <c:pt idx="27340">
                  <c:v>0.31643518518103519</c:v>
                </c:pt>
                <c:pt idx="27341">
                  <c:v>0.31644675925781485</c:v>
                </c:pt>
                <c:pt idx="27342">
                  <c:v>0.3164583333345945</c:v>
                </c:pt>
                <c:pt idx="27343">
                  <c:v>0.31646990740409819</c:v>
                </c:pt>
                <c:pt idx="27344">
                  <c:v>0.31648148148087785</c:v>
                </c:pt>
                <c:pt idx="27345">
                  <c:v>0.31649305555038154</c:v>
                </c:pt>
                <c:pt idx="27346">
                  <c:v>0.31650462962716119</c:v>
                </c:pt>
                <c:pt idx="27347">
                  <c:v>0.31651620370394085</c:v>
                </c:pt>
                <c:pt idx="27348">
                  <c:v>0.31652777777344454</c:v>
                </c:pt>
                <c:pt idx="27349">
                  <c:v>0.31653935185022419</c:v>
                </c:pt>
                <c:pt idx="27350">
                  <c:v>0.31655092592700385</c:v>
                </c:pt>
                <c:pt idx="27351">
                  <c:v>0.31656249999650754</c:v>
                </c:pt>
                <c:pt idx="27352">
                  <c:v>0.31657407407328719</c:v>
                </c:pt>
                <c:pt idx="27353">
                  <c:v>0.31658564814279089</c:v>
                </c:pt>
                <c:pt idx="27354">
                  <c:v>0.31659722221957054</c:v>
                </c:pt>
                <c:pt idx="27355">
                  <c:v>0.31660879629635019</c:v>
                </c:pt>
                <c:pt idx="27356">
                  <c:v>0.31662037036585389</c:v>
                </c:pt>
                <c:pt idx="27357">
                  <c:v>0.31663194444263354</c:v>
                </c:pt>
                <c:pt idx="27358">
                  <c:v>0.31664351851941319</c:v>
                </c:pt>
                <c:pt idx="27359">
                  <c:v>0.31665509258891689</c:v>
                </c:pt>
                <c:pt idx="27360">
                  <c:v>0.31666666666569654</c:v>
                </c:pt>
                <c:pt idx="27361">
                  <c:v>0.31667824073520023</c:v>
                </c:pt>
                <c:pt idx="27362">
                  <c:v>0.31668981481197989</c:v>
                </c:pt>
                <c:pt idx="27363">
                  <c:v>0.31670138888875954</c:v>
                </c:pt>
                <c:pt idx="27364">
                  <c:v>0.31671296295826323</c:v>
                </c:pt>
                <c:pt idx="27365">
                  <c:v>0.31672453703504289</c:v>
                </c:pt>
                <c:pt idx="27366">
                  <c:v>0.31673611111182254</c:v>
                </c:pt>
                <c:pt idx="27367">
                  <c:v>0.31674768518132623</c:v>
                </c:pt>
                <c:pt idx="27368">
                  <c:v>0.31675925925810589</c:v>
                </c:pt>
                <c:pt idx="27369">
                  <c:v>0.31677083332760958</c:v>
                </c:pt>
                <c:pt idx="27370">
                  <c:v>0.31678240740438923</c:v>
                </c:pt>
                <c:pt idx="27371">
                  <c:v>0.31679398148116888</c:v>
                </c:pt>
                <c:pt idx="27372">
                  <c:v>0.31680555555067258</c:v>
                </c:pt>
                <c:pt idx="27373">
                  <c:v>0.31681712962745223</c:v>
                </c:pt>
                <c:pt idx="27374">
                  <c:v>0.31682870370423188</c:v>
                </c:pt>
                <c:pt idx="27375">
                  <c:v>0.31684027777373558</c:v>
                </c:pt>
                <c:pt idx="27376">
                  <c:v>0.31685185185051523</c:v>
                </c:pt>
                <c:pt idx="27377">
                  <c:v>0.31686342592001893</c:v>
                </c:pt>
                <c:pt idx="27378">
                  <c:v>0.31687499999679858</c:v>
                </c:pt>
                <c:pt idx="27379">
                  <c:v>0.31688657407357823</c:v>
                </c:pt>
                <c:pt idx="27380">
                  <c:v>0.31689814814308193</c:v>
                </c:pt>
                <c:pt idx="27381">
                  <c:v>0.31690972221986158</c:v>
                </c:pt>
                <c:pt idx="27382">
                  <c:v>0.31692129629664123</c:v>
                </c:pt>
                <c:pt idx="27383">
                  <c:v>0.31693287036614493</c:v>
                </c:pt>
                <c:pt idx="27384">
                  <c:v>0.31694444444292458</c:v>
                </c:pt>
                <c:pt idx="27385">
                  <c:v>0.31695601851970423</c:v>
                </c:pt>
                <c:pt idx="27386">
                  <c:v>0.31696759258920792</c:v>
                </c:pt>
                <c:pt idx="27387">
                  <c:v>0.31697916666598758</c:v>
                </c:pt>
                <c:pt idx="27388">
                  <c:v>0.31699074073549127</c:v>
                </c:pt>
                <c:pt idx="27389">
                  <c:v>0.31700231481227092</c:v>
                </c:pt>
                <c:pt idx="27390">
                  <c:v>0.31701388888905058</c:v>
                </c:pt>
                <c:pt idx="27391">
                  <c:v>0.31702546295855427</c:v>
                </c:pt>
                <c:pt idx="27392">
                  <c:v>0.31703703703533392</c:v>
                </c:pt>
                <c:pt idx="27393">
                  <c:v>0.31704861111211358</c:v>
                </c:pt>
                <c:pt idx="27394">
                  <c:v>0.31706018518161727</c:v>
                </c:pt>
                <c:pt idx="27395">
                  <c:v>0.31707175925839692</c:v>
                </c:pt>
                <c:pt idx="27396">
                  <c:v>0.31708333332790062</c:v>
                </c:pt>
                <c:pt idx="27397">
                  <c:v>0.31709490740468027</c:v>
                </c:pt>
                <c:pt idx="27398">
                  <c:v>0.31710648148145992</c:v>
                </c:pt>
                <c:pt idx="27399">
                  <c:v>0.31711805555096362</c:v>
                </c:pt>
                <c:pt idx="27400">
                  <c:v>0.31712962962774327</c:v>
                </c:pt>
                <c:pt idx="27401">
                  <c:v>0.31714120370452292</c:v>
                </c:pt>
                <c:pt idx="27402">
                  <c:v>0.31715277777402662</c:v>
                </c:pt>
                <c:pt idx="27403">
                  <c:v>0.31716435185080627</c:v>
                </c:pt>
                <c:pt idx="27404">
                  <c:v>0.31717592592030996</c:v>
                </c:pt>
                <c:pt idx="27405">
                  <c:v>0.31718749999708962</c:v>
                </c:pt>
                <c:pt idx="27406">
                  <c:v>0.31719907407386927</c:v>
                </c:pt>
                <c:pt idx="27407">
                  <c:v>0.31721064814337296</c:v>
                </c:pt>
                <c:pt idx="27408">
                  <c:v>0.31722222222015262</c:v>
                </c:pt>
                <c:pt idx="27409">
                  <c:v>0.31723379629693227</c:v>
                </c:pt>
                <c:pt idx="27410">
                  <c:v>0.31724537036643596</c:v>
                </c:pt>
                <c:pt idx="27411">
                  <c:v>0.31725694444321562</c:v>
                </c:pt>
                <c:pt idx="27412">
                  <c:v>0.31726851851271931</c:v>
                </c:pt>
                <c:pt idx="27413">
                  <c:v>0.31728009258949896</c:v>
                </c:pt>
                <c:pt idx="27414">
                  <c:v>0.31729166666627862</c:v>
                </c:pt>
                <c:pt idx="27415">
                  <c:v>0.31730324073578231</c:v>
                </c:pt>
                <c:pt idx="27416">
                  <c:v>0.31731481481256196</c:v>
                </c:pt>
                <c:pt idx="27417">
                  <c:v>0.31732638888934162</c:v>
                </c:pt>
                <c:pt idx="27418">
                  <c:v>0.31733796295884531</c:v>
                </c:pt>
                <c:pt idx="27419">
                  <c:v>0.31734953703562496</c:v>
                </c:pt>
                <c:pt idx="27420">
                  <c:v>0.31736111111240461</c:v>
                </c:pt>
                <c:pt idx="27421">
                  <c:v>0.31737268518190831</c:v>
                </c:pt>
                <c:pt idx="27422">
                  <c:v>0.31738425925868796</c:v>
                </c:pt>
                <c:pt idx="27423">
                  <c:v>0.31739583332819166</c:v>
                </c:pt>
                <c:pt idx="27424">
                  <c:v>0.31740740740497131</c:v>
                </c:pt>
                <c:pt idx="27425">
                  <c:v>0.31741898148175096</c:v>
                </c:pt>
                <c:pt idx="27426">
                  <c:v>0.31743055555125466</c:v>
                </c:pt>
                <c:pt idx="27427">
                  <c:v>0.31744212962803431</c:v>
                </c:pt>
                <c:pt idx="27428">
                  <c:v>0.31745370370481396</c:v>
                </c:pt>
                <c:pt idx="27429">
                  <c:v>0.31746527777431766</c:v>
                </c:pt>
                <c:pt idx="27430">
                  <c:v>0.31747685185109731</c:v>
                </c:pt>
                <c:pt idx="27431">
                  <c:v>0.317488425920601</c:v>
                </c:pt>
                <c:pt idx="27432">
                  <c:v>0.31749999999738066</c:v>
                </c:pt>
                <c:pt idx="27433">
                  <c:v>0.31751157407416031</c:v>
                </c:pt>
                <c:pt idx="27434">
                  <c:v>0.317523148143664</c:v>
                </c:pt>
                <c:pt idx="27435">
                  <c:v>0.31753472222044365</c:v>
                </c:pt>
                <c:pt idx="27436">
                  <c:v>0.31754629629722331</c:v>
                </c:pt>
                <c:pt idx="27437">
                  <c:v>0.317557870366727</c:v>
                </c:pt>
                <c:pt idx="27438">
                  <c:v>0.31756944444350665</c:v>
                </c:pt>
                <c:pt idx="27439">
                  <c:v>0.31758101851301035</c:v>
                </c:pt>
                <c:pt idx="27440">
                  <c:v>0.31759259258979</c:v>
                </c:pt>
                <c:pt idx="27441">
                  <c:v>0.31760416666656965</c:v>
                </c:pt>
                <c:pt idx="27442">
                  <c:v>0.31761574073607335</c:v>
                </c:pt>
                <c:pt idx="27443">
                  <c:v>0.317627314812853</c:v>
                </c:pt>
                <c:pt idx="27444">
                  <c:v>0.31763888888963265</c:v>
                </c:pt>
                <c:pt idx="27445">
                  <c:v>0.31765046295913635</c:v>
                </c:pt>
                <c:pt idx="27446">
                  <c:v>0.317662037035916</c:v>
                </c:pt>
                <c:pt idx="27447">
                  <c:v>0.3176736111054197</c:v>
                </c:pt>
                <c:pt idx="27448">
                  <c:v>0.31768518518219935</c:v>
                </c:pt>
                <c:pt idx="27449">
                  <c:v>0.317696759258979</c:v>
                </c:pt>
                <c:pt idx="27450">
                  <c:v>0.31770833332848269</c:v>
                </c:pt>
                <c:pt idx="27451">
                  <c:v>0.31771990740526235</c:v>
                </c:pt>
                <c:pt idx="27452">
                  <c:v>0.317731481482042</c:v>
                </c:pt>
                <c:pt idx="27453">
                  <c:v>0.31774305555154569</c:v>
                </c:pt>
                <c:pt idx="27454">
                  <c:v>0.31775462962832535</c:v>
                </c:pt>
                <c:pt idx="27455">
                  <c:v>0.31776620369782904</c:v>
                </c:pt>
                <c:pt idx="27456">
                  <c:v>0.31777777777460869</c:v>
                </c:pt>
                <c:pt idx="27457">
                  <c:v>0.31778935185138835</c:v>
                </c:pt>
                <c:pt idx="27458">
                  <c:v>0.31780092592089204</c:v>
                </c:pt>
                <c:pt idx="27459">
                  <c:v>0.31781249999767169</c:v>
                </c:pt>
                <c:pt idx="27460">
                  <c:v>0.31782407407445135</c:v>
                </c:pt>
                <c:pt idx="27461">
                  <c:v>0.31783564814395504</c:v>
                </c:pt>
                <c:pt idx="27462">
                  <c:v>0.31784722222073469</c:v>
                </c:pt>
                <c:pt idx="27463">
                  <c:v>0.31785879629751435</c:v>
                </c:pt>
                <c:pt idx="27464">
                  <c:v>0.31787037036701804</c:v>
                </c:pt>
                <c:pt idx="27465">
                  <c:v>0.31788194444379769</c:v>
                </c:pt>
                <c:pt idx="27466">
                  <c:v>0.31789351851330139</c:v>
                </c:pt>
                <c:pt idx="27467">
                  <c:v>0.31790509259008104</c:v>
                </c:pt>
                <c:pt idx="27468">
                  <c:v>0.31791666666686069</c:v>
                </c:pt>
                <c:pt idx="27469">
                  <c:v>0.31792824073636439</c:v>
                </c:pt>
                <c:pt idx="27470">
                  <c:v>0.31793981481314404</c:v>
                </c:pt>
                <c:pt idx="27471">
                  <c:v>0.31795138888992369</c:v>
                </c:pt>
                <c:pt idx="27472">
                  <c:v>0.31796296295942739</c:v>
                </c:pt>
                <c:pt idx="27473">
                  <c:v>0.31797453703620704</c:v>
                </c:pt>
                <c:pt idx="27474">
                  <c:v>0.31798611110571073</c:v>
                </c:pt>
                <c:pt idx="27475">
                  <c:v>0.31799768518249039</c:v>
                </c:pt>
                <c:pt idx="27476">
                  <c:v>0.31800925925927004</c:v>
                </c:pt>
                <c:pt idx="27477">
                  <c:v>0.31802083332877373</c:v>
                </c:pt>
                <c:pt idx="27478">
                  <c:v>0.31803240740555339</c:v>
                </c:pt>
                <c:pt idx="27479">
                  <c:v>0.31804398148233304</c:v>
                </c:pt>
                <c:pt idx="27480">
                  <c:v>0.31805555555183673</c:v>
                </c:pt>
                <c:pt idx="27481">
                  <c:v>0.31806712962861639</c:v>
                </c:pt>
                <c:pt idx="27482">
                  <c:v>0.31807870369812008</c:v>
                </c:pt>
                <c:pt idx="27483">
                  <c:v>0.31809027777489973</c:v>
                </c:pt>
                <c:pt idx="27484">
                  <c:v>0.31810185185167938</c:v>
                </c:pt>
                <c:pt idx="27485">
                  <c:v>0.31811342592118308</c:v>
                </c:pt>
                <c:pt idx="27486">
                  <c:v>0.31812499999796273</c:v>
                </c:pt>
                <c:pt idx="27487">
                  <c:v>0.31813657407474238</c:v>
                </c:pt>
                <c:pt idx="27488">
                  <c:v>0.31814814814424608</c:v>
                </c:pt>
                <c:pt idx="27489">
                  <c:v>0.31815972222102573</c:v>
                </c:pt>
                <c:pt idx="27490">
                  <c:v>0.31817129629052943</c:v>
                </c:pt>
                <c:pt idx="27491">
                  <c:v>0.31818287036730908</c:v>
                </c:pt>
                <c:pt idx="27492">
                  <c:v>0.31819444444408873</c:v>
                </c:pt>
                <c:pt idx="27493">
                  <c:v>0.31820601851359243</c:v>
                </c:pt>
                <c:pt idx="27494">
                  <c:v>0.31821759259037208</c:v>
                </c:pt>
                <c:pt idx="27495">
                  <c:v>0.31822916666715173</c:v>
                </c:pt>
                <c:pt idx="27496">
                  <c:v>0.31824074073665543</c:v>
                </c:pt>
                <c:pt idx="27497">
                  <c:v>0.31825231481343508</c:v>
                </c:pt>
                <c:pt idx="27498">
                  <c:v>0.31826388889021473</c:v>
                </c:pt>
                <c:pt idx="27499">
                  <c:v>0.31827546295971842</c:v>
                </c:pt>
                <c:pt idx="27500">
                  <c:v>0.31828703703649808</c:v>
                </c:pt>
                <c:pt idx="27501">
                  <c:v>0.31829861110600177</c:v>
                </c:pt>
                <c:pt idx="27502">
                  <c:v>0.31831018518278142</c:v>
                </c:pt>
                <c:pt idx="27503">
                  <c:v>0.31832175925956108</c:v>
                </c:pt>
                <c:pt idx="27504">
                  <c:v>0.31833333332906477</c:v>
                </c:pt>
                <c:pt idx="27505">
                  <c:v>0.31834490740584442</c:v>
                </c:pt>
                <c:pt idx="27506">
                  <c:v>0.31835648148262408</c:v>
                </c:pt>
                <c:pt idx="27507">
                  <c:v>0.31836805555212777</c:v>
                </c:pt>
                <c:pt idx="27508">
                  <c:v>0.31837962962890742</c:v>
                </c:pt>
                <c:pt idx="27509">
                  <c:v>0.31839120369841112</c:v>
                </c:pt>
                <c:pt idx="27510">
                  <c:v>0.31840277777519077</c:v>
                </c:pt>
                <c:pt idx="27511">
                  <c:v>0.31841435185197042</c:v>
                </c:pt>
                <c:pt idx="27512">
                  <c:v>0.31842592592147412</c:v>
                </c:pt>
                <c:pt idx="27513">
                  <c:v>0.31843749999825377</c:v>
                </c:pt>
                <c:pt idx="27514">
                  <c:v>0.31844907407503342</c:v>
                </c:pt>
                <c:pt idx="27515">
                  <c:v>0.31846064814453712</c:v>
                </c:pt>
                <c:pt idx="27516">
                  <c:v>0.31847222222131677</c:v>
                </c:pt>
                <c:pt idx="27517">
                  <c:v>0.31848379629082046</c:v>
                </c:pt>
                <c:pt idx="27518">
                  <c:v>0.31849537036760012</c:v>
                </c:pt>
                <c:pt idx="27519">
                  <c:v>0.31850694444437977</c:v>
                </c:pt>
                <c:pt idx="27520">
                  <c:v>0.31851851851388346</c:v>
                </c:pt>
                <c:pt idx="27521">
                  <c:v>0.31853009259066312</c:v>
                </c:pt>
                <c:pt idx="27522">
                  <c:v>0.31854166666744277</c:v>
                </c:pt>
                <c:pt idx="27523">
                  <c:v>0.31855324073694646</c:v>
                </c:pt>
                <c:pt idx="27524">
                  <c:v>0.31856481481372612</c:v>
                </c:pt>
                <c:pt idx="27525">
                  <c:v>0.31857638888322981</c:v>
                </c:pt>
                <c:pt idx="27526">
                  <c:v>0.31858796296000946</c:v>
                </c:pt>
                <c:pt idx="27527">
                  <c:v>0.31859953703678912</c:v>
                </c:pt>
                <c:pt idx="27528">
                  <c:v>0.31861111110629281</c:v>
                </c:pt>
                <c:pt idx="27529">
                  <c:v>0.31862268518307246</c:v>
                </c:pt>
                <c:pt idx="27530">
                  <c:v>0.31863425925985212</c:v>
                </c:pt>
                <c:pt idx="27531">
                  <c:v>0.31864583332935581</c:v>
                </c:pt>
                <c:pt idx="27532">
                  <c:v>0.31865740740613546</c:v>
                </c:pt>
                <c:pt idx="27533">
                  <c:v>0.31866898147563916</c:v>
                </c:pt>
                <c:pt idx="27534">
                  <c:v>0.31868055555241881</c:v>
                </c:pt>
                <c:pt idx="27535">
                  <c:v>0.31869212962919846</c:v>
                </c:pt>
                <c:pt idx="27536">
                  <c:v>0.31870370369870216</c:v>
                </c:pt>
                <c:pt idx="27537">
                  <c:v>0.31871527777548181</c:v>
                </c:pt>
                <c:pt idx="27538">
                  <c:v>0.31872685185226146</c:v>
                </c:pt>
                <c:pt idx="27539">
                  <c:v>0.31873842592176516</c:v>
                </c:pt>
                <c:pt idx="27540">
                  <c:v>0.31874999999854481</c:v>
                </c:pt>
                <c:pt idx="27541">
                  <c:v>0.31876157407532446</c:v>
                </c:pt>
                <c:pt idx="27542">
                  <c:v>0.31877314814482816</c:v>
                </c:pt>
                <c:pt idx="27543">
                  <c:v>0.31878472222160781</c:v>
                </c:pt>
                <c:pt idx="27544">
                  <c:v>0.3187962962911115</c:v>
                </c:pt>
                <c:pt idx="27545">
                  <c:v>0.31880787036789116</c:v>
                </c:pt>
                <c:pt idx="27546">
                  <c:v>0.31881944444467081</c:v>
                </c:pt>
                <c:pt idx="27547">
                  <c:v>0.3188310185141745</c:v>
                </c:pt>
                <c:pt idx="27548">
                  <c:v>0.31884259259095415</c:v>
                </c:pt>
                <c:pt idx="27549">
                  <c:v>0.31885416666773381</c:v>
                </c:pt>
                <c:pt idx="27550">
                  <c:v>0.3188657407372375</c:v>
                </c:pt>
                <c:pt idx="27551">
                  <c:v>0.31887731481401715</c:v>
                </c:pt>
                <c:pt idx="27552">
                  <c:v>0.31888888888352085</c:v>
                </c:pt>
                <c:pt idx="27553">
                  <c:v>0.3189004629603005</c:v>
                </c:pt>
                <c:pt idx="27554">
                  <c:v>0.31891203703708015</c:v>
                </c:pt>
                <c:pt idx="27555">
                  <c:v>0.31892361110658385</c:v>
                </c:pt>
                <c:pt idx="27556">
                  <c:v>0.3189351851833635</c:v>
                </c:pt>
                <c:pt idx="27557">
                  <c:v>0.31894675926014315</c:v>
                </c:pt>
                <c:pt idx="27558">
                  <c:v>0.31895833332964685</c:v>
                </c:pt>
                <c:pt idx="27559">
                  <c:v>0.3189699074064265</c:v>
                </c:pt>
                <c:pt idx="27560">
                  <c:v>0.3189814814759302</c:v>
                </c:pt>
                <c:pt idx="27561">
                  <c:v>0.31899305555270985</c:v>
                </c:pt>
                <c:pt idx="27562">
                  <c:v>0.3190046296294895</c:v>
                </c:pt>
                <c:pt idx="27563">
                  <c:v>0.31901620369899319</c:v>
                </c:pt>
                <c:pt idx="27564">
                  <c:v>0.31902777777577285</c:v>
                </c:pt>
                <c:pt idx="27565">
                  <c:v>0.3190393518525525</c:v>
                </c:pt>
                <c:pt idx="27566">
                  <c:v>0.31905092592205619</c:v>
                </c:pt>
                <c:pt idx="27567">
                  <c:v>0.31906249999883585</c:v>
                </c:pt>
                <c:pt idx="27568">
                  <c:v>0.31907407406833954</c:v>
                </c:pt>
                <c:pt idx="27569">
                  <c:v>0.31908564814511919</c:v>
                </c:pt>
                <c:pt idx="27570">
                  <c:v>0.31909722222189885</c:v>
                </c:pt>
                <c:pt idx="27571">
                  <c:v>0.31910879629140254</c:v>
                </c:pt>
                <c:pt idx="27572">
                  <c:v>0.31912037036818219</c:v>
                </c:pt>
                <c:pt idx="27573">
                  <c:v>0.31913194444496185</c:v>
                </c:pt>
                <c:pt idx="27574">
                  <c:v>0.31914351851446554</c:v>
                </c:pt>
                <c:pt idx="27575">
                  <c:v>0.31915509259124519</c:v>
                </c:pt>
                <c:pt idx="27576">
                  <c:v>0.31916666666074889</c:v>
                </c:pt>
                <c:pt idx="27577">
                  <c:v>0.31917824073752854</c:v>
                </c:pt>
                <c:pt idx="27578">
                  <c:v>0.31918981481430819</c:v>
                </c:pt>
                <c:pt idx="27579">
                  <c:v>0.31920138888381189</c:v>
                </c:pt>
                <c:pt idx="27580">
                  <c:v>0.31921296296059154</c:v>
                </c:pt>
                <c:pt idx="27581">
                  <c:v>0.31922453703737119</c:v>
                </c:pt>
                <c:pt idx="27582">
                  <c:v>0.31923611110687489</c:v>
                </c:pt>
                <c:pt idx="27583">
                  <c:v>0.31924768518365454</c:v>
                </c:pt>
                <c:pt idx="27584">
                  <c:v>0.31925925926043419</c:v>
                </c:pt>
                <c:pt idx="27585">
                  <c:v>0.31927083332993789</c:v>
                </c:pt>
                <c:pt idx="27586">
                  <c:v>0.31928240740671754</c:v>
                </c:pt>
                <c:pt idx="27587">
                  <c:v>0.31929398147622123</c:v>
                </c:pt>
                <c:pt idx="27588">
                  <c:v>0.31930555555300089</c:v>
                </c:pt>
                <c:pt idx="27589">
                  <c:v>0.31931712962978054</c:v>
                </c:pt>
                <c:pt idx="27590">
                  <c:v>0.31932870369928423</c:v>
                </c:pt>
                <c:pt idx="27591">
                  <c:v>0.31934027777606389</c:v>
                </c:pt>
                <c:pt idx="27592">
                  <c:v>0.31935185185284354</c:v>
                </c:pt>
                <c:pt idx="27593">
                  <c:v>0.31936342592234723</c:v>
                </c:pt>
                <c:pt idx="27594">
                  <c:v>0.31937499999912689</c:v>
                </c:pt>
                <c:pt idx="27595">
                  <c:v>0.31938657406863058</c:v>
                </c:pt>
                <c:pt idx="27596">
                  <c:v>0.31939814814541023</c:v>
                </c:pt>
                <c:pt idx="27597">
                  <c:v>0.31940972222218988</c:v>
                </c:pt>
                <c:pt idx="27598">
                  <c:v>0.31942129629169358</c:v>
                </c:pt>
                <c:pt idx="27599">
                  <c:v>0.31943287036847323</c:v>
                </c:pt>
                <c:pt idx="27600">
                  <c:v>0.31944444444525288</c:v>
                </c:pt>
                <c:pt idx="27601">
                  <c:v>0.31945601851475658</c:v>
                </c:pt>
                <c:pt idx="27602">
                  <c:v>0.31946759259153623</c:v>
                </c:pt>
                <c:pt idx="27603">
                  <c:v>0.31947916666103993</c:v>
                </c:pt>
                <c:pt idx="27604">
                  <c:v>0.31949074073781958</c:v>
                </c:pt>
                <c:pt idx="27605">
                  <c:v>0.31950231481459923</c:v>
                </c:pt>
                <c:pt idx="27606">
                  <c:v>0.31951388888410293</c:v>
                </c:pt>
                <c:pt idx="27607">
                  <c:v>0.31952546296088258</c:v>
                </c:pt>
                <c:pt idx="27608">
                  <c:v>0.31953703703766223</c:v>
                </c:pt>
                <c:pt idx="27609">
                  <c:v>0.31954861110716593</c:v>
                </c:pt>
                <c:pt idx="27610">
                  <c:v>0.31956018518394558</c:v>
                </c:pt>
                <c:pt idx="27611">
                  <c:v>0.31957175925344927</c:v>
                </c:pt>
                <c:pt idx="27612">
                  <c:v>0.31958333333022892</c:v>
                </c:pt>
                <c:pt idx="27613">
                  <c:v>0.31959490740700858</c:v>
                </c:pt>
                <c:pt idx="27614">
                  <c:v>0.31960648147651227</c:v>
                </c:pt>
                <c:pt idx="27615">
                  <c:v>0.31961805555329192</c:v>
                </c:pt>
                <c:pt idx="27616">
                  <c:v>0.31962962963007158</c:v>
                </c:pt>
                <c:pt idx="27617">
                  <c:v>0.31964120369957527</c:v>
                </c:pt>
                <c:pt idx="27618">
                  <c:v>0.31965277777635492</c:v>
                </c:pt>
                <c:pt idx="27619">
                  <c:v>0.31966435185313458</c:v>
                </c:pt>
                <c:pt idx="27620">
                  <c:v>0.31967592592263827</c:v>
                </c:pt>
                <c:pt idx="27621">
                  <c:v>0.31968749999941792</c:v>
                </c:pt>
                <c:pt idx="27622">
                  <c:v>0.31969907406892162</c:v>
                </c:pt>
                <c:pt idx="27623">
                  <c:v>0.31971064814570127</c:v>
                </c:pt>
                <c:pt idx="27624">
                  <c:v>0.31972222222248092</c:v>
                </c:pt>
                <c:pt idx="27625">
                  <c:v>0.31973379629198462</c:v>
                </c:pt>
                <c:pt idx="27626">
                  <c:v>0.31974537036876427</c:v>
                </c:pt>
                <c:pt idx="27627">
                  <c:v>0.31975694444554392</c:v>
                </c:pt>
                <c:pt idx="27628">
                  <c:v>0.31976851851504762</c:v>
                </c:pt>
                <c:pt idx="27629">
                  <c:v>0.31978009259182727</c:v>
                </c:pt>
                <c:pt idx="27630">
                  <c:v>0.31979166666133096</c:v>
                </c:pt>
                <c:pt idx="27631">
                  <c:v>0.31980324073811062</c:v>
                </c:pt>
                <c:pt idx="27632">
                  <c:v>0.31981481481489027</c:v>
                </c:pt>
                <c:pt idx="27633">
                  <c:v>0.31982638888439396</c:v>
                </c:pt>
                <c:pt idx="27634">
                  <c:v>0.31983796296117362</c:v>
                </c:pt>
                <c:pt idx="27635">
                  <c:v>0.31984953703795327</c:v>
                </c:pt>
                <c:pt idx="27636">
                  <c:v>0.31986111110745696</c:v>
                </c:pt>
                <c:pt idx="27637">
                  <c:v>0.31987268518423662</c:v>
                </c:pt>
                <c:pt idx="27638">
                  <c:v>0.31988425925374031</c:v>
                </c:pt>
                <c:pt idx="27639">
                  <c:v>0.31989583333051996</c:v>
                </c:pt>
                <c:pt idx="27640">
                  <c:v>0.31990740740729962</c:v>
                </c:pt>
                <c:pt idx="27641">
                  <c:v>0.31991898147680331</c:v>
                </c:pt>
                <c:pt idx="27642">
                  <c:v>0.31993055555358296</c:v>
                </c:pt>
                <c:pt idx="27643">
                  <c:v>0.31994212963036261</c:v>
                </c:pt>
                <c:pt idx="27644">
                  <c:v>0.31995370369986631</c:v>
                </c:pt>
                <c:pt idx="27645">
                  <c:v>0.31996527777664596</c:v>
                </c:pt>
                <c:pt idx="27646">
                  <c:v>0.31997685184614966</c:v>
                </c:pt>
                <c:pt idx="27647">
                  <c:v>0.31998842592292931</c:v>
                </c:pt>
                <c:pt idx="27648">
                  <c:v>0.31999999999970896</c:v>
                </c:pt>
                <c:pt idx="27649">
                  <c:v>0.32001157406921266</c:v>
                </c:pt>
                <c:pt idx="27650">
                  <c:v>0.32002314814599231</c:v>
                </c:pt>
                <c:pt idx="27651">
                  <c:v>0.32003472222277196</c:v>
                </c:pt>
                <c:pt idx="27652">
                  <c:v>0.32004629629227566</c:v>
                </c:pt>
                <c:pt idx="27653">
                  <c:v>0.32005787036905531</c:v>
                </c:pt>
                <c:pt idx="27654">
                  <c:v>0.320069444438559</c:v>
                </c:pt>
                <c:pt idx="27655">
                  <c:v>0.32008101851533866</c:v>
                </c:pt>
                <c:pt idx="27656">
                  <c:v>0.32009259259211831</c:v>
                </c:pt>
                <c:pt idx="27657">
                  <c:v>0.320104166661622</c:v>
                </c:pt>
                <c:pt idx="27658">
                  <c:v>0.32011574073840166</c:v>
                </c:pt>
                <c:pt idx="27659">
                  <c:v>0.32012731481518131</c:v>
                </c:pt>
                <c:pt idx="27660">
                  <c:v>0.320138888884685</c:v>
                </c:pt>
                <c:pt idx="27661">
                  <c:v>0.32015046296146465</c:v>
                </c:pt>
                <c:pt idx="27662">
                  <c:v>0.32016203703824431</c:v>
                </c:pt>
                <c:pt idx="27663">
                  <c:v>0.320173611107748</c:v>
                </c:pt>
                <c:pt idx="27664">
                  <c:v>0.32018518518452765</c:v>
                </c:pt>
                <c:pt idx="27665">
                  <c:v>0.32019675925403135</c:v>
                </c:pt>
                <c:pt idx="27666">
                  <c:v>0.320208333330811</c:v>
                </c:pt>
                <c:pt idx="27667">
                  <c:v>0.32021990740759065</c:v>
                </c:pt>
                <c:pt idx="27668">
                  <c:v>0.32023148147709435</c:v>
                </c:pt>
                <c:pt idx="27669">
                  <c:v>0.320243055553874</c:v>
                </c:pt>
                <c:pt idx="27670">
                  <c:v>0.32025462963065365</c:v>
                </c:pt>
                <c:pt idx="27671">
                  <c:v>0.32026620370015735</c:v>
                </c:pt>
                <c:pt idx="27672">
                  <c:v>0.320277777776937</c:v>
                </c:pt>
                <c:pt idx="27673">
                  <c:v>0.3202893518464407</c:v>
                </c:pt>
                <c:pt idx="27674">
                  <c:v>0.32030092592322035</c:v>
                </c:pt>
                <c:pt idx="27675">
                  <c:v>0.3203125</c:v>
                </c:pt>
                <c:pt idx="27676">
                  <c:v>0.32032407406950369</c:v>
                </c:pt>
                <c:pt idx="27677">
                  <c:v>0.32033564814628335</c:v>
                </c:pt>
                <c:pt idx="27678">
                  <c:v>0.320347222223063</c:v>
                </c:pt>
                <c:pt idx="27679">
                  <c:v>0.32035879629256669</c:v>
                </c:pt>
                <c:pt idx="27680">
                  <c:v>0.32037037036934635</c:v>
                </c:pt>
                <c:pt idx="27681">
                  <c:v>0.32038194443885004</c:v>
                </c:pt>
                <c:pt idx="27682">
                  <c:v>0.32039351851562969</c:v>
                </c:pt>
                <c:pt idx="27683">
                  <c:v>0.32040509259240935</c:v>
                </c:pt>
                <c:pt idx="27684">
                  <c:v>0.32041666666191304</c:v>
                </c:pt>
                <c:pt idx="27685">
                  <c:v>0.32042824073869269</c:v>
                </c:pt>
                <c:pt idx="27686">
                  <c:v>0.32043981481547235</c:v>
                </c:pt>
                <c:pt idx="27687">
                  <c:v>0.32045138888497604</c:v>
                </c:pt>
                <c:pt idx="27688">
                  <c:v>0.32046296296175569</c:v>
                </c:pt>
                <c:pt idx="27689">
                  <c:v>0.32047453703125939</c:v>
                </c:pt>
                <c:pt idx="27690">
                  <c:v>0.32048611110803904</c:v>
                </c:pt>
                <c:pt idx="27691">
                  <c:v>0.32049768518481869</c:v>
                </c:pt>
                <c:pt idx="27692">
                  <c:v>0.32050925925432239</c:v>
                </c:pt>
                <c:pt idx="27693">
                  <c:v>0.32052083333110204</c:v>
                </c:pt>
                <c:pt idx="27694">
                  <c:v>0.32053240740788169</c:v>
                </c:pt>
                <c:pt idx="27695">
                  <c:v>0.32054398147738539</c:v>
                </c:pt>
                <c:pt idx="27696">
                  <c:v>0.32055555555416504</c:v>
                </c:pt>
                <c:pt idx="27697">
                  <c:v>0.32056712963094469</c:v>
                </c:pt>
                <c:pt idx="27698">
                  <c:v>0.32057870370044839</c:v>
                </c:pt>
                <c:pt idx="27699">
                  <c:v>0.32059027777722804</c:v>
                </c:pt>
                <c:pt idx="27700">
                  <c:v>0.32060185184673173</c:v>
                </c:pt>
                <c:pt idx="27701">
                  <c:v>0.32061342592351139</c:v>
                </c:pt>
                <c:pt idx="27702">
                  <c:v>0.32062500000029104</c:v>
                </c:pt>
                <c:pt idx="27703">
                  <c:v>0.32063657406979473</c:v>
                </c:pt>
                <c:pt idx="27704">
                  <c:v>0.32064814814657439</c:v>
                </c:pt>
                <c:pt idx="27705">
                  <c:v>0.32065972222335404</c:v>
                </c:pt>
                <c:pt idx="27706">
                  <c:v>0.32067129629285773</c:v>
                </c:pt>
                <c:pt idx="27707">
                  <c:v>0.32068287036963739</c:v>
                </c:pt>
                <c:pt idx="27708">
                  <c:v>0.32069444443914108</c:v>
                </c:pt>
                <c:pt idx="27709">
                  <c:v>0.32070601851592073</c:v>
                </c:pt>
                <c:pt idx="27710">
                  <c:v>0.32071759259270038</c:v>
                </c:pt>
                <c:pt idx="27711">
                  <c:v>0.32072916666220408</c:v>
                </c:pt>
                <c:pt idx="27712">
                  <c:v>0.32074074073898373</c:v>
                </c:pt>
                <c:pt idx="27713">
                  <c:v>0.32075231481576338</c:v>
                </c:pt>
                <c:pt idx="27714">
                  <c:v>0.32076388888526708</c:v>
                </c:pt>
                <c:pt idx="27715">
                  <c:v>0.32077546296204673</c:v>
                </c:pt>
                <c:pt idx="27716">
                  <c:v>0.32078703703155043</c:v>
                </c:pt>
                <c:pt idx="27717">
                  <c:v>0.32079861110833008</c:v>
                </c:pt>
                <c:pt idx="27718">
                  <c:v>0.32081018518510973</c:v>
                </c:pt>
                <c:pt idx="27719">
                  <c:v>0.32082175925461343</c:v>
                </c:pt>
                <c:pt idx="27720">
                  <c:v>0.32083333333139308</c:v>
                </c:pt>
                <c:pt idx="27721">
                  <c:v>0.32084490740817273</c:v>
                </c:pt>
                <c:pt idx="27722">
                  <c:v>0.32085648147767643</c:v>
                </c:pt>
                <c:pt idx="27723">
                  <c:v>0.32086805555445608</c:v>
                </c:pt>
                <c:pt idx="27724">
                  <c:v>0.32087962962395977</c:v>
                </c:pt>
                <c:pt idx="27725">
                  <c:v>0.32089120370073942</c:v>
                </c:pt>
                <c:pt idx="27726">
                  <c:v>0.32090277777751908</c:v>
                </c:pt>
                <c:pt idx="27727">
                  <c:v>0.32091435184702277</c:v>
                </c:pt>
                <c:pt idx="27728">
                  <c:v>0.32092592592380242</c:v>
                </c:pt>
                <c:pt idx="27729">
                  <c:v>0.32093750000058208</c:v>
                </c:pt>
                <c:pt idx="27730">
                  <c:v>0.32094907407008577</c:v>
                </c:pt>
                <c:pt idx="27731">
                  <c:v>0.32096064814686542</c:v>
                </c:pt>
                <c:pt idx="27732">
                  <c:v>0.32097222221636912</c:v>
                </c:pt>
                <c:pt idx="27733">
                  <c:v>0.32098379629314877</c:v>
                </c:pt>
                <c:pt idx="27734">
                  <c:v>0.32099537036992842</c:v>
                </c:pt>
                <c:pt idx="27735">
                  <c:v>0.32100694443943212</c:v>
                </c:pt>
                <c:pt idx="27736">
                  <c:v>0.32101851851621177</c:v>
                </c:pt>
                <c:pt idx="27737">
                  <c:v>0.32103009259299142</c:v>
                </c:pt>
                <c:pt idx="27738">
                  <c:v>0.32104166666249512</c:v>
                </c:pt>
                <c:pt idx="27739">
                  <c:v>0.32105324073927477</c:v>
                </c:pt>
                <c:pt idx="27740">
                  <c:v>0.32106481481605442</c:v>
                </c:pt>
                <c:pt idx="27741">
                  <c:v>0.32107638888555812</c:v>
                </c:pt>
                <c:pt idx="27742">
                  <c:v>0.32108796296233777</c:v>
                </c:pt>
                <c:pt idx="27743">
                  <c:v>0.32109953703184146</c:v>
                </c:pt>
                <c:pt idx="27744">
                  <c:v>0.32111111110862112</c:v>
                </c:pt>
                <c:pt idx="27745">
                  <c:v>0.32112268518540077</c:v>
                </c:pt>
                <c:pt idx="27746">
                  <c:v>0.32113425925490446</c:v>
                </c:pt>
                <c:pt idx="27747">
                  <c:v>0.32114583333168412</c:v>
                </c:pt>
                <c:pt idx="27748">
                  <c:v>0.32115740740846377</c:v>
                </c:pt>
                <c:pt idx="27749">
                  <c:v>0.32116898147796746</c:v>
                </c:pt>
                <c:pt idx="27750">
                  <c:v>0.32118055555474712</c:v>
                </c:pt>
                <c:pt idx="27751">
                  <c:v>0.32119212962425081</c:v>
                </c:pt>
                <c:pt idx="27752">
                  <c:v>0.32120370370103046</c:v>
                </c:pt>
                <c:pt idx="27753">
                  <c:v>0.32121527777781012</c:v>
                </c:pt>
                <c:pt idx="27754">
                  <c:v>0.32122685184731381</c:v>
                </c:pt>
                <c:pt idx="27755">
                  <c:v>0.32123842592409346</c:v>
                </c:pt>
                <c:pt idx="27756">
                  <c:v>0.32125000000087311</c:v>
                </c:pt>
                <c:pt idx="27757">
                  <c:v>0.32126157407037681</c:v>
                </c:pt>
                <c:pt idx="27758">
                  <c:v>0.32127314814715646</c:v>
                </c:pt>
                <c:pt idx="27759">
                  <c:v>0.32128472221666016</c:v>
                </c:pt>
                <c:pt idx="27760">
                  <c:v>0.32129629629343981</c:v>
                </c:pt>
                <c:pt idx="27761">
                  <c:v>0.32130787037021946</c:v>
                </c:pt>
                <c:pt idx="27762">
                  <c:v>0.32131944443972316</c:v>
                </c:pt>
                <c:pt idx="27763">
                  <c:v>0.32133101851650281</c:v>
                </c:pt>
                <c:pt idx="27764">
                  <c:v>0.32134259259328246</c:v>
                </c:pt>
                <c:pt idx="27765">
                  <c:v>0.32135416666278616</c:v>
                </c:pt>
                <c:pt idx="27766">
                  <c:v>0.32136574073956581</c:v>
                </c:pt>
                <c:pt idx="27767">
                  <c:v>0.3213773148090695</c:v>
                </c:pt>
                <c:pt idx="27768">
                  <c:v>0.32138888888584916</c:v>
                </c:pt>
                <c:pt idx="27769">
                  <c:v>0.32140046296262881</c:v>
                </c:pt>
                <c:pt idx="27770">
                  <c:v>0.3214120370321325</c:v>
                </c:pt>
                <c:pt idx="27771">
                  <c:v>0.32142361110891216</c:v>
                </c:pt>
                <c:pt idx="27772">
                  <c:v>0.32143518518569181</c:v>
                </c:pt>
                <c:pt idx="27773">
                  <c:v>0.3214467592551955</c:v>
                </c:pt>
                <c:pt idx="27774">
                  <c:v>0.32145833333197515</c:v>
                </c:pt>
                <c:pt idx="27775">
                  <c:v>0.32146990740147885</c:v>
                </c:pt>
                <c:pt idx="27776">
                  <c:v>0.3214814814782585</c:v>
                </c:pt>
                <c:pt idx="27777">
                  <c:v>0.32149305555503815</c:v>
                </c:pt>
                <c:pt idx="27778">
                  <c:v>0.32150462962454185</c:v>
                </c:pt>
                <c:pt idx="27779">
                  <c:v>0.3215162037013215</c:v>
                </c:pt>
                <c:pt idx="27780">
                  <c:v>0.32152777777810115</c:v>
                </c:pt>
                <c:pt idx="27781">
                  <c:v>0.32153935184760485</c:v>
                </c:pt>
                <c:pt idx="27782">
                  <c:v>0.3215509259243845</c:v>
                </c:pt>
                <c:pt idx="27783">
                  <c:v>0.32156250000116415</c:v>
                </c:pt>
                <c:pt idx="27784">
                  <c:v>0.32157407407066785</c:v>
                </c:pt>
                <c:pt idx="27785">
                  <c:v>0.3215856481474475</c:v>
                </c:pt>
                <c:pt idx="27786">
                  <c:v>0.3215972222169512</c:v>
                </c:pt>
                <c:pt idx="27787">
                  <c:v>0.32160879629373085</c:v>
                </c:pt>
                <c:pt idx="27788">
                  <c:v>0.3216203703705105</c:v>
                </c:pt>
                <c:pt idx="27789">
                  <c:v>0.32163194444001419</c:v>
                </c:pt>
                <c:pt idx="27790">
                  <c:v>0.32164351851679385</c:v>
                </c:pt>
                <c:pt idx="27791">
                  <c:v>0.3216550925935735</c:v>
                </c:pt>
                <c:pt idx="27792">
                  <c:v>0.32166666666307719</c:v>
                </c:pt>
                <c:pt idx="27793">
                  <c:v>0.32167824073985685</c:v>
                </c:pt>
                <c:pt idx="27794">
                  <c:v>0.32168981480936054</c:v>
                </c:pt>
                <c:pt idx="27795">
                  <c:v>0.32170138888614019</c:v>
                </c:pt>
                <c:pt idx="27796">
                  <c:v>0.32171296296291985</c:v>
                </c:pt>
                <c:pt idx="27797">
                  <c:v>0.32172453703242354</c:v>
                </c:pt>
                <c:pt idx="27798">
                  <c:v>0.32173611110920319</c:v>
                </c:pt>
                <c:pt idx="27799">
                  <c:v>0.32174768518598285</c:v>
                </c:pt>
                <c:pt idx="27800">
                  <c:v>0.32175925925548654</c:v>
                </c:pt>
                <c:pt idx="27801">
                  <c:v>0.32177083333226619</c:v>
                </c:pt>
                <c:pt idx="27802">
                  <c:v>0.32178240740176989</c:v>
                </c:pt>
                <c:pt idx="27803">
                  <c:v>0.32179398147854954</c:v>
                </c:pt>
                <c:pt idx="27804">
                  <c:v>0.32180555555532919</c:v>
                </c:pt>
                <c:pt idx="27805">
                  <c:v>0.32181712962483289</c:v>
                </c:pt>
                <c:pt idx="27806">
                  <c:v>0.32182870370161254</c:v>
                </c:pt>
                <c:pt idx="27807">
                  <c:v>0.32184027777839219</c:v>
                </c:pt>
                <c:pt idx="27808">
                  <c:v>0.32185185184789589</c:v>
                </c:pt>
                <c:pt idx="27809">
                  <c:v>0.32186342592467554</c:v>
                </c:pt>
                <c:pt idx="27810">
                  <c:v>0.32187499999417923</c:v>
                </c:pt>
                <c:pt idx="27811">
                  <c:v>0.32188657407095889</c:v>
                </c:pt>
                <c:pt idx="27812">
                  <c:v>0.32189814814773854</c:v>
                </c:pt>
                <c:pt idx="27813">
                  <c:v>0.32190972221724223</c:v>
                </c:pt>
                <c:pt idx="27814">
                  <c:v>0.32192129629402189</c:v>
                </c:pt>
                <c:pt idx="27815">
                  <c:v>0.32193287037080154</c:v>
                </c:pt>
                <c:pt idx="27816">
                  <c:v>0.32194444444030523</c:v>
                </c:pt>
                <c:pt idx="27817">
                  <c:v>0.32195601851708489</c:v>
                </c:pt>
                <c:pt idx="27818">
                  <c:v>0.32196759259386454</c:v>
                </c:pt>
                <c:pt idx="27819">
                  <c:v>0.32197916666336823</c:v>
                </c:pt>
                <c:pt idx="27820">
                  <c:v>0.32199074074014788</c:v>
                </c:pt>
                <c:pt idx="27821">
                  <c:v>0.32200231480965158</c:v>
                </c:pt>
                <c:pt idx="27822">
                  <c:v>0.32201388888643123</c:v>
                </c:pt>
                <c:pt idx="27823">
                  <c:v>0.32202546296321088</c:v>
                </c:pt>
                <c:pt idx="27824">
                  <c:v>0.32203703703271458</c:v>
                </c:pt>
                <c:pt idx="27825">
                  <c:v>0.32204861110949423</c:v>
                </c:pt>
                <c:pt idx="27826">
                  <c:v>0.32206018518627388</c:v>
                </c:pt>
                <c:pt idx="27827">
                  <c:v>0.32207175925577758</c:v>
                </c:pt>
                <c:pt idx="27828">
                  <c:v>0.32208333333255723</c:v>
                </c:pt>
                <c:pt idx="27829">
                  <c:v>0.32209490740206093</c:v>
                </c:pt>
                <c:pt idx="27830">
                  <c:v>0.32210648147884058</c:v>
                </c:pt>
                <c:pt idx="27831">
                  <c:v>0.32211805555562023</c:v>
                </c:pt>
                <c:pt idx="27832">
                  <c:v>0.32212962962512393</c:v>
                </c:pt>
                <c:pt idx="27833">
                  <c:v>0.32214120370190358</c:v>
                </c:pt>
                <c:pt idx="27834">
                  <c:v>0.32215277777868323</c:v>
                </c:pt>
                <c:pt idx="27835">
                  <c:v>0.32216435184818693</c:v>
                </c:pt>
                <c:pt idx="27836">
                  <c:v>0.32217592592496658</c:v>
                </c:pt>
                <c:pt idx="27837">
                  <c:v>0.32218749999447027</c:v>
                </c:pt>
                <c:pt idx="27838">
                  <c:v>0.32219907407124992</c:v>
                </c:pt>
                <c:pt idx="27839">
                  <c:v>0.32221064814802958</c:v>
                </c:pt>
                <c:pt idx="27840">
                  <c:v>0.32222222221753327</c:v>
                </c:pt>
                <c:pt idx="27841">
                  <c:v>0.32223379629431292</c:v>
                </c:pt>
                <c:pt idx="27842">
                  <c:v>0.32224537037109258</c:v>
                </c:pt>
                <c:pt idx="27843">
                  <c:v>0.32225694444059627</c:v>
                </c:pt>
                <c:pt idx="27844">
                  <c:v>0.32226851851737592</c:v>
                </c:pt>
                <c:pt idx="27845">
                  <c:v>0.32228009258687962</c:v>
                </c:pt>
                <c:pt idx="27846">
                  <c:v>0.32229166666365927</c:v>
                </c:pt>
                <c:pt idx="27847">
                  <c:v>0.32230324074043892</c:v>
                </c:pt>
                <c:pt idx="27848">
                  <c:v>0.32231481480994262</c:v>
                </c:pt>
                <c:pt idx="27849">
                  <c:v>0.32232638888672227</c:v>
                </c:pt>
                <c:pt idx="27850">
                  <c:v>0.32233796296350192</c:v>
                </c:pt>
                <c:pt idx="27851">
                  <c:v>0.32234953703300562</c:v>
                </c:pt>
                <c:pt idx="27852">
                  <c:v>0.32236111110978527</c:v>
                </c:pt>
                <c:pt idx="27853">
                  <c:v>0.32237268517928896</c:v>
                </c:pt>
                <c:pt idx="27854">
                  <c:v>0.32238425925606862</c:v>
                </c:pt>
                <c:pt idx="27855">
                  <c:v>0.32239583333284827</c:v>
                </c:pt>
                <c:pt idx="27856">
                  <c:v>0.32240740740235196</c:v>
                </c:pt>
                <c:pt idx="27857">
                  <c:v>0.32241898147913162</c:v>
                </c:pt>
                <c:pt idx="27858">
                  <c:v>0.32243055555591127</c:v>
                </c:pt>
                <c:pt idx="27859">
                  <c:v>0.32244212962541496</c:v>
                </c:pt>
                <c:pt idx="27860">
                  <c:v>0.32245370370219462</c:v>
                </c:pt>
                <c:pt idx="27861">
                  <c:v>0.32246527777897427</c:v>
                </c:pt>
                <c:pt idx="27862">
                  <c:v>0.32247685184847796</c:v>
                </c:pt>
                <c:pt idx="27863">
                  <c:v>0.32248842592525762</c:v>
                </c:pt>
                <c:pt idx="27864">
                  <c:v>0.32249999999476131</c:v>
                </c:pt>
                <c:pt idx="27865">
                  <c:v>0.32251157407154096</c:v>
                </c:pt>
                <c:pt idx="27866">
                  <c:v>0.32252314814832062</c:v>
                </c:pt>
                <c:pt idx="27867">
                  <c:v>0.32253472221782431</c:v>
                </c:pt>
                <c:pt idx="27868">
                  <c:v>0.32254629629460396</c:v>
                </c:pt>
                <c:pt idx="27869">
                  <c:v>0.32255787037138361</c:v>
                </c:pt>
                <c:pt idx="27870">
                  <c:v>0.32256944444088731</c:v>
                </c:pt>
                <c:pt idx="27871">
                  <c:v>0.32258101851766696</c:v>
                </c:pt>
                <c:pt idx="27872">
                  <c:v>0.32259259258717066</c:v>
                </c:pt>
                <c:pt idx="27873">
                  <c:v>0.32260416666395031</c:v>
                </c:pt>
                <c:pt idx="27874">
                  <c:v>0.32261574074072996</c:v>
                </c:pt>
                <c:pt idx="27875">
                  <c:v>0.32262731481023366</c:v>
                </c:pt>
                <c:pt idx="27876">
                  <c:v>0.32263888888701331</c:v>
                </c:pt>
                <c:pt idx="27877">
                  <c:v>0.32265046296379296</c:v>
                </c:pt>
                <c:pt idx="27878">
                  <c:v>0.32266203703329666</c:v>
                </c:pt>
                <c:pt idx="27879">
                  <c:v>0.32267361111007631</c:v>
                </c:pt>
                <c:pt idx="27880">
                  <c:v>0.32268518517958</c:v>
                </c:pt>
                <c:pt idx="27881">
                  <c:v>0.32269675925635966</c:v>
                </c:pt>
                <c:pt idx="27882">
                  <c:v>0.32270833333313931</c:v>
                </c:pt>
                <c:pt idx="27883">
                  <c:v>0.322719907402643</c:v>
                </c:pt>
                <c:pt idx="27884">
                  <c:v>0.32273148147942265</c:v>
                </c:pt>
                <c:pt idx="27885">
                  <c:v>0.32274305555620231</c:v>
                </c:pt>
                <c:pt idx="27886">
                  <c:v>0.322754629625706</c:v>
                </c:pt>
                <c:pt idx="27887">
                  <c:v>0.32276620370248565</c:v>
                </c:pt>
                <c:pt idx="27888">
                  <c:v>0.32277777777198935</c:v>
                </c:pt>
                <c:pt idx="27889">
                  <c:v>0.322789351848769</c:v>
                </c:pt>
                <c:pt idx="27890">
                  <c:v>0.32280092592554865</c:v>
                </c:pt>
                <c:pt idx="27891">
                  <c:v>0.32281249999505235</c:v>
                </c:pt>
                <c:pt idx="27892">
                  <c:v>0.322824074071832</c:v>
                </c:pt>
                <c:pt idx="27893">
                  <c:v>0.32283564814861165</c:v>
                </c:pt>
                <c:pt idx="27894">
                  <c:v>0.32284722221811535</c:v>
                </c:pt>
                <c:pt idx="27895">
                  <c:v>0.322858796294895</c:v>
                </c:pt>
                <c:pt idx="27896">
                  <c:v>0.32287037037167465</c:v>
                </c:pt>
                <c:pt idx="27897">
                  <c:v>0.32288194444117835</c:v>
                </c:pt>
                <c:pt idx="27898">
                  <c:v>0.322893518517958</c:v>
                </c:pt>
                <c:pt idx="27899">
                  <c:v>0.3229050925874617</c:v>
                </c:pt>
                <c:pt idx="27900">
                  <c:v>0.32291666666424135</c:v>
                </c:pt>
                <c:pt idx="27901">
                  <c:v>0.322928240741021</c:v>
                </c:pt>
                <c:pt idx="27902">
                  <c:v>0.32293981481052469</c:v>
                </c:pt>
                <c:pt idx="27903">
                  <c:v>0.32295138888730435</c:v>
                </c:pt>
                <c:pt idx="27904">
                  <c:v>0.322962962964084</c:v>
                </c:pt>
                <c:pt idx="27905">
                  <c:v>0.32297453703358769</c:v>
                </c:pt>
                <c:pt idx="27906">
                  <c:v>0.32298611111036735</c:v>
                </c:pt>
                <c:pt idx="27907">
                  <c:v>0.32299768517987104</c:v>
                </c:pt>
                <c:pt idx="27908">
                  <c:v>0.32300925925665069</c:v>
                </c:pt>
                <c:pt idx="27909">
                  <c:v>0.32302083333343035</c:v>
                </c:pt>
                <c:pt idx="27910">
                  <c:v>0.32303240740293404</c:v>
                </c:pt>
                <c:pt idx="27911">
                  <c:v>0.32304398147971369</c:v>
                </c:pt>
                <c:pt idx="27912">
                  <c:v>0.32305555555649335</c:v>
                </c:pt>
                <c:pt idx="27913">
                  <c:v>0.32306712962599704</c:v>
                </c:pt>
                <c:pt idx="27914">
                  <c:v>0.32307870370277669</c:v>
                </c:pt>
                <c:pt idx="27915">
                  <c:v>0.32309027777228039</c:v>
                </c:pt>
                <c:pt idx="27916">
                  <c:v>0.32310185184906004</c:v>
                </c:pt>
                <c:pt idx="27917">
                  <c:v>0.32311342592583969</c:v>
                </c:pt>
                <c:pt idx="27918">
                  <c:v>0.32312499999534339</c:v>
                </c:pt>
                <c:pt idx="27919">
                  <c:v>0.32313657407212304</c:v>
                </c:pt>
                <c:pt idx="27920">
                  <c:v>0.32314814814890269</c:v>
                </c:pt>
                <c:pt idx="27921">
                  <c:v>0.32315972221840639</c:v>
                </c:pt>
                <c:pt idx="27922">
                  <c:v>0.32317129629518604</c:v>
                </c:pt>
                <c:pt idx="27923">
                  <c:v>0.32318287036468973</c:v>
                </c:pt>
                <c:pt idx="27924">
                  <c:v>0.32319444444146939</c:v>
                </c:pt>
                <c:pt idx="27925">
                  <c:v>0.32320601851824904</c:v>
                </c:pt>
                <c:pt idx="27926">
                  <c:v>0.32321759258775273</c:v>
                </c:pt>
                <c:pt idx="27927">
                  <c:v>0.32322916666453239</c:v>
                </c:pt>
                <c:pt idx="27928">
                  <c:v>0.32324074074131204</c:v>
                </c:pt>
                <c:pt idx="27929">
                  <c:v>0.32325231481081573</c:v>
                </c:pt>
                <c:pt idx="27930">
                  <c:v>0.32326388888759539</c:v>
                </c:pt>
                <c:pt idx="27931">
                  <c:v>0.32327546295709908</c:v>
                </c:pt>
                <c:pt idx="27932">
                  <c:v>0.32328703703387873</c:v>
                </c:pt>
                <c:pt idx="27933">
                  <c:v>0.32329861111065838</c:v>
                </c:pt>
                <c:pt idx="27934">
                  <c:v>0.32331018518016208</c:v>
                </c:pt>
                <c:pt idx="27935">
                  <c:v>0.32332175925694173</c:v>
                </c:pt>
                <c:pt idx="27936">
                  <c:v>0.32333333333372138</c:v>
                </c:pt>
                <c:pt idx="27937">
                  <c:v>0.32334490740322508</c:v>
                </c:pt>
                <c:pt idx="27938">
                  <c:v>0.32335648148000473</c:v>
                </c:pt>
                <c:pt idx="27939">
                  <c:v>0.32336805555678438</c:v>
                </c:pt>
                <c:pt idx="27940">
                  <c:v>0.32337962962628808</c:v>
                </c:pt>
                <c:pt idx="27941">
                  <c:v>0.32339120370306773</c:v>
                </c:pt>
                <c:pt idx="27942">
                  <c:v>0.32340277777257143</c:v>
                </c:pt>
                <c:pt idx="27943">
                  <c:v>0.32341435184935108</c:v>
                </c:pt>
                <c:pt idx="27944">
                  <c:v>0.32342592592613073</c:v>
                </c:pt>
                <c:pt idx="27945">
                  <c:v>0.32343749999563443</c:v>
                </c:pt>
                <c:pt idx="27946">
                  <c:v>0.32344907407241408</c:v>
                </c:pt>
                <c:pt idx="27947">
                  <c:v>0.32346064814919373</c:v>
                </c:pt>
                <c:pt idx="27948">
                  <c:v>0.32347222221869742</c:v>
                </c:pt>
                <c:pt idx="27949">
                  <c:v>0.32348379629547708</c:v>
                </c:pt>
                <c:pt idx="27950">
                  <c:v>0.32349537036498077</c:v>
                </c:pt>
                <c:pt idx="27951">
                  <c:v>0.32350694444176042</c:v>
                </c:pt>
                <c:pt idx="27952">
                  <c:v>0.32351851851854008</c:v>
                </c:pt>
                <c:pt idx="27953">
                  <c:v>0.32353009258804377</c:v>
                </c:pt>
                <c:pt idx="27954">
                  <c:v>0.32354166666482342</c:v>
                </c:pt>
                <c:pt idx="27955">
                  <c:v>0.32355324074160308</c:v>
                </c:pt>
                <c:pt idx="27956">
                  <c:v>0.32356481481110677</c:v>
                </c:pt>
                <c:pt idx="27957">
                  <c:v>0.32357638888788642</c:v>
                </c:pt>
                <c:pt idx="27958">
                  <c:v>0.32358796295739012</c:v>
                </c:pt>
                <c:pt idx="27959">
                  <c:v>0.32359953703416977</c:v>
                </c:pt>
                <c:pt idx="27960">
                  <c:v>0.32361111111094942</c:v>
                </c:pt>
                <c:pt idx="27961">
                  <c:v>0.32362268518045312</c:v>
                </c:pt>
                <c:pt idx="27962">
                  <c:v>0.32363425925723277</c:v>
                </c:pt>
                <c:pt idx="27963">
                  <c:v>0.32364583333401242</c:v>
                </c:pt>
                <c:pt idx="27964">
                  <c:v>0.32365740740351612</c:v>
                </c:pt>
                <c:pt idx="27965">
                  <c:v>0.32366898148029577</c:v>
                </c:pt>
                <c:pt idx="27966">
                  <c:v>0.32368055554979946</c:v>
                </c:pt>
                <c:pt idx="27967">
                  <c:v>0.32369212962657912</c:v>
                </c:pt>
                <c:pt idx="27968">
                  <c:v>0.32370370370335877</c:v>
                </c:pt>
                <c:pt idx="27969">
                  <c:v>0.32371527777286246</c:v>
                </c:pt>
                <c:pt idx="27970">
                  <c:v>0.32372685184964212</c:v>
                </c:pt>
                <c:pt idx="27971">
                  <c:v>0.32373842592642177</c:v>
                </c:pt>
                <c:pt idx="27972">
                  <c:v>0.32374999999592546</c:v>
                </c:pt>
                <c:pt idx="27973">
                  <c:v>0.32376157407270512</c:v>
                </c:pt>
                <c:pt idx="27974">
                  <c:v>0.32377314814948477</c:v>
                </c:pt>
                <c:pt idx="27975">
                  <c:v>0.32378472221898846</c:v>
                </c:pt>
                <c:pt idx="27976">
                  <c:v>0.32379629629576812</c:v>
                </c:pt>
                <c:pt idx="27977">
                  <c:v>0.32380787036527181</c:v>
                </c:pt>
                <c:pt idx="27978">
                  <c:v>0.32381944444205146</c:v>
                </c:pt>
                <c:pt idx="27979">
                  <c:v>0.32383101851883112</c:v>
                </c:pt>
                <c:pt idx="27980">
                  <c:v>0.32384259258833481</c:v>
                </c:pt>
                <c:pt idx="27981">
                  <c:v>0.32385416666511446</c:v>
                </c:pt>
                <c:pt idx="27982">
                  <c:v>0.32386574074189411</c:v>
                </c:pt>
                <c:pt idx="27983">
                  <c:v>0.32387731481139781</c:v>
                </c:pt>
                <c:pt idx="27984">
                  <c:v>0.32388888888817746</c:v>
                </c:pt>
                <c:pt idx="27985">
                  <c:v>0.32390046295768116</c:v>
                </c:pt>
                <c:pt idx="27986">
                  <c:v>0.32391203703446081</c:v>
                </c:pt>
                <c:pt idx="27987">
                  <c:v>0.32392361111124046</c:v>
                </c:pt>
                <c:pt idx="27988">
                  <c:v>0.32393518518074416</c:v>
                </c:pt>
                <c:pt idx="27989">
                  <c:v>0.32394675925752381</c:v>
                </c:pt>
                <c:pt idx="27990">
                  <c:v>0.32395833333430346</c:v>
                </c:pt>
                <c:pt idx="27991">
                  <c:v>0.32396990740380716</c:v>
                </c:pt>
                <c:pt idx="27992">
                  <c:v>0.32398148148058681</c:v>
                </c:pt>
                <c:pt idx="27993">
                  <c:v>0.3239930555500905</c:v>
                </c:pt>
                <c:pt idx="27994">
                  <c:v>0.32400462962687016</c:v>
                </c:pt>
                <c:pt idx="27995">
                  <c:v>0.32401620370364981</c:v>
                </c:pt>
                <c:pt idx="27996">
                  <c:v>0.3240277777731535</c:v>
                </c:pt>
                <c:pt idx="27997">
                  <c:v>0.32403935184993315</c:v>
                </c:pt>
                <c:pt idx="27998">
                  <c:v>0.32405092592671281</c:v>
                </c:pt>
                <c:pt idx="27999">
                  <c:v>0.3240624999962165</c:v>
                </c:pt>
                <c:pt idx="28000">
                  <c:v>0.32407407407299615</c:v>
                </c:pt>
                <c:pt idx="28001">
                  <c:v>0.32408564814249985</c:v>
                </c:pt>
                <c:pt idx="28002">
                  <c:v>0.3240972222192795</c:v>
                </c:pt>
                <c:pt idx="28003">
                  <c:v>0.32410879629605915</c:v>
                </c:pt>
                <c:pt idx="28004">
                  <c:v>0.32412037036556285</c:v>
                </c:pt>
                <c:pt idx="28005">
                  <c:v>0.3241319444423425</c:v>
                </c:pt>
                <c:pt idx="28006">
                  <c:v>0.32414351851912215</c:v>
                </c:pt>
                <c:pt idx="28007">
                  <c:v>0.32415509258862585</c:v>
                </c:pt>
                <c:pt idx="28008">
                  <c:v>0.3241666666654055</c:v>
                </c:pt>
                <c:pt idx="28009">
                  <c:v>0.3241782407349092</c:v>
                </c:pt>
                <c:pt idx="28010">
                  <c:v>0.32418981481168885</c:v>
                </c:pt>
                <c:pt idx="28011">
                  <c:v>0.3242013888884685</c:v>
                </c:pt>
                <c:pt idx="28012">
                  <c:v>0.32421296295797219</c:v>
                </c:pt>
                <c:pt idx="28013">
                  <c:v>0.32422453703475185</c:v>
                </c:pt>
                <c:pt idx="28014">
                  <c:v>0.3242361111115315</c:v>
                </c:pt>
                <c:pt idx="28015">
                  <c:v>0.32424768518103519</c:v>
                </c:pt>
                <c:pt idx="28016">
                  <c:v>0.32425925925781485</c:v>
                </c:pt>
                <c:pt idx="28017">
                  <c:v>0.3242708333345945</c:v>
                </c:pt>
                <c:pt idx="28018">
                  <c:v>0.32428240740409819</c:v>
                </c:pt>
                <c:pt idx="28019">
                  <c:v>0.32429398148087785</c:v>
                </c:pt>
                <c:pt idx="28020">
                  <c:v>0.32430555555038154</c:v>
                </c:pt>
                <c:pt idx="28021">
                  <c:v>0.32431712962716119</c:v>
                </c:pt>
                <c:pt idx="28022">
                  <c:v>0.32432870370394085</c:v>
                </c:pt>
                <c:pt idx="28023">
                  <c:v>0.32434027777344454</c:v>
                </c:pt>
                <c:pt idx="28024">
                  <c:v>0.32435185185022419</c:v>
                </c:pt>
                <c:pt idx="28025">
                  <c:v>0.32436342592700385</c:v>
                </c:pt>
                <c:pt idx="28026">
                  <c:v>0.32437499999650754</c:v>
                </c:pt>
                <c:pt idx="28027">
                  <c:v>0.32438657407328719</c:v>
                </c:pt>
                <c:pt idx="28028">
                  <c:v>0.32439814814279089</c:v>
                </c:pt>
                <c:pt idx="28029">
                  <c:v>0.32440972221957054</c:v>
                </c:pt>
                <c:pt idx="28030">
                  <c:v>0.32442129629635019</c:v>
                </c:pt>
                <c:pt idx="28031">
                  <c:v>0.32443287036585389</c:v>
                </c:pt>
                <c:pt idx="28032">
                  <c:v>0.32444444444263354</c:v>
                </c:pt>
                <c:pt idx="28033">
                  <c:v>0.32445601851941319</c:v>
                </c:pt>
                <c:pt idx="28034">
                  <c:v>0.32446759258891689</c:v>
                </c:pt>
                <c:pt idx="28035">
                  <c:v>0.32447916666569654</c:v>
                </c:pt>
                <c:pt idx="28036">
                  <c:v>0.32449074073520023</c:v>
                </c:pt>
                <c:pt idx="28037">
                  <c:v>0.32450231481197989</c:v>
                </c:pt>
                <c:pt idx="28038">
                  <c:v>0.32451388888875954</c:v>
                </c:pt>
                <c:pt idx="28039">
                  <c:v>0.32452546295826323</c:v>
                </c:pt>
                <c:pt idx="28040">
                  <c:v>0.32453703703504289</c:v>
                </c:pt>
                <c:pt idx="28041">
                  <c:v>0.32454861111182254</c:v>
                </c:pt>
                <c:pt idx="28042">
                  <c:v>0.32456018518132623</c:v>
                </c:pt>
                <c:pt idx="28043">
                  <c:v>0.32457175925810589</c:v>
                </c:pt>
                <c:pt idx="28044">
                  <c:v>0.32458333332760958</c:v>
                </c:pt>
                <c:pt idx="28045">
                  <c:v>0.32459490740438923</c:v>
                </c:pt>
                <c:pt idx="28046">
                  <c:v>0.32460648148116888</c:v>
                </c:pt>
                <c:pt idx="28047">
                  <c:v>0.32461805555067258</c:v>
                </c:pt>
                <c:pt idx="28048">
                  <c:v>0.32462962962745223</c:v>
                </c:pt>
                <c:pt idx="28049">
                  <c:v>0.32464120370423188</c:v>
                </c:pt>
                <c:pt idx="28050">
                  <c:v>0.32465277777373558</c:v>
                </c:pt>
                <c:pt idx="28051">
                  <c:v>0.32466435185051523</c:v>
                </c:pt>
                <c:pt idx="28052">
                  <c:v>0.32467592592001893</c:v>
                </c:pt>
                <c:pt idx="28053">
                  <c:v>0.32468749999679858</c:v>
                </c:pt>
                <c:pt idx="28054">
                  <c:v>0.32469907407357823</c:v>
                </c:pt>
                <c:pt idx="28055">
                  <c:v>0.32471064814308193</c:v>
                </c:pt>
                <c:pt idx="28056">
                  <c:v>0.32472222221986158</c:v>
                </c:pt>
                <c:pt idx="28057">
                  <c:v>0.32473379629664123</c:v>
                </c:pt>
                <c:pt idx="28058">
                  <c:v>0.32474537036614493</c:v>
                </c:pt>
                <c:pt idx="28059">
                  <c:v>0.32475694444292458</c:v>
                </c:pt>
                <c:pt idx="28060">
                  <c:v>0.32476851851970423</c:v>
                </c:pt>
                <c:pt idx="28061">
                  <c:v>0.32478009258920792</c:v>
                </c:pt>
                <c:pt idx="28062">
                  <c:v>0.32479166666598758</c:v>
                </c:pt>
                <c:pt idx="28063">
                  <c:v>0.32480324073549127</c:v>
                </c:pt>
                <c:pt idx="28064">
                  <c:v>0.32481481481227092</c:v>
                </c:pt>
                <c:pt idx="28065">
                  <c:v>0.32482638888905058</c:v>
                </c:pt>
                <c:pt idx="28066">
                  <c:v>0.32483796295855427</c:v>
                </c:pt>
                <c:pt idx="28067">
                  <c:v>0.32484953703533392</c:v>
                </c:pt>
                <c:pt idx="28068">
                  <c:v>0.32486111111211358</c:v>
                </c:pt>
                <c:pt idx="28069">
                  <c:v>0.32487268518161727</c:v>
                </c:pt>
                <c:pt idx="28070">
                  <c:v>0.32488425925839692</c:v>
                </c:pt>
                <c:pt idx="28071">
                  <c:v>0.32489583332790062</c:v>
                </c:pt>
                <c:pt idx="28072">
                  <c:v>0.32490740740468027</c:v>
                </c:pt>
                <c:pt idx="28073">
                  <c:v>0.32491898148145992</c:v>
                </c:pt>
                <c:pt idx="28074">
                  <c:v>0.32493055555096362</c:v>
                </c:pt>
                <c:pt idx="28075">
                  <c:v>0.32494212962774327</c:v>
                </c:pt>
                <c:pt idx="28076">
                  <c:v>0.32495370370452292</c:v>
                </c:pt>
                <c:pt idx="28077">
                  <c:v>0.32496527777402662</c:v>
                </c:pt>
                <c:pt idx="28078">
                  <c:v>0.32497685185080627</c:v>
                </c:pt>
                <c:pt idx="28079">
                  <c:v>0.32498842592030996</c:v>
                </c:pt>
                <c:pt idx="28080">
                  <c:v>0.32499999999708962</c:v>
                </c:pt>
                <c:pt idx="28081">
                  <c:v>0.32501157407386927</c:v>
                </c:pt>
                <c:pt idx="28082">
                  <c:v>0.32502314814337296</c:v>
                </c:pt>
                <c:pt idx="28083">
                  <c:v>0.32503472222015262</c:v>
                </c:pt>
                <c:pt idx="28084">
                  <c:v>0.32504629629693227</c:v>
                </c:pt>
                <c:pt idx="28085">
                  <c:v>0.32505787036643596</c:v>
                </c:pt>
                <c:pt idx="28086">
                  <c:v>0.32506944444321562</c:v>
                </c:pt>
                <c:pt idx="28087">
                  <c:v>0.32508101851271931</c:v>
                </c:pt>
                <c:pt idx="28088">
                  <c:v>0.32509259258949896</c:v>
                </c:pt>
                <c:pt idx="28089">
                  <c:v>0.32510416666627862</c:v>
                </c:pt>
                <c:pt idx="28090">
                  <c:v>0.32511574073578231</c:v>
                </c:pt>
                <c:pt idx="28091">
                  <c:v>0.32512731481256196</c:v>
                </c:pt>
                <c:pt idx="28092">
                  <c:v>0.32513888888934162</c:v>
                </c:pt>
                <c:pt idx="28093">
                  <c:v>0.32515046295884531</c:v>
                </c:pt>
                <c:pt idx="28094">
                  <c:v>0.32516203703562496</c:v>
                </c:pt>
                <c:pt idx="28095">
                  <c:v>0.32517361111240461</c:v>
                </c:pt>
                <c:pt idx="28096">
                  <c:v>0.32518518518190831</c:v>
                </c:pt>
                <c:pt idx="28097">
                  <c:v>0.32519675925868796</c:v>
                </c:pt>
                <c:pt idx="28098">
                  <c:v>0.32520833332819166</c:v>
                </c:pt>
                <c:pt idx="28099">
                  <c:v>0.32521990740497131</c:v>
                </c:pt>
                <c:pt idx="28100">
                  <c:v>0.32523148148175096</c:v>
                </c:pt>
                <c:pt idx="28101">
                  <c:v>0.32524305555125466</c:v>
                </c:pt>
                <c:pt idx="28102">
                  <c:v>0.32525462962803431</c:v>
                </c:pt>
                <c:pt idx="28103">
                  <c:v>0.32526620370481396</c:v>
                </c:pt>
                <c:pt idx="28104">
                  <c:v>0.32527777777431766</c:v>
                </c:pt>
                <c:pt idx="28105">
                  <c:v>0.32528935185109731</c:v>
                </c:pt>
                <c:pt idx="28106">
                  <c:v>0.325300925920601</c:v>
                </c:pt>
                <c:pt idx="28107">
                  <c:v>0.32531249999738066</c:v>
                </c:pt>
                <c:pt idx="28108">
                  <c:v>0.32532407407416031</c:v>
                </c:pt>
                <c:pt idx="28109">
                  <c:v>0.325335648143664</c:v>
                </c:pt>
                <c:pt idx="28110">
                  <c:v>0.32534722222044365</c:v>
                </c:pt>
                <c:pt idx="28111">
                  <c:v>0.32535879629722331</c:v>
                </c:pt>
                <c:pt idx="28112">
                  <c:v>0.325370370366727</c:v>
                </c:pt>
                <c:pt idx="28113">
                  <c:v>0.32538194444350665</c:v>
                </c:pt>
                <c:pt idx="28114">
                  <c:v>0.32539351851301035</c:v>
                </c:pt>
                <c:pt idx="28115">
                  <c:v>0.32540509258979</c:v>
                </c:pt>
                <c:pt idx="28116">
                  <c:v>0.32541666666656965</c:v>
                </c:pt>
                <c:pt idx="28117">
                  <c:v>0.32542824073607335</c:v>
                </c:pt>
                <c:pt idx="28118">
                  <c:v>0.325439814812853</c:v>
                </c:pt>
                <c:pt idx="28119">
                  <c:v>0.32545138888963265</c:v>
                </c:pt>
                <c:pt idx="28120">
                  <c:v>0.32546296295913635</c:v>
                </c:pt>
                <c:pt idx="28121">
                  <c:v>0.325474537035916</c:v>
                </c:pt>
                <c:pt idx="28122">
                  <c:v>0.3254861111054197</c:v>
                </c:pt>
                <c:pt idx="28123">
                  <c:v>0.32549768518219935</c:v>
                </c:pt>
                <c:pt idx="28124">
                  <c:v>0.325509259258979</c:v>
                </c:pt>
                <c:pt idx="28125">
                  <c:v>0.32552083332848269</c:v>
                </c:pt>
                <c:pt idx="28126">
                  <c:v>0.32553240740526235</c:v>
                </c:pt>
                <c:pt idx="28127">
                  <c:v>0.325543981482042</c:v>
                </c:pt>
                <c:pt idx="28128">
                  <c:v>0.32555555555154569</c:v>
                </c:pt>
                <c:pt idx="28129">
                  <c:v>0.32556712962832535</c:v>
                </c:pt>
                <c:pt idx="28130">
                  <c:v>0.32557870369782904</c:v>
                </c:pt>
                <c:pt idx="28131">
                  <c:v>0.32559027777460869</c:v>
                </c:pt>
                <c:pt idx="28132">
                  <c:v>0.32560185185138835</c:v>
                </c:pt>
                <c:pt idx="28133">
                  <c:v>0.32561342592089204</c:v>
                </c:pt>
                <c:pt idx="28134">
                  <c:v>0.32562499999767169</c:v>
                </c:pt>
                <c:pt idx="28135">
                  <c:v>0.32563657407445135</c:v>
                </c:pt>
                <c:pt idx="28136">
                  <c:v>0.32564814814395504</c:v>
                </c:pt>
                <c:pt idx="28137">
                  <c:v>0.32565972222073469</c:v>
                </c:pt>
                <c:pt idx="28138">
                  <c:v>0.32567129629751435</c:v>
                </c:pt>
                <c:pt idx="28139">
                  <c:v>0.32568287036701804</c:v>
                </c:pt>
                <c:pt idx="28140">
                  <c:v>0.32569444444379769</c:v>
                </c:pt>
                <c:pt idx="28141">
                  <c:v>0.32570601851330139</c:v>
                </c:pt>
                <c:pt idx="28142">
                  <c:v>0.32571759259008104</c:v>
                </c:pt>
                <c:pt idx="28143">
                  <c:v>0.32572916666686069</c:v>
                </c:pt>
                <c:pt idx="28144">
                  <c:v>0.32574074073636439</c:v>
                </c:pt>
                <c:pt idx="28145">
                  <c:v>0.32575231481314404</c:v>
                </c:pt>
                <c:pt idx="28146">
                  <c:v>0.32576388888992369</c:v>
                </c:pt>
                <c:pt idx="28147">
                  <c:v>0.32577546295942739</c:v>
                </c:pt>
                <c:pt idx="28148">
                  <c:v>0.32578703703620704</c:v>
                </c:pt>
                <c:pt idx="28149">
                  <c:v>0.32579861110571073</c:v>
                </c:pt>
                <c:pt idx="28150">
                  <c:v>0.32581018518249039</c:v>
                </c:pt>
                <c:pt idx="28151">
                  <c:v>0.32582175925927004</c:v>
                </c:pt>
                <c:pt idx="28152">
                  <c:v>0.32583333332877373</c:v>
                </c:pt>
                <c:pt idx="28153">
                  <c:v>0.32584490740555339</c:v>
                </c:pt>
                <c:pt idx="28154">
                  <c:v>0.32585648148233304</c:v>
                </c:pt>
                <c:pt idx="28155">
                  <c:v>0.32586805555183673</c:v>
                </c:pt>
                <c:pt idx="28156">
                  <c:v>0.32587962962861639</c:v>
                </c:pt>
                <c:pt idx="28157">
                  <c:v>0.32589120369812008</c:v>
                </c:pt>
                <c:pt idx="28158">
                  <c:v>0.32590277777489973</c:v>
                </c:pt>
                <c:pt idx="28159">
                  <c:v>0.32591435185167938</c:v>
                </c:pt>
                <c:pt idx="28160">
                  <c:v>0.32592592592118308</c:v>
                </c:pt>
                <c:pt idx="28161">
                  <c:v>0.32593749999796273</c:v>
                </c:pt>
                <c:pt idx="28162">
                  <c:v>0.32594907407474238</c:v>
                </c:pt>
                <c:pt idx="28163">
                  <c:v>0.32596064814424608</c:v>
                </c:pt>
                <c:pt idx="28164">
                  <c:v>0.32597222222102573</c:v>
                </c:pt>
                <c:pt idx="28165">
                  <c:v>0.32598379629052943</c:v>
                </c:pt>
                <c:pt idx="28166">
                  <c:v>0.32599537036730908</c:v>
                </c:pt>
                <c:pt idx="28167">
                  <c:v>0.32600694444408873</c:v>
                </c:pt>
                <c:pt idx="28168">
                  <c:v>0.32601851851359243</c:v>
                </c:pt>
                <c:pt idx="28169">
                  <c:v>0.32603009259037208</c:v>
                </c:pt>
                <c:pt idx="28170">
                  <c:v>0.32604166666715173</c:v>
                </c:pt>
                <c:pt idx="28171">
                  <c:v>0.32605324073665543</c:v>
                </c:pt>
                <c:pt idx="28172">
                  <c:v>0.32606481481343508</c:v>
                </c:pt>
                <c:pt idx="28173">
                  <c:v>0.32607638889021473</c:v>
                </c:pt>
                <c:pt idx="28174">
                  <c:v>0.32608796295971842</c:v>
                </c:pt>
                <c:pt idx="28175">
                  <c:v>0.32609953703649808</c:v>
                </c:pt>
                <c:pt idx="28176">
                  <c:v>0.32611111110600177</c:v>
                </c:pt>
                <c:pt idx="28177">
                  <c:v>0.32612268518278142</c:v>
                </c:pt>
                <c:pt idx="28178">
                  <c:v>0.32613425925956108</c:v>
                </c:pt>
                <c:pt idx="28179">
                  <c:v>0.32614583332906477</c:v>
                </c:pt>
                <c:pt idx="28180">
                  <c:v>0.32615740740584442</c:v>
                </c:pt>
                <c:pt idx="28181">
                  <c:v>0.32616898148262408</c:v>
                </c:pt>
                <c:pt idx="28182">
                  <c:v>0.32618055555212777</c:v>
                </c:pt>
                <c:pt idx="28183">
                  <c:v>0.32619212962890742</c:v>
                </c:pt>
                <c:pt idx="28184">
                  <c:v>0.32620370369841112</c:v>
                </c:pt>
                <c:pt idx="28185">
                  <c:v>0.32621527777519077</c:v>
                </c:pt>
                <c:pt idx="28186">
                  <c:v>0.32622685185197042</c:v>
                </c:pt>
                <c:pt idx="28187">
                  <c:v>0.32623842592147412</c:v>
                </c:pt>
                <c:pt idx="28188">
                  <c:v>0.32624999999825377</c:v>
                </c:pt>
                <c:pt idx="28189">
                  <c:v>0.32626157407503342</c:v>
                </c:pt>
                <c:pt idx="28190">
                  <c:v>0.32627314814453712</c:v>
                </c:pt>
                <c:pt idx="28191">
                  <c:v>0.32628472222131677</c:v>
                </c:pt>
                <c:pt idx="28192">
                  <c:v>0.32629629629082046</c:v>
                </c:pt>
                <c:pt idx="28193">
                  <c:v>0.32630787036760012</c:v>
                </c:pt>
                <c:pt idx="28194">
                  <c:v>0.32631944444437977</c:v>
                </c:pt>
                <c:pt idx="28195">
                  <c:v>0.32633101851388346</c:v>
                </c:pt>
                <c:pt idx="28196">
                  <c:v>0.32634259259066312</c:v>
                </c:pt>
                <c:pt idx="28197">
                  <c:v>0.32635416666744277</c:v>
                </c:pt>
                <c:pt idx="28198">
                  <c:v>0.32636574073694646</c:v>
                </c:pt>
                <c:pt idx="28199">
                  <c:v>0.32637731481372612</c:v>
                </c:pt>
                <c:pt idx="28200">
                  <c:v>0.32638888888322981</c:v>
                </c:pt>
                <c:pt idx="28201">
                  <c:v>0.32640046296000946</c:v>
                </c:pt>
                <c:pt idx="28202">
                  <c:v>0.32641203703678912</c:v>
                </c:pt>
                <c:pt idx="28203">
                  <c:v>0.32642361110629281</c:v>
                </c:pt>
                <c:pt idx="28204">
                  <c:v>0.32643518518307246</c:v>
                </c:pt>
                <c:pt idx="28205">
                  <c:v>0.32644675925985212</c:v>
                </c:pt>
                <c:pt idx="28206">
                  <c:v>0.32645833332935581</c:v>
                </c:pt>
                <c:pt idx="28207">
                  <c:v>0.32646990740613546</c:v>
                </c:pt>
                <c:pt idx="28208">
                  <c:v>0.32648148147563916</c:v>
                </c:pt>
                <c:pt idx="28209">
                  <c:v>0.32649305555241881</c:v>
                </c:pt>
                <c:pt idx="28210">
                  <c:v>0.32650462962919846</c:v>
                </c:pt>
                <c:pt idx="28211">
                  <c:v>0.32651620369870216</c:v>
                </c:pt>
                <c:pt idx="28212">
                  <c:v>0.32652777777548181</c:v>
                </c:pt>
                <c:pt idx="28213">
                  <c:v>0.32653935185226146</c:v>
                </c:pt>
                <c:pt idx="28214">
                  <c:v>0.32655092592176516</c:v>
                </c:pt>
                <c:pt idx="28215">
                  <c:v>0.32656249999854481</c:v>
                </c:pt>
                <c:pt idx="28216">
                  <c:v>0.32657407407532446</c:v>
                </c:pt>
                <c:pt idx="28217">
                  <c:v>0.32658564814482816</c:v>
                </c:pt>
                <c:pt idx="28218">
                  <c:v>0.32659722222160781</c:v>
                </c:pt>
                <c:pt idx="28219">
                  <c:v>0.3266087962911115</c:v>
                </c:pt>
                <c:pt idx="28220">
                  <c:v>0.32662037036789116</c:v>
                </c:pt>
                <c:pt idx="28221">
                  <c:v>0.32663194444467081</c:v>
                </c:pt>
                <c:pt idx="28222">
                  <c:v>0.3266435185141745</c:v>
                </c:pt>
                <c:pt idx="28223">
                  <c:v>0.32665509259095415</c:v>
                </c:pt>
                <c:pt idx="28224">
                  <c:v>0.32666666666773381</c:v>
                </c:pt>
                <c:pt idx="28225">
                  <c:v>0.3266782407372375</c:v>
                </c:pt>
                <c:pt idx="28226">
                  <c:v>0.32668981481401715</c:v>
                </c:pt>
                <c:pt idx="28227">
                  <c:v>0.32670138888352085</c:v>
                </c:pt>
                <c:pt idx="28228">
                  <c:v>0.3267129629603005</c:v>
                </c:pt>
                <c:pt idx="28229">
                  <c:v>0.32672453703708015</c:v>
                </c:pt>
                <c:pt idx="28230">
                  <c:v>0.32673611110658385</c:v>
                </c:pt>
                <c:pt idx="28231">
                  <c:v>0.3267476851833635</c:v>
                </c:pt>
                <c:pt idx="28232">
                  <c:v>0.32675925926014315</c:v>
                </c:pt>
                <c:pt idx="28233">
                  <c:v>0.32677083332964685</c:v>
                </c:pt>
                <c:pt idx="28234">
                  <c:v>0.3267824074064265</c:v>
                </c:pt>
                <c:pt idx="28235">
                  <c:v>0.3267939814759302</c:v>
                </c:pt>
                <c:pt idx="28236">
                  <c:v>0.32680555555270985</c:v>
                </c:pt>
                <c:pt idx="28237">
                  <c:v>0.3268171296294895</c:v>
                </c:pt>
                <c:pt idx="28238">
                  <c:v>0.32682870369899319</c:v>
                </c:pt>
                <c:pt idx="28239">
                  <c:v>0.32684027777577285</c:v>
                </c:pt>
                <c:pt idx="28240">
                  <c:v>0.3268518518525525</c:v>
                </c:pt>
                <c:pt idx="28241">
                  <c:v>0.32686342592205619</c:v>
                </c:pt>
                <c:pt idx="28242">
                  <c:v>0.32687499999883585</c:v>
                </c:pt>
                <c:pt idx="28243">
                  <c:v>0.32688657406833954</c:v>
                </c:pt>
                <c:pt idx="28244">
                  <c:v>0.32689814814511919</c:v>
                </c:pt>
                <c:pt idx="28245">
                  <c:v>0.32690972222189885</c:v>
                </c:pt>
                <c:pt idx="28246">
                  <c:v>0.32692129629140254</c:v>
                </c:pt>
                <c:pt idx="28247">
                  <c:v>0.32693287036818219</c:v>
                </c:pt>
                <c:pt idx="28248">
                  <c:v>0.32694444444496185</c:v>
                </c:pt>
                <c:pt idx="28249">
                  <c:v>0.32695601851446554</c:v>
                </c:pt>
                <c:pt idx="28250">
                  <c:v>0.32696759259124519</c:v>
                </c:pt>
                <c:pt idx="28251">
                  <c:v>0.32697916666074889</c:v>
                </c:pt>
                <c:pt idx="28252">
                  <c:v>0.32699074073752854</c:v>
                </c:pt>
                <c:pt idx="28253">
                  <c:v>0.32700231481430819</c:v>
                </c:pt>
                <c:pt idx="28254">
                  <c:v>0.32701388888381189</c:v>
                </c:pt>
                <c:pt idx="28255">
                  <c:v>0.32702546296059154</c:v>
                </c:pt>
                <c:pt idx="28256">
                  <c:v>0.32703703703737119</c:v>
                </c:pt>
                <c:pt idx="28257">
                  <c:v>0.32704861110687489</c:v>
                </c:pt>
                <c:pt idx="28258">
                  <c:v>0.32706018518365454</c:v>
                </c:pt>
                <c:pt idx="28259">
                  <c:v>0.32707175926043419</c:v>
                </c:pt>
                <c:pt idx="28260">
                  <c:v>0.32708333332993789</c:v>
                </c:pt>
                <c:pt idx="28261">
                  <c:v>0.32709490740671754</c:v>
                </c:pt>
                <c:pt idx="28262">
                  <c:v>0.32710648147622123</c:v>
                </c:pt>
                <c:pt idx="28263">
                  <c:v>0.32711805555300089</c:v>
                </c:pt>
                <c:pt idx="28264">
                  <c:v>0.32712962962978054</c:v>
                </c:pt>
                <c:pt idx="28265">
                  <c:v>0.32714120369928423</c:v>
                </c:pt>
                <c:pt idx="28266">
                  <c:v>0.32715277777606389</c:v>
                </c:pt>
                <c:pt idx="28267">
                  <c:v>0.32716435185284354</c:v>
                </c:pt>
                <c:pt idx="28268">
                  <c:v>0.32717592592234723</c:v>
                </c:pt>
                <c:pt idx="28269">
                  <c:v>0.32718749999912689</c:v>
                </c:pt>
                <c:pt idx="28270">
                  <c:v>0.32719907406863058</c:v>
                </c:pt>
                <c:pt idx="28271">
                  <c:v>0.32721064814541023</c:v>
                </c:pt>
                <c:pt idx="28272">
                  <c:v>0.32722222222218988</c:v>
                </c:pt>
                <c:pt idx="28273">
                  <c:v>0.32723379629169358</c:v>
                </c:pt>
                <c:pt idx="28274">
                  <c:v>0.32724537036847323</c:v>
                </c:pt>
                <c:pt idx="28275">
                  <c:v>0.32725694444525288</c:v>
                </c:pt>
                <c:pt idx="28276">
                  <c:v>0.32726851851475658</c:v>
                </c:pt>
                <c:pt idx="28277">
                  <c:v>0.32728009259153623</c:v>
                </c:pt>
                <c:pt idx="28278">
                  <c:v>0.32729166666103993</c:v>
                </c:pt>
                <c:pt idx="28279">
                  <c:v>0.32730324073781958</c:v>
                </c:pt>
                <c:pt idx="28280">
                  <c:v>0.32731481481459923</c:v>
                </c:pt>
                <c:pt idx="28281">
                  <c:v>0.32732638888410293</c:v>
                </c:pt>
                <c:pt idx="28282">
                  <c:v>0.32733796296088258</c:v>
                </c:pt>
                <c:pt idx="28283">
                  <c:v>0.32734953703766223</c:v>
                </c:pt>
                <c:pt idx="28284">
                  <c:v>0.32736111110716593</c:v>
                </c:pt>
                <c:pt idx="28285">
                  <c:v>0.32737268518394558</c:v>
                </c:pt>
                <c:pt idx="28286">
                  <c:v>0.32738425925344927</c:v>
                </c:pt>
                <c:pt idx="28287">
                  <c:v>0.32739583333022892</c:v>
                </c:pt>
                <c:pt idx="28288">
                  <c:v>0.32740740740700858</c:v>
                </c:pt>
                <c:pt idx="28289">
                  <c:v>0.32741898147651227</c:v>
                </c:pt>
                <c:pt idx="28290">
                  <c:v>0.32743055555329192</c:v>
                </c:pt>
                <c:pt idx="28291">
                  <c:v>0.32744212963007158</c:v>
                </c:pt>
                <c:pt idx="28292">
                  <c:v>0.32745370369957527</c:v>
                </c:pt>
                <c:pt idx="28293">
                  <c:v>0.32746527777635492</c:v>
                </c:pt>
                <c:pt idx="28294">
                  <c:v>0.32747685185313458</c:v>
                </c:pt>
                <c:pt idx="28295">
                  <c:v>0.32748842592263827</c:v>
                </c:pt>
                <c:pt idx="28296">
                  <c:v>0.32749999999941792</c:v>
                </c:pt>
                <c:pt idx="28297">
                  <c:v>0.32751157406892162</c:v>
                </c:pt>
                <c:pt idx="28298">
                  <c:v>0.32752314814570127</c:v>
                </c:pt>
                <c:pt idx="28299">
                  <c:v>0.32753472222248092</c:v>
                </c:pt>
                <c:pt idx="28300">
                  <c:v>0.32754629629198462</c:v>
                </c:pt>
                <c:pt idx="28301">
                  <c:v>0.32755787036876427</c:v>
                </c:pt>
                <c:pt idx="28302">
                  <c:v>0.32756944444554392</c:v>
                </c:pt>
                <c:pt idx="28303">
                  <c:v>0.32758101851504762</c:v>
                </c:pt>
                <c:pt idx="28304">
                  <c:v>0.32759259259182727</c:v>
                </c:pt>
                <c:pt idx="28305">
                  <c:v>0.32760416666133096</c:v>
                </c:pt>
                <c:pt idx="28306">
                  <c:v>0.32761574073811062</c:v>
                </c:pt>
                <c:pt idx="28307">
                  <c:v>0.32762731481489027</c:v>
                </c:pt>
                <c:pt idx="28308">
                  <c:v>0.32763888888439396</c:v>
                </c:pt>
                <c:pt idx="28309">
                  <c:v>0.32765046296117362</c:v>
                </c:pt>
                <c:pt idx="28310">
                  <c:v>0.32766203703795327</c:v>
                </c:pt>
                <c:pt idx="28311">
                  <c:v>0.32767361110745696</c:v>
                </c:pt>
                <c:pt idx="28312">
                  <c:v>0.32768518518423662</c:v>
                </c:pt>
                <c:pt idx="28313">
                  <c:v>0.32769675925374031</c:v>
                </c:pt>
                <c:pt idx="28314">
                  <c:v>0.32770833333051996</c:v>
                </c:pt>
                <c:pt idx="28315">
                  <c:v>0.32771990740729962</c:v>
                </c:pt>
                <c:pt idx="28316">
                  <c:v>0.32773148147680331</c:v>
                </c:pt>
                <c:pt idx="28317">
                  <c:v>0.32774305555358296</c:v>
                </c:pt>
                <c:pt idx="28318">
                  <c:v>0.32775462963036261</c:v>
                </c:pt>
                <c:pt idx="28319">
                  <c:v>0.32776620369986631</c:v>
                </c:pt>
                <c:pt idx="28320">
                  <c:v>0.32777777777664596</c:v>
                </c:pt>
                <c:pt idx="28321">
                  <c:v>0.32778935184614966</c:v>
                </c:pt>
                <c:pt idx="28322">
                  <c:v>0.32780092592292931</c:v>
                </c:pt>
                <c:pt idx="28323">
                  <c:v>0.32781249999970896</c:v>
                </c:pt>
                <c:pt idx="28324">
                  <c:v>0.32782407406921266</c:v>
                </c:pt>
                <c:pt idx="28325">
                  <c:v>0.32783564814599231</c:v>
                </c:pt>
                <c:pt idx="28326">
                  <c:v>0.32784722222277196</c:v>
                </c:pt>
                <c:pt idx="28327">
                  <c:v>0.32785879629227566</c:v>
                </c:pt>
                <c:pt idx="28328">
                  <c:v>0.32787037036905531</c:v>
                </c:pt>
                <c:pt idx="28329">
                  <c:v>0.327881944438559</c:v>
                </c:pt>
                <c:pt idx="28330">
                  <c:v>0.32789351851533866</c:v>
                </c:pt>
                <c:pt idx="28331">
                  <c:v>0.32790509259211831</c:v>
                </c:pt>
                <c:pt idx="28332">
                  <c:v>0.327916666661622</c:v>
                </c:pt>
                <c:pt idx="28333">
                  <c:v>0.32792824073840166</c:v>
                </c:pt>
                <c:pt idx="28334">
                  <c:v>0.32793981481518131</c:v>
                </c:pt>
                <c:pt idx="28335">
                  <c:v>0.327951388884685</c:v>
                </c:pt>
                <c:pt idx="28336">
                  <c:v>0.32796296296146465</c:v>
                </c:pt>
                <c:pt idx="28337">
                  <c:v>0.32797453703824431</c:v>
                </c:pt>
                <c:pt idx="28338">
                  <c:v>0.327986111107748</c:v>
                </c:pt>
                <c:pt idx="28339">
                  <c:v>0.32799768518452765</c:v>
                </c:pt>
                <c:pt idx="28340">
                  <c:v>0.32800925925403135</c:v>
                </c:pt>
                <c:pt idx="28341">
                  <c:v>0.328020833330811</c:v>
                </c:pt>
                <c:pt idx="28342">
                  <c:v>0.32803240740759065</c:v>
                </c:pt>
                <c:pt idx="28343">
                  <c:v>0.32804398147709435</c:v>
                </c:pt>
                <c:pt idx="28344">
                  <c:v>0.328055555553874</c:v>
                </c:pt>
                <c:pt idx="28345">
                  <c:v>0.32806712963065365</c:v>
                </c:pt>
                <c:pt idx="28346">
                  <c:v>0.32807870370015735</c:v>
                </c:pt>
                <c:pt idx="28347">
                  <c:v>0.328090277776937</c:v>
                </c:pt>
                <c:pt idx="28348">
                  <c:v>0.3281018518464407</c:v>
                </c:pt>
                <c:pt idx="28349">
                  <c:v>0.32811342592322035</c:v>
                </c:pt>
                <c:pt idx="28350">
                  <c:v>0.328125</c:v>
                </c:pt>
                <c:pt idx="28351">
                  <c:v>0.32813657406950369</c:v>
                </c:pt>
                <c:pt idx="28352">
                  <c:v>0.32814814814628335</c:v>
                </c:pt>
                <c:pt idx="28353">
                  <c:v>0.328159722223063</c:v>
                </c:pt>
                <c:pt idx="28354">
                  <c:v>0.32817129629256669</c:v>
                </c:pt>
                <c:pt idx="28355">
                  <c:v>0.32818287036934635</c:v>
                </c:pt>
                <c:pt idx="28356">
                  <c:v>0.32819444443885004</c:v>
                </c:pt>
                <c:pt idx="28357">
                  <c:v>0.32820601851562969</c:v>
                </c:pt>
                <c:pt idx="28358">
                  <c:v>0.32821759259240935</c:v>
                </c:pt>
                <c:pt idx="28359">
                  <c:v>0.32822916666191304</c:v>
                </c:pt>
                <c:pt idx="28360">
                  <c:v>0.32824074073869269</c:v>
                </c:pt>
                <c:pt idx="28361">
                  <c:v>0.32825231481547235</c:v>
                </c:pt>
                <c:pt idx="28362">
                  <c:v>0.32826388888497604</c:v>
                </c:pt>
                <c:pt idx="28363">
                  <c:v>0.32827546296175569</c:v>
                </c:pt>
                <c:pt idx="28364">
                  <c:v>0.32828703703125939</c:v>
                </c:pt>
                <c:pt idx="28365">
                  <c:v>0.32829861110803904</c:v>
                </c:pt>
                <c:pt idx="28366">
                  <c:v>0.32831018518481869</c:v>
                </c:pt>
                <c:pt idx="28367">
                  <c:v>0.32832175925432239</c:v>
                </c:pt>
                <c:pt idx="28368">
                  <c:v>0.32833333333110204</c:v>
                </c:pt>
                <c:pt idx="28369">
                  <c:v>0.32834490740788169</c:v>
                </c:pt>
                <c:pt idx="28370">
                  <c:v>0.32835648147738539</c:v>
                </c:pt>
                <c:pt idx="28371">
                  <c:v>0.32836805555416504</c:v>
                </c:pt>
                <c:pt idx="28372">
                  <c:v>0.32837962963094469</c:v>
                </c:pt>
                <c:pt idx="28373">
                  <c:v>0.32839120370044839</c:v>
                </c:pt>
                <c:pt idx="28374">
                  <c:v>0.32840277777722804</c:v>
                </c:pt>
                <c:pt idx="28375">
                  <c:v>0.32841435184673173</c:v>
                </c:pt>
                <c:pt idx="28376">
                  <c:v>0.32842592592351139</c:v>
                </c:pt>
                <c:pt idx="28377">
                  <c:v>0.32843750000029104</c:v>
                </c:pt>
                <c:pt idx="28378">
                  <c:v>0.32844907406979473</c:v>
                </c:pt>
                <c:pt idx="28379">
                  <c:v>0.32846064814657439</c:v>
                </c:pt>
                <c:pt idx="28380">
                  <c:v>0.32847222222335404</c:v>
                </c:pt>
                <c:pt idx="28381">
                  <c:v>0.32848379629285773</c:v>
                </c:pt>
                <c:pt idx="28382">
                  <c:v>0.32849537036963739</c:v>
                </c:pt>
                <c:pt idx="28383">
                  <c:v>0.32850694443914108</c:v>
                </c:pt>
                <c:pt idx="28384">
                  <c:v>0.32851851851592073</c:v>
                </c:pt>
                <c:pt idx="28385">
                  <c:v>0.32853009259270038</c:v>
                </c:pt>
                <c:pt idx="28386">
                  <c:v>0.32854166666220408</c:v>
                </c:pt>
                <c:pt idx="28387">
                  <c:v>0.32855324073898373</c:v>
                </c:pt>
                <c:pt idx="28388">
                  <c:v>0.32856481481576338</c:v>
                </c:pt>
                <c:pt idx="28389">
                  <c:v>0.32857638888526708</c:v>
                </c:pt>
                <c:pt idx="28390">
                  <c:v>0.32858796296204673</c:v>
                </c:pt>
                <c:pt idx="28391">
                  <c:v>0.32859953703155043</c:v>
                </c:pt>
                <c:pt idx="28392">
                  <c:v>0.32861111110833008</c:v>
                </c:pt>
                <c:pt idx="28393">
                  <c:v>0.32862268518510973</c:v>
                </c:pt>
                <c:pt idx="28394">
                  <c:v>0.32863425925461343</c:v>
                </c:pt>
                <c:pt idx="28395">
                  <c:v>0.32864583333139308</c:v>
                </c:pt>
                <c:pt idx="28396">
                  <c:v>0.32865740740817273</c:v>
                </c:pt>
                <c:pt idx="28397">
                  <c:v>0.32866898147767643</c:v>
                </c:pt>
                <c:pt idx="28398">
                  <c:v>0.32868055555445608</c:v>
                </c:pt>
                <c:pt idx="28399">
                  <c:v>0.32869212962395977</c:v>
                </c:pt>
                <c:pt idx="28400">
                  <c:v>0.32870370370073942</c:v>
                </c:pt>
                <c:pt idx="28401">
                  <c:v>0.32871527777751908</c:v>
                </c:pt>
                <c:pt idx="28402">
                  <c:v>0.32872685184702277</c:v>
                </c:pt>
                <c:pt idx="28403">
                  <c:v>0.32873842592380242</c:v>
                </c:pt>
                <c:pt idx="28404">
                  <c:v>0.32875000000058208</c:v>
                </c:pt>
                <c:pt idx="28405">
                  <c:v>0.32876157407008577</c:v>
                </c:pt>
                <c:pt idx="28406">
                  <c:v>0.32877314814686542</c:v>
                </c:pt>
                <c:pt idx="28407">
                  <c:v>0.32878472221636912</c:v>
                </c:pt>
                <c:pt idx="28408">
                  <c:v>0.32879629629314877</c:v>
                </c:pt>
                <c:pt idx="28409">
                  <c:v>0.32880787036992842</c:v>
                </c:pt>
                <c:pt idx="28410">
                  <c:v>0.32881944443943212</c:v>
                </c:pt>
                <c:pt idx="28411">
                  <c:v>0.32883101851621177</c:v>
                </c:pt>
                <c:pt idx="28412">
                  <c:v>0.32884259259299142</c:v>
                </c:pt>
                <c:pt idx="28413">
                  <c:v>0.32885416666249512</c:v>
                </c:pt>
                <c:pt idx="28414">
                  <c:v>0.32886574073927477</c:v>
                </c:pt>
                <c:pt idx="28415">
                  <c:v>0.32887731481605442</c:v>
                </c:pt>
                <c:pt idx="28416">
                  <c:v>0.32888888888555812</c:v>
                </c:pt>
                <c:pt idx="28417">
                  <c:v>0.32890046296233777</c:v>
                </c:pt>
                <c:pt idx="28418">
                  <c:v>0.32891203703184146</c:v>
                </c:pt>
                <c:pt idx="28419">
                  <c:v>0.32892361110862112</c:v>
                </c:pt>
                <c:pt idx="28420">
                  <c:v>0.32893518518540077</c:v>
                </c:pt>
                <c:pt idx="28421">
                  <c:v>0.32894675925490446</c:v>
                </c:pt>
                <c:pt idx="28422">
                  <c:v>0.32895833333168412</c:v>
                </c:pt>
                <c:pt idx="28423">
                  <c:v>0.32896990740846377</c:v>
                </c:pt>
                <c:pt idx="28424">
                  <c:v>0.32898148147796746</c:v>
                </c:pt>
                <c:pt idx="28425">
                  <c:v>0.32899305555474712</c:v>
                </c:pt>
                <c:pt idx="28426">
                  <c:v>0.32900462962425081</c:v>
                </c:pt>
                <c:pt idx="28427">
                  <c:v>0.32901620370103046</c:v>
                </c:pt>
                <c:pt idx="28428">
                  <c:v>0.32902777777781012</c:v>
                </c:pt>
                <c:pt idx="28429">
                  <c:v>0.32903935184731381</c:v>
                </c:pt>
                <c:pt idx="28430">
                  <c:v>0.32905092592409346</c:v>
                </c:pt>
                <c:pt idx="28431">
                  <c:v>0.32906250000087311</c:v>
                </c:pt>
                <c:pt idx="28432">
                  <c:v>0.32907407407037681</c:v>
                </c:pt>
                <c:pt idx="28433">
                  <c:v>0.32908564814715646</c:v>
                </c:pt>
                <c:pt idx="28434">
                  <c:v>0.32909722221666016</c:v>
                </c:pt>
                <c:pt idx="28435">
                  <c:v>0.32910879629343981</c:v>
                </c:pt>
                <c:pt idx="28436">
                  <c:v>0.32912037037021946</c:v>
                </c:pt>
                <c:pt idx="28437">
                  <c:v>0.32913194443972316</c:v>
                </c:pt>
                <c:pt idx="28438">
                  <c:v>0.32914351851650281</c:v>
                </c:pt>
                <c:pt idx="28439">
                  <c:v>0.32915509259328246</c:v>
                </c:pt>
                <c:pt idx="28440">
                  <c:v>0.32916666666278616</c:v>
                </c:pt>
                <c:pt idx="28441">
                  <c:v>0.32917824073956581</c:v>
                </c:pt>
                <c:pt idx="28442">
                  <c:v>0.3291898148090695</c:v>
                </c:pt>
                <c:pt idx="28443">
                  <c:v>0.32920138888584916</c:v>
                </c:pt>
                <c:pt idx="28444">
                  <c:v>0.32921296296262881</c:v>
                </c:pt>
                <c:pt idx="28445">
                  <c:v>0.3292245370321325</c:v>
                </c:pt>
                <c:pt idx="28446">
                  <c:v>0.32923611110891216</c:v>
                </c:pt>
                <c:pt idx="28447">
                  <c:v>0.32924768518569181</c:v>
                </c:pt>
                <c:pt idx="28448">
                  <c:v>0.3292592592551955</c:v>
                </c:pt>
                <c:pt idx="28449">
                  <c:v>0.32927083333197515</c:v>
                </c:pt>
                <c:pt idx="28450">
                  <c:v>0.32928240740147885</c:v>
                </c:pt>
                <c:pt idx="28451">
                  <c:v>0.3292939814782585</c:v>
                </c:pt>
                <c:pt idx="28452">
                  <c:v>0.32930555555503815</c:v>
                </c:pt>
                <c:pt idx="28453">
                  <c:v>0.32931712962454185</c:v>
                </c:pt>
                <c:pt idx="28454">
                  <c:v>0.3293287037013215</c:v>
                </c:pt>
                <c:pt idx="28455">
                  <c:v>0.32934027777810115</c:v>
                </c:pt>
                <c:pt idx="28456">
                  <c:v>0.32935185184760485</c:v>
                </c:pt>
                <c:pt idx="28457">
                  <c:v>0.3293634259243845</c:v>
                </c:pt>
                <c:pt idx="28458">
                  <c:v>0.32937500000116415</c:v>
                </c:pt>
                <c:pt idx="28459">
                  <c:v>0.32938657407066785</c:v>
                </c:pt>
                <c:pt idx="28460">
                  <c:v>0.3293981481474475</c:v>
                </c:pt>
                <c:pt idx="28461">
                  <c:v>0.3294097222169512</c:v>
                </c:pt>
                <c:pt idx="28462">
                  <c:v>0.32942129629373085</c:v>
                </c:pt>
                <c:pt idx="28463">
                  <c:v>0.3294328703705105</c:v>
                </c:pt>
                <c:pt idx="28464">
                  <c:v>0.32944444444001419</c:v>
                </c:pt>
                <c:pt idx="28465">
                  <c:v>0.32945601851679385</c:v>
                </c:pt>
                <c:pt idx="28466">
                  <c:v>0.3294675925935735</c:v>
                </c:pt>
                <c:pt idx="28467">
                  <c:v>0.32947916666307719</c:v>
                </c:pt>
                <c:pt idx="28468">
                  <c:v>0.32949074073985685</c:v>
                </c:pt>
                <c:pt idx="28469">
                  <c:v>0.32950231480936054</c:v>
                </c:pt>
                <c:pt idx="28470">
                  <c:v>0.32951388888614019</c:v>
                </c:pt>
                <c:pt idx="28471">
                  <c:v>0.32952546296291985</c:v>
                </c:pt>
                <c:pt idx="28472">
                  <c:v>0.32953703703242354</c:v>
                </c:pt>
                <c:pt idx="28473">
                  <c:v>0.32954861110920319</c:v>
                </c:pt>
                <c:pt idx="28474">
                  <c:v>0.32956018518598285</c:v>
                </c:pt>
                <c:pt idx="28475">
                  <c:v>0.32957175925548654</c:v>
                </c:pt>
                <c:pt idx="28476">
                  <c:v>0.32958333333226619</c:v>
                </c:pt>
                <c:pt idx="28477">
                  <c:v>0.32959490740176989</c:v>
                </c:pt>
                <c:pt idx="28478">
                  <c:v>0.32960648147854954</c:v>
                </c:pt>
                <c:pt idx="28479">
                  <c:v>0.32961805555532919</c:v>
                </c:pt>
                <c:pt idx="28480">
                  <c:v>0.32962962962483289</c:v>
                </c:pt>
                <c:pt idx="28481">
                  <c:v>0.32964120370161254</c:v>
                </c:pt>
                <c:pt idx="28482">
                  <c:v>0.32965277777839219</c:v>
                </c:pt>
                <c:pt idx="28483">
                  <c:v>0.32966435184789589</c:v>
                </c:pt>
                <c:pt idx="28484">
                  <c:v>0.32967592592467554</c:v>
                </c:pt>
                <c:pt idx="28485">
                  <c:v>0.32968749999417923</c:v>
                </c:pt>
                <c:pt idx="28486">
                  <c:v>0.32969907407095889</c:v>
                </c:pt>
                <c:pt idx="28487">
                  <c:v>0.32971064814773854</c:v>
                </c:pt>
                <c:pt idx="28488">
                  <c:v>0.32972222221724223</c:v>
                </c:pt>
                <c:pt idx="28489">
                  <c:v>0.32973379629402189</c:v>
                </c:pt>
                <c:pt idx="28490">
                  <c:v>0.32974537037080154</c:v>
                </c:pt>
                <c:pt idx="28491">
                  <c:v>0.32975694444030523</c:v>
                </c:pt>
                <c:pt idx="28492">
                  <c:v>0.32976851851708489</c:v>
                </c:pt>
                <c:pt idx="28493">
                  <c:v>0.32978009259386454</c:v>
                </c:pt>
                <c:pt idx="28494">
                  <c:v>0.32979166666336823</c:v>
                </c:pt>
                <c:pt idx="28495">
                  <c:v>0.32980324074014788</c:v>
                </c:pt>
                <c:pt idx="28496">
                  <c:v>0.32981481480965158</c:v>
                </c:pt>
                <c:pt idx="28497">
                  <c:v>0.32982638888643123</c:v>
                </c:pt>
                <c:pt idx="28498">
                  <c:v>0.32983796296321088</c:v>
                </c:pt>
                <c:pt idx="28499">
                  <c:v>0.32984953703271458</c:v>
                </c:pt>
                <c:pt idx="28500">
                  <c:v>0.32986111110949423</c:v>
                </c:pt>
                <c:pt idx="28501">
                  <c:v>0.32987268518627388</c:v>
                </c:pt>
                <c:pt idx="28502">
                  <c:v>0.32988425925577758</c:v>
                </c:pt>
                <c:pt idx="28503">
                  <c:v>0.32989583333255723</c:v>
                </c:pt>
                <c:pt idx="28504">
                  <c:v>0.32990740740206093</c:v>
                </c:pt>
                <c:pt idx="28505">
                  <c:v>0.32991898147884058</c:v>
                </c:pt>
                <c:pt idx="28506">
                  <c:v>0.32993055555562023</c:v>
                </c:pt>
                <c:pt idx="28507">
                  <c:v>0.32994212962512393</c:v>
                </c:pt>
                <c:pt idx="28508">
                  <c:v>0.32995370370190358</c:v>
                </c:pt>
                <c:pt idx="28509">
                  <c:v>0.32996527777868323</c:v>
                </c:pt>
                <c:pt idx="28510">
                  <c:v>0.32997685184818693</c:v>
                </c:pt>
                <c:pt idx="28511">
                  <c:v>0.32998842592496658</c:v>
                </c:pt>
                <c:pt idx="28512">
                  <c:v>0.32999999999447027</c:v>
                </c:pt>
                <c:pt idx="28513">
                  <c:v>0.33001157407124992</c:v>
                </c:pt>
                <c:pt idx="28514">
                  <c:v>0.33002314814802958</c:v>
                </c:pt>
                <c:pt idx="28515">
                  <c:v>0.33003472221753327</c:v>
                </c:pt>
                <c:pt idx="28516">
                  <c:v>0.33004629629431292</c:v>
                </c:pt>
                <c:pt idx="28517">
                  <c:v>0.33005787037109258</c:v>
                </c:pt>
                <c:pt idx="28518">
                  <c:v>0.33006944444059627</c:v>
                </c:pt>
                <c:pt idx="28519">
                  <c:v>0.33008101851737592</c:v>
                </c:pt>
                <c:pt idx="28520">
                  <c:v>0.33009259258687962</c:v>
                </c:pt>
                <c:pt idx="28521">
                  <c:v>0.33010416666365927</c:v>
                </c:pt>
                <c:pt idx="28522">
                  <c:v>0.33011574074043892</c:v>
                </c:pt>
                <c:pt idx="28523">
                  <c:v>0.33012731480994262</c:v>
                </c:pt>
                <c:pt idx="28524">
                  <c:v>0.33013888888672227</c:v>
                </c:pt>
                <c:pt idx="28525">
                  <c:v>0.33015046296350192</c:v>
                </c:pt>
                <c:pt idx="28526">
                  <c:v>0.33016203703300562</c:v>
                </c:pt>
                <c:pt idx="28527">
                  <c:v>0.33017361110978527</c:v>
                </c:pt>
                <c:pt idx="28528">
                  <c:v>0.33018518517928896</c:v>
                </c:pt>
                <c:pt idx="28529">
                  <c:v>0.33019675925606862</c:v>
                </c:pt>
                <c:pt idx="28530">
                  <c:v>0.33020833333284827</c:v>
                </c:pt>
                <c:pt idx="28531">
                  <c:v>0.33021990740235196</c:v>
                </c:pt>
                <c:pt idx="28532">
                  <c:v>0.33023148147913162</c:v>
                </c:pt>
                <c:pt idx="28533">
                  <c:v>0.33024305555591127</c:v>
                </c:pt>
                <c:pt idx="28534">
                  <c:v>0.33025462962541496</c:v>
                </c:pt>
                <c:pt idx="28535">
                  <c:v>0.33026620370219462</c:v>
                </c:pt>
                <c:pt idx="28536">
                  <c:v>0.33027777777897427</c:v>
                </c:pt>
                <c:pt idx="28537">
                  <c:v>0.33028935184847796</c:v>
                </c:pt>
                <c:pt idx="28538">
                  <c:v>0.33030092592525762</c:v>
                </c:pt>
                <c:pt idx="28539">
                  <c:v>0.33031249999476131</c:v>
                </c:pt>
                <c:pt idx="28540">
                  <c:v>0.33032407407154096</c:v>
                </c:pt>
                <c:pt idx="28541">
                  <c:v>0.33033564814832062</c:v>
                </c:pt>
                <c:pt idx="28542">
                  <c:v>0.33034722221782431</c:v>
                </c:pt>
                <c:pt idx="28543">
                  <c:v>0.33035879629460396</c:v>
                </c:pt>
                <c:pt idx="28544">
                  <c:v>0.33037037037138361</c:v>
                </c:pt>
                <c:pt idx="28545">
                  <c:v>0.33038194444088731</c:v>
                </c:pt>
                <c:pt idx="28546">
                  <c:v>0.33039351851766696</c:v>
                </c:pt>
                <c:pt idx="28547">
                  <c:v>0.33040509258717066</c:v>
                </c:pt>
                <c:pt idx="28548">
                  <c:v>0.33041666666395031</c:v>
                </c:pt>
                <c:pt idx="28549">
                  <c:v>0.33042824074072996</c:v>
                </c:pt>
                <c:pt idx="28550">
                  <c:v>0.33043981481023366</c:v>
                </c:pt>
                <c:pt idx="28551">
                  <c:v>0.33045138888701331</c:v>
                </c:pt>
                <c:pt idx="28552">
                  <c:v>0.33046296296379296</c:v>
                </c:pt>
                <c:pt idx="28553">
                  <c:v>0.33047453703329666</c:v>
                </c:pt>
                <c:pt idx="28554">
                  <c:v>0.33048611111007631</c:v>
                </c:pt>
                <c:pt idx="28555">
                  <c:v>0.33049768517958</c:v>
                </c:pt>
                <c:pt idx="28556">
                  <c:v>0.33050925925635966</c:v>
                </c:pt>
                <c:pt idx="28557">
                  <c:v>0.33052083333313931</c:v>
                </c:pt>
                <c:pt idx="28558">
                  <c:v>0.330532407402643</c:v>
                </c:pt>
                <c:pt idx="28559">
                  <c:v>0.33054398147942265</c:v>
                </c:pt>
                <c:pt idx="28560">
                  <c:v>0.33055555555620231</c:v>
                </c:pt>
                <c:pt idx="28561">
                  <c:v>0.330567129625706</c:v>
                </c:pt>
                <c:pt idx="28562">
                  <c:v>0.33057870370248565</c:v>
                </c:pt>
                <c:pt idx="28563">
                  <c:v>0.33059027777198935</c:v>
                </c:pt>
                <c:pt idx="28564">
                  <c:v>0.330601851848769</c:v>
                </c:pt>
                <c:pt idx="28565">
                  <c:v>0.33061342592554865</c:v>
                </c:pt>
                <c:pt idx="28566">
                  <c:v>0.33062499999505235</c:v>
                </c:pt>
                <c:pt idx="28567">
                  <c:v>0.330636574071832</c:v>
                </c:pt>
                <c:pt idx="28568">
                  <c:v>0.33064814814861165</c:v>
                </c:pt>
                <c:pt idx="28569">
                  <c:v>0.33065972221811535</c:v>
                </c:pt>
                <c:pt idx="28570">
                  <c:v>0.330671296294895</c:v>
                </c:pt>
                <c:pt idx="28571">
                  <c:v>0.33068287037167465</c:v>
                </c:pt>
                <c:pt idx="28572">
                  <c:v>0.33069444444117835</c:v>
                </c:pt>
                <c:pt idx="28573">
                  <c:v>0.330706018517958</c:v>
                </c:pt>
                <c:pt idx="28574">
                  <c:v>0.3307175925874617</c:v>
                </c:pt>
                <c:pt idx="28575">
                  <c:v>0.33072916666424135</c:v>
                </c:pt>
                <c:pt idx="28576">
                  <c:v>0.330740740741021</c:v>
                </c:pt>
                <c:pt idx="28577">
                  <c:v>0.33075231481052469</c:v>
                </c:pt>
                <c:pt idx="28578">
                  <c:v>0.33076388888730435</c:v>
                </c:pt>
                <c:pt idx="28579">
                  <c:v>0.330775462964084</c:v>
                </c:pt>
                <c:pt idx="28580">
                  <c:v>0.33078703703358769</c:v>
                </c:pt>
                <c:pt idx="28581">
                  <c:v>0.33079861111036735</c:v>
                </c:pt>
                <c:pt idx="28582">
                  <c:v>0.33081018517987104</c:v>
                </c:pt>
                <c:pt idx="28583">
                  <c:v>0.33082175925665069</c:v>
                </c:pt>
                <c:pt idx="28584">
                  <c:v>0.33083333333343035</c:v>
                </c:pt>
                <c:pt idx="28585">
                  <c:v>0.33084490740293404</c:v>
                </c:pt>
                <c:pt idx="28586">
                  <c:v>0.33085648147971369</c:v>
                </c:pt>
                <c:pt idx="28587">
                  <c:v>0.33086805555649335</c:v>
                </c:pt>
                <c:pt idx="28588">
                  <c:v>0.33087962962599704</c:v>
                </c:pt>
                <c:pt idx="28589">
                  <c:v>0.33089120370277669</c:v>
                </c:pt>
                <c:pt idx="28590">
                  <c:v>0.33090277777228039</c:v>
                </c:pt>
                <c:pt idx="28591">
                  <c:v>0.33091435184906004</c:v>
                </c:pt>
                <c:pt idx="28592">
                  <c:v>0.33092592592583969</c:v>
                </c:pt>
                <c:pt idx="28593">
                  <c:v>0.33093749999534339</c:v>
                </c:pt>
                <c:pt idx="28594">
                  <c:v>0.33094907407212304</c:v>
                </c:pt>
                <c:pt idx="28595">
                  <c:v>0.33096064814890269</c:v>
                </c:pt>
                <c:pt idx="28596">
                  <c:v>0.33097222221840639</c:v>
                </c:pt>
                <c:pt idx="28597">
                  <c:v>0.33098379629518604</c:v>
                </c:pt>
                <c:pt idx="28598">
                  <c:v>0.33099537036468973</c:v>
                </c:pt>
                <c:pt idx="28599">
                  <c:v>0.33100694444146939</c:v>
                </c:pt>
                <c:pt idx="28600">
                  <c:v>0.33101851851824904</c:v>
                </c:pt>
                <c:pt idx="28601">
                  <c:v>0.33103009258775273</c:v>
                </c:pt>
                <c:pt idx="28602">
                  <c:v>0.33104166666453239</c:v>
                </c:pt>
                <c:pt idx="28603">
                  <c:v>0.33105324074131204</c:v>
                </c:pt>
                <c:pt idx="28604">
                  <c:v>0.33106481481081573</c:v>
                </c:pt>
                <c:pt idx="28605">
                  <c:v>0.33107638888759539</c:v>
                </c:pt>
                <c:pt idx="28606">
                  <c:v>0.33108796295709908</c:v>
                </c:pt>
                <c:pt idx="28607">
                  <c:v>0.33109953703387873</c:v>
                </c:pt>
                <c:pt idx="28608">
                  <c:v>0.33111111111065838</c:v>
                </c:pt>
                <c:pt idx="28609">
                  <c:v>0.33112268518016208</c:v>
                </c:pt>
                <c:pt idx="28610">
                  <c:v>0.33113425925694173</c:v>
                </c:pt>
                <c:pt idx="28611">
                  <c:v>0.33114583333372138</c:v>
                </c:pt>
                <c:pt idx="28612">
                  <c:v>0.33115740740322508</c:v>
                </c:pt>
                <c:pt idx="28613">
                  <c:v>0.33116898148000473</c:v>
                </c:pt>
                <c:pt idx="28614">
                  <c:v>0.33118055555678438</c:v>
                </c:pt>
                <c:pt idx="28615">
                  <c:v>0.33119212962628808</c:v>
                </c:pt>
                <c:pt idx="28616">
                  <c:v>0.33120370370306773</c:v>
                </c:pt>
                <c:pt idx="28617">
                  <c:v>0.33121527777257143</c:v>
                </c:pt>
                <c:pt idx="28618">
                  <c:v>0.33122685184935108</c:v>
                </c:pt>
                <c:pt idx="28619">
                  <c:v>0.33123842592613073</c:v>
                </c:pt>
                <c:pt idx="28620">
                  <c:v>0.33124999999563443</c:v>
                </c:pt>
                <c:pt idx="28621">
                  <c:v>0.33126157407241408</c:v>
                </c:pt>
                <c:pt idx="28622">
                  <c:v>0.33127314814919373</c:v>
                </c:pt>
                <c:pt idx="28623">
                  <c:v>0.33128472221869742</c:v>
                </c:pt>
                <c:pt idx="28624">
                  <c:v>0.33129629629547708</c:v>
                </c:pt>
                <c:pt idx="28625">
                  <c:v>0.33130787036498077</c:v>
                </c:pt>
                <c:pt idx="28626">
                  <c:v>0.33131944444176042</c:v>
                </c:pt>
                <c:pt idx="28627">
                  <c:v>0.33133101851854008</c:v>
                </c:pt>
                <c:pt idx="28628">
                  <c:v>0.33134259258804377</c:v>
                </c:pt>
                <c:pt idx="28629">
                  <c:v>0.33135416666482342</c:v>
                </c:pt>
                <c:pt idx="28630">
                  <c:v>0.33136574074160308</c:v>
                </c:pt>
                <c:pt idx="28631">
                  <c:v>0.33137731481110677</c:v>
                </c:pt>
                <c:pt idx="28632">
                  <c:v>0.33138888888788642</c:v>
                </c:pt>
                <c:pt idx="28633">
                  <c:v>0.33140046295739012</c:v>
                </c:pt>
                <c:pt idx="28634">
                  <c:v>0.33141203703416977</c:v>
                </c:pt>
                <c:pt idx="28635">
                  <c:v>0.33142361111094942</c:v>
                </c:pt>
                <c:pt idx="28636">
                  <c:v>0.33143518518045312</c:v>
                </c:pt>
                <c:pt idx="28637">
                  <c:v>0.33144675925723277</c:v>
                </c:pt>
                <c:pt idx="28638">
                  <c:v>0.33145833333401242</c:v>
                </c:pt>
                <c:pt idx="28639">
                  <c:v>0.33146990740351612</c:v>
                </c:pt>
                <c:pt idx="28640">
                  <c:v>0.33148148148029577</c:v>
                </c:pt>
                <c:pt idx="28641">
                  <c:v>0.33149305554979946</c:v>
                </c:pt>
                <c:pt idx="28642">
                  <c:v>0.33150462962657912</c:v>
                </c:pt>
                <c:pt idx="28643">
                  <c:v>0.33151620370335877</c:v>
                </c:pt>
                <c:pt idx="28644">
                  <c:v>0.33152777777286246</c:v>
                </c:pt>
                <c:pt idx="28645">
                  <c:v>0.33153935184964212</c:v>
                </c:pt>
                <c:pt idx="28646">
                  <c:v>0.33155092592642177</c:v>
                </c:pt>
                <c:pt idx="28647">
                  <c:v>0.33156249999592546</c:v>
                </c:pt>
                <c:pt idx="28648">
                  <c:v>0.33157407407270512</c:v>
                </c:pt>
                <c:pt idx="28649">
                  <c:v>0.33158564814948477</c:v>
                </c:pt>
                <c:pt idx="28650">
                  <c:v>0.33159722221898846</c:v>
                </c:pt>
                <c:pt idx="28651">
                  <c:v>0.33160879629576812</c:v>
                </c:pt>
                <c:pt idx="28652">
                  <c:v>0.33162037036527181</c:v>
                </c:pt>
                <c:pt idx="28653">
                  <c:v>0.33163194444205146</c:v>
                </c:pt>
                <c:pt idx="28654">
                  <c:v>0.33164351851883112</c:v>
                </c:pt>
                <c:pt idx="28655">
                  <c:v>0.33165509258833481</c:v>
                </c:pt>
                <c:pt idx="28656">
                  <c:v>0.33166666666511446</c:v>
                </c:pt>
                <c:pt idx="28657">
                  <c:v>0.33167824074189411</c:v>
                </c:pt>
                <c:pt idx="28658">
                  <c:v>0.33168981481139781</c:v>
                </c:pt>
                <c:pt idx="28659">
                  <c:v>0.33170138888817746</c:v>
                </c:pt>
                <c:pt idx="28660">
                  <c:v>0.33171296295768116</c:v>
                </c:pt>
                <c:pt idx="28661">
                  <c:v>0.33172453703446081</c:v>
                </c:pt>
                <c:pt idx="28662">
                  <c:v>0.33173611111124046</c:v>
                </c:pt>
                <c:pt idx="28663">
                  <c:v>0.33174768518074416</c:v>
                </c:pt>
                <c:pt idx="28664">
                  <c:v>0.33175925925752381</c:v>
                </c:pt>
                <c:pt idx="28665">
                  <c:v>0.33177083333430346</c:v>
                </c:pt>
                <c:pt idx="28666">
                  <c:v>0.33178240740380716</c:v>
                </c:pt>
                <c:pt idx="28667">
                  <c:v>0.33179398148058681</c:v>
                </c:pt>
                <c:pt idx="28668">
                  <c:v>0.3318055555500905</c:v>
                </c:pt>
                <c:pt idx="28669">
                  <c:v>0.33181712962687016</c:v>
                </c:pt>
                <c:pt idx="28670">
                  <c:v>0.33182870370364981</c:v>
                </c:pt>
                <c:pt idx="28671">
                  <c:v>0.3318402777731535</c:v>
                </c:pt>
                <c:pt idx="28672">
                  <c:v>0.33185185184993315</c:v>
                </c:pt>
                <c:pt idx="28673">
                  <c:v>0.33186342592671281</c:v>
                </c:pt>
                <c:pt idx="28674">
                  <c:v>0.3318749999962165</c:v>
                </c:pt>
                <c:pt idx="28675">
                  <c:v>0.33188657407299615</c:v>
                </c:pt>
                <c:pt idx="28676">
                  <c:v>0.33189814814249985</c:v>
                </c:pt>
                <c:pt idx="28677">
                  <c:v>0.3319097222192795</c:v>
                </c:pt>
                <c:pt idx="28678">
                  <c:v>0.33192129629605915</c:v>
                </c:pt>
                <c:pt idx="28679">
                  <c:v>0.33193287036556285</c:v>
                </c:pt>
                <c:pt idx="28680">
                  <c:v>0.3319444444423425</c:v>
                </c:pt>
                <c:pt idx="28681">
                  <c:v>0.33195601851912215</c:v>
                </c:pt>
                <c:pt idx="28682">
                  <c:v>0.33196759258862585</c:v>
                </c:pt>
                <c:pt idx="28683">
                  <c:v>0.3319791666654055</c:v>
                </c:pt>
                <c:pt idx="28684">
                  <c:v>0.3319907407349092</c:v>
                </c:pt>
                <c:pt idx="28685">
                  <c:v>0.33200231481168885</c:v>
                </c:pt>
                <c:pt idx="28686">
                  <c:v>0.3320138888884685</c:v>
                </c:pt>
                <c:pt idx="28687">
                  <c:v>0.33202546295797219</c:v>
                </c:pt>
                <c:pt idx="28688">
                  <c:v>0.33203703703475185</c:v>
                </c:pt>
                <c:pt idx="28689">
                  <c:v>0.3320486111115315</c:v>
                </c:pt>
                <c:pt idx="28690">
                  <c:v>0.33206018518103519</c:v>
                </c:pt>
                <c:pt idx="28691">
                  <c:v>0.33207175925781485</c:v>
                </c:pt>
                <c:pt idx="28692">
                  <c:v>0.3320833333345945</c:v>
                </c:pt>
                <c:pt idx="28693">
                  <c:v>0.33209490740409819</c:v>
                </c:pt>
                <c:pt idx="28694">
                  <c:v>0.33210648148087785</c:v>
                </c:pt>
                <c:pt idx="28695">
                  <c:v>0.33211805555038154</c:v>
                </c:pt>
                <c:pt idx="28696">
                  <c:v>0.33212962962716119</c:v>
                </c:pt>
                <c:pt idx="28697">
                  <c:v>0.33214120370394085</c:v>
                </c:pt>
                <c:pt idx="28698">
                  <c:v>0.33215277777344454</c:v>
                </c:pt>
                <c:pt idx="28699">
                  <c:v>0.33216435185022419</c:v>
                </c:pt>
                <c:pt idx="28700">
                  <c:v>0.33217592592700385</c:v>
                </c:pt>
                <c:pt idx="28701">
                  <c:v>0.33218749999650754</c:v>
                </c:pt>
                <c:pt idx="28702">
                  <c:v>0.33219907407328719</c:v>
                </c:pt>
                <c:pt idx="28703">
                  <c:v>0.33221064814279089</c:v>
                </c:pt>
                <c:pt idx="28704">
                  <c:v>0.33222222221957054</c:v>
                </c:pt>
                <c:pt idx="28705">
                  <c:v>0.33223379629635019</c:v>
                </c:pt>
                <c:pt idx="28706">
                  <c:v>0.33224537036585389</c:v>
                </c:pt>
                <c:pt idx="28707">
                  <c:v>0.33225694444263354</c:v>
                </c:pt>
                <c:pt idx="28708">
                  <c:v>0.33226851851941319</c:v>
                </c:pt>
                <c:pt idx="28709">
                  <c:v>0.33228009258891689</c:v>
                </c:pt>
                <c:pt idx="28710">
                  <c:v>0.33229166666569654</c:v>
                </c:pt>
                <c:pt idx="28711">
                  <c:v>0.33230324073520023</c:v>
                </c:pt>
                <c:pt idx="28712">
                  <c:v>0.33231481481197989</c:v>
                </c:pt>
                <c:pt idx="28713">
                  <c:v>0.33232638888875954</c:v>
                </c:pt>
                <c:pt idx="28714">
                  <c:v>0.33233796295826323</c:v>
                </c:pt>
                <c:pt idx="28715">
                  <c:v>0.33234953703504289</c:v>
                </c:pt>
                <c:pt idx="28716">
                  <c:v>0.33236111111182254</c:v>
                </c:pt>
                <c:pt idx="28717">
                  <c:v>0.33237268518132623</c:v>
                </c:pt>
                <c:pt idx="28718">
                  <c:v>0.33238425925810589</c:v>
                </c:pt>
                <c:pt idx="28719">
                  <c:v>0.33239583332760958</c:v>
                </c:pt>
                <c:pt idx="28720">
                  <c:v>0.33240740740438923</c:v>
                </c:pt>
                <c:pt idx="28721">
                  <c:v>0.33241898148116888</c:v>
                </c:pt>
                <c:pt idx="28722">
                  <c:v>0.33243055555067258</c:v>
                </c:pt>
                <c:pt idx="28723">
                  <c:v>0.33244212962745223</c:v>
                </c:pt>
                <c:pt idx="28724">
                  <c:v>0.33245370370423188</c:v>
                </c:pt>
                <c:pt idx="28725">
                  <c:v>0.33246527777373558</c:v>
                </c:pt>
                <c:pt idx="28726">
                  <c:v>0.33247685185051523</c:v>
                </c:pt>
                <c:pt idx="28727">
                  <c:v>0.33248842592001893</c:v>
                </c:pt>
                <c:pt idx="28728">
                  <c:v>0.33249999999679858</c:v>
                </c:pt>
                <c:pt idx="28729">
                  <c:v>0.33251157407357823</c:v>
                </c:pt>
                <c:pt idx="28730">
                  <c:v>0.33252314814308193</c:v>
                </c:pt>
                <c:pt idx="28731">
                  <c:v>0.33253472221986158</c:v>
                </c:pt>
                <c:pt idx="28732">
                  <c:v>0.33254629629664123</c:v>
                </c:pt>
                <c:pt idx="28733">
                  <c:v>0.33255787036614493</c:v>
                </c:pt>
                <c:pt idx="28734">
                  <c:v>0.33256944444292458</c:v>
                </c:pt>
                <c:pt idx="28735">
                  <c:v>0.33258101851970423</c:v>
                </c:pt>
                <c:pt idx="28736">
                  <c:v>0.33259259258920792</c:v>
                </c:pt>
                <c:pt idx="28737">
                  <c:v>0.33260416666598758</c:v>
                </c:pt>
                <c:pt idx="28738">
                  <c:v>0.33261574073549127</c:v>
                </c:pt>
                <c:pt idx="28739">
                  <c:v>0.33262731481227092</c:v>
                </c:pt>
                <c:pt idx="28740">
                  <c:v>0.33263888888905058</c:v>
                </c:pt>
                <c:pt idx="28741">
                  <c:v>0.33265046295855427</c:v>
                </c:pt>
                <c:pt idx="28742">
                  <c:v>0.33266203703533392</c:v>
                </c:pt>
                <c:pt idx="28743">
                  <c:v>0.33267361111211358</c:v>
                </c:pt>
                <c:pt idx="28744">
                  <c:v>0.33268518518161727</c:v>
                </c:pt>
                <c:pt idx="28745">
                  <c:v>0.33269675925839692</c:v>
                </c:pt>
                <c:pt idx="28746">
                  <c:v>0.33270833332790062</c:v>
                </c:pt>
                <c:pt idx="28747">
                  <c:v>0.33271990740468027</c:v>
                </c:pt>
                <c:pt idx="28748">
                  <c:v>0.33273148148145992</c:v>
                </c:pt>
                <c:pt idx="28749">
                  <c:v>0.33274305555096362</c:v>
                </c:pt>
                <c:pt idx="28750">
                  <c:v>0.33275462962774327</c:v>
                </c:pt>
                <c:pt idx="28751">
                  <c:v>0.33276620370452292</c:v>
                </c:pt>
                <c:pt idx="28752">
                  <c:v>0.33277777777402662</c:v>
                </c:pt>
                <c:pt idx="28753">
                  <c:v>0.33278935185080627</c:v>
                </c:pt>
                <c:pt idx="28754">
                  <c:v>0.33280092592030996</c:v>
                </c:pt>
                <c:pt idx="28755">
                  <c:v>0.33281249999708962</c:v>
                </c:pt>
                <c:pt idx="28756">
                  <c:v>0.33282407407386927</c:v>
                </c:pt>
                <c:pt idx="28757">
                  <c:v>0.33283564814337296</c:v>
                </c:pt>
                <c:pt idx="28758">
                  <c:v>0.33284722222015262</c:v>
                </c:pt>
                <c:pt idx="28759">
                  <c:v>0.33285879629693227</c:v>
                </c:pt>
                <c:pt idx="28760">
                  <c:v>0.33287037036643596</c:v>
                </c:pt>
                <c:pt idx="28761">
                  <c:v>0.33288194444321562</c:v>
                </c:pt>
                <c:pt idx="28762">
                  <c:v>0.33289351851271931</c:v>
                </c:pt>
                <c:pt idx="28763">
                  <c:v>0.33290509258949896</c:v>
                </c:pt>
                <c:pt idx="28764">
                  <c:v>0.33291666666627862</c:v>
                </c:pt>
                <c:pt idx="28765">
                  <c:v>0.33292824073578231</c:v>
                </c:pt>
                <c:pt idx="28766">
                  <c:v>0.33293981481256196</c:v>
                </c:pt>
                <c:pt idx="28767">
                  <c:v>0.33295138888934162</c:v>
                </c:pt>
                <c:pt idx="28768">
                  <c:v>0.33296296295884531</c:v>
                </c:pt>
                <c:pt idx="28769">
                  <c:v>0.33297453703562496</c:v>
                </c:pt>
                <c:pt idx="28770">
                  <c:v>0.33298611111240461</c:v>
                </c:pt>
                <c:pt idx="28771">
                  <c:v>0.33299768518190831</c:v>
                </c:pt>
                <c:pt idx="28772">
                  <c:v>0.33300925925868796</c:v>
                </c:pt>
                <c:pt idx="28773">
                  <c:v>0.33302083332819166</c:v>
                </c:pt>
                <c:pt idx="28774">
                  <c:v>0.33303240740497131</c:v>
                </c:pt>
                <c:pt idx="28775">
                  <c:v>0.33304398148175096</c:v>
                </c:pt>
                <c:pt idx="28776">
                  <c:v>0.33305555555125466</c:v>
                </c:pt>
                <c:pt idx="28777">
                  <c:v>0.33306712962803431</c:v>
                </c:pt>
                <c:pt idx="28778">
                  <c:v>0.33307870370481396</c:v>
                </c:pt>
                <c:pt idx="28779">
                  <c:v>0.33309027777431766</c:v>
                </c:pt>
                <c:pt idx="28780">
                  <c:v>0.33310185185109731</c:v>
                </c:pt>
                <c:pt idx="28781">
                  <c:v>0.333113425920601</c:v>
                </c:pt>
                <c:pt idx="28782">
                  <c:v>0.33312499999738066</c:v>
                </c:pt>
                <c:pt idx="28783">
                  <c:v>0.33313657407416031</c:v>
                </c:pt>
                <c:pt idx="28784">
                  <c:v>0.333148148143664</c:v>
                </c:pt>
                <c:pt idx="28785">
                  <c:v>0.33315972222044365</c:v>
                </c:pt>
                <c:pt idx="28786">
                  <c:v>0.33317129629722331</c:v>
                </c:pt>
                <c:pt idx="28787">
                  <c:v>0.333182870366727</c:v>
                </c:pt>
                <c:pt idx="28788">
                  <c:v>0.33319444444350665</c:v>
                </c:pt>
                <c:pt idx="28789">
                  <c:v>0.33320601851301035</c:v>
                </c:pt>
                <c:pt idx="28790">
                  <c:v>0.33321759258979</c:v>
                </c:pt>
                <c:pt idx="28791">
                  <c:v>0.33322916666656965</c:v>
                </c:pt>
                <c:pt idx="28792">
                  <c:v>0.33324074073607335</c:v>
                </c:pt>
                <c:pt idx="28793">
                  <c:v>0.333252314812853</c:v>
                </c:pt>
                <c:pt idx="28794">
                  <c:v>0.33326388888963265</c:v>
                </c:pt>
                <c:pt idx="28795">
                  <c:v>0.33327546295913635</c:v>
                </c:pt>
                <c:pt idx="28796">
                  <c:v>0.333287037035916</c:v>
                </c:pt>
                <c:pt idx="28797">
                  <c:v>0.3332986111054197</c:v>
                </c:pt>
                <c:pt idx="28798">
                  <c:v>0.33331018518219935</c:v>
                </c:pt>
                <c:pt idx="28799">
                  <c:v>0.333321759258979</c:v>
                </c:pt>
                <c:pt idx="28800">
                  <c:v>0.33333333332848269</c:v>
                </c:pt>
                <c:pt idx="28801">
                  <c:v>0.33334490740526235</c:v>
                </c:pt>
                <c:pt idx="28802">
                  <c:v>0.333356481482042</c:v>
                </c:pt>
                <c:pt idx="28803">
                  <c:v>0.33336805555154569</c:v>
                </c:pt>
                <c:pt idx="28804">
                  <c:v>0.33337962962832535</c:v>
                </c:pt>
                <c:pt idx="28805">
                  <c:v>0.33339120369782904</c:v>
                </c:pt>
                <c:pt idx="28806">
                  <c:v>0.33340277777460869</c:v>
                </c:pt>
                <c:pt idx="28807">
                  <c:v>0.33341435185138835</c:v>
                </c:pt>
                <c:pt idx="28808">
                  <c:v>0.33342592592089204</c:v>
                </c:pt>
                <c:pt idx="28809">
                  <c:v>0.33343749999767169</c:v>
                </c:pt>
                <c:pt idx="28810">
                  <c:v>0.33344907407445135</c:v>
                </c:pt>
                <c:pt idx="28811">
                  <c:v>0.33346064814395504</c:v>
                </c:pt>
                <c:pt idx="28812">
                  <c:v>0.33347222222073469</c:v>
                </c:pt>
                <c:pt idx="28813">
                  <c:v>0.33348379629751435</c:v>
                </c:pt>
                <c:pt idx="28814">
                  <c:v>0.33349537036701804</c:v>
                </c:pt>
                <c:pt idx="28815">
                  <c:v>0.33350694444379769</c:v>
                </c:pt>
                <c:pt idx="28816">
                  <c:v>0.33351851851330139</c:v>
                </c:pt>
                <c:pt idx="28817">
                  <c:v>0.33353009259008104</c:v>
                </c:pt>
                <c:pt idx="28818">
                  <c:v>0.33354166666686069</c:v>
                </c:pt>
                <c:pt idx="28819">
                  <c:v>0.33355324073636439</c:v>
                </c:pt>
                <c:pt idx="28820">
                  <c:v>0.33356481481314404</c:v>
                </c:pt>
                <c:pt idx="28821">
                  <c:v>0.33357638888992369</c:v>
                </c:pt>
                <c:pt idx="28822">
                  <c:v>0.33358796295942739</c:v>
                </c:pt>
                <c:pt idx="28823">
                  <c:v>0.33359953703620704</c:v>
                </c:pt>
                <c:pt idx="28824">
                  <c:v>0.33361111110571073</c:v>
                </c:pt>
                <c:pt idx="28825">
                  <c:v>0.33362268518249039</c:v>
                </c:pt>
                <c:pt idx="28826">
                  <c:v>0.33363425925927004</c:v>
                </c:pt>
                <c:pt idx="28827">
                  <c:v>0.33364583332877373</c:v>
                </c:pt>
                <c:pt idx="28828">
                  <c:v>0.33365740740555339</c:v>
                </c:pt>
                <c:pt idx="28829">
                  <c:v>0.33366898148233304</c:v>
                </c:pt>
                <c:pt idx="28830">
                  <c:v>0.33368055555183673</c:v>
                </c:pt>
                <c:pt idx="28831">
                  <c:v>0.33369212962861639</c:v>
                </c:pt>
                <c:pt idx="28832">
                  <c:v>0.33370370369812008</c:v>
                </c:pt>
                <c:pt idx="28833">
                  <c:v>0.33371527777489973</c:v>
                </c:pt>
                <c:pt idx="28834">
                  <c:v>0.33372685185167938</c:v>
                </c:pt>
                <c:pt idx="28835">
                  <c:v>0.33373842592118308</c:v>
                </c:pt>
                <c:pt idx="28836">
                  <c:v>0.33374999999796273</c:v>
                </c:pt>
                <c:pt idx="28837">
                  <c:v>0.33376157407474238</c:v>
                </c:pt>
                <c:pt idx="28838">
                  <c:v>0.33377314814424608</c:v>
                </c:pt>
                <c:pt idx="28839">
                  <c:v>0.33378472222102573</c:v>
                </c:pt>
                <c:pt idx="28840">
                  <c:v>0.33379629629052943</c:v>
                </c:pt>
                <c:pt idx="28841">
                  <c:v>0.33380787036730908</c:v>
                </c:pt>
                <c:pt idx="28842">
                  <c:v>0.33381944444408873</c:v>
                </c:pt>
                <c:pt idx="28843">
                  <c:v>0.33383101851359243</c:v>
                </c:pt>
                <c:pt idx="28844">
                  <c:v>0.33384259259037208</c:v>
                </c:pt>
                <c:pt idx="28845">
                  <c:v>0.33385416666715173</c:v>
                </c:pt>
                <c:pt idx="28846">
                  <c:v>0.33386574073665543</c:v>
                </c:pt>
                <c:pt idx="28847">
                  <c:v>0.33387731481343508</c:v>
                </c:pt>
                <c:pt idx="28848">
                  <c:v>0.33388888889021473</c:v>
                </c:pt>
                <c:pt idx="28849">
                  <c:v>0.33390046295971842</c:v>
                </c:pt>
                <c:pt idx="28850">
                  <c:v>0.33391203703649808</c:v>
                </c:pt>
                <c:pt idx="28851">
                  <c:v>0.33392361110600177</c:v>
                </c:pt>
                <c:pt idx="28852">
                  <c:v>0.33393518518278142</c:v>
                </c:pt>
                <c:pt idx="28853">
                  <c:v>0.33394675925956108</c:v>
                </c:pt>
                <c:pt idx="28854">
                  <c:v>0.33395833332906477</c:v>
                </c:pt>
                <c:pt idx="28855">
                  <c:v>0.33396990740584442</c:v>
                </c:pt>
                <c:pt idx="28856">
                  <c:v>0.33398148148262408</c:v>
                </c:pt>
                <c:pt idx="28857">
                  <c:v>0.33399305555212777</c:v>
                </c:pt>
                <c:pt idx="28858">
                  <c:v>0.33400462962890742</c:v>
                </c:pt>
                <c:pt idx="28859">
                  <c:v>0.33401620369841112</c:v>
                </c:pt>
                <c:pt idx="28860">
                  <c:v>0.33402777777519077</c:v>
                </c:pt>
                <c:pt idx="28861">
                  <c:v>0.33403935185197042</c:v>
                </c:pt>
                <c:pt idx="28862">
                  <c:v>0.33405092592147412</c:v>
                </c:pt>
                <c:pt idx="28863">
                  <c:v>0.33406249999825377</c:v>
                </c:pt>
                <c:pt idx="28864">
                  <c:v>0.33407407407503342</c:v>
                </c:pt>
                <c:pt idx="28865">
                  <c:v>0.33408564814453712</c:v>
                </c:pt>
                <c:pt idx="28866">
                  <c:v>0.33409722222131677</c:v>
                </c:pt>
                <c:pt idx="28867">
                  <c:v>0.33410879629082046</c:v>
                </c:pt>
                <c:pt idx="28868">
                  <c:v>0.33412037036760012</c:v>
                </c:pt>
                <c:pt idx="28869">
                  <c:v>0.33413194444437977</c:v>
                </c:pt>
                <c:pt idx="28870">
                  <c:v>0.33414351851388346</c:v>
                </c:pt>
                <c:pt idx="28871">
                  <c:v>0.33415509259066312</c:v>
                </c:pt>
                <c:pt idx="28872">
                  <c:v>0.33416666666744277</c:v>
                </c:pt>
                <c:pt idx="28873">
                  <c:v>0.33417824073694646</c:v>
                </c:pt>
                <c:pt idx="28874">
                  <c:v>0.33418981481372612</c:v>
                </c:pt>
                <c:pt idx="28875">
                  <c:v>0.33420138888322981</c:v>
                </c:pt>
                <c:pt idx="28876">
                  <c:v>0.33421296296000946</c:v>
                </c:pt>
                <c:pt idx="28877">
                  <c:v>0.33422453703678912</c:v>
                </c:pt>
                <c:pt idx="28878">
                  <c:v>0.33423611110629281</c:v>
                </c:pt>
                <c:pt idx="28879">
                  <c:v>0.33424768518307246</c:v>
                </c:pt>
                <c:pt idx="28880">
                  <c:v>0.33425925925985212</c:v>
                </c:pt>
                <c:pt idx="28881">
                  <c:v>0.33427083332935581</c:v>
                </c:pt>
                <c:pt idx="28882">
                  <c:v>0.33428240740613546</c:v>
                </c:pt>
                <c:pt idx="28883">
                  <c:v>0.33429398147563916</c:v>
                </c:pt>
                <c:pt idx="28884">
                  <c:v>0.33430555555241881</c:v>
                </c:pt>
                <c:pt idx="28885">
                  <c:v>0.33431712962919846</c:v>
                </c:pt>
                <c:pt idx="28886">
                  <c:v>0.33432870369870216</c:v>
                </c:pt>
                <c:pt idx="28887">
                  <c:v>0.33434027777548181</c:v>
                </c:pt>
                <c:pt idx="28888">
                  <c:v>0.33435185185226146</c:v>
                </c:pt>
                <c:pt idx="28889">
                  <c:v>0.33436342592176516</c:v>
                </c:pt>
                <c:pt idx="28890">
                  <c:v>0.33437499999854481</c:v>
                </c:pt>
                <c:pt idx="28891">
                  <c:v>0.33438657407532446</c:v>
                </c:pt>
                <c:pt idx="28892">
                  <c:v>0.33439814814482816</c:v>
                </c:pt>
                <c:pt idx="28893">
                  <c:v>0.33440972222160781</c:v>
                </c:pt>
                <c:pt idx="28894">
                  <c:v>0.3344212962911115</c:v>
                </c:pt>
                <c:pt idx="28895">
                  <c:v>0.33443287036789116</c:v>
                </c:pt>
                <c:pt idx="28896">
                  <c:v>0.33444444444467081</c:v>
                </c:pt>
                <c:pt idx="28897">
                  <c:v>0.3344560185141745</c:v>
                </c:pt>
                <c:pt idx="28898">
                  <c:v>0.33446759259095415</c:v>
                </c:pt>
                <c:pt idx="28899">
                  <c:v>0.33447916666773381</c:v>
                </c:pt>
                <c:pt idx="28900">
                  <c:v>0.3344907407372375</c:v>
                </c:pt>
                <c:pt idx="28901">
                  <c:v>0.33450231481401715</c:v>
                </c:pt>
                <c:pt idx="28902">
                  <c:v>0.33451388888352085</c:v>
                </c:pt>
                <c:pt idx="28903">
                  <c:v>0.3345254629603005</c:v>
                </c:pt>
                <c:pt idx="28904">
                  <c:v>0.33453703703708015</c:v>
                </c:pt>
                <c:pt idx="28905">
                  <c:v>0.33454861110658385</c:v>
                </c:pt>
                <c:pt idx="28906">
                  <c:v>0.3345601851833635</c:v>
                </c:pt>
                <c:pt idx="28907">
                  <c:v>0.33457175926014315</c:v>
                </c:pt>
                <c:pt idx="28908">
                  <c:v>0.33458333332964685</c:v>
                </c:pt>
                <c:pt idx="28909">
                  <c:v>0.3345949074064265</c:v>
                </c:pt>
                <c:pt idx="28910">
                  <c:v>0.3346064814759302</c:v>
                </c:pt>
                <c:pt idx="28911">
                  <c:v>0.33461805555270985</c:v>
                </c:pt>
                <c:pt idx="28912">
                  <c:v>0.3346296296294895</c:v>
                </c:pt>
                <c:pt idx="28913">
                  <c:v>0.33464120369899319</c:v>
                </c:pt>
                <c:pt idx="28914">
                  <c:v>0.33465277777577285</c:v>
                </c:pt>
                <c:pt idx="28915">
                  <c:v>0.3346643518525525</c:v>
                </c:pt>
                <c:pt idx="28916">
                  <c:v>0.33467592592205619</c:v>
                </c:pt>
                <c:pt idx="28917">
                  <c:v>0.33468749999883585</c:v>
                </c:pt>
                <c:pt idx="28918">
                  <c:v>0.33469907406833954</c:v>
                </c:pt>
                <c:pt idx="28919">
                  <c:v>0.33471064814511919</c:v>
                </c:pt>
                <c:pt idx="28920">
                  <c:v>0.33472222222189885</c:v>
                </c:pt>
                <c:pt idx="28921">
                  <c:v>0.33473379629140254</c:v>
                </c:pt>
                <c:pt idx="28922">
                  <c:v>0.33474537036818219</c:v>
                </c:pt>
                <c:pt idx="28923">
                  <c:v>0.33475694444496185</c:v>
                </c:pt>
                <c:pt idx="28924">
                  <c:v>0.33476851851446554</c:v>
                </c:pt>
                <c:pt idx="28925">
                  <c:v>0.33478009259124519</c:v>
                </c:pt>
                <c:pt idx="28926">
                  <c:v>0.33479166666074889</c:v>
                </c:pt>
                <c:pt idx="28927">
                  <c:v>0.33480324073752854</c:v>
                </c:pt>
                <c:pt idx="28928">
                  <c:v>0.33481481481430819</c:v>
                </c:pt>
                <c:pt idx="28929">
                  <c:v>0.33482638888381189</c:v>
                </c:pt>
                <c:pt idx="28930">
                  <c:v>0.33483796296059154</c:v>
                </c:pt>
                <c:pt idx="28931">
                  <c:v>0.33484953703737119</c:v>
                </c:pt>
                <c:pt idx="28932">
                  <c:v>0.33486111110687489</c:v>
                </c:pt>
                <c:pt idx="28933">
                  <c:v>0.33487268518365454</c:v>
                </c:pt>
                <c:pt idx="28934">
                  <c:v>0.33488425926043419</c:v>
                </c:pt>
                <c:pt idx="28935">
                  <c:v>0.33489583332993789</c:v>
                </c:pt>
                <c:pt idx="28936">
                  <c:v>0.33490740740671754</c:v>
                </c:pt>
                <c:pt idx="28937">
                  <c:v>0.33491898147622123</c:v>
                </c:pt>
                <c:pt idx="28938">
                  <c:v>0.33493055555300089</c:v>
                </c:pt>
                <c:pt idx="28939">
                  <c:v>0.33494212962978054</c:v>
                </c:pt>
                <c:pt idx="28940">
                  <c:v>0.33495370369928423</c:v>
                </c:pt>
                <c:pt idx="28941">
                  <c:v>0.33496527777606389</c:v>
                </c:pt>
                <c:pt idx="28942">
                  <c:v>0.33497685185284354</c:v>
                </c:pt>
                <c:pt idx="28943">
                  <c:v>0.33498842592234723</c:v>
                </c:pt>
                <c:pt idx="28944">
                  <c:v>0.33499999999912689</c:v>
                </c:pt>
                <c:pt idx="28945">
                  <c:v>0.33501157406863058</c:v>
                </c:pt>
                <c:pt idx="28946">
                  <c:v>0.33502314814541023</c:v>
                </c:pt>
                <c:pt idx="28947">
                  <c:v>0.33503472222218988</c:v>
                </c:pt>
                <c:pt idx="28948">
                  <c:v>0.33504629629169358</c:v>
                </c:pt>
                <c:pt idx="28949">
                  <c:v>0.33505787036847323</c:v>
                </c:pt>
                <c:pt idx="28950">
                  <c:v>0.33506944444525288</c:v>
                </c:pt>
                <c:pt idx="28951">
                  <c:v>0.33508101851475658</c:v>
                </c:pt>
                <c:pt idx="28952">
                  <c:v>0.33509259259153623</c:v>
                </c:pt>
                <c:pt idx="28953">
                  <c:v>0.33510416666103993</c:v>
                </c:pt>
                <c:pt idx="28954">
                  <c:v>0.33511574073781958</c:v>
                </c:pt>
                <c:pt idx="28955">
                  <c:v>0.33512731481459923</c:v>
                </c:pt>
                <c:pt idx="28956">
                  <c:v>0.33513888888410293</c:v>
                </c:pt>
                <c:pt idx="28957">
                  <c:v>0.33515046296088258</c:v>
                </c:pt>
                <c:pt idx="28958">
                  <c:v>0.33516203703766223</c:v>
                </c:pt>
                <c:pt idx="28959">
                  <c:v>0.33517361110716593</c:v>
                </c:pt>
                <c:pt idx="28960">
                  <c:v>0.33518518518394558</c:v>
                </c:pt>
                <c:pt idx="28961">
                  <c:v>0.33519675925344927</c:v>
                </c:pt>
                <c:pt idx="28962">
                  <c:v>0.33520833333022892</c:v>
                </c:pt>
                <c:pt idx="28963">
                  <c:v>0.33521990740700858</c:v>
                </c:pt>
                <c:pt idx="28964">
                  <c:v>0.33523148147651227</c:v>
                </c:pt>
                <c:pt idx="28965">
                  <c:v>0.33524305555329192</c:v>
                </c:pt>
                <c:pt idx="28966">
                  <c:v>0.33525462963007158</c:v>
                </c:pt>
                <c:pt idx="28967">
                  <c:v>0.33526620369957527</c:v>
                </c:pt>
                <c:pt idx="28968">
                  <c:v>0.33527777777635492</c:v>
                </c:pt>
                <c:pt idx="28969">
                  <c:v>0.33528935185313458</c:v>
                </c:pt>
                <c:pt idx="28970">
                  <c:v>0.33530092592263827</c:v>
                </c:pt>
                <c:pt idx="28971">
                  <c:v>0.33531249999941792</c:v>
                </c:pt>
                <c:pt idx="28972">
                  <c:v>0.33532407406892162</c:v>
                </c:pt>
                <c:pt idx="28973">
                  <c:v>0.33533564814570127</c:v>
                </c:pt>
                <c:pt idx="28974">
                  <c:v>0.33534722222248092</c:v>
                </c:pt>
                <c:pt idx="28975">
                  <c:v>0.33535879629198462</c:v>
                </c:pt>
                <c:pt idx="28976">
                  <c:v>0.33537037036876427</c:v>
                </c:pt>
                <c:pt idx="28977">
                  <c:v>0.33538194444554392</c:v>
                </c:pt>
                <c:pt idx="28978">
                  <c:v>0.33539351851504762</c:v>
                </c:pt>
                <c:pt idx="28979">
                  <c:v>0.33540509259182727</c:v>
                </c:pt>
                <c:pt idx="28980">
                  <c:v>0.33541666666133096</c:v>
                </c:pt>
                <c:pt idx="28981">
                  <c:v>0.33542824073811062</c:v>
                </c:pt>
                <c:pt idx="28982">
                  <c:v>0.33543981481489027</c:v>
                </c:pt>
                <c:pt idx="28983">
                  <c:v>0.33545138888439396</c:v>
                </c:pt>
                <c:pt idx="28984">
                  <c:v>0.33546296296117362</c:v>
                </c:pt>
                <c:pt idx="28985">
                  <c:v>0.33547453703795327</c:v>
                </c:pt>
                <c:pt idx="28986">
                  <c:v>0.33548611110745696</c:v>
                </c:pt>
                <c:pt idx="28987">
                  <c:v>0.33549768518423662</c:v>
                </c:pt>
                <c:pt idx="28988">
                  <c:v>0.33550925925374031</c:v>
                </c:pt>
                <c:pt idx="28989">
                  <c:v>0.33552083333051996</c:v>
                </c:pt>
                <c:pt idx="28990">
                  <c:v>0.33553240740729962</c:v>
                </c:pt>
                <c:pt idx="28991">
                  <c:v>0.33554398147680331</c:v>
                </c:pt>
                <c:pt idx="28992">
                  <c:v>0.33555555555358296</c:v>
                </c:pt>
                <c:pt idx="28993">
                  <c:v>0.33556712963036261</c:v>
                </c:pt>
                <c:pt idx="28994">
                  <c:v>0.33557870369986631</c:v>
                </c:pt>
                <c:pt idx="28995">
                  <c:v>0.33559027777664596</c:v>
                </c:pt>
                <c:pt idx="28996">
                  <c:v>0.33560185184614966</c:v>
                </c:pt>
                <c:pt idx="28997">
                  <c:v>0.33561342592292931</c:v>
                </c:pt>
                <c:pt idx="28998">
                  <c:v>0.33562499999970896</c:v>
                </c:pt>
                <c:pt idx="28999">
                  <c:v>0.33563657406921266</c:v>
                </c:pt>
                <c:pt idx="29000">
                  <c:v>0.33564814814599231</c:v>
                </c:pt>
                <c:pt idx="29001">
                  <c:v>0.33565972222277196</c:v>
                </c:pt>
                <c:pt idx="29002">
                  <c:v>0.33567129629227566</c:v>
                </c:pt>
                <c:pt idx="29003">
                  <c:v>0.33568287036905531</c:v>
                </c:pt>
                <c:pt idx="29004">
                  <c:v>0.335694444438559</c:v>
                </c:pt>
                <c:pt idx="29005">
                  <c:v>0.33570601851533866</c:v>
                </c:pt>
                <c:pt idx="29006">
                  <c:v>0.33571759259211831</c:v>
                </c:pt>
                <c:pt idx="29007">
                  <c:v>0.335729166661622</c:v>
                </c:pt>
                <c:pt idx="29008">
                  <c:v>0.33574074073840166</c:v>
                </c:pt>
                <c:pt idx="29009">
                  <c:v>0.33575231481518131</c:v>
                </c:pt>
                <c:pt idx="29010">
                  <c:v>0.335763888884685</c:v>
                </c:pt>
                <c:pt idx="29011">
                  <c:v>0.33577546296146465</c:v>
                </c:pt>
                <c:pt idx="29012">
                  <c:v>0.33578703703824431</c:v>
                </c:pt>
                <c:pt idx="29013">
                  <c:v>0.335798611107748</c:v>
                </c:pt>
                <c:pt idx="29014">
                  <c:v>0.33581018518452765</c:v>
                </c:pt>
                <c:pt idx="29015">
                  <c:v>0.33582175925403135</c:v>
                </c:pt>
                <c:pt idx="29016">
                  <c:v>0.335833333330811</c:v>
                </c:pt>
                <c:pt idx="29017">
                  <c:v>0.33584490740759065</c:v>
                </c:pt>
                <c:pt idx="29018">
                  <c:v>0.33585648147709435</c:v>
                </c:pt>
                <c:pt idx="29019">
                  <c:v>0.335868055553874</c:v>
                </c:pt>
                <c:pt idx="29020">
                  <c:v>0.33587962963065365</c:v>
                </c:pt>
                <c:pt idx="29021">
                  <c:v>0.33589120370015735</c:v>
                </c:pt>
                <c:pt idx="29022">
                  <c:v>0.335902777776937</c:v>
                </c:pt>
                <c:pt idx="29023">
                  <c:v>0.3359143518464407</c:v>
                </c:pt>
                <c:pt idx="29024">
                  <c:v>0.33592592592322035</c:v>
                </c:pt>
                <c:pt idx="29025">
                  <c:v>0.3359375</c:v>
                </c:pt>
                <c:pt idx="29026">
                  <c:v>0.33594907406950369</c:v>
                </c:pt>
                <c:pt idx="29027">
                  <c:v>0.33596064814628335</c:v>
                </c:pt>
                <c:pt idx="29028">
                  <c:v>0.335972222223063</c:v>
                </c:pt>
                <c:pt idx="29029">
                  <c:v>0.33598379629256669</c:v>
                </c:pt>
                <c:pt idx="29030">
                  <c:v>0.33599537036934635</c:v>
                </c:pt>
                <c:pt idx="29031">
                  <c:v>0.33600694443885004</c:v>
                </c:pt>
                <c:pt idx="29032">
                  <c:v>0.33601851851562969</c:v>
                </c:pt>
                <c:pt idx="29033">
                  <c:v>0.33603009259240935</c:v>
                </c:pt>
                <c:pt idx="29034">
                  <c:v>0.33604166666191304</c:v>
                </c:pt>
                <c:pt idx="29035">
                  <c:v>0.33605324073869269</c:v>
                </c:pt>
                <c:pt idx="29036">
                  <c:v>0.33606481481547235</c:v>
                </c:pt>
                <c:pt idx="29037">
                  <c:v>0.33607638888497604</c:v>
                </c:pt>
                <c:pt idx="29038">
                  <c:v>0.33608796296175569</c:v>
                </c:pt>
                <c:pt idx="29039">
                  <c:v>0.33609953703125939</c:v>
                </c:pt>
                <c:pt idx="29040">
                  <c:v>0.33611111110803904</c:v>
                </c:pt>
                <c:pt idx="29041">
                  <c:v>0.33612268518481869</c:v>
                </c:pt>
                <c:pt idx="29042">
                  <c:v>0.33613425925432239</c:v>
                </c:pt>
                <c:pt idx="29043">
                  <c:v>0.33614583333110204</c:v>
                </c:pt>
                <c:pt idx="29044">
                  <c:v>0.33615740740788169</c:v>
                </c:pt>
                <c:pt idx="29045">
                  <c:v>0.33616898147738539</c:v>
                </c:pt>
                <c:pt idx="29046">
                  <c:v>0.33618055555416504</c:v>
                </c:pt>
                <c:pt idx="29047">
                  <c:v>0.33619212963094469</c:v>
                </c:pt>
                <c:pt idx="29048">
                  <c:v>0.33620370370044839</c:v>
                </c:pt>
                <c:pt idx="29049">
                  <c:v>0.33621527777722804</c:v>
                </c:pt>
                <c:pt idx="29050">
                  <c:v>0.33622685184673173</c:v>
                </c:pt>
                <c:pt idx="29051">
                  <c:v>0.33623842592351139</c:v>
                </c:pt>
                <c:pt idx="29052">
                  <c:v>0.33625000000029104</c:v>
                </c:pt>
                <c:pt idx="29053">
                  <c:v>0.33626157406979473</c:v>
                </c:pt>
                <c:pt idx="29054">
                  <c:v>0.33627314814657439</c:v>
                </c:pt>
                <c:pt idx="29055">
                  <c:v>0.33628472222335404</c:v>
                </c:pt>
                <c:pt idx="29056">
                  <c:v>0.33629629629285773</c:v>
                </c:pt>
                <c:pt idx="29057">
                  <c:v>0.33630787036963739</c:v>
                </c:pt>
                <c:pt idx="29058">
                  <c:v>0.33631944443914108</c:v>
                </c:pt>
                <c:pt idx="29059">
                  <c:v>0.33633101851592073</c:v>
                </c:pt>
                <c:pt idx="29060">
                  <c:v>0.33634259259270038</c:v>
                </c:pt>
                <c:pt idx="29061">
                  <c:v>0.33635416666220408</c:v>
                </c:pt>
                <c:pt idx="29062">
                  <c:v>0.33636574073898373</c:v>
                </c:pt>
                <c:pt idx="29063">
                  <c:v>0.33637731481576338</c:v>
                </c:pt>
                <c:pt idx="29064">
                  <c:v>0.33638888888526708</c:v>
                </c:pt>
                <c:pt idx="29065">
                  <c:v>0.33640046296204673</c:v>
                </c:pt>
                <c:pt idx="29066">
                  <c:v>0.33641203703155043</c:v>
                </c:pt>
                <c:pt idx="29067">
                  <c:v>0.33642361110833008</c:v>
                </c:pt>
                <c:pt idx="29068">
                  <c:v>0.33643518518510973</c:v>
                </c:pt>
                <c:pt idx="29069">
                  <c:v>0.33644675925461343</c:v>
                </c:pt>
                <c:pt idx="29070">
                  <c:v>0.33645833333139308</c:v>
                </c:pt>
                <c:pt idx="29071">
                  <c:v>0.33646990740817273</c:v>
                </c:pt>
                <c:pt idx="29072">
                  <c:v>0.33648148147767643</c:v>
                </c:pt>
                <c:pt idx="29073">
                  <c:v>0.33649305555445608</c:v>
                </c:pt>
                <c:pt idx="29074">
                  <c:v>0.33650462962395977</c:v>
                </c:pt>
                <c:pt idx="29075">
                  <c:v>0.33651620370073942</c:v>
                </c:pt>
                <c:pt idx="29076">
                  <c:v>0.33652777777751908</c:v>
                </c:pt>
                <c:pt idx="29077">
                  <c:v>0.33653935184702277</c:v>
                </c:pt>
                <c:pt idx="29078">
                  <c:v>0.33655092592380242</c:v>
                </c:pt>
                <c:pt idx="29079">
                  <c:v>0.33656250000058208</c:v>
                </c:pt>
                <c:pt idx="29080">
                  <c:v>0.33657407407008577</c:v>
                </c:pt>
                <c:pt idx="29081">
                  <c:v>0.33658564814686542</c:v>
                </c:pt>
                <c:pt idx="29082">
                  <c:v>0.33659722221636912</c:v>
                </c:pt>
                <c:pt idx="29083">
                  <c:v>0.33660879629314877</c:v>
                </c:pt>
                <c:pt idx="29084">
                  <c:v>0.33662037036992842</c:v>
                </c:pt>
                <c:pt idx="29085">
                  <c:v>0.33663194443943212</c:v>
                </c:pt>
                <c:pt idx="29086">
                  <c:v>0.33664351851621177</c:v>
                </c:pt>
                <c:pt idx="29087">
                  <c:v>0.33665509259299142</c:v>
                </c:pt>
                <c:pt idx="29088">
                  <c:v>0.33666666666249512</c:v>
                </c:pt>
                <c:pt idx="29089">
                  <c:v>0.33667824073927477</c:v>
                </c:pt>
                <c:pt idx="29090">
                  <c:v>0.33668981481605442</c:v>
                </c:pt>
                <c:pt idx="29091">
                  <c:v>0.33670138888555812</c:v>
                </c:pt>
                <c:pt idx="29092">
                  <c:v>0.33671296296233777</c:v>
                </c:pt>
                <c:pt idx="29093">
                  <c:v>0.33672453703184146</c:v>
                </c:pt>
                <c:pt idx="29094">
                  <c:v>0.33673611110862112</c:v>
                </c:pt>
                <c:pt idx="29095">
                  <c:v>0.33674768518540077</c:v>
                </c:pt>
                <c:pt idx="29096">
                  <c:v>0.33675925925490446</c:v>
                </c:pt>
                <c:pt idx="29097">
                  <c:v>0.33677083333168412</c:v>
                </c:pt>
                <c:pt idx="29098">
                  <c:v>0.33678240740846377</c:v>
                </c:pt>
                <c:pt idx="29099">
                  <c:v>0.33679398147796746</c:v>
                </c:pt>
                <c:pt idx="29100">
                  <c:v>0.33680555555474712</c:v>
                </c:pt>
                <c:pt idx="29101">
                  <c:v>0.33681712962425081</c:v>
                </c:pt>
                <c:pt idx="29102">
                  <c:v>0.33682870370103046</c:v>
                </c:pt>
                <c:pt idx="29103">
                  <c:v>0.33684027777781012</c:v>
                </c:pt>
                <c:pt idx="29104">
                  <c:v>0.33685185184731381</c:v>
                </c:pt>
                <c:pt idx="29105">
                  <c:v>0.33686342592409346</c:v>
                </c:pt>
                <c:pt idx="29106">
                  <c:v>0.33687500000087311</c:v>
                </c:pt>
                <c:pt idx="29107">
                  <c:v>0.33688657407037681</c:v>
                </c:pt>
                <c:pt idx="29108">
                  <c:v>0.33689814814715646</c:v>
                </c:pt>
                <c:pt idx="29109">
                  <c:v>0.33690972221666016</c:v>
                </c:pt>
                <c:pt idx="29110">
                  <c:v>0.33692129629343981</c:v>
                </c:pt>
                <c:pt idx="29111">
                  <c:v>0.33693287037021946</c:v>
                </c:pt>
                <c:pt idx="29112">
                  <c:v>0.33694444443972316</c:v>
                </c:pt>
                <c:pt idx="29113">
                  <c:v>0.33695601851650281</c:v>
                </c:pt>
                <c:pt idx="29114">
                  <c:v>0.33696759259328246</c:v>
                </c:pt>
                <c:pt idx="29115">
                  <c:v>0.33697916666278616</c:v>
                </c:pt>
                <c:pt idx="29116">
                  <c:v>0.33699074073956581</c:v>
                </c:pt>
                <c:pt idx="29117">
                  <c:v>0.3370023148090695</c:v>
                </c:pt>
                <c:pt idx="29118">
                  <c:v>0.33701388888584916</c:v>
                </c:pt>
                <c:pt idx="29119">
                  <c:v>0.33702546296262881</c:v>
                </c:pt>
                <c:pt idx="29120">
                  <c:v>0.3370370370321325</c:v>
                </c:pt>
                <c:pt idx="29121">
                  <c:v>0.33704861110891216</c:v>
                </c:pt>
                <c:pt idx="29122">
                  <c:v>0.33706018518569181</c:v>
                </c:pt>
                <c:pt idx="29123">
                  <c:v>0.3370717592551955</c:v>
                </c:pt>
                <c:pt idx="29124">
                  <c:v>0.33708333333197515</c:v>
                </c:pt>
                <c:pt idx="29125">
                  <c:v>0.33709490740147885</c:v>
                </c:pt>
                <c:pt idx="29126">
                  <c:v>0.3371064814782585</c:v>
                </c:pt>
                <c:pt idx="29127">
                  <c:v>0.33711805555503815</c:v>
                </c:pt>
                <c:pt idx="29128">
                  <c:v>0.33712962962454185</c:v>
                </c:pt>
                <c:pt idx="29129">
                  <c:v>0.3371412037013215</c:v>
                </c:pt>
                <c:pt idx="29130">
                  <c:v>0.33715277777810115</c:v>
                </c:pt>
                <c:pt idx="29131">
                  <c:v>0.33716435184760485</c:v>
                </c:pt>
                <c:pt idx="29132">
                  <c:v>0.3371759259243845</c:v>
                </c:pt>
                <c:pt idx="29133">
                  <c:v>0.33718750000116415</c:v>
                </c:pt>
                <c:pt idx="29134">
                  <c:v>0.33719907407066785</c:v>
                </c:pt>
                <c:pt idx="29135">
                  <c:v>0.3372106481474475</c:v>
                </c:pt>
                <c:pt idx="29136">
                  <c:v>0.3372222222169512</c:v>
                </c:pt>
                <c:pt idx="29137">
                  <c:v>0.33723379629373085</c:v>
                </c:pt>
                <c:pt idx="29138">
                  <c:v>0.3372453703705105</c:v>
                </c:pt>
                <c:pt idx="29139">
                  <c:v>0.33725694444001419</c:v>
                </c:pt>
                <c:pt idx="29140">
                  <c:v>0.33726851851679385</c:v>
                </c:pt>
                <c:pt idx="29141">
                  <c:v>0.3372800925935735</c:v>
                </c:pt>
                <c:pt idx="29142">
                  <c:v>0.33729166666307719</c:v>
                </c:pt>
                <c:pt idx="29143">
                  <c:v>0.33730324073985685</c:v>
                </c:pt>
                <c:pt idx="29144">
                  <c:v>0.33731481480936054</c:v>
                </c:pt>
                <c:pt idx="29145">
                  <c:v>0.33732638888614019</c:v>
                </c:pt>
                <c:pt idx="29146">
                  <c:v>0.33733796296291985</c:v>
                </c:pt>
                <c:pt idx="29147">
                  <c:v>0.33734953703242354</c:v>
                </c:pt>
                <c:pt idx="29148">
                  <c:v>0.33736111110920319</c:v>
                </c:pt>
                <c:pt idx="29149">
                  <c:v>0.33737268518598285</c:v>
                </c:pt>
                <c:pt idx="29150">
                  <c:v>0.33738425925548654</c:v>
                </c:pt>
                <c:pt idx="29151">
                  <c:v>0.33739583333226619</c:v>
                </c:pt>
                <c:pt idx="29152">
                  <c:v>0.33740740740176989</c:v>
                </c:pt>
                <c:pt idx="29153">
                  <c:v>0.33741898147854954</c:v>
                </c:pt>
                <c:pt idx="29154">
                  <c:v>0.33743055555532919</c:v>
                </c:pt>
                <c:pt idx="29155">
                  <c:v>0.33744212962483289</c:v>
                </c:pt>
                <c:pt idx="29156">
                  <c:v>0.33745370370161254</c:v>
                </c:pt>
                <c:pt idx="29157">
                  <c:v>0.33746527777839219</c:v>
                </c:pt>
                <c:pt idx="29158">
                  <c:v>0.33747685184789589</c:v>
                </c:pt>
                <c:pt idx="29159">
                  <c:v>0.33748842592467554</c:v>
                </c:pt>
                <c:pt idx="29160">
                  <c:v>0.33749999999417923</c:v>
                </c:pt>
                <c:pt idx="29161">
                  <c:v>0.33751157407095889</c:v>
                </c:pt>
                <c:pt idx="29162">
                  <c:v>0.33752314814773854</c:v>
                </c:pt>
                <c:pt idx="29163">
                  <c:v>0.33753472221724223</c:v>
                </c:pt>
                <c:pt idx="29164">
                  <c:v>0.33754629629402189</c:v>
                </c:pt>
                <c:pt idx="29165">
                  <c:v>0.33755787037080154</c:v>
                </c:pt>
                <c:pt idx="29166">
                  <c:v>0.33756944444030523</c:v>
                </c:pt>
                <c:pt idx="29167">
                  <c:v>0.33758101851708489</c:v>
                </c:pt>
                <c:pt idx="29168">
                  <c:v>0.33759259259386454</c:v>
                </c:pt>
                <c:pt idx="29169">
                  <c:v>0.33760416666336823</c:v>
                </c:pt>
                <c:pt idx="29170">
                  <c:v>0.33761574074014788</c:v>
                </c:pt>
                <c:pt idx="29171">
                  <c:v>0.33762731480965158</c:v>
                </c:pt>
                <c:pt idx="29172">
                  <c:v>0.33763888888643123</c:v>
                </c:pt>
                <c:pt idx="29173">
                  <c:v>0.33765046296321088</c:v>
                </c:pt>
                <c:pt idx="29174">
                  <c:v>0.33766203703271458</c:v>
                </c:pt>
                <c:pt idx="29175">
                  <c:v>0.33767361110949423</c:v>
                </c:pt>
                <c:pt idx="29176">
                  <c:v>0.33768518518627388</c:v>
                </c:pt>
                <c:pt idx="29177">
                  <c:v>0.33769675925577758</c:v>
                </c:pt>
                <c:pt idx="29178">
                  <c:v>0.33770833333255723</c:v>
                </c:pt>
                <c:pt idx="29179">
                  <c:v>0.33771990740206093</c:v>
                </c:pt>
                <c:pt idx="29180">
                  <c:v>0.33773148147884058</c:v>
                </c:pt>
                <c:pt idx="29181">
                  <c:v>0.33774305555562023</c:v>
                </c:pt>
                <c:pt idx="29182">
                  <c:v>0.33775462962512393</c:v>
                </c:pt>
                <c:pt idx="29183">
                  <c:v>0.33776620370190358</c:v>
                </c:pt>
                <c:pt idx="29184">
                  <c:v>0.33777777777868323</c:v>
                </c:pt>
                <c:pt idx="29185">
                  <c:v>0.33778935184818693</c:v>
                </c:pt>
                <c:pt idx="29186">
                  <c:v>0.33780092592496658</c:v>
                </c:pt>
                <c:pt idx="29187">
                  <c:v>0.33781249999447027</c:v>
                </c:pt>
                <c:pt idx="29188">
                  <c:v>0.33782407407124992</c:v>
                </c:pt>
                <c:pt idx="29189">
                  <c:v>0.33783564814802958</c:v>
                </c:pt>
                <c:pt idx="29190">
                  <c:v>0.33784722221753327</c:v>
                </c:pt>
                <c:pt idx="29191">
                  <c:v>0.33785879629431292</c:v>
                </c:pt>
                <c:pt idx="29192">
                  <c:v>0.33787037037109258</c:v>
                </c:pt>
                <c:pt idx="29193">
                  <c:v>0.33788194444059627</c:v>
                </c:pt>
                <c:pt idx="29194">
                  <c:v>0.33789351851737592</c:v>
                </c:pt>
                <c:pt idx="29195">
                  <c:v>0.33790509258687962</c:v>
                </c:pt>
                <c:pt idx="29196">
                  <c:v>0.33791666666365927</c:v>
                </c:pt>
                <c:pt idx="29197">
                  <c:v>0.33792824074043892</c:v>
                </c:pt>
                <c:pt idx="29198">
                  <c:v>0.33793981480994262</c:v>
                </c:pt>
                <c:pt idx="29199">
                  <c:v>0.33795138888672227</c:v>
                </c:pt>
                <c:pt idx="29200">
                  <c:v>0.33796296296350192</c:v>
                </c:pt>
                <c:pt idx="29201">
                  <c:v>0.33797453703300562</c:v>
                </c:pt>
                <c:pt idx="29202">
                  <c:v>0.33798611110978527</c:v>
                </c:pt>
                <c:pt idx="29203">
                  <c:v>0.33799768517928896</c:v>
                </c:pt>
                <c:pt idx="29204">
                  <c:v>0.33800925925606862</c:v>
                </c:pt>
                <c:pt idx="29205">
                  <c:v>0.33802083333284827</c:v>
                </c:pt>
                <c:pt idx="29206">
                  <c:v>0.33803240740235196</c:v>
                </c:pt>
                <c:pt idx="29207">
                  <c:v>0.33804398147913162</c:v>
                </c:pt>
                <c:pt idx="29208">
                  <c:v>0.33805555555591127</c:v>
                </c:pt>
                <c:pt idx="29209">
                  <c:v>0.33806712962541496</c:v>
                </c:pt>
                <c:pt idx="29210">
                  <c:v>0.33807870370219462</c:v>
                </c:pt>
                <c:pt idx="29211">
                  <c:v>0.33809027777897427</c:v>
                </c:pt>
                <c:pt idx="29212">
                  <c:v>0.33810185184847796</c:v>
                </c:pt>
                <c:pt idx="29213">
                  <c:v>0.33811342592525762</c:v>
                </c:pt>
                <c:pt idx="29214">
                  <c:v>0.33812499999476131</c:v>
                </c:pt>
                <c:pt idx="29215">
                  <c:v>0.33813657407154096</c:v>
                </c:pt>
                <c:pt idx="29216">
                  <c:v>0.33814814814832062</c:v>
                </c:pt>
                <c:pt idx="29217">
                  <c:v>0.33815972221782431</c:v>
                </c:pt>
                <c:pt idx="29218">
                  <c:v>0.33817129629460396</c:v>
                </c:pt>
                <c:pt idx="29219">
                  <c:v>0.33818287037138361</c:v>
                </c:pt>
                <c:pt idx="29220">
                  <c:v>0.33819444444088731</c:v>
                </c:pt>
                <c:pt idx="29221">
                  <c:v>0.33820601851766696</c:v>
                </c:pt>
                <c:pt idx="29222">
                  <c:v>0.33821759258717066</c:v>
                </c:pt>
                <c:pt idx="29223">
                  <c:v>0.33822916666395031</c:v>
                </c:pt>
                <c:pt idx="29224">
                  <c:v>0.33824074074072996</c:v>
                </c:pt>
                <c:pt idx="29225">
                  <c:v>0.33825231481023366</c:v>
                </c:pt>
                <c:pt idx="29226">
                  <c:v>0.33826388888701331</c:v>
                </c:pt>
                <c:pt idx="29227">
                  <c:v>0.33827546296379296</c:v>
                </c:pt>
                <c:pt idx="29228">
                  <c:v>0.33828703703329666</c:v>
                </c:pt>
                <c:pt idx="29229">
                  <c:v>0.33829861111007631</c:v>
                </c:pt>
                <c:pt idx="29230">
                  <c:v>0.33831018517958</c:v>
                </c:pt>
                <c:pt idx="29231">
                  <c:v>0.33832175925635966</c:v>
                </c:pt>
                <c:pt idx="29232">
                  <c:v>0.33833333333313931</c:v>
                </c:pt>
                <c:pt idx="29233">
                  <c:v>0.338344907402643</c:v>
                </c:pt>
                <c:pt idx="29234">
                  <c:v>0.33835648147942265</c:v>
                </c:pt>
                <c:pt idx="29235">
                  <c:v>0.33836805555620231</c:v>
                </c:pt>
                <c:pt idx="29236">
                  <c:v>0.338379629625706</c:v>
                </c:pt>
                <c:pt idx="29237">
                  <c:v>0.33839120370248565</c:v>
                </c:pt>
                <c:pt idx="29238">
                  <c:v>0.33840277777198935</c:v>
                </c:pt>
                <c:pt idx="29239">
                  <c:v>0.338414351848769</c:v>
                </c:pt>
                <c:pt idx="29240">
                  <c:v>0.33842592592554865</c:v>
                </c:pt>
                <c:pt idx="29241">
                  <c:v>0.33843749999505235</c:v>
                </c:pt>
                <c:pt idx="29242">
                  <c:v>0.338449074071832</c:v>
                </c:pt>
                <c:pt idx="29243">
                  <c:v>0.33846064814861165</c:v>
                </c:pt>
                <c:pt idx="29244">
                  <c:v>0.33847222221811535</c:v>
                </c:pt>
                <c:pt idx="29245">
                  <c:v>0.338483796294895</c:v>
                </c:pt>
                <c:pt idx="29246">
                  <c:v>0.33849537037167465</c:v>
                </c:pt>
                <c:pt idx="29247">
                  <c:v>0.33850694444117835</c:v>
                </c:pt>
                <c:pt idx="29248">
                  <c:v>0.338518518517958</c:v>
                </c:pt>
                <c:pt idx="29249">
                  <c:v>0.3385300925874617</c:v>
                </c:pt>
                <c:pt idx="29250">
                  <c:v>0.33854166666424135</c:v>
                </c:pt>
                <c:pt idx="29251">
                  <c:v>0.338553240741021</c:v>
                </c:pt>
                <c:pt idx="29252">
                  <c:v>0.33856481481052469</c:v>
                </c:pt>
                <c:pt idx="29253">
                  <c:v>0.33857638888730435</c:v>
                </c:pt>
                <c:pt idx="29254">
                  <c:v>0.338587962964084</c:v>
                </c:pt>
                <c:pt idx="29255">
                  <c:v>0.33859953703358769</c:v>
                </c:pt>
                <c:pt idx="29256">
                  <c:v>0.33861111111036735</c:v>
                </c:pt>
                <c:pt idx="29257">
                  <c:v>0.33862268517987104</c:v>
                </c:pt>
                <c:pt idx="29258">
                  <c:v>0.33863425925665069</c:v>
                </c:pt>
                <c:pt idx="29259">
                  <c:v>0.33864583333343035</c:v>
                </c:pt>
                <c:pt idx="29260">
                  <c:v>0.33865740740293404</c:v>
                </c:pt>
                <c:pt idx="29261">
                  <c:v>0.33866898147971369</c:v>
                </c:pt>
                <c:pt idx="29262">
                  <c:v>0.33868055555649335</c:v>
                </c:pt>
                <c:pt idx="29263">
                  <c:v>0.33869212962599704</c:v>
                </c:pt>
                <c:pt idx="29264">
                  <c:v>0.33870370370277669</c:v>
                </c:pt>
                <c:pt idx="29265">
                  <c:v>0.33871527777228039</c:v>
                </c:pt>
                <c:pt idx="29266">
                  <c:v>0.33872685184906004</c:v>
                </c:pt>
                <c:pt idx="29267">
                  <c:v>0.33873842592583969</c:v>
                </c:pt>
                <c:pt idx="29268">
                  <c:v>0.33874999999534339</c:v>
                </c:pt>
                <c:pt idx="29269">
                  <c:v>0.33876157407212304</c:v>
                </c:pt>
                <c:pt idx="29270">
                  <c:v>0.33877314814890269</c:v>
                </c:pt>
                <c:pt idx="29271">
                  <c:v>0.33878472221840639</c:v>
                </c:pt>
                <c:pt idx="29272">
                  <c:v>0.33879629629518604</c:v>
                </c:pt>
                <c:pt idx="29273">
                  <c:v>0.33880787036468973</c:v>
                </c:pt>
                <c:pt idx="29274">
                  <c:v>0.33881944444146939</c:v>
                </c:pt>
                <c:pt idx="29275">
                  <c:v>0.33883101851824904</c:v>
                </c:pt>
                <c:pt idx="29276">
                  <c:v>0.33884259258775273</c:v>
                </c:pt>
                <c:pt idx="29277">
                  <c:v>0.33885416666453239</c:v>
                </c:pt>
                <c:pt idx="29278">
                  <c:v>0.33886574074131204</c:v>
                </c:pt>
                <c:pt idx="29279">
                  <c:v>0.33887731481081573</c:v>
                </c:pt>
                <c:pt idx="29280">
                  <c:v>0.33888888888759539</c:v>
                </c:pt>
                <c:pt idx="29281">
                  <c:v>0.33890046295709908</c:v>
                </c:pt>
                <c:pt idx="29282">
                  <c:v>0.33891203703387873</c:v>
                </c:pt>
                <c:pt idx="29283">
                  <c:v>0.33892361111065838</c:v>
                </c:pt>
                <c:pt idx="29284">
                  <c:v>0.33893518518016208</c:v>
                </c:pt>
                <c:pt idx="29285">
                  <c:v>0.33894675925694173</c:v>
                </c:pt>
                <c:pt idx="29286">
                  <c:v>0.33895833333372138</c:v>
                </c:pt>
                <c:pt idx="29287">
                  <c:v>0.33896990740322508</c:v>
                </c:pt>
                <c:pt idx="29288">
                  <c:v>0.33898148148000473</c:v>
                </c:pt>
                <c:pt idx="29289">
                  <c:v>0.33899305555678438</c:v>
                </c:pt>
                <c:pt idx="29290">
                  <c:v>0.33900462962628808</c:v>
                </c:pt>
                <c:pt idx="29291">
                  <c:v>0.33901620370306773</c:v>
                </c:pt>
                <c:pt idx="29292">
                  <c:v>0.33902777777257143</c:v>
                </c:pt>
                <c:pt idx="29293">
                  <c:v>0.33903935184935108</c:v>
                </c:pt>
                <c:pt idx="29294">
                  <c:v>0.33905092592613073</c:v>
                </c:pt>
                <c:pt idx="29295">
                  <c:v>0.33906249999563443</c:v>
                </c:pt>
                <c:pt idx="29296">
                  <c:v>0.33907407407241408</c:v>
                </c:pt>
                <c:pt idx="29297">
                  <c:v>0.33908564814919373</c:v>
                </c:pt>
                <c:pt idx="29298">
                  <c:v>0.33909722221869742</c:v>
                </c:pt>
                <c:pt idx="29299">
                  <c:v>0.33910879629547708</c:v>
                </c:pt>
                <c:pt idx="29300">
                  <c:v>0.33912037036498077</c:v>
                </c:pt>
                <c:pt idx="29301">
                  <c:v>0.33913194444176042</c:v>
                </c:pt>
                <c:pt idx="29302">
                  <c:v>0.33914351851854008</c:v>
                </c:pt>
                <c:pt idx="29303">
                  <c:v>0.33915509258804377</c:v>
                </c:pt>
                <c:pt idx="29304">
                  <c:v>0.33916666666482342</c:v>
                </c:pt>
                <c:pt idx="29305">
                  <c:v>0.33917824074160308</c:v>
                </c:pt>
                <c:pt idx="29306">
                  <c:v>0.33918981481110677</c:v>
                </c:pt>
                <c:pt idx="29307">
                  <c:v>0.33920138888788642</c:v>
                </c:pt>
                <c:pt idx="29308">
                  <c:v>0.33921296295739012</c:v>
                </c:pt>
                <c:pt idx="29309">
                  <c:v>0.33922453703416977</c:v>
                </c:pt>
                <c:pt idx="29310">
                  <c:v>0.33923611111094942</c:v>
                </c:pt>
                <c:pt idx="29311">
                  <c:v>0.33924768518045312</c:v>
                </c:pt>
                <c:pt idx="29312">
                  <c:v>0.33925925925723277</c:v>
                </c:pt>
                <c:pt idx="29313">
                  <c:v>0.33927083333401242</c:v>
                </c:pt>
                <c:pt idx="29314">
                  <c:v>0.33928240740351612</c:v>
                </c:pt>
                <c:pt idx="29315">
                  <c:v>0.33929398148029577</c:v>
                </c:pt>
                <c:pt idx="29316">
                  <c:v>0.33930555554979946</c:v>
                </c:pt>
                <c:pt idx="29317">
                  <c:v>0.33931712962657912</c:v>
                </c:pt>
                <c:pt idx="29318">
                  <c:v>0.33932870370335877</c:v>
                </c:pt>
                <c:pt idx="29319">
                  <c:v>0.33934027777286246</c:v>
                </c:pt>
                <c:pt idx="29320">
                  <c:v>0.33935185184964212</c:v>
                </c:pt>
                <c:pt idx="29321">
                  <c:v>0.33936342592642177</c:v>
                </c:pt>
                <c:pt idx="29322">
                  <c:v>0.33937499999592546</c:v>
                </c:pt>
                <c:pt idx="29323">
                  <c:v>0.33938657407270512</c:v>
                </c:pt>
                <c:pt idx="29324">
                  <c:v>0.33939814814948477</c:v>
                </c:pt>
                <c:pt idx="29325">
                  <c:v>0.33940972221898846</c:v>
                </c:pt>
                <c:pt idx="29326">
                  <c:v>0.33942129629576812</c:v>
                </c:pt>
                <c:pt idx="29327">
                  <c:v>0.33943287036527181</c:v>
                </c:pt>
                <c:pt idx="29328">
                  <c:v>0.33944444444205146</c:v>
                </c:pt>
                <c:pt idx="29329">
                  <c:v>0.33945601851883112</c:v>
                </c:pt>
                <c:pt idx="29330">
                  <c:v>0.33946759258833481</c:v>
                </c:pt>
                <c:pt idx="29331">
                  <c:v>0.33947916666511446</c:v>
                </c:pt>
                <c:pt idx="29332">
                  <c:v>0.33949074074189411</c:v>
                </c:pt>
                <c:pt idx="29333">
                  <c:v>0.33950231481139781</c:v>
                </c:pt>
                <c:pt idx="29334">
                  <c:v>0.33951388888817746</c:v>
                </c:pt>
                <c:pt idx="29335">
                  <c:v>0.33952546295768116</c:v>
                </c:pt>
                <c:pt idx="29336">
                  <c:v>0.33953703703446081</c:v>
                </c:pt>
                <c:pt idx="29337">
                  <c:v>0.33954861111124046</c:v>
                </c:pt>
                <c:pt idx="29338">
                  <c:v>0.33956018518074416</c:v>
                </c:pt>
                <c:pt idx="29339">
                  <c:v>0.33957175925752381</c:v>
                </c:pt>
                <c:pt idx="29340">
                  <c:v>0.33958333333430346</c:v>
                </c:pt>
                <c:pt idx="29341">
                  <c:v>0.33959490740380716</c:v>
                </c:pt>
                <c:pt idx="29342">
                  <c:v>0.33960648148058681</c:v>
                </c:pt>
                <c:pt idx="29343">
                  <c:v>0.3396180555500905</c:v>
                </c:pt>
                <c:pt idx="29344">
                  <c:v>0.33962962962687016</c:v>
                </c:pt>
                <c:pt idx="29345">
                  <c:v>0.33964120370364981</c:v>
                </c:pt>
                <c:pt idx="29346">
                  <c:v>0.3396527777731535</c:v>
                </c:pt>
                <c:pt idx="29347">
                  <c:v>0.33966435184993315</c:v>
                </c:pt>
                <c:pt idx="29348">
                  <c:v>0.33967592592671281</c:v>
                </c:pt>
                <c:pt idx="29349">
                  <c:v>0.3396874999962165</c:v>
                </c:pt>
                <c:pt idx="29350">
                  <c:v>0.33969907407299615</c:v>
                </c:pt>
                <c:pt idx="29351">
                  <c:v>0.33971064814249985</c:v>
                </c:pt>
                <c:pt idx="29352">
                  <c:v>0.3397222222192795</c:v>
                </c:pt>
                <c:pt idx="29353">
                  <c:v>0.33973379629605915</c:v>
                </c:pt>
                <c:pt idx="29354">
                  <c:v>0.33974537036556285</c:v>
                </c:pt>
                <c:pt idx="29355">
                  <c:v>0.3397569444423425</c:v>
                </c:pt>
                <c:pt idx="29356">
                  <c:v>0.33976851851912215</c:v>
                </c:pt>
                <c:pt idx="29357">
                  <c:v>0.33978009258862585</c:v>
                </c:pt>
                <c:pt idx="29358">
                  <c:v>0.3397916666654055</c:v>
                </c:pt>
                <c:pt idx="29359">
                  <c:v>0.3398032407349092</c:v>
                </c:pt>
                <c:pt idx="29360">
                  <c:v>0.33981481481168885</c:v>
                </c:pt>
                <c:pt idx="29361">
                  <c:v>0.3398263888884685</c:v>
                </c:pt>
                <c:pt idx="29362">
                  <c:v>0.33983796295797219</c:v>
                </c:pt>
                <c:pt idx="29363">
                  <c:v>0.33984953703475185</c:v>
                </c:pt>
                <c:pt idx="29364">
                  <c:v>0.3398611111115315</c:v>
                </c:pt>
                <c:pt idx="29365">
                  <c:v>0.33987268518103519</c:v>
                </c:pt>
                <c:pt idx="29366">
                  <c:v>0.33988425925781485</c:v>
                </c:pt>
                <c:pt idx="29367">
                  <c:v>0.3398958333345945</c:v>
                </c:pt>
                <c:pt idx="29368">
                  <c:v>0.33990740740409819</c:v>
                </c:pt>
                <c:pt idx="29369">
                  <c:v>0.33991898148087785</c:v>
                </c:pt>
                <c:pt idx="29370">
                  <c:v>0.33993055555038154</c:v>
                </c:pt>
                <c:pt idx="29371">
                  <c:v>0.33994212962716119</c:v>
                </c:pt>
                <c:pt idx="29372">
                  <c:v>0.33995370370394085</c:v>
                </c:pt>
                <c:pt idx="29373">
                  <c:v>0.33996527777344454</c:v>
                </c:pt>
                <c:pt idx="29374">
                  <c:v>0.33997685185022419</c:v>
                </c:pt>
                <c:pt idx="29375">
                  <c:v>0.33998842592700385</c:v>
                </c:pt>
                <c:pt idx="29376">
                  <c:v>0.33999999999650754</c:v>
                </c:pt>
                <c:pt idx="29377">
                  <c:v>0.34001157407328719</c:v>
                </c:pt>
                <c:pt idx="29378">
                  <c:v>0.34002314814279089</c:v>
                </c:pt>
                <c:pt idx="29379">
                  <c:v>0.34003472221957054</c:v>
                </c:pt>
                <c:pt idx="29380">
                  <c:v>0.34004629629635019</c:v>
                </c:pt>
                <c:pt idx="29381">
                  <c:v>0.34005787036585389</c:v>
                </c:pt>
                <c:pt idx="29382">
                  <c:v>0.34006944444263354</c:v>
                </c:pt>
                <c:pt idx="29383">
                  <c:v>0.34008101851941319</c:v>
                </c:pt>
                <c:pt idx="29384">
                  <c:v>0.34009259258891689</c:v>
                </c:pt>
                <c:pt idx="29385">
                  <c:v>0.34010416666569654</c:v>
                </c:pt>
                <c:pt idx="29386">
                  <c:v>0.34011574073520023</c:v>
                </c:pt>
                <c:pt idx="29387">
                  <c:v>0.34012731481197989</c:v>
                </c:pt>
                <c:pt idx="29388">
                  <c:v>0.34013888888875954</c:v>
                </c:pt>
                <c:pt idx="29389">
                  <c:v>0.34015046295826323</c:v>
                </c:pt>
                <c:pt idx="29390">
                  <c:v>0.34016203703504289</c:v>
                </c:pt>
                <c:pt idx="29391">
                  <c:v>0.34017361111182254</c:v>
                </c:pt>
                <c:pt idx="29392">
                  <c:v>0.34018518518132623</c:v>
                </c:pt>
                <c:pt idx="29393">
                  <c:v>0.34019675925810589</c:v>
                </c:pt>
                <c:pt idx="29394">
                  <c:v>0.34020833332760958</c:v>
                </c:pt>
                <c:pt idx="29395">
                  <c:v>0.34021990740438923</c:v>
                </c:pt>
                <c:pt idx="29396">
                  <c:v>0.34023148148116888</c:v>
                </c:pt>
                <c:pt idx="29397">
                  <c:v>0.34024305555067258</c:v>
                </c:pt>
                <c:pt idx="29398">
                  <c:v>0.34025462962745223</c:v>
                </c:pt>
                <c:pt idx="29399">
                  <c:v>0.34026620370423188</c:v>
                </c:pt>
                <c:pt idx="29400">
                  <c:v>0.34027777777373558</c:v>
                </c:pt>
                <c:pt idx="29401">
                  <c:v>0.34028935185051523</c:v>
                </c:pt>
                <c:pt idx="29402">
                  <c:v>0.34030092592001893</c:v>
                </c:pt>
                <c:pt idx="29403">
                  <c:v>0.34031249999679858</c:v>
                </c:pt>
                <c:pt idx="29404">
                  <c:v>0.34032407407357823</c:v>
                </c:pt>
                <c:pt idx="29405">
                  <c:v>0.34033564814308193</c:v>
                </c:pt>
                <c:pt idx="29406">
                  <c:v>0.34034722221986158</c:v>
                </c:pt>
                <c:pt idx="29407">
                  <c:v>0.34035879629664123</c:v>
                </c:pt>
                <c:pt idx="29408">
                  <c:v>0.34037037036614493</c:v>
                </c:pt>
                <c:pt idx="29409">
                  <c:v>0.34038194444292458</c:v>
                </c:pt>
                <c:pt idx="29410">
                  <c:v>0.34039351851970423</c:v>
                </c:pt>
                <c:pt idx="29411">
                  <c:v>0.34040509258920792</c:v>
                </c:pt>
                <c:pt idx="29412">
                  <c:v>0.34041666666598758</c:v>
                </c:pt>
                <c:pt idx="29413">
                  <c:v>0.34042824073549127</c:v>
                </c:pt>
                <c:pt idx="29414">
                  <c:v>0.34043981481227092</c:v>
                </c:pt>
                <c:pt idx="29415">
                  <c:v>0.34045138888905058</c:v>
                </c:pt>
                <c:pt idx="29416">
                  <c:v>0.34046296295855427</c:v>
                </c:pt>
                <c:pt idx="29417">
                  <c:v>0.34047453703533392</c:v>
                </c:pt>
                <c:pt idx="29418">
                  <c:v>0.34048611111211358</c:v>
                </c:pt>
                <c:pt idx="29419">
                  <c:v>0.34049768518161727</c:v>
                </c:pt>
                <c:pt idx="29420">
                  <c:v>0.34050925925839692</c:v>
                </c:pt>
                <c:pt idx="29421">
                  <c:v>0.34052083332790062</c:v>
                </c:pt>
                <c:pt idx="29422">
                  <c:v>0.34053240740468027</c:v>
                </c:pt>
                <c:pt idx="29423">
                  <c:v>0.34054398148145992</c:v>
                </c:pt>
                <c:pt idx="29424">
                  <c:v>0.34055555555096362</c:v>
                </c:pt>
                <c:pt idx="29425">
                  <c:v>0.34056712962774327</c:v>
                </c:pt>
                <c:pt idx="29426">
                  <c:v>0.34057870370452292</c:v>
                </c:pt>
                <c:pt idx="29427">
                  <c:v>0.34059027777402662</c:v>
                </c:pt>
                <c:pt idx="29428">
                  <c:v>0.34060185185080627</c:v>
                </c:pt>
                <c:pt idx="29429">
                  <c:v>0.34061342592030996</c:v>
                </c:pt>
                <c:pt idx="29430">
                  <c:v>0.34062499999708962</c:v>
                </c:pt>
                <c:pt idx="29431">
                  <c:v>0.34063657407386927</c:v>
                </c:pt>
                <c:pt idx="29432">
                  <c:v>0.34064814814337296</c:v>
                </c:pt>
                <c:pt idx="29433">
                  <c:v>0.34065972222015262</c:v>
                </c:pt>
                <c:pt idx="29434">
                  <c:v>0.34067129629693227</c:v>
                </c:pt>
                <c:pt idx="29435">
                  <c:v>0.34068287036643596</c:v>
                </c:pt>
                <c:pt idx="29436">
                  <c:v>0.34069444444321562</c:v>
                </c:pt>
                <c:pt idx="29437">
                  <c:v>0.34070601851271931</c:v>
                </c:pt>
                <c:pt idx="29438">
                  <c:v>0.34071759258949896</c:v>
                </c:pt>
                <c:pt idx="29439">
                  <c:v>0.34072916666627862</c:v>
                </c:pt>
                <c:pt idx="29440">
                  <c:v>0.34074074073578231</c:v>
                </c:pt>
                <c:pt idx="29441">
                  <c:v>0.34075231481256196</c:v>
                </c:pt>
                <c:pt idx="29442">
                  <c:v>0.34076388888934162</c:v>
                </c:pt>
                <c:pt idx="29443">
                  <c:v>0.34077546295884531</c:v>
                </c:pt>
                <c:pt idx="29444">
                  <c:v>0.34078703703562496</c:v>
                </c:pt>
                <c:pt idx="29445">
                  <c:v>0.34079861111240461</c:v>
                </c:pt>
                <c:pt idx="29446">
                  <c:v>0.34081018518190831</c:v>
                </c:pt>
                <c:pt idx="29447">
                  <c:v>0.34082175925868796</c:v>
                </c:pt>
                <c:pt idx="29448">
                  <c:v>0.34083333332819166</c:v>
                </c:pt>
                <c:pt idx="29449">
                  <c:v>0.34084490740497131</c:v>
                </c:pt>
                <c:pt idx="29450">
                  <c:v>0.34085648148175096</c:v>
                </c:pt>
                <c:pt idx="29451">
                  <c:v>0.34086805555125466</c:v>
                </c:pt>
                <c:pt idx="29452">
                  <c:v>0.34087962962803431</c:v>
                </c:pt>
                <c:pt idx="29453">
                  <c:v>0.34089120370481396</c:v>
                </c:pt>
                <c:pt idx="29454">
                  <c:v>0.34090277777431766</c:v>
                </c:pt>
                <c:pt idx="29455">
                  <c:v>0.34091435185109731</c:v>
                </c:pt>
                <c:pt idx="29456">
                  <c:v>0.340925925920601</c:v>
                </c:pt>
                <c:pt idx="29457">
                  <c:v>0.34093749999738066</c:v>
                </c:pt>
                <c:pt idx="29458">
                  <c:v>0.34094907407416031</c:v>
                </c:pt>
                <c:pt idx="29459">
                  <c:v>0.340960648143664</c:v>
                </c:pt>
                <c:pt idx="29460">
                  <c:v>0.34097222222044365</c:v>
                </c:pt>
                <c:pt idx="29461">
                  <c:v>0.34098379629722331</c:v>
                </c:pt>
                <c:pt idx="29462">
                  <c:v>0.340995370366727</c:v>
                </c:pt>
                <c:pt idx="29463">
                  <c:v>0.34100694444350665</c:v>
                </c:pt>
                <c:pt idx="29464">
                  <c:v>0.34101851851301035</c:v>
                </c:pt>
                <c:pt idx="29465">
                  <c:v>0.34103009258979</c:v>
                </c:pt>
                <c:pt idx="29466">
                  <c:v>0.34104166666656965</c:v>
                </c:pt>
                <c:pt idx="29467">
                  <c:v>0.34105324073607335</c:v>
                </c:pt>
                <c:pt idx="29468">
                  <c:v>0.341064814812853</c:v>
                </c:pt>
                <c:pt idx="29469">
                  <c:v>0.34107638888963265</c:v>
                </c:pt>
                <c:pt idx="29470">
                  <c:v>0.34108796295913635</c:v>
                </c:pt>
                <c:pt idx="29471">
                  <c:v>0.341099537035916</c:v>
                </c:pt>
                <c:pt idx="29472">
                  <c:v>0.3411111111054197</c:v>
                </c:pt>
                <c:pt idx="29473">
                  <c:v>0.34112268518219935</c:v>
                </c:pt>
                <c:pt idx="29474">
                  <c:v>0.341134259258979</c:v>
                </c:pt>
                <c:pt idx="29475">
                  <c:v>0.34114583332848269</c:v>
                </c:pt>
                <c:pt idx="29476">
                  <c:v>0.34115740740526235</c:v>
                </c:pt>
                <c:pt idx="29477">
                  <c:v>0.341168981482042</c:v>
                </c:pt>
                <c:pt idx="29478">
                  <c:v>0.34118055555154569</c:v>
                </c:pt>
                <c:pt idx="29479">
                  <c:v>0.34119212962832535</c:v>
                </c:pt>
                <c:pt idx="29480">
                  <c:v>0.34120370369782904</c:v>
                </c:pt>
                <c:pt idx="29481">
                  <c:v>0.34121527777460869</c:v>
                </c:pt>
                <c:pt idx="29482">
                  <c:v>0.34122685185138835</c:v>
                </c:pt>
                <c:pt idx="29483">
                  <c:v>0.34123842592089204</c:v>
                </c:pt>
                <c:pt idx="29484">
                  <c:v>0.34124999999767169</c:v>
                </c:pt>
                <c:pt idx="29485">
                  <c:v>0.34126157407445135</c:v>
                </c:pt>
                <c:pt idx="29486">
                  <c:v>0.34127314814395504</c:v>
                </c:pt>
                <c:pt idx="29487">
                  <c:v>0.34128472222073469</c:v>
                </c:pt>
                <c:pt idx="29488">
                  <c:v>0.34129629629751435</c:v>
                </c:pt>
                <c:pt idx="29489">
                  <c:v>0.34130787036701804</c:v>
                </c:pt>
                <c:pt idx="29490">
                  <c:v>0.34131944444379769</c:v>
                </c:pt>
                <c:pt idx="29491">
                  <c:v>0.34133101851330139</c:v>
                </c:pt>
                <c:pt idx="29492">
                  <c:v>0.34134259259008104</c:v>
                </c:pt>
                <c:pt idx="29493">
                  <c:v>0.34135416666686069</c:v>
                </c:pt>
                <c:pt idx="29494">
                  <c:v>0.34136574073636439</c:v>
                </c:pt>
                <c:pt idx="29495">
                  <c:v>0.34137731481314404</c:v>
                </c:pt>
                <c:pt idx="29496">
                  <c:v>0.34138888888992369</c:v>
                </c:pt>
                <c:pt idx="29497">
                  <c:v>0.34140046295942739</c:v>
                </c:pt>
                <c:pt idx="29498">
                  <c:v>0.34141203703620704</c:v>
                </c:pt>
                <c:pt idx="29499">
                  <c:v>0.34142361110571073</c:v>
                </c:pt>
                <c:pt idx="29500">
                  <c:v>0.34143518518249039</c:v>
                </c:pt>
                <c:pt idx="29501">
                  <c:v>0.34144675925927004</c:v>
                </c:pt>
                <c:pt idx="29502">
                  <c:v>0.34145833332877373</c:v>
                </c:pt>
                <c:pt idx="29503">
                  <c:v>0.34146990740555339</c:v>
                </c:pt>
                <c:pt idx="29504">
                  <c:v>0.34148148148233304</c:v>
                </c:pt>
                <c:pt idx="29505">
                  <c:v>0.34149305555183673</c:v>
                </c:pt>
                <c:pt idx="29506">
                  <c:v>0.34150462962861639</c:v>
                </c:pt>
                <c:pt idx="29507">
                  <c:v>0.34151620369812008</c:v>
                </c:pt>
                <c:pt idx="29508">
                  <c:v>0.34152777777489973</c:v>
                </c:pt>
                <c:pt idx="29509">
                  <c:v>0.34153935185167938</c:v>
                </c:pt>
                <c:pt idx="29510">
                  <c:v>0.34155092592118308</c:v>
                </c:pt>
                <c:pt idx="29511">
                  <c:v>0.34156249999796273</c:v>
                </c:pt>
                <c:pt idx="29512">
                  <c:v>0.34157407407474238</c:v>
                </c:pt>
                <c:pt idx="29513">
                  <c:v>0.34158564814424608</c:v>
                </c:pt>
                <c:pt idx="29514">
                  <c:v>0.34159722222102573</c:v>
                </c:pt>
                <c:pt idx="29515">
                  <c:v>0.34160879629052943</c:v>
                </c:pt>
                <c:pt idx="29516">
                  <c:v>0.34162037036730908</c:v>
                </c:pt>
                <c:pt idx="29517">
                  <c:v>0.34163194444408873</c:v>
                </c:pt>
                <c:pt idx="29518">
                  <c:v>0.34164351851359243</c:v>
                </c:pt>
                <c:pt idx="29519">
                  <c:v>0.34165509259037208</c:v>
                </c:pt>
                <c:pt idx="29520">
                  <c:v>0.34166666666715173</c:v>
                </c:pt>
                <c:pt idx="29521">
                  <c:v>0.34167824073665543</c:v>
                </c:pt>
                <c:pt idx="29522">
                  <c:v>0.34168981481343508</c:v>
                </c:pt>
                <c:pt idx="29523">
                  <c:v>0.34170138889021473</c:v>
                </c:pt>
                <c:pt idx="29524">
                  <c:v>0.34171296295971842</c:v>
                </c:pt>
                <c:pt idx="29525">
                  <c:v>0.34172453703649808</c:v>
                </c:pt>
                <c:pt idx="29526">
                  <c:v>0.34173611110600177</c:v>
                </c:pt>
                <c:pt idx="29527">
                  <c:v>0.34174768518278142</c:v>
                </c:pt>
                <c:pt idx="29528">
                  <c:v>0.34175925925956108</c:v>
                </c:pt>
                <c:pt idx="29529">
                  <c:v>0.34177083332906477</c:v>
                </c:pt>
                <c:pt idx="29530">
                  <c:v>0.34178240740584442</c:v>
                </c:pt>
                <c:pt idx="29531">
                  <c:v>0.34179398148262408</c:v>
                </c:pt>
                <c:pt idx="29532">
                  <c:v>0.34180555555212777</c:v>
                </c:pt>
                <c:pt idx="29533">
                  <c:v>0.34181712962890742</c:v>
                </c:pt>
                <c:pt idx="29534">
                  <c:v>0.34182870369841112</c:v>
                </c:pt>
                <c:pt idx="29535">
                  <c:v>0.34184027777519077</c:v>
                </c:pt>
                <c:pt idx="29536">
                  <c:v>0.34185185185197042</c:v>
                </c:pt>
                <c:pt idx="29537">
                  <c:v>0.34186342592147412</c:v>
                </c:pt>
                <c:pt idx="29538">
                  <c:v>0.34187499999825377</c:v>
                </c:pt>
                <c:pt idx="29539">
                  <c:v>0.34188657407503342</c:v>
                </c:pt>
                <c:pt idx="29540">
                  <c:v>0.34189814814453712</c:v>
                </c:pt>
                <c:pt idx="29541">
                  <c:v>0.34190972222131677</c:v>
                </c:pt>
                <c:pt idx="29542">
                  <c:v>0.34192129629082046</c:v>
                </c:pt>
                <c:pt idx="29543">
                  <c:v>0.34193287036760012</c:v>
                </c:pt>
                <c:pt idx="29544">
                  <c:v>0.34194444444437977</c:v>
                </c:pt>
                <c:pt idx="29545">
                  <c:v>0.34195601851388346</c:v>
                </c:pt>
                <c:pt idx="29546">
                  <c:v>0.34196759259066312</c:v>
                </c:pt>
                <c:pt idx="29547">
                  <c:v>0.34197916666744277</c:v>
                </c:pt>
                <c:pt idx="29548">
                  <c:v>0.34199074073694646</c:v>
                </c:pt>
                <c:pt idx="29549">
                  <c:v>0.34200231481372612</c:v>
                </c:pt>
                <c:pt idx="29550">
                  <c:v>0.34201388888322981</c:v>
                </c:pt>
                <c:pt idx="29551">
                  <c:v>0.34202546296000946</c:v>
                </c:pt>
                <c:pt idx="29552">
                  <c:v>0.34203703703678912</c:v>
                </c:pt>
                <c:pt idx="29553">
                  <c:v>0.34204861110629281</c:v>
                </c:pt>
                <c:pt idx="29554">
                  <c:v>0.34206018518307246</c:v>
                </c:pt>
                <c:pt idx="29555">
                  <c:v>0.34207175925985212</c:v>
                </c:pt>
                <c:pt idx="29556">
                  <c:v>0.34208333332935581</c:v>
                </c:pt>
                <c:pt idx="29557">
                  <c:v>0.34209490740613546</c:v>
                </c:pt>
                <c:pt idx="29558">
                  <c:v>0.34210648147563916</c:v>
                </c:pt>
                <c:pt idx="29559">
                  <c:v>0.34211805555241881</c:v>
                </c:pt>
                <c:pt idx="29560">
                  <c:v>0.34212962962919846</c:v>
                </c:pt>
                <c:pt idx="29561">
                  <c:v>0.34214120369870216</c:v>
                </c:pt>
                <c:pt idx="29562">
                  <c:v>0.34215277777548181</c:v>
                </c:pt>
                <c:pt idx="29563">
                  <c:v>0.34216435185226146</c:v>
                </c:pt>
                <c:pt idx="29564">
                  <c:v>0.34217592592176516</c:v>
                </c:pt>
                <c:pt idx="29565">
                  <c:v>0.34218749999854481</c:v>
                </c:pt>
                <c:pt idx="29566">
                  <c:v>0.34219907407532446</c:v>
                </c:pt>
                <c:pt idx="29567">
                  <c:v>0.34221064814482816</c:v>
                </c:pt>
                <c:pt idx="29568">
                  <c:v>0.34222222222160781</c:v>
                </c:pt>
                <c:pt idx="29569">
                  <c:v>0.3422337962911115</c:v>
                </c:pt>
                <c:pt idx="29570">
                  <c:v>0.34224537036789116</c:v>
                </c:pt>
                <c:pt idx="29571">
                  <c:v>0.34225694444467081</c:v>
                </c:pt>
                <c:pt idx="29572">
                  <c:v>0.3422685185141745</c:v>
                </c:pt>
                <c:pt idx="29573">
                  <c:v>0.34228009259095415</c:v>
                </c:pt>
                <c:pt idx="29574">
                  <c:v>0.34229166666773381</c:v>
                </c:pt>
                <c:pt idx="29575">
                  <c:v>0.3423032407372375</c:v>
                </c:pt>
                <c:pt idx="29576">
                  <c:v>0.34231481481401715</c:v>
                </c:pt>
                <c:pt idx="29577">
                  <c:v>0.34232638888352085</c:v>
                </c:pt>
                <c:pt idx="29578">
                  <c:v>0.3423379629603005</c:v>
                </c:pt>
                <c:pt idx="29579">
                  <c:v>0.34234953703708015</c:v>
                </c:pt>
                <c:pt idx="29580">
                  <c:v>0.34236111110658385</c:v>
                </c:pt>
                <c:pt idx="29581">
                  <c:v>0.3423726851833635</c:v>
                </c:pt>
                <c:pt idx="29582">
                  <c:v>0.34238425926014315</c:v>
                </c:pt>
                <c:pt idx="29583">
                  <c:v>0.34239583332964685</c:v>
                </c:pt>
                <c:pt idx="29584">
                  <c:v>0.3424074074064265</c:v>
                </c:pt>
                <c:pt idx="29585">
                  <c:v>0.3424189814759302</c:v>
                </c:pt>
                <c:pt idx="29586">
                  <c:v>0.34243055555270985</c:v>
                </c:pt>
                <c:pt idx="29587">
                  <c:v>0.3424421296294895</c:v>
                </c:pt>
                <c:pt idx="29588">
                  <c:v>0.34245370369899319</c:v>
                </c:pt>
                <c:pt idx="29589">
                  <c:v>0.34246527777577285</c:v>
                </c:pt>
                <c:pt idx="29590">
                  <c:v>0.3424768518525525</c:v>
                </c:pt>
                <c:pt idx="29591">
                  <c:v>0.34248842592205619</c:v>
                </c:pt>
                <c:pt idx="29592">
                  <c:v>0.34249999999883585</c:v>
                </c:pt>
                <c:pt idx="29593">
                  <c:v>0.34251157406833954</c:v>
                </c:pt>
                <c:pt idx="29594">
                  <c:v>0.34252314814511919</c:v>
                </c:pt>
                <c:pt idx="29595">
                  <c:v>0.34253472222189885</c:v>
                </c:pt>
                <c:pt idx="29596">
                  <c:v>0.34254629629140254</c:v>
                </c:pt>
                <c:pt idx="29597">
                  <c:v>0.34255787036818219</c:v>
                </c:pt>
                <c:pt idx="29598">
                  <c:v>0.34256944444496185</c:v>
                </c:pt>
                <c:pt idx="29599">
                  <c:v>0.34258101851446554</c:v>
                </c:pt>
                <c:pt idx="29600">
                  <c:v>0.34259259259124519</c:v>
                </c:pt>
                <c:pt idx="29601">
                  <c:v>0.34260416666074889</c:v>
                </c:pt>
                <c:pt idx="29602">
                  <c:v>0.34261574073752854</c:v>
                </c:pt>
                <c:pt idx="29603">
                  <c:v>0.34262731481430819</c:v>
                </c:pt>
                <c:pt idx="29604">
                  <c:v>0.34263888888381189</c:v>
                </c:pt>
                <c:pt idx="29605">
                  <c:v>0.34265046296059154</c:v>
                </c:pt>
                <c:pt idx="29606">
                  <c:v>0.34266203703737119</c:v>
                </c:pt>
                <c:pt idx="29607">
                  <c:v>0.34267361110687489</c:v>
                </c:pt>
                <c:pt idx="29608">
                  <c:v>0.34268518518365454</c:v>
                </c:pt>
                <c:pt idx="29609">
                  <c:v>0.34269675926043419</c:v>
                </c:pt>
                <c:pt idx="29610">
                  <c:v>0.34270833332993789</c:v>
                </c:pt>
                <c:pt idx="29611">
                  <c:v>0.34271990740671754</c:v>
                </c:pt>
                <c:pt idx="29612">
                  <c:v>0.34273148147622123</c:v>
                </c:pt>
                <c:pt idx="29613">
                  <c:v>0.34274305555300089</c:v>
                </c:pt>
                <c:pt idx="29614">
                  <c:v>0.34275462962978054</c:v>
                </c:pt>
                <c:pt idx="29615">
                  <c:v>0.34276620369928423</c:v>
                </c:pt>
                <c:pt idx="29616">
                  <c:v>0.34277777777606389</c:v>
                </c:pt>
                <c:pt idx="29617">
                  <c:v>0.34278935185284354</c:v>
                </c:pt>
                <c:pt idx="29618">
                  <c:v>0.34280092592234723</c:v>
                </c:pt>
                <c:pt idx="29619">
                  <c:v>0.34281249999912689</c:v>
                </c:pt>
                <c:pt idx="29620">
                  <c:v>0.34282407406863058</c:v>
                </c:pt>
                <c:pt idx="29621">
                  <c:v>0.34283564814541023</c:v>
                </c:pt>
                <c:pt idx="29622">
                  <c:v>0.34284722222218988</c:v>
                </c:pt>
                <c:pt idx="29623">
                  <c:v>0.34285879629169358</c:v>
                </c:pt>
                <c:pt idx="29624">
                  <c:v>0.34287037036847323</c:v>
                </c:pt>
                <c:pt idx="29625">
                  <c:v>0.34288194444525288</c:v>
                </c:pt>
                <c:pt idx="29626">
                  <c:v>0.34289351851475658</c:v>
                </c:pt>
                <c:pt idx="29627">
                  <c:v>0.34290509259153623</c:v>
                </c:pt>
                <c:pt idx="29628">
                  <c:v>0.34291666666103993</c:v>
                </c:pt>
                <c:pt idx="29629">
                  <c:v>0.34292824073781958</c:v>
                </c:pt>
                <c:pt idx="29630">
                  <c:v>0.34293981481459923</c:v>
                </c:pt>
                <c:pt idx="29631">
                  <c:v>0.34295138888410293</c:v>
                </c:pt>
                <c:pt idx="29632">
                  <c:v>0.34296296296088258</c:v>
                </c:pt>
                <c:pt idx="29633">
                  <c:v>0.34297453703766223</c:v>
                </c:pt>
                <c:pt idx="29634">
                  <c:v>0.34298611110716593</c:v>
                </c:pt>
                <c:pt idx="29635">
                  <c:v>0.34299768518394558</c:v>
                </c:pt>
                <c:pt idx="29636">
                  <c:v>0.34300925925344927</c:v>
                </c:pt>
                <c:pt idx="29637">
                  <c:v>0.34302083333022892</c:v>
                </c:pt>
                <c:pt idx="29638">
                  <c:v>0.34303240740700858</c:v>
                </c:pt>
                <c:pt idx="29639">
                  <c:v>0.34304398147651227</c:v>
                </c:pt>
                <c:pt idx="29640">
                  <c:v>0.34305555555329192</c:v>
                </c:pt>
                <c:pt idx="29641">
                  <c:v>0.34306712963007158</c:v>
                </c:pt>
                <c:pt idx="29642">
                  <c:v>0.34307870369957527</c:v>
                </c:pt>
                <c:pt idx="29643">
                  <c:v>0.34309027777635492</c:v>
                </c:pt>
                <c:pt idx="29644">
                  <c:v>0.34310185185313458</c:v>
                </c:pt>
                <c:pt idx="29645">
                  <c:v>0.34311342592263827</c:v>
                </c:pt>
                <c:pt idx="29646">
                  <c:v>0.34312499999941792</c:v>
                </c:pt>
                <c:pt idx="29647">
                  <c:v>0.34313657406892162</c:v>
                </c:pt>
                <c:pt idx="29648">
                  <c:v>0.34314814814570127</c:v>
                </c:pt>
                <c:pt idx="29649">
                  <c:v>0.34315972222248092</c:v>
                </c:pt>
                <c:pt idx="29650">
                  <c:v>0.34317129629198462</c:v>
                </c:pt>
                <c:pt idx="29651">
                  <c:v>0.34318287036876427</c:v>
                </c:pt>
                <c:pt idx="29652">
                  <c:v>0.34319444444554392</c:v>
                </c:pt>
                <c:pt idx="29653">
                  <c:v>0.34320601851504762</c:v>
                </c:pt>
                <c:pt idx="29654">
                  <c:v>0.34321759259182727</c:v>
                </c:pt>
                <c:pt idx="29655">
                  <c:v>0.34322916666133096</c:v>
                </c:pt>
                <c:pt idx="29656">
                  <c:v>0.34324074073811062</c:v>
                </c:pt>
                <c:pt idx="29657">
                  <c:v>0.34325231481489027</c:v>
                </c:pt>
                <c:pt idx="29658">
                  <c:v>0.34326388888439396</c:v>
                </c:pt>
                <c:pt idx="29659">
                  <c:v>0.34327546296117362</c:v>
                </c:pt>
                <c:pt idx="29660">
                  <c:v>0.34328703703795327</c:v>
                </c:pt>
                <c:pt idx="29661">
                  <c:v>0.34329861110745696</c:v>
                </c:pt>
                <c:pt idx="29662">
                  <c:v>0.34331018518423662</c:v>
                </c:pt>
                <c:pt idx="29663">
                  <c:v>0.34332175925374031</c:v>
                </c:pt>
                <c:pt idx="29664">
                  <c:v>0.34333333333051996</c:v>
                </c:pt>
                <c:pt idx="29665">
                  <c:v>0.34334490740729962</c:v>
                </c:pt>
                <c:pt idx="29666">
                  <c:v>0.34335648147680331</c:v>
                </c:pt>
                <c:pt idx="29667">
                  <c:v>0.34336805555358296</c:v>
                </c:pt>
                <c:pt idx="29668">
                  <c:v>0.34337962963036261</c:v>
                </c:pt>
                <c:pt idx="29669">
                  <c:v>0.34339120369986631</c:v>
                </c:pt>
                <c:pt idx="29670">
                  <c:v>0.34340277777664596</c:v>
                </c:pt>
                <c:pt idx="29671">
                  <c:v>0.34341435184614966</c:v>
                </c:pt>
                <c:pt idx="29672">
                  <c:v>0.34342592592292931</c:v>
                </c:pt>
                <c:pt idx="29673">
                  <c:v>0.34343749999970896</c:v>
                </c:pt>
                <c:pt idx="29674">
                  <c:v>0.34344907406921266</c:v>
                </c:pt>
                <c:pt idx="29675">
                  <c:v>0.34346064814599231</c:v>
                </c:pt>
                <c:pt idx="29676">
                  <c:v>0.34347222222277196</c:v>
                </c:pt>
                <c:pt idx="29677">
                  <c:v>0.34348379629227566</c:v>
                </c:pt>
                <c:pt idx="29678">
                  <c:v>0.34349537036905531</c:v>
                </c:pt>
                <c:pt idx="29679">
                  <c:v>0.343506944438559</c:v>
                </c:pt>
                <c:pt idx="29680">
                  <c:v>0.34351851851533866</c:v>
                </c:pt>
                <c:pt idx="29681">
                  <c:v>0.34353009259211831</c:v>
                </c:pt>
                <c:pt idx="29682">
                  <c:v>0.343541666661622</c:v>
                </c:pt>
                <c:pt idx="29683">
                  <c:v>0.34355324073840166</c:v>
                </c:pt>
                <c:pt idx="29684">
                  <c:v>0.34356481481518131</c:v>
                </c:pt>
                <c:pt idx="29685">
                  <c:v>0.343576388884685</c:v>
                </c:pt>
                <c:pt idx="29686">
                  <c:v>0.34358796296146465</c:v>
                </c:pt>
                <c:pt idx="29687">
                  <c:v>0.34359953703824431</c:v>
                </c:pt>
                <c:pt idx="29688">
                  <c:v>0.343611111107748</c:v>
                </c:pt>
                <c:pt idx="29689">
                  <c:v>0.34362268518452765</c:v>
                </c:pt>
                <c:pt idx="29690">
                  <c:v>0.34363425925403135</c:v>
                </c:pt>
                <c:pt idx="29691">
                  <c:v>0.343645833330811</c:v>
                </c:pt>
                <c:pt idx="29692">
                  <c:v>0.34365740740759065</c:v>
                </c:pt>
                <c:pt idx="29693">
                  <c:v>0.34366898147709435</c:v>
                </c:pt>
                <c:pt idx="29694">
                  <c:v>0.343680555553874</c:v>
                </c:pt>
                <c:pt idx="29695">
                  <c:v>0.34369212963065365</c:v>
                </c:pt>
                <c:pt idx="29696">
                  <c:v>0.34370370370015735</c:v>
                </c:pt>
                <c:pt idx="29697">
                  <c:v>0.343715277776937</c:v>
                </c:pt>
                <c:pt idx="29698">
                  <c:v>0.3437268518464407</c:v>
                </c:pt>
                <c:pt idx="29699">
                  <c:v>0.34373842592322035</c:v>
                </c:pt>
                <c:pt idx="29700">
                  <c:v>0.34375</c:v>
                </c:pt>
                <c:pt idx="29701">
                  <c:v>0.34376157406950369</c:v>
                </c:pt>
                <c:pt idx="29702">
                  <c:v>0.34377314814628335</c:v>
                </c:pt>
                <c:pt idx="29703">
                  <c:v>0.343784722223063</c:v>
                </c:pt>
                <c:pt idx="29704">
                  <c:v>0.34379629629256669</c:v>
                </c:pt>
                <c:pt idx="29705">
                  <c:v>0.34380787036934635</c:v>
                </c:pt>
                <c:pt idx="29706">
                  <c:v>0.34381944443885004</c:v>
                </c:pt>
                <c:pt idx="29707">
                  <c:v>0.34383101851562969</c:v>
                </c:pt>
                <c:pt idx="29708">
                  <c:v>0.34384259259240935</c:v>
                </c:pt>
                <c:pt idx="29709">
                  <c:v>0.34385416666191304</c:v>
                </c:pt>
                <c:pt idx="29710">
                  <c:v>0.34386574073869269</c:v>
                </c:pt>
                <c:pt idx="29711">
                  <c:v>0.34387731481547235</c:v>
                </c:pt>
                <c:pt idx="29712">
                  <c:v>0.34388888888497604</c:v>
                </c:pt>
                <c:pt idx="29713">
                  <c:v>0.34390046296175569</c:v>
                </c:pt>
                <c:pt idx="29714">
                  <c:v>0.34391203703125939</c:v>
                </c:pt>
                <c:pt idx="29715">
                  <c:v>0.34392361110803904</c:v>
                </c:pt>
                <c:pt idx="29716">
                  <c:v>0.34393518518481869</c:v>
                </c:pt>
                <c:pt idx="29717">
                  <c:v>0.34394675925432239</c:v>
                </c:pt>
                <c:pt idx="29718">
                  <c:v>0.34395833333110204</c:v>
                </c:pt>
                <c:pt idx="29719">
                  <c:v>0.34396990740788169</c:v>
                </c:pt>
                <c:pt idx="29720">
                  <c:v>0.34398148147738539</c:v>
                </c:pt>
                <c:pt idx="29721">
                  <c:v>0.34399305555416504</c:v>
                </c:pt>
                <c:pt idx="29722">
                  <c:v>0.34400462963094469</c:v>
                </c:pt>
                <c:pt idx="29723">
                  <c:v>0.34401620370044839</c:v>
                </c:pt>
                <c:pt idx="29724">
                  <c:v>0.34402777777722804</c:v>
                </c:pt>
                <c:pt idx="29725">
                  <c:v>0.34403935184673173</c:v>
                </c:pt>
                <c:pt idx="29726">
                  <c:v>0.34405092592351139</c:v>
                </c:pt>
                <c:pt idx="29727">
                  <c:v>0.34406250000029104</c:v>
                </c:pt>
                <c:pt idx="29728">
                  <c:v>0.34407407406979473</c:v>
                </c:pt>
                <c:pt idx="29729">
                  <c:v>0.34408564814657439</c:v>
                </c:pt>
                <c:pt idx="29730">
                  <c:v>0.34409722222335404</c:v>
                </c:pt>
                <c:pt idx="29731">
                  <c:v>0.34410879629285773</c:v>
                </c:pt>
                <c:pt idx="29732">
                  <c:v>0.34412037036963739</c:v>
                </c:pt>
                <c:pt idx="29733">
                  <c:v>0.34413194443914108</c:v>
                </c:pt>
                <c:pt idx="29734">
                  <c:v>0.34414351851592073</c:v>
                </c:pt>
                <c:pt idx="29735">
                  <c:v>0.34415509259270038</c:v>
                </c:pt>
                <c:pt idx="29736">
                  <c:v>0.34416666666220408</c:v>
                </c:pt>
                <c:pt idx="29737">
                  <c:v>0.34417824073898373</c:v>
                </c:pt>
                <c:pt idx="29738">
                  <c:v>0.34418981481576338</c:v>
                </c:pt>
                <c:pt idx="29739">
                  <c:v>0.34420138888526708</c:v>
                </c:pt>
                <c:pt idx="29740">
                  <c:v>0.34421296296204673</c:v>
                </c:pt>
                <c:pt idx="29741">
                  <c:v>0.34422453703155043</c:v>
                </c:pt>
                <c:pt idx="29742">
                  <c:v>0.34423611110833008</c:v>
                </c:pt>
                <c:pt idx="29743">
                  <c:v>0.34424768518510973</c:v>
                </c:pt>
                <c:pt idx="29744">
                  <c:v>0.34425925925461343</c:v>
                </c:pt>
                <c:pt idx="29745">
                  <c:v>0.34427083333139308</c:v>
                </c:pt>
                <c:pt idx="29746">
                  <c:v>0.34428240740817273</c:v>
                </c:pt>
                <c:pt idx="29747">
                  <c:v>0.34429398147767643</c:v>
                </c:pt>
                <c:pt idx="29748">
                  <c:v>0.34430555555445608</c:v>
                </c:pt>
                <c:pt idx="29749">
                  <c:v>0.34431712962395977</c:v>
                </c:pt>
                <c:pt idx="29750">
                  <c:v>0.34432870370073942</c:v>
                </c:pt>
                <c:pt idx="29751">
                  <c:v>0.34434027777751908</c:v>
                </c:pt>
                <c:pt idx="29752">
                  <c:v>0.34435185184702277</c:v>
                </c:pt>
                <c:pt idx="29753">
                  <c:v>0.34436342592380242</c:v>
                </c:pt>
                <c:pt idx="29754">
                  <c:v>0.34437500000058208</c:v>
                </c:pt>
                <c:pt idx="29755">
                  <c:v>0.34438657407008577</c:v>
                </c:pt>
                <c:pt idx="29756">
                  <c:v>0.34439814814686542</c:v>
                </c:pt>
                <c:pt idx="29757">
                  <c:v>0.34440972221636912</c:v>
                </c:pt>
                <c:pt idx="29758">
                  <c:v>0.34442129629314877</c:v>
                </c:pt>
                <c:pt idx="29759">
                  <c:v>0.34443287036992842</c:v>
                </c:pt>
                <c:pt idx="29760">
                  <c:v>0.34444444443943212</c:v>
                </c:pt>
                <c:pt idx="29761">
                  <c:v>0.34445601851621177</c:v>
                </c:pt>
                <c:pt idx="29762">
                  <c:v>0.34446759259299142</c:v>
                </c:pt>
                <c:pt idx="29763">
                  <c:v>0.34447916666249512</c:v>
                </c:pt>
                <c:pt idx="29764">
                  <c:v>0.34449074073927477</c:v>
                </c:pt>
                <c:pt idx="29765">
                  <c:v>0.34450231481605442</c:v>
                </c:pt>
                <c:pt idx="29766">
                  <c:v>0.34451388888555812</c:v>
                </c:pt>
                <c:pt idx="29767">
                  <c:v>0.34452546296233777</c:v>
                </c:pt>
                <c:pt idx="29768">
                  <c:v>0.34453703703184146</c:v>
                </c:pt>
                <c:pt idx="29769">
                  <c:v>0.34454861110862112</c:v>
                </c:pt>
                <c:pt idx="29770">
                  <c:v>0.34456018518540077</c:v>
                </c:pt>
                <c:pt idx="29771">
                  <c:v>0.34457175925490446</c:v>
                </c:pt>
                <c:pt idx="29772">
                  <c:v>0.34458333333168412</c:v>
                </c:pt>
                <c:pt idx="29773">
                  <c:v>0.34459490740846377</c:v>
                </c:pt>
                <c:pt idx="29774">
                  <c:v>0.34460648147796746</c:v>
                </c:pt>
                <c:pt idx="29775">
                  <c:v>0.34461805555474712</c:v>
                </c:pt>
                <c:pt idx="29776">
                  <c:v>0.34462962962425081</c:v>
                </c:pt>
                <c:pt idx="29777">
                  <c:v>0.34464120370103046</c:v>
                </c:pt>
                <c:pt idx="29778">
                  <c:v>0.34465277777781012</c:v>
                </c:pt>
                <c:pt idx="29779">
                  <c:v>0.34466435184731381</c:v>
                </c:pt>
                <c:pt idx="29780">
                  <c:v>0.34467592592409346</c:v>
                </c:pt>
                <c:pt idx="29781">
                  <c:v>0.34468750000087311</c:v>
                </c:pt>
                <c:pt idx="29782">
                  <c:v>0.34469907407037681</c:v>
                </c:pt>
                <c:pt idx="29783">
                  <c:v>0.34471064814715646</c:v>
                </c:pt>
                <c:pt idx="29784">
                  <c:v>0.34472222221666016</c:v>
                </c:pt>
                <c:pt idx="29785">
                  <c:v>0.34473379629343981</c:v>
                </c:pt>
                <c:pt idx="29786">
                  <c:v>0.34474537037021946</c:v>
                </c:pt>
                <c:pt idx="29787">
                  <c:v>0.34475694443972316</c:v>
                </c:pt>
                <c:pt idx="29788">
                  <c:v>0.34476851851650281</c:v>
                </c:pt>
                <c:pt idx="29789">
                  <c:v>0.34478009259328246</c:v>
                </c:pt>
                <c:pt idx="29790">
                  <c:v>0.34479166666278616</c:v>
                </c:pt>
                <c:pt idx="29791">
                  <c:v>0.34480324073956581</c:v>
                </c:pt>
                <c:pt idx="29792">
                  <c:v>0.3448148148090695</c:v>
                </c:pt>
                <c:pt idx="29793">
                  <c:v>0.34482638888584916</c:v>
                </c:pt>
                <c:pt idx="29794">
                  <c:v>0.34483796296262881</c:v>
                </c:pt>
                <c:pt idx="29795">
                  <c:v>0.3448495370321325</c:v>
                </c:pt>
                <c:pt idx="29796">
                  <c:v>0.34486111110891216</c:v>
                </c:pt>
                <c:pt idx="29797">
                  <c:v>0.34487268518569181</c:v>
                </c:pt>
                <c:pt idx="29798">
                  <c:v>0.3448842592551955</c:v>
                </c:pt>
                <c:pt idx="29799">
                  <c:v>0.34489583333197515</c:v>
                </c:pt>
                <c:pt idx="29800">
                  <c:v>0.34490740740147885</c:v>
                </c:pt>
                <c:pt idx="29801">
                  <c:v>0.3449189814782585</c:v>
                </c:pt>
                <c:pt idx="29802">
                  <c:v>0.34493055555503815</c:v>
                </c:pt>
                <c:pt idx="29803">
                  <c:v>0.34494212962454185</c:v>
                </c:pt>
                <c:pt idx="29804">
                  <c:v>0.3449537037013215</c:v>
                </c:pt>
                <c:pt idx="29805">
                  <c:v>0.34496527777810115</c:v>
                </c:pt>
                <c:pt idx="29806">
                  <c:v>0.34497685184760485</c:v>
                </c:pt>
                <c:pt idx="29807">
                  <c:v>0.3449884259243845</c:v>
                </c:pt>
                <c:pt idx="29808">
                  <c:v>0.34500000000116415</c:v>
                </c:pt>
                <c:pt idx="29809">
                  <c:v>0.34501157407066785</c:v>
                </c:pt>
                <c:pt idx="29810">
                  <c:v>0.3450231481474475</c:v>
                </c:pt>
                <c:pt idx="29811">
                  <c:v>0.3450347222169512</c:v>
                </c:pt>
                <c:pt idx="29812">
                  <c:v>0.34504629629373085</c:v>
                </c:pt>
                <c:pt idx="29813">
                  <c:v>0.3450578703705105</c:v>
                </c:pt>
                <c:pt idx="29814">
                  <c:v>0.34506944444001419</c:v>
                </c:pt>
                <c:pt idx="29815">
                  <c:v>0.34508101851679385</c:v>
                </c:pt>
                <c:pt idx="29816">
                  <c:v>0.3450925925935735</c:v>
                </c:pt>
                <c:pt idx="29817">
                  <c:v>0.34510416666307719</c:v>
                </c:pt>
                <c:pt idx="29818">
                  <c:v>0.34511574073985685</c:v>
                </c:pt>
                <c:pt idx="29819">
                  <c:v>0.34512731480936054</c:v>
                </c:pt>
                <c:pt idx="29820">
                  <c:v>0.34513888888614019</c:v>
                </c:pt>
                <c:pt idx="29821">
                  <c:v>0.34515046296291985</c:v>
                </c:pt>
                <c:pt idx="29822">
                  <c:v>0.34516203703242354</c:v>
                </c:pt>
                <c:pt idx="29823">
                  <c:v>0.34517361110920319</c:v>
                </c:pt>
                <c:pt idx="29824">
                  <c:v>0.34518518518598285</c:v>
                </c:pt>
                <c:pt idx="29825">
                  <c:v>0.34519675925548654</c:v>
                </c:pt>
                <c:pt idx="29826">
                  <c:v>0.34520833333226619</c:v>
                </c:pt>
                <c:pt idx="29827">
                  <c:v>0.34521990740176989</c:v>
                </c:pt>
                <c:pt idx="29828">
                  <c:v>0.34523148147854954</c:v>
                </c:pt>
                <c:pt idx="29829">
                  <c:v>0.34524305555532919</c:v>
                </c:pt>
                <c:pt idx="29830">
                  <c:v>0.34525462962483289</c:v>
                </c:pt>
                <c:pt idx="29831">
                  <c:v>0.34526620370161254</c:v>
                </c:pt>
                <c:pt idx="29832">
                  <c:v>0.34527777777839219</c:v>
                </c:pt>
                <c:pt idx="29833">
                  <c:v>0.34528935184789589</c:v>
                </c:pt>
                <c:pt idx="29834">
                  <c:v>0.34530092592467554</c:v>
                </c:pt>
                <c:pt idx="29835">
                  <c:v>0.34531249999417923</c:v>
                </c:pt>
                <c:pt idx="29836">
                  <c:v>0.34532407407095889</c:v>
                </c:pt>
                <c:pt idx="29837">
                  <c:v>0.34533564814773854</c:v>
                </c:pt>
                <c:pt idx="29838">
                  <c:v>0.34534722221724223</c:v>
                </c:pt>
                <c:pt idx="29839">
                  <c:v>0.34535879629402189</c:v>
                </c:pt>
                <c:pt idx="29840">
                  <c:v>0.34537037037080154</c:v>
                </c:pt>
                <c:pt idx="29841">
                  <c:v>0.34538194444030523</c:v>
                </c:pt>
                <c:pt idx="29842">
                  <c:v>0.34539351851708489</c:v>
                </c:pt>
                <c:pt idx="29843">
                  <c:v>0.34540509259386454</c:v>
                </c:pt>
                <c:pt idx="29844">
                  <c:v>0.34541666666336823</c:v>
                </c:pt>
                <c:pt idx="29845">
                  <c:v>0.34542824074014788</c:v>
                </c:pt>
                <c:pt idx="29846">
                  <c:v>0.34543981480965158</c:v>
                </c:pt>
                <c:pt idx="29847">
                  <c:v>0.34545138888643123</c:v>
                </c:pt>
                <c:pt idx="29848">
                  <c:v>0.34546296296321088</c:v>
                </c:pt>
                <c:pt idx="29849">
                  <c:v>0.34547453703271458</c:v>
                </c:pt>
                <c:pt idx="29850">
                  <c:v>0.34548611110949423</c:v>
                </c:pt>
                <c:pt idx="29851">
                  <c:v>0.34549768518627388</c:v>
                </c:pt>
                <c:pt idx="29852">
                  <c:v>0.34550925925577758</c:v>
                </c:pt>
                <c:pt idx="29853">
                  <c:v>0.34552083333255723</c:v>
                </c:pt>
                <c:pt idx="29854">
                  <c:v>0.34553240740206093</c:v>
                </c:pt>
                <c:pt idx="29855">
                  <c:v>0.34554398147884058</c:v>
                </c:pt>
                <c:pt idx="29856">
                  <c:v>0.34555555555562023</c:v>
                </c:pt>
                <c:pt idx="29857">
                  <c:v>0.34556712962512393</c:v>
                </c:pt>
                <c:pt idx="29858">
                  <c:v>0.34557870370190358</c:v>
                </c:pt>
                <c:pt idx="29859">
                  <c:v>0.34559027777868323</c:v>
                </c:pt>
                <c:pt idx="29860">
                  <c:v>0.34560185184818693</c:v>
                </c:pt>
                <c:pt idx="29861">
                  <c:v>0.34561342592496658</c:v>
                </c:pt>
                <c:pt idx="29862">
                  <c:v>0.34562499999447027</c:v>
                </c:pt>
                <c:pt idx="29863">
                  <c:v>0.34563657407124992</c:v>
                </c:pt>
                <c:pt idx="29864">
                  <c:v>0.34564814814802958</c:v>
                </c:pt>
                <c:pt idx="29865">
                  <c:v>0.34565972221753327</c:v>
                </c:pt>
                <c:pt idx="29866">
                  <c:v>0.34567129629431292</c:v>
                </c:pt>
                <c:pt idx="29867">
                  <c:v>0.34568287037109258</c:v>
                </c:pt>
                <c:pt idx="29868">
                  <c:v>0.34569444444059627</c:v>
                </c:pt>
                <c:pt idx="29869">
                  <c:v>0.34570601851737592</c:v>
                </c:pt>
                <c:pt idx="29870">
                  <c:v>0.34571759258687962</c:v>
                </c:pt>
                <c:pt idx="29871">
                  <c:v>0.34572916666365927</c:v>
                </c:pt>
                <c:pt idx="29872">
                  <c:v>0.34574074074043892</c:v>
                </c:pt>
                <c:pt idx="29873">
                  <c:v>0.34575231480994262</c:v>
                </c:pt>
                <c:pt idx="29874">
                  <c:v>0.34576388888672227</c:v>
                </c:pt>
                <c:pt idx="29875">
                  <c:v>0.34577546296350192</c:v>
                </c:pt>
                <c:pt idx="29876">
                  <c:v>0.34578703703300562</c:v>
                </c:pt>
                <c:pt idx="29877">
                  <c:v>0.34579861110978527</c:v>
                </c:pt>
                <c:pt idx="29878">
                  <c:v>0.34581018517928896</c:v>
                </c:pt>
                <c:pt idx="29879">
                  <c:v>0.34582175925606862</c:v>
                </c:pt>
                <c:pt idx="29880">
                  <c:v>0.34583333333284827</c:v>
                </c:pt>
                <c:pt idx="29881">
                  <c:v>0.34584490740235196</c:v>
                </c:pt>
                <c:pt idx="29882">
                  <c:v>0.34585648147913162</c:v>
                </c:pt>
                <c:pt idx="29883">
                  <c:v>0.34586805555591127</c:v>
                </c:pt>
                <c:pt idx="29884">
                  <c:v>0.34587962962541496</c:v>
                </c:pt>
                <c:pt idx="29885">
                  <c:v>0.34589120370219462</c:v>
                </c:pt>
                <c:pt idx="29886">
                  <c:v>0.34590277777897427</c:v>
                </c:pt>
                <c:pt idx="29887">
                  <c:v>0.34591435184847796</c:v>
                </c:pt>
                <c:pt idx="29888">
                  <c:v>0.34592592592525762</c:v>
                </c:pt>
                <c:pt idx="29889">
                  <c:v>0.34593749999476131</c:v>
                </c:pt>
                <c:pt idx="29890">
                  <c:v>0.34594907407154096</c:v>
                </c:pt>
                <c:pt idx="29891">
                  <c:v>0.34596064814832062</c:v>
                </c:pt>
                <c:pt idx="29892">
                  <c:v>0.34597222221782431</c:v>
                </c:pt>
                <c:pt idx="29893">
                  <c:v>0.34598379629460396</c:v>
                </c:pt>
                <c:pt idx="29894">
                  <c:v>0.34599537037138361</c:v>
                </c:pt>
                <c:pt idx="29895">
                  <c:v>0.34600694444088731</c:v>
                </c:pt>
                <c:pt idx="29896">
                  <c:v>0.34601851851766696</c:v>
                </c:pt>
                <c:pt idx="29897">
                  <c:v>0.34603009258717066</c:v>
                </c:pt>
                <c:pt idx="29898">
                  <c:v>0.34604166666395031</c:v>
                </c:pt>
                <c:pt idx="29899">
                  <c:v>0.34605324074072996</c:v>
                </c:pt>
                <c:pt idx="29900">
                  <c:v>0.34606481481023366</c:v>
                </c:pt>
                <c:pt idx="29901">
                  <c:v>0.34607638888701331</c:v>
                </c:pt>
                <c:pt idx="29902">
                  <c:v>0.34608796296379296</c:v>
                </c:pt>
                <c:pt idx="29903">
                  <c:v>0.34609953703329666</c:v>
                </c:pt>
                <c:pt idx="29904">
                  <c:v>0.34611111111007631</c:v>
                </c:pt>
                <c:pt idx="29905">
                  <c:v>0.34612268517958</c:v>
                </c:pt>
                <c:pt idx="29906">
                  <c:v>0.34613425925635966</c:v>
                </c:pt>
                <c:pt idx="29907">
                  <c:v>0.34614583333313931</c:v>
                </c:pt>
                <c:pt idx="29908">
                  <c:v>0.346157407402643</c:v>
                </c:pt>
                <c:pt idx="29909">
                  <c:v>0.34616898147942265</c:v>
                </c:pt>
                <c:pt idx="29910">
                  <c:v>0.34618055555620231</c:v>
                </c:pt>
                <c:pt idx="29911">
                  <c:v>0.346192129625706</c:v>
                </c:pt>
                <c:pt idx="29912">
                  <c:v>0.34620370370248565</c:v>
                </c:pt>
                <c:pt idx="29913">
                  <c:v>0.34621527777198935</c:v>
                </c:pt>
                <c:pt idx="29914">
                  <c:v>0.346226851848769</c:v>
                </c:pt>
                <c:pt idx="29915">
                  <c:v>0.34623842592554865</c:v>
                </c:pt>
                <c:pt idx="29916">
                  <c:v>0.34624999999505235</c:v>
                </c:pt>
                <c:pt idx="29917">
                  <c:v>0.346261574071832</c:v>
                </c:pt>
                <c:pt idx="29918">
                  <c:v>0.34627314814861165</c:v>
                </c:pt>
                <c:pt idx="29919">
                  <c:v>0.34628472221811535</c:v>
                </c:pt>
                <c:pt idx="29920">
                  <c:v>0.346296296294895</c:v>
                </c:pt>
                <c:pt idx="29921">
                  <c:v>0.34630787037167465</c:v>
                </c:pt>
                <c:pt idx="29922">
                  <c:v>0.34631944444117835</c:v>
                </c:pt>
                <c:pt idx="29923">
                  <c:v>0.346331018517958</c:v>
                </c:pt>
                <c:pt idx="29924">
                  <c:v>0.3463425925874617</c:v>
                </c:pt>
                <c:pt idx="29925">
                  <c:v>0.34635416666424135</c:v>
                </c:pt>
                <c:pt idx="29926">
                  <c:v>0.346365740741021</c:v>
                </c:pt>
                <c:pt idx="29927">
                  <c:v>0.34637731481052469</c:v>
                </c:pt>
                <c:pt idx="29928">
                  <c:v>0.34638888888730435</c:v>
                </c:pt>
                <c:pt idx="29929">
                  <c:v>0.346400462964084</c:v>
                </c:pt>
                <c:pt idx="29930">
                  <c:v>0.34641203703358769</c:v>
                </c:pt>
                <c:pt idx="29931">
                  <c:v>0.34642361111036735</c:v>
                </c:pt>
                <c:pt idx="29932">
                  <c:v>0.34643518517987104</c:v>
                </c:pt>
                <c:pt idx="29933">
                  <c:v>0.34644675925665069</c:v>
                </c:pt>
                <c:pt idx="29934">
                  <c:v>0.34645833333343035</c:v>
                </c:pt>
                <c:pt idx="29935">
                  <c:v>0.34646990740293404</c:v>
                </c:pt>
                <c:pt idx="29936">
                  <c:v>0.34648148147971369</c:v>
                </c:pt>
                <c:pt idx="29937">
                  <c:v>0.34649305555649335</c:v>
                </c:pt>
                <c:pt idx="29938">
                  <c:v>0.34650462962599704</c:v>
                </c:pt>
                <c:pt idx="29939">
                  <c:v>0.34651620370277669</c:v>
                </c:pt>
                <c:pt idx="29940">
                  <c:v>0.34652777777228039</c:v>
                </c:pt>
                <c:pt idx="29941">
                  <c:v>0.34653935184906004</c:v>
                </c:pt>
                <c:pt idx="29942">
                  <c:v>0.34655092592583969</c:v>
                </c:pt>
                <c:pt idx="29943">
                  <c:v>0.34656249999534339</c:v>
                </c:pt>
                <c:pt idx="29944">
                  <c:v>0.34657407407212304</c:v>
                </c:pt>
                <c:pt idx="29945">
                  <c:v>0.34658564814890269</c:v>
                </c:pt>
                <c:pt idx="29946">
                  <c:v>0.34659722221840639</c:v>
                </c:pt>
                <c:pt idx="29947">
                  <c:v>0.34660879629518604</c:v>
                </c:pt>
                <c:pt idx="29948">
                  <c:v>0.34662037036468973</c:v>
                </c:pt>
                <c:pt idx="29949">
                  <c:v>0.34663194444146939</c:v>
                </c:pt>
                <c:pt idx="29950">
                  <c:v>0.34664351851824904</c:v>
                </c:pt>
                <c:pt idx="29951">
                  <c:v>0.34665509258775273</c:v>
                </c:pt>
                <c:pt idx="29952">
                  <c:v>0.34666666666453239</c:v>
                </c:pt>
                <c:pt idx="29953">
                  <c:v>0.34667824074131204</c:v>
                </c:pt>
                <c:pt idx="29954">
                  <c:v>0.34668981481081573</c:v>
                </c:pt>
                <c:pt idx="29955">
                  <c:v>0.34670138888759539</c:v>
                </c:pt>
                <c:pt idx="29956">
                  <c:v>0.34671296295709908</c:v>
                </c:pt>
                <c:pt idx="29957">
                  <c:v>0.34672453703387873</c:v>
                </c:pt>
                <c:pt idx="29958">
                  <c:v>0.34673611111065838</c:v>
                </c:pt>
                <c:pt idx="29959">
                  <c:v>0.34674768518016208</c:v>
                </c:pt>
                <c:pt idx="29960">
                  <c:v>0.34675925925694173</c:v>
                </c:pt>
                <c:pt idx="29961">
                  <c:v>0.34677083333372138</c:v>
                </c:pt>
                <c:pt idx="29962">
                  <c:v>0.34678240740322508</c:v>
                </c:pt>
                <c:pt idx="29963">
                  <c:v>0.34679398148000473</c:v>
                </c:pt>
                <c:pt idx="29964">
                  <c:v>0.34680555555678438</c:v>
                </c:pt>
                <c:pt idx="29965">
                  <c:v>0.34681712962628808</c:v>
                </c:pt>
                <c:pt idx="29966">
                  <c:v>0.34682870370306773</c:v>
                </c:pt>
                <c:pt idx="29967">
                  <c:v>0.34684027777257143</c:v>
                </c:pt>
                <c:pt idx="29968">
                  <c:v>0.34685185184935108</c:v>
                </c:pt>
                <c:pt idx="29969">
                  <c:v>0.34686342592613073</c:v>
                </c:pt>
                <c:pt idx="29970">
                  <c:v>0.34687499999563443</c:v>
                </c:pt>
                <c:pt idx="29971">
                  <c:v>0.34688657407241408</c:v>
                </c:pt>
                <c:pt idx="29972">
                  <c:v>0.34689814814919373</c:v>
                </c:pt>
                <c:pt idx="29973">
                  <c:v>0.34690972221869742</c:v>
                </c:pt>
                <c:pt idx="29974">
                  <c:v>0.34692129629547708</c:v>
                </c:pt>
                <c:pt idx="29975">
                  <c:v>0.34693287036498077</c:v>
                </c:pt>
                <c:pt idx="29976">
                  <c:v>0.34694444444176042</c:v>
                </c:pt>
                <c:pt idx="29977">
                  <c:v>0.34695601851854008</c:v>
                </c:pt>
                <c:pt idx="29978">
                  <c:v>0.34696759258804377</c:v>
                </c:pt>
                <c:pt idx="29979">
                  <c:v>0.34697916666482342</c:v>
                </c:pt>
                <c:pt idx="29980">
                  <c:v>0.34699074074160308</c:v>
                </c:pt>
                <c:pt idx="29981">
                  <c:v>0.34700231481110677</c:v>
                </c:pt>
                <c:pt idx="29982">
                  <c:v>0.34701388888788642</c:v>
                </c:pt>
                <c:pt idx="29983">
                  <c:v>0.34702546295739012</c:v>
                </c:pt>
                <c:pt idx="29984">
                  <c:v>0.34703703703416977</c:v>
                </c:pt>
                <c:pt idx="29985">
                  <c:v>0.34704861111094942</c:v>
                </c:pt>
                <c:pt idx="29986">
                  <c:v>0.34706018518045312</c:v>
                </c:pt>
                <c:pt idx="29987">
                  <c:v>0.34707175925723277</c:v>
                </c:pt>
                <c:pt idx="29988">
                  <c:v>0.34708333333401242</c:v>
                </c:pt>
                <c:pt idx="29989">
                  <c:v>0.34709490740351612</c:v>
                </c:pt>
                <c:pt idx="29990">
                  <c:v>0.34710648148029577</c:v>
                </c:pt>
                <c:pt idx="29991">
                  <c:v>0.34711805554979946</c:v>
                </c:pt>
                <c:pt idx="29992">
                  <c:v>0.34712962962657912</c:v>
                </c:pt>
                <c:pt idx="29993">
                  <c:v>0.34714120370335877</c:v>
                </c:pt>
                <c:pt idx="29994">
                  <c:v>0.34715277777286246</c:v>
                </c:pt>
                <c:pt idx="29995">
                  <c:v>0.34716435184964212</c:v>
                </c:pt>
                <c:pt idx="29996">
                  <c:v>0.34717592592642177</c:v>
                </c:pt>
                <c:pt idx="29997">
                  <c:v>0.34718749999592546</c:v>
                </c:pt>
                <c:pt idx="29998">
                  <c:v>0.34719907407270512</c:v>
                </c:pt>
                <c:pt idx="29999">
                  <c:v>0.34721064814948477</c:v>
                </c:pt>
                <c:pt idx="30000">
                  <c:v>0.34722222221898846</c:v>
                </c:pt>
                <c:pt idx="30001">
                  <c:v>0.34723379629576812</c:v>
                </c:pt>
                <c:pt idx="30002">
                  <c:v>0.34724537036527181</c:v>
                </c:pt>
                <c:pt idx="30003">
                  <c:v>0.34725694444205146</c:v>
                </c:pt>
                <c:pt idx="30004">
                  <c:v>0.34726851851883112</c:v>
                </c:pt>
                <c:pt idx="30005">
                  <c:v>0.34728009258833481</c:v>
                </c:pt>
                <c:pt idx="30006">
                  <c:v>0.34729166666511446</c:v>
                </c:pt>
                <c:pt idx="30007">
                  <c:v>0.34730324074189411</c:v>
                </c:pt>
                <c:pt idx="30008">
                  <c:v>0.34731481481139781</c:v>
                </c:pt>
                <c:pt idx="30009">
                  <c:v>0.34732638888817746</c:v>
                </c:pt>
                <c:pt idx="30010">
                  <c:v>0.34733796295768116</c:v>
                </c:pt>
                <c:pt idx="30011">
                  <c:v>0.34734953703446081</c:v>
                </c:pt>
                <c:pt idx="30012">
                  <c:v>0.34736111111124046</c:v>
                </c:pt>
                <c:pt idx="30013">
                  <c:v>0.34737268518074416</c:v>
                </c:pt>
                <c:pt idx="30014">
                  <c:v>0.34738425925752381</c:v>
                </c:pt>
                <c:pt idx="30015">
                  <c:v>0.34739583333430346</c:v>
                </c:pt>
                <c:pt idx="30016">
                  <c:v>0.34740740740380716</c:v>
                </c:pt>
                <c:pt idx="30017">
                  <c:v>0.34741898148058681</c:v>
                </c:pt>
                <c:pt idx="30018">
                  <c:v>0.3474305555500905</c:v>
                </c:pt>
                <c:pt idx="30019">
                  <c:v>0.34744212962687016</c:v>
                </c:pt>
                <c:pt idx="30020">
                  <c:v>0.34745370370364981</c:v>
                </c:pt>
                <c:pt idx="30021">
                  <c:v>0.3474652777731535</c:v>
                </c:pt>
                <c:pt idx="30022">
                  <c:v>0.34747685184993315</c:v>
                </c:pt>
                <c:pt idx="30023">
                  <c:v>0.34748842592671281</c:v>
                </c:pt>
                <c:pt idx="30024">
                  <c:v>0.3474999999962165</c:v>
                </c:pt>
                <c:pt idx="30025">
                  <c:v>0.34751157407299615</c:v>
                </c:pt>
                <c:pt idx="30026">
                  <c:v>0.34752314814249985</c:v>
                </c:pt>
                <c:pt idx="30027">
                  <c:v>0.3475347222192795</c:v>
                </c:pt>
                <c:pt idx="30028">
                  <c:v>0.34754629629605915</c:v>
                </c:pt>
                <c:pt idx="30029">
                  <c:v>0.34755787036556285</c:v>
                </c:pt>
                <c:pt idx="30030">
                  <c:v>0.3475694444423425</c:v>
                </c:pt>
                <c:pt idx="30031">
                  <c:v>0.34758101851912215</c:v>
                </c:pt>
                <c:pt idx="30032">
                  <c:v>0.34759259258862585</c:v>
                </c:pt>
                <c:pt idx="30033">
                  <c:v>0.3476041666654055</c:v>
                </c:pt>
                <c:pt idx="30034">
                  <c:v>0.3476157407349092</c:v>
                </c:pt>
                <c:pt idx="30035">
                  <c:v>0.34762731481168885</c:v>
                </c:pt>
                <c:pt idx="30036">
                  <c:v>0.3476388888884685</c:v>
                </c:pt>
                <c:pt idx="30037">
                  <c:v>0.34765046295797219</c:v>
                </c:pt>
                <c:pt idx="30038">
                  <c:v>0.34766203703475185</c:v>
                </c:pt>
                <c:pt idx="30039">
                  <c:v>0.3476736111115315</c:v>
                </c:pt>
                <c:pt idx="30040">
                  <c:v>0.34768518518103519</c:v>
                </c:pt>
                <c:pt idx="30041">
                  <c:v>0.34769675925781485</c:v>
                </c:pt>
                <c:pt idx="30042">
                  <c:v>0.3477083333345945</c:v>
                </c:pt>
                <c:pt idx="30043">
                  <c:v>0.34771990740409819</c:v>
                </c:pt>
                <c:pt idx="30044">
                  <c:v>0.34773148148087785</c:v>
                </c:pt>
                <c:pt idx="30045">
                  <c:v>0.34774305555038154</c:v>
                </c:pt>
                <c:pt idx="30046">
                  <c:v>0.34775462962716119</c:v>
                </c:pt>
                <c:pt idx="30047">
                  <c:v>0.34776620370394085</c:v>
                </c:pt>
                <c:pt idx="30048">
                  <c:v>0.34777777777344454</c:v>
                </c:pt>
                <c:pt idx="30049">
                  <c:v>0.34778935185022419</c:v>
                </c:pt>
                <c:pt idx="30050">
                  <c:v>0.34780092592700385</c:v>
                </c:pt>
                <c:pt idx="30051">
                  <c:v>0.34781249999650754</c:v>
                </c:pt>
                <c:pt idx="30052">
                  <c:v>0.34782407407328719</c:v>
                </c:pt>
                <c:pt idx="30053">
                  <c:v>0.34783564814279089</c:v>
                </c:pt>
                <c:pt idx="30054">
                  <c:v>0.34784722221957054</c:v>
                </c:pt>
                <c:pt idx="30055">
                  <c:v>0.34785879629635019</c:v>
                </c:pt>
                <c:pt idx="30056">
                  <c:v>0.34787037036585389</c:v>
                </c:pt>
                <c:pt idx="30057">
                  <c:v>0.34788194444263354</c:v>
                </c:pt>
                <c:pt idx="30058">
                  <c:v>0.34789351851941319</c:v>
                </c:pt>
                <c:pt idx="30059">
                  <c:v>0.34790509258891689</c:v>
                </c:pt>
                <c:pt idx="30060">
                  <c:v>0.34791666666569654</c:v>
                </c:pt>
                <c:pt idx="30061">
                  <c:v>0.34792824073520023</c:v>
                </c:pt>
                <c:pt idx="30062">
                  <c:v>0.34793981481197989</c:v>
                </c:pt>
                <c:pt idx="30063">
                  <c:v>0.34795138888875954</c:v>
                </c:pt>
                <c:pt idx="30064">
                  <c:v>0.34796296295826323</c:v>
                </c:pt>
                <c:pt idx="30065">
                  <c:v>0.34797453703504289</c:v>
                </c:pt>
                <c:pt idx="30066">
                  <c:v>0.34798611111182254</c:v>
                </c:pt>
                <c:pt idx="30067">
                  <c:v>0.34799768518132623</c:v>
                </c:pt>
                <c:pt idx="30068">
                  <c:v>0.34800925925810589</c:v>
                </c:pt>
                <c:pt idx="30069">
                  <c:v>0.34802083332760958</c:v>
                </c:pt>
                <c:pt idx="30070">
                  <c:v>0.34803240740438923</c:v>
                </c:pt>
                <c:pt idx="30071">
                  <c:v>0.34804398148116888</c:v>
                </c:pt>
                <c:pt idx="30072">
                  <c:v>0.34805555555067258</c:v>
                </c:pt>
                <c:pt idx="30073">
                  <c:v>0.34806712962745223</c:v>
                </c:pt>
                <c:pt idx="30074">
                  <c:v>0.34807870370423188</c:v>
                </c:pt>
                <c:pt idx="30075">
                  <c:v>0.34809027777373558</c:v>
                </c:pt>
                <c:pt idx="30076">
                  <c:v>0.34810185185051523</c:v>
                </c:pt>
                <c:pt idx="30077">
                  <c:v>0.34811342592001893</c:v>
                </c:pt>
                <c:pt idx="30078">
                  <c:v>0.34812499999679858</c:v>
                </c:pt>
                <c:pt idx="30079">
                  <c:v>0.34813657407357823</c:v>
                </c:pt>
                <c:pt idx="30080">
                  <c:v>0.34814814814308193</c:v>
                </c:pt>
                <c:pt idx="30081">
                  <c:v>0.34815972221986158</c:v>
                </c:pt>
                <c:pt idx="30082">
                  <c:v>0.34817129629664123</c:v>
                </c:pt>
                <c:pt idx="30083">
                  <c:v>0.34818287036614493</c:v>
                </c:pt>
                <c:pt idx="30084">
                  <c:v>0.34819444444292458</c:v>
                </c:pt>
                <c:pt idx="30085">
                  <c:v>0.34820601851970423</c:v>
                </c:pt>
                <c:pt idx="30086">
                  <c:v>0.34821759258920792</c:v>
                </c:pt>
                <c:pt idx="30087">
                  <c:v>0.34822916666598758</c:v>
                </c:pt>
                <c:pt idx="30088">
                  <c:v>0.34824074073549127</c:v>
                </c:pt>
                <c:pt idx="30089">
                  <c:v>0.34825231481227092</c:v>
                </c:pt>
                <c:pt idx="30090">
                  <c:v>0.34826388888905058</c:v>
                </c:pt>
                <c:pt idx="30091">
                  <c:v>0.34827546295855427</c:v>
                </c:pt>
                <c:pt idx="30092">
                  <c:v>0.34828703703533392</c:v>
                </c:pt>
                <c:pt idx="30093">
                  <c:v>0.34829861111211358</c:v>
                </c:pt>
                <c:pt idx="30094">
                  <c:v>0.34831018518161727</c:v>
                </c:pt>
                <c:pt idx="30095">
                  <c:v>0.34832175925839692</c:v>
                </c:pt>
                <c:pt idx="30096">
                  <c:v>0.34833333332790062</c:v>
                </c:pt>
                <c:pt idx="30097">
                  <c:v>0.34834490740468027</c:v>
                </c:pt>
                <c:pt idx="30098">
                  <c:v>0.34835648148145992</c:v>
                </c:pt>
                <c:pt idx="30099">
                  <c:v>0.34836805555096362</c:v>
                </c:pt>
                <c:pt idx="30100">
                  <c:v>0.34837962962774327</c:v>
                </c:pt>
                <c:pt idx="30101">
                  <c:v>0.34839120370452292</c:v>
                </c:pt>
                <c:pt idx="30102">
                  <c:v>0.34840277777402662</c:v>
                </c:pt>
                <c:pt idx="30103">
                  <c:v>0.34841435185080627</c:v>
                </c:pt>
                <c:pt idx="30104">
                  <c:v>0.34842592592030996</c:v>
                </c:pt>
                <c:pt idx="30105">
                  <c:v>0.34843749999708962</c:v>
                </c:pt>
                <c:pt idx="30106">
                  <c:v>0.34844907407386927</c:v>
                </c:pt>
                <c:pt idx="30107">
                  <c:v>0.34846064814337296</c:v>
                </c:pt>
                <c:pt idx="30108">
                  <c:v>0.34847222222015262</c:v>
                </c:pt>
                <c:pt idx="30109">
                  <c:v>0.34848379629693227</c:v>
                </c:pt>
                <c:pt idx="30110">
                  <c:v>0.34849537036643596</c:v>
                </c:pt>
                <c:pt idx="30111">
                  <c:v>0.34850694444321562</c:v>
                </c:pt>
                <c:pt idx="30112">
                  <c:v>0.34851851851271931</c:v>
                </c:pt>
                <c:pt idx="30113">
                  <c:v>0.34853009258949896</c:v>
                </c:pt>
                <c:pt idx="30114">
                  <c:v>0.34854166666627862</c:v>
                </c:pt>
                <c:pt idx="30115">
                  <c:v>0.34855324073578231</c:v>
                </c:pt>
                <c:pt idx="30116">
                  <c:v>0.34856481481256196</c:v>
                </c:pt>
                <c:pt idx="30117">
                  <c:v>0.34857638888934162</c:v>
                </c:pt>
                <c:pt idx="30118">
                  <c:v>0.34858796295884531</c:v>
                </c:pt>
                <c:pt idx="30119">
                  <c:v>0.34859953703562496</c:v>
                </c:pt>
                <c:pt idx="30120">
                  <c:v>0.34861111111240461</c:v>
                </c:pt>
                <c:pt idx="30121">
                  <c:v>0.34862268518190831</c:v>
                </c:pt>
                <c:pt idx="30122">
                  <c:v>0.34863425925868796</c:v>
                </c:pt>
                <c:pt idx="30123">
                  <c:v>0.34864583332819166</c:v>
                </c:pt>
                <c:pt idx="30124">
                  <c:v>0.34865740740497131</c:v>
                </c:pt>
                <c:pt idx="30125">
                  <c:v>0.34866898148175096</c:v>
                </c:pt>
                <c:pt idx="30126">
                  <c:v>0.34868055555125466</c:v>
                </c:pt>
                <c:pt idx="30127">
                  <c:v>0.34869212962803431</c:v>
                </c:pt>
                <c:pt idx="30128">
                  <c:v>0.34870370370481396</c:v>
                </c:pt>
                <c:pt idx="30129">
                  <c:v>0.34871527777431766</c:v>
                </c:pt>
                <c:pt idx="30130">
                  <c:v>0.34872685185109731</c:v>
                </c:pt>
                <c:pt idx="30131">
                  <c:v>0.348738425920601</c:v>
                </c:pt>
                <c:pt idx="30132">
                  <c:v>0.34874999999738066</c:v>
                </c:pt>
                <c:pt idx="30133">
                  <c:v>0.34876157407416031</c:v>
                </c:pt>
                <c:pt idx="30134">
                  <c:v>0.348773148143664</c:v>
                </c:pt>
                <c:pt idx="30135">
                  <c:v>0.34878472222044365</c:v>
                </c:pt>
                <c:pt idx="30136">
                  <c:v>0.34879629629722331</c:v>
                </c:pt>
                <c:pt idx="30137">
                  <c:v>0.348807870366727</c:v>
                </c:pt>
                <c:pt idx="30138">
                  <c:v>0.34881944444350665</c:v>
                </c:pt>
                <c:pt idx="30139">
                  <c:v>0.34883101851301035</c:v>
                </c:pt>
                <c:pt idx="30140">
                  <c:v>0.34884259258979</c:v>
                </c:pt>
                <c:pt idx="30141">
                  <c:v>0.34885416666656965</c:v>
                </c:pt>
                <c:pt idx="30142">
                  <c:v>0.34886574073607335</c:v>
                </c:pt>
                <c:pt idx="30143">
                  <c:v>0.348877314812853</c:v>
                </c:pt>
                <c:pt idx="30144">
                  <c:v>0.34888888888963265</c:v>
                </c:pt>
                <c:pt idx="30145">
                  <c:v>0.34890046295913635</c:v>
                </c:pt>
                <c:pt idx="30146">
                  <c:v>0.348912037035916</c:v>
                </c:pt>
                <c:pt idx="30147">
                  <c:v>0.3489236111054197</c:v>
                </c:pt>
                <c:pt idx="30148">
                  <c:v>0.34893518518219935</c:v>
                </c:pt>
                <c:pt idx="30149">
                  <c:v>0.348946759258979</c:v>
                </c:pt>
                <c:pt idx="30150">
                  <c:v>0.34895833332848269</c:v>
                </c:pt>
                <c:pt idx="30151">
                  <c:v>0.34896990740526235</c:v>
                </c:pt>
                <c:pt idx="30152">
                  <c:v>0.348981481482042</c:v>
                </c:pt>
                <c:pt idx="30153">
                  <c:v>0.34899305555154569</c:v>
                </c:pt>
                <c:pt idx="30154">
                  <c:v>0.34900462962832535</c:v>
                </c:pt>
                <c:pt idx="30155">
                  <c:v>0.34901620369782904</c:v>
                </c:pt>
                <c:pt idx="30156">
                  <c:v>0.34902777777460869</c:v>
                </c:pt>
                <c:pt idx="30157">
                  <c:v>0.34903935185138835</c:v>
                </c:pt>
                <c:pt idx="30158">
                  <c:v>0.34905092592089204</c:v>
                </c:pt>
                <c:pt idx="30159">
                  <c:v>0.34906249999767169</c:v>
                </c:pt>
                <c:pt idx="30160">
                  <c:v>0.34907407407445135</c:v>
                </c:pt>
                <c:pt idx="30161">
                  <c:v>0.34908564814395504</c:v>
                </c:pt>
                <c:pt idx="30162">
                  <c:v>0.34909722222073469</c:v>
                </c:pt>
                <c:pt idx="30163">
                  <c:v>0.34910879629751435</c:v>
                </c:pt>
                <c:pt idx="30164">
                  <c:v>0.34912037036701804</c:v>
                </c:pt>
                <c:pt idx="30165">
                  <c:v>0.34913194444379769</c:v>
                </c:pt>
                <c:pt idx="30166">
                  <c:v>0.34914351851330139</c:v>
                </c:pt>
                <c:pt idx="30167">
                  <c:v>0.34915509259008104</c:v>
                </c:pt>
                <c:pt idx="30168">
                  <c:v>0.34916666666686069</c:v>
                </c:pt>
                <c:pt idx="30169">
                  <c:v>0.34917824073636439</c:v>
                </c:pt>
                <c:pt idx="30170">
                  <c:v>0.34918981481314404</c:v>
                </c:pt>
                <c:pt idx="30171">
                  <c:v>0.34920138888992369</c:v>
                </c:pt>
                <c:pt idx="30172">
                  <c:v>0.34921296295942739</c:v>
                </c:pt>
                <c:pt idx="30173">
                  <c:v>0.34922453703620704</c:v>
                </c:pt>
                <c:pt idx="30174">
                  <c:v>0.34923611110571073</c:v>
                </c:pt>
                <c:pt idx="30175">
                  <c:v>0.34924768518249039</c:v>
                </c:pt>
                <c:pt idx="30176">
                  <c:v>0.34925925925927004</c:v>
                </c:pt>
                <c:pt idx="30177">
                  <c:v>0.34927083332877373</c:v>
                </c:pt>
                <c:pt idx="30178">
                  <c:v>0.34928240740555339</c:v>
                </c:pt>
                <c:pt idx="30179">
                  <c:v>0.34929398148233304</c:v>
                </c:pt>
                <c:pt idx="30180">
                  <c:v>0.34930555555183673</c:v>
                </c:pt>
                <c:pt idx="30181">
                  <c:v>0.34931712962861639</c:v>
                </c:pt>
                <c:pt idx="30182">
                  <c:v>0.34932870369812008</c:v>
                </c:pt>
                <c:pt idx="30183">
                  <c:v>0.34934027777489973</c:v>
                </c:pt>
                <c:pt idx="30184">
                  <c:v>0.34935185185167938</c:v>
                </c:pt>
                <c:pt idx="30185">
                  <c:v>0.34936342592118308</c:v>
                </c:pt>
                <c:pt idx="30186">
                  <c:v>0.34937499999796273</c:v>
                </c:pt>
                <c:pt idx="30187">
                  <c:v>0.34938657407474238</c:v>
                </c:pt>
                <c:pt idx="30188">
                  <c:v>0.34939814814424608</c:v>
                </c:pt>
                <c:pt idx="30189">
                  <c:v>0.34940972222102573</c:v>
                </c:pt>
                <c:pt idx="30190">
                  <c:v>0.34942129629052943</c:v>
                </c:pt>
                <c:pt idx="30191">
                  <c:v>0.34943287036730908</c:v>
                </c:pt>
                <c:pt idx="30192">
                  <c:v>0.34944444444408873</c:v>
                </c:pt>
                <c:pt idx="30193">
                  <c:v>0.34945601851359243</c:v>
                </c:pt>
                <c:pt idx="30194">
                  <c:v>0.34946759259037208</c:v>
                </c:pt>
                <c:pt idx="30195">
                  <c:v>0.34947916666715173</c:v>
                </c:pt>
                <c:pt idx="30196">
                  <c:v>0.34949074073665543</c:v>
                </c:pt>
                <c:pt idx="30197">
                  <c:v>0.34950231481343508</c:v>
                </c:pt>
                <c:pt idx="30198">
                  <c:v>0.34951388889021473</c:v>
                </c:pt>
                <c:pt idx="30199">
                  <c:v>0.34952546295971842</c:v>
                </c:pt>
                <c:pt idx="30200">
                  <c:v>0.34953703703649808</c:v>
                </c:pt>
                <c:pt idx="30201">
                  <c:v>0.34954861110600177</c:v>
                </c:pt>
                <c:pt idx="30202">
                  <c:v>0.34956018518278142</c:v>
                </c:pt>
                <c:pt idx="30203">
                  <c:v>0.34957175925956108</c:v>
                </c:pt>
                <c:pt idx="30204">
                  <c:v>0.34958333332906477</c:v>
                </c:pt>
                <c:pt idx="30205">
                  <c:v>0.34959490740584442</c:v>
                </c:pt>
                <c:pt idx="30206">
                  <c:v>0.34960648148262408</c:v>
                </c:pt>
                <c:pt idx="30207">
                  <c:v>0.34961805555212777</c:v>
                </c:pt>
                <c:pt idx="30208">
                  <c:v>0.34962962962890742</c:v>
                </c:pt>
                <c:pt idx="30209">
                  <c:v>0.34964120369841112</c:v>
                </c:pt>
                <c:pt idx="30210">
                  <c:v>0.34965277777519077</c:v>
                </c:pt>
                <c:pt idx="30211">
                  <c:v>0.34966435185197042</c:v>
                </c:pt>
                <c:pt idx="30212">
                  <c:v>0.34967592592147412</c:v>
                </c:pt>
                <c:pt idx="30213">
                  <c:v>0.34968749999825377</c:v>
                </c:pt>
                <c:pt idx="30214">
                  <c:v>0.34969907407503342</c:v>
                </c:pt>
                <c:pt idx="30215">
                  <c:v>0.34971064814453712</c:v>
                </c:pt>
                <c:pt idx="30216">
                  <c:v>0.34972222222131677</c:v>
                </c:pt>
                <c:pt idx="30217">
                  <c:v>0.34973379629082046</c:v>
                </c:pt>
                <c:pt idx="30218">
                  <c:v>0.34974537036760012</c:v>
                </c:pt>
                <c:pt idx="30219">
                  <c:v>0.34975694444437977</c:v>
                </c:pt>
                <c:pt idx="30220">
                  <c:v>0.34976851851388346</c:v>
                </c:pt>
                <c:pt idx="30221">
                  <c:v>0.34978009259066312</c:v>
                </c:pt>
                <c:pt idx="30222">
                  <c:v>0.34979166666744277</c:v>
                </c:pt>
                <c:pt idx="30223">
                  <c:v>0.34980324073694646</c:v>
                </c:pt>
                <c:pt idx="30224">
                  <c:v>0.34981481481372612</c:v>
                </c:pt>
                <c:pt idx="30225">
                  <c:v>0.34982638888322981</c:v>
                </c:pt>
                <c:pt idx="30226">
                  <c:v>0.34983796296000946</c:v>
                </c:pt>
                <c:pt idx="30227">
                  <c:v>0.34984953703678912</c:v>
                </c:pt>
                <c:pt idx="30228">
                  <c:v>0.34986111110629281</c:v>
                </c:pt>
                <c:pt idx="30229">
                  <c:v>0.34987268518307246</c:v>
                </c:pt>
                <c:pt idx="30230">
                  <c:v>0.34988425925985212</c:v>
                </c:pt>
                <c:pt idx="30231">
                  <c:v>0.34989583332935581</c:v>
                </c:pt>
                <c:pt idx="30232">
                  <c:v>0.34990740740613546</c:v>
                </c:pt>
                <c:pt idx="30233">
                  <c:v>0.34991898147563916</c:v>
                </c:pt>
                <c:pt idx="30234">
                  <c:v>0.34993055555241881</c:v>
                </c:pt>
                <c:pt idx="30235">
                  <c:v>0.34994212962919846</c:v>
                </c:pt>
                <c:pt idx="30236">
                  <c:v>0.34995370369870216</c:v>
                </c:pt>
                <c:pt idx="30237">
                  <c:v>0.34996527777548181</c:v>
                </c:pt>
                <c:pt idx="30238">
                  <c:v>0.34997685185226146</c:v>
                </c:pt>
                <c:pt idx="30239">
                  <c:v>0.34998842592176516</c:v>
                </c:pt>
                <c:pt idx="30240">
                  <c:v>0.34999999999854481</c:v>
                </c:pt>
                <c:pt idx="30241">
                  <c:v>0.35001157407532446</c:v>
                </c:pt>
                <c:pt idx="30242">
                  <c:v>0.35002314814482816</c:v>
                </c:pt>
                <c:pt idx="30243">
                  <c:v>0.35003472222160781</c:v>
                </c:pt>
                <c:pt idx="30244">
                  <c:v>0.3500462962911115</c:v>
                </c:pt>
                <c:pt idx="30245">
                  <c:v>0.35005787036789116</c:v>
                </c:pt>
                <c:pt idx="30246">
                  <c:v>0.35006944444467081</c:v>
                </c:pt>
                <c:pt idx="30247">
                  <c:v>0.3500810185141745</c:v>
                </c:pt>
                <c:pt idx="30248">
                  <c:v>0.35009259259095415</c:v>
                </c:pt>
                <c:pt idx="30249">
                  <c:v>0.35010416666773381</c:v>
                </c:pt>
                <c:pt idx="30250">
                  <c:v>0.3501157407372375</c:v>
                </c:pt>
                <c:pt idx="30251">
                  <c:v>0.35012731481401715</c:v>
                </c:pt>
                <c:pt idx="30252">
                  <c:v>0.35013888888352085</c:v>
                </c:pt>
                <c:pt idx="30253">
                  <c:v>0.3501504629603005</c:v>
                </c:pt>
                <c:pt idx="30254">
                  <c:v>0.35016203703708015</c:v>
                </c:pt>
                <c:pt idx="30255">
                  <c:v>0.35017361110658385</c:v>
                </c:pt>
                <c:pt idx="30256">
                  <c:v>0.3501851851833635</c:v>
                </c:pt>
                <c:pt idx="30257">
                  <c:v>0.35019675926014315</c:v>
                </c:pt>
                <c:pt idx="30258">
                  <c:v>0.35020833332964685</c:v>
                </c:pt>
                <c:pt idx="30259">
                  <c:v>0.3502199074064265</c:v>
                </c:pt>
                <c:pt idx="30260">
                  <c:v>0.3502314814759302</c:v>
                </c:pt>
                <c:pt idx="30261">
                  <c:v>0.35024305555270985</c:v>
                </c:pt>
                <c:pt idx="30262">
                  <c:v>0.3502546296294895</c:v>
                </c:pt>
                <c:pt idx="30263">
                  <c:v>0.35026620369899319</c:v>
                </c:pt>
                <c:pt idx="30264">
                  <c:v>0.35027777777577285</c:v>
                </c:pt>
                <c:pt idx="30265">
                  <c:v>0.3502893518525525</c:v>
                </c:pt>
                <c:pt idx="30266">
                  <c:v>0.35030092592205619</c:v>
                </c:pt>
                <c:pt idx="30267">
                  <c:v>0.35031249999883585</c:v>
                </c:pt>
                <c:pt idx="30268">
                  <c:v>0.35032407406833954</c:v>
                </c:pt>
                <c:pt idx="30269">
                  <c:v>0.35033564814511919</c:v>
                </c:pt>
                <c:pt idx="30270">
                  <c:v>0.35034722222189885</c:v>
                </c:pt>
                <c:pt idx="30271">
                  <c:v>0.35035879629140254</c:v>
                </c:pt>
                <c:pt idx="30272">
                  <c:v>0.35037037036818219</c:v>
                </c:pt>
                <c:pt idx="30273">
                  <c:v>0.35038194444496185</c:v>
                </c:pt>
                <c:pt idx="30274">
                  <c:v>0.35039351851446554</c:v>
                </c:pt>
                <c:pt idx="30275">
                  <c:v>0.35040509259124519</c:v>
                </c:pt>
                <c:pt idx="30276">
                  <c:v>0.35041666666074889</c:v>
                </c:pt>
                <c:pt idx="30277">
                  <c:v>0.35042824073752854</c:v>
                </c:pt>
                <c:pt idx="30278">
                  <c:v>0.35043981481430819</c:v>
                </c:pt>
                <c:pt idx="30279">
                  <c:v>0.35045138888381189</c:v>
                </c:pt>
                <c:pt idx="30280">
                  <c:v>0.35046296296059154</c:v>
                </c:pt>
                <c:pt idx="30281">
                  <c:v>0.35047453703737119</c:v>
                </c:pt>
                <c:pt idx="30282">
                  <c:v>0.35048611110687489</c:v>
                </c:pt>
                <c:pt idx="30283">
                  <c:v>0.35049768518365454</c:v>
                </c:pt>
                <c:pt idx="30284">
                  <c:v>0.35050925926043419</c:v>
                </c:pt>
                <c:pt idx="30285">
                  <c:v>0.35052083332993789</c:v>
                </c:pt>
                <c:pt idx="30286">
                  <c:v>0.35053240740671754</c:v>
                </c:pt>
                <c:pt idx="30287">
                  <c:v>0.35054398147622123</c:v>
                </c:pt>
                <c:pt idx="30288">
                  <c:v>0.35055555555300089</c:v>
                </c:pt>
                <c:pt idx="30289">
                  <c:v>0.35056712962978054</c:v>
                </c:pt>
                <c:pt idx="30290">
                  <c:v>0.35057870369928423</c:v>
                </c:pt>
                <c:pt idx="30291">
                  <c:v>0.35059027777606389</c:v>
                </c:pt>
                <c:pt idx="30292">
                  <c:v>0.35060185185284354</c:v>
                </c:pt>
                <c:pt idx="30293">
                  <c:v>0.35061342592234723</c:v>
                </c:pt>
                <c:pt idx="30294">
                  <c:v>0.35062499999912689</c:v>
                </c:pt>
                <c:pt idx="30295">
                  <c:v>0.35063657406863058</c:v>
                </c:pt>
                <c:pt idx="30296">
                  <c:v>0.35064814814541023</c:v>
                </c:pt>
                <c:pt idx="30297">
                  <c:v>0.35065972222218988</c:v>
                </c:pt>
                <c:pt idx="30298">
                  <c:v>0.35067129629169358</c:v>
                </c:pt>
                <c:pt idx="30299">
                  <c:v>0.35068287036847323</c:v>
                </c:pt>
                <c:pt idx="30300">
                  <c:v>0.35069444444525288</c:v>
                </c:pt>
                <c:pt idx="30301">
                  <c:v>0.35070601851475658</c:v>
                </c:pt>
                <c:pt idx="30302">
                  <c:v>0.35071759259153623</c:v>
                </c:pt>
                <c:pt idx="30303">
                  <c:v>0.35072916666103993</c:v>
                </c:pt>
                <c:pt idx="30304">
                  <c:v>0.35074074073781958</c:v>
                </c:pt>
                <c:pt idx="30305">
                  <c:v>0.35075231481459923</c:v>
                </c:pt>
                <c:pt idx="30306">
                  <c:v>0.35076388888410293</c:v>
                </c:pt>
                <c:pt idx="30307">
                  <c:v>0.35077546296088258</c:v>
                </c:pt>
                <c:pt idx="30308">
                  <c:v>0.35078703703766223</c:v>
                </c:pt>
                <c:pt idx="30309">
                  <c:v>0.35079861110716593</c:v>
                </c:pt>
                <c:pt idx="30310">
                  <c:v>0.35081018518394558</c:v>
                </c:pt>
                <c:pt idx="30311">
                  <c:v>0.35082175925344927</c:v>
                </c:pt>
                <c:pt idx="30312">
                  <c:v>0.35083333333022892</c:v>
                </c:pt>
                <c:pt idx="30313">
                  <c:v>0.35084490740700858</c:v>
                </c:pt>
                <c:pt idx="30314">
                  <c:v>0.35085648147651227</c:v>
                </c:pt>
                <c:pt idx="30315">
                  <c:v>0.35086805555329192</c:v>
                </c:pt>
                <c:pt idx="30316">
                  <c:v>0.35087962963007158</c:v>
                </c:pt>
                <c:pt idx="30317">
                  <c:v>0.35089120369957527</c:v>
                </c:pt>
                <c:pt idx="30318">
                  <c:v>0.35090277777635492</c:v>
                </c:pt>
                <c:pt idx="30319">
                  <c:v>0.35091435185313458</c:v>
                </c:pt>
                <c:pt idx="30320">
                  <c:v>0.35092592592263827</c:v>
                </c:pt>
                <c:pt idx="30321">
                  <c:v>0.35093749999941792</c:v>
                </c:pt>
                <c:pt idx="30322">
                  <c:v>0.35094907406892162</c:v>
                </c:pt>
                <c:pt idx="30323">
                  <c:v>0.35096064814570127</c:v>
                </c:pt>
                <c:pt idx="30324">
                  <c:v>0.35097222222248092</c:v>
                </c:pt>
                <c:pt idx="30325">
                  <c:v>0.35098379629198462</c:v>
                </c:pt>
                <c:pt idx="30326">
                  <c:v>0.35099537036876427</c:v>
                </c:pt>
                <c:pt idx="30327">
                  <c:v>0.35100694444554392</c:v>
                </c:pt>
                <c:pt idx="30328">
                  <c:v>0.35101851851504762</c:v>
                </c:pt>
                <c:pt idx="30329">
                  <c:v>0.35103009259182727</c:v>
                </c:pt>
                <c:pt idx="30330">
                  <c:v>0.35104166666133096</c:v>
                </c:pt>
                <c:pt idx="30331">
                  <c:v>0.35105324073811062</c:v>
                </c:pt>
                <c:pt idx="30332">
                  <c:v>0.35106481481489027</c:v>
                </c:pt>
                <c:pt idx="30333">
                  <c:v>0.35107638888439396</c:v>
                </c:pt>
                <c:pt idx="30334">
                  <c:v>0.35108796296117362</c:v>
                </c:pt>
                <c:pt idx="30335">
                  <c:v>0.35109953703795327</c:v>
                </c:pt>
                <c:pt idx="30336">
                  <c:v>0.35111111110745696</c:v>
                </c:pt>
                <c:pt idx="30337">
                  <c:v>0.35112268518423662</c:v>
                </c:pt>
                <c:pt idx="30338">
                  <c:v>0.35113425925374031</c:v>
                </c:pt>
                <c:pt idx="30339">
                  <c:v>0.35114583333051996</c:v>
                </c:pt>
                <c:pt idx="30340">
                  <c:v>0.35115740740729962</c:v>
                </c:pt>
                <c:pt idx="30341">
                  <c:v>0.35116898147680331</c:v>
                </c:pt>
                <c:pt idx="30342">
                  <c:v>0.35118055555358296</c:v>
                </c:pt>
                <c:pt idx="30343">
                  <c:v>0.35119212963036261</c:v>
                </c:pt>
                <c:pt idx="30344">
                  <c:v>0.35120370369986631</c:v>
                </c:pt>
                <c:pt idx="30345">
                  <c:v>0.35121527777664596</c:v>
                </c:pt>
                <c:pt idx="30346">
                  <c:v>0.35122685184614966</c:v>
                </c:pt>
                <c:pt idx="30347">
                  <c:v>0.35123842592292931</c:v>
                </c:pt>
                <c:pt idx="30348">
                  <c:v>0.35124999999970896</c:v>
                </c:pt>
                <c:pt idx="30349">
                  <c:v>0.35126157406921266</c:v>
                </c:pt>
                <c:pt idx="30350">
                  <c:v>0.35127314814599231</c:v>
                </c:pt>
                <c:pt idx="30351">
                  <c:v>0.35128472222277196</c:v>
                </c:pt>
                <c:pt idx="30352">
                  <c:v>0.35129629629227566</c:v>
                </c:pt>
                <c:pt idx="30353">
                  <c:v>0.35130787036905531</c:v>
                </c:pt>
                <c:pt idx="30354">
                  <c:v>0.351319444438559</c:v>
                </c:pt>
                <c:pt idx="30355">
                  <c:v>0.35133101851533866</c:v>
                </c:pt>
                <c:pt idx="30356">
                  <c:v>0.35134259259211831</c:v>
                </c:pt>
                <c:pt idx="30357">
                  <c:v>0.351354166661622</c:v>
                </c:pt>
                <c:pt idx="30358">
                  <c:v>0.35136574073840166</c:v>
                </c:pt>
                <c:pt idx="30359">
                  <c:v>0.35137731481518131</c:v>
                </c:pt>
                <c:pt idx="30360">
                  <c:v>0.351388888884685</c:v>
                </c:pt>
                <c:pt idx="30361">
                  <c:v>0.35140046296146465</c:v>
                </c:pt>
                <c:pt idx="30362">
                  <c:v>0.35141203703824431</c:v>
                </c:pt>
                <c:pt idx="30363">
                  <c:v>0.351423611107748</c:v>
                </c:pt>
                <c:pt idx="30364">
                  <c:v>0.35143518518452765</c:v>
                </c:pt>
                <c:pt idx="30365">
                  <c:v>0.35144675925403135</c:v>
                </c:pt>
                <c:pt idx="30366">
                  <c:v>0.351458333330811</c:v>
                </c:pt>
                <c:pt idx="30367">
                  <c:v>0.35146990740759065</c:v>
                </c:pt>
                <c:pt idx="30368">
                  <c:v>0.35148148147709435</c:v>
                </c:pt>
                <c:pt idx="30369">
                  <c:v>0.351493055553874</c:v>
                </c:pt>
                <c:pt idx="30370">
                  <c:v>0.35150462963065365</c:v>
                </c:pt>
                <c:pt idx="30371">
                  <c:v>0.35151620370015735</c:v>
                </c:pt>
                <c:pt idx="30372">
                  <c:v>0.351527777776937</c:v>
                </c:pt>
                <c:pt idx="30373">
                  <c:v>0.3515393518464407</c:v>
                </c:pt>
                <c:pt idx="30374">
                  <c:v>0.35155092592322035</c:v>
                </c:pt>
                <c:pt idx="30375">
                  <c:v>0.3515625</c:v>
                </c:pt>
                <c:pt idx="30376">
                  <c:v>0.35157407406950369</c:v>
                </c:pt>
                <c:pt idx="30377">
                  <c:v>0.35158564814628335</c:v>
                </c:pt>
                <c:pt idx="30378">
                  <c:v>0.351597222223063</c:v>
                </c:pt>
                <c:pt idx="30379">
                  <c:v>0.35160879629256669</c:v>
                </c:pt>
                <c:pt idx="30380">
                  <c:v>0.35162037036934635</c:v>
                </c:pt>
                <c:pt idx="30381">
                  <c:v>0.35163194443885004</c:v>
                </c:pt>
                <c:pt idx="30382">
                  <c:v>0.35164351851562969</c:v>
                </c:pt>
                <c:pt idx="30383">
                  <c:v>0.35165509259240935</c:v>
                </c:pt>
                <c:pt idx="30384">
                  <c:v>0.35166666666191304</c:v>
                </c:pt>
                <c:pt idx="30385">
                  <c:v>0.35167824073869269</c:v>
                </c:pt>
                <c:pt idx="30386">
                  <c:v>0.35168981481547235</c:v>
                </c:pt>
                <c:pt idx="30387">
                  <c:v>0.35170138888497604</c:v>
                </c:pt>
                <c:pt idx="30388">
                  <c:v>0.35171296296175569</c:v>
                </c:pt>
                <c:pt idx="30389">
                  <c:v>0.35172453703125939</c:v>
                </c:pt>
                <c:pt idx="30390">
                  <c:v>0.35173611110803904</c:v>
                </c:pt>
                <c:pt idx="30391">
                  <c:v>0.35174768518481869</c:v>
                </c:pt>
                <c:pt idx="30392">
                  <c:v>0.35175925925432239</c:v>
                </c:pt>
                <c:pt idx="30393">
                  <c:v>0.35177083333110204</c:v>
                </c:pt>
                <c:pt idx="30394">
                  <c:v>0.35178240740788169</c:v>
                </c:pt>
                <c:pt idx="30395">
                  <c:v>0.35179398147738539</c:v>
                </c:pt>
                <c:pt idx="30396">
                  <c:v>0.35180555555416504</c:v>
                </c:pt>
                <c:pt idx="30397">
                  <c:v>0.35181712963094469</c:v>
                </c:pt>
                <c:pt idx="30398">
                  <c:v>0.35182870370044839</c:v>
                </c:pt>
                <c:pt idx="30399">
                  <c:v>0.35184027777722804</c:v>
                </c:pt>
                <c:pt idx="30400">
                  <c:v>0.35185185184673173</c:v>
                </c:pt>
                <c:pt idx="30401">
                  <c:v>0.35186342592351139</c:v>
                </c:pt>
                <c:pt idx="30402">
                  <c:v>0.35187500000029104</c:v>
                </c:pt>
                <c:pt idx="30403">
                  <c:v>0.35188657406979473</c:v>
                </c:pt>
                <c:pt idx="30404">
                  <c:v>0.35189814814657439</c:v>
                </c:pt>
                <c:pt idx="30405">
                  <c:v>0.35190972222335404</c:v>
                </c:pt>
                <c:pt idx="30406">
                  <c:v>0.35192129629285773</c:v>
                </c:pt>
                <c:pt idx="30407">
                  <c:v>0.35193287036963739</c:v>
                </c:pt>
                <c:pt idx="30408">
                  <c:v>0.35194444443914108</c:v>
                </c:pt>
                <c:pt idx="30409">
                  <c:v>0.35195601851592073</c:v>
                </c:pt>
                <c:pt idx="30410">
                  <c:v>0.35196759259270038</c:v>
                </c:pt>
                <c:pt idx="30411">
                  <c:v>0.35197916666220408</c:v>
                </c:pt>
                <c:pt idx="30412">
                  <c:v>0.35199074073898373</c:v>
                </c:pt>
                <c:pt idx="30413">
                  <c:v>0.35200231481576338</c:v>
                </c:pt>
                <c:pt idx="30414">
                  <c:v>0.35201388888526708</c:v>
                </c:pt>
                <c:pt idx="30415">
                  <c:v>0.35202546296204673</c:v>
                </c:pt>
                <c:pt idx="30416">
                  <c:v>0.35203703703155043</c:v>
                </c:pt>
                <c:pt idx="30417">
                  <c:v>0.35204861110833008</c:v>
                </c:pt>
                <c:pt idx="30418">
                  <c:v>0.35206018518510973</c:v>
                </c:pt>
                <c:pt idx="30419">
                  <c:v>0.35207175925461343</c:v>
                </c:pt>
                <c:pt idx="30420">
                  <c:v>0.35208333333139308</c:v>
                </c:pt>
                <c:pt idx="30421">
                  <c:v>0.35209490740817273</c:v>
                </c:pt>
                <c:pt idx="30422">
                  <c:v>0.35210648147767643</c:v>
                </c:pt>
                <c:pt idx="30423">
                  <c:v>0.35211805555445608</c:v>
                </c:pt>
                <c:pt idx="30424">
                  <c:v>0.35212962962395977</c:v>
                </c:pt>
                <c:pt idx="30425">
                  <c:v>0.35214120370073942</c:v>
                </c:pt>
                <c:pt idx="30426">
                  <c:v>0.35215277777751908</c:v>
                </c:pt>
                <c:pt idx="30427">
                  <c:v>0.35216435184702277</c:v>
                </c:pt>
                <c:pt idx="30428">
                  <c:v>0.35217592592380242</c:v>
                </c:pt>
                <c:pt idx="30429">
                  <c:v>0.35218750000058208</c:v>
                </c:pt>
                <c:pt idx="30430">
                  <c:v>0.35219907407008577</c:v>
                </c:pt>
                <c:pt idx="30431">
                  <c:v>0.35221064814686542</c:v>
                </c:pt>
                <c:pt idx="30432">
                  <c:v>0.35222222221636912</c:v>
                </c:pt>
                <c:pt idx="30433">
                  <c:v>0.35223379629314877</c:v>
                </c:pt>
                <c:pt idx="30434">
                  <c:v>0.35224537036992842</c:v>
                </c:pt>
                <c:pt idx="30435">
                  <c:v>0.35225694443943212</c:v>
                </c:pt>
                <c:pt idx="30436">
                  <c:v>0.35226851851621177</c:v>
                </c:pt>
                <c:pt idx="30437">
                  <c:v>0.35228009259299142</c:v>
                </c:pt>
                <c:pt idx="30438">
                  <c:v>0.35229166666249512</c:v>
                </c:pt>
                <c:pt idx="30439">
                  <c:v>0.35230324073927477</c:v>
                </c:pt>
                <c:pt idx="30440">
                  <c:v>0.35231481481605442</c:v>
                </c:pt>
                <c:pt idx="30441">
                  <c:v>0.35232638888555812</c:v>
                </c:pt>
                <c:pt idx="30442">
                  <c:v>0.35233796296233777</c:v>
                </c:pt>
                <c:pt idx="30443">
                  <c:v>0.35234953703184146</c:v>
                </c:pt>
                <c:pt idx="30444">
                  <c:v>0.35236111110862112</c:v>
                </c:pt>
                <c:pt idx="30445">
                  <c:v>0.35237268518540077</c:v>
                </c:pt>
                <c:pt idx="30446">
                  <c:v>0.35238425925490446</c:v>
                </c:pt>
                <c:pt idx="30447">
                  <c:v>0.35239583333168412</c:v>
                </c:pt>
                <c:pt idx="30448">
                  <c:v>0.35240740740846377</c:v>
                </c:pt>
                <c:pt idx="30449">
                  <c:v>0.35241898147796746</c:v>
                </c:pt>
                <c:pt idx="30450">
                  <c:v>0.35243055555474712</c:v>
                </c:pt>
                <c:pt idx="30451">
                  <c:v>0.35244212962425081</c:v>
                </c:pt>
                <c:pt idx="30452">
                  <c:v>0.35245370370103046</c:v>
                </c:pt>
                <c:pt idx="30453">
                  <c:v>0.35246527777781012</c:v>
                </c:pt>
                <c:pt idx="30454">
                  <c:v>0.35247685184731381</c:v>
                </c:pt>
                <c:pt idx="30455">
                  <c:v>0.35248842592409346</c:v>
                </c:pt>
                <c:pt idx="30456">
                  <c:v>0.35250000000087311</c:v>
                </c:pt>
                <c:pt idx="30457">
                  <c:v>0.35251157407037681</c:v>
                </c:pt>
                <c:pt idx="30458">
                  <c:v>0.35252314814715646</c:v>
                </c:pt>
                <c:pt idx="30459">
                  <c:v>0.35253472221666016</c:v>
                </c:pt>
                <c:pt idx="30460">
                  <c:v>0.35254629629343981</c:v>
                </c:pt>
                <c:pt idx="30461">
                  <c:v>0.35255787037021946</c:v>
                </c:pt>
                <c:pt idx="30462">
                  <c:v>0.35256944443972316</c:v>
                </c:pt>
                <c:pt idx="30463">
                  <c:v>0.35258101851650281</c:v>
                </c:pt>
                <c:pt idx="30464">
                  <c:v>0.35259259259328246</c:v>
                </c:pt>
                <c:pt idx="30465">
                  <c:v>0.35260416666278616</c:v>
                </c:pt>
                <c:pt idx="30466">
                  <c:v>0.35261574073956581</c:v>
                </c:pt>
                <c:pt idx="30467">
                  <c:v>0.3526273148090695</c:v>
                </c:pt>
                <c:pt idx="30468">
                  <c:v>0.35263888888584916</c:v>
                </c:pt>
                <c:pt idx="30469">
                  <c:v>0.35265046296262881</c:v>
                </c:pt>
                <c:pt idx="30470">
                  <c:v>0.3526620370321325</c:v>
                </c:pt>
                <c:pt idx="30471">
                  <c:v>0.35267361110891216</c:v>
                </c:pt>
                <c:pt idx="30472">
                  <c:v>0.35268518518569181</c:v>
                </c:pt>
                <c:pt idx="30473">
                  <c:v>0.3526967592551955</c:v>
                </c:pt>
                <c:pt idx="30474">
                  <c:v>0.35270833333197515</c:v>
                </c:pt>
                <c:pt idx="30475">
                  <c:v>0.35271990740147885</c:v>
                </c:pt>
                <c:pt idx="30476">
                  <c:v>0.3527314814782585</c:v>
                </c:pt>
                <c:pt idx="30477">
                  <c:v>0.35274305555503815</c:v>
                </c:pt>
                <c:pt idx="30478">
                  <c:v>0.35275462962454185</c:v>
                </c:pt>
                <c:pt idx="30479">
                  <c:v>0.3527662037013215</c:v>
                </c:pt>
                <c:pt idx="30480">
                  <c:v>0.35277777777810115</c:v>
                </c:pt>
                <c:pt idx="30481">
                  <c:v>0.35278935184760485</c:v>
                </c:pt>
                <c:pt idx="30482">
                  <c:v>0.3528009259243845</c:v>
                </c:pt>
                <c:pt idx="30483">
                  <c:v>0.35281250000116415</c:v>
                </c:pt>
                <c:pt idx="30484">
                  <c:v>0.35282407407066785</c:v>
                </c:pt>
                <c:pt idx="30485">
                  <c:v>0.3528356481474475</c:v>
                </c:pt>
                <c:pt idx="30486">
                  <c:v>0.3528472222169512</c:v>
                </c:pt>
                <c:pt idx="30487">
                  <c:v>0.35285879629373085</c:v>
                </c:pt>
                <c:pt idx="30488">
                  <c:v>0.3528703703705105</c:v>
                </c:pt>
                <c:pt idx="30489">
                  <c:v>0.35288194444001419</c:v>
                </c:pt>
                <c:pt idx="30490">
                  <c:v>0.35289351851679385</c:v>
                </c:pt>
                <c:pt idx="30491">
                  <c:v>0.3529050925935735</c:v>
                </c:pt>
                <c:pt idx="30492">
                  <c:v>0.35291666666307719</c:v>
                </c:pt>
                <c:pt idx="30493">
                  <c:v>0.35292824073985685</c:v>
                </c:pt>
                <c:pt idx="30494">
                  <c:v>0.35293981480936054</c:v>
                </c:pt>
                <c:pt idx="30495">
                  <c:v>0.35295138888614019</c:v>
                </c:pt>
                <c:pt idx="30496">
                  <c:v>0.35296296296291985</c:v>
                </c:pt>
                <c:pt idx="30497">
                  <c:v>0.35297453703242354</c:v>
                </c:pt>
                <c:pt idx="30498">
                  <c:v>0.35298611110920319</c:v>
                </c:pt>
                <c:pt idx="30499">
                  <c:v>0.35299768518598285</c:v>
                </c:pt>
                <c:pt idx="30500">
                  <c:v>0.35300925925548654</c:v>
                </c:pt>
                <c:pt idx="30501">
                  <c:v>0.35302083333226619</c:v>
                </c:pt>
                <c:pt idx="30502">
                  <c:v>0.35303240740176989</c:v>
                </c:pt>
                <c:pt idx="30503">
                  <c:v>0.35304398147854954</c:v>
                </c:pt>
                <c:pt idx="30504">
                  <c:v>0.35305555555532919</c:v>
                </c:pt>
                <c:pt idx="30505">
                  <c:v>0.35306712962483289</c:v>
                </c:pt>
                <c:pt idx="30506">
                  <c:v>0.35307870370161254</c:v>
                </c:pt>
                <c:pt idx="30507">
                  <c:v>0.35309027777839219</c:v>
                </c:pt>
                <c:pt idx="30508">
                  <c:v>0.35310185184789589</c:v>
                </c:pt>
                <c:pt idx="30509">
                  <c:v>0.35311342592467554</c:v>
                </c:pt>
                <c:pt idx="30510">
                  <c:v>0.35312499999417923</c:v>
                </c:pt>
                <c:pt idx="30511">
                  <c:v>0.35313657407095889</c:v>
                </c:pt>
                <c:pt idx="30512">
                  <c:v>0.35314814814773854</c:v>
                </c:pt>
                <c:pt idx="30513">
                  <c:v>0.35315972221724223</c:v>
                </c:pt>
                <c:pt idx="30514">
                  <c:v>0.35317129629402189</c:v>
                </c:pt>
                <c:pt idx="30515">
                  <c:v>0.35318287037080154</c:v>
                </c:pt>
                <c:pt idx="30516">
                  <c:v>0.35319444444030523</c:v>
                </c:pt>
                <c:pt idx="30517">
                  <c:v>0.35320601851708489</c:v>
                </c:pt>
                <c:pt idx="30518">
                  <c:v>0.35321759259386454</c:v>
                </c:pt>
                <c:pt idx="30519">
                  <c:v>0.35322916666336823</c:v>
                </c:pt>
                <c:pt idx="30520">
                  <c:v>0.35324074074014788</c:v>
                </c:pt>
                <c:pt idx="30521">
                  <c:v>0.35325231480965158</c:v>
                </c:pt>
                <c:pt idx="30522">
                  <c:v>0.35326388888643123</c:v>
                </c:pt>
                <c:pt idx="30523">
                  <c:v>0.35327546296321088</c:v>
                </c:pt>
                <c:pt idx="30524">
                  <c:v>0.35328703703271458</c:v>
                </c:pt>
                <c:pt idx="30525">
                  <c:v>0.35329861110949423</c:v>
                </c:pt>
                <c:pt idx="30526">
                  <c:v>0.35331018518627388</c:v>
                </c:pt>
                <c:pt idx="30527">
                  <c:v>0.35332175925577758</c:v>
                </c:pt>
                <c:pt idx="30528">
                  <c:v>0.35333333333255723</c:v>
                </c:pt>
                <c:pt idx="30529">
                  <c:v>0.35334490740206093</c:v>
                </c:pt>
                <c:pt idx="30530">
                  <c:v>0.35335648147884058</c:v>
                </c:pt>
                <c:pt idx="30531">
                  <c:v>0.35336805555562023</c:v>
                </c:pt>
                <c:pt idx="30532">
                  <c:v>0.35337962962512393</c:v>
                </c:pt>
                <c:pt idx="30533">
                  <c:v>0.35339120370190358</c:v>
                </c:pt>
                <c:pt idx="30534">
                  <c:v>0.35340277777868323</c:v>
                </c:pt>
                <c:pt idx="30535">
                  <c:v>0.35341435184818693</c:v>
                </c:pt>
                <c:pt idx="30536">
                  <c:v>0.35342592592496658</c:v>
                </c:pt>
                <c:pt idx="30537">
                  <c:v>0.35343749999447027</c:v>
                </c:pt>
                <c:pt idx="30538">
                  <c:v>0.35344907407124992</c:v>
                </c:pt>
                <c:pt idx="30539">
                  <c:v>0.35346064814802958</c:v>
                </c:pt>
                <c:pt idx="30540">
                  <c:v>0.35347222221753327</c:v>
                </c:pt>
                <c:pt idx="30541">
                  <c:v>0.35348379629431292</c:v>
                </c:pt>
                <c:pt idx="30542">
                  <c:v>0.35349537037109258</c:v>
                </c:pt>
                <c:pt idx="30543">
                  <c:v>0.35350694444059627</c:v>
                </c:pt>
                <c:pt idx="30544">
                  <c:v>0.35351851851737592</c:v>
                </c:pt>
                <c:pt idx="30545">
                  <c:v>0.35353009258687962</c:v>
                </c:pt>
                <c:pt idx="30546">
                  <c:v>0.35354166666365927</c:v>
                </c:pt>
                <c:pt idx="30547">
                  <c:v>0.35355324074043892</c:v>
                </c:pt>
                <c:pt idx="30548">
                  <c:v>0.35356481480994262</c:v>
                </c:pt>
                <c:pt idx="30549">
                  <c:v>0.35357638888672227</c:v>
                </c:pt>
                <c:pt idx="30550">
                  <c:v>0.35358796296350192</c:v>
                </c:pt>
                <c:pt idx="30551">
                  <c:v>0.35359953703300562</c:v>
                </c:pt>
                <c:pt idx="30552">
                  <c:v>0.35361111110978527</c:v>
                </c:pt>
                <c:pt idx="30553">
                  <c:v>0.35362268517928896</c:v>
                </c:pt>
                <c:pt idx="30554">
                  <c:v>0.35363425925606862</c:v>
                </c:pt>
                <c:pt idx="30555">
                  <c:v>0.35364583333284827</c:v>
                </c:pt>
                <c:pt idx="30556">
                  <c:v>0.35365740740235196</c:v>
                </c:pt>
                <c:pt idx="30557">
                  <c:v>0.35366898147913162</c:v>
                </c:pt>
                <c:pt idx="30558">
                  <c:v>0.35368055555591127</c:v>
                </c:pt>
                <c:pt idx="30559">
                  <c:v>0.35369212962541496</c:v>
                </c:pt>
                <c:pt idx="30560">
                  <c:v>0.35370370370219462</c:v>
                </c:pt>
                <c:pt idx="30561">
                  <c:v>0.35371527777897427</c:v>
                </c:pt>
                <c:pt idx="30562">
                  <c:v>0.35372685184847796</c:v>
                </c:pt>
                <c:pt idx="30563">
                  <c:v>0.35373842592525762</c:v>
                </c:pt>
                <c:pt idx="30564">
                  <c:v>0.35374999999476131</c:v>
                </c:pt>
                <c:pt idx="30565">
                  <c:v>0.35376157407154096</c:v>
                </c:pt>
                <c:pt idx="30566">
                  <c:v>0.35377314814832062</c:v>
                </c:pt>
                <c:pt idx="30567">
                  <c:v>0.35378472221782431</c:v>
                </c:pt>
                <c:pt idx="30568">
                  <c:v>0.35379629629460396</c:v>
                </c:pt>
                <c:pt idx="30569">
                  <c:v>0.35380787037138361</c:v>
                </c:pt>
                <c:pt idx="30570">
                  <c:v>0.35381944444088731</c:v>
                </c:pt>
                <c:pt idx="30571">
                  <c:v>0.35383101851766696</c:v>
                </c:pt>
                <c:pt idx="30572">
                  <c:v>0.35384259258717066</c:v>
                </c:pt>
                <c:pt idx="30573">
                  <c:v>0.35385416666395031</c:v>
                </c:pt>
                <c:pt idx="30574">
                  <c:v>0.35386574074072996</c:v>
                </c:pt>
                <c:pt idx="30575">
                  <c:v>0.35387731481023366</c:v>
                </c:pt>
                <c:pt idx="30576">
                  <c:v>0.35388888888701331</c:v>
                </c:pt>
                <c:pt idx="30577">
                  <c:v>0.35390046296379296</c:v>
                </c:pt>
                <c:pt idx="30578">
                  <c:v>0.35391203703329666</c:v>
                </c:pt>
                <c:pt idx="30579">
                  <c:v>0.35392361111007631</c:v>
                </c:pt>
                <c:pt idx="30580">
                  <c:v>0.35393518517958</c:v>
                </c:pt>
                <c:pt idx="30581">
                  <c:v>0.35394675925635966</c:v>
                </c:pt>
                <c:pt idx="30582">
                  <c:v>0.35395833333313931</c:v>
                </c:pt>
                <c:pt idx="30583">
                  <c:v>0.353969907402643</c:v>
                </c:pt>
                <c:pt idx="30584">
                  <c:v>0.35398148147942265</c:v>
                </c:pt>
                <c:pt idx="30585">
                  <c:v>0.35399305555620231</c:v>
                </c:pt>
                <c:pt idx="30586">
                  <c:v>0.354004629625706</c:v>
                </c:pt>
                <c:pt idx="30587">
                  <c:v>0.35401620370248565</c:v>
                </c:pt>
                <c:pt idx="30588">
                  <c:v>0.35402777777198935</c:v>
                </c:pt>
                <c:pt idx="30589">
                  <c:v>0.354039351848769</c:v>
                </c:pt>
                <c:pt idx="30590">
                  <c:v>0.35405092592554865</c:v>
                </c:pt>
                <c:pt idx="30591">
                  <c:v>0.35406249999505235</c:v>
                </c:pt>
                <c:pt idx="30592">
                  <c:v>0.354074074071832</c:v>
                </c:pt>
                <c:pt idx="30593">
                  <c:v>0.35408564814861165</c:v>
                </c:pt>
                <c:pt idx="30594">
                  <c:v>0.35409722221811535</c:v>
                </c:pt>
                <c:pt idx="30595">
                  <c:v>0.354108796294895</c:v>
                </c:pt>
                <c:pt idx="30596">
                  <c:v>0.35412037037167465</c:v>
                </c:pt>
                <c:pt idx="30597">
                  <c:v>0.35413194444117835</c:v>
                </c:pt>
                <c:pt idx="30598">
                  <c:v>0.354143518517958</c:v>
                </c:pt>
                <c:pt idx="30599">
                  <c:v>0.3541550925874617</c:v>
                </c:pt>
                <c:pt idx="30600">
                  <c:v>0.35416666666424135</c:v>
                </c:pt>
                <c:pt idx="30601">
                  <c:v>0.354178240741021</c:v>
                </c:pt>
                <c:pt idx="30602">
                  <c:v>0.35418981481052469</c:v>
                </c:pt>
                <c:pt idx="30603">
                  <c:v>0.35420138888730435</c:v>
                </c:pt>
                <c:pt idx="30604">
                  <c:v>0.354212962964084</c:v>
                </c:pt>
                <c:pt idx="30605">
                  <c:v>0.35422453703358769</c:v>
                </c:pt>
                <c:pt idx="30606">
                  <c:v>0.35423611111036735</c:v>
                </c:pt>
                <c:pt idx="30607">
                  <c:v>0.35424768517987104</c:v>
                </c:pt>
                <c:pt idx="30608">
                  <c:v>0.35425925925665069</c:v>
                </c:pt>
                <c:pt idx="30609">
                  <c:v>0.35427083333343035</c:v>
                </c:pt>
                <c:pt idx="30610">
                  <c:v>0.35428240740293404</c:v>
                </c:pt>
                <c:pt idx="30611">
                  <c:v>0.35429398147971369</c:v>
                </c:pt>
                <c:pt idx="30612">
                  <c:v>0.35430555555649335</c:v>
                </c:pt>
                <c:pt idx="30613">
                  <c:v>0.35431712962599704</c:v>
                </c:pt>
                <c:pt idx="30614">
                  <c:v>0.35432870370277669</c:v>
                </c:pt>
                <c:pt idx="30615">
                  <c:v>0.35434027777228039</c:v>
                </c:pt>
                <c:pt idx="30616">
                  <c:v>0.35435185184906004</c:v>
                </c:pt>
                <c:pt idx="30617">
                  <c:v>0.35436342592583969</c:v>
                </c:pt>
                <c:pt idx="30618">
                  <c:v>0.35437499999534339</c:v>
                </c:pt>
                <c:pt idx="30619">
                  <c:v>0.35438657407212304</c:v>
                </c:pt>
                <c:pt idx="30620">
                  <c:v>0.35439814814890269</c:v>
                </c:pt>
                <c:pt idx="30621">
                  <c:v>0.35440972221840639</c:v>
                </c:pt>
                <c:pt idx="30622">
                  <c:v>0.35442129629518604</c:v>
                </c:pt>
                <c:pt idx="30623">
                  <c:v>0.35443287036468973</c:v>
                </c:pt>
                <c:pt idx="30624">
                  <c:v>0.35444444444146939</c:v>
                </c:pt>
                <c:pt idx="30625">
                  <c:v>0.35445601851824904</c:v>
                </c:pt>
                <c:pt idx="30626">
                  <c:v>0.35446759258775273</c:v>
                </c:pt>
                <c:pt idx="30627">
                  <c:v>0.35447916666453239</c:v>
                </c:pt>
                <c:pt idx="30628">
                  <c:v>0.35449074074131204</c:v>
                </c:pt>
                <c:pt idx="30629">
                  <c:v>0.35450231481081573</c:v>
                </c:pt>
                <c:pt idx="30630">
                  <c:v>0.35451388888759539</c:v>
                </c:pt>
                <c:pt idx="30631">
                  <c:v>0.35452546295709908</c:v>
                </c:pt>
                <c:pt idx="30632">
                  <c:v>0.35453703703387873</c:v>
                </c:pt>
                <c:pt idx="30633">
                  <c:v>0.35454861111065838</c:v>
                </c:pt>
                <c:pt idx="30634">
                  <c:v>0.35456018518016208</c:v>
                </c:pt>
                <c:pt idx="30635">
                  <c:v>0.35457175925694173</c:v>
                </c:pt>
                <c:pt idx="30636">
                  <c:v>0.35458333333372138</c:v>
                </c:pt>
                <c:pt idx="30637">
                  <c:v>0.35459490740322508</c:v>
                </c:pt>
                <c:pt idx="30638">
                  <c:v>0.35460648148000473</c:v>
                </c:pt>
                <c:pt idx="30639">
                  <c:v>0.35461805555678438</c:v>
                </c:pt>
                <c:pt idx="30640">
                  <c:v>0.35462962962628808</c:v>
                </c:pt>
                <c:pt idx="30641">
                  <c:v>0.35464120370306773</c:v>
                </c:pt>
                <c:pt idx="30642">
                  <c:v>0.35465277777257143</c:v>
                </c:pt>
                <c:pt idx="30643">
                  <c:v>0.35466435184935108</c:v>
                </c:pt>
                <c:pt idx="30644">
                  <c:v>0.35467592592613073</c:v>
                </c:pt>
                <c:pt idx="30645">
                  <c:v>0.35468749999563443</c:v>
                </c:pt>
                <c:pt idx="30646">
                  <c:v>0.35469907407241408</c:v>
                </c:pt>
                <c:pt idx="30647">
                  <c:v>0.35471064814919373</c:v>
                </c:pt>
                <c:pt idx="30648">
                  <c:v>0.35472222221869742</c:v>
                </c:pt>
                <c:pt idx="30649">
                  <c:v>0.35473379629547708</c:v>
                </c:pt>
                <c:pt idx="30650">
                  <c:v>0.35474537036498077</c:v>
                </c:pt>
                <c:pt idx="30651">
                  <c:v>0.35475694444176042</c:v>
                </c:pt>
                <c:pt idx="30652">
                  <c:v>0.35476851851854008</c:v>
                </c:pt>
                <c:pt idx="30653">
                  <c:v>0.35478009258804377</c:v>
                </c:pt>
                <c:pt idx="30654">
                  <c:v>0.35479166666482342</c:v>
                </c:pt>
                <c:pt idx="30655">
                  <c:v>0.35480324074160308</c:v>
                </c:pt>
                <c:pt idx="30656">
                  <c:v>0.35481481481110677</c:v>
                </c:pt>
                <c:pt idx="30657">
                  <c:v>0.35482638888788642</c:v>
                </c:pt>
                <c:pt idx="30658">
                  <c:v>0.35483796295739012</c:v>
                </c:pt>
                <c:pt idx="30659">
                  <c:v>0.35484953703416977</c:v>
                </c:pt>
                <c:pt idx="30660">
                  <c:v>0.35486111111094942</c:v>
                </c:pt>
                <c:pt idx="30661">
                  <c:v>0.35487268518045312</c:v>
                </c:pt>
                <c:pt idx="30662">
                  <c:v>0.35488425925723277</c:v>
                </c:pt>
                <c:pt idx="30663">
                  <c:v>0.35489583333401242</c:v>
                </c:pt>
                <c:pt idx="30664">
                  <c:v>0.35490740740351612</c:v>
                </c:pt>
                <c:pt idx="30665">
                  <c:v>0.35491898148029577</c:v>
                </c:pt>
                <c:pt idx="30666">
                  <c:v>0.35493055554979946</c:v>
                </c:pt>
                <c:pt idx="30667">
                  <c:v>0.35494212962657912</c:v>
                </c:pt>
                <c:pt idx="30668">
                  <c:v>0.35495370370335877</c:v>
                </c:pt>
                <c:pt idx="30669">
                  <c:v>0.35496527777286246</c:v>
                </c:pt>
                <c:pt idx="30670">
                  <c:v>0.35497685184964212</c:v>
                </c:pt>
                <c:pt idx="30671">
                  <c:v>0.35498842592642177</c:v>
                </c:pt>
                <c:pt idx="30672">
                  <c:v>0.35499999999592546</c:v>
                </c:pt>
                <c:pt idx="30673">
                  <c:v>0.35501157407270512</c:v>
                </c:pt>
                <c:pt idx="30674">
                  <c:v>0.35502314814948477</c:v>
                </c:pt>
                <c:pt idx="30675">
                  <c:v>0.35503472221898846</c:v>
                </c:pt>
                <c:pt idx="30676">
                  <c:v>0.35504629629576812</c:v>
                </c:pt>
                <c:pt idx="30677">
                  <c:v>0.35505787036527181</c:v>
                </c:pt>
                <c:pt idx="30678">
                  <c:v>0.35506944444205146</c:v>
                </c:pt>
                <c:pt idx="30679">
                  <c:v>0.35508101851883112</c:v>
                </c:pt>
                <c:pt idx="30680">
                  <c:v>0.35509259258833481</c:v>
                </c:pt>
                <c:pt idx="30681">
                  <c:v>0.35510416666511446</c:v>
                </c:pt>
                <c:pt idx="30682">
                  <c:v>0.35511574074189411</c:v>
                </c:pt>
                <c:pt idx="30683">
                  <c:v>0.35512731481139781</c:v>
                </c:pt>
                <c:pt idx="30684">
                  <c:v>0.35513888888817746</c:v>
                </c:pt>
                <c:pt idx="30685">
                  <c:v>0.35515046295768116</c:v>
                </c:pt>
                <c:pt idx="30686">
                  <c:v>0.35516203703446081</c:v>
                </c:pt>
                <c:pt idx="30687">
                  <c:v>0.35517361111124046</c:v>
                </c:pt>
                <c:pt idx="30688">
                  <c:v>0.35518518518074416</c:v>
                </c:pt>
                <c:pt idx="30689">
                  <c:v>0.35519675925752381</c:v>
                </c:pt>
                <c:pt idx="30690">
                  <c:v>0.35520833333430346</c:v>
                </c:pt>
                <c:pt idx="30691">
                  <c:v>0.35521990740380716</c:v>
                </c:pt>
                <c:pt idx="30692">
                  <c:v>0.35523148148058681</c:v>
                </c:pt>
                <c:pt idx="30693">
                  <c:v>0.3552430555500905</c:v>
                </c:pt>
                <c:pt idx="30694">
                  <c:v>0.35525462962687016</c:v>
                </c:pt>
                <c:pt idx="30695">
                  <c:v>0.35526620370364981</c:v>
                </c:pt>
                <c:pt idx="30696">
                  <c:v>0.3552777777731535</c:v>
                </c:pt>
                <c:pt idx="30697">
                  <c:v>0.35528935184993315</c:v>
                </c:pt>
                <c:pt idx="30698">
                  <c:v>0.35530092592671281</c:v>
                </c:pt>
                <c:pt idx="30699">
                  <c:v>0.3553124999962165</c:v>
                </c:pt>
                <c:pt idx="30700">
                  <c:v>0.35532407407299615</c:v>
                </c:pt>
                <c:pt idx="30701">
                  <c:v>0.35533564814249985</c:v>
                </c:pt>
                <c:pt idx="30702">
                  <c:v>0.3553472222192795</c:v>
                </c:pt>
                <c:pt idx="30703">
                  <c:v>0.35535879629605915</c:v>
                </c:pt>
                <c:pt idx="30704">
                  <c:v>0.35537037036556285</c:v>
                </c:pt>
                <c:pt idx="30705">
                  <c:v>0.3553819444423425</c:v>
                </c:pt>
                <c:pt idx="30706">
                  <c:v>0.35539351851912215</c:v>
                </c:pt>
                <c:pt idx="30707">
                  <c:v>0.35540509258862585</c:v>
                </c:pt>
                <c:pt idx="30708">
                  <c:v>0.3554166666654055</c:v>
                </c:pt>
                <c:pt idx="30709">
                  <c:v>0.3554282407349092</c:v>
                </c:pt>
                <c:pt idx="30710">
                  <c:v>0.35543981481168885</c:v>
                </c:pt>
                <c:pt idx="30711">
                  <c:v>0.3554513888884685</c:v>
                </c:pt>
                <c:pt idx="30712">
                  <c:v>0.35546296295797219</c:v>
                </c:pt>
                <c:pt idx="30713">
                  <c:v>0.35547453703475185</c:v>
                </c:pt>
                <c:pt idx="30714">
                  <c:v>0.3554861111115315</c:v>
                </c:pt>
                <c:pt idx="30715">
                  <c:v>0.35549768518103519</c:v>
                </c:pt>
                <c:pt idx="30716">
                  <c:v>0.35550925925781485</c:v>
                </c:pt>
                <c:pt idx="30717">
                  <c:v>0.3555208333345945</c:v>
                </c:pt>
                <c:pt idx="30718">
                  <c:v>0.35553240740409819</c:v>
                </c:pt>
                <c:pt idx="30719">
                  <c:v>0.35554398148087785</c:v>
                </c:pt>
                <c:pt idx="30720">
                  <c:v>0.35555555555038154</c:v>
                </c:pt>
                <c:pt idx="30721">
                  <c:v>0.35556712962716119</c:v>
                </c:pt>
                <c:pt idx="30722">
                  <c:v>0.35557870370394085</c:v>
                </c:pt>
                <c:pt idx="30723">
                  <c:v>0.35559027777344454</c:v>
                </c:pt>
                <c:pt idx="30724">
                  <c:v>0.35560185185022419</c:v>
                </c:pt>
                <c:pt idx="30725">
                  <c:v>0.35561342592700385</c:v>
                </c:pt>
                <c:pt idx="30726">
                  <c:v>0.35562499999650754</c:v>
                </c:pt>
                <c:pt idx="30727">
                  <c:v>0.35563657407328719</c:v>
                </c:pt>
                <c:pt idx="30728">
                  <c:v>0.35564814814279089</c:v>
                </c:pt>
                <c:pt idx="30729">
                  <c:v>0.35565972221957054</c:v>
                </c:pt>
                <c:pt idx="30730">
                  <c:v>0.35567129629635019</c:v>
                </c:pt>
                <c:pt idx="30731">
                  <c:v>0.35568287036585389</c:v>
                </c:pt>
                <c:pt idx="30732">
                  <c:v>0.35569444444263354</c:v>
                </c:pt>
                <c:pt idx="30733">
                  <c:v>0.35570601851941319</c:v>
                </c:pt>
                <c:pt idx="30734">
                  <c:v>0.35571759258891689</c:v>
                </c:pt>
                <c:pt idx="30735">
                  <c:v>0.35572916666569654</c:v>
                </c:pt>
                <c:pt idx="30736">
                  <c:v>0.35574074073520023</c:v>
                </c:pt>
                <c:pt idx="30737">
                  <c:v>0.35575231481197989</c:v>
                </c:pt>
                <c:pt idx="30738">
                  <c:v>0.35576388888875954</c:v>
                </c:pt>
                <c:pt idx="30739">
                  <c:v>0.35577546295826323</c:v>
                </c:pt>
                <c:pt idx="30740">
                  <c:v>0.35578703703504289</c:v>
                </c:pt>
                <c:pt idx="30741">
                  <c:v>0.35579861111182254</c:v>
                </c:pt>
                <c:pt idx="30742">
                  <c:v>0.35581018518132623</c:v>
                </c:pt>
                <c:pt idx="30743">
                  <c:v>0.35582175925810589</c:v>
                </c:pt>
                <c:pt idx="30744">
                  <c:v>0.35583333332760958</c:v>
                </c:pt>
                <c:pt idx="30745">
                  <c:v>0.35584490740438923</c:v>
                </c:pt>
                <c:pt idx="30746">
                  <c:v>0.35585648148116888</c:v>
                </c:pt>
                <c:pt idx="30747">
                  <c:v>0.35586805555067258</c:v>
                </c:pt>
                <c:pt idx="30748">
                  <c:v>0.35587962962745223</c:v>
                </c:pt>
                <c:pt idx="30749">
                  <c:v>0.35589120370423188</c:v>
                </c:pt>
                <c:pt idx="30750">
                  <c:v>0.35590277777373558</c:v>
                </c:pt>
                <c:pt idx="30751">
                  <c:v>0.35591435185051523</c:v>
                </c:pt>
                <c:pt idx="30752">
                  <c:v>0.35592592592001893</c:v>
                </c:pt>
                <c:pt idx="30753">
                  <c:v>0.35593749999679858</c:v>
                </c:pt>
                <c:pt idx="30754">
                  <c:v>0.35594907407357823</c:v>
                </c:pt>
                <c:pt idx="30755">
                  <c:v>0.35596064814308193</c:v>
                </c:pt>
                <c:pt idx="30756">
                  <c:v>0.35597222221986158</c:v>
                </c:pt>
                <c:pt idx="30757">
                  <c:v>0.35598379629664123</c:v>
                </c:pt>
                <c:pt idx="30758">
                  <c:v>0.35599537036614493</c:v>
                </c:pt>
                <c:pt idx="30759">
                  <c:v>0.35600694444292458</c:v>
                </c:pt>
                <c:pt idx="30760">
                  <c:v>0.35601851851970423</c:v>
                </c:pt>
                <c:pt idx="30761">
                  <c:v>0.35603009258920792</c:v>
                </c:pt>
                <c:pt idx="30762">
                  <c:v>0.35604166666598758</c:v>
                </c:pt>
                <c:pt idx="30763">
                  <c:v>0.35605324073549127</c:v>
                </c:pt>
                <c:pt idx="30764">
                  <c:v>0.35606481481227092</c:v>
                </c:pt>
                <c:pt idx="30765">
                  <c:v>0.35607638888905058</c:v>
                </c:pt>
                <c:pt idx="30766">
                  <c:v>0.35608796295855427</c:v>
                </c:pt>
                <c:pt idx="30767">
                  <c:v>0.35609953703533392</c:v>
                </c:pt>
                <c:pt idx="30768">
                  <c:v>0.35611111111211358</c:v>
                </c:pt>
                <c:pt idx="30769">
                  <c:v>0.35612268518161727</c:v>
                </c:pt>
                <c:pt idx="30770">
                  <c:v>0.35613425925839692</c:v>
                </c:pt>
                <c:pt idx="30771">
                  <c:v>0.35614583332790062</c:v>
                </c:pt>
                <c:pt idx="30772">
                  <c:v>0.35615740740468027</c:v>
                </c:pt>
                <c:pt idx="30773">
                  <c:v>0.35616898148145992</c:v>
                </c:pt>
                <c:pt idx="30774">
                  <c:v>0.35618055555096362</c:v>
                </c:pt>
                <c:pt idx="30775">
                  <c:v>0.35619212962774327</c:v>
                </c:pt>
                <c:pt idx="30776">
                  <c:v>0.35620370370452292</c:v>
                </c:pt>
                <c:pt idx="30777">
                  <c:v>0.35621527777402662</c:v>
                </c:pt>
                <c:pt idx="30778">
                  <c:v>0.35622685185080627</c:v>
                </c:pt>
                <c:pt idx="30779">
                  <c:v>0.35623842592030996</c:v>
                </c:pt>
                <c:pt idx="30780">
                  <c:v>0.35624999999708962</c:v>
                </c:pt>
                <c:pt idx="30781">
                  <c:v>0.35626157407386927</c:v>
                </c:pt>
                <c:pt idx="30782">
                  <c:v>0.35627314814337296</c:v>
                </c:pt>
                <c:pt idx="30783">
                  <c:v>0.35628472222015262</c:v>
                </c:pt>
                <c:pt idx="30784">
                  <c:v>0.35629629629693227</c:v>
                </c:pt>
                <c:pt idx="30785">
                  <c:v>0.35630787036643596</c:v>
                </c:pt>
                <c:pt idx="30786">
                  <c:v>0.35631944444321562</c:v>
                </c:pt>
                <c:pt idx="30787">
                  <c:v>0.35633101851271931</c:v>
                </c:pt>
                <c:pt idx="30788">
                  <c:v>0.35634259258949896</c:v>
                </c:pt>
                <c:pt idx="30789">
                  <c:v>0.35635416666627862</c:v>
                </c:pt>
                <c:pt idx="30790">
                  <c:v>0.35636574073578231</c:v>
                </c:pt>
                <c:pt idx="30791">
                  <c:v>0.35637731481256196</c:v>
                </c:pt>
                <c:pt idx="30792">
                  <c:v>0.35638888888934162</c:v>
                </c:pt>
                <c:pt idx="30793">
                  <c:v>0.35640046295884531</c:v>
                </c:pt>
                <c:pt idx="30794">
                  <c:v>0.35641203703562496</c:v>
                </c:pt>
                <c:pt idx="30795">
                  <c:v>0.35642361111240461</c:v>
                </c:pt>
                <c:pt idx="30796">
                  <c:v>0.35643518518190831</c:v>
                </c:pt>
                <c:pt idx="30797">
                  <c:v>0.35644675925868796</c:v>
                </c:pt>
                <c:pt idx="30798">
                  <c:v>0.35645833332819166</c:v>
                </c:pt>
                <c:pt idx="30799">
                  <c:v>0.35646990740497131</c:v>
                </c:pt>
                <c:pt idx="30800">
                  <c:v>0.35648148148175096</c:v>
                </c:pt>
                <c:pt idx="30801">
                  <c:v>0.35649305555125466</c:v>
                </c:pt>
                <c:pt idx="30802">
                  <c:v>0.35650462962803431</c:v>
                </c:pt>
                <c:pt idx="30803">
                  <c:v>0.35651620370481396</c:v>
                </c:pt>
                <c:pt idx="30804">
                  <c:v>0.35652777777431766</c:v>
                </c:pt>
                <c:pt idx="30805">
                  <c:v>0.35653935185109731</c:v>
                </c:pt>
                <c:pt idx="30806">
                  <c:v>0.356550925920601</c:v>
                </c:pt>
                <c:pt idx="30807">
                  <c:v>0.35656249999738066</c:v>
                </c:pt>
                <c:pt idx="30808">
                  <c:v>0.35657407407416031</c:v>
                </c:pt>
                <c:pt idx="30809">
                  <c:v>0.356585648143664</c:v>
                </c:pt>
                <c:pt idx="30810">
                  <c:v>0.35659722222044365</c:v>
                </c:pt>
                <c:pt idx="30811">
                  <c:v>0.35660879629722331</c:v>
                </c:pt>
                <c:pt idx="30812">
                  <c:v>0.356620370366727</c:v>
                </c:pt>
                <c:pt idx="30813">
                  <c:v>0.35663194444350665</c:v>
                </c:pt>
                <c:pt idx="30814">
                  <c:v>0.35664351851301035</c:v>
                </c:pt>
                <c:pt idx="30815">
                  <c:v>0.35665509258979</c:v>
                </c:pt>
                <c:pt idx="30816">
                  <c:v>0.35666666666656965</c:v>
                </c:pt>
                <c:pt idx="30817">
                  <c:v>0.35667824073607335</c:v>
                </c:pt>
                <c:pt idx="30818">
                  <c:v>0.356689814812853</c:v>
                </c:pt>
                <c:pt idx="30819">
                  <c:v>0.35670138888963265</c:v>
                </c:pt>
                <c:pt idx="30820">
                  <c:v>0.35671296295913635</c:v>
                </c:pt>
                <c:pt idx="30821">
                  <c:v>0.356724537035916</c:v>
                </c:pt>
                <c:pt idx="30822">
                  <c:v>0.3567361111054197</c:v>
                </c:pt>
                <c:pt idx="30823">
                  <c:v>0.35674768518219935</c:v>
                </c:pt>
                <c:pt idx="30824">
                  <c:v>0.356759259258979</c:v>
                </c:pt>
                <c:pt idx="30825">
                  <c:v>0.35677083332848269</c:v>
                </c:pt>
                <c:pt idx="30826">
                  <c:v>0.35678240740526235</c:v>
                </c:pt>
                <c:pt idx="30827">
                  <c:v>0.356793981482042</c:v>
                </c:pt>
                <c:pt idx="30828">
                  <c:v>0.35680555555154569</c:v>
                </c:pt>
                <c:pt idx="30829">
                  <c:v>0.35681712962832535</c:v>
                </c:pt>
                <c:pt idx="30830">
                  <c:v>0.35682870369782904</c:v>
                </c:pt>
                <c:pt idx="30831">
                  <c:v>0.35684027777460869</c:v>
                </c:pt>
                <c:pt idx="30832">
                  <c:v>0.35685185185138835</c:v>
                </c:pt>
                <c:pt idx="30833">
                  <c:v>0.35686342592089204</c:v>
                </c:pt>
                <c:pt idx="30834">
                  <c:v>0.35687499999767169</c:v>
                </c:pt>
                <c:pt idx="30835">
                  <c:v>0.35688657407445135</c:v>
                </c:pt>
                <c:pt idx="30836">
                  <c:v>0.35689814814395504</c:v>
                </c:pt>
                <c:pt idx="30837">
                  <c:v>0.35690972222073469</c:v>
                </c:pt>
                <c:pt idx="30838">
                  <c:v>0.35692129629751435</c:v>
                </c:pt>
                <c:pt idx="30839">
                  <c:v>0.35693287036701804</c:v>
                </c:pt>
                <c:pt idx="30840">
                  <c:v>0.35694444444379769</c:v>
                </c:pt>
                <c:pt idx="30841">
                  <c:v>0.35695601851330139</c:v>
                </c:pt>
                <c:pt idx="30842">
                  <c:v>0.35696759259008104</c:v>
                </c:pt>
                <c:pt idx="30843">
                  <c:v>0.35697916666686069</c:v>
                </c:pt>
                <c:pt idx="30844">
                  <c:v>0.35699074073636439</c:v>
                </c:pt>
                <c:pt idx="30845">
                  <c:v>0.35700231481314404</c:v>
                </c:pt>
                <c:pt idx="30846">
                  <c:v>0.35701388888992369</c:v>
                </c:pt>
                <c:pt idx="30847">
                  <c:v>0.35702546295942739</c:v>
                </c:pt>
                <c:pt idx="30848">
                  <c:v>0.35703703703620704</c:v>
                </c:pt>
                <c:pt idx="30849">
                  <c:v>0.35704861110571073</c:v>
                </c:pt>
                <c:pt idx="30850">
                  <c:v>0.35706018518249039</c:v>
                </c:pt>
                <c:pt idx="30851">
                  <c:v>0.35707175925927004</c:v>
                </c:pt>
                <c:pt idx="30852">
                  <c:v>0.35708333332877373</c:v>
                </c:pt>
                <c:pt idx="30853">
                  <c:v>0.35709490740555339</c:v>
                </c:pt>
                <c:pt idx="30854">
                  <c:v>0.35710648148233304</c:v>
                </c:pt>
                <c:pt idx="30855">
                  <c:v>0.35711805555183673</c:v>
                </c:pt>
                <c:pt idx="30856">
                  <c:v>0.35712962962861639</c:v>
                </c:pt>
                <c:pt idx="30857">
                  <c:v>0.35714120369812008</c:v>
                </c:pt>
                <c:pt idx="30858">
                  <c:v>0.35715277777489973</c:v>
                </c:pt>
                <c:pt idx="30859">
                  <c:v>0.35716435185167938</c:v>
                </c:pt>
                <c:pt idx="30860">
                  <c:v>0.35717592592118308</c:v>
                </c:pt>
                <c:pt idx="30861">
                  <c:v>0.35718749999796273</c:v>
                </c:pt>
                <c:pt idx="30862">
                  <c:v>0.35719907407474238</c:v>
                </c:pt>
                <c:pt idx="30863">
                  <c:v>0.35721064814424608</c:v>
                </c:pt>
                <c:pt idx="30864">
                  <c:v>0.35722222222102573</c:v>
                </c:pt>
                <c:pt idx="30865">
                  <c:v>0.35723379629052943</c:v>
                </c:pt>
                <c:pt idx="30866">
                  <c:v>0.35724537036730908</c:v>
                </c:pt>
                <c:pt idx="30867">
                  <c:v>0.35725694444408873</c:v>
                </c:pt>
                <c:pt idx="30868">
                  <c:v>0.35726851851359243</c:v>
                </c:pt>
                <c:pt idx="30869">
                  <c:v>0.35728009259037208</c:v>
                </c:pt>
                <c:pt idx="30870">
                  <c:v>0.35729166666715173</c:v>
                </c:pt>
                <c:pt idx="30871">
                  <c:v>0.35730324073665543</c:v>
                </c:pt>
                <c:pt idx="30872">
                  <c:v>0.35731481481343508</c:v>
                </c:pt>
                <c:pt idx="30873">
                  <c:v>0.35732638889021473</c:v>
                </c:pt>
                <c:pt idx="30874">
                  <c:v>0.35733796295971842</c:v>
                </c:pt>
                <c:pt idx="30875">
                  <c:v>0.35734953703649808</c:v>
                </c:pt>
                <c:pt idx="30876">
                  <c:v>0.35736111110600177</c:v>
                </c:pt>
                <c:pt idx="30877">
                  <c:v>0.35737268518278142</c:v>
                </c:pt>
                <c:pt idx="30878">
                  <c:v>0.35738425925956108</c:v>
                </c:pt>
                <c:pt idx="30879">
                  <c:v>0.35739583332906477</c:v>
                </c:pt>
                <c:pt idx="30880">
                  <c:v>0.35740740740584442</c:v>
                </c:pt>
                <c:pt idx="30881">
                  <c:v>0.35741898148262408</c:v>
                </c:pt>
                <c:pt idx="30882">
                  <c:v>0.35743055555212777</c:v>
                </c:pt>
                <c:pt idx="30883">
                  <c:v>0.35744212962890742</c:v>
                </c:pt>
                <c:pt idx="30884">
                  <c:v>0.35745370369841112</c:v>
                </c:pt>
                <c:pt idx="30885">
                  <c:v>0.35746527777519077</c:v>
                </c:pt>
                <c:pt idx="30886">
                  <c:v>0.35747685185197042</c:v>
                </c:pt>
                <c:pt idx="30887">
                  <c:v>0.35748842592147412</c:v>
                </c:pt>
                <c:pt idx="30888">
                  <c:v>0.35749999999825377</c:v>
                </c:pt>
                <c:pt idx="30889">
                  <c:v>0.35751157407503342</c:v>
                </c:pt>
                <c:pt idx="30890">
                  <c:v>0.35752314814453712</c:v>
                </c:pt>
                <c:pt idx="30891">
                  <c:v>0.35753472222131677</c:v>
                </c:pt>
                <c:pt idx="30892">
                  <c:v>0.35754629629082046</c:v>
                </c:pt>
                <c:pt idx="30893">
                  <c:v>0.35755787036760012</c:v>
                </c:pt>
                <c:pt idx="30894">
                  <c:v>0.35756944444437977</c:v>
                </c:pt>
                <c:pt idx="30895">
                  <c:v>0.35758101851388346</c:v>
                </c:pt>
                <c:pt idx="30896">
                  <c:v>0.35759259259066312</c:v>
                </c:pt>
                <c:pt idx="30897">
                  <c:v>0.35760416666744277</c:v>
                </c:pt>
                <c:pt idx="30898">
                  <c:v>0.35761574073694646</c:v>
                </c:pt>
                <c:pt idx="30899">
                  <c:v>0.35762731481372612</c:v>
                </c:pt>
                <c:pt idx="30900">
                  <c:v>0.35763888888322981</c:v>
                </c:pt>
                <c:pt idx="30901">
                  <c:v>0.35765046296000946</c:v>
                </c:pt>
                <c:pt idx="30902">
                  <c:v>0.35766203703678912</c:v>
                </c:pt>
                <c:pt idx="30903">
                  <c:v>0.35767361110629281</c:v>
                </c:pt>
                <c:pt idx="30904">
                  <c:v>0.35768518518307246</c:v>
                </c:pt>
                <c:pt idx="30905">
                  <c:v>0.35769675925985212</c:v>
                </c:pt>
                <c:pt idx="30906">
                  <c:v>0.35770833332935581</c:v>
                </c:pt>
                <c:pt idx="30907">
                  <c:v>0.35771990740613546</c:v>
                </c:pt>
                <c:pt idx="30908">
                  <c:v>0.35773148147563916</c:v>
                </c:pt>
                <c:pt idx="30909">
                  <c:v>0.35774305555241881</c:v>
                </c:pt>
                <c:pt idx="30910">
                  <c:v>0.35775462962919846</c:v>
                </c:pt>
                <c:pt idx="30911">
                  <c:v>0.35776620369870216</c:v>
                </c:pt>
                <c:pt idx="30912">
                  <c:v>0.35777777777548181</c:v>
                </c:pt>
                <c:pt idx="30913">
                  <c:v>0.35778935185226146</c:v>
                </c:pt>
                <c:pt idx="30914">
                  <c:v>0.35780092592176516</c:v>
                </c:pt>
                <c:pt idx="30915">
                  <c:v>0.35781249999854481</c:v>
                </c:pt>
                <c:pt idx="30916">
                  <c:v>0.35782407407532446</c:v>
                </c:pt>
                <c:pt idx="30917">
                  <c:v>0.35783564814482816</c:v>
                </c:pt>
                <c:pt idx="30918">
                  <c:v>0.35784722222160781</c:v>
                </c:pt>
                <c:pt idx="30919">
                  <c:v>0.3578587962911115</c:v>
                </c:pt>
                <c:pt idx="30920">
                  <c:v>0.35787037036789116</c:v>
                </c:pt>
                <c:pt idx="30921">
                  <c:v>0.35788194444467081</c:v>
                </c:pt>
                <c:pt idx="30922">
                  <c:v>0.3578935185141745</c:v>
                </c:pt>
                <c:pt idx="30923">
                  <c:v>0.35790509259095415</c:v>
                </c:pt>
                <c:pt idx="30924">
                  <c:v>0.35791666666773381</c:v>
                </c:pt>
                <c:pt idx="30925">
                  <c:v>0.3579282407372375</c:v>
                </c:pt>
                <c:pt idx="30926">
                  <c:v>0.35793981481401715</c:v>
                </c:pt>
                <c:pt idx="30927">
                  <c:v>0.35795138888352085</c:v>
                </c:pt>
                <c:pt idx="30928">
                  <c:v>0.3579629629603005</c:v>
                </c:pt>
                <c:pt idx="30929">
                  <c:v>0.35797453703708015</c:v>
                </c:pt>
                <c:pt idx="30930">
                  <c:v>0.35798611110658385</c:v>
                </c:pt>
                <c:pt idx="30931">
                  <c:v>0.3579976851833635</c:v>
                </c:pt>
                <c:pt idx="30932">
                  <c:v>0.35800925926014315</c:v>
                </c:pt>
                <c:pt idx="30933">
                  <c:v>0.35802083332964685</c:v>
                </c:pt>
                <c:pt idx="30934">
                  <c:v>0.3580324074064265</c:v>
                </c:pt>
                <c:pt idx="30935">
                  <c:v>0.3580439814759302</c:v>
                </c:pt>
                <c:pt idx="30936">
                  <c:v>0.35805555555270985</c:v>
                </c:pt>
                <c:pt idx="30937">
                  <c:v>0.3580671296294895</c:v>
                </c:pt>
                <c:pt idx="30938">
                  <c:v>0.35807870369899319</c:v>
                </c:pt>
                <c:pt idx="30939">
                  <c:v>0.35809027777577285</c:v>
                </c:pt>
                <c:pt idx="30940">
                  <c:v>0.3581018518525525</c:v>
                </c:pt>
                <c:pt idx="30941">
                  <c:v>0.35811342592205619</c:v>
                </c:pt>
                <c:pt idx="30942">
                  <c:v>0.35812499999883585</c:v>
                </c:pt>
                <c:pt idx="30943">
                  <c:v>0.35813657406833954</c:v>
                </c:pt>
                <c:pt idx="30944">
                  <c:v>0.35814814814511919</c:v>
                </c:pt>
                <c:pt idx="30945">
                  <c:v>0.35815972222189885</c:v>
                </c:pt>
                <c:pt idx="30946">
                  <c:v>0.35817129629140254</c:v>
                </c:pt>
                <c:pt idx="30947">
                  <c:v>0.35818287036818219</c:v>
                </c:pt>
                <c:pt idx="30948">
                  <c:v>0.35819444444496185</c:v>
                </c:pt>
                <c:pt idx="30949">
                  <c:v>0.35820601851446554</c:v>
                </c:pt>
                <c:pt idx="30950">
                  <c:v>0.35821759259124519</c:v>
                </c:pt>
                <c:pt idx="30951">
                  <c:v>0.35822916666074889</c:v>
                </c:pt>
                <c:pt idx="30952">
                  <c:v>0.35824074073752854</c:v>
                </c:pt>
                <c:pt idx="30953">
                  <c:v>0.35825231481430819</c:v>
                </c:pt>
                <c:pt idx="30954">
                  <c:v>0.35826388888381189</c:v>
                </c:pt>
                <c:pt idx="30955">
                  <c:v>0.35827546296059154</c:v>
                </c:pt>
                <c:pt idx="30956">
                  <c:v>0.35828703703737119</c:v>
                </c:pt>
                <c:pt idx="30957">
                  <c:v>0.35829861110687489</c:v>
                </c:pt>
                <c:pt idx="30958">
                  <c:v>0.35831018518365454</c:v>
                </c:pt>
                <c:pt idx="30959">
                  <c:v>0.35832175926043419</c:v>
                </c:pt>
                <c:pt idx="30960">
                  <c:v>0.35833333332993789</c:v>
                </c:pt>
                <c:pt idx="30961">
                  <c:v>0.35834490740671754</c:v>
                </c:pt>
                <c:pt idx="30962">
                  <c:v>0.35835648147622123</c:v>
                </c:pt>
                <c:pt idx="30963">
                  <c:v>0.35836805555300089</c:v>
                </c:pt>
                <c:pt idx="30964">
                  <c:v>0.35837962962978054</c:v>
                </c:pt>
                <c:pt idx="30965">
                  <c:v>0.35839120369928423</c:v>
                </c:pt>
                <c:pt idx="30966">
                  <c:v>0.35840277777606389</c:v>
                </c:pt>
                <c:pt idx="30967">
                  <c:v>0.35841435185284354</c:v>
                </c:pt>
                <c:pt idx="30968">
                  <c:v>0.35842592592234723</c:v>
                </c:pt>
                <c:pt idx="30969">
                  <c:v>0.35843749999912689</c:v>
                </c:pt>
                <c:pt idx="30970">
                  <c:v>0.35844907406863058</c:v>
                </c:pt>
                <c:pt idx="30971">
                  <c:v>0.35846064814541023</c:v>
                </c:pt>
                <c:pt idx="30972">
                  <c:v>0.35847222222218988</c:v>
                </c:pt>
                <c:pt idx="30973">
                  <c:v>0.35848379629169358</c:v>
                </c:pt>
                <c:pt idx="30974">
                  <c:v>0.35849537036847323</c:v>
                </c:pt>
                <c:pt idx="30975">
                  <c:v>0.35850694444525288</c:v>
                </c:pt>
                <c:pt idx="30976">
                  <c:v>0.35851851851475658</c:v>
                </c:pt>
                <c:pt idx="30977">
                  <c:v>0.35853009259153623</c:v>
                </c:pt>
                <c:pt idx="30978">
                  <c:v>0.35854166666103993</c:v>
                </c:pt>
                <c:pt idx="30979">
                  <c:v>0.35855324073781958</c:v>
                </c:pt>
                <c:pt idx="30980">
                  <c:v>0.35856481481459923</c:v>
                </c:pt>
                <c:pt idx="30981">
                  <c:v>0.35857638888410293</c:v>
                </c:pt>
                <c:pt idx="30982">
                  <c:v>0.35858796296088258</c:v>
                </c:pt>
                <c:pt idx="30983">
                  <c:v>0.35859953703766223</c:v>
                </c:pt>
                <c:pt idx="30984">
                  <c:v>0.35861111110716593</c:v>
                </c:pt>
                <c:pt idx="30985">
                  <c:v>0.35862268518394558</c:v>
                </c:pt>
                <c:pt idx="30986">
                  <c:v>0.35863425925344927</c:v>
                </c:pt>
                <c:pt idx="30987">
                  <c:v>0.35864583333022892</c:v>
                </c:pt>
                <c:pt idx="30988">
                  <c:v>0.35865740740700858</c:v>
                </c:pt>
                <c:pt idx="30989">
                  <c:v>0.35866898147651227</c:v>
                </c:pt>
                <c:pt idx="30990">
                  <c:v>0.35868055555329192</c:v>
                </c:pt>
                <c:pt idx="30991">
                  <c:v>0.35869212963007158</c:v>
                </c:pt>
                <c:pt idx="30992">
                  <c:v>0.35870370369957527</c:v>
                </c:pt>
                <c:pt idx="30993">
                  <c:v>0.35871527777635492</c:v>
                </c:pt>
                <c:pt idx="30994">
                  <c:v>0.35872685185313458</c:v>
                </c:pt>
                <c:pt idx="30995">
                  <c:v>0.35873842592263827</c:v>
                </c:pt>
                <c:pt idx="30996">
                  <c:v>0.35874999999941792</c:v>
                </c:pt>
                <c:pt idx="30997">
                  <c:v>0.35876157406892162</c:v>
                </c:pt>
                <c:pt idx="30998">
                  <c:v>0.35877314814570127</c:v>
                </c:pt>
                <c:pt idx="30999">
                  <c:v>0.35878472222248092</c:v>
                </c:pt>
                <c:pt idx="31000">
                  <c:v>0.35879629629198462</c:v>
                </c:pt>
                <c:pt idx="31001">
                  <c:v>0.35880787036876427</c:v>
                </c:pt>
                <c:pt idx="31002">
                  <c:v>0.35881944444554392</c:v>
                </c:pt>
                <c:pt idx="31003">
                  <c:v>0.35883101851504762</c:v>
                </c:pt>
                <c:pt idx="31004">
                  <c:v>0.35884259259182727</c:v>
                </c:pt>
                <c:pt idx="31005">
                  <c:v>0.35885416666133096</c:v>
                </c:pt>
                <c:pt idx="31006">
                  <c:v>0.35886574073811062</c:v>
                </c:pt>
                <c:pt idx="31007">
                  <c:v>0.35887731481489027</c:v>
                </c:pt>
                <c:pt idx="31008">
                  <c:v>0.35888888888439396</c:v>
                </c:pt>
                <c:pt idx="31009">
                  <c:v>0.35890046296117362</c:v>
                </c:pt>
                <c:pt idx="31010">
                  <c:v>0.35891203703795327</c:v>
                </c:pt>
                <c:pt idx="31011">
                  <c:v>0.35892361110745696</c:v>
                </c:pt>
                <c:pt idx="31012">
                  <c:v>0.35893518518423662</c:v>
                </c:pt>
                <c:pt idx="31013">
                  <c:v>0.35894675925374031</c:v>
                </c:pt>
                <c:pt idx="31014">
                  <c:v>0.35895833333051996</c:v>
                </c:pt>
                <c:pt idx="31015">
                  <c:v>0.35896990740729962</c:v>
                </c:pt>
                <c:pt idx="31016">
                  <c:v>0.35898148147680331</c:v>
                </c:pt>
                <c:pt idx="31017">
                  <c:v>0.35899305555358296</c:v>
                </c:pt>
                <c:pt idx="31018">
                  <c:v>0.35900462963036261</c:v>
                </c:pt>
                <c:pt idx="31019">
                  <c:v>0.35901620369986631</c:v>
                </c:pt>
                <c:pt idx="31020">
                  <c:v>0.35902777777664596</c:v>
                </c:pt>
                <c:pt idx="31021">
                  <c:v>0.35903935184614966</c:v>
                </c:pt>
                <c:pt idx="31022">
                  <c:v>0.35905092592292931</c:v>
                </c:pt>
                <c:pt idx="31023">
                  <c:v>0.35906249999970896</c:v>
                </c:pt>
                <c:pt idx="31024">
                  <c:v>0.35907407406921266</c:v>
                </c:pt>
                <c:pt idx="31025">
                  <c:v>0.35908564814599231</c:v>
                </c:pt>
                <c:pt idx="31026">
                  <c:v>0.35909722222277196</c:v>
                </c:pt>
                <c:pt idx="31027">
                  <c:v>0.35910879629227566</c:v>
                </c:pt>
                <c:pt idx="31028">
                  <c:v>0.35912037036905531</c:v>
                </c:pt>
                <c:pt idx="31029">
                  <c:v>0.359131944438559</c:v>
                </c:pt>
                <c:pt idx="31030">
                  <c:v>0.35914351851533866</c:v>
                </c:pt>
                <c:pt idx="31031">
                  <c:v>0.35915509259211831</c:v>
                </c:pt>
                <c:pt idx="31032">
                  <c:v>0.359166666661622</c:v>
                </c:pt>
                <c:pt idx="31033">
                  <c:v>0.35917824073840166</c:v>
                </c:pt>
                <c:pt idx="31034">
                  <c:v>0.35918981481518131</c:v>
                </c:pt>
                <c:pt idx="31035">
                  <c:v>0.359201388884685</c:v>
                </c:pt>
                <c:pt idx="31036">
                  <c:v>0.35921296296146465</c:v>
                </c:pt>
                <c:pt idx="31037">
                  <c:v>0.35922453703824431</c:v>
                </c:pt>
                <c:pt idx="31038">
                  <c:v>0.359236111107748</c:v>
                </c:pt>
                <c:pt idx="31039">
                  <c:v>0.35924768518452765</c:v>
                </c:pt>
                <c:pt idx="31040">
                  <c:v>0.35925925925403135</c:v>
                </c:pt>
                <c:pt idx="31041">
                  <c:v>0.359270833330811</c:v>
                </c:pt>
                <c:pt idx="31042">
                  <c:v>0.35928240740759065</c:v>
                </c:pt>
                <c:pt idx="31043">
                  <c:v>0.35929398147709435</c:v>
                </c:pt>
                <c:pt idx="31044">
                  <c:v>0.359305555553874</c:v>
                </c:pt>
                <c:pt idx="31045">
                  <c:v>0.35931712963065365</c:v>
                </c:pt>
                <c:pt idx="31046">
                  <c:v>0.35932870370015735</c:v>
                </c:pt>
                <c:pt idx="31047">
                  <c:v>0.359340277776937</c:v>
                </c:pt>
                <c:pt idx="31048">
                  <c:v>0.3593518518464407</c:v>
                </c:pt>
                <c:pt idx="31049">
                  <c:v>0.35936342592322035</c:v>
                </c:pt>
                <c:pt idx="31050">
                  <c:v>0.359375</c:v>
                </c:pt>
                <c:pt idx="31051">
                  <c:v>0.35938657406950369</c:v>
                </c:pt>
                <c:pt idx="31052">
                  <c:v>0.35939814814628335</c:v>
                </c:pt>
                <c:pt idx="31053">
                  <c:v>0.359409722223063</c:v>
                </c:pt>
                <c:pt idx="31054">
                  <c:v>0.35942129629256669</c:v>
                </c:pt>
                <c:pt idx="31055">
                  <c:v>0.35943287036934635</c:v>
                </c:pt>
                <c:pt idx="31056">
                  <c:v>0.35944444443885004</c:v>
                </c:pt>
                <c:pt idx="31057">
                  <c:v>0.35945601851562969</c:v>
                </c:pt>
                <c:pt idx="31058">
                  <c:v>0.35946759259240935</c:v>
                </c:pt>
                <c:pt idx="31059">
                  <c:v>0.35947916666191304</c:v>
                </c:pt>
                <c:pt idx="31060">
                  <c:v>0.35949074073869269</c:v>
                </c:pt>
                <c:pt idx="31061">
                  <c:v>0.35950231481547235</c:v>
                </c:pt>
                <c:pt idx="31062">
                  <c:v>0.35951388888497604</c:v>
                </c:pt>
                <c:pt idx="31063">
                  <c:v>0.35952546296175569</c:v>
                </c:pt>
                <c:pt idx="31064">
                  <c:v>0.35953703703125939</c:v>
                </c:pt>
                <c:pt idx="31065">
                  <c:v>0.35954861110803904</c:v>
                </c:pt>
                <c:pt idx="31066">
                  <c:v>0.35956018518481869</c:v>
                </c:pt>
                <c:pt idx="31067">
                  <c:v>0.35957175925432239</c:v>
                </c:pt>
                <c:pt idx="31068">
                  <c:v>0.35958333333110204</c:v>
                </c:pt>
                <c:pt idx="31069">
                  <c:v>0.35959490740788169</c:v>
                </c:pt>
                <c:pt idx="31070">
                  <c:v>0.35960648147738539</c:v>
                </c:pt>
                <c:pt idx="31071">
                  <c:v>0.35961805555416504</c:v>
                </c:pt>
                <c:pt idx="31072">
                  <c:v>0.35962962963094469</c:v>
                </c:pt>
                <c:pt idx="31073">
                  <c:v>0.35964120370044839</c:v>
                </c:pt>
                <c:pt idx="31074">
                  <c:v>0.35965277777722804</c:v>
                </c:pt>
                <c:pt idx="31075">
                  <c:v>0.35966435184673173</c:v>
                </c:pt>
                <c:pt idx="31076">
                  <c:v>0.35967592592351139</c:v>
                </c:pt>
                <c:pt idx="31077">
                  <c:v>0.35968750000029104</c:v>
                </c:pt>
                <c:pt idx="31078">
                  <c:v>0.35969907406979473</c:v>
                </c:pt>
                <c:pt idx="31079">
                  <c:v>0.35971064814657439</c:v>
                </c:pt>
                <c:pt idx="31080">
                  <c:v>0.35972222222335404</c:v>
                </c:pt>
                <c:pt idx="31081">
                  <c:v>0.35973379629285773</c:v>
                </c:pt>
                <c:pt idx="31082">
                  <c:v>0.35974537036963739</c:v>
                </c:pt>
                <c:pt idx="31083">
                  <c:v>0.35975694443914108</c:v>
                </c:pt>
                <c:pt idx="31084">
                  <c:v>0.35976851851592073</c:v>
                </c:pt>
                <c:pt idx="31085">
                  <c:v>0.35978009259270038</c:v>
                </c:pt>
                <c:pt idx="31086">
                  <c:v>0.35979166666220408</c:v>
                </c:pt>
                <c:pt idx="31087">
                  <c:v>0.35980324073898373</c:v>
                </c:pt>
                <c:pt idx="31088">
                  <c:v>0.35981481481576338</c:v>
                </c:pt>
                <c:pt idx="31089">
                  <c:v>0.35982638888526708</c:v>
                </c:pt>
                <c:pt idx="31090">
                  <c:v>0.35983796296204673</c:v>
                </c:pt>
                <c:pt idx="31091">
                  <c:v>0.35984953703155043</c:v>
                </c:pt>
                <c:pt idx="31092">
                  <c:v>0.35986111110833008</c:v>
                </c:pt>
                <c:pt idx="31093">
                  <c:v>0.35987268518510973</c:v>
                </c:pt>
                <c:pt idx="31094">
                  <c:v>0.35988425925461343</c:v>
                </c:pt>
                <c:pt idx="31095">
                  <c:v>0.35989583333139308</c:v>
                </c:pt>
                <c:pt idx="31096">
                  <c:v>0.35990740740817273</c:v>
                </c:pt>
                <c:pt idx="31097">
                  <c:v>0.35991898147767643</c:v>
                </c:pt>
                <c:pt idx="31098">
                  <c:v>0.35993055555445608</c:v>
                </c:pt>
                <c:pt idx="31099">
                  <c:v>0.35994212962395977</c:v>
                </c:pt>
                <c:pt idx="31100">
                  <c:v>0.35995370370073942</c:v>
                </c:pt>
                <c:pt idx="31101">
                  <c:v>0.35996527777751908</c:v>
                </c:pt>
                <c:pt idx="31102">
                  <c:v>0.35997685184702277</c:v>
                </c:pt>
                <c:pt idx="31103">
                  <c:v>0.35998842592380242</c:v>
                </c:pt>
                <c:pt idx="31104">
                  <c:v>0.36000000000058208</c:v>
                </c:pt>
                <c:pt idx="31105">
                  <c:v>0.36001157407008577</c:v>
                </c:pt>
                <c:pt idx="31106">
                  <c:v>0.36002314814686542</c:v>
                </c:pt>
                <c:pt idx="31107">
                  <c:v>0.36003472221636912</c:v>
                </c:pt>
                <c:pt idx="31108">
                  <c:v>0.36004629629314877</c:v>
                </c:pt>
                <c:pt idx="31109">
                  <c:v>0.36005787036992842</c:v>
                </c:pt>
                <c:pt idx="31110">
                  <c:v>0.36006944443943212</c:v>
                </c:pt>
                <c:pt idx="31111">
                  <c:v>0.36008101851621177</c:v>
                </c:pt>
                <c:pt idx="31112">
                  <c:v>0.36009259259299142</c:v>
                </c:pt>
                <c:pt idx="31113">
                  <c:v>0.36010416666249512</c:v>
                </c:pt>
                <c:pt idx="31114">
                  <c:v>0.36011574073927477</c:v>
                </c:pt>
                <c:pt idx="31115">
                  <c:v>0.36012731481605442</c:v>
                </c:pt>
                <c:pt idx="31116">
                  <c:v>0.36013888888555812</c:v>
                </c:pt>
                <c:pt idx="31117">
                  <c:v>0.36015046296233777</c:v>
                </c:pt>
                <c:pt idx="31118">
                  <c:v>0.36016203703184146</c:v>
                </c:pt>
                <c:pt idx="31119">
                  <c:v>0.36017361110862112</c:v>
                </c:pt>
                <c:pt idx="31120">
                  <c:v>0.36018518518540077</c:v>
                </c:pt>
                <c:pt idx="31121">
                  <c:v>0.36019675925490446</c:v>
                </c:pt>
                <c:pt idx="31122">
                  <c:v>0.36020833333168412</c:v>
                </c:pt>
                <c:pt idx="31123">
                  <c:v>0.36021990740846377</c:v>
                </c:pt>
                <c:pt idx="31124">
                  <c:v>0.36023148147796746</c:v>
                </c:pt>
                <c:pt idx="31125">
                  <c:v>0.36024305555474712</c:v>
                </c:pt>
                <c:pt idx="31126">
                  <c:v>0.36025462962425081</c:v>
                </c:pt>
                <c:pt idx="31127">
                  <c:v>0.36026620370103046</c:v>
                </c:pt>
                <c:pt idx="31128">
                  <c:v>0.36027777777781012</c:v>
                </c:pt>
                <c:pt idx="31129">
                  <c:v>0.36028935184731381</c:v>
                </c:pt>
                <c:pt idx="31130">
                  <c:v>0.36030092592409346</c:v>
                </c:pt>
                <c:pt idx="31131">
                  <c:v>0.36031250000087311</c:v>
                </c:pt>
                <c:pt idx="31132">
                  <c:v>0.36032407407037681</c:v>
                </c:pt>
                <c:pt idx="31133">
                  <c:v>0.36033564814715646</c:v>
                </c:pt>
                <c:pt idx="31134">
                  <c:v>0.36034722221666016</c:v>
                </c:pt>
                <c:pt idx="31135">
                  <c:v>0.36035879629343981</c:v>
                </c:pt>
                <c:pt idx="31136">
                  <c:v>0.36037037037021946</c:v>
                </c:pt>
                <c:pt idx="31137">
                  <c:v>0.36038194443972316</c:v>
                </c:pt>
                <c:pt idx="31138">
                  <c:v>0.36039351851650281</c:v>
                </c:pt>
                <c:pt idx="31139">
                  <c:v>0.36040509259328246</c:v>
                </c:pt>
                <c:pt idx="31140">
                  <c:v>0.36041666666278616</c:v>
                </c:pt>
                <c:pt idx="31141">
                  <c:v>0.36042824073956581</c:v>
                </c:pt>
                <c:pt idx="31142">
                  <c:v>0.3604398148090695</c:v>
                </c:pt>
                <c:pt idx="31143">
                  <c:v>0.36045138888584916</c:v>
                </c:pt>
                <c:pt idx="31144">
                  <c:v>0.36046296296262881</c:v>
                </c:pt>
                <c:pt idx="31145">
                  <c:v>0.3604745370321325</c:v>
                </c:pt>
                <c:pt idx="31146">
                  <c:v>0.36048611110891216</c:v>
                </c:pt>
                <c:pt idx="31147">
                  <c:v>0.36049768518569181</c:v>
                </c:pt>
                <c:pt idx="31148">
                  <c:v>0.3605092592551955</c:v>
                </c:pt>
                <c:pt idx="31149">
                  <c:v>0.36052083333197515</c:v>
                </c:pt>
                <c:pt idx="31150">
                  <c:v>0.36053240740147885</c:v>
                </c:pt>
                <c:pt idx="31151">
                  <c:v>0.3605439814782585</c:v>
                </c:pt>
                <c:pt idx="31152">
                  <c:v>0.36055555555503815</c:v>
                </c:pt>
                <c:pt idx="31153">
                  <c:v>0.36056712962454185</c:v>
                </c:pt>
                <c:pt idx="31154">
                  <c:v>0.3605787037013215</c:v>
                </c:pt>
                <c:pt idx="31155">
                  <c:v>0.36059027777810115</c:v>
                </c:pt>
                <c:pt idx="31156">
                  <c:v>0.36060185184760485</c:v>
                </c:pt>
                <c:pt idx="31157">
                  <c:v>0.3606134259243845</c:v>
                </c:pt>
                <c:pt idx="31158">
                  <c:v>0.36062500000116415</c:v>
                </c:pt>
                <c:pt idx="31159">
                  <c:v>0.36063657407066785</c:v>
                </c:pt>
                <c:pt idx="31160">
                  <c:v>0.3606481481474475</c:v>
                </c:pt>
                <c:pt idx="31161">
                  <c:v>0.3606597222169512</c:v>
                </c:pt>
                <c:pt idx="31162">
                  <c:v>0.36067129629373085</c:v>
                </c:pt>
                <c:pt idx="31163">
                  <c:v>0.3606828703705105</c:v>
                </c:pt>
                <c:pt idx="31164">
                  <c:v>0.36069444444001419</c:v>
                </c:pt>
                <c:pt idx="31165">
                  <c:v>0.36070601851679385</c:v>
                </c:pt>
                <c:pt idx="31166">
                  <c:v>0.3607175925935735</c:v>
                </c:pt>
                <c:pt idx="31167">
                  <c:v>0.36072916666307719</c:v>
                </c:pt>
                <c:pt idx="31168">
                  <c:v>0.36074074073985685</c:v>
                </c:pt>
                <c:pt idx="31169">
                  <c:v>0.36075231480936054</c:v>
                </c:pt>
                <c:pt idx="31170">
                  <c:v>0.36076388888614019</c:v>
                </c:pt>
                <c:pt idx="31171">
                  <c:v>0.36077546296291985</c:v>
                </c:pt>
                <c:pt idx="31172">
                  <c:v>0.36078703703242354</c:v>
                </c:pt>
                <c:pt idx="31173">
                  <c:v>0.36079861110920319</c:v>
                </c:pt>
                <c:pt idx="31174">
                  <c:v>0.36081018518598285</c:v>
                </c:pt>
                <c:pt idx="31175">
                  <c:v>0.36082175925548654</c:v>
                </c:pt>
                <c:pt idx="31176">
                  <c:v>0.36083333333226619</c:v>
                </c:pt>
                <c:pt idx="31177">
                  <c:v>0.36084490740176989</c:v>
                </c:pt>
                <c:pt idx="31178">
                  <c:v>0.36085648147854954</c:v>
                </c:pt>
                <c:pt idx="31179">
                  <c:v>0.36086805555532919</c:v>
                </c:pt>
                <c:pt idx="31180">
                  <c:v>0.36087962962483289</c:v>
                </c:pt>
                <c:pt idx="31181">
                  <c:v>0.36089120370161254</c:v>
                </c:pt>
                <c:pt idx="31182">
                  <c:v>0.36090277777839219</c:v>
                </c:pt>
                <c:pt idx="31183">
                  <c:v>0.36091435184789589</c:v>
                </c:pt>
                <c:pt idx="31184">
                  <c:v>0.36092592592467554</c:v>
                </c:pt>
                <c:pt idx="31185">
                  <c:v>0.36093749999417923</c:v>
                </c:pt>
                <c:pt idx="31186">
                  <c:v>0.36094907407095889</c:v>
                </c:pt>
                <c:pt idx="31187">
                  <c:v>0.36096064814773854</c:v>
                </c:pt>
                <c:pt idx="31188">
                  <c:v>0.36097222221724223</c:v>
                </c:pt>
                <c:pt idx="31189">
                  <c:v>0.36098379629402189</c:v>
                </c:pt>
                <c:pt idx="31190">
                  <c:v>0.36099537037080154</c:v>
                </c:pt>
                <c:pt idx="31191">
                  <c:v>0.36100694444030523</c:v>
                </c:pt>
                <c:pt idx="31192">
                  <c:v>0.36101851851708489</c:v>
                </c:pt>
                <c:pt idx="31193">
                  <c:v>0.36103009259386454</c:v>
                </c:pt>
                <c:pt idx="31194">
                  <c:v>0.36104166666336823</c:v>
                </c:pt>
                <c:pt idx="31195">
                  <c:v>0.36105324074014788</c:v>
                </c:pt>
                <c:pt idx="31196">
                  <c:v>0.36106481480965158</c:v>
                </c:pt>
                <c:pt idx="31197">
                  <c:v>0.36107638888643123</c:v>
                </c:pt>
                <c:pt idx="31198">
                  <c:v>0.36108796296321088</c:v>
                </c:pt>
                <c:pt idx="31199">
                  <c:v>0.36109953703271458</c:v>
                </c:pt>
                <c:pt idx="31200">
                  <c:v>0.36111111110949423</c:v>
                </c:pt>
                <c:pt idx="31201">
                  <c:v>0.36112268518627388</c:v>
                </c:pt>
                <c:pt idx="31202">
                  <c:v>0.36113425925577758</c:v>
                </c:pt>
                <c:pt idx="31203">
                  <c:v>0.36114583333255723</c:v>
                </c:pt>
                <c:pt idx="31204">
                  <c:v>0.36115740740206093</c:v>
                </c:pt>
                <c:pt idx="31205">
                  <c:v>0.36116898147884058</c:v>
                </c:pt>
                <c:pt idx="31206">
                  <c:v>0.36118055555562023</c:v>
                </c:pt>
                <c:pt idx="31207">
                  <c:v>0.36119212962512393</c:v>
                </c:pt>
                <c:pt idx="31208">
                  <c:v>0.36120370370190358</c:v>
                </c:pt>
                <c:pt idx="31209">
                  <c:v>0.36121527777868323</c:v>
                </c:pt>
                <c:pt idx="31210">
                  <c:v>0.36122685184818693</c:v>
                </c:pt>
                <c:pt idx="31211">
                  <c:v>0.36123842592496658</c:v>
                </c:pt>
                <c:pt idx="31212">
                  <c:v>0.36124999999447027</c:v>
                </c:pt>
                <c:pt idx="31213">
                  <c:v>0.36126157407124992</c:v>
                </c:pt>
                <c:pt idx="31214">
                  <c:v>0.36127314814802958</c:v>
                </c:pt>
                <c:pt idx="31215">
                  <c:v>0.36128472221753327</c:v>
                </c:pt>
                <c:pt idx="31216">
                  <c:v>0.36129629629431292</c:v>
                </c:pt>
                <c:pt idx="31217">
                  <c:v>0.36130787037109258</c:v>
                </c:pt>
                <c:pt idx="31218">
                  <c:v>0.36131944444059627</c:v>
                </c:pt>
                <c:pt idx="31219">
                  <c:v>0.36133101851737592</c:v>
                </c:pt>
                <c:pt idx="31220">
                  <c:v>0.36134259258687962</c:v>
                </c:pt>
                <c:pt idx="31221">
                  <c:v>0.36135416666365927</c:v>
                </c:pt>
                <c:pt idx="31222">
                  <c:v>0.36136574074043892</c:v>
                </c:pt>
                <c:pt idx="31223">
                  <c:v>0.36137731480994262</c:v>
                </c:pt>
                <c:pt idx="31224">
                  <c:v>0.36138888888672227</c:v>
                </c:pt>
                <c:pt idx="31225">
                  <c:v>0.36140046296350192</c:v>
                </c:pt>
                <c:pt idx="31226">
                  <c:v>0.36141203703300562</c:v>
                </c:pt>
                <c:pt idx="31227">
                  <c:v>0.36142361110978527</c:v>
                </c:pt>
                <c:pt idx="31228">
                  <c:v>0.36143518517928896</c:v>
                </c:pt>
                <c:pt idx="31229">
                  <c:v>0.36144675925606862</c:v>
                </c:pt>
                <c:pt idx="31230">
                  <c:v>0.36145833333284827</c:v>
                </c:pt>
                <c:pt idx="31231">
                  <c:v>0.36146990740235196</c:v>
                </c:pt>
                <c:pt idx="31232">
                  <c:v>0.36148148147913162</c:v>
                </c:pt>
                <c:pt idx="31233">
                  <c:v>0.36149305555591127</c:v>
                </c:pt>
                <c:pt idx="31234">
                  <c:v>0.36150462962541496</c:v>
                </c:pt>
                <c:pt idx="31235">
                  <c:v>0.36151620370219462</c:v>
                </c:pt>
                <c:pt idx="31236">
                  <c:v>0.36152777777897427</c:v>
                </c:pt>
                <c:pt idx="31237">
                  <c:v>0.36153935184847796</c:v>
                </c:pt>
                <c:pt idx="31238">
                  <c:v>0.36155092592525762</c:v>
                </c:pt>
                <c:pt idx="31239">
                  <c:v>0.36156249999476131</c:v>
                </c:pt>
                <c:pt idx="31240">
                  <c:v>0.36157407407154096</c:v>
                </c:pt>
                <c:pt idx="31241">
                  <c:v>0.36158564814832062</c:v>
                </c:pt>
                <c:pt idx="31242">
                  <c:v>0.36159722221782431</c:v>
                </c:pt>
                <c:pt idx="31243">
                  <c:v>0.36160879629460396</c:v>
                </c:pt>
                <c:pt idx="31244">
                  <c:v>0.36162037037138361</c:v>
                </c:pt>
                <c:pt idx="31245">
                  <c:v>0.36163194444088731</c:v>
                </c:pt>
                <c:pt idx="31246">
                  <c:v>0.36164351851766696</c:v>
                </c:pt>
                <c:pt idx="31247">
                  <c:v>0.36165509258717066</c:v>
                </c:pt>
                <c:pt idx="31248">
                  <c:v>0.36166666666395031</c:v>
                </c:pt>
                <c:pt idx="31249">
                  <c:v>0.36167824074072996</c:v>
                </c:pt>
                <c:pt idx="31250">
                  <c:v>0.36168981481023366</c:v>
                </c:pt>
                <c:pt idx="31251">
                  <c:v>0.36170138888701331</c:v>
                </c:pt>
                <c:pt idx="31252">
                  <c:v>0.36171296296379296</c:v>
                </c:pt>
                <c:pt idx="31253">
                  <c:v>0.36172453703329666</c:v>
                </c:pt>
                <c:pt idx="31254">
                  <c:v>0.36173611111007631</c:v>
                </c:pt>
                <c:pt idx="31255">
                  <c:v>0.36174768517958</c:v>
                </c:pt>
                <c:pt idx="31256">
                  <c:v>0.36175925925635966</c:v>
                </c:pt>
                <c:pt idx="31257">
                  <c:v>0.36177083333313931</c:v>
                </c:pt>
                <c:pt idx="31258">
                  <c:v>0.361782407402643</c:v>
                </c:pt>
                <c:pt idx="31259">
                  <c:v>0.36179398147942265</c:v>
                </c:pt>
                <c:pt idx="31260">
                  <c:v>0.36180555555620231</c:v>
                </c:pt>
                <c:pt idx="31261">
                  <c:v>0.361817129625706</c:v>
                </c:pt>
                <c:pt idx="31262">
                  <c:v>0.36182870370248565</c:v>
                </c:pt>
                <c:pt idx="31263">
                  <c:v>0.36184027777198935</c:v>
                </c:pt>
                <c:pt idx="31264">
                  <c:v>0.361851851848769</c:v>
                </c:pt>
                <c:pt idx="31265">
                  <c:v>0.36186342592554865</c:v>
                </c:pt>
                <c:pt idx="31266">
                  <c:v>0.36187499999505235</c:v>
                </c:pt>
                <c:pt idx="31267">
                  <c:v>0.361886574071832</c:v>
                </c:pt>
                <c:pt idx="31268">
                  <c:v>0.36189814814861165</c:v>
                </c:pt>
                <c:pt idx="31269">
                  <c:v>0.36190972221811535</c:v>
                </c:pt>
                <c:pt idx="31270">
                  <c:v>0.361921296294895</c:v>
                </c:pt>
                <c:pt idx="31271">
                  <c:v>0.36193287037167465</c:v>
                </c:pt>
                <c:pt idx="31272">
                  <c:v>0.36194444444117835</c:v>
                </c:pt>
                <c:pt idx="31273">
                  <c:v>0.361956018517958</c:v>
                </c:pt>
                <c:pt idx="31274">
                  <c:v>0.3619675925874617</c:v>
                </c:pt>
                <c:pt idx="31275">
                  <c:v>0.36197916666424135</c:v>
                </c:pt>
                <c:pt idx="31276">
                  <c:v>0.361990740741021</c:v>
                </c:pt>
                <c:pt idx="31277">
                  <c:v>0.36200231481052469</c:v>
                </c:pt>
                <c:pt idx="31278">
                  <c:v>0.36201388888730435</c:v>
                </c:pt>
                <c:pt idx="31279">
                  <c:v>0.362025462964084</c:v>
                </c:pt>
                <c:pt idx="31280">
                  <c:v>0.36203703703358769</c:v>
                </c:pt>
                <c:pt idx="31281">
                  <c:v>0.36204861111036735</c:v>
                </c:pt>
                <c:pt idx="31282">
                  <c:v>0.36206018517987104</c:v>
                </c:pt>
                <c:pt idx="31283">
                  <c:v>0.36207175925665069</c:v>
                </c:pt>
                <c:pt idx="31284">
                  <c:v>0.36208333333343035</c:v>
                </c:pt>
                <c:pt idx="31285">
                  <c:v>0.36209490740293404</c:v>
                </c:pt>
                <c:pt idx="31286">
                  <c:v>0.36210648147971369</c:v>
                </c:pt>
                <c:pt idx="31287">
                  <c:v>0.36211805555649335</c:v>
                </c:pt>
                <c:pt idx="31288">
                  <c:v>0.36212962962599704</c:v>
                </c:pt>
                <c:pt idx="31289">
                  <c:v>0.36214120370277669</c:v>
                </c:pt>
                <c:pt idx="31290">
                  <c:v>0.36215277777228039</c:v>
                </c:pt>
                <c:pt idx="31291">
                  <c:v>0.36216435184906004</c:v>
                </c:pt>
                <c:pt idx="31292">
                  <c:v>0.36217592592583969</c:v>
                </c:pt>
                <c:pt idx="31293">
                  <c:v>0.36218749999534339</c:v>
                </c:pt>
                <c:pt idx="31294">
                  <c:v>0.36219907407212304</c:v>
                </c:pt>
                <c:pt idx="31295">
                  <c:v>0.36221064814890269</c:v>
                </c:pt>
                <c:pt idx="31296">
                  <c:v>0.36222222221840639</c:v>
                </c:pt>
                <c:pt idx="31297">
                  <c:v>0.36223379629518604</c:v>
                </c:pt>
                <c:pt idx="31298">
                  <c:v>0.36224537036468973</c:v>
                </c:pt>
                <c:pt idx="31299">
                  <c:v>0.36225694444146939</c:v>
                </c:pt>
                <c:pt idx="31300">
                  <c:v>0.36226851851824904</c:v>
                </c:pt>
                <c:pt idx="31301">
                  <c:v>0.36228009258775273</c:v>
                </c:pt>
                <c:pt idx="31302">
                  <c:v>0.36229166666453239</c:v>
                </c:pt>
                <c:pt idx="31303">
                  <c:v>0.36230324074131204</c:v>
                </c:pt>
                <c:pt idx="31304">
                  <c:v>0.36231481481081573</c:v>
                </c:pt>
                <c:pt idx="31305">
                  <c:v>0.36232638888759539</c:v>
                </c:pt>
                <c:pt idx="31306">
                  <c:v>0.36233796295709908</c:v>
                </c:pt>
                <c:pt idx="31307">
                  <c:v>0.36234953703387873</c:v>
                </c:pt>
                <c:pt idx="31308">
                  <c:v>0.36236111111065838</c:v>
                </c:pt>
                <c:pt idx="31309">
                  <c:v>0.36237268518016208</c:v>
                </c:pt>
                <c:pt idx="31310">
                  <c:v>0.36238425925694173</c:v>
                </c:pt>
                <c:pt idx="31311">
                  <c:v>0.36239583333372138</c:v>
                </c:pt>
                <c:pt idx="31312">
                  <c:v>0.36240740740322508</c:v>
                </c:pt>
                <c:pt idx="31313">
                  <c:v>0.36241898148000473</c:v>
                </c:pt>
                <c:pt idx="31314">
                  <c:v>0.36243055555678438</c:v>
                </c:pt>
                <c:pt idx="31315">
                  <c:v>0.36244212962628808</c:v>
                </c:pt>
                <c:pt idx="31316">
                  <c:v>0.36245370370306773</c:v>
                </c:pt>
                <c:pt idx="31317">
                  <c:v>0.36246527777257143</c:v>
                </c:pt>
                <c:pt idx="31318">
                  <c:v>0.36247685184935108</c:v>
                </c:pt>
                <c:pt idx="31319">
                  <c:v>0.36248842592613073</c:v>
                </c:pt>
                <c:pt idx="31320">
                  <c:v>0.36249999999563443</c:v>
                </c:pt>
                <c:pt idx="31321">
                  <c:v>0.36251157407241408</c:v>
                </c:pt>
                <c:pt idx="31322">
                  <c:v>0.36252314814919373</c:v>
                </c:pt>
                <c:pt idx="31323">
                  <c:v>0.36253472221869742</c:v>
                </c:pt>
                <c:pt idx="31324">
                  <c:v>0.36254629629547708</c:v>
                </c:pt>
                <c:pt idx="31325">
                  <c:v>0.36255787036498077</c:v>
                </c:pt>
                <c:pt idx="31326">
                  <c:v>0.36256944444176042</c:v>
                </c:pt>
                <c:pt idx="31327">
                  <c:v>0.36258101851854008</c:v>
                </c:pt>
                <c:pt idx="31328">
                  <c:v>0.36259259258804377</c:v>
                </c:pt>
                <c:pt idx="31329">
                  <c:v>0.36260416666482342</c:v>
                </c:pt>
                <c:pt idx="31330">
                  <c:v>0.36261574074160308</c:v>
                </c:pt>
                <c:pt idx="31331">
                  <c:v>0.36262731481110677</c:v>
                </c:pt>
                <c:pt idx="31332">
                  <c:v>0.36263888888788642</c:v>
                </c:pt>
                <c:pt idx="31333">
                  <c:v>0.36265046295739012</c:v>
                </c:pt>
                <c:pt idx="31334">
                  <c:v>0.36266203703416977</c:v>
                </c:pt>
                <c:pt idx="31335">
                  <c:v>0.36267361111094942</c:v>
                </c:pt>
                <c:pt idx="31336">
                  <c:v>0.36268518518045312</c:v>
                </c:pt>
                <c:pt idx="31337">
                  <c:v>0.36269675925723277</c:v>
                </c:pt>
                <c:pt idx="31338">
                  <c:v>0.36270833333401242</c:v>
                </c:pt>
                <c:pt idx="31339">
                  <c:v>0.36271990740351612</c:v>
                </c:pt>
                <c:pt idx="31340">
                  <c:v>0.36273148148029577</c:v>
                </c:pt>
                <c:pt idx="31341">
                  <c:v>0.36274305554979946</c:v>
                </c:pt>
                <c:pt idx="31342">
                  <c:v>0.36275462962657912</c:v>
                </c:pt>
                <c:pt idx="31343">
                  <c:v>0.36276620370335877</c:v>
                </c:pt>
                <c:pt idx="31344">
                  <c:v>0.36277777777286246</c:v>
                </c:pt>
                <c:pt idx="31345">
                  <c:v>0.36278935184964212</c:v>
                </c:pt>
                <c:pt idx="31346">
                  <c:v>0.36280092592642177</c:v>
                </c:pt>
                <c:pt idx="31347">
                  <c:v>0.36281249999592546</c:v>
                </c:pt>
                <c:pt idx="31348">
                  <c:v>0.36282407407270512</c:v>
                </c:pt>
                <c:pt idx="31349">
                  <c:v>0.36283564814948477</c:v>
                </c:pt>
                <c:pt idx="31350">
                  <c:v>0.36284722221898846</c:v>
                </c:pt>
                <c:pt idx="31351">
                  <c:v>0.36285879629576812</c:v>
                </c:pt>
                <c:pt idx="31352">
                  <c:v>0.36287037036527181</c:v>
                </c:pt>
                <c:pt idx="31353">
                  <c:v>0.36288194444205146</c:v>
                </c:pt>
                <c:pt idx="31354">
                  <c:v>0.36289351851883112</c:v>
                </c:pt>
                <c:pt idx="31355">
                  <c:v>0.36290509258833481</c:v>
                </c:pt>
                <c:pt idx="31356">
                  <c:v>0.36291666666511446</c:v>
                </c:pt>
                <c:pt idx="31357">
                  <c:v>0.36292824074189411</c:v>
                </c:pt>
                <c:pt idx="31358">
                  <c:v>0.36293981481139781</c:v>
                </c:pt>
                <c:pt idx="31359">
                  <c:v>0.36295138888817746</c:v>
                </c:pt>
                <c:pt idx="31360">
                  <c:v>0.36296296295768116</c:v>
                </c:pt>
                <c:pt idx="31361">
                  <c:v>0.36297453703446081</c:v>
                </c:pt>
                <c:pt idx="31362">
                  <c:v>0.36298611111124046</c:v>
                </c:pt>
                <c:pt idx="31363">
                  <c:v>0.36299768518074416</c:v>
                </c:pt>
                <c:pt idx="31364">
                  <c:v>0.36300925925752381</c:v>
                </c:pt>
                <c:pt idx="31365">
                  <c:v>0.36302083333430346</c:v>
                </c:pt>
                <c:pt idx="31366">
                  <c:v>0.36303240740380716</c:v>
                </c:pt>
                <c:pt idx="31367">
                  <c:v>0.36304398148058681</c:v>
                </c:pt>
                <c:pt idx="31368">
                  <c:v>0.3630555555500905</c:v>
                </c:pt>
                <c:pt idx="31369">
                  <c:v>0.36306712962687016</c:v>
                </c:pt>
                <c:pt idx="31370">
                  <c:v>0.36307870370364981</c:v>
                </c:pt>
                <c:pt idx="31371">
                  <c:v>0.3630902777731535</c:v>
                </c:pt>
                <c:pt idx="31372">
                  <c:v>0.36310185184993315</c:v>
                </c:pt>
                <c:pt idx="31373">
                  <c:v>0.36311342592671281</c:v>
                </c:pt>
                <c:pt idx="31374">
                  <c:v>0.3631249999962165</c:v>
                </c:pt>
                <c:pt idx="31375">
                  <c:v>0.36313657407299615</c:v>
                </c:pt>
                <c:pt idx="31376">
                  <c:v>0.36314814814249985</c:v>
                </c:pt>
                <c:pt idx="31377">
                  <c:v>0.3631597222192795</c:v>
                </c:pt>
                <c:pt idx="31378">
                  <c:v>0.36317129629605915</c:v>
                </c:pt>
                <c:pt idx="31379">
                  <c:v>0.36318287036556285</c:v>
                </c:pt>
                <c:pt idx="31380">
                  <c:v>0.3631944444423425</c:v>
                </c:pt>
                <c:pt idx="31381">
                  <c:v>0.36320601851912215</c:v>
                </c:pt>
                <c:pt idx="31382">
                  <c:v>0.36321759258862585</c:v>
                </c:pt>
                <c:pt idx="31383">
                  <c:v>0.3632291666654055</c:v>
                </c:pt>
                <c:pt idx="31384">
                  <c:v>0.3632407407349092</c:v>
                </c:pt>
                <c:pt idx="31385">
                  <c:v>0.36325231481168885</c:v>
                </c:pt>
                <c:pt idx="31386">
                  <c:v>0.3632638888884685</c:v>
                </c:pt>
                <c:pt idx="31387">
                  <c:v>0.36327546295797219</c:v>
                </c:pt>
                <c:pt idx="31388">
                  <c:v>0.36328703703475185</c:v>
                </c:pt>
                <c:pt idx="31389">
                  <c:v>0.3632986111115315</c:v>
                </c:pt>
                <c:pt idx="31390">
                  <c:v>0.36331018518103519</c:v>
                </c:pt>
                <c:pt idx="31391">
                  <c:v>0.36332175925781485</c:v>
                </c:pt>
                <c:pt idx="31392">
                  <c:v>0.3633333333345945</c:v>
                </c:pt>
                <c:pt idx="31393">
                  <c:v>0.36334490740409819</c:v>
                </c:pt>
                <c:pt idx="31394">
                  <c:v>0.36335648148087785</c:v>
                </c:pt>
                <c:pt idx="31395">
                  <c:v>0.36336805555038154</c:v>
                </c:pt>
                <c:pt idx="31396">
                  <c:v>0.36337962962716119</c:v>
                </c:pt>
                <c:pt idx="31397">
                  <c:v>0.36339120370394085</c:v>
                </c:pt>
                <c:pt idx="31398">
                  <c:v>0.36340277777344454</c:v>
                </c:pt>
                <c:pt idx="31399">
                  <c:v>0.36341435185022419</c:v>
                </c:pt>
                <c:pt idx="31400">
                  <c:v>0.36342592592700385</c:v>
                </c:pt>
                <c:pt idx="31401">
                  <c:v>0.36343749999650754</c:v>
                </c:pt>
                <c:pt idx="31402">
                  <c:v>0.36344907407328719</c:v>
                </c:pt>
                <c:pt idx="31403">
                  <c:v>0.36346064814279089</c:v>
                </c:pt>
                <c:pt idx="31404">
                  <c:v>0.36347222221957054</c:v>
                </c:pt>
                <c:pt idx="31405">
                  <c:v>0.36348379629635019</c:v>
                </c:pt>
                <c:pt idx="31406">
                  <c:v>0.36349537036585389</c:v>
                </c:pt>
                <c:pt idx="31407">
                  <c:v>0.36350694444263354</c:v>
                </c:pt>
                <c:pt idx="31408">
                  <c:v>0.36351851851941319</c:v>
                </c:pt>
                <c:pt idx="31409">
                  <c:v>0.36353009258891689</c:v>
                </c:pt>
                <c:pt idx="31410">
                  <c:v>0.36354166666569654</c:v>
                </c:pt>
                <c:pt idx="31411">
                  <c:v>0.36355324073520023</c:v>
                </c:pt>
                <c:pt idx="31412">
                  <c:v>0.36356481481197989</c:v>
                </c:pt>
                <c:pt idx="31413">
                  <c:v>0.36357638888875954</c:v>
                </c:pt>
                <c:pt idx="31414">
                  <c:v>0.36358796295826323</c:v>
                </c:pt>
                <c:pt idx="31415">
                  <c:v>0.36359953703504289</c:v>
                </c:pt>
                <c:pt idx="31416">
                  <c:v>0.36361111111182254</c:v>
                </c:pt>
                <c:pt idx="31417">
                  <c:v>0.36362268518132623</c:v>
                </c:pt>
                <c:pt idx="31418">
                  <c:v>0.36363425925810589</c:v>
                </c:pt>
                <c:pt idx="31419">
                  <c:v>0.36364583332760958</c:v>
                </c:pt>
                <c:pt idx="31420">
                  <c:v>0.36365740740438923</c:v>
                </c:pt>
                <c:pt idx="31421">
                  <c:v>0.36366898148116888</c:v>
                </c:pt>
                <c:pt idx="31422">
                  <c:v>0.36368055555067258</c:v>
                </c:pt>
                <c:pt idx="31423">
                  <c:v>0.36369212962745223</c:v>
                </c:pt>
                <c:pt idx="31424">
                  <c:v>0.36370370370423188</c:v>
                </c:pt>
                <c:pt idx="31425">
                  <c:v>0.36371527777373558</c:v>
                </c:pt>
                <c:pt idx="31426">
                  <c:v>0.36372685185051523</c:v>
                </c:pt>
                <c:pt idx="31427">
                  <c:v>0.36373842592001893</c:v>
                </c:pt>
                <c:pt idx="31428">
                  <c:v>0.36374999999679858</c:v>
                </c:pt>
                <c:pt idx="31429">
                  <c:v>0.36376157407357823</c:v>
                </c:pt>
                <c:pt idx="31430">
                  <c:v>0.36377314814308193</c:v>
                </c:pt>
                <c:pt idx="31431">
                  <c:v>0.36378472221986158</c:v>
                </c:pt>
                <c:pt idx="31432">
                  <c:v>0.36379629629664123</c:v>
                </c:pt>
                <c:pt idx="31433">
                  <c:v>0.36380787036614493</c:v>
                </c:pt>
                <c:pt idx="31434">
                  <c:v>0.36381944444292458</c:v>
                </c:pt>
                <c:pt idx="31435">
                  <c:v>0.36383101851970423</c:v>
                </c:pt>
                <c:pt idx="31436">
                  <c:v>0.36384259258920792</c:v>
                </c:pt>
                <c:pt idx="31437">
                  <c:v>0.36385416666598758</c:v>
                </c:pt>
                <c:pt idx="31438">
                  <c:v>0.36386574073549127</c:v>
                </c:pt>
                <c:pt idx="31439">
                  <c:v>0.36387731481227092</c:v>
                </c:pt>
                <c:pt idx="31440">
                  <c:v>0.36388888888905058</c:v>
                </c:pt>
                <c:pt idx="31441">
                  <c:v>0.36390046295855427</c:v>
                </c:pt>
                <c:pt idx="31442">
                  <c:v>0.36391203703533392</c:v>
                </c:pt>
                <c:pt idx="31443">
                  <c:v>0.36392361111211358</c:v>
                </c:pt>
                <c:pt idx="31444">
                  <c:v>0.36393518518161727</c:v>
                </c:pt>
                <c:pt idx="31445">
                  <c:v>0.36394675925839692</c:v>
                </c:pt>
                <c:pt idx="31446">
                  <c:v>0.36395833332790062</c:v>
                </c:pt>
                <c:pt idx="31447">
                  <c:v>0.36396990740468027</c:v>
                </c:pt>
                <c:pt idx="31448">
                  <c:v>0.36398148148145992</c:v>
                </c:pt>
                <c:pt idx="31449">
                  <c:v>0.36399305555096362</c:v>
                </c:pt>
                <c:pt idx="31450">
                  <c:v>0.36400462962774327</c:v>
                </c:pt>
                <c:pt idx="31451">
                  <c:v>0.36401620370452292</c:v>
                </c:pt>
                <c:pt idx="31452">
                  <c:v>0.36402777777402662</c:v>
                </c:pt>
                <c:pt idx="31453">
                  <c:v>0.36403935185080627</c:v>
                </c:pt>
                <c:pt idx="31454">
                  <c:v>0.36405092592030996</c:v>
                </c:pt>
                <c:pt idx="31455">
                  <c:v>0.36406249999708962</c:v>
                </c:pt>
                <c:pt idx="31456">
                  <c:v>0.36407407407386927</c:v>
                </c:pt>
                <c:pt idx="31457">
                  <c:v>0.36408564814337296</c:v>
                </c:pt>
                <c:pt idx="31458">
                  <c:v>0.36409722222015262</c:v>
                </c:pt>
                <c:pt idx="31459">
                  <c:v>0.36410879629693227</c:v>
                </c:pt>
                <c:pt idx="31460">
                  <c:v>0.36412037036643596</c:v>
                </c:pt>
                <c:pt idx="31461">
                  <c:v>0.36413194444321562</c:v>
                </c:pt>
                <c:pt idx="31462">
                  <c:v>0.36414351851271931</c:v>
                </c:pt>
                <c:pt idx="31463">
                  <c:v>0.36415509258949896</c:v>
                </c:pt>
                <c:pt idx="31464">
                  <c:v>0.36416666666627862</c:v>
                </c:pt>
                <c:pt idx="31465">
                  <c:v>0.36417824073578231</c:v>
                </c:pt>
                <c:pt idx="31466">
                  <c:v>0.36418981481256196</c:v>
                </c:pt>
                <c:pt idx="31467">
                  <c:v>0.36420138888934162</c:v>
                </c:pt>
                <c:pt idx="31468">
                  <c:v>0.36421296295884531</c:v>
                </c:pt>
                <c:pt idx="31469">
                  <c:v>0.36422453703562496</c:v>
                </c:pt>
                <c:pt idx="31470">
                  <c:v>0.36423611111240461</c:v>
                </c:pt>
                <c:pt idx="31471">
                  <c:v>0.36424768518190831</c:v>
                </c:pt>
                <c:pt idx="31472">
                  <c:v>0.36425925925868796</c:v>
                </c:pt>
                <c:pt idx="31473">
                  <c:v>0.36427083332819166</c:v>
                </c:pt>
                <c:pt idx="31474">
                  <c:v>0.36428240740497131</c:v>
                </c:pt>
                <c:pt idx="31475">
                  <c:v>0.36429398148175096</c:v>
                </c:pt>
                <c:pt idx="31476">
                  <c:v>0.36430555555125466</c:v>
                </c:pt>
                <c:pt idx="31477">
                  <c:v>0.36431712962803431</c:v>
                </c:pt>
                <c:pt idx="31478">
                  <c:v>0.36432870370481396</c:v>
                </c:pt>
                <c:pt idx="31479">
                  <c:v>0.36434027777431766</c:v>
                </c:pt>
                <c:pt idx="31480">
                  <c:v>0.36435185185109731</c:v>
                </c:pt>
                <c:pt idx="31481">
                  <c:v>0.364363425920601</c:v>
                </c:pt>
                <c:pt idx="31482">
                  <c:v>0.36437499999738066</c:v>
                </c:pt>
                <c:pt idx="31483">
                  <c:v>0.36438657407416031</c:v>
                </c:pt>
                <c:pt idx="31484">
                  <c:v>0.364398148143664</c:v>
                </c:pt>
                <c:pt idx="31485">
                  <c:v>0.36440972222044365</c:v>
                </c:pt>
                <c:pt idx="31486">
                  <c:v>0.36442129629722331</c:v>
                </c:pt>
                <c:pt idx="31487">
                  <c:v>0.364432870366727</c:v>
                </c:pt>
                <c:pt idx="31488">
                  <c:v>0.36444444444350665</c:v>
                </c:pt>
                <c:pt idx="31489">
                  <c:v>0.36445601851301035</c:v>
                </c:pt>
                <c:pt idx="31490">
                  <c:v>0.36446759258979</c:v>
                </c:pt>
                <c:pt idx="31491">
                  <c:v>0.36447916666656965</c:v>
                </c:pt>
                <c:pt idx="31492">
                  <c:v>0.36449074073607335</c:v>
                </c:pt>
                <c:pt idx="31493">
                  <c:v>0.364502314812853</c:v>
                </c:pt>
                <c:pt idx="31494">
                  <c:v>0.36451388888963265</c:v>
                </c:pt>
                <c:pt idx="31495">
                  <c:v>0.36452546295913635</c:v>
                </c:pt>
                <c:pt idx="31496">
                  <c:v>0.364537037035916</c:v>
                </c:pt>
                <c:pt idx="31497">
                  <c:v>0.3645486111054197</c:v>
                </c:pt>
                <c:pt idx="31498">
                  <c:v>0.36456018518219935</c:v>
                </c:pt>
                <c:pt idx="31499">
                  <c:v>0.364571759258979</c:v>
                </c:pt>
                <c:pt idx="31500">
                  <c:v>0.36458333332848269</c:v>
                </c:pt>
                <c:pt idx="31501">
                  <c:v>0.36459490740526235</c:v>
                </c:pt>
                <c:pt idx="31502">
                  <c:v>0.364606481482042</c:v>
                </c:pt>
                <c:pt idx="31503">
                  <c:v>0.36461805555154569</c:v>
                </c:pt>
                <c:pt idx="31504">
                  <c:v>0.36462962962832535</c:v>
                </c:pt>
                <c:pt idx="31505">
                  <c:v>0.36464120369782904</c:v>
                </c:pt>
                <c:pt idx="31506">
                  <c:v>0.36465277777460869</c:v>
                </c:pt>
                <c:pt idx="31507">
                  <c:v>0.36466435185138835</c:v>
                </c:pt>
                <c:pt idx="31508">
                  <c:v>0.36467592592089204</c:v>
                </c:pt>
                <c:pt idx="31509">
                  <c:v>0.36468749999767169</c:v>
                </c:pt>
                <c:pt idx="31510">
                  <c:v>0.36469907407445135</c:v>
                </c:pt>
                <c:pt idx="31511">
                  <c:v>0.36471064814395504</c:v>
                </c:pt>
                <c:pt idx="31512">
                  <c:v>0.36472222222073469</c:v>
                </c:pt>
                <c:pt idx="31513">
                  <c:v>0.36473379629751435</c:v>
                </c:pt>
                <c:pt idx="31514">
                  <c:v>0.36474537036701804</c:v>
                </c:pt>
                <c:pt idx="31515">
                  <c:v>0.36475694444379769</c:v>
                </c:pt>
                <c:pt idx="31516">
                  <c:v>0.36476851851330139</c:v>
                </c:pt>
                <c:pt idx="31517">
                  <c:v>0.36478009259008104</c:v>
                </c:pt>
                <c:pt idx="31518">
                  <c:v>0.36479166666686069</c:v>
                </c:pt>
                <c:pt idx="31519">
                  <c:v>0.36480324073636439</c:v>
                </c:pt>
                <c:pt idx="31520">
                  <c:v>0.36481481481314404</c:v>
                </c:pt>
                <c:pt idx="31521">
                  <c:v>0.36482638888992369</c:v>
                </c:pt>
                <c:pt idx="31522">
                  <c:v>0.36483796295942739</c:v>
                </c:pt>
                <c:pt idx="31523">
                  <c:v>0.36484953703620704</c:v>
                </c:pt>
                <c:pt idx="31524">
                  <c:v>0.36486111110571073</c:v>
                </c:pt>
                <c:pt idx="31525">
                  <c:v>0.36487268518249039</c:v>
                </c:pt>
                <c:pt idx="31526">
                  <c:v>0.36488425925927004</c:v>
                </c:pt>
                <c:pt idx="31527">
                  <c:v>0.36489583332877373</c:v>
                </c:pt>
                <c:pt idx="31528">
                  <c:v>0.36490740740555339</c:v>
                </c:pt>
                <c:pt idx="31529">
                  <c:v>0.36491898148233304</c:v>
                </c:pt>
                <c:pt idx="31530">
                  <c:v>0.36493055555183673</c:v>
                </c:pt>
                <c:pt idx="31531">
                  <c:v>0.36494212962861639</c:v>
                </c:pt>
                <c:pt idx="31532">
                  <c:v>0.36495370369812008</c:v>
                </c:pt>
                <c:pt idx="31533">
                  <c:v>0.36496527777489973</c:v>
                </c:pt>
                <c:pt idx="31534">
                  <c:v>0.36497685185167938</c:v>
                </c:pt>
                <c:pt idx="31535">
                  <c:v>0.36498842592118308</c:v>
                </c:pt>
                <c:pt idx="31536">
                  <c:v>0.36499999999796273</c:v>
                </c:pt>
                <c:pt idx="31537">
                  <c:v>0.36501157407474238</c:v>
                </c:pt>
                <c:pt idx="31538">
                  <c:v>0.36502314814424608</c:v>
                </c:pt>
                <c:pt idx="31539">
                  <c:v>0.36503472222102573</c:v>
                </c:pt>
                <c:pt idx="31540">
                  <c:v>0.36504629629052943</c:v>
                </c:pt>
                <c:pt idx="31541">
                  <c:v>0.36505787036730908</c:v>
                </c:pt>
                <c:pt idx="31542">
                  <c:v>0.36506944444408873</c:v>
                </c:pt>
                <c:pt idx="31543">
                  <c:v>0.36508101851359243</c:v>
                </c:pt>
                <c:pt idx="31544">
                  <c:v>0.36509259259037208</c:v>
                </c:pt>
                <c:pt idx="31545">
                  <c:v>0.36510416666715173</c:v>
                </c:pt>
                <c:pt idx="31546">
                  <c:v>0.36511574073665543</c:v>
                </c:pt>
                <c:pt idx="31547">
                  <c:v>0.36512731481343508</c:v>
                </c:pt>
                <c:pt idx="31548">
                  <c:v>0.36513888889021473</c:v>
                </c:pt>
                <c:pt idx="31549">
                  <c:v>0.36515046295971842</c:v>
                </c:pt>
                <c:pt idx="31550">
                  <c:v>0.36516203703649808</c:v>
                </c:pt>
                <c:pt idx="31551">
                  <c:v>0.36517361110600177</c:v>
                </c:pt>
                <c:pt idx="31552">
                  <c:v>0.36518518518278142</c:v>
                </c:pt>
                <c:pt idx="31553">
                  <c:v>0.36519675925956108</c:v>
                </c:pt>
                <c:pt idx="31554">
                  <c:v>0.36520833332906477</c:v>
                </c:pt>
                <c:pt idx="31555">
                  <c:v>0.36521990740584442</c:v>
                </c:pt>
                <c:pt idx="31556">
                  <c:v>0.36523148148262408</c:v>
                </c:pt>
                <c:pt idx="31557">
                  <c:v>0.36524305555212777</c:v>
                </c:pt>
                <c:pt idx="31558">
                  <c:v>0.36525462962890742</c:v>
                </c:pt>
                <c:pt idx="31559">
                  <c:v>0.36526620369841112</c:v>
                </c:pt>
                <c:pt idx="31560">
                  <c:v>0.36527777777519077</c:v>
                </c:pt>
                <c:pt idx="31561">
                  <c:v>0.36528935185197042</c:v>
                </c:pt>
                <c:pt idx="31562">
                  <c:v>0.36530092592147412</c:v>
                </c:pt>
                <c:pt idx="31563">
                  <c:v>0.36531249999825377</c:v>
                </c:pt>
                <c:pt idx="31564">
                  <c:v>0.36532407407503342</c:v>
                </c:pt>
                <c:pt idx="31565">
                  <c:v>0.36533564814453712</c:v>
                </c:pt>
                <c:pt idx="31566">
                  <c:v>0.36534722222131677</c:v>
                </c:pt>
                <c:pt idx="31567">
                  <c:v>0.36535879629082046</c:v>
                </c:pt>
                <c:pt idx="31568">
                  <c:v>0.36537037036760012</c:v>
                </c:pt>
                <c:pt idx="31569">
                  <c:v>0.36538194444437977</c:v>
                </c:pt>
                <c:pt idx="31570">
                  <c:v>0.36539351851388346</c:v>
                </c:pt>
                <c:pt idx="31571">
                  <c:v>0.36540509259066312</c:v>
                </c:pt>
                <c:pt idx="31572">
                  <c:v>0.36541666666744277</c:v>
                </c:pt>
                <c:pt idx="31573">
                  <c:v>0.36542824073694646</c:v>
                </c:pt>
                <c:pt idx="31574">
                  <c:v>0.36543981481372612</c:v>
                </c:pt>
                <c:pt idx="31575">
                  <c:v>0.36545138888322981</c:v>
                </c:pt>
                <c:pt idx="31576">
                  <c:v>0.36546296296000946</c:v>
                </c:pt>
                <c:pt idx="31577">
                  <c:v>0.36547453703678912</c:v>
                </c:pt>
                <c:pt idx="31578">
                  <c:v>0.36548611110629281</c:v>
                </c:pt>
                <c:pt idx="31579">
                  <c:v>0.36549768518307246</c:v>
                </c:pt>
                <c:pt idx="31580">
                  <c:v>0.36550925925985212</c:v>
                </c:pt>
                <c:pt idx="31581">
                  <c:v>0.36552083332935581</c:v>
                </c:pt>
                <c:pt idx="31582">
                  <c:v>0.36553240740613546</c:v>
                </c:pt>
                <c:pt idx="31583">
                  <c:v>0.36554398147563916</c:v>
                </c:pt>
                <c:pt idx="31584">
                  <c:v>0.36555555555241881</c:v>
                </c:pt>
                <c:pt idx="31585">
                  <c:v>0.36556712962919846</c:v>
                </c:pt>
                <c:pt idx="31586">
                  <c:v>0.36557870369870216</c:v>
                </c:pt>
                <c:pt idx="31587">
                  <c:v>0.36559027777548181</c:v>
                </c:pt>
                <c:pt idx="31588">
                  <c:v>0.36560185185226146</c:v>
                </c:pt>
                <c:pt idx="31589">
                  <c:v>0.36561342592176516</c:v>
                </c:pt>
                <c:pt idx="31590">
                  <c:v>0.36562499999854481</c:v>
                </c:pt>
                <c:pt idx="31591">
                  <c:v>0.36563657407532446</c:v>
                </c:pt>
                <c:pt idx="31592">
                  <c:v>0.36564814814482816</c:v>
                </c:pt>
                <c:pt idx="31593">
                  <c:v>0.36565972222160781</c:v>
                </c:pt>
                <c:pt idx="31594">
                  <c:v>0.3656712962911115</c:v>
                </c:pt>
                <c:pt idx="31595">
                  <c:v>0.36568287036789116</c:v>
                </c:pt>
                <c:pt idx="31596">
                  <c:v>0.36569444444467081</c:v>
                </c:pt>
                <c:pt idx="31597">
                  <c:v>0.3657060185141745</c:v>
                </c:pt>
                <c:pt idx="31598">
                  <c:v>0.36571759259095415</c:v>
                </c:pt>
                <c:pt idx="31599">
                  <c:v>0.36572916666773381</c:v>
                </c:pt>
                <c:pt idx="31600">
                  <c:v>0.3657407407372375</c:v>
                </c:pt>
                <c:pt idx="31601">
                  <c:v>0.36575231481401715</c:v>
                </c:pt>
                <c:pt idx="31602">
                  <c:v>0.36576388888352085</c:v>
                </c:pt>
                <c:pt idx="31603">
                  <c:v>0.3657754629603005</c:v>
                </c:pt>
                <c:pt idx="31604">
                  <c:v>0.36578703703708015</c:v>
                </c:pt>
                <c:pt idx="31605">
                  <c:v>0.36579861110658385</c:v>
                </c:pt>
                <c:pt idx="31606">
                  <c:v>0.3658101851833635</c:v>
                </c:pt>
                <c:pt idx="31607">
                  <c:v>0.36582175926014315</c:v>
                </c:pt>
                <c:pt idx="31608">
                  <c:v>0.36583333332964685</c:v>
                </c:pt>
                <c:pt idx="31609">
                  <c:v>0.3658449074064265</c:v>
                </c:pt>
                <c:pt idx="31610">
                  <c:v>0.3658564814759302</c:v>
                </c:pt>
                <c:pt idx="31611">
                  <c:v>0.36586805555270985</c:v>
                </c:pt>
                <c:pt idx="31612">
                  <c:v>0.3658796296294895</c:v>
                </c:pt>
                <c:pt idx="31613">
                  <c:v>0.36589120369899319</c:v>
                </c:pt>
                <c:pt idx="31614">
                  <c:v>0.36590277777577285</c:v>
                </c:pt>
                <c:pt idx="31615">
                  <c:v>0.3659143518525525</c:v>
                </c:pt>
                <c:pt idx="31616">
                  <c:v>0.36592592592205619</c:v>
                </c:pt>
                <c:pt idx="31617">
                  <c:v>0.36593749999883585</c:v>
                </c:pt>
                <c:pt idx="31618">
                  <c:v>0.36594907406833954</c:v>
                </c:pt>
                <c:pt idx="31619">
                  <c:v>0.36596064814511919</c:v>
                </c:pt>
                <c:pt idx="31620">
                  <c:v>0.36597222222189885</c:v>
                </c:pt>
                <c:pt idx="31621">
                  <c:v>0.36598379629140254</c:v>
                </c:pt>
                <c:pt idx="31622">
                  <c:v>0.36599537036818219</c:v>
                </c:pt>
                <c:pt idx="31623">
                  <c:v>0.36600694444496185</c:v>
                </c:pt>
                <c:pt idx="31624">
                  <c:v>0.36601851851446554</c:v>
                </c:pt>
                <c:pt idx="31625">
                  <c:v>0.36603009259124519</c:v>
                </c:pt>
                <c:pt idx="31626">
                  <c:v>0.36604166666074889</c:v>
                </c:pt>
                <c:pt idx="31627">
                  <c:v>0.36605324073752854</c:v>
                </c:pt>
                <c:pt idx="31628">
                  <c:v>0.36606481481430819</c:v>
                </c:pt>
                <c:pt idx="31629">
                  <c:v>0.36607638888381189</c:v>
                </c:pt>
                <c:pt idx="31630">
                  <c:v>0.36608796296059154</c:v>
                </c:pt>
                <c:pt idx="31631">
                  <c:v>0.36609953703737119</c:v>
                </c:pt>
                <c:pt idx="31632">
                  <c:v>0.36611111110687489</c:v>
                </c:pt>
                <c:pt idx="31633">
                  <c:v>0.36612268518365454</c:v>
                </c:pt>
                <c:pt idx="31634">
                  <c:v>0.36613425926043419</c:v>
                </c:pt>
                <c:pt idx="31635">
                  <c:v>0.36614583332993789</c:v>
                </c:pt>
                <c:pt idx="31636">
                  <c:v>0.36615740740671754</c:v>
                </c:pt>
                <c:pt idx="31637">
                  <c:v>0.36616898147622123</c:v>
                </c:pt>
                <c:pt idx="31638">
                  <c:v>0.36618055555300089</c:v>
                </c:pt>
                <c:pt idx="31639">
                  <c:v>0.36619212962978054</c:v>
                </c:pt>
                <c:pt idx="31640">
                  <c:v>0.36620370369928423</c:v>
                </c:pt>
                <c:pt idx="31641">
                  <c:v>0.36621527777606389</c:v>
                </c:pt>
                <c:pt idx="31642">
                  <c:v>0.36622685185284354</c:v>
                </c:pt>
                <c:pt idx="31643">
                  <c:v>0.36623842592234723</c:v>
                </c:pt>
                <c:pt idx="31644">
                  <c:v>0.36624999999912689</c:v>
                </c:pt>
                <c:pt idx="31645">
                  <c:v>0.36626157406863058</c:v>
                </c:pt>
                <c:pt idx="31646">
                  <c:v>0.36627314814541023</c:v>
                </c:pt>
                <c:pt idx="31647">
                  <c:v>0.36628472222218988</c:v>
                </c:pt>
                <c:pt idx="31648">
                  <c:v>0.36629629629169358</c:v>
                </c:pt>
                <c:pt idx="31649">
                  <c:v>0.36630787036847323</c:v>
                </c:pt>
                <c:pt idx="31650">
                  <c:v>0.36631944444525288</c:v>
                </c:pt>
                <c:pt idx="31651">
                  <c:v>0.36633101851475658</c:v>
                </c:pt>
                <c:pt idx="31652">
                  <c:v>0.36634259259153623</c:v>
                </c:pt>
                <c:pt idx="31653">
                  <c:v>0.36635416666103993</c:v>
                </c:pt>
                <c:pt idx="31654">
                  <c:v>0.36636574073781958</c:v>
                </c:pt>
                <c:pt idx="31655">
                  <c:v>0.36637731481459923</c:v>
                </c:pt>
                <c:pt idx="31656">
                  <c:v>0.36638888888410293</c:v>
                </c:pt>
                <c:pt idx="31657">
                  <c:v>0.36640046296088258</c:v>
                </c:pt>
                <c:pt idx="31658">
                  <c:v>0.36641203703766223</c:v>
                </c:pt>
                <c:pt idx="31659">
                  <c:v>0.36642361110716593</c:v>
                </c:pt>
                <c:pt idx="31660">
                  <c:v>0.36643518518394558</c:v>
                </c:pt>
                <c:pt idx="31661">
                  <c:v>0.36644675925344927</c:v>
                </c:pt>
                <c:pt idx="31662">
                  <c:v>0.36645833333022892</c:v>
                </c:pt>
                <c:pt idx="31663">
                  <c:v>0.36646990740700858</c:v>
                </c:pt>
                <c:pt idx="31664">
                  <c:v>0.36648148147651227</c:v>
                </c:pt>
                <c:pt idx="31665">
                  <c:v>0.36649305555329192</c:v>
                </c:pt>
                <c:pt idx="31666">
                  <c:v>0.36650462963007158</c:v>
                </c:pt>
                <c:pt idx="31667">
                  <c:v>0.36651620369957527</c:v>
                </c:pt>
                <c:pt idx="31668">
                  <c:v>0.36652777777635492</c:v>
                </c:pt>
                <c:pt idx="31669">
                  <c:v>0.36653935185313458</c:v>
                </c:pt>
                <c:pt idx="31670">
                  <c:v>0.36655092592263827</c:v>
                </c:pt>
                <c:pt idx="31671">
                  <c:v>0.36656249999941792</c:v>
                </c:pt>
                <c:pt idx="31672">
                  <c:v>0.36657407406892162</c:v>
                </c:pt>
                <c:pt idx="31673">
                  <c:v>0.36658564814570127</c:v>
                </c:pt>
                <c:pt idx="31674">
                  <c:v>0.36659722222248092</c:v>
                </c:pt>
                <c:pt idx="31675">
                  <c:v>0.36660879629198462</c:v>
                </c:pt>
                <c:pt idx="31676">
                  <c:v>0.36662037036876427</c:v>
                </c:pt>
                <c:pt idx="31677">
                  <c:v>0.36663194444554392</c:v>
                </c:pt>
                <c:pt idx="31678">
                  <c:v>0.36664351851504762</c:v>
                </c:pt>
                <c:pt idx="31679">
                  <c:v>0.36665509259182727</c:v>
                </c:pt>
                <c:pt idx="31680">
                  <c:v>0.36666666666133096</c:v>
                </c:pt>
                <c:pt idx="31681">
                  <c:v>0.36667824073811062</c:v>
                </c:pt>
                <c:pt idx="31682">
                  <c:v>0.36668981481489027</c:v>
                </c:pt>
                <c:pt idx="31683">
                  <c:v>0.36670138888439396</c:v>
                </c:pt>
                <c:pt idx="31684">
                  <c:v>0.36671296296117362</c:v>
                </c:pt>
                <c:pt idx="31685">
                  <c:v>0.36672453703795327</c:v>
                </c:pt>
                <c:pt idx="31686">
                  <c:v>0.36673611110745696</c:v>
                </c:pt>
                <c:pt idx="31687">
                  <c:v>0.36674768518423662</c:v>
                </c:pt>
                <c:pt idx="31688">
                  <c:v>0.36675925925374031</c:v>
                </c:pt>
                <c:pt idx="31689">
                  <c:v>0.36677083333051996</c:v>
                </c:pt>
                <c:pt idx="31690">
                  <c:v>0.36678240740729962</c:v>
                </c:pt>
                <c:pt idx="31691">
                  <c:v>0.36679398147680331</c:v>
                </c:pt>
                <c:pt idx="31692">
                  <c:v>0.36680555555358296</c:v>
                </c:pt>
                <c:pt idx="31693">
                  <c:v>0.36681712963036261</c:v>
                </c:pt>
                <c:pt idx="31694">
                  <c:v>0.36682870369986631</c:v>
                </c:pt>
                <c:pt idx="31695">
                  <c:v>0.36684027777664596</c:v>
                </c:pt>
                <c:pt idx="31696">
                  <c:v>0.36685185184614966</c:v>
                </c:pt>
                <c:pt idx="31697">
                  <c:v>0.36686342592292931</c:v>
                </c:pt>
                <c:pt idx="31698">
                  <c:v>0.36687499999970896</c:v>
                </c:pt>
                <c:pt idx="31699">
                  <c:v>0.36688657406921266</c:v>
                </c:pt>
                <c:pt idx="31700">
                  <c:v>0.36689814814599231</c:v>
                </c:pt>
                <c:pt idx="31701">
                  <c:v>0.36690972222277196</c:v>
                </c:pt>
                <c:pt idx="31702">
                  <c:v>0.36692129629227566</c:v>
                </c:pt>
                <c:pt idx="31703">
                  <c:v>0.36693287036905531</c:v>
                </c:pt>
                <c:pt idx="31704">
                  <c:v>0.366944444438559</c:v>
                </c:pt>
                <c:pt idx="31705">
                  <c:v>0.36695601851533866</c:v>
                </c:pt>
                <c:pt idx="31706">
                  <c:v>0.36696759259211831</c:v>
                </c:pt>
                <c:pt idx="31707">
                  <c:v>0.366979166661622</c:v>
                </c:pt>
                <c:pt idx="31708">
                  <c:v>0.36699074073840166</c:v>
                </c:pt>
                <c:pt idx="31709">
                  <c:v>0.36700231481518131</c:v>
                </c:pt>
                <c:pt idx="31710">
                  <c:v>0.367013888884685</c:v>
                </c:pt>
                <c:pt idx="31711">
                  <c:v>0.36702546296146465</c:v>
                </c:pt>
                <c:pt idx="31712">
                  <c:v>0.36703703703824431</c:v>
                </c:pt>
                <c:pt idx="31713">
                  <c:v>0.367048611107748</c:v>
                </c:pt>
                <c:pt idx="31714">
                  <c:v>0.36706018518452765</c:v>
                </c:pt>
                <c:pt idx="31715">
                  <c:v>0.36707175925403135</c:v>
                </c:pt>
                <c:pt idx="31716">
                  <c:v>0.367083333330811</c:v>
                </c:pt>
                <c:pt idx="31717">
                  <c:v>0.36709490740759065</c:v>
                </c:pt>
                <c:pt idx="31718">
                  <c:v>0.36710648147709435</c:v>
                </c:pt>
                <c:pt idx="31719">
                  <c:v>0.367118055553874</c:v>
                </c:pt>
                <c:pt idx="31720">
                  <c:v>0.36712962963065365</c:v>
                </c:pt>
                <c:pt idx="31721">
                  <c:v>0.36714120370015735</c:v>
                </c:pt>
                <c:pt idx="31722">
                  <c:v>0.367152777776937</c:v>
                </c:pt>
                <c:pt idx="31723">
                  <c:v>0.3671643518464407</c:v>
                </c:pt>
                <c:pt idx="31724">
                  <c:v>0.36717592592322035</c:v>
                </c:pt>
                <c:pt idx="31725">
                  <c:v>0.3671875</c:v>
                </c:pt>
                <c:pt idx="31726">
                  <c:v>0.36719907406950369</c:v>
                </c:pt>
                <c:pt idx="31727">
                  <c:v>0.36721064814628335</c:v>
                </c:pt>
                <c:pt idx="31728">
                  <c:v>0.367222222223063</c:v>
                </c:pt>
                <c:pt idx="31729">
                  <c:v>0.36723379629256669</c:v>
                </c:pt>
                <c:pt idx="31730">
                  <c:v>0.36724537036934635</c:v>
                </c:pt>
                <c:pt idx="31731">
                  <c:v>0.36725694443885004</c:v>
                </c:pt>
                <c:pt idx="31732">
                  <c:v>0.36726851851562969</c:v>
                </c:pt>
                <c:pt idx="31733">
                  <c:v>0.36728009259240935</c:v>
                </c:pt>
                <c:pt idx="31734">
                  <c:v>0.36729166666191304</c:v>
                </c:pt>
                <c:pt idx="31735">
                  <c:v>0.36730324073869269</c:v>
                </c:pt>
                <c:pt idx="31736">
                  <c:v>0.36731481481547235</c:v>
                </c:pt>
                <c:pt idx="31737">
                  <c:v>0.36732638888497604</c:v>
                </c:pt>
                <c:pt idx="31738">
                  <c:v>0.36733796296175569</c:v>
                </c:pt>
                <c:pt idx="31739">
                  <c:v>0.36734953703125939</c:v>
                </c:pt>
                <c:pt idx="31740">
                  <c:v>0.36736111110803904</c:v>
                </c:pt>
                <c:pt idx="31741">
                  <c:v>0.36737268518481869</c:v>
                </c:pt>
                <c:pt idx="31742">
                  <c:v>0.36738425925432239</c:v>
                </c:pt>
                <c:pt idx="31743">
                  <c:v>0.36739583333110204</c:v>
                </c:pt>
                <c:pt idx="31744">
                  <c:v>0.36740740740788169</c:v>
                </c:pt>
                <c:pt idx="31745">
                  <c:v>0.36741898147738539</c:v>
                </c:pt>
                <c:pt idx="31746">
                  <c:v>0.36743055555416504</c:v>
                </c:pt>
                <c:pt idx="31747">
                  <c:v>0.36744212963094469</c:v>
                </c:pt>
                <c:pt idx="31748">
                  <c:v>0.36745370370044839</c:v>
                </c:pt>
                <c:pt idx="31749">
                  <c:v>0.36746527777722804</c:v>
                </c:pt>
                <c:pt idx="31750">
                  <c:v>0.36747685184673173</c:v>
                </c:pt>
                <c:pt idx="31751">
                  <c:v>0.36748842592351139</c:v>
                </c:pt>
                <c:pt idx="31752">
                  <c:v>0.36750000000029104</c:v>
                </c:pt>
                <c:pt idx="31753">
                  <c:v>0.36751157406979473</c:v>
                </c:pt>
                <c:pt idx="31754">
                  <c:v>0.36752314814657439</c:v>
                </c:pt>
                <c:pt idx="31755">
                  <c:v>0.36753472222335404</c:v>
                </c:pt>
                <c:pt idx="31756">
                  <c:v>0.36754629629285773</c:v>
                </c:pt>
                <c:pt idx="31757">
                  <c:v>0.36755787036963739</c:v>
                </c:pt>
                <c:pt idx="31758">
                  <c:v>0.36756944443914108</c:v>
                </c:pt>
                <c:pt idx="31759">
                  <c:v>0.36758101851592073</c:v>
                </c:pt>
                <c:pt idx="31760">
                  <c:v>0.36759259259270038</c:v>
                </c:pt>
                <c:pt idx="31761">
                  <c:v>0.36760416666220408</c:v>
                </c:pt>
                <c:pt idx="31762">
                  <c:v>0.36761574073898373</c:v>
                </c:pt>
                <c:pt idx="31763">
                  <c:v>0.36762731481576338</c:v>
                </c:pt>
                <c:pt idx="31764">
                  <c:v>0.36763888888526708</c:v>
                </c:pt>
                <c:pt idx="31765">
                  <c:v>0.36765046296204673</c:v>
                </c:pt>
                <c:pt idx="31766">
                  <c:v>0.36766203703155043</c:v>
                </c:pt>
                <c:pt idx="31767">
                  <c:v>0.36767361110833008</c:v>
                </c:pt>
                <c:pt idx="31768">
                  <c:v>0.36768518518510973</c:v>
                </c:pt>
                <c:pt idx="31769">
                  <c:v>0.36769675925461343</c:v>
                </c:pt>
                <c:pt idx="31770">
                  <c:v>0.36770833333139308</c:v>
                </c:pt>
                <c:pt idx="31771">
                  <c:v>0.36771990740817273</c:v>
                </c:pt>
                <c:pt idx="31772">
                  <c:v>0.36773148147767643</c:v>
                </c:pt>
                <c:pt idx="31773">
                  <c:v>0.36774305555445608</c:v>
                </c:pt>
                <c:pt idx="31774">
                  <c:v>0.36775462962395977</c:v>
                </c:pt>
                <c:pt idx="31775">
                  <c:v>0.36776620370073942</c:v>
                </c:pt>
                <c:pt idx="31776">
                  <c:v>0.36777777777751908</c:v>
                </c:pt>
                <c:pt idx="31777">
                  <c:v>0.36778935184702277</c:v>
                </c:pt>
                <c:pt idx="31778">
                  <c:v>0.36780092592380242</c:v>
                </c:pt>
                <c:pt idx="31779">
                  <c:v>0.36781250000058208</c:v>
                </c:pt>
                <c:pt idx="31780">
                  <c:v>0.36782407407008577</c:v>
                </c:pt>
                <c:pt idx="31781">
                  <c:v>0.36783564814686542</c:v>
                </c:pt>
                <c:pt idx="31782">
                  <c:v>0.36784722221636912</c:v>
                </c:pt>
                <c:pt idx="31783">
                  <c:v>0.36785879629314877</c:v>
                </c:pt>
                <c:pt idx="31784">
                  <c:v>0.36787037036992842</c:v>
                </c:pt>
                <c:pt idx="31785">
                  <c:v>0.36788194443943212</c:v>
                </c:pt>
                <c:pt idx="31786">
                  <c:v>0.36789351851621177</c:v>
                </c:pt>
                <c:pt idx="31787">
                  <c:v>0.36790509259299142</c:v>
                </c:pt>
                <c:pt idx="31788">
                  <c:v>0.36791666666249512</c:v>
                </c:pt>
                <c:pt idx="31789">
                  <c:v>0.36792824073927477</c:v>
                </c:pt>
                <c:pt idx="31790">
                  <c:v>0.36793981481605442</c:v>
                </c:pt>
                <c:pt idx="31791">
                  <c:v>0.36795138888555812</c:v>
                </c:pt>
                <c:pt idx="31792">
                  <c:v>0.36796296296233777</c:v>
                </c:pt>
                <c:pt idx="31793">
                  <c:v>0.36797453703184146</c:v>
                </c:pt>
                <c:pt idx="31794">
                  <c:v>0.36798611110862112</c:v>
                </c:pt>
                <c:pt idx="31795">
                  <c:v>0.36799768518540077</c:v>
                </c:pt>
                <c:pt idx="31796">
                  <c:v>0.36800925925490446</c:v>
                </c:pt>
                <c:pt idx="31797">
                  <c:v>0.36802083333168412</c:v>
                </c:pt>
                <c:pt idx="31798">
                  <c:v>0.36803240740846377</c:v>
                </c:pt>
                <c:pt idx="31799">
                  <c:v>0.36804398147796746</c:v>
                </c:pt>
                <c:pt idx="31800">
                  <c:v>0.36805555555474712</c:v>
                </c:pt>
                <c:pt idx="31801">
                  <c:v>0.36806712962425081</c:v>
                </c:pt>
                <c:pt idx="31802">
                  <c:v>0.36807870370103046</c:v>
                </c:pt>
                <c:pt idx="31803">
                  <c:v>0.36809027777781012</c:v>
                </c:pt>
                <c:pt idx="31804">
                  <c:v>0.36810185184731381</c:v>
                </c:pt>
                <c:pt idx="31805">
                  <c:v>0.36811342592409346</c:v>
                </c:pt>
                <c:pt idx="31806">
                  <c:v>0.36812500000087311</c:v>
                </c:pt>
                <c:pt idx="31807">
                  <c:v>0.36813657407037681</c:v>
                </c:pt>
                <c:pt idx="31808">
                  <c:v>0.36814814814715646</c:v>
                </c:pt>
                <c:pt idx="31809">
                  <c:v>0.36815972221666016</c:v>
                </c:pt>
                <c:pt idx="31810">
                  <c:v>0.36817129629343981</c:v>
                </c:pt>
                <c:pt idx="31811">
                  <c:v>0.36818287037021946</c:v>
                </c:pt>
                <c:pt idx="31812">
                  <c:v>0.36819444443972316</c:v>
                </c:pt>
                <c:pt idx="31813">
                  <c:v>0.36820601851650281</c:v>
                </c:pt>
                <c:pt idx="31814">
                  <c:v>0.36821759259328246</c:v>
                </c:pt>
                <c:pt idx="31815">
                  <c:v>0.36822916666278616</c:v>
                </c:pt>
                <c:pt idx="31816">
                  <c:v>0.36824074073956581</c:v>
                </c:pt>
                <c:pt idx="31817">
                  <c:v>0.3682523148090695</c:v>
                </c:pt>
                <c:pt idx="31818">
                  <c:v>0.36826388888584916</c:v>
                </c:pt>
                <c:pt idx="31819">
                  <c:v>0.36827546296262881</c:v>
                </c:pt>
                <c:pt idx="31820">
                  <c:v>0.3682870370321325</c:v>
                </c:pt>
                <c:pt idx="31821">
                  <c:v>0.36829861110891216</c:v>
                </c:pt>
                <c:pt idx="31822">
                  <c:v>0.36831018518569181</c:v>
                </c:pt>
                <c:pt idx="31823">
                  <c:v>0.3683217592551955</c:v>
                </c:pt>
                <c:pt idx="31824">
                  <c:v>0.36833333333197515</c:v>
                </c:pt>
                <c:pt idx="31825">
                  <c:v>0.36834490740147885</c:v>
                </c:pt>
                <c:pt idx="31826">
                  <c:v>0.3683564814782585</c:v>
                </c:pt>
                <c:pt idx="31827">
                  <c:v>0.36836805555503815</c:v>
                </c:pt>
                <c:pt idx="31828">
                  <c:v>0.36837962962454185</c:v>
                </c:pt>
                <c:pt idx="31829">
                  <c:v>0.3683912037013215</c:v>
                </c:pt>
                <c:pt idx="31830">
                  <c:v>0.36840277777810115</c:v>
                </c:pt>
                <c:pt idx="31831">
                  <c:v>0.36841435184760485</c:v>
                </c:pt>
                <c:pt idx="31832">
                  <c:v>0.3684259259243845</c:v>
                </c:pt>
                <c:pt idx="31833">
                  <c:v>0.36843750000116415</c:v>
                </c:pt>
                <c:pt idx="31834">
                  <c:v>0.36844907407066785</c:v>
                </c:pt>
                <c:pt idx="31835">
                  <c:v>0.3684606481474475</c:v>
                </c:pt>
                <c:pt idx="31836">
                  <c:v>0.3684722222169512</c:v>
                </c:pt>
                <c:pt idx="31837">
                  <c:v>0.36848379629373085</c:v>
                </c:pt>
                <c:pt idx="31838">
                  <c:v>0.3684953703705105</c:v>
                </c:pt>
                <c:pt idx="31839">
                  <c:v>0.36850694444001419</c:v>
                </c:pt>
                <c:pt idx="31840">
                  <c:v>0.36851851851679385</c:v>
                </c:pt>
                <c:pt idx="31841">
                  <c:v>0.3685300925935735</c:v>
                </c:pt>
                <c:pt idx="31842">
                  <c:v>0.36854166666307719</c:v>
                </c:pt>
                <c:pt idx="31843">
                  <c:v>0.36855324073985685</c:v>
                </c:pt>
                <c:pt idx="31844">
                  <c:v>0.36856481480936054</c:v>
                </c:pt>
                <c:pt idx="31845">
                  <c:v>0.36857638888614019</c:v>
                </c:pt>
                <c:pt idx="31846">
                  <c:v>0.36858796296291985</c:v>
                </c:pt>
                <c:pt idx="31847">
                  <c:v>0.36859953703242354</c:v>
                </c:pt>
                <c:pt idx="31848">
                  <c:v>0.36861111110920319</c:v>
                </c:pt>
                <c:pt idx="31849">
                  <c:v>0.36862268518598285</c:v>
                </c:pt>
                <c:pt idx="31850">
                  <c:v>0.36863425925548654</c:v>
                </c:pt>
                <c:pt idx="31851">
                  <c:v>0.36864583333226619</c:v>
                </c:pt>
                <c:pt idx="31852">
                  <c:v>0.36865740740176989</c:v>
                </c:pt>
                <c:pt idx="31853">
                  <c:v>0.36866898147854954</c:v>
                </c:pt>
                <c:pt idx="31854">
                  <c:v>0.36868055555532919</c:v>
                </c:pt>
                <c:pt idx="31855">
                  <c:v>0.36869212962483289</c:v>
                </c:pt>
                <c:pt idx="31856">
                  <c:v>0.36870370370161254</c:v>
                </c:pt>
                <c:pt idx="31857">
                  <c:v>0.36871527777839219</c:v>
                </c:pt>
                <c:pt idx="31858">
                  <c:v>0.36872685184789589</c:v>
                </c:pt>
                <c:pt idx="31859">
                  <c:v>0.36873842592467554</c:v>
                </c:pt>
                <c:pt idx="31860">
                  <c:v>0.36874999999417923</c:v>
                </c:pt>
                <c:pt idx="31861">
                  <c:v>0.36876157407095889</c:v>
                </c:pt>
                <c:pt idx="31862">
                  <c:v>0.36877314814773854</c:v>
                </c:pt>
                <c:pt idx="31863">
                  <c:v>0.36878472221724223</c:v>
                </c:pt>
                <c:pt idx="31864">
                  <c:v>0.36879629629402189</c:v>
                </c:pt>
                <c:pt idx="31865">
                  <c:v>0.36880787037080154</c:v>
                </c:pt>
                <c:pt idx="31866">
                  <c:v>0.36881944444030523</c:v>
                </c:pt>
                <c:pt idx="31867">
                  <c:v>0.36883101851708489</c:v>
                </c:pt>
                <c:pt idx="31868">
                  <c:v>0.36884259259386454</c:v>
                </c:pt>
                <c:pt idx="31869">
                  <c:v>0.36885416666336823</c:v>
                </c:pt>
                <c:pt idx="31870">
                  <c:v>0.36886574074014788</c:v>
                </c:pt>
                <c:pt idx="31871">
                  <c:v>0.36887731480965158</c:v>
                </c:pt>
                <c:pt idx="31872">
                  <c:v>0.36888888888643123</c:v>
                </c:pt>
                <c:pt idx="31873">
                  <c:v>0.36890046296321088</c:v>
                </c:pt>
                <c:pt idx="31874">
                  <c:v>0.36891203703271458</c:v>
                </c:pt>
                <c:pt idx="31875">
                  <c:v>0.36892361110949423</c:v>
                </c:pt>
                <c:pt idx="31876">
                  <c:v>0.36893518518627388</c:v>
                </c:pt>
                <c:pt idx="31877">
                  <c:v>0.36894675925577758</c:v>
                </c:pt>
                <c:pt idx="31878">
                  <c:v>0.36895833333255723</c:v>
                </c:pt>
                <c:pt idx="31879">
                  <c:v>0.36896990740206093</c:v>
                </c:pt>
                <c:pt idx="31880">
                  <c:v>0.36898148147884058</c:v>
                </c:pt>
                <c:pt idx="31881">
                  <c:v>0.36899305555562023</c:v>
                </c:pt>
                <c:pt idx="31882">
                  <c:v>0.36900462962512393</c:v>
                </c:pt>
                <c:pt idx="31883">
                  <c:v>0.36901620370190358</c:v>
                </c:pt>
                <c:pt idx="31884">
                  <c:v>0.36902777777868323</c:v>
                </c:pt>
                <c:pt idx="31885">
                  <c:v>0.36903935184818693</c:v>
                </c:pt>
                <c:pt idx="31886">
                  <c:v>0.36905092592496658</c:v>
                </c:pt>
                <c:pt idx="31887">
                  <c:v>0.36906249999447027</c:v>
                </c:pt>
                <c:pt idx="31888">
                  <c:v>0.36907407407124992</c:v>
                </c:pt>
                <c:pt idx="31889">
                  <c:v>0.36908564814802958</c:v>
                </c:pt>
                <c:pt idx="31890">
                  <c:v>0.36909722221753327</c:v>
                </c:pt>
                <c:pt idx="31891">
                  <c:v>0.36910879629431292</c:v>
                </c:pt>
                <c:pt idx="31892">
                  <c:v>0.36912037037109258</c:v>
                </c:pt>
                <c:pt idx="31893">
                  <c:v>0.36913194444059627</c:v>
                </c:pt>
                <c:pt idx="31894">
                  <c:v>0.36914351851737592</c:v>
                </c:pt>
                <c:pt idx="31895">
                  <c:v>0.36915509258687962</c:v>
                </c:pt>
                <c:pt idx="31896">
                  <c:v>0.36916666666365927</c:v>
                </c:pt>
                <c:pt idx="31897">
                  <c:v>0.36917824074043892</c:v>
                </c:pt>
                <c:pt idx="31898">
                  <c:v>0.36918981480994262</c:v>
                </c:pt>
                <c:pt idx="31899">
                  <c:v>0.36920138888672227</c:v>
                </c:pt>
                <c:pt idx="31900">
                  <c:v>0.36921296296350192</c:v>
                </c:pt>
                <c:pt idx="31901">
                  <c:v>0.36922453703300562</c:v>
                </c:pt>
                <c:pt idx="31902">
                  <c:v>0.36923611110978527</c:v>
                </c:pt>
                <c:pt idx="31903">
                  <c:v>0.36924768517928896</c:v>
                </c:pt>
                <c:pt idx="31904">
                  <c:v>0.36925925925606862</c:v>
                </c:pt>
                <c:pt idx="31905">
                  <c:v>0.36927083333284827</c:v>
                </c:pt>
                <c:pt idx="31906">
                  <c:v>0.36928240740235196</c:v>
                </c:pt>
                <c:pt idx="31907">
                  <c:v>0.36929398147913162</c:v>
                </c:pt>
                <c:pt idx="31908">
                  <c:v>0.36930555555591127</c:v>
                </c:pt>
                <c:pt idx="31909">
                  <c:v>0.36931712962541496</c:v>
                </c:pt>
                <c:pt idx="31910">
                  <c:v>0.36932870370219462</c:v>
                </c:pt>
                <c:pt idx="31911">
                  <c:v>0.36934027777897427</c:v>
                </c:pt>
                <c:pt idx="31912">
                  <c:v>0.36935185184847796</c:v>
                </c:pt>
                <c:pt idx="31913">
                  <c:v>0.36936342592525762</c:v>
                </c:pt>
                <c:pt idx="31914">
                  <c:v>0.36937499999476131</c:v>
                </c:pt>
                <c:pt idx="31915">
                  <c:v>0.36938657407154096</c:v>
                </c:pt>
                <c:pt idx="31916">
                  <c:v>0.36939814814832062</c:v>
                </c:pt>
                <c:pt idx="31917">
                  <c:v>0.36940972221782431</c:v>
                </c:pt>
                <c:pt idx="31918">
                  <c:v>0.36942129629460396</c:v>
                </c:pt>
                <c:pt idx="31919">
                  <c:v>0.36943287037138361</c:v>
                </c:pt>
                <c:pt idx="31920">
                  <c:v>0.36944444444088731</c:v>
                </c:pt>
                <c:pt idx="31921">
                  <c:v>0.36945601851766696</c:v>
                </c:pt>
                <c:pt idx="31922">
                  <c:v>0.36946759258717066</c:v>
                </c:pt>
                <c:pt idx="31923">
                  <c:v>0.36947916666395031</c:v>
                </c:pt>
                <c:pt idx="31924">
                  <c:v>0.36949074074072996</c:v>
                </c:pt>
                <c:pt idx="31925">
                  <c:v>0.36950231481023366</c:v>
                </c:pt>
                <c:pt idx="31926">
                  <c:v>0.36951388888701331</c:v>
                </c:pt>
                <c:pt idx="31927">
                  <c:v>0.36952546296379296</c:v>
                </c:pt>
                <c:pt idx="31928">
                  <c:v>0.36953703703329666</c:v>
                </c:pt>
                <c:pt idx="31929">
                  <c:v>0.36954861111007631</c:v>
                </c:pt>
                <c:pt idx="31930">
                  <c:v>0.36956018517958</c:v>
                </c:pt>
                <c:pt idx="31931">
                  <c:v>0.36957175925635966</c:v>
                </c:pt>
                <c:pt idx="31932">
                  <c:v>0.36958333333313931</c:v>
                </c:pt>
                <c:pt idx="31933">
                  <c:v>0.369594907402643</c:v>
                </c:pt>
                <c:pt idx="31934">
                  <c:v>0.36960648147942265</c:v>
                </c:pt>
                <c:pt idx="31935">
                  <c:v>0.36961805555620231</c:v>
                </c:pt>
                <c:pt idx="31936">
                  <c:v>0.369629629625706</c:v>
                </c:pt>
                <c:pt idx="31937">
                  <c:v>0.36964120370248565</c:v>
                </c:pt>
                <c:pt idx="31938">
                  <c:v>0.36965277777198935</c:v>
                </c:pt>
                <c:pt idx="31939">
                  <c:v>0.369664351848769</c:v>
                </c:pt>
                <c:pt idx="31940">
                  <c:v>0.36967592592554865</c:v>
                </c:pt>
                <c:pt idx="31941">
                  <c:v>0.36968749999505235</c:v>
                </c:pt>
                <c:pt idx="31942">
                  <c:v>0.369699074071832</c:v>
                </c:pt>
                <c:pt idx="31943">
                  <c:v>0.36971064814861165</c:v>
                </c:pt>
                <c:pt idx="31944">
                  <c:v>0.36972222221811535</c:v>
                </c:pt>
                <c:pt idx="31945">
                  <c:v>0.369733796294895</c:v>
                </c:pt>
                <c:pt idx="31946">
                  <c:v>0.36974537037167465</c:v>
                </c:pt>
                <c:pt idx="31947">
                  <c:v>0.36975694444117835</c:v>
                </c:pt>
                <c:pt idx="31948">
                  <c:v>0.369768518517958</c:v>
                </c:pt>
                <c:pt idx="31949">
                  <c:v>0.3697800925874617</c:v>
                </c:pt>
                <c:pt idx="31950">
                  <c:v>0.36979166666424135</c:v>
                </c:pt>
                <c:pt idx="31951">
                  <c:v>0.369803240741021</c:v>
                </c:pt>
                <c:pt idx="31952">
                  <c:v>0.36981481481052469</c:v>
                </c:pt>
                <c:pt idx="31953">
                  <c:v>0.36982638888730435</c:v>
                </c:pt>
                <c:pt idx="31954">
                  <c:v>0.369837962964084</c:v>
                </c:pt>
                <c:pt idx="31955">
                  <c:v>0.36984953703358769</c:v>
                </c:pt>
                <c:pt idx="31956">
                  <c:v>0.36986111111036735</c:v>
                </c:pt>
                <c:pt idx="31957">
                  <c:v>0.36987268517987104</c:v>
                </c:pt>
                <c:pt idx="31958">
                  <c:v>0.36988425925665069</c:v>
                </c:pt>
                <c:pt idx="31959">
                  <c:v>0.36989583333343035</c:v>
                </c:pt>
                <c:pt idx="31960">
                  <c:v>0.36990740740293404</c:v>
                </c:pt>
                <c:pt idx="31961">
                  <c:v>0.36991898147971369</c:v>
                </c:pt>
                <c:pt idx="31962">
                  <c:v>0.36993055555649335</c:v>
                </c:pt>
                <c:pt idx="31963">
                  <c:v>0.36994212962599704</c:v>
                </c:pt>
                <c:pt idx="31964">
                  <c:v>0.36995370370277669</c:v>
                </c:pt>
                <c:pt idx="31965">
                  <c:v>0.36996527777228039</c:v>
                </c:pt>
                <c:pt idx="31966">
                  <c:v>0.36997685184906004</c:v>
                </c:pt>
                <c:pt idx="31967">
                  <c:v>0.36998842592583969</c:v>
                </c:pt>
                <c:pt idx="31968">
                  <c:v>0.36999999999534339</c:v>
                </c:pt>
                <c:pt idx="31969">
                  <c:v>0.37001157407212304</c:v>
                </c:pt>
                <c:pt idx="31970">
                  <c:v>0.37002314814890269</c:v>
                </c:pt>
                <c:pt idx="31971">
                  <c:v>0.37003472221840639</c:v>
                </c:pt>
                <c:pt idx="31972">
                  <c:v>0.37004629629518604</c:v>
                </c:pt>
                <c:pt idx="31973">
                  <c:v>0.37005787036468973</c:v>
                </c:pt>
                <c:pt idx="31974">
                  <c:v>0.37006944444146939</c:v>
                </c:pt>
                <c:pt idx="31975">
                  <c:v>0.37008101851824904</c:v>
                </c:pt>
                <c:pt idx="31976">
                  <c:v>0.37009259258775273</c:v>
                </c:pt>
                <c:pt idx="31977">
                  <c:v>0.37010416666453239</c:v>
                </c:pt>
                <c:pt idx="31978">
                  <c:v>0.37011574074131204</c:v>
                </c:pt>
                <c:pt idx="31979">
                  <c:v>0.37012731481081573</c:v>
                </c:pt>
                <c:pt idx="31980">
                  <c:v>0.37013888888759539</c:v>
                </c:pt>
                <c:pt idx="31981">
                  <c:v>0.37015046295709908</c:v>
                </c:pt>
                <c:pt idx="31982">
                  <c:v>0.37016203703387873</c:v>
                </c:pt>
                <c:pt idx="31983">
                  <c:v>0.37017361111065838</c:v>
                </c:pt>
                <c:pt idx="31984">
                  <c:v>0.37018518518016208</c:v>
                </c:pt>
                <c:pt idx="31985">
                  <c:v>0.37019675925694173</c:v>
                </c:pt>
                <c:pt idx="31986">
                  <c:v>0.37020833333372138</c:v>
                </c:pt>
                <c:pt idx="31987">
                  <c:v>0.37021990740322508</c:v>
                </c:pt>
                <c:pt idx="31988">
                  <c:v>0.37023148148000473</c:v>
                </c:pt>
                <c:pt idx="31989">
                  <c:v>0.37024305555678438</c:v>
                </c:pt>
                <c:pt idx="31990">
                  <c:v>0.37025462962628808</c:v>
                </c:pt>
                <c:pt idx="31991">
                  <c:v>0.37026620370306773</c:v>
                </c:pt>
                <c:pt idx="31992">
                  <c:v>0.37027777777257143</c:v>
                </c:pt>
                <c:pt idx="31993">
                  <c:v>0.37028935184935108</c:v>
                </c:pt>
                <c:pt idx="31994">
                  <c:v>0.37030092592613073</c:v>
                </c:pt>
                <c:pt idx="31995">
                  <c:v>0.37031249999563443</c:v>
                </c:pt>
                <c:pt idx="31996">
                  <c:v>0.37032407407241408</c:v>
                </c:pt>
                <c:pt idx="31997">
                  <c:v>0.37033564814919373</c:v>
                </c:pt>
                <c:pt idx="31998">
                  <c:v>0.37034722221869742</c:v>
                </c:pt>
                <c:pt idx="31999">
                  <c:v>0.37035879629547708</c:v>
                </c:pt>
                <c:pt idx="32000">
                  <c:v>0.37037037036498077</c:v>
                </c:pt>
                <c:pt idx="32001">
                  <c:v>0.37038194444176042</c:v>
                </c:pt>
                <c:pt idx="32002">
                  <c:v>0.37039351851854008</c:v>
                </c:pt>
                <c:pt idx="32003">
                  <c:v>0.37040509258804377</c:v>
                </c:pt>
                <c:pt idx="32004">
                  <c:v>0.37041666666482342</c:v>
                </c:pt>
                <c:pt idx="32005">
                  <c:v>0.37042824074160308</c:v>
                </c:pt>
                <c:pt idx="32006">
                  <c:v>0.37043981481110677</c:v>
                </c:pt>
                <c:pt idx="32007">
                  <c:v>0.37045138888788642</c:v>
                </c:pt>
                <c:pt idx="32008">
                  <c:v>0.37046296295739012</c:v>
                </c:pt>
                <c:pt idx="32009">
                  <c:v>0.37047453703416977</c:v>
                </c:pt>
                <c:pt idx="32010">
                  <c:v>0.37048611111094942</c:v>
                </c:pt>
                <c:pt idx="32011">
                  <c:v>0.37049768518045312</c:v>
                </c:pt>
                <c:pt idx="32012">
                  <c:v>0.37050925925723277</c:v>
                </c:pt>
                <c:pt idx="32013">
                  <c:v>0.37052083333401242</c:v>
                </c:pt>
                <c:pt idx="32014">
                  <c:v>0.37053240740351612</c:v>
                </c:pt>
                <c:pt idx="32015">
                  <c:v>0.37054398148029577</c:v>
                </c:pt>
                <c:pt idx="32016">
                  <c:v>0.37055555554979946</c:v>
                </c:pt>
                <c:pt idx="32017">
                  <c:v>0.37056712962657912</c:v>
                </c:pt>
                <c:pt idx="32018">
                  <c:v>0.37057870370335877</c:v>
                </c:pt>
                <c:pt idx="32019">
                  <c:v>0.37059027777286246</c:v>
                </c:pt>
                <c:pt idx="32020">
                  <c:v>0.37060185184964212</c:v>
                </c:pt>
                <c:pt idx="32021">
                  <c:v>0.37061342592642177</c:v>
                </c:pt>
                <c:pt idx="32022">
                  <c:v>0.37062499999592546</c:v>
                </c:pt>
                <c:pt idx="32023">
                  <c:v>0.37063657407270512</c:v>
                </c:pt>
                <c:pt idx="32024">
                  <c:v>0.37064814814948477</c:v>
                </c:pt>
                <c:pt idx="32025">
                  <c:v>0.37065972221898846</c:v>
                </c:pt>
                <c:pt idx="32026">
                  <c:v>0.37067129629576812</c:v>
                </c:pt>
                <c:pt idx="32027">
                  <c:v>0.37068287036527181</c:v>
                </c:pt>
                <c:pt idx="32028">
                  <c:v>0.37069444444205146</c:v>
                </c:pt>
                <c:pt idx="32029">
                  <c:v>0.37070601851883112</c:v>
                </c:pt>
                <c:pt idx="32030">
                  <c:v>0.37071759258833481</c:v>
                </c:pt>
                <c:pt idx="32031">
                  <c:v>0.37072916666511446</c:v>
                </c:pt>
                <c:pt idx="32032">
                  <c:v>0.37074074074189411</c:v>
                </c:pt>
                <c:pt idx="32033">
                  <c:v>0.37075231481139781</c:v>
                </c:pt>
                <c:pt idx="32034">
                  <c:v>0.37076388888817746</c:v>
                </c:pt>
                <c:pt idx="32035">
                  <c:v>0.37077546295768116</c:v>
                </c:pt>
                <c:pt idx="32036">
                  <c:v>0.37078703703446081</c:v>
                </c:pt>
                <c:pt idx="32037">
                  <c:v>0.37079861111124046</c:v>
                </c:pt>
                <c:pt idx="32038">
                  <c:v>0.37081018518074416</c:v>
                </c:pt>
                <c:pt idx="32039">
                  <c:v>0.37082175925752381</c:v>
                </c:pt>
                <c:pt idx="32040">
                  <c:v>0.37083333333430346</c:v>
                </c:pt>
                <c:pt idx="32041">
                  <c:v>0.37084490740380716</c:v>
                </c:pt>
                <c:pt idx="32042">
                  <c:v>0.37085648148058681</c:v>
                </c:pt>
                <c:pt idx="32043">
                  <c:v>0.3708680555500905</c:v>
                </c:pt>
                <c:pt idx="32044">
                  <c:v>0.37087962962687016</c:v>
                </c:pt>
                <c:pt idx="32045">
                  <c:v>0.37089120370364981</c:v>
                </c:pt>
                <c:pt idx="32046">
                  <c:v>0.3709027777731535</c:v>
                </c:pt>
                <c:pt idx="32047">
                  <c:v>0.37091435184993315</c:v>
                </c:pt>
                <c:pt idx="32048">
                  <c:v>0.37092592592671281</c:v>
                </c:pt>
                <c:pt idx="32049">
                  <c:v>0.3709374999962165</c:v>
                </c:pt>
                <c:pt idx="32050">
                  <c:v>0.37094907407299615</c:v>
                </c:pt>
                <c:pt idx="32051">
                  <c:v>0.37096064814249985</c:v>
                </c:pt>
                <c:pt idx="32052">
                  <c:v>0.3709722222192795</c:v>
                </c:pt>
                <c:pt idx="32053">
                  <c:v>0.37098379629605915</c:v>
                </c:pt>
                <c:pt idx="32054">
                  <c:v>0.37099537036556285</c:v>
                </c:pt>
                <c:pt idx="32055">
                  <c:v>0.3710069444423425</c:v>
                </c:pt>
                <c:pt idx="32056">
                  <c:v>0.37101851851912215</c:v>
                </c:pt>
                <c:pt idx="32057">
                  <c:v>0.37103009258862585</c:v>
                </c:pt>
                <c:pt idx="32058">
                  <c:v>0.3710416666654055</c:v>
                </c:pt>
                <c:pt idx="32059">
                  <c:v>0.3710532407349092</c:v>
                </c:pt>
                <c:pt idx="32060">
                  <c:v>0.37106481481168885</c:v>
                </c:pt>
                <c:pt idx="32061">
                  <c:v>0.3710763888884685</c:v>
                </c:pt>
                <c:pt idx="32062">
                  <c:v>0.37108796295797219</c:v>
                </c:pt>
                <c:pt idx="32063">
                  <c:v>0.37109953703475185</c:v>
                </c:pt>
                <c:pt idx="32064">
                  <c:v>0.3711111111115315</c:v>
                </c:pt>
                <c:pt idx="32065">
                  <c:v>0.37112268518103519</c:v>
                </c:pt>
                <c:pt idx="32066">
                  <c:v>0.37113425925781485</c:v>
                </c:pt>
                <c:pt idx="32067">
                  <c:v>0.3711458333345945</c:v>
                </c:pt>
                <c:pt idx="32068">
                  <c:v>0.37115740740409819</c:v>
                </c:pt>
                <c:pt idx="32069">
                  <c:v>0.37116898148087785</c:v>
                </c:pt>
                <c:pt idx="32070">
                  <c:v>0.37118055555038154</c:v>
                </c:pt>
                <c:pt idx="32071">
                  <c:v>0.37119212962716119</c:v>
                </c:pt>
                <c:pt idx="32072">
                  <c:v>0.37120370370394085</c:v>
                </c:pt>
                <c:pt idx="32073">
                  <c:v>0.37121527777344454</c:v>
                </c:pt>
                <c:pt idx="32074">
                  <c:v>0.37122685185022419</c:v>
                </c:pt>
                <c:pt idx="32075">
                  <c:v>0.37123842592700385</c:v>
                </c:pt>
                <c:pt idx="32076">
                  <c:v>0.37124999999650754</c:v>
                </c:pt>
                <c:pt idx="32077">
                  <c:v>0.37126157407328719</c:v>
                </c:pt>
                <c:pt idx="32078">
                  <c:v>0.37127314814279089</c:v>
                </c:pt>
                <c:pt idx="32079">
                  <c:v>0.37128472221957054</c:v>
                </c:pt>
                <c:pt idx="32080">
                  <c:v>0.37129629629635019</c:v>
                </c:pt>
                <c:pt idx="32081">
                  <c:v>0.37130787036585389</c:v>
                </c:pt>
                <c:pt idx="32082">
                  <c:v>0.37131944444263354</c:v>
                </c:pt>
                <c:pt idx="32083">
                  <c:v>0.37133101851941319</c:v>
                </c:pt>
                <c:pt idx="32084">
                  <c:v>0.37134259258891689</c:v>
                </c:pt>
                <c:pt idx="32085">
                  <c:v>0.37135416666569654</c:v>
                </c:pt>
                <c:pt idx="32086">
                  <c:v>0.37136574073520023</c:v>
                </c:pt>
                <c:pt idx="32087">
                  <c:v>0.37137731481197989</c:v>
                </c:pt>
                <c:pt idx="32088">
                  <c:v>0.37138888888875954</c:v>
                </c:pt>
                <c:pt idx="32089">
                  <c:v>0.37140046295826323</c:v>
                </c:pt>
                <c:pt idx="32090">
                  <c:v>0.37141203703504289</c:v>
                </c:pt>
                <c:pt idx="32091">
                  <c:v>0.37142361111182254</c:v>
                </c:pt>
                <c:pt idx="32092">
                  <c:v>0.37143518518132623</c:v>
                </c:pt>
                <c:pt idx="32093">
                  <c:v>0.37144675925810589</c:v>
                </c:pt>
                <c:pt idx="32094">
                  <c:v>0.37145833332760958</c:v>
                </c:pt>
                <c:pt idx="32095">
                  <c:v>0.37146990740438923</c:v>
                </c:pt>
                <c:pt idx="32096">
                  <c:v>0.37148148148116888</c:v>
                </c:pt>
                <c:pt idx="32097">
                  <c:v>0.37149305555067258</c:v>
                </c:pt>
                <c:pt idx="32098">
                  <c:v>0.37150462962745223</c:v>
                </c:pt>
                <c:pt idx="32099">
                  <c:v>0.37151620370423188</c:v>
                </c:pt>
                <c:pt idx="32100">
                  <c:v>0.37152777777373558</c:v>
                </c:pt>
                <c:pt idx="32101">
                  <c:v>0.37153935185051523</c:v>
                </c:pt>
                <c:pt idx="32102">
                  <c:v>0.37155092592001893</c:v>
                </c:pt>
                <c:pt idx="32103">
                  <c:v>0.37156249999679858</c:v>
                </c:pt>
                <c:pt idx="32104">
                  <c:v>0.37157407407357823</c:v>
                </c:pt>
                <c:pt idx="32105">
                  <c:v>0.37158564814308193</c:v>
                </c:pt>
                <c:pt idx="32106">
                  <c:v>0.37159722221986158</c:v>
                </c:pt>
                <c:pt idx="32107">
                  <c:v>0.37160879629664123</c:v>
                </c:pt>
                <c:pt idx="32108">
                  <c:v>0.37162037036614493</c:v>
                </c:pt>
                <c:pt idx="32109">
                  <c:v>0.37163194444292458</c:v>
                </c:pt>
                <c:pt idx="32110">
                  <c:v>0.37164351851970423</c:v>
                </c:pt>
                <c:pt idx="32111">
                  <c:v>0.37165509258920792</c:v>
                </c:pt>
                <c:pt idx="32112">
                  <c:v>0.37166666666598758</c:v>
                </c:pt>
                <c:pt idx="32113">
                  <c:v>0.37167824073549127</c:v>
                </c:pt>
                <c:pt idx="32114">
                  <c:v>0.37168981481227092</c:v>
                </c:pt>
                <c:pt idx="32115">
                  <c:v>0.37170138888905058</c:v>
                </c:pt>
                <c:pt idx="32116">
                  <c:v>0.37171296295855427</c:v>
                </c:pt>
                <c:pt idx="32117">
                  <c:v>0.37172453703533392</c:v>
                </c:pt>
                <c:pt idx="32118">
                  <c:v>0.37173611111211358</c:v>
                </c:pt>
                <c:pt idx="32119">
                  <c:v>0.37174768518161727</c:v>
                </c:pt>
                <c:pt idx="32120">
                  <c:v>0.37175925925839692</c:v>
                </c:pt>
                <c:pt idx="32121">
                  <c:v>0.37177083332790062</c:v>
                </c:pt>
                <c:pt idx="32122">
                  <c:v>0.37178240740468027</c:v>
                </c:pt>
                <c:pt idx="32123">
                  <c:v>0.37179398148145992</c:v>
                </c:pt>
                <c:pt idx="32124">
                  <c:v>0.37180555555096362</c:v>
                </c:pt>
                <c:pt idx="32125">
                  <c:v>0.37181712962774327</c:v>
                </c:pt>
                <c:pt idx="32126">
                  <c:v>0.37182870370452292</c:v>
                </c:pt>
                <c:pt idx="32127">
                  <c:v>0.37184027777402662</c:v>
                </c:pt>
                <c:pt idx="32128">
                  <c:v>0.37185185185080627</c:v>
                </c:pt>
                <c:pt idx="32129">
                  <c:v>0.37186342592030996</c:v>
                </c:pt>
                <c:pt idx="32130">
                  <c:v>0.37187499999708962</c:v>
                </c:pt>
                <c:pt idx="32131">
                  <c:v>0.37188657407386927</c:v>
                </c:pt>
                <c:pt idx="32132">
                  <c:v>0.37189814814337296</c:v>
                </c:pt>
                <c:pt idx="32133">
                  <c:v>0.37190972222015262</c:v>
                </c:pt>
                <c:pt idx="32134">
                  <c:v>0.37192129629693227</c:v>
                </c:pt>
                <c:pt idx="32135">
                  <c:v>0.37193287036643596</c:v>
                </c:pt>
                <c:pt idx="32136">
                  <c:v>0.37194444444321562</c:v>
                </c:pt>
                <c:pt idx="32137">
                  <c:v>0.37195601851271931</c:v>
                </c:pt>
                <c:pt idx="32138">
                  <c:v>0.37196759258949896</c:v>
                </c:pt>
                <c:pt idx="32139">
                  <c:v>0.37197916666627862</c:v>
                </c:pt>
                <c:pt idx="32140">
                  <c:v>0.37199074073578231</c:v>
                </c:pt>
                <c:pt idx="32141">
                  <c:v>0.37200231481256196</c:v>
                </c:pt>
                <c:pt idx="32142">
                  <c:v>0.37201388888934162</c:v>
                </c:pt>
                <c:pt idx="32143">
                  <c:v>0.37202546295884531</c:v>
                </c:pt>
                <c:pt idx="32144">
                  <c:v>0.37203703703562496</c:v>
                </c:pt>
                <c:pt idx="32145">
                  <c:v>0.37204861111240461</c:v>
                </c:pt>
                <c:pt idx="32146">
                  <c:v>0.37206018518190831</c:v>
                </c:pt>
                <c:pt idx="32147">
                  <c:v>0.37207175925868796</c:v>
                </c:pt>
                <c:pt idx="32148">
                  <c:v>0.37208333332819166</c:v>
                </c:pt>
                <c:pt idx="32149">
                  <c:v>0.37209490740497131</c:v>
                </c:pt>
                <c:pt idx="32150">
                  <c:v>0.37210648148175096</c:v>
                </c:pt>
                <c:pt idx="32151">
                  <c:v>0.37211805555125466</c:v>
                </c:pt>
                <c:pt idx="32152">
                  <c:v>0.37212962962803431</c:v>
                </c:pt>
                <c:pt idx="32153">
                  <c:v>0.37214120370481396</c:v>
                </c:pt>
                <c:pt idx="32154">
                  <c:v>0.37215277777431766</c:v>
                </c:pt>
                <c:pt idx="32155">
                  <c:v>0.37216435185109731</c:v>
                </c:pt>
                <c:pt idx="32156">
                  <c:v>0.372175925920601</c:v>
                </c:pt>
                <c:pt idx="32157">
                  <c:v>0.37218749999738066</c:v>
                </c:pt>
                <c:pt idx="32158">
                  <c:v>0.37219907407416031</c:v>
                </c:pt>
                <c:pt idx="32159">
                  <c:v>0.372210648143664</c:v>
                </c:pt>
                <c:pt idx="32160">
                  <c:v>0.37222222222044365</c:v>
                </c:pt>
                <c:pt idx="32161">
                  <c:v>0.37223379629722331</c:v>
                </c:pt>
                <c:pt idx="32162">
                  <c:v>0.372245370366727</c:v>
                </c:pt>
                <c:pt idx="32163">
                  <c:v>0.37225694444350665</c:v>
                </c:pt>
                <c:pt idx="32164">
                  <c:v>0.37226851851301035</c:v>
                </c:pt>
                <c:pt idx="32165">
                  <c:v>0.37228009258979</c:v>
                </c:pt>
                <c:pt idx="32166">
                  <c:v>0.37229166666656965</c:v>
                </c:pt>
                <c:pt idx="32167">
                  <c:v>0.37230324073607335</c:v>
                </c:pt>
                <c:pt idx="32168">
                  <c:v>0.372314814812853</c:v>
                </c:pt>
                <c:pt idx="32169">
                  <c:v>0.37232638888963265</c:v>
                </c:pt>
                <c:pt idx="32170">
                  <c:v>0.37233796295913635</c:v>
                </c:pt>
                <c:pt idx="32171">
                  <c:v>0.372349537035916</c:v>
                </c:pt>
                <c:pt idx="32172">
                  <c:v>0.3723611111054197</c:v>
                </c:pt>
                <c:pt idx="32173">
                  <c:v>0.37237268518219935</c:v>
                </c:pt>
                <c:pt idx="32174">
                  <c:v>0.372384259258979</c:v>
                </c:pt>
                <c:pt idx="32175">
                  <c:v>0.37239583332848269</c:v>
                </c:pt>
                <c:pt idx="32176">
                  <c:v>0.37240740740526235</c:v>
                </c:pt>
                <c:pt idx="32177">
                  <c:v>0.372418981482042</c:v>
                </c:pt>
                <c:pt idx="32178">
                  <c:v>0.37243055555154569</c:v>
                </c:pt>
                <c:pt idx="32179">
                  <c:v>0.37244212962832535</c:v>
                </c:pt>
                <c:pt idx="32180">
                  <c:v>0.37245370369782904</c:v>
                </c:pt>
                <c:pt idx="32181">
                  <c:v>0.37246527777460869</c:v>
                </c:pt>
                <c:pt idx="32182">
                  <c:v>0.37247685185138835</c:v>
                </c:pt>
                <c:pt idx="32183">
                  <c:v>0.37248842592089204</c:v>
                </c:pt>
                <c:pt idx="32184">
                  <c:v>0.37249999999767169</c:v>
                </c:pt>
                <c:pt idx="32185">
                  <c:v>0.37251157407445135</c:v>
                </c:pt>
                <c:pt idx="32186">
                  <c:v>0.37252314814395504</c:v>
                </c:pt>
                <c:pt idx="32187">
                  <c:v>0.37253472222073469</c:v>
                </c:pt>
                <c:pt idx="32188">
                  <c:v>0.37254629629751435</c:v>
                </c:pt>
                <c:pt idx="32189">
                  <c:v>0.37255787036701804</c:v>
                </c:pt>
                <c:pt idx="32190">
                  <c:v>0.37256944444379769</c:v>
                </c:pt>
                <c:pt idx="32191">
                  <c:v>0.37258101851330139</c:v>
                </c:pt>
                <c:pt idx="32192">
                  <c:v>0.37259259259008104</c:v>
                </c:pt>
                <c:pt idx="32193">
                  <c:v>0.37260416666686069</c:v>
                </c:pt>
                <c:pt idx="32194">
                  <c:v>0.37261574073636439</c:v>
                </c:pt>
                <c:pt idx="32195">
                  <c:v>0.37262731481314404</c:v>
                </c:pt>
                <c:pt idx="32196">
                  <c:v>0.37263888888992369</c:v>
                </c:pt>
                <c:pt idx="32197">
                  <c:v>0.37265046295942739</c:v>
                </c:pt>
                <c:pt idx="32198">
                  <c:v>0.37266203703620704</c:v>
                </c:pt>
                <c:pt idx="32199">
                  <c:v>0.37267361110571073</c:v>
                </c:pt>
                <c:pt idx="32200">
                  <c:v>0.37268518518249039</c:v>
                </c:pt>
                <c:pt idx="32201">
                  <c:v>0.37269675925927004</c:v>
                </c:pt>
                <c:pt idx="32202">
                  <c:v>0.37270833332877373</c:v>
                </c:pt>
                <c:pt idx="32203">
                  <c:v>0.37271990740555339</c:v>
                </c:pt>
                <c:pt idx="32204">
                  <c:v>0.37273148148233304</c:v>
                </c:pt>
                <c:pt idx="32205">
                  <c:v>0.37274305555183673</c:v>
                </c:pt>
                <c:pt idx="32206">
                  <c:v>0.37275462962861639</c:v>
                </c:pt>
                <c:pt idx="32207">
                  <c:v>0.37276620369812008</c:v>
                </c:pt>
                <c:pt idx="32208">
                  <c:v>0.37277777777489973</c:v>
                </c:pt>
                <c:pt idx="32209">
                  <c:v>0.37278935185167938</c:v>
                </c:pt>
                <c:pt idx="32210">
                  <c:v>0.37280092592118308</c:v>
                </c:pt>
                <c:pt idx="32211">
                  <c:v>0.37281249999796273</c:v>
                </c:pt>
                <c:pt idx="32212">
                  <c:v>0.37282407407474238</c:v>
                </c:pt>
                <c:pt idx="32213">
                  <c:v>0.37283564814424608</c:v>
                </c:pt>
                <c:pt idx="32214">
                  <c:v>0.37284722222102573</c:v>
                </c:pt>
                <c:pt idx="32215">
                  <c:v>0.37285879629052943</c:v>
                </c:pt>
                <c:pt idx="32216">
                  <c:v>0.37287037036730908</c:v>
                </c:pt>
                <c:pt idx="32217">
                  <c:v>0.37288194444408873</c:v>
                </c:pt>
                <c:pt idx="32218">
                  <c:v>0.37289351851359243</c:v>
                </c:pt>
                <c:pt idx="32219">
                  <c:v>0.37290509259037208</c:v>
                </c:pt>
                <c:pt idx="32220">
                  <c:v>0.37291666666715173</c:v>
                </c:pt>
                <c:pt idx="32221">
                  <c:v>0.37292824073665543</c:v>
                </c:pt>
                <c:pt idx="32222">
                  <c:v>0.37293981481343508</c:v>
                </c:pt>
                <c:pt idx="32223">
                  <c:v>0.37295138889021473</c:v>
                </c:pt>
                <c:pt idx="32224">
                  <c:v>0.37296296295971842</c:v>
                </c:pt>
                <c:pt idx="32225">
                  <c:v>0.37297453703649808</c:v>
                </c:pt>
                <c:pt idx="32226">
                  <c:v>0.37298611110600177</c:v>
                </c:pt>
                <c:pt idx="32227">
                  <c:v>0.37299768518278142</c:v>
                </c:pt>
                <c:pt idx="32228">
                  <c:v>0.37300925925956108</c:v>
                </c:pt>
                <c:pt idx="32229">
                  <c:v>0.37302083332906477</c:v>
                </c:pt>
                <c:pt idx="32230">
                  <c:v>0.37303240740584442</c:v>
                </c:pt>
                <c:pt idx="32231">
                  <c:v>0.37304398148262408</c:v>
                </c:pt>
                <c:pt idx="32232">
                  <c:v>0.37305555555212777</c:v>
                </c:pt>
                <c:pt idx="32233">
                  <c:v>0.37306712962890742</c:v>
                </c:pt>
                <c:pt idx="32234">
                  <c:v>0.37307870369841112</c:v>
                </c:pt>
                <c:pt idx="32235">
                  <c:v>0.37309027777519077</c:v>
                </c:pt>
                <c:pt idx="32236">
                  <c:v>0.37310185185197042</c:v>
                </c:pt>
                <c:pt idx="32237">
                  <c:v>0.37311342592147412</c:v>
                </c:pt>
                <c:pt idx="32238">
                  <c:v>0.37312499999825377</c:v>
                </c:pt>
                <c:pt idx="32239">
                  <c:v>0.37313657407503342</c:v>
                </c:pt>
                <c:pt idx="32240">
                  <c:v>0.37314814814453712</c:v>
                </c:pt>
                <c:pt idx="32241">
                  <c:v>0.37315972222131677</c:v>
                </c:pt>
                <c:pt idx="32242">
                  <c:v>0.37317129629082046</c:v>
                </c:pt>
                <c:pt idx="32243">
                  <c:v>0.37318287036760012</c:v>
                </c:pt>
                <c:pt idx="32244">
                  <c:v>0.37319444444437977</c:v>
                </c:pt>
                <c:pt idx="32245">
                  <c:v>0.37320601851388346</c:v>
                </c:pt>
                <c:pt idx="32246">
                  <c:v>0.37321759259066312</c:v>
                </c:pt>
                <c:pt idx="32247">
                  <c:v>0.37322916666744277</c:v>
                </c:pt>
                <c:pt idx="32248">
                  <c:v>0.37324074073694646</c:v>
                </c:pt>
                <c:pt idx="32249">
                  <c:v>0.37325231481372612</c:v>
                </c:pt>
                <c:pt idx="32250">
                  <c:v>0.37326388888322981</c:v>
                </c:pt>
                <c:pt idx="32251">
                  <c:v>0.37327546296000946</c:v>
                </c:pt>
                <c:pt idx="32252">
                  <c:v>0.37328703703678912</c:v>
                </c:pt>
                <c:pt idx="32253">
                  <c:v>0.37329861110629281</c:v>
                </c:pt>
                <c:pt idx="32254">
                  <c:v>0.37331018518307246</c:v>
                </c:pt>
                <c:pt idx="32255">
                  <c:v>0.37332175925985212</c:v>
                </c:pt>
                <c:pt idx="32256">
                  <c:v>0.37333333332935581</c:v>
                </c:pt>
                <c:pt idx="32257">
                  <c:v>0.37334490740613546</c:v>
                </c:pt>
                <c:pt idx="32258">
                  <c:v>0.37335648147563916</c:v>
                </c:pt>
                <c:pt idx="32259">
                  <c:v>0.37336805555241881</c:v>
                </c:pt>
                <c:pt idx="32260">
                  <c:v>0.37337962962919846</c:v>
                </c:pt>
                <c:pt idx="32261">
                  <c:v>0.37339120369870216</c:v>
                </c:pt>
                <c:pt idx="32262">
                  <c:v>0.37340277777548181</c:v>
                </c:pt>
                <c:pt idx="32263">
                  <c:v>0.37341435185226146</c:v>
                </c:pt>
                <c:pt idx="32264">
                  <c:v>0.37342592592176516</c:v>
                </c:pt>
                <c:pt idx="32265">
                  <c:v>0.37343749999854481</c:v>
                </c:pt>
                <c:pt idx="32266">
                  <c:v>0.37344907407532446</c:v>
                </c:pt>
                <c:pt idx="32267">
                  <c:v>0.37346064814482816</c:v>
                </c:pt>
                <c:pt idx="32268">
                  <c:v>0.37347222222160781</c:v>
                </c:pt>
                <c:pt idx="32269">
                  <c:v>0.3734837962911115</c:v>
                </c:pt>
                <c:pt idx="32270">
                  <c:v>0.37349537036789116</c:v>
                </c:pt>
                <c:pt idx="32271">
                  <c:v>0.37350694444467081</c:v>
                </c:pt>
                <c:pt idx="32272">
                  <c:v>0.3735185185141745</c:v>
                </c:pt>
                <c:pt idx="32273">
                  <c:v>0.37353009259095415</c:v>
                </c:pt>
                <c:pt idx="32274">
                  <c:v>0.37354166666773381</c:v>
                </c:pt>
                <c:pt idx="32275">
                  <c:v>0.3735532407372375</c:v>
                </c:pt>
                <c:pt idx="32276">
                  <c:v>0.37356481481401715</c:v>
                </c:pt>
                <c:pt idx="32277">
                  <c:v>0.37357638888352085</c:v>
                </c:pt>
                <c:pt idx="32278">
                  <c:v>0.3735879629603005</c:v>
                </c:pt>
                <c:pt idx="32279">
                  <c:v>0.37359953703708015</c:v>
                </c:pt>
                <c:pt idx="32280">
                  <c:v>0.37361111110658385</c:v>
                </c:pt>
                <c:pt idx="32281">
                  <c:v>0.3736226851833635</c:v>
                </c:pt>
                <c:pt idx="32282">
                  <c:v>0.37363425926014315</c:v>
                </c:pt>
                <c:pt idx="32283">
                  <c:v>0.37364583332964685</c:v>
                </c:pt>
                <c:pt idx="32284">
                  <c:v>0.3736574074064265</c:v>
                </c:pt>
                <c:pt idx="32285">
                  <c:v>0.3736689814759302</c:v>
                </c:pt>
                <c:pt idx="32286">
                  <c:v>0.37368055555270985</c:v>
                </c:pt>
                <c:pt idx="32287">
                  <c:v>0.3736921296294895</c:v>
                </c:pt>
                <c:pt idx="32288">
                  <c:v>0.37370370369899319</c:v>
                </c:pt>
                <c:pt idx="32289">
                  <c:v>0.37371527777577285</c:v>
                </c:pt>
                <c:pt idx="32290">
                  <c:v>0.3737268518525525</c:v>
                </c:pt>
                <c:pt idx="32291">
                  <c:v>0.37373842592205619</c:v>
                </c:pt>
                <c:pt idx="32292">
                  <c:v>0.37374999999883585</c:v>
                </c:pt>
                <c:pt idx="32293">
                  <c:v>0.37376157406833954</c:v>
                </c:pt>
                <c:pt idx="32294">
                  <c:v>0.37377314814511919</c:v>
                </c:pt>
                <c:pt idx="32295">
                  <c:v>0.37378472222189885</c:v>
                </c:pt>
                <c:pt idx="32296">
                  <c:v>0.37379629629140254</c:v>
                </c:pt>
                <c:pt idx="32297">
                  <c:v>0.37380787036818219</c:v>
                </c:pt>
                <c:pt idx="32298">
                  <c:v>0.37381944444496185</c:v>
                </c:pt>
                <c:pt idx="32299">
                  <c:v>0.37383101851446554</c:v>
                </c:pt>
                <c:pt idx="32300">
                  <c:v>0.37384259259124519</c:v>
                </c:pt>
                <c:pt idx="32301">
                  <c:v>0.37385416666074889</c:v>
                </c:pt>
                <c:pt idx="32302">
                  <c:v>0.37386574073752854</c:v>
                </c:pt>
                <c:pt idx="32303">
                  <c:v>0.37387731481430819</c:v>
                </c:pt>
                <c:pt idx="32304">
                  <c:v>0.37388888888381189</c:v>
                </c:pt>
                <c:pt idx="32305">
                  <c:v>0.37390046296059154</c:v>
                </c:pt>
                <c:pt idx="32306">
                  <c:v>0.37391203703737119</c:v>
                </c:pt>
                <c:pt idx="32307">
                  <c:v>0.37392361110687489</c:v>
                </c:pt>
                <c:pt idx="32308">
                  <c:v>0.37393518518365454</c:v>
                </c:pt>
                <c:pt idx="32309">
                  <c:v>0.37394675926043419</c:v>
                </c:pt>
                <c:pt idx="32310">
                  <c:v>0.37395833332993789</c:v>
                </c:pt>
                <c:pt idx="32311">
                  <c:v>0.37396990740671754</c:v>
                </c:pt>
                <c:pt idx="32312">
                  <c:v>0.37398148147622123</c:v>
                </c:pt>
                <c:pt idx="32313">
                  <c:v>0.37399305555300089</c:v>
                </c:pt>
                <c:pt idx="32314">
                  <c:v>0.37400462962978054</c:v>
                </c:pt>
                <c:pt idx="32315">
                  <c:v>0.37401620369928423</c:v>
                </c:pt>
                <c:pt idx="32316">
                  <c:v>0.37402777777606389</c:v>
                </c:pt>
                <c:pt idx="32317">
                  <c:v>0.37403935185284354</c:v>
                </c:pt>
                <c:pt idx="32318">
                  <c:v>0.37405092592234723</c:v>
                </c:pt>
                <c:pt idx="32319">
                  <c:v>0.37406249999912689</c:v>
                </c:pt>
                <c:pt idx="32320">
                  <c:v>0.37407407406863058</c:v>
                </c:pt>
                <c:pt idx="32321">
                  <c:v>0.37408564814541023</c:v>
                </c:pt>
                <c:pt idx="32322">
                  <c:v>0.37409722222218988</c:v>
                </c:pt>
                <c:pt idx="32323">
                  <c:v>0.37410879629169358</c:v>
                </c:pt>
                <c:pt idx="32324">
                  <c:v>0.37412037036847323</c:v>
                </c:pt>
                <c:pt idx="32325">
                  <c:v>0.37413194444525288</c:v>
                </c:pt>
                <c:pt idx="32326">
                  <c:v>0.37414351851475658</c:v>
                </c:pt>
                <c:pt idx="32327">
                  <c:v>0.37415509259153623</c:v>
                </c:pt>
                <c:pt idx="32328">
                  <c:v>0.37416666666103993</c:v>
                </c:pt>
                <c:pt idx="32329">
                  <c:v>0.37417824073781958</c:v>
                </c:pt>
                <c:pt idx="32330">
                  <c:v>0.37418981481459923</c:v>
                </c:pt>
                <c:pt idx="32331">
                  <c:v>0.37420138888410293</c:v>
                </c:pt>
                <c:pt idx="32332">
                  <c:v>0.37421296296088258</c:v>
                </c:pt>
                <c:pt idx="32333">
                  <c:v>0.37422453703766223</c:v>
                </c:pt>
                <c:pt idx="32334">
                  <c:v>0.37423611110716593</c:v>
                </c:pt>
                <c:pt idx="32335">
                  <c:v>0.37424768518394558</c:v>
                </c:pt>
                <c:pt idx="32336">
                  <c:v>0.37425925925344927</c:v>
                </c:pt>
                <c:pt idx="32337">
                  <c:v>0.37427083333022892</c:v>
                </c:pt>
                <c:pt idx="32338">
                  <c:v>0.37428240740700858</c:v>
                </c:pt>
                <c:pt idx="32339">
                  <c:v>0.37429398147651227</c:v>
                </c:pt>
                <c:pt idx="32340">
                  <c:v>0.37430555555329192</c:v>
                </c:pt>
                <c:pt idx="32341">
                  <c:v>0.37431712963007158</c:v>
                </c:pt>
                <c:pt idx="32342">
                  <c:v>0.37432870369957527</c:v>
                </c:pt>
                <c:pt idx="32343">
                  <c:v>0.37434027777635492</c:v>
                </c:pt>
                <c:pt idx="32344">
                  <c:v>0.37435185185313458</c:v>
                </c:pt>
                <c:pt idx="32345">
                  <c:v>0.37436342592263827</c:v>
                </c:pt>
                <c:pt idx="32346">
                  <c:v>0.37437499999941792</c:v>
                </c:pt>
                <c:pt idx="32347">
                  <c:v>0.37438657406892162</c:v>
                </c:pt>
                <c:pt idx="32348">
                  <c:v>0.37439814814570127</c:v>
                </c:pt>
                <c:pt idx="32349">
                  <c:v>0.37440972222248092</c:v>
                </c:pt>
                <c:pt idx="32350">
                  <c:v>0.37442129629198462</c:v>
                </c:pt>
                <c:pt idx="32351">
                  <c:v>0.37443287036876427</c:v>
                </c:pt>
                <c:pt idx="32352">
                  <c:v>0.37444444444554392</c:v>
                </c:pt>
                <c:pt idx="32353">
                  <c:v>0.37445601851504762</c:v>
                </c:pt>
                <c:pt idx="32354">
                  <c:v>0.37446759259182727</c:v>
                </c:pt>
                <c:pt idx="32355">
                  <c:v>0.37447916666133096</c:v>
                </c:pt>
                <c:pt idx="32356">
                  <c:v>0.37449074073811062</c:v>
                </c:pt>
                <c:pt idx="32357">
                  <c:v>0.37450231481489027</c:v>
                </c:pt>
                <c:pt idx="32358">
                  <c:v>0.37451388888439396</c:v>
                </c:pt>
                <c:pt idx="32359">
                  <c:v>0.37452546296117362</c:v>
                </c:pt>
                <c:pt idx="32360">
                  <c:v>0.37453703703795327</c:v>
                </c:pt>
                <c:pt idx="32361">
                  <c:v>0.37454861110745696</c:v>
                </c:pt>
                <c:pt idx="32362">
                  <c:v>0.37456018518423662</c:v>
                </c:pt>
                <c:pt idx="32363">
                  <c:v>0.37457175925374031</c:v>
                </c:pt>
                <c:pt idx="32364">
                  <c:v>0.37458333333051996</c:v>
                </c:pt>
                <c:pt idx="32365">
                  <c:v>0.37459490740729962</c:v>
                </c:pt>
                <c:pt idx="32366">
                  <c:v>0.37460648147680331</c:v>
                </c:pt>
                <c:pt idx="32367">
                  <c:v>0.37461805555358296</c:v>
                </c:pt>
                <c:pt idx="32368">
                  <c:v>0.37462962963036261</c:v>
                </c:pt>
                <c:pt idx="32369">
                  <c:v>0.37464120369986631</c:v>
                </c:pt>
                <c:pt idx="32370">
                  <c:v>0.37465277777664596</c:v>
                </c:pt>
                <c:pt idx="32371">
                  <c:v>0.37466435184614966</c:v>
                </c:pt>
                <c:pt idx="32372">
                  <c:v>0.37467592592292931</c:v>
                </c:pt>
                <c:pt idx="32373">
                  <c:v>0.37468749999970896</c:v>
                </c:pt>
                <c:pt idx="32374">
                  <c:v>0.37469907406921266</c:v>
                </c:pt>
                <c:pt idx="32375">
                  <c:v>0.37471064814599231</c:v>
                </c:pt>
                <c:pt idx="32376">
                  <c:v>0.37472222222277196</c:v>
                </c:pt>
                <c:pt idx="32377">
                  <c:v>0.37473379629227566</c:v>
                </c:pt>
                <c:pt idx="32378">
                  <c:v>0.37474537036905531</c:v>
                </c:pt>
                <c:pt idx="32379">
                  <c:v>0.374756944438559</c:v>
                </c:pt>
                <c:pt idx="32380">
                  <c:v>0.37476851851533866</c:v>
                </c:pt>
                <c:pt idx="32381">
                  <c:v>0.37478009259211831</c:v>
                </c:pt>
                <c:pt idx="32382">
                  <c:v>0.374791666661622</c:v>
                </c:pt>
                <c:pt idx="32383">
                  <c:v>0.37480324073840166</c:v>
                </c:pt>
                <c:pt idx="32384">
                  <c:v>0.37481481481518131</c:v>
                </c:pt>
                <c:pt idx="32385">
                  <c:v>0.374826388884685</c:v>
                </c:pt>
                <c:pt idx="32386">
                  <c:v>0.37483796296146465</c:v>
                </c:pt>
                <c:pt idx="32387">
                  <c:v>0.37484953703824431</c:v>
                </c:pt>
                <c:pt idx="32388">
                  <c:v>0.374861111107748</c:v>
                </c:pt>
                <c:pt idx="32389">
                  <c:v>0.37487268518452765</c:v>
                </c:pt>
                <c:pt idx="32390">
                  <c:v>0.37488425925403135</c:v>
                </c:pt>
                <c:pt idx="32391">
                  <c:v>0.374895833330811</c:v>
                </c:pt>
                <c:pt idx="32392">
                  <c:v>0.37490740740759065</c:v>
                </c:pt>
                <c:pt idx="32393">
                  <c:v>0.37491898147709435</c:v>
                </c:pt>
                <c:pt idx="32394">
                  <c:v>0.374930555553874</c:v>
                </c:pt>
                <c:pt idx="32395">
                  <c:v>0.37494212963065365</c:v>
                </c:pt>
                <c:pt idx="32396">
                  <c:v>0.37495370370015735</c:v>
                </c:pt>
                <c:pt idx="32397">
                  <c:v>0.374965277776937</c:v>
                </c:pt>
                <c:pt idx="32398">
                  <c:v>0.3749768518464407</c:v>
                </c:pt>
                <c:pt idx="32399">
                  <c:v>0.37498842592322035</c:v>
                </c:pt>
                <c:pt idx="32400">
                  <c:v>0.375</c:v>
                </c:pt>
                <c:pt idx="32401">
                  <c:v>0.37501157406950369</c:v>
                </c:pt>
                <c:pt idx="32402">
                  <c:v>0.37502314814628335</c:v>
                </c:pt>
                <c:pt idx="32403">
                  <c:v>0.375034722223063</c:v>
                </c:pt>
                <c:pt idx="32404">
                  <c:v>0.37504629629256669</c:v>
                </c:pt>
                <c:pt idx="32405">
                  <c:v>0.37505787036934635</c:v>
                </c:pt>
                <c:pt idx="32406">
                  <c:v>0.37506944443885004</c:v>
                </c:pt>
                <c:pt idx="32407">
                  <c:v>0.37508101851562969</c:v>
                </c:pt>
                <c:pt idx="32408">
                  <c:v>0.37509259259240935</c:v>
                </c:pt>
                <c:pt idx="32409">
                  <c:v>0.37510416666191304</c:v>
                </c:pt>
                <c:pt idx="32410">
                  <c:v>0.37511574073869269</c:v>
                </c:pt>
                <c:pt idx="32411">
                  <c:v>0.37512731481547235</c:v>
                </c:pt>
                <c:pt idx="32412">
                  <c:v>0.37513888888497604</c:v>
                </c:pt>
                <c:pt idx="32413">
                  <c:v>0.37515046296175569</c:v>
                </c:pt>
                <c:pt idx="32414">
                  <c:v>0.37516203703125939</c:v>
                </c:pt>
                <c:pt idx="32415">
                  <c:v>0.37517361110803904</c:v>
                </c:pt>
                <c:pt idx="32416">
                  <c:v>0.37518518518481869</c:v>
                </c:pt>
                <c:pt idx="32417">
                  <c:v>0.37519675925432239</c:v>
                </c:pt>
                <c:pt idx="32418">
                  <c:v>0.37520833333110204</c:v>
                </c:pt>
                <c:pt idx="32419">
                  <c:v>0.37521990740788169</c:v>
                </c:pt>
                <c:pt idx="32420">
                  <c:v>0.37523148147738539</c:v>
                </c:pt>
                <c:pt idx="32421">
                  <c:v>0.37524305555416504</c:v>
                </c:pt>
                <c:pt idx="32422">
                  <c:v>0.37525462963094469</c:v>
                </c:pt>
                <c:pt idx="32423">
                  <c:v>0.37526620370044839</c:v>
                </c:pt>
                <c:pt idx="32424">
                  <c:v>0.37527777777722804</c:v>
                </c:pt>
                <c:pt idx="32425">
                  <c:v>0.37528935184673173</c:v>
                </c:pt>
                <c:pt idx="32426">
                  <c:v>0.37530092592351139</c:v>
                </c:pt>
                <c:pt idx="32427">
                  <c:v>0.37531250000029104</c:v>
                </c:pt>
                <c:pt idx="32428">
                  <c:v>0.37532407406979473</c:v>
                </c:pt>
                <c:pt idx="32429">
                  <c:v>0.37533564814657439</c:v>
                </c:pt>
                <c:pt idx="32430">
                  <c:v>0.37534722222335404</c:v>
                </c:pt>
                <c:pt idx="32431">
                  <c:v>0.37535879629285773</c:v>
                </c:pt>
                <c:pt idx="32432">
                  <c:v>0.37537037036963739</c:v>
                </c:pt>
                <c:pt idx="32433">
                  <c:v>0.37538194443914108</c:v>
                </c:pt>
                <c:pt idx="32434">
                  <c:v>0.37539351851592073</c:v>
                </c:pt>
                <c:pt idx="32435">
                  <c:v>0.37540509259270038</c:v>
                </c:pt>
                <c:pt idx="32436">
                  <c:v>0.37541666666220408</c:v>
                </c:pt>
                <c:pt idx="32437">
                  <c:v>0.37542824073898373</c:v>
                </c:pt>
                <c:pt idx="32438">
                  <c:v>0.37543981481576338</c:v>
                </c:pt>
                <c:pt idx="32439">
                  <c:v>0.37545138888526708</c:v>
                </c:pt>
                <c:pt idx="32440">
                  <c:v>0.37546296296204673</c:v>
                </c:pt>
                <c:pt idx="32441">
                  <c:v>0.37547453703155043</c:v>
                </c:pt>
                <c:pt idx="32442">
                  <c:v>0.37548611110833008</c:v>
                </c:pt>
                <c:pt idx="32443">
                  <c:v>0.37549768518510973</c:v>
                </c:pt>
                <c:pt idx="32444">
                  <c:v>0.37550925925461343</c:v>
                </c:pt>
                <c:pt idx="32445">
                  <c:v>0.37552083333139308</c:v>
                </c:pt>
                <c:pt idx="32446">
                  <c:v>0.37553240740817273</c:v>
                </c:pt>
                <c:pt idx="32447">
                  <c:v>0.37554398147767643</c:v>
                </c:pt>
                <c:pt idx="32448">
                  <c:v>0.37555555555445608</c:v>
                </c:pt>
                <c:pt idx="32449">
                  <c:v>0.37556712962395977</c:v>
                </c:pt>
                <c:pt idx="32450">
                  <c:v>0.37557870370073942</c:v>
                </c:pt>
                <c:pt idx="32451">
                  <c:v>0.37559027777751908</c:v>
                </c:pt>
                <c:pt idx="32452">
                  <c:v>0.37560185184702277</c:v>
                </c:pt>
                <c:pt idx="32453">
                  <c:v>0.37561342592380242</c:v>
                </c:pt>
                <c:pt idx="32454">
                  <c:v>0.37562500000058208</c:v>
                </c:pt>
                <c:pt idx="32455">
                  <c:v>0.37563657407008577</c:v>
                </c:pt>
                <c:pt idx="32456">
                  <c:v>0.37564814814686542</c:v>
                </c:pt>
                <c:pt idx="32457">
                  <c:v>0.37565972221636912</c:v>
                </c:pt>
                <c:pt idx="32458">
                  <c:v>0.37567129629314877</c:v>
                </c:pt>
                <c:pt idx="32459">
                  <c:v>0.37568287036992842</c:v>
                </c:pt>
                <c:pt idx="32460">
                  <c:v>0.37569444443943212</c:v>
                </c:pt>
                <c:pt idx="32461">
                  <c:v>0.37570601851621177</c:v>
                </c:pt>
                <c:pt idx="32462">
                  <c:v>0.37571759259299142</c:v>
                </c:pt>
                <c:pt idx="32463">
                  <c:v>0.37572916666249512</c:v>
                </c:pt>
                <c:pt idx="32464">
                  <c:v>0.37574074073927477</c:v>
                </c:pt>
                <c:pt idx="32465">
                  <c:v>0.37575231481605442</c:v>
                </c:pt>
                <c:pt idx="32466">
                  <c:v>0.37576388888555812</c:v>
                </c:pt>
                <c:pt idx="32467">
                  <c:v>0.37577546296233777</c:v>
                </c:pt>
                <c:pt idx="32468">
                  <c:v>0.37578703703184146</c:v>
                </c:pt>
                <c:pt idx="32469">
                  <c:v>0.37579861110862112</c:v>
                </c:pt>
                <c:pt idx="32470">
                  <c:v>0.37581018518540077</c:v>
                </c:pt>
                <c:pt idx="32471">
                  <c:v>0.37582175925490446</c:v>
                </c:pt>
                <c:pt idx="32472">
                  <c:v>0.37583333333168412</c:v>
                </c:pt>
                <c:pt idx="32473">
                  <c:v>0.37584490740846377</c:v>
                </c:pt>
                <c:pt idx="32474">
                  <c:v>0.37585648147796746</c:v>
                </c:pt>
                <c:pt idx="32475">
                  <c:v>0.37586805555474712</c:v>
                </c:pt>
                <c:pt idx="32476">
                  <c:v>0.37587962962425081</c:v>
                </c:pt>
                <c:pt idx="32477">
                  <c:v>0.37589120370103046</c:v>
                </c:pt>
                <c:pt idx="32478">
                  <c:v>0.37590277777781012</c:v>
                </c:pt>
                <c:pt idx="32479">
                  <c:v>0.37591435184731381</c:v>
                </c:pt>
                <c:pt idx="32480">
                  <c:v>0.37592592592409346</c:v>
                </c:pt>
                <c:pt idx="32481">
                  <c:v>0.37593750000087311</c:v>
                </c:pt>
                <c:pt idx="32482">
                  <c:v>0.37594907407037681</c:v>
                </c:pt>
                <c:pt idx="32483">
                  <c:v>0.37596064814715646</c:v>
                </c:pt>
                <c:pt idx="32484">
                  <c:v>0.37597222221666016</c:v>
                </c:pt>
                <c:pt idx="32485">
                  <c:v>0.37598379629343981</c:v>
                </c:pt>
                <c:pt idx="32486">
                  <c:v>0.37599537037021946</c:v>
                </c:pt>
                <c:pt idx="32487">
                  <c:v>0.37600694443972316</c:v>
                </c:pt>
                <c:pt idx="32488">
                  <c:v>0.37601851851650281</c:v>
                </c:pt>
                <c:pt idx="32489">
                  <c:v>0.37603009259328246</c:v>
                </c:pt>
                <c:pt idx="32490">
                  <c:v>0.37604166666278616</c:v>
                </c:pt>
                <c:pt idx="32491">
                  <c:v>0.37605324073956581</c:v>
                </c:pt>
                <c:pt idx="32492">
                  <c:v>0.3760648148090695</c:v>
                </c:pt>
                <c:pt idx="32493">
                  <c:v>0.37607638888584916</c:v>
                </c:pt>
                <c:pt idx="32494">
                  <c:v>0.37608796296262881</c:v>
                </c:pt>
                <c:pt idx="32495">
                  <c:v>0.3760995370321325</c:v>
                </c:pt>
                <c:pt idx="32496">
                  <c:v>0.37611111110891216</c:v>
                </c:pt>
                <c:pt idx="32497">
                  <c:v>0.37612268518569181</c:v>
                </c:pt>
                <c:pt idx="32498">
                  <c:v>0.3761342592551955</c:v>
                </c:pt>
                <c:pt idx="32499">
                  <c:v>0.37614583333197515</c:v>
                </c:pt>
                <c:pt idx="32500">
                  <c:v>0.37615740740147885</c:v>
                </c:pt>
                <c:pt idx="32501">
                  <c:v>0.3761689814782585</c:v>
                </c:pt>
                <c:pt idx="32502">
                  <c:v>0.37618055555503815</c:v>
                </c:pt>
                <c:pt idx="32503">
                  <c:v>0.37619212962454185</c:v>
                </c:pt>
                <c:pt idx="32504">
                  <c:v>0.3762037037013215</c:v>
                </c:pt>
                <c:pt idx="32505">
                  <c:v>0.37621527777810115</c:v>
                </c:pt>
                <c:pt idx="32506">
                  <c:v>0.37622685184760485</c:v>
                </c:pt>
                <c:pt idx="32507">
                  <c:v>0.3762384259243845</c:v>
                </c:pt>
                <c:pt idx="32508">
                  <c:v>0.37625000000116415</c:v>
                </c:pt>
                <c:pt idx="32509">
                  <c:v>0.37626157407066785</c:v>
                </c:pt>
                <c:pt idx="32510">
                  <c:v>0.3762731481474475</c:v>
                </c:pt>
                <c:pt idx="32511">
                  <c:v>0.3762847222169512</c:v>
                </c:pt>
                <c:pt idx="32512">
                  <c:v>0.37629629629373085</c:v>
                </c:pt>
                <c:pt idx="32513">
                  <c:v>0.3763078703705105</c:v>
                </c:pt>
                <c:pt idx="32514">
                  <c:v>0.37631944444001419</c:v>
                </c:pt>
                <c:pt idx="32515">
                  <c:v>0.37633101851679385</c:v>
                </c:pt>
                <c:pt idx="32516">
                  <c:v>0.3763425925935735</c:v>
                </c:pt>
                <c:pt idx="32517">
                  <c:v>0.37635416666307719</c:v>
                </c:pt>
                <c:pt idx="32518">
                  <c:v>0.37636574073985685</c:v>
                </c:pt>
                <c:pt idx="32519">
                  <c:v>0.37637731480936054</c:v>
                </c:pt>
                <c:pt idx="32520">
                  <c:v>0.37638888888614019</c:v>
                </c:pt>
                <c:pt idx="32521">
                  <c:v>0.37640046296291985</c:v>
                </c:pt>
                <c:pt idx="32522">
                  <c:v>0.37641203703242354</c:v>
                </c:pt>
                <c:pt idx="32523">
                  <c:v>0.37642361110920319</c:v>
                </c:pt>
                <c:pt idx="32524">
                  <c:v>0.37643518518598285</c:v>
                </c:pt>
                <c:pt idx="32525">
                  <c:v>0.37644675925548654</c:v>
                </c:pt>
                <c:pt idx="32526">
                  <c:v>0.37645833333226619</c:v>
                </c:pt>
                <c:pt idx="32527">
                  <c:v>0.37646990740176989</c:v>
                </c:pt>
                <c:pt idx="32528">
                  <c:v>0.37648148147854954</c:v>
                </c:pt>
                <c:pt idx="32529">
                  <c:v>0.37649305555532919</c:v>
                </c:pt>
                <c:pt idx="32530">
                  <c:v>0.37650462962483289</c:v>
                </c:pt>
                <c:pt idx="32531">
                  <c:v>0.37651620370161254</c:v>
                </c:pt>
                <c:pt idx="32532">
                  <c:v>0.37652777777839219</c:v>
                </c:pt>
                <c:pt idx="32533">
                  <c:v>0.37653935184789589</c:v>
                </c:pt>
                <c:pt idx="32534">
                  <c:v>0.37655092592467554</c:v>
                </c:pt>
                <c:pt idx="32535">
                  <c:v>0.37656249999417923</c:v>
                </c:pt>
                <c:pt idx="32536">
                  <c:v>0.37657407407095889</c:v>
                </c:pt>
                <c:pt idx="32537">
                  <c:v>0.37658564814773854</c:v>
                </c:pt>
                <c:pt idx="32538">
                  <c:v>0.37659722221724223</c:v>
                </c:pt>
                <c:pt idx="32539">
                  <c:v>0.37660879629402189</c:v>
                </c:pt>
                <c:pt idx="32540">
                  <c:v>0.37662037037080154</c:v>
                </c:pt>
                <c:pt idx="32541">
                  <c:v>0.37663194444030523</c:v>
                </c:pt>
                <c:pt idx="32542">
                  <c:v>0.37664351851708489</c:v>
                </c:pt>
                <c:pt idx="32543">
                  <c:v>0.37665509259386454</c:v>
                </c:pt>
                <c:pt idx="32544">
                  <c:v>0.37666666666336823</c:v>
                </c:pt>
                <c:pt idx="32545">
                  <c:v>0.37667824074014788</c:v>
                </c:pt>
                <c:pt idx="32546">
                  <c:v>0.37668981480965158</c:v>
                </c:pt>
                <c:pt idx="32547">
                  <c:v>0.37670138888643123</c:v>
                </c:pt>
                <c:pt idx="32548">
                  <c:v>0.37671296296321088</c:v>
                </c:pt>
                <c:pt idx="32549">
                  <c:v>0.37672453703271458</c:v>
                </c:pt>
                <c:pt idx="32550">
                  <c:v>0.37673611110949423</c:v>
                </c:pt>
                <c:pt idx="32551">
                  <c:v>0.37674768518627388</c:v>
                </c:pt>
                <c:pt idx="32552">
                  <c:v>0.37675925925577758</c:v>
                </c:pt>
                <c:pt idx="32553">
                  <c:v>0.37677083333255723</c:v>
                </c:pt>
                <c:pt idx="32554">
                  <c:v>0.37678240740206093</c:v>
                </c:pt>
                <c:pt idx="32555">
                  <c:v>0.37679398147884058</c:v>
                </c:pt>
                <c:pt idx="32556">
                  <c:v>0.37680555555562023</c:v>
                </c:pt>
                <c:pt idx="32557">
                  <c:v>0.37681712962512393</c:v>
                </c:pt>
                <c:pt idx="32558">
                  <c:v>0.37682870370190358</c:v>
                </c:pt>
                <c:pt idx="32559">
                  <c:v>0.37684027777868323</c:v>
                </c:pt>
                <c:pt idx="32560">
                  <c:v>0.37685185184818693</c:v>
                </c:pt>
                <c:pt idx="32561">
                  <c:v>0.37686342592496658</c:v>
                </c:pt>
                <c:pt idx="32562">
                  <c:v>0.37687499999447027</c:v>
                </c:pt>
                <c:pt idx="32563">
                  <c:v>0.37688657407124992</c:v>
                </c:pt>
                <c:pt idx="32564">
                  <c:v>0.37689814814802958</c:v>
                </c:pt>
                <c:pt idx="32565">
                  <c:v>0.37690972221753327</c:v>
                </c:pt>
                <c:pt idx="32566">
                  <c:v>0.37692129629431292</c:v>
                </c:pt>
                <c:pt idx="32567">
                  <c:v>0.37693287037109258</c:v>
                </c:pt>
                <c:pt idx="32568">
                  <c:v>0.37694444444059627</c:v>
                </c:pt>
                <c:pt idx="32569">
                  <c:v>0.37695601851737592</c:v>
                </c:pt>
                <c:pt idx="32570">
                  <c:v>0.37696759258687962</c:v>
                </c:pt>
                <c:pt idx="32571">
                  <c:v>0.37697916666365927</c:v>
                </c:pt>
                <c:pt idx="32572">
                  <c:v>0.37699074074043892</c:v>
                </c:pt>
                <c:pt idx="32573">
                  <c:v>0.37700231480994262</c:v>
                </c:pt>
                <c:pt idx="32574">
                  <c:v>0.37701388888672227</c:v>
                </c:pt>
                <c:pt idx="32575">
                  <c:v>0.37702546296350192</c:v>
                </c:pt>
                <c:pt idx="32576">
                  <c:v>0.37703703703300562</c:v>
                </c:pt>
                <c:pt idx="32577">
                  <c:v>0.37704861110978527</c:v>
                </c:pt>
                <c:pt idx="32578">
                  <c:v>0.37706018517928896</c:v>
                </c:pt>
                <c:pt idx="32579">
                  <c:v>0.37707175925606862</c:v>
                </c:pt>
                <c:pt idx="32580">
                  <c:v>0.37708333333284827</c:v>
                </c:pt>
                <c:pt idx="32581">
                  <c:v>0.37709490740235196</c:v>
                </c:pt>
                <c:pt idx="32582">
                  <c:v>0.37710648147913162</c:v>
                </c:pt>
                <c:pt idx="32583">
                  <c:v>0.37711805555591127</c:v>
                </c:pt>
                <c:pt idx="32584">
                  <c:v>0.37712962962541496</c:v>
                </c:pt>
                <c:pt idx="32585">
                  <c:v>0.37714120370219462</c:v>
                </c:pt>
                <c:pt idx="32586">
                  <c:v>0.37715277777897427</c:v>
                </c:pt>
                <c:pt idx="32587">
                  <c:v>0.37716435184847796</c:v>
                </c:pt>
                <c:pt idx="32588">
                  <c:v>0.37717592592525762</c:v>
                </c:pt>
                <c:pt idx="32589">
                  <c:v>0.37718749999476131</c:v>
                </c:pt>
                <c:pt idx="32590">
                  <c:v>0.37719907407154096</c:v>
                </c:pt>
                <c:pt idx="32591">
                  <c:v>0.37721064814832062</c:v>
                </c:pt>
                <c:pt idx="32592">
                  <c:v>0.37722222221782431</c:v>
                </c:pt>
                <c:pt idx="32593">
                  <c:v>0.37723379629460396</c:v>
                </c:pt>
                <c:pt idx="32594">
                  <c:v>0.37724537037138361</c:v>
                </c:pt>
                <c:pt idx="32595">
                  <c:v>0.37725694444088731</c:v>
                </c:pt>
                <c:pt idx="32596">
                  <c:v>0.37726851851766696</c:v>
                </c:pt>
                <c:pt idx="32597">
                  <c:v>0.37728009258717066</c:v>
                </c:pt>
                <c:pt idx="32598">
                  <c:v>0.37729166666395031</c:v>
                </c:pt>
                <c:pt idx="32599">
                  <c:v>0.37730324074072996</c:v>
                </c:pt>
                <c:pt idx="32600">
                  <c:v>0.37731481481023366</c:v>
                </c:pt>
                <c:pt idx="32601">
                  <c:v>0.37732638888701331</c:v>
                </c:pt>
                <c:pt idx="32602">
                  <c:v>0.37733796296379296</c:v>
                </c:pt>
                <c:pt idx="32603">
                  <c:v>0.37734953703329666</c:v>
                </c:pt>
                <c:pt idx="32604">
                  <c:v>0.37736111111007631</c:v>
                </c:pt>
                <c:pt idx="32605">
                  <c:v>0.37737268517958</c:v>
                </c:pt>
                <c:pt idx="32606">
                  <c:v>0.37738425925635966</c:v>
                </c:pt>
                <c:pt idx="32607">
                  <c:v>0.37739583333313931</c:v>
                </c:pt>
                <c:pt idx="32608">
                  <c:v>0.377407407402643</c:v>
                </c:pt>
                <c:pt idx="32609">
                  <c:v>0.37741898147942265</c:v>
                </c:pt>
                <c:pt idx="32610">
                  <c:v>0.37743055555620231</c:v>
                </c:pt>
                <c:pt idx="32611">
                  <c:v>0.377442129625706</c:v>
                </c:pt>
                <c:pt idx="32612">
                  <c:v>0.37745370370248565</c:v>
                </c:pt>
                <c:pt idx="32613">
                  <c:v>0.37746527777198935</c:v>
                </c:pt>
                <c:pt idx="32614">
                  <c:v>0.377476851848769</c:v>
                </c:pt>
                <c:pt idx="32615">
                  <c:v>0.37748842592554865</c:v>
                </c:pt>
                <c:pt idx="32616">
                  <c:v>0.37749999999505235</c:v>
                </c:pt>
                <c:pt idx="32617">
                  <c:v>0.377511574071832</c:v>
                </c:pt>
                <c:pt idx="32618">
                  <c:v>0.37752314814861165</c:v>
                </c:pt>
                <c:pt idx="32619">
                  <c:v>0.37753472221811535</c:v>
                </c:pt>
                <c:pt idx="32620">
                  <c:v>0.377546296294895</c:v>
                </c:pt>
                <c:pt idx="32621">
                  <c:v>0.37755787037167465</c:v>
                </c:pt>
                <c:pt idx="32622">
                  <c:v>0.37756944444117835</c:v>
                </c:pt>
                <c:pt idx="32623">
                  <c:v>0.377581018517958</c:v>
                </c:pt>
                <c:pt idx="32624">
                  <c:v>0.3775925925874617</c:v>
                </c:pt>
                <c:pt idx="32625">
                  <c:v>0.37760416666424135</c:v>
                </c:pt>
                <c:pt idx="32626">
                  <c:v>0.377615740741021</c:v>
                </c:pt>
                <c:pt idx="32627">
                  <c:v>0.37762731481052469</c:v>
                </c:pt>
                <c:pt idx="32628">
                  <c:v>0.37763888888730435</c:v>
                </c:pt>
                <c:pt idx="32629">
                  <c:v>0.377650462964084</c:v>
                </c:pt>
                <c:pt idx="32630">
                  <c:v>0.37766203703358769</c:v>
                </c:pt>
                <c:pt idx="32631">
                  <c:v>0.37767361111036735</c:v>
                </c:pt>
                <c:pt idx="32632">
                  <c:v>0.37768518517987104</c:v>
                </c:pt>
                <c:pt idx="32633">
                  <c:v>0.37769675925665069</c:v>
                </c:pt>
                <c:pt idx="32634">
                  <c:v>0.37770833333343035</c:v>
                </c:pt>
                <c:pt idx="32635">
                  <c:v>0.37771990740293404</c:v>
                </c:pt>
                <c:pt idx="32636">
                  <c:v>0.37773148147971369</c:v>
                </c:pt>
                <c:pt idx="32637">
                  <c:v>0.37774305555649335</c:v>
                </c:pt>
                <c:pt idx="32638">
                  <c:v>0.37775462962599704</c:v>
                </c:pt>
                <c:pt idx="32639">
                  <c:v>0.37776620370277669</c:v>
                </c:pt>
                <c:pt idx="32640">
                  <c:v>0.37777777777228039</c:v>
                </c:pt>
                <c:pt idx="32641">
                  <c:v>0.37778935184906004</c:v>
                </c:pt>
                <c:pt idx="32642">
                  <c:v>0.37780092592583969</c:v>
                </c:pt>
                <c:pt idx="32643">
                  <c:v>0.37781249999534339</c:v>
                </c:pt>
                <c:pt idx="32644">
                  <c:v>0.37782407407212304</c:v>
                </c:pt>
                <c:pt idx="32645">
                  <c:v>0.37783564814890269</c:v>
                </c:pt>
                <c:pt idx="32646">
                  <c:v>0.37784722221840639</c:v>
                </c:pt>
                <c:pt idx="32647">
                  <c:v>0.37785879629518604</c:v>
                </c:pt>
                <c:pt idx="32648">
                  <c:v>0.37787037036468973</c:v>
                </c:pt>
                <c:pt idx="32649">
                  <c:v>0.37788194444146939</c:v>
                </c:pt>
                <c:pt idx="32650">
                  <c:v>0.37789351851824904</c:v>
                </c:pt>
                <c:pt idx="32651">
                  <c:v>0.37790509258775273</c:v>
                </c:pt>
                <c:pt idx="32652">
                  <c:v>0.37791666666453239</c:v>
                </c:pt>
                <c:pt idx="32653">
                  <c:v>0.37792824074131204</c:v>
                </c:pt>
                <c:pt idx="32654">
                  <c:v>0.37793981481081573</c:v>
                </c:pt>
                <c:pt idx="32655">
                  <c:v>0.37795138888759539</c:v>
                </c:pt>
                <c:pt idx="32656">
                  <c:v>0.37796296295709908</c:v>
                </c:pt>
                <c:pt idx="32657">
                  <c:v>0.37797453703387873</c:v>
                </c:pt>
                <c:pt idx="32658">
                  <c:v>0.37798611111065838</c:v>
                </c:pt>
                <c:pt idx="32659">
                  <c:v>0.37799768518016208</c:v>
                </c:pt>
                <c:pt idx="32660">
                  <c:v>0.37800925925694173</c:v>
                </c:pt>
                <c:pt idx="32661">
                  <c:v>0.37802083333372138</c:v>
                </c:pt>
                <c:pt idx="32662">
                  <c:v>0.37803240740322508</c:v>
                </c:pt>
                <c:pt idx="32663">
                  <c:v>0.37804398148000473</c:v>
                </c:pt>
                <c:pt idx="32664">
                  <c:v>0.37805555555678438</c:v>
                </c:pt>
                <c:pt idx="32665">
                  <c:v>0.37806712962628808</c:v>
                </c:pt>
                <c:pt idx="32666">
                  <c:v>0.37807870370306773</c:v>
                </c:pt>
                <c:pt idx="32667">
                  <c:v>0.37809027777257143</c:v>
                </c:pt>
                <c:pt idx="32668">
                  <c:v>0.37810185184935108</c:v>
                </c:pt>
                <c:pt idx="32669">
                  <c:v>0.37811342592613073</c:v>
                </c:pt>
                <c:pt idx="32670">
                  <c:v>0.37812499999563443</c:v>
                </c:pt>
                <c:pt idx="32671">
                  <c:v>0.37813657407241408</c:v>
                </c:pt>
                <c:pt idx="32672">
                  <c:v>0.37814814814919373</c:v>
                </c:pt>
                <c:pt idx="32673">
                  <c:v>0.37815972221869742</c:v>
                </c:pt>
                <c:pt idx="32674">
                  <c:v>0.37817129629547708</c:v>
                </c:pt>
                <c:pt idx="32675">
                  <c:v>0.37818287036498077</c:v>
                </c:pt>
                <c:pt idx="32676">
                  <c:v>0.37819444444176042</c:v>
                </c:pt>
                <c:pt idx="32677">
                  <c:v>0.37820601851854008</c:v>
                </c:pt>
                <c:pt idx="32678">
                  <c:v>0.37821759258804377</c:v>
                </c:pt>
                <c:pt idx="32679">
                  <c:v>0.37822916666482342</c:v>
                </c:pt>
                <c:pt idx="32680">
                  <c:v>0.37824074074160308</c:v>
                </c:pt>
                <c:pt idx="32681">
                  <c:v>0.37825231481110677</c:v>
                </c:pt>
                <c:pt idx="32682">
                  <c:v>0.37826388888788642</c:v>
                </c:pt>
                <c:pt idx="32683">
                  <c:v>0.37827546295739012</c:v>
                </c:pt>
                <c:pt idx="32684">
                  <c:v>0.37828703703416977</c:v>
                </c:pt>
                <c:pt idx="32685">
                  <c:v>0.37829861111094942</c:v>
                </c:pt>
                <c:pt idx="32686">
                  <c:v>0.37831018518045312</c:v>
                </c:pt>
                <c:pt idx="32687">
                  <c:v>0.37832175925723277</c:v>
                </c:pt>
                <c:pt idx="32688">
                  <c:v>0.37833333333401242</c:v>
                </c:pt>
                <c:pt idx="32689">
                  <c:v>0.37834490740351612</c:v>
                </c:pt>
                <c:pt idx="32690">
                  <c:v>0.37835648148029577</c:v>
                </c:pt>
                <c:pt idx="32691">
                  <c:v>0.37836805554979946</c:v>
                </c:pt>
                <c:pt idx="32692">
                  <c:v>0.37837962962657912</c:v>
                </c:pt>
                <c:pt idx="32693">
                  <c:v>0.37839120370335877</c:v>
                </c:pt>
                <c:pt idx="32694">
                  <c:v>0.37840277777286246</c:v>
                </c:pt>
                <c:pt idx="32695">
                  <c:v>0.37841435184964212</c:v>
                </c:pt>
                <c:pt idx="32696">
                  <c:v>0.37842592592642177</c:v>
                </c:pt>
                <c:pt idx="32697">
                  <c:v>0.37843749999592546</c:v>
                </c:pt>
                <c:pt idx="32698">
                  <c:v>0.37844907407270512</c:v>
                </c:pt>
                <c:pt idx="32699">
                  <c:v>0.37846064814948477</c:v>
                </c:pt>
                <c:pt idx="32700">
                  <c:v>0.37847222221898846</c:v>
                </c:pt>
                <c:pt idx="32701">
                  <c:v>0.37848379629576812</c:v>
                </c:pt>
                <c:pt idx="32702">
                  <c:v>0.37849537036527181</c:v>
                </c:pt>
                <c:pt idx="32703">
                  <c:v>0.37850694444205146</c:v>
                </c:pt>
                <c:pt idx="32704">
                  <c:v>0.37851851851883112</c:v>
                </c:pt>
                <c:pt idx="32705">
                  <c:v>0.37853009258833481</c:v>
                </c:pt>
                <c:pt idx="32706">
                  <c:v>0.37854166666511446</c:v>
                </c:pt>
                <c:pt idx="32707">
                  <c:v>0.37855324074189411</c:v>
                </c:pt>
                <c:pt idx="32708">
                  <c:v>0.37856481481139781</c:v>
                </c:pt>
                <c:pt idx="32709">
                  <c:v>0.37857638888817746</c:v>
                </c:pt>
                <c:pt idx="32710">
                  <c:v>0.37858796295768116</c:v>
                </c:pt>
                <c:pt idx="32711">
                  <c:v>0.37859953703446081</c:v>
                </c:pt>
                <c:pt idx="32712">
                  <c:v>0.37861111111124046</c:v>
                </c:pt>
                <c:pt idx="32713">
                  <c:v>0.37862268518074416</c:v>
                </c:pt>
                <c:pt idx="32714">
                  <c:v>0.37863425925752381</c:v>
                </c:pt>
                <c:pt idx="32715">
                  <c:v>0.37864583333430346</c:v>
                </c:pt>
                <c:pt idx="32716">
                  <c:v>0.37865740740380716</c:v>
                </c:pt>
                <c:pt idx="32717">
                  <c:v>0.37866898148058681</c:v>
                </c:pt>
                <c:pt idx="32718">
                  <c:v>0.3786805555500905</c:v>
                </c:pt>
                <c:pt idx="32719">
                  <c:v>0.37869212962687016</c:v>
                </c:pt>
                <c:pt idx="32720">
                  <c:v>0.37870370370364981</c:v>
                </c:pt>
                <c:pt idx="32721">
                  <c:v>0.3787152777731535</c:v>
                </c:pt>
                <c:pt idx="32722">
                  <c:v>0.37872685184993315</c:v>
                </c:pt>
                <c:pt idx="32723">
                  <c:v>0.37873842592671281</c:v>
                </c:pt>
                <c:pt idx="32724">
                  <c:v>0.3787499999962165</c:v>
                </c:pt>
                <c:pt idx="32725">
                  <c:v>0.37876157407299615</c:v>
                </c:pt>
                <c:pt idx="32726">
                  <c:v>0.37877314814249985</c:v>
                </c:pt>
                <c:pt idx="32727">
                  <c:v>0.3787847222192795</c:v>
                </c:pt>
                <c:pt idx="32728">
                  <c:v>0.37879629629605915</c:v>
                </c:pt>
                <c:pt idx="32729">
                  <c:v>0.37880787036556285</c:v>
                </c:pt>
                <c:pt idx="32730">
                  <c:v>0.3788194444423425</c:v>
                </c:pt>
                <c:pt idx="32731">
                  <c:v>0.37883101851912215</c:v>
                </c:pt>
                <c:pt idx="32732">
                  <c:v>0.37884259258862585</c:v>
                </c:pt>
                <c:pt idx="32733">
                  <c:v>0.3788541666654055</c:v>
                </c:pt>
                <c:pt idx="32734">
                  <c:v>0.3788657407349092</c:v>
                </c:pt>
                <c:pt idx="32735">
                  <c:v>0.37887731481168885</c:v>
                </c:pt>
                <c:pt idx="32736">
                  <c:v>0.3788888888884685</c:v>
                </c:pt>
                <c:pt idx="32737">
                  <c:v>0.37890046295797219</c:v>
                </c:pt>
                <c:pt idx="32738">
                  <c:v>0.37891203703475185</c:v>
                </c:pt>
                <c:pt idx="32739">
                  <c:v>0.3789236111115315</c:v>
                </c:pt>
                <c:pt idx="32740">
                  <c:v>0.37893518518103519</c:v>
                </c:pt>
                <c:pt idx="32741">
                  <c:v>0.37894675925781485</c:v>
                </c:pt>
                <c:pt idx="32742">
                  <c:v>0.3789583333345945</c:v>
                </c:pt>
                <c:pt idx="32743">
                  <c:v>0.37896990740409819</c:v>
                </c:pt>
                <c:pt idx="32744">
                  <c:v>0.37898148148087785</c:v>
                </c:pt>
                <c:pt idx="32745">
                  <c:v>0.37899305555038154</c:v>
                </c:pt>
                <c:pt idx="32746">
                  <c:v>0.37900462962716119</c:v>
                </c:pt>
                <c:pt idx="32747">
                  <c:v>0.37901620370394085</c:v>
                </c:pt>
                <c:pt idx="32748">
                  <c:v>0.37902777777344454</c:v>
                </c:pt>
                <c:pt idx="32749">
                  <c:v>0.37903935185022419</c:v>
                </c:pt>
                <c:pt idx="32750">
                  <c:v>0.37905092592700385</c:v>
                </c:pt>
                <c:pt idx="32751">
                  <c:v>0.37906249999650754</c:v>
                </c:pt>
                <c:pt idx="32752">
                  <c:v>0.37907407407328719</c:v>
                </c:pt>
                <c:pt idx="32753">
                  <c:v>0.37908564814279089</c:v>
                </c:pt>
                <c:pt idx="32754">
                  <c:v>0.37909722221957054</c:v>
                </c:pt>
                <c:pt idx="32755">
                  <c:v>0.37910879629635019</c:v>
                </c:pt>
                <c:pt idx="32756">
                  <c:v>0.37912037036585389</c:v>
                </c:pt>
                <c:pt idx="32757">
                  <c:v>0.37913194444263354</c:v>
                </c:pt>
                <c:pt idx="32758">
                  <c:v>0.37914351851941319</c:v>
                </c:pt>
                <c:pt idx="32759">
                  <c:v>0.37915509258891689</c:v>
                </c:pt>
                <c:pt idx="32760">
                  <c:v>0.37916666666569654</c:v>
                </c:pt>
                <c:pt idx="32761">
                  <c:v>0.37917824073520023</c:v>
                </c:pt>
                <c:pt idx="32762">
                  <c:v>0.37918981481197989</c:v>
                </c:pt>
                <c:pt idx="32763">
                  <c:v>0.37920138888875954</c:v>
                </c:pt>
                <c:pt idx="32764">
                  <c:v>0.37921296295826323</c:v>
                </c:pt>
                <c:pt idx="32765">
                  <c:v>0.37922453703504289</c:v>
                </c:pt>
                <c:pt idx="32766">
                  <c:v>0.37923611111182254</c:v>
                </c:pt>
                <c:pt idx="32767">
                  <c:v>0.37924768518132623</c:v>
                </c:pt>
                <c:pt idx="32768">
                  <c:v>0.37925925925810589</c:v>
                </c:pt>
                <c:pt idx="32769">
                  <c:v>0.37927083332760958</c:v>
                </c:pt>
                <c:pt idx="32770">
                  <c:v>0.37928240740438923</c:v>
                </c:pt>
                <c:pt idx="32771">
                  <c:v>0.37929398148116888</c:v>
                </c:pt>
                <c:pt idx="32772">
                  <c:v>0.37930555555067258</c:v>
                </c:pt>
                <c:pt idx="32773">
                  <c:v>0.37931712962745223</c:v>
                </c:pt>
                <c:pt idx="32774">
                  <c:v>0.37932870370423188</c:v>
                </c:pt>
                <c:pt idx="32775">
                  <c:v>0.37934027777373558</c:v>
                </c:pt>
                <c:pt idx="32776">
                  <c:v>0.37935185185051523</c:v>
                </c:pt>
                <c:pt idx="32777">
                  <c:v>0.37936342592001893</c:v>
                </c:pt>
                <c:pt idx="32778">
                  <c:v>0.37937499999679858</c:v>
                </c:pt>
                <c:pt idx="32779">
                  <c:v>0.37938657407357823</c:v>
                </c:pt>
                <c:pt idx="32780">
                  <c:v>0.37939814814308193</c:v>
                </c:pt>
                <c:pt idx="32781">
                  <c:v>0.37940972221986158</c:v>
                </c:pt>
                <c:pt idx="32782">
                  <c:v>0.37942129629664123</c:v>
                </c:pt>
                <c:pt idx="32783">
                  <c:v>0.37943287036614493</c:v>
                </c:pt>
                <c:pt idx="32784">
                  <c:v>0.37944444444292458</c:v>
                </c:pt>
                <c:pt idx="32785">
                  <c:v>0.37945601851970423</c:v>
                </c:pt>
                <c:pt idx="32786">
                  <c:v>0.37946759258920792</c:v>
                </c:pt>
                <c:pt idx="32787">
                  <c:v>0.37947916666598758</c:v>
                </c:pt>
                <c:pt idx="32788">
                  <c:v>0.37949074073549127</c:v>
                </c:pt>
                <c:pt idx="32789">
                  <c:v>0.37950231481227092</c:v>
                </c:pt>
                <c:pt idx="32790">
                  <c:v>0.37951388888905058</c:v>
                </c:pt>
                <c:pt idx="32791">
                  <c:v>0.37952546295855427</c:v>
                </c:pt>
                <c:pt idx="32792">
                  <c:v>0.37953703703533392</c:v>
                </c:pt>
                <c:pt idx="32793">
                  <c:v>0.37954861111211358</c:v>
                </c:pt>
                <c:pt idx="32794">
                  <c:v>0.37956018518161727</c:v>
                </c:pt>
                <c:pt idx="32795">
                  <c:v>0.37957175925839692</c:v>
                </c:pt>
                <c:pt idx="32796">
                  <c:v>0.37958333332790062</c:v>
                </c:pt>
                <c:pt idx="32797">
                  <c:v>0.37959490740468027</c:v>
                </c:pt>
                <c:pt idx="32798">
                  <c:v>0.37960648148145992</c:v>
                </c:pt>
                <c:pt idx="32799">
                  <c:v>0.37961805555096362</c:v>
                </c:pt>
                <c:pt idx="32800">
                  <c:v>0.37962962962774327</c:v>
                </c:pt>
                <c:pt idx="32801">
                  <c:v>0.37964120370452292</c:v>
                </c:pt>
                <c:pt idx="32802">
                  <c:v>0.37965277777402662</c:v>
                </c:pt>
                <c:pt idx="32803">
                  <c:v>0.37966435185080627</c:v>
                </c:pt>
                <c:pt idx="32804">
                  <c:v>0.37967592592030996</c:v>
                </c:pt>
                <c:pt idx="32805">
                  <c:v>0.37968749999708962</c:v>
                </c:pt>
                <c:pt idx="32806">
                  <c:v>0.37969907407386927</c:v>
                </c:pt>
                <c:pt idx="32807">
                  <c:v>0.37971064814337296</c:v>
                </c:pt>
                <c:pt idx="32808">
                  <c:v>0.37972222222015262</c:v>
                </c:pt>
                <c:pt idx="32809">
                  <c:v>0.37973379629693227</c:v>
                </c:pt>
                <c:pt idx="32810">
                  <c:v>0.37974537036643596</c:v>
                </c:pt>
                <c:pt idx="32811">
                  <c:v>0.37975694444321562</c:v>
                </c:pt>
                <c:pt idx="32812">
                  <c:v>0.37976851851271931</c:v>
                </c:pt>
                <c:pt idx="32813">
                  <c:v>0.37978009258949896</c:v>
                </c:pt>
                <c:pt idx="32814">
                  <c:v>0.37979166666627862</c:v>
                </c:pt>
                <c:pt idx="32815">
                  <c:v>0.37980324073578231</c:v>
                </c:pt>
                <c:pt idx="32816">
                  <c:v>0.37981481481256196</c:v>
                </c:pt>
                <c:pt idx="32817">
                  <c:v>0.37982638888934162</c:v>
                </c:pt>
                <c:pt idx="32818">
                  <c:v>0.37983796295884531</c:v>
                </c:pt>
                <c:pt idx="32819">
                  <c:v>0.37984953703562496</c:v>
                </c:pt>
                <c:pt idx="32820">
                  <c:v>0.37986111111240461</c:v>
                </c:pt>
                <c:pt idx="32821">
                  <c:v>0.37987268518190831</c:v>
                </c:pt>
                <c:pt idx="32822">
                  <c:v>0.37988425925868796</c:v>
                </c:pt>
                <c:pt idx="32823">
                  <c:v>0.37989583332819166</c:v>
                </c:pt>
                <c:pt idx="32824">
                  <c:v>0.37990740740497131</c:v>
                </c:pt>
                <c:pt idx="32825">
                  <c:v>0.37991898148175096</c:v>
                </c:pt>
                <c:pt idx="32826">
                  <c:v>0.37993055555125466</c:v>
                </c:pt>
                <c:pt idx="32827">
                  <c:v>0.37994212962803431</c:v>
                </c:pt>
                <c:pt idx="32828">
                  <c:v>0.37995370370481396</c:v>
                </c:pt>
                <c:pt idx="32829">
                  <c:v>0.37996527777431766</c:v>
                </c:pt>
                <c:pt idx="32830">
                  <c:v>0.37997685185109731</c:v>
                </c:pt>
                <c:pt idx="32831">
                  <c:v>0.379988425920601</c:v>
                </c:pt>
                <c:pt idx="32832">
                  <c:v>0.37999999999738066</c:v>
                </c:pt>
                <c:pt idx="32833">
                  <c:v>0.38001157407416031</c:v>
                </c:pt>
                <c:pt idx="32834">
                  <c:v>0.380023148143664</c:v>
                </c:pt>
                <c:pt idx="32835">
                  <c:v>0.38003472222044365</c:v>
                </c:pt>
                <c:pt idx="32836">
                  <c:v>0.38004629629722331</c:v>
                </c:pt>
                <c:pt idx="32837">
                  <c:v>0.380057870366727</c:v>
                </c:pt>
                <c:pt idx="32838">
                  <c:v>0.38006944444350665</c:v>
                </c:pt>
                <c:pt idx="32839">
                  <c:v>0.38008101851301035</c:v>
                </c:pt>
                <c:pt idx="32840">
                  <c:v>0.38009259258979</c:v>
                </c:pt>
                <c:pt idx="32841">
                  <c:v>0.38010416666656965</c:v>
                </c:pt>
                <c:pt idx="32842">
                  <c:v>0.38011574073607335</c:v>
                </c:pt>
                <c:pt idx="32843">
                  <c:v>0.380127314812853</c:v>
                </c:pt>
                <c:pt idx="32844">
                  <c:v>0.38013888888963265</c:v>
                </c:pt>
                <c:pt idx="32845">
                  <c:v>0.38015046295913635</c:v>
                </c:pt>
                <c:pt idx="32846">
                  <c:v>0.380162037035916</c:v>
                </c:pt>
                <c:pt idx="32847">
                  <c:v>0.3801736111054197</c:v>
                </c:pt>
                <c:pt idx="32848">
                  <c:v>0.38018518518219935</c:v>
                </c:pt>
                <c:pt idx="32849">
                  <c:v>0.380196759258979</c:v>
                </c:pt>
                <c:pt idx="32850">
                  <c:v>0.38020833332848269</c:v>
                </c:pt>
                <c:pt idx="32851">
                  <c:v>0.38021990740526235</c:v>
                </c:pt>
                <c:pt idx="32852">
                  <c:v>0.380231481482042</c:v>
                </c:pt>
                <c:pt idx="32853">
                  <c:v>0.38024305555154569</c:v>
                </c:pt>
                <c:pt idx="32854">
                  <c:v>0.38025462962832535</c:v>
                </c:pt>
                <c:pt idx="32855">
                  <c:v>0.38026620369782904</c:v>
                </c:pt>
                <c:pt idx="32856">
                  <c:v>0.38027777777460869</c:v>
                </c:pt>
                <c:pt idx="32857">
                  <c:v>0.38028935185138835</c:v>
                </c:pt>
                <c:pt idx="32858">
                  <c:v>0.38030092592089204</c:v>
                </c:pt>
                <c:pt idx="32859">
                  <c:v>0.38031249999767169</c:v>
                </c:pt>
                <c:pt idx="32860">
                  <c:v>0.38032407407445135</c:v>
                </c:pt>
                <c:pt idx="32861">
                  <c:v>0.38033564814395504</c:v>
                </c:pt>
                <c:pt idx="32862">
                  <c:v>0.38034722222073469</c:v>
                </c:pt>
                <c:pt idx="32863">
                  <c:v>0.38035879629751435</c:v>
                </c:pt>
                <c:pt idx="32864">
                  <c:v>0.38037037036701804</c:v>
                </c:pt>
                <c:pt idx="32865">
                  <c:v>0.38038194444379769</c:v>
                </c:pt>
                <c:pt idx="32866">
                  <c:v>0.38039351851330139</c:v>
                </c:pt>
                <c:pt idx="32867">
                  <c:v>0.38040509259008104</c:v>
                </c:pt>
                <c:pt idx="32868">
                  <c:v>0.38041666666686069</c:v>
                </c:pt>
                <c:pt idx="32869">
                  <c:v>0.38042824073636439</c:v>
                </c:pt>
                <c:pt idx="32870">
                  <c:v>0.38043981481314404</c:v>
                </c:pt>
                <c:pt idx="32871">
                  <c:v>0.38045138888992369</c:v>
                </c:pt>
                <c:pt idx="32872">
                  <c:v>0.38046296295942739</c:v>
                </c:pt>
                <c:pt idx="32873">
                  <c:v>0.38047453703620704</c:v>
                </c:pt>
                <c:pt idx="32874">
                  <c:v>0.38048611110571073</c:v>
                </c:pt>
                <c:pt idx="32875">
                  <c:v>0.38049768518249039</c:v>
                </c:pt>
                <c:pt idx="32876">
                  <c:v>0.38050925925927004</c:v>
                </c:pt>
                <c:pt idx="32877">
                  <c:v>0.38052083332877373</c:v>
                </c:pt>
                <c:pt idx="32878">
                  <c:v>0.38053240740555339</c:v>
                </c:pt>
                <c:pt idx="32879">
                  <c:v>0.38054398148233304</c:v>
                </c:pt>
                <c:pt idx="32880">
                  <c:v>0.38055555555183673</c:v>
                </c:pt>
                <c:pt idx="32881">
                  <c:v>0.38056712962861639</c:v>
                </c:pt>
                <c:pt idx="32882">
                  <c:v>0.38057870369812008</c:v>
                </c:pt>
                <c:pt idx="32883">
                  <c:v>0.38059027777489973</c:v>
                </c:pt>
                <c:pt idx="32884">
                  <c:v>0.38060185185167938</c:v>
                </c:pt>
                <c:pt idx="32885">
                  <c:v>0.38061342592118308</c:v>
                </c:pt>
                <c:pt idx="32886">
                  <c:v>0.38062499999796273</c:v>
                </c:pt>
                <c:pt idx="32887">
                  <c:v>0.38063657407474238</c:v>
                </c:pt>
                <c:pt idx="32888">
                  <c:v>0.38064814814424608</c:v>
                </c:pt>
                <c:pt idx="32889">
                  <c:v>0.38065972222102573</c:v>
                </c:pt>
                <c:pt idx="32890">
                  <c:v>0.38067129629052943</c:v>
                </c:pt>
                <c:pt idx="32891">
                  <c:v>0.38068287036730908</c:v>
                </c:pt>
                <c:pt idx="32892">
                  <c:v>0.38069444444408873</c:v>
                </c:pt>
                <c:pt idx="32893">
                  <c:v>0.38070601851359243</c:v>
                </c:pt>
                <c:pt idx="32894">
                  <c:v>0.38071759259037208</c:v>
                </c:pt>
                <c:pt idx="32895">
                  <c:v>0.38072916666715173</c:v>
                </c:pt>
                <c:pt idx="32896">
                  <c:v>0.38074074073665543</c:v>
                </c:pt>
                <c:pt idx="32897">
                  <c:v>0.38075231481343508</c:v>
                </c:pt>
                <c:pt idx="32898">
                  <c:v>0.38076388889021473</c:v>
                </c:pt>
                <c:pt idx="32899">
                  <c:v>0.38077546295971842</c:v>
                </c:pt>
                <c:pt idx="32900">
                  <c:v>0.38078703703649808</c:v>
                </c:pt>
                <c:pt idx="32901">
                  <c:v>0.38079861110600177</c:v>
                </c:pt>
                <c:pt idx="32902">
                  <c:v>0.38081018518278142</c:v>
                </c:pt>
                <c:pt idx="32903">
                  <c:v>0.38082175925956108</c:v>
                </c:pt>
                <c:pt idx="32904">
                  <c:v>0.38083333332906477</c:v>
                </c:pt>
                <c:pt idx="32905">
                  <c:v>0.38084490740584442</c:v>
                </c:pt>
                <c:pt idx="32906">
                  <c:v>0.38085648148262408</c:v>
                </c:pt>
                <c:pt idx="32907">
                  <c:v>0.38086805555212777</c:v>
                </c:pt>
                <c:pt idx="32908">
                  <c:v>0.38087962962890742</c:v>
                </c:pt>
                <c:pt idx="32909">
                  <c:v>0.38089120369841112</c:v>
                </c:pt>
                <c:pt idx="32910">
                  <c:v>0.38090277777519077</c:v>
                </c:pt>
                <c:pt idx="32911">
                  <c:v>0.38091435185197042</c:v>
                </c:pt>
                <c:pt idx="32912">
                  <c:v>0.38092592592147412</c:v>
                </c:pt>
                <c:pt idx="32913">
                  <c:v>0.38093749999825377</c:v>
                </c:pt>
                <c:pt idx="32914">
                  <c:v>0.38094907407503342</c:v>
                </c:pt>
                <c:pt idx="32915">
                  <c:v>0.38096064814453712</c:v>
                </c:pt>
                <c:pt idx="32916">
                  <c:v>0.38097222222131677</c:v>
                </c:pt>
                <c:pt idx="32917">
                  <c:v>0.38098379629082046</c:v>
                </c:pt>
                <c:pt idx="32918">
                  <c:v>0.38099537036760012</c:v>
                </c:pt>
                <c:pt idx="32919">
                  <c:v>0.38100694444437977</c:v>
                </c:pt>
                <c:pt idx="32920">
                  <c:v>0.38101851851388346</c:v>
                </c:pt>
                <c:pt idx="32921">
                  <c:v>0.38103009259066312</c:v>
                </c:pt>
                <c:pt idx="32922">
                  <c:v>0.38104166666744277</c:v>
                </c:pt>
                <c:pt idx="32923">
                  <c:v>0.38105324073694646</c:v>
                </c:pt>
                <c:pt idx="32924">
                  <c:v>0.38106481481372612</c:v>
                </c:pt>
                <c:pt idx="32925">
                  <c:v>0.38107638888322981</c:v>
                </c:pt>
                <c:pt idx="32926">
                  <c:v>0.38108796296000946</c:v>
                </c:pt>
                <c:pt idx="32927">
                  <c:v>0.38109953703678912</c:v>
                </c:pt>
                <c:pt idx="32928">
                  <c:v>0.38111111110629281</c:v>
                </c:pt>
                <c:pt idx="32929">
                  <c:v>0.38112268518307246</c:v>
                </c:pt>
                <c:pt idx="32930">
                  <c:v>0.38113425925985212</c:v>
                </c:pt>
                <c:pt idx="32931">
                  <c:v>0.38114583332935581</c:v>
                </c:pt>
                <c:pt idx="32932">
                  <c:v>0.38115740740613546</c:v>
                </c:pt>
                <c:pt idx="32933">
                  <c:v>0.38116898147563916</c:v>
                </c:pt>
                <c:pt idx="32934">
                  <c:v>0.38118055555241881</c:v>
                </c:pt>
                <c:pt idx="32935">
                  <c:v>0.38119212962919846</c:v>
                </c:pt>
                <c:pt idx="32936">
                  <c:v>0.38120370369870216</c:v>
                </c:pt>
                <c:pt idx="32937">
                  <c:v>0.38121527777548181</c:v>
                </c:pt>
                <c:pt idx="32938">
                  <c:v>0.38122685185226146</c:v>
                </c:pt>
                <c:pt idx="32939">
                  <c:v>0.38123842592176516</c:v>
                </c:pt>
                <c:pt idx="32940">
                  <c:v>0.38124999999854481</c:v>
                </c:pt>
                <c:pt idx="32941">
                  <c:v>0.38126157407532446</c:v>
                </c:pt>
                <c:pt idx="32942">
                  <c:v>0.38127314814482816</c:v>
                </c:pt>
                <c:pt idx="32943">
                  <c:v>0.38128472222160781</c:v>
                </c:pt>
                <c:pt idx="32944">
                  <c:v>0.3812962962911115</c:v>
                </c:pt>
                <c:pt idx="32945">
                  <c:v>0.38130787036789116</c:v>
                </c:pt>
                <c:pt idx="32946">
                  <c:v>0.38131944444467081</c:v>
                </c:pt>
                <c:pt idx="32947">
                  <c:v>0.3813310185141745</c:v>
                </c:pt>
                <c:pt idx="32948">
                  <c:v>0.38134259259095415</c:v>
                </c:pt>
                <c:pt idx="32949">
                  <c:v>0.38135416666773381</c:v>
                </c:pt>
                <c:pt idx="32950">
                  <c:v>0.3813657407372375</c:v>
                </c:pt>
                <c:pt idx="32951">
                  <c:v>0.38137731481401715</c:v>
                </c:pt>
                <c:pt idx="32952">
                  <c:v>0.38138888888352085</c:v>
                </c:pt>
                <c:pt idx="32953">
                  <c:v>0.3814004629603005</c:v>
                </c:pt>
                <c:pt idx="32954">
                  <c:v>0.38141203703708015</c:v>
                </c:pt>
                <c:pt idx="32955">
                  <c:v>0.38142361110658385</c:v>
                </c:pt>
                <c:pt idx="32956">
                  <c:v>0.3814351851833635</c:v>
                </c:pt>
                <c:pt idx="32957">
                  <c:v>0.38144675926014315</c:v>
                </c:pt>
                <c:pt idx="32958">
                  <c:v>0.38145833332964685</c:v>
                </c:pt>
                <c:pt idx="32959">
                  <c:v>0.3814699074064265</c:v>
                </c:pt>
                <c:pt idx="32960">
                  <c:v>0.3814814814759302</c:v>
                </c:pt>
                <c:pt idx="32961">
                  <c:v>0.38149305555270985</c:v>
                </c:pt>
                <c:pt idx="32962">
                  <c:v>0.3815046296294895</c:v>
                </c:pt>
                <c:pt idx="32963">
                  <c:v>0.38151620369899319</c:v>
                </c:pt>
                <c:pt idx="32964">
                  <c:v>0.38152777777577285</c:v>
                </c:pt>
                <c:pt idx="32965">
                  <c:v>0.3815393518525525</c:v>
                </c:pt>
                <c:pt idx="32966">
                  <c:v>0.38155092592205619</c:v>
                </c:pt>
                <c:pt idx="32967">
                  <c:v>0.38156249999883585</c:v>
                </c:pt>
                <c:pt idx="32968">
                  <c:v>0.38157407406833954</c:v>
                </c:pt>
                <c:pt idx="32969">
                  <c:v>0.38158564814511919</c:v>
                </c:pt>
                <c:pt idx="32970">
                  <c:v>0.38159722222189885</c:v>
                </c:pt>
                <c:pt idx="32971">
                  <c:v>0.38160879629140254</c:v>
                </c:pt>
                <c:pt idx="32972">
                  <c:v>0.38162037036818219</c:v>
                </c:pt>
                <c:pt idx="32973">
                  <c:v>0.38163194444496185</c:v>
                </c:pt>
                <c:pt idx="32974">
                  <c:v>0.38164351851446554</c:v>
                </c:pt>
                <c:pt idx="32975">
                  <c:v>0.38165509259124519</c:v>
                </c:pt>
                <c:pt idx="32976">
                  <c:v>0.38166666666074889</c:v>
                </c:pt>
                <c:pt idx="32977">
                  <c:v>0.38167824073752854</c:v>
                </c:pt>
                <c:pt idx="32978">
                  <c:v>0.38168981481430819</c:v>
                </c:pt>
                <c:pt idx="32979">
                  <c:v>0.38170138888381189</c:v>
                </c:pt>
                <c:pt idx="32980">
                  <c:v>0.38171296296059154</c:v>
                </c:pt>
                <c:pt idx="32981">
                  <c:v>0.38172453703737119</c:v>
                </c:pt>
                <c:pt idx="32982">
                  <c:v>0.38173611110687489</c:v>
                </c:pt>
                <c:pt idx="32983">
                  <c:v>0.38174768518365454</c:v>
                </c:pt>
                <c:pt idx="32984">
                  <c:v>0.38175925926043419</c:v>
                </c:pt>
                <c:pt idx="32985">
                  <c:v>0.38177083332993789</c:v>
                </c:pt>
                <c:pt idx="32986">
                  <c:v>0.38178240740671754</c:v>
                </c:pt>
                <c:pt idx="32987">
                  <c:v>0.38179398147622123</c:v>
                </c:pt>
                <c:pt idx="32988">
                  <c:v>0.38180555555300089</c:v>
                </c:pt>
                <c:pt idx="32989">
                  <c:v>0.38181712962978054</c:v>
                </c:pt>
                <c:pt idx="32990">
                  <c:v>0.38182870369928423</c:v>
                </c:pt>
                <c:pt idx="32991">
                  <c:v>0.38184027777606389</c:v>
                </c:pt>
                <c:pt idx="32992">
                  <c:v>0.38185185185284354</c:v>
                </c:pt>
                <c:pt idx="32993">
                  <c:v>0.38186342592234723</c:v>
                </c:pt>
                <c:pt idx="32994">
                  <c:v>0.38187499999912689</c:v>
                </c:pt>
                <c:pt idx="32995">
                  <c:v>0.38188657406863058</c:v>
                </c:pt>
                <c:pt idx="32996">
                  <c:v>0.38189814814541023</c:v>
                </c:pt>
                <c:pt idx="32997">
                  <c:v>0.38190972222218988</c:v>
                </c:pt>
                <c:pt idx="32998">
                  <c:v>0.38192129629169358</c:v>
                </c:pt>
                <c:pt idx="32999">
                  <c:v>0.38193287036847323</c:v>
                </c:pt>
                <c:pt idx="33000">
                  <c:v>0.38194444444525288</c:v>
                </c:pt>
                <c:pt idx="33001">
                  <c:v>0.38195601851475658</c:v>
                </c:pt>
                <c:pt idx="33002">
                  <c:v>0.38196759259153623</c:v>
                </c:pt>
                <c:pt idx="33003">
                  <c:v>0.38197916666103993</c:v>
                </c:pt>
                <c:pt idx="33004">
                  <c:v>0.38199074073781958</c:v>
                </c:pt>
                <c:pt idx="33005">
                  <c:v>0.38200231481459923</c:v>
                </c:pt>
                <c:pt idx="33006">
                  <c:v>0.38201388888410293</c:v>
                </c:pt>
                <c:pt idx="33007">
                  <c:v>0.38202546296088258</c:v>
                </c:pt>
                <c:pt idx="33008">
                  <c:v>0.38203703703766223</c:v>
                </c:pt>
                <c:pt idx="33009">
                  <c:v>0.38204861110716593</c:v>
                </c:pt>
                <c:pt idx="33010">
                  <c:v>0.38206018518394558</c:v>
                </c:pt>
                <c:pt idx="33011">
                  <c:v>0.38207175925344927</c:v>
                </c:pt>
                <c:pt idx="33012">
                  <c:v>0.38208333333022892</c:v>
                </c:pt>
                <c:pt idx="33013">
                  <c:v>0.38209490740700858</c:v>
                </c:pt>
                <c:pt idx="33014">
                  <c:v>0.38210648147651227</c:v>
                </c:pt>
                <c:pt idx="33015">
                  <c:v>0.38211805555329192</c:v>
                </c:pt>
                <c:pt idx="33016">
                  <c:v>0.38212962963007158</c:v>
                </c:pt>
                <c:pt idx="33017">
                  <c:v>0.38214120369957527</c:v>
                </c:pt>
                <c:pt idx="33018">
                  <c:v>0.38215277777635492</c:v>
                </c:pt>
                <c:pt idx="33019">
                  <c:v>0.38216435185313458</c:v>
                </c:pt>
                <c:pt idx="33020">
                  <c:v>0.38217592592263827</c:v>
                </c:pt>
                <c:pt idx="33021">
                  <c:v>0.38218749999941792</c:v>
                </c:pt>
                <c:pt idx="33022">
                  <c:v>0.38219907406892162</c:v>
                </c:pt>
                <c:pt idx="33023">
                  <c:v>0.38221064814570127</c:v>
                </c:pt>
                <c:pt idx="33024">
                  <c:v>0.38222222222248092</c:v>
                </c:pt>
                <c:pt idx="33025">
                  <c:v>0.38223379629198462</c:v>
                </c:pt>
                <c:pt idx="33026">
                  <c:v>0.38224537036876427</c:v>
                </c:pt>
                <c:pt idx="33027">
                  <c:v>0.38225694444554392</c:v>
                </c:pt>
                <c:pt idx="33028">
                  <c:v>0.38226851851504762</c:v>
                </c:pt>
                <c:pt idx="33029">
                  <c:v>0.38228009259182727</c:v>
                </c:pt>
                <c:pt idx="33030">
                  <c:v>0.38229166666133096</c:v>
                </c:pt>
                <c:pt idx="33031">
                  <c:v>0.38230324073811062</c:v>
                </c:pt>
                <c:pt idx="33032">
                  <c:v>0.38231481481489027</c:v>
                </c:pt>
                <c:pt idx="33033">
                  <c:v>0.38232638888439396</c:v>
                </c:pt>
                <c:pt idx="33034">
                  <c:v>0.38233796296117362</c:v>
                </c:pt>
                <c:pt idx="33035">
                  <c:v>0.38234953703795327</c:v>
                </c:pt>
                <c:pt idx="33036">
                  <c:v>0.38236111110745696</c:v>
                </c:pt>
                <c:pt idx="33037">
                  <c:v>0.38237268518423662</c:v>
                </c:pt>
                <c:pt idx="33038">
                  <c:v>0.38238425925374031</c:v>
                </c:pt>
                <c:pt idx="33039">
                  <c:v>0.38239583333051996</c:v>
                </c:pt>
                <c:pt idx="33040">
                  <c:v>0.38240740740729962</c:v>
                </c:pt>
                <c:pt idx="33041">
                  <c:v>0.38241898147680331</c:v>
                </c:pt>
                <c:pt idx="33042">
                  <c:v>0.38243055555358296</c:v>
                </c:pt>
                <c:pt idx="33043">
                  <c:v>0.38244212963036261</c:v>
                </c:pt>
                <c:pt idx="33044">
                  <c:v>0.38245370369986631</c:v>
                </c:pt>
                <c:pt idx="33045">
                  <c:v>0.38246527777664596</c:v>
                </c:pt>
                <c:pt idx="33046">
                  <c:v>0.38247685184614966</c:v>
                </c:pt>
                <c:pt idx="33047">
                  <c:v>0.38248842592292931</c:v>
                </c:pt>
                <c:pt idx="33048">
                  <c:v>0.38249999999970896</c:v>
                </c:pt>
                <c:pt idx="33049">
                  <c:v>0.38251157406921266</c:v>
                </c:pt>
                <c:pt idx="33050">
                  <c:v>0.38252314814599231</c:v>
                </c:pt>
                <c:pt idx="33051">
                  <c:v>0.38253472222277196</c:v>
                </c:pt>
                <c:pt idx="33052">
                  <c:v>0.38254629629227566</c:v>
                </c:pt>
                <c:pt idx="33053">
                  <c:v>0.38255787036905531</c:v>
                </c:pt>
                <c:pt idx="33054">
                  <c:v>0.382569444438559</c:v>
                </c:pt>
                <c:pt idx="33055">
                  <c:v>0.38258101851533866</c:v>
                </c:pt>
                <c:pt idx="33056">
                  <c:v>0.38259259259211831</c:v>
                </c:pt>
                <c:pt idx="33057">
                  <c:v>0.382604166661622</c:v>
                </c:pt>
                <c:pt idx="33058">
                  <c:v>0.38261574073840166</c:v>
                </c:pt>
                <c:pt idx="33059">
                  <c:v>0.38262731481518131</c:v>
                </c:pt>
                <c:pt idx="33060">
                  <c:v>0.382638888884685</c:v>
                </c:pt>
                <c:pt idx="33061">
                  <c:v>0.38265046296146465</c:v>
                </c:pt>
                <c:pt idx="33062">
                  <c:v>0.38266203703824431</c:v>
                </c:pt>
                <c:pt idx="33063">
                  <c:v>0.382673611107748</c:v>
                </c:pt>
                <c:pt idx="33064">
                  <c:v>0.38268518518452765</c:v>
                </c:pt>
                <c:pt idx="33065">
                  <c:v>0.38269675925403135</c:v>
                </c:pt>
                <c:pt idx="33066">
                  <c:v>0.382708333330811</c:v>
                </c:pt>
                <c:pt idx="33067">
                  <c:v>0.38271990740759065</c:v>
                </c:pt>
                <c:pt idx="33068">
                  <c:v>0.38273148147709435</c:v>
                </c:pt>
                <c:pt idx="33069">
                  <c:v>0.382743055553874</c:v>
                </c:pt>
                <c:pt idx="33070">
                  <c:v>0.38275462963065365</c:v>
                </c:pt>
                <c:pt idx="33071">
                  <c:v>0.38276620370015735</c:v>
                </c:pt>
                <c:pt idx="33072">
                  <c:v>0.382777777776937</c:v>
                </c:pt>
                <c:pt idx="33073">
                  <c:v>0.3827893518464407</c:v>
                </c:pt>
                <c:pt idx="33074">
                  <c:v>0.38280092592322035</c:v>
                </c:pt>
                <c:pt idx="33075">
                  <c:v>0.3828125</c:v>
                </c:pt>
                <c:pt idx="33076">
                  <c:v>0.38282407406950369</c:v>
                </c:pt>
                <c:pt idx="33077">
                  <c:v>0.38283564814628335</c:v>
                </c:pt>
                <c:pt idx="33078">
                  <c:v>0.382847222223063</c:v>
                </c:pt>
                <c:pt idx="33079">
                  <c:v>0.38285879629256669</c:v>
                </c:pt>
                <c:pt idx="33080">
                  <c:v>0.38287037036934635</c:v>
                </c:pt>
                <c:pt idx="33081">
                  <c:v>0.38288194443885004</c:v>
                </c:pt>
                <c:pt idx="33082">
                  <c:v>0.38289351851562969</c:v>
                </c:pt>
                <c:pt idx="33083">
                  <c:v>0.38290509259240935</c:v>
                </c:pt>
                <c:pt idx="33084">
                  <c:v>0.38291666666191304</c:v>
                </c:pt>
                <c:pt idx="33085">
                  <c:v>0.38292824073869269</c:v>
                </c:pt>
                <c:pt idx="33086">
                  <c:v>0.38293981481547235</c:v>
                </c:pt>
                <c:pt idx="33087">
                  <c:v>0.38295138888497604</c:v>
                </c:pt>
                <c:pt idx="33088">
                  <c:v>0.38296296296175569</c:v>
                </c:pt>
                <c:pt idx="33089">
                  <c:v>0.38297453703125939</c:v>
                </c:pt>
                <c:pt idx="33090">
                  <c:v>0.38298611110803904</c:v>
                </c:pt>
                <c:pt idx="33091">
                  <c:v>0.38299768518481869</c:v>
                </c:pt>
                <c:pt idx="33092">
                  <c:v>0.38300925925432239</c:v>
                </c:pt>
                <c:pt idx="33093">
                  <c:v>0.38302083333110204</c:v>
                </c:pt>
                <c:pt idx="33094">
                  <c:v>0.38303240740788169</c:v>
                </c:pt>
                <c:pt idx="33095">
                  <c:v>0.38304398147738539</c:v>
                </c:pt>
                <c:pt idx="33096">
                  <c:v>0.38305555555416504</c:v>
                </c:pt>
                <c:pt idx="33097">
                  <c:v>0.38306712963094469</c:v>
                </c:pt>
                <c:pt idx="33098">
                  <c:v>0.38307870370044839</c:v>
                </c:pt>
                <c:pt idx="33099">
                  <c:v>0.38309027777722804</c:v>
                </c:pt>
                <c:pt idx="33100">
                  <c:v>0.38310185184673173</c:v>
                </c:pt>
                <c:pt idx="33101">
                  <c:v>0.38311342592351139</c:v>
                </c:pt>
                <c:pt idx="33102">
                  <c:v>0.38312500000029104</c:v>
                </c:pt>
                <c:pt idx="33103">
                  <c:v>0.38313657406979473</c:v>
                </c:pt>
                <c:pt idx="33104">
                  <c:v>0.38314814814657439</c:v>
                </c:pt>
                <c:pt idx="33105">
                  <c:v>0.38315972222335404</c:v>
                </c:pt>
                <c:pt idx="33106">
                  <c:v>0.38317129629285773</c:v>
                </c:pt>
                <c:pt idx="33107">
                  <c:v>0.38318287036963739</c:v>
                </c:pt>
                <c:pt idx="33108">
                  <c:v>0.38319444443914108</c:v>
                </c:pt>
                <c:pt idx="33109">
                  <c:v>0.38320601851592073</c:v>
                </c:pt>
                <c:pt idx="33110">
                  <c:v>0.38321759259270038</c:v>
                </c:pt>
                <c:pt idx="33111">
                  <c:v>0.38322916666220408</c:v>
                </c:pt>
                <c:pt idx="33112">
                  <c:v>0.38324074073898373</c:v>
                </c:pt>
                <c:pt idx="33113">
                  <c:v>0.38325231481576338</c:v>
                </c:pt>
                <c:pt idx="33114">
                  <c:v>0.38326388888526708</c:v>
                </c:pt>
                <c:pt idx="33115">
                  <c:v>0.38327546296204673</c:v>
                </c:pt>
                <c:pt idx="33116">
                  <c:v>0.38328703703155043</c:v>
                </c:pt>
                <c:pt idx="33117">
                  <c:v>0.38329861110833008</c:v>
                </c:pt>
                <c:pt idx="33118">
                  <c:v>0.38331018518510973</c:v>
                </c:pt>
                <c:pt idx="33119">
                  <c:v>0.38332175925461343</c:v>
                </c:pt>
                <c:pt idx="33120">
                  <c:v>0.38333333333139308</c:v>
                </c:pt>
                <c:pt idx="33121">
                  <c:v>0.38334490740817273</c:v>
                </c:pt>
                <c:pt idx="33122">
                  <c:v>0.38335648147767643</c:v>
                </c:pt>
                <c:pt idx="33123">
                  <c:v>0.38336805555445608</c:v>
                </c:pt>
                <c:pt idx="33124">
                  <c:v>0.38337962962395977</c:v>
                </c:pt>
                <c:pt idx="33125">
                  <c:v>0.38339120370073942</c:v>
                </c:pt>
                <c:pt idx="33126">
                  <c:v>0.38340277777751908</c:v>
                </c:pt>
                <c:pt idx="33127">
                  <c:v>0.38341435184702277</c:v>
                </c:pt>
                <c:pt idx="33128">
                  <c:v>0.38342592592380242</c:v>
                </c:pt>
                <c:pt idx="33129">
                  <c:v>0.38343750000058208</c:v>
                </c:pt>
                <c:pt idx="33130">
                  <c:v>0.38344907407008577</c:v>
                </c:pt>
                <c:pt idx="33131">
                  <c:v>0.38346064814686542</c:v>
                </c:pt>
                <c:pt idx="33132">
                  <c:v>0.38347222221636912</c:v>
                </c:pt>
                <c:pt idx="33133">
                  <c:v>0.38348379629314877</c:v>
                </c:pt>
                <c:pt idx="33134">
                  <c:v>0.38349537036992842</c:v>
                </c:pt>
                <c:pt idx="33135">
                  <c:v>0.38350694443943212</c:v>
                </c:pt>
                <c:pt idx="33136">
                  <c:v>0.38351851851621177</c:v>
                </c:pt>
                <c:pt idx="33137">
                  <c:v>0.38353009259299142</c:v>
                </c:pt>
                <c:pt idx="33138">
                  <c:v>0.38354166666249512</c:v>
                </c:pt>
                <c:pt idx="33139">
                  <c:v>0.38355324073927477</c:v>
                </c:pt>
                <c:pt idx="33140">
                  <c:v>0.38356481481605442</c:v>
                </c:pt>
                <c:pt idx="33141">
                  <c:v>0.38357638888555812</c:v>
                </c:pt>
                <c:pt idx="33142">
                  <c:v>0.38358796296233777</c:v>
                </c:pt>
                <c:pt idx="33143">
                  <c:v>0.38359953703184146</c:v>
                </c:pt>
                <c:pt idx="33144">
                  <c:v>0.38361111110862112</c:v>
                </c:pt>
                <c:pt idx="33145">
                  <c:v>0.38362268518540077</c:v>
                </c:pt>
                <c:pt idx="33146">
                  <c:v>0.38363425925490446</c:v>
                </c:pt>
                <c:pt idx="33147">
                  <c:v>0.38364583333168412</c:v>
                </c:pt>
                <c:pt idx="33148">
                  <c:v>0.38365740740846377</c:v>
                </c:pt>
                <c:pt idx="33149">
                  <c:v>0.38366898147796746</c:v>
                </c:pt>
                <c:pt idx="33150">
                  <c:v>0.38368055555474712</c:v>
                </c:pt>
                <c:pt idx="33151">
                  <c:v>0.38369212962425081</c:v>
                </c:pt>
                <c:pt idx="33152">
                  <c:v>0.38370370370103046</c:v>
                </c:pt>
                <c:pt idx="33153">
                  <c:v>0.38371527777781012</c:v>
                </c:pt>
                <c:pt idx="33154">
                  <c:v>0.38372685184731381</c:v>
                </c:pt>
                <c:pt idx="33155">
                  <c:v>0.38373842592409346</c:v>
                </c:pt>
                <c:pt idx="33156">
                  <c:v>0.38375000000087311</c:v>
                </c:pt>
                <c:pt idx="33157">
                  <c:v>0.38376157407037681</c:v>
                </c:pt>
                <c:pt idx="33158">
                  <c:v>0.38377314814715646</c:v>
                </c:pt>
                <c:pt idx="33159">
                  <c:v>0.38378472221666016</c:v>
                </c:pt>
                <c:pt idx="33160">
                  <c:v>0.38379629629343981</c:v>
                </c:pt>
                <c:pt idx="33161">
                  <c:v>0.38380787037021946</c:v>
                </c:pt>
                <c:pt idx="33162">
                  <c:v>0.38381944443972316</c:v>
                </c:pt>
                <c:pt idx="33163">
                  <c:v>0.38383101851650281</c:v>
                </c:pt>
                <c:pt idx="33164">
                  <c:v>0.38384259259328246</c:v>
                </c:pt>
                <c:pt idx="33165">
                  <c:v>0.38385416666278616</c:v>
                </c:pt>
                <c:pt idx="33166">
                  <c:v>0.38386574073956581</c:v>
                </c:pt>
                <c:pt idx="33167">
                  <c:v>0.3838773148090695</c:v>
                </c:pt>
                <c:pt idx="33168">
                  <c:v>0.38388888888584916</c:v>
                </c:pt>
                <c:pt idx="33169">
                  <c:v>0.38390046296262881</c:v>
                </c:pt>
                <c:pt idx="33170">
                  <c:v>0.3839120370321325</c:v>
                </c:pt>
                <c:pt idx="33171">
                  <c:v>0.38392361110891216</c:v>
                </c:pt>
                <c:pt idx="33172">
                  <c:v>0.38393518518569181</c:v>
                </c:pt>
                <c:pt idx="33173">
                  <c:v>0.3839467592551955</c:v>
                </c:pt>
                <c:pt idx="33174">
                  <c:v>0.38395833333197515</c:v>
                </c:pt>
                <c:pt idx="33175">
                  <c:v>0.38396990740147885</c:v>
                </c:pt>
                <c:pt idx="33176">
                  <c:v>0.3839814814782585</c:v>
                </c:pt>
                <c:pt idx="33177">
                  <c:v>0.38399305555503815</c:v>
                </c:pt>
                <c:pt idx="33178">
                  <c:v>0.38400462962454185</c:v>
                </c:pt>
                <c:pt idx="33179">
                  <c:v>0.3840162037013215</c:v>
                </c:pt>
                <c:pt idx="33180">
                  <c:v>0.38402777777810115</c:v>
                </c:pt>
                <c:pt idx="33181">
                  <c:v>0.38403935184760485</c:v>
                </c:pt>
                <c:pt idx="33182">
                  <c:v>0.3840509259243845</c:v>
                </c:pt>
                <c:pt idx="33183">
                  <c:v>0.38406250000116415</c:v>
                </c:pt>
                <c:pt idx="33184">
                  <c:v>0.38407407407066785</c:v>
                </c:pt>
                <c:pt idx="33185">
                  <c:v>0.3840856481474475</c:v>
                </c:pt>
                <c:pt idx="33186">
                  <c:v>0.3840972222169512</c:v>
                </c:pt>
                <c:pt idx="33187">
                  <c:v>0.38410879629373085</c:v>
                </c:pt>
                <c:pt idx="33188">
                  <c:v>0.3841203703705105</c:v>
                </c:pt>
                <c:pt idx="33189">
                  <c:v>0.38413194444001419</c:v>
                </c:pt>
                <c:pt idx="33190">
                  <c:v>0.38414351851679385</c:v>
                </c:pt>
                <c:pt idx="33191">
                  <c:v>0.3841550925935735</c:v>
                </c:pt>
                <c:pt idx="33192">
                  <c:v>0.38416666666307719</c:v>
                </c:pt>
                <c:pt idx="33193">
                  <c:v>0.38417824073985685</c:v>
                </c:pt>
                <c:pt idx="33194">
                  <c:v>0.38418981480936054</c:v>
                </c:pt>
                <c:pt idx="33195">
                  <c:v>0.38420138888614019</c:v>
                </c:pt>
                <c:pt idx="33196">
                  <c:v>0.38421296296291985</c:v>
                </c:pt>
                <c:pt idx="33197">
                  <c:v>0.38422453703242354</c:v>
                </c:pt>
                <c:pt idx="33198">
                  <c:v>0.38423611110920319</c:v>
                </c:pt>
                <c:pt idx="33199">
                  <c:v>0.38424768518598285</c:v>
                </c:pt>
                <c:pt idx="33200">
                  <c:v>0.38425925925548654</c:v>
                </c:pt>
                <c:pt idx="33201">
                  <c:v>0.38427083333226619</c:v>
                </c:pt>
                <c:pt idx="33202">
                  <c:v>0.38428240740176989</c:v>
                </c:pt>
                <c:pt idx="33203">
                  <c:v>0.38429398147854954</c:v>
                </c:pt>
                <c:pt idx="33204">
                  <c:v>0.38430555555532919</c:v>
                </c:pt>
                <c:pt idx="33205">
                  <c:v>0.38431712962483289</c:v>
                </c:pt>
                <c:pt idx="33206">
                  <c:v>0.38432870370161254</c:v>
                </c:pt>
                <c:pt idx="33207">
                  <c:v>0.38434027777839219</c:v>
                </c:pt>
                <c:pt idx="33208">
                  <c:v>0.38435185184789589</c:v>
                </c:pt>
                <c:pt idx="33209">
                  <c:v>0.38436342592467554</c:v>
                </c:pt>
                <c:pt idx="33210">
                  <c:v>0.38437499999417923</c:v>
                </c:pt>
                <c:pt idx="33211">
                  <c:v>0.38438657407095889</c:v>
                </c:pt>
                <c:pt idx="33212">
                  <c:v>0.38439814814773854</c:v>
                </c:pt>
                <c:pt idx="33213">
                  <c:v>0.38440972221724223</c:v>
                </c:pt>
                <c:pt idx="33214">
                  <c:v>0.38442129629402189</c:v>
                </c:pt>
                <c:pt idx="33215">
                  <c:v>0.38443287037080154</c:v>
                </c:pt>
                <c:pt idx="33216">
                  <c:v>0.38444444444030523</c:v>
                </c:pt>
                <c:pt idx="33217">
                  <c:v>0.38445601851708489</c:v>
                </c:pt>
                <c:pt idx="33218">
                  <c:v>0.38446759259386454</c:v>
                </c:pt>
                <c:pt idx="33219">
                  <c:v>0.38447916666336823</c:v>
                </c:pt>
                <c:pt idx="33220">
                  <c:v>0.38449074074014788</c:v>
                </c:pt>
                <c:pt idx="33221">
                  <c:v>0.38450231480965158</c:v>
                </c:pt>
                <c:pt idx="33222">
                  <c:v>0.38451388888643123</c:v>
                </c:pt>
                <c:pt idx="33223">
                  <c:v>0.38452546296321088</c:v>
                </c:pt>
                <c:pt idx="33224">
                  <c:v>0.38453703703271458</c:v>
                </c:pt>
                <c:pt idx="33225">
                  <c:v>0.38454861110949423</c:v>
                </c:pt>
                <c:pt idx="33226">
                  <c:v>0.38456018518627388</c:v>
                </c:pt>
                <c:pt idx="33227">
                  <c:v>0.38457175925577758</c:v>
                </c:pt>
                <c:pt idx="33228">
                  <c:v>0.38458333333255723</c:v>
                </c:pt>
                <c:pt idx="33229">
                  <c:v>0.38459490740206093</c:v>
                </c:pt>
                <c:pt idx="33230">
                  <c:v>0.38460648147884058</c:v>
                </c:pt>
                <c:pt idx="33231">
                  <c:v>0.38461805555562023</c:v>
                </c:pt>
                <c:pt idx="33232">
                  <c:v>0.38462962962512393</c:v>
                </c:pt>
                <c:pt idx="33233">
                  <c:v>0.38464120370190358</c:v>
                </c:pt>
                <c:pt idx="33234">
                  <c:v>0.38465277777868323</c:v>
                </c:pt>
                <c:pt idx="33235">
                  <c:v>0.38466435184818693</c:v>
                </c:pt>
                <c:pt idx="33236">
                  <c:v>0.38467592592496658</c:v>
                </c:pt>
                <c:pt idx="33237">
                  <c:v>0.38468749999447027</c:v>
                </c:pt>
                <c:pt idx="33238">
                  <c:v>0.38469907407124992</c:v>
                </c:pt>
                <c:pt idx="33239">
                  <c:v>0.38471064814802958</c:v>
                </c:pt>
                <c:pt idx="33240">
                  <c:v>0.38472222221753327</c:v>
                </c:pt>
                <c:pt idx="33241">
                  <c:v>0.38473379629431292</c:v>
                </c:pt>
                <c:pt idx="33242">
                  <c:v>0.38474537037109258</c:v>
                </c:pt>
                <c:pt idx="33243">
                  <c:v>0.38475694444059627</c:v>
                </c:pt>
                <c:pt idx="33244">
                  <c:v>0.38476851851737592</c:v>
                </c:pt>
                <c:pt idx="33245">
                  <c:v>0.38478009258687962</c:v>
                </c:pt>
                <c:pt idx="33246">
                  <c:v>0.38479166666365927</c:v>
                </c:pt>
                <c:pt idx="33247">
                  <c:v>0.38480324074043892</c:v>
                </c:pt>
                <c:pt idx="33248">
                  <c:v>0.38481481480994262</c:v>
                </c:pt>
                <c:pt idx="33249">
                  <c:v>0.38482638888672227</c:v>
                </c:pt>
                <c:pt idx="33250">
                  <c:v>0.38483796296350192</c:v>
                </c:pt>
                <c:pt idx="33251">
                  <c:v>0.38484953703300562</c:v>
                </c:pt>
                <c:pt idx="33252">
                  <c:v>0.38486111110978527</c:v>
                </c:pt>
                <c:pt idx="33253">
                  <c:v>0.38487268517928896</c:v>
                </c:pt>
                <c:pt idx="33254">
                  <c:v>0.38488425925606862</c:v>
                </c:pt>
                <c:pt idx="33255">
                  <c:v>0.38489583333284827</c:v>
                </c:pt>
                <c:pt idx="33256">
                  <c:v>0.38490740740235196</c:v>
                </c:pt>
                <c:pt idx="33257">
                  <c:v>0.38491898147913162</c:v>
                </c:pt>
                <c:pt idx="33258">
                  <c:v>0.38493055555591127</c:v>
                </c:pt>
                <c:pt idx="33259">
                  <c:v>0.38494212962541496</c:v>
                </c:pt>
                <c:pt idx="33260">
                  <c:v>0.38495370370219462</c:v>
                </c:pt>
                <c:pt idx="33261">
                  <c:v>0.38496527777897427</c:v>
                </c:pt>
                <c:pt idx="33262">
                  <c:v>0.38497685184847796</c:v>
                </c:pt>
                <c:pt idx="33263">
                  <c:v>0.38498842592525762</c:v>
                </c:pt>
                <c:pt idx="33264">
                  <c:v>0.38499999999476131</c:v>
                </c:pt>
                <c:pt idx="33265">
                  <c:v>0.38501157407154096</c:v>
                </c:pt>
                <c:pt idx="33266">
                  <c:v>0.38502314814832062</c:v>
                </c:pt>
                <c:pt idx="33267">
                  <c:v>0.38503472221782431</c:v>
                </c:pt>
                <c:pt idx="33268">
                  <c:v>0.38504629629460396</c:v>
                </c:pt>
                <c:pt idx="33269">
                  <c:v>0.38505787037138361</c:v>
                </c:pt>
                <c:pt idx="33270">
                  <c:v>0.38506944444088731</c:v>
                </c:pt>
                <c:pt idx="33271">
                  <c:v>0.38508101851766696</c:v>
                </c:pt>
                <c:pt idx="33272">
                  <c:v>0.38509259258717066</c:v>
                </c:pt>
                <c:pt idx="33273">
                  <c:v>0.38510416666395031</c:v>
                </c:pt>
                <c:pt idx="33274">
                  <c:v>0.38511574074072996</c:v>
                </c:pt>
                <c:pt idx="33275">
                  <c:v>0.38512731481023366</c:v>
                </c:pt>
                <c:pt idx="33276">
                  <c:v>0.38513888888701331</c:v>
                </c:pt>
                <c:pt idx="33277">
                  <c:v>0.38515046296379296</c:v>
                </c:pt>
                <c:pt idx="33278">
                  <c:v>0.38516203703329666</c:v>
                </c:pt>
                <c:pt idx="33279">
                  <c:v>0.38517361111007631</c:v>
                </c:pt>
                <c:pt idx="33280">
                  <c:v>0.38518518517958</c:v>
                </c:pt>
                <c:pt idx="33281">
                  <c:v>0.38519675925635966</c:v>
                </c:pt>
                <c:pt idx="33282">
                  <c:v>0.38520833333313931</c:v>
                </c:pt>
                <c:pt idx="33283">
                  <c:v>0.385219907402643</c:v>
                </c:pt>
                <c:pt idx="33284">
                  <c:v>0.38523148147942265</c:v>
                </c:pt>
                <c:pt idx="33285">
                  <c:v>0.38524305555620231</c:v>
                </c:pt>
                <c:pt idx="33286">
                  <c:v>0.385254629625706</c:v>
                </c:pt>
                <c:pt idx="33287">
                  <c:v>0.38526620370248565</c:v>
                </c:pt>
                <c:pt idx="33288">
                  <c:v>0.38527777777198935</c:v>
                </c:pt>
                <c:pt idx="33289">
                  <c:v>0.385289351848769</c:v>
                </c:pt>
                <c:pt idx="33290">
                  <c:v>0.38530092592554865</c:v>
                </c:pt>
                <c:pt idx="33291">
                  <c:v>0.38531249999505235</c:v>
                </c:pt>
                <c:pt idx="33292">
                  <c:v>0.385324074071832</c:v>
                </c:pt>
                <c:pt idx="33293">
                  <c:v>0.38533564814861165</c:v>
                </c:pt>
                <c:pt idx="33294">
                  <c:v>0.38534722221811535</c:v>
                </c:pt>
                <c:pt idx="33295">
                  <c:v>0.385358796294895</c:v>
                </c:pt>
                <c:pt idx="33296">
                  <c:v>0.38537037037167465</c:v>
                </c:pt>
                <c:pt idx="33297">
                  <c:v>0.38538194444117835</c:v>
                </c:pt>
                <c:pt idx="33298">
                  <c:v>0.385393518517958</c:v>
                </c:pt>
                <c:pt idx="33299">
                  <c:v>0.3854050925874617</c:v>
                </c:pt>
                <c:pt idx="33300">
                  <c:v>0.38541666666424135</c:v>
                </c:pt>
                <c:pt idx="33301">
                  <c:v>0.385428240741021</c:v>
                </c:pt>
                <c:pt idx="33302">
                  <c:v>0.38543981481052469</c:v>
                </c:pt>
                <c:pt idx="33303">
                  <c:v>0.38545138888730435</c:v>
                </c:pt>
                <c:pt idx="33304">
                  <c:v>0.385462962964084</c:v>
                </c:pt>
                <c:pt idx="33305">
                  <c:v>0.38547453703358769</c:v>
                </c:pt>
                <c:pt idx="33306">
                  <c:v>0.38548611111036735</c:v>
                </c:pt>
                <c:pt idx="33307">
                  <c:v>0.38549768517987104</c:v>
                </c:pt>
                <c:pt idx="33308">
                  <c:v>0.38550925925665069</c:v>
                </c:pt>
                <c:pt idx="33309">
                  <c:v>0.38552083333343035</c:v>
                </c:pt>
                <c:pt idx="33310">
                  <c:v>0.38553240740293404</c:v>
                </c:pt>
                <c:pt idx="33311">
                  <c:v>0.38554398147971369</c:v>
                </c:pt>
                <c:pt idx="33312">
                  <c:v>0.38555555555649335</c:v>
                </c:pt>
                <c:pt idx="33313">
                  <c:v>0.38556712962599704</c:v>
                </c:pt>
                <c:pt idx="33314">
                  <c:v>0.38557870370277669</c:v>
                </c:pt>
                <c:pt idx="33315">
                  <c:v>0.38559027777228039</c:v>
                </c:pt>
                <c:pt idx="33316">
                  <c:v>0.38560185184906004</c:v>
                </c:pt>
                <c:pt idx="33317">
                  <c:v>0.38561342592583969</c:v>
                </c:pt>
                <c:pt idx="33318">
                  <c:v>0.38562499999534339</c:v>
                </c:pt>
                <c:pt idx="33319">
                  <c:v>0.38563657407212304</c:v>
                </c:pt>
                <c:pt idx="33320">
                  <c:v>0.38564814814890269</c:v>
                </c:pt>
                <c:pt idx="33321">
                  <c:v>0.38565972221840639</c:v>
                </c:pt>
                <c:pt idx="33322">
                  <c:v>0.38567129629518604</c:v>
                </c:pt>
                <c:pt idx="33323">
                  <c:v>0.38568287036468973</c:v>
                </c:pt>
                <c:pt idx="33324">
                  <c:v>0.38569444444146939</c:v>
                </c:pt>
                <c:pt idx="33325">
                  <c:v>0.38570601851824904</c:v>
                </c:pt>
                <c:pt idx="33326">
                  <c:v>0.38571759258775273</c:v>
                </c:pt>
                <c:pt idx="33327">
                  <c:v>0.38572916666453239</c:v>
                </c:pt>
                <c:pt idx="33328">
                  <c:v>0.38574074074131204</c:v>
                </c:pt>
                <c:pt idx="33329">
                  <c:v>0.38575231481081573</c:v>
                </c:pt>
                <c:pt idx="33330">
                  <c:v>0.38576388888759539</c:v>
                </c:pt>
                <c:pt idx="33331">
                  <c:v>0.38577546295709908</c:v>
                </c:pt>
                <c:pt idx="33332">
                  <c:v>0.38578703703387873</c:v>
                </c:pt>
                <c:pt idx="33333">
                  <c:v>0.38579861111065838</c:v>
                </c:pt>
                <c:pt idx="33334">
                  <c:v>0.38581018518016208</c:v>
                </c:pt>
                <c:pt idx="33335">
                  <c:v>0.38582175925694173</c:v>
                </c:pt>
                <c:pt idx="33336">
                  <c:v>0.38583333333372138</c:v>
                </c:pt>
                <c:pt idx="33337">
                  <c:v>0.38584490740322508</c:v>
                </c:pt>
                <c:pt idx="33338">
                  <c:v>0.38585648148000473</c:v>
                </c:pt>
                <c:pt idx="33339">
                  <c:v>0.38586805555678438</c:v>
                </c:pt>
                <c:pt idx="33340">
                  <c:v>0.38587962962628808</c:v>
                </c:pt>
                <c:pt idx="33341">
                  <c:v>0.38589120370306773</c:v>
                </c:pt>
                <c:pt idx="33342">
                  <c:v>0.38590277777257143</c:v>
                </c:pt>
                <c:pt idx="33343">
                  <c:v>0.38591435184935108</c:v>
                </c:pt>
                <c:pt idx="33344">
                  <c:v>0.38592592592613073</c:v>
                </c:pt>
                <c:pt idx="33345">
                  <c:v>0.38593749999563443</c:v>
                </c:pt>
                <c:pt idx="33346">
                  <c:v>0.38594907407241408</c:v>
                </c:pt>
                <c:pt idx="33347">
                  <c:v>0.38596064814919373</c:v>
                </c:pt>
                <c:pt idx="33348">
                  <c:v>0.38597222221869742</c:v>
                </c:pt>
                <c:pt idx="33349">
                  <c:v>0.38598379629547708</c:v>
                </c:pt>
                <c:pt idx="33350">
                  <c:v>0.38599537036498077</c:v>
                </c:pt>
                <c:pt idx="33351">
                  <c:v>0.38600694444176042</c:v>
                </c:pt>
                <c:pt idx="33352">
                  <c:v>0.38601851851854008</c:v>
                </c:pt>
                <c:pt idx="33353">
                  <c:v>0.38603009258804377</c:v>
                </c:pt>
                <c:pt idx="33354">
                  <c:v>0.38604166666482342</c:v>
                </c:pt>
                <c:pt idx="33355">
                  <c:v>0.38605324074160308</c:v>
                </c:pt>
                <c:pt idx="33356">
                  <c:v>0.38606481481110677</c:v>
                </c:pt>
                <c:pt idx="33357">
                  <c:v>0.38607638888788642</c:v>
                </c:pt>
                <c:pt idx="33358">
                  <c:v>0.38608796295739012</c:v>
                </c:pt>
                <c:pt idx="33359">
                  <c:v>0.38609953703416977</c:v>
                </c:pt>
                <c:pt idx="33360">
                  <c:v>0.38611111111094942</c:v>
                </c:pt>
                <c:pt idx="33361">
                  <c:v>0.38612268518045312</c:v>
                </c:pt>
                <c:pt idx="33362">
                  <c:v>0.38613425925723277</c:v>
                </c:pt>
                <c:pt idx="33363">
                  <c:v>0.38614583333401242</c:v>
                </c:pt>
                <c:pt idx="33364">
                  <c:v>0.38615740740351612</c:v>
                </c:pt>
                <c:pt idx="33365">
                  <c:v>0.38616898148029577</c:v>
                </c:pt>
                <c:pt idx="33366">
                  <c:v>0.38618055554979946</c:v>
                </c:pt>
                <c:pt idx="33367">
                  <c:v>0.38619212962657912</c:v>
                </c:pt>
                <c:pt idx="33368">
                  <c:v>0.38620370370335877</c:v>
                </c:pt>
                <c:pt idx="33369">
                  <c:v>0.38621527777286246</c:v>
                </c:pt>
                <c:pt idx="33370">
                  <c:v>0.38622685184964212</c:v>
                </c:pt>
                <c:pt idx="33371">
                  <c:v>0.38623842592642177</c:v>
                </c:pt>
                <c:pt idx="33372">
                  <c:v>0.38624999999592546</c:v>
                </c:pt>
                <c:pt idx="33373">
                  <c:v>0.38626157407270512</c:v>
                </c:pt>
                <c:pt idx="33374">
                  <c:v>0.38627314814948477</c:v>
                </c:pt>
                <c:pt idx="33375">
                  <c:v>0.38628472221898846</c:v>
                </c:pt>
                <c:pt idx="33376">
                  <c:v>0.38629629629576812</c:v>
                </c:pt>
                <c:pt idx="33377">
                  <c:v>0.38630787036527181</c:v>
                </c:pt>
                <c:pt idx="33378">
                  <c:v>0.38631944444205146</c:v>
                </c:pt>
                <c:pt idx="33379">
                  <c:v>0.38633101851883112</c:v>
                </c:pt>
                <c:pt idx="33380">
                  <c:v>0.38634259258833481</c:v>
                </c:pt>
                <c:pt idx="33381">
                  <c:v>0.38635416666511446</c:v>
                </c:pt>
                <c:pt idx="33382">
                  <c:v>0.38636574074189411</c:v>
                </c:pt>
                <c:pt idx="33383">
                  <c:v>0.38637731481139781</c:v>
                </c:pt>
                <c:pt idx="33384">
                  <c:v>0.38638888888817746</c:v>
                </c:pt>
                <c:pt idx="33385">
                  <c:v>0.38640046295768116</c:v>
                </c:pt>
                <c:pt idx="33386">
                  <c:v>0.38641203703446081</c:v>
                </c:pt>
                <c:pt idx="33387">
                  <c:v>0.38642361111124046</c:v>
                </c:pt>
                <c:pt idx="33388">
                  <c:v>0.38643518518074416</c:v>
                </c:pt>
                <c:pt idx="33389">
                  <c:v>0.38644675925752381</c:v>
                </c:pt>
                <c:pt idx="33390">
                  <c:v>0.38645833333430346</c:v>
                </c:pt>
                <c:pt idx="33391">
                  <c:v>0.38646990740380716</c:v>
                </c:pt>
                <c:pt idx="33392">
                  <c:v>0.38648148148058681</c:v>
                </c:pt>
                <c:pt idx="33393">
                  <c:v>0.3864930555500905</c:v>
                </c:pt>
                <c:pt idx="33394">
                  <c:v>0.38650462962687016</c:v>
                </c:pt>
                <c:pt idx="33395">
                  <c:v>0.38651620370364981</c:v>
                </c:pt>
                <c:pt idx="33396">
                  <c:v>0.3865277777731535</c:v>
                </c:pt>
                <c:pt idx="33397">
                  <c:v>0.38653935184993315</c:v>
                </c:pt>
                <c:pt idx="33398">
                  <c:v>0.38655092592671281</c:v>
                </c:pt>
                <c:pt idx="33399">
                  <c:v>0.3865624999962165</c:v>
                </c:pt>
                <c:pt idx="33400">
                  <c:v>0.38657407407299615</c:v>
                </c:pt>
                <c:pt idx="33401">
                  <c:v>0.38658564814249985</c:v>
                </c:pt>
                <c:pt idx="33402">
                  <c:v>0.3865972222192795</c:v>
                </c:pt>
                <c:pt idx="33403">
                  <c:v>0.38660879629605915</c:v>
                </c:pt>
                <c:pt idx="33404">
                  <c:v>0.38662037036556285</c:v>
                </c:pt>
                <c:pt idx="33405">
                  <c:v>0.3866319444423425</c:v>
                </c:pt>
                <c:pt idx="33406">
                  <c:v>0.38664351851912215</c:v>
                </c:pt>
                <c:pt idx="33407">
                  <c:v>0.38665509258862585</c:v>
                </c:pt>
                <c:pt idx="33408">
                  <c:v>0.3866666666654055</c:v>
                </c:pt>
                <c:pt idx="33409">
                  <c:v>0.3866782407349092</c:v>
                </c:pt>
                <c:pt idx="33410">
                  <c:v>0.38668981481168885</c:v>
                </c:pt>
                <c:pt idx="33411">
                  <c:v>0.3867013888884685</c:v>
                </c:pt>
                <c:pt idx="33412">
                  <c:v>0.38671296295797219</c:v>
                </c:pt>
                <c:pt idx="33413">
                  <c:v>0.38672453703475185</c:v>
                </c:pt>
                <c:pt idx="33414">
                  <c:v>0.3867361111115315</c:v>
                </c:pt>
                <c:pt idx="33415">
                  <c:v>0.38674768518103519</c:v>
                </c:pt>
                <c:pt idx="33416">
                  <c:v>0.38675925925781485</c:v>
                </c:pt>
                <c:pt idx="33417">
                  <c:v>0.3867708333345945</c:v>
                </c:pt>
                <c:pt idx="33418">
                  <c:v>0.38678240740409819</c:v>
                </c:pt>
                <c:pt idx="33419">
                  <c:v>0.38679398148087785</c:v>
                </c:pt>
                <c:pt idx="33420">
                  <c:v>0.38680555555038154</c:v>
                </c:pt>
                <c:pt idx="33421">
                  <c:v>0.38681712962716119</c:v>
                </c:pt>
                <c:pt idx="33422">
                  <c:v>0.38682870370394085</c:v>
                </c:pt>
                <c:pt idx="33423">
                  <c:v>0.38684027777344454</c:v>
                </c:pt>
                <c:pt idx="33424">
                  <c:v>0.38685185185022419</c:v>
                </c:pt>
                <c:pt idx="33425">
                  <c:v>0.38686342592700385</c:v>
                </c:pt>
                <c:pt idx="33426">
                  <c:v>0.38687499999650754</c:v>
                </c:pt>
                <c:pt idx="33427">
                  <c:v>0.38688657407328719</c:v>
                </c:pt>
                <c:pt idx="33428">
                  <c:v>0.38689814814279089</c:v>
                </c:pt>
                <c:pt idx="33429">
                  <c:v>0.38690972221957054</c:v>
                </c:pt>
                <c:pt idx="33430">
                  <c:v>0.38692129629635019</c:v>
                </c:pt>
                <c:pt idx="33431">
                  <c:v>0.38693287036585389</c:v>
                </c:pt>
                <c:pt idx="33432">
                  <c:v>0.38694444444263354</c:v>
                </c:pt>
                <c:pt idx="33433">
                  <c:v>0.38695601851941319</c:v>
                </c:pt>
                <c:pt idx="33434">
                  <c:v>0.38696759258891689</c:v>
                </c:pt>
                <c:pt idx="33435">
                  <c:v>0.38697916666569654</c:v>
                </c:pt>
                <c:pt idx="33436">
                  <c:v>0.38699074073520023</c:v>
                </c:pt>
                <c:pt idx="33437">
                  <c:v>0.38700231481197989</c:v>
                </c:pt>
                <c:pt idx="33438">
                  <c:v>0.38701388888875954</c:v>
                </c:pt>
                <c:pt idx="33439">
                  <c:v>0.38702546295826323</c:v>
                </c:pt>
                <c:pt idx="33440">
                  <c:v>0.38703703703504289</c:v>
                </c:pt>
                <c:pt idx="33441">
                  <c:v>0.38704861111182254</c:v>
                </c:pt>
                <c:pt idx="33442">
                  <c:v>0.38706018518132623</c:v>
                </c:pt>
                <c:pt idx="33443">
                  <c:v>0.38707175925810589</c:v>
                </c:pt>
                <c:pt idx="33444">
                  <c:v>0.38708333332760958</c:v>
                </c:pt>
                <c:pt idx="33445">
                  <c:v>0.38709490740438923</c:v>
                </c:pt>
                <c:pt idx="33446">
                  <c:v>0.38710648148116888</c:v>
                </c:pt>
                <c:pt idx="33447">
                  <c:v>0.38711805555067258</c:v>
                </c:pt>
                <c:pt idx="33448">
                  <c:v>0.38712962962745223</c:v>
                </c:pt>
                <c:pt idx="33449">
                  <c:v>0.38714120370423188</c:v>
                </c:pt>
                <c:pt idx="33450">
                  <c:v>0.38715277777373558</c:v>
                </c:pt>
                <c:pt idx="33451">
                  <c:v>0.38716435185051523</c:v>
                </c:pt>
                <c:pt idx="33452">
                  <c:v>0.38717592592001893</c:v>
                </c:pt>
                <c:pt idx="33453">
                  <c:v>0.38718749999679858</c:v>
                </c:pt>
                <c:pt idx="33454">
                  <c:v>0.38719907407357823</c:v>
                </c:pt>
                <c:pt idx="33455">
                  <c:v>0.38721064814308193</c:v>
                </c:pt>
                <c:pt idx="33456">
                  <c:v>0.38722222221986158</c:v>
                </c:pt>
                <c:pt idx="33457">
                  <c:v>0.38723379629664123</c:v>
                </c:pt>
                <c:pt idx="33458">
                  <c:v>0.38724537036614493</c:v>
                </c:pt>
                <c:pt idx="33459">
                  <c:v>0.38725694444292458</c:v>
                </c:pt>
                <c:pt idx="33460">
                  <c:v>0.38726851851970423</c:v>
                </c:pt>
                <c:pt idx="33461">
                  <c:v>0.38728009258920792</c:v>
                </c:pt>
                <c:pt idx="33462">
                  <c:v>0.38729166666598758</c:v>
                </c:pt>
                <c:pt idx="33463">
                  <c:v>0.38730324073549127</c:v>
                </c:pt>
                <c:pt idx="33464">
                  <c:v>0.38731481481227092</c:v>
                </c:pt>
                <c:pt idx="33465">
                  <c:v>0.38732638888905058</c:v>
                </c:pt>
                <c:pt idx="33466">
                  <c:v>0.38733796295855427</c:v>
                </c:pt>
                <c:pt idx="33467">
                  <c:v>0.38734953703533392</c:v>
                </c:pt>
                <c:pt idx="33468">
                  <c:v>0.38736111111211358</c:v>
                </c:pt>
                <c:pt idx="33469">
                  <c:v>0.38737268518161727</c:v>
                </c:pt>
                <c:pt idx="33470">
                  <c:v>0.38738425925839692</c:v>
                </c:pt>
                <c:pt idx="33471">
                  <c:v>0.38739583332790062</c:v>
                </c:pt>
                <c:pt idx="33472">
                  <c:v>0.38740740740468027</c:v>
                </c:pt>
                <c:pt idx="33473">
                  <c:v>0.38741898148145992</c:v>
                </c:pt>
                <c:pt idx="33474">
                  <c:v>0.38743055555096362</c:v>
                </c:pt>
                <c:pt idx="33475">
                  <c:v>0.38744212962774327</c:v>
                </c:pt>
                <c:pt idx="33476">
                  <c:v>0.38745370370452292</c:v>
                </c:pt>
                <c:pt idx="33477">
                  <c:v>0.38746527777402662</c:v>
                </c:pt>
                <c:pt idx="33478">
                  <c:v>0.38747685185080627</c:v>
                </c:pt>
                <c:pt idx="33479">
                  <c:v>0.38748842592030996</c:v>
                </c:pt>
                <c:pt idx="33480">
                  <c:v>0.38749999999708962</c:v>
                </c:pt>
                <c:pt idx="33481">
                  <c:v>0.38751157407386927</c:v>
                </c:pt>
                <c:pt idx="33482">
                  <c:v>0.38752314814337296</c:v>
                </c:pt>
                <c:pt idx="33483">
                  <c:v>0.38753472222015262</c:v>
                </c:pt>
                <c:pt idx="33484">
                  <c:v>0.38754629629693227</c:v>
                </c:pt>
                <c:pt idx="33485">
                  <c:v>0.38755787036643596</c:v>
                </c:pt>
                <c:pt idx="33486">
                  <c:v>0.38756944444321562</c:v>
                </c:pt>
                <c:pt idx="33487">
                  <c:v>0.38758101851271931</c:v>
                </c:pt>
                <c:pt idx="33488">
                  <c:v>0.38759259258949896</c:v>
                </c:pt>
                <c:pt idx="33489">
                  <c:v>0.38760416666627862</c:v>
                </c:pt>
                <c:pt idx="33490">
                  <c:v>0.38761574073578231</c:v>
                </c:pt>
                <c:pt idx="33491">
                  <c:v>0.38762731481256196</c:v>
                </c:pt>
                <c:pt idx="33492">
                  <c:v>0.38763888888934162</c:v>
                </c:pt>
                <c:pt idx="33493">
                  <c:v>0.38765046295884531</c:v>
                </c:pt>
                <c:pt idx="33494">
                  <c:v>0.38766203703562496</c:v>
                </c:pt>
                <c:pt idx="33495">
                  <c:v>0.38767361111240461</c:v>
                </c:pt>
                <c:pt idx="33496">
                  <c:v>0.38768518518190831</c:v>
                </c:pt>
                <c:pt idx="33497">
                  <c:v>0.38769675925868796</c:v>
                </c:pt>
                <c:pt idx="33498">
                  <c:v>0.38770833332819166</c:v>
                </c:pt>
                <c:pt idx="33499">
                  <c:v>0.38771990740497131</c:v>
                </c:pt>
                <c:pt idx="33500">
                  <c:v>0.38773148148175096</c:v>
                </c:pt>
                <c:pt idx="33501">
                  <c:v>0.38774305555125466</c:v>
                </c:pt>
                <c:pt idx="33502">
                  <c:v>0.38775462962803431</c:v>
                </c:pt>
                <c:pt idx="33503">
                  <c:v>0.38776620370481396</c:v>
                </c:pt>
                <c:pt idx="33504">
                  <c:v>0.38777777777431766</c:v>
                </c:pt>
                <c:pt idx="33505">
                  <c:v>0.38778935185109731</c:v>
                </c:pt>
                <c:pt idx="33506">
                  <c:v>0.387800925920601</c:v>
                </c:pt>
                <c:pt idx="33507">
                  <c:v>0.38781249999738066</c:v>
                </c:pt>
                <c:pt idx="33508">
                  <c:v>0.38782407407416031</c:v>
                </c:pt>
                <c:pt idx="33509">
                  <c:v>0.387835648143664</c:v>
                </c:pt>
                <c:pt idx="33510">
                  <c:v>0.38784722222044365</c:v>
                </c:pt>
                <c:pt idx="33511">
                  <c:v>0.38785879629722331</c:v>
                </c:pt>
                <c:pt idx="33512">
                  <c:v>0.387870370366727</c:v>
                </c:pt>
                <c:pt idx="33513">
                  <c:v>0.38788194444350665</c:v>
                </c:pt>
                <c:pt idx="33514">
                  <c:v>0.38789351851301035</c:v>
                </c:pt>
                <c:pt idx="33515">
                  <c:v>0.38790509258979</c:v>
                </c:pt>
                <c:pt idx="33516">
                  <c:v>0.38791666666656965</c:v>
                </c:pt>
                <c:pt idx="33517">
                  <c:v>0.38792824073607335</c:v>
                </c:pt>
                <c:pt idx="33518">
                  <c:v>0.387939814812853</c:v>
                </c:pt>
                <c:pt idx="33519">
                  <c:v>0.38795138888963265</c:v>
                </c:pt>
                <c:pt idx="33520">
                  <c:v>0.38796296295913635</c:v>
                </c:pt>
                <c:pt idx="33521">
                  <c:v>0.387974537035916</c:v>
                </c:pt>
                <c:pt idx="33522">
                  <c:v>0.3879861111054197</c:v>
                </c:pt>
                <c:pt idx="33523">
                  <c:v>0.38799768518219935</c:v>
                </c:pt>
                <c:pt idx="33524">
                  <c:v>0.388009259258979</c:v>
                </c:pt>
                <c:pt idx="33525">
                  <c:v>0.38802083332848269</c:v>
                </c:pt>
                <c:pt idx="33526">
                  <c:v>0.38803240740526235</c:v>
                </c:pt>
                <c:pt idx="33527">
                  <c:v>0.388043981482042</c:v>
                </c:pt>
                <c:pt idx="33528">
                  <c:v>0.38805555555154569</c:v>
                </c:pt>
                <c:pt idx="33529">
                  <c:v>0.38806712962832535</c:v>
                </c:pt>
                <c:pt idx="33530">
                  <c:v>0.38807870369782904</c:v>
                </c:pt>
                <c:pt idx="33531">
                  <c:v>0.38809027777460869</c:v>
                </c:pt>
                <c:pt idx="33532">
                  <c:v>0.38810185185138835</c:v>
                </c:pt>
                <c:pt idx="33533">
                  <c:v>0.38811342592089204</c:v>
                </c:pt>
                <c:pt idx="33534">
                  <c:v>0.38812499999767169</c:v>
                </c:pt>
                <c:pt idx="33535">
                  <c:v>0.38813657407445135</c:v>
                </c:pt>
                <c:pt idx="33536">
                  <c:v>0.38814814814395504</c:v>
                </c:pt>
                <c:pt idx="33537">
                  <c:v>0.38815972222073469</c:v>
                </c:pt>
                <c:pt idx="33538">
                  <c:v>0.38817129629751435</c:v>
                </c:pt>
                <c:pt idx="33539">
                  <c:v>0.38818287036701804</c:v>
                </c:pt>
                <c:pt idx="33540">
                  <c:v>0.38819444444379769</c:v>
                </c:pt>
                <c:pt idx="33541">
                  <c:v>0.38820601851330139</c:v>
                </c:pt>
                <c:pt idx="33542">
                  <c:v>0.38821759259008104</c:v>
                </c:pt>
                <c:pt idx="33543">
                  <c:v>0.38822916666686069</c:v>
                </c:pt>
                <c:pt idx="33544">
                  <c:v>0.38824074073636439</c:v>
                </c:pt>
                <c:pt idx="33545">
                  <c:v>0.38825231481314404</c:v>
                </c:pt>
                <c:pt idx="33546">
                  <c:v>0.38826388888992369</c:v>
                </c:pt>
                <c:pt idx="33547">
                  <c:v>0.38827546295942739</c:v>
                </c:pt>
                <c:pt idx="33548">
                  <c:v>0.38828703703620704</c:v>
                </c:pt>
                <c:pt idx="33549">
                  <c:v>0.38829861110571073</c:v>
                </c:pt>
                <c:pt idx="33550">
                  <c:v>0.38831018518249039</c:v>
                </c:pt>
                <c:pt idx="33551">
                  <c:v>0.38832175925927004</c:v>
                </c:pt>
                <c:pt idx="33552">
                  <c:v>0.38833333332877373</c:v>
                </c:pt>
                <c:pt idx="33553">
                  <c:v>0.38834490740555339</c:v>
                </c:pt>
                <c:pt idx="33554">
                  <c:v>0.38835648148233304</c:v>
                </c:pt>
                <c:pt idx="33555">
                  <c:v>0.38836805555183673</c:v>
                </c:pt>
                <c:pt idx="33556">
                  <c:v>0.38837962962861639</c:v>
                </c:pt>
                <c:pt idx="33557">
                  <c:v>0.38839120369812008</c:v>
                </c:pt>
                <c:pt idx="33558">
                  <c:v>0.38840277777489973</c:v>
                </c:pt>
                <c:pt idx="33559">
                  <c:v>0.38841435185167938</c:v>
                </c:pt>
                <c:pt idx="33560">
                  <c:v>0.38842592592118308</c:v>
                </c:pt>
                <c:pt idx="33561">
                  <c:v>0.38843749999796273</c:v>
                </c:pt>
                <c:pt idx="33562">
                  <c:v>0.38844907407474238</c:v>
                </c:pt>
                <c:pt idx="33563">
                  <c:v>0.38846064814424608</c:v>
                </c:pt>
                <c:pt idx="33564">
                  <c:v>0.38847222222102573</c:v>
                </c:pt>
                <c:pt idx="33565">
                  <c:v>0.38848379629052943</c:v>
                </c:pt>
                <c:pt idx="33566">
                  <c:v>0.38849537036730908</c:v>
                </c:pt>
                <c:pt idx="33567">
                  <c:v>0.38850694444408873</c:v>
                </c:pt>
                <c:pt idx="33568">
                  <c:v>0.38851851851359243</c:v>
                </c:pt>
                <c:pt idx="33569">
                  <c:v>0.38853009259037208</c:v>
                </c:pt>
                <c:pt idx="33570">
                  <c:v>0.38854166666715173</c:v>
                </c:pt>
                <c:pt idx="33571">
                  <c:v>0.38855324073665543</c:v>
                </c:pt>
                <c:pt idx="33572">
                  <c:v>0.38856481481343508</c:v>
                </c:pt>
                <c:pt idx="33573">
                  <c:v>0.38857638889021473</c:v>
                </c:pt>
                <c:pt idx="33574">
                  <c:v>0.38858796295971842</c:v>
                </c:pt>
                <c:pt idx="33575">
                  <c:v>0.38859953703649808</c:v>
                </c:pt>
                <c:pt idx="33576">
                  <c:v>0.38861111110600177</c:v>
                </c:pt>
                <c:pt idx="33577">
                  <c:v>0.38862268518278142</c:v>
                </c:pt>
                <c:pt idx="33578">
                  <c:v>0.38863425925956108</c:v>
                </c:pt>
                <c:pt idx="33579">
                  <c:v>0.38864583332906477</c:v>
                </c:pt>
                <c:pt idx="33580">
                  <c:v>0.38865740740584442</c:v>
                </c:pt>
                <c:pt idx="33581">
                  <c:v>0.38866898148262408</c:v>
                </c:pt>
                <c:pt idx="33582">
                  <c:v>0.38868055555212777</c:v>
                </c:pt>
                <c:pt idx="33583">
                  <c:v>0.38869212962890742</c:v>
                </c:pt>
                <c:pt idx="33584">
                  <c:v>0.38870370369841112</c:v>
                </c:pt>
                <c:pt idx="33585">
                  <c:v>0.38871527777519077</c:v>
                </c:pt>
                <c:pt idx="33586">
                  <c:v>0.38872685185197042</c:v>
                </c:pt>
                <c:pt idx="33587">
                  <c:v>0.38873842592147412</c:v>
                </c:pt>
                <c:pt idx="33588">
                  <c:v>0.38874999999825377</c:v>
                </c:pt>
                <c:pt idx="33589">
                  <c:v>0.38876157407503342</c:v>
                </c:pt>
                <c:pt idx="33590">
                  <c:v>0.38877314814453712</c:v>
                </c:pt>
                <c:pt idx="33591">
                  <c:v>0.38878472222131677</c:v>
                </c:pt>
                <c:pt idx="33592">
                  <c:v>0.38879629629082046</c:v>
                </c:pt>
                <c:pt idx="33593">
                  <c:v>0.38880787036760012</c:v>
                </c:pt>
                <c:pt idx="33594">
                  <c:v>0.38881944444437977</c:v>
                </c:pt>
                <c:pt idx="33595">
                  <c:v>0.38883101851388346</c:v>
                </c:pt>
                <c:pt idx="33596">
                  <c:v>0.38884259259066312</c:v>
                </c:pt>
                <c:pt idx="33597">
                  <c:v>0.38885416666744277</c:v>
                </c:pt>
                <c:pt idx="33598">
                  <c:v>0.38886574073694646</c:v>
                </c:pt>
                <c:pt idx="33599">
                  <c:v>0.38887731481372612</c:v>
                </c:pt>
                <c:pt idx="33600">
                  <c:v>0.38888888888322981</c:v>
                </c:pt>
                <c:pt idx="33601">
                  <c:v>0.38890046296000946</c:v>
                </c:pt>
                <c:pt idx="33602">
                  <c:v>0.38891203703678912</c:v>
                </c:pt>
                <c:pt idx="33603">
                  <c:v>0.38892361110629281</c:v>
                </c:pt>
                <c:pt idx="33604">
                  <c:v>0.38893518518307246</c:v>
                </c:pt>
                <c:pt idx="33605">
                  <c:v>0.38894675925985212</c:v>
                </c:pt>
                <c:pt idx="33606">
                  <c:v>0.38895833332935581</c:v>
                </c:pt>
                <c:pt idx="33607">
                  <c:v>0.38896990740613546</c:v>
                </c:pt>
                <c:pt idx="33608">
                  <c:v>0.38898148147563916</c:v>
                </c:pt>
                <c:pt idx="33609">
                  <c:v>0.38899305555241881</c:v>
                </c:pt>
                <c:pt idx="33610">
                  <c:v>0.38900462962919846</c:v>
                </c:pt>
                <c:pt idx="33611">
                  <c:v>0.38901620369870216</c:v>
                </c:pt>
                <c:pt idx="33612">
                  <c:v>0.38902777777548181</c:v>
                </c:pt>
                <c:pt idx="33613">
                  <c:v>0.38903935185226146</c:v>
                </c:pt>
                <c:pt idx="33614">
                  <c:v>0.38905092592176516</c:v>
                </c:pt>
                <c:pt idx="33615">
                  <c:v>0.38906249999854481</c:v>
                </c:pt>
                <c:pt idx="33616">
                  <c:v>0.38907407407532446</c:v>
                </c:pt>
                <c:pt idx="33617">
                  <c:v>0.38908564814482816</c:v>
                </c:pt>
                <c:pt idx="33618">
                  <c:v>0.38909722222160781</c:v>
                </c:pt>
                <c:pt idx="33619">
                  <c:v>0.3891087962911115</c:v>
                </c:pt>
                <c:pt idx="33620">
                  <c:v>0.38912037036789116</c:v>
                </c:pt>
                <c:pt idx="33621">
                  <c:v>0.38913194444467081</c:v>
                </c:pt>
                <c:pt idx="33622">
                  <c:v>0.3891435185141745</c:v>
                </c:pt>
                <c:pt idx="33623">
                  <c:v>0.38915509259095415</c:v>
                </c:pt>
                <c:pt idx="33624">
                  <c:v>0.38916666666773381</c:v>
                </c:pt>
                <c:pt idx="33625">
                  <c:v>0.3891782407372375</c:v>
                </c:pt>
                <c:pt idx="33626">
                  <c:v>0.38918981481401715</c:v>
                </c:pt>
                <c:pt idx="33627">
                  <c:v>0.38920138888352085</c:v>
                </c:pt>
                <c:pt idx="33628">
                  <c:v>0.3892129629603005</c:v>
                </c:pt>
                <c:pt idx="33629">
                  <c:v>0.38922453703708015</c:v>
                </c:pt>
                <c:pt idx="33630">
                  <c:v>0.38923611110658385</c:v>
                </c:pt>
                <c:pt idx="33631">
                  <c:v>0.3892476851833635</c:v>
                </c:pt>
                <c:pt idx="33632">
                  <c:v>0.38925925926014315</c:v>
                </c:pt>
                <c:pt idx="33633">
                  <c:v>0.38927083332964685</c:v>
                </c:pt>
                <c:pt idx="33634">
                  <c:v>0.3892824074064265</c:v>
                </c:pt>
                <c:pt idx="33635">
                  <c:v>0.3892939814759302</c:v>
                </c:pt>
                <c:pt idx="33636">
                  <c:v>0.38930555555270985</c:v>
                </c:pt>
                <c:pt idx="33637">
                  <c:v>0.3893171296294895</c:v>
                </c:pt>
                <c:pt idx="33638">
                  <c:v>0.38932870369899319</c:v>
                </c:pt>
                <c:pt idx="33639">
                  <c:v>0.38934027777577285</c:v>
                </c:pt>
                <c:pt idx="33640">
                  <c:v>0.3893518518525525</c:v>
                </c:pt>
                <c:pt idx="33641">
                  <c:v>0.38936342592205619</c:v>
                </c:pt>
                <c:pt idx="33642">
                  <c:v>0.38937499999883585</c:v>
                </c:pt>
                <c:pt idx="33643">
                  <c:v>0.38938657406833954</c:v>
                </c:pt>
                <c:pt idx="33644">
                  <c:v>0.38939814814511919</c:v>
                </c:pt>
                <c:pt idx="33645">
                  <c:v>0.38940972222189885</c:v>
                </c:pt>
                <c:pt idx="33646">
                  <c:v>0.38942129629140254</c:v>
                </c:pt>
                <c:pt idx="33647">
                  <c:v>0.38943287036818219</c:v>
                </c:pt>
                <c:pt idx="33648">
                  <c:v>0.38944444444496185</c:v>
                </c:pt>
                <c:pt idx="33649">
                  <c:v>0.38945601851446554</c:v>
                </c:pt>
                <c:pt idx="33650">
                  <c:v>0.38946759259124519</c:v>
                </c:pt>
                <c:pt idx="33651">
                  <c:v>0.38947916666074889</c:v>
                </c:pt>
                <c:pt idx="33652">
                  <c:v>0.38949074073752854</c:v>
                </c:pt>
                <c:pt idx="33653">
                  <c:v>0.38950231481430819</c:v>
                </c:pt>
                <c:pt idx="33654">
                  <c:v>0.38951388888381189</c:v>
                </c:pt>
                <c:pt idx="33655">
                  <c:v>0.38952546296059154</c:v>
                </c:pt>
                <c:pt idx="33656">
                  <c:v>0.38953703703737119</c:v>
                </c:pt>
                <c:pt idx="33657">
                  <c:v>0.38954861110687489</c:v>
                </c:pt>
                <c:pt idx="33658">
                  <c:v>0.38956018518365454</c:v>
                </c:pt>
                <c:pt idx="33659">
                  <c:v>0.38957175926043419</c:v>
                </c:pt>
                <c:pt idx="33660">
                  <c:v>0.38958333332993789</c:v>
                </c:pt>
                <c:pt idx="33661">
                  <c:v>0.38959490740671754</c:v>
                </c:pt>
                <c:pt idx="33662">
                  <c:v>0.38960648147622123</c:v>
                </c:pt>
                <c:pt idx="33663">
                  <c:v>0.38961805555300089</c:v>
                </c:pt>
                <c:pt idx="33664">
                  <c:v>0.38962962962978054</c:v>
                </c:pt>
                <c:pt idx="33665">
                  <c:v>0.38964120369928423</c:v>
                </c:pt>
                <c:pt idx="33666">
                  <c:v>0.38965277777606389</c:v>
                </c:pt>
                <c:pt idx="33667">
                  <c:v>0.38966435185284354</c:v>
                </c:pt>
                <c:pt idx="33668">
                  <c:v>0.38967592592234723</c:v>
                </c:pt>
                <c:pt idx="33669">
                  <c:v>0.38968749999912689</c:v>
                </c:pt>
                <c:pt idx="33670">
                  <c:v>0.38969907406863058</c:v>
                </c:pt>
                <c:pt idx="33671">
                  <c:v>0.38971064814541023</c:v>
                </c:pt>
                <c:pt idx="33672">
                  <c:v>0.38972222222218988</c:v>
                </c:pt>
                <c:pt idx="33673">
                  <c:v>0.38973379629169358</c:v>
                </c:pt>
                <c:pt idx="33674">
                  <c:v>0.38974537036847323</c:v>
                </c:pt>
                <c:pt idx="33675">
                  <c:v>0.38975694444525288</c:v>
                </c:pt>
                <c:pt idx="33676">
                  <c:v>0.38976851851475658</c:v>
                </c:pt>
                <c:pt idx="33677">
                  <c:v>0.38978009259153623</c:v>
                </c:pt>
                <c:pt idx="33678">
                  <c:v>0.38979166666103993</c:v>
                </c:pt>
                <c:pt idx="33679">
                  <c:v>0.38980324073781958</c:v>
                </c:pt>
                <c:pt idx="33680">
                  <c:v>0.38981481481459923</c:v>
                </c:pt>
                <c:pt idx="33681">
                  <c:v>0.38982638888410293</c:v>
                </c:pt>
                <c:pt idx="33682">
                  <c:v>0.38983796296088258</c:v>
                </c:pt>
                <c:pt idx="33683">
                  <c:v>0.38984953703766223</c:v>
                </c:pt>
                <c:pt idx="33684">
                  <c:v>0.38986111110716593</c:v>
                </c:pt>
                <c:pt idx="33685">
                  <c:v>0.38987268518394558</c:v>
                </c:pt>
                <c:pt idx="33686">
                  <c:v>0.38988425925344927</c:v>
                </c:pt>
                <c:pt idx="33687">
                  <c:v>0.38989583333022892</c:v>
                </c:pt>
                <c:pt idx="33688">
                  <c:v>0.38990740740700858</c:v>
                </c:pt>
                <c:pt idx="33689">
                  <c:v>0.38991898147651227</c:v>
                </c:pt>
                <c:pt idx="33690">
                  <c:v>0.38993055555329192</c:v>
                </c:pt>
                <c:pt idx="33691">
                  <c:v>0.38994212963007158</c:v>
                </c:pt>
                <c:pt idx="33692">
                  <c:v>0.38995370369957527</c:v>
                </c:pt>
                <c:pt idx="33693">
                  <c:v>0.38996527777635492</c:v>
                </c:pt>
                <c:pt idx="33694">
                  <c:v>0.38997685185313458</c:v>
                </c:pt>
                <c:pt idx="33695">
                  <c:v>0.38998842592263827</c:v>
                </c:pt>
                <c:pt idx="33696">
                  <c:v>0.38999999999941792</c:v>
                </c:pt>
                <c:pt idx="33697">
                  <c:v>0.39001157406892162</c:v>
                </c:pt>
                <c:pt idx="33698">
                  <c:v>0.39002314814570127</c:v>
                </c:pt>
                <c:pt idx="33699">
                  <c:v>0.39003472222248092</c:v>
                </c:pt>
                <c:pt idx="33700">
                  <c:v>0.39004629629198462</c:v>
                </c:pt>
                <c:pt idx="33701">
                  <c:v>0.39005787036876427</c:v>
                </c:pt>
                <c:pt idx="33702">
                  <c:v>0.39006944444554392</c:v>
                </c:pt>
                <c:pt idx="33703">
                  <c:v>0.39008101851504762</c:v>
                </c:pt>
                <c:pt idx="33704">
                  <c:v>0.39009259259182727</c:v>
                </c:pt>
                <c:pt idx="33705">
                  <c:v>0.39010416666133096</c:v>
                </c:pt>
                <c:pt idx="33706">
                  <c:v>0.39011574073811062</c:v>
                </c:pt>
                <c:pt idx="33707">
                  <c:v>0.39012731481489027</c:v>
                </c:pt>
                <c:pt idx="33708">
                  <c:v>0.39013888888439396</c:v>
                </c:pt>
                <c:pt idx="33709">
                  <c:v>0.39015046296117362</c:v>
                </c:pt>
                <c:pt idx="33710">
                  <c:v>0.39016203703795327</c:v>
                </c:pt>
                <c:pt idx="33711">
                  <c:v>0.39017361110745696</c:v>
                </c:pt>
                <c:pt idx="33712">
                  <c:v>0.39018518518423662</c:v>
                </c:pt>
                <c:pt idx="33713">
                  <c:v>0.39019675925374031</c:v>
                </c:pt>
                <c:pt idx="33714">
                  <c:v>0.39020833333051996</c:v>
                </c:pt>
                <c:pt idx="33715">
                  <c:v>0.39021990740729962</c:v>
                </c:pt>
                <c:pt idx="33716">
                  <c:v>0.39023148147680331</c:v>
                </c:pt>
                <c:pt idx="33717">
                  <c:v>0.39024305555358296</c:v>
                </c:pt>
                <c:pt idx="33718">
                  <c:v>0.39025462963036261</c:v>
                </c:pt>
                <c:pt idx="33719">
                  <c:v>0.39026620369986631</c:v>
                </c:pt>
                <c:pt idx="33720">
                  <c:v>0.39027777777664596</c:v>
                </c:pt>
                <c:pt idx="33721">
                  <c:v>0.39028935184614966</c:v>
                </c:pt>
                <c:pt idx="33722">
                  <c:v>0.39030092592292931</c:v>
                </c:pt>
                <c:pt idx="33723">
                  <c:v>0.39031249999970896</c:v>
                </c:pt>
                <c:pt idx="33724">
                  <c:v>0.39032407406921266</c:v>
                </c:pt>
                <c:pt idx="33725">
                  <c:v>0.39033564814599231</c:v>
                </c:pt>
                <c:pt idx="33726">
                  <c:v>0.39034722222277196</c:v>
                </c:pt>
                <c:pt idx="33727">
                  <c:v>0.39035879629227566</c:v>
                </c:pt>
                <c:pt idx="33728">
                  <c:v>0.39037037036905531</c:v>
                </c:pt>
                <c:pt idx="33729">
                  <c:v>0.390381944438559</c:v>
                </c:pt>
                <c:pt idx="33730">
                  <c:v>0.39039351851533866</c:v>
                </c:pt>
                <c:pt idx="33731">
                  <c:v>0.39040509259211831</c:v>
                </c:pt>
                <c:pt idx="33732">
                  <c:v>0.390416666661622</c:v>
                </c:pt>
                <c:pt idx="33733">
                  <c:v>0.39042824073840166</c:v>
                </c:pt>
                <c:pt idx="33734">
                  <c:v>0.39043981481518131</c:v>
                </c:pt>
                <c:pt idx="33735">
                  <c:v>0.390451388884685</c:v>
                </c:pt>
                <c:pt idx="33736">
                  <c:v>0.39046296296146465</c:v>
                </c:pt>
                <c:pt idx="33737">
                  <c:v>0.39047453703824431</c:v>
                </c:pt>
                <c:pt idx="33738">
                  <c:v>0.390486111107748</c:v>
                </c:pt>
                <c:pt idx="33739">
                  <c:v>0.39049768518452765</c:v>
                </c:pt>
                <c:pt idx="33740">
                  <c:v>0.39050925925403135</c:v>
                </c:pt>
                <c:pt idx="33741">
                  <c:v>0.390520833330811</c:v>
                </c:pt>
                <c:pt idx="33742">
                  <c:v>0.39053240740759065</c:v>
                </c:pt>
                <c:pt idx="33743">
                  <c:v>0.39054398147709435</c:v>
                </c:pt>
                <c:pt idx="33744">
                  <c:v>0.390555555553874</c:v>
                </c:pt>
                <c:pt idx="33745">
                  <c:v>0.39056712963065365</c:v>
                </c:pt>
                <c:pt idx="33746">
                  <c:v>0.39057870370015735</c:v>
                </c:pt>
                <c:pt idx="33747">
                  <c:v>0.390590277776937</c:v>
                </c:pt>
                <c:pt idx="33748">
                  <c:v>0.3906018518464407</c:v>
                </c:pt>
                <c:pt idx="33749">
                  <c:v>0.39061342592322035</c:v>
                </c:pt>
                <c:pt idx="33750">
                  <c:v>0.390625</c:v>
                </c:pt>
                <c:pt idx="33751">
                  <c:v>0.39063657406950369</c:v>
                </c:pt>
                <c:pt idx="33752">
                  <c:v>0.39064814814628335</c:v>
                </c:pt>
                <c:pt idx="33753">
                  <c:v>0.390659722223063</c:v>
                </c:pt>
                <c:pt idx="33754">
                  <c:v>0.39067129629256669</c:v>
                </c:pt>
                <c:pt idx="33755">
                  <c:v>0.39068287036934635</c:v>
                </c:pt>
                <c:pt idx="33756">
                  <c:v>0.39069444443885004</c:v>
                </c:pt>
                <c:pt idx="33757">
                  <c:v>0.39070601851562969</c:v>
                </c:pt>
                <c:pt idx="33758">
                  <c:v>0.39071759259240935</c:v>
                </c:pt>
                <c:pt idx="33759">
                  <c:v>0.39072916666191304</c:v>
                </c:pt>
                <c:pt idx="33760">
                  <c:v>0.39074074073869269</c:v>
                </c:pt>
                <c:pt idx="33761">
                  <c:v>0.39075231481547235</c:v>
                </c:pt>
                <c:pt idx="33762">
                  <c:v>0.39076388888497604</c:v>
                </c:pt>
                <c:pt idx="33763">
                  <c:v>0.39077546296175569</c:v>
                </c:pt>
                <c:pt idx="33764">
                  <c:v>0.39078703703125939</c:v>
                </c:pt>
                <c:pt idx="33765">
                  <c:v>0.39079861110803904</c:v>
                </c:pt>
                <c:pt idx="33766">
                  <c:v>0.39081018518481869</c:v>
                </c:pt>
                <c:pt idx="33767">
                  <c:v>0.39082175925432239</c:v>
                </c:pt>
                <c:pt idx="33768">
                  <c:v>0.39083333333110204</c:v>
                </c:pt>
                <c:pt idx="33769">
                  <c:v>0.39084490740788169</c:v>
                </c:pt>
                <c:pt idx="33770">
                  <c:v>0.39085648147738539</c:v>
                </c:pt>
                <c:pt idx="33771">
                  <c:v>0.39086805555416504</c:v>
                </c:pt>
                <c:pt idx="33772">
                  <c:v>0.39087962963094469</c:v>
                </c:pt>
                <c:pt idx="33773">
                  <c:v>0.39089120370044839</c:v>
                </c:pt>
                <c:pt idx="33774">
                  <c:v>0.39090277777722804</c:v>
                </c:pt>
                <c:pt idx="33775">
                  <c:v>0.39091435184673173</c:v>
                </c:pt>
                <c:pt idx="33776">
                  <c:v>0.39092592592351139</c:v>
                </c:pt>
                <c:pt idx="33777">
                  <c:v>0.39093750000029104</c:v>
                </c:pt>
                <c:pt idx="33778">
                  <c:v>0.39094907406979473</c:v>
                </c:pt>
                <c:pt idx="33779">
                  <c:v>0.39096064814657439</c:v>
                </c:pt>
                <c:pt idx="33780">
                  <c:v>0.39097222222335404</c:v>
                </c:pt>
                <c:pt idx="33781">
                  <c:v>0.39098379629285773</c:v>
                </c:pt>
                <c:pt idx="33782">
                  <c:v>0.39099537036963739</c:v>
                </c:pt>
                <c:pt idx="33783">
                  <c:v>0.39100694443914108</c:v>
                </c:pt>
                <c:pt idx="33784">
                  <c:v>0.39101851851592073</c:v>
                </c:pt>
                <c:pt idx="33785">
                  <c:v>0.39103009259270038</c:v>
                </c:pt>
                <c:pt idx="33786">
                  <c:v>0.39104166666220408</c:v>
                </c:pt>
                <c:pt idx="33787">
                  <c:v>0.39105324073898373</c:v>
                </c:pt>
                <c:pt idx="33788">
                  <c:v>0.39106481481576338</c:v>
                </c:pt>
                <c:pt idx="33789">
                  <c:v>0.39107638888526708</c:v>
                </c:pt>
                <c:pt idx="33790">
                  <c:v>0.39108796296204673</c:v>
                </c:pt>
                <c:pt idx="33791">
                  <c:v>0.39109953703155043</c:v>
                </c:pt>
                <c:pt idx="33792">
                  <c:v>0.39111111110833008</c:v>
                </c:pt>
                <c:pt idx="33793">
                  <c:v>0.39112268518510973</c:v>
                </c:pt>
                <c:pt idx="33794">
                  <c:v>0.39113425925461343</c:v>
                </c:pt>
                <c:pt idx="33795">
                  <c:v>0.39114583333139308</c:v>
                </c:pt>
                <c:pt idx="33796">
                  <c:v>0.39115740740817273</c:v>
                </c:pt>
                <c:pt idx="33797">
                  <c:v>0.39116898147767643</c:v>
                </c:pt>
                <c:pt idx="33798">
                  <c:v>0.39118055555445608</c:v>
                </c:pt>
                <c:pt idx="33799">
                  <c:v>0.39119212962395977</c:v>
                </c:pt>
                <c:pt idx="33800">
                  <c:v>0.39120370370073942</c:v>
                </c:pt>
                <c:pt idx="33801">
                  <c:v>0.39121527777751908</c:v>
                </c:pt>
                <c:pt idx="33802">
                  <c:v>0.39122685184702277</c:v>
                </c:pt>
                <c:pt idx="33803">
                  <c:v>0.39123842592380242</c:v>
                </c:pt>
                <c:pt idx="33804">
                  <c:v>0.39125000000058208</c:v>
                </c:pt>
                <c:pt idx="33805">
                  <c:v>0.39126157407008577</c:v>
                </c:pt>
                <c:pt idx="33806">
                  <c:v>0.39127314814686542</c:v>
                </c:pt>
                <c:pt idx="33807">
                  <c:v>0.39128472221636912</c:v>
                </c:pt>
                <c:pt idx="33808">
                  <c:v>0.39129629629314877</c:v>
                </c:pt>
                <c:pt idx="33809">
                  <c:v>0.39130787036992842</c:v>
                </c:pt>
                <c:pt idx="33810">
                  <c:v>0.39131944443943212</c:v>
                </c:pt>
                <c:pt idx="33811">
                  <c:v>0.39133101851621177</c:v>
                </c:pt>
                <c:pt idx="33812">
                  <c:v>0.39134259259299142</c:v>
                </c:pt>
                <c:pt idx="33813">
                  <c:v>0.39135416666249512</c:v>
                </c:pt>
                <c:pt idx="33814">
                  <c:v>0.39136574073927477</c:v>
                </c:pt>
                <c:pt idx="33815">
                  <c:v>0.39137731481605442</c:v>
                </c:pt>
                <c:pt idx="33816">
                  <c:v>0.39138888888555812</c:v>
                </c:pt>
                <c:pt idx="33817">
                  <c:v>0.39140046296233777</c:v>
                </c:pt>
                <c:pt idx="33818">
                  <c:v>0.39141203703184146</c:v>
                </c:pt>
                <c:pt idx="33819">
                  <c:v>0.39142361110862112</c:v>
                </c:pt>
                <c:pt idx="33820">
                  <c:v>0.39143518518540077</c:v>
                </c:pt>
                <c:pt idx="33821">
                  <c:v>0.39144675925490446</c:v>
                </c:pt>
                <c:pt idx="33822">
                  <c:v>0.39145833333168412</c:v>
                </c:pt>
                <c:pt idx="33823">
                  <c:v>0.39146990740846377</c:v>
                </c:pt>
                <c:pt idx="33824">
                  <c:v>0.39148148147796746</c:v>
                </c:pt>
                <c:pt idx="33825">
                  <c:v>0.39149305555474712</c:v>
                </c:pt>
                <c:pt idx="33826">
                  <c:v>0.39150462962425081</c:v>
                </c:pt>
                <c:pt idx="33827">
                  <c:v>0.39151620370103046</c:v>
                </c:pt>
                <c:pt idx="33828">
                  <c:v>0.39152777777781012</c:v>
                </c:pt>
                <c:pt idx="33829">
                  <c:v>0.39153935184731381</c:v>
                </c:pt>
                <c:pt idx="33830">
                  <c:v>0.39155092592409346</c:v>
                </c:pt>
                <c:pt idx="33831">
                  <c:v>0.39156250000087311</c:v>
                </c:pt>
                <c:pt idx="33832">
                  <c:v>0.39157407407037681</c:v>
                </c:pt>
                <c:pt idx="33833">
                  <c:v>0.39158564814715646</c:v>
                </c:pt>
                <c:pt idx="33834">
                  <c:v>0.39159722221666016</c:v>
                </c:pt>
                <c:pt idx="33835">
                  <c:v>0.39160879629343981</c:v>
                </c:pt>
                <c:pt idx="33836">
                  <c:v>0.39162037037021946</c:v>
                </c:pt>
                <c:pt idx="33837">
                  <c:v>0.39163194443972316</c:v>
                </c:pt>
                <c:pt idx="33838">
                  <c:v>0.39164351851650281</c:v>
                </c:pt>
                <c:pt idx="33839">
                  <c:v>0.39165509259328246</c:v>
                </c:pt>
                <c:pt idx="33840">
                  <c:v>0.39166666666278616</c:v>
                </c:pt>
                <c:pt idx="33841">
                  <c:v>0.39167824073956581</c:v>
                </c:pt>
                <c:pt idx="33842">
                  <c:v>0.3916898148090695</c:v>
                </c:pt>
                <c:pt idx="33843">
                  <c:v>0.39170138888584916</c:v>
                </c:pt>
                <c:pt idx="33844">
                  <c:v>0.39171296296262881</c:v>
                </c:pt>
                <c:pt idx="33845">
                  <c:v>0.3917245370321325</c:v>
                </c:pt>
                <c:pt idx="33846">
                  <c:v>0.39173611110891216</c:v>
                </c:pt>
                <c:pt idx="33847">
                  <c:v>0.39174768518569181</c:v>
                </c:pt>
                <c:pt idx="33848">
                  <c:v>0.3917592592551955</c:v>
                </c:pt>
                <c:pt idx="33849">
                  <c:v>0.39177083333197515</c:v>
                </c:pt>
                <c:pt idx="33850">
                  <c:v>0.39178240740147885</c:v>
                </c:pt>
                <c:pt idx="33851">
                  <c:v>0.3917939814782585</c:v>
                </c:pt>
                <c:pt idx="33852">
                  <c:v>0.39180555555503815</c:v>
                </c:pt>
                <c:pt idx="33853">
                  <c:v>0.39181712962454185</c:v>
                </c:pt>
                <c:pt idx="33854">
                  <c:v>0.3918287037013215</c:v>
                </c:pt>
                <c:pt idx="33855">
                  <c:v>0.39184027777810115</c:v>
                </c:pt>
                <c:pt idx="33856">
                  <c:v>0.39185185184760485</c:v>
                </c:pt>
                <c:pt idx="33857">
                  <c:v>0.3918634259243845</c:v>
                </c:pt>
                <c:pt idx="33858">
                  <c:v>0.39187500000116415</c:v>
                </c:pt>
                <c:pt idx="33859">
                  <c:v>0.39188657407066785</c:v>
                </c:pt>
                <c:pt idx="33860">
                  <c:v>0.3918981481474475</c:v>
                </c:pt>
                <c:pt idx="33861">
                  <c:v>0.3919097222169512</c:v>
                </c:pt>
                <c:pt idx="33862">
                  <c:v>0.39192129629373085</c:v>
                </c:pt>
                <c:pt idx="33863">
                  <c:v>0.3919328703705105</c:v>
                </c:pt>
                <c:pt idx="33864">
                  <c:v>0.39194444444001419</c:v>
                </c:pt>
                <c:pt idx="33865">
                  <c:v>0.39195601851679385</c:v>
                </c:pt>
                <c:pt idx="33866">
                  <c:v>0.3919675925935735</c:v>
                </c:pt>
                <c:pt idx="33867">
                  <c:v>0.39197916666307719</c:v>
                </c:pt>
                <c:pt idx="33868">
                  <c:v>0.39199074073985685</c:v>
                </c:pt>
                <c:pt idx="33869">
                  <c:v>0.39200231480936054</c:v>
                </c:pt>
                <c:pt idx="33870">
                  <c:v>0.39201388888614019</c:v>
                </c:pt>
                <c:pt idx="33871">
                  <c:v>0.39202546296291985</c:v>
                </c:pt>
                <c:pt idx="33872">
                  <c:v>0.39203703703242354</c:v>
                </c:pt>
                <c:pt idx="33873">
                  <c:v>0.39204861110920319</c:v>
                </c:pt>
                <c:pt idx="33874">
                  <c:v>0.39206018518598285</c:v>
                </c:pt>
                <c:pt idx="33875">
                  <c:v>0.39207175925548654</c:v>
                </c:pt>
                <c:pt idx="33876">
                  <c:v>0.39208333333226619</c:v>
                </c:pt>
                <c:pt idx="33877">
                  <c:v>0.39209490740176989</c:v>
                </c:pt>
                <c:pt idx="33878">
                  <c:v>0.39210648147854954</c:v>
                </c:pt>
                <c:pt idx="33879">
                  <c:v>0.39211805555532919</c:v>
                </c:pt>
                <c:pt idx="33880">
                  <c:v>0.39212962962483289</c:v>
                </c:pt>
                <c:pt idx="33881">
                  <c:v>0.39214120370161254</c:v>
                </c:pt>
                <c:pt idx="33882">
                  <c:v>0.39215277777839219</c:v>
                </c:pt>
                <c:pt idx="33883">
                  <c:v>0.39216435184789589</c:v>
                </c:pt>
                <c:pt idx="33884">
                  <c:v>0.39217592592467554</c:v>
                </c:pt>
                <c:pt idx="33885">
                  <c:v>0.39218749999417923</c:v>
                </c:pt>
                <c:pt idx="33886">
                  <c:v>0.39219907407095889</c:v>
                </c:pt>
                <c:pt idx="33887">
                  <c:v>0.39221064814773854</c:v>
                </c:pt>
                <c:pt idx="33888">
                  <c:v>0.39222222221724223</c:v>
                </c:pt>
                <c:pt idx="33889">
                  <c:v>0.39223379629402189</c:v>
                </c:pt>
                <c:pt idx="33890">
                  <c:v>0.39224537037080154</c:v>
                </c:pt>
                <c:pt idx="33891">
                  <c:v>0.39225694444030523</c:v>
                </c:pt>
                <c:pt idx="33892">
                  <c:v>0.39226851851708489</c:v>
                </c:pt>
                <c:pt idx="33893">
                  <c:v>0.39228009259386454</c:v>
                </c:pt>
                <c:pt idx="33894">
                  <c:v>0.39229166666336823</c:v>
                </c:pt>
                <c:pt idx="33895">
                  <c:v>0.39230324074014788</c:v>
                </c:pt>
                <c:pt idx="33896">
                  <c:v>0.39231481480965158</c:v>
                </c:pt>
                <c:pt idx="33897">
                  <c:v>0.39232638888643123</c:v>
                </c:pt>
                <c:pt idx="33898">
                  <c:v>0.39233796296321088</c:v>
                </c:pt>
                <c:pt idx="33899">
                  <c:v>0.39234953703271458</c:v>
                </c:pt>
                <c:pt idx="33900">
                  <c:v>0.39236111110949423</c:v>
                </c:pt>
                <c:pt idx="33901">
                  <c:v>0.39237268518627388</c:v>
                </c:pt>
                <c:pt idx="33902">
                  <c:v>0.39238425925577758</c:v>
                </c:pt>
                <c:pt idx="33903">
                  <c:v>0.39239583333255723</c:v>
                </c:pt>
                <c:pt idx="33904">
                  <c:v>0.39240740740206093</c:v>
                </c:pt>
                <c:pt idx="33905">
                  <c:v>0.39241898147884058</c:v>
                </c:pt>
                <c:pt idx="33906">
                  <c:v>0.39243055555562023</c:v>
                </c:pt>
                <c:pt idx="33907">
                  <c:v>0.39244212962512393</c:v>
                </c:pt>
                <c:pt idx="33908">
                  <c:v>0.39245370370190358</c:v>
                </c:pt>
                <c:pt idx="33909">
                  <c:v>0.39246527777868323</c:v>
                </c:pt>
                <c:pt idx="33910">
                  <c:v>0.39247685184818693</c:v>
                </c:pt>
                <c:pt idx="33911">
                  <c:v>0.39248842592496658</c:v>
                </c:pt>
                <c:pt idx="33912">
                  <c:v>0.39249999999447027</c:v>
                </c:pt>
                <c:pt idx="33913">
                  <c:v>0.39251157407124992</c:v>
                </c:pt>
                <c:pt idx="33914">
                  <c:v>0.39252314814802958</c:v>
                </c:pt>
                <c:pt idx="33915">
                  <c:v>0.39253472221753327</c:v>
                </c:pt>
                <c:pt idx="33916">
                  <c:v>0.39254629629431292</c:v>
                </c:pt>
                <c:pt idx="33917">
                  <c:v>0.39255787037109258</c:v>
                </c:pt>
                <c:pt idx="33918">
                  <c:v>0.39256944444059627</c:v>
                </c:pt>
                <c:pt idx="33919">
                  <c:v>0.39258101851737592</c:v>
                </c:pt>
                <c:pt idx="33920">
                  <c:v>0.39259259258687962</c:v>
                </c:pt>
                <c:pt idx="33921">
                  <c:v>0.39260416666365927</c:v>
                </c:pt>
                <c:pt idx="33922">
                  <c:v>0.39261574074043892</c:v>
                </c:pt>
                <c:pt idx="33923">
                  <c:v>0.39262731480994262</c:v>
                </c:pt>
                <c:pt idx="33924">
                  <c:v>0.39263888888672227</c:v>
                </c:pt>
                <c:pt idx="33925">
                  <c:v>0.39265046296350192</c:v>
                </c:pt>
                <c:pt idx="33926">
                  <c:v>0.39266203703300562</c:v>
                </c:pt>
                <c:pt idx="33927">
                  <c:v>0.39267361110978527</c:v>
                </c:pt>
                <c:pt idx="33928">
                  <c:v>0.39268518517928896</c:v>
                </c:pt>
                <c:pt idx="33929">
                  <c:v>0.39269675925606862</c:v>
                </c:pt>
                <c:pt idx="33930">
                  <c:v>0.39270833333284827</c:v>
                </c:pt>
                <c:pt idx="33931">
                  <c:v>0.39271990740235196</c:v>
                </c:pt>
                <c:pt idx="33932">
                  <c:v>0.39273148147913162</c:v>
                </c:pt>
                <c:pt idx="33933">
                  <c:v>0.39274305555591127</c:v>
                </c:pt>
                <c:pt idx="33934">
                  <c:v>0.39275462962541496</c:v>
                </c:pt>
                <c:pt idx="33935">
                  <c:v>0.39276620370219462</c:v>
                </c:pt>
                <c:pt idx="33936">
                  <c:v>0.39277777777897427</c:v>
                </c:pt>
                <c:pt idx="33937">
                  <c:v>0.39278935184847796</c:v>
                </c:pt>
                <c:pt idx="33938">
                  <c:v>0.39280092592525762</c:v>
                </c:pt>
                <c:pt idx="33939">
                  <c:v>0.39281249999476131</c:v>
                </c:pt>
                <c:pt idx="33940">
                  <c:v>0.39282407407154096</c:v>
                </c:pt>
                <c:pt idx="33941">
                  <c:v>0.39283564814832062</c:v>
                </c:pt>
                <c:pt idx="33942">
                  <c:v>0.39284722221782431</c:v>
                </c:pt>
                <c:pt idx="33943">
                  <c:v>0.39285879629460396</c:v>
                </c:pt>
                <c:pt idx="33944">
                  <c:v>0.39287037037138361</c:v>
                </c:pt>
                <c:pt idx="33945">
                  <c:v>0.39288194444088731</c:v>
                </c:pt>
                <c:pt idx="33946">
                  <c:v>0.39289351851766696</c:v>
                </c:pt>
                <c:pt idx="33947">
                  <c:v>0.39290509258717066</c:v>
                </c:pt>
                <c:pt idx="33948">
                  <c:v>0.39291666666395031</c:v>
                </c:pt>
                <c:pt idx="33949">
                  <c:v>0.39292824074072996</c:v>
                </c:pt>
                <c:pt idx="33950">
                  <c:v>0.39293981481023366</c:v>
                </c:pt>
                <c:pt idx="33951">
                  <c:v>0.39295138888701331</c:v>
                </c:pt>
                <c:pt idx="33952">
                  <c:v>0.39296296296379296</c:v>
                </c:pt>
                <c:pt idx="33953">
                  <c:v>0.39297453703329666</c:v>
                </c:pt>
                <c:pt idx="33954">
                  <c:v>0.39298611111007631</c:v>
                </c:pt>
                <c:pt idx="33955">
                  <c:v>0.39299768517958</c:v>
                </c:pt>
                <c:pt idx="33956">
                  <c:v>0.39300925925635966</c:v>
                </c:pt>
                <c:pt idx="33957">
                  <c:v>0.39302083333313931</c:v>
                </c:pt>
                <c:pt idx="33958">
                  <c:v>0.393032407402643</c:v>
                </c:pt>
                <c:pt idx="33959">
                  <c:v>0.39304398147942265</c:v>
                </c:pt>
                <c:pt idx="33960">
                  <c:v>0.39305555555620231</c:v>
                </c:pt>
                <c:pt idx="33961">
                  <c:v>0.393067129625706</c:v>
                </c:pt>
                <c:pt idx="33962">
                  <c:v>0.39307870370248565</c:v>
                </c:pt>
                <c:pt idx="33963">
                  <c:v>0.39309027777198935</c:v>
                </c:pt>
                <c:pt idx="33964">
                  <c:v>0.393101851848769</c:v>
                </c:pt>
                <c:pt idx="33965">
                  <c:v>0.39311342592554865</c:v>
                </c:pt>
                <c:pt idx="33966">
                  <c:v>0.39312499999505235</c:v>
                </c:pt>
                <c:pt idx="33967">
                  <c:v>0.393136574071832</c:v>
                </c:pt>
                <c:pt idx="33968">
                  <c:v>0.39314814814861165</c:v>
                </c:pt>
                <c:pt idx="33969">
                  <c:v>0.39315972221811535</c:v>
                </c:pt>
                <c:pt idx="33970">
                  <c:v>0.393171296294895</c:v>
                </c:pt>
                <c:pt idx="33971">
                  <c:v>0.39318287037167465</c:v>
                </c:pt>
                <c:pt idx="33972">
                  <c:v>0.39319444444117835</c:v>
                </c:pt>
                <c:pt idx="33973">
                  <c:v>0.393206018517958</c:v>
                </c:pt>
                <c:pt idx="33974">
                  <c:v>0.3932175925874617</c:v>
                </c:pt>
                <c:pt idx="33975">
                  <c:v>0.39322916666424135</c:v>
                </c:pt>
                <c:pt idx="33976">
                  <c:v>0.393240740741021</c:v>
                </c:pt>
                <c:pt idx="33977">
                  <c:v>0.39325231481052469</c:v>
                </c:pt>
                <c:pt idx="33978">
                  <c:v>0.39326388888730435</c:v>
                </c:pt>
                <c:pt idx="33979">
                  <c:v>0.393275462964084</c:v>
                </c:pt>
                <c:pt idx="33980">
                  <c:v>0.39328703703358769</c:v>
                </c:pt>
                <c:pt idx="33981">
                  <c:v>0.39329861111036735</c:v>
                </c:pt>
                <c:pt idx="33982">
                  <c:v>0.39331018517987104</c:v>
                </c:pt>
                <c:pt idx="33983">
                  <c:v>0.39332175925665069</c:v>
                </c:pt>
                <c:pt idx="33984">
                  <c:v>0.39333333333343035</c:v>
                </c:pt>
                <c:pt idx="33985">
                  <c:v>0.39334490740293404</c:v>
                </c:pt>
                <c:pt idx="33986">
                  <c:v>0.39335648147971369</c:v>
                </c:pt>
                <c:pt idx="33987">
                  <c:v>0.39336805555649335</c:v>
                </c:pt>
                <c:pt idx="33988">
                  <c:v>0.39337962962599704</c:v>
                </c:pt>
                <c:pt idx="33989">
                  <c:v>0.39339120370277669</c:v>
                </c:pt>
                <c:pt idx="33990">
                  <c:v>0.39340277777228039</c:v>
                </c:pt>
                <c:pt idx="33991">
                  <c:v>0.39341435184906004</c:v>
                </c:pt>
                <c:pt idx="33992">
                  <c:v>0.39342592592583969</c:v>
                </c:pt>
                <c:pt idx="33993">
                  <c:v>0.39343749999534339</c:v>
                </c:pt>
                <c:pt idx="33994">
                  <c:v>0.39344907407212304</c:v>
                </c:pt>
                <c:pt idx="33995">
                  <c:v>0.39346064814890269</c:v>
                </c:pt>
                <c:pt idx="33996">
                  <c:v>0.39347222221840639</c:v>
                </c:pt>
                <c:pt idx="33997">
                  <c:v>0.39348379629518604</c:v>
                </c:pt>
                <c:pt idx="33998">
                  <c:v>0.39349537036468973</c:v>
                </c:pt>
                <c:pt idx="33999">
                  <c:v>0.39350694444146939</c:v>
                </c:pt>
                <c:pt idx="34000">
                  <c:v>0.39351851851824904</c:v>
                </c:pt>
                <c:pt idx="34001">
                  <c:v>0.39353009258775273</c:v>
                </c:pt>
                <c:pt idx="34002">
                  <c:v>0.39354166666453239</c:v>
                </c:pt>
                <c:pt idx="34003">
                  <c:v>0.39355324074131204</c:v>
                </c:pt>
                <c:pt idx="34004">
                  <c:v>0.39356481481081573</c:v>
                </c:pt>
                <c:pt idx="34005">
                  <c:v>0.39357638888759539</c:v>
                </c:pt>
                <c:pt idx="34006">
                  <c:v>0.39358796295709908</c:v>
                </c:pt>
                <c:pt idx="34007">
                  <c:v>0.39359953703387873</c:v>
                </c:pt>
                <c:pt idx="34008">
                  <c:v>0.39361111111065838</c:v>
                </c:pt>
                <c:pt idx="34009">
                  <c:v>0.39362268518016208</c:v>
                </c:pt>
                <c:pt idx="34010">
                  <c:v>0.39363425925694173</c:v>
                </c:pt>
                <c:pt idx="34011">
                  <c:v>0.39364583333372138</c:v>
                </c:pt>
                <c:pt idx="34012">
                  <c:v>0.39365740740322508</c:v>
                </c:pt>
                <c:pt idx="34013">
                  <c:v>0.39366898148000473</c:v>
                </c:pt>
                <c:pt idx="34014">
                  <c:v>0.39368055555678438</c:v>
                </c:pt>
                <c:pt idx="34015">
                  <c:v>0.39369212962628808</c:v>
                </c:pt>
                <c:pt idx="34016">
                  <c:v>0.39370370370306773</c:v>
                </c:pt>
                <c:pt idx="34017">
                  <c:v>0.39371527777257143</c:v>
                </c:pt>
                <c:pt idx="34018">
                  <c:v>0.39372685184935108</c:v>
                </c:pt>
                <c:pt idx="34019">
                  <c:v>0.39373842592613073</c:v>
                </c:pt>
                <c:pt idx="34020">
                  <c:v>0.39374999999563443</c:v>
                </c:pt>
                <c:pt idx="34021">
                  <c:v>0.39376157407241408</c:v>
                </c:pt>
                <c:pt idx="34022">
                  <c:v>0.39377314814919373</c:v>
                </c:pt>
                <c:pt idx="34023">
                  <c:v>0.39378472221869742</c:v>
                </c:pt>
                <c:pt idx="34024">
                  <c:v>0.39379629629547708</c:v>
                </c:pt>
                <c:pt idx="34025">
                  <c:v>0.39380787036498077</c:v>
                </c:pt>
                <c:pt idx="34026">
                  <c:v>0.39381944444176042</c:v>
                </c:pt>
                <c:pt idx="34027">
                  <c:v>0.39383101851854008</c:v>
                </c:pt>
                <c:pt idx="34028">
                  <c:v>0.39384259258804377</c:v>
                </c:pt>
                <c:pt idx="34029">
                  <c:v>0.39385416666482342</c:v>
                </c:pt>
                <c:pt idx="34030">
                  <c:v>0.39386574074160308</c:v>
                </c:pt>
                <c:pt idx="34031">
                  <c:v>0.39387731481110677</c:v>
                </c:pt>
                <c:pt idx="34032">
                  <c:v>0.39388888888788642</c:v>
                </c:pt>
                <c:pt idx="34033">
                  <c:v>0.39390046295739012</c:v>
                </c:pt>
                <c:pt idx="34034">
                  <c:v>0.39391203703416977</c:v>
                </c:pt>
                <c:pt idx="34035">
                  <c:v>0.39392361111094942</c:v>
                </c:pt>
                <c:pt idx="34036">
                  <c:v>0.39393518518045312</c:v>
                </c:pt>
                <c:pt idx="34037">
                  <c:v>0.39394675925723277</c:v>
                </c:pt>
                <c:pt idx="34038">
                  <c:v>0.39395833333401242</c:v>
                </c:pt>
                <c:pt idx="34039">
                  <c:v>0.39396990740351612</c:v>
                </c:pt>
                <c:pt idx="34040">
                  <c:v>0.39398148148029577</c:v>
                </c:pt>
                <c:pt idx="34041">
                  <c:v>0.39399305554979946</c:v>
                </c:pt>
                <c:pt idx="34042">
                  <c:v>0.39400462962657912</c:v>
                </c:pt>
                <c:pt idx="34043">
                  <c:v>0.39401620370335877</c:v>
                </c:pt>
                <c:pt idx="34044">
                  <c:v>0.39402777777286246</c:v>
                </c:pt>
                <c:pt idx="34045">
                  <c:v>0.39403935184964212</c:v>
                </c:pt>
                <c:pt idx="34046">
                  <c:v>0.39405092592642177</c:v>
                </c:pt>
                <c:pt idx="34047">
                  <c:v>0.39406249999592546</c:v>
                </c:pt>
                <c:pt idx="34048">
                  <c:v>0.39407407407270512</c:v>
                </c:pt>
                <c:pt idx="34049">
                  <c:v>0.39408564814948477</c:v>
                </c:pt>
                <c:pt idx="34050">
                  <c:v>0.39409722221898846</c:v>
                </c:pt>
                <c:pt idx="34051">
                  <c:v>0.39410879629576812</c:v>
                </c:pt>
                <c:pt idx="34052">
                  <c:v>0.39412037036527181</c:v>
                </c:pt>
                <c:pt idx="34053">
                  <c:v>0.39413194444205146</c:v>
                </c:pt>
                <c:pt idx="34054">
                  <c:v>0.39414351851883112</c:v>
                </c:pt>
                <c:pt idx="34055">
                  <c:v>0.39415509258833481</c:v>
                </c:pt>
                <c:pt idx="34056">
                  <c:v>0.39416666666511446</c:v>
                </c:pt>
                <c:pt idx="34057">
                  <c:v>0.39417824074189411</c:v>
                </c:pt>
                <c:pt idx="34058">
                  <c:v>0.39418981481139781</c:v>
                </c:pt>
                <c:pt idx="34059">
                  <c:v>0.39420138888817746</c:v>
                </c:pt>
                <c:pt idx="34060">
                  <c:v>0.39421296295768116</c:v>
                </c:pt>
                <c:pt idx="34061">
                  <c:v>0.39422453703446081</c:v>
                </c:pt>
                <c:pt idx="34062">
                  <c:v>0.39423611111124046</c:v>
                </c:pt>
                <c:pt idx="34063">
                  <c:v>0.39424768518074416</c:v>
                </c:pt>
                <c:pt idx="34064">
                  <c:v>0.39425925925752381</c:v>
                </c:pt>
                <c:pt idx="34065">
                  <c:v>0.39427083333430346</c:v>
                </c:pt>
                <c:pt idx="34066">
                  <c:v>0.39428240740380716</c:v>
                </c:pt>
                <c:pt idx="34067">
                  <c:v>0.39429398148058681</c:v>
                </c:pt>
                <c:pt idx="34068">
                  <c:v>0.3943055555500905</c:v>
                </c:pt>
                <c:pt idx="34069">
                  <c:v>0.39431712962687016</c:v>
                </c:pt>
                <c:pt idx="34070">
                  <c:v>0.39432870370364981</c:v>
                </c:pt>
                <c:pt idx="34071">
                  <c:v>0.3943402777731535</c:v>
                </c:pt>
                <c:pt idx="34072">
                  <c:v>0.39435185184993315</c:v>
                </c:pt>
                <c:pt idx="34073">
                  <c:v>0.39436342592671281</c:v>
                </c:pt>
                <c:pt idx="34074">
                  <c:v>0.3943749999962165</c:v>
                </c:pt>
                <c:pt idx="34075">
                  <c:v>0.39438657407299615</c:v>
                </c:pt>
                <c:pt idx="34076">
                  <c:v>0.39439814814249985</c:v>
                </c:pt>
                <c:pt idx="34077">
                  <c:v>0.3944097222192795</c:v>
                </c:pt>
                <c:pt idx="34078">
                  <c:v>0.39442129629605915</c:v>
                </c:pt>
                <c:pt idx="34079">
                  <c:v>0.39443287036556285</c:v>
                </c:pt>
                <c:pt idx="34080">
                  <c:v>0.3944444444423425</c:v>
                </c:pt>
                <c:pt idx="34081">
                  <c:v>0.39445601851912215</c:v>
                </c:pt>
                <c:pt idx="34082">
                  <c:v>0.39446759258862585</c:v>
                </c:pt>
                <c:pt idx="34083">
                  <c:v>0.3944791666654055</c:v>
                </c:pt>
                <c:pt idx="34084">
                  <c:v>0.3944907407349092</c:v>
                </c:pt>
                <c:pt idx="34085">
                  <c:v>0.39450231481168885</c:v>
                </c:pt>
                <c:pt idx="34086">
                  <c:v>0.3945138888884685</c:v>
                </c:pt>
                <c:pt idx="34087">
                  <c:v>0.39452546295797219</c:v>
                </c:pt>
                <c:pt idx="34088">
                  <c:v>0.39453703703475185</c:v>
                </c:pt>
                <c:pt idx="34089">
                  <c:v>0.3945486111115315</c:v>
                </c:pt>
                <c:pt idx="34090">
                  <c:v>0.39456018518103519</c:v>
                </c:pt>
                <c:pt idx="34091">
                  <c:v>0.39457175925781485</c:v>
                </c:pt>
                <c:pt idx="34092">
                  <c:v>0.3945833333345945</c:v>
                </c:pt>
                <c:pt idx="34093">
                  <c:v>0.39459490740409819</c:v>
                </c:pt>
                <c:pt idx="34094">
                  <c:v>0.39460648148087785</c:v>
                </c:pt>
                <c:pt idx="34095">
                  <c:v>0.39461805555038154</c:v>
                </c:pt>
                <c:pt idx="34096">
                  <c:v>0.39462962962716119</c:v>
                </c:pt>
                <c:pt idx="34097">
                  <c:v>0.39464120370394085</c:v>
                </c:pt>
                <c:pt idx="34098">
                  <c:v>0.39465277777344454</c:v>
                </c:pt>
                <c:pt idx="34099">
                  <c:v>0.39466435185022419</c:v>
                </c:pt>
                <c:pt idx="34100">
                  <c:v>0.39467592592700385</c:v>
                </c:pt>
                <c:pt idx="34101">
                  <c:v>0.39468749999650754</c:v>
                </c:pt>
                <c:pt idx="34102">
                  <c:v>0.39469907407328719</c:v>
                </c:pt>
                <c:pt idx="34103">
                  <c:v>0.39471064814279089</c:v>
                </c:pt>
                <c:pt idx="34104">
                  <c:v>0.39472222221957054</c:v>
                </c:pt>
                <c:pt idx="34105">
                  <c:v>0.39473379629635019</c:v>
                </c:pt>
                <c:pt idx="34106">
                  <c:v>0.39474537036585389</c:v>
                </c:pt>
                <c:pt idx="34107">
                  <c:v>0.39475694444263354</c:v>
                </c:pt>
                <c:pt idx="34108">
                  <c:v>0.39476851851941319</c:v>
                </c:pt>
                <c:pt idx="34109">
                  <c:v>0.39478009258891689</c:v>
                </c:pt>
                <c:pt idx="34110">
                  <c:v>0.39479166666569654</c:v>
                </c:pt>
                <c:pt idx="34111">
                  <c:v>0.39480324073520023</c:v>
                </c:pt>
                <c:pt idx="34112">
                  <c:v>0.39481481481197989</c:v>
                </c:pt>
                <c:pt idx="34113">
                  <c:v>0.39482638888875954</c:v>
                </c:pt>
                <c:pt idx="34114">
                  <c:v>0.39483796295826323</c:v>
                </c:pt>
                <c:pt idx="34115">
                  <c:v>0.39484953703504289</c:v>
                </c:pt>
                <c:pt idx="34116">
                  <c:v>0.39486111111182254</c:v>
                </c:pt>
                <c:pt idx="34117">
                  <c:v>0.39487268518132623</c:v>
                </c:pt>
                <c:pt idx="34118">
                  <c:v>0.39488425925810589</c:v>
                </c:pt>
                <c:pt idx="34119">
                  <c:v>0.39489583332760958</c:v>
                </c:pt>
                <c:pt idx="34120">
                  <c:v>0.39490740740438923</c:v>
                </c:pt>
                <c:pt idx="34121">
                  <c:v>0.39491898148116888</c:v>
                </c:pt>
                <c:pt idx="34122">
                  <c:v>0.39493055555067258</c:v>
                </c:pt>
                <c:pt idx="34123">
                  <c:v>0.39494212962745223</c:v>
                </c:pt>
                <c:pt idx="34124">
                  <c:v>0.39495370370423188</c:v>
                </c:pt>
                <c:pt idx="34125">
                  <c:v>0.39496527777373558</c:v>
                </c:pt>
                <c:pt idx="34126">
                  <c:v>0.39497685185051523</c:v>
                </c:pt>
                <c:pt idx="34127">
                  <c:v>0.39498842592001893</c:v>
                </c:pt>
                <c:pt idx="34128">
                  <c:v>0.39499999999679858</c:v>
                </c:pt>
                <c:pt idx="34129">
                  <c:v>0.39501157407357823</c:v>
                </c:pt>
                <c:pt idx="34130">
                  <c:v>0.39502314814308193</c:v>
                </c:pt>
                <c:pt idx="34131">
                  <c:v>0.39503472221986158</c:v>
                </c:pt>
                <c:pt idx="34132">
                  <c:v>0.39504629629664123</c:v>
                </c:pt>
                <c:pt idx="34133">
                  <c:v>0.39505787036614493</c:v>
                </c:pt>
                <c:pt idx="34134">
                  <c:v>0.39506944444292458</c:v>
                </c:pt>
                <c:pt idx="34135">
                  <c:v>0.39508101851970423</c:v>
                </c:pt>
                <c:pt idx="34136">
                  <c:v>0.39509259258920792</c:v>
                </c:pt>
                <c:pt idx="34137">
                  <c:v>0.39510416666598758</c:v>
                </c:pt>
                <c:pt idx="34138">
                  <c:v>0.39511574073549127</c:v>
                </c:pt>
                <c:pt idx="34139">
                  <c:v>0.39512731481227092</c:v>
                </c:pt>
                <c:pt idx="34140">
                  <c:v>0.39513888888905058</c:v>
                </c:pt>
                <c:pt idx="34141">
                  <c:v>0.39515046295855427</c:v>
                </c:pt>
                <c:pt idx="34142">
                  <c:v>0.39516203703533392</c:v>
                </c:pt>
                <c:pt idx="34143">
                  <c:v>0.39517361111211358</c:v>
                </c:pt>
                <c:pt idx="34144">
                  <c:v>0.39518518518161727</c:v>
                </c:pt>
                <c:pt idx="34145">
                  <c:v>0.39519675925839692</c:v>
                </c:pt>
                <c:pt idx="34146">
                  <c:v>0.39520833332790062</c:v>
                </c:pt>
                <c:pt idx="34147">
                  <c:v>0.39521990740468027</c:v>
                </c:pt>
                <c:pt idx="34148">
                  <c:v>0.39523148148145992</c:v>
                </c:pt>
                <c:pt idx="34149">
                  <c:v>0.39524305555096362</c:v>
                </c:pt>
                <c:pt idx="34150">
                  <c:v>0.39525462962774327</c:v>
                </c:pt>
                <c:pt idx="34151">
                  <c:v>0.39526620370452292</c:v>
                </c:pt>
                <c:pt idx="34152">
                  <c:v>0.39527777777402662</c:v>
                </c:pt>
                <c:pt idx="34153">
                  <c:v>0.39528935185080627</c:v>
                </c:pt>
                <c:pt idx="34154">
                  <c:v>0.39530092592030996</c:v>
                </c:pt>
                <c:pt idx="34155">
                  <c:v>0.39531249999708962</c:v>
                </c:pt>
                <c:pt idx="34156">
                  <c:v>0.39532407407386927</c:v>
                </c:pt>
                <c:pt idx="34157">
                  <c:v>0.39533564814337296</c:v>
                </c:pt>
                <c:pt idx="34158">
                  <c:v>0.39534722222015262</c:v>
                </c:pt>
                <c:pt idx="34159">
                  <c:v>0.39535879629693227</c:v>
                </c:pt>
                <c:pt idx="34160">
                  <c:v>0.39537037036643596</c:v>
                </c:pt>
                <c:pt idx="34161">
                  <c:v>0.39538194444321562</c:v>
                </c:pt>
                <c:pt idx="34162">
                  <c:v>0.39539351851271931</c:v>
                </c:pt>
                <c:pt idx="34163">
                  <c:v>0.39540509258949896</c:v>
                </c:pt>
                <c:pt idx="34164">
                  <c:v>0.39541666666627862</c:v>
                </c:pt>
                <c:pt idx="34165">
                  <c:v>0.39542824073578231</c:v>
                </c:pt>
                <c:pt idx="34166">
                  <c:v>0.39543981481256196</c:v>
                </c:pt>
                <c:pt idx="34167">
                  <c:v>0.39545138888934162</c:v>
                </c:pt>
                <c:pt idx="34168">
                  <c:v>0.39546296295884531</c:v>
                </c:pt>
                <c:pt idx="34169">
                  <c:v>0.39547453703562496</c:v>
                </c:pt>
                <c:pt idx="34170">
                  <c:v>0.39548611111240461</c:v>
                </c:pt>
                <c:pt idx="34171">
                  <c:v>0.39549768518190831</c:v>
                </c:pt>
                <c:pt idx="34172">
                  <c:v>0.39550925925868796</c:v>
                </c:pt>
                <c:pt idx="34173">
                  <c:v>0.39552083332819166</c:v>
                </c:pt>
                <c:pt idx="34174">
                  <c:v>0.39553240740497131</c:v>
                </c:pt>
                <c:pt idx="34175">
                  <c:v>0.39554398148175096</c:v>
                </c:pt>
                <c:pt idx="34176">
                  <c:v>0.39555555555125466</c:v>
                </c:pt>
                <c:pt idx="34177">
                  <c:v>0.39556712962803431</c:v>
                </c:pt>
                <c:pt idx="34178">
                  <c:v>0.39557870370481396</c:v>
                </c:pt>
                <c:pt idx="34179">
                  <c:v>0.39559027777431766</c:v>
                </c:pt>
                <c:pt idx="34180">
                  <c:v>0.39560185185109731</c:v>
                </c:pt>
                <c:pt idx="34181">
                  <c:v>0.395613425920601</c:v>
                </c:pt>
                <c:pt idx="34182">
                  <c:v>0.39562499999738066</c:v>
                </c:pt>
                <c:pt idx="34183">
                  <c:v>0.39563657407416031</c:v>
                </c:pt>
                <c:pt idx="34184">
                  <c:v>0.395648148143664</c:v>
                </c:pt>
                <c:pt idx="34185">
                  <c:v>0.39565972222044365</c:v>
                </c:pt>
                <c:pt idx="34186">
                  <c:v>0.39567129629722331</c:v>
                </c:pt>
                <c:pt idx="34187">
                  <c:v>0.395682870366727</c:v>
                </c:pt>
                <c:pt idx="34188">
                  <c:v>0.39569444444350665</c:v>
                </c:pt>
                <c:pt idx="34189">
                  <c:v>0.39570601851301035</c:v>
                </c:pt>
                <c:pt idx="34190">
                  <c:v>0.39571759258979</c:v>
                </c:pt>
                <c:pt idx="34191">
                  <c:v>0.39572916666656965</c:v>
                </c:pt>
                <c:pt idx="34192">
                  <c:v>0.39574074073607335</c:v>
                </c:pt>
                <c:pt idx="34193">
                  <c:v>0.395752314812853</c:v>
                </c:pt>
                <c:pt idx="34194">
                  <c:v>0.39576388888963265</c:v>
                </c:pt>
                <c:pt idx="34195">
                  <c:v>0.39577546295913635</c:v>
                </c:pt>
                <c:pt idx="34196">
                  <c:v>0.395787037035916</c:v>
                </c:pt>
                <c:pt idx="34197">
                  <c:v>0.3957986111054197</c:v>
                </c:pt>
                <c:pt idx="34198">
                  <c:v>0.39581018518219935</c:v>
                </c:pt>
                <c:pt idx="34199">
                  <c:v>0.395821759258979</c:v>
                </c:pt>
                <c:pt idx="34200">
                  <c:v>0.39583333332848269</c:v>
                </c:pt>
                <c:pt idx="34201">
                  <c:v>0.39584490740526235</c:v>
                </c:pt>
                <c:pt idx="34202">
                  <c:v>0.395856481482042</c:v>
                </c:pt>
                <c:pt idx="34203">
                  <c:v>0.39586805555154569</c:v>
                </c:pt>
                <c:pt idx="34204">
                  <c:v>0.39587962962832535</c:v>
                </c:pt>
                <c:pt idx="34205">
                  <c:v>0.39589120369782904</c:v>
                </c:pt>
                <c:pt idx="34206">
                  <c:v>0.39590277777460869</c:v>
                </c:pt>
                <c:pt idx="34207">
                  <c:v>0.39591435185138835</c:v>
                </c:pt>
                <c:pt idx="34208">
                  <c:v>0.39592592592089204</c:v>
                </c:pt>
                <c:pt idx="34209">
                  <c:v>0.39593749999767169</c:v>
                </c:pt>
                <c:pt idx="34210">
                  <c:v>0.39594907407445135</c:v>
                </c:pt>
                <c:pt idx="34211">
                  <c:v>0.39596064814395504</c:v>
                </c:pt>
                <c:pt idx="34212">
                  <c:v>0.39597222222073469</c:v>
                </c:pt>
                <c:pt idx="34213">
                  <c:v>0.39598379629751435</c:v>
                </c:pt>
                <c:pt idx="34214">
                  <c:v>0.39599537036701804</c:v>
                </c:pt>
                <c:pt idx="34215">
                  <c:v>0.39600694444379769</c:v>
                </c:pt>
                <c:pt idx="34216">
                  <c:v>0.39601851851330139</c:v>
                </c:pt>
                <c:pt idx="34217">
                  <c:v>0.39603009259008104</c:v>
                </c:pt>
                <c:pt idx="34218">
                  <c:v>0.39604166666686069</c:v>
                </c:pt>
                <c:pt idx="34219">
                  <c:v>0.39605324073636439</c:v>
                </c:pt>
                <c:pt idx="34220">
                  <c:v>0.39606481481314404</c:v>
                </c:pt>
                <c:pt idx="34221">
                  <c:v>0.39607638888992369</c:v>
                </c:pt>
                <c:pt idx="34222">
                  <c:v>0.39608796295942739</c:v>
                </c:pt>
                <c:pt idx="34223">
                  <c:v>0.39609953703620704</c:v>
                </c:pt>
                <c:pt idx="34224">
                  <c:v>0.39611111110571073</c:v>
                </c:pt>
                <c:pt idx="34225">
                  <c:v>0.39612268518249039</c:v>
                </c:pt>
                <c:pt idx="34226">
                  <c:v>0.39613425925927004</c:v>
                </c:pt>
                <c:pt idx="34227">
                  <c:v>0.39614583332877373</c:v>
                </c:pt>
                <c:pt idx="34228">
                  <c:v>0.39615740740555339</c:v>
                </c:pt>
                <c:pt idx="34229">
                  <c:v>0.39616898148233304</c:v>
                </c:pt>
                <c:pt idx="34230">
                  <c:v>0.39618055555183673</c:v>
                </c:pt>
                <c:pt idx="34231">
                  <c:v>0.39619212962861639</c:v>
                </c:pt>
                <c:pt idx="34232">
                  <c:v>0.39620370369812008</c:v>
                </c:pt>
                <c:pt idx="34233">
                  <c:v>0.39621527777489973</c:v>
                </c:pt>
                <c:pt idx="34234">
                  <c:v>0.39622685185167938</c:v>
                </c:pt>
                <c:pt idx="34235">
                  <c:v>0.39623842592118308</c:v>
                </c:pt>
                <c:pt idx="34236">
                  <c:v>0.39624999999796273</c:v>
                </c:pt>
                <c:pt idx="34237">
                  <c:v>0.39626157407474238</c:v>
                </c:pt>
                <c:pt idx="34238">
                  <c:v>0.39627314814424608</c:v>
                </c:pt>
                <c:pt idx="34239">
                  <c:v>0.39628472222102573</c:v>
                </c:pt>
                <c:pt idx="34240">
                  <c:v>0.39629629629052943</c:v>
                </c:pt>
                <c:pt idx="34241">
                  <c:v>0.39630787036730908</c:v>
                </c:pt>
                <c:pt idx="34242">
                  <c:v>0.39631944444408873</c:v>
                </c:pt>
                <c:pt idx="34243">
                  <c:v>0.39633101851359243</c:v>
                </c:pt>
                <c:pt idx="34244">
                  <c:v>0.39634259259037208</c:v>
                </c:pt>
                <c:pt idx="34245">
                  <c:v>0.39635416666715173</c:v>
                </c:pt>
                <c:pt idx="34246">
                  <c:v>0.39636574073665543</c:v>
                </c:pt>
                <c:pt idx="34247">
                  <c:v>0.39637731481343508</c:v>
                </c:pt>
                <c:pt idx="34248">
                  <c:v>0.39638888889021473</c:v>
                </c:pt>
                <c:pt idx="34249">
                  <c:v>0.39640046295971842</c:v>
                </c:pt>
                <c:pt idx="34250">
                  <c:v>0.39641203703649808</c:v>
                </c:pt>
                <c:pt idx="34251">
                  <c:v>0.39642361110600177</c:v>
                </c:pt>
                <c:pt idx="34252">
                  <c:v>0.39643518518278142</c:v>
                </c:pt>
                <c:pt idx="34253">
                  <c:v>0.39644675925956108</c:v>
                </c:pt>
                <c:pt idx="34254">
                  <c:v>0.39645833332906477</c:v>
                </c:pt>
                <c:pt idx="34255">
                  <c:v>0.39646990740584442</c:v>
                </c:pt>
                <c:pt idx="34256">
                  <c:v>0.39648148148262408</c:v>
                </c:pt>
                <c:pt idx="34257">
                  <c:v>0.39649305555212777</c:v>
                </c:pt>
                <c:pt idx="34258">
                  <c:v>0.39650462962890742</c:v>
                </c:pt>
                <c:pt idx="34259">
                  <c:v>0.39651620369841112</c:v>
                </c:pt>
                <c:pt idx="34260">
                  <c:v>0.39652777777519077</c:v>
                </c:pt>
                <c:pt idx="34261">
                  <c:v>0.39653935185197042</c:v>
                </c:pt>
                <c:pt idx="34262">
                  <c:v>0.39655092592147412</c:v>
                </c:pt>
                <c:pt idx="34263">
                  <c:v>0.39656249999825377</c:v>
                </c:pt>
                <c:pt idx="34264">
                  <c:v>0.39657407407503342</c:v>
                </c:pt>
                <c:pt idx="34265">
                  <c:v>0.39658564814453712</c:v>
                </c:pt>
                <c:pt idx="34266">
                  <c:v>0.39659722222131677</c:v>
                </c:pt>
                <c:pt idx="34267">
                  <c:v>0.39660879629082046</c:v>
                </c:pt>
                <c:pt idx="34268">
                  <c:v>0.39662037036760012</c:v>
                </c:pt>
                <c:pt idx="34269">
                  <c:v>0.39663194444437977</c:v>
                </c:pt>
                <c:pt idx="34270">
                  <c:v>0.39664351851388346</c:v>
                </c:pt>
                <c:pt idx="34271">
                  <c:v>0.39665509259066312</c:v>
                </c:pt>
                <c:pt idx="34272">
                  <c:v>0.39666666666744277</c:v>
                </c:pt>
                <c:pt idx="34273">
                  <c:v>0.39667824073694646</c:v>
                </c:pt>
                <c:pt idx="34274">
                  <c:v>0.39668981481372612</c:v>
                </c:pt>
                <c:pt idx="34275">
                  <c:v>0.39670138888322981</c:v>
                </c:pt>
                <c:pt idx="34276">
                  <c:v>0.39671296296000946</c:v>
                </c:pt>
                <c:pt idx="34277">
                  <c:v>0.39672453703678912</c:v>
                </c:pt>
                <c:pt idx="34278">
                  <c:v>0.39673611110629281</c:v>
                </c:pt>
                <c:pt idx="34279">
                  <c:v>0.39674768518307246</c:v>
                </c:pt>
                <c:pt idx="34280">
                  <c:v>0.39675925925985212</c:v>
                </c:pt>
                <c:pt idx="34281">
                  <c:v>0.39677083332935581</c:v>
                </c:pt>
                <c:pt idx="34282">
                  <c:v>0.39678240740613546</c:v>
                </c:pt>
                <c:pt idx="34283">
                  <c:v>0.39679398147563916</c:v>
                </c:pt>
                <c:pt idx="34284">
                  <c:v>0.39680555555241881</c:v>
                </c:pt>
                <c:pt idx="34285">
                  <c:v>0.39681712962919846</c:v>
                </c:pt>
                <c:pt idx="34286">
                  <c:v>0.39682870369870216</c:v>
                </c:pt>
                <c:pt idx="34287">
                  <c:v>0.39684027777548181</c:v>
                </c:pt>
                <c:pt idx="34288">
                  <c:v>0.39685185185226146</c:v>
                </c:pt>
                <c:pt idx="34289">
                  <c:v>0.39686342592176516</c:v>
                </c:pt>
                <c:pt idx="34290">
                  <c:v>0.39687499999854481</c:v>
                </c:pt>
                <c:pt idx="34291">
                  <c:v>0.39688657407532446</c:v>
                </c:pt>
                <c:pt idx="34292">
                  <c:v>0.39689814814482816</c:v>
                </c:pt>
                <c:pt idx="34293">
                  <c:v>0.39690972222160781</c:v>
                </c:pt>
                <c:pt idx="34294">
                  <c:v>0.3969212962911115</c:v>
                </c:pt>
                <c:pt idx="34295">
                  <c:v>0.39693287036789116</c:v>
                </c:pt>
                <c:pt idx="34296">
                  <c:v>0.39694444444467081</c:v>
                </c:pt>
                <c:pt idx="34297">
                  <c:v>0.3969560185141745</c:v>
                </c:pt>
                <c:pt idx="34298">
                  <c:v>0.39696759259095415</c:v>
                </c:pt>
                <c:pt idx="34299">
                  <c:v>0.39697916666773381</c:v>
                </c:pt>
                <c:pt idx="34300">
                  <c:v>0.3969907407372375</c:v>
                </c:pt>
                <c:pt idx="34301">
                  <c:v>0.39700231481401715</c:v>
                </c:pt>
                <c:pt idx="34302">
                  <c:v>0.39701388888352085</c:v>
                </c:pt>
                <c:pt idx="34303">
                  <c:v>0.3970254629603005</c:v>
                </c:pt>
                <c:pt idx="34304">
                  <c:v>0.39703703703708015</c:v>
                </c:pt>
                <c:pt idx="34305">
                  <c:v>0.39704861110658385</c:v>
                </c:pt>
                <c:pt idx="34306">
                  <c:v>0.3970601851833635</c:v>
                </c:pt>
                <c:pt idx="34307">
                  <c:v>0.39707175926014315</c:v>
                </c:pt>
                <c:pt idx="34308">
                  <c:v>0.39708333332964685</c:v>
                </c:pt>
                <c:pt idx="34309">
                  <c:v>0.3970949074064265</c:v>
                </c:pt>
                <c:pt idx="34310">
                  <c:v>0.3971064814759302</c:v>
                </c:pt>
                <c:pt idx="34311">
                  <c:v>0.39711805555270985</c:v>
                </c:pt>
                <c:pt idx="34312">
                  <c:v>0.3971296296294895</c:v>
                </c:pt>
                <c:pt idx="34313">
                  <c:v>0.39714120369899319</c:v>
                </c:pt>
                <c:pt idx="34314">
                  <c:v>0.39715277777577285</c:v>
                </c:pt>
                <c:pt idx="34315">
                  <c:v>0.3971643518525525</c:v>
                </c:pt>
                <c:pt idx="34316">
                  <c:v>0.39717592592205619</c:v>
                </c:pt>
                <c:pt idx="34317">
                  <c:v>0.39718749999883585</c:v>
                </c:pt>
                <c:pt idx="34318">
                  <c:v>0.39719907406833954</c:v>
                </c:pt>
                <c:pt idx="34319">
                  <c:v>0.39721064814511919</c:v>
                </c:pt>
                <c:pt idx="34320">
                  <c:v>0.39722222222189885</c:v>
                </c:pt>
                <c:pt idx="34321">
                  <c:v>0.39723379629140254</c:v>
                </c:pt>
                <c:pt idx="34322">
                  <c:v>0.39724537036818219</c:v>
                </c:pt>
                <c:pt idx="34323">
                  <c:v>0.39725694444496185</c:v>
                </c:pt>
                <c:pt idx="34324">
                  <c:v>0.39726851851446554</c:v>
                </c:pt>
                <c:pt idx="34325">
                  <c:v>0.39728009259124519</c:v>
                </c:pt>
                <c:pt idx="34326">
                  <c:v>0.39729166666074889</c:v>
                </c:pt>
                <c:pt idx="34327">
                  <c:v>0.39730324073752854</c:v>
                </c:pt>
                <c:pt idx="34328">
                  <c:v>0.39731481481430819</c:v>
                </c:pt>
                <c:pt idx="34329">
                  <c:v>0.39732638888381189</c:v>
                </c:pt>
                <c:pt idx="34330">
                  <c:v>0.39733796296059154</c:v>
                </c:pt>
                <c:pt idx="34331">
                  <c:v>0.39734953703737119</c:v>
                </c:pt>
                <c:pt idx="34332">
                  <c:v>0.39736111110687489</c:v>
                </c:pt>
                <c:pt idx="34333">
                  <c:v>0.39737268518365454</c:v>
                </c:pt>
                <c:pt idx="34334">
                  <c:v>0.39738425926043419</c:v>
                </c:pt>
                <c:pt idx="34335">
                  <c:v>0.39739583332993789</c:v>
                </c:pt>
                <c:pt idx="34336">
                  <c:v>0.39740740740671754</c:v>
                </c:pt>
                <c:pt idx="34337">
                  <c:v>0.39741898147622123</c:v>
                </c:pt>
                <c:pt idx="34338">
                  <c:v>0.39743055555300089</c:v>
                </c:pt>
                <c:pt idx="34339">
                  <c:v>0.39744212962978054</c:v>
                </c:pt>
                <c:pt idx="34340">
                  <c:v>0.39745370369928423</c:v>
                </c:pt>
                <c:pt idx="34341">
                  <c:v>0.39746527777606389</c:v>
                </c:pt>
                <c:pt idx="34342">
                  <c:v>0.39747685185284354</c:v>
                </c:pt>
                <c:pt idx="34343">
                  <c:v>0.39748842592234723</c:v>
                </c:pt>
                <c:pt idx="34344">
                  <c:v>0.39749999999912689</c:v>
                </c:pt>
                <c:pt idx="34345">
                  <c:v>0.39751157406863058</c:v>
                </c:pt>
                <c:pt idx="34346">
                  <c:v>0.39752314814541023</c:v>
                </c:pt>
                <c:pt idx="34347">
                  <c:v>0.39753472222218988</c:v>
                </c:pt>
                <c:pt idx="34348">
                  <c:v>0.39754629629169358</c:v>
                </c:pt>
                <c:pt idx="34349">
                  <c:v>0.39755787036847323</c:v>
                </c:pt>
                <c:pt idx="34350">
                  <c:v>0.39756944444525288</c:v>
                </c:pt>
                <c:pt idx="34351">
                  <c:v>0.39758101851475658</c:v>
                </c:pt>
                <c:pt idx="34352">
                  <c:v>0.39759259259153623</c:v>
                </c:pt>
                <c:pt idx="34353">
                  <c:v>0.39760416666103993</c:v>
                </c:pt>
                <c:pt idx="34354">
                  <c:v>0.39761574073781958</c:v>
                </c:pt>
                <c:pt idx="34355">
                  <c:v>0.39762731481459923</c:v>
                </c:pt>
                <c:pt idx="34356">
                  <c:v>0.39763888888410293</c:v>
                </c:pt>
                <c:pt idx="34357">
                  <c:v>0.39765046296088258</c:v>
                </c:pt>
                <c:pt idx="34358">
                  <c:v>0.39766203703766223</c:v>
                </c:pt>
                <c:pt idx="34359">
                  <c:v>0.39767361110716593</c:v>
                </c:pt>
                <c:pt idx="34360">
                  <c:v>0.39768518518394558</c:v>
                </c:pt>
                <c:pt idx="34361">
                  <c:v>0.39769675925344927</c:v>
                </c:pt>
                <c:pt idx="34362">
                  <c:v>0.39770833333022892</c:v>
                </c:pt>
                <c:pt idx="34363">
                  <c:v>0.39771990740700858</c:v>
                </c:pt>
                <c:pt idx="34364">
                  <c:v>0.39773148147651227</c:v>
                </c:pt>
                <c:pt idx="34365">
                  <c:v>0.39774305555329192</c:v>
                </c:pt>
                <c:pt idx="34366">
                  <c:v>0.39775462963007158</c:v>
                </c:pt>
                <c:pt idx="34367">
                  <c:v>0.39776620369957527</c:v>
                </c:pt>
                <c:pt idx="34368">
                  <c:v>0.39777777777635492</c:v>
                </c:pt>
                <c:pt idx="34369">
                  <c:v>0.39778935185313458</c:v>
                </c:pt>
                <c:pt idx="34370">
                  <c:v>0.39780092592263827</c:v>
                </c:pt>
                <c:pt idx="34371">
                  <c:v>0.39781249999941792</c:v>
                </c:pt>
                <c:pt idx="34372">
                  <c:v>0.39782407406892162</c:v>
                </c:pt>
                <c:pt idx="34373">
                  <c:v>0.39783564814570127</c:v>
                </c:pt>
                <c:pt idx="34374">
                  <c:v>0.39784722222248092</c:v>
                </c:pt>
                <c:pt idx="34375">
                  <c:v>0.39785879629198462</c:v>
                </c:pt>
                <c:pt idx="34376">
                  <c:v>0.39787037036876427</c:v>
                </c:pt>
                <c:pt idx="34377">
                  <c:v>0.39788194444554392</c:v>
                </c:pt>
                <c:pt idx="34378">
                  <c:v>0.39789351851504762</c:v>
                </c:pt>
                <c:pt idx="34379">
                  <c:v>0.39790509259182727</c:v>
                </c:pt>
                <c:pt idx="34380">
                  <c:v>0.39791666666133096</c:v>
                </c:pt>
                <c:pt idx="34381">
                  <c:v>0.39792824073811062</c:v>
                </c:pt>
                <c:pt idx="34382">
                  <c:v>0.39793981481489027</c:v>
                </c:pt>
                <c:pt idx="34383">
                  <c:v>0.39795138888439396</c:v>
                </c:pt>
                <c:pt idx="34384">
                  <c:v>0.39796296296117362</c:v>
                </c:pt>
                <c:pt idx="34385">
                  <c:v>0.39797453703795327</c:v>
                </c:pt>
                <c:pt idx="34386">
                  <c:v>0.39798611110745696</c:v>
                </c:pt>
                <c:pt idx="34387">
                  <c:v>0.39799768518423662</c:v>
                </c:pt>
                <c:pt idx="34388">
                  <c:v>0.39800925925374031</c:v>
                </c:pt>
                <c:pt idx="34389">
                  <c:v>0.39802083333051996</c:v>
                </c:pt>
                <c:pt idx="34390">
                  <c:v>0.39803240740729962</c:v>
                </c:pt>
                <c:pt idx="34391">
                  <c:v>0.39804398147680331</c:v>
                </c:pt>
                <c:pt idx="34392">
                  <c:v>0.39805555555358296</c:v>
                </c:pt>
                <c:pt idx="34393">
                  <c:v>0.39806712963036261</c:v>
                </c:pt>
                <c:pt idx="34394">
                  <c:v>0.39807870369986631</c:v>
                </c:pt>
                <c:pt idx="34395">
                  <c:v>0.39809027777664596</c:v>
                </c:pt>
                <c:pt idx="34396">
                  <c:v>0.39810185184614966</c:v>
                </c:pt>
                <c:pt idx="34397">
                  <c:v>0.39811342592292931</c:v>
                </c:pt>
                <c:pt idx="34398">
                  <c:v>0.39812499999970896</c:v>
                </c:pt>
                <c:pt idx="34399">
                  <c:v>0.39813657406921266</c:v>
                </c:pt>
                <c:pt idx="34400">
                  <c:v>0.39814814814599231</c:v>
                </c:pt>
                <c:pt idx="34401">
                  <c:v>0.39815972222277196</c:v>
                </c:pt>
                <c:pt idx="34402">
                  <c:v>0.39817129629227566</c:v>
                </c:pt>
                <c:pt idx="34403">
                  <c:v>0.39818287036905531</c:v>
                </c:pt>
                <c:pt idx="34404">
                  <c:v>0.398194444438559</c:v>
                </c:pt>
                <c:pt idx="34405">
                  <c:v>0.39820601851533866</c:v>
                </c:pt>
                <c:pt idx="34406">
                  <c:v>0.39821759259211831</c:v>
                </c:pt>
                <c:pt idx="34407">
                  <c:v>0.398229166661622</c:v>
                </c:pt>
                <c:pt idx="34408">
                  <c:v>0.39824074073840166</c:v>
                </c:pt>
                <c:pt idx="34409">
                  <c:v>0.39825231481518131</c:v>
                </c:pt>
                <c:pt idx="34410">
                  <c:v>0.398263888884685</c:v>
                </c:pt>
                <c:pt idx="34411">
                  <c:v>0.39827546296146465</c:v>
                </c:pt>
                <c:pt idx="34412">
                  <c:v>0.39828703703824431</c:v>
                </c:pt>
                <c:pt idx="34413">
                  <c:v>0.398298611107748</c:v>
                </c:pt>
                <c:pt idx="34414">
                  <c:v>0.39831018518452765</c:v>
                </c:pt>
                <c:pt idx="34415">
                  <c:v>0.39832175925403135</c:v>
                </c:pt>
                <c:pt idx="34416">
                  <c:v>0.398333333330811</c:v>
                </c:pt>
                <c:pt idx="34417">
                  <c:v>0.39834490740759065</c:v>
                </c:pt>
                <c:pt idx="34418">
                  <c:v>0.39835648147709435</c:v>
                </c:pt>
                <c:pt idx="34419">
                  <c:v>0.398368055553874</c:v>
                </c:pt>
                <c:pt idx="34420">
                  <c:v>0.39837962963065365</c:v>
                </c:pt>
                <c:pt idx="34421">
                  <c:v>0.39839120370015735</c:v>
                </c:pt>
                <c:pt idx="34422">
                  <c:v>0.398402777776937</c:v>
                </c:pt>
                <c:pt idx="34423">
                  <c:v>0.3984143518464407</c:v>
                </c:pt>
                <c:pt idx="34424">
                  <c:v>0.39842592592322035</c:v>
                </c:pt>
                <c:pt idx="34425">
                  <c:v>0.3984375</c:v>
                </c:pt>
                <c:pt idx="34426">
                  <c:v>0.39844907406950369</c:v>
                </c:pt>
                <c:pt idx="34427">
                  <c:v>0.39846064814628335</c:v>
                </c:pt>
                <c:pt idx="34428">
                  <c:v>0.398472222223063</c:v>
                </c:pt>
                <c:pt idx="34429">
                  <c:v>0.39848379629256669</c:v>
                </c:pt>
                <c:pt idx="34430">
                  <c:v>0.39849537036934635</c:v>
                </c:pt>
                <c:pt idx="34431">
                  <c:v>0.39850694443885004</c:v>
                </c:pt>
                <c:pt idx="34432">
                  <c:v>0.39851851851562969</c:v>
                </c:pt>
                <c:pt idx="34433">
                  <c:v>0.39853009259240935</c:v>
                </c:pt>
                <c:pt idx="34434">
                  <c:v>0.39854166666191304</c:v>
                </c:pt>
                <c:pt idx="34435">
                  <c:v>0.39855324073869269</c:v>
                </c:pt>
                <c:pt idx="34436">
                  <c:v>0.39856481481547235</c:v>
                </c:pt>
                <c:pt idx="34437">
                  <c:v>0.39857638888497604</c:v>
                </c:pt>
                <c:pt idx="34438">
                  <c:v>0.39858796296175569</c:v>
                </c:pt>
                <c:pt idx="34439">
                  <c:v>0.39859953703125939</c:v>
                </c:pt>
                <c:pt idx="34440">
                  <c:v>0.39861111110803904</c:v>
                </c:pt>
                <c:pt idx="34441">
                  <c:v>0.39862268518481869</c:v>
                </c:pt>
                <c:pt idx="34442">
                  <c:v>0.39863425925432239</c:v>
                </c:pt>
                <c:pt idx="34443">
                  <c:v>0.39864583333110204</c:v>
                </c:pt>
                <c:pt idx="34444">
                  <c:v>0.39865740740788169</c:v>
                </c:pt>
                <c:pt idx="34445">
                  <c:v>0.39866898147738539</c:v>
                </c:pt>
                <c:pt idx="34446">
                  <c:v>0.39868055555416504</c:v>
                </c:pt>
                <c:pt idx="34447">
                  <c:v>0.39869212963094469</c:v>
                </c:pt>
                <c:pt idx="34448">
                  <c:v>0.39870370370044839</c:v>
                </c:pt>
                <c:pt idx="34449">
                  <c:v>0.39871527777722804</c:v>
                </c:pt>
                <c:pt idx="34450">
                  <c:v>0.39872685184673173</c:v>
                </c:pt>
                <c:pt idx="34451">
                  <c:v>0.39873842592351139</c:v>
                </c:pt>
                <c:pt idx="34452">
                  <c:v>0.39875000000029104</c:v>
                </c:pt>
                <c:pt idx="34453">
                  <c:v>0.39876157406979473</c:v>
                </c:pt>
                <c:pt idx="34454">
                  <c:v>0.39877314814657439</c:v>
                </c:pt>
                <c:pt idx="34455">
                  <c:v>0.39878472222335404</c:v>
                </c:pt>
                <c:pt idx="34456">
                  <c:v>0.39879629629285773</c:v>
                </c:pt>
                <c:pt idx="34457">
                  <c:v>0.39880787036963739</c:v>
                </c:pt>
                <c:pt idx="34458">
                  <c:v>0.39881944443914108</c:v>
                </c:pt>
                <c:pt idx="34459">
                  <c:v>0.39883101851592073</c:v>
                </c:pt>
                <c:pt idx="34460">
                  <c:v>0.39884259259270038</c:v>
                </c:pt>
                <c:pt idx="34461">
                  <c:v>0.39885416666220408</c:v>
                </c:pt>
                <c:pt idx="34462">
                  <c:v>0.39886574073898373</c:v>
                </c:pt>
                <c:pt idx="34463">
                  <c:v>0.39887731481576338</c:v>
                </c:pt>
                <c:pt idx="34464">
                  <c:v>0.39888888888526708</c:v>
                </c:pt>
                <c:pt idx="34465">
                  <c:v>0.39890046296204673</c:v>
                </c:pt>
                <c:pt idx="34466">
                  <c:v>0.39891203703155043</c:v>
                </c:pt>
                <c:pt idx="34467">
                  <c:v>0.39892361110833008</c:v>
                </c:pt>
                <c:pt idx="34468">
                  <c:v>0.39893518518510973</c:v>
                </c:pt>
                <c:pt idx="34469">
                  <c:v>0.39894675925461343</c:v>
                </c:pt>
                <c:pt idx="34470">
                  <c:v>0.39895833333139308</c:v>
                </c:pt>
                <c:pt idx="34471">
                  <c:v>0.39896990740817273</c:v>
                </c:pt>
                <c:pt idx="34472">
                  <c:v>0.39898148147767643</c:v>
                </c:pt>
                <c:pt idx="34473">
                  <c:v>0.39899305555445608</c:v>
                </c:pt>
                <c:pt idx="34474">
                  <c:v>0.39900462962395977</c:v>
                </c:pt>
                <c:pt idx="34475">
                  <c:v>0.39901620370073942</c:v>
                </c:pt>
                <c:pt idx="34476">
                  <c:v>0.39902777777751908</c:v>
                </c:pt>
                <c:pt idx="34477">
                  <c:v>0.39903935184702277</c:v>
                </c:pt>
                <c:pt idx="34478">
                  <c:v>0.39905092592380242</c:v>
                </c:pt>
                <c:pt idx="34479">
                  <c:v>0.39906250000058208</c:v>
                </c:pt>
                <c:pt idx="34480">
                  <c:v>0.39907407407008577</c:v>
                </c:pt>
                <c:pt idx="34481">
                  <c:v>0.39908564814686542</c:v>
                </c:pt>
                <c:pt idx="34482">
                  <c:v>0.39909722221636912</c:v>
                </c:pt>
                <c:pt idx="34483">
                  <c:v>0.39910879629314877</c:v>
                </c:pt>
                <c:pt idx="34484">
                  <c:v>0.39912037036992842</c:v>
                </c:pt>
                <c:pt idx="34485">
                  <c:v>0.39913194443943212</c:v>
                </c:pt>
                <c:pt idx="34486">
                  <c:v>0.39914351851621177</c:v>
                </c:pt>
                <c:pt idx="34487">
                  <c:v>0.39915509259299142</c:v>
                </c:pt>
                <c:pt idx="34488">
                  <c:v>0.39916666666249512</c:v>
                </c:pt>
                <c:pt idx="34489">
                  <c:v>0.39917824073927477</c:v>
                </c:pt>
                <c:pt idx="34490">
                  <c:v>0.39918981481605442</c:v>
                </c:pt>
                <c:pt idx="34491">
                  <c:v>0.39920138888555812</c:v>
                </c:pt>
                <c:pt idx="34492">
                  <c:v>0.39921296296233777</c:v>
                </c:pt>
                <c:pt idx="34493">
                  <c:v>0.39922453703184146</c:v>
                </c:pt>
                <c:pt idx="34494">
                  <c:v>0.39923611110862112</c:v>
                </c:pt>
                <c:pt idx="34495">
                  <c:v>0.39924768518540077</c:v>
                </c:pt>
                <c:pt idx="34496">
                  <c:v>0.39925925925490446</c:v>
                </c:pt>
                <c:pt idx="34497">
                  <c:v>0.39927083333168412</c:v>
                </c:pt>
                <c:pt idx="34498">
                  <c:v>0.39928240740846377</c:v>
                </c:pt>
                <c:pt idx="34499">
                  <c:v>0.39929398147796746</c:v>
                </c:pt>
                <c:pt idx="34500">
                  <c:v>0.39930555555474712</c:v>
                </c:pt>
                <c:pt idx="34501">
                  <c:v>0.39931712962425081</c:v>
                </c:pt>
                <c:pt idx="34502">
                  <c:v>0.39932870370103046</c:v>
                </c:pt>
                <c:pt idx="34503">
                  <c:v>0.39934027777781012</c:v>
                </c:pt>
                <c:pt idx="34504">
                  <c:v>0.39935185184731381</c:v>
                </c:pt>
                <c:pt idx="34505">
                  <c:v>0.39936342592409346</c:v>
                </c:pt>
                <c:pt idx="34506">
                  <c:v>0.39937500000087311</c:v>
                </c:pt>
                <c:pt idx="34507">
                  <c:v>0.39938657407037681</c:v>
                </c:pt>
                <c:pt idx="34508">
                  <c:v>0.39939814814715646</c:v>
                </c:pt>
                <c:pt idx="34509">
                  <c:v>0.39940972221666016</c:v>
                </c:pt>
                <c:pt idx="34510">
                  <c:v>0.39942129629343981</c:v>
                </c:pt>
                <c:pt idx="34511">
                  <c:v>0.39943287037021946</c:v>
                </c:pt>
                <c:pt idx="34512">
                  <c:v>0.39944444443972316</c:v>
                </c:pt>
                <c:pt idx="34513">
                  <c:v>0.39945601851650281</c:v>
                </c:pt>
                <c:pt idx="34514">
                  <c:v>0.39946759259328246</c:v>
                </c:pt>
                <c:pt idx="34515">
                  <c:v>0.39947916666278616</c:v>
                </c:pt>
                <c:pt idx="34516">
                  <c:v>0.39949074073956581</c:v>
                </c:pt>
                <c:pt idx="34517">
                  <c:v>0.3995023148090695</c:v>
                </c:pt>
                <c:pt idx="34518">
                  <c:v>0.39951388888584916</c:v>
                </c:pt>
                <c:pt idx="34519">
                  <c:v>0.39952546296262881</c:v>
                </c:pt>
                <c:pt idx="34520">
                  <c:v>0.3995370370321325</c:v>
                </c:pt>
                <c:pt idx="34521">
                  <c:v>0.39954861110891216</c:v>
                </c:pt>
                <c:pt idx="34522">
                  <c:v>0.39956018518569181</c:v>
                </c:pt>
                <c:pt idx="34523">
                  <c:v>0.3995717592551955</c:v>
                </c:pt>
                <c:pt idx="34524">
                  <c:v>0.39958333333197515</c:v>
                </c:pt>
                <c:pt idx="34525">
                  <c:v>0.39959490740147885</c:v>
                </c:pt>
                <c:pt idx="34526">
                  <c:v>0.3996064814782585</c:v>
                </c:pt>
                <c:pt idx="34527">
                  <c:v>0.39961805555503815</c:v>
                </c:pt>
                <c:pt idx="34528">
                  <c:v>0.39962962962454185</c:v>
                </c:pt>
                <c:pt idx="34529">
                  <c:v>0.3996412037013215</c:v>
                </c:pt>
                <c:pt idx="34530">
                  <c:v>0.39965277777810115</c:v>
                </c:pt>
                <c:pt idx="34531">
                  <c:v>0.39966435184760485</c:v>
                </c:pt>
                <c:pt idx="34532">
                  <c:v>0.3996759259243845</c:v>
                </c:pt>
                <c:pt idx="34533">
                  <c:v>0.39968750000116415</c:v>
                </c:pt>
                <c:pt idx="34534">
                  <c:v>0.39969907407066785</c:v>
                </c:pt>
                <c:pt idx="34535">
                  <c:v>0.3997106481474475</c:v>
                </c:pt>
                <c:pt idx="34536">
                  <c:v>0.3997222222169512</c:v>
                </c:pt>
                <c:pt idx="34537">
                  <c:v>0.39973379629373085</c:v>
                </c:pt>
                <c:pt idx="34538">
                  <c:v>0.3997453703705105</c:v>
                </c:pt>
                <c:pt idx="34539">
                  <c:v>0.39975694444001419</c:v>
                </c:pt>
                <c:pt idx="34540">
                  <c:v>0.39976851851679385</c:v>
                </c:pt>
                <c:pt idx="34541">
                  <c:v>0.3997800925935735</c:v>
                </c:pt>
                <c:pt idx="34542">
                  <c:v>0.39979166666307719</c:v>
                </c:pt>
                <c:pt idx="34543">
                  <c:v>0.39980324073985685</c:v>
                </c:pt>
                <c:pt idx="34544">
                  <c:v>0.39981481480936054</c:v>
                </c:pt>
                <c:pt idx="34545">
                  <c:v>0.39982638888614019</c:v>
                </c:pt>
                <c:pt idx="34546">
                  <c:v>0.39983796296291985</c:v>
                </c:pt>
                <c:pt idx="34547">
                  <c:v>0.39984953703242354</c:v>
                </c:pt>
                <c:pt idx="34548">
                  <c:v>0.39986111110920319</c:v>
                </c:pt>
                <c:pt idx="34549">
                  <c:v>0.39987268518598285</c:v>
                </c:pt>
                <c:pt idx="34550">
                  <c:v>0.39988425925548654</c:v>
                </c:pt>
                <c:pt idx="34551">
                  <c:v>0.39989583333226619</c:v>
                </c:pt>
                <c:pt idx="34552">
                  <c:v>0.39990740740176989</c:v>
                </c:pt>
                <c:pt idx="34553">
                  <c:v>0.39991898147854954</c:v>
                </c:pt>
                <c:pt idx="34554">
                  <c:v>0.39993055555532919</c:v>
                </c:pt>
                <c:pt idx="34555">
                  <c:v>0.39994212962483289</c:v>
                </c:pt>
                <c:pt idx="34556">
                  <c:v>0.39995370370161254</c:v>
                </c:pt>
                <c:pt idx="34557">
                  <c:v>0.39996527777839219</c:v>
                </c:pt>
                <c:pt idx="34558">
                  <c:v>0.39997685184789589</c:v>
                </c:pt>
                <c:pt idx="34559">
                  <c:v>0.39998842592467554</c:v>
                </c:pt>
                <c:pt idx="34560">
                  <c:v>0.39999999999417923</c:v>
                </c:pt>
                <c:pt idx="34561">
                  <c:v>0.40001157407095889</c:v>
                </c:pt>
                <c:pt idx="34562">
                  <c:v>0.40002314814773854</c:v>
                </c:pt>
                <c:pt idx="34563">
                  <c:v>0.40003472221724223</c:v>
                </c:pt>
                <c:pt idx="34564">
                  <c:v>0.40004629629402189</c:v>
                </c:pt>
                <c:pt idx="34565">
                  <c:v>0.40005787037080154</c:v>
                </c:pt>
                <c:pt idx="34566">
                  <c:v>0.40006944444030523</c:v>
                </c:pt>
                <c:pt idx="34567">
                  <c:v>0.40008101851708489</c:v>
                </c:pt>
                <c:pt idx="34568">
                  <c:v>0.40009259259386454</c:v>
                </c:pt>
                <c:pt idx="34569">
                  <c:v>0.40010416666336823</c:v>
                </c:pt>
                <c:pt idx="34570">
                  <c:v>0.40011574074014788</c:v>
                </c:pt>
                <c:pt idx="34571">
                  <c:v>0.40012731480965158</c:v>
                </c:pt>
                <c:pt idx="34572">
                  <c:v>0.40013888888643123</c:v>
                </c:pt>
                <c:pt idx="34573">
                  <c:v>0.40015046296321088</c:v>
                </c:pt>
                <c:pt idx="34574">
                  <c:v>0.40016203703271458</c:v>
                </c:pt>
                <c:pt idx="34575">
                  <c:v>0.40017361110949423</c:v>
                </c:pt>
                <c:pt idx="34576">
                  <c:v>0.40018518518627388</c:v>
                </c:pt>
                <c:pt idx="34577">
                  <c:v>0.40019675925577758</c:v>
                </c:pt>
                <c:pt idx="34578">
                  <c:v>0.40020833333255723</c:v>
                </c:pt>
                <c:pt idx="34579">
                  <c:v>0.40021990740206093</c:v>
                </c:pt>
                <c:pt idx="34580">
                  <c:v>0.40023148147884058</c:v>
                </c:pt>
                <c:pt idx="34581">
                  <c:v>0.40024305555562023</c:v>
                </c:pt>
                <c:pt idx="34582">
                  <c:v>0.40025462962512393</c:v>
                </c:pt>
                <c:pt idx="34583">
                  <c:v>0.40026620370190358</c:v>
                </c:pt>
                <c:pt idx="34584">
                  <c:v>0.40027777777868323</c:v>
                </c:pt>
                <c:pt idx="34585">
                  <c:v>0.40028935184818693</c:v>
                </c:pt>
                <c:pt idx="34586">
                  <c:v>0.40030092592496658</c:v>
                </c:pt>
                <c:pt idx="34587">
                  <c:v>0.40031249999447027</c:v>
                </c:pt>
                <c:pt idx="34588">
                  <c:v>0.40032407407124992</c:v>
                </c:pt>
                <c:pt idx="34589">
                  <c:v>0.40033564814802958</c:v>
                </c:pt>
                <c:pt idx="34590">
                  <c:v>0.40034722221753327</c:v>
                </c:pt>
                <c:pt idx="34591">
                  <c:v>0.40035879629431292</c:v>
                </c:pt>
                <c:pt idx="34592">
                  <c:v>0.40037037037109258</c:v>
                </c:pt>
                <c:pt idx="34593">
                  <c:v>0.40038194444059627</c:v>
                </c:pt>
                <c:pt idx="34594">
                  <c:v>0.40039351851737592</c:v>
                </c:pt>
                <c:pt idx="34595">
                  <c:v>0.40040509258687962</c:v>
                </c:pt>
                <c:pt idx="34596">
                  <c:v>0.40041666666365927</c:v>
                </c:pt>
                <c:pt idx="34597">
                  <c:v>0.40042824074043892</c:v>
                </c:pt>
                <c:pt idx="34598">
                  <c:v>0.40043981480994262</c:v>
                </c:pt>
                <c:pt idx="34599">
                  <c:v>0.40045138888672227</c:v>
                </c:pt>
                <c:pt idx="34600">
                  <c:v>0.40046296296350192</c:v>
                </c:pt>
                <c:pt idx="34601">
                  <c:v>0.40047453703300562</c:v>
                </c:pt>
                <c:pt idx="34602">
                  <c:v>0.40048611110978527</c:v>
                </c:pt>
                <c:pt idx="34603">
                  <c:v>0.40049768517928896</c:v>
                </c:pt>
                <c:pt idx="34604">
                  <c:v>0.40050925925606862</c:v>
                </c:pt>
                <c:pt idx="34605">
                  <c:v>0.40052083333284827</c:v>
                </c:pt>
                <c:pt idx="34606">
                  <c:v>0.40053240740235196</c:v>
                </c:pt>
                <c:pt idx="34607">
                  <c:v>0.40054398147913162</c:v>
                </c:pt>
                <c:pt idx="34608">
                  <c:v>0.40055555555591127</c:v>
                </c:pt>
                <c:pt idx="34609">
                  <c:v>0.40056712962541496</c:v>
                </c:pt>
                <c:pt idx="34610">
                  <c:v>0.40057870370219462</c:v>
                </c:pt>
                <c:pt idx="34611">
                  <c:v>0.40059027777897427</c:v>
                </c:pt>
                <c:pt idx="34612">
                  <c:v>0.40060185184847796</c:v>
                </c:pt>
                <c:pt idx="34613">
                  <c:v>0.40061342592525762</c:v>
                </c:pt>
                <c:pt idx="34614">
                  <c:v>0.40062499999476131</c:v>
                </c:pt>
                <c:pt idx="34615">
                  <c:v>0.40063657407154096</c:v>
                </c:pt>
                <c:pt idx="34616">
                  <c:v>0.40064814814832062</c:v>
                </c:pt>
                <c:pt idx="34617">
                  <c:v>0.40065972221782431</c:v>
                </c:pt>
                <c:pt idx="34618">
                  <c:v>0.40067129629460396</c:v>
                </c:pt>
                <c:pt idx="34619">
                  <c:v>0.40068287037138361</c:v>
                </c:pt>
                <c:pt idx="34620">
                  <c:v>0.40069444444088731</c:v>
                </c:pt>
                <c:pt idx="34621">
                  <c:v>0.40070601851766696</c:v>
                </c:pt>
                <c:pt idx="34622">
                  <c:v>0.40071759258717066</c:v>
                </c:pt>
                <c:pt idx="34623">
                  <c:v>0.40072916666395031</c:v>
                </c:pt>
                <c:pt idx="34624">
                  <c:v>0.40074074074072996</c:v>
                </c:pt>
                <c:pt idx="34625">
                  <c:v>0.40075231481023366</c:v>
                </c:pt>
                <c:pt idx="34626">
                  <c:v>0.40076388888701331</c:v>
                </c:pt>
                <c:pt idx="34627">
                  <c:v>0.40077546296379296</c:v>
                </c:pt>
                <c:pt idx="34628">
                  <c:v>0.40078703703329666</c:v>
                </c:pt>
                <c:pt idx="34629">
                  <c:v>0.40079861111007631</c:v>
                </c:pt>
                <c:pt idx="34630">
                  <c:v>0.40081018517958</c:v>
                </c:pt>
                <c:pt idx="34631">
                  <c:v>0.40082175925635966</c:v>
                </c:pt>
                <c:pt idx="34632">
                  <c:v>0.40083333333313931</c:v>
                </c:pt>
                <c:pt idx="34633">
                  <c:v>0.400844907402643</c:v>
                </c:pt>
                <c:pt idx="34634">
                  <c:v>0.40085648147942265</c:v>
                </c:pt>
                <c:pt idx="34635">
                  <c:v>0.40086805555620231</c:v>
                </c:pt>
                <c:pt idx="34636">
                  <c:v>0.400879629625706</c:v>
                </c:pt>
                <c:pt idx="34637">
                  <c:v>0.40089120370248565</c:v>
                </c:pt>
                <c:pt idx="34638">
                  <c:v>0.40090277777198935</c:v>
                </c:pt>
                <c:pt idx="34639">
                  <c:v>0.400914351848769</c:v>
                </c:pt>
                <c:pt idx="34640">
                  <c:v>0.40092592592554865</c:v>
                </c:pt>
                <c:pt idx="34641">
                  <c:v>0.40093749999505235</c:v>
                </c:pt>
                <c:pt idx="34642">
                  <c:v>0.400949074071832</c:v>
                </c:pt>
                <c:pt idx="34643">
                  <c:v>0.40096064814861165</c:v>
                </c:pt>
                <c:pt idx="34644">
                  <c:v>0.40097222221811535</c:v>
                </c:pt>
                <c:pt idx="34645">
                  <c:v>0.400983796294895</c:v>
                </c:pt>
                <c:pt idx="34646">
                  <c:v>0.40099537037167465</c:v>
                </c:pt>
                <c:pt idx="34647">
                  <c:v>0.40100694444117835</c:v>
                </c:pt>
                <c:pt idx="34648">
                  <c:v>0.401018518517958</c:v>
                </c:pt>
                <c:pt idx="34649">
                  <c:v>0.4010300925874617</c:v>
                </c:pt>
                <c:pt idx="34650">
                  <c:v>0.40104166666424135</c:v>
                </c:pt>
                <c:pt idx="34651">
                  <c:v>0.401053240741021</c:v>
                </c:pt>
                <c:pt idx="34652">
                  <c:v>0.40106481481052469</c:v>
                </c:pt>
                <c:pt idx="34653">
                  <c:v>0.40107638888730435</c:v>
                </c:pt>
                <c:pt idx="34654">
                  <c:v>0.401087962964084</c:v>
                </c:pt>
                <c:pt idx="34655">
                  <c:v>0.40109953703358769</c:v>
                </c:pt>
                <c:pt idx="34656">
                  <c:v>0.40111111111036735</c:v>
                </c:pt>
                <c:pt idx="34657">
                  <c:v>0.40112268517987104</c:v>
                </c:pt>
                <c:pt idx="34658">
                  <c:v>0.40113425925665069</c:v>
                </c:pt>
                <c:pt idx="34659">
                  <c:v>0.40114583333343035</c:v>
                </c:pt>
                <c:pt idx="34660">
                  <c:v>0.40115740740293404</c:v>
                </c:pt>
                <c:pt idx="34661">
                  <c:v>0.40116898147971369</c:v>
                </c:pt>
                <c:pt idx="34662">
                  <c:v>0.40118055555649335</c:v>
                </c:pt>
                <c:pt idx="34663">
                  <c:v>0.40119212962599704</c:v>
                </c:pt>
                <c:pt idx="34664">
                  <c:v>0.40120370370277669</c:v>
                </c:pt>
                <c:pt idx="34665">
                  <c:v>0.40121527777228039</c:v>
                </c:pt>
                <c:pt idx="34666">
                  <c:v>0.40122685184906004</c:v>
                </c:pt>
                <c:pt idx="34667">
                  <c:v>0.40123842592583969</c:v>
                </c:pt>
                <c:pt idx="34668">
                  <c:v>0.40124999999534339</c:v>
                </c:pt>
                <c:pt idx="34669">
                  <c:v>0.40126157407212304</c:v>
                </c:pt>
                <c:pt idx="34670">
                  <c:v>0.40127314814890269</c:v>
                </c:pt>
                <c:pt idx="34671">
                  <c:v>0.40128472221840639</c:v>
                </c:pt>
                <c:pt idx="34672">
                  <c:v>0.40129629629518604</c:v>
                </c:pt>
                <c:pt idx="34673">
                  <c:v>0.40130787036468973</c:v>
                </c:pt>
                <c:pt idx="34674">
                  <c:v>0.40131944444146939</c:v>
                </c:pt>
                <c:pt idx="34675">
                  <c:v>0.40133101851824904</c:v>
                </c:pt>
                <c:pt idx="34676">
                  <c:v>0.40134259258775273</c:v>
                </c:pt>
                <c:pt idx="34677">
                  <c:v>0.40135416666453239</c:v>
                </c:pt>
                <c:pt idx="34678">
                  <c:v>0.40136574074131204</c:v>
                </c:pt>
                <c:pt idx="34679">
                  <c:v>0.40137731481081573</c:v>
                </c:pt>
                <c:pt idx="34680">
                  <c:v>0.40138888888759539</c:v>
                </c:pt>
                <c:pt idx="34681">
                  <c:v>0.40140046295709908</c:v>
                </c:pt>
                <c:pt idx="34682">
                  <c:v>0.40141203703387873</c:v>
                </c:pt>
                <c:pt idx="34683">
                  <c:v>0.40142361111065838</c:v>
                </c:pt>
                <c:pt idx="34684">
                  <c:v>0.40143518518016208</c:v>
                </c:pt>
                <c:pt idx="34685">
                  <c:v>0.40144675925694173</c:v>
                </c:pt>
                <c:pt idx="34686">
                  <c:v>0.40145833333372138</c:v>
                </c:pt>
                <c:pt idx="34687">
                  <c:v>0.40146990740322508</c:v>
                </c:pt>
                <c:pt idx="34688">
                  <c:v>0.40148148148000473</c:v>
                </c:pt>
                <c:pt idx="34689">
                  <c:v>0.40149305555678438</c:v>
                </c:pt>
                <c:pt idx="34690">
                  <c:v>0.40150462962628808</c:v>
                </c:pt>
                <c:pt idx="34691">
                  <c:v>0.40151620370306773</c:v>
                </c:pt>
                <c:pt idx="34692">
                  <c:v>0.40152777777257143</c:v>
                </c:pt>
                <c:pt idx="34693">
                  <c:v>0.40153935184935108</c:v>
                </c:pt>
                <c:pt idx="34694">
                  <c:v>0.40155092592613073</c:v>
                </c:pt>
                <c:pt idx="34695">
                  <c:v>0.40156249999563443</c:v>
                </c:pt>
                <c:pt idx="34696">
                  <c:v>0.40157407407241408</c:v>
                </c:pt>
                <c:pt idx="34697">
                  <c:v>0.40158564814919373</c:v>
                </c:pt>
                <c:pt idx="34698">
                  <c:v>0.40159722221869742</c:v>
                </c:pt>
                <c:pt idx="34699">
                  <c:v>0.40160879629547708</c:v>
                </c:pt>
                <c:pt idx="34700">
                  <c:v>0.40162037036498077</c:v>
                </c:pt>
                <c:pt idx="34701">
                  <c:v>0.40163194444176042</c:v>
                </c:pt>
                <c:pt idx="34702">
                  <c:v>0.40164351851854008</c:v>
                </c:pt>
                <c:pt idx="34703">
                  <c:v>0.40165509258804377</c:v>
                </c:pt>
                <c:pt idx="34704">
                  <c:v>0.40166666666482342</c:v>
                </c:pt>
                <c:pt idx="34705">
                  <c:v>0.40167824074160308</c:v>
                </c:pt>
                <c:pt idx="34706">
                  <c:v>0.40168981481110677</c:v>
                </c:pt>
                <c:pt idx="34707">
                  <c:v>0.40170138888788642</c:v>
                </c:pt>
                <c:pt idx="34708">
                  <c:v>0.40171296295739012</c:v>
                </c:pt>
                <c:pt idx="34709">
                  <c:v>0.40172453703416977</c:v>
                </c:pt>
                <c:pt idx="34710">
                  <c:v>0.40173611111094942</c:v>
                </c:pt>
                <c:pt idx="34711">
                  <c:v>0.40174768518045312</c:v>
                </c:pt>
                <c:pt idx="34712">
                  <c:v>0.40175925925723277</c:v>
                </c:pt>
                <c:pt idx="34713">
                  <c:v>0.40177083333401242</c:v>
                </c:pt>
                <c:pt idx="34714">
                  <c:v>0.40178240740351612</c:v>
                </c:pt>
                <c:pt idx="34715">
                  <c:v>0.40179398148029577</c:v>
                </c:pt>
                <c:pt idx="34716">
                  <c:v>0.40180555554979946</c:v>
                </c:pt>
                <c:pt idx="34717">
                  <c:v>0.40181712962657912</c:v>
                </c:pt>
                <c:pt idx="34718">
                  <c:v>0.40182870370335877</c:v>
                </c:pt>
                <c:pt idx="34719">
                  <c:v>0.40184027777286246</c:v>
                </c:pt>
                <c:pt idx="34720">
                  <c:v>0.40185185184964212</c:v>
                </c:pt>
                <c:pt idx="34721">
                  <c:v>0.40186342592642177</c:v>
                </c:pt>
                <c:pt idx="34722">
                  <c:v>0.40187499999592546</c:v>
                </c:pt>
                <c:pt idx="34723">
                  <c:v>0.40188657407270512</c:v>
                </c:pt>
                <c:pt idx="34724">
                  <c:v>0.40189814814948477</c:v>
                </c:pt>
                <c:pt idx="34725">
                  <c:v>0.40190972221898846</c:v>
                </c:pt>
                <c:pt idx="34726">
                  <c:v>0.40192129629576812</c:v>
                </c:pt>
                <c:pt idx="34727">
                  <c:v>0.40193287036527181</c:v>
                </c:pt>
                <c:pt idx="34728">
                  <c:v>0.40194444444205146</c:v>
                </c:pt>
                <c:pt idx="34729">
                  <c:v>0.40195601851883112</c:v>
                </c:pt>
                <c:pt idx="34730">
                  <c:v>0.40196759258833481</c:v>
                </c:pt>
                <c:pt idx="34731">
                  <c:v>0.40197916666511446</c:v>
                </c:pt>
                <c:pt idx="34732">
                  <c:v>0.40199074074189411</c:v>
                </c:pt>
                <c:pt idx="34733">
                  <c:v>0.40200231481139781</c:v>
                </c:pt>
                <c:pt idx="34734">
                  <c:v>0.40201388888817746</c:v>
                </c:pt>
                <c:pt idx="34735">
                  <c:v>0.40202546295768116</c:v>
                </c:pt>
                <c:pt idx="34736">
                  <c:v>0.40203703703446081</c:v>
                </c:pt>
                <c:pt idx="34737">
                  <c:v>0.40204861111124046</c:v>
                </c:pt>
                <c:pt idx="34738">
                  <c:v>0.40206018518074416</c:v>
                </c:pt>
                <c:pt idx="34739">
                  <c:v>0.40207175925752381</c:v>
                </c:pt>
                <c:pt idx="34740">
                  <c:v>0.40208333333430346</c:v>
                </c:pt>
                <c:pt idx="34741">
                  <c:v>0.40209490740380716</c:v>
                </c:pt>
                <c:pt idx="34742">
                  <c:v>0.40210648148058681</c:v>
                </c:pt>
                <c:pt idx="34743">
                  <c:v>0.4021180555500905</c:v>
                </c:pt>
                <c:pt idx="34744">
                  <c:v>0.40212962962687016</c:v>
                </c:pt>
                <c:pt idx="34745">
                  <c:v>0.40214120370364981</c:v>
                </c:pt>
                <c:pt idx="34746">
                  <c:v>0.4021527777731535</c:v>
                </c:pt>
                <c:pt idx="34747">
                  <c:v>0.40216435184993315</c:v>
                </c:pt>
                <c:pt idx="34748">
                  <c:v>0.40217592592671281</c:v>
                </c:pt>
                <c:pt idx="34749">
                  <c:v>0.4021874999962165</c:v>
                </c:pt>
                <c:pt idx="34750">
                  <c:v>0.40219907407299615</c:v>
                </c:pt>
                <c:pt idx="34751">
                  <c:v>0.40221064814249985</c:v>
                </c:pt>
                <c:pt idx="34752">
                  <c:v>0.4022222222192795</c:v>
                </c:pt>
                <c:pt idx="34753">
                  <c:v>0.40223379629605915</c:v>
                </c:pt>
                <c:pt idx="34754">
                  <c:v>0.40224537036556285</c:v>
                </c:pt>
                <c:pt idx="34755">
                  <c:v>0.4022569444423425</c:v>
                </c:pt>
                <c:pt idx="34756">
                  <c:v>0.40226851851912215</c:v>
                </c:pt>
                <c:pt idx="34757">
                  <c:v>0.40228009258862585</c:v>
                </c:pt>
                <c:pt idx="34758">
                  <c:v>0.4022916666654055</c:v>
                </c:pt>
                <c:pt idx="34759">
                  <c:v>0.4023032407349092</c:v>
                </c:pt>
                <c:pt idx="34760">
                  <c:v>0.40231481481168885</c:v>
                </c:pt>
                <c:pt idx="34761">
                  <c:v>0.4023263888884685</c:v>
                </c:pt>
                <c:pt idx="34762">
                  <c:v>0.40233796295797219</c:v>
                </c:pt>
                <c:pt idx="34763">
                  <c:v>0.40234953703475185</c:v>
                </c:pt>
                <c:pt idx="34764">
                  <c:v>0.4023611111115315</c:v>
                </c:pt>
                <c:pt idx="34765">
                  <c:v>0.40237268518103519</c:v>
                </c:pt>
                <c:pt idx="34766">
                  <c:v>0.40238425925781485</c:v>
                </c:pt>
                <c:pt idx="34767">
                  <c:v>0.4023958333345945</c:v>
                </c:pt>
                <c:pt idx="34768">
                  <c:v>0.40240740740409819</c:v>
                </c:pt>
                <c:pt idx="34769">
                  <c:v>0.40241898148087785</c:v>
                </c:pt>
                <c:pt idx="34770">
                  <c:v>0.40243055555038154</c:v>
                </c:pt>
                <c:pt idx="34771">
                  <c:v>0.40244212962716119</c:v>
                </c:pt>
                <c:pt idx="34772">
                  <c:v>0.40245370370394085</c:v>
                </c:pt>
                <c:pt idx="34773">
                  <c:v>0.40246527777344454</c:v>
                </c:pt>
                <c:pt idx="34774">
                  <c:v>0.40247685185022419</c:v>
                </c:pt>
                <c:pt idx="34775">
                  <c:v>0.40248842592700385</c:v>
                </c:pt>
                <c:pt idx="34776">
                  <c:v>0.40249999999650754</c:v>
                </c:pt>
                <c:pt idx="34777">
                  <c:v>0.40251157407328719</c:v>
                </c:pt>
                <c:pt idx="34778">
                  <c:v>0.40252314814279089</c:v>
                </c:pt>
                <c:pt idx="34779">
                  <c:v>0.40253472221957054</c:v>
                </c:pt>
                <c:pt idx="34780">
                  <c:v>0.40254629629635019</c:v>
                </c:pt>
                <c:pt idx="34781">
                  <c:v>0.40255787036585389</c:v>
                </c:pt>
                <c:pt idx="34782">
                  <c:v>0.40256944444263354</c:v>
                </c:pt>
                <c:pt idx="34783">
                  <c:v>0.40258101851941319</c:v>
                </c:pt>
                <c:pt idx="34784">
                  <c:v>0.40259259258891689</c:v>
                </c:pt>
                <c:pt idx="34785">
                  <c:v>0.40260416666569654</c:v>
                </c:pt>
                <c:pt idx="34786">
                  <c:v>0.40261574073520023</c:v>
                </c:pt>
                <c:pt idx="34787">
                  <c:v>0.40262731481197989</c:v>
                </c:pt>
                <c:pt idx="34788">
                  <c:v>0.40263888888875954</c:v>
                </c:pt>
                <c:pt idx="34789">
                  <c:v>0.40265046295826323</c:v>
                </c:pt>
                <c:pt idx="34790">
                  <c:v>0.40266203703504289</c:v>
                </c:pt>
                <c:pt idx="34791">
                  <c:v>0.40267361111182254</c:v>
                </c:pt>
                <c:pt idx="34792">
                  <c:v>0.40268518518132623</c:v>
                </c:pt>
                <c:pt idx="34793">
                  <c:v>0.40269675925810589</c:v>
                </c:pt>
                <c:pt idx="34794">
                  <c:v>0.40270833332760958</c:v>
                </c:pt>
                <c:pt idx="34795">
                  <c:v>0.40271990740438923</c:v>
                </c:pt>
                <c:pt idx="34796">
                  <c:v>0.40273148148116888</c:v>
                </c:pt>
                <c:pt idx="34797">
                  <c:v>0.40274305555067258</c:v>
                </c:pt>
                <c:pt idx="34798">
                  <c:v>0.40275462962745223</c:v>
                </c:pt>
                <c:pt idx="34799">
                  <c:v>0.40276620370423188</c:v>
                </c:pt>
                <c:pt idx="34800">
                  <c:v>0.40277777777373558</c:v>
                </c:pt>
                <c:pt idx="34801">
                  <c:v>0.40278935185051523</c:v>
                </c:pt>
                <c:pt idx="34802">
                  <c:v>0.40280092592001893</c:v>
                </c:pt>
                <c:pt idx="34803">
                  <c:v>0.40281249999679858</c:v>
                </c:pt>
                <c:pt idx="34804">
                  <c:v>0.40282407407357823</c:v>
                </c:pt>
                <c:pt idx="34805">
                  <c:v>0.40283564814308193</c:v>
                </c:pt>
                <c:pt idx="34806">
                  <c:v>0.40284722221986158</c:v>
                </c:pt>
                <c:pt idx="34807">
                  <c:v>0.40285879629664123</c:v>
                </c:pt>
                <c:pt idx="34808">
                  <c:v>0.40287037036614493</c:v>
                </c:pt>
                <c:pt idx="34809">
                  <c:v>0.40288194444292458</c:v>
                </c:pt>
                <c:pt idx="34810">
                  <c:v>0.40289351851970423</c:v>
                </c:pt>
                <c:pt idx="34811">
                  <c:v>0.40290509258920792</c:v>
                </c:pt>
                <c:pt idx="34812">
                  <c:v>0.40291666666598758</c:v>
                </c:pt>
                <c:pt idx="34813">
                  <c:v>0.40292824073549127</c:v>
                </c:pt>
                <c:pt idx="34814">
                  <c:v>0.40293981481227092</c:v>
                </c:pt>
                <c:pt idx="34815">
                  <c:v>0.40295138888905058</c:v>
                </c:pt>
                <c:pt idx="34816">
                  <c:v>0.40296296295855427</c:v>
                </c:pt>
                <c:pt idx="34817">
                  <c:v>0.40297453703533392</c:v>
                </c:pt>
                <c:pt idx="34818">
                  <c:v>0.40298611111211358</c:v>
                </c:pt>
                <c:pt idx="34819">
                  <c:v>0.40299768518161727</c:v>
                </c:pt>
                <c:pt idx="34820">
                  <c:v>0.40300925925839692</c:v>
                </c:pt>
                <c:pt idx="34821">
                  <c:v>0.40302083332790062</c:v>
                </c:pt>
                <c:pt idx="34822">
                  <c:v>0.40303240740468027</c:v>
                </c:pt>
                <c:pt idx="34823">
                  <c:v>0.40304398148145992</c:v>
                </c:pt>
                <c:pt idx="34824">
                  <c:v>0.40305555555096362</c:v>
                </c:pt>
                <c:pt idx="34825">
                  <c:v>0.40306712962774327</c:v>
                </c:pt>
                <c:pt idx="34826">
                  <c:v>0.40307870370452292</c:v>
                </c:pt>
                <c:pt idx="34827">
                  <c:v>0.40309027777402662</c:v>
                </c:pt>
                <c:pt idx="34828">
                  <c:v>0.40310185185080627</c:v>
                </c:pt>
                <c:pt idx="34829">
                  <c:v>0.40311342592030996</c:v>
                </c:pt>
                <c:pt idx="34830">
                  <c:v>0.40312499999708962</c:v>
                </c:pt>
                <c:pt idx="34831">
                  <c:v>0.40313657407386927</c:v>
                </c:pt>
                <c:pt idx="34832">
                  <c:v>0.40314814814337296</c:v>
                </c:pt>
                <c:pt idx="34833">
                  <c:v>0.40315972222015262</c:v>
                </c:pt>
                <c:pt idx="34834">
                  <c:v>0.40317129629693227</c:v>
                </c:pt>
                <c:pt idx="34835">
                  <c:v>0.40318287036643596</c:v>
                </c:pt>
                <c:pt idx="34836">
                  <c:v>0.40319444444321562</c:v>
                </c:pt>
                <c:pt idx="34837">
                  <c:v>0.40320601851271931</c:v>
                </c:pt>
                <c:pt idx="34838">
                  <c:v>0.40321759258949896</c:v>
                </c:pt>
                <c:pt idx="34839">
                  <c:v>0.40322916666627862</c:v>
                </c:pt>
                <c:pt idx="34840">
                  <c:v>0.40324074073578231</c:v>
                </c:pt>
                <c:pt idx="34841">
                  <c:v>0.40325231481256196</c:v>
                </c:pt>
                <c:pt idx="34842">
                  <c:v>0.40326388888934162</c:v>
                </c:pt>
                <c:pt idx="34843">
                  <c:v>0.40327546295884531</c:v>
                </c:pt>
                <c:pt idx="34844">
                  <c:v>0.40328703703562496</c:v>
                </c:pt>
                <c:pt idx="34845">
                  <c:v>0.40329861111240461</c:v>
                </c:pt>
                <c:pt idx="34846">
                  <c:v>0.40331018518190831</c:v>
                </c:pt>
                <c:pt idx="34847">
                  <c:v>0.40332175925868796</c:v>
                </c:pt>
                <c:pt idx="34848">
                  <c:v>0.40333333332819166</c:v>
                </c:pt>
                <c:pt idx="34849">
                  <c:v>0.40334490740497131</c:v>
                </c:pt>
                <c:pt idx="34850">
                  <c:v>0.40335648148175096</c:v>
                </c:pt>
                <c:pt idx="34851">
                  <c:v>0.40336805555125466</c:v>
                </c:pt>
                <c:pt idx="34852">
                  <c:v>0.40337962962803431</c:v>
                </c:pt>
                <c:pt idx="34853">
                  <c:v>0.40339120370481396</c:v>
                </c:pt>
                <c:pt idx="34854">
                  <c:v>0.40340277777431766</c:v>
                </c:pt>
                <c:pt idx="34855">
                  <c:v>0.40341435185109731</c:v>
                </c:pt>
                <c:pt idx="34856">
                  <c:v>0.403425925920601</c:v>
                </c:pt>
                <c:pt idx="34857">
                  <c:v>0.40343749999738066</c:v>
                </c:pt>
                <c:pt idx="34858">
                  <c:v>0.40344907407416031</c:v>
                </c:pt>
                <c:pt idx="34859">
                  <c:v>0.403460648143664</c:v>
                </c:pt>
                <c:pt idx="34860">
                  <c:v>0.40347222222044365</c:v>
                </c:pt>
                <c:pt idx="34861">
                  <c:v>0.40348379629722331</c:v>
                </c:pt>
                <c:pt idx="34862">
                  <c:v>0.403495370366727</c:v>
                </c:pt>
                <c:pt idx="34863">
                  <c:v>0.40350694444350665</c:v>
                </c:pt>
                <c:pt idx="34864">
                  <c:v>0.40351851851301035</c:v>
                </c:pt>
                <c:pt idx="34865">
                  <c:v>0.40353009258979</c:v>
                </c:pt>
                <c:pt idx="34866">
                  <c:v>0.40354166666656965</c:v>
                </c:pt>
                <c:pt idx="34867">
                  <c:v>0.40355324073607335</c:v>
                </c:pt>
                <c:pt idx="34868">
                  <c:v>0.403564814812853</c:v>
                </c:pt>
                <c:pt idx="34869">
                  <c:v>0.40357638888963265</c:v>
                </c:pt>
                <c:pt idx="34870">
                  <c:v>0.40358796295913635</c:v>
                </c:pt>
                <c:pt idx="34871">
                  <c:v>0.403599537035916</c:v>
                </c:pt>
                <c:pt idx="34872">
                  <c:v>0.4036111111054197</c:v>
                </c:pt>
                <c:pt idx="34873">
                  <c:v>0.40362268518219935</c:v>
                </c:pt>
                <c:pt idx="34874">
                  <c:v>0.403634259258979</c:v>
                </c:pt>
                <c:pt idx="34875">
                  <c:v>0.40364583332848269</c:v>
                </c:pt>
                <c:pt idx="34876">
                  <c:v>0.40365740740526235</c:v>
                </c:pt>
                <c:pt idx="34877">
                  <c:v>0.403668981482042</c:v>
                </c:pt>
                <c:pt idx="34878">
                  <c:v>0.40368055555154569</c:v>
                </c:pt>
                <c:pt idx="34879">
                  <c:v>0.40369212962832535</c:v>
                </c:pt>
                <c:pt idx="34880">
                  <c:v>0.40370370369782904</c:v>
                </c:pt>
                <c:pt idx="34881">
                  <c:v>0.40371527777460869</c:v>
                </c:pt>
                <c:pt idx="34882">
                  <c:v>0.40372685185138835</c:v>
                </c:pt>
                <c:pt idx="34883">
                  <c:v>0.40373842592089204</c:v>
                </c:pt>
                <c:pt idx="34884">
                  <c:v>0.40374999999767169</c:v>
                </c:pt>
                <c:pt idx="34885">
                  <c:v>0.40376157407445135</c:v>
                </c:pt>
                <c:pt idx="34886">
                  <c:v>0.40377314814395504</c:v>
                </c:pt>
                <c:pt idx="34887">
                  <c:v>0.40378472222073469</c:v>
                </c:pt>
                <c:pt idx="34888">
                  <c:v>0.40379629629751435</c:v>
                </c:pt>
                <c:pt idx="34889">
                  <c:v>0.40380787036701804</c:v>
                </c:pt>
                <c:pt idx="34890">
                  <c:v>0.40381944444379769</c:v>
                </c:pt>
                <c:pt idx="34891">
                  <c:v>0.40383101851330139</c:v>
                </c:pt>
                <c:pt idx="34892">
                  <c:v>0.40384259259008104</c:v>
                </c:pt>
                <c:pt idx="34893">
                  <c:v>0.40385416666686069</c:v>
                </c:pt>
                <c:pt idx="34894">
                  <c:v>0.40386574073636439</c:v>
                </c:pt>
                <c:pt idx="34895">
                  <c:v>0.40387731481314404</c:v>
                </c:pt>
                <c:pt idx="34896">
                  <c:v>0.40388888888992369</c:v>
                </c:pt>
                <c:pt idx="34897">
                  <c:v>0.40390046295942739</c:v>
                </c:pt>
                <c:pt idx="34898">
                  <c:v>0.40391203703620704</c:v>
                </c:pt>
                <c:pt idx="34899">
                  <c:v>0.40392361110571073</c:v>
                </c:pt>
                <c:pt idx="34900">
                  <c:v>0.40393518518249039</c:v>
                </c:pt>
                <c:pt idx="34901">
                  <c:v>0.40394675925927004</c:v>
                </c:pt>
                <c:pt idx="34902">
                  <c:v>0.40395833332877373</c:v>
                </c:pt>
                <c:pt idx="34903">
                  <c:v>0.40396990740555339</c:v>
                </c:pt>
                <c:pt idx="34904">
                  <c:v>0.40398148148233304</c:v>
                </c:pt>
                <c:pt idx="34905">
                  <c:v>0.40399305555183673</c:v>
                </c:pt>
                <c:pt idx="34906">
                  <c:v>0.40400462962861639</c:v>
                </c:pt>
                <c:pt idx="34907">
                  <c:v>0.40401620369812008</c:v>
                </c:pt>
                <c:pt idx="34908">
                  <c:v>0.40402777777489973</c:v>
                </c:pt>
                <c:pt idx="34909">
                  <c:v>0.40403935185167938</c:v>
                </c:pt>
                <c:pt idx="34910">
                  <c:v>0.40405092592118308</c:v>
                </c:pt>
                <c:pt idx="34911">
                  <c:v>0.40406249999796273</c:v>
                </c:pt>
                <c:pt idx="34912">
                  <c:v>0.40407407407474238</c:v>
                </c:pt>
                <c:pt idx="34913">
                  <c:v>0.40408564814424608</c:v>
                </c:pt>
                <c:pt idx="34914">
                  <c:v>0.40409722222102573</c:v>
                </c:pt>
                <c:pt idx="34915">
                  <c:v>0.40410879629052943</c:v>
                </c:pt>
                <c:pt idx="34916">
                  <c:v>0.40412037036730908</c:v>
                </c:pt>
                <c:pt idx="34917">
                  <c:v>0.40413194444408873</c:v>
                </c:pt>
                <c:pt idx="34918">
                  <c:v>0.40414351851359243</c:v>
                </c:pt>
                <c:pt idx="34919">
                  <c:v>0.40415509259037208</c:v>
                </c:pt>
                <c:pt idx="34920">
                  <c:v>0.40416666666715173</c:v>
                </c:pt>
                <c:pt idx="34921">
                  <c:v>0.40417824073665543</c:v>
                </c:pt>
                <c:pt idx="34922">
                  <c:v>0.40418981481343508</c:v>
                </c:pt>
                <c:pt idx="34923">
                  <c:v>0.40420138889021473</c:v>
                </c:pt>
                <c:pt idx="34924">
                  <c:v>0.40421296295971842</c:v>
                </c:pt>
                <c:pt idx="34925">
                  <c:v>0.40422453703649808</c:v>
                </c:pt>
                <c:pt idx="34926">
                  <c:v>0.40423611110600177</c:v>
                </c:pt>
                <c:pt idx="34927">
                  <c:v>0.40424768518278142</c:v>
                </c:pt>
                <c:pt idx="34928">
                  <c:v>0.40425925925956108</c:v>
                </c:pt>
                <c:pt idx="34929">
                  <c:v>0.40427083332906477</c:v>
                </c:pt>
                <c:pt idx="34930">
                  <c:v>0.40428240740584442</c:v>
                </c:pt>
                <c:pt idx="34931">
                  <c:v>0.40429398148262408</c:v>
                </c:pt>
                <c:pt idx="34932">
                  <c:v>0.40430555555212777</c:v>
                </c:pt>
                <c:pt idx="34933">
                  <c:v>0.40431712962890742</c:v>
                </c:pt>
                <c:pt idx="34934">
                  <c:v>0.40432870369841112</c:v>
                </c:pt>
                <c:pt idx="34935">
                  <c:v>0.40434027777519077</c:v>
                </c:pt>
                <c:pt idx="34936">
                  <c:v>0.40435185185197042</c:v>
                </c:pt>
                <c:pt idx="34937">
                  <c:v>0.40436342592147412</c:v>
                </c:pt>
                <c:pt idx="34938">
                  <c:v>0.40437499999825377</c:v>
                </c:pt>
                <c:pt idx="34939">
                  <c:v>0.40438657407503342</c:v>
                </c:pt>
                <c:pt idx="34940">
                  <c:v>0.40439814814453712</c:v>
                </c:pt>
                <c:pt idx="34941">
                  <c:v>0.40440972222131677</c:v>
                </c:pt>
                <c:pt idx="34942">
                  <c:v>0.40442129629082046</c:v>
                </c:pt>
                <c:pt idx="34943">
                  <c:v>0.40443287036760012</c:v>
                </c:pt>
                <c:pt idx="34944">
                  <c:v>0.40444444444437977</c:v>
                </c:pt>
                <c:pt idx="34945">
                  <c:v>0.40445601851388346</c:v>
                </c:pt>
                <c:pt idx="34946">
                  <c:v>0.40446759259066312</c:v>
                </c:pt>
                <c:pt idx="34947">
                  <c:v>0.40447916666744277</c:v>
                </c:pt>
                <c:pt idx="34948">
                  <c:v>0.40449074073694646</c:v>
                </c:pt>
                <c:pt idx="34949">
                  <c:v>0.40450231481372612</c:v>
                </c:pt>
                <c:pt idx="34950">
                  <c:v>0.40451388888322981</c:v>
                </c:pt>
                <c:pt idx="34951">
                  <c:v>0.40452546296000946</c:v>
                </c:pt>
                <c:pt idx="34952">
                  <c:v>0.40453703703678912</c:v>
                </c:pt>
                <c:pt idx="34953">
                  <c:v>0.40454861110629281</c:v>
                </c:pt>
                <c:pt idx="34954">
                  <c:v>0.40456018518307246</c:v>
                </c:pt>
                <c:pt idx="34955">
                  <c:v>0.40457175925985212</c:v>
                </c:pt>
                <c:pt idx="34956">
                  <c:v>0.40458333332935581</c:v>
                </c:pt>
                <c:pt idx="34957">
                  <c:v>0.40459490740613546</c:v>
                </c:pt>
                <c:pt idx="34958">
                  <c:v>0.40460648147563916</c:v>
                </c:pt>
                <c:pt idx="34959">
                  <c:v>0.40461805555241881</c:v>
                </c:pt>
                <c:pt idx="34960">
                  <c:v>0.40462962962919846</c:v>
                </c:pt>
                <c:pt idx="34961">
                  <c:v>0.40464120369870216</c:v>
                </c:pt>
                <c:pt idx="34962">
                  <c:v>0.40465277777548181</c:v>
                </c:pt>
                <c:pt idx="34963">
                  <c:v>0.40466435185226146</c:v>
                </c:pt>
                <c:pt idx="34964">
                  <c:v>0.40467592592176516</c:v>
                </c:pt>
                <c:pt idx="34965">
                  <c:v>0.40468749999854481</c:v>
                </c:pt>
                <c:pt idx="34966">
                  <c:v>0.40469907407532446</c:v>
                </c:pt>
                <c:pt idx="34967">
                  <c:v>0.40471064814482816</c:v>
                </c:pt>
                <c:pt idx="34968">
                  <c:v>0.40472222222160781</c:v>
                </c:pt>
                <c:pt idx="34969">
                  <c:v>0.4047337962911115</c:v>
                </c:pt>
                <c:pt idx="34970">
                  <c:v>0.40474537036789116</c:v>
                </c:pt>
                <c:pt idx="34971">
                  <c:v>0.40475694444467081</c:v>
                </c:pt>
                <c:pt idx="34972">
                  <c:v>0.4047685185141745</c:v>
                </c:pt>
                <c:pt idx="34973">
                  <c:v>0.40478009259095415</c:v>
                </c:pt>
                <c:pt idx="34974">
                  <c:v>0.40479166666773381</c:v>
                </c:pt>
                <c:pt idx="34975">
                  <c:v>0.4048032407372375</c:v>
                </c:pt>
                <c:pt idx="34976">
                  <c:v>0.40481481481401715</c:v>
                </c:pt>
                <c:pt idx="34977">
                  <c:v>0.40482638888352085</c:v>
                </c:pt>
                <c:pt idx="34978">
                  <c:v>0.4048379629603005</c:v>
                </c:pt>
                <c:pt idx="34979">
                  <c:v>0.40484953703708015</c:v>
                </c:pt>
                <c:pt idx="34980">
                  <c:v>0.40486111110658385</c:v>
                </c:pt>
                <c:pt idx="34981">
                  <c:v>0.4048726851833635</c:v>
                </c:pt>
                <c:pt idx="34982">
                  <c:v>0.40488425926014315</c:v>
                </c:pt>
                <c:pt idx="34983">
                  <c:v>0.40489583332964685</c:v>
                </c:pt>
                <c:pt idx="34984">
                  <c:v>0.4049074074064265</c:v>
                </c:pt>
                <c:pt idx="34985">
                  <c:v>0.4049189814759302</c:v>
                </c:pt>
                <c:pt idx="34986">
                  <c:v>0.40493055555270985</c:v>
                </c:pt>
                <c:pt idx="34987">
                  <c:v>0.4049421296294895</c:v>
                </c:pt>
                <c:pt idx="34988">
                  <c:v>0.40495370369899319</c:v>
                </c:pt>
                <c:pt idx="34989">
                  <c:v>0.40496527777577285</c:v>
                </c:pt>
                <c:pt idx="34990">
                  <c:v>0.4049768518525525</c:v>
                </c:pt>
                <c:pt idx="34991">
                  <c:v>0.40498842592205619</c:v>
                </c:pt>
                <c:pt idx="34992">
                  <c:v>0.40499999999883585</c:v>
                </c:pt>
                <c:pt idx="34993">
                  <c:v>0.40501157406833954</c:v>
                </c:pt>
                <c:pt idx="34994">
                  <c:v>0.40502314814511919</c:v>
                </c:pt>
                <c:pt idx="34995">
                  <c:v>0.40503472222189885</c:v>
                </c:pt>
                <c:pt idx="34996">
                  <c:v>0.40504629629140254</c:v>
                </c:pt>
                <c:pt idx="34997">
                  <c:v>0.40505787036818219</c:v>
                </c:pt>
                <c:pt idx="34998">
                  <c:v>0.40506944444496185</c:v>
                </c:pt>
                <c:pt idx="34999">
                  <c:v>0.40508101851446554</c:v>
                </c:pt>
                <c:pt idx="35000">
                  <c:v>0.40509259259124519</c:v>
                </c:pt>
                <c:pt idx="35001">
                  <c:v>0.40510416666074889</c:v>
                </c:pt>
                <c:pt idx="35002">
                  <c:v>0.40511574073752854</c:v>
                </c:pt>
                <c:pt idx="35003">
                  <c:v>0.40512731481430819</c:v>
                </c:pt>
                <c:pt idx="35004">
                  <c:v>0.40513888888381189</c:v>
                </c:pt>
                <c:pt idx="35005">
                  <c:v>0.40515046296059154</c:v>
                </c:pt>
                <c:pt idx="35006">
                  <c:v>0.40516203703737119</c:v>
                </c:pt>
                <c:pt idx="35007">
                  <c:v>0.40517361110687489</c:v>
                </c:pt>
                <c:pt idx="35008">
                  <c:v>0.40518518518365454</c:v>
                </c:pt>
                <c:pt idx="35009">
                  <c:v>0.40519675926043419</c:v>
                </c:pt>
                <c:pt idx="35010">
                  <c:v>0.40520833332993789</c:v>
                </c:pt>
                <c:pt idx="35011">
                  <c:v>0.40521990740671754</c:v>
                </c:pt>
                <c:pt idx="35012">
                  <c:v>0.40523148147622123</c:v>
                </c:pt>
                <c:pt idx="35013">
                  <c:v>0.40524305555300089</c:v>
                </c:pt>
                <c:pt idx="35014">
                  <c:v>0.40525462962978054</c:v>
                </c:pt>
                <c:pt idx="35015">
                  <c:v>0.40526620369928423</c:v>
                </c:pt>
                <c:pt idx="35016">
                  <c:v>0.40527777777606389</c:v>
                </c:pt>
                <c:pt idx="35017">
                  <c:v>0.40528935185284354</c:v>
                </c:pt>
                <c:pt idx="35018">
                  <c:v>0.40530092592234723</c:v>
                </c:pt>
                <c:pt idx="35019">
                  <c:v>0.40531249999912689</c:v>
                </c:pt>
                <c:pt idx="35020">
                  <c:v>0.40532407406863058</c:v>
                </c:pt>
                <c:pt idx="35021">
                  <c:v>0.40533564814541023</c:v>
                </c:pt>
                <c:pt idx="35022">
                  <c:v>0.40534722222218988</c:v>
                </c:pt>
                <c:pt idx="35023">
                  <c:v>0.40535879629169358</c:v>
                </c:pt>
                <c:pt idx="35024">
                  <c:v>0.40537037036847323</c:v>
                </c:pt>
                <c:pt idx="35025">
                  <c:v>0.40538194444525288</c:v>
                </c:pt>
                <c:pt idx="35026">
                  <c:v>0.40539351851475658</c:v>
                </c:pt>
                <c:pt idx="35027">
                  <c:v>0.40540509259153623</c:v>
                </c:pt>
                <c:pt idx="35028">
                  <c:v>0.40541666666103993</c:v>
                </c:pt>
                <c:pt idx="35029">
                  <c:v>0.40542824073781958</c:v>
                </c:pt>
                <c:pt idx="35030">
                  <c:v>0.40543981481459923</c:v>
                </c:pt>
                <c:pt idx="35031">
                  <c:v>0.40545138888410293</c:v>
                </c:pt>
                <c:pt idx="35032">
                  <c:v>0.40546296296088258</c:v>
                </c:pt>
                <c:pt idx="35033">
                  <c:v>0.40547453703766223</c:v>
                </c:pt>
                <c:pt idx="35034">
                  <c:v>0.40548611110716593</c:v>
                </c:pt>
                <c:pt idx="35035">
                  <c:v>0.40549768518394558</c:v>
                </c:pt>
                <c:pt idx="35036">
                  <c:v>0.40550925925344927</c:v>
                </c:pt>
                <c:pt idx="35037">
                  <c:v>0.40552083333022892</c:v>
                </c:pt>
                <c:pt idx="35038">
                  <c:v>0.40553240740700858</c:v>
                </c:pt>
                <c:pt idx="35039">
                  <c:v>0.40554398147651227</c:v>
                </c:pt>
                <c:pt idx="35040">
                  <c:v>0.40555555555329192</c:v>
                </c:pt>
                <c:pt idx="35041">
                  <c:v>0.40556712963007158</c:v>
                </c:pt>
                <c:pt idx="35042">
                  <c:v>0.40557870369957527</c:v>
                </c:pt>
                <c:pt idx="35043">
                  <c:v>0.40559027777635492</c:v>
                </c:pt>
                <c:pt idx="35044">
                  <c:v>0.40560185185313458</c:v>
                </c:pt>
                <c:pt idx="35045">
                  <c:v>0.40561342592263827</c:v>
                </c:pt>
                <c:pt idx="35046">
                  <c:v>0.40562499999941792</c:v>
                </c:pt>
                <c:pt idx="35047">
                  <c:v>0.40563657406892162</c:v>
                </c:pt>
                <c:pt idx="35048">
                  <c:v>0.40564814814570127</c:v>
                </c:pt>
                <c:pt idx="35049">
                  <c:v>0.40565972222248092</c:v>
                </c:pt>
                <c:pt idx="35050">
                  <c:v>0.40567129629198462</c:v>
                </c:pt>
                <c:pt idx="35051">
                  <c:v>0.40568287036876427</c:v>
                </c:pt>
                <c:pt idx="35052">
                  <c:v>0.40569444444554392</c:v>
                </c:pt>
                <c:pt idx="35053">
                  <c:v>0.40570601851504762</c:v>
                </c:pt>
                <c:pt idx="35054">
                  <c:v>0.40571759259182727</c:v>
                </c:pt>
                <c:pt idx="35055">
                  <c:v>0.40572916666133096</c:v>
                </c:pt>
                <c:pt idx="35056">
                  <c:v>0.40574074073811062</c:v>
                </c:pt>
                <c:pt idx="35057">
                  <c:v>0.40575231481489027</c:v>
                </c:pt>
                <c:pt idx="35058">
                  <c:v>0.40576388888439396</c:v>
                </c:pt>
                <c:pt idx="35059">
                  <c:v>0.40577546296117362</c:v>
                </c:pt>
                <c:pt idx="35060">
                  <c:v>0.40578703703795327</c:v>
                </c:pt>
                <c:pt idx="35061">
                  <c:v>0.40579861110745696</c:v>
                </c:pt>
                <c:pt idx="35062">
                  <c:v>0.40581018518423662</c:v>
                </c:pt>
                <c:pt idx="35063">
                  <c:v>0.40582175925374031</c:v>
                </c:pt>
                <c:pt idx="35064">
                  <c:v>0.40583333333051996</c:v>
                </c:pt>
                <c:pt idx="35065">
                  <c:v>0.40584490740729962</c:v>
                </c:pt>
                <c:pt idx="35066">
                  <c:v>0.40585648147680331</c:v>
                </c:pt>
                <c:pt idx="35067">
                  <c:v>0.40586805555358296</c:v>
                </c:pt>
                <c:pt idx="35068">
                  <c:v>0.40587962963036261</c:v>
                </c:pt>
                <c:pt idx="35069">
                  <c:v>0.40589120369986631</c:v>
                </c:pt>
                <c:pt idx="35070">
                  <c:v>0.40590277777664596</c:v>
                </c:pt>
                <c:pt idx="35071">
                  <c:v>0.40591435184614966</c:v>
                </c:pt>
                <c:pt idx="35072">
                  <c:v>0.40592592592292931</c:v>
                </c:pt>
                <c:pt idx="35073">
                  <c:v>0.40593749999970896</c:v>
                </c:pt>
                <c:pt idx="35074">
                  <c:v>0.40594907406921266</c:v>
                </c:pt>
                <c:pt idx="35075">
                  <c:v>0.40596064814599231</c:v>
                </c:pt>
                <c:pt idx="35076">
                  <c:v>0.40597222222277196</c:v>
                </c:pt>
                <c:pt idx="35077">
                  <c:v>0.40598379629227566</c:v>
                </c:pt>
                <c:pt idx="35078">
                  <c:v>0.40599537036905531</c:v>
                </c:pt>
                <c:pt idx="35079">
                  <c:v>0.406006944438559</c:v>
                </c:pt>
                <c:pt idx="35080">
                  <c:v>0.40601851851533866</c:v>
                </c:pt>
                <c:pt idx="35081">
                  <c:v>0.40603009259211831</c:v>
                </c:pt>
                <c:pt idx="35082">
                  <c:v>0.406041666661622</c:v>
                </c:pt>
                <c:pt idx="35083">
                  <c:v>0.40605324073840166</c:v>
                </c:pt>
                <c:pt idx="35084">
                  <c:v>0.40606481481518131</c:v>
                </c:pt>
                <c:pt idx="35085">
                  <c:v>0.406076388884685</c:v>
                </c:pt>
                <c:pt idx="35086">
                  <c:v>0.40608796296146465</c:v>
                </c:pt>
                <c:pt idx="35087">
                  <c:v>0.40609953703824431</c:v>
                </c:pt>
                <c:pt idx="35088">
                  <c:v>0.406111111107748</c:v>
                </c:pt>
                <c:pt idx="35089">
                  <c:v>0.40612268518452765</c:v>
                </c:pt>
                <c:pt idx="35090">
                  <c:v>0.40613425925403135</c:v>
                </c:pt>
                <c:pt idx="35091">
                  <c:v>0.406145833330811</c:v>
                </c:pt>
                <c:pt idx="35092">
                  <c:v>0.40615740740759065</c:v>
                </c:pt>
                <c:pt idx="35093">
                  <c:v>0.40616898147709435</c:v>
                </c:pt>
                <c:pt idx="35094">
                  <c:v>0.406180555553874</c:v>
                </c:pt>
                <c:pt idx="35095">
                  <c:v>0.40619212963065365</c:v>
                </c:pt>
                <c:pt idx="35096">
                  <c:v>0.40620370370015735</c:v>
                </c:pt>
                <c:pt idx="35097">
                  <c:v>0.406215277776937</c:v>
                </c:pt>
                <c:pt idx="35098">
                  <c:v>0.4062268518464407</c:v>
                </c:pt>
                <c:pt idx="35099">
                  <c:v>0.40623842592322035</c:v>
                </c:pt>
                <c:pt idx="35100">
                  <c:v>0.40625</c:v>
                </c:pt>
                <c:pt idx="35101">
                  <c:v>0.40626157406950369</c:v>
                </c:pt>
                <c:pt idx="35102">
                  <c:v>0.40627314814628335</c:v>
                </c:pt>
                <c:pt idx="35103">
                  <c:v>0.406284722223063</c:v>
                </c:pt>
                <c:pt idx="35104">
                  <c:v>0.40629629629256669</c:v>
                </c:pt>
                <c:pt idx="35105">
                  <c:v>0.40630787036934635</c:v>
                </c:pt>
                <c:pt idx="35106">
                  <c:v>0.40631944443885004</c:v>
                </c:pt>
                <c:pt idx="35107">
                  <c:v>0.40633101851562969</c:v>
                </c:pt>
                <c:pt idx="35108">
                  <c:v>0.40634259259240935</c:v>
                </c:pt>
                <c:pt idx="35109">
                  <c:v>0.40635416666191304</c:v>
                </c:pt>
                <c:pt idx="35110">
                  <c:v>0.40636574073869269</c:v>
                </c:pt>
                <c:pt idx="35111">
                  <c:v>0.40637731481547235</c:v>
                </c:pt>
                <c:pt idx="35112">
                  <c:v>0.40638888888497604</c:v>
                </c:pt>
                <c:pt idx="35113">
                  <c:v>0.40640046296175569</c:v>
                </c:pt>
                <c:pt idx="35114">
                  <c:v>0.40641203703125939</c:v>
                </c:pt>
                <c:pt idx="35115">
                  <c:v>0.40642361110803904</c:v>
                </c:pt>
                <c:pt idx="35116">
                  <c:v>0.40643518518481869</c:v>
                </c:pt>
                <c:pt idx="35117">
                  <c:v>0.40644675925432239</c:v>
                </c:pt>
                <c:pt idx="35118">
                  <c:v>0.40645833333110204</c:v>
                </c:pt>
                <c:pt idx="35119">
                  <c:v>0.40646990740788169</c:v>
                </c:pt>
                <c:pt idx="35120">
                  <c:v>0.40648148147738539</c:v>
                </c:pt>
                <c:pt idx="35121">
                  <c:v>0.40649305555416504</c:v>
                </c:pt>
                <c:pt idx="35122">
                  <c:v>0.40650462963094469</c:v>
                </c:pt>
                <c:pt idx="35123">
                  <c:v>0.40651620370044839</c:v>
                </c:pt>
                <c:pt idx="35124">
                  <c:v>0.40652777777722804</c:v>
                </c:pt>
                <c:pt idx="35125">
                  <c:v>0.40653935184673173</c:v>
                </c:pt>
                <c:pt idx="35126">
                  <c:v>0.40655092592351139</c:v>
                </c:pt>
                <c:pt idx="35127">
                  <c:v>0.40656250000029104</c:v>
                </c:pt>
                <c:pt idx="35128">
                  <c:v>0.40657407406979473</c:v>
                </c:pt>
                <c:pt idx="35129">
                  <c:v>0.40658564814657439</c:v>
                </c:pt>
                <c:pt idx="35130">
                  <c:v>0.40659722222335404</c:v>
                </c:pt>
                <c:pt idx="35131">
                  <c:v>0.40660879629285773</c:v>
                </c:pt>
                <c:pt idx="35132">
                  <c:v>0.40662037036963739</c:v>
                </c:pt>
                <c:pt idx="35133">
                  <c:v>0.40663194443914108</c:v>
                </c:pt>
                <c:pt idx="35134">
                  <c:v>0.40664351851592073</c:v>
                </c:pt>
                <c:pt idx="35135">
                  <c:v>0.40665509259270038</c:v>
                </c:pt>
                <c:pt idx="35136">
                  <c:v>0.40666666666220408</c:v>
                </c:pt>
                <c:pt idx="35137">
                  <c:v>0.40667824073898373</c:v>
                </c:pt>
                <c:pt idx="35138">
                  <c:v>0.40668981481576338</c:v>
                </c:pt>
                <c:pt idx="35139">
                  <c:v>0.40670138888526708</c:v>
                </c:pt>
                <c:pt idx="35140">
                  <c:v>0.40671296296204673</c:v>
                </c:pt>
                <c:pt idx="35141">
                  <c:v>0.40672453703155043</c:v>
                </c:pt>
                <c:pt idx="35142">
                  <c:v>0.40673611110833008</c:v>
                </c:pt>
                <c:pt idx="35143">
                  <c:v>0.40674768518510973</c:v>
                </c:pt>
                <c:pt idx="35144">
                  <c:v>0.40675925925461343</c:v>
                </c:pt>
                <c:pt idx="35145">
                  <c:v>0.40677083333139308</c:v>
                </c:pt>
                <c:pt idx="35146">
                  <c:v>0.40678240740817273</c:v>
                </c:pt>
                <c:pt idx="35147">
                  <c:v>0.40679398147767643</c:v>
                </c:pt>
                <c:pt idx="35148">
                  <c:v>0.40680555555445608</c:v>
                </c:pt>
                <c:pt idx="35149">
                  <c:v>0.40681712962395977</c:v>
                </c:pt>
                <c:pt idx="35150">
                  <c:v>0.40682870370073942</c:v>
                </c:pt>
                <c:pt idx="35151">
                  <c:v>0.40684027777751908</c:v>
                </c:pt>
                <c:pt idx="35152">
                  <c:v>0.40685185184702277</c:v>
                </c:pt>
                <c:pt idx="35153">
                  <c:v>0.40686342592380242</c:v>
                </c:pt>
                <c:pt idx="35154">
                  <c:v>0.40687500000058208</c:v>
                </c:pt>
                <c:pt idx="35155">
                  <c:v>0.40688657407008577</c:v>
                </c:pt>
                <c:pt idx="35156">
                  <c:v>0.40689814814686542</c:v>
                </c:pt>
                <c:pt idx="35157">
                  <c:v>0.40690972221636912</c:v>
                </c:pt>
                <c:pt idx="35158">
                  <c:v>0.40692129629314877</c:v>
                </c:pt>
                <c:pt idx="35159">
                  <c:v>0.40693287036992842</c:v>
                </c:pt>
                <c:pt idx="35160">
                  <c:v>0.40694444443943212</c:v>
                </c:pt>
                <c:pt idx="35161">
                  <c:v>0.40695601851621177</c:v>
                </c:pt>
                <c:pt idx="35162">
                  <c:v>0.40696759259299142</c:v>
                </c:pt>
                <c:pt idx="35163">
                  <c:v>0.40697916666249512</c:v>
                </c:pt>
                <c:pt idx="35164">
                  <c:v>0.40699074073927477</c:v>
                </c:pt>
                <c:pt idx="35165">
                  <c:v>0.40700231481605442</c:v>
                </c:pt>
                <c:pt idx="35166">
                  <c:v>0.40701388888555812</c:v>
                </c:pt>
                <c:pt idx="35167">
                  <c:v>0.40702546296233777</c:v>
                </c:pt>
                <c:pt idx="35168">
                  <c:v>0.40703703703184146</c:v>
                </c:pt>
                <c:pt idx="35169">
                  <c:v>0.40704861110862112</c:v>
                </c:pt>
                <c:pt idx="35170">
                  <c:v>0.40706018518540077</c:v>
                </c:pt>
                <c:pt idx="35171">
                  <c:v>0.40707175925490446</c:v>
                </c:pt>
                <c:pt idx="35172">
                  <c:v>0.40708333333168412</c:v>
                </c:pt>
                <c:pt idx="35173">
                  <c:v>0.40709490740846377</c:v>
                </c:pt>
                <c:pt idx="35174">
                  <c:v>0.40710648147796746</c:v>
                </c:pt>
                <c:pt idx="35175">
                  <c:v>0.40711805555474712</c:v>
                </c:pt>
                <c:pt idx="35176">
                  <c:v>0.40712962962425081</c:v>
                </c:pt>
                <c:pt idx="35177">
                  <c:v>0.40714120370103046</c:v>
                </c:pt>
                <c:pt idx="35178">
                  <c:v>0.40715277777781012</c:v>
                </c:pt>
                <c:pt idx="35179">
                  <c:v>0.40716435184731381</c:v>
                </c:pt>
                <c:pt idx="35180">
                  <c:v>0.40717592592409346</c:v>
                </c:pt>
                <c:pt idx="35181">
                  <c:v>0.40718750000087311</c:v>
                </c:pt>
                <c:pt idx="35182">
                  <c:v>0.40719907407037681</c:v>
                </c:pt>
                <c:pt idx="35183">
                  <c:v>0.40721064814715646</c:v>
                </c:pt>
                <c:pt idx="35184">
                  <c:v>0.40722222221666016</c:v>
                </c:pt>
                <c:pt idx="35185">
                  <c:v>0.40723379629343981</c:v>
                </c:pt>
                <c:pt idx="35186">
                  <c:v>0.40724537037021946</c:v>
                </c:pt>
                <c:pt idx="35187">
                  <c:v>0.40725694443972316</c:v>
                </c:pt>
                <c:pt idx="35188">
                  <c:v>0.40726851851650281</c:v>
                </c:pt>
                <c:pt idx="35189">
                  <c:v>0.40728009259328246</c:v>
                </c:pt>
                <c:pt idx="35190">
                  <c:v>0.40729166666278616</c:v>
                </c:pt>
                <c:pt idx="35191">
                  <c:v>0.40730324073956581</c:v>
                </c:pt>
                <c:pt idx="35192">
                  <c:v>0.4073148148090695</c:v>
                </c:pt>
                <c:pt idx="35193">
                  <c:v>0.40732638888584916</c:v>
                </c:pt>
                <c:pt idx="35194">
                  <c:v>0.40733796296262881</c:v>
                </c:pt>
                <c:pt idx="35195">
                  <c:v>0.4073495370321325</c:v>
                </c:pt>
                <c:pt idx="35196">
                  <c:v>0.40736111110891216</c:v>
                </c:pt>
                <c:pt idx="35197">
                  <c:v>0.40737268518569181</c:v>
                </c:pt>
                <c:pt idx="35198">
                  <c:v>0.4073842592551955</c:v>
                </c:pt>
                <c:pt idx="35199">
                  <c:v>0.40739583333197515</c:v>
                </c:pt>
                <c:pt idx="35200">
                  <c:v>0.40740740740147885</c:v>
                </c:pt>
                <c:pt idx="35201">
                  <c:v>0.4074189814782585</c:v>
                </c:pt>
                <c:pt idx="35202">
                  <c:v>0.40743055555503815</c:v>
                </c:pt>
                <c:pt idx="35203">
                  <c:v>0.40744212962454185</c:v>
                </c:pt>
                <c:pt idx="35204">
                  <c:v>0.4074537037013215</c:v>
                </c:pt>
                <c:pt idx="35205">
                  <c:v>0.40746527777810115</c:v>
                </c:pt>
                <c:pt idx="35206">
                  <c:v>0.40747685184760485</c:v>
                </c:pt>
                <c:pt idx="35207">
                  <c:v>0.4074884259243845</c:v>
                </c:pt>
                <c:pt idx="35208">
                  <c:v>0.40750000000116415</c:v>
                </c:pt>
                <c:pt idx="35209">
                  <c:v>0.40751157407066785</c:v>
                </c:pt>
                <c:pt idx="35210">
                  <c:v>0.4075231481474475</c:v>
                </c:pt>
                <c:pt idx="35211">
                  <c:v>0.4075347222169512</c:v>
                </c:pt>
                <c:pt idx="35212">
                  <c:v>0.40754629629373085</c:v>
                </c:pt>
                <c:pt idx="35213">
                  <c:v>0.4075578703705105</c:v>
                </c:pt>
                <c:pt idx="35214">
                  <c:v>0.40756944444001419</c:v>
                </c:pt>
                <c:pt idx="35215">
                  <c:v>0.40758101851679385</c:v>
                </c:pt>
                <c:pt idx="35216">
                  <c:v>0.4075925925935735</c:v>
                </c:pt>
                <c:pt idx="35217">
                  <c:v>0.40760416666307719</c:v>
                </c:pt>
                <c:pt idx="35218">
                  <c:v>0.40761574073985685</c:v>
                </c:pt>
                <c:pt idx="35219">
                  <c:v>0.40762731480936054</c:v>
                </c:pt>
                <c:pt idx="35220">
                  <c:v>0.40763888888614019</c:v>
                </c:pt>
                <c:pt idx="35221">
                  <c:v>0.40765046296291985</c:v>
                </c:pt>
                <c:pt idx="35222">
                  <c:v>0.40766203703242354</c:v>
                </c:pt>
                <c:pt idx="35223">
                  <c:v>0.40767361110920319</c:v>
                </c:pt>
                <c:pt idx="35224">
                  <c:v>0.40768518518598285</c:v>
                </c:pt>
                <c:pt idx="35225">
                  <c:v>0.40769675925548654</c:v>
                </c:pt>
                <c:pt idx="35226">
                  <c:v>0.40770833333226619</c:v>
                </c:pt>
                <c:pt idx="35227">
                  <c:v>0.40771990740176989</c:v>
                </c:pt>
                <c:pt idx="35228">
                  <c:v>0.40773148147854954</c:v>
                </c:pt>
                <c:pt idx="35229">
                  <c:v>0.40774305555532919</c:v>
                </c:pt>
                <c:pt idx="35230">
                  <c:v>0.40775462962483289</c:v>
                </c:pt>
                <c:pt idx="35231">
                  <c:v>0.40776620370161254</c:v>
                </c:pt>
                <c:pt idx="35232">
                  <c:v>0.40777777777839219</c:v>
                </c:pt>
                <c:pt idx="35233">
                  <c:v>0.40778935184789589</c:v>
                </c:pt>
                <c:pt idx="35234">
                  <c:v>0.40780092592467554</c:v>
                </c:pt>
                <c:pt idx="35235">
                  <c:v>0.40781249999417923</c:v>
                </c:pt>
                <c:pt idx="35236">
                  <c:v>0.40782407407095889</c:v>
                </c:pt>
                <c:pt idx="35237">
                  <c:v>0.40783564814773854</c:v>
                </c:pt>
                <c:pt idx="35238">
                  <c:v>0.40784722221724223</c:v>
                </c:pt>
                <c:pt idx="35239">
                  <c:v>0.40785879629402189</c:v>
                </c:pt>
                <c:pt idx="35240">
                  <c:v>0.40787037037080154</c:v>
                </c:pt>
                <c:pt idx="35241">
                  <c:v>0.40788194444030523</c:v>
                </c:pt>
                <c:pt idx="35242">
                  <c:v>0.40789351851708489</c:v>
                </c:pt>
                <c:pt idx="35243">
                  <c:v>0.40790509259386454</c:v>
                </c:pt>
                <c:pt idx="35244">
                  <c:v>0.40791666666336823</c:v>
                </c:pt>
                <c:pt idx="35245">
                  <c:v>0.40792824074014788</c:v>
                </c:pt>
                <c:pt idx="35246">
                  <c:v>0.40793981480965158</c:v>
                </c:pt>
                <c:pt idx="35247">
                  <c:v>0.40795138888643123</c:v>
                </c:pt>
                <c:pt idx="35248">
                  <c:v>0.40796296296321088</c:v>
                </c:pt>
                <c:pt idx="35249">
                  <c:v>0.40797453703271458</c:v>
                </c:pt>
                <c:pt idx="35250">
                  <c:v>0.40798611110949423</c:v>
                </c:pt>
                <c:pt idx="35251">
                  <c:v>0.40799768518627388</c:v>
                </c:pt>
                <c:pt idx="35252">
                  <c:v>0.40800925925577758</c:v>
                </c:pt>
                <c:pt idx="35253">
                  <c:v>0.40802083333255723</c:v>
                </c:pt>
                <c:pt idx="35254">
                  <c:v>0.40803240740206093</c:v>
                </c:pt>
                <c:pt idx="35255">
                  <c:v>0.40804398147884058</c:v>
                </c:pt>
                <c:pt idx="35256">
                  <c:v>0.40805555555562023</c:v>
                </c:pt>
                <c:pt idx="35257">
                  <c:v>0.40806712962512393</c:v>
                </c:pt>
                <c:pt idx="35258">
                  <c:v>0.40807870370190358</c:v>
                </c:pt>
                <c:pt idx="35259">
                  <c:v>0.40809027777868323</c:v>
                </c:pt>
                <c:pt idx="35260">
                  <c:v>0.40810185184818693</c:v>
                </c:pt>
                <c:pt idx="35261">
                  <c:v>0.40811342592496658</c:v>
                </c:pt>
                <c:pt idx="35262">
                  <c:v>0.40812499999447027</c:v>
                </c:pt>
                <c:pt idx="35263">
                  <c:v>0.40813657407124992</c:v>
                </c:pt>
                <c:pt idx="35264">
                  <c:v>0.40814814814802958</c:v>
                </c:pt>
                <c:pt idx="35265">
                  <c:v>0.40815972221753327</c:v>
                </c:pt>
                <c:pt idx="35266">
                  <c:v>0.40817129629431292</c:v>
                </c:pt>
                <c:pt idx="35267">
                  <c:v>0.40818287037109258</c:v>
                </c:pt>
                <c:pt idx="35268">
                  <c:v>0.40819444444059627</c:v>
                </c:pt>
                <c:pt idx="35269">
                  <c:v>0.40820601851737592</c:v>
                </c:pt>
                <c:pt idx="35270">
                  <c:v>0.40821759258687962</c:v>
                </c:pt>
                <c:pt idx="35271">
                  <c:v>0.40822916666365927</c:v>
                </c:pt>
                <c:pt idx="35272">
                  <c:v>0.40824074074043892</c:v>
                </c:pt>
                <c:pt idx="35273">
                  <c:v>0.40825231480994262</c:v>
                </c:pt>
                <c:pt idx="35274">
                  <c:v>0.40826388888672227</c:v>
                </c:pt>
                <c:pt idx="35275">
                  <c:v>0.40827546296350192</c:v>
                </c:pt>
                <c:pt idx="35276">
                  <c:v>0.40828703703300562</c:v>
                </c:pt>
                <c:pt idx="35277">
                  <c:v>0.40829861110978527</c:v>
                </c:pt>
                <c:pt idx="35278">
                  <c:v>0.40831018517928896</c:v>
                </c:pt>
                <c:pt idx="35279">
                  <c:v>0.40832175925606862</c:v>
                </c:pt>
                <c:pt idx="35280">
                  <c:v>0.40833333333284827</c:v>
                </c:pt>
                <c:pt idx="35281">
                  <c:v>0.40834490740235196</c:v>
                </c:pt>
                <c:pt idx="35282">
                  <c:v>0.40835648147913162</c:v>
                </c:pt>
                <c:pt idx="35283">
                  <c:v>0.40836805555591127</c:v>
                </c:pt>
                <c:pt idx="35284">
                  <c:v>0.40837962962541496</c:v>
                </c:pt>
                <c:pt idx="35285">
                  <c:v>0.40839120370219462</c:v>
                </c:pt>
                <c:pt idx="35286">
                  <c:v>0.40840277777897427</c:v>
                </c:pt>
                <c:pt idx="35287">
                  <c:v>0.40841435184847796</c:v>
                </c:pt>
                <c:pt idx="35288">
                  <c:v>0.40842592592525762</c:v>
                </c:pt>
                <c:pt idx="35289">
                  <c:v>0.40843749999476131</c:v>
                </c:pt>
                <c:pt idx="35290">
                  <c:v>0.40844907407154096</c:v>
                </c:pt>
                <c:pt idx="35291">
                  <c:v>0.40846064814832062</c:v>
                </c:pt>
                <c:pt idx="35292">
                  <c:v>0.40847222221782431</c:v>
                </c:pt>
                <c:pt idx="35293">
                  <c:v>0.40848379629460396</c:v>
                </c:pt>
                <c:pt idx="35294">
                  <c:v>0.40849537037138361</c:v>
                </c:pt>
                <c:pt idx="35295">
                  <c:v>0.40850694444088731</c:v>
                </c:pt>
                <c:pt idx="35296">
                  <c:v>0.40851851851766696</c:v>
                </c:pt>
                <c:pt idx="35297">
                  <c:v>0.40853009258717066</c:v>
                </c:pt>
                <c:pt idx="35298">
                  <c:v>0.40854166666395031</c:v>
                </c:pt>
                <c:pt idx="35299">
                  <c:v>0.40855324074072996</c:v>
                </c:pt>
                <c:pt idx="35300">
                  <c:v>0.40856481481023366</c:v>
                </c:pt>
                <c:pt idx="35301">
                  <c:v>0.40857638888701331</c:v>
                </c:pt>
                <c:pt idx="35302">
                  <c:v>0.40858796296379296</c:v>
                </c:pt>
                <c:pt idx="35303">
                  <c:v>0.40859953703329666</c:v>
                </c:pt>
                <c:pt idx="35304">
                  <c:v>0.40861111111007631</c:v>
                </c:pt>
                <c:pt idx="35305">
                  <c:v>0.40862268517958</c:v>
                </c:pt>
                <c:pt idx="35306">
                  <c:v>0.40863425925635966</c:v>
                </c:pt>
                <c:pt idx="35307">
                  <c:v>0.40864583333313931</c:v>
                </c:pt>
                <c:pt idx="35308">
                  <c:v>0.408657407402643</c:v>
                </c:pt>
                <c:pt idx="35309">
                  <c:v>0.40866898147942265</c:v>
                </c:pt>
                <c:pt idx="35310">
                  <c:v>0.40868055555620231</c:v>
                </c:pt>
                <c:pt idx="35311">
                  <c:v>0.408692129625706</c:v>
                </c:pt>
                <c:pt idx="35312">
                  <c:v>0.40870370370248565</c:v>
                </c:pt>
                <c:pt idx="35313">
                  <c:v>0.40871527777198935</c:v>
                </c:pt>
                <c:pt idx="35314">
                  <c:v>0.408726851848769</c:v>
                </c:pt>
                <c:pt idx="35315">
                  <c:v>0.40873842592554865</c:v>
                </c:pt>
                <c:pt idx="35316">
                  <c:v>0.40874999999505235</c:v>
                </c:pt>
                <c:pt idx="35317">
                  <c:v>0.408761574071832</c:v>
                </c:pt>
                <c:pt idx="35318">
                  <c:v>0.40877314814861165</c:v>
                </c:pt>
                <c:pt idx="35319">
                  <c:v>0.40878472221811535</c:v>
                </c:pt>
                <c:pt idx="35320">
                  <c:v>0.408796296294895</c:v>
                </c:pt>
                <c:pt idx="35321">
                  <c:v>0.40880787037167465</c:v>
                </c:pt>
                <c:pt idx="35322">
                  <c:v>0.40881944444117835</c:v>
                </c:pt>
                <c:pt idx="35323">
                  <c:v>0.408831018517958</c:v>
                </c:pt>
                <c:pt idx="35324">
                  <c:v>0.4088425925874617</c:v>
                </c:pt>
                <c:pt idx="35325">
                  <c:v>0.40885416666424135</c:v>
                </c:pt>
                <c:pt idx="35326">
                  <c:v>0.408865740741021</c:v>
                </c:pt>
                <c:pt idx="35327">
                  <c:v>0.40887731481052469</c:v>
                </c:pt>
                <c:pt idx="35328">
                  <c:v>0.40888888888730435</c:v>
                </c:pt>
                <c:pt idx="35329">
                  <c:v>0.408900462964084</c:v>
                </c:pt>
                <c:pt idx="35330">
                  <c:v>0.40891203703358769</c:v>
                </c:pt>
                <c:pt idx="35331">
                  <c:v>0.40892361111036735</c:v>
                </c:pt>
                <c:pt idx="35332">
                  <c:v>0.40893518517987104</c:v>
                </c:pt>
                <c:pt idx="35333">
                  <c:v>0.40894675925665069</c:v>
                </c:pt>
                <c:pt idx="35334">
                  <c:v>0.40895833333343035</c:v>
                </c:pt>
                <c:pt idx="35335">
                  <c:v>0.40896990740293404</c:v>
                </c:pt>
                <c:pt idx="35336">
                  <c:v>0.40898148147971369</c:v>
                </c:pt>
                <c:pt idx="35337">
                  <c:v>0.40899305555649335</c:v>
                </c:pt>
                <c:pt idx="35338">
                  <c:v>0.40900462962599704</c:v>
                </c:pt>
                <c:pt idx="35339">
                  <c:v>0.40901620370277669</c:v>
                </c:pt>
                <c:pt idx="35340">
                  <c:v>0.40902777777228039</c:v>
                </c:pt>
                <c:pt idx="35341">
                  <c:v>0.40903935184906004</c:v>
                </c:pt>
                <c:pt idx="35342">
                  <c:v>0.40905092592583969</c:v>
                </c:pt>
                <c:pt idx="35343">
                  <c:v>0.40906249999534339</c:v>
                </c:pt>
                <c:pt idx="35344">
                  <c:v>0.40907407407212304</c:v>
                </c:pt>
                <c:pt idx="35345">
                  <c:v>0.40908564814890269</c:v>
                </c:pt>
                <c:pt idx="35346">
                  <c:v>0.40909722221840639</c:v>
                </c:pt>
                <c:pt idx="35347">
                  <c:v>0.40910879629518604</c:v>
                </c:pt>
                <c:pt idx="35348">
                  <c:v>0.40912037036468973</c:v>
                </c:pt>
                <c:pt idx="35349">
                  <c:v>0.40913194444146939</c:v>
                </c:pt>
                <c:pt idx="35350">
                  <c:v>0.40914351851824904</c:v>
                </c:pt>
                <c:pt idx="35351">
                  <c:v>0.40915509258775273</c:v>
                </c:pt>
                <c:pt idx="35352">
                  <c:v>0.40916666666453239</c:v>
                </c:pt>
                <c:pt idx="35353">
                  <c:v>0.40917824074131204</c:v>
                </c:pt>
                <c:pt idx="35354">
                  <c:v>0.40918981481081573</c:v>
                </c:pt>
                <c:pt idx="35355">
                  <c:v>0.40920138888759539</c:v>
                </c:pt>
                <c:pt idx="35356">
                  <c:v>0.40921296295709908</c:v>
                </c:pt>
                <c:pt idx="35357">
                  <c:v>0.40922453703387873</c:v>
                </c:pt>
                <c:pt idx="35358">
                  <c:v>0.40923611111065838</c:v>
                </c:pt>
                <c:pt idx="35359">
                  <c:v>0.40924768518016208</c:v>
                </c:pt>
                <c:pt idx="35360">
                  <c:v>0.40925925925694173</c:v>
                </c:pt>
                <c:pt idx="35361">
                  <c:v>0.40927083333372138</c:v>
                </c:pt>
                <c:pt idx="35362">
                  <c:v>0.40928240740322508</c:v>
                </c:pt>
                <c:pt idx="35363">
                  <c:v>0.40929398148000473</c:v>
                </c:pt>
                <c:pt idx="35364">
                  <c:v>0.40930555555678438</c:v>
                </c:pt>
                <c:pt idx="35365">
                  <c:v>0.40931712962628808</c:v>
                </c:pt>
                <c:pt idx="35366">
                  <c:v>0.40932870370306773</c:v>
                </c:pt>
                <c:pt idx="35367">
                  <c:v>0.40934027777257143</c:v>
                </c:pt>
                <c:pt idx="35368">
                  <c:v>0.40935185184935108</c:v>
                </c:pt>
                <c:pt idx="35369">
                  <c:v>0.40936342592613073</c:v>
                </c:pt>
                <c:pt idx="35370">
                  <c:v>0.40937499999563443</c:v>
                </c:pt>
                <c:pt idx="35371">
                  <c:v>0.40938657407241408</c:v>
                </c:pt>
                <c:pt idx="35372">
                  <c:v>0.40939814814919373</c:v>
                </c:pt>
                <c:pt idx="35373">
                  <c:v>0.40940972221869742</c:v>
                </c:pt>
                <c:pt idx="35374">
                  <c:v>0.40942129629547708</c:v>
                </c:pt>
                <c:pt idx="35375">
                  <c:v>0.40943287036498077</c:v>
                </c:pt>
                <c:pt idx="35376">
                  <c:v>0.40944444444176042</c:v>
                </c:pt>
                <c:pt idx="35377">
                  <c:v>0.40945601851854008</c:v>
                </c:pt>
                <c:pt idx="35378">
                  <c:v>0.40946759258804377</c:v>
                </c:pt>
                <c:pt idx="35379">
                  <c:v>0.40947916666482342</c:v>
                </c:pt>
                <c:pt idx="35380">
                  <c:v>0.40949074074160308</c:v>
                </c:pt>
                <c:pt idx="35381">
                  <c:v>0.40950231481110677</c:v>
                </c:pt>
                <c:pt idx="35382">
                  <c:v>0.40951388888788642</c:v>
                </c:pt>
                <c:pt idx="35383">
                  <c:v>0.40952546295739012</c:v>
                </c:pt>
                <c:pt idx="35384">
                  <c:v>0.40953703703416977</c:v>
                </c:pt>
                <c:pt idx="35385">
                  <c:v>0.40954861111094942</c:v>
                </c:pt>
                <c:pt idx="35386">
                  <c:v>0.40956018518045312</c:v>
                </c:pt>
                <c:pt idx="35387">
                  <c:v>0.40957175925723277</c:v>
                </c:pt>
                <c:pt idx="35388">
                  <c:v>0.40958333333401242</c:v>
                </c:pt>
                <c:pt idx="35389">
                  <c:v>0.40959490740351612</c:v>
                </c:pt>
                <c:pt idx="35390">
                  <c:v>0.40960648148029577</c:v>
                </c:pt>
                <c:pt idx="35391">
                  <c:v>0.40961805554979946</c:v>
                </c:pt>
                <c:pt idx="35392">
                  <c:v>0.40962962962657912</c:v>
                </c:pt>
                <c:pt idx="35393">
                  <c:v>0.40964120370335877</c:v>
                </c:pt>
                <c:pt idx="35394">
                  <c:v>0.40965277777286246</c:v>
                </c:pt>
                <c:pt idx="35395">
                  <c:v>0.40966435184964212</c:v>
                </c:pt>
                <c:pt idx="35396">
                  <c:v>0.40967592592642177</c:v>
                </c:pt>
                <c:pt idx="35397">
                  <c:v>0.40968749999592546</c:v>
                </c:pt>
                <c:pt idx="35398">
                  <c:v>0.40969907407270512</c:v>
                </c:pt>
                <c:pt idx="35399">
                  <c:v>0.40971064814948477</c:v>
                </c:pt>
                <c:pt idx="35400">
                  <c:v>0.40972222221898846</c:v>
                </c:pt>
                <c:pt idx="35401">
                  <c:v>0.40973379629576812</c:v>
                </c:pt>
                <c:pt idx="35402">
                  <c:v>0.40974537036527181</c:v>
                </c:pt>
                <c:pt idx="35403">
                  <c:v>0.40975694444205146</c:v>
                </c:pt>
                <c:pt idx="35404">
                  <c:v>0.40976851851883112</c:v>
                </c:pt>
                <c:pt idx="35405">
                  <c:v>0.40978009258833481</c:v>
                </c:pt>
                <c:pt idx="35406">
                  <c:v>0.40979166666511446</c:v>
                </c:pt>
                <c:pt idx="35407">
                  <c:v>0.40980324074189411</c:v>
                </c:pt>
                <c:pt idx="35408">
                  <c:v>0.40981481481139781</c:v>
                </c:pt>
                <c:pt idx="35409">
                  <c:v>0.40982638888817746</c:v>
                </c:pt>
                <c:pt idx="35410">
                  <c:v>0.40983796295768116</c:v>
                </c:pt>
                <c:pt idx="35411">
                  <c:v>0.40984953703446081</c:v>
                </c:pt>
                <c:pt idx="35412">
                  <c:v>0.40986111111124046</c:v>
                </c:pt>
                <c:pt idx="35413">
                  <c:v>0.40987268518074416</c:v>
                </c:pt>
                <c:pt idx="35414">
                  <c:v>0.40988425925752381</c:v>
                </c:pt>
                <c:pt idx="35415">
                  <c:v>0.40989583333430346</c:v>
                </c:pt>
                <c:pt idx="35416">
                  <c:v>0.40990740740380716</c:v>
                </c:pt>
                <c:pt idx="35417">
                  <c:v>0.40991898148058681</c:v>
                </c:pt>
                <c:pt idx="35418">
                  <c:v>0.4099305555500905</c:v>
                </c:pt>
                <c:pt idx="35419">
                  <c:v>0.40994212962687016</c:v>
                </c:pt>
                <c:pt idx="35420">
                  <c:v>0.40995370370364981</c:v>
                </c:pt>
                <c:pt idx="35421">
                  <c:v>0.4099652777731535</c:v>
                </c:pt>
                <c:pt idx="35422">
                  <c:v>0.40997685184993315</c:v>
                </c:pt>
                <c:pt idx="35423">
                  <c:v>0.40998842592671281</c:v>
                </c:pt>
                <c:pt idx="35424">
                  <c:v>0.4099999999962165</c:v>
                </c:pt>
                <c:pt idx="35425">
                  <c:v>0.41001157407299615</c:v>
                </c:pt>
                <c:pt idx="35426">
                  <c:v>0.41002314814249985</c:v>
                </c:pt>
                <c:pt idx="35427">
                  <c:v>0.4100347222192795</c:v>
                </c:pt>
                <c:pt idx="35428">
                  <c:v>0.41004629629605915</c:v>
                </c:pt>
                <c:pt idx="35429">
                  <c:v>0.41005787036556285</c:v>
                </c:pt>
                <c:pt idx="35430">
                  <c:v>0.4100694444423425</c:v>
                </c:pt>
                <c:pt idx="35431">
                  <c:v>0.41008101851912215</c:v>
                </c:pt>
                <c:pt idx="35432">
                  <c:v>0.41009259258862585</c:v>
                </c:pt>
                <c:pt idx="35433">
                  <c:v>0.4101041666654055</c:v>
                </c:pt>
                <c:pt idx="35434">
                  <c:v>0.4101157407349092</c:v>
                </c:pt>
                <c:pt idx="35435">
                  <c:v>0.41012731481168885</c:v>
                </c:pt>
                <c:pt idx="35436">
                  <c:v>0.4101388888884685</c:v>
                </c:pt>
                <c:pt idx="35437">
                  <c:v>0.41015046295797219</c:v>
                </c:pt>
                <c:pt idx="35438">
                  <c:v>0.41016203703475185</c:v>
                </c:pt>
                <c:pt idx="35439">
                  <c:v>0.4101736111115315</c:v>
                </c:pt>
                <c:pt idx="35440">
                  <c:v>0.41018518518103519</c:v>
                </c:pt>
                <c:pt idx="35441">
                  <c:v>0.41019675925781485</c:v>
                </c:pt>
                <c:pt idx="35442">
                  <c:v>0.4102083333345945</c:v>
                </c:pt>
                <c:pt idx="35443">
                  <c:v>0.41021990740409819</c:v>
                </c:pt>
                <c:pt idx="35444">
                  <c:v>0.41023148148087785</c:v>
                </c:pt>
                <c:pt idx="35445">
                  <c:v>0.41024305555038154</c:v>
                </c:pt>
                <c:pt idx="35446">
                  <c:v>0.41025462962716119</c:v>
                </c:pt>
                <c:pt idx="35447">
                  <c:v>0.41026620370394085</c:v>
                </c:pt>
                <c:pt idx="35448">
                  <c:v>0.41027777777344454</c:v>
                </c:pt>
                <c:pt idx="35449">
                  <c:v>0.41028935185022419</c:v>
                </c:pt>
                <c:pt idx="35450">
                  <c:v>0.41030092592700385</c:v>
                </c:pt>
                <c:pt idx="35451">
                  <c:v>0.41031249999650754</c:v>
                </c:pt>
                <c:pt idx="35452">
                  <c:v>0.41032407407328719</c:v>
                </c:pt>
                <c:pt idx="35453">
                  <c:v>0.41033564814279089</c:v>
                </c:pt>
                <c:pt idx="35454">
                  <c:v>0.41034722221957054</c:v>
                </c:pt>
                <c:pt idx="35455">
                  <c:v>0.41035879629635019</c:v>
                </c:pt>
                <c:pt idx="35456">
                  <c:v>0.41037037036585389</c:v>
                </c:pt>
                <c:pt idx="35457">
                  <c:v>0.41038194444263354</c:v>
                </c:pt>
                <c:pt idx="35458">
                  <c:v>0.41039351851941319</c:v>
                </c:pt>
                <c:pt idx="35459">
                  <c:v>0.41040509258891689</c:v>
                </c:pt>
                <c:pt idx="35460">
                  <c:v>0.41041666666569654</c:v>
                </c:pt>
                <c:pt idx="35461">
                  <c:v>0.41042824073520023</c:v>
                </c:pt>
                <c:pt idx="35462">
                  <c:v>0.41043981481197989</c:v>
                </c:pt>
                <c:pt idx="35463">
                  <c:v>0.41045138888875954</c:v>
                </c:pt>
                <c:pt idx="35464">
                  <c:v>0.41046296295826323</c:v>
                </c:pt>
                <c:pt idx="35465">
                  <c:v>0.41047453703504289</c:v>
                </c:pt>
                <c:pt idx="35466">
                  <c:v>0.41048611111182254</c:v>
                </c:pt>
                <c:pt idx="35467">
                  <c:v>0.41049768518132623</c:v>
                </c:pt>
                <c:pt idx="35468">
                  <c:v>0.41050925925810589</c:v>
                </c:pt>
                <c:pt idx="35469">
                  <c:v>0.41052083332760958</c:v>
                </c:pt>
                <c:pt idx="35470">
                  <c:v>0.41053240740438923</c:v>
                </c:pt>
                <c:pt idx="35471">
                  <c:v>0.41054398148116888</c:v>
                </c:pt>
                <c:pt idx="35472">
                  <c:v>0.41055555555067258</c:v>
                </c:pt>
                <c:pt idx="35473">
                  <c:v>0.41056712962745223</c:v>
                </c:pt>
                <c:pt idx="35474">
                  <c:v>0.41057870370423188</c:v>
                </c:pt>
                <c:pt idx="35475">
                  <c:v>0.41059027777373558</c:v>
                </c:pt>
                <c:pt idx="35476">
                  <c:v>0.41060185185051523</c:v>
                </c:pt>
                <c:pt idx="35477">
                  <c:v>0.41061342592001893</c:v>
                </c:pt>
                <c:pt idx="35478">
                  <c:v>0.41062499999679858</c:v>
                </c:pt>
                <c:pt idx="35479">
                  <c:v>0.41063657407357823</c:v>
                </c:pt>
                <c:pt idx="35480">
                  <c:v>0.41064814814308193</c:v>
                </c:pt>
                <c:pt idx="35481">
                  <c:v>0.41065972221986158</c:v>
                </c:pt>
                <c:pt idx="35482">
                  <c:v>0.41067129629664123</c:v>
                </c:pt>
                <c:pt idx="35483">
                  <c:v>0.41068287036614493</c:v>
                </c:pt>
                <c:pt idx="35484">
                  <c:v>0.41069444444292458</c:v>
                </c:pt>
                <c:pt idx="35485">
                  <c:v>0.41070601851970423</c:v>
                </c:pt>
                <c:pt idx="35486">
                  <c:v>0.41071759258920792</c:v>
                </c:pt>
                <c:pt idx="35487">
                  <c:v>0.41072916666598758</c:v>
                </c:pt>
                <c:pt idx="35488">
                  <c:v>0.41074074073549127</c:v>
                </c:pt>
                <c:pt idx="35489">
                  <c:v>0.41075231481227092</c:v>
                </c:pt>
                <c:pt idx="35490">
                  <c:v>0.41076388888905058</c:v>
                </c:pt>
                <c:pt idx="35491">
                  <c:v>0.41077546295855427</c:v>
                </c:pt>
                <c:pt idx="35492">
                  <c:v>0.41078703703533392</c:v>
                </c:pt>
                <c:pt idx="35493">
                  <c:v>0.41079861111211358</c:v>
                </c:pt>
                <c:pt idx="35494">
                  <c:v>0.41081018518161727</c:v>
                </c:pt>
                <c:pt idx="35495">
                  <c:v>0.41082175925839692</c:v>
                </c:pt>
                <c:pt idx="35496">
                  <c:v>0.41083333332790062</c:v>
                </c:pt>
                <c:pt idx="35497">
                  <c:v>0.41084490740468027</c:v>
                </c:pt>
                <c:pt idx="35498">
                  <c:v>0.41085648148145992</c:v>
                </c:pt>
                <c:pt idx="35499">
                  <c:v>0.41086805555096362</c:v>
                </c:pt>
                <c:pt idx="35500">
                  <c:v>0.41087962962774327</c:v>
                </c:pt>
                <c:pt idx="35501">
                  <c:v>0.41089120370452292</c:v>
                </c:pt>
                <c:pt idx="35502">
                  <c:v>0.41090277777402662</c:v>
                </c:pt>
                <c:pt idx="35503">
                  <c:v>0.41091435185080627</c:v>
                </c:pt>
                <c:pt idx="35504">
                  <c:v>0.41092592592030996</c:v>
                </c:pt>
                <c:pt idx="35505">
                  <c:v>0.41093749999708962</c:v>
                </c:pt>
                <c:pt idx="35506">
                  <c:v>0.41094907407386927</c:v>
                </c:pt>
                <c:pt idx="35507">
                  <c:v>0.41096064814337296</c:v>
                </c:pt>
                <c:pt idx="35508">
                  <c:v>0.41097222222015262</c:v>
                </c:pt>
                <c:pt idx="35509">
                  <c:v>0.41098379629693227</c:v>
                </c:pt>
                <c:pt idx="35510">
                  <c:v>0.41099537036643596</c:v>
                </c:pt>
                <c:pt idx="35511">
                  <c:v>0.41100694444321562</c:v>
                </c:pt>
                <c:pt idx="35512">
                  <c:v>0.41101851851271931</c:v>
                </c:pt>
                <c:pt idx="35513">
                  <c:v>0.41103009258949896</c:v>
                </c:pt>
                <c:pt idx="35514">
                  <c:v>0.41104166666627862</c:v>
                </c:pt>
                <c:pt idx="35515">
                  <c:v>0.41105324073578231</c:v>
                </c:pt>
                <c:pt idx="35516">
                  <c:v>0.41106481481256196</c:v>
                </c:pt>
                <c:pt idx="35517">
                  <c:v>0.41107638888934162</c:v>
                </c:pt>
                <c:pt idx="35518">
                  <c:v>0.41108796295884531</c:v>
                </c:pt>
                <c:pt idx="35519">
                  <c:v>0.41109953703562496</c:v>
                </c:pt>
                <c:pt idx="35520">
                  <c:v>0.41111111111240461</c:v>
                </c:pt>
                <c:pt idx="35521">
                  <c:v>0.41112268518190831</c:v>
                </c:pt>
                <c:pt idx="35522">
                  <c:v>0.41113425925868796</c:v>
                </c:pt>
                <c:pt idx="35523">
                  <c:v>0.41114583332819166</c:v>
                </c:pt>
                <c:pt idx="35524">
                  <c:v>0.41115740740497131</c:v>
                </c:pt>
                <c:pt idx="35525">
                  <c:v>0.41116898148175096</c:v>
                </c:pt>
                <c:pt idx="35526">
                  <c:v>0.41118055555125466</c:v>
                </c:pt>
                <c:pt idx="35527">
                  <c:v>0.41119212962803431</c:v>
                </c:pt>
                <c:pt idx="35528">
                  <c:v>0.41120370370481396</c:v>
                </c:pt>
                <c:pt idx="35529">
                  <c:v>0.41121527777431766</c:v>
                </c:pt>
                <c:pt idx="35530">
                  <c:v>0.41122685185109731</c:v>
                </c:pt>
                <c:pt idx="35531">
                  <c:v>0.411238425920601</c:v>
                </c:pt>
                <c:pt idx="35532">
                  <c:v>0.41124999999738066</c:v>
                </c:pt>
                <c:pt idx="35533">
                  <c:v>0.41126157407416031</c:v>
                </c:pt>
                <c:pt idx="35534">
                  <c:v>0.411273148143664</c:v>
                </c:pt>
                <c:pt idx="35535">
                  <c:v>0.41128472222044365</c:v>
                </c:pt>
                <c:pt idx="35536">
                  <c:v>0.41129629629722331</c:v>
                </c:pt>
                <c:pt idx="35537">
                  <c:v>0.411307870366727</c:v>
                </c:pt>
                <c:pt idx="35538">
                  <c:v>0.41131944444350665</c:v>
                </c:pt>
                <c:pt idx="35539">
                  <c:v>0.41133101851301035</c:v>
                </c:pt>
                <c:pt idx="35540">
                  <c:v>0.41134259258979</c:v>
                </c:pt>
                <c:pt idx="35541">
                  <c:v>0.41135416666656965</c:v>
                </c:pt>
                <c:pt idx="35542">
                  <c:v>0.41136574073607335</c:v>
                </c:pt>
                <c:pt idx="35543">
                  <c:v>0.411377314812853</c:v>
                </c:pt>
                <c:pt idx="35544">
                  <c:v>0.41138888888963265</c:v>
                </c:pt>
                <c:pt idx="35545">
                  <c:v>0.41140046295913635</c:v>
                </c:pt>
                <c:pt idx="35546">
                  <c:v>0.411412037035916</c:v>
                </c:pt>
                <c:pt idx="35547">
                  <c:v>0.4114236111054197</c:v>
                </c:pt>
                <c:pt idx="35548">
                  <c:v>0.41143518518219935</c:v>
                </c:pt>
                <c:pt idx="35549">
                  <c:v>0.411446759258979</c:v>
                </c:pt>
                <c:pt idx="35550">
                  <c:v>0.41145833332848269</c:v>
                </c:pt>
                <c:pt idx="35551">
                  <c:v>0.41146990740526235</c:v>
                </c:pt>
                <c:pt idx="35552">
                  <c:v>0.411481481482042</c:v>
                </c:pt>
                <c:pt idx="35553">
                  <c:v>0.41149305555154569</c:v>
                </c:pt>
                <c:pt idx="35554">
                  <c:v>0.41150462962832535</c:v>
                </c:pt>
                <c:pt idx="35555">
                  <c:v>0.41151620369782904</c:v>
                </c:pt>
                <c:pt idx="35556">
                  <c:v>0.41152777777460869</c:v>
                </c:pt>
                <c:pt idx="35557">
                  <c:v>0.41153935185138835</c:v>
                </c:pt>
                <c:pt idx="35558">
                  <c:v>0.41155092592089204</c:v>
                </c:pt>
                <c:pt idx="35559">
                  <c:v>0.41156249999767169</c:v>
                </c:pt>
                <c:pt idx="35560">
                  <c:v>0.41157407407445135</c:v>
                </c:pt>
                <c:pt idx="35561">
                  <c:v>0.41158564814395504</c:v>
                </c:pt>
                <c:pt idx="35562">
                  <c:v>0.41159722222073469</c:v>
                </c:pt>
                <c:pt idx="35563">
                  <c:v>0.41160879629751435</c:v>
                </c:pt>
                <c:pt idx="35564">
                  <c:v>0.41162037036701804</c:v>
                </c:pt>
                <c:pt idx="35565">
                  <c:v>0.41163194444379769</c:v>
                </c:pt>
                <c:pt idx="35566">
                  <c:v>0.41164351851330139</c:v>
                </c:pt>
                <c:pt idx="35567">
                  <c:v>0.41165509259008104</c:v>
                </c:pt>
                <c:pt idx="35568">
                  <c:v>0.41166666666686069</c:v>
                </c:pt>
                <c:pt idx="35569">
                  <c:v>0.41167824073636439</c:v>
                </c:pt>
                <c:pt idx="35570">
                  <c:v>0.41168981481314404</c:v>
                </c:pt>
                <c:pt idx="35571">
                  <c:v>0.41170138888992369</c:v>
                </c:pt>
                <c:pt idx="35572">
                  <c:v>0.41171296295942739</c:v>
                </c:pt>
                <c:pt idx="35573">
                  <c:v>0.41172453703620704</c:v>
                </c:pt>
                <c:pt idx="35574">
                  <c:v>0.41173611110571073</c:v>
                </c:pt>
                <c:pt idx="35575">
                  <c:v>0.41174768518249039</c:v>
                </c:pt>
                <c:pt idx="35576">
                  <c:v>0.41175925925927004</c:v>
                </c:pt>
                <c:pt idx="35577">
                  <c:v>0.41177083332877373</c:v>
                </c:pt>
                <c:pt idx="35578">
                  <c:v>0.41178240740555339</c:v>
                </c:pt>
                <c:pt idx="35579">
                  <c:v>0.41179398148233304</c:v>
                </c:pt>
                <c:pt idx="35580">
                  <c:v>0.41180555555183673</c:v>
                </c:pt>
                <c:pt idx="35581">
                  <c:v>0.41181712962861639</c:v>
                </c:pt>
                <c:pt idx="35582">
                  <c:v>0.41182870369812008</c:v>
                </c:pt>
                <c:pt idx="35583">
                  <c:v>0.41184027777489973</c:v>
                </c:pt>
                <c:pt idx="35584">
                  <c:v>0.41185185185167938</c:v>
                </c:pt>
                <c:pt idx="35585">
                  <c:v>0.41186342592118308</c:v>
                </c:pt>
                <c:pt idx="35586">
                  <c:v>0.41187499999796273</c:v>
                </c:pt>
                <c:pt idx="35587">
                  <c:v>0.41188657407474238</c:v>
                </c:pt>
                <c:pt idx="35588">
                  <c:v>0.41189814814424608</c:v>
                </c:pt>
                <c:pt idx="35589">
                  <c:v>0.41190972222102573</c:v>
                </c:pt>
                <c:pt idx="35590">
                  <c:v>0.41192129629052943</c:v>
                </c:pt>
                <c:pt idx="35591">
                  <c:v>0.41193287036730908</c:v>
                </c:pt>
                <c:pt idx="35592">
                  <c:v>0.41194444444408873</c:v>
                </c:pt>
                <c:pt idx="35593">
                  <c:v>0.41195601851359243</c:v>
                </c:pt>
                <c:pt idx="35594">
                  <c:v>0.41196759259037208</c:v>
                </c:pt>
                <c:pt idx="35595">
                  <c:v>0.41197916666715173</c:v>
                </c:pt>
                <c:pt idx="35596">
                  <c:v>0.41199074073665543</c:v>
                </c:pt>
                <c:pt idx="35597">
                  <c:v>0.41200231481343508</c:v>
                </c:pt>
                <c:pt idx="35598">
                  <c:v>0.41201388889021473</c:v>
                </c:pt>
                <c:pt idx="35599">
                  <c:v>0.41202546295971842</c:v>
                </c:pt>
                <c:pt idx="35600">
                  <c:v>0.41203703703649808</c:v>
                </c:pt>
                <c:pt idx="35601">
                  <c:v>0.41204861110600177</c:v>
                </c:pt>
                <c:pt idx="35602">
                  <c:v>0.41206018518278142</c:v>
                </c:pt>
                <c:pt idx="35603">
                  <c:v>0.41207175925956108</c:v>
                </c:pt>
                <c:pt idx="35604">
                  <c:v>0.41208333332906477</c:v>
                </c:pt>
                <c:pt idx="35605">
                  <c:v>0.41209490740584442</c:v>
                </c:pt>
                <c:pt idx="35606">
                  <c:v>0.41210648148262408</c:v>
                </c:pt>
                <c:pt idx="35607">
                  <c:v>0.41211805555212777</c:v>
                </c:pt>
                <c:pt idx="35608">
                  <c:v>0.41212962962890742</c:v>
                </c:pt>
                <c:pt idx="35609">
                  <c:v>0.41214120369841112</c:v>
                </c:pt>
                <c:pt idx="35610">
                  <c:v>0.41215277777519077</c:v>
                </c:pt>
                <c:pt idx="35611">
                  <c:v>0.41216435185197042</c:v>
                </c:pt>
                <c:pt idx="35612">
                  <c:v>0.41217592592147412</c:v>
                </c:pt>
                <c:pt idx="35613">
                  <c:v>0.41218749999825377</c:v>
                </c:pt>
                <c:pt idx="35614">
                  <c:v>0.41219907407503342</c:v>
                </c:pt>
                <c:pt idx="35615">
                  <c:v>0.41221064814453712</c:v>
                </c:pt>
                <c:pt idx="35616">
                  <c:v>0.41222222222131677</c:v>
                </c:pt>
                <c:pt idx="35617">
                  <c:v>0.41223379629082046</c:v>
                </c:pt>
                <c:pt idx="35618">
                  <c:v>0.41224537036760012</c:v>
                </c:pt>
                <c:pt idx="35619">
                  <c:v>0.41225694444437977</c:v>
                </c:pt>
                <c:pt idx="35620">
                  <c:v>0.41226851851388346</c:v>
                </c:pt>
                <c:pt idx="35621">
                  <c:v>0.41228009259066312</c:v>
                </c:pt>
                <c:pt idx="35622">
                  <c:v>0.41229166666744277</c:v>
                </c:pt>
                <c:pt idx="35623">
                  <c:v>0.41230324073694646</c:v>
                </c:pt>
                <c:pt idx="35624">
                  <c:v>0.41231481481372612</c:v>
                </c:pt>
                <c:pt idx="35625">
                  <c:v>0.41232638888322981</c:v>
                </c:pt>
                <c:pt idx="35626">
                  <c:v>0.41233796296000946</c:v>
                </c:pt>
                <c:pt idx="35627">
                  <c:v>0.41234953703678912</c:v>
                </c:pt>
                <c:pt idx="35628">
                  <c:v>0.41236111110629281</c:v>
                </c:pt>
                <c:pt idx="35629">
                  <c:v>0.41237268518307246</c:v>
                </c:pt>
                <c:pt idx="35630">
                  <c:v>0.41238425925985212</c:v>
                </c:pt>
                <c:pt idx="35631">
                  <c:v>0.41239583332935581</c:v>
                </c:pt>
                <c:pt idx="35632">
                  <c:v>0.41240740740613546</c:v>
                </c:pt>
                <c:pt idx="35633">
                  <c:v>0.41241898147563916</c:v>
                </c:pt>
                <c:pt idx="35634">
                  <c:v>0.41243055555241881</c:v>
                </c:pt>
                <c:pt idx="35635">
                  <c:v>0.41244212962919846</c:v>
                </c:pt>
                <c:pt idx="35636">
                  <c:v>0.41245370369870216</c:v>
                </c:pt>
                <c:pt idx="35637">
                  <c:v>0.41246527777548181</c:v>
                </c:pt>
                <c:pt idx="35638">
                  <c:v>0.41247685185226146</c:v>
                </c:pt>
                <c:pt idx="35639">
                  <c:v>0.41248842592176516</c:v>
                </c:pt>
                <c:pt idx="35640">
                  <c:v>0.41249999999854481</c:v>
                </c:pt>
                <c:pt idx="35641">
                  <c:v>0.41251157407532446</c:v>
                </c:pt>
                <c:pt idx="35642">
                  <c:v>0.41252314814482816</c:v>
                </c:pt>
                <c:pt idx="35643">
                  <c:v>0.41253472222160781</c:v>
                </c:pt>
                <c:pt idx="35644">
                  <c:v>0.4125462962911115</c:v>
                </c:pt>
                <c:pt idx="35645">
                  <c:v>0.41255787036789116</c:v>
                </c:pt>
                <c:pt idx="35646">
                  <c:v>0.41256944444467081</c:v>
                </c:pt>
                <c:pt idx="35647">
                  <c:v>0.4125810185141745</c:v>
                </c:pt>
                <c:pt idx="35648">
                  <c:v>0.41259259259095415</c:v>
                </c:pt>
                <c:pt idx="35649">
                  <c:v>0.41260416666773381</c:v>
                </c:pt>
                <c:pt idx="35650">
                  <c:v>0.4126157407372375</c:v>
                </c:pt>
                <c:pt idx="35651">
                  <c:v>0.41262731481401715</c:v>
                </c:pt>
                <c:pt idx="35652">
                  <c:v>0.41263888888352085</c:v>
                </c:pt>
                <c:pt idx="35653">
                  <c:v>0.4126504629603005</c:v>
                </c:pt>
                <c:pt idx="35654">
                  <c:v>0.41266203703708015</c:v>
                </c:pt>
                <c:pt idx="35655">
                  <c:v>0.41267361110658385</c:v>
                </c:pt>
                <c:pt idx="35656">
                  <c:v>0.4126851851833635</c:v>
                </c:pt>
                <c:pt idx="35657">
                  <c:v>0.41269675926014315</c:v>
                </c:pt>
                <c:pt idx="35658">
                  <c:v>0.41270833332964685</c:v>
                </c:pt>
                <c:pt idx="35659">
                  <c:v>0.4127199074064265</c:v>
                </c:pt>
                <c:pt idx="35660">
                  <c:v>0.4127314814759302</c:v>
                </c:pt>
                <c:pt idx="35661">
                  <c:v>0.41274305555270985</c:v>
                </c:pt>
                <c:pt idx="35662">
                  <c:v>0.4127546296294895</c:v>
                </c:pt>
                <c:pt idx="35663">
                  <c:v>0.41276620369899319</c:v>
                </c:pt>
                <c:pt idx="35664">
                  <c:v>0.41277777777577285</c:v>
                </c:pt>
                <c:pt idx="35665">
                  <c:v>0.4127893518525525</c:v>
                </c:pt>
                <c:pt idx="35666">
                  <c:v>0.41280092592205619</c:v>
                </c:pt>
                <c:pt idx="35667">
                  <c:v>0.41281249999883585</c:v>
                </c:pt>
                <c:pt idx="35668">
                  <c:v>0.41282407406833954</c:v>
                </c:pt>
                <c:pt idx="35669">
                  <c:v>0.41283564814511919</c:v>
                </c:pt>
                <c:pt idx="35670">
                  <c:v>0.41284722222189885</c:v>
                </c:pt>
                <c:pt idx="35671">
                  <c:v>0.41285879629140254</c:v>
                </c:pt>
                <c:pt idx="35672">
                  <c:v>0.41287037036818219</c:v>
                </c:pt>
                <c:pt idx="35673">
                  <c:v>0.41288194444496185</c:v>
                </c:pt>
                <c:pt idx="35674">
                  <c:v>0.41289351851446554</c:v>
                </c:pt>
                <c:pt idx="35675">
                  <c:v>0.41290509259124519</c:v>
                </c:pt>
                <c:pt idx="35676">
                  <c:v>0.41291666666074889</c:v>
                </c:pt>
                <c:pt idx="35677">
                  <c:v>0.41292824073752854</c:v>
                </c:pt>
                <c:pt idx="35678">
                  <c:v>0.41293981481430819</c:v>
                </c:pt>
                <c:pt idx="35679">
                  <c:v>0.41295138888381189</c:v>
                </c:pt>
                <c:pt idx="35680">
                  <c:v>0.41296296296059154</c:v>
                </c:pt>
                <c:pt idx="35681">
                  <c:v>0.41297453703737119</c:v>
                </c:pt>
                <c:pt idx="35682">
                  <c:v>0.41298611110687489</c:v>
                </c:pt>
                <c:pt idx="35683">
                  <c:v>0.41299768518365454</c:v>
                </c:pt>
                <c:pt idx="35684">
                  <c:v>0.41300925926043419</c:v>
                </c:pt>
                <c:pt idx="35685">
                  <c:v>0.41302083332993789</c:v>
                </c:pt>
                <c:pt idx="35686">
                  <c:v>0.41303240740671754</c:v>
                </c:pt>
                <c:pt idx="35687">
                  <c:v>0.41304398147622123</c:v>
                </c:pt>
                <c:pt idx="35688">
                  <c:v>0.41305555555300089</c:v>
                </c:pt>
                <c:pt idx="35689">
                  <c:v>0.41306712962978054</c:v>
                </c:pt>
                <c:pt idx="35690">
                  <c:v>0.41307870369928423</c:v>
                </c:pt>
                <c:pt idx="35691">
                  <c:v>0.41309027777606389</c:v>
                </c:pt>
                <c:pt idx="35692">
                  <c:v>0.41310185185284354</c:v>
                </c:pt>
                <c:pt idx="35693">
                  <c:v>0.41311342592234723</c:v>
                </c:pt>
                <c:pt idx="35694">
                  <c:v>0.41312499999912689</c:v>
                </c:pt>
                <c:pt idx="35695">
                  <c:v>0.41313657406863058</c:v>
                </c:pt>
                <c:pt idx="35696">
                  <c:v>0.41314814814541023</c:v>
                </c:pt>
                <c:pt idx="35697">
                  <c:v>0.41315972222218988</c:v>
                </c:pt>
                <c:pt idx="35698">
                  <c:v>0.41317129629169358</c:v>
                </c:pt>
                <c:pt idx="35699">
                  <c:v>0.41318287036847323</c:v>
                </c:pt>
                <c:pt idx="35700">
                  <c:v>0.41319444444525288</c:v>
                </c:pt>
                <c:pt idx="35701">
                  <c:v>0.41320601851475658</c:v>
                </c:pt>
                <c:pt idx="35702">
                  <c:v>0.41321759259153623</c:v>
                </c:pt>
                <c:pt idx="35703">
                  <c:v>0.41322916666103993</c:v>
                </c:pt>
                <c:pt idx="35704">
                  <c:v>0.41324074073781958</c:v>
                </c:pt>
                <c:pt idx="35705">
                  <c:v>0.41325231481459923</c:v>
                </c:pt>
                <c:pt idx="35706">
                  <c:v>0.41326388888410293</c:v>
                </c:pt>
                <c:pt idx="35707">
                  <c:v>0.41327546296088258</c:v>
                </c:pt>
                <c:pt idx="35708">
                  <c:v>0.41328703703766223</c:v>
                </c:pt>
                <c:pt idx="35709">
                  <c:v>0.41329861110716593</c:v>
                </c:pt>
                <c:pt idx="35710">
                  <c:v>0.41331018518394558</c:v>
                </c:pt>
                <c:pt idx="35711">
                  <c:v>0.41332175925344927</c:v>
                </c:pt>
                <c:pt idx="35712">
                  <c:v>0.41333333333022892</c:v>
                </c:pt>
                <c:pt idx="35713">
                  <c:v>0.41334490740700858</c:v>
                </c:pt>
                <c:pt idx="35714">
                  <c:v>0.41335648147651227</c:v>
                </c:pt>
                <c:pt idx="35715">
                  <c:v>0.41336805555329192</c:v>
                </c:pt>
                <c:pt idx="35716">
                  <c:v>0.41337962963007158</c:v>
                </c:pt>
                <c:pt idx="35717">
                  <c:v>0.41339120369957527</c:v>
                </c:pt>
                <c:pt idx="35718">
                  <c:v>0.41340277777635492</c:v>
                </c:pt>
                <c:pt idx="35719">
                  <c:v>0.41341435185313458</c:v>
                </c:pt>
                <c:pt idx="35720">
                  <c:v>0.41342592592263827</c:v>
                </c:pt>
                <c:pt idx="35721">
                  <c:v>0.41343749999941792</c:v>
                </c:pt>
                <c:pt idx="35722">
                  <c:v>0.41344907406892162</c:v>
                </c:pt>
                <c:pt idx="35723">
                  <c:v>0.41346064814570127</c:v>
                </c:pt>
                <c:pt idx="35724">
                  <c:v>0.41347222222248092</c:v>
                </c:pt>
                <c:pt idx="35725">
                  <c:v>0.41348379629198462</c:v>
                </c:pt>
                <c:pt idx="35726">
                  <c:v>0.41349537036876427</c:v>
                </c:pt>
                <c:pt idx="35727">
                  <c:v>0.41350694444554392</c:v>
                </c:pt>
                <c:pt idx="35728">
                  <c:v>0.41351851851504762</c:v>
                </c:pt>
                <c:pt idx="35729">
                  <c:v>0.41353009259182727</c:v>
                </c:pt>
                <c:pt idx="35730">
                  <c:v>0.41354166666133096</c:v>
                </c:pt>
                <c:pt idx="35731">
                  <c:v>0.41355324073811062</c:v>
                </c:pt>
                <c:pt idx="35732">
                  <c:v>0.41356481481489027</c:v>
                </c:pt>
                <c:pt idx="35733">
                  <c:v>0.41357638888439396</c:v>
                </c:pt>
                <c:pt idx="35734">
                  <c:v>0.41358796296117362</c:v>
                </c:pt>
                <c:pt idx="35735">
                  <c:v>0.41359953703795327</c:v>
                </c:pt>
                <c:pt idx="35736">
                  <c:v>0.41361111110745696</c:v>
                </c:pt>
                <c:pt idx="35737">
                  <c:v>0.41362268518423662</c:v>
                </c:pt>
                <c:pt idx="35738">
                  <c:v>0.41363425925374031</c:v>
                </c:pt>
                <c:pt idx="35739">
                  <c:v>0.41364583333051996</c:v>
                </c:pt>
                <c:pt idx="35740">
                  <c:v>0.41365740740729962</c:v>
                </c:pt>
                <c:pt idx="35741">
                  <c:v>0.41366898147680331</c:v>
                </c:pt>
                <c:pt idx="35742">
                  <c:v>0.41368055555358296</c:v>
                </c:pt>
                <c:pt idx="35743">
                  <c:v>0.41369212963036261</c:v>
                </c:pt>
                <c:pt idx="35744">
                  <c:v>0.41370370369986631</c:v>
                </c:pt>
                <c:pt idx="35745">
                  <c:v>0.41371527777664596</c:v>
                </c:pt>
                <c:pt idx="35746">
                  <c:v>0.41372685184614966</c:v>
                </c:pt>
                <c:pt idx="35747">
                  <c:v>0.41373842592292931</c:v>
                </c:pt>
                <c:pt idx="35748">
                  <c:v>0.41374999999970896</c:v>
                </c:pt>
                <c:pt idx="35749">
                  <c:v>0.41376157406921266</c:v>
                </c:pt>
                <c:pt idx="35750">
                  <c:v>0.41377314814599231</c:v>
                </c:pt>
                <c:pt idx="35751">
                  <c:v>0.41378472222277196</c:v>
                </c:pt>
                <c:pt idx="35752">
                  <c:v>0.41379629629227566</c:v>
                </c:pt>
                <c:pt idx="35753">
                  <c:v>0.41380787036905531</c:v>
                </c:pt>
                <c:pt idx="35754">
                  <c:v>0.413819444438559</c:v>
                </c:pt>
                <c:pt idx="35755">
                  <c:v>0.41383101851533866</c:v>
                </c:pt>
                <c:pt idx="35756">
                  <c:v>0.41384259259211831</c:v>
                </c:pt>
                <c:pt idx="35757">
                  <c:v>0.413854166661622</c:v>
                </c:pt>
                <c:pt idx="35758">
                  <c:v>0.41386574073840166</c:v>
                </c:pt>
                <c:pt idx="35759">
                  <c:v>0.41387731481518131</c:v>
                </c:pt>
                <c:pt idx="35760">
                  <c:v>0.413888888884685</c:v>
                </c:pt>
                <c:pt idx="35761">
                  <c:v>0.41390046296146465</c:v>
                </c:pt>
                <c:pt idx="35762">
                  <c:v>0.41391203703824431</c:v>
                </c:pt>
                <c:pt idx="35763">
                  <c:v>0.413923611107748</c:v>
                </c:pt>
                <c:pt idx="35764">
                  <c:v>0.41393518518452765</c:v>
                </c:pt>
                <c:pt idx="35765">
                  <c:v>0.41394675925403135</c:v>
                </c:pt>
                <c:pt idx="35766">
                  <c:v>0.413958333330811</c:v>
                </c:pt>
                <c:pt idx="35767">
                  <c:v>0.41396990740759065</c:v>
                </c:pt>
                <c:pt idx="35768">
                  <c:v>0.41398148147709435</c:v>
                </c:pt>
                <c:pt idx="35769">
                  <c:v>0.413993055553874</c:v>
                </c:pt>
                <c:pt idx="35770">
                  <c:v>0.41400462963065365</c:v>
                </c:pt>
                <c:pt idx="35771">
                  <c:v>0.41401620370015735</c:v>
                </c:pt>
                <c:pt idx="35772">
                  <c:v>0.414027777776937</c:v>
                </c:pt>
                <c:pt idx="35773">
                  <c:v>0.4140393518464407</c:v>
                </c:pt>
                <c:pt idx="35774">
                  <c:v>0.41405092592322035</c:v>
                </c:pt>
                <c:pt idx="35775">
                  <c:v>0.4140625</c:v>
                </c:pt>
                <c:pt idx="35776">
                  <c:v>0.41407407406950369</c:v>
                </c:pt>
                <c:pt idx="35777">
                  <c:v>0.41408564814628335</c:v>
                </c:pt>
                <c:pt idx="35778">
                  <c:v>0.414097222223063</c:v>
                </c:pt>
                <c:pt idx="35779">
                  <c:v>0.41410879629256669</c:v>
                </c:pt>
                <c:pt idx="35780">
                  <c:v>0.41412037036934635</c:v>
                </c:pt>
                <c:pt idx="35781">
                  <c:v>0.41413194443885004</c:v>
                </c:pt>
                <c:pt idx="35782">
                  <c:v>0.41414351851562969</c:v>
                </c:pt>
                <c:pt idx="35783">
                  <c:v>0.41415509259240935</c:v>
                </c:pt>
                <c:pt idx="35784">
                  <c:v>0.41416666666191304</c:v>
                </c:pt>
                <c:pt idx="35785">
                  <c:v>0.41417824073869269</c:v>
                </c:pt>
                <c:pt idx="35786">
                  <c:v>0.41418981481547235</c:v>
                </c:pt>
                <c:pt idx="35787">
                  <c:v>0.41420138888497604</c:v>
                </c:pt>
                <c:pt idx="35788">
                  <c:v>0.41421296296175569</c:v>
                </c:pt>
                <c:pt idx="35789">
                  <c:v>0.41422453703125939</c:v>
                </c:pt>
                <c:pt idx="35790">
                  <c:v>0.41423611110803904</c:v>
                </c:pt>
                <c:pt idx="35791">
                  <c:v>0.41424768518481869</c:v>
                </c:pt>
                <c:pt idx="35792">
                  <c:v>0.41425925925432239</c:v>
                </c:pt>
                <c:pt idx="35793">
                  <c:v>0.41427083333110204</c:v>
                </c:pt>
                <c:pt idx="35794">
                  <c:v>0.41428240740788169</c:v>
                </c:pt>
                <c:pt idx="35795">
                  <c:v>0.41429398147738539</c:v>
                </c:pt>
                <c:pt idx="35796">
                  <c:v>0.41430555555416504</c:v>
                </c:pt>
                <c:pt idx="35797">
                  <c:v>0.41431712963094469</c:v>
                </c:pt>
                <c:pt idx="35798">
                  <c:v>0.41432870370044839</c:v>
                </c:pt>
                <c:pt idx="35799">
                  <c:v>0.41434027777722804</c:v>
                </c:pt>
                <c:pt idx="35800">
                  <c:v>0.41435185184673173</c:v>
                </c:pt>
                <c:pt idx="35801">
                  <c:v>0.41436342592351139</c:v>
                </c:pt>
                <c:pt idx="35802">
                  <c:v>0.41437500000029104</c:v>
                </c:pt>
                <c:pt idx="35803">
                  <c:v>0.41438657406979473</c:v>
                </c:pt>
                <c:pt idx="35804">
                  <c:v>0.41439814814657439</c:v>
                </c:pt>
                <c:pt idx="35805">
                  <c:v>0.41440972222335404</c:v>
                </c:pt>
                <c:pt idx="35806">
                  <c:v>0.41442129629285773</c:v>
                </c:pt>
                <c:pt idx="35807">
                  <c:v>0.41443287036963739</c:v>
                </c:pt>
                <c:pt idx="35808">
                  <c:v>0.41444444443914108</c:v>
                </c:pt>
                <c:pt idx="35809">
                  <c:v>0.41445601851592073</c:v>
                </c:pt>
                <c:pt idx="35810">
                  <c:v>0.41446759259270038</c:v>
                </c:pt>
                <c:pt idx="35811">
                  <c:v>0.41447916666220408</c:v>
                </c:pt>
                <c:pt idx="35812">
                  <c:v>0.41449074073898373</c:v>
                </c:pt>
                <c:pt idx="35813">
                  <c:v>0.41450231481576338</c:v>
                </c:pt>
                <c:pt idx="35814">
                  <c:v>0.41451388888526708</c:v>
                </c:pt>
                <c:pt idx="35815">
                  <c:v>0.41452546296204673</c:v>
                </c:pt>
                <c:pt idx="35816">
                  <c:v>0.41453703703155043</c:v>
                </c:pt>
                <c:pt idx="35817">
                  <c:v>0.41454861110833008</c:v>
                </c:pt>
                <c:pt idx="35818">
                  <c:v>0.41456018518510973</c:v>
                </c:pt>
                <c:pt idx="35819">
                  <c:v>0.41457175925461343</c:v>
                </c:pt>
                <c:pt idx="35820">
                  <c:v>0.41458333333139308</c:v>
                </c:pt>
                <c:pt idx="35821">
                  <c:v>0.41459490740817273</c:v>
                </c:pt>
                <c:pt idx="35822">
                  <c:v>0.41460648147767643</c:v>
                </c:pt>
                <c:pt idx="35823">
                  <c:v>0.41461805555445608</c:v>
                </c:pt>
                <c:pt idx="35824">
                  <c:v>0.41462962962395977</c:v>
                </c:pt>
                <c:pt idx="35825">
                  <c:v>0.41464120370073942</c:v>
                </c:pt>
                <c:pt idx="35826">
                  <c:v>0.41465277777751908</c:v>
                </c:pt>
                <c:pt idx="35827">
                  <c:v>0.41466435184702277</c:v>
                </c:pt>
                <c:pt idx="35828">
                  <c:v>0.41467592592380242</c:v>
                </c:pt>
                <c:pt idx="35829">
                  <c:v>0.41468750000058208</c:v>
                </c:pt>
                <c:pt idx="35830">
                  <c:v>0.41469907407008577</c:v>
                </c:pt>
                <c:pt idx="35831">
                  <c:v>0.41471064814686542</c:v>
                </c:pt>
                <c:pt idx="35832">
                  <c:v>0.41472222221636912</c:v>
                </c:pt>
                <c:pt idx="35833">
                  <c:v>0.41473379629314877</c:v>
                </c:pt>
                <c:pt idx="35834">
                  <c:v>0.41474537036992842</c:v>
                </c:pt>
                <c:pt idx="35835">
                  <c:v>0.41475694443943212</c:v>
                </c:pt>
                <c:pt idx="35836">
                  <c:v>0.41476851851621177</c:v>
                </c:pt>
                <c:pt idx="35837">
                  <c:v>0.41478009259299142</c:v>
                </c:pt>
                <c:pt idx="35838">
                  <c:v>0.41479166666249512</c:v>
                </c:pt>
                <c:pt idx="35839">
                  <c:v>0.41480324073927477</c:v>
                </c:pt>
                <c:pt idx="35840">
                  <c:v>0.41481481481605442</c:v>
                </c:pt>
                <c:pt idx="35841">
                  <c:v>0.41482638888555812</c:v>
                </c:pt>
                <c:pt idx="35842">
                  <c:v>0.41483796296233777</c:v>
                </c:pt>
                <c:pt idx="35843">
                  <c:v>0.41484953703184146</c:v>
                </c:pt>
                <c:pt idx="35844">
                  <c:v>0.41486111110862112</c:v>
                </c:pt>
                <c:pt idx="35845">
                  <c:v>0.41487268518540077</c:v>
                </c:pt>
                <c:pt idx="35846">
                  <c:v>0.41488425925490446</c:v>
                </c:pt>
                <c:pt idx="35847">
                  <c:v>0.41489583333168412</c:v>
                </c:pt>
                <c:pt idx="35848">
                  <c:v>0.41490740740846377</c:v>
                </c:pt>
                <c:pt idx="35849">
                  <c:v>0.41491898147796746</c:v>
                </c:pt>
                <c:pt idx="35850">
                  <c:v>0.41493055555474712</c:v>
                </c:pt>
                <c:pt idx="35851">
                  <c:v>0.41494212962425081</c:v>
                </c:pt>
                <c:pt idx="35852">
                  <c:v>0.41495370370103046</c:v>
                </c:pt>
                <c:pt idx="35853">
                  <c:v>0.41496527777781012</c:v>
                </c:pt>
                <c:pt idx="35854">
                  <c:v>0.41497685184731381</c:v>
                </c:pt>
                <c:pt idx="35855">
                  <c:v>0.41498842592409346</c:v>
                </c:pt>
                <c:pt idx="35856">
                  <c:v>0.41500000000087311</c:v>
                </c:pt>
                <c:pt idx="35857">
                  <c:v>0.41501157407037681</c:v>
                </c:pt>
                <c:pt idx="35858">
                  <c:v>0.41502314814715646</c:v>
                </c:pt>
                <c:pt idx="35859">
                  <c:v>0.41503472221666016</c:v>
                </c:pt>
                <c:pt idx="35860">
                  <c:v>0.41504629629343981</c:v>
                </c:pt>
                <c:pt idx="35861">
                  <c:v>0.41505787037021946</c:v>
                </c:pt>
                <c:pt idx="35862">
                  <c:v>0.41506944443972316</c:v>
                </c:pt>
                <c:pt idx="35863">
                  <c:v>0.41508101851650281</c:v>
                </c:pt>
                <c:pt idx="35864">
                  <c:v>0.41509259259328246</c:v>
                </c:pt>
                <c:pt idx="35865">
                  <c:v>0.41510416666278616</c:v>
                </c:pt>
                <c:pt idx="35866">
                  <c:v>0.41511574073956581</c:v>
                </c:pt>
                <c:pt idx="35867">
                  <c:v>0.4151273148090695</c:v>
                </c:pt>
                <c:pt idx="35868">
                  <c:v>0.41513888888584916</c:v>
                </c:pt>
                <c:pt idx="35869">
                  <c:v>0.41515046296262881</c:v>
                </c:pt>
                <c:pt idx="35870">
                  <c:v>0.4151620370321325</c:v>
                </c:pt>
                <c:pt idx="35871">
                  <c:v>0.41517361110891216</c:v>
                </c:pt>
                <c:pt idx="35872">
                  <c:v>0.41518518518569181</c:v>
                </c:pt>
                <c:pt idx="35873">
                  <c:v>0.4151967592551955</c:v>
                </c:pt>
                <c:pt idx="35874">
                  <c:v>0.41520833333197515</c:v>
                </c:pt>
                <c:pt idx="35875">
                  <c:v>0.41521990740147885</c:v>
                </c:pt>
                <c:pt idx="35876">
                  <c:v>0.4152314814782585</c:v>
                </c:pt>
                <c:pt idx="35877">
                  <c:v>0.41524305555503815</c:v>
                </c:pt>
                <c:pt idx="35878">
                  <c:v>0.41525462962454185</c:v>
                </c:pt>
                <c:pt idx="35879">
                  <c:v>0.4152662037013215</c:v>
                </c:pt>
                <c:pt idx="35880">
                  <c:v>0.41527777777810115</c:v>
                </c:pt>
                <c:pt idx="35881">
                  <c:v>0.41528935184760485</c:v>
                </c:pt>
                <c:pt idx="35882">
                  <c:v>0.4153009259243845</c:v>
                </c:pt>
                <c:pt idx="35883">
                  <c:v>0.41531250000116415</c:v>
                </c:pt>
                <c:pt idx="35884">
                  <c:v>0.41532407407066785</c:v>
                </c:pt>
                <c:pt idx="35885">
                  <c:v>0.4153356481474475</c:v>
                </c:pt>
                <c:pt idx="35886">
                  <c:v>0.4153472222169512</c:v>
                </c:pt>
                <c:pt idx="35887">
                  <c:v>0.41535879629373085</c:v>
                </c:pt>
                <c:pt idx="35888">
                  <c:v>0.4153703703705105</c:v>
                </c:pt>
                <c:pt idx="35889">
                  <c:v>0.41538194444001419</c:v>
                </c:pt>
                <c:pt idx="35890">
                  <c:v>0.41539351851679385</c:v>
                </c:pt>
                <c:pt idx="35891">
                  <c:v>0.4154050925935735</c:v>
                </c:pt>
                <c:pt idx="35892">
                  <c:v>0.41541666666307719</c:v>
                </c:pt>
                <c:pt idx="35893">
                  <c:v>0.41542824073985685</c:v>
                </c:pt>
                <c:pt idx="35894">
                  <c:v>0.41543981480936054</c:v>
                </c:pt>
                <c:pt idx="35895">
                  <c:v>0.41545138888614019</c:v>
                </c:pt>
                <c:pt idx="35896">
                  <c:v>0.41546296296291985</c:v>
                </c:pt>
                <c:pt idx="35897">
                  <c:v>0.41547453703242354</c:v>
                </c:pt>
                <c:pt idx="35898">
                  <c:v>0.41548611110920319</c:v>
                </c:pt>
                <c:pt idx="35899">
                  <c:v>0.41549768518598285</c:v>
                </c:pt>
                <c:pt idx="35900">
                  <c:v>0.41550925925548654</c:v>
                </c:pt>
                <c:pt idx="35901">
                  <c:v>0.41552083333226619</c:v>
                </c:pt>
                <c:pt idx="35902">
                  <c:v>0.41553240740176989</c:v>
                </c:pt>
                <c:pt idx="35903">
                  <c:v>0.41554398147854954</c:v>
                </c:pt>
                <c:pt idx="35904">
                  <c:v>0.41555555555532919</c:v>
                </c:pt>
                <c:pt idx="35905">
                  <c:v>0.41556712962483289</c:v>
                </c:pt>
                <c:pt idx="35906">
                  <c:v>0.41557870370161254</c:v>
                </c:pt>
                <c:pt idx="35907">
                  <c:v>0.41559027777839219</c:v>
                </c:pt>
                <c:pt idx="35908">
                  <c:v>0.41560185184789589</c:v>
                </c:pt>
                <c:pt idx="35909">
                  <c:v>0.41561342592467554</c:v>
                </c:pt>
                <c:pt idx="35910">
                  <c:v>0.41562499999417923</c:v>
                </c:pt>
                <c:pt idx="35911">
                  <c:v>0.41563657407095889</c:v>
                </c:pt>
                <c:pt idx="35912">
                  <c:v>0.41564814814773854</c:v>
                </c:pt>
                <c:pt idx="35913">
                  <c:v>0.41565972221724223</c:v>
                </c:pt>
                <c:pt idx="35914">
                  <c:v>0.41567129629402189</c:v>
                </c:pt>
                <c:pt idx="35915">
                  <c:v>0.41568287037080154</c:v>
                </c:pt>
                <c:pt idx="35916">
                  <c:v>0.41569444444030523</c:v>
                </c:pt>
                <c:pt idx="35917">
                  <c:v>0.41570601851708489</c:v>
                </c:pt>
                <c:pt idx="35918">
                  <c:v>0.41571759259386454</c:v>
                </c:pt>
                <c:pt idx="35919">
                  <c:v>0.41572916666336823</c:v>
                </c:pt>
                <c:pt idx="35920">
                  <c:v>0.41574074074014788</c:v>
                </c:pt>
                <c:pt idx="35921">
                  <c:v>0.41575231480965158</c:v>
                </c:pt>
                <c:pt idx="35922">
                  <c:v>0.41576388888643123</c:v>
                </c:pt>
                <c:pt idx="35923">
                  <c:v>0.41577546296321088</c:v>
                </c:pt>
                <c:pt idx="35924">
                  <c:v>0.41578703703271458</c:v>
                </c:pt>
                <c:pt idx="35925">
                  <c:v>0.41579861110949423</c:v>
                </c:pt>
                <c:pt idx="35926">
                  <c:v>0.41581018518627388</c:v>
                </c:pt>
                <c:pt idx="35927">
                  <c:v>0.41582175925577758</c:v>
                </c:pt>
                <c:pt idx="35928">
                  <c:v>0.41583333333255723</c:v>
                </c:pt>
                <c:pt idx="35929">
                  <c:v>0.41584490740206093</c:v>
                </c:pt>
                <c:pt idx="35930">
                  <c:v>0.41585648147884058</c:v>
                </c:pt>
                <c:pt idx="35931">
                  <c:v>0.41586805555562023</c:v>
                </c:pt>
                <c:pt idx="35932">
                  <c:v>0.41587962962512393</c:v>
                </c:pt>
                <c:pt idx="35933">
                  <c:v>0.41589120370190358</c:v>
                </c:pt>
                <c:pt idx="35934">
                  <c:v>0.41590277777868323</c:v>
                </c:pt>
                <c:pt idx="35935">
                  <c:v>0.41591435184818693</c:v>
                </c:pt>
                <c:pt idx="35936">
                  <c:v>0.41592592592496658</c:v>
                </c:pt>
                <c:pt idx="35937">
                  <c:v>0.41593749999447027</c:v>
                </c:pt>
                <c:pt idx="35938">
                  <c:v>0.41594907407124992</c:v>
                </c:pt>
                <c:pt idx="35939">
                  <c:v>0.41596064814802958</c:v>
                </c:pt>
                <c:pt idx="35940">
                  <c:v>0.41597222221753327</c:v>
                </c:pt>
                <c:pt idx="35941">
                  <c:v>0.41598379629431292</c:v>
                </c:pt>
                <c:pt idx="35942">
                  <c:v>0.41599537037109258</c:v>
                </c:pt>
                <c:pt idx="35943">
                  <c:v>0.41600694444059627</c:v>
                </c:pt>
                <c:pt idx="35944">
                  <c:v>0.41601851851737592</c:v>
                </c:pt>
                <c:pt idx="35945">
                  <c:v>0.41603009258687962</c:v>
                </c:pt>
                <c:pt idx="35946">
                  <c:v>0.41604166666365927</c:v>
                </c:pt>
                <c:pt idx="35947">
                  <c:v>0.41605324074043892</c:v>
                </c:pt>
                <c:pt idx="35948">
                  <c:v>0.41606481480994262</c:v>
                </c:pt>
                <c:pt idx="35949">
                  <c:v>0.41607638888672227</c:v>
                </c:pt>
                <c:pt idx="35950">
                  <c:v>0.41608796296350192</c:v>
                </c:pt>
                <c:pt idx="35951">
                  <c:v>0.41609953703300562</c:v>
                </c:pt>
                <c:pt idx="35952">
                  <c:v>0.41611111110978527</c:v>
                </c:pt>
                <c:pt idx="35953">
                  <c:v>0.41612268517928896</c:v>
                </c:pt>
                <c:pt idx="35954">
                  <c:v>0.41613425925606862</c:v>
                </c:pt>
                <c:pt idx="35955">
                  <c:v>0.41614583333284827</c:v>
                </c:pt>
                <c:pt idx="35956">
                  <c:v>0.41615740740235196</c:v>
                </c:pt>
                <c:pt idx="35957">
                  <c:v>0.41616898147913162</c:v>
                </c:pt>
                <c:pt idx="35958">
                  <c:v>0.41618055555591127</c:v>
                </c:pt>
                <c:pt idx="35959">
                  <c:v>0.41619212962541496</c:v>
                </c:pt>
                <c:pt idx="35960">
                  <c:v>0.41620370370219462</c:v>
                </c:pt>
                <c:pt idx="35961">
                  <c:v>0.41621527777897427</c:v>
                </c:pt>
                <c:pt idx="35962">
                  <c:v>0.41622685184847796</c:v>
                </c:pt>
                <c:pt idx="35963">
                  <c:v>0.41623842592525762</c:v>
                </c:pt>
                <c:pt idx="35964">
                  <c:v>0.41624999999476131</c:v>
                </c:pt>
                <c:pt idx="35965">
                  <c:v>0.41626157407154096</c:v>
                </c:pt>
                <c:pt idx="35966">
                  <c:v>0.41627314814832062</c:v>
                </c:pt>
                <c:pt idx="35967">
                  <c:v>0.41628472221782431</c:v>
                </c:pt>
                <c:pt idx="35968">
                  <c:v>0.41629629629460396</c:v>
                </c:pt>
                <c:pt idx="35969">
                  <c:v>0.41630787037138361</c:v>
                </c:pt>
                <c:pt idx="35970">
                  <c:v>0.41631944444088731</c:v>
                </c:pt>
                <c:pt idx="35971">
                  <c:v>0.41633101851766696</c:v>
                </c:pt>
                <c:pt idx="35972">
                  <c:v>0.41634259258717066</c:v>
                </c:pt>
                <c:pt idx="35973">
                  <c:v>0.41635416666395031</c:v>
                </c:pt>
                <c:pt idx="35974">
                  <c:v>0.41636574074072996</c:v>
                </c:pt>
                <c:pt idx="35975">
                  <c:v>0.41637731481023366</c:v>
                </c:pt>
                <c:pt idx="35976">
                  <c:v>0.41638888888701331</c:v>
                </c:pt>
                <c:pt idx="35977">
                  <c:v>0.41640046296379296</c:v>
                </c:pt>
                <c:pt idx="35978">
                  <c:v>0.41641203703329666</c:v>
                </c:pt>
                <c:pt idx="35979">
                  <c:v>0.41642361111007631</c:v>
                </c:pt>
                <c:pt idx="35980">
                  <c:v>0.41643518517958</c:v>
                </c:pt>
                <c:pt idx="35981">
                  <c:v>0.41644675925635966</c:v>
                </c:pt>
                <c:pt idx="35982">
                  <c:v>0.41645833333313931</c:v>
                </c:pt>
                <c:pt idx="35983">
                  <c:v>0.416469907402643</c:v>
                </c:pt>
                <c:pt idx="35984">
                  <c:v>0.41648148147942265</c:v>
                </c:pt>
                <c:pt idx="35985">
                  <c:v>0.41649305555620231</c:v>
                </c:pt>
                <c:pt idx="35986">
                  <c:v>0.416504629625706</c:v>
                </c:pt>
                <c:pt idx="35987">
                  <c:v>0.41651620370248565</c:v>
                </c:pt>
                <c:pt idx="35988">
                  <c:v>0.41652777777198935</c:v>
                </c:pt>
                <c:pt idx="35989">
                  <c:v>0.416539351848769</c:v>
                </c:pt>
                <c:pt idx="35990">
                  <c:v>0.41655092592554865</c:v>
                </c:pt>
                <c:pt idx="35991">
                  <c:v>0.41656249999505235</c:v>
                </c:pt>
                <c:pt idx="35992">
                  <c:v>0.416574074071832</c:v>
                </c:pt>
                <c:pt idx="35993">
                  <c:v>0.41658564814861165</c:v>
                </c:pt>
                <c:pt idx="35994">
                  <c:v>0.41659722221811535</c:v>
                </c:pt>
                <c:pt idx="35995">
                  <c:v>0.416608796294895</c:v>
                </c:pt>
                <c:pt idx="35996">
                  <c:v>0.41662037037167465</c:v>
                </c:pt>
                <c:pt idx="35997">
                  <c:v>0.41663194444117835</c:v>
                </c:pt>
                <c:pt idx="35998">
                  <c:v>0.416643518517958</c:v>
                </c:pt>
                <c:pt idx="35999">
                  <c:v>0.4166550925874617</c:v>
                </c:pt>
                <c:pt idx="36000">
                  <c:v>0.41666666666424135</c:v>
                </c:pt>
                <c:pt idx="36001">
                  <c:v>0.416678240741021</c:v>
                </c:pt>
                <c:pt idx="36002">
                  <c:v>0.41668981481052469</c:v>
                </c:pt>
                <c:pt idx="36003">
                  <c:v>0.41670138888730435</c:v>
                </c:pt>
                <c:pt idx="36004">
                  <c:v>0.416712962964084</c:v>
                </c:pt>
                <c:pt idx="36005">
                  <c:v>0.41672453703358769</c:v>
                </c:pt>
                <c:pt idx="36006">
                  <c:v>0.41673611111036735</c:v>
                </c:pt>
                <c:pt idx="36007">
                  <c:v>0.41674768517987104</c:v>
                </c:pt>
                <c:pt idx="36008">
                  <c:v>0.41675925925665069</c:v>
                </c:pt>
                <c:pt idx="36009">
                  <c:v>0.41677083333343035</c:v>
                </c:pt>
                <c:pt idx="36010">
                  <c:v>0.41678240740293404</c:v>
                </c:pt>
                <c:pt idx="36011">
                  <c:v>0.41679398147971369</c:v>
                </c:pt>
                <c:pt idx="36012">
                  <c:v>0.41680555555649335</c:v>
                </c:pt>
                <c:pt idx="36013">
                  <c:v>0.41681712962599704</c:v>
                </c:pt>
                <c:pt idx="36014">
                  <c:v>0.41682870370277669</c:v>
                </c:pt>
                <c:pt idx="36015">
                  <c:v>0.41684027777228039</c:v>
                </c:pt>
                <c:pt idx="36016">
                  <c:v>0.41685185184906004</c:v>
                </c:pt>
                <c:pt idx="36017">
                  <c:v>0.41686342592583969</c:v>
                </c:pt>
                <c:pt idx="36018">
                  <c:v>0.41687499999534339</c:v>
                </c:pt>
                <c:pt idx="36019">
                  <c:v>0.41688657407212304</c:v>
                </c:pt>
                <c:pt idx="36020">
                  <c:v>0.41689814814890269</c:v>
                </c:pt>
                <c:pt idx="36021">
                  <c:v>0.41690972221840639</c:v>
                </c:pt>
                <c:pt idx="36022">
                  <c:v>0.41692129629518604</c:v>
                </c:pt>
                <c:pt idx="36023">
                  <c:v>0.41693287036468973</c:v>
                </c:pt>
                <c:pt idx="36024">
                  <c:v>0.41694444444146939</c:v>
                </c:pt>
                <c:pt idx="36025">
                  <c:v>0.41695601851824904</c:v>
                </c:pt>
                <c:pt idx="36026">
                  <c:v>0.41696759258775273</c:v>
                </c:pt>
                <c:pt idx="36027">
                  <c:v>0.41697916666453239</c:v>
                </c:pt>
                <c:pt idx="36028">
                  <c:v>0.41699074074131204</c:v>
                </c:pt>
                <c:pt idx="36029">
                  <c:v>0.41700231481081573</c:v>
                </c:pt>
                <c:pt idx="36030">
                  <c:v>0.41701388888759539</c:v>
                </c:pt>
                <c:pt idx="36031">
                  <c:v>0.41702546295709908</c:v>
                </c:pt>
                <c:pt idx="36032">
                  <c:v>0.41703703703387873</c:v>
                </c:pt>
                <c:pt idx="36033">
                  <c:v>0.41704861111065838</c:v>
                </c:pt>
                <c:pt idx="36034">
                  <c:v>0.41706018518016208</c:v>
                </c:pt>
                <c:pt idx="36035">
                  <c:v>0.41707175925694173</c:v>
                </c:pt>
                <c:pt idx="36036">
                  <c:v>0.41708333333372138</c:v>
                </c:pt>
                <c:pt idx="36037">
                  <c:v>0.41709490740322508</c:v>
                </c:pt>
                <c:pt idx="36038">
                  <c:v>0.41710648148000473</c:v>
                </c:pt>
                <c:pt idx="36039">
                  <c:v>0.41711805555678438</c:v>
                </c:pt>
                <c:pt idx="36040">
                  <c:v>0.41712962962628808</c:v>
                </c:pt>
                <c:pt idx="36041">
                  <c:v>0.41714120370306773</c:v>
                </c:pt>
                <c:pt idx="36042">
                  <c:v>0.41715277777257143</c:v>
                </c:pt>
                <c:pt idx="36043">
                  <c:v>0.41716435184935108</c:v>
                </c:pt>
                <c:pt idx="36044">
                  <c:v>0.41717592592613073</c:v>
                </c:pt>
                <c:pt idx="36045">
                  <c:v>0.41718749999563443</c:v>
                </c:pt>
                <c:pt idx="36046">
                  <c:v>0.41719907407241408</c:v>
                </c:pt>
                <c:pt idx="36047">
                  <c:v>0.41721064814919373</c:v>
                </c:pt>
                <c:pt idx="36048">
                  <c:v>0.41722222221869742</c:v>
                </c:pt>
                <c:pt idx="36049">
                  <c:v>0.41723379629547708</c:v>
                </c:pt>
                <c:pt idx="36050">
                  <c:v>0.41724537036498077</c:v>
                </c:pt>
                <c:pt idx="36051">
                  <c:v>0.41725694444176042</c:v>
                </c:pt>
                <c:pt idx="36052">
                  <c:v>0.41726851851854008</c:v>
                </c:pt>
                <c:pt idx="36053">
                  <c:v>0.41728009258804377</c:v>
                </c:pt>
                <c:pt idx="36054">
                  <c:v>0.41729166666482342</c:v>
                </c:pt>
                <c:pt idx="36055">
                  <c:v>0.41730324074160308</c:v>
                </c:pt>
                <c:pt idx="36056">
                  <c:v>0.41731481481110677</c:v>
                </c:pt>
                <c:pt idx="36057">
                  <c:v>0.41732638888788642</c:v>
                </c:pt>
                <c:pt idx="36058">
                  <c:v>0.41733796295739012</c:v>
                </c:pt>
                <c:pt idx="36059">
                  <c:v>0.41734953703416977</c:v>
                </c:pt>
                <c:pt idx="36060">
                  <c:v>0.41736111111094942</c:v>
                </c:pt>
                <c:pt idx="36061">
                  <c:v>0.41737268518045312</c:v>
                </c:pt>
                <c:pt idx="36062">
                  <c:v>0.41738425925723277</c:v>
                </c:pt>
                <c:pt idx="36063">
                  <c:v>0.41739583333401242</c:v>
                </c:pt>
                <c:pt idx="36064">
                  <c:v>0.41740740740351612</c:v>
                </c:pt>
                <c:pt idx="36065">
                  <c:v>0.41741898148029577</c:v>
                </c:pt>
                <c:pt idx="36066">
                  <c:v>0.41743055554979946</c:v>
                </c:pt>
                <c:pt idx="36067">
                  <c:v>0.41744212962657912</c:v>
                </c:pt>
                <c:pt idx="36068">
                  <c:v>0.41745370370335877</c:v>
                </c:pt>
                <c:pt idx="36069">
                  <c:v>0.41746527777286246</c:v>
                </c:pt>
                <c:pt idx="36070">
                  <c:v>0.41747685184964212</c:v>
                </c:pt>
                <c:pt idx="36071">
                  <c:v>0.41748842592642177</c:v>
                </c:pt>
                <c:pt idx="36072">
                  <c:v>0.41749999999592546</c:v>
                </c:pt>
                <c:pt idx="36073">
                  <c:v>0.41751157407270512</c:v>
                </c:pt>
                <c:pt idx="36074">
                  <c:v>0.41752314814948477</c:v>
                </c:pt>
                <c:pt idx="36075">
                  <c:v>0.41753472221898846</c:v>
                </c:pt>
                <c:pt idx="36076">
                  <c:v>0.41754629629576812</c:v>
                </c:pt>
                <c:pt idx="36077">
                  <c:v>0.41755787036527181</c:v>
                </c:pt>
                <c:pt idx="36078">
                  <c:v>0.41756944444205146</c:v>
                </c:pt>
                <c:pt idx="36079">
                  <c:v>0.41758101851883112</c:v>
                </c:pt>
                <c:pt idx="36080">
                  <c:v>0.41759259258833481</c:v>
                </c:pt>
                <c:pt idx="36081">
                  <c:v>0.41760416666511446</c:v>
                </c:pt>
                <c:pt idx="36082">
                  <c:v>0.41761574074189411</c:v>
                </c:pt>
                <c:pt idx="36083">
                  <c:v>0.41762731481139781</c:v>
                </c:pt>
                <c:pt idx="36084">
                  <c:v>0.41763888888817746</c:v>
                </c:pt>
                <c:pt idx="36085">
                  <c:v>0.41765046295768116</c:v>
                </c:pt>
                <c:pt idx="36086">
                  <c:v>0.41766203703446081</c:v>
                </c:pt>
                <c:pt idx="36087">
                  <c:v>0.41767361111124046</c:v>
                </c:pt>
                <c:pt idx="36088">
                  <c:v>0.41768518518074416</c:v>
                </c:pt>
                <c:pt idx="36089">
                  <c:v>0.41769675925752381</c:v>
                </c:pt>
                <c:pt idx="36090">
                  <c:v>0.41770833333430346</c:v>
                </c:pt>
                <c:pt idx="36091">
                  <c:v>0.41771990740380716</c:v>
                </c:pt>
                <c:pt idx="36092">
                  <c:v>0.41773148148058681</c:v>
                </c:pt>
                <c:pt idx="36093">
                  <c:v>0.4177430555500905</c:v>
                </c:pt>
                <c:pt idx="36094">
                  <c:v>0.41775462962687016</c:v>
                </c:pt>
                <c:pt idx="36095">
                  <c:v>0.41776620370364981</c:v>
                </c:pt>
                <c:pt idx="36096">
                  <c:v>0.4177777777731535</c:v>
                </c:pt>
                <c:pt idx="36097">
                  <c:v>0.41778935184993315</c:v>
                </c:pt>
                <c:pt idx="36098">
                  <c:v>0.41780092592671281</c:v>
                </c:pt>
                <c:pt idx="36099">
                  <c:v>0.4178124999962165</c:v>
                </c:pt>
                <c:pt idx="36100">
                  <c:v>0.41782407407299615</c:v>
                </c:pt>
                <c:pt idx="36101">
                  <c:v>0.41783564814249985</c:v>
                </c:pt>
                <c:pt idx="36102">
                  <c:v>0.4178472222192795</c:v>
                </c:pt>
                <c:pt idx="36103">
                  <c:v>0.41785879629605915</c:v>
                </c:pt>
                <c:pt idx="36104">
                  <c:v>0.41787037036556285</c:v>
                </c:pt>
                <c:pt idx="36105">
                  <c:v>0.4178819444423425</c:v>
                </c:pt>
                <c:pt idx="36106">
                  <c:v>0.41789351851912215</c:v>
                </c:pt>
                <c:pt idx="36107">
                  <c:v>0.41790509258862585</c:v>
                </c:pt>
                <c:pt idx="36108">
                  <c:v>0.4179166666654055</c:v>
                </c:pt>
                <c:pt idx="36109">
                  <c:v>0.4179282407349092</c:v>
                </c:pt>
                <c:pt idx="36110">
                  <c:v>0.41793981481168885</c:v>
                </c:pt>
                <c:pt idx="36111">
                  <c:v>0.4179513888884685</c:v>
                </c:pt>
                <c:pt idx="36112">
                  <c:v>0.41796296295797219</c:v>
                </c:pt>
                <c:pt idx="36113">
                  <c:v>0.41797453703475185</c:v>
                </c:pt>
                <c:pt idx="36114">
                  <c:v>0.4179861111115315</c:v>
                </c:pt>
                <c:pt idx="36115">
                  <c:v>0.41799768518103519</c:v>
                </c:pt>
                <c:pt idx="36116">
                  <c:v>0.41800925925781485</c:v>
                </c:pt>
                <c:pt idx="36117">
                  <c:v>0.4180208333345945</c:v>
                </c:pt>
                <c:pt idx="36118">
                  <c:v>0.41803240740409819</c:v>
                </c:pt>
                <c:pt idx="36119">
                  <c:v>0.41804398148087785</c:v>
                </c:pt>
                <c:pt idx="36120">
                  <c:v>0.41805555555038154</c:v>
                </c:pt>
                <c:pt idx="36121">
                  <c:v>0.41806712962716119</c:v>
                </c:pt>
                <c:pt idx="36122">
                  <c:v>0.41807870370394085</c:v>
                </c:pt>
                <c:pt idx="36123">
                  <c:v>0.41809027777344454</c:v>
                </c:pt>
                <c:pt idx="36124">
                  <c:v>0.41810185185022419</c:v>
                </c:pt>
                <c:pt idx="36125">
                  <c:v>0.41811342592700385</c:v>
                </c:pt>
                <c:pt idx="36126">
                  <c:v>0.41812499999650754</c:v>
                </c:pt>
                <c:pt idx="36127">
                  <c:v>0.41813657407328719</c:v>
                </c:pt>
                <c:pt idx="36128">
                  <c:v>0.41814814814279089</c:v>
                </c:pt>
                <c:pt idx="36129">
                  <c:v>0.41815972221957054</c:v>
                </c:pt>
                <c:pt idx="36130">
                  <c:v>0.41817129629635019</c:v>
                </c:pt>
                <c:pt idx="36131">
                  <c:v>0.41818287036585389</c:v>
                </c:pt>
                <c:pt idx="36132">
                  <c:v>0.41819444444263354</c:v>
                </c:pt>
                <c:pt idx="36133">
                  <c:v>0.41820601851941319</c:v>
                </c:pt>
                <c:pt idx="36134">
                  <c:v>0.41821759258891689</c:v>
                </c:pt>
                <c:pt idx="36135">
                  <c:v>0.41822916666569654</c:v>
                </c:pt>
                <c:pt idx="36136">
                  <c:v>0.41824074073520023</c:v>
                </c:pt>
                <c:pt idx="36137">
                  <c:v>0.41825231481197989</c:v>
                </c:pt>
                <c:pt idx="36138">
                  <c:v>0.41826388888875954</c:v>
                </c:pt>
                <c:pt idx="36139">
                  <c:v>0.41827546295826323</c:v>
                </c:pt>
                <c:pt idx="36140">
                  <c:v>0.41828703703504289</c:v>
                </c:pt>
                <c:pt idx="36141">
                  <c:v>0.41829861111182254</c:v>
                </c:pt>
                <c:pt idx="36142">
                  <c:v>0.41831018518132623</c:v>
                </c:pt>
                <c:pt idx="36143">
                  <c:v>0.41832175925810589</c:v>
                </c:pt>
                <c:pt idx="36144">
                  <c:v>0.41833333332760958</c:v>
                </c:pt>
                <c:pt idx="36145">
                  <c:v>0.41834490740438923</c:v>
                </c:pt>
                <c:pt idx="36146">
                  <c:v>0.41835648148116888</c:v>
                </c:pt>
                <c:pt idx="36147">
                  <c:v>0.41836805555067258</c:v>
                </c:pt>
                <c:pt idx="36148">
                  <c:v>0.41837962962745223</c:v>
                </c:pt>
                <c:pt idx="36149">
                  <c:v>0.41839120370423188</c:v>
                </c:pt>
                <c:pt idx="36150">
                  <c:v>0.41840277777373558</c:v>
                </c:pt>
                <c:pt idx="36151">
                  <c:v>0.41841435185051523</c:v>
                </c:pt>
                <c:pt idx="36152">
                  <c:v>0.41842592592001893</c:v>
                </c:pt>
                <c:pt idx="36153">
                  <c:v>0.41843749999679858</c:v>
                </c:pt>
                <c:pt idx="36154">
                  <c:v>0.41844907407357823</c:v>
                </c:pt>
                <c:pt idx="36155">
                  <c:v>0.41846064814308193</c:v>
                </c:pt>
                <c:pt idx="36156">
                  <c:v>0.41847222221986158</c:v>
                </c:pt>
                <c:pt idx="36157">
                  <c:v>0.41848379629664123</c:v>
                </c:pt>
                <c:pt idx="36158">
                  <c:v>0.41849537036614493</c:v>
                </c:pt>
                <c:pt idx="36159">
                  <c:v>0.41850694444292458</c:v>
                </c:pt>
                <c:pt idx="36160">
                  <c:v>0.41851851851970423</c:v>
                </c:pt>
                <c:pt idx="36161">
                  <c:v>0.41853009258920792</c:v>
                </c:pt>
                <c:pt idx="36162">
                  <c:v>0.41854166666598758</c:v>
                </c:pt>
                <c:pt idx="36163">
                  <c:v>0.41855324073549127</c:v>
                </c:pt>
                <c:pt idx="36164">
                  <c:v>0.41856481481227092</c:v>
                </c:pt>
                <c:pt idx="36165">
                  <c:v>0.41857638888905058</c:v>
                </c:pt>
                <c:pt idx="36166">
                  <c:v>0.41858796295855427</c:v>
                </c:pt>
                <c:pt idx="36167">
                  <c:v>0.41859953703533392</c:v>
                </c:pt>
                <c:pt idx="36168">
                  <c:v>0.41861111111211358</c:v>
                </c:pt>
                <c:pt idx="36169">
                  <c:v>0.41862268518161727</c:v>
                </c:pt>
                <c:pt idx="36170">
                  <c:v>0.41863425925839692</c:v>
                </c:pt>
                <c:pt idx="36171">
                  <c:v>0.41864583332790062</c:v>
                </c:pt>
                <c:pt idx="36172">
                  <c:v>0.41865740740468027</c:v>
                </c:pt>
                <c:pt idx="36173">
                  <c:v>0.41866898148145992</c:v>
                </c:pt>
                <c:pt idx="36174">
                  <c:v>0.41868055555096362</c:v>
                </c:pt>
                <c:pt idx="36175">
                  <c:v>0.41869212962774327</c:v>
                </c:pt>
                <c:pt idx="36176">
                  <c:v>0.41870370370452292</c:v>
                </c:pt>
                <c:pt idx="36177">
                  <c:v>0.41871527777402662</c:v>
                </c:pt>
                <c:pt idx="36178">
                  <c:v>0.41872685185080627</c:v>
                </c:pt>
                <c:pt idx="36179">
                  <c:v>0.41873842592030996</c:v>
                </c:pt>
                <c:pt idx="36180">
                  <c:v>0.41874999999708962</c:v>
                </c:pt>
                <c:pt idx="36181">
                  <c:v>0.41876157407386927</c:v>
                </c:pt>
                <c:pt idx="36182">
                  <c:v>0.41877314814337296</c:v>
                </c:pt>
                <c:pt idx="36183">
                  <c:v>0.41878472222015262</c:v>
                </c:pt>
                <c:pt idx="36184">
                  <c:v>0.41879629629693227</c:v>
                </c:pt>
                <c:pt idx="36185">
                  <c:v>0.41880787036643596</c:v>
                </c:pt>
                <c:pt idx="36186">
                  <c:v>0.41881944444321562</c:v>
                </c:pt>
                <c:pt idx="36187">
                  <c:v>0.41883101851271931</c:v>
                </c:pt>
                <c:pt idx="36188">
                  <c:v>0.41884259258949896</c:v>
                </c:pt>
                <c:pt idx="36189">
                  <c:v>0.41885416666627862</c:v>
                </c:pt>
                <c:pt idx="36190">
                  <c:v>0.41886574073578231</c:v>
                </c:pt>
                <c:pt idx="36191">
                  <c:v>0.41887731481256196</c:v>
                </c:pt>
                <c:pt idx="36192">
                  <c:v>0.41888888888934162</c:v>
                </c:pt>
                <c:pt idx="36193">
                  <c:v>0.41890046295884531</c:v>
                </c:pt>
                <c:pt idx="36194">
                  <c:v>0.41891203703562496</c:v>
                </c:pt>
                <c:pt idx="36195">
                  <c:v>0.41892361111240461</c:v>
                </c:pt>
                <c:pt idx="36196">
                  <c:v>0.41893518518190831</c:v>
                </c:pt>
                <c:pt idx="36197">
                  <c:v>0.41894675925868796</c:v>
                </c:pt>
                <c:pt idx="36198">
                  <c:v>0.41895833332819166</c:v>
                </c:pt>
                <c:pt idx="36199">
                  <c:v>0.41896990740497131</c:v>
                </c:pt>
                <c:pt idx="36200">
                  <c:v>0.41898148148175096</c:v>
                </c:pt>
                <c:pt idx="36201">
                  <c:v>0.41899305555125466</c:v>
                </c:pt>
                <c:pt idx="36202">
                  <c:v>0.41900462962803431</c:v>
                </c:pt>
                <c:pt idx="36203">
                  <c:v>0.41901620370481396</c:v>
                </c:pt>
                <c:pt idx="36204">
                  <c:v>0.41902777777431766</c:v>
                </c:pt>
                <c:pt idx="36205">
                  <c:v>0.41903935185109731</c:v>
                </c:pt>
                <c:pt idx="36206">
                  <c:v>0.419050925920601</c:v>
                </c:pt>
                <c:pt idx="36207">
                  <c:v>0.41906249999738066</c:v>
                </c:pt>
                <c:pt idx="36208">
                  <c:v>0.41907407407416031</c:v>
                </c:pt>
                <c:pt idx="36209">
                  <c:v>0.419085648143664</c:v>
                </c:pt>
                <c:pt idx="36210">
                  <c:v>0.41909722222044365</c:v>
                </c:pt>
                <c:pt idx="36211">
                  <c:v>0.41910879629722331</c:v>
                </c:pt>
                <c:pt idx="36212">
                  <c:v>0.419120370366727</c:v>
                </c:pt>
                <c:pt idx="36213">
                  <c:v>0.41913194444350665</c:v>
                </c:pt>
                <c:pt idx="36214">
                  <c:v>0.41914351851301035</c:v>
                </c:pt>
                <c:pt idx="36215">
                  <c:v>0.41915509258979</c:v>
                </c:pt>
                <c:pt idx="36216">
                  <c:v>0.41916666666656965</c:v>
                </c:pt>
                <c:pt idx="36217">
                  <c:v>0.41917824073607335</c:v>
                </c:pt>
                <c:pt idx="36218">
                  <c:v>0.419189814812853</c:v>
                </c:pt>
                <c:pt idx="36219">
                  <c:v>0.41920138888963265</c:v>
                </c:pt>
                <c:pt idx="36220">
                  <c:v>0.41921296295913635</c:v>
                </c:pt>
                <c:pt idx="36221">
                  <c:v>0.419224537035916</c:v>
                </c:pt>
                <c:pt idx="36222">
                  <c:v>0.4192361111054197</c:v>
                </c:pt>
                <c:pt idx="36223">
                  <c:v>0.41924768518219935</c:v>
                </c:pt>
                <c:pt idx="36224">
                  <c:v>0.419259259258979</c:v>
                </c:pt>
                <c:pt idx="36225">
                  <c:v>0.41927083332848269</c:v>
                </c:pt>
                <c:pt idx="36226">
                  <c:v>0.41928240740526235</c:v>
                </c:pt>
                <c:pt idx="36227">
                  <c:v>0.419293981482042</c:v>
                </c:pt>
                <c:pt idx="36228">
                  <c:v>0.41930555555154569</c:v>
                </c:pt>
                <c:pt idx="36229">
                  <c:v>0.41931712962832535</c:v>
                </c:pt>
                <c:pt idx="36230">
                  <c:v>0.41932870369782904</c:v>
                </c:pt>
                <c:pt idx="36231">
                  <c:v>0.41934027777460869</c:v>
                </c:pt>
                <c:pt idx="36232">
                  <c:v>0.41935185185138835</c:v>
                </c:pt>
                <c:pt idx="36233">
                  <c:v>0.41936342592089204</c:v>
                </c:pt>
                <c:pt idx="36234">
                  <c:v>0.41937499999767169</c:v>
                </c:pt>
                <c:pt idx="36235">
                  <c:v>0.41938657407445135</c:v>
                </c:pt>
                <c:pt idx="36236">
                  <c:v>0.41939814814395504</c:v>
                </c:pt>
                <c:pt idx="36237">
                  <c:v>0.41940972222073469</c:v>
                </c:pt>
                <c:pt idx="36238">
                  <c:v>0.41942129629751435</c:v>
                </c:pt>
                <c:pt idx="36239">
                  <c:v>0.41943287036701804</c:v>
                </c:pt>
                <c:pt idx="36240">
                  <c:v>0.41944444444379769</c:v>
                </c:pt>
                <c:pt idx="36241">
                  <c:v>0.41945601851330139</c:v>
                </c:pt>
                <c:pt idx="36242">
                  <c:v>0.41946759259008104</c:v>
                </c:pt>
                <c:pt idx="36243">
                  <c:v>0.41947916666686069</c:v>
                </c:pt>
                <c:pt idx="36244">
                  <c:v>0.41949074073636439</c:v>
                </c:pt>
                <c:pt idx="36245">
                  <c:v>0.41950231481314404</c:v>
                </c:pt>
                <c:pt idx="36246">
                  <c:v>0.41951388888992369</c:v>
                </c:pt>
                <c:pt idx="36247">
                  <c:v>0.41952546295942739</c:v>
                </c:pt>
                <c:pt idx="36248">
                  <c:v>0.41953703703620704</c:v>
                </c:pt>
                <c:pt idx="36249">
                  <c:v>0.41954861110571073</c:v>
                </c:pt>
                <c:pt idx="36250">
                  <c:v>0.41956018518249039</c:v>
                </c:pt>
                <c:pt idx="36251">
                  <c:v>0.41957175925927004</c:v>
                </c:pt>
                <c:pt idx="36252">
                  <c:v>0.41958333332877373</c:v>
                </c:pt>
                <c:pt idx="36253">
                  <c:v>0.41959490740555339</c:v>
                </c:pt>
                <c:pt idx="36254">
                  <c:v>0.41960648148233304</c:v>
                </c:pt>
                <c:pt idx="36255">
                  <c:v>0.41961805555183673</c:v>
                </c:pt>
                <c:pt idx="36256">
                  <c:v>0.41962962962861639</c:v>
                </c:pt>
                <c:pt idx="36257">
                  <c:v>0.41964120369812008</c:v>
                </c:pt>
                <c:pt idx="36258">
                  <c:v>0.41965277777489973</c:v>
                </c:pt>
                <c:pt idx="36259">
                  <c:v>0.41966435185167938</c:v>
                </c:pt>
                <c:pt idx="36260">
                  <c:v>0.41967592592118308</c:v>
                </c:pt>
                <c:pt idx="36261">
                  <c:v>0.41968749999796273</c:v>
                </c:pt>
                <c:pt idx="36262">
                  <c:v>0.41969907407474238</c:v>
                </c:pt>
                <c:pt idx="36263">
                  <c:v>0.41971064814424608</c:v>
                </c:pt>
                <c:pt idx="36264">
                  <c:v>0.41972222222102573</c:v>
                </c:pt>
                <c:pt idx="36265">
                  <c:v>0.41973379629052943</c:v>
                </c:pt>
                <c:pt idx="36266">
                  <c:v>0.41974537036730908</c:v>
                </c:pt>
                <c:pt idx="36267">
                  <c:v>0.41975694444408873</c:v>
                </c:pt>
                <c:pt idx="36268">
                  <c:v>0.41976851851359243</c:v>
                </c:pt>
                <c:pt idx="36269">
                  <c:v>0.41978009259037208</c:v>
                </c:pt>
                <c:pt idx="36270">
                  <c:v>0.41979166666715173</c:v>
                </c:pt>
                <c:pt idx="36271">
                  <c:v>0.41980324073665543</c:v>
                </c:pt>
                <c:pt idx="36272">
                  <c:v>0.41981481481343508</c:v>
                </c:pt>
                <c:pt idx="36273">
                  <c:v>0.41982638889021473</c:v>
                </c:pt>
                <c:pt idx="36274">
                  <c:v>0.41983796295971842</c:v>
                </c:pt>
                <c:pt idx="36275">
                  <c:v>0.41984953703649808</c:v>
                </c:pt>
                <c:pt idx="36276">
                  <c:v>0.41986111110600177</c:v>
                </c:pt>
                <c:pt idx="36277">
                  <c:v>0.41987268518278142</c:v>
                </c:pt>
                <c:pt idx="36278">
                  <c:v>0.41988425925956108</c:v>
                </c:pt>
                <c:pt idx="36279">
                  <c:v>0.41989583332906477</c:v>
                </c:pt>
                <c:pt idx="36280">
                  <c:v>0.41990740740584442</c:v>
                </c:pt>
                <c:pt idx="36281">
                  <c:v>0.41991898148262408</c:v>
                </c:pt>
                <c:pt idx="36282">
                  <c:v>0.41993055555212777</c:v>
                </c:pt>
                <c:pt idx="36283">
                  <c:v>0.41994212962890742</c:v>
                </c:pt>
                <c:pt idx="36284">
                  <c:v>0.41995370369841112</c:v>
                </c:pt>
                <c:pt idx="36285">
                  <c:v>0.41996527777519077</c:v>
                </c:pt>
                <c:pt idx="36286">
                  <c:v>0.41997685185197042</c:v>
                </c:pt>
                <c:pt idx="36287">
                  <c:v>0.41998842592147412</c:v>
                </c:pt>
                <c:pt idx="36288">
                  <c:v>0.41999999999825377</c:v>
                </c:pt>
                <c:pt idx="36289">
                  <c:v>0.42001157407503342</c:v>
                </c:pt>
                <c:pt idx="36290">
                  <c:v>0.42002314814453712</c:v>
                </c:pt>
                <c:pt idx="36291">
                  <c:v>0.42003472222131677</c:v>
                </c:pt>
                <c:pt idx="36292">
                  <c:v>0.42004629629082046</c:v>
                </c:pt>
                <c:pt idx="36293">
                  <c:v>0.42005787036760012</c:v>
                </c:pt>
                <c:pt idx="36294">
                  <c:v>0.42006944444437977</c:v>
                </c:pt>
                <c:pt idx="36295">
                  <c:v>0.42008101851388346</c:v>
                </c:pt>
                <c:pt idx="36296">
                  <c:v>0.42009259259066312</c:v>
                </c:pt>
                <c:pt idx="36297">
                  <c:v>0.42010416666744277</c:v>
                </c:pt>
                <c:pt idx="36298">
                  <c:v>0.42011574073694646</c:v>
                </c:pt>
                <c:pt idx="36299">
                  <c:v>0.42012731481372612</c:v>
                </c:pt>
                <c:pt idx="36300">
                  <c:v>0.42013888888322981</c:v>
                </c:pt>
                <c:pt idx="36301">
                  <c:v>0.42015046296000946</c:v>
                </c:pt>
                <c:pt idx="36302">
                  <c:v>0.42016203703678912</c:v>
                </c:pt>
                <c:pt idx="36303">
                  <c:v>0.42017361110629281</c:v>
                </c:pt>
                <c:pt idx="36304">
                  <c:v>0.42018518518307246</c:v>
                </c:pt>
                <c:pt idx="36305">
                  <c:v>0.42019675925985212</c:v>
                </c:pt>
                <c:pt idx="36306">
                  <c:v>0.42020833332935581</c:v>
                </c:pt>
                <c:pt idx="36307">
                  <c:v>0.42021990740613546</c:v>
                </c:pt>
                <c:pt idx="36308">
                  <c:v>0.42023148147563916</c:v>
                </c:pt>
                <c:pt idx="36309">
                  <c:v>0.42024305555241881</c:v>
                </c:pt>
                <c:pt idx="36310">
                  <c:v>0.42025462962919846</c:v>
                </c:pt>
                <c:pt idx="36311">
                  <c:v>0.42026620369870216</c:v>
                </c:pt>
                <c:pt idx="36312">
                  <c:v>0.42027777777548181</c:v>
                </c:pt>
                <c:pt idx="36313">
                  <c:v>0.42028935185226146</c:v>
                </c:pt>
                <c:pt idx="36314">
                  <c:v>0.42030092592176516</c:v>
                </c:pt>
                <c:pt idx="36315">
                  <c:v>0.42031249999854481</c:v>
                </c:pt>
                <c:pt idx="36316">
                  <c:v>0.42032407407532446</c:v>
                </c:pt>
                <c:pt idx="36317">
                  <c:v>0.42033564814482816</c:v>
                </c:pt>
                <c:pt idx="36318">
                  <c:v>0.42034722222160781</c:v>
                </c:pt>
                <c:pt idx="36319">
                  <c:v>0.4203587962911115</c:v>
                </c:pt>
                <c:pt idx="36320">
                  <c:v>0.42037037036789116</c:v>
                </c:pt>
                <c:pt idx="36321">
                  <c:v>0.42038194444467081</c:v>
                </c:pt>
                <c:pt idx="36322">
                  <c:v>0.4203935185141745</c:v>
                </c:pt>
                <c:pt idx="36323">
                  <c:v>0.42040509259095415</c:v>
                </c:pt>
                <c:pt idx="36324">
                  <c:v>0.42041666666773381</c:v>
                </c:pt>
                <c:pt idx="36325">
                  <c:v>0.4204282407372375</c:v>
                </c:pt>
                <c:pt idx="36326">
                  <c:v>0.42043981481401715</c:v>
                </c:pt>
                <c:pt idx="36327">
                  <c:v>0.42045138888352085</c:v>
                </c:pt>
                <c:pt idx="36328">
                  <c:v>0.4204629629603005</c:v>
                </c:pt>
                <c:pt idx="36329">
                  <c:v>0.42047453703708015</c:v>
                </c:pt>
                <c:pt idx="36330">
                  <c:v>0.42048611110658385</c:v>
                </c:pt>
                <c:pt idx="36331">
                  <c:v>0.4204976851833635</c:v>
                </c:pt>
                <c:pt idx="36332">
                  <c:v>0.42050925926014315</c:v>
                </c:pt>
                <c:pt idx="36333">
                  <c:v>0.42052083332964685</c:v>
                </c:pt>
                <c:pt idx="36334">
                  <c:v>0.4205324074064265</c:v>
                </c:pt>
                <c:pt idx="36335">
                  <c:v>0.4205439814759302</c:v>
                </c:pt>
                <c:pt idx="36336">
                  <c:v>0.42055555555270985</c:v>
                </c:pt>
                <c:pt idx="36337">
                  <c:v>0.4205671296294895</c:v>
                </c:pt>
                <c:pt idx="36338">
                  <c:v>0.42057870369899319</c:v>
                </c:pt>
                <c:pt idx="36339">
                  <c:v>0.42059027777577285</c:v>
                </c:pt>
                <c:pt idx="36340">
                  <c:v>0.4206018518525525</c:v>
                </c:pt>
                <c:pt idx="36341">
                  <c:v>0.42061342592205619</c:v>
                </c:pt>
                <c:pt idx="36342">
                  <c:v>0.42062499999883585</c:v>
                </c:pt>
                <c:pt idx="36343">
                  <c:v>0.42063657406833954</c:v>
                </c:pt>
                <c:pt idx="36344">
                  <c:v>0.42064814814511919</c:v>
                </c:pt>
                <c:pt idx="36345">
                  <c:v>0.42065972222189885</c:v>
                </c:pt>
                <c:pt idx="36346">
                  <c:v>0.42067129629140254</c:v>
                </c:pt>
                <c:pt idx="36347">
                  <c:v>0.42068287036818219</c:v>
                </c:pt>
                <c:pt idx="36348">
                  <c:v>0.42069444444496185</c:v>
                </c:pt>
                <c:pt idx="36349">
                  <c:v>0.42070601851446554</c:v>
                </c:pt>
                <c:pt idx="36350">
                  <c:v>0.42071759259124519</c:v>
                </c:pt>
                <c:pt idx="36351">
                  <c:v>0.42072916666074889</c:v>
                </c:pt>
                <c:pt idx="36352">
                  <c:v>0.42074074073752854</c:v>
                </c:pt>
                <c:pt idx="36353">
                  <c:v>0.42075231481430819</c:v>
                </c:pt>
                <c:pt idx="36354">
                  <c:v>0.42076388888381189</c:v>
                </c:pt>
                <c:pt idx="36355">
                  <c:v>0.42077546296059154</c:v>
                </c:pt>
                <c:pt idx="36356">
                  <c:v>0.42078703703737119</c:v>
                </c:pt>
                <c:pt idx="36357">
                  <c:v>0.42079861110687489</c:v>
                </c:pt>
                <c:pt idx="36358">
                  <c:v>0.42081018518365454</c:v>
                </c:pt>
                <c:pt idx="36359">
                  <c:v>0.42082175926043419</c:v>
                </c:pt>
                <c:pt idx="36360">
                  <c:v>0.42083333332993789</c:v>
                </c:pt>
                <c:pt idx="36361">
                  <c:v>0.42084490740671754</c:v>
                </c:pt>
                <c:pt idx="36362">
                  <c:v>0.42085648147622123</c:v>
                </c:pt>
                <c:pt idx="36363">
                  <c:v>0.42086805555300089</c:v>
                </c:pt>
                <c:pt idx="36364">
                  <c:v>0.42087962962978054</c:v>
                </c:pt>
                <c:pt idx="36365">
                  <c:v>0.42089120369928423</c:v>
                </c:pt>
                <c:pt idx="36366">
                  <c:v>0.42090277777606389</c:v>
                </c:pt>
                <c:pt idx="36367">
                  <c:v>0.42091435185284354</c:v>
                </c:pt>
                <c:pt idx="36368">
                  <c:v>0.42092592592234723</c:v>
                </c:pt>
                <c:pt idx="36369">
                  <c:v>0.42093749999912689</c:v>
                </c:pt>
                <c:pt idx="36370">
                  <c:v>0.42094907406863058</c:v>
                </c:pt>
                <c:pt idx="36371">
                  <c:v>0.42096064814541023</c:v>
                </c:pt>
                <c:pt idx="36372">
                  <c:v>0.42097222222218988</c:v>
                </c:pt>
                <c:pt idx="36373">
                  <c:v>0.42098379629169358</c:v>
                </c:pt>
                <c:pt idx="36374">
                  <c:v>0.42099537036847323</c:v>
                </c:pt>
                <c:pt idx="36375">
                  <c:v>0.42100694444525288</c:v>
                </c:pt>
                <c:pt idx="36376">
                  <c:v>0.42101851851475658</c:v>
                </c:pt>
                <c:pt idx="36377">
                  <c:v>0.42103009259153623</c:v>
                </c:pt>
                <c:pt idx="36378">
                  <c:v>0.42104166666103993</c:v>
                </c:pt>
                <c:pt idx="36379">
                  <c:v>0.42105324073781958</c:v>
                </c:pt>
                <c:pt idx="36380">
                  <c:v>0.42106481481459923</c:v>
                </c:pt>
                <c:pt idx="36381">
                  <c:v>0.42107638888410293</c:v>
                </c:pt>
                <c:pt idx="36382">
                  <c:v>0.42108796296088258</c:v>
                </c:pt>
                <c:pt idx="36383">
                  <c:v>0.42109953703766223</c:v>
                </c:pt>
                <c:pt idx="36384">
                  <c:v>0.42111111110716593</c:v>
                </c:pt>
                <c:pt idx="36385">
                  <c:v>0.42112268518394558</c:v>
                </c:pt>
                <c:pt idx="36386">
                  <c:v>0.42113425925344927</c:v>
                </c:pt>
                <c:pt idx="36387">
                  <c:v>0.42114583333022892</c:v>
                </c:pt>
                <c:pt idx="36388">
                  <c:v>0.42115740740700858</c:v>
                </c:pt>
                <c:pt idx="36389">
                  <c:v>0.42116898147651227</c:v>
                </c:pt>
                <c:pt idx="36390">
                  <c:v>0.42118055555329192</c:v>
                </c:pt>
                <c:pt idx="36391">
                  <c:v>0.42119212963007158</c:v>
                </c:pt>
                <c:pt idx="36392">
                  <c:v>0.42120370369957527</c:v>
                </c:pt>
                <c:pt idx="36393">
                  <c:v>0.42121527777635492</c:v>
                </c:pt>
                <c:pt idx="36394">
                  <c:v>0.42122685185313458</c:v>
                </c:pt>
                <c:pt idx="36395">
                  <c:v>0.42123842592263827</c:v>
                </c:pt>
                <c:pt idx="36396">
                  <c:v>0.42124999999941792</c:v>
                </c:pt>
                <c:pt idx="36397">
                  <c:v>0.42126157406892162</c:v>
                </c:pt>
                <c:pt idx="36398">
                  <c:v>0.42127314814570127</c:v>
                </c:pt>
                <c:pt idx="36399">
                  <c:v>0.42128472222248092</c:v>
                </c:pt>
                <c:pt idx="36400">
                  <c:v>0.42129629629198462</c:v>
                </c:pt>
                <c:pt idx="36401">
                  <c:v>0.42130787036876427</c:v>
                </c:pt>
                <c:pt idx="36402">
                  <c:v>0.42131944444554392</c:v>
                </c:pt>
                <c:pt idx="36403">
                  <c:v>0.42133101851504762</c:v>
                </c:pt>
                <c:pt idx="36404">
                  <c:v>0.42134259259182727</c:v>
                </c:pt>
                <c:pt idx="36405">
                  <c:v>0.42135416666133096</c:v>
                </c:pt>
                <c:pt idx="36406">
                  <c:v>0.42136574073811062</c:v>
                </c:pt>
                <c:pt idx="36407">
                  <c:v>0.42137731481489027</c:v>
                </c:pt>
                <c:pt idx="36408">
                  <c:v>0.42138888888439396</c:v>
                </c:pt>
                <c:pt idx="36409">
                  <c:v>0.42140046296117362</c:v>
                </c:pt>
                <c:pt idx="36410">
                  <c:v>0.42141203703795327</c:v>
                </c:pt>
                <c:pt idx="36411">
                  <c:v>0.42142361110745696</c:v>
                </c:pt>
                <c:pt idx="36412">
                  <c:v>0.42143518518423662</c:v>
                </c:pt>
                <c:pt idx="36413">
                  <c:v>0.42144675925374031</c:v>
                </c:pt>
                <c:pt idx="36414">
                  <c:v>0.42145833333051996</c:v>
                </c:pt>
                <c:pt idx="36415">
                  <c:v>0.42146990740729962</c:v>
                </c:pt>
                <c:pt idx="36416">
                  <c:v>0.42148148147680331</c:v>
                </c:pt>
                <c:pt idx="36417">
                  <c:v>0.42149305555358296</c:v>
                </c:pt>
                <c:pt idx="36418">
                  <c:v>0.42150462963036261</c:v>
                </c:pt>
                <c:pt idx="36419">
                  <c:v>0.42151620369986631</c:v>
                </c:pt>
                <c:pt idx="36420">
                  <c:v>0.42152777777664596</c:v>
                </c:pt>
                <c:pt idx="36421">
                  <c:v>0.42153935184614966</c:v>
                </c:pt>
                <c:pt idx="36422">
                  <c:v>0.42155092592292931</c:v>
                </c:pt>
                <c:pt idx="36423">
                  <c:v>0.42156249999970896</c:v>
                </c:pt>
                <c:pt idx="36424">
                  <c:v>0.42157407406921266</c:v>
                </c:pt>
                <c:pt idx="36425">
                  <c:v>0.42158564814599231</c:v>
                </c:pt>
                <c:pt idx="36426">
                  <c:v>0.42159722222277196</c:v>
                </c:pt>
                <c:pt idx="36427">
                  <c:v>0.42160879629227566</c:v>
                </c:pt>
                <c:pt idx="36428">
                  <c:v>0.42162037036905531</c:v>
                </c:pt>
                <c:pt idx="36429">
                  <c:v>0.421631944438559</c:v>
                </c:pt>
                <c:pt idx="36430">
                  <c:v>0.42164351851533866</c:v>
                </c:pt>
                <c:pt idx="36431">
                  <c:v>0.42165509259211831</c:v>
                </c:pt>
                <c:pt idx="36432">
                  <c:v>0.421666666661622</c:v>
                </c:pt>
                <c:pt idx="36433">
                  <c:v>0.42167824073840166</c:v>
                </c:pt>
                <c:pt idx="36434">
                  <c:v>0.42168981481518131</c:v>
                </c:pt>
                <c:pt idx="36435">
                  <c:v>0.421701388884685</c:v>
                </c:pt>
                <c:pt idx="36436">
                  <c:v>0.42171296296146465</c:v>
                </c:pt>
                <c:pt idx="36437">
                  <c:v>0.42172453703824431</c:v>
                </c:pt>
                <c:pt idx="36438">
                  <c:v>0.421736111107748</c:v>
                </c:pt>
                <c:pt idx="36439">
                  <c:v>0.42174768518452765</c:v>
                </c:pt>
                <c:pt idx="36440">
                  <c:v>0.42175925925403135</c:v>
                </c:pt>
                <c:pt idx="36441">
                  <c:v>0.421770833330811</c:v>
                </c:pt>
                <c:pt idx="36442">
                  <c:v>0.42178240740759065</c:v>
                </c:pt>
                <c:pt idx="36443">
                  <c:v>0.42179398147709435</c:v>
                </c:pt>
                <c:pt idx="36444">
                  <c:v>0.421805555553874</c:v>
                </c:pt>
                <c:pt idx="36445">
                  <c:v>0.42181712963065365</c:v>
                </c:pt>
                <c:pt idx="36446">
                  <c:v>0.42182870370015735</c:v>
                </c:pt>
                <c:pt idx="36447">
                  <c:v>0.421840277776937</c:v>
                </c:pt>
                <c:pt idx="36448">
                  <c:v>0.4218518518464407</c:v>
                </c:pt>
                <c:pt idx="36449">
                  <c:v>0.42186342592322035</c:v>
                </c:pt>
                <c:pt idx="36450">
                  <c:v>0.421875</c:v>
                </c:pt>
                <c:pt idx="36451">
                  <c:v>0.42188657406950369</c:v>
                </c:pt>
                <c:pt idx="36452">
                  <c:v>0.42189814814628335</c:v>
                </c:pt>
                <c:pt idx="36453">
                  <c:v>0.421909722223063</c:v>
                </c:pt>
                <c:pt idx="36454">
                  <c:v>0.42192129629256669</c:v>
                </c:pt>
                <c:pt idx="36455">
                  <c:v>0.42193287036934635</c:v>
                </c:pt>
                <c:pt idx="36456">
                  <c:v>0.42194444443885004</c:v>
                </c:pt>
                <c:pt idx="36457">
                  <c:v>0.42195601851562969</c:v>
                </c:pt>
                <c:pt idx="36458">
                  <c:v>0.42196759259240935</c:v>
                </c:pt>
                <c:pt idx="36459">
                  <c:v>0.42197916666191304</c:v>
                </c:pt>
                <c:pt idx="36460">
                  <c:v>0.42199074073869269</c:v>
                </c:pt>
                <c:pt idx="36461">
                  <c:v>0.42200231481547235</c:v>
                </c:pt>
                <c:pt idx="36462">
                  <c:v>0.42201388888497604</c:v>
                </c:pt>
                <c:pt idx="36463">
                  <c:v>0.42202546296175569</c:v>
                </c:pt>
                <c:pt idx="36464">
                  <c:v>0.42203703703125939</c:v>
                </c:pt>
                <c:pt idx="36465">
                  <c:v>0.42204861110803904</c:v>
                </c:pt>
                <c:pt idx="36466">
                  <c:v>0.42206018518481869</c:v>
                </c:pt>
                <c:pt idx="36467">
                  <c:v>0.42207175925432239</c:v>
                </c:pt>
                <c:pt idx="36468">
                  <c:v>0.42208333333110204</c:v>
                </c:pt>
                <c:pt idx="36469">
                  <c:v>0.42209490740788169</c:v>
                </c:pt>
                <c:pt idx="36470">
                  <c:v>0.42210648147738539</c:v>
                </c:pt>
                <c:pt idx="36471">
                  <c:v>0.42211805555416504</c:v>
                </c:pt>
                <c:pt idx="36472">
                  <c:v>0.42212962963094469</c:v>
                </c:pt>
                <c:pt idx="36473">
                  <c:v>0.42214120370044839</c:v>
                </c:pt>
                <c:pt idx="36474">
                  <c:v>0.42215277777722804</c:v>
                </c:pt>
                <c:pt idx="36475">
                  <c:v>0.42216435184673173</c:v>
                </c:pt>
                <c:pt idx="36476">
                  <c:v>0.42217592592351139</c:v>
                </c:pt>
                <c:pt idx="36477">
                  <c:v>0.42218750000029104</c:v>
                </c:pt>
                <c:pt idx="36478">
                  <c:v>0.42219907406979473</c:v>
                </c:pt>
                <c:pt idx="36479">
                  <c:v>0.42221064814657439</c:v>
                </c:pt>
                <c:pt idx="36480">
                  <c:v>0.42222222222335404</c:v>
                </c:pt>
                <c:pt idx="36481">
                  <c:v>0.42223379629285773</c:v>
                </c:pt>
                <c:pt idx="36482">
                  <c:v>0.42224537036963739</c:v>
                </c:pt>
                <c:pt idx="36483">
                  <c:v>0.42225694443914108</c:v>
                </c:pt>
                <c:pt idx="36484">
                  <c:v>0.42226851851592073</c:v>
                </c:pt>
                <c:pt idx="36485">
                  <c:v>0.42228009259270038</c:v>
                </c:pt>
                <c:pt idx="36486">
                  <c:v>0.42229166666220408</c:v>
                </c:pt>
                <c:pt idx="36487">
                  <c:v>0.42230324073898373</c:v>
                </c:pt>
                <c:pt idx="36488">
                  <c:v>0.42231481481576338</c:v>
                </c:pt>
                <c:pt idx="36489">
                  <c:v>0.42232638888526708</c:v>
                </c:pt>
                <c:pt idx="36490">
                  <c:v>0.42233796296204673</c:v>
                </c:pt>
                <c:pt idx="36491">
                  <c:v>0.42234953703155043</c:v>
                </c:pt>
                <c:pt idx="36492">
                  <c:v>0.42236111110833008</c:v>
                </c:pt>
                <c:pt idx="36493">
                  <c:v>0.42237268518510973</c:v>
                </c:pt>
                <c:pt idx="36494">
                  <c:v>0.42238425925461343</c:v>
                </c:pt>
                <c:pt idx="36495">
                  <c:v>0.42239583333139308</c:v>
                </c:pt>
                <c:pt idx="36496">
                  <c:v>0.42240740740817273</c:v>
                </c:pt>
                <c:pt idx="36497">
                  <c:v>0.42241898147767643</c:v>
                </c:pt>
                <c:pt idx="36498">
                  <c:v>0.42243055555445608</c:v>
                </c:pt>
                <c:pt idx="36499">
                  <c:v>0.42244212962395977</c:v>
                </c:pt>
                <c:pt idx="36500">
                  <c:v>0.42245370370073942</c:v>
                </c:pt>
                <c:pt idx="36501">
                  <c:v>0.42246527777751908</c:v>
                </c:pt>
                <c:pt idx="36502">
                  <c:v>0.42247685184702277</c:v>
                </c:pt>
                <c:pt idx="36503">
                  <c:v>0.42248842592380242</c:v>
                </c:pt>
                <c:pt idx="36504">
                  <c:v>0.42250000000058208</c:v>
                </c:pt>
                <c:pt idx="36505">
                  <c:v>0.42251157407008577</c:v>
                </c:pt>
                <c:pt idx="36506">
                  <c:v>0.42252314814686542</c:v>
                </c:pt>
                <c:pt idx="36507">
                  <c:v>0.42253472221636912</c:v>
                </c:pt>
                <c:pt idx="36508">
                  <c:v>0.42254629629314877</c:v>
                </c:pt>
                <c:pt idx="36509">
                  <c:v>0.42255787036992842</c:v>
                </c:pt>
                <c:pt idx="36510">
                  <c:v>0.42256944443943212</c:v>
                </c:pt>
                <c:pt idx="36511">
                  <c:v>0.42258101851621177</c:v>
                </c:pt>
                <c:pt idx="36512">
                  <c:v>0.42259259259299142</c:v>
                </c:pt>
                <c:pt idx="36513">
                  <c:v>0.42260416666249512</c:v>
                </c:pt>
                <c:pt idx="36514">
                  <c:v>0.42261574073927477</c:v>
                </c:pt>
                <c:pt idx="36515">
                  <c:v>0.42262731481605442</c:v>
                </c:pt>
                <c:pt idx="36516">
                  <c:v>0.42263888888555812</c:v>
                </c:pt>
                <c:pt idx="36517">
                  <c:v>0.42265046296233777</c:v>
                </c:pt>
                <c:pt idx="36518">
                  <c:v>0.42266203703184146</c:v>
                </c:pt>
                <c:pt idx="36519">
                  <c:v>0.42267361110862112</c:v>
                </c:pt>
                <c:pt idx="36520">
                  <c:v>0.42268518518540077</c:v>
                </c:pt>
                <c:pt idx="36521">
                  <c:v>0.42269675925490446</c:v>
                </c:pt>
                <c:pt idx="36522">
                  <c:v>0.42270833333168412</c:v>
                </c:pt>
                <c:pt idx="36523">
                  <c:v>0.42271990740846377</c:v>
                </c:pt>
                <c:pt idx="36524">
                  <c:v>0.42273148147796746</c:v>
                </c:pt>
                <c:pt idx="36525">
                  <c:v>0.42274305555474712</c:v>
                </c:pt>
                <c:pt idx="36526">
                  <c:v>0.42275462962425081</c:v>
                </c:pt>
                <c:pt idx="36527">
                  <c:v>0.42276620370103046</c:v>
                </c:pt>
                <c:pt idx="36528">
                  <c:v>0.42277777777781012</c:v>
                </c:pt>
                <c:pt idx="36529">
                  <c:v>0.42278935184731381</c:v>
                </c:pt>
                <c:pt idx="36530">
                  <c:v>0.42280092592409346</c:v>
                </c:pt>
                <c:pt idx="36531">
                  <c:v>0.42281250000087311</c:v>
                </c:pt>
                <c:pt idx="36532">
                  <c:v>0.42282407407037681</c:v>
                </c:pt>
                <c:pt idx="36533">
                  <c:v>0.42283564814715646</c:v>
                </c:pt>
                <c:pt idx="36534">
                  <c:v>0.42284722221666016</c:v>
                </c:pt>
                <c:pt idx="36535">
                  <c:v>0.42285879629343981</c:v>
                </c:pt>
                <c:pt idx="36536">
                  <c:v>0.42287037037021946</c:v>
                </c:pt>
                <c:pt idx="36537">
                  <c:v>0.42288194443972316</c:v>
                </c:pt>
                <c:pt idx="36538">
                  <c:v>0.42289351851650281</c:v>
                </c:pt>
                <c:pt idx="36539">
                  <c:v>0.42290509259328246</c:v>
                </c:pt>
                <c:pt idx="36540">
                  <c:v>0.42291666666278616</c:v>
                </c:pt>
                <c:pt idx="36541">
                  <c:v>0.42292824073956581</c:v>
                </c:pt>
                <c:pt idx="36542">
                  <c:v>0.4229398148090695</c:v>
                </c:pt>
                <c:pt idx="36543">
                  <c:v>0.42295138888584916</c:v>
                </c:pt>
                <c:pt idx="36544">
                  <c:v>0.42296296296262881</c:v>
                </c:pt>
                <c:pt idx="36545">
                  <c:v>0.4229745370321325</c:v>
                </c:pt>
                <c:pt idx="36546">
                  <c:v>0.42298611110891216</c:v>
                </c:pt>
                <c:pt idx="36547">
                  <c:v>0.42299768518569181</c:v>
                </c:pt>
                <c:pt idx="36548">
                  <c:v>0.4230092592551955</c:v>
                </c:pt>
                <c:pt idx="36549">
                  <c:v>0.42302083333197515</c:v>
                </c:pt>
                <c:pt idx="36550">
                  <c:v>0.42303240740147885</c:v>
                </c:pt>
                <c:pt idx="36551">
                  <c:v>0.4230439814782585</c:v>
                </c:pt>
                <c:pt idx="36552">
                  <c:v>0.42305555555503815</c:v>
                </c:pt>
                <c:pt idx="36553">
                  <c:v>0.42306712962454185</c:v>
                </c:pt>
                <c:pt idx="36554">
                  <c:v>0.4230787037013215</c:v>
                </c:pt>
                <c:pt idx="36555">
                  <c:v>0.42309027777810115</c:v>
                </c:pt>
                <c:pt idx="36556">
                  <c:v>0.42310185184760485</c:v>
                </c:pt>
                <c:pt idx="36557">
                  <c:v>0.4231134259243845</c:v>
                </c:pt>
                <c:pt idx="36558">
                  <c:v>0.42312500000116415</c:v>
                </c:pt>
                <c:pt idx="36559">
                  <c:v>0.42313657407066785</c:v>
                </c:pt>
                <c:pt idx="36560">
                  <c:v>0.4231481481474475</c:v>
                </c:pt>
                <c:pt idx="36561">
                  <c:v>0.4231597222169512</c:v>
                </c:pt>
                <c:pt idx="36562">
                  <c:v>0.42317129629373085</c:v>
                </c:pt>
                <c:pt idx="36563">
                  <c:v>0.4231828703705105</c:v>
                </c:pt>
                <c:pt idx="36564">
                  <c:v>0.42319444444001419</c:v>
                </c:pt>
                <c:pt idx="36565">
                  <c:v>0.42320601851679385</c:v>
                </c:pt>
                <c:pt idx="36566">
                  <c:v>0.4232175925935735</c:v>
                </c:pt>
                <c:pt idx="36567">
                  <c:v>0.42322916666307719</c:v>
                </c:pt>
                <c:pt idx="36568">
                  <c:v>0.42324074073985685</c:v>
                </c:pt>
                <c:pt idx="36569">
                  <c:v>0.42325231480936054</c:v>
                </c:pt>
                <c:pt idx="36570">
                  <c:v>0.42326388888614019</c:v>
                </c:pt>
                <c:pt idx="36571">
                  <c:v>0.42327546296291985</c:v>
                </c:pt>
                <c:pt idx="36572">
                  <c:v>0.42328703703242354</c:v>
                </c:pt>
                <c:pt idx="36573">
                  <c:v>0.42329861110920319</c:v>
                </c:pt>
                <c:pt idx="36574">
                  <c:v>0.42331018518598285</c:v>
                </c:pt>
                <c:pt idx="36575">
                  <c:v>0.42332175925548654</c:v>
                </c:pt>
                <c:pt idx="36576">
                  <c:v>0.42333333333226619</c:v>
                </c:pt>
                <c:pt idx="36577">
                  <c:v>0.42334490740176989</c:v>
                </c:pt>
                <c:pt idx="36578">
                  <c:v>0.42335648147854954</c:v>
                </c:pt>
                <c:pt idx="36579">
                  <c:v>0.42336805555532919</c:v>
                </c:pt>
                <c:pt idx="36580">
                  <c:v>0.42337962962483289</c:v>
                </c:pt>
                <c:pt idx="36581">
                  <c:v>0.42339120370161254</c:v>
                </c:pt>
                <c:pt idx="36582">
                  <c:v>0.42340277777839219</c:v>
                </c:pt>
                <c:pt idx="36583">
                  <c:v>0.42341435184789589</c:v>
                </c:pt>
                <c:pt idx="36584">
                  <c:v>0.42342592592467554</c:v>
                </c:pt>
                <c:pt idx="36585">
                  <c:v>0.42343749999417923</c:v>
                </c:pt>
                <c:pt idx="36586">
                  <c:v>0.42344907407095889</c:v>
                </c:pt>
                <c:pt idx="36587">
                  <c:v>0.42346064814773854</c:v>
                </c:pt>
                <c:pt idx="36588">
                  <c:v>0.42347222221724223</c:v>
                </c:pt>
                <c:pt idx="36589">
                  <c:v>0.42348379629402189</c:v>
                </c:pt>
                <c:pt idx="36590">
                  <c:v>0.42349537037080154</c:v>
                </c:pt>
                <c:pt idx="36591">
                  <c:v>0.42350694444030523</c:v>
                </c:pt>
                <c:pt idx="36592">
                  <c:v>0.42351851851708489</c:v>
                </c:pt>
                <c:pt idx="36593">
                  <c:v>0.42353009259386454</c:v>
                </c:pt>
                <c:pt idx="36594">
                  <c:v>0.42354166666336823</c:v>
                </c:pt>
                <c:pt idx="36595">
                  <c:v>0.42355324074014788</c:v>
                </c:pt>
                <c:pt idx="36596">
                  <c:v>0.42356481480965158</c:v>
                </c:pt>
                <c:pt idx="36597">
                  <c:v>0.42357638888643123</c:v>
                </c:pt>
                <c:pt idx="36598">
                  <c:v>0.42358796296321088</c:v>
                </c:pt>
                <c:pt idx="36599">
                  <c:v>0.42359953703271458</c:v>
                </c:pt>
                <c:pt idx="36600">
                  <c:v>0.42361111110949423</c:v>
                </c:pt>
                <c:pt idx="36601">
                  <c:v>0.42362268518627388</c:v>
                </c:pt>
                <c:pt idx="36602">
                  <c:v>0.42363425925577758</c:v>
                </c:pt>
                <c:pt idx="36603">
                  <c:v>0.42364583333255723</c:v>
                </c:pt>
                <c:pt idx="36604">
                  <c:v>0.42365740740206093</c:v>
                </c:pt>
                <c:pt idx="36605">
                  <c:v>0.42366898147884058</c:v>
                </c:pt>
                <c:pt idx="36606">
                  <c:v>0.42368055555562023</c:v>
                </c:pt>
                <c:pt idx="36607">
                  <c:v>0.42369212962512393</c:v>
                </c:pt>
                <c:pt idx="36608">
                  <c:v>0.42370370370190358</c:v>
                </c:pt>
                <c:pt idx="36609">
                  <c:v>0.42371527777868323</c:v>
                </c:pt>
                <c:pt idx="36610">
                  <c:v>0.42372685184818693</c:v>
                </c:pt>
                <c:pt idx="36611">
                  <c:v>0.42373842592496658</c:v>
                </c:pt>
                <c:pt idx="36612">
                  <c:v>0.42374999999447027</c:v>
                </c:pt>
                <c:pt idx="36613">
                  <c:v>0.42376157407124992</c:v>
                </c:pt>
                <c:pt idx="36614">
                  <c:v>0.42377314814802958</c:v>
                </c:pt>
                <c:pt idx="36615">
                  <c:v>0.42378472221753327</c:v>
                </c:pt>
                <c:pt idx="36616">
                  <c:v>0.42379629629431292</c:v>
                </c:pt>
                <c:pt idx="36617">
                  <c:v>0.42380787037109258</c:v>
                </c:pt>
                <c:pt idx="36618">
                  <c:v>0.42381944444059627</c:v>
                </c:pt>
                <c:pt idx="36619">
                  <c:v>0.42383101851737592</c:v>
                </c:pt>
                <c:pt idx="36620">
                  <c:v>0.42384259258687962</c:v>
                </c:pt>
                <c:pt idx="36621">
                  <c:v>0.42385416666365927</c:v>
                </c:pt>
                <c:pt idx="36622">
                  <c:v>0.42386574074043892</c:v>
                </c:pt>
                <c:pt idx="36623">
                  <c:v>0.42387731480994262</c:v>
                </c:pt>
                <c:pt idx="36624">
                  <c:v>0.42388888888672227</c:v>
                </c:pt>
                <c:pt idx="36625">
                  <c:v>0.42390046296350192</c:v>
                </c:pt>
                <c:pt idx="36626">
                  <c:v>0.42391203703300562</c:v>
                </c:pt>
                <c:pt idx="36627">
                  <c:v>0.42392361110978527</c:v>
                </c:pt>
                <c:pt idx="36628">
                  <c:v>0.42393518517928896</c:v>
                </c:pt>
                <c:pt idx="36629">
                  <c:v>0.42394675925606862</c:v>
                </c:pt>
                <c:pt idx="36630">
                  <c:v>0.42395833333284827</c:v>
                </c:pt>
                <c:pt idx="36631">
                  <c:v>0.42396990740235196</c:v>
                </c:pt>
                <c:pt idx="36632">
                  <c:v>0.42398148147913162</c:v>
                </c:pt>
                <c:pt idx="36633">
                  <c:v>0.42399305555591127</c:v>
                </c:pt>
                <c:pt idx="36634">
                  <c:v>0.42400462962541496</c:v>
                </c:pt>
                <c:pt idx="36635">
                  <c:v>0.42401620370219462</c:v>
                </c:pt>
                <c:pt idx="36636">
                  <c:v>0.42402777777897427</c:v>
                </c:pt>
                <c:pt idx="36637">
                  <c:v>0.42403935184847796</c:v>
                </c:pt>
                <c:pt idx="36638">
                  <c:v>0.42405092592525762</c:v>
                </c:pt>
                <c:pt idx="36639">
                  <c:v>0.42406249999476131</c:v>
                </c:pt>
                <c:pt idx="36640">
                  <c:v>0.42407407407154096</c:v>
                </c:pt>
                <c:pt idx="36641">
                  <c:v>0.42408564814832062</c:v>
                </c:pt>
                <c:pt idx="36642">
                  <c:v>0.42409722221782431</c:v>
                </c:pt>
                <c:pt idx="36643">
                  <c:v>0.42410879629460396</c:v>
                </c:pt>
                <c:pt idx="36644">
                  <c:v>0.42412037037138361</c:v>
                </c:pt>
                <c:pt idx="36645">
                  <c:v>0.42413194444088731</c:v>
                </c:pt>
                <c:pt idx="36646">
                  <c:v>0.42414351851766696</c:v>
                </c:pt>
                <c:pt idx="36647">
                  <c:v>0.42415509258717066</c:v>
                </c:pt>
                <c:pt idx="36648">
                  <c:v>0.42416666666395031</c:v>
                </c:pt>
                <c:pt idx="36649">
                  <c:v>0.42417824074072996</c:v>
                </c:pt>
                <c:pt idx="36650">
                  <c:v>0.42418981481023366</c:v>
                </c:pt>
                <c:pt idx="36651">
                  <c:v>0.42420138888701331</c:v>
                </c:pt>
                <c:pt idx="36652">
                  <c:v>0.42421296296379296</c:v>
                </c:pt>
                <c:pt idx="36653">
                  <c:v>0.42422453703329666</c:v>
                </c:pt>
                <c:pt idx="36654">
                  <c:v>0.42423611111007631</c:v>
                </c:pt>
                <c:pt idx="36655">
                  <c:v>0.42424768517958</c:v>
                </c:pt>
                <c:pt idx="36656">
                  <c:v>0.42425925925635966</c:v>
                </c:pt>
                <c:pt idx="36657">
                  <c:v>0.42427083333313931</c:v>
                </c:pt>
                <c:pt idx="36658">
                  <c:v>0.424282407402643</c:v>
                </c:pt>
                <c:pt idx="36659">
                  <c:v>0.42429398147942265</c:v>
                </c:pt>
                <c:pt idx="36660">
                  <c:v>0.42430555555620231</c:v>
                </c:pt>
                <c:pt idx="36661">
                  <c:v>0.424317129625706</c:v>
                </c:pt>
                <c:pt idx="36662">
                  <c:v>0.42432870370248565</c:v>
                </c:pt>
                <c:pt idx="36663">
                  <c:v>0.42434027777198935</c:v>
                </c:pt>
                <c:pt idx="36664">
                  <c:v>0.424351851848769</c:v>
                </c:pt>
                <c:pt idx="36665">
                  <c:v>0.42436342592554865</c:v>
                </c:pt>
                <c:pt idx="36666">
                  <c:v>0.42437499999505235</c:v>
                </c:pt>
                <c:pt idx="36667">
                  <c:v>0.424386574071832</c:v>
                </c:pt>
                <c:pt idx="36668">
                  <c:v>0.42439814814861165</c:v>
                </c:pt>
                <c:pt idx="36669">
                  <c:v>0.42440972221811535</c:v>
                </c:pt>
                <c:pt idx="36670">
                  <c:v>0.424421296294895</c:v>
                </c:pt>
                <c:pt idx="36671">
                  <c:v>0.42443287037167465</c:v>
                </c:pt>
                <c:pt idx="36672">
                  <c:v>0.42444444444117835</c:v>
                </c:pt>
                <c:pt idx="36673">
                  <c:v>0.424456018517958</c:v>
                </c:pt>
                <c:pt idx="36674">
                  <c:v>0.4244675925874617</c:v>
                </c:pt>
                <c:pt idx="36675">
                  <c:v>0.42447916666424135</c:v>
                </c:pt>
                <c:pt idx="36676">
                  <c:v>0.424490740741021</c:v>
                </c:pt>
                <c:pt idx="36677">
                  <c:v>0.42450231481052469</c:v>
                </c:pt>
                <c:pt idx="36678">
                  <c:v>0.42451388888730435</c:v>
                </c:pt>
                <c:pt idx="36679">
                  <c:v>0.424525462964084</c:v>
                </c:pt>
                <c:pt idx="36680">
                  <c:v>0.42453703703358769</c:v>
                </c:pt>
                <c:pt idx="36681">
                  <c:v>0.42454861111036735</c:v>
                </c:pt>
                <c:pt idx="36682">
                  <c:v>0.42456018517987104</c:v>
                </c:pt>
                <c:pt idx="36683">
                  <c:v>0.42457175925665069</c:v>
                </c:pt>
                <c:pt idx="36684">
                  <c:v>0.42458333333343035</c:v>
                </c:pt>
                <c:pt idx="36685">
                  <c:v>0.42459490740293404</c:v>
                </c:pt>
                <c:pt idx="36686">
                  <c:v>0.42460648147971369</c:v>
                </c:pt>
                <c:pt idx="36687">
                  <c:v>0.42461805555649335</c:v>
                </c:pt>
                <c:pt idx="36688">
                  <c:v>0.42462962962599704</c:v>
                </c:pt>
                <c:pt idx="36689">
                  <c:v>0.42464120370277669</c:v>
                </c:pt>
                <c:pt idx="36690">
                  <c:v>0.42465277777228039</c:v>
                </c:pt>
                <c:pt idx="36691">
                  <c:v>0.42466435184906004</c:v>
                </c:pt>
                <c:pt idx="36692">
                  <c:v>0.42467592592583969</c:v>
                </c:pt>
                <c:pt idx="36693">
                  <c:v>0.42468749999534339</c:v>
                </c:pt>
                <c:pt idx="36694">
                  <c:v>0.42469907407212304</c:v>
                </c:pt>
                <c:pt idx="36695">
                  <c:v>0.42471064814890269</c:v>
                </c:pt>
                <c:pt idx="36696">
                  <c:v>0.42472222221840639</c:v>
                </c:pt>
                <c:pt idx="36697">
                  <c:v>0.42473379629518604</c:v>
                </c:pt>
                <c:pt idx="36698">
                  <c:v>0.42474537036468973</c:v>
                </c:pt>
                <c:pt idx="36699">
                  <c:v>0.42475694444146939</c:v>
                </c:pt>
                <c:pt idx="36700">
                  <c:v>0.42476851851824904</c:v>
                </c:pt>
                <c:pt idx="36701">
                  <c:v>0.42478009258775273</c:v>
                </c:pt>
                <c:pt idx="36702">
                  <c:v>0.42479166666453239</c:v>
                </c:pt>
                <c:pt idx="36703">
                  <c:v>0.42480324074131204</c:v>
                </c:pt>
                <c:pt idx="36704">
                  <c:v>0.42481481481081573</c:v>
                </c:pt>
                <c:pt idx="36705">
                  <c:v>0.42482638888759539</c:v>
                </c:pt>
                <c:pt idx="36706">
                  <c:v>0.42483796295709908</c:v>
                </c:pt>
                <c:pt idx="36707">
                  <c:v>0.42484953703387873</c:v>
                </c:pt>
                <c:pt idx="36708">
                  <c:v>0.42486111111065838</c:v>
                </c:pt>
                <c:pt idx="36709">
                  <c:v>0.42487268518016208</c:v>
                </c:pt>
                <c:pt idx="36710">
                  <c:v>0.42488425925694173</c:v>
                </c:pt>
                <c:pt idx="36711">
                  <c:v>0.42489583333372138</c:v>
                </c:pt>
                <c:pt idx="36712">
                  <c:v>0.42490740740322508</c:v>
                </c:pt>
                <c:pt idx="36713">
                  <c:v>0.42491898148000473</c:v>
                </c:pt>
                <c:pt idx="36714">
                  <c:v>0.42493055555678438</c:v>
                </c:pt>
                <c:pt idx="36715">
                  <c:v>0.42494212962628808</c:v>
                </c:pt>
                <c:pt idx="36716">
                  <c:v>0.42495370370306773</c:v>
                </c:pt>
                <c:pt idx="36717">
                  <c:v>0.42496527777257143</c:v>
                </c:pt>
                <c:pt idx="36718">
                  <c:v>0.42497685184935108</c:v>
                </c:pt>
                <c:pt idx="36719">
                  <c:v>0.42498842592613073</c:v>
                </c:pt>
                <c:pt idx="36720">
                  <c:v>0.42499999999563443</c:v>
                </c:pt>
                <c:pt idx="36721">
                  <c:v>0.42501157407241408</c:v>
                </c:pt>
                <c:pt idx="36722">
                  <c:v>0.42502314814919373</c:v>
                </c:pt>
                <c:pt idx="36723">
                  <c:v>0.42503472221869742</c:v>
                </c:pt>
                <c:pt idx="36724">
                  <c:v>0.42504629629547708</c:v>
                </c:pt>
                <c:pt idx="36725">
                  <c:v>0.42505787036498077</c:v>
                </c:pt>
                <c:pt idx="36726">
                  <c:v>0.42506944444176042</c:v>
                </c:pt>
                <c:pt idx="36727">
                  <c:v>0.42508101851854008</c:v>
                </c:pt>
                <c:pt idx="36728">
                  <c:v>0.42509259258804377</c:v>
                </c:pt>
                <c:pt idx="36729">
                  <c:v>0.42510416666482342</c:v>
                </c:pt>
                <c:pt idx="36730">
                  <c:v>0.42511574074160308</c:v>
                </c:pt>
                <c:pt idx="36731">
                  <c:v>0.42512731481110677</c:v>
                </c:pt>
                <c:pt idx="36732">
                  <c:v>0.42513888888788642</c:v>
                </c:pt>
                <c:pt idx="36733">
                  <c:v>0.42515046295739012</c:v>
                </c:pt>
                <c:pt idx="36734">
                  <c:v>0.42516203703416977</c:v>
                </c:pt>
                <c:pt idx="36735">
                  <c:v>0.42517361111094942</c:v>
                </c:pt>
                <c:pt idx="36736">
                  <c:v>0.42518518518045312</c:v>
                </c:pt>
                <c:pt idx="36737">
                  <c:v>0.42519675925723277</c:v>
                </c:pt>
                <c:pt idx="36738">
                  <c:v>0.42520833333401242</c:v>
                </c:pt>
                <c:pt idx="36739">
                  <c:v>0.42521990740351612</c:v>
                </c:pt>
                <c:pt idx="36740">
                  <c:v>0.42523148148029577</c:v>
                </c:pt>
                <c:pt idx="36741">
                  <c:v>0.42524305554979946</c:v>
                </c:pt>
                <c:pt idx="36742">
                  <c:v>0.42525462962657912</c:v>
                </c:pt>
                <c:pt idx="36743">
                  <c:v>0.42526620370335877</c:v>
                </c:pt>
                <c:pt idx="36744">
                  <c:v>0.42527777777286246</c:v>
                </c:pt>
                <c:pt idx="36745">
                  <c:v>0.42528935184964212</c:v>
                </c:pt>
                <c:pt idx="36746">
                  <c:v>0.42530092592642177</c:v>
                </c:pt>
                <c:pt idx="36747">
                  <c:v>0.42531249999592546</c:v>
                </c:pt>
                <c:pt idx="36748">
                  <c:v>0.42532407407270512</c:v>
                </c:pt>
                <c:pt idx="36749">
                  <c:v>0.42533564814948477</c:v>
                </c:pt>
                <c:pt idx="36750">
                  <c:v>0.42534722221898846</c:v>
                </c:pt>
                <c:pt idx="36751">
                  <c:v>0.42535879629576812</c:v>
                </c:pt>
                <c:pt idx="36752">
                  <c:v>0.42537037036527181</c:v>
                </c:pt>
                <c:pt idx="36753">
                  <c:v>0.42538194444205146</c:v>
                </c:pt>
                <c:pt idx="36754">
                  <c:v>0.42539351851883112</c:v>
                </c:pt>
                <c:pt idx="36755">
                  <c:v>0.42540509258833481</c:v>
                </c:pt>
                <c:pt idx="36756">
                  <c:v>0.42541666666511446</c:v>
                </c:pt>
                <c:pt idx="36757">
                  <c:v>0.42542824074189411</c:v>
                </c:pt>
                <c:pt idx="36758">
                  <c:v>0.42543981481139781</c:v>
                </c:pt>
                <c:pt idx="36759">
                  <c:v>0.42545138888817746</c:v>
                </c:pt>
                <c:pt idx="36760">
                  <c:v>0.42546296295768116</c:v>
                </c:pt>
                <c:pt idx="36761">
                  <c:v>0.42547453703446081</c:v>
                </c:pt>
                <c:pt idx="36762">
                  <c:v>0.42548611111124046</c:v>
                </c:pt>
                <c:pt idx="36763">
                  <c:v>0.42549768518074416</c:v>
                </c:pt>
                <c:pt idx="36764">
                  <c:v>0.42550925925752381</c:v>
                </c:pt>
                <c:pt idx="36765">
                  <c:v>0.42552083333430346</c:v>
                </c:pt>
                <c:pt idx="36766">
                  <c:v>0.42553240740380716</c:v>
                </c:pt>
                <c:pt idx="36767">
                  <c:v>0.42554398148058681</c:v>
                </c:pt>
                <c:pt idx="36768">
                  <c:v>0.4255555555500905</c:v>
                </c:pt>
                <c:pt idx="36769">
                  <c:v>0.42556712962687016</c:v>
                </c:pt>
                <c:pt idx="36770">
                  <c:v>0.42557870370364981</c:v>
                </c:pt>
                <c:pt idx="36771">
                  <c:v>0.4255902777731535</c:v>
                </c:pt>
                <c:pt idx="36772">
                  <c:v>0.42560185184993315</c:v>
                </c:pt>
                <c:pt idx="36773">
                  <c:v>0.42561342592671281</c:v>
                </c:pt>
                <c:pt idx="36774">
                  <c:v>0.4256249999962165</c:v>
                </c:pt>
                <c:pt idx="36775">
                  <c:v>0.42563657407299615</c:v>
                </c:pt>
                <c:pt idx="36776">
                  <c:v>0.42564814814249985</c:v>
                </c:pt>
                <c:pt idx="36777">
                  <c:v>0.4256597222192795</c:v>
                </c:pt>
                <c:pt idx="36778">
                  <c:v>0.42567129629605915</c:v>
                </c:pt>
                <c:pt idx="36779">
                  <c:v>0.42568287036556285</c:v>
                </c:pt>
                <c:pt idx="36780">
                  <c:v>0.4256944444423425</c:v>
                </c:pt>
                <c:pt idx="36781">
                  <c:v>0.42570601851912215</c:v>
                </c:pt>
                <c:pt idx="36782">
                  <c:v>0.42571759258862585</c:v>
                </c:pt>
                <c:pt idx="36783">
                  <c:v>0.4257291666654055</c:v>
                </c:pt>
                <c:pt idx="36784">
                  <c:v>0.4257407407349092</c:v>
                </c:pt>
                <c:pt idx="36785">
                  <c:v>0.42575231481168885</c:v>
                </c:pt>
                <c:pt idx="36786">
                  <c:v>0.4257638888884685</c:v>
                </c:pt>
                <c:pt idx="36787">
                  <c:v>0.42577546295797219</c:v>
                </c:pt>
                <c:pt idx="36788">
                  <c:v>0.42578703703475185</c:v>
                </c:pt>
                <c:pt idx="36789">
                  <c:v>0.4257986111115315</c:v>
                </c:pt>
                <c:pt idx="36790">
                  <c:v>0.42581018518103519</c:v>
                </c:pt>
                <c:pt idx="36791">
                  <c:v>0.42582175925781485</c:v>
                </c:pt>
                <c:pt idx="36792">
                  <c:v>0.4258333333345945</c:v>
                </c:pt>
                <c:pt idx="36793">
                  <c:v>0.42584490740409819</c:v>
                </c:pt>
                <c:pt idx="36794">
                  <c:v>0.42585648148087785</c:v>
                </c:pt>
                <c:pt idx="36795">
                  <c:v>0.42586805555038154</c:v>
                </c:pt>
                <c:pt idx="36796">
                  <c:v>0.42587962962716119</c:v>
                </c:pt>
                <c:pt idx="36797">
                  <c:v>0.42589120370394085</c:v>
                </c:pt>
                <c:pt idx="36798">
                  <c:v>0.42590277777344454</c:v>
                </c:pt>
                <c:pt idx="36799">
                  <c:v>0.42591435185022419</c:v>
                </c:pt>
                <c:pt idx="36800">
                  <c:v>0.42592592592700385</c:v>
                </c:pt>
                <c:pt idx="36801">
                  <c:v>0.42593749999650754</c:v>
                </c:pt>
                <c:pt idx="36802">
                  <c:v>0.42594907407328719</c:v>
                </c:pt>
                <c:pt idx="36803">
                  <c:v>0.42596064814279089</c:v>
                </c:pt>
                <c:pt idx="36804">
                  <c:v>0.42597222221957054</c:v>
                </c:pt>
                <c:pt idx="36805">
                  <c:v>0.42598379629635019</c:v>
                </c:pt>
                <c:pt idx="36806">
                  <c:v>0.42599537036585389</c:v>
                </c:pt>
                <c:pt idx="36807">
                  <c:v>0.42600694444263354</c:v>
                </c:pt>
                <c:pt idx="36808">
                  <c:v>0.42601851851941319</c:v>
                </c:pt>
                <c:pt idx="36809">
                  <c:v>0.42603009258891689</c:v>
                </c:pt>
                <c:pt idx="36810">
                  <c:v>0.42604166666569654</c:v>
                </c:pt>
                <c:pt idx="36811">
                  <c:v>0.42605324073520023</c:v>
                </c:pt>
                <c:pt idx="36812">
                  <c:v>0.42606481481197989</c:v>
                </c:pt>
                <c:pt idx="36813">
                  <c:v>0.42607638888875954</c:v>
                </c:pt>
                <c:pt idx="36814">
                  <c:v>0.42608796295826323</c:v>
                </c:pt>
                <c:pt idx="36815">
                  <c:v>0.42609953703504289</c:v>
                </c:pt>
                <c:pt idx="36816">
                  <c:v>0.42611111111182254</c:v>
                </c:pt>
                <c:pt idx="36817">
                  <c:v>0.42612268518132623</c:v>
                </c:pt>
                <c:pt idx="36818">
                  <c:v>0.42613425925810589</c:v>
                </c:pt>
                <c:pt idx="36819">
                  <c:v>0.42614583332760958</c:v>
                </c:pt>
                <c:pt idx="36820">
                  <c:v>0.42615740740438923</c:v>
                </c:pt>
                <c:pt idx="36821">
                  <c:v>0.42616898148116888</c:v>
                </c:pt>
                <c:pt idx="36822">
                  <c:v>0.42618055555067258</c:v>
                </c:pt>
                <c:pt idx="36823">
                  <c:v>0.42619212962745223</c:v>
                </c:pt>
                <c:pt idx="36824">
                  <c:v>0.42620370370423188</c:v>
                </c:pt>
                <c:pt idx="36825">
                  <c:v>0.42621527777373558</c:v>
                </c:pt>
                <c:pt idx="36826">
                  <c:v>0.42622685185051523</c:v>
                </c:pt>
                <c:pt idx="36827">
                  <c:v>0.42623842592001893</c:v>
                </c:pt>
                <c:pt idx="36828">
                  <c:v>0.42624999999679858</c:v>
                </c:pt>
                <c:pt idx="36829">
                  <c:v>0.42626157407357823</c:v>
                </c:pt>
                <c:pt idx="36830">
                  <c:v>0.42627314814308193</c:v>
                </c:pt>
                <c:pt idx="36831">
                  <c:v>0.42628472221986158</c:v>
                </c:pt>
                <c:pt idx="36832">
                  <c:v>0.42629629629664123</c:v>
                </c:pt>
                <c:pt idx="36833">
                  <c:v>0.42630787036614493</c:v>
                </c:pt>
                <c:pt idx="36834">
                  <c:v>0.42631944444292458</c:v>
                </c:pt>
                <c:pt idx="36835">
                  <c:v>0.42633101851970423</c:v>
                </c:pt>
                <c:pt idx="36836">
                  <c:v>0.42634259258920792</c:v>
                </c:pt>
                <c:pt idx="36837">
                  <c:v>0.42635416666598758</c:v>
                </c:pt>
                <c:pt idx="36838">
                  <c:v>0.42636574073549127</c:v>
                </c:pt>
                <c:pt idx="36839">
                  <c:v>0.42637731481227092</c:v>
                </c:pt>
                <c:pt idx="36840">
                  <c:v>0.42638888888905058</c:v>
                </c:pt>
                <c:pt idx="36841">
                  <c:v>0.42640046295855427</c:v>
                </c:pt>
                <c:pt idx="36842">
                  <c:v>0.42641203703533392</c:v>
                </c:pt>
                <c:pt idx="36843">
                  <c:v>0.42642361111211358</c:v>
                </c:pt>
                <c:pt idx="36844">
                  <c:v>0.42643518518161727</c:v>
                </c:pt>
                <c:pt idx="36845">
                  <c:v>0.42644675925839692</c:v>
                </c:pt>
                <c:pt idx="36846">
                  <c:v>0.42645833332790062</c:v>
                </c:pt>
                <c:pt idx="36847">
                  <c:v>0.42646990740468027</c:v>
                </c:pt>
                <c:pt idx="36848">
                  <c:v>0.42648148148145992</c:v>
                </c:pt>
                <c:pt idx="36849">
                  <c:v>0.42649305555096362</c:v>
                </c:pt>
                <c:pt idx="36850">
                  <c:v>0.42650462962774327</c:v>
                </c:pt>
                <c:pt idx="36851">
                  <c:v>0.42651620370452292</c:v>
                </c:pt>
                <c:pt idx="36852">
                  <c:v>0.42652777777402662</c:v>
                </c:pt>
                <c:pt idx="36853">
                  <c:v>0.42653935185080627</c:v>
                </c:pt>
                <c:pt idx="36854">
                  <c:v>0.42655092592030996</c:v>
                </c:pt>
                <c:pt idx="36855">
                  <c:v>0.42656249999708962</c:v>
                </c:pt>
                <c:pt idx="36856">
                  <c:v>0.42657407407386927</c:v>
                </c:pt>
                <c:pt idx="36857">
                  <c:v>0.42658564814337296</c:v>
                </c:pt>
                <c:pt idx="36858">
                  <c:v>0.42659722222015262</c:v>
                </c:pt>
                <c:pt idx="36859">
                  <c:v>0.42660879629693227</c:v>
                </c:pt>
                <c:pt idx="36860">
                  <c:v>0.42662037036643596</c:v>
                </c:pt>
                <c:pt idx="36861">
                  <c:v>0.42663194444321562</c:v>
                </c:pt>
                <c:pt idx="36862">
                  <c:v>0.42664351851271931</c:v>
                </c:pt>
                <c:pt idx="36863">
                  <c:v>0.42665509258949896</c:v>
                </c:pt>
                <c:pt idx="36864">
                  <c:v>0.42666666666627862</c:v>
                </c:pt>
                <c:pt idx="36865">
                  <c:v>0.42667824073578231</c:v>
                </c:pt>
                <c:pt idx="36866">
                  <c:v>0.42668981481256196</c:v>
                </c:pt>
                <c:pt idx="36867">
                  <c:v>0.42670138888934162</c:v>
                </c:pt>
                <c:pt idx="36868">
                  <c:v>0.42671296295884531</c:v>
                </c:pt>
                <c:pt idx="36869">
                  <c:v>0.42672453703562496</c:v>
                </c:pt>
                <c:pt idx="36870">
                  <c:v>0.42673611111240461</c:v>
                </c:pt>
                <c:pt idx="36871">
                  <c:v>0.42674768518190831</c:v>
                </c:pt>
                <c:pt idx="36872">
                  <c:v>0.42675925925868796</c:v>
                </c:pt>
                <c:pt idx="36873">
                  <c:v>0.42677083332819166</c:v>
                </c:pt>
                <c:pt idx="36874">
                  <c:v>0.42678240740497131</c:v>
                </c:pt>
                <c:pt idx="36875">
                  <c:v>0.42679398148175096</c:v>
                </c:pt>
                <c:pt idx="36876">
                  <c:v>0.42680555555125466</c:v>
                </c:pt>
                <c:pt idx="36877">
                  <c:v>0.42681712962803431</c:v>
                </c:pt>
                <c:pt idx="36878">
                  <c:v>0.42682870370481396</c:v>
                </c:pt>
                <c:pt idx="36879">
                  <c:v>0.42684027777431766</c:v>
                </c:pt>
                <c:pt idx="36880">
                  <c:v>0.42685185185109731</c:v>
                </c:pt>
                <c:pt idx="36881">
                  <c:v>0.426863425920601</c:v>
                </c:pt>
                <c:pt idx="36882">
                  <c:v>0.42687499999738066</c:v>
                </c:pt>
                <c:pt idx="36883">
                  <c:v>0.42688657407416031</c:v>
                </c:pt>
                <c:pt idx="36884">
                  <c:v>0.426898148143664</c:v>
                </c:pt>
                <c:pt idx="36885">
                  <c:v>0.42690972222044365</c:v>
                </c:pt>
                <c:pt idx="36886">
                  <c:v>0.42692129629722331</c:v>
                </c:pt>
                <c:pt idx="36887">
                  <c:v>0.426932870366727</c:v>
                </c:pt>
                <c:pt idx="36888">
                  <c:v>0.42694444444350665</c:v>
                </c:pt>
                <c:pt idx="36889">
                  <c:v>0.42695601851301035</c:v>
                </c:pt>
                <c:pt idx="36890">
                  <c:v>0.42696759258979</c:v>
                </c:pt>
                <c:pt idx="36891">
                  <c:v>0.42697916666656965</c:v>
                </c:pt>
                <c:pt idx="36892">
                  <c:v>0.42699074073607335</c:v>
                </c:pt>
                <c:pt idx="36893">
                  <c:v>0.427002314812853</c:v>
                </c:pt>
                <c:pt idx="36894">
                  <c:v>0.42701388888963265</c:v>
                </c:pt>
                <c:pt idx="36895">
                  <c:v>0.42702546295913635</c:v>
                </c:pt>
                <c:pt idx="36896">
                  <c:v>0.427037037035916</c:v>
                </c:pt>
                <c:pt idx="36897">
                  <c:v>0.4270486111054197</c:v>
                </c:pt>
                <c:pt idx="36898">
                  <c:v>0.42706018518219935</c:v>
                </c:pt>
                <c:pt idx="36899">
                  <c:v>0.427071759258979</c:v>
                </c:pt>
                <c:pt idx="36900">
                  <c:v>0.42708333332848269</c:v>
                </c:pt>
                <c:pt idx="36901">
                  <c:v>0.42709490740526235</c:v>
                </c:pt>
                <c:pt idx="36902">
                  <c:v>0.427106481482042</c:v>
                </c:pt>
                <c:pt idx="36903">
                  <c:v>0.42711805555154569</c:v>
                </c:pt>
                <c:pt idx="36904">
                  <c:v>0.42712962962832535</c:v>
                </c:pt>
                <c:pt idx="36905">
                  <c:v>0.42714120369782904</c:v>
                </c:pt>
                <c:pt idx="36906">
                  <c:v>0.42715277777460869</c:v>
                </c:pt>
                <c:pt idx="36907">
                  <c:v>0.42716435185138835</c:v>
                </c:pt>
                <c:pt idx="36908">
                  <c:v>0.42717592592089204</c:v>
                </c:pt>
                <c:pt idx="36909">
                  <c:v>0.42718749999767169</c:v>
                </c:pt>
                <c:pt idx="36910">
                  <c:v>0.42719907407445135</c:v>
                </c:pt>
                <c:pt idx="36911">
                  <c:v>0.42721064814395504</c:v>
                </c:pt>
                <c:pt idx="36912">
                  <c:v>0.42722222222073469</c:v>
                </c:pt>
                <c:pt idx="36913">
                  <c:v>0.42723379629751435</c:v>
                </c:pt>
                <c:pt idx="36914">
                  <c:v>0.42724537036701804</c:v>
                </c:pt>
                <c:pt idx="36915">
                  <c:v>0.42725694444379769</c:v>
                </c:pt>
                <c:pt idx="36916">
                  <c:v>0.42726851851330139</c:v>
                </c:pt>
                <c:pt idx="36917">
                  <c:v>0.42728009259008104</c:v>
                </c:pt>
                <c:pt idx="36918">
                  <c:v>0.42729166666686069</c:v>
                </c:pt>
                <c:pt idx="36919">
                  <c:v>0.42730324073636439</c:v>
                </c:pt>
                <c:pt idx="36920">
                  <c:v>0.42731481481314404</c:v>
                </c:pt>
                <c:pt idx="36921">
                  <c:v>0.42732638888992369</c:v>
                </c:pt>
                <c:pt idx="36922">
                  <c:v>0.42733796295942739</c:v>
                </c:pt>
                <c:pt idx="36923">
                  <c:v>0.42734953703620704</c:v>
                </c:pt>
                <c:pt idx="36924">
                  <c:v>0.42736111110571073</c:v>
                </c:pt>
                <c:pt idx="36925">
                  <c:v>0.42737268518249039</c:v>
                </c:pt>
                <c:pt idx="36926">
                  <c:v>0.42738425925927004</c:v>
                </c:pt>
                <c:pt idx="36927">
                  <c:v>0.42739583332877373</c:v>
                </c:pt>
                <c:pt idx="36928">
                  <c:v>0.42740740740555339</c:v>
                </c:pt>
                <c:pt idx="36929">
                  <c:v>0.42741898148233304</c:v>
                </c:pt>
                <c:pt idx="36930">
                  <c:v>0.42743055555183673</c:v>
                </c:pt>
                <c:pt idx="36931">
                  <c:v>0.42744212962861639</c:v>
                </c:pt>
                <c:pt idx="36932">
                  <c:v>0.42745370369812008</c:v>
                </c:pt>
                <c:pt idx="36933">
                  <c:v>0.42746527777489973</c:v>
                </c:pt>
                <c:pt idx="36934">
                  <c:v>0.42747685185167938</c:v>
                </c:pt>
                <c:pt idx="36935">
                  <c:v>0.42748842592118308</c:v>
                </c:pt>
                <c:pt idx="36936">
                  <c:v>0.42749999999796273</c:v>
                </c:pt>
                <c:pt idx="36937">
                  <c:v>0.42751157407474238</c:v>
                </c:pt>
                <c:pt idx="36938">
                  <c:v>0.42752314814424608</c:v>
                </c:pt>
                <c:pt idx="36939">
                  <c:v>0.42753472222102573</c:v>
                </c:pt>
                <c:pt idx="36940">
                  <c:v>0.42754629629052943</c:v>
                </c:pt>
                <c:pt idx="36941">
                  <c:v>0.42755787036730908</c:v>
                </c:pt>
                <c:pt idx="36942">
                  <c:v>0.42756944444408873</c:v>
                </c:pt>
                <c:pt idx="36943">
                  <c:v>0.42758101851359243</c:v>
                </c:pt>
                <c:pt idx="36944">
                  <c:v>0.42759259259037208</c:v>
                </c:pt>
                <c:pt idx="36945">
                  <c:v>0.42760416666715173</c:v>
                </c:pt>
                <c:pt idx="36946">
                  <c:v>0.42761574073665543</c:v>
                </c:pt>
                <c:pt idx="36947">
                  <c:v>0.42762731481343508</c:v>
                </c:pt>
                <c:pt idx="36948">
                  <c:v>0.42763888889021473</c:v>
                </c:pt>
                <c:pt idx="36949">
                  <c:v>0.42765046295971842</c:v>
                </c:pt>
                <c:pt idx="36950">
                  <c:v>0.42766203703649808</c:v>
                </c:pt>
                <c:pt idx="36951">
                  <c:v>0.42767361110600177</c:v>
                </c:pt>
                <c:pt idx="36952">
                  <c:v>0.42768518518278142</c:v>
                </c:pt>
                <c:pt idx="36953">
                  <c:v>0.42769675925956108</c:v>
                </c:pt>
                <c:pt idx="36954">
                  <c:v>0.42770833332906477</c:v>
                </c:pt>
                <c:pt idx="36955">
                  <c:v>0.42771990740584442</c:v>
                </c:pt>
                <c:pt idx="36956">
                  <c:v>0.42773148148262408</c:v>
                </c:pt>
                <c:pt idx="36957">
                  <c:v>0.42774305555212777</c:v>
                </c:pt>
                <c:pt idx="36958">
                  <c:v>0.42775462962890742</c:v>
                </c:pt>
                <c:pt idx="36959">
                  <c:v>0.42776620369841112</c:v>
                </c:pt>
                <c:pt idx="36960">
                  <c:v>0.42777777777519077</c:v>
                </c:pt>
                <c:pt idx="36961">
                  <c:v>0.42778935185197042</c:v>
                </c:pt>
                <c:pt idx="36962">
                  <c:v>0.42780092592147412</c:v>
                </c:pt>
                <c:pt idx="36963">
                  <c:v>0.42781249999825377</c:v>
                </c:pt>
                <c:pt idx="36964">
                  <c:v>0.42782407407503342</c:v>
                </c:pt>
                <c:pt idx="36965">
                  <c:v>0.42783564814453712</c:v>
                </c:pt>
                <c:pt idx="36966">
                  <c:v>0.42784722222131677</c:v>
                </c:pt>
                <c:pt idx="36967">
                  <c:v>0.42785879629082046</c:v>
                </c:pt>
                <c:pt idx="36968">
                  <c:v>0.42787037036760012</c:v>
                </c:pt>
                <c:pt idx="36969">
                  <c:v>0.42788194444437977</c:v>
                </c:pt>
                <c:pt idx="36970">
                  <c:v>0.42789351851388346</c:v>
                </c:pt>
                <c:pt idx="36971">
                  <c:v>0.42790509259066312</c:v>
                </c:pt>
                <c:pt idx="36972">
                  <c:v>0.42791666666744277</c:v>
                </c:pt>
                <c:pt idx="36973">
                  <c:v>0.42792824073694646</c:v>
                </c:pt>
                <c:pt idx="36974">
                  <c:v>0.42793981481372612</c:v>
                </c:pt>
                <c:pt idx="36975">
                  <c:v>0.42795138888322981</c:v>
                </c:pt>
                <c:pt idx="36976">
                  <c:v>0.42796296296000946</c:v>
                </c:pt>
                <c:pt idx="36977">
                  <c:v>0.42797453703678912</c:v>
                </c:pt>
                <c:pt idx="36978">
                  <c:v>0.42798611110629281</c:v>
                </c:pt>
                <c:pt idx="36979">
                  <c:v>0.42799768518307246</c:v>
                </c:pt>
                <c:pt idx="36980">
                  <c:v>0.42800925925985212</c:v>
                </c:pt>
                <c:pt idx="36981">
                  <c:v>0.42802083332935581</c:v>
                </c:pt>
                <c:pt idx="36982">
                  <c:v>0.42803240740613546</c:v>
                </c:pt>
                <c:pt idx="36983">
                  <c:v>0.42804398147563916</c:v>
                </c:pt>
                <c:pt idx="36984">
                  <c:v>0.42805555555241881</c:v>
                </c:pt>
                <c:pt idx="36985">
                  <c:v>0.42806712962919846</c:v>
                </c:pt>
                <c:pt idx="36986">
                  <c:v>0.42807870369870216</c:v>
                </c:pt>
                <c:pt idx="36987">
                  <c:v>0.42809027777548181</c:v>
                </c:pt>
                <c:pt idx="36988">
                  <c:v>0.42810185185226146</c:v>
                </c:pt>
                <c:pt idx="36989">
                  <c:v>0.42811342592176516</c:v>
                </c:pt>
                <c:pt idx="36990">
                  <c:v>0.42812499999854481</c:v>
                </c:pt>
                <c:pt idx="36991">
                  <c:v>0.42813657407532446</c:v>
                </c:pt>
                <c:pt idx="36992">
                  <c:v>0.42814814814482816</c:v>
                </c:pt>
                <c:pt idx="36993">
                  <c:v>0.42815972222160781</c:v>
                </c:pt>
                <c:pt idx="36994">
                  <c:v>0.4281712962911115</c:v>
                </c:pt>
                <c:pt idx="36995">
                  <c:v>0.42818287036789116</c:v>
                </c:pt>
                <c:pt idx="36996">
                  <c:v>0.42819444444467081</c:v>
                </c:pt>
                <c:pt idx="36997">
                  <c:v>0.4282060185141745</c:v>
                </c:pt>
                <c:pt idx="36998">
                  <c:v>0.42821759259095415</c:v>
                </c:pt>
                <c:pt idx="36999">
                  <c:v>0.42822916666773381</c:v>
                </c:pt>
                <c:pt idx="37000">
                  <c:v>0.4282407407372375</c:v>
                </c:pt>
                <c:pt idx="37001">
                  <c:v>0.42825231481401715</c:v>
                </c:pt>
                <c:pt idx="37002">
                  <c:v>0.42826388888352085</c:v>
                </c:pt>
                <c:pt idx="37003">
                  <c:v>0.4282754629603005</c:v>
                </c:pt>
                <c:pt idx="37004">
                  <c:v>0.42828703703708015</c:v>
                </c:pt>
                <c:pt idx="37005">
                  <c:v>0.42829861110658385</c:v>
                </c:pt>
                <c:pt idx="37006">
                  <c:v>0.4283101851833635</c:v>
                </c:pt>
                <c:pt idx="37007">
                  <c:v>0.42832175926014315</c:v>
                </c:pt>
                <c:pt idx="37008">
                  <c:v>0.42833333332964685</c:v>
                </c:pt>
                <c:pt idx="37009">
                  <c:v>0.4283449074064265</c:v>
                </c:pt>
                <c:pt idx="37010">
                  <c:v>0.4283564814759302</c:v>
                </c:pt>
                <c:pt idx="37011">
                  <c:v>0.42836805555270985</c:v>
                </c:pt>
                <c:pt idx="37012">
                  <c:v>0.4283796296294895</c:v>
                </c:pt>
                <c:pt idx="37013">
                  <c:v>0.42839120369899319</c:v>
                </c:pt>
                <c:pt idx="37014">
                  <c:v>0.42840277777577285</c:v>
                </c:pt>
                <c:pt idx="37015">
                  <c:v>0.4284143518525525</c:v>
                </c:pt>
                <c:pt idx="37016">
                  <c:v>0.42842592592205619</c:v>
                </c:pt>
                <c:pt idx="37017">
                  <c:v>0.42843749999883585</c:v>
                </c:pt>
                <c:pt idx="37018">
                  <c:v>0.42844907406833954</c:v>
                </c:pt>
                <c:pt idx="37019">
                  <c:v>0.42846064814511919</c:v>
                </c:pt>
                <c:pt idx="37020">
                  <c:v>0.42847222222189885</c:v>
                </c:pt>
                <c:pt idx="37021">
                  <c:v>0.42848379629140254</c:v>
                </c:pt>
                <c:pt idx="37022">
                  <c:v>0.42849537036818219</c:v>
                </c:pt>
                <c:pt idx="37023">
                  <c:v>0.42850694444496185</c:v>
                </c:pt>
                <c:pt idx="37024">
                  <c:v>0.42851851851446554</c:v>
                </c:pt>
                <c:pt idx="37025">
                  <c:v>0.42853009259124519</c:v>
                </c:pt>
                <c:pt idx="37026">
                  <c:v>0.42854166666074889</c:v>
                </c:pt>
                <c:pt idx="37027">
                  <c:v>0.42855324073752854</c:v>
                </c:pt>
                <c:pt idx="37028">
                  <c:v>0.42856481481430819</c:v>
                </c:pt>
                <c:pt idx="37029">
                  <c:v>0.42857638888381189</c:v>
                </c:pt>
                <c:pt idx="37030">
                  <c:v>0.42858796296059154</c:v>
                </c:pt>
                <c:pt idx="37031">
                  <c:v>0.42859953703737119</c:v>
                </c:pt>
                <c:pt idx="37032">
                  <c:v>0.42861111110687489</c:v>
                </c:pt>
                <c:pt idx="37033">
                  <c:v>0.42862268518365454</c:v>
                </c:pt>
                <c:pt idx="37034">
                  <c:v>0.42863425926043419</c:v>
                </c:pt>
                <c:pt idx="37035">
                  <c:v>0.42864583332993789</c:v>
                </c:pt>
                <c:pt idx="37036">
                  <c:v>0.42865740740671754</c:v>
                </c:pt>
                <c:pt idx="37037">
                  <c:v>0.42866898147622123</c:v>
                </c:pt>
                <c:pt idx="37038">
                  <c:v>0.42868055555300089</c:v>
                </c:pt>
                <c:pt idx="37039">
                  <c:v>0.42869212962978054</c:v>
                </c:pt>
                <c:pt idx="37040">
                  <c:v>0.42870370369928423</c:v>
                </c:pt>
                <c:pt idx="37041">
                  <c:v>0.42871527777606389</c:v>
                </c:pt>
                <c:pt idx="37042">
                  <c:v>0.42872685185284354</c:v>
                </c:pt>
                <c:pt idx="37043">
                  <c:v>0.42873842592234723</c:v>
                </c:pt>
                <c:pt idx="37044">
                  <c:v>0.42874999999912689</c:v>
                </c:pt>
                <c:pt idx="37045">
                  <c:v>0.42876157406863058</c:v>
                </c:pt>
                <c:pt idx="37046">
                  <c:v>0.42877314814541023</c:v>
                </c:pt>
                <c:pt idx="37047">
                  <c:v>0.42878472222218988</c:v>
                </c:pt>
                <c:pt idx="37048">
                  <c:v>0.42879629629169358</c:v>
                </c:pt>
                <c:pt idx="37049">
                  <c:v>0.42880787036847323</c:v>
                </c:pt>
                <c:pt idx="37050">
                  <c:v>0.42881944444525288</c:v>
                </c:pt>
                <c:pt idx="37051">
                  <c:v>0.42883101851475658</c:v>
                </c:pt>
                <c:pt idx="37052">
                  <c:v>0.42884259259153623</c:v>
                </c:pt>
                <c:pt idx="37053">
                  <c:v>0.42885416666103993</c:v>
                </c:pt>
                <c:pt idx="37054">
                  <c:v>0.42886574073781958</c:v>
                </c:pt>
                <c:pt idx="37055">
                  <c:v>0.42887731481459923</c:v>
                </c:pt>
                <c:pt idx="37056">
                  <c:v>0.42888888888410293</c:v>
                </c:pt>
                <c:pt idx="37057">
                  <c:v>0.42890046296088258</c:v>
                </c:pt>
                <c:pt idx="37058">
                  <c:v>0.42891203703766223</c:v>
                </c:pt>
                <c:pt idx="37059">
                  <c:v>0.42892361110716593</c:v>
                </c:pt>
                <c:pt idx="37060">
                  <c:v>0.42893518518394558</c:v>
                </c:pt>
                <c:pt idx="37061">
                  <c:v>0.42894675925344927</c:v>
                </c:pt>
                <c:pt idx="37062">
                  <c:v>0.42895833333022892</c:v>
                </c:pt>
                <c:pt idx="37063">
                  <c:v>0.42896990740700858</c:v>
                </c:pt>
                <c:pt idx="37064">
                  <c:v>0.42898148147651227</c:v>
                </c:pt>
                <c:pt idx="37065">
                  <c:v>0.42899305555329192</c:v>
                </c:pt>
                <c:pt idx="37066">
                  <c:v>0.42900462963007158</c:v>
                </c:pt>
                <c:pt idx="37067">
                  <c:v>0.42901620369957527</c:v>
                </c:pt>
                <c:pt idx="37068">
                  <c:v>0.42902777777635492</c:v>
                </c:pt>
                <c:pt idx="37069">
                  <c:v>0.42903935185313458</c:v>
                </c:pt>
                <c:pt idx="37070">
                  <c:v>0.42905092592263827</c:v>
                </c:pt>
                <c:pt idx="37071">
                  <c:v>0.42906249999941792</c:v>
                </c:pt>
                <c:pt idx="37072">
                  <c:v>0.42907407406892162</c:v>
                </c:pt>
                <c:pt idx="37073">
                  <c:v>0.42908564814570127</c:v>
                </c:pt>
                <c:pt idx="37074">
                  <c:v>0.42909722222248092</c:v>
                </c:pt>
                <c:pt idx="37075">
                  <c:v>0.42910879629198462</c:v>
                </c:pt>
                <c:pt idx="37076">
                  <c:v>0.42912037036876427</c:v>
                </c:pt>
                <c:pt idx="37077">
                  <c:v>0.42913194444554392</c:v>
                </c:pt>
                <c:pt idx="37078">
                  <c:v>0.42914351851504762</c:v>
                </c:pt>
                <c:pt idx="37079">
                  <c:v>0.42915509259182727</c:v>
                </c:pt>
                <c:pt idx="37080">
                  <c:v>0.42916666666133096</c:v>
                </c:pt>
                <c:pt idx="37081">
                  <c:v>0.42917824073811062</c:v>
                </c:pt>
                <c:pt idx="37082">
                  <c:v>0.42918981481489027</c:v>
                </c:pt>
                <c:pt idx="37083">
                  <c:v>0.42920138888439396</c:v>
                </c:pt>
                <c:pt idx="37084">
                  <c:v>0.42921296296117362</c:v>
                </c:pt>
                <c:pt idx="37085">
                  <c:v>0.42922453703795327</c:v>
                </c:pt>
                <c:pt idx="37086">
                  <c:v>0.42923611110745696</c:v>
                </c:pt>
                <c:pt idx="37087">
                  <c:v>0.42924768518423662</c:v>
                </c:pt>
                <c:pt idx="37088">
                  <c:v>0.42925925925374031</c:v>
                </c:pt>
                <c:pt idx="37089">
                  <c:v>0.42927083333051996</c:v>
                </c:pt>
                <c:pt idx="37090">
                  <c:v>0.42928240740729962</c:v>
                </c:pt>
                <c:pt idx="37091">
                  <c:v>0.42929398147680331</c:v>
                </c:pt>
                <c:pt idx="37092">
                  <c:v>0.42930555555358296</c:v>
                </c:pt>
                <c:pt idx="37093">
                  <c:v>0.42931712963036261</c:v>
                </c:pt>
                <c:pt idx="37094">
                  <c:v>0.42932870369986631</c:v>
                </c:pt>
                <c:pt idx="37095">
                  <c:v>0.42934027777664596</c:v>
                </c:pt>
                <c:pt idx="37096">
                  <c:v>0.42935185184614966</c:v>
                </c:pt>
                <c:pt idx="37097">
                  <c:v>0.42936342592292931</c:v>
                </c:pt>
                <c:pt idx="37098">
                  <c:v>0.42937499999970896</c:v>
                </c:pt>
                <c:pt idx="37099">
                  <c:v>0.42938657406921266</c:v>
                </c:pt>
                <c:pt idx="37100">
                  <c:v>0.42939814814599231</c:v>
                </c:pt>
                <c:pt idx="37101">
                  <c:v>0.42940972222277196</c:v>
                </c:pt>
                <c:pt idx="37102">
                  <c:v>0.42942129629227566</c:v>
                </c:pt>
                <c:pt idx="37103">
                  <c:v>0.42943287036905531</c:v>
                </c:pt>
                <c:pt idx="37104">
                  <c:v>0.429444444438559</c:v>
                </c:pt>
                <c:pt idx="37105">
                  <c:v>0.42945601851533866</c:v>
                </c:pt>
                <c:pt idx="37106">
                  <c:v>0.42946759259211831</c:v>
                </c:pt>
                <c:pt idx="37107">
                  <c:v>0.429479166661622</c:v>
                </c:pt>
                <c:pt idx="37108">
                  <c:v>0.42949074073840166</c:v>
                </c:pt>
                <c:pt idx="37109">
                  <c:v>0.42950231481518131</c:v>
                </c:pt>
                <c:pt idx="37110">
                  <c:v>0.429513888884685</c:v>
                </c:pt>
                <c:pt idx="37111">
                  <c:v>0.42952546296146465</c:v>
                </c:pt>
                <c:pt idx="37112">
                  <c:v>0.42953703703824431</c:v>
                </c:pt>
                <c:pt idx="37113">
                  <c:v>0.429548611107748</c:v>
                </c:pt>
                <c:pt idx="37114">
                  <c:v>0.42956018518452765</c:v>
                </c:pt>
                <c:pt idx="37115">
                  <c:v>0.42957175925403135</c:v>
                </c:pt>
                <c:pt idx="37116">
                  <c:v>0.429583333330811</c:v>
                </c:pt>
                <c:pt idx="37117">
                  <c:v>0.42959490740759065</c:v>
                </c:pt>
                <c:pt idx="37118">
                  <c:v>0.42960648147709435</c:v>
                </c:pt>
                <c:pt idx="37119">
                  <c:v>0.429618055553874</c:v>
                </c:pt>
                <c:pt idx="37120">
                  <c:v>0.42962962963065365</c:v>
                </c:pt>
                <c:pt idx="37121">
                  <c:v>0.42964120370015735</c:v>
                </c:pt>
                <c:pt idx="37122">
                  <c:v>0.429652777776937</c:v>
                </c:pt>
                <c:pt idx="37123">
                  <c:v>0.4296643518464407</c:v>
                </c:pt>
                <c:pt idx="37124">
                  <c:v>0.42967592592322035</c:v>
                </c:pt>
                <c:pt idx="37125">
                  <c:v>0.4296875</c:v>
                </c:pt>
                <c:pt idx="37126">
                  <c:v>0.42969907406950369</c:v>
                </c:pt>
                <c:pt idx="37127">
                  <c:v>0.42971064814628335</c:v>
                </c:pt>
                <c:pt idx="37128">
                  <c:v>0.429722222223063</c:v>
                </c:pt>
                <c:pt idx="37129">
                  <c:v>0.42973379629256669</c:v>
                </c:pt>
                <c:pt idx="37130">
                  <c:v>0.42974537036934635</c:v>
                </c:pt>
                <c:pt idx="37131">
                  <c:v>0.42975694443885004</c:v>
                </c:pt>
                <c:pt idx="37132">
                  <c:v>0.42976851851562969</c:v>
                </c:pt>
                <c:pt idx="37133">
                  <c:v>0.42978009259240935</c:v>
                </c:pt>
                <c:pt idx="37134">
                  <c:v>0.42979166666191304</c:v>
                </c:pt>
                <c:pt idx="37135">
                  <c:v>0.42980324073869269</c:v>
                </c:pt>
                <c:pt idx="37136">
                  <c:v>0.42981481481547235</c:v>
                </c:pt>
                <c:pt idx="37137">
                  <c:v>0.42982638888497604</c:v>
                </c:pt>
                <c:pt idx="37138">
                  <c:v>0.42983796296175569</c:v>
                </c:pt>
                <c:pt idx="37139">
                  <c:v>0.42984953703125939</c:v>
                </c:pt>
                <c:pt idx="37140">
                  <c:v>0.42986111110803904</c:v>
                </c:pt>
                <c:pt idx="37141">
                  <c:v>0.42987268518481869</c:v>
                </c:pt>
                <c:pt idx="37142">
                  <c:v>0.42988425925432239</c:v>
                </c:pt>
                <c:pt idx="37143">
                  <c:v>0.42989583333110204</c:v>
                </c:pt>
                <c:pt idx="37144">
                  <c:v>0.42990740740788169</c:v>
                </c:pt>
                <c:pt idx="37145">
                  <c:v>0.42991898147738539</c:v>
                </c:pt>
                <c:pt idx="37146">
                  <c:v>0.42993055555416504</c:v>
                </c:pt>
                <c:pt idx="37147">
                  <c:v>0.42994212963094469</c:v>
                </c:pt>
                <c:pt idx="37148">
                  <c:v>0.42995370370044839</c:v>
                </c:pt>
                <c:pt idx="37149">
                  <c:v>0.42996527777722804</c:v>
                </c:pt>
                <c:pt idx="37150">
                  <c:v>0.42997685184673173</c:v>
                </c:pt>
                <c:pt idx="37151">
                  <c:v>0.42998842592351139</c:v>
                </c:pt>
                <c:pt idx="37152">
                  <c:v>0.43000000000029104</c:v>
                </c:pt>
                <c:pt idx="37153">
                  <c:v>0.43001157406979473</c:v>
                </c:pt>
                <c:pt idx="37154">
                  <c:v>0.43002314814657439</c:v>
                </c:pt>
                <c:pt idx="37155">
                  <c:v>0.43003472222335404</c:v>
                </c:pt>
                <c:pt idx="37156">
                  <c:v>0.43004629629285773</c:v>
                </c:pt>
                <c:pt idx="37157">
                  <c:v>0.43005787036963739</c:v>
                </c:pt>
                <c:pt idx="37158">
                  <c:v>0.43006944443914108</c:v>
                </c:pt>
                <c:pt idx="37159">
                  <c:v>0.43008101851592073</c:v>
                </c:pt>
                <c:pt idx="37160">
                  <c:v>0.43009259259270038</c:v>
                </c:pt>
                <c:pt idx="37161">
                  <c:v>0.43010416666220408</c:v>
                </c:pt>
                <c:pt idx="37162">
                  <c:v>0.43011574073898373</c:v>
                </c:pt>
                <c:pt idx="37163">
                  <c:v>0.43012731481576338</c:v>
                </c:pt>
                <c:pt idx="37164">
                  <c:v>0.43013888888526708</c:v>
                </c:pt>
                <c:pt idx="37165">
                  <c:v>0.43015046296204673</c:v>
                </c:pt>
                <c:pt idx="37166">
                  <c:v>0.43016203703155043</c:v>
                </c:pt>
                <c:pt idx="37167">
                  <c:v>0.43017361110833008</c:v>
                </c:pt>
                <c:pt idx="37168">
                  <c:v>0.43018518518510973</c:v>
                </c:pt>
                <c:pt idx="37169">
                  <c:v>0.43019675925461343</c:v>
                </c:pt>
                <c:pt idx="37170">
                  <c:v>0.43020833333139308</c:v>
                </c:pt>
                <c:pt idx="37171">
                  <c:v>0.43021990740817273</c:v>
                </c:pt>
                <c:pt idx="37172">
                  <c:v>0.43023148147767643</c:v>
                </c:pt>
                <c:pt idx="37173">
                  <c:v>0.43024305555445608</c:v>
                </c:pt>
                <c:pt idx="37174">
                  <c:v>0.43025462962395977</c:v>
                </c:pt>
                <c:pt idx="37175">
                  <c:v>0.43026620370073942</c:v>
                </c:pt>
                <c:pt idx="37176">
                  <c:v>0.43027777777751908</c:v>
                </c:pt>
                <c:pt idx="37177">
                  <c:v>0.43028935184702277</c:v>
                </c:pt>
                <c:pt idx="37178">
                  <c:v>0.43030092592380242</c:v>
                </c:pt>
                <c:pt idx="37179">
                  <c:v>0.43031250000058208</c:v>
                </c:pt>
                <c:pt idx="37180">
                  <c:v>0.43032407407008577</c:v>
                </c:pt>
                <c:pt idx="37181">
                  <c:v>0.43033564814686542</c:v>
                </c:pt>
                <c:pt idx="37182">
                  <c:v>0.43034722221636912</c:v>
                </c:pt>
                <c:pt idx="37183">
                  <c:v>0.43035879629314877</c:v>
                </c:pt>
                <c:pt idx="37184">
                  <c:v>0.43037037036992842</c:v>
                </c:pt>
                <c:pt idx="37185">
                  <c:v>0.43038194443943212</c:v>
                </c:pt>
                <c:pt idx="37186">
                  <c:v>0.43039351851621177</c:v>
                </c:pt>
                <c:pt idx="37187">
                  <c:v>0.43040509259299142</c:v>
                </c:pt>
                <c:pt idx="37188">
                  <c:v>0.43041666666249512</c:v>
                </c:pt>
                <c:pt idx="37189">
                  <c:v>0.43042824073927477</c:v>
                </c:pt>
                <c:pt idx="37190">
                  <c:v>0.43043981481605442</c:v>
                </c:pt>
                <c:pt idx="37191">
                  <c:v>0.43045138888555812</c:v>
                </c:pt>
                <c:pt idx="37192">
                  <c:v>0.43046296296233777</c:v>
                </c:pt>
                <c:pt idx="37193">
                  <c:v>0.43047453703184146</c:v>
                </c:pt>
                <c:pt idx="37194">
                  <c:v>0.43048611110862112</c:v>
                </c:pt>
                <c:pt idx="37195">
                  <c:v>0.43049768518540077</c:v>
                </c:pt>
                <c:pt idx="37196">
                  <c:v>0.43050925925490446</c:v>
                </c:pt>
                <c:pt idx="37197">
                  <c:v>0.43052083333168412</c:v>
                </c:pt>
                <c:pt idx="37198">
                  <c:v>0.43053240740846377</c:v>
                </c:pt>
                <c:pt idx="37199">
                  <c:v>0.43054398147796746</c:v>
                </c:pt>
                <c:pt idx="37200">
                  <c:v>0.43055555555474712</c:v>
                </c:pt>
                <c:pt idx="37201">
                  <c:v>0.43056712962425081</c:v>
                </c:pt>
                <c:pt idx="37202">
                  <c:v>0.43057870370103046</c:v>
                </c:pt>
                <c:pt idx="37203">
                  <c:v>0.43059027777781012</c:v>
                </c:pt>
                <c:pt idx="37204">
                  <c:v>0.43060185184731381</c:v>
                </c:pt>
                <c:pt idx="37205">
                  <c:v>0.43061342592409346</c:v>
                </c:pt>
                <c:pt idx="37206">
                  <c:v>0.43062500000087311</c:v>
                </c:pt>
                <c:pt idx="37207">
                  <c:v>0.43063657407037681</c:v>
                </c:pt>
                <c:pt idx="37208">
                  <c:v>0.43064814814715646</c:v>
                </c:pt>
                <c:pt idx="37209">
                  <c:v>0.43065972221666016</c:v>
                </c:pt>
                <c:pt idx="37210">
                  <c:v>0.43067129629343981</c:v>
                </c:pt>
                <c:pt idx="37211">
                  <c:v>0.43068287037021946</c:v>
                </c:pt>
                <c:pt idx="37212">
                  <c:v>0.43069444443972316</c:v>
                </c:pt>
                <c:pt idx="37213">
                  <c:v>0.43070601851650281</c:v>
                </c:pt>
                <c:pt idx="37214">
                  <c:v>0.43071759259328246</c:v>
                </c:pt>
                <c:pt idx="37215">
                  <c:v>0.43072916666278616</c:v>
                </c:pt>
                <c:pt idx="37216">
                  <c:v>0.43074074073956581</c:v>
                </c:pt>
                <c:pt idx="37217">
                  <c:v>0.4307523148090695</c:v>
                </c:pt>
                <c:pt idx="37218">
                  <c:v>0.43076388888584916</c:v>
                </c:pt>
                <c:pt idx="37219">
                  <c:v>0.43077546296262881</c:v>
                </c:pt>
                <c:pt idx="37220">
                  <c:v>0.4307870370321325</c:v>
                </c:pt>
                <c:pt idx="37221">
                  <c:v>0.43079861110891216</c:v>
                </c:pt>
                <c:pt idx="37222">
                  <c:v>0.43081018518569181</c:v>
                </c:pt>
                <c:pt idx="37223">
                  <c:v>0.4308217592551955</c:v>
                </c:pt>
                <c:pt idx="37224">
                  <c:v>0.43083333333197515</c:v>
                </c:pt>
                <c:pt idx="37225">
                  <c:v>0.43084490740147885</c:v>
                </c:pt>
                <c:pt idx="37226">
                  <c:v>0.4308564814782585</c:v>
                </c:pt>
                <c:pt idx="37227">
                  <c:v>0.43086805555503815</c:v>
                </c:pt>
                <c:pt idx="37228">
                  <c:v>0.43087962962454185</c:v>
                </c:pt>
                <c:pt idx="37229">
                  <c:v>0.4308912037013215</c:v>
                </c:pt>
                <c:pt idx="37230">
                  <c:v>0.43090277777810115</c:v>
                </c:pt>
                <c:pt idx="37231">
                  <c:v>0.43091435184760485</c:v>
                </c:pt>
                <c:pt idx="37232">
                  <c:v>0.4309259259243845</c:v>
                </c:pt>
                <c:pt idx="37233">
                  <c:v>0.43093750000116415</c:v>
                </c:pt>
                <c:pt idx="37234">
                  <c:v>0.43094907407066785</c:v>
                </c:pt>
                <c:pt idx="37235">
                  <c:v>0.4309606481474475</c:v>
                </c:pt>
                <c:pt idx="37236">
                  <c:v>0.4309722222169512</c:v>
                </c:pt>
                <c:pt idx="37237">
                  <c:v>0.43098379629373085</c:v>
                </c:pt>
                <c:pt idx="37238">
                  <c:v>0.4309953703705105</c:v>
                </c:pt>
                <c:pt idx="37239">
                  <c:v>0.43100694444001419</c:v>
                </c:pt>
                <c:pt idx="37240">
                  <c:v>0.43101851851679385</c:v>
                </c:pt>
                <c:pt idx="37241">
                  <c:v>0.4310300925935735</c:v>
                </c:pt>
                <c:pt idx="37242">
                  <c:v>0.43104166666307719</c:v>
                </c:pt>
                <c:pt idx="37243">
                  <c:v>0.43105324073985685</c:v>
                </c:pt>
                <c:pt idx="37244">
                  <c:v>0.43106481480936054</c:v>
                </c:pt>
                <c:pt idx="37245">
                  <c:v>0.43107638888614019</c:v>
                </c:pt>
                <c:pt idx="37246">
                  <c:v>0.43108796296291985</c:v>
                </c:pt>
                <c:pt idx="37247">
                  <c:v>0.43109953703242354</c:v>
                </c:pt>
                <c:pt idx="37248">
                  <c:v>0.43111111110920319</c:v>
                </c:pt>
                <c:pt idx="37249">
                  <c:v>0.43112268518598285</c:v>
                </c:pt>
                <c:pt idx="37250">
                  <c:v>0.43113425925548654</c:v>
                </c:pt>
                <c:pt idx="37251">
                  <c:v>0.43114583333226619</c:v>
                </c:pt>
                <c:pt idx="37252">
                  <c:v>0.43115740740176989</c:v>
                </c:pt>
                <c:pt idx="37253">
                  <c:v>0.43116898147854954</c:v>
                </c:pt>
                <c:pt idx="37254">
                  <c:v>0.43118055555532919</c:v>
                </c:pt>
                <c:pt idx="37255">
                  <c:v>0.43119212962483289</c:v>
                </c:pt>
                <c:pt idx="37256">
                  <c:v>0.43120370370161254</c:v>
                </c:pt>
                <c:pt idx="37257">
                  <c:v>0.43121527777839219</c:v>
                </c:pt>
                <c:pt idx="37258">
                  <c:v>0.43122685184789589</c:v>
                </c:pt>
                <c:pt idx="37259">
                  <c:v>0.43123842592467554</c:v>
                </c:pt>
                <c:pt idx="37260">
                  <c:v>0.43124999999417923</c:v>
                </c:pt>
                <c:pt idx="37261">
                  <c:v>0.43126157407095889</c:v>
                </c:pt>
                <c:pt idx="37262">
                  <c:v>0.43127314814773854</c:v>
                </c:pt>
                <c:pt idx="37263">
                  <c:v>0.43128472221724223</c:v>
                </c:pt>
                <c:pt idx="37264">
                  <c:v>0.43129629629402189</c:v>
                </c:pt>
                <c:pt idx="37265">
                  <c:v>0.43130787037080154</c:v>
                </c:pt>
                <c:pt idx="37266">
                  <c:v>0.43131944444030523</c:v>
                </c:pt>
                <c:pt idx="37267">
                  <c:v>0.43133101851708489</c:v>
                </c:pt>
                <c:pt idx="37268">
                  <c:v>0.43134259259386454</c:v>
                </c:pt>
                <c:pt idx="37269">
                  <c:v>0.43135416666336823</c:v>
                </c:pt>
                <c:pt idx="37270">
                  <c:v>0.43136574074014788</c:v>
                </c:pt>
                <c:pt idx="37271">
                  <c:v>0.43137731480965158</c:v>
                </c:pt>
                <c:pt idx="37272">
                  <c:v>0.43138888888643123</c:v>
                </c:pt>
                <c:pt idx="37273">
                  <c:v>0.43140046296321088</c:v>
                </c:pt>
                <c:pt idx="37274">
                  <c:v>0.43141203703271458</c:v>
                </c:pt>
                <c:pt idx="37275">
                  <c:v>0.43142361110949423</c:v>
                </c:pt>
                <c:pt idx="37276">
                  <c:v>0.43143518518627388</c:v>
                </c:pt>
                <c:pt idx="37277">
                  <c:v>0.43144675925577758</c:v>
                </c:pt>
                <c:pt idx="37278">
                  <c:v>0.43145833333255723</c:v>
                </c:pt>
                <c:pt idx="37279">
                  <c:v>0.43146990740206093</c:v>
                </c:pt>
                <c:pt idx="37280">
                  <c:v>0.43148148147884058</c:v>
                </c:pt>
                <c:pt idx="37281">
                  <c:v>0.43149305555562023</c:v>
                </c:pt>
                <c:pt idx="37282">
                  <c:v>0.43150462962512393</c:v>
                </c:pt>
                <c:pt idx="37283">
                  <c:v>0.43151620370190358</c:v>
                </c:pt>
                <c:pt idx="37284">
                  <c:v>0.43152777777868323</c:v>
                </c:pt>
                <c:pt idx="37285">
                  <c:v>0.43153935184818693</c:v>
                </c:pt>
                <c:pt idx="37286">
                  <c:v>0.43155092592496658</c:v>
                </c:pt>
                <c:pt idx="37287">
                  <c:v>0.43156249999447027</c:v>
                </c:pt>
                <c:pt idx="37288">
                  <c:v>0.43157407407124992</c:v>
                </c:pt>
                <c:pt idx="37289">
                  <c:v>0.43158564814802958</c:v>
                </c:pt>
                <c:pt idx="37290">
                  <c:v>0.43159722221753327</c:v>
                </c:pt>
                <c:pt idx="37291">
                  <c:v>0.43160879629431292</c:v>
                </c:pt>
                <c:pt idx="37292">
                  <c:v>0.43162037037109258</c:v>
                </c:pt>
                <c:pt idx="37293">
                  <c:v>0.43163194444059627</c:v>
                </c:pt>
                <c:pt idx="37294">
                  <c:v>0.43164351851737592</c:v>
                </c:pt>
                <c:pt idx="37295">
                  <c:v>0.43165509258687962</c:v>
                </c:pt>
                <c:pt idx="37296">
                  <c:v>0.43166666666365927</c:v>
                </c:pt>
                <c:pt idx="37297">
                  <c:v>0.43167824074043892</c:v>
                </c:pt>
                <c:pt idx="37298">
                  <c:v>0.43168981480994262</c:v>
                </c:pt>
                <c:pt idx="37299">
                  <c:v>0.43170138888672227</c:v>
                </c:pt>
                <c:pt idx="37300">
                  <c:v>0.43171296296350192</c:v>
                </c:pt>
                <c:pt idx="37301">
                  <c:v>0.43172453703300562</c:v>
                </c:pt>
                <c:pt idx="37302">
                  <c:v>0.43173611110978527</c:v>
                </c:pt>
                <c:pt idx="37303">
                  <c:v>0.43174768517928896</c:v>
                </c:pt>
                <c:pt idx="37304">
                  <c:v>0.43175925925606862</c:v>
                </c:pt>
                <c:pt idx="37305">
                  <c:v>0.43177083333284827</c:v>
                </c:pt>
                <c:pt idx="37306">
                  <c:v>0.43178240740235196</c:v>
                </c:pt>
                <c:pt idx="37307">
                  <c:v>0.43179398147913162</c:v>
                </c:pt>
                <c:pt idx="37308">
                  <c:v>0.43180555555591127</c:v>
                </c:pt>
                <c:pt idx="37309">
                  <c:v>0.43181712962541496</c:v>
                </c:pt>
                <c:pt idx="37310">
                  <c:v>0.43182870370219462</c:v>
                </c:pt>
                <c:pt idx="37311">
                  <c:v>0.43184027777897427</c:v>
                </c:pt>
                <c:pt idx="37312">
                  <c:v>0.43185185184847796</c:v>
                </c:pt>
                <c:pt idx="37313">
                  <c:v>0.43186342592525762</c:v>
                </c:pt>
                <c:pt idx="37314">
                  <c:v>0.43187499999476131</c:v>
                </c:pt>
                <c:pt idx="37315">
                  <c:v>0.43188657407154096</c:v>
                </c:pt>
                <c:pt idx="37316">
                  <c:v>0.43189814814832062</c:v>
                </c:pt>
                <c:pt idx="37317">
                  <c:v>0.43190972221782431</c:v>
                </c:pt>
                <c:pt idx="37318">
                  <c:v>0.43192129629460396</c:v>
                </c:pt>
                <c:pt idx="37319">
                  <c:v>0.43193287037138361</c:v>
                </c:pt>
                <c:pt idx="37320">
                  <c:v>0.43194444444088731</c:v>
                </c:pt>
                <c:pt idx="37321">
                  <c:v>0.43195601851766696</c:v>
                </c:pt>
                <c:pt idx="37322">
                  <c:v>0.43196759258717066</c:v>
                </c:pt>
                <c:pt idx="37323">
                  <c:v>0.43197916666395031</c:v>
                </c:pt>
                <c:pt idx="37324">
                  <c:v>0.43199074074072996</c:v>
                </c:pt>
                <c:pt idx="37325">
                  <c:v>0.43200231481023366</c:v>
                </c:pt>
                <c:pt idx="37326">
                  <c:v>0.43201388888701331</c:v>
                </c:pt>
                <c:pt idx="37327">
                  <c:v>0.43202546296379296</c:v>
                </c:pt>
                <c:pt idx="37328">
                  <c:v>0.43203703703329666</c:v>
                </c:pt>
                <c:pt idx="37329">
                  <c:v>0.43204861111007631</c:v>
                </c:pt>
                <c:pt idx="37330">
                  <c:v>0.43206018517958</c:v>
                </c:pt>
                <c:pt idx="37331">
                  <c:v>0.43207175925635966</c:v>
                </c:pt>
                <c:pt idx="37332">
                  <c:v>0.43208333333313931</c:v>
                </c:pt>
                <c:pt idx="37333">
                  <c:v>0.432094907402643</c:v>
                </c:pt>
                <c:pt idx="37334">
                  <c:v>0.43210648147942265</c:v>
                </c:pt>
                <c:pt idx="37335">
                  <c:v>0.43211805555620231</c:v>
                </c:pt>
                <c:pt idx="37336">
                  <c:v>0.432129629625706</c:v>
                </c:pt>
                <c:pt idx="37337">
                  <c:v>0.43214120370248565</c:v>
                </c:pt>
                <c:pt idx="37338">
                  <c:v>0.43215277777198935</c:v>
                </c:pt>
                <c:pt idx="37339">
                  <c:v>0.432164351848769</c:v>
                </c:pt>
                <c:pt idx="37340">
                  <c:v>0.43217592592554865</c:v>
                </c:pt>
                <c:pt idx="37341">
                  <c:v>0.43218749999505235</c:v>
                </c:pt>
                <c:pt idx="37342">
                  <c:v>0.432199074071832</c:v>
                </c:pt>
                <c:pt idx="37343">
                  <c:v>0.43221064814861165</c:v>
                </c:pt>
                <c:pt idx="37344">
                  <c:v>0.43222222221811535</c:v>
                </c:pt>
                <c:pt idx="37345">
                  <c:v>0.432233796294895</c:v>
                </c:pt>
                <c:pt idx="37346">
                  <c:v>0.43224537037167465</c:v>
                </c:pt>
                <c:pt idx="37347">
                  <c:v>0.43225694444117835</c:v>
                </c:pt>
                <c:pt idx="37348">
                  <c:v>0.432268518517958</c:v>
                </c:pt>
                <c:pt idx="37349">
                  <c:v>0.4322800925874617</c:v>
                </c:pt>
                <c:pt idx="37350">
                  <c:v>0.43229166666424135</c:v>
                </c:pt>
                <c:pt idx="37351">
                  <c:v>0.432303240741021</c:v>
                </c:pt>
                <c:pt idx="37352">
                  <c:v>0.43231481481052469</c:v>
                </c:pt>
                <c:pt idx="37353">
                  <c:v>0.43232638888730435</c:v>
                </c:pt>
                <c:pt idx="37354">
                  <c:v>0.432337962964084</c:v>
                </c:pt>
                <c:pt idx="37355">
                  <c:v>0.43234953703358769</c:v>
                </c:pt>
                <c:pt idx="37356">
                  <c:v>0.43236111111036735</c:v>
                </c:pt>
                <c:pt idx="37357">
                  <c:v>0.43237268517987104</c:v>
                </c:pt>
                <c:pt idx="37358">
                  <c:v>0.43238425925665069</c:v>
                </c:pt>
                <c:pt idx="37359">
                  <c:v>0.43239583333343035</c:v>
                </c:pt>
                <c:pt idx="37360">
                  <c:v>0.43240740740293404</c:v>
                </c:pt>
                <c:pt idx="37361">
                  <c:v>0.43241898147971369</c:v>
                </c:pt>
                <c:pt idx="37362">
                  <c:v>0.43243055555649335</c:v>
                </c:pt>
                <c:pt idx="37363">
                  <c:v>0.43244212962599704</c:v>
                </c:pt>
                <c:pt idx="37364">
                  <c:v>0.43245370370277669</c:v>
                </c:pt>
                <c:pt idx="37365">
                  <c:v>0.43246527777228039</c:v>
                </c:pt>
                <c:pt idx="37366">
                  <c:v>0.43247685184906004</c:v>
                </c:pt>
                <c:pt idx="37367">
                  <c:v>0.43248842592583969</c:v>
                </c:pt>
                <c:pt idx="37368">
                  <c:v>0.43249999999534339</c:v>
                </c:pt>
                <c:pt idx="37369">
                  <c:v>0.43251157407212304</c:v>
                </c:pt>
                <c:pt idx="37370">
                  <c:v>0.43252314814890269</c:v>
                </c:pt>
                <c:pt idx="37371">
                  <c:v>0.43253472221840639</c:v>
                </c:pt>
                <c:pt idx="37372">
                  <c:v>0.43254629629518604</c:v>
                </c:pt>
                <c:pt idx="37373">
                  <c:v>0.43255787036468973</c:v>
                </c:pt>
                <c:pt idx="37374">
                  <c:v>0.43256944444146939</c:v>
                </c:pt>
                <c:pt idx="37375">
                  <c:v>0.43258101851824904</c:v>
                </c:pt>
                <c:pt idx="37376">
                  <c:v>0.43259259258775273</c:v>
                </c:pt>
                <c:pt idx="37377">
                  <c:v>0.43260416666453239</c:v>
                </c:pt>
                <c:pt idx="37378">
                  <c:v>0.43261574074131204</c:v>
                </c:pt>
                <c:pt idx="37379">
                  <c:v>0.43262731481081573</c:v>
                </c:pt>
                <c:pt idx="37380">
                  <c:v>0.43263888888759539</c:v>
                </c:pt>
                <c:pt idx="37381">
                  <c:v>0.43265046295709908</c:v>
                </c:pt>
                <c:pt idx="37382">
                  <c:v>0.43266203703387873</c:v>
                </c:pt>
                <c:pt idx="37383">
                  <c:v>0.43267361111065838</c:v>
                </c:pt>
                <c:pt idx="37384">
                  <c:v>0.43268518518016208</c:v>
                </c:pt>
                <c:pt idx="37385">
                  <c:v>0.43269675925694173</c:v>
                </c:pt>
                <c:pt idx="37386">
                  <c:v>0.43270833333372138</c:v>
                </c:pt>
                <c:pt idx="37387">
                  <c:v>0.43271990740322508</c:v>
                </c:pt>
                <c:pt idx="37388">
                  <c:v>0.43273148148000473</c:v>
                </c:pt>
                <c:pt idx="37389">
                  <c:v>0.43274305555678438</c:v>
                </c:pt>
                <c:pt idx="37390">
                  <c:v>0.43275462962628808</c:v>
                </c:pt>
                <c:pt idx="37391">
                  <c:v>0.43276620370306773</c:v>
                </c:pt>
                <c:pt idx="37392">
                  <c:v>0.43277777777257143</c:v>
                </c:pt>
                <c:pt idx="37393">
                  <c:v>0.43278935184935108</c:v>
                </c:pt>
                <c:pt idx="37394">
                  <c:v>0.43280092592613073</c:v>
                </c:pt>
                <c:pt idx="37395">
                  <c:v>0.43281249999563443</c:v>
                </c:pt>
                <c:pt idx="37396">
                  <c:v>0.43282407407241408</c:v>
                </c:pt>
                <c:pt idx="37397">
                  <c:v>0.43283564814919373</c:v>
                </c:pt>
                <c:pt idx="37398">
                  <c:v>0.43284722221869742</c:v>
                </c:pt>
                <c:pt idx="37399">
                  <c:v>0.43285879629547708</c:v>
                </c:pt>
                <c:pt idx="37400">
                  <c:v>0.43287037036498077</c:v>
                </c:pt>
                <c:pt idx="37401">
                  <c:v>0.43288194444176042</c:v>
                </c:pt>
                <c:pt idx="37402">
                  <c:v>0.43289351851854008</c:v>
                </c:pt>
                <c:pt idx="37403">
                  <c:v>0.43290509258804377</c:v>
                </c:pt>
                <c:pt idx="37404">
                  <c:v>0.43291666666482342</c:v>
                </c:pt>
                <c:pt idx="37405">
                  <c:v>0.43292824074160308</c:v>
                </c:pt>
                <c:pt idx="37406">
                  <c:v>0.43293981481110677</c:v>
                </c:pt>
                <c:pt idx="37407">
                  <c:v>0.43295138888788642</c:v>
                </c:pt>
                <c:pt idx="37408">
                  <c:v>0.43296296295739012</c:v>
                </c:pt>
                <c:pt idx="37409">
                  <c:v>0.43297453703416977</c:v>
                </c:pt>
                <c:pt idx="37410">
                  <c:v>0.43298611111094942</c:v>
                </c:pt>
                <c:pt idx="37411">
                  <c:v>0.43299768518045312</c:v>
                </c:pt>
                <c:pt idx="37412">
                  <c:v>0.43300925925723277</c:v>
                </c:pt>
                <c:pt idx="37413">
                  <c:v>0.43302083333401242</c:v>
                </c:pt>
                <c:pt idx="37414">
                  <c:v>0.43303240740351612</c:v>
                </c:pt>
                <c:pt idx="37415">
                  <c:v>0.43304398148029577</c:v>
                </c:pt>
                <c:pt idx="37416">
                  <c:v>0.43305555554979946</c:v>
                </c:pt>
                <c:pt idx="37417">
                  <c:v>0.43306712962657912</c:v>
                </c:pt>
                <c:pt idx="37418">
                  <c:v>0.43307870370335877</c:v>
                </c:pt>
                <c:pt idx="37419">
                  <c:v>0.43309027777286246</c:v>
                </c:pt>
                <c:pt idx="37420">
                  <c:v>0.43310185184964212</c:v>
                </c:pt>
                <c:pt idx="37421">
                  <c:v>0.43311342592642177</c:v>
                </c:pt>
                <c:pt idx="37422">
                  <c:v>0.43312499999592546</c:v>
                </c:pt>
                <c:pt idx="37423">
                  <c:v>0.43313657407270512</c:v>
                </c:pt>
                <c:pt idx="37424">
                  <c:v>0.43314814814948477</c:v>
                </c:pt>
                <c:pt idx="37425">
                  <c:v>0.43315972221898846</c:v>
                </c:pt>
                <c:pt idx="37426">
                  <c:v>0.43317129629576812</c:v>
                </c:pt>
                <c:pt idx="37427">
                  <c:v>0.43318287036527181</c:v>
                </c:pt>
                <c:pt idx="37428">
                  <c:v>0.43319444444205146</c:v>
                </c:pt>
                <c:pt idx="37429">
                  <c:v>0.43320601851883112</c:v>
                </c:pt>
                <c:pt idx="37430">
                  <c:v>0.43321759258833481</c:v>
                </c:pt>
                <c:pt idx="37431">
                  <c:v>0.43322916666511446</c:v>
                </c:pt>
                <c:pt idx="37432">
                  <c:v>0.43324074074189411</c:v>
                </c:pt>
                <c:pt idx="37433">
                  <c:v>0.43325231481139781</c:v>
                </c:pt>
                <c:pt idx="37434">
                  <c:v>0.43326388888817746</c:v>
                </c:pt>
                <c:pt idx="37435">
                  <c:v>0.43327546295768116</c:v>
                </c:pt>
                <c:pt idx="37436">
                  <c:v>0.43328703703446081</c:v>
                </c:pt>
                <c:pt idx="37437">
                  <c:v>0.43329861111124046</c:v>
                </c:pt>
                <c:pt idx="37438">
                  <c:v>0.43331018518074416</c:v>
                </c:pt>
                <c:pt idx="37439">
                  <c:v>0.43332175925752381</c:v>
                </c:pt>
                <c:pt idx="37440">
                  <c:v>0.43333333333430346</c:v>
                </c:pt>
                <c:pt idx="37441">
                  <c:v>0.43334490740380716</c:v>
                </c:pt>
                <c:pt idx="37442">
                  <c:v>0.43335648148058681</c:v>
                </c:pt>
                <c:pt idx="37443">
                  <c:v>0.4333680555500905</c:v>
                </c:pt>
                <c:pt idx="37444">
                  <c:v>0.43337962962687016</c:v>
                </c:pt>
                <c:pt idx="37445">
                  <c:v>0.43339120370364981</c:v>
                </c:pt>
                <c:pt idx="37446">
                  <c:v>0.4334027777731535</c:v>
                </c:pt>
                <c:pt idx="37447">
                  <c:v>0.43341435184993315</c:v>
                </c:pt>
                <c:pt idx="37448">
                  <c:v>0.43342592592671281</c:v>
                </c:pt>
                <c:pt idx="37449">
                  <c:v>0.4334374999962165</c:v>
                </c:pt>
                <c:pt idx="37450">
                  <c:v>0.43344907407299615</c:v>
                </c:pt>
                <c:pt idx="37451">
                  <c:v>0.43346064814249985</c:v>
                </c:pt>
                <c:pt idx="37452">
                  <c:v>0.4334722222192795</c:v>
                </c:pt>
                <c:pt idx="37453">
                  <c:v>0.43348379629605915</c:v>
                </c:pt>
                <c:pt idx="37454">
                  <c:v>0.43349537036556285</c:v>
                </c:pt>
                <c:pt idx="37455">
                  <c:v>0.4335069444423425</c:v>
                </c:pt>
                <c:pt idx="37456">
                  <c:v>0.43351851851912215</c:v>
                </c:pt>
                <c:pt idx="37457">
                  <c:v>0.43353009258862585</c:v>
                </c:pt>
                <c:pt idx="37458">
                  <c:v>0.4335416666654055</c:v>
                </c:pt>
                <c:pt idx="37459">
                  <c:v>0.4335532407349092</c:v>
                </c:pt>
                <c:pt idx="37460">
                  <c:v>0.43356481481168885</c:v>
                </c:pt>
                <c:pt idx="37461">
                  <c:v>0.4335763888884685</c:v>
                </c:pt>
                <c:pt idx="37462">
                  <c:v>0.43358796295797219</c:v>
                </c:pt>
                <c:pt idx="37463">
                  <c:v>0.43359953703475185</c:v>
                </c:pt>
                <c:pt idx="37464">
                  <c:v>0.4336111111115315</c:v>
                </c:pt>
                <c:pt idx="37465">
                  <c:v>0.43362268518103519</c:v>
                </c:pt>
                <c:pt idx="37466">
                  <c:v>0.43363425925781485</c:v>
                </c:pt>
                <c:pt idx="37467">
                  <c:v>0.4336458333345945</c:v>
                </c:pt>
                <c:pt idx="37468">
                  <c:v>0.43365740740409819</c:v>
                </c:pt>
                <c:pt idx="37469">
                  <c:v>0.43366898148087785</c:v>
                </c:pt>
                <c:pt idx="37470">
                  <c:v>0.43368055555038154</c:v>
                </c:pt>
                <c:pt idx="37471">
                  <c:v>0.43369212962716119</c:v>
                </c:pt>
                <c:pt idx="37472">
                  <c:v>0.43370370370394085</c:v>
                </c:pt>
                <c:pt idx="37473">
                  <c:v>0.43371527777344454</c:v>
                </c:pt>
                <c:pt idx="37474">
                  <c:v>0.43372685185022419</c:v>
                </c:pt>
                <c:pt idx="37475">
                  <c:v>0.43373842592700385</c:v>
                </c:pt>
                <c:pt idx="37476">
                  <c:v>0.43374999999650754</c:v>
                </c:pt>
                <c:pt idx="37477">
                  <c:v>0.43376157407328719</c:v>
                </c:pt>
                <c:pt idx="37478">
                  <c:v>0.43377314814279089</c:v>
                </c:pt>
                <c:pt idx="37479">
                  <c:v>0.43378472221957054</c:v>
                </c:pt>
                <c:pt idx="37480">
                  <c:v>0.43379629629635019</c:v>
                </c:pt>
                <c:pt idx="37481">
                  <c:v>0.43380787036585389</c:v>
                </c:pt>
                <c:pt idx="37482">
                  <c:v>0.43381944444263354</c:v>
                </c:pt>
                <c:pt idx="37483">
                  <c:v>0.43383101851941319</c:v>
                </c:pt>
                <c:pt idx="37484">
                  <c:v>0.43384259258891689</c:v>
                </c:pt>
                <c:pt idx="37485">
                  <c:v>0.43385416666569654</c:v>
                </c:pt>
                <c:pt idx="37486">
                  <c:v>0.43386574073520023</c:v>
                </c:pt>
                <c:pt idx="37487">
                  <c:v>0.43387731481197989</c:v>
                </c:pt>
                <c:pt idx="37488">
                  <c:v>0.43388888888875954</c:v>
                </c:pt>
                <c:pt idx="37489">
                  <c:v>0.43390046295826323</c:v>
                </c:pt>
                <c:pt idx="37490">
                  <c:v>0.43391203703504289</c:v>
                </c:pt>
                <c:pt idx="37491">
                  <c:v>0.43392361111182254</c:v>
                </c:pt>
                <c:pt idx="37492">
                  <c:v>0.43393518518132623</c:v>
                </c:pt>
                <c:pt idx="37493">
                  <c:v>0.43394675925810589</c:v>
                </c:pt>
                <c:pt idx="37494">
                  <c:v>0.43395833332760958</c:v>
                </c:pt>
                <c:pt idx="37495">
                  <c:v>0.43396990740438923</c:v>
                </c:pt>
                <c:pt idx="37496">
                  <c:v>0.43398148148116888</c:v>
                </c:pt>
                <c:pt idx="37497">
                  <c:v>0.43399305555067258</c:v>
                </c:pt>
                <c:pt idx="37498">
                  <c:v>0.43400462962745223</c:v>
                </c:pt>
                <c:pt idx="37499">
                  <c:v>0.43401620370423188</c:v>
                </c:pt>
                <c:pt idx="37500">
                  <c:v>0.43402777777373558</c:v>
                </c:pt>
                <c:pt idx="37501">
                  <c:v>0.43403935185051523</c:v>
                </c:pt>
                <c:pt idx="37502">
                  <c:v>0.43405092592001893</c:v>
                </c:pt>
                <c:pt idx="37503">
                  <c:v>0.43406249999679858</c:v>
                </c:pt>
                <c:pt idx="37504">
                  <c:v>0.43407407407357823</c:v>
                </c:pt>
                <c:pt idx="37505">
                  <c:v>0.43408564814308193</c:v>
                </c:pt>
                <c:pt idx="37506">
                  <c:v>0.43409722221986158</c:v>
                </c:pt>
                <c:pt idx="37507">
                  <c:v>0.43410879629664123</c:v>
                </c:pt>
                <c:pt idx="37508">
                  <c:v>0.43412037036614493</c:v>
                </c:pt>
                <c:pt idx="37509">
                  <c:v>0.43413194444292458</c:v>
                </c:pt>
                <c:pt idx="37510">
                  <c:v>0.43414351851970423</c:v>
                </c:pt>
                <c:pt idx="37511">
                  <c:v>0.43415509258920792</c:v>
                </c:pt>
                <c:pt idx="37512">
                  <c:v>0.43416666666598758</c:v>
                </c:pt>
                <c:pt idx="37513">
                  <c:v>0.43417824073549127</c:v>
                </c:pt>
                <c:pt idx="37514">
                  <c:v>0.43418981481227092</c:v>
                </c:pt>
                <c:pt idx="37515">
                  <c:v>0.43420138888905058</c:v>
                </c:pt>
                <c:pt idx="37516">
                  <c:v>0.43421296295855427</c:v>
                </c:pt>
                <c:pt idx="37517">
                  <c:v>0.43422453703533392</c:v>
                </c:pt>
                <c:pt idx="37518">
                  <c:v>0.43423611111211358</c:v>
                </c:pt>
                <c:pt idx="37519">
                  <c:v>0.43424768518161727</c:v>
                </c:pt>
                <c:pt idx="37520">
                  <c:v>0.43425925925839692</c:v>
                </c:pt>
                <c:pt idx="37521">
                  <c:v>0.43427083332790062</c:v>
                </c:pt>
                <c:pt idx="37522">
                  <c:v>0.43428240740468027</c:v>
                </c:pt>
                <c:pt idx="37523">
                  <c:v>0.43429398148145992</c:v>
                </c:pt>
                <c:pt idx="37524">
                  <c:v>0.43430555555096362</c:v>
                </c:pt>
                <c:pt idx="37525">
                  <c:v>0.43431712962774327</c:v>
                </c:pt>
                <c:pt idx="37526">
                  <c:v>0.43432870370452292</c:v>
                </c:pt>
                <c:pt idx="37527">
                  <c:v>0.43434027777402662</c:v>
                </c:pt>
                <c:pt idx="37528">
                  <c:v>0.43435185185080627</c:v>
                </c:pt>
                <c:pt idx="37529">
                  <c:v>0.43436342592030996</c:v>
                </c:pt>
                <c:pt idx="37530">
                  <c:v>0.43437499999708962</c:v>
                </c:pt>
                <c:pt idx="37531">
                  <c:v>0.43438657407386927</c:v>
                </c:pt>
                <c:pt idx="37532">
                  <c:v>0.43439814814337296</c:v>
                </c:pt>
                <c:pt idx="37533">
                  <c:v>0.43440972222015262</c:v>
                </c:pt>
                <c:pt idx="37534">
                  <c:v>0.43442129629693227</c:v>
                </c:pt>
                <c:pt idx="37535">
                  <c:v>0.43443287036643596</c:v>
                </c:pt>
                <c:pt idx="37536">
                  <c:v>0.43444444444321562</c:v>
                </c:pt>
                <c:pt idx="37537">
                  <c:v>0.43445601851271931</c:v>
                </c:pt>
                <c:pt idx="37538">
                  <c:v>0.43446759258949896</c:v>
                </c:pt>
                <c:pt idx="37539">
                  <c:v>0.43447916666627862</c:v>
                </c:pt>
                <c:pt idx="37540">
                  <c:v>0.43449074073578231</c:v>
                </c:pt>
                <c:pt idx="37541">
                  <c:v>0.43450231481256196</c:v>
                </c:pt>
                <c:pt idx="37542">
                  <c:v>0.43451388888934162</c:v>
                </c:pt>
                <c:pt idx="37543">
                  <c:v>0.43452546295884531</c:v>
                </c:pt>
                <c:pt idx="37544">
                  <c:v>0.43453703703562496</c:v>
                </c:pt>
                <c:pt idx="37545">
                  <c:v>0.43454861111240461</c:v>
                </c:pt>
                <c:pt idx="37546">
                  <c:v>0.43456018518190831</c:v>
                </c:pt>
                <c:pt idx="37547">
                  <c:v>0.43457175925868796</c:v>
                </c:pt>
                <c:pt idx="37548">
                  <c:v>0.43458333332819166</c:v>
                </c:pt>
                <c:pt idx="37549">
                  <c:v>0.43459490740497131</c:v>
                </c:pt>
                <c:pt idx="37550">
                  <c:v>0.43460648148175096</c:v>
                </c:pt>
                <c:pt idx="37551">
                  <c:v>0.43461805555125466</c:v>
                </c:pt>
                <c:pt idx="37552">
                  <c:v>0.43462962962803431</c:v>
                </c:pt>
                <c:pt idx="37553">
                  <c:v>0.43464120370481396</c:v>
                </c:pt>
                <c:pt idx="37554">
                  <c:v>0.43465277777431766</c:v>
                </c:pt>
                <c:pt idx="37555">
                  <c:v>0.43466435185109731</c:v>
                </c:pt>
                <c:pt idx="37556">
                  <c:v>0.434675925920601</c:v>
                </c:pt>
                <c:pt idx="37557">
                  <c:v>0.43468749999738066</c:v>
                </c:pt>
                <c:pt idx="37558">
                  <c:v>0.43469907407416031</c:v>
                </c:pt>
                <c:pt idx="37559">
                  <c:v>0.434710648143664</c:v>
                </c:pt>
                <c:pt idx="37560">
                  <c:v>0.43472222222044365</c:v>
                </c:pt>
                <c:pt idx="37561">
                  <c:v>0.43473379629722331</c:v>
                </c:pt>
                <c:pt idx="37562">
                  <c:v>0.434745370366727</c:v>
                </c:pt>
                <c:pt idx="37563">
                  <c:v>0.43475694444350665</c:v>
                </c:pt>
                <c:pt idx="37564">
                  <c:v>0.43476851851301035</c:v>
                </c:pt>
                <c:pt idx="37565">
                  <c:v>0.43478009258979</c:v>
                </c:pt>
                <c:pt idx="37566">
                  <c:v>0.43479166666656965</c:v>
                </c:pt>
                <c:pt idx="37567">
                  <c:v>0.43480324073607335</c:v>
                </c:pt>
                <c:pt idx="37568">
                  <c:v>0.434814814812853</c:v>
                </c:pt>
                <c:pt idx="37569">
                  <c:v>0.43482638888963265</c:v>
                </c:pt>
                <c:pt idx="37570">
                  <c:v>0.43483796295913635</c:v>
                </c:pt>
                <c:pt idx="37571">
                  <c:v>0.434849537035916</c:v>
                </c:pt>
                <c:pt idx="37572">
                  <c:v>0.4348611111054197</c:v>
                </c:pt>
                <c:pt idx="37573">
                  <c:v>0.43487268518219935</c:v>
                </c:pt>
                <c:pt idx="37574">
                  <c:v>0.434884259258979</c:v>
                </c:pt>
                <c:pt idx="37575">
                  <c:v>0.43489583332848269</c:v>
                </c:pt>
                <c:pt idx="37576">
                  <c:v>0.43490740740526235</c:v>
                </c:pt>
                <c:pt idx="37577">
                  <c:v>0.434918981482042</c:v>
                </c:pt>
                <c:pt idx="37578">
                  <c:v>0.43493055555154569</c:v>
                </c:pt>
                <c:pt idx="37579">
                  <c:v>0.43494212962832535</c:v>
                </c:pt>
                <c:pt idx="37580">
                  <c:v>0.43495370369782904</c:v>
                </c:pt>
                <c:pt idx="37581">
                  <c:v>0.43496527777460869</c:v>
                </c:pt>
                <c:pt idx="37582">
                  <c:v>0.43497685185138835</c:v>
                </c:pt>
                <c:pt idx="37583">
                  <c:v>0.43498842592089204</c:v>
                </c:pt>
                <c:pt idx="37584">
                  <c:v>0.43499999999767169</c:v>
                </c:pt>
                <c:pt idx="37585">
                  <c:v>0.43501157407445135</c:v>
                </c:pt>
                <c:pt idx="37586">
                  <c:v>0.43502314814395504</c:v>
                </c:pt>
                <c:pt idx="37587">
                  <c:v>0.43503472222073469</c:v>
                </c:pt>
                <c:pt idx="37588">
                  <c:v>0.43504629629751435</c:v>
                </c:pt>
                <c:pt idx="37589">
                  <c:v>0.43505787036701804</c:v>
                </c:pt>
                <c:pt idx="37590">
                  <c:v>0.43506944444379769</c:v>
                </c:pt>
                <c:pt idx="37591">
                  <c:v>0.43508101851330139</c:v>
                </c:pt>
                <c:pt idx="37592">
                  <c:v>0.43509259259008104</c:v>
                </c:pt>
                <c:pt idx="37593">
                  <c:v>0.43510416666686069</c:v>
                </c:pt>
                <c:pt idx="37594">
                  <c:v>0.43511574073636439</c:v>
                </c:pt>
                <c:pt idx="37595">
                  <c:v>0.43512731481314404</c:v>
                </c:pt>
                <c:pt idx="37596">
                  <c:v>0.43513888888992369</c:v>
                </c:pt>
                <c:pt idx="37597">
                  <c:v>0.43515046295942739</c:v>
                </c:pt>
                <c:pt idx="37598">
                  <c:v>0.43516203703620704</c:v>
                </c:pt>
                <c:pt idx="37599">
                  <c:v>0.43517361110571073</c:v>
                </c:pt>
                <c:pt idx="37600">
                  <c:v>0.43518518518249039</c:v>
                </c:pt>
                <c:pt idx="37601">
                  <c:v>0.43519675925927004</c:v>
                </c:pt>
                <c:pt idx="37602">
                  <c:v>0.43520833332877373</c:v>
                </c:pt>
                <c:pt idx="37603">
                  <c:v>0.43521990740555339</c:v>
                </c:pt>
                <c:pt idx="37604">
                  <c:v>0.43523148148233304</c:v>
                </c:pt>
                <c:pt idx="37605">
                  <c:v>0.43524305555183673</c:v>
                </c:pt>
                <c:pt idx="37606">
                  <c:v>0.43525462962861639</c:v>
                </c:pt>
                <c:pt idx="37607">
                  <c:v>0.43526620369812008</c:v>
                </c:pt>
                <c:pt idx="37608">
                  <c:v>0.43527777777489973</c:v>
                </c:pt>
                <c:pt idx="37609">
                  <c:v>0.43528935185167938</c:v>
                </c:pt>
                <c:pt idx="37610">
                  <c:v>0.43530092592118308</c:v>
                </c:pt>
                <c:pt idx="37611">
                  <c:v>0.43531249999796273</c:v>
                </c:pt>
                <c:pt idx="37612">
                  <c:v>0.43532407407474238</c:v>
                </c:pt>
                <c:pt idx="37613">
                  <c:v>0.43533564814424608</c:v>
                </c:pt>
                <c:pt idx="37614">
                  <c:v>0.43534722222102573</c:v>
                </c:pt>
                <c:pt idx="37615">
                  <c:v>0.43535879629052943</c:v>
                </c:pt>
                <c:pt idx="37616">
                  <c:v>0.43537037036730908</c:v>
                </c:pt>
                <c:pt idx="37617">
                  <c:v>0.43538194444408873</c:v>
                </c:pt>
                <c:pt idx="37618">
                  <c:v>0.43539351851359243</c:v>
                </c:pt>
                <c:pt idx="37619">
                  <c:v>0.43540509259037208</c:v>
                </c:pt>
                <c:pt idx="37620">
                  <c:v>0.43541666666715173</c:v>
                </c:pt>
                <c:pt idx="37621">
                  <c:v>0.43542824073665543</c:v>
                </c:pt>
                <c:pt idx="37622">
                  <c:v>0.43543981481343508</c:v>
                </c:pt>
                <c:pt idx="37623">
                  <c:v>0.43545138889021473</c:v>
                </c:pt>
                <c:pt idx="37624">
                  <c:v>0.43546296295971842</c:v>
                </c:pt>
                <c:pt idx="37625">
                  <c:v>0.43547453703649808</c:v>
                </c:pt>
                <c:pt idx="37626">
                  <c:v>0.43548611110600177</c:v>
                </c:pt>
                <c:pt idx="37627">
                  <c:v>0.43549768518278142</c:v>
                </c:pt>
                <c:pt idx="37628">
                  <c:v>0.43550925925956108</c:v>
                </c:pt>
                <c:pt idx="37629">
                  <c:v>0.43552083332906477</c:v>
                </c:pt>
                <c:pt idx="37630">
                  <c:v>0.43553240740584442</c:v>
                </c:pt>
                <c:pt idx="37631">
                  <c:v>0.43554398148262408</c:v>
                </c:pt>
                <c:pt idx="37632">
                  <c:v>0.43555555555212777</c:v>
                </c:pt>
                <c:pt idx="37633">
                  <c:v>0.43556712962890742</c:v>
                </c:pt>
                <c:pt idx="37634">
                  <c:v>0.43557870369841112</c:v>
                </c:pt>
                <c:pt idx="37635">
                  <c:v>0.43559027777519077</c:v>
                </c:pt>
                <c:pt idx="37636">
                  <c:v>0.43560185185197042</c:v>
                </c:pt>
                <c:pt idx="37637">
                  <c:v>0.43561342592147412</c:v>
                </c:pt>
                <c:pt idx="37638">
                  <c:v>0.43562499999825377</c:v>
                </c:pt>
                <c:pt idx="37639">
                  <c:v>0.43563657407503342</c:v>
                </c:pt>
                <c:pt idx="37640">
                  <c:v>0.43564814814453712</c:v>
                </c:pt>
                <c:pt idx="37641">
                  <c:v>0.43565972222131677</c:v>
                </c:pt>
                <c:pt idx="37642">
                  <c:v>0.43567129629082046</c:v>
                </c:pt>
                <c:pt idx="37643">
                  <c:v>0.43568287036760012</c:v>
                </c:pt>
                <c:pt idx="37644">
                  <c:v>0.43569444444437977</c:v>
                </c:pt>
                <c:pt idx="37645">
                  <c:v>0.43570601851388346</c:v>
                </c:pt>
                <c:pt idx="37646">
                  <c:v>0.43571759259066312</c:v>
                </c:pt>
                <c:pt idx="37647">
                  <c:v>0.43572916666744277</c:v>
                </c:pt>
                <c:pt idx="37648">
                  <c:v>0.43574074073694646</c:v>
                </c:pt>
                <c:pt idx="37649">
                  <c:v>0.43575231481372612</c:v>
                </c:pt>
                <c:pt idx="37650">
                  <c:v>0.43576388888322981</c:v>
                </c:pt>
                <c:pt idx="37651">
                  <c:v>0.43577546296000946</c:v>
                </c:pt>
                <c:pt idx="37652">
                  <c:v>0.43578703703678912</c:v>
                </c:pt>
                <c:pt idx="37653">
                  <c:v>0.43579861110629281</c:v>
                </c:pt>
                <c:pt idx="37654">
                  <c:v>0.43581018518307246</c:v>
                </c:pt>
                <c:pt idx="37655">
                  <c:v>0.43582175925985212</c:v>
                </c:pt>
                <c:pt idx="37656">
                  <c:v>0.43583333332935581</c:v>
                </c:pt>
                <c:pt idx="37657">
                  <c:v>0.43584490740613546</c:v>
                </c:pt>
                <c:pt idx="37658">
                  <c:v>0.43585648147563916</c:v>
                </c:pt>
                <c:pt idx="37659">
                  <c:v>0.43586805555241881</c:v>
                </c:pt>
                <c:pt idx="37660">
                  <c:v>0.43587962962919846</c:v>
                </c:pt>
                <c:pt idx="37661">
                  <c:v>0.43589120369870216</c:v>
                </c:pt>
                <c:pt idx="37662">
                  <c:v>0.43590277777548181</c:v>
                </c:pt>
                <c:pt idx="37663">
                  <c:v>0.43591435185226146</c:v>
                </c:pt>
                <c:pt idx="37664">
                  <c:v>0.43592592592176516</c:v>
                </c:pt>
                <c:pt idx="37665">
                  <c:v>0.43593749999854481</c:v>
                </c:pt>
                <c:pt idx="37666">
                  <c:v>0.43594907407532446</c:v>
                </c:pt>
                <c:pt idx="37667">
                  <c:v>0.43596064814482816</c:v>
                </c:pt>
                <c:pt idx="37668">
                  <c:v>0.43597222222160781</c:v>
                </c:pt>
                <c:pt idx="37669">
                  <c:v>0.4359837962911115</c:v>
                </c:pt>
                <c:pt idx="37670">
                  <c:v>0.43599537036789116</c:v>
                </c:pt>
                <c:pt idx="37671">
                  <c:v>0.43600694444467081</c:v>
                </c:pt>
                <c:pt idx="37672">
                  <c:v>0.4360185185141745</c:v>
                </c:pt>
                <c:pt idx="37673">
                  <c:v>0.43603009259095415</c:v>
                </c:pt>
                <c:pt idx="37674">
                  <c:v>0.43604166666773381</c:v>
                </c:pt>
                <c:pt idx="37675">
                  <c:v>0.4360532407372375</c:v>
                </c:pt>
                <c:pt idx="37676">
                  <c:v>0.43606481481401715</c:v>
                </c:pt>
                <c:pt idx="37677">
                  <c:v>0.43607638888352085</c:v>
                </c:pt>
                <c:pt idx="37678">
                  <c:v>0.4360879629603005</c:v>
                </c:pt>
                <c:pt idx="37679">
                  <c:v>0.43609953703708015</c:v>
                </c:pt>
                <c:pt idx="37680">
                  <c:v>0.43611111110658385</c:v>
                </c:pt>
                <c:pt idx="37681">
                  <c:v>0.4361226851833635</c:v>
                </c:pt>
                <c:pt idx="37682">
                  <c:v>0.43613425926014315</c:v>
                </c:pt>
                <c:pt idx="37683">
                  <c:v>0.43614583332964685</c:v>
                </c:pt>
                <c:pt idx="37684">
                  <c:v>0.4361574074064265</c:v>
                </c:pt>
                <c:pt idx="37685">
                  <c:v>0.4361689814759302</c:v>
                </c:pt>
                <c:pt idx="37686">
                  <c:v>0.43618055555270985</c:v>
                </c:pt>
                <c:pt idx="37687">
                  <c:v>0.4361921296294895</c:v>
                </c:pt>
                <c:pt idx="37688">
                  <c:v>0.43620370369899319</c:v>
                </c:pt>
                <c:pt idx="37689">
                  <c:v>0.43621527777577285</c:v>
                </c:pt>
                <c:pt idx="37690">
                  <c:v>0.4362268518525525</c:v>
                </c:pt>
                <c:pt idx="37691">
                  <c:v>0.43623842592205619</c:v>
                </c:pt>
                <c:pt idx="37692">
                  <c:v>0.43624999999883585</c:v>
                </c:pt>
                <c:pt idx="37693">
                  <c:v>0.43626157406833954</c:v>
                </c:pt>
                <c:pt idx="37694">
                  <c:v>0.43627314814511919</c:v>
                </c:pt>
                <c:pt idx="37695">
                  <c:v>0.43628472222189885</c:v>
                </c:pt>
                <c:pt idx="37696">
                  <c:v>0.43629629629140254</c:v>
                </c:pt>
                <c:pt idx="37697">
                  <c:v>0.43630787036818219</c:v>
                </c:pt>
                <c:pt idx="37698">
                  <c:v>0.43631944444496185</c:v>
                </c:pt>
                <c:pt idx="37699">
                  <c:v>0.43633101851446554</c:v>
                </c:pt>
                <c:pt idx="37700">
                  <c:v>0.43634259259124519</c:v>
                </c:pt>
                <c:pt idx="37701">
                  <c:v>0.43635416666074889</c:v>
                </c:pt>
                <c:pt idx="37702">
                  <c:v>0.43636574073752854</c:v>
                </c:pt>
                <c:pt idx="37703">
                  <c:v>0.43637731481430819</c:v>
                </c:pt>
                <c:pt idx="37704">
                  <c:v>0.43638888888381189</c:v>
                </c:pt>
                <c:pt idx="37705">
                  <c:v>0.43640046296059154</c:v>
                </c:pt>
                <c:pt idx="37706">
                  <c:v>0.43641203703737119</c:v>
                </c:pt>
                <c:pt idx="37707">
                  <c:v>0.43642361110687489</c:v>
                </c:pt>
                <c:pt idx="37708">
                  <c:v>0.43643518518365454</c:v>
                </c:pt>
                <c:pt idx="37709">
                  <c:v>0.43644675926043419</c:v>
                </c:pt>
                <c:pt idx="37710">
                  <c:v>0.43645833332993789</c:v>
                </c:pt>
                <c:pt idx="37711">
                  <c:v>0.43646990740671754</c:v>
                </c:pt>
                <c:pt idx="37712">
                  <c:v>0.43648148147622123</c:v>
                </c:pt>
                <c:pt idx="37713">
                  <c:v>0.43649305555300089</c:v>
                </c:pt>
                <c:pt idx="37714">
                  <c:v>0.43650462962978054</c:v>
                </c:pt>
                <c:pt idx="37715">
                  <c:v>0.43651620369928423</c:v>
                </c:pt>
                <c:pt idx="37716">
                  <c:v>0.43652777777606389</c:v>
                </c:pt>
                <c:pt idx="37717">
                  <c:v>0.43653935185284354</c:v>
                </c:pt>
                <c:pt idx="37718">
                  <c:v>0.43655092592234723</c:v>
                </c:pt>
                <c:pt idx="37719">
                  <c:v>0.43656249999912689</c:v>
                </c:pt>
                <c:pt idx="37720">
                  <c:v>0.43657407406863058</c:v>
                </c:pt>
                <c:pt idx="37721">
                  <c:v>0.43658564814541023</c:v>
                </c:pt>
                <c:pt idx="37722">
                  <c:v>0.43659722222218988</c:v>
                </c:pt>
                <c:pt idx="37723">
                  <c:v>0.43660879629169358</c:v>
                </c:pt>
                <c:pt idx="37724">
                  <c:v>0.43662037036847323</c:v>
                </c:pt>
                <c:pt idx="37725">
                  <c:v>0.43663194444525288</c:v>
                </c:pt>
                <c:pt idx="37726">
                  <c:v>0.43664351851475658</c:v>
                </c:pt>
                <c:pt idx="37727">
                  <c:v>0.43665509259153623</c:v>
                </c:pt>
                <c:pt idx="37728">
                  <c:v>0.43666666666103993</c:v>
                </c:pt>
                <c:pt idx="37729">
                  <c:v>0.43667824073781958</c:v>
                </c:pt>
                <c:pt idx="37730">
                  <c:v>0.43668981481459923</c:v>
                </c:pt>
                <c:pt idx="37731">
                  <c:v>0.43670138888410293</c:v>
                </c:pt>
                <c:pt idx="37732">
                  <c:v>0.43671296296088258</c:v>
                </c:pt>
                <c:pt idx="37733">
                  <c:v>0.43672453703766223</c:v>
                </c:pt>
                <c:pt idx="37734">
                  <c:v>0.43673611110716593</c:v>
                </c:pt>
                <c:pt idx="37735">
                  <c:v>0.43674768518394558</c:v>
                </c:pt>
                <c:pt idx="37736">
                  <c:v>0.43675925925344927</c:v>
                </c:pt>
                <c:pt idx="37737">
                  <c:v>0.43677083333022892</c:v>
                </c:pt>
                <c:pt idx="37738">
                  <c:v>0.43678240740700858</c:v>
                </c:pt>
                <c:pt idx="37739">
                  <c:v>0.43679398147651227</c:v>
                </c:pt>
                <c:pt idx="37740">
                  <c:v>0.43680555555329192</c:v>
                </c:pt>
                <c:pt idx="37741">
                  <c:v>0.43681712963007158</c:v>
                </c:pt>
                <c:pt idx="37742">
                  <c:v>0.43682870369957527</c:v>
                </c:pt>
                <c:pt idx="37743">
                  <c:v>0.43684027777635492</c:v>
                </c:pt>
                <c:pt idx="37744">
                  <c:v>0.43685185185313458</c:v>
                </c:pt>
                <c:pt idx="37745">
                  <c:v>0.43686342592263827</c:v>
                </c:pt>
                <c:pt idx="37746">
                  <c:v>0.43687499999941792</c:v>
                </c:pt>
                <c:pt idx="37747">
                  <c:v>0.43688657406892162</c:v>
                </c:pt>
                <c:pt idx="37748">
                  <c:v>0.43689814814570127</c:v>
                </c:pt>
                <c:pt idx="37749">
                  <c:v>0.43690972222248092</c:v>
                </c:pt>
                <c:pt idx="37750">
                  <c:v>0.43692129629198462</c:v>
                </c:pt>
                <c:pt idx="37751">
                  <c:v>0.43693287036876427</c:v>
                </c:pt>
                <c:pt idx="37752">
                  <c:v>0.43694444444554392</c:v>
                </c:pt>
                <c:pt idx="37753">
                  <c:v>0.43695601851504762</c:v>
                </c:pt>
                <c:pt idx="37754">
                  <c:v>0.43696759259182727</c:v>
                </c:pt>
                <c:pt idx="37755">
                  <c:v>0.43697916666133096</c:v>
                </c:pt>
                <c:pt idx="37756">
                  <c:v>0.43699074073811062</c:v>
                </c:pt>
                <c:pt idx="37757">
                  <c:v>0.43700231481489027</c:v>
                </c:pt>
                <c:pt idx="37758">
                  <c:v>0.43701388888439396</c:v>
                </c:pt>
                <c:pt idx="37759">
                  <c:v>0.43702546296117362</c:v>
                </c:pt>
                <c:pt idx="37760">
                  <c:v>0.43703703703795327</c:v>
                </c:pt>
                <c:pt idx="37761">
                  <c:v>0.43704861110745696</c:v>
                </c:pt>
                <c:pt idx="37762">
                  <c:v>0.43706018518423662</c:v>
                </c:pt>
                <c:pt idx="37763">
                  <c:v>0.43707175925374031</c:v>
                </c:pt>
                <c:pt idx="37764">
                  <c:v>0.43708333333051996</c:v>
                </c:pt>
                <c:pt idx="37765">
                  <c:v>0.43709490740729962</c:v>
                </c:pt>
                <c:pt idx="37766">
                  <c:v>0.43710648147680331</c:v>
                </c:pt>
                <c:pt idx="37767">
                  <c:v>0.43711805555358296</c:v>
                </c:pt>
                <c:pt idx="37768">
                  <c:v>0.43712962963036261</c:v>
                </c:pt>
                <c:pt idx="37769">
                  <c:v>0.43714120369986631</c:v>
                </c:pt>
                <c:pt idx="37770">
                  <c:v>0.43715277777664596</c:v>
                </c:pt>
                <c:pt idx="37771">
                  <c:v>0.43716435184614966</c:v>
                </c:pt>
                <c:pt idx="37772">
                  <c:v>0.43717592592292931</c:v>
                </c:pt>
                <c:pt idx="37773">
                  <c:v>0.43718749999970896</c:v>
                </c:pt>
                <c:pt idx="37774">
                  <c:v>0.43719907406921266</c:v>
                </c:pt>
                <c:pt idx="37775">
                  <c:v>0.43721064814599231</c:v>
                </c:pt>
                <c:pt idx="37776">
                  <c:v>0.43722222222277196</c:v>
                </c:pt>
                <c:pt idx="37777">
                  <c:v>0.43723379629227566</c:v>
                </c:pt>
                <c:pt idx="37778">
                  <c:v>0.43724537036905531</c:v>
                </c:pt>
                <c:pt idx="37779">
                  <c:v>0.437256944438559</c:v>
                </c:pt>
                <c:pt idx="37780">
                  <c:v>0.43726851851533866</c:v>
                </c:pt>
                <c:pt idx="37781">
                  <c:v>0.43728009259211831</c:v>
                </c:pt>
                <c:pt idx="37782">
                  <c:v>0.437291666661622</c:v>
                </c:pt>
                <c:pt idx="37783">
                  <c:v>0.43730324073840166</c:v>
                </c:pt>
                <c:pt idx="37784">
                  <c:v>0.43731481481518131</c:v>
                </c:pt>
                <c:pt idx="37785">
                  <c:v>0.437326388884685</c:v>
                </c:pt>
                <c:pt idx="37786">
                  <c:v>0.43733796296146465</c:v>
                </c:pt>
                <c:pt idx="37787">
                  <c:v>0.43734953703824431</c:v>
                </c:pt>
                <c:pt idx="37788">
                  <c:v>0.437361111107748</c:v>
                </c:pt>
                <c:pt idx="37789">
                  <c:v>0.43737268518452765</c:v>
                </c:pt>
                <c:pt idx="37790">
                  <c:v>0.43738425925403135</c:v>
                </c:pt>
                <c:pt idx="37791">
                  <c:v>0.437395833330811</c:v>
                </c:pt>
                <c:pt idx="37792">
                  <c:v>0.43740740740759065</c:v>
                </c:pt>
                <c:pt idx="37793">
                  <c:v>0.43741898147709435</c:v>
                </c:pt>
                <c:pt idx="37794">
                  <c:v>0.437430555553874</c:v>
                </c:pt>
                <c:pt idx="37795">
                  <c:v>0.43744212963065365</c:v>
                </c:pt>
                <c:pt idx="37796">
                  <c:v>0.43745370370015735</c:v>
                </c:pt>
                <c:pt idx="37797">
                  <c:v>0.437465277776937</c:v>
                </c:pt>
                <c:pt idx="37798">
                  <c:v>0.4374768518464407</c:v>
                </c:pt>
                <c:pt idx="37799">
                  <c:v>0.43748842592322035</c:v>
                </c:pt>
                <c:pt idx="37800">
                  <c:v>0.4375</c:v>
                </c:pt>
                <c:pt idx="37801">
                  <c:v>0.43751157406950369</c:v>
                </c:pt>
                <c:pt idx="37802">
                  <c:v>0.43752314814628335</c:v>
                </c:pt>
                <c:pt idx="37803">
                  <c:v>0.437534722223063</c:v>
                </c:pt>
                <c:pt idx="37804">
                  <c:v>0.43754629629256669</c:v>
                </c:pt>
                <c:pt idx="37805">
                  <c:v>0.43755787036934635</c:v>
                </c:pt>
                <c:pt idx="37806">
                  <c:v>0.43756944443885004</c:v>
                </c:pt>
                <c:pt idx="37807">
                  <c:v>0.43758101851562969</c:v>
                </c:pt>
                <c:pt idx="37808">
                  <c:v>0.43759259259240935</c:v>
                </c:pt>
                <c:pt idx="37809">
                  <c:v>0.43760416666191304</c:v>
                </c:pt>
                <c:pt idx="37810">
                  <c:v>0.43761574073869269</c:v>
                </c:pt>
                <c:pt idx="37811">
                  <c:v>0.43762731481547235</c:v>
                </c:pt>
                <c:pt idx="37812">
                  <c:v>0.43763888888497604</c:v>
                </c:pt>
                <c:pt idx="37813">
                  <c:v>0.43765046296175569</c:v>
                </c:pt>
                <c:pt idx="37814">
                  <c:v>0.43766203703125939</c:v>
                </c:pt>
                <c:pt idx="37815">
                  <c:v>0.43767361110803904</c:v>
                </c:pt>
                <c:pt idx="37816">
                  <c:v>0.43768518518481869</c:v>
                </c:pt>
                <c:pt idx="37817">
                  <c:v>0.43769675925432239</c:v>
                </c:pt>
                <c:pt idx="37818">
                  <c:v>0.43770833333110204</c:v>
                </c:pt>
                <c:pt idx="37819">
                  <c:v>0.43771990740788169</c:v>
                </c:pt>
                <c:pt idx="37820">
                  <c:v>0.43773148147738539</c:v>
                </c:pt>
                <c:pt idx="37821">
                  <c:v>0.43774305555416504</c:v>
                </c:pt>
                <c:pt idx="37822">
                  <c:v>0.43775462963094469</c:v>
                </c:pt>
                <c:pt idx="37823">
                  <c:v>0.43776620370044839</c:v>
                </c:pt>
                <c:pt idx="37824">
                  <c:v>0.43777777777722804</c:v>
                </c:pt>
                <c:pt idx="37825">
                  <c:v>0.43778935184673173</c:v>
                </c:pt>
                <c:pt idx="37826">
                  <c:v>0.43780092592351139</c:v>
                </c:pt>
                <c:pt idx="37827">
                  <c:v>0.43781250000029104</c:v>
                </c:pt>
                <c:pt idx="37828">
                  <c:v>0.43782407406979473</c:v>
                </c:pt>
                <c:pt idx="37829">
                  <c:v>0.43783564814657439</c:v>
                </c:pt>
                <c:pt idx="37830">
                  <c:v>0.43784722222335404</c:v>
                </c:pt>
                <c:pt idx="37831">
                  <c:v>0.43785879629285773</c:v>
                </c:pt>
                <c:pt idx="37832">
                  <c:v>0.43787037036963739</c:v>
                </c:pt>
                <c:pt idx="37833">
                  <c:v>0.43788194443914108</c:v>
                </c:pt>
                <c:pt idx="37834">
                  <c:v>0.43789351851592073</c:v>
                </c:pt>
                <c:pt idx="37835">
                  <c:v>0.43790509259270038</c:v>
                </c:pt>
                <c:pt idx="37836">
                  <c:v>0.43791666666220408</c:v>
                </c:pt>
                <c:pt idx="37837">
                  <c:v>0.43792824073898373</c:v>
                </c:pt>
                <c:pt idx="37838">
                  <c:v>0.43793981481576338</c:v>
                </c:pt>
                <c:pt idx="37839">
                  <c:v>0.43795138888526708</c:v>
                </c:pt>
                <c:pt idx="37840">
                  <c:v>0.43796296296204673</c:v>
                </c:pt>
                <c:pt idx="37841">
                  <c:v>0.43797453703155043</c:v>
                </c:pt>
                <c:pt idx="37842">
                  <c:v>0.43798611110833008</c:v>
                </c:pt>
                <c:pt idx="37843">
                  <c:v>0.43799768518510973</c:v>
                </c:pt>
                <c:pt idx="37844">
                  <c:v>0.43800925925461343</c:v>
                </c:pt>
                <c:pt idx="37845">
                  <c:v>0.43802083333139308</c:v>
                </c:pt>
                <c:pt idx="37846">
                  <c:v>0.43803240740817273</c:v>
                </c:pt>
                <c:pt idx="37847">
                  <c:v>0.43804398147767643</c:v>
                </c:pt>
                <c:pt idx="37848">
                  <c:v>0.43805555555445608</c:v>
                </c:pt>
                <c:pt idx="37849">
                  <c:v>0.43806712962395977</c:v>
                </c:pt>
                <c:pt idx="37850">
                  <c:v>0.43807870370073942</c:v>
                </c:pt>
                <c:pt idx="37851">
                  <c:v>0.43809027777751908</c:v>
                </c:pt>
                <c:pt idx="37852">
                  <c:v>0.43810185184702277</c:v>
                </c:pt>
                <c:pt idx="37853">
                  <c:v>0.43811342592380242</c:v>
                </c:pt>
                <c:pt idx="37854">
                  <c:v>0.43812500000058208</c:v>
                </c:pt>
                <c:pt idx="37855">
                  <c:v>0.43813657407008577</c:v>
                </c:pt>
                <c:pt idx="37856">
                  <c:v>0.43814814814686542</c:v>
                </c:pt>
                <c:pt idx="37857">
                  <c:v>0.43815972221636912</c:v>
                </c:pt>
                <c:pt idx="37858">
                  <c:v>0.43817129629314877</c:v>
                </c:pt>
                <c:pt idx="37859">
                  <c:v>0.43818287036992842</c:v>
                </c:pt>
                <c:pt idx="37860">
                  <c:v>0.43819444443943212</c:v>
                </c:pt>
                <c:pt idx="37861">
                  <c:v>0.43820601851621177</c:v>
                </c:pt>
                <c:pt idx="37862">
                  <c:v>0.43821759259299142</c:v>
                </c:pt>
                <c:pt idx="37863">
                  <c:v>0.43822916666249512</c:v>
                </c:pt>
                <c:pt idx="37864">
                  <c:v>0.43824074073927477</c:v>
                </c:pt>
                <c:pt idx="37865">
                  <c:v>0.43825231481605442</c:v>
                </c:pt>
                <c:pt idx="37866">
                  <c:v>0.43826388888555812</c:v>
                </c:pt>
                <c:pt idx="37867">
                  <c:v>0.43827546296233777</c:v>
                </c:pt>
                <c:pt idx="37868">
                  <c:v>0.43828703703184146</c:v>
                </c:pt>
                <c:pt idx="37869">
                  <c:v>0.43829861110862112</c:v>
                </c:pt>
                <c:pt idx="37870">
                  <c:v>0.43831018518540077</c:v>
                </c:pt>
                <c:pt idx="37871">
                  <c:v>0.43832175925490446</c:v>
                </c:pt>
                <c:pt idx="37872">
                  <c:v>0.43833333333168412</c:v>
                </c:pt>
                <c:pt idx="37873">
                  <c:v>0.43834490740846377</c:v>
                </c:pt>
                <c:pt idx="37874">
                  <c:v>0.43835648147796746</c:v>
                </c:pt>
                <c:pt idx="37875">
                  <c:v>0.43836805555474712</c:v>
                </c:pt>
                <c:pt idx="37876">
                  <c:v>0.43837962962425081</c:v>
                </c:pt>
                <c:pt idx="37877">
                  <c:v>0.43839120370103046</c:v>
                </c:pt>
                <c:pt idx="37878">
                  <c:v>0.43840277777781012</c:v>
                </c:pt>
                <c:pt idx="37879">
                  <c:v>0.43841435184731381</c:v>
                </c:pt>
                <c:pt idx="37880">
                  <c:v>0.43842592592409346</c:v>
                </c:pt>
                <c:pt idx="37881">
                  <c:v>0.43843750000087311</c:v>
                </c:pt>
                <c:pt idx="37882">
                  <c:v>0.43844907407037681</c:v>
                </c:pt>
                <c:pt idx="37883">
                  <c:v>0.43846064814715646</c:v>
                </c:pt>
                <c:pt idx="37884">
                  <c:v>0.43847222221666016</c:v>
                </c:pt>
                <c:pt idx="37885">
                  <c:v>0.43848379629343981</c:v>
                </c:pt>
                <c:pt idx="37886">
                  <c:v>0.43849537037021946</c:v>
                </c:pt>
                <c:pt idx="37887">
                  <c:v>0.43850694443972316</c:v>
                </c:pt>
                <c:pt idx="37888">
                  <c:v>0.43851851851650281</c:v>
                </c:pt>
                <c:pt idx="37889">
                  <c:v>0.43853009259328246</c:v>
                </c:pt>
                <c:pt idx="37890">
                  <c:v>0.43854166666278616</c:v>
                </c:pt>
                <c:pt idx="37891">
                  <c:v>0.43855324073956581</c:v>
                </c:pt>
                <c:pt idx="37892">
                  <c:v>0.4385648148090695</c:v>
                </c:pt>
                <c:pt idx="37893">
                  <c:v>0.43857638888584916</c:v>
                </c:pt>
                <c:pt idx="37894">
                  <c:v>0.43858796296262881</c:v>
                </c:pt>
                <c:pt idx="37895">
                  <c:v>0.4385995370321325</c:v>
                </c:pt>
                <c:pt idx="37896">
                  <c:v>0.43861111110891216</c:v>
                </c:pt>
                <c:pt idx="37897">
                  <c:v>0.43862268518569181</c:v>
                </c:pt>
                <c:pt idx="37898">
                  <c:v>0.4386342592551955</c:v>
                </c:pt>
                <c:pt idx="37899">
                  <c:v>0.43864583333197515</c:v>
                </c:pt>
                <c:pt idx="37900">
                  <c:v>0.43865740740147885</c:v>
                </c:pt>
                <c:pt idx="37901">
                  <c:v>0.4386689814782585</c:v>
                </c:pt>
                <c:pt idx="37902">
                  <c:v>0.43868055555503815</c:v>
                </c:pt>
                <c:pt idx="37903">
                  <c:v>0.43869212962454185</c:v>
                </c:pt>
                <c:pt idx="37904">
                  <c:v>0.4387037037013215</c:v>
                </c:pt>
                <c:pt idx="37905">
                  <c:v>0.43871527777810115</c:v>
                </c:pt>
                <c:pt idx="37906">
                  <c:v>0.43872685184760485</c:v>
                </c:pt>
                <c:pt idx="37907">
                  <c:v>0.4387384259243845</c:v>
                </c:pt>
                <c:pt idx="37908">
                  <c:v>0.43875000000116415</c:v>
                </c:pt>
                <c:pt idx="37909">
                  <c:v>0.43876157407066785</c:v>
                </c:pt>
                <c:pt idx="37910">
                  <c:v>0.4387731481474475</c:v>
                </c:pt>
                <c:pt idx="37911">
                  <c:v>0.4387847222169512</c:v>
                </c:pt>
                <c:pt idx="37912">
                  <c:v>0.43879629629373085</c:v>
                </c:pt>
                <c:pt idx="37913">
                  <c:v>0.4388078703705105</c:v>
                </c:pt>
                <c:pt idx="37914">
                  <c:v>0.43881944444001419</c:v>
                </c:pt>
                <c:pt idx="37915">
                  <c:v>0.43883101851679385</c:v>
                </c:pt>
                <c:pt idx="37916">
                  <c:v>0.4388425925935735</c:v>
                </c:pt>
                <c:pt idx="37917">
                  <c:v>0.43885416666307719</c:v>
                </c:pt>
                <c:pt idx="37918">
                  <c:v>0.43886574073985685</c:v>
                </c:pt>
                <c:pt idx="37919">
                  <c:v>0.43887731480936054</c:v>
                </c:pt>
                <c:pt idx="37920">
                  <c:v>0.43888888888614019</c:v>
                </c:pt>
                <c:pt idx="37921">
                  <c:v>0.43890046296291985</c:v>
                </c:pt>
                <c:pt idx="37922">
                  <c:v>0.43891203703242354</c:v>
                </c:pt>
                <c:pt idx="37923">
                  <c:v>0.43892361110920319</c:v>
                </c:pt>
                <c:pt idx="37924">
                  <c:v>0.43893518518598285</c:v>
                </c:pt>
                <c:pt idx="37925">
                  <c:v>0.43894675925548654</c:v>
                </c:pt>
                <c:pt idx="37926">
                  <c:v>0.43895833333226619</c:v>
                </c:pt>
                <c:pt idx="37927">
                  <c:v>0.43896990740176989</c:v>
                </c:pt>
                <c:pt idx="37928">
                  <c:v>0.43898148147854954</c:v>
                </c:pt>
                <c:pt idx="37929">
                  <c:v>0.43899305555532919</c:v>
                </c:pt>
                <c:pt idx="37930">
                  <c:v>0.43900462962483289</c:v>
                </c:pt>
                <c:pt idx="37931">
                  <c:v>0.43901620370161254</c:v>
                </c:pt>
                <c:pt idx="37932">
                  <c:v>0.43902777777839219</c:v>
                </c:pt>
                <c:pt idx="37933">
                  <c:v>0.43903935184789589</c:v>
                </c:pt>
                <c:pt idx="37934">
                  <c:v>0.43905092592467554</c:v>
                </c:pt>
                <c:pt idx="37935">
                  <c:v>0.43906249999417923</c:v>
                </c:pt>
                <c:pt idx="37936">
                  <c:v>0.43907407407095889</c:v>
                </c:pt>
                <c:pt idx="37937">
                  <c:v>0.43908564814773854</c:v>
                </c:pt>
                <c:pt idx="37938">
                  <c:v>0.43909722221724223</c:v>
                </c:pt>
                <c:pt idx="37939">
                  <c:v>0.43910879629402189</c:v>
                </c:pt>
                <c:pt idx="37940">
                  <c:v>0.43912037037080154</c:v>
                </c:pt>
                <c:pt idx="37941">
                  <c:v>0.43913194444030523</c:v>
                </c:pt>
                <c:pt idx="37942">
                  <c:v>0.43914351851708489</c:v>
                </c:pt>
                <c:pt idx="37943">
                  <c:v>0.43915509259386454</c:v>
                </c:pt>
                <c:pt idx="37944">
                  <c:v>0.43916666666336823</c:v>
                </c:pt>
                <c:pt idx="37945">
                  <c:v>0.43917824074014788</c:v>
                </c:pt>
                <c:pt idx="37946">
                  <c:v>0.43918981480965158</c:v>
                </c:pt>
                <c:pt idx="37947">
                  <c:v>0.43920138888643123</c:v>
                </c:pt>
                <c:pt idx="37948">
                  <c:v>0.43921296296321088</c:v>
                </c:pt>
                <c:pt idx="37949">
                  <c:v>0.43922453703271458</c:v>
                </c:pt>
                <c:pt idx="37950">
                  <c:v>0.43923611110949423</c:v>
                </c:pt>
                <c:pt idx="37951">
                  <c:v>0.43924768518627388</c:v>
                </c:pt>
                <c:pt idx="37952">
                  <c:v>0.43925925925577758</c:v>
                </c:pt>
                <c:pt idx="37953">
                  <c:v>0.43927083333255723</c:v>
                </c:pt>
                <c:pt idx="37954">
                  <c:v>0.43928240740206093</c:v>
                </c:pt>
                <c:pt idx="37955">
                  <c:v>0.43929398147884058</c:v>
                </c:pt>
                <c:pt idx="37956">
                  <c:v>0.43930555555562023</c:v>
                </c:pt>
                <c:pt idx="37957">
                  <c:v>0.43931712962512393</c:v>
                </c:pt>
                <c:pt idx="37958">
                  <c:v>0.43932870370190358</c:v>
                </c:pt>
                <c:pt idx="37959">
                  <c:v>0.43934027777868323</c:v>
                </c:pt>
                <c:pt idx="37960">
                  <c:v>0.43935185184818693</c:v>
                </c:pt>
                <c:pt idx="37961">
                  <c:v>0.43936342592496658</c:v>
                </c:pt>
                <c:pt idx="37962">
                  <c:v>0.43937499999447027</c:v>
                </c:pt>
                <c:pt idx="37963">
                  <c:v>0.43938657407124992</c:v>
                </c:pt>
                <c:pt idx="37964">
                  <c:v>0.43939814814802958</c:v>
                </c:pt>
                <c:pt idx="37965">
                  <c:v>0.43940972221753327</c:v>
                </c:pt>
                <c:pt idx="37966">
                  <c:v>0.43942129629431292</c:v>
                </c:pt>
                <c:pt idx="37967">
                  <c:v>0.43943287037109258</c:v>
                </c:pt>
                <c:pt idx="37968">
                  <c:v>0.43944444444059627</c:v>
                </c:pt>
                <c:pt idx="37969">
                  <c:v>0.43945601851737592</c:v>
                </c:pt>
                <c:pt idx="37970">
                  <c:v>0.43946759258687962</c:v>
                </c:pt>
                <c:pt idx="37971">
                  <c:v>0.43947916666365927</c:v>
                </c:pt>
                <c:pt idx="37972">
                  <c:v>0.43949074074043892</c:v>
                </c:pt>
                <c:pt idx="37973">
                  <c:v>0.43950231480994262</c:v>
                </c:pt>
                <c:pt idx="37974">
                  <c:v>0.43951388888672227</c:v>
                </c:pt>
                <c:pt idx="37975">
                  <c:v>0.43952546296350192</c:v>
                </c:pt>
                <c:pt idx="37976">
                  <c:v>0.43953703703300562</c:v>
                </c:pt>
                <c:pt idx="37977">
                  <c:v>0.43954861110978527</c:v>
                </c:pt>
                <c:pt idx="37978">
                  <c:v>0.43956018517928896</c:v>
                </c:pt>
                <c:pt idx="37979">
                  <c:v>0.43957175925606862</c:v>
                </c:pt>
                <c:pt idx="37980">
                  <c:v>0.43958333333284827</c:v>
                </c:pt>
                <c:pt idx="37981">
                  <c:v>0.43959490740235196</c:v>
                </c:pt>
                <c:pt idx="37982">
                  <c:v>0.43960648147913162</c:v>
                </c:pt>
                <c:pt idx="37983">
                  <c:v>0.43961805555591127</c:v>
                </c:pt>
                <c:pt idx="37984">
                  <c:v>0.43962962962541496</c:v>
                </c:pt>
                <c:pt idx="37985">
                  <c:v>0.43964120370219462</c:v>
                </c:pt>
                <c:pt idx="37986">
                  <c:v>0.43965277777897427</c:v>
                </c:pt>
                <c:pt idx="37987">
                  <c:v>0.43966435184847796</c:v>
                </c:pt>
                <c:pt idx="37988">
                  <c:v>0.43967592592525762</c:v>
                </c:pt>
                <c:pt idx="37989">
                  <c:v>0.43968749999476131</c:v>
                </c:pt>
                <c:pt idx="37990">
                  <c:v>0.43969907407154096</c:v>
                </c:pt>
                <c:pt idx="37991">
                  <c:v>0.43971064814832062</c:v>
                </c:pt>
                <c:pt idx="37992">
                  <c:v>0.43972222221782431</c:v>
                </c:pt>
                <c:pt idx="37993">
                  <c:v>0.43973379629460396</c:v>
                </c:pt>
                <c:pt idx="37994">
                  <c:v>0.43974537037138361</c:v>
                </c:pt>
                <c:pt idx="37995">
                  <c:v>0.43975694444088731</c:v>
                </c:pt>
                <c:pt idx="37996">
                  <c:v>0.43976851851766696</c:v>
                </c:pt>
                <c:pt idx="37997">
                  <c:v>0.43978009258717066</c:v>
                </c:pt>
                <c:pt idx="37998">
                  <c:v>0.43979166666395031</c:v>
                </c:pt>
                <c:pt idx="37999">
                  <c:v>0.43980324074072996</c:v>
                </c:pt>
                <c:pt idx="38000">
                  <c:v>0.43981481481023366</c:v>
                </c:pt>
                <c:pt idx="38001">
                  <c:v>0.43982638888701331</c:v>
                </c:pt>
                <c:pt idx="38002">
                  <c:v>0.43983796296379296</c:v>
                </c:pt>
                <c:pt idx="38003">
                  <c:v>0.43984953703329666</c:v>
                </c:pt>
                <c:pt idx="38004">
                  <c:v>0.43986111111007631</c:v>
                </c:pt>
                <c:pt idx="38005">
                  <c:v>0.43987268517958</c:v>
                </c:pt>
                <c:pt idx="38006">
                  <c:v>0.43988425925635966</c:v>
                </c:pt>
                <c:pt idx="38007">
                  <c:v>0.43989583333313931</c:v>
                </c:pt>
                <c:pt idx="38008">
                  <c:v>0.439907407402643</c:v>
                </c:pt>
                <c:pt idx="38009">
                  <c:v>0.43991898147942265</c:v>
                </c:pt>
                <c:pt idx="38010">
                  <c:v>0.43993055555620231</c:v>
                </c:pt>
                <c:pt idx="38011">
                  <c:v>0.439942129625706</c:v>
                </c:pt>
                <c:pt idx="38012">
                  <c:v>0.43995370370248565</c:v>
                </c:pt>
                <c:pt idx="38013">
                  <c:v>0.43996527777198935</c:v>
                </c:pt>
                <c:pt idx="38014">
                  <c:v>0.439976851848769</c:v>
                </c:pt>
                <c:pt idx="38015">
                  <c:v>0.43998842592554865</c:v>
                </c:pt>
                <c:pt idx="38016">
                  <c:v>0.43999999999505235</c:v>
                </c:pt>
                <c:pt idx="38017">
                  <c:v>0.440011574071832</c:v>
                </c:pt>
                <c:pt idx="38018">
                  <c:v>0.44002314814861165</c:v>
                </c:pt>
                <c:pt idx="38019">
                  <c:v>0.44003472221811535</c:v>
                </c:pt>
                <c:pt idx="38020">
                  <c:v>0.440046296294895</c:v>
                </c:pt>
                <c:pt idx="38021">
                  <c:v>0.44005787037167465</c:v>
                </c:pt>
                <c:pt idx="38022">
                  <c:v>0.44006944444117835</c:v>
                </c:pt>
                <c:pt idx="38023">
                  <c:v>0.440081018517958</c:v>
                </c:pt>
                <c:pt idx="38024">
                  <c:v>0.4400925925874617</c:v>
                </c:pt>
                <c:pt idx="38025">
                  <c:v>0.44010416666424135</c:v>
                </c:pt>
                <c:pt idx="38026">
                  <c:v>0.440115740741021</c:v>
                </c:pt>
                <c:pt idx="38027">
                  <c:v>0.44012731481052469</c:v>
                </c:pt>
                <c:pt idx="38028">
                  <c:v>0.44013888888730435</c:v>
                </c:pt>
                <c:pt idx="38029">
                  <c:v>0.440150462964084</c:v>
                </c:pt>
                <c:pt idx="38030">
                  <c:v>0.44016203703358769</c:v>
                </c:pt>
                <c:pt idx="38031">
                  <c:v>0.44017361111036735</c:v>
                </c:pt>
                <c:pt idx="38032">
                  <c:v>0.44018518517987104</c:v>
                </c:pt>
                <c:pt idx="38033">
                  <c:v>0.44019675925665069</c:v>
                </c:pt>
                <c:pt idx="38034">
                  <c:v>0.44020833333343035</c:v>
                </c:pt>
                <c:pt idx="38035">
                  <c:v>0.44021990740293404</c:v>
                </c:pt>
                <c:pt idx="38036">
                  <c:v>0.44023148147971369</c:v>
                </c:pt>
                <c:pt idx="38037">
                  <c:v>0.44024305555649335</c:v>
                </c:pt>
                <c:pt idx="38038">
                  <c:v>0.44025462962599704</c:v>
                </c:pt>
                <c:pt idx="38039">
                  <c:v>0.44026620370277669</c:v>
                </c:pt>
                <c:pt idx="38040">
                  <c:v>0.44027777777228039</c:v>
                </c:pt>
                <c:pt idx="38041">
                  <c:v>0.44028935184906004</c:v>
                </c:pt>
                <c:pt idx="38042">
                  <c:v>0.44030092592583969</c:v>
                </c:pt>
                <c:pt idx="38043">
                  <c:v>0.44031249999534339</c:v>
                </c:pt>
                <c:pt idx="38044">
                  <c:v>0.44032407407212304</c:v>
                </c:pt>
                <c:pt idx="38045">
                  <c:v>0.44033564814890269</c:v>
                </c:pt>
                <c:pt idx="38046">
                  <c:v>0.44034722221840639</c:v>
                </c:pt>
                <c:pt idx="38047">
                  <c:v>0.44035879629518604</c:v>
                </c:pt>
                <c:pt idx="38048">
                  <c:v>0.44037037036468973</c:v>
                </c:pt>
                <c:pt idx="38049">
                  <c:v>0.44038194444146939</c:v>
                </c:pt>
                <c:pt idx="38050">
                  <c:v>0.44039351851824904</c:v>
                </c:pt>
                <c:pt idx="38051">
                  <c:v>0.44040509258775273</c:v>
                </c:pt>
                <c:pt idx="38052">
                  <c:v>0.44041666666453239</c:v>
                </c:pt>
                <c:pt idx="38053">
                  <c:v>0.44042824074131204</c:v>
                </c:pt>
                <c:pt idx="38054">
                  <c:v>0.44043981481081573</c:v>
                </c:pt>
                <c:pt idx="38055">
                  <c:v>0.44045138888759539</c:v>
                </c:pt>
                <c:pt idx="38056">
                  <c:v>0.44046296295709908</c:v>
                </c:pt>
                <c:pt idx="38057">
                  <c:v>0.44047453703387873</c:v>
                </c:pt>
                <c:pt idx="38058">
                  <c:v>0.44048611111065838</c:v>
                </c:pt>
                <c:pt idx="38059">
                  <c:v>0.44049768518016208</c:v>
                </c:pt>
                <c:pt idx="38060">
                  <c:v>0.44050925925694173</c:v>
                </c:pt>
                <c:pt idx="38061">
                  <c:v>0.44052083333372138</c:v>
                </c:pt>
                <c:pt idx="38062">
                  <c:v>0.44053240740322508</c:v>
                </c:pt>
                <c:pt idx="38063">
                  <c:v>0.44054398148000473</c:v>
                </c:pt>
                <c:pt idx="38064">
                  <c:v>0.44055555555678438</c:v>
                </c:pt>
                <c:pt idx="38065">
                  <c:v>0.44056712962628808</c:v>
                </c:pt>
                <c:pt idx="38066">
                  <c:v>0.44057870370306773</c:v>
                </c:pt>
                <c:pt idx="38067">
                  <c:v>0.44059027777257143</c:v>
                </c:pt>
                <c:pt idx="38068">
                  <c:v>0.44060185184935108</c:v>
                </c:pt>
                <c:pt idx="38069">
                  <c:v>0.44061342592613073</c:v>
                </c:pt>
                <c:pt idx="38070">
                  <c:v>0.44062499999563443</c:v>
                </c:pt>
                <c:pt idx="38071">
                  <c:v>0.44063657407241408</c:v>
                </c:pt>
                <c:pt idx="38072">
                  <c:v>0.44064814814919373</c:v>
                </c:pt>
                <c:pt idx="38073">
                  <c:v>0.44065972221869742</c:v>
                </c:pt>
                <c:pt idx="38074">
                  <c:v>0.44067129629547708</c:v>
                </c:pt>
                <c:pt idx="38075">
                  <c:v>0.44068287036498077</c:v>
                </c:pt>
                <c:pt idx="38076">
                  <c:v>0.44069444444176042</c:v>
                </c:pt>
                <c:pt idx="38077">
                  <c:v>0.44070601851854008</c:v>
                </c:pt>
                <c:pt idx="38078">
                  <c:v>0.44071759258804377</c:v>
                </c:pt>
                <c:pt idx="38079">
                  <c:v>0.44072916666482342</c:v>
                </c:pt>
                <c:pt idx="38080">
                  <c:v>0.44074074074160308</c:v>
                </c:pt>
                <c:pt idx="38081">
                  <c:v>0.44075231481110677</c:v>
                </c:pt>
                <c:pt idx="38082">
                  <c:v>0.44076388888788642</c:v>
                </c:pt>
                <c:pt idx="38083">
                  <c:v>0.44077546295739012</c:v>
                </c:pt>
                <c:pt idx="38084">
                  <c:v>0.44078703703416977</c:v>
                </c:pt>
                <c:pt idx="38085">
                  <c:v>0.44079861111094942</c:v>
                </c:pt>
                <c:pt idx="38086">
                  <c:v>0.44081018518045312</c:v>
                </c:pt>
                <c:pt idx="38087">
                  <c:v>0.44082175925723277</c:v>
                </c:pt>
                <c:pt idx="38088">
                  <c:v>0.44083333333401242</c:v>
                </c:pt>
                <c:pt idx="38089">
                  <c:v>0.44084490740351612</c:v>
                </c:pt>
                <c:pt idx="38090">
                  <c:v>0.44085648148029577</c:v>
                </c:pt>
                <c:pt idx="38091">
                  <c:v>0.44086805554979946</c:v>
                </c:pt>
                <c:pt idx="38092">
                  <c:v>0.44087962962657912</c:v>
                </c:pt>
                <c:pt idx="38093">
                  <c:v>0.44089120370335877</c:v>
                </c:pt>
                <c:pt idx="38094">
                  <c:v>0.44090277777286246</c:v>
                </c:pt>
                <c:pt idx="38095">
                  <c:v>0.44091435184964212</c:v>
                </c:pt>
                <c:pt idx="38096">
                  <c:v>0.44092592592642177</c:v>
                </c:pt>
                <c:pt idx="38097">
                  <c:v>0.44093749999592546</c:v>
                </c:pt>
                <c:pt idx="38098">
                  <c:v>0.44094907407270512</c:v>
                </c:pt>
                <c:pt idx="38099">
                  <c:v>0.44096064814948477</c:v>
                </c:pt>
                <c:pt idx="38100">
                  <c:v>0.44097222221898846</c:v>
                </c:pt>
                <c:pt idx="38101">
                  <c:v>0.44098379629576812</c:v>
                </c:pt>
                <c:pt idx="38102">
                  <c:v>0.44099537036527181</c:v>
                </c:pt>
                <c:pt idx="38103">
                  <c:v>0.44100694444205146</c:v>
                </c:pt>
                <c:pt idx="38104">
                  <c:v>0.44101851851883112</c:v>
                </c:pt>
                <c:pt idx="38105">
                  <c:v>0.44103009258833481</c:v>
                </c:pt>
                <c:pt idx="38106">
                  <c:v>0.44104166666511446</c:v>
                </c:pt>
                <c:pt idx="38107">
                  <c:v>0.44105324074189411</c:v>
                </c:pt>
                <c:pt idx="38108">
                  <c:v>0.44106481481139781</c:v>
                </c:pt>
                <c:pt idx="38109">
                  <c:v>0.44107638888817746</c:v>
                </c:pt>
                <c:pt idx="38110">
                  <c:v>0.44108796295768116</c:v>
                </c:pt>
                <c:pt idx="38111">
                  <c:v>0.44109953703446081</c:v>
                </c:pt>
                <c:pt idx="38112">
                  <c:v>0.44111111111124046</c:v>
                </c:pt>
                <c:pt idx="38113">
                  <c:v>0.44112268518074416</c:v>
                </c:pt>
                <c:pt idx="38114">
                  <c:v>0.44113425925752381</c:v>
                </c:pt>
                <c:pt idx="38115">
                  <c:v>0.44114583333430346</c:v>
                </c:pt>
                <c:pt idx="38116">
                  <c:v>0.44115740740380716</c:v>
                </c:pt>
                <c:pt idx="38117">
                  <c:v>0.44116898148058681</c:v>
                </c:pt>
                <c:pt idx="38118">
                  <c:v>0.4411805555500905</c:v>
                </c:pt>
                <c:pt idx="38119">
                  <c:v>0.44119212962687016</c:v>
                </c:pt>
                <c:pt idx="38120">
                  <c:v>0.44120370370364981</c:v>
                </c:pt>
                <c:pt idx="38121">
                  <c:v>0.4412152777731535</c:v>
                </c:pt>
                <c:pt idx="38122">
                  <c:v>0.44122685184993315</c:v>
                </c:pt>
                <c:pt idx="38123">
                  <c:v>0.44123842592671281</c:v>
                </c:pt>
                <c:pt idx="38124">
                  <c:v>0.4412499999962165</c:v>
                </c:pt>
                <c:pt idx="38125">
                  <c:v>0.44126157407299615</c:v>
                </c:pt>
                <c:pt idx="38126">
                  <c:v>0.44127314814249985</c:v>
                </c:pt>
                <c:pt idx="38127">
                  <c:v>0.4412847222192795</c:v>
                </c:pt>
                <c:pt idx="38128">
                  <c:v>0.44129629629605915</c:v>
                </c:pt>
                <c:pt idx="38129">
                  <c:v>0.44130787036556285</c:v>
                </c:pt>
                <c:pt idx="38130">
                  <c:v>0.4413194444423425</c:v>
                </c:pt>
                <c:pt idx="38131">
                  <c:v>0.44133101851912215</c:v>
                </c:pt>
                <c:pt idx="38132">
                  <c:v>0.44134259258862585</c:v>
                </c:pt>
                <c:pt idx="38133">
                  <c:v>0.4413541666654055</c:v>
                </c:pt>
                <c:pt idx="38134">
                  <c:v>0.4413657407349092</c:v>
                </c:pt>
                <c:pt idx="38135">
                  <c:v>0.44137731481168885</c:v>
                </c:pt>
                <c:pt idx="38136">
                  <c:v>0.4413888888884685</c:v>
                </c:pt>
                <c:pt idx="38137">
                  <c:v>0.44140046295797219</c:v>
                </c:pt>
                <c:pt idx="38138">
                  <c:v>0.44141203703475185</c:v>
                </c:pt>
                <c:pt idx="38139">
                  <c:v>0.4414236111115315</c:v>
                </c:pt>
                <c:pt idx="38140">
                  <c:v>0.44143518518103519</c:v>
                </c:pt>
                <c:pt idx="38141">
                  <c:v>0.44144675925781485</c:v>
                </c:pt>
                <c:pt idx="38142">
                  <c:v>0.4414583333345945</c:v>
                </c:pt>
                <c:pt idx="38143">
                  <c:v>0.44146990740409819</c:v>
                </c:pt>
                <c:pt idx="38144">
                  <c:v>0.44148148148087785</c:v>
                </c:pt>
                <c:pt idx="38145">
                  <c:v>0.44149305555038154</c:v>
                </c:pt>
                <c:pt idx="38146">
                  <c:v>0.44150462962716119</c:v>
                </c:pt>
                <c:pt idx="38147">
                  <c:v>0.44151620370394085</c:v>
                </c:pt>
                <c:pt idx="38148">
                  <c:v>0.44152777777344454</c:v>
                </c:pt>
                <c:pt idx="38149">
                  <c:v>0.44153935185022419</c:v>
                </c:pt>
                <c:pt idx="38150">
                  <c:v>0.44155092592700385</c:v>
                </c:pt>
                <c:pt idx="38151">
                  <c:v>0.44156249999650754</c:v>
                </c:pt>
                <c:pt idx="38152">
                  <c:v>0.44157407407328719</c:v>
                </c:pt>
                <c:pt idx="38153">
                  <c:v>0.44158564814279089</c:v>
                </c:pt>
                <c:pt idx="38154">
                  <c:v>0.44159722221957054</c:v>
                </c:pt>
                <c:pt idx="38155">
                  <c:v>0.44160879629635019</c:v>
                </c:pt>
                <c:pt idx="38156">
                  <c:v>0.44162037036585389</c:v>
                </c:pt>
                <c:pt idx="38157">
                  <c:v>0.44163194444263354</c:v>
                </c:pt>
                <c:pt idx="38158">
                  <c:v>0.44164351851941319</c:v>
                </c:pt>
                <c:pt idx="38159">
                  <c:v>0.44165509258891689</c:v>
                </c:pt>
                <c:pt idx="38160">
                  <c:v>0.44166666666569654</c:v>
                </c:pt>
                <c:pt idx="38161">
                  <c:v>0.44167824073520023</c:v>
                </c:pt>
                <c:pt idx="38162">
                  <c:v>0.44168981481197989</c:v>
                </c:pt>
                <c:pt idx="38163">
                  <c:v>0.44170138888875954</c:v>
                </c:pt>
                <c:pt idx="38164">
                  <c:v>0.44171296295826323</c:v>
                </c:pt>
                <c:pt idx="38165">
                  <c:v>0.44172453703504289</c:v>
                </c:pt>
                <c:pt idx="38166">
                  <c:v>0.44173611111182254</c:v>
                </c:pt>
                <c:pt idx="38167">
                  <c:v>0.44174768518132623</c:v>
                </c:pt>
                <c:pt idx="38168">
                  <c:v>0.44175925925810589</c:v>
                </c:pt>
                <c:pt idx="38169">
                  <c:v>0.44177083332760958</c:v>
                </c:pt>
                <c:pt idx="38170">
                  <c:v>0.44178240740438923</c:v>
                </c:pt>
                <c:pt idx="38171">
                  <c:v>0.44179398148116888</c:v>
                </c:pt>
                <c:pt idx="38172">
                  <c:v>0.44180555555067258</c:v>
                </c:pt>
                <c:pt idx="38173">
                  <c:v>0.44181712962745223</c:v>
                </c:pt>
                <c:pt idx="38174">
                  <c:v>0.44182870370423188</c:v>
                </c:pt>
                <c:pt idx="38175">
                  <c:v>0.44184027777373558</c:v>
                </c:pt>
                <c:pt idx="38176">
                  <c:v>0.44185185185051523</c:v>
                </c:pt>
                <c:pt idx="38177">
                  <c:v>0.44186342592001893</c:v>
                </c:pt>
                <c:pt idx="38178">
                  <c:v>0.44187499999679858</c:v>
                </c:pt>
                <c:pt idx="38179">
                  <c:v>0.44188657407357823</c:v>
                </c:pt>
                <c:pt idx="38180">
                  <c:v>0.44189814814308193</c:v>
                </c:pt>
                <c:pt idx="38181">
                  <c:v>0.44190972221986158</c:v>
                </c:pt>
                <c:pt idx="38182">
                  <c:v>0.44192129629664123</c:v>
                </c:pt>
                <c:pt idx="38183">
                  <c:v>0.44193287036614493</c:v>
                </c:pt>
                <c:pt idx="38184">
                  <c:v>0.44194444444292458</c:v>
                </c:pt>
                <c:pt idx="38185">
                  <c:v>0.44195601851970423</c:v>
                </c:pt>
                <c:pt idx="38186">
                  <c:v>0.44196759258920792</c:v>
                </c:pt>
                <c:pt idx="38187">
                  <c:v>0.44197916666598758</c:v>
                </c:pt>
                <c:pt idx="38188">
                  <c:v>0.44199074073549127</c:v>
                </c:pt>
                <c:pt idx="38189">
                  <c:v>0.44200231481227092</c:v>
                </c:pt>
                <c:pt idx="38190">
                  <c:v>0.44201388888905058</c:v>
                </c:pt>
                <c:pt idx="38191">
                  <c:v>0.44202546295855427</c:v>
                </c:pt>
                <c:pt idx="38192">
                  <c:v>0.44203703703533392</c:v>
                </c:pt>
                <c:pt idx="38193">
                  <c:v>0.44204861111211358</c:v>
                </c:pt>
                <c:pt idx="38194">
                  <c:v>0.44206018518161727</c:v>
                </c:pt>
                <c:pt idx="38195">
                  <c:v>0.44207175925839692</c:v>
                </c:pt>
                <c:pt idx="38196">
                  <c:v>0.44208333332790062</c:v>
                </c:pt>
                <c:pt idx="38197">
                  <c:v>0.44209490740468027</c:v>
                </c:pt>
                <c:pt idx="38198">
                  <c:v>0.44210648148145992</c:v>
                </c:pt>
                <c:pt idx="38199">
                  <c:v>0.44211805555096362</c:v>
                </c:pt>
                <c:pt idx="38200">
                  <c:v>0.44212962962774327</c:v>
                </c:pt>
                <c:pt idx="38201">
                  <c:v>0.44214120370452292</c:v>
                </c:pt>
                <c:pt idx="38202">
                  <c:v>0.44215277777402662</c:v>
                </c:pt>
                <c:pt idx="38203">
                  <c:v>0.44216435185080627</c:v>
                </c:pt>
                <c:pt idx="38204">
                  <c:v>0.44217592592030996</c:v>
                </c:pt>
                <c:pt idx="38205">
                  <c:v>0.44218749999708962</c:v>
                </c:pt>
                <c:pt idx="38206">
                  <c:v>0.44219907407386927</c:v>
                </c:pt>
                <c:pt idx="38207">
                  <c:v>0.44221064814337296</c:v>
                </c:pt>
                <c:pt idx="38208">
                  <c:v>0.44222222222015262</c:v>
                </c:pt>
                <c:pt idx="38209">
                  <c:v>0.44223379629693227</c:v>
                </c:pt>
                <c:pt idx="38210">
                  <c:v>0.44224537036643596</c:v>
                </c:pt>
                <c:pt idx="38211">
                  <c:v>0.44225694444321562</c:v>
                </c:pt>
                <c:pt idx="38212">
                  <c:v>0.44226851851271931</c:v>
                </c:pt>
                <c:pt idx="38213">
                  <c:v>0.44228009258949896</c:v>
                </c:pt>
                <c:pt idx="38214">
                  <c:v>0.44229166666627862</c:v>
                </c:pt>
                <c:pt idx="38215">
                  <c:v>0.44230324073578231</c:v>
                </c:pt>
                <c:pt idx="38216">
                  <c:v>0.44231481481256196</c:v>
                </c:pt>
                <c:pt idx="38217">
                  <c:v>0.44232638888934162</c:v>
                </c:pt>
                <c:pt idx="38218">
                  <c:v>0.44233796295884531</c:v>
                </c:pt>
                <c:pt idx="38219">
                  <c:v>0.44234953703562496</c:v>
                </c:pt>
                <c:pt idx="38220">
                  <c:v>0.44236111111240461</c:v>
                </c:pt>
                <c:pt idx="38221">
                  <c:v>0.44237268518190831</c:v>
                </c:pt>
                <c:pt idx="38222">
                  <c:v>0.44238425925868796</c:v>
                </c:pt>
                <c:pt idx="38223">
                  <c:v>0.44239583332819166</c:v>
                </c:pt>
                <c:pt idx="38224">
                  <c:v>0.44240740740497131</c:v>
                </c:pt>
                <c:pt idx="38225">
                  <c:v>0.44241898148175096</c:v>
                </c:pt>
                <c:pt idx="38226">
                  <c:v>0.44243055555125466</c:v>
                </c:pt>
                <c:pt idx="38227">
                  <c:v>0.44244212962803431</c:v>
                </c:pt>
                <c:pt idx="38228">
                  <c:v>0.44245370370481396</c:v>
                </c:pt>
                <c:pt idx="38229">
                  <c:v>0.44246527777431766</c:v>
                </c:pt>
                <c:pt idx="38230">
                  <c:v>0.44247685185109731</c:v>
                </c:pt>
                <c:pt idx="38231">
                  <c:v>0.442488425920601</c:v>
                </c:pt>
                <c:pt idx="38232">
                  <c:v>0.44249999999738066</c:v>
                </c:pt>
                <c:pt idx="38233">
                  <c:v>0.44251157407416031</c:v>
                </c:pt>
                <c:pt idx="38234">
                  <c:v>0.442523148143664</c:v>
                </c:pt>
                <c:pt idx="38235">
                  <c:v>0.44253472222044365</c:v>
                </c:pt>
                <c:pt idx="38236">
                  <c:v>0.44254629629722331</c:v>
                </c:pt>
                <c:pt idx="38237">
                  <c:v>0.442557870366727</c:v>
                </c:pt>
                <c:pt idx="38238">
                  <c:v>0.44256944444350665</c:v>
                </c:pt>
                <c:pt idx="38239">
                  <c:v>0.44258101851301035</c:v>
                </c:pt>
                <c:pt idx="38240">
                  <c:v>0.44259259258979</c:v>
                </c:pt>
                <c:pt idx="38241">
                  <c:v>0.44260416666656965</c:v>
                </c:pt>
                <c:pt idx="38242">
                  <c:v>0.44261574073607335</c:v>
                </c:pt>
                <c:pt idx="38243">
                  <c:v>0.442627314812853</c:v>
                </c:pt>
                <c:pt idx="38244">
                  <c:v>0.44263888888963265</c:v>
                </c:pt>
                <c:pt idx="38245">
                  <c:v>0.44265046295913635</c:v>
                </c:pt>
                <c:pt idx="38246">
                  <c:v>0.442662037035916</c:v>
                </c:pt>
                <c:pt idx="38247">
                  <c:v>0.4426736111054197</c:v>
                </c:pt>
                <c:pt idx="38248">
                  <c:v>0.44268518518219935</c:v>
                </c:pt>
                <c:pt idx="38249">
                  <c:v>0.442696759258979</c:v>
                </c:pt>
                <c:pt idx="38250">
                  <c:v>0.44270833332848269</c:v>
                </c:pt>
                <c:pt idx="38251">
                  <c:v>0.44271990740526235</c:v>
                </c:pt>
                <c:pt idx="38252">
                  <c:v>0.442731481482042</c:v>
                </c:pt>
                <c:pt idx="38253">
                  <c:v>0.44274305555154569</c:v>
                </c:pt>
                <c:pt idx="38254">
                  <c:v>0.44275462962832535</c:v>
                </c:pt>
                <c:pt idx="38255">
                  <c:v>0.44276620369782904</c:v>
                </c:pt>
                <c:pt idx="38256">
                  <c:v>0.44277777777460869</c:v>
                </c:pt>
                <c:pt idx="38257">
                  <c:v>0.44278935185138835</c:v>
                </c:pt>
                <c:pt idx="38258">
                  <c:v>0.44280092592089204</c:v>
                </c:pt>
                <c:pt idx="38259">
                  <c:v>0.44281249999767169</c:v>
                </c:pt>
                <c:pt idx="38260">
                  <c:v>0.44282407407445135</c:v>
                </c:pt>
                <c:pt idx="38261">
                  <c:v>0.44283564814395504</c:v>
                </c:pt>
                <c:pt idx="38262">
                  <c:v>0.44284722222073469</c:v>
                </c:pt>
                <c:pt idx="38263">
                  <c:v>0.44285879629751435</c:v>
                </c:pt>
                <c:pt idx="38264">
                  <c:v>0.44287037036701804</c:v>
                </c:pt>
                <c:pt idx="38265">
                  <c:v>0.44288194444379769</c:v>
                </c:pt>
                <c:pt idx="38266">
                  <c:v>0.44289351851330139</c:v>
                </c:pt>
                <c:pt idx="38267">
                  <c:v>0.44290509259008104</c:v>
                </c:pt>
                <c:pt idx="38268">
                  <c:v>0.44291666666686069</c:v>
                </c:pt>
                <c:pt idx="38269">
                  <c:v>0.44292824073636439</c:v>
                </c:pt>
                <c:pt idx="38270">
                  <c:v>0.44293981481314404</c:v>
                </c:pt>
                <c:pt idx="38271">
                  <c:v>0.44295138888992369</c:v>
                </c:pt>
                <c:pt idx="38272">
                  <c:v>0.44296296295942739</c:v>
                </c:pt>
                <c:pt idx="38273">
                  <c:v>0.44297453703620704</c:v>
                </c:pt>
                <c:pt idx="38274">
                  <c:v>0.44298611110571073</c:v>
                </c:pt>
                <c:pt idx="38275">
                  <c:v>0.44299768518249039</c:v>
                </c:pt>
                <c:pt idx="38276">
                  <c:v>0.44300925925927004</c:v>
                </c:pt>
                <c:pt idx="38277">
                  <c:v>0.44302083332877373</c:v>
                </c:pt>
                <c:pt idx="38278">
                  <c:v>0.44303240740555339</c:v>
                </c:pt>
                <c:pt idx="38279">
                  <c:v>0.44304398148233304</c:v>
                </c:pt>
                <c:pt idx="38280">
                  <c:v>0.44305555555183673</c:v>
                </c:pt>
                <c:pt idx="38281">
                  <c:v>0.44306712962861639</c:v>
                </c:pt>
                <c:pt idx="38282">
                  <c:v>0.44307870369812008</c:v>
                </c:pt>
                <c:pt idx="38283">
                  <c:v>0.44309027777489973</c:v>
                </c:pt>
                <c:pt idx="38284">
                  <c:v>0.44310185185167938</c:v>
                </c:pt>
                <c:pt idx="38285">
                  <c:v>0.44311342592118308</c:v>
                </c:pt>
                <c:pt idx="38286">
                  <c:v>0.44312499999796273</c:v>
                </c:pt>
                <c:pt idx="38287">
                  <c:v>0.44313657407474238</c:v>
                </c:pt>
                <c:pt idx="38288">
                  <c:v>0.44314814814424608</c:v>
                </c:pt>
                <c:pt idx="38289">
                  <c:v>0.44315972222102573</c:v>
                </c:pt>
                <c:pt idx="38290">
                  <c:v>0.44317129629052943</c:v>
                </c:pt>
                <c:pt idx="38291">
                  <c:v>0.44318287036730908</c:v>
                </c:pt>
                <c:pt idx="38292">
                  <c:v>0.44319444444408873</c:v>
                </c:pt>
                <c:pt idx="38293">
                  <c:v>0.44320601851359243</c:v>
                </c:pt>
                <c:pt idx="38294">
                  <c:v>0.44321759259037208</c:v>
                </c:pt>
                <c:pt idx="38295">
                  <c:v>0.44322916666715173</c:v>
                </c:pt>
                <c:pt idx="38296">
                  <c:v>0.44324074073665543</c:v>
                </c:pt>
                <c:pt idx="38297">
                  <c:v>0.44325231481343508</c:v>
                </c:pt>
                <c:pt idx="38298">
                  <c:v>0.44326388889021473</c:v>
                </c:pt>
                <c:pt idx="38299">
                  <c:v>0.44327546295971842</c:v>
                </c:pt>
                <c:pt idx="38300">
                  <c:v>0.44328703703649808</c:v>
                </c:pt>
                <c:pt idx="38301">
                  <c:v>0.44329861110600177</c:v>
                </c:pt>
                <c:pt idx="38302">
                  <c:v>0.44331018518278142</c:v>
                </c:pt>
                <c:pt idx="38303">
                  <c:v>0.44332175925956108</c:v>
                </c:pt>
                <c:pt idx="38304">
                  <c:v>0.44333333332906477</c:v>
                </c:pt>
                <c:pt idx="38305">
                  <c:v>0.44334490740584442</c:v>
                </c:pt>
                <c:pt idx="38306">
                  <c:v>0.44335648148262408</c:v>
                </c:pt>
                <c:pt idx="38307">
                  <c:v>0.44336805555212777</c:v>
                </c:pt>
                <c:pt idx="38308">
                  <c:v>0.44337962962890742</c:v>
                </c:pt>
                <c:pt idx="38309">
                  <c:v>0.44339120369841112</c:v>
                </c:pt>
                <c:pt idx="38310">
                  <c:v>0.44340277777519077</c:v>
                </c:pt>
                <c:pt idx="38311">
                  <c:v>0.44341435185197042</c:v>
                </c:pt>
                <c:pt idx="38312">
                  <c:v>0.44342592592147412</c:v>
                </c:pt>
                <c:pt idx="38313">
                  <c:v>0.44343749999825377</c:v>
                </c:pt>
                <c:pt idx="38314">
                  <c:v>0.44344907407503342</c:v>
                </c:pt>
                <c:pt idx="38315">
                  <c:v>0.44346064814453712</c:v>
                </c:pt>
                <c:pt idx="38316">
                  <c:v>0.44347222222131677</c:v>
                </c:pt>
                <c:pt idx="38317">
                  <c:v>0.44348379629082046</c:v>
                </c:pt>
                <c:pt idx="38318">
                  <c:v>0.44349537036760012</c:v>
                </c:pt>
                <c:pt idx="38319">
                  <c:v>0.44350694444437977</c:v>
                </c:pt>
                <c:pt idx="38320">
                  <c:v>0.44351851851388346</c:v>
                </c:pt>
                <c:pt idx="38321">
                  <c:v>0.44353009259066312</c:v>
                </c:pt>
                <c:pt idx="38322">
                  <c:v>0.44354166666744277</c:v>
                </c:pt>
                <c:pt idx="38323">
                  <c:v>0.44355324073694646</c:v>
                </c:pt>
                <c:pt idx="38324">
                  <c:v>0.44356481481372612</c:v>
                </c:pt>
                <c:pt idx="38325">
                  <c:v>0.44357638888322981</c:v>
                </c:pt>
                <c:pt idx="38326">
                  <c:v>0.44358796296000946</c:v>
                </c:pt>
                <c:pt idx="38327">
                  <c:v>0.44359953703678912</c:v>
                </c:pt>
                <c:pt idx="38328">
                  <c:v>0.44361111110629281</c:v>
                </c:pt>
                <c:pt idx="38329">
                  <c:v>0.44362268518307246</c:v>
                </c:pt>
                <c:pt idx="38330">
                  <c:v>0.44363425925985212</c:v>
                </c:pt>
                <c:pt idx="38331">
                  <c:v>0.44364583332935581</c:v>
                </c:pt>
                <c:pt idx="38332">
                  <c:v>0.44365740740613546</c:v>
                </c:pt>
                <c:pt idx="38333">
                  <c:v>0.44366898147563916</c:v>
                </c:pt>
                <c:pt idx="38334">
                  <c:v>0.44368055555241881</c:v>
                </c:pt>
                <c:pt idx="38335">
                  <c:v>0.44369212962919846</c:v>
                </c:pt>
                <c:pt idx="38336">
                  <c:v>0.44370370369870216</c:v>
                </c:pt>
                <c:pt idx="38337">
                  <c:v>0.44371527777548181</c:v>
                </c:pt>
                <c:pt idx="38338">
                  <c:v>0.44372685185226146</c:v>
                </c:pt>
                <c:pt idx="38339">
                  <c:v>0.44373842592176516</c:v>
                </c:pt>
                <c:pt idx="38340">
                  <c:v>0.44374999999854481</c:v>
                </c:pt>
                <c:pt idx="38341">
                  <c:v>0.44376157407532446</c:v>
                </c:pt>
                <c:pt idx="38342">
                  <c:v>0.44377314814482816</c:v>
                </c:pt>
                <c:pt idx="38343">
                  <c:v>0.44378472222160781</c:v>
                </c:pt>
                <c:pt idx="38344">
                  <c:v>0.4437962962911115</c:v>
                </c:pt>
                <c:pt idx="38345">
                  <c:v>0.44380787036789116</c:v>
                </c:pt>
                <c:pt idx="38346">
                  <c:v>0.44381944444467081</c:v>
                </c:pt>
                <c:pt idx="38347">
                  <c:v>0.4438310185141745</c:v>
                </c:pt>
                <c:pt idx="38348">
                  <c:v>0.44384259259095415</c:v>
                </c:pt>
                <c:pt idx="38349">
                  <c:v>0.44385416666773381</c:v>
                </c:pt>
                <c:pt idx="38350">
                  <c:v>0.4438657407372375</c:v>
                </c:pt>
                <c:pt idx="38351">
                  <c:v>0.44387731481401715</c:v>
                </c:pt>
                <c:pt idx="38352">
                  <c:v>0.44388888888352085</c:v>
                </c:pt>
                <c:pt idx="38353">
                  <c:v>0.4439004629603005</c:v>
                </c:pt>
                <c:pt idx="38354">
                  <c:v>0.44391203703708015</c:v>
                </c:pt>
                <c:pt idx="38355">
                  <c:v>0.44392361110658385</c:v>
                </c:pt>
                <c:pt idx="38356">
                  <c:v>0.4439351851833635</c:v>
                </c:pt>
                <c:pt idx="38357">
                  <c:v>0.44394675926014315</c:v>
                </c:pt>
                <c:pt idx="38358">
                  <c:v>0.44395833332964685</c:v>
                </c:pt>
                <c:pt idx="38359">
                  <c:v>0.4439699074064265</c:v>
                </c:pt>
                <c:pt idx="38360">
                  <c:v>0.4439814814759302</c:v>
                </c:pt>
                <c:pt idx="38361">
                  <c:v>0.44399305555270985</c:v>
                </c:pt>
                <c:pt idx="38362">
                  <c:v>0.4440046296294895</c:v>
                </c:pt>
                <c:pt idx="38363">
                  <c:v>0.44401620369899319</c:v>
                </c:pt>
                <c:pt idx="38364">
                  <c:v>0.44402777777577285</c:v>
                </c:pt>
                <c:pt idx="38365">
                  <c:v>0.4440393518525525</c:v>
                </c:pt>
                <c:pt idx="38366">
                  <c:v>0.44405092592205619</c:v>
                </c:pt>
                <c:pt idx="38367">
                  <c:v>0.44406249999883585</c:v>
                </c:pt>
                <c:pt idx="38368">
                  <c:v>0.44407407406833954</c:v>
                </c:pt>
                <c:pt idx="38369">
                  <c:v>0.44408564814511919</c:v>
                </c:pt>
                <c:pt idx="38370">
                  <c:v>0.44409722222189885</c:v>
                </c:pt>
                <c:pt idx="38371">
                  <c:v>0.44410879629140254</c:v>
                </c:pt>
                <c:pt idx="38372">
                  <c:v>0.44412037036818219</c:v>
                </c:pt>
                <c:pt idx="38373">
                  <c:v>0.44413194444496185</c:v>
                </c:pt>
                <c:pt idx="38374">
                  <c:v>0.44414351851446554</c:v>
                </c:pt>
                <c:pt idx="38375">
                  <c:v>0.44415509259124519</c:v>
                </c:pt>
                <c:pt idx="38376">
                  <c:v>0.44416666666074889</c:v>
                </c:pt>
                <c:pt idx="38377">
                  <c:v>0.44417824073752854</c:v>
                </c:pt>
                <c:pt idx="38378">
                  <c:v>0.44418981481430819</c:v>
                </c:pt>
                <c:pt idx="38379">
                  <c:v>0.44420138888381189</c:v>
                </c:pt>
                <c:pt idx="38380">
                  <c:v>0.44421296296059154</c:v>
                </c:pt>
                <c:pt idx="38381">
                  <c:v>0.44422453703737119</c:v>
                </c:pt>
                <c:pt idx="38382">
                  <c:v>0.44423611110687489</c:v>
                </c:pt>
                <c:pt idx="38383">
                  <c:v>0.44424768518365454</c:v>
                </c:pt>
                <c:pt idx="38384">
                  <c:v>0.44425925926043419</c:v>
                </c:pt>
                <c:pt idx="38385">
                  <c:v>0.44427083332993789</c:v>
                </c:pt>
                <c:pt idx="38386">
                  <c:v>0.44428240740671754</c:v>
                </c:pt>
                <c:pt idx="38387">
                  <c:v>0.44429398147622123</c:v>
                </c:pt>
                <c:pt idx="38388">
                  <c:v>0.44430555555300089</c:v>
                </c:pt>
                <c:pt idx="38389">
                  <c:v>0.44431712962978054</c:v>
                </c:pt>
                <c:pt idx="38390">
                  <c:v>0.44432870369928423</c:v>
                </c:pt>
                <c:pt idx="38391">
                  <c:v>0.44434027777606389</c:v>
                </c:pt>
                <c:pt idx="38392">
                  <c:v>0.44435185185284354</c:v>
                </c:pt>
                <c:pt idx="38393">
                  <c:v>0.44436342592234723</c:v>
                </c:pt>
                <c:pt idx="38394">
                  <c:v>0.44437499999912689</c:v>
                </c:pt>
                <c:pt idx="38395">
                  <c:v>0.44438657406863058</c:v>
                </c:pt>
                <c:pt idx="38396">
                  <c:v>0.44439814814541023</c:v>
                </c:pt>
                <c:pt idx="38397">
                  <c:v>0.44440972222218988</c:v>
                </c:pt>
                <c:pt idx="38398">
                  <c:v>0.44442129629169358</c:v>
                </c:pt>
                <c:pt idx="38399">
                  <c:v>0.44443287036847323</c:v>
                </c:pt>
                <c:pt idx="38400">
                  <c:v>0.44444444444525288</c:v>
                </c:pt>
                <c:pt idx="38401">
                  <c:v>0.44445601851475658</c:v>
                </c:pt>
                <c:pt idx="38402">
                  <c:v>0.44446759259153623</c:v>
                </c:pt>
                <c:pt idx="38403">
                  <c:v>0.44447916666103993</c:v>
                </c:pt>
                <c:pt idx="38404">
                  <c:v>0.44449074073781958</c:v>
                </c:pt>
                <c:pt idx="38405">
                  <c:v>0.44450231481459923</c:v>
                </c:pt>
                <c:pt idx="38406">
                  <c:v>0.44451388888410293</c:v>
                </c:pt>
                <c:pt idx="38407">
                  <c:v>0.44452546296088258</c:v>
                </c:pt>
                <c:pt idx="38408">
                  <c:v>0.44453703703766223</c:v>
                </c:pt>
                <c:pt idx="38409">
                  <c:v>0.44454861110716593</c:v>
                </c:pt>
                <c:pt idx="38410">
                  <c:v>0.44456018518394558</c:v>
                </c:pt>
                <c:pt idx="38411">
                  <c:v>0.44457175925344927</c:v>
                </c:pt>
                <c:pt idx="38412">
                  <c:v>0.44458333333022892</c:v>
                </c:pt>
                <c:pt idx="38413">
                  <c:v>0.44459490740700858</c:v>
                </c:pt>
                <c:pt idx="38414">
                  <c:v>0.44460648147651227</c:v>
                </c:pt>
                <c:pt idx="38415">
                  <c:v>0.44461805555329192</c:v>
                </c:pt>
                <c:pt idx="38416">
                  <c:v>0.44462962963007158</c:v>
                </c:pt>
                <c:pt idx="38417">
                  <c:v>0.44464120369957527</c:v>
                </c:pt>
                <c:pt idx="38418">
                  <c:v>0.44465277777635492</c:v>
                </c:pt>
                <c:pt idx="38419">
                  <c:v>0.44466435185313458</c:v>
                </c:pt>
                <c:pt idx="38420">
                  <c:v>0.44467592592263827</c:v>
                </c:pt>
                <c:pt idx="38421">
                  <c:v>0.44468749999941792</c:v>
                </c:pt>
                <c:pt idx="38422">
                  <c:v>0.44469907406892162</c:v>
                </c:pt>
                <c:pt idx="38423">
                  <c:v>0.44471064814570127</c:v>
                </c:pt>
                <c:pt idx="38424">
                  <c:v>0.44472222222248092</c:v>
                </c:pt>
                <c:pt idx="38425">
                  <c:v>0.44473379629198462</c:v>
                </c:pt>
                <c:pt idx="38426">
                  <c:v>0.44474537036876427</c:v>
                </c:pt>
                <c:pt idx="38427">
                  <c:v>0.44475694444554392</c:v>
                </c:pt>
                <c:pt idx="38428">
                  <c:v>0.44476851851504762</c:v>
                </c:pt>
                <c:pt idx="38429">
                  <c:v>0.44478009259182727</c:v>
                </c:pt>
                <c:pt idx="38430">
                  <c:v>0.44479166666133096</c:v>
                </c:pt>
                <c:pt idx="38431">
                  <c:v>0.44480324073811062</c:v>
                </c:pt>
                <c:pt idx="38432">
                  <c:v>0.44481481481489027</c:v>
                </c:pt>
                <c:pt idx="38433">
                  <c:v>0.44482638888439396</c:v>
                </c:pt>
                <c:pt idx="38434">
                  <c:v>0.44483796296117362</c:v>
                </c:pt>
                <c:pt idx="38435">
                  <c:v>0.44484953703795327</c:v>
                </c:pt>
                <c:pt idx="38436">
                  <c:v>0.44486111110745696</c:v>
                </c:pt>
                <c:pt idx="38437">
                  <c:v>0.44487268518423662</c:v>
                </c:pt>
                <c:pt idx="38438">
                  <c:v>0.44488425925374031</c:v>
                </c:pt>
                <c:pt idx="38439">
                  <c:v>0.44489583333051996</c:v>
                </c:pt>
                <c:pt idx="38440">
                  <c:v>0.44490740740729962</c:v>
                </c:pt>
                <c:pt idx="38441">
                  <c:v>0.44491898147680331</c:v>
                </c:pt>
                <c:pt idx="38442">
                  <c:v>0.44493055555358296</c:v>
                </c:pt>
                <c:pt idx="38443">
                  <c:v>0.44494212963036261</c:v>
                </c:pt>
                <c:pt idx="38444">
                  <c:v>0.44495370369986631</c:v>
                </c:pt>
                <c:pt idx="38445">
                  <c:v>0.44496527777664596</c:v>
                </c:pt>
                <c:pt idx="38446">
                  <c:v>0.44497685184614966</c:v>
                </c:pt>
                <c:pt idx="38447">
                  <c:v>0.44498842592292931</c:v>
                </c:pt>
                <c:pt idx="38448">
                  <c:v>0.44499999999970896</c:v>
                </c:pt>
                <c:pt idx="38449">
                  <c:v>0.44501157406921266</c:v>
                </c:pt>
                <c:pt idx="38450">
                  <c:v>0.44502314814599231</c:v>
                </c:pt>
                <c:pt idx="38451">
                  <c:v>0.44503472222277196</c:v>
                </c:pt>
                <c:pt idx="38452">
                  <c:v>0.44504629629227566</c:v>
                </c:pt>
                <c:pt idx="38453">
                  <c:v>0.44505787036905531</c:v>
                </c:pt>
                <c:pt idx="38454">
                  <c:v>0.445069444438559</c:v>
                </c:pt>
                <c:pt idx="38455">
                  <c:v>0.44508101851533866</c:v>
                </c:pt>
                <c:pt idx="38456">
                  <c:v>0.44509259259211831</c:v>
                </c:pt>
                <c:pt idx="38457">
                  <c:v>0.445104166661622</c:v>
                </c:pt>
                <c:pt idx="38458">
                  <c:v>0.44511574073840166</c:v>
                </c:pt>
                <c:pt idx="38459">
                  <c:v>0.44512731481518131</c:v>
                </c:pt>
                <c:pt idx="38460">
                  <c:v>0.445138888884685</c:v>
                </c:pt>
                <c:pt idx="38461">
                  <c:v>0.44515046296146465</c:v>
                </c:pt>
                <c:pt idx="38462">
                  <c:v>0.44516203703824431</c:v>
                </c:pt>
                <c:pt idx="38463">
                  <c:v>0.445173611107748</c:v>
                </c:pt>
                <c:pt idx="38464">
                  <c:v>0.44518518518452765</c:v>
                </c:pt>
                <c:pt idx="38465">
                  <c:v>0.44519675925403135</c:v>
                </c:pt>
                <c:pt idx="38466">
                  <c:v>0.445208333330811</c:v>
                </c:pt>
                <c:pt idx="38467">
                  <c:v>0.44521990740759065</c:v>
                </c:pt>
                <c:pt idx="38468">
                  <c:v>0.44523148147709435</c:v>
                </c:pt>
                <c:pt idx="38469">
                  <c:v>0.445243055553874</c:v>
                </c:pt>
                <c:pt idx="38470">
                  <c:v>0.44525462963065365</c:v>
                </c:pt>
                <c:pt idx="38471">
                  <c:v>0.44526620370015735</c:v>
                </c:pt>
                <c:pt idx="38472">
                  <c:v>0.445277777776937</c:v>
                </c:pt>
                <c:pt idx="38473">
                  <c:v>0.4452893518464407</c:v>
                </c:pt>
                <c:pt idx="38474">
                  <c:v>0.44530092592322035</c:v>
                </c:pt>
                <c:pt idx="38475">
                  <c:v>0.4453125</c:v>
                </c:pt>
                <c:pt idx="38476">
                  <c:v>0.44532407406950369</c:v>
                </c:pt>
                <c:pt idx="38477">
                  <c:v>0.44533564814628335</c:v>
                </c:pt>
                <c:pt idx="38478">
                  <c:v>0.445347222223063</c:v>
                </c:pt>
                <c:pt idx="38479">
                  <c:v>0.44535879629256669</c:v>
                </c:pt>
                <c:pt idx="38480">
                  <c:v>0.44537037036934635</c:v>
                </c:pt>
                <c:pt idx="38481">
                  <c:v>0.44538194443885004</c:v>
                </c:pt>
                <c:pt idx="38482">
                  <c:v>0.44539351851562969</c:v>
                </c:pt>
                <c:pt idx="38483">
                  <c:v>0.44540509259240935</c:v>
                </c:pt>
                <c:pt idx="38484">
                  <c:v>0.44541666666191304</c:v>
                </c:pt>
                <c:pt idx="38485">
                  <c:v>0.44542824073869269</c:v>
                </c:pt>
                <c:pt idx="38486">
                  <c:v>0.44543981481547235</c:v>
                </c:pt>
                <c:pt idx="38487">
                  <c:v>0.44545138888497604</c:v>
                </c:pt>
                <c:pt idx="38488">
                  <c:v>0.44546296296175569</c:v>
                </c:pt>
                <c:pt idx="38489">
                  <c:v>0.44547453703125939</c:v>
                </c:pt>
                <c:pt idx="38490">
                  <c:v>0.44548611110803904</c:v>
                </c:pt>
                <c:pt idx="38491">
                  <c:v>0.44549768518481869</c:v>
                </c:pt>
                <c:pt idx="38492">
                  <c:v>0.44550925925432239</c:v>
                </c:pt>
                <c:pt idx="38493">
                  <c:v>0.44552083333110204</c:v>
                </c:pt>
                <c:pt idx="38494">
                  <c:v>0.44553240740788169</c:v>
                </c:pt>
                <c:pt idx="38495">
                  <c:v>0.44554398147738539</c:v>
                </c:pt>
                <c:pt idx="38496">
                  <c:v>0.44555555555416504</c:v>
                </c:pt>
                <c:pt idx="38497">
                  <c:v>0.44556712963094469</c:v>
                </c:pt>
                <c:pt idx="38498">
                  <c:v>0.44557870370044839</c:v>
                </c:pt>
                <c:pt idx="38499">
                  <c:v>0.44559027777722804</c:v>
                </c:pt>
                <c:pt idx="38500">
                  <c:v>0.44560185184673173</c:v>
                </c:pt>
                <c:pt idx="38501">
                  <c:v>0.44561342592351139</c:v>
                </c:pt>
                <c:pt idx="38502">
                  <c:v>0.44562500000029104</c:v>
                </c:pt>
                <c:pt idx="38503">
                  <c:v>0.44563657406979473</c:v>
                </c:pt>
                <c:pt idx="38504">
                  <c:v>0.44564814814657439</c:v>
                </c:pt>
                <c:pt idx="38505">
                  <c:v>0.44565972222335404</c:v>
                </c:pt>
                <c:pt idx="38506">
                  <c:v>0.44567129629285773</c:v>
                </c:pt>
                <c:pt idx="38507">
                  <c:v>0.44568287036963739</c:v>
                </c:pt>
                <c:pt idx="38508">
                  <c:v>0.44569444443914108</c:v>
                </c:pt>
                <c:pt idx="38509">
                  <c:v>0.44570601851592073</c:v>
                </c:pt>
                <c:pt idx="38510">
                  <c:v>0.44571759259270038</c:v>
                </c:pt>
                <c:pt idx="38511">
                  <c:v>0.44572916666220408</c:v>
                </c:pt>
                <c:pt idx="38512">
                  <c:v>0.44574074073898373</c:v>
                </c:pt>
                <c:pt idx="38513">
                  <c:v>0.44575231481576338</c:v>
                </c:pt>
                <c:pt idx="38514">
                  <c:v>0.44576388888526708</c:v>
                </c:pt>
                <c:pt idx="38515">
                  <c:v>0.44577546296204673</c:v>
                </c:pt>
                <c:pt idx="38516">
                  <c:v>0.44578703703155043</c:v>
                </c:pt>
                <c:pt idx="38517">
                  <c:v>0.44579861110833008</c:v>
                </c:pt>
                <c:pt idx="38518">
                  <c:v>0.44581018518510973</c:v>
                </c:pt>
                <c:pt idx="38519">
                  <c:v>0.44582175925461343</c:v>
                </c:pt>
                <c:pt idx="38520">
                  <c:v>0.44583333333139308</c:v>
                </c:pt>
                <c:pt idx="38521">
                  <c:v>0.44584490740817273</c:v>
                </c:pt>
                <c:pt idx="38522">
                  <c:v>0.44585648147767643</c:v>
                </c:pt>
                <c:pt idx="38523">
                  <c:v>0.44586805555445608</c:v>
                </c:pt>
                <c:pt idx="38524">
                  <c:v>0.44587962962395977</c:v>
                </c:pt>
                <c:pt idx="38525">
                  <c:v>0.44589120370073942</c:v>
                </c:pt>
                <c:pt idx="38526">
                  <c:v>0.44590277777751908</c:v>
                </c:pt>
                <c:pt idx="38527">
                  <c:v>0.44591435184702277</c:v>
                </c:pt>
                <c:pt idx="38528">
                  <c:v>0.44592592592380242</c:v>
                </c:pt>
                <c:pt idx="38529">
                  <c:v>0.44593750000058208</c:v>
                </c:pt>
                <c:pt idx="38530">
                  <c:v>0.44594907407008577</c:v>
                </c:pt>
                <c:pt idx="38531">
                  <c:v>0.44596064814686542</c:v>
                </c:pt>
                <c:pt idx="38532">
                  <c:v>0.44597222221636912</c:v>
                </c:pt>
                <c:pt idx="38533">
                  <c:v>0.44598379629314877</c:v>
                </c:pt>
                <c:pt idx="38534">
                  <c:v>0.44599537036992842</c:v>
                </c:pt>
                <c:pt idx="38535">
                  <c:v>0.44600694443943212</c:v>
                </c:pt>
                <c:pt idx="38536">
                  <c:v>0.44601851851621177</c:v>
                </c:pt>
                <c:pt idx="38537">
                  <c:v>0.44603009259299142</c:v>
                </c:pt>
                <c:pt idx="38538">
                  <c:v>0.44604166666249512</c:v>
                </c:pt>
                <c:pt idx="38539">
                  <c:v>0.44605324073927477</c:v>
                </c:pt>
                <c:pt idx="38540">
                  <c:v>0.44606481481605442</c:v>
                </c:pt>
                <c:pt idx="38541">
                  <c:v>0.44607638888555812</c:v>
                </c:pt>
                <c:pt idx="38542">
                  <c:v>0.44608796296233777</c:v>
                </c:pt>
                <c:pt idx="38543">
                  <c:v>0.44609953703184146</c:v>
                </c:pt>
                <c:pt idx="38544">
                  <c:v>0.44611111110862112</c:v>
                </c:pt>
                <c:pt idx="38545">
                  <c:v>0.44612268518540077</c:v>
                </c:pt>
                <c:pt idx="38546">
                  <c:v>0.44613425925490446</c:v>
                </c:pt>
                <c:pt idx="38547">
                  <c:v>0.44614583333168412</c:v>
                </c:pt>
                <c:pt idx="38548">
                  <c:v>0.44615740740846377</c:v>
                </c:pt>
                <c:pt idx="38549">
                  <c:v>0.44616898147796746</c:v>
                </c:pt>
                <c:pt idx="38550">
                  <c:v>0.44618055555474712</c:v>
                </c:pt>
                <c:pt idx="38551">
                  <c:v>0.44619212962425081</c:v>
                </c:pt>
                <c:pt idx="38552">
                  <c:v>0.44620370370103046</c:v>
                </c:pt>
                <c:pt idx="38553">
                  <c:v>0.44621527777781012</c:v>
                </c:pt>
                <c:pt idx="38554">
                  <c:v>0.44622685184731381</c:v>
                </c:pt>
                <c:pt idx="38555">
                  <c:v>0.44623842592409346</c:v>
                </c:pt>
                <c:pt idx="38556">
                  <c:v>0.44625000000087311</c:v>
                </c:pt>
                <c:pt idx="38557">
                  <c:v>0.44626157407037681</c:v>
                </c:pt>
                <c:pt idx="38558">
                  <c:v>0.44627314814715646</c:v>
                </c:pt>
                <c:pt idx="38559">
                  <c:v>0.44628472221666016</c:v>
                </c:pt>
                <c:pt idx="38560">
                  <c:v>0.44629629629343981</c:v>
                </c:pt>
                <c:pt idx="38561">
                  <c:v>0.44630787037021946</c:v>
                </c:pt>
                <c:pt idx="38562">
                  <c:v>0.44631944443972316</c:v>
                </c:pt>
                <c:pt idx="38563">
                  <c:v>0.44633101851650281</c:v>
                </c:pt>
                <c:pt idx="38564">
                  <c:v>0.44634259259328246</c:v>
                </c:pt>
                <c:pt idx="38565">
                  <c:v>0.44635416666278616</c:v>
                </c:pt>
                <c:pt idx="38566">
                  <c:v>0.44636574073956581</c:v>
                </c:pt>
                <c:pt idx="38567">
                  <c:v>0.4463773148090695</c:v>
                </c:pt>
                <c:pt idx="38568">
                  <c:v>0.44638888888584916</c:v>
                </c:pt>
                <c:pt idx="38569">
                  <c:v>0.44640046296262881</c:v>
                </c:pt>
                <c:pt idx="38570">
                  <c:v>0.4464120370321325</c:v>
                </c:pt>
                <c:pt idx="38571">
                  <c:v>0.44642361110891216</c:v>
                </c:pt>
                <c:pt idx="38572">
                  <c:v>0.44643518518569181</c:v>
                </c:pt>
                <c:pt idx="38573">
                  <c:v>0.4464467592551955</c:v>
                </c:pt>
                <c:pt idx="38574">
                  <c:v>0.44645833333197515</c:v>
                </c:pt>
                <c:pt idx="38575">
                  <c:v>0.44646990740147885</c:v>
                </c:pt>
                <c:pt idx="38576">
                  <c:v>0.4464814814782585</c:v>
                </c:pt>
                <c:pt idx="38577">
                  <c:v>0.44649305555503815</c:v>
                </c:pt>
                <c:pt idx="38578">
                  <c:v>0.44650462962454185</c:v>
                </c:pt>
                <c:pt idx="38579">
                  <c:v>0.4465162037013215</c:v>
                </c:pt>
                <c:pt idx="38580">
                  <c:v>0.44652777777810115</c:v>
                </c:pt>
                <c:pt idx="38581">
                  <c:v>0.44653935184760485</c:v>
                </c:pt>
                <c:pt idx="38582">
                  <c:v>0.4465509259243845</c:v>
                </c:pt>
                <c:pt idx="38583">
                  <c:v>0.44656250000116415</c:v>
                </c:pt>
                <c:pt idx="38584">
                  <c:v>0.44657407407066785</c:v>
                </c:pt>
                <c:pt idx="38585">
                  <c:v>0.4465856481474475</c:v>
                </c:pt>
                <c:pt idx="38586">
                  <c:v>0.4465972222169512</c:v>
                </c:pt>
                <c:pt idx="38587">
                  <c:v>0.44660879629373085</c:v>
                </c:pt>
                <c:pt idx="38588">
                  <c:v>0.4466203703705105</c:v>
                </c:pt>
                <c:pt idx="38589">
                  <c:v>0.44663194444001419</c:v>
                </c:pt>
                <c:pt idx="38590">
                  <c:v>0.44664351851679385</c:v>
                </c:pt>
                <c:pt idx="38591">
                  <c:v>0.4466550925935735</c:v>
                </c:pt>
                <c:pt idx="38592">
                  <c:v>0.44666666666307719</c:v>
                </c:pt>
                <c:pt idx="38593">
                  <c:v>0.44667824073985685</c:v>
                </c:pt>
                <c:pt idx="38594">
                  <c:v>0.44668981480936054</c:v>
                </c:pt>
                <c:pt idx="38595">
                  <c:v>0.44670138888614019</c:v>
                </c:pt>
                <c:pt idx="38596">
                  <c:v>0.44671296296291985</c:v>
                </c:pt>
                <c:pt idx="38597">
                  <c:v>0.44672453703242354</c:v>
                </c:pt>
                <c:pt idx="38598">
                  <c:v>0.44673611110920319</c:v>
                </c:pt>
                <c:pt idx="38599">
                  <c:v>0.44674768518598285</c:v>
                </c:pt>
                <c:pt idx="38600">
                  <c:v>0.44675925925548654</c:v>
                </c:pt>
                <c:pt idx="38601">
                  <c:v>0.44677083333226619</c:v>
                </c:pt>
                <c:pt idx="38602">
                  <c:v>0.44678240740176989</c:v>
                </c:pt>
                <c:pt idx="38603">
                  <c:v>0.44679398147854954</c:v>
                </c:pt>
                <c:pt idx="38604">
                  <c:v>0.44680555555532919</c:v>
                </c:pt>
                <c:pt idx="38605">
                  <c:v>0.44681712962483289</c:v>
                </c:pt>
                <c:pt idx="38606">
                  <c:v>0.44682870370161254</c:v>
                </c:pt>
                <c:pt idx="38607">
                  <c:v>0.44684027777839219</c:v>
                </c:pt>
                <c:pt idx="38608">
                  <c:v>0.44685185184789589</c:v>
                </c:pt>
                <c:pt idx="38609">
                  <c:v>0.44686342592467554</c:v>
                </c:pt>
                <c:pt idx="38610">
                  <c:v>0.44687499999417923</c:v>
                </c:pt>
                <c:pt idx="38611">
                  <c:v>0.44688657407095889</c:v>
                </c:pt>
                <c:pt idx="38612">
                  <c:v>0.44689814814773854</c:v>
                </c:pt>
                <c:pt idx="38613">
                  <c:v>0.44690972221724223</c:v>
                </c:pt>
                <c:pt idx="38614">
                  <c:v>0.44692129629402189</c:v>
                </c:pt>
                <c:pt idx="38615">
                  <c:v>0.44693287037080154</c:v>
                </c:pt>
                <c:pt idx="38616">
                  <c:v>0.44694444444030523</c:v>
                </c:pt>
                <c:pt idx="38617">
                  <c:v>0.44695601851708489</c:v>
                </c:pt>
                <c:pt idx="38618">
                  <c:v>0.44696759259386454</c:v>
                </c:pt>
                <c:pt idx="38619">
                  <c:v>0.44697916666336823</c:v>
                </c:pt>
                <c:pt idx="38620">
                  <c:v>0.44699074074014788</c:v>
                </c:pt>
                <c:pt idx="38621">
                  <c:v>0.44700231480965158</c:v>
                </c:pt>
                <c:pt idx="38622">
                  <c:v>0.44701388888643123</c:v>
                </c:pt>
                <c:pt idx="38623">
                  <c:v>0.44702546296321088</c:v>
                </c:pt>
                <c:pt idx="38624">
                  <c:v>0.44703703703271458</c:v>
                </c:pt>
                <c:pt idx="38625">
                  <c:v>0.44704861110949423</c:v>
                </c:pt>
                <c:pt idx="38626">
                  <c:v>0.44706018518627388</c:v>
                </c:pt>
                <c:pt idx="38627">
                  <c:v>0.44707175925577758</c:v>
                </c:pt>
                <c:pt idx="38628">
                  <c:v>0.44708333333255723</c:v>
                </c:pt>
                <c:pt idx="38629">
                  <c:v>0.44709490740206093</c:v>
                </c:pt>
                <c:pt idx="38630">
                  <c:v>0.44710648147884058</c:v>
                </c:pt>
                <c:pt idx="38631">
                  <c:v>0.44711805555562023</c:v>
                </c:pt>
                <c:pt idx="38632">
                  <c:v>0.44712962962512393</c:v>
                </c:pt>
                <c:pt idx="38633">
                  <c:v>0.44714120370190358</c:v>
                </c:pt>
                <c:pt idx="38634">
                  <c:v>0.44715277777868323</c:v>
                </c:pt>
                <c:pt idx="38635">
                  <c:v>0.44716435184818693</c:v>
                </c:pt>
                <c:pt idx="38636">
                  <c:v>0.44717592592496658</c:v>
                </c:pt>
                <c:pt idx="38637">
                  <c:v>0.44718749999447027</c:v>
                </c:pt>
                <c:pt idx="38638">
                  <c:v>0.44719907407124992</c:v>
                </c:pt>
                <c:pt idx="38639">
                  <c:v>0.44721064814802958</c:v>
                </c:pt>
                <c:pt idx="38640">
                  <c:v>0.44722222221753327</c:v>
                </c:pt>
                <c:pt idx="38641">
                  <c:v>0.44723379629431292</c:v>
                </c:pt>
                <c:pt idx="38642">
                  <c:v>0.44724537037109258</c:v>
                </c:pt>
                <c:pt idx="38643">
                  <c:v>0.44725694444059627</c:v>
                </c:pt>
                <c:pt idx="38644">
                  <c:v>0.44726851851737592</c:v>
                </c:pt>
                <c:pt idx="38645">
                  <c:v>0.44728009258687962</c:v>
                </c:pt>
                <c:pt idx="38646">
                  <c:v>0.44729166666365927</c:v>
                </c:pt>
                <c:pt idx="38647">
                  <c:v>0.44730324074043892</c:v>
                </c:pt>
                <c:pt idx="38648">
                  <c:v>0.44731481480994262</c:v>
                </c:pt>
                <c:pt idx="38649">
                  <c:v>0.44732638888672227</c:v>
                </c:pt>
                <c:pt idx="38650">
                  <c:v>0.44733796296350192</c:v>
                </c:pt>
                <c:pt idx="38651">
                  <c:v>0.44734953703300562</c:v>
                </c:pt>
                <c:pt idx="38652">
                  <c:v>0.44736111110978527</c:v>
                </c:pt>
                <c:pt idx="38653">
                  <c:v>0.44737268517928896</c:v>
                </c:pt>
                <c:pt idx="38654">
                  <c:v>0.44738425925606862</c:v>
                </c:pt>
                <c:pt idx="38655">
                  <c:v>0.44739583333284827</c:v>
                </c:pt>
                <c:pt idx="38656">
                  <c:v>0.44740740740235196</c:v>
                </c:pt>
                <c:pt idx="38657">
                  <c:v>0.44741898147913162</c:v>
                </c:pt>
                <c:pt idx="38658">
                  <c:v>0.44743055555591127</c:v>
                </c:pt>
                <c:pt idx="38659">
                  <c:v>0.44744212962541496</c:v>
                </c:pt>
                <c:pt idx="38660">
                  <c:v>0.44745370370219462</c:v>
                </c:pt>
                <c:pt idx="38661">
                  <c:v>0.44746527777897427</c:v>
                </c:pt>
                <c:pt idx="38662">
                  <c:v>0.44747685184847796</c:v>
                </c:pt>
                <c:pt idx="38663">
                  <c:v>0.44748842592525762</c:v>
                </c:pt>
                <c:pt idx="38664">
                  <c:v>0.44749999999476131</c:v>
                </c:pt>
                <c:pt idx="38665">
                  <c:v>0.44751157407154096</c:v>
                </c:pt>
                <c:pt idx="38666">
                  <c:v>0.44752314814832062</c:v>
                </c:pt>
                <c:pt idx="38667">
                  <c:v>0.44753472221782431</c:v>
                </c:pt>
                <c:pt idx="38668">
                  <c:v>0.44754629629460396</c:v>
                </c:pt>
                <c:pt idx="38669">
                  <c:v>0.44755787037138361</c:v>
                </c:pt>
                <c:pt idx="38670">
                  <c:v>0.44756944444088731</c:v>
                </c:pt>
                <c:pt idx="38671">
                  <c:v>0.44758101851766696</c:v>
                </c:pt>
                <c:pt idx="38672">
                  <c:v>0.44759259258717066</c:v>
                </c:pt>
                <c:pt idx="38673">
                  <c:v>0.44760416666395031</c:v>
                </c:pt>
                <c:pt idx="38674">
                  <c:v>0.44761574074072996</c:v>
                </c:pt>
                <c:pt idx="38675">
                  <c:v>0.44762731481023366</c:v>
                </c:pt>
                <c:pt idx="38676">
                  <c:v>0.44763888888701331</c:v>
                </c:pt>
                <c:pt idx="38677">
                  <c:v>0.44765046296379296</c:v>
                </c:pt>
                <c:pt idx="38678">
                  <c:v>0.44766203703329666</c:v>
                </c:pt>
                <c:pt idx="38679">
                  <c:v>0.44767361111007631</c:v>
                </c:pt>
                <c:pt idx="38680">
                  <c:v>0.44768518517958</c:v>
                </c:pt>
                <c:pt idx="38681">
                  <c:v>0.44769675925635966</c:v>
                </c:pt>
                <c:pt idx="38682">
                  <c:v>0.44770833333313931</c:v>
                </c:pt>
                <c:pt idx="38683">
                  <c:v>0.447719907402643</c:v>
                </c:pt>
                <c:pt idx="38684">
                  <c:v>0.44773148147942265</c:v>
                </c:pt>
                <c:pt idx="38685">
                  <c:v>0.44774305555620231</c:v>
                </c:pt>
                <c:pt idx="38686">
                  <c:v>0.447754629625706</c:v>
                </c:pt>
                <c:pt idx="38687">
                  <c:v>0.44776620370248565</c:v>
                </c:pt>
                <c:pt idx="38688">
                  <c:v>0.44777777777198935</c:v>
                </c:pt>
                <c:pt idx="38689">
                  <c:v>0.447789351848769</c:v>
                </c:pt>
                <c:pt idx="38690">
                  <c:v>0.44780092592554865</c:v>
                </c:pt>
                <c:pt idx="38691">
                  <c:v>0.44781249999505235</c:v>
                </c:pt>
                <c:pt idx="38692">
                  <c:v>0.447824074071832</c:v>
                </c:pt>
                <c:pt idx="38693">
                  <c:v>0.44783564814861165</c:v>
                </c:pt>
                <c:pt idx="38694">
                  <c:v>0.44784722221811535</c:v>
                </c:pt>
                <c:pt idx="38695">
                  <c:v>0.447858796294895</c:v>
                </c:pt>
                <c:pt idx="38696">
                  <c:v>0.44787037037167465</c:v>
                </c:pt>
                <c:pt idx="38697">
                  <c:v>0.44788194444117835</c:v>
                </c:pt>
                <c:pt idx="38698">
                  <c:v>0.447893518517958</c:v>
                </c:pt>
                <c:pt idx="38699">
                  <c:v>0.4479050925874617</c:v>
                </c:pt>
                <c:pt idx="38700">
                  <c:v>0.44791666666424135</c:v>
                </c:pt>
                <c:pt idx="38701">
                  <c:v>0.447928240741021</c:v>
                </c:pt>
                <c:pt idx="38702">
                  <c:v>0.44793981481052469</c:v>
                </c:pt>
                <c:pt idx="38703">
                  <c:v>0.44795138888730435</c:v>
                </c:pt>
                <c:pt idx="38704">
                  <c:v>0.447962962964084</c:v>
                </c:pt>
                <c:pt idx="38705">
                  <c:v>0.44797453703358769</c:v>
                </c:pt>
                <c:pt idx="38706">
                  <c:v>0.44798611111036735</c:v>
                </c:pt>
                <c:pt idx="38707">
                  <c:v>0.44799768517987104</c:v>
                </c:pt>
                <c:pt idx="38708">
                  <c:v>0.44800925925665069</c:v>
                </c:pt>
                <c:pt idx="38709">
                  <c:v>0.44802083333343035</c:v>
                </c:pt>
                <c:pt idx="38710">
                  <c:v>0.44803240740293404</c:v>
                </c:pt>
                <c:pt idx="38711">
                  <c:v>0.44804398147971369</c:v>
                </c:pt>
                <c:pt idx="38712">
                  <c:v>0.44805555555649335</c:v>
                </c:pt>
                <c:pt idx="38713">
                  <c:v>0.44806712962599704</c:v>
                </c:pt>
                <c:pt idx="38714">
                  <c:v>0.44807870370277669</c:v>
                </c:pt>
                <c:pt idx="38715">
                  <c:v>0.44809027777228039</c:v>
                </c:pt>
                <c:pt idx="38716">
                  <c:v>0.44810185184906004</c:v>
                </c:pt>
                <c:pt idx="38717">
                  <c:v>0.44811342592583969</c:v>
                </c:pt>
                <c:pt idx="38718">
                  <c:v>0.44812499999534339</c:v>
                </c:pt>
                <c:pt idx="38719">
                  <c:v>0.44813657407212304</c:v>
                </c:pt>
                <c:pt idx="38720">
                  <c:v>0.44814814814890269</c:v>
                </c:pt>
                <c:pt idx="38721">
                  <c:v>0.44815972221840639</c:v>
                </c:pt>
                <c:pt idx="38722">
                  <c:v>0.44817129629518604</c:v>
                </c:pt>
                <c:pt idx="38723">
                  <c:v>0.44818287036468973</c:v>
                </c:pt>
                <c:pt idx="38724">
                  <c:v>0.44819444444146939</c:v>
                </c:pt>
                <c:pt idx="38725">
                  <c:v>0.44820601851824904</c:v>
                </c:pt>
                <c:pt idx="38726">
                  <c:v>0.44821759258775273</c:v>
                </c:pt>
                <c:pt idx="38727">
                  <c:v>0.44822916666453239</c:v>
                </c:pt>
                <c:pt idx="38728">
                  <c:v>0.44824074074131204</c:v>
                </c:pt>
                <c:pt idx="38729">
                  <c:v>0.44825231481081573</c:v>
                </c:pt>
                <c:pt idx="38730">
                  <c:v>0.44826388888759539</c:v>
                </c:pt>
                <c:pt idx="38731">
                  <c:v>0.44827546295709908</c:v>
                </c:pt>
                <c:pt idx="38732">
                  <c:v>0.44828703703387873</c:v>
                </c:pt>
                <c:pt idx="38733">
                  <c:v>0.44829861111065838</c:v>
                </c:pt>
                <c:pt idx="38734">
                  <c:v>0.44831018518016208</c:v>
                </c:pt>
                <c:pt idx="38735">
                  <c:v>0.44832175925694173</c:v>
                </c:pt>
                <c:pt idx="38736">
                  <c:v>0.44833333333372138</c:v>
                </c:pt>
                <c:pt idx="38737">
                  <c:v>0.44834490740322508</c:v>
                </c:pt>
                <c:pt idx="38738">
                  <c:v>0.44835648148000473</c:v>
                </c:pt>
                <c:pt idx="38739">
                  <c:v>0.44836805555678438</c:v>
                </c:pt>
                <c:pt idx="38740">
                  <c:v>0.44837962962628808</c:v>
                </c:pt>
                <c:pt idx="38741">
                  <c:v>0.44839120370306773</c:v>
                </c:pt>
                <c:pt idx="38742">
                  <c:v>0.44840277777257143</c:v>
                </c:pt>
                <c:pt idx="38743">
                  <c:v>0.44841435184935108</c:v>
                </c:pt>
                <c:pt idx="38744">
                  <c:v>0.44842592592613073</c:v>
                </c:pt>
                <c:pt idx="38745">
                  <c:v>0.44843749999563443</c:v>
                </c:pt>
                <c:pt idx="38746">
                  <c:v>0.44844907407241408</c:v>
                </c:pt>
                <c:pt idx="38747">
                  <c:v>0.44846064814919373</c:v>
                </c:pt>
                <c:pt idx="38748">
                  <c:v>0.44847222221869742</c:v>
                </c:pt>
                <c:pt idx="38749">
                  <c:v>0.44848379629547708</c:v>
                </c:pt>
                <c:pt idx="38750">
                  <c:v>0.44849537036498077</c:v>
                </c:pt>
                <c:pt idx="38751">
                  <c:v>0.44850694444176042</c:v>
                </c:pt>
                <c:pt idx="38752">
                  <c:v>0.44851851851854008</c:v>
                </c:pt>
                <c:pt idx="38753">
                  <c:v>0.44853009258804377</c:v>
                </c:pt>
                <c:pt idx="38754">
                  <c:v>0.44854166666482342</c:v>
                </c:pt>
                <c:pt idx="38755">
                  <c:v>0.44855324074160308</c:v>
                </c:pt>
                <c:pt idx="38756">
                  <c:v>0.44856481481110677</c:v>
                </c:pt>
                <c:pt idx="38757">
                  <c:v>0.44857638888788642</c:v>
                </c:pt>
                <c:pt idx="38758">
                  <c:v>0.44858796295739012</c:v>
                </c:pt>
                <c:pt idx="38759">
                  <c:v>0.44859953703416977</c:v>
                </c:pt>
                <c:pt idx="38760">
                  <c:v>0.44861111111094942</c:v>
                </c:pt>
                <c:pt idx="38761">
                  <c:v>0.44862268518045312</c:v>
                </c:pt>
                <c:pt idx="38762">
                  <c:v>0.44863425925723277</c:v>
                </c:pt>
                <c:pt idx="38763">
                  <c:v>0.44864583333401242</c:v>
                </c:pt>
                <c:pt idx="38764">
                  <c:v>0.44865740740351612</c:v>
                </c:pt>
                <c:pt idx="38765">
                  <c:v>0.44866898148029577</c:v>
                </c:pt>
                <c:pt idx="38766">
                  <c:v>0.44868055554979946</c:v>
                </c:pt>
                <c:pt idx="38767">
                  <c:v>0.44869212962657912</c:v>
                </c:pt>
                <c:pt idx="38768">
                  <c:v>0.44870370370335877</c:v>
                </c:pt>
                <c:pt idx="38769">
                  <c:v>0.44871527777286246</c:v>
                </c:pt>
                <c:pt idx="38770">
                  <c:v>0.44872685184964212</c:v>
                </c:pt>
                <c:pt idx="38771">
                  <c:v>0.44873842592642177</c:v>
                </c:pt>
                <c:pt idx="38772">
                  <c:v>0.44874999999592546</c:v>
                </c:pt>
                <c:pt idx="38773">
                  <c:v>0.44876157407270512</c:v>
                </c:pt>
                <c:pt idx="38774">
                  <c:v>0.44877314814948477</c:v>
                </c:pt>
                <c:pt idx="38775">
                  <c:v>0.44878472221898846</c:v>
                </c:pt>
                <c:pt idx="38776">
                  <c:v>0.44879629629576812</c:v>
                </c:pt>
                <c:pt idx="38777">
                  <c:v>0.44880787036527181</c:v>
                </c:pt>
                <c:pt idx="38778">
                  <c:v>0.44881944444205146</c:v>
                </c:pt>
                <c:pt idx="38779">
                  <c:v>0.44883101851883112</c:v>
                </c:pt>
                <c:pt idx="38780">
                  <c:v>0.44884259258833481</c:v>
                </c:pt>
                <c:pt idx="38781">
                  <c:v>0.44885416666511446</c:v>
                </c:pt>
                <c:pt idx="38782">
                  <c:v>0.44886574074189411</c:v>
                </c:pt>
                <c:pt idx="38783">
                  <c:v>0.44887731481139781</c:v>
                </c:pt>
                <c:pt idx="38784">
                  <c:v>0.44888888888817746</c:v>
                </c:pt>
                <c:pt idx="38785">
                  <c:v>0.44890046295768116</c:v>
                </c:pt>
                <c:pt idx="38786">
                  <c:v>0.44891203703446081</c:v>
                </c:pt>
                <c:pt idx="38787">
                  <c:v>0.44892361111124046</c:v>
                </c:pt>
                <c:pt idx="38788">
                  <c:v>0.44893518518074416</c:v>
                </c:pt>
                <c:pt idx="38789">
                  <c:v>0.44894675925752381</c:v>
                </c:pt>
                <c:pt idx="38790">
                  <c:v>0.44895833333430346</c:v>
                </c:pt>
                <c:pt idx="38791">
                  <c:v>0.44896990740380716</c:v>
                </c:pt>
                <c:pt idx="38792">
                  <c:v>0.44898148148058681</c:v>
                </c:pt>
                <c:pt idx="38793">
                  <c:v>0.4489930555500905</c:v>
                </c:pt>
                <c:pt idx="38794">
                  <c:v>0.44900462962687016</c:v>
                </c:pt>
                <c:pt idx="38795">
                  <c:v>0.44901620370364981</c:v>
                </c:pt>
                <c:pt idx="38796">
                  <c:v>0.4490277777731535</c:v>
                </c:pt>
                <c:pt idx="38797">
                  <c:v>0.44903935184993315</c:v>
                </c:pt>
                <c:pt idx="38798">
                  <c:v>0.44905092592671281</c:v>
                </c:pt>
                <c:pt idx="38799">
                  <c:v>0.4490624999962165</c:v>
                </c:pt>
                <c:pt idx="38800">
                  <c:v>0.44907407407299615</c:v>
                </c:pt>
                <c:pt idx="38801">
                  <c:v>0.44908564814249985</c:v>
                </c:pt>
                <c:pt idx="38802">
                  <c:v>0.4490972222192795</c:v>
                </c:pt>
                <c:pt idx="38803">
                  <c:v>0.44910879629605915</c:v>
                </c:pt>
                <c:pt idx="38804">
                  <c:v>0.44912037036556285</c:v>
                </c:pt>
                <c:pt idx="38805">
                  <c:v>0.4491319444423425</c:v>
                </c:pt>
                <c:pt idx="38806">
                  <c:v>0.44914351851912215</c:v>
                </c:pt>
                <c:pt idx="38807">
                  <c:v>0.44915509258862585</c:v>
                </c:pt>
                <c:pt idx="38808">
                  <c:v>0.4491666666654055</c:v>
                </c:pt>
                <c:pt idx="38809">
                  <c:v>0.4491782407349092</c:v>
                </c:pt>
                <c:pt idx="38810">
                  <c:v>0.44918981481168885</c:v>
                </c:pt>
                <c:pt idx="38811">
                  <c:v>0.4492013888884685</c:v>
                </c:pt>
                <c:pt idx="38812">
                  <c:v>0.44921296295797219</c:v>
                </c:pt>
                <c:pt idx="38813">
                  <c:v>0.44922453703475185</c:v>
                </c:pt>
                <c:pt idx="38814">
                  <c:v>0.4492361111115315</c:v>
                </c:pt>
                <c:pt idx="38815">
                  <c:v>0.44924768518103519</c:v>
                </c:pt>
                <c:pt idx="38816">
                  <c:v>0.44925925925781485</c:v>
                </c:pt>
                <c:pt idx="38817">
                  <c:v>0.4492708333345945</c:v>
                </c:pt>
                <c:pt idx="38818">
                  <c:v>0.44928240740409819</c:v>
                </c:pt>
                <c:pt idx="38819">
                  <c:v>0.44929398148087785</c:v>
                </c:pt>
                <c:pt idx="38820">
                  <c:v>0.44930555555038154</c:v>
                </c:pt>
                <c:pt idx="38821">
                  <c:v>0.44931712962716119</c:v>
                </c:pt>
                <c:pt idx="38822">
                  <c:v>0.44932870370394085</c:v>
                </c:pt>
                <c:pt idx="38823">
                  <c:v>0.44934027777344454</c:v>
                </c:pt>
                <c:pt idx="38824">
                  <c:v>0.44935185185022419</c:v>
                </c:pt>
                <c:pt idx="38825">
                  <c:v>0.44936342592700385</c:v>
                </c:pt>
                <c:pt idx="38826">
                  <c:v>0.44937499999650754</c:v>
                </c:pt>
                <c:pt idx="38827">
                  <c:v>0.44938657407328719</c:v>
                </c:pt>
                <c:pt idx="38828">
                  <c:v>0.44939814814279089</c:v>
                </c:pt>
                <c:pt idx="38829">
                  <c:v>0.44940972221957054</c:v>
                </c:pt>
                <c:pt idx="38830">
                  <c:v>0.44942129629635019</c:v>
                </c:pt>
                <c:pt idx="38831">
                  <c:v>0.44943287036585389</c:v>
                </c:pt>
                <c:pt idx="38832">
                  <c:v>0.44944444444263354</c:v>
                </c:pt>
                <c:pt idx="38833">
                  <c:v>0.44945601851941319</c:v>
                </c:pt>
                <c:pt idx="38834">
                  <c:v>0.44946759258891689</c:v>
                </c:pt>
                <c:pt idx="38835">
                  <c:v>0.44947916666569654</c:v>
                </c:pt>
                <c:pt idx="38836">
                  <c:v>0.44949074073520023</c:v>
                </c:pt>
                <c:pt idx="38837">
                  <c:v>0.44950231481197989</c:v>
                </c:pt>
                <c:pt idx="38838">
                  <c:v>0.44951388888875954</c:v>
                </c:pt>
                <c:pt idx="38839">
                  <c:v>0.44952546295826323</c:v>
                </c:pt>
                <c:pt idx="38840">
                  <c:v>0.44953703703504289</c:v>
                </c:pt>
                <c:pt idx="38841">
                  <c:v>0.44954861111182254</c:v>
                </c:pt>
                <c:pt idx="38842">
                  <c:v>0.44956018518132623</c:v>
                </c:pt>
                <c:pt idx="38843">
                  <c:v>0.44957175925810589</c:v>
                </c:pt>
                <c:pt idx="38844">
                  <c:v>0.44958333332760958</c:v>
                </c:pt>
                <c:pt idx="38845">
                  <c:v>0.44959490740438923</c:v>
                </c:pt>
                <c:pt idx="38846">
                  <c:v>0.44960648148116888</c:v>
                </c:pt>
                <c:pt idx="38847">
                  <c:v>0.44961805555067258</c:v>
                </c:pt>
                <c:pt idx="38848">
                  <c:v>0.44962962962745223</c:v>
                </c:pt>
                <c:pt idx="38849">
                  <c:v>0.44964120370423188</c:v>
                </c:pt>
                <c:pt idx="38850">
                  <c:v>0.44965277777373558</c:v>
                </c:pt>
                <c:pt idx="38851">
                  <c:v>0.44966435185051523</c:v>
                </c:pt>
                <c:pt idx="38852">
                  <c:v>0.44967592592001893</c:v>
                </c:pt>
                <c:pt idx="38853">
                  <c:v>0.44968749999679858</c:v>
                </c:pt>
                <c:pt idx="38854">
                  <c:v>0.44969907407357823</c:v>
                </c:pt>
                <c:pt idx="38855">
                  <c:v>0.44971064814308193</c:v>
                </c:pt>
                <c:pt idx="38856">
                  <c:v>0.44972222221986158</c:v>
                </c:pt>
                <c:pt idx="38857">
                  <c:v>0.44973379629664123</c:v>
                </c:pt>
                <c:pt idx="38858">
                  <c:v>0.44974537036614493</c:v>
                </c:pt>
                <c:pt idx="38859">
                  <c:v>0.44975694444292458</c:v>
                </c:pt>
                <c:pt idx="38860">
                  <c:v>0.44976851851970423</c:v>
                </c:pt>
                <c:pt idx="38861">
                  <c:v>0.44978009258920792</c:v>
                </c:pt>
                <c:pt idx="38862">
                  <c:v>0.44979166666598758</c:v>
                </c:pt>
                <c:pt idx="38863">
                  <c:v>0.44980324073549127</c:v>
                </c:pt>
                <c:pt idx="38864">
                  <c:v>0.44981481481227092</c:v>
                </c:pt>
                <c:pt idx="38865">
                  <c:v>0.44982638888905058</c:v>
                </c:pt>
                <c:pt idx="38866">
                  <c:v>0.44983796295855427</c:v>
                </c:pt>
                <c:pt idx="38867">
                  <c:v>0.44984953703533392</c:v>
                </c:pt>
                <c:pt idx="38868">
                  <c:v>0.44986111111211358</c:v>
                </c:pt>
                <c:pt idx="38869">
                  <c:v>0.44987268518161727</c:v>
                </c:pt>
                <c:pt idx="38870">
                  <c:v>0.44988425925839692</c:v>
                </c:pt>
                <c:pt idx="38871">
                  <c:v>0.44989583332790062</c:v>
                </c:pt>
                <c:pt idx="38872">
                  <c:v>0.44990740740468027</c:v>
                </c:pt>
                <c:pt idx="38873">
                  <c:v>0.44991898148145992</c:v>
                </c:pt>
                <c:pt idx="38874">
                  <c:v>0.44993055555096362</c:v>
                </c:pt>
                <c:pt idx="38875">
                  <c:v>0.44994212962774327</c:v>
                </c:pt>
                <c:pt idx="38876">
                  <c:v>0.44995370370452292</c:v>
                </c:pt>
                <c:pt idx="38877">
                  <c:v>0.44996527777402662</c:v>
                </c:pt>
                <c:pt idx="38878">
                  <c:v>0.44997685185080627</c:v>
                </c:pt>
                <c:pt idx="38879">
                  <c:v>0.44998842592030996</c:v>
                </c:pt>
                <c:pt idx="38880">
                  <c:v>0.44999999999708962</c:v>
                </c:pt>
                <c:pt idx="38881">
                  <c:v>0.45001157407386927</c:v>
                </c:pt>
                <c:pt idx="38882">
                  <c:v>0.45002314814337296</c:v>
                </c:pt>
                <c:pt idx="38883">
                  <c:v>0.45003472222015262</c:v>
                </c:pt>
                <c:pt idx="38884">
                  <c:v>0.45004629629693227</c:v>
                </c:pt>
                <c:pt idx="38885">
                  <c:v>0.45005787036643596</c:v>
                </c:pt>
                <c:pt idx="38886">
                  <c:v>0.45006944444321562</c:v>
                </c:pt>
                <c:pt idx="38887">
                  <c:v>0.45008101851271931</c:v>
                </c:pt>
                <c:pt idx="38888">
                  <c:v>0.45009259258949896</c:v>
                </c:pt>
                <c:pt idx="38889">
                  <c:v>0.45010416666627862</c:v>
                </c:pt>
                <c:pt idx="38890">
                  <c:v>0.45011574073578231</c:v>
                </c:pt>
                <c:pt idx="38891">
                  <c:v>0.45012731481256196</c:v>
                </c:pt>
                <c:pt idx="38892">
                  <c:v>0.45013888888934162</c:v>
                </c:pt>
                <c:pt idx="38893">
                  <c:v>0.45015046295884531</c:v>
                </c:pt>
                <c:pt idx="38894">
                  <c:v>0.45016203703562496</c:v>
                </c:pt>
                <c:pt idx="38895">
                  <c:v>0.45017361111240461</c:v>
                </c:pt>
                <c:pt idx="38896">
                  <c:v>0.45018518518190831</c:v>
                </c:pt>
                <c:pt idx="38897">
                  <c:v>0.45019675925868796</c:v>
                </c:pt>
                <c:pt idx="38898">
                  <c:v>0.45020833332819166</c:v>
                </c:pt>
                <c:pt idx="38899">
                  <c:v>0.45021990740497131</c:v>
                </c:pt>
                <c:pt idx="38900">
                  <c:v>0.45023148148175096</c:v>
                </c:pt>
                <c:pt idx="38901">
                  <c:v>0.45024305555125466</c:v>
                </c:pt>
                <c:pt idx="38902">
                  <c:v>0.45025462962803431</c:v>
                </c:pt>
                <c:pt idx="38903">
                  <c:v>0.45026620370481396</c:v>
                </c:pt>
                <c:pt idx="38904">
                  <c:v>0.45027777777431766</c:v>
                </c:pt>
                <c:pt idx="38905">
                  <c:v>0.45028935185109731</c:v>
                </c:pt>
                <c:pt idx="38906">
                  <c:v>0.450300925920601</c:v>
                </c:pt>
                <c:pt idx="38907">
                  <c:v>0.45031249999738066</c:v>
                </c:pt>
                <c:pt idx="38908">
                  <c:v>0.45032407407416031</c:v>
                </c:pt>
                <c:pt idx="38909">
                  <c:v>0.450335648143664</c:v>
                </c:pt>
                <c:pt idx="38910">
                  <c:v>0.45034722222044365</c:v>
                </c:pt>
                <c:pt idx="38911">
                  <c:v>0.45035879629722331</c:v>
                </c:pt>
                <c:pt idx="38912">
                  <c:v>0.450370370366727</c:v>
                </c:pt>
                <c:pt idx="38913">
                  <c:v>0.45038194444350665</c:v>
                </c:pt>
                <c:pt idx="38914">
                  <c:v>0.45039351851301035</c:v>
                </c:pt>
                <c:pt idx="38915">
                  <c:v>0.45040509258979</c:v>
                </c:pt>
                <c:pt idx="38916">
                  <c:v>0.45041666666656965</c:v>
                </c:pt>
                <c:pt idx="38917">
                  <c:v>0.45042824073607335</c:v>
                </c:pt>
                <c:pt idx="38918">
                  <c:v>0.450439814812853</c:v>
                </c:pt>
                <c:pt idx="38919">
                  <c:v>0.45045138888963265</c:v>
                </c:pt>
                <c:pt idx="38920">
                  <c:v>0.45046296295913635</c:v>
                </c:pt>
                <c:pt idx="38921">
                  <c:v>0.450474537035916</c:v>
                </c:pt>
                <c:pt idx="38922">
                  <c:v>0.4504861111054197</c:v>
                </c:pt>
                <c:pt idx="38923">
                  <c:v>0.45049768518219935</c:v>
                </c:pt>
                <c:pt idx="38924">
                  <c:v>0.450509259258979</c:v>
                </c:pt>
                <c:pt idx="38925">
                  <c:v>0.45052083332848269</c:v>
                </c:pt>
                <c:pt idx="38926">
                  <c:v>0.45053240740526235</c:v>
                </c:pt>
                <c:pt idx="38927">
                  <c:v>0.450543981482042</c:v>
                </c:pt>
                <c:pt idx="38928">
                  <c:v>0.45055555555154569</c:v>
                </c:pt>
                <c:pt idx="38929">
                  <c:v>0.45056712962832535</c:v>
                </c:pt>
                <c:pt idx="38930">
                  <c:v>0.45057870369782904</c:v>
                </c:pt>
                <c:pt idx="38931">
                  <c:v>0.45059027777460869</c:v>
                </c:pt>
                <c:pt idx="38932">
                  <c:v>0.45060185185138835</c:v>
                </c:pt>
                <c:pt idx="38933">
                  <c:v>0.45061342592089204</c:v>
                </c:pt>
                <c:pt idx="38934">
                  <c:v>0.45062499999767169</c:v>
                </c:pt>
                <c:pt idx="38935">
                  <c:v>0.45063657407445135</c:v>
                </c:pt>
                <c:pt idx="38936">
                  <c:v>0.45064814814395504</c:v>
                </c:pt>
                <c:pt idx="38937">
                  <c:v>0.45065972222073469</c:v>
                </c:pt>
                <c:pt idx="38938">
                  <c:v>0.45067129629751435</c:v>
                </c:pt>
                <c:pt idx="38939">
                  <c:v>0.45068287036701804</c:v>
                </c:pt>
                <c:pt idx="38940">
                  <c:v>0.45069444444379769</c:v>
                </c:pt>
                <c:pt idx="38941">
                  <c:v>0.45070601851330139</c:v>
                </c:pt>
                <c:pt idx="38942">
                  <c:v>0.45071759259008104</c:v>
                </c:pt>
                <c:pt idx="38943">
                  <c:v>0.45072916666686069</c:v>
                </c:pt>
                <c:pt idx="38944">
                  <c:v>0.45074074073636439</c:v>
                </c:pt>
                <c:pt idx="38945">
                  <c:v>0.45075231481314404</c:v>
                </c:pt>
                <c:pt idx="38946">
                  <c:v>0.45076388888992369</c:v>
                </c:pt>
                <c:pt idx="38947">
                  <c:v>0.45077546295942739</c:v>
                </c:pt>
                <c:pt idx="38948">
                  <c:v>0.45078703703620704</c:v>
                </c:pt>
                <c:pt idx="38949">
                  <c:v>0.45079861110571073</c:v>
                </c:pt>
                <c:pt idx="38950">
                  <c:v>0.45081018518249039</c:v>
                </c:pt>
                <c:pt idx="38951">
                  <c:v>0.45082175925927004</c:v>
                </c:pt>
                <c:pt idx="38952">
                  <c:v>0.45083333332877373</c:v>
                </c:pt>
                <c:pt idx="38953">
                  <c:v>0.45084490740555339</c:v>
                </c:pt>
                <c:pt idx="38954">
                  <c:v>0.45085648148233304</c:v>
                </c:pt>
                <c:pt idx="38955">
                  <c:v>0.45086805555183673</c:v>
                </c:pt>
                <c:pt idx="38956">
                  <c:v>0.45087962962861639</c:v>
                </c:pt>
                <c:pt idx="38957">
                  <c:v>0.45089120369812008</c:v>
                </c:pt>
                <c:pt idx="38958">
                  <c:v>0.45090277777489973</c:v>
                </c:pt>
                <c:pt idx="38959">
                  <c:v>0.45091435185167938</c:v>
                </c:pt>
                <c:pt idx="38960">
                  <c:v>0.45092592592118308</c:v>
                </c:pt>
                <c:pt idx="38961">
                  <c:v>0.45093749999796273</c:v>
                </c:pt>
                <c:pt idx="38962">
                  <c:v>0.45094907407474238</c:v>
                </c:pt>
                <c:pt idx="38963">
                  <c:v>0.45096064814424608</c:v>
                </c:pt>
                <c:pt idx="38964">
                  <c:v>0.45097222222102573</c:v>
                </c:pt>
                <c:pt idx="38965">
                  <c:v>0.45098379629052943</c:v>
                </c:pt>
                <c:pt idx="38966">
                  <c:v>0.45099537036730908</c:v>
                </c:pt>
                <c:pt idx="38967">
                  <c:v>0.45100694444408873</c:v>
                </c:pt>
                <c:pt idx="38968">
                  <c:v>0.45101851851359243</c:v>
                </c:pt>
                <c:pt idx="38969">
                  <c:v>0.45103009259037208</c:v>
                </c:pt>
                <c:pt idx="38970">
                  <c:v>0.45104166666715173</c:v>
                </c:pt>
                <c:pt idx="38971">
                  <c:v>0.45105324073665543</c:v>
                </c:pt>
                <c:pt idx="38972">
                  <c:v>0.45106481481343508</c:v>
                </c:pt>
                <c:pt idx="38973">
                  <c:v>0.45107638889021473</c:v>
                </c:pt>
                <c:pt idx="38974">
                  <c:v>0.45108796295971842</c:v>
                </c:pt>
                <c:pt idx="38975">
                  <c:v>0.45109953703649808</c:v>
                </c:pt>
                <c:pt idx="38976">
                  <c:v>0.45111111110600177</c:v>
                </c:pt>
                <c:pt idx="38977">
                  <c:v>0.45112268518278142</c:v>
                </c:pt>
                <c:pt idx="38978">
                  <c:v>0.45113425925956108</c:v>
                </c:pt>
                <c:pt idx="38979">
                  <c:v>0.45114583332906477</c:v>
                </c:pt>
                <c:pt idx="38980">
                  <c:v>0.45115740740584442</c:v>
                </c:pt>
                <c:pt idx="38981">
                  <c:v>0.45116898148262408</c:v>
                </c:pt>
                <c:pt idx="38982">
                  <c:v>0.45118055555212777</c:v>
                </c:pt>
                <c:pt idx="38983">
                  <c:v>0.45119212962890742</c:v>
                </c:pt>
                <c:pt idx="38984">
                  <c:v>0.45120370369841112</c:v>
                </c:pt>
                <c:pt idx="38985">
                  <c:v>0.45121527777519077</c:v>
                </c:pt>
                <c:pt idx="38986">
                  <c:v>0.45122685185197042</c:v>
                </c:pt>
                <c:pt idx="38987">
                  <c:v>0.45123842592147412</c:v>
                </c:pt>
                <c:pt idx="38988">
                  <c:v>0.45124999999825377</c:v>
                </c:pt>
                <c:pt idx="38989">
                  <c:v>0.45126157407503342</c:v>
                </c:pt>
                <c:pt idx="38990">
                  <c:v>0.45127314814453712</c:v>
                </c:pt>
                <c:pt idx="38991">
                  <c:v>0.45128472222131677</c:v>
                </c:pt>
                <c:pt idx="38992">
                  <c:v>0.45129629629082046</c:v>
                </c:pt>
                <c:pt idx="38993">
                  <c:v>0.45130787036760012</c:v>
                </c:pt>
                <c:pt idx="38994">
                  <c:v>0.45131944444437977</c:v>
                </c:pt>
                <c:pt idx="38995">
                  <c:v>0.45133101851388346</c:v>
                </c:pt>
                <c:pt idx="38996">
                  <c:v>0.45134259259066312</c:v>
                </c:pt>
                <c:pt idx="38997">
                  <c:v>0.45135416666744277</c:v>
                </c:pt>
                <c:pt idx="38998">
                  <c:v>0.45136574073694646</c:v>
                </c:pt>
                <c:pt idx="38999">
                  <c:v>0.45137731481372612</c:v>
                </c:pt>
                <c:pt idx="39000">
                  <c:v>0.45138888888322981</c:v>
                </c:pt>
                <c:pt idx="39001">
                  <c:v>0.45140046296000946</c:v>
                </c:pt>
                <c:pt idx="39002">
                  <c:v>0.45141203703678912</c:v>
                </c:pt>
                <c:pt idx="39003">
                  <c:v>0.45142361110629281</c:v>
                </c:pt>
                <c:pt idx="39004">
                  <c:v>0.45143518518307246</c:v>
                </c:pt>
                <c:pt idx="39005">
                  <c:v>0.45144675925985212</c:v>
                </c:pt>
                <c:pt idx="39006">
                  <c:v>0.45145833332935581</c:v>
                </c:pt>
                <c:pt idx="39007">
                  <c:v>0.45146990740613546</c:v>
                </c:pt>
                <c:pt idx="39008">
                  <c:v>0.45148148147563916</c:v>
                </c:pt>
                <c:pt idx="39009">
                  <c:v>0.45149305555241881</c:v>
                </c:pt>
                <c:pt idx="39010">
                  <c:v>0.45150462962919846</c:v>
                </c:pt>
                <c:pt idx="39011">
                  <c:v>0.45151620369870216</c:v>
                </c:pt>
                <c:pt idx="39012">
                  <c:v>0.45152777777548181</c:v>
                </c:pt>
                <c:pt idx="39013">
                  <c:v>0.45153935185226146</c:v>
                </c:pt>
                <c:pt idx="39014">
                  <c:v>0.45155092592176516</c:v>
                </c:pt>
                <c:pt idx="39015">
                  <c:v>0.45156249999854481</c:v>
                </c:pt>
                <c:pt idx="39016">
                  <c:v>0.45157407407532446</c:v>
                </c:pt>
                <c:pt idx="39017">
                  <c:v>0.45158564814482816</c:v>
                </c:pt>
                <c:pt idx="39018">
                  <c:v>0.45159722222160781</c:v>
                </c:pt>
                <c:pt idx="39019">
                  <c:v>0.4516087962911115</c:v>
                </c:pt>
                <c:pt idx="39020">
                  <c:v>0.45162037036789116</c:v>
                </c:pt>
                <c:pt idx="39021">
                  <c:v>0.45163194444467081</c:v>
                </c:pt>
                <c:pt idx="39022">
                  <c:v>0.4516435185141745</c:v>
                </c:pt>
                <c:pt idx="39023">
                  <c:v>0.45165509259095415</c:v>
                </c:pt>
                <c:pt idx="39024">
                  <c:v>0.45166666666773381</c:v>
                </c:pt>
                <c:pt idx="39025">
                  <c:v>0.4516782407372375</c:v>
                </c:pt>
                <c:pt idx="39026">
                  <c:v>0.45168981481401715</c:v>
                </c:pt>
                <c:pt idx="39027">
                  <c:v>0.45170138888352085</c:v>
                </c:pt>
                <c:pt idx="39028">
                  <c:v>0.4517129629603005</c:v>
                </c:pt>
                <c:pt idx="39029">
                  <c:v>0.45172453703708015</c:v>
                </c:pt>
                <c:pt idx="39030">
                  <c:v>0.45173611110658385</c:v>
                </c:pt>
                <c:pt idx="39031">
                  <c:v>0.4517476851833635</c:v>
                </c:pt>
                <c:pt idx="39032">
                  <c:v>0.45175925926014315</c:v>
                </c:pt>
                <c:pt idx="39033">
                  <c:v>0.45177083332964685</c:v>
                </c:pt>
                <c:pt idx="39034">
                  <c:v>0.4517824074064265</c:v>
                </c:pt>
                <c:pt idx="39035">
                  <c:v>0.4517939814759302</c:v>
                </c:pt>
                <c:pt idx="39036">
                  <c:v>0.45180555555270985</c:v>
                </c:pt>
                <c:pt idx="39037">
                  <c:v>0.4518171296294895</c:v>
                </c:pt>
                <c:pt idx="39038">
                  <c:v>0.45182870369899319</c:v>
                </c:pt>
                <c:pt idx="39039">
                  <c:v>0.45184027777577285</c:v>
                </c:pt>
                <c:pt idx="39040">
                  <c:v>0.4518518518525525</c:v>
                </c:pt>
                <c:pt idx="39041">
                  <c:v>0.45186342592205619</c:v>
                </c:pt>
                <c:pt idx="39042">
                  <c:v>0.45187499999883585</c:v>
                </c:pt>
                <c:pt idx="39043">
                  <c:v>0.45188657406833954</c:v>
                </c:pt>
                <c:pt idx="39044">
                  <c:v>0.45189814814511919</c:v>
                </c:pt>
                <c:pt idx="39045">
                  <c:v>0.45190972222189885</c:v>
                </c:pt>
                <c:pt idx="39046">
                  <c:v>0.45192129629140254</c:v>
                </c:pt>
                <c:pt idx="39047">
                  <c:v>0.45193287036818219</c:v>
                </c:pt>
                <c:pt idx="39048">
                  <c:v>0.45194444444496185</c:v>
                </c:pt>
                <c:pt idx="39049">
                  <c:v>0.45195601851446554</c:v>
                </c:pt>
                <c:pt idx="39050">
                  <c:v>0.45196759259124519</c:v>
                </c:pt>
                <c:pt idx="39051">
                  <c:v>0.45197916666074889</c:v>
                </c:pt>
                <c:pt idx="39052">
                  <c:v>0.45199074073752854</c:v>
                </c:pt>
                <c:pt idx="39053">
                  <c:v>0.45200231481430819</c:v>
                </c:pt>
                <c:pt idx="39054">
                  <c:v>0.45201388888381189</c:v>
                </c:pt>
                <c:pt idx="39055">
                  <c:v>0.45202546296059154</c:v>
                </c:pt>
                <c:pt idx="39056">
                  <c:v>0.45203703703737119</c:v>
                </c:pt>
                <c:pt idx="39057">
                  <c:v>0.45204861110687489</c:v>
                </c:pt>
                <c:pt idx="39058">
                  <c:v>0.45206018518365454</c:v>
                </c:pt>
                <c:pt idx="39059">
                  <c:v>0.45207175926043419</c:v>
                </c:pt>
                <c:pt idx="39060">
                  <c:v>0.45208333332993789</c:v>
                </c:pt>
                <c:pt idx="39061">
                  <c:v>0.45209490740671754</c:v>
                </c:pt>
                <c:pt idx="39062">
                  <c:v>0.45210648147622123</c:v>
                </c:pt>
                <c:pt idx="39063">
                  <c:v>0.45211805555300089</c:v>
                </c:pt>
                <c:pt idx="39064">
                  <c:v>0.45212962962978054</c:v>
                </c:pt>
                <c:pt idx="39065">
                  <c:v>0.45214120369928423</c:v>
                </c:pt>
                <c:pt idx="39066">
                  <c:v>0.45215277777606389</c:v>
                </c:pt>
                <c:pt idx="39067">
                  <c:v>0.45216435185284354</c:v>
                </c:pt>
                <c:pt idx="39068">
                  <c:v>0.45217592592234723</c:v>
                </c:pt>
                <c:pt idx="39069">
                  <c:v>0.45218749999912689</c:v>
                </c:pt>
                <c:pt idx="39070">
                  <c:v>0.45219907406863058</c:v>
                </c:pt>
                <c:pt idx="39071">
                  <c:v>0.45221064814541023</c:v>
                </c:pt>
                <c:pt idx="39072">
                  <c:v>0.45222222222218988</c:v>
                </c:pt>
                <c:pt idx="39073">
                  <c:v>0.45223379629169358</c:v>
                </c:pt>
                <c:pt idx="39074">
                  <c:v>0.45224537036847323</c:v>
                </c:pt>
                <c:pt idx="39075">
                  <c:v>0.45225694444525288</c:v>
                </c:pt>
                <c:pt idx="39076">
                  <c:v>0.45226851851475658</c:v>
                </c:pt>
                <c:pt idx="39077">
                  <c:v>0.45228009259153623</c:v>
                </c:pt>
                <c:pt idx="39078">
                  <c:v>0.45229166666103993</c:v>
                </c:pt>
                <c:pt idx="39079">
                  <c:v>0.45230324073781958</c:v>
                </c:pt>
                <c:pt idx="39080">
                  <c:v>0.45231481481459923</c:v>
                </c:pt>
                <c:pt idx="39081">
                  <c:v>0.45232638888410293</c:v>
                </c:pt>
                <c:pt idx="39082">
                  <c:v>0.45233796296088258</c:v>
                </c:pt>
                <c:pt idx="39083">
                  <c:v>0.45234953703766223</c:v>
                </c:pt>
                <c:pt idx="39084">
                  <c:v>0.45236111110716593</c:v>
                </c:pt>
                <c:pt idx="39085">
                  <c:v>0.45237268518394558</c:v>
                </c:pt>
                <c:pt idx="39086">
                  <c:v>0.45238425925344927</c:v>
                </c:pt>
                <c:pt idx="39087">
                  <c:v>0.45239583333022892</c:v>
                </c:pt>
                <c:pt idx="39088">
                  <c:v>0.45240740740700858</c:v>
                </c:pt>
                <c:pt idx="39089">
                  <c:v>0.45241898147651227</c:v>
                </c:pt>
                <c:pt idx="39090">
                  <c:v>0.45243055555329192</c:v>
                </c:pt>
                <c:pt idx="39091">
                  <c:v>0.45244212963007158</c:v>
                </c:pt>
                <c:pt idx="39092">
                  <c:v>0.45245370369957527</c:v>
                </c:pt>
                <c:pt idx="39093">
                  <c:v>0.45246527777635492</c:v>
                </c:pt>
                <c:pt idx="39094">
                  <c:v>0.45247685185313458</c:v>
                </c:pt>
                <c:pt idx="39095">
                  <c:v>0.45248842592263827</c:v>
                </c:pt>
                <c:pt idx="39096">
                  <c:v>0.45249999999941792</c:v>
                </c:pt>
                <c:pt idx="39097">
                  <c:v>0.45251157406892162</c:v>
                </c:pt>
                <c:pt idx="39098">
                  <c:v>0.45252314814570127</c:v>
                </c:pt>
                <c:pt idx="39099">
                  <c:v>0.45253472222248092</c:v>
                </c:pt>
                <c:pt idx="39100">
                  <c:v>0.45254629629198462</c:v>
                </c:pt>
                <c:pt idx="39101">
                  <c:v>0.45255787036876427</c:v>
                </c:pt>
                <c:pt idx="39102">
                  <c:v>0.45256944444554392</c:v>
                </c:pt>
                <c:pt idx="39103">
                  <c:v>0.45258101851504762</c:v>
                </c:pt>
                <c:pt idx="39104">
                  <c:v>0.45259259259182727</c:v>
                </c:pt>
                <c:pt idx="39105">
                  <c:v>0.45260416666133096</c:v>
                </c:pt>
                <c:pt idx="39106">
                  <c:v>0.45261574073811062</c:v>
                </c:pt>
                <c:pt idx="39107">
                  <c:v>0.45262731481489027</c:v>
                </c:pt>
                <c:pt idx="39108">
                  <c:v>0.45263888888439396</c:v>
                </c:pt>
                <c:pt idx="39109">
                  <c:v>0.45265046296117362</c:v>
                </c:pt>
                <c:pt idx="39110">
                  <c:v>0.45266203703795327</c:v>
                </c:pt>
                <c:pt idx="39111">
                  <c:v>0.45267361110745696</c:v>
                </c:pt>
                <c:pt idx="39112">
                  <c:v>0.45268518518423662</c:v>
                </c:pt>
                <c:pt idx="39113">
                  <c:v>0.45269675925374031</c:v>
                </c:pt>
                <c:pt idx="39114">
                  <c:v>0.45270833333051996</c:v>
                </c:pt>
                <c:pt idx="39115">
                  <c:v>0.45271990740729962</c:v>
                </c:pt>
                <c:pt idx="39116">
                  <c:v>0.45273148147680331</c:v>
                </c:pt>
                <c:pt idx="39117">
                  <c:v>0.45274305555358296</c:v>
                </c:pt>
                <c:pt idx="39118">
                  <c:v>0.45275462963036261</c:v>
                </c:pt>
                <c:pt idx="39119">
                  <c:v>0.45276620369986631</c:v>
                </c:pt>
                <c:pt idx="39120">
                  <c:v>0.45277777777664596</c:v>
                </c:pt>
                <c:pt idx="39121">
                  <c:v>0.45278935184614966</c:v>
                </c:pt>
                <c:pt idx="39122">
                  <c:v>0.45280092592292931</c:v>
                </c:pt>
                <c:pt idx="39123">
                  <c:v>0.45281249999970896</c:v>
                </c:pt>
                <c:pt idx="39124">
                  <c:v>0.45282407406921266</c:v>
                </c:pt>
                <c:pt idx="39125">
                  <c:v>0.45283564814599231</c:v>
                </c:pt>
                <c:pt idx="39126">
                  <c:v>0.45284722222277196</c:v>
                </c:pt>
                <c:pt idx="39127">
                  <c:v>0.45285879629227566</c:v>
                </c:pt>
                <c:pt idx="39128">
                  <c:v>0.45287037036905531</c:v>
                </c:pt>
                <c:pt idx="39129">
                  <c:v>0.452881944438559</c:v>
                </c:pt>
                <c:pt idx="39130">
                  <c:v>0.45289351851533866</c:v>
                </c:pt>
                <c:pt idx="39131">
                  <c:v>0.45290509259211831</c:v>
                </c:pt>
                <c:pt idx="39132">
                  <c:v>0.452916666661622</c:v>
                </c:pt>
                <c:pt idx="39133">
                  <c:v>0.45292824073840166</c:v>
                </c:pt>
                <c:pt idx="39134">
                  <c:v>0.45293981481518131</c:v>
                </c:pt>
                <c:pt idx="39135">
                  <c:v>0.452951388884685</c:v>
                </c:pt>
                <c:pt idx="39136">
                  <c:v>0.45296296296146465</c:v>
                </c:pt>
                <c:pt idx="39137">
                  <c:v>0.45297453703824431</c:v>
                </c:pt>
                <c:pt idx="39138">
                  <c:v>0.452986111107748</c:v>
                </c:pt>
                <c:pt idx="39139">
                  <c:v>0.45299768518452765</c:v>
                </c:pt>
                <c:pt idx="39140">
                  <c:v>0.45300925925403135</c:v>
                </c:pt>
                <c:pt idx="39141">
                  <c:v>0.453020833330811</c:v>
                </c:pt>
                <c:pt idx="39142">
                  <c:v>0.45303240740759065</c:v>
                </c:pt>
                <c:pt idx="39143">
                  <c:v>0.45304398147709435</c:v>
                </c:pt>
                <c:pt idx="39144">
                  <c:v>0.453055555553874</c:v>
                </c:pt>
                <c:pt idx="39145">
                  <c:v>0.45306712963065365</c:v>
                </c:pt>
                <c:pt idx="39146">
                  <c:v>0.45307870370015735</c:v>
                </c:pt>
                <c:pt idx="39147">
                  <c:v>0.453090277776937</c:v>
                </c:pt>
                <c:pt idx="39148">
                  <c:v>0.4531018518464407</c:v>
                </c:pt>
                <c:pt idx="39149">
                  <c:v>0.45311342592322035</c:v>
                </c:pt>
                <c:pt idx="39150">
                  <c:v>0.453125</c:v>
                </c:pt>
                <c:pt idx="39151">
                  <c:v>0.45313657406950369</c:v>
                </c:pt>
                <c:pt idx="39152">
                  <c:v>0.45314814814628335</c:v>
                </c:pt>
                <c:pt idx="39153">
                  <c:v>0.453159722223063</c:v>
                </c:pt>
                <c:pt idx="39154">
                  <c:v>0.45317129629256669</c:v>
                </c:pt>
                <c:pt idx="39155">
                  <c:v>0.45318287036934635</c:v>
                </c:pt>
                <c:pt idx="39156">
                  <c:v>0.45319444443885004</c:v>
                </c:pt>
                <c:pt idx="39157">
                  <c:v>0.45320601851562969</c:v>
                </c:pt>
                <c:pt idx="39158">
                  <c:v>0.45321759259240935</c:v>
                </c:pt>
                <c:pt idx="39159">
                  <c:v>0.45322916666191304</c:v>
                </c:pt>
                <c:pt idx="39160">
                  <c:v>0.45324074073869269</c:v>
                </c:pt>
                <c:pt idx="39161">
                  <c:v>0.45325231481547235</c:v>
                </c:pt>
                <c:pt idx="39162">
                  <c:v>0.45326388888497604</c:v>
                </c:pt>
                <c:pt idx="39163">
                  <c:v>0.45327546296175569</c:v>
                </c:pt>
                <c:pt idx="39164">
                  <c:v>0.45328703703125939</c:v>
                </c:pt>
                <c:pt idx="39165">
                  <c:v>0.45329861110803904</c:v>
                </c:pt>
                <c:pt idx="39166">
                  <c:v>0.45331018518481869</c:v>
                </c:pt>
                <c:pt idx="39167">
                  <c:v>0.45332175925432239</c:v>
                </c:pt>
                <c:pt idx="39168">
                  <c:v>0.45333333333110204</c:v>
                </c:pt>
                <c:pt idx="39169">
                  <c:v>0.45334490740788169</c:v>
                </c:pt>
                <c:pt idx="39170">
                  <c:v>0.45335648147738539</c:v>
                </c:pt>
                <c:pt idx="39171">
                  <c:v>0.45336805555416504</c:v>
                </c:pt>
                <c:pt idx="39172">
                  <c:v>0.45337962963094469</c:v>
                </c:pt>
                <c:pt idx="39173">
                  <c:v>0.45339120370044839</c:v>
                </c:pt>
                <c:pt idx="39174">
                  <c:v>0.45340277777722804</c:v>
                </c:pt>
                <c:pt idx="39175">
                  <c:v>0.45341435184673173</c:v>
                </c:pt>
                <c:pt idx="39176">
                  <c:v>0.45342592592351139</c:v>
                </c:pt>
                <c:pt idx="39177">
                  <c:v>0.45343750000029104</c:v>
                </c:pt>
                <c:pt idx="39178">
                  <c:v>0.45344907406979473</c:v>
                </c:pt>
                <c:pt idx="39179">
                  <c:v>0.45346064814657439</c:v>
                </c:pt>
                <c:pt idx="39180">
                  <c:v>0.45347222222335404</c:v>
                </c:pt>
                <c:pt idx="39181">
                  <c:v>0.45348379629285773</c:v>
                </c:pt>
                <c:pt idx="39182">
                  <c:v>0.45349537036963739</c:v>
                </c:pt>
                <c:pt idx="39183">
                  <c:v>0.45350694443914108</c:v>
                </c:pt>
                <c:pt idx="39184">
                  <c:v>0.45351851851592073</c:v>
                </c:pt>
                <c:pt idx="39185">
                  <c:v>0.45353009259270038</c:v>
                </c:pt>
                <c:pt idx="39186">
                  <c:v>0.45354166666220408</c:v>
                </c:pt>
                <c:pt idx="39187">
                  <c:v>0.45355324073898373</c:v>
                </c:pt>
                <c:pt idx="39188">
                  <c:v>0.45356481481576338</c:v>
                </c:pt>
                <c:pt idx="39189">
                  <c:v>0.45357638888526708</c:v>
                </c:pt>
                <c:pt idx="39190">
                  <c:v>0.45358796296204673</c:v>
                </c:pt>
                <c:pt idx="39191">
                  <c:v>0.45359953703155043</c:v>
                </c:pt>
                <c:pt idx="39192">
                  <c:v>0.45361111110833008</c:v>
                </c:pt>
                <c:pt idx="39193">
                  <c:v>0.45362268518510973</c:v>
                </c:pt>
                <c:pt idx="39194">
                  <c:v>0.45363425925461343</c:v>
                </c:pt>
                <c:pt idx="39195">
                  <c:v>0.45364583333139308</c:v>
                </c:pt>
                <c:pt idx="39196">
                  <c:v>0.45365740740817273</c:v>
                </c:pt>
                <c:pt idx="39197">
                  <c:v>0.45366898147767643</c:v>
                </c:pt>
                <c:pt idx="39198">
                  <c:v>0.45368055555445608</c:v>
                </c:pt>
                <c:pt idx="39199">
                  <c:v>0.45369212962395977</c:v>
                </c:pt>
                <c:pt idx="39200">
                  <c:v>0.45370370370073942</c:v>
                </c:pt>
                <c:pt idx="39201">
                  <c:v>0.45371527777751908</c:v>
                </c:pt>
                <c:pt idx="39202">
                  <c:v>0.45372685184702277</c:v>
                </c:pt>
                <c:pt idx="39203">
                  <c:v>0.45373842592380242</c:v>
                </c:pt>
                <c:pt idx="39204">
                  <c:v>0.45375000000058208</c:v>
                </c:pt>
                <c:pt idx="39205">
                  <c:v>0.45376157407008577</c:v>
                </c:pt>
                <c:pt idx="39206">
                  <c:v>0.45377314814686542</c:v>
                </c:pt>
                <c:pt idx="39207">
                  <c:v>0.45378472221636912</c:v>
                </c:pt>
                <c:pt idx="39208">
                  <c:v>0.45379629629314877</c:v>
                </c:pt>
                <c:pt idx="39209">
                  <c:v>0.45380787036992842</c:v>
                </c:pt>
                <c:pt idx="39210">
                  <c:v>0.45381944443943212</c:v>
                </c:pt>
                <c:pt idx="39211">
                  <c:v>0.45383101851621177</c:v>
                </c:pt>
                <c:pt idx="39212">
                  <c:v>0.45384259259299142</c:v>
                </c:pt>
                <c:pt idx="39213">
                  <c:v>0.45385416666249512</c:v>
                </c:pt>
                <c:pt idx="39214">
                  <c:v>0.45386574073927477</c:v>
                </c:pt>
                <c:pt idx="39215">
                  <c:v>0.45387731481605442</c:v>
                </c:pt>
                <c:pt idx="39216">
                  <c:v>0.45388888888555812</c:v>
                </c:pt>
                <c:pt idx="39217">
                  <c:v>0.45390046296233777</c:v>
                </c:pt>
                <c:pt idx="39218">
                  <c:v>0.45391203703184146</c:v>
                </c:pt>
                <c:pt idx="39219">
                  <c:v>0.45392361110862112</c:v>
                </c:pt>
                <c:pt idx="39220">
                  <c:v>0.45393518518540077</c:v>
                </c:pt>
                <c:pt idx="39221">
                  <c:v>0.45394675925490446</c:v>
                </c:pt>
                <c:pt idx="39222">
                  <c:v>0.45395833333168412</c:v>
                </c:pt>
                <c:pt idx="39223">
                  <c:v>0.45396990740846377</c:v>
                </c:pt>
                <c:pt idx="39224">
                  <c:v>0.45398148147796746</c:v>
                </c:pt>
                <c:pt idx="39225">
                  <c:v>0.45399305555474712</c:v>
                </c:pt>
                <c:pt idx="39226">
                  <c:v>0.45400462962425081</c:v>
                </c:pt>
                <c:pt idx="39227">
                  <c:v>0.45401620370103046</c:v>
                </c:pt>
                <c:pt idx="39228">
                  <c:v>0.45402777777781012</c:v>
                </c:pt>
                <c:pt idx="39229">
                  <c:v>0.45403935184731381</c:v>
                </c:pt>
                <c:pt idx="39230">
                  <c:v>0.45405092592409346</c:v>
                </c:pt>
                <c:pt idx="39231">
                  <c:v>0.45406250000087311</c:v>
                </c:pt>
                <c:pt idx="39232">
                  <c:v>0.45407407407037681</c:v>
                </c:pt>
                <c:pt idx="39233">
                  <c:v>0.45408564814715646</c:v>
                </c:pt>
                <c:pt idx="39234">
                  <c:v>0.45409722221666016</c:v>
                </c:pt>
                <c:pt idx="39235">
                  <c:v>0.45410879629343981</c:v>
                </c:pt>
                <c:pt idx="39236">
                  <c:v>0.45412037037021946</c:v>
                </c:pt>
                <c:pt idx="39237">
                  <c:v>0.45413194443972316</c:v>
                </c:pt>
                <c:pt idx="39238">
                  <c:v>0.45414351851650281</c:v>
                </c:pt>
                <c:pt idx="39239">
                  <c:v>0.45415509259328246</c:v>
                </c:pt>
                <c:pt idx="39240">
                  <c:v>0.45416666666278616</c:v>
                </c:pt>
                <c:pt idx="39241">
                  <c:v>0.45417824073956581</c:v>
                </c:pt>
                <c:pt idx="39242">
                  <c:v>0.4541898148090695</c:v>
                </c:pt>
                <c:pt idx="39243">
                  <c:v>0.45420138888584916</c:v>
                </c:pt>
                <c:pt idx="39244">
                  <c:v>0.45421296296262881</c:v>
                </c:pt>
                <c:pt idx="39245">
                  <c:v>0.4542245370321325</c:v>
                </c:pt>
                <c:pt idx="39246">
                  <c:v>0.45423611110891216</c:v>
                </c:pt>
                <c:pt idx="39247">
                  <c:v>0.45424768518569181</c:v>
                </c:pt>
                <c:pt idx="39248">
                  <c:v>0.4542592592551955</c:v>
                </c:pt>
                <c:pt idx="39249">
                  <c:v>0.45427083333197515</c:v>
                </c:pt>
                <c:pt idx="39250">
                  <c:v>0.45428240740147885</c:v>
                </c:pt>
                <c:pt idx="39251">
                  <c:v>0.4542939814782585</c:v>
                </c:pt>
                <c:pt idx="39252">
                  <c:v>0.45430555555503815</c:v>
                </c:pt>
                <c:pt idx="39253">
                  <c:v>0.45431712962454185</c:v>
                </c:pt>
                <c:pt idx="39254">
                  <c:v>0.4543287037013215</c:v>
                </c:pt>
                <c:pt idx="39255">
                  <c:v>0.45434027777810115</c:v>
                </c:pt>
                <c:pt idx="39256">
                  <c:v>0.45435185184760485</c:v>
                </c:pt>
                <c:pt idx="39257">
                  <c:v>0.4543634259243845</c:v>
                </c:pt>
                <c:pt idx="39258">
                  <c:v>0.45437500000116415</c:v>
                </c:pt>
                <c:pt idx="39259">
                  <c:v>0.45438657407066785</c:v>
                </c:pt>
                <c:pt idx="39260">
                  <c:v>0.4543981481474475</c:v>
                </c:pt>
                <c:pt idx="39261">
                  <c:v>0.4544097222169512</c:v>
                </c:pt>
                <c:pt idx="39262">
                  <c:v>0.45442129629373085</c:v>
                </c:pt>
                <c:pt idx="39263">
                  <c:v>0.4544328703705105</c:v>
                </c:pt>
                <c:pt idx="39264">
                  <c:v>0.45444444444001419</c:v>
                </c:pt>
                <c:pt idx="39265">
                  <c:v>0.45445601851679385</c:v>
                </c:pt>
                <c:pt idx="39266">
                  <c:v>0.4544675925935735</c:v>
                </c:pt>
                <c:pt idx="39267">
                  <c:v>0.45447916666307719</c:v>
                </c:pt>
                <c:pt idx="39268">
                  <c:v>0.45449074073985685</c:v>
                </c:pt>
                <c:pt idx="39269">
                  <c:v>0.45450231480936054</c:v>
                </c:pt>
                <c:pt idx="39270">
                  <c:v>0.45451388888614019</c:v>
                </c:pt>
                <c:pt idx="39271">
                  <c:v>0.45452546296291985</c:v>
                </c:pt>
                <c:pt idx="39272">
                  <c:v>0.45453703703242354</c:v>
                </c:pt>
                <c:pt idx="39273">
                  <c:v>0.45454861110920319</c:v>
                </c:pt>
                <c:pt idx="39274">
                  <c:v>0.45456018518598285</c:v>
                </c:pt>
                <c:pt idx="39275">
                  <c:v>0.45457175925548654</c:v>
                </c:pt>
                <c:pt idx="39276">
                  <c:v>0.45458333333226619</c:v>
                </c:pt>
                <c:pt idx="39277">
                  <c:v>0.45459490740176989</c:v>
                </c:pt>
                <c:pt idx="39278">
                  <c:v>0.45460648147854954</c:v>
                </c:pt>
                <c:pt idx="39279">
                  <c:v>0.45461805555532919</c:v>
                </c:pt>
                <c:pt idx="39280">
                  <c:v>0.45462962962483289</c:v>
                </c:pt>
                <c:pt idx="39281">
                  <c:v>0.45464120370161254</c:v>
                </c:pt>
                <c:pt idx="39282">
                  <c:v>0.45465277777839219</c:v>
                </c:pt>
                <c:pt idx="39283">
                  <c:v>0.45466435184789589</c:v>
                </c:pt>
                <c:pt idx="39284">
                  <c:v>0.45467592592467554</c:v>
                </c:pt>
                <c:pt idx="39285">
                  <c:v>0.45468749999417923</c:v>
                </c:pt>
                <c:pt idx="39286">
                  <c:v>0.45469907407095889</c:v>
                </c:pt>
                <c:pt idx="39287">
                  <c:v>0.45471064814773854</c:v>
                </c:pt>
                <c:pt idx="39288">
                  <c:v>0.45472222221724223</c:v>
                </c:pt>
                <c:pt idx="39289">
                  <c:v>0.45473379629402189</c:v>
                </c:pt>
                <c:pt idx="39290">
                  <c:v>0.45474537037080154</c:v>
                </c:pt>
                <c:pt idx="39291">
                  <c:v>0.45475694444030523</c:v>
                </c:pt>
                <c:pt idx="39292">
                  <c:v>0.45476851851708489</c:v>
                </c:pt>
                <c:pt idx="39293">
                  <c:v>0.45478009259386454</c:v>
                </c:pt>
                <c:pt idx="39294">
                  <c:v>0.45479166666336823</c:v>
                </c:pt>
                <c:pt idx="39295">
                  <c:v>0.45480324074014788</c:v>
                </c:pt>
                <c:pt idx="39296">
                  <c:v>0.45481481480965158</c:v>
                </c:pt>
                <c:pt idx="39297">
                  <c:v>0.45482638888643123</c:v>
                </c:pt>
                <c:pt idx="39298">
                  <c:v>0.45483796296321088</c:v>
                </c:pt>
                <c:pt idx="39299">
                  <c:v>0.45484953703271458</c:v>
                </c:pt>
                <c:pt idx="39300">
                  <c:v>0.45486111110949423</c:v>
                </c:pt>
                <c:pt idx="39301">
                  <c:v>0.45487268518627388</c:v>
                </c:pt>
                <c:pt idx="39302">
                  <c:v>0.45488425925577758</c:v>
                </c:pt>
                <c:pt idx="39303">
                  <c:v>0.45489583333255723</c:v>
                </c:pt>
                <c:pt idx="39304">
                  <c:v>0.45490740740206093</c:v>
                </c:pt>
                <c:pt idx="39305">
                  <c:v>0.45491898147884058</c:v>
                </c:pt>
                <c:pt idx="39306">
                  <c:v>0.45493055555562023</c:v>
                </c:pt>
                <c:pt idx="39307">
                  <c:v>0.45494212962512393</c:v>
                </c:pt>
                <c:pt idx="39308">
                  <c:v>0.45495370370190358</c:v>
                </c:pt>
                <c:pt idx="39309">
                  <c:v>0.45496527777868323</c:v>
                </c:pt>
                <c:pt idx="39310">
                  <c:v>0.45497685184818693</c:v>
                </c:pt>
                <c:pt idx="39311">
                  <c:v>0.45498842592496658</c:v>
                </c:pt>
                <c:pt idx="39312">
                  <c:v>0.45499999999447027</c:v>
                </c:pt>
                <c:pt idx="39313">
                  <c:v>0.45501157407124992</c:v>
                </c:pt>
                <c:pt idx="39314">
                  <c:v>0.45502314814802958</c:v>
                </c:pt>
                <c:pt idx="39315">
                  <c:v>0.45503472221753327</c:v>
                </c:pt>
                <c:pt idx="39316">
                  <c:v>0.45504629629431292</c:v>
                </c:pt>
                <c:pt idx="39317">
                  <c:v>0.45505787037109258</c:v>
                </c:pt>
                <c:pt idx="39318">
                  <c:v>0.45506944444059627</c:v>
                </c:pt>
                <c:pt idx="39319">
                  <c:v>0.45508101851737592</c:v>
                </c:pt>
                <c:pt idx="39320">
                  <c:v>0.45509259258687962</c:v>
                </c:pt>
                <c:pt idx="39321">
                  <c:v>0.45510416666365927</c:v>
                </c:pt>
                <c:pt idx="39322">
                  <c:v>0.45511574074043892</c:v>
                </c:pt>
                <c:pt idx="39323">
                  <c:v>0.45512731480994262</c:v>
                </c:pt>
                <c:pt idx="39324">
                  <c:v>0.45513888888672227</c:v>
                </c:pt>
                <c:pt idx="39325">
                  <c:v>0.45515046296350192</c:v>
                </c:pt>
                <c:pt idx="39326">
                  <c:v>0.45516203703300562</c:v>
                </c:pt>
                <c:pt idx="39327">
                  <c:v>0.45517361110978527</c:v>
                </c:pt>
                <c:pt idx="39328">
                  <c:v>0.45518518517928896</c:v>
                </c:pt>
                <c:pt idx="39329">
                  <c:v>0.45519675925606862</c:v>
                </c:pt>
                <c:pt idx="39330">
                  <c:v>0.45520833333284827</c:v>
                </c:pt>
                <c:pt idx="39331">
                  <c:v>0.45521990740235196</c:v>
                </c:pt>
                <c:pt idx="39332">
                  <c:v>0.45523148147913162</c:v>
                </c:pt>
                <c:pt idx="39333">
                  <c:v>0.45524305555591127</c:v>
                </c:pt>
                <c:pt idx="39334">
                  <c:v>0.45525462962541496</c:v>
                </c:pt>
                <c:pt idx="39335">
                  <c:v>0.45526620370219462</c:v>
                </c:pt>
                <c:pt idx="39336">
                  <c:v>0.45527777777897427</c:v>
                </c:pt>
                <c:pt idx="39337">
                  <c:v>0.45528935184847796</c:v>
                </c:pt>
                <c:pt idx="39338">
                  <c:v>0.45530092592525762</c:v>
                </c:pt>
                <c:pt idx="39339">
                  <c:v>0.45531249999476131</c:v>
                </c:pt>
                <c:pt idx="39340">
                  <c:v>0.45532407407154096</c:v>
                </c:pt>
                <c:pt idx="39341">
                  <c:v>0.45533564814832062</c:v>
                </c:pt>
                <c:pt idx="39342">
                  <c:v>0.45534722221782431</c:v>
                </c:pt>
                <c:pt idx="39343">
                  <c:v>0.45535879629460396</c:v>
                </c:pt>
                <c:pt idx="39344">
                  <c:v>0.45537037037138361</c:v>
                </c:pt>
                <c:pt idx="39345">
                  <c:v>0.45538194444088731</c:v>
                </c:pt>
                <c:pt idx="39346">
                  <c:v>0.45539351851766696</c:v>
                </c:pt>
                <c:pt idx="39347">
                  <c:v>0.45540509258717066</c:v>
                </c:pt>
                <c:pt idx="39348">
                  <c:v>0.45541666666395031</c:v>
                </c:pt>
                <c:pt idx="39349">
                  <c:v>0.45542824074072996</c:v>
                </c:pt>
                <c:pt idx="39350">
                  <c:v>0.45543981481023366</c:v>
                </c:pt>
                <c:pt idx="39351">
                  <c:v>0.45545138888701331</c:v>
                </c:pt>
                <c:pt idx="39352">
                  <c:v>0.45546296296379296</c:v>
                </c:pt>
                <c:pt idx="39353">
                  <c:v>0.45547453703329666</c:v>
                </c:pt>
                <c:pt idx="39354">
                  <c:v>0.45548611111007631</c:v>
                </c:pt>
                <c:pt idx="39355">
                  <c:v>0.45549768517958</c:v>
                </c:pt>
                <c:pt idx="39356">
                  <c:v>0.45550925925635966</c:v>
                </c:pt>
                <c:pt idx="39357">
                  <c:v>0.45552083333313931</c:v>
                </c:pt>
                <c:pt idx="39358">
                  <c:v>0.455532407402643</c:v>
                </c:pt>
                <c:pt idx="39359">
                  <c:v>0.45554398147942265</c:v>
                </c:pt>
                <c:pt idx="39360">
                  <c:v>0.45555555555620231</c:v>
                </c:pt>
                <c:pt idx="39361">
                  <c:v>0.455567129625706</c:v>
                </c:pt>
                <c:pt idx="39362">
                  <c:v>0.45557870370248565</c:v>
                </c:pt>
                <c:pt idx="39363">
                  <c:v>0.45559027777198935</c:v>
                </c:pt>
                <c:pt idx="39364">
                  <c:v>0.455601851848769</c:v>
                </c:pt>
                <c:pt idx="39365">
                  <c:v>0.45561342592554865</c:v>
                </c:pt>
                <c:pt idx="39366">
                  <c:v>0.45562499999505235</c:v>
                </c:pt>
                <c:pt idx="39367">
                  <c:v>0.455636574071832</c:v>
                </c:pt>
                <c:pt idx="39368">
                  <c:v>0.45564814814861165</c:v>
                </c:pt>
                <c:pt idx="39369">
                  <c:v>0.45565972221811535</c:v>
                </c:pt>
                <c:pt idx="39370">
                  <c:v>0.455671296294895</c:v>
                </c:pt>
                <c:pt idx="39371">
                  <c:v>0.45568287037167465</c:v>
                </c:pt>
                <c:pt idx="39372">
                  <c:v>0.45569444444117835</c:v>
                </c:pt>
                <c:pt idx="39373">
                  <c:v>0.455706018517958</c:v>
                </c:pt>
                <c:pt idx="39374">
                  <c:v>0.4557175925874617</c:v>
                </c:pt>
                <c:pt idx="39375">
                  <c:v>0.45572916666424135</c:v>
                </c:pt>
                <c:pt idx="39376">
                  <c:v>0.455740740741021</c:v>
                </c:pt>
                <c:pt idx="39377">
                  <c:v>0.45575231481052469</c:v>
                </c:pt>
                <c:pt idx="39378">
                  <c:v>0.45576388888730435</c:v>
                </c:pt>
                <c:pt idx="39379">
                  <c:v>0.455775462964084</c:v>
                </c:pt>
                <c:pt idx="39380">
                  <c:v>0.45578703703358769</c:v>
                </c:pt>
                <c:pt idx="39381">
                  <c:v>0.45579861111036735</c:v>
                </c:pt>
                <c:pt idx="39382">
                  <c:v>0.45581018517987104</c:v>
                </c:pt>
                <c:pt idx="39383">
                  <c:v>0.45582175925665069</c:v>
                </c:pt>
                <c:pt idx="39384">
                  <c:v>0.45583333333343035</c:v>
                </c:pt>
                <c:pt idx="39385">
                  <c:v>0.45584490740293404</c:v>
                </c:pt>
                <c:pt idx="39386">
                  <c:v>0.45585648147971369</c:v>
                </c:pt>
                <c:pt idx="39387">
                  <c:v>0.45586805555649335</c:v>
                </c:pt>
                <c:pt idx="39388">
                  <c:v>0.45587962962599704</c:v>
                </c:pt>
                <c:pt idx="39389">
                  <c:v>0.45589120370277669</c:v>
                </c:pt>
                <c:pt idx="39390">
                  <c:v>0.45590277777228039</c:v>
                </c:pt>
                <c:pt idx="39391">
                  <c:v>0.45591435184906004</c:v>
                </c:pt>
                <c:pt idx="39392">
                  <c:v>0.45592592592583969</c:v>
                </c:pt>
                <c:pt idx="39393">
                  <c:v>0.45593749999534339</c:v>
                </c:pt>
                <c:pt idx="39394">
                  <c:v>0.45594907407212304</c:v>
                </c:pt>
                <c:pt idx="39395">
                  <c:v>0.45596064814890269</c:v>
                </c:pt>
                <c:pt idx="39396">
                  <c:v>0.45597222221840639</c:v>
                </c:pt>
                <c:pt idx="39397">
                  <c:v>0.45598379629518604</c:v>
                </c:pt>
                <c:pt idx="39398">
                  <c:v>0.45599537036468973</c:v>
                </c:pt>
                <c:pt idx="39399">
                  <c:v>0.45600694444146939</c:v>
                </c:pt>
                <c:pt idx="39400">
                  <c:v>0.45601851851824904</c:v>
                </c:pt>
                <c:pt idx="39401">
                  <c:v>0.45603009258775273</c:v>
                </c:pt>
                <c:pt idx="39402">
                  <c:v>0.45604166666453239</c:v>
                </c:pt>
                <c:pt idx="39403">
                  <c:v>0.45605324074131204</c:v>
                </c:pt>
                <c:pt idx="39404">
                  <c:v>0.45606481481081573</c:v>
                </c:pt>
                <c:pt idx="39405">
                  <c:v>0.45607638888759539</c:v>
                </c:pt>
                <c:pt idx="39406">
                  <c:v>0.45608796295709908</c:v>
                </c:pt>
                <c:pt idx="39407">
                  <c:v>0.45609953703387873</c:v>
                </c:pt>
                <c:pt idx="39408">
                  <c:v>0.45611111111065838</c:v>
                </c:pt>
                <c:pt idx="39409">
                  <c:v>0.45612268518016208</c:v>
                </c:pt>
                <c:pt idx="39410">
                  <c:v>0.45613425925694173</c:v>
                </c:pt>
                <c:pt idx="39411">
                  <c:v>0.45614583333372138</c:v>
                </c:pt>
                <c:pt idx="39412">
                  <c:v>0.45615740740322508</c:v>
                </c:pt>
                <c:pt idx="39413">
                  <c:v>0.45616898148000473</c:v>
                </c:pt>
                <c:pt idx="39414">
                  <c:v>0.45618055555678438</c:v>
                </c:pt>
                <c:pt idx="39415">
                  <c:v>0.45619212962628808</c:v>
                </c:pt>
                <c:pt idx="39416">
                  <c:v>0.45620370370306773</c:v>
                </c:pt>
                <c:pt idx="39417">
                  <c:v>0.45621527777257143</c:v>
                </c:pt>
                <c:pt idx="39418">
                  <c:v>0.45622685184935108</c:v>
                </c:pt>
                <c:pt idx="39419">
                  <c:v>0.45623842592613073</c:v>
                </c:pt>
                <c:pt idx="39420">
                  <c:v>0.45624999999563443</c:v>
                </c:pt>
                <c:pt idx="39421">
                  <c:v>0.45626157407241408</c:v>
                </c:pt>
                <c:pt idx="39422">
                  <c:v>0.45627314814919373</c:v>
                </c:pt>
                <c:pt idx="39423">
                  <c:v>0.45628472221869742</c:v>
                </c:pt>
                <c:pt idx="39424">
                  <c:v>0.45629629629547708</c:v>
                </c:pt>
                <c:pt idx="39425">
                  <c:v>0.45630787036498077</c:v>
                </c:pt>
                <c:pt idx="39426">
                  <c:v>0.45631944444176042</c:v>
                </c:pt>
                <c:pt idx="39427">
                  <c:v>0.45633101851854008</c:v>
                </c:pt>
                <c:pt idx="39428">
                  <c:v>0.45634259258804377</c:v>
                </c:pt>
                <c:pt idx="39429">
                  <c:v>0.45635416666482342</c:v>
                </c:pt>
                <c:pt idx="39430">
                  <c:v>0.45636574074160308</c:v>
                </c:pt>
                <c:pt idx="39431">
                  <c:v>0.45637731481110677</c:v>
                </c:pt>
                <c:pt idx="39432">
                  <c:v>0.45638888888788642</c:v>
                </c:pt>
                <c:pt idx="39433">
                  <c:v>0.45640046295739012</c:v>
                </c:pt>
                <c:pt idx="39434">
                  <c:v>0.45641203703416977</c:v>
                </c:pt>
                <c:pt idx="39435">
                  <c:v>0.45642361111094942</c:v>
                </c:pt>
                <c:pt idx="39436">
                  <c:v>0.45643518518045312</c:v>
                </c:pt>
                <c:pt idx="39437">
                  <c:v>0.45644675925723277</c:v>
                </c:pt>
                <c:pt idx="39438">
                  <c:v>0.45645833333401242</c:v>
                </c:pt>
                <c:pt idx="39439">
                  <c:v>0.45646990740351612</c:v>
                </c:pt>
                <c:pt idx="39440">
                  <c:v>0.45648148148029577</c:v>
                </c:pt>
                <c:pt idx="39441">
                  <c:v>0.45649305554979946</c:v>
                </c:pt>
                <c:pt idx="39442">
                  <c:v>0.45650462962657912</c:v>
                </c:pt>
                <c:pt idx="39443">
                  <c:v>0.45651620370335877</c:v>
                </c:pt>
                <c:pt idx="39444">
                  <c:v>0.45652777777286246</c:v>
                </c:pt>
                <c:pt idx="39445">
                  <c:v>0.45653935184964212</c:v>
                </c:pt>
                <c:pt idx="39446">
                  <c:v>0.45655092592642177</c:v>
                </c:pt>
                <c:pt idx="39447">
                  <c:v>0.45656249999592546</c:v>
                </c:pt>
                <c:pt idx="39448">
                  <c:v>0.45657407407270512</c:v>
                </c:pt>
                <c:pt idx="39449">
                  <c:v>0.45658564814948477</c:v>
                </c:pt>
                <c:pt idx="39450">
                  <c:v>0.45659722221898846</c:v>
                </c:pt>
                <c:pt idx="39451">
                  <c:v>0.45660879629576812</c:v>
                </c:pt>
                <c:pt idx="39452">
                  <c:v>0.45662037036527181</c:v>
                </c:pt>
                <c:pt idx="39453">
                  <c:v>0.45663194444205146</c:v>
                </c:pt>
                <c:pt idx="39454">
                  <c:v>0.45664351851883112</c:v>
                </c:pt>
                <c:pt idx="39455">
                  <c:v>0.45665509258833481</c:v>
                </c:pt>
                <c:pt idx="39456">
                  <c:v>0.45666666666511446</c:v>
                </c:pt>
                <c:pt idx="39457">
                  <c:v>0.45667824074189411</c:v>
                </c:pt>
                <c:pt idx="39458">
                  <c:v>0.45668981481139781</c:v>
                </c:pt>
                <c:pt idx="39459">
                  <c:v>0.45670138888817746</c:v>
                </c:pt>
                <c:pt idx="39460">
                  <c:v>0.45671296295768116</c:v>
                </c:pt>
                <c:pt idx="39461">
                  <c:v>0.45672453703446081</c:v>
                </c:pt>
                <c:pt idx="39462">
                  <c:v>0.45673611111124046</c:v>
                </c:pt>
                <c:pt idx="39463">
                  <c:v>0.45674768518074416</c:v>
                </c:pt>
                <c:pt idx="39464">
                  <c:v>0.45675925925752381</c:v>
                </c:pt>
                <c:pt idx="39465">
                  <c:v>0.45677083333430346</c:v>
                </c:pt>
                <c:pt idx="39466">
                  <c:v>0.45678240740380716</c:v>
                </c:pt>
                <c:pt idx="39467">
                  <c:v>0.45679398148058681</c:v>
                </c:pt>
                <c:pt idx="39468">
                  <c:v>0.4568055555500905</c:v>
                </c:pt>
                <c:pt idx="39469">
                  <c:v>0.45681712962687016</c:v>
                </c:pt>
                <c:pt idx="39470">
                  <c:v>0.45682870370364981</c:v>
                </c:pt>
                <c:pt idx="39471">
                  <c:v>0.4568402777731535</c:v>
                </c:pt>
                <c:pt idx="39472">
                  <c:v>0.45685185184993315</c:v>
                </c:pt>
                <c:pt idx="39473">
                  <c:v>0.45686342592671281</c:v>
                </c:pt>
                <c:pt idx="39474">
                  <c:v>0.4568749999962165</c:v>
                </c:pt>
                <c:pt idx="39475">
                  <c:v>0.45688657407299615</c:v>
                </c:pt>
                <c:pt idx="39476">
                  <c:v>0.45689814814249985</c:v>
                </c:pt>
                <c:pt idx="39477">
                  <c:v>0.4569097222192795</c:v>
                </c:pt>
                <c:pt idx="39478">
                  <c:v>0.45692129629605915</c:v>
                </c:pt>
                <c:pt idx="39479">
                  <c:v>0.45693287036556285</c:v>
                </c:pt>
                <c:pt idx="39480">
                  <c:v>0.4569444444423425</c:v>
                </c:pt>
                <c:pt idx="39481">
                  <c:v>0.45695601851912215</c:v>
                </c:pt>
                <c:pt idx="39482">
                  <c:v>0.45696759258862585</c:v>
                </c:pt>
                <c:pt idx="39483">
                  <c:v>0.4569791666654055</c:v>
                </c:pt>
                <c:pt idx="39484">
                  <c:v>0.4569907407349092</c:v>
                </c:pt>
                <c:pt idx="39485">
                  <c:v>0.45700231481168885</c:v>
                </c:pt>
                <c:pt idx="39486">
                  <c:v>0.4570138888884685</c:v>
                </c:pt>
                <c:pt idx="39487">
                  <c:v>0.45702546295797219</c:v>
                </c:pt>
                <c:pt idx="39488">
                  <c:v>0.45703703703475185</c:v>
                </c:pt>
                <c:pt idx="39489">
                  <c:v>0.4570486111115315</c:v>
                </c:pt>
                <c:pt idx="39490">
                  <c:v>0.45706018518103519</c:v>
                </c:pt>
                <c:pt idx="39491">
                  <c:v>0.45707175925781485</c:v>
                </c:pt>
                <c:pt idx="39492">
                  <c:v>0.4570833333345945</c:v>
                </c:pt>
                <c:pt idx="39493">
                  <c:v>0.45709490740409819</c:v>
                </c:pt>
                <c:pt idx="39494">
                  <c:v>0.45710648148087785</c:v>
                </c:pt>
                <c:pt idx="39495">
                  <c:v>0.45711805555038154</c:v>
                </c:pt>
                <c:pt idx="39496">
                  <c:v>0.45712962962716119</c:v>
                </c:pt>
                <c:pt idx="39497">
                  <c:v>0.45714120370394085</c:v>
                </c:pt>
                <c:pt idx="39498">
                  <c:v>0.45715277777344454</c:v>
                </c:pt>
                <c:pt idx="39499">
                  <c:v>0.45716435185022419</c:v>
                </c:pt>
                <c:pt idx="39500">
                  <c:v>0.45717592592700385</c:v>
                </c:pt>
                <c:pt idx="39501">
                  <c:v>0.45718749999650754</c:v>
                </c:pt>
                <c:pt idx="39502">
                  <c:v>0.45719907407328719</c:v>
                </c:pt>
                <c:pt idx="39503">
                  <c:v>0.45721064814279089</c:v>
                </c:pt>
                <c:pt idx="39504">
                  <c:v>0.45722222221957054</c:v>
                </c:pt>
                <c:pt idx="39505">
                  <c:v>0.45723379629635019</c:v>
                </c:pt>
                <c:pt idx="39506">
                  <c:v>0.45724537036585389</c:v>
                </c:pt>
                <c:pt idx="39507">
                  <c:v>0.45725694444263354</c:v>
                </c:pt>
                <c:pt idx="39508">
                  <c:v>0.45726851851941319</c:v>
                </c:pt>
                <c:pt idx="39509">
                  <c:v>0.45728009258891689</c:v>
                </c:pt>
                <c:pt idx="39510">
                  <c:v>0.45729166666569654</c:v>
                </c:pt>
                <c:pt idx="39511">
                  <c:v>0.45730324073520023</c:v>
                </c:pt>
                <c:pt idx="39512">
                  <c:v>0.45731481481197989</c:v>
                </c:pt>
                <c:pt idx="39513">
                  <c:v>0.45732638888875954</c:v>
                </c:pt>
                <c:pt idx="39514">
                  <c:v>0.45733796295826323</c:v>
                </c:pt>
                <c:pt idx="39515">
                  <c:v>0.45734953703504289</c:v>
                </c:pt>
                <c:pt idx="39516">
                  <c:v>0.45736111111182254</c:v>
                </c:pt>
                <c:pt idx="39517">
                  <c:v>0.45737268518132623</c:v>
                </c:pt>
                <c:pt idx="39518">
                  <c:v>0.45738425925810589</c:v>
                </c:pt>
                <c:pt idx="39519">
                  <c:v>0.45739583332760958</c:v>
                </c:pt>
                <c:pt idx="39520">
                  <c:v>0.45740740740438923</c:v>
                </c:pt>
                <c:pt idx="39521">
                  <c:v>0.45741898148116888</c:v>
                </c:pt>
                <c:pt idx="39522">
                  <c:v>0.45743055555067258</c:v>
                </c:pt>
                <c:pt idx="39523">
                  <c:v>0.45744212962745223</c:v>
                </c:pt>
                <c:pt idx="39524">
                  <c:v>0.45745370370423188</c:v>
                </c:pt>
                <c:pt idx="39525">
                  <c:v>0.45746527777373558</c:v>
                </c:pt>
                <c:pt idx="39526">
                  <c:v>0.45747685185051523</c:v>
                </c:pt>
                <c:pt idx="39527">
                  <c:v>0.45748842592001893</c:v>
                </c:pt>
                <c:pt idx="39528">
                  <c:v>0.45749999999679858</c:v>
                </c:pt>
                <c:pt idx="39529">
                  <c:v>0.45751157407357823</c:v>
                </c:pt>
                <c:pt idx="39530">
                  <c:v>0.45752314814308193</c:v>
                </c:pt>
                <c:pt idx="39531">
                  <c:v>0.45753472221986158</c:v>
                </c:pt>
                <c:pt idx="39532">
                  <c:v>0.45754629629664123</c:v>
                </c:pt>
                <c:pt idx="39533">
                  <c:v>0.45755787036614493</c:v>
                </c:pt>
                <c:pt idx="39534">
                  <c:v>0.45756944444292458</c:v>
                </c:pt>
                <c:pt idx="39535">
                  <c:v>0.45758101851970423</c:v>
                </c:pt>
                <c:pt idx="39536">
                  <c:v>0.45759259258920792</c:v>
                </c:pt>
                <c:pt idx="39537">
                  <c:v>0.45760416666598758</c:v>
                </c:pt>
                <c:pt idx="39538">
                  <c:v>0.45761574073549127</c:v>
                </c:pt>
                <c:pt idx="39539">
                  <c:v>0.45762731481227092</c:v>
                </c:pt>
                <c:pt idx="39540">
                  <c:v>0.45763888888905058</c:v>
                </c:pt>
                <c:pt idx="39541">
                  <c:v>0.45765046295855427</c:v>
                </c:pt>
                <c:pt idx="39542">
                  <c:v>0.45766203703533392</c:v>
                </c:pt>
                <c:pt idx="39543">
                  <c:v>0.45767361111211358</c:v>
                </c:pt>
                <c:pt idx="39544">
                  <c:v>0.45768518518161727</c:v>
                </c:pt>
                <c:pt idx="39545">
                  <c:v>0.45769675925839692</c:v>
                </c:pt>
                <c:pt idx="39546">
                  <c:v>0.45770833332790062</c:v>
                </c:pt>
                <c:pt idx="39547">
                  <c:v>0.45771990740468027</c:v>
                </c:pt>
                <c:pt idx="39548">
                  <c:v>0.45773148148145992</c:v>
                </c:pt>
                <c:pt idx="39549">
                  <c:v>0.45774305555096362</c:v>
                </c:pt>
                <c:pt idx="39550">
                  <c:v>0.45775462962774327</c:v>
                </c:pt>
                <c:pt idx="39551">
                  <c:v>0.45776620370452292</c:v>
                </c:pt>
                <c:pt idx="39552">
                  <c:v>0.45777777777402662</c:v>
                </c:pt>
                <c:pt idx="39553">
                  <c:v>0.45778935185080627</c:v>
                </c:pt>
                <c:pt idx="39554">
                  <c:v>0.45780092592030996</c:v>
                </c:pt>
                <c:pt idx="39555">
                  <c:v>0.45781249999708962</c:v>
                </c:pt>
                <c:pt idx="39556">
                  <c:v>0.45782407407386927</c:v>
                </c:pt>
                <c:pt idx="39557">
                  <c:v>0.45783564814337296</c:v>
                </c:pt>
                <c:pt idx="39558">
                  <c:v>0.45784722222015262</c:v>
                </c:pt>
                <c:pt idx="39559">
                  <c:v>0.45785879629693227</c:v>
                </c:pt>
                <c:pt idx="39560">
                  <c:v>0.45787037036643596</c:v>
                </c:pt>
                <c:pt idx="39561">
                  <c:v>0.45788194444321562</c:v>
                </c:pt>
                <c:pt idx="39562">
                  <c:v>0.45789351851271931</c:v>
                </c:pt>
                <c:pt idx="39563">
                  <c:v>0.45790509258949896</c:v>
                </c:pt>
                <c:pt idx="39564">
                  <c:v>0.45791666666627862</c:v>
                </c:pt>
                <c:pt idx="39565">
                  <c:v>0.45792824073578231</c:v>
                </c:pt>
                <c:pt idx="39566">
                  <c:v>0.45793981481256196</c:v>
                </c:pt>
                <c:pt idx="39567">
                  <c:v>0.45795138888934162</c:v>
                </c:pt>
                <c:pt idx="39568">
                  <c:v>0.45796296295884531</c:v>
                </c:pt>
                <c:pt idx="39569">
                  <c:v>0.45797453703562496</c:v>
                </c:pt>
                <c:pt idx="39570">
                  <c:v>0.45798611111240461</c:v>
                </c:pt>
                <c:pt idx="39571">
                  <c:v>0.45799768518190831</c:v>
                </c:pt>
                <c:pt idx="39572">
                  <c:v>0.45800925925868796</c:v>
                </c:pt>
                <c:pt idx="39573">
                  <c:v>0.45802083332819166</c:v>
                </c:pt>
                <c:pt idx="39574">
                  <c:v>0.45803240740497131</c:v>
                </c:pt>
                <c:pt idx="39575">
                  <c:v>0.45804398148175096</c:v>
                </c:pt>
                <c:pt idx="39576">
                  <c:v>0.45805555555125466</c:v>
                </c:pt>
                <c:pt idx="39577">
                  <c:v>0.45806712962803431</c:v>
                </c:pt>
                <c:pt idx="39578">
                  <c:v>0.45807870370481396</c:v>
                </c:pt>
                <c:pt idx="39579">
                  <c:v>0.45809027777431766</c:v>
                </c:pt>
                <c:pt idx="39580">
                  <c:v>0.45810185185109731</c:v>
                </c:pt>
                <c:pt idx="39581">
                  <c:v>0.458113425920601</c:v>
                </c:pt>
                <c:pt idx="39582">
                  <c:v>0.45812499999738066</c:v>
                </c:pt>
                <c:pt idx="39583">
                  <c:v>0.45813657407416031</c:v>
                </c:pt>
                <c:pt idx="39584">
                  <c:v>0.458148148143664</c:v>
                </c:pt>
                <c:pt idx="39585">
                  <c:v>0.45815972222044365</c:v>
                </c:pt>
                <c:pt idx="39586">
                  <c:v>0.45817129629722331</c:v>
                </c:pt>
                <c:pt idx="39587">
                  <c:v>0.458182870366727</c:v>
                </c:pt>
                <c:pt idx="39588">
                  <c:v>0.45819444444350665</c:v>
                </c:pt>
                <c:pt idx="39589">
                  <c:v>0.45820601851301035</c:v>
                </c:pt>
                <c:pt idx="39590">
                  <c:v>0.45821759258979</c:v>
                </c:pt>
                <c:pt idx="39591">
                  <c:v>0.45822916666656965</c:v>
                </c:pt>
                <c:pt idx="39592">
                  <c:v>0.45824074073607335</c:v>
                </c:pt>
                <c:pt idx="39593">
                  <c:v>0.458252314812853</c:v>
                </c:pt>
                <c:pt idx="39594">
                  <c:v>0.45826388888963265</c:v>
                </c:pt>
                <c:pt idx="39595">
                  <c:v>0.45827546295913635</c:v>
                </c:pt>
                <c:pt idx="39596">
                  <c:v>0.458287037035916</c:v>
                </c:pt>
                <c:pt idx="39597">
                  <c:v>0.4582986111054197</c:v>
                </c:pt>
                <c:pt idx="39598">
                  <c:v>0.45831018518219935</c:v>
                </c:pt>
                <c:pt idx="39599">
                  <c:v>0.458321759258979</c:v>
                </c:pt>
                <c:pt idx="39600">
                  <c:v>0.45833333332848269</c:v>
                </c:pt>
                <c:pt idx="39601">
                  <c:v>0.45834490740526235</c:v>
                </c:pt>
                <c:pt idx="39602">
                  <c:v>0.458356481482042</c:v>
                </c:pt>
                <c:pt idx="39603">
                  <c:v>0.45836805555154569</c:v>
                </c:pt>
                <c:pt idx="39604">
                  <c:v>0.45837962962832535</c:v>
                </c:pt>
                <c:pt idx="39605">
                  <c:v>0.45839120369782904</c:v>
                </c:pt>
                <c:pt idx="39606">
                  <c:v>0.45840277777460869</c:v>
                </c:pt>
                <c:pt idx="39607">
                  <c:v>0.45841435185138835</c:v>
                </c:pt>
                <c:pt idx="39608">
                  <c:v>0.45842592592089204</c:v>
                </c:pt>
                <c:pt idx="39609">
                  <c:v>0.45843749999767169</c:v>
                </c:pt>
                <c:pt idx="39610">
                  <c:v>0.45844907407445135</c:v>
                </c:pt>
                <c:pt idx="39611">
                  <c:v>0.45846064814395504</c:v>
                </c:pt>
                <c:pt idx="39612">
                  <c:v>0.45847222222073469</c:v>
                </c:pt>
                <c:pt idx="39613">
                  <c:v>0.45848379629751435</c:v>
                </c:pt>
                <c:pt idx="39614">
                  <c:v>0.45849537036701804</c:v>
                </c:pt>
                <c:pt idx="39615">
                  <c:v>0.45850694444379769</c:v>
                </c:pt>
                <c:pt idx="39616">
                  <c:v>0.45851851851330139</c:v>
                </c:pt>
                <c:pt idx="39617">
                  <c:v>0.45853009259008104</c:v>
                </c:pt>
                <c:pt idx="39618">
                  <c:v>0.45854166666686069</c:v>
                </c:pt>
                <c:pt idx="39619">
                  <c:v>0.45855324073636439</c:v>
                </c:pt>
                <c:pt idx="39620">
                  <c:v>0.45856481481314404</c:v>
                </c:pt>
                <c:pt idx="39621">
                  <c:v>0.45857638888992369</c:v>
                </c:pt>
                <c:pt idx="39622">
                  <c:v>0.45858796295942739</c:v>
                </c:pt>
                <c:pt idx="39623">
                  <c:v>0.45859953703620704</c:v>
                </c:pt>
                <c:pt idx="39624">
                  <c:v>0.45861111110571073</c:v>
                </c:pt>
                <c:pt idx="39625">
                  <c:v>0.45862268518249039</c:v>
                </c:pt>
                <c:pt idx="39626">
                  <c:v>0.45863425925927004</c:v>
                </c:pt>
                <c:pt idx="39627">
                  <c:v>0.45864583332877373</c:v>
                </c:pt>
                <c:pt idx="39628">
                  <c:v>0.45865740740555339</c:v>
                </c:pt>
                <c:pt idx="39629">
                  <c:v>0.45866898148233304</c:v>
                </c:pt>
                <c:pt idx="39630">
                  <c:v>0.45868055555183673</c:v>
                </c:pt>
                <c:pt idx="39631">
                  <c:v>0.45869212962861639</c:v>
                </c:pt>
                <c:pt idx="39632">
                  <c:v>0.45870370369812008</c:v>
                </c:pt>
                <c:pt idx="39633">
                  <c:v>0.45871527777489973</c:v>
                </c:pt>
                <c:pt idx="39634">
                  <c:v>0.45872685185167938</c:v>
                </c:pt>
                <c:pt idx="39635">
                  <c:v>0.45873842592118308</c:v>
                </c:pt>
                <c:pt idx="39636">
                  <c:v>0.45874999999796273</c:v>
                </c:pt>
                <c:pt idx="39637">
                  <c:v>0.45876157407474238</c:v>
                </c:pt>
                <c:pt idx="39638">
                  <c:v>0.45877314814424608</c:v>
                </c:pt>
                <c:pt idx="39639">
                  <c:v>0.45878472222102573</c:v>
                </c:pt>
                <c:pt idx="39640">
                  <c:v>0.45879629629052943</c:v>
                </c:pt>
                <c:pt idx="39641">
                  <c:v>0.45880787036730908</c:v>
                </c:pt>
                <c:pt idx="39642">
                  <c:v>0.45881944444408873</c:v>
                </c:pt>
                <c:pt idx="39643">
                  <c:v>0.45883101851359243</c:v>
                </c:pt>
                <c:pt idx="39644">
                  <c:v>0.45884259259037208</c:v>
                </c:pt>
                <c:pt idx="39645">
                  <c:v>0.45885416666715173</c:v>
                </c:pt>
                <c:pt idx="39646">
                  <c:v>0.45886574073665543</c:v>
                </c:pt>
                <c:pt idx="39647">
                  <c:v>0.45887731481343508</c:v>
                </c:pt>
                <c:pt idx="39648">
                  <c:v>0.45888888889021473</c:v>
                </c:pt>
                <c:pt idx="39649">
                  <c:v>0.45890046295971842</c:v>
                </c:pt>
                <c:pt idx="39650">
                  <c:v>0.45891203703649808</c:v>
                </c:pt>
                <c:pt idx="39651">
                  <c:v>0.45892361110600177</c:v>
                </c:pt>
                <c:pt idx="39652">
                  <c:v>0.45893518518278142</c:v>
                </c:pt>
                <c:pt idx="39653">
                  <c:v>0.45894675925956108</c:v>
                </c:pt>
                <c:pt idx="39654">
                  <c:v>0.45895833332906477</c:v>
                </c:pt>
                <c:pt idx="39655">
                  <c:v>0.45896990740584442</c:v>
                </c:pt>
                <c:pt idx="39656">
                  <c:v>0.45898148148262408</c:v>
                </c:pt>
                <c:pt idx="39657">
                  <c:v>0.45899305555212777</c:v>
                </c:pt>
                <c:pt idx="39658">
                  <c:v>0.45900462962890742</c:v>
                </c:pt>
                <c:pt idx="39659">
                  <c:v>0.45901620369841112</c:v>
                </c:pt>
                <c:pt idx="39660">
                  <c:v>0.45902777777519077</c:v>
                </c:pt>
                <c:pt idx="39661">
                  <c:v>0.45903935185197042</c:v>
                </c:pt>
                <c:pt idx="39662">
                  <c:v>0.45905092592147412</c:v>
                </c:pt>
                <c:pt idx="39663">
                  <c:v>0.45906249999825377</c:v>
                </c:pt>
                <c:pt idx="39664">
                  <c:v>0.45907407407503342</c:v>
                </c:pt>
                <c:pt idx="39665">
                  <c:v>0.45908564814453712</c:v>
                </c:pt>
                <c:pt idx="39666">
                  <c:v>0.45909722222131677</c:v>
                </c:pt>
                <c:pt idx="39667">
                  <c:v>0.45910879629082046</c:v>
                </c:pt>
                <c:pt idx="39668">
                  <c:v>0.45912037036760012</c:v>
                </c:pt>
                <c:pt idx="39669">
                  <c:v>0.45913194444437977</c:v>
                </c:pt>
                <c:pt idx="39670">
                  <c:v>0.45914351851388346</c:v>
                </c:pt>
                <c:pt idx="39671">
                  <c:v>0.45915509259066312</c:v>
                </c:pt>
                <c:pt idx="39672">
                  <c:v>0.45916666666744277</c:v>
                </c:pt>
                <c:pt idx="39673">
                  <c:v>0.45917824073694646</c:v>
                </c:pt>
                <c:pt idx="39674">
                  <c:v>0.45918981481372612</c:v>
                </c:pt>
                <c:pt idx="39675">
                  <c:v>0.45920138888322981</c:v>
                </c:pt>
                <c:pt idx="39676">
                  <c:v>0.45921296296000946</c:v>
                </c:pt>
                <c:pt idx="39677">
                  <c:v>0.45922453703678912</c:v>
                </c:pt>
                <c:pt idx="39678">
                  <c:v>0.45923611110629281</c:v>
                </c:pt>
                <c:pt idx="39679">
                  <c:v>0.45924768518307246</c:v>
                </c:pt>
                <c:pt idx="39680">
                  <c:v>0.45925925925985212</c:v>
                </c:pt>
                <c:pt idx="39681">
                  <c:v>0.45927083332935581</c:v>
                </c:pt>
                <c:pt idx="39682">
                  <c:v>0.45928240740613546</c:v>
                </c:pt>
                <c:pt idx="39683">
                  <c:v>0.45929398147563916</c:v>
                </c:pt>
                <c:pt idx="39684">
                  <c:v>0.45930555555241881</c:v>
                </c:pt>
                <c:pt idx="39685">
                  <c:v>0.45931712962919846</c:v>
                </c:pt>
                <c:pt idx="39686">
                  <c:v>0.45932870369870216</c:v>
                </c:pt>
                <c:pt idx="39687">
                  <c:v>0.45934027777548181</c:v>
                </c:pt>
                <c:pt idx="39688">
                  <c:v>0.45935185185226146</c:v>
                </c:pt>
                <c:pt idx="39689">
                  <c:v>0.45936342592176516</c:v>
                </c:pt>
                <c:pt idx="39690">
                  <c:v>0.45937499999854481</c:v>
                </c:pt>
                <c:pt idx="39691">
                  <c:v>0.45938657407532446</c:v>
                </c:pt>
                <c:pt idx="39692">
                  <c:v>0.45939814814482816</c:v>
                </c:pt>
                <c:pt idx="39693">
                  <c:v>0.45940972222160781</c:v>
                </c:pt>
                <c:pt idx="39694">
                  <c:v>0.4594212962911115</c:v>
                </c:pt>
                <c:pt idx="39695">
                  <c:v>0.45943287036789116</c:v>
                </c:pt>
                <c:pt idx="39696">
                  <c:v>0.45944444444467081</c:v>
                </c:pt>
                <c:pt idx="39697">
                  <c:v>0.4594560185141745</c:v>
                </c:pt>
                <c:pt idx="39698">
                  <c:v>0.45946759259095415</c:v>
                </c:pt>
                <c:pt idx="39699">
                  <c:v>0.45947916666773381</c:v>
                </c:pt>
                <c:pt idx="39700">
                  <c:v>0.4594907407372375</c:v>
                </c:pt>
                <c:pt idx="39701">
                  <c:v>0.45950231481401715</c:v>
                </c:pt>
                <c:pt idx="39702">
                  <c:v>0.45951388888352085</c:v>
                </c:pt>
                <c:pt idx="39703">
                  <c:v>0.4595254629603005</c:v>
                </c:pt>
                <c:pt idx="39704">
                  <c:v>0.45953703703708015</c:v>
                </c:pt>
                <c:pt idx="39705">
                  <c:v>0.45954861110658385</c:v>
                </c:pt>
                <c:pt idx="39706">
                  <c:v>0.4595601851833635</c:v>
                </c:pt>
                <c:pt idx="39707">
                  <c:v>0.45957175926014315</c:v>
                </c:pt>
                <c:pt idx="39708">
                  <c:v>0.45958333332964685</c:v>
                </c:pt>
                <c:pt idx="39709">
                  <c:v>0.4595949074064265</c:v>
                </c:pt>
                <c:pt idx="39710">
                  <c:v>0.4596064814759302</c:v>
                </c:pt>
                <c:pt idx="39711">
                  <c:v>0.45961805555270985</c:v>
                </c:pt>
                <c:pt idx="39712">
                  <c:v>0.4596296296294895</c:v>
                </c:pt>
                <c:pt idx="39713">
                  <c:v>0.45964120369899319</c:v>
                </c:pt>
                <c:pt idx="39714">
                  <c:v>0.45965277777577285</c:v>
                </c:pt>
                <c:pt idx="39715">
                  <c:v>0.4596643518525525</c:v>
                </c:pt>
                <c:pt idx="39716">
                  <c:v>0.45967592592205619</c:v>
                </c:pt>
                <c:pt idx="39717">
                  <c:v>0.45968749999883585</c:v>
                </c:pt>
                <c:pt idx="39718">
                  <c:v>0.45969907406833954</c:v>
                </c:pt>
                <c:pt idx="39719">
                  <c:v>0.45971064814511919</c:v>
                </c:pt>
                <c:pt idx="39720">
                  <c:v>0.45972222222189885</c:v>
                </c:pt>
                <c:pt idx="39721">
                  <c:v>0.45973379629140254</c:v>
                </c:pt>
                <c:pt idx="39722">
                  <c:v>0.45974537036818219</c:v>
                </c:pt>
                <c:pt idx="39723">
                  <c:v>0.45975694444496185</c:v>
                </c:pt>
                <c:pt idx="39724">
                  <c:v>0.45976851851446554</c:v>
                </c:pt>
                <c:pt idx="39725">
                  <c:v>0.45978009259124519</c:v>
                </c:pt>
                <c:pt idx="39726">
                  <c:v>0.45979166666074889</c:v>
                </c:pt>
                <c:pt idx="39727">
                  <c:v>0.45980324073752854</c:v>
                </c:pt>
                <c:pt idx="39728">
                  <c:v>0.45981481481430819</c:v>
                </c:pt>
                <c:pt idx="39729">
                  <c:v>0.45982638888381189</c:v>
                </c:pt>
                <c:pt idx="39730">
                  <c:v>0.45983796296059154</c:v>
                </c:pt>
                <c:pt idx="39731">
                  <c:v>0.45984953703737119</c:v>
                </c:pt>
                <c:pt idx="39732">
                  <c:v>0.45986111110687489</c:v>
                </c:pt>
                <c:pt idx="39733">
                  <c:v>0.45987268518365454</c:v>
                </c:pt>
                <c:pt idx="39734">
                  <c:v>0.45988425926043419</c:v>
                </c:pt>
                <c:pt idx="39735">
                  <c:v>0.45989583332993789</c:v>
                </c:pt>
                <c:pt idx="39736">
                  <c:v>0.45990740740671754</c:v>
                </c:pt>
                <c:pt idx="39737">
                  <c:v>0.45991898147622123</c:v>
                </c:pt>
                <c:pt idx="39738">
                  <c:v>0.45993055555300089</c:v>
                </c:pt>
                <c:pt idx="39739">
                  <c:v>0.45994212962978054</c:v>
                </c:pt>
                <c:pt idx="39740">
                  <c:v>0.45995370369928423</c:v>
                </c:pt>
                <c:pt idx="39741">
                  <c:v>0.45996527777606389</c:v>
                </c:pt>
                <c:pt idx="39742">
                  <c:v>0.45997685185284354</c:v>
                </c:pt>
                <c:pt idx="39743">
                  <c:v>0.45998842592234723</c:v>
                </c:pt>
                <c:pt idx="39744">
                  <c:v>0.45999999999912689</c:v>
                </c:pt>
                <c:pt idx="39745">
                  <c:v>0.46001157406863058</c:v>
                </c:pt>
                <c:pt idx="39746">
                  <c:v>0.46002314814541023</c:v>
                </c:pt>
                <c:pt idx="39747">
                  <c:v>0.46003472222218988</c:v>
                </c:pt>
                <c:pt idx="39748">
                  <c:v>0.46004629629169358</c:v>
                </c:pt>
                <c:pt idx="39749">
                  <c:v>0.46005787036847323</c:v>
                </c:pt>
                <c:pt idx="39750">
                  <c:v>0.46006944444525288</c:v>
                </c:pt>
                <c:pt idx="39751">
                  <c:v>0.46008101851475658</c:v>
                </c:pt>
                <c:pt idx="39752">
                  <c:v>0.46009259259153623</c:v>
                </c:pt>
                <c:pt idx="39753">
                  <c:v>0.46010416666103993</c:v>
                </c:pt>
                <c:pt idx="39754">
                  <c:v>0.46011574073781958</c:v>
                </c:pt>
                <c:pt idx="39755">
                  <c:v>0.46012731481459923</c:v>
                </c:pt>
                <c:pt idx="39756">
                  <c:v>0.46013888888410293</c:v>
                </c:pt>
                <c:pt idx="39757">
                  <c:v>0.46015046296088258</c:v>
                </c:pt>
                <c:pt idx="39758">
                  <c:v>0.46016203703766223</c:v>
                </c:pt>
                <c:pt idx="39759">
                  <c:v>0.46017361110716593</c:v>
                </c:pt>
                <c:pt idx="39760">
                  <c:v>0.46018518518394558</c:v>
                </c:pt>
                <c:pt idx="39761">
                  <c:v>0.46019675925344927</c:v>
                </c:pt>
                <c:pt idx="39762">
                  <c:v>0.46020833333022892</c:v>
                </c:pt>
                <c:pt idx="39763">
                  <c:v>0.46021990740700858</c:v>
                </c:pt>
                <c:pt idx="39764">
                  <c:v>0.46023148147651227</c:v>
                </c:pt>
                <c:pt idx="39765">
                  <c:v>0.46024305555329192</c:v>
                </c:pt>
                <c:pt idx="39766">
                  <c:v>0.46025462963007158</c:v>
                </c:pt>
                <c:pt idx="39767">
                  <c:v>0.46026620369957527</c:v>
                </c:pt>
                <c:pt idx="39768">
                  <c:v>0.46027777777635492</c:v>
                </c:pt>
                <c:pt idx="39769">
                  <c:v>0.46028935185313458</c:v>
                </c:pt>
                <c:pt idx="39770">
                  <c:v>0.46030092592263827</c:v>
                </c:pt>
                <c:pt idx="39771">
                  <c:v>0.46031249999941792</c:v>
                </c:pt>
                <c:pt idx="39772">
                  <c:v>0.46032407406892162</c:v>
                </c:pt>
                <c:pt idx="39773">
                  <c:v>0.46033564814570127</c:v>
                </c:pt>
                <c:pt idx="39774">
                  <c:v>0.46034722222248092</c:v>
                </c:pt>
                <c:pt idx="39775">
                  <c:v>0.46035879629198462</c:v>
                </c:pt>
                <c:pt idx="39776">
                  <c:v>0.46037037036876427</c:v>
                </c:pt>
                <c:pt idx="39777">
                  <c:v>0.46038194444554392</c:v>
                </c:pt>
                <c:pt idx="39778">
                  <c:v>0.46039351851504762</c:v>
                </c:pt>
                <c:pt idx="39779">
                  <c:v>0.46040509259182727</c:v>
                </c:pt>
                <c:pt idx="39780">
                  <c:v>0.46041666666133096</c:v>
                </c:pt>
                <c:pt idx="39781">
                  <c:v>0.46042824073811062</c:v>
                </c:pt>
                <c:pt idx="39782">
                  <c:v>0.46043981481489027</c:v>
                </c:pt>
                <c:pt idx="39783">
                  <c:v>0.46045138888439396</c:v>
                </c:pt>
                <c:pt idx="39784">
                  <c:v>0.46046296296117362</c:v>
                </c:pt>
                <c:pt idx="39785">
                  <c:v>0.46047453703795327</c:v>
                </c:pt>
                <c:pt idx="39786">
                  <c:v>0.46048611110745696</c:v>
                </c:pt>
                <c:pt idx="39787">
                  <c:v>0.46049768518423662</c:v>
                </c:pt>
                <c:pt idx="39788">
                  <c:v>0.46050925925374031</c:v>
                </c:pt>
                <c:pt idx="39789">
                  <c:v>0.46052083333051996</c:v>
                </c:pt>
                <c:pt idx="39790">
                  <c:v>0.46053240740729962</c:v>
                </c:pt>
                <c:pt idx="39791">
                  <c:v>0.46054398147680331</c:v>
                </c:pt>
                <c:pt idx="39792">
                  <c:v>0.46055555555358296</c:v>
                </c:pt>
                <c:pt idx="39793">
                  <c:v>0.46056712963036261</c:v>
                </c:pt>
                <c:pt idx="39794">
                  <c:v>0.46057870369986631</c:v>
                </c:pt>
                <c:pt idx="39795">
                  <c:v>0.46059027777664596</c:v>
                </c:pt>
                <c:pt idx="39796">
                  <c:v>0.46060185184614966</c:v>
                </c:pt>
                <c:pt idx="39797">
                  <c:v>0.46061342592292931</c:v>
                </c:pt>
                <c:pt idx="39798">
                  <c:v>0.46062499999970896</c:v>
                </c:pt>
                <c:pt idx="39799">
                  <c:v>0.46063657406921266</c:v>
                </c:pt>
                <c:pt idx="39800">
                  <c:v>0.46064814814599231</c:v>
                </c:pt>
                <c:pt idx="39801">
                  <c:v>0.46065972222277196</c:v>
                </c:pt>
                <c:pt idx="39802">
                  <c:v>0.46067129629227566</c:v>
                </c:pt>
                <c:pt idx="39803">
                  <c:v>0.46068287036905531</c:v>
                </c:pt>
                <c:pt idx="39804">
                  <c:v>0.460694444438559</c:v>
                </c:pt>
                <c:pt idx="39805">
                  <c:v>0.46070601851533866</c:v>
                </c:pt>
                <c:pt idx="39806">
                  <c:v>0.46071759259211831</c:v>
                </c:pt>
                <c:pt idx="39807">
                  <c:v>0.460729166661622</c:v>
                </c:pt>
                <c:pt idx="39808">
                  <c:v>0.46074074073840166</c:v>
                </c:pt>
                <c:pt idx="39809">
                  <c:v>0.46075231481518131</c:v>
                </c:pt>
                <c:pt idx="39810">
                  <c:v>0.460763888884685</c:v>
                </c:pt>
                <c:pt idx="39811">
                  <c:v>0.46077546296146465</c:v>
                </c:pt>
                <c:pt idx="39812">
                  <c:v>0.46078703703824431</c:v>
                </c:pt>
                <c:pt idx="39813">
                  <c:v>0.460798611107748</c:v>
                </c:pt>
                <c:pt idx="39814">
                  <c:v>0.46081018518452765</c:v>
                </c:pt>
                <c:pt idx="39815">
                  <c:v>0.46082175925403135</c:v>
                </c:pt>
                <c:pt idx="39816">
                  <c:v>0.460833333330811</c:v>
                </c:pt>
                <c:pt idx="39817">
                  <c:v>0.46084490740759065</c:v>
                </c:pt>
                <c:pt idx="39818">
                  <c:v>0.46085648147709435</c:v>
                </c:pt>
                <c:pt idx="39819">
                  <c:v>0.460868055553874</c:v>
                </c:pt>
                <c:pt idx="39820">
                  <c:v>0.46087962963065365</c:v>
                </c:pt>
                <c:pt idx="39821">
                  <c:v>0.46089120370015735</c:v>
                </c:pt>
                <c:pt idx="39822">
                  <c:v>0.460902777776937</c:v>
                </c:pt>
                <c:pt idx="39823">
                  <c:v>0.4609143518464407</c:v>
                </c:pt>
                <c:pt idx="39824">
                  <c:v>0.46092592592322035</c:v>
                </c:pt>
                <c:pt idx="39825">
                  <c:v>0.4609375</c:v>
                </c:pt>
                <c:pt idx="39826">
                  <c:v>0.46094907406950369</c:v>
                </c:pt>
                <c:pt idx="39827">
                  <c:v>0.46096064814628335</c:v>
                </c:pt>
                <c:pt idx="39828">
                  <c:v>0.460972222223063</c:v>
                </c:pt>
                <c:pt idx="39829">
                  <c:v>0.46098379629256669</c:v>
                </c:pt>
                <c:pt idx="39830">
                  <c:v>0.46099537036934635</c:v>
                </c:pt>
                <c:pt idx="39831">
                  <c:v>0.46100694443885004</c:v>
                </c:pt>
                <c:pt idx="39832">
                  <c:v>0.46101851851562969</c:v>
                </c:pt>
                <c:pt idx="39833">
                  <c:v>0.46103009259240935</c:v>
                </c:pt>
                <c:pt idx="39834">
                  <c:v>0.46104166666191304</c:v>
                </c:pt>
                <c:pt idx="39835">
                  <c:v>0.46105324073869269</c:v>
                </c:pt>
                <c:pt idx="39836">
                  <c:v>0.46106481481547235</c:v>
                </c:pt>
                <c:pt idx="39837">
                  <c:v>0.46107638888497604</c:v>
                </c:pt>
                <c:pt idx="39838">
                  <c:v>0.46108796296175569</c:v>
                </c:pt>
                <c:pt idx="39839">
                  <c:v>0.46109953703125939</c:v>
                </c:pt>
                <c:pt idx="39840">
                  <c:v>0.46111111110803904</c:v>
                </c:pt>
                <c:pt idx="39841">
                  <c:v>0.46112268518481869</c:v>
                </c:pt>
                <c:pt idx="39842">
                  <c:v>0.46113425925432239</c:v>
                </c:pt>
                <c:pt idx="39843">
                  <c:v>0.46114583333110204</c:v>
                </c:pt>
                <c:pt idx="39844">
                  <c:v>0.46115740740788169</c:v>
                </c:pt>
                <c:pt idx="39845">
                  <c:v>0.46116898147738539</c:v>
                </c:pt>
                <c:pt idx="39846">
                  <c:v>0.46118055555416504</c:v>
                </c:pt>
                <c:pt idx="39847">
                  <c:v>0.46119212963094469</c:v>
                </c:pt>
                <c:pt idx="39848">
                  <c:v>0.46120370370044839</c:v>
                </c:pt>
                <c:pt idx="39849">
                  <c:v>0.46121527777722804</c:v>
                </c:pt>
                <c:pt idx="39850">
                  <c:v>0.46122685184673173</c:v>
                </c:pt>
                <c:pt idx="39851">
                  <c:v>0.46123842592351139</c:v>
                </c:pt>
                <c:pt idx="39852">
                  <c:v>0.46125000000029104</c:v>
                </c:pt>
                <c:pt idx="39853">
                  <c:v>0.46126157406979473</c:v>
                </c:pt>
                <c:pt idx="39854">
                  <c:v>0.46127314814657439</c:v>
                </c:pt>
                <c:pt idx="39855">
                  <c:v>0.46128472222335404</c:v>
                </c:pt>
                <c:pt idx="39856">
                  <c:v>0.46129629629285773</c:v>
                </c:pt>
                <c:pt idx="39857">
                  <c:v>0.46130787036963739</c:v>
                </c:pt>
                <c:pt idx="39858">
                  <c:v>0.46131944443914108</c:v>
                </c:pt>
                <c:pt idx="39859">
                  <c:v>0.46133101851592073</c:v>
                </c:pt>
                <c:pt idx="39860">
                  <c:v>0.46134259259270038</c:v>
                </c:pt>
                <c:pt idx="39861">
                  <c:v>0.46135416666220408</c:v>
                </c:pt>
                <c:pt idx="39862">
                  <c:v>0.46136574073898373</c:v>
                </c:pt>
                <c:pt idx="39863">
                  <c:v>0.46137731481576338</c:v>
                </c:pt>
                <c:pt idx="39864">
                  <c:v>0.46138888888526708</c:v>
                </c:pt>
                <c:pt idx="39865">
                  <c:v>0.46140046296204673</c:v>
                </c:pt>
                <c:pt idx="39866">
                  <c:v>0.46141203703155043</c:v>
                </c:pt>
                <c:pt idx="39867">
                  <c:v>0.46142361110833008</c:v>
                </c:pt>
                <c:pt idx="39868">
                  <c:v>0.46143518518510973</c:v>
                </c:pt>
                <c:pt idx="39869">
                  <c:v>0.46144675925461343</c:v>
                </c:pt>
                <c:pt idx="39870">
                  <c:v>0.46145833333139308</c:v>
                </c:pt>
                <c:pt idx="39871">
                  <c:v>0.46146990740817273</c:v>
                </c:pt>
                <c:pt idx="39872">
                  <c:v>0.46148148147767643</c:v>
                </c:pt>
                <c:pt idx="39873">
                  <c:v>0.46149305555445608</c:v>
                </c:pt>
                <c:pt idx="39874">
                  <c:v>0.46150462962395977</c:v>
                </c:pt>
                <c:pt idx="39875">
                  <c:v>0.46151620370073942</c:v>
                </c:pt>
                <c:pt idx="39876">
                  <c:v>0.46152777777751908</c:v>
                </c:pt>
                <c:pt idx="39877">
                  <c:v>0.46153935184702277</c:v>
                </c:pt>
                <c:pt idx="39878">
                  <c:v>0.46155092592380242</c:v>
                </c:pt>
                <c:pt idx="39879">
                  <c:v>0.46156250000058208</c:v>
                </c:pt>
                <c:pt idx="39880">
                  <c:v>0.46157407407008577</c:v>
                </c:pt>
                <c:pt idx="39881">
                  <c:v>0.46158564814686542</c:v>
                </c:pt>
                <c:pt idx="39882">
                  <c:v>0.46159722221636912</c:v>
                </c:pt>
                <c:pt idx="39883">
                  <c:v>0.46160879629314877</c:v>
                </c:pt>
                <c:pt idx="39884">
                  <c:v>0.46162037036992842</c:v>
                </c:pt>
                <c:pt idx="39885">
                  <c:v>0.46163194443943212</c:v>
                </c:pt>
                <c:pt idx="39886">
                  <c:v>0.46164351851621177</c:v>
                </c:pt>
                <c:pt idx="39887">
                  <c:v>0.46165509259299142</c:v>
                </c:pt>
                <c:pt idx="39888">
                  <c:v>0.46166666666249512</c:v>
                </c:pt>
                <c:pt idx="39889">
                  <c:v>0.46167824073927477</c:v>
                </c:pt>
                <c:pt idx="39890">
                  <c:v>0.46168981481605442</c:v>
                </c:pt>
                <c:pt idx="39891">
                  <c:v>0.46170138888555812</c:v>
                </c:pt>
                <c:pt idx="39892">
                  <c:v>0.46171296296233777</c:v>
                </c:pt>
                <c:pt idx="39893">
                  <c:v>0.46172453703184146</c:v>
                </c:pt>
                <c:pt idx="39894">
                  <c:v>0.46173611110862112</c:v>
                </c:pt>
                <c:pt idx="39895">
                  <c:v>0.46174768518540077</c:v>
                </c:pt>
                <c:pt idx="39896">
                  <c:v>0.46175925925490446</c:v>
                </c:pt>
                <c:pt idx="39897">
                  <c:v>0.46177083333168412</c:v>
                </c:pt>
                <c:pt idx="39898">
                  <c:v>0.46178240740846377</c:v>
                </c:pt>
                <c:pt idx="39899">
                  <c:v>0.46179398147796746</c:v>
                </c:pt>
                <c:pt idx="39900">
                  <c:v>0.46180555555474712</c:v>
                </c:pt>
                <c:pt idx="39901">
                  <c:v>0.46181712962425081</c:v>
                </c:pt>
                <c:pt idx="39902">
                  <c:v>0.46182870370103046</c:v>
                </c:pt>
                <c:pt idx="39903">
                  <c:v>0.46184027777781012</c:v>
                </c:pt>
                <c:pt idx="39904">
                  <c:v>0.46185185184731381</c:v>
                </c:pt>
                <c:pt idx="39905">
                  <c:v>0.46186342592409346</c:v>
                </c:pt>
                <c:pt idx="39906">
                  <c:v>0.46187500000087311</c:v>
                </c:pt>
                <c:pt idx="39907">
                  <c:v>0.46188657407037681</c:v>
                </c:pt>
                <c:pt idx="39908">
                  <c:v>0.46189814814715646</c:v>
                </c:pt>
                <c:pt idx="39909">
                  <c:v>0.46190972221666016</c:v>
                </c:pt>
                <c:pt idx="39910">
                  <c:v>0.46192129629343981</c:v>
                </c:pt>
                <c:pt idx="39911">
                  <c:v>0.46193287037021946</c:v>
                </c:pt>
                <c:pt idx="39912">
                  <c:v>0.46194444443972316</c:v>
                </c:pt>
                <c:pt idx="39913">
                  <c:v>0.46195601851650281</c:v>
                </c:pt>
                <c:pt idx="39914">
                  <c:v>0.46196759259328246</c:v>
                </c:pt>
                <c:pt idx="39915">
                  <c:v>0.46197916666278616</c:v>
                </c:pt>
                <c:pt idx="39916">
                  <c:v>0.46199074073956581</c:v>
                </c:pt>
                <c:pt idx="39917">
                  <c:v>0.4620023148090695</c:v>
                </c:pt>
                <c:pt idx="39918">
                  <c:v>0.46201388888584916</c:v>
                </c:pt>
                <c:pt idx="39919">
                  <c:v>0.46202546296262881</c:v>
                </c:pt>
                <c:pt idx="39920">
                  <c:v>0.4620370370321325</c:v>
                </c:pt>
                <c:pt idx="39921">
                  <c:v>0.46204861110891216</c:v>
                </c:pt>
                <c:pt idx="39922">
                  <c:v>0.46206018518569181</c:v>
                </c:pt>
                <c:pt idx="39923">
                  <c:v>0.4620717592551955</c:v>
                </c:pt>
                <c:pt idx="39924">
                  <c:v>0.46208333333197515</c:v>
                </c:pt>
                <c:pt idx="39925">
                  <c:v>0.46209490740147885</c:v>
                </c:pt>
                <c:pt idx="39926">
                  <c:v>0.4621064814782585</c:v>
                </c:pt>
                <c:pt idx="39927">
                  <c:v>0.46211805555503815</c:v>
                </c:pt>
                <c:pt idx="39928">
                  <c:v>0.46212962962454185</c:v>
                </c:pt>
                <c:pt idx="39929">
                  <c:v>0.4621412037013215</c:v>
                </c:pt>
                <c:pt idx="39930">
                  <c:v>0.46215277777810115</c:v>
                </c:pt>
                <c:pt idx="39931">
                  <c:v>0.46216435184760485</c:v>
                </c:pt>
                <c:pt idx="39932">
                  <c:v>0.4621759259243845</c:v>
                </c:pt>
                <c:pt idx="39933">
                  <c:v>0.46218750000116415</c:v>
                </c:pt>
                <c:pt idx="39934">
                  <c:v>0.46219907407066785</c:v>
                </c:pt>
                <c:pt idx="39935">
                  <c:v>0.4622106481474475</c:v>
                </c:pt>
                <c:pt idx="39936">
                  <c:v>0.4622222222169512</c:v>
                </c:pt>
                <c:pt idx="39937">
                  <c:v>0.46223379629373085</c:v>
                </c:pt>
                <c:pt idx="39938">
                  <c:v>0.4622453703705105</c:v>
                </c:pt>
                <c:pt idx="39939">
                  <c:v>0.46225694444001419</c:v>
                </c:pt>
                <c:pt idx="39940">
                  <c:v>0.46226851851679385</c:v>
                </c:pt>
                <c:pt idx="39941">
                  <c:v>0.4622800925935735</c:v>
                </c:pt>
                <c:pt idx="39942">
                  <c:v>0.46229166666307719</c:v>
                </c:pt>
                <c:pt idx="39943">
                  <c:v>0.46230324073985685</c:v>
                </c:pt>
                <c:pt idx="39944">
                  <c:v>0.46231481480936054</c:v>
                </c:pt>
                <c:pt idx="39945">
                  <c:v>0.46232638888614019</c:v>
                </c:pt>
                <c:pt idx="39946">
                  <c:v>0.46233796296291985</c:v>
                </c:pt>
                <c:pt idx="39947">
                  <c:v>0.46234953703242354</c:v>
                </c:pt>
                <c:pt idx="39948">
                  <c:v>0.46236111110920319</c:v>
                </c:pt>
                <c:pt idx="39949">
                  <c:v>0.46237268518598285</c:v>
                </c:pt>
                <c:pt idx="39950">
                  <c:v>0.46238425925548654</c:v>
                </c:pt>
                <c:pt idx="39951">
                  <c:v>0.46239583333226619</c:v>
                </c:pt>
                <c:pt idx="39952">
                  <c:v>0.46240740740176989</c:v>
                </c:pt>
                <c:pt idx="39953">
                  <c:v>0.46241898147854954</c:v>
                </c:pt>
                <c:pt idx="39954">
                  <c:v>0.46243055555532919</c:v>
                </c:pt>
                <c:pt idx="39955">
                  <c:v>0.46244212962483289</c:v>
                </c:pt>
                <c:pt idx="39956">
                  <c:v>0.46245370370161254</c:v>
                </c:pt>
                <c:pt idx="39957">
                  <c:v>0.46246527777839219</c:v>
                </c:pt>
                <c:pt idx="39958">
                  <c:v>0.46247685184789589</c:v>
                </c:pt>
                <c:pt idx="39959">
                  <c:v>0.46248842592467554</c:v>
                </c:pt>
                <c:pt idx="39960">
                  <c:v>0.46249999999417923</c:v>
                </c:pt>
                <c:pt idx="39961">
                  <c:v>0.46251157407095889</c:v>
                </c:pt>
                <c:pt idx="39962">
                  <c:v>0.46252314814773854</c:v>
                </c:pt>
                <c:pt idx="39963">
                  <c:v>0.46253472221724223</c:v>
                </c:pt>
                <c:pt idx="39964">
                  <c:v>0.46254629629402189</c:v>
                </c:pt>
                <c:pt idx="39965">
                  <c:v>0.46255787037080154</c:v>
                </c:pt>
                <c:pt idx="39966">
                  <c:v>0.46256944444030523</c:v>
                </c:pt>
                <c:pt idx="39967">
                  <c:v>0.46258101851708489</c:v>
                </c:pt>
                <c:pt idx="39968">
                  <c:v>0.46259259259386454</c:v>
                </c:pt>
                <c:pt idx="39969">
                  <c:v>0.46260416666336823</c:v>
                </c:pt>
                <c:pt idx="39970">
                  <c:v>0.46261574074014788</c:v>
                </c:pt>
                <c:pt idx="39971">
                  <c:v>0.46262731480965158</c:v>
                </c:pt>
                <c:pt idx="39972">
                  <c:v>0.46263888888643123</c:v>
                </c:pt>
                <c:pt idx="39973">
                  <c:v>0.46265046296321088</c:v>
                </c:pt>
                <c:pt idx="39974">
                  <c:v>0.46266203703271458</c:v>
                </c:pt>
                <c:pt idx="39975">
                  <c:v>0.46267361110949423</c:v>
                </c:pt>
                <c:pt idx="39976">
                  <c:v>0.46268518518627388</c:v>
                </c:pt>
                <c:pt idx="39977">
                  <c:v>0.46269675925577758</c:v>
                </c:pt>
                <c:pt idx="39978">
                  <c:v>0.46270833333255723</c:v>
                </c:pt>
                <c:pt idx="39979">
                  <c:v>0.46271990740206093</c:v>
                </c:pt>
                <c:pt idx="39980">
                  <c:v>0.46273148147884058</c:v>
                </c:pt>
                <c:pt idx="39981">
                  <c:v>0.46274305555562023</c:v>
                </c:pt>
                <c:pt idx="39982">
                  <c:v>0.46275462962512393</c:v>
                </c:pt>
                <c:pt idx="39983">
                  <c:v>0.46276620370190358</c:v>
                </c:pt>
                <c:pt idx="39984">
                  <c:v>0.46277777777868323</c:v>
                </c:pt>
                <c:pt idx="39985">
                  <c:v>0.46278935184818693</c:v>
                </c:pt>
                <c:pt idx="39986">
                  <c:v>0.46280092592496658</c:v>
                </c:pt>
                <c:pt idx="39987">
                  <c:v>0.46281249999447027</c:v>
                </c:pt>
                <c:pt idx="39988">
                  <c:v>0.46282407407124992</c:v>
                </c:pt>
                <c:pt idx="39989">
                  <c:v>0.46283564814802958</c:v>
                </c:pt>
                <c:pt idx="39990">
                  <c:v>0.46284722221753327</c:v>
                </c:pt>
                <c:pt idx="39991">
                  <c:v>0.46285879629431292</c:v>
                </c:pt>
                <c:pt idx="39992">
                  <c:v>0.46287037037109258</c:v>
                </c:pt>
                <c:pt idx="39993">
                  <c:v>0.46288194444059627</c:v>
                </c:pt>
                <c:pt idx="39994">
                  <c:v>0.46289351851737592</c:v>
                </c:pt>
                <c:pt idx="39995">
                  <c:v>0.46290509258687962</c:v>
                </c:pt>
                <c:pt idx="39996">
                  <c:v>0.46291666666365927</c:v>
                </c:pt>
                <c:pt idx="39997">
                  <c:v>0.46292824074043892</c:v>
                </c:pt>
                <c:pt idx="39998">
                  <c:v>0.46293981480994262</c:v>
                </c:pt>
                <c:pt idx="39999">
                  <c:v>0.46295138888672227</c:v>
                </c:pt>
                <c:pt idx="40000">
                  <c:v>0.46296296296350192</c:v>
                </c:pt>
                <c:pt idx="40001">
                  <c:v>0.46297453703300562</c:v>
                </c:pt>
                <c:pt idx="40002">
                  <c:v>0.46298611110978527</c:v>
                </c:pt>
                <c:pt idx="40003">
                  <c:v>0.46299768517928896</c:v>
                </c:pt>
                <c:pt idx="40004">
                  <c:v>0.46300925925606862</c:v>
                </c:pt>
                <c:pt idx="40005">
                  <c:v>0.46302083333284827</c:v>
                </c:pt>
                <c:pt idx="40006">
                  <c:v>0.46303240740235196</c:v>
                </c:pt>
                <c:pt idx="40007">
                  <c:v>0.46304398147913162</c:v>
                </c:pt>
                <c:pt idx="40008">
                  <c:v>0.46305555555591127</c:v>
                </c:pt>
                <c:pt idx="40009">
                  <c:v>0.46306712962541496</c:v>
                </c:pt>
                <c:pt idx="40010">
                  <c:v>0.46307870370219462</c:v>
                </c:pt>
                <c:pt idx="40011">
                  <c:v>0.46309027777897427</c:v>
                </c:pt>
                <c:pt idx="40012">
                  <c:v>0.46310185184847796</c:v>
                </c:pt>
                <c:pt idx="40013">
                  <c:v>0.46311342592525762</c:v>
                </c:pt>
                <c:pt idx="40014">
                  <c:v>0.46312499999476131</c:v>
                </c:pt>
                <c:pt idx="40015">
                  <c:v>0.46313657407154096</c:v>
                </c:pt>
                <c:pt idx="40016">
                  <c:v>0.46314814814832062</c:v>
                </c:pt>
                <c:pt idx="40017">
                  <c:v>0.46315972221782431</c:v>
                </c:pt>
                <c:pt idx="40018">
                  <c:v>0.46317129629460396</c:v>
                </c:pt>
                <c:pt idx="40019">
                  <c:v>0.46318287037138361</c:v>
                </c:pt>
                <c:pt idx="40020">
                  <c:v>0.46319444444088731</c:v>
                </c:pt>
                <c:pt idx="40021">
                  <c:v>0.46320601851766696</c:v>
                </c:pt>
                <c:pt idx="40022">
                  <c:v>0.46321759258717066</c:v>
                </c:pt>
                <c:pt idx="40023">
                  <c:v>0.46322916666395031</c:v>
                </c:pt>
                <c:pt idx="40024">
                  <c:v>0.46324074074072996</c:v>
                </c:pt>
                <c:pt idx="40025">
                  <c:v>0.46325231481023366</c:v>
                </c:pt>
                <c:pt idx="40026">
                  <c:v>0.46326388888701331</c:v>
                </c:pt>
                <c:pt idx="40027">
                  <c:v>0.46327546296379296</c:v>
                </c:pt>
                <c:pt idx="40028">
                  <c:v>0.46328703703329666</c:v>
                </c:pt>
                <c:pt idx="40029">
                  <c:v>0.46329861111007631</c:v>
                </c:pt>
                <c:pt idx="40030">
                  <c:v>0.46331018517958</c:v>
                </c:pt>
                <c:pt idx="40031">
                  <c:v>0.46332175925635966</c:v>
                </c:pt>
                <c:pt idx="40032">
                  <c:v>0.46333333333313931</c:v>
                </c:pt>
                <c:pt idx="40033">
                  <c:v>0.463344907402643</c:v>
                </c:pt>
                <c:pt idx="40034">
                  <c:v>0.46335648147942265</c:v>
                </c:pt>
                <c:pt idx="40035">
                  <c:v>0.46336805555620231</c:v>
                </c:pt>
                <c:pt idx="40036">
                  <c:v>0.463379629625706</c:v>
                </c:pt>
                <c:pt idx="40037">
                  <c:v>0.46339120370248565</c:v>
                </c:pt>
                <c:pt idx="40038">
                  <c:v>0.46340277777198935</c:v>
                </c:pt>
                <c:pt idx="40039">
                  <c:v>0.463414351848769</c:v>
                </c:pt>
                <c:pt idx="40040">
                  <c:v>0.46342592592554865</c:v>
                </c:pt>
                <c:pt idx="40041">
                  <c:v>0.46343749999505235</c:v>
                </c:pt>
                <c:pt idx="40042">
                  <c:v>0.463449074071832</c:v>
                </c:pt>
                <c:pt idx="40043">
                  <c:v>0.46346064814861165</c:v>
                </c:pt>
                <c:pt idx="40044">
                  <c:v>0.46347222221811535</c:v>
                </c:pt>
                <c:pt idx="40045">
                  <c:v>0.463483796294895</c:v>
                </c:pt>
                <c:pt idx="40046">
                  <c:v>0.46349537037167465</c:v>
                </c:pt>
                <c:pt idx="40047">
                  <c:v>0.46350694444117835</c:v>
                </c:pt>
                <c:pt idx="40048">
                  <c:v>0.463518518517958</c:v>
                </c:pt>
                <c:pt idx="40049">
                  <c:v>0.4635300925874617</c:v>
                </c:pt>
                <c:pt idx="40050">
                  <c:v>0.46354166666424135</c:v>
                </c:pt>
                <c:pt idx="40051">
                  <c:v>0.463553240741021</c:v>
                </c:pt>
                <c:pt idx="40052">
                  <c:v>0.46356481481052469</c:v>
                </c:pt>
                <c:pt idx="40053">
                  <c:v>0.46357638888730435</c:v>
                </c:pt>
                <c:pt idx="40054">
                  <c:v>0.463587962964084</c:v>
                </c:pt>
                <c:pt idx="40055">
                  <c:v>0.46359953703358769</c:v>
                </c:pt>
                <c:pt idx="40056">
                  <c:v>0.46361111111036735</c:v>
                </c:pt>
                <c:pt idx="40057">
                  <c:v>0.46362268517987104</c:v>
                </c:pt>
                <c:pt idx="40058">
                  <c:v>0.46363425925665069</c:v>
                </c:pt>
                <c:pt idx="40059">
                  <c:v>0.46364583333343035</c:v>
                </c:pt>
                <c:pt idx="40060">
                  <c:v>0.46365740740293404</c:v>
                </c:pt>
                <c:pt idx="40061">
                  <c:v>0.46366898147971369</c:v>
                </c:pt>
                <c:pt idx="40062">
                  <c:v>0.46368055555649335</c:v>
                </c:pt>
                <c:pt idx="40063">
                  <c:v>0.46369212962599704</c:v>
                </c:pt>
                <c:pt idx="40064">
                  <c:v>0.46370370370277669</c:v>
                </c:pt>
                <c:pt idx="40065">
                  <c:v>0.46371527777228039</c:v>
                </c:pt>
                <c:pt idx="40066">
                  <c:v>0.46372685184906004</c:v>
                </c:pt>
                <c:pt idx="40067">
                  <c:v>0.46373842592583969</c:v>
                </c:pt>
                <c:pt idx="40068">
                  <c:v>0.46374999999534339</c:v>
                </c:pt>
                <c:pt idx="40069">
                  <c:v>0.46376157407212304</c:v>
                </c:pt>
                <c:pt idx="40070">
                  <c:v>0.46377314814890269</c:v>
                </c:pt>
                <c:pt idx="40071">
                  <c:v>0.46378472221840639</c:v>
                </c:pt>
                <c:pt idx="40072">
                  <c:v>0.46379629629518604</c:v>
                </c:pt>
                <c:pt idx="40073">
                  <c:v>0.46380787036468973</c:v>
                </c:pt>
                <c:pt idx="40074">
                  <c:v>0.46381944444146939</c:v>
                </c:pt>
                <c:pt idx="40075">
                  <c:v>0.46383101851824904</c:v>
                </c:pt>
                <c:pt idx="40076">
                  <c:v>0.46384259258775273</c:v>
                </c:pt>
                <c:pt idx="40077">
                  <c:v>0.46385416666453239</c:v>
                </c:pt>
                <c:pt idx="40078">
                  <c:v>0.46386574074131204</c:v>
                </c:pt>
                <c:pt idx="40079">
                  <c:v>0.46387731481081573</c:v>
                </c:pt>
                <c:pt idx="40080">
                  <c:v>0.46388888888759539</c:v>
                </c:pt>
                <c:pt idx="40081">
                  <c:v>0.46390046295709908</c:v>
                </c:pt>
                <c:pt idx="40082">
                  <c:v>0.46391203703387873</c:v>
                </c:pt>
                <c:pt idx="40083">
                  <c:v>0.46392361111065838</c:v>
                </c:pt>
                <c:pt idx="40084">
                  <c:v>0.46393518518016208</c:v>
                </c:pt>
                <c:pt idx="40085">
                  <c:v>0.46394675925694173</c:v>
                </c:pt>
                <c:pt idx="40086">
                  <c:v>0.46395833333372138</c:v>
                </c:pt>
                <c:pt idx="40087">
                  <c:v>0.46396990740322508</c:v>
                </c:pt>
                <c:pt idx="40088">
                  <c:v>0.46398148148000473</c:v>
                </c:pt>
                <c:pt idx="40089">
                  <c:v>0.46399305555678438</c:v>
                </c:pt>
                <c:pt idx="40090">
                  <c:v>0.46400462962628808</c:v>
                </c:pt>
                <c:pt idx="40091">
                  <c:v>0.46401620370306773</c:v>
                </c:pt>
                <c:pt idx="40092">
                  <c:v>0.46402777777257143</c:v>
                </c:pt>
                <c:pt idx="40093">
                  <c:v>0.46403935184935108</c:v>
                </c:pt>
                <c:pt idx="40094">
                  <c:v>0.46405092592613073</c:v>
                </c:pt>
                <c:pt idx="40095">
                  <c:v>0.46406249999563443</c:v>
                </c:pt>
                <c:pt idx="40096">
                  <c:v>0.46407407407241408</c:v>
                </c:pt>
                <c:pt idx="40097">
                  <c:v>0.46408564814919373</c:v>
                </c:pt>
                <c:pt idx="40098">
                  <c:v>0.46409722221869742</c:v>
                </c:pt>
                <c:pt idx="40099">
                  <c:v>0.46410879629547708</c:v>
                </c:pt>
                <c:pt idx="40100">
                  <c:v>0.46412037036498077</c:v>
                </c:pt>
                <c:pt idx="40101">
                  <c:v>0.46413194444176042</c:v>
                </c:pt>
                <c:pt idx="40102">
                  <c:v>0.46414351851854008</c:v>
                </c:pt>
                <c:pt idx="40103">
                  <c:v>0.46415509258804377</c:v>
                </c:pt>
                <c:pt idx="40104">
                  <c:v>0.46416666666482342</c:v>
                </c:pt>
                <c:pt idx="40105">
                  <c:v>0.46417824074160308</c:v>
                </c:pt>
                <c:pt idx="40106">
                  <c:v>0.46418981481110677</c:v>
                </c:pt>
                <c:pt idx="40107">
                  <c:v>0.46420138888788642</c:v>
                </c:pt>
                <c:pt idx="40108">
                  <c:v>0.46421296295739012</c:v>
                </c:pt>
                <c:pt idx="40109">
                  <c:v>0.46422453703416977</c:v>
                </c:pt>
                <c:pt idx="40110">
                  <c:v>0.46423611111094942</c:v>
                </c:pt>
                <c:pt idx="40111">
                  <c:v>0.46424768518045312</c:v>
                </c:pt>
                <c:pt idx="40112">
                  <c:v>0.46425925925723277</c:v>
                </c:pt>
                <c:pt idx="40113">
                  <c:v>0.46427083333401242</c:v>
                </c:pt>
                <c:pt idx="40114">
                  <c:v>0.46428240740351612</c:v>
                </c:pt>
                <c:pt idx="40115">
                  <c:v>0.46429398148029577</c:v>
                </c:pt>
                <c:pt idx="40116">
                  <c:v>0.46430555554979946</c:v>
                </c:pt>
                <c:pt idx="40117">
                  <c:v>0.46431712962657912</c:v>
                </c:pt>
                <c:pt idx="40118">
                  <c:v>0.46432870370335877</c:v>
                </c:pt>
                <c:pt idx="40119">
                  <c:v>0.46434027777286246</c:v>
                </c:pt>
                <c:pt idx="40120">
                  <c:v>0.46435185184964212</c:v>
                </c:pt>
                <c:pt idx="40121">
                  <c:v>0.46436342592642177</c:v>
                </c:pt>
                <c:pt idx="40122">
                  <c:v>0.46437499999592546</c:v>
                </c:pt>
                <c:pt idx="40123">
                  <c:v>0.46438657407270512</c:v>
                </c:pt>
                <c:pt idx="40124">
                  <c:v>0.46439814814948477</c:v>
                </c:pt>
                <c:pt idx="40125">
                  <c:v>0.46440972221898846</c:v>
                </c:pt>
                <c:pt idx="40126">
                  <c:v>0.46442129629576812</c:v>
                </c:pt>
                <c:pt idx="40127">
                  <c:v>0.46443287036527181</c:v>
                </c:pt>
                <c:pt idx="40128">
                  <c:v>0.46444444444205146</c:v>
                </c:pt>
                <c:pt idx="40129">
                  <c:v>0.46445601851883112</c:v>
                </c:pt>
                <c:pt idx="40130">
                  <c:v>0.46446759258833481</c:v>
                </c:pt>
                <c:pt idx="40131">
                  <c:v>0.46447916666511446</c:v>
                </c:pt>
                <c:pt idx="40132">
                  <c:v>0.46449074074189411</c:v>
                </c:pt>
                <c:pt idx="40133">
                  <c:v>0.46450231481139781</c:v>
                </c:pt>
                <c:pt idx="40134">
                  <c:v>0.46451388888817746</c:v>
                </c:pt>
                <c:pt idx="40135">
                  <c:v>0.46452546295768116</c:v>
                </c:pt>
                <c:pt idx="40136">
                  <c:v>0.46453703703446081</c:v>
                </c:pt>
                <c:pt idx="40137">
                  <c:v>0.46454861111124046</c:v>
                </c:pt>
                <c:pt idx="40138">
                  <c:v>0.46456018518074416</c:v>
                </c:pt>
                <c:pt idx="40139">
                  <c:v>0.46457175925752381</c:v>
                </c:pt>
                <c:pt idx="40140">
                  <c:v>0.46458333333430346</c:v>
                </c:pt>
                <c:pt idx="40141">
                  <c:v>0.46459490740380716</c:v>
                </c:pt>
                <c:pt idx="40142">
                  <c:v>0.46460648148058681</c:v>
                </c:pt>
                <c:pt idx="40143">
                  <c:v>0.4646180555500905</c:v>
                </c:pt>
                <c:pt idx="40144">
                  <c:v>0.46462962962687016</c:v>
                </c:pt>
                <c:pt idx="40145">
                  <c:v>0.46464120370364981</c:v>
                </c:pt>
                <c:pt idx="40146">
                  <c:v>0.4646527777731535</c:v>
                </c:pt>
                <c:pt idx="40147">
                  <c:v>0.46466435184993315</c:v>
                </c:pt>
                <c:pt idx="40148">
                  <c:v>0.46467592592671281</c:v>
                </c:pt>
                <c:pt idx="40149">
                  <c:v>0.4646874999962165</c:v>
                </c:pt>
                <c:pt idx="40150">
                  <c:v>0.46469907407299615</c:v>
                </c:pt>
                <c:pt idx="40151">
                  <c:v>0.46471064814249985</c:v>
                </c:pt>
                <c:pt idx="40152">
                  <c:v>0.4647222222192795</c:v>
                </c:pt>
                <c:pt idx="40153">
                  <c:v>0.46473379629605915</c:v>
                </c:pt>
                <c:pt idx="40154">
                  <c:v>0.46474537036556285</c:v>
                </c:pt>
                <c:pt idx="40155">
                  <c:v>0.4647569444423425</c:v>
                </c:pt>
                <c:pt idx="40156">
                  <c:v>0.46476851851912215</c:v>
                </c:pt>
                <c:pt idx="40157">
                  <c:v>0.46478009258862585</c:v>
                </c:pt>
                <c:pt idx="40158">
                  <c:v>0.4647916666654055</c:v>
                </c:pt>
                <c:pt idx="40159">
                  <c:v>0.4648032407349092</c:v>
                </c:pt>
                <c:pt idx="40160">
                  <c:v>0.46481481481168885</c:v>
                </c:pt>
                <c:pt idx="40161">
                  <c:v>0.4648263888884685</c:v>
                </c:pt>
                <c:pt idx="40162">
                  <c:v>0.46483796295797219</c:v>
                </c:pt>
                <c:pt idx="40163">
                  <c:v>0.46484953703475185</c:v>
                </c:pt>
                <c:pt idx="40164">
                  <c:v>0.4648611111115315</c:v>
                </c:pt>
                <c:pt idx="40165">
                  <c:v>0.46487268518103519</c:v>
                </c:pt>
                <c:pt idx="40166">
                  <c:v>0.46488425925781485</c:v>
                </c:pt>
                <c:pt idx="40167">
                  <c:v>0.4648958333345945</c:v>
                </c:pt>
                <c:pt idx="40168">
                  <c:v>0.46490740740409819</c:v>
                </c:pt>
                <c:pt idx="40169">
                  <c:v>0.46491898148087785</c:v>
                </c:pt>
                <c:pt idx="40170">
                  <c:v>0.46493055555038154</c:v>
                </c:pt>
                <c:pt idx="40171">
                  <c:v>0.46494212962716119</c:v>
                </c:pt>
                <c:pt idx="40172">
                  <c:v>0.46495370370394085</c:v>
                </c:pt>
                <c:pt idx="40173">
                  <c:v>0.46496527777344454</c:v>
                </c:pt>
                <c:pt idx="40174">
                  <c:v>0.46497685185022419</c:v>
                </c:pt>
                <c:pt idx="40175">
                  <c:v>0.46498842592700385</c:v>
                </c:pt>
                <c:pt idx="40176">
                  <c:v>0.46499999999650754</c:v>
                </c:pt>
                <c:pt idx="40177">
                  <c:v>0.46501157407328719</c:v>
                </c:pt>
                <c:pt idx="40178">
                  <c:v>0.46502314814279089</c:v>
                </c:pt>
                <c:pt idx="40179">
                  <c:v>0.46503472221957054</c:v>
                </c:pt>
                <c:pt idx="40180">
                  <c:v>0.46504629629635019</c:v>
                </c:pt>
                <c:pt idx="40181">
                  <c:v>0.46505787036585389</c:v>
                </c:pt>
                <c:pt idx="40182">
                  <c:v>0.46506944444263354</c:v>
                </c:pt>
                <c:pt idx="40183">
                  <c:v>0.46508101851941319</c:v>
                </c:pt>
                <c:pt idx="40184">
                  <c:v>0.46509259258891689</c:v>
                </c:pt>
                <c:pt idx="40185">
                  <c:v>0.46510416666569654</c:v>
                </c:pt>
                <c:pt idx="40186">
                  <c:v>0.46511574073520023</c:v>
                </c:pt>
                <c:pt idx="40187">
                  <c:v>0.46512731481197989</c:v>
                </c:pt>
                <c:pt idx="40188">
                  <c:v>0.46513888888875954</c:v>
                </c:pt>
                <c:pt idx="40189">
                  <c:v>0.46515046295826323</c:v>
                </c:pt>
                <c:pt idx="40190">
                  <c:v>0.46516203703504289</c:v>
                </c:pt>
                <c:pt idx="40191">
                  <c:v>0.46517361111182254</c:v>
                </c:pt>
                <c:pt idx="40192">
                  <c:v>0.46518518518132623</c:v>
                </c:pt>
                <c:pt idx="40193">
                  <c:v>0.46519675925810589</c:v>
                </c:pt>
                <c:pt idx="40194">
                  <c:v>0.46520833332760958</c:v>
                </c:pt>
                <c:pt idx="40195">
                  <c:v>0.46521990740438923</c:v>
                </c:pt>
                <c:pt idx="40196">
                  <c:v>0.46523148148116888</c:v>
                </c:pt>
                <c:pt idx="40197">
                  <c:v>0.46524305555067258</c:v>
                </c:pt>
                <c:pt idx="40198">
                  <c:v>0.46525462962745223</c:v>
                </c:pt>
                <c:pt idx="40199">
                  <c:v>0.46526620370423188</c:v>
                </c:pt>
                <c:pt idx="40200">
                  <c:v>0.46527777777373558</c:v>
                </c:pt>
                <c:pt idx="40201">
                  <c:v>0.46528935185051523</c:v>
                </c:pt>
                <c:pt idx="40202">
                  <c:v>0.46530092592001893</c:v>
                </c:pt>
                <c:pt idx="40203">
                  <c:v>0.46531249999679858</c:v>
                </c:pt>
                <c:pt idx="40204">
                  <c:v>0.46532407407357823</c:v>
                </c:pt>
                <c:pt idx="40205">
                  <c:v>0.46533564814308193</c:v>
                </c:pt>
                <c:pt idx="40206">
                  <c:v>0.46534722221986158</c:v>
                </c:pt>
                <c:pt idx="40207">
                  <c:v>0.46535879629664123</c:v>
                </c:pt>
                <c:pt idx="40208">
                  <c:v>0.46537037036614493</c:v>
                </c:pt>
                <c:pt idx="40209">
                  <c:v>0.46538194444292458</c:v>
                </c:pt>
                <c:pt idx="40210">
                  <c:v>0.46539351851970423</c:v>
                </c:pt>
                <c:pt idx="40211">
                  <c:v>0.46540509258920792</c:v>
                </c:pt>
                <c:pt idx="40212">
                  <c:v>0.46541666666598758</c:v>
                </c:pt>
                <c:pt idx="40213">
                  <c:v>0.46542824073549127</c:v>
                </c:pt>
                <c:pt idx="40214">
                  <c:v>0.46543981481227092</c:v>
                </c:pt>
                <c:pt idx="40215">
                  <c:v>0.46545138888905058</c:v>
                </c:pt>
                <c:pt idx="40216">
                  <c:v>0.46546296295855427</c:v>
                </c:pt>
                <c:pt idx="40217">
                  <c:v>0.46547453703533392</c:v>
                </c:pt>
                <c:pt idx="40218">
                  <c:v>0.46548611111211358</c:v>
                </c:pt>
                <c:pt idx="40219">
                  <c:v>0.46549768518161727</c:v>
                </c:pt>
                <c:pt idx="40220">
                  <c:v>0.46550925925839692</c:v>
                </c:pt>
                <c:pt idx="40221">
                  <c:v>0.46552083332790062</c:v>
                </c:pt>
                <c:pt idx="40222">
                  <c:v>0.46553240740468027</c:v>
                </c:pt>
                <c:pt idx="40223">
                  <c:v>0.46554398148145992</c:v>
                </c:pt>
                <c:pt idx="40224">
                  <c:v>0.46555555555096362</c:v>
                </c:pt>
                <c:pt idx="40225">
                  <c:v>0.46556712962774327</c:v>
                </c:pt>
                <c:pt idx="40226">
                  <c:v>0.46557870370452292</c:v>
                </c:pt>
                <c:pt idx="40227">
                  <c:v>0.46559027777402662</c:v>
                </c:pt>
                <c:pt idx="40228">
                  <c:v>0.46560185185080627</c:v>
                </c:pt>
                <c:pt idx="40229">
                  <c:v>0.46561342592030996</c:v>
                </c:pt>
                <c:pt idx="40230">
                  <c:v>0.46562499999708962</c:v>
                </c:pt>
                <c:pt idx="40231">
                  <c:v>0.46563657407386927</c:v>
                </c:pt>
                <c:pt idx="40232">
                  <c:v>0.46564814814337296</c:v>
                </c:pt>
                <c:pt idx="40233">
                  <c:v>0.46565972222015262</c:v>
                </c:pt>
                <c:pt idx="40234">
                  <c:v>0.46567129629693227</c:v>
                </c:pt>
                <c:pt idx="40235">
                  <c:v>0.46568287036643596</c:v>
                </c:pt>
                <c:pt idx="40236">
                  <c:v>0.46569444444321562</c:v>
                </c:pt>
                <c:pt idx="40237">
                  <c:v>0.46570601851271931</c:v>
                </c:pt>
                <c:pt idx="40238">
                  <c:v>0.46571759258949896</c:v>
                </c:pt>
                <c:pt idx="40239">
                  <c:v>0.46572916666627862</c:v>
                </c:pt>
                <c:pt idx="40240">
                  <c:v>0.46574074073578231</c:v>
                </c:pt>
                <c:pt idx="40241">
                  <c:v>0.46575231481256196</c:v>
                </c:pt>
                <c:pt idx="40242">
                  <c:v>0.46576388888934162</c:v>
                </c:pt>
                <c:pt idx="40243">
                  <c:v>0.46577546295884531</c:v>
                </c:pt>
                <c:pt idx="40244">
                  <c:v>0.46578703703562496</c:v>
                </c:pt>
                <c:pt idx="40245">
                  <c:v>0.46579861111240461</c:v>
                </c:pt>
                <c:pt idx="40246">
                  <c:v>0.46581018518190831</c:v>
                </c:pt>
                <c:pt idx="40247">
                  <c:v>0.46582175925868796</c:v>
                </c:pt>
                <c:pt idx="40248">
                  <c:v>0.46583333332819166</c:v>
                </c:pt>
                <c:pt idx="40249">
                  <c:v>0.46584490740497131</c:v>
                </c:pt>
                <c:pt idx="40250">
                  <c:v>0.46585648148175096</c:v>
                </c:pt>
                <c:pt idx="40251">
                  <c:v>0.46586805555125466</c:v>
                </c:pt>
                <c:pt idx="40252">
                  <c:v>0.46587962962803431</c:v>
                </c:pt>
                <c:pt idx="40253">
                  <c:v>0.46589120370481396</c:v>
                </c:pt>
                <c:pt idx="40254">
                  <c:v>0.46590277777431766</c:v>
                </c:pt>
                <c:pt idx="40255">
                  <c:v>0.46591435185109731</c:v>
                </c:pt>
                <c:pt idx="40256">
                  <c:v>0.465925925920601</c:v>
                </c:pt>
                <c:pt idx="40257">
                  <c:v>0.46593749999738066</c:v>
                </c:pt>
                <c:pt idx="40258">
                  <c:v>0.46594907407416031</c:v>
                </c:pt>
                <c:pt idx="40259">
                  <c:v>0.465960648143664</c:v>
                </c:pt>
                <c:pt idx="40260">
                  <c:v>0.46597222222044365</c:v>
                </c:pt>
                <c:pt idx="40261">
                  <c:v>0.46598379629722331</c:v>
                </c:pt>
                <c:pt idx="40262">
                  <c:v>0.465995370366727</c:v>
                </c:pt>
                <c:pt idx="40263">
                  <c:v>0.46600694444350665</c:v>
                </c:pt>
                <c:pt idx="40264">
                  <c:v>0.46601851851301035</c:v>
                </c:pt>
                <c:pt idx="40265">
                  <c:v>0.46603009258979</c:v>
                </c:pt>
                <c:pt idx="40266">
                  <c:v>0.46604166666656965</c:v>
                </c:pt>
                <c:pt idx="40267">
                  <c:v>0.46605324073607335</c:v>
                </c:pt>
                <c:pt idx="40268">
                  <c:v>0.466064814812853</c:v>
                </c:pt>
                <c:pt idx="40269">
                  <c:v>0.46607638888963265</c:v>
                </c:pt>
                <c:pt idx="40270">
                  <c:v>0.46608796295913635</c:v>
                </c:pt>
                <c:pt idx="40271">
                  <c:v>0.466099537035916</c:v>
                </c:pt>
                <c:pt idx="40272">
                  <c:v>0.4661111111054197</c:v>
                </c:pt>
                <c:pt idx="40273">
                  <c:v>0.46612268518219935</c:v>
                </c:pt>
                <c:pt idx="40274">
                  <c:v>0.466134259258979</c:v>
                </c:pt>
                <c:pt idx="40275">
                  <c:v>0.46614583332848269</c:v>
                </c:pt>
                <c:pt idx="40276">
                  <c:v>0.46615740740526235</c:v>
                </c:pt>
                <c:pt idx="40277">
                  <c:v>0.466168981482042</c:v>
                </c:pt>
                <c:pt idx="40278">
                  <c:v>0.46618055555154569</c:v>
                </c:pt>
                <c:pt idx="40279">
                  <c:v>0.46619212962832535</c:v>
                </c:pt>
                <c:pt idx="40280">
                  <c:v>0.46620370369782904</c:v>
                </c:pt>
                <c:pt idx="40281">
                  <c:v>0.46621527777460869</c:v>
                </c:pt>
                <c:pt idx="40282">
                  <c:v>0.46622685185138835</c:v>
                </c:pt>
                <c:pt idx="40283">
                  <c:v>0.46623842592089204</c:v>
                </c:pt>
                <c:pt idx="40284">
                  <c:v>0.46624999999767169</c:v>
                </c:pt>
                <c:pt idx="40285">
                  <c:v>0.46626157407445135</c:v>
                </c:pt>
                <c:pt idx="40286">
                  <c:v>0.46627314814395504</c:v>
                </c:pt>
                <c:pt idx="40287">
                  <c:v>0.46628472222073469</c:v>
                </c:pt>
                <c:pt idx="40288">
                  <c:v>0.46629629629751435</c:v>
                </c:pt>
                <c:pt idx="40289">
                  <c:v>0.46630787036701804</c:v>
                </c:pt>
                <c:pt idx="40290">
                  <c:v>0.46631944444379769</c:v>
                </c:pt>
                <c:pt idx="40291">
                  <c:v>0.46633101851330139</c:v>
                </c:pt>
                <c:pt idx="40292">
                  <c:v>0.46634259259008104</c:v>
                </c:pt>
                <c:pt idx="40293">
                  <c:v>0.46635416666686069</c:v>
                </c:pt>
                <c:pt idx="40294">
                  <c:v>0.46636574073636439</c:v>
                </c:pt>
                <c:pt idx="40295">
                  <c:v>0.46637731481314404</c:v>
                </c:pt>
                <c:pt idx="40296">
                  <c:v>0.46638888888992369</c:v>
                </c:pt>
                <c:pt idx="40297">
                  <c:v>0.46640046295942739</c:v>
                </c:pt>
                <c:pt idx="40298">
                  <c:v>0.46641203703620704</c:v>
                </c:pt>
                <c:pt idx="40299">
                  <c:v>0.46642361110571073</c:v>
                </c:pt>
                <c:pt idx="40300">
                  <c:v>0.46643518518249039</c:v>
                </c:pt>
                <c:pt idx="40301">
                  <c:v>0.46644675925927004</c:v>
                </c:pt>
                <c:pt idx="40302">
                  <c:v>0.46645833332877373</c:v>
                </c:pt>
                <c:pt idx="40303">
                  <c:v>0.46646990740555339</c:v>
                </c:pt>
                <c:pt idx="40304">
                  <c:v>0.46648148148233304</c:v>
                </c:pt>
                <c:pt idx="40305">
                  <c:v>0.46649305555183673</c:v>
                </c:pt>
                <c:pt idx="40306">
                  <c:v>0.46650462962861639</c:v>
                </c:pt>
                <c:pt idx="40307">
                  <c:v>0.46651620369812008</c:v>
                </c:pt>
                <c:pt idx="40308">
                  <c:v>0.46652777777489973</c:v>
                </c:pt>
                <c:pt idx="40309">
                  <c:v>0.46653935185167938</c:v>
                </c:pt>
                <c:pt idx="40310">
                  <c:v>0.46655092592118308</c:v>
                </c:pt>
                <c:pt idx="40311">
                  <c:v>0.46656249999796273</c:v>
                </c:pt>
                <c:pt idx="40312">
                  <c:v>0.46657407407474238</c:v>
                </c:pt>
                <c:pt idx="40313">
                  <c:v>0.46658564814424608</c:v>
                </c:pt>
                <c:pt idx="40314">
                  <c:v>0.46659722222102573</c:v>
                </c:pt>
                <c:pt idx="40315">
                  <c:v>0.46660879629052943</c:v>
                </c:pt>
                <c:pt idx="40316">
                  <c:v>0.46662037036730908</c:v>
                </c:pt>
                <c:pt idx="40317">
                  <c:v>0.46663194444408873</c:v>
                </c:pt>
                <c:pt idx="40318">
                  <c:v>0.46664351851359243</c:v>
                </c:pt>
                <c:pt idx="40319">
                  <c:v>0.46665509259037208</c:v>
                </c:pt>
                <c:pt idx="40320">
                  <c:v>0.46666666666715173</c:v>
                </c:pt>
                <c:pt idx="40321">
                  <c:v>0.46667824073665543</c:v>
                </c:pt>
                <c:pt idx="40322">
                  <c:v>0.46668981481343508</c:v>
                </c:pt>
                <c:pt idx="40323">
                  <c:v>0.46670138889021473</c:v>
                </c:pt>
                <c:pt idx="40324">
                  <c:v>0.46671296295971842</c:v>
                </c:pt>
                <c:pt idx="40325">
                  <c:v>0.46672453703649808</c:v>
                </c:pt>
                <c:pt idx="40326">
                  <c:v>0.46673611110600177</c:v>
                </c:pt>
                <c:pt idx="40327">
                  <c:v>0.46674768518278142</c:v>
                </c:pt>
                <c:pt idx="40328">
                  <c:v>0.46675925925956108</c:v>
                </c:pt>
                <c:pt idx="40329">
                  <c:v>0.46677083332906477</c:v>
                </c:pt>
                <c:pt idx="40330">
                  <c:v>0.46678240740584442</c:v>
                </c:pt>
                <c:pt idx="40331">
                  <c:v>0.46679398148262408</c:v>
                </c:pt>
                <c:pt idx="40332">
                  <c:v>0.46680555555212777</c:v>
                </c:pt>
                <c:pt idx="40333">
                  <c:v>0.46681712962890742</c:v>
                </c:pt>
                <c:pt idx="40334">
                  <c:v>0.46682870369841112</c:v>
                </c:pt>
                <c:pt idx="40335">
                  <c:v>0.46684027777519077</c:v>
                </c:pt>
                <c:pt idx="40336">
                  <c:v>0.46685185185197042</c:v>
                </c:pt>
                <c:pt idx="40337">
                  <c:v>0.46686342592147412</c:v>
                </c:pt>
                <c:pt idx="40338">
                  <c:v>0.46687499999825377</c:v>
                </c:pt>
                <c:pt idx="40339">
                  <c:v>0.46688657407503342</c:v>
                </c:pt>
                <c:pt idx="40340">
                  <c:v>0.46689814814453712</c:v>
                </c:pt>
                <c:pt idx="40341">
                  <c:v>0.46690972222131677</c:v>
                </c:pt>
                <c:pt idx="40342">
                  <c:v>0.46692129629082046</c:v>
                </c:pt>
                <c:pt idx="40343">
                  <c:v>0.46693287036760012</c:v>
                </c:pt>
                <c:pt idx="40344">
                  <c:v>0.46694444444437977</c:v>
                </c:pt>
                <c:pt idx="40345">
                  <c:v>0.46695601851388346</c:v>
                </c:pt>
                <c:pt idx="40346">
                  <c:v>0.46696759259066312</c:v>
                </c:pt>
                <c:pt idx="40347">
                  <c:v>0.46697916666744277</c:v>
                </c:pt>
                <c:pt idx="40348">
                  <c:v>0.46699074073694646</c:v>
                </c:pt>
                <c:pt idx="40349">
                  <c:v>0.46700231481372612</c:v>
                </c:pt>
                <c:pt idx="40350">
                  <c:v>0.46701388888322981</c:v>
                </c:pt>
                <c:pt idx="40351">
                  <c:v>0.46702546296000946</c:v>
                </c:pt>
                <c:pt idx="40352">
                  <c:v>0.46703703703678912</c:v>
                </c:pt>
                <c:pt idx="40353">
                  <c:v>0.46704861110629281</c:v>
                </c:pt>
                <c:pt idx="40354">
                  <c:v>0.46706018518307246</c:v>
                </c:pt>
                <c:pt idx="40355">
                  <c:v>0.46707175925985212</c:v>
                </c:pt>
                <c:pt idx="40356">
                  <c:v>0.46708333332935581</c:v>
                </c:pt>
                <c:pt idx="40357">
                  <c:v>0.46709490740613546</c:v>
                </c:pt>
                <c:pt idx="40358">
                  <c:v>0.46710648147563916</c:v>
                </c:pt>
                <c:pt idx="40359">
                  <c:v>0.46711805555241881</c:v>
                </c:pt>
                <c:pt idx="40360">
                  <c:v>0.46712962962919846</c:v>
                </c:pt>
                <c:pt idx="40361">
                  <c:v>0.46714120369870216</c:v>
                </c:pt>
                <c:pt idx="40362">
                  <c:v>0.46715277777548181</c:v>
                </c:pt>
                <c:pt idx="40363">
                  <c:v>0.46716435185226146</c:v>
                </c:pt>
                <c:pt idx="40364">
                  <c:v>0.46717592592176516</c:v>
                </c:pt>
                <c:pt idx="40365">
                  <c:v>0.46718749999854481</c:v>
                </c:pt>
                <c:pt idx="40366">
                  <c:v>0.46719907407532446</c:v>
                </c:pt>
                <c:pt idx="40367">
                  <c:v>0.46721064814482816</c:v>
                </c:pt>
                <c:pt idx="40368">
                  <c:v>0.46722222222160781</c:v>
                </c:pt>
                <c:pt idx="40369">
                  <c:v>0.4672337962911115</c:v>
                </c:pt>
                <c:pt idx="40370">
                  <c:v>0.46724537036789116</c:v>
                </c:pt>
                <c:pt idx="40371">
                  <c:v>0.46725694444467081</c:v>
                </c:pt>
                <c:pt idx="40372">
                  <c:v>0.4672685185141745</c:v>
                </c:pt>
                <c:pt idx="40373">
                  <c:v>0.46728009259095415</c:v>
                </c:pt>
                <c:pt idx="40374">
                  <c:v>0.46729166666773381</c:v>
                </c:pt>
                <c:pt idx="40375">
                  <c:v>0.4673032407372375</c:v>
                </c:pt>
                <c:pt idx="40376">
                  <c:v>0.46731481481401715</c:v>
                </c:pt>
                <c:pt idx="40377">
                  <c:v>0.46732638888352085</c:v>
                </c:pt>
                <c:pt idx="40378">
                  <c:v>0.4673379629603005</c:v>
                </c:pt>
                <c:pt idx="40379">
                  <c:v>0.46734953703708015</c:v>
                </c:pt>
                <c:pt idx="40380">
                  <c:v>0.46736111110658385</c:v>
                </c:pt>
                <c:pt idx="40381">
                  <c:v>0.4673726851833635</c:v>
                </c:pt>
                <c:pt idx="40382">
                  <c:v>0.46738425926014315</c:v>
                </c:pt>
                <c:pt idx="40383">
                  <c:v>0.46739583332964685</c:v>
                </c:pt>
                <c:pt idx="40384">
                  <c:v>0.4674074074064265</c:v>
                </c:pt>
                <c:pt idx="40385">
                  <c:v>0.4674189814759302</c:v>
                </c:pt>
                <c:pt idx="40386">
                  <c:v>0.46743055555270985</c:v>
                </c:pt>
                <c:pt idx="40387">
                  <c:v>0.4674421296294895</c:v>
                </c:pt>
                <c:pt idx="40388">
                  <c:v>0.46745370369899319</c:v>
                </c:pt>
                <c:pt idx="40389">
                  <c:v>0.46746527777577285</c:v>
                </c:pt>
                <c:pt idx="40390">
                  <c:v>0.4674768518525525</c:v>
                </c:pt>
                <c:pt idx="40391">
                  <c:v>0.46748842592205619</c:v>
                </c:pt>
                <c:pt idx="40392">
                  <c:v>0.46749999999883585</c:v>
                </c:pt>
                <c:pt idx="40393">
                  <c:v>0.46751157406833954</c:v>
                </c:pt>
                <c:pt idx="40394">
                  <c:v>0.46752314814511919</c:v>
                </c:pt>
                <c:pt idx="40395">
                  <c:v>0.46753472222189885</c:v>
                </c:pt>
                <c:pt idx="40396">
                  <c:v>0.46754629629140254</c:v>
                </c:pt>
                <c:pt idx="40397">
                  <c:v>0.46755787036818219</c:v>
                </c:pt>
                <c:pt idx="40398">
                  <c:v>0.46756944444496185</c:v>
                </c:pt>
                <c:pt idx="40399">
                  <c:v>0.46758101851446554</c:v>
                </c:pt>
                <c:pt idx="40400">
                  <c:v>0.46759259259124519</c:v>
                </c:pt>
                <c:pt idx="40401">
                  <c:v>0.46760416666074889</c:v>
                </c:pt>
                <c:pt idx="40402">
                  <c:v>0.46761574073752854</c:v>
                </c:pt>
                <c:pt idx="40403">
                  <c:v>0.46762731481430819</c:v>
                </c:pt>
                <c:pt idx="40404">
                  <c:v>0.46763888888381189</c:v>
                </c:pt>
                <c:pt idx="40405">
                  <c:v>0.46765046296059154</c:v>
                </c:pt>
                <c:pt idx="40406">
                  <c:v>0.46766203703737119</c:v>
                </c:pt>
                <c:pt idx="40407">
                  <c:v>0.46767361110687489</c:v>
                </c:pt>
                <c:pt idx="40408">
                  <c:v>0.46768518518365454</c:v>
                </c:pt>
                <c:pt idx="40409">
                  <c:v>0.46769675926043419</c:v>
                </c:pt>
                <c:pt idx="40410">
                  <c:v>0.46770833332993789</c:v>
                </c:pt>
                <c:pt idx="40411">
                  <c:v>0.46771990740671754</c:v>
                </c:pt>
                <c:pt idx="40412">
                  <c:v>0.46773148147622123</c:v>
                </c:pt>
                <c:pt idx="40413">
                  <c:v>0.46774305555300089</c:v>
                </c:pt>
                <c:pt idx="40414">
                  <c:v>0.46775462962978054</c:v>
                </c:pt>
                <c:pt idx="40415">
                  <c:v>0.46776620369928423</c:v>
                </c:pt>
                <c:pt idx="40416">
                  <c:v>0.46777777777606389</c:v>
                </c:pt>
                <c:pt idx="40417">
                  <c:v>0.46778935185284354</c:v>
                </c:pt>
                <c:pt idx="40418">
                  <c:v>0.46780092592234723</c:v>
                </c:pt>
                <c:pt idx="40419">
                  <c:v>0.46781249999912689</c:v>
                </c:pt>
                <c:pt idx="40420">
                  <c:v>0.46782407406863058</c:v>
                </c:pt>
                <c:pt idx="40421">
                  <c:v>0.46783564814541023</c:v>
                </c:pt>
                <c:pt idx="40422">
                  <c:v>0.46784722222218988</c:v>
                </c:pt>
                <c:pt idx="40423">
                  <c:v>0.46785879629169358</c:v>
                </c:pt>
                <c:pt idx="40424">
                  <c:v>0.46787037036847323</c:v>
                </c:pt>
                <c:pt idx="40425">
                  <c:v>0.46788194444525288</c:v>
                </c:pt>
                <c:pt idx="40426">
                  <c:v>0.46789351851475658</c:v>
                </c:pt>
                <c:pt idx="40427">
                  <c:v>0.46790509259153623</c:v>
                </c:pt>
                <c:pt idx="40428">
                  <c:v>0.46791666666103993</c:v>
                </c:pt>
                <c:pt idx="40429">
                  <c:v>0.46792824073781958</c:v>
                </c:pt>
                <c:pt idx="40430">
                  <c:v>0.46793981481459923</c:v>
                </c:pt>
                <c:pt idx="40431">
                  <c:v>0.46795138888410293</c:v>
                </c:pt>
                <c:pt idx="40432">
                  <c:v>0.46796296296088258</c:v>
                </c:pt>
                <c:pt idx="40433">
                  <c:v>0.46797453703766223</c:v>
                </c:pt>
                <c:pt idx="40434">
                  <c:v>0.46798611110716593</c:v>
                </c:pt>
                <c:pt idx="40435">
                  <c:v>0.46799768518394558</c:v>
                </c:pt>
                <c:pt idx="40436">
                  <c:v>0.46800925925344927</c:v>
                </c:pt>
                <c:pt idx="40437">
                  <c:v>0.46802083333022892</c:v>
                </c:pt>
                <c:pt idx="40438">
                  <c:v>0.46803240740700858</c:v>
                </c:pt>
                <c:pt idx="40439">
                  <c:v>0.46804398147651227</c:v>
                </c:pt>
                <c:pt idx="40440">
                  <c:v>0.46805555555329192</c:v>
                </c:pt>
                <c:pt idx="40441">
                  <c:v>0.46806712963007158</c:v>
                </c:pt>
                <c:pt idx="40442">
                  <c:v>0.46807870369957527</c:v>
                </c:pt>
                <c:pt idx="40443">
                  <c:v>0.46809027777635492</c:v>
                </c:pt>
                <c:pt idx="40444">
                  <c:v>0.46810185185313458</c:v>
                </c:pt>
                <c:pt idx="40445">
                  <c:v>0.46811342592263827</c:v>
                </c:pt>
                <c:pt idx="40446">
                  <c:v>0.46812499999941792</c:v>
                </c:pt>
                <c:pt idx="40447">
                  <c:v>0.46813657406892162</c:v>
                </c:pt>
                <c:pt idx="40448">
                  <c:v>0.46814814814570127</c:v>
                </c:pt>
                <c:pt idx="40449">
                  <c:v>0.46815972222248092</c:v>
                </c:pt>
                <c:pt idx="40450">
                  <c:v>0.46817129629198462</c:v>
                </c:pt>
                <c:pt idx="40451">
                  <c:v>0.46818287036876427</c:v>
                </c:pt>
                <c:pt idx="40452">
                  <c:v>0.46819444444554392</c:v>
                </c:pt>
                <c:pt idx="40453">
                  <c:v>0.46820601851504762</c:v>
                </c:pt>
                <c:pt idx="40454">
                  <c:v>0.46821759259182727</c:v>
                </c:pt>
                <c:pt idx="40455">
                  <c:v>0.46822916666133096</c:v>
                </c:pt>
                <c:pt idx="40456">
                  <c:v>0.46824074073811062</c:v>
                </c:pt>
                <c:pt idx="40457">
                  <c:v>0.46825231481489027</c:v>
                </c:pt>
                <c:pt idx="40458">
                  <c:v>0.46826388888439396</c:v>
                </c:pt>
                <c:pt idx="40459">
                  <c:v>0.46827546296117362</c:v>
                </c:pt>
                <c:pt idx="40460">
                  <c:v>0.46828703703795327</c:v>
                </c:pt>
                <c:pt idx="40461">
                  <c:v>0.46829861110745696</c:v>
                </c:pt>
                <c:pt idx="40462">
                  <c:v>0.46831018518423662</c:v>
                </c:pt>
                <c:pt idx="40463">
                  <c:v>0.46832175925374031</c:v>
                </c:pt>
                <c:pt idx="40464">
                  <c:v>0.46833333333051996</c:v>
                </c:pt>
                <c:pt idx="40465">
                  <c:v>0.46834490740729962</c:v>
                </c:pt>
                <c:pt idx="40466">
                  <c:v>0.46835648147680331</c:v>
                </c:pt>
                <c:pt idx="40467">
                  <c:v>0.46836805555358296</c:v>
                </c:pt>
                <c:pt idx="40468">
                  <c:v>0.46837962963036261</c:v>
                </c:pt>
                <c:pt idx="40469">
                  <c:v>0.46839120369986631</c:v>
                </c:pt>
                <c:pt idx="40470">
                  <c:v>0.46840277777664596</c:v>
                </c:pt>
                <c:pt idx="40471">
                  <c:v>0.46841435184614966</c:v>
                </c:pt>
                <c:pt idx="40472">
                  <c:v>0.46842592592292931</c:v>
                </c:pt>
                <c:pt idx="40473">
                  <c:v>0.46843749999970896</c:v>
                </c:pt>
                <c:pt idx="40474">
                  <c:v>0.46844907406921266</c:v>
                </c:pt>
                <c:pt idx="40475">
                  <c:v>0.46846064814599231</c:v>
                </c:pt>
                <c:pt idx="40476">
                  <c:v>0.46847222222277196</c:v>
                </c:pt>
                <c:pt idx="40477">
                  <c:v>0.46848379629227566</c:v>
                </c:pt>
                <c:pt idx="40478">
                  <c:v>0.46849537036905531</c:v>
                </c:pt>
                <c:pt idx="40479">
                  <c:v>0.468506944438559</c:v>
                </c:pt>
                <c:pt idx="40480">
                  <c:v>0.46851851851533866</c:v>
                </c:pt>
                <c:pt idx="40481">
                  <c:v>0.46853009259211831</c:v>
                </c:pt>
                <c:pt idx="40482">
                  <c:v>0.468541666661622</c:v>
                </c:pt>
                <c:pt idx="40483">
                  <c:v>0.46855324073840166</c:v>
                </c:pt>
                <c:pt idx="40484">
                  <c:v>0.46856481481518131</c:v>
                </c:pt>
                <c:pt idx="40485">
                  <c:v>0.468576388884685</c:v>
                </c:pt>
                <c:pt idx="40486">
                  <c:v>0.46858796296146465</c:v>
                </c:pt>
                <c:pt idx="40487">
                  <c:v>0.46859953703824431</c:v>
                </c:pt>
                <c:pt idx="40488">
                  <c:v>0.468611111107748</c:v>
                </c:pt>
                <c:pt idx="40489">
                  <c:v>0.46862268518452765</c:v>
                </c:pt>
                <c:pt idx="40490">
                  <c:v>0.46863425925403135</c:v>
                </c:pt>
                <c:pt idx="40491">
                  <c:v>0.468645833330811</c:v>
                </c:pt>
                <c:pt idx="40492">
                  <c:v>0.46865740740759065</c:v>
                </c:pt>
                <c:pt idx="40493">
                  <c:v>0.46866898147709435</c:v>
                </c:pt>
                <c:pt idx="40494">
                  <c:v>0.468680555553874</c:v>
                </c:pt>
                <c:pt idx="40495">
                  <c:v>0.46869212963065365</c:v>
                </c:pt>
                <c:pt idx="40496">
                  <c:v>0.46870370370015735</c:v>
                </c:pt>
                <c:pt idx="40497">
                  <c:v>0.468715277776937</c:v>
                </c:pt>
                <c:pt idx="40498">
                  <c:v>0.4687268518464407</c:v>
                </c:pt>
                <c:pt idx="40499">
                  <c:v>0.46873842592322035</c:v>
                </c:pt>
                <c:pt idx="40500">
                  <c:v>0.46875</c:v>
                </c:pt>
                <c:pt idx="40501">
                  <c:v>0.46876157406950369</c:v>
                </c:pt>
                <c:pt idx="40502">
                  <c:v>0.46877314814628335</c:v>
                </c:pt>
                <c:pt idx="40503">
                  <c:v>0.468784722223063</c:v>
                </c:pt>
                <c:pt idx="40504">
                  <c:v>0.46879629629256669</c:v>
                </c:pt>
                <c:pt idx="40505">
                  <c:v>0.46880787036934635</c:v>
                </c:pt>
                <c:pt idx="40506">
                  <c:v>0.46881944443885004</c:v>
                </c:pt>
                <c:pt idx="40507">
                  <c:v>0.46883101851562969</c:v>
                </c:pt>
                <c:pt idx="40508">
                  <c:v>0.46884259259240935</c:v>
                </c:pt>
                <c:pt idx="40509">
                  <c:v>0.46885416666191304</c:v>
                </c:pt>
                <c:pt idx="40510">
                  <c:v>0.46886574073869269</c:v>
                </c:pt>
                <c:pt idx="40511">
                  <c:v>0.46887731481547235</c:v>
                </c:pt>
                <c:pt idx="40512">
                  <c:v>0.46888888888497604</c:v>
                </c:pt>
                <c:pt idx="40513">
                  <c:v>0.46890046296175569</c:v>
                </c:pt>
                <c:pt idx="40514">
                  <c:v>0.46891203703125939</c:v>
                </c:pt>
                <c:pt idx="40515">
                  <c:v>0.46892361110803904</c:v>
                </c:pt>
                <c:pt idx="40516">
                  <c:v>0.46893518518481869</c:v>
                </c:pt>
                <c:pt idx="40517">
                  <c:v>0.46894675925432239</c:v>
                </c:pt>
                <c:pt idx="40518">
                  <c:v>0.46895833333110204</c:v>
                </c:pt>
                <c:pt idx="40519">
                  <c:v>0.46896990740788169</c:v>
                </c:pt>
                <c:pt idx="40520">
                  <c:v>0.46898148147738539</c:v>
                </c:pt>
                <c:pt idx="40521">
                  <c:v>0.46899305555416504</c:v>
                </c:pt>
                <c:pt idx="40522">
                  <c:v>0.46900462963094469</c:v>
                </c:pt>
                <c:pt idx="40523">
                  <c:v>0.46901620370044839</c:v>
                </c:pt>
                <c:pt idx="40524">
                  <c:v>0.46902777777722804</c:v>
                </c:pt>
                <c:pt idx="40525">
                  <c:v>0.46903935184673173</c:v>
                </c:pt>
                <c:pt idx="40526">
                  <c:v>0.46905092592351139</c:v>
                </c:pt>
                <c:pt idx="40527">
                  <c:v>0.46906250000029104</c:v>
                </c:pt>
                <c:pt idx="40528">
                  <c:v>0.46907407406979473</c:v>
                </c:pt>
                <c:pt idx="40529">
                  <c:v>0.46908564814657439</c:v>
                </c:pt>
                <c:pt idx="40530">
                  <c:v>0.46909722222335404</c:v>
                </c:pt>
                <c:pt idx="40531">
                  <c:v>0.46910879629285773</c:v>
                </c:pt>
                <c:pt idx="40532">
                  <c:v>0.46912037036963739</c:v>
                </c:pt>
                <c:pt idx="40533">
                  <c:v>0.46913194443914108</c:v>
                </c:pt>
                <c:pt idx="40534">
                  <c:v>0.46914351851592073</c:v>
                </c:pt>
                <c:pt idx="40535">
                  <c:v>0.46915509259270038</c:v>
                </c:pt>
                <c:pt idx="40536">
                  <c:v>0.46916666666220408</c:v>
                </c:pt>
                <c:pt idx="40537">
                  <c:v>0.46917824073898373</c:v>
                </c:pt>
                <c:pt idx="40538">
                  <c:v>0.46918981481576338</c:v>
                </c:pt>
                <c:pt idx="40539">
                  <c:v>0.46920138888526708</c:v>
                </c:pt>
                <c:pt idx="40540">
                  <c:v>0.46921296296204673</c:v>
                </c:pt>
                <c:pt idx="40541">
                  <c:v>0.46922453703155043</c:v>
                </c:pt>
                <c:pt idx="40542">
                  <c:v>0.46923611110833008</c:v>
                </c:pt>
                <c:pt idx="40543">
                  <c:v>0.46924768518510973</c:v>
                </c:pt>
                <c:pt idx="40544">
                  <c:v>0.46925925925461343</c:v>
                </c:pt>
                <c:pt idx="40545">
                  <c:v>0.46927083333139308</c:v>
                </c:pt>
                <c:pt idx="40546">
                  <c:v>0.46928240740817273</c:v>
                </c:pt>
                <c:pt idx="40547">
                  <c:v>0.46929398147767643</c:v>
                </c:pt>
                <c:pt idx="40548">
                  <c:v>0.46930555555445608</c:v>
                </c:pt>
                <c:pt idx="40549">
                  <c:v>0.46931712962395977</c:v>
                </c:pt>
                <c:pt idx="40550">
                  <c:v>0.46932870370073942</c:v>
                </c:pt>
                <c:pt idx="40551">
                  <c:v>0.46934027777751908</c:v>
                </c:pt>
                <c:pt idx="40552">
                  <c:v>0.46935185184702277</c:v>
                </c:pt>
                <c:pt idx="40553">
                  <c:v>0.46936342592380242</c:v>
                </c:pt>
                <c:pt idx="40554">
                  <c:v>0.46937500000058208</c:v>
                </c:pt>
                <c:pt idx="40555">
                  <c:v>0.46938657407008577</c:v>
                </c:pt>
                <c:pt idx="40556">
                  <c:v>0.46939814814686542</c:v>
                </c:pt>
                <c:pt idx="40557">
                  <c:v>0.46940972221636912</c:v>
                </c:pt>
                <c:pt idx="40558">
                  <c:v>0.46942129629314877</c:v>
                </c:pt>
                <c:pt idx="40559">
                  <c:v>0.46943287036992842</c:v>
                </c:pt>
                <c:pt idx="40560">
                  <c:v>0.46944444443943212</c:v>
                </c:pt>
                <c:pt idx="40561">
                  <c:v>0.46945601851621177</c:v>
                </c:pt>
                <c:pt idx="40562">
                  <c:v>0.46946759259299142</c:v>
                </c:pt>
                <c:pt idx="40563">
                  <c:v>0.46947916666249512</c:v>
                </c:pt>
                <c:pt idx="40564">
                  <c:v>0.46949074073927477</c:v>
                </c:pt>
                <c:pt idx="40565">
                  <c:v>0.46950231481605442</c:v>
                </c:pt>
                <c:pt idx="40566">
                  <c:v>0.46951388888555812</c:v>
                </c:pt>
                <c:pt idx="40567">
                  <c:v>0.46952546296233777</c:v>
                </c:pt>
                <c:pt idx="40568">
                  <c:v>0.46953703703184146</c:v>
                </c:pt>
                <c:pt idx="40569">
                  <c:v>0.46954861110862112</c:v>
                </c:pt>
                <c:pt idx="40570">
                  <c:v>0.46956018518540077</c:v>
                </c:pt>
                <c:pt idx="40571">
                  <c:v>0.46957175925490446</c:v>
                </c:pt>
                <c:pt idx="40572">
                  <c:v>0.46958333333168412</c:v>
                </c:pt>
                <c:pt idx="40573">
                  <c:v>0.46959490740846377</c:v>
                </c:pt>
                <c:pt idx="40574">
                  <c:v>0.46960648147796746</c:v>
                </c:pt>
                <c:pt idx="40575">
                  <c:v>0.46961805555474712</c:v>
                </c:pt>
                <c:pt idx="40576">
                  <c:v>0.46962962962425081</c:v>
                </c:pt>
                <c:pt idx="40577">
                  <c:v>0.46964120370103046</c:v>
                </c:pt>
                <c:pt idx="40578">
                  <c:v>0.46965277777781012</c:v>
                </c:pt>
                <c:pt idx="40579">
                  <c:v>0.46966435184731381</c:v>
                </c:pt>
                <c:pt idx="40580">
                  <c:v>0.46967592592409346</c:v>
                </c:pt>
                <c:pt idx="40581">
                  <c:v>0.46968750000087311</c:v>
                </c:pt>
                <c:pt idx="40582">
                  <c:v>0.46969907407037681</c:v>
                </c:pt>
                <c:pt idx="40583">
                  <c:v>0.46971064814715646</c:v>
                </c:pt>
                <c:pt idx="40584">
                  <c:v>0.46972222221666016</c:v>
                </c:pt>
                <c:pt idx="40585">
                  <c:v>0.46973379629343981</c:v>
                </c:pt>
                <c:pt idx="40586">
                  <c:v>0.46974537037021946</c:v>
                </c:pt>
                <c:pt idx="40587">
                  <c:v>0.46975694443972316</c:v>
                </c:pt>
                <c:pt idx="40588">
                  <c:v>0.46976851851650281</c:v>
                </c:pt>
                <c:pt idx="40589">
                  <c:v>0.46978009259328246</c:v>
                </c:pt>
                <c:pt idx="40590">
                  <c:v>0.46979166666278616</c:v>
                </c:pt>
                <c:pt idx="40591">
                  <c:v>0.46980324073956581</c:v>
                </c:pt>
                <c:pt idx="40592">
                  <c:v>0.4698148148090695</c:v>
                </c:pt>
                <c:pt idx="40593">
                  <c:v>0.46982638888584916</c:v>
                </c:pt>
                <c:pt idx="40594">
                  <c:v>0.46983796296262881</c:v>
                </c:pt>
                <c:pt idx="40595">
                  <c:v>0.4698495370321325</c:v>
                </c:pt>
                <c:pt idx="40596">
                  <c:v>0.46986111110891216</c:v>
                </c:pt>
                <c:pt idx="40597">
                  <c:v>0.46987268518569181</c:v>
                </c:pt>
                <c:pt idx="40598">
                  <c:v>0.4698842592551955</c:v>
                </c:pt>
                <c:pt idx="40599">
                  <c:v>0.46989583333197515</c:v>
                </c:pt>
                <c:pt idx="40600">
                  <c:v>0.46990740740147885</c:v>
                </c:pt>
                <c:pt idx="40601">
                  <c:v>0.4699189814782585</c:v>
                </c:pt>
                <c:pt idx="40602">
                  <c:v>0.46993055555503815</c:v>
                </c:pt>
                <c:pt idx="40603">
                  <c:v>0.46994212962454185</c:v>
                </c:pt>
                <c:pt idx="40604">
                  <c:v>0.4699537037013215</c:v>
                </c:pt>
                <c:pt idx="40605">
                  <c:v>0.46996527777810115</c:v>
                </c:pt>
                <c:pt idx="40606">
                  <c:v>0.46997685184760485</c:v>
                </c:pt>
                <c:pt idx="40607">
                  <c:v>0.4699884259243845</c:v>
                </c:pt>
                <c:pt idx="40608">
                  <c:v>0.47000000000116415</c:v>
                </c:pt>
                <c:pt idx="40609">
                  <c:v>0.47001157407066785</c:v>
                </c:pt>
                <c:pt idx="40610">
                  <c:v>0.4700231481474475</c:v>
                </c:pt>
                <c:pt idx="40611">
                  <c:v>0.4700347222169512</c:v>
                </c:pt>
                <c:pt idx="40612">
                  <c:v>0.47004629629373085</c:v>
                </c:pt>
                <c:pt idx="40613">
                  <c:v>0.4700578703705105</c:v>
                </c:pt>
                <c:pt idx="40614">
                  <c:v>0.47006944444001419</c:v>
                </c:pt>
                <c:pt idx="40615">
                  <c:v>0.47008101851679385</c:v>
                </c:pt>
                <c:pt idx="40616">
                  <c:v>0.4700925925935735</c:v>
                </c:pt>
                <c:pt idx="40617">
                  <c:v>0.47010416666307719</c:v>
                </c:pt>
                <c:pt idx="40618">
                  <c:v>0.47011574073985685</c:v>
                </c:pt>
                <c:pt idx="40619">
                  <c:v>0.47012731480936054</c:v>
                </c:pt>
                <c:pt idx="40620">
                  <c:v>0.47013888888614019</c:v>
                </c:pt>
                <c:pt idx="40621">
                  <c:v>0.47015046296291985</c:v>
                </c:pt>
                <c:pt idx="40622">
                  <c:v>0.47016203703242354</c:v>
                </c:pt>
                <c:pt idx="40623">
                  <c:v>0.47017361110920319</c:v>
                </c:pt>
                <c:pt idx="40624">
                  <c:v>0.47018518518598285</c:v>
                </c:pt>
                <c:pt idx="40625">
                  <c:v>0.47019675925548654</c:v>
                </c:pt>
                <c:pt idx="40626">
                  <c:v>0.47020833333226619</c:v>
                </c:pt>
                <c:pt idx="40627">
                  <c:v>0.47021990740176989</c:v>
                </c:pt>
                <c:pt idx="40628">
                  <c:v>0.47023148147854954</c:v>
                </c:pt>
                <c:pt idx="40629">
                  <c:v>0.47024305555532919</c:v>
                </c:pt>
                <c:pt idx="40630">
                  <c:v>0.47025462962483289</c:v>
                </c:pt>
                <c:pt idx="40631">
                  <c:v>0.47026620370161254</c:v>
                </c:pt>
                <c:pt idx="40632">
                  <c:v>0.47027777777839219</c:v>
                </c:pt>
                <c:pt idx="40633">
                  <c:v>0.47028935184789589</c:v>
                </c:pt>
                <c:pt idx="40634">
                  <c:v>0.47030092592467554</c:v>
                </c:pt>
                <c:pt idx="40635">
                  <c:v>0.47031249999417923</c:v>
                </c:pt>
                <c:pt idx="40636">
                  <c:v>0.47032407407095889</c:v>
                </c:pt>
                <c:pt idx="40637">
                  <c:v>0.47033564814773854</c:v>
                </c:pt>
                <c:pt idx="40638">
                  <c:v>0.47034722221724223</c:v>
                </c:pt>
                <c:pt idx="40639">
                  <c:v>0.47035879629402189</c:v>
                </c:pt>
                <c:pt idx="40640">
                  <c:v>0.47037037037080154</c:v>
                </c:pt>
                <c:pt idx="40641">
                  <c:v>0.47038194444030523</c:v>
                </c:pt>
                <c:pt idx="40642">
                  <c:v>0.47039351851708489</c:v>
                </c:pt>
                <c:pt idx="40643">
                  <c:v>0.47040509259386454</c:v>
                </c:pt>
                <c:pt idx="40644">
                  <c:v>0.47041666666336823</c:v>
                </c:pt>
                <c:pt idx="40645">
                  <c:v>0.47042824074014788</c:v>
                </c:pt>
                <c:pt idx="40646">
                  <c:v>0.47043981480965158</c:v>
                </c:pt>
                <c:pt idx="40647">
                  <c:v>0.47045138888643123</c:v>
                </c:pt>
                <c:pt idx="40648">
                  <c:v>0.47046296296321088</c:v>
                </c:pt>
                <c:pt idx="40649">
                  <c:v>0.47047453703271458</c:v>
                </c:pt>
                <c:pt idx="40650">
                  <c:v>0.47048611110949423</c:v>
                </c:pt>
                <c:pt idx="40651">
                  <c:v>0.47049768518627388</c:v>
                </c:pt>
                <c:pt idx="40652">
                  <c:v>0.47050925925577758</c:v>
                </c:pt>
                <c:pt idx="40653">
                  <c:v>0.47052083333255723</c:v>
                </c:pt>
                <c:pt idx="40654">
                  <c:v>0.47053240740206093</c:v>
                </c:pt>
                <c:pt idx="40655">
                  <c:v>0.47054398147884058</c:v>
                </c:pt>
                <c:pt idx="40656">
                  <c:v>0.47055555555562023</c:v>
                </c:pt>
                <c:pt idx="40657">
                  <c:v>0.47056712962512393</c:v>
                </c:pt>
                <c:pt idx="40658">
                  <c:v>0.47057870370190358</c:v>
                </c:pt>
                <c:pt idx="40659">
                  <c:v>0.47059027777868323</c:v>
                </c:pt>
                <c:pt idx="40660">
                  <c:v>0.47060185184818693</c:v>
                </c:pt>
                <c:pt idx="40661">
                  <c:v>0.47061342592496658</c:v>
                </c:pt>
                <c:pt idx="40662">
                  <c:v>0.47062499999447027</c:v>
                </c:pt>
                <c:pt idx="40663">
                  <c:v>0.47063657407124992</c:v>
                </c:pt>
                <c:pt idx="40664">
                  <c:v>0.47064814814802958</c:v>
                </c:pt>
                <c:pt idx="40665">
                  <c:v>0.47065972221753327</c:v>
                </c:pt>
                <c:pt idx="40666">
                  <c:v>0.47067129629431292</c:v>
                </c:pt>
                <c:pt idx="40667">
                  <c:v>0.47068287037109258</c:v>
                </c:pt>
                <c:pt idx="40668">
                  <c:v>0.47069444444059627</c:v>
                </c:pt>
                <c:pt idx="40669">
                  <c:v>0.47070601851737592</c:v>
                </c:pt>
                <c:pt idx="40670">
                  <c:v>0.47071759258687962</c:v>
                </c:pt>
                <c:pt idx="40671">
                  <c:v>0.47072916666365927</c:v>
                </c:pt>
                <c:pt idx="40672">
                  <c:v>0.47074074074043892</c:v>
                </c:pt>
                <c:pt idx="40673">
                  <c:v>0.47075231480994262</c:v>
                </c:pt>
                <c:pt idx="40674">
                  <c:v>0.47076388888672227</c:v>
                </c:pt>
                <c:pt idx="40675">
                  <c:v>0.47077546296350192</c:v>
                </c:pt>
                <c:pt idx="40676">
                  <c:v>0.47078703703300562</c:v>
                </c:pt>
                <c:pt idx="40677">
                  <c:v>0.47079861110978527</c:v>
                </c:pt>
                <c:pt idx="40678">
                  <c:v>0.47081018517928896</c:v>
                </c:pt>
                <c:pt idx="40679">
                  <c:v>0.47082175925606862</c:v>
                </c:pt>
                <c:pt idx="40680">
                  <c:v>0.47083333333284827</c:v>
                </c:pt>
                <c:pt idx="40681">
                  <c:v>0.47084490740235196</c:v>
                </c:pt>
                <c:pt idx="40682">
                  <c:v>0.47085648147913162</c:v>
                </c:pt>
                <c:pt idx="40683">
                  <c:v>0.47086805555591127</c:v>
                </c:pt>
                <c:pt idx="40684">
                  <c:v>0.47087962962541496</c:v>
                </c:pt>
                <c:pt idx="40685">
                  <c:v>0.47089120370219462</c:v>
                </c:pt>
                <c:pt idx="40686">
                  <c:v>0.47090277777897427</c:v>
                </c:pt>
                <c:pt idx="40687">
                  <c:v>0.47091435184847796</c:v>
                </c:pt>
                <c:pt idx="40688">
                  <c:v>0.47092592592525762</c:v>
                </c:pt>
                <c:pt idx="40689">
                  <c:v>0.47093749999476131</c:v>
                </c:pt>
                <c:pt idx="40690">
                  <c:v>0.47094907407154096</c:v>
                </c:pt>
                <c:pt idx="40691">
                  <c:v>0.47096064814832062</c:v>
                </c:pt>
                <c:pt idx="40692">
                  <c:v>0.47097222221782431</c:v>
                </c:pt>
                <c:pt idx="40693">
                  <c:v>0.47098379629460396</c:v>
                </c:pt>
                <c:pt idx="40694">
                  <c:v>0.47099537037138361</c:v>
                </c:pt>
                <c:pt idx="40695">
                  <c:v>0.47100694444088731</c:v>
                </c:pt>
                <c:pt idx="40696">
                  <c:v>0.47101851851766696</c:v>
                </c:pt>
                <c:pt idx="40697">
                  <c:v>0.47103009258717066</c:v>
                </c:pt>
                <c:pt idx="40698">
                  <c:v>0.47104166666395031</c:v>
                </c:pt>
                <c:pt idx="40699">
                  <c:v>0.47105324074072996</c:v>
                </c:pt>
                <c:pt idx="40700">
                  <c:v>0.47106481481023366</c:v>
                </c:pt>
                <c:pt idx="40701">
                  <c:v>0.47107638888701331</c:v>
                </c:pt>
                <c:pt idx="40702">
                  <c:v>0.47108796296379296</c:v>
                </c:pt>
                <c:pt idx="40703">
                  <c:v>0.47109953703329666</c:v>
                </c:pt>
                <c:pt idx="40704">
                  <c:v>0.47111111111007631</c:v>
                </c:pt>
                <c:pt idx="40705">
                  <c:v>0.47112268517958</c:v>
                </c:pt>
                <c:pt idx="40706">
                  <c:v>0.47113425925635966</c:v>
                </c:pt>
                <c:pt idx="40707">
                  <c:v>0.47114583333313931</c:v>
                </c:pt>
                <c:pt idx="40708">
                  <c:v>0.471157407402643</c:v>
                </c:pt>
                <c:pt idx="40709">
                  <c:v>0.47116898147942265</c:v>
                </c:pt>
                <c:pt idx="40710">
                  <c:v>0.47118055555620231</c:v>
                </c:pt>
                <c:pt idx="40711">
                  <c:v>0.471192129625706</c:v>
                </c:pt>
                <c:pt idx="40712">
                  <c:v>0.47120370370248565</c:v>
                </c:pt>
                <c:pt idx="40713">
                  <c:v>0.47121527777198935</c:v>
                </c:pt>
                <c:pt idx="40714">
                  <c:v>0.471226851848769</c:v>
                </c:pt>
                <c:pt idx="40715">
                  <c:v>0.47123842592554865</c:v>
                </c:pt>
                <c:pt idx="40716">
                  <c:v>0.47124999999505235</c:v>
                </c:pt>
                <c:pt idx="40717">
                  <c:v>0.471261574071832</c:v>
                </c:pt>
                <c:pt idx="40718">
                  <c:v>0.47127314814861165</c:v>
                </c:pt>
                <c:pt idx="40719">
                  <c:v>0.47128472221811535</c:v>
                </c:pt>
                <c:pt idx="40720">
                  <c:v>0.471296296294895</c:v>
                </c:pt>
                <c:pt idx="40721">
                  <c:v>0.47130787037167465</c:v>
                </c:pt>
                <c:pt idx="40722">
                  <c:v>0.47131944444117835</c:v>
                </c:pt>
                <c:pt idx="40723">
                  <c:v>0.471331018517958</c:v>
                </c:pt>
                <c:pt idx="40724">
                  <c:v>0.4713425925874617</c:v>
                </c:pt>
                <c:pt idx="40725">
                  <c:v>0.47135416666424135</c:v>
                </c:pt>
                <c:pt idx="40726">
                  <c:v>0.471365740741021</c:v>
                </c:pt>
                <c:pt idx="40727">
                  <c:v>0.47137731481052469</c:v>
                </c:pt>
                <c:pt idx="40728">
                  <c:v>0.47138888888730435</c:v>
                </c:pt>
                <c:pt idx="40729">
                  <c:v>0.471400462964084</c:v>
                </c:pt>
                <c:pt idx="40730">
                  <c:v>0.47141203703358769</c:v>
                </c:pt>
                <c:pt idx="40731">
                  <c:v>0.47142361111036735</c:v>
                </c:pt>
                <c:pt idx="40732">
                  <c:v>0.47143518517987104</c:v>
                </c:pt>
                <c:pt idx="40733">
                  <c:v>0.47144675925665069</c:v>
                </c:pt>
                <c:pt idx="40734">
                  <c:v>0.47145833333343035</c:v>
                </c:pt>
                <c:pt idx="40735">
                  <c:v>0.47146990740293404</c:v>
                </c:pt>
                <c:pt idx="40736">
                  <c:v>0.47148148147971369</c:v>
                </c:pt>
                <c:pt idx="40737">
                  <c:v>0.47149305555649335</c:v>
                </c:pt>
                <c:pt idx="40738">
                  <c:v>0.47150462962599704</c:v>
                </c:pt>
                <c:pt idx="40739">
                  <c:v>0.47151620370277669</c:v>
                </c:pt>
                <c:pt idx="40740">
                  <c:v>0.47152777777228039</c:v>
                </c:pt>
                <c:pt idx="40741">
                  <c:v>0.47153935184906004</c:v>
                </c:pt>
                <c:pt idx="40742">
                  <c:v>0.47155092592583969</c:v>
                </c:pt>
                <c:pt idx="40743">
                  <c:v>0.47156249999534339</c:v>
                </c:pt>
                <c:pt idx="40744">
                  <c:v>0.47157407407212304</c:v>
                </c:pt>
                <c:pt idx="40745">
                  <c:v>0.47158564814890269</c:v>
                </c:pt>
                <c:pt idx="40746">
                  <c:v>0.47159722221840639</c:v>
                </c:pt>
                <c:pt idx="40747">
                  <c:v>0.47160879629518604</c:v>
                </c:pt>
                <c:pt idx="40748">
                  <c:v>0.47162037036468973</c:v>
                </c:pt>
                <c:pt idx="40749">
                  <c:v>0.47163194444146939</c:v>
                </c:pt>
                <c:pt idx="40750">
                  <c:v>0.47164351851824904</c:v>
                </c:pt>
                <c:pt idx="40751">
                  <c:v>0.47165509258775273</c:v>
                </c:pt>
                <c:pt idx="40752">
                  <c:v>0.47166666666453239</c:v>
                </c:pt>
                <c:pt idx="40753">
                  <c:v>0.47167824074131204</c:v>
                </c:pt>
                <c:pt idx="40754">
                  <c:v>0.47168981481081573</c:v>
                </c:pt>
                <c:pt idx="40755">
                  <c:v>0.47170138888759539</c:v>
                </c:pt>
                <c:pt idx="40756">
                  <c:v>0.47171296295709908</c:v>
                </c:pt>
                <c:pt idx="40757">
                  <c:v>0.47172453703387873</c:v>
                </c:pt>
                <c:pt idx="40758">
                  <c:v>0.47173611111065838</c:v>
                </c:pt>
                <c:pt idx="40759">
                  <c:v>0.47174768518016208</c:v>
                </c:pt>
                <c:pt idx="40760">
                  <c:v>0.47175925925694173</c:v>
                </c:pt>
                <c:pt idx="40761">
                  <c:v>0.47177083333372138</c:v>
                </c:pt>
                <c:pt idx="40762">
                  <c:v>0.47178240740322508</c:v>
                </c:pt>
                <c:pt idx="40763">
                  <c:v>0.47179398148000473</c:v>
                </c:pt>
                <c:pt idx="40764">
                  <c:v>0.47180555555678438</c:v>
                </c:pt>
                <c:pt idx="40765">
                  <c:v>0.47181712962628808</c:v>
                </c:pt>
                <c:pt idx="40766">
                  <c:v>0.47182870370306773</c:v>
                </c:pt>
                <c:pt idx="40767">
                  <c:v>0.47184027777257143</c:v>
                </c:pt>
                <c:pt idx="40768">
                  <c:v>0.47185185184935108</c:v>
                </c:pt>
                <c:pt idx="40769">
                  <c:v>0.47186342592613073</c:v>
                </c:pt>
                <c:pt idx="40770">
                  <c:v>0.47187499999563443</c:v>
                </c:pt>
                <c:pt idx="40771">
                  <c:v>0.47188657407241408</c:v>
                </c:pt>
                <c:pt idx="40772">
                  <c:v>0.47189814814919373</c:v>
                </c:pt>
                <c:pt idx="40773">
                  <c:v>0.47190972221869742</c:v>
                </c:pt>
                <c:pt idx="40774">
                  <c:v>0.47192129629547708</c:v>
                </c:pt>
                <c:pt idx="40775">
                  <c:v>0.47193287036498077</c:v>
                </c:pt>
                <c:pt idx="40776">
                  <c:v>0.47194444444176042</c:v>
                </c:pt>
                <c:pt idx="40777">
                  <c:v>0.47195601851854008</c:v>
                </c:pt>
                <c:pt idx="40778">
                  <c:v>0.47196759258804377</c:v>
                </c:pt>
                <c:pt idx="40779">
                  <c:v>0.47197916666482342</c:v>
                </c:pt>
                <c:pt idx="40780">
                  <c:v>0.47199074074160308</c:v>
                </c:pt>
                <c:pt idx="40781">
                  <c:v>0.47200231481110677</c:v>
                </c:pt>
                <c:pt idx="40782">
                  <c:v>0.47201388888788642</c:v>
                </c:pt>
                <c:pt idx="40783">
                  <c:v>0.47202546295739012</c:v>
                </c:pt>
                <c:pt idx="40784">
                  <c:v>0.47203703703416977</c:v>
                </c:pt>
                <c:pt idx="40785">
                  <c:v>0.47204861111094942</c:v>
                </c:pt>
                <c:pt idx="40786">
                  <c:v>0.47206018518045312</c:v>
                </c:pt>
                <c:pt idx="40787">
                  <c:v>0.47207175925723277</c:v>
                </c:pt>
                <c:pt idx="40788">
                  <c:v>0.47208333333401242</c:v>
                </c:pt>
                <c:pt idx="40789">
                  <c:v>0.47209490740351612</c:v>
                </c:pt>
                <c:pt idx="40790">
                  <c:v>0.47210648148029577</c:v>
                </c:pt>
                <c:pt idx="40791">
                  <c:v>0.47211805554979946</c:v>
                </c:pt>
                <c:pt idx="40792">
                  <c:v>0.47212962962657912</c:v>
                </c:pt>
                <c:pt idx="40793">
                  <c:v>0.47214120370335877</c:v>
                </c:pt>
                <c:pt idx="40794">
                  <c:v>0.47215277777286246</c:v>
                </c:pt>
                <c:pt idx="40795">
                  <c:v>0.47216435184964212</c:v>
                </c:pt>
                <c:pt idx="40796">
                  <c:v>0.47217592592642177</c:v>
                </c:pt>
                <c:pt idx="40797">
                  <c:v>0.47218749999592546</c:v>
                </c:pt>
                <c:pt idx="40798">
                  <c:v>0.47219907407270512</c:v>
                </c:pt>
                <c:pt idx="40799">
                  <c:v>0.47221064814948477</c:v>
                </c:pt>
                <c:pt idx="40800">
                  <c:v>0.47222222221898846</c:v>
                </c:pt>
                <c:pt idx="40801">
                  <c:v>0.47223379629576812</c:v>
                </c:pt>
                <c:pt idx="40802">
                  <c:v>0.47224537036527181</c:v>
                </c:pt>
                <c:pt idx="40803">
                  <c:v>0.47225694444205146</c:v>
                </c:pt>
                <c:pt idx="40804">
                  <c:v>0.47226851851883112</c:v>
                </c:pt>
                <c:pt idx="40805">
                  <c:v>0.47228009258833481</c:v>
                </c:pt>
                <c:pt idx="40806">
                  <c:v>0.47229166666511446</c:v>
                </c:pt>
                <c:pt idx="40807">
                  <c:v>0.47230324074189411</c:v>
                </c:pt>
                <c:pt idx="40808">
                  <c:v>0.47231481481139781</c:v>
                </c:pt>
                <c:pt idx="40809">
                  <c:v>0.47232638888817746</c:v>
                </c:pt>
                <c:pt idx="40810">
                  <c:v>0.47233796295768116</c:v>
                </c:pt>
                <c:pt idx="40811">
                  <c:v>0.47234953703446081</c:v>
                </c:pt>
                <c:pt idx="40812">
                  <c:v>0.47236111111124046</c:v>
                </c:pt>
                <c:pt idx="40813">
                  <c:v>0.47237268518074416</c:v>
                </c:pt>
                <c:pt idx="40814">
                  <c:v>0.47238425925752381</c:v>
                </c:pt>
                <c:pt idx="40815">
                  <c:v>0.47239583333430346</c:v>
                </c:pt>
                <c:pt idx="40816">
                  <c:v>0.47240740740380716</c:v>
                </c:pt>
                <c:pt idx="40817">
                  <c:v>0.47241898148058681</c:v>
                </c:pt>
                <c:pt idx="40818">
                  <c:v>0.4724305555500905</c:v>
                </c:pt>
                <c:pt idx="40819">
                  <c:v>0.47244212962687016</c:v>
                </c:pt>
                <c:pt idx="40820">
                  <c:v>0.47245370370364981</c:v>
                </c:pt>
                <c:pt idx="40821">
                  <c:v>0.4724652777731535</c:v>
                </c:pt>
                <c:pt idx="40822">
                  <c:v>0.47247685184993315</c:v>
                </c:pt>
                <c:pt idx="40823">
                  <c:v>0.47248842592671281</c:v>
                </c:pt>
                <c:pt idx="40824">
                  <c:v>0.4724999999962165</c:v>
                </c:pt>
                <c:pt idx="40825">
                  <c:v>0.47251157407299615</c:v>
                </c:pt>
                <c:pt idx="40826">
                  <c:v>0.47252314814249985</c:v>
                </c:pt>
                <c:pt idx="40827">
                  <c:v>0.4725347222192795</c:v>
                </c:pt>
                <c:pt idx="40828">
                  <c:v>0.47254629629605915</c:v>
                </c:pt>
                <c:pt idx="40829">
                  <c:v>0.47255787036556285</c:v>
                </c:pt>
                <c:pt idx="40830">
                  <c:v>0.4725694444423425</c:v>
                </c:pt>
                <c:pt idx="40831">
                  <c:v>0.47258101851912215</c:v>
                </c:pt>
                <c:pt idx="40832">
                  <c:v>0.47259259258862585</c:v>
                </c:pt>
                <c:pt idx="40833">
                  <c:v>0.4726041666654055</c:v>
                </c:pt>
                <c:pt idx="40834">
                  <c:v>0.4726157407349092</c:v>
                </c:pt>
                <c:pt idx="40835">
                  <c:v>0.47262731481168885</c:v>
                </c:pt>
                <c:pt idx="40836">
                  <c:v>0.4726388888884685</c:v>
                </c:pt>
                <c:pt idx="40837">
                  <c:v>0.47265046295797219</c:v>
                </c:pt>
                <c:pt idx="40838">
                  <c:v>0.47266203703475185</c:v>
                </c:pt>
                <c:pt idx="40839">
                  <c:v>0.4726736111115315</c:v>
                </c:pt>
                <c:pt idx="40840">
                  <c:v>0.47268518518103519</c:v>
                </c:pt>
                <c:pt idx="40841">
                  <c:v>0.47269675925781485</c:v>
                </c:pt>
                <c:pt idx="40842">
                  <c:v>0.4727083333345945</c:v>
                </c:pt>
                <c:pt idx="40843">
                  <c:v>0.47271990740409819</c:v>
                </c:pt>
                <c:pt idx="40844">
                  <c:v>0.47273148148087785</c:v>
                </c:pt>
                <c:pt idx="40845">
                  <c:v>0.47274305555038154</c:v>
                </c:pt>
                <c:pt idx="40846">
                  <c:v>0.47275462962716119</c:v>
                </c:pt>
                <c:pt idx="40847">
                  <c:v>0.47276620370394085</c:v>
                </c:pt>
                <c:pt idx="40848">
                  <c:v>0.47277777777344454</c:v>
                </c:pt>
                <c:pt idx="40849">
                  <c:v>0.47278935185022419</c:v>
                </c:pt>
                <c:pt idx="40850">
                  <c:v>0.47280092592700385</c:v>
                </c:pt>
                <c:pt idx="40851">
                  <c:v>0.47281249999650754</c:v>
                </c:pt>
                <c:pt idx="40852">
                  <c:v>0.47282407407328719</c:v>
                </c:pt>
                <c:pt idx="40853">
                  <c:v>0.47283564814279089</c:v>
                </c:pt>
                <c:pt idx="40854">
                  <c:v>0.47284722221957054</c:v>
                </c:pt>
                <c:pt idx="40855">
                  <c:v>0.47285879629635019</c:v>
                </c:pt>
                <c:pt idx="40856">
                  <c:v>0.47287037036585389</c:v>
                </c:pt>
                <c:pt idx="40857">
                  <c:v>0.47288194444263354</c:v>
                </c:pt>
                <c:pt idx="40858">
                  <c:v>0.47289351851941319</c:v>
                </c:pt>
                <c:pt idx="40859">
                  <c:v>0.47290509258891689</c:v>
                </c:pt>
                <c:pt idx="40860">
                  <c:v>0.47291666666569654</c:v>
                </c:pt>
                <c:pt idx="40861">
                  <c:v>0.47292824073520023</c:v>
                </c:pt>
                <c:pt idx="40862">
                  <c:v>0.47293981481197989</c:v>
                </c:pt>
                <c:pt idx="40863">
                  <c:v>0.47295138888875954</c:v>
                </c:pt>
                <c:pt idx="40864">
                  <c:v>0.47296296295826323</c:v>
                </c:pt>
                <c:pt idx="40865">
                  <c:v>0.47297453703504289</c:v>
                </c:pt>
                <c:pt idx="40866">
                  <c:v>0.47298611111182254</c:v>
                </c:pt>
                <c:pt idx="40867">
                  <c:v>0.47299768518132623</c:v>
                </c:pt>
                <c:pt idx="40868">
                  <c:v>0.47300925925810589</c:v>
                </c:pt>
                <c:pt idx="40869">
                  <c:v>0.47302083332760958</c:v>
                </c:pt>
                <c:pt idx="40870">
                  <c:v>0.47303240740438923</c:v>
                </c:pt>
                <c:pt idx="40871">
                  <c:v>0.47304398148116888</c:v>
                </c:pt>
                <c:pt idx="40872">
                  <c:v>0.47305555555067258</c:v>
                </c:pt>
                <c:pt idx="40873">
                  <c:v>0.47306712962745223</c:v>
                </c:pt>
                <c:pt idx="40874">
                  <c:v>0.47307870370423188</c:v>
                </c:pt>
                <c:pt idx="40875">
                  <c:v>0.47309027777373558</c:v>
                </c:pt>
                <c:pt idx="40876">
                  <c:v>0.47310185185051523</c:v>
                </c:pt>
                <c:pt idx="40877">
                  <c:v>0.47311342592001893</c:v>
                </c:pt>
                <c:pt idx="40878">
                  <c:v>0.47312499999679858</c:v>
                </c:pt>
                <c:pt idx="40879">
                  <c:v>0.47313657407357823</c:v>
                </c:pt>
                <c:pt idx="40880">
                  <c:v>0.47314814814308193</c:v>
                </c:pt>
                <c:pt idx="40881">
                  <c:v>0.47315972221986158</c:v>
                </c:pt>
                <c:pt idx="40882">
                  <c:v>0.47317129629664123</c:v>
                </c:pt>
                <c:pt idx="40883">
                  <c:v>0.47318287036614493</c:v>
                </c:pt>
                <c:pt idx="40884">
                  <c:v>0.47319444444292458</c:v>
                </c:pt>
                <c:pt idx="40885">
                  <c:v>0.47320601851970423</c:v>
                </c:pt>
                <c:pt idx="40886">
                  <c:v>0.47321759258920792</c:v>
                </c:pt>
                <c:pt idx="40887">
                  <c:v>0.47322916666598758</c:v>
                </c:pt>
                <c:pt idx="40888">
                  <c:v>0.47324074073549127</c:v>
                </c:pt>
                <c:pt idx="40889">
                  <c:v>0.47325231481227092</c:v>
                </c:pt>
                <c:pt idx="40890">
                  <c:v>0.47326388888905058</c:v>
                </c:pt>
                <c:pt idx="40891">
                  <c:v>0.47327546295855427</c:v>
                </c:pt>
                <c:pt idx="40892">
                  <c:v>0.47328703703533392</c:v>
                </c:pt>
                <c:pt idx="40893">
                  <c:v>0.47329861111211358</c:v>
                </c:pt>
                <c:pt idx="40894">
                  <c:v>0.47331018518161727</c:v>
                </c:pt>
                <c:pt idx="40895">
                  <c:v>0.47332175925839692</c:v>
                </c:pt>
                <c:pt idx="40896">
                  <c:v>0.47333333332790062</c:v>
                </c:pt>
                <c:pt idx="40897">
                  <c:v>0.47334490740468027</c:v>
                </c:pt>
                <c:pt idx="40898">
                  <c:v>0.47335648148145992</c:v>
                </c:pt>
                <c:pt idx="40899">
                  <c:v>0.47336805555096362</c:v>
                </c:pt>
                <c:pt idx="40900">
                  <c:v>0.47337962962774327</c:v>
                </c:pt>
                <c:pt idx="40901">
                  <c:v>0.47339120370452292</c:v>
                </c:pt>
                <c:pt idx="40902">
                  <c:v>0.47340277777402662</c:v>
                </c:pt>
                <c:pt idx="40903">
                  <c:v>0.47341435185080627</c:v>
                </c:pt>
                <c:pt idx="40904">
                  <c:v>0.47342592592030996</c:v>
                </c:pt>
                <c:pt idx="40905">
                  <c:v>0.47343749999708962</c:v>
                </c:pt>
                <c:pt idx="40906">
                  <c:v>0.47344907407386927</c:v>
                </c:pt>
                <c:pt idx="40907">
                  <c:v>0.47346064814337296</c:v>
                </c:pt>
                <c:pt idx="40908">
                  <c:v>0.47347222222015262</c:v>
                </c:pt>
                <c:pt idx="40909">
                  <c:v>0.47348379629693227</c:v>
                </c:pt>
                <c:pt idx="40910">
                  <c:v>0.47349537036643596</c:v>
                </c:pt>
                <c:pt idx="40911">
                  <c:v>0.47350694444321562</c:v>
                </c:pt>
                <c:pt idx="40912">
                  <c:v>0.47351851851271931</c:v>
                </c:pt>
                <c:pt idx="40913">
                  <c:v>0.47353009258949896</c:v>
                </c:pt>
                <c:pt idx="40914">
                  <c:v>0.47354166666627862</c:v>
                </c:pt>
                <c:pt idx="40915">
                  <c:v>0.47355324073578231</c:v>
                </c:pt>
                <c:pt idx="40916">
                  <c:v>0.47356481481256196</c:v>
                </c:pt>
                <c:pt idx="40917">
                  <c:v>0.47357638888934162</c:v>
                </c:pt>
                <c:pt idx="40918">
                  <c:v>0.47358796295884531</c:v>
                </c:pt>
                <c:pt idx="40919">
                  <c:v>0.47359953703562496</c:v>
                </c:pt>
                <c:pt idx="40920">
                  <c:v>0.47361111111240461</c:v>
                </c:pt>
                <c:pt idx="40921">
                  <c:v>0.47362268518190831</c:v>
                </c:pt>
                <c:pt idx="40922">
                  <c:v>0.47363425925868796</c:v>
                </c:pt>
                <c:pt idx="40923">
                  <c:v>0.47364583332819166</c:v>
                </c:pt>
                <c:pt idx="40924">
                  <c:v>0.47365740740497131</c:v>
                </c:pt>
                <c:pt idx="40925">
                  <c:v>0.47366898148175096</c:v>
                </c:pt>
                <c:pt idx="40926">
                  <c:v>0.47368055555125466</c:v>
                </c:pt>
                <c:pt idx="40927">
                  <c:v>0.47369212962803431</c:v>
                </c:pt>
                <c:pt idx="40928">
                  <c:v>0.47370370370481396</c:v>
                </c:pt>
                <c:pt idx="40929">
                  <c:v>0.47371527777431766</c:v>
                </c:pt>
                <c:pt idx="40930">
                  <c:v>0.47372685185109731</c:v>
                </c:pt>
                <c:pt idx="40931">
                  <c:v>0.473738425920601</c:v>
                </c:pt>
                <c:pt idx="40932">
                  <c:v>0.47374999999738066</c:v>
                </c:pt>
                <c:pt idx="40933">
                  <c:v>0.47376157407416031</c:v>
                </c:pt>
                <c:pt idx="40934">
                  <c:v>0.473773148143664</c:v>
                </c:pt>
                <c:pt idx="40935">
                  <c:v>0.47378472222044365</c:v>
                </c:pt>
                <c:pt idx="40936">
                  <c:v>0.47379629629722331</c:v>
                </c:pt>
                <c:pt idx="40937">
                  <c:v>0.473807870366727</c:v>
                </c:pt>
                <c:pt idx="40938">
                  <c:v>0.47381944444350665</c:v>
                </c:pt>
                <c:pt idx="40939">
                  <c:v>0.47383101851301035</c:v>
                </c:pt>
                <c:pt idx="40940">
                  <c:v>0.47384259258979</c:v>
                </c:pt>
                <c:pt idx="40941">
                  <c:v>0.47385416666656965</c:v>
                </c:pt>
                <c:pt idx="40942">
                  <c:v>0.47386574073607335</c:v>
                </c:pt>
                <c:pt idx="40943">
                  <c:v>0.473877314812853</c:v>
                </c:pt>
                <c:pt idx="40944">
                  <c:v>0.47388888888963265</c:v>
                </c:pt>
                <c:pt idx="40945">
                  <c:v>0.47390046295913635</c:v>
                </c:pt>
                <c:pt idx="40946">
                  <c:v>0.473912037035916</c:v>
                </c:pt>
                <c:pt idx="40947">
                  <c:v>0.4739236111054197</c:v>
                </c:pt>
                <c:pt idx="40948">
                  <c:v>0.47393518518219935</c:v>
                </c:pt>
                <c:pt idx="40949">
                  <c:v>0.473946759258979</c:v>
                </c:pt>
                <c:pt idx="40950">
                  <c:v>0.47395833332848269</c:v>
                </c:pt>
                <c:pt idx="40951">
                  <c:v>0.47396990740526235</c:v>
                </c:pt>
                <c:pt idx="40952">
                  <c:v>0.473981481482042</c:v>
                </c:pt>
                <c:pt idx="40953">
                  <c:v>0.47399305555154569</c:v>
                </c:pt>
                <c:pt idx="40954">
                  <c:v>0.47400462962832535</c:v>
                </c:pt>
                <c:pt idx="40955">
                  <c:v>0.47401620369782904</c:v>
                </c:pt>
                <c:pt idx="40956">
                  <c:v>0.47402777777460869</c:v>
                </c:pt>
                <c:pt idx="40957">
                  <c:v>0.47403935185138835</c:v>
                </c:pt>
                <c:pt idx="40958">
                  <c:v>0.47405092592089204</c:v>
                </c:pt>
                <c:pt idx="40959">
                  <c:v>0.47406249999767169</c:v>
                </c:pt>
                <c:pt idx="40960">
                  <c:v>0.47407407407445135</c:v>
                </c:pt>
                <c:pt idx="40961">
                  <c:v>0.47408564814395504</c:v>
                </c:pt>
                <c:pt idx="40962">
                  <c:v>0.47409722222073469</c:v>
                </c:pt>
                <c:pt idx="40963">
                  <c:v>0.47410879629751435</c:v>
                </c:pt>
                <c:pt idx="40964">
                  <c:v>0.47412037036701804</c:v>
                </c:pt>
                <c:pt idx="40965">
                  <c:v>0.47413194444379769</c:v>
                </c:pt>
                <c:pt idx="40966">
                  <c:v>0.47414351851330139</c:v>
                </c:pt>
                <c:pt idx="40967">
                  <c:v>0.47415509259008104</c:v>
                </c:pt>
                <c:pt idx="40968">
                  <c:v>0.47416666666686069</c:v>
                </c:pt>
                <c:pt idx="40969">
                  <c:v>0.47417824073636439</c:v>
                </c:pt>
                <c:pt idx="40970">
                  <c:v>0.47418981481314404</c:v>
                </c:pt>
                <c:pt idx="40971">
                  <c:v>0.47420138888992369</c:v>
                </c:pt>
                <c:pt idx="40972">
                  <c:v>0.47421296295942739</c:v>
                </c:pt>
                <c:pt idx="40973">
                  <c:v>0.47422453703620704</c:v>
                </c:pt>
                <c:pt idx="40974">
                  <c:v>0.47423611110571073</c:v>
                </c:pt>
                <c:pt idx="40975">
                  <c:v>0.47424768518249039</c:v>
                </c:pt>
                <c:pt idx="40976">
                  <c:v>0.47425925925927004</c:v>
                </c:pt>
                <c:pt idx="40977">
                  <c:v>0.47427083332877373</c:v>
                </c:pt>
                <c:pt idx="40978">
                  <c:v>0.47428240740555339</c:v>
                </c:pt>
                <c:pt idx="40979">
                  <c:v>0.47429398148233304</c:v>
                </c:pt>
                <c:pt idx="40980">
                  <c:v>0.47430555555183673</c:v>
                </c:pt>
                <c:pt idx="40981">
                  <c:v>0.47431712962861639</c:v>
                </c:pt>
                <c:pt idx="40982">
                  <c:v>0.47432870369812008</c:v>
                </c:pt>
                <c:pt idx="40983">
                  <c:v>0.47434027777489973</c:v>
                </c:pt>
                <c:pt idx="40984">
                  <c:v>0.47435185185167938</c:v>
                </c:pt>
                <c:pt idx="40985">
                  <c:v>0.47436342592118308</c:v>
                </c:pt>
                <c:pt idx="40986">
                  <c:v>0.47437499999796273</c:v>
                </c:pt>
                <c:pt idx="40987">
                  <c:v>0.47438657407474238</c:v>
                </c:pt>
                <c:pt idx="40988">
                  <c:v>0.47439814814424608</c:v>
                </c:pt>
                <c:pt idx="40989">
                  <c:v>0.47440972222102573</c:v>
                </c:pt>
                <c:pt idx="40990">
                  <c:v>0.47442129629052943</c:v>
                </c:pt>
                <c:pt idx="40991">
                  <c:v>0.47443287036730908</c:v>
                </c:pt>
                <c:pt idx="40992">
                  <c:v>0.47444444444408873</c:v>
                </c:pt>
                <c:pt idx="40993">
                  <c:v>0.47445601851359243</c:v>
                </c:pt>
                <c:pt idx="40994">
                  <c:v>0.47446759259037208</c:v>
                </c:pt>
                <c:pt idx="40995">
                  <c:v>0.47447916666715173</c:v>
                </c:pt>
                <c:pt idx="40996">
                  <c:v>0.47449074073665543</c:v>
                </c:pt>
                <c:pt idx="40997">
                  <c:v>0.47450231481343508</c:v>
                </c:pt>
                <c:pt idx="40998">
                  <c:v>0.47451388889021473</c:v>
                </c:pt>
                <c:pt idx="40999">
                  <c:v>0.47452546295971842</c:v>
                </c:pt>
                <c:pt idx="41000">
                  <c:v>0.47453703703649808</c:v>
                </c:pt>
                <c:pt idx="41001">
                  <c:v>0.47454861110600177</c:v>
                </c:pt>
                <c:pt idx="41002">
                  <c:v>0.47456018518278142</c:v>
                </c:pt>
                <c:pt idx="41003">
                  <c:v>0.47457175925956108</c:v>
                </c:pt>
                <c:pt idx="41004">
                  <c:v>0.47458333332906477</c:v>
                </c:pt>
                <c:pt idx="41005">
                  <c:v>0.47459490740584442</c:v>
                </c:pt>
                <c:pt idx="41006">
                  <c:v>0.47460648148262408</c:v>
                </c:pt>
                <c:pt idx="41007">
                  <c:v>0.47461805555212777</c:v>
                </c:pt>
                <c:pt idx="41008">
                  <c:v>0.47462962962890742</c:v>
                </c:pt>
                <c:pt idx="41009">
                  <c:v>0.47464120369841112</c:v>
                </c:pt>
                <c:pt idx="41010">
                  <c:v>0.47465277777519077</c:v>
                </c:pt>
                <c:pt idx="41011">
                  <c:v>0.47466435185197042</c:v>
                </c:pt>
                <c:pt idx="41012">
                  <c:v>0.47467592592147412</c:v>
                </c:pt>
                <c:pt idx="41013">
                  <c:v>0.47468749999825377</c:v>
                </c:pt>
                <c:pt idx="41014">
                  <c:v>0.47469907407503342</c:v>
                </c:pt>
                <c:pt idx="41015">
                  <c:v>0.47471064814453712</c:v>
                </c:pt>
                <c:pt idx="41016">
                  <c:v>0.47472222222131677</c:v>
                </c:pt>
                <c:pt idx="41017">
                  <c:v>0.47473379629082046</c:v>
                </c:pt>
                <c:pt idx="41018">
                  <c:v>0.47474537036760012</c:v>
                </c:pt>
                <c:pt idx="41019">
                  <c:v>0.47475694444437977</c:v>
                </c:pt>
                <c:pt idx="41020">
                  <c:v>0.47476851851388346</c:v>
                </c:pt>
                <c:pt idx="41021">
                  <c:v>0.47478009259066312</c:v>
                </c:pt>
                <c:pt idx="41022">
                  <c:v>0.47479166666744277</c:v>
                </c:pt>
                <c:pt idx="41023">
                  <c:v>0.47480324073694646</c:v>
                </c:pt>
                <c:pt idx="41024">
                  <c:v>0.47481481481372612</c:v>
                </c:pt>
                <c:pt idx="41025">
                  <c:v>0.47482638888322981</c:v>
                </c:pt>
                <c:pt idx="41026">
                  <c:v>0.47483796296000946</c:v>
                </c:pt>
                <c:pt idx="41027">
                  <c:v>0.47484953703678912</c:v>
                </c:pt>
                <c:pt idx="41028">
                  <c:v>0.47486111110629281</c:v>
                </c:pt>
                <c:pt idx="41029">
                  <c:v>0.47487268518307246</c:v>
                </c:pt>
                <c:pt idx="41030">
                  <c:v>0.47488425925985212</c:v>
                </c:pt>
                <c:pt idx="41031">
                  <c:v>0.47489583332935581</c:v>
                </c:pt>
                <c:pt idx="41032">
                  <c:v>0.47490740740613546</c:v>
                </c:pt>
                <c:pt idx="41033">
                  <c:v>0.47491898147563916</c:v>
                </c:pt>
                <c:pt idx="41034">
                  <c:v>0.47493055555241881</c:v>
                </c:pt>
                <c:pt idx="41035">
                  <c:v>0.47494212962919846</c:v>
                </c:pt>
                <c:pt idx="41036">
                  <c:v>0.47495370369870216</c:v>
                </c:pt>
                <c:pt idx="41037">
                  <c:v>0.47496527777548181</c:v>
                </c:pt>
                <c:pt idx="41038">
                  <c:v>0.47497685185226146</c:v>
                </c:pt>
                <c:pt idx="41039">
                  <c:v>0.47498842592176516</c:v>
                </c:pt>
                <c:pt idx="41040">
                  <c:v>0.47499999999854481</c:v>
                </c:pt>
                <c:pt idx="41041">
                  <c:v>0.47501157407532446</c:v>
                </c:pt>
                <c:pt idx="41042">
                  <c:v>0.47502314814482816</c:v>
                </c:pt>
                <c:pt idx="41043">
                  <c:v>0.47503472222160781</c:v>
                </c:pt>
                <c:pt idx="41044">
                  <c:v>0.4750462962911115</c:v>
                </c:pt>
                <c:pt idx="41045">
                  <c:v>0.47505787036789116</c:v>
                </c:pt>
                <c:pt idx="41046">
                  <c:v>0.47506944444467081</c:v>
                </c:pt>
                <c:pt idx="41047">
                  <c:v>0.4750810185141745</c:v>
                </c:pt>
                <c:pt idx="41048">
                  <c:v>0.47509259259095415</c:v>
                </c:pt>
                <c:pt idx="41049">
                  <c:v>0.47510416666773381</c:v>
                </c:pt>
                <c:pt idx="41050">
                  <c:v>0.4751157407372375</c:v>
                </c:pt>
                <c:pt idx="41051">
                  <c:v>0.47512731481401715</c:v>
                </c:pt>
                <c:pt idx="41052">
                  <c:v>0.47513888888352085</c:v>
                </c:pt>
                <c:pt idx="41053">
                  <c:v>0.4751504629603005</c:v>
                </c:pt>
                <c:pt idx="41054">
                  <c:v>0.47516203703708015</c:v>
                </c:pt>
                <c:pt idx="41055">
                  <c:v>0.47517361110658385</c:v>
                </c:pt>
                <c:pt idx="41056">
                  <c:v>0.4751851851833635</c:v>
                </c:pt>
                <c:pt idx="41057">
                  <c:v>0.47519675926014315</c:v>
                </c:pt>
                <c:pt idx="41058">
                  <c:v>0.47520833332964685</c:v>
                </c:pt>
                <c:pt idx="41059">
                  <c:v>0.4752199074064265</c:v>
                </c:pt>
                <c:pt idx="41060">
                  <c:v>0.4752314814759302</c:v>
                </c:pt>
                <c:pt idx="41061">
                  <c:v>0.47524305555270985</c:v>
                </c:pt>
                <c:pt idx="41062">
                  <c:v>0.4752546296294895</c:v>
                </c:pt>
                <c:pt idx="41063">
                  <c:v>0.47526620369899319</c:v>
                </c:pt>
                <c:pt idx="41064">
                  <c:v>0.47527777777577285</c:v>
                </c:pt>
                <c:pt idx="41065">
                  <c:v>0.4752893518525525</c:v>
                </c:pt>
                <c:pt idx="41066">
                  <c:v>0.47530092592205619</c:v>
                </c:pt>
                <c:pt idx="41067">
                  <c:v>0.47531249999883585</c:v>
                </c:pt>
                <c:pt idx="41068">
                  <c:v>0.47532407406833954</c:v>
                </c:pt>
                <c:pt idx="41069">
                  <c:v>0.47533564814511919</c:v>
                </c:pt>
                <c:pt idx="41070">
                  <c:v>0.47534722222189885</c:v>
                </c:pt>
                <c:pt idx="41071">
                  <c:v>0.47535879629140254</c:v>
                </c:pt>
                <c:pt idx="41072">
                  <c:v>0.47537037036818219</c:v>
                </c:pt>
                <c:pt idx="41073">
                  <c:v>0.47538194444496185</c:v>
                </c:pt>
                <c:pt idx="41074">
                  <c:v>0.47539351851446554</c:v>
                </c:pt>
                <c:pt idx="41075">
                  <c:v>0.47540509259124519</c:v>
                </c:pt>
                <c:pt idx="41076">
                  <c:v>0.47541666666074889</c:v>
                </c:pt>
                <c:pt idx="41077">
                  <c:v>0.47542824073752854</c:v>
                </c:pt>
                <c:pt idx="41078">
                  <c:v>0.47543981481430819</c:v>
                </c:pt>
                <c:pt idx="41079">
                  <c:v>0.47545138888381189</c:v>
                </c:pt>
                <c:pt idx="41080">
                  <c:v>0.47546296296059154</c:v>
                </c:pt>
                <c:pt idx="41081">
                  <c:v>0.47547453703737119</c:v>
                </c:pt>
                <c:pt idx="41082">
                  <c:v>0.47548611110687489</c:v>
                </c:pt>
                <c:pt idx="41083">
                  <c:v>0.47549768518365454</c:v>
                </c:pt>
                <c:pt idx="41084">
                  <c:v>0.47550925926043419</c:v>
                </c:pt>
                <c:pt idx="41085">
                  <c:v>0.47552083332993789</c:v>
                </c:pt>
                <c:pt idx="41086">
                  <c:v>0.47553240740671754</c:v>
                </c:pt>
                <c:pt idx="41087">
                  <c:v>0.47554398147622123</c:v>
                </c:pt>
                <c:pt idx="41088">
                  <c:v>0.47555555555300089</c:v>
                </c:pt>
                <c:pt idx="41089">
                  <c:v>0.47556712962978054</c:v>
                </c:pt>
                <c:pt idx="41090">
                  <c:v>0.47557870369928423</c:v>
                </c:pt>
                <c:pt idx="41091">
                  <c:v>0.47559027777606389</c:v>
                </c:pt>
                <c:pt idx="41092">
                  <c:v>0.47560185185284354</c:v>
                </c:pt>
                <c:pt idx="41093">
                  <c:v>0.47561342592234723</c:v>
                </c:pt>
                <c:pt idx="41094">
                  <c:v>0.47562499999912689</c:v>
                </c:pt>
                <c:pt idx="41095">
                  <c:v>0.47563657406863058</c:v>
                </c:pt>
                <c:pt idx="41096">
                  <c:v>0.47564814814541023</c:v>
                </c:pt>
                <c:pt idx="41097">
                  <c:v>0.47565972222218988</c:v>
                </c:pt>
                <c:pt idx="41098">
                  <c:v>0.47567129629169358</c:v>
                </c:pt>
                <c:pt idx="41099">
                  <c:v>0.47568287036847323</c:v>
                </c:pt>
                <c:pt idx="41100">
                  <c:v>0.47569444444525288</c:v>
                </c:pt>
                <c:pt idx="41101">
                  <c:v>0.47570601851475658</c:v>
                </c:pt>
                <c:pt idx="41102">
                  <c:v>0.47571759259153623</c:v>
                </c:pt>
                <c:pt idx="41103">
                  <c:v>0.47572916666103993</c:v>
                </c:pt>
                <c:pt idx="41104">
                  <c:v>0.47574074073781958</c:v>
                </c:pt>
                <c:pt idx="41105">
                  <c:v>0.47575231481459923</c:v>
                </c:pt>
                <c:pt idx="41106">
                  <c:v>0.47576388888410293</c:v>
                </c:pt>
                <c:pt idx="41107">
                  <c:v>0.47577546296088258</c:v>
                </c:pt>
                <c:pt idx="41108">
                  <c:v>0.47578703703766223</c:v>
                </c:pt>
                <c:pt idx="41109">
                  <c:v>0.47579861110716593</c:v>
                </c:pt>
                <c:pt idx="41110">
                  <c:v>0.47581018518394558</c:v>
                </c:pt>
                <c:pt idx="41111">
                  <c:v>0.47582175925344927</c:v>
                </c:pt>
                <c:pt idx="41112">
                  <c:v>0.47583333333022892</c:v>
                </c:pt>
                <c:pt idx="41113">
                  <c:v>0.47584490740700858</c:v>
                </c:pt>
                <c:pt idx="41114">
                  <c:v>0.47585648147651227</c:v>
                </c:pt>
                <c:pt idx="41115">
                  <c:v>0.47586805555329192</c:v>
                </c:pt>
                <c:pt idx="41116">
                  <c:v>0.47587962963007158</c:v>
                </c:pt>
                <c:pt idx="41117">
                  <c:v>0.47589120369957527</c:v>
                </c:pt>
                <c:pt idx="41118">
                  <c:v>0.47590277777635492</c:v>
                </c:pt>
                <c:pt idx="41119">
                  <c:v>0.47591435185313458</c:v>
                </c:pt>
                <c:pt idx="41120">
                  <c:v>0.47592592592263827</c:v>
                </c:pt>
                <c:pt idx="41121">
                  <c:v>0.47593749999941792</c:v>
                </c:pt>
                <c:pt idx="41122">
                  <c:v>0.47594907406892162</c:v>
                </c:pt>
                <c:pt idx="41123">
                  <c:v>0.47596064814570127</c:v>
                </c:pt>
                <c:pt idx="41124">
                  <c:v>0.47597222222248092</c:v>
                </c:pt>
                <c:pt idx="41125">
                  <c:v>0.47598379629198462</c:v>
                </c:pt>
                <c:pt idx="41126">
                  <c:v>0.47599537036876427</c:v>
                </c:pt>
                <c:pt idx="41127">
                  <c:v>0.47600694444554392</c:v>
                </c:pt>
                <c:pt idx="41128">
                  <c:v>0.47601851851504762</c:v>
                </c:pt>
                <c:pt idx="41129">
                  <c:v>0.47603009259182727</c:v>
                </c:pt>
                <c:pt idx="41130">
                  <c:v>0.47604166666133096</c:v>
                </c:pt>
                <c:pt idx="41131">
                  <c:v>0.47605324073811062</c:v>
                </c:pt>
                <c:pt idx="41132">
                  <c:v>0.47606481481489027</c:v>
                </c:pt>
                <c:pt idx="41133">
                  <c:v>0.47607638888439396</c:v>
                </c:pt>
                <c:pt idx="41134">
                  <c:v>0.47608796296117362</c:v>
                </c:pt>
                <c:pt idx="41135">
                  <c:v>0.47609953703795327</c:v>
                </c:pt>
                <c:pt idx="41136">
                  <c:v>0.47611111110745696</c:v>
                </c:pt>
                <c:pt idx="41137">
                  <c:v>0.47612268518423662</c:v>
                </c:pt>
                <c:pt idx="41138">
                  <c:v>0.47613425925374031</c:v>
                </c:pt>
                <c:pt idx="41139">
                  <c:v>0.47614583333051996</c:v>
                </c:pt>
                <c:pt idx="41140">
                  <c:v>0.47615740740729962</c:v>
                </c:pt>
                <c:pt idx="41141">
                  <c:v>0.47616898147680331</c:v>
                </c:pt>
                <c:pt idx="41142">
                  <c:v>0.47618055555358296</c:v>
                </c:pt>
                <c:pt idx="41143">
                  <c:v>0.47619212963036261</c:v>
                </c:pt>
                <c:pt idx="41144">
                  <c:v>0.47620370369986631</c:v>
                </c:pt>
                <c:pt idx="41145">
                  <c:v>0.47621527777664596</c:v>
                </c:pt>
                <c:pt idx="41146">
                  <c:v>0.47622685184614966</c:v>
                </c:pt>
                <c:pt idx="41147">
                  <c:v>0.47623842592292931</c:v>
                </c:pt>
                <c:pt idx="41148">
                  <c:v>0.47624999999970896</c:v>
                </c:pt>
                <c:pt idx="41149">
                  <c:v>0.47626157406921266</c:v>
                </c:pt>
                <c:pt idx="41150">
                  <c:v>0.47627314814599231</c:v>
                </c:pt>
                <c:pt idx="41151">
                  <c:v>0.47628472222277196</c:v>
                </c:pt>
                <c:pt idx="41152">
                  <c:v>0.47629629629227566</c:v>
                </c:pt>
                <c:pt idx="41153">
                  <c:v>0.47630787036905531</c:v>
                </c:pt>
                <c:pt idx="41154">
                  <c:v>0.476319444438559</c:v>
                </c:pt>
                <c:pt idx="41155">
                  <c:v>0.47633101851533866</c:v>
                </c:pt>
                <c:pt idx="41156">
                  <c:v>0.47634259259211831</c:v>
                </c:pt>
                <c:pt idx="41157">
                  <c:v>0.476354166661622</c:v>
                </c:pt>
                <c:pt idx="41158">
                  <c:v>0.47636574073840166</c:v>
                </c:pt>
                <c:pt idx="41159">
                  <c:v>0.47637731481518131</c:v>
                </c:pt>
                <c:pt idx="41160">
                  <c:v>0.476388888884685</c:v>
                </c:pt>
                <c:pt idx="41161">
                  <c:v>0.47640046296146465</c:v>
                </c:pt>
                <c:pt idx="41162">
                  <c:v>0.47641203703824431</c:v>
                </c:pt>
                <c:pt idx="41163">
                  <c:v>0.476423611107748</c:v>
                </c:pt>
                <c:pt idx="41164">
                  <c:v>0.47643518518452765</c:v>
                </c:pt>
                <c:pt idx="41165">
                  <c:v>0.47644675925403135</c:v>
                </c:pt>
                <c:pt idx="41166">
                  <c:v>0.476458333330811</c:v>
                </c:pt>
                <c:pt idx="41167">
                  <c:v>0.47646990740759065</c:v>
                </c:pt>
                <c:pt idx="41168">
                  <c:v>0.47648148147709435</c:v>
                </c:pt>
                <c:pt idx="41169">
                  <c:v>0.476493055553874</c:v>
                </c:pt>
                <c:pt idx="41170">
                  <c:v>0.47650462963065365</c:v>
                </c:pt>
                <c:pt idx="41171">
                  <c:v>0.47651620370015735</c:v>
                </c:pt>
                <c:pt idx="41172">
                  <c:v>0.476527777776937</c:v>
                </c:pt>
                <c:pt idx="41173">
                  <c:v>0.4765393518464407</c:v>
                </c:pt>
                <c:pt idx="41174">
                  <c:v>0.47655092592322035</c:v>
                </c:pt>
                <c:pt idx="41175">
                  <c:v>0.4765625</c:v>
                </c:pt>
                <c:pt idx="41176">
                  <c:v>0.47657407406950369</c:v>
                </c:pt>
                <c:pt idx="41177">
                  <c:v>0.47658564814628335</c:v>
                </c:pt>
                <c:pt idx="41178">
                  <c:v>0.476597222223063</c:v>
                </c:pt>
                <c:pt idx="41179">
                  <c:v>0.47660879629256669</c:v>
                </c:pt>
                <c:pt idx="41180">
                  <c:v>0.47662037036934635</c:v>
                </c:pt>
                <c:pt idx="41181">
                  <c:v>0.47663194443885004</c:v>
                </c:pt>
                <c:pt idx="41182">
                  <c:v>0.47664351851562969</c:v>
                </c:pt>
                <c:pt idx="41183">
                  <c:v>0.47665509259240935</c:v>
                </c:pt>
                <c:pt idx="41184">
                  <c:v>0.47666666666191304</c:v>
                </c:pt>
                <c:pt idx="41185">
                  <c:v>0.47667824073869269</c:v>
                </c:pt>
                <c:pt idx="41186">
                  <c:v>0.47668981481547235</c:v>
                </c:pt>
                <c:pt idx="41187">
                  <c:v>0.47670138888497604</c:v>
                </c:pt>
                <c:pt idx="41188">
                  <c:v>0.47671296296175569</c:v>
                </c:pt>
                <c:pt idx="41189">
                  <c:v>0.47672453703125939</c:v>
                </c:pt>
                <c:pt idx="41190">
                  <c:v>0.47673611110803904</c:v>
                </c:pt>
                <c:pt idx="41191">
                  <c:v>0.47674768518481869</c:v>
                </c:pt>
                <c:pt idx="41192">
                  <c:v>0.47675925925432239</c:v>
                </c:pt>
                <c:pt idx="41193">
                  <c:v>0.47677083333110204</c:v>
                </c:pt>
                <c:pt idx="41194">
                  <c:v>0.47678240740788169</c:v>
                </c:pt>
                <c:pt idx="41195">
                  <c:v>0.47679398147738539</c:v>
                </c:pt>
                <c:pt idx="41196">
                  <c:v>0.47680555555416504</c:v>
                </c:pt>
                <c:pt idx="41197">
                  <c:v>0.47681712963094469</c:v>
                </c:pt>
                <c:pt idx="41198">
                  <c:v>0.47682870370044839</c:v>
                </c:pt>
                <c:pt idx="41199">
                  <c:v>0.47684027777722804</c:v>
                </c:pt>
                <c:pt idx="41200">
                  <c:v>0.47685185184673173</c:v>
                </c:pt>
                <c:pt idx="41201">
                  <c:v>0.47686342592351139</c:v>
                </c:pt>
                <c:pt idx="41202">
                  <c:v>0.47687500000029104</c:v>
                </c:pt>
                <c:pt idx="41203">
                  <c:v>0.47688657406979473</c:v>
                </c:pt>
                <c:pt idx="41204">
                  <c:v>0.47689814814657439</c:v>
                </c:pt>
                <c:pt idx="41205">
                  <c:v>0.47690972222335404</c:v>
                </c:pt>
                <c:pt idx="41206">
                  <c:v>0.47692129629285773</c:v>
                </c:pt>
                <c:pt idx="41207">
                  <c:v>0.47693287036963739</c:v>
                </c:pt>
                <c:pt idx="41208">
                  <c:v>0.47694444443914108</c:v>
                </c:pt>
                <c:pt idx="41209">
                  <c:v>0.47695601851592073</c:v>
                </c:pt>
                <c:pt idx="41210">
                  <c:v>0.47696759259270038</c:v>
                </c:pt>
                <c:pt idx="41211">
                  <c:v>0.47697916666220408</c:v>
                </c:pt>
                <c:pt idx="41212">
                  <c:v>0.47699074073898373</c:v>
                </c:pt>
                <c:pt idx="41213">
                  <c:v>0.47700231481576338</c:v>
                </c:pt>
                <c:pt idx="41214">
                  <c:v>0.47701388888526708</c:v>
                </c:pt>
                <c:pt idx="41215">
                  <c:v>0.47702546296204673</c:v>
                </c:pt>
                <c:pt idx="41216">
                  <c:v>0.47703703703155043</c:v>
                </c:pt>
                <c:pt idx="41217">
                  <c:v>0.47704861110833008</c:v>
                </c:pt>
                <c:pt idx="41218">
                  <c:v>0.47706018518510973</c:v>
                </c:pt>
                <c:pt idx="41219">
                  <c:v>0.47707175925461343</c:v>
                </c:pt>
                <c:pt idx="41220">
                  <c:v>0.47708333333139308</c:v>
                </c:pt>
                <c:pt idx="41221">
                  <c:v>0.47709490740817273</c:v>
                </c:pt>
                <c:pt idx="41222">
                  <c:v>0.47710648147767643</c:v>
                </c:pt>
                <c:pt idx="41223">
                  <c:v>0.47711805555445608</c:v>
                </c:pt>
                <c:pt idx="41224">
                  <c:v>0.47712962962395977</c:v>
                </c:pt>
                <c:pt idx="41225">
                  <c:v>0.47714120370073942</c:v>
                </c:pt>
                <c:pt idx="41226">
                  <c:v>0.47715277777751908</c:v>
                </c:pt>
                <c:pt idx="41227">
                  <c:v>0.47716435184702277</c:v>
                </c:pt>
                <c:pt idx="41228">
                  <c:v>0.47717592592380242</c:v>
                </c:pt>
                <c:pt idx="41229">
                  <c:v>0.47718750000058208</c:v>
                </c:pt>
                <c:pt idx="41230">
                  <c:v>0.47719907407008577</c:v>
                </c:pt>
                <c:pt idx="41231">
                  <c:v>0.47721064814686542</c:v>
                </c:pt>
                <c:pt idx="41232">
                  <c:v>0.47722222221636912</c:v>
                </c:pt>
                <c:pt idx="41233">
                  <c:v>0.47723379629314877</c:v>
                </c:pt>
                <c:pt idx="41234">
                  <c:v>0.47724537036992842</c:v>
                </c:pt>
                <c:pt idx="41235">
                  <c:v>0.47725694443943212</c:v>
                </c:pt>
                <c:pt idx="41236">
                  <c:v>0.47726851851621177</c:v>
                </c:pt>
                <c:pt idx="41237">
                  <c:v>0.47728009259299142</c:v>
                </c:pt>
                <c:pt idx="41238">
                  <c:v>0.47729166666249512</c:v>
                </c:pt>
                <c:pt idx="41239">
                  <c:v>0.47730324073927477</c:v>
                </c:pt>
                <c:pt idx="41240">
                  <c:v>0.47731481481605442</c:v>
                </c:pt>
                <c:pt idx="41241">
                  <c:v>0.47732638888555812</c:v>
                </c:pt>
                <c:pt idx="41242">
                  <c:v>0.47733796296233777</c:v>
                </c:pt>
                <c:pt idx="41243">
                  <c:v>0.47734953703184146</c:v>
                </c:pt>
                <c:pt idx="41244">
                  <c:v>0.47736111110862112</c:v>
                </c:pt>
                <c:pt idx="41245">
                  <c:v>0.47737268518540077</c:v>
                </c:pt>
                <c:pt idx="41246">
                  <c:v>0.47738425925490446</c:v>
                </c:pt>
                <c:pt idx="41247">
                  <c:v>0.47739583333168412</c:v>
                </c:pt>
                <c:pt idx="41248">
                  <c:v>0.47740740740846377</c:v>
                </c:pt>
                <c:pt idx="41249">
                  <c:v>0.47741898147796746</c:v>
                </c:pt>
                <c:pt idx="41250">
                  <c:v>0.47743055555474712</c:v>
                </c:pt>
                <c:pt idx="41251">
                  <c:v>0.47744212962425081</c:v>
                </c:pt>
                <c:pt idx="41252">
                  <c:v>0.47745370370103046</c:v>
                </c:pt>
                <c:pt idx="41253">
                  <c:v>0.47746527777781012</c:v>
                </c:pt>
                <c:pt idx="41254">
                  <c:v>0.47747685184731381</c:v>
                </c:pt>
                <c:pt idx="41255">
                  <c:v>0.47748842592409346</c:v>
                </c:pt>
                <c:pt idx="41256">
                  <c:v>0.47750000000087311</c:v>
                </c:pt>
                <c:pt idx="41257">
                  <c:v>0.47751157407037681</c:v>
                </c:pt>
                <c:pt idx="41258">
                  <c:v>0.47752314814715646</c:v>
                </c:pt>
                <c:pt idx="41259">
                  <c:v>0.47753472221666016</c:v>
                </c:pt>
                <c:pt idx="41260">
                  <c:v>0.47754629629343981</c:v>
                </c:pt>
                <c:pt idx="41261">
                  <c:v>0.47755787037021946</c:v>
                </c:pt>
                <c:pt idx="41262">
                  <c:v>0.47756944443972316</c:v>
                </c:pt>
                <c:pt idx="41263">
                  <c:v>0.47758101851650281</c:v>
                </c:pt>
                <c:pt idx="41264">
                  <c:v>0.47759259259328246</c:v>
                </c:pt>
                <c:pt idx="41265">
                  <c:v>0.47760416666278616</c:v>
                </c:pt>
                <c:pt idx="41266">
                  <c:v>0.47761574073956581</c:v>
                </c:pt>
                <c:pt idx="41267">
                  <c:v>0.4776273148090695</c:v>
                </c:pt>
                <c:pt idx="41268">
                  <c:v>0.47763888888584916</c:v>
                </c:pt>
                <c:pt idx="41269">
                  <c:v>0.47765046296262881</c:v>
                </c:pt>
                <c:pt idx="41270">
                  <c:v>0.4776620370321325</c:v>
                </c:pt>
                <c:pt idx="41271">
                  <c:v>0.47767361110891216</c:v>
                </c:pt>
                <c:pt idx="41272">
                  <c:v>0.47768518518569181</c:v>
                </c:pt>
                <c:pt idx="41273">
                  <c:v>0.4776967592551955</c:v>
                </c:pt>
                <c:pt idx="41274">
                  <c:v>0.47770833333197515</c:v>
                </c:pt>
                <c:pt idx="41275">
                  <c:v>0.47771990740147885</c:v>
                </c:pt>
                <c:pt idx="41276">
                  <c:v>0.4777314814782585</c:v>
                </c:pt>
                <c:pt idx="41277">
                  <c:v>0.47774305555503815</c:v>
                </c:pt>
                <c:pt idx="41278">
                  <c:v>0.47775462962454185</c:v>
                </c:pt>
                <c:pt idx="41279">
                  <c:v>0.4777662037013215</c:v>
                </c:pt>
                <c:pt idx="41280">
                  <c:v>0.47777777777810115</c:v>
                </c:pt>
                <c:pt idx="41281">
                  <c:v>0.47778935184760485</c:v>
                </c:pt>
                <c:pt idx="41282">
                  <c:v>0.4778009259243845</c:v>
                </c:pt>
                <c:pt idx="41283">
                  <c:v>0.47781250000116415</c:v>
                </c:pt>
                <c:pt idx="41284">
                  <c:v>0.47782407407066785</c:v>
                </c:pt>
                <c:pt idx="41285">
                  <c:v>0.4778356481474475</c:v>
                </c:pt>
                <c:pt idx="41286">
                  <c:v>0.4778472222169512</c:v>
                </c:pt>
                <c:pt idx="41287">
                  <c:v>0.47785879629373085</c:v>
                </c:pt>
                <c:pt idx="41288">
                  <c:v>0.4778703703705105</c:v>
                </c:pt>
                <c:pt idx="41289">
                  <c:v>0.47788194444001419</c:v>
                </c:pt>
                <c:pt idx="41290">
                  <c:v>0.47789351851679385</c:v>
                </c:pt>
                <c:pt idx="41291">
                  <c:v>0.4779050925935735</c:v>
                </c:pt>
                <c:pt idx="41292">
                  <c:v>0.47791666666307719</c:v>
                </c:pt>
                <c:pt idx="41293">
                  <c:v>0.47792824073985685</c:v>
                </c:pt>
                <c:pt idx="41294">
                  <c:v>0.47793981480936054</c:v>
                </c:pt>
                <c:pt idx="41295">
                  <c:v>0.47795138888614019</c:v>
                </c:pt>
                <c:pt idx="41296">
                  <c:v>0.47796296296291985</c:v>
                </c:pt>
                <c:pt idx="41297">
                  <c:v>0.47797453703242354</c:v>
                </c:pt>
                <c:pt idx="41298">
                  <c:v>0.47798611110920319</c:v>
                </c:pt>
                <c:pt idx="41299">
                  <c:v>0.47799768518598285</c:v>
                </c:pt>
                <c:pt idx="41300">
                  <c:v>0.47800925925548654</c:v>
                </c:pt>
                <c:pt idx="41301">
                  <c:v>0.47802083333226619</c:v>
                </c:pt>
                <c:pt idx="41302">
                  <c:v>0.47803240740176989</c:v>
                </c:pt>
                <c:pt idx="41303">
                  <c:v>0.47804398147854954</c:v>
                </c:pt>
                <c:pt idx="41304">
                  <c:v>0.47805555555532919</c:v>
                </c:pt>
                <c:pt idx="41305">
                  <c:v>0.47806712962483289</c:v>
                </c:pt>
                <c:pt idx="41306">
                  <c:v>0.47807870370161254</c:v>
                </c:pt>
                <c:pt idx="41307">
                  <c:v>0.47809027777839219</c:v>
                </c:pt>
                <c:pt idx="41308">
                  <c:v>0.47810185184789589</c:v>
                </c:pt>
                <c:pt idx="41309">
                  <c:v>0.47811342592467554</c:v>
                </c:pt>
                <c:pt idx="41310">
                  <c:v>0.47812499999417923</c:v>
                </c:pt>
                <c:pt idx="41311">
                  <c:v>0.47813657407095889</c:v>
                </c:pt>
                <c:pt idx="41312">
                  <c:v>0.47814814814773854</c:v>
                </c:pt>
                <c:pt idx="41313">
                  <c:v>0.47815972221724223</c:v>
                </c:pt>
                <c:pt idx="41314">
                  <c:v>0.47817129629402189</c:v>
                </c:pt>
                <c:pt idx="41315">
                  <c:v>0.47818287037080154</c:v>
                </c:pt>
                <c:pt idx="41316">
                  <c:v>0.47819444444030523</c:v>
                </c:pt>
                <c:pt idx="41317">
                  <c:v>0.47820601851708489</c:v>
                </c:pt>
                <c:pt idx="41318">
                  <c:v>0.47821759259386454</c:v>
                </c:pt>
                <c:pt idx="41319">
                  <c:v>0.47822916666336823</c:v>
                </c:pt>
                <c:pt idx="41320">
                  <c:v>0.47824074074014788</c:v>
                </c:pt>
                <c:pt idx="41321">
                  <c:v>0.47825231480965158</c:v>
                </c:pt>
                <c:pt idx="41322">
                  <c:v>0.47826388888643123</c:v>
                </c:pt>
                <c:pt idx="41323">
                  <c:v>0.47827546296321088</c:v>
                </c:pt>
                <c:pt idx="41324">
                  <c:v>0.47828703703271458</c:v>
                </c:pt>
                <c:pt idx="41325">
                  <c:v>0.47829861110949423</c:v>
                </c:pt>
                <c:pt idx="41326">
                  <c:v>0.47831018518627388</c:v>
                </c:pt>
                <c:pt idx="41327">
                  <c:v>0.47832175925577758</c:v>
                </c:pt>
                <c:pt idx="41328">
                  <c:v>0.47833333333255723</c:v>
                </c:pt>
                <c:pt idx="41329">
                  <c:v>0.47834490740206093</c:v>
                </c:pt>
                <c:pt idx="41330">
                  <c:v>0.47835648147884058</c:v>
                </c:pt>
                <c:pt idx="41331">
                  <c:v>0.47836805555562023</c:v>
                </c:pt>
                <c:pt idx="41332">
                  <c:v>0.47837962962512393</c:v>
                </c:pt>
                <c:pt idx="41333">
                  <c:v>0.47839120370190358</c:v>
                </c:pt>
                <c:pt idx="41334">
                  <c:v>0.47840277777868323</c:v>
                </c:pt>
                <c:pt idx="41335">
                  <c:v>0.47841435184818693</c:v>
                </c:pt>
                <c:pt idx="41336">
                  <c:v>0.47842592592496658</c:v>
                </c:pt>
                <c:pt idx="41337">
                  <c:v>0.47843749999447027</c:v>
                </c:pt>
                <c:pt idx="41338">
                  <c:v>0.47844907407124992</c:v>
                </c:pt>
                <c:pt idx="41339">
                  <c:v>0.47846064814802958</c:v>
                </c:pt>
                <c:pt idx="41340">
                  <c:v>0.47847222221753327</c:v>
                </c:pt>
                <c:pt idx="41341">
                  <c:v>0.47848379629431292</c:v>
                </c:pt>
                <c:pt idx="41342">
                  <c:v>0.47849537037109258</c:v>
                </c:pt>
                <c:pt idx="41343">
                  <c:v>0.47850694444059627</c:v>
                </c:pt>
                <c:pt idx="41344">
                  <c:v>0.47851851851737592</c:v>
                </c:pt>
                <c:pt idx="41345">
                  <c:v>0.47853009258687962</c:v>
                </c:pt>
                <c:pt idx="41346">
                  <c:v>0.47854166666365927</c:v>
                </c:pt>
                <c:pt idx="41347">
                  <c:v>0.47855324074043892</c:v>
                </c:pt>
                <c:pt idx="41348">
                  <c:v>0.47856481480994262</c:v>
                </c:pt>
                <c:pt idx="41349">
                  <c:v>0.47857638888672227</c:v>
                </c:pt>
                <c:pt idx="41350">
                  <c:v>0.47858796296350192</c:v>
                </c:pt>
                <c:pt idx="41351">
                  <c:v>0.47859953703300562</c:v>
                </c:pt>
                <c:pt idx="41352">
                  <c:v>0.47861111110978527</c:v>
                </c:pt>
                <c:pt idx="41353">
                  <c:v>0.47862268517928896</c:v>
                </c:pt>
                <c:pt idx="41354">
                  <c:v>0.47863425925606862</c:v>
                </c:pt>
                <c:pt idx="41355">
                  <c:v>0.47864583333284827</c:v>
                </c:pt>
                <c:pt idx="41356">
                  <c:v>0.47865740740235196</c:v>
                </c:pt>
                <c:pt idx="41357">
                  <c:v>0.47866898147913162</c:v>
                </c:pt>
                <c:pt idx="41358">
                  <c:v>0.47868055555591127</c:v>
                </c:pt>
                <c:pt idx="41359">
                  <c:v>0.47869212962541496</c:v>
                </c:pt>
                <c:pt idx="41360">
                  <c:v>0.47870370370219462</c:v>
                </c:pt>
                <c:pt idx="41361">
                  <c:v>0.47871527777897427</c:v>
                </c:pt>
                <c:pt idx="41362">
                  <c:v>0.47872685184847796</c:v>
                </c:pt>
                <c:pt idx="41363">
                  <c:v>0.47873842592525762</c:v>
                </c:pt>
                <c:pt idx="41364">
                  <c:v>0.47874999999476131</c:v>
                </c:pt>
                <c:pt idx="41365">
                  <c:v>0.47876157407154096</c:v>
                </c:pt>
                <c:pt idx="41366">
                  <c:v>0.47877314814832062</c:v>
                </c:pt>
                <c:pt idx="41367">
                  <c:v>0.47878472221782431</c:v>
                </c:pt>
                <c:pt idx="41368">
                  <c:v>0.47879629629460396</c:v>
                </c:pt>
                <c:pt idx="41369">
                  <c:v>0.47880787037138361</c:v>
                </c:pt>
                <c:pt idx="41370">
                  <c:v>0.47881944444088731</c:v>
                </c:pt>
                <c:pt idx="41371">
                  <c:v>0.47883101851766696</c:v>
                </c:pt>
                <c:pt idx="41372">
                  <c:v>0.47884259258717066</c:v>
                </c:pt>
                <c:pt idx="41373">
                  <c:v>0.47885416666395031</c:v>
                </c:pt>
                <c:pt idx="41374">
                  <c:v>0.47886574074072996</c:v>
                </c:pt>
                <c:pt idx="41375">
                  <c:v>0.47887731481023366</c:v>
                </c:pt>
                <c:pt idx="41376">
                  <c:v>0.47888888888701331</c:v>
                </c:pt>
                <c:pt idx="41377">
                  <c:v>0.47890046296379296</c:v>
                </c:pt>
                <c:pt idx="41378">
                  <c:v>0.47891203703329666</c:v>
                </c:pt>
                <c:pt idx="41379">
                  <c:v>0.47892361111007631</c:v>
                </c:pt>
                <c:pt idx="41380">
                  <c:v>0.47893518517958</c:v>
                </c:pt>
                <c:pt idx="41381">
                  <c:v>0.47894675925635966</c:v>
                </c:pt>
                <c:pt idx="41382">
                  <c:v>0.47895833333313931</c:v>
                </c:pt>
                <c:pt idx="41383">
                  <c:v>0.478969907402643</c:v>
                </c:pt>
                <c:pt idx="41384">
                  <c:v>0.47898148147942265</c:v>
                </c:pt>
                <c:pt idx="41385">
                  <c:v>0.47899305555620231</c:v>
                </c:pt>
                <c:pt idx="41386">
                  <c:v>0.479004629625706</c:v>
                </c:pt>
                <c:pt idx="41387">
                  <c:v>0.47901620370248565</c:v>
                </c:pt>
                <c:pt idx="41388">
                  <c:v>0.47902777777198935</c:v>
                </c:pt>
                <c:pt idx="41389">
                  <c:v>0.479039351848769</c:v>
                </c:pt>
                <c:pt idx="41390">
                  <c:v>0.47905092592554865</c:v>
                </c:pt>
                <c:pt idx="41391">
                  <c:v>0.47906249999505235</c:v>
                </c:pt>
                <c:pt idx="41392">
                  <c:v>0.479074074071832</c:v>
                </c:pt>
                <c:pt idx="41393">
                  <c:v>0.47908564814861165</c:v>
                </c:pt>
                <c:pt idx="41394">
                  <c:v>0.47909722221811535</c:v>
                </c:pt>
                <c:pt idx="41395">
                  <c:v>0.479108796294895</c:v>
                </c:pt>
                <c:pt idx="41396">
                  <c:v>0.47912037037167465</c:v>
                </c:pt>
                <c:pt idx="41397">
                  <c:v>0.47913194444117835</c:v>
                </c:pt>
                <c:pt idx="41398">
                  <c:v>0.479143518517958</c:v>
                </c:pt>
                <c:pt idx="41399">
                  <c:v>0.4791550925874617</c:v>
                </c:pt>
                <c:pt idx="41400">
                  <c:v>0.47916666666424135</c:v>
                </c:pt>
                <c:pt idx="41401">
                  <c:v>0.479178240741021</c:v>
                </c:pt>
                <c:pt idx="41402">
                  <c:v>0.47918981481052469</c:v>
                </c:pt>
                <c:pt idx="41403">
                  <c:v>0.47920138888730435</c:v>
                </c:pt>
                <c:pt idx="41404">
                  <c:v>0.479212962964084</c:v>
                </c:pt>
                <c:pt idx="41405">
                  <c:v>0.47922453703358769</c:v>
                </c:pt>
                <c:pt idx="41406">
                  <c:v>0.47923611111036735</c:v>
                </c:pt>
                <c:pt idx="41407">
                  <c:v>0.47924768517987104</c:v>
                </c:pt>
                <c:pt idx="41408">
                  <c:v>0.47925925925665069</c:v>
                </c:pt>
                <c:pt idx="41409">
                  <c:v>0.47927083333343035</c:v>
                </c:pt>
                <c:pt idx="41410">
                  <c:v>0.47928240740293404</c:v>
                </c:pt>
                <c:pt idx="41411">
                  <c:v>0.47929398147971369</c:v>
                </c:pt>
                <c:pt idx="41412">
                  <c:v>0.47930555555649335</c:v>
                </c:pt>
                <c:pt idx="41413">
                  <c:v>0.47931712962599704</c:v>
                </c:pt>
                <c:pt idx="41414">
                  <c:v>0.47932870370277669</c:v>
                </c:pt>
                <c:pt idx="41415">
                  <c:v>0.47934027777228039</c:v>
                </c:pt>
                <c:pt idx="41416">
                  <c:v>0.47935185184906004</c:v>
                </c:pt>
                <c:pt idx="41417">
                  <c:v>0.47936342592583969</c:v>
                </c:pt>
                <c:pt idx="41418">
                  <c:v>0.47937499999534339</c:v>
                </c:pt>
                <c:pt idx="41419">
                  <c:v>0.47938657407212304</c:v>
                </c:pt>
                <c:pt idx="41420">
                  <c:v>0.47939814814890269</c:v>
                </c:pt>
                <c:pt idx="41421">
                  <c:v>0.47940972221840639</c:v>
                </c:pt>
                <c:pt idx="41422">
                  <c:v>0.47942129629518604</c:v>
                </c:pt>
                <c:pt idx="41423">
                  <c:v>0.47943287036468973</c:v>
                </c:pt>
                <c:pt idx="41424">
                  <c:v>0.47944444444146939</c:v>
                </c:pt>
                <c:pt idx="41425">
                  <c:v>0.47945601851824904</c:v>
                </c:pt>
                <c:pt idx="41426">
                  <c:v>0.47946759258775273</c:v>
                </c:pt>
                <c:pt idx="41427">
                  <c:v>0.47947916666453239</c:v>
                </c:pt>
                <c:pt idx="41428">
                  <c:v>0.47949074074131204</c:v>
                </c:pt>
                <c:pt idx="41429">
                  <c:v>0.47950231481081573</c:v>
                </c:pt>
                <c:pt idx="41430">
                  <c:v>0.47951388888759539</c:v>
                </c:pt>
                <c:pt idx="41431">
                  <c:v>0.47952546295709908</c:v>
                </c:pt>
                <c:pt idx="41432">
                  <c:v>0.47953703703387873</c:v>
                </c:pt>
                <c:pt idx="41433">
                  <c:v>0.47954861111065838</c:v>
                </c:pt>
                <c:pt idx="41434">
                  <c:v>0.47956018518016208</c:v>
                </c:pt>
                <c:pt idx="41435">
                  <c:v>0.47957175925694173</c:v>
                </c:pt>
                <c:pt idx="41436">
                  <c:v>0.47958333333372138</c:v>
                </c:pt>
                <c:pt idx="41437">
                  <c:v>0.47959490740322508</c:v>
                </c:pt>
                <c:pt idx="41438">
                  <c:v>0.47960648148000473</c:v>
                </c:pt>
                <c:pt idx="41439">
                  <c:v>0.47961805555678438</c:v>
                </c:pt>
                <c:pt idx="41440">
                  <c:v>0.47962962962628808</c:v>
                </c:pt>
                <c:pt idx="41441">
                  <c:v>0.47964120370306773</c:v>
                </c:pt>
                <c:pt idx="41442">
                  <c:v>0.47965277777257143</c:v>
                </c:pt>
                <c:pt idx="41443">
                  <c:v>0.47966435184935108</c:v>
                </c:pt>
                <c:pt idx="41444">
                  <c:v>0.47967592592613073</c:v>
                </c:pt>
                <c:pt idx="41445">
                  <c:v>0.47968749999563443</c:v>
                </c:pt>
                <c:pt idx="41446">
                  <c:v>0.47969907407241408</c:v>
                </c:pt>
                <c:pt idx="41447">
                  <c:v>0.47971064814919373</c:v>
                </c:pt>
                <c:pt idx="41448">
                  <c:v>0.47972222221869742</c:v>
                </c:pt>
                <c:pt idx="41449">
                  <c:v>0.47973379629547708</c:v>
                </c:pt>
                <c:pt idx="41450">
                  <c:v>0.47974537036498077</c:v>
                </c:pt>
                <c:pt idx="41451">
                  <c:v>0.47975694444176042</c:v>
                </c:pt>
                <c:pt idx="41452">
                  <c:v>0.47976851851854008</c:v>
                </c:pt>
                <c:pt idx="41453">
                  <c:v>0.47978009258804377</c:v>
                </c:pt>
                <c:pt idx="41454">
                  <c:v>0.47979166666482342</c:v>
                </c:pt>
                <c:pt idx="41455">
                  <c:v>0.47980324074160308</c:v>
                </c:pt>
                <c:pt idx="41456">
                  <c:v>0.47981481481110677</c:v>
                </c:pt>
                <c:pt idx="41457">
                  <c:v>0.47982638888788642</c:v>
                </c:pt>
                <c:pt idx="41458">
                  <c:v>0.47983796295739012</c:v>
                </c:pt>
                <c:pt idx="41459">
                  <c:v>0.47984953703416977</c:v>
                </c:pt>
                <c:pt idx="41460">
                  <c:v>0.47986111111094942</c:v>
                </c:pt>
                <c:pt idx="41461">
                  <c:v>0.47987268518045312</c:v>
                </c:pt>
                <c:pt idx="41462">
                  <c:v>0.47988425925723277</c:v>
                </c:pt>
                <c:pt idx="41463">
                  <c:v>0.47989583333401242</c:v>
                </c:pt>
                <c:pt idx="41464">
                  <c:v>0.47990740740351612</c:v>
                </c:pt>
                <c:pt idx="41465">
                  <c:v>0.47991898148029577</c:v>
                </c:pt>
                <c:pt idx="41466">
                  <c:v>0.47993055554979946</c:v>
                </c:pt>
                <c:pt idx="41467">
                  <c:v>0.47994212962657912</c:v>
                </c:pt>
                <c:pt idx="41468">
                  <c:v>0.47995370370335877</c:v>
                </c:pt>
                <c:pt idx="41469">
                  <c:v>0.47996527777286246</c:v>
                </c:pt>
                <c:pt idx="41470">
                  <c:v>0.47997685184964212</c:v>
                </c:pt>
                <c:pt idx="41471">
                  <c:v>0.47998842592642177</c:v>
                </c:pt>
                <c:pt idx="41472">
                  <c:v>0.47999999999592546</c:v>
                </c:pt>
                <c:pt idx="41473">
                  <c:v>0.48001157407270512</c:v>
                </c:pt>
                <c:pt idx="41474">
                  <c:v>0.48002314814948477</c:v>
                </c:pt>
                <c:pt idx="41475">
                  <c:v>0.48003472221898846</c:v>
                </c:pt>
                <c:pt idx="41476">
                  <c:v>0.48004629629576812</c:v>
                </c:pt>
                <c:pt idx="41477">
                  <c:v>0.48005787036527181</c:v>
                </c:pt>
                <c:pt idx="41478">
                  <c:v>0.48006944444205146</c:v>
                </c:pt>
                <c:pt idx="41479">
                  <c:v>0.48008101851883112</c:v>
                </c:pt>
                <c:pt idx="41480">
                  <c:v>0.48009259258833481</c:v>
                </c:pt>
                <c:pt idx="41481">
                  <c:v>0.48010416666511446</c:v>
                </c:pt>
                <c:pt idx="41482">
                  <c:v>0.48011574074189411</c:v>
                </c:pt>
                <c:pt idx="41483">
                  <c:v>0.48012731481139781</c:v>
                </c:pt>
                <c:pt idx="41484">
                  <c:v>0.48013888888817746</c:v>
                </c:pt>
                <c:pt idx="41485">
                  <c:v>0.48015046295768116</c:v>
                </c:pt>
                <c:pt idx="41486">
                  <c:v>0.48016203703446081</c:v>
                </c:pt>
                <c:pt idx="41487">
                  <c:v>0.48017361111124046</c:v>
                </c:pt>
                <c:pt idx="41488">
                  <c:v>0.48018518518074416</c:v>
                </c:pt>
                <c:pt idx="41489">
                  <c:v>0.48019675925752381</c:v>
                </c:pt>
                <c:pt idx="41490">
                  <c:v>0.48020833333430346</c:v>
                </c:pt>
                <c:pt idx="41491">
                  <c:v>0.48021990740380716</c:v>
                </c:pt>
                <c:pt idx="41492">
                  <c:v>0.48023148148058681</c:v>
                </c:pt>
                <c:pt idx="41493">
                  <c:v>0.4802430555500905</c:v>
                </c:pt>
                <c:pt idx="41494">
                  <c:v>0.48025462962687016</c:v>
                </c:pt>
                <c:pt idx="41495">
                  <c:v>0.48026620370364981</c:v>
                </c:pt>
                <c:pt idx="41496">
                  <c:v>0.4802777777731535</c:v>
                </c:pt>
                <c:pt idx="41497">
                  <c:v>0.48028935184993315</c:v>
                </c:pt>
                <c:pt idx="41498">
                  <c:v>0.48030092592671281</c:v>
                </c:pt>
                <c:pt idx="41499">
                  <c:v>0.4803124999962165</c:v>
                </c:pt>
                <c:pt idx="41500">
                  <c:v>0.48032407407299615</c:v>
                </c:pt>
                <c:pt idx="41501">
                  <c:v>0.48033564814249985</c:v>
                </c:pt>
                <c:pt idx="41502">
                  <c:v>0.4803472222192795</c:v>
                </c:pt>
                <c:pt idx="41503">
                  <c:v>0.48035879629605915</c:v>
                </c:pt>
                <c:pt idx="41504">
                  <c:v>0.48037037036556285</c:v>
                </c:pt>
                <c:pt idx="41505">
                  <c:v>0.4803819444423425</c:v>
                </c:pt>
                <c:pt idx="41506">
                  <c:v>0.48039351851912215</c:v>
                </c:pt>
                <c:pt idx="41507">
                  <c:v>0.48040509258862585</c:v>
                </c:pt>
                <c:pt idx="41508">
                  <c:v>0.4804166666654055</c:v>
                </c:pt>
                <c:pt idx="41509">
                  <c:v>0.4804282407349092</c:v>
                </c:pt>
                <c:pt idx="41510">
                  <c:v>0.48043981481168885</c:v>
                </c:pt>
                <c:pt idx="41511">
                  <c:v>0.4804513888884685</c:v>
                </c:pt>
                <c:pt idx="41512">
                  <c:v>0.48046296295797219</c:v>
                </c:pt>
                <c:pt idx="41513">
                  <c:v>0.48047453703475185</c:v>
                </c:pt>
                <c:pt idx="41514">
                  <c:v>0.4804861111115315</c:v>
                </c:pt>
                <c:pt idx="41515">
                  <c:v>0.48049768518103519</c:v>
                </c:pt>
                <c:pt idx="41516">
                  <c:v>0.48050925925781485</c:v>
                </c:pt>
                <c:pt idx="41517">
                  <c:v>0.4805208333345945</c:v>
                </c:pt>
                <c:pt idx="41518">
                  <c:v>0.48053240740409819</c:v>
                </c:pt>
                <c:pt idx="41519">
                  <c:v>0.48054398148087785</c:v>
                </c:pt>
                <c:pt idx="41520">
                  <c:v>0.48055555555038154</c:v>
                </c:pt>
                <c:pt idx="41521">
                  <c:v>0.48056712962716119</c:v>
                </c:pt>
                <c:pt idx="41522">
                  <c:v>0.48057870370394085</c:v>
                </c:pt>
                <c:pt idx="41523">
                  <c:v>0.48059027777344454</c:v>
                </c:pt>
                <c:pt idx="41524">
                  <c:v>0.48060185185022419</c:v>
                </c:pt>
                <c:pt idx="41525">
                  <c:v>0.48061342592700385</c:v>
                </c:pt>
                <c:pt idx="41526">
                  <c:v>0.48062499999650754</c:v>
                </c:pt>
                <c:pt idx="41527">
                  <c:v>0.48063657407328719</c:v>
                </c:pt>
                <c:pt idx="41528">
                  <c:v>0.48064814814279089</c:v>
                </c:pt>
                <c:pt idx="41529">
                  <c:v>0.48065972221957054</c:v>
                </c:pt>
                <c:pt idx="41530">
                  <c:v>0.48067129629635019</c:v>
                </c:pt>
                <c:pt idx="41531">
                  <c:v>0.48068287036585389</c:v>
                </c:pt>
                <c:pt idx="41532">
                  <c:v>0.48069444444263354</c:v>
                </c:pt>
                <c:pt idx="41533">
                  <c:v>0.48070601851941319</c:v>
                </c:pt>
                <c:pt idx="41534">
                  <c:v>0.48071759258891689</c:v>
                </c:pt>
                <c:pt idx="41535">
                  <c:v>0.48072916666569654</c:v>
                </c:pt>
                <c:pt idx="41536">
                  <c:v>0.48074074073520023</c:v>
                </c:pt>
                <c:pt idx="41537">
                  <c:v>0.48075231481197989</c:v>
                </c:pt>
                <c:pt idx="41538">
                  <c:v>0.48076388888875954</c:v>
                </c:pt>
                <c:pt idx="41539">
                  <c:v>0.48077546295826323</c:v>
                </c:pt>
                <c:pt idx="41540">
                  <c:v>0.48078703703504289</c:v>
                </c:pt>
                <c:pt idx="41541">
                  <c:v>0.48079861111182254</c:v>
                </c:pt>
                <c:pt idx="41542">
                  <c:v>0.48081018518132623</c:v>
                </c:pt>
                <c:pt idx="41543">
                  <c:v>0.48082175925810589</c:v>
                </c:pt>
                <c:pt idx="41544">
                  <c:v>0.48083333332760958</c:v>
                </c:pt>
                <c:pt idx="41545">
                  <c:v>0.48084490740438923</c:v>
                </c:pt>
                <c:pt idx="41546">
                  <c:v>0.48085648148116888</c:v>
                </c:pt>
                <c:pt idx="41547">
                  <c:v>0.48086805555067258</c:v>
                </c:pt>
                <c:pt idx="41548">
                  <c:v>0.48087962962745223</c:v>
                </c:pt>
                <c:pt idx="41549">
                  <c:v>0.48089120370423188</c:v>
                </c:pt>
                <c:pt idx="41550">
                  <c:v>0.48090277777373558</c:v>
                </c:pt>
                <c:pt idx="41551">
                  <c:v>0.48091435185051523</c:v>
                </c:pt>
                <c:pt idx="41552">
                  <c:v>0.48092592592001893</c:v>
                </c:pt>
                <c:pt idx="41553">
                  <c:v>0.48093749999679858</c:v>
                </c:pt>
                <c:pt idx="41554">
                  <c:v>0.48094907407357823</c:v>
                </c:pt>
                <c:pt idx="41555">
                  <c:v>0.48096064814308193</c:v>
                </c:pt>
                <c:pt idx="41556">
                  <c:v>0.48097222221986158</c:v>
                </c:pt>
                <c:pt idx="41557">
                  <c:v>0.48098379629664123</c:v>
                </c:pt>
                <c:pt idx="41558">
                  <c:v>0.48099537036614493</c:v>
                </c:pt>
                <c:pt idx="41559">
                  <c:v>0.48100694444292458</c:v>
                </c:pt>
                <c:pt idx="41560">
                  <c:v>0.48101851851970423</c:v>
                </c:pt>
                <c:pt idx="41561">
                  <c:v>0.48103009258920792</c:v>
                </c:pt>
                <c:pt idx="41562">
                  <c:v>0.48104166666598758</c:v>
                </c:pt>
                <c:pt idx="41563">
                  <c:v>0.48105324073549127</c:v>
                </c:pt>
                <c:pt idx="41564">
                  <c:v>0.48106481481227092</c:v>
                </c:pt>
                <c:pt idx="41565">
                  <c:v>0.48107638888905058</c:v>
                </c:pt>
                <c:pt idx="41566">
                  <c:v>0.48108796295855427</c:v>
                </c:pt>
                <c:pt idx="41567">
                  <c:v>0.48109953703533392</c:v>
                </c:pt>
                <c:pt idx="41568">
                  <c:v>0.48111111111211358</c:v>
                </c:pt>
                <c:pt idx="41569">
                  <c:v>0.48112268518161727</c:v>
                </c:pt>
                <c:pt idx="41570">
                  <c:v>0.48113425925839692</c:v>
                </c:pt>
                <c:pt idx="41571">
                  <c:v>0.48114583332790062</c:v>
                </c:pt>
                <c:pt idx="41572">
                  <c:v>0.48115740740468027</c:v>
                </c:pt>
                <c:pt idx="41573">
                  <c:v>0.48116898148145992</c:v>
                </c:pt>
                <c:pt idx="41574">
                  <c:v>0.48118055555096362</c:v>
                </c:pt>
                <c:pt idx="41575">
                  <c:v>0.48119212962774327</c:v>
                </c:pt>
                <c:pt idx="41576">
                  <c:v>0.48120370370452292</c:v>
                </c:pt>
                <c:pt idx="41577">
                  <c:v>0.48121527777402662</c:v>
                </c:pt>
                <c:pt idx="41578">
                  <c:v>0.48122685185080627</c:v>
                </c:pt>
                <c:pt idx="41579">
                  <c:v>0.48123842592030996</c:v>
                </c:pt>
                <c:pt idx="41580">
                  <c:v>0.48124999999708962</c:v>
                </c:pt>
                <c:pt idx="41581">
                  <c:v>0.48126157407386927</c:v>
                </c:pt>
                <c:pt idx="41582">
                  <c:v>0.48127314814337296</c:v>
                </c:pt>
                <c:pt idx="41583">
                  <c:v>0.48128472222015262</c:v>
                </c:pt>
                <c:pt idx="41584">
                  <c:v>0.48129629629693227</c:v>
                </c:pt>
                <c:pt idx="41585">
                  <c:v>0.48130787036643596</c:v>
                </c:pt>
                <c:pt idx="41586">
                  <c:v>0.48131944444321562</c:v>
                </c:pt>
                <c:pt idx="41587">
                  <c:v>0.48133101851271931</c:v>
                </c:pt>
                <c:pt idx="41588">
                  <c:v>0.48134259258949896</c:v>
                </c:pt>
                <c:pt idx="41589">
                  <c:v>0.48135416666627862</c:v>
                </c:pt>
                <c:pt idx="41590">
                  <c:v>0.48136574073578231</c:v>
                </c:pt>
                <c:pt idx="41591">
                  <c:v>0.48137731481256196</c:v>
                </c:pt>
                <c:pt idx="41592">
                  <c:v>0.48138888888934162</c:v>
                </c:pt>
                <c:pt idx="41593">
                  <c:v>0.48140046295884531</c:v>
                </c:pt>
                <c:pt idx="41594">
                  <c:v>0.48141203703562496</c:v>
                </c:pt>
                <c:pt idx="41595">
                  <c:v>0.48142361111240461</c:v>
                </c:pt>
                <c:pt idx="41596">
                  <c:v>0.48143518518190831</c:v>
                </c:pt>
                <c:pt idx="41597">
                  <c:v>0.48144675925868796</c:v>
                </c:pt>
                <c:pt idx="41598">
                  <c:v>0.48145833332819166</c:v>
                </c:pt>
                <c:pt idx="41599">
                  <c:v>0.48146990740497131</c:v>
                </c:pt>
                <c:pt idx="41600">
                  <c:v>0.48148148148175096</c:v>
                </c:pt>
                <c:pt idx="41601">
                  <c:v>0.48149305555125466</c:v>
                </c:pt>
                <c:pt idx="41602">
                  <c:v>0.48150462962803431</c:v>
                </c:pt>
                <c:pt idx="41603">
                  <c:v>0.48151620370481396</c:v>
                </c:pt>
                <c:pt idx="41604">
                  <c:v>0.48152777777431766</c:v>
                </c:pt>
                <c:pt idx="41605">
                  <c:v>0.48153935185109731</c:v>
                </c:pt>
                <c:pt idx="41606">
                  <c:v>0.481550925920601</c:v>
                </c:pt>
                <c:pt idx="41607">
                  <c:v>0.48156249999738066</c:v>
                </c:pt>
                <c:pt idx="41608">
                  <c:v>0.48157407407416031</c:v>
                </c:pt>
                <c:pt idx="41609">
                  <c:v>0.481585648143664</c:v>
                </c:pt>
                <c:pt idx="41610">
                  <c:v>0.48159722222044365</c:v>
                </c:pt>
                <c:pt idx="41611">
                  <c:v>0.48160879629722331</c:v>
                </c:pt>
                <c:pt idx="41612">
                  <c:v>0.481620370366727</c:v>
                </c:pt>
                <c:pt idx="41613">
                  <c:v>0.48163194444350665</c:v>
                </c:pt>
                <c:pt idx="41614">
                  <c:v>0.48164351851301035</c:v>
                </c:pt>
                <c:pt idx="41615">
                  <c:v>0.48165509258979</c:v>
                </c:pt>
                <c:pt idx="41616">
                  <c:v>0.48166666666656965</c:v>
                </c:pt>
                <c:pt idx="41617">
                  <c:v>0.48167824073607335</c:v>
                </c:pt>
                <c:pt idx="41618">
                  <c:v>0.481689814812853</c:v>
                </c:pt>
                <c:pt idx="41619">
                  <c:v>0.48170138888963265</c:v>
                </c:pt>
                <c:pt idx="41620">
                  <c:v>0.48171296295913635</c:v>
                </c:pt>
                <c:pt idx="41621">
                  <c:v>0.481724537035916</c:v>
                </c:pt>
                <c:pt idx="41622">
                  <c:v>0.4817361111054197</c:v>
                </c:pt>
                <c:pt idx="41623">
                  <c:v>0.48174768518219935</c:v>
                </c:pt>
                <c:pt idx="41624">
                  <c:v>0.481759259258979</c:v>
                </c:pt>
                <c:pt idx="41625">
                  <c:v>0.48177083332848269</c:v>
                </c:pt>
                <c:pt idx="41626">
                  <c:v>0.48178240740526235</c:v>
                </c:pt>
                <c:pt idx="41627">
                  <c:v>0.481793981482042</c:v>
                </c:pt>
                <c:pt idx="41628">
                  <c:v>0.48180555555154569</c:v>
                </c:pt>
                <c:pt idx="41629">
                  <c:v>0.48181712962832535</c:v>
                </c:pt>
                <c:pt idx="41630">
                  <c:v>0.48182870369782904</c:v>
                </c:pt>
                <c:pt idx="41631">
                  <c:v>0.48184027777460869</c:v>
                </c:pt>
                <c:pt idx="41632">
                  <c:v>0.48185185185138835</c:v>
                </c:pt>
                <c:pt idx="41633">
                  <c:v>0.48186342592089204</c:v>
                </c:pt>
                <c:pt idx="41634">
                  <c:v>0.48187499999767169</c:v>
                </c:pt>
                <c:pt idx="41635">
                  <c:v>0.48188657407445135</c:v>
                </c:pt>
                <c:pt idx="41636">
                  <c:v>0.48189814814395504</c:v>
                </c:pt>
                <c:pt idx="41637">
                  <c:v>0.48190972222073469</c:v>
                </c:pt>
                <c:pt idx="41638">
                  <c:v>0.48192129629751435</c:v>
                </c:pt>
                <c:pt idx="41639">
                  <c:v>0.48193287036701804</c:v>
                </c:pt>
                <c:pt idx="41640">
                  <c:v>0.48194444444379769</c:v>
                </c:pt>
                <c:pt idx="41641">
                  <c:v>0.48195601851330139</c:v>
                </c:pt>
                <c:pt idx="41642">
                  <c:v>0.48196759259008104</c:v>
                </c:pt>
                <c:pt idx="41643">
                  <c:v>0.48197916666686069</c:v>
                </c:pt>
                <c:pt idx="41644">
                  <c:v>0.48199074073636439</c:v>
                </c:pt>
                <c:pt idx="41645">
                  <c:v>0.48200231481314404</c:v>
                </c:pt>
                <c:pt idx="41646">
                  <c:v>0.48201388888992369</c:v>
                </c:pt>
                <c:pt idx="41647">
                  <c:v>0.48202546295942739</c:v>
                </c:pt>
                <c:pt idx="41648">
                  <c:v>0.48203703703620704</c:v>
                </c:pt>
                <c:pt idx="41649">
                  <c:v>0.48204861110571073</c:v>
                </c:pt>
                <c:pt idx="41650">
                  <c:v>0.48206018518249039</c:v>
                </c:pt>
                <c:pt idx="41651">
                  <c:v>0.48207175925927004</c:v>
                </c:pt>
                <c:pt idx="41652">
                  <c:v>0.48208333332877373</c:v>
                </c:pt>
                <c:pt idx="41653">
                  <c:v>0.48209490740555339</c:v>
                </c:pt>
                <c:pt idx="41654">
                  <c:v>0.48210648148233304</c:v>
                </c:pt>
                <c:pt idx="41655">
                  <c:v>0.48211805555183673</c:v>
                </c:pt>
                <c:pt idx="41656">
                  <c:v>0.48212962962861639</c:v>
                </c:pt>
                <c:pt idx="41657">
                  <c:v>0.48214120369812008</c:v>
                </c:pt>
                <c:pt idx="41658">
                  <c:v>0.48215277777489973</c:v>
                </c:pt>
                <c:pt idx="41659">
                  <c:v>0.48216435185167938</c:v>
                </c:pt>
                <c:pt idx="41660">
                  <c:v>0.48217592592118308</c:v>
                </c:pt>
                <c:pt idx="41661">
                  <c:v>0.48218749999796273</c:v>
                </c:pt>
                <c:pt idx="41662">
                  <c:v>0.48219907407474238</c:v>
                </c:pt>
                <c:pt idx="41663">
                  <c:v>0.48221064814424608</c:v>
                </c:pt>
                <c:pt idx="41664">
                  <c:v>0.48222222222102573</c:v>
                </c:pt>
                <c:pt idx="41665">
                  <c:v>0.48223379629052943</c:v>
                </c:pt>
                <c:pt idx="41666">
                  <c:v>0.48224537036730908</c:v>
                </c:pt>
                <c:pt idx="41667">
                  <c:v>0.48225694444408873</c:v>
                </c:pt>
                <c:pt idx="41668">
                  <c:v>0.48226851851359243</c:v>
                </c:pt>
                <c:pt idx="41669">
                  <c:v>0.48228009259037208</c:v>
                </c:pt>
                <c:pt idx="41670">
                  <c:v>0.48229166666715173</c:v>
                </c:pt>
                <c:pt idx="41671">
                  <c:v>0.48230324073665543</c:v>
                </c:pt>
                <c:pt idx="41672">
                  <c:v>0.48231481481343508</c:v>
                </c:pt>
                <c:pt idx="41673">
                  <c:v>0.48232638889021473</c:v>
                </c:pt>
                <c:pt idx="41674">
                  <c:v>0.48233796295971842</c:v>
                </c:pt>
                <c:pt idx="41675">
                  <c:v>0.48234953703649808</c:v>
                </c:pt>
                <c:pt idx="41676">
                  <c:v>0.48236111110600177</c:v>
                </c:pt>
                <c:pt idx="41677">
                  <c:v>0.48237268518278142</c:v>
                </c:pt>
                <c:pt idx="41678">
                  <c:v>0.48238425925956108</c:v>
                </c:pt>
                <c:pt idx="41679">
                  <c:v>0.48239583332906477</c:v>
                </c:pt>
                <c:pt idx="41680">
                  <c:v>0.48240740740584442</c:v>
                </c:pt>
                <c:pt idx="41681">
                  <c:v>0.48241898148262408</c:v>
                </c:pt>
                <c:pt idx="41682">
                  <c:v>0.48243055555212777</c:v>
                </c:pt>
                <c:pt idx="41683">
                  <c:v>0.48244212962890742</c:v>
                </c:pt>
                <c:pt idx="41684">
                  <c:v>0.48245370369841112</c:v>
                </c:pt>
                <c:pt idx="41685">
                  <c:v>0.48246527777519077</c:v>
                </c:pt>
                <c:pt idx="41686">
                  <c:v>0.48247685185197042</c:v>
                </c:pt>
                <c:pt idx="41687">
                  <c:v>0.48248842592147412</c:v>
                </c:pt>
                <c:pt idx="41688">
                  <c:v>0.48249999999825377</c:v>
                </c:pt>
                <c:pt idx="41689">
                  <c:v>0.48251157407503342</c:v>
                </c:pt>
                <c:pt idx="41690">
                  <c:v>0.48252314814453712</c:v>
                </c:pt>
                <c:pt idx="41691">
                  <c:v>0.48253472222131677</c:v>
                </c:pt>
                <c:pt idx="41692">
                  <c:v>0.48254629629082046</c:v>
                </c:pt>
                <c:pt idx="41693">
                  <c:v>0.48255787036760012</c:v>
                </c:pt>
                <c:pt idx="41694">
                  <c:v>0.48256944444437977</c:v>
                </c:pt>
                <c:pt idx="41695">
                  <c:v>0.48258101851388346</c:v>
                </c:pt>
                <c:pt idx="41696">
                  <c:v>0.48259259259066312</c:v>
                </c:pt>
                <c:pt idx="41697">
                  <c:v>0.48260416666744277</c:v>
                </c:pt>
                <c:pt idx="41698">
                  <c:v>0.48261574073694646</c:v>
                </c:pt>
                <c:pt idx="41699">
                  <c:v>0.48262731481372612</c:v>
                </c:pt>
                <c:pt idx="41700">
                  <c:v>0.48263888888322981</c:v>
                </c:pt>
                <c:pt idx="41701">
                  <c:v>0.48265046296000946</c:v>
                </c:pt>
                <c:pt idx="41702">
                  <c:v>0.48266203703678912</c:v>
                </c:pt>
                <c:pt idx="41703">
                  <c:v>0.48267361110629281</c:v>
                </c:pt>
                <c:pt idx="41704">
                  <c:v>0.48268518518307246</c:v>
                </c:pt>
                <c:pt idx="41705">
                  <c:v>0.48269675925985212</c:v>
                </c:pt>
                <c:pt idx="41706">
                  <c:v>0.48270833332935581</c:v>
                </c:pt>
                <c:pt idx="41707">
                  <c:v>0.48271990740613546</c:v>
                </c:pt>
                <c:pt idx="41708">
                  <c:v>0.48273148147563916</c:v>
                </c:pt>
                <c:pt idx="41709">
                  <c:v>0.48274305555241881</c:v>
                </c:pt>
                <c:pt idx="41710">
                  <c:v>0.48275462962919846</c:v>
                </c:pt>
                <c:pt idx="41711">
                  <c:v>0.48276620369870216</c:v>
                </c:pt>
                <c:pt idx="41712">
                  <c:v>0.48277777777548181</c:v>
                </c:pt>
                <c:pt idx="41713">
                  <c:v>0.48278935185226146</c:v>
                </c:pt>
                <c:pt idx="41714">
                  <c:v>0.48280092592176516</c:v>
                </c:pt>
                <c:pt idx="41715">
                  <c:v>0.48281249999854481</c:v>
                </c:pt>
                <c:pt idx="41716">
                  <c:v>0.48282407407532446</c:v>
                </c:pt>
                <c:pt idx="41717">
                  <c:v>0.48283564814482816</c:v>
                </c:pt>
                <c:pt idx="41718">
                  <c:v>0.48284722222160781</c:v>
                </c:pt>
                <c:pt idx="41719">
                  <c:v>0.4828587962911115</c:v>
                </c:pt>
                <c:pt idx="41720">
                  <c:v>0.48287037036789116</c:v>
                </c:pt>
                <c:pt idx="41721">
                  <c:v>0.48288194444467081</c:v>
                </c:pt>
                <c:pt idx="41722">
                  <c:v>0.4828935185141745</c:v>
                </c:pt>
                <c:pt idx="41723">
                  <c:v>0.48290509259095415</c:v>
                </c:pt>
                <c:pt idx="41724">
                  <c:v>0.48291666666773381</c:v>
                </c:pt>
                <c:pt idx="41725">
                  <c:v>0.4829282407372375</c:v>
                </c:pt>
                <c:pt idx="41726">
                  <c:v>0.48293981481401715</c:v>
                </c:pt>
                <c:pt idx="41727">
                  <c:v>0.48295138888352085</c:v>
                </c:pt>
                <c:pt idx="41728">
                  <c:v>0.4829629629603005</c:v>
                </c:pt>
                <c:pt idx="41729">
                  <c:v>0.48297453703708015</c:v>
                </c:pt>
                <c:pt idx="41730">
                  <c:v>0.48298611110658385</c:v>
                </c:pt>
                <c:pt idx="41731">
                  <c:v>0.4829976851833635</c:v>
                </c:pt>
                <c:pt idx="41732">
                  <c:v>0.48300925926014315</c:v>
                </c:pt>
                <c:pt idx="41733">
                  <c:v>0.48302083332964685</c:v>
                </c:pt>
                <c:pt idx="41734">
                  <c:v>0.4830324074064265</c:v>
                </c:pt>
                <c:pt idx="41735">
                  <c:v>0.4830439814759302</c:v>
                </c:pt>
                <c:pt idx="41736">
                  <c:v>0.48305555555270985</c:v>
                </c:pt>
                <c:pt idx="41737">
                  <c:v>0.4830671296294895</c:v>
                </c:pt>
                <c:pt idx="41738">
                  <c:v>0.48307870369899319</c:v>
                </c:pt>
                <c:pt idx="41739">
                  <c:v>0.48309027777577285</c:v>
                </c:pt>
                <c:pt idx="41740">
                  <c:v>0.4831018518525525</c:v>
                </c:pt>
                <c:pt idx="41741">
                  <c:v>0.48311342592205619</c:v>
                </c:pt>
                <c:pt idx="41742">
                  <c:v>0.48312499999883585</c:v>
                </c:pt>
                <c:pt idx="41743">
                  <c:v>0.48313657406833954</c:v>
                </c:pt>
                <c:pt idx="41744">
                  <c:v>0.48314814814511919</c:v>
                </c:pt>
                <c:pt idx="41745">
                  <c:v>0.48315972222189885</c:v>
                </c:pt>
                <c:pt idx="41746">
                  <c:v>0.48317129629140254</c:v>
                </c:pt>
                <c:pt idx="41747">
                  <c:v>0.48318287036818219</c:v>
                </c:pt>
                <c:pt idx="41748">
                  <c:v>0.48319444444496185</c:v>
                </c:pt>
                <c:pt idx="41749">
                  <c:v>0.48320601851446554</c:v>
                </c:pt>
                <c:pt idx="41750">
                  <c:v>0.48321759259124519</c:v>
                </c:pt>
                <c:pt idx="41751">
                  <c:v>0.48322916666074889</c:v>
                </c:pt>
                <c:pt idx="41752">
                  <c:v>0.48324074073752854</c:v>
                </c:pt>
                <c:pt idx="41753">
                  <c:v>0.48325231481430819</c:v>
                </c:pt>
                <c:pt idx="41754">
                  <c:v>0.48326388888381189</c:v>
                </c:pt>
                <c:pt idx="41755">
                  <c:v>0.48327546296059154</c:v>
                </c:pt>
                <c:pt idx="41756">
                  <c:v>0.48328703703737119</c:v>
                </c:pt>
                <c:pt idx="41757">
                  <c:v>0.48329861110687489</c:v>
                </c:pt>
                <c:pt idx="41758">
                  <c:v>0.48331018518365454</c:v>
                </c:pt>
                <c:pt idx="41759">
                  <c:v>0.48332175926043419</c:v>
                </c:pt>
                <c:pt idx="41760">
                  <c:v>0.48333333332993789</c:v>
                </c:pt>
                <c:pt idx="41761">
                  <c:v>0.48334490740671754</c:v>
                </c:pt>
                <c:pt idx="41762">
                  <c:v>0.48335648147622123</c:v>
                </c:pt>
                <c:pt idx="41763">
                  <c:v>0.48336805555300089</c:v>
                </c:pt>
                <c:pt idx="41764">
                  <c:v>0.48337962962978054</c:v>
                </c:pt>
                <c:pt idx="41765">
                  <c:v>0.48339120369928423</c:v>
                </c:pt>
                <c:pt idx="41766">
                  <c:v>0.48340277777606389</c:v>
                </c:pt>
                <c:pt idx="41767">
                  <c:v>0.48341435185284354</c:v>
                </c:pt>
                <c:pt idx="41768">
                  <c:v>0.48342592592234723</c:v>
                </c:pt>
                <c:pt idx="41769">
                  <c:v>0.48343749999912689</c:v>
                </c:pt>
                <c:pt idx="41770">
                  <c:v>0.48344907406863058</c:v>
                </c:pt>
                <c:pt idx="41771">
                  <c:v>0.48346064814541023</c:v>
                </c:pt>
                <c:pt idx="41772">
                  <c:v>0.48347222222218988</c:v>
                </c:pt>
                <c:pt idx="41773">
                  <c:v>0.48348379629169358</c:v>
                </c:pt>
                <c:pt idx="41774">
                  <c:v>0.48349537036847323</c:v>
                </c:pt>
                <c:pt idx="41775">
                  <c:v>0.48350694444525288</c:v>
                </c:pt>
                <c:pt idx="41776">
                  <c:v>0.48351851851475658</c:v>
                </c:pt>
                <c:pt idx="41777">
                  <c:v>0.48353009259153623</c:v>
                </c:pt>
                <c:pt idx="41778">
                  <c:v>0.48354166666103993</c:v>
                </c:pt>
                <c:pt idx="41779">
                  <c:v>0.48355324073781958</c:v>
                </c:pt>
                <c:pt idx="41780">
                  <c:v>0.48356481481459923</c:v>
                </c:pt>
                <c:pt idx="41781">
                  <c:v>0.48357638888410293</c:v>
                </c:pt>
                <c:pt idx="41782">
                  <c:v>0.48358796296088258</c:v>
                </c:pt>
                <c:pt idx="41783">
                  <c:v>0.48359953703766223</c:v>
                </c:pt>
                <c:pt idx="41784">
                  <c:v>0.48361111110716593</c:v>
                </c:pt>
                <c:pt idx="41785">
                  <c:v>0.48362268518394558</c:v>
                </c:pt>
                <c:pt idx="41786">
                  <c:v>0.48363425925344927</c:v>
                </c:pt>
                <c:pt idx="41787">
                  <c:v>0.48364583333022892</c:v>
                </c:pt>
                <c:pt idx="41788">
                  <c:v>0.48365740740700858</c:v>
                </c:pt>
                <c:pt idx="41789">
                  <c:v>0.48366898147651227</c:v>
                </c:pt>
                <c:pt idx="41790">
                  <c:v>0.48368055555329192</c:v>
                </c:pt>
                <c:pt idx="41791">
                  <c:v>0.48369212963007158</c:v>
                </c:pt>
                <c:pt idx="41792">
                  <c:v>0.48370370369957527</c:v>
                </c:pt>
                <c:pt idx="41793">
                  <c:v>0.48371527777635492</c:v>
                </c:pt>
                <c:pt idx="41794">
                  <c:v>0.48372685185313458</c:v>
                </c:pt>
                <c:pt idx="41795">
                  <c:v>0.48373842592263827</c:v>
                </c:pt>
                <c:pt idx="41796">
                  <c:v>0.48374999999941792</c:v>
                </c:pt>
                <c:pt idx="41797">
                  <c:v>0.48376157406892162</c:v>
                </c:pt>
                <c:pt idx="41798">
                  <c:v>0.48377314814570127</c:v>
                </c:pt>
                <c:pt idx="41799">
                  <c:v>0.48378472222248092</c:v>
                </c:pt>
                <c:pt idx="41800">
                  <c:v>0.48379629629198462</c:v>
                </c:pt>
                <c:pt idx="41801">
                  <c:v>0.48380787036876427</c:v>
                </c:pt>
                <c:pt idx="41802">
                  <c:v>0.48381944444554392</c:v>
                </c:pt>
                <c:pt idx="41803">
                  <c:v>0.48383101851504762</c:v>
                </c:pt>
                <c:pt idx="41804">
                  <c:v>0.48384259259182727</c:v>
                </c:pt>
                <c:pt idx="41805">
                  <c:v>0.48385416666133096</c:v>
                </c:pt>
                <c:pt idx="41806">
                  <c:v>0.48386574073811062</c:v>
                </c:pt>
                <c:pt idx="41807">
                  <c:v>0.48387731481489027</c:v>
                </c:pt>
                <c:pt idx="41808">
                  <c:v>0.48388888888439396</c:v>
                </c:pt>
                <c:pt idx="41809">
                  <c:v>0.48390046296117362</c:v>
                </c:pt>
                <c:pt idx="41810">
                  <c:v>0.48391203703795327</c:v>
                </c:pt>
                <c:pt idx="41811">
                  <c:v>0.48392361110745696</c:v>
                </c:pt>
                <c:pt idx="41812">
                  <c:v>0.48393518518423662</c:v>
                </c:pt>
                <c:pt idx="41813">
                  <c:v>0.48394675925374031</c:v>
                </c:pt>
                <c:pt idx="41814">
                  <c:v>0.48395833333051996</c:v>
                </c:pt>
                <c:pt idx="41815">
                  <c:v>0.48396990740729962</c:v>
                </c:pt>
                <c:pt idx="41816">
                  <c:v>0.48398148147680331</c:v>
                </c:pt>
                <c:pt idx="41817">
                  <c:v>0.48399305555358296</c:v>
                </c:pt>
                <c:pt idx="41818">
                  <c:v>0.48400462963036261</c:v>
                </c:pt>
                <c:pt idx="41819">
                  <c:v>0.48401620369986631</c:v>
                </c:pt>
                <c:pt idx="41820">
                  <c:v>0.48402777777664596</c:v>
                </c:pt>
                <c:pt idx="41821">
                  <c:v>0.48403935184614966</c:v>
                </c:pt>
                <c:pt idx="41822">
                  <c:v>0.48405092592292931</c:v>
                </c:pt>
                <c:pt idx="41823">
                  <c:v>0.48406249999970896</c:v>
                </c:pt>
                <c:pt idx="41824">
                  <c:v>0.48407407406921266</c:v>
                </c:pt>
                <c:pt idx="41825">
                  <c:v>0.48408564814599231</c:v>
                </c:pt>
                <c:pt idx="41826">
                  <c:v>0.48409722222277196</c:v>
                </c:pt>
                <c:pt idx="41827">
                  <c:v>0.48410879629227566</c:v>
                </c:pt>
                <c:pt idx="41828">
                  <c:v>0.48412037036905531</c:v>
                </c:pt>
                <c:pt idx="41829">
                  <c:v>0.484131944438559</c:v>
                </c:pt>
                <c:pt idx="41830">
                  <c:v>0.48414351851533866</c:v>
                </c:pt>
                <c:pt idx="41831">
                  <c:v>0.48415509259211831</c:v>
                </c:pt>
                <c:pt idx="41832">
                  <c:v>0.484166666661622</c:v>
                </c:pt>
                <c:pt idx="41833">
                  <c:v>0.48417824073840166</c:v>
                </c:pt>
                <c:pt idx="41834">
                  <c:v>0.48418981481518131</c:v>
                </c:pt>
                <c:pt idx="41835">
                  <c:v>0.484201388884685</c:v>
                </c:pt>
                <c:pt idx="41836">
                  <c:v>0.48421296296146465</c:v>
                </c:pt>
                <c:pt idx="41837">
                  <c:v>0.48422453703824431</c:v>
                </c:pt>
                <c:pt idx="41838">
                  <c:v>0.484236111107748</c:v>
                </c:pt>
                <c:pt idx="41839">
                  <c:v>0.48424768518452765</c:v>
                </c:pt>
                <c:pt idx="41840">
                  <c:v>0.48425925925403135</c:v>
                </c:pt>
                <c:pt idx="41841">
                  <c:v>0.484270833330811</c:v>
                </c:pt>
                <c:pt idx="41842">
                  <c:v>0.48428240740759065</c:v>
                </c:pt>
                <c:pt idx="41843">
                  <c:v>0.48429398147709435</c:v>
                </c:pt>
                <c:pt idx="41844">
                  <c:v>0.484305555553874</c:v>
                </c:pt>
                <c:pt idx="41845">
                  <c:v>0.48431712963065365</c:v>
                </c:pt>
                <c:pt idx="41846">
                  <c:v>0.48432870370015735</c:v>
                </c:pt>
                <c:pt idx="41847">
                  <c:v>0.484340277776937</c:v>
                </c:pt>
                <c:pt idx="41848">
                  <c:v>0.4843518518464407</c:v>
                </c:pt>
                <c:pt idx="41849">
                  <c:v>0.48436342592322035</c:v>
                </c:pt>
                <c:pt idx="41850">
                  <c:v>0.484375</c:v>
                </c:pt>
                <c:pt idx="41851">
                  <c:v>0.48438657406950369</c:v>
                </c:pt>
                <c:pt idx="41852">
                  <c:v>0.48439814814628335</c:v>
                </c:pt>
                <c:pt idx="41853">
                  <c:v>0.484409722223063</c:v>
                </c:pt>
                <c:pt idx="41854">
                  <c:v>0.48442129629256669</c:v>
                </c:pt>
                <c:pt idx="41855">
                  <c:v>0.48443287036934635</c:v>
                </c:pt>
                <c:pt idx="41856">
                  <c:v>0.48444444443885004</c:v>
                </c:pt>
                <c:pt idx="41857">
                  <c:v>0.48445601851562969</c:v>
                </c:pt>
                <c:pt idx="41858">
                  <c:v>0.48446759259240935</c:v>
                </c:pt>
                <c:pt idx="41859">
                  <c:v>0.48447916666191304</c:v>
                </c:pt>
                <c:pt idx="41860">
                  <c:v>0.48449074073869269</c:v>
                </c:pt>
                <c:pt idx="41861">
                  <c:v>0.48450231481547235</c:v>
                </c:pt>
                <c:pt idx="41862">
                  <c:v>0.48451388888497604</c:v>
                </c:pt>
                <c:pt idx="41863">
                  <c:v>0.48452546296175569</c:v>
                </c:pt>
                <c:pt idx="41864">
                  <c:v>0.48453703703125939</c:v>
                </c:pt>
                <c:pt idx="41865">
                  <c:v>0.48454861110803904</c:v>
                </c:pt>
                <c:pt idx="41866">
                  <c:v>0.48456018518481869</c:v>
                </c:pt>
                <c:pt idx="41867">
                  <c:v>0.48457175925432239</c:v>
                </c:pt>
                <c:pt idx="41868">
                  <c:v>0.48458333333110204</c:v>
                </c:pt>
                <c:pt idx="41869">
                  <c:v>0.48459490740788169</c:v>
                </c:pt>
                <c:pt idx="41870">
                  <c:v>0.48460648147738539</c:v>
                </c:pt>
                <c:pt idx="41871">
                  <c:v>0.48461805555416504</c:v>
                </c:pt>
                <c:pt idx="41872">
                  <c:v>0.48462962963094469</c:v>
                </c:pt>
                <c:pt idx="41873">
                  <c:v>0.48464120370044839</c:v>
                </c:pt>
                <c:pt idx="41874">
                  <c:v>0.48465277777722804</c:v>
                </c:pt>
                <c:pt idx="41875">
                  <c:v>0.48466435184673173</c:v>
                </c:pt>
                <c:pt idx="41876">
                  <c:v>0.48467592592351139</c:v>
                </c:pt>
                <c:pt idx="41877">
                  <c:v>0.48468750000029104</c:v>
                </c:pt>
                <c:pt idx="41878">
                  <c:v>0.48469907406979473</c:v>
                </c:pt>
                <c:pt idx="41879">
                  <c:v>0.48471064814657439</c:v>
                </c:pt>
                <c:pt idx="41880">
                  <c:v>0.48472222222335404</c:v>
                </c:pt>
                <c:pt idx="41881">
                  <c:v>0.48473379629285773</c:v>
                </c:pt>
                <c:pt idx="41882">
                  <c:v>0.48474537036963739</c:v>
                </c:pt>
                <c:pt idx="41883">
                  <c:v>0.48475694443914108</c:v>
                </c:pt>
                <c:pt idx="41884">
                  <c:v>0.48476851851592073</c:v>
                </c:pt>
                <c:pt idx="41885">
                  <c:v>0.48478009259270038</c:v>
                </c:pt>
                <c:pt idx="41886">
                  <c:v>0.48479166666220408</c:v>
                </c:pt>
                <c:pt idx="41887">
                  <c:v>0.48480324073898373</c:v>
                </c:pt>
                <c:pt idx="41888">
                  <c:v>0.48481481481576338</c:v>
                </c:pt>
                <c:pt idx="41889">
                  <c:v>0.48482638888526708</c:v>
                </c:pt>
                <c:pt idx="41890">
                  <c:v>0.48483796296204673</c:v>
                </c:pt>
                <c:pt idx="41891">
                  <c:v>0.48484953703155043</c:v>
                </c:pt>
                <c:pt idx="41892">
                  <c:v>0.48486111110833008</c:v>
                </c:pt>
                <c:pt idx="41893">
                  <c:v>0.48487268518510973</c:v>
                </c:pt>
                <c:pt idx="41894">
                  <c:v>0.48488425925461343</c:v>
                </c:pt>
                <c:pt idx="41895">
                  <c:v>0.48489583333139308</c:v>
                </c:pt>
                <c:pt idx="41896">
                  <c:v>0.48490740740817273</c:v>
                </c:pt>
                <c:pt idx="41897">
                  <c:v>0.48491898147767643</c:v>
                </c:pt>
                <c:pt idx="41898">
                  <c:v>0.48493055555445608</c:v>
                </c:pt>
                <c:pt idx="41899">
                  <c:v>0.48494212962395977</c:v>
                </c:pt>
                <c:pt idx="41900">
                  <c:v>0.48495370370073942</c:v>
                </c:pt>
                <c:pt idx="41901">
                  <c:v>0.48496527777751908</c:v>
                </c:pt>
                <c:pt idx="41902">
                  <c:v>0.48497685184702277</c:v>
                </c:pt>
                <c:pt idx="41903">
                  <c:v>0.48498842592380242</c:v>
                </c:pt>
                <c:pt idx="41904">
                  <c:v>0.48500000000058208</c:v>
                </c:pt>
                <c:pt idx="41905">
                  <c:v>0.48501157407008577</c:v>
                </c:pt>
                <c:pt idx="41906">
                  <c:v>0.48502314814686542</c:v>
                </c:pt>
                <c:pt idx="41907">
                  <c:v>0.48503472221636912</c:v>
                </c:pt>
                <c:pt idx="41908">
                  <c:v>0.48504629629314877</c:v>
                </c:pt>
                <c:pt idx="41909">
                  <c:v>0.48505787036992842</c:v>
                </c:pt>
                <c:pt idx="41910">
                  <c:v>0.48506944443943212</c:v>
                </c:pt>
                <c:pt idx="41911">
                  <c:v>0.48508101851621177</c:v>
                </c:pt>
                <c:pt idx="41912">
                  <c:v>0.48509259259299142</c:v>
                </c:pt>
                <c:pt idx="41913">
                  <c:v>0.48510416666249512</c:v>
                </c:pt>
                <c:pt idx="41914">
                  <c:v>0.48511574073927477</c:v>
                </c:pt>
                <c:pt idx="41915">
                  <c:v>0.48512731481605442</c:v>
                </c:pt>
                <c:pt idx="41916">
                  <c:v>0.48513888888555812</c:v>
                </c:pt>
                <c:pt idx="41917">
                  <c:v>0.48515046296233777</c:v>
                </c:pt>
                <c:pt idx="41918">
                  <c:v>0.48516203703184146</c:v>
                </c:pt>
                <c:pt idx="41919">
                  <c:v>0.48517361110862112</c:v>
                </c:pt>
                <c:pt idx="41920">
                  <c:v>0.48518518518540077</c:v>
                </c:pt>
                <c:pt idx="41921">
                  <c:v>0.48519675925490446</c:v>
                </c:pt>
                <c:pt idx="41922">
                  <c:v>0.48520833333168412</c:v>
                </c:pt>
                <c:pt idx="41923">
                  <c:v>0.48521990740846377</c:v>
                </c:pt>
                <c:pt idx="41924">
                  <c:v>0.48523148147796746</c:v>
                </c:pt>
                <c:pt idx="41925">
                  <c:v>0.48524305555474712</c:v>
                </c:pt>
                <c:pt idx="41926">
                  <c:v>0.48525462962425081</c:v>
                </c:pt>
                <c:pt idx="41927">
                  <c:v>0.48526620370103046</c:v>
                </c:pt>
                <c:pt idx="41928">
                  <c:v>0.48527777777781012</c:v>
                </c:pt>
                <c:pt idx="41929">
                  <c:v>0.48528935184731381</c:v>
                </c:pt>
                <c:pt idx="41930">
                  <c:v>0.48530092592409346</c:v>
                </c:pt>
                <c:pt idx="41931">
                  <c:v>0.48531250000087311</c:v>
                </c:pt>
                <c:pt idx="41932">
                  <c:v>0.48532407407037681</c:v>
                </c:pt>
                <c:pt idx="41933">
                  <c:v>0.48533564814715646</c:v>
                </c:pt>
                <c:pt idx="41934">
                  <c:v>0.48534722221666016</c:v>
                </c:pt>
                <c:pt idx="41935">
                  <c:v>0.48535879629343981</c:v>
                </c:pt>
                <c:pt idx="41936">
                  <c:v>0.48537037037021946</c:v>
                </c:pt>
                <c:pt idx="41937">
                  <c:v>0.48538194443972316</c:v>
                </c:pt>
                <c:pt idx="41938">
                  <c:v>0.48539351851650281</c:v>
                </c:pt>
                <c:pt idx="41939">
                  <c:v>0.48540509259328246</c:v>
                </c:pt>
                <c:pt idx="41940">
                  <c:v>0.48541666666278616</c:v>
                </c:pt>
                <c:pt idx="41941">
                  <c:v>0.48542824073956581</c:v>
                </c:pt>
                <c:pt idx="41942">
                  <c:v>0.4854398148090695</c:v>
                </c:pt>
                <c:pt idx="41943">
                  <c:v>0.48545138888584916</c:v>
                </c:pt>
                <c:pt idx="41944">
                  <c:v>0.48546296296262881</c:v>
                </c:pt>
                <c:pt idx="41945">
                  <c:v>0.4854745370321325</c:v>
                </c:pt>
                <c:pt idx="41946">
                  <c:v>0.48548611110891216</c:v>
                </c:pt>
                <c:pt idx="41947">
                  <c:v>0.48549768518569181</c:v>
                </c:pt>
                <c:pt idx="41948">
                  <c:v>0.4855092592551955</c:v>
                </c:pt>
                <c:pt idx="41949">
                  <c:v>0.48552083333197515</c:v>
                </c:pt>
                <c:pt idx="41950">
                  <c:v>0.48553240740147885</c:v>
                </c:pt>
                <c:pt idx="41951">
                  <c:v>0.4855439814782585</c:v>
                </c:pt>
                <c:pt idx="41952">
                  <c:v>0.48555555555503815</c:v>
                </c:pt>
                <c:pt idx="41953">
                  <c:v>0.48556712962454185</c:v>
                </c:pt>
                <c:pt idx="41954">
                  <c:v>0.4855787037013215</c:v>
                </c:pt>
                <c:pt idx="41955">
                  <c:v>0.48559027777810115</c:v>
                </c:pt>
                <c:pt idx="41956">
                  <c:v>0.48560185184760485</c:v>
                </c:pt>
                <c:pt idx="41957">
                  <c:v>0.4856134259243845</c:v>
                </c:pt>
                <c:pt idx="41958">
                  <c:v>0.48562500000116415</c:v>
                </c:pt>
                <c:pt idx="41959">
                  <c:v>0.48563657407066785</c:v>
                </c:pt>
                <c:pt idx="41960">
                  <c:v>0.4856481481474475</c:v>
                </c:pt>
                <c:pt idx="41961">
                  <c:v>0.4856597222169512</c:v>
                </c:pt>
                <c:pt idx="41962">
                  <c:v>0.48567129629373085</c:v>
                </c:pt>
                <c:pt idx="41963">
                  <c:v>0.4856828703705105</c:v>
                </c:pt>
                <c:pt idx="41964">
                  <c:v>0.48569444444001419</c:v>
                </c:pt>
                <c:pt idx="41965">
                  <c:v>0.48570601851679385</c:v>
                </c:pt>
                <c:pt idx="41966">
                  <c:v>0.4857175925935735</c:v>
                </c:pt>
                <c:pt idx="41967">
                  <c:v>0.48572916666307719</c:v>
                </c:pt>
                <c:pt idx="41968">
                  <c:v>0.48574074073985685</c:v>
                </c:pt>
                <c:pt idx="41969">
                  <c:v>0.48575231480936054</c:v>
                </c:pt>
                <c:pt idx="41970">
                  <c:v>0.48576388888614019</c:v>
                </c:pt>
                <c:pt idx="41971">
                  <c:v>0.48577546296291985</c:v>
                </c:pt>
                <c:pt idx="41972">
                  <c:v>0.48578703703242354</c:v>
                </c:pt>
                <c:pt idx="41973">
                  <c:v>0.48579861110920319</c:v>
                </c:pt>
                <c:pt idx="41974">
                  <c:v>0.48581018518598285</c:v>
                </c:pt>
                <c:pt idx="41975">
                  <c:v>0.48582175925548654</c:v>
                </c:pt>
                <c:pt idx="41976">
                  <c:v>0.48583333333226619</c:v>
                </c:pt>
                <c:pt idx="41977">
                  <c:v>0.48584490740176989</c:v>
                </c:pt>
                <c:pt idx="41978">
                  <c:v>0.48585648147854954</c:v>
                </c:pt>
                <c:pt idx="41979">
                  <c:v>0.48586805555532919</c:v>
                </c:pt>
                <c:pt idx="41980">
                  <c:v>0.48587962962483289</c:v>
                </c:pt>
                <c:pt idx="41981">
                  <c:v>0.48589120370161254</c:v>
                </c:pt>
                <c:pt idx="41982">
                  <c:v>0.48590277777839219</c:v>
                </c:pt>
                <c:pt idx="41983">
                  <c:v>0.48591435184789589</c:v>
                </c:pt>
                <c:pt idx="41984">
                  <c:v>0.48592592592467554</c:v>
                </c:pt>
                <c:pt idx="41985">
                  <c:v>0.48593749999417923</c:v>
                </c:pt>
                <c:pt idx="41986">
                  <c:v>0.48594907407095889</c:v>
                </c:pt>
                <c:pt idx="41987">
                  <c:v>0.48596064814773854</c:v>
                </c:pt>
                <c:pt idx="41988">
                  <c:v>0.48597222221724223</c:v>
                </c:pt>
                <c:pt idx="41989">
                  <c:v>0.48598379629402189</c:v>
                </c:pt>
                <c:pt idx="41990">
                  <c:v>0.48599537037080154</c:v>
                </c:pt>
                <c:pt idx="41991">
                  <c:v>0.48600694444030523</c:v>
                </c:pt>
                <c:pt idx="41992">
                  <c:v>0.48601851851708489</c:v>
                </c:pt>
                <c:pt idx="41993">
                  <c:v>0.48603009259386454</c:v>
                </c:pt>
                <c:pt idx="41994">
                  <c:v>0.48604166666336823</c:v>
                </c:pt>
                <c:pt idx="41995">
                  <c:v>0.48605324074014788</c:v>
                </c:pt>
                <c:pt idx="41996">
                  <c:v>0.48606481480965158</c:v>
                </c:pt>
                <c:pt idx="41997">
                  <c:v>0.48607638888643123</c:v>
                </c:pt>
                <c:pt idx="41998">
                  <c:v>0.48608796296321088</c:v>
                </c:pt>
                <c:pt idx="41999">
                  <c:v>0.48609953703271458</c:v>
                </c:pt>
                <c:pt idx="42000">
                  <c:v>0.48611111110949423</c:v>
                </c:pt>
                <c:pt idx="42001">
                  <c:v>0.48612268518627388</c:v>
                </c:pt>
                <c:pt idx="42002">
                  <c:v>0.48613425925577758</c:v>
                </c:pt>
                <c:pt idx="42003">
                  <c:v>0.48614583333255723</c:v>
                </c:pt>
                <c:pt idx="42004">
                  <c:v>0.48615740740206093</c:v>
                </c:pt>
                <c:pt idx="42005">
                  <c:v>0.48616898147884058</c:v>
                </c:pt>
                <c:pt idx="42006">
                  <c:v>0.48618055555562023</c:v>
                </c:pt>
                <c:pt idx="42007">
                  <c:v>0.48619212962512393</c:v>
                </c:pt>
                <c:pt idx="42008">
                  <c:v>0.48620370370190358</c:v>
                </c:pt>
                <c:pt idx="42009">
                  <c:v>0.48621527777868323</c:v>
                </c:pt>
                <c:pt idx="42010">
                  <c:v>0.48622685184818693</c:v>
                </c:pt>
                <c:pt idx="42011">
                  <c:v>0.48623842592496658</c:v>
                </c:pt>
                <c:pt idx="42012">
                  <c:v>0.48624999999447027</c:v>
                </c:pt>
                <c:pt idx="42013">
                  <c:v>0.48626157407124992</c:v>
                </c:pt>
                <c:pt idx="42014">
                  <c:v>0.48627314814802958</c:v>
                </c:pt>
                <c:pt idx="42015">
                  <c:v>0.48628472221753327</c:v>
                </c:pt>
                <c:pt idx="42016">
                  <c:v>0.48629629629431292</c:v>
                </c:pt>
                <c:pt idx="42017">
                  <c:v>0.48630787037109258</c:v>
                </c:pt>
                <c:pt idx="42018">
                  <c:v>0.48631944444059627</c:v>
                </c:pt>
                <c:pt idx="42019">
                  <c:v>0.48633101851737592</c:v>
                </c:pt>
                <c:pt idx="42020">
                  <c:v>0.48634259258687962</c:v>
                </c:pt>
                <c:pt idx="42021">
                  <c:v>0.48635416666365927</c:v>
                </c:pt>
                <c:pt idx="42022">
                  <c:v>0.48636574074043892</c:v>
                </c:pt>
                <c:pt idx="42023">
                  <c:v>0.48637731480994262</c:v>
                </c:pt>
                <c:pt idx="42024">
                  <c:v>0.48638888888672227</c:v>
                </c:pt>
                <c:pt idx="42025">
                  <c:v>0.48640046296350192</c:v>
                </c:pt>
                <c:pt idx="42026">
                  <c:v>0.48641203703300562</c:v>
                </c:pt>
                <c:pt idx="42027">
                  <c:v>0.48642361110978527</c:v>
                </c:pt>
                <c:pt idx="42028">
                  <c:v>0.48643518517928896</c:v>
                </c:pt>
                <c:pt idx="42029">
                  <c:v>0.48644675925606862</c:v>
                </c:pt>
                <c:pt idx="42030">
                  <c:v>0.48645833333284827</c:v>
                </c:pt>
                <c:pt idx="42031">
                  <c:v>0.48646990740235196</c:v>
                </c:pt>
                <c:pt idx="42032">
                  <c:v>0.48648148147913162</c:v>
                </c:pt>
                <c:pt idx="42033">
                  <c:v>0.48649305555591127</c:v>
                </c:pt>
                <c:pt idx="42034">
                  <c:v>0.48650462962541496</c:v>
                </c:pt>
                <c:pt idx="42035">
                  <c:v>0.48651620370219462</c:v>
                </c:pt>
                <c:pt idx="42036">
                  <c:v>0.48652777777897427</c:v>
                </c:pt>
                <c:pt idx="42037">
                  <c:v>0.48653935184847796</c:v>
                </c:pt>
                <c:pt idx="42038">
                  <c:v>0.48655092592525762</c:v>
                </c:pt>
                <c:pt idx="42039">
                  <c:v>0.48656249999476131</c:v>
                </c:pt>
                <c:pt idx="42040">
                  <c:v>0.48657407407154096</c:v>
                </c:pt>
                <c:pt idx="42041">
                  <c:v>0.48658564814832062</c:v>
                </c:pt>
                <c:pt idx="42042">
                  <c:v>0.48659722221782431</c:v>
                </c:pt>
                <c:pt idx="42043">
                  <c:v>0.48660879629460396</c:v>
                </c:pt>
                <c:pt idx="42044">
                  <c:v>0.48662037037138361</c:v>
                </c:pt>
                <c:pt idx="42045">
                  <c:v>0.48663194444088731</c:v>
                </c:pt>
                <c:pt idx="42046">
                  <c:v>0.48664351851766696</c:v>
                </c:pt>
                <c:pt idx="42047">
                  <c:v>0.48665509258717066</c:v>
                </c:pt>
                <c:pt idx="42048">
                  <c:v>0.48666666666395031</c:v>
                </c:pt>
                <c:pt idx="42049">
                  <c:v>0.48667824074072996</c:v>
                </c:pt>
                <c:pt idx="42050">
                  <c:v>0.48668981481023366</c:v>
                </c:pt>
                <c:pt idx="42051">
                  <c:v>0.48670138888701331</c:v>
                </c:pt>
                <c:pt idx="42052">
                  <c:v>0.48671296296379296</c:v>
                </c:pt>
                <c:pt idx="42053">
                  <c:v>0.48672453703329666</c:v>
                </c:pt>
                <c:pt idx="42054">
                  <c:v>0.48673611111007631</c:v>
                </c:pt>
                <c:pt idx="42055">
                  <c:v>0.48674768517958</c:v>
                </c:pt>
                <c:pt idx="42056">
                  <c:v>0.48675925925635966</c:v>
                </c:pt>
                <c:pt idx="42057">
                  <c:v>0.48677083333313931</c:v>
                </c:pt>
                <c:pt idx="42058">
                  <c:v>0.486782407402643</c:v>
                </c:pt>
                <c:pt idx="42059">
                  <c:v>0.48679398147942265</c:v>
                </c:pt>
                <c:pt idx="42060">
                  <c:v>0.48680555555620231</c:v>
                </c:pt>
                <c:pt idx="42061">
                  <c:v>0.486817129625706</c:v>
                </c:pt>
                <c:pt idx="42062">
                  <c:v>0.48682870370248565</c:v>
                </c:pt>
                <c:pt idx="42063">
                  <c:v>0.48684027777198935</c:v>
                </c:pt>
                <c:pt idx="42064">
                  <c:v>0.486851851848769</c:v>
                </c:pt>
                <c:pt idx="42065">
                  <c:v>0.48686342592554865</c:v>
                </c:pt>
                <c:pt idx="42066">
                  <c:v>0.48687499999505235</c:v>
                </c:pt>
                <c:pt idx="42067">
                  <c:v>0.486886574071832</c:v>
                </c:pt>
                <c:pt idx="42068">
                  <c:v>0.48689814814861165</c:v>
                </c:pt>
                <c:pt idx="42069">
                  <c:v>0.48690972221811535</c:v>
                </c:pt>
                <c:pt idx="42070">
                  <c:v>0.486921296294895</c:v>
                </c:pt>
                <c:pt idx="42071">
                  <c:v>0.48693287037167465</c:v>
                </c:pt>
                <c:pt idx="42072">
                  <c:v>0.48694444444117835</c:v>
                </c:pt>
                <c:pt idx="42073">
                  <c:v>0.486956018517958</c:v>
                </c:pt>
                <c:pt idx="42074">
                  <c:v>0.4869675925874617</c:v>
                </c:pt>
                <c:pt idx="42075">
                  <c:v>0.48697916666424135</c:v>
                </c:pt>
                <c:pt idx="42076">
                  <c:v>0.486990740741021</c:v>
                </c:pt>
                <c:pt idx="42077">
                  <c:v>0.48700231481052469</c:v>
                </c:pt>
                <c:pt idx="42078">
                  <c:v>0.48701388888730435</c:v>
                </c:pt>
                <c:pt idx="42079">
                  <c:v>0.487025462964084</c:v>
                </c:pt>
                <c:pt idx="42080">
                  <c:v>0.48703703703358769</c:v>
                </c:pt>
                <c:pt idx="42081">
                  <c:v>0.48704861111036735</c:v>
                </c:pt>
                <c:pt idx="42082">
                  <c:v>0.48706018517987104</c:v>
                </c:pt>
                <c:pt idx="42083">
                  <c:v>0.48707175925665069</c:v>
                </c:pt>
                <c:pt idx="42084">
                  <c:v>0.48708333333343035</c:v>
                </c:pt>
                <c:pt idx="42085">
                  <c:v>0.48709490740293404</c:v>
                </c:pt>
                <c:pt idx="42086">
                  <c:v>0.48710648147971369</c:v>
                </c:pt>
                <c:pt idx="42087">
                  <c:v>0.48711805555649335</c:v>
                </c:pt>
                <c:pt idx="42088">
                  <c:v>0.48712962962599704</c:v>
                </c:pt>
                <c:pt idx="42089">
                  <c:v>0.48714120370277669</c:v>
                </c:pt>
                <c:pt idx="42090">
                  <c:v>0.48715277777228039</c:v>
                </c:pt>
                <c:pt idx="42091">
                  <c:v>0.48716435184906004</c:v>
                </c:pt>
                <c:pt idx="42092">
                  <c:v>0.48717592592583969</c:v>
                </c:pt>
                <c:pt idx="42093">
                  <c:v>0.48718749999534339</c:v>
                </c:pt>
                <c:pt idx="42094">
                  <c:v>0.48719907407212304</c:v>
                </c:pt>
                <c:pt idx="42095">
                  <c:v>0.48721064814890269</c:v>
                </c:pt>
                <c:pt idx="42096">
                  <c:v>0.48722222221840639</c:v>
                </c:pt>
                <c:pt idx="42097">
                  <c:v>0.48723379629518604</c:v>
                </c:pt>
                <c:pt idx="42098">
                  <c:v>0.48724537036468973</c:v>
                </c:pt>
                <c:pt idx="42099">
                  <c:v>0.48725694444146939</c:v>
                </c:pt>
                <c:pt idx="42100">
                  <c:v>0.48726851851824904</c:v>
                </c:pt>
                <c:pt idx="42101">
                  <c:v>0.48728009258775273</c:v>
                </c:pt>
                <c:pt idx="42102">
                  <c:v>0.48729166666453239</c:v>
                </c:pt>
                <c:pt idx="42103">
                  <c:v>0.48730324074131204</c:v>
                </c:pt>
                <c:pt idx="42104">
                  <c:v>0.48731481481081573</c:v>
                </c:pt>
                <c:pt idx="42105">
                  <c:v>0.48732638888759539</c:v>
                </c:pt>
                <c:pt idx="42106">
                  <c:v>0.48733796295709908</c:v>
                </c:pt>
                <c:pt idx="42107">
                  <c:v>0.48734953703387873</c:v>
                </c:pt>
                <c:pt idx="42108">
                  <c:v>0.48736111111065838</c:v>
                </c:pt>
                <c:pt idx="42109">
                  <c:v>0.48737268518016208</c:v>
                </c:pt>
                <c:pt idx="42110">
                  <c:v>0.48738425925694173</c:v>
                </c:pt>
                <c:pt idx="42111">
                  <c:v>0.48739583333372138</c:v>
                </c:pt>
                <c:pt idx="42112">
                  <c:v>0.48740740740322508</c:v>
                </c:pt>
                <c:pt idx="42113">
                  <c:v>0.48741898148000473</c:v>
                </c:pt>
                <c:pt idx="42114">
                  <c:v>0.48743055555678438</c:v>
                </c:pt>
                <c:pt idx="42115">
                  <c:v>0.48744212962628808</c:v>
                </c:pt>
                <c:pt idx="42116">
                  <c:v>0.48745370370306773</c:v>
                </c:pt>
                <c:pt idx="42117">
                  <c:v>0.48746527777257143</c:v>
                </c:pt>
                <c:pt idx="42118">
                  <c:v>0.48747685184935108</c:v>
                </c:pt>
                <c:pt idx="42119">
                  <c:v>0.48748842592613073</c:v>
                </c:pt>
                <c:pt idx="42120">
                  <c:v>0.48749999999563443</c:v>
                </c:pt>
                <c:pt idx="42121">
                  <c:v>0.48751157407241408</c:v>
                </c:pt>
                <c:pt idx="42122">
                  <c:v>0.48752314814919373</c:v>
                </c:pt>
                <c:pt idx="42123">
                  <c:v>0.48753472221869742</c:v>
                </c:pt>
                <c:pt idx="42124">
                  <c:v>0.48754629629547708</c:v>
                </c:pt>
                <c:pt idx="42125">
                  <c:v>0.48755787036498077</c:v>
                </c:pt>
                <c:pt idx="42126">
                  <c:v>0.48756944444176042</c:v>
                </c:pt>
                <c:pt idx="42127">
                  <c:v>0.48758101851854008</c:v>
                </c:pt>
                <c:pt idx="42128">
                  <c:v>0.48759259258804377</c:v>
                </c:pt>
                <c:pt idx="42129">
                  <c:v>0.48760416666482342</c:v>
                </c:pt>
                <c:pt idx="42130">
                  <c:v>0.48761574074160308</c:v>
                </c:pt>
                <c:pt idx="42131">
                  <c:v>0.48762731481110677</c:v>
                </c:pt>
                <c:pt idx="42132">
                  <c:v>0.48763888888788642</c:v>
                </c:pt>
                <c:pt idx="42133">
                  <c:v>0.48765046295739012</c:v>
                </c:pt>
                <c:pt idx="42134">
                  <c:v>0.48766203703416977</c:v>
                </c:pt>
                <c:pt idx="42135">
                  <c:v>0.48767361111094942</c:v>
                </c:pt>
                <c:pt idx="42136">
                  <c:v>0.48768518518045312</c:v>
                </c:pt>
                <c:pt idx="42137">
                  <c:v>0.48769675925723277</c:v>
                </c:pt>
                <c:pt idx="42138">
                  <c:v>0.48770833333401242</c:v>
                </c:pt>
                <c:pt idx="42139">
                  <c:v>0.48771990740351612</c:v>
                </c:pt>
                <c:pt idx="42140">
                  <c:v>0.48773148148029577</c:v>
                </c:pt>
                <c:pt idx="42141">
                  <c:v>0.48774305554979946</c:v>
                </c:pt>
                <c:pt idx="42142">
                  <c:v>0.48775462962657912</c:v>
                </c:pt>
                <c:pt idx="42143">
                  <c:v>0.48776620370335877</c:v>
                </c:pt>
                <c:pt idx="42144">
                  <c:v>0.48777777777286246</c:v>
                </c:pt>
                <c:pt idx="42145">
                  <c:v>0.48778935184964212</c:v>
                </c:pt>
                <c:pt idx="42146">
                  <c:v>0.48780092592642177</c:v>
                </c:pt>
                <c:pt idx="42147">
                  <c:v>0.48781249999592546</c:v>
                </c:pt>
                <c:pt idx="42148">
                  <c:v>0.48782407407270512</c:v>
                </c:pt>
                <c:pt idx="42149">
                  <c:v>0.48783564814948477</c:v>
                </c:pt>
                <c:pt idx="42150">
                  <c:v>0.48784722221898846</c:v>
                </c:pt>
                <c:pt idx="42151">
                  <c:v>0.48785879629576812</c:v>
                </c:pt>
                <c:pt idx="42152">
                  <c:v>0.48787037036527181</c:v>
                </c:pt>
                <c:pt idx="42153">
                  <c:v>0.48788194444205146</c:v>
                </c:pt>
                <c:pt idx="42154">
                  <c:v>0.48789351851883112</c:v>
                </c:pt>
                <c:pt idx="42155">
                  <c:v>0.48790509258833481</c:v>
                </c:pt>
                <c:pt idx="42156">
                  <c:v>0.48791666666511446</c:v>
                </c:pt>
                <c:pt idx="42157">
                  <c:v>0.48792824074189411</c:v>
                </c:pt>
                <c:pt idx="42158">
                  <c:v>0.48793981481139781</c:v>
                </c:pt>
                <c:pt idx="42159">
                  <c:v>0.48795138888817746</c:v>
                </c:pt>
                <c:pt idx="42160">
                  <c:v>0.48796296295768116</c:v>
                </c:pt>
                <c:pt idx="42161">
                  <c:v>0.48797453703446081</c:v>
                </c:pt>
                <c:pt idx="42162">
                  <c:v>0.48798611111124046</c:v>
                </c:pt>
                <c:pt idx="42163">
                  <c:v>0.48799768518074416</c:v>
                </c:pt>
                <c:pt idx="42164">
                  <c:v>0.48800925925752381</c:v>
                </c:pt>
                <c:pt idx="42165">
                  <c:v>0.48802083333430346</c:v>
                </c:pt>
                <c:pt idx="42166">
                  <c:v>0.48803240740380716</c:v>
                </c:pt>
                <c:pt idx="42167">
                  <c:v>0.48804398148058681</c:v>
                </c:pt>
                <c:pt idx="42168">
                  <c:v>0.4880555555500905</c:v>
                </c:pt>
                <c:pt idx="42169">
                  <c:v>0.48806712962687016</c:v>
                </c:pt>
                <c:pt idx="42170">
                  <c:v>0.48807870370364981</c:v>
                </c:pt>
                <c:pt idx="42171">
                  <c:v>0.4880902777731535</c:v>
                </c:pt>
                <c:pt idx="42172">
                  <c:v>0.48810185184993315</c:v>
                </c:pt>
                <c:pt idx="42173">
                  <c:v>0.48811342592671281</c:v>
                </c:pt>
                <c:pt idx="42174">
                  <c:v>0.4881249999962165</c:v>
                </c:pt>
                <c:pt idx="42175">
                  <c:v>0.48813657407299615</c:v>
                </c:pt>
                <c:pt idx="42176">
                  <c:v>0.48814814814249985</c:v>
                </c:pt>
                <c:pt idx="42177">
                  <c:v>0.4881597222192795</c:v>
                </c:pt>
                <c:pt idx="42178">
                  <c:v>0.48817129629605915</c:v>
                </c:pt>
                <c:pt idx="42179">
                  <c:v>0.48818287036556285</c:v>
                </c:pt>
                <c:pt idx="42180">
                  <c:v>0.4881944444423425</c:v>
                </c:pt>
                <c:pt idx="42181">
                  <c:v>0.48820601851912215</c:v>
                </c:pt>
                <c:pt idx="42182">
                  <c:v>0.48821759258862585</c:v>
                </c:pt>
                <c:pt idx="42183">
                  <c:v>0.4882291666654055</c:v>
                </c:pt>
                <c:pt idx="42184">
                  <c:v>0.4882407407349092</c:v>
                </c:pt>
                <c:pt idx="42185">
                  <c:v>0.48825231481168885</c:v>
                </c:pt>
                <c:pt idx="42186">
                  <c:v>0.4882638888884685</c:v>
                </c:pt>
                <c:pt idx="42187">
                  <c:v>0.48827546295797219</c:v>
                </c:pt>
                <c:pt idx="42188">
                  <c:v>0.48828703703475185</c:v>
                </c:pt>
                <c:pt idx="42189">
                  <c:v>0.4882986111115315</c:v>
                </c:pt>
                <c:pt idx="42190">
                  <c:v>0.48831018518103519</c:v>
                </c:pt>
                <c:pt idx="42191">
                  <c:v>0.48832175925781485</c:v>
                </c:pt>
                <c:pt idx="42192">
                  <c:v>0.4883333333345945</c:v>
                </c:pt>
                <c:pt idx="42193">
                  <c:v>0.48834490740409819</c:v>
                </c:pt>
                <c:pt idx="42194">
                  <c:v>0.48835648148087785</c:v>
                </c:pt>
                <c:pt idx="42195">
                  <c:v>0.48836805555038154</c:v>
                </c:pt>
                <c:pt idx="42196">
                  <c:v>0.48837962962716119</c:v>
                </c:pt>
                <c:pt idx="42197">
                  <c:v>0.48839120370394085</c:v>
                </c:pt>
                <c:pt idx="42198">
                  <c:v>0.48840277777344454</c:v>
                </c:pt>
                <c:pt idx="42199">
                  <c:v>0.48841435185022419</c:v>
                </c:pt>
                <c:pt idx="42200">
                  <c:v>0.48842592592700385</c:v>
                </c:pt>
                <c:pt idx="42201">
                  <c:v>0.48843749999650754</c:v>
                </c:pt>
                <c:pt idx="42202">
                  <c:v>0.48844907407328719</c:v>
                </c:pt>
                <c:pt idx="42203">
                  <c:v>0.48846064814279089</c:v>
                </c:pt>
                <c:pt idx="42204">
                  <c:v>0.48847222221957054</c:v>
                </c:pt>
                <c:pt idx="42205">
                  <c:v>0.48848379629635019</c:v>
                </c:pt>
                <c:pt idx="42206">
                  <c:v>0.48849537036585389</c:v>
                </c:pt>
                <c:pt idx="42207">
                  <c:v>0.48850694444263354</c:v>
                </c:pt>
                <c:pt idx="42208">
                  <c:v>0.48851851851941319</c:v>
                </c:pt>
                <c:pt idx="42209">
                  <c:v>0.48853009258891689</c:v>
                </c:pt>
                <c:pt idx="42210">
                  <c:v>0.48854166666569654</c:v>
                </c:pt>
                <c:pt idx="42211">
                  <c:v>0.48855324073520023</c:v>
                </c:pt>
                <c:pt idx="42212">
                  <c:v>0.48856481481197989</c:v>
                </c:pt>
                <c:pt idx="42213">
                  <c:v>0.48857638888875954</c:v>
                </c:pt>
                <c:pt idx="42214">
                  <c:v>0.48858796295826323</c:v>
                </c:pt>
                <c:pt idx="42215">
                  <c:v>0.48859953703504289</c:v>
                </c:pt>
                <c:pt idx="42216">
                  <c:v>0.48861111111182254</c:v>
                </c:pt>
                <c:pt idx="42217">
                  <c:v>0.48862268518132623</c:v>
                </c:pt>
                <c:pt idx="42218">
                  <c:v>0.48863425925810589</c:v>
                </c:pt>
                <c:pt idx="42219">
                  <c:v>0.48864583332760958</c:v>
                </c:pt>
                <c:pt idx="42220">
                  <c:v>0.48865740740438923</c:v>
                </c:pt>
                <c:pt idx="42221">
                  <c:v>0.48866898148116888</c:v>
                </c:pt>
                <c:pt idx="42222">
                  <c:v>0.48868055555067258</c:v>
                </c:pt>
                <c:pt idx="42223">
                  <c:v>0.48869212962745223</c:v>
                </c:pt>
                <c:pt idx="42224">
                  <c:v>0.48870370370423188</c:v>
                </c:pt>
                <c:pt idx="42225">
                  <c:v>0.48871527777373558</c:v>
                </c:pt>
                <c:pt idx="42226">
                  <c:v>0.48872685185051523</c:v>
                </c:pt>
                <c:pt idx="42227">
                  <c:v>0.48873842592001893</c:v>
                </c:pt>
                <c:pt idx="42228">
                  <c:v>0.48874999999679858</c:v>
                </c:pt>
                <c:pt idx="42229">
                  <c:v>0.48876157407357823</c:v>
                </c:pt>
                <c:pt idx="42230">
                  <c:v>0.48877314814308193</c:v>
                </c:pt>
                <c:pt idx="42231">
                  <c:v>0.48878472221986158</c:v>
                </c:pt>
                <c:pt idx="42232">
                  <c:v>0.48879629629664123</c:v>
                </c:pt>
                <c:pt idx="42233">
                  <c:v>0.48880787036614493</c:v>
                </c:pt>
                <c:pt idx="42234">
                  <c:v>0.48881944444292458</c:v>
                </c:pt>
                <c:pt idx="42235">
                  <c:v>0.48883101851970423</c:v>
                </c:pt>
                <c:pt idx="42236">
                  <c:v>0.48884259258920792</c:v>
                </c:pt>
                <c:pt idx="42237">
                  <c:v>0.48885416666598758</c:v>
                </c:pt>
                <c:pt idx="42238">
                  <c:v>0.48886574073549127</c:v>
                </c:pt>
                <c:pt idx="42239">
                  <c:v>0.48887731481227092</c:v>
                </c:pt>
                <c:pt idx="42240">
                  <c:v>0.48888888888905058</c:v>
                </c:pt>
                <c:pt idx="42241">
                  <c:v>0.48890046295855427</c:v>
                </c:pt>
                <c:pt idx="42242">
                  <c:v>0.48891203703533392</c:v>
                </c:pt>
                <c:pt idx="42243">
                  <c:v>0.48892361111211358</c:v>
                </c:pt>
                <c:pt idx="42244">
                  <c:v>0.48893518518161727</c:v>
                </c:pt>
                <c:pt idx="42245">
                  <c:v>0.48894675925839692</c:v>
                </c:pt>
                <c:pt idx="42246">
                  <c:v>0.48895833332790062</c:v>
                </c:pt>
                <c:pt idx="42247">
                  <c:v>0.48896990740468027</c:v>
                </c:pt>
                <c:pt idx="42248">
                  <c:v>0.48898148148145992</c:v>
                </c:pt>
                <c:pt idx="42249">
                  <c:v>0.48899305555096362</c:v>
                </c:pt>
                <c:pt idx="42250">
                  <c:v>0.48900462962774327</c:v>
                </c:pt>
                <c:pt idx="42251">
                  <c:v>0.48901620370452292</c:v>
                </c:pt>
                <c:pt idx="42252">
                  <c:v>0.48902777777402662</c:v>
                </c:pt>
                <c:pt idx="42253">
                  <c:v>0.48903935185080627</c:v>
                </c:pt>
                <c:pt idx="42254">
                  <c:v>0.48905092592030996</c:v>
                </c:pt>
                <c:pt idx="42255">
                  <c:v>0.48906249999708962</c:v>
                </c:pt>
                <c:pt idx="42256">
                  <c:v>0.48907407407386927</c:v>
                </c:pt>
                <c:pt idx="42257">
                  <c:v>0.48908564814337296</c:v>
                </c:pt>
                <c:pt idx="42258">
                  <c:v>0.48909722222015262</c:v>
                </c:pt>
                <c:pt idx="42259">
                  <c:v>0.48910879629693227</c:v>
                </c:pt>
                <c:pt idx="42260">
                  <c:v>0.48912037036643596</c:v>
                </c:pt>
                <c:pt idx="42261">
                  <c:v>0.48913194444321562</c:v>
                </c:pt>
                <c:pt idx="42262">
                  <c:v>0.48914351851271931</c:v>
                </c:pt>
                <c:pt idx="42263">
                  <c:v>0.48915509258949896</c:v>
                </c:pt>
                <c:pt idx="42264">
                  <c:v>0.48916666666627862</c:v>
                </c:pt>
                <c:pt idx="42265">
                  <c:v>0.48917824073578231</c:v>
                </c:pt>
                <c:pt idx="42266">
                  <c:v>0.48918981481256196</c:v>
                </c:pt>
                <c:pt idx="42267">
                  <c:v>0.48920138888934162</c:v>
                </c:pt>
                <c:pt idx="42268">
                  <c:v>0.48921296295884531</c:v>
                </c:pt>
                <c:pt idx="42269">
                  <c:v>0.48922453703562496</c:v>
                </c:pt>
                <c:pt idx="42270">
                  <c:v>0.48923611111240461</c:v>
                </c:pt>
                <c:pt idx="42271">
                  <c:v>0.48924768518190831</c:v>
                </c:pt>
                <c:pt idx="42272">
                  <c:v>0.48925925925868796</c:v>
                </c:pt>
                <c:pt idx="42273">
                  <c:v>0.48927083332819166</c:v>
                </c:pt>
                <c:pt idx="42274">
                  <c:v>0.48928240740497131</c:v>
                </c:pt>
                <c:pt idx="42275">
                  <c:v>0.48929398148175096</c:v>
                </c:pt>
                <c:pt idx="42276">
                  <c:v>0.48930555555125466</c:v>
                </c:pt>
                <c:pt idx="42277">
                  <c:v>0.48931712962803431</c:v>
                </c:pt>
                <c:pt idx="42278">
                  <c:v>0.48932870370481396</c:v>
                </c:pt>
                <c:pt idx="42279">
                  <c:v>0.48934027777431766</c:v>
                </c:pt>
                <c:pt idx="42280">
                  <c:v>0.48935185185109731</c:v>
                </c:pt>
                <c:pt idx="42281">
                  <c:v>0.489363425920601</c:v>
                </c:pt>
                <c:pt idx="42282">
                  <c:v>0.48937499999738066</c:v>
                </c:pt>
                <c:pt idx="42283">
                  <c:v>0.48938657407416031</c:v>
                </c:pt>
                <c:pt idx="42284">
                  <c:v>0.489398148143664</c:v>
                </c:pt>
                <c:pt idx="42285">
                  <c:v>0.48940972222044365</c:v>
                </c:pt>
                <c:pt idx="42286">
                  <c:v>0.48942129629722331</c:v>
                </c:pt>
                <c:pt idx="42287">
                  <c:v>0.489432870366727</c:v>
                </c:pt>
                <c:pt idx="42288">
                  <c:v>0.48944444444350665</c:v>
                </c:pt>
                <c:pt idx="42289">
                  <c:v>0.48945601851301035</c:v>
                </c:pt>
                <c:pt idx="42290">
                  <c:v>0.48946759258979</c:v>
                </c:pt>
                <c:pt idx="42291">
                  <c:v>0.48947916666656965</c:v>
                </c:pt>
                <c:pt idx="42292">
                  <c:v>0.48949074073607335</c:v>
                </c:pt>
                <c:pt idx="42293">
                  <c:v>0.489502314812853</c:v>
                </c:pt>
                <c:pt idx="42294">
                  <c:v>0.48951388888963265</c:v>
                </c:pt>
                <c:pt idx="42295">
                  <c:v>0.48952546295913635</c:v>
                </c:pt>
                <c:pt idx="42296">
                  <c:v>0.489537037035916</c:v>
                </c:pt>
                <c:pt idx="42297">
                  <c:v>0.4895486111054197</c:v>
                </c:pt>
                <c:pt idx="42298">
                  <c:v>0.48956018518219935</c:v>
                </c:pt>
                <c:pt idx="42299">
                  <c:v>0.489571759258979</c:v>
                </c:pt>
                <c:pt idx="42300">
                  <c:v>0.48958333332848269</c:v>
                </c:pt>
                <c:pt idx="42301">
                  <c:v>0.48959490740526235</c:v>
                </c:pt>
                <c:pt idx="42302">
                  <c:v>0.489606481482042</c:v>
                </c:pt>
                <c:pt idx="42303">
                  <c:v>0.48961805555154569</c:v>
                </c:pt>
                <c:pt idx="42304">
                  <c:v>0.48962962962832535</c:v>
                </c:pt>
                <c:pt idx="42305">
                  <c:v>0.48964120369782904</c:v>
                </c:pt>
                <c:pt idx="42306">
                  <c:v>0.48965277777460869</c:v>
                </c:pt>
                <c:pt idx="42307">
                  <c:v>0.48966435185138835</c:v>
                </c:pt>
                <c:pt idx="42308">
                  <c:v>0.48967592592089204</c:v>
                </c:pt>
                <c:pt idx="42309">
                  <c:v>0.48968749999767169</c:v>
                </c:pt>
                <c:pt idx="42310">
                  <c:v>0.48969907407445135</c:v>
                </c:pt>
                <c:pt idx="42311">
                  <c:v>0.48971064814395504</c:v>
                </c:pt>
                <c:pt idx="42312">
                  <c:v>0.48972222222073469</c:v>
                </c:pt>
                <c:pt idx="42313">
                  <c:v>0.48973379629751435</c:v>
                </c:pt>
                <c:pt idx="42314">
                  <c:v>0.48974537036701804</c:v>
                </c:pt>
                <c:pt idx="42315">
                  <c:v>0.48975694444379769</c:v>
                </c:pt>
                <c:pt idx="42316">
                  <c:v>0.48976851851330139</c:v>
                </c:pt>
                <c:pt idx="42317">
                  <c:v>0.48978009259008104</c:v>
                </c:pt>
                <c:pt idx="42318">
                  <c:v>0.48979166666686069</c:v>
                </c:pt>
                <c:pt idx="42319">
                  <c:v>0.48980324073636439</c:v>
                </c:pt>
                <c:pt idx="42320">
                  <c:v>0.48981481481314404</c:v>
                </c:pt>
                <c:pt idx="42321">
                  <c:v>0.48982638888992369</c:v>
                </c:pt>
                <c:pt idx="42322">
                  <c:v>0.48983796295942739</c:v>
                </c:pt>
                <c:pt idx="42323">
                  <c:v>0.48984953703620704</c:v>
                </c:pt>
                <c:pt idx="42324">
                  <c:v>0.48986111110571073</c:v>
                </c:pt>
                <c:pt idx="42325">
                  <c:v>0.48987268518249039</c:v>
                </c:pt>
                <c:pt idx="42326">
                  <c:v>0.48988425925927004</c:v>
                </c:pt>
                <c:pt idx="42327">
                  <c:v>0.48989583332877373</c:v>
                </c:pt>
                <c:pt idx="42328">
                  <c:v>0.48990740740555339</c:v>
                </c:pt>
                <c:pt idx="42329">
                  <c:v>0.48991898148233304</c:v>
                </c:pt>
                <c:pt idx="42330">
                  <c:v>0.48993055555183673</c:v>
                </c:pt>
                <c:pt idx="42331">
                  <c:v>0.48994212962861639</c:v>
                </c:pt>
                <c:pt idx="42332">
                  <c:v>0.48995370369812008</c:v>
                </c:pt>
                <c:pt idx="42333">
                  <c:v>0.48996527777489973</c:v>
                </c:pt>
                <c:pt idx="42334">
                  <c:v>0.48997685185167938</c:v>
                </c:pt>
                <c:pt idx="42335">
                  <c:v>0.48998842592118308</c:v>
                </c:pt>
                <c:pt idx="42336">
                  <c:v>0.48999999999796273</c:v>
                </c:pt>
                <c:pt idx="42337">
                  <c:v>0.49001157407474238</c:v>
                </c:pt>
                <c:pt idx="42338">
                  <c:v>0.49002314814424608</c:v>
                </c:pt>
                <c:pt idx="42339">
                  <c:v>0.49003472222102573</c:v>
                </c:pt>
                <c:pt idx="42340">
                  <c:v>0.49004629629052943</c:v>
                </c:pt>
                <c:pt idx="42341">
                  <c:v>0.49005787036730908</c:v>
                </c:pt>
                <c:pt idx="42342">
                  <c:v>0.49006944444408873</c:v>
                </c:pt>
                <c:pt idx="42343">
                  <c:v>0.49008101851359243</c:v>
                </c:pt>
                <c:pt idx="42344">
                  <c:v>0.49009259259037208</c:v>
                </c:pt>
                <c:pt idx="42345">
                  <c:v>0.49010416666715173</c:v>
                </c:pt>
                <c:pt idx="42346">
                  <c:v>0.49011574073665543</c:v>
                </c:pt>
                <c:pt idx="42347">
                  <c:v>0.49012731481343508</c:v>
                </c:pt>
                <c:pt idx="42348">
                  <c:v>0.49013888889021473</c:v>
                </c:pt>
                <c:pt idx="42349">
                  <c:v>0.49015046295971842</c:v>
                </c:pt>
                <c:pt idx="42350">
                  <c:v>0.49016203703649808</c:v>
                </c:pt>
                <c:pt idx="42351">
                  <c:v>0.49017361110600177</c:v>
                </c:pt>
                <c:pt idx="42352">
                  <c:v>0.49018518518278142</c:v>
                </c:pt>
                <c:pt idx="42353">
                  <c:v>0.49019675925956108</c:v>
                </c:pt>
                <c:pt idx="42354">
                  <c:v>0.49020833332906477</c:v>
                </c:pt>
                <c:pt idx="42355">
                  <c:v>0.49021990740584442</c:v>
                </c:pt>
                <c:pt idx="42356">
                  <c:v>0.49023148148262408</c:v>
                </c:pt>
                <c:pt idx="42357">
                  <c:v>0.49024305555212777</c:v>
                </c:pt>
                <c:pt idx="42358">
                  <c:v>0.49025462962890742</c:v>
                </c:pt>
                <c:pt idx="42359">
                  <c:v>0.49026620369841112</c:v>
                </c:pt>
                <c:pt idx="42360">
                  <c:v>0.49027777777519077</c:v>
                </c:pt>
                <c:pt idx="42361">
                  <c:v>0.49028935185197042</c:v>
                </c:pt>
                <c:pt idx="42362">
                  <c:v>0.49030092592147412</c:v>
                </c:pt>
                <c:pt idx="42363">
                  <c:v>0.49031249999825377</c:v>
                </c:pt>
                <c:pt idx="42364">
                  <c:v>0.49032407407503342</c:v>
                </c:pt>
                <c:pt idx="42365">
                  <c:v>0.49033564814453712</c:v>
                </c:pt>
                <c:pt idx="42366">
                  <c:v>0.49034722222131677</c:v>
                </c:pt>
                <c:pt idx="42367">
                  <c:v>0.49035879629082046</c:v>
                </c:pt>
                <c:pt idx="42368">
                  <c:v>0.49037037036760012</c:v>
                </c:pt>
                <c:pt idx="42369">
                  <c:v>0.49038194444437977</c:v>
                </c:pt>
                <c:pt idx="42370">
                  <c:v>0.49039351851388346</c:v>
                </c:pt>
                <c:pt idx="42371">
                  <c:v>0.49040509259066312</c:v>
                </c:pt>
                <c:pt idx="42372">
                  <c:v>0.49041666666744277</c:v>
                </c:pt>
                <c:pt idx="42373">
                  <c:v>0.49042824073694646</c:v>
                </c:pt>
                <c:pt idx="42374">
                  <c:v>0.49043981481372612</c:v>
                </c:pt>
                <c:pt idx="42375">
                  <c:v>0.49045138888322981</c:v>
                </c:pt>
                <c:pt idx="42376">
                  <c:v>0.49046296296000946</c:v>
                </c:pt>
                <c:pt idx="42377">
                  <c:v>0.49047453703678912</c:v>
                </c:pt>
                <c:pt idx="42378">
                  <c:v>0.49048611110629281</c:v>
                </c:pt>
                <c:pt idx="42379">
                  <c:v>0.49049768518307246</c:v>
                </c:pt>
                <c:pt idx="42380">
                  <c:v>0.49050925925985212</c:v>
                </c:pt>
                <c:pt idx="42381">
                  <c:v>0.49052083332935581</c:v>
                </c:pt>
                <c:pt idx="42382">
                  <c:v>0.49053240740613546</c:v>
                </c:pt>
                <c:pt idx="42383">
                  <c:v>0.49054398147563916</c:v>
                </c:pt>
                <c:pt idx="42384">
                  <c:v>0.49055555555241881</c:v>
                </c:pt>
                <c:pt idx="42385">
                  <c:v>0.49056712962919846</c:v>
                </c:pt>
                <c:pt idx="42386">
                  <c:v>0.49057870369870216</c:v>
                </c:pt>
                <c:pt idx="42387">
                  <c:v>0.49059027777548181</c:v>
                </c:pt>
                <c:pt idx="42388">
                  <c:v>0.49060185185226146</c:v>
                </c:pt>
                <c:pt idx="42389">
                  <c:v>0.49061342592176516</c:v>
                </c:pt>
                <c:pt idx="42390">
                  <c:v>0.49062499999854481</c:v>
                </c:pt>
                <c:pt idx="42391">
                  <c:v>0.49063657407532446</c:v>
                </c:pt>
                <c:pt idx="42392">
                  <c:v>0.49064814814482816</c:v>
                </c:pt>
                <c:pt idx="42393">
                  <c:v>0.49065972222160781</c:v>
                </c:pt>
                <c:pt idx="42394">
                  <c:v>0.4906712962911115</c:v>
                </c:pt>
                <c:pt idx="42395">
                  <c:v>0.49068287036789116</c:v>
                </c:pt>
                <c:pt idx="42396">
                  <c:v>0.49069444444467081</c:v>
                </c:pt>
                <c:pt idx="42397">
                  <c:v>0.4907060185141745</c:v>
                </c:pt>
                <c:pt idx="42398">
                  <c:v>0.49071759259095415</c:v>
                </c:pt>
                <c:pt idx="42399">
                  <c:v>0.49072916666773381</c:v>
                </c:pt>
                <c:pt idx="42400">
                  <c:v>0.4907407407372375</c:v>
                </c:pt>
                <c:pt idx="42401">
                  <c:v>0.49075231481401715</c:v>
                </c:pt>
                <c:pt idx="42402">
                  <c:v>0.49076388888352085</c:v>
                </c:pt>
                <c:pt idx="42403">
                  <c:v>0.4907754629603005</c:v>
                </c:pt>
                <c:pt idx="42404">
                  <c:v>0.49078703703708015</c:v>
                </c:pt>
                <c:pt idx="42405">
                  <c:v>0.49079861110658385</c:v>
                </c:pt>
                <c:pt idx="42406">
                  <c:v>0.4908101851833635</c:v>
                </c:pt>
                <c:pt idx="42407">
                  <c:v>0.49082175926014315</c:v>
                </c:pt>
                <c:pt idx="42408">
                  <c:v>0.49083333332964685</c:v>
                </c:pt>
                <c:pt idx="42409">
                  <c:v>0.4908449074064265</c:v>
                </c:pt>
                <c:pt idx="42410">
                  <c:v>0.4908564814759302</c:v>
                </c:pt>
                <c:pt idx="42411">
                  <c:v>0.49086805555270985</c:v>
                </c:pt>
                <c:pt idx="42412">
                  <c:v>0.4908796296294895</c:v>
                </c:pt>
                <c:pt idx="42413">
                  <c:v>0.49089120369899319</c:v>
                </c:pt>
                <c:pt idx="42414">
                  <c:v>0.49090277777577285</c:v>
                </c:pt>
                <c:pt idx="42415">
                  <c:v>0.4909143518525525</c:v>
                </c:pt>
                <c:pt idx="42416">
                  <c:v>0.49092592592205619</c:v>
                </c:pt>
                <c:pt idx="42417">
                  <c:v>0.49093749999883585</c:v>
                </c:pt>
                <c:pt idx="42418">
                  <c:v>0.49094907406833954</c:v>
                </c:pt>
                <c:pt idx="42419">
                  <c:v>0.49096064814511919</c:v>
                </c:pt>
                <c:pt idx="42420">
                  <c:v>0.49097222222189885</c:v>
                </c:pt>
                <c:pt idx="42421">
                  <c:v>0.49098379629140254</c:v>
                </c:pt>
                <c:pt idx="42422">
                  <c:v>0.49099537036818219</c:v>
                </c:pt>
                <c:pt idx="42423">
                  <c:v>0.49100694444496185</c:v>
                </c:pt>
                <c:pt idx="42424">
                  <c:v>0.49101851851446554</c:v>
                </c:pt>
                <c:pt idx="42425">
                  <c:v>0.49103009259124519</c:v>
                </c:pt>
                <c:pt idx="42426">
                  <c:v>0.49104166666074889</c:v>
                </c:pt>
                <c:pt idx="42427">
                  <c:v>0.49105324073752854</c:v>
                </c:pt>
                <c:pt idx="42428">
                  <c:v>0.49106481481430819</c:v>
                </c:pt>
                <c:pt idx="42429">
                  <c:v>0.49107638888381189</c:v>
                </c:pt>
                <c:pt idx="42430">
                  <c:v>0.49108796296059154</c:v>
                </c:pt>
                <c:pt idx="42431">
                  <c:v>0.49109953703737119</c:v>
                </c:pt>
                <c:pt idx="42432">
                  <c:v>0.49111111110687489</c:v>
                </c:pt>
                <c:pt idx="42433">
                  <c:v>0.49112268518365454</c:v>
                </c:pt>
                <c:pt idx="42434">
                  <c:v>0.49113425926043419</c:v>
                </c:pt>
                <c:pt idx="42435">
                  <c:v>0.49114583332993789</c:v>
                </c:pt>
                <c:pt idx="42436">
                  <c:v>0.49115740740671754</c:v>
                </c:pt>
                <c:pt idx="42437">
                  <c:v>0.49116898147622123</c:v>
                </c:pt>
                <c:pt idx="42438">
                  <c:v>0.49118055555300089</c:v>
                </c:pt>
                <c:pt idx="42439">
                  <c:v>0.49119212962978054</c:v>
                </c:pt>
                <c:pt idx="42440">
                  <c:v>0.49120370369928423</c:v>
                </c:pt>
                <c:pt idx="42441">
                  <c:v>0.49121527777606389</c:v>
                </c:pt>
                <c:pt idx="42442">
                  <c:v>0.49122685185284354</c:v>
                </c:pt>
                <c:pt idx="42443">
                  <c:v>0.49123842592234723</c:v>
                </c:pt>
                <c:pt idx="42444">
                  <c:v>0.49124999999912689</c:v>
                </c:pt>
                <c:pt idx="42445">
                  <c:v>0.49126157406863058</c:v>
                </c:pt>
                <c:pt idx="42446">
                  <c:v>0.49127314814541023</c:v>
                </c:pt>
                <c:pt idx="42447">
                  <c:v>0.49128472222218988</c:v>
                </c:pt>
                <c:pt idx="42448">
                  <c:v>0.49129629629169358</c:v>
                </c:pt>
                <c:pt idx="42449">
                  <c:v>0.49130787036847323</c:v>
                </c:pt>
                <c:pt idx="42450">
                  <c:v>0.49131944444525288</c:v>
                </c:pt>
                <c:pt idx="42451">
                  <c:v>0.49133101851475658</c:v>
                </c:pt>
                <c:pt idx="42452">
                  <c:v>0.49134259259153623</c:v>
                </c:pt>
                <c:pt idx="42453">
                  <c:v>0.49135416666103993</c:v>
                </c:pt>
                <c:pt idx="42454">
                  <c:v>0.49136574073781958</c:v>
                </c:pt>
                <c:pt idx="42455">
                  <c:v>0.49137731481459923</c:v>
                </c:pt>
                <c:pt idx="42456">
                  <c:v>0.49138888888410293</c:v>
                </c:pt>
                <c:pt idx="42457">
                  <c:v>0.49140046296088258</c:v>
                </c:pt>
                <c:pt idx="42458">
                  <c:v>0.49141203703766223</c:v>
                </c:pt>
                <c:pt idx="42459">
                  <c:v>0.49142361110716593</c:v>
                </c:pt>
                <c:pt idx="42460">
                  <c:v>0.49143518518394558</c:v>
                </c:pt>
                <c:pt idx="42461">
                  <c:v>0.49144675925344927</c:v>
                </c:pt>
                <c:pt idx="42462">
                  <c:v>0.49145833333022892</c:v>
                </c:pt>
                <c:pt idx="42463">
                  <c:v>0.49146990740700858</c:v>
                </c:pt>
                <c:pt idx="42464">
                  <c:v>0.49148148147651227</c:v>
                </c:pt>
                <c:pt idx="42465">
                  <c:v>0.49149305555329192</c:v>
                </c:pt>
                <c:pt idx="42466">
                  <c:v>0.49150462963007158</c:v>
                </c:pt>
                <c:pt idx="42467">
                  <c:v>0.49151620369957527</c:v>
                </c:pt>
                <c:pt idx="42468">
                  <c:v>0.49152777777635492</c:v>
                </c:pt>
                <c:pt idx="42469">
                  <c:v>0.49153935185313458</c:v>
                </c:pt>
                <c:pt idx="42470">
                  <c:v>0.49155092592263827</c:v>
                </c:pt>
                <c:pt idx="42471">
                  <c:v>0.49156249999941792</c:v>
                </c:pt>
                <c:pt idx="42472">
                  <c:v>0.49157407406892162</c:v>
                </c:pt>
                <c:pt idx="42473">
                  <c:v>0.49158564814570127</c:v>
                </c:pt>
                <c:pt idx="42474">
                  <c:v>0.49159722222248092</c:v>
                </c:pt>
                <c:pt idx="42475">
                  <c:v>0.49160879629198462</c:v>
                </c:pt>
                <c:pt idx="42476">
                  <c:v>0.49162037036876427</c:v>
                </c:pt>
                <c:pt idx="42477">
                  <c:v>0.49163194444554392</c:v>
                </c:pt>
                <c:pt idx="42478">
                  <c:v>0.49164351851504762</c:v>
                </c:pt>
                <c:pt idx="42479">
                  <c:v>0.49165509259182727</c:v>
                </c:pt>
                <c:pt idx="42480">
                  <c:v>0.49166666666133096</c:v>
                </c:pt>
                <c:pt idx="42481">
                  <c:v>0.49167824073811062</c:v>
                </c:pt>
                <c:pt idx="42482">
                  <c:v>0.49168981481489027</c:v>
                </c:pt>
                <c:pt idx="42483">
                  <c:v>0.49170138888439396</c:v>
                </c:pt>
                <c:pt idx="42484">
                  <c:v>0.49171296296117362</c:v>
                </c:pt>
                <c:pt idx="42485">
                  <c:v>0.49172453703795327</c:v>
                </c:pt>
                <c:pt idx="42486">
                  <c:v>0.49173611110745696</c:v>
                </c:pt>
                <c:pt idx="42487">
                  <c:v>0.49174768518423662</c:v>
                </c:pt>
                <c:pt idx="42488">
                  <c:v>0.49175925925374031</c:v>
                </c:pt>
                <c:pt idx="42489">
                  <c:v>0.49177083333051996</c:v>
                </c:pt>
                <c:pt idx="42490">
                  <c:v>0.49178240740729962</c:v>
                </c:pt>
                <c:pt idx="42491">
                  <c:v>0.49179398147680331</c:v>
                </c:pt>
                <c:pt idx="42492">
                  <c:v>0.49180555555358296</c:v>
                </c:pt>
                <c:pt idx="42493">
                  <c:v>0.49181712963036261</c:v>
                </c:pt>
                <c:pt idx="42494">
                  <c:v>0.49182870369986631</c:v>
                </c:pt>
                <c:pt idx="42495">
                  <c:v>0.49184027777664596</c:v>
                </c:pt>
                <c:pt idx="42496">
                  <c:v>0.49185185184614966</c:v>
                </c:pt>
                <c:pt idx="42497">
                  <c:v>0.49186342592292931</c:v>
                </c:pt>
                <c:pt idx="42498">
                  <c:v>0.49187499999970896</c:v>
                </c:pt>
                <c:pt idx="42499">
                  <c:v>0.49188657406921266</c:v>
                </c:pt>
                <c:pt idx="42500">
                  <c:v>0.49189814814599231</c:v>
                </c:pt>
                <c:pt idx="42501">
                  <c:v>0.49190972222277196</c:v>
                </c:pt>
                <c:pt idx="42502">
                  <c:v>0.49192129629227566</c:v>
                </c:pt>
                <c:pt idx="42503">
                  <c:v>0.49193287036905531</c:v>
                </c:pt>
                <c:pt idx="42504">
                  <c:v>0.491944444438559</c:v>
                </c:pt>
                <c:pt idx="42505">
                  <c:v>0.49195601851533866</c:v>
                </c:pt>
                <c:pt idx="42506">
                  <c:v>0.49196759259211831</c:v>
                </c:pt>
                <c:pt idx="42507">
                  <c:v>0.491979166661622</c:v>
                </c:pt>
                <c:pt idx="42508">
                  <c:v>0.49199074073840166</c:v>
                </c:pt>
                <c:pt idx="42509">
                  <c:v>0.49200231481518131</c:v>
                </c:pt>
                <c:pt idx="42510">
                  <c:v>0.492013888884685</c:v>
                </c:pt>
                <c:pt idx="42511">
                  <c:v>0.49202546296146465</c:v>
                </c:pt>
                <c:pt idx="42512">
                  <c:v>0.49203703703824431</c:v>
                </c:pt>
                <c:pt idx="42513">
                  <c:v>0.492048611107748</c:v>
                </c:pt>
                <c:pt idx="42514">
                  <c:v>0.49206018518452765</c:v>
                </c:pt>
                <c:pt idx="42515">
                  <c:v>0.49207175925403135</c:v>
                </c:pt>
                <c:pt idx="42516">
                  <c:v>0.492083333330811</c:v>
                </c:pt>
                <c:pt idx="42517">
                  <c:v>0.49209490740759065</c:v>
                </c:pt>
                <c:pt idx="42518">
                  <c:v>0.49210648147709435</c:v>
                </c:pt>
                <c:pt idx="42519">
                  <c:v>0.492118055553874</c:v>
                </c:pt>
                <c:pt idx="42520">
                  <c:v>0.49212962963065365</c:v>
                </c:pt>
                <c:pt idx="42521">
                  <c:v>0.49214120370015735</c:v>
                </c:pt>
                <c:pt idx="42522">
                  <c:v>0.492152777776937</c:v>
                </c:pt>
                <c:pt idx="42523">
                  <c:v>0.4921643518464407</c:v>
                </c:pt>
                <c:pt idx="42524">
                  <c:v>0.49217592592322035</c:v>
                </c:pt>
                <c:pt idx="42525">
                  <c:v>0.4921875</c:v>
                </c:pt>
                <c:pt idx="42526">
                  <c:v>0.49219907406950369</c:v>
                </c:pt>
                <c:pt idx="42527">
                  <c:v>0.49221064814628335</c:v>
                </c:pt>
                <c:pt idx="42528">
                  <c:v>0.492222222223063</c:v>
                </c:pt>
                <c:pt idx="42529">
                  <c:v>0.49223379629256669</c:v>
                </c:pt>
                <c:pt idx="42530">
                  <c:v>0.49224537036934635</c:v>
                </c:pt>
                <c:pt idx="42531">
                  <c:v>0.49225694443885004</c:v>
                </c:pt>
                <c:pt idx="42532">
                  <c:v>0.49226851851562969</c:v>
                </c:pt>
                <c:pt idx="42533">
                  <c:v>0.49228009259240935</c:v>
                </c:pt>
                <c:pt idx="42534">
                  <c:v>0.49229166666191304</c:v>
                </c:pt>
                <c:pt idx="42535">
                  <c:v>0.49230324073869269</c:v>
                </c:pt>
                <c:pt idx="42536">
                  <c:v>0.49231481481547235</c:v>
                </c:pt>
                <c:pt idx="42537">
                  <c:v>0.49232638888497604</c:v>
                </c:pt>
                <c:pt idx="42538">
                  <c:v>0.49233796296175569</c:v>
                </c:pt>
                <c:pt idx="42539">
                  <c:v>0.49234953703125939</c:v>
                </c:pt>
                <c:pt idx="42540">
                  <c:v>0.49236111110803904</c:v>
                </c:pt>
                <c:pt idx="42541">
                  <c:v>0.49237268518481869</c:v>
                </c:pt>
                <c:pt idx="42542">
                  <c:v>0.49238425925432239</c:v>
                </c:pt>
                <c:pt idx="42543">
                  <c:v>0.49239583333110204</c:v>
                </c:pt>
                <c:pt idx="42544">
                  <c:v>0.49240740740788169</c:v>
                </c:pt>
                <c:pt idx="42545">
                  <c:v>0.49241898147738539</c:v>
                </c:pt>
                <c:pt idx="42546">
                  <c:v>0.49243055555416504</c:v>
                </c:pt>
                <c:pt idx="42547">
                  <c:v>0.49244212963094469</c:v>
                </c:pt>
                <c:pt idx="42548">
                  <c:v>0.49245370370044839</c:v>
                </c:pt>
                <c:pt idx="42549">
                  <c:v>0.49246527777722804</c:v>
                </c:pt>
                <c:pt idx="42550">
                  <c:v>0.49247685184673173</c:v>
                </c:pt>
                <c:pt idx="42551">
                  <c:v>0.49248842592351139</c:v>
                </c:pt>
                <c:pt idx="42552">
                  <c:v>0.49250000000029104</c:v>
                </c:pt>
                <c:pt idx="42553">
                  <c:v>0.49251157406979473</c:v>
                </c:pt>
                <c:pt idx="42554">
                  <c:v>0.49252314814657439</c:v>
                </c:pt>
                <c:pt idx="42555">
                  <c:v>0.49253472222335404</c:v>
                </c:pt>
                <c:pt idx="42556">
                  <c:v>0.49254629629285773</c:v>
                </c:pt>
                <c:pt idx="42557">
                  <c:v>0.49255787036963739</c:v>
                </c:pt>
                <c:pt idx="42558">
                  <c:v>0.49256944443914108</c:v>
                </c:pt>
                <c:pt idx="42559">
                  <c:v>0.49258101851592073</c:v>
                </c:pt>
                <c:pt idx="42560">
                  <c:v>0.49259259259270038</c:v>
                </c:pt>
                <c:pt idx="42561">
                  <c:v>0.49260416666220408</c:v>
                </c:pt>
                <c:pt idx="42562">
                  <c:v>0.49261574073898373</c:v>
                </c:pt>
                <c:pt idx="42563">
                  <c:v>0.49262731481576338</c:v>
                </c:pt>
                <c:pt idx="42564">
                  <c:v>0.49263888888526708</c:v>
                </c:pt>
                <c:pt idx="42565">
                  <c:v>0.49265046296204673</c:v>
                </c:pt>
                <c:pt idx="42566">
                  <c:v>0.49266203703155043</c:v>
                </c:pt>
                <c:pt idx="42567">
                  <c:v>0.49267361110833008</c:v>
                </c:pt>
                <c:pt idx="42568">
                  <c:v>0.49268518518510973</c:v>
                </c:pt>
                <c:pt idx="42569">
                  <c:v>0.49269675925461343</c:v>
                </c:pt>
                <c:pt idx="42570">
                  <c:v>0.49270833333139308</c:v>
                </c:pt>
                <c:pt idx="42571">
                  <c:v>0.49271990740817273</c:v>
                </c:pt>
                <c:pt idx="42572">
                  <c:v>0.49273148147767643</c:v>
                </c:pt>
                <c:pt idx="42573">
                  <c:v>0.49274305555445608</c:v>
                </c:pt>
                <c:pt idx="42574">
                  <c:v>0.49275462962395977</c:v>
                </c:pt>
                <c:pt idx="42575">
                  <c:v>0.49276620370073942</c:v>
                </c:pt>
                <c:pt idx="42576">
                  <c:v>0.49277777777751908</c:v>
                </c:pt>
                <c:pt idx="42577">
                  <c:v>0.49278935184702277</c:v>
                </c:pt>
                <c:pt idx="42578">
                  <c:v>0.49280092592380242</c:v>
                </c:pt>
                <c:pt idx="42579">
                  <c:v>0.49281250000058208</c:v>
                </c:pt>
                <c:pt idx="42580">
                  <c:v>0.49282407407008577</c:v>
                </c:pt>
                <c:pt idx="42581">
                  <c:v>0.49283564814686542</c:v>
                </c:pt>
                <c:pt idx="42582">
                  <c:v>0.49284722221636912</c:v>
                </c:pt>
                <c:pt idx="42583">
                  <c:v>0.49285879629314877</c:v>
                </c:pt>
                <c:pt idx="42584">
                  <c:v>0.49287037036992842</c:v>
                </c:pt>
                <c:pt idx="42585">
                  <c:v>0.49288194443943212</c:v>
                </c:pt>
                <c:pt idx="42586">
                  <c:v>0.49289351851621177</c:v>
                </c:pt>
                <c:pt idx="42587">
                  <c:v>0.49290509259299142</c:v>
                </c:pt>
                <c:pt idx="42588">
                  <c:v>0.49291666666249512</c:v>
                </c:pt>
                <c:pt idx="42589">
                  <c:v>0.49292824073927477</c:v>
                </c:pt>
                <c:pt idx="42590">
                  <c:v>0.49293981481605442</c:v>
                </c:pt>
                <c:pt idx="42591">
                  <c:v>0.49295138888555812</c:v>
                </c:pt>
                <c:pt idx="42592">
                  <c:v>0.49296296296233777</c:v>
                </c:pt>
                <c:pt idx="42593">
                  <c:v>0.49297453703184146</c:v>
                </c:pt>
                <c:pt idx="42594">
                  <c:v>0.49298611110862112</c:v>
                </c:pt>
                <c:pt idx="42595">
                  <c:v>0.49299768518540077</c:v>
                </c:pt>
                <c:pt idx="42596">
                  <c:v>0.49300925925490446</c:v>
                </c:pt>
                <c:pt idx="42597">
                  <c:v>0.49302083333168412</c:v>
                </c:pt>
                <c:pt idx="42598">
                  <c:v>0.49303240740846377</c:v>
                </c:pt>
                <c:pt idx="42599">
                  <c:v>0.49304398147796746</c:v>
                </c:pt>
                <c:pt idx="42600">
                  <c:v>0.49305555555474712</c:v>
                </c:pt>
                <c:pt idx="42601">
                  <c:v>0.49306712962425081</c:v>
                </c:pt>
                <c:pt idx="42602">
                  <c:v>0.49307870370103046</c:v>
                </c:pt>
                <c:pt idx="42603">
                  <c:v>0.49309027777781012</c:v>
                </c:pt>
                <c:pt idx="42604">
                  <c:v>0.49310185184731381</c:v>
                </c:pt>
                <c:pt idx="42605">
                  <c:v>0.49311342592409346</c:v>
                </c:pt>
                <c:pt idx="42606">
                  <c:v>0.49312500000087311</c:v>
                </c:pt>
                <c:pt idx="42607">
                  <c:v>0.49313657407037681</c:v>
                </c:pt>
                <c:pt idx="42608">
                  <c:v>0.49314814814715646</c:v>
                </c:pt>
                <c:pt idx="42609">
                  <c:v>0.49315972221666016</c:v>
                </c:pt>
                <c:pt idx="42610">
                  <c:v>0.49317129629343981</c:v>
                </c:pt>
                <c:pt idx="42611">
                  <c:v>0.49318287037021946</c:v>
                </c:pt>
                <c:pt idx="42612">
                  <c:v>0.49319444443972316</c:v>
                </c:pt>
                <c:pt idx="42613">
                  <c:v>0.49320601851650281</c:v>
                </c:pt>
                <c:pt idx="42614">
                  <c:v>0.49321759259328246</c:v>
                </c:pt>
                <c:pt idx="42615">
                  <c:v>0.49322916666278616</c:v>
                </c:pt>
                <c:pt idx="42616">
                  <c:v>0.49324074073956581</c:v>
                </c:pt>
                <c:pt idx="42617">
                  <c:v>0.4932523148090695</c:v>
                </c:pt>
                <c:pt idx="42618">
                  <c:v>0.49326388888584916</c:v>
                </c:pt>
                <c:pt idx="42619">
                  <c:v>0.49327546296262881</c:v>
                </c:pt>
                <c:pt idx="42620">
                  <c:v>0.4932870370321325</c:v>
                </c:pt>
                <c:pt idx="42621">
                  <c:v>0.49329861110891216</c:v>
                </c:pt>
                <c:pt idx="42622">
                  <c:v>0.49331018518569181</c:v>
                </c:pt>
                <c:pt idx="42623">
                  <c:v>0.4933217592551955</c:v>
                </c:pt>
                <c:pt idx="42624">
                  <c:v>0.49333333333197515</c:v>
                </c:pt>
                <c:pt idx="42625">
                  <c:v>0.49334490740147885</c:v>
                </c:pt>
                <c:pt idx="42626">
                  <c:v>0.4933564814782585</c:v>
                </c:pt>
                <c:pt idx="42627">
                  <c:v>0.49336805555503815</c:v>
                </c:pt>
                <c:pt idx="42628">
                  <c:v>0.49337962962454185</c:v>
                </c:pt>
                <c:pt idx="42629">
                  <c:v>0.4933912037013215</c:v>
                </c:pt>
                <c:pt idx="42630">
                  <c:v>0.49340277777810115</c:v>
                </c:pt>
                <c:pt idx="42631">
                  <c:v>0.49341435184760485</c:v>
                </c:pt>
                <c:pt idx="42632">
                  <c:v>0.4934259259243845</c:v>
                </c:pt>
                <c:pt idx="42633">
                  <c:v>0.49343750000116415</c:v>
                </c:pt>
                <c:pt idx="42634">
                  <c:v>0.49344907407066785</c:v>
                </c:pt>
                <c:pt idx="42635">
                  <c:v>0.4934606481474475</c:v>
                </c:pt>
                <c:pt idx="42636">
                  <c:v>0.4934722222169512</c:v>
                </c:pt>
                <c:pt idx="42637">
                  <c:v>0.49348379629373085</c:v>
                </c:pt>
                <c:pt idx="42638">
                  <c:v>0.4934953703705105</c:v>
                </c:pt>
                <c:pt idx="42639">
                  <c:v>0.49350694444001419</c:v>
                </c:pt>
                <c:pt idx="42640">
                  <c:v>0.49351851851679385</c:v>
                </c:pt>
                <c:pt idx="42641">
                  <c:v>0.4935300925935735</c:v>
                </c:pt>
                <c:pt idx="42642">
                  <c:v>0.49354166666307719</c:v>
                </c:pt>
                <c:pt idx="42643">
                  <c:v>0.49355324073985685</c:v>
                </c:pt>
                <c:pt idx="42644">
                  <c:v>0.49356481480936054</c:v>
                </c:pt>
                <c:pt idx="42645">
                  <c:v>0.49357638888614019</c:v>
                </c:pt>
                <c:pt idx="42646">
                  <c:v>0.49358796296291985</c:v>
                </c:pt>
                <c:pt idx="42647">
                  <c:v>0.49359953703242354</c:v>
                </c:pt>
                <c:pt idx="42648">
                  <c:v>0.49361111110920319</c:v>
                </c:pt>
                <c:pt idx="42649">
                  <c:v>0.49362268518598285</c:v>
                </c:pt>
                <c:pt idx="42650">
                  <c:v>0.49363425925548654</c:v>
                </c:pt>
                <c:pt idx="42651">
                  <c:v>0.49364583333226619</c:v>
                </c:pt>
                <c:pt idx="42652">
                  <c:v>0.49365740740176989</c:v>
                </c:pt>
                <c:pt idx="42653">
                  <c:v>0.49366898147854954</c:v>
                </c:pt>
                <c:pt idx="42654">
                  <c:v>0.49368055555532919</c:v>
                </c:pt>
                <c:pt idx="42655">
                  <c:v>0.49369212962483289</c:v>
                </c:pt>
                <c:pt idx="42656">
                  <c:v>0.49370370370161254</c:v>
                </c:pt>
                <c:pt idx="42657">
                  <c:v>0.49371527777839219</c:v>
                </c:pt>
                <c:pt idx="42658">
                  <c:v>0.49372685184789589</c:v>
                </c:pt>
                <c:pt idx="42659">
                  <c:v>0.49373842592467554</c:v>
                </c:pt>
                <c:pt idx="42660">
                  <c:v>0.49374999999417923</c:v>
                </c:pt>
                <c:pt idx="42661">
                  <c:v>0.49376157407095889</c:v>
                </c:pt>
                <c:pt idx="42662">
                  <c:v>0.49377314814773854</c:v>
                </c:pt>
                <c:pt idx="42663">
                  <c:v>0.49378472221724223</c:v>
                </c:pt>
                <c:pt idx="42664">
                  <c:v>0.49379629629402189</c:v>
                </c:pt>
                <c:pt idx="42665">
                  <c:v>0.49380787037080154</c:v>
                </c:pt>
                <c:pt idx="42666">
                  <c:v>0.49381944444030523</c:v>
                </c:pt>
                <c:pt idx="42667">
                  <c:v>0.49383101851708489</c:v>
                </c:pt>
                <c:pt idx="42668">
                  <c:v>0.49384259259386454</c:v>
                </c:pt>
                <c:pt idx="42669">
                  <c:v>0.49385416666336823</c:v>
                </c:pt>
                <c:pt idx="42670">
                  <c:v>0.49386574074014788</c:v>
                </c:pt>
                <c:pt idx="42671">
                  <c:v>0.49387731480965158</c:v>
                </c:pt>
                <c:pt idx="42672">
                  <c:v>0.49388888888643123</c:v>
                </c:pt>
                <c:pt idx="42673">
                  <c:v>0.49390046296321088</c:v>
                </c:pt>
                <c:pt idx="42674">
                  <c:v>0.49391203703271458</c:v>
                </c:pt>
                <c:pt idx="42675">
                  <c:v>0.49392361110949423</c:v>
                </c:pt>
                <c:pt idx="42676">
                  <c:v>0.49393518518627388</c:v>
                </c:pt>
                <c:pt idx="42677">
                  <c:v>0.49394675925577758</c:v>
                </c:pt>
                <c:pt idx="42678">
                  <c:v>0.49395833333255723</c:v>
                </c:pt>
                <c:pt idx="42679">
                  <c:v>0.49396990740206093</c:v>
                </c:pt>
                <c:pt idx="42680">
                  <c:v>0.49398148147884058</c:v>
                </c:pt>
                <c:pt idx="42681">
                  <c:v>0.49399305555562023</c:v>
                </c:pt>
                <c:pt idx="42682">
                  <c:v>0.49400462962512393</c:v>
                </c:pt>
                <c:pt idx="42683">
                  <c:v>0.49401620370190358</c:v>
                </c:pt>
                <c:pt idx="42684">
                  <c:v>0.49402777777868323</c:v>
                </c:pt>
                <c:pt idx="42685">
                  <c:v>0.49403935184818693</c:v>
                </c:pt>
                <c:pt idx="42686">
                  <c:v>0.49405092592496658</c:v>
                </c:pt>
                <c:pt idx="42687">
                  <c:v>0.49406249999447027</c:v>
                </c:pt>
                <c:pt idx="42688">
                  <c:v>0.49407407407124992</c:v>
                </c:pt>
                <c:pt idx="42689">
                  <c:v>0.49408564814802958</c:v>
                </c:pt>
                <c:pt idx="42690">
                  <c:v>0.49409722221753327</c:v>
                </c:pt>
                <c:pt idx="42691">
                  <c:v>0.49410879629431292</c:v>
                </c:pt>
                <c:pt idx="42692">
                  <c:v>0.49412037037109258</c:v>
                </c:pt>
                <c:pt idx="42693">
                  <c:v>0.49413194444059627</c:v>
                </c:pt>
                <c:pt idx="42694">
                  <c:v>0.49414351851737592</c:v>
                </c:pt>
                <c:pt idx="42695">
                  <c:v>0.49415509258687962</c:v>
                </c:pt>
                <c:pt idx="42696">
                  <c:v>0.49416666666365927</c:v>
                </c:pt>
                <c:pt idx="42697">
                  <c:v>0.49417824074043892</c:v>
                </c:pt>
                <c:pt idx="42698">
                  <c:v>0.49418981480994262</c:v>
                </c:pt>
                <c:pt idx="42699">
                  <c:v>0.49420138888672227</c:v>
                </c:pt>
                <c:pt idx="42700">
                  <c:v>0.49421296296350192</c:v>
                </c:pt>
                <c:pt idx="42701">
                  <c:v>0.49422453703300562</c:v>
                </c:pt>
                <c:pt idx="42702">
                  <c:v>0.49423611110978527</c:v>
                </c:pt>
                <c:pt idx="42703">
                  <c:v>0.49424768517928896</c:v>
                </c:pt>
                <c:pt idx="42704">
                  <c:v>0.49425925925606862</c:v>
                </c:pt>
                <c:pt idx="42705">
                  <c:v>0.49427083333284827</c:v>
                </c:pt>
                <c:pt idx="42706">
                  <c:v>0.49428240740235196</c:v>
                </c:pt>
                <c:pt idx="42707">
                  <c:v>0.49429398147913162</c:v>
                </c:pt>
                <c:pt idx="42708">
                  <c:v>0.49430555555591127</c:v>
                </c:pt>
                <c:pt idx="42709">
                  <c:v>0.49431712962541496</c:v>
                </c:pt>
                <c:pt idx="42710">
                  <c:v>0.49432870370219462</c:v>
                </c:pt>
                <c:pt idx="42711">
                  <c:v>0.49434027777897427</c:v>
                </c:pt>
                <c:pt idx="42712">
                  <c:v>0.49435185184847796</c:v>
                </c:pt>
                <c:pt idx="42713">
                  <c:v>0.49436342592525762</c:v>
                </c:pt>
                <c:pt idx="42714">
                  <c:v>0.49437499999476131</c:v>
                </c:pt>
                <c:pt idx="42715">
                  <c:v>0.49438657407154096</c:v>
                </c:pt>
                <c:pt idx="42716">
                  <c:v>0.49439814814832062</c:v>
                </c:pt>
                <c:pt idx="42717">
                  <c:v>0.49440972221782431</c:v>
                </c:pt>
                <c:pt idx="42718">
                  <c:v>0.49442129629460396</c:v>
                </c:pt>
                <c:pt idx="42719">
                  <c:v>0.49443287037138361</c:v>
                </c:pt>
                <c:pt idx="42720">
                  <c:v>0.49444444444088731</c:v>
                </c:pt>
                <c:pt idx="42721">
                  <c:v>0.49445601851766696</c:v>
                </c:pt>
                <c:pt idx="42722">
                  <c:v>0.49446759258717066</c:v>
                </c:pt>
                <c:pt idx="42723">
                  <c:v>0.49447916666395031</c:v>
                </c:pt>
                <c:pt idx="42724">
                  <c:v>0.49449074074072996</c:v>
                </c:pt>
                <c:pt idx="42725">
                  <c:v>0.49450231481023366</c:v>
                </c:pt>
                <c:pt idx="42726">
                  <c:v>0.49451388888701331</c:v>
                </c:pt>
                <c:pt idx="42727">
                  <c:v>0.49452546296379296</c:v>
                </c:pt>
                <c:pt idx="42728">
                  <c:v>0.49453703703329666</c:v>
                </c:pt>
                <c:pt idx="42729">
                  <c:v>0.49454861111007631</c:v>
                </c:pt>
                <c:pt idx="42730">
                  <c:v>0.49456018517958</c:v>
                </c:pt>
                <c:pt idx="42731">
                  <c:v>0.49457175925635966</c:v>
                </c:pt>
                <c:pt idx="42732">
                  <c:v>0.49458333333313931</c:v>
                </c:pt>
                <c:pt idx="42733">
                  <c:v>0.494594907402643</c:v>
                </c:pt>
                <c:pt idx="42734">
                  <c:v>0.49460648147942265</c:v>
                </c:pt>
                <c:pt idx="42735">
                  <c:v>0.49461805555620231</c:v>
                </c:pt>
                <c:pt idx="42736">
                  <c:v>0.494629629625706</c:v>
                </c:pt>
                <c:pt idx="42737">
                  <c:v>0.49464120370248565</c:v>
                </c:pt>
                <c:pt idx="42738">
                  <c:v>0.49465277777198935</c:v>
                </c:pt>
                <c:pt idx="42739">
                  <c:v>0.494664351848769</c:v>
                </c:pt>
                <c:pt idx="42740">
                  <c:v>0.49467592592554865</c:v>
                </c:pt>
                <c:pt idx="42741">
                  <c:v>0.49468749999505235</c:v>
                </c:pt>
                <c:pt idx="42742">
                  <c:v>0.494699074071832</c:v>
                </c:pt>
                <c:pt idx="42743">
                  <c:v>0.49471064814861165</c:v>
                </c:pt>
                <c:pt idx="42744">
                  <c:v>0.49472222221811535</c:v>
                </c:pt>
                <c:pt idx="42745">
                  <c:v>0.494733796294895</c:v>
                </c:pt>
                <c:pt idx="42746">
                  <c:v>0.49474537037167465</c:v>
                </c:pt>
                <c:pt idx="42747">
                  <c:v>0.49475694444117835</c:v>
                </c:pt>
                <c:pt idx="42748">
                  <c:v>0.494768518517958</c:v>
                </c:pt>
                <c:pt idx="42749">
                  <c:v>0.4947800925874617</c:v>
                </c:pt>
                <c:pt idx="42750">
                  <c:v>0.49479166666424135</c:v>
                </c:pt>
                <c:pt idx="42751">
                  <c:v>0.494803240741021</c:v>
                </c:pt>
                <c:pt idx="42752">
                  <c:v>0.49481481481052469</c:v>
                </c:pt>
                <c:pt idx="42753">
                  <c:v>0.49482638888730435</c:v>
                </c:pt>
                <c:pt idx="42754">
                  <c:v>0.494837962964084</c:v>
                </c:pt>
                <c:pt idx="42755">
                  <c:v>0.49484953703358769</c:v>
                </c:pt>
                <c:pt idx="42756">
                  <c:v>0.49486111111036735</c:v>
                </c:pt>
                <c:pt idx="42757">
                  <c:v>0.49487268517987104</c:v>
                </c:pt>
                <c:pt idx="42758">
                  <c:v>0.49488425925665069</c:v>
                </c:pt>
                <c:pt idx="42759">
                  <c:v>0.49489583333343035</c:v>
                </c:pt>
                <c:pt idx="42760">
                  <c:v>0.49490740740293404</c:v>
                </c:pt>
                <c:pt idx="42761">
                  <c:v>0.49491898147971369</c:v>
                </c:pt>
                <c:pt idx="42762">
                  <c:v>0.49493055555649335</c:v>
                </c:pt>
                <c:pt idx="42763">
                  <c:v>0.49494212962599704</c:v>
                </c:pt>
                <c:pt idx="42764">
                  <c:v>0.49495370370277669</c:v>
                </c:pt>
                <c:pt idx="42765">
                  <c:v>0.49496527777228039</c:v>
                </c:pt>
                <c:pt idx="42766">
                  <c:v>0.49497685184906004</c:v>
                </c:pt>
                <c:pt idx="42767">
                  <c:v>0.49498842592583969</c:v>
                </c:pt>
                <c:pt idx="42768">
                  <c:v>0.49499999999534339</c:v>
                </c:pt>
                <c:pt idx="42769">
                  <c:v>0.49501157407212304</c:v>
                </c:pt>
                <c:pt idx="42770">
                  <c:v>0.49502314814890269</c:v>
                </c:pt>
                <c:pt idx="42771">
                  <c:v>0.49503472221840639</c:v>
                </c:pt>
                <c:pt idx="42772">
                  <c:v>0.49504629629518604</c:v>
                </c:pt>
                <c:pt idx="42773">
                  <c:v>0.49505787036468973</c:v>
                </c:pt>
                <c:pt idx="42774">
                  <c:v>0.49506944444146939</c:v>
                </c:pt>
                <c:pt idx="42775">
                  <c:v>0.49508101851824904</c:v>
                </c:pt>
                <c:pt idx="42776">
                  <c:v>0.49509259258775273</c:v>
                </c:pt>
                <c:pt idx="42777">
                  <c:v>0.49510416666453239</c:v>
                </c:pt>
                <c:pt idx="42778">
                  <c:v>0.49511574074131204</c:v>
                </c:pt>
                <c:pt idx="42779">
                  <c:v>0.49512731481081573</c:v>
                </c:pt>
                <c:pt idx="42780">
                  <c:v>0.49513888888759539</c:v>
                </c:pt>
                <c:pt idx="42781">
                  <c:v>0.49515046295709908</c:v>
                </c:pt>
                <c:pt idx="42782">
                  <c:v>0.49516203703387873</c:v>
                </c:pt>
                <c:pt idx="42783">
                  <c:v>0.49517361111065838</c:v>
                </c:pt>
                <c:pt idx="42784">
                  <c:v>0.49518518518016208</c:v>
                </c:pt>
                <c:pt idx="42785">
                  <c:v>0.49519675925694173</c:v>
                </c:pt>
                <c:pt idx="42786">
                  <c:v>0.49520833333372138</c:v>
                </c:pt>
                <c:pt idx="42787">
                  <c:v>0.49521990740322508</c:v>
                </c:pt>
                <c:pt idx="42788">
                  <c:v>0.49523148148000473</c:v>
                </c:pt>
                <c:pt idx="42789">
                  <c:v>0.49524305555678438</c:v>
                </c:pt>
                <c:pt idx="42790">
                  <c:v>0.49525462962628808</c:v>
                </c:pt>
                <c:pt idx="42791">
                  <c:v>0.49526620370306773</c:v>
                </c:pt>
                <c:pt idx="42792">
                  <c:v>0.49527777777257143</c:v>
                </c:pt>
                <c:pt idx="42793">
                  <c:v>0.49528935184935108</c:v>
                </c:pt>
                <c:pt idx="42794">
                  <c:v>0.49530092592613073</c:v>
                </c:pt>
                <c:pt idx="42795">
                  <c:v>0.49531249999563443</c:v>
                </c:pt>
                <c:pt idx="42796">
                  <c:v>0.49532407407241408</c:v>
                </c:pt>
                <c:pt idx="42797">
                  <c:v>0.49533564814919373</c:v>
                </c:pt>
                <c:pt idx="42798">
                  <c:v>0.49534722221869742</c:v>
                </c:pt>
                <c:pt idx="42799">
                  <c:v>0.49535879629547708</c:v>
                </c:pt>
                <c:pt idx="42800">
                  <c:v>0.49537037036498077</c:v>
                </c:pt>
                <c:pt idx="42801">
                  <c:v>0.49538194444176042</c:v>
                </c:pt>
                <c:pt idx="42802">
                  <c:v>0.49539351851854008</c:v>
                </c:pt>
                <c:pt idx="42803">
                  <c:v>0.49540509258804377</c:v>
                </c:pt>
                <c:pt idx="42804">
                  <c:v>0.49541666666482342</c:v>
                </c:pt>
                <c:pt idx="42805">
                  <c:v>0.49542824074160308</c:v>
                </c:pt>
                <c:pt idx="42806">
                  <c:v>0.49543981481110677</c:v>
                </c:pt>
                <c:pt idx="42807">
                  <c:v>0.49545138888788642</c:v>
                </c:pt>
                <c:pt idx="42808">
                  <c:v>0.49546296295739012</c:v>
                </c:pt>
                <c:pt idx="42809">
                  <c:v>0.49547453703416977</c:v>
                </c:pt>
                <c:pt idx="42810">
                  <c:v>0.49548611111094942</c:v>
                </c:pt>
                <c:pt idx="42811">
                  <c:v>0.49549768518045312</c:v>
                </c:pt>
                <c:pt idx="42812">
                  <c:v>0.49550925925723277</c:v>
                </c:pt>
                <c:pt idx="42813">
                  <c:v>0.49552083333401242</c:v>
                </c:pt>
                <c:pt idx="42814">
                  <c:v>0.49553240740351612</c:v>
                </c:pt>
                <c:pt idx="42815">
                  <c:v>0.49554398148029577</c:v>
                </c:pt>
                <c:pt idx="42816">
                  <c:v>0.49555555554979946</c:v>
                </c:pt>
                <c:pt idx="42817">
                  <c:v>0.49556712962657912</c:v>
                </c:pt>
                <c:pt idx="42818">
                  <c:v>0.49557870370335877</c:v>
                </c:pt>
                <c:pt idx="42819">
                  <c:v>0.49559027777286246</c:v>
                </c:pt>
                <c:pt idx="42820">
                  <c:v>0.49560185184964212</c:v>
                </c:pt>
                <c:pt idx="42821">
                  <c:v>0.49561342592642177</c:v>
                </c:pt>
                <c:pt idx="42822">
                  <c:v>0.49562499999592546</c:v>
                </c:pt>
                <c:pt idx="42823">
                  <c:v>0.49563657407270512</c:v>
                </c:pt>
                <c:pt idx="42824">
                  <c:v>0.49564814814948477</c:v>
                </c:pt>
                <c:pt idx="42825">
                  <c:v>0.49565972221898846</c:v>
                </c:pt>
                <c:pt idx="42826">
                  <c:v>0.49567129629576812</c:v>
                </c:pt>
                <c:pt idx="42827">
                  <c:v>0.49568287036527181</c:v>
                </c:pt>
                <c:pt idx="42828">
                  <c:v>0.49569444444205146</c:v>
                </c:pt>
                <c:pt idx="42829">
                  <c:v>0.49570601851883112</c:v>
                </c:pt>
                <c:pt idx="42830">
                  <c:v>0.49571759258833481</c:v>
                </c:pt>
                <c:pt idx="42831">
                  <c:v>0.49572916666511446</c:v>
                </c:pt>
                <c:pt idx="42832">
                  <c:v>0.49574074074189411</c:v>
                </c:pt>
                <c:pt idx="42833">
                  <c:v>0.49575231481139781</c:v>
                </c:pt>
                <c:pt idx="42834">
                  <c:v>0.49576388888817746</c:v>
                </c:pt>
                <c:pt idx="42835">
                  <c:v>0.49577546295768116</c:v>
                </c:pt>
                <c:pt idx="42836">
                  <c:v>0.49578703703446081</c:v>
                </c:pt>
                <c:pt idx="42837">
                  <c:v>0.49579861111124046</c:v>
                </c:pt>
                <c:pt idx="42838">
                  <c:v>0.49581018518074416</c:v>
                </c:pt>
                <c:pt idx="42839">
                  <c:v>0.49582175925752381</c:v>
                </c:pt>
                <c:pt idx="42840">
                  <c:v>0.49583333333430346</c:v>
                </c:pt>
                <c:pt idx="42841">
                  <c:v>0.49584490740380716</c:v>
                </c:pt>
                <c:pt idx="42842">
                  <c:v>0.49585648148058681</c:v>
                </c:pt>
                <c:pt idx="42843">
                  <c:v>0.4958680555500905</c:v>
                </c:pt>
                <c:pt idx="42844">
                  <c:v>0.49587962962687016</c:v>
                </c:pt>
                <c:pt idx="42845">
                  <c:v>0.49589120370364981</c:v>
                </c:pt>
                <c:pt idx="42846">
                  <c:v>0.4959027777731535</c:v>
                </c:pt>
                <c:pt idx="42847">
                  <c:v>0.49591435184993315</c:v>
                </c:pt>
                <c:pt idx="42848">
                  <c:v>0.49592592592671281</c:v>
                </c:pt>
                <c:pt idx="42849">
                  <c:v>0.4959374999962165</c:v>
                </c:pt>
                <c:pt idx="42850">
                  <c:v>0.49594907407299615</c:v>
                </c:pt>
                <c:pt idx="42851">
                  <c:v>0.49596064814249985</c:v>
                </c:pt>
                <c:pt idx="42852">
                  <c:v>0.4959722222192795</c:v>
                </c:pt>
                <c:pt idx="42853">
                  <c:v>0.49598379629605915</c:v>
                </c:pt>
                <c:pt idx="42854">
                  <c:v>0.49599537036556285</c:v>
                </c:pt>
                <c:pt idx="42855">
                  <c:v>0.4960069444423425</c:v>
                </c:pt>
                <c:pt idx="42856">
                  <c:v>0.49601851851912215</c:v>
                </c:pt>
                <c:pt idx="42857">
                  <c:v>0.49603009258862585</c:v>
                </c:pt>
                <c:pt idx="42858">
                  <c:v>0.4960416666654055</c:v>
                </c:pt>
                <c:pt idx="42859">
                  <c:v>0.4960532407349092</c:v>
                </c:pt>
                <c:pt idx="42860">
                  <c:v>0.49606481481168885</c:v>
                </c:pt>
                <c:pt idx="42861">
                  <c:v>0.4960763888884685</c:v>
                </c:pt>
                <c:pt idx="42862">
                  <c:v>0.49608796295797219</c:v>
                </c:pt>
                <c:pt idx="42863">
                  <c:v>0.49609953703475185</c:v>
                </c:pt>
                <c:pt idx="42864">
                  <c:v>0.4961111111115315</c:v>
                </c:pt>
                <c:pt idx="42865">
                  <c:v>0.49612268518103519</c:v>
                </c:pt>
                <c:pt idx="42866">
                  <c:v>0.49613425925781485</c:v>
                </c:pt>
                <c:pt idx="42867">
                  <c:v>0.4961458333345945</c:v>
                </c:pt>
                <c:pt idx="42868">
                  <c:v>0.49615740740409819</c:v>
                </c:pt>
                <c:pt idx="42869">
                  <c:v>0.49616898148087785</c:v>
                </c:pt>
                <c:pt idx="42870">
                  <c:v>0.49618055555038154</c:v>
                </c:pt>
                <c:pt idx="42871">
                  <c:v>0.49619212962716119</c:v>
                </c:pt>
                <c:pt idx="42872">
                  <c:v>0.49620370370394085</c:v>
                </c:pt>
                <c:pt idx="42873">
                  <c:v>0.49621527777344454</c:v>
                </c:pt>
                <c:pt idx="42874">
                  <c:v>0.49622685185022419</c:v>
                </c:pt>
                <c:pt idx="42875">
                  <c:v>0.49623842592700385</c:v>
                </c:pt>
                <c:pt idx="42876">
                  <c:v>0.49624999999650754</c:v>
                </c:pt>
                <c:pt idx="42877">
                  <c:v>0.49626157407328719</c:v>
                </c:pt>
                <c:pt idx="42878">
                  <c:v>0.49627314814279089</c:v>
                </c:pt>
                <c:pt idx="42879">
                  <c:v>0.49628472221957054</c:v>
                </c:pt>
                <c:pt idx="42880">
                  <c:v>0.49629629629635019</c:v>
                </c:pt>
                <c:pt idx="42881">
                  <c:v>0.49630787036585389</c:v>
                </c:pt>
                <c:pt idx="42882">
                  <c:v>0.49631944444263354</c:v>
                </c:pt>
                <c:pt idx="42883">
                  <c:v>0.49633101851941319</c:v>
                </c:pt>
                <c:pt idx="42884">
                  <c:v>0.49634259258891689</c:v>
                </c:pt>
                <c:pt idx="42885">
                  <c:v>0.49635416666569654</c:v>
                </c:pt>
                <c:pt idx="42886">
                  <c:v>0.49636574073520023</c:v>
                </c:pt>
                <c:pt idx="42887">
                  <c:v>0.49637731481197989</c:v>
                </c:pt>
                <c:pt idx="42888">
                  <c:v>0.49638888888875954</c:v>
                </c:pt>
                <c:pt idx="42889">
                  <c:v>0.49640046295826323</c:v>
                </c:pt>
                <c:pt idx="42890">
                  <c:v>0.49641203703504289</c:v>
                </c:pt>
                <c:pt idx="42891">
                  <c:v>0.49642361111182254</c:v>
                </c:pt>
                <c:pt idx="42892">
                  <c:v>0.49643518518132623</c:v>
                </c:pt>
                <c:pt idx="42893">
                  <c:v>0.49644675925810589</c:v>
                </c:pt>
                <c:pt idx="42894">
                  <c:v>0.49645833332760958</c:v>
                </c:pt>
                <c:pt idx="42895">
                  <c:v>0.49646990740438923</c:v>
                </c:pt>
                <c:pt idx="42896">
                  <c:v>0.49648148148116888</c:v>
                </c:pt>
                <c:pt idx="42897">
                  <c:v>0.49649305555067258</c:v>
                </c:pt>
                <c:pt idx="42898">
                  <c:v>0.49650462962745223</c:v>
                </c:pt>
                <c:pt idx="42899">
                  <c:v>0.49651620370423188</c:v>
                </c:pt>
                <c:pt idx="42900">
                  <c:v>0.49652777777373558</c:v>
                </c:pt>
                <c:pt idx="42901">
                  <c:v>0.49653935185051523</c:v>
                </c:pt>
                <c:pt idx="42902">
                  <c:v>0.49655092592001893</c:v>
                </c:pt>
                <c:pt idx="42903">
                  <c:v>0.49656249999679858</c:v>
                </c:pt>
                <c:pt idx="42904">
                  <c:v>0.49657407407357823</c:v>
                </c:pt>
                <c:pt idx="42905">
                  <c:v>0.49658564814308193</c:v>
                </c:pt>
                <c:pt idx="42906">
                  <c:v>0.49659722221986158</c:v>
                </c:pt>
                <c:pt idx="42907">
                  <c:v>0.49660879629664123</c:v>
                </c:pt>
                <c:pt idx="42908">
                  <c:v>0.49662037036614493</c:v>
                </c:pt>
                <c:pt idx="42909">
                  <c:v>0.49663194444292458</c:v>
                </c:pt>
                <c:pt idx="42910">
                  <c:v>0.49664351851970423</c:v>
                </c:pt>
                <c:pt idx="42911">
                  <c:v>0.49665509258920792</c:v>
                </c:pt>
                <c:pt idx="42912">
                  <c:v>0.49666666666598758</c:v>
                </c:pt>
                <c:pt idx="42913">
                  <c:v>0.49667824073549127</c:v>
                </c:pt>
                <c:pt idx="42914">
                  <c:v>0.49668981481227092</c:v>
                </c:pt>
                <c:pt idx="42915">
                  <c:v>0.49670138888905058</c:v>
                </c:pt>
                <c:pt idx="42916">
                  <c:v>0.49671296295855427</c:v>
                </c:pt>
                <c:pt idx="42917">
                  <c:v>0.49672453703533392</c:v>
                </c:pt>
                <c:pt idx="42918">
                  <c:v>0.49673611111211358</c:v>
                </c:pt>
                <c:pt idx="42919">
                  <c:v>0.49674768518161727</c:v>
                </c:pt>
                <c:pt idx="42920">
                  <c:v>0.49675925925839692</c:v>
                </c:pt>
                <c:pt idx="42921">
                  <c:v>0.49677083332790062</c:v>
                </c:pt>
                <c:pt idx="42922">
                  <c:v>0.49678240740468027</c:v>
                </c:pt>
                <c:pt idx="42923">
                  <c:v>0.49679398148145992</c:v>
                </c:pt>
                <c:pt idx="42924">
                  <c:v>0.49680555555096362</c:v>
                </c:pt>
                <c:pt idx="42925">
                  <c:v>0.49681712962774327</c:v>
                </c:pt>
                <c:pt idx="42926">
                  <c:v>0.49682870370452292</c:v>
                </c:pt>
                <c:pt idx="42927">
                  <c:v>0.49684027777402662</c:v>
                </c:pt>
                <c:pt idx="42928">
                  <c:v>0.49685185185080627</c:v>
                </c:pt>
                <c:pt idx="42929">
                  <c:v>0.49686342592030996</c:v>
                </c:pt>
                <c:pt idx="42930">
                  <c:v>0.49687499999708962</c:v>
                </c:pt>
                <c:pt idx="42931">
                  <c:v>0.49688657407386927</c:v>
                </c:pt>
                <c:pt idx="42932">
                  <c:v>0.49689814814337296</c:v>
                </c:pt>
                <c:pt idx="42933">
                  <c:v>0.49690972222015262</c:v>
                </c:pt>
                <c:pt idx="42934">
                  <c:v>0.49692129629693227</c:v>
                </c:pt>
                <c:pt idx="42935">
                  <c:v>0.49693287036643596</c:v>
                </c:pt>
                <c:pt idx="42936">
                  <c:v>0.49694444444321562</c:v>
                </c:pt>
                <c:pt idx="42937">
                  <c:v>0.49695601851271931</c:v>
                </c:pt>
                <c:pt idx="42938">
                  <c:v>0.49696759258949896</c:v>
                </c:pt>
                <c:pt idx="42939">
                  <c:v>0.49697916666627862</c:v>
                </c:pt>
                <c:pt idx="42940">
                  <c:v>0.49699074073578231</c:v>
                </c:pt>
                <c:pt idx="42941">
                  <c:v>0.49700231481256196</c:v>
                </c:pt>
                <c:pt idx="42942">
                  <c:v>0.49701388888934162</c:v>
                </c:pt>
                <c:pt idx="42943">
                  <c:v>0.49702546295884531</c:v>
                </c:pt>
                <c:pt idx="42944">
                  <c:v>0.49703703703562496</c:v>
                </c:pt>
                <c:pt idx="42945">
                  <c:v>0.49704861111240461</c:v>
                </c:pt>
                <c:pt idx="42946">
                  <c:v>0.49706018518190831</c:v>
                </c:pt>
                <c:pt idx="42947">
                  <c:v>0.49707175925868796</c:v>
                </c:pt>
                <c:pt idx="42948">
                  <c:v>0.49708333332819166</c:v>
                </c:pt>
                <c:pt idx="42949">
                  <c:v>0.49709490740497131</c:v>
                </c:pt>
                <c:pt idx="42950">
                  <c:v>0.49710648148175096</c:v>
                </c:pt>
                <c:pt idx="42951">
                  <c:v>0.49711805555125466</c:v>
                </c:pt>
                <c:pt idx="42952">
                  <c:v>0.49712962962803431</c:v>
                </c:pt>
                <c:pt idx="42953">
                  <c:v>0.49714120370481396</c:v>
                </c:pt>
                <c:pt idx="42954">
                  <c:v>0.49715277777431766</c:v>
                </c:pt>
                <c:pt idx="42955">
                  <c:v>0.49716435185109731</c:v>
                </c:pt>
                <c:pt idx="42956">
                  <c:v>0.497175925920601</c:v>
                </c:pt>
                <c:pt idx="42957">
                  <c:v>0.49718749999738066</c:v>
                </c:pt>
                <c:pt idx="42958">
                  <c:v>0.49719907407416031</c:v>
                </c:pt>
                <c:pt idx="42959">
                  <c:v>0.497210648143664</c:v>
                </c:pt>
                <c:pt idx="42960">
                  <c:v>0.49722222222044365</c:v>
                </c:pt>
                <c:pt idx="42961">
                  <c:v>0.49723379629722331</c:v>
                </c:pt>
                <c:pt idx="42962">
                  <c:v>0.497245370366727</c:v>
                </c:pt>
                <c:pt idx="42963">
                  <c:v>0.49725694444350665</c:v>
                </c:pt>
                <c:pt idx="42964">
                  <c:v>0.49726851851301035</c:v>
                </c:pt>
                <c:pt idx="42965">
                  <c:v>0.49728009258979</c:v>
                </c:pt>
                <c:pt idx="42966">
                  <c:v>0.49729166666656965</c:v>
                </c:pt>
                <c:pt idx="42967">
                  <c:v>0.49730324073607335</c:v>
                </c:pt>
                <c:pt idx="42968">
                  <c:v>0.497314814812853</c:v>
                </c:pt>
                <c:pt idx="42969">
                  <c:v>0.49732638888963265</c:v>
                </c:pt>
                <c:pt idx="42970">
                  <c:v>0.49733796295913635</c:v>
                </c:pt>
                <c:pt idx="42971">
                  <c:v>0.497349537035916</c:v>
                </c:pt>
                <c:pt idx="42972">
                  <c:v>0.4973611111054197</c:v>
                </c:pt>
                <c:pt idx="42973">
                  <c:v>0.49737268518219935</c:v>
                </c:pt>
                <c:pt idx="42974">
                  <c:v>0.497384259258979</c:v>
                </c:pt>
                <c:pt idx="42975">
                  <c:v>0.49739583332848269</c:v>
                </c:pt>
                <c:pt idx="42976">
                  <c:v>0.49740740740526235</c:v>
                </c:pt>
                <c:pt idx="42977">
                  <c:v>0.497418981482042</c:v>
                </c:pt>
                <c:pt idx="42978">
                  <c:v>0.49743055555154569</c:v>
                </c:pt>
                <c:pt idx="42979">
                  <c:v>0.49744212962832535</c:v>
                </c:pt>
                <c:pt idx="42980">
                  <c:v>0.49745370369782904</c:v>
                </c:pt>
                <c:pt idx="42981">
                  <c:v>0.49746527777460869</c:v>
                </c:pt>
                <c:pt idx="42982">
                  <c:v>0.49747685185138835</c:v>
                </c:pt>
                <c:pt idx="42983">
                  <c:v>0.49748842592089204</c:v>
                </c:pt>
                <c:pt idx="42984">
                  <c:v>0.49749999999767169</c:v>
                </c:pt>
                <c:pt idx="42985">
                  <c:v>0.49751157407445135</c:v>
                </c:pt>
                <c:pt idx="42986">
                  <c:v>0.49752314814395504</c:v>
                </c:pt>
                <c:pt idx="42987">
                  <c:v>0.49753472222073469</c:v>
                </c:pt>
                <c:pt idx="42988">
                  <c:v>0.49754629629751435</c:v>
                </c:pt>
                <c:pt idx="42989">
                  <c:v>0.49755787036701804</c:v>
                </c:pt>
                <c:pt idx="42990">
                  <c:v>0.49756944444379769</c:v>
                </c:pt>
                <c:pt idx="42991">
                  <c:v>0.49758101851330139</c:v>
                </c:pt>
                <c:pt idx="42992">
                  <c:v>0.49759259259008104</c:v>
                </c:pt>
                <c:pt idx="42993">
                  <c:v>0.49760416666686069</c:v>
                </c:pt>
                <c:pt idx="42994">
                  <c:v>0.49761574073636439</c:v>
                </c:pt>
                <c:pt idx="42995">
                  <c:v>0.49762731481314404</c:v>
                </c:pt>
                <c:pt idx="42996">
                  <c:v>0.49763888888992369</c:v>
                </c:pt>
                <c:pt idx="42997">
                  <c:v>0.49765046295942739</c:v>
                </c:pt>
                <c:pt idx="42998">
                  <c:v>0.49766203703620704</c:v>
                </c:pt>
                <c:pt idx="42999">
                  <c:v>0.49767361110571073</c:v>
                </c:pt>
                <c:pt idx="43000">
                  <c:v>0.49768518518249039</c:v>
                </c:pt>
                <c:pt idx="43001">
                  <c:v>0.49769675925927004</c:v>
                </c:pt>
                <c:pt idx="43002">
                  <c:v>0.49770833332877373</c:v>
                </c:pt>
                <c:pt idx="43003">
                  <c:v>0.49771990740555339</c:v>
                </c:pt>
                <c:pt idx="43004">
                  <c:v>0.49773148148233304</c:v>
                </c:pt>
                <c:pt idx="43005">
                  <c:v>0.49774305555183673</c:v>
                </c:pt>
                <c:pt idx="43006">
                  <c:v>0.49775462962861639</c:v>
                </c:pt>
                <c:pt idx="43007">
                  <c:v>0.49776620369812008</c:v>
                </c:pt>
                <c:pt idx="43008">
                  <c:v>0.49777777777489973</c:v>
                </c:pt>
                <c:pt idx="43009">
                  <c:v>0.49778935185167938</c:v>
                </c:pt>
                <c:pt idx="43010">
                  <c:v>0.49780092592118308</c:v>
                </c:pt>
                <c:pt idx="43011">
                  <c:v>0.49781249999796273</c:v>
                </c:pt>
                <c:pt idx="43012">
                  <c:v>0.49782407407474238</c:v>
                </c:pt>
                <c:pt idx="43013">
                  <c:v>0.49783564814424608</c:v>
                </c:pt>
                <c:pt idx="43014">
                  <c:v>0.49784722222102573</c:v>
                </c:pt>
                <c:pt idx="43015">
                  <c:v>0.49785879629052943</c:v>
                </c:pt>
                <c:pt idx="43016">
                  <c:v>0.49787037036730908</c:v>
                </c:pt>
                <c:pt idx="43017">
                  <c:v>0.49788194444408873</c:v>
                </c:pt>
                <c:pt idx="43018">
                  <c:v>0.49789351851359243</c:v>
                </c:pt>
                <c:pt idx="43019">
                  <c:v>0.49790509259037208</c:v>
                </c:pt>
                <c:pt idx="43020">
                  <c:v>0.49791666666715173</c:v>
                </c:pt>
                <c:pt idx="43021">
                  <c:v>0.49792824073665543</c:v>
                </c:pt>
                <c:pt idx="43022">
                  <c:v>0.49793981481343508</c:v>
                </c:pt>
                <c:pt idx="43023">
                  <c:v>0.49795138889021473</c:v>
                </c:pt>
                <c:pt idx="43024">
                  <c:v>0.49796296295971842</c:v>
                </c:pt>
                <c:pt idx="43025">
                  <c:v>0.49797453703649808</c:v>
                </c:pt>
                <c:pt idx="43026">
                  <c:v>0.49798611110600177</c:v>
                </c:pt>
                <c:pt idx="43027">
                  <c:v>0.49799768518278142</c:v>
                </c:pt>
                <c:pt idx="43028">
                  <c:v>0.49800925925956108</c:v>
                </c:pt>
                <c:pt idx="43029">
                  <c:v>0.49802083332906477</c:v>
                </c:pt>
                <c:pt idx="43030">
                  <c:v>0.49803240740584442</c:v>
                </c:pt>
                <c:pt idx="43031">
                  <c:v>0.49804398148262408</c:v>
                </c:pt>
                <c:pt idx="43032">
                  <c:v>0.49805555555212777</c:v>
                </c:pt>
                <c:pt idx="43033">
                  <c:v>0.49806712962890742</c:v>
                </c:pt>
                <c:pt idx="43034">
                  <c:v>0.49807870369841112</c:v>
                </c:pt>
                <c:pt idx="43035">
                  <c:v>0.49809027777519077</c:v>
                </c:pt>
                <c:pt idx="43036">
                  <c:v>0.49810185185197042</c:v>
                </c:pt>
                <c:pt idx="43037">
                  <c:v>0.49811342592147412</c:v>
                </c:pt>
                <c:pt idx="43038">
                  <c:v>0.49812499999825377</c:v>
                </c:pt>
                <c:pt idx="43039">
                  <c:v>0.49813657407503342</c:v>
                </c:pt>
                <c:pt idx="43040">
                  <c:v>0.49814814814453712</c:v>
                </c:pt>
                <c:pt idx="43041">
                  <c:v>0.49815972222131677</c:v>
                </c:pt>
                <c:pt idx="43042">
                  <c:v>0.49817129629082046</c:v>
                </c:pt>
                <c:pt idx="43043">
                  <c:v>0.49818287036760012</c:v>
                </c:pt>
                <c:pt idx="43044">
                  <c:v>0.49819444444437977</c:v>
                </c:pt>
                <c:pt idx="43045">
                  <c:v>0.49820601851388346</c:v>
                </c:pt>
                <c:pt idx="43046">
                  <c:v>0.49821759259066312</c:v>
                </c:pt>
                <c:pt idx="43047">
                  <c:v>0.49822916666744277</c:v>
                </c:pt>
                <c:pt idx="43048">
                  <c:v>0.49824074073694646</c:v>
                </c:pt>
                <c:pt idx="43049">
                  <c:v>0.49825231481372612</c:v>
                </c:pt>
                <c:pt idx="43050">
                  <c:v>0.49826388888322981</c:v>
                </c:pt>
                <c:pt idx="43051">
                  <c:v>0.49827546296000946</c:v>
                </c:pt>
                <c:pt idx="43052">
                  <c:v>0.49828703703678912</c:v>
                </c:pt>
                <c:pt idx="43053">
                  <c:v>0.49829861110629281</c:v>
                </c:pt>
                <c:pt idx="43054">
                  <c:v>0.49831018518307246</c:v>
                </c:pt>
                <c:pt idx="43055">
                  <c:v>0.49832175925985212</c:v>
                </c:pt>
                <c:pt idx="43056">
                  <c:v>0.49833333332935581</c:v>
                </c:pt>
                <c:pt idx="43057">
                  <c:v>0.49834490740613546</c:v>
                </c:pt>
                <c:pt idx="43058">
                  <c:v>0.49835648147563916</c:v>
                </c:pt>
                <c:pt idx="43059">
                  <c:v>0.49836805555241881</c:v>
                </c:pt>
                <c:pt idx="43060">
                  <c:v>0.49837962962919846</c:v>
                </c:pt>
                <c:pt idx="43061">
                  <c:v>0.49839120369870216</c:v>
                </c:pt>
                <c:pt idx="43062">
                  <c:v>0.49840277777548181</c:v>
                </c:pt>
                <c:pt idx="43063">
                  <c:v>0.49841435185226146</c:v>
                </c:pt>
                <c:pt idx="43064">
                  <c:v>0.49842592592176516</c:v>
                </c:pt>
                <c:pt idx="43065">
                  <c:v>0.49843749999854481</c:v>
                </c:pt>
                <c:pt idx="43066">
                  <c:v>0.49844907407532446</c:v>
                </c:pt>
                <c:pt idx="43067">
                  <c:v>0.49846064814482816</c:v>
                </c:pt>
                <c:pt idx="43068">
                  <c:v>0.49847222222160781</c:v>
                </c:pt>
                <c:pt idx="43069">
                  <c:v>0.4984837962911115</c:v>
                </c:pt>
                <c:pt idx="43070">
                  <c:v>0.49849537036789116</c:v>
                </c:pt>
                <c:pt idx="43071">
                  <c:v>0.49850694444467081</c:v>
                </c:pt>
                <c:pt idx="43072">
                  <c:v>0.4985185185141745</c:v>
                </c:pt>
                <c:pt idx="43073">
                  <c:v>0.49853009259095415</c:v>
                </c:pt>
                <c:pt idx="43074">
                  <c:v>0.49854166666773381</c:v>
                </c:pt>
                <c:pt idx="43075">
                  <c:v>0.4985532407372375</c:v>
                </c:pt>
                <c:pt idx="43076">
                  <c:v>0.49856481481401715</c:v>
                </c:pt>
                <c:pt idx="43077">
                  <c:v>0.49857638888352085</c:v>
                </c:pt>
                <c:pt idx="43078">
                  <c:v>0.4985879629603005</c:v>
                </c:pt>
                <c:pt idx="43079">
                  <c:v>0.49859953703708015</c:v>
                </c:pt>
                <c:pt idx="43080">
                  <c:v>0.49861111110658385</c:v>
                </c:pt>
                <c:pt idx="43081">
                  <c:v>0.4986226851833635</c:v>
                </c:pt>
                <c:pt idx="43082">
                  <c:v>0.49863425926014315</c:v>
                </c:pt>
                <c:pt idx="43083">
                  <c:v>0.49864583332964685</c:v>
                </c:pt>
                <c:pt idx="43084">
                  <c:v>0.4986574074064265</c:v>
                </c:pt>
                <c:pt idx="43085">
                  <c:v>0.4986689814759302</c:v>
                </c:pt>
                <c:pt idx="43086">
                  <c:v>0.49868055555270985</c:v>
                </c:pt>
                <c:pt idx="43087">
                  <c:v>0.4986921296294895</c:v>
                </c:pt>
                <c:pt idx="43088">
                  <c:v>0.49870370369899319</c:v>
                </c:pt>
                <c:pt idx="43089">
                  <c:v>0.49871527777577285</c:v>
                </c:pt>
                <c:pt idx="43090">
                  <c:v>0.4987268518525525</c:v>
                </c:pt>
                <c:pt idx="43091">
                  <c:v>0.49873842592205619</c:v>
                </c:pt>
                <c:pt idx="43092">
                  <c:v>0.49874999999883585</c:v>
                </c:pt>
                <c:pt idx="43093">
                  <c:v>0.49876157406833954</c:v>
                </c:pt>
                <c:pt idx="43094">
                  <c:v>0.49877314814511919</c:v>
                </c:pt>
                <c:pt idx="43095">
                  <c:v>0.49878472222189885</c:v>
                </c:pt>
                <c:pt idx="43096">
                  <c:v>0.49879629629140254</c:v>
                </c:pt>
                <c:pt idx="43097">
                  <c:v>0.49880787036818219</c:v>
                </c:pt>
                <c:pt idx="43098">
                  <c:v>0.49881944444496185</c:v>
                </c:pt>
                <c:pt idx="43099">
                  <c:v>0.49883101851446554</c:v>
                </c:pt>
                <c:pt idx="43100">
                  <c:v>0.49884259259124519</c:v>
                </c:pt>
                <c:pt idx="43101">
                  <c:v>0.49885416666074889</c:v>
                </c:pt>
                <c:pt idx="43102">
                  <c:v>0.49886574073752854</c:v>
                </c:pt>
                <c:pt idx="43103">
                  <c:v>0.49887731481430819</c:v>
                </c:pt>
                <c:pt idx="43104">
                  <c:v>0.49888888888381189</c:v>
                </c:pt>
                <c:pt idx="43105">
                  <c:v>0.49890046296059154</c:v>
                </c:pt>
                <c:pt idx="43106">
                  <c:v>0.49891203703737119</c:v>
                </c:pt>
                <c:pt idx="43107">
                  <c:v>0.49892361110687489</c:v>
                </c:pt>
                <c:pt idx="43108">
                  <c:v>0.49893518518365454</c:v>
                </c:pt>
                <c:pt idx="43109">
                  <c:v>0.49894675926043419</c:v>
                </c:pt>
                <c:pt idx="43110">
                  <c:v>0.49895833332993789</c:v>
                </c:pt>
                <c:pt idx="43111">
                  <c:v>0.49896990740671754</c:v>
                </c:pt>
                <c:pt idx="43112">
                  <c:v>0.49898148147622123</c:v>
                </c:pt>
                <c:pt idx="43113">
                  <c:v>0.49899305555300089</c:v>
                </c:pt>
                <c:pt idx="43114">
                  <c:v>0.49900462962978054</c:v>
                </c:pt>
                <c:pt idx="43115">
                  <c:v>0.49901620369928423</c:v>
                </c:pt>
                <c:pt idx="43116">
                  <c:v>0.49902777777606389</c:v>
                </c:pt>
                <c:pt idx="43117">
                  <c:v>0.49903935185284354</c:v>
                </c:pt>
                <c:pt idx="43118">
                  <c:v>0.49905092592234723</c:v>
                </c:pt>
                <c:pt idx="43119">
                  <c:v>0.49906249999912689</c:v>
                </c:pt>
                <c:pt idx="43120">
                  <c:v>0.49907407406863058</c:v>
                </c:pt>
                <c:pt idx="43121">
                  <c:v>0.49908564814541023</c:v>
                </c:pt>
                <c:pt idx="43122">
                  <c:v>0.49909722222218988</c:v>
                </c:pt>
                <c:pt idx="43123">
                  <c:v>0.49910879629169358</c:v>
                </c:pt>
                <c:pt idx="43124">
                  <c:v>0.49912037036847323</c:v>
                </c:pt>
                <c:pt idx="43125">
                  <c:v>0.49913194444525288</c:v>
                </c:pt>
                <c:pt idx="43126">
                  <c:v>0.49914351851475658</c:v>
                </c:pt>
                <c:pt idx="43127">
                  <c:v>0.49915509259153623</c:v>
                </c:pt>
                <c:pt idx="43128">
                  <c:v>0.49916666666103993</c:v>
                </c:pt>
                <c:pt idx="43129">
                  <c:v>0.49917824073781958</c:v>
                </c:pt>
                <c:pt idx="43130">
                  <c:v>0.49918981481459923</c:v>
                </c:pt>
                <c:pt idx="43131">
                  <c:v>0.49920138888410293</c:v>
                </c:pt>
                <c:pt idx="43132">
                  <c:v>0.49921296296088258</c:v>
                </c:pt>
                <c:pt idx="43133">
                  <c:v>0.49922453703766223</c:v>
                </c:pt>
                <c:pt idx="43134">
                  <c:v>0.49923611110716593</c:v>
                </c:pt>
                <c:pt idx="43135">
                  <c:v>0.49924768518394558</c:v>
                </c:pt>
                <c:pt idx="43136">
                  <c:v>0.49925925925344927</c:v>
                </c:pt>
                <c:pt idx="43137">
                  <c:v>0.49927083333022892</c:v>
                </c:pt>
                <c:pt idx="43138">
                  <c:v>0.49928240740700858</c:v>
                </c:pt>
                <c:pt idx="43139">
                  <c:v>0.49929398147651227</c:v>
                </c:pt>
                <c:pt idx="43140">
                  <c:v>0.49930555555329192</c:v>
                </c:pt>
                <c:pt idx="43141">
                  <c:v>0.49931712963007158</c:v>
                </c:pt>
                <c:pt idx="43142">
                  <c:v>0.49932870369957527</c:v>
                </c:pt>
                <c:pt idx="43143">
                  <c:v>0.49934027777635492</c:v>
                </c:pt>
                <c:pt idx="43144">
                  <c:v>0.49935185185313458</c:v>
                </c:pt>
                <c:pt idx="43145">
                  <c:v>0.49936342592263827</c:v>
                </c:pt>
                <c:pt idx="43146">
                  <c:v>0.49937499999941792</c:v>
                </c:pt>
                <c:pt idx="43147">
                  <c:v>0.49938657406892162</c:v>
                </c:pt>
                <c:pt idx="43148">
                  <c:v>0.49939814814570127</c:v>
                </c:pt>
                <c:pt idx="43149">
                  <c:v>0.49940972222248092</c:v>
                </c:pt>
                <c:pt idx="43150">
                  <c:v>0.49942129629198462</c:v>
                </c:pt>
                <c:pt idx="43151">
                  <c:v>0.49943287036876427</c:v>
                </c:pt>
                <c:pt idx="43152">
                  <c:v>0.49944444444554392</c:v>
                </c:pt>
                <c:pt idx="43153">
                  <c:v>0.49945601851504762</c:v>
                </c:pt>
                <c:pt idx="43154">
                  <c:v>0.49946759259182727</c:v>
                </c:pt>
                <c:pt idx="43155">
                  <c:v>0.49947916666133096</c:v>
                </c:pt>
                <c:pt idx="43156">
                  <c:v>0.49949074073811062</c:v>
                </c:pt>
                <c:pt idx="43157">
                  <c:v>0.49950231481489027</c:v>
                </c:pt>
                <c:pt idx="43158">
                  <c:v>0.49951388888439396</c:v>
                </c:pt>
                <c:pt idx="43159">
                  <c:v>0.49952546296117362</c:v>
                </c:pt>
                <c:pt idx="43160">
                  <c:v>0.49953703703795327</c:v>
                </c:pt>
                <c:pt idx="43161">
                  <c:v>0.49954861110745696</c:v>
                </c:pt>
                <c:pt idx="43162">
                  <c:v>0.49956018518423662</c:v>
                </c:pt>
                <c:pt idx="43163">
                  <c:v>0.49957175925374031</c:v>
                </c:pt>
                <c:pt idx="43164">
                  <c:v>0.49958333333051996</c:v>
                </c:pt>
                <c:pt idx="43165">
                  <c:v>0.49959490740729962</c:v>
                </c:pt>
                <c:pt idx="43166">
                  <c:v>0.49960648147680331</c:v>
                </c:pt>
                <c:pt idx="43167">
                  <c:v>0.49961805555358296</c:v>
                </c:pt>
                <c:pt idx="43168">
                  <c:v>0.49962962963036261</c:v>
                </c:pt>
                <c:pt idx="43169">
                  <c:v>0.49964120369986631</c:v>
                </c:pt>
                <c:pt idx="43170">
                  <c:v>0.49965277777664596</c:v>
                </c:pt>
                <c:pt idx="43171">
                  <c:v>0.49966435184614966</c:v>
                </c:pt>
                <c:pt idx="43172">
                  <c:v>0.49967592592292931</c:v>
                </c:pt>
                <c:pt idx="43173">
                  <c:v>0.49968749999970896</c:v>
                </c:pt>
                <c:pt idx="43174">
                  <c:v>0.49969907406921266</c:v>
                </c:pt>
                <c:pt idx="43175">
                  <c:v>0.49971064814599231</c:v>
                </c:pt>
                <c:pt idx="43176">
                  <c:v>0.49972222222277196</c:v>
                </c:pt>
                <c:pt idx="43177">
                  <c:v>0.49973379629227566</c:v>
                </c:pt>
                <c:pt idx="43178">
                  <c:v>0.49974537036905531</c:v>
                </c:pt>
                <c:pt idx="43179">
                  <c:v>0.499756944438559</c:v>
                </c:pt>
                <c:pt idx="43180">
                  <c:v>0.49976851851533866</c:v>
                </c:pt>
                <c:pt idx="43181">
                  <c:v>0.49978009259211831</c:v>
                </c:pt>
                <c:pt idx="43182">
                  <c:v>0.499791666661622</c:v>
                </c:pt>
                <c:pt idx="43183">
                  <c:v>0.49980324073840166</c:v>
                </c:pt>
                <c:pt idx="43184">
                  <c:v>0.49981481481518131</c:v>
                </c:pt>
                <c:pt idx="43185">
                  <c:v>0.499826388884685</c:v>
                </c:pt>
                <c:pt idx="43186">
                  <c:v>0.49983796296146465</c:v>
                </c:pt>
                <c:pt idx="43187">
                  <c:v>0.49984953703824431</c:v>
                </c:pt>
                <c:pt idx="43188">
                  <c:v>0.499861111107748</c:v>
                </c:pt>
                <c:pt idx="43189">
                  <c:v>0.49987268518452765</c:v>
                </c:pt>
                <c:pt idx="43190">
                  <c:v>0.49988425925403135</c:v>
                </c:pt>
                <c:pt idx="43191">
                  <c:v>0.499895833330811</c:v>
                </c:pt>
                <c:pt idx="43192">
                  <c:v>0.49990740740759065</c:v>
                </c:pt>
                <c:pt idx="43193">
                  <c:v>0.49991898147709435</c:v>
                </c:pt>
                <c:pt idx="43194">
                  <c:v>0.499930555553874</c:v>
                </c:pt>
                <c:pt idx="43195">
                  <c:v>0.49994212963065365</c:v>
                </c:pt>
                <c:pt idx="43196">
                  <c:v>0.49995370370015735</c:v>
                </c:pt>
                <c:pt idx="43197">
                  <c:v>0.499965277776937</c:v>
                </c:pt>
                <c:pt idx="43198">
                  <c:v>0.4999768518464407</c:v>
                </c:pt>
                <c:pt idx="43199">
                  <c:v>0.49998842592322035</c:v>
                </c:pt>
                <c:pt idx="43200">
                  <c:v>0.5</c:v>
                </c:pt>
                <c:pt idx="43201">
                  <c:v>0.50001157406950369</c:v>
                </c:pt>
                <c:pt idx="43202">
                  <c:v>0.50002314814628335</c:v>
                </c:pt>
                <c:pt idx="43203">
                  <c:v>0.500034722223063</c:v>
                </c:pt>
                <c:pt idx="43204">
                  <c:v>0.50004629629256669</c:v>
                </c:pt>
                <c:pt idx="43205">
                  <c:v>0.50005787036934635</c:v>
                </c:pt>
                <c:pt idx="43206">
                  <c:v>0.50006944443885004</c:v>
                </c:pt>
                <c:pt idx="43207">
                  <c:v>0.50008101851562969</c:v>
                </c:pt>
                <c:pt idx="43208">
                  <c:v>0.50009259259240935</c:v>
                </c:pt>
                <c:pt idx="43209">
                  <c:v>0.50010416666191304</c:v>
                </c:pt>
                <c:pt idx="43210">
                  <c:v>0.50011574073869269</c:v>
                </c:pt>
                <c:pt idx="43211">
                  <c:v>0.50012731481547235</c:v>
                </c:pt>
                <c:pt idx="43212">
                  <c:v>0.50013888888497604</c:v>
                </c:pt>
                <c:pt idx="43213">
                  <c:v>0.50015046296175569</c:v>
                </c:pt>
                <c:pt idx="43214">
                  <c:v>0.50016203703125939</c:v>
                </c:pt>
                <c:pt idx="43215">
                  <c:v>0.50017361110803904</c:v>
                </c:pt>
                <c:pt idx="43216">
                  <c:v>0.50018518518481869</c:v>
                </c:pt>
                <c:pt idx="43217">
                  <c:v>0.50019675925432239</c:v>
                </c:pt>
                <c:pt idx="43218">
                  <c:v>0.50020833333110204</c:v>
                </c:pt>
                <c:pt idx="43219">
                  <c:v>0.50021990740788169</c:v>
                </c:pt>
                <c:pt idx="43220">
                  <c:v>0.50023148147738539</c:v>
                </c:pt>
                <c:pt idx="43221">
                  <c:v>0.50024305555416504</c:v>
                </c:pt>
                <c:pt idx="43222">
                  <c:v>0.50025462963094469</c:v>
                </c:pt>
                <c:pt idx="43223">
                  <c:v>0.50026620370044839</c:v>
                </c:pt>
                <c:pt idx="43224">
                  <c:v>0.50027777777722804</c:v>
                </c:pt>
                <c:pt idx="43225">
                  <c:v>0.50028935184673173</c:v>
                </c:pt>
                <c:pt idx="43226">
                  <c:v>0.50030092592351139</c:v>
                </c:pt>
                <c:pt idx="43227">
                  <c:v>0.50031250000029104</c:v>
                </c:pt>
                <c:pt idx="43228">
                  <c:v>0.50032407406979473</c:v>
                </c:pt>
                <c:pt idx="43229">
                  <c:v>0.50033564814657439</c:v>
                </c:pt>
                <c:pt idx="43230">
                  <c:v>0.50034722222335404</c:v>
                </c:pt>
                <c:pt idx="43231">
                  <c:v>0.50035879629285773</c:v>
                </c:pt>
                <c:pt idx="43232">
                  <c:v>0.50037037036963739</c:v>
                </c:pt>
                <c:pt idx="43233">
                  <c:v>0.50038194443914108</c:v>
                </c:pt>
                <c:pt idx="43234">
                  <c:v>0.50039351851592073</c:v>
                </c:pt>
                <c:pt idx="43235">
                  <c:v>0.50040509259270038</c:v>
                </c:pt>
                <c:pt idx="43236">
                  <c:v>0.50041666666220408</c:v>
                </c:pt>
                <c:pt idx="43237">
                  <c:v>0.50042824073898373</c:v>
                </c:pt>
                <c:pt idx="43238">
                  <c:v>0.50043981481576338</c:v>
                </c:pt>
                <c:pt idx="43239">
                  <c:v>0.50045138888526708</c:v>
                </c:pt>
                <c:pt idx="43240">
                  <c:v>0.50046296296204673</c:v>
                </c:pt>
                <c:pt idx="43241">
                  <c:v>0.50047453703155043</c:v>
                </c:pt>
                <c:pt idx="43242">
                  <c:v>0.50048611110833008</c:v>
                </c:pt>
                <c:pt idx="43243">
                  <c:v>0.50049768518510973</c:v>
                </c:pt>
                <c:pt idx="43244">
                  <c:v>0.50050925925461343</c:v>
                </c:pt>
                <c:pt idx="43245">
                  <c:v>0.50052083333139308</c:v>
                </c:pt>
                <c:pt idx="43246">
                  <c:v>0.50053240740817273</c:v>
                </c:pt>
                <c:pt idx="43247">
                  <c:v>0.50054398147767643</c:v>
                </c:pt>
                <c:pt idx="43248">
                  <c:v>0.50055555555445608</c:v>
                </c:pt>
                <c:pt idx="43249">
                  <c:v>0.50056712962395977</c:v>
                </c:pt>
                <c:pt idx="43250">
                  <c:v>0.50057870370073942</c:v>
                </c:pt>
                <c:pt idx="43251">
                  <c:v>0.50059027777751908</c:v>
                </c:pt>
                <c:pt idx="43252">
                  <c:v>0.50060185184702277</c:v>
                </c:pt>
                <c:pt idx="43253">
                  <c:v>0.50061342592380242</c:v>
                </c:pt>
                <c:pt idx="43254">
                  <c:v>0.50062500000058208</c:v>
                </c:pt>
                <c:pt idx="43255">
                  <c:v>0.50063657407008577</c:v>
                </c:pt>
                <c:pt idx="43256">
                  <c:v>0.50064814814686542</c:v>
                </c:pt>
                <c:pt idx="43257">
                  <c:v>0.50065972221636912</c:v>
                </c:pt>
                <c:pt idx="43258">
                  <c:v>0.50067129629314877</c:v>
                </c:pt>
                <c:pt idx="43259">
                  <c:v>0.50068287036992842</c:v>
                </c:pt>
                <c:pt idx="43260">
                  <c:v>0.50069444443943212</c:v>
                </c:pt>
                <c:pt idx="43261">
                  <c:v>0.50070601851621177</c:v>
                </c:pt>
                <c:pt idx="43262">
                  <c:v>0.50071759259299142</c:v>
                </c:pt>
                <c:pt idx="43263">
                  <c:v>0.50072916666249512</c:v>
                </c:pt>
                <c:pt idx="43264">
                  <c:v>0.50074074073927477</c:v>
                </c:pt>
                <c:pt idx="43265">
                  <c:v>0.50075231481605442</c:v>
                </c:pt>
                <c:pt idx="43266">
                  <c:v>0.50076388888555812</c:v>
                </c:pt>
                <c:pt idx="43267">
                  <c:v>0.50077546296233777</c:v>
                </c:pt>
                <c:pt idx="43268">
                  <c:v>0.50078703703184146</c:v>
                </c:pt>
                <c:pt idx="43269">
                  <c:v>0.50079861110862112</c:v>
                </c:pt>
                <c:pt idx="43270">
                  <c:v>0.50081018518540077</c:v>
                </c:pt>
                <c:pt idx="43271">
                  <c:v>0.50082175925490446</c:v>
                </c:pt>
                <c:pt idx="43272">
                  <c:v>0.50083333333168412</c:v>
                </c:pt>
                <c:pt idx="43273">
                  <c:v>0.50084490740846377</c:v>
                </c:pt>
                <c:pt idx="43274">
                  <c:v>0.50085648147796746</c:v>
                </c:pt>
                <c:pt idx="43275">
                  <c:v>0.50086805555474712</c:v>
                </c:pt>
                <c:pt idx="43276">
                  <c:v>0.50087962962425081</c:v>
                </c:pt>
                <c:pt idx="43277">
                  <c:v>0.50089120370103046</c:v>
                </c:pt>
                <c:pt idx="43278">
                  <c:v>0.50090277777781012</c:v>
                </c:pt>
                <c:pt idx="43279">
                  <c:v>0.50091435184731381</c:v>
                </c:pt>
                <c:pt idx="43280">
                  <c:v>0.50092592592409346</c:v>
                </c:pt>
                <c:pt idx="43281">
                  <c:v>0.50093750000087311</c:v>
                </c:pt>
                <c:pt idx="43282">
                  <c:v>0.50094907407037681</c:v>
                </c:pt>
                <c:pt idx="43283">
                  <c:v>0.50096064814715646</c:v>
                </c:pt>
                <c:pt idx="43284">
                  <c:v>0.50097222221666016</c:v>
                </c:pt>
                <c:pt idx="43285">
                  <c:v>0.50098379629343981</c:v>
                </c:pt>
                <c:pt idx="43286">
                  <c:v>0.50099537037021946</c:v>
                </c:pt>
                <c:pt idx="43287">
                  <c:v>0.50100694443972316</c:v>
                </c:pt>
                <c:pt idx="43288">
                  <c:v>0.50101851851650281</c:v>
                </c:pt>
                <c:pt idx="43289">
                  <c:v>0.50103009259328246</c:v>
                </c:pt>
                <c:pt idx="43290">
                  <c:v>0.50104166666278616</c:v>
                </c:pt>
                <c:pt idx="43291">
                  <c:v>0.50105324073956581</c:v>
                </c:pt>
                <c:pt idx="43292">
                  <c:v>0.5010648148090695</c:v>
                </c:pt>
                <c:pt idx="43293">
                  <c:v>0.50107638888584916</c:v>
                </c:pt>
                <c:pt idx="43294">
                  <c:v>0.50108796296262881</c:v>
                </c:pt>
                <c:pt idx="43295">
                  <c:v>0.5010995370321325</c:v>
                </c:pt>
                <c:pt idx="43296">
                  <c:v>0.50111111110891216</c:v>
                </c:pt>
                <c:pt idx="43297">
                  <c:v>0.50112268518569181</c:v>
                </c:pt>
                <c:pt idx="43298">
                  <c:v>0.5011342592551955</c:v>
                </c:pt>
                <c:pt idx="43299">
                  <c:v>0.50114583333197515</c:v>
                </c:pt>
                <c:pt idx="43300">
                  <c:v>0.50115740740147885</c:v>
                </c:pt>
                <c:pt idx="43301">
                  <c:v>0.5011689814782585</c:v>
                </c:pt>
                <c:pt idx="43302">
                  <c:v>0.50118055555503815</c:v>
                </c:pt>
                <c:pt idx="43303">
                  <c:v>0.50119212962454185</c:v>
                </c:pt>
                <c:pt idx="43304">
                  <c:v>0.5012037037013215</c:v>
                </c:pt>
                <c:pt idx="43305">
                  <c:v>0.50121527777810115</c:v>
                </c:pt>
                <c:pt idx="43306">
                  <c:v>0.50122685184760485</c:v>
                </c:pt>
                <c:pt idx="43307">
                  <c:v>0.5012384259243845</c:v>
                </c:pt>
                <c:pt idx="43308">
                  <c:v>0.50125000000116415</c:v>
                </c:pt>
                <c:pt idx="43309">
                  <c:v>0.50126157407066785</c:v>
                </c:pt>
                <c:pt idx="43310">
                  <c:v>0.5012731481474475</c:v>
                </c:pt>
                <c:pt idx="43311">
                  <c:v>0.5012847222169512</c:v>
                </c:pt>
                <c:pt idx="43312">
                  <c:v>0.50129629629373085</c:v>
                </c:pt>
                <c:pt idx="43313">
                  <c:v>0.5013078703705105</c:v>
                </c:pt>
                <c:pt idx="43314">
                  <c:v>0.50131944444001419</c:v>
                </c:pt>
                <c:pt idx="43315">
                  <c:v>0.50133101851679385</c:v>
                </c:pt>
                <c:pt idx="43316">
                  <c:v>0.5013425925935735</c:v>
                </c:pt>
                <c:pt idx="43317">
                  <c:v>0.50135416666307719</c:v>
                </c:pt>
                <c:pt idx="43318">
                  <c:v>0.50136574073985685</c:v>
                </c:pt>
                <c:pt idx="43319">
                  <c:v>0.50137731480936054</c:v>
                </c:pt>
                <c:pt idx="43320">
                  <c:v>0.50138888888614019</c:v>
                </c:pt>
                <c:pt idx="43321">
                  <c:v>0.50140046296291985</c:v>
                </c:pt>
                <c:pt idx="43322">
                  <c:v>0.50141203703242354</c:v>
                </c:pt>
                <c:pt idx="43323">
                  <c:v>0.50142361110920319</c:v>
                </c:pt>
                <c:pt idx="43324">
                  <c:v>0.50143518518598285</c:v>
                </c:pt>
                <c:pt idx="43325">
                  <c:v>0.50144675925548654</c:v>
                </c:pt>
                <c:pt idx="43326">
                  <c:v>0.50145833333226619</c:v>
                </c:pt>
                <c:pt idx="43327">
                  <c:v>0.50146990740176989</c:v>
                </c:pt>
                <c:pt idx="43328">
                  <c:v>0.50148148147854954</c:v>
                </c:pt>
                <c:pt idx="43329">
                  <c:v>0.50149305555532919</c:v>
                </c:pt>
                <c:pt idx="43330">
                  <c:v>0.50150462962483289</c:v>
                </c:pt>
                <c:pt idx="43331">
                  <c:v>0.50151620370161254</c:v>
                </c:pt>
                <c:pt idx="43332">
                  <c:v>0.50152777777839219</c:v>
                </c:pt>
                <c:pt idx="43333">
                  <c:v>0.50153935184789589</c:v>
                </c:pt>
                <c:pt idx="43334">
                  <c:v>0.50155092592467554</c:v>
                </c:pt>
                <c:pt idx="43335">
                  <c:v>0.50156249999417923</c:v>
                </c:pt>
                <c:pt idx="43336">
                  <c:v>0.50157407407095889</c:v>
                </c:pt>
                <c:pt idx="43337">
                  <c:v>0.50158564814773854</c:v>
                </c:pt>
                <c:pt idx="43338">
                  <c:v>0.50159722221724223</c:v>
                </c:pt>
                <c:pt idx="43339">
                  <c:v>0.50160879629402189</c:v>
                </c:pt>
                <c:pt idx="43340">
                  <c:v>0.50162037037080154</c:v>
                </c:pt>
                <c:pt idx="43341">
                  <c:v>0.50163194444030523</c:v>
                </c:pt>
                <c:pt idx="43342">
                  <c:v>0.50164351851708489</c:v>
                </c:pt>
                <c:pt idx="43343">
                  <c:v>0.50165509259386454</c:v>
                </c:pt>
                <c:pt idx="43344">
                  <c:v>0.50166666666336823</c:v>
                </c:pt>
                <c:pt idx="43345">
                  <c:v>0.50167824074014788</c:v>
                </c:pt>
                <c:pt idx="43346">
                  <c:v>0.50168981480965158</c:v>
                </c:pt>
                <c:pt idx="43347">
                  <c:v>0.50170138888643123</c:v>
                </c:pt>
                <c:pt idx="43348">
                  <c:v>0.50171296296321088</c:v>
                </c:pt>
                <c:pt idx="43349">
                  <c:v>0.50172453703271458</c:v>
                </c:pt>
                <c:pt idx="43350">
                  <c:v>0.50173611110949423</c:v>
                </c:pt>
                <c:pt idx="43351">
                  <c:v>0.50174768518627388</c:v>
                </c:pt>
                <c:pt idx="43352">
                  <c:v>0.50175925925577758</c:v>
                </c:pt>
                <c:pt idx="43353">
                  <c:v>0.50177083333255723</c:v>
                </c:pt>
                <c:pt idx="43354">
                  <c:v>0.50178240740206093</c:v>
                </c:pt>
                <c:pt idx="43355">
                  <c:v>0.50179398147884058</c:v>
                </c:pt>
                <c:pt idx="43356">
                  <c:v>0.50180555555562023</c:v>
                </c:pt>
                <c:pt idx="43357">
                  <c:v>0.50181712962512393</c:v>
                </c:pt>
                <c:pt idx="43358">
                  <c:v>0.50182870370190358</c:v>
                </c:pt>
                <c:pt idx="43359">
                  <c:v>0.50184027777868323</c:v>
                </c:pt>
                <c:pt idx="43360">
                  <c:v>0.50185185184818693</c:v>
                </c:pt>
                <c:pt idx="43361">
                  <c:v>0.50186342592496658</c:v>
                </c:pt>
                <c:pt idx="43362">
                  <c:v>0.50187499999447027</c:v>
                </c:pt>
                <c:pt idx="43363">
                  <c:v>0.50188657407124992</c:v>
                </c:pt>
                <c:pt idx="43364">
                  <c:v>0.50189814814802958</c:v>
                </c:pt>
                <c:pt idx="43365">
                  <c:v>0.50190972221753327</c:v>
                </c:pt>
                <c:pt idx="43366">
                  <c:v>0.50192129629431292</c:v>
                </c:pt>
                <c:pt idx="43367">
                  <c:v>0.50193287037109258</c:v>
                </c:pt>
                <c:pt idx="43368">
                  <c:v>0.50194444444059627</c:v>
                </c:pt>
                <c:pt idx="43369">
                  <c:v>0.50195601851737592</c:v>
                </c:pt>
                <c:pt idx="43370">
                  <c:v>0.50196759258687962</c:v>
                </c:pt>
                <c:pt idx="43371">
                  <c:v>0.50197916666365927</c:v>
                </c:pt>
                <c:pt idx="43372">
                  <c:v>0.50199074074043892</c:v>
                </c:pt>
                <c:pt idx="43373">
                  <c:v>0.50200231480994262</c:v>
                </c:pt>
                <c:pt idx="43374">
                  <c:v>0.50201388888672227</c:v>
                </c:pt>
                <c:pt idx="43375">
                  <c:v>0.50202546296350192</c:v>
                </c:pt>
                <c:pt idx="43376">
                  <c:v>0.50203703703300562</c:v>
                </c:pt>
                <c:pt idx="43377">
                  <c:v>0.50204861110978527</c:v>
                </c:pt>
                <c:pt idx="43378">
                  <c:v>0.50206018517928896</c:v>
                </c:pt>
                <c:pt idx="43379">
                  <c:v>0.50207175925606862</c:v>
                </c:pt>
                <c:pt idx="43380">
                  <c:v>0.50208333333284827</c:v>
                </c:pt>
                <c:pt idx="43381">
                  <c:v>0.50209490740235196</c:v>
                </c:pt>
                <c:pt idx="43382">
                  <c:v>0.50210648147913162</c:v>
                </c:pt>
                <c:pt idx="43383">
                  <c:v>0.50211805555591127</c:v>
                </c:pt>
                <c:pt idx="43384">
                  <c:v>0.50212962962541496</c:v>
                </c:pt>
                <c:pt idx="43385">
                  <c:v>0.50214120370219462</c:v>
                </c:pt>
                <c:pt idx="43386">
                  <c:v>0.50215277777897427</c:v>
                </c:pt>
                <c:pt idx="43387">
                  <c:v>0.50216435184847796</c:v>
                </c:pt>
                <c:pt idx="43388">
                  <c:v>0.50217592592525762</c:v>
                </c:pt>
                <c:pt idx="43389">
                  <c:v>0.50218749999476131</c:v>
                </c:pt>
                <c:pt idx="43390">
                  <c:v>0.50219907407154096</c:v>
                </c:pt>
                <c:pt idx="43391">
                  <c:v>0.50221064814832062</c:v>
                </c:pt>
                <c:pt idx="43392">
                  <c:v>0.50222222221782431</c:v>
                </c:pt>
                <c:pt idx="43393">
                  <c:v>0.50223379629460396</c:v>
                </c:pt>
                <c:pt idx="43394">
                  <c:v>0.50224537037138361</c:v>
                </c:pt>
                <c:pt idx="43395">
                  <c:v>0.50225694444088731</c:v>
                </c:pt>
                <c:pt idx="43396">
                  <c:v>0.50226851851766696</c:v>
                </c:pt>
                <c:pt idx="43397">
                  <c:v>0.50228009258717066</c:v>
                </c:pt>
                <c:pt idx="43398">
                  <c:v>0.50229166666395031</c:v>
                </c:pt>
                <c:pt idx="43399">
                  <c:v>0.50230324074072996</c:v>
                </c:pt>
                <c:pt idx="43400">
                  <c:v>0.50231481481023366</c:v>
                </c:pt>
                <c:pt idx="43401">
                  <c:v>0.50232638888701331</c:v>
                </c:pt>
                <c:pt idx="43402">
                  <c:v>0.50233796296379296</c:v>
                </c:pt>
                <c:pt idx="43403">
                  <c:v>0.50234953703329666</c:v>
                </c:pt>
                <c:pt idx="43404">
                  <c:v>0.50236111111007631</c:v>
                </c:pt>
                <c:pt idx="43405">
                  <c:v>0.50237268517958</c:v>
                </c:pt>
                <c:pt idx="43406">
                  <c:v>0.50238425925635966</c:v>
                </c:pt>
                <c:pt idx="43407">
                  <c:v>0.50239583333313931</c:v>
                </c:pt>
                <c:pt idx="43408">
                  <c:v>0.502407407402643</c:v>
                </c:pt>
                <c:pt idx="43409">
                  <c:v>0.50241898147942265</c:v>
                </c:pt>
                <c:pt idx="43410">
                  <c:v>0.50243055555620231</c:v>
                </c:pt>
                <c:pt idx="43411">
                  <c:v>0.502442129625706</c:v>
                </c:pt>
                <c:pt idx="43412">
                  <c:v>0.50245370370248565</c:v>
                </c:pt>
                <c:pt idx="43413">
                  <c:v>0.50246527777198935</c:v>
                </c:pt>
                <c:pt idx="43414">
                  <c:v>0.502476851848769</c:v>
                </c:pt>
                <c:pt idx="43415">
                  <c:v>0.50248842592554865</c:v>
                </c:pt>
                <c:pt idx="43416">
                  <c:v>0.50249999999505235</c:v>
                </c:pt>
                <c:pt idx="43417">
                  <c:v>0.502511574071832</c:v>
                </c:pt>
                <c:pt idx="43418">
                  <c:v>0.50252314814861165</c:v>
                </c:pt>
                <c:pt idx="43419">
                  <c:v>0.50253472221811535</c:v>
                </c:pt>
                <c:pt idx="43420">
                  <c:v>0.502546296294895</c:v>
                </c:pt>
                <c:pt idx="43421">
                  <c:v>0.50255787037167465</c:v>
                </c:pt>
                <c:pt idx="43422">
                  <c:v>0.50256944444117835</c:v>
                </c:pt>
                <c:pt idx="43423">
                  <c:v>0.502581018517958</c:v>
                </c:pt>
                <c:pt idx="43424">
                  <c:v>0.5025925925874617</c:v>
                </c:pt>
                <c:pt idx="43425">
                  <c:v>0.50260416666424135</c:v>
                </c:pt>
                <c:pt idx="43426">
                  <c:v>0.502615740741021</c:v>
                </c:pt>
                <c:pt idx="43427">
                  <c:v>0.50262731481052469</c:v>
                </c:pt>
                <c:pt idx="43428">
                  <c:v>0.50263888888730435</c:v>
                </c:pt>
                <c:pt idx="43429">
                  <c:v>0.502650462964084</c:v>
                </c:pt>
                <c:pt idx="43430">
                  <c:v>0.50266203703358769</c:v>
                </c:pt>
                <c:pt idx="43431">
                  <c:v>0.50267361111036735</c:v>
                </c:pt>
                <c:pt idx="43432">
                  <c:v>0.50268518517987104</c:v>
                </c:pt>
                <c:pt idx="43433">
                  <c:v>0.50269675925665069</c:v>
                </c:pt>
                <c:pt idx="43434">
                  <c:v>0.50270833333343035</c:v>
                </c:pt>
                <c:pt idx="43435">
                  <c:v>0.50271990740293404</c:v>
                </c:pt>
                <c:pt idx="43436">
                  <c:v>0.50273148147971369</c:v>
                </c:pt>
                <c:pt idx="43437">
                  <c:v>0.50274305555649335</c:v>
                </c:pt>
                <c:pt idx="43438">
                  <c:v>0.50275462962599704</c:v>
                </c:pt>
                <c:pt idx="43439">
                  <c:v>0.50276620370277669</c:v>
                </c:pt>
                <c:pt idx="43440">
                  <c:v>0.50277777777228039</c:v>
                </c:pt>
                <c:pt idx="43441">
                  <c:v>0.50278935184906004</c:v>
                </c:pt>
                <c:pt idx="43442">
                  <c:v>0.50280092592583969</c:v>
                </c:pt>
                <c:pt idx="43443">
                  <c:v>0.50281249999534339</c:v>
                </c:pt>
                <c:pt idx="43444">
                  <c:v>0.50282407407212304</c:v>
                </c:pt>
                <c:pt idx="43445">
                  <c:v>0.50283564814890269</c:v>
                </c:pt>
                <c:pt idx="43446">
                  <c:v>0.50284722221840639</c:v>
                </c:pt>
                <c:pt idx="43447">
                  <c:v>0.50285879629518604</c:v>
                </c:pt>
                <c:pt idx="43448">
                  <c:v>0.50287037036468973</c:v>
                </c:pt>
                <c:pt idx="43449">
                  <c:v>0.50288194444146939</c:v>
                </c:pt>
                <c:pt idx="43450">
                  <c:v>0.50289351851824904</c:v>
                </c:pt>
                <c:pt idx="43451">
                  <c:v>0.50290509258775273</c:v>
                </c:pt>
                <c:pt idx="43452">
                  <c:v>0.50291666666453239</c:v>
                </c:pt>
                <c:pt idx="43453">
                  <c:v>0.50292824074131204</c:v>
                </c:pt>
                <c:pt idx="43454">
                  <c:v>0.50293981481081573</c:v>
                </c:pt>
                <c:pt idx="43455">
                  <c:v>0.50295138888759539</c:v>
                </c:pt>
                <c:pt idx="43456">
                  <c:v>0.50296296295709908</c:v>
                </c:pt>
                <c:pt idx="43457">
                  <c:v>0.50297453703387873</c:v>
                </c:pt>
                <c:pt idx="43458">
                  <c:v>0.50298611111065838</c:v>
                </c:pt>
                <c:pt idx="43459">
                  <c:v>0.50299768518016208</c:v>
                </c:pt>
                <c:pt idx="43460">
                  <c:v>0.50300925925694173</c:v>
                </c:pt>
                <c:pt idx="43461">
                  <c:v>0.50302083333372138</c:v>
                </c:pt>
                <c:pt idx="43462">
                  <c:v>0.50303240740322508</c:v>
                </c:pt>
                <c:pt idx="43463">
                  <c:v>0.50304398148000473</c:v>
                </c:pt>
                <c:pt idx="43464">
                  <c:v>0.50305555555678438</c:v>
                </c:pt>
                <c:pt idx="43465">
                  <c:v>0.50306712962628808</c:v>
                </c:pt>
                <c:pt idx="43466">
                  <c:v>0.50307870370306773</c:v>
                </c:pt>
                <c:pt idx="43467">
                  <c:v>0.50309027777257143</c:v>
                </c:pt>
                <c:pt idx="43468">
                  <c:v>0.50310185184935108</c:v>
                </c:pt>
                <c:pt idx="43469">
                  <c:v>0.50311342592613073</c:v>
                </c:pt>
                <c:pt idx="43470">
                  <c:v>0.50312499999563443</c:v>
                </c:pt>
                <c:pt idx="43471">
                  <c:v>0.50313657407241408</c:v>
                </c:pt>
                <c:pt idx="43472">
                  <c:v>0.50314814814919373</c:v>
                </c:pt>
                <c:pt idx="43473">
                  <c:v>0.50315972221869742</c:v>
                </c:pt>
                <c:pt idx="43474">
                  <c:v>0.50317129629547708</c:v>
                </c:pt>
                <c:pt idx="43475">
                  <c:v>0.50318287036498077</c:v>
                </c:pt>
                <c:pt idx="43476">
                  <c:v>0.50319444444176042</c:v>
                </c:pt>
                <c:pt idx="43477">
                  <c:v>0.50320601851854008</c:v>
                </c:pt>
                <c:pt idx="43478">
                  <c:v>0.50321759258804377</c:v>
                </c:pt>
                <c:pt idx="43479">
                  <c:v>0.50322916666482342</c:v>
                </c:pt>
                <c:pt idx="43480">
                  <c:v>0.50324074074160308</c:v>
                </c:pt>
                <c:pt idx="43481">
                  <c:v>0.50325231481110677</c:v>
                </c:pt>
                <c:pt idx="43482">
                  <c:v>0.50326388888788642</c:v>
                </c:pt>
                <c:pt idx="43483">
                  <c:v>0.50327546295739012</c:v>
                </c:pt>
                <c:pt idx="43484">
                  <c:v>0.50328703703416977</c:v>
                </c:pt>
                <c:pt idx="43485">
                  <c:v>0.50329861111094942</c:v>
                </c:pt>
                <c:pt idx="43486">
                  <c:v>0.50331018518045312</c:v>
                </c:pt>
                <c:pt idx="43487">
                  <c:v>0.50332175925723277</c:v>
                </c:pt>
                <c:pt idx="43488">
                  <c:v>0.50333333333401242</c:v>
                </c:pt>
                <c:pt idx="43489">
                  <c:v>0.50334490740351612</c:v>
                </c:pt>
                <c:pt idx="43490">
                  <c:v>0.50335648148029577</c:v>
                </c:pt>
                <c:pt idx="43491">
                  <c:v>0.50336805554979946</c:v>
                </c:pt>
                <c:pt idx="43492">
                  <c:v>0.50337962962657912</c:v>
                </c:pt>
                <c:pt idx="43493">
                  <c:v>0.50339120370335877</c:v>
                </c:pt>
                <c:pt idx="43494">
                  <c:v>0.50340277777286246</c:v>
                </c:pt>
                <c:pt idx="43495">
                  <c:v>0.50341435184964212</c:v>
                </c:pt>
                <c:pt idx="43496">
                  <c:v>0.50342592592642177</c:v>
                </c:pt>
                <c:pt idx="43497">
                  <c:v>0.50343749999592546</c:v>
                </c:pt>
                <c:pt idx="43498">
                  <c:v>0.50344907407270512</c:v>
                </c:pt>
                <c:pt idx="43499">
                  <c:v>0.50346064814948477</c:v>
                </c:pt>
                <c:pt idx="43500">
                  <c:v>0.50347222221898846</c:v>
                </c:pt>
                <c:pt idx="43501">
                  <c:v>0.50348379629576812</c:v>
                </c:pt>
                <c:pt idx="43502">
                  <c:v>0.50349537036527181</c:v>
                </c:pt>
                <c:pt idx="43503">
                  <c:v>0.50350694444205146</c:v>
                </c:pt>
                <c:pt idx="43504">
                  <c:v>0.50351851851883112</c:v>
                </c:pt>
                <c:pt idx="43505">
                  <c:v>0.50353009258833481</c:v>
                </c:pt>
                <c:pt idx="43506">
                  <c:v>0.50354166666511446</c:v>
                </c:pt>
                <c:pt idx="43507">
                  <c:v>0.50355324074189411</c:v>
                </c:pt>
                <c:pt idx="43508">
                  <c:v>0.50356481481139781</c:v>
                </c:pt>
                <c:pt idx="43509">
                  <c:v>0.50357638888817746</c:v>
                </c:pt>
                <c:pt idx="43510">
                  <c:v>0.50358796295768116</c:v>
                </c:pt>
                <c:pt idx="43511">
                  <c:v>0.50359953703446081</c:v>
                </c:pt>
                <c:pt idx="43512">
                  <c:v>0.50361111111124046</c:v>
                </c:pt>
                <c:pt idx="43513">
                  <c:v>0.50362268518074416</c:v>
                </c:pt>
                <c:pt idx="43514">
                  <c:v>0.50363425925752381</c:v>
                </c:pt>
                <c:pt idx="43515">
                  <c:v>0.50364583333430346</c:v>
                </c:pt>
                <c:pt idx="43516">
                  <c:v>0.50365740740380716</c:v>
                </c:pt>
                <c:pt idx="43517">
                  <c:v>0.50366898148058681</c:v>
                </c:pt>
                <c:pt idx="43518">
                  <c:v>0.5036805555500905</c:v>
                </c:pt>
                <c:pt idx="43519">
                  <c:v>0.50369212962687016</c:v>
                </c:pt>
                <c:pt idx="43520">
                  <c:v>0.50370370370364981</c:v>
                </c:pt>
                <c:pt idx="43521">
                  <c:v>0.5037152777731535</c:v>
                </c:pt>
                <c:pt idx="43522">
                  <c:v>0.50372685184993315</c:v>
                </c:pt>
                <c:pt idx="43523">
                  <c:v>0.50373842592671281</c:v>
                </c:pt>
                <c:pt idx="43524">
                  <c:v>0.5037499999962165</c:v>
                </c:pt>
                <c:pt idx="43525">
                  <c:v>0.50376157407299615</c:v>
                </c:pt>
                <c:pt idx="43526">
                  <c:v>0.50377314814249985</c:v>
                </c:pt>
                <c:pt idx="43527">
                  <c:v>0.5037847222192795</c:v>
                </c:pt>
                <c:pt idx="43528">
                  <c:v>0.50379629629605915</c:v>
                </c:pt>
                <c:pt idx="43529">
                  <c:v>0.50380787036556285</c:v>
                </c:pt>
                <c:pt idx="43530">
                  <c:v>0.5038194444423425</c:v>
                </c:pt>
                <c:pt idx="43531">
                  <c:v>0.50383101851912215</c:v>
                </c:pt>
                <c:pt idx="43532">
                  <c:v>0.50384259258862585</c:v>
                </c:pt>
                <c:pt idx="43533">
                  <c:v>0.5038541666654055</c:v>
                </c:pt>
                <c:pt idx="43534">
                  <c:v>0.5038657407349092</c:v>
                </c:pt>
                <c:pt idx="43535">
                  <c:v>0.50387731481168885</c:v>
                </c:pt>
                <c:pt idx="43536">
                  <c:v>0.5038888888884685</c:v>
                </c:pt>
                <c:pt idx="43537">
                  <c:v>0.50390046295797219</c:v>
                </c:pt>
                <c:pt idx="43538">
                  <c:v>0.50391203703475185</c:v>
                </c:pt>
                <c:pt idx="43539">
                  <c:v>0.5039236111115315</c:v>
                </c:pt>
                <c:pt idx="43540">
                  <c:v>0.50393518518103519</c:v>
                </c:pt>
                <c:pt idx="43541">
                  <c:v>0.50394675925781485</c:v>
                </c:pt>
                <c:pt idx="43542">
                  <c:v>0.5039583333345945</c:v>
                </c:pt>
                <c:pt idx="43543">
                  <c:v>0.50396990740409819</c:v>
                </c:pt>
                <c:pt idx="43544">
                  <c:v>0.50398148148087785</c:v>
                </c:pt>
                <c:pt idx="43545">
                  <c:v>0.50399305555038154</c:v>
                </c:pt>
                <c:pt idx="43546">
                  <c:v>0.50400462962716119</c:v>
                </c:pt>
                <c:pt idx="43547">
                  <c:v>0.50401620370394085</c:v>
                </c:pt>
                <c:pt idx="43548">
                  <c:v>0.50402777777344454</c:v>
                </c:pt>
                <c:pt idx="43549">
                  <c:v>0.50403935185022419</c:v>
                </c:pt>
                <c:pt idx="43550">
                  <c:v>0.50405092592700385</c:v>
                </c:pt>
                <c:pt idx="43551">
                  <c:v>0.50406249999650754</c:v>
                </c:pt>
                <c:pt idx="43552">
                  <c:v>0.50407407407328719</c:v>
                </c:pt>
                <c:pt idx="43553">
                  <c:v>0.50408564814279089</c:v>
                </c:pt>
                <c:pt idx="43554">
                  <c:v>0.50409722221957054</c:v>
                </c:pt>
                <c:pt idx="43555">
                  <c:v>0.50410879629635019</c:v>
                </c:pt>
                <c:pt idx="43556">
                  <c:v>0.50412037036585389</c:v>
                </c:pt>
                <c:pt idx="43557">
                  <c:v>0.50413194444263354</c:v>
                </c:pt>
                <c:pt idx="43558">
                  <c:v>0.50414351851941319</c:v>
                </c:pt>
                <c:pt idx="43559">
                  <c:v>0.50415509258891689</c:v>
                </c:pt>
                <c:pt idx="43560">
                  <c:v>0.50416666666569654</c:v>
                </c:pt>
                <c:pt idx="43561">
                  <c:v>0.50417824073520023</c:v>
                </c:pt>
                <c:pt idx="43562">
                  <c:v>0.50418981481197989</c:v>
                </c:pt>
                <c:pt idx="43563">
                  <c:v>0.50420138888875954</c:v>
                </c:pt>
                <c:pt idx="43564">
                  <c:v>0.50421296295826323</c:v>
                </c:pt>
                <c:pt idx="43565">
                  <c:v>0.50422453703504289</c:v>
                </c:pt>
                <c:pt idx="43566">
                  <c:v>0.50423611111182254</c:v>
                </c:pt>
                <c:pt idx="43567">
                  <c:v>0.50424768518132623</c:v>
                </c:pt>
                <c:pt idx="43568">
                  <c:v>0.50425925925810589</c:v>
                </c:pt>
                <c:pt idx="43569">
                  <c:v>0.50427083332760958</c:v>
                </c:pt>
                <c:pt idx="43570">
                  <c:v>0.50428240740438923</c:v>
                </c:pt>
                <c:pt idx="43571">
                  <c:v>0.50429398148116888</c:v>
                </c:pt>
                <c:pt idx="43572">
                  <c:v>0.50430555555067258</c:v>
                </c:pt>
                <c:pt idx="43573">
                  <c:v>0.50431712962745223</c:v>
                </c:pt>
                <c:pt idx="43574">
                  <c:v>0.50432870370423188</c:v>
                </c:pt>
                <c:pt idx="43575">
                  <c:v>0.50434027777373558</c:v>
                </c:pt>
                <c:pt idx="43576">
                  <c:v>0.50435185185051523</c:v>
                </c:pt>
                <c:pt idx="43577">
                  <c:v>0.50436342592001893</c:v>
                </c:pt>
                <c:pt idx="43578">
                  <c:v>0.50437499999679858</c:v>
                </c:pt>
                <c:pt idx="43579">
                  <c:v>0.50438657407357823</c:v>
                </c:pt>
                <c:pt idx="43580">
                  <c:v>0.50439814814308193</c:v>
                </c:pt>
                <c:pt idx="43581">
                  <c:v>0.50440972221986158</c:v>
                </c:pt>
                <c:pt idx="43582">
                  <c:v>0.50442129629664123</c:v>
                </c:pt>
                <c:pt idx="43583">
                  <c:v>0.50443287036614493</c:v>
                </c:pt>
                <c:pt idx="43584">
                  <c:v>0.50444444444292458</c:v>
                </c:pt>
                <c:pt idx="43585">
                  <c:v>0.50445601851970423</c:v>
                </c:pt>
                <c:pt idx="43586">
                  <c:v>0.50446759258920792</c:v>
                </c:pt>
                <c:pt idx="43587">
                  <c:v>0.50447916666598758</c:v>
                </c:pt>
                <c:pt idx="43588">
                  <c:v>0.50449074073549127</c:v>
                </c:pt>
                <c:pt idx="43589">
                  <c:v>0.50450231481227092</c:v>
                </c:pt>
                <c:pt idx="43590">
                  <c:v>0.50451388888905058</c:v>
                </c:pt>
                <c:pt idx="43591">
                  <c:v>0.50452546295855427</c:v>
                </c:pt>
                <c:pt idx="43592">
                  <c:v>0.50453703703533392</c:v>
                </c:pt>
                <c:pt idx="43593">
                  <c:v>0.50454861111211358</c:v>
                </c:pt>
                <c:pt idx="43594">
                  <c:v>0.50456018518161727</c:v>
                </c:pt>
                <c:pt idx="43595">
                  <c:v>0.50457175925839692</c:v>
                </c:pt>
                <c:pt idx="43596">
                  <c:v>0.50458333332790062</c:v>
                </c:pt>
                <c:pt idx="43597">
                  <c:v>0.50459490740468027</c:v>
                </c:pt>
                <c:pt idx="43598">
                  <c:v>0.50460648148145992</c:v>
                </c:pt>
                <c:pt idx="43599">
                  <c:v>0.50461805555096362</c:v>
                </c:pt>
                <c:pt idx="43600">
                  <c:v>0.50462962962774327</c:v>
                </c:pt>
                <c:pt idx="43601">
                  <c:v>0.50464120370452292</c:v>
                </c:pt>
                <c:pt idx="43602">
                  <c:v>0.50465277777402662</c:v>
                </c:pt>
                <c:pt idx="43603">
                  <c:v>0.50466435185080627</c:v>
                </c:pt>
                <c:pt idx="43604">
                  <c:v>0.50467592592030996</c:v>
                </c:pt>
                <c:pt idx="43605">
                  <c:v>0.50468749999708962</c:v>
                </c:pt>
                <c:pt idx="43606">
                  <c:v>0.50469907407386927</c:v>
                </c:pt>
                <c:pt idx="43607">
                  <c:v>0.50471064814337296</c:v>
                </c:pt>
                <c:pt idx="43608">
                  <c:v>0.50472222222015262</c:v>
                </c:pt>
                <c:pt idx="43609">
                  <c:v>0.50473379629693227</c:v>
                </c:pt>
                <c:pt idx="43610">
                  <c:v>0.50474537036643596</c:v>
                </c:pt>
                <c:pt idx="43611">
                  <c:v>0.50475694444321562</c:v>
                </c:pt>
                <c:pt idx="43612">
                  <c:v>0.50476851851271931</c:v>
                </c:pt>
                <c:pt idx="43613">
                  <c:v>0.50478009258949896</c:v>
                </c:pt>
                <c:pt idx="43614">
                  <c:v>0.50479166666627862</c:v>
                </c:pt>
                <c:pt idx="43615">
                  <c:v>0.50480324073578231</c:v>
                </c:pt>
                <c:pt idx="43616">
                  <c:v>0.50481481481256196</c:v>
                </c:pt>
                <c:pt idx="43617">
                  <c:v>0.50482638888934162</c:v>
                </c:pt>
                <c:pt idx="43618">
                  <c:v>0.50483796295884531</c:v>
                </c:pt>
                <c:pt idx="43619">
                  <c:v>0.50484953703562496</c:v>
                </c:pt>
                <c:pt idx="43620">
                  <c:v>0.50486111111240461</c:v>
                </c:pt>
                <c:pt idx="43621">
                  <c:v>0.50487268518190831</c:v>
                </c:pt>
                <c:pt idx="43622">
                  <c:v>0.50488425925868796</c:v>
                </c:pt>
                <c:pt idx="43623">
                  <c:v>0.50489583332819166</c:v>
                </c:pt>
                <c:pt idx="43624">
                  <c:v>0.50490740740497131</c:v>
                </c:pt>
                <c:pt idx="43625">
                  <c:v>0.50491898148175096</c:v>
                </c:pt>
                <c:pt idx="43626">
                  <c:v>0.50493055555125466</c:v>
                </c:pt>
                <c:pt idx="43627">
                  <c:v>0.50494212962803431</c:v>
                </c:pt>
                <c:pt idx="43628">
                  <c:v>0.50495370370481396</c:v>
                </c:pt>
                <c:pt idx="43629">
                  <c:v>0.50496527777431766</c:v>
                </c:pt>
                <c:pt idx="43630">
                  <c:v>0.50497685185109731</c:v>
                </c:pt>
                <c:pt idx="43631">
                  <c:v>0.504988425920601</c:v>
                </c:pt>
                <c:pt idx="43632">
                  <c:v>0.50499999999738066</c:v>
                </c:pt>
                <c:pt idx="43633">
                  <c:v>0.50501157407416031</c:v>
                </c:pt>
                <c:pt idx="43634">
                  <c:v>0.505023148143664</c:v>
                </c:pt>
                <c:pt idx="43635">
                  <c:v>0.50503472222044365</c:v>
                </c:pt>
                <c:pt idx="43636">
                  <c:v>0.50504629629722331</c:v>
                </c:pt>
                <c:pt idx="43637">
                  <c:v>0.505057870366727</c:v>
                </c:pt>
                <c:pt idx="43638">
                  <c:v>0.50506944444350665</c:v>
                </c:pt>
                <c:pt idx="43639">
                  <c:v>0.50508101851301035</c:v>
                </c:pt>
                <c:pt idx="43640">
                  <c:v>0.50509259258979</c:v>
                </c:pt>
                <c:pt idx="43641">
                  <c:v>0.50510416666656965</c:v>
                </c:pt>
                <c:pt idx="43642">
                  <c:v>0.50511574073607335</c:v>
                </c:pt>
                <c:pt idx="43643">
                  <c:v>0.505127314812853</c:v>
                </c:pt>
                <c:pt idx="43644">
                  <c:v>0.50513888888963265</c:v>
                </c:pt>
                <c:pt idx="43645">
                  <c:v>0.50515046295913635</c:v>
                </c:pt>
                <c:pt idx="43646">
                  <c:v>0.505162037035916</c:v>
                </c:pt>
                <c:pt idx="43647">
                  <c:v>0.5051736111054197</c:v>
                </c:pt>
                <c:pt idx="43648">
                  <c:v>0.50518518518219935</c:v>
                </c:pt>
                <c:pt idx="43649">
                  <c:v>0.505196759258979</c:v>
                </c:pt>
                <c:pt idx="43650">
                  <c:v>0.50520833332848269</c:v>
                </c:pt>
                <c:pt idx="43651">
                  <c:v>0.50521990740526235</c:v>
                </c:pt>
                <c:pt idx="43652">
                  <c:v>0.505231481482042</c:v>
                </c:pt>
                <c:pt idx="43653">
                  <c:v>0.50524305555154569</c:v>
                </c:pt>
                <c:pt idx="43654">
                  <c:v>0.50525462962832535</c:v>
                </c:pt>
                <c:pt idx="43655">
                  <c:v>0.50526620369782904</c:v>
                </c:pt>
                <c:pt idx="43656">
                  <c:v>0.50527777777460869</c:v>
                </c:pt>
                <c:pt idx="43657">
                  <c:v>0.50528935185138835</c:v>
                </c:pt>
                <c:pt idx="43658">
                  <c:v>0.50530092592089204</c:v>
                </c:pt>
                <c:pt idx="43659">
                  <c:v>0.50531249999767169</c:v>
                </c:pt>
                <c:pt idx="43660">
                  <c:v>0.50532407407445135</c:v>
                </c:pt>
                <c:pt idx="43661">
                  <c:v>0.50533564814395504</c:v>
                </c:pt>
                <c:pt idx="43662">
                  <c:v>0.50534722222073469</c:v>
                </c:pt>
                <c:pt idx="43663">
                  <c:v>0.50535879629751435</c:v>
                </c:pt>
                <c:pt idx="43664">
                  <c:v>0.50537037036701804</c:v>
                </c:pt>
                <c:pt idx="43665">
                  <c:v>0.50538194444379769</c:v>
                </c:pt>
                <c:pt idx="43666">
                  <c:v>0.50539351851330139</c:v>
                </c:pt>
                <c:pt idx="43667">
                  <c:v>0.50540509259008104</c:v>
                </c:pt>
                <c:pt idx="43668">
                  <c:v>0.50541666666686069</c:v>
                </c:pt>
                <c:pt idx="43669">
                  <c:v>0.50542824073636439</c:v>
                </c:pt>
                <c:pt idx="43670">
                  <c:v>0.50543981481314404</c:v>
                </c:pt>
                <c:pt idx="43671">
                  <c:v>0.50545138888992369</c:v>
                </c:pt>
                <c:pt idx="43672">
                  <c:v>0.50546296295942739</c:v>
                </c:pt>
                <c:pt idx="43673">
                  <c:v>0.50547453703620704</c:v>
                </c:pt>
                <c:pt idx="43674">
                  <c:v>0.50548611110571073</c:v>
                </c:pt>
                <c:pt idx="43675">
                  <c:v>0.50549768518249039</c:v>
                </c:pt>
                <c:pt idx="43676">
                  <c:v>0.50550925925927004</c:v>
                </c:pt>
                <c:pt idx="43677">
                  <c:v>0.50552083332877373</c:v>
                </c:pt>
                <c:pt idx="43678">
                  <c:v>0.50553240740555339</c:v>
                </c:pt>
                <c:pt idx="43679">
                  <c:v>0.50554398148233304</c:v>
                </c:pt>
                <c:pt idx="43680">
                  <c:v>0.50555555555183673</c:v>
                </c:pt>
                <c:pt idx="43681">
                  <c:v>0.50556712962861639</c:v>
                </c:pt>
                <c:pt idx="43682">
                  <c:v>0.50557870369812008</c:v>
                </c:pt>
                <c:pt idx="43683">
                  <c:v>0.50559027777489973</c:v>
                </c:pt>
                <c:pt idx="43684">
                  <c:v>0.50560185185167938</c:v>
                </c:pt>
                <c:pt idx="43685">
                  <c:v>0.50561342592118308</c:v>
                </c:pt>
                <c:pt idx="43686">
                  <c:v>0.50562499999796273</c:v>
                </c:pt>
                <c:pt idx="43687">
                  <c:v>0.50563657407474238</c:v>
                </c:pt>
                <c:pt idx="43688">
                  <c:v>0.50564814814424608</c:v>
                </c:pt>
                <c:pt idx="43689">
                  <c:v>0.50565972222102573</c:v>
                </c:pt>
                <c:pt idx="43690">
                  <c:v>0.50567129629052943</c:v>
                </c:pt>
                <c:pt idx="43691">
                  <c:v>0.50568287036730908</c:v>
                </c:pt>
                <c:pt idx="43692">
                  <c:v>0.50569444444408873</c:v>
                </c:pt>
                <c:pt idx="43693">
                  <c:v>0.50570601851359243</c:v>
                </c:pt>
                <c:pt idx="43694">
                  <c:v>0.50571759259037208</c:v>
                </c:pt>
                <c:pt idx="43695">
                  <c:v>0.50572916666715173</c:v>
                </c:pt>
                <c:pt idx="43696">
                  <c:v>0.50574074073665543</c:v>
                </c:pt>
                <c:pt idx="43697">
                  <c:v>0.50575231481343508</c:v>
                </c:pt>
                <c:pt idx="43698">
                  <c:v>0.50576388889021473</c:v>
                </c:pt>
                <c:pt idx="43699">
                  <c:v>0.50577546295971842</c:v>
                </c:pt>
                <c:pt idx="43700">
                  <c:v>0.50578703703649808</c:v>
                </c:pt>
                <c:pt idx="43701">
                  <c:v>0.50579861110600177</c:v>
                </c:pt>
                <c:pt idx="43702">
                  <c:v>0.50581018518278142</c:v>
                </c:pt>
                <c:pt idx="43703">
                  <c:v>0.50582175925956108</c:v>
                </c:pt>
                <c:pt idx="43704">
                  <c:v>0.50583333332906477</c:v>
                </c:pt>
                <c:pt idx="43705">
                  <c:v>0.50584490740584442</c:v>
                </c:pt>
                <c:pt idx="43706">
                  <c:v>0.50585648148262408</c:v>
                </c:pt>
                <c:pt idx="43707">
                  <c:v>0.50586805555212777</c:v>
                </c:pt>
                <c:pt idx="43708">
                  <c:v>0.50587962962890742</c:v>
                </c:pt>
                <c:pt idx="43709">
                  <c:v>0.50589120369841112</c:v>
                </c:pt>
                <c:pt idx="43710">
                  <c:v>0.50590277777519077</c:v>
                </c:pt>
                <c:pt idx="43711">
                  <c:v>0.50591435185197042</c:v>
                </c:pt>
                <c:pt idx="43712">
                  <c:v>0.50592592592147412</c:v>
                </c:pt>
                <c:pt idx="43713">
                  <c:v>0.50593749999825377</c:v>
                </c:pt>
                <c:pt idx="43714">
                  <c:v>0.50594907407503342</c:v>
                </c:pt>
                <c:pt idx="43715">
                  <c:v>0.50596064814453712</c:v>
                </c:pt>
                <c:pt idx="43716">
                  <c:v>0.50597222222131677</c:v>
                </c:pt>
                <c:pt idx="43717">
                  <c:v>0.50598379629082046</c:v>
                </c:pt>
                <c:pt idx="43718">
                  <c:v>0.50599537036760012</c:v>
                </c:pt>
                <c:pt idx="43719">
                  <c:v>0.50600694444437977</c:v>
                </c:pt>
                <c:pt idx="43720">
                  <c:v>0.50601851851388346</c:v>
                </c:pt>
                <c:pt idx="43721">
                  <c:v>0.50603009259066312</c:v>
                </c:pt>
                <c:pt idx="43722">
                  <c:v>0.50604166666744277</c:v>
                </c:pt>
                <c:pt idx="43723">
                  <c:v>0.50605324073694646</c:v>
                </c:pt>
                <c:pt idx="43724">
                  <c:v>0.50606481481372612</c:v>
                </c:pt>
                <c:pt idx="43725">
                  <c:v>0.50607638888322981</c:v>
                </c:pt>
                <c:pt idx="43726">
                  <c:v>0.50608796296000946</c:v>
                </c:pt>
                <c:pt idx="43727">
                  <c:v>0.50609953703678912</c:v>
                </c:pt>
                <c:pt idx="43728">
                  <c:v>0.50611111110629281</c:v>
                </c:pt>
                <c:pt idx="43729">
                  <c:v>0.50612268518307246</c:v>
                </c:pt>
                <c:pt idx="43730">
                  <c:v>0.50613425925985212</c:v>
                </c:pt>
                <c:pt idx="43731">
                  <c:v>0.50614583332935581</c:v>
                </c:pt>
                <c:pt idx="43732">
                  <c:v>0.50615740740613546</c:v>
                </c:pt>
                <c:pt idx="43733">
                  <c:v>0.50616898147563916</c:v>
                </c:pt>
                <c:pt idx="43734">
                  <c:v>0.50618055555241881</c:v>
                </c:pt>
                <c:pt idx="43735">
                  <c:v>0.50619212962919846</c:v>
                </c:pt>
                <c:pt idx="43736">
                  <c:v>0.50620370369870216</c:v>
                </c:pt>
                <c:pt idx="43737">
                  <c:v>0.50621527777548181</c:v>
                </c:pt>
                <c:pt idx="43738">
                  <c:v>0.50622685185226146</c:v>
                </c:pt>
                <c:pt idx="43739">
                  <c:v>0.50623842592176516</c:v>
                </c:pt>
                <c:pt idx="43740">
                  <c:v>0.50624999999854481</c:v>
                </c:pt>
                <c:pt idx="43741">
                  <c:v>0.50626157407532446</c:v>
                </c:pt>
                <c:pt idx="43742">
                  <c:v>0.50627314814482816</c:v>
                </c:pt>
                <c:pt idx="43743">
                  <c:v>0.50628472222160781</c:v>
                </c:pt>
                <c:pt idx="43744">
                  <c:v>0.5062962962911115</c:v>
                </c:pt>
                <c:pt idx="43745">
                  <c:v>0.50630787036789116</c:v>
                </c:pt>
                <c:pt idx="43746">
                  <c:v>0.50631944444467081</c:v>
                </c:pt>
                <c:pt idx="43747">
                  <c:v>0.5063310185141745</c:v>
                </c:pt>
                <c:pt idx="43748">
                  <c:v>0.50634259259095415</c:v>
                </c:pt>
                <c:pt idx="43749">
                  <c:v>0.50635416666773381</c:v>
                </c:pt>
                <c:pt idx="43750">
                  <c:v>0.5063657407372375</c:v>
                </c:pt>
                <c:pt idx="43751">
                  <c:v>0.50637731481401715</c:v>
                </c:pt>
                <c:pt idx="43752">
                  <c:v>0.50638888888352085</c:v>
                </c:pt>
                <c:pt idx="43753">
                  <c:v>0.5064004629603005</c:v>
                </c:pt>
                <c:pt idx="43754">
                  <c:v>0.50641203703708015</c:v>
                </c:pt>
                <c:pt idx="43755">
                  <c:v>0.50642361110658385</c:v>
                </c:pt>
                <c:pt idx="43756">
                  <c:v>0.5064351851833635</c:v>
                </c:pt>
                <c:pt idx="43757">
                  <c:v>0.50644675926014315</c:v>
                </c:pt>
                <c:pt idx="43758">
                  <c:v>0.50645833332964685</c:v>
                </c:pt>
                <c:pt idx="43759">
                  <c:v>0.5064699074064265</c:v>
                </c:pt>
                <c:pt idx="43760">
                  <c:v>0.5064814814759302</c:v>
                </c:pt>
                <c:pt idx="43761">
                  <c:v>0.50649305555270985</c:v>
                </c:pt>
                <c:pt idx="43762">
                  <c:v>0.5065046296294895</c:v>
                </c:pt>
                <c:pt idx="43763">
                  <c:v>0.50651620369899319</c:v>
                </c:pt>
                <c:pt idx="43764">
                  <c:v>0.50652777777577285</c:v>
                </c:pt>
                <c:pt idx="43765">
                  <c:v>0.5065393518525525</c:v>
                </c:pt>
                <c:pt idx="43766">
                  <c:v>0.50655092592205619</c:v>
                </c:pt>
                <c:pt idx="43767">
                  <c:v>0.50656249999883585</c:v>
                </c:pt>
                <c:pt idx="43768">
                  <c:v>0.50657407406833954</c:v>
                </c:pt>
                <c:pt idx="43769">
                  <c:v>0.50658564814511919</c:v>
                </c:pt>
                <c:pt idx="43770">
                  <c:v>0.50659722222189885</c:v>
                </c:pt>
                <c:pt idx="43771">
                  <c:v>0.50660879629140254</c:v>
                </c:pt>
                <c:pt idx="43772">
                  <c:v>0.50662037036818219</c:v>
                </c:pt>
                <c:pt idx="43773">
                  <c:v>0.50663194444496185</c:v>
                </c:pt>
                <c:pt idx="43774">
                  <c:v>0.50664351851446554</c:v>
                </c:pt>
                <c:pt idx="43775">
                  <c:v>0.50665509259124519</c:v>
                </c:pt>
                <c:pt idx="43776">
                  <c:v>0.50666666666074889</c:v>
                </c:pt>
                <c:pt idx="43777">
                  <c:v>0.50667824073752854</c:v>
                </c:pt>
                <c:pt idx="43778">
                  <c:v>0.50668981481430819</c:v>
                </c:pt>
                <c:pt idx="43779">
                  <c:v>0.50670138888381189</c:v>
                </c:pt>
                <c:pt idx="43780">
                  <c:v>0.50671296296059154</c:v>
                </c:pt>
                <c:pt idx="43781">
                  <c:v>0.50672453703737119</c:v>
                </c:pt>
                <c:pt idx="43782">
                  <c:v>0.50673611110687489</c:v>
                </c:pt>
                <c:pt idx="43783">
                  <c:v>0.50674768518365454</c:v>
                </c:pt>
                <c:pt idx="43784">
                  <c:v>0.50675925926043419</c:v>
                </c:pt>
                <c:pt idx="43785">
                  <c:v>0.50677083332993789</c:v>
                </c:pt>
                <c:pt idx="43786">
                  <c:v>0.50678240740671754</c:v>
                </c:pt>
                <c:pt idx="43787">
                  <c:v>0.50679398147622123</c:v>
                </c:pt>
                <c:pt idx="43788">
                  <c:v>0.50680555555300089</c:v>
                </c:pt>
                <c:pt idx="43789">
                  <c:v>0.50681712962978054</c:v>
                </c:pt>
                <c:pt idx="43790">
                  <c:v>0.50682870369928423</c:v>
                </c:pt>
                <c:pt idx="43791">
                  <c:v>0.50684027777606389</c:v>
                </c:pt>
                <c:pt idx="43792">
                  <c:v>0.50685185185284354</c:v>
                </c:pt>
                <c:pt idx="43793">
                  <c:v>0.50686342592234723</c:v>
                </c:pt>
                <c:pt idx="43794">
                  <c:v>0.50687499999912689</c:v>
                </c:pt>
                <c:pt idx="43795">
                  <c:v>0.50688657406863058</c:v>
                </c:pt>
                <c:pt idx="43796">
                  <c:v>0.50689814814541023</c:v>
                </c:pt>
                <c:pt idx="43797">
                  <c:v>0.50690972222218988</c:v>
                </c:pt>
                <c:pt idx="43798">
                  <c:v>0.50692129629169358</c:v>
                </c:pt>
                <c:pt idx="43799">
                  <c:v>0.50693287036847323</c:v>
                </c:pt>
                <c:pt idx="43800">
                  <c:v>0.50694444444525288</c:v>
                </c:pt>
                <c:pt idx="43801">
                  <c:v>0.50695601851475658</c:v>
                </c:pt>
                <c:pt idx="43802">
                  <c:v>0.50696759259153623</c:v>
                </c:pt>
                <c:pt idx="43803">
                  <c:v>0.50697916666103993</c:v>
                </c:pt>
                <c:pt idx="43804">
                  <c:v>0.50699074073781958</c:v>
                </c:pt>
                <c:pt idx="43805">
                  <c:v>0.50700231481459923</c:v>
                </c:pt>
                <c:pt idx="43806">
                  <c:v>0.50701388888410293</c:v>
                </c:pt>
                <c:pt idx="43807">
                  <c:v>0.50702546296088258</c:v>
                </c:pt>
                <c:pt idx="43808">
                  <c:v>0.50703703703766223</c:v>
                </c:pt>
                <c:pt idx="43809">
                  <c:v>0.50704861110716593</c:v>
                </c:pt>
                <c:pt idx="43810">
                  <c:v>0.50706018518394558</c:v>
                </c:pt>
                <c:pt idx="43811">
                  <c:v>0.50707175925344927</c:v>
                </c:pt>
                <c:pt idx="43812">
                  <c:v>0.50708333333022892</c:v>
                </c:pt>
                <c:pt idx="43813">
                  <c:v>0.50709490740700858</c:v>
                </c:pt>
                <c:pt idx="43814">
                  <c:v>0.50710648147651227</c:v>
                </c:pt>
                <c:pt idx="43815">
                  <c:v>0.50711805555329192</c:v>
                </c:pt>
                <c:pt idx="43816">
                  <c:v>0.50712962963007158</c:v>
                </c:pt>
                <c:pt idx="43817">
                  <c:v>0.50714120369957527</c:v>
                </c:pt>
                <c:pt idx="43818">
                  <c:v>0.50715277777635492</c:v>
                </c:pt>
                <c:pt idx="43819">
                  <c:v>0.50716435185313458</c:v>
                </c:pt>
                <c:pt idx="43820">
                  <c:v>0.50717592592263827</c:v>
                </c:pt>
                <c:pt idx="43821">
                  <c:v>0.50718749999941792</c:v>
                </c:pt>
                <c:pt idx="43822">
                  <c:v>0.50719907406892162</c:v>
                </c:pt>
                <c:pt idx="43823">
                  <c:v>0.50721064814570127</c:v>
                </c:pt>
                <c:pt idx="43824">
                  <c:v>0.50722222222248092</c:v>
                </c:pt>
                <c:pt idx="43825">
                  <c:v>0.50723379629198462</c:v>
                </c:pt>
                <c:pt idx="43826">
                  <c:v>0.50724537036876427</c:v>
                </c:pt>
                <c:pt idx="43827">
                  <c:v>0.50725694444554392</c:v>
                </c:pt>
                <c:pt idx="43828">
                  <c:v>0.50726851851504762</c:v>
                </c:pt>
                <c:pt idx="43829">
                  <c:v>0.50728009259182727</c:v>
                </c:pt>
                <c:pt idx="43830">
                  <c:v>0.50729166666133096</c:v>
                </c:pt>
                <c:pt idx="43831">
                  <c:v>0.50730324073811062</c:v>
                </c:pt>
                <c:pt idx="43832">
                  <c:v>0.50731481481489027</c:v>
                </c:pt>
                <c:pt idx="43833">
                  <c:v>0.50732638888439396</c:v>
                </c:pt>
                <c:pt idx="43834">
                  <c:v>0.50733796296117362</c:v>
                </c:pt>
                <c:pt idx="43835">
                  <c:v>0.50734953703795327</c:v>
                </c:pt>
                <c:pt idx="43836">
                  <c:v>0.50736111110745696</c:v>
                </c:pt>
                <c:pt idx="43837">
                  <c:v>0.50737268518423662</c:v>
                </c:pt>
                <c:pt idx="43838">
                  <c:v>0.50738425925374031</c:v>
                </c:pt>
                <c:pt idx="43839">
                  <c:v>0.50739583333051996</c:v>
                </c:pt>
                <c:pt idx="43840">
                  <c:v>0.50740740740729962</c:v>
                </c:pt>
                <c:pt idx="43841">
                  <c:v>0.50741898147680331</c:v>
                </c:pt>
                <c:pt idx="43842">
                  <c:v>0.50743055555358296</c:v>
                </c:pt>
                <c:pt idx="43843">
                  <c:v>0.50744212963036261</c:v>
                </c:pt>
                <c:pt idx="43844">
                  <c:v>0.50745370369986631</c:v>
                </c:pt>
                <c:pt idx="43845">
                  <c:v>0.50746527777664596</c:v>
                </c:pt>
                <c:pt idx="43846">
                  <c:v>0.50747685184614966</c:v>
                </c:pt>
                <c:pt idx="43847">
                  <c:v>0.50748842592292931</c:v>
                </c:pt>
                <c:pt idx="43848">
                  <c:v>0.50749999999970896</c:v>
                </c:pt>
                <c:pt idx="43849">
                  <c:v>0.50751157406921266</c:v>
                </c:pt>
                <c:pt idx="43850">
                  <c:v>0.50752314814599231</c:v>
                </c:pt>
                <c:pt idx="43851">
                  <c:v>0.50753472222277196</c:v>
                </c:pt>
                <c:pt idx="43852">
                  <c:v>0.50754629629227566</c:v>
                </c:pt>
                <c:pt idx="43853">
                  <c:v>0.50755787036905531</c:v>
                </c:pt>
                <c:pt idx="43854">
                  <c:v>0.507569444438559</c:v>
                </c:pt>
                <c:pt idx="43855">
                  <c:v>0.50758101851533866</c:v>
                </c:pt>
                <c:pt idx="43856">
                  <c:v>0.50759259259211831</c:v>
                </c:pt>
                <c:pt idx="43857">
                  <c:v>0.507604166661622</c:v>
                </c:pt>
                <c:pt idx="43858">
                  <c:v>0.50761574073840166</c:v>
                </c:pt>
                <c:pt idx="43859">
                  <c:v>0.50762731481518131</c:v>
                </c:pt>
                <c:pt idx="43860">
                  <c:v>0.507638888884685</c:v>
                </c:pt>
                <c:pt idx="43861">
                  <c:v>0.50765046296146465</c:v>
                </c:pt>
                <c:pt idx="43862">
                  <c:v>0.50766203703824431</c:v>
                </c:pt>
                <c:pt idx="43863">
                  <c:v>0.507673611107748</c:v>
                </c:pt>
                <c:pt idx="43864">
                  <c:v>0.50768518518452765</c:v>
                </c:pt>
                <c:pt idx="43865">
                  <c:v>0.50769675925403135</c:v>
                </c:pt>
                <c:pt idx="43866">
                  <c:v>0.507708333330811</c:v>
                </c:pt>
                <c:pt idx="43867">
                  <c:v>0.50771990740759065</c:v>
                </c:pt>
                <c:pt idx="43868">
                  <c:v>0.50773148147709435</c:v>
                </c:pt>
                <c:pt idx="43869">
                  <c:v>0.507743055553874</c:v>
                </c:pt>
                <c:pt idx="43870">
                  <c:v>0.50775462963065365</c:v>
                </c:pt>
                <c:pt idx="43871">
                  <c:v>0.50776620370015735</c:v>
                </c:pt>
                <c:pt idx="43872">
                  <c:v>0.507777777776937</c:v>
                </c:pt>
                <c:pt idx="43873">
                  <c:v>0.5077893518464407</c:v>
                </c:pt>
                <c:pt idx="43874">
                  <c:v>0.50780092592322035</c:v>
                </c:pt>
                <c:pt idx="43875">
                  <c:v>0.5078125</c:v>
                </c:pt>
                <c:pt idx="43876">
                  <c:v>0.50782407406950369</c:v>
                </c:pt>
                <c:pt idx="43877">
                  <c:v>0.50783564814628335</c:v>
                </c:pt>
                <c:pt idx="43878">
                  <c:v>0.507847222223063</c:v>
                </c:pt>
                <c:pt idx="43879">
                  <c:v>0.50785879629256669</c:v>
                </c:pt>
                <c:pt idx="43880">
                  <c:v>0.50787037036934635</c:v>
                </c:pt>
                <c:pt idx="43881">
                  <c:v>0.50788194443885004</c:v>
                </c:pt>
                <c:pt idx="43882">
                  <c:v>0.50789351851562969</c:v>
                </c:pt>
                <c:pt idx="43883">
                  <c:v>0.50790509259240935</c:v>
                </c:pt>
                <c:pt idx="43884">
                  <c:v>0.50791666666191304</c:v>
                </c:pt>
                <c:pt idx="43885">
                  <c:v>0.50792824073869269</c:v>
                </c:pt>
                <c:pt idx="43886">
                  <c:v>0.50793981481547235</c:v>
                </c:pt>
                <c:pt idx="43887">
                  <c:v>0.50795138888497604</c:v>
                </c:pt>
                <c:pt idx="43888">
                  <c:v>0.50796296296175569</c:v>
                </c:pt>
                <c:pt idx="43889">
                  <c:v>0.50797453703125939</c:v>
                </c:pt>
                <c:pt idx="43890">
                  <c:v>0.50798611110803904</c:v>
                </c:pt>
                <c:pt idx="43891">
                  <c:v>0.50799768518481869</c:v>
                </c:pt>
                <c:pt idx="43892">
                  <c:v>0.50800925925432239</c:v>
                </c:pt>
                <c:pt idx="43893">
                  <c:v>0.50802083333110204</c:v>
                </c:pt>
                <c:pt idx="43894">
                  <c:v>0.50803240740788169</c:v>
                </c:pt>
                <c:pt idx="43895">
                  <c:v>0.50804398147738539</c:v>
                </c:pt>
                <c:pt idx="43896">
                  <c:v>0.50805555555416504</c:v>
                </c:pt>
                <c:pt idx="43897">
                  <c:v>0.50806712963094469</c:v>
                </c:pt>
                <c:pt idx="43898">
                  <c:v>0.50807870370044839</c:v>
                </c:pt>
                <c:pt idx="43899">
                  <c:v>0.50809027777722804</c:v>
                </c:pt>
                <c:pt idx="43900">
                  <c:v>0.50810185184673173</c:v>
                </c:pt>
                <c:pt idx="43901">
                  <c:v>0.50811342592351139</c:v>
                </c:pt>
                <c:pt idx="43902">
                  <c:v>0.50812500000029104</c:v>
                </c:pt>
                <c:pt idx="43903">
                  <c:v>0.50813657406979473</c:v>
                </c:pt>
                <c:pt idx="43904">
                  <c:v>0.50814814814657439</c:v>
                </c:pt>
                <c:pt idx="43905">
                  <c:v>0.50815972222335404</c:v>
                </c:pt>
                <c:pt idx="43906">
                  <c:v>0.50817129629285773</c:v>
                </c:pt>
                <c:pt idx="43907">
                  <c:v>0.50818287036963739</c:v>
                </c:pt>
                <c:pt idx="43908">
                  <c:v>0.50819444443914108</c:v>
                </c:pt>
                <c:pt idx="43909">
                  <c:v>0.50820601851592073</c:v>
                </c:pt>
                <c:pt idx="43910">
                  <c:v>0.50821759259270038</c:v>
                </c:pt>
                <c:pt idx="43911">
                  <c:v>0.50822916666220408</c:v>
                </c:pt>
                <c:pt idx="43912">
                  <c:v>0.50824074073898373</c:v>
                </c:pt>
                <c:pt idx="43913">
                  <c:v>0.50825231481576338</c:v>
                </c:pt>
                <c:pt idx="43914">
                  <c:v>0.50826388888526708</c:v>
                </c:pt>
                <c:pt idx="43915">
                  <c:v>0.50827546296204673</c:v>
                </c:pt>
                <c:pt idx="43916">
                  <c:v>0.50828703703155043</c:v>
                </c:pt>
                <c:pt idx="43917">
                  <c:v>0.50829861110833008</c:v>
                </c:pt>
                <c:pt idx="43918">
                  <c:v>0.50831018518510973</c:v>
                </c:pt>
                <c:pt idx="43919">
                  <c:v>0.50832175925461343</c:v>
                </c:pt>
                <c:pt idx="43920">
                  <c:v>0.50833333333139308</c:v>
                </c:pt>
                <c:pt idx="43921">
                  <c:v>0.50834490740817273</c:v>
                </c:pt>
                <c:pt idx="43922">
                  <c:v>0.50835648147767643</c:v>
                </c:pt>
                <c:pt idx="43923">
                  <c:v>0.50836805555445608</c:v>
                </c:pt>
                <c:pt idx="43924">
                  <c:v>0.50837962962395977</c:v>
                </c:pt>
                <c:pt idx="43925">
                  <c:v>0.50839120370073942</c:v>
                </c:pt>
                <c:pt idx="43926">
                  <c:v>0.50840277777751908</c:v>
                </c:pt>
                <c:pt idx="43927">
                  <c:v>0.50841435184702277</c:v>
                </c:pt>
                <c:pt idx="43928">
                  <c:v>0.50842592592380242</c:v>
                </c:pt>
                <c:pt idx="43929">
                  <c:v>0.50843750000058208</c:v>
                </c:pt>
                <c:pt idx="43930">
                  <c:v>0.50844907407008577</c:v>
                </c:pt>
                <c:pt idx="43931">
                  <c:v>0.50846064814686542</c:v>
                </c:pt>
                <c:pt idx="43932">
                  <c:v>0.50847222221636912</c:v>
                </c:pt>
                <c:pt idx="43933">
                  <c:v>0.50848379629314877</c:v>
                </c:pt>
                <c:pt idx="43934">
                  <c:v>0.50849537036992842</c:v>
                </c:pt>
                <c:pt idx="43935">
                  <c:v>0.50850694443943212</c:v>
                </c:pt>
                <c:pt idx="43936">
                  <c:v>0.50851851851621177</c:v>
                </c:pt>
                <c:pt idx="43937">
                  <c:v>0.50853009259299142</c:v>
                </c:pt>
                <c:pt idx="43938">
                  <c:v>0.50854166666249512</c:v>
                </c:pt>
                <c:pt idx="43939">
                  <c:v>0.50855324073927477</c:v>
                </c:pt>
                <c:pt idx="43940">
                  <c:v>0.50856481481605442</c:v>
                </c:pt>
                <c:pt idx="43941">
                  <c:v>0.50857638888555812</c:v>
                </c:pt>
                <c:pt idx="43942">
                  <c:v>0.50858796296233777</c:v>
                </c:pt>
                <c:pt idx="43943">
                  <c:v>0.50859953703184146</c:v>
                </c:pt>
                <c:pt idx="43944">
                  <c:v>0.50861111110862112</c:v>
                </c:pt>
                <c:pt idx="43945">
                  <c:v>0.50862268518540077</c:v>
                </c:pt>
                <c:pt idx="43946">
                  <c:v>0.50863425925490446</c:v>
                </c:pt>
                <c:pt idx="43947">
                  <c:v>0.50864583333168412</c:v>
                </c:pt>
                <c:pt idx="43948">
                  <c:v>0.50865740740846377</c:v>
                </c:pt>
                <c:pt idx="43949">
                  <c:v>0.50866898147796746</c:v>
                </c:pt>
                <c:pt idx="43950">
                  <c:v>0.50868055555474712</c:v>
                </c:pt>
                <c:pt idx="43951">
                  <c:v>0.50869212962425081</c:v>
                </c:pt>
                <c:pt idx="43952">
                  <c:v>0.50870370370103046</c:v>
                </c:pt>
                <c:pt idx="43953">
                  <c:v>0.50871527777781012</c:v>
                </c:pt>
                <c:pt idx="43954">
                  <c:v>0.50872685184731381</c:v>
                </c:pt>
                <c:pt idx="43955">
                  <c:v>0.50873842592409346</c:v>
                </c:pt>
                <c:pt idx="43956">
                  <c:v>0.50875000000087311</c:v>
                </c:pt>
                <c:pt idx="43957">
                  <c:v>0.50876157407037681</c:v>
                </c:pt>
                <c:pt idx="43958">
                  <c:v>0.50877314814715646</c:v>
                </c:pt>
                <c:pt idx="43959">
                  <c:v>0.50878472221666016</c:v>
                </c:pt>
                <c:pt idx="43960">
                  <c:v>0.50879629629343981</c:v>
                </c:pt>
                <c:pt idx="43961">
                  <c:v>0.50880787037021946</c:v>
                </c:pt>
                <c:pt idx="43962">
                  <c:v>0.50881944443972316</c:v>
                </c:pt>
                <c:pt idx="43963">
                  <c:v>0.50883101851650281</c:v>
                </c:pt>
                <c:pt idx="43964">
                  <c:v>0.50884259259328246</c:v>
                </c:pt>
                <c:pt idx="43965">
                  <c:v>0.50885416666278616</c:v>
                </c:pt>
                <c:pt idx="43966">
                  <c:v>0.50886574073956581</c:v>
                </c:pt>
                <c:pt idx="43967">
                  <c:v>0.5088773148090695</c:v>
                </c:pt>
                <c:pt idx="43968">
                  <c:v>0.50888888888584916</c:v>
                </c:pt>
                <c:pt idx="43969">
                  <c:v>0.50890046296262881</c:v>
                </c:pt>
                <c:pt idx="43970">
                  <c:v>0.5089120370321325</c:v>
                </c:pt>
                <c:pt idx="43971">
                  <c:v>0.50892361110891216</c:v>
                </c:pt>
                <c:pt idx="43972">
                  <c:v>0.50893518518569181</c:v>
                </c:pt>
                <c:pt idx="43973">
                  <c:v>0.5089467592551955</c:v>
                </c:pt>
                <c:pt idx="43974">
                  <c:v>0.50895833333197515</c:v>
                </c:pt>
                <c:pt idx="43975">
                  <c:v>0.50896990740147885</c:v>
                </c:pt>
                <c:pt idx="43976">
                  <c:v>0.5089814814782585</c:v>
                </c:pt>
                <c:pt idx="43977">
                  <c:v>0.50899305555503815</c:v>
                </c:pt>
                <c:pt idx="43978">
                  <c:v>0.50900462962454185</c:v>
                </c:pt>
                <c:pt idx="43979">
                  <c:v>0.5090162037013215</c:v>
                </c:pt>
                <c:pt idx="43980">
                  <c:v>0.50902777777810115</c:v>
                </c:pt>
                <c:pt idx="43981">
                  <c:v>0.50903935184760485</c:v>
                </c:pt>
                <c:pt idx="43982">
                  <c:v>0.5090509259243845</c:v>
                </c:pt>
                <c:pt idx="43983">
                  <c:v>0.50906250000116415</c:v>
                </c:pt>
                <c:pt idx="43984">
                  <c:v>0.50907407407066785</c:v>
                </c:pt>
                <c:pt idx="43985">
                  <c:v>0.5090856481474475</c:v>
                </c:pt>
                <c:pt idx="43986">
                  <c:v>0.5090972222169512</c:v>
                </c:pt>
                <c:pt idx="43987">
                  <c:v>0.50910879629373085</c:v>
                </c:pt>
                <c:pt idx="43988">
                  <c:v>0.5091203703705105</c:v>
                </c:pt>
                <c:pt idx="43989">
                  <c:v>0.50913194444001419</c:v>
                </c:pt>
                <c:pt idx="43990">
                  <c:v>0.50914351851679385</c:v>
                </c:pt>
                <c:pt idx="43991">
                  <c:v>0.5091550925935735</c:v>
                </c:pt>
                <c:pt idx="43992">
                  <c:v>0.50916666666307719</c:v>
                </c:pt>
                <c:pt idx="43993">
                  <c:v>0.50917824073985685</c:v>
                </c:pt>
                <c:pt idx="43994">
                  <c:v>0.50918981480936054</c:v>
                </c:pt>
                <c:pt idx="43995">
                  <c:v>0.50920138888614019</c:v>
                </c:pt>
                <c:pt idx="43996">
                  <c:v>0.50921296296291985</c:v>
                </c:pt>
                <c:pt idx="43997">
                  <c:v>0.50922453703242354</c:v>
                </c:pt>
                <c:pt idx="43998">
                  <c:v>0.50923611110920319</c:v>
                </c:pt>
                <c:pt idx="43999">
                  <c:v>0.50924768518598285</c:v>
                </c:pt>
                <c:pt idx="44000">
                  <c:v>0.50925925925548654</c:v>
                </c:pt>
                <c:pt idx="44001">
                  <c:v>0.50927083333226619</c:v>
                </c:pt>
                <c:pt idx="44002">
                  <c:v>0.50928240740176989</c:v>
                </c:pt>
                <c:pt idx="44003">
                  <c:v>0.50929398147854954</c:v>
                </c:pt>
                <c:pt idx="44004">
                  <c:v>0.50930555555532919</c:v>
                </c:pt>
                <c:pt idx="44005">
                  <c:v>0.50931712962483289</c:v>
                </c:pt>
                <c:pt idx="44006">
                  <c:v>0.50932870370161254</c:v>
                </c:pt>
                <c:pt idx="44007">
                  <c:v>0.50934027777839219</c:v>
                </c:pt>
                <c:pt idx="44008">
                  <c:v>0.50935185184789589</c:v>
                </c:pt>
                <c:pt idx="44009">
                  <c:v>0.50936342592467554</c:v>
                </c:pt>
                <c:pt idx="44010">
                  <c:v>0.50937499999417923</c:v>
                </c:pt>
                <c:pt idx="44011">
                  <c:v>0.50938657407095889</c:v>
                </c:pt>
                <c:pt idx="44012">
                  <c:v>0.50939814814773854</c:v>
                </c:pt>
                <c:pt idx="44013">
                  <c:v>0.50940972221724223</c:v>
                </c:pt>
                <c:pt idx="44014">
                  <c:v>0.50942129629402189</c:v>
                </c:pt>
                <c:pt idx="44015">
                  <c:v>0.50943287037080154</c:v>
                </c:pt>
                <c:pt idx="44016">
                  <c:v>0.50944444444030523</c:v>
                </c:pt>
                <c:pt idx="44017">
                  <c:v>0.50945601851708489</c:v>
                </c:pt>
                <c:pt idx="44018">
                  <c:v>0.50946759259386454</c:v>
                </c:pt>
                <c:pt idx="44019">
                  <c:v>0.50947916666336823</c:v>
                </c:pt>
                <c:pt idx="44020">
                  <c:v>0.50949074074014788</c:v>
                </c:pt>
                <c:pt idx="44021">
                  <c:v>0.50950231480965158</c:v>
                </c:pt>
                <c:pt idx="44022">
                  <c:v>0.50951388888643123</c:v>
                </c:pt>
                <c:pt idx="44023">
                  <c:v>0.50952546296321088</c:v>
                </c:pt>
                <c:pt idx="44024">
                  <c:v>0.50953703703271458</c:v>
                </c:pt>
                <c:pt idx="44025">
                  <c:v>0.50954861110949423</c:v>
                </c:pt>
                <c:pt idx="44026">
                  <c:v>0.50956018518627388</c:v>
                </c:pt>
                <c:pt idx="44027">
                  <c:v>0.50957175925577758</c:v>
                </c:pt>
                <c:pt idx="44028">
                  <c:v>0.50958333333255723</c:v>
                </c:pt>
                <c:pt idx="44029">
                  <c:v>0.50959490740206093</c:v>
                </c:pt>
                <c:pt idx="44030">
                  <c:v>0.50960648147884058</c:v>
                </c:pt>
                <c:pt idx="44031">
                  <c:v>0.50961805555562023</c:v>
                </c:pt>
                <c:pt idx="44032">
                  <c:v>0.50962962962512393</c:v>
                </c:pt>
                <c:pt idx="44033">
                  <c:v>0.50964120370190358</c:v>
                </c:pt>
                <c:pt idx="44034">
                  <c:v>0.50965277777868323</c:v>
                </c:pt>
                <c:pt idx="44035">
                  <c:v>0.50966435184818693</c:v>
                </c:pt>
                <c:pt idx="44036">
                  <c:v>0.50967592592496658</c:v>
                </c:pt>
                <c:pt idx="44037">
                  <c:v>0.50968749999447027</c:v>
                </c:pt>
                <c:pt idx="44038">
                  <c:v>0.50969907407124992</c:v>
                </c:pt>
                <c:pt idx="44039">
                  <c:v>0.50971064814802958</c:v>
                </c:pt>
                <c:pt idx="44040">
                  <c:v>0.50972222221753327</c:v>
                </c:pt>
                <c:pt idx="44041">
                  <c:v>0.50973379629431292</c:v>
                </c:pt>
                <c:pt idx="44042">
                  <c:v>0.50974537037109258</c:v>
                </c:pt>
                <c:pt idx="44043">
                  <c:v>0.50975694444059627</c:v>
                </c:pt>
                <c:pt idx="44044">
                  <c:v>0.50976851851737592</c:v>
                </c:pt>
                <c:pt idx="44045">
                  <c:v>0.50978009258687962</c:v>
                </c:pt>
                <c:pt idx="44046">
                  <c:v>0.50979166666365927</c:v>
                </c:pt>
                <c:pt idx="44047">
                  <c:v>0.50980324074043892</c:v>
                </c:pt>
                <c:pt idx="44048">
                  <c:v>0.50981481480994262</c:v>
                </c:pt>
                <c:pt idx="44049">
                  <c:v>0.50982638888672227</c:v>
                </c:pt>
                <c:pt idx="44050">
                  <c:v>0.50983796296350192</c:v>
                </c:pt>
                <c:pt idx="44051">
                  <c:v>0.50984953703300562</c:v>
                </c:pt>
                <c:pt idx="44052">
                  <c:v>0.50986111110978527</c:v>
                </c:pt>
                <c:pt idx="44053">
                  <c:v>0.50987268517928896</c:v>
                </c:pt>
                <c:pt idx="44054">
                  <c:v>0.50988425925606862</c:v>
                </c:pt>
                <c:pt idx="44055">
                  <c:v>0.50989583333284827</c:v>
                </c:pt>
                <c:pt idx="44056">
                  <c:v>0.50990740740235196</c:v>
                </c:pt>
                <c:pt idx="44057">
                  <c:v>0.50991898147913162</c:v>
                </c:pt>
                <c:pt idx="44058">
                  <c:v>0.50993055555591127</c:v>
                </c:pt>
                <c:pt idx="44059">
                  <c:v>0.50994212962541496</c:v>
                </c:pt>
                <c:pt idx="44060">
                  <c:v>0.50995370370219462</c:v>
                </c:pt>
                <c:pt idx="44061">
                  <c:v>0.50996527777897427</c:v>
                </c:pt>
                <c:pt idx="44062">
                  <c:v>0.50997685184847796</c:v>
                </c:pt>
                <c:pt idx="44063">
                  <c:v>0.50998842592525762</c:v>
                </c:pt>
                <c:pt idx="44064">
                  <c:v>0.50999999999476131</c:v>
                </c:pt>
                <c:pt idx="44065">
                  <c:v>0.51001157407154096</c:v>
                </c:pt>
                <c:pt idx="44066">
                  <c:v>0.51002314814832062</c:v>
                </c:pt>
                <c:pt idx="44067">
                  <c:v>0.51003472221782431</c:v>
                </c:pt>
                <c:pt idx="44068">
                  <c:v>0.51004629629460396</c:v>
                </c:pt>
                <c:pt idx="44069">
                  <c:v>0.51005787037138361</c:v>
                </c:pt>
                <c:pt idx="44070">
                  <c:v>0.51006944444088731</c:v>
                </c:pt>
                <c:pt idx="44071">
                  <c:v>0.51008101851766696</c:v>
                </c:pt>
                <c:pt idx="44072">
                  <c:v>0.51009259258717066</c:v>
                </c:pt>
                <c:pt idx="44073">
                  <c:v>0.51010416666395031</c:v>
                </c:pt>
                <c:pt idx="44074">
                  <c:v>0.51011574074072996</c:v>
                </c:pt>
                <c:pt idx="44075">
                  <c:v>0.51012731481023366</c:v>
                </c:pt>
                <c:pt idx="44076">
                  <c:v>0.51013888888701331</c:v>
                </c:pt>
                <c:pt idx="44077">
                  <c:v>0.51015046296379296</c:v>
                </c:pt>
                <c:pt idx="44078">
                  <c:v>0.51016203703329666</c:v>
                </c:pt>
                <c:pt idx="44079">
                  <c:v>0.51017361111007631</c:v>
                </c:pt>
                <c:pt idx="44080">
                  <c:v>0.51018518517958</c:v>
                </c:pt>
                <c:pt idx="44081">
                  <c:v>0.51019675925635966</c:v>
                </c:pt>
                <c:pt idx="44082">
                  <c:v>0.51020833333313931</c:v>
                </c:pt>
                <c:pt idx="44083">
                  <c:v>0.510219907402643</c:v>
                </c:pt>
                <c:pt idx="44084">
                  <c:v>0.51023148147942265</c:v>
                </c:pt>
                <c:pt idx="44085">
                  <c:v>0.51024305555620231</c:v>
                </c:pt>
                <c:pt idx="44086">
                  <c:v>0.510254629625706</c:v>
                </c:pt>
                <c:pt idx="44087">
                  <c:v>0.51026620370248565</c:v>
                </c:pt>
                <c:pt idx="44088">
                  <c:v>0.51027777777198935</c:v>
                </c:pt>
                <c:pt idx="44089">
                  <c:v>0.510289351848769</c:v>
                </c:pt>
                <c:pt idx="44090">
                  <c:v>0.51030092592554865</c:v>
                </c:pt>
                <c:pt idx="44091">
                  <c:v>0.51031249999505235</c:v>
                </c:pt>
                <c:pt idx="44092">
                  <c:v>0.510324074071832</c:v>
                </c:pt>
                <c:pt idx="44093">
                  <c:v>0.51033564814861165</c:v>
                </c:pt>
                <c:pt idx="44094">
                  <c:v>0.51034722221811535</c:v>
                </c:pt>
                <c:pt idx="44095">
                  <c:v>0.510358796294895</c:v>
                </c:pt>
                <c:pt idx="44096">
                  <c:v>0.51037037037167465</c:v>
                </c:pt>
                <c:pt idx="44097">
                  <c:v>0.51038194444117835</c:v>
                </c:pt>
                <c:pt idx="44098">
                  <c:v>0.510393518517958</c:v>
                </c:pt>
                <c:pt idx="44099">
                  <c:v>0.5104050925874617</c:v>
                </c:pt>
                <c:pt idx="44100">
                  <c:v>0.51041666666424135</c:v>
                </c:pt>
                <c:pt idx="44101">
                  <c:v>0.510428240741021</c:v>
                </c:pt>
                <c:pt idx="44102">
                  <c:v>0.51043981481052469</c:v>
                </c:pt>
                <c:pt idx="44103">
                  <c:v>0.51045138888730435</c:v>
                </c:pt>
                <c:pt idx="44104">
                  <c:v>0.510462962964084</c:v>
                </c:pt>
                <c:pt idx="44105">
                  <c:v>0.51047453703358769</c:v>
                </c:pt>
                <c:pt idx="44106">
                  <c:v>0.51048611111036735</c:v>
                </c:pt>
                <c:pt idx="44107">
                  <c:v>0.51049768517987104</c:v>
                </c:pt>
                <c:pt idx="44108">
                  <c:v>0.51050925925665069</c:v>
                </c:pt>
                <c:pt idx="44109">
                  <c:v>0.51052083333343035</c:v>
                </c:pt>
                <c:pt idx="44110">
                  <c:v>0.51053240740293404</c:v>
                </c:pt>
                <c:pt idx="44111">
                  <c:v>0.51054398147971369</c:v>
                </c:pt>
                <c:pt idx="44112">
                  <c:v>0.51055555555649335</c:v>
                </c:pt>
                <c:pt idx="44113">
                  <c:v>0.51056712962599704</c:v>
                </c:pt>
                <c:pt idx="44114">
                  <c:v>0.51057870370277669</c:v>
                </c:pt>
                <c:pt idx="44115">
                  <c:v>0.51059027777228039</c:v>
                </c:pt>
                <c:pt idx="44116">
                  <c:v>0.51060185184906004</c:v>
                </c:pt>
                <c:pt idx="44117">
                  <c:v>0.51061342592583969</c:v>
                </c:pt>
                <c:pt idx="44118">
                  <c:v>0.51062499999534339</c:v>
                </c:pt>
                <c:pt idx="44119">
                  <c:v>0.51063657407212304</c:v>
                </c:pt>
                <c:pt idx="44120">
                  <c:v>0.51064814814890269</c:v>
                </c:pt>
                <c:pt idx="44121">
                  <c:v>0.51065972221840639</c:v>
                </c:pt>
                <c:pt idx="44122">
                  <c:v>0.51067129629518604</c:v>
                </c:pt>
                <c:pt idx="44123">
                  <c:v>0.51068287036468973</c:v>
                </c:pt>
                <c:pt idx="44124">
                  <c:v>0.51069444444146939</c:v>
                </c:pt>
                <c:pt idx="44125">
                  <c:v>0.51070601851824904</c:v>
                </c:pt>
                <c:pt idx="44126">
                  <c:v>0.51071759258775273</c:v>
                </c:pt>
                <c:pt idx="44127">
                  <c:v>0.51072916666453239</c:v>
                </c:pt>
                <c:pt idx="44128">
                  <c:v>0.51074074074131204</c:v>
                </c:pt>
                <c:pt idx="44129">
                  <c:v>0.51075231481081573</c:v>
                </c:pt>
                <c:pt idx="44130">
                  <c:v>0.51076388888759539</c:v>
                </c:pt>
                <c:pt idx="44131">
                  <c:v>0.51077546295709908</c:v>
                </c:pt>
                <c:pt idx="44132">
                  <c:v>0.51078703703387873</c:v>
                </c:pt>
                <c:pt idx="44133">
                  <c:v>0.51079861111065838</c:v>
                </c:pt>
                <c:pt idx="44134">
                  <c:v>0.51081018518016208</c:v>
                </c:pt>
                <c:pt idx="44135">
                  <c:v>0.51082175925694173</c:v>
                </c:pt>
                <c:pt idx="44136">
                  <c:v>0.51083333333372138</c:v>
                </c:pt>
                <c:pt idx="44137">
                  <c:v>0.51084490740322508</c:v>
                </c:pt>
                <c:pt idx="44138">
                  <c:v>0.51085648148000473</c:v>
                </c:pt>
                <c:pt idx="44139">
                  <c:v>0.51086805555678438</c:v>
                </c:pt>
                <c:pt idx="44140">
                  <c:v>0.51087962962628808</c:v>
                </c:pt>
                <c:pt idx="44141">
                  <c:v>0.51089120370306773</c:v>
                </c:pt>
                <c:pt idx="44142">
                  <c:v>0.51090277777257143</c:v>
                </c:pt>
                <c:pt idx="44143">
                  <c:v>0.51091435184935108</c:v>
                </c:pt>
                <c:pt idx="44144">
                  <c:v>0.51092592592613073</c:v>
                </c:pt>
                <c:pt idx="44145">
                  <c:v>0.51093749999563443</c:v>
                </c:pt>
                <c:pt idx="44146">
                  <c:v>0.51094907407241408</c:v>
                </c:pt>
                <c:pt idx="44147">
                  <c:v>0.51096064814919373</c:v>
                </c:pt>
                <c:pt idx="44148">
                  <c:v>0.51097222221869742</c:v>
                </c:pt>
                <c:pt idx="44149">
                  <c:v>0.51098379629547708</c:v>
                </c:pt>
                <c:pt idx="44150">
                  <c:v>0.51099537036498077</c:v>
                </c:pt>
                <c:pt idx="44151">
                  <c:v>0.51100694444176042</c:v>
                </c:pt>
                <c:pt idx="44152">
                  <c:v>0.51101851851854008</c:v>
                </c:pt>
                <c:pt idx="44153">
                  <c:v>0.51103009258804377</c:v>
                </c:pt>
                <c:pt idx="44154">
                  <c:v>0.51104166666482342</c:v>
                </c:pt>
                <c:pt idx="44155">
                  <c:v>0.51105324074160308</c:v>
                </c:pt>
                <c:pt idx="44156">
                  <c:v>0.51106481481110677</c:v>
                </c:pt>
                <c:pt idx="44157">
                  <c:v>0.51107638888788642</c:v>
                </c:pt>
                <c:pt idx="44158">
                  <c:v>0.51108796295739012</c:v>
                </c:pt>
                <c:pt idx="44159">
                  <c:v>0.51109953703416977</c:v>
                </c:pt>
                <c:pt idx="44160">
                  <c:v>0.51111111111094942</c:v>
                </c:pt>
                <c:pt idx="44161">
                  <c:v>0.51112268518045312</c:v>
                </c:pt>
                <c:pt idx="44162">
                  <c:v>0.51113425925723277</c:v>
                </c:pt>
                <c:pt idx="44163">
                  <c:v>0.51114583333401242</c:v>
                </c:pt>
                <c:pt idx="44164">
                  <c:v>0.51115740740351612</c:v>
                </c:pt>
                <c:pt idx="44165">
                  <c:v>0.51116898148029577</c:v>
                </c:pt>
                <c:pt idx="44166">
                  <c:v>0.51118055554979946</c:v>
                </c:pt>
                <c:pt idx="44167">
                  <c:v>0.51119212962657912</c:v>
                </c:pt>
                <c:pt idx="44168">
                  <c:v>0.51120370370335877</c:v>
                </c:pt>
                <c:pt idx="44169">
                  <c:v>0.51121527777286246</c:v>
                </c:pt>
                <c:pt idx="44170">
                  <c:v>0.51122685184964212</c:v>
                </c:pt>
                <c:pt idx="44171">
                  <c:v>0.51123842592642177</c:v>
                </c:pt>
                <c:pt idx="44172">
                  <c:v>0.51124999999592546</c:v>
                </c:pt>
                <c:pt idx="44173">
                  <c:v>0.51126157407270512</c:v>
                </c:pt>
                <c:pt idx="44174">
                  <c:v>0.51127314814948477</c:v>
                </c:pt>
                <c:pt idx="44175">
                  <c:v>0.51128472221898846</c:v>
                </c:pt>
                <c:pt idx="44176">
                  <c:v>0.51129629629576812</c:v>
                </c:pt>
                <c:pt idx="44177">
                  <c:v>0.51130787036527181</c:v>
                </c:pt>
                <c:pt idx="44178">
                  <c:v>0.51131944444205146</c:v>
                </c:pt>
                <c:pt idx="44179">
                  <c:v>0.51133101851883112</c:v>
                </c:pt>
                <c:pt idx="44180">
                  <c:v>0.51134259258833481</c:v>
                </c:pt>
                <c:pt idx="44181">
                  <c:v>0.51135416666511446</c:v>
                </c:pt>
                <c:pt idx="44182">
                  <c:v>0.51136574074189411</c:v>
                </c:pt>
                <c:pt idx="44183">
                  <c:v>0.51137731481139781</c:v>
                </c:pt>
                <c:pt idx="44184">
                  <c:v>0.51138888888817746</c:v>
                </c:pt>
                <c:pt idx="44185">
                  <c:v>0.51140046295768116</c:v>
                </c:pt>
                <c:pt idx="44186">
                  <c:v>0.51141203703446081</c:v>
                </c:pt>
                <c:pt idx="44187">
                  <c:v>0.51142361111124046</c:v>
                </c:pt>
                <c:pt idx="44188">
                  <c:v>0.51143518518074416</c:v>
                </c:pt>
                <c:pt idx="44189">
                  <c:v>0.51144675925752381</c:v>
                </c:pt>
                <c:pt idx="44190">
                  <c:v>0.51145833333430346</c:v>
                </c:pt>
                <c:pt idx="44191">
                  <c:v>0.51146990740380716</c:v>
                </c:pt>
                <c:pt idx="44192">
                  <c:v>0.51148148148058681</c:v>
                </c:pt>
                <c:pt idx="44193">
                  <c:v>0.5114930555500905</c:v>
                </c:pt>
                <c:pt idx="44194">
                  <c:v>0.51150462962687016</c:v>
                </c:pt>
                <c:pt idx="44195">
                  <c:v>0.51151620370364981</c:v>
                </c:pt>
                <c:pt idx="44196">
                  <c:v>0.5115277777731535</c:v>
                </c:pt>
                <c:pt idx="44197">
                  <c:v>0.51153935184993315</c:v>
                </c:pt>
                <c:pt idx="44198">
                  <c:v>0.51155092592671281</c:v>
                </c:pt>
                <c:pt idx="44199">
                  <c:v>0.5115624999962165</c:v>
                </c:pt>
                <c:pt idx="44200">
                  <c:v>0.51157407407299615</c:v>
                </c:pt>
                <c:pt idx="44201">
                  <c:v>0.51158564814249985</c:v>
                </c:pt>
                <c:pt idx="44202">
                  <c:v>0.5115972222192795</c:v>
                </c:pt>
                <c:pt idx="44203">
                  <c:v>0.51160879629605915</c:v>
                </c:pt>
                <c:pt idx="44204">
                  <c:v>0.51162037036556285</c:v>
                </c:pt>
                <c:pt idx="44205">
                  <c:v>0.5116319444423425</c:v>
                </c:pt>
                <c:pt idx="44206">
                  <c:v>0.51164351851912215</c:v>
                </c:pt>
                <c:pt idx="44207">
                  <c:v>0.51165509258862585</c:v>
                </c:pt>
                <c:pt idx="44208">
                  <c:v>0.5116666666654055</c:v>
                </c:pt>
                <c:pt idx="44209">
                  <c:v>0.5116782407349092</c:v>
                </c:pt>
                <c:pt idx="44210">
                  <c:v>0.51168981481168885</c:v>
                </c:pt>
                <c:pt idx="44211">
                  <c:v>0.5117013888884685</c:v>
                </c:pt>
                <c:pt idx="44212">
                  <c:v>0.51171296295797219</c:v>
                </c:pt>
                <c:pt idx="44213">
                  <c:v>0.51172453703475185</c:v>
                </c:pt>
                <c:pt idx="44214">
                  <c:v>0.5117361111115315</c:v>
                </c:pt>
                <c:pt idx="44215">
                  <c:v>0.51174768518103519</c:v>
                </c:pt>
                <c:pt idx="44216">
                  <c:v>0.51175925925781485</c:v>
                </c:pt>
                <c:pt idx="44217">
                  <c:v>0.5117708333345945</c:v>
                </c:pt>
                <c:pt idx="44218">
                  <c:v>0.51178240740409819</c:v>
                </c:pt>
                <c:pt idx="44219">
                  <c:v>0.51179398148087785</c:v>
                </c:pt>
                <c:pt idx="44220">
                  <c:v>0.51180555555038154</c:v>
                </c:pt>
                <c:pt idx="44221">
                  <c:v>0.51181712962716119</c:v>
                </c:pt>
                <c:pt idx="44222">
                  <c:v>0.51182870370394085</c:v>
                </c:pt>
                <c:pt idx="44223">
                  <c:v>0.51184027777344454</c:v>
                </c:pt>
                <c:pt idx="44224">
                  <c:v>0.51185185185022419</c:v>
                </c:pt>
                <c:pt idx="44225">
                  <c:v>0.51186342592700385</c:v>
                </c:pt>
                <c:pt idx="44226">
                  <c:v>0.51187499999650754</c:v>
                </c:pt>
                <c:pt idx="44227">
                  <c:v>0.51188657407328719</c:v>
                </c:pt>
                <c:pt idx="44228">
                  <c:v>0.51189814814279089</c:v>
                </c:pt>
                <c:pt idx="44229">
                  <c:v>0.51190972221957054</c:v>
                </c:pt>
                <c:pt idx="44230">
                  <c:v>0.51192129629635019</c:v>
                </c:pt>
                <c:pt idx="44231">
                  <c:v>0.51193287036585389</c:v>
                </c:pt>
                <c:pt idx="44232">
                  <c:v>0.51194444444263354</c:v>
                </c:pt>
                <c:pt idx="44233">
                  <c:v>0.51195601851941319</c:v>
                </c:pt>
                <c:pt idx="44234">
                  <c:v>0.51196759258891689</c:v>
                </c:pt>
                <c:pt idx="44235">
                  <c:v>0.51197916666569654</c:v>
                </c:pt>
                <c:pt idx="44236">
                  <c:v>0.51199074073520023</c:v>
                </c:pt>
                <c:pt idx="44237">
                  <c:v>0.51200231481197989</c:v>
                </c:pt>
                <c:pt idx="44238">
                  <c:v>0.51201388888875954</c:v>
                </c:pt>
                <c:pt idx="44239">
                  <c:v>0.51202546295826323</c:v>
                </c:pt>
                <c:pt idx="44240">
                  <c:v>0.51203703703504289</c:v>
                </c:pt>
                <c:pt idx="44241">
                  <c:v>0.51204861111182254</c:v>
                </c:pt>
                <c:pt idx="44242">
                  <c:v>0.51206018518132623</c:v>
                </c:pt>
                <c:pt idx="44243">
                  <c:v>0.51207175925810589</c:v>
                </c:pt>
                <c:pt idx="44244">
                  <c:v>0.51208333332760958</c:v>
                </c:pt>
                <c:pt idx="44245">
                  <c:v>0.51209490740438923</c:v>
                </c:pt>
                <c:pt idx="44246">
                  <c:v>0.51210648148116888</c:v>
                </c:pt>
                <c:pt idx="44247">
                  <c:v>0.51211805555067258</c:v>
                </c:pt>
                <c:pt idx="44248">
                  <c:v>0.51212962962745223</c:v>
                </c:pt>
                <c:pt idx="44249">
                  <c:v>0.51214120370423188</c:v>
                </c:pt>
                <c:pt idx="44250">
                  <c:v>0.51215277777373558</c:v>
                </c:pt>
                <c:pt idx="44251">
                  <c:v>0.51216435185051523</c:v>
                </c:pt>
                <c:pt idx="44252">
                  <c:v>0.51217592592001893</c:v>
                </c:pt>
                <c:pt idx="44253">
                  <c:v>0.51218749999679858</c:v>
                </c:pt>
                <c:pt idx="44254">
                  <c:v>0.51219907407357823</c:v>
                </c:pt>
                <c:pt idx="44255">
                  <c:v>0.51221064814308193</c:v>
                </c:pt>
                <c:pt idx="44256">
                  <c:v>0.51222222221986158</c:v>
                </c:pt>
                <c:pt idx="44257">
                  <c:v>0.51223379629664123</c:v>
                </c:pt>
                <c:pt idx="44258">
                  <c:v>0.51224537036614493</c:v>
                </c:pt>
                <c:pt idx="44259">
                  <c:v>0.51225694444292458</c:v>
                </c:pt>
                <c:pt idx="44260">
                  <c:v>0.51226851851970423</c:v>
                </c:pt>
                <c:pt idx="44261">
                  <c:v>0.51228009258920792</c:v>
                </c:pt>
                <c:pt idx="44262">
                  <c:v>0.51229166666598758</c:v>
                </c:pt>
                <c:pt idx="44263">
                  <c:v>0.51230324073549127</c:v>
                </c:pt>
                <c:pt idx="44264">
                  <c:v>0.51231481481227092</c:v>
                </c:pt>
                <c:pt idx="44265">
                  <c:v>0.51232638888905058</c:v>
                </c:pt>
                <c:pt idx="44266">
                  <c:v>0.51233796295855427</c:v>
                </c:pt>
                <c:pt idx="44267">
                  <c:v>0.51234953703533392</c:v>
                </c:pt>
                <c:pt idx="44268">
                  <c:v>0.51236111111211358</c:v>
                </c:pt>
                <c:pt idx="44269">
                  <c:v>0.51237268518161727</c:v>
                </c:pt>
                <c:pt idx="44270">
                  <c:v>0.51238425925839692</c:v>
                </c:pt>
                <c:pt idx="44271">
                  <c:v>0.51239583332790062</c:v>
                </c:pt>
                <c:pt idx="44272">
                  <c:v>0.51240740740468027</c:v>
                </c:pt>
                <c:pt idx="44273">
                  <c:v>0.51241898148145992</c:v>
                </c:pt>
                <c:pt idx="44274">
                  <c:v>0.51243055555096362</c:v>
                </c:pt>
                <c:pt idx="44275">
                  <c:v>0.51244212962774327</c:v>
                </c:pt>
                <c:pt idx="44276">
                  <c:v>0.51245370370452292</c:v>
                </c:pt>
                <c:pt idx="44277">
                  <c:v>0.51246527777402662</c:v>
                </c:pt>
                <c:pt idx="44278">
                  <c:v>0.51247685185080627</c:v>
                </c:pt>
                <c:pt idx="44279">
                  <c:v>0.51248842592030996</c:v>
                </c:pt>
                <c:pt idx="44280">
                  <c:v>0.51249999999708962</c:v>
                </c:pt>
                <c:pt idx="44281">
                  <c:v>0.51251157407386927</c:v>
                </c:pt>
                <c:pt idx="44282">
                  <c:v>0.51252314814337296</c:v>
                </c:pt>
                <c:pt idx="44283">
                  <c:v>0.51253472222015262</c:v>
                </c:pt>
                <c:pt idx="44284">
                  <c:v>0.51254629629693227</c:v>
                </c:pt>
                <c:pt idx="44285">
                  <c:v>0.51255787036643596</c:v>
                </c:pt>
                <c:pt idx="44286">
                  <c:v>0.51256944444321562</c:v>
                </c:pt>
                <c:pt idx="44287">
                  <c:v>0.51258101851271931</c:v>
                </c:pt>
                <c:pt idx="44288">
                  <c:v>0.51259259258949896</c:v>
                </c:pt>
                <c:pt idx="44289">
                  <c:v>0.51260416666627862</c:v>
                </c:pt>
                <c:pt idx="44290">
                  <c:v>0.51261574073578231</c:v>
                </c:pt>
                <c:pt idx="44291">
                  <c:v>0.51262731481256196</c:v>
                </c:pt>
                <c:pt idx="44292">
                  <c:v>0.51263888888934162</c:v>
                </c:pt>
                <c:pt idx="44293">
                  <c:v>0.51265046295884531</c:v>
                </c:pt>
                <c:pt idx="44294">
                  <c:v>0.51266203703562496</c:v>
                </c:pt>
                <c:pt idx="44295">
                  <c:v>0.51267361111240461</c:v>
                </c:pt>
                <c:pt idx="44296">
                  <c:v>0.51268518518190831</c:v>
                </c:pt>
                <c:pt idx="44297">
                  <c:v>0.51269675925868796</c:v>
                </c:pt>
                <c:pt idx="44298">
                  <c:v>0.51270833332819166</c:v>
                </c:pt>
                <c:pt idx="44299">
                  <c:v>0.51271990740497131</c:v>
                </c:pt>
                <c:pt idx="44300">
                  <c:v>0.51273148148175096</c:v>
                </c:pt>
                <c:pt idx="44301">
                  <c:v>0.51274305555125466</c:v>
                </c:pt>
                <c:pt idx="44302">
                  <c:v>0.51275462962803431</c:v>
                </c:pt>
                <c:pt idx="44303">
                  <c:v>0.51276620370481396</c:v>
                </c:pt>
                <c:pt idx="44304">
                  <c:v>0.51277777777431766</c:v>
                </c:pt>
                <c:pt idx="44305">
                  <c:v>0.51278935185109731</c:v>
                </c:pt>
                <c:pt idx="44306">
                  <c:v>0.512800925920601</c:v>
                </c:pt>
                <c:pt idx="44307">
                  <c:v>0.51281249999738066</c:v>
                </c:pt>
                <c:pt idx="44308">
                  <c:v>0.51282407407416031</c:v>
                </c:pt>
                <c:pt idx="44309">
                  <c:v>0.512835648143664</c:v>
                </c:pt>
                <c:pt idx="44310">
                  <c:v>0.51284722222044365</c:v>
                </c:pt>
                <c:pt idx="44311">
                  <c:v>0.51285879629722331</c:v>
                </c:pt>
                <c:pt idx="44312">
                  <c:v>0.512870370366727</c:v>
                </c:pt>
                <c:pt idx="44313">
                  <c:v>0.51288194444350665</c:v>
                </c:pt>
                <c:pt idx="44314">
                  <c:v>0.51289351851301035</c:v>
                </c:pt>
                <c:pt idx="44315">
                  <c:v>0.51290509258979</c:v>
                </c:pt>
                <c:pt idx="44316">
                  <c:v>0.51291666666656965</c:v>
                </c:pt>
                <c:pt idx="44317">
                  <c:v>0.51292824073607335</c:v>
                </c:pt>
                <c:pt idx="44318">
                  <c:v>0.512939814812853</c:v>
                </c:pt>
                <c:pt idx="44319">
                  <c:v>0.51295138888963265</c:v>
                </c:pt>
                <c:pt idx="44320">
                  <c:v>0.51296296295913635</c:v>
                </c:pt>
                <c:pt idx="44321">
                  <c:v>0.512974537035916</c:v>
                </c:pt>
                <c:pt idx="44322">
                  <c:v>0.5129861111054197</c:v>
                </c:pt>
                <c:pt idx="44323">
                  <c:v>0.51299768518219935</c:v>
                </c:pt>
                <c:pt idx="44324">
                  <c:v>0.513009259258979</c:v>
                </c:pt>
                <c:pt idx="44325">
                  <c:v>0.51302083332848269</c:v>
                </c:pt>
                <c:pt idx="44326">
                  <c:v>0.51303240740526235</c:v>
                </c:pt>
                <c:pt idx="44327">
                  <c:v>0.513043981482042</c:v>
                </c:pt>
                <c:pt idx="44328">
                  <c:v>0.51305555555154569</c:v>
                </c:pt>
                <c:pt idx="44329">
                  <c:v>0.51306712962832535</c:v>
                </c:pt>
                <c:pt idx="44330">
                  <c:v>0.51307870369782904</c:v>
                </c:pt>
                <c:pt idx="44331">
                  <c:v>0.51309027777460869</c:v>
                </c:pt>
                <c:pt idx="44332">
                  <c:v>0.51310185185138835</c:v>
                </c:pt>
                <c:pt idx="44333">
                  <c:v>0.51311342592089204</c:v>
                </c:pt>
                <c:pt idx="44334">
                  <c:v>0.51312499999767169</c:v>
                </c:pt>
                <c:pt idx="44335">
                  <c:v>0.51313657407445135</c:v>
                </c:pt>
                <c:pt idx="44336">
                  <c:v>0.51314814814395504</c:v>
                </c:pt>
                <c:pt idx="44337">
                  <c:v>0.51315972222073469</c:v>
                </c:pt>
                <c:pt idx="44338">
                  <c:v>0.51317129629751435</c:v>
                </c:pt>
                <c:pt idx="44339">
                  <c:v>0.51318287036701804</c:v>
                </c:pt>
                <c:pt idx="44340">
                  <c:v>0.51319444444379769</c:v>
                </c:pt>
                <c:pt idx="44341">
                  <c:v>0.51320601851330139</c:v>
                </c:pt>
                <c:pt idx="44342">
                  <c:v>0.51321759259008104</c:v>
                </c:pt>
                <c:pt idx="44343">
                  <c:v>0.51322916666686069</c:v>
                </c:pt>
                <c:pt idx="44344">
                  <c:v>0.51324074073636439</c:v>
                </c:pt>
                <c:pt idx="44345">
                  <c:v>0.51325231481314404</c:v>
                </c:pt>
                <c:pt idx="44346">
                  <c:v>0.51326388888992369</c:v>
                </c:pt>
                <c:pt idx="44347">
                  <c:v>0.51327546295942739</c:v>
                </c:pt>
                <c:pt idx="44348">
                  <c:v>0.51328703703620704</c:v>
                </c:pt>
                <c:pt idx="44349">
                  <c:v>0.51329861110571073</c:v>
                </c:pt>
                <c:pt idx="44350">
                  <c:v>0.51331018518249039</c:v>
                </c:pt>
                <c:pt idx="44351">
                  <c:v>0.51332175925927004</c:v>
                </c:pt>
                <c:pt idx="44352">
                  <c:v>0.51333333332877373</c:v>
                </c:pt>
                <c:pt idx="44353">
                  <c:v>0.51334490740555339</c:v>
                </c:pt>
                <c:pt idx="44354">
                  <c:v>0.51335648148233304</c:v>
                </c:pt>
                <c:pt idx="44355">
                  <c:v>0.51336805555183673</c:v>
                </c:pt>
                <c:pt idx="44356">
                  <c:v>0.51337962962861639</c:v>
                </c:pt>
                <c:pt idx="44357">
                  <c:v>0.51339120369812008</c:v>
                </c:pt>
                <c:pt idx="44358">
                  <c:v>0.51340277777489973</c:v>
                </c:pt>
                <c:pt idx="44359">
                  <c:v>0.51341435185167938</c:v>
                </c:pt>
                <c:pt idx="44360">
                  <c:v>0.51342592592118308</c:v>
                </c:pt>
                <c:pt idx="44361">
                  <c:v>0.51343749999796273</c:v>
                </c:pt>
                <c:pt idx="44362">
                  <c:v>0.51344907407474238</c:v>
                </c:pt>
                <c:pt idx="44363">
                  <c:v>0.51346064814424608</c:v>
                </c:pt>
                <c:pt idx="44364">
                  <c:v>0.51347222222102573</c:v>
                </c:pt>
                <c:pt idx="44365">
                  <c:v>0.51348379629052943</c:v>
                </c:pt>
                <c:pt idx="44366">
                  <c:v>0.51349537036730908</c:v>
                </c:pt>
                <c:pt idx="44367">
                  <c:v>0.51350694444408873</c:v>
                </c:pt>
                <c:pt idx="44368">
                  <c:v>0.51351851851359243</c:v>
                </c:pt>
                <c:pt idx="44369">
                  <c:v>0.51353009259037208</c:v>
                </c:pt>
                <c:pt idx="44370">
                  <c:v>0.51354166666715173</c:v>
                </c:pt>
                <c:pt idx="44371">
                  <c:v>0.51355324073665543</c:v>
                </c:pt>
                <c:pt idx="44372">
                  <c:v>0.51356481481343508</c:v>
                </c:pt>
                <c:pt idx="44373">
                  <c:v>0.51357638889021473</c:v>
                </c:pt>
                <c:pt idx="44374">
                  <c:v>0.51358796295971842</c:v>
                </c:pt>
                <c:pt idx="44375">
                  <c:v>0.51359953703649808</c:v>
                </c:pt>
                <c:pt idx="44376">
                  <c:v>0.51361111110600177</c:v>
                </c:pt>
                <c:pt idx="44377">
                  <c:v>0.51362268518278142</c:v>
                </c:pt>
                <c:pt idx="44378">
                  <c:v>0.51363425925956108</c:v>
                </c:pt>
                <c:pt idx="44379">
                  <c:v>0.51364583332906477</c:v>
                </c:pt>
                <c:pt idx="44380">
                  <c:v>0.51365740740584442</c:v>
                </c:pt>
                <c:pt idx="44381">
                  <c:v>0.51366898148262408</c:v>
                </c:pt>
                <c:pt idx="44382">
                  <c:v>0.51368055555212777</c:v>
                </c:pt>
                <c:pt idx="44383">
                  <c:v>0.51369212962890742</c:v>
                </c:pt>
                <c:pt idx="44384">
                  <c:v>0.51370370369841112</c:v>
                </c:pt>
                <c:pt idx="44385">
                  <c:v>0.51371527777519077</c:v>
                </c:pt>
                <c:pt idx="44386">
                  <c:v>0.51372685185197042</c:v>
                </c:pt>
                <c:pt idx="44387">
                  <c:v>0.51373842592147412</c:v>
                </c:pt>
                <c:pt idx="44388">
                  <c:v>0.51374999999825377</c:v>
                </c:pt>
                <c:pt idx="44389">
                  <c:v>0.51376157407503342</c:v>
                </c:pt>
                <c:pt idx="44390">
                  <c:v>0.51377314814453712</c:v>
                </c:pt>
                <c:pt idx="44391">
                  <c:v>0.51378472222131677</c:v>
                </c:pt>
                <c:pt idx="44392">
                  <c:v>0.51379629629082046</c:v>
                </c:pt>
                <c:pt idx="44393">
                  <c:v>0.51380787036760012</c:v>
                </c:pt>
                <c:pt idx="44394">
                  <c:v>0.51381944444437977</c:v>
                </c:pt>
                <c:pt idx="44395">
                  <c:v>0.51383101851388346</c:v>
                </c:pt>
                <c:pt idx="44396">
                  <c:v>0.51384259259066312</c:v>
                </c:pt>
                <c:pt idx="44397">
                  <c:v>0.51385416666744277</c:v>
                </c:pt>
                <c:pt idx="44398">
                  <c:v>0.51386574073694646</c:v>
                </c:pt>
                <c:pt idx="44399">
                  <c:v>0.51387731481372612</c:v>
                </c:pt>
                <c:pt idx="44400">
                  <c:v>0.51388888888322981</c:v>
                </c:pt>
                <c:pt idx="44401">
                  <c:v>0.51390046296000946</c:v>
                </c:pt>
                <c:pt idx="44402">
                  <c:v>0.51391203703678912</c:v>
                </c:pt>
                <c:pt idx="44403">
                  <c:v>0.51392361110629281</c:v>
                </c:pt>
                <c:pt idx="44404">
                  <c:v>0.51393518518307246</c:v>
                </c:pt>
                <c:pt idx="44405">
                  <c:v>0.51394675925985212</c:v>
                </c:pt>
                <c:pt idx="44406">
                  <c:v>0.51395833332935581</c:v>
                </c:pt>
                <c:pt idx="44407">
                  <c:v>0.51396990740613546</c:v>
                </c:pt>
                <c:pt idx="44408">
                  <c:v>0.51398148147563916</c:v>
                </c:pt>
                <c:pt idx="44409">
                  <c:v>0.51399305555241881</c:v>
                </c:pt>
                <c:pt idx="44410">
                  <c:v>0.51400462962919846</c:v>
                </c:pt>
                <c:pt idx="44411">
                  <c:v>0.51401620369870216</c:v>
                </c:pt>
                <c:pt idx="44412">
                  <c:v>0.51402777777548181</c:v>
                </c:pt>
                <c:pt idx="44413">
                  <c:v>0.51403935185226146</c:v>
                </c:pt>
                <c:pt idx="44414">
                  <c:v>0.51405092592176516</c:v>
                </c:pt>
                <c:pt idx="44415">
                  <c:v>0.51406249999854481</c:v>
                </c:pt>
                <c:pt idx="44416">
                  <c:v>0.51407407407532446</c:v>
                </c:pt>
                <c:pt idx="44417">
                  <c:v>0.51408564814482816</c:v>
                </c:pt>
                <c:pt idx="44418">
                  <c:v>0.51409722222160781</c:v>
                </c:pt>
                <c:pt idx="44419">
                  <c:v>0.5141087962911115</c:v>
                </c:pt>
                <c:pt idx="44420">
                  <c:v>0.51412037036789116</c:v>
                </c:pt>
                <c:pt idx="44421">
                  <c:v>0.51413194444467081</c:v>
                </c:pt>
                <c:pt idx="44422">
                  <c:v>0.5141435185141745</c:v>
                </c:pt>
                <c:pt idx="44423">
                  <c:v>0.51415509259095415</c:v>
                </c:pt>
                <c:pt idx="44424">
                  <c:v>0.51416666666773381</c:v>
                </c:pt>
                <c:pt idx="44425">
                  <c:v>0.5141782407372375</c:v>
                </c:pt>
                <c:pt idx="44426">
                  <c:v>0.51418981481401715</c:v>
                </c:pt>
                <c:pt idx="44427">
                  <c:v>0.51420138888352085</c:v>
                </c:pt>
                <c:pt idx="44428">
                  <c:v>0.5142129629603005</c:v>
                </c:pt>
                <c:pt idx="44429">
                  <c:v>0.51422453703708015</c:v>
                </c:pt>
                <c:pt idx="44430">
                  <c:v>0.51423611110658385</c:v>
                </c:pt>
                <c:pt idx="44431">
                  <c:v>0.5142476851833635</c:v>
                </c:pt>
                <c:pt idx="44432">
                  <c:v>0.51425925926014315</c:v>
                </c:pt>
                <c:pt idx="44433">
                  <c:v>0.51427083332964685</c:v>
                </c:pt>
                <c:pt idx="44434">
                  <c:v>0.5142824074064265</c:v>
                </c:pt>
                <c:pt idx="44435">
                  <c:v>0.5142939814759302</c:v>
                </c:pt>
                <c:pt idx="44436">
                  <c:v>0.51430555555270985</c:v>
                </c:pt>
                <c:pt idx="44437">
                  <c:v>0.5143171296294895</c:v>
                </c:pt>
                <c:pt idx="44438">
                  <c:v>0.51432870369899319</c:v>
                </c:pt>
                <c:pt idx="44439">
                  <c:v>0.51434027777577285</c:v>
                </c:pt>
                <c:pt idx="44440">
                  <c:v>0.5143518518525525</c:v>
                </c:pt>
                <c:pt idx="44441">
                  <c:v>0.51436342592205619</c:v>
                </c:pt>
                <c:pt idx="44442">
                  <c:v>0.51437499999883585</c:v>
                </c:pt>
                <c:pt idx="44443">
                  <c:v>0.51438657406833954</c:v>
                </c:pt>
                <c:pt idx="44444">
                  <c:v>0.51439814814511919</c:v>
                </c:pt>
                <c:pt idx="44445">
                  <c:v>0.51440972222189885</c:v>
                </c:pt>
                <c:pt idx="44446">
                  <c:v>0.51442129629140254</c:v>
                </c:pt>
                <c:pt idx="44447">
                  <c:v>0.51443287036818219</c:v>
                </c:pt>
                <c:pt idx="44448">
                  <c:v>0.51444444444496185</c:v>
                </c:pt>
                <c:pt idx="44449">
                  <c:v>0.51445601851446554</c:v>
                </c:pt>
                <c:pt idx="44450">
                  <c:v>0.51446759259124519</c:v>
                </c:pt>
                <c:pt idx="44451">
                  <c:v>0.51447916666074889</c:v>
                </c:pt>
                <c:pt idx="44452">
                  <c:v>0.51449074073752854</c:v>
                </c:pt>
                <c:pt idx="44453">
                  <c:v>0.51450231481430819</c:v>
                </c:pt>
                <c:pt idx="44454">
                  <c:v>0.51451388888381189</c:v>
                </c:pt>
                <c:pt idx="44455">
                  <c:v>0.51452546296059154</c:v>
                </c:pt>
                <c:pt idx="44456">
                  <c:v>0.51453703703737119</c:v>
                </c:pt>
                <c:pt idx="44457">
                  <c:v>0.51454861110687489</c:v>
                </c:pt>
                <c:pt idx="44458">
                  <c:v>0.51456018518365454</c:v>
                </c:pt>
                <c:pt idx="44459">
                  <c:v>0.51457175926043419</c:v>
                </c:pt>
                <c:pt idx="44460">
                  <c:v>0.51458333332993789</c:v>
                </c:pt>
                <c:pt idx="44461">
                  <c:v>0.51459490740671754</c:v>
                </c:pt>
                <c:pt idx="44462">
                  <c:v>0.51460648147622123</c:v>
                </c:pt>
                <c:pt idx="44463">
                  <c:v>0.51461805555300089</c:v>
                </c:pt>
                <c:pt idx="44464">
                  <c:v>0.51462962962978054</c:v>
                </c:pt>
                <c:pt idx="44465">
                  <c:v>0.51464120369928423</c:v>
                </c:pt>
                <c:pt idx="44466">
                  <c:v>0.51465277777606389</c:v>
                </c:pt>
                <c:pt idx="44467">
                  <c:v>0.51466435185284354</c:v>
                </c:pt>
                <c:pt idx="44468">
                  <c:v>0.51467592592234723</c:v>
                </c:pt>
                <c:pt idx="44469">
                  <c:v>0.51468749999912689</c:v>
                </c:pt>
                <c:pt idx="44470">
                  <c:v>0.51469907406863058</c:v>
                </c:pt>
                <c:pt idx="44471">
                  <c:v>0.51471064814541023</c:v>
                </c:pt>
                <c:pt idx="44472">
                  <c:v>0.51472222222218988</c:v>
                </c:pt>
                <c:pt idx="44473">
                  <c:v>0.51473379629169358</c:v>
                </c:pt>
                <c:pt idx="44474">
                  <c:v>0.51474537036847323</c:v>
                </c:pt>
                <c:pt idx="44475">
                  <c:v>0.51475694444525288</c:v>
                </c:pt>
                <c:pt idx="44476">
                  <c:v>0.51476851851475658</c:v>
                </c:pt>
                <c:pt idx="44477">
                  <c:v>0.51478009259153623</c:v>
                </c:pt>
                <c:pt idx="44478">
                  <c:v>0.51479166666103993</c:v>
                </c:pt>
                <c:pt idx="44479">
                  <c:v>0.51480324073781958</c:v>
                </c:pt>
                <c:pt idx="44480">
                  <c:v>0.51481481481459923</c:v>
                </c:pt>
                <c:pt idx="44481">
                  <c:v>0.51482638888410293</c:v>
                </c:pt>
                <c:pt idx="44482">
                  <c:v>0.51483796296088258</c:v>
                </c:pt>
                <c:pt idx="44483">
                  <c:v>0.51484953703766223</c:v>
                </c:pt>
                <c:pt idx="44484">
                  <c:v>0.51486111110716593</c:v>
                </c:pt>
                <c:pt idx="44485">
                  <c:v>0.51487268518394558</c:v>
                </c:pt>
                <c:pt idx="44486">
                  <c:v>0.51488425925344927</c:v>
                </c:pt>
                <c:pt idx="44487">
                  <c:v>0.51489583333022892</c:v>
                </c:pt>
                <c:pt idx="44488">
                  <c:v>0.51490740740700858</c:v>
                </c:pt>
                <c:pt idx="44489">
                  <c:v>0.51491898147651227</c:v>
                </c:pt>
                <c:pt idx="44490">
                  <c:v>0.51493055555329192</c:v>
                </c:pt>
                <c:pt idx="44491">
                  <c:v>0.51494212963007158</c:v>
                </c:pt>
                <c:pt idx="44492">
                  <c:v>0.51495370369957527</c:v>
                </c:pt>
                <c:pt idx="44493">
                  <c:v>0.51496527777635492</c:v>
                </c:pt>
                <c:pt idx="44494">
                  <c:v>0.51497685185313458</c:v>
                </c:pt>
                <c:pt idx="44495">
                  <c:v>0.51498842592263827</c:v>
                </c:pt>
                <c:pt idx="44496">
                  <c:v>0.51499999999941792</c:v>
                </c:pt>
                <c:pt idx="44497">
                  <c:v>0.51501157406892162</c:v>
                </c:pt>
                <c:pt idx="44498">
                  <c:v>0.51502314814570127</c:v>
                </c:pt>
                <c:pt idx="44499">
                  <c:v>0.51503472222248092</c:v>
                </c:pt>
                <c:pt idx="44500">
                  <c:v>0.51504629629198462</c:v>
                </c:pt>
                <c:pt idx="44501">
                  <c:v>0.51505787036876427</c:v>
                </c:pt>
                <c:pt idx="44502">
                  <c:v>0.51506944444554392</c:v>
                </c:pt>
                <c:pt idx="44503">
                  <c:v>0.51508101851504762</c:v>
                </c:pt>
                <c:pt idx="44504">
                  <c:v>0.51509259259182727</c:v>
                </c:pt>
                <c:pt idx="44505">
                  <c:v>0.51510416666133096</c:v>
                </c:pt>
                <c:pt idx="44506">
                  <c:v>0.51511574073811062</c:v>
                </c:pt>
                <c:pt idx="44507">
                  <c:v>0.51512731481489027</c:v>
                </c:pt>
                <c:pt idx="44508">
                  <c:v>0.51513888888439396</c:v>
                </c:pt>
                <c:pt idx="44509">
                  <c:v>0.51515046296117362</c:v>
                </c:pt>
                <c:pt idx="44510">
                  <c:v>0.51516203703795327</c:v>
                </c:pt>
                <c:pt idx="44511">
                  <c:v>0.51517361110745696</c:v>
                </c:pt>
                <c:pt idx="44512">
                  <c:v>0.51518518518423662</c:v>
                </c:pt>
                <c:pt idx="44513">
                  <c:v>0.51519675925374031</c:v>
                </c:pt>
                <c:pt idx="44514">
                  <c:v>0.51520833333051996</c:v>
                </c:pt>
                <c:pt idx="44515">
                  <c:v>0.51521990740729962</c:v>
                </c:pt>
                <c:pt idx="44516">
                  <c:v>0.51523148147680331</c:v>
                </c:pt>
                <c:pt idx="44517">
                  <c:v>0.51524305555358296</c:v>
                </c:pt>
                <c:pt idx="44518">
                  <c:v>0.51525462963036261</c:v>
                </c:pt>
                <c:pt idx="44519">
                  <c:v>0.51526620369986631</c:v>
                </c:pt>
                <c:pt idx="44520">
                  <c:v>0.51527777777664596</c:v>
                </c:pt>
                <c:pt idx="44521">
                  <c:v>0.51528935184614966</c:v>
                </c:pt>
                <c:pt idx="44522">
                  <c:v>0.51530092592292931</c:v>
                </c:pt>
                <c:pt idx="44523">
                  <c:v>0.51531249999970896</c:v>
                </c:pt>
                <c:pt idx="44524">
                  <c:v>0.51532407406921266</c:v>
                </c:pt>
                <c:pt idx="44525">
                  <c:v>0.51533564814599231</c:v>
                </c:pt>
                <c:pt idx="44526">
                  <c:v>0.51534722222277196</c:v>
                </c:pt>
                <c:pt idx="44527">
                  <c:v>0.51535879629227566</c:v>
                </c:pt>
                <c:pt idx="44528">
                  <c:v>0.51537037036905531</c:v>
                </c:pt>
                <c:pt idx="44529">
                  <c:v>0.515381944438559</c:v>
                </c:pt>
                <c:pt idx="44530">
                  <c:v>0.51539351851533866</c:v>
                </c:pt>
                <c:pt idx="44531">
                  <c:v>0.51540509259211831</c:v>
                </c:pt>
                <c:pt idx="44532">
                  <c:v>0.515416666661622</c:v>
                </c:pt>
                <c:pt idx="44533">
                  <c:v>0.51542824073840166</c:v>
                </c:pt>
                <c:pt idx="44534">
                  <c:v>0.51543981481518131</c:v>
                </c:pt>
                <c:pt idx="44535">
                  <c:v>0.515451388884685</c:v>
                </c:pt>
                <c:pt idx="44536">
                  <c:v>0.51546296296146465</c:v>
                </c:pt>
                <c:pt idx="44537">
                  <c:v>0.51547453703824431</c:v>
                </c:pt>
                <c:pt idx="44538">
                  <c:v>0.515486111107748</c:v>
                </c:pt>
                <c:pt idx="44539">
                  <c:v>0.51549768518452765</c:v>
                </c:pt>
                <c:pt idx="44540">
                  <c:v>0.51550925925403135</c:v>
                </c:pt>
                <c:pt idx="44541">
                  <c:v>0.515520833330811</c:v>
                </c:pt>
                <c:pt idx="44542">
                  <c:v>0.51553240740759065</c:v>
                </c:pt>
                <c:pt idx="44543">
                  <c:v>0.51554398147709435</c:v>
                </c:pt>
                <c:pt idx="44544">
                  <c:v>0.515555555553874</c:v>
                </c:pt>
                <c:pt idx="44545">
                  <c:v>0.51556712963065365</c:v>
                </c:pt>
                <c:pt idx="44546">
                  <c:v>0.51557870370015735</c:v>
                </c:pt>
                <c:pt idx="44547">
                  <c:v>0.515590277776937</c:v>
                </c:pt>
                <c:pt idx="44548">
                  <c:v>0.5156018518464407</c:v>
                </c:pt>
                <c:pt idx="44549">
                  <c:v>0.51561342592322035</c:v>
                </c:pt>
                <c:pt idx="44550">
                  <c:v>0.515625</c:v>
                </c:pt>
                <c:pt idx="44551">
                  <c:v>0.51563657406950369</c:v>
                </c:pt>
                <c:pt idx="44552">
                  <c:v>0.51564814814628335</c:v>
                </c:pt>
                <c:pt idx="44553">
                  <c:v>0.515659722223063</c:v>
                </c:pt>
                <c:pt idx="44554">
                  <c:v>0.51567129629256669</c:v>
                </c:pt>
                <c:pt idx="44555">
                  <c:v>0.51568287036934635</c:v>
                </c:pt>
                <c:pt idx="44556">
                  <c:v>0.51569444443885004</c:v>
                </c:pt>
                <c:pt idx="44557">
                  <c:v>0.51570601851562969</c:v>
                </c:pt>
                <c:pt idx="44558">
                  <c:v>0.51571759259240935</c:v>
                </c:pt>
                <c:pt idx="44559">
                  <c:v>0.51572916666191304</c:v>
                </c:pt>
                <c:pt idx="44560">
                  <c:v>0.51574074073869269</c:v>
                </c:pt>
                <c:pt idx="44561">
                  <c:v>0.51575231481547235</c:v>
                </c:pt>
                <c:pt idx="44562">
                  <c:v>0.51576388888497604</c:v>
                </c:pt>
                <c:pt idx="44563">
                  <c:v>0.51577546296175569</c:v>
                </c:pt>
                <c:pt idx="44564">
                  <c:v>0.51578703703125939</c:v>
                </c:pt>
                <c:pt idx="44565">
                  <c:v>0.51579861110803904</c:v>
                </c:pt>
                <c:pt idx="44566">
                  <c:v>0.51581018518481869</c:v>
                </c:pt>
                <c:pt idx="44567">
                  <c:v>0.51582175925432239</c:v>
                </c:pt>
                <c:pt idx="44568">
                  <c:v>0.51583333333110204</c:v>
                </c:pt>
                <c:pt idx="44569">
                  <c:v>0.51584490740788169</c:v>
                </c:pt>
                <c:pt idx="44570">
                  <c:v>0.51585648147738539</c:v>
                </c:pt>
                <c:pt idx="44571">
                  <c:v>0.51586805555416504</c:v>
                </c:pt>
                <c:pt idx="44572">
                  <c:v>0.51587962963094469</c:v>
                </c:pt>
                <c:pt idx="44573">
                  <c:v>0.51589120370044839</c:v>
                </c:pt>
                <c:pt idx="44574">
                  <c:v>0.51590277777722804</c:v>
                </c:pt>
                <c:pt idx="44575">
                  <c:v>0.51591435184673173</c:v>
                </c:pt>
                <c:pt idx="44576">
                  <c:v>0.51592592592351139</c:v>
                </c:pt>
                <c:pt idx="44577">
                  <c:v>0.51593750000029104</c:v>
                </c:pt>
                <c:pt idx="44578">
                  <c:v>0.51594907406979473</c:v>
                </c:pt>
                <c:pt idx="44579">
                  <c:v>0.51596064814657439</c:v>
                </c:pt>
                <c:pt idx="44580">
                  <c:v>0.51597222222335404</c:v>
                </c:pt>
                <c:pt idx="44581">
                  <c:v>0.51598379629285773</c:v>
                </c:pt>
                <c:pt idx="44582">
                  <c:v>0.51599537036963739</c:v>
                </c:pt>
                <c:pt idx="44583">
                  <c:v>0.51600694443914108</c:v>
                </c:pt>
                <c:pt idx="44584">
                  <c:v>0.51601851851592073</c:v>
                </c:pt>
                <c:pt idx="44585">
                  <c:v>0.51603009259270038</c:v>
                </c:pt>
                <c:pt idx="44586">
                  <c:v>0.51604166666220408</c:v>
                </c:pt>
                <c:pt idx="44587">
                  <c:v>0.51605324073898373</c:v>
                </c:pt>
                <c:pt idx="44588">
                  <c:v>0.51606481481576338</c:v>
                </c:pt>
                <c:pt idx="44589">
                  <c:v>0.51607638888526708</c:v>
                </c:pt>
                <c:pt idx="44590">
                  <c:v>0.51608796296204673</c:v>
                </c:pt>
                <c:pt idx="44591">
                  <c:v>0.51609953703155043</c:v>
                </c:pt>
                <c:pt idx="44592">
                  <c:v>0.51611111110833008</c:v>
                </c:pt>
                <c:pt idx="44593">
                  <c:v>0.51612268518510973</c:v>
                </c:pt>
                <c:pt idx="44594">
                  <c:v>0.51613425925461343</c:v>
                </c:pt>
                <c:pt idx="44595">
                  <c:v>0.51614583333139308</c:v>
                </c:pt>
                <c:pt idx="44596">
                  <c:v>0.51615740740817273</c:v>
                </c:pt>
                <c:pt idx="44597">
                  <c:v>0.51616898147767643</c:v>
                </c:pt>
                <c:pt idx="44598">
                  <c:v>0.51618055555445608</c:v>
                </c:pt>
                <c:pt idx="44599">
                  <c:v>0.51619212962395977</c:v>
                </c:pt>
                <c:pt idx="44600">
                  <c:v>0.51620370370073942</c:v>
                </c:pt>
                <c:pt idx="44601">
                  <c:v>0.51621527777751908</c:v>
                </c:pt>
                <c:pt idx="44602">
                  <c:v>0.51622685184702277</c:v>
                </c:pt>
                <c:pt idx="44603">
                  <c:v>0.51623842592380242</c:v>
                </c:pt>
                <c:pt idx="44604">
                  <c:v>0.51625000000058208</c:v>
                </c:pt>
                <c:pt idx="44605">
                  <c:v>0.51626157407008577</c:v>
                </c:pt>
                <c:pt idx="44606">
                  <c:v>0.51627314814686542</c:v>
                </c:pt>
                <c:pt idx="44607">
                  <c:v>0.51628472221636912</c:v>
                </c:pt>
                <c:pt idx="44608">
                  <c:v>0.51629629629314877</c:v>
                </c:pt>
                <c:pt idx="44609">
                  <c:v>0.51630787036992842</c:v>
                </c:pt>
                <c:pt idx="44610">
                  <c:v>0.51631944443943212</c:v>
                </c:pt>
                <c:pt idx="44611">
                  <c:v>0.51633101851621177</c:v>
                </c:pt>
                <c:pt idx="44612">
                  <c:v>0.51634259259299142</c:v>
                </c:pt>
                <c:pt idx="44613">
                  <c:v>0.51635416666249512</c:v>
                </c:pt>
                <c:pt idx="44614">
                  <c:v>0.51636574073927477</c:v>
                </c:pt>
                <c:pt idx="44615">
                  <c:v>0.51637731481605442</c:v>
                </c:pt>
                <c:pt idx="44616">
                  <c:v>0.51638888888555812</c:v>
                </c:pt>
                <c:pt idx="44617">
                  <c:v>0.51640046296233777</c:v>
                </c:pt>
                <c:pt idx="44618">
                  <c:v>0.51641203703184146</c:v>
                </c:pt>
                <c:pt idx="44619">
                  <c:v>0.51642361110862112</c:v>
                </c:pt>
                <c:pt idx="44620">
                  <c:v>0.51643518518540077</c:v>
                </c:pt>
                <c:pt idx="44621">
                  <c:v>0.51644675925490446</c:v>
                </c:pt>
                <c:pt idx="44622">
                  <c:v>0.51645833333168412</c:v>
                </c:pt>
                <c:pt idx="44623">
                  <c:v>0.51646990740846377</c:v>
                </c:pt>
                <c:pt idx="44624">
                  <c:v>0.51648148147796746</c:v>
                </c:pt>
                <c:pt idx="44625">
                  <c:v>0.51649305555474712</c:v>
                </c:pt>
                <c:pt idx="44626">
                  <c:v>0.51650462962425081</c:v>
                </c:pt>
                <c:pt idx="44627">
                  <c:v>0.51651620370103046</c:v>
                </c:pt>
                <c:pt idx="44628">
                  <c:v>0.51652777777781012</c:v>
                </c:pt>
                <c:pt idx="44629">
                  <c:v>0.51653935184731381</c:v>
                </c:pt>
                <c:pt idx="44630">
                  <c:v>0.51655092592409346</c:v>
                </c:pt>
                <c:pt idx="44631">
                  <c:v>0.51656250000087311</c:v>
                </c:pt>
                <c:pt idx="44632">
                  <c:v>0.51657407407037681</c:v>
                </c:pt>
                <c:pt idx="44633">
                  <c:v>0.51658564814715646</c:v>
                </c:pt>
                <c:pt idx="44634">
                  <c:v>0.51659722221666016</c:v>
                </c:pt>
                <c:pt idx="44635">
                  <c:v>0.51660879629343981</c:v>
                </c:pt>
                <c:pt idx="44636">
                  <c:v>0.51662037037021946</c:v>
                </c:pt>
                <c:pt idx="44637">
                  <c:v>0.51663194443972316</c:v>
                </c:pt>
                <c:pt idx="44638">
                  <c:v>0.51664351851650281</c:v>
                </c:pt>
                <c:pt idx="44639">
                  <c:v>0.51665509259328246</c:v>
                </c:pt>
                <c:pt idx="44640">
                  <c:v>0.51666666666278616</c:v>
                </c:pt>
                <c:pt idx="44641">
                  <c:v>0.51667824073956581</c:v>
                </c:pt>
                <c:pt idx="44642">
                  <c:v>0.5166898148090695</c:v>
                </c:pt>
                <c:pt idx="44643">
                  <c:v>0.51670138888584916</c:v>
                </c:pt>
                <c:pt idx="44644">
                  <c:v>0.51671296296262881</c:v>
                </c:pt>
                <c:pt idx="44645">
                  <c:v>0.5167245370321325</c:v>
                </c:pt>
                <c:pt idx="44646">
                  <c:v>0.51673611110891216</c:v>
                </c:pt>
                <c:pt idx="44647">
                  <c:v>0.51674768518569181</c:v>
                </c:pt>
                <c:pt idx="44648">
                  <c:v>0.5167592592551955</c:v>
                </c:pt>
                <c:pt idx="44649">
                  <c:v>0.51677083333197515</c:v>
                </c:pt>
                <c:pt idx="44650">
                  <c:v>0.51678240740147885</c:v>
                </c:pt>
                <c:pt idx="44651">
                  <c:v>0.5167939814782585</c:v>
                </c:pt>
                <c:pt idx="44652">
                  <c:v>0.51680555555503815</c:v>
                </c:pt>
                <c:pt idx="44653">
                  <c:v>0.51681712962454185</c:v>
                </c:pt>
                <c:pt idx="44654">
                  <c:v>0.5168287037013215</c:v>
                </c:pt>
                <c:pt idx="44655">
                  <c:v>0.51684027777810115</c:v>
                </c:pt>
                <c:pt idx="44656">
                  <c:v>0.51685185184760485</c:v>
                </c:pt>
                <c:pt idx="44657">
                  <c:v>0.5168634259243845</c:v>
                </c:pt>
                <c:pt idx="44658">
                  <c:v>0.51687500000116415</c:v>
                </c:pt>
                <c:pt idx="44659">
                  <c:v>0.51688657407066785</c:v>
                </c:pt>
                <c:pt idx="44660">
                  <c:v>0.5168981481474475</c:v>
                </c:pt>
                <c:pt idx="44661">
                  <c:v>0.5169097222169512</c:v>
                </c:pt>
                <c:pt idx="44662">
                  <c:v>0.51692129629373085</c:v>
                </c:pt>
                <c:pt idx="44663">
                  <c:v>0.5169328703705105</c:v>
                </c:pt>
                <c:pt idx="44664">
                  <c:v>0.51694444444001419</c:v>
                </c:pt>
                <c:pt idx="44665">
                  <c:v>0.51695601851679385</c:v>
                </c:pt>
                <c:pt idx="44666">
                  <c:v>0.5169675925935735</c:v>
                </c:pt>
                <c:pt idx="44667">
                  <c:v>0.51697916666307719</c:v>
                </c:pt>
                <c:pt idx="44668">
                  <c:v>0.51699074073985685</c:v>
                </c:pt>
                <c:pt idx="44669">
                  <c:v>0.51700231480936054</c:v>
                </c:pt>
                <c:pt idx="44670">
                  <c:v>0.51701388888614019</c:v>
                </c:pt>
                <c:pt idx="44671">
                  <c:v>0.51702546296291985</c:v>
                </c:pt>
                <c:pt idx="44672">
                  <c:v>0.51703703703242354</c:v>
                </c:pt>
                <c:pt idx="44673">
                  <c:v>0.51704861110920319</c:v>
                </c:pt>
                <c:pt idx="44674">
                  <c:v>0.51706018518598285</c:v>
                </c:pt>
                <c:pt idx="44675">
                  <c:v>0.51707175925548654</c:v>
                </c:pt>
                <c:pt idx="44676">
                  <c:v>0.51708333333226619</c:v>
                </c:pt>
                <c:pt idx="44677">
                  <c:v>0.51709490740176989</c:v>
                </c:pt>
                <c:pt idx="44678">
                  <c:v>0.51710648147854954</c:v>
                </c:pt>
                <c:pt idx="44679">
                  <c:v>0.51711805555532919</c:v>
                </c:pt>
                <c:pt idx="44680">
                  <c:v>0.51712962962483289</c:v>
                </c:pt>
                <c:pt idx="44681">
                  <c:v>0.51714120370161254</c:v>
                </c:pt>
                <c:pt idx="44682">
                  <c:v>0.51715277777839219</c:v>
                </c:pt>
                <c:pt idx="44683">
                  <c:v>0.51716435184789589</c:v>
                </c:pt>
                <c:pt idx="44684">
                  <c:v>0.51717592592467554</c:v>
                </c:pt>
                <c:pt idx="44685">
                  <c:v>0.51718749999417923</c:v>
                </c:pt>
                <c:pt idx="44686">
                  <c:v>0.51719907407095889</c:v>
                </c:pt>
                <c:pt idx="44687">
                  <c:v>0.51721064814773854</c:v>
                </c:pt>
                <c:pt idx="44688">
                  <c:v>0.51722222221724223</c:v>
                </c:pt>
                <c:pt idx="44689">
                  <c:v>0.51723379629402189</c:v>
                </c:pt>
                <c:pt idx="44690">
                  <c:v>0.51724537037080154</c:v>
                </c:pt>
                <c:pt idx="44691">
                  <c:v>0.51725694444030523</c:v>
                </c:pt>
                <c:pt idx="44692">
                  <c:v>0.51726851851708489</c:v>
                </c:pt>
                <c:pt idx="44693">
                  <c:v>0.51728009259386454</c:v>
                </c:pt>
                <c:pt idx="44694">
                  <c:v>0.51729166666336823</c:v>
                </c:pt>
                <c:pt idx="44695">
                  <c:v>0.51730324074014788</c:v>
                </c:pt>
                <c:pt idx="44696">
                  <c:v>0.51731481480965158</c:v>
                </c:pt>
                <c:pt idx="44697">
                  <c:v>0.51732638888643123</c:v>
                </c:pt>
                <c:pt idx="44698">
                  <c:v>0.51733796296321088</c:v>
                </c:pt>
                <c:pt idx="44699">
                  <c:v>0.51734953703271458</c:v>
                </c:pt>
                <c:pt idx="44700">
                  <c:v>0.51736111110949423</c:v>
                </c:pt>
                <c:pt idx="44701">
                  <c:v>0.51737268518627388</c:v>
                </c:pt>
                <c:pt idx="44702">
                  <c:v>0.51738425925577758</c:v>
                </c:pt>
                <c:pt idx="44703">
                  <c:v>0.51739583333255723</c:v>
                </c:pt>
                <c:pt idx="44704">
                  <c:v>0.51740740740206093</c:v>
                </c:pt>
                <c:pt idx="44705">
                  <c:v>0.51741898147884058</c:v>
                </c:pt>
                <c:pt idx="44706">
                  <c:v>0.51743055555562023</c:v>
                </c:pt>
                <c:pt idx="44707">
                  <c:v>0.51744212962512393</c:v>
                </c:pt>
                <c:pt idx="44708">
                  <c:v>0.51745370370190358</c:v>
                </c:pt>
                <c:pt idx="44709">
                  <c:v>0.51746527777868323</c:v>
                </c:pt>
                <c:pt idx="44710">
                  <c:v>0.51747685184818693</c:v>
                </c:pt>
                <c:pt idx="44711">
                  <c:v>0.51748842592496658</c:v>
                </c:pt>
                <c:pt idx="44712">
                  <c:v>0.51749999999447027</c:v>
                </c:pt>
                <c:pt idx="44713">
                  <c:v>0.51751157407124992</c:v>
                </c:pt>
                <c:pt idx="44714">
                  <c:v>0.51752314814802958</c:v>
                </c:pt>
                <c:pt idx="44715">
                  <c:v>0.51753472221753327</c:v>
                </c:pt>
                <c:pt idx="44716">
                  <c:v>0.51754629629431292</c:v>
                </c:pt>
                <c:pt idx="44717">
                  <c:v>0.51755787037109258</c:v>
                </c:pt>
                <c:pt idx="44718">
                  <c:v>0.51756944444059627</c:v>
                </c:pt>
                <c:pt idx="44719">
                  <c:v>0.51758101851737592</c:v>
                </c:pt>
                <c:pt idx="44720">
                  <c:v>0.51759259258687962</c:v>
                </c:pt>
                <c:pt idx="44721">
                  <c:v>0.51760416666365927</c:v>
                </c:pt>
                <c:pt idx="44722">
                  <c:v>0.51761574074043892</c:v>
                </c:pt>
                <c:pt idx="44723">
                  <c:v>0.51762731480994262</c:v>
                </c:pt>
                <c:pt idx="44724">
                  <c:v>0.51763888888672227</c:v>
                </c:pt>
                <c:pt idx="44725">
                  <c:v>0.51765046296350192</c:v>
                </c:pt>
                <c:pt idx="44726">
                  <c:v>0.51766203703300562</c:v>
                </c:pt>
                <c:pt idx="44727">
                  <c:v>0.51767361110978527</c:v>
                </c:pt>
                <c:pt idx="44728">
                  <c:v>0.51768518517928896</c:v>
                </c:pt>
                <c:pt idx="44729">
                  <c:v>0.51769675925606862</c:v>
                </c:pt>
                <c:pt idx="44730">
                  <c:v>0.51770833333284827</c:v>
                </c:pt>
                <c:pt idx="44731">
                  <c:v>0.51771990740235196</c:v>
                </c:pt>
                <c:pt idx="44732">
                  <c:v>0.51773148147913162</c:v>
                </c:pt>
                <c:pt idx="44733">
                  <c:v>0.51774305555591127</c:v>
                </c:pt>
                <c:pt idx="44734">
                  <c:v>0.51775462962541496</c:v>
                </c:pt>
                <c:pt idx="44735">
                  <c:v>0.51776620370219462</c:v>
                </c:pt>
                <c:pt idx="44736">
                  <c:v>0.51777777777897427</c:v>
                </c:pt>
                <c:pt idx="44737">
                  <c:v>0.51778935184847796</c:v>
                </c:pt>
                <c:pt idx="44738">
                  <c:v>0.51780092592525762</c:v>
                </c:pt>
                <c:pt idx="44739">
                  <c:v>0.51781249999476131</c:v>
                </c:pt>
                <c:pt idx="44740">
                  <c:v>0.51782407407154096</c:v>
                </c:pt>
                <c:pt idx="44741">
                  <c:v>0.51783564814832062</c:v>
                </c:pt>
                <c:pt idx="44742">
                  <c:v>0.51784722221782431</c:v>
                </c:pt>
                <c:pt idx="44743">
                  <c:v>0.51785879629460396</c:v>
                </c:pt>
                <c:pt idx="44744">
                  <c:v>0.51787037037138361</c:v>
                </c:pt>
                <c:pt idx="44745">
                  <c:v>0.51788194444088731</c:v>
                </c:pt>
                <c:pt idx="44746">
                  <c:v>0.51789351851766696</c:v>
                </c:pt>
                <c:pt idx="44747">
                  <c:v>0.51790509258717066</c:v>
                </c:pt>
                <c:pt idx="44748">
                  <c:v>0.51791666666395031</c:v>
                </c:pt>
                <c:pt idx="44749">
                  <c:v>0.51792824074072996</c:v>
                </c:pt>
                <c:pt idx="44750">
                  <c:v>0.51793981481023366</c:v>
                </c:pt>
                <c:pt idx="44751">
                  <c:v>0.51795138888701331</c:v>
                </c:pt>
                <c:pt idx="44752">
                  <c:v>0.51796296296379296</c:v>
                </c:pt>
                <c:pt idx="44753">
                  <c:v>0.51797453703329666</c:v>
                </c:pt>
                <c:pt idx="44754">
                  <c:v>0.51798611111007631</c:v>
                </c:pt>
                <c:pt idx="44755">
                  <c:v>0.51799768517958</c:v>
                </c:pt>
                <c:pt idx="44756">
                  <c:v>0.51800925925635966</c:v>
                </c:pt>
                <c:pt idx="44757">
                  <c:v>0.51802083333313931</c:v>
                </c:pt>
                <c:pt idx="44758">
                  <c:v>0.518032407402643</c:v>
                </c:pt>
                <c:pt idx="44759">
                  <c:v>0.51804398147942265</c:v>
                </c:pt>
                <c:pt idx="44760">
                  <c:v>0.51805555555620231</c:v>
                </c:pt>
                <c:pt idx="44761">
                  <c:v>0.518067129625706</c:v>
                </c:pt>
                <c:pt idx="44762">
                  <c:v>0.51807870370248565</c:v>
                </c:pt>
                <c:pt idx="44763">
                  <c:v>0.51809027777198935</c:v>
                </c:pt>
                <c:pt idx="44764">
                  <c:v>0.518101851848769</c:v>
                </c:pt>
                <c:pt idx="44765">
                  <c:v>0.51811342592554865</c:v>
                </c:pt>
                <c:pt idx="44766">
                  <c:v>0.51812499999505235</c:v>
                </c:pt>
                <c:pt idx="44767">
                  <c:v>0.518136574071832</c:v>
                </c:pt>
                <c:pt idx="44768">
                  <c:v>0.51814814814861165</c:v>
                </c:pt>
                <c:pt idx="44769">
                  <c:v>0.51815972221811535</c:v>
                </c:pt>
                <c:pt idx="44770">
                  <c:v>0.518171296294895</c:v>
                </c:pt>
                <c:pt idx="44771">
                  <c:v>0.51818287037167465</c:v>
                </c:pt>
                <c:pt idx="44772">
                  <c:v>0.51819444444117835</c:v>
                </c:pt>
                <c:pt idx="44773">
                  <c:v>0.518206018517958</c:v>
                </c:pt>
                <c:pt idx="44774">
                  <c:v>0.5182175925874617</c:v>
                </c:pt>
                <c:pt idx="44775">
                  <c:v>0.51822916666424135</c:v>
                </c:pt>
                <c:pt idx="44776">
                  <c:v>0.518240740741021</c:v>
                </c:pt>
                <c:pt idx="44777">
                  <c:v>0.51825231481052469</c:v>
                </c:pt>
                <c:pt idx="44778">
                  <c:v>0.51826388888730435</c:v>
                </c:pt>
                <c:pt idx="44779">
                  <c:v>0.518275462964084</c:v>
                </c:pt>
                <c:pt idx="44780">
                  <c:v>0.51828703703358769</c:v>
                </c:pt>
                <c:pt idx="44781">
                  <c:v>0.51829861111036735</c:v>
                </c:pt>
                <c:pt idx="44782">
                  <c:v>0.51831018517987104</c:v>
                </c:pt>
                <c:pt idx="44783">
                  <c:v>0.51832175925665069</c:v>
                </c:pt>
                <c:pt idx="44784">
                  <c:v>0.51833333333343035</c:v>
                </c:pt>
                <c:pt idx="44785">
                  <c:v>0.51834490740293404</c:v>
                </c:pt>
                <c:pt idx="44786">
                  <c:v>0.51835648147971369</c:v>
                </c:pt>
                <c:pt idx="44787">
                  <c:v>0.51836805555649335</c:v>
                </c:pt>
                <c:pt idx="44788">
                  <c:v>0.51837962962599704</c:v>
                </c:pt>
                <c:pt idx="44789">
                  <c:v>0.51839120370277669</c:v>
                </c:pt>
                <c:pt idx="44790">
                  <c:v>0.51840277777228039</c:v>
                </c:pt>
                <c:pt idx="44791">
                  <c:v>0.51841435184906004</c:v>
                </c:pt>
                <c:pt idx="44792">
                  <c:v>0.51842592592583969</c:v>
                </c:pt>
                <c:pt idx="44793">
                  <c:v>0.51843749999534339</c:v>
                </c:pt>
                <c:pt idx="44794">
                  <c:v>0.51844907407212304</c:v>
                </c:pt>
                <c:pt idx="44795">
                  <c:v>0.51846064814890269</c:v>
                </c:pt>
                <c:pt idx="44796">
                  <c:v>0.51847222221840639</c:v>
                </c:pt>
                <c:pt idx="44797">
                  <c:v>0.51848379629518604</c:v>
                </c:pt>
                <c:pt idx="44798">
                  <c:v>0.51849537036468973</c:v>
                </c:pt>
                <c:pt idx="44799">
                  <c:v>0.51850694444146939</c:v>
                </c:pt>
                <c:pt idx="44800">
                  <c:v>0.51851851851824904</c:v>
                </c:pt>
                <c:pt idx="44801">
                  <c:v>0.51853009258775273</c:v>
                </c:pt>
                <c:pt idx="44802">
                  <c:v>0.51854166666453239</c:v>
                </c:pt>
                <c:pt idx="44803">
                  <c:v>0.51855324074131204</c:v>
                </c:pt>
                <c:pt idx="44804">
                  <c:v>0.51856481481081573</c:v>
                </c:pt>
                <c:pt idx="44805">
                  <c:v>0.51857638888759539</c:v>
                </c:pt>
                <c:pt idx="44806">
                  <c:v>0.51858796295709908</c:v>
                </c:pt>
                <c:pt idx="44807">
                  <c:v>0.51859953703387873</c:v>
                </c:pt>
                <c:pt idx="44808">
                  <c:v>0.51861111111065838</c:v>
                </c:pt>
                <c:pt idx="44809">
                  <c:v>0.51862268518016208</c:v>
                </c:pt>
                <c:pt idx="44810">
                  <c:v>0.51863425925694173</c:v>
                </c:pt>
                <c:pt idx="44811">
                  <c:v>0.51864583333372138</c:v>
                </c:pt>
                <c:pt idx="44812">
                  <c:v>0.51865740740322508</c:v>
                </c:pt>
                <c:pt idx="44813">
                  <c:v>0.51866898148000473</c:v>
                </c:pt>
                <c:pt idx="44814">
                  <c:v>0.51868055555678438</c:v>
                </c:pt>
                <c:pt idx="44815">
                  <c:v>0.51869212962628808</c:v>
                </c:pt>
                <c:pt idx="44816">
                  <c:v>0.51870370370306773</c:v>
                </c:pt>
                <c:pt idx="44817">
                  <c:v>0.51871527777257143</c:v>
                </c:pt>
                <c:pt idx="44818">
                  <c:v>0.51872685184935108</c:v>
                </c:pt>
                <c:pt idx="44819">
                  <c:v>0.51873842592613073</c:v>
                </c:pt>
                <c:pt idx="44820">
                  <c:v>0.51874999999563443</c:v>
                </c:pt>
                <c:pt idx="44821">
                  <c:v>0.51876157407241408</c:v>
                </c:pt>
                <c:pt idx="44822">
                  <c:v>0.51877314814919373</c:v>
                </c:pt>
                <c:pt idx="44823">
                  <c:v>0.51878472221869742</c:v>
                </c:pt>
                <c:pt idx="44824">
                  <c:v>0.51879629629547708</c:v>
                </c:pt>
                <c:pt idx="44825">
                  <c:v>0.51880787036498077</c:v>
                </c:pt>
                <c:pt idx="44826">
                  <c:v>0.51881944444176042</c:v>
                </c:pt>
                <c:pt idx="44827">
                  <c:v>0.51883101851854008</c:v>
                </c:pt>
                <c:pt idx="44828">
                  <c:v>0.51884259258804377</c:v>
                </c:pt>
                <c:pt idx="44829">
                  <c:v>0.51885416666482342</c:v>
                </c:pt>
                <c:pt idx="44830">
                  <c:v>0.51886574074160308</c:v>
                </c:pt>
                <c:pt idx="44831">
                  <c:v>0.51887731481110677</c:v>
                </c:pt>
                <c:pt idx="44832">
                  <c:v>0.51888888888788642</c:v>
                </c:pt>
                <c:pt idx="44833">
                  <c:v>0.51890046295739012</c:v>
                </c:pt>
                <c:pt idx="44834">
                  <c:v>0.51891203703416977</c:v>
                </c:pt>
                <c:pt idx="44835">
                  <c:v>0.51892361111094942</c:v>
                </c:pt>
                <c:pt idx="44836">
                  <c:v>0.51893518518045312</c:v>
                </c:pt>
                <c:pt idx="44837">
                  <c:v>0.51894675925723277</c:v>
                </c:pt>
                <c:pt idx="44838">
                  <c:v>0.51895833333401242</c:v>
                </c:pt>
                <c:pt idx="44839">
                  <c:v>0.51896990740351612</c:v>
                </c:pt>
                <c:pt idx="44840">
                  <c:v>0.51898148148029577</c:v>
                </c:pt>
                <c:pt idx="44841">
                  <c:v>0.51899305554979946</c:v>
                </c:pt>
                <c:pt idx="44842">
                  <c:v>0.51900462962657912</c:v>
                </c:pt>
                <c:pt idx="44843">
                  <c:v>0.51901620370335877</c:v>
                </c:pt>
                <c:pt idx="44844">
                  <c:v>0.51902777777286246</c:v>
                </c:pt>
                <c:pt idx="44845">
                  <c:v>0.51903935184964212</c:v>
                </c:pt>
                <c:pt idx="44846">
                  <c:v>0.51905092592642177</c:v>
                </c:pt>
                <c:pt idx="44847">
                  <c:v>0.51906249999592546</c:v>
                </c:pt>
                <c:pt idx="44848">
                  <c:v>0.51907407407270512</c:v>
                </c:pt>
                <c:pt idx="44849">
                  <c:v>0.51908564814948477</c:v>
                </c:pt>
                <c:pt idx="44850">
                  <c:v>0.51909722221898846</c:v>
                </c:pt>
                <c:pt idx="44851">
                  <c:v>0.51910879629576812</c:v>
                </c:pt>
                <c:pt idx="44852">
                  <c:v>0.51912037036527181</c:v>
                </c:pt>
                <c:pt idx="44853">
                  <c:v>0.51913194444205146</c:v>
                </c:pt>
                <c:pt idx="44854">
                  <c:v>0.51914351851883112</c:v>
                </c:pt>
                <c:pt idx="44855">
                  <c:v>0.51915509258833481</c:v>
                </c:pt>
                <c:pt idx="44856">
                  <c:v>0.51916666666511446</c:v>
                </c:pt>
                <c:pt idx="44857">
                  <c:v>0.51917824074189411</c:v>
                </c:pt>
                <c:pt idx="44858">
                  <c:v>0.51918981481139781</c:v>
                </c:pt>
                <c:pt idx="44859">
                  <c:v>0.51920138888817746</c:v>
                </c:pt>
                <c:pt idx="44860">
                  <c:v>0.51921296295768116</c:v>
                </c:pt>
                <c:pt idx="44861">
                  <c:v>0.51922453703446081</c:v>
                </c:pt>
                <c:pt idx="44862">
                  <c:v>0.51923611111124046</c:v>
                </c:pt>
                <c:pt idx="44863">
                  <c:v>0.51924768518074416</c:v>
                </c:pt>
                <c:pt idx="44864">
                  <c:v>0.51925925925752381</c:v>
                </c:pt>
                <c:pt idx="44865">
                  <c:v>0.51927083333430346</c:v>
                </c:pt>
                <c:pt idx="44866">
                  <c:v>0.51928240740380716</c:v>
                </c:pt>
                <c:pt idx="44867">
                  <c:v>0.51929398148058681</c:v>
                </c:pt>
                <c:pt idx="44868">
                  <c:v>0.5193055555500905</c:v>
                </c:pt>
                <c:pt idx="44869">
                  <c:v>0.51931712962687016</c:v>
                </c:pt>
                <c:pt idx="44870">
                  <c:v>0.51932870370364981</c:v>
                </c:pt>
                <c:pt idx="44871">
                  <c:v>0.5193402777731535</c:v>
                </c:pt>
                <c:pt idx="44872">
                  <c:v>0.51935185184993315</c:v>
                </c:pt>
                <c:pt idx="44873">
                  <c:v>0.51936342592671281</c:v>
                </c:pt>
                <c:pt idx="44874">
                  <c:v>0.5193749999962165</c:v>
                </c:pt>
                <c:pt idx="44875">
                  <c:v>0.51938657407299615</c:v>
                </c:pt>
                <c:pt idx="44876">
                  <c:v>0.51939814814249985</c:v>
                </c:pt>
                <c:pt idx="44877">
                  <c:v>0.5194097222192795</c:v>
                </c:pt>
                <c:pt idx="44878">
                  <c:v>0.51942129629605915</c:v>
                </c:pt>
                <c:pt idx="44879">
                  <c:v>0.51943287036556285</c:v>
                </c:pt>
                <c:pt idx="44880">
                  <c:v>0.5194444444423425</c:v>
                </c:pt>
                <c:pt idx="44881">
                  <c:v>0.51945601851912215</c:v>
                </c:pt>
                <c:pt idx="44882">
                  <c:v>0.51946759258862585</c:v>
                </c:pt>
                <c:pt idx="44883">
                  <c:v>0.5194791666654055</c:v>
                </c:pt>
                <c:pt idx="44884">
                  <c:v>0.5194907407349092</c:v>
                </c:pt>
                <c:pt idx="44885">
                  <c:v>0.51950231481168885</c:v>
                </c:pt>
                <c:pt idx="44886">
                  <c:v>0.5195138888884685</c:v>
                </c:pt>
                <c:pt idx="44887">
                  <c:v>0.51952546295797219</c:v>
                </c:pt>
                <c:pt idx="44888">
                  <c:v>0.51953703703475185</c:v>
                </c:pt>
                <c:pt idx="44889">
                  <c:v>0.5195486111115315</c:v>
                </c:pt>
                <c:pt idx="44890">
                  <c:v>0.51956018518103519</c:v>
                </c:pt>
                <c:pt idx="44891">
                  <c:v>0.51957175925781485</c:v>
                </c:pt>
                <c:pt idx="44892">
                  <c:v>0.5195833333345945</c:v>
                </c:pt>
                <c:pt idx="44893">
                  <c:v>0.51959490740409819</c:v>
                </c:pt>
                <c:pt idx="44894">
                  <c:v>0.51960648148087785</c:v>
                </c:pt>
                <c:pt idx="44895">
                  <c:v>0.51961805555038154</c:v>
                </c:pt>
                <c:pt idx="44896">
                  <c:v>0.51962962962716119</c:v>
                </c:pt>
                <c:pt idx="44897">
                  <c:v>0.51964120370394085</c:v>
                </c:pt>
                <c:pt idx="44898">
                  <c:v>0.51965277777344454</c:v>
                </c:pt>
                <c:pt idx="44899">
                  <c:v>0.51966435185022419</c:v>
                </c:pt>
                <c:pt idx="44900">
                  <c:v>0.51967592592700385</c:v>
                </c:pt>
                <c:pt idx="44901">
                  <c:v>0.51968749999650754</c:v>
                </c:pt>
                <c:pt idx="44902">
                  <c:v>0.51969907407328719</c:v>
                </c:pt>
                <c:pt idx="44903">
                  <c:v>0.51971064814279089</c:v>
                </c:pt>
                <c:pt idx="44904">
                  <c:v>0.51972222221957054</c:v>
                </c:pt>
                <c:pt idx="44905">
                  <c:v>0.51973379629635019</c:v>
                </c:pt>
                <c:pt idx="44906">
                  <c:v>0.51974537036585389</c:v>
                </c:pt>
                <c:pt idx="44907">
                  <c:v>0.51975694444263354</c:v>
                </c:pt>
                <c:pt idx="44908">
                  <c:v>0.51976851851941319</c:v>
                </c:pt>
                <c:pt idx="44909">
                  <c:v>0.51978009258891689</c:v>
                </c:pt>
                <c:pt idx="44910">
                  <c:v>0.51979166666569654</c:v>
                </c:pt>
                <c:pt idx="44911">
                  <c:v>0.51980324073520023</c:v>
                </c:pt>
                <c:pt idx="44912">
                  <c:v>0.51981481481197989</c:v>
                </c:pt>
                <c:pt idx="44913">
                  <c:v>0.51982638888875954</c:v>
                </c:pt>
                <c:pt idx="44914">
                  <c:v>0.51983796295826323</c:v>
                </c:pt>
                <c:pt idx="44915">
                  <c:v>0.51984953703504289</c:v>
                </c:pt>
                <c:pt idx="44916">
                  <c:v>0.51986111111182254</c:v>
                </c:pt>
                <c:pt idx="44917">
                  <c:v>0.51987268518132623</c:v>
                </c:pt>
                <c:pt idx="44918">
                  <c:v>0.51988425925810589</c:v>
                </c:pt>
                <c:pt idx="44919">
                  <c:v>0.51989583332760958</c:v>
                </c:pt>
                <c:pt idx="44920">
                  <c:v>0.51990740740438923</c:v>
                </c:pt>
                <c:pt idx="44921">
                  <c:v>0.51991898148116888</c:v>
                </c:pt>
                <c:pt idx="44922">
                  <c:v>0.51993055555067258</c:v>
                </c:pt>
                <c:pt idx="44923">
                  <c:v>0.51994212962745223</c:v>
                </c:pt>
                <c:pt idx="44924">
                  <c:v>0.51995370370423188</c:v>
                </c:pt>
                <c:pt idx="44925">
                  <c:v>0.51996527777373558</c:v>
                </c:pt>
                <c:pt idx="44926">
                  <c:v>0.51997685185051523</c:v>
                </c:pt>
                <c:pt idx="44927">
                  <c:v>0.51998842592001893</c:v>
                </c:pt>
                <c:pt idx="44928">
                  <c:v>0.51999999999679858</c:v>
                </c:pt>
                <c:pt idx="44929">
                  <c:v>0.52001157407357823</c:v>
                </c:pt>
                <c:pt idx="44930">
                  <c:v>0.52002314814308193</c:v>
                </c:pt>
                <c:pt idx="44931">
                  <c:v>0.52003472221986158</c:v>
                </c:pt>
                <c:pt idx="44932">
                  <c:v>0.52004629629664123</c:v>
                </c:pt>
                <c:pt idx="44933">
                  <c:v>0.52005787036614493</c:v>
                </c:pt>
                <c:pt idx="44934">
                  <c:v>0.52006944444292458</c:v>
                </c:pt>
                <c:pt idx="44935">
                  <c:v>0.52008101851970423</c:v>
                </c:pt>
                <c:pt idx="44936">
                  <c:v>0.52009259258920792</c:v>
                </c:pt>
                <c:pt idx="44937">
                  <c:v>0.52010416666598758</c:v>
                </c:pt>
                <c:pt idx="44938">
                  <c:v>0.52011574073549127</c:v>
                </c:pt>
                <c:pt idx="44939">
                  <c:v>0.52012731481227092</c:v>
                </c:pt>
                <c:pt idx="44940">
                  <c:v>0.52013888888905058</c:v>
                </c:pt>
                <c:pt idx="44941">
                  <c:v>0.52015046295855427</c:v>
                </c:pt>
                <c:pt idx="44942">
                  <c:v>0.52016203703533392</c:v>
                </c:pt>
                <c:pt idx="44943">
                  <c:v>0.52017361111211358</c:v>
                </c:pt>
                <c:pt idx="44944">
                  <c:v>0.52018518518161727</c:v>
                </c:pt>
                <c:pt idx="44945">
                  <c:v>0.52019675925839692</c:v>
                </c:pt>
                <c:pt idx="44946">
                  <c:v>0.52020833332790062</c:v>
                </c:pt>
                <c:pt idx="44947">
                  <c:v>0.52021990740468027</c:v>
                </c:pt>
                <c:pt idx="44948">
                  <c:v>0.52023148148145992</c:v>
                </c:pt>
                <c:pt idx="44949">
                  <c:v>0.52024305555096362</c:v>
                </c:pt>
                <c:pt idx="44950">
                  <c:v>0.52025462962774327</c:v>
                </c:pt>
                <c:pt idx="44951">
                  <c:v>0.52026620370452292</c:v>
                </c:pt>
                <c:pt idx="44952">
                  <c:v>0.52027777777402662</c:v>
                </c:pt>
                <c:pt idx="44953">
                  <c:v>0.52028935185080627</c:v>
                </c:pt>
                <c:pt idx="44954">
                  <c:v>0.52030092592030996</c:v>
                </c:pt>
                <c:pt idx="44955">
                  <c:v>0.52031249999708962</c:v>
                </c:pt>
                <c:pt idx="44956">
                  <c:v>0.52032407407386927</c:v>
                </c:pt>
                <c:pt idx="44957">
                  <c:v>0.52033564814337296</c:v>
                </c:pt>
                <c:pt idx="44958">
                  <c:v>0.52034722222015262</c:v>
                </c:pt>
                <c:pt idx="44959">
                  <c:v>0.52035879629693227</c:v>
                </c:pt>
                <c:pt idx="44960">
                  <c:v>0.52037037036643596</c:v>
                </c:pt>
                <c:pt idx="44961">
                  <c:v>0.52038194444321562</c:v>
                </c:pt>
                <c:pt idx="44962">
                  <c:v>0.52039351851271931</c:v>
                </c:pt>
                <c:pt idx="44963">
                  <c:v>0.52040509258949896</c:v>
                </c:pt>
                <c:pt idx="44964">
                  <c:v>0.52041666666627862</c:v>
                </c:pt>
                <c:pt idx="44965">
                  <c:v>0.52042824073578231</c:v>
                </c:pt>
                <c:pt idx="44966">
                  <c:v>0.52043981481256196</c:v>
                </c:pt>
                <c:pt idx="44967">
                  <c:v>0.52045138888934162</c:v>
                </c:pt>
                <c:pt idx="44968">
                  <c:v>0.52046296295884531</c:v>
                </c:pt>
                <c:pt idx="44969">
                  <c:v>0.52047453703562496</c:v>
                </c:pt>
                <c:pt idx="44970">
                  <c:v>0.52048611111240461</c:v>
                </c:pt>
                <c:pt idx="44971">
                  <c:v>0.52049768518190831</c:v>
                </c:pt>
                <c:pt idx="44972">
                  <c:v>0.52050925925868796</c:v>
                </c:pt>
                <c:pt idx="44973">
                  <c:v>0.52052083332819166</c:v>
                </c:pt>
                <c:pt idx="44974">
                  <c:v>0.52053240740497131</c:v>
                </c:pt>
                <c:pt idx="44975">
                  <c:v>0.52054398148175096</c:v>
                </c:pt>
                <c:pt idx="44976">
                  <c:v>0.52055555555125466</c:v>
                </c:pt>
                <c:pt idx="44977">
                  <c:v>0.52056712962803431</c:v>
                </c:pt>
                <c:pt idx="44978">
                  <c:v>0.52057870370481396</c:v>
                </c:pt>
                <c:pt idx="44979">
                  <c:v>0.52059027777431766</c:v>
                </c:pt>
                <c:pt idx="44980">
                  <c:v>0.52060185185109731</c:v>
                </c:pt>
                <c:pt idx="44981">
                  <c:v>0.520613425920601</c:v>
                </c:pt>
                <c:pt idx="44982">
                  <c:v>0.52062499999738066</c:v>
                </c:pt>
                <c:pt idx="44983">
                  <c:v>0.52063657407416031</c:v>
                </c:pt>
                <c:pt idx="44984">
                  <c:v>0.520648148143664</c:v>
                </c:pt>
                <c:pt idx="44985">
                  <c:v>0.52065972222044365</c:v>
                </c:pt>
                <c:pt idx="44986">
                  <c:v>0.52067129629722331</c:v>
                </c:pt>
                <c:pt idx="44987">
                  <c:v>0.520682870366727</c:v>
                </c:pt>
                <c:pt idx="44988">
                  <c:v>0.52069444444350665</c:v>
                </c:pt>
                <c:pt idx="44989">
                  <c:v>0.52070601851301035</c:v>
                </c:pt>
                <c:pt idx="44990">
                  <c:v>0.52071759258979</c:v>
                </c:pt>
                <c:pt idx="44991">
                  <c:v>0.52072916666656965</c:v>
                </c:pt>
                <c:pt idx="44992">
                  <c:v>0.52074074073607335</c:v>
                </c:pt>
                <c:pt idx="44993">
                  <c:v>0.520752314812853</c:v>
                </c:pt>
                <c:pt idx="44994">
                  <c:v>0.52076388888963265</c:v>
                </c:pt>
                <c:pt idx="44995">
                  <c:v>0.52077546295913635</c:v>
                </c:pt>
                <c:pt idx="44996">
                  <c:v>0.520787037035916</c:v>
                </c:pt>
                <c:pt idx="44997">
                  <c:v>0.5207986111054197</c:v>
                </c:pt>
                <c:pt idx="44998">
                  <c:v>0.52081018518219935</c:v>
                </c:pt>
                <c:pt idx="44999">
                  <c:v>0.520821759258979</c:v>
                </c:pt>
                <c:pt idx="45000">
                  <c:v>0.52083333332848269</c:v>
                </c:pt>
                <c:pt idx="45001">
                  <c:v>0.52084490740526235</c:v>
                </c:pt>
                <c:pt idx="45002">
                  <c:v>0.520856481482042</c:v>
                </c:pt>
                <c:pt idx="45003">
                  <c:v>0.52086805555154569</c:v>
                </c:pt>
                <c:pt idx="45004">
                  <c:v>0.52087962962832535</c:v>
                </c:pt>
                <c:pt idx="45005">
                  <c:v>0.52089120369782904</c:v>
                </c:pt>
                <c:pt idx="45006">
                  <c:v>0.52090277777460869</c:v>
                </c:pt>
                <c:pt idx="45007">
                  <c:v>0.52091435185138835</c:v>
                </c:pt>
                <c:pt idx="45008">
                  <c:v>0.52092592592089204</c:v>
                </c:pt>
                <c:pt idx="45009">
                  <c:v>0.52093749999767169</c:v>
                </c:pt>
                <c:pt idx="45010">
                  <c:v>0.52094907407445135</c:v>
                </c:pt>
                <c:pt idx="45011">
                  <c:v>0.52096064814395504</c:v>
                </c:pt>
                <c:pt idx="45012">
                  <c:v>0.52097222222073469</c:v>
                </c:pt>
                <c:pt idx="45013">
                  <c:v>0.52098379629751435</c:v>
                </c:pt>
                <c:pt idx="45014">
                  <c:v>0.52099537036701804</c:v>
                </c:pt>
                <c:pt idx="45015">
                  <c:v>0.52100694444379769</c:v>
                </c:pt>
                <c:pt idx="45016">
                  <c:v>0.52101851851330139</c:v>
                </c:pt>
                <c:pt idx="45017">
                  <c:v>0.52103009259008104</c:v>
                </c:pt>
                <c:pt idx="45018">
                  <c:v>0.52104166666686069</c:v>
                </c:pt>
                <c:pt idx="45019">
                  <c:v>0.52105324073636439</c:v>
                </c:pt>
                <c:pt idx="45020">
                  <c:v>0.52106481481314404</c:v>
                </c:pt>
                <c:pt idx="45021">
                  <c:v>0.52107638888992369</c:v>
                </c:pt>
                <c:pt idx="45022">
                  <c:v>0.52108796295942739</c:v>
                </c:pt>
                <c:pt idx="45023">
                  <c:v>0.52109953703620704</c:v>
                </c:pt>
                <c:pt idx="45024">
                  <c:v>0.52111111110571073</c:v>
                </c:pt>
                <c:pt idx="45025">
                  <c:v>0.52112268518249039</c:v>
                </c:pt>
                <c:pt idx="45026">
                  <c:v>0.52113425925927004</c:v>
                </c:pt>
                <c:pt idx="45027">
                  <c:v>0.52114583332877373</c:v>
                </c:pt>
                <c:pt idx="45028">
                  <c:v>0.52115740740555339</c:v>
                </c:pt>
                <c:pt idx="45029">
                  <c:v>0.52116898148233304</c:v>
                </c:pt>
                <c:pt idx="45030">
                  <c:v>0.52118055555183673</c:v>
                </c:pt>
                <c:pt idx="45031">
                  <c:v>0.52119212962861639</c:v>
                </c:pt>
                <c:pt idx="45032">
                  <c:v>0.52120370369812008</c:v>
                </c:pt>
                <c:pt idx="45033">
                  <c:v>0.52121527777489973</c:v>
                </c:pt>
                <c:pt idx="45034">
                  <c:v>0.52122685185167938</c:v>
                </c:pt>
                <c:pt idx="45035">
                  <c:v>0.52123842592118308</c:v>
                </c:pt>
                <c:pt idx="45036">
                  <c:v>0.52124999999796273</c:v>
                </c:pt>
                <c:pt idx="45037">
                  <c:v>0.52126157407474238</c:v>
                </c:pt>
                <c:pt idx="45038">
                  <c:v>0.52127314814424608</c:v>
                </c:pt>
                <c:pt idx="45039">
                  <c:v>0.52128472222102573</c:v>
                </c:pt>
                <c:pt idx="45040">
                  <c:v>0.52129629629052943</c:v>
                </c:pt>
                <c:pt idx="45041">
                  <c:v>0.52130787036730908</c:v>
                </c:pt>
                <c:pt idx="45042">
                  <c:v>0.52131944444408873</c:v>
                </c:pt>
                <c:pt idx="45043">
                  <c:v>0.52133101851359243</c:v>
                </c:pt>
                <c:pt idx="45044">
                  <c:v>0.52134259259037208</c:v>
                </c:pt>
                <c:pt idx="45045">
                  <c:v>0.52135416666715173</c:v>
                </c:pt>
                <c:pt idx="45046">
                  <c:v>0.52136574073665543</c:v>
                </c:pt>
                <c:pt idx="45047">
                  <c:v>0.52137731481343508</c:v>
                </c:pt>
                <c:pt idx="45048">
                  <c:v>0.52138888889021473</c:v>
                </c:pt>
                <c:pt idx="45049">
                  <c:v>0.52140046295971842</c:v>
                </c:pt>
                <c:pt idx="45050">
                  <c:v>0.52141203703649808</c:v>
                </c:pt>
                <c:pt idx="45051">
                  <c:v>0.52142361110600177</c:v>
                </c:pt>
                <c:pt idx="45052">
                  <c:v>0.52143518518278142</c:v>
                </c:pt>
                <c:pt idx="45053">
                  <c:v>0.52144675925956108</c:v>
                </c:pt>
                <c:pt idx="45054">
                  <c:v>0.52145833332906477</c:v>
                </c:pt>
                <c:pt idx="45055">
                  <c:v>0.52146990740584442</c:v>
                </c:pt>
                <c:pt idx="45056">
                  <c:v>0.52148148148262408</c:v>
                </c:pt>
                <c:pt idx="45057">
                  <c:v>0.52149305555212777</c:v>
                </c:pt>
                <c:pt idx="45058">
                  <c:v>0.52150462962890742</c:v>
                </c:pt>
                <c:pt idx="45059">
                  <c:v>0.52151620369841112</c:v>
                </c:pt>
                <c:pt idx="45060">
                  <c:v>0.52152777777519077</c:v>
                </c:pt>
                <c:pt idx="45061">
                  <c:v>0.52153935185197042</c:v>
                </c:pt>
                <c:pt idx="45062">
                  <c:v>0.52155092592147412</c:v>
                </c:pt>
                <c:pt idx="45063">
                  <c:v>0.52156249999825377</c:v>
                </c:pt>
                <c:pt idx="45064">
                  <c:v>0.52157407407503342</c:v>
                </c:pt>
                <c:pt idx="45065">
                  <c:v>0.52158564814453712</c:v>
                </c:pt>
                <c:pt idx="45066">
                  <c:v>0.52159722222131677</c:v>
                </c:pt>
                <c:pt idx="45067">
                  <c:v>0.52160879629082046</c:v>
                </c:pt>
                <c:pt idx="45068">
                  <c:v>0.52162037036760012</c:v>
                </c:pt>
                <c:pt idx="45069">
                  <c:v>0.52163194444437977</c:v>
                </c:pt>
                <c:pt idx="45070">
                  <c:v>0.52164351851388346</c:v>
                </c:pt>
                <c:pt idx="45071">
                  <c:v>0.52165509259066312</c:v>
                </c:pt>
                <c:pt idx="45072">
                  <c:v>0.52166666666744277</c:v>
                </c:pt>
                <c:pt idx="45073">
                  <c:v>0.52167824073694646</c:v>
                </c:pt>
                <c:pt idx="45074">
                  <c:v>0.52168981481372612</c:v>
                </c:pt>
                <c:pt idx="45075">
                  <c:v>0.52170138888322981</c:v>
                </c:pt>
                <c:pt idx="45076">
                  <c:v>0.52171296296000946</c:v>
                </c:pt>
                <c:pt idx="45077">
                  <c:v>0.52172453703678912</c:v>
                </c:pt>
                <c:pt idx="45078">
                  <c:v>0.52173611110629281</c:v>
                </c:pt>
                <c:pt idx="45079">
                  <c:v>0.52174768518307246</c:v>
                </c:pt>
                <c:pt idx="45080">
                  <c:v>0.52175925925985212</c:v>
                </c:pt>
                <c:pt idx="45081">
                  <c:v>0.52177083332935581</c:v>
                </c:pt>
                <c:pt idx="45082">
                  <c:v>0.52178240740613546</c:v>
                </c:pt>
                <c:pt idx="45083">
                  <c:v>0.52179398147563916</c:v>
                </c:pt>
                <c:pt idx="45084">
                  <c:v>0.52180555555241881</c:v>
                </c:pt>
                <c:pt idx="45085">
                  <c:v>0.52181712962919846</c:v>
                </c:pt>
                <c:pt idx="45086">
                  <c:v>0.52182870369870216</c:v>
                </c:pt>
                <c:pt idx="45087">
                  <c:v>0.52184027777548181</c:v>
                </c:pt>
                <c:pt idx="45088">
                  <c:v>0.52185185185226146</c:v>
                </c:pt>
                <c:pt idx="45089">
                  <c:v>0.52186342592176516</c:v>
                </c:pt>
                <c:pt idx="45090">
                  <c:v>0.52187499999854481</c:v>
                </c:pt>
                <c:pt idx="45091">
                  <c:v>0.52188657407532446</c:v>
                </c:pt>
                <c:pt idx="45092">
                  <c:v>0.52189814814482816</c:v>
                </c:pt>
                <c:pt idx="45093">
                  <c:v>0.52190972222160781</c:v>
                </c:pt>
                <c:pt idx="45094">
                  <c:v>0.5219212962911115</c:v>
                </c:pt>
                <c:pt idx="45095">
                  <c:v>0.52193287036789116</c:v>
                </c:pt>
                <c:pt idx="45096">
                  <c:v>0.52194444444467081</c:v>
                </c:pt>
                <c:pt idx="45097">
                  <c:v>0.5219560185141745</c:v>
                </c:pt>
                <c:pt idx="45098">
                  <c:v>0.52196759259095415</c:v>
                </c:pt>
                <c:pt idx="45099">
                  <c:v>0.52197916666773381</c:v>
                </c:pt>
                <c:pt idx="45100">
                  <c:v>0.5219907407372375</c:v>
                </c:pt>
                <c:pt idx="45101">
                  <c:v>0.52200231481401715</c:v>
                </c:pt>
                <c:pt idx="45102">
                  <c:v>0.52201388888352085</c:v>
                </c:pt>
                <c:pt idx="45103">
                  <c:v>0.5220254629603005</c:v>
                </c:pt>
                <c:pt idx="45104">
                  <c:v>0.52203703703708015</c:v>
                </c:pt>
                <c:pt idx="45105">
                  <c:v>0.52204861110658385</c:v>
                </c:pt>
                <c:pt idx="45106">
                  <c:v>0.5220601851833635</c:v>
                </c:pt>
                <c:pt idx="45107">
                  <c:v>0.52207175926014315</c:v>
                </c:pt>
                <c:pt idx="45108">
                  <c:v>0.52208333332964685</c:v>
                </c:pt>
                <c:pt idx="45109">
                  <c:v>0.5220949074064265</c:v>
                </c:pt>
                <c:pt idx="45110">
                  <c:v>0.5221064814759302</c:v>
                </c:pt>
                <c:pt idx="45111">
                  <c:v>0.52211805555270985</c:v>
                </c:pt>
                <c:pt idx="45112">
                  <c:v>0.5221296296294895</c:v>
                </c:pt>
                <c:pt idx="45113">
                  <c:v>0.52214120369899319</c:v>
                </c:pt>
                <c:pt idx="45114">
                  <c:v>0.52215277777577285</c:v>
                </c:pt>
                <c:pt idx="45115">
                  <c:v>0.5221643518525525</c:v>
                </c:pt>
                <c:pt idx="45116">
                  <c:v>0.52217592592205619</c:v>
                </c:pt>
                <c:pt idx="45117">
                  <c:v>0.52218749999883585</c:v>
                </c:pt>
                <c:pt idx="45118">
                  <c:v>0.52219907406833954</c:v>
                </c:pt>
                <c:pt idx="45119">
                  <c:v>0.52221064814511919</c:v>
                </c:pt>
                <c:pt idx="45120">
                  <c:v>0.52222222222189885</c:v>
                </c:pt>
                <c:pt idx="45121">
                  <c:v>0.52223379629140254</c:v>
                </c:pt>
                <c:pt idx="45122">
                  <c:v>0.52224537036818219</c:v>
                </c:pt>
                <c:pt idx="45123">
                  <c:v>0.52225694444496185</c:v>
                </c:pt>
                <c:pt idx="45124">
                  <c:v>0.52226851851446554</c:v>
                </c:pt>
                <c:pt idx="45125">
                  <c:v>0.52228009259124519</c:v>
                </c:pt>
                <c:pt idx="45126">
                  <c:v>0.52229166666074889</c:v>
                </c:pt>
                <c:pt idx="45127">
                  <c:v>0.52230324073752854</c:v>
                </c:pt>
                <c:pt idx="45128">
                  <c:v>0.52231481481430819</c:v>
                </c:pt>
                <c:pt idx="45129">
                  <c:v>0.52232638888381189</c:v>
                </c:pt>
                <c:pt idx="45130">
                  <c:v>0.52233796296059154</c:v>
                </c:pt>
                <c:pt idx="45131">
                  <c:v>0.52234953703737119</c:v>
                </c:pt>
                <c:pt idx="45132">
                  <c:v>0.52236111110687489</c:v>
                </c:pt>
                <c:pt idx="45133">
                  <c:v>0.52237268518365454</c:v>
                </c:pt>
                <c:pt idx="45134">
                  <c:v>0.52238425926043419</c:v>
                </c:pt>
                <c:pt idx="45135">
                  <c:v>0.52239583332993789</c:v>
                </c:pt>
                <c:pt idx="45136">
                  <c:v>0.52240740740671754</c:v>
                </c:pt>
                <c:pt idx="45137">
                  <c:v>0.52241898147622123</c:v>
                </c:pt>
                <c:pt idx="45138">
                  <c:v>0.52243055555300089</c:v>
                </c:pt>
                <c:pt idx="45139">
                  <c:v>0.52244212962978054</c:v>
                </c:pt>
                <c:pt idx="45140">
                  <c:v>0.52245370369928423</c:v>
                </c:pt>
                <c:pt idx="45141">
                  <c:v>0.52246527777606389</c:v>
                </c:pt>
                <c:pt idx="45142">
                  <c:v>0.52247685185284354</c:v>
                </c:pt>
                <c:pt idx="45143">
                  <c:v>0.52248842592234723</c:v>
                </c:pt>
                <c:pt idx="45144">
                  <c:v>0.52249999999912689</c:v>
                </c:pt>
                <c:pt idx="45145">
                  <c:v>0.52251157406863058</c:v>
                </c:pt>
                <c:pt idx="45146">
                  <c:v>0.52252314814541023</c:v>
                </c:pt>
                <c:pt idx="45147">
                  <c:v>0.52253472222218988</c:v>
                </c:pt>
                <c:pt idx="45148">
                  <c:v>0.52254629629169358</c:v>
                </c:pt>
                <c:pt idx="45149">
                  <c:v>0.52255787036847323</c:v>
                </c:pt>
                <c:pt idx="45150">
                  <c:v>0.52256944444525288</c:v>
                </c:pt>
                <c:pt idx="45151">
                  <c:v>0.52258101851475658</c:v>
                </c:pt>
                <c:pt idx="45152">
                  <c:v>0.52259259259153623</c:v>
                </c:pt>
                <c:pt idx="45153">
                  <c:v>0.52260416666103993</c:v>
                </c:pt>
                <c:pt idx="45154">
                  <c:v>0.52261574073781958</c:v>
                </c:pt>
                <c:pt idx="45155">
                  <c:v>0.52262731481459923</c:v>
                </c:pt>
                <c:pt idx="45156">
                  <c:v>0.52263888888410293</c:v>
                </c:pt>
                <c:pt idx="45157">
                  <c:v>0.52265046296088258</c:v>
                </c:pt>
                <c:pt idx="45158">
                  <c:v>0.52266203703766223</c:v>
                </c:pt>
                <c:pt idx="45159">
                  <c:v>0.52267361110716593</c:v>
                </c:pt>
                <c:pt idx="45160">
                  <c:v>0.52268518518394558</c:v>
                </c:pt>
                <c:pt idx="45161">
                  <c:v>0.52269675925344927</c:v>
                </c:pt>
                <c:pt idx="45162">
                  <c:v>0.52270833333022892</c:v>
                </c:pt>
                <c:pt idx="45163">
                  <c:v>0.52271990740700858</c:v>
                </c:pt>
                <c:pt idx="45164">
                  <c:v>0.52273148147651227</c:v>
                </c:pt>
                <c:pt idx="45165">
                  <c:v>0.52274305555329192</c:v>
                </c:pt>
                <c:pt idx="45166">
                  <c:v>0.52275462963007158</c:v>
                </c:pt>
                <c:pt idx="45167">
                  <c:v>0.52276620369957527</c:v>
                </c:pt>
                <c:pt idx="45168">
                  <c:v>0.52277777777635492</c:v>
                </c:pt>
                <c:pt idx="45169">
                  <c:v>0.52278935185313458</c:v>
                </c:pt>
                <c:pt idx="45170">
                  <c:v>0.52280092592263827</c:v>
                </c:pt>
                <c:pt idx="45171">
                  <c:v>0.52281249999941792</c:v>
                </c:pt>
                <c:pt idx="45172">
                  <c:v>0.52282407406892162</c:v>
                </c:pt>
                <c:pt idx="45173">
                  <c:v>0.52283564814570127</c:v>
                </c:pt>
                <c:pt idx="45174">
                  <c:v>0.52284722222248092</c:v>
                </c:pt>
                <c:pt idx="45175">
                  <c:v>0.52285879629198462</c:v>
                </c:pt>
                <c:pt idx="45176">
                  <c:v>0.52287037036876427</c:v>
                </c:pt>
                <c:pt idx="45177">
                  <c:v>0.52288194444554392</c:v>
                </c:pt>
                <c:pt idx="45178">
                  <c:v>0.52289351851504762</c:v>
                </c:pt>
                <c:pt idx="45179">
                  <c:v>0.52290509259182727</c:v>
                </c:pt>
                <c:pt idx="45180">
                  <c:v>0.52291666666133096</c:v>
                </c:pt>
                <c:pt idx="45181">
                  <c:v>0.52292824073811062</c:v>
                </c:pt>
                <c:pt idx="45182">
                  <c:v>0.52293981481489027</c:v>
                </c:pt>
                <c:pt idx="45183">
                  <c:v>0.52295138888439396</c:v>
                </c:pt>
                <c:pt idx="45184">
                  <c:v>0.52296296296117362</c:v>
                </c:pt>
                <c:pt idx="45185">
                  <c:v>0.52297453703795327</c:v>
                </c:pt>
                <c:pt idx="45186">
                  <c:v>0.52298611110745696</c:v>
                </c:pt>
                <c:pt idx="45187">
                  <c:v>0.52299768518423662</c:v>
                </c:pt>
                <c:pt idx="45188">
                  <c:v>0.52300925925374031</c:v>
                </c:pt>
                <c:pt idx="45189">
                  <c:v>0.52302083333051996</c:v>
                </c:pt>
                <c:pt idx="45190">
                  <c:v>0.52303240740729962</c:v>
                </c:pt>
                <c:pt idx="45191">
                  <c:v>0.52304398147680331</c:v>
                </c:pt>
                <c:pt idx="45192">
                  <c:v>0.52305555555358296</c:v>
                </c:pt>
                <c:pt idx="45193">
                  <c:v>0.52306712963036261</c:v>
                </c:pt>
                <c:pt idx="45194">
                  <c:v>0.52307870369986631</c:v>
                </c:pt>
                <c:pt idx="45195">
                  <c:v>0.52309027777664596</c:v>
                </c:pt>
                <c:pt idx="45196">
                  <c:v>0.52310185184614966</c:v>
                </c:pt>
                <c:pt idx="45197">
                  <c:v>0.52311342592292931</c:v>
                </c:pt>
                <c:pt idx="45198">
                  <c:v>0.52312499999970896</c:v>
                </c:pt>
                <c:pt idx="45199">
                  <c:v>0.52313657406921266</c:v>
                </c:pt>
                <c:pt idx="45200">
                  <c:v>0.52314814814599231</c:v>
                </c:pt>
                <c:pt idx="45201">
                  <c:v>0.52315972222277196</c:v>
                </c:pt>
                <c:pt idx="45202">
                  <c:v>0.52317129629227566</c:v>
                </c:pt>
                <c:pt idx="45203">
                  <c:v>0.52318287036905531</c:v>
                </c:pt>
                <c:pt idx="45204">
                  <c:v>0.523194444438559</c:v>
                </c:pt>
                <c:pt idx="45205">
                  <c:v>0.52320601851533866</c:v>
                </c:pt>
                <c:pt idx="45206">
                  <c:v>0.52321759259211831</c:v>
                </c:pt>
                <c:pt idx="45207">
                  <c:v>0.523229166661622</c:v>
                </c:pt>
                <c:pt idx="45208">
                  <c:v>0.52324074073840166</c:v>
                </c:pt>
                <c:pt idx="45209">
                  <c:v>0.52325231481518131</c:v>
                </c:pt>
                <c:pt idx="45210">
                  <c:v>0.523263888884685</c:v>
                </c:pt>
                <c:pt idx="45211">
                  <c:v>0.52327546296146465</c:v>
                </c:pt>
                <c:pt idx="45212">
                  <c:v>0.52328703703824431</c:v>
                </c:pt>
                <c:pt idx="45213">
                  <c:v>0.523298611107748</c:v>
                </c:pt>
                <c:pt idx="45214">
                  <c:v>0.52331018518452765</c:v>
                </c:pt>
                <c:pt idx="45215">
                  <c:v>0.52332175925403135</c:v>
                </c:pt>
                <c:pt idx="45216">
                  <c:v>0.523333333330811</c:v>
                </c:pt>
                <c:pt idx="45217">
                  <c:v>0.52334490740759065</c:v>
                </c:pt>
                <c:pt idx="45218">
                  <c:v>0.52335648147709435</c:v>
                </c:pt>
                <c:pt idx="45219">
                  <c:v>0.523368055553874</c:v>
                </c:pt>
                <c:pt idx="45220">
                  <c:v>0.52337962963065365</c:v>
                </c:pt>
                <c:pt idx="45221">
                  <c:v>0.52339120370015735</c:v>
                </c:pt>
                <c:pt idx="45222">
                  <c:v>0.523402777776937</c:v>
                </c:pt>
                <c:pt idx="45223">
                  <c:v>0.5234143518464407</c:v>
                </c:pt>
                <c:pt idx="45224">
                  <c:v>0.52342592592322035</c:v>
                </c:pt>
                <c:pt idx="45225">
                  <c:v>0.5234375</c:v>
                </c:pt>
                <c:pt idx="45226">
                  <c:v>0.52344907406950369</c:v>
                </c:pt>
                <c:pt idx="45227">
                  <c:v>0.52346064814628335</c:v>
                </c:pt>
                <c:pt idx="45228">
                  <c:v>0.523472222223063</c:v>
                </c:pt>
                <c:pt idx="45229">
                  <c:v>0.52348379629256669</c:v>
                </c:pt>
                <c:pt idx="45230">
                  <c:v>0.52349537036934635</c:v>
                </c:pt>
                <c:pt idx="45231">
                  <c:v>0.52350694443885004</c:v>
                </c:pt>
                <c:pt idx="45232">
                  <c:v>0.52351851851562969</c:v>
                </c:pt>
                <c:pt idx="45233">
                  <c:v>0.52353009259240935</c:v>
                </c:pt>
                <c:pt idx="45234">
                  <c:v>0.52354166666191304</c:v>
                </c:pt>
                <c:pt idx="45235">
                  <c:v>0.52355324073869269</c:v>
                </c:pt>
                <c:pt idx="45236">
                  <c:v>0.52356481481547235</c:v>
                </c:pt>
                <c:pt idx="45237">
                  <c:v>0.52357638888497604</c:v>
                </c:pt>
                <c:pt idx="45238">
                  <c:v>0.52358796296175569</c:v>
                </c:pt>
                <c:pt idx="45239">
                  <c:v>0.52359953703125939</c:v>
                </c:pt>
                <c:pt idx="45240">
                  <c:v>0.52361111110803904</c:v>
                </c:pt>
                <c:pt idx="45241">
                  <c:v>0.52362268518481869</c:v>
                </c:pt>
                <c:pt idx="45242">
                  <c:v>0.52363425925432239</c:v>
                </c:pt>
                <c:pt idx="45243">
                  <c:v>0.52364583333110204</c:v>
                </c:pt>
                <c:pt idx="45244">
                  <c:v>0.52365740740788169</c:v>
                </c:pt>
                <c:pt idx="45245">
                  <c:v>0.52366898147738539</c:v>
                </c:pt>
                <c:pt idx="45246">
                  <c:v>0.52368055555416504</c:v>
                </c:pt>
                <c:pt idx="45247">
                  <c:v>0.52369212963094469</c:v>
                </c:pt>
                <c:pt idx="45248">
                  <c:v>0.52370370370044839</c:v>
                </c:pt>
                <c:pt idx="45249">
                  <c:v>0.52371527777722804</c:v>
                </c:pt>
                <c:pt idx="45250">
                  <c:v>0.52372685184673173</c:v>
                </c:pt>
                <c:pt idx="45251">
                  <c:v>0.52373842592351139</c:v>
                </c:pt>
                <c:pt idx="45252">
                  <c:v>0.52375000000029104</c:v>
                </c:pt>
                <c:pt idx="45253">
                  <c:v>0.52376157406979473</c:v>
                </c:pt>
                <c:pt idx="45254">
                  <c:v>0.52377314814657439</c:v>
                </c:pt>
                <c:pt idx="45255">
                  <c:v>0.52378472222335404</c:v>
                </c:pt>
                <c:pt idx="45256">
                  <c:v>0.52379629629285773</c:v>
                </c:pt>
                <c:pt idx="45257">
                  <c:v>0.52380787036963739</c:v>
                </c:pt>
                <c:pt idx="45258">
                  <c:v>0.52381944443914108</c:v>
                </c:pt>
                <c:pt idx="45259">
                  <c:v>0.52383101851592073</c:v>
                </c:pt>
                <c:pt idx="45260">
                  <c:v>0.52384259259270038</c:v>
                </c:pt>
                <c:pt idx="45261">
                  <c:v>0.52385416666220408</c:v>
                </c:pt>
                <c:pt idx="45262">
                  <c:v>0.52386574073898373</c:v>
                </c:pt>
                <c:pt idx="45263">
                  <c:v>0.52387731481576338</c:v>
                </c:pt>
                <c:pt idx="45264">
                  <c:v>0.52388888888526708</c:v>
                </c:pt>
                <c:pt idx="45265">
                  <c:v>0.52390046296204673</c:v>
                </c:pt>
                <c:pt idx="45266">
                  <c:v>0.52391203703155043</c:v>
                </c:pt>
                <c:pt idx="45267">
                  <c:v>0.52392361110833008</c:v>
                </c:pt>
                <c:pt idx="45268">
                  <c:v>0.52393518518510973</c:v>
                </c:pt>
                <c:pt idx="45269">
                  <c:v>0.52394675925461343</c:v>
                </c:pt>
                <c:pt idx="45270">
                  <c:v>0.52395833333139308</c:v>
                </c:pt>
                <c:pt idx="45271">
                  <c:v>0.52396990740817273</c:v>
                </c:pt>
                <c:pt idx="45272">
                  <c:v>0.52398148147767643</c:v>
                </c:pt>
                <c:pt idx="45273">
                  <c:v>0.52399305555445608</c:v>
                </c:pt>
                <c:pt idx="45274">
                  <c:v>0.52400462962395977</c:v>
                </c:pt>
                <c:pt idx="45275">
                  <c:v>0.52401620370073942</c:v>
                </c:pt>
                <c:pt idx="45276">
                  <c:v>0.52402777777751908</c:v>
                </c:pt>
                <c:pt idx="45277">
                  <c:v>0.52403935184702277</c:v>
                </c:pt>
                <c:pt idx="45278">
                  <c:v>0.52405092592380242</c:v>
                </c:pt>
                <c:pt idx="45279">
                  <c:v>0.52406250000058208</c:v>
                </c:pt>
                <c:pt idx="45280">
                  <c:v>0.52407407407008577</c:v>
                </c:pt>
                <c:pt idx="45281">
                  <c:v>0.52408564814686542</c:v>
                </c:pt>
                <c:pt idx="45282">
                  <c:v>0.52409722221636912</c:v>
                </c:pt>
                <c:pt idx="45283">
                  <c:v>0.52410879629314877</c:v>
                </c:pt>
                <c:pt idx="45284">
                  <c:v>0.52412037036992842</c:v>
                </c:pt>
                <c:pt idx="45285">
                  <c:v>0.52413194443943212</c:v>
                </c:pt>
                <c:pt idx="45286">
                  <c:v>0.52414351851621177</c:v>
                </c:pt>
                <c:pt idx="45287">
                  <c:v>0.52415509259299142</c:v>
                </c:pt>
                <c:pt idx="45288">
                  <c:v>0.52416666666249512</c:v>
                </c:pt>
                <c:pt idx="45289">
                  <c:v>0.52417824073927477</c:v>
                </c:pt>
                <c:pt idx="45290">
                  <c:v>0.52418981481605442</c:v>
                </c:pt>
                <c:pt idx="45291">
                  <c:v>0.52420138888555812</c:v>
                </c:pt>
                <c:pt idx="45292">
                  <c:v>0.52421296296233777</c:v>
                </c:pt>
                <c:pt idx="45293">
                  <c:v>0.52422453703184146</c:v>
                </c:pt>
                <c:pt idx="45294">
                  <c:v>0.52423611110862112</c:v>
                </c:pt>
                <c:pt idx="45295">
                  <c:v>0.52424768518540077</c:v>
                </c:pt>
                <c:pt idx="45296">
                  <c:v>0.52425925925490446</c:v>
                </c:pt>
                <c:pt idx="45297">
                  <c:v>0.52427083333168412</c:v>
                </c:pt>
                <c:pt idx="45298">
                  <c:v>0.52428240740846377</c:v>
                </c:pt>
                <c:pt idx="45299">
                  <c:v>0.52429398147796746</c:v>
                </c:pt>
                <c:pt idx="45300">
                  <c:v>0.52430555555474712</c:v>
                </c:pt>
                <c:pt idx="45301">
                  <c:v>0.52431712962425081</c:v>
                </c:pt>
                <c:pt idx="45302">
                  <c:v>0.52432870370103046</c:v>
                </c:pt>
                <c:pt idx="45303">
                  <c:v>0.52434027777781012</c:v>
                </c:pt>
                <c:pt idx="45304">
                  <c:v>0.52435185184731381</c:v>
                </c:pt>
                <c:pt idx="45305">
                  <c:v>0.52436342592409346</c:v>
                </c:pt>
                <c:pt idx="45306">
                  <c:v>0.52437500000087311</c:v>
                </c:pt>
                <c:pt idx="45307">
                  <c:v>0.52438657407037681</c:v>
                </c:pt>
                <c:pt idx="45308">
                  <c:v>0.52439814814715646</c:v>
                </c:pt>
                <c:pt idx="45309">
                  <c:v>0.52440972221666016</c:v>
                </c:pt>
                <c:pt idx="45310">
                  <c:v>0.52442129629343981</c:v>
                </c:pt>
                <c:pt idx="45311">
                  <c:v>0.52443287037021946</c:v>
                </c:pt>
                <c:pt idx="45312">
                  <c:v>0.52444444443972316</c:v>
                </c:pt>
                <c:pt idx="45313">
                  <c:v>0.52445601851650281</c:v>
                </c:pt>
                <c:pt idx="45314">
                  <c:v>0.52446759259328246</c:v>
                </c:pt>
                <c:pt idx="45315">
                  <c:v>0.52447916666278616</c:v>
                </c:pt>
                <c:pt idx="45316">
                  <c:v>0.52449074073956581</c:v>
                </c:pt>
                <c:pt idx="45317">
                  <c:v>0.5245023148090695</c:v>
                </c:pt>
                <c:pt idx="45318">
                  <c:v>0.52451388888584916</c:v>
                </c:pt>
                <c:pt idx="45319">
                  <c:v>0.52452546296262881</c:v>
                </c:pt>
                <c:pt idx="45320">
                  <c:v>0.5245370370321325</c:v>
                </c:pt>
                <c:pt idx="45321">
                  <c:v>0.52454861110891216</c:v>
                </c:pt>
                <c:pt idx="45322">
                  <c:v>0.52456018518569181</c:v>
                </c:pt>
                <c:pt idx="45323">
                  <c:v>0.5245717592551955</c:v>
                </c:pt>
                <c:pt idx="45324">
                  <c:v>0.52458333333197515</c:v>
                </c:pt>
                <c:pt idx="45325">
                  <c:v>0.52459490740147885</c:v>
                </c:pt>
                <c:pt idx="45326">
                  <c:v>0.5246064814782585</c:v>
                </c:pt>
                <c:pt idx="45327">
                  <c:v>0.52461805555503815</c:v>
                </c:pt>
                <c:pt idx="45328">
                  <c:v>0.52462962962454185</c:v>
                </c:pt>
                <c:pt idx="45329">
                  <c:v>0.5246412037013215</c:v>
                </c:pt>
                <c:pt idx="45330">
                  <c:v>0.52465277777810115</c:v>
                </c:pt>
                <c:pt idx="45331">
                  <c:v>0.52466435184760485</c:v>
                </c:pt>
                <c:pt idx="45332">
                  <c:v>0.5246759259243845</c:v>
                </c:pt>
                <c:pt idx="45333">
                  <c:v>0.52468750000116415</c:v>
                </c:pt>
                <c:pt idx="45334">
                  <c:v>0.52469907407066785</c:v>
                </c:pt>
                <c:pt idx="45335">
                  <c:v>0.5247106481474475</c:v>
                </c:pt>
                <c:pt idx="45336">
                  <c:v>0.5247222222169512</c:v>
                </c:pt>
                <c:pt idx="45337">
                  <c:v>0.52473379629373085</c:v>
                </c:pt>
                <c:pt idx="45338">
                  <c:v>0.5247453703705105</c:v>
                </c:pt>
                <c:pt idx="45339">
                  <c:v>0.52475694444001419</c:v>
                </c:pt>
                <c:pt idx="45340">
                  <c:v>0.52476851851679385</c:v>
                </c:pt>
                <c:pt idx="45341">
                  <c:v>0.5247800925935735</c:v>
                </c:pt>
                <c:pt idx="45342">
                  <c:v>0.52479166666307719</c:v>
                </c:pt>
                <c:pt idx="45343">
                  <c:v>0.52480324073985685</c:v>
                </c:pt>
                <c:pt idx="45344">
                  <c:v>0.52481481480936054</c:v>
                </c:pt>
                <c:pt idx="45345">
                  <c:v>0.52482638888614019</c:v>
                </c:pt>
                <c:pt idx="45346">
                  <c:v>0.52483796296291985</c:v>
                </c:pt>
                <c:pt idx="45347">
                  <c:v>0.52484953703242354</c:v>
                </c:pt>
                <c:pt idx="45348">
                  <c:v>0.52486111110920319</c:v>
                </c:pt>
                <c:pt idx="45349">
                  <c:v>0.52487268518598285</c:v>
                </c:pt>
                <c:pt idx="45350">
                  <c:v>0.52488425925548654</c:v>
                </c:pt>
                <c:pt idx="45351">
                  <c:v>0.52489583333226619</c:v>
                </c:pt>
                <c:pt idx="45352">
                  <c:v>0.52490740740176989</c:v>
                </c:pt>
                <c:pt idx="45353">
                  <c:v>0.52491898147854954</c:v>
                </c:pt>
                <c:pt idx="45354">
                  <c:v>0.52493055555532919</c:v>
                </c:pt>
                <c:pt idx="45355">
                  <c:v>0.52494212962483289</c:v>
                </c:pt>
                <c:pt idx="45356">
                  <c:v>0.52495370370161254</c:v>
                </c:pt>
                <c:pt idx="45357">
                  <c:v>0.52496527777839219</c:v>
                </c:pt>
                <c:pt idx="45358">
                  <c:v>0.52497685184789589</c:v>
                </c:pt>
                <c:pt idx="45359">
                  <c:v>0.52498842592467554</c:v>
                </c:pt>
                <c:pt idx="45360">
                  <c:v>0.52499999999417923</c:v>
                </c:pt>
                <c:pt idx="45361">
                  <c:v>0.52501157407095889</c:v>
                </c:pt>
                <c:pt idx="45362">
                  <c:v>0.52502314814773854</c:v>
                </c:pt>
                <c:pt idx="45363">
                  <c:v>0.52503472221724223</c:v>
                </c:pt>
                <c:pt idx="45364">
                  <c:v>0.52504629629402189</c:v>
                </c:pt>
                <c:pt idx="45365">
                  <c:v>0.52505787037080154</c:v>
                </c:pt>
                <c:pt idx="45366">
                  <c:v>0.52506944444030523</c:v>
                </c:pt>
                <c:pt idx="45367">
                  <c:v>0.52508101851708489</c:v>
                </c:pt>
                <c:pt idx="45368">
                  <c:v>0.52509259259386454</c:v>
                </c:pt>
                <c:pt idx="45369">
                  <c:v>0.52510416666336823</c:v>
                </c:pt>
                <c:pt idx="45370">
                  <c:v>0.52511574074014788</c:v>
                </c:pt>
                <c:pt idx="45371">
                  <c:v>0.52512731480965158</c:v>
                </c:pt>
                <c:pt idx="45372">
                  <c:v>0.52513888888643123</c:v>
                </c:pt>
                <c:pt idx="45373">
                  <c:v>0.52515046296321088</c:v>
                </c:pt>
                <c:pt idx="45374">
                  <c:v>0.52516203703271458</c:v>
                </c:pt>
                <c:pt idx="45375">
                  <c:v>0.52517361110949423</c:v>
                </c:pt>
                <c:pt idx="45376">
                  <c:v>0.52518518518627388</c:v>
                </c:pt>
                <c:pt idx="45377">
                  <c:v>0.52519675925577758</c:v>
                </c:pt>
                <c:pt idx="45378">
                  <c:v>0.52520833333255723</c:v>
                </c:pt>
                <c:pt idx="45379">
                  <c:v>0.52521990740206093</c:v>
                </c:pt>
                <c:pt idx="45380">
                  <c:v>0.52523148147884058</c:v>
                </c:pt>
                <c:pt idx="45381">
                  <c:v>0.52524305555562023</c:v>
                </c:pt>
                <c:pt idx="45382">
                  <c:v>0.52525462962512393</c:v>
                </c:pt>
                <c:pt idx="45383">
                  <c:v>0.52526620370190358</c:v>
                </c:pt>
                <c:pt idx="45384">
                  <c:v>0.52527777777868323</c:v>
                </c:pt>
                <c:pt idx="45385">
                  <c:v>0.52528935184818693</c:v>
                </c:pt>
                <c:pt idx="45386">
                  <c:v>0.52530092592496658</c:v>
                </c:pt>
                <c:pt idx="45387">
                  <c:v>0.52531249999447027</c:v>
                </c:pt>
                <c:pt idx="45388">
                  <c:v>0.52532407407124992</c:v>
                </c:pt>
                <c:pt idx="45389">
                  <c:v>0.52533564814802958</c:v>
                </c:pt>
                <c:pt idx="45390">
                  <c:v>0.52534722221753327</c:v>
                </c:pt>
                <c:pt idx="45391">
                  <c:v>0.52535879629431292</c:v>
                </c:pt>
                <c:pt idx="45392">
                  <c:v>0.52537037037109258</c:v>
                </c:pt>
                <c:pt idx="45393">
                  <c:v>0.52538194444059627</c:v>
                </c:pt>
                <c:pt idx="45394">
                  <c:v>0.52539351851737592</c:v>
                </c:pt>
                <c:pt idx="45395">
                  <c:v>0.52540509258687962</c:v>
                </c:pt>
                <c:pt idx="45396">
                  <c:v>0.52541666666365927</c:v>
                </c:pt>
                <c:pt idx="45397">
                  <c:v>0.52542824074043892</c:v>
                </c:pt>
                <c:pt idx="45398">
                  <c:v>0.52543981480994262</c:v>
                </c:pt>
                <c:pt idx="45399">
                  <c:v>0.52545138888672227</c:v>
                </c:pt>
                <c:pt idx="45400">
                  <c:v>0.52546296296350192</c:v>
                </c:pt>
                <c:pt idx="45401">
                  <c:v>0.52547453703300562</c:v>
                </c:pt>
                <c:pt idx="45402">
                  <c:v>0.52548611110978527</c:v>
                </c:pt>
                <c:pt idx="45403">
                  <c:v>0.52549768517928896</c:v>
                </c:pt>
                <c:pt idx="45404">
                  <c:v>0.52550925925606862</c:v>
                </c:pt>
                <c:pt idx="45405">
                  <c:v>0.52552083333284827</c:v>
                </c:pt>
                <c:pt idx="45406">
                  <c:v>0.52553240740235196</c:v>
                </c:pt>
                <c:pt idx="45407">
                  <c:v>0.52554398147913162</c:v>
                </c:pt>
                <c:pt idx="45408">
                  <c:v>0.52555555555591127</c:v>
                </c:pt>
                <c:pt idx="45409">
                  <c:v>0.52556712962541496</c:v>
                </c:pt>
                <c:pt idx="45410">
                  <c:v>0.52557870370219462</c:v>
                </c:pt>
                <c:pt idx="45411">
                  <c:v>0.52559027777897427</c:v>
                </c:pt>
                <c:pt idx="45412">
                  <c:v>0.52560185184847796</c:v>
                </c:pt>
                <c:pt idx="45413">
                  <c:v>0.52561342592525762</c:v>
                </c:pt>
                <c:pt idx="45414">
                  <c:v>0.52562499999476131</c:v>
                </c:pt>
                <c:pt idx="45415">
                  <c:v>0.52563657407154096</c:v>
                </c:pt>
                <c:pt idx="45416">
                  <c:v>0.52564814814832062</c:v>
                </c:pt>
                <c:pt idx="45417">
                  <c:v>0.52565972221782431</c:v>
                </c:pt>
                <c:pt idx="45418">
                  <c:v>0.52567129629460396</c:v>
                </c:pt>
                <c:pt idx="45419">
                  <c:v>0.52568287037138361</c:v>
                </c:pt>
                <c:pt idx="45420">
                  <c:v>0.52569444444088731</c:v>
                </c:pt>
                <c:pt idx="45421">
                  <c:v>0.52570601851766696</c:v>
                </c:pt>
                <c:pt idx="45422">
                  <c:v>0.52571759258717066</c:v>
                </c:pt>
                <c:pt idx="45423">
                  <c:v>0.52572916666395031</c:v>
                </c:pt>
                <c:pt idx="45424">
                  <c:v>0.52574074074072996</c:v>
                </c:pt>
                <c:pt idx="45425">
                  <c:v>0.52575231481023366</c:v>
                </c:pt>
                <c:pt idx="45426">
                  <c:v>0.52576388888701331</c:v>
                </c:pt>
                <c:pt idx="45427">
                  <c:v>0.52577546296379296</c:v>
                </c:pt>
                <c:pt idx="45428">
                  <c:v>0.52578703703329666</c:v>
                </c:pt>
                <c:pt idx="45429">
                  <c:v>0.52579861111007631</c:v>
                </c:pt>
                <c:pt idx="45430">
                  <c:v>0.52581018517958</c:v>
                </c:pt>
                <c:pt idx="45431">
                  <c:v>0.52582175925635966</c:v>
                </c:pt>
                <c:pt idx="45432">
                  <c:v>0.52583333333313931</c:v>
                </c:pt>
                <c:pt idx="45433">
                  <c:v>0.525844907402643</c:v>
                </c:pt>
                <c:pt idx="45434">
                  <c:v>0.52585648147942265</c:v>
                </c:pt>
                <c:pt idx="45435">
                  <c:v>0.52586805555620231</c:v>
                </c:pt>
                <c:pt idx="45436">
                  <c:v>0.525879629625706</c:v>
                </c:pt>
                <c:pt idx="45437">
                  <c:v>0.52589120370248565</c:v>
                </c:pt>
                <c:pt idx="45438">
                  <c:v>0.52590277777198935</c:v>
                </c:pt>
                <c:pt idx="45439">
                  <c:v>0.525914351848769</c:v>
                </c:pt>
                <c:pt idx="45440">
                  <c:v>0.52592592592554865</c:v>
                </c:pt>
                <c:pt idx="45441">
                  <c:v>0.52593749999505235</c:v>
                </c:pt>
                <c:pt idx="45442">
                  <c:v>0.525949074071832</c:v>
                </c:pt>
                <c:pt idx="45443">
                  <c:v>0.52596064814861165</c:v>
                </c:pt>
                <c:pt idx="45444">
                  <c:v>0.52597222221811535</c:v>
                </c:pt>
                <c:pt idx="45445">
                  <c:v>0.525983796294895</c:v>
                </c:pt>
                <c:pt idx="45446">
                  <c:v>0.52599537037167465</c:v>
                </c:pt>
                <c:pt idx="45447">
                  <c:v>0.52600694444117835</c:v>
                </c:pt>
                <c:pt idx="45448">
                  <c:v>0.526018518517958</c:v>
                </c:pt>
                <c:pt idx="45449">
                  <c:v>0.5260300925874617</c:v>
                </c:pt>
                <c:pt idx="45450">
                  <c:v>0.52604166666424135</c:v>
                </c:pt>
                <c:pt idx="45451">
                  <c:v>0.526053240741021</c:v>
                </c:pt>
                <c:pt idx="45452">
                  <c:v>0.52606481481052469</c:v>
                </c:pt>
                <c:pt idx="45453">
                  <c:v>0.52607638888730435</c:v>
                </c:pt>
                <c:pt idx="45454">
                  <c:v>0.526087962964084</c:v>
                </c:pt>
                <c:pt idx="45455">
                  <c:v>0.52609953703358769</c:v>
                </c:pt>
                <c:pt idx="45456">
                  <c:v>0.52611111111036735</c:v>
                </c:pt>
                <c:pt idx="45457">
                  <c:v>0.52612268517987104</c:v>
                </c:pt>
                <c:pt idx="45458">
                  <c:v>0.52613425925665069</c:v>
                </c:pt>
                <c:pt idx="45459">
                  <c:v>0.52614583333343035</c:v>
                </c:pt>
                <c:pt idx="45460">
                  <c:v>0.52615740740293404</c:v>
                </c:pt>
                <c:pt idx="45461">
                  <c:v>0.52616898147971369</c:v>
                </c:pt>
                <c:pt idx="45462">
                  <c:v>0.52618055555649335</c:v>
                </c:pt>
                <c:pt idx="45463">
                  <c:v>0.52619212962599704</c:v>
                </c:pt>
                <c:pt idx="45464">
                  <c:v>0.52620370370277669</c:v>
                </c:pt>
                <c:pt idx="45465">
                  <c:v>0.52621527777228039</c:v>
                </c:pt>
                <c:pt idx="45466">
                  <c:v>0.52622685184906004</c:v>
                </c:pt>
                <c:pt idx="45467">
                  <c:v>0.52623842592583969</c:v>
                </c:pt>
                <c:pt idx="45468">
                  <c:v>0.52624999999534339</c:v>
                </c:pt>
                <c:pt idx="45469">
                  <c:v>0.52626157407212304</c:v>
                </c:pt>
                <c:pt idx="45470">
                  <c:v>0.52627314814890269</c:v>
                </c:pt>
                <c:pt idx="45471">
                  <c:v>0.52628472221840639</c:v>
                </c:pt>
                <c:pt idx="45472">
                  <c:v>0.52629629629518604</c:v>
                </c:pt>
                <c:pt idx="45473">
                  <c:v>0.52630787036468973</c:v>
                </c:pt>
                <c:pt idx="45474">
                  <c:v>0.52631944444146939</c:v>
                </c:pt>
                <c:pt idx="45475">
                  <c:v>0.52633101851824904</c:v>
                </c:pt>
                <c:pt idx="45476">
                  <c:v>0.52634259258775273</c:v>
                </c:pt>
                <c:pt idx="45477">
                  <c:v>0.52635416666453239</c:v>
                </c:pt>
                <c:pt idx="45478">
                  <c:v>0.52636574074131204</c:v>
                </c:pt>
                <c:pt idx="45479">
                  <c:v>0.52637731481081573</c:v>
                </c:pt>
                <c:pt idx="45480">
                  <c:v>0.52638888888759539</c:v>
                </c:pt>
                <c:pt idx="45481">
                  <c:v>0.52640046295709908</c:v>
                </c:pt>
                <c:pt idx="45482">
                  <c:v>0.52641203703387873</c:v>
                </c:pt>
                <c:pt idx="45483">
                  <c:v>0.52642361111065838</c:v>
                </c:pt>
                <c:pt idx="45484">
                  <c:v>0.52643518518016208</c:v>
                </c:pt>
                <c:pt idx="45485">
                  <c:v>0.52644675925694173</c:v>
                </c:pt>
                <c:pt idx="45486">
                  <c:v>0.52645833333372138</c:v>
                </c:pt>
                <c:pt idx="45487">
                  <c:v>0.52646990740322508</c:v>
                </c:pt>
                <c:pt idx="45488">
                  <c:v>0.52648148148000473</c:v>
                </c:pt>
                <c:pt idx="45489">
                  <c:v>0.52649305555678438</c:v>
                </c:pt>
                <c:pt idx="45490">
                  <c:v>0.52650462962628808</c:v>
                </c:pt>
                <c:pt idx="45491">
                  <c:v>0.52651620370306773</c:v>
                </c:pt>
                <c:pt idx="45492">
                  <c:v>0.52652777777257143</c:v>
                </c:pt>
                <c:pt idx="45493">
                  <c:v>0.52653935184935108</c:v>
                </c:pt>
                <c:pt idx="45494">
                  <c:v>0.52655092592613073</c:v>
                </c:pt>
                <c:pt idx="45495">
                  <c:v>0.52656249999563443</c:v>
                </c:pt>
                <c:pt idx="45496">
                  <c:v>0.52657407407241408</c:v>
                </c:pt>
                <c:pt idx="45497">
                  <c:v>0.52658564814919373</c:v>
                </c:pt>
                <c:pt idx="45498">
                  <c:v>0.52659722221869742</c:v>
                </c:pt>
                <c:pt idx="45499">
                  <c:v>0.52660879629547708</c:v>
                </c:pt>
                <c:pt idx="45500">
                  <c:v>0.52662037036498077</c:v>
                </c:pt>
                <c:pt idx="45501">
                  <c:v>0.52663194444176042</c:v>
                </c:pt>
                <c:pt idx="45502">
                  <c:v>0.52664351851854008</c:v>
                </c:pt>
                <c:pt idx="45503">
                  <c:v>0.52665509258804377</c:v>
                </c:pt>
                <c:pt idx="45504">
                  <c:v>0.52666666666482342</c:v>
                </c:pt>
                <c:pt idx="45505">
                  <c:v>0.52667824074160308</c:v>
                </c:pt>
                <c:pt idx="45506">
                  <c:v>0.52668981481110677</c:v>
                </c:pt>
                <c:pt idx="45507">
                  <c:v>0.52670138888788642</c:v>
                </c:pt>
                <c:pt idx="45508">
                  <c:v>0.52671296295739012</c:v>
                </c:pt>
                <c:pt idx="45509">
                  <c:v>0.52672453703416977</c:v>
                </c:pt>
                <c:pt idx="45510">
                  <c:v>0.52673611111094942</c:v>
                </c:pt>
                <c:pt idx="45511">
                  <c:v>0.52674768518045312</c:v>
                </c:pt>
                <c:pt idx="45512">
                  <c:v>0.52675925925723277</c:v>
                </c:pt>
                <c:pt idx="45513">
                  <c:v>0.52677083333401242</c:v>
                </c:pt>
                <c:pt idx="45514">
                  <c:v>0.52678240740351612</c:v>
                </c:pt>
                <c:pt idx="45515">
                  <c:v>0.52679398148029577</c:v>
                </c:pt>
                <c:pt idx="45516">
                  <c:v>0.52680555554979946</c:v>
                </c:pt>
                <c:pt idx="45517">
                  <c:v>0.52681712962657912</c:v>
                </c:pt>
                <c:pt idx="45518">
                  <c:v>0.52682870370335877</c:v>
                </c:pt>
                <c:pt idx="45519">
                  <c:v>0.52684027777286246</c:v>
                </c:pt>
                <c:pt idx="45520">
                  <c:v>0.52685185184964212</c:v>
                </c:pt>
                <c:pt idx="45521">
                  <c:v>0.52686342592642177</c:v>
                </c:pt>
                <c:pt idx="45522">
                  <c:v>0.52687499999592546</c:v>
                </c:pt>
                <c:pt idx="45523">
                  <c:v>0.52688657407270512</c:v>
                </c:pt>
                <c:pt idx="45524">
                  <c:v>0.52689814814948477</c:v>
                </c:pt>
                <c:pt idx="45525">
                  <c:v>0.52690972221898846</c:v>
                </c:pt>
                <c:pt idx="45526">
                  <c:v>0.52692129629576812</c:v>
                </c:pt>
                <c:pt idx="45527">
                  <c:v>0.52693287036527181</c:v>
                </c:pt>
                <c:pt idx="45528">
                  <c:v>0.52694444444205146</c:v>
                </c:pt>
                <c:pt idx="45529">
                  <c:v>0.52695601851883112</c:v>
                </c:pt>
                <c:pt idx="45530">
                  <c:v>0.52696759258833481</c:v>
                </c:pt>
                <c:pt idx="45531">
                  <c:v>0.52697916666511446</c:v>
                </c:pt>
                <c:pt idx="45532">
                  <c:v>0.52699074074189411</c:v>
                </c:pt>
                <c:pt idx="45533">
                  <c:v>0.52700231481139781</c:v>
                </c:pt>
                <c:pt idx="45534">
                  <c:v>0.52701388888817746</c:v>
                </c:pt>
                <c:pt idx="45535">
                  <c:v>0.52702546295768116</c:v>
                </c:pt>
                <c:pt idx="45536">
                  <c:v>0.52703703703446081</c:v>
                </c:pt>
                <c:pt idx="45537">
                  <c:v>0.52704861111124046</c:v>
                </c:pt>
                <c:pt idx="45538">
                  <c:v>0.52706018518074416</c:v>
                </c:pt>
                <c:pt idx="45539">
                  <c:v>0.52707175925752381</c:v>
                </c:pt>
                <c:pt idx="45540">
                  <c:v>0.52708333333430346</c:v>
                </c:pt>
                <c:pt idx="45541">
                  <c:v>0.52709490740380716</c:v>
                </c:pt>
                <c:pt idx="45542">
                  <c:v>0.52710648148058681</c:v>
                </c:pt>
                <c:pt idx="45543">
                  <c:v>0.5271180555500905</c:v>
                </c:pt>
                <c:pt idx="45544">
                  <c:v>0.52712962962687016</c:v>
                </c:pt>
                <c:pt idx="45545">
                  <c:v>0.52714120370364981</c:v>
                </c:pt>
                <c:pt idx="45546">
                  <c:v>0.5271527777731535</c:v>
                </c:pt>
                <c:pt idx="45547">
                  <c:v>0.52716435184993315</c:v>
                </c:pt>
                <c:pt idx="45548">
                  <c:v>0.52717592592671281</c:v>
                </c:pt>
                <c:pt idx="45549">
                  <c:v>0.5271874999962165</c:v>
                </c:pt>
                <c:pt idx="45550">
                  <c:v>0.52719907407299615</c:v>
                </c:pt>
                <c:pt idx="45551">
                  <c:v>0.52721064814249985</c:v>
                </c:pt>
                <c:pt idx="45552">
                  <c:v>0.5272222222192795</c:v>
                </c:pt>
                <c:pt idx="45553">
                  <c:v>0.52723379629605915</c:v>
                </c:pt>
                <c:pt idx="45554">
                  <c:v>0.52724537036556285</c:v>
                </c:pt>
                <c:pt idx="45555">
                  <c:v>0.5272569444423425</c:v>
                </c:pt>
                <c:pt idx="45556">
                  <c:v>0.52726851851912215</c:v>
                </c:pt>
                <c:pt idx="45557">
                  <c:v>0.52728009258862585</c:v>
                </c:pt>
                <c:pt idx="45558">
                  <c:v>0.5272916666654055</c:v>
                </c:pt>
                <c:pt idx="45559">
                  <c:v>0.5273032407349092</c:v>
                </c:pt>
                <c:pt idx="45560">
                  <c:v>0.52731481481168885</c:v>
                </c:pt>
                <c:pt idx="45561">
                  <c:v>0.5273263888884685</c:v>
                </c:pt>
                <c:pt idx="45562">
                  <c:v>0.52733796295797219</c:v>
                </c:pt>
                <c:pt idx="45563">
                  <c:v>0.52734953703475185</c:v>
                </c:pt>
                <c:pt idx="45564">
                  <c:v>0.5273611111115315</c:v>
                </c:pt>
                <c:pt idx="45565">
                  <c:v>0.52737268518103519</c:v>
                </c:pt>
                <c:pt idx="45566">
                  <c:v>0.52738425925781485</c:v>
                </c:pt>
                <c:pt idx="45567">
                  <c:v>0.5273958333345945</c:v>
                </c:pt>
                <c:pt idx="45568">
                  <c:v>0.52740740740409819</c:v>
                </c:pt>
                <c:pt idx="45569">
                  <c:v>0.52741898148087785</c:v>
                </c:pt>
                <c:pt idx="45570">
                  <c:v>0.52743055555038154</c:v>
                </c:pt>
                <c:pt idx="45571">
                  <c:v>0.52744212962716119</c:v>
                </c:pt>
                <c:pt idx="45572">
                  <c:v>0.52745370370394085</c:v>
                </c:pt>
                <c:pt idx="45573">
                  <c:v>0.52746527777344454</c:v>
                </c:pt>
                <c:pt idx="45574">
                  <c:v>0.52747685185022419</c:v>
                </c:pt>
                <c:pt idx="45575">
                  <c:v>0.52748842592700385</c:v>
                </c:pt>
                <c:pt idx="45576">
                  <c:v>0.52749999999650754</c:v>
                </c:pt>
                <c:pt idx="45577">
                  <c:v>0.52751157407328719</c:v>
                </c:pt>
                <c:pt idx="45578">
                  <c:v>0.52752314814279089</c:v>
                </c:pt>
                <c:pt idx="45579">
                  <c:v>0.52753472221957054</c:v>
                </c:pt>
                <c:pt idx="45580">
                  <c:v>0.52754629629635019</c:v>
                </c:pt>
                <c:pt idx="45581">
                  <c:v>0.52755787036585389</c:v>
                </c:pt>
                <c:pt idx="45582">
                  <c:v>0.52756944444263354</c:v>
                </c:pt>
                <c:pt idx="45583">
                  <c:v>0.52758101851941319</c:v>
                </c:pt>
                <c:pt idx="45584">
                  <c:v>0.52759259258891689</c:v>
                </c:pt>
                <c:pt idx="45585">
                  <c:v>0.52760416666569654</c:v>
                </c:pt>
                <c:pt idx="45586">
                  <c:v>0.52761574073520023</c:v>
                </c:pt>
                <c:pt idx="45587">
                  <c:v>0.52762731481197989</c:v>
                </c:pt>
                <c:pt idx="45588">
                  <c:v>0.52763888888875954</c:v>
                </c:pt>
                <c:pt idx="45589">
                  <c:v>0.52765046295826323</c:v>
                </c:pt>
                <c:pt idx="45590">
                  <c:v>0.52766203703504289</c:v>
                </c:pt>
                <c:pt idx="45591">
                  <c:v>0.52767361111182254</c:v>
                </c:pt>
                <c:pt idx="45592">
                  <c:v>0.52768518518132623</c:v>
                </c:pt>
                <c:pt idx="45593">
                  <c:v>0.52769675925810589</c:v>
                </c:pt>
                <c:pt idx="45594">
                  <c:v>0.52770833332760958</c:v>
                </c:pt>
                <c:pt idx="45595">
                  <c:v>0.52771990740438923</c:v>
                </c:pt>
                <c:pt idx="45596">
                  <c:v>0.52773148148116888</c:v>
                </c:pt>
                <c:pt idx="45597">
                  <c:v>0.52774305555067258</c:v>
                </c:pt>
                <c:pt idx="45598">
                  <c:v>0.52775462962745223</c:v>
                </c:pt>
                <c:pt idx="45599">
                  <c:v>0.52776620370423188</c:v>
                </c:pt>
                <c:pt idx="45600">
                  <c:v>0.52777777777373558</c:v>
                </c:pt>
                <c:pt idx="45601">
                  <c:v>0.52778935185051523</c:v>
                </c:pt>
                <c:pt idx="45602">
                  <c:v>0.52780092592001893</c:v>
                </c:pt>
                <c:pt idx="45603">
                  <c:v>0.52781249999679858</c:v>
                </c:pt>
                <c:pt idx="45604">
                  <c:v>0.52782407407357823</c:v>
                </c:pt>
                <c:pt idx="45605">
                  <c:v>0.52783564814308193</c:v>
                </c:pt>
                <c:pt idx="45606">
                  <c:v>0.52784722221986158</c:v>
                </c:pt>
                <c:pt idx="45607">
                  <c:v>0.52785879629664123</c:v>
                </c:pt>
                <c:pt idx="45608">
                  <c:v>0.52787037036614493</c:v>
                </c:pt>
                <c:pt idx="45609">
                  <c:v>0.52788194444292458</c:v>
                </c:pt>
                <c:pt idx="45610">
                  <c:v>0.52789351851970423</c:v>
                </c:pt>
                <c:pt idx="45611">
                  <c:v>0.52790509258920792</c:v>
                </c:pt>
                <c:pt idx="45612">
                  <c:v>0.52791666666598758</c:v>
                </c:pt>
                <c:pt idx="45613">
                  <c:v>0.52792824073549127</c:v>
                </c:pt>
                <c:pt idx="45614">
                  <c:v>0.52793981481227092</c:v>
                </c:pt>
                <c:pt idx="45615">
                  <c:v>0.52795138888905058</c:v>
                </c:pt>
                <c:pt idx="45616">
                  <c:v>0.52796296295855427</c:v>
                </c:pt>
                <c:pt idx="45617">
                  <c:v>0.52797453703533392</c:v>
                </c:pt>
                <c:pt idx="45618">
                  <c:v>0.52798611111211358</c:v>
                </c:pt>
                <c:pt idx="45619">
                  <c:v>0.52799768518161727</c:v>
                </c:pt>
                <c:pt idx="45620">
                  <c:v>0.52800925925839692</c:v>
                </c:pt>
                <c:pt idx="45621">
                  <c:v>0.52802083332790062</c:v>
                </c:pt>
                <c:pt idx="45622">
                  <c:v>0.52803240740468027</c:v>
                </c:pt>
                <c:pt idx="45623">
                  <c:v>0.52804398148145992</c:v>
                </c:pt>
                <c:pt idx="45624">
                  <c:v>0.52805555555096362</c:v>
                </c:pt>
                <c:pt idx="45625">
                  <c:v>0.52806712962774327</c:v>
                </c:pt>
                <c:pt idx="45626">
                  <c:v>0.52807870370452292</c:v>
                </c:pt>
                <c:pt idx="45627">
                  <c:v>0.52809027777402662</c:v>
                </c:pt>
                <c:pt idx="45628">
                  <c:v>0.52810185185080627</c:v>
                </c:pt>
                <c:pt idx="45629">
                  <c:v>0.52811342592030996</c:v>
                </c:pt>
                <c:pt idx="45630">
                  <c:v>0.52812499999708962</c:v>
                </c:pt>
                <c:pt idx="45631">
                  <c:v>0.52813657407386927</c:v>
                </c:pt>
                <c:pt idx="45632">
                  <c:v>0.52814814814337296</c:v>
                </c:pt>
                <c:pt idx="45633">
                  <c:v>0.52815972222015262</c:v>
                </c:pt>
                <c:pt idx="45634">
                  <c:v>0.52817129629693227</c:v>
                </c:pt>
                <c:pt idx="45635">
                  <c:v>0.52818287036643596</c:v>
                </c:pt>
                <c:pt idx="45636">
                  <c:v>0.52819444444321562</c:v>
                </c:pt>
                <c:pt idx="45637">
                  <c:v>0.52820601851271931</c:v>
                </c:pt>
                <c:pt idx="45638">
                  <c:v>0.52821759258949896</c:v>
                </c:pt>
                <c:pt idx="45639">
                  <c:v>0.52822916666627862</c:v>
                </c:pt>
                <c:pt idx="45640">
                  <c:v>0.52824074073578231</c:v>
                </c:pt>
                <c:pt idx="45641">
                  <c:v>0.52825231481256196</c:v>
                </c:pt>
                <c:pt idx="45642">
                  <c:v>0.52826388888934162</c:v>
                </c:pt>
                <c:pt idx="45643">
                  <c:v>0.52827546295884531</c:v>
                </c:pt>
                <c:pt idx="45644">
                  <c:v>0.52828703703562496</c:v>
                </c:pt>
                <c:pt idx="45645">
                  <c:v>0.52829861111240461</c:v>
                </c:pt>
                <c:pt idx="45646">
                  <c:v>0.52831018518190831</c:v>
                </c:pt>
                <c:pt idx="45647">
                  <c:v>0.52832175925868796</c:v>
                </c:pt>
                <c:pt idx="45648">
                  <c:v>0.52833333332819166</c:v>
                </c:pt>
                <c:pt idx="45649">
                  <c:v>0.52834490740497131</c:v>
                </c:pt>
                <c:pt idx="45650">
                  <c:v>0.52835648148175096</c:v>
                </c:pt>
                <c:pt idx="45651">
                  <c:v>0.52836805555125466</c:v>
                </c:pt>
                <c:pt idx="45652">
                  <c:v>0.52837962962803431</c:v>
                </c:pt>
                <c:pt idx="45653">
                  <c:v>0.52839120370481396</c:v>
                </c:pt>
                <c:pt idx="45654">
                  <c:v>0.52840277777431766</c:v>
                </c:pt>
                <c:pt idx="45655">
                  <c:v>0.52841435185109731</c:v>
                </c:pt>
                <c:pt idx="45656">
                  <c:v>0.528425925920601</c:v>
                </c:pt>
                <c:pt idx="45657">
                  <c:v>0.52843749999738066</c:v>
                </c:pt>
                <c:pt idx="45658">
                  <c:v>0.52844907407416031</c:v>
                </c:pt>
                <c:pt idx="45659">
                  <c:v>0.528460648143664</c:v>
                </c:pt>
                <c:pt idx="45660">
                  <c:v>0.52847222222044365</c:v>
                </c:pt>
                <c:pt idx="45661">
                  <c:v>0.52848379629722331</c:v>
                </c:pt>
                <c:pt idx="45662">
                  <c:v>0.528495370366727</c:v>
                </c:pt>
                <c:pt idx="45663">
                  <c:v>0.52850694444350665</c:v>
                </c:pt>
                <c:pt idx="45664">
                  <c:v>0.52851851851301035</c:v>
                </c:pt>
                <c:pt idx="45665">
                  <c:v>0.52853009258979</c:v>
                </c:pt>
                <c:pt idx="45666">
                  <c:v>0.52854166666656965</c:v>
                </c:pt>
                <c:pt idx="45667">
                  <c:v>0.52855324073607335</c:v>
                </c:pt>
                <c:pt idx="45668">
                  <c:v>0.528564814812853</c:v>
                </c:pt>
                <c:pt idx="45669">
                  <c:v>0.52857638888963265</c:v>
                </c:pt>
                <c:pt idx="45670">
                  <c:v>0.52858796295913635</c:v>
                </c:pt>
                <c:pt idx="45671">
                  <c:v>0.528599537035916</c:v>
                </c:pt>
                <c:pt idx="45672">
                  <c:v>0.5286111111054197</c:v>
                </c:pt>
                <c:pt idx="45673">
                  <c:v>0.52862268518219935</c:v>
                </c:pt>
                <c:pt idx="45674">
                  <c:v>0.528634259258979</c:v>
                </c:pt>
                <c:pt idx="45675">
                  <c:v>0.52864583332848269</c:v>
                </c:pt>
                <c:pt idx="45676">
                  <c:v>0.52865740740526235</c:v>
                </c:pt>
                <c:pt idx="45677">
                  <c:v>0.528668981482042</c:v>
                </c:pt>
                <c:pt idx="45678">
                  <c:v>0.52868055555154569</c:v>
                </c:pt>
                <c:pt idx="45679">
                  <c:v>0.52869212962832535</c:v>
                </c:pt>
                <c:pt idx="45680">
                  <c:v>0.52870370369782904</c:v>
                </c:pt>
                <c:pt idx="45681">
                  <c:v>0.52871527777460869</c:v>
                </c:pt>
                <c:pt idx="45682">
                  <c:v>0.52872685185138835</c:v>
                </c:pt>
                <c:pt idx="45683">
                  <c:v>0.52873842592089204</c:v>
                </c:pt>
                <c:pt idx="45684">
                  <c:v>0.52874999999767169</c:v>
                </c:pt>
                <c:pt idx="45685">
                  <c:v>0.52876157407445135</c:v>
                </c:pt>
                <c:pt idx="45686">
                  <c:v>0.52877314814395504</c:v>
                </c:pt>
                <c:pt idx="45687">
                  <c:v>0.52878472222073469</c:v>
                </c:pt>
                <c:pt idx="45688">
                  <c:v>0.52879629629751435</c:v>
                </c:pt>
                <c:pt idx="45689">
                  <c:v>0.52880787036701804</c:v>
                </c:pt>
                <c:pt idx="45690">
                  <c:v>0.52881944444379769</c:v>
                </c:pt>
                <c:pt idx="45691">
                  <c:v>0.52883101851330139</c:v>
                </c:pt>
                <c:pt idx="45692">
                  <c:v>0.52884259259008104</c:v>
                </c:pt>
                <c:pt idx="45693">
                  <c:v>0.52885416666686069</c:v>
                </c:pt>
                <c:pt idx="45694">
                  <c:v>0.52886574073636439</c:v>
                </c:pt>
                <c:pt idx="45695">
                  <c:v>0.52887731481314404</c:v>
                </c:pt>
                <c:pt idx="45696">
                  <c:v>0.52888888888992369</c:v>
                </c:pt>
                <c:pt idx="45697">
                  <c:v>0.52890046295942739</c:v>
                </c:pt>
                <c:pt idx="45698">
                  <c:v>0.52891203703620704</c:v>
                </c:pt>
                <c:pt idx="45699">
                  <c:v>0.52892361110571073</c:v>
                </c:pt>
                <c:pt idx="45700">
                  <c:v>0.52893518518249039</c:v>
                </c:pt>
                <c:pt idx="45701">
                  <c:v>0.52894675925927004</c:v>
                </c:pt>
                <c:pt idx="45702">
                  <c:v>0.52895833332877373</c:v>
                </c:pt>
                <c:pt idx="45703">
                  <c:v>0.52896990740555339</c:v>
                </c:pt>
                <c:pt idx="45704">
                  <c:v>0.52898148148233304</c:v>
                </c:pt>
                <c:pt idx="45705">
                  <c:v>0.52899305555183673</c:v>
                </c:pt>
                <c:pt idx="45706">
                  <c:v>0.52900462962861639</c:v>
                </c:pt>
                <c:pt idx="45707">
                  <c:v>0.52901620369812008</c:v>
                </c:pt>
                <c:pt idx="45708">
                  <c:v>0.52902777777489973</c:v>
                </c:pt>
                <c:pt idx="45709">
                  <c:v>0.52903935185167938</c:v>
                </c:pt>
                <c:pt idx="45710">
                  <c:v>0.52905092592118308</c:v>
                </c:pt>
                <c:pt idx="45711">
                  <c:v>0.52906249999796273</c:v>
                </c:pt>
                <c:pt idx="45712">
                  <c:v>0.52907407407474238</c:v>
                </c:pt>
                <c:pt idx="45713">
                  <c:v>0.52908564814424608</c:v>
                </c:pt>
                <c:pt idx="45714">
                  <c:v>0.52909722222102573</c:v>
                </c:pt>
                <c:pt idx="45715">
                  <c:v>0.52910879629052943</c:v>
                </c:pt>
                <c:pt idx="45716">
                  <c:v>0.52912037036730908</c:v>
                </c:pt>
                <c:pt idx="45717">
                  <c:v>0.52913194444408873</c:v>
                </c:pt>
                <c:pt idx="45718">
                  <c:v>0.52914351851359243</c:v>
                </c:pt>
                <c:pt idx="45719">
                  <c:v>0.52915509259037208</c:v>
                </c:pt>
                <c:pt idx="45720">
                  <c:v>0.52916666666715173</c:v>
                </c:pt>
                <c:pt idx="45721">
                  <c:v>0.52917824073665543</c:v>
                </c:pt>
                <c:pt idx="45722">
                  <c:v>0.52918981481343508</c:v>
                </c:pt>
                <c:pt idx="45723">
                  <c:v>0.52920138889021473</c:v>
                </c:pt>
                <c:pt idx="45724">
                  <c:v>0.52921296295971842</c:v>
                </c:pt>
                <c:pt idx="45725">
                  <c:v>0.52922453703649808</c:v>
                </c:pt>
                <c:pt idx="45726">
                  <c:v>0.52923611110600177</c:v>
                </c:pt>
                <c:pt idx="45727">
                  <c:v>0.52924768518278142</c:v>
                </c:pt>
                <c:pt idx="45728">
                  <c:v>0.52925925925956108</c:v>
                </c:pt>
                <c:pt idx="45729">
                  <c:v>0.52927083332906477</c:v>
                </c:pt>
                <c:pt idx="45730">
                  <c:v>0.52928240740584442</c:v>
                </c:pt>
                <c:pt idx="45731">
                  <c:v>0.52929398148262408</c:v>
                </c:pt>
                <c:pt idx="45732">
                  <c:v>0.52930555555212777</c:v>
                </c:pt>
                <c:pt idx="45733">
                  <c:v>0.52931712962890742</c:v>
                </c:pt>
                <c:pt idx="45734">
                  <c:v>0.52932870369841112</c:v>
                </c:pt>
                <c:pt idx="45735">
                  <c:v>0.52934027777519077</c:v>
                </c:pt>
                <c:pt idx="45736">
                  <c:v>0.52935185185197042</c:v>
                </c:pt>
                <c:pt idx="45737">
                  <c:v>0.52936342592147412</c:v>
                </c:pt>
                <c:pt idx="45738">
                  <c:v>0.52937499999825377</c:v>
                </c:pt>
                <c:pt idx="45739">
                  <c:v>0.52938657407503342</c:v>
                </c:pt>
                <c:pt idx="45740">
                  <c:v>0.52939814814453712</c:v>
                </c:pt>
                <c:pt idx="45741">
                  <c:v>0.52940972222131677</c:v>
                </c:pt>
                <c:pt idx="45742">
                  <c:v>0.52942129629082046</c:v>
                </c:pt>
                <c:pt idx="45743">
                  <c:v>0.52943287036760012</c:v>
                </c:pt>
                <c:pt idx="45744">
                  <c:v>0.52944444444437977</c:v>
                </c:pt>
                <c:pt idx="45745">
                  <c:v>0.52945601851388346</c:v>
                </c:pt>
                <c:pt idx="45746">
                  <c:v>0.52946759259066312</c:v>
                </c:pt>
                <c:pt idx="45747">
                  <c:v>0.52947916666744277</c:v>
                </c:pt>
                <c:pt idx="45748">
                  <c:v>0.52949074073694646</c:v>
                </c:pt>
                <c:pt idx="45749">
                  <c:v>0.52950231481372612</c:v>
                </c:pt>
                <c:pt idx="45750">
                  <c:v>0.52951388888322981</c:v>
                </c:pt>
                <c:pt idx="45751">
                  <c:v>0.52952546296000946</c:v>
                </c:pt>
                <c:pt idx="45752">
                  <c:v>0.52953703703678912</c:v>
                </c:pt>
                <c:pt idx="45753">
                  <c:v>0.52954861110629281</c:v>
                </c:pt>
                <c:pt idx="45754">
                  <c:v>0.52956018518307246</c:v>
                </c:pt>
                <c:pt idx="45755">
                  <c:v>0.52957175925985212</c:v>
                </c:pt>
                <c:pt idx="45756">
                  <c:v>0.52958333332935581</c:v>
                </c:pt>
                <c:pt idx="45757">
                  <c:v>0.52959490740613546</c:v>
                </c:pt>
                <c:pt idx="45758">
                  <c:v>0.52960648147563916</c:v>
                </c:pt>
                <c:pt idx="45759">
                  <c:v>0.52961805555241881</c:v>
                </c:pt>
                <c:pt idx="45760">
                  <c:v>0.52962962962919846</c:v>
                </c:pt>
                <c:pt idx="45761">
                  <c:v>0.52964120369870216</c:v>
                </c:pt>
                <c:pt idx="45762">
                  <c:v>0.52965277777548181</c:v>
                </c:pt>
                <c:pt idx="45763">
                  <c:v>0.52966435185226146</c:v>
                </c:pt>
                <c:pt idx="45764">
                  <c:v>0.52967592592176516</c:v>
                </c:pt>
                <c:pt idx="45765">
                  <c:v>0.52968749999854481</c:v>
                </c:pt>
                <c:pt idx="45766">
                  <c:v>0.52969907407532446</c:v>
                </c:pt>
                <c:pt idx="45767">
                  <c:v>0.52971064814482816</c:v>
                </c:pt>
                <c:pt idx="45768">
                  <c:v>0.52972222222160781</c:v>
                </c:pt>
                <c:pt idx="45769">
                  <c:v>0.5297337962911115</c:v>
                </c:pt>
                <c:pt idx="45770">
                  <c:v>0.52974537036789116</c:v>
                </c:pt>
                <c:pt idx="45771">
                  <c:v>0.52975694444467081</c:v>
                </c:pt>
                <c:pt idx="45772">
                  <c:v>0.5297685185141745</c:v>
                </c:pt>
                <c:pt idx="45773">
                  <c:v>0.52978009259095415</c:v>
                </c:pt>
                <c:pt idx="45774">
                  <c:v>0.52979166666773381</c:v>
                </c:pt>
                <c:pt idx="45775">
                  <c:v>0.5298032407372375</c:v>
                </c:pt>
                <c:pt idx="45776">
                  <c:v>0.52981481481401715</c:v>
                </c:pt>
                <c:pt idx="45777">
                  <c:v>0.52982638888352085</c:v>
                </c:pt>
                <c:pt idx="45778">
                  <c:v>0.5298379629603005</c:v>
                </c:pt>
                <c:pt idx="45779">
                  <c:v>0.52984953703708015</c:v>
                </c:pt>
                <c:pt idx="45780">
                  <c:v>0.52986111110658385</c:v>
                </c:pt>
                <c:pt idx="45781">
                  <c:v>0.5298726851833635</c:v>
                </c:pt>
                <c:pt idx="45782">
                  <c:v>0.52988425926014315</c:v>
                </c:pt>
                <c:pt idx="45783">
                  <c:v>0.52989583332964685</c:v>
                </c:pt>
                <c:pt idx="45784">
                  <c:v>0.5299074074064265</c:v>
                </c:pt>
                <c:pt idx="45785">
                  <c:v>0.5299189814759302</c:v>
                </c:pt>
                <c:pt idx="45786">
                  <c:v>0.52993055555270985</c:v>
                </c:pt>
                <c:pt idx="45787">
                  <c:v>0.5299421296294895</c:v>
                </c:pt>
                <c:pt idx="45788">
                  <c:v>0.52995370369899319</c:v>
                </c:pt>
                <c:pt idx="45789">
                  <c:v>0.52996527777577285</c:v>
                </c:pt>
                <c:pt idx="45790">
                  <c:v>0.5299768518525525</c:v>
                </c:pt>
                <c:pt idx="45791">
                  <c:v>0.52998842592205619</c:v>
                </c:pt>
                <c:pt idx="45792">
                  <c:v>0.52999999999883585</c:v>
                </c:pt>
                <c:pt idx="45793">
                  <c:v>0.53001157406833954</c:v>
                </c:pt>
                <c:pt idx="45794">
                  <c:v>0.53002314814511919</c:v>
                </c:pt>
                <c:pt idx="45795">
                  <c:v>0.53003472222189885</c:v>
                </c:pt>
                <c:pt idx="45796">
                  <c:v>0.53004629629140254</c:v>
                </c:pt>
                <c:pt idx="45797">
                  <c:v>0.53005787036818219</c:v>
                </c:pt>
                <c:pt idx="45798">
                  <c:v>0.53006944444496185</c:v>
                </c:pt>
                <c:pt idx="45799">
                  <c:v>0.53008101851446554</c:v>
                </c:pt>
                <c:pt idx="45800">
                  <c:v>0.53009259259124519</c:v>
                </c:pt>
                <c:pt idx="45801">
                  <c:v>0.53010416666074889</c:v>
                </c:pt>
                <c:pt idx="45802">
                  <c:v>0.53011574073752854</c:v>
                </c:pt>
                <c:pt idx="45803">
                  <c:v>0.53012731481430819</c:v>
                </c:pt>
                <c:pt idx="45804">
                  <c:v>0.53013888888381189</c:v>
                </c:pt>
                <c:pt idx="45805">
                  <c:v>0.53015046296059154</c:v>
                </c:pt>
                <c:pt idx="45806">
                  <c:v>0.53016203703737119</c:v>
                </c:pt>
                <c:pt idx="45807">
                  <c:v>0.53017361110687489</c:v>
                </c:pt>
                <c:pt idx="45808">
                  <c:v>0.53018518518365454</c:v>
                </c:pt>
                <c:pt idx="45809">
                  <c:v>0.53019675926043419</c:v>
                </c:pt>
                <c:pt idx="45810">
                  <c:v>0.53020833332993789</c:v>
                </c:pt>
                <c:pt idx="45811">
                  <c:v>0.53021990740671754</c:v>
                </c:pt>
                <c:pt idx="45812">
                  <c:v>0.53023148147622123</c:v>
                </c:pt>
                <c:pt idx="45813">
                  <c:v>0.53024305555300089</c:v>
                </c:pt>
                <c:pt idx="45814">
                  <c:v>0.53025462962978054</c:v>
                </c:pt>
                <c:pt idx="45815">
                  <c:v>0.53026620369928423</c:v>
                </c:pt>
                <c:pt idx="45816">
                  <c:v>0.53027777777606389</c:v>
                </c:pt>
                <c:pt idx="45817">
                  <c:v>0.53028935185284354</c:v>
                </c:pt>
                <c:pt idx="45818">
                  <c:v>0.53030092592234723</c:v>
                </c:pt>
                <c:pt idx="45819">
                  <c:v>0.53031249999912689</c:v>
                </c:pt>
                <c:pt idx="45820">
                  <c:v>0.53032407406863058</c:v>
                </c:pt>
                <c:pt idx="45821">
                  <c:v>0.53033564814541023</c:v>
                </c:pt>
                <c:pt idx="45822">
                  <c:v>0.53034722222218988</c:v>
                </c:pt>
                <c:pt idx="45823">
                  <c:v>0.53035879629169358</c:v>
                </c:pt>
                <c:pt idx="45824">
                  <c:v>0.53037037036847323</c:v>
                </c:pt>
                <c:pt idx="45825">
                  <c:v>0.53038194444525288</c:v>
                </c:pt>
                <c:pt idx="45826">
                  <c:v>0.53039351851475658</c:v>
                </c:pt>
                <c:pt idx="45827">
                  <c:v>0.53040509259153623</c:v>
                </c:pt>
                <c:pt idx="45828">
                  <c:v>0.53041666666103993</c:v>
                </c:pt>
                <c:pt idx="45829">
                  <c:v>0.53042824073781958</c:v>
                </c:pt>
                <c:pt idx="45830">
                  <c:v>0.53043981481459923</c:v>
                </c:pt>
                <c:pt idx="45831">
                  <c:v>0.53045138888410293</c:v>
                </c:pt>
                <c:pt idx="45832">
                  <c:v>0.53046296296088258</c:v>
                </c:pt>
                <c:pt idx="45833">
                  <c:v>0.53047453703766223</c:v>
                </c:pt>
                <c:pt idx="45834">
                  <c:v>0.53048611110716593</c:v>
                </c:pt>
                <c:pt idx="45835">
                  <c:v>0.53049768518394558</c:v>
                </c:pt>
                <c:pt idx="45836">
                  <c:v>0.53050925925344927</c:v>
                </c:pt>
                <c:pt idx="45837">
                  <c:v>0.53052083333022892</c:v>
                </c:pt>
                <c:pt idx="45838">
                  <c:v>0.53053240740700858</c:v>
                </c:pt>
                <c:pt idx="45839">
                  <c:v>0.53054398147651227</c:v>
                </c:pt>
                <c:pt idx="45840">
                  <c:v>0.53055555555329192</c:v>
                </c:pt>
                <c:pt idx="45841">
                  <c:v>0.53056712963007158</c:v>
                </c:pt>
                <c:pt idx="45842">
                  <c:v>0.53057870369957527</c:v>
                </c:pt>
                <c:pt idx="45843">
                  <c:v>0.53059027777635492</c:v>
                </c:pt>
                <c:pt idx="45844">
                  <c:v>0.53060185185313458</c:v>
                </c:pt>
                <c:pt idx="45845">
                  <c:v>0.53061342592263827</c:v>
                </c:pt>
                <c:pt idx="45846">
                  <c:v>0.53062499999941792</c:v>
                </c:pt>
                <c:pt idx="45847">
                  <c:v>0.53063657406892162</c:v>
                </c:pt>
                <c:pt idx="45848">
                  <c:v>0.53064814814570127</c:v>
                </c:pt>
                <c:pt idx="45849">
                  <c:v>0.53065972222248092</c:v>
                </c:pt>
                <c:pt idx="45850">
                  <c:v>0.53067129629198462</c:v>
                </c:pt>
                <c:pt idx="45851">
                  <c:v>0.53068287036876427</c:v>
                </c:pt>
                <c:pt idx="45852">
                  <c:v>0.53069444444554392</c:v>
                </c:pt>
                <c:pt idx="45853">
                  <c:v>0.53070601851504762</c:v>
                </c:pt>
                <c:pt idx="45854">
                  <c:v>0.53071759259182727</c:v>
                </c:pt>
                <c:pt idx="45855">
                  <c:v>0.53072916666133096</c:v>
                </c:pt>
                <c:pt idx="45856">
                  <c:v>0.53074074073811062</c:v>
                </c:pt>
                <c:pt idx="45857">
                  <c:v>0.53075231481489027</c:v>
                </c:pt>
                <c:pt idx="45858">
                  <c:v>0.53076388888439396</c:v>
                </c:pt>
                <c:pt idx="45859">
                  <c:v>0.53077546296117362</c:v>
                </c:pt>
                <c:pt idx="45860">
                  <c:v>0.53078703703795327</c:v>
                </c:pt>
                <c:pt idx="45861">
                  <c:v>0.53079861110745696</c:v>
                </c:pt>
                <c:pt idx="45862">
                  <c:v>0.53081018518423662</c:v>
                </c:pt>
                <c:pt idx="45863">
                  <c:v>0.53082175925374031</c:v>
                </c:pt>
                <c:pt idx="45864">
                  <c:v>0.53083333333051996</c:v>
                </c:pt>
                <c:pt idx="45865">
                  <c:v>0.53084490740729962</c:v>
                </c:pt>
                <c:pt idx="45866">
                  <c:v>0.53085648147680331</c:v>
                </c:pt>
                <c:pt idx="45867">
                  <c:v>0.53086805555358296</c:v>
                </c:pt>
                <c:pt idx="45868">
                  <c:v>0.53087962963036261</c:v>
                </c:pt>
                <c:pt idx="45869">
                  <c:v>0.53089120369986631</c:v>
                </c:pt>
                <c:pt idx="45870">
                  <c:v>0.53090277777664596</c:v>
                </c:pt>
                <c:pt idx="45871">
                  <c:v>0.53091435184614966</c:v>
                </c:pt>
                <c:pt idx="45872">
                  <c:v>0.53092592592292931</c:v>
                </c:pt>
                <c:pt idx="45873">
                  <c:v>0.53093749999970896</c:v>
                </c:pt>
                <c:pt idx="45874">
                  <c:v>0.53094907406921266</c:v>
                </c:pt>
                <c:pt idx="45875">
                  <c:v>0.53096064814599231</c:v>
                </c:pt>
                <c:pt idx="45876">
                  <c:v>0.53097222222277196</c:v>
                </c:pt>
                <c:pt idx="45877">
                  <c:v>0.53098379629227566</c:v>
                </c:pt>
                <c:pt idx="45878">
                  <c:v>0.53099537036905531</c:v>
                </c:pt>
                <c:pt idx="45879">
                  <c:v>0.531006944438559</c:v>
                </c:pt>
                <c:pt idx="45880">
                  <c:v>0.53101851851533866</c:v>
                </c:pt>
                <c:pt idx="45881">
                  <c:v>0.53103009259211831</c:v>
                </c:pt>
                <c:pt idx="45882">
                  <c:v>0.531041666661622</c:v>
                </c:pt>
                <c:pt idx="45883">
                  <c:v>0.53105324073840166</c:v>
                </c:pt>
                <c:pt idx="45884">
                  <c:v>0.53106481481518131</c:v>
                </c:pt>
                <c:pt idx="45885">
                  <c:v>0.531076388884685</c:v>
                </c:pt>
                <c:pt idx="45886">
                  <c:v>0.53108796296146465</c:v>
                </c:pt>
                <c:pt idx="45887">
                  <c:v>0.53109953703824431</c:v>
                </c:pt>
                <c:pt idx="45888">
                  <c:v>0.531111111107748</c:v>
                </c:pt>
                <c:pt idx="45889">
                  <c:v>0.53112268518452765</c:v>
                </c:pt>
                <c:pt idx="45890">
                  <c:v>0.53113425925403135</c:v>
                </c:pt>
                <c:pt idx="45891">
                  <c:v>0.531145833330811</c:v>
                </c:pt>
                <c:pt idx="45892">
                  <c:v>0.53115740740759065</c:v>
                </c:pt>
                <c:pt idx="45893">
                  <c:v>0.53116898147709435</c:v>
                </c:pt>
                <c:pt idx="45894">
                  <c:v>0.531180555553874</c:v>
                </c:pt>
                <c:pt idx="45895">
                  <c:v>0.53119212963065365</c:v>
                </c:pt>
                <c:pt idx="45896">
                  <c:v>0.53120370370015735</c:v>
                </c:pt>
                <c:pt idx="45897">
                  <c:v>0.531215277776937</c:v>
                </c:pt>
                <c:pt idx="45898">
                  <c:v>0.5312268518464407</c:v>
                </c:pt>
                <c:pt idx="45899">
                  <c:v>0.53123842592322035</c:v>
                </c:pt>
                <c:pt idx="45900">
                  <c:v>0.53125</c:v>
                </c:pt>
                <c:pt idx="45901">
                  <c:v>0.53126157406950369</c:v>
                </c:pt>
                <c:pt idx="45902">
                  <c:v>0.53127314814628335</c:v>
                </c:pt>
                <c:pt idx="45903">
                  <c:v>0.531284722223063</c:v>
                </c:pt>
                <c:pt idx="45904">
                  <c:v>0.53129629629256669</c:v>
                </c:pt>
                <c:pt idx="45905">
                  <c:v>0.53130787036934635</c:v>
                </c:pt>
                <c:pt idx="45906">
                  <c:v>0.53131944443885004</c:v>
                </c:pt>
                <c:pt idx="45907">
                  <c:v>0.53133101851562969</c:v>
                </c:pt>
                <c:pt idx="45908">
                  <c:v>0.53134259259240935</c:v>
                </c:pt>
                <c:pt idx="45909">
                  <c:v>0.53135416666191304</c:v>
                </c:pt>
                <c:pt idx="45910">
                  <c:v>0.53136574073869269</c:v>
                </c:pt>
                <c:pt idx="45911">
                  <c:v>0.53137731481547235</c:v>
                </c:pt>
                <c:pt idx="45912">
                  <c:v>0.53138888888497604</c:v>
                </c:pt>
                <c:pt idx="45913">
                  <c:v>0.53140046296175569</c:v>
                </c:pt>
                <c:pt idx="45914">
                  <c:v>0.53141203703125939</c:v>
                </c:pt>
                <c:pt idx="45915">
                  <c:v>0.53142361110803904</c:v>
                </c:pt>
                <c:pt idx="45916">
                  <c:v>0.53143518518481869</c:v>
                </c:pt>
                <c:pt idx="45917">
                  <c:v>0.53144675925432239</c:v>
                </c:pt>
                <c:pt idx="45918">
                  <c:v>0.53145833333110204</c:v>
                </c:pt>
                <c:pt idx="45919">
                  <c:v>0.53146990740788169</c:v>
                </c:pt>
                <c:pt idx="45920">
                  <c:v>0.53148148147738539</c:v>
                </c:pt>
                <c:pt idx="45921">
                  <c:v>0.53149305555416504</c:v>
                </c:pt>
                <c:pt idx="45922">
                  <c:v>0.53150462963094469</c:v>
                </c:pt>
                <c:pt idx="45923">
                  <c:v>0.53151620370044839</c:v>
                </c:pt>
                <c:pt idx="45924">
                  <c:v>0.53152777777722804</c:v>
                </c:pt>
                <c:pt idx="45925">
                  <c:v>0.53153935184673173</c:v>
                </c:pt>
                <c:pt idx="45926">
                  <c:v>0.53155092592351139</c:v>
                </c:pt>
                <c:pt idx="45927">
                  <c:v>0.53156250000029104</c:v>
                </c:pt>
                <c:pt idx="45928">
                  <c:v>0.53157407406979473</c:v>
                </c:pt>
                <c:pt idx="45929">
                  <c:v>0.53158564814657439</c:v>
                </c:pt>
                <c:pt idx="45930">
                  <c:v>0.53159722222335404</c:v>
                </c:pt>
                <c:pt idx="45931">
                  <c:v>0.53160879629285773</c:v>
                </c:pt>
                <c:pt idx="45932">
                  <c:v>0.53162037036963739</c:v>
                </c:pt>
                <c:pt idx="45933">
                  <c:v>0.53163194443914108</c:v>
                </c:pt>
                <c:pt idx="45934">
                  <c:v>0.53164351851592073</c:v>
                </c:pt>
                <c:pt idx="45935">
                  <c:v>0.53165509259270038</c:v>
                </c:pt>
                <c:pt idx="45936">
                  <c:v>0.53166666666220408</c:v>
                </c:pt>
                <c:pt idx="45937">
                  <c:v>0.53167824073898373</c:v>
                </c:pt>
                <c:pt idx="45938">
                  <c:v>0.53168981481576338</c:v>
                </c:pt>
                <c:pt idx="45939">
                  <c:v>0.53170138888526708</c:v>
                </c:pt>
                <c:pt idx="45940">
                  <c:v>0.53171296296204673</c:v>
                </c:pt>
                <c:pt idx="45941">
                  <c:v>0.53172453703155043</c:v>
                </c:pt>
                <c:pt idx="45942">
                  <c:v>0.53173611110833008</c:v>
                </c:pt>
                <c:pt idx="45943">
                  <c:v>0.53174768518510973</c:v>
                </c:pt>
                <c:pt idx="45944">
                  <c:v>0.53175925925461343</c:v>
                </c:pt>
                <c:pt idx="45945">
                  <c:v>0.53177083333139308</c:v>
                </c:pt>
                <c:pt idx="45946">
                  <c:v>0.53178240740817273</c:v>
                </c:pt>
                <c:pt idx="45947">
                  <c:v>0.53179398147767643</c:v>
                </c:pt>
                <c:pt idx="45948">
                  <c:v>0.53180555555445608</c:v>
                </c:pt>
                <c:pt idx="45949">
                  <c:v>0.53181712962395977</c:v>
                </c:pt>
                <c:pt idx="45950">
                  <c:v>0.53182870370073942</c:v>
                </c:pt>
                <c:pt idx="45951">
                  <c:v>0.53184027777751908</c:v>
                </c:pt>
                <c:pt idx="45952">
                  <c:v>0.53185185184702277</c:v>
                </c:pt>
                <c:pt idx="45953">
                  <c:v>0.53186342592380242</c:v>
                </c:pt>
                <c:pt idx="45954">
                  <c:v>0.53187500000058208</c:v>
                </c:pt>
                <c:pt idx="45955">
                  <c:v>0.53188657407008577</c:v>
                </c:pt>
                <c:pt idx="45956">
                  <c:v>0.53189814814686542</c:v>
                </c:pt>
                <c:pt idx="45957">
                  <c:v>0.53190972221636912</c:v>
                </c:pt>
                <c:pt idx="45958">
                  <c:v>0.53192129629314877</c:v>
                </c:pt>
                <c:pt idx="45959">
                  <c:v>0.53193287036992842</c:v>
                </c:pt>
                <c:pt idx="45960">
                  <c:v>0.53194444443943212</c:v>
                </c:pt>
                <c:pt idx="45961">
                  <c:v>0.53195601851621177</c:v>
                </c:pt>
                <c:pt idx="45962">
                  <c:v>0.53196759259299142</c:v>
                </c:pt>
                <c:pt idx="45963">
                  <c:v>0.53197916666249512</c:v>
                </c:pt>
                <c:pt idx="45964">
                  <c:v>0.53199074073927477</c:v>
                </c:pt>
                <c:pt idx="45965">
                  <c:v>0.53200231481605442</c:v>
                </c:pt>
                <c:pt idx="45966">
                  <c:v>0.53201388888555812</c:v>
                </c:pt>
                <c:pt idx="45967">
                  <c:v>0.53202546296233777</c:v>
                </c:pt>
                <c:pt idx="45968">
                  <c:v>0.53203703703184146</c:v>
                </c:pt>
                <c:pt idx="45969">
                  <c:v>0.53204861110862112</c:v>
                </c:pt>
                <c:pt idx="45970">
                  <c:v>0.53206018518540077</c:v>
                </c:pt>
                <c:pt idx="45971">
                  <c:v>0.53207175925490446</c:v>
                </c:pt>
                <c:pt idx="45972">
                  <c:v>0.53208333333168412</c:v>
                </c:pt>
                <c:pt idx="45973">
                  <c:v>0.53209490740846377</c:v>
                </c:pt>
                <c:pt idx="45974">
                  <c:v>0.53210648147796746</c:v>
                </c:pt>
                <c:pt idx="45975">
                  <c:v>0.53211805555474712</c:v>
                </c:pt>
                <c:pt idx="45976">
                  <c:v>0.53212962962425081</c:v>
                </c:pt>
                <c:pt idx="45977">
                  <c:v>0.53214120370103046</c:v>
                </c:pt>
                <c:pt idx="45978">
                  <c:v>0.53215277777781012</c:v>
                </c:pt>
                <c:pt idx="45979">
                  <c:v>0.53216435184731381</c:v>
                </c:pt>
                <c:pt idx="45980">
                  <c:v>0.53217592592409346</c:v>
                </c:pt>
                <c:pt idx="45981">
                  <c:v>0.53218750000087311</c:v>
                </c:pt>
                <c:pt idx="45982">
                  <c:v>0.53219907407037681</c:v>
                </c:pt>
                <c:pt idx="45983">
                  <c:v>0.53221064814715646</c:v>
                </c:pt>
                <c:pt idx="45984">
                  <c:v>0.53222222221666016</c:v>
                </c:pt>
                <c:pt idx="45985">
                  <c:v>0.53223379629343981</c:v>
                </c:pt>
                <c:pt idx="45986">
                  <c:v>0.53224537037021946</c:v>
                </c:pt>
                <c:pt idx="45987">
                  <c:v>0.53225694443972316</c:v>
                </c:pt>
                <c:pt idx="45988">
                  <c:v>0.53226851851650281</c:v>
                </c:pt>
                <c:pt idx="45989">
                  <c:v>0.53228009259328246</c:v>
                </c:pt>
                <c:pt idx="45990">
                  <c:v>0.53229166666278616</c:v>
                </c:pt>
                <c:pt idx="45991">
                  <c:v>0.53230324073956581</c:v>
                </c:pt>
                <c:pt idx="45992">
                  <c:v>0.5323148148090695</c:v>
                </c:pt>
                <c:pt idx="45993">
                  <c:v>0.53232638888584916</c:v>
                </c:pt>
                <c:pt idx="45994">
                  <c:v>0.53233796296262881</c:v>
                </c:pt>
                <c:pt idx="45995">
                  <c:v>0.5323495370321325</c:v>
                </c:pt>
                <c:pt idx="45996">
                  <c:v>0.53236111110891216</c:v>
                </c:pt>
                <c:pt idx="45997">
                  <c:v>0.53237268518569181</c:v>
                </c:pt>
                <c:pt idx="45998">
                  <c:v>0.5323842592551955</c:v>
                </c:pt>
                <c:pt idx="45999">
                  <c:v>0.53239583333197515</c:v>
                </c:pt>
                <c:pt idx="46000">
                  <c:v>0.53240740740147885</c:v>
                </c:pt>
                <c:pt idx="46001">
                  <c:v>0.5324189814782585</c:v>
                </c:pt>
                <c:pt idx="46002">
                  <c:v>0.53243055555503815</c:v>
                </c:pt>
                <c:pt idx="46003">
                  <c:v>0.53244212962454185</c:v>
                </c:pt>
                <c:pt idx="46004">
                  <c:v>0.5324537037013215</c:v>
                </c:pt>
                <c:pt idx="46005">
                  <c:v>0.53246527777810115</c:v>
                </c:pt>
                <c:pt idx="46006">
                  <c:v>0.53247685184760485</c:v>
                </c:pt>
                <c:pt idx="46007">
                  <c:v>0.5324884259243845</c:v>
                </c:pt>
                <c:pt idx="46008">
                  <c:v>0.53250000000116415</c:v>
                </c:pt>
                <c:pt idx="46009">
                  <c:v>0.53251157407066785</c:v>
                </c:pt>
                <c:pt idx="46010">
                  <c:v>0.5325231481474475</c:v>
                </c:pt>
                <c:pt idx="46011">
                  <c:v>0.5325347222169512</c:v>
                </c:pt>
                <c:pt idx="46012">
                  <c:v>0.53254629629373085</c:v>
                </c:pt>
                <c:pt idx="46013">
                  <c:v>0.5325578703705105</c:v>
                </c:pt>
                <c:pt idx="46014">
                  <c:v>0.53256944444001419</c:v>
                </c:pt>
                <c:pt idx="46015">
                  <c:v>0.53258101851679385</c:v>
                </c:pt>
                <c:pt idx="46016">
                  <c:v>0.5325925925935735</c:v>
                </c:pt>
                <c:pt idx="46017">
                  <c:v>0.53260416666307719</c:v>
                </c:pt>
                <c:pt idx="46018">
                  <c:v>0.53261574073985685</c:v>
                </c:pt>
                <c:pt idx="46019">
                  <c:v>0.53262731480936054</c:v>
                </c:pt>
                <c:pt idx="46020">
                  <c:v>0.53263888888614019</c:v>
                </c:pt>
                <c:pt idx="46021">
                  <c:v>0.53265046296291985</c:v>
                </c:pt>
                <c:pt idx="46022">
                  <c:v>0.53266203703242354</c:v>
                </c:pt>
                <c:pt idx="46023">
                  <c:v>0.53267361110920319</c:v>
                </c:pt>
                <c:pt idx="46024">
                  <c:v>0.53268518518598285</c:v>
                </c:pt>
                <c:pt idx="46025">
                  <c:v>0.53269675925548654</c:v>
                </c:pt>
                <c:pt idx="46026">
                  <c:v>0.53270833333226619</c:v>
                </c:pt>
                <c:pt idx="46027">
                  <c:v>0.53271990740176989</c:v>
                </c:pt>
                <c:pt idx="46028">
                  <c:v>0.53273148147854954</c:v>
                </c:pt>
                <c:pt idx="46029">
                  <c:v>0.53274305555532919</c:v>
                </c:pt>
                <c:pt idx="46030">
                  <c:v>0.53275462962483289</c:v>
                </c:pt>
                <c:pt idx="46031">
                  <c:v>0.53276620370161254</c:v>
                </c:pt>
                <c:pt idx="46032">
                  <c:v>0.53277777777839219</c:v>
                </c:pt>
                <c:pt idx="46033">
                  <c:v>0.53278935184789589</c:v>
                </c:pt>
                <c:pt idx="46034">
                  <c:v>0.53280092592467554</c:v>
                </c:pt>
                <c:pt idx="46035">
                  <c:v>0.53281249999417923</c:v>
                </c:pt>
                <c:pt idx="46036">
                  <c:v>0.53282407407095889</c:v>
                </c:pt>
                <c:pt idx="46037">
                  <c:v>0.53283564814773854</c:v>
                </c:pt>
                <c:pt idx="46038">
                  <c:v>0.53284722221724223</c:v>
                </c:pt>
                <c:pt idx="46039">
                  <c:v>0.53285879629402189</c:v>
                </c:pt>
                <c:pt idx="46040">
                  <c:v>0.53287037037080154</c:v>
                </c:pt>
                <c:pt idx="46041">
                  <c:v>0.53288194444030523</c:v>
                </c:pt>
                <c:pt idx="46042">
                  <c:v>0.53289351851708489</c:v>
                </c:pt>
                <c:pt idx="46043">
                  <c:v>0.53290509259386454</c:v>
                </c:pt>
                <c:pt idx="46044">
                  <c:v>0.53291666666336823</c:v>
                </c:pt>
                <c:pt idx="46045">
                  <c:v>0.53292824074014788</c:v>
                </c:pt>
                <c:pt idx="46046">
                  <c:v>0.53293981480965158</c:v>
                </c:pt>
                <c:pt idx="46047">
                  <c:v>0.53295138888643123</c:v>
                </c:pt>
                <c:pt idx="46048">
                  <c:v>0.53296296296321088</c:v>
                </c:pt>
                <c:pt idx="46049">
                  <c:v>0.53297453703271458</c:v>
                </c:pt>
                <c:pt idx="46050">
                  <c:v>0.53298611110949423</c:v>
                </c:pt>
                <c:pt idx="46051">
                  <c:v>0.53299768518627388</c:v>
                </c:pt>
                <c:pt idx="46052">
                  <c:v>0.53300925925577758</c:v>
                </c:pt>
                <c:pt idx="46053">
                  <c:v>0.53302083333255723</c:v>
                </c:pt>
                <c:pt idx="46054">
                  <c:v>0.53303240740206093</c:v>
                </c:pt>
                <c:pt idx="46055">
                  <c:v>0.53304398147884058</c:v>
                </c:pt>
                <c:pt idx="46056">
                  <c:v>0.53305555555562023</c:v>
                </c:pt>
                <c:pt idx="46057">
                  <c:v>0.53306712962512393</c:v>
                </c:pt>
                <c:pt idx="46058">
                  <c:v>0.53307870370190358</c:v>
                </c:pt>
                <c:pt idx="46059">
                  <c:v>0.53309027777868323</c:v>
                </c:pt>
                <c:pt idx="46060">
                  <c:v>0.53310185184818693</c:v>
                </c:pt>
                <c:pt idx="46061">
                  <c:v>0.53311342592496658</c:v>
                </c:pt>
                <c:pt idx="46062">
                  <c:v>0.53312499999447027</c:v>
                </c:pt>
                <c:pt idx="46063">
                  <c:v>0.53313657407124992</c:v>
                </c:pt>
                <c:pt idx="46064">
                  <c:v>0.53314814814802958</c:v>
                </c:pt>
                <c:pt idx="46065">
                  <c:v>0.53315972221753327</c:v>
                </c:pt>
                <c:pt idx="46066">
                  <c:v>0.53317129629431292</c:v>
                </c:pt>
                <c:pt idx="46067">
                  <c:v>0.53318287037109258</c:v>
                </c:pt>
                <c:pt idx="46068">
                  <c:v>0.53319444444059627</c:v>
                </c:pt>
                <c:pt idx="46069">
                  <c:v>0.53320601851737592</c:v>
                </c:pt>
                <c:pt idx="46070">
                  <c:v>0.53321759258687962</c:v>
                </c:pt>
                <c:pt idx="46071">
                  <c:v>0.53322916666365927</c:v>
                </c:pt>
                <c:pt idx="46072">
                  <c:v>0.53324074074043892</c:v>
                </c:pt>
                <c:pt idx="46073">
                  <c:v>0.53325231480994262</c:v>
                </c:pt>
                <c:pt idx="46074">
                  <c:v>0.53326388888672227</c:v>
                </c:pt>
                <c:pt idx="46075">
                  <c:v>0.53327546296350192</c:v>
                </c:pt>
                <c:pt idx="46076">
                  <c:v>0.53328703703300562</c:v>
                </c:pt>
                <c:pt idx="46077">
                  <c:v>0.53329861110978527</c:v>
                </c:pt>
                <c:pt idx="46078">
                  <c:v>0.53331018517928896</c:v>
                </c:pt>
                <c:pt idx="46079">
                  <c:v>0.53332175925606862</c:v>
                </c:pt>
                <c:pt idx="46080">
                  <c:v>0.53333333333284827</c:v>
                </c:pt>
                <c:pt idx="46081">
                  <c:v>0.53334490740235196</c:v>
                </c:pt>
                <c:pt idx="46082">
                  <c:v>0.53335648147913162</c:v>
                </c:pt>
                <c:pt idx="46083">
                  <c:v>0.53336805555591127</c:v>
                </c:pt>
                <c:pt idx="46084">
                  <c:v>0.53337962962541496</c:v>
                </c:pt>
                <c:pt idx="46085">
                  <c:v>0.53339120370219462</c:v>
                </c:pt>
                <c:pt idx="46086">
                  <c:v>0.53340277777897427</c:v>
                </c:pt>
                <c:pt idx="46087">
                  <c:v>0.53341435184847796</c:v>
                </c:pt>
                <c:pt idx="46088">
                  <c:v>0.53342592592525762</c:v>
                </c:pt>
                <c:pt idx="46089">
                  <c:v>0.53343749999476131</c:v>
                </c:pt>
                <c:pt idx="46090">
                  <c:v>0.53344907407154096</c:v>
                </c:pt>
                <c:pt idx="46091">
                  <c:v>0.53346064814832062</c:v>
                </c:pt>
                <c:pt idx="46092">
                  <c:v>0.53347222221782431</c:v>
                </c:pt>
                <c:pt idx="46093">
                  <c:v>0.53348379629460396</c:v>
                </c:pt>
                <c:pt idx="46094">
                  <c:v>0.53349537037138361</c:v>
                </c:pt>
                <c:pt idx="46095">
                  <c:v>0.53350694444088731</c:v>
                </c:pt>
                <c:pt idx="46096">
                  <c:v>0.53351851851766696</c:v>
                </c:pt>
                <c:pt idx="46097">
                  <c:v>0.53353009258717066</c:v>
                </c:pt>
                <c:pt idx="46098">
                  <c:v>0.53354166666395031</c:v>
                </c:pt>
                <c:pt idx="46099">
                  <c:v>0.53355324074072996</c:v>
                </c:pt>
                <c:pt idx="46100">
                  <c:v>0.53356481481023366</c:v>
                </c:pt>
                <c:pt idx="46101">
                  <c:v>0.53357638888701331</c:v>
                </c:pt>
                <c:pt idx="46102">
                  <c:v>0.53358796296379296</c:v>
                </c:pt>
                <c:pt idx="46103">
                  <c:v>0.53359953703329666</c:v>
                </c:pt>
                <c:pt idx="46104">
                  <c:v>0.53361111111007631</c:v>
                </c:pt>
                <c:pt idx="46105">
                  <c:v>0.53362268517958</c:v>
                </c:pt>
                <c:pt idx="46106">
                  <c:v>0.53363425925635966</c:v>
                </c:pt>
                <c:pt idx="46107">
                  <c:v>0.53364583333313931</c:v>
                </c:pt>
                <c:pt idx="46108">
                  <c:v>0.533657407402643</c:v>
                </c:pt>
                <c:pt idx="46109">
                  <c:v>0.53366898147942265</c:v>
                </c:pt>
                <c:pt idx="46110">
                  <c:v>0.53368055555620231</c:v>
                </c:pt>
                <c:pt idx="46111">
                  <c:v>0.533692129625706</c:v>
                </c:pt>
                <c:pt idx="46112">
                  <c:v>0.53370370370248565</c:v>
                </c:pt>
                <c:pt idx="46113">
                  <c:v>0.53371527777198935</c:v>
                </c:pt>
                <c:pt idx="46114">
                  <c:v>0.533726851848769</c:v>
                </c:pt>
                <c:pt idx="46115">
                  <c:v>0.53373842592554865</c:v>
                </c:pt>
                <c:pt idx="46116">
                  <c:v>0.53374999999505235</c:v>
                </c:pt>
                <c:pt idx="46117">
                  <c:v>0.533761574071832</c:v>
                </c:pt>
                <c:pt idx="46118">
                  <c:v>0.53377314814861165</c:v>
                </c:pt>
                <c:pt idx="46119">
                  <c:v>0.53378472221811535</c:v>
                </c:pt>
                <c:pt idx="46120">
                  <c:v>0.533796296294895</c:v>
                </c:pt>
                <c:pt idx="46121">
                  <c:v>0.53380787037167465</c:v>
                </c:pt>
                <c:pt idx="46122">
                  <c:v>0.53381944444117835</c:v>
                </c:pt>
                <c:pt idx="46123">
                  <c:v>0.533831018517958</c:v>
                </c:pt>
                <c:pt idx="46124">
                  <c:v>0.5338425925874617</c:v>
                </c:pt>
                <c:pt idx="46125">
                  <c:v>0.53385416666424135</c:v>
                </c:pt>
                <c:pt idx="46126">
                  <c:v>0.533865740741021</c:v>
                </c:pt>
                <c:pt idx="46127">
                  <c:v>0.53387731481052469</c:v>
                </c:pt>
                <c:pt idx="46128">
                  <c:v>0.53388888888730435</c:v>
                </c:pt>
                <c:pt idx="46129">
                  <c:v>0.533900462964084</c:v>
                </c:pt>
                <c:pt idx="46130">
                  <c:v>0.53391203703358769</c:v>
                </c:pt>
                <c:pt idx="46131">
                  <c:v>0.53392361111036735</c:v>
                </c:pt>
                <c:pt idx="46132">
                  <c:v>0.53393518517987104</c:v>
                </c:pt>
                <c:pt idx="46133">
                  <c:v>0.53394675925665069</c:v>
                </c:pt>
                <c:pt idx="46134">
                  <c:v>0.53395833333343035</c:v>
                </c:pt>
                <c:pt idx="46135">
                  <c:v>0.53396990740293404</c:v>
                </c:pt>
                <c:pt idx="46136">
                  <c:v>0.53398148147971369</c:v>
                </c:pt>
                <c:pt idx="46137">
                  <c:v>0.53399305555649335</c:v>
                </c:pt>
                <c:pt idx="46138">
                  <c:v>0.53400462962599704</c:v>
                </c:pt>
                <c:pt idx="46139">
                  <c:v>0.53401620370277669</c:v>
                </c:pt>
                <c:pt idx="46140">
                  <c:v>0.53402777777228039</c:v>
                </c:pt>
                <c:pt idx="46141">
                  <c:v>0.53403935184906004</c:v>
                </c:pt>
                <c:pt idx="46142">
                  <c:v>0.53405092592583969</c:v>
                </c:pt>
                <c:pt idx="46143">
                  <c:v>0.53406249999534339</c:v>
                </c:pt>
                <c:pt idx="46144">
                  <c:v>0.53407407407212304</c:v>
                </c:pt>
                <c:pt idx="46145">
                  <c:v>0.53408564814890269</c:v>
                </c:pt>
                <c:pt idx="46146">
                  <c:v>0.53409722221840639</c:v>
                </c:pt>
                <c:pt idx="46147">
                  <c:v>0.53410879629518604</c:v>
                </c:pt>
                <c:pt idx="46148">
                  <c:v>0.53412037036468973</c:v>
                </c:pt>
                <c:pt idx="46149">
                  <c:v>0.53413194444146939</c:v>
                </c:pt>
                <c:pt idx="46150">
                  <c:v>0.53414351851824904</c:v>
                </c:pt>
                <c:pt idx="46151">
                  <c:v>0.53415509258775273</c:v>
                </c:pt>
                <c:pt idx="46152">
                  <c:v>0.53416666666453239</c:v>
                </c:pt>
                <c:pt idx="46153">
                  <c:v>0.53417824074131204</c:v>
                </c:pt>
                <c:pt idx="46154">
                  <c:v>0.53418981481081573</c:v>
                </c:pt>
                <c:pt idx="46155">
                  <c:v>0.53420138888759539</c:v>
                </c:pt>
                <c:pt idx="46156">
                  <c:v>0.53421296295709908</c:v>
                </c:pt>
                <c:pt idx="46157">
                  <c:v>0.53422453703387873</c:v>
                </c:pt>
                <c:pt idx="46158">
                  <c:v>0.53423611111065838</c:v>
                </c:pt>
                <c:pt idx="46159">
                  <c:v>0.53424768518016208</c:v>
                </c:pt>
                <c:pt idx="46160">
                  <c:v>0.53425925925694173</c:v>
                </c:pt>
                <c:pt idx="46161">
                  <c:v>0.53427083333372138</c:v>
                </c:pt>
                <c:pt idx="46162">
                  <c:v>0.53428240740322508</c:v>
                </c:pt>
                <c:pt idx="46163">
                  <c:v>0.53429398148000473</c:v>
                </c:pt>
                <c:pt idx="46164">
                  <c:v>0.53430555555678438</c:v>
                </c:pt>
                <c:pt idx="46165">
                  <c:v>0.53431712962628808</c:v>
                </c:pt>
                <c:pt idx="46166">
                  <c:v>0.53432870370306773</c:v>
                </c:pt>
                <c:pt idx="46167">
                  <c:v>0.53434027777257143</c:v>
                </c:pt>
                <c:pt idx="46168">
                  <c:v>0.53435185184935108</c:v>
                </c:pt>
                <c:pt idx="46169">
                  <c:v>0.53436342592613073</c:v>
                </c:pt>
                <c:pt idx="46170">
                  <c:v>0.53437499999563443</c:v>
                </c:pt>
                <c:pt idx="46171">
                  <c:v>0.53438657407241408</c:v>
                </c:pt>
                <c:pt idx="46172">
                  <c:v>0.53439814814919373</c:v>
                </c:pt>
                <c:pt idx="46173">
                  <c:v>0.53440972221869742</c:v>
                </c:pt>
                <c:pt idx="46174">
                  <c:v>0.53442129629547708</c:v>
                </c:pt>
                <c:pt idx="46175">
                  <c:v>0.53443287036498077</c:v>
                </c:pt>
                <c:pt idx="46176">
                  <c:v>0.53444444444176042</c:v>
                </c:pt>
                <c:pt idx="46177">
                  <c:v>0.53445601851854008</c:v>
                </c:pt>
                <c:pt idx="46178">
                  <c:v>0.53446759258804377</c:v>
                </c:pt>
                <c:pt idx="46179">
                  <c:v>0.53447916666482342</c:v>
                </c:pt>
                <c:pt idx="46180">
                  <c:v>0.53449074074160308</c:v>
                </c:pt>
                <c:pt idx="46181">
                  <c:v>0.53450231481110677</c:v>
                </c:pt>
                <c:pt idx="46182">
                  <c:v>0.53451388888788642</c:v>
                </c:pt>
                <c:pt idx="46183">
                  <c:v>0.53452546295739012</c:v>
                </c:pt>
                <c:pt idx="46184">
                  <c:v>0.53453703703416977</c:v>
                </c:pt>
                <c:pt idx="46185">
                  <c:v>0.53454861111094942</c:v>
                </c:pt>
                <c:pt idx="46186">
                  <c:v>0.53456018518045312</c:v>
                </c:pt>
                <c:pt idx="46187">
                  <c:v>0.53457175925723277</c:v>
                </c:pt>
                <c:pt idx="46188">
                  <c:v>0.53458333333401242</c:v>
                </c:pt>
                <c:pt idx="46189">
                  <c:v>0.53459490740351612</c:v>
                </c:pt>
                <c:pt idx="46190">
                  <c:v>0.53460648148029577</c:v>
                </c:pt>
                <c:pt idx="46191">
                  <c:v>0.53461805554979946</c:v>
                </c:pt>
                <c:pt idx="46192">
                  <c:v>0.53462962962657912</c:v>
                </c:pt>
                <c:pt idx="46193">
                  <c:v>0.53464120370335877</c:v>
                </c:pt>
                <c:pt idx="46194">
                  <c:v>0.53465277777286246</c:v>
                </c:pt>
                <c:pt idx="46195">
                  <c:v>0.53466435184964212</c:v>
                </c:pt>
                <c:pt idx="46196">
                  <c:v>0.53467592592642177</c:v>
                </c:pt>
                <c:pt idx="46197">
                  <c:v>0.53468749999592546</c:v>
                </c:pt>
                <c:pt idx="46198">
                  <c:v>0.53469907407270512</c:v>
                </c:pt>
                <c:pt idx="46199">
                  <c:v>0.53471064814948477</c:v>
                </c:pt>
                <c:pt idx="46200">
                  <c:v>0.53472222221898846</c:v>
                </c:pt>
                <c:pt idx="46201">
                  <c:v>0.53473379629576812</c:v>
                </c:pt>
                <c:pt idx="46202">
                  <c:v>0.53474537036527181</c:v>
                </c:pt>
                <c:pt idx="46203">
                  <c:v>0.53475694444205146</c:v>
                </c:pt>
                <c:pt idx="46204">
                  <c:v>0.53476851851883112</c:v>
                </c:pt>
                <c:pt idx="46205">
                  <c:v>0.53478009258833481</c:v>
                </c:pt>
                <c:pt idx="46206">
                  <c:v>0.53479166666511446</c:v>
                </c:pt>
                <c:pt idx="46207">
                  <c:v>0.53480324074189411</c:v>
                </c:pt>
                <c:pt idx="46208">
                  <c:v>0.53481481481139781</c:v>
                </c:pt>
                <c:pt idx="46209">
                  <c:v>0.53482638888817746</c:v>
                </c:pt>
                <c:pt idx="46210">
                  <c:v>0.53483796295768116</c:v>
                </c:pt>
                <c:pt idx="46211">
                  <c:v>0.53484953703446081</c:v>
                </c:pt>
                <c:pt idx="46212">
                  <c:v>0.53486111111124046</c:v>
                </c:pt>
                <c:pt idx="46213">
                  <c:v>0.53487268518074416</c:v>
                </c:pt>
                <c:pt idx="46214">
                  <c:v>0.53488425925752381</c:v>
                </c:pt>
                <c:pt idx="46215">
                  <c:v>0.53489583333430346</c:v>
                </c:pt>
                <c:pt idx="46216">
                  <c:v>0.53490740740380716</c:v>
                </c:pt>
                <c:pt idx="46217">
                  <c:v>0.53491898148058681</c:v>
                </c:pt>
                <c:pt idx="46218">
                  <c:v>0.5349305555500905</c:v>
                </c:pt>
                <c:pt idx="46219">
                  <c:v>0.53494212962687016</c:v>
                </c:pt>
                <c:pt idx="46220">
                  <c:v>0.53495370370364981</c:v>
                </c:pt>
                <c:pt idx="46221">
                  <c:v>0.5349652777731535</c:v>
                </c:pt>
                <c:pt idx="46222">
                  <c:v>0.53497685184993315</c:v>
                </c:pt>
                <c:pt idx="46223">
                  <c:v>0.53498842592671281</c:v>
                </c:pt>
                <c:pt idx="46224">
                  <c:v>0.5349999999962165</c:v>
                </c:pt>
                <c:pt idx="46225">
                  <c:v>0.53501157407299615</c:v>
                </c:pt>
                <c:pt idx="46226">
                  <c:v>0.53502314814249985</c:v>
                </c:pt>
                <c:pt idx="46227">
                  <c:v>0.5350347222192795</c:v>
                </c:pt>
                <c:pt idx="46228">
                  <c:v>0.53504629629605915</c:v>
                </c:pt>
                <c:pt idx="46229">
                  <c:v>0.53505787036556285</c:v>
                </c:pt>
                <c:pt idx="46230">
                  <c:v>0.5350694444423425</c:v>
                </c:pt>
                <c:pt idx="46231">
                  <c:v>0.53508101851912215</c:v>
                </c:pt>
                <c:pt idx="46232">
                  <c:v>0.53509259258862585</c:v>
                </c:pt>
                <c:pt idx="46233">
                  <c:v>0.5351041666654055</c:v>
                </c:pt>
                <c:pt idx="46234">
                  <c:v>0.5351157407349092</c:v>
                </c:pt>
                <c:pt idx="46235">
                  <c:v>0.53512731481168885</c:v>
                </c:pt>
                <c:pt idx="46236">
                  <c:v>0.5351388888884685</c:v>
                </c:pt>
                <c:pt idx="46237">
                  <c:v>0.53515046295797219</c:v>
                </c:pt>
                <c:pt idx="46238">
                  <c:v>0.53516203703475185</c:v>
                </c:pt>
                <c:pt idx="46239">
                  <c:v>0.5351736111115315</c:v>
                </c:pt>
                <c:pt idx="46240">
                  <c:v>0.53518518518103519</c:v>
                </c:pt>
                <c:pt idx="46241">
                  <c:v>0.53519675925781485</c:v>
                </c:pt>
                <c:pt idx="46242">
                  <c:v>0.5352083333345945</c:v>
                </c:pt>
                <c:pt idx="46243">
                  <c:v>0.53521990740409819</c:v>
                </c:pt>
                <c:pt idx="46244">
                  <c:v>0.53523148148087785</c:v>
                </c:pt>
                <c:pt idx="46245">
                  <c:v>0.53524305555038154</c:v>
                </c:pt>
                <c:pt idx="46246">
                  <c:v>0.53525462962716119</c:v>
                </c:pt>
                <c:pt idx="46247">
                  <c:v>0.53526620370394085</c:v>
                </c:pt>
                <c:pt idx="46248">
                  <c:v>0.53527777777344454</c:v>
                </c:pt>
                <c:pt idx="46249">
                  <c:v>0.53528935185022419</c:v>
                </c:pt>
                <c:pt idx="46250">
                  <c:v>0.53530092592700385</c:v>
                </c:pt>
                <c:pt idx="46251">
                  <c:v>0.53531249999650754</c:v>
                </c:pt>
                <c:pt idx="46252">
                  <c:v>0.53532407407328719</c:v>
                </c:pt>
                <c:pt idx="46253">
                  <c:v>0.53533564814279089</c:v>
                </c:pt>
                <c:pt idx="46254">
                  <c:v>0.53534722221957054</c:v>
                </c:pt>
                <c:pt idx="46255">
                  <c:v>0.53535879629635019</c:v>
                </c:pt>
                <c:pt idx="46256">
                  <c:v>0.53537037036585389</c:v>
                </c:pt>
                <c:pt idx="46257">
                  <c:v>0.53538194444263354</c:v>
                </c:pt>
                <c:pt idx="46258">
                  <c:v>0.53539351851941319</c:v>
                </c:pt>
                <c:pt idx="46259">
                  <c:v>0.53540509258891689</c:v>
                </c:pt>
                <c:pt idx="46260">
                  <c:v>0.53541666666569654</c:v>
                </c:pt>
                <c:pt idx="46261">
                  <c:v>0.53542824073520023</c:v>
                </c:pt>
                <c:pt idx="46262">
                  <c:v>0.53543981481197989</c:v>
                </c:pt>
                <c:pt idx="46263">
                  <c:v>0.53545138888875954</c:v>
                </c:pt>
                <c:pt idx="46264">
                  <c:v>0.53546296295826323</c:v>
                </c:pt>
                <c:pt idx="46265">
                  <c:v>0.53547453703504289</c:v>
                </c:pt>
                <c:pt idx="46266">
                  <c:v>0.53548611111182254</c:v>
                </c:pt>
                <c:pt idx="46267">
                  <c:v>0.53549768518132623</c:v>
                </c:pt>
                <c:pt idx="46268">
                  <c:v>0.53550925925810589</c:v>
                </c:pt>
                <c:pt idx="46269">
                  <c:v>0.53552083332760958</c:v>
                </c:pt>
                <c:pt idx="46270">
                  <c:v>0.53553240740438923</c:v>
                </c:pt>
                <c:pt idx="46271">
                  <c:v>0.53554398148116888</c:v>
                </c:pt>
                <c:pt idx="46272">
                  <c:v>0.53555555555067258</c:v>
                </c:pt>
                <c:pt idx="46273">
                  <c:v>0.53556712962745223</c:v>
                </c:pt>
                <c:pt idx="46274">
                  <c:v>0.53557870370423188</c:v>
                </c:pt>
                <c:pt idx="46275">
                  <c:v>0.53559027777373558</c:v>
                </c:pt>
                <c:pt idx="46276">
                  <c:v>0.53560185185051523</c:v>
                </c:pt>
                <c:pt idx="46277">
                  <c:v>0.53561342592001893</c:v>
                </c:pt>
                <c:pt idx="46278">
                  <c:v>0.53562499999679858</c:v>
                </c:pt>
                <c:pt idx="46279">
                  <c:v>0.53563657407357823</c:v>
                </c:pt>
                <c:pt idx="46280">
                  <c:v>0.53564814814308193</c:v>
                </c:pt>
                <c:pt idx="46281">
                  <c:v>0.53565972221986158</c:v>
                </c:pt>
                <c:pt idx="46282">
                  <c:v>0.53567129629664123</c:v>
                </c:pt>
                <c:pt idx="46283">
                  <c:v>0.53568287036614493</c:v>
                </c:pt>
                <c:pt idx="46284">
                  <c:v>0.53569444444292458</c:v>
                </c:pt>
                <c:pt idx="46285">
                  <c:v>0.53570601851970423</c:v>
                </c:pt>
                <c:pt idx="46286">
                  <c:v>0.53571759258920792</c:v>
                </c:pt>
                <c:pt idx="46287">
                  <c:v>0.53572916666598758</c:v>
                </c:pt>
                <c:pt idx="46288">
                  <c:v>0.53574074073549127</c:v>
                </c:pt>
                <c:pt idx="46289">
                  <c:v>0.53575231481227092</c:v>
                </c:pt>
                <c:pt idx="46290">
                  <c:v>0.53576388888905058</c:v>
                </c:pt>
                <c:pt idx="46291">
                  <c:v>0.53577546295855427</c:v>
                </c:pt>
                <c:pt idx="46292">
                  <c:v>0.53578703703533392</c:v>
                </c:pt>
                <c:pt idx="46293">
                  <c:v>0.53579861111211358</c:v>
                </c:pt>
                <c:pt idx="46294">
                  <c:v>0.53581018518161727</c:v>
                </c:pt>
                <c:pt idx="46295">
                  <c:v>0.53582175925839692</c:v>
                </c:pt>
                <c:pt idx="46296">
                  <c:v>0.53583333332790062</c:v>
                </c:pt>
                <c:pt idx="46297">
                  <c:v>0.53584490740468027</c:v>
                </c:pt>
                <c:pt idx="46298">
                  <c:v>0.53585648148145992</c:v>
                </c:pt>
                <c:pt idx="46299">
                  <c:v>0.53586805555096362</c:v>
                </c:pt>
                <c:pt idx="46300">
                  <c:v>0.53587962962774327</c:v>
                </c:pt>
                <c:pt idx="46301">
                  <c:v>0.53589120370452292</c:v>
                </c:pt>
                <c:pt idx="46302">
                  <c:v>0.53590277777402662</c:v>
                </c:pt>
                <c:pt idx="46303">
                  <c:v>0.53591435185080627</c:v>
                </c:pt>
                <c:pt idx="46304">
                  <c:v>0.53592592592030996</c:v>
                </c:pt>
                <c:pt idx="46305">
                  <c:v>0.53593749999708962</c:v>
                </c:pt>
                <c:pt idx="46306">
                  <c:v>0.53594907407386927</c:v>
                </c:pt>
                <c:pt idx="46307">
                  <c:v>0.53596064814337296</c:v>
                </c:pt>
                <c:pt idx="46308">
                  <c:v>0.53597222222015262</c:v>
                </c:pt>
                <c:pt idx="46309">
                  <c:v>0.53598379629693227</c:v>
                </c:pt>
                <c:pt idx="46310">
                  <c:v>0.53599537036643596</c:v>
                </c:pt>
                <c:pt idx="46311">
                  <c:v>0.53600694444321562</c:v>
                </c:pt>
                <c:pt idx="46312">
                  <c:v>0.53601851851271931</c:v>
                </c:pt>
                <c:pt idx="46313">
                  <c:v>0.53603009258949896</c:v>
                </c:pt>
                <c:pt idx="46314">
                  <c:v>0.53604166666627862</c:v>
                </c:pt>
                <c:pt idx="46315">
                  <c:v>0.53605324073578231</c:v>
                </c:pt>
                <c:pt idx="46316">
                  <c:v>0.53606481481256196</c:v>
                </c:pt>
                <c:pt idx="46317">
                  <c:v>0.53607638888934162</c:v>
                </c:pt>
                <c:pt idx="46318">
                  <c:v>0.53608796295884531</c:v>
                </c:pt>
                <c:pt idx="46319">
                  <c:v>0.53609953703562496</c:v>
                </c:pt>
                <c:pt idx="46320">
                  <c:v>0.53611111111240461</c:v>
                </c:pt>
                <c:pt idx="46321">
                  <c:v>0.53612268518190831</c:v>
                </c:pt>
                <c:pt idx="46322">
                  <c:v>0.53613425925868796</c:v>
                </c:pt>
                <c:pt idx="46323">
                  <c:v>0.53614583332819166</c:v>
                </c:pt>
                <c:pt idx="46324">
                  <c:v>0.53615740740497131</c:v>
                </c:pt>
                <c:pt idx="46325">
                  <c:v>0.53616898148175096</c:v>
                </c:pt>
                <c:pt idx="46326">
                  <c:v>0.53618055555125466</c:v>
                </c:pt>
                <c:pt idx="46327">
                  <c:v>0.53619212962803431</c:v>
                </c:pt>
                <c:pt idx="46328">
                  <c:v>0.53620370370481396</c:v>
                </c:pt>
                <c:pt idx="46329">
                  <c:v>0.53621527777431766</c:v>
                </c:pt>
                <c:pt idx="46330">
                  <c:v>0.53622685185109731</c:v>
                </c:pt>
                <c:pt idx="46331">
                  <c:v>0.536238425920601</c:v>
                </c:pt>
                <c:pt idx="46332">
                  <c:v>0.53624999999738066</c:v>
                </c:pt>
                <c:pt idx="46333">
                  <c:v>0.53626157407416031</c:v>
                </c:pt>
                <c:pt idx="46334">
                  <c:v>0.536273148143664</c:v>
                </c:pt>
                <c:pt idx="46335">
                  <c:v>0.53628472222044365</c:v>
                </c:pt>
                <c:pt idx="46336">
                  <c:v>0.53629629629722331</c:v>
                </c:pt>
                <c:pt idx="46337">
                  <c:v>0.536307870366727</c:v>
                </c:pt>
                <c:pt idx="46338">
                  <c:v>0.53631944444350665</c:v>
                </c:pt>
                <c:pt idx="46339">
                  <c:v>0.53633101851301035</c:v>
                </c:pt>
                <c:pt idx="46340">
                  <c:v>0.53634259258979</c:v>
                </c:pt>
                <c:pt idx="46341">
                  <c:v>0.53635416666656965</c:v>
                </c:pt>
                <c:pt idx="46342">
                  <c:v>0.53636574073607335</c:v>
                </c:pt>
                <c:pt idx="46343">
                  <c:v>0.536377314812853</c:v>
                </c:pt>
                <c:pt idx="46344">
                  <c:v>0.53638888888963265</c:v>
                </c:pt>
                <c:pt idx="46345">
                  <c:v>0.53640046295913635</c:v>
                </c:pt>
                <c:pt idx="46346">
                  <c:v>0.536412037035916</c:v>
                </c:pt>
                <c:pt idx="46347">
                  <c:v>0.5364236111054197</c:v>
                </c:pt>
                <c:pt idx="46348">
                  <c:v>0.53643518518219935</c:v>
                </c:pt>
                <c:pt idx="46349">
                  <c:v>0.536446759258979</c:v>
                </c:pt>
                <c:pt idx="46350">
                  <c:v>0.53645833332848269</c:v>
                </c:pt>
                <c:pt idx="46351">
                  <c:v>0.53646990740526235</c:v>
                </c:pt>
                <c:pt idx="46352">
                  <c:v>0.536481481482042</c:v>
                </c:pt>
                <c:pt idx="46353">
                  <c:v>0.53649305555154569</c:v>
                </c:pt>
                <c:pt idx="46354">
                  <c:v>0.53650462962832535</c:v>
                </c:pt>
                <c:pt idx="46355">
                  <c:v>0.53651620369782904</c:v>
                </c:pt>
                <c:pt idx="46356">
                  <c:v>0.53652777777460869</c:v>
                </c:pt>
                <c:pt idx="46357">
                  <c:v>0.53653935185138835</c:v>
                </c:pt>
                <c:pt idx="46358">
                  <c:v>0.53655092592089204</c:v>
                </c:pt>
                <c:pt idx="46359">
                  <c:v>0.53656249999767169</c:v>
                </c:pt>
                <c:pt idx="46360">
                  <c:v>0.53657407407445135</c:v>
                </c:pt>
                <c:pt idx="46361">
                  <c:v>0.53658564814395504</c:v>
                </c:pt>
                <c:pt idx="46362">
                  <c:v>0.53659722222073469</c:v>
                </c:pt>
                <c:pt idx="46363">
                  <c:v>0.53660879629751435</c:v>
                </c:pt>
                <c:pt idx="46364">
                  <c:v>0.53662037036701804</c:v>
                </c:pt>
                <c:pt idx="46365">
                  <c:v>0.53663194444379769</c:v>
                </c:pt>
                <c:pt idx="46366">
                  <c:v>0.53664351851330139</c:v>
                </c:pt>
                <c:pt idx="46367">
                  <c:v>0.53665509259008104</c:v>
                </c:pt>
                <c:pt idx="46368">
                  <c:v>0.53666666666686069</c:v>
                </c:pt>
                <c:pt idx="46369">
                  <c:v>0.53667824073636439</c:v>
                </c:pt>
                <c:pt idx="46370">
                  <c:v>0.53668981481314404</c:v>
                </c:pt>
                <c:pt idx="46371">
                  <c:v>0.53670138888992369</c:v>
                </c:pt>
                <c:pt idx="46372">
                  <c:v>0.53671296295942739</c:v>
                </c:pt>
                <c:pt idx="46373">
                  <c:v>0.53672453703620704</c:v>
                </c:pt>
                <c:pt idx="46374">
                  <c:v>0.53673611110571073</c:v>
                </c:pt>
                <c:pt idx="46375">
                  <c:v>0.53674768518249039</c:v>
                </c:pt>
                <c:pt idx="46376">
                  <c:v>0.53675925925927004</c:v>
                </c:pt>
                <c:pt idx="46377">
                  <c:v>0.53677083332877373</c:v>
                </c:pt>
                <c:pt idx="46378">
                  <c:v>0.53678240740555339</c:v>
                </c:pt>
                <c:pt idx="46379">
                  <c:v>0.53679398148233304</c:v>
                </c:pt>
                <c:pt idx="46380">
                  <c:v>0.53680555555183673</c:v>
                </c:pt>
                <c:pt idx="46381">
                  <c:v>0.53681712962861639</c:v>
                </c:pt>
                <c:pt idx="46382">
                  <c:v>0.53682870369812008</c:v>
                </c:pt>
                <c:pt idx="46383">
                  <c:v>0.53684027777489973</c:v>
                </c:pt>
                <c:pt idx="46384">
                  <c:v>0.53685185185167938</c:v>
                </c:pt>
                <c:pt idx="46385">
                  <c:v>0.53686342592118308</c:v>
                </c:pt>
                <c:pt idx="46386">
                  <c:v>0.53687499999796273</c:v>
                </c:pt>
                <c:pt idx="46387">
                  <c:v>0.53688657407474238</c:v>
                </c:pt>
                <c:pt idx="46388">
                  <c:v>0.53689814814424608</c:v>
                </c:pt>
                <c:pt idx="46389">
                  <c:v>0.53690972222102573</c:v>
                </c:pt>
                <c:pt idx="46390">
                  <c:v>0.53692129629052943</c:v>
                </c:pt>
                <c:pt idx="46391">
                  <c:v>0.53693287036730908</c:v>
                </c:pt>
                <c:pt idx="46392">
                  <c:v>0.53694444444408873</c:v>
                </c:pt>
                <c:pt idx="46393">
                  <c:v>0.53695601851359243</c:v>
                </c:pt>
                <c:pt idx="46394">
                  <c:v>0.53696759259037208</c:v>
                </c:pt>
                <c:pt idx="46395">
                  <c:v>0.53697916666715173</c:v>
                </c:pt>
                <c:pt idx="46396">
                  <c:v>0.53699074073665543</c:v>
                </c:pt>
                <c:pt idx="46397">
                  <c:v>0.53700231481343508</c:v>
                </c:pt>
                <c:pt idx="46398">
                  <c:v>0.53701388889021473</c:v>
                </c:pt>
                <c:pt idx="46399">
                  <c:v>0.53702546295971842</c:v>
                </c:pt>
                <c:pt idx="46400">
                  <c:v>0.53703703703649808</c:v>
                </c:pt>
                <c:pt idx="46401">
                  <c:v>0.53704861110600177</c:v>
                </c:pt>
                <c:pt idx="46402">
                  <c:v>0.53706018518278142</c:v>
                </c:pt>
                <c:pt idx="46403">
                  <c:v>0.53707175925956108</c:v>
                </c:pt>
                <c:pt idx="46404">
                  <c:v>0.53708333332906477</c:v>
                </c:pt>
                <c:pt idx="46405">
                  <c:v>0.53709490740584442</c:v>
                </c:pt>
                <c:pt idx="46406">
                  <c:v>0.53710648148262408</c:v>
                </c:pt>
                <c:pt idx="46407">
                  <c:v>0.53711805555212777</c:v>
                </c:pt>
                <c:pt idx="46408">
                  <c:v>0.53712962962890742</c:v>
                </c:pt>
                <c:pt idx="46409">
                  <c:v>0.53714120369841112</c:v>
                </c:pt>
                <c:pt idx="46410">
                  <c:v>0.53715277777519077</c:v>
                </c:pt>
                <c:pt idx="46411">
                  <c:v>0.53716435185197042</c:v>
                </c:pt>
                <c:pt idx="46412">
                  <c:v>0.53717592592147412</c:v>
                </c:pt>
                <c:pt idx="46413">
                  <c:v>0.53718749999825377</c:v>
                </c:pt>
                <c:pt idx="46414">
                  <c:v>0.53719907407503342</c:v>
                </c:pt>
                <c:pt idx="46415">
                  <c:v>0.53721064814453712</c:v>
                </c:pt>
                <c:pt idx="46416">
                  <c:v>0.53722222222131677</c:v>
                </c:pt>
                <c:pt idx="46417">
                  <c:v>0.53723379629082046</c:v>
                </c:pt>
                <c:pt idx="46418">
                  <c:v>0.53724537036760012</c:v>
                </c:pt>
                <c:pt idx="46419">
                  <c:v>0.53725694444437977</c:v>
                </c:pt>
                <c:pt idx="46420">
                  <c:v>0.53726851851388346</c:v>
                </c:pt>
                <c:pt idx="46421">
                  <c:v>0.53728009259066312</c:v>
                </c:pt>
                <c:pt idx="46422">
                  <c:v>0.53729166666744277</c:v>
                </c:pt>
                <c:pt idx="46423">
                  <c:v>0.53730324073694646</c:v>
                </c:pt>
                <c:pt idx="46424">
                  <c:v>0.53731481481372612</c:v>
                </c:pt>
                <c:pt idx="46425">
                  <c:v>0.53732638888322981</c:v>
                </c:pt>
                <c:pt idx="46426">
                  <c:v>0.53733796296000946</c:v>
                </c:pt>
                <c:pt idx="46427">
                  <c:v>0.53734953703678912</c:v>
                </c:pt>
                <c:pt idx="46428">
                  <c:v>0.53736111110629281</c:v>
                </c:pt>
                <c:pt idx="46429">
                  <c:v>0.53737268518307246</c:v>
                </c:pt>
                <c:pt idx="46430">
                  <c:v>0.53738425925985212</c:v>
                </c:pt>
                <c:pt idx="46431">
                  <c:v>0.53739583332935581</c:v>
                </c:pt>
                <c:pt idx="46432">
                  <c:v>0.53740740740613546</c:v>
                </c:pt>
                <c:pt idx="46433">
                  <c:v>0.53741898147563916</c:v>
                </c:pt>
                <c:pt idx="46434">
                  <c:v>0.53743055555241881</c:v>
                </c:pt>
                <c:pt idx="46435">
                  <c:v>0.53744212962919846</c:v>
                </c:pt>
                <c:pt idx="46436">
                  <c:v>0.53745370369870216</c:v>
                </c:pt>
                <c:pt idx="46437">
                  <c:v>0.53746527777548181</c:v>
                </c:pt>
                <c:pt idx="46438">
                  <c:v>0.53747685185226146</c:v>
                </c:pt>
                <c:pt idx="46439">
                  <c:v>0.53748842592176516</c:v>
                </c:pt>
                <c:pt idx="46440">
                  <c:v>0.53749999999854481</c:v>
                </c:pt>
                <c:pt idx="46441">
                  <c:v>0.53751157407532446</c:v>
                </c:pt>
                <c:pt idx="46442">
                  <c:v>0.53752314814482816</c:v>
                </c:pt>
                <c:pt idx="46443">
                  <c:v>0.53753472222160781</c:v>
                </c:pt>
                <c:pt idx="46444">
                  <c:v>0.5375462962911115</c:v>
                </c:pt>
                <c:pt idx="46445">
                  <c:v>0.53755787036789116</c:v>
                </c:pt>
                <c:pt idx="46446">
                  <c:v>0.53756944444467081</c:v>
                </c:pt>
                <c:pt idx="46447">
                  <c:v>0.5375810185141745</c:v>
                </c:pt>
                <c:pt idx="46448">
                  <c:v>0.53759259259095415</c:v>
                </c:pt>
                <c:pt idx="46449">
                  <c:v>0.53760416666773381</c:v>
                </c:pt>
                <c:pt idx="46450">
                  <c:v>0.5376157407372375</c:v>
                </c:pt>
                <c:pt idx="46451">
                  <c:v>0.53762731481401715</c:v>
                </c:pt>
                <c:pt idx="46452">
                  <c:v>0.53763888888352085</c:v>
                </c:pt>
                <c:pt idx="46453">
                  <c:v>0.5376504629603005</c:v>
                </c:pt>
                <c:pt idx="46454">
                  <c:v>0.53766203703708015</c:v>
                </c:pt>
                <c:pt idx="46455">
                  <c:v>0.53767361110658385</c:v>
                </c:pt>
                <c:pt idx="46456">
                  <c:v>0.5376851851833635</c:v>
                </c:pt>
                <c:pt idx="46457">
                  <c:v>0.53769675926014315</c:v>
                </c:pt>
                <c:pt idx="46458">
                  <c:v>0.53770833332964685</c:v>
                </c:pt>
                <c:pt idx="46459">
                  <c:v>0.5377199074064265</c:v>
                </c:pt>
                <c:pt idx="46460">
                  <c:v>0.5377314814759302</c:v>
                </c:pt>
                <c:pt idx="46461">
                  <c:v>0.53774305555270985</c:v>
                </c:pt>
                <c:pt idx="46462">
                  <c:v>0.5377546296294895</c:v>
                </c:pt>
                <c:pt idx="46463">
                  <c:v>0.53776620369899319</c:v>
                </c:pt>
                <c:pt idx="46464">
                  <c:v>0.53777777777577285</c:v>
                </c:pt>
                <c:pt idx="46465">
                  <c:v>0.5377893518525525</c:v>
                </c:pt>
                <c:pt idx="46466">
                  <c:v>0.53780092592205619</c:v>
                </c:pt>
                <c:pt idx="46467">
                  <c:v>0.53781249999883585</c:v>
                </c:pt>
                <c:pt idx="46468">
                  <c:v>0.53782407406833954</c:v>
                </c:pt>
                <c:pt idx="46469">
                  <c:v>0.53783564814511919</c:v>
                </c:pt>
                <c:pt idx="46470">
                  <c:v>0.53784722222189885</c:v>
                </c:pt>
                <c:pt idx="46471">
                  <c:v>0.53785879629140254</c:v>
                </c:pt>
                <c:pt idx="46472">
                  <c:v>0.53787037036818219</c:v>
                </c:pt>
                <c:pt idx="46473">
                  <c:v>0.53788194444496185</c:v>
                </c:pt>
                <c:pt idx="46474">
                  <c:v>0.53789351851446554</c:v>
                </c:pt>
                <c:pt idx="46475">
                  <c:v>0.53790509259124519</c:v>
                </c:pt>
                <c:pt idx="46476">
                  <c:v>0.53791666666074889</c:v>
                </c:pt>
                <c:pt idx="46477">
                  <c:v>0.53792824073752854</c:v>
                </c:pt>
                <c:pt idx="46478">
                  <c:v>0.53793981481430819</c:v>
                </c:pt>
                <c:pt idx="46479">
                  <c:v>0.53795138888381189</c:v>
                </c:pt>
                <c:pt idx="46480">
                  <c:v>0.53796296296059154</c:v>
                </c:pt>
                <c:pt idx="46481">
                  <c:v>0.53797453703737119</c:v>
                </c:pt>
                <c:pt idx="46482">
                  <c:v>0.53798611110687489</c:v>
                </c:pt>
                <c:pt idx="46483">
                  <c:v>0.53799768518365454</c:v>
                </c:pt>
                <c:pt idx="46484">
                  <c:v>0.53800925926043419</c:v>
                </c:pt>
                <c:pt idx="46485">
                  <c:v>0.53802083332993789</c:v>
                </c:pt>
                <c:pt idx="46486">
                  <c:v>0.53803240740671754</c:v>
                </c:pt>
                <c:pt idx="46487">
                  <c:v>0.53804398147622123</c:v>
                </c:pt>
                <c:pt idx="46488">
                  <c:v>0.53805555555300089</c:v>
                </c:pt>
                <c:pt idx="46489">
                  <c:v>0.53806712962978054</c:v>
                </c:pt>
                <c:pt idx="46490">
                  <c:v>0.53807870369928423</c:v>
                </c:pt>
                <c:pt idx="46491">
                  <c:v>0.53809027777606389</c:v>
                </c:pt>
                <c:pt idx="46492">
                  <c:v>0.53810185185284354</c:v>
                </c:pt>
                <c:pt idx="46493">
                  <c:v>0.53811342592234723</c:v>
                </c:pt>
                <c:pt idx="46494">
                  <c:v>0.53812499999912689</c:v>
                </c:pt>
                <c:pt idx="46495">
                  <c:v>0.53813657406863058</c:v>
                </c:pt>
                <c:pt idx="46496">
                  <c:v>0.53814814814541023</c:v>
                </c:pt>
                <c:pt idx="46497">
                  <c:v>0.53815972222218988</c:v>
                </c:pt>
                <c:pt idx="46498">
                  <c:v>0.53817129629169358</c:v>
                </c:pt>
                <c:pt idx="46499">
                  <c:v>0.53818287036847323</c:v>
                </c:pt>
                <c:pt idx="46500">
                  <c:v>0.53819444444525288</c:v>
                </c:pt>
                <c:pt idx="46501">
                  <c:v>0.53820601851475658</c:v>
                </c:pt>
                <c:pt idx="46502">
                  <c:v>0.53821759259153623</c:v>
                </c:pt>
                <c:pt idx="46503">
                  <c:v>0.53822916666103993</c:v>
                </c:pt>
                <c:pt idx="46504">
                  <c:v>0.53824074073781958</c:v>
                </c:pt>
                <c:pt idx="46505">
                  <c:v>0.53825231481459923</c:v>
                </c:pt>
                <c:pt idx="46506">
                  <c:v>0.53826388888410293</c:v>
                </c:pt>
                <c:pt idx="46507">
                  <c:v>0.53827546296088258</c:v>
                </c:pt>
                <c:pt idx="46508">
                  <c:v>0.53828703703766223</c:v>
                </c:pt>
                <c:pt idx="46509">
                  <c:v>0.53829861110716593</c:v>
                </c:pt>
                <c:pt idx="46510">
                  <c:v>0.53831018518394558</c:v>
                </c:pt>
                <c:pt idx="46511">
                  <c:v>0.53832175925344927</c:v>
                </c:pt>
                <c:pt idx="46512">
                  <c:v>0.53833333333022892</c:v>
                </c:pt>
                <c:pt idx="46513">
                  <c:v>0.53834490740700858</c:v>
                </c:pt>
                <c:pt idx="46514">
                  <c:v>0.53835648147651227</c:v>
                </c:pt>
                <c:pt idx="46515">
                  <c:v>0.53836805555329192</c:v>
                </c:pt>
                <c:pt idx="46516">
                  <c:v>0.53837962963007158</c:v>
                </c:pt>
                <c:pt idx="46517">
                  <c:v>0.53839120369957527</c:v>
                </c:pt>
                <c:pt idx="46518">
                  <c:v>0.53840277777635492</c:v>
                </c:pt>
                <c:pt idx="46519">
                  <c:v>0.53841435185313458</c:v>
                </c:pt>
                <c:pt idx="46520">
                  <c:v>0.53842592592263827</c:v>
                </c:pt>
                <c:pt idx="46521">
                  <c:v>0.53843749999941792</c:v>
                </c:pt>
                <c:pt idx="46522">
                  <c:v>0.53844907406892162</c:v>
                </c:pt>
                <c:pt idx="46523">
                  <c:v>0.53846064814570127</c:v>
                </c:pt>
                <c:pt idx="46524">
                  <c:v>0.53847222222248092</c:v>
                </c:pt>
                <c:pt idx="46525">
                  <c:v>0.53848379629198462</c:v>
                </c:pt>
                <c:pt idx="46526">
                  <c:v>0.53849537036876427</c:v>
                </c:pt>
                <c:pt idx="46527">
                  <c:v>0.53850694444554392</c:v>
                </c:pt>
                <c:pt idx="46528">
                  <c:v>0.53851851851504762</c:v>
                </c:pt>
                <c:pt idx="46529">
                  <c:v>0.53853009259182727</c:v>
                </c:pt>
                <c:pt idx="46530">
                  <c:v>0.53854166666133096</c:v>
                </c:pt>
                <c:pt idx="46531">
                  <c:v>0.53855324073811062</c:v>
                </c:pt>
                <c:pt idx="46532">
                  <c:v>0.53856481481489027</c:v>
                </c:pt>
                <c:pt idx="46533">
                  <c:v>0.53857638888439396</c:v>
                </c:pt>
                <c:pt idx="46534">
                  <c:v>0.53858796296117362</c:v>
                </c:pt>
                <c:pt idx="46535">
                  <c:v>0.53859953703795327</c:v>
                </c:pt>
                <c:pt idx="46536">
                  <c:v>0.53861111110745696</c:v>
                </c:pt>
                <c:pt idx="46537">
                  <c:v>0.53862268518423662</c:v>
                </c:pt>
                <c:pt idx="46538">
                  <c:v>0.53863425925374031</c:v>
                </c:pt>
                <c:pt idx="46539">
                  <c:v>0.53864583333051996</c:v>
                </c:pt>
                <c:pt idx="46540">
                  <c:v>0.53865740740729962</c:v>
                </c:pt>
                <c:pt idx="46541">
                  <c:v>0.53866898147680331</c:v>
                </c:pt>
                <c:pt idx="46542">
                  <c:v>0.53868055555358296</c:v>
                </c:pt>
                <c:pt idx="46543">
                  <c:v>0.53869212963036261</c:v>
                </c:pt>
                <c:pt idx="46544">
                  <c:v>0.53870370369986631</c:v>
                </c:pt>
                <c:pt idx="46545">
                  <c:v>0.53871527777664596</c:v>
                </c:pt>
                <c:pt idx="46546">
                  <c:v>0.53872685184614966</c:v>
                </c:pt>
                <c:pt idx="46547">
                  <c:v>0.53873842592292931</c:v>
                </c:pt>
                <c:pt idx="46548">
                  <c:v>0.53874999999970896</c:v>
                </c:pt>
                <c:pt idx="46549">
                  <c:v>0.53876157406921266</c:v>
                </c:pt>
                <c:pt idx="46550">
                  <c:v>0.53877314814599231</c:v>
                </c:pt>
                <c:pt idx="46551">
                  <c:v>0.53878472222277196</c:v>
                </c:pt>
                <c:pt idx="46552">
                  <c:v>0.53879629629227566</c:v>
                </c:pt>
                <c:pt idx="46553">
                  <c:v>0.53880787036905531</c:v>
                </c:pt>
                <c:pt idx="46554">
                  <c:v>0.538819444438559</c:v>
                </c:pt>
                <c:pt idx="46555">
                  <c:v>0.53883101851533866</c:v>
                </c:pt>
                <c:pt idx="46556">
                  <c:v>0.53884259259211831</c:v>
                </c:pt>
                <c:pt idx="46557">
                  <c:v>0.538854166661622</c:v>
                </c:pt>
                <c:pt idx="46558">
                  <c:v>0.53886574073840166</c:v>
                </c:pt>
                <c:pt idx="46559">
                  <c:v>0.53887731481518131</c:v>
                </c:pt>
                <c:pt idx="46560">
                  <c:v>0.538888888884685</c:v>
                </c:pt>
                <c:pt idx="46561">
                  <c:v>0.53890046296146465</c:v>
                </c:pt>
                <c:pt idx="46562">
                  <c:v>0.53891203703824431</c:v>
                </c:pt>
                <c:pt idx="46563">
                  <c:v>0.538923611107748</c:v>
                </c:pt>
                <c:pt idx="46564">
                  <c:v>0.53893518518452765</c:v>
                </c:pt>
                <c:pt idx="46565">
                  <c:v>0.53894675925403135</c:v>
                </c:pt>
                <c:pt idx="46566">
                  <c:v>0.538958333330811</c:v>
                </c:pt>
                <c:pt idx="46567">
                  <c:v>0.53896990740759065</c:v>
                </c:pt>
                <c:pt idx="46568">
                  <c:v>0.53898148147709435</c:v>
                </c:pt>
                <c:pt idx="46569">
                  <c:v>0.538993055553874</c:v>
                </c:pt>
                <c:pt idx="46570">
                  <c:v>0.53900462963065365</c:v>
                </c:pt>
                <c:pt idx="46571">
                  <c:v>0.53901620370015735</c:v>
                </c:pt>
                <c:pt idx="46572">
                  <c:v>0.539027777776937</c:v>
                </c:pt>
                <c:pt idx="46573">
                  <c:v>0.5390393518464407</c:v>
                </c:pt>
                <c:pt idx="46574">
                  <c:v>0.53905092592322035</c:v>
                </c:pt>
                <c:pt idx="46575">
                  <c:v>0.5390625</c:v>
                </c:pt>
                <c:pt idx="46576">
                  <c:v>0.53907407406950369</c:v>
                </c:pt>
                <c:pt idx="46577">
                  <c:v>0.53908564814628335</c:v>
                </c:pt>
                <c:pt idx="46578">
                  <c:v>0.539097222223063</c:v>
                </c:pt>
                <c:pt idx="46579">
                  <c:v>0.53910879629256669</c:v>
                </c:pt>
                <c:pt idx="46580">
                  <c:v>0.53912037036934635</c:v>
                </c:pt>
                <c:pt idx="46581">
                  <c:v>0.53913194443885004</c:v>
                </c:pt>
                <c:pt idx="46582">
                  <c:v>0.53914351851562969</c:v>
                </c:pt>
                <c:pt idx="46583">
                  <c:v>0.53915509259240935</c:v>
                </c:pt>
                <c:pt idx="46584">
                  <c:v>0.53916666666191304</c:v>
                </c:pt>
                <c:pt idx="46585">
                  <c:v>0.53917824073869269</c:v>
                </c:pt>
                <c:pt idx="46586">
                  <c:v>0.53918981481547235</c:v>
                </c:pt>
                <c:pt idx="46587">
                  <c:v>0.53920138888497604</c:v>
                </c:pt>
                <c:pt idx="46588">
                  <c:v>0.53921296296175569</c:v>
                </c:pt>
                <c:pt idx="46589">
                  <c:v>0.53922453703125939</c:v>
                </c:pt>
                <c:pt idx="46590">
                  <c:v>0.53923611110803904</c:v>
                </c:pt>
                <c:pt idx="46591">
                  <c:v>0.53924768518481869</c:v>
                </c:pt>
                <c:pt idx="46592">
                  <c:v>0.53925925925432239</c:v>
                </c:pt>
                <c:pt idx="46593">
                  <c:v>0.53927083333110204</c:v>
                </c:pt>
                <c:pt idx="46594">
                  <c:v>0.53928240740788169</c:v>
                </c:pt>
                <c:pt idx="46595">
                  <c:v>0.53929398147738539</c:v>
                </c:pt>
                <c:pt idx="46596">
                  <c:v>0.53930555555416504</c:v>
                </c:pt>
                <c:pt idx="46597">
                  <c:v>0.53931712963094469</c:v>
                </c:pt>
                <c:pt idx="46598">
                  <c:v>0.53932870370044839</c:v>
                </c:pt>
                <c:pt idx="46599">
                  <c:v>0.53934027777722804</c:v>
                </c:pt>
                <c:pt idx="46600">
                  <c:v>0.53935185184673173</c:v>
                </c:pt>
                <c:pt idx="46601">
                  <c:v>0.53936342592351139</c:v>
                </c:pt>
                <c:pt idx="46602">
                  <c:v>0.53937500000029104</c:v>
                </c:pt>
                <c:pt idx="46603">
                  <c:v>0.53938657406979473</c:v>
                </c:pt>
                <c:pt idx="46604">
                  <c:v>0.53939814814657439</c:v>
                </c:pt>
                <c:pt idx="46605">
                  <c:v>0.53940972222335404</c:v>
                </c:pt>
                <c:pt idx="46606">
                  <c:v>0.53942129629285773</c:v>
                </c:pt>
                <c:pt idx="46607">
                  <c:v>0.53943287036963739</c:v>
                </c:pt>
                <c:pt idx="46608">
                  <c:v>0.53944444443914108</c:v>
                </c:pt>
                <c:pt idx="46609">
                  <c:v>0.53945601851592073</c:v>
                </c:pt>
                <c:pt idx="46610">
                  <c:v>0.53946759259270038</c:v>
                </c:pt>
                <c:pt idx="46611">
                  <c:v>0.53947916666220408</c:v>
                </c:pt>
                <c:pt idx="46612">
                  <c:v>0.53949074073898373</c:v>
                </c:pt>
                <c:pt idx="46613">
                  <c:v>0.53950231481576338</c:v>
                </c:pt>
                <c:pt idx="46614">
                  <c:v>0.53951388888526708</c:v>
                </c:pt>
                <c:pt idx="46615">
                  <c:v>0.53952546296204673</c:v>
                </c:pt>
                <c:pt idx="46616">
                  <c:v>0.53953703703155043</c:v>
                </c:pt>
                <c:pt idx="46617">
                  <c:v>0.53954861110833008</c:v>
                </c:pt>
                <c:pt idx="46618">
                  <c:v>0.53956018518510973</c:v>
                </c:pt>
                <c:pt idx="46619">
                  <c:v>0.53957175925461343</c:v>
                </c:pt>
                <c:pt idx="46620">
                  <c:v>0.53958333333139308</c:v>
                </c:pt>
                <c:pt idx="46621">
                  <c:v>0.53959490740817273</c:v>
                </c:pt>
                <c:pt idx="46622">
                  <c:v>0.53960648147767643</c:v>
                </c:pt>
                <c:pt idx="46623">
                  <c:v>0.53961805555445608</c:v>
                </c:pt>
                <c:pt idx="46624">
                  <c:v>0.53962962962395977</c:v>
                </c:pt>
                <c:pt idx="46625">
                  <c:v>0.53964120370073942</c:v>
                </c:pt>
                <c:pt idx="46626">
                  <c:v>0.53965277777751908</c:v>
                </c:pt>
                <c:pt idx="46627">
                  <c:v>0.53966435184702277</c:v>
                </c:pt>
                <c:pt idx="46628">
                  <c:v>0.53967592592380242</c:v>
                </c:pt>
                <c:pt idx="46629">
                  <c:v>0.53968750000058208</c:v>
                </c:pt>
                <c:pt idx="46630">
                  <c:v>0.53969907407008577</c:v>
                </c:pt>
                <c:pt idx="46631">
                  <c:v>0.53971064814686542</c:v>
                </c:pt>
                <c:pt idx="46632">
                  <c:v>0.53972222221636912</c:v>
                </c:pt>
                <c:pt idx="46633">
                  <c:v>0.53973379629314877</c:v>
                </c:pt>
                <c:pt idx="46634">
                  <c:v>0.53974537036992842</c:v>
                </c:pt>
                <c:pt idx="46635">
                  <c:v>0.53975694443943212</c:v>
                </c:pt>
                <c:pt idx="46636">
                  <c:v>0.53976851851621177</c:v>
                </c:pt>
                <c:pt idx="46637">
                  <c:v>0.53978009259299142</c:v>
                </c:pt>
                <c:pt idx="46638">
                  <c:v>0.53979166666249512</c:v>
                </c:pt>
                <c:pt idx="46639">
                  <c:v>0.53980324073927477</c:v>
                </c:pt>
                <c:pt idx="46640">
                  <c:v>0.53981481481605442</c:v>
                </c:pt>
                <c:pt idx="46641">
                  <c:v>0.53982638888555812</c:v>
                </c:pt>
                <c:pt idx="46642">
                  <c:v>0.53983796296233777</c:v>
                </c:pt>
                <c:pt idx="46643">
                  <c:v>0.53984953703184146</c:v>
                </c:pt>
                <c:pt idx="46644">
                  <c:v>0.53986111110862112</c:v>
                </c:pt>
                <c:pt idx="46645">
                  <c:v>0.53987268518540077</c:v>
                </c:pt>
                <c:pt idx="46646">
                  <c:v>0.53988425925490446</c:v>
                </c:pt>
                <c:pt idx="46647">
                  <c:v>0.53989583333168412</c:v>
                </c:pt>
                <c:pt idx="46648">
                  <c:v>0.53990740740846377</c:v>
                </c:pt>
                <c:pt idx="46649">
                  <c:v>0.53991898147796746</c:v>
                </c:pt>
                <c:pt idx="46650">
                  <c:v>0.53993055555474712</c:v>
                </c:pt>
                <c:pt idx="46651">
                  <c:v>0.53994212962425081</c:v>
                </c:pt>
                <c:pt idx="46652">
                  <c:v>0.53995370370103046</c:v>
                </c:pt>
                <c:pt idx="46653">
                  <c:v>0.53996527777781012</c:v>
                </c:pt>
                <c:pt idx="46654">
                  <c:v>0.53997685184731381</c:v>
                </c:pt>
                <c:pt idx="46655">
                  <c:v>0.53998842592409346</c:v>
                </c:pt>
                <c:pt idx="46656">
                  <c:v>0.54000000000087311</c:v>
                </c:pt>
                <c:pt idx="46657">
                  <c:v>0.54001157407037681</c:v>
                </c:pt>
                <c:pt idx="46658">
                  <c:v>0.54002314814715646</c:v>
                </c:pt>
                <c:pt idx="46659">
                  <c:v>0.54003472221666016</c:v>
                </c:pt>
                <c:pt idx="46660">
                  <c:v>0.54004629629343981</c:v>
                </c:pt>
                <c:pt idx="46661">
                  <c:v>0.54005787037021946</c:v>
                </c:pt>
                <c:pt idx="46662">
                  <c:v>0.54006944443972316</c:v>
                </c:pt>
                <c:pt idx="46663">
                  <c:v>0.54008101851650281</c:v>
                </c:pt>
                <c:pt idx="46664">
                  <c:v>0.54009259259328246</c:v>
                </c:pt>
                <c:pt idx="46665">
                  <c:v>0.54010416666278616</c:v>
                </c:pt>
                <c:pt idx="46666">
                  <c:v>0.54011574073956581</c:v>
                </c:pt>
                <c:pt idx="46667">
                  <c:v>0.5401273148090695</c:v>
                </c:pt>
                <c:pt idx="46668">
                  <c:v>0.54013888888584916</c:v>
                </c:pt>
                <c:pt idx="46669">
                  <c:v>0.54015046296262881</c:v>
                </c:pt>
                <c:pt idx="46670">
                  <c:v>0.5401620370321325</c:v>
                </c:pt>
                <c:pt idx="46671">
                  <c:v>0.54017361110891216</c:v>
                </c:pt>
                <c:pt idx="46672">
                  <c:v>0.54018518518569181</c:v>
                </c:pt>
                <c:pt idx="46673">
                  <c:v>0.5401967592551955</c:v>
                </c:pt>
                <c:pt idx="46674">
                  <c:v>0.54020833333197515</c:v>
                </c:pt>
                <c:pt idx="46675">
                  <c:v>0.54021990740147885</c:v>
                </c:pt>
                <c:pt idx="46676">
                  <c:v>0.5402314814782585</c:v>
                </c:pt>
                <c:pt idx="46677">
                  <c:v>0.54024305555503815</c:v>
                </c:pt>
                <c:pt idx="46678">
                  <c:v>0.54025462962454185</c:v>
                </c:pt>
                <c:pt idx="46679">
                  <c:v>0.5402662037013215</c:v>
                </c:pt>
                <c:pt idx="46680">
                  <c:v>0.54027777777810115</c:v>
                </c:pt>
                <c:pt idx="46681">
                  <c:v>0.54028935184760485</c:v>
                </c:pt>
                <c:pt idx="46682">
                  <c:v>0.5403009259243845</c:v>
                </c:pt>
                <c:pt idx="46683">
                  <c:v>0.54031250000116415</c:v>
                </c:pt>
                <c:pt idx="46684">
                  <c:v>0.54032407407066785</c:v>
                </c:pt>
                <c:pt idx="46685">
                  <c:v>0.5403356481474475</c:v>
                </c:pt>
                <c:pt idx="46686">
                  <c:v>0.5403472222169512</c:v>
                </c:pt>
                <c:pt idx="46687">
                  <c:v>0.54035879629373085</c:v>
                </c:pt>
                <c:pt idx="46688">
                  <c:v>0.5403703703705105</c:v>
                </c:pt>
                <c:pt idx="46689">
                  <c:v>0.54038194444001419</c:v>
                </c:pt>
                <c:pt idx="46690">
                  <c:v>0.54039351851679385</c:v>
                </c:pt>
                <c:pt idx="46691">
                  <c:v>0.5404050925935735</c:v>
                </c:pt>
                <c:pt idx="46692">
                  <c:v>0.54041666666307719</c:v>
                </c:pt>
                <c:pt idx="46693">
                  <c:v>0.54042824073985685</c:v>
                </c:pt>
                <c:pt idx="46694">
                  <c:v>0.54043981480936054</c:v>
                </c:pt>
                <c:pt idx="46695">
                  <c:v>0.54045138888614019</c:v>
                </c:pt>
                <c:pt idx="46696">
                  <c:v>0.54046296296291985</c:v>
                </c:pt>
                <c:pt idx="46697">
                  <c:v>0.54047453703242354</c:v>
                </c:pt>
                <c:pt idx="46698">
                  <c:v>0.54048611110920319</c:v>
                </c:pt>
                <c:pt idx="46699">
                  <c:v>0.54049768518598285</c:v>
                </c:pt>
                <c:pt idx="46700">
                  <c:v>0.54050925925548654</c:v>
                </c:pt>
                <c:pt idx="46701">
                  <c:v>0.54052083333226619</c:v>
                </c:pt>
                <c:pt idx="46702">
                  <c:v>0.54053240740176989</c:v>
                </c:pt>
                <c:pt idx="46703">
                  <c:v>0.54054398147854954</c:v>
                </c:pt>
                <c:pt idx="46704">
                  <c:v>0.54055555555532919</c:v>
                </c:pt>
                <c:pt idx="46705">
                  <c:v>0.54056712962483289</c:v>
                </c:pt>
                <c:pt idx="46706">
                  <c:v>0.54057870370161254</c:v>
                </c:pt>
                <c:pt idx="46707">
                  <c:v>0.54059027777839219</c:v>
                </c:pt>
                <c:pt idx="46708">
                  <c:v>0.54060185184789589</c:v>
                </c:pt>
                <c:pt idx="46709">
                  <c:v>0.54061342592467554</c:v>
                </c:pt>
                <c:pt idx="46710">
                  <c:v>0.54062499999417923</c:v>
                </c:pt>
                <c:pt idx="46711">
                  <c:v>0.54063657407095889</c:v>
                </c:pt>
                <c:pt idx="46712">
                  <c:v>0.54064814814773854</c:v>
                </c:pt>
                <c:pt idx="46713">
                  <c:v>0.54065972221724223</c:v>
                </c:pt>
                <c:pt idx="46714">
                  <c:v>0.54067129629402189</c:v>
                </c:pt>
                <c:pt idx="46715">
                  <c:v>0.54068287037080154</c:v>
                </c:pt>
                <c:pt idx="46716">
                  <c:v>0.54069444444030523</c:v>
                </c:pt>
                <c:pt idx="46717">
                  <c:v>0.54070601851708489</c:v>
                </c:pt>
                <c:pt idx="46718">
                  <c:v>0.54071759259386454</c:v>
                </c:pt>
                <c:pt idx="46719">
                  <c:v>0.54072916666336823</c:v>
                </c:pt>
                <c:pt idx="46720">
                  <c:v>0.54074074074014788</c:v>
                </c:pt>
                <c:pt idx="46721">
                  <c:v>0.54075231480965158</c:v>
                </c:pt>
                <c:pt idx="46722">
                  <c:v>0.54076388888643123</c:v>
                </c:pt>
                <c:pt idx="46723">
                  <c:v>0.54077546296321088</c:v>
                </c:pt>
                <c:pt idx="46724">
                  <c:v>0.54078703703271458</c:v>
                </c:pt>
                <c:pt idx="46725">
                  <c:v>0.54079861110949423</c:v>
                </c:pt>
                <c:pt idx="46726">
                  <c:v>0.54081018518627388</c:v>
                </c:pt>
                <c:pt idx="46727">
                  <c:v>0.54082175925577758</c:v>
                </c:pt>
                <c:pt idx="46728">
                  <c:v>0.54083333333255723</c:v>
                </c:pt>
                <c:pt idx="46729">
                  <c:v>0.54084490740206093</c:v>
                </c:pt>
                <c:pt idx="46730">
                  <c:v>0.54085648147884058</c:v>
                </c:pt>
                <c:pt idx="46731">
                  <c:v>0.54086805555562023</c:v>
                </c:pt>
                <c:pt idx="46732">
                  <c:v>0.54087962962512393</c:v>
                </c:pt>
                <c:pt idx="46733">
                  <c:v>0.54089120370190358</c:v>
                </c:pt>
                <c:pt idx="46734">
                  <c:v>0.54090277777868323</c:v>
                </c:pt>
                <c:pt idx="46735">
                  <c:v>0.54091435184818693</c:v>
                </c:pt>
                <c:pt idx="46736">
                  <c:v>0.54092592592496658</c:v>
                </c:pt>
                <c:pt idx="46737">
                  <c:v>0.54093749999447027</c:v>
                </c:pt>
                <c:pt idx="46738">
                  <c:v>0.54094907407124992</c:v>
                </c:pt>
                <c:pt idx="46739">
                  <c:v>0.54096064814802958</c:v>
                </c:pt>
                <c:pt idx="46740">
                  <c:v>0.54097222221753327</c:v>
                </c:pt>
                <c:pt idx="46741">
                  <c:v>0.54098379629431292</c:v>
                </c:pt>
                <c:pt idx="46742">
                  <c:v>0.54099537037109258</c:v>
                </c:pt>
                <c:pt idx="46743">
                  <c:v>0.54100694444059627</c:v>
                </c:pt>
                <c:pt idx="46744">
                  <c:v>0.54101851851737592</c:v>
                </c:pt>
                <c:pt idx="46745">
                  <c:v>0.54103009258687962</c:v>
                </c:pt>
                <c:pt idx="46746">
                  <c:v>0.54104166666365927</c:v>
                </c:pt>
                <c:pt idx="46747">
                  <c:v>0.54105324074043892</c:v>
                </c:pt>
                <c:pt idx="46748">
                  <c:v>0.54106481480994262</c:v>
                </c:pt>
                <c:pt idx="46749">
                  <c:v>0.54107638888672227</c:v>
                </c:pt>
                <c:pt idx="46750">
                  <c:v>0.54108796296350192</c:v>
                </c:pt>
                <c:pt idx="46751">
                  <c:v>0.54109953703300562</c:v>
                </c:pt>
                <c:pt idx="46752">
                  <c:v>0.54111111110978527</c:v>
                </c:pt>
                <c:pt idx="46753">
                  <c:v>0.54112268517928896</c:v>
                </c:pt>
                <c:pt idx="46754">
                  <c:v>0.54113425925606862</c:v>
                </c:pt>
                <c:pt idx="46755">
                  <c:v>0.54114583333284827</c:v>
                </c:pt>
                <c:pt idx="46756">
                  <c:v>0.54115740740235196</c:v>
                </c:pt>
                <c:pt idx="46757">
                  <c:v>0.54116898147913162</c:v>
                </c:pt>
                <c:pt idx="46758">
                  <c:v>0.54118055555591127</c:v>
                </c:pt>
                <c:pt idx="46759">
                  <c:v>0.54119212962541496</c:v>
                </c:pt>
                <c:pt idx="46760">
                  <c:v>0.54120370370219462</c:v>
                </c:pt>
                <c:pt idx="46761">
                  <c:v>0.54121527777897427</c:v>
                </c:pt>
                <c:pt idx="46762">
                  <c:v>0.54122685184847796</c:v>
                </c:pt>
                <c:pt idx="46763">
                  <c:v>0.54123842592525762</c:v>
                </c:pt>
                <c:pt idx="46764">
                  <c:v>0.54124999999476131</c:v>
                </c:pt>
                <c:pt idx="46765">
                  <c:v>0.54126157407154096</c:v>
                </c:pt>
                <c:pt idx="46766">
                  <c:v>0.54127314814832062</c:v>
                </c:pt>
                <c:pt idx="46767">
                  <c:v>0.54128472221782431</c:v>
                </c:pt>
                <c:pt idx="46768">
                  <c:v>0.54129629629460396</c:v>
                </c:pt>
                <c:pt idx="46769">
                  <c:v>0.54130787037138361</c:v>
                </c:pt>
                <c:pt idx="46770">
                  <c:v>0.54131944444088731</c:v>
                </c:pt>
                <c:pt idx="46771">
                  <c:v>0.54133101851766696</c:v>
                </c:pt>
                <c:pt idx="46772">
                  <c:v>0.54134259258717066</c:v>
                </c:pt>
                <c:pt idx="46773">
                  <c:v>0.54135416666395031</c:v>
                </c:pt>
                <c:pt idx="46774">
                  <c:v>0.54136574074072996</c:v>
                </c:pt>
                <c:pt idx="46775">
                  <c:v>0.54137731481023366</c:v>
                </c:pt>
                <c:pt idx="46776">
                  <c:v>0.54138888888701331</c:v>
                </c:pt>
                <c:pt idx="46777">
                  <c:v>0.54140046296379296</c:v>
                </c:pt>
                <c:pt idx="46778">
                  <c:v>0.54141203703329666</c:v>
                </c:pt>
                <c:pt idx="46779">
                  <c:v>0.54142361111007631</c:v>
                </c:pt>
                <c:pt idx="46780">
                  <c:v>0.54143518517958</c:v>
                </c:pt>
                <c:pt idx="46781">
                  <c:v>0.54144675925635966</c:v>
                </c:pt>
                <c:pt idx="46782">
                  <c:v>0.54145833333313931</c:v>
                </c:pt>
                <c:pt idx="46783">
                  <c:v>0.541469907402643</c:v>
                </c:pt>
                <c:pt idx="46784">
                  <c:v>0.54148148147942265</c:v>
                </c:pt>
                <c:pt idx="46785">
                  <c:v>0.54149305555620231</c:v>
                </c:pt>
                <c:pt idx="46786">
                  <c:v>0.541504629625706</c:v>
                </c:pt>
                <c:pt idx="46787">
                  <c:v>0.54151620370248565</c:v>
                </c:pt>
                <c:pt idx="46788">
                  <c:v>0.54152777777198935</c:v>
                </c:pt>
                <c:pt idx="46789">
                  <c:v>0.541539351848769</c:v>
                </c:pt>
                <c:pt idx="46790">
                  <c:v>0.54155092592554865</c:v>
                </c:pt>
                <c:pt idx="46791">
                  <c:v>0.54156249999505235</c:v>
                </c:pt>
                <c:pt idx="46792">
                  <c:v>0.541574074071832</c:v>
                </c:pt>
                <c:pt idx="46793">
                  <c:v>0.54158564814861165</c:v>
                </c:pt>
                <c:pt idx="46794">
                  <c:v>0.54159722221811535</c:v>
                </c:pt>
                <c:pt idx="46795">
                  <c:v>0.541608796294895</c:v>
                </c:pt>
                <c:pt idx="46796">
                  <c:v>0.54162037037167465</c:v>
                </c:pt>
                <c:pt idx="46797">
                  <c:v>0.54163194444117835</c:v>
                </c:pt>
                <c:pt idx="46798">
                  <c:v>0.541643518517958</c:v>
                </c:pt>
                <c:pt idx="46799">
                  <c:v>0.5416550925874617</c:v>
                </c:pt>
                <c:pt idx="46800">
                  <c:v>0.54166666666424135</c:v>
                </c:pt>
                <c:pt idx="46801">
                  <c:v>0.541678240741021</c:v>
                </c:pt>
                <c:pt idx="46802">
                  <c:v>0.54168981481052469</c:v>
                </c:pt>
                <c:pt idx="46803">
                  <c:v>0.54170138888730435</c:v>
                </c:pt>
                <c:pt idx="46804">
                  <c:v>0.541712962964084</c:v>
                </c:pt>
                <c:pt idx="46805">
                  <c:v>0.54172453703358769</c:v>
                </c:pt>
                <c:pt idx="46806">
                  <c:v>0.54173611111036735</c:v>
                </c:pt>
                <c:pt idx="46807">
                  <c:v>0.54174768517987104</c:v>
                </c:pt>
                <c:pt idx="46808">
                  <c:v>0.54175925925665069</c:v>
                </c:pt>
                <c:pt idx="46809">
                  <c:v>0.54177083333343035</c:v>
                </c:pt>
                <c:pt idx="46810">
                  <c:v>0.54178240740293404</c:v>
                </c:pt>
                <c:pt idx="46811">
                  <c:v>0.54179398147971369</c:v>
                </c:pt>
                <c:pt idx="46812">
                  <c:v>0.54180555555649335</c:v>
                </c:pt>
                <c:pt idx="46813">
                  <c:v>0.54181712962599704</c:v>
                </c:pt>
                <c:pt idx="46814">
                  <c:v>0.54182870370277669</c:v>
                </c:pt>
                <c:pt idx="46815">
                  <c:v>0.54184027777228039</c:v>
                </c:pt>
                <c:pt idx="46816">
                  <c:v>0.54185185184906004</c:v>
                </c:pt>
                <c:pt idx="46817">
                  <c:v>0.54186342592583969</c:v>
                </c:pt>
                <c:pt idx="46818">
                  <c:v>0.54187499999534339</c:v>
                </c:pt>
                <c:pt idx="46819">
                  <c:v>0.54188657407212304</c:v>
                </c:pt>
                <c:pt idx="46820">
                  <c:v>0.54189814814890269</c:v>
                </c:pt>
                <c:pt idx="46821">
                  <c:v>0.54190972221840639</c:v>
                </c:pt>
                <c:pt idx="46822">
                  <c:v>0.54192129629518604</c:v>
                </c:pt>
                <c:pt idx="46823">
                  <c:v>0.54193287036468973</c:v>
                </c:pt>
                <c:pt idx="46824">
                  <c:v>0.54194444444146939</c:v>
                </c:pt>
                <c:pt idx="46825">
                  <c:v>0.54195601851824904</c:v>
                </c:pt>
                <c:pt idx="46826">
                  <c:v>0.54196759258775273</c:v>
                </c:pt>
                <c:pt idx="46827">
                  <c:v>0.54197916666453239</c:v>
                </c:pt>
                <c:pt idx="46828">
                  <c:v>0.54199074074131204</c:v>
                </c:pt>
                <c:pt idx="46829">
                  <c:v>0.54200231481081573</c:v>
                </c:pt>
                <c:pt idx="46830">
                  <c:v>0.54201388888759539</c:v>
                </c:pt>
                <c:pt idx="46831">
                  <c:v>0.54202546295709908</c:v>
                </c:pt>
                <c:pt idx="46832">
                  <c:v>0.54203703703387873</c:v>
                </c:pt>
                <c:pt idx="46833">
                  <c:v>0.54204861111065838</c:v>
                </c:pt>
                <c:pt idx="46834">
                  <c:v>0.54206018518016208</c:v>
                </c:pt>
                <c:pt idx="46835">
                  <c:v>0.54207175925694173</c:v>
                </c:pt>
                <c:pt idx="46836">
                  <c:v>0.54208333333372138</c:v>
                </c:pt>
                <c:pt idx="46837">
                  <c:v>0.54209490740322508</c:v>
                </c:pt>
                <c:pt idx="46838">
                  <c:v>0.54210648148000473</c:v>
                </c:pt>
                <c:pt idx="46839">
                  <c:v>0.54211805555678438</c:v>
                </c:pt>
                <c:pt idx="46840">
                  <c:v>0.54212962962628808</c:v>
                </c:pt>
                <c:pt idx="46841">
                  <c:v>0.54214120370306773</c:v>
                </c:pt>
                <c:pt idx="46842">
                  <c:v>0.54215277777257143</c:v>
                </c:pt>
                <c:pt idx="46843">
                  <c:v>0.54216435184935108</c:v>
                </c:pt>
                <c:pt idx="46844">
                  <c:v>0.54217592592613073</c:v>
                </c:pt>
                <c:pt idx="46845">
                  <c:v>0.54218749999563443</c:v>
                </c:pt>
                <c:pt idx="46846">
                  <c:v>0.54219907407241408</c:v>
                </c:pt>
                <c:pt idx="46847">
                  <c:v>0.54221064814919373</c:v>
                </c:pt>
                <c:pt idx="46848">
                  <c:v>0.54222222221869742</c:v>
                </c:pt>
                <c:pt idx="46849">
                  <c:v>0.54223379629547708</c:v>
                </c:pt>
                <c:pt idx="46850">
                  <c:v>0.54224537036498077</c:v>
                </c:pt>
                <c:pt idx="46851">
                  <c:v>0.54225694444176042</c:v>
                </c:pt>
                <c:pt idx="46852">
                  <c:v>0.54226851851854008</c:v>
                </c:pt>
                <c:pt idx="46853">
                  <c:v>0.54228009258804377</c:v>
                </c:pt>
                <c:pt idx="46854">
                  <c:v>0.54229166666482342</c:v>
                </c:pt>
                <c:pt idx="46855">
                  <c:v>0.54230324074160308</c:v>
                </c:pt>
                <c:pt idx="46856">
                  <c:v>0.54231481481110677</c:v>
                </c:pt>
                <c:pt idx="46857">
                  <c:v>0.54232638888788642</c:v>
                </c:pt>
                <c:pt idx="46858">
                  <c:v>0.54233796295739012</c:v>
                </c:pt>
                <c:pt idx="46859">
                  <c:v>0.54234953703416977</c:v>
                </c:pt>
                <c:pt idx="46860">
                  <c:v>0.54236111111094942</c:v>
                </c:pt>
                <c:pt idx="46861">
                  <c:v>0.54237268518045312</c:v>
                </c:pt>
                <c:pt idx="46862">
                  <c:v>0.54238425925723277</c:v>
                </c:pt>
                <c:pt idx="46863">
                  <c:v>0.54239583333401242</c:v>
                </c:pt>
                <c:pt idx="46864">
                  <c:v>0.54240740740351612</c:v>
                </c:pt>
                <c:pt idx="46865">
                  <c:v>0.54241898148029577</c:v>
                </c:pt>
                <c:pt idx="46866">
                  <c:v>0.54243055554979946</c:v>
                </c:pt>
                <c:pt idx="46867">
                  <c:v>0.54244212962657912</c:v>
                </c:pt>
                <c:pt idx="46868">
                  <c:v>0.54245370370335877</c:v>
                </c:pt>
                <c:pt idx="46869">
                  <c:v>0.54246527777286246</c:v>
                </c:pt>
                <c:pt idx="46870">
                  <c:v>0.54247685184964212</c:v>
                </c:pt>
                <c:pt idx="46871">
                  <c:v>0.54248842592642177</c:v>
                </c:pt>
                <c:pt idx="46872">
                  <c:v>0.54249999999592546</c:v>
                </c:pt>
                <c:pt idx="46873">
                  <c:v>0.54251157407270512</c:v>
                </c:pt>
                <c:pt idx="46874">
                  <c:v>0.54252314814948477</c:v>
                </c:pt>
                <c:pt idx="46875">
                  <c:v>0.54253472221898846</c:v>
                </c:pt>
                <c:pt idx="46876">
                  <c:v>0.54254629629576812</c:v>
                </c:pt>
                <c:pt idx="46877">
                  <c:v>0.54255787036527181</c:v>
                </c:pt>
                <c:pt idx="46878">
                  <c:v>0.54256944444205146</c:v>
                </c:pt>
                <c:pt idx="46879">
                  <c:v>0.54258101851883112</c:v>
                </c:pt>
                <c:pt idx="46880">
                  <c:v>0.54259259258833481</c:v>
                </c:pt>
                <c:pt idx="46881">
                  <c:v>0.54260416666511446</c:v>
                </c:pt>
                <c:pt idx="46882">
                  <c:v>0.54261574074189411</c:v>
                </c:pt>
                <c:pt idx="46883">
                  <c:v>0.54262731481139781</c:v>
                </c:pt>
                <c:pt idx="46884">
                  <c:v>0.54263888888817746</c:v>
                </c:pt>
                <c:pt idx="46885">
                  <c:v>0.54265046295768116</c:v>
                </c:pt>
                <c:pt idx="46886">
                  <c:v>0.54266203703446081</c:v>
                </c:pt>
                <c:pt idx="46887">
                  <c:v>0.54267361111124046</c:v>
                </c:pt>
                <c:pt idx="46888">
                  <c:v>0.54268518518074416</c:v>
                </c:pt>
                <c:pt idx="46889">
                  <c:v>0.54269675925752381</c:v>
                </c:pt>
                <c:pt idx="46890">
                  <c:v>0.54270833333430346</c:v>
                </c:pt>
                <c:pt idx="46891">
                  <c:v>0.54271990740380716</c:v>
                </c:pt>
                <c:pt idx="46892">
                  <c:v>0.54273148148058681</c:v>
                </c:pt>
                <c:pt idx="46893">
                  <c:v>0.5427430555500905</c:v>
                </c:pt>
                <c:pt idx="46894">
                  <c:v>0.54275462962687016</c:v>
                </c:pt>
                <c:pt idx="46895">
                  <c:v>0.54276620370364981</c:v>
                </c:pt>
                <c:pt idx="46896">
                  <c:v>0.5427777777731535</c:v>
                </c:pt>
                <c:pt idx="46897">
                  <c:v>0.54278935184993315</c:v>
                </c:pt>
                <c:pt idx="46898">
                  <c:v>0.54280092592671281</c:v>
                </c:pt>
                <c:pt idx="46899">
                  <c:v>0.5428124999962165</c:v>
                </c:pt>
                <c:pt idx="46900">
                  <c:v>0.54282407407299615</c:v>
                </c:pt>
                <c:pt idx="46901">
                  <c:v>0.54283564814249985</c:v>
                </c:pt>
                <c:pt idx="46902">
                  <c:v>0.5428472222192795</c:v>
                </c:pt>
                <c:pt idx="46903">
                  <c:v>0.54285879629605915</c:v>
                </c:pt>
                <c:pt idx="46904">
                  <c:v>0.54287037036556285</c:v>
                </c:pt>
                <c:pt idx="46905">
                  <c:v>0.5428819444423425</c:v>
                </c:pt>
                <c:pt idx="46906">
                  <c:v>0.54289351851912215</c:v>
                </c:pt>
                <c:pt idx="46907">
                  <c:v>0.54290509258862585</c:v>
                </c:pt>
                <c:pt idx="46908">
                  <c:v>0.5429166666654055</c:v>
                </c:pt>
                <c:pt idx="46909">
                  <c:v>0.5429282407349092</c:v>
                </c:pt>
                <c:pt idx="46910">
                  <c:v>0.54293981481168885</c:v>
                </c:pt>
                <c:pt idx="46911">
                  <c:v>0.5429513888884685</c:v>
                </c:pt>
                <c:pt idx="46912">
                  <c:v>0.54296296295797219</c:v>
                </c:pt>
                <c:pt idx="46913">
                  <c:v>0.54297453703475185</c:v>
                </c:pt>
                <c:pt idx="46914">
                  <c:v>0.5429861111115315</c:v>
                </c:pt>
                <c:pt idx="46915">
                  <c:v>0.54299768518103519</c:v>
                </c:pt>
                <c:pt idx="46916">
                  <c:v>0.54300925925781485</c:v>
                </c:pt>
                <c:pt idx="46917">
                  <c:v>0.5430208333345945</c:v>
                </c:pt>
                <c:pt idx="46918">
                  <c:v>0.54303240740409819</c:v>
                </c:pt>
                <c:pt idx="46919">
                  <c:v>0.54304398148087785</c:v>
                </c:pt>
                <c:pt idx="46920">
                  <c:v>0.54305555555038154</c:v>
                </c:pt>
                <c:pt idx="46921">
                  <c:v>0.54306712962716119</c:v>
                </c:pt>
                <c:pt idx="46922">
                  <c:v>0.54307870370394085</c:v>
                </c:pt>
                <c:pt idx="46923">
                  <c:v>0.54309027777344454</c:v>
                </c:pt>
                <c:pt idx="46924">
                  <c:v>0.54310185185022419</c:v>
                </c:pt>
                <c:pt idx="46925">
                  <c:v>0.54311342592700385</c:v>
                </c:pt>
                <c:pt idx="46926">
                  <c:v>0.54312499999650754</c:v>
                </c:pt>
                <c:pt idx="46927">
                  <c:v>0.54313657407328719</c:v>
                </c:pt>
                <c:pt idx="46928">
                  <c:v>0.54314814814279089</c:v>
                </c:pt>
                <c:pt idx="46929">
                  <c:v>0.54315972221957054</c:v>
                </c:pt>
                <c:pt idx="46930">
                  <c:v>0.54317129629635019</c:v>
                </c:pt>
                <c:pt idx="46931">
                  <c:v>0.54318287036585389</c:v>
                </c:pt>
                <c:pt idx="46932">
                  <c:v>0.54319444444263354</c:v>
                </c:pt>
                <c:pt idx="46933">
                  <c:v>0.54320601851941319</c:v>
                </c:pt>
                <c:pt idx="46934">
                  <c:v>0.54321759258891689</c:v>
                </c:pt>
                <c:pt idx="46935">
                  <c:v>0.54322916666569654</c:v>
                </c:pt>
                <c:pt idx="46936">
                  <c:v>0.54324074073520023</c:v>
                </c:pt>
                <c:pt idx="46937">
                  <c:v>0.54325231481197989</c:v>
                </c:pt>
                <c:pt idx="46938">
                  <c:v>0.54326388888875954</c:v>
                </c:pt>
                <c:pt idx="46939">
                  <c:v>0.54327546295826323</c:v>
                </c:pt>
                <c:pt idx="46940">
                  <c:v>0.54328703703504289</c:v>
                </c:pt>
                <c:pt idx="46941">
                  <c:v>0.54329861111182254</c:v>
                </c:pt>
                <c:pt idx="46942">
                  <c:v>0.54331018518132623</c:v>
                </c:pt>
                <c:pt idx="46943">
                  <c:v>0.54332175925810589</c:v>
                </c:pt>
                <c:pt idx="46944">
                  <c:v>0.54333333332760958</c:v>
                </c:pt>
                <c:pt idx="46945">
                  <c:v>0.54334490740438923</c:v>
                </c:pt>
                <c:pt idx="46946">
                  <c:v>0.54335648148116888</c:v>
                </c:pt>
                <c:pt idx="46947">
                  <c:v>0.54336805555067258</c:v>
                </c:pt>
                <c:pt idx="46948">
                  <c:v>0.54337962962745223</c:v>
                </c:pt>
                <c:pt idx="46949">
                  <c:v>0.54339120370423188</c:v>
                </c:pt>
                <c:pt idx="46950">
                  <c:v>0.54340277777373558</c:v>
                </c:pt>
                <c:pt idx="46951">
                  <c:v>0.54341435185051523</c:v>
                </c:pt>
                <c:pt idx="46952">
                  <c:v>0.54342592592001893</c:v>
                </c:pt>
                <c:pt idx="46953">
                  <c:v>0.54343749999679858</c:v>
                </c:pt>
                <c:pt idx="46954">
                  <c:v>0.54344907407357823</c:v>
                </c:pt>
                <c:pt idx="46955">
                  <c:v>0.54346064814308193</c:v>
                </c:pt>
                <c:pt idx="46956">
                  <c:v>0.54347222221986158</c:v>
                </c:pt>
                <c:pt idx="46957">
                  <c:v>0.54348379629664123</c:v>
                </c:pt>
                <c:pt idx="46958">
                  <c:v>0.54349537036614493</c:v>
                </c:pt>
                <c:pt idx="46959">
                  <c:v>0.54350694444292458</c:v>
                </c:pt>
                <c:pt idx="46960">
                  <c:v>0.54351851851970423</c:v>
                </c:pt>
                <c:pt idx="46961">
                  <c:v>0.54353009258920792</c:v>
                </c:pt>
                <c:pt idx="46962">
                  <c:v>0.54354166666598758</c:v>
                </c:pt>
                <c:pt idx="46963">
                  <c:v>0.54355324073549127</c:v>
                </c:pt>
                <c:pt idx="46964">
                  <c:v>0.54356481481227092</c:v>
                </c:pt>
                <c:pt idx="46965">
                  <c:v>0.54357638888905058</c:v>
                </c:pt>
                <c:pt idx="46966">
                  <c:v>0.54358796295855427</c:v>
                </c:pt>
                <c:pt idx="46967">
                  <c:v>0.54359953703533392</c:v>
                </c:pt>
                <c:pt idx="46968">
                  <c:v>0.54361111111211358</c:v>
                </c:pt>
                <c:pt idx="46969">
                  <c:v>0.54362268518161727</c:v>
                </c:pt>
                <c:pt idx="46970">
                  <c:v>0.54363425925839692</c:v>
                </c:pt>
                <c:pt idx="46971">
                  <c:v>0.54364583332790062</c:v>
                </c:pt>
                <c:pt idx="46972">
                  <c:v>0.54365740740468027</c:v>
                </c:pt>
                <c:pt idx="46973">
                  <c:v>0.54366898148145992</c:v>
                </c:pt>
                <c:pt idx="46974">
                  <c:v>0.54368055555096362</c:v>
                </c:pt>
                <c:pt idx="46975">
                  <c:v>0.54369212962774327</c:v>
                </c:pt>
                <c:pt idx="46976">
                  <c:v>0.54370370370452292</c:v>
                </c:pt>
                <c:pt idx="46977">
                  <c:v>0.54371527777402662</c:v>
                </c:pt>
                <c:pt idx="46978">
                  <c:v>0.54372685185080627</c:v>
                </c:pt>
                <c:pt idx="46979">
                  <c:v>0.54373842592030996</c:v>
                </c:pt>
                <c:pt idx="46980">
                  <c:v>0.54374999999708962</c:v>
                </c:pt>
                <c:pt idx="46981">
                  <c:v>0.54376157407386927</c:v>
                </c:pt>
                <c:pt idx="46982">
                  <c:v>0.54377314814337296</c:v>
                </c:pt>
                <c:pt idx="46983">
                  <c:v>0.54378472222015262</c:v>
                </c:pt>
                <c:pt idx="46984">
                  <c:v>0.54379629629693227</c:v>
                </c:pt>
                <c:pt idx="46985">
                  <c:v>0.54380787036643596</c:v>
                </c:pt>
                <c:pt idx="46986">
                  <c:v>0.54381944444321562</c:v>
                </c:pt>
                <c:pt idx="46987">
                  <c:v>0.54383101851271931</c:v>
                </c:pt>
                <c:pt idx="46988">
                  <c:v>0.54384259258949896</c:v>
                </c:pt>
                <c:pt idx="46989">
                  <c:v>0.54385416666627862</c:v>
                </c:pt>
                <c:pt idx="46990">
                  <c:v>0.54386574073578231</c:v>
                </c:pt>
                <c:pt idx="46991">
                  <c:v>0.54387731481256196</c:v>
                </c:pt>
                <c:pt idx="46992">
                  <c:v>0.54388888888934162</c:v>
                </c:pt>
                <c:pt idx="46993">
                  <c:v>0.54390046295884531</c:v>
                </c:pt>
                <c:pt idx="46994">
                  <c:v>0.54391203703562496</c:v>
                </c:pt>
                <c:pt idx="46995">
                  <c:v>0.54392361111240461</c:v>
                </c:pt>
                <c:pt idx="46996">
                  <c:v>0.54393518518190831</c:v>
                </c:pt>
                <c:pt idx="46997">
                  <c:v>0.54394675925868796</c:v>
                </c:pt>
                <c:pt idx="46998">
                  <c:v>0.54395833332819166</c:v>
                </c:pt>
                <c:pt idx="46999">
                  <c:v>0.54396990740497131</c:v>
                </c:pt>
                <c:pt idx="47000">
                  <c:v>0.54398148148175096</c:v>
                </c:pt>
                <c:pt idx="47001">
                  <c:v>0.54399305555125466</c:v>
                </c:pt>
                <c:pt idx="47002">
                  <c:v>0.54400462962803431</c:v>
                </c:pt>
                <c:pt idx="47003">
                  <c:v>0.54401620370481396</c:v>
                </c:pt>
                <c:pt idx="47004">
                  <c:v>0.54402777777431766</c:v>
                </c:pt>
                <c:pt idx="47005">
                  <c:v>0.54403935185109731</c:v>
                </c:pt>
                <c:pt idx="47006">
                  <c:v>0.544050925920601</c:v>
                </c:pt>
                <c:pt idx="47007">
                  <c:v>0.54406249999738066</c:v>
                </c:pt>
                <c:pt idx="47008">
                  <c:v>0.54407407407416031</c:v>
                </c:pt>
                <c:pt idx="47009">
                  <c:v>0.544085648143664</c:v>
                </c:pt>
                <c:pt idx="47010">
                  <c:v>0.54409722222044365</c:v>
                </c:pt>
                <c:pt idx="47011">
                  <c:v>0.54410879629722331</c:v>
                </c:pt>
                <c:pt idx="47012">
                  <c:v>0.544120370366727</c:v>
                </c:pt>
                <c:pt idx="47013">
                  <c:v>0.54413194444350665</c:v>
                </c:pt>
                <c:pt idx="47014">
                  <c:v>0.54414351851301035</c:v>
                </c:pt>
                <c:pt idx="47015">
                  <c:v>0.54415509258979</c:v>
                </c:pt>
                <c:pt idx="47016">
                  <c:v>0.54416666666656965</c:v>
                </c:pt>
                <c:pt idx="47017">
                  <c:v>0.54417824073607335</c:v>
                </c:pt>
                <c:pt idx="47018">
                  <c:v>0.544189814812853</c:v>
                </c:pt>
                <c:pt idx="47019">
                  <c:v>0.54420138888963265</c:v>
                </c:pt>
                <c:pt idx="47020">
                  <c:v>0.54421296295913635</c:v>
                </c:pt>
                <c:pt idx="47021">
                  <c:v>0.544224537035916</c:v>
                </c:pt>
                <c:pt idx="47022">
                  <c:v>0.5442361111054197</c:v>
                </c:pt>
                <c:pt idx="47023">
                  <c:v>0.54424768518219935</c:v>
                </c:pt>
                <c:pt idx="47024">
                  <c:v>0.544259259258979</c:v>
                </c:pt>
                <c:pt idx="47025">
                  <c:v>0.54427083332848269</c:v>
                </c:pt>
                <c:pt idx="47026">
                  <c:v>0.54428240740526235</c:v>
                </c:pt>
                <c:pt idx="47027">
                  <c:v>0.544293981482042</c:v>
                </c:pt>
                <c:pt idx="47028">
                  <c:v>0.54430555555154569</c:v>
                </c:pt>
                <c:pt idx="47029">
                  <c:v>0.54431712962832535</c:v>
                </c:pt>
                <c:pt idx="47030">
                  <c:v>0.54432870369782904</c:v>
                </c:pt>
                <c:pt idx="47031">
                  <c:v>0.54434027777460869</c:v>
                </c:pt>
                <c:pt idx="47032">
                  <c:v>0.54435185185138835</c:v>
                </c:pt>
                <c:pt idx="47033">
                  <c:v>0.54436342592089204</c:v>
                </c:pt>
                <c:pt idx="47034">
                  <c:v>0.54437499999767169</c:v>
                </c:pt>
                <c:pt idx="47035">
                  <c:v>0.54438657407445135</c:v>
                </c:pt>
                <c:pt idx="47036">
                  <c:v>0.54439814814395504</c:v>
                </c:pt>
                <c:pt idx="47037">
                  <c:v>0.54440972222073469</c:v>
                </c:pt>
                <c:pt idx="47038">
                  <c:v>0.54442129629751435</c:v>
                </c:pt>
                <c:pt idx="47039">
                  <c:v>0.54443287036701804</c:v>
                </c:pt>
                <c:pt idx="47040">
                  <c:v>0.54444444444379769</c:v>
                </c:pt>
                <c:pt idx="47041">
                  <c:v>0.54445601851330139</c:v>
                </c:pt>
                <c:pt idx="47042">
                  <c:v>0.54446759259008104</c:v>
                </c:pt>
                <c:pt idx="47043">
                  <c:v>0.54447916666686069</c:v>
                </c:pt>
                <c:pt idx="47044">
                  <c:v>0.54449074073636439</c:v>
                </c:pt>
                <c:pt idx="47045">
                  <c:v>0.54450231481314404</c:v>
                </c:pt>
                <c:pt idx="47046">
                  <c:v>0.54451388888992369</c:v>
                </c:pt>
                <c:pt idx="47047">
                  <c:v>0.54452546295942739</c:v>
                </c:pt>
                <c:pt idx="47048">
                  <c:v>0.54453703703620704</c:v>
                </c:pt>
                <c:pt idx="47049">
                  <c:v>0.54454861110571073</c:v>
                </c:pt>
                <c:pt idx="47050">
                  <c:v>0.54456018518249039</c:v>
                </c:pt>
                <c:pt idx="47051">
                  <c:v>0.54457175925927004</c:v>
                </c:pt>
                <c:pt idx="47052">
                  <c:v>0.54458333332877373</c:v>
                </c:pt>
                <c:pt idx="47053">
                  <c:v>0.54459490740555339</c:v>
                </c:pt>
                <c:pt idx="47054">
                  <c:v>0.54460648148233304</c:v>
                </c:pt>
                <c:pt idx="47055">
                  <c:v>0.54461805555183673</c:v>
                </c:pt>
                <c:pt idx="47056">
                  <c:v>0.54462962962861639</c:v>
                </c:pt>
                <c:pt idx="47057">
                  <c:v>0.54464120369812008</c:v>
                </c:pt>
                <c:pt idx="47058">
                  <c:v>0.54465277777489973</c:v>
                </c:pt>
                <c:pt idx="47059">
                  <c:v>0.54466435185167938</c:v>
                </c:pt>
                <c:pt idx="47060">
                  <c:v>0.54467592592118308</c:v>
                </c:pt>
                <c:pt idx="47061">
                  <c:v>0.54468749999796273</c:v>
                </c:pt>
                <c:pt idx="47062">
                  <c:v>0.54469907407474238</c:v>
                </c:pt>
                <c:pt idx="47063">
                  <c:v>0.54471064814424608</c:v>
                </c:pt>
                <c:pt idx="47064">
                  <c:v>0.54472222222102573</c:v>
                </c:pt>
                <c:pt idx="47065">
                  <c:v>0.54473379629052943</c:v>
                </c:pt>
                <c:pt idx="47066">
                  <c:v>0.54474537036730908</c:v>
                </c:pt>
                <c:pt idx="47067">
                  <c:v>0.54475694444408873</c:v>
                </c:pt>
                <c:pt idx="47068">
                  <c:v>0.54476851851359243</c:v>
                </c:pt>
                <c:pt idx="47069">
                  <c:v>0.54478009259037208</c:v>
                </c:pt>
                <c:pt idx="47070">
                  <c:v>0.54479166666715173</c:v>
                </c:pt>
                <c:pt idx="47071">
                  <c:v>0.54480324073665543</c:v>
                </c:pt>
                <c:pt idx="47072">
                  <c:v>0.54481481481343508</c:v>
                </c:pt>
                <c:pt idx="47073">
                  <c:v>0.54482638889021473</c:v>
                </c:pt>
                <c:pt idx="47074">
                  <c:v>0.54483796295971842</c:v>
                </c:pt>
                <c:pt idx="47075">
                  <c:v>0.54484953703649808</c:v>
                </c:pt>
                <c:pt idx="47076">
                  <c:v>0.54486111110600177</c:v>
                </c:pt>
                <c:pt idx="47077">
                  <c:v>0.54487268518278142</c:v>
                </c:pt>
                <c:pt idx="47078">
                  <c:v>0.54488425925956108</c:v>
                </c:pt>
                <c:pt idx="47079">
                  <c:v>0.54489583332906477</c:v>
                </c:pt>
                <c:pt idx="47080">
                  <c:v>0.54490740740584442</c:v>
                </c:pt>
                <c:pt idx="47081">
                  <c:v>0.54491898148262408</c:v>
                </c:pt>
                <c:pt idx="47082">
                  <c:v>0.54493055555212777</c:v>
                </c:pt>
                <c:pt idx="47083">
                  <c:v>0.54494212962890742</c:v>
                </c:pt>
                <c:pt idx="47084">
                  <c:v>0.54495370369841112</c:v>
                </c:pt>
                <c:pt idx="47085">
                  <c:v>0.54496527777519077</c:v>
                </c:pt>
                <c:pt idx="47086">
                  <c:v>0.54497685185197042</c:v>
                </c:pt>
                <c:pt idx="47087">
                  <c:v>0.54498842592147412</c:v>
                </c:pt>
                <c:pt idx="47088">
                  <c:v>0.54499999999825377</c:v>
                </c:pt>
                <c:pt idx="47089">
                  <c:v>0.54501157407503342</c:v>
                </c:pt>
                <c:pt idx="47090">
                  <c:v>0.54502314814453712</c:v>
                </c:pt>
                <c:pt idx="47091">
                  <c:v>0.54503472222131677</c:v>
                </c:pt>
                <c:pt idx="47092">
                  <c:v>0.54504629629082046</c:v>
                </c:pt>
                <c:pt idx="47093">
                  <c:v>0.54505787036760012</c:v>
                </c:pt>
                <c:pt idx="47094">
                  <c:v>0.54506944444437977</c:v>
                </c:pt>
                <c:pt idx="47095">
                  <c:v>0.54508101851388346</c:v>
                </c:pt>
                <c:pt idx="47096">
                  <c:v>0.54509259259066312</c:v>
                </c:pt>
                <c:pt idx="47097">
                  <c:v>0.54510416666744277</c:v>
                </c:pt>
                <c:pt idx="47098">
                  <c:v>0.54511574073694646</c:v>
                </c:pt>
                <c:pt idx="47099">
                  <c:v>0.54512731481372612</c:v>
                </c:pt>
                <c:pt idx="47100">
                  <c:v>0.54513888888322981</c:v>
                </c:pt>
                <c:pt idx="47101">
                  <c:v>0.54515046296000946</c:v>
                </c:pt>
                <c:pt idx="47102">
                  <c:v>0.54516203703678912</c:v>
                </c:pt>
                <c:pt idx="47103">
                  <c:v>0.54517361110629281</c:v>
                </c:pt>
                <c:pt idx="47104">
                  <c:v>0.54518518518307246</c:v>
                </c:pt>
                <c:pt idx="47105">
                  <c:v>0.54519675925985212</c:v>
                </c:pt>
                <c:pt idx="47106">
                  <c:v>0.54520833332935581</c:v>
                </c:pt>
                <c:pt idx="47107">
                  <c:v>0.54521990740613546</c:v>
                </c:pt>
                <c:pt idx="47108">
                  <c:v>0.54523148147563916</c:v>
                </c:pt>
                <c:pt idx="47109">
                  <c:v>0.54524305555241881</c:v>
                </c:pt>
                <c:pt idx="47110">
                  <c:v>0.54525462962919846</c:v>
                </c:pt>
                <c:pt idx="47111">
                  <c:v>0.54526620369870216</c:v>
                </c:pt>
                <c:pt idx="47112">
                  <c:v>0.54527777777548181</c:v>
                </c:pt>
                <c:pt idx="47113">
                  <c:v>0.54528935185226146</c:v>
                </c:pt>
                <c:pt idx="47114">
                  <c:v>0.54530092592176516</c:v>
                </c:pt>
                <c:pt idx="47115">
                  <c:v>0.54531249999854481</c:v>
                </c:pt>
                <c:pt idx="47116">
                  <c:v>0.54532407407532446</c:v>
                </c:pt>
                <c:pt idx="47117">
                  <c:v>0.54533564814482816</c:v>
                </c:pt>
                <c:pt idx="47118">
                  <c:v>0.54534722222160781</c:v>
                </c:pt>
                <c:pt idx="47119">
                  <c:v>0.5453587962911115</c:v>
                </c:pt>
                <c:pt idx="47120">
                  <c:v>0.54537037036789116</c:v>
                </c:pt>
                <c:pt idx="47121">
                  <c:v>0.54538194444467081</c:v>
                </c:pt>
                <c:pt idx="47122">
                  <c:v>0.5453935185141745</c:v>
                </c:pt>
                <c:pt idx="47123">
                  <c:v>0.54540509259095415</c:v>
                </c:pt>
                <c:pt idx="47124">
                  <c:v>0.54541666666773381</c:v>
                </c:pt>
                <c:pt idx="47125">
                  <c:v>0.5454282407372375</c:v>
                </c:pt>
                <c:pt idx="47126">
                  <c:v>0.54543981481401715</c:v>
                </c:pt>
                <c:pt idx="47127">
                  <c:v>0.54545138888352085</c:v>
                </c:pt>
                <c:pt idx="47128">
                  <c:v>0.5454629629603005</c:v>
                </c:pt>
                <c:pt idx="47129">
                  <c:v>0.54547453703708015</c:v>
                </c:pt>
                <c:pt idx="47130">
                  <c:v>0.54548611110658385</c:v>
                </c:pt>
                <c:pt idx="47131">
                  <c:v>0.5454976851833635</c:v>
                </c:pt>
                <c:pt idx="47132">
                  <c:v>0.54550925926014315</c:v>
                </c:pt>
                <c:pt idx="47133">
                  <c:v>0.54552083332964685</c:v>
                </c:pt>
                <c:pt idx="47134">
                  <c:v>0.5455324074064265</c:v>
                </c:pt>
                <c:pt idx="47135">
                  <c:v>0.5455439814759302</c:v>
                </c:pt>
                <c:pt idx="47136">
                  <c:v>0.54555555555270985</c:v>
                </c:pt>
                <c:pt idx="47137">
                  <c:v>0.5455671296294895</c:v>
                </c:pt>
                <c:pt idx="47138">
                  <c:v>0.54557870369899319</c:v>
                </c:pt>
                <c:pt idx="47139">
                  <c:v>0.54559027777577285</c:v>
                </c:pt>
                <c:pt idx="47140">
                  <c:v>0.5456018518525525</c:v>
                </c:pt>
                <c:pt idx="47141">
                  <c:v>0.54561342592205619</c:v>
                </c:pt>
                <c:pt idx="47142">
                  <c:v>0.54562499999883585</c:v>
                </c:pt>
                <c:pt idx="47143">
                  <c:v>0.54563657406833954</c:v>
                </c:pt>
                <c:pt idx="47144">
                  <c:v>0.54564814814511919</c:v>
                </c:pt>
                <c:pt idx="47145">
                  <c:v>0.54565972222189885</c:v>
                </c:pt>
                <c:pt idx="47146">
                  <c:v>0.54567129629140254</c:v>
                </c:pt>
                <c:pt idx="47147">
                  <c:v>0.54568287036818219</c:v>
                </c:pt>
                <c:pt idx="47148">
                  <c:v>0.54569444444496185</c:v>
                </c:pt>
                <c:pt idx="47149">
                  <c:v>0.54570601851446554</c:v>
                </c:pt>
                <c:pt idx="47150">
                  <c:v>0.54571759259124519</c:v>
                </c:pt>
                <c:pt idx="47151">
                  <c:v>0.54572916666074889</c:v>
                </c:pt>
                <c:pt idx="47152">
                  <c:v>0.54574074073752854</c:v>
                </c:pt>
                <c:pt idx="47153">
                  <c:v>0.54575231481430819</c:v>
                </c:pt>
                <c:pt idx="47154">
                  <c:v>0.54576388888381189</c:v>
                </c:pt>
                <c:pt idx="47155">
                  <c:v>0.54577546296059154</c:v>
                </c:pt>
                <c:pt idx="47156">
                  <c:v>0.54578703703737119</c:v>
                </c:pt>
                <c:pt idx="47157">
                  <c:v>0.54579861110687489</c:v>
                </c:pt>
                <c:pt idx="47158">
                  <c:v>0.54581018518365454</c:v>
                </c:pt>
                <c:pt idx="47159">
                  <c:v>0.54582175926043419</c:v>
                </c:pt>
                <c:pt idx="47160">
                  <c:v>0.54583333332993789</c:v>
                </c:pt>
                <c:pt idx="47161">
                  <c:v>0.54584490740671754</c:v>
                </c:pt>
                <c:pt idx="47162">
                  <c:v>0.54585648147622123</c:v>
                </c:pt>
                <c:pt idx="47163">
                  <c:v>0.54586805555300089</c:v>
                </c:pt>
                <c:pt idx="47164">
                  <c:v>0.54587962962978054</c:v>
                </c:pt>
                <c:pt idx="47165">
                  <c:v>0.54589120369928423</c:v>
                </c:pt>
                <c:pt idx="47166">
                  <c:v>0.54590277777606389</c:v>
                </c:pt>
                <c:pt idx="47167">
                  <c:v>0.54591435185284354</c:v>
                </c:pt>
                <c:pt idx="47168">
                  <c:v>0.54592592592234723</c:v>
                </c:pt>
                <c:pt idx="47169">
                  <c:v>0.54593749999912689</c:v>
                </c:pt>
                <c:pt idx="47170">
                  <c:v>0.54594907406863058</c:v>
                </c:pt>
                <c:pt idx="47171">
                  <c:v>0.54596064814541023</c:v>
                </c:pt>
                <c:pt idx="47172">
                  <c:v>0.54597222222218988</c:v>
                </c:pt>
                <c:pt idx="47173">
                  <c:v>0.54598379629169358</c:v>
                </c:pt>
                <c:pt idx="47174">
                  <c:v>0.54599537036847323</c:v>
                </c:pt>
                <c:pt idx="47175">
                  <c:v>0.54600694444525288</c:v>
                </c:pt>
                <c:pt idx="47176">
                  <c:v>0.54601851851475658</c:v>
                </c:pt>
                <c:pt idx="47177">
                  <c:v>0.54603009259153623</c:v>
                </c:pt>
                <c:pt idx="47178">
                  <c:v>0.54604166666103993</c:v>
                </c:pt>
                <c:pt idx="47179">
                  <c:v>0.54605324073781958</c:v>
                </c:pt>
                <c:pt idx="47180">
                  <c:v>0.54606481481459923</c:v>
                </c:pt>
                <c:pt idx="47181">
                  <c:v>0.54607638888410293</c:v>
                </c:pt>
                <c:pt idx="47182">
                  <c:v>0.54608796296088258</c:v>
                </c:pt>
                <c:pt idx="47183">
                  <c:v>0.54609953703766223</c:v>
                </c:pt>
                <c:pt idx="47184">
                  <c:v>0.54611111110716593</c:v>
                </c:pt>
                <c:pt idx="47185">
                  <c:v>0.54612268518394558</c:v>
                </c:pt>
                <c:pt idx="47186">
                  <c:v>0.54613425925344927</c:v>
                </c:pt>
                <c:pt idx="47187">
                  <c:v>0.54614583333022892</c:v>
                </c:pt>
                <c:pt idx="47188">
                  <c:v>0.54615740740700858</c:v>
                </c:pt>
                <c:pt idx="47189">
                  <c:v>0.54616898147651227</c:v>
                </c:pt>
                <c:pt idx="47190">
                  <c:v>0.54618055555329192</c:v>
                </c:pt>
                <c:pt idx="47191">
                  <c:v>0.54619212963007158</c:v>
                </c:pt>
                <c:pt idx="47192">
                  <c:v>0.54620370369957527</c:v>
                </c:pt>
                <c:pt idx="47193">
                  <c:v>0.54621527777635492</c:v>
                </c:pt>
                <c:pt idx="47194">
                  <c:v>0.54622685185313458</c:v>
                </c:pt>
                <c:pt idx="47195">
                  <c:v>0.54623842592263827</c:v>
                </c:pt>
                <c:pt idx="47196">
                  <c:v>0.54624999999941792</c:v>
                </c:pt>
                <c:pt idx="47197">
                  <c:v>0.54626157406892162</c:v>
                </c:pt>
                <c:pt idx="47198">
                  <c:v>0.54627314814570127</c:v>
                </c:pt>
                <c:pt idx="47199">
                  <c:v>0.54628472222248092</c:v>
                </c:pt>
                <c:pt idx="47200">
                  <c:v>0.54629629629198462</c:v>
                </c:pt>
                <c:pt idx="47201">
                  <c:v>0.54630787036876427</c:v>
                </c:pt>
                <c:pt idx="47202">
                  <c:v>0.54631944444554392</c:v>
                </c:pt>
                <c:pt idx="47203">
                  <c:v>0.54633101851504762</c:v>
                </c:pt>
                <c:pt idx="47204">
                  <c:v>0.54634259259182727</c:v>
                </c:pt>
                <c:pt idx="47205">
                  <c:v>0.54635416666133096</c:v>
                </c:pt>
                <c:pt idx="47206">
                  <c:v>0.54636574073811062</c:v>
                </c:pt>
                <c:pt idx="47207">
                  <c:v>0.54637731481489027</c:v>
                </c:pt>
                <c:pt idx="47208">
                  <c:v>0.54638888888439396</c:v>
                </c:pt>
                <c:pt idx="47209">
                  <c:v>0.54640046296117362</c:v>
                </c:pt>
                <c:pt idx="47210">
                  <c:v>0.54641203703795327</c:v>
                </c:pt>
                <c:pt idx="47211">
                  <c:v>0.54642361110745696</c:v>
                </c:pt>
                <c:pt idx="47212">
                  <c:v>0.54643518518423662</c:v>
                </c:pt>
                <c:pt idx="47213">
                  <c:v>0.54644675925374031</c:v>
                </c:pt>
                <c:pt idx="47214">
                  <c:v>0.54645833333051996</c:v>
                </c:pt>
                <c:pt idx="47215">
                  <c:v>0.54646990740729962</c:v>
                </c:pt>
                <c:pt idx="47216">
                  <c:v>0.54648148147680331</c:v>
                </c:pt>
                <c:pt idx="47217">
                  <c:v>0.54649305555358296</c:v>
                </c:pt>
                <c:pt idx="47218">
                  <c:v>0.54650462963036261</c:v>
                </c:pt>
                <c:pt idx="47219">
                  <c:v>0.54651620369986631</c:v>
                </c:pt>
                <c:pt idx="47220">
                  <c:v>0.54652777777664596</c:v>
                </c:pt>
                <c:pt idx="47221">
                  <c:v>0.54653935184614966</c:v>
                </c:pt>
                <c:pt idx="47222">
                  <c:v>0.54655092592292931</c:v>
                </c:pt>
                <c:pt idx="47223">
                  <c:v>0.54656249999970896</c:v>
                </c:pt>
                <c:pt idx="47224">
                  <c:v>0.54657407406921266</c:v>
                </c:pt>
                <c:pt idx="47225">
                  <c:v>0.54658564814599231</c:v>
                </c:pt>
                <c:pt idx="47226">
                  <c:v>0.54659722222277196</c:v>
                </c:pt>
                <c:pt idx="47227">
                  <c:v>0.54660879629227566</c:v>
                </c:pt>
                <c:pt idx="47228">
                  <c:v>0.54662037036905531</c:v>
                </c:pt>
                <c:pt idx="47229">
                  <c:v>0.546631944438559</c:v>
                </c:pt>
                <c:pt idx="47230">
                  <c:v>0.54664351851533866</c:v>
                </c:pt>
                <c:pt idx="47231">
                  <c:v>0.54665509259211831</c:v>
                </c:pt>
                <c:pt idx="47232">
                  <c:v>0.546666666661622</c:v>
                </c:pt>
                <c:pt idx="47233">
                  <c:v>0.54667824073840166</c:v>
                </c:pt>
                <c:pt idx="47234">
                  <c:v>0.54668981481518131</c:v>
                </c:pt>
                <c:pt idx="47235">
                  <c:v>0.546701388884685</c:v>
                </c:pt>
                <c:pt idx="47236">
                  <c:v>0.54671296296146465</c:v>
                </c:pt>
                <c:pt idx="47237">
                  <c:v>0.54672453703824431</c:v>
                </c:pt>
                <c:pt idx="47238">
                  <c:v>0.546736111107748</c:v>
                </c:pt>
                <c:pt idx="47239">
                  <c:v>0.54674768518452765</c:v>
                </c:pt>
                <c:pt idx="47240">
                  <c:v>0.54675925925403135</c:v>
                </c:pt>
                <c:pt idx="47241">
                  <c:v>0.546770833330811</c:v>
                </c:pt>
                <c:pt idx="47242">
                  <c:v>0.54678240740759065</c:v>
                </c:pt>
                <c:pt idx="47243">
                  <c:v>0.54679398147709435</c:v>
                </c:pt>
                <c:pt idx="47244">
                  <c:v>0.546805555553874</c:v>
                </c:pt>
                <c:pt idx="47245">
                  <c:v>0.54681712963065365</c:v>
                </c:pt>
                <c:pt idx="47246">
                  <c:v>0.54682870370015735</c:v>
                </c:pt>
                <c:pt idx="47247">
                  <c:v>0.546840277776937</c:v>
                </c:pt>
                <c:pt idx="47248">
                  <c:v>0.5468518518464407</c:v>
                </c:pt>
                <c:pt idx="47249">
                  <c:v>0.54686342592322035</c:v>
                </c:pt>
                <c:pt idx="47250">
                  <c:v>0.546875</c:v>
                </c:pt>
                <c:pt idx="47251">
                  <c:v>0.54688657406950369</c:v>
                </c:pt>
                <c:pt idx="47252">
                  <c:v>0.54689814814628335</c:v>
                </c:pt>
                <c:pt idx="47253">
                  <c:v>0.546909722223063</c:v>
                </c:pt>
                <c:pt idx="47254">
                  <c:v>0.54692129629256669</c:v>
                </c:pt>
                <c:pt idx="47255">
                  <c:v>0.54693287036934635</c:v>
                </c:pt>
                <c:pt idx="47256">
                  <c:v>0.54694444443885004</c:v>
                </c:pt>
                <c:pt idx="47257">
                  <c:v>0.54695601851562969</c:v>
                </c:pt>
                <c:pt idx="47258">
                  <c:v>0.54696759259240935</c:v>
                </c:pt>
                <c:pt idx="47259">
                  <c:v>0.54697916666191304</c:v>
                </c:pt>
                <c:pt idx="47260">
                  <c:v>0.54699074073869269</c:v>
                </c:pt>
                <c:pt idx="47261">
                  <c:v>0.54700231481547235</c:v>
                </c:pt>
                <c:pt idx="47262">
                  <c:v>0.54701388888497604</c:v>
                </c:pt>
                <c:pt idx="47263">
                  <c:v>0.54702546296175569</c:v>
                </c:pt>
                <c:pt idx="47264">
                  <c:v>0.54703703703125939</c:v>
                </c:pt>
                <c:pt idx="47265">
                  <c:v>0.54704861110803904</c:v>
                </c:pt>
                <c:pt idx="47266">
                  <c:v>0.54706018518481869</c:v>
                </c:pt>
                <c:pt idx="47267">
                  <c:v>0.54707175925432239</c:v>
                </c:pt>
                <c:pt idx="47268">
                  <c:v>0.54708333333110204</c:v>
                </c:pt>
                <c:pt idx="47269">
                  <c:v>0.54709490740788169</c:v>
                </c:pt>
                <c:pt idx="47270">
                  <c:v>0.54710648147738539</c:v>
                </c:pt>
                <c:pt idx="47271">
                  <c:v>0.54711805555416504</c:v>
                </c:pt>
                <c:pt idx="47272">
                  <c:v>0.54712962963094469</c:v>
                </c:pt>
                <c:pt idx="47273">
                  <c:v>0.54714120370044839</c:v>
                </c:pt>
                <c:pt idx="47274">
                  <c:v>0.54715277777722804</c:v>
                </c:pt>
                <c:pt idx="47275">
                  <c:v>0.54716435184673173</c:v>
                </c:pt>
                <c:pt idx="47276">
                  <c:v>0.54717592592351139</c:v>
                </c:pt>
                <c:pt idx="47277">
                  <c:v>0.54718750000029104</c:v>
                </c:pt>
                <c:pt idx="47278">
                  <c:v>0.54719907406979473</c:v>
                </c:pt>
                <c:pt idx="47279">
                  <c:v>0.54721064814657439</c:v>
                </c:pt>
                <c:pt idx="47280">
                  <c:v>0.54722222222335404</c:v>
                </c:pt>
                <c:pt idx="47281">
                  <c:v>0.54723379629285773</c:v>
                </c:pt>
                <c:pt idx="47282">
                  <c:v>0.54724537036963739</c:v>
                </c:pt>
                <c:pt idx="47283">
                  <c:v>0.54725694443914108</c:v>
                </c:pt>
                <c:pt idx="47284">
                  <c:v>0.54726851851592073</c:v>
                </c:pt>
                <c:pt idx="47285">
                  <c:v>0.54728009259270038</c:v>
                </c:pt>
                <c:pt idx="47286">
                  <c:v>0.54729166666220408</c:v>
                </c:pt>
                <c:pt idx="47287">
                  <c:v>0.54730324073898373</c:v>
                </c:pt>
                <c:pt idx="47288">
                  <c:v>0.54731481481576338</c:v>
                </c:pt>
                <c:pt idx="47289">
                  <c:v>0.54732638888526708</c:v>
                </c:pt>
                <c:pt idx="47290">
                  <c:v>0.54733796296204673</c:v>
                </c:pt>
                <c:pt idx="47291">
                  <c:v>0.54734953703155043</c:v>
                </c:pt>
                <c:pt idx="47292">
                  <c:v>0.54736111110833008</c:v>
                </c:pt>
                <c:pt idx="47293">
                  <c:v>0.54737268518510973</c:v>
                </c:pt>
                <c:pt idx="47294">
                  <c:v>0.54738425925461343</c:v>
                </c:pt>
                <c:pt idx="47295">
                  <c:v>0.54739583333139308</c:v>
                </c:pt>
                <c:pt idx="47296">
                  <c:v>0.54740740740817273</c:v>
                </c:pt>
                <c:pt idx="47297">
                  <c:v>0.54741898147767643</c:v>
                </c:pt>
                <c:pt idx="47298">
                  <c:v>0.54743055555445608</c:v>
                </c:pt>
                <c:pt idx="47299">
                  <c:v>0.54744212962395977</c:v>
                </c:pt>
                <c:pt idx="47300">
                  <c:v>0.54745370370073942</c:v>
                </c:pt>
                <c:pt idx="47301">
                  <c:v>0.54746527777751908</c:v>
                </c:pt>
                <c:pt idx="47302">
                  <c:v>0.54747685184702277</c:v>
                </c:pt>
                <c:pt idx="47303">
                  <c:v>0.54748842592380242</c:v>
                </c:pt>
                <c:pt idx="47304">
                  <c:v>0.54750000000058208</c:v>
                </c:pt>
                <c:pt idx="47305">
                  <c:v>0.54751157407008577</c:v>
                </c:pt>
                <c:pt idx="47306">
                  <c:v>0.54752314814686542</c:v>
                </c:pt>
                <c:pt idx="47307">
                  <c:v>0.54753472221636912</c:v>
                </c:pt>
                <c:pt idx="47308">
                  <c:v>0.54754629629314877</c:v>
                </c:pt>
                <c:pt idx="47309">
                  <c:v>0.54755787036992842</c:v>
                </c:pt>
                <c:pt idx="47310">
                  <c:v>0.54756944443943212</c:v>
                </c:pt>
                <c:pt idx="47311">
                  <c:v>0.54758101851621177</c:v>
                </c:pt>
                <c:pt idx="47312">
                  <c:v>0.54759259259299142</c:v>
                </c:pt>
                <c:pt idx="47313">
                  <c:v>0.54760416666249512</c:v>
                </c:pt>
                <c:pt idx="47314">
                  <c:v>0.54761574073927477</c:v>
                </c:pt>
                <c:pt idx="47315">
                  <c:v>0.54762731481605442</c:v>
                </c:pt>
                <c:pt idx="47316">
                  <c:v>0.54763888888555812</c:v>
                </c:pt>
                <c:pt idx="47317">
                  <c:v>0.54765046296233777</c:v>
                </c:pt>
                <c:pt idx="47318">
                  <c:v>0.54766203703184146</c:v>
                </c:pt>
                <c:pt idx="47319">
                  <c:v>0.54767361110862112</c:v>
                </c:pt>
                <c:pt idx="47320">
                  <c:v>0.54768518518540077</c:v>
                </c:pt>
                <c:pt idx="47321">
                  <c:v>0.54769675925490446</c:v>
                </c:pt>
                <c:pt idx="47322">
                  <c:v>0.54770833333168412</c:v>
                </c:pt>
                <c:pt idx="47323">
                  <c:v>0.54771990740846377</c:v>
                </c:pt>
                <c:pt idx="47324">
                  <c:v>0.54773148147796746</c:v>
                </c:pt>
                <c:pt idx="47325">
                  <c:v>0.54774305555474712</c:v>
                </c:pt>
                <c:pt idx="47326">
                  <c:v>0.54775462962425081</c:v>
                </c:pt>
                <c:pt idx="47327">
                  <c:v>0.54776620370103046</c:v>
                </c:pt>
                <c:pt idx="47328">
                  <c:v>0.54777777777781012</c:v>
                </c:pt>
                <c:pt idx="47329">
                  <c:v>0.54778935184731381</c:v>
                </c:pt>
                <c:pt idx="47330">
                  <c:v>0.54780092592409346</c:v>
                </c:pt>
                <c:pt idx="47331">
                  <c:v>0.54781250000087311</c:v>
                </c:pt>
                <c:pt idx="47332">
                  <c:v>0.54782407407037681</c:v>
                </c:pt>
                <c:pt idx="47333">
                  <c:v>0.54783564814715646</c:v>
                </c:pt>
                <c:pt idx="47334">
                  <c:v>0.54784722221666016</c:v>
                </c:pt>
                <c:pt idx="47335">
                  <c:v>0.54785879629343981</c:v>
                </c:pt>
                <c:pt idx="47336">
                  <c:v>0.54787037037021946</c:v>
                </c:pt>
                <c:pt idx="47337">
                  <c:v>0.54788194443972316</c:v>
                </c:pt>
                <c:pt idx="47338">
                  <c:v>0.54789351851650281</c:v>
                </c:pt>
                <c:pt idx="47339">
                  <c:v>0.54790509259328246</c:v>
                </c:pt>
                <c:pt idx="47340">
                  <c:v>0.54791666666278616</c:v>
                </c:pt>
                <c:pt idx="47341">
                  <c:v>0.54792824073956581</c:v>
                </c:pt>
                <c:pt idx="47342">
                  <c:v>0.5479398148090695</c:v>
                </c:pt>
                <c:pt idx="47343">
                  <c:v>0.54795138888584916</c:v>
                </c:pt>
                <c:pt idx="47344">
                  <c:v>0.54796296296262881</c:v>
                </c:pt>
                <c:pt idx="47345">
                  <c:v>0.5479745370321325</c:v>
                </c:pt>
                <c:pt idx="47346">
                  <c:v>0.54798611110891216</c:v>
                </c:pt>
                <c:pt idx="47347">
                  <c:v>0.54799768518569181</c:v>
                </c:pt>
                <c:pt idx="47348">
                  <c:v>0.5480092592551955</c:v>
                </c:pt>
                <c:pt idx="47349">
                  <c:v>0.54802083333197515</c:v>
                </c:pt>
                <c:pt idx="47350">
                  <c:v>0.54803240740147885</c:v>
                </c:pt>
                <c:pt idx="47351">
                  <c:v>0.5480439814782585</c:v>
                </c:pt>
                <c:pt idx="47352">
                  <c:v>0.54805555555503815</c:v>
                </c:pt>
                <c:pt idx="47353">
                  <c:v>0.54806712962454185</c:v>
                </c:pt>
                <c:pt idx="47354">
                  <c:v>0.5480787037013215</c:v>
                </c:pt>
                <c:pt idx="47355">
                  <c:v>0.54809027777810115</c:v>
                </c:pt>
                <c:pt idx="47356">
                  <c:v>0.54810185184760485</c:v>
                </c:pt>
                <c:pt idx="47357">
                  <c:v>0.5481134259243845</c:v>
                </c:pt>
                <c:pt idx="47358">
                  <c:v>0.54812500000116415</c:v>
                </c:pt>
                <c:pt idx="47359">
                  <c:v>0.54813657407066785</c:v>
                </c:pt>
                <c:pt idx="47360">
                  <c:v>0.5481481481474475</c:v>
                </c:pt>
                <c:pt idx="47361">
                  <c:v>0.5481597222169512</c:v>
                </c:pt>
                <c:pt idx="47362">
                  <c:v>0.54817129629373085</c:v>
                </c:pt>
                <c:pt idx="47363">
                  <c:v>0.5481828703705105</c:v>
                </c:pt>
                <c:pt idx="47364">
                  <c:v>0.54819444444001419</c:v>
                </c:pt>
                <c:pt idx="47365">
                  <c:v>0.54820601851679385</c:v>
                </c:pt>
                <c:pt idx="47366">
                  <c:v>0.5482175925935735</c:v>
                </c:pt>
                <c:pt idx="47367">
                  <c:v>0.54822916666307719</c:v>
                </c:pt>
                <c:pt idx="47368">
                  <c:v>0.54824074073985685</c:v>
                </c:pt>
                <c:pt idx="47369">
                  <c:v>0.54825231480936054</c:v>
                </c:pt>
                <c:pt idx="47370">
                  <c:v>0.54826388888614019</c:v>
                </c:pt>
                <c:pt idx="47371">
                  <c:v>0.54827546296291985</c:v>
                </c:pt>
                <c:pt idx="47372">
                  <c:v>0.54828703703242354</c:v>
                </c:pt>
                <c:pt idx="47373">
                  <c:v>0.54829861110920319</c:v>
                </c:pt>
                <c:pt idx="47374">
                  <c:v>0.54831018518598285</c:v>
                </c:pt>
                <c:pt idx="47375">
                  <c:v>0.54832175925548654</c:v>
                </c:pt>
                <c:pt idx="47376">
                  <c:v>0.54833333333226619</c:v>
                </c:pt>
                <c:pt idx="47377">
                  <c:v>0.54834490740176989</c:v>
                </c:pt>
                <c:pt idx="47378">
                  <c:v>0.54835648147854954</c:v>
                </c:pt>
                <c:pt idx="47379">
                  <c:v>0.54836805555532919</c:v>
                </c:pt>
                <c:pt idx="47380">
                  <c:v>0.54837962962483289</c:v>
                </c:pt>
                <c:pt idx="47381">
                  <c:v>0.54839120370161254</c:v>
                </c:pt>
                <c:pt idx="47382">
                  <c:v>0.54840277777839219</c:v>
                </c:pt>
                <c:pt idx="47383">
                  <c:v>0.54841435184789589</c:v>
                </c:pt>
                <c:pt idx="47384">
                  <c:v>0.54842592592467554</c:v>
                </c:pt>
                <c:pt idx="47385">
                  <c:v>0.54843749999417923</c:v>
                </c:pt>
                <c:pt idx="47386">
                  <c:v>0.54844907407095889</c:v>
                </c:pt>
                <c:pt idx="47387">
                  <c:v>0.54846064814773854</c:v>
                </c:pt>
                <c:pt idx="47388">
                  <c:v>0.54847222221724223</c:v>
                </c:pt>
                <c:pt idx="47389">
                  <c:v>0.54848379629402189</c:v>
                </c:pt>
                <c:pt idx="47390">
                  <c:v>0.54849537037080154</c:v>
                </c:pt>
                <c:pt idx="47391">
                  <c:v>0.54850694444030523</c:v>
                </c:pt>
                <c:pt idx="47392">
                  <c:v>0.54851851851708489</c:v>
                </c:pt>
                <c:pt idx="47393">
                  <c:v>0.54853009259386454</c:v>
                </c:pt>
                <c:pt idx="47394">
                  <c:v>0.54854166666336823</c:v>
                </c:pt>
                <c:pt idx="47395">
                  <c:v>0.54855324074014788</c:v>
                </c:pt>
                <c:pt idx="47396">
                  <c:v>0.54856481480965158</c:v>
                </c:pt>
                <c:pt idx="47397">
                  <c:v>0.54857638888643123</c:v>
                </c:pt>
                <c:pt idx="47398">
                  <c:v>0.54858796296321088</c:v>
                </c:pt>
                <c:pt idx="47399">
                  <c:v>0.54859953703271458</c:v>
                </c:pt>
                <c:pt idx="47400">
                  <c:v>0.54861111110949423</c:v>
                </c:pt>
                <c:pt idx="47401">
                  <c:v>0.54862268518627388</c:v>
                </c:pt>
                <c:pt idx="47402">
                  <c:v>0.54863425925577758</c:v>
                </c:pt>
                <c:pt idx="47403">
                  <c:v>0.54864583333255723</c:v>
                </c:pt>
                <c:pt idx="47404">
                  <c:v>0.54865740740206093</c:v>
                </c:pt>
                <c:pt idx="47405">
                  <c:v>0.54866898147884058</c:v>
                </c:pt>
                <c:pt idx="47406">
                  <c:v>0.54868055555562023</c:v>
                </c:pt>
                <c:pt idx="47407">
                  <c:v>0.54869212962512393</c:v>
                </c:pt>
                <c:pt idx="47408">
                  <c:v>0.54870370370190358</c:v>
                </c:pt>
                <c:pt idx="47409">
                  <c:v>0.54871527777868323</c:v>
                </c:pt>
                <c:pt idx="47410">
                  <c:v>0.54872685184818693</c:v>
                </c:pt>
                <c:pt idx="47411">
                  <c:v>0.54873842592496658</c:v>
                </c:pt>
                <c:pt idx="47412">
                  <c:v>0.54874999999447027</c:v>
                </c:pt>
                <c:pt idx="47413">
                  <c:v>0.54876157407124992</c:v>
                </c:pt>
                <c:pt idx="47414">
                  <c:v>0.54877314814802958</c:v>
                </c:pt>
                <c:pt idx="47415">
                  <c:v>0.54878472221753327</c:v>
                </c:pt>
                <c:pt idx="47416">
                  <c:v>0.54879629629431292</c:v>
                </c:pt>
                <c:pt idx="47417">
                  <c:v>0.54880787037109258</c:v>
                </c:pt>
                <c:pt idx="47418">
                  <c:v>0.54881944444059627</c:v>
                </c:pt>
                <c:pt idx="47419">
                  <c:v>0.54883101851737592</c:v>
                </c:pt>
                <c:pt idx="47420">
                  <c:v>0.54884259258687962</c:v>
                </c:pt>
                <c:pt idx="47421">
                  <c:v>0.54885416666365927</c:v>
                </c:pt>
                <c:pt idx="47422">
                  <c:v>0.54886574074043892</c:v>
                </c:pt>
                <c:pt idx="47423">
                  <c:v>0.54887731480994262</c:v>
                </c:pt>
                <c:pt idx="47424">
                  <c:v>0.54888888888672227</c:v>
                </c:pt>
                <c:pt idx="47425">
                  <c:v>0.54890046296350192</c:v>
                </c:pt>
                <c:pt idx="47426">
                  <c:v>0.54891203703300562</c:v>
                </c:pt>
                <c:pt idx="47427">
                  <c:v>0.54892361110978527</c:v>
                </c:pt>
                <c:pt idx="47428">
                  <c:v>0.54893518517928896</c:v>
                </c:pt>
                <c:pt idx="47429">
                  <c:v>0.54894675925606862</c:v>
                </c:pt>
                <c:pt idx="47430">
                  <c:v>0.54895833333284827</c:v>
                </c:pt>
                <c:pt idx="47431">
                  <c:v>0.54896990740235196</c:v>
                </c:pt>
                <c:pt idx="47432">
                  <c:v>0.54898148147913162</c:v>
                </c:pt>
                <c:pt idx="47433">
                  <c:v>0.54899305555591127</c:v>
                </c:pt>
                <c:pt idx="47434">
                  <c:v>0.54900462962541496</c:v>
                </c:pt>
                <c:pt idx="47435">
                  <c:v>0.54901620370219462</c:v>
                </c:pt>
                <c:pt idx="47436">
                  <c:v>0.54902777777897427</c:v>
                </c:pt>
                <c:pt idx="47437">
                  <c:v>0.54903935184847796</c:v>
                </c:pt>
                <c:pt idx="47438">
                  <c:v>0.54905092592525762</c:v>
                </c:pt>
                <c:pt idx="47439">
                  <c:v>0.54906249999476131</c:v>
                </c:pt>
                <c:pt idx="47440">
                  <c:v>0.54907407407154096</c:v>
                </c:pt>
                <c:pt idx="47441">
                  <c:v>0.54908564814832062</c:v>
                </c:pt>
                <c:pt idx="47442">
                  <c:v>0.54909722221782431</c:v>
                </c:pt>
                <c:pt idx="47443">
                  <c:v>0.54910879629460396</c:v>
                </c:pt>
                <c:pt idx="47444">
                  <c:v>0.54912037037138361</c:v>
                </c:pt>
                <c:pt idx="47445">
                  <c:v>0.54913194444088731</c:v>
                </c:pt>
                <c:pt idx="47446">
                  <c:v>0.54914351851766696</c:v>
                </c:pt>
                <c:pt idx="47447">
                  <c:v>0.54915509258717066</c:v>
                </c:pt>
                <c:pt idx="47448">
                  <c:v>0.54916666666395031</c:v>
                </c:pt>
                <c:pt idx="47449">
                  <c:v>0.54917824074072996</c:v>
                </c:pt>
                <c:pt idx="47450">
                  <c:v>0.54918981481023366</c:v>
                </c:pt>
                <c:pt idx="47451">
                  <c:v>0.54920138888701331</c:v>
                </c:pt>
                <c:pt idx="47452">
                  <c:v>0.54921296296379296</c:v>
                </c:pt>
                <c:pt idx="47453">
                  <c:v>0.54922453703329666</c:v>
                </c:pt>
                <c:pt idx="47454">
                  <c:v>0.54923611111007631</c:v>
                </c:pt>
                <c:pt idx="47455">
                  <c:v>0.54924768517958</c:v>
                </c:pt>
                <c:pt idx="47456">
                  <c:v>0.54925925925635966</c:v>
                </c:pt>
                <c:pt idx="47457">
                  <c:v>0.54927083333313931</c:v>
                </c:pt>
                <c:pt idx="47458">
                  <c:v>0.549282407402643</c:v>
                </c:pt>
                <c:pt idx="47459">
                  <c:v>0.54929398147942265</c:v>
                </c:pt>
                <c:pt idx="47460">
                  <c:v>0.54930555555620231</c:v>
                </c:pt>
                <c:pt idx="47461">
                  <c:v>0.549317129625706</c:v>
                </c:pt>
                <c:pt idx="47462">
                  <c:v>0.54932870370248565</c:v>
                </c:pt>
                <c:pt idx="47463">
                  <c:v>0.54934027777198935</c:v>
                </c:pt>
                <c:pt idx="47464">
                  <c:v>0.549351851848769</c:v>
                </c:pt>
                <c:pt idx="47465">
                  <c:v>0.54936342592554865</c:v>
                </c:pt>
                <c:pt idx="47466">
                  <c:v>0.54937499999505235</c:v>
                </c:pt>
                <c:pt idx="47467">
                  <c:v>0.549386574071832</c:v>
                </c:pt>
                <c:pt idx="47468">
                  <c:v>0.54939814814861165</c:v>
                </c:pt>
                <c:pt idx="47469">
                  <c:v>0.54940972221811535</c:v>
                </c:pt>
                <c:pt idx="47470">
                  <c:v>0.549421296294895</c:v>
                </c:pt>
                <c:pt idx="47471">
                  <c:v>0.54943287037167465</c:v>
                </c:pt>
                <c:pt idx="47472">
                  <c:v>0.54944444444117835</c:v>
                </c:pt>
                <c:pt idx="47473">
                  <c:v>0.549456018517958</c:v>
                </c:pt>
                <c:pt idx="47474">
                  <c:v>0.5494675925874617</c:v>
                </c:pt>
                <c:pt idx="47475">
                  <c:v>0.54947916666424135</c:v>
                </c:pt>
                <c:pt idx="47476">
                  <c:v>0.549490740741021</c:v>
                </c:pt>
                <c:pt idx="47477">
                  <c:v>0.54950231481052469</c:v>
                </c:pt>
                <c:pt idx="47478">
                  <c:v>0.54951388888730435</c:v>
                </c:pt>
                <c:pt idx="47479">
                  <c:v>0.549525462964084</c:v>
                </c:pt>
                <c:pt idx="47480">
                  <c:v>0.54953703703358769</c:v>
                </c:pt>
                <c:pt idx="47481">
                  <c:v>0.54954861111036735</c:v>
                </c:pt>
                <c:pt idx="47482">
                  <c:v>0.54956018517987104</c:v>
                </c:pt>
                <c:pt idx="47483">
                  <c:v>0.54957175925665069</c:v>
                </c:pt>
                <c:pt idx="47484">
                  <c:v>0.54958333333343035</c:v>
                </c:pt>
                <c:pt idx="47485">
                  <c:v>0.54959490740293404</c:v>
                </c:pt>
                <c:pt idx="47486">
                  <c:v>0.54960648147971369</c:v>
                </c:pt>
                <c:pt idx="47487">
                  <c:v>0.54961805555649335</c:v>
                </c:pt>
                <c:pt idx="47488">
                  <c:v>0.54962962962599704</c:v>
                </c:pt>
                <c:pt idx="47489">
                  <c:v>0.54964120370277669</c:v>
                </c:pt>
                <c:pt idx="47490">
                  <c:v>0.54965277777228039</c:v>
                </c:pt>
                <c:pt idx="47491">
                  <c:v>0.54966435184906004</c:v>
                </c:pt>
                <c:pt idx="47492">
                  <c:v>0.54967592592583969</c:v>
                </c:pt>
                <c:pt idx="47493">
                  <c:v>0.54968749999534339</c:v>
                </c:pt>
                <c:pt idx="47494">
                  <c:v>0.54969907407212304</c:v>
                </c:pt>
                <c:pt idx="47495">
                  <c:v>0.54971064814890269</c:v>
                </c:pt>
                <c:pt idx="47496">
                  <c:v>0.54972222221840639</c:v>
                </c:pt>
                <c:pt idx="47497">
                  <c:v>0.54973379629518604</c:v>
                </c:pt>
                <c:pt idx="47498">
                  <c:v>0.54974537036468973</c:v>
                </c:pt>
                <c:pt idx="47499">
                  <c:v>0.54975694444146939</c:v>
                </c:pt>
                <c:pt idx="47500">
                  <c:v>0.54976851851824904</c:v>
                </c:pt>
                <c:pt idx="47501">
                  <c:v>0.54978009258775273</c:v>
                </c:pt>
                <c:pt idx="47502">
                  <c:v>0.54979166666453239</c:v>
                </c:pt>
                <c:pt idx="47503">
                  <c:v>0.54980324074131204</c:v>
                </c:pt>
                <c:pt idx="47504">
                  <c:v>0.54981481481081573</c:v>
                </c:pt>
                <c:pt idx="47505">
                  <c:v>0.54982638888759539</c:v>
                </c:pt>
                <c:pt idx="47506">
                  <c:v>0.54983796295709908</c:v>
                </c:pt>
                <c:pt idx="47507">
                  <c:v>0.54984953703387873</c:v>
                </c:pt>
                <c:pt idx="47508">
                  <c:v>0.54986111111065838</c:v>
                </c:pt>
                <c:pt idx="47509">
                  <c:v>0.54987268518016208</c:v>
                </c:pt>
                <c:pt idx="47510">
                  <c:v>0.54988425925694173</c:v>
                </c:pt>
                <c:pt idx="47511">
                  <c:v>0.54989583333372138</c:v>
                </c:pt>
                <c:pt idx="47512">
                  <c:v>0.54990740740322508</c:v>
                </c:pt>
                <c:pt idx="47513">
                  <c:v>0.54991898148000473</c:v>
                </c:pt>
                <c:pt idx="47514">
                  <c:v>0.54993055555678438</c:v>
                </c:pt>
                <c:pt idx="47515">
                  <c:v>0.54994212962628808</c:v>
                </c:pt>
                <c:pt idx="47516">
                  <c:v>0.54995370370306773</c:v>
                </c:pt>
                <c:pt idx="47517">
                  <c:v>0.54996527777257143</c:v>
                </c:pt>
                <c:pt idx="47518">
                  <c:v>0.54997685184935108</c:v>
                </c:pt>
                <c:pt idx="47519">
                  <c:v>0.54998842592613073</c:v>
                </c:pt>
                <c:pt idx="47520">
                  <c:v>0.54999999999563443</c:v>
                </c:pt>
                <c:pt idx="47521">
                  <c:v>0.55001157407241408</c:v>
                </c:pt>
                <c:pt idx="47522">
                  <c:v>0.55002314814919373</c:v>
                </c:pt>
                <c:pt idx="47523">
                  <c:v>0.55003472221869742</c:v>
                </c:pt>
                <c:pt idx="47524">
                  <c:v>0.55004629629547708</c:v>
                </c:pt>
                <c:pt idx="47525">
                  <c:v>0.55005787036498077</c:v>
                </c:pt>
                <c:pt idx="47526">
                  <c:v>0.55006944444176042</c:v>
                </c:pt>
                <c:pt idx="47527">
                  <c:v>0.55008101851854008</c:v>
                </c:pt>
                <c:pt idx="47528">
                  <c:v>0.55009259258804377</c:v>
                </c:pt>
                <c:pt idx="47529">
                  <c:v>0.55010416666482342</c:v>
                </c:pt>
                <c:pt idx="47530">
                  <c:v>0.55011574074160308</c:v>
                </c:pt>
                <c:pt idx="47531">
                  <c:v>0.55012731481110677</c:v>
                </c:pt>
                <c:pt idx="47532">
                  <c:v>0.55013888888788642</c:v>
                </c:pt>
                <c:pt idx="47533">
                  <c:v>0.55015046295739012</c:v>
                </c:pt>
                <c:pt idx="47534">
                  <c:v>0.55016203703416977</c:v>
                </c:pt>
                <c:pt idx="47535">
                  <c:v>0.55017361111094942</c:v>
                </c:pt>
                <c:pt idx="47536">
                  <c:v>0.55018518518045312</c:v>
                </c:pt>
                <c:pt idx="47537">
                  <c:v>0.55019675925723277</c:v>
                </c:pt>
                <c:pt idx="47538">
                  <c:v>0.55020833333401242</c:v>
                </c:pt>
                <c:pt idx="47539">
                  <c:v>0.55021990740351612</c:v>
                </c:pt>
                <c:pt idx="47540">
                  <c:v>0.55023148148029577</c:v>
                </c:pt>
                <c:pt idx="47541">
                  <c:v>0.55024305554979946</c:v>
                </c:pt>
                <c:pt idx="47542">
                  <c:v>0.55025462962657912</c:v>
                </c:pt>
                <c:pt idx="47543">
                  <c:v>0.55026620370335877</c:v>
                </c:pt>
                <c:pt idx="47544">
                  <c:v>0.55027777777286246</c:v>
                </c:pt>
                <c:pt idx="47545">
                  <c:v>0.55028935184964212</c:v>
                </c:pt>
                <c:pt idx="47546">
                  <c:v>0.55030092592642177</c:v>
                </c:pt>
                <c:pt idx="47547">
                  <c:v>0.55031249999592546</c:v>
                </c:pt>
                <c:pt idx="47548">
                  <c:v>0.55032407407270512</c:v>
                </c:pt>
                <c:pt idx="47549">
                  <c:v>0.55033564814948477</c:v>
                </c:pt>
                <c:pt idx="47550">
                  <c:v>0.55034722221898846</c:v>
                </c:pt>
                <c:pt idx="47551">
                  <c:v>0.55035879629576812</c:v>
                </c:pt>
                <c:pt idx="47552">
                  <c:v>0.55037037036527181</c:v>
                </c:pt>
                <c:pt idx="47553">
                  <c:v>0.55038194444205146</c:v>
                </c:pt>
                <c:pt idx="47554">
                  <c:v>0.55039351851883112</c:v>
                </c:pt>
                <c:pt idx="47555">
                  <c:v>0.55040509258833481</c:v>
                </c:pt>
                <c:pt idx="47556">
                  <c:v>0.55041666666511446</c:v>
                </c:pt>
                <c:pt idx="47557">
                  <c:v>0.55042824074189411</c:v>
                </c:pt>
                <c:pt idx="47558">
                  <c:v>0.55043981481139781</c:v>
                </c:pt>
                <c:pt idx="47559">
                  <c:v>0.55045138888817746</c:v>
                </c:pt>
                <c:pt idx="47560">
                  <c:v>0.55046296295768116</c:v>
                </c:pt>
                <c:pt idx="47561">
                  <c:v>0.55047453703446081</c:v>
                </c:pt>
                <c:pt idx="47562">
                  <c:v>0.55048611111124046</c:v>
                </c:pt>
                <c:pt idx="47563">
                  <c:v>0.55049768518074416</c:v>
                </c:pt>
                <c:pt idx="47564">
                  <c:v>0.55050925925752381</c:v>
                </c:pt>
                <c:pt idx="47565">
                  <c:v>0.55052083333430346</c:v>
                </c:pt>
                <c:pt idx="47566">
                  <c:v>0.55053240740380716</c:v>
                </c:pt>
                <c:pt idx="47567">
                  <c:v>0.55054398148058681</c:v>
                </c:pt>
                <c:pt idx="47568">
                  <c:v>0.5505555555500905</c:v>
                </c:pt>
                <c:pt idx="47569">
                  <c:v>0.55056712962687016</c:v>
                </c:pt>
                <c:pt idx="47570">
                  <c:v>0.55057870370364981</c:v>
                </c:pt>
                <c:pt idx="47571">
                  <c:v>0.5505902777731535</c:v>
                </c:pt>
                <c:pt idx="47572">
                  <c:v>0.55060185184993315</c:v>
                </c:pt>
                <c:pt idx="47573">
                  <c:v>0.55061342592671281</c:v>
                </c:pt>
                <c:pt idx="47574">
                  <c:v>0.5506249999962165</c:v>
                </c:pt>
                <c:pt idx="47575">
                  <c:v>0.55063657407299615</c:v>
                </c:pt>
                <c:pt idx="47576">
                  <c:v>0.55064814814249985</c:v>
                </c:pt>
                <c:pt idx="47577">
                  <c:v>0.5506597222192795</c:v>
                </c:pt>
                <c:pt idx="47578">
                  <c:v>0.55067129629605915</c:v>
                </c:pt>
                <c:pt idx="47579">
                  <c:v>0.55068287036556285</c:v>
                </c:pt>
                <c:pt idx="47580">
                  <c:v>0.5506944444423425</c:v>
                </c:pt>
                <c:pt idx="47581">
                  <c:v>0.55070601851912215</c:v>
                </c:pt>
                <c:pt idx="47582">
                  <c:v>0.55071759258862585</c:v>
                </c:pt>
                <c:pt idx="47583">
                  <c:v>0.5507291666654055</c:v>
                </c:pt>
                <c:pt idx="47584">
                  <c:v>0.5507407407349092</c:v>
                </c:pt>
                <c:pt idx="47585">
                  <c:v>0.55075231481168885</c:v>
                </c:pt>
                <c:pt idx="47586">
                  <c:v>0.5507638888884685</c:v>
                </c:pt>
                <c:pt idx="47587">
                  <c:v>0.55077546295797219</c:v>
                </c:pt>
                <c:pt idx="47588">
                  <c:v>0.55078703703475185</c:v>
                </c:pt>
                <c:pt idx="47589">
                  <c:v>0.5507986111115315</c:v>
                </c:pt>
                <c:pt idx="47590">
                  <c:v>0.55081018518103519</c:v>
                </c:pt>
                <c:pt idx="47591">
                  <c:v>0.55082175925781485</c:v>
                </c:pt>
                <c:pt idx="47592">
                  <c:v>0.5508333333345945</c:v>
                </c:pt>
                <c:pt idx="47593">
                  <c:v>0.55084490740409819</c:v>
                </c:pt>
                <c:pt idx="47594">
                  <c:v>0.55085648148087785</c:v>
                </c:pt>
                <c:pt idx="47595">
                  <c:v>0.55086805555038154</c:v>
                </c:pt>
                <c:pt idx="47596">
                  <c:v>0.55087962962716119</c:v>
                </c:pt>
                <c:pt idx="47597">
                  <c:v>0.55089120370394085</c:v>
                </c:pt>
                <c:pt idx="47598">
                  <c:v>0.55090277777344454</c:v>
                </c:pt>
                <c:pt idx="47599">
                  <c:v>0.55091435185022419</c:v>
                </c:pt>
                <c:pt idx="47600">
                  <c:v>0.55092592592700385</c:v>
                </c:pt>
                <c:pt idx="47601">
                  <c:v>0.55093749999650754</c:v>
                </c:pt>
                <c:pt idx="47602">
                  <c:v>0.55094907407328719</c:v>
                </c:pt>
                <c:pt idx="47603">
                  <c:v>0.55096064814279089</c:v>
                </c:pt>
                <c:pt idx="47604">
                  <c:v>0.55097222221957054</c:v>
                </c:pt>
                <c:pt idx="47605">
                  <c:v>0.55098379629635019</c:v>
                </c:pt>
                <c:pt idx="47606">
                  <c:v>0.55099537036585389</c:v>
                </c:pt>
                <c:pt idx="47607">
                  <c:v>0.55100694444263354</c:v>
                </c:pt>
                <c:pt idx="47608">
                  <c:v>0.55101851851941319</c:v>
                </c:pt>
                <c:pt idx="47609">
                  <c:v>0.55103009258891689</c:v>
                </c:pt>
                <c:pt idx="47610">
                  <c:v>0.55104166666569654</c:v>
                </c:pt>
                <c:pt idx="47611">
                  <c:v>0.55105324073520023</c:v>
                </c:pt>
                <c:pt idx="47612">
                  <c:v>0.55106481481197989</c:v>
                </c:pt>
                <c:pt idx="47613">
                  <c:v>0.55107638888875954</c:v>
                </c:pt>
                <c:pt idx="47614">
                  <c:v>0.55108796295826323</c:v>
                </c:pt>
                <c:pt idx="47615">
                  <c:v>0.55109953703504289</c:v>
                </c:pt>
                <c:pt idx="47616">
                  <c:v>0.55111111111182254</c:v>
                </c:pt>
                <c:pt idx="47617">
                  <c:v>0.55112268518132623</c:v>
                </c:pt>
                <c:pt idx="47618">
                  <c:v>0.55113425925810589</c:v>
                </c:pt>
                <c:pt idx="47619">
                  <c:v>0.55114583332760958</c:v>
                </c:pt>
                <c:pt idx="47620">
                  <c:v>0.55115740740438923</c:v>
                </c:pt>
                <c:pt idx="47621">
                  <c:v>0.55116898148116888</c:v>
                </c:pt>
                <c:pt idx="47622">
                  <c:v>0.55118055555067258</c:v>
                </c:pt>
                <c:pt idx="47623">
                  <c:v>0.55119212962745223</c:v>
                </c:pt>
                <c:pt idx="47624">
                  <c:v>0.55120370370423188</c:v>
                </c:pt>
                <c:pt idx="47625">
                  <c:v>0.55121527777373558</c:v>
                </c:pt>
                <c:pt idx="47626">
                  <c:v>0.55122685185051523</c:v>
                </c:pt>
                <c:pt idx="47627">
                  <c:v>0.55123842592001893</c:v>
                </c:pt>
                <c:pt idx="47628">
                  <c:v>0.55124999999679858</c:v>
                </c:pt>
                <c:pt idx="47629">
                  <c:v>0.55126157407357823</c:v>
                </c:pt>
                <c:pt idx="47630">
                  <c:v>0.55127314814308193</c:v>
                </c:pt>
                <c:pt idx="47631">
                  <c:v>0.55128472221986158</c:v>
                </c:pt>
                <c:pt idx="47632">
                  <c:v>0.55129629629664123</c:v>
                </c:pt>
                <c:pt idx="47633">
                  <c:v>0.55130787036614493</c:v>
                </c:pt>
                <c:pt idx="47634">
                  <c:v>0.55131944444292458</c:v>
                </c:pt>
                <c:pt idx="47635">
                  <c:v>0.55133101851970423</c:v>
                </c:pt>
                <c:pt idx="47636">
                  <c:v>0.55134259258920792</c:v>
                </c:pt>
                <c:pt idx="47637">
                  <c:v>0.55135416666598758</c:v>
                </c:pt>
                <c:pt idx="47638">
                  <c:v>0.55136574073549127</c:v>
                </c:pt>
                <c:pt idx="47639">
                  <c:v>0.55137731481227092</c:v>
                </c:pt>
                <c:pt idx="47640">
                  <c:v>0.55138888888905058</c:v>
                </c:pt>
                <c:pt idx="47641">
                  <c:v>0.55140046295855427</c:v>
                </c:pt>
                <c:pt idx="47642">
                  <c:v>0.55141203703533392</c:v>
                </c:pt>
                <c:pt idx="47643">
                  <c:v>0.55142361111211358</c:v>
                </c:pt>
                <c:pt idx="47644">
                  <c:v>0.55143518518161727</c:v>
                </c:pt>
                <c:pt idx="47645">
                  <c:v>0.55144675925839692</c:v>
                </c:pt>
                <c:pt idx="47646">
                  <c:v>0.55145833332790062</c:v>
                </c:pt>
                <c:pt idx="47647">
                  <c:v>0.55146990740468027</c:v>
                </c:pt>
                <c:pt idx="47648">
                  <c:v>0.55148148148145992</c:v>
                </c:pt>
                <c:pt idx="47649">
                  <c:v>0.55149305555096362</c:v>
                </c:pt>
                <c:pt idx="47650">
                  <c:v>0.55150462962774327</c:v>
                </c:pt>
                <c:pt idx="47651">
                  <c:v>0.55151620370452292</c:v>
                </c:pt>
                <c:pt idx="47652">
                  <c:v>0.55152777777402662</c:v>
                </c:pt>
                <c:pt idx="47653">
                  <c:v>0.55153935185080627</c:v>
                </c:pt>
                <c:pt idx="47654">
                  <c:v>0.55155092592030996</c:v>
                </c:pt>
                <c:pt idx="47655">
                  <c:v>0.55156249999708962</c:v>
                </c:pt>
                <c:pt idx="47656">
                  <c:v>0.55157407407386927</c:v>
                </c:pt>
                <c:pt idx="47657">
                  <c:v>0.55158564814337296</c:v>
                </c:pt>
                <c:pt idx="47658">
                  <c:v>0.55159722222015262</c:v>
                </c:pt>
                <c:pt idx="47659">
                  <c:v>0.55160879629693227</c:v>
                </c:pt>
                <c:pt idx="47660">
                  <c:v>0.55162037036643596</c:v>
                </c:pt>
                <c:pt idx="47661">
                  <c:v>0.55163194444321562</c:v>
                </c:pt>
                <c:pt idx="47662">
                  <c:v>0.55164351851271931</c:v>
                </c:pt>
                <c:pt idx="47663">
                  <c:v>0.55165509258949896</c:v>
                </c:pt>
                <c:pt idx="47664">
                  <c:v>0.55166666666627862</c:v>
                </c:pt>
                <c:pt idx="47665">
                  <c:v>0.55167824073578231</c:v>
                </c:pt>
                <c:pt idx="47666">
                  <c:v>0.55168981481256196</c:v>
                </c:pt>
                <c:pt idx="47667">
                  <c:v>0.55170138888934162</c:v>
                </c:pt>
                <c:pt idx="47668">
                  <c:v>0.55171296295884531</c:v>
                </c:pt>
                <c:pt idx="47669">
                  <c:v>0.55172453703562496</c:v>
                </c:pt>
                <c:pt idx="47670">
                  <c:v>0.55173611111240461</c:v>
                </c:pt>
                <c:pt idx="47671">
                  <c:v>0.55174768518190831</c:v>
                </c:pt>
                <c:pt idx="47672">
                  <c:v>0.55175925925868796</c:v>
                </c:pt>
                <c:pt idx="47673">
                  <c:v>0.55177083332819166</c:v>
                </c:pt>
                <c:pt idx="47674">
                  <c:v>0.55178240740497131</c:v>
                </c:pt>
                <c:pt idx="47675">
                  <c:v>0.55179398148175096</c:v>
                </c:pt>
                <c:pt idx="47676">
                  <c:v>0.55180555555125466</c:v>
                </c:pt>
                <c:pt idx="47677">
                  <c:v>0.55181712962803431</c:v>
                </c:pt>
                <c:pt idx="47678">
                  <c:v>0.55182870370481396</c:v>
                </c:pt>
                <c:pt idx="47679">
                  <c:v>0.55184027777431766</c:v>
                </c:pt>
                <c:pt idx="47680">
                  <c:v>0.55185185185109731</c:v>
                </c:pt>
                <c:pt idx="47681">
                  <c:v>0.551863425920601</c:v>
                </c:pt>
                <c:pt idx="47682">
                  <c:v>0.55187499999738066</c:v>
                </c:pt>
                <c:pt idx="47683">
                  <c:v>0.55188657407416031</c:v>
                </c:pt>
                <c:pt idx="47684">
                  <c:v>0.551898148143664</c:v>
                </c:pt>
                <c:pt idx="47685">
                  <c:v>0.55190972222044365</c:v>
                </c:pt>
                <c:pt idx="47686">
                  <c:v>0.55192129629722331</c:v>
                </c:pt>
                <c:pt idx="47687">
                  <c:v>0.551932870366727</c:v>
                </c:pt>
                <c:pt idx="47688">
                  <c:v>0.55194444444350665</c:v>
                </c:pt>
                <c:pt idx="47689">
                  <c:v>0.55195601851301035</c:v>
                </c:pt>
                <c:pt idx="47690">
                  <c:v>0.55196759258979</c:v>
                </c:pt>
                <c:pt idx="47691">
                  <c:v>0.55197916666656965</c:v>
                </c:pt>
                <c:pt idx="47692">
                  <c:v>0.55199074073607335</c:v>
                </c:pt>
                <c:pt idx="47693">
                  <c:v>0.552002314812853</c:v>
                </c:pt>
                <c:pt idx="47694">
                  <c:v>0.55201388888963265</c:v>
                </c:pt>
                <c:pt idx="47695">
                  <c:v>0.55202546295913635</c:v>
                </c:pt>
                <c:pt idx="47696">
                  <c:v>0.552037037035916</c:v>
                </c:pt>
                <c:pt idx="47697">
                  <c:v>0.5520486111054197</c:v>
                </c:pt>
                <c:pt idx="47698">
                  <c:v>0.55206018518219935</c:v>
                </c:pt>
                <c:pt idx="47699">
                  <c:v>0.552071759258979</c:v>
                </c:pt>
                <c:pt idx="47700">
                  <c:v>0.55208333332848269</c:v>
                </c:pt>
                <c:pt idx="47701">
                  <c:v>0.55209490740526235</c:v>
                </c:pt>
                <c:pt idx="47702">
                  <c:v>0.552106481482042</c:v>
                </c:pt>
                <c:pt idx="47703">
                  <c:v>0.55211805555154569</c:v>
                </c:pt>
                <c:pt idx="47704">
                  <c:v>0.55212962962832535</c:v>
                </c:pt>
                <c:pt idx="47705">
                  <c:v>0.55214120369782904</c:v>
                </c:pt>
                <c:pt idx="47706">
                  <c:v>0.55215277777460869</c:v>
                </c:pt>
                <c:pt idx="47707">
                  <c:v>0.55216435185138835</c:v>
                </c:pt>
                <c:pt idx="47708">
                  <c:v>0.55217592592089204</c:v>
                </c:pt>
                <c:pt idx="47709">
                  <c:v>0.55218749999767169</c:v>
                </c:pt>
                <c:pt idx="47710">
                  <c:v>0.55219907407445135</c:v>
                </c:pt>
                <c:pt idx="47711">
                  <c:v>0.55221064814395504</c:v>
                </c:pt>
                <c:pt idx="47712">
                  <c:v>0.55222222222073469</c:v>
                </c:pt>
                <c:pt idx="47713">
                  <c:v>0.55223379629751435</c:v>
                </c:pt>
                <c:pt idx="47714">
                  <c:v>0.55224537036701804</c:v>
                </c:pt>
                <c:pt idx="47715">
                  <c:v>0.55225694444379769</c:v>
                </c:pt>
                <c:pt idx="47716">
                  <c:v>0.55226851851330139</c:v>
                </c:pt>
                <c:pt idx="47717">
                  <c:v>0.55228009259008104</c:v>
                </c:pt>
                <c:pt idx="47718">
                  <c:v>0.55229166666686069</c:v>
                </c:pt>
                <c:pt idx="47719">
                  <c:v>0.55230324073636439</c:v>
                </c:pt>
                <c:pt idx="47720">
                  <c:v>0.55231481481314404</c:v>
                </c:pt>
                <c:pt idx="47721">
                  <c:v>0.55232638888992369</c:v>
                </c:pt>
                <c:pt idx="47722">
                  <c:v>0.55233796295942739</c:v>
                </c:pt>
                <c:pt idx="47723">
                  <c:v>0.55234953703620704</c:v>
                </c:pt>
                <c:pt idx="47724">
                  <c:v>0.55236111110571073</c:v>
                </c:pt>
                <c:pt idx="47725">
                  <c:v>0.55237268518249039</c:v>
                </c:pt>
                <c:pt idx="47726">
                  <c:v>0.55238425925927004</c:v>
                </c:pt>
                <c:pt idx="47727">
                  <c:v>0.55239583332877373</c:v>
                </c:pt>
                <c:pt idx="47728">
                  <c:v>0.55240740740555339</c:v>
                </c:pt>
                <c:pt idx="47729">
                  <c:v>0.55241898148233304</c:v>
                </c:pt>
                <c:pt idx="47730">
                  <c:v>0.55243055555183673</c:v>
                </c:pt>
                <c:pt idx="47731">
                  <c:v>0.55244212962861639</c:v>
                </c:pt>
                <c:pt idx="47732">
                  <c:v>0.55245370369812008</c:v>
                </c:pt>
                <c:pt idx="47733">
                  <c:v>0.55246527777489973</c:v>
                </c:pt>
                <c:pt idx="47734">
                  <c:v>0.55247685185167938</c:v>
                </c:pt>
                <c:pt idx="47735">
                  <c:v>0.55248842592118308</c:v>
                </c:pt>
                <c:pt idx="47736">
                  <c:v>0.55249999999796273</c:v>
                </c:pt>
                <c:pt idx="47737">
                  <c:v>0.55251157407474238</c:v>
                </c:pt>
                <c:pt idx="47738">
                  <c:v>0.55252314814424608</c:v>
                </c:pt>
                <c:pt idx="47739">
                  <c:v>0.55253472222102573</c:v>
                </c:pt>
                <c:pt idx="47740">
                  <c:v>0.55254629629052943</c:v>
                </c:pt>
                <c:pt idx="47741">
                  <c:v>0.55255787036730908</c:v>
                </c:pt>
                <c:pt idx="47742">
                  <c:v>0.55256944444408873</c:v>
                </c:pt>
                <c:pt idx="47743">
                  <c:v>0.55258101851359243</c:v>
                </c:pt>
                <c:pt idx="47744">
                  <c:v>0.55259259259037208</c:v>
                </c:pt>
                <c:pt idx="47745">
                  <c:v>0.55260416666715173</c:v>
                </c:pt>
                <c:pt idx="47746">
                  <c:v>0.55261574073665543</c:v>
                </c:pt>
                <c:pt idx="47747">
                  <c:v>0.55262731481343508</c:v>
                </c:pt>
                <c:pt idx="47748">
                  <c:v>0.55263888889021473</c:v>
                </c:pt>
                <c:pt idx="47749">
                  <c:v>0.55265046295971842</c:v>
                </c:pt>
                <c:pt idx="47750">
                  <c:v>0.55266203703649808</c:v>
                </c:pt>
                <c:pt idx="47751">
                  <c:v>0.55267361110600177</c:v>
                </c:pt>
                <c:pt idx="47752">
                  <c:v>0.55268518518278142</c:v>
                </c:pt>
                <c:pt idx="47753">
                  <c:v>0.55269675925956108</c:v>
                </c:pt>
                <c:pt idx="47754">
                  <c:v>0.55270833332906477</c:v>
                </c:pt>
                <c:pt idx="47755">
                  <c:v>0.55271990740584442</c:v>
                </c:pt>
                <c:pt idx="47756">
                  <c:v>0.55273148148262408</c:v>
                </c:pt>
                <c:pt idx="47757">
                  <c:v>0.55274305555212777</c:v>
                </c:pt>
                <c:pt idx="47758">
                  <c:v>0.55275462962890742</c:v>
                </c:pt>
                <c:pt idx="47759">
                  <c:v>0.55276620369841112</c:v>
                </c:pt>
                <c:pt idx="47760">
                  <c:v>0.55277777777519077</c:v>
                </c:pt>
                <c:pt idx="47761">
                  <c:v>0.55278935185197042</c:v>
                </c:pt>
                <c:pt idx="47762">
                  <c:v>0.55280092592147412</c:v>
                </c:pt>
                <c:pt idx="47763">
                  <c:v>0.55281249999825377</c:v>
                </c:pt>
                <c:pt idx="47764">
                  <c:v>0.55282407407503342</c:v>
                </c:pt>
                <c:pt idx="47765">
                  <c:v>0.55283564814453712</c:v>
                </c:pt>
                <c:pt idx="47766">
                  <c:v>0.55284722222131677</c:v>
                </c:pt>
                <c:pt idx="47767">
                  <c:v>0.55285879629082046</c:v>
                </c:pt>
                <c:pt idx="47768">
                  <c:v>0.55287037036760012</c:v>
                </c:pt>
                <c:pt idx="47769">
                  <c:v>0.55288194444437977</c:v>
                </c:pt>
                <c:pt idx="47770">
                  <c:v>0.55289351851388346</c:v>
                </c:pt>
                <c:pt idx="47771">
                  <c:v>0.55290509259066312</c:v>
                </c:pt>
                <c:pt idx="47772">
                  <c:v>0.55291666666744277</c:v>
                </c:pt>
                <c:pt idx="47773">
                  <c:v>0.55292824073694646</c:v>
                </c:pt>
                <c:pt idx="47774">
                  <c:v>0.55293981481372612</c:v>
                </c:pt>
                <c:pt idx="47775">
                  <c:v>0.55295138888322981</c:v>
                </c:pt>
                <c:pt idx="47776">
                  <c:v>0.55296296296000946</c:v>
                </c:pt>
                <c:pt idx="47777">
                  <c:v>0.55297453703678912</c:v>
                </c:pt>
                <c:pt idx="47778">
                  <c:v>0.55298611110629281</c:v>
                </c:pt>
                <c:pt idx="47779">
                  <c:v>0.55299768518307246</c:v>
                </c:pt>
                <c:pt idx="47780">
                  <c:v>0.55300925925985212</c:v>
                </c:pt>
                <c:pt idx="47781">
                  <c:v>0.55302083332935581</c:v>
                </c:pt>
                <c:pt idx="47782">
                  <c:v>0.55303240740613546</c:v>
                </c:pt>
                <c:pt idx="47783">
                  <c:v>0.55304398147563916</c:v>
                </c:pt>
                <c:pt idx="47784">
                  <c:v>0.55305555555241881</c:v>
                </c:pt>
                <c:pt idx="47785">
                  <c:v>0.55306712962919846</c:v>
                </c:pt>
                <c:pt idx="47786">
                  <c:v>0.55307870369870216</c:v>
                </c:pt>
                <c:pt idx="47787">
                  <c:v>0.55309027777548181</c:v>
                </c:pt>
                <c:pt idx="47788">
                  <c:v>0.55310185185226146</c:v>
                </c:pt>
                <c:pt idx="47789">
                  <c:v>0.55311342592176516</c:v>
                </c:pt>
                <c:pt idx="47790">
                  <c:v>0.55312499999854481</c:v>
                </c:pt>
                <c:pt idx="47791">
                  <c:v>0.55313657407532446</c:v>
                </c:pt>
                <c:pt idx="47792">
                  <c:v>0.55314814814482816</c:v>
                </c:pt>
                <c:pt idx="47793">
                  <c:v>0.55315972222160781</c:v>
                </c:pt>
                <c:pt idx="47794">
                  <c:v>0.5531712962911115</c:v>
                </c:pt>
                <c:pt idx="47795">
                  <c:v>0.55318287036789116</c:v>
                </c:pt>
                <c:pt idx="47796">
                  <c:v>0.55319444444467081</c:v>
                </c:pt>
                <c:pt idx="47797">
                  <c:v>0.5532060185141745</c:v>
                </c:pt>
                <c:pt idx="47798">
                  <c:v>0.55321759259095415</c:v>
                </c:pt>
                <c:pt idx="47799">
                  <c:v>0.55322916666773381</c:v>
                </c:pt>
                <c:pt idx="47800">
                  <c:v>0.5532407407372375</c:v>
                </c:pt>
                <c:pt idx="47801">
                  <c:v>0.55325231481401715</c:v>
                </c:pt>
                <c:pt idx="47802">
                  <c:v>0.55326388888352085</c:v>
                </c:pt>
                <c:pt idx="47803">
                  <c:v>0.5532754629603005</c:v>
                </c:pt>
                <c:pt idx="47804">
                  <c:v>0.55328703703708015</c:v>
                </c:pt>
                <c:pt idx="47805">
                  <c:v>0.55329861110658385</c:v>
                </c:pt>
                <c:pt idx="47806">
                  <c:v>0.5533101851833635</c:v>
                </c:pt>
                <c:pt idx="47807">
                  <c:v>0.55332175926014315</c:v>
                </c:pt>
                <c:pt idx="47808">
                  <c:v>0.55333333332964685</c:v>
                </c:pt>
                <c:pt idx="47809">
                  <c:v>0.5533449074064265</c:v>
                </c:pt>
                <c:pt idx="47810">
                  <c:v>0.5533564814759302</c:v>
                </c:pt>
                <c:pt idx="47811">
                  <c:v>0.55336805555270985</c:v>
                </c:pt>
                <c:pt idx="47812">
                  <c:v>0.5533796296294895</c:v>
                </c:pt>
                <c:pt idx="47813">
                  <c:v>0.55339120369899319</c:v>
                </c:pt>
                <c:pt idx="47814">
                  <c:v>0.55340277777577285</c:v>
                </c:pt>
                <c:pt idx="47815">
                  <c:v>0.5534143518525525</c:v>
                </c:pt>
                <c:pt idx="47816">
                  <c:v>0.55342592592205619</c:v>
                </c:pt>
                <c:pt idx="47817">
                  <c:v>0.55343749999883585</c:v>
                </c:pt>
                <c:pt idx="47818">
                  <c:v>0.55344907406833954</c:v>
                </c:pt>
                <c:pt idx="47819">
                  <c:v>0.55346064814511919</c:v>
                </c:pt>
                <c:pt idx="47820">
                  <c:v>0.55347222222189885</c:v>
                </c:pt>
                <c:pt idx="47821">
                  <c:v>0.55348379629140254</c:v>
                </c:pt>
                <c:pt idx="47822">
                  <c:v>0.55349537036818219</c:v>
                </c:pt>
                <c:pt idx="47823">
                  <c:v>0.55350694444496185</c:v>
                </c:pt>
                <c:pt idx="47824">
                  <c:v>0.55351851851446554</c:v>
                </c:pt>
                <c:pt idx="47825">
                  <c:v>0.55353009259124519</c:v>
                </c:pt>
                <c:pt idx="47826">
                  <c:v>0.55354166666074889</c:v>
                </c:pt>
                <c:pt idx="47827">
                  <c:v>0.55355324073752854</c:v>
                </c:pt>
                <c:pt idx="47828">
                  <c:v>0.55356481481430819</c:v>
                </c:pt>
                <c:pt idx="47829">
                  <c:v>0.55357638888381189</c:v>
                </c:pt>
                <c:pt idx="47830">
                  <c:v>0.55358796296059154</c:v>
                </c:pt>
                <c:pt idx="47831">
                  <c:v>0.55359953703737119</c:v>
                </c:pt>
                <c:pt idx="47832">
                  <c:v>0.55361111110687489</c:v>
                </c:pt>
                <c:pt idx="47833">
                  <c:v>0.55362268518365454</c:v>
                </c:pt>
                <c:pt idx="47834">
                  <c:v>0.55363425926043419</c:v>
                </c:pt>
                <c:pt idx="47835">
                  <c:v>0.55364583332993789</c:v>
                </c:pt>
                <c:pt idx="47836">
                  <c:v>0.55365740740671754</c:v>
                </c:pt>
                <c:pt idx="47837">
                  <c:v>0.55366898147622123</c:v>
                </c:pt>
                <c:pt idx="47838">
                  <c:v>0.55368055555300089</c:v>
                </c:pt>
                <c:pt idx="47839">
                  <c:v>0.55369212962978054</c:v>
                </c:pt>
                <c:pt idx="47840">
                  <c:v>0.55370370369928423</c:v>
                </c:pt>
                <c:pt idx="47841">
                  <c:v>0.55371527777606389</c:v>
                </c:pt>
                <c:pt idx="47842">
                  <c:v>0.55372685185284354</c:v>
                </c:pt>
                <c:pt idx="47843">
                  <c:v>0.55373842592234723</c:v>
                </c:pt>
                <c:pt idx="47844">
                  <c:v>0.55374999999912689</c:v>
                </c:pt>
                <c:pt idx="47845">
                  <c:v>0.55376157406863058</c:v>
                </c:pt>
                <c:pt idx="47846">
                  <c:v>0.55377314814541023</c:v>
                </c:pt>
                <c:pt idx="47847">
                  <c:v>0.55378472222218988</c:v>
                </c:pt>
                <c:pt idx="47848">
                  <c:v>0.55379629629169358</c:v>
                </c:pt>
                <c:pt idx="47849">
                  <c:v>0.55380787036847323</c:v>
                </c:pt>
                <c:pt idx="47850">
                  <c:v>0.55381944444525288</c:v>
                </c:pt>
                <c:pt idx="47851">
                  <c:v>0.55383101851475658</c:v>
                </c:pt>
                <c:pt idx="47852">
                  <c:v>0.55384259259153623</c:v>
                </c:pt>
                <c:pt idx="47853">
                  <c:v>0.55385416666103993</c:v>
                </c:pt>
                <c:pt idx="47854">
                  <c:v>0.55386574073781958</c:v>
                </c:pt>
                <c:pt idx="47855">
                  <c:v>0.55387731481459923</c:v>
                </c:pt>
                <c:pt idx="47856">
                  <c:v>0.55388888888410293</c:v>
                </c:pt>
                <c:pt idx="47857">
                  <c:v>0.55390046296088258</c:v>
                </c:pt>
                <c:pt idx="47858">
                  <c:v>0.55391203703766223</c:v>
                </c:pt>
                <c:pt idx="47859">
                  <c:v>0.55392361110716593</c:v>
                </c:pt>
                <c:pt idx="47860">
                  <c:v>0.55393518518394558</c:v>
                </c:pt>
                <c:pt idx="47861">
                  <c:v>0.55394675925344927</c:v>
                </c:pt>
                <c:pt idx="47862">
                  <c:v>0.55395833333022892</c:v>
                </c:pt>
                <c:pt idx="47863">
                  <c:v>0.55396990740700858</c:v>
                </c:pt>
                <c:pt idx="47864">
                  <c:v>0.55398148147651227</c:v>
                </c:pt>
                <c:pt idx="47865">
                  <c:v>0.55399305555329192</c:v>
                </c:pt>
                <c:pt idx="47866">
                  <c:v>0.55400462963007158</c:v>
                </c:pt>
                <c:pt idx="47867">
                  <c:v>0.55401620369957527</c:v>
                </c:pt>
                <c:pt idx="47868">
                  <c:v>0.55402777777635492</c:v>
                </c:pt>
                <c:pt idx="47869">
                  <c:v>0.55403935185313458</c:v>
                </c:pt>
                <c:pt idx="47870">
                  <c:v>0.55405092592263827</c:v>
                </c:pt>
                <c:pt idx="47871">
                  <c:v>0.55406249999941792</c:v>
                </c:pt>
                <c:pt idx="47872">
                  <c:v>0.55407407406892162</c:v>
                </c:pt>
                <c:pt idx="47873">
                  <c:v>0.55408564814570127</c:v>
                </c:pt>
                <c:pt idx="47874">
                  <c:v>0.55409722222248092</c:v>
                </c:pt>
                <c:pt idx="47875">
                  <c:v>0.55410879629198462</c:v>
                </c:pt>
                <c:pt idx="47876">
                  <c:v>0.55412037036876427</c:v>
                </c:pt>
                <c:pt idx="47877">
                  <c:v>0.55413194444554392</c:v>
                </c:pt>
                <c:pt idx="47878">
                  <c:v>0.55414351851504762</c:v>
                </c:pt>
                <c:pt idx="47879">
                  <c:v>0.55415509259182727</c:v>
                </c:pt>
                <c:pt idx="47880">
                  <c:v>0.55416666666133096</c:v>
                </c:pt>
                <c:pt idx="47881">
                  <c:v>0.55417824073811062</c:v>
                </c:pt>
                <c:pt idx="47882">
                  <c:v>0.55418981481489027</c:v>
                </c:pt>
                <c:pt idx="47883">
                  <c:v>0.55420138888439396</c:v>
                </c:pt>
                <c:pt idx="47884">
                  <c:v>0.55421296296117362</c:v>
                </c:pt>
                <c:pt idx="47885">
                  <c:v>0.55422453703795327</c:v>
                </c:pt>
                <c:pt idx="47886">
                  <c:v>0.55423611110745696</c:v>
                </c:pt>
                <c:pt idx="47887">
                  <c:v>0.55424768518423662</c:v>
                </c:pt>
                <c:pt idx="47888">
                  <c:v>0.55425925925374031</c:v>
                </c:pt>
                <c:pt idx="47889">
                  <c:v>0.55427083333051996</c:v>
                </c:pt>
                <c:pt idx="47890">
                  <c:v>0.55428240740729962</c:v>
                </c:pt>
                <c:pt idx="47891">
                  <c:v>0.55429398147680331</c:v>
                </c:pt>
                <c:pt idx="47892">
                  <c:v>0.55430555555358296</c:v>
                </c:pt>
                <c:pt idx="47893">
                  <c:v>0.55431712963036261</c:v>
                </c:pt>
                <c:pt idx="47894">
                  <c:v>0.55432870369986631</c:v>
                </c:pt>
                <c:pt idx="47895">
                  <c:v>0.55434027777664596</c:v>
                </c:pt>
                <c:pt idx="47896">
                  <c:v>0.55435185184614966</c:v>
                </c:pt>
                <c:pt idx="47897">
                  <c:v>0.55436342592292931</c:v>
                </c:pt>
                <c:pt idx="47898">
                  <c:v>0.55437499999970896</c:v>
                </c:pt>
                <c:pt idx="47899">
                  <c:v>0.55438657406921266</c:v>
                </c:pt>
                <c:pt idx="47900">
                  <c:v>0.55439814814599231</c:v>
                </c:pt>
                <c:pt idx="47901">
                  <c:v>0.55440972222277196</c:v>
                </c:pt>
                <c:pt idx="47902">
                  <c:v>0.55442129629227566</c:v>
                </c:pt>
                <c:pt idx="47903">
                  <c:v>0.55443287036905531</c:v>
                </c:pt>
                <c:pt idx="47904">
                  <c:v>0.554444444438559</c:v>
                </c:pt>
                <c:pt idx="47905">
                  <c:v>0.55445601851533866</c:v>
                </c:pt>
                <c:pt idx="47906">
                  <c:v>0.55446759259211831</c:v>
                </c:pt>
                <c:pt idx="47907">
                  <c:v>0.554479166661622</c:v>
                </c:pt>
                <c:pt idx="47908">
                  <c:v>0.55449074073840166</c:v>
                </c:pt>
                <c:pt idx="47909">
                  <c:v>0.55450231481518131</c:v>
                </c:pt>
                <c:pt idx="47910">
                  <c:v>0.554513888884685</c:v>
                </c:pt>
                <c:pt idx="47911">
                  <c:v>0.55452546296146465</c:v>
                </c:pt>
                <c:pt idx="47912">
                  <c:v>0.55453703703824431</c:v>
                </c:pt>
                <c:pt idx="47913">
                  <c:v>0.554548611107748</c:v>
                </c:pt>
                <c:pt idx="47914">
                  <c:v>0.55456018518452765</c:v>
                </c:pt>
                <c:pt idx="47915">
                  <c:v>0.55457175925403135</c:v>
                </c:pt>
                <c:pt idx="47916">
                  <c:v>0.554583333330811</c:v>
                </c:pt>
                <c:pt idx="47917">
                  <c:v>0.55459490740759065</c:v>
                </c:pt>
                <c:pt idx="47918">
                  <c:v>0.55460648147709435</c:v>
                </c:pt>
                <c:pt idx="47919">
                  <c:v>0.554618055553874</c:v>
                </c:pt>
                <c:pt idx="47920">
                  <c:v>0.55462962963065365</c:v>
                </c:pt>
                <c:pt idx="47921">
                  <c:v>0.55464120370015735</c:v>
                </c:pt>
                <c:pt idx="47922">
                  <c:v>0.554652777776937</c:v>
                </c:pt>
                <c:pt idx="47923">
                  <c:v>0.5546643518464407</c:v>
                </c:pt>
                <c:pt idx="47924">
                  <c:v>0.55467592592322035</c:v>
                </c:pt>
                <c:pt idx="47925">
                  <c:v>0.5546875</c:v>
                </c:pt>
                <c:pt idx="47926">
                  <c:v>0.55469907406950369</c:v>
                </c:pt>
                <c:pt idx="47927">
                  <c:v>0.55471064814628335</c:v>
                </c:pt>
                <c:pt idx="47928">
                  <c:v>0.554722222223063</c:v>
                </c:pt>
                <c:pt idx="47929">
                  <c:v>0.55473379629256669</c:v>
                </c:pt>
                <c:pt idx="47930">
                  <c:v>0.55474537036934635</c:v>
                </c:pt>
                <c:pt idx="47931">
                  <c:v>0.55475694443885004</c:v>
                </c:pt>
                <c:pt idx="47932">
                  <c:v>0.55476851851562969</c:v>
                </c:pt>
                <c:pt idx="47933">
                  <c:v>0.55478009259240935</c:v>
                </c:pt>
                <c:pt idx="47934">
                  <c:v>0.55479166666191304</c:v>
                </c:pt>
                <c:pt idx="47935">
                  <c:v>0.55480324073869269</c:v>
                </c:pt>
                <c:pt idx="47936">
                  <c:v>0.55481481481547235</c:v>
                </c:pt>
                <c:pt idx="47937">
                  <c:v>0.55482638888497604</c:v>
                </c:pt>
                <c:pt idx="47938">
                  <c:v>0.55483796296175569</c:v>
                </c:pt>
                <c:pt idx="47939">
                  <c:v>0.55484953703125939</c:v>
                </c:pt>
                <c:pt idx="47940">
                  <c:v>0.55486111110803904</c:v>
                </c:pt>
                <c:pt idx="47941">
                  <c:v>0.55487268518481869</c:v>
                </c:pt>
                <c:pt idx="47942">
                  <c:v>0.55488425925432239</c:v>
                </c:pt>
                <c:pt idx="47943">
                  <c:v>0.55489583333110204</c:v>
                </c:pt>
                <c:pt idx="47944">
                  <c:v>0.55490740740788169</c:v>
                </c:pt>
                <c:pt idx="47945">
                  <c:v>0.55491898147738539</c:v>
                </c:pt>
                <c:pt idx="47946">
                  <c:v>0.55493055555416504</c:v>
                </c:pt>
                <c:pt idx="47947">
                  <c:v>0.55494212963094469</c:v>
                </c:pt>
                <c:pt idx="47948">
                  <c:v>0.55495370370044839</c:v>
                </c:pt>
                <c:pt idx="47949">
                  <c:v>0.55496527777722804</c:v>
                </c:pt>
                <c:pt idx="47950">
                  <c:v>0.55497685184673173</c:v>
                </c:pt>
                <c:pt idx="47951">
                  <c:v>0.55498842592351139</c:v>
                </c:pt>
                <c:pt idx="47952">
                  <c:v>0.55500000000029104</c:v>
                </c:pt>
                <c:pt idx="47953">
                  <c:v>0.55501157406979473</c:v>
                </c:pt>
                <c:pt idx="47954">
                  <c:v>0.55502314814657439</c:v>
                </c:pt>
                <c:pt idx="47955">
                  <c:v>0.55503472222335404</c:v>
                </c:pt>
                <c:pt idx="47956">
                  <c:v>0.55504629629285773</c:v>
                </c:pt>
                <c:pt idx="47957">
                  <c:v>0.55505787036963739</c:v>
                </c:pt>
                <c:pt idx="47958">
                  <c:v>0.55506944443914108</c:v>
                </c:pt>
                <c:pt idx="47959">
                  <c:v>0.55508101851592073</c:v>
                </c:pt>
                <c:pt idx="47960">
                  <c:v>0.55509259259270038</c:v>
                </c:pt>
                <c:pt idx="47961">
                  <c:v>0.55510416666220408</c:v>
                </c:pt>
                <c:pt idx="47962">
                  <c:v>0.55511574073898373</c:v>
                </c:pt>
                <c:pt idx="47963">
                  <c:v>0.55512731481576338</c:v>
                </c:pt>
                <c:pt idx="47964">
                  <c:v>0.55513888888526708</c:v>
                </c:pt>
                <c:pt idx="47965">
                  <c:v>0.55515046296204673</c:v>
                </c:pt>
                <c:pt idx="47966">
                  <c:v>0.55516203703155043</c:v>
                </c:pt>
                <c:pt idx="47967">
                  <c:v>0.55517361110833008</c:v>
                </c:pt>
                <c:pt idx="47968">
                  <c:v>0.55518518518510973</c:v>
                </c:pt>
                <c:pt idx="47969">
                  <c:v>0.55519675925461343</c:v>
                </c:pt>
                <c:pt idx="47970">
                  <c:v>0.55520833333139308</c:v>
                </c:pt>
                <c:pt idx="47971">
                  <c:v>0.55521990740817273</c:v>
                </c:pt>
                <c:pt idx="47972">
                  <c:v>0.55523148147767643</c:v>
                </c:pt>
                <c:pt idx="47973">
                  <c:v>0.55524305555445608</c:v>
                </c:pt>
                <c:pt idx="47974">
                  <c:v>0.55525462962395977</c:v>
                </c:pt>
                <c:pt idx="47975">
                  <c:v>0.55526620370073942</c:v>
                </c:pt>
                <c:pt idx="47976">
                  <c:v>0.55527777777751908</c:v>
                </c:pt>
                <c:pt idx="47977">
                  <c:v>0.55528935184702277</c:v>
                </c:pt>
                <c:pt idx="47978">
                  <c:v>0.55530092592380242</c:v>
                </c:pt>
                <c:pt idx="47979">
                  <c:v>0.55531250000058208</c:v>
                </c:pt>
                <c:pt idx="47980">
                  <c:v>0.55532407407008577</c:v>
                </c:pt>
                <c:pt idx="47981">
                  <c:v>0.55533564814686542</c:v>
                </c:pt>
                <c:pt idx="47982">
                  <c:v>0.55534722221636912</c:v>
                </c:pt>
                <c:pt idx="47983">
                  <c:v>0.55535879629314877</c:v>
                </c:pt>
                <c:pt idx="47984">
                  <c:v>0.55537037036992842</c:v>
                </c:pt>
                <c:pt idx="47985">
                  <c:v>0.55538194443943212</c:v>
                </c:pt>
                <c:pt idx="47986">
                  <c:v>0.55539351851621177</c:v>
                </c:pt>
                <c:pt idx="47987">
                  <c:v>0.55540509259299142</c:v>
                </c:pt>
                <c:pt idx="47988">
                  <c:v>0.55541666666249512</c:v>
                </c:pt>
                <c:pt idx="47989">
                  <c:v>0.55542824073927477</c:v>
                </c:pt>
                <c:pt idx="47990">
                  <c:v>0.55543981481605442</c:v>
                </c:pt>
                <c:pt idx="47991">
                  <c:v>0.55545138888555812</c:v>
                </c:pt>
                <c:pt idx="47992">
                  <c:v>0.55546296296233777</c:v>
                </c:pt>
                <c:pt idx="47993">
                  <c:v>0.55547453703184146</c:v>
                </c:pt>
                <c:pt idx="47994">
                  <c:v>0.55548611110862112</c:v>
                </c:pt>
                <c:pt idx="47995">
                  <c:v>0.55549768518540077</c:v>
                </c:pt>
                <c:pt idx="47996">
                  <c:v>0.55550925925490446</c:v>
                </c:pt>
                <c:pt idx="47997">
                  <c:v>0.55552083333168412</c:v>
                </c:pt>
                <c:pt idx="47998">
                  <c:v>0.55553240740846377</c:v>
                </c:pt>
                <c:pt idx="47999">
                  <c:v>0.55554398147796746</c:v>
                </c:pt>
                <c:pt idx="48000">
                  <c:v>0.55555555555474712</c:v>
                </c:pt>
                <c:pt idx="48001">
                  <c:v>0.55556712962425081</c:v>
                </c:pt>
                <c:pt idx="48002">
                  <c:v>0.55557870370103046</c:v>
                </c:pt>
                <c:pt idx="48003">
                  <c:v>0.55559027777781012</c:v>
                </c:pt>
                <c:pt idx="48004">
                  <c:v>0.55560185184731381</c:v>
                </c:pt>
                <c:pt idx="48005">
                  <c:v>0.55561342592409346</c:v>
                </c:pt>
                <c:pt idx="48006">
                  <c:v>0.55562500000087311</c:v>
                </c:pt>
                <c:pt idx="48007">
                  <c:v>0.55563657407037681</c:v>
                </c:pt>
                <c:pt idx="48008">
                  <c:v>0.55564814814715646</c:v>
                </c:pt>
                <c:pt idx="48009">
                  <c:v>0.55565972221666016</c:v>
                </c:pt>
                <c:pt idx="48010">
                  <c:v>0.55567129629343981</c:v>
                </c:pt>
                <c:pt idx="48011">
                  <c:v>0.55568287037021946</c:v>
                </c:pt>
                <c:pt idx="48012">
                  <c:v>0.55569444443972316</c:v>
                </c:pt>
                <c:pt idx="48013">
                  <c:v>0.55570601851650281</c:v>
                </c:pt>
                <c:pt idx="48014">
                  <c:v>0.55571759259328246</c:v>
                </c:pt>
                <c:pt idx="48015">
                  <c:v>0.55572916666278616</c:v>
                </c:pt>
                <c:pt idx="48016">
                  <c:v>0.55574074073956581</c:v>
                </c:pt>
                <c:pt idx="48017">
                  <c:v>0.5557523148090695</c:v>
                </c:pt>
                <c:pt idx="48018">
                  <c:v>0.55576388888584916</c:v>
                </c:pt>
                <c:pt idx="48019">
                  <c:v>0.55577546296262881</c:v>
                </c:pt>
                <c:pt idx="48020">
                  <c:v>0.5557870370321325</c:v>
                </c:pt>
                <c:pt idx="48021">
                  <c:v>0.55579861110891216</c:v>
                </c:pt>
                <c:pt idx="48022">
                  <c:v>0.55581018518569181</c:v>
                </c:pt>
                <c:pt idx="48023">
                  <c:v>0.5558217592551955</c:v>
                </c:pt>
                <c:pt idx="48024">
                  <c:v>0.55583333333197515</c:v>
                </c:pt>
                <c:pt idx="48025">
                  <c:v>0.55584490740147885</c:v>
                </c:pt>
                <c:pt idx="48026">
                  <c:v>0.5558564814782585</c:v>
                </c:pt>
                <c:pt idx="48027">
                  <c:v>0.55586805555503815</c:v>
                </c:pt>
                <c:pt idx="48028">
                  <c:v>0.55587962962454185</c:v>
                </c:pt>
                <c:pt idx="48029">
                  <c:v>0.5558912037013215</c:v>
                </c:pt>
                <c:pt idx="48030">
                  <c:v>0.55590277777810115</c:v>
                </c:pt>
                <c:pt idx="48031">
                  <c:v>0.55591435184760485</c:v>
                </c:pt>
                <c:pt idx="48032">
                  <c:v>0.5559259259243845</c:v>
                </c:pt>
                <c:pt idx="48033">
                  <c:v>0.55593750000116415</c:v>
                </c:pt>
                <c:pt idx="48034">
                  <c:v>0.55594907407066785</c:v>
                </c:pt>
                <c:pt idx="48035">
                  <c:v>0.5559606481474475</c:v>
                </c:pt>
                <c:pt idx="48036">
                  <c:v>0.5559722222169512</c:v>
                </c:pt>
                <c:pt idx="48037">
                  <c:v>0.55598379629373085</c:v>
                </c:pt>
                <c:pt idx="48038">
                  <c:v>0.5559953703705105</c:v>
                </c:pt>
                <c:pt idx="48039">
                  <c:v>0.55600694444001419</c:v>
                </c:pt>
                <c:pt idx="48040">
                  <c:v>0.55601851851679385</c:v>
                </c:pt>
                <c:pt idx="48041">
                  <c:v>0.5560300925935735</c:v>
                </c:pt>
                <c:pt idx="48042">
                  <c:v>0.55604166666307719</c:v>
                </c:pt>
                <c:pt idx="48043">
                  <c:v>0.55605324073985685</c:v>
                </c:pt>
                <c:pt idx="48044">
                  <c:v>0.55606481480936054</c:v>
                </c:pt>
                <c:pt idx="48045">
                  <c:v>0.55607638888614019</c:v>
                </c:pt>
                <c:pt idx="48046">
                  <c:v>0.55608796296291985</c:v>
                </c:pt>
                <c:pt idx="48047">
                  <c:v>0.55609953703242354</c:v>
                </c:pt>
                <c:pt idx="48048">
                  <c:v>0.55611111110920319</c:v>
                </c:pt>
                <c:pt idx="48049">
                  <c:v>0.55612268518598285</c:v>
                </c:pt>
                <c:pt idx="48050">
                  <c:v>0.55613425925548654</c:v>
                </c:pt>
                <c:pt idx="48051">
                  <c:v>0.55614583333226619</c:v>
                </c:pt>
                <c:pt idx="48052">
                  <c:v>0.55615740740176989</c:v>
                </c:pt>
                <c:pt idx="48053">
                  <c:v>0.55616898147854954</c:v>
                </c:pt>
                <c:pt idx="48054">
                  <c:v>0.55618055555532919</c:v>
                </c:pt>
                <c:pt idx="48055">
                  <c:v>0.55619212962483289</c:v>
                </c:pt>
                <c:pt idx="48056">
                  <c:v>0.55620370370161254</c:v>
                </c:pt>
                <c:pt idx="48057">
                  <c:v>0.55621527777839219</c:v>
                </c:pt>
                <c:pt idx="48058">
                  <c:v>0.55622685184789589</c:v>
                </c:pt>
                <c:pt idx="48059">
                  <c:v>0.55623842592467554</c:v>
                </c:pt>
                <c:pt idx="48060">
                  <c:v>0.55624999999417923</c:v>
                </c:pt>
                <c:pt idx="48061">
                  <c:v>0.55626157407095889</c:v>
                </c:pt>
                <c:pt idx="48062">
                  <c:v>0.55627314814773854</c:v>
                </c:pt>
                <c:pt idx="48063">
                  <c:v>0.55628472221724223</c:v>
                </c:pt>
                <c:pt idx="48064">
                  <c:v>0.55629629629402189</c:v>
                </c:pt>
                <c:pt idx="48065">
                  <c:v>0.55630787037080154</c:v>
                </c:pt>
                <c:pt idx="48066">
                  <c:v>0.55631944444030523</c:v>
                </c:pt>
                <c:pt idx="48067">
                  <c:v>0.55633101851708489</c:v>
                </c:pt>
                <c:pt idx="48068">
                  <c:v>0.55634259259386454</c:v>
                </c:pt>
                <c:pt idx="48069">
                  <c:v>0.55635416666336823</c:v>
                </c:pt>
                <c:pt idx="48070">
                  <c:v>0.55636574074014788</c:v>
                </c:pt>
                <c:pt idx="48071">
                  <c:v>0.55637731480965158</c:v>
                </c:pt>
                <c:pt idx="48072">
                  <c:v>0.55638888888643123</c:v>
                </c:pt>
                <c:pt idx="48073">
                  <c:v>0.55640046296321088</c:v>
                </c:pt>
                <c:pt idx="48074">
                  <c:v>0.55641203703271458</c:v>
                </c:pt>
                <c:pt idx="48075">
                  <c:v>0.55642361110949423</c:v>
                </c:pt>
                <c:pt idx="48076">
                  <c:v>0.55643518518627388</c:v>
                </c:pt>
                <c:pt idx="48077">
                  <c:v>0.55644675925577758</c:v>
                </c:pt>
                <c:pt idx="48078">
                  <c:v>0.55645833333255723</c:v>
                </c:pt>
                <c:pt idx="48079">
                  <c:v>0.55646990740206093</c:v>
                </c:pt>
                <c:pt idx="48080">
                  <c:v>0.55648148147884058</c:v>
                </c:pt>
                <c:pt idx="48081">
                  <c:v>0.55649305555562023</c:v>
                </c:pt>
                <c:pt idx="48082">
                  <c:v>0.55650462962512393</c:v>
                </c:pt>
                <c:pt idx="48083">
                  <c:v>0.55651620370190358</c:v>
                </c:pt>
                <c:pt idx="48084">
                  <c:v>0.55652777777868323</c:v>
                </c:pt>
                <c:pt idx="48085">
                  <c:v>0.55653935184818693</c:v>
                </c:pt>
                <c:pt idx="48086">
                  <c:v>0.55655092592496658</c:v>
                </c:pt>
                <c:pt idx="48087">
                  <c:v>0.55656249999447027</c:v>
                </c:pt>
                <c:pt idx="48088">
                  <c:v>0.55657407407124992</c:v>
                </c:pt>
                <c:pt idx="48089">
                  <c:v>0.55658564814802958</c:v>
                </c:pt>
                <c:pt idx="48090">
                  <c:v>0.55659722221753327</c:v>
                </c:pt>
                <c:pt idx="48091">
                  <c:v>0.55660879629431292</c:v>
                </c:pt>
                <c:pt idx="48092">
                  <c:v>0.55662037037109258</c:v>
                </c:pt>
                <c:pt idx="48093">
                  <c:v>0.55663194444059627</c:v>
                </c:pt>
                <c:pt idx="48094">
                  <c:v>0.55664351851737592</c:v>
                </c:pt>
                <c:pt idx="48095">
                  <c:v>0.55665509258687962</c:v>
                </c:pt>
                <c:pt idx="48096">
                  <c:v>0.55666666666365927</c:v>
                </c:pt>
                <c:pt idx="48097">
                  <c:v>0.55667824074043892</c:v>
                </c:pt>
                <c:pt idx="48098">
                  <c:v>0.55668981480994262</c:v>
                </c:pt>
                <c:pt idx="48099">
                  <c:v>0.55670138888672227</c:v>
                </c:pt>
                <c:pt idx="48100">
                  <c:v>0.55671296296350192</c:v>
                </c:pt>
                <c:pt idx="48101">
                  <c:v>0.55672453703300562</c:v>
                </c:pt>
                <c:pt idx="48102">
                  <c:v>0.55673611110978527</c:v>
                </c:pt>
                <c:pt idx="48103">
                  <c:v>0.55674768517928896</c:v>
                </c:pt>
                <c:pt idx="48104">
                  <c:v>0.55675925925606862</c:v>
                </c:pt>
                <c:pt idx="48105">
                  <c:v>0.55677083333284827</c:v>
                </c:pt>
                <c:pt idx="48106">
                  <c:v>0.55678240740235196</c:v>
                </c:pt>
                <c:pt idx="48107">
                  <c:v>0.55679398147913162</c:v>
                </c:pt>
                <c:pt idx="48108">
                  <c:v>0.55680555555591127</c:v>
                </c:pt>
                <c:pt idx="48109">
                  <c:v>0.55681712962541496</c:v>
                </c:pt>
                <c:pt idx="48110">
                  <c:v>0.55682870370219462</c:v>
                </c:pt>
                <c:pt idx="48111">
                  <c:v>0.55684027777897427</c:v>
                </c:pt>
                <c:pt idx="48112">
                  <c:v>0.55685185184847796</c:v>
                </c:pt>
                <c:pt idx="48113">
                  <c:v>0.55686342592525762</c:v>
                </c:pt>
                <c:pt idx="48114">
                  <c:v>0.55687499999476131</c:v>
                </c:pt>
                <c:pt idx="48115">
                  <c:v>0.55688657407154096</c:v>
                </c:pt>
                <c:pt idx="48116">
                  <c:v>0.55689814814832062</c:v>
                </c:pt>
                <c:pt idx="48117">
                  <c:v>0.55690972221782431</c:v>
                </c:pt>
                <c:pt idx="48118">
                  <c:v>0.55692129629460396</c:v>
                </c:pt>
                <c:pt idx="48119">
                  <c:v>0.55693287037138361</c:v>
                </c:pt>
                <c:pt idx="48120">
                  <c:v>0.55694444444088731</c:v>
                </c:pt>
                <c:pt idx="48121">
                  <c:v>0.55695601851766696</c:v>
                </c:pt>
                <c:pt idx="48122">
                  <c:v>0.55696759258717066</c:v>
                </c:pt>
                <c:pt idx="48123">
                  <c:v>0.55697916666395031</c:v>
                </c:pt>
                <c:pt idx="48124">
                  <c:v>0.55699074074072996</c:v>
                </c:pt>
                <c:pt idx="48125">
                  <c:v>0.55700231481023366</c:v>
                </c:pt>
                <c:pt idx="48126">
                  <c:v>0.55701388888701331</c:v>
                </c:pt>
                <c:pt idx="48127">
                  <c:v>0.55702546296379296</c:v>
                </c:pt>
                <c:pt idx="48128">
                  <c:v>0.55703703703329666</c:v>
                </c:pt>
                <c:pt idx="48129">
                  <c:v>0.55704861111007631</c:v>
                </c:pt>
                <c:pt idx="48130">
                  <c:v>0.55706018517958</c:v>
                </c:pt>
                <c:pt idx="48131">
                  <c:v>0.55707175925635966</c:v>
                </c:pt>
                <c:pt idx="48132">
                  <c:v>0.55708333333313931</c:v>
                </c:pt>
                <c:pt idx="48133">
                  <c:v>0.557094907402643</c:v>
                </c:pt>
                <c:pt idx="48134">
                  <c:v>0.55710648147942265</c:v>
                </c:pt>
                <c:pt idx="48135">
                  <c:v>0.55711805555620231</c:v>
                </c:pt>
                <c:pt idx="48136">
                  <c:v>0.557129629625706</c:v>
                </c:pt>
                <c:pt idx="48137">
                  <c:v>0.55714120370248565</c:v>
                </c:pt>
                <c:pt idx="48138">
                  <c:v>0.55715277777198935</c:v>
                </c:pt>
                <c:pt idx="48139">
                  <c:v>0.557164351848769</c:v>
                </c:pt>
                <c:pt idx="48140">
                  <c:v>0.55717592592554865</c:v>
                </c:pt>
                <c:pt idx="48141">
                  <c:v>0.55718749999505235</c:v>
                </c:pt>
                <c:pt idx="48142">
                  <c:v>0.557199074071832</c:v>
                </c:pt>
                <c:pt idx="48143">
                  <c:v>0.55721064814861165</c:v>
                </c:pt>
                <c:pt idx="48144">
                  <c:v>0.55722222221811535</c:v>
                </c:pt>
                <c:pt idx="48145">
                  <c:v>0.557233796294895</c:v>
                </c:pt>
                <c:pt idx="48146">
                  <c:v>0.55724537037167465</c:v>
                </c:pt>
                <c:pt idx="48147">
                  <c:v>0.55725694444117835</c:v>
                </c:pt>
                <c:pt idx="48148">
                  <c:v>0.557268518517958</c:v>
                </c:pt>
                <c:pt idx="48149">
                  <c:v>0.5572800925874617</c:v>
                </c:pt>
                <c:pt idx="48150">
                  <c:v>0.55729166666424135</c:v>
                </c:pt>
                <c:pt idx="48151">
                  <c:v>0.557303240741021</c:v>
                </c:pt>
                <c:pt idx="48152">
                  <c:v>0.55731481481052469</c:v>
                </c:pt>
                <c:pt idx="48153">
                  <c:v>0.55732638888730435</c:v>
                </c:pt>
                <c:pt idx="48154">
                  <c:v>0.557337962964084</c:v>
                </c:pt>
                <c:pt idx="48155">
                  <c:v>0.55734953703358769</c:v>
                </c:pt>
                <c:pt idx="48156">
                  <c:v>0.55736111111036735</c:v>
                </c:pt>
                <c:pt idx="48157">
                  <c:v>0.55737268517987104</c:v>
                </c:pt>
                <c:pt idx="48158">
                  <c:v>0.55738425925665069</c:v>
                </c:pt>
                <c:pt idx="48159">
                  <c:v>0.55739583333343035</c:v>
                </c:pt>
                <c:pt idx="48160">
                  <c:v>0.55740740740293404</c:v>
                </c:pt>
                <c:pt idx="48161">
                  <c:v>0.55741898147971369</c:v>
                </c:pt>
                <c:pt idx="48162">
                  <c:v>0.55743055555649335</c:v>
                </c:pt>
                <c:pt idx="48163">
                  <c:v>0.55744212962599704</c:v>
                </c:pt>
                <c:pt idx="48164">
                  <c:v>0.55745370370277669</c:v>
                </c:pt>
                <c:pt idx="48165">
                  <c:v>0.55746527777228039</c:v>
                </c:pt>
                <c:pt idx="48166">
                  <c:v>0.55747685184906004</c:v>
                </c:pt>
                <c:pt idx="48167">
                  <c:v>0.55748842592583969</c:v>
                </c:pt>
                <c:pt idx="48168">
                  <c:v>0.55749999999534339</c:v>
                </c:pt>
                <c:pt idx="48169">
                  <c:v>0.55751157407212304</c:v>
                </c:pt>
                <c:pt idx="48170">
                  <c:v>0.55752314814890269</c:v>
                </c:pt>
                <c:pt idx="48171">
                  <c:v>0.55753472221840639</c:v>
                </c:pt>
                <c:pt idx="48172">
                  <c:v>0.55754629629518604</c:v>
                </c:pt>
                <c:pt idx="48173">
                  <c:v>0.55755787036468973</c:v>
                </c:pt>
                <c:pt idx="48174">
                  <c:v>0.55756944444146939</c:v>
                </c:pt>
                <c:pt idx="48175">
                  <c:v>0.55758101851824904</c:v>
                </c:pt>
                <c:pt idx="48176">
                  <c:v>0.55759259258775273</c:v>
                </c:pt>
                <c:pt idx="48177">
                  <c:v>0.55760416666453239</c:v>
                </c:pt>
                <c:pt idx="48178">
                  <c:v>0.55761574074131204</c:v>
                </c:pt>
                <c:pt idx="48179">
                  <c:v>0.55762731481081573</c:v>
                </c:pt>
                <c:pt idx="48180">
                  <c:v>0.55763888888759539</c:v>
                </c:pt>
                <c:pt idx="48181">
                  <c:v>0.55765046295709908</c:v>
                </c:pt>
                <c:pt idx="48182">
                  <c:v>0.55766203703387873</c:v>
                </c:pt>
                <c:pt idx="48183">
                  <c:v>0.55767361111065838</c:v>
                </c:pt>
                <c:pt idx="48184">
                  <c:v>0.55768518518016208</c:v>
                </c:pt>
                <c:pt idx="48185">
                  <c:v>0.55769675925694173</c:v>
                </c:pt>
                <c:pt idx="48186">
                  <c:v>0.55770833333372138</c:v>
                </c:pt>
                <c:pt idx="48187">
                  <c:v>0.55771990740322508</c:v>
                </c:pt>
                <c:pt idx="48188">
                  <c:v>0.55773148148000473</c:v>
                </c:pt>
                <c:pt idx="48189">
                  <c:v>0.55774305555678438</c:v>
                </c:pt>
                <c:pt idx="48190">
                  <c:v>0.55775462962628808</c:v>
                </c:pt>
                <c:pt idx="48191">
                  <c:v>0.55776620370306773</c:v>
                </c:pt>
                <c:pt idx="48192">
                  <c:v>0.55777777777257143</c:v>
                </c:pt>
                <c:pt idx="48193">
                  <c:v>0.55778935184935108</c:v>
                </c:pt>
                <c:pt idx="48194">
                  <c:v>0.55780092592613073</c:v>
                </c:pt>
                <c:pt idx="48195">
                  <c:v>0.55781249999563443</c:v>
                </c:pt>
                <c:pt idx="48196">
                  <c:v>0.55782407407241408</c:v>
                </c:pt>
                <c:pt idx="48197">
                  <c:v>0.55783564814919373</c:v>
                </c:pt>
                <c:pt idx="48198">
                  <c:v>0.55784722221869742</c:v>
                </c:pt>
                <c:pt idx="48199">
                  <c:v>0.55785879629547708</c:v>
                </c:pt>
                <c:pt idx="48200">
                  <c:v>0.55787037036498077</c:v>
                </c:pt>
                <c:pt idx="48201">
                  <c:v>0.55788194444176042</c:v>
                </c:pt>
                <c:pt idx="48202">
                  <c:v>0.55789351851854008</c:v>
                </c:pt>
                <c:pt idx="48203">
                  <c:v>0.55790509258804377</c:v>
                </c:pt>
                <c:pt idx="48204">
                  <c:v>0.55791666666482342</c:v>
                </c:pt>
                <c:pt idx="48205">
                  <c:v>0.55792824074160308</c:v>
                </c:pt>
                <c:pt idx="48206">
                  <c:v>0.55793981481110677</c:v>
                </c:pt>
                <c:pt idx="48207">
                  <c:v>0.55795138888788642</c:v>
                </c:pt>
                <c:pt idx="48208">
                  <c:v>0.55796296295739012</c:v>
                </c:pt>
                <c:pt idx="48209">
                  <c:v>0.55797453703416977</c:v>
                </c:pt>
                <c:pt idx="48210">
                  <c:v>0.55798611111094942</c:v>
                </c:pt>
                <c:pt idx="48211">
                  <c:v>0.55799768518045312</c:v>
                </c:pt>
                <c:pt idx="48212">
                  <c:v>0.55800925925723277</c:v>
                </c:pt>
                <c:pt idx="48213">
                  <c:v>0.55802083333401242</c:v>
                </c:pt>
                <c:pt idx="48214">
                  <c:v>0.55803240740351612</c:v>
                </c:pt>
                <c:pt idx="48215">
                  <c:v>0.55804398148029577</c:v>
                </c:pt>
                <c:pt idx="48216">
                  <c:v>0.55805555554979946</c:v>
                </c:pt>
                <c:pt idx="48217">
                  <c:v>0.55806712962657912</c:v>
                </c:pt>
                <c:pt idx="48218">
                  <c:v>0.55807870370335877</c:v>
                </c:pt>
                <c:pt idx="48219">
                  <c:v>0.55809027777286246</c:v>
                </c:pt>
                <c:pt idx="48220">
                  <c:v>0.55810185184964212</c:v>
                </c:pt>
                <c:pt idx="48221">
                  <c:v>0.55811342592642177</c:v>
                </c:pt>
                <c:pt idx="48222">
                  <c:v>0.55812499999592546</c:v>
                </c:pt>
                <c:pt idx="48223">
                  <c:v>0.55813657407270512</c:v>
                </c:pt>
                <c:pt idx="48224">
                  <c:v>0.55814814814948477</c:v>
                </c:pt>
                <c:pt idx="48225">
                  <c:v>0.55815972221898846</c:v>
                </c:pt>
                <c:pt idx="48226">
                  <c:v>0.55817129629576812</c:v>
                </c:pt>
                <c:pt idx="48227">
                  <c:v>0.55818287036527181</c:v>
                </c:pt>
                <c:pt idx="48228">
                  <c:v>0.55819444444205146</c:v>
                </c:pt>
                <c:pt idx="48229">
                  <c:v>0.55820601851883112</c:v>
                </c:pt>
                <c:pt idx="48230">
                  <c:v>0.55821759258833481</c:v>
                </c:pt>
                <c:pt idx="48231">
                  <c:v>0.55822916666511446</c:v>
                </c:pt>
                <c:pt idx="48232">
                  <c:v>0.55824074074189411</c:v>
                </c:pt>
                <c:pt idx="48233">
                  <c:v>0.55825231481139781</c:v>
                </c:pt>
                <c:pt idx="48234">
                  <c:v>0.55826388888817746</c:v>
                </c:pt>
                <c:pt idx="48235">
                  <c:v>0.55827546295768116</c:v>
                </c:pt>
                <c:pt idx="48236">
                  <c:v>0.55828703703446081</c:v>
                </c:pt>
                <c:pt idx="48237">
                  <c:v>0.55829861111124046</c:v>
                </c:pt>
                <c:pt idx="48238">
                  <c:v>0.55831018518074416</c:v>
                </c:pt>
                <c:pt idx="48239">
                  <c:v>0.55832175925752381</c:v>
                </c:pt>
                <c:pt idx="48240">
                  <c:v>0.55833333333430346</c:v>
                </c:pt>
                <c:pt idx="48241">
                  <c:v>0.55834490740380716</c:v>
                </c:pt>
                <c:pt idx="48242">
                  <c:v>0.55835648148058681</c:v>
                </c:pt>
                <c:pt idx="48243">
                  <c:v>0.5583680555500905</c:v>
                </c:pt>
                <c:pt idx="48244">
                  <c:v>0.55837962962687016</c:v>
                </c:pt>
                <c:pt idx="48245">
                  <c:v>0.55839120370364981</c:v>
                </c:pt>
                <c:pt idx="48246">
                  <c:v>0.5584027777731535</c:v>
                </c:pt>
                <c:pt idx="48247">
                  <c:v>0.55841435184993315</c:v>
                </c:pt>
                <c:pt idx="48248">
                  <c:v>0.55842592592671281</c:v>
                </c:pt>
                <c:pt idx="48249">
                  <c:v>0.5584374999962165</c:v>
                </c:pt>
                <c:pt idx="48250">
                  <c:v>0.55844907407299615</c:v>
                </c:pt>
                <c:pt idx="48251">
                  <c:v>0.55846064814249985</c:v>
                </c:pt>
                <c:pt idx="48252">
                  <c:v>0.5584722222192795</c:v>
                </c:pt>
                <c:pt idx="48253">
                  <c:v>0.55848379629605915</c:v>
                </c:pt>
                <c:pt idx="48254">
                  <c:v>0.55849537036556285</c:v>
                </c:pt>
                <c:pt idx="48255">
                  <c:v>0.5585069444423425</c:v>
                </c:pt>
                <c:pt idx="48256">
                  <c:v>0.55851851851912215</c:v>
                </c:pt>
                <c:pt idx="48257">
                  <c:v>0.55853009258862585</c:v>
                </c:pt>
                <c:pt idx="48258">
                  <c:v>0.5585416666654055</c:v>
                </c:pt>
                <c:pt idx="48259">
                  <c:v>0.5585532407349092</c:v>
                </c:pt>
                <c:pt idx="48260">
                  <c:v>0.55856481481168885</c:v>
                </c:pt>
                <c:pt idx="48261">
                  <c:v>0.5585763888884685</c:v>
                </c:pt>
                <c:pt idx="48262">
                  <c:v>0.55858796295797219</c:v>
                </c:pt>
                <c:pt idx="48263">
                  <c:v>0.55859953703475185</c:v>
                </c:pt>
                <c:pt idx="48264">
                  <c:v>0.5586111111115315</c:v>
                </c:pt>
                <c:pt idx="48265">
                  <c:v>0.55862268518103519</c:v>
                </c:pt>
                <c:pt idx="48266">
                  <c:v>0.55863425925781485</c:v>
                </c:pt>
                <c:pt idx="48267">
                  <c:v>0.5586458333345945</c:v>
                </c:pt>
                <c:pt idx="48268">
                  <c:v>0.55865740740409819</c:v>
                </c:pt>
                <c:pt idx="48269">
                  <c:v>0.55866898148087785</c:v>
                </c:pt>
                <c:pt idx="48270">
                  <c:v>0.55868055555038154</c:v>
                </c:pt>
                <c:pt idx="48271">
                  <c:v>0.55869212962716119</c:v>
                </c:pt>
                <c:pt idx="48272">
                  <c:v>0.55870370370394085</c:v>
                </c:pt>
                <c:pt idx="48273">
                  <c:v>0.55871527777344454</c:v>
                </c:pt>
                <c:pt idx="48274">
                  <c:v>0.55872685185022419</c:v>
                </c:pt>
                <c:pt idx="48275">
                  <c:v>0.55873842592700385</c:v>
                </c:pt>
                <c:pt idx="48276">
                  <c:v>0.55874999999650754</c:v>
                </c:pt>
                <c:pt idx="48277">
                  <c:v>0.55876157407328719</c:v>
                </c:pt>
                <c:pt idx="48278">
                  <c:v>0.55877314814279089</c:v>
                </c:pt>
                <c:pt idx="48279">
                  <c:v>0.55878472221957054</c:v>
                </c:pt>
                <c:pt idx="48280">
                  <c:v>0.55879629629635019</c:v>
                </c:pt>
                <c:pt idx="48281">
                  <c:v>0.55880787036585389</c:v>
                </c:pt>
                <c:pt idx="48282">
                  <c:v>0.55881944444263354</c:v>
                </c:pt>
                <c:pt idx="48283">
                  <c:v>0.55883101851941319</c:v>
                </c:pt>
                <c:pt idx="48284">
                  <c:v>0.55884259258891689</c:v>
                </c:pt>
                <c:pt idx="48285">
                  <c:v>0.55885416666569654</c:v>
                </c:pt>
                <c:pt idx="48286">
                  <c:v>0.55886574073520023</c:v>
                </c:pt>
                <c:pt idx="48287">
                  <c:v>0.55887731481197989</c:v>
                </c:pt>
                <c:pt idx="48288">
                  <c:v>0.55888888888875954</c:v>
                </c:pt>
                <c:pt idx="48289">
                  <c:v>0.55890046295826323</c:v>
                </c:pt>
                <c:pt idx="48290">
                  <c:v>0.55891203703504289</c:v>
                </c:pt>
                <c:pt idx="48291">
                  <c:v>0.55892361111182254</c:v>
                </c:pt>
                <c:pt idx="48292">
                  <c:v>0.55893518518132623</c:v>
                </c:pt>
                <c:pt idx="48293">
                  <c:v>0.55894675925810589</c:v>
                </c:pt>
                <c:pt idx="48294">
                  <c:v>0.55895833332760958</c:v>
                </c:pt>
                <c:pt idx="48295">
                  <c:v>0.55896990740438923</c:v>
                </c:pt>
                <c:pt idx="48296">
                  <c:v>0.55898148148116888</c:v>
                </c:pt>
                <c:pt idx="48297">
                  <c:v>0.55899305555067258</c:v>
                </c:pt>
                <c:pt idx="48298">
                  <c:v>0.55900462962745223</c:v>
                </c:pt>
                <c:pt idx="48299">
                  <c:v>0.55901620370423188</c:v>
                </c:pt>
                <c:pt idx="48300">
                  <c:v>0.55902777777373558</c:v>
                </c:pt>
                <c:pt idx="48301">
                  <c:v>0.55903935185051523</c:v>
                </c:pt>
                <c:pt idx="48302">
                  <c:v>0.55905092592001893</c:v>
                </c:pt>
                <c:pt idx="48303">
                  <c:v>0.55906249999679858</c:v>
                </c:pt>
                <c:pt idx="48304">
                  <c:v>0.55907407407357823</c:v>
                </c:pt>
                <c:pt idx="48305">
                  <c:v>0.55908564814308193</c:v>
                </c:pt>
                <c:pt idx="48306">
                  <c:v>0.55909722221986158</c:v>
                </c:pt>
                <c:pt idx="48307">
                  <c:v>0.55910879629664123</c:v>
                </c:pt>
                <c:pt idx="48308">
                  <c:v>0.55912037036614493</c:v>
                </c:pt>
                <c:pt idx="48309">
                  <c:v>0.55913194444292458</c:v>
                </c:pt>
                <c:pt idx="48310">
                  <c:v>0.55914351851970423</c:v>
                </c:pt>
                <c:pt idx="48311">
                  <c:v>0.55915509258920792</c:v>
                </c:pt>
                <c:pt idx="48312">
                  <c:v>0.55916666666598758</c:v>
                </c:pt>
                <c:pt idx="48313">
                  <c:v>0.55917824073549127</c:v>
                </c:pt>
                <c:pt idx="48314">
                  <c:v>0.55918981481227092</c:v>
                </c:pt>
                <c:pt idx="48315">
                  <c:v>0.55920138888905058</c:v>
                </c:pt>
                <c:pt idx="48316">
                  <c:v>0.55921296295855427</c:v>
                </c:pt>
                <c:pt idx="48317">
                  <c:v>0.55922453703533392</c:v>
                </c:pt>
                <c:pt idx="48318">
                  <c:v>0.55923611111211358</c:v>
                </c:pt>
                <c:pt idx="48319">
                  <c:v>0.55924768518161727</c:v>
                </c:pt>
                <c:pt idx="48320">
                  <c:v>0.55925925925839692</c:v>
                </c:pt>
                <c:pt idx="48321">
                  <c:v>0.55927083332790062</c:v>
                </c:pt>
                <c:pt idx="48322">
                  <c:v>0.55928240740468027</c:v>
                </c:pt>
                <c:pt idx="48323">
                  <c:v>0.55929398148145992</c:v>
                </c:pt>
                <c:pt idx="48324">
                  <c:v>0.55930555555096362</c:v>
                </c:pt>
                <c:pt idx="48325">
                  <c:v>0.55931712962774327</c:v>
                </c:pt>
                <c:pt idx="48326">
                  <c:v>0.55932870370452292</c:v>
                </c:pt>
                <c:pt idx="48327">
                  <c:v>0.55934027777402662</c:v>
                </c:pt>
                <c:pt idx="48328">
                  <c:v>0.55935185185080627</c:v>
                </c:pt>
                <c:pt idx="48329">
                  <c:v>0.55936342592030996</c:v>
                </c:pt>
                <c:pt idx="48330">
                  <c:v>0.55937499999708962</c:v>
                </c:pt>
                <c:pt idx="48331">
                  <c:v>0.55938657407386927</c:v>
                </c:pt>
                <c:pt idx="48332">
                  <c:v>0.55939814814337296</c:v>
                </c:pt>
                <c:pt idx="48333">
                  <c:v>0.55940972222015262</c:v>
                </c:pt>
                <c:pt idx="48334">
                  <c:v>0.55942129629693227</c:v>
                </c:pt>
                <c:pt idx="48335">
                  <c:v>0.55943287036643596</c:v>
                </c:pt>
                <c:pt idx="48336">
                  <c:v>0.55944444444321562</c:v>
                </c:pt>
                <c:pt idx="48337">
                  <c:v>0.55945601851271931</c:v>
                </c:pt>
                <c:pt idx="48338">
                  <c:v>0.55946759258949896</c:v>
                </c:pt>
                <c:pt idx="48339">
                  <c:v>0.55947916666627862</c:v>
                </c:pt>
                <c:pt idx="48340">
                  <c:v>0.55949074073578231</c:v>
                </c:pt>
                <c:pt idx="48341">
                  <c:v>0.55950231481256196</c:v>
                </c:pt>
                <c:pt idx="48342">
                  <c:v>0.55951388888934162</c:v>
                </c:pt>
                <c:pt idx="48343">
                  <c:v>0.55952546295884531</c:v>
                </c:pt>
                <c:pt idx="48344">
                  <c:v>0.55953703703562496</c:v>
                </c:pt>
                <c:pt idx="48345">
                  <c:v>0.55954861111240461</c:v>
                </c:pt>
                <c:pt idx="48346">
                  <c:v>0.55956018518190831</c:v>
                </c:pt>
                <c:pt idx="48347">
                  <c:v>0.55957175925868796</c:v>
                </c:pt>
                <c:pt idx="48348">
                  <c:v>0.55958333332819166</c:v>
                </c:pt>
                <c:pt idx="48349">
                  <c:v>0.55959490740497131</c:v>
                </c:pt>
                <c:pt idx="48350">
                  <c:v>0.55960648148175096</c:v>
                </c:pt>
                <c:pt idx="48351">
                  <c:v>0.55961805555125466</c:v>
                </c:pt>
                <c:pt idx="48352">
                  <c:v>0.55962962962803431</c:v>
                </c:pt>
                <c:pt idx="48353">
                  <c:v>0.55964120370481396</c:v>
                </c:pt>
                <c:pt idx="48354">
                  <c:v>0.55965277777431766</c:v>
                </c:pt>
                <c:pt idx="48355">
                  <c:v>0.55966435185109731</c:v>
                </c:pt>
                <c:pt idx="48356">
                  <c:v>0.559675925920601</c:v>
                </c:pt>
                <c:pt idx="48357">
                  <c:v>0.55968749999738066</c:v>
                </c:pt>
                <c:pt idx="48358">
                  <c:v>0.55969907407416031</c:v>
                </c:pt>
                <c:pt idx="48359">
                  <c:v>0.559710648143664</c:v>
                </c:pt>
                <c:pt idx="48360">
                  <c:v>0.55972222222044365</c:v>
                </c:pt>
                <c:pt idx="48361">
                  <c:v>0.55973379629722331</c:v>
                </c:pt>
                <c:pt idx="48362">
                  <c:v>0.559745370366727</c:v>
                </c:pt>
                <c:pt idx="48363">
                  <c:v>0.55975694444350665</c:v>
                </c:pt>
                <c:pt idx="48364">
                  <c:v>0.55976851851301035</c:v>
                </c:pt>
                <c:pt idx="48365">
                  <c:v>0.55978009258979</c:v>
                </c:pt>
                <c:pt idx="48366">
                  <c:v>0.55979166666656965</c:v>
                </c:pt>
                <c:pt idx="48367">
                  <c:v>0.55980324073607335</c:v>
                </c:pt>
                <c:pt idx="48368">
                  <c:v>0.559814814812853</c:v>
                </c:pt>
                <c:pt idx="48369">
                  <c:v>0.55982638888963265</c:v>
                </c:pt>
                <c:pt idx="48370">
                  <c:v>0.55983796295913635</c:v>
                </c:pt>
                <c:pt idx="48371">
                  <c:v>0.559849537035916</c:v>
                </c:pt>
                <c:pt idx="48372">
                  <c:v>0.5598611111054197</c:v>
                </c:pt>
                <c:pt idx="48373">
                  <c:v>0.55987268518219935</c:v>
                </c:pt>
                <c:pt idx="48374">
                  <c:v>0.559884259258979</c:v>
                </c:pt>
                <c:pt idx="48375">
                  <c:v>0.55989583332848269</c:v>
                </c:pt>
                <c:pt idx="48376">
                  <c:v>0.55990740740526235</c:v>
                </c:pt>
                <c:pt idx="48377">
                  <c:v>0.559918981482042</c:v>
                </c:pt>
                <c:pt idx="48378">
                  <c:v>0.55993055555154569</c:v>
                </c:pt>
                <c:pt idx="48379">
                  <c:v>0.55994212962832535</c:v>
                </c:pt>
                <c:pt idx="48380">
                  <c:v>0.55995370369782904</c:v>
                </c:pt>
                <c:pt idx="48381">
                  <c:v>0.55996527777460869</c:v>
                </c:pt>
                <c:pt idx="48382">
                  <c:v>0.55997685185138835</c:v>
                </c:pt>
                <c:pt idx="48383">
                  <c:v>0.55998842592089204</c:v>
                </c:pt>
                <c:pt idx="48384">
                  <c:v>0.55999999999767169</c:v>
                </c:pt>
                <c:pt idx="48385">
                  <c:v>0.56001157407445135</c:v>
                </c:pt>
                <c:pt idx="48386">
                  <c:v>0.56002314814395504</c:v>
                </c:pt>
                <c:pt idx="48387">
                  <c:v>0.56003472222073469</c:v>
                </c:pt>
                <c:pt idx="48388">
                  <c:v>0.56004629629751435</c:v>
                </c:pt>
                <c:pt idx="48389">
                  <c:v>0.56005787036701804</c:v>
                </c:pt>
                <c:pt idx="48390">
                  <c:v>0.56006944444379769</c:v>
                </c:pt>
                <c:pt idx="48391">
                  <c:v>0.56008101851330139</c:v>
                </c:pt>
                <c:pt idx="48392">
                  <c:v>0.56009259259008104</c:v>
                </c:pt>
                <c:pt idx="48393">
                  <c:v>0.56010416666686069</c:v>
                </c:pt>
                <c:pt idx="48394">
                  <c:v>0.56011574073636439</c:v>
                </c:pt>
                <c:pt idx="48395">
                  <c:v>0.56012731481314404</c:v>
                </c:pt>
                <c:pt idx="48396">
                  <c:v>0.56013888888992369</c:v>
                </c:pt>
                <c:pt idx="48397">
                  <c:v>0.56015046295942739</c:v>
                </c:pt>
                <c:pt idx="48398">
                  <c:v>0.56016203703620704</c:v>
                </c:pt>
                <c:pt idx="48399">
                  <c:v>0.56017361110571073</c:v>
                </c:pt>
                <c:pt idx="48400">
                  <c:v>0.56018518518249039</c:v>
                </c:pt>
                <c:pt idx="48401">
                  <c:v>0.56019675925927004</c:v>
                </c:pt>
                <c:pt idx="48402">
                  <c:v>0.56020833332877373</c:v>
                </c:pt>
                <c:pt idx="48403">
                  <c:v>0.56021990740555339</c:v>
                </c:pt>
                <c:pt idx="48404">
                  <c:v>0.56023148148233304</c:v>
                </c:pt>
                <c:pt idx="48405">
                  <c:v>0.56024305555183673</c:v>
                </c:pt>
                <c:pt idx="48406">
                  <c:v>0.56025462962861639</c:v>
                </c:pt>
                <c:pt idx="48407">
                  <c:v>0.56026620369812008</c:v>
                </c:pt>
                <c:pt idx="48408">
                  <c:v>0.56027777777489973</c:v>
                </c:pt>
                <c:pt idx="48409">
                  <c:v>0.56028935185167938</c:v>
                </c:pt>
                <c:pt idx="48410">
                  <c:v>0.56030092592118308</c:v>
                </c:pt>
                <c:pt idx="48411">
                  <c:v>0.56031249999796273</c:v>
                </c:pt>
                <c:pt idx="48412">
                  <c:v>0.56032407407474238</c:v>
                </c:pt>
                <c:pt idx="48413">
                  <c:v>0.56033564814424608</c:v>
                </c:pt>
                <c:pt idx="48414">
                  <c:v>0.56034722222102573</c:v>
                </c:pt>
                <c:pt idx="48415">
                  <c:v>0.56035879629052943</c:v>
                </c:pt>
                <c:pt idx="48416">
                  <c:v>0.56037037036730908</c:v>
                </c:pt>
                <c:pt idx="48417">
                  <c:v>0.56038194444408873</c:v>
                </c:pt>
                <c:pt idx="48418">
                  <c:v>0.56039351851359243</c:v>
                </c:pt>
                <c:pt idx="48419">
                  <c:v>0.56040509259037208</c:v>
                </c:pt>
                <c:pt idx="48420">
                  <c:v>0.56041666666715173</c:v>
                </c:pt>
                <c:pt idx="48421">
                  <c:v>0.56042824073665543</c:v>
                </c:pt>
                <c:pt idx="48422">
                  <c:v>0.56043981481343508</c:v>
                </c:pt>
                <c:pt idx="48423">
                  <c:v>0.56045138889021473</c:v>
                </c:pt>
                <c:pt idx="48424">
                  <c:v>0.56046296295971842</c:v>
                </c:pt>
                <c:pt idx="48425">
                  <c:v>0.56047453703649808</c:v>
                </c:pt>
                <c:pt idx="48426">
                  <c:v>0.56048611110600177</c:v>
                </c:pt>
                <c:pt idx="48427">
                  <c:v>0.56049768518278142</c:v>
                </c:pt>
                <c:pt idx="48428">
                  <c:v>0.56050925925956108</c:v>
                </c:pt>
                <c:pt idx="48429">
                  <c:v>0.56052083332906477</c:v>
                </c:pt>
                <c:pt idx="48430">
                  <c:v>0.56053240740584442</c:v>
                </c:pt>
                <c:pt idx="48431">
                  <c:v>0.56054398148262408</c:v>
                </c:pt>
                <c:pt idx="48432">
                  <c:v>0.56055555555212777</c:v>
                </c:pt>
                <c:pt idx="48433">
                  <c:v>0.56056712962890742</c:v>
                </c:pt>
                <c:pt idx="48434">
                  <c:v>0.56057870369841112</c:v>
                </c:pt>
                <c:pt idx="48435">
                  <c:v>0.56059027777519077</c:v>
                </c:pt>
                <c:pt idx="48436">
                  <c:v>0.56060185185197042</c:v>
                </c:pt>
                <c:pt idx="48437">
                  <c:v>0.56061342592147412</c:v>
                </c:pt>
                <c:pt idx="48438">
                  <c:v>0.56062499999825377</c:v>
                </c:pt>
                <c:pt idx="48439">
                  <c:v>0.56063657407503342</c:v>
                </c:pt>
                <c:pt idx="48440">
                  <c:v>0.56064814814453712</c:v>
                </c:pt>
                <c:pt idx="48441">
                  <c:v>0.56065972222131677</c:v>
                </c:pt>
                <c:pt idx="48442">
                  <c:v>0.56067129629082046</c:v>
                </c:pt>
                <c:pt idx="48443">
                  <c:v>0.56068287036760012</c:v>
                </c:pt>
                <c:pt idx="48444">
                  <c:v>0.56069444444437977</c:v>
                </c:pt>
                <c:pt idx="48445">
                  <c:v>0.56070601851388346</c:v>
                </c:pt>
                <c:pt idx="48446">
                  <c:v>0.56071759259066312</c:v>
                </c:pt>
                <c:pt idx="48447">
                  <c:v>0.56072916666744277</c:v>
                </c:pt>
                <c:pt idx="48448">
                  <c:v>0.56074074073694646</c:v>
                </c:pt>
                <c:pt idx="48449">
                  <c:v>0.56075231481372612</c:v>
                </c:pt>
                <c:pt idx="48450">
                  <c:v>0.56076388888322981</c:v>
                </c:pt>
                <c:pt idx="48451">
                  <c:v>0.56077546296000946</c:v>
                </c:pt>
                <c:pt idx="48452">
                  <c:v>0.56078703703678912</c:v>
                </c:pt>
                <c:pt idx="48453">
                  <c:v>0.56079861110629281</c:v>
                </c:pt>
                <c:pt idx="48454">
                  <c:v>0.56081018518307246</c:v>
                </c:pt>
                <c:pt idx="48455">
                  <c:v>0.56082175925985212</c:v>
                </c:pt>
                <c:pt idx="48456">
                  <c:v>0.56083333332935581</c:v>
                </c:pt>
                <c:pt idx="48457">
                  <c:v>0.56084490740613546</c:v>
                </c:pt>
                <c:pt idx="48458">
                  <c:v>0.56085648147563916</c:v>
                </c:pt>
                <c:pt idx="48459">
                  <c:v>0.56086805555241881</c:v>
                </c:pt>
                <c:pt idx="48460">
                  <c:v>0.56087962962919846</c:v>
                </c:pt>
                <c:pt idx="48461">
                  <c:v>0.56089120369870216</c:v>
                </c:pt>
                <c:pt idx="48462">
                  <c:v>0.56090277777548181</c:v>
                </c:pt>
                <c:pt idx="48463">
                  <c:v>0.56091435185226146</c:v>
                </c:pt>
                <c:pt idx="48464">
                  <c:v>0.56092592592176516</c:v>
                </c:pt>
                <c:pt idx="48465">
                  <c:v>0.56093749999854481</c:v>
                </c:pt>
                <c:pt idx="48466">
                  <c:v>0.56094907407532446</c:v>
                </c:pt>
                <c:pt idx="48467">
                  <c:v>0.56096064814482816</c:v>
                </c:pt>
                <c:pt idx="48468">
                  <c:v>0.56097222222160781</c:v>
                </c:pt>
                <c:pt idx="48469">
                  <c:v>0.5609837962911115</c:v>
                </c:pt>
                <c:pt idx="48470">
                  <c:v>0.56099537036789116</c:v>
                </c:pt>
                <c:pt idx="48471">
                  <c:v>0.56100694444467081</c:v>
                </c:pt>
                <c:pt idx="48472">
                  <c:v>0.5610185185141745</c:v>
                </c:pt>
                <c:pt idx="48473">
                  <c:v>0.56103009259095415</c:v>
                </c:pt>
                <c:pt idx="48474">
                  <c:v>0.56104166666773381</c:v>
                </c:pt>
                <c:pt idx="48475">
                  <c:v>0.5610532407372375</c:v>
                </c:pt>
                <c:pt idx="48476">
                  <c:v>0.56106481481401715</c:v>
                </c:pt>
                <c:pt idx="48477">
                  <c:v>0.56107638888352085</c:v>
                </c:pt>
                <c:pt idx="48478">
                  <c:v>0.5610879629603005</c:v>
                </c:pt>
                <c:pt idx="48479">
                  <c:v>0.56109953703708015</c:v>
                </c:pt>
                <c:pt idx="48480">
                  <c:v>0.56111111110658385</c:v>
                </c:pt>
                <c:pt idx="48481">
                  <c:v>0.5611226851833635</c:v>
                </c:pt>
                <c:pt idx="48482">
                  <c:v>0.56113425926014315</c:v>
                </c:pt>
                <c:pt idx="48483">
                  <c:v>0.56114583332964685</c:v>
                </c:pt>
                <c:pt idx="48484">
                  <c:v>0.5611574074064265</c:v>
                </c:pt>
                <c:pt idx="48485">
                  <c:v>0.5611689814759302</c:v>
                </c:pt>
                <c:pt idx="48486">
                  <c:v>0.56118055555270985</c:v>
                </c:pt>
                <c:pt idx="48487">
                  <c:v>0.5611921296294895</c:v>
                </c:pt>
                <c:pt idx="48488">
                  <c:v>0.56120370369899319</c:v>
                </c:pt>
                <c:pt idx="48489">
                  <c:v>0.56121527777577285</c:v>
                </c:pt>
                <c:pt idx="48490">
                  <c:v>0.5612268518525525</c:v>
                </c:pt>
                <c:pt idx="48491">
                  <c:v>0.56123842592205619</c:v>
                </c:pt>
                <c:pt idx="48492">
                  <c:v>0.56124999999883585</c:v>
                </c:pt>
                <c:pt idx="48493">
                  <c:v>0.56126157406833954</c:v>
                </c:pt>
                <c:pt idx="48494">
                  <c:v>0.56127314814511919</c:v>
                </c:pt>
                <c:pt idx="48495">
                  <c:v>0.56128472222189885</c:v>
                </c:pt>
                <c:pt idx="48496">
                  <c:v>0.56129629629140254</c:v>
                </c:pt>
                <c:pt idx="48497">
                  <c:v>0.56130787036818219</c:v>
                </c:pt>
                <c:pt idx="48498">
                  <c:v>0.56131944444496185</c:v>
                </c:pt>
                <c:pt idx="48499">
                  <c:v>0.56133101851446554</c:v>
                </c:pt>
                <c:pt idx="48500">
                  <c:v>0.56134259259124519</c:v>
                </c:pt>
                <c:pt idx="48501">
                  <c:v>0.56135416666074889</c:v>
                </c:pt>
                <c:pt idx="48502">
                  <c:v>0.56136574073752854</c:v>
                </c:pt>
                <c:pt idx="48503">
                  <c:v>0.56137731481430819</c:v>
                </c:pt>
                <c:pt idx="48504">
                  <c:v>0.56138888888381189</c:v>
                </c:pt>
                <c:pt idx="48505">
                  <c:v>0.56140046296059154</c:v>
                </c:pt>
                <c:pt idx="48506">
                  <c:v>0.56141203703737119</c:v>
                </c:pt>
                <c:pt idx="48507">
                  <c:v>0.56142361110687489</c:v>
                </c:pt>
                <c:pt idx="48508">
                  <c:v>0.56143518518365454</c:v>
                </c:pt>
                <c:pt idx="48509">
                  <c:v>0.56144675926043419</c:v>
                </c:pt>
                <c:pt idx="48510">
                  <c:v>0.56145833332993789</c:v>
                </c:pt>
                <c:pt idx="48511">
                  <c:v>0.56146990740671754</c:v>
                </c:pt>
                <c:pt idx="48512">
                  <c:v>0.56148148147622123</c:v>
                </c:pt>
                <c:pt idx="48513">
                  <c:v>0.56149305555300089</c:v>
                </c:pt>
                <c:pt idx="48514">
                  <c:v>0.56150462962978054</c:v>
                </c:pt>
                <c:pt idx="48515">
                  <c:v>0.56151620369928423</c:v>
                </c:pt>
                <c:pt idx="48516">
                  <c:v>0.56152777777606389</c:v>
                </c:pt>
                <c:pt idx="48517">
                  <c:v>0.56153935185284354</c:v>
                </c:pt>
                <c:pt idx="48518">
                  <c:v>0.56155092592234723</c:v>
                </c:pt>
                <c:pt idx="48519">
                  <c:v>0.56156249999912689</c:v>
                </c:pt>
                <c:pt idx="48520">
                  <c:v>0.56157407406863058</c:v>
                </c:pt>
                <c:pt idx="48521">
                  <c:v>0.56158564814541023</c:v>
                </c:pt>
                <c:pt idx="48522">
                  <c:v>0.56159722222218988</c:v>
                </c:pt>
                <c:pt idx="48523">
                  <c:v>0.56160879629169358</c:v>
                </c:pt>
                <c:pt idx="48524">
                  <c:v>0.56162037036847323</c:v>
                </c:pt>
                <c:pt idx="48525">
                  <c:v>0.56163194444525288</c:v>
                </c:pt>
                <c:pt idx="48526">
                  <c:v>0.56164351851475658</c:v>
                </c:pt>
                <c:pt idx="48527">
                  <c:v>0.56165509259153623</c:v>
                </c:pt>
                <c:pt idx="48528">
                  <c:v>0.56166666666103993</c:v>
                </c:pt>
                <c:pt idx="48529">
                  <c:v>0.56167824073781958</c:v>
                </c:pt>
                <c:pt idx="48530">
                  <c:v>0.56168981481459923</c:v>
                </c:pt>
                <c:pt idx="48531">
                  <c:v>0.56170138888410293</c:v>
                </c:pt>
                <c:pt idx="48532">
                  <c:v>0.56171296296088258</c:v>
                </c:pt>
                <c:pt idx="48533">
                  <c:v>0.56172453703766223</c:v>
                </c:pt>
                <c:pt idx="48534">
                  <c:v>0.56173611110716593</c:v>
                </c:pt>
                <c:pt idx="48535">
                  <c:v>0.56174768518394558</c:v>
                </c:pt>
                <c:pt idx="48536">
                  <c:v>0.56175925925344927</c:v>
                </c:pt>
                <c:pt idx="48537">
                  <c:v>0.56177083333022892</c:v>
                </c:pt>
                <c:pt idx="48538">
                  <c:v>0.56178240740700858</c:v>
                </c:pt>
                <c:pt idx="48539">
                  <c:v>0.56179398147651227</c:v>
                </c:pt>
                <c:pt idx="48540">
                  <c:v>0.56180555555329192</c:v>
                </c:pt>
                <c:pt idx="48541">
                  <c:v>0.56181712963007158</c:v>
                </c:pt>
                <c:pt idx="48542">
                  <c:v>0.56182870369957527</c:v>
                </c:pt>
                <c:pt idx="48543">
                  <c:v>0.56184027777635492</c:v>
                </c:pt>
                <c:pt idx="48544">
                  <c:v>0.56185185185313458</c:v>
                </c:pt>
                <c:pt idx="48545">
                  <c:v>0.56186342592263827</c:v>
                </c:pt>
                <c:pt idx="48546">
                  <c:v>0.56187499999941792</c:v>
                </c:pt>
                <c:pt idx="48547">
                  <c:v>0.56188657406892162</c:v>
                </c:pt>
                <c:pt idx="48548">
                  <c:v>0.56189814814570127</c:v>
                </c:pt>
                <c:pt idx="48549">
                  <c:v>0.56190972222248092</c:v>
                </c:pt>
                <c:pt idx="48550">
                  <c:v>0.56192129629198462</c:v>
                </c:pt>
                <c:pt idx="48551">
                  <c:v>0.56193287036876427</c:v>
                </c:pt>
                <c:pt idx="48552">
                  <c:v>0.56194444444554392</c:v>
                </c:pt>
                <c:pt idx="48553">
                  <c:v>0.56195601851504762</c:v>
                </c:pt>
                <c:pt idx="48554">
                  <c:v>0.56196759259182727</c:v>
                </c:pt>
                <c:pt idx="48555">
                  <c:v>0.56197916666133096</c:v>
                </c:pt>
                <c:pt idx="48556">
                  <c:v>0.56199074073811062</c:v>
                </c:pt>
                <c:pt idx="48557">
                  <c:v>0.56200231481489027</c:v>
                </c:pt>
                <c:pt idx="48558">
                  <c:v>0.56201388888439396</c:v>
                </c:pt>
                <c:pt idx="48559">
                  <c:v>0.56202546296117362</c:v>
                </c:pt>
                <c:pt idx="48560">
                  <c:v>0.56203703703795327</c:v>
                </c:pt>
                <c:pt idx="48561">
                  <c:v>0.56204861110745696</c:v>
                </c:pt>
                <c:pt idx="48562">
                  <c:v>0.56206018518423662</c:v>
                </c:pt>
                <c:pt idx="48563">
                  <c:v>0.56207175925374031</c:v>
                </c:pt>
                <c:pt idx="48564">
                  <c:v>0.56208333333051996</c:v>
                </c:pt>
                <c:pt idx="48565">
                  <c:v>0.56209490740729962</c:v>
                </c:pt>
                <c:pt idx="48566">
                  <c:v>0.56210648147680331</c:v>
                </c:pt>
                <c:pt idx="48567">
                  <c:v>0.56211805555358296</c:v>
                </c:pt>
                <c:pt idx="48568">
                  <c:v>0.56212962963036261</c:v>
                </c:pt>
                <c:pt idx="48569">
                  <c:v>0.56214120369986631</c:v>
                </c:pt>
                <c:pt idx="48570">
                  <c:v>0.56215277777664596</c:v>
                </c:pt>
                <c:pt idx="48571">
                  <c:v>0.56216435184614966</c:v>
                </c:pt>
                <c:pt idx="48572">
                  <c:v>0.56217592592292931</c:v>
                </c:pt>
                <c:pt idx="48573">
                  <c:v>0.56218749999970896</c:v>
                </c:pt>
                <c:pt idx="48574">
                  <c:v>0.56219907406921266</c:v>
                </c:pt>
                <c:pt idx="48575">
                  <c:v>0.56221064814599231</c:v>
                </c:pt>
                <c:pt idx="48576">
                  <c:v>0.56222222222277196</c:v>
                </c:pt>
                <c:pt idx="48577">
                  <c:v>0.56223379629227566</c:v>
                </c:pt>
                <c:pt idx="48578">
                  <c:v>0.56224537036905531</c:v>
                </c:pt>
                <c:pt idx="48579">
                  <c:v>0.562256944438559</c:v>
                </c:pt>
                <c:pt idx="48580">
                  <c:v>0.56226851851533866</c:v>
                </c:pt>
                <c:pt idx="48581">
                  <c:v>0.56228009259211831</c:v>
                </c:pt>
                <c:pt idx="48582">
                  <c:v>0.562291666661622</c:v>
                </c:pt>
                <c:pt idx="48583">
                  <c:v>0.56230324073840166</c:v>
                </c:pt>
                <c:pt idx="48584">
                  <c:v>0.56231481481518131</c:v>
                </c:pt>
                <c:pt idx="48585">
                  <c:v>0.562326388884685</c:v>
                </c:pt>
                <c:pt idx="48586">
                  <c:v>0.56233796296146465</c:v>
                </c:pt>
                <c:pt idx="48587">
                  <c:v>0.56234953703824431</c:v>
                </c:pt>
                <c:pt idx="48588">
                  <c:v>0.562361111107748</c:v>
                </c:pt>
                <c:pt idx="48589">
                  <c:v>0.56237268518452765</c:v>
                </c:pt>
                <c:pt idx="48590">
                  <c:v>0.56238425925403135</c:v>
                </c:pt>
                <c:pt idx="48591">
                  <c:v>0.562395833330811</c:v>
                </c:pt>
                <c:pt idx="48592">
                  <c:v>0.56240740740759065</c:v>
                </c:pt>
                <c:pt idx="48593">
                  <c:v>0.56241898147709435</c:v>
                </c:pt>
                <c:pt idx="48594">
                  <c:v>0.562430555553874</c:v>
                </c:pt>
                <c:pt idx="48595">
                  <c:v>0.56244212963065365</c:v>
                </c:pt>
                <c:pt idx="48596">
                  <c:v>0.56245370370015735</c:v>
                </c:pt>
                <c:pt idx="48597">
                  <c:v>0.562465277776937</c:v>
                </c:pt>
                <c:pt idx="48598">
                  <c:v>0.5624768518464407</c:v>
                </c:pt>
                <c:pt idx="48599">
                  <c:v>0.56248842592322035</c:v>
                </c:pt>
                <c:pt idx="48600">
                  <c:v>0.5625</c:v>
                </c:pt>
                <c:pt idx="48601">
                  <c:v>0.56251157406950369</c:v>
                </c:pt>
                <c:pt idx="48602">
                  <c:v>0.56252314814628335</c:v>
                </c:pt>
                <c:pt idx="48603">
                  <c:v>0.562534722223063</c:v>
                </c:pt>
                <c:pt idx="48604">
                  <c:v>0.56254629629256669</c:v>
                </c:pt>
                <c:pt idx="48605">
                  <c:v>0.56255787036934635</c:v>
                </c:pt>
                <c:pt idx="48606">
                  <c:v>0.56256944443885004</c:v>
                </c:pt>
                <c:pt idx="48607">
                  <c:v>0.56258101851562969</c:v>
                </c:pt>
                <c:pt idx="48608">
                  <c:v>0.56259259259240935</c:v>
                </c:pt>
                <c:pt idx="48609">
                  <c:v>0.56260416666191304</c:v>
                </c:pt>
                <c:pt idx="48610">
                  <c:v>0.56261574073869269</c:v>
                </c:pt>
                <c:pt idx="48611">
                  <c:v>0.56262731481547235</c:v>
                </c:pt>
                <c:pt idx="48612">
                  <c:v>0.56263888888497604</c:v>
                </c:pt>
                <c:pt idx="48613">
                  <c:v>0.56265046296175569</c:v>
                </c:pt>
                <c:pt idx="48614">
                  <c:v>0.56266203703125939</c:v>
                </c:pt>
                <c:pt idx="48615">
                  <c:v>0.56267361110803904</c:v>
                </c:pt>
                <c:pt idx="48616">
                  <c:v>0.56268518518481869</c:v>
                </c:pt>
                <c:pt idx="48617">
                  <c:v>0.56269675925432239</c:v>
                </c:pt>
                <c:pt idx="48618">
                  <c:v>0.56270833333110204</c:v>
                </c:pt>
                <c:pt idx="48619">
                  <c:v>0.56271990740788169</c:v>
                </c:pt>
                <c:pt idx="48620">
                  <c:v>0.56273148147738539</c:v>
                </c:pt>
                <c:pt idx="48621">
                  <c:v>0.56274305555416504</c:v>
                </c:pt>
                <c:pt idx="48622">
                  <c:v>0.56275462963094469</c:v>
                </c:pt>
                <c:pt idx="48623">
                  <c:v>0.56276620370044839</c:v>
                </c:pt>
                <c:pt idx="48624">
                  <c:v>0.56277777777722804</c:v>
                </c:pt>
                <c:pt idx="48625">
                  <c:v>0.56278935184673173</c:v>
                </c:pt>
                <c:pt idx="48626">
                  <c:v>0.56280092592351139</c:v>
                </c:pt>
                <c:pt idx="48627">
                  <c:v>0.56281250000029104</c:v>
                </c:pt>
                <c:pt idx="48628">
                  <c:v>0.56282407406979473</c:v>
                </c:pt>
                <c:pt idx="48629">
                  <c:v>0.56283564814657439</c:v>
                </c:pt>
                <c:pt idx="48630">
                  <c:v>0.56284722222335404</c:v>
                </c:pt>
                <c:pt idx="48631">
                  <c:v>0.56285879629285773</c:v>
                </c:pt>
                <c:pt idx="48632">
                  <c:v>0.56287037036963739</c:v>
                </c:pt>
                <c:pt idx="48633">
                  <c:v>0.56288194443914108</c:v>
                </c:pt>
                <c:pt idx="48634">
                  <c:v>0.56289351851592073</c:v>
                </c:pt>
                <c:pt idx="48635">
                  <c:v>0.56290509259270038</c:v>
                </c:pt>
                <c:pt idx="48636">
                  <c:v>0.56291666666220408</c:v>
                </c:pt>
                <c:pt idx="48637">
                  <c:v>0.56292824073898373</c:v>
                </c:pt>
                <c:pt idx="48638">
                  <c:v>0.56293981481576338</c:v>
                </c:pt>
                <c:pt idx="48639">
                  <c:v>0.56295138888526708</c:v>
                </c:pt>
                <c:pt idx="48640">
                  <c:v>0.56296296296204673</c:v>
                </c:pt>
                <c:pt idx="48641">
                  <c:v>0.56297453703155043</c:v>
                </c:pt>
                <c:pt idx="48642">
                  <c:v>0.56298611110833008</c:v>
                </c:pt>
                <c:pt idx="48643">
                  <c:v>0.56299768518510973</c:v>
                </c:pt>
                <c:pt idx="48644">
                  <c:v>0.56300925925461343</c:v>
                </c:pt>
                <c:pt idx="48645">
                  <c:v>0.56302083333139308</c:v>
                </c:pt>
                <c:pt idx="48646">
                  <c:v>0.56303240740817273</c:v>
                </c:pt>
                <c:pt idx="48647">
                  <c:v>0.56304398147767643</c:v>
                </c:pt>
                <c:pt idx="48648">
                  <c:v>0.56305555555445608</c:v>
                </c:pt>
                <c:pt idx="48649">
                  <c:v>0.56306712962395977</c:v>
                </c:pt>
                <c:pt idx="48650">
                  <c:v>0.56307870370073942</c:v>
                </c:pt>
                <c:pt idx="48651">
                  <c:v>0.56309027777751908</c:v>
                </c:pt>
                <c:pt idx="48652">
                  <c:v>0.56310185184702277</c:v>
                </c:pt>
                <c:pt idx="48653">
                  <c:v>0.56311342592380242</c:v>
                </c:pt>
                <c:pt idx="48654">
                  <c:v>0.56312500000058208</c:v>
                </c:pt>
                <c:pt idx="48655">
                  <c:v>0.56313657407008577</c:v>
                </c:pt>
                <c:pt idx="48656">
                  <c:v>0.56314814814686542</c:v>
                </c:pt>
                <c:pt idx="48657">
                  <c:v>0.56315972221636912</c:v>
                </c:pt>
                <c:pt idx="48658">
                  <c:v>0.56317129629314877</c:v>
                </c:pt>
                <c:pt idx="48659">
                  <c:v>0.56318287036992842</c:v>
                </c:pt>
                <c:pt idx="48660">
                  <c:v>0.56319444443943212</c:v>
                </c:pt>
                <c:pt idx="48661">
                  <c:v>0.56320601851621177</c:v>
                </c:pt>
                <c:pt idx="48662">
                  <c:v>0.56321759259299142</c:v>
                </c:pt>
                <c:pt idx="48663">
                  <c:v>0.56322916666249512</c:v>
                </c:pt>
                <c:pt idx="48664">
                  <c:v>0.56324074073927477</c:v>
                </c:pt>
                <c:pt idx="48665">
                  <c:v>0.56325231481605442</c:v>
                </c:pt>
                <c:pt idx="48666">
                  <c:v>0.56326388888555812</c:v>
                </c:pt>
                <c:pt idx="48667">
                  <c:v>0.56327546296233777</c:v>
                </c:pt>
                <c:pt idx="48668">
                  <c:v>0.56328703703184146</c:v>
                </c:pt>
                <c:pt idx="48669">
                  <c:v>0.56329861110862112</c:v>
                </c:pt>
                <c:pt idx="48670">
                  <c:v>0.56331018518540077</c:v>
                </c:pt>
                <c:pt idx="48671">
                  <c:v>0.56332175925490446</c:v>
                </c:pt>
                <c:pt idx="48672">
                  <c:v>0.56333333333168412</c:v>
                </c:pt>
                <c:pt idx="48673">
                  <c:v>0.56334490740846377</c:v>
                </c:pt>
                <c:pt idx="48674">
                  <c:v>0.56335648147796746</c:v>
                </c:pt>
                <c:pt idx="48675">
                  <c:v>0.56336805555474712</c:v>
                </c:pt>
                <c:pt idx="48676">
                  <c:v>0.56337962962425081</c:v>
                </c:pt>
                <c:pt idx="48677">
                  <c:v>0.56339120370103046</c:v>
                </c:pt>
                <c:pt idx="48678">
                  <c:v>0.56340277777781012</c:v>
                </c:pt>
                <c:pt idx="48679">
                  <c:v>0.56341435184731381</c:v>
                </c:pt>
                <c:pt idx="48680">
                  <c:v>0.56342592592409346</c:v>
                </c:pt>
                <c:pt idx="48681">
                  <c:v>0.56343750000087311</c:v>
                </c:pt>
                <c:pt idx="48682">
                  <c:v>0.56344907407037681</c:v>
                </c:pt>
                <c:pt idx="48683">
                  <c:v>0.56346064814715646</c:v>
                </c:pt>
                <c:pt idx="48684">
                  <c:v>0.56347222221666016</c:v>
                </c:pt>
                <c:pt idx="48685">
                  <c:v>0.56348379629343981</c:v>
                </c:pt>
                <c:pt idx="48686">
                  <c:v>0.56349537037021946</c:v>
                </c:pt>
                <c:pt idx="48687">
                  <c:v>0.56350694443972316</c:v>
                </c:pt>
                <c:pt idx="48688">
                  <c:v>0.56351851851650281</c:v>
                </c:pt>
                <c:pt idx="48689">
                  <c:v>0.56353009259328246</c:v>
                </c:pt>
                <c:pt idx="48690">
                  <c:v>0.56354166666278616</c:v>
                </c:pt>
                <c:pt idx="48691">
                  <c:v>0.56355324073956581</c:v>
                </c:pt>
                <c:pt idx="48692">
                  <c:v>0.5635648148090695</c:v>
                </c:pt>
                <c:pt idx="48693">
                  <c:v>0.56357638888584916</c:v>
                </c:pt>
                <c:pt idx="48694">
                  <c:v>0.56358796296262881</c:v>
                </c:pt>
                <c:pt idx="48695">
                  <c:v>0.5635995370321325</c:v>
                </c:pt>
                <c:pt idx="48696">
                  <c:v>0.56361111110891216</c:v>
                </c:pt>
                <c:pt idx="48697">
                  <c:v>0.56362268518569181</c:v>
                </c:pt>
                <c:pt idx="48698">
                  <c:v>0.5636342592551955</c:v>
                </c:pt>
                <c:pt idx="48699">
                  <c:v>0.56364583333197515</c:v>
                </c:pt>
                <c:pt idx="48700">
                  <c:v>0.56365740740147885</c:v>
                </c:pt>
                <c:pt idx="48701">
                  <c:v>0.5636689814782585</c:v>
                </c:pt>
                <c:pt idx="48702">
                  <c:v>0.56368055555503815</c:v>
                </c:pt>
                <c:pt idx="48703">
                  <c:v>0.56369212962454185</c:v>
                </c:pt>
                <c:pt idx="48704">
                  <c:v>0.5637037037013215</c:v>
                </c:pt>
                <c:pt idx="48705">
                  <c:v>0.56371527777810115</c:v>
                </c:pt>
                <c:pt idx="48706">
                  <c:v>0.56372685184760485</c:v>
                </c:pt>
                <c:pt idx="48707">
                  <c:v>0.5637384259243845</c:v>
                </c:pt>
                <c:pt idx="48708">
                  <c:v>0.56375000000116415</c:v>
                </c:pt>
                <c:pt idx="48709">
                  <c:v>0.56376157407066785</c:v>
                </c:pt>
                <c:pt idx="48710">
                  <c:v>0.5637731481474475</c:v>
                </c:pt>
                <c:pt idx="48711">
                  <c:v>0.5637847222169512</c:v>
                </c:pt>
                <c:pt idx="48712">
                  <c:v>0.56379629629373085</c:v>
                </c:pt>
                <c:pt idx="48713">
                  <c:v>0.5638078703705105</c:v>
                </c:pt>
                <c:pt idx="48714">
                  <c:v>0.56381944444001419</c:v>
                </c:pt>
                <c:pt idx="48715">
                  <c:v>0.56383101851679385</c:v>
                </c:pt>
                <c:pt idx="48716">
                  <c:v>0.5638425925935735</c:v>
                </c:pt>
                <c:pt idx="48717">
                  <c:v>0.56385416666307719</c:v>
                </c:pt>
                <c:pt idx="48718">
                  <c:v>0.56386574073985685</c:v>
                </c:pt>
                <c:pt idx="48719">
                  <c:v>0.56387731480936054</c:v>
                </c:pt>
                <c:pt idx="48720">
                  <c:v>0.56388888888614019</c:v>
                </c:pt>
                <c:pt idx="48721">
                  <c:v>0.56390046296291985</c:v>
                </c:pt>
                <c:pt idx="48722">
                  <c:v>0.56391203703242354</c:v>
                </c:pt>
                <c:pt idx="48723">
                  <c:v>0.56392361110920319</c:v>
                </c:pt>
                <c:pt idx="48724">
                  <c:v>0.56393518518598285</c:v>
                </c:pt>
                <c:pt idx="48725">
                  <c:v>0.56394675925548654</c:v>
                </c:pt>
                <c:pt idx="48726">
                  <c:v>0.56395833333226619</c:v>
                </c:pt>
                <c:pt idx="48727">
                  <c:v>0.56396990740176989</c:v>
                </c:pt>
                <c:pt idx="48728">
                  <c:v>0.56398148147854954</c:v>
                </c:pt>
                <c:pt idx="48729">
                  <c:v>0.56399305555532919</c:v>
                </c:pt>
                <c:pt idx="48730">
                  <c:v>0.56400462962483289</c:v>
                </c:pt>
                <c:pt idx="48731">
                  <c:v>0.56401620370161254</c:v>
                </c:pt>
                <c:pt idx="48732">
                  <c:v>0.56402777777839219</c:v>
                </c:pt>
                <c:pt idx="48733">
                  <c:v>0.56403935184789589</c:v>
                </c:pt>
                <c:pt idx="48734">
                  <c:v>0.56405092592467554</c:v>
                </c:pt>
                <c:pt idx="48735">
                  <c:v>0.56406249999417923</c:v>
                </c:pt>
                <c:pt idx="48736">
                  <c:v>0.56407407407095889</c:v>
                </c:pt>
                <c:pt idx="48737">
                  <c:v>0.56408564814773854</c:v>
                </c:pt>
                <c:pt idx="48738">
                  <c:v>0.56409722221724223</c:v>
                </c:pt>
                <c:pt idx="48739">
                  <c:v>0.56410879629402189</c:v>
                </c:pt>
                <c:pt idx="48740">
                  <c:v>0.56412037037080154</c:v>
                </c:pt>
                <c:pt idx="48741">
                  <c:v>0.56413194444030523</c:v>
                </c:pt>
                <c:pt idx="48742">
                  <c:v>0.56414351851708489</c:v>
                </c:pt>
                <c:pt idx="48743">
                  <c:v>0.56415509259386454</c:v>
                </c:pt>
                <c:pt idx="48744">
                  <c:v>0.56416666666336823</c:v>
                </c:pt>
                <c:pt idx="48745">
                  <c:v>0.56417824074014788</c:v>
                </c:pt>
                <c:pt idx="48746">
                  <c:v>0.56418981480965158</c:v>
                </c:pt>
                <c:pt idx="48747">
                  <c:v>0.56420138888643123</c:v>
                </c:pt>
                <c:pt idx="48748">
                  <c:v>0.56421296296321088</c:v>
                </c:pt>
                <c:pt idx="48749">
                  <c:v>0.56422453703271458</c:v>
                </c:pt>
                <c:pt idx="48750">
                  <c:v>0.56423611110949423</c:v>
                </c:pt>
                <c:pt idx="48751">
                  <c:v>0.56424768518627388</c:v>
                </c:pt>
                <c:pt idx="48752">
                  <c:v>0.56425925925577758</c:v>
                </c:pt>
                <c:pt idx="48753">
                  <c:v>0.56427083333255723</c:v>
                </c:pt>
                <c:pt idx="48754">
                  <c:v>0.56428240740206093</c:v>
                </c:pt>
                <c:pt idx="48755">
                  <c:v>0.56429398147884058</c:v>
                </c:pt>
                <c:pt idx="48756">
                  <c:v>0.56430555555562023</c:v>
                </c:pt>
                <c:pt idx="48757">
                  <c:v>0.56431712962512393</c:v>
                </c:pt>
                <c:pt idx="48758">
                  <c:v>0.56432870370190358</c:v>
                </c:pt>
                <c:pt idx="48759">
                  <c:v>0.56434027777868323</c:v>
                </c:pt>
                <c:pt idx="48760">
                  <c:v>0.56435185184818693</c:v>
                </c:pt>
                <c:pt idx="48761">
                  <c:v>0.56436342592496658</c:v>
                </c:pt>
                <c:pt idx="48762">
                  <c:v>0.56437499999447027</c:v>
                </c:pt>
                <c:pt idx="48763">
                  <c:v>0.56438657407124992</c:v>
                </c:pt>
                <c:pt idx="48764">
                  <c:v>0.56439814814802958</c:v>
                </c:pt>
                <c:pt idx="48765">
                  <c:v>0.56440972221753327</c:v>
                </c:pt>
                <c:pt idx="48766">
                  <c:v>0.56442129629431292</c:v>
                </c:pt>
                <c:pt idx="48767">
                  <c:v>0.56443287037109258</c:v>
                </c:pt>
                <c:pt idx="48768">
                  <c:v>0.56444444444059627</c:v>
                </c:pt>
                <c:pt idx="48769">
                  <c:v>0.56445601851737592</c:v>
                </c:pt>
                <c:pt idx="48770">
                  <c:v>0.56446759258687962</c:v>
                </c:pt>
                <c:pt idx="48771">
                  <c:v>0.56447916666365927</c:v>
                </c:pt>
                <c:pt idx="48772">
                  <c:v>0.56449074074043892</c:v>
                </c:pt>
                <c:pt idx="48773">
                  <c:v>0.56450231480994262</c:v>
                </c:pt>
                <c:pt idx="48774">
                  <c:v>0.56451388888672227</c:v>
                </c:pt>
                <c:pt idx="48775">
                  <c:v>0.56452546296350192</c:v>
                </c:pt>
                <c:pt idx="48776">
                  <c:v>0.56453703703300562</c:v>
                </c:pt>
                <c:pt idx="48777">
                  <c:v>0.56454861110978527</c:v>
                </c:pt>
                <c:pt idx="48778">
                  <c:v>0.56456018517928896</c:v>
                </c:pt>
                <c:pt idx="48779">
                  <c:v>0.56457175925606862</c:v>
                </c:pt>
                <c:pt idx="48780">
                  <c:v>0.56458333333284827</c:v>
                </c:pt>
                <c:pt idx="48781">
                  <c:v>0.56459490740235196</c:v>
                </c:pt>
                <c:pt idx="48782">
                  <c:v>0.56460648147913162</c:v>
                </c:pt>
                <c:pt idx="48783">
                  <c:v>0.56461805555591127</c:v>
                </c:pt>
                <c:pt idx="48784">
                  <c:v>0.56462962962541496</c:v>
                </c:pt>
                <c:pt idx="48785">
                  <c:v>0.56464120370219462</c:v>
                </c:pt>
                <c:pt idx="48786">
                  <c:v>0.56465277777897427</c:v>
                </c:pt>
                <c:pt idx="48787">
                  <c:v>0.56466435184847796</c:v>
                </c:pt>
                <c:pt idx="48788">
                  <c:v>0.56467592592525762</c:v>
                </c:pt>
                <c:pt idx="48789">
                  <c:v>0.56468749999476131</c:v>
                </c:pt>
                <c:pt idx="48790">
                  <c:v>0.56469907407154096</c:v>
                </c:pt>
                <c:pt idx="48791">
                  <c:v>0.56471064814832062</c:v>
                </c:pt>
                <c:pt idx="48792">
                  <c:v>0.56472222221782431</c:v>
                </c:pt>
                <c:pt idx="48793">
                  <c:v>0.56473379629460396</c:v>
                </c:pt>
                <c:pt idx="48794">
                  <c:v>0.56474537037138361</c:v>
                </c:pt>
                <c:pt idx="48795">
                  <c:v>0.56475694444088731</c:v>
                </c:pt>
                <c:pt idx="48796">
                  <c:v>0.56476851851766696</c:v>
                </c:pt>
                <c:pt idx="48797">
                  <c:v>0.56478009258717066</c:v>
                </c:pt>
                <c:pt idx="48798">
                  <c:v>0.56479166666395031</c:v>
                </c:pt>
                <c:pt idx="48799">
                  <c:v>0.56480324074072996</c:v>
                </c:pt>
                <c:pt idx="48800">
                  <c:v>0.56481481481023366</c:v>
                </c:pt>
                <c:pt idx="48801">
                  <c:v>0.56482638888701331</c:v>
                </c:pt>
                <c:pt idx="48802">
                  <c:v>0.56483796296379296</c:v>
                </c:pt>
                <c:pt idx="48803">
                  <c:v>0.56484953703329666</c:v>
                </c:pt>
                <c:pt idx="48804">
                  <c:v>0.56486111111007631</c:v>
                </c:pt>
                <c:pt idx="48805">
                  <c:v>0.56487268517958</c:v>
                </c:pt>
                <c:pt idx="48806">
                  <c:v>0.56488425925635966</c:v>
                </c:pt>
                <c:pt idx="48807">
                  <c:v>0.56489583333313931</c:v>
                </c:pt>
                <c:pt idx="48808">
                  <c:v>0.564907407402643</c:v>
                </c:pt>
                <c:pt idx="48809">
                  <c:v>0.56491898147942265</c:v>
                </c:pt>
                <c:pt idx="48810">
                  <c:v>0.56493055555620231</c:v>
                </c:pt>
                <c:pt idx="48811">
                  <c:v>0.564942129625706</c:v>
                </c:pt>
                <c:pt idx="48812">
                  <c:v>0.56495370370248565</c:v>
                </c:pt>
                <c:pt idx="48813">
                  <c:v>0.56496527777198935</c:v>
                </c:pt>
                <c:pt idx="48814">
                  <c:v>0.564976851848769</c:v>
                </c:pt>
                <c:pt idx="48815">
                  <c:v>0.56498842592554865</c:v>
                </c:pt>
                <c:pt idx="48816">
                  <c:v>0.56499999999505235</c:v>
                </c:pt>
                <c:pt idx="48817">
                  <c:v>0.565011574071832</c:v>
                </c:pt>
                <c:pt idx="48818">
                  <c:v>0.56502314814861165</c:v>
                </c:pt>
                <c:pt idx="48819">
                  <c:v>0.56503472221811535</c:v>
                </c:pt>
                <c:pt idx="48820">
                  <c:v>0.565046296294895</c:v>
                </c:pt>
                <c:pt idx="48821">
                  <c:v>0.56505787037167465</c:v>
                </c:pt>
                <c:pt idx="48822">
                  <c:v>0.56506944444117835</c:v>
                </c:pt>
                <c:pt idx="48823">
                  <c:v>0.565081018517958</c:v>
                </c:pt>
                <c:pt idx="48824">
                  <c:v>0.5650925925874617</c:v>
                </c:pt>
                <c:pt idx="48825">
                  <c:v>0.56510416666424135</c:v>
                </c:pt>
                <c:pt idx="48826">
                  <c:v>0.565115740741021</c:v>
                </c:pt>
                <c:pt idx="48827">
                  <c:v>0.56512731481052469</c:v>
                </c:pt>
                <c:pt idx="48828">
                  <c:v>0.56513888888730435</c:v>
                </c:pt>
                <c:pt idx="48829">
                  <c:v>0.565150462964084</c:v>
                </c:pt>
                <c:pt idx="48830">
                  <c:v>0.56516203703358769</c:v>
                </c:pt>
                <c:pt idx="48831">
                  <c:v>0.56517361111036735</c:v>
                </c:pt>
                <c:pt idx="48832">
                  <c:v>0.56518518517987104</c:v>
                </c:pt>
                <c:pt idx="48833">
                  <c:v>0.56519675925665069</c:v>
                </c:pt>
                <c:pt idx="48834">
                  <c:v>0.56520833333343035</c:v>
                </c:pt>
                <c:pt idx="48835">
                  <c:v>0.56521990740293404</c:v>
                </c:pt>
                <c:pt idx="48836">
                  <c:v>0.56523148147971369</c:v>
                </c:pt>
                <c:pt idx="48837">
                  <c:v>0.56524305555649335</c:v>
                </c:pt>
                <c:pt idx="48838">
                  <c:v>0.56525462962599704</c:v>
                </c:pt>
                <c:pt idx="48839">
                  <c:v>0.56526620370277669</c:v>
                </c:pt>
                <c:pt idx="48840">
                  <c:v>0.56527777777228039</c:v>
                </c:pt>
                <c:pt idx="48841">
                  <c:v>0.56528935184906004</c:v>
                </c:pt>
                <c:pt idx="48842">
                  <c:v>0.56530092592583969</c:v>
                </c:pt>
                <c:pt idx="48843">
                  <c:v>0.56531249999534339</c:v>
                </c:pt>
                <c:pt idx="48844">
                  <c:v>0.56532407407212304</c:v>
                </c:pt>
                <c:pt idx="48845">
                  <c:v>0.56533564814890269</c:v>
                </c:pt>
                <c:pt idx="48846">
                  <c:v>0.56534722221840639</c:v>
                </c:pt>
                <c:pt idx="48847">
                  <c:v>0.56535879629518604</c:v>
                </c:pt>
                <c:pt idx="48848">
                  <c:v>0.56537037036468973</c:v>
                </c:pt>
                <c:pt idx="48849">
                  <c:v>0.56538194444146939</c:v>
                </c:pt>
                <c:pt idx="48850">
                  <c:v>0.56539351851824904</c:v>
                </c:pt>
                <c:pt idx="48851">
                  <c:v>0.56540509258775273</c:v>
                </c:pt>
                <c:pt idx="48852">
                  <c:v>0.56541666666453239</c:v>
                </c:pt>
                <c:pt idx="48853">
                  <c:v>0.56542824074131204</c:v>
                </c:pt>
                <c:pt idx="48854">
                  <c:v>0.56543981481081573</c:v>
                </c:pt>
                <c:pt idx="48855">
                  <c:v>0.56545138888759539</c:v>
                </c:pt>
                <c:pt idx="48856">
                  <c:v>0.56546296295709908</c:v>
                </c:pt>
                <c:pt idx="48857">
                  <c:v>0.56547453703387873</c:v>
                </c:pt>
                <c:pt idx="48858">
                  <c:v>0.56548611111065838</c:v>
                </c:pt>
                <c:pt idx="48859">
                  <c:v>0.56549768518016208</c:v>
                </c:pt>
                <c:pt idx="48860">
                  <c:v>0.56550925925694173</c:v>
                </c:pt>
                <c:pt idx="48861">
                  <c:v>0.56552083333372138</c:v>
                </c:pt>
                <c:pt idx="48862">
                  <c:v>0.56553240740322508</c:v>
                </c:pt>
                <c:pt idx="48863">
                  <c:v>0.56554398148000473</c:v>
                </c:pt>
                <c:pt idx="48864">
                  <c:v>0.56555555555678438</c:v>
                </c:pt>
                <c:pt idx="48865">
                  <c:v>0.56556712962628808</c:v>
                </c:pt>
                <c:pt idx="48866">
                  <c:v>0.56557870370306773</c:v>
                </c:pt>
                <c:pt idx="48867">
                  <c:v>0.56559027777257143</c:v>
                </c:pt>
                <c:pt idx="48868">
                  <c:v>0.56560185184935108</c:v>
                </c:pt>
                <c:pt idx="48869">
                  <c:v>0.56561342592613073</c:v>
                </c:pt>
                <c:pt idx="48870">
                  <c:v>0.56562499999563443</c:v>
                </c:pt>
                <c:pt idx="48871">
                  <c:v>0.56563657407241408</c:v>
                </c:pt>
                <c:pt idx="48872">
                  <c:v>0.56564814814919373</c:v>
                </c:pt>
                <c:pt idx="48873">
                  <c:v>0.56565972221869742</c:v>
                </c:pt>
                <c:pt idx="48874">
                  <c:v>0.56567129629547708</c:v>
                </c:pt>
                <c:pt idx="48875">
                  <c:v>0.56568287036498077</c:v>
                </c:pt>
                <c:pt idx="48876">
                  <c:v>0.56569444444176042</c:v>
                </c:pt>
                <c:pt idx="48877">
                  <c:v>0.56570601851854008</c:v>
                </c:pt>
                <c:pt idx="48878">
                  <c:v>0.56571759258804377</c:v>
                </c:pt>
                <c:pt idx="48879">
                  <c:v>0.56572916666482342</c:v>
                </c:pt>
                <c:pt idx="48880">
                  <c:v>0.56574074074160308</c:v>
                </c:pt>
                <c:pt idx="48881">
                  <c:v>0.56575231481110677</c:v>
                </c:pt>
                <c:pt idx="48882">
                  <c:v>0.56576388888788642</c:v>
                </c:pt>
                <c:pt idx="48883">
                  <c:v>0.56577546295739012</c:v>
                </c:pt>
                <c:pt idx="48884">
                  <c:v>0.56578703703416977</c:v>
                </c:pt>
                <c:pt idx="48885">
                  <c:v>0.56579861111094942</c:v>
                </c:pt>
                <c:pt idx="48886">
                  <c:v>0.56581018518045312</c:v>
                </c:pt>
                <c:pt idx="48887">
                  <c:v>0.56582175925723277</c:v>
                </c:pt>
                <c:pt idx="48888">
                  <c:v>0.56583333333401242</c:v>
                </c:pt>
                <c:pt idx="48889">
                  <c:v>0.56584490740351612</c:v>
                </c:pt>
                <c:pt idx="48890">
                  <c:v>0.56585648148029577</c:v>
                </c:pt>
                <c:pt idx="48891">
                  <c:v>0.56586805554979946</c:v>
                </c:pt>
                <c:pt idx="48892">
                  <c:v>0.56587962962657912</c:v>
                </c:pt>
                <c:pt idx="48893">
                  <c:v>0.56589120370335877</c:v>
                </c:pt>
                <c:pt idx="48894">
                  <c:v>0.56590277777286246</c:v>
                </c:pt>
                <c:pt idx="48895">
                  <c:v>0.56591435184964212</c:v>
                </c:pt>
                <c:pt idx="48896">
                  <c:v>0.56592592592642177</c:v>
                </c:pt>
                <c:pt idx="48897">
                  <c:v>0.56593749999592546</c:v>
                </c:pt>
                <c:pt idx="48898">
                  <c:v>0.56594907407270512</c:v>
                </c:pt>
                <c:pt idx="48899">
                  <c:v>0.56596064814948477</c:v>
                </c:pt>
                <c:pt idx="48900">
                  <c:v>0.56597222221898846</c:v>
                </c:pt>
                <c:pt idx="48901">
                  <c:v>0.56598379629576812</c:v>
                </c:pt>
                <c:pt idx="48902">
                  <c:v>0.56599537036527181</c:v>
                </c:pt>
                <c:pt idx="48903">
                  <c:v>0.56600694444205146</c:v>
                </c:pt>
                <c:pt idx="48904">
                  <c:v>0.56601851851883112</c:v>
                </c:pt>
                <c:pt idx="48905">
                  <c:v>0.56603009258833481</c:v>
                </c:pt>
                <c:pt idx="48906">
                  <c:v>0.56604166666511446</c:v>
                </c:pt>
                <c:pt idx="48907">
                  <c:v>0.56605324074189411</c:v>
                </c:pt>
                <c:pt idx="48908">
                  <c:v>0.56606481481139781</c:v>
                </c:pt>
                <c:pt idx="48909">
                  <c:v>0.56607638888817746</c:v>
                </c:pt>
                <c:pt idx="48910">
                  <c:v>0.56608796295768116</c:v>
                </c:pt>
                <c:pt idx="48911">
                  <c:v>0.56609953703446081</c:v>
                </c:pt>
                <c:pt idx="48912">
                  <c:v>0.56611111111124046</c:v>
                </c:pt>
                <c:pt idx="48913">
                  <c:v>0.56612268518074416</c:v>
                </c:pt>
                <c:pt idx="48914">
                  <c:v>0.56613425925752381</c:v>
                </c:pt>
                <c:pt idx="48915">
                  <c:v>0.56614583333430346</c:v>
                </c:pt>
                <c:pt idx="48916">
                  <c:v>0.56615740740380716</c:v>
                </c:pt>
                <c:pt idx="48917">
                  <c:v>0.56616898148058681</c:v>
                </c:pt>
                <c:pt idx="48918">
                  <c:v>0.5661805555500905</c:v>
                </c:pt>
                <c:pt idx="48919">
                  <c:v>0.56619212962687016</c:v>
                </c:pt>
                <c:pt idx="48920">
                  <c:v>0.56620370370364981</c:v>
                </c:pt>
                <c:pt idx="48921">
                  <c:v>0.5662152777731535</c:v>
                </c:pt>
                <c:pt idx="48922">
                  <c:v>0.56622685184993315</c:v>
                </c:pt>
                <c:pt idx="48923">
                  <c:v>0.56623842592671281</c:v>
                </c:pt>
                <c:pt idx="48924">
                  <c:v>0.5662499999962165</c:v>
                </c:pt>
                <c:pt idx="48925">
                  <c:v>0.56626157407299615</c:v>
                </c:pt>
                <c:pt idx="48926">
                  <c:v>0.56627314814249985</c:v>
                </c:pt>
                <c:pt idx="48927">
                  <c:v>0.5662847222192795</c:v>
                </c:pt>
                <c:pt idx="48928">
                  <c:v>0.56629629629605915</c:v>
                </c:pt>
                <c:pt idx="48929">
                  <c:v>0.56630787036556285</c:v>
                </c:pt>
                <c:pt idx="48930">
                  <c:v>0.5663194444423425</c:v>
                </c:pt>
                <c:pt idx="48931">
                  <c:v>0.56633101851912215</c:v>
                </c:pt>
                <c:pt idx="48932">
                  <c:v>0.56634259258862585</c:v>
                </c:pt>
                <c:pt idx="48933">
                  <c:v>0.5663541666654055</c:v>
                </c:pt>
                <c:pt idx="48934">
                  <c:v>0.5663657407349092</c:v>
                </c:pt>
                <c:pt idx="48935">
                  <c:v>0.56637731481168885</c:v>
                </c:pt>
                <c:pt idx="48936">
                  <c:v>0.5663888888884685</c:v>
                </c:pt>
                <c:pt idx="48937">
                  <c:v>0.56640046295797219</c:v>
                </c:pt>
                <c:pt idx="48938">
                  <c:v>0.56641203703475185</c:v>
                </c:pt>
                <c:pt idx="48939">
                  <c:v>0.5664236111115315</c:v>
                </c:pt>
                <c:pt idx="48940">
                  <c:v>0.56643518518103519</c:v>
                </c:pt>
                <c:pt idx="48941">
                  <c:v>0.56644675925781485</c:v>
                </c:pt>
                <c:pt idx="48942">
                  <c:v>0.5664583333345945</c:v>
                </c:pt>
                <c:pt idx="48943">
                  <c:v>0.56646990740409819</c:v>
                </c:pt>
                <c:pt idx="48944">
                  <c:v>0.56648148148087785</c:v>
                </c:pt>
                <c:pt idx="48945">
                  <c:v>0.56649305555038154</c:v>
                </c:pt>
                <c:pt idx="48946">
                  <c:v>0.56650462962716119</c:v>
                </c:pt>
                <c:pt idx="48947">
                  <c:v>0.56651620370394085</c:v>
                </c:pt>
                <c:pt idx="48948">
                  <c:v>0.56652777777344454</c:v>
                </c:pt>
                <c:pt idx="48949">
                  <c:v>0.56653935185022419</c:v>
                </c:pt>
                <c:pt idx="48950">
                  <c:v>0.56655092592700385</c:v>
                </c:pt>
                <c:pt idx="48951">
                  <c:v>0.56656249999650754</c:v>
                </c:pt>
                <c:pt idx="48952">
                  <c:v>0.56657407407328719</c:v>
                </c:pt>
                <c:pt idx="48953">
                  <c:v>0.56658564814279089</c:v>
                </c:pt>
                <c:pt idx="48954">
                  <c:v>0.56659722221957054</c:v>
                </c:pt>
                <c:pt idx="48955">
                  <c:v>0.56660879629635019</c:v>
                </c:pt>
                <c:pt idx="48956">
                  <c:v>0.56662037036585389</c:v>
                </c:pt>
                <c:pt idx="48957">
                  <c:v>0.56663194444263354</c:v>
                </c:pt>
                <c:pt idx="48958">
                  <c:v>0.56664351851941319</c:v>
                </c:pt>
                <c:pt idx="48959">
                  <c:v>0.56665509258891689</c:v>
                </c:pt>
                <c:pt idx="48960">
                  <c:v>0.56666666666569654</c:v>
                </c:pt>
                <c:pt idx="48961">
                  <c:v>0.56667824073520023</c:v>
                </c:pt>
                <c:pt idx="48962">
                  <c:v>0.56668981481197989</c:v>
                </c:pt>
                <c:pt idx="48963">
                  <c:v>0.56670138888875954</c:v>
                </c:pt>
                <c:pt idx="48964">
                  <c:v>0.56671296295826323</c:v>
                </c:pt>
                <c:pt idx="48965">
                  <c:v>0.56672453703504289</c:v>
                </c:pt>
                <c:pt idx="48966">
                  <c:v>0.56673611111182254</c:v>
                </c:pt>
                <c:pt idx="48967">
                  <c:v>0.56674768518132623</c:v>
                </c:pt>
                <c:pt idx="48968">
                  <c:v>0.56675925925810589</c:v>
                </c:pt>
                <c:pt idx="48969">
                  <c:v>0.56677083332760958</c:v>
                </c:pt>
                <c:pt idx="48970">
                  <c:v>0.56678240740438923</c:v>
                </c:pt>
                <c:pt idx="48971">
                  <c:v>0.56679398148116888</c:v>
                </c:pt>
                <c:pt idx="48972">
                  <c:v>0.56680555555067258</c:v>
                </c:pt>
                <c:pt idx="48973">
                  <c:v>0.56681712962745223</c:v>
                </c:pt>
                <c:pt idx="48974">
                  <c:v>0.56682870370423188</c:v>
                </c:pt>
                <c:pt idx="48975">
                  <c:v>0.56684027777373558</c:v>
                </c:pt>
                <c:pt idx="48976">
                  <c:v>0.56685185185051523</c:v>
                </c:pt>
                <c:pt idx="48977">
                  <c:v>0.56686342592001893</c:v>
                </c:pt>
                <c:pt idx="48978">
                  <c:v>0.56687499999679858</c:v>
                </c:pt>
                <c:pt idx="48979">
                  <c:v>0.56688657407357823</c:v>
                </c:pt>
                <c:pt idx="48980">
                  <c:v>0.56689814814308193</c:v>
                </c:pt>
                <c:pt idx="48981">
                  <c:v>0.56690972221986158</c:v>
                </c:pt>
                <c:pt idx="48982">
                  <c:v>0.56692129629664123</c:v>
                </c:pt>
                <c:pt idx="48983">
                  <c:v>0.56693287036614493</c:v>
                </c:pt>
                <c:pt idx="48984">
                  <c:v>0.56694444444292458</c:v>
                </c:pt>
                <c:pt idx="48985">
                  <c:v>0.56695601851970423</c:v>
                </c:pt>
                <c:pt idx="48986">
                  <c:v>0.56696759258920792</c:v>
                </c:pt>
                <c:pt idx="48987">
                  <c:v>0.56697916666598758</c:v>
                </c:pt>
                <c:pt idx="48988">
                  <c:v>0.56699074073549127</c:v>
                </c:pt>
                <c:pt idx="48989">
                  <c:v>0.56700231481227092</c:v>
                </c:pt>
                <c:pt idx="48990">
                  <c:v>0.56701388888905058</c:v>
                </c:pt>
                <c:pt idx="48991">
                  <c:v>0.56702546295855427</c:v>
                </c:pt>
                <c:pt idx="48992">
                  <c:v>0.56703703703533392</c:v>
                </c:pt>
                <c:pt idx="48993">
                  <c:v>0.56704861111211358</c:v>
                </c:pt>
                <c:pt idx="48994">
                  <c:v>0.56706018518161727</c:v>
                </c:pt>
                <c:pt idx="48995">
                  <c:v>0.56707175925839692</c:v>
                </c:pt>
                <c:pt idx="48996">
                  <c:v>0.56708333332790062</c:v>
                </c:pt>
                <c:pt idx="48997">
                  <c:v>0.56709490740468027</c:v>
                </c:pt>
                <c:pt idx="48998">
                  <c:v>0.56710648148145992</c:v>
                </c:pt>
                <c:pt idx="48999">
                  <c:v>0.56711805555096362</c:v>
                </c:pt>
                <c:pt idx="49000">
                  <c:v>0.56712962962774327</c:v>
                </c:pt>
                <c:pt idx="49001">
                  <c:v>0.56714120370452292</c:v>
                </c:pt>
                <c:pt idx="49002">
                  <c:v>0.56715277777402662</c:v>
                </c:pt>
                <c:pt idx="49003">
                  <c:v>0.56716435185080627</c:v>
                </c:pt>
                <c:pt idx="49004">
                  <c:v>0.56717592592030996</c:v>
                </c:pt>
                <c:pt idx="49005">
                  <c:v>0.56718749999708962</c:v>
                </c:pt>
                <c:pt idx="49006">
                  <c:v>0.56719907407386927</c:v>
                </c:pt>
                <c:pt idx="49007">
                  <c:v>0.56721064814337296</c:v>
                </c:pt>
                <c:pt idx="49008">
                  <c:v>0.56722222222015262</c:v>
                </c:pt>
                <c:pt idx="49009">
                  <c:v>0.56723379629693227</c:v>
                </c:pt>
                <c:pt idx="49010">
                  <c:v>0.56724537036643596</c:v>
                </c:pt>
                <c:pt idx="49011">
                  <c:v>0.56725694444321562</c:v>
                </c:pt>
                <c:pt idx="49012">
                  <c:v>0.56726851851271931</c:v>
                </c:pt>
                <c:pt idx="49013">
                  <c:v>0.56728009258949896</c:v>
                </c:pt>
                <c:pt idx="49014">
                  <c:v>0.56729166666627862</c:v>
                </c:pt>
                <c:pt idx="49015">
                  <c:v>0.56730324073578231</c:v>
                </c:pt>
                <c:pt idx="49016">
                  <c:v>0.56731481481256196</c:v>
                </c:pt>
                <c:pt idx="49017">
                  <c:v>0.56732638888934162</c:v>
                </c:pt>
                <c:pt idx="49018">
                  <c:v>0.56733796295884531</c:v>
                </c:pt>
                <c:pt idx="49019">
                  <c:v>0.56734953703562496</c:v>
                </c:pt>
                <c:pt idx="49020">
                  <c:v>0.56736111111240461</c:v>
                </c:pt>
                <c:pt idx="49021">
                  <c:v>0.56737268518190831</c:v>
                </c:pt>
                <c:pt idx="49022">
                  <c:v>0.56738425925868796</c:v>
                </c:pt>
                <c:pt idx="49023">
                  <c:v>0.56739583332819166</c:v>
                </c:pt>
                <c:pt idx="49024">
                  <c:v>0.56740740740497131</c:v>
                </c:pt>
                <c:pt idx="49025">
                  <c:v>0.56741898148175096</c:v>
                </c:pt>
                <c:pt idx="49026">
                  <c:v>0.56743055555125466</c:v>
                </c:pt>
                <c:pt idx="49027">
                  <c:v>0.56744212962803431</c:v>
                </c:pt>
                <c:pt idx="49028">
                  <c:v>0.56745370370481396</c:v>
                </c:pt>
                <c:pt idx="49029">
                  <c:v>0.56746527777431766</c:v>
                </c:pt>
                <c:pt idx="49030">
                  <c:v>0.56747685185109731</c:v>
                </c:pt>
                <c:pt idx="49031">
                  <c:v>0.567488425920601</c:v>
                </c:pt>
                <c:pt idx="49032">
                  <c:v>0.56749999999738066</c:v>
                </c:pt>
                <c:pt idx="49033">
                  <c:v>0.56751157407416031</c:v>
                </c:pt>
                <c:pt idx="49034">
                  <c:v>0.567523148143664</c:v>
                </c:pt>
                <c:pt idx="49035">
                  <c:v>0.56753472222044365</c:v>
                </c:pt>
                <c:pt idx="49036">
                  <c:v>0.56754629629722331</c:v>
                </c:pt>
                <c:pt idx="49037">
                  <c:v>0.567557870366727</c:v>
                </c:pt>
                <c:pt idx="49038">
                  <c:v>0.56756944444350665</c:v>
                </c:pt>
                <c:pt idx="49039">
                  <c:v>0.56758101851301035</c:v>
                </c:pt>
                <c:pt idx="49040">
                  <c:v>0.56759259258979</c:v>
                </c:pt>
                <c:pt idx="49041">
                  <c:v>0.56760416666656965</c:v>
                </c:pt>
                <c:pt idx="49042">
                  <c:v>0.56761574073607335</c:v>
                </c:pt>
                <c:pt idx="49043">
                  <c:v>0.567627314812853</c:v>
                </c:pt>
                <c:pt idx="49044">
                  <c:v>0.56763888888963265</c:v>
                </c:pt>
                <c:pt idx="49045">
                  <c:v>0.56765046295913635</c:v>
                </c:pt>
                <c:pt idx="49046">
                  <c:v>0.567662037035916</c:v>
                </c:pt>
                <c:pt idx="49047">
                  <c:v>0.5676736111054197</c:v>
                </c:pt>
                <c:pt idx="49048">
                  <c:v>0.56768518518219935</c:v>
                </c:pt>
                <c:pt idx="49049">
                  <c:v>0.567696759258979</c:v>
                </c:pt>
                <c:pt idx="49050">
                  <c:v>0.56770833332848269</c:v>
                </c:pt>
                <c:pt idx="49051">
                  <c:v>0.56771990740526235</c:v>
                </c:pt>
                <c:pt idx="49052">
                  <c:v>0.567731481482042</c:v>
                </c:pt>
                <c:pt idx="49053">
                  <c:v>0.56774305555154569</c:v>
                </c:pt>
                <c:pt idx="49054">
                  <c:v>0.56775462962832535</c:v>
                </c:pt>
                <c:pt idx="49055">
                  <c:v>0.56776620369782904</c:v>
                </c:pt>
                <c:pt idx="49056">
                  <c:v>0.56777777777460869</c:v>
                </c:pt>
                <c:pt idx="49057">
                  <c:v>0.56778935185138835</c:v>
                </c:pt>
                <c:pt idx="49058">
                  <c:v>0.56780092592089204</c:v>
                </c:pt>
                <c:pt idx="49059">
                  <c:v>0.56781249999767169</c:v>
                </c:pt>
                <c:pt idx="49060">
                  <c:v>0.56782407407445135</c:v>
                </c:pt>
                <c:pt idx="49061">
                  <c:v>0.56783564814395504</c:v>
                </c:pt>
                <c:pt idx="49062">
                  <c:v>0.56784722222073469</c:v>
                </c:pt>
                <c:pt idx="49063">
                  <c:v>0.56785879629751435</c:v>
                </c:pt>
                <c:pt idx="49064">
                  <c:v>0.56787037036701804</c:v>
                </c:pt>
                <c:pt idx="49065">
                  <c:v>0.56788194444379769</c:v>
                </c:pt>
                <c:pt idx="49066">
                  <c:v>0.56789351851330139</c:v>
                </c:pt>
                <c:pt idx="49067">
                  <c:v>0.56790509259008104</c:v>
                </c:pt>
                <c:pt idx="49068">
                  <c:v>0.56791666666686069</c:v>
                </c:pt>
                <c:pt idx="49069">
                  <c:v>0.56792824073636439</c:v>
                </c:pt>
                <c:pt idx="49070">
                  <c:v>0.56793981481314404</c:v>
                </c:pt>
                <c:pt idx="49071">
                  <c:v>0.56795138888992369</c:v>
                </c:pt>
                <c:pt idx="49072">
                  <c:v>0.56796296295942739</c:v>
                </c:pt>
                <c:pt idx="49073">
                  <c:v>0.56797453703620704</c:v>
                </c:pt>
                <c:pt idx="49074">
                  <c:v>0.56798611110571073</c:v>
                </c:pt>
                <c:pt idx="49075">
                  <c:v>0.56799768518249039</c:v>
                </c:pt>
                <c:pt idx="49076">
                  <c:v>0.56800925925927004</c:v>
                </c:pt>
                <c:pt idx="49077">
                  <c:v>0.56802083332877373</c:v>
                </c:pt>
                <c:pt idx="49078">
                  <c:v>0.56803240740555339</c:v>
                </c:pt>
                <c:pt idx="49079">
                  <c:v>0.56804398148233304</c:v>
                </c:pt>
                <c:pt idx="49080">
                  <c:v>0.56805555555183673</c:v>
                </c:pt>
                <c:pt idx="49081">
                  <c:v>0.56806712962861639</c:v>
                </c:pt>
                <c:pt idx="49082">
                  <c:v>0.56807870369812008</c:v>
                </c:pt>
                <c:pt idx="49083">
                  <c:v>0.56809027777489973</c:v>
                </c:pt>
                <c:pt idx="49084">
                  <c:v>0.56810185185167938</c:v>
                </c:pt>
                <c:pt idx="49085">
                  <c:v>0.56811342592118308</c:v>
                </c:pt>
                <c:pt idx="49086">
                  <c:v>0.56812499999796273</c:v>
                </c:pt>
                <c:pt idx="49087">
                  <c:v>0.56813657407474238</c:v>
                </c:pt>
                <c:pt idx="49088">
                  <c:v>0.56814814814424608</c:v>
                </c:pt>
                <c:pt idx="49089">
                  <c:v>0.56815972222102573</c:v>
                </c:pt>
                <c:pt idx="49090">
                  <c:v>0.56817129629052943</c:v>
                </c:pt>
                <c:pt idx="49091">
                  <c:v>0.56818287036730908</c:v>
                </c:pt>
                <c:pt idx="49092">
                  <c:v>0.56819444444408873</c:v>
                </c:pt>
                <c:pt idx="49093">
                  <c:v>0.56820601851359243</c:v>
                </c:pt>
                <c:pt idx="49094">
                  <c:v>0.56821759259037208</c:v>
                </c:pt>
                <c:pt idx="49095">
                  <c:v>0.56822916666715173</c:v>
                </c:pt>
                <c:pt idx="49096">
                  <c:v>0.56824074073665543</c:v>
                </c:pt>
                <c:pt idx="49097">
                  <c:v>0.56825231481343508</c:v>
                </c:pt>
                <c:pt idx="49098">
                  <c:v>0.56826388889021473</c:v>
                </c:pt>
                <c:pt idx="49099">
                  <c:v>0.56827546295971842</c:v>
                </c:pt>
                <c:pt idx="49100">
                  <c:v>0.56828703703649808</c:v>
                </c:pt>
                <c:pt idx="49101">
                  <c:v>0.56829861110600177</c:v>
                </c:pt>
                <c:pt idx="49102">
                  <c:v>0.56831018518278142</c:v>
                </c:pt>
                <c:pt idx="49103">
                  <c:v>0.56832175925956108</c:v>
                </c:pt>
                <c:pt idx="49104">
                  <c:v>0.56833333332906477</c:v>
                </c:pt>
                <c:pt idx="49105">
                  <c:v>0.56834490740584442</c:v>
                </c:pt>
                <c:pt idx="49106">
                  <c:v>0.56835648148262408</c:v>
                </c:pt>
                <c:pt idx="49107">
                  <c:v>0.56836805555212777</c:v>
                </c:pt>
                <c:pt idx="49108">
                  <c:v>0.56837962962890742</c:v>
                </c:pt>
                <c:pt idx="49109">
                  <c:v>0.56839120369841112</c:v>
                </c:pt>
                <c:pt idx="49110">
                  <c:v>0.56840277777519077</c:v>
                </c:pt>
                <c:pt idx="49111">
                  <c:v>0.56841435185197042</c:v>
                </c:pt>
                <c:pt idx="49112">
                  <c:v>0.56842592592147412</c:v>
                </c:pt>
                <c:pt idx="49113">
                  <c:v>0.56843749999825377</c:v>
                </c:pt>
                <c:pt idx="49114">
                  <c:v>0.56844907407503342</c:v>
                </c:pt>
                <c:pt idx="49115">
                  <c:v>0.56846064814453712</c:v>
                </c:pt>
                <c:pt idx="49116">
                  <c:v>0.56847222222131677</c:v>
                </c:pt>
                <c:pt idx="49117">
                  <c:v>0.56848379629082046</c:v>
                </c:pt>
                <c:pt idx="49118">
                  <c:v>0.56849537036760012</c:v>
                </c:pt>
                <c:pt idx="49119">
                  <c:v>0.56850694444437977</c:v>
                </c:pt>
                <c:pt idx="49120">
                  <c:v>0.56851851851388346</c:v>
                </c:pt>
                <c:pt idx="49121">
                  <c:v>0.56853009259066312</c:v>
                </c:pt>
                <c:pt idx="49122">
                  <c:v>0.56854166666744277</c:v>
                </c:pt>
                <c:pt idx="49123">
                  <c:v>0.56855324073694646</c:v>
                </c:pt>
                <c:pt idx="49124">
                  <c:v>0.56856481481372612</c:v>
                </c:pt>
                <c:pt idx="49125">
                  <c:v>0.56857638888322981</c:v>
                </c:pt>
                <c:pt idx="49126">
                  <c:v>0.56858796296000946</c:v>
                </c:pt>
                <c:pt idx="49127">
                  <c:v>0.56859953703678912</c:v>
                </c:pt>
                <c:pt idx="49128">
                  <c:v>0.56861111110629281</c:v>
                </c:pt>
                <c:pt idx="49129">
                  <c:v>0.56862268518307246</c:v>
                </c:pt>
                <c:pt idx="49130">
                  <c:v>0.56863425925985212</c:v>
                </c:pt>
                <c:pt idx="49131">
                  <c:v>0.56864583332935581</c:v>
                </c:pt>
                <c:pt idx="49132">
                  <c:v>0.56865740740613546</c:v>
                </c:pt>
                <c:pt idx="49133">
                  <c:v>0.56866898147563916</c:v>
                </c:pt>
                <c:pt idx="49134">
                  <c:v>0.56868055555241881</c:v>
                </c:pt>
                <c:pt idx="49135">
                  <c:v>0.56869212962919846</c:v>
                </c:pt>
                <c:pt idx="49136">
                  <c:v>0.56870370369870216</c:v>
                </c:pt>
                <c:pt idx="49137">
                  <c:v>0.56871527777548181</c:v>
                </c:pt>
                <c:pt idx="49138">
                  <c:v>0.56872685185226146</c:v>
                </c:pt>
                <c:pt idx="49139">
                  <c:v>0.56873842592176516</c:v>
                </c:pt>
                <c:pt idx="49140">
                  <c:v>0.56874999999854481</c:v>
                </c:pt>
                <c:pt idx="49141">
                  <c:v>0.56876157407532446</c:v>
                </c:pt>
                <c:pt idx="49142">
                  <c:v>0.56877314814482816</c:v>
                </c:pt>
                <c:pt idx="49143">
                  <c:v>0.56878472222160781</c:v>
                </c:pt>
                <c:pt idx="49144">
                  <c:v>0.5687962962911115</c:v>
                </c:pt>
                <c:pt idx="49145">
                  <c:v>0.56880787036789116</c:v>
                </c:pt>
                <c:pt idx="49146">
                  <c:v>0.56881944444467081</c:v>
                </c:pt>
                <c:pt idx="49147">
                  <c:v>0.5688310185141745</c:v>
                </c:pt>
                <c:pt idx="49148">
                  <c:v>0.56884259259095415</c:v>
                </c:pt>
                <c:pt idx="49149">
                  <c:v>0.56885416666773381</c:v>
                </c:pt>
                <c:pt idx="49150">
                  <c:v>0.5688657407372375</c:v>
                </c:pt>
                <c:pt idx="49151">
                  <c:v>0.56887731481401715</c:v>
                </c:pt>
                <c:pt idx="49152">
                  <c:v>0.56888888888352085</c:v>
                </c:pt>
                <c:pt idx="49153">
                  <c:v>0.5689004629603005</c:v>
                </c:pt>
                <c:pt idx="49154">
                  <c:v>0.56891203703708015</c:v>
                </c:pt>
                <c:pt idx="49155">
                  <c:v>0.56892361110658385</c:v>
                </c:pt>
                <c:pt idx="49156">
                  <c:v>0.5689351851833635</c:v>
                </c:pt>
                <c:pt idx="49157">
                  <c:v>0.56894675926014315</c:v>
                </c:pt>
                <c:pt idx="49158">
                  <c:v>0.56895833332964685</c:v>
                </c:pt>
                <c:pt idx="49159">
                  <c:v>0.5689699074064265</c:v>
                </c:pt>
                <c:pt idx="49160">
                  <c:v>0.5689814814759302</c:v>
                </c:pt>
                <c:pt idx="49161">
                  <c:v>0.56899305555270985</c:v>
                </c:pt>
                <c:pt idx="49162">
                  <c:v>0.5690046296294895</c:v>
                </c:pt>
                <c:pt idx="49163">
                  <c:v>0.56901620369899319</c:v>
                </c:pt>
                <c:pt idx="49164">
                  <c:v>0.56902777777577285</c:v>
                </c:pt>
                <c:pt idx="49165">
                  <c:v>0.5690393518525525</c:v>
                </c:pt>
                <c:pt idx="49166">
                  <c:v>0.56905092592205619</c:v>
                </c:pt>
                <c:pt idx="49167">
                  <c:v>0.56906249999883585</c:v>
                </c:pt>
                <c:pt idx="49168">
                  <c:v>0.56907407406833954</c:v>
                </c:pt>
                <c:pt idx="49169">
                  <c:v>0.56908564814511919</c:v>
                </c:pt>
                <c:pt idx="49170">
                  <c:v>0.56909722222189885</c:v>
                </c:pt>
                <c:pt idx="49171">
                  <c:v>0.56910879629140254</c:v>
                </c:pt>
                <c:pt idx="49172">
                  <c:v>0.56912037036818219</c:v>
                </c:pt>
                <c:pt idx="49173">
                  <c:v>0.56913194444496185</c:v>
                </c:pt>
                <c:pt idx="49174">
                  <c:v>0.56914351851446554</c:v>
                </c:pt>
                <c:pt idx="49175">
                  <c:v>0.56915509259124519</c:v>
                </c:pt>
                <c:pt idx="49176">
                  <c:v>0.56916666666074889</c:v>
                </c:pt>
                <c:pt idx="49177">
                  <c:v>0.56917824073752854</c:v>
                </c:pt>
                <c:pt idx="49178">
                  <c:v>0.56918981481430819</c:v>
                </c:pt>
                <c:pt idx="49179">
                  <c:v>0.56920138888381189</c:v>
                </c:pt>
                <c:pt idx="49180">
                  <c:v>0.56921296296059154</c:v>
                </c:pt>
                <c:pt idx="49181">
                  <c:v>0.56922453703737119</c:v>
                </c:pt>
                <c:pt idx="49182">
                  <c:v>0.56923611110687489</c:v>
                </c:pt>
                <c:pt idx="49183">
                  <c:v>0.56924768518365454</c:v>
                </c:pt>
                <c:pt idx="49184">
                  <c:v>0.56925925926043419</c:v>
                </c:pt>
                <c:pt idx="49185">
                  <c:v>0.56927083332993789</c:v>
                </c:pt>
                <c:pt idx="49186">
                  <c:v>0.56928240740671754</c:v>
                </c:pt>
                <c:pt idx="49187">
                  <c:v>0.56929398147622123</c:v>
                </c:pt>
                <c:pt idx="49188">
                  <c:v>0.56930555555300089</c:v>
                </c:pt>
                <c:pt idx="49189">
                  <c:v>0.56931712962978054</c:v>
                </c:pt>
                <c:pt idx="49190">
                  <c:v>0.56932870369928423</c:v>
                </c:pt>
                <c:pt idx="49191">
                  <c:v>0.56934027777606389</c:v>
                </c:pt>
                <c:pt idx="49192">
                  <c:v>0.56935185185284354</c:v>
                </c:pt>
                <c:pt idx="49193">
                  <c:v>0.56936342592234723</c:v>
                </c:pt>
                <c:pt idx="49194">
                  <c:v>0.56937499999912689</c:v>
                </c:pt>
                <c:pt idx="49195">
                  <c:v>0.56938657406863058</c:v>
                </c:pt>
                <c:pt idx="49196">
                  <c:v>0.56939814814541023</c:v>
                </c:pt>
                <c:pt idx="49197">
                  <c:v>0.56940972222218988</c:v>
                </c:pt>
                <c:pt idx="49198">
                  <c:v>0.56942129629169358</c:v>
                </c:pt>
                <c:pt idx="49199">
                  <c:v>0.56943287036847323</c:v>
                </c:pt>
                <c:pt idx="49200">
                  <c:v>0.56944444444525288</c:v>
                </c:pt>
                <c:pt idx="49201">
                  <c:v>0.56945601851475658</c:v>
                </c:pt>
                <c:pt idx="49202">
                  <c:v>0.56946759259153623</c:v>
                </c:pt>
                <c:pt idx="49203">
                  <c:v>0.56947916666103993</c:v>
                </c:pt>
                <c:pt idx="49204">
                  <c:v>0.56949074073781958</c:v>
                </c:pt>
                <c:pt idx="49205">
                  <c:v>0.56950231481459923</c:v>
                </c:pt>
                <c:pt idx="49206">
                  <c:v>0.56951388888410293</c:v>
                </c:pt>
                <c:pt idx="49207">
                  <c:v>0.56952546296088258</c:v>
                </c:pt>
                <c:pt idx="49208">
                  <c:v>0.56953703703766223</c:v>
                </c:pt>
                <c:pt idx="49209">
                  <c:v>0.56954861110716593</c:v>
                </c:pt>
                <c:pt idx="49210">
                  <c:v>0.56956018518394558</c:v>
                </c:pt>
                <c:pt idx="49211">
                  <c:v>0.56957175925344927</c:v>
                </c:pt>
                <c:pt idx="49212">
                  <c:v>0.56958333333022892</c:v>
                </c:pt>
                <c:pt idx="49213">
                  <c:v>0.56959490740700858</c:v>
                </c:pt>
                <c:pt idx="49214">
                  <c:v>0.56960648147651227</c:v>
                </c:pt>
                <c:pt idx="49215">
                  <c:v>0.56961805555329192</c:v>
                </c:pt>
                <c:pt idx="49216">
                  <c:v>0.56962962963007158</c:v>
                </c:pt>
                <c:pt idx="49217">
                  <c:v>0.56964120369957527</c:v>
                </c:pt>
                <c:pt idx="49218">
                  <c:v>0.56965277777635492</c:v>
                </c:pt>
                <c:pt idx="49219">
                  <c:v>0.56966435185313458</c:v>
                </c:pt>
                <c:pt idx="49220">
                  <c:v>0.56967592592263827</c:v>
                </c:pt>
                <c:pt idx="49221">
                  <c:v>0.56968749999941792</c:v>
                </c:pt>
                <c:pt idx="49222">
                  <c:v>0.56969907406892162</c:v>
                </c:pt>
                <c:pt idx="49223">
                  <c:v>0.56971064814570127</c:v>
                </c:pt>
                <c:pt idx="49224">
                  <c:v>0.56972222222248092</c:v>
                </c:pt>
                <c:pt idx="49225">
                  <c:v>0.56973379629198462</c:v>
                </c:pt>
                <c:pt idx="49226">
                  <c:v>0.56974537036876427</c:v>
                </c:pt>
                <c:pt idx="49227">
                  <c:v>0.56975694444554392</c:v>
                </c:pt>
                <c:pt idx="49228">
                  <c:v>0.56976851851504762</c:v>
                </c:pt>
                <c:pt idx="49229">
                  <c:v>0.56978009259182727</c:v>
                </c:pt>
                <c:pt idx="49230">
                  <c:v>0.56979166666133096</c:v>
                </c:pt>
                <c:pt idx="49231">
                  <c:v>0.56980324073811062</c:v>
                </c:pt>
                <c:pt idx="49232">
                  <c:v>0.56981481481489027</c:v>
                </c:pt>
                <c:pt idx="49233">
                  <c:v>0.56982638888439396</c:v>
                </c:pt>
                <c:pt idx="49234">
                  <c:v>0.56983796296117362</c:v>
                </c:pt>
                <c:pt idx="49235">
                  <c:v>0.56984953703795327</c:v>
                </c:pt>
                <c:pt idx="49236">
                  <c:v>0.56986111110745696</c:v>
                </c:pt>
                <c:pt idx="49237">
                  <c:v>0.56987268518423662</c:v>
                </c:pt>
                <c:pt idx="49238">
                  <c:v>0.56988425925374031</c:v>
                </c:pt>
                <c:pt idx="49239">
                  <c:v>0.56989583333051996</c:v>
                </c:pt>
                <c:pt idx="49240">
                  <c:v>0.56990740740729962</c:v>
                </c:pt>
                <c:pt idx="49241">
                  <c:v>0.56991898147680331</c:v>
                </c:pt>
                <c:pt idx="49242">
                  <c:v>0.56993055555358296</c:v>
                </c:pt>
                <c:pt idx="49243">
                  <c:v>0.56994212963036261</c:v>
                </c:pt>
                <c:pt idx="49244">
                  <c:v>0.56995370369986631</c:v>
                </c:pt>
                <c:pt idx="49245">
                  <c:v>0.56996527777664596</c:v>
                </c:pt>
                <c:pt idx="49246">
                  <c:v>0.56997685184614966</c:v>
                </c:pt>
                <c:pt idx="49247">
                  <c:v>0.56998842592292931</c:v>
                </c:pt>
                <c:pt idx="49248">
                  <c:v>0.56999999999970896</c:v>
                </c:pt>
                <c:pt idx="49249">
                  <c:v>0.57001157406921266</c:v>
                </c:pt>
                <c:pt idx="49250">
                  <c:v>0.57002314814599231</c:v>
                </c:pt>
                <c:pt idx="49251">
                  <c:v>0.57003472222277196</c:v>
                </c:pt>
                <c:pt idx="49252">
                  <c:v>0.57004629629227566</c:v>
                </c:pt>
                <c:pt idx="49253">
                  <c:v>0.57005787036905531</c:v>
                </c:pt>
                <c:pt idx="49254">
                  <c:v>0.570069444438559</c:v>
                </c:pt>
                <c:pt idx="49255">
                  <c:v>0.57008101851533866</c:v>
                </c:pt>
                <c:pt idx="49256">
                  <c:v>0.57009259259211831</c:v>
                </c:pt>
                <c:pt idx="49257">
                  <c:v>0.570104166661622</c:v>
                </c:pt>
                <c:pt idx="49258">
                  <c:v>0.57011574073840166</c:v>
                </c:pt>
                <c:pt idx="49259">
                  <c:v>0.57012731481518131</c:v>
                </c:pt>
                <c:pt idx="49260">
                  <c:v>0.570138888884685</c:v>
                </c:pt>
                <c:pt idx="49261">
                  <c:v>0.57015046296146465</c:v>
                </c:pt>
                <c:pt idx="49262">
                  <c:v>0.57016203703824431</c:v>
                </c:pt>
                <c:pt idx="49263">
                  <c:v>0.570173611107748</c:v>
                </c:pt>
                <c:pt idx="49264">
                  <c:v>0.57018518518452765</c:v>
                </c:pt>
                <c:pt idx="49265">
                  <c:v>0.57019675925403135</c:v>
                </c:pt>
                <c:pt idx="49266">
                  <c:v>0.570208333330811</c:v>
                </c:pt>
                <c:pt idx="49267">
                  <c:v>0.57021990740759065</c:v>
                </c:pt>
                <c:pt idx="49268">
                  <c:v>0.57023148147709435</c:v>
                </c:pt>
                <c:pt idx="49269">
                  <c:v>0.570243055553874</c:v>
                </c:pt>
                <c:pt idx="49270">
                  <c:v>0.57025462963065365</c:v>
                </c:pt>
                <c:pt idx="49271">
                  <c:v>0.57026620370015735</c:v>
                </c:pt>
                <c:pt idx="49272">
                  <c:v>0.570277777776937</c:v>
                </c:pt>
                <c:pt idx="49273">
                  <c:v>0.5702893518464407</c:v>
                </c:pt>
                <c:pt idx="49274">
                  <c:v>0.57030092592322035</c:v>
                </c:pt>
                <c:pt idx="49275">
                  <c:v>0.5703125</c:v>
                </c:pt>
                <c:pt idx="49276">
                  <c:v>0.57032407406950369</c:v>
                </c:pt>
                <c:pt idx="49277">
                  <c:v>0.57033564814628335</c:v>
                </c:pt>
                <c:pt idx="49278">
                  <c:v>0.570347222223063</c:v>
                </c:pt>
                <c:pt idx="49279">
                  <c:v>0.57035879629256669</c:v>
                </c:pt>
                <c:pt idx="49280">
                  <c:v>0.57037037036934635</c:v>
                </c:pt>
                <c:pt idx="49281">
                  <c:v>0.57038194443885004</c:v>
                </c:pt>
                <c:pt idx="49282">
                  <c:v>0.57039351851562969</c:v>
                </c:pt>
                <c:pt idx="49283">
                  <c:v>0.57040509259240935</c:v>
                </c:pt>
                <c:pt idx="49284">
                  <c:v>0.57041666666191304</c:v>
                </c:pt>
                <c:pt idx="49285">
                  <c:v>0.57042824073869269</c:v>
                </c:pt>
                <c:pt idx="49286">
                  <c:v>0.57043981481547235</c:v>
                </c:pt>
                <c:pt idx="49287">
                  <c:v>0.57045138888497604</c:v>
                </c:pt>
                <c:pt idx="49288">
                  <c:v>0.57046296296175569</c:v>
                </c:pt>
                <c:pt idx="49289">
                  <c:v>0.57047453703125939</c:v>
                </c:pt>
                <c:pt idx="49290">
                  <c:v>0.57048611110803904</c:v>
                </c:pt>
                <c:pt idx="49291">
                  <c:v>0.57049768518481869</c:v>
                </c:pt>
                <c:pt idx="49292">
                  <c:v>0.57050925925432239</c:v>
                </c:pt>
                <c:pt idx="49293">
                  <c:v>0.57052083333110204</c:v>
                </c:pt>
                <c:pt idx="49294">
                  <c:v>0.57053240740788169</c:v>
                </c:pt>
                <c:pt idx="49295">
                  <c:v>0.57054398147738539</c:v>
                </c:pt>
                <c:pt idx="49296">
                  <c:v>0.57055555555416504</c:v>
                </c:pt>
                <c:pt idx="49297">
                  <c:v>0.57056712963094469</c:v>
                </c:pt>
                <c:pt idx="49298">
                  <c:v>0.57057870370044839</c:v>
                </c:pt>
                <c:pt idx="49299">
                  <c:v>0.57059027777722804</c:v>
                </c:pt>
                <c:pt idx="49300">
                  <c:v>0.57060185184673173</c:v>
                </c:pt>
                <c:pt idx="49301">
                  <c:v>0.57061342592351139</c:v>
                </c:pt>
                <c:pt idx="49302">
                  <c:v>0.57062500000029104</c:v>
                </c:pt>
                <c:pt idx="49303">
                  <c:v>0.57063657406979473</c:v>
                </c:pt>
                <c:pt idx="49304">
                  <c:v>0.57064814814657439</c:v>
                </c:pt>
                <c:pt idx="49305">
                  <c:v>0.57065972222335404</c:v>
                </c:pt>
                <c:pt idx="49306">
                  <c:v>0.57067129629285773</c:v>
                </c:pt>
                <c:pt idx="49307">
                  <c:v>0.57068287036963739</c:v>
                </c:pt>
                <c:pt idx="49308">
                  <c:v>0.57069444443914108</c:v>
                </c:pt>
                <c:pt idx="49309">
                  <c:v>0.57070601851592073</c:v>
                </c:pt>
                <c:pt idx="49310">
                  <c:v>0.57071759259270038</c:v>
                </c:pt>
                <c:pt idx="49311">
                  <c:v>0.57072916666220408</c:v>
                </c:pt>
                <c:pt idx="49312">
                  <c:v>0.57074074073898373</c:v>
                </c:pt>
                <c:pt idx="49313">
                  <c:v>0.57075231481576338</c:v>
                </c:pt>
                <c:pt idx="49314">
                  <c:v>0.57076388888526708</c:v>
                </c:pt>
                <c:pt idx="49315">
                  <c:v>0.57077546296204673</c:v>
                </c:pt>
                <c:pt idx="49316">
                  <c:v>0.57078703703155043</c:v>
                </c:pt>
                <c:pt idx="49317">
                  <c:v>0.57079861110833008</c:v>
                </c:pt>
                <c:pt idx="49318">
                  <c:v>0.57081018518510973</c:v>
                </c:pt>
                <c:pt idx="49319">
                  <c:v>0.57082175925461343</c:v>
                </c:pt>
                <c:pt idx="49320">
                  <c:v>0.57083333333139308</c:v>
                </c:pt>
                <c:pt idx="49321">
                  <c:v>0.57084490740817273</c:v>
                </c:pt>
                <c:pt idx="49322">
                  <c:v>0.57085648147767643</c:v>
                </c:pt>
                <c:pt idx="49323">
                  <c:v>0.57086805555445608</c:v>
                </c:pt>
                <c:pt idx="49324">
                  <c:v>0.57087962962395977</c:v>
                </c:pt>
                <c:pt idx="49325">
                  <c:v>0.57089120370073942</c:v>
                </c:pt>
                <c:pt idx="49326">
                  <c:v>0.57090277777751908</c:v>
                </c:pt>
                <c:pt idx="49327">
                  <c:v>0.57091435184702277</c:v>
                </c:pt>
                <c:pt idx="49328">
                  <c:v>0.57092592592380242</c:v>
                </c:pt>
                <c:pt idx="49329">
                  <c:v>0.57093750000058208</c:v>
                </c:pt>
                <c:pt idx="49330">
                  <c:v>0.57094907407008577</c:v>
                </c:pt>
                <c:pt idx="49331">
                  <c:v>0.57096064814686542</c:v>
                </c:pt>
                <c:pt idx="49332">
                  <c:v>0.57097222221636912</c:v>
                </c:pt>
                <c:pt idx="49333">
                  <c:v>0.57098379629314877</c:v>
                </c:pt>
                <c:pt idx="49334">
                  <c:v>0.57099537036992842</c:v>
                </c:pt>
                <c:pt idx="49335">
                  <c:v>0.57100694443943212</c:v>
                </c:pt>
                <c:pt idx="49336">
                  <c:v>0.57101851851621177</c:v>
                </c:pt>
                <c:pt idx="49337">
                  <c:v>0.57103009259299142</c:v>
                </c:pt>
                <c:pt idx="49338">
                  <c:v>0.57104166666249512</c:v>
                </c:pt>
                <c:pt idx="49339">
                  <c:v>0.57105324073927477</c:v>
                </c:pt>
                <c:pt idx="49340">
                  <c:v>0.57106481481605442</c:v>
                </c:pt>
                <c:pt idx="49341">
                  <c:v>0.57107638888555812</c:v>
                </c:pt>
                <c:pt idx="49342">
                  <c:v>0.57108796296233777</c:v>
                </c:pt>
                <c:pt idx="49343">
                  <c:v>0.57109953703184146</c:v>
                </c:pt>
                <c:pt idx="49344">
                  <c:v>0.57111111110862112</c:v>
                </c:pt>
                <c:pt idx="49345">
                  <c:v>0.57112268518540077</c:v>
                </c:pt>
                <c:pt idx="49346">
                  <c:v>0.57113425925490446</c:v>
                </c:pt>
                <c:pt idx="49347">
                  <c:v>0.57114583333168412</c:v>
                </c:pt>
                <c:pt idx="49348">
                  <c:v>0.57115740740846377</c:v>
                </c:pt>
                <c:pt idx="49349">
                  <c:v>0.57116898147796746</c:v>
                </c:pt>
                <c:pt idx="49350">
                  <c:v>0.57118055555474712</c:v>
                </c:pt>
                <c:pt idx="49351">
                  <c:v>0.57119212962425081</c:v>
                </c:pt>
                <c:pt idx="49352">
                  <c:v>0.57120370370103046</c:v>
                </c:pt>
                <c:pt idx="49353">
                  <c:v>0.57121527777781012</c:v>
                </c:pt>
                <c:pt idx="49354">
                  <c:v>0.57122685184731381</c:v>
                </c:pt>
                <c:pt idx="49355">
                  <c:v>0.57123842592409346</c:v>
                </c:pt>
                <c:pt idx="49356">
                  <c:v>0.57125000000087311</c:v>
                </c:pt>
                <c:pt idx="49357">
                  <c:v>0.57126157407037681</c:v>
                </c:pt>
                <c:pt idx="49358">
                  <c:v>0.57127314814715646</c:v>
                </c:pt>
                <c:pt idx="49359">
                  <c:v>0.57128472221666016</c:v>
                </c:pt>
                <c:pt idx="49360">
                  <c:v>0.57129629629343981</c:v>
                </c:pt>
                <c:pt idx="49361">
                  <c:v>0.57130787037021946</c:v>
                </c:pt>
                <c:pt idx="49362">
                  <c:v>0.57131944443972316</c:v>
                </c:pt>
                <c:pt idx="49363">
                  <c:v>0.57133101851650281</c:v>
                </c:pt>
                <c:pt idx="49364">
                  <c:v>0.57134259259328246</c:v>
                </c:pt>
                <c:pt idx="49365">
                  <c:v>0.57135416666278616</c:v>
                </c:pt>
                <c:pt idx="49366">
                  <c:v>0.57136574073956581</c:v>
                </c:pt>
                <c:pt idx="49367">
                  <c:v>0.5713773148090695</c:v>
                </c:pt>
                <c:pt idx="49368">
                  <c:v>0.57138888888584916</c:v>
                </c:pt>
                <c:pt idx="49369">
                  <c:v>0.57140046296262881</c:v>
                </c:pt>
                <c:pt idx="49370">
                  <c:v>0.5714120370321325</c:v>
                </c:pt>
                <c:pt idx="49371">
                  <c:v>0.57142361110891216</c:v>
                </c:pt>
                <c:pt idx="49372">
                  <c:v>0.57143518518569181</c:v>
                </c:pt>
                <c:pt idx="49373">
                  <c:v>0.5714467592551955</c:v>
                </c:pt>
                <c:pt idx="49374">
                  <c:v>0.57145833333197515</c:v>
                </c:pt>
                <c:pt idx="49375">
                  <c:v>0.57146990740147885</c:v>
                </c:pt>
                <c:pt idx="49376">
                  <c:v>0.5714814814782585</c:v>
                </c:pt>
                <c:pt idx="49377">
                  <c:v>0.57149305555503815</c:v>
                </c:pt>
                <c:pt idx="49378">
                  <c:v>0.57150462962454185</c:v>
                </c:pt>
                <c:pt idx="49379">
                  <c:v>0.5715162037013215</c:v>
                </c:pt>
                <c:pt idx="49380">
                  <c:v>0.57152777777810115</c:v>
                </c:pt>
                <c:pt idx="49381">
                  <c:v>0.57153935184760485</c:v>
                </c:pt>
                <c:pt idx="49382">
                  <c:v>0.5715509259243845</c:v>
                </c:pt>
                <c:pt idx="49383">
                  <c:v>0.57156250000116415</c:v>
                </c:pt>
                <c:pt idx="49384">
                  <c:v>0.57157407407066785</c:v>
                </c:pt>
                <c:pt idx="49385">
                  <c:v>0.5715856481474475</c:v>
                </c:pt>
                <c:pt idx="49386">
                  <c:v>0.5715972222169512</c:v>
                </c:pt>
                <c:pt idx="49387">
                  <c:v>0.57160879629373085</c:v>
                </c:pt>
                <c:pt idx="49388">
                  <c:v>0.5716203703705105</c:v>
                </c:pt>
                <c:pt idx="49389">
                  <c:v>0.57163194444001419</c:v>
                </c:pt>
                <c:pt idx="49390">
                  <c:v>0.57164351851679385</c:v>
                </c:pt>
                <c:pt idx="49391">
                  <c:v>0.5716550925935735</c:v>
                </c:pt>
                <c:pt idx="49392">
                  <c:v>0.57166666666307719</c:v>
                </c:pt>
                <c:pt idx="49393">
                  <c:v>0.57167824073985685</c:v>
                </c:pt>
                <c:pt idx="49394">
                  <c:v>0.57168981480936054</c:v>
                </c:pt>
                <c:pt idx="49395">
                  <c:v>0.57170138888614019</c:v>
                </c:pt>
                <c:pt idx="49396">
                  <c:v>0.57171296296291985</c:v>
                </c:pt>
                <c:pt idx="49397">
                  <c:v>0.57172453703242354</c:v>
                </c:pt>
                <c:pt idx="49398">
                  <c:v>0.57173611110920319</c:v>
                </c:pt>
                <c:pt idx="49399">
                  <c:v>0.57174768518598285</c:v>
                </c:pt>
                <c:pt idx="49400">
                  <c:v>0.57175925925548654</c:v>
                </c:pt>
                <c:pt idx="49401">
                  <c:v>0.57177083333226619</c:v>
                </c:pt>
                <c:pt idx="49402">
                  <c:v>0.57178240740176989</c:v>
                </c:pt>
                <c:pt idx="49403">
                  <c:v>0.57179398147854954</c:v>
                </c:pt>
                <c:pt idx="49404">
                  <c:v>0.57180555555532919</c:v>
                </c:pt>
                <c:pt idx="49405">
                  <c:v>0.57181712962483289</c:v>
                </c:pt>
                <c:pt idx="49406">
                  <c:v>0.57182870370161254</c:v>
                </c:pt>
                <c:pt idx="49407">
                  <c:v>0.57184027777839219</c:v>
                </c:pt>
                <c:pt idx="49408">
                  <c:v>0.57185185184789589</c:v>
                </c:pt>
                <c:pt idx="49409">
                  <c:v>0.57186342592467554</c:v>
                </c:pt>
                <c:pt idx="49410">
                  <c:v>0.57187499999417923</c:v>
                </c:pt>
                <c:pt idx="49411">
                  <c:v>0.57188657407095889</c:v>
                </c:pt>
                <c:pt idx="49412">
                  <c:v>0.57189814814773854</c:v>
                </c:pt>
                <c:pt idx="49413">
                  <c:v>0.57190972221724223</c:v>
                </c:pt>
                <c:pt idx="49414">
                  <c:v>0.57192129629402189</c:v>
                </c:pt>
                <c:pt idx="49415">
                  <c:v>0.57193287037080154</c:v>
                </c:pt>
                <c:pt idx="49416">
                  <c:v>0.57194444444030523</c:v>
                </c:pt>
                <c:pt idx="49417">
                  <c:v>0.57195601851708489</c:v>
                </c:pt>
                <c:pt idx="49418">
                  <c:v>0.57196759259386454</c:v>
                </c:pt>
                <c:pt idx="49419">
                  <c:v>0.57197916666336823</c:v>
                </c:pt>
                <c:pt idx="49420">
                  <c:v>0.57199074074014788</c:v>
                </c:pt>
                <c:pt idx="49421">
                  <c:v>0.57200231480965158</c:v>
                </c:pt>
                <c:pt idx="49422">
                  <c:v>0.57201388888643123</c:v>
                </c:pt>
                <c:pt idx="49423">
                  <c:v>0.57202546296321088</c:v>
                </c:pt>
                <c:pt idx="49424">
                  <c:v>0.57203703703271458</c:v>
                </c:pt>
                <c:pt idx="49425">
                  <c:v>0.57204861110949423</c:v>
                </c:pt>
                <c:pt idx="49426">
                  <c:v>0.57206018518627388</c:v>
                </c:pt>
                <c:pt idx="49427">
                  <c:v>0.57207175925577758</c:v>
                </c:pt>
                <c:pt idx="49428">
                  <c:v>0.57208333333255723</c:v>
                </c:pt>
                <c:pt idx="49429">
                  <c:v>0.57209490740206093</c:v>
                </c:pt>
                <c:pt idx="49430">
                  <c:v>0.57210648147884058</c:v>
                </c:pt>
                <c:pt idx="49431">
                  <c:v>0.57211805555562023</c:v>
                </c:pt>
                <c:pt idx="49432">
                  <c:v>0.57212962962512393</c:v>
                </c:pt>
                <c:pt idx="49433">
                  <c:v>0.57214120370190358</c:v>
                </c:pt>
                <c:pt idx="49434">
                  <c:v>0.57215277777868323</c:v>
                </c:pt>
                <c:pt idx="49435">
                  <c:v>0.57216435184818693</c:v>
                </c:pt>
                <c:pt idx="49436">
                  <c:v>0.57217592592496658</c:v>
                </c:pt>
                <c:pt idx="49437">
                  <c:v>0.57218749999447027</c:v>
                </c:pt>
                <c:pt idx="49438">
                  <c:v>0.57219907407124992</c:v>
                </c:pt>
                <c:pt idx="49439">
                  <c:v>0.57221064814802958</c:v>
                </c:pt>
                <c:pt idx="49440">
                  <c:v>0.57222222221753327</c:v>
                </c:pt>
                <c:pt idx="49441">
                  <c:v>0.57223379629431292</c:v>
                </c:pt>
                <c:pt idx="49442">
                  <c:v>0.57224537037109258</c:v>
                </c:pt>
                <c:pt idx="49443">
                  <c:v>0.57225694444059627</c:v>
                </c:pt>
                <c:pt idx="49444">
                  <c:v>0.57226851851737592</c:v>
                </c:pt>
                <c:pt idx="49445">
                  <c:v>0.57228009258687962</c:v>
                </c:pt>
                <c:pt idx="49446">
                  <c:v>0.57229166666365927</c:v>
                </c:pt>
                <c:pt idx="49447">
                  <c:v>0.57230324074043892</c:v>
                </c:pt>
                <c:pt idx="49448">
                  <c:v>0.57231481480994262</c:v>
                </c:pt>
                <c:pt idx="49449">
                  <c:v>0.57232638888672227</c:v>
                </c:pt>
                <c:pt idx="49450">
                  <c:v>0.57233796296350192</c:v>
                </c:pt>
                <c:pt idx="49451">
                  <c:v>0.57234953703300562</c:v>
                </c:pt>
                <c:pt idx="49452">
                  <c:v>0.57236111110978527</c:v>
                </c:pt>
                <c:pt idx="49453">
                  <c:v>0.57237268517928896</c:v>
                </c:pt>
                <c:pt idx="49454">
                  <c:v>0.57238425925606862</c:v>
                </c:pt>
                <c:pt idx="49455">
                  <c:v>0.57239583333284827</c:v>
                </c:pt>
                <c:pt idx="49456">
                  <c:v>0.57240740740235196</c:v>
                </c:pt>
                <c:pt idx="49457">
                  <c:v>0.57241898147913162</c:v>
                </c:pt>
                <c:pt idx="49458">
                  <c:v>0.57243055555591127</c:v>
                </c:pt>
                <c:pt idx="49459">
                  <c:v>0.57244212962541496</c:v>
                </c:pt>
                <c:pt idx="49460">
                  <c:v>0.57245370370219462</c:v>
                </c:pt>
                <c:pt idx="49461">
                  <c:v>0.57246527777897427</c:v>
                </c:pt>
                <c:pt idx="49462">
                  <c:v>0.57247685184847796</c:v>
                </c:pt>
                <c:pt idx="49463">
                  <c:v>0.57248842592525762</c:v>
                </c:pt>
                <c:pt idx="49464">
                  <c:v>0.57249999999476131</c:v>
                </c:pt>
                <c:pt idx="49465">
                  <c:v>0.57251157407154096</c:v>
                </c:pt>
                <c:pt idx="49466">
                  <c:v>0.57252314814832062</c:v>
                </c:pt>
                <c:pt idx="49467">
                  <c:v>0.57253472221782431</c:v>
                </c:pt>
                <c:pt idx="49468">
                  <c:v>0.57254629629460396</c:v>
                </c:pt>
                <c:pt idx="49469">
                  <c:v>0.57255787037138361</c:v>
                </c:pt>
                <c:pt idx="49470">
                  <c:v>0.57256944444088731</c:v>
                </c:pt>
                <c:pt idx="49471">
                  <c:v>0.57258101851766696</c:v>
                </c:pt>
                <c:pt idx="49472">
                  <c:v>0.57259259258717066</c:v>
                </c:pt>
                <c:pt idx="49473">
                  <c:v>0.57260416666395031</c:v>
                </c:pt>
                <c:pt idx="49474">
                  <c:v>0.57261574074072996</c:v>
                </c:pt>
                <c:pt idx="49475">
                  <c:v>0.57262731481023366</c:v>
                </c:pt>
                <c:pt idx="49476">
                  <c:v>0.57263888888701331</c:v>
                </c:pt>
                <c:pt idx="49477">
                  <c:v>0.57265046296379296</c:v>
                </c:pt>
                <c:pt idx="49478">
                  <c:v>0.57266203703329666</c:v>
                </c:pt>
                <c:pt idx="49479">
                  <c:v>0.57267361111007631</c:v>
                </c:pt>
                <c:pt idx="49480">
                  <c:v>0.57268518517958</c:v>
                </c:pt>
                <c:pt idx="49481">
                  <c:v>0.57269675925635966</c:v>
                </c:pt>
                <c:pt idx="49482">
                  <c:v>0.57270833333313931</c:v>
                </c:pt>
                <c:pt idx="49483">
                  <c:v>0.572719907402643</c:v>
                </c:pt>
                <c:pt idx="49484">
                  <c:v>0.57273148147942265</c:v>
                </c:pt>
                <c:pt idx="49485">
                  <c:v>0.57274305555620231</c:v>
                </c:pt>
                <c:pt idx="49486">
                  <c:v>0.572754629625706</c:v>
                </c:pt>
                <c:pt idx="49487">
                  <c:v>0.57276620370248565</c:v>
                </c:pt>
                <c:pt idx="49488">
                  <c:v>0.57277777777198935</c:v>
                </c:pt>
                <c:pt idx="49489">
                  <c:v>0.572789351848769</c:v>
                </c:pt>
                <c:pt idx="49490">
                  <c:v>0.57280092592554865</c:v>
                </c:pt>
                <c:pt idx="49491">
                  <c:v>0.57281249999505235</c:v>
                </c:pt>
                <c:pt idx="49492">
                  <c:v>0.572824074071832</c:v>
                </c:pt>
                <c:pt idx="49493">
                  <c:v>0.57283564814861165</c:v>
                </c:pt>
                <c:pt idx="49494">
                  <c:v>0.57284722221811535</c:v>
                </c:pt>
                <c:pt idx="49495">
                  <c:v>0.572858796294895</c:v>
                </c:pt>
                <c:pt idx="49496">
                  <c:v>0.57287037037167465</c:v>
                </c:pt>
                <c:pt idx="49497">
                  <c:v>0.57288194444117835</c:v>
                </c:pt>
                <c:pt idx="49498">
                  <c:v>0.572893518517958</c:v>
                </c:pt>
                <c:pt idx="49499">
                  <c:v>0.5729050925874617</c:v>
                </c:pt>
                <c:pt idx="49500">
                  <c:v>0.57291666666424135</c:v>
                </c:pt>
                <c:pt idx="49501">
                  <c:v>0.572928240741021</c:v>
                </c:pt>
                <c:pt idx="49502">
                  <c:v>0.57293981481052469</c:v>
                </c:pt>
                <c:pt idx="49503">
                  <c:v>0.57295138888730435</c:v>
                </c:pt>
                <c:pt idx="49504">
                  <c:v>0.572962962964084</c:v>
                </c:pt>
                <c:pt idx="49505">
                  <c:v>0.57297453703358769</c:v>
                </c:pt>
                <c:pt idx="49506">
                  <c:v>0.57298611111036735</c:v>
                </c:pt>
                <c:pt idx="49507">
                  <c:v>0.57299768517987104</c:v>
                </c:pt>
                <c:pt idx="49508">
                  <c:v>0.57300925925665069</c:v>
                </c:pt>
                <c:pt idx="49509">
                  <c:v>0.57302083333343035</c:v>
                </c:pt>
                <c:pt idx="49510">
                  <c:v>0.57303240740293404</c:v>
                </c:pt>
                <c:pt idx="49511">
                  <c:v>0.57304398147971369</c:v>
                </c:pt>
                <c:pt idx="49512">
                  <c:v>0.57305555555649335</c:v>
                </c:pt>
                <c:pt idx="49513">
                  <c:v>0.57306712962599704</c:v>
                </c:pt>
                <c:pt idx="49514">
                  <c:v>0.57307870370277669</c:v>
                </c:pt>
                <c:pt idx="49515">
                  <c:v>0.57309027777228039</c:v>
                </c:pt>
                <c:pt idx="49516">
                  <c:v>0.57310185184906004</c:v>
                </c:pt>
                <c:pt idx="49517">
                  <c:v>0.57311342592583969</c:v>
                </c:pt>
                <c:pt idx="49518">
                  <c:v>0.57312499999534339</c:v>
                </c:pt>
                <c:pt idx="49519">
                  <c:v>0.57313657407212304</c:v>
                </c:pt>
                <c:pt idx="49520">
                  <c:v>0.57314814814890269</c:v>
                </c:pt>
                <c:pt idx="49521">
                  <c:v>0.57315972221840639</c:v>
                </c:pt>
                <c:pt idx="49522">
                  <c:v>0.57317129629518604</c:v>
                </c:pt>
                <c:pt idx="49523">
                  <c:v>0.57318287036468973</c:v>
                </c:pt>
                <c:pt idx="49524">
                  <c:v>0.57319444444146939</c:v>
                </c:pt>
                <c:pt idx="49525">
                  <c:v>0.57320601851824904</c:v>
                </c:pt>
                <c:pt idx="49526">
                  <c:v>0.57321759258775273</c:v>
                </c:pt>
                <c:pt idx="49527">
                  <c:v>0.57322916666453239</c:v>
                </c:pt>
                <c:pt idx="49528">
                  <c:v>0.57324074074131204</c:v>
                </c:pt>
                <c:pt idx="49529">
                  <c:v>0.57325231481081573</c:v>
                </c:pt>
                <c:pt idx="49530">
                  <c:v>0.57326388888759539</c:v>
                </c:pt>
                <c:pt idx="49531">
                  <c:v>0.57327546295709908</c:v>
                </c:pt>
                <c:pt idx="49532">
                  <c:v>0.57328703703387873</c:v>
                </c:pt>
                <c:pt idx="49533">
                  <c:v>0.57329861111065838</c:v>
                </c:pt>
                <c:pt idx="49534">
                  <c:v>0.57331018518016208</c:v>
                </c:pt>
                <c:pt idx="49535">
                  <c:v>0.57332175925694173</c:v>
                </c:pt>
                <c:pt idx="49536">
                  <c:v>0.57333333333372138</c:v>
                </c:pt>
                <c:pt idx="49537">
                  <c:v>0.57334490740322508</c:v>
                </c:pt>
                <c:pt idx="49538">
                  <c:v>0.57335648148000473</c:v>
                </c:pt>
                <c:pt idx="49539">
                  <c:v>0.57336805555678438</c:v>
                </c:pt>
                <c:pt idx="49540">
                  <c:v>0.57337962962628808</c:v>
                </c:pt>
                <c:pt idx="49541">
                  <c:v>0.57339120370306773</c:v>
                </c:pt>
                <c:pt idx="49542">
                  <c:v>0.57340277777257143</c:v>
                </c:pt>
                <c:pt idx="49543">
                  <c:v>0.57341435184935108</c:v>
                </c:pt>
                <c:pt idx="49544">
                  <c:v>0.57342592592613073</c:v>
                </c:pt>
                <c:pt idx="49545">
                  <c:v>0.57343749999563443</c:v>
                </c:pt>
                <c:pt idx="49546">
                  <c:v>0.57344907407241408</c:v>
                </c:pt>
                <c:pt idx="49547">
                  <c:v>0.57346064814919373</c:v>
                </c:pt>
                <c:pt idx="49548">
                  <c:v>0.57347222221869742</c:v>
                </c:pt>
                <c:pt idx="49549">
                  <c:v>0.57348379629547708</c:v>
                </c:pt>
                <c:pt idx="49550">
                  <c:v>0.57349537036498077</c:v>
                </c:pt>
                <c:pt idx="49551">
                  <c:v>0.57350694444176042</c:v>
                </c:pt>
                <c:pt idx="49552">
                  <c:v>0.57351851851854008</c:v>
                </c:pt>
                <c:pt idx="49553">
                  <c:v>0.57353009258804377</c:v>
                </c:pt>
                <c:pt idx="49554">
                  <c:v>0.57354166666482342</c:v>
                </c:pt>
                <c:pt idx="49555">
                  <c:v>0.57355324074160308</c:v>
                </c:pt>
                <c:pt idx="49556">
                  <c:v>0.57356481481110677</c:v>
                </c:pt>
                <c:pt idx="49557">
                  <c:v>0.57357638888788642</c:v>
                </c:pt>
                <c:pt idx="49558">
                  <c:v>0.57358796295739012</c:v>
                </c:pt>
                <c:pt idx="49559">
                  <c:v>0.57359953703416977</c:v>
                </c:pt>
                <c:pt idx="49560">
                  <c:v>0.57361111111094942</c:v>
                </c:pt>
                <c:pt idx="49561">
                  <c:v>0.57362268518045312</c:v>
                </c:pt>
                <c:pt idx="49562">
                  <c:v>0.57363425925723277</c:v>
                </c:pt>
                <c:pt idx="49563">
                  <c:v>0.57364583333401242</c:v>
                </c:pt>
                <c:pt idx="49564">
                  <c:v>0.57365740740351612</c:v>
                </c:pt>
                <c:pt idx="49565">
                  <c:v>0.57366898148029577</c:v>
                </c:pt>
                <c:pt idx="49566">
                  <c:v>0.57368055554979946</c:v>
                </c:pt>
                <c:pt idx="49567">
                  <c:v>0.57369212962657912</c:v>
                </c:pt>
                <c:pt idx="49568">
                  <c:v>0.57370370370335877</c:v>
                </c:pt>
                <c:pt idx="49569">
                  <c:v>0.57371527777286246</c:v>
                </c:pt>
                <c:pt idx="49570">
                  <c:v>0.57372685184964212</c:v>
                </c:pt>
                <c:pt idx="49571">
                  <c:v>0.57373842592642177</c:v>
                </c:pt>
                <c:pt idx="49572">
                  <c:v>0.57374999999592546</c:v>
                </c:pt>
                <c:pt idx="49573">
                  <c:v>0.57376157407270512</c:v>
                </c:pt>
                <c:pt idx="49574">
                  <c:v>0.57377314814948477</c:v>
                </c:pt>
                <c:pt idx="49575">
                  <c:v>0.57378472221898846</c:v>
                </c:pt>
                <c:pt idx="49576">
                  <c:v>0.57379629629576812</c:v>
                </c:pt>
                <c:pt idx="49577">
                  <c:v>0.57380787036527181</c:v>
                </c:pt>
                <c:pt idx="49578">
                  <c:v>0.57381944444205146</c:v>
                </c:pt>
                <c:pt idx="49579">
                  <c:v>0.57383101851883112</c:v>
                </c:pt>
                <c:pt idx="49580">
                  <c:v>0.57384259258833481</c:v>
                </c:pt>
                <c:pt idx="49581">
                  <c:v>0.57385416666511446</c:v>
                </c:pt>
                <c:pt idx="49582">
                  <c:v>0.57386574074189411</c:v>
                </c:pt>
                <c:pt idx="49583">
                  <c:v>0.57387731481139781</c:v>
                </c:pt>
                <c:pt idx="49584">
                  <c:v>0.57388888888817746</c:v>
                </c:pt>
                <c:pt idx="49585">
                  <c:v>0.57390046295768116</c:v>
                </c:pt>
                <c:pt idx="49586">
                  <c:v>0.57391203703446081</c:v>
                </c:pt>
                <c:pt idx="49587">
                  <c:v>0.57392361111124046</c:v>
                </c:pt>
                <c:pt idx="49588">
                  <c:v>0.57393518518074416</c:v>
                </c:pt>
                <c:pt idx="49589">
                  <c:v>0.57394675925752381</c:v>
                </c:pt>
                <c:pt idx="49590">
                  <c:v>0.57395833333430346</c:v>
                </c:pt>
                <c:pt idx="49591">
                  <c:v>0.57396990740380716</c:v>
                </c:pt>
                <c:pt idx="49592">
                  <c:v>0.57398148148058681</c:v>
                </c:pt>
                <c:pt idx="49593">
                  <c:v>0.5739930555500905</c:v>
                </c:pt>
                <c:pt idx="49594">
                  <c:v>0.57400462962687016</c:v>
                </c:pt>
                <c:pt idx="49595">
                  <c:v>0.57401620370364981</c:v>
                </c:pt>
                <c:pt idx="49596">
                  <c:v>0.5740277777731535</c:v>
                </c:pt>
                <c:pt idx="49597">
                  <c:v>0.57403935184993315</c:v>
                </c:pt>
                <c:pt idx="49598">
                  <c:v>0.57405092592671281</c:v>
                </c:pt>
                <c:pt idx="49599">
                  <c:v>0.5740624999962165</c:v>
                </c:pt>
                <c:pt idx="49600">
                  <c:v>0.57407407407299615</c:v>
                </c:pt>
                <c:pt idx="49601">
                  <c:v>0.57408564814249985</c:v>
                </c:pt>
                <c:pt idx="49602">
                  <c:v>0.5740972222192795</c:v>
                </c:pt>
                <c:pt idx="49603">
                  <c:v>0.57410879629605915</c:v>
                </c:pt>
                <c:pt idx="49604">
                  <c:v>0.57412037036556285</c:v>
                </c:pt>
                <c:pt idx="49605">
                  <c:v>0.5741319444423425</c:v>
                </c:pt>
                <c:pt idx="49606">
                  <c:v>0.57414351851912215</c:v>
                </c:pt>
                <c:pt idx="49607">
                  <c:v>0.57415509258862585</c:v>
                </c:pt>
                <c:pt idx="49608">
                  <c:v>0.5741666666654055</c:v>
                </c:pt>
                <c:pt idx="49609">
                  <c:v>0.5741782407349092</c:v>
                </c:pt>
                <c:pt idx="49610">
                  <c:v>0.57418981481168885</c:v>
                </c:pt>
                <c:pt idx="49611">
                  <c:v>0.5742013888884685</c:v>
                </c:pt>
                <c:pt idx="49612">
                  <c:v>0.57421296295797219</c:v>
                </c:pt>
                <c:pt idx="49613">
                  <c:v>0.57422453703475185</c:v>
                </c:pt>
                <c:pt idx="49614">
                  <c:v>0.5742361111115315</c:v>
                </c:pt>
                <c:pt idx="49615">
                  <c:v>0.57424768518103519</c:v>
                </c:pt>
                <c:pt idx="49616">
                  <c:v>0.57425925925781485</c:v>
                </c:pt>
                <c:pt idx="49617">
                  <c:v>0.5742708333345945</c:v>
                </c:pt>
                <c:pt idx="49618">
                  <c:v>0.57428240740409819</c:v>
                </c:pt>
                <c:pt idx="49619">
                  <c:v>0.57429398148087785</c:v>
                </c:pt>
                <c:pt idx="49620">
                  <c:v>0.57430555555038154</c:v>
                </c:pt>
                <c:pt idx="49621">
                  <c:v>0.57431712962716119</c:v>
                </c:pt>
                <c:pt idx="49622">
                  <c:v>0.57432870370394085</c:v>
                </c:pt>
                <c:pt idx="49623">
                  <c:v>0.57434027777344454</c:v>
                </c:pt>
                <c:pt idx="49624">
                  <c:v>0.57435185185022419</c:v>
                </c:pt>
                <c:pt idx="49625">
                  <c:v>0.57436342592700385</c:v>
                </c:pt>
                <c:pt idx="49626">
                  <c:v>0.57437499999650754</c:v>
                </c:pt>
                <c:pt idx="49627">
                  <c:v>0.57438657407328719</c:v>
                </c:pt>
                <c:pt idx="49628">
                  <c:v>0.57439814814279089</c:v>
                </c:pt>
                <c:pt idx="49629">
                  <c:v>0.57440972221957054</c:v>
                </c:pt>
                <c:pt idx="49630">
                  <c:v>0.57442129629635019</c:v>
                </c:pt>
                <c:pt idx="49631">
                  <c:v>0.57443287036585389</c:v>
                </c:pt>
                <c:pt idx="49632">
                  <c:v>0.57444444444263354</c:v>
                </c:pt>
                <c:pt idx="49633">
                  <c:v>0.57445601851941319</c:v>
                </c:pt>
                <c:pt idx="49634">
                  <c:v>0.57446759258891689</c:v>
                </c:pt>
                <c:pt idx="49635">
                  <c:v>0.57447916666569654</c:v>
                </c:pt>
                <c:pt idx="49636">
                  <c:v>0.57449074073520023</c:v>
                </c:pt>
                <c:pt idx="49637">
                  <c:v>0.57450231481197989</c:v>
                </c:pt>
                <c:pt idx="49638">
                  <c:v>0.57451388888875954</c:v>
                </c:pt>
                <c:pt idx="49639">
                  <c:v>0.57452546295826323</c:v>
                </c:pt>
                <c:pt idx="49640">
                  <c:v>0.57453703703504289</c:v>
                </c:pt>
                <c:pt idx="49641">
                  <c:v>0.57454861111182254</c:v>
                </c:pt>
                <c:pt idx="49642">
                  <c:v>0.57456018518132623</c:v>
                </c:pt>
                <c:pt idx="49643">
                  <c:v>0.57457175925810589</c:v>
                </c:pt>
                <c:pt idx="49644">
                  <c:v>0.57458333332760958</c:v>
                </c:pt>
                <c:pt idx="49645">
                  <c:v>0.57459490740438923</c:v>
                </c:pt>
                <c:pt idx="49646">
                  <c:v>0.57460648148116888</c:v>
                </c:pt>
                <c:pt idx="49647">
                  <c:v>0.57461805555067258</c:v>
                </c:pt>
                <c:pt idx="49648">
                  <c:v>0.57462962962745223</c:v>
                </c:pt>
                <c:pt idx="49649">
                  <c:v>0.57464120370423188</c:v>
                </c:pt>
                <c:pt idx="49650">
                  <c:v>0.57465277777373558</c:v>
                </c:pt>
                <c:pt idx="49651">
                  <c:v>0.57466435185051523</c:v>
                </c:pt>
                <c:pt idx="49652">
                  <c:v>0.57467592592001893</c:v>
                </c:pt>
                <c:pt idx="49653">
                  <c:v>0.57468749999679858</c:v>
                </c:pt>
                <c:pt idx="49654">
                  <c:v>0.57469907407357823</c:v>
                </c:pt>
                <c:pt idx="49655">
                  <c:v>0.57471064814308193</c:v>
                </c:pt>
                <c:pt idx="49656">
                  <c:v>0.57472222221986158</c:v>
                </c:pt>
                <c:pt idx="49657">
                  <c:v>0.57473379629664123</c:v>
                </c:pt>
                <c:pt idx="49658">
                  <c:v>0.57474537036614493</c:v>
                </c:pt>
                <c:pt idx="49659">
                  <c:v>0.57475694444292458</c:v>
                </c:pt>
                <c:pt idx="49660">
                  <c:v>0.57476851851970423</c:v>
                </c:pt>
                <c:pt idx="49661">
                  <c:v>0.57478009258920792</c:v>
                </c:pt>
                <c:pt idx="49662">
                  <c:v>0.57479166666598758</c:v>
                </c:pt>
                <c:pt idx="49663">
                  <c:v>0.57480324073549127</c:v>
                </c:pt>
                <c:pt idx="49664">
                  <c:v>0.57481481481227092</c:v>
                </c:pt>
                <c:pt idx="49665">
                  <c:v>0.57482638888905058</c:v>
                </c:pt>
                <c:pt idx="49666">
                  <c:v>0.57483796295855427</c:v>
                </c:pt>
                <c:pt idx="49667">
                  <c:v>0.57484953703533392</c:v>
                </c:pt>
                <c:pt idx="49668">
                  <c:v>0.57486111111211358</c:v>
                </c:pt>
                <c:pt idx="49669">
                  <c:v>0.57487268518161727</c:v>
                </c:pt>
                <c:pt idx="49670">
                  <c:v>0.57488425925839692</c:v>
                </c:pt>
                <c:pt idx="49671">
                  <c:v>0.57489583332790062</c:v>
                </c:pt>
                <c:pt idx="49672">
                  <c:v>0.57490740740468027</c:v>
                </c:pt>
                <c:pt idx="49673">
                  <c:v>0.57491898148145992</c:v>
                </c:pt>
                <c:pt idx="49674">
                  <c:v>0.57493055555096362</c:v>
                </c:pt>
                <c:pt idx="49675">
                  <c:v>0.57494212962774327</c:v>
                </c:pt>
                <c:pt idx="49676">
                  <c:v>0.57495370370452292</c:v>
                </c:pt>
                <c:pt idx="49677">
                  <c:v>0.57496527777402662</c:v>
                </c:pt>
                <c:pt idx="49678">
                  <c:v>0.57497685185080627</c:v>
                </c:pt>
                <c:pt idx="49679">
                  <c:v>0.57498842592030996</c:v>
                </c:pt>
                <c:pt idx="49680">
                  <c:v>0.57499999999708962</c:v>
                </c:pt>
                <c:pt idx="49681">
                  <c:v>0.57501157407386927</c:v>
                </c:pt>
                <c:pt idx="49682">
                  <c:v>0.57502314814337296</c:v>
                </c:pt>
                <c:pt idx="49683">
                  <c:v>0.57503472222015262</c:v>
                </c:pt>
                <c:pt idx="49684">
                  <c:v>0.57504629629693227</c:v>
                </c:pt>
                <c:pt idx="49685">
                  <c:v>0.57505787036643596</c:v>
                </c:pt>
                <c:pt idx="49686">
                  <c:v>0.57506944444321562</c:v>
                </c:pt>
                <c:pt idx="49687">
                  <c:v>0.57508101851271931</c:v>
                </c:pt>
                <c:pt idx="49688">
                  <c:v>0.57509259258949896</c:v>
                </c:pt>
                <c:pt idx="49689">
                  <c:v>0.57510416666627862</c:v>
                </c:pt>
                <c:pt idx="49690">
                  <c:v>0.57511574073578231</c:v>
                </c:pt>
                <c:pt idx="49691">
                  <c:v>0.57512731481256196</c:v>
                </c:pt>
                <c:pt idx="49692">
                  <c:v>0.57513888888934162</c:v>
                </c:pt>
                <c:pt idx="49693">
                  <c:v>0.57515046295884531</c:v>
                </c:pt>
                <c:pt idx="49694">
                  <c:v>0.57516203703562496</c:v>
                </c:pt>
                <c:pt idx="49695">
                  <c:v>0.57517361111240461</c:v>
                </c:pt>
                <c:pt idx="49696">
                  <c:v>0.57518518518190831</c:v>
                </c:pt>
                <c:pt idx="49697">
                  <c:v>0.57519675925868796</c:v>
                </c:pt>
                <c:pt idx="49698">
                  <c:v>0.57520833332819166</c:v>
                </c:pt>
                <c:pt idx="49699">
                  <c:v>0.57521990740497131</c:v>
                </c:pt>
                <c:pt idx="49700">
                  <c:v>0.57523148148175096</c:v>
                </c:pt>
                <c:pt idx="49701">
                  <c:v>0.57524305555125466</c:v>
                </c:pt>
                <c:pt idx="49702">
                  <c:v>0.57525462962803431</c:v>
                </c:pt>
                <c:pt idx="49703">
                  <c:v>0.57526620370481396</c:v>
                </c:pt>
                <c:pt idx="49704">
                  <c:v>0.57527777777431766</c:v>
                </c:pt>
                <c:pt idx="49705">
                  <c:v>0.57528935185109731</c:v>
                </c:pt>
                <c:pt idx="49706">
                  <c:v>0.575300925920601</c:v>
                </c:pt>
                <c:pt idx="49707">
                  <c:v>0.57531249999738066</c:v>
                </c:pt>
                <c:pt idx="49708">
                  <c:v>0.57532407407416031</c:v>
                </c:pt>
                <c:pt idx="49709">
                  <c:v>0.575335648143664</c:v>
                </c:pt>
                <c:pt idx="49710">
                  <c:v>0.57534722222044365</c:v>
                </c:pt>
                <c:pt idx="49711">
                  <c:v>0.57535879629722331</c:v>
                </c:pt>
                <c:pt idx="49712">
                  <c:v>0.575370370366727</c:v>
                </c:pt>
                <c:pt idx="49713">
                  <c:v>0.57538194444350665</c:v>
                </c:pt>
                <c:pt idx="49714">
                  <c:v>0.57539351851301035</c:v>
                </c:pt>
                <c:pt idx="49715">
                  <c:v>0.57540509258979</c:v>
                </c:pt>
                <c:pt idx="49716">
                  <c:v>0.57541666666656965</c:v>
                </c:pt>
                <c:pt idx="49717">
                  <c:v>0.57542824073607335</c:v>
                </c:pt>
                <c:pt idx="49718">
                  <c:v>0.575439814812853</c:v>
                </c:pt>
                <c:pt idx="49719">
                  <c:v>0.57545138888963265</c:v>
                </c:pt>
                <c:pt idx="49720">
                  <c:v>0.57546296295913635</c:v>
                </c:pt>
                <c:pt idx="49721">
                  <c:v>0.575474537035916</c:v>
                </c:pt>
                <c:pt idx="49722">
                  <c:v>0.5754861111054197</c:v>
                </c:pt>
                <c:pt idx="49723">
                  <c:v>0.57549768518219935</c:v>
                </c:pt>
                <c:pt idx="49724">
                  <c:v>0.575509259258979</c:v>
                </c:pt>
                <c:pt idx="49725">
                  <c:v>0.57552083332848269</c:v>
                </c:pt>
                <c:pt idx="49726">
                  <c:v>0.57553240740526235</c:v>
                </c:pt>
                <c:pt idx="49727">
                  <c:v>0.575543981482042</c:v>
                </c:pt>
                <c:pt idx="49728">
                  <c:v>0.57555555555154569</c:v>
                </c:pt>
                <c:pt idx="49729">
                  <c:v>0.57556712962832535</c:v>
                </c:pt>
                <c:pt idx="49730">
                  <c:v>0.57557870369782904</c:v>
                </c:pt>
                <c:pt idx="49731">
                  <c:v>0.57559027777460869</c:v>
                </c:pt>
                <c:pt idx="49732">
                  <c:v>0.57560185185138835</c:v>
                </c:pt>
                <c:pt idx="49733">
                  <c:v>0.57561342592089204</c:v>
                </c:pt>
                <c:pt idx="49734">
                  <c:v>0.57562499999767169</c:v>
                </c:pt>
                <c:pt idx="49735">
                  <c:v>0.57563657407445135</c:v>
                </c:pt>
                <c:pt idx="49736">
                  <c:v>0.57564814814395504</c:v>
                </c:pt>
                <c:pt idx="49737">
                  <c:v>0.57565972222073469</c:v>
                </c:pt>
                <c:pt idx="49738">
                  <c:v>0.57567129629751435</c:v>
                </c:pt>
                <c:pt idx="49739">
                  <c:v>0.57568287036701804</c:v>
                </c:pt>
                <c:pt idx="49740">
                  <c:v>0.57569444444379769</c:v>
                </c:pt>
                <c:pt idx="49741">
                  <c:v>0.57570601851330139</c:v>
                </c:pt>
                <c:pt idx="49742">
                  <c:v>0.57571759259008104</c:v>
                </c:pt>
                <c:pt idx="49743">
                  <c:v>0.57572916666686069</c:v>
                </c:pt>
                <c:pt idx="49744">
                  <c:v>0.57574074073636439</c:v>
                </c:pt>
                <c:pt idx="49745">
                  <c:v>0.57575231481314404</c:v>
                </c:pt>
                <c:pt idx="49746">
                  <c:v>0.57576388888992369</c:v>
                </c:pt>
                <c:pt idx="49747">
                  <c:v>0.57577546295942739</c:v>
                </c:pt>
                <c:pt idx="49748">
                  <c:v>0.57578703703620704</c:v>
                </c:pt>
                <c:pt idx="49749">
                  <c:v>0.57579861110571073</c:v>
                </c:pt>
                <c:pt idx="49750">
                  <c:v>0.57581018518249039</c:v>
                </c:pt>
                <c:pt idx="49751">
                  <c:v>0.57582175925927004</c:v>
                </c:pt>
                <c:pt idx="49752">
                  <c:v>0.57583333332877373</c:v>
                </c:pt>
                <c:pt idx="49753">
                  <c:v>0.57584490740555339</c:v>
                </c:pt>
                <c:pt idx="49754">
                  <c:v>0.57585648148233304</c:v>
                </c:pt>
                <c:pt idx="49755">
                  <c:v>0.57586805555183673</c:v>
                </c:pt>
                <c:pt idx="49756">
                  <c:v>0.57587962962861639</c:v>
                </c:pt>
                <c:pt idx="49757">
                  <c:v>0.57589120369812008</c:v>
                </c:pt>
                <c:pt idx="49758">
                  <c:v>0.57590277777489973</c:v>
                </c:pt>
                <c:pt idx="49759">
                  <c:v>0.57591435185167938</c:v>
                </c:pt>
                <c:pt idx="49760">
                  <c:v>0.57592592592118308</c:v>
                </c:pt>
                <c:pt idx="49761">
                  <c:v>0.57593749999796273</c:v>
                </c:pt>
                <c:pt idx="49762">
                  <c:v>0.57594907407474238</c:v>
                </c:pt>
                <c:pt idx="49763">
                  <c:v>0.57596064814424608</c:v>
                </c:pt>
                <c:pt idx="49764">
                  <c:v>0.57597222222102573</c:v>
                </c:pt>
                <c:pt idx="49765">
                  <c:v>0.57598379629052943</c:v>
                </c:pt>
                <c:pt idx="49766">
                  <c:v>0.57599537036730908</c:v>
                </c:pt>
                <c:pt idx="49767">
                  <c:v>0.57600694444408873</c:v>
                </c:pt>
                <c:pt idx="49768">
                  <c:v>0.57601851851359243</c:v>
                </c:pt>
                <c:pt idx="49769">
                  <c:v>0.57603009259037208</c:v>
                </c:pt>
                <c:pt idx="49770">
                  <c:v>0.57604166666715173</c:v>
                </c:pt>
                <c:pt idx="49771">
                  <c:v>0.57605324073665543</c:v>
                </c:pt>
                <c:pt idx="49772">
                  <c:v>0.57606481481343508</c:v>
                </c:pt>
                <c:pt idx="49773">
                  <c:v>0.57607638889021473</c:v>
                </c:pt>
                <c:pt idx="49774">
                  <c:v>0.57608796295971842</c:v>
                </c:pt>
                <c:pt idx="49775">
                  <c:v>0.57609953703649808</c:v>
                </c:pt>
                <c:pt idx="49776">
                  <c:v>0.57611111110600177</c:v>
                </c:pt>
                <c:pt idx="49777">
                  <c:v>0.57612268518278142</c:v>
                </c:pt>
                <c:pt idx="49778">
                  <c:v>0.57613425925956108</c:v>
                </c:pt>
                <c:pt idx="49779">
                  <c:v>0.57614583332906477</c:v>
                </c:pt>
                <c:pt idx="49780">
                  <c:v>0.57615740740584442</c:v>
                </c:pt>
                <c:pt idx="49781">
                  <c:v>0.57616898148262408</c:v>
                </c:pt>
                <c:pt idx="49782">
                  <c:v>0.57618055555212777</c:v>
                </c:pt>
                <c:pt idx="49783">
                  <c:v>0.57619212962890742</c:v>
                </c:pt>
                <c:pt idx="49784">
                  <c:v>0.57620370369841112</c:v>
                </c:pt>
                <c:pt idx="49785">
                  <c:v>0.57621527777519077</c:v>
                </c:pt>
                <c:pt idx="49786">
                  <c:v>0.57622685185197042</c:v>
                </c:pt>
                <c:pt idx="49787">
                  <c:v>0.57623842592147412</c:v>
                </c:pt>
                <c:pt idx="49788">
                  <c:v>0.57624999999825377</c:v>
                </c:pt>
                <c:pt idx="49789">
                  <c:v>0.57626157407503342</c:v>
                </c:pt>
                <c:pt idx="49790">
                  <c:v>0.57627314814453712</c:v>
                </c:pt>
                <c:pt idx="49791">
                  <c:v>0.57628472222131677</c:v>
                </c:pt>
                <c:pt idx="49792">
                  <c:v>0.57629629629082046</c:v>
                </c:pt>
                <c:pt idx="49793">
                  <c:v>0.57630787036760012</c:v>
                </c:pt>
                <c:pt idx="49794">
                  <c:v>0.57631944444437977</c:v>
                </c:pt>
                <c:pt idx="49795">
                  <c:v>0.57633101851388346</c:v>
                </c:pt>
                <c:pt idx="49796">
                  <c:v>0.57634259259066312</c:v>
                </c:pt>
                <c:pt idx="49797">
                  <c:v>0.57635416666744277</c:v>
                </c:pt>
                <c:pt idx="49798">
                  <c:v>0.57636574073694646</c:v>
                </c:pt>
                <c:pt idx="49799">
                  <c:v>0.57637731481372612</c:v>
                </c:pt>
                <c:pt idx="49800">
                  <c:v>0.57638888888322981</c:v>
                </c:pt>
                <c:pt idx="49801">
                  <c:v>0.57640046296000946</c:v>
                </c:pt>
                <c:pt idx="49802">
                  <c:v>0.57641203703678912</c:v>
                </c:pt>
                <c:pt idx="49803">
                  <c:v>0.57642361110629281</c:v>
                </c:pt>
                <c:pt idx="49804">
                  <c:v>0.57643518518307246</c:v>
                </c:pt>
                <c:pt idx="49805">
                  <c:v>0.57644675925985212</c:v>
                </c:pt>
                <c:pt idx="49806">
                  <c:v>0.57645833332935581</c:v>
                </c:pt>
                <c:pt idx="49807">
                  <c:v>0.57646990740613546</c:v>
                </c:pt>
                <c:pt idx="49808">
                  <c:v>0.57648148147563916</c:v>
                </c:pt>
                <c:pt idx="49809">
                  <c:v>0.57649305555241881</c:v>
                </c:pt>
                <c:pt idx="49810">
                  <c:v>0.57650462962919846</c:v>
                </c:pt>
                <c:pt idx="49811">
                  <c:v>0.57651620369870216</c:v>
                </c:pt>
                <c:pt idx="49812">
                  <c:v>0.57652777777548181</c:v>
                </c:pt>
                <c:pt idx="49813">
                  <c:v>0.57653935185226146</c:v>
                </c:pt>
                <c:pt idx="49814">
                  <c:v>0.57655092592176516</c:v>
                </c:pt>
                <c:pt idx="49815">
                  <c:v>0.57656249999854481</c:v>
                </c:pt>
                <c:pt idx="49816">
                  <c:v>0.57657407407532446</c:v>
                </c:pt>
                <c:pt idx="49817">
                  <c:v>0.57658564814482816</c:v>
                </c:pt>
                <c:pt idx="49818">
                  <c:v>0.57659722222160781</c:v>
                </c:pt>
                <c:pt idx="49819">
                  <c:v>0.5766087962911115</c:v>
                </c:pt>
                <c:pt idx="49820">
                  <c:v>0.57662037036789116</c:v>
                </c:pt>
                <c:pt idx="49821">
                  <c:v>0.57663194444467081</c:v>
                </c:pt>
                <c:pt idx="49822">
                  <c:v>0.5766435185141745</c:v>
                </c:pt>
                <c:pt idx="49823">
                  <c:v>0.57665509259095415</c:v>
                </c:pt>
                <c:pt idx="49824">
                  <c:v>0.57666666666773381</c:v>
                </c:pt>
                <c:pt idx="49825">
                  <c:v>0.5766782407372375</c:v>
                </c:pt>
                <c:pt idx="49826">
                  <c:v>0.57668981481401715</c:v>
                </c:pt>
                <c:pt idx="49827">
                  <c:v>0.57670138888352085</c:v>
                </c:pt>
                <c:pt idx="49828">
                  <c:v>0.5767129629603005</c:v>
                </c:pt>
                <c:pt idx="49829">
                  <c:v>0.57672453703708015</c:v>
                </c:pt>
                <c:pt idx="49830">
                  <c:v>0.57673611110658385</c:v>
                </c:pt>
                <c:pt idx="49831">
                  <c:v>0.5767476851833635</c:v>
                </c:pt>
                <c:pt idx="49832">
                  <c:v>0.57675925926014315</c:v>
                </c:pt>
                <c:pt idx="49833">
                  <c:v>0.57677083332964685</c:v>
                </c:pt>
                <c:pt idx="49834">
                  <c:v>0.5767824074064265</c:v>
                </c:pt>
                <c:pt idx="49835">
                  <c:v>0.5767939814759302</c:v>
                </c:pt>
                <c:pt idx="49836">
                  <c:v>0.57680555555270985</c:v>
                </c:pt>
                <c:pt idx="49837">
                  <c:v>0.5768171296294895</c:v>
                </c:pt>
                <c:pt idx="49838">
                  <c:v>0.57682870369899319</c:v>
                </c:pt>
                <c:pt idx="49839">
                  <c:v>0.57684027777577285</c:v>
                </c:pt>
                <c:pt idx="49840">
                  <c:v>0.5768518518525525</c:v>
                </c:pt>
                <c:pt idx="49841">
                  <c:v>0.57686342592205619</c:v>
                </c:pt>
                <c:pt idx="49842">
                  <c:v>0.57687499999883585</c:v>
                </c:pt>
                <c:pt idx="49843">
                  <c:v>0.57688657406833954</c:v>
                </c:pt>
                <c:pt idx="49844">
                  <c:v>0.57689814814511919</c:v>
                </c:pt>
                <c:pt idx="49845">
                  <c:v>0.57690972222189885</c:v>
                </c:pt>
                <c:pt idx="49846">
                  <c:v>0.57692129629140254</c:v>
                </c:pt>
                <c:pt idx="49847">
                  <c:v>0.57693287036818219</c:v>
                </c:pt>
                <c:pt idx="49848">
                  <c:v>0.57694444444496185</c:v>
                </c:pt>
                <c:pt idx="49849">
                  <c:v>0.57695601851446554</c:v>
                </c:pt>
                <c:pt idx="49850">
                  <c:v>0.57696759259124519</c:v>
                </c:pt>
                <c:pt idx="49851">
                  <c:v>0.57697916666074889</c:v>
                </c:pt>
                <c:pt idx="49852">
                  <c:v>0.57699074073752854</c:v>
                </c:pt>
                <c:pt idx="49853">
                  <c:v>0.57700231481430819</c:v>
                </c:pt>
                <c:pt idx="49854">
                  <c:v>0.57701388888381189</c:v>
                </c:pt>
                <c:pt idx="49855">
                  <c:v>0.57702546296059154</c:v>
                </c:pt>
                <c:pt idx="49856">
                  <c:v>0.57703703703737119</c:v>
                </c:pt>
                <c:pt idx="49857">
                  <c:v>0.57704861110687489</c:v>
                </c:pt>
                <c:pt idx="49858">
                  <c:v>0.57706018518365454</c:v>
                </c:pt>
                <c:pt idx="49859">
                  <c:v>0.57707175926043419</c:v>
                </c:pt>
                <c:pt idx="49860">
                  <c:v>0.57708333332993789</c:v>
                </c:pt>
                <c:pt idx="49861">
                  <c:v>0.57709490740671754</c:v>
                </c:pt>
                <c:pt idx="49862">
                  <c:v>0.57710648147622123</c:v>
                </c:pt>
                <c:pt idx="49863">
                  <c:v>0.57711805555300089</c:v>
                </c:pt>
                <c:pt idx="49864">
                  <c:v>0.57712962962978054</c:v>
                </c:pt>
                <c:pt idx="49865">
                  <c:v>0.57714120369928423</c:v>
                </c:pt>
                <c:pt idx="49866">
                  <c:v>0.57715277777606389</c:v>
                </c:pt>
                <c:pt idx="49867">
                  <c:v>0.57716435185284354</c:v>
                </c:pt>
                <c:pt idx="49868">
                  <c:v>0.57717592592234723</c:v>
                </c:pt>
                <c:pt idx="49869">
                  <c:v>0.57718749999912689</c:v>
                </c:pt>
                <c:pt idx="49870">
                  <c:v>0.57719907406863058</c:v>
                </c:pt>
                <c:pt idx="49871">
                  <c:v>0.57721064814541023</c:v>
                </c:pt>
                <c:pt idx="49872">
                  <c:v>0.57722222222218988</c:v>
                </c:pt>
                <c:pt idx="49873">
                  <c:v>0.57723379629169358</c:v>
                </c:pt>
                <c:pt idx="49874">
                  <c:v>0.57724537036847323</c:v>
                </c:pt>
                <c:pt idx="49875">
                  <c:v>0.57725694444525288</c:v>
                </c:pt>
                <c:pt idx="49876">
                  <c:v>0.57726851851475658</c:v>
                </c:pt>
                <c:pt idx="49877">
                  <c:v>0.57728009259153623</c:v>
                </c:pt>
                <c:pt idx="49878">
                  <c:v>0.57729166666103993</c:v>
                </c:pt>
                <c:pt idx="49879">
                  <c:v>0.57730324073781958</c:v>
                </c:pt>
                <c:pt idx="49880">
                  <c:v>0.57731481481459923</c:v>
                </c:pt>
                <c:pt idx="49881">
                  <c:v>0.57732638888410293</c:v>
                </c:pt>
                <c:pt idx="49882">
                  <c:v>0.57733796296088258</c:v>
                </c:pt>
                <c:pt idx="49883">
                  <c:v>0.57734953703766223</c:v>
                </c:pt>
                <c:pt idx="49884">
                  <c:v>0.57736111110716593</c:v>
                </c:pt>
                <c:pt idx="49885">
                  <c:v>0.57737268518394558</c:v>
                </c:pt>
                <c:pt idx="49886">
                  <c:v>0.57738425925344927</c:v>
                </c:pt>
                <c:pt idx="49887">
                  <c:v>0.57739583333022892</c:v>
                </c:pt>
                <c:pt idx="49888">
                  <c:v>0.57740740740700858</c:v>
                </c:pt>
                <c:pt idx="49889">
                  <c:v>0.57741898147651227</c:v>
                </c:pt>
                <c:pt idx="49890">
                  <c:v>0.57743055555329192</c:v>
                </c:pt>
                <c:pt idx="49891">
                  <c:v>0.57744212963007158</c:v>
                </c:pt>
                <c:pt idx="49892">
                  <c:v>0.57745370369957527</c:v>
                </c:pt>
                <c:pt idx="49893">
                  <c:v>0.57746527777635492</c:v>
                </c:pt>
                <c:pt idx="49894">
                  <c:v>0.57747685185313458</c:v>
                </c:pt>
                <c:pt idx="49895">
                  <c:v>0.57748842592263827</c:v>
                </c:pt>
                <c:pt idx="49896">
                  <c:v>0.57749999999941792</c:v>
                </c:pt>
                <c:pt idx="49897">
                  <c:v>0.57751157406892162</c:v>
                </c:pt>
                <c:pt idx="49898">
                  <c:v>0.57752314814570127</c:v>
                </c:pt>
                <c:pt idx="49899">
                  <c:v>0.57753472222248092</c:v>
                </c:pt>
                <c:pt idx="49900">
                  <c:v>0.57754629629198462</c:v>
                </c:pt>
                <c:pt idx="49901">
                  <c:v>0.57755787036876427</c:v>
                </c:pt>
                <c:pt idx="49902">
                  <c:v>0.57756944444554392</c:v>
                </c:pt>
                <c:pt idx="49903">
                  <c:v>0.57758101851504762</c:v>
                </c:pt>
                <c:pt idx="49904">
                  <c:v>0.57759259259182727</c:v>
                </c:pt>
                <c:pt idx="49905">
                  <c:v>0.57760416666133096</c:v>
                </c:pt>
                <c:pt idx="49906">
                  <c:v>0.57761574073811062</c:v>
                </c:pt>
                <c:pt idx="49907">
                  <c:v>0.57762731481489027</c:v>
                </c:pt>
                <c:pt idx="49908">
                  <c:v>0.57763888888439396</c:v>
                </c:pt>
                <c:pt idx="49909">
                  <c:v>0.57765046296117362</c:v>
                </c:pt>
                <c:pt idx="49910">
                  <c:v>0.57766203703795327</c:v>
                </c:pt>
                <c:pt idx="49911">
                  <c:v>0.57767361110745696</c:v>
                </c:pt>
                <c:pt idx="49912">
                  <c:v>0.57768518518423662</c:v>
                </c:pt>
                <c:pt idx="49913">
                  <c:v>0.57769675925374031</c:v>
                </c:pt>
                <c:pt idx="49914">
                  <c:v>0.57770833333051996</c:v>
                </c:pt>
                <c:pt idx="49915">
                  <c:v>0.57771990740729962</c:v>
                </c:pt>
                <c:pt idx="49916">
                  <c:v>0.57773148147680331</c:v>
                </c:pt>
                <c:pt idx="49917">
                  <c:v>0.57774305555358296</c:v>
                </c:pt>
                <c:pt idx="49918">
                  <c:v>0.57775462963036261</c:v>
                </c:pt>
                <c:pt idx="49919">
                  <c:v>0.57776620369986631</c:v>
                </c:pt>
                <c:pt idx="49920">
                  <c:v>0.57777777777664596</c:v>
                </c:pt>
                <c:pt idx="49921">
                  <c:v>0.57778935184614966</c:v>
                </c:pt>
                <c:pt idx="49922">
                  <c:v>0.57780092592292931</c:v>
                </c:pt>
                <c:pt idx="49923">
                  <c:v>0.57781249999970896</c:v>
                </c:pt>
                <c:pt idx="49924">
                  <c:v>0.57782407406921266</c:v>
                </c:pt>
                <c:pt idx="49925">
                  <c:v>0.57783564814599231</c:v>
                </c:pt>
                <c:pt idx="49926">
                  <c:v>0.57784722222277196</c:v>
                </c:pt>
                <c:pt idx="49927">
                  <c:v>0.57785879629227566</c:v>
                </c:pt>
                <c:pt idx="49928">
                  <c:v>0.57787037036905531</c:v>
                </c:pt>
                <c:pt idx="49929">
                  <c:v>0.577881944438559</c:v>
                </c:pt>
                <c:pt idx="49930">
                  <c:v>0.57789351851533866</c:v>
                </c:pt>
                <c:pt idx="49931">
                  <c:v>0.57790509259211831</c:v>
                </c:pt>
                <c:pt idx="49932">
                  <c:v>0.577916666661622</c:v>
                </c:pt>
                <c:pt idx="49933">
                  <c:v>0.57792824073840166</c:v>
                </c:pt>
                <c:pt idx="49934">
                  <c:v>0.57793981481518131</c:v>
                </c:pt>
                <c:pt idx="49935">
                  <c:v>0.577951388884685</c:v>
                </c:pt>
                <c:pt idx="49936">
                  <c:v>0.57796296296146465</c:v>
                </c:pt>
                <c:pt idx="49937">
                  <c:v>0.57797453703824431</c:v>
                </c:pt>
                <c:pt idx="49938">
                  <c:v>0.577986111107748</c:v>
                </c:pt>
                <c:pt idx="49939">
                  <c:v>0.57799768518452765</c:v>
                </c:pt>
                <c:pt idx="49940">
                  <c:v>0.57800925925403135</c:v>
                </c:pt>
                <c:pt idx="49941">
                  <c:v>0.578020833330811</c:v>
                </c:pt>
                <c:pt idx="49942">
                  <c:v>0.57803240740759065</c:v>
                </c:pt>
                <c:pt idx="49943">
                  <c:v>0.57804398147709435</c:v>
                </c:pt>
                <c:pt idx="49944">
                  <c:v>0.578055555553874</c:v>
                </c:pt>
                <c:pt idx="49945">
                  <c:v>0.57806712963065365</c:v>
                </c:pt>
                <c:pt idx="49946">
                  <c:v>0.57807870370015735</c:v>
                </c:pt>
                <c:pt idx="49947">
                  <c:v>0.578090277776937</c:v>
                </c:pt>
                <c:pt idx="49948">
                  <c:v>0.5781018518464407</c:v>
                </c:pt>
                <c:pt idx="49949">
                  <c:v>0.57811342592322035</c:v>
                </c:pt>
                <c:pt idx="49950">
                  <c:v>0.578125</c:v>
                </c:pt>
                <c:pt idx="49951">
                  <c:v>0.57813657406950369</c:v>
                </c:pt>
                <c:pt idx="49952">
                  <c:v>0.57814814814628335</c:v>
                </c:pt>
                <c:pt idx="49953">
                  <c:v>0.578159722223063</c:v>
                </c:pt>
                <c:pt idx="49954">
                  <c:v>0.57817129629256669</c:v>
                </c:pt>
                <c:pt idx="49955">
                  <c:v>0.57818287036934635</c:v>
                </c:pt>
                <c:pt idx="49956">
                  <c:v>0.57819444443885004</c:v>
                </c:pt>
                <c:pt idx="49957">
                  <c:v>0.57820601851562969</c:v>
                </c:pt>
                <c:pt idx="49958">
                  <c:v>0.57821759259240935</c:v>
                </c:pt>
                <c:pt idx="49959">
                  <c:v>0.57822916666191304</c:v>
                </c:pt>
                <c:pt idx="49960">
                  <c:v>0.57824074073869269</c:v>
                </c:pt>
                <c:pt idx="49961">
                  <c:v>0.57825231481547235</c:v>
                </c:pt>
                <c:pt idx="49962">
                  <c:v>0.57826388888497604</c:v>
                </c:pt>
                <c:pt idx="49963">
                  <c:v>0.57827546296175569</c:v>
                </c:pt>
                <c:pt idx="49964">
                  <c:v>0.57828703703125939</c:v>
                </c:pt>
                <c:pt idx="49965">
                  <c:v>0.57829861110803904</c:v>
                </c:pt>
                <c:pt idx="49966">
                  <c:v>0.57831018518481869</c:v>
                </c:pt>
                <c:pt idx="49967">
                  <c:v>0.57832175925432239</c:v>
                </c:pt>
                <c:pt idx="49968">
                  <c:v>0.57833333333110204</c:v>
                </c:pt>
                <c:pt idx="49969">
                  <c:v>0.57834490740788169</c:v>
                </c:pt>
                <c:pt idx="49970">
                  <c:v>0.57835648147738539</c:v>
                </c:pt>
                <c:pt idx="49971">
                  <c:v>0.57836805555416504</c:v>
                </c:pt>
                <c:pt idx="49972">
                  <c:v>0.57837962963094469</c:v>
                </c:pt>
                <c:pt idx="49973">
                  <c:v>0.57839120370044839</c:v>
                </c:pt>
                <c:pt idx="49974">
                  <c:v>0.57840277777722804</c:v>
                </c:pt>
                <c:pt idx="49975">
                  <c:v>0.57841435184673173</c:v>
                </c:pt>
                <c:pt idx="49976">
                  <c:v>0.57842592592351139</c:v>
                </c:pt>
                <c:pt idx="49977">
                  <c:v>0.57843750000029104</c:v>
                </c:pt>
                <c:pt idx="49978">
                  <c:v>0.57844907406979473</c:v>
                </c:pt>
                <c:pt idx="49979">
                  <c:v>0.57846064814657439</c:v>
                </c:pt>
                <c:pt idx="49980">
                  <c:v>0.57847222222335404</c:v>
                </c:pt>
                <c:pt idx="49981">
                  <c:v>0.57848379629285773</c:v>
                </c:pt>
                <c:pt idx="49982">
                  <c:v>0.57849537036963739</c:v>
                </c:pt>
                <c:pt idx="49983">
                  <c:v>0.57850694443914108</c:v>
                </c:pt>
                <c:pt idx="49984">
                  <c:v>0.57851851851592073</c:v>
                </c:pt>
                <c:pt idx="49985">
                  <c:v>0.57853009259270038</c:v>
                </c:pt>
                <c:pt idx="49986">
                  <c:v>0.57854166666220408</c:v>
                </c:pt>
                <c:pt idx="49987">
                  <c:v>0.57855324073898373</c:v>
                </c:pt>
                <c:pt idx="49988">
                  <c:v>0.57856481481576338</c:v>
                </c:pt>
                <c:pt idx="49989">
                  <c:v>0.57857638888526708</c:v>
                </c:pt>
                <c:pt idx="49990">
                  <c:v>0.57858796296204673</c:v>
                </c:pt>
                <c:pt idx="49991">
                  <c:v>0.57859953703155043</c:v>
                </c:pt>
                <c:pt idx="49992">
                  <c:v>0.57861111110833008</c:v>
                </c:pt>
                <c:pt idx="49993">
                  <c:v>0.57862268518510973</c:v>
                </c:pt>
                <c:pt idx="49994">
                  <c:v>0.57863425925461343</c:v>
                </c:pt>
                <c:pt idx="49995">
                  <c:v>0.57864583333139308</c:v>
                </c:pt>
                <c:pt idx="49996">
                  <c:v>0.57865740740817273</c:v>
                </c:pt>
                <c:pt idx="49997">
                  <c:v>0.57866898147767643</c:v>
                </c:pt>
                <c:pt idx="49998">
                  <c:v>0.57868055555445608</c:v>
                </c:pt>
                <c:pt idx="49999">
                  <c:v>0.57869212962395977</c:v>
                </c:pt>
                <c:pt idx="50000">
                  <c:v>0.57870370370073942</c:v>
                </c:pt>
                <c:pt idx="50001">
                  <c:v>0.57871527777751908</c:v>
                </c:pt>
                <c:pt idx="50002">
                  <c:v>0.57872685184702277</c:v>
                </c:pt>
                <c:pt idx="50003">
                  <c:v>0.57873842592380242</c:v>
                </c:pt>
                <c:pt idx="50004">
                  <c:v>0.57875000000058208</c:v>
                </c:pt>
                <c:pt idx="50005">
                  <c:v>0.57876157407008577</c:v>
                </c:pt>
                <c:pt idx="50006">
                  <c:v>0.57877314814686542</c:v>
                </c:pt>
                <c:pt idx="50007">
                  <c:v>0.57878472221636912</c:v>
                </c:pt>
                <c:pt idx="50008">
                  <c:v>0.57879629629314877</c:v>
                </c:pt>
                <c:pt idx="50009">
                  <c:v>0.57880787036992842</c:v>
                </c:pt>
                <c:pt idx="50010">
                  <c:v>0.57881944443943212</c:v>
                </c:pt>
                <c:pt idx="50011">
                  <c:v>0.57883101851621177</c:v>
                </c:pt>
                <c:pt idx="50012">
                  <c:v>0.57884259259299142</c:v>
                </c:pt>
                <c:pt idx="50013">
                  <c:v>0.57885416666249512</c:v>
                </c:pt>
                <c:pt idx="50014">
                  <c:v>0.57886574073927477</c:v>
                </c:pt>
                <c:pt idx="50015">
                  <c:v>0.57887731481605442</c:v>
                </c:pt>
                <c:pt idx="50016">
                  <c:v>0.57888888888555812</c:v>
                </c:pt>
                <c:pt idx="50017">
                  <c:v>0.57890046296233777</c:v>
                </c:pt>
                <c:pt idx="50018">
                  <c:v>0.57891203703184146</c:v>
                </c:pt>
                <c:pt idx="50019">
                  <c:v>0.57892361110862112</c:v>
                </c:pt>
                <c:pt idx="50020">
                  <c:v>0.57893518518540077</c:v>
                </c:pt>
                <c:pt idx="50021">
                  <c:v>0.57894675925490446</c:v>
                </c:pt>
                <c:pt idx="50022">
                  <c:v>0.57895833333168412</c:v>
                </c:pt>
                <c:pt idx="50023">
                  <c:v>0.57896990740846377</c:v>
                </c:pt>
                <c:pt idx="50024">
                  <c:v>0.57898148147796746</c:v>
                </c:pt>
                <c:pt idx="50025">
                  <c:v>0.57899305555474712</c:v>
                </c:pt>
                <c:pt idx="50026">
                  <c:v>0.57900462962425081</c:v>
                </c:pt>
                <c:pt idx="50027">
                  <c:v>0.57901620370103046</c:v>
                </c:pt>
                <c:pt idx="50028">
                  <c:v>0.57902777777781012</c:v>
                </c:pt>
                <c:pt idx="50029">
                  <c:v>0.57903935184731381</c:v>
                </c:pt>
                <c:pt idx="50030">
                  <c:v>0.57905092592409346</c:v>
                </c:pt>
                <c:pt idx="50031">
                  <c:v>0.57906250000087311</c:v>
                </c:pt>
                <c:pt idx="50032">
                  <c:v>0.57907407407037681</c:v>
                </c:pt>
                <c:pt idx="50033">
                  <c:v>0.57908564814715646</c:v>
                </c:pt>
                <c:pt idx="50034">
                  <c:v>0.57909722221666016</c:v>
                </c:pt>
                <c:pt idx="50035">
                  <c:v>0.57910879629343981</c:v>
                </c:pt>
                <c:pt idx="50036">
                  <c:v>0.57912037037021946</c:v>
                </c:pt>
                <c:pt idx="50037">
                  <c:v>0.57913194443972316</c:v>
                </c:pt>
                <c:pt idx="50038">
                  <c:v>0.57914351851650281</c:v>
                </c:pt>
                <c:pt idx="50039">
                  <c:v>0.57915509259328246</c:v>
                </c:pt>
                <c:pt idx="50040">
                  <c:v>0.57916666666278616</c:v>
                </c:pt>
                <c:pt idx="50041">
                  <c:v>0.57917824073956581</c:v>
                </c:pt>
                <c:pt idx="50042">
                  <c:v>0.5791898148090695</c:v>
                </c:pt>
                <c:pt idx="50043">
                  <c:v>0.57920138888584916</c:v>
                </c:pt>
                <c:pt idx="50044">
                  <c:v>0.57921296296262881</c:v>
                </c:pt>
                <c:pt idx="50045">
                  <c:v>0.5792245370321325</c:v>
                </c:pt>
                <c:pt idx="50046">
                  <c:v>0.57923611110891216</c:v>
                </c:pt>
                <c:pt idx="50047">
                  <c:v>0.57924768518569181</c:v>
                </c:pt>
                <c:pt idx="50048">
                  <c:v>0.5792592592551955</c:v>
                </c:pt>
                <c:pt idx="50049">
                  <c:v>0.57927083333197515</c:v>
                </c:pt>
                <c:pt idx="50050">
                  <c:v>0.57928240740147885</c:v>
                </c:pt>
                <c:pt idx="50051">
                  <c:v>0.5792939814782585</c:v>
                </c:pt>
                <c:pt idx="50052">
                  <c:v>0.57930555555503815</c:v>
                </c:pt>
                <c:pt idx="50053">
                  <c:v>0.57931712962454185</c:v>
                </c:pt>
                <c:pt idx="50054">
                  <c:v>0.5793287037013215</c:v>
                </c:pt>
                <c:pt idx="50055">
                  <c:v>0.57934027777810115</c:v>
                </c:pt>
                <c:pt idx="50056">
                  <c:v>0.57935185184760485</c:v>
                </c:pt>
                <c:pt idx="50057">
                  <c:v>0.5793634259243845</c:v>
                </c:pt>
                <c:pt idx="50058">
                  <c:v>0.57937500000116415</c:v>
                </c:pt>
                <c:pt idx="50059">
                  <c:v>0.57938657407066785</c:v>
                </c:pt>
                <c:pt idx="50060">
                  <c:v>0.5793981481474475</c:v>
                </c:pt>
                <c:pt idx="50061">
                  <c:v>0.5794097222169512</c:v>
                </c:pt>
                <c:pt idx="50062">
                  <c:v>0.57942129629373085</c:v>
                </c:pt>
                <c:pt idx="50063">
                  <c:v>0.5794328703705105</c:v>
                </c:pt>
                <c:pt idx="50064">
                  <c:v>0.57944444444001419</c:v>
                </c:pt>
                <c:pt idx="50065">
                  <c:v>0.57945601851679385</c:v>
                </c:pt>
                <c:pt idx="50066">
                  <c:v>0.5794675925935735</c:v>
                </c:pt>
                <c:pt idx="50067">
                  <c:v>0.57947916666307719</c:v>
                </c:pt>
                <c:pt idx="50068">
                  <c:v>0.57949074073985685</c:v>
                </c:pt>
                <c:pt idx="50069">
                  <c:v>0.57950231480936054</c:v>
                </c:pt>
                <c:pt idx="50070">
                  <c:v>0.57951388888614019</c:v>
                </c:pt>
                <c:pt idx="50071">
                  <c:v>0.57952546296291985</c:v>
                </c:pt>
                <c:pt idx="50072">
                  <c:v>0.57953703703242354</c:v>
                </c:pt>
                <c:pt idx="50073">
                  <c:v>0.57954861110920319</c:v>
                </c:pt>
                <c:pt idx="50074">
                  <c:v>0.57956018518598285</c:v>
                </c:pt>
                <c:pt idx="50075">
                  <c:v>0.57957175925548654</c:v>
                </c:pt>
                <c:pt idx="50076">
                  <c:v>0.57958333333226619</c:v>
                </c:pt>
                <c:pt idx="50077">
                  <c:v>0.57959490740176989</c:v>
                </c:pt>
                <c:pt idx="50078">
                  <c:v>0.57960648147854954</c:v>
                </c:pt>
                <c:pt idx="50079">
                  <c:v>0.57961805555532919</c:v>
                </c:pt>
                <c:pt idx="50080">
                  <c:v>0.57962962962483289</c:v>
                </c:pt>
                <c:pt idx="50081">
                  <c:v>0.57964120370161254</c:v>
                </c:pt>
                <c:pt idx="50082">
                  <c:v>0.57965277777839219</c:v>
                </c:pt>
                <c:pt idx="50083">
                  <c:v>0.57966435184789589</c:v>
                </c:pt>
                <c:pt idx="50084">
                  <c:v>0.57967592592467554</c:v>
                </c:pt>
                <c:pt idx="50085">
                  <c:v>0.57968749999417923</c:v>
                </c:pt>
                <c:pt idx="50086">
                  <c:v>0.57969907407095889</c:v>
                </c:pt>
                <c:pt idx="50087">
                  <c:v>0.57971064814773854</c:v>
                </c:pt>
                <c:pt idx="50088">
                  <c:v>0.57972222221724223</c:v>
                </c:pt>
                <c:pt idx="50089">
                  <c:v>0.57973379629402189</c:v>
                </c:pt>
                <c:pt idx="50090">
                  <c:v>0.57974537037080154</c:v>
                </c:pt>
                <c:pt idx="50091">
                  <c:v>0.57975694444030523</c:v>
                </c:pt>
                <c:pt idx="50092">
                  <c:v>0.57976851851708489</c:v>
                </c:pt>
                <c:pt idx="50093">
                  <c:v>0.57978009259386454</c:v>
                </c:pt>
                <c:pt idx="50094">
                  <c:v>0.57979166666336823</c:v>
                </c:pt>
                <c:pt idx="50095">
                  <c:v>0.57980324074014788</c:v>
                </c:pt>
                <c:pt idx="50096">
                  <c:v>0.57981481480965158</c:v>
                </c:pt>
                <c:pt idx="50097">
                  <c:v>0.57982638888643123</c:v>
                </c:pt>
                <c:pt idx="50098">
                  <c:v>0.57983796296321088</c:v>
                </c:pt>
                <c:pt idx="50099">
                  <c:v>0.57984953703271458</c:v>
                </c:pt>
                <c:pt idx="50100">
                  <c:v>0.57986111110949423</c:v>
                </c:pt>
                <c:pt idx="50101">
                  <c:v>0.57987268518627388</c:v>
                </c:pt>
                <c:pt idx="50102">
                  <c:v>0.57988425925577758</c:v>
                </c:pt>
                <c:pt idx="50103">
                  <c:v>0.57989583333255723</c:v>
                </c:pt>
                <c:pt idx="50104">
                  <c:v>0.57990740740206093</c:v>
                </c:pt>
                <c:pt idx="50105">
                  <c:v>0.57991898147884058</c:v>
                </c:pt>
                <c:pt idx="50106">
                  <c:v>0.57993055555562023</c:v>
                </c:pt>
                <c:pt idx="50107">
                  <c:v>0.57994212962512393</c:v>
                </c:pt>
                <c:pt idx="50108">
                  <c:v>0.57995370370190358</c:v>
                </c:pt>
                <c:pt idx="50109">
                  <c:v>0.57996527777868323</c:v>
                </c:pt>
                <c:pt idx="50110">
                  <c:v>0.57997685184818693</c:v>
                </c:pt>
                <c:pt idx="50111">
                  <c:v>0.57998842592496658</c:v>
                </c:pt>
                <c:pt idx="50112">
                  <c:v>0.57999999999447027</c:v>
                </c:pt>
                <c:pt idx="50113">
                  <c:v>0.58001157407124992</c:v>
                </c:pt>
                <c:pt idx="50114">
                  <c:v>0.58002314814802958</c:v>
                </c:pt>
                <c:pt idx="50115">
                  <c:v>0.58003472221753327</c:v>
                </c:pt>
                <c:pt idx="50116">
                  <c:v>0.58004629629431292</c:v>
                </c:pt>
                <c:pt idx="50117">
                  <c:v>0.58005787037109258</c:v>
                </c:pt>
                <c:pt idx="50118">
                  <c:v>0.58006944444059627</c:v>
                </c:pt>
                <c:pt idx="50119">
                  <c:v>0.58008101851737592</c:v>
                </c:pt>
                <c:pt idx="50120">
                  <c:v>0.58009259258687962</c:v>
                </c:pt>
                <c:pt idx="50121">
                  <c:v>0.58010416666365927</c:v>
                </c:pt>
                <c:pt idx="50122">
                  <c:v>0.58011574074043892</c:v>
                </c:pt>
                <c:pt idx="50123">
                  <c:v>0.58012731480994262</c:v>
                </c:pt>
                <c:pt idx="50124">
                  <c:v>0.58013888888672227</c:v>
                </c:pt>
                <c:pt idx="50125">
                  <c:v>0.58015046296350192</c:v>
                </c:pt>
                <c:pt idx="50126">
                  <c:v>0.58016203703300562</c:v>
                </c:pt>
                <c:pt idx="50127">
                  <c:v>0.58017361110978527</c:v>
                </c:pt>
                <c:pt idx="50128">
                  <c:v>0.58018518517928896</c:v>
                </c:pt>
                <c:pt idx="50129">
                  <c:v>0.58019675925606862</c:v>
                </c:pt>
                <c:pt idx="50130">
                  <c:v>0.58020833333284827</c:v>
                </c:pt>
                <c:pt idx="50131">
                  <c:v>0.58021990740235196</c:v>
                </c:pt>
                <c:pt idx="50132">
                  <c:v>0.58023148147913162</c:v>
                </c:pt>
                <c:pt idx="50133">
                  <c:v>0.58024305555591127</c:v>
                </c:pt>
                <c:pt idx="50134">
                  <c:v>0.58025462962541496</c:v>
                </c:pt>
                <c:pt idx="50135">
                  <c:v>0.58026620370219462</c:v>
                </c:pt>
                <c:pt idx="50136">
                  <c:v>0.58027777777897427</c:v>
                </c:pt>
                <c:pt idx="50137">
                  <c:v>0.58028935184847796</c:v>
                </c:pt>
                <c:pt idx="50138">
                  <c:v>0.58030092592525762</c:v>
                </c:pt>
                <c:pt idx="50139">
                  <c:v>0.58031249999476131</c:v>
                </c:pt>
                <c:pt idx="50140">
                  <c:v>0.58032407407154096</c:v>
                </c:pt>
                <c:pt idx="50141">
                  <c:v>0.58033564814832062</c:v>
                </c:pt>
                <c:pt idx="50142">
                  <c:v>0.58034722221782431</c:v>
                </c:pt>
                <c:pt idx="50143">
                  <c:v>0.58035879629460396</c:v>
                </c:pt>
                <c:pt idx="50144">
                  <c:v>0.58037037037138361</c:v>
                </c:pt>
                <c:pt idx="50145">
                  <c:v>0.58038194444088731</c:v>
                </c:pt>
                <c:pt idx="50146">
                  <c:v>0.58039351851766696</c:v>
                </c:pt>
                <c:pt idx="50147">
                  <c:v>0.58040509258717066</c:v>
                </c:pt>
                <c:pt idx="50148">
                  <c:v>0.58041666666395031</c:v>
                </c:pt>
                <c:pt idx="50149">
                  <c:v>0.58042824074072996</c:v>
                </c:pt>
                <c:pt idx="50150">
                  <c:v>0.58043981481023366</c:v>
                </c:pt>
                <c:pt idx="50151">
                  <c:v>0.58045138888701331</c:v>
                </c:pt>
                <c:pt idx="50152">
                  <c:v>0.58046296296379296</c:v>
                </c:pt>
                <c:pt idx="50153">
                  <c:v>0.58047453703329666</c:v>
                </c:pt>
                <c:pt idx="50154">
                  <c:v>0.58048611111007631</c:v>
                </c:pt>
                <c:pt idx="50155">
                  <c:v>0.58049768517958</c:v>
                </c:pt>
                <c:pt idx="50156">
                  <c:v>0.58050925925635966</c:v>
                </c:pt>
                <c:pt idx="50157">
                  <c:v>0.58052083333313931</c:v>
                </c:pt>
                <c:pt idx="50158">
                  <c:v>0.580532407402643</c:v>
                </c:pt>
                <c:pt idx="50159">
                  <c:v>0.58054398147942265</c:v>
                </c:pt>
                <c:pt idx="50160">
                  <c:v>0.58055555555620231</c:v>
                </c:pt>
                <c:pt idx="50161">
                  <c:v>0.580567129625706</c:v>
                </c:pt>
                <c:pt idx="50162">
                  <c:v>0.58057870370248565</c:v>
                </c:pt>
                <c:pt idx="50163">
                  <c:v>0.58059027777198935</c:v>
                </c:pt>
                <c:pt idx="50164">
                  <c:v>0.580601851848769</c:v>
                </c:pt>
                <c:pt idx="50165">
                  <c:v>0.58061342592554865</c:v>
                </c:pt>
                <c:pt idx="50166">
                  <c:v>0.58062499999505235</c:v>
                </c:pt>
                <c:pt idx="50167">
                  <c:v>0.580636574071832</c:v>
                </c:pt>
                <c:pt idx="50168">
                  <c:v>0.58064814814861165</c:v>
                </c:pt>
                <c:pt idx="50169">
                  <c:v>0.58065972221811535</c:v>
                </c:pt>
                <c:pt idx="50170">
                  <c:v>0.580671296294895</c:v>
                </c:pt>
                <c:pt idx="50171">
                  <c:v>0.58068287037167465</c:v>
                </c:pt>
                <c:pt idx="50172">
                  <c:v>0.58069444444117835</c:v>
                </c:pt>
                <c:pt idx="50173">
                  <c:v>0.580706018517958</c:v>
                </c:pt>
                <c:pt idx="50174">
                  <c:v>0.5807175925874617</c:v>
                </c:pt>
                <c:pt idx="50175">
                  <c:v>0.58072916666424135</c:v>
                </c:pt>
                <c:pt idx="50176">
                  <c:v>0.580740740741021</c:v>
                </c:pt>
                <c:pt idx="50177">
                  <c:v>0.58075231481052469</c:v>
                </c:pt>
                <c:pt idx="50178">
                  <c:v>0.58076388888730435</c:v>
                </c:pt>
                <c:pt idx="50179">
                  <c:v>0.580775462964084</c:v>
                </c:pt>
                <c:pt idx="50180">
                  <c:v>0.58078703703358769</c:v>
                </c:pt>
                <c:pt idx="50181">
                  <c:v>0.58079861111036735</c:v>
                </c:pt>
                <c:pt idx="50182">
                  <c:v>0.58081018517987104</c:v>
                </c:pt>
                <c:pt idx="50183">
                  <c:v>0.58082175925665069</c:v>
                </c:pt>
                <c:pt idx="50184">
                  <c:v>0.58083333333343035</c:v>
                </c:pt>
                <c:pt idx="50185">
                  <c:v>0.58084490740293404</c:v>
                </c:pt>
                <c:pt idx="50186">
                  <c:v>0.58085648147971369</c:v>
                </c:pt>
                <c:pt idx="50187">
                  <c:v>0.58086805555649335</c:v>
                </c:pt>
                <c:pt idx="50188">
                  <c:v>0.58087962962599704</c:v>
                </c:pt>
                <c:pt idx="50189">
                  <c:v>0.58089120370277669</c:v>
                </c:pt>
                <c:pt idx="50190">
                  <c:v>0.58090277777228039</c:v>
                </c:pt>
                <c:pt idx="50191">
                  <c:v>0.58091435184906004</c:v>
                </c:pt>
                <c:pt idx="50192">
                  <c:v>0.58092592592583969</c:v>
                </c:pt>
                <c:pt idx="50193">
                  <c:v>0.58093749999534339</c:v>
                </c:pt>
                <c:pt idx="50194">
                  <c:v>0.58094907407212304</c:v>
                </c:pt>
                <c:pt idx="50195">
                  <c:v>0.58096064814890269</c:v>
                </c:pt>
                <c:pt idx="50196">
                  <c:v>0.58097222221840639</c:v>
                </c:pt>
                <c:pt idx="50197">
                  <c:v>0.58098379629518604</c:v>
                </c:pt>
                <c:pt idx="50198">
                  <c:v>0.58099537036468973</c:v>
                </c:pt>
                <c:pt idx="50199">
                  <c:v>0.58100694444146939</c:v>
                </c:pt>
                <c:pt idx="50200">
                  <c:v>0.58101851851824904</c:v>
                </c:pt>
                <c:pt idx="50201">
                  <c:v>0.58103009258775273</c:v>
                </c:pt>
                <c:pt idx="50202">
                  <c:v>0.58104166666453239</c:v>
                </c:pt>
                <c:pt idx="50203">
                  <c:v>0.58105324074131204</c:v>
                </c:pt>
                <c:pt idx="50204">
                  <c:v>0.58106481481081573</c:v>
                </c:pt>
                <c:pt idx="50205">
                  <c:v>0.58107638888759539</c:v>
                </c:pt>
                <c:pt idx="50206">
                  <c:v>0.58108796295709908</c:v>
                </c:pt>
                <c:pt idx="50207">
                  <c:v>0.58109953703387873</c:v>
                </c:pt>
                <c:pt idx="50208">
                  <c:v>0.58111111111065838</c:v>
                </c:pt>
                <c:pt idx="50209">
                  <c:v>0.58112268518016208</c:v>
                </c:pt>
                <c:pt idx="50210">
                  <c:v>0.58113425925694173</c:v>
                </c:pt>
                <c:pt idx="50211">
                  <c:v>0.58114583333372138</c:v>
                </c:pt>
                <c:pt idx="50212">
                  <c:v>0.58115740740322508</c:v>
                </c:pt>
                <c:pt idx="50213">
                  <c:v>0.58116898148000473</c:v>
                </c:pt>
                <c:pt idx="50214">
                  <c:v>0.58118055555678438</c:v>
                </c:pt>
                <c:pt idx="50215">
                  <c:v>0.58119212962628808</c:v>
                </c:pt>
                <c:pt idx="50216">
                  <c:v>0.58120370370306773</c:v>
                </c:pt>
                <c:pt idx="50217">
                  <c:v>0.58121527777257143</c:v>
                </c:pt>
                <c:pt idx="50218">
                  <c:v>0.58122685184935108</c:v>
                </c:pt>
                <c:pt idx="50219">
                  <c:v>0.58123842592613073</c:v>
                </c:pt>
                <c:pt idx="50220">
                  <c:v>0.58124999999563443</c:v>
                </c:pt>
                <c:pt idx="50221">
                  <c:v>0.58126157407241408</c:v>
                </c:pt>
                <c:pt idx="50222">
                  <c:v>0.58127314814919373</c:v>
                </c:pt>
                <c:pt idx="50223">
                  <c:v>0.58128472221869742</c:v>
                </c:pt>
                <c:pt idx="50224">
                  <c:v>0.58129629629547708</c:v>
                </c:pt>
                <c:pt idx="50225">
                  <c:v>0.58130787036498077</c:v>
                </c:pt>
                <c:pt idx="50226">
                  <c:v>0.58131944444176042</c:v>
                </c:pt>
                <c:pt idx="50227">
                  <c:v>0.58133101851854008</c:v>
                </c:pt>
                <c:pt idx="50228">
                  <c:v>0.58134259258804377</c:v>
                </c:pt>
                <c:pt idx="50229">
                  <c:v>0.58135416666482342</c:v>
                </c:pt>
                <c:pt idx="50230">
                  <c:v>0.58136574074160308</c:v>
                </c:pt>
                <c:pt idx="50231">
                  <c:v>0.58137731481110677</c:v>
                </c:pt>
                <c:pt idx="50232">
                  <c:v>0.58138888888788642</c:v>
                </c:pt>
                <c:pt idx="50233">
                  <c:v>0.58140046295739012</c:v>
                </c:pt>
                <c:pt idx="50234">
                  <c:v>0.58141203703416977</c:v>
                </c:pt>
                <c:pt idx="50235">
                  <c:v>0.58142361111094942</c:v>
                </c:pt>
                <c:pt idx="50236">
                  <c:v>0.58143518518045312</c:v>
                </c:pt>
                <c:pt idx="50237">
                  <c:v>0.58144675925723277</c:v>
                </c:pt>
                <c:pt idx="50238">
                  <c:v>0.58145833333401242</c:v>
                </c:pt>
                <c:pt idx="50239">
                  <c:v>0.58146990740351612</c:v>
                </c:pt>
                <c:pt idx="50240">
                  <c:v>0.58148148148029577</c:v>
                </c:pt>
                <c:pt idx="50241">
                  <c:v>0.58149305554979946</c:v>
                </c:pt>
                <c:pt idx="50242">
                  <c:v>0.58150462962657912</c:v>
                </c:pt>
                <c:pt idx="50243">
                  <c:v>0.58151620370335877</c:v>
                </c:pt>
                <c:pt idx="50244">
                  <c:v>0.58152777777286246</c:v>
                </c:pt>
                <c:pt idx="50245">
                  <c:v>0.58153935184964212</c:v>
                </c:pt>
                <c:pt idx="50246">
                  <c:v>0.58155092592642177</c:v>
                </c:pt>
                <c:pt idx="50247">
                  <c:v>0.58156249999592546</c:v>
                </c:pt>
                <c:pt idx="50248">
                  <c:v>0.58157407407270512</c:v>
                </c:pt>
                <c:pt idx="50249">
                  <c:v>0.58158564814948477</c:v>
                </c:pt>
                <c:pt idx="50250">
                  <c:v>0.58159722221898846</c:v>
                </c:pt>
                <c:pt idx="50251">
                  <c:v>0.58160879629576812</c:v>
                </c:pt>
                <c:pt idx="50252">
                  <c:v>0.58162037036527181</c:v>
                </c:pt>
                <c:pt idx="50253">
                  <c:v>0.58163194444205146</c:v>
                </c:pt>
                <c:pt idx="50254">
                  <c:v>0.58164351851883112</c:v>
                </c:pt>
                <c:pt idx="50255">
                  <c:v>0.58165509258833481</c:v>
                </c:pt>
                <c:pt idx="50256">
                  <c:v>0.58166666666511446</c:v>
                </c:pt>
                <c:pt idx="50257">
                  <c:v>0.58167824074189411</c:v>
                </c:pt>
                <c:pt idx="50258">
                  <c:v>0.58168981481139781</c:v>
                </c:pt>
                <c:pt idx="50259">
                  <c:v>0.58170138888817746</c:v>
                </c:pt>
                <c:pt idx="50260">
                  <c:v>0.58171296295768116</c:v>
                </c:pt>
                <c:pt idx="50261">
                  <c:v>0.58172453703446081</c:v>
                </c:pt>
                <c:pt idx="50262">
                  <c:v>0.58173611111124046</c:v>
                </c:pt>
                <c:pt idx="50263">
                  <c:v>0.58174768518074416</c:v>
                </c:pt>
                <c:pt idx="50264">
                  <c:v>0.58175925925752381</c:v>
                </c:pt>
                <c:pt idx="50265">
                  <c:v>0.58177083333430346</c:v>
                </c:pt>
                <c:pt idx="50266">
                  <c:v>0.58178240740380716</c:v>
                </c:pt>
                <c:pt idx="50267">
                  <c:v>0.58179398148058681</c:v>
                </c:pt>
                <c:pt idx="50268">
                  <c:v>0.5818055555500905</c:v>
                </c:pt>
                <c:pt idx="50269">
                  <c:v>0.58181712962687016</c:v>
                </c:pt>
                <c:pt idx="50270">
                  <c:v>0.58182870370364981</c:v>
                </c:pt>
                <c:pt idx="50271">
                  <c:v>0.5818402777731535</c:v>
                </c:pt>
                <c:pt idx="50272">
                  <c:v>0.58185185184993315</c:v>
                </c:pt>
                <c:pt idx="50273">
                  <c:v>0.58186342592671281</c:v>
                </c:pt>
                <c:pt idx="50274">
                  <c:v>0.5818749999962165</c:v>
                </c:pt>
                <c:pt idx="50275">
                  <c:v>0.58188657407299615</c:v>
                </c:pt>
                <c:pt idx="50276">
                  <c:v>0.58189814814249985</c:v>
                </c:pt>
                <c:pt idx="50277">
                  <c:v>0.5819097222192795</c:v>
                </c:pt>
                <c:pt idx="50278">
                  <c:v>0.58192129629605915</c:v>
                </c:pt>
                <c:pt idx="50279">
                  <c:v>0.58193287036556285</c:v>
                </c:pt>
                <c:pt idx="50280">
                  <c:v>0.5819444444423425</c:v>
                </c:pt>
                <c:pt idx="50281">
                  <c:v>0.58195601851912215</c:v>
                </c:pt>
                <c:pt idx="50282">
                  <c:v>0.58196759258862585</c:v>
                </c:pt>
                <c:pt idx="50283">
                  <c:v>0.5819791666654055</c:v>
                </c:pt>
                <c:pt idx="50284">
                  <c:v>0.5819907407349092</c:v>
                </c:pt>
                <c:pt idx="50285">
                  <c:v>0.58200231481168885</c:v>
                </c:pt>
                <c:pt idx="50286">
                  <c:v>0.5820138888884685</c:v>
                </c:pt>
                <c:pt idx="50287">
                  <c:v>0.58202546295797219</c:v>
                </c:pt>
                <c:pt idx="50288">
                  <c:v>0.58203703703475185</c:v>
                </c:pt>
                <c:pt idx="50289">
                  <c:v>0.5820486111115315</c:v>
                </c:pt>
                <c:pt idx="50290">
                  <c:v>0.58206018518103519</c:v>
                </c:pt>
                <c:pt idx="50291">
                  <c:v>0.58207175925781485</c:v>
                </c:pt>
                <c:pt idx="50292">
                  <c:v>0.5820833333345945</c:v>
                </c:pt>
                <c:pt idx="50293">
                  <c:v>0.58209490740409819</c:v>
                </c:pt>
                <c:pt idx="50294">
                  <c:v>0.58210648148087785</c:v>
                </c:pt>
                <c:pt idx="50295">
                  <c:v>0.58211805555038154</c:v>
                </c:pt>
                <c:pt idx="50296">
                  <c:v>0.58212962962716119</c:v>
                </c:pt>
                <c:pt idx="50297">
                  <c:v>0.58214120370394085</c:v>
                </c:pt>
                <c:pt idx="50298">
                  <c:v>0.58215277777344454</c:v>
                </c:pt>
                <c:pt idx="50299">
                  <c:v>0.58216435185022419</c:v>
                </c:pt>
                <c:pt idx="50300">
                  <c:v>0.58217592592700385</c:v>
                </c:pt>
                <c:pt idx="50301">
                  <c:v>0.58218749999650754</c:v>
                </c:pt>
                <c:pt idx="50302">
                  <c:v>0.58219907407328719</c:v>
                </c:pt>
                <c:pt idx="50303">
                  <c:v>0.58221064814279089</c:v>
                </c:pt>
                <c:pt idx="50304">
                  <c:v>0.58222222221957054</c:v>
                </c:pt>
                <c:pt idx="50305">
                  <c:v>0.58223379629635019</c:v>
                </c:pt>
                <c:pt idx="50306">
                  <c:v>0.58224537036585389</c:v>
                </c:pt>
                <c:pt idx="50307">
                  <c:v>0.58225694444263354</c:v>
                </c:pt>
                <c:pt idx="50308">
                  <c:v>0.58226851851941319</c:v>
                </c:pt>
                <c:pt idx="50309">
                  <c:v>0.58228009258891689</c:v>
                </c:pt>
                <c:pt idx="50310">
                  <c:v>0.58229166666569654</c:v>
                </c:pt>
                <c:pt idx="50311">
                  <c:v>0.58230324073520023</c:v>
                </c:pt>
                <c:pt idx="50312">
                  <c:v>0.58231481481197989</c:v>
                </c:pt>
                <c:pt idx="50313">
                  <c:v>0.58232638888875954</c:v>
                </c:pt>
                <c:pt idx="50314">
                  <c:v>0.58233796295826323</c:v>
                </c:pt>
                <c:pt idx="50315">
                  <c:v>0.58234953703504289</c:v>
                </c:pt>
                <c:pt idx="50316">
                  <c:v>0.58236111111182254</c:v>
                </c:pt>
                <c:pt idx="50317">
                  <c:v>0.58237268518132623</c:v>
                </c:pt>
                <c:pt idx="50318">
                  <c:v>0.58238425925810589</c:v>
                </c:pt>
                <c:pt idx="50319">
                  <c:v>0.58239583332760958</c:v>
                </c:pt>
                <c:pt idx="50320">
                  <c:v>0.58240740740438923</c:v>
                </c:pt>
                <c:pt idx="50321">
                  <c:v>0.58241898148116888</c:v>
                </c:pt>
                <c:pt idx="50322">
                  <c:v>0.58243055555067258</c:v>
                </c:pt>
                <c:pt idx="50323">
                  <c:v>0.58244212962745223</c:v>
                </c:pt>
                <c:pt idx="50324">
                  <c:v>0.58245370370423188</c:v>
                </c:pt>
                <c:pt idx="50325">
                  <c:v>0.58246527777373558</c:v>
                </c:pt>
                <c:pt idx="50326">
                  <c:v>0.58247685185051523</c:v>
                </c:pt>
                <c:pt idx="50327">
                  <c:v>0.58248842592001893</c:v>
                </c:pt>
                <c:pt idx="50328">
                  <c:v>0.58249999999679858</c:v>
                </c:pt>
                <c:pt idx="50329">
                  <c:v>0.58251157407357823</c:v>
                </c:pt>
                <c:pt idx="50330">
                  <c:v>0.58252314814308193</c:v>
                </c:pt>
                <c:pt idx="50331">
                  <c:v>0.58253472221986158</c:v>
                </c:pt>
                <c:pt idx="50332">
                  <c:v>0.58254629629664123</c:v>
                </c:pt>
                <c:pt idx="50333">
                  <c:v>0.58255787036614493</c:v>
                </c:pt>
                <c:pt idx="50334">
                  <c:v>0.58256944444292458</c:v>
                </c:pt>
                <c:pt idx="50335">
                  <c:v>0.58258101851970423</c:v>
                </c:pt>
                <c:pt idx="50336">
                  <c:v>0.58259259258920792</c:v>
                </c:pt>
                <c:pt idx="50337">
                  <c:v>0.58260416666598758</c:v>
                </c:pt>
                <c:pt idx="50338">
                  <c:v>0.58261574073549127</c:v>
                </c:pt>
                <c:pt idx="50339">
                  <c:v>0.58262731481227092</c:v>
                </c:pt>
                <c:pt idx="50340">
                  <c:v>0.58263888888905058</c:v>
                </c:pt>
                <c:pt idx="50341">
                  <c:v>0.58265046295855427</c:v>
                </c:pt>
                <c:pt idx="50342">
                  <c:v>0.58266203703533392</c:v>
                </c:pt>
                <c:pt idx="50343">
                  <c:v>0.58267361111211358</c:v>
                </c:pt>
                <c:pt idx="50344">
                  <c:v>0.58268518518161727</c:v>
                </c:pt>
                <c:pt idx="50345">
                  <c:v>0.58269675925839692</c:v>
                </c:pt>
                <c:pt idx="50346">
                  <c:v>0.58270833332790062</c:v>
                </c:pt>
                <c:pt idx="50347">
                  <c:v>0.58271990740468027</c:v>
                </c:pt>
                <c:pt idx="50348">
                  <c:v>0.58273148148145992</c:v>
                </c:pt>
                <c:pt idx="50349">
                  <c:v>0.58274305555096362</c:v>
                </c:pt>
                <c:pt idx="50350">
                  <c:v>0.58275462962774327</c:v>
                </c:pt>
                <c:pt idx="50351">
                  <c:v>0.58276620370452292</c:v>
                </c:pt>
                <c:pt idx="50352">
                  <c:v>0.58277777777402662</c:v>
                </c:pt>
                <c:pt idx="50353">
                  <c:v>0.58278935185080627</c:v>
                </c:pt>
                <c:pt idx="50354">
                  <c:v>0.58280092592030996</c:v>
                </c:pt>
                <c:pt idx="50355">
                  <c:v>0.58281249999708962</c:v>
                </c:pt>
                <c:pt idx="50356">
                  <c:v>0.58282407407386927</c:v>
                </c:pt>
                <c:pt idx="50357">
                  <c:v>0.58283564814337296</c:v>
                </c:pt>
                <c:pt idx="50358">
                  <c:v>0.58284722222015262</c:v>
                </c:pt>
                <c:pt idx="50359">
                  <c:v>0.58285879629693227</c:v>
                </c:pt>
                <c:pt idx="50360">
                  <c:v>0.58287037036643596</c:v>
                </c:pt>
                <c:pt idx="50361">
                  <c:v>0.58288194444321562</c:v>
                </c:pt>
                <c:pt idx="50362">
                  <c:v>0.58289351851271931</c:v>
                </c:pt>
                <c:pt idx="50363">
                  <c:v>0.58290509258949896</c:v>
                </c:pt>
                <c:pt idx="50364">
                  <c:v>0.58291666666627862</c:v>
                </c:pt>
                <c:pt idx="50365">
                  <c:v>0.58292824073578231</c:v>
                </c:pt>
                <c:pt idx="50366">
                  <c:v>0.58293981481256196</c:v>
                </c:pt>
                <c:pt idx="50367">
                  <c:v>0.58295138888934162</c:v>
                </c:pt>
                <c:pt idx="50368">
                  <c:v>0.58296296295884531</c:v>
                </c:pt>
                <c:pt idx="50369">
                  <c:v>0.58297453703562496</c:v>
                </c:pt>
                <c:pt idx="50370">
                  <c:v>0.58298611111240461</c:v>
                </c:pt>
                <c:pt idx="50371">
                  <c:v>0.58299768518190831</c:v>
                </c:pt>
                <c:pt idx="50372">
                  <c:v>0.58300925925868796</c:v>
                </c:pt>
                <c:pt idx="50373">
                  <c:v>0.58302083332819166</c:v>
                </c:pt>
                <c:pt idx="50374">
                  <c:v>0.58303240740497131</c:v>
                </c:pt>
                <c:pt idx="50375">
                  <c:v>0.58304398148175096</c:v>
                </c:pt>
                <c:pt idx="50376">
                  <c:v>0.58305555555125466</c:v>
                </c:pt>
                <c:pt idx="50377">
                  <c:v>0.58306712962803431</c:v>
                </c:pt>
                <c:pt idx="50378">
                  <c:v>0.58307870370481396</c:v>
                </c:pt>
                <c:pt idx="50379">
                  <c:v>0.58309027777431766</c:v>
                </c:pt>
                <c:pt idx="50380">
                  <c:v>0.58310185185109731</c:v>
                </c:pt>
                <c:pt idx="50381">
                  <c:v>0.583113425920601</c:v>
                </c:pt>
                <c:pt idx="50382">
                  <c:v>0.58312499999738066</c:v>
                </c:pt>
                <c:pt idx="50383">
                  <c:v>0.58313657407416031</c:v>
                </c:pt>
                <c:pt idx="50384">
                  <c:v>0.583148148143664</c:v>
                </c:pt>
                <c:pt idx="50385">
                  <c:v>0.58315972222044365</c:v>
                </c:pt>
                <c:pt idx="50386">
                  <c:v>0.58317129629722331</c:v>
                </c:pt>
                <c:pt idx="50387">
                  <c:v>0.583182870366727</c:v>
                </c:pt>
                <c:pt idx="50388">
                  <c:v>0.58319444444350665</c:v>
                </c:pt>
                <c:pt idx="50389">
                  <c:v>0.58320601851301035</c:v>
                </c:pt>
                <c:pt idx="50390">
                  <c:v>0.58321759258979</c:v>
                </c:pt>
                <c:pt idx="50391">
                  <c:v>0.58322916666656965</c:v>
                </c:pt>
                <c:pt idx="50392">
                  <c:v>0.58324074073607335</c:v>
                </c:pt>
                <c:pt idx="50393">
                  <c:v>0.583252314812853</c:v>
                </c:pt>
                <c:pt idx="50394">
                  <c:v>0.58326388888963265</c:v>
                </c:pt>
                <c:pt idx="50395">
                  <c:v>0.58327546295913635</c:v>
                </c:pt>
                <c:pt idx="50396">
                  <c:v>0.583287037035916</c:v>
                </c:pt>
                <c:pt idx="50397">
                  <c:v>0.5832986111054197</c:v>
                </c:pt>
                <c:pt idx="50398">
                  <c:v>0.58331018518219935</c:v>
                </c:pt>
                <c:pt idx="50399">
                  <c:v>0.583321759258979</c:v>
                </c:pt>
                <c:pt idx="50400">
                  <c:v>0.58333333332848269</c:v>
                </c:pt>
                <c:pt idx="50401">
                  <c:v>0.58334490740526235</c:v>
                </c:pt>
                <c:pt idx="50402">
                  <c:v>0.583356481482042</c:v>
                </c:pt>
                <c:pt idx="50403">
                  <c:v>0.58336805555154569</c:v>
                </c:pt>
                <c:pt idx="50404">
                  <c:v>0.58337962962832535</c:v>
                </c:pt>
                <c:pt idx="50405">
                  <c:v>0.58339120369782904</c:v>
                </c:pt>
                <c:pt idx="50406">
                  <c:v>0.58340277777460869</c:v>
                </c:pt>
                <c:pt idx="50407">
                  <c:v>0.58341435185138835</c:v>
                </c:pt>
                <c:pt idx="50408">
                  <c:v>0.58342592592089204</c:v>
                </c:pt>
                <c:pt idx="50409">
                  <c:v>0.58343749999767169</c:v>
                </c:pt>
                <c:pt idx="50410">
                  <c:v>0.58344907407445135</c:v>
                </c:pt>
                <c:pt idx="50411">
                  <c:v>0.58346064814395504</c:v>
                </c:pt>
                <c:pt idx="50412">
                  <c:v>0.58347222222073469</c:v>
                </c:pt>
                <c:pt idx="50413">
                  <c:v>0.58348379629751435</c:v>
                </c:pt>
                <c:pt idx="50414">
                  <c:v>0.58349537036701804</c:v>
                </c:pt>
                <c:pt idx="50415">
                  <c:v>0.58350694444379769</c:v>
                </c:pt>
                <c:pt idx="50416">
                  <c:v>0.58351851851330139</c:v>
                </c:pt>
                <c:pt idx="50417">
                  <c:v>0.58353009259008104</c:v>
                </c:pt>
                <c:pt idx="50418">
                  <c:v>0.58354166666686069</c:v>
                </c:pt>
                <c:pt idx="50419">
                  <c:v>0.58355324073636439</c:v>
                </c:pt>
                <c:pt idx="50420">
                  <c:v>0.58356481481314404</c:v>
                </c:pt>
                <c:pt idx="50421">
                  <c:v>0.58357638888992369</c:v>
                </c:pt>
                <c:pt idx="50422">
                  <c:v>0.58358796295942739</c:v>
                </c:pt>
                <c:pt idx="50423">
                  <c:v>0.58359953703620704</c:v>
                </c:pt>
                <c:pt idx="50424">
                  <c:v>0.58361111110571073</c:v>
                </c:pt>
                <c:pt idx="50425">
                  <c:v>0.58362268518249039</c:v>
                </c:pt>
                <c:pt idx="50426">
                  <c:v>0.58363425925927004</c:v>
                </c:pt>
                <c:pt idx="50427">
                  <c:v>0.58364583332877373</c:v>
                </c:pt>
                <c:pt idx="50428">
                  <c:v>0.58365740740555339</c:v>
                </c:pt>
                <c:pt idx="50429">
                  <c:v>0.58366898148233304</c:v>
                </c:pt>
                <c:pt idx="50430">
                  <c:v>0.58368055555183673</c:v>
                </c:pt>
                <c:pt idx="50431">
                  <c:v>0.58369212962861639</c:v>
                </c:pt>
                <c:pt idx="50432">
                  <c:v>0.58370370369812008</c:v>
                </c:pt>
                <c:pt idx="50433">
                  <c:v>0.58371527777489973</c:v>
                </c:pt>
                <c:pt idx="50434">
                  <c:v>0.58372685185167938</c:v>
                </c:pt>
                <c:pt idx="50435">
                  <c:v>0.58373842592118308</c:v>
                </c:pt>
                <c:pt idx="50436">
                  <c:v>0.58374999999796273</c:v>
                </c:pt>
                <c:pt idx="50437">
                  <c:v>0.58376157407474238</c:v>
                </c:pt>
                <c:pt idx="50438">
                  <c:v>0.58377314814424608</c:v>
                </c:pt>
                <c:pt idx="50439">
                  <c:v>0.58378472222102573</c:v>
                </c:pt>
                <c:pt idx="50440">
                  <c:v>0.58379629629052943</c:v>
                </c:pt>
                <c:pt idx="50441">
                  <c:v>0.58380787036730908</c:v>
                </c:pt>
                <c:pt idx="50442">
                  <c:v>0.58381944444408873</c:v>
                </c:pt>
                <c:pt idx="50443">
                  <c:v>0.58383101851359243</c:v>
                </c:pt>
                <c:pt idx="50444">
                  <c:v>0.58384259259037208</c:v>
                </c:pt>
                <c:pt idx="50445">
                  <c:v>0.58385416666715173</c:v>
                </c:pt>
                <c:pt idx="50446">
                  <c:v>0.58386574073665543</c:v>
                </c:pt>
                <c:pt idx="50447">
                  <c:v>0.58387731481343508</c:v>
                </c:pt>
                <c:pt idx="50448">
                  <c:v>0.58388888889021473</c:v>
                </c:pt>
                <c:pt idx="50449">
                  <c:v>0.58390046295971842</c:v>
                </c:pt>
                <c:pt idx="50450">
                  <c:v>0.58391203703649808</c:v>
                </c:pt>
                <c:pt idx="50451">
                  <c:v>0.58392361110600177</c:v>
                </c:pt>
                <c:pt idx="50452">
                  <c:v>0.58393518518278142</c:v>
                </c:pt>
                <c:pt idx="50453">
                  <c:v>0.58394675925956108</c:v>
                </c:pt>
                <c:pt idx="50454">
                  <c:v>0.58395833332906477</c:v>
                </c:pt>
                <c:pt idx="50455">
                  <c:v>0.58396990740584442</c:v>
                </c:pt>
                <c:pt idx="50456">
                  <c:v>0.58398148148262408</c:v>
                </c:pt>
                <c:pt idx="50457">
                  <c:v>0.58399305555212777</c:v>
                </c:pt>
                <c:pt idx="50458">
                  <c:v>0.58400462962890742</c:v>
                </c:pt>
                <c:pt idx="50459">
                  <c:v>0.58401620369841112</c:v>
                </c:pt>
                <c:pt idx="50460">
                  <c:v>0.58402777777519077</c:v>
                </c:pt>
                <c:pt idx="50461">
                  <c:v>0.58403935185197042</c:v>
                </c:pt>
                <c:pt idx="50462">
                  <c:v>0.58405092592147412</c:v>
                </c:pt>
                <c:pt idx="50463">
                  <c:v>0.58406249999825377</c:v>
                </c:pt>
                <c:pt idx="50464">
                  <c:v>0.58407407407503342</c:v>
                </c:pt>
                <c:pt idx="50465">
                  <c:v>0.58408564814453712</c:v>
                </c:pt>
                <c:pt idx="50466">
                  <c:v>0.58409722222131677</c:v>
                </c:pt>
                <c:pt idx="50467">
                  <c:v>0.58410879629082046</c:v>
                </c:pt>
                <c:pt idx="50468">
                  <c:v>0.58412037036760012</c:v>
                </c:pt>
                <c:pt idx="50469">
                  <c:v>0.58413194444437977</c:v>
                </c:pt>
                <c:pt idx="50470">
                  <c:v>0.58414351851388346</c:v>
                </c:pt>
                <c:pt idx="50471">
                  <c:v>0.58415509259066312</c:v>
                </c:pt>
                <c:pt idx="50472">
                  <c:v>0.58416666666744277</c:v>
                </c:pt>
                <c:pt idx="50473">
                  <c:v>0.58417824073694646</c:v>
                </c:pt>
                <c:pt idx="50474">
                  <c:v>0.58418981481372612</c:v>
                </c:pt>
                <c:pt idx="50475">
                  <c:v>0.58420138888322981</c:v>
                </c:pt>
                <c:pt idx="50476">
                  <c:v>0.58421296296000946</c:v>
                </c:pt>
                <c:pt idx="50477">
                  <c:v>0.58422453703678912</c:v>
                </c:pt>
                <c:pt idx="50478">
                  <c:v>0.58423611110629281</c:v>
                </c:pt>
                <c:pt idx="50479">
                  <c:v>0.58424768518307246</c:v>
                </c:pt>
                <c:pt idx="50480">
                  <c:v>0.58425925925985212</c:v>
                </c:pt>
                <c:pt idx="50481">
                  <c:v>0.58427083332935581</c:v>
                </c:pt>
                <c:pt idx="50482">
                  <c:v>0.58428240740613546</c:v>
                </c:pt>
                <c:pt idx="50483">
                  <c:v>0.58429398147563916</c:v>
                </c:pt>
                <c:pt idx="50484">
                  <c:v>0.58430555555241881</c:v>
                </c:pt>
                <c:pt idx="50485">
                  <c:v>0.58431712962919846</c:v>
                </c:pt>
                <c:pt idx="50486">
                  <c:v>0.58432870369870216</c:v>
                </c:pt>
                <c:pt idx="50487">
                  <c:v>0.58434027777548181</c:v>
                </c:pt>
                <c:pt idx="50488">
                  <c:v>0.58435185185226146</c:v>
                </c:pt>
                <c:pt idx="50489">
                  <c:v>0.58436342592176516</c:v>
                </c:pt>
                <c:pt idx="50490">
                  <c:v>0.58437499999854481</c:v>
                </c:pt>
                <c:pt idx="50491">
                  <c:v>0.58438657407532446</c:v>
                </c:pt>
                <c:pt idx="50492">
                  <c:v>0.58439814814482816</c:v>
                </c:pt>
                <c:pt idx="50493">
                  <c:v>0.58440972222160781</c:v>
                </c:pt>
                <c:pt idx="50494">
                  <c:v>0.5844212962911115</c:v>
                </c:pt>
                <c:pt idx="50495">
                  <c:v>0.58443287036789116</c:v>
                </c:pt>
                <c:pt idx="50496">
                  <c:v>0.58444444444467081</c:v>
                </c:pt>
                <c:pt idx="50497">
                  <c:v>0.5844560185141745</c:v>
                </c:pt>
                <c:pt idx="50498">
                  <c:v>0.58446759259095415</c:v>
                </c:pt>
                <c:pt idx="50499">
                  <c:v>0.58447916666773381</c:v>
                </c:pt>
                <c:pt idx="50500">
                  <c:v>0.5844907407372375</c:v>
                </c:pt>
                <c:pt idx="50501">
                  <c:v>0.58450231481401715</c:v>
                </c:pt>
                <c:pt idx="50502">
                  <c:v>0.58451388888352085</c:v>
                </c:pt>
                <c:pt idx="50503">
                  <c:v>0.5845254629603005</c:v>
                </c:pt>
                <c:pt idx="50504">
                  <c:v>0.58453703703708015</c:v>
                </c:pt>
                <c:pt idx="50505">
                  <c:v>0.58454861110658385</c:v>
                </c:pt>
                <c:pt idx="50506">
                  <c:v>0.5845601851833635</c:v>
                </c:pt>
                <c:pt idx="50507">
                  <c:v>0.58457175926014315</c:v>
                </c:pt>
                <c:pt idx="50508">
                  <c:v>0.58458333332964685</c:v>
                </c:pt>
                <c:pt idx="50509">
                  <c:v>0.5845949074064265</c:v>
                </c:pt>
                <c:pt idx="50510">
                  <c:v>0.5846064814759302</c:v>
                </c:pt>
                <c:pt idx="50511">
                  <c:v>0.58461805555270985</c:v>
                </c:pt>
                <c:pt idx="50512">
                  <c:v>0.5846296296294895</c:v>
                </c:pt>
                <c:pt idx="50513">
                  <c:v>0.58464120369899319</c:v>
                </c:pt>
                <c:pt idx="50514">
                  <c:v>0.58465277777577285</c:v>
                </c:pt>
                <c:pt idx="50515">
                  <c:v>0.5846643518525525</c:v>
                </c:pt>
                <c:pt idx="50516">
                  <c:v>0.58467592592205619</c:v>
                </c:pt>
                <c:pt idx="50517">
                  <c:v>0.58468749999883585</c:v>
                </c:pt>
                <c:pt idx="50518">
                  <c:v>0.58469907406833954</c:v>
                </c:pt>
                <c:pt idx="50519">
                  <c:v>0.58471064814511919</c:v>
                </c:pt>
                <c:pt idx="50520">
                  <c:v>0.58472222222189885</c:v>
                </c:pt>
                <c:pt idx="50521">
                  <c:v>0.58473379629140254</c:v>
                </c:pt>
                <c:pt idx="50522">
                  <c:v>0.58474537036818219</c:v>
                </c:pt>
                <c:pt idx="50523">
                  <c:v>0.58475694444496185</c:v>
                </c:pt>
                <c:pt idx="50524">
                  <c:v>0.58476851851446554</c:v>
                </c:pt>
                <c:pt idx="50525">
                  <c:v>0.58478009259124519</c:v>
                </c:pt>
                <c:pt idx="50526">
                  <c:v>0.58479166666074889</c:v>
                </c:pt>
                <c:pt idx="50527">
                  <c:v>0.58480324073752854</c:v>
                </c:pt>
                <c:pt idx="50528">
                  <c:v>0.58481481481430819</c:v>
                </c:pt>
                <c:pt idx="50529">
                  <c:v>0.58482638888381189</c:v>
                </c:pt>
                <c:pt idx="50530">
                  <c:v>0.58483796296059154</c:v>
                </c:pt>
                <c:pt idx="50531">
                  <c:v>0.58484953703737119</c:v>
                </c:pt>
                <c:pt idx="50532">
                  <c:v>0.58486111110687489</c:v>
                </c:pt>
                <c:pt idx="50533">
                  <c:v>0.58487268518365454</c:v>
                </c:pt>
                <c:pt idx="50534">
                  <c:v>0.58488425926043419</c:v>
                </c:pt>
                <c:pt idx="50535">
                  <c:v>0.58489583332993789</c:v>
                </c:pt>
                <c:pt idx="50536">
                  <c:v>0.58490740740671754</c:v>
                </c:pt>
                <c:pt idx="50537">
                  <c:v>0.58491898147622123</c:v>
                </c:pt>
                <c:pt idx="50538">
                  <c:v>0.58493055555300089</c:v>
                </c:pt>
                <c:pt idx="50539">
                  <c:v>0.58494212962978054</c:v>
                </c:pt>
                <c:pt idx="50540">
                  <c:v>0.58495370369928423</c:v>
                </c:pt>
                <c:pt idx="50541">
                  <c:v>0.58496527777606389</c:v>
                </c:pt>
                <c:pt idx="50542">
                  <c:v>0.58497685185284354</c:v>
                </c:pt>
                <c:pt idx="50543">
                  <c:v>0.58498842592234723</c:v>
                </c:pt>
                <c:pt idx="50544">
                  <c:v>0.58499999999912689</c:v>
                </c:pt>
                <c:pt idx="50545">
                  <c:v>0.58501157406863058</c:v>
                </c:pt>
                <c:pt idx="50546">
                  <c:v>0.58502314814541023</c:v>
                </c:pt>
                <c:pt idx="50547">
                  <c:v>0.58503472222218988</c:v>
                </c:pt>
                <c:pt idx="50548">
                  <c:v>0.58504629629169358</c:v>
                </c:pt>
                <c:pt idx="50549">
                  <c:v>0.58505787036847323</c:v>
                </c:pt>
                <c:pt idx="50550">
                  <c:v>0.58506944444525288</c:v>
                </c:pt>
                <c:pt idx="50551">
                  <c:v>0.58508101851475658</c:v>
                </c:pt>
                <c:pt idx="50552">
                  <c:v>0.58509259259153623</c:v>
                </c:pt>
                <c:pt idx="50553">
                  <c:v>0.58510416666103993</c:v>
                </c:pt>
                <c:pt idx="50554">
                  <c:v>0.58511574073781958</c:v>
                </c:pt>
                <c:pt idx="50555">
                  <c:v>0.58512731481459923</c:v>
                </c:pt>
                <c:pt idx="50556">
                  <c:v>0.58513888888410293</c:v>
                </c:pt>
                <c:pt idx="50557">
                  <c:v>0.58515046296088258</c:v>
                </c:pt>
                <c:pt idx="50558">
                  <c:v>0.58516203703766223</c:v>
                </c:pt>
                <c:pt idx="50559">
                  <c:v>0.58517361110716593</c:v>
                </c:pt>
                <c:pt idx="50560">
                  <c:v>0.58518518518394558</c:v>
                </c:pt>
                <c:pt idx="50561">
                  <c:v>0.58519675925344927</c:v>
                </c:pt>
                <c:pt idx="50562">
                  <c:v>0.58520833333022892</c:v>
                </c:pt>
                <c:pt idx="50563">
                  <c:v>0.58521990740700858</c:v>
                </c:pt>
                <c:pt idx="50564">
                  <c:v>0.58523148147651227</c:v>
                </c:pt>
                <c:pt idx="50565">
                  <c:v>0.58524305555329192</c:v>
                </c:pt>
                <c:pt idx="50566">
                  <c:v>0.58525462963007158</c:v>
                </c:pt>
                <c:pt idx="50567">
                  <c:v>0.58526620369957527</c:v>
                </c:pt>
                <c:pt idx="50568">
                  <c:v>0.58527777777635492</c:v>
                </c:pt>
                <c:pt idx="50569">
                  <c:v>0.58528935185313458</c:v>
                </c:pt>
                <c:pt idx="50570">
                  <c:v>0.58530092592263827</c:v>
                </c:pt>
                <c:pt idx="50571">
                  <c:v>0.58531249999941792</c:v>
                </c:pt>
                <c:pt idx="50572">
                  <c:v>0.58532407406892162</c:v>
                </c:pt>
                <c:pt idx="50573">
                  <c:v>0.58533564814570127</c:v>
                </c:pt>
                <c:pt idx="50574">
                  <c:v>0.58534722222248092</c:v>
                </c:pt>
                <c:pt idx="50575">
                  <c:v>0.58535879629198462</c:v>
                </c:pt>
                <c:pt idx="50576">
                  <c:v>0.58537037036876427</c:v>
                </c:pt>
                <c:pt idx="50577">
                  <c:v>0.58538194444554392</c:v>
                </c:pt>
                <c:pt idx="50578">
                  <c:v>0.58539351851504762</c:v>
                </c:pt>
                <c:pt idx="50579">
                  <c:v>0.58540509259182727</c:v>
                </c:pt>
                <c:pt idx="50580">
                  <c:v>0.58541666666133096</c:v>
                </c:pt>
                <c:pt idx="50581">
                  <c:v>0.58542824073811062</c:v>
                </c:pt>
                <c:pt idx="50582">
                  <c:v>0.58543981481489027</c:v>
                </c:pt>
                <c:pt idx="50583">
                  <c:v>0.58545138888439396</c:v>
                </c:pt>
                <c:pt idx="50584">
                  <c:v>0.58546296296117362</c:v>
                </c:pt>
                <c:pt idx="50585">
                  <c:v>0.58547453703795327</c:v>
                </c:pt>
                <c:pt idx="50586">
                  <c:v>0.58548611110745696</c:v>
                </c:pt>
                <c:pt idx="50587">
                  <c:v>0.58549768518423662</c:v>
                </c:pt>
                <c:pt idx="50588">
                  <c:v>0.58550925925374031</c:v>
                </c:pt>
                <c:pt idx="50589">
                  <c:v>0.58552083333051996</c:v>
                </c:pt>
                <c:pt idx="50590">
                  <c:v>0.58553240740729962</c:v>
                </c:pt>
                <c:pt idx="50591">
                  <c:v>0.58554398147680331</c:v>
                </c:pt>
                <c:pt idx="50592">
                  <c:v>0.58555555555358296</c:v>
                </c:pt>
                <c:pt idx="50593">
                  <c:v>0.58556712963036261</c:v>
                </c:pt>
                <c:pt idx="50594">
                  <c:v>0.58557870369986631</c:v>
                </c:pt>
                <c:pt idx="50595">
                  <c:v>0.58559027777664596</c:v>
                </c:pt>
                <c:pt idx="50596">
                  <c:v>0.58560185184614966</c:v>
                </c:pt>
                <c:pt idx="50597">
                  <c:v>0.58561342592292931</c:v>
                </c:pt>
                <c:pt idx="50598">
                  <c:v>0.58562499999970896</c:v>
                </c:pt>
                <c:pt idx="50599">
                  <c:v>0.58563657406921266</c:v>
                </c:pt>
                <c:pt idx="50600">
                  <c:v>0.58564814814599231</c:v>
                </c:pt>
                <c:pt idx="50601">
                  <c:v>0.58565972222277196</c:v>
                </c:pt>
                <c:pt idx="50602">
                  <c:v>0.58567129629227566</c:v>
                </c:pt>
                <c:pt idx="50603">
                  <c:v>0.58568287036905531</c:v>
                </c:pt>
                <c:pt idx="50604">
                  <c:v>0.585694444438559</c:v>
                </c:pt>
                <c:pt idx="50605">
                  <c:v>0.58570601851533866</c:v>
                </c:pt>
                <c:pt idx="50606">
                  <c:v>0.58571759259211831</c:v>
                </c:pt>
                <c:pt idx="50607">
                  <c:v>0.585729166661622</c:v>
                </c:pt>
                <c:pt idx="50608">
                  <c:v>0.58574074073840166</c:v>
                </c:pt>
                <c:pt idx="50609">
                  <c:v>0.58575231481518131</c:v>
                </c:pt>
                <c:pt idx="50610">
                  <c:v>0.585763888884685</c:v>
                </c:pt>
                <c:pt idx="50611">
                  <c:v>0.58577546296146465</c:v>
                </c:pt>
                <c:pt idx="50612">
                  <c:v>0.58578703703824431</c:v>
                </c:pt>
                <c:pt idx="50613">
                  <c:v>0.585798611107748</c:v>
                </c:pt>
                <c:pt idx="50614">
                  <c:v>0.58581018518452765</c:v>
                </c:pt>
                <c:pt idx="50615">
                  <c:v>0.58582175925403135</c:v>
                </c:pt>
                <c:pt idx="50616">
                  <c:v>0.585833333330811</c:v>
                </c:pt>
                <c:pt idx="50617">
                  <c:v>0.58584490740759065</c:v>
                </c:pt>
                <c:pt idx="50618">
                  <c:v>0.58585648147709435</c:v>
                </c:pt>
                <c:pt idx="50619">
                  <c:v>0.585868055553874</c:v>
                </c:pt>
                <c:pt idx="50620">
                  <c:v>0.58587962963065365</c:v>
                </c:pt>
                <c:pt idx="50621">
                  <c:v>0.58589120370015735</c:v>
                </c:pt>
                <c:pt idx="50622">
                  <c:v>0.585902777776937</c:v>
                </c:pt>
                <c:pt idx="50623">
                  <c:v>0.5859143518464407</c:v>
                </c:pt>
                <c:pt idx="50624">
                  <c:v>0.58592592592322035</c:v>
                </c:pt>
                <c:pt idx="50625">
                  <c:v>0.5859375</c:v>
                </c:pt>
                <c:pt idx="50626">
                  <c:v>0.58594907406950369</c:v>
                </c:pt>
                <c:pt idx="50627">
                  <c:v>0.58596064814628335</c:v>
                </c:pt>
                <c:pt idx="50628">
                  <c:v>0.585972222223063</c:v>
                </c:pt>
                <c:pt idx="50629">
                  <c:v>0.58598379629256669</c:v>
                </c:pt>
                <c:pt idx="50630">
                  <c:v>0.58599537036934635</c:v>
                </c:pt>
                <c:pt idx="50631">
                  <c:v>0.58600694443885004</c:v>
                </c:pt>
                <c:pt idx="50632">
                  <c:v>0.58601851851562969</c:v>
                </c:pt>
                <c:pt idx="50633">
                  <c:v>0.58603009259240935</c:v>
                </c:pt>
                <c:pt idx="50634">
                  <c:v>0.58604166666191304</c:v>
                </c:pt>
                <c:pt idx="50635">
                  <c:v>0.58605324073869269</c:v>
                </c:pt>
                <c:pt idx="50636">
                  <c:v>0.58606481481547235</c:v>
                </c:pt>
                <c:pt idx="50637">
                  <c:v>0.58607638888497604</c:v>
                </c:pt>
                <c:pt idx="50638">
                  <c:v>0.58608796296175569</c:v>
                </c:pt>
                <c:pt idx="50639">
                  <c:v>0.58609953703125939</c:v>
                </c:pt>
                <c:pt idx="50640">
                  <c:v>0.58611111110803904</c:v>
                </c:pt>
                <c:pt idx="50641">
                  <c:v>0.58612268518481869</c:v>
                </c:pt>
                <c:pt idx="50642">
                  <c:v>0.58613425925432239</c:v>
                </c:pt>
                <c:pt idx="50643">
                  <c:v>0.58614583333110204</c:v>
                </c:pt>
                <c:pt idx="50644">
                  <c:v>0.58615740740788169</c:v>
                </c:pt>
                <c:pt idx="50645">
                  <c:v>0.58616898147738539</c:v>
                </c:pt>
                <c:pt idx="50646">
                  <c:v>0.58618055555416504</c:v>
                </c:pt>
                <c:pt idx="50647">
                  <c:v>0.58619212963094469</c:v>
                </c:pt>
                <c:pt idx="50648">
                  <c:v>0.58620370370044839</c:v>
                </c:pt>
                <c:pt idx="50649">
                  <c:v>0.58621527777722804</c:v>
                </c:pt>
                <c:pt idx="50650">
                  <c:v>0.58622685184673173</c:v>
                </c:pt>
                <c:pt idx="50651">
                  <c:v>0.58623842592351139</c:v>
                </c:pt>
                <c:pt idx="50652">
                  <c:v>0.58625000000029104</c:v>
                </c:pt>
                <c:pt idx="50653">
                  <c:v>0.58626157406979473</c:v>
                </c:pt>
                <c:pt idx="50654">
                  <c:v>0.58627314814657439</c:v>
                </c:pt>
                <c:pt idx="50655">
                  <c:v>0.58628472222335404</c:v>
                </c:pt>
                <c:pt idx="50656">
                  <c:v>0.58629629629285773</c:v>
                </c:pt>
                <c:pt idx="50657">
                  <c:v>0.58630787036963739</c:v>
                </c:pt>
                <c:pt idx="50658">
                  <c:v>0.58631944443914108</c:v>
                </c:pt>
                <c:pt idx="50659">
                  <c:v>0.58633101851592073</c:v>
                </c:pt>
                <c:pt idx="50660">
                  <c:v>0.58634259259270038</c:v>
                </c:pt>
                <c:pt idx="50661">
                  <c:v>0.58635416666220408</c:v>
                </c:pt>
                <c:pt idx="50662">
                  <c:v>0.58636574073898373</c:v>
                </c:pt>
                <c:pt idx="50663">
                  <c:v>0.58637731481576338</c:v>
                </c:pt>
                <c:pt idx="50664">
                  <c:v>0.58638888888526708</c:v>
                </c:pt>
                <c:pt idx="50665">
                  <c:v>0.58640046296204673</c:v>
                </c:pt>
                <c:pt idx="50666">
                  <c:v>0.58641203703155043</c:v>
                </c:pt>
                <c:pt idx="50667">
                  <c:v>0.58642361110833008</c:v>
                </c:pt>
                <c:pt idx="50668">
                  <c:v>0.58643518518510973</c:v>
                </c:pt>
                <c:pt idx="50669">
                  <c:v>0.58644675925461343</c:v>
                </c:pt>
                <c:pt idx="50670">
                  <c:v>0.58645833333139308</c:v>
                </c:pt>
                <c:pt idx="50671">
                  <c:v>0.58646990740817273</c:v>
                </c:pt>
                <c:pt idx="50672">
                  <c:v>0.58648148147767643</c:v>
                </c:pt>
                <c:pt idx="50673">
                  <c:v>0.58649305555445608</c:v>
                </c:pt>
                <c:pt idx="50674">
                  <c:v>0.58650462962395977</c:v>
                </c:pt>
                <c:pt idx="50675">
                  <c:v>0.58651620370073942</c:v>
                </c:pt>
                <c:pt idx="50676">
                  <c:v>0.58652777777751908</c:v>
                </c:pt>
                <c:pt idx="50677">
                  <c:v>0.58653935184702277</c:v>
                </c:pt>
                <c:pt idx="50678">
                  <c:v>0.58655092592380242</c:v>
                </c:pt>
                <c:pt idx="50679">
                  <c:v>0.58656250000058208</c:v>
                </c:pt>
                <c:pt idx="50680">
                  <c:v>0.58657407407008577</c:v>
                </c:pt>
                <c:pt idx="50681">
                  <c:v>0.58658564814686542</c:v>
                </c:pt>
                <c:pt idx="50682">
                  <c:v>0.58659722221636912</c:v>
                </c:pt>
                <c:pt idx="50683">
                  <c:v>0.58660879629314877</c:v>
                </c:pt>
                <c:pt idx="50684">
                  <c:v>0.58662037036992842</c:v>
                </c:pt>
                <c:pt idx="50685">
                  <c:v>0.58663194443943212</c:v>
                </c:pt>
                <c:pt idx="50686">
                  <c:v>0.58664351851621177</c:v>
                </c:pt>
                <c:pt idx="50687">
                  <c:v>0.58665509259299142</c:v>
                </c:pt>
                <c:pt idx="50688">
                  <c:v>0.58666666666249512</c:v>
                </c:pt>
                <c:pt idx="50689">
                  <c:v>0.58667824073927477</c:v>
                </c:pt>
                <c:pt idx="50690">
                  <c:v>0.58668981481605442</c:v>
                </c:pt>
                <c:pt idx="50691">
                  <c:v>0.58670138888555812</c:v>
                </c:pt>
                <c:pt idx="50692">
                  <c:v>0.58671296296233777</c:v>
                </c:pt>
                <c:pt idx="50693">
                  <c:v>0.58672453703184146</c:v>
                </c:pt>
                <c:pt idx="50694">
                  <c:v>0.58673611110862112</c:v>
                </c:pt>
                <c:pt idx="50695">
                  <c:v>0.58674768518540077</c:v>
                </c:pt>
                <c:pt idx="50696">
                  <c:v>0.58675925925490446</c:v>
                </c:pt>
                <c:pt idx="50697">
                  <c:v>0.58677083333168412</c:v>
                </c:pt>
                <c:pt idx="50698">
                  <c:v>0.58678240740846377</c:v>
                </c:pt>
                <c:pt idx="50699">
                  <c:v>0.58679398147796746</c:v>
                </c:pt>
                <c:pt idx="50700">
                  <c:v>0.58680555555474712</c:v>
                </c:pt>
                <c:pt idx="50701">
                  <c:v>0.58681712962425081</c:v>
                </c:pt>
                <c:pt idx="50702">
                  <c:v>0.58682870370103046</c:v>
                </c:pt>
                <c:pt idx="50703">
                  <c:v>0.58684027777781012</c:v>
                </c:pt>
                <c:pt idx="50704">
                  <c:v>0.58685185184731381</c:v>
                </c:pt>
                <c:pt idx="50705">
                  <c:v>0.58686342592409346</c:v>
                </c:pt>
                <c:pt idx="50706">
                  <c:v>0.58687500000087311</c:v>
                </c:pt>
                <c:pt idx="50707">
                  <c:v>0.58688657407037681</c:v>
                </c:pt>
                <c:pt idx="50708">
                  <c:v>0.58689814814715646</c:v>
                </c:pt>
                <c:pt idx="50709">
                  <c:v>0.58690972221666016</c:v>
                </c:pt>
                <c:pt idx="50710">
                  <c:v>0.58692129629343981</c:v>
                </c:pt>
                <c:pt idx="50711">
                  <c:v>0.58693287037021946</c:v>
                </c:pt>
                <c:pt idx="50712">
                  <c:v>0.58694444443972316</c:v>
                </c:pt>
                <c:pt idx="50713">
                  <c:v>0.58695601851650281</c:v>
                </c:pt>
                <c:pt idx="50714">
                  <c:v>0.58696759259328246</c:v>
                </c:pt>
                <c:pt idx="50715">
                  <c:v>0.58697916666278616</c:v>
                </c:pt>
                <c:pt idx="50716">
                  <c:v>0.58699074073956581</c:v>
                </c:pt>
                <c:pt idx="50717">
                  <c:v>0.5870023148090695</c:v>
                </c:pt>
                <c:pt idx="50718">
                  <c:v>0.58701388888584916</c:v>
                </c:pt>
                <c:pt idx="50719">
                  <c:v>0.58702546296262881</c:v>
                </c:pt>
                <c:pt idx="50720">
                  <c:v>0.5870370370321325</c:v>
                </c:pt>
                <c:pt idx="50721">
                  <c:v>0.58704861110891216</c:v>
                </c:pt>
                <c:pt idx="50722">
                  <c:v>0.58706018518569181</c:v>
                </c:pt>
                <c:pt idx="50723">
                  <c:v>0.5870717592551955</c:v>
                </c:pt>
                <c:pt idx="50724">
                  <c:v>0.58708333333197515</c:v>
                </c:pt>
                <c:pt idx="50725">
                  <c:v>0.58709490740147885</c:v>
                </c:pt>
                <c:pt idx="50726">
                  <c:v>0.5871064814782585</c:v>
                </c:pt>
                <c:pt idx="50727">
                  <c:v>0.58711805555503815</c:v>
                </c:pt>
                <c:pt idx="50728">
                  <c:v>0.58712962962454185</c:v>
                </c:pt>
                <c:pt idx="50729">
                  <c:v>0.5871412037013215</c:v>
                </c:pt>
                <c:pt idx="50730">
                  <c:v>0.58715277777810115</c:v>
                </c:pt>
                <c:pt idx="50731">
                  <c:v>0.58716435184760485</c:v>
                </c:pt>
                <c:pt idx="50732">
                  <c:v>0.5871759259243845</c:v>
                </c:pt>
                <c:pt idx="50733">
                  <c:v>0.58718750000116415</c:v>
                </c:pt>
                <c:pt idx="50734">
                  <c:v>0.58719907407066785</c:v>
                </c:pt>
                <c:pt idx="50735">
                  <c:v>0.5872106481474475</c:v>
                </c:pt>
                <c:pt idx="50736">
                  <c:v>0.5872222222169512</c:v>
                </c:pt>
                <c:pt idx="50737">
                  <c:v>0.58723379629373085</c:v>
                </c:pt>
                <c:pt idx="50738">
                  <c:v>0.5872453703705105</c:v>
                </c:pt>
                <c:pt idx="50739">
                  <c:v>0.58725694444001419</c:v>
                </c:pt>
                <c:pt idx="50740">
                  <c:v>0.58726851851679385</c:v>
                </c:pt>
                <c:pt idx="50741">
                  <c:v>0.5872800925935735</c:v>
                </c:pt>
                <c:pt idx="50742">
                  <c:v>0.58729166666307719</c:v>
                </c:pt>
                <c:pt idx="50743">
                  <c:v>0.58730324073985685</c:v>
                </c:pt>
                <c:pt idx="50744">
                  <c:v>0.58731481480936054</c:v>
                </c:pt>
                <c:pt idx="50745">
                  <c:v>0.58732638888614019</c:v>
                </c:pt>
                <c:pt idx="50746">
                  <c:v>0.58733796296291985</c:v>
                </c:pt>
                <c:pt idx="50747">
                  <c:v>0.58734953703242354</c:v>
                </c:pt>
                <c:pt idx="50748">
                  <c:v>0.58736111110920319</c:v>
                </c:pt>
                <c:pt idx="50749">
                  <c:v>0.58737268518598285</c:v>
                </c:pt>
                <c:pt idx="50750">
                  <c:v>0.58738425925548654</c:v>
                </c:pt>
                <c:pt idx="50751">
                  <c:v>0.58739583333226619</c:v>
                </c:pt>
                <c:pt idx="50752">
                  <c:v>0.58740740740176989</c:v>
                </c:pt>
                <c:pt idx="50753">
                  <c:v>0.58741898147854954</c:v>
                </c:pt>
                <c:pt idx="50754">
                  <c:v>0.58743055555532919</c:v>
                </c:pt>
                <c:pt idx="50755">
                  <c:v>0.58744212962483289</c:v>
                </c:pt>
                <c:pt idx="50756">
                  <c:v>0.58745370370161254</c:v>
                </c:pt>
                <c:pt idx="50757">
                  <c:v>0.58746527777839219</c:v>
                </c:pt>
                <c:pt idx="50758">
                  <c:v>0.58747685184789589</c:v>
                </c:pt>
                <c:pt idx="50759">
                  <c:v>0.58748842592467554</c:v>
                </c:pt>
                <c:pt idx="50760">
                  <c:v>0.58749999999417923</c:v>
                </c:pt>
                <c:pt idx="50761">
                  <c:v>0.58751157407095889</c:v>
                </c:pt>
                <c:pt idx="50762">
                  <c:v>0.58752314814773854</c:v>
                </c:pt>
                <c:pt idx="50763">
                  <c:v>0.58753472221724223</c:v>
                </c:pt>
                <c:pt idx="50764">
                  <c:v>0.58754629629402189</c:v>
                </c:pt>
                <c:pt idx="50765">
                  <c:v>0.58755787037080154</c:v>
                </c:pt>
                <c:pt idx="50766">
                  <c:v>0.58756944444030523</c:v>
                </c:pt>
                <c:pt idx="50767">
                  <c:v>0.58758101851708489</c:v>
                </c:pt>
                <c:pt idx="50768">
                  <c:v>0.58759259259386454</c:v>
                </c:pt>
                <c:pt idx="50769">
                  <c:v>0.58760416666336823</c:v>
                </c:pt>
                <c:pt idx="50770">
                  <c:v>0.58761574074014788</c:v>
                </c:pt>
                <c:pt idx="50771">
                  <c:v>0.58762731480965158</c:v>
                </c:pt>
                <c:pt idx="50772">
                  <c:v>0.58763888888643123</c:v>
                </c:pt>
                <c:pt idx="50773">
                  <c:v>0.58765046296321088</c:v>
                </c:pt>
                <c:pt idx="50774">
                  <c:v>0.58766203703271458</c:v>
                </c:pt>
                <c:pt idx="50775">
                  <c:v>0.58767361110949423</c:v>
                </c:pt>
                <c:pt idx="50776">
                  <c:v>0.58768518518627388</c:v>
                </c:pt>
                <c:pt idx="50777">
                  <c:v>0.58769675925577758</c:v>
                </c:pt>
                <c:pt idx="50778">
                  <c:v>0.58770833333255723</c:v>
                </c:pt>
                <c:pt idx="50779">
                  <c:v>0.58771990740206093</c:v>
                </c:pt>
                <c:pt idx="50780">
                  <c:v>0.58773148147884058</c:v>
                </c:pt>
                <c:pt idx="50781">
                  <c:v>0.58774305555562023</c:v>
                </c:pt>
                <c:pt idx="50782">
                  <c:v>0.58775462962512393</c:v>
                </c:pt>
                <c:pt idx="50783">
                  <c:v>0.58776620370190358</c:v>
                </c:pt>
                <c:pt idx="50784">
                  <c:v>0.58777777777868323</c:v>
                </c:pt>
                <c:pt idx="50785">
                  <c:v>0.58778935184818693</c:v>
                </c:pt>
                <c:pt idx="50786">
                  <c:v>0.58780092592496658</c:v>
                </c:pt>
                <c:pt idx="50787">
                  <c:v>0.58781249999447027</c:v>
                </c:pt>
                <c:pt idx="50788">
                  <c:v>0.58782407407124992</c:v>
                </c:pt>
                <c:pt idx="50789">
                  <c:v>0.58783564814802958</c:v>
                </c:pt>
                <c:pt idx="50790">
                  <c:v>0.58784722221753327</c:v>
                </c:pt>
                <c:pt idx="50791">
                  <c:v>0.58785879629431292</c:v>
                </c:pt>
                <c:pt idx="50792">
                  <c:v>0.58787037037109258</c:v>
                </c:pt>
                <c:pt idx="50793">
                  <c:v>0.58788194444059627</c:v>
                </c:pt>
                <c:pt idx="50794">
                  <c:v>0.58789351851737592</c:v>
                </c:pt>
                <c:pt idx="50795">
                  <c:v>0.58790509258687962</c:v>
                </c:pt>
                <c:pt idx="50796">
                  <c:v>0.58791666666365927</c:v>
                </c:pt>
                <c:pt idx="50797">
                  <c:v>0.58792824074043892</c:v>
                </c:pt>
                <c:pt idx="50798">
                  <c:v>0.58793981480994262</c:v>
                </c:pt>
                <c:pt idx="50799">
                  <c:v>0.58795138888672227</c:v>
                </c:pt>
                <c:pt idx="50800">
                  <c:v>0.58796296296350192</c:v>
                </c:pt>
                <c:pt idx="50801">
                  <c:v>0.58797453703300562</c:v>
                </c:pt>
                <c:pt idx="50802">
                  <c:v>0.58798611110978527</c:v>
                </c:pt>
                <c:pt idx="50803">
                  <c:v>0.58799768517928896</c:v>
                </c:pt>
                <c:pt idx="50804">
                  <c:v>0.58800925925606862</c:v>
                </c:pt>
                <c:pt idx="50805">
                  <c:v>0.58802083333284827</c:v>
                </c:pt>
                <c:pt idx="50806">
                  <c:v>0.58803240740235196</c:v>
                </c:pt>
                <c:pt idx="50807">
                  <c:v>0.58804398147913162</c:v>
                </c:pt>
                <c:pt idx="50808">
                  <c:v>0.58805555555591127</c:v>
                </c:pt>
                <c:pt idx="50809">
                  <c:v>0.58806712962541496</c:v>
                </c:pt>
                <c:pt idx="50810">
                  <c:v>0.58807870370219462</c:v>
                </c:pt>
                <c:pt idx="50811">
                  <c:v>0.58809027777897427</c:v>
                </c:pt>
                <c:pt idx="50812">
                  <c:v>0.58810185184847796</c:v>
                </c:pt>
                <c:pt idx="50813">
                  <c:v>0.58811342592525762</c:v>
                </c:pt>
                <c:pt idx="50814">
                  <c:v>0.58812499999476131</c:v>
                </c:pt>
                <c:pt idx="50815">
                  <c:v>0.58813657407154096</c:v>
                </c:pt>
                <c:pt idx="50816">
                  <c:v>0.58814814814832062</c:v>
                </c:pt>
                <c:pt idx="50817">
                  <c:v>0.58815972221782431</c:v>
                </c:pt>
                <c:pt idx="50818">
                  <c:v>0.58817129629460396</c:v>
                </c:pt>
                <c:pt idx="50819">
                  <c:v>0.58818287037138361</c:v>
                </c:pt>
                <c:pt idx="50820">
                  <c:v>0.58819444444088731</c:v>
                </c:pt>
                <c:pt idx="50821">
                  <c:v>0.58820601851766696</c:v>
                </c:pt>
                <c:pt idx="50822">
                  <c:v>0.58821759258717066</c:v>
                </c:pt>
                <c:pt idx="50823">
                  <c:v>0.58822916666395031</c:v>
                </c:pt>
                <c:pt idx="50824">
                  <c:v>0.58824074074072996</c:v>
                </c:pt>
                <c:pt idx="50825">
                  <c:v>0.58825231481023366</c:v>
                </c:pt>
                <c:pt idx="50826">
                  <c:v>0.58826388888701331</c:v>
                </c:pt>
                <c:pt idx="50827">
                  <c:v>0.58827546296379296</c:v>
                </c:pt>
                <c:pt idx="50828">
                  <c:v>0.58828703703329666</c:v>
                </c:pt>
                <c:pt idx="50829">
                  <c:v>0.58829861111007631</c:v>
                </c:pt>
                <c:pt idx="50830">
                  <c:v>0.58831018517958</c:v>
                </c:pt>
                <c:pt idx="50831">
                  <c:v>0.58832175925635966</c:v>
                </c:pt>
                <c:pt idx="50832">
                  <c:v>0.58833333333313931</c:v>
                </c:pt>
                <c:pt idx="50833">
                  <c:v>0.588344907402643</c:v>
                </c:pt>
                <c:pt idx="50834">
                  <c:v>0.58835648147942265</c:v>
                </c:pt>
                <c:pt idx="50835">
                  <c:v>0.58836805555620231</c:v>
                </c:pt>
                <c:pt idx="50836">
                  <c:v>0.588379629625706</c:v>
                </c:pt>
                <c:pt idx="50837">
                  <c:v>0.58839120370248565</c:v>
                </c:pt>
                <c:pt idx="50838">
                  <c:v>0.58840277777198935</c:v>
                </c:pt>
                <c:pt idx="50839">
                  <c:v>0.588414351848769</c:v>
                </c:pt>
                <c:pt idx="50840">
                  <c:v>0.58842592592554865</c:v>
                </c:pt>
                <c:pt idx="50841">
                  <c:v>0.58843749999505235</c:v>
                </c:pt>
                <c:pt idx="50842">
                  <c:v>0.588449074071832</c:v>
                </c:pt>
                <c:pt idx="50843">
                  <c:v>0.58846064814861165</c:v>
                </c:pt>
                <c:pt idx="50844">
                  <c:v>0.58847222221811535</c:v>
                </c:pt>
                <c:pt idx="50845">
                  <c:v>0.588483796294895</c:v>
                </c:pt>
                <c:pt idx="50846">
                  <c:v>0.58849537037167465</c:v>
                </c:pt>
                <c:pt idx="50847">
                  <c:v>0.58850694444117835</c:v>
                </c:pt>
                <c:pt idx="50848">
                  <c:v>0.588518518517958</c:v>
                </c:pt>
                <c:pt idx="50849">
                  <c:v>0.5885300925874617</c:v>
                </c:pt>
                <c:pt idx="50850">
                  <c:v>0.58854166666424135</c:v>
                </c:pt>
                <c:pt idx="50851">
                  <c:v>0.588553240741021</c:v>
                </c:pt>
                <c:pt idx="50852">
                  <c:v>0.58856481481052469</c:v>
                </c:pt>
                <c:pt idx="50853">
                  <c:v>0.58857638888730435</c:v>
                </c:pt>
                <c:pt idx="50854">
                  <c:v>0.588587962964084</c:v>
                </c:pt>
                <c:pt idx="50855">
                  <c:v>0.58859953703358769</c:v>
                </c:pt>
                <c:pt idx="50856">
                  <c:v>0.58861111111036735</c:v>
                </c:pt>
                <c:pt idx="50857">
                  <c:v>0.58862268517987104</c:v>
                </c:pt>
                <c:pt idx="50858">
                  <c:v>0.58863425925665069</c:v>
                </c:pt>
                <c:pt idx="50859">
                  <c:v>0.58864583333343035</c:v>
                </c:pt>
                <c:pt idx="50860">
                  <c:v>0.58865740740293404</c:v>
                </c:pt>
                <c:pt idx="50861">
                  <c:v>0.58866898147971369</c:v>
                </c:pt>
                <c:pt idx="50862">
                  <c:v>0.58868055555649335</c:v>
                </c:pt>
                <c:pt idx="50863">
                  <c:v>0.58869212962599704</c:v>
                </c:pt>
                <c:pt idx="50864">
                  <c:v>0.58870370370277669</c:v>
                </c:pt>
                <c:pt idx="50865">
                  <c:v>0.58871527777228039</c:v>
                </c:pt>
                <c:pt idx="50866">
                  <c:v>0.58872685184906004</c:v>
                </c:pt>
                <c:pt idx="50867">
                  <c:v>0.58873842592583969</c:v>
                </c:pt>
                <c:pt idx="50868">
                  <c:v>0.58874999999534339</c:v>
                </c:pt>
                <c:pt idx="50869">
                  <c:v>0.58876157407212304</c:v>
                </c:pt>
                <c:pt idx="50870">
                  <c:v>0.58877314814890269</c:v>
                </c:pt>
                <c:pt idx="50871">
                  <c:v>0.58878472221840639</c:v>
                </c:pt>
                <c:pt idx="50872">
                  <c:v>0.58879629629518604</c:v>
                </c:pt>
                <c:pt idx="50873">
                  <c:v>0.58880787036468973</c:v>
                </c:pt>
                <c:pt idx="50874">
                  <c:v>0.58881944444146939</c:v>
                </c:pt>
                <c:pt idx="50875">
                  <c:v>0.58883101851824904</c:v>
                </c:pt>
                <c:pt idx="50876">
                  <c:v>0.58884259258775273</c:v>
                </c:pt>
                <c:pt idx="50877">
                  <c:v>0.58885416666453239</c:v>
                </c:pt>
                <c:pt idx="50878">
                  <c:v>0.58886574074131204</c:v>
                </c:pt>
                <c:pt idx="50879">
                  <c:v>0.58887731481081573</c:v>
                </c:pt>
                <c:pt idx="50880">
                  <c:v>0.58888888888759539</c:v>
                </c:pt>
                <c:pt idx="50881">
                  <c:v>0.58890046295709908</c:v>
                </c:pt>
                <c:pt idx="50882">
                  <c:v>0.58891203703387873</c:v>
                </c:pt>
                <c:pt idx="50883">
                  <c:v>0.58892361111065838</c:v>
                </c:pt>
                <c:pt idx="50884">
                  <c:v>0.58893518518016208</c:v>
                </c:pt>
                <c:pt idx="50885">
                  <c:v>0.58894675925694173</c:v>
                </c:pt>
                <c:pt idx="50886">
                  <c:v>0.58895833333372138</c:v>
                </c:pt>
                <c:pt idx="50887">
                  <c:v>0.58896990740322508</c:v>
                </c:pt>
                <c:pt idx="50888">
                  <c:v>0.58898148148000473</c:v>
                </c:pt>
                <c:pt idx="50889">
                  <c:v>0.58899305555678438</c:v>
                </c:pt>
                <c:pt idx="50890">
                  <c:v>0.58900462962628808</c:v>
                </c:pt>
                <c:pt idx="50891">
                  <c:v>0.58901620370306773</c:v>
                </c:pt>
                <c:pt idx="50892">
                  <c:v>0.58902777777257143</c:v>
                </c:pt>
                <c:pt idx="50893">
                  <c:v>0.58903935184935108</c:v>
                </c:pt>
                <c:pt idx="50894">
                  <c:v>0.58905092592613073</c:v>
                </c:pt>
                <c:pt idx="50895">
                  <c:v>0.58906249999563443</c:v>
                </c:pt>
                <c:pt idx="50896">
                  <c:v>0.58907407407241408</c:v>
                </c:pt>
                <c:pt idx="50897">
                  <c:v>0.58908564814919373</c:v>
                </c:pt>
                <c:pt idx="50898">
                  <c:v>0.58909722221869742</c:v>
                </c:pt>
                <c:pt idx="50899">
                  <c:v>0.58910879629547708</c:v>
                </c:pt>
                <c:pt idx="50900">
                  <c:v>0.58912037036498077</c:v>
                </c:pt>
                <c:pt idx="50901">
                  <c:v>0.58913194444176042</c:v>
                </c:pt>
                <c:pt idx="50902">
                  <c:v>0.58914351851854008</c:v>
                </c:pt>
                <c:pt idx="50903">
                  <c:v>0.58915509258804377</c:v>
                </c:pt>
                <c:pt idx="50904">
                  <c:v>0.58916666666482342</c:v>
                </c:pt>
                <c:pt idx="50905">
                  <c:v>0.58917824074160308</c:v>
                </c:pt>
                <c:pt idx="50906">
                  <c:v>0.58918981481110677</c:v>
                </c:pt>
                <c:pt idx="50907">
                  <c:v>0.58920138888788642</c:v>
                </c:pt>
                <c:pt idx="50908">
                  <c:v>0.58921296295739012</c:v>
                </c:pt>
                <c:pt idx="50909">
                  <c:v>0.58922453703416977</c:v>
                </c:pt>
                <c:pt idx="50910">
                  <c:v>0.58923611111094942</c:v>
                </c:pt>
                <c:pt idx="50911">
                  <c:v>0.58924768518045312</c:v>
                </c:pt>
                <c:pt idx="50912">
                  <c:v>0.58925925925723277</c:v>
                </c:pt>
                <c:pt idx="50913">
                  <c:v>0.58927083333401242</c:v>
                </c:pt>
                <c:pt idx="50914">
                  <c:v>0.58928240740351612</c:v>
                </c:pt>
                <c:pt idx="50915">
                  <c:v>0.58929398148029577</c:v>
                </c:pt>
                <c:pt idx="50916">
                  <c:v>0.58930555554979946</c:v>
                </c:pt>
                <c:pt idx="50917">
                  <c:v>0.58931712962657912</c:v>
                </c:pt>
                <c:pt idx="50918">
                  <c:v>0.58932870370335877</c:v>
                </c:pt>
                <c:pt idx="50919">
                  <c:v>0.58934027777286246</c:v>
                </c:pt>
                <c:pt idx="50920">
                  <c:v>0.58935185184964212</c:v>
                </c:pt>
                <c:pt idx="50921">
                  <c:v>0.58936342592642177</c:v>
                </c:pt>
                <c:pt idx="50922">
                  <c:v>0.58937499999592546</c:v>
                </c:pt>
                <c:pt idx="50923">
                  <c:v>0.58938657407270512</c:v>
                </c:pt>
                <c:pt idx="50924">
                  <c:v>0.58939814814948477</c:v>
                </c:pt>
                <c:pt idx="50925">
                  <c:v>0.58940972221898846</c:v>
                </c:pt>
                <c:pt idx="50926">
                  <c:v>0.58942129629576812</c:v>
                </c:pt>
                <c:pt idx="50927">
                  <c:v>0.58943287036527181</c:v>
                </c:pt>
                <c:pt idx="50928">
                  <c:v>0.58944444444205146</c:v>
                </c:pt>
                <c:pt idx="50929">
                  <c:v>0.58945601851883112</c:v>
                </c:pt>
                <c:pt idx="50930">
                  <c:v>0.58946759258833481</c:v>
                </c:pt>
                <c:pt idx="50931">
                  <c:v>0.58947916666511446</c:v>
                </c:pt>
                <c:pt idx="50932">
                  <c:v>0.58949074074189411</c:v>
                </c:pt>
                <c:pt idx="50933">
                  <c:v>0.58950231481139781</c:v>
                </c:pt>
                <c:pt idx="50934">
                  <c:v>0.58951388888817746</c:v>
                </c:pt>
                <c:pt idx="50935">
                  <c:v>0.58952546295768116</c:v>
                </c:pt>
                <c:pt idx="50936">
                  <c:v>0.58953703703446081</c:v>
                </c:pt>
                <c:pt idx="50937">
                  <c:v>0.58954861111124046</c:v>
                </c:pt>
                <c:pt idx="50938">
                  <c:v>0.58956018518074416</c:v>
                </c:pt>
                <c:pt idx="50939">
                  <c:v>0.58957175925752381</c:v>
                </c:pt>
                <c:pt idx="50940">
                  <c:v>0.58958333333430346</c:v>
                </c:pt>
                <c:pt idx="50941">
                  <c:v>0.58959490740380716</c:v>
                </c:pt>
                <c:pt idx="50942">
                  <c:v>0.58960648148058681</c:v>
                </c:pt>
                <c:pt idx="50943">
                  <c:v>0.5896180555500905</c:v>
                </c:pt>
                <c:pt idx="50944">
                  <c:v>0.58962962962687016</c:v>
                </c:pt>
                <c:pt idx="50945">
                  <c:v>0.58964120370364981</c:v>
                </c:pt>
                <c:pt idx="50946">
                  <c:v>0.5896527777731535</c:v>
                </c:pt>
                <c:pt idx="50947">
                  <c:v>0.58966435184993315</c:v>
                </c:pt>
                <c:pt idx="50948">
                  <c:v>0.58967592592671281</c:v>
                </c:pt>
                <c:pt idx="50949">
                  <c:v>0.5896874999962165</c:v>
                </c:pt>
                <c:pt idx="50950">
                  <c:v>0.58969907407299615</c:v>
                </c:pt>
                <c:pt idx="50951">
                  <c:v>0.58971064814249985</c:v>
                </c:pt>
                <c:pt idx="50952">
                  <c:v>0.5897222222192795</c:v>
                </c:pt>
                <c:pt idx="50953">
                  <c:v>0.58973379629605915</c:v>
                </c:pt>
                <c:pt idx="50954">
                  <c:v>0.58974537036556285</c:v>
                </c:pt>
                <c:pt idx="50955">
                  <c:v>0.5897569444423425</c:v>
                </c:pt>
                <c:pt idx="50956">
                  <c:v>0.58976851851912215</c:v>
                </c:pt>
                <c:pt idx="50957">
                  <c:v>0.58978009258862585</c:v>
                </c:pt>
                <c:pt idx="50958">
                  <c:v>0.5897916666654055</c:v>
                </c:pt>
                <c:pt idx="50959">
                  <c:v>0.5898032407349092</c:v>
                </c:pt>
                <c:pt idx="50960">
                  <c:v>0.58981481481168885</c:v>
                </c:pt>
                <c:pt idx="50961">
                  <c:v>0.5898263888884685</c:v>
                </c:pt>
                <c:pt idx="50962">
                  <c:v>0.58983796295797219</c:v>
                </c:pt>
                <c:pt idx="50963">
                  <c:v>0.58984953703475185</c:v>
                </c:pt>
                <c:pt idx="50964">
                  <c:v>0.5898611111115315</c:v>
                </c:pt>
                <c:pt idx="50965">
                  <c:v>0.58987268518103519</c:v>
                </c:pt>
                <c:pt idx="50966">
                  <c:v>0.58988425925781485</c:v>
                </c:pt>
                <c:pt idx="50967">
                  <c:v>0.5898958333345945</c:v>
                </c:pt>
                <c:pt idx="50968">
                  <c:v>0.58990740740409819</c:v>
                </c:pt>
                <c:pt idx="50969">
                  <c:v>0.58991898148087785</c:v>
                </c:pt>
                <c:pt idx="50970">
                  <c:v>0.58993055555038154</c:v>
                </c:pt>
                <c:pt idx="50971">
                  <c:v>0.58994212962716119</c:v>
                </c:pt>
                <c:pt idx="50972">
                  <c:v>0.58995370370394085</c:v>
                </c:pt>
                <c:pt idx="50973">
                  <c:v>0.58996527777344454</c:v>
                </c:pt>
                <c:pt idx="50974">
                  <c:v>0.58997685185022419</c:v>
                </c:pt>
                <c:pt idx="50975">
                  <c:v>0.58998842592700385</c:v>
                </c:pt>
                <c:pt idx="50976">
                  <c:v>0.58999999999650754</c:v>
                </c:pt>
                <c:pt idx="50977">
                  <c:v>0.59001157407328719</c:v>
                </c:pt>
                <c:pt idx="50978">
                  <c:v>0.59002314814279089</c:v>
                </c:pt>
                <c:pt idx="50979">
                  <c:v>0.59003472221957054</c:v>
                </c:pt>
                <c:pt idx="50980">
                  <c:v>0.59004629629635019</c:v>
                </c:pt>
                <c:pt idx="50981">
                  <c:v>0.59005787036585389</c:v>
                </c:pt>
                <c:pt idx="50982">
                  <c:v>0.59006944444263354</c:v>
                </c:pt>
                <c:pt idx="50983">
                  <c:v>0.59008101851941319</c:v>
                </c:pt>
                <c:pt idx="50984">
                  <c:v>0.59009259258891689</c:v>
                </c:pt>
                <c:pt idx="50985">
                  <c:v>0.59010416666569654</c:v>
                </c:pt>
                <c:pt idx="50986">
                  <c:v>0.59011574073520023</c:v>
                </c:pt>
                <c:pt idx="50987">
                  <c:v>0.59012731481197989</c:v>
                </c:pt>
                <c:pt idx="50988">
                  <c:v>0.59013888888875954</c:v>
                </c:pt>
                <c:pt idx="50989">
                  <c:v>0.59015046295826323</c:v>
                </c:pt>
                <c:pt idx="50990">
                  <c:v>0.59016203703504289</c:v>
                </c:pt>
                <c:pt idx="50991">
                  <c:v>0.59017361111182254</c:v>
                </c:pt>
                <c:pt idx="50992">
                  <c:v>0.59018518518132623</c:v>
                </c:pt>
                <c:pt idx="50993">
                  <c:v>0.59019675925810589</c:v>
                </c:pt>
                <c:pt idx="50994">
                  <c:v>0.59020833332760958</c:v>
                </c:pt>
                <c:pt idx="50995">
                  <c:v>0.59021990740438923</c:v>
                </c:pt>
                <c:pt idx="50996">
                  <c:v>0.59023148148116888</c:v>
                </c:pt>
                <c:pt idx="50997">
                  <c:v>0.59024305555067258</c:v>
                </c:pt>
                <c:pt idx="50998">
                  <c:v>0.59025462962745223</c:v>
                </c:pt>
                <c:pt idx="50999">
                  <c:v>0.59026620370423188</c:v>
                </c:pt>
                <c:pt idx="51000">
                  <c:v>0.59027777777373558</c:v>
                </c:pt>
                <c:pt idx="51001">
                  <c:v>0.59028935185051523</c:v>
                </c:pt>
                <c:pt idx="51002">
                  <c:v>0.59030092592001893</c:v>
                </c:pt>
                <c:pt idx="51003">
                  <c:v>0.59031249999679858</c:v>
                </c:pt>
                <c:pt idx="51004">
                  <c:v>0.59032407407357823</c:v>
                </c:pt>
                <c:pt idx="51005">
                  <c:v>0.59033564814308193</c:v>
                </c:pt>
                <c:pt idx="51006">
                  <c:v>0.59034722221986158</c:v>
                </c:pt>
                <c:pt idx="51007">
                  <c:v>0.59035879629664123</c:v>
                </c:pt>
                <c:pt idx="51008">
                  <c:v>0.59037037036614493</c:v>
                </c:pt>
                <c:pt idx="51009">
                  <c:v>0.59038194444292458</c:v>
                </c:pt>
                <c:pt idx="51010">
                  <c:v>0.59039351851970423</c:v>
                </c:pt>
                <c:pt idx="51011">
                  <c:v>0.59040509258920792</c:v>
                </c:pt>
                <c:pt idx="51012">
                  <c:v>0.59041666666598758</c:v>
                </c:pt>
                <c:pt idx="51013">
                  <c:v>0.59042824073549127</c:v>
                </c:pt>
                <c:pt idx="51014">
                  <c:v>0.59043981481227092</c:v>
                </c:pt>
                <c:pt idx="51015">
                  <c:v>0.59045138888905058</c:v>
                </c:pt>
                <c:pt idx="51016">
                  <c:v>0.59046296295855427</c:v>
                </c:pt>
                <c:pt idx="51017">
                  <c:v>0.59047453703533392</c:v>
                </c:pt>
                <c:pt idx="51018">
                  <c:v>0.59048611111211358</c:v>
                </c:pt>
                <c:pt idx="51019">
                  <c:v>0.59049768518161727</c:v>
                </c:pt>
                <c:pt idx="51020">
                  <c:v>0.59050925925839692</c:v>
                </c:pt>
                <c:pt idx="51021">
                  <c:v>0.59052083332790062</c:v>
                </c:pt>
                <c:pt idx="51022">
                  <c:v>0.59053240740468027</c:v>
                </c:pt>
                <c:pt idx="51023">
                  <c:v>0.59054398148145992</c:v>
                </c:pt>
                <c:pt idx="51024">
                  <c:v>0.59055555555096362</c:v>
                </c:pt>
                <c:pt idx="51025">
                  <c:v>0.59056712962774327</c:v>
                </c:pt>
                <c:pt idx="51026">
                  <c:v>0.59057870370452292</c:v>
                </c:pt>
                <c:pt idx="51027">
                  <c:v>0.59059027777402662</c:v>
                </c:pt>
                <c:pt idx="51028">
                  <c:v>0.59060185185080627</c:v>
                </c:pt>
                <c:pt idx="51029">
                  <c:v>0.59061342592030996</c:v>
                </c:pt>
                <c:pt idx="51030">
                  <c:v>0.59062499999708962</c:v>
                </c:pt>
                <c:pt idx="51031">
                  <c:v>0.59063657407386927</c:v>
                </c:pt>
                <c:pt idx="51032">
                  <c:v>0.59064814814337296</c:v>
                </c:pt>
                <c:pt idx="51033">
                  <c:v>0.59065972222015262</c:v>
                </c:pt>
                <c:pt idx="51034">
                  <c:v>0.59067129629693227</c:v>
                </c:pt>
                <c:pt idx="51035">
                  <c:v>0.59068287036643596</c:v>
                </c:pt>
                <c:pt idx="51036">
                  <c:v>0.59069444444321562</c:v>
                </c:pt>
                <c:pt idx="51037">
                  <c:v>0.59070601851271931</c:v>
                </c:pt>
                <c:pt idx="51038">
                  <c:v>0.59071759258949896</c:v>
                </c:pt>
                <c:pt idx="51039">
                  <c:v>0.59072916666627862</c:v>
                </c:pt>
                <c:pt idx="51040">
                  <c:v>0.59074074073578231</c:v>
                </c:pt>
                <c:pt idx="51041">
                  <c:v>0.59075231481256196</c:v>
                </c:pt>
                <c:pt idx="51042">
                  <c:v>0.59076388888934162</c:v>
                </c:pt>
                <c:pt idx="51043">
                  <c:v>0.59077546295884531</c:v>
                </c:pt>
                <c:pt idx="51044">
                  <c:v>0.59078703703562496</c:v>
                </c:pt>
                <c:pt idx="51045">
                  <c:v>0.59079861111240461</c:v>
                </c:pt>
                <c:pt idx="51046">
                  <c:v>0.59081018518190831</c:v>
                </c:pt>
                <c:pt idx="51047">
                  <c:v>0.59082175925868796</c:v>
                </c:pt>
                <c:pt idx="51048">
                  <c:v>0.59083333332819166</c:v>
                </c:pt>
                <c:pt idx="51049">
                  <c:v>0.59084490740497131</c:v>
                </c:pt>
                <c:pt idx="51050">
                  <c:v>0.59085648148175096</c:v>
                </c:pt>
                <c:pt idx="51051">
                  <c:v>0.59086805555125466</c:v>
                </c:pt>
                <c:pt idx="51052">
                  <c:v>0.59087962962803431</c:v>
                </c:pt>
                <c:pt idx="51053">
                  <c:v>0.59089120370481396</c:v>
                </c:pt>
                <c:pt idx="51054">
                  <c:v>0.59090277777431766</c:v>
                </c:pt>
                <c:pt idx="51055">
                  <c:v>0.59091435185109731</c:v>
                </c:pt>
                <c:pt idx="51056">
                  <c:v>0.590925925920601</c:v>
                </c:pt>
                <c:pt idx="51057">
                  <c:v>0.59093749999738066</c:v>
                </c:pt>
                <c:pt idx="51058">
                  <c:v>0.59094907407416031</c:v>
                </c:pt>
                <c:pt idx="51059">
                  <c:v>0.590960648143664</c:v>
                </c:pt>
                <c:pt idx="51060">
                  <c:v>0.59097222222044365</c:v>
                </c:pt>
                <c:pt idx="51061">
                  <c:v>0.59098379629722331</c:v>
                </c:pt>
                <c:pt idx="51062">
                  <c:v>0.590995370366727</c:v>
                </c:pt>
                <c:pt idx="51063">
                  <c:v>0.59100694444350665</c:v>
                </c:pt>
                <c:pt idx="51064">
                  <c:v>0.59101851851301035</c:v>
                </c:pt>
                <c:pt idx="51065">
                  <c:v>0.59103009258979</c:v>
                </c:pt>
                <c:pt idx="51066">
                  <c:v>0.59104166666656965</c:v>
                </c:pt>
                <c:pt idx="51067">
                  <c:v>0.59105324073607335</c:v>
                </c:pt>
                <c:pt idx="51068">
                  <c:v>0.591064814812853</c:v>
                </c:pt>
                <c:pt idx="51069">
                  <c:v>0.59107638888963265</c:v>
                </c:pt>
                <c:pt idx="51070">
                  <c:v>0.59108796295913635</c:v>
                </c:pt>
                <c:pt idx="51071">
                  <c:v>0.591099537035916</c:v>
                </c:pt>
                <c:pt idx="51072">
                  <c:v>0.5911111111054197</c:v>
                </c:pt>
                <c:pt idx="51073">
                  <c:v>0.59112268518219935</c:v>
                </c:pt>
                <c:pt idx="51074">
                  <c:v>0.591134259258979</c:v>
                </c:pt>
                <c:pt idx="51075">
                  <c:v>0.59114583332848269</c:v>
                </c:pt>
                <c:pt idx="51076">
                  <c:v>0.59115740740526235</c:v>
                </c:pt>
                <c:pt idx="51077">
                  <c:v>0.591168981482042</c:v>
                </c:pt>
                <c:pt idx="51078">
                  <c:v>0.59118055555154569</c:v>
                </c:pt>
                <c:pt idx="51079">
                  <c:v>0.59119212962832535</c:v>
                </c:pt>
                <c:pt idx="51080">
                  <c:v>0.59120370369782904</c:v>
                </c:pt>
                <c:pt idx="51081">
                  <c:v>0.59121527777460869</c:v>
                </c:pt>
                <c:pt idx="51082">
                  <c:v>0.59122685185138835</c:v>
                </c:pt>
                <c:pt idx="51083">
                  <c:v>0.59123842592089204</c:v>
                </c:pt>
                <c:pt idx="51084">
                  <c:v>0.59124999999767169</c:v>
                </c:pt>
                <c:pt idx="51085">
                  <c:v>0.59126157407445135</c:v>
                </c:pt>
                <c:pt idx="51086">
                  <c:v>0.59127314814395504</c:v>
                </c:pt>
                <c:pt idx="51087">
                  <c:v>0.59128472222073469</c:v>
                </c:pt>
                <c:pt idx="51088">
                  <c:v>0.59129629629751435</c:v>
                </c:pt>
                <c:pt idx="51089">
                  <c:v>0.59130787036701804</c:v>
                </c:pt>
                <c:pt idx="51090">
                  <c:v>0.59131944444379769</c:v>
                </c:pt>
                <c:pt idx="51091">
                  <c:v>0.59133101851330139</c:v>
                </c:pt>
                <c:pt idx="51092">
                  <c:v>0.59134259259008104</c:v>
                </c:pt>
                <c:pt idx="51093">
                  <c:v>0.59135416666686069</c:v>
                </c:pt>
                <c:pt idx="51094">
                  <c:v>0.59136574073636439</c:v>
                </c:pt>
                <c:pt idx="51095">
                  <c:v>0.59137731481314404</c:v>
                </c:pt>
                <c:pt idx="51096">
                  <c:v>0.59138888888992369</c:v>
                </c:pt>
                <c:pt idx="51097">
                  <c:v>0.59140046295942739</c:v>
                </c:pt>
                <c:pt idx="51098">
                  <c:v>0.59141203703620704</c:v>
                </c:pt>
                <c:pt idx="51099">
                  <c:v>0.59142361110571073</c:v>
                </c:pt>
                <c:pt idx="51100">
                  <c:v>0.59143518518249039</c:v>
                </c:pt>
                <c:pt idx="51101">
                  <c:v>0.59144675925927004</c:v>
                </c:pt>
                <c:pt idx="51102">
                  <c:v>0.59145833332877373</c:v>
                </c:pt>
                <c:pt idx="51103">
                  <c:v>0.59146990740555339</c:v>
                </c:pt>
                <c:pt idx="51104">
                  <c:v>0.59148148148233304</c:v>
                </c:pt>
                <c:pt idx="51105">
                  <c:v>0.59149305555183673</c:v>
                </c:pt>
                <c:pt idx="51106">
                  <c:v>0.59150462962861639</c:v>
                </c:pt>
                <c:pt idx="51107">
                  <c:v>0.59151620369812008</c:v>
                </c:pt>
                <c:pt idx="51108">
                  <c:v>0.59152777777489973</c:v>
                </c:pt>
                <c:pt idx="51109">
                  <c:v>0.59153935185167938</c:v>
                </c:pt>
                <c:pt idx="51110">
                  <c:v>0.59155092592118308</c:v>
                </c:pt>
                <c:pt idx="51111">
                  <c:v>0.59156249999796273</c:v>
                </c:pt>
                <c:pt idx="51112">
                  <c:v>0.59157407407474238</c:v>
                </c:pt>
                <c:pt idx="51113">
                  <c:v>0.59158564814424608</c:v>
                </c:pt>
                <c:pt idx="51114">
                  <c:v>0.59159722222102573</c:v>
                </c:pt>
                <c:pt idx="51115">
                  <c:v>0.59160879629052943</c:v>
                </c:pt>
                <c:pt idx="51116">
                  <c:v>0.59162037036730908</c:v>
                </c:pt>
                <c:pt idx="51117">
                  <c:v>0.59163194444408873</c:v>
                </c:pt>
                <c:pt idx="51118">
                  <c:v>0.59164351851359243</c:v>
                </c:pt>
                <c:pt idx="51119">
                  <c:v>0.59165509259037208</c:v>
                </c:pt>
                <c:pt idx="51120">
                  <c:v>0.59166666666715173</c:v>
                </c:pt>
                <c:pt idx="51121">
                  <c:v>0.59167824073665543</c:v>
                </c:pt>
                <c:pt idx="51122">
                  <c:v>0.59168981481343508</c:v>
                </c:pt>
                <c:pt idx="51123">
                  <c:v>0.59170138889021473</c:v>
                </c:pt>
                <c:pt idx="51124">
                  <c:v>0.59171296295971842</c:v>
                </c:pt>
                <c:pt idx="51125">
                  <c:v>0.59172453703649808</c:v>
                </c:pt>
                <c:pt idx="51126">
                  <c:v>0.59173611110600177</c:v>
                </c:pt>
                <c:pt idx="51127">
                  <c:v>0.59174768518278142</c:v>
                </c:pt>
                <c:pt idx="51128">
                  <c:v>0.59175925925956108</c:v>
                </c:pt>
                <c:pt idx="51129">
                  <c:v>0.59177083332906477</c:v>
                </c:pt>
                <c:pt idx="51130">
                  <c:v>0.59178240740584442</c:v>
                </c:pt>
                <c:pt idx="51131">
                  <c:v>0.59179398148262408</c:v>
                </c:pt>
                <c:pt idx="51132">
                  <c:v>0.59180555555212777</c:v>
                </c:pt>
                <c:pt idx="51133">
                  <c:v>0.59181712962890742</c:v>
                </c:pt>
                <c:pt idx="51134">
                  <c:v>0.59182870369841112</c:v>
                </c:pt>
                <c:pt idx="51135">
                  <c:v>0.59184027777519077</c:v>
                </c:pt>
                <c:pt idx="51136">
                  <c:v>0.59185185185197042</c:v>
                </c:pt>
                <c:pt idx="51137">
                  <c:v>0.59186342592147412</c:v>
                </c:pt>
                <c:pt idx="51138">
                  <c:v>0.59187499999825377</c:v>
                </c:pt>
                <c:pt idx="51139">
                  <c:v>0.59188657407503342</c:v>
                </c:pt>
                <c:pt idx="51140">
                  <c:v>0.59189814814453712</c:v>
                </c:pt>
                <c:pt idx="51141">
                  <c:v>0.59190972222131677</c:v>
                </c:pt>
                <c:pt idx="51142">
                  <c:v>0.59192129629082046</c:v>
                </c:pt>
                <c:pt idx="51143">
                  <c:v>0.59193287036760012</c:v>
                </c:pt>
                <c:pt idx="51144">
                  <c:v>0.59194444444437977</c:v>
                </c:pt>
                <c:pt idx="51145">
                  <c:v>0.59195601851388346</c:v>
                </c:pt>
                <c:pt idx="51146">
                  <c:v>0.59196759259066312</c:v>
                </c:pt>
                <c:pt idx="51147">
                  <c:v>0.59197916666744277</c:v>
                </c:pt>
                <c:pt idx="51148">
                  <c:v>0.59199074073694646</c:v>
                </c:pt>
                <c:pt idx="51149">
                  <c:v>0.59200231481372612</c:v>
                </c:pt>
                <c:pt idx="51150">
                  <c:v>0.59201388888322981</c:v>
                </c:pt>
                <c:pt idx="51151">
                  <c:v>0.59202546296000946</c:v>
                </c:pt>
                <c:pt idx="51152">
                  <c:v>0.59203703703678912</c:v>
                </c:pt>
                <c:pt idx="51153">
                  <c:v>0.59204861110629281</c:v>
                </c:pt>
                <c:pt idx="51154">
                  <c:v>0.59206018518307246</c:v>
                </c:pt>
                <c:pt idx="51155">
                  <c:v>0.59207175925985212</c:v>
                </c:pt>
                <c:pt idx="51156">
                  <c:v>0.59208333332935581</c:v>
                </c:pt>
                <c:pt idx="51157">
                  <c:v>0.59209490740613546</c:v>
                </c:pt>
                <c:pt idx="51158">
                  <c:v>0.59210648147563916</c:v>
                </c:pt>
                <c:pt idx="51159">
                  <c:v>0.59211805555241881</c:v>
                </c:pt>
                <c:pt idx="51160">
                  <c:v>0.59212962962919846</c:v>
                </c:pt>
                <c:pt idx="51161">
                  <c:v>0.59214120369870216</c:v>
                </c:pt>
                <c:pt idx="51162">
                  <c:v>0.59215277777548181</c:v>
                </c:pt>
                <c:pt idx="51163">
                  <c:v>0.59216435185226146</c:v>
                </c:pt>
                <c:pt idx="51164">
                  <c:v>0.59217592592176516</c:v>
                </c:pt>
                <c:pt idx="51165">
                  <c:v>0.59218749999854481</c:v>
                </c:pt>
                <c:pt idx="51166">
                  <c:v>0.59219907407532446</c:v>
                </c:pt>
                <c:pt idx="51167">
                  <c:v>0.59221064814482816</c:v>
                </c:pt>
                <c:pt idx="51168">
                  <c:v>0.59222222222160781</c:v>
                </c:pt>
                <c:pt idx="51169">
                  <c:v>0.5922337962911115</c:v>
                </c:pt>
                <c:pt idx="51170">
                  <c:v>0.59224537036789116</c:v>
                </c:pt>
                <c:pt idx="51171">
                  <c:v>0.59225694444467081</c:v>
                </c:pt>
                <c:pt idx="51172">
                  <c:v>0.5922685185141745</c:v>
                </c:pt>
                <c:pt idx="51173">
                  <c:v>0.59228009259095415</c:v>
                </c:pt>
                <c:pt idx="51174">
                  <c:v>0.59229166666773381</c:v>
                </c:pt>
                <c:pt idx="51175">
                  <c:v>0.5923032407372375</c:v>
                </c:pt>
                <c:pt idx="51176">
                  <c:v>0.59231481481401715</c:v>
                </c:pt>
                <c:pt idx="51177">
                  <c:v>0.59232638888352085</c:v>
                </c:pt>
                <c:pt idx="51178">
                  <c:v>0.5923379629603005</c:v>
                </c:pt>
                <c:pt idx="51179">
                  <c:v>0.59234953703708015</c:v>
                </c:pt>
                <c:pt idx="51180">
                  <c:v>0.59236111110658385</c:v>
                </c:pt>
                <c:pt idx="51181">
                  <c:v>0.5923726851833635</c:v>
                </c:pt>
                <c:pt idx="51182">
                  <c:v>0.59238425926014315</c:v>
                </c:pt>
                <c:pt idx="51183">
                  <c:v>0.59239583332964685</c:v>
                </c:pt>
                <c:pt idx="51184">
                  <c:v>0.5924074074064265</c:v>
                </c:pt>
                <c:pt idx="51185">
                  <c:v>0.5924189814759302</c:v>
                </c:pt>
                <c:pt idx="51186">
                  <c:v>0.59243055555270985</c:v>
                </c:pt>
                <c:pt idx="51187">
                  <c:v>0.5924421296294895</c:v>
                </c:pt>
                <c:pt idx="51188">
                  <c:v>0.59245370369899319</c:v>
                </c:pt>
                <c:pt idx="51189">
                  <c:v>0.59246527777577285</c:v>
                </c:pt>
                <c:pt idx="51190">
                  <c:v>0.5924768518525525</c:v>
                </c:pt>
                <c:pt idx="51191">
                  <c:v>0.59248842592205619</c:v>
                </c:pt>
                <c:pt idx="51192">
                  <c:v>0.59249999999883585</c:v>
                </c:pt>
                <c:pt idx="51193">
                  <c:v>0.59251157406833954</c:v>
                </c:pt>
                <c:pt idx="51194">
                  <c:v>0.59252314814511919</c:v>
                </c:pt>
                <c:pt idx="51195">
                  <c:v>0.59253472222189885</c:v>
                </c:pt>
                <c:pt idx="51196">
                  <c:v>0.59254629629140254</c:v>
                </c:pt>
                <c:pt idx="51197">
                  <c:v>0.59255787036818219</c:v>
                </c:pt>
                <c:pt idx="51198">
                  <c:v>0.59256944444496185</c:v>
                </c:pt>
                <c:pt idx="51199">
                  <c:v>0.59258101851446554</c:v>
                </c:pt>
                <c:pt idx="51200">
                  <c:v>0.59259259259124519</c:v>
                </c:pt>
                <c:pt idx="51201">
                  <c:v>0.59260416666074889</c:v>
                </c:pt>
                <c:pt idx="51202">
                  <c:v>0.59261574073752854</c:v>
                </c:pt>
                <c:pt idx="51203">
                  <c:v>0.59262731481430819</c:v>
                </c:pt>
                <c:pt idx="51204">
                  <c:v>0.59263888888381189</c:v>
                </c:pt>
                <c:pt idx="51205">
                  <c:v>0.59265046296059154</c:v>
                </c:pt>
                <c:pt idx="51206">
                  <c:v>0.59266203703737119</c:v>
                </c:pt>
                <c:pt idx="51207">
                  <c:v>0.59267361110687489</c:v>
                </c:pt>
                <c:pt idx="51208">
                  <c:v>0.59268518518365454</c:v>
                </c:pt>
                <c:pt idx="51209">
                  <c:v>0.59269675926043419</c:v>
                </c:pt>
                <c:pt idx="51210">
                  <c:v>0.59270833332993789</c:v>
                </c:pt>
                <c:pt idx="51211">
                  <c:v>0.59271990740671754</c:v>
                </c:pt>
                <c:pt idx="51212">
                  <c:v>0.59273148147622123</c:v>
                </c:pt>
                <c:pt idx="51213">
                  <c:v>0.59274305555300089</c:v>
                </c:pt>
                <c:pt idx="51214">
                  <c:v>0.59275462962978054</c:v>
                </c:pt>
                <c:pt idx="51215">
                  <c:v>0.59276620369928423</c:v>
                </c:pt>
                <c:pt idx="51216">
                  <c:v>0.59277777777606389</c:v>
                </c:pt>
                <c:pt idx="51217">
                  <c:v>0.59278935185284354</c:v>
                </c:pt>
                <c:pt idx="51218">
                  <c:v>0.59280092592234723</c:v>
                </c:pt>
                <c:pt idx="51219">
                  <c:v>0.59281249999912689</c:v>
                </c:pt>
                <c:pt idx="51220">
                  <c:v>0.59282407406863058</c:v>
                </c:pt>
                <c:pt idx="51221">
                  <c:v>0.59283564814541023</c:v>
                </c:pt>
                <c:pt idx="51222">
                  <c:v>0.59284722222218988</c:v>
                </c:pt>
                <c:pt idx="51223">
                  <c:v>0.59285879629169358</c:v>
                </c:pt>
                <c:pt idx="51224">
                  <c:v>0.59287037036847323</c:v>
                </c:pt>
                <c:pt idx="51225">
                  <c:v>0.59288194444525288</c:v>
                </c:pt>
                <c:pt idx="51226">
                  <c:v>0.59289351851475658</c:v>
                </c:pt>
                <c:pt idx="51227">
                  <c:v>0.59290509259153623</c:v>
                </c:pt>
                <c:pt idx="51228">
                  <c:v>0.59291666666103993</c:v>
                </c:pt>
                <c:pt idx="51229">
                  <c:v>0.59292824073781958</c:v>
                </c:pt>
                <c:pt idx="51230">
                  <c:v>0.59293981481459923</c:v>
                </c:pt>
                <c:pt idx="51231">
                  <c:v>0.59295138888410293</c:v>
                </c:pt>
                <c:pt idx="51232">
                  <c:v>0.59296296296088258</c:v>
                </c:pt>
                <c:pt idx="51233">
                  <c:v>0.59297453703766223</c:v>
                </c:pt>
                <c:pt idx="51234">
                  <c:v>0.59298611110716593</c:v>
                </c:pt>
                <c:pt idx="51235">
                  <c:v>0.59299768518394558</c:v>
                </c:pt>
                <c:pt idx="51236">
                  <c:v>0.59300925925344927</c:v>
                </c:pt>
                <c:pt idx="51237">
                  <c:v>0.59302083333022892</c:v>
                </c:pt>
                <c:pt idx="51238">
                  <c:v>0.59303240740700858</c:v>
                </c:pt>
                <c:pt idx="51239">
                  <c:v>0.59304398147651227</c:v>
                </c:pt>
                <c:pt idx="51240">
                  <c:v>0.59305555555329192</c:v>
                </c:pt>
                <c:pt idx="51241">
                  <c:v>0.59306712963007158</c:v>
                </c:pt>
                <c:pt idx="51242">
                  <c:v>0.59307870369957527</c:v>
                </c:pt>
                <c:pt idx="51243">
                  <c:v>0.59309027777635492</c:v>
                </c:pt>
                <c:pt idx="51244">
                  <c:v>0.59310185185313458</c:v>
                </c:pt>
                <c:pt idx="51245">
                  <c:v>0.59311342592263827</c:v>
                </c:pt>
                <c:pt idx="51246">
                  <c:v>0.59312499999941792</c:v>
                </c:pt>
                <c:pt idx="51247">
                  <c:v>0.59313657406892162</c:v>
                </c:pt>
                <c:pt idx="51248">
                  <c:v>0.59314814814570127</c:v>
                </c:pt>
                <c:pt idx="51249">
                  <c:v>0.59315972222248092</c:v>
                </c:pt>
                <c:pt idx="51250">
                  <c:v>0.59317129629198462</c:v>
                </c:pt>
                <c:pt idx="51251">
                  <c:v>0.59318287036876427</c:v>
                </c:pt>
                <c:pt idx="51252">
                  <c:v>0.59319444444554392</c:v>
                </c:pt>
                <c:pt idx="51253">
                  <c:v>0.59320601851504762</c:v>
                </c:pt>
                <c:pt idx="51254">
                  <c:v>0.59321759259182727</c:v>
                </c:pt>
                <c:pt idx="51255">
                  <c:v>0.59322916666133096</c:v>
                </c:pt>
                <c:pt idx="51256">
                  <c:v>0.59324074073811062</c:v>
                </c:pt>
                <c:pt idx="51257">
                  <c:v>0.59325231481489027</c:v>
                </c:pt>
                <c:pt idx="51258">
                  <c:v>0.59326388888439396</c:v>
                </c:pt>
                <c:pt idx="51259">
                  <c:v>0.59327546296117362</c:v>
                </c:pt>
                <c:pt idx="51260">
                  <c:v>0.59328703703795327</c:v>
                </c:pt>
                <c:pt idx="51261">
                  <c:v>0.59329861110745696</c:v>
                </c:pt>
                <c:pt idx="51262">
                  <c:v>0.59331018518423662</c:v>
                </c:pt>
                <c:pt idx="51263">
                  <c:v>0.59332175925374031</c:v>
                </c:pt>
                <c:pt idx="51264">
                  <c:v>0.59333333333051996</c:v>
                </c:pt>
                <c:pt idx="51265">
                  <c:v>0.59334490740729962</c:v>
                </c:pt>
                <c:pt idx="51266">
                  <c:v>0.59335648147680331</c:v>
                </c:pt>
                <c:pt idx="51267">
                  <c:v>0.59336805555358296</c:v>
                </c:pt>
                <c:pt idx="51268">
                  <c:v>0.59337962963036261</c:v>
                </c:pt>
                <c:pt idx="51269">
                  <c:v>0.59339120369986631</c:v>
                </c:pt>
                <c:pt idx="51270">
                  <c:v>0.59340277777664596</c:v>
                </c:pt>
                <c:pt idx="51271">
                  <c:v>0.59341435184614966</c:v>
                </c:pt>
                <c:pt idx="51272">
                  <c:v>0.59342592592292931</c:v>
                </c:pt>
                <c:pt idx="51273">
                  <c:v>0.59343749999970896</c:v>
                </c:pt>
                <c:pt idx="51274">
                  <c:v>0.59344907406921266</c:v>
                </c:pt>
                <c:pt idx="51275">
                  <c:v>0.59346064814599231</c:v>
                </c:pt>
                <c:pt idx="51276">
                  <c:v>0.59347222222277196</c:v>
                </c:pt>
                <c:pt idx="51277">
                  <c:v>0.59348379629227566</c:v>
                </c:pt>
                <c:pt idx="51278">
                  <c:v>0.59349537036905531</c:v>
                </c:pt>
                <c:pt idx="51279">
                  <c:v>0.593506944438559</c:v>
                </c:pt>
                <c:pt idx="51280">
                  <c:v>0.59351851851533866</c:v>
                </c:pt>
                <c:pt idx="51281">
                  <c:v>0.59353009259211831</c:v>
                </c:pt>
                <c:pt idx="51282">
                  <c:v>0.593541666661622</c:v>
                </c:pt>
                <c:pt idx="51283">
                  <c:v>0.59355324073840166</c:v>
                </c:pt>
                <c:pt idx="51284">
                  <c:v>0.59356481481518131</c:v>
                </c:pt>
                <c:pt idx="51285">
                  <c:v>0.593576388884685</c:v>
                </c:pt>
                <c:pt idx="51286">
                  <c:v>0.59358796296146465</c:v>
                </c:pt>
                <c:pt idx="51287">
                  <c:v>0.59359953703824431</c:v>
                </c:pt>
                <c:pt idx="51288">
                  <c:v>0.593611111107748</c:v>
                </c:pt>
                <c:pt idx="51289">
                  <c:v>0.59362268518452765</c:v>
                </c:pt>
                <c:pt idx="51290">
                  <c:v>0.59363425925403135</c:v>
                </c:pt>
                <c:pt idx="51291">
                  <c:v>0.593645833330811</c:v>
                </c:pt>
                <c:pt idx="51292">
                  <c:v>0.59365740740759065</c:v>
                </c:pt>
                <c:pt idx="51293">
                  <c:v>0.59366898147709435</c:v>
                </c:pt>
                <c:pt idx="51294">
                  <c:v>0.593680555553874</c:v>
                </c:pt>
                <c:pt idx="51295">
                  <c:v>0.59369212963065365</c:v>
                </c:pt>
                <c:pt idx="51296">
                  <c:v>0.59370370370015735</c:v>
                </c:pt>
                <c:pt idx="51297">
                  <c:v>0.593715277776937</c:v>
                </c:pt>
                <c:pt idx="51298">
                  <c:v>0.5937268518464407</c:v>
                </c:pt>
                <c:pt idx="51299">
                  <c:v>0.59373842592322035</c:v>
                </c:pt>
                <c:pt idx="51300">
                  <c:v>0.59375</c:v>
                </c:pt>
                <c:pt idx="51301">
                  <c:v>0.59376157406950369</c:v>
                </c:pt>
                <c:pt idx="51302">
                  <c:v>0.59377314814628335</c:v>
                </c:pt>
                <c:pt idx="51303">
                  <c:v>0.593784722223063</c:v>
                </c:pt>
                <c:pt idx="51304">
                  <c:v>0.59379629629256669</c:v>
                </c:pt>
                <c:pt idx="51305">
                  <c:v>0.59380787036934635</c:v>
                </c:pt>
                <c:pt idx="51306">
                  <c:v>0.59381944443885004</c:v>
                </c:pt>
                <c:pt idx="51307">
                  <c:v>0.59383101851562969</c:v>
                </c:pt>
                <c:pt idx="51308">
                  <c:v>0.59384259259240935</c:v>
                </c:pt>
                <c:pt idx="51309">
                  <c:v>0.59385416666191304</c:v>
                </c:pt>
                <c:pt idx="51310">
                  <c:v>0.59386574073869269</c:v>
                </c:pt>
                <c:pt idx="51311">
                  <c:v>0.59387731481547235</c:v>
                </c:pt>
                <c:pt idx="51312">
                  <c:v>0.59388888888497604</c:v>
                </c:pt>
                <c:pt idx="51313">
                  <c:v>0.59390046296175569</c:v>
                </c:pt>
                <c:pt idx="51314">
                  <c:v>0.59391203703125939</c:v>
                </c:pt>
                <c:pt idx="51315">
                  <c:v>0.59392361110803904</c:v>
                </c:pt>
                <c:pt idx="51316">
                  <c:v>0.59393518518481869</c:v>
                </c:pt>
                <c:pt idx="51317">
                  <c:v>0.59394675925432239</c:v>
                </c:pt>
                <c:pt idx="51318">
                  <c:v>0.59395833333110204</c:v>
                </c:pt>
                <c:pt idx="51319">
                  <c:v>0.59396990740788169</c:v>
                </c:pt>
                <c:pt idx="51320">
                  <c:v>0.59398148147738539</c:v>
                </c:pt>
                <c:pt idx="51321">
                  <c:v>0.59399305555416504</c:v>
                </c:pt>
                <c:pt idx="51322">
                  <c:v>0.59400462963094469</c:v>
                </c:pt>
                <c:pt idx="51323">
                  <c:v>0.59401620370044839</c:v>
                </c:pt>
                <c:pt idx="51324">
                  <c:v>0.59402777777722804</c:v>
                </c:pt>
                <c:pt idx="51325">
                  <c:v>0.59403935184673173</c:v>
                </c:pt>
                <c:pt idx="51326">
                  <c:v>0.59405092592351139</c:v>
                </c:pt>
                <c:pt idx="51327">
                  <c:v>0.59406250000029104</c:v>
                </c:pt>
                <c:pt idx="51328">
                  <c:v>0.59407407406979473</c:v>
                </c:pt>
                <c:pt idx="51329">
                  <c:v>0.59408564814657439</c:v>
                </c:pt>
                <c:pt idx="51330">
                  <c:v>0.59409722222335404</c:v>
                </c:pt>
                <c:pt idx="51331">
                  <c:v>0.59410879629285773</c:v>
                </c:pt>
                <c:pt idx="51332">
                  <c:v>0.59412037036963739</c:v>
                </c:pt>
                <c:pt idx="51333">
                  <c:v>0.59413194443914108</c:v>
                </c:pt>
                <c:pt idx="51334">
                  <c:v>0.59414351851592073</c:v>
                </c:pt>
                <c:pt idx="51335">
                  <c:v>0.59415509259270038</c:v>
                </c:pt>
                <c:pt idx="51336">
                  <c:v>0.59416666666220408</c:v>
                </c:pt>
                <c:pt idx="51337">
                  <c:v>0.59417824073898373</c:v>
                </c:pt>
                <c:pt idx="51338">
                  <c:v>0.59418981481576338</c:v>
                </c:pt>
                <c:pt idx="51339">
                  <c:v>0.59420138888526708</c:v>
                </c:pt>
                <c:pt idx="51340">
                  <c:v>0.59421296296204673</c:v>
                </c:pt>
                <c:pt idx="51341">
                  <c:v>0.59422453703155043</c:v>
                </c:pt>
                <c:pt idx="51342">
                  <c:v>0.59423611110833008</c:v>
                </c:pt>
                <c:pt idx="51343">
                  <c:v>0.59424768518510973</c:v>
                </c:pt>
                <c:pt idx="51344">
                  <c:v>0.59425925925461343</c:v>
                </c:pt>
                <c:pt idx="51345">
                  <c:v>0.59427083333139308</c:v>
                </c:pt>
                <c:pt idx="51346">
                  <c:v>0.59428240740817273</c:v>
                </c:pt>
                <c:pt idx="51347">
                  <c:v>0.59429398147767643</c:v>
                </c:pt>
                <c:pt idx="51348">
                  <c:v>0.59430555555445608</c:v>
                </c:pt>
                <c:pt idx="51349">
                  <c:v>0.59431712962395977</c:v>
                </c:pt>
                <c:pt idx="51350">
                  <c:v>0.59432870370073942</c:v>
                </c:pt>
                <c:pt idx="51351">
                  <c:v>0.59434027777751908</c:v>
                </c:pt>
                <c:pt idx="51352">
                  <c:v>0.59435185184702277</c:v>
                </c:pt>
                <c:pt idx="51353">
                  <c:v>0.59436342592380242</c:v>
                </c:pt>
                <c:pt idx="51354">
                  <c:v>0.59437500000058208</c:v>
                </c:pt>
                <c:pt idx="51355">
                  <c:v>0.59438657407008577</c:v>
                </c:pt>
                <c:pt idx="51356">
                  <c:v>0.59439814814686542</c:v>
                </c:pt>
                <c:pt idx="51357">
                  <c:v>0.59440972221636912</c:v>
                </c:pt>
                <c:pt idx="51358">
                  <c:v>0.59442129629314877</c:v>
                </c:pt>
                <c:pt idx="51359">
                  <c:v>0.59443287036992842</c:v>
                </c:pt>
                <c:pt idx="51360">
                  <c:v>0.59444444443943212</c:v>
                </c:pt>
                <c:pt idx="51361">
                  <c:v>0.59445601851621177</c:v>
                </c:pt>
                <c:pt idx="51362">
                  <c:v>0.59446759259299142</c:v>
                </c:pt>
                <c:pt idx="51363">
                  <c:v>0.59447916666249512</c:v>
                </c:pt>
                <c:pt idx="51364">
                  <c:v>0.59449074073927477</c:v>
                </c:pt>
                <c:pt idx="51365">
                  <c:v>0.59450231481605442</c:v>
                </c:pt>
                <c:pt idx="51366">
                  <c:v>0.59451388888555812</c:v>
                </c:pt>
                <c:pt idx="51367">
                  <c:v>0.59452546296233777</c:v>
                </c:pt>
                <c:pt idx="51368">
                  <c:v>0.59453703703184146</c:v>
                </c:pt>
                <c:pt idx="51369">
                  <c:v>0.59454861110862112</c:v>
                </c:pt>
                <c:pt idx="51370">
                  <c:v>0.59456018518540077</c:v>
                </c:pt>
                <c:pt idx="51371">
                  <c:v>0.59457175925490446</c:v>
                </c:pt>
                <c:pt idx="51372">
                  <c:v>0.59458333333168412</c:v>
                </c:pt>
                <c:pt idx="51373">
                  <c:v>0.59459490740846377</c:v>
                </c:pt>
                <c:pt idx="51374">
                  <c:v>0.59460648147796746</c:v>
                </c:pt>
                <c:pt idx="51375">
                  <c:v>0.59461805555474712</c:v>
                </c:pt>
                <c:pt idx="51376">
                  <c:v>0.59462962962425081</c:v>
                </c:pt>
                <c:pt idx="51377">
                  <c:v>0.59464120370103046</c:v>
                </c:pt>
                <c:pt idx="51378">
                  <c:v>0.59465277777781012</c:v>
                </c:pt>
                <c:pt idx="51379">
                  <c:v>0.59466435184731381</c:v>
                </c:pt>
                <c:pt idx="51380">
                  <c:v>0.59467592592409346</c:v>
                </c:pt>
                <c:pt idx="51381">
                  <c:v>0.59468750000087311</c:v>
                </c:pt>
                <c:pt idx="51382">
                  <c:v>0.59469907407037681</c:v>
                </c:pt>
                <c:pt idx="51383">
                  <c:v>0.59471064814715646</c:v>
                </c:pt>
                <c:pt idx="51384">
                  <c:v>0.59472222221666016</c:v>
                </c:pt>
                <c:pt idx="51385">
                  <c:v>0.59473379629343981</c:v>
                </c:pt>
                <c:pt idx="51386">
                  <c:v>0.59474537037021946</c:v>
                </c:pt>
                <c:pt idx="51387">
                  <c:v>0.59475694443972316</c:v>
                </c:pt>
                <c:pt idx="51388">
                  <c:v>0.59476851851650281</c:v>
                </c:pt>
                <c:pt idx="51389">
                  <c:v>0.59478009259328246</c:v>
                </c:pt>
                <c:pt idx="51390">
                  <c:v>0.59479166666278616</c:v>
                </c:pt>
                <c:pt idx="51391">
                  <c:v>0.59480324073956581</c:v>
                </c:pt>
                <c:pt idx="51392">
                  <c:v>0.5948148148090695</c:v>
                </c:pt>
                <c:pt idx="51393">
                  <c:v>0.59482638888584916</c:v>
                </c:pt>
                <c:pt idx="51394">
                  <c:v>0.59483796296262881</c:v>
                </c:pt>
                <c:pt idx="51395">
                  <c:v>0.5948495370321325</c:v>
                </c:pt>
                <c:pt idx="51396">
                  <c:v>0.59486111110891216</c:v>
                </c:pt>
                <c:pt idx="51397">
                  <c:v>0.59487268518569181</c:v>
                </c:pt>
                <c:pt idx="51398">
                  <c:v>0.5948842592551955</c:v>
                </c:pt>
                <c:pt idx="51399">
                  <c:v>0.59489583333197515</c:v>
                </c:pt>
                <c:pt idx="51400">
                  <c:v>0.59490740740147885</c:v>
                </c:pt>
                <c:pt idx="51401">
                  <c:v>0.5949189814782585</c:v>
                </c:pt>
                <c:pt idx="51402">
                  <c:v>0.59493055555503815</c:v>
                </c:pt>
                <c:pt idx="51403">
                  <c:v>0.59494212962454185</c:v>
                </c:pt>
                <c:pt idx="51404">
                  <c:v>0.5949537037013215</c:v>
                </c:pt>
                <c:pt idx="51405">
                  <c:v>0.59496527777810115</c:v>
                </c:pt>
                <c:pt idx="51406">
                  <c:v>0.59497685184760485</c:v>
                </c:pt>
                <c:pt idx="51407">
                  <c:v>0.5949884259243845</c:v>
                </c:pt>
                <c:pt idx="51408">
                  <c:v>0.59500000000116415</c:v>
                </c:pt>
                <c:pt idx="51409">
                  <c:v>0.59501157407066785</c:v>
                </c:pt>
                <c:pt idx="51410">
                  <c:v>0.5950231481474475</c:v>
                </c:pt>
                <c:pt idx="51411">
                  <c:v>0.5950347222169512</c:v>
                </c:pt>
                <c:pt idx="51412">
                  <c:v>0.59504629629373085</c:v>
                </c:pt>
                <c:pt idx="51413">
                  <c:v>0.5950578703705105</c:v>
                </c:pt>
                <c:pt idx="51414">
                  <c:v>0.59506944444001419</c:v>
                </c:pt>
                <c:pt idx="51415">
                  <c:v>0.59508101851679385</c:v>
                </c:pt>
                <c:pt idx="51416">
                  <c:v>0.5950925925935735</c:v>
                </c:pt>
                <c:pt idx="51417">
                  <c:v>0.59510416666307719</c:v>
                </c:pt>
                <c:pt idx="51418">
                  <c:v>0.59511574073985685</c:v>
                </c:pt>
                <c:pt idx="51419">
                  <c:v>0.59512731480936054</c:v>
                </c:pt>
                <c:pt idx="51420">
                  <c:v>0.59513888888614019</c:v>
                </c:pt>
                <c:pt idx="51421">
                  <c:v>0.59515046296291985</c:v>
                </c:pt>
                <c:pt idx="51422">
                  <c:v>0.59516203703242354</c:v>
                </c:pt>
                <c:pt idx="51423">
                  <c:v>0.59517361110920319</c:v>
                </c:pt>
                <c:pt idx="51424">
                  <c:v>0.59518518518598285</c:v>
                </c:pt>
                <c:pt idx="51425">
                  <c:v>0.59519675925548654</c:v>
                </c:pt>
                <c:pt idx="51426">
                  <c:v>0.59520833333226619</c:v>
                </c:pt>
                <c:pt idx="51427">
                  <c:v>0.59521990740176989</c:v>
                </c:pt>
                <c:pt idx="51428">
                  <c:v>0.59523148147854954</c:v>
                </c:pt>
                <c:pt idx="51429">
                  <c:v>0.59524305555532919</c:v>
                </c:pt>
                <c:pt idx="51430">
                  <c:v>0.59525462962483289</c:v>
                </c:pt>
                <c:pt idx="51431">
                  <c:v>0.59526620370161254</c:v>
                </c:pt>
                <c:pt idx="51432">
                  <c:v>0.59527777777839219</c:v>
                </c:pt>
                <c:pt idx="51433">
                  <c:v>0.59528935184789589</c:v>
                </c:pt>
                <c:pt idx="51434">
                  <c:v>0.59530092592467554</c:v>
                </c:pt>
                <c:pt idx="51435">
                  <c:v>0.59531249999417923</c:v>
                </c:pt>
                <c:pt idx="51436">
                  <c:v>0.59532407407095889</c:v>
                </c:pt>
                <c:pt idx="51437">
                  <c:v>0.59533564814773854</c:v>
                </c:pt>
                <c:pt idx="51438">
                  <c:v>0.59534722221724223</c:v>
                </c:pt>
                <c:pt idx="51439">
                  <c:v>0.59535879629402189</c:v>
                </c:pt>
                <c:pt idx="51440">
                  <c:v>0.59537037037080154</c:v>
                </c:pt>
                <c:pt idx="51441">
                  <c:v>0.59538194444030523</c:v>
                </c:pt>
                <c:pt idx="51442">
                  <c:v>0.59539351851708489</c:v>
                </c:pt>
                <c:pt idx="51443">
                  <c:v>0.59540509259386454</c:v>
                </c:pt>
                <c:pt idx="51444">
                  <c:v>0.59541666666336823</c:v>
                </c:pt>
                <c:pt idx="51445">
                  <c:v>0.59542824074014788</c:v>
                </c:pt>
                <c:pt idx="51446">
                  <c:v>0.59543981480965158</c:v>
                </c:pt>
                <c:pt idx="51447">
                  <c:v>0.59545138888643123</c:v>
                </c:pt>
                <c:pt idx="51448">
                  <c:v>0.59546296296321088</c:v>
                </c:pt>
                <c:pt idx="51449">
                  <c:v>0.59547453703271458</c:v>
                </c:pt>
                <c:pt idx="51450">
                  <c:v>0.59548611110949423</c:v>
                </c:pt>
                <c:pt idx="51451">
                  <c:v>0.59549768518627388</c:v>
                </c:pt>
                <c:pt idx="51452">
                  <c:v>0.59550925925577758</c:v>
                </c:pt>
                <c:pt idx="51453">
                  <c:v>0.59552083333255723</c:v>
                </c:pt>
                <c:pt idx="51454">
                  <c:v>0.59553240740206093</c:v>
                </c:pt>
                <c:pt idx="51455">
                  <c:v>0.59554398147884058</c:v>
                </c:pt>
                <c:pt idx="51456">
                  <c:v>0.59555555555562023</c:v>
                </c:pt>
                <c:pt idx="51457">
                  <c:v>0.59556712962512393</c:v>
                </c:pt>
                <c:pt idx="51458">
                  <c:v>0.59557870370190358</c:v>
                </c:pt>
                <c:pt idx="51459">
                  <c:v>0.59559027777868323</c:v>
                </c:pt>
                <c:pt idx="51460">
                  <c:v>0.59560185184818693</c:v>
                </c:pt>
                <c:pt idx="51461">
                  <c:v>0.59561342592496658</c:v>
                </c:pt>
                <c:pt idx="51462">
                  <c:v>0.59562499999447027</c:v>
                </c:pt>
                <c:pt idx="51463">
                  <c:v>0.59563657407124992</c:v>
                </c:pt>
                <c:pt idx="51464">
                  <c:v>0.59564814814802958</c:v>
                </c:pt>
                <c:pt idx="51465">
                  <c:v>0.59565972221753327</c:v>
                </c:pt>
                <c:pt idx="51466">
                  <c:v>0.59567129629431292</c:v>
                </c:pt>
                <c:pt idx="51467">
                  <c:v>0.59568287037109258</c:v>
                </c:pt>
                <c:pt idx="51468">
                  <c:v>0.59569444444059627</c:v>
                </c:pt>
                <c:pt idx="51469">
                  <c:v>0.59570601851737592</c:v>
                </c:pt>
                <c:pt idx="51470">
                  <c:v>0.59571759258687962</c:v>
                </c:pt>
                <c:pt idx="51471">
                  <c:v>0.59572916666365927</c:v>
                </c:pt>
                <c:pt idx="51472">
                  <c:v>0.59574074074043892</c:v>
                </c:pt>
                <c:pt idx="51473">
                  <c:v>0.59575231480994262</c:v>
                </c:pt>
                <c:pt idx="51474">
                  <c:v>0.59576388888672227</c:v>
                </c:pt>
                <c:pt idx="51475">
                  <c:v>0.59577546296350192</c:v>
                </c:pt>
                <c:pt idx="51476">
                  <c:v>0.59578703703300562</c:v>
                </c:pt>
                <c:pt idx="51477">
                  <c:v>0.59579861110978527</c:v>
                </c:pt>
                <c:pt idx="51478">
                  <c:v>0.59581018517928896</c:v>
                </c:pt>
                <c:pt idx="51479">
                  <c:v>0.59582175925606862</c:v>
                </c:pt>
                <c:pt idx="51480">
                  <c:v>0.59583333333284827</c:v>
                </c:pt>
                <c:pt idx="51481">
                  <c:v>0.59584490740235196</c:v>
                </c:pt>
                <c:pt idx="51482">
                  <c:v>0.59585648147913162</c:v>
                </c:pt>
                <c:pt idx="51483">
                  <c:v>0.59586805555591127</c:v>
                </c:pt>
                <c:pt idx="51484">
                  <c:v>0.59587962962541496</c:v>
                </c:pt>
                <c:pt idx="51485">
                  <c:v>0.59589120370219462</c:v>
                </c:pt>
                <c:pt idx="51486">
                  <c:v>0.59590277777897427</c:v>
                </c:pt>
                <c:pt idx="51487">
                  <c:v>0.59591435184847796</c:v>
                </c:pt>
                <c:pt idx="51488">
                  <c:v>0.59592592592525762</c:v>
                </c:pt>
                <c:pt idx="51489">
                  <c:v>0.59593749999476131</c:v>
                </c:pt>
                <c:pt idx="51490">
                  <c:v>0.59594907407154096</c:v>
                </c:pt>
                <c:pt idx="51491">
                  <c:v>0.59596064814832062</c:v>
                </c:pt>
                <c:pt idx="51492">
                  <c:v>0.59597222221782431</c:v>
                </c:pt>
                <c:pt idx="51493">
                  <c:v>0.59598379629460396</c:v>
                </c:pt>
                <c:pt idx="51494">
                  <c:v>0.59599537037138361</c:v>
                </c:pt>
                <c:pt idx="51495">
                  <c:v>0.59600694444088731</c:v>
                </c:pt>
                <c:pt idx="51496">
                  <c:v>0.59601851851766696</c:v>
                </c:pt>
                <c:pt idx="51497">
                  <c:v>0.59603009258717066</c:v>
                </c:pt>
                <c:pt idx="51498">
                  <c:v>0.59604166666395031</c:v>
                </c:pt>
                <c:pt idx="51499">
                  <c:v>0.59605324074072996</c:v>
                </c:pt>
                <c:pt idx="51500">
                  <c:v>0.59606481481023366</c:v>
                </c:pt>
                <c:pt idx="51501">
                  <c:v>0.59607638888701331</c:v>
                </c:pt>
                <c:pt idx="51502">
                  <c:v>0.59608796296379296</c:v>
                </c:pt>
                <c:pt idx="51503">
                  <c:v>0.59609953703329666</c:v>
                </c:pt>
                <c:pt idx="51504">
                  <c:v>0.59611111111007631</c:v>
                </c:pt>
                <c:pt idx="51505">
                  <c:v>0.59612268517958</c:v>
                </c:pt>
                <c:pt idx="51506">
                  <c:v>0.59613425925635966</c:v>
                </c:pt>
                <c:pt idx="51507">
                  <c:v>0.59614583333313931</c:v>
                </c:pt>
                <c:pt idx="51508">
                  <c:v>0.596157407402643</c:v>
                </c:pt>
                <c:pt idx="51509">
                  <c:v>0.59616898147942265</c:v>
                </c:pt>
                <c:pt idx="51510">
                  <c:v>0.59618055555620231</c:v>
                </c:pt>
                <c:pt idx="51511">
                  <c:v>0.596192129625706</c:v>
                </c:pt>
                <c:pt idx="51512">
                  <c:v>0.59620370370248565</c:v>
                </c:pt>
                <c:pt idx="51513">
                  <c:v>0.59621527777198935</c:v>
                </c:pt>
                <c:pt idx="51514">
                  <c:v>0.596226851848769</c:v>
                </c:pt>
                <c:pt idx="51515">
                  <c:v>0.59623842592554865</c:v>
                </c:pt>
                <c:pt idx="51516">
                  <c:v>0.59624999999505235</c:v>
                </c:pt>
                <c:pt idx="51517">
                  <c:v>0.596261574071832</c:v>
                </c:pt>
                <c:pt idx="51518">
                  <c:v>0.59627314814861165</c:v>
                </c:pt>
                <c:pt idx="51519">
                  <c:v>0.59628472221811535</c:v>
                </c:pt>
                <c:pt idx="51520">
                  <c:v>0.596296296294895</c:v>
                </c:pt>
                <c:pt idx="51521">
                  <c:v>0.59630787037167465</c:v>
                </c:pt>
                <c:pt idx="51522">
                  <c:v>0.59631944444117835</c:v>
                </c:pt>
                <c:pt idx="51523">
                  <c:v>0.596331018517958</c:v>
                </c:pt>
                <c:pt idx="51524">
                  <c:v>0.5963425925874617</c:v>
                </c:pt>
                <c:pt idx="51525">
                  <c:v>0.59635416666424135</c:v>
                </c:pt>
                <c:pt idx="51526">
                  <c:v>0.596365740741021</c:v>
                </c:pt>
                <c:pt idx="51527">
                  <c:v>0.59637731481052469</c:v>
                </c:pt>
                <c:pt idx="51528">
                  <c:v>0.59638888888730435</c:v>
                </c:pt>
                <c:pt idx="51529">
                  <c:v>0.596400462964084</c:v>
                </c:pt>
                <c:pt idx="51530">
                  <c:v>0.59641203703358769</c:v>
                </c:pt>
                <c:pt idx="51531">
                  <c:v>0.59642361111036735</c:v>
                </c:pt>
                <c:pt idx="51532">
                  <c:v>0.59643518517987104</c:v>
                </c:pt>
                <c:pt idx="51533">
                  <c:v>0.59644675925665069</c:v>
                </c:pt>
                <c:pt idx="51534">
                  <c:v>0.59645833333343035</c:v>
                </c:pt>
                <c:pt idx="51535">
                  <c:v>0.59646990740293404</c:v>
                </c:pt>
                <c:pt idx="51536">
                  <c:v>0.59648148147971369</c:v>
                </c:pt>
                <c:pt idx="51537">
                  <c:v>0.59649305555649335</c:v>
                </c:pt>
                <c:pt idx="51538">
                  <c:v>0.59650462962599704</c:v>
                </c:pt>
                <c:pt idx="51539">
                  <c:v>0.59651620370277669</c:v>
                </c:pt>
                <c:pt idx="51540">
                  <c:v>0.59652777777228039</c:v>
                </c:pt>
                <c:pt idx="51541">
                  <c:v>0.59653935184906004</c:v>
                </c:pt>
                <c:pt idx="51542">
                  <c:v>0.59655092592583969</c:v>
                </c:pt>
                <c:pt idx="51543">
                  <c:v>0.59656249999534339</c:v>
                </c:pt>
                <c:pt idx="51544">
                  <c:v>0.59657407407212304</c:v>
                </c:pt>
                <c:pt idx="51545">
                  <c:v>0.59658564814890269</c:v>
                </c:pt>
                <c:pt idx="51546">
                  <c:v>0.59659722221840639</c:v>
                </c:pt>
                <c:pt idx="51547">
                  <c:v>0.59660879629518604</c:v>
                </c:pt>
                <c:pt idx="51548">
                  <c:v>0.59662037036468973</c:v>
                </c:pt>
                <c:pt idx="51549">
                  <c:v>0.59663194444146939</c:v>
                </c:pt>
                <c:pt idx="51550">
                  <c:v>0.59664351851824904</c:v>
                </c:pt>
                <c:pt idx="51551">
                  <c:v>0.59665509258775273</c:v>
                </c:pt>
                <c:pt idx="51552">
                  <c:v>0.59666666666453239</c:v>
                </c:pt>
                <c:pt idx="51553">
                  <c:v>0.59667824074131204</c:v>
                </c:pt>
                <c:pt idx="51554">
                  <c:v>0.59668981481081573</c:v>
                </c:pt>
                <c:pt idx="51555">
                  <c:v>0.59670138888759539</c:v>
                </c:pt>
                <c:pt idx="51556">
                  <c:v>0.59671296295709908</c:v>
                </c:pt>
                <c:pt idx="51557">
                  <c:v>0.59672453703387873</c:v>
                </c:pt>
                <c:pt idx="51558">
                  <c:v>0.59673611111065838</c:v>
                </c:pt>
                <c:pt idx="51559">
                  <c:v>0.59674768518016208</c:v>
                </c:pt>
                <c:pt idx="51560">
                  <c:v>0.59675925925694173</c:v>
                </c:pt>
                <c:pt idx="51561">
                  <c:v>0.59677083333372138</c:v>
                </c:pt>
                <c:pt idx="51562">
                  <c:v>0.59678240740322508</c:v>
                </c:pt>
                <c:pt idx="51563">
                  <c:v>0.59679398148000473</c:v>
                </c:pt>
                <c:pt idx="51564">
                  <c:v>0.59680555555678438</c:v>
                </c:pt>
                <c:pt idx="51565">
                  <c:v>0.59681712962628808</c:v>
                </c:pt>
                <c:pt idx="51566">
                  <c:v>0.59682870370306773</c:v>
                </c:pt>
                <c:pt idx="51567">
                  <c:v>0.59684027777257143</c:v>
                </c:pt>
                <c:pt idx="51568">
                  <c:v>0.59685185184935108</c:v>
                </c:pt>
                <c:pt idx="51569">
                  <c:v>0.59686342592613073</c:v>
                </c:pt>
                <c:pt idx="51570">
                  <c:v>0.59687499999563443</c:v>
                </c:pt>
                <c:pt idx="51571">
                  <c:v>0.59688657407241408</c:v>
                </c:pt>
                <c:pt idx="51572">
                  <c:v>0.59689814814919373</c:v>
                </c:pt>
                <c:pt idx="51573">
                  <c:v>0.59690972221869742</c:v>
                </c:pt>
                <c:pt idx="51574">
                  <c:v>0.59692129629547708</c:v>
                </c:pt>
                <c:pt idx="51575">
                  <c:v>0.59693287036498077</c:v>
                </c:pt>
                <c:pt idx="51576">
                  <c:v>0.59694444444176042</c:v>
                </c:pt>
                <c:pt idx="51577">
                  <c:v>0.59695601851854008</c:v>
                </c:pt>
                <c:pt idx="51578">
                  <c:v>0.59696759258804377</c:v>
                </c:pt>
                <c:pt idx="51579">
                  <c:v>0.59697916666482342</c:v>
                </c:pt>
                <c:pt idx="51580">
                  <c:v>0.59699074074160308</c:v>
                </c:pt>
                <c:pt idx="51581">
                  <c:v>0.59700231481110677</c:v>
                </c:pt>
                <c:pt idx="51582">
                  <c:v>0.59701388888788642</c:v>
                </c:pt>
                <c:pt idx="51583">
                  <c:v>0.59702546295739012</c:v>
                </c:pt>
                <c:pt idx="51584">
                  <c:v>0.59703703703416977</c:v>
                </c:pt>
                <c:pt idx="51585">
                  <c:v>0.59704861111094942</c:v>
                </c:pt>
                <c:pt idx="51586">
                  <c:v>0.59706018518045312</c:v>
                </c:pt>
                <c:pt idx="51587">
                  <c:v>0.59707175925723277</c:v>
                </c:pt>
                <c:pt idx="51588">
                  <c:v>0.59708333333401242</c:v>
                </c:pt>
                <c:pt idx="51589">
                  <c:v>0.59709490740351612</c:v>
                </c:pt>
                <c:pt idx="51590">
                  <c:v>0.59710648148029577</c:v>
                </c:pt>
                <c:pt idx="51591">
                  <c:v>0.59711805554979946</c:v>
                </c:pt>
                <c:pt idx="51592">
                  <c:v>0.59712962962657912</c:v>
                </c:pt>
                <c:pt idx="51593">
                  <c:v>0.59714120370335877</c:v>
                </c:pt>
                <c:pt idx="51594">
                  <c:v>0.59715277777286246</c:v>
                </c:pt>
                <c:pt idx="51595">
                  <c:v>0.59716435184964212</c:v>
                </c:pt>
                <c:pt idx="51596">
                  <c:v>0.59717592592642177</c:v>
                </c:pt>
                <c:pt idx="51597">
                  <c:v>0.59718749999592546</c:v>
                </c:pt>
                <c:pt idx="51598">
                  <c:v>0.59719907407270512</c:v>
                </c:pt>
                <c:pt idx="51599">
                  <c:v>0.59721064814948477</c:v>
                </c:pt>
                <c:pt idx="51600">
                  <c:v>0.59722222221898846</c:v>
                </c:pt>
                <c:pt idx="51601">
                  <c:v>0.59723379629576812</c:v>
                </c:pt>
                <c:pt idx="51602">
                  <c:v>0.59724537036527181</c:v>
                </c:pt>
                <c:pt idx="51603">
                  <c:v>0.59725694444205146</c:v>
                </c:pt>
                <c:pt idx="51604">
                  <c:v>0.59726851851883112</c:v>
                </c:pt>
                <c:pt idx="51605">
                  <c:v>0.59728009258833481</c:v>
                </c:pt>
                <c:pt idx="51606">
                  <c:v>0.59729166666511446</c:v>
                </c:pt>
                <c:pt idx="51607">
                  <c:v>0.59730324074189411</c:v>
                </c:pt>
                <c:pt idx="51608">
                  <c:v>0.59731481481139781</c:v>
                </c:pt>
                <c:pt idx="51609">
                  <c:v>0.59732638888817746</c:v>
                </c:pt>
                <c:pt idx="51610">
                  <c:v>0.59733796295768116</c:v>
                </c:pt>
                <c:pt idx="51611">
                  <c:v>0.59734953703446081</c:v>
                </c:pt>
                <c:pt idx="51612">
                  <c:v>0.59736111111124046</c:v>
                </c:pt>
                <c:pt idx="51613">
                  <c:v>0.59737268518074416</c:v>
                </c:pt>
                <c:pt idx="51614">
                  <c:v>0.59738425925752381</c:v>
                </c:pt>
                <c:pt idx="51615">
                  <c:v>0.59739583333430346</c:v>
                </c:pt>
                <c:pt idx="51616">
                  <c:v>0.59740740740380716</c:v>
                </c:pt>
                <c:pt idx="51617">
                  <c:v>0.59741898148058681</c:v>
                </c:pt>
                <c:pt idx="51618">
                  <c:v>0.5974305555500905</c:v>
                </c:pt>
                <c:pt idx="51619">
                  <c:v>0.59744212962687016</c:v>
                </c:pt>
                <c:pt idx="51620">
                  <c:v>0.59745370370364981</c:v>
                </c:pt>
                <c:pt idx="51621">
                  <c:v>0.5974652777731535</c:v>
                </c:pt>
                <c:pt idx="51622">
                  <c:v>0.59747685184993315</c:v>
                </c:pt>
                <c:pt idx="51623">
                  <c:v>0.59748842592671281</c:v>
                </c:pt>
                <c:pt idx="51624">
                  <c:v>0.5974999999962165</c:v>
                </c:pt>
                <c:pt idx="51625">
                  <c:v>0.59751157407299615</c:v>
                </c:pt>
                <c:pt idx="51626">
                  <c:v>0.59752314814249985</c:v>
                </c:pt>
                <c:pt idx="51627">
                  <c:v>0.5975347222192795</c:v>
                </c:pt>
                <c:pt idx="51628">
                  <c:v>0.59754629629605915</c:v>
                </c:pt>
                <c:pt idx="51629">
                  <c:v>0.59755787036556285</c:v>
                </c:pt>
                <c:pt idx="51630">
                  <c:v>0.5975694444423425</c:v>
                </c:pt>
                <c:pt idx="51631">
                  <c:v>0.59758101851912215</c:v>
                </c:pt>
                <c:pt idx="51632">
                  <c:v>0.59759259258862585</c:v>
                </c:pt>
                <c:pt idx="51633">
                  <c:v>0.5976041666654055</c:v>
                </c:pt>
                <c:pt idx="51634">
                  <c:v>0.5976157407349092</c:v>
                </c:pt>
                <c:pt idx="51635">
                  <c:v>0.59762731481168885</c:v>
                </c:pt>
                <c:pt idx="51636">
                  <c:v>0.5976388888884685</c:v>
                </c:pt>
                <c:pt idx="51637">
                  <c:v>0.59765046295797219</c:v>
                </c:pt>
                <c:pt idx="51638">
                  <c:v>0.59766203703475185</c:v>
                </c:pt>
                <c:pt idx="51639">
                  <c:v>0.5976736111115315</c:v>
                </c:pt>
                <c:pt idx="51640">
                  <c:v>0.59768518518103519</c:v>
                </c:pt>
                <c:pt idx="51641">
                  <c:v>0.59769675925781485</c:v>
                </c:pt>
                <c:pt idx="51642">
                  <c:v>0.5977083333345945</c:v>
                </c:pt>
                <c:pt idx="51643">
                  <c:v>0.59771990740409819</c:v>
                </c:pt>
                <c:pt idx="51644">
                  <c:v>0.59773148148087785</c:v>
                </c:pt>
                <c:pt idx="51645">
                  <c:v>0.59774305555038154</c:v>
                </c:pt>
                <c:pt idx="51646">
                  <c:v>0.59775462962716119</c:v>
                </c:pt>
                <c:pt idx="51647">
                  <c:v>0.59776620370394085</c:v>
                </c:pt>
                <c:pt idx="51648">
                  <c:v>0.59777777777344454</c:v>
                </c:pt>
                <c:pt idx="51649">
                  <c:v>0.59778935185022419</c:v>
                </c:pt>
                <c:pt idx="51650">
                  <c:v>0.59780092592700385</c:v>
                </c:pt>
                <c:pt idx="51651">
                  <c:v>0.59781249999650754</c:v>
                </c:pt>
                <c:pt idx="51652">
                  <c:v>0.59782407407328719</c:v>
                </c:pt>
                <c:pt idx="51653">
                  <c:v>0.59783564814279089</c:v>
                </c:pt>
                <c:pt idx="51654">
                  <c:v>0.59784722221957054</c:v>
                </c:pt>
                <c:pt idx="51655">
                  <c:v>0.59785879629635019</c:v>
                </c:pt>
                <c:pt idx="51656">
                  <c:v>0.59787037036585389</c:v>
                </c:pt>
                <c:pt idx="51657">
                  <c:v>0.59788194444263354</c:v>
                </c:pt>
                <c:pt idx="51658">
                  <c:v>0.59789351851941319</c:v>
                </c:pt>
                <c:pt idx="51659">
                  <c:v>0.59790509258891689</c:v>
                </c:pt>
                <c:pt idx="51660">
                  <c:v>0.59791666666569654</c:v>
                </c:pt>
                <c:pt idx="51661">
                  <c:v>0.59792824073520023</c:v>
                </c:pt>
                <c:pt idx="51662">
                  <c:v>0.59793981481197989</c:v>
                </c:pt>
                <c:pt idx="51663">
                  <c:v>0.59795138888875954</c:v>
                </c:pt>
                <c:pt idx="51664">
                  <c:v>0.59796296295826323</c:v>
                </c:pt>
                <c:pt idx="51665">
                  <c:v>0.59797453703504289</c:v>
                </c:pt>
                <c:pt idx="51666">
                  <c:v>0.59798611111182254</c:v>
                </c:pt>
                <c:pt idx="51667">
                  <c:v>0.59799768518132623</c:v>
                </c:pt>
                <c:pt idx="51668">
                  <c:v>0.59800925925810589</c:v>
                </c:pt>
                <c:pt idx="51669">
                  <c:v>0.59802083332760958</c:v>
                </c:pt>
                <c:pt idx="51670">
                  <c:v>0.59803240740438923</c:v>
                </c:pt>
                <c:pt idx="51671">
                  <c:v>0.59804398148116888</c:v>
                </c:pt>
                <c:pt idx="51672">
                  <c:v>0.59805555555067258</c:v>
                </c:pt>
                <c:pt idx="51673">
                  <c:v>0.59806712962745223</c:v>
                </c:pt>
                <c:pt idx="51674">
                  <c:v>0.59807870370423188</c:v>
                </c:pt>
                <c:pt idx="51675">
                  <c:v>0.59809027777373558</c:v>
                </c:pt>
                <c:pt idx="51676">
                  <c:v>0.59810185185051523</c:v>
                </c:pt>
                <c:pt idx="51677">
                  <c:v>0.59811342592001893</c:v>
                </c:pt>
                <c:pt idx="51678">
                  <c:v>0.59812499999679858</c:v>
                </c:pt>
                <c:pt idx="51679">
                  <c:v>0.59813657407357823</c:v>
                </c:pt>
                <c:pt idx="51680">
                  <c:v>0.59814814814308193</c:v>
                </c:pt>
                <c:pt idx="51681">
                  <c:v>0.59815972221986158</c:v>
                </c:pt>
                <c:pt idx="51682">
                  <c:v>0.59817129629664123</c:v>
                </c:pt>
                <c:pt idx="51683">
                  <c:v>0.59818287036614493</c:v>
                </c:pt>
                <c:pt idx="51684">
                  <c:v>0.59819444444292458</c:v>
                </c:pt>
                <c:pt idx="51685">
                  <c:v>0.59820601851970423</c:v>
                </c:pt>
                <c:pt idx="51686">
                  <c:v>0.59821759258920792</c:v>
                </c:pt>
                <c:pt idx="51687">
                  <c:v>0.59822916666598758</c:v>
                </c:pt>
                <c:pt idx="51688">
                  <c:v>0.59824074073549127</c:v>
                </c:pt>
                <c:pt idx="51689">
                  <c:v>0.59825231481227092</c:v>
                </c:pt>
                <c:pt idx="51690">
                  <c:v>0.59826388888905058</c:v>
                </c:pt>
                <c:pt idx="51691">
                  <c:v>0.59827546295855427</c:v>
                </c:pt>
                <c:pt idx="51692">
                  <c:v>0.59828703703533392</c:v>
                </c:pt>
                <c:pt idx="51693">
                  <c:v>0.59829861111211358</c:v>
                </c:pt>
                <c:pt idx="51694">
                  <c:v>0.59831018518161727</c:v>
                </c:pt>
                <c:pt idx="51695">
                  <c:v>0.59832175925839692</c:v>
                </c:pt>
                <c:pt idx="51696">
                  <c:v>0.59833333332790062</c:v>
                </c:pt>
                <c:pt idx="51697">
                  <c:v>0.59834490740468027</c:v>
                </c:pt>
                <c:pt idx="51698">
                  <c:v>0.59835648148145992</c:v>
                </c:pt>
                <c:pt idx="51699">
                  <c:v>0.59836805555096362</c:v>
                </c:pt>
                <c:pt idx="51700">
                  <c:v>0.59837962962774327</c:v>
                </c:pt>
                <c:pt idx="51701">
                  <c:v>0.59839120370452292</c:v>
                </c:pt>
                <c:pt idx="51702">
                  <c:v>0.59840277777402662</c:v>
                </c:pt>
                <c:pt idx="51703">
                  <c:v>0.59841435185080627</c:v>
                </c:pt>
                <c:pt idx="51704">
                  <c:v>0.59842592592030996</c:v>
                </c:pt>
                <c:pt idx="51705">
                  <c:v>0.59843749999708962</c:v>
                </c:pt>
                <c:pt idx="51706">
                  <c:v>0.59844907407386927</c:v>
                </c:pt>
                <c:pt idx="51707">
                  <c:v>0.59846064814337296</c:v>
                </c:pt>
                <c:pt idx="51708">
                  <c:v>0.59847222222015262</c:v>
                </c:pt>
                <c:pt idx="51709">
                  <c:v>0.59848379629693227</c:v>
                </c:pt>
                <c:pt idx="51710">
                  <c:v>0.59849537036643596</c:v>
                </c:pt>
                <c:pt idx="51711">
                  <c:v>0.59850694444321562</c:v>
                </c:pt>
                <c:pt idx="51712">
                  <c:v>0.59851851851271931</c:v>
                </c:pt>
                <c:pt idx="51713">
                  <c:v>0.59853009258949896</c:v>
                </c:pt>
                <c:pt idx="51714">
                  <c:v>0.59854166666627862</c:v>
                </c:pt>
                <c:pt idx="51715">
                  <c:v>0.59855324073578231</c:v>
                </c:pt>
                <c:pt idx="51716">
                  <c:v>0.59856481481256196</c:v>
                </c:pt>
                <c:pt idx="51717">
                  <c:v>0.59857638888934162</c:v>
                </c:pt>
                <c:pt idx="51718">
                  <c:v>0.59858796295884531</c:v>
                </c:pt>
                <c:pt idx="51719">
                  <c:v>0.59859953703562496</c:v>
                </c:pt>
                <c:pt idx="51720">
                  <c:v>0.59861111111240461</c:v>
                </c:pt>
                <c:pt idx="51721">
                  <c:v>0.59862268518190831</c:v>
                </c:pt>
                <c:pt idx="51722">
                  <c:v>0.59863425925868796</c:v>
                </c:pt>
                <c:pt idx="51723">
                  <c:v>0.59864583332819166</c:v>
                </c:pt>
                <c:pt idx="51724">
                  <c:v>0.59865740740497131</c:v>
                </c:pt>
                <c:pt idx="51725">
                  <c:v>0.59866898148175096</c:v>
                </c:pt>
                <c:pt idx="51726">
                  <c:v>0.59868055555125466</c:v>
                </c:pt>
                <c:pt idx="51727">
                  <c:v>0.59869212962803431</c:v>
                </c:pt>
                <c:pt idx="51728">
                  <c:v>0.59870370370481396</c:v>
                </c:pt>
                <c:pt idx="51729">
                  <c:v>0.59871527777431766</c:v>
                </c:pt>
                <c:pt idx="51730">
                  <c:v>0.59872685185109731</c:v>
                </c:pt>
                <c:pt idx="51731">
                  <c:v>0.598738425920601</c:v>
                </c:pt>
                <c:pt idx="51732">
                  <c:v>0.59874999999738066</c:v>
                </c:pt>
                <c:pt idx="51733">
                  <c:v>0.59876157407416031</c:v>
                </c:pt>
                <c:pt idx="51734">
                  <c:v>0.598773148143664</c:v>
                </c:pt>
                <c:pt idx="51735">
                  <c:v>0.59878472222044365</c:v>
                </c:pt>
                <c:pt idx="51736">
                  <c:v>0.59879629629722331</c:v>
                </c:pt>
                <c:pt idx="51737">
                  <c:v>0.598807870366727</c:v>
                </c:pt>
                <c:pt idx="51738">
                  <c:v>0.59881944444350665</c:v>
                </c:pt>
                <c:pt idx="51739">
                  <c:v>0.59883101851301035</c:v>
                </c:pt>
                <c:pt idx="51740">
                  <c:v>0.59884259258979</c:v>
                </c:pt>
                <c:pt idx="51741">
                  <c:v>0.59885416666656965</c:v>
                </c:pt>
                <c:pt idx="51742">
                  <c:v>0.59886574073607335</c:v>
                </c:pt>
                <c:pt idx="51743">
                  <c:v>0.598877314812853</c:v>
                </c:pt>
                <c:pt idx="51744">
                  <c:v>0.59888888888963265</c:v>
                </c:pt>
                <c:pt idx="51745">
                  <c:v>0.59890046295913635</c:v>
                </c:pt>
                <c:pt idx="51746">
                  <c:v>0.598912037035916</c:v>
                </c:pt>
                <c:pt idx="51747">
                  <c:v>0.5989236111054197</c:v>
                </c:pt>
                <c:pt idx="51748">
                  <c:v>0.59893518518219935</c:v>
                </c:pt>
                <c:pt idx="51749">
                  <c:v>0.598946759258979</c:v>
                </c:pt>
                <c:pt idx="51750">
                  <c:v>0.59895833332848269</c:v>
                </c:pt>
                <c:pt idx="51751">
                  <c:v>0.59896990740526235</c:v>
                </c:pt>
                <c:pt idx="51752">
                  <c:v>0.598981481482042</c:v>
                </c:pt>
                <c:pt idx="51753">
                  <c:v>0.59899305555154569</c:v>
                </c:pt>
                <c:pt idx="51754">
                  <c:v>0.59900462962832535</c:v>
                </c:pt>
                <c:pt idx="51755">
                  <c:v>0.59901620369782904</c:v>
                </c:pt>
                <c:pt idx="51756">
                  <c:v>0.59902777777460869</c:v>
                </c:pt>
                <c:pt idx="51757">
                  <c:v>0.59903935185138835</c:v>
                </c:pt>
                <c:pt idx="51758">
                  <c:v>0.59905092592089204</c:v>
                </c:pt>
                <c:pt idx="51759">
                  <c:v>0.59906249999767169</c:v>
                </c:pt>
                <c:pt idx="51760">
                  <c:v>0.59907407407445135</c:v>
                </c:pt>
                <c:pt idx="51761">
                  <c:v>0.59908564814395504</c:v>
                </c:pt>
                <c:pt idx="51762">
                  <c:v>0.59909722222073469</c:v>
                </c:pt>
                <c:pt idx="51763">
                  <c:v>0.59910879629751435</c:v>
                </c:pt>
                <c:pt idx="51764">
                  <c:v>0.59912037036701804</c:v>
                </c:pt>
                <c:pt idx="51765">
                  <c:v>0.59913194444379769</c:v>
                </c:pt>
                <c:pt idx="51766">
                  <c:v>0.59914351851330139</c:v>
                </c:pt>
                <c:pt idx="51767">
                  <c:v>0.59915509259008104</c:v>
                </c:pt>
                <c:pt idx="51768">
                  <c:v>0.59916666666686069</c:v>
                </c:pt>
                <c:pt idx="51769">
                  <c:v>0.59917824073636439</c:v>
                </c:pt>
                <c:pt idx="51770">
                  <c:v>0.59918981481314404</c:v>
                </c:pt>
                <c:pt idx="51771">
                  <c:v>0.59920138888992369</c:v>
                </c:pt>
                <c:pt idx="51772">
                  <c:v>0.59921296295942739</c:v>
                </c:pt>
                <c:pt idx="51773">
                  <c:v>0.59922453703620704</c:v>
                </c:pt>
                <c:pt idx="51774">
                  <c:v>0.59923611110571073</c:v>
                </c:pt>
                <c:pt idx="51775">
                  <c:v>0.59924768518249039</c:v>
                </c:pt>
                <c:pt idx="51776">
                  <c:v>0.59925925925927004</c:v>
                </c:pt>
                <c:pt idx="51777">
                  <c:v>0.59927083332877373</c:v>
                </c:pt>
                <c:pt idx="51778">
                  <c:v>0.59928240740555339</c:v>
                </c:pt>
                <c:pt idx="51779">
                  <c:v>0.59929398148233304</c:v>
                </c:pt>
                <c:pt idx="51780">
                  <c:v>0.59930555555183673</c:v>
                </c:pt>
                <c:pt idx="51781">
                  <c:v>0.59931712962861639</c:v>
                </c:pt>
                <c:pt idx="51782">
                  <c:v>0.59932870369812008</c:v>
                </c:pt>
                <c:pt idx="51783">
                  <c:v>0.59934027777489973</c:v>
                </c:pt>
                <c:pt idx="51784">
                  <c:v>0.59935185185167938</c:v>
                </c:pt>
                <c:pt idx="51785">
                  <c:v>0.59936342592118308</c:v>
                </c:pt>
                <c:pt idx="51786">
                  <c:v>0.59937499999796273</c:v>
                </c:pt>
                <c:pt idx="51787">
                  <c:v>0.59938657407474238</c:v>
                </c:pt>
                <c:pt idx="51788">
                  <c:v>0.59939814814424608</c:v>
                </c:pt>
                <c:pt idx="51789">
                  <c:v>0.59940972222102573</c:v>
                </c:pt>
                <c:pt idx="51790">
                  <c:v>0.59942129629052943</c:v>
                </c:pt>
                <c:pt idx="51791">
                  <c:v>0.59943287036730908</c:v>
                </c:pt>
                <c:pt idx="51792">
                  <c:v>0.59944444444408873</c:v>
                </c:pt>
                <c:pt idx="51793">
                  <c:v>0.59945601851359243</c:v>
                </c:pt>
                <c:pt idx="51794">
                  <c:v>0.59946759259037208</c:v>
                </c:pt>
                <c:pt idx="51795">
                  <c:v>0.59947916666715173</c:v>
                </c:pt>
                <c:pt idx="51796">
                  <c:v>0.59949074073665543</c:v>
                </c:pt>
                <c:pt idx="51797">
                  <c:v>0.59950231481343508</c:v>
                </c:pt>
                <c:pt idx="51798">
                  <c:v>0.59951388889021473</c:v>
                </c:pt>
                <c:pt idx="51799">
                  <c:v>0.59952546295971842</c:v>
                </c:pt>
                <c:pt idx="51800">
                  <c:v>0.59953703703649808</c:v>
                </c:pt>
                <c:pt idx="51801">
                  <c:v>0.59954861110600177</c:v>
                </c:pt>
                <c:pt idx="51802">
                  <c:v>0.59956018518278142</c:v>
                </c:pt>
                <c:pt idx="51803">
                  <c:v>0.59957175925956108</c:v>
                </c:pt>
                <c:pt idx="51804">
                  <c:v>0.59958333332906477</c:v>
                </c:pt>
                <c:pt idx="51805">
                  <c:v>0.59959490740584442</c:v>
                </c:pt>
                <c:pt idx="51806">
                  <c:v>0.59960648148262408</c:v>
                </c:pt>
                <c:pt idx="51807">
                  <c:v>0.59961805555212777</c:v>
                </c:pt>
                <c:pt idx="51808">
                  <c:v>0.59962962962890742</c:v>
                </c:pt>
                <c:pt idx="51809">
                  <c:v>0.59964120369841112</c:v>
                </c:pt>
                <c:pt idx="51810">
                  <c:v>0.59965277777519077</c:v>
                </c:pt>
                <c:pt idx="51811">
                  <c:v>0.59966435185197042</c:v>
                </c:pt>
                <c:pt idx="51812">
                  <c:v>0.59967592592147412</c:v>
                </c:pt>
                <c:pt idx="51813">
                  <c:v>0.59968749999825377</c:v>
                </c:pt>
                <c:pt idx="51814">
                  <c:v>0.59969907407503342</c:v>
                </c:pt>
                <c:pt idx="51815">
                  <c:v>0.59971064814453712</c:v>
                </c:pt>
                <c:pt idx="51816">
                  <c:v>0.59972222222131677</c:v>
                </c:pt>
                <c:pt idx="51817">
                  <c:v>0.59973379629082046</c:v>
                </c:pt>
                <c:pt idx="51818">
                  <c:v>0.59974537036760012</c:v>
                </c:pt>
                <c:pt idx="51819">
                  <c:v>0.59975694444437977</c:v>
                </c:pt>
                <c:pt idx="51820">
                  <c:v>0.59976851851388346</c:v>
                </c:pt>
                <c:pt idx="51821">
                  <c:v>0.59978009259066312</c:v>
                </c:pt>
                <c:pt idx="51822">
                  <c:v>0.59979166666744277</c:v>
                </c:pt>
                <c:pt idx="51823">
                  <c:v>0.59980324073694646</c:v>
                </c:pt>
                <c:pt idx="51824">
                  <c:v>0.59981481481372612</c:v>
                </c:pt>
                <c:pt idx="51825">
                  <c:v>0.59982638888322981</c:v>
                </c:pt>
                <c:pt idx="51826">
                  <c:v>0.59983796296000946</c:v>
                </c:pt>
                <c:pt idx="51827">
                  <c:v>0.59984953703678912</c:v>
                </c:pt>
                <c:pt idx="51828">
                  <c:v>0.59986111110629281</c:v>
                </c:pt>
                <c:pt idx="51829">
                  <c:v>0.59987268518307246</c:v>
                </c:pt>
                <c:pt idx="51830">
                  <c:v>0.59988425925985212</c:v>
                </c:pt>
                <c:pt idx="51831">
                  <c:v>0.59989583332935581</c:v>
                </c:pt>
                <c:pt idx="51832">
                  <c:v>0.59990740740613546</c:v>
                </c:pt>
                <c:pt idx="51833">
                  <c:v>0.59991898147563916</c:v>
                </c:pt>
                <c:pt idx="51834">
                  <c:v>0.59993055555241881</c:v>
                </c:pt>
                <c:pt idx="51835">
                  <c:v>0.59994212962919846</c:v>
                </c:pt>
                <c:pt idx="51836">
                  <c:v>0.59995370369870216</c:v>
                </c:pt>
                <c:pt idx="51837">
                  <c:v>0.59996527777548181</c:v>
                </c:pt>
                <c:pt idx="51838">
                  <c:v>0.59997685185226146</c:v>
                </c:pt>
                <c:pt idx="51839">
                  <c:v>0.59998842592176516</c:v>
                </c:pt>
                <c:pt idx="51840">
                  <c:v>0.59999999999854481</c:v>
                </c:pt>
                <c:pt idx="51841">
                  <c:v>0.60001157407532446</c:v>
                </c:pt>
                <c:pt idx="51842">
                  <c:v>0.60002314814482816</c:v>
                </c:pt>
                <c:pt idx="51843">
                  <c:v>0.60003472222160781</c:v>
                </c:pt>
                <c:pt idx="51844">
                  <c:v>0.6000462962911115</c:v>
                </c:pt>
                <c:pt idx="51845">
                  <c:v>0.60005787036789116</c:v>
                </c:pt>
                <c:pt idx="51846">
                  <c:v>0.60006944444467081</c:v>
                </c:pt>
                <c:pt idx="51847">
                  <c:v>0.6000810185141745</c:v>
                </c:pt>
                <c:pt idx="51848">
                  <c:v>0.60009259259095415</c:v>
                </c:pt>
                <c:pt idx="51849">
                  <c:v>0.60010416666773381</c:v>
                </c:pt>
                <c:pt idx="51850">
                  <c:v>0.6001157407372375</c:v>
                </c:pt>
                <c:pt idx="51851">
                  <c:v>0.60012731481401715</c:v>
                </c:pt>
                <c:pt idx="51852">
                  <c:v>0.60013888888352085</c:v>
                </c:pt>
                <c:pt idx="51853">
                  <c:v>0.6001504629603005</c:v>
                </c:pt>
                <c:pt idx="51854">
                  <c:v>0.60016203703708015</c:v>
                </c:pt>
                <c:pt idx="51855">
                  <c:v>0.60017361110658385</c:v>
                </c:pt>
                <c:pt idx="51856">
                  <c:v>0.6001851851833635</c:v>
                </c:pt>
                <c:pt idx="51857">
                  <c:v>0.60019675926014315</c:v>
                </c:pt>
                <c:pt idx="51858">
                  <c:v>0.60020833332964685</c:v>
                </c:pt>
                <c:pt idx="51859">
                  <c:v>0.6002199074064265</c:v>
                </c:pt>
                <c:pt idx="51860">
                  <c:v>0.6002314814759302</c:v>
                </c:pt>
                <c:pt idx="51861">
                  <c:v>0.60024305555270985</c:v>
                </c:pt>
                <c:pt idx="51862">
                  <c:v>0.6002546296294895</c:v>
                </c:pt>
                <c:pt idx="51863">
                  <c:v>0.60026620369899319</c:v>
                </c:pt>
                <c:pt idx="51864">
                  <c:v>0.60027777777577285</c:v>
                </c:pt>
                <c:pt idx="51865">
                  <c:v>0.6002893518525525</c:v>
                </c:pt>
                <c:pt idx="51866">
                  <c:v>0.60030092592205619</c:v>
                </c:pt>
                <c:pt idx="51867">
                  <c:v>0.60031249999883585</c:v>
                </c:pt>
                <c:pt idx="51868">
                  <c:v>0.60032407406833954</c:v>
                </c:pt>
                <c:pt idx="51869">
                  <c:v>0.60033564814511919</c:v>
                </c:pt>
                <c:pt idx="51870">
                  <c:v>0.60034722222189885</c:v>
                </c:pt>
                <c:pt idx="51871">
                  <c:v>0.60035879629140254</c:v>
                </c:pt>
                <c:pt idx="51872">
                  <c:v>0.60037037036818219</c:v>
                </c:pt>
                <c:pt idx="51873">
                  <c:v>0.60038194444496185</c:v>
                </c:pt>
                <c:pt idx="51874">
                  <c:v>0.60039351851446554</c:v>
                </c:pt>
                <c:pt idx="51875">
                  <c:v>0.60040509259124519</c:v>
                </c:pt>
                <c:pt idx="51876">
                  <c:v>0.60041666666074889</c:v>
                </c:pt>
                <c:pt idx="51877">
                  <c:v>0.60042824073752854</c:v>
                </c:pt>
                <c:pt idx="51878">
                  <c:v>0.60043981481430819</c:v>
                </c:pt>
                <c:pt idx="51879">
                  <c:v>0.60045138888381189</c:v>
                </c:pt>
                <c:pt idx="51880">
                  <c:v>0.60046296296059154</c:v>
                </c:pt>
                <c:pt idx="51881">
                  <c:v>0.60047453703737119</c:v>
                </c:pt>
                <c:pt idx="51882">
                  <c:v>0.60048611110687489</c:v>
                </c:pt>
                <c:pt idx="51883">
                  <c:v>0.60049768518365454</c:v>
                </c:pt>
                <c:pt idx="51884">
                  <c:v>0.60050925926043419</c:v>
                </c:pt>
                <c:pt idx="51885">
                  <c:v>0.60052083332993789</c:v>
                </c:pt>
                <c:pt idx="51886">
                  <c:v>0.60053240740671754</c:v>
                </c:pt>
                <c:pt idx="51887">
                  <c:v>0.60054398147622123</c:v>
                </c:pt>
                <c:pt idx="51888">
                  <c:v>0.60055555555300089</c:v>
                </c:pt>
                <c:pt idx="51889">
                  <c:v>0.60056712962978054</c:v>
                </c:pt>
                <c:pt idx="51890">
                  <c:v>0.60057870369928423</c:v>
                </c:pt>
                <c:pt idx="51891">
                  <c:v>0.60059027777606389</c:v>
                </c:pt>
                <c:pt idx="51892">
                  <c:v>0.60060185185284354</c:v>
                </c:pt>
                <c:pt idx="51893">
                  <c:v>0.60061342592234723</c:v>
                </c:pt>
                <c:pt idx="51894">
                  <c:v>0.60062499999912689</c:v>
                </c:pt>
                <c:pt idx="51895">
                  <c:v>0.60063657406863058</c:v>
                </c:pt>
                <c:pt idx="51896">
                  <c:v>0.60064814814541023</c:v>
                </c:pt>
                <c:pt idx="51897">
                  <c:v>0.60065972222218988</c:v>
                </c:pt>
                <c:pt idx="51898">
                  <c:v>0.60067129629169358</c:v>
                </c:pt>
                <c:pt idx="51899">
                  <c:v>0.60068287036847323</c:v>
                </c:pt>
                <c:pt idx="51900">
                  <c:v>0.60069444444525288</c:v>
                </c:pt>
                <c:pt idx="51901">
                  <c:v>0.60070601851475658</c:v>
                </c:pt>
                <c:pt idx="51902">
                  <c:v>0.60071759259153623</c:v>
                </c:pt>
                <c:pt idx="51903">
                  <c:v>0.60072916666103993</c:v>
                </c:pt>
                <c:pt idx="51904">
                  <c:v>0.60074074073781958</c:v>
                </c:pt>
                <c:pt idx="51905">
                  <c:v>0.60075231481459923</c:v>
                </c:pt>
                <c:pt idx="51906">
                  <c:v>0.60076388888410293</c:v>
                </c:pt>
                <c:pt idx="51907">
                  <c:v>0.60077546296088258</c:v>
                </c:pt>
                <c:pt idx="51908">
                  <c:v>0.60078703703766223</c:v>
                </c:pt>
                <c:pt idx="51909">
                  <c:v>0.60079861110716593</c:v>
                </c:pt>
                <c:pt idx="51910">
                  <c:v>0.60081018518394558</c:v>
                </c:pt>
                <c:pt idx="51911">
                  <c:v>0.60082175925344927</c:v>
                </c:pt>
                <c:pt idx="51912">
                  <c:v>0.60083333333022892</c:v>
                </c:pt>
                <c:pt idx="51913">
                  <c:v>0.60084490740700858</c:v>
                </c:pt>
                <c:pt idx="51914">
                  <c:v>0.60085648147651227</c:v>
                </c:pt>
                <c:pt idx="51915">
                  <c:v>0.60086805555329192</c:v>
                </c:pt>
                <c:pt idx="51916">
                  <c:v>0.60087962963007158</c:v>
                </c:pt>
                <c:pt idx="51917">
                  <c:v>0.60089120369957527</c:v>
                </c:pt>
                <c:pt idx="51918">
                  <c:v>0.60090277777635492</c:v>
                </c:pt>
                <c:pt idx="51919">
                  <c:v>0.60091435185313458</c:v>
                </c:pt>
                <c:pt idx="51920">
                  <c:v>0.60092592592263827</c:v>
                </c:pt>
                <c:pt idx="51921">
                  <c:v>0.60093749999941792</c:v>
                </c:pt>
                <c:pt idx="51922">
                  <c:v>0.60094907406892162</c:v>
                </c:pt>
                <c:pt idx="51923">
                  <c:v>0.60096064814570127</c:v>
                </c:pt>
                <c:pt idx="51924">
                  <c:v>0.60097222222248092</c:v>
                </c:pt>
                <c:pt idx="51925">
                  <c:v>0.60098379629198462</c:v>
                </c:pt>
                <c:pt idx="51926">
                  <c:v>0.60099537036876427</c:v>
                </c:pt>
                <c:pt idx="51927">
                  <c:v>0.60100694444554392</c:v>
                </c:pt>
                <c:pt idx="51928">
                  <c:v>0.60101851851504762</c:v>
                </c:pt>
                <c:pt idx="51929">
                  <c:v>0.60103009259182727</c:v>
                </c:pt>
                <c:pt idx="51930">
                  <c:v>0.60104166666133096</c:v>
                </c:pt>
                <c:pt idx="51931">
                  <c:v>0.60105324073811062</c:v>
                </c:pt>
                <c:pt idx="51932">
                  <c:v>0.60106481481489027</c:v>
                </c:pt>
                <c:pt idx="51933">
                  <c:v>0.60107638888439396</c:v>
                </c:pt>
                <c:pt idx="51934">
                  <c:v>0.60108796296117362</c:v>
                </c:pt>
                <c:pt idx="51935">
                  <c:v>0.60109953703795327</c:v>
                </c:pt>
                <c:pt idx="51936">
                  <c:v>0.60111111110745696</c:v>
                </c:pt>
                <c:pt idx="51937">
                  <c:v>0.60112268518423662</c:v>
                </c:pt>
                <c:pt idx="51938">
                  <c:v>0.60113425925374031</c:v>
                </c:pt>
                <c:pt idx="51939">
                  <c:v>0.60114583333051996</c:v>
                </c:pt>
                <c:pt idx="51940">
                  <c:v>0.60115740740729962</c:v>
                </c:pt>
                <c:pt idx="51941">
                  <c:v>0.60116898147680331</c:v>
                </c:pt>
                <c:pt idx="51942">
                  <c:v>0.60118055555358296</c:v>
                </c:pt>
                <c:pt idx="51943">
                  <c:v>0.60119212963036261</c:v>
                </c:pt>
                <c:pt idx="51944">
                  <c:v>0.60120370369986631</c:v>
                </c:pt>
                <c:pt idx="51945">
                  <c:v>0.60121527777664596</c:v>
                </c:pt>
                <c:pt idx="51946">
                  <c:v>0.60122685184614966</c:v>
                </c:pt>
                <c:pt idx="51947">
                  <c:v>0.60123842592292931</c:v>
                </c:pt>
                <c:pt idx="51948">
                  <c:v>0.60124999999970896</c:v>
                </c:pt>
                <c:pt idx="51949">
                  <c:v>0.60126157406921266</c:v>
                </c:pt>
                <c:pt idx="51950">
                  <c:v>0.60127314814599231</c:v>
                </c:pt>
                <c:pt idx="51951">
                  <c:v>0.60128472222277196</c:v>
                </c:pt>
                <c:pt idx="51952">
                  <c:v>0.60129629629227566</c:v>
                </c:pt>
                <c:pt idx="51953">
                  <c:v>0.60130787036905531</c:v>
                </c:pt>
                <c:pt idx="51954">
                  <c:v>0.601319444438559</c:v>
                </c:pt>
                <c:pt idx="51955">
                  <c:v>0.60133101851533866</c:v>
                </c:pt>
                <c:pt idx="51956">
                  <c:v>0.60134259259211831</c:v>
                </c:pt>
                <c:pt idx="51957">
                  <c:v>0.601354166661622</c:v>
                </c:pt>
                <c:pt idx="51958">
                  <c:v>0.60136574073840166</c:v>
                </c:pt>
                <c:pt idx="51959">
                  <c:v>0.60137731481518131</c:v>
                </c:pt>
                <c:pt idx="51960">
                  <c:v>0.601388888884685</c:v>
                </c:pt>
                <c:pt idx="51961">
                  <c:v>0.60140046296146465</c:v>
                </c:pt>
                <c:pt idx="51962">
                  <c:v>0.60141203703824431</c:v>
                </c:pt>
                <c:pt idx="51963">
                  <c:v>0.601423611107748</c:v>
                </c:pt>
                <c:pt idx="51964">
                  <c:v>0.60143518518452765</c:v>
                </c:pt>
                <c:pt idx="51965">
                  <c:v>0.60144675925403135</c:v>
                </c:pt>
                <c:pt idx="51966">
                  <c:v>0.601458333330811</c:v>
                </c:pt>
                <c:pt idx="51967">
                  <c:v>0.60146990740759065</c:v>
                </c:pt>
                <c:pt idx="51968">
                  <c:v>0.60148148147709435</c:v>
                </c:pt>
                <c:pt idx="51969">
                  <c:v>0.601493055553874</c:v>
                </c:pt>
                <c:pt idx="51970">
                  <c:v>0.60150462963065365</c:v>
                </c:pt>
                <c:pt idx="51971">
                  <c:v>0.60151620370015735</c:v>
                </c:pt>
                <c:pt idx="51972">
                  <c:v>0.601527777776937</c:v>
                </c:pt>
                <c:pt idx="51973">
                  <c:v>0.6015393518464407</c:v>
                </c:pt>
                <c:pt idx="51974">
                  <c:v>0.60155092592322035</c:v>
                </c:pt>
                <c:pt idx="51975">
                  <c:v>0.6015625</c:v>
                </c:pt>
                <c:pt idx="51976">
                  <c:v>0.60157407406950369</c:v>
                </c:pt>
                <c:pt idx="51977">
                  <c:v>0.60158564814628335</c:v>
                </c:pt>
                <c:pt idx="51978">
                  <c:v>0.601597222223063</c:v>
                </c:pt>
                <c:pt idx="51979">
                  <c:v>0.60160879629256669</c:v>
                </c:pt>
                <c:pt idx="51980">
                  <c:v>0.60162037036934635</c:v>
                </c:pt>
                <c:pt idx="51981">
                  <c:v>0.60163194443885004</c:v>
                </c:pt>
                <c:pt idx="51982">
                  <c:v>0.60164351851562969</c:v>
                </c:pt>
                <c:pt idx="51983">
                  <c:v>0.60165509259240935</c:v>
                </c:pt>
                <c:pt idx="51984">
                  <c:v>0.60166666666191304</c:v>
                </c:pt>
                <c:pt idx="51985">
                  <c:v>0.60167824073869269</c:v>
                </c:pt>
                <c:pt idx="51986">
                  <c:v>0.60168981481547235</c:v>
                </c:pt>
                <c:pt idx="51987">
                  <c:v>0.60170138888497604</c:v>
                </c:pt>
                <c:pt idx="51988">
                  <c:v>0.60171296296175569</c:v>
                </c:pt>
                <c:pt idx="51989">
                  <c:v>0.60172453703125939</c:v>
                </c:pt>
                <c:pt idx="51990">
                  <c:v>0.60173611110803904</c:v>
                </c:pt>
                <c:pt idx="51991">
                  <c:v>0.60174768518481869</c:v>
                </c:pt>
                <c:pt idx="51992">
                  <c:v>0.60175925925432239</c:v>
                </c:pt>
                <c:pt idx="51993">
                  <c:v>0.60177083333110204</c:v>
                </c:pt>
                <c:pt idx="51994">
                  <c:v>0.60178240740788169</c:v>
                </c:pt>
                <c:pt idx="51995">
                  <c:v>0.60179398147738539</c:v>
                </c:pt>
                <c:pt idx="51996">
                  <c:v>0.60180555555416504</c:v>
                </c:pt>
                <c:pt idx="51997">
                  <c:v>0.60181712963094469</c:v>
                </c:pt>
                <c:pt idx="51998">
                  <c:v>0.60182870370044839</c:v>
                </c:pt>
                <c:pt idx="51999">
                  <c:v>0.60184027777722804</c:v>
                </c:pt>
                <c:pt idx="52000">
                  <c:v>0.60185185184673173</c:v>
                </c:pt>
                <c:pt idx="52001">
                  <c:v>0.60186342592351139</c:v>
                </c:pt>
                <c:pt idx="52002">
                  <c:v>0.60187500000029104</c:v>
                </c:pt>
                <c:pt idx="52003">
                  <c:v>0.60188657406979473</c:v>
                </c:pt>
                <c:pt idx="52004">
                  <c:v>0.60189814814657439</c:v>
                </c:pt>
                <c:pt idx="52005">
                  <c:v>0.60190972222335404</c:v>
                </c:pt>
                <c:pt idx="52006">
                  <c:v>0.60192129629285773</c:v>
                </c:pt>
                <c:pt idx="52007">
                  <c:v>0.60193287036963739</c:v>
                </c:pt>
                <c:pt idx="52008">
                  <c:v>0.60194444443914108</c:v>
                </c:pt>
                <c:pt idx="52009">
                  <c:v>0.60195601851592073</c:v>
                </c:pt>
                <c:pt idx="52010">
                  <c:v>0.60196759259270038</c:v>
                </c:pt>
                <c:pt idx="52011">
                  <c:v>0.60197916666220408</c:v>
                </c:pt>
                <c:pt idx="52012">
                  <c:v>0.60199074073898373</c:v>
                </c:pt>
                <c:pt idx="52013">
                  <c:v>0.60200231481576338</c:v>
                </c:pt>
                <c:pt idx="52014">
                  <c:v>0.60201388888526708</c:v>
                </c:pt>
                <c:pt idx="52015">
                  <c:v>0.60202546296204673</c:v>
                </c:pt>
                <c:pt idx="52016">
                  <c:v>0.60203703703155043</c:v>
                </c:pt>
                <c:pt idx="52017">
                  <c:v>0.60204861110833008</c:v>
                </c:pt>
                <c:pt idx="52018">
                  <c:v>0.60206018518510973</c:v>
                </c:pt>
                <c:pt idx="52019">
                  <c:v>0.60207175925461343</c:v>
                </c:pt>
                <c:pt idx="52020">
                  <c:v>0.60208333333139308</c:v>
                </c:pt>
                <c:pt idx="52021">
                  <c:v>0.60209490740817273</c:v>
                </c:pt>
                <c:pt idx="52022">
                  <c:v>0.60210648147767643</c:v>
                </c:pt>
                <c:pt idx="52023">
                  <c:v>0.60211805555445608</c:v>
                </c:pt>
                <c:pt idx="52024">
                  <c:v>0.60212962962395977</c:v>
                </c:pt>
                <c:pt idx="52025">
                  <c:v>0.60214120370073942</c:v>
                </c:pt>
                <c:pt idx="52026">
                  <c:v>0.60215277777751908</c:v>
                </c:pt>
                <c:pt idx="52027">
                  <c:v>0.60216435184702277</c:v>
                </c:pt>
                <c:pt idx="52028">
                  <c:v>0.60217592592380242</c:v>
                </c:pt>
                <c:pt idx="52029">
                  <c:v>0.60218750000058208</c:v>
                </c:pt>
                <c:pt idx="52030">
                  <c:v>0.60219907407008577</c:v>
                </c:pt>
                <c:pt idx="52031">
                  <c:v>0.60221064814686542</c:v>
                </c:pt>
                <c:pt idx="52032">
                  <c:v>0.60222222221636912</c:v>
                </c:pt>
                <c:pt idx="52033">
                  <c:v>0.60223379629314877</c:v>
                </c:pt>
                <c:pt idx="52034">
                  <c:v>0.60224537036992842</c:v>
                </c:pt>
                <c:pt idx="52035">
                  <c:v>0.60225694443943212</c:v>
                </c:pt>
                <c:pt idx="52036">
                  <c:v>0.60226851851621177</c:v>
                </c:pt>
                <c:pt idx="52037">
                  <c:v>0.60228009259299142</c:v>
                </c:pt>
                <c:pt idx="52038">
                  <c:v>0.60229166666249512</c:v>
                </c:pt>
                <c:pt idx="52039">
                  <c:v>0.60230324073927477</c:v>
                </c:pt>
                <c:pt idx="52040">
                  <c:v>0.60231481481605442</c:v>
                </c:pt>
                <c:pt idx="52041">
                  <c:v>0.60232638888555812</c:v>
                </c:pt>
                <c:pt idx="52042">
                  <c:v>0.60233796296233777</c:v>
                </c:pt>
                <c:pt idx="52043">
                  <c:v>0.60234953703184146</c:v>
                </c:pt>
                <c:pt idx="52044">
                  <c:v>0.60236111110862112</c:v>
                </c:pt>
                <c:pt idx="52045">
                  <c:v>0.60237268518540077</c:v>
                </c:pt>
                <c:pt idx="52046">
                  <c:v>0.60238425925490446</c:v>
                </c:pt>
                <c:pt idx="52047">
                  <c:v>0.60239583333168412</c:v>
                </c:pt>
                <c:pt idx="52048">
                  <c:v>0.60240740740846377</c:v>
                </c:pt>
                <c:pt idx="52049">
                  <c:v>0.60241898147796746</c:v>
                </c:pt>
                <c:pt idx="52050">
                  <c:v>0.60243055555474712</c:v>
                </c:pt>
                <c:pt idx="52051">
                  <c:v>0.60244212962425081</c:v>
                </c:pt>
                <c:pt idx="52052">
                  <c:v>0.60245370370103046</c:v>
                </c:pt>
                <c:pt idx="52053">
                  <c:v>0.60246527777781012</c:v>
                </c:pt>
                <c:pt idx="52054">
                  <c:v>0.60247685184731381</c:v>
                </c:pt>
                <c:pt idx="52055">
                  <c:v>0.60248842592409346</c:v>
                </c:pt>
                <c:pt idx="52056">
                  <c:v>0.60250000000087311</c:v>
                </c:pt>
                <c:pt idx="52057">
                  <c:v>0.60251157407037681</c:v>
                </c:pt>
                <c:pt idx="52058">
                  <c:v>0.60252314814715646</c:v>
                </c:pt>
                <c:pt idx="52059">
                  <c:v>0.60253472221666016</c:v>
                </c:pt>
                <c:pt idx="52060">
                  <c:v>0.60254629629343981</c:v>
                </c:pt>
                <c:pt idx="52061">
                  <c:v>0.60255787037021946</c:v>
                </c:pt>
                <c:pt idx="52062">
                  <c:v>0.60256944443972316</c:v>
                </c:pt>
                <c:pt idx="52063">
                  <c:v>0.60258101851650281</c:v>
                </c:pt>
                <c:pt idx="52064">
                  <c:v>0.60259259259328246</c:v>
                </c:pt>
                <c:pt idx="52065">
                  <c:v>0.60260416666278616</c:v>
                </c:pt>
                <c:pt idx="52066">
                  <c:v>0.60261574073956581</c:v>
                </c:pt>
                <c:pt idx="52067">
                  <c:v>0.6026273148090695</c:v>
                </c:pt>
                <c:pt idx="52068">
                  <c:v>0.60263888888584916</c:v>
                </c:pt>
                <c:pt idx="52069">
                  <c:v>0.60265046296262881</c:v>
                </c:pt>
                <c:pt idx="52070">
                  <c:v>0.6026620370321325</c:v>
                </c:pt>
                <c:pt idx="52071">
                  <c:v>0.60267361110891216</c:v>
                </c:pt>
                <c:pt idx="52072">
                  <c:v>0.60268518518569181</c:v>
                </c:pt>
                <c:pt idx="52073">
                  <c:v>0.6026967592551955</c:v>
                </c:pt>
                <c:pt idx="52074">
                  <c:v>0.60270833333197515</c:v>
                </c:pt>
                <c:pt idx="52075">
                  <c:v>0.60271990740147885</c:v>
                </c:pt>
                <c:pt idx="52076">
                  <c:v>0.6027314814782585</c:v>
                </c:pt>
                <c:pt idx="52077">
                  <c:v>0.60274305555503815</c:v>
                </c:pt>
                <c:pt idx="52078">
                  <c:v>0.60275462962454185</c:v>
                </c:pt>
                <c:pt idx="52079">
                  <c:v>0.6027662037013215</c:v>
                </c:pt>
                <c:pt idx="52080">
                  <c:v>0.60277777777810115</c:v>
                </c:pt>
                <c:pt idx="52081">
                  <c:v>0.60278935184760485</c:v>
                </c:pt>
                <c:pt idx="52082">
                  <c:v>0.6028009259243845</c:v>
                </c:pt>
                <c:pt idx="52083">
                  <c:v>0.60281250000116415</c:v>
                </c:pt>
                <c:pt idx="52084">
                  <c:v>0.60282407407066785</c:v>
                </c:pt>
                <c:pt idx="52085">
                  <c:v>0.6028356481474475</c:v>
                </c:pt>
                <c:pt idx="52086">
                  <c:v>0.6028472222169512</c:v>
                </c:pt>
                <c:pt idx="52087">
                  <c:v>0.60285879629373085</c:v>
                </c:pt>
                <c:pt idx="52088">
                  <c:v>0.6028703703705105</c:v>
                </c:pt>
                <c:pt idx="52089">
                  <c:v>0.60288194444001419</c:v>
                </c:pt>
                <c:pt idx="52090">
                  <c:v>0.60289351851679385</c:v>
                </c:pt>
                <c:pt idx="52091">
                  <c:v>0.6029050925935735</c:v>
                </c:pt>
                <c:pt idx="52092">
                  <c:v>0.60291666666307719</c:v>
                </c:pt>
                <c:pt idx="52093">
                  <c:v>0.60292824073985685</c:v>
                </c:pt>
                <c:pt idx="52094">
                  <c:v>0.60293981480936054</c:v>
                </c:pt>
                <c:pt idx="52095">
                  <c:v>0.60295138888614019</c:v>
                </c:pt>
                <c:pt idx="52096">
                  <c:v>0.60296296296291985</c:v>
                </c:pt>
                <c:pt idx="52097">
                  <c:v>0.60297453703242354</c:v>
                </c:pt>
                <c:pt idx="52098">
                  <c:v>0.60298611110920319</c:v>
                </c:pt>
                <c:pt idx="52099">
                  <c:v>0.60299768518598285</c:v>
                </c:pt>
                <c:pt idx="52100">
                  <c:v>0.60300925925548654</c:v>
                </c:pt>
                <c:pt idx="52101">
                  <c:v>0.60302083333226619</c:v>
                </c:pt>
                <c:pt idx="52102">
                  <c:v>0.60303240740176989</c:v>
                </c:pt>
                <c:pt idx="52103">
                  <c:v>0.60304398147854954</c:v>
                </c:pt>
                <c:pt idx="52104">
                  <c:v>0.60305555555532919</c:v>
                </c:pt>
                <c:pt idx="52105">
                  <c:v>0.60306712962483289</c:v>
                </c:pt>
                <c:pt idx="52106">
                  <c:v>0.60307870370161254</c:v>
                </c:pt>
                <c:pt idx="52107">
                  <c:v>0.60309027777839219</c:v>
                </c:pt>
                <c:pt idx="52108">
                  <c:v>0.60310185184789589</c:v>
                </c:pt>
                <c:pt idx="52109">
                  <c:v>0.60311342592467554</c:v>
                </c:pt>
                <c:pt idx="52110">
                  <c:v>0.60312499999417923</c:v>
                </c:pt>
                <c:pt idx="52111">
                  <c:v>0.60313657407095889</c:v>
                </c:pt>
                <c:pt idx="52112">
                  <c:v>0.60314814814773854</c:v>
                </c:pt>
                <c:pt idx="52113">
                  <c:v>0.60315972221724223</c:v>
                </c:pt>
                <c:pt idx="52114">
                  <c:v>0.60317129629402189</c:v>
                </c:pt>
                <c:pt idx="52115">
                  <c:v>0.60318287037080154</c:v>
                </c:pt>
                <c:pt idx="52116">
                  <c:v>0.60319444444030523</c:v>
                </c:pt>
                <c:pt idx="52117">
                  <c:v>0.60320601851708489</c:v>
                </c:pt>
                <c:pt idx="52118">
                  <c:v>0.60321759259386454</c:v>
                </c:pt>
                <c:pt idx="52119">
                  <c:v>0.60322916666336823</c:v>
                </c:pt>
                <c:pt idx="52120">
                  <c:v>0.60324074074014788</c:v>
                </c:pt>
                <c:pt idx="52121">
                  <c:v>0.60325231480965158</c:v>
                </c:pt>
                <c:pt idx="52122">
                  <c:v>0.60326388888643123</c:v>
                </c:pt>
                <c:pt idx="52123">
                  <c:v>0.60327546296321088</c:v>
                </c:pt>
                <c:pt idx="52124">
                  <c:v>0.60328703703271458</c:v>
                </c:pt>
                <c:pt idx="52125">
                  <c:v>0.60329861110949423</c:v>
                </c:pt>
                <c:pt idx="52126">
                  <c:v>0.60331018518627388</c:v>
                </c:pt>
                <c:pt idx="52127">
                  <c:v>0.60332175925577758</c:v>
                </c:pt>
                <c:pt idx="52128">
                  <c:v>0.60333333333255723</c:v>
                </c:pt>
                <c:pt idx="52129">
                  <c:v>0.60334490740206093</c:v>
                </c:pt>
                <c:pt idx="52130">
                  <c:v>0.60335648147884058</c:v>
                </c:pt>
                <c:pt idx="52131">
                  <c:v>0.60336805555562023</c:v>
                </c:pt>
                <c:pt idx="52132">
                  <c:v>0.60337962962512393</c:v>
                </c:pt>
                <c:pt idx="52133">
                  <c:v>0.60339120370190358</c:v>
                </c:pt>
                <c:pt idx="52134">
                  <c:v>0.60340277777868323</c:v>
                </c:pt>
                <c:pt idx="52135">
                  <c:v>0.60341435184818693</c:v>
                </c:pt>
                <c:pt idx="52136">
                  <c:v>0.60342592592496658</c:v>
                </c:pt>
                <c:pt idx="52137">
                  <c:v>0.60343749999447027</c:v>
                </c:pt>
                <c:pt idx="52138">
                  <c:v>0.60344907407124992</c:v>
                </c:pt>
                <c:pt idx="52139">
                  <c:v>0.60346064814802958</c:v>
                </c:pt>
                <c:pt idx="52140">
                  <c:v>0.60347222221753327</c:v>
                </c:pt>
                <c:pt idx="52141">
                  <c:v>0.60348379629431292</c:v>
                </c:pt>
                <c:pt idx="52142">
                  <c:v>0.60349537037109258</c:v>
                </c:pt>
                <c:pt idx="52143">
                  <c:v>0.60350694444059627</c:v>
                </c:pt>
                <c:pt idx="52144">
                  <c:v>0.60351851851737592</c:v>
                </c:pt>
                <c:pt idx="52145">
                  <c:v>0.60353009258687962</c:v>
                </c:pt>
                <c:pt idx="52146">
                  <c:v>0.60354166666365927</c:v>
                </c:pt>
                <c:pt idx="52147">
                  <c:v>0.60355324074043892</c:v>
                </c:pt>
                <c:pt idx="52148">
                  <c:v>0.60356481480994262</c:v>
                </c:pt>
                <c:pt idx="52149">
                  <c:v>0.60357638888672227</c:v>
                </c:pt>
                <c:pt idx="52150">
                  <c:v>0.60358796296350192</c:v>
                </c:pt>
                <c:pt idx="52151">
                  <c:v>0.60359953703300562</c:v>
                </c:pt>
                <c:pt idx="52152">
                  <c:v>0.60361111110978527</c:v>
                </c:pt>
                <c:pt idx="52153">
                  <c:v>0.60362268517928896</c:v>
                </c:pt>
                <c:pt idx="52154">
                  <c:v>0.60363425925606862</c:v>
                </c:pt>
                <c:pt idx="52155">
                  <c:v>0.60364583333284827</c:v>
                </c:pt>
                <c:pt idx="52156">
                  <c:v>0.60365740740235196</c:v>
                </c:pt>
                <c:pt idx="52157">
                  <c:v>0.60366898147913162</c:v>
                </c:pt>
                <c:pt idx="52158">
                  <c:v>0.60368055555591127</c:v>
                </c:pt>
                <c:pt idx="52159">
                  <c:v>0.60369212962541496</c:v>
                </c:pt>
                <c:pt idx="52160">
                  <c:v>0.60370370370219462</c:v>
                </c:pt>
                <c:pt idx="52161">
                  <c:v>0.60371527777897427</c:v>
                </c:pt>
                <c:pt idx="52162">
                  <c:v>0.60372685184847796</c:v>
                </c:pt>
                <c:pt idx="52163">
                  <c:v>0.60373842592525762</c:v>
                </c:pt>
                <c:pt idx="52164">
                  <c:v>0.60374999999476131</c:v>
                </c:pt>
                <c:pt idx="52165">
                  <c:v>0.60376157407154096</c:v>
                </c:pt>
                <c:pt idx="52166">
                  <c:v>0.60377314814832062</c:v>
                </c:pt>
                <c:pt idx="52167">
                  <c:v>0.60378472221782431</c:v>
                </c:pt>
                <c:pt idx="52168">
                  <c:v>0.60379629629460396</c:v>
                </c:pt>
                <c:pt idx="52169">
                  <c:v>0.60380787037138361</c:v>
                </c:pt>
                <c:pt idx="52170">
                  <c:v>0.60381944444088731</c:v>
                </c:pt>
                <c:pt idx="52171">
                  <c:v>0.60383101851766696</c:v>
                </c:pt>
                <c:pt idx="52172">
                  <c:v>0.60384259258717066</c:v>
                </c:pt>
                <c:pt idx="52173">
                  <c:v>0.60385416666395031</c:v>
                </c:pt>
                <c:pt idx="52174">
                  <c:v>0.60386574074072996</c:v>
                </c:pt>
                <c:pt idx="52175">
                  <c:v>0.60387731481023366</c:v>
                </c:pt>
                <c:pt idx="52176">
                  <c:v>0.60388888888701331</c:v>
                </c:pt>
                <c:pt idx="52177">
                  <c:v>0.60390046296379296</c:v>
                </c:pt>
                <c:pt idx="52178">
                  <c:v>0.60391203703329666</c:v>
                </c:pt>
                <c:pt idx="52179">
                  <c:v>0.60392361111007631</c:v>
                </c:pt>
                <c:pt idx="52180">
                  <c:v>0.60393518517958</c:v>
                </c:pt>
                <c:pt idx="52181">
                  <c:v>0.60394675925635966</c:v>
                </c:pt>
                <c:pt idx="52182">
                  <c:v>0.60395833333313931</c:v>
                </c:pt>
                <c:pt idx="52183">
                  <c:v>0.603969907402643</c:v>
                </c:pt>
                <c:pt idx="52184">
                  <c:v>0.60398148147942265</c:v>
                </c:pt>
                <c:pt idx="52185">
                  <c:v>0.60399305555620231</c:v>
                </c:pt>
                <c:pt idx="52186">
                  <c:v>0.604004629625706</c:v>
                </c:pt>
                <c:pt idx="52187">
                  <c:v>0.60401620370248565</c:v>
                </c:pt>
                <c:pt idx="52188">
                  <c:v>0.60402777777198935</c:v>
                </c:pt>
                <c:pt idx="52189">
                  <c:v>0.604039351848769</c:v>
                </c:pt>
                <c:pt idx="52190">
                  <c:v>0.60405092592554865</c:v>
                </c:pt>
                <c:pt idx="52191">
                  <c:v>0.60406249999505235</c:v>
                </c:pt>
                <c:pt idx="52192">
                  <c:v>0.604074074071832</c:v>
                </c:pt>
                <c:pt idx="52193">
                  <c:v>0.60408564814861165</c:v>
                </c:pt>
                <c:pt idx="52194">
                  <c:v>0.60409722221811535</c:v>
                </c:pt>
                <c:pt idx="52195">
                  <c:v>0.604108796294895</c:v>
                </c:pt>
                <c:pt idx="52196">
                  <c:v>0.60412037037167465</c:v>
                </c:pt>
                <c:pt idx="52197">
                  <c:v>0.60413194444117835</c:v>
                </c:pt>
                <c:pt idx="52198">
                  <c:v>0.604143518517958</c:v>
                </c:pt>
                <c:pt idx="52199">
                  <c:v>0.6041550925874617</c:v>
                </c:pt>
                <c:pt idx="52200">
                  <c:v>0.60416666666424135</c:v>
                </c:pt>
                <c:pt idx="52201">
                  <c:v>0.604178240741021</c:v>
                </c:pt>
                <c:pt idx="52202">
                  <c:v>0.60418981481052469</c:v>
                </c:pt>
                <c:pt idx="52203">
                  <c:v>0.60420138888730435</c:v>
                </c:pt>
                <c:pt idx="52204">
                  <c:v>0.604212962964084</c:v>
                </c:pt>
                <c:pt idx="52205">
                  <c:v>0.60422453703358769</c:v>
                </c:pt>
                <c:pt idx="52206">
                  <c:v>0.60423611111036735</c:v>
                </c:pt>
                <c:pt idx="52207">
                  <c:v>0.60424768517987104</c:v>
                </c:pt>
                <c:pt idx="52208">
                  <c:v>0.60425925925665069</c:v>
                </c:pt>
                <c:pt idx="52209">
                  <c:v>0.60427083333343035</c:v>
                </c:pt>
                <c:pt idx="52210">
                  <c:v>0.60428240740293404</c:v>
                </c:pt>
                <c:pt idx="52211">
                  <c:v>0.60429398147971369</c:v>
                </c:pt>
                <c:pt idx="52212">
                  <c:v>0.60430555555649335</c:v>
                </c:pt>
                <c:pt idx="52213">
                  <c:v>0.60431712962599704</c:v>
                </c:pt>
                <c:pt idx="52214">
                  <c:v>0.60432870370277669</c:v>
                </c:pt>
                <c:pt idx="52215">
                  <c:v>0.60434027777228039</c:v>
                </c:pt>
                <c:pt idx="52216">
                  <c:v>0.60435185184906004</c:v>
                </c:pt>
                <c:pt idx="52217">
                  <c:v>0.60436342592583969</c:v>
                </c:pt>
                <c:pt idx="52218">
                  <c:v>0.60437499999534339</c:v>
                </c:pt>
                <c:pt idx="52219">
                  <c:v>0.60438657407212304</c:v>
                </c:pt>
                <c:pt idx="52220">
                  <c:v>0.60439814814890269</c:v>
                </c:pt>
                <c:pt idx="52221">
                  <c:v>0.60440972221840639</c:v>
                </c:pt>
                <c:pt idx="52222">
                  <c:v>0.60442129629518604</c:v>
                </c:pt>
                <c:pt idx="52223">
                  <c:v>0.60443287036468973</c:v>
                </c:pt>
                <c:pt idx="52224">
                  <c:v>0.60444444444146939</c:v>
                </c:pt>
                <c:pt idx="52225">
                  <c:v>0.60445601851824904</c:v>
                </c:pt>
                <c:pt idx="52226">
                  <c:v>0.60446759258775273</c:v>
                </c:pt>
                <c:pt idx="52227">
                  <c:v>0.60447916666453239</c:v>
                </c:pt>
                <c:pt idx="52228">
                  <c:v>0.60449074074131204</c:v>
                </c:pt>
                <c:pt idx="52229">
                  <c:v>0.60450231481081573</c:v>
                </c:pt>
                <c:pt idx="52230">
                  <c:v>0.60451388888759539</c:v>
                </c:pt>
                <c:pt idx="52231">
                  <c:v>0.60452546295709908</c:v>
                </c:pt>
                <c:pt idx="52232">
                  <c:v>0.60453703703387873</c:v>
                </c:pt>
                <c:pt idx="52233">
                  <c:v>0.60454861111065838</c:v>
                </c:pt>
                <c:pt idx="52234">
                  <c:v>0.60456018518016208</c:v>
                </c:pt>
                <c:pt idx="52235">
                  <c:v>0.60457175925694173</c:v>
                </c:pt>
                <c:pt idx="52236">
                  <c:v>0.60458333333372138</c:v>
                </c:pt>
                <c:pt idx="52237">
                  <c:v>0.60459490740322508</c:v>
                </c:pt>
                <c:pt idx="52238">
                  <c:v>0.60460648148000473</c:v>
                </c:pt>
                <c:pt idx="52239">
                  <c:v>0.60461805555678438</c:v>
                </c:pt>
                <c:pt idx="52240">
                  <c:v>0.60462962962628808</c:v>
                </c:pt>
                <c:pt idx="52241">
                  <c:v>0.60464120370306773</c:v>
                </c:pt>
                <c:pt idx="52242">
                  <c:v>0.60465277777257143</c:v>
                </c:pt>
                <c:pt idx="52243">
                  <c:v>0.60466435184935108</c:v>
                </c:pt>
                <c:pt idx="52244">
                  <c:v>0.60467592592613073</c:v>
                </c:pt>
                <c:pt idx="52245">
                  <c:v>0.60468749999563443</c:v>
                </c:pt>
                <c:pt idx="52246">
                  <c:v>0.60469907407241408</c:v>
                </c:pt>
                <c:pt idx="52247">
                  <c:v>0.60471064814919373</c:v>
                </c:pt>
                <c:pt idx="52248">
                  <c:v>0.60472222221869742</c:v>
                </c:pt>
                <c:pt idx="52249">
                  <c:v>0.60473379629547708</c:v>
                </c:pt>
                <c:pt idx="52250">
                  <c:v>0.60474537036498077</c:v>
                </c:pt>
                <c:pt idx="52251">
                  <c:v>0.60475694444176042</c:v>
                </c:pt>
                <c:pt idx="52252">
                  <c:v>0.60476851851854008</c:v>
                </c:pt>
                <c:pt idx="52253">
                  <c:v>0.60478009258804377</c:v>
                </c:pt>
                <c:pt idx="52254">
                  <c:v>0.60479166666482342</c:v>
                </c:pt>
                <c:pt idx="52255">
                  <c:v>0.60480324074160308</c:v>
                </c:pt>
                <c:pt idx="52256">
                  <c:v>0.60481481481110677</c:v>
                </c:pt>
                <c:pt idx="52257">
                  <c:v>0.60482638888788642</c:v>
                </c:pt>
                <c:pt idx="52258">
                  <c:v>0.60483796295739012</c:v>
                </c:pt>
                <c:pt idx="52259">
                  <c:v>0.60484953703416977</c:v>
                </c:pt>
                <c:pt idx="52260">
                  <c:v>0.60486111111094942</c:v>
                </c:pt>
                <c:pt idx="52261">
                  <c:v>0.60487268518045312</c:v>
                </c:pt>
                <c:pt idx="52262">
                  <c:v>0.60488425925723277</c:v>
                </c:pt>
                <c:pt idx="52263">
                  <c:v>0.60489583333401242</c:v>
                </c:pt>
                <c:pt idx="52264">
                  <c:v>0.60490740740351612</c:v>
                </c:pt>
                <c:pt idx="52265">
                  <c:v>0.60491898148029577</c:v>
                </c:pt>
                <c:pt idx="52266">
                  <c:v>0.60493055554979946</c:v>
                </c:pt>
                <c:pt idx="52267">
                  <c:v>0.60494212962657912</c:v>
                </c:pt>
                <c:pt idx="52268">
                  <c:v>0.60495370370335877</c:v>
                </c:pt>
                <c:pt idx="52269">
                  <c:v>0.60496527777286246</c:v>
                </c:pt>
                <c:pt idx="52270">
                  <c:v>0.60497685184964212</c:v>
                </c:pt>
                <c:pt idx="52271">
                  <c:v>0.60498842592642177</c:v>
                </c:pt>
                <c:pt idx="52272">
                  <c:v>0.60499999999592546</c:v>
                </c:pt>
                <c:pt idx="52273">
                  <c:v>0.60501157407270512</c:v>
                </c:pt>
                <c:pt idx="52274">
                  <c:v>0.60502314814948477</c:v>
                </c:pt>
                <c:pt idx="52275">
                  <c:v>0.60503472221898846</c:v>
                </c:pt>
                <c:pt idx="52276">
                  <c:v>0.60504629629576812</c:v>
                </c:pt>
                <c:pt idx="52277">
                  <c:v>0.60505787036527181</c:v>
                </c:pt>
                <c:pt idx="52278">
                  <c:v>0.60506944444205146</c:v>
                </c:pt>
                <c:pt idx="52279">
                  <c:v>0.60508101851883112</c:v>
                </c:pt>
                <c:pt idx="52280">
                  <c:v>0.60509259258833481</c:v>
                </c:pt>
                <c:pt idx="52281">
                  <c:v>0.60510416666511446</c:v>
                </c:pt>
                <c:pt idx="52282">
                  <c:v>0.60511574074189411</c:v>
                </c:pt>
                <c:pt idx="52283">
                  <c:v>0.60512731481139781</c:v>
                </c:pt>
                <c:pt idx="52284">
                  <c:v>0.60513888888817746</c:v>
                </c:pt>
                <c:pt idx="52285">
                  <c:v>0.60515046295768116</c:v>
                </c:pt>
                <c:pt idx="52286">
                  <c:v>0.60516203703446081</c:v>
                </c:pt>
                <c:pt idx="52287">
                  <c:v>0.60517361111124046</c:v>
                </c:pt>
                <c:pt idx="52288">
                  <c:v>0.60518518518074416</c:v>
                </c:pt>
                <c:pt idx="52289">
                  <c:v>0.60519675925752381</c:v>
                </c:pt>
                <c:pt idx="52290">
                  <c:v>0.60520833333430346</c:v>
                </c:pt>
                <c:pt idx="52291">
                  <c:v>0.60521990740380716</c:v>
                </c:pt>
                <c:pt idx="52292">
                  <c:v>0.60523148148058681</c:v>
                </c:pt>
                <c:pt idx="52293">
                  <c:v>0.6052430555500905</c:v>
                </c:pt>
                <c:pt idx="52294">
                  <c:v>0.60525462962687016</c:v>
                </c:pt>
                <c:pt idx="52295">
                  <c:v>0.60526620370364981</c:v>
                </c:pt>
                <c:pt idx="52296">
                  <c:v>0.6052777777731535</c:v>
                </c:pt>
                <c:pt idx="52297">
                  <c:v>0.60528935184993315</c:v>
                </c:pt>
                <c:pt idx="52298">
                  <c:v>0.60530092592671281</c:v>
                </c:pt>
                <c:pt idx="52299">
                  <c:v>0.6053124999962165</c:v>
                </c:pt>
                <c:pt idx="52300">
                  <c:v>0.60532407407299615</c:v>
                </c:pt>
                <c:pt idx="52301">
                  <c:v>0.60533564814249985</c:v>
                </c:pt>
                <c:pt idx="52302">
                  <c:v>0.6053472222192795</c:v>
                </c:pt>
                <c:pt idx="52303">
                  <c:v>0.60535879629605915</c:v>
                </c:pt>
                <c:pt idx="52304">
                  <c:v>0.60537037036556285</c:v>
                </c:pt>
                <c:pt idx="52305">
                  <c:v>0.6053819444423425</c:v>
                </c:pt>
                <c:pt idx="52306">
                  <c:v>0.60539351851912215</c:v>
                </c:pt>
                <c:pt idx="52307">
                  <c:v>0.60540509258862585</c:v>
                </c:pt>
                <c:pt idx="52308">
                  <c:v>0.6054166666654055</c:v>
                </c:pt>
                <c:pt idx="52309">
                  <c:v>0.6054282407349092</c:v>
                </c:pt>
                <c:pt idx="52310">
                  <c:v>0.60543981481168885</c:v>
                </c:pt>
                <c:pt idx="52311">
                  <c:v>0.6054513888884685</c:v>
                </c:pt>
                <c:pt idx="52312">
                  <c:v>0.60546296295797219</c:v>
                </c:pt>
                <c:pt idx="52313">
                  <c:v>0.60547453703475185</c:v>
                </c:pt>
                <c:pt idx="52314">
                  <c:v>0.6054861111115315</c:v>
                </c:pt>
                <c:pt idx="52315">
                  <c:v>0.60549768518103519</c:v>
                </c:pt>
                <c:pt idx="52316">
                  <c:v>0.60550925925781485</c:v>
                </c:pt>
                <c:pt idx="52317">
                  <c:v>0.6055208333345945</c:v>
                </c:pt>
                <c:pt idx="52318">
                  <c:v>0.60553240740409819</c:v>
                </c:pt>
                <c:pt idx="52319">
                  <c:v>0.60554398148087785</c:v>
                </c:pt>
                <c:pt idx="52320">
                  <c:v>0.60555555555038154</c:v>
                </c:pt>
                <c:pt idx="52321">
                  <c:v>0.60556712962716119</c:v>
                </c:pt>
                <c:pt idx="52322">
                  <c:v>0.60557870370394085</c:v>
                </c:pt>
                <c:pt idx="52323">
                  <c:v>0.60559027777344454</c:v>
                </c:pt>
                <c:pt idx="52324">
                  <c:v>0.60560185185022419</c:v>
                </c:pt>
                <c:pt idx="52325">
                  <c:v>0.60561342592700385</c:v>
                </c:pt>
                <c:pt idx="52326">
                  <c:v>0.60562499999650754</c:v>
                </c:pt>
                <c:pt idx="52327">
                  <c:v>0.60563657407328719</c:v>
                </c:pt>
                <c:pt idx="52328">
                  <c:v>0.60564814814279089</c:v>
                </c:pt>
                <c:pt idx="52329">
                  <c:v>0.60565972221957054</c:v>
                </c:pt>
                <c:pt idx="52330">
                  <c:v>0.60567129629635019</c:v>
                </c:pt>
                <c:pt idx="52331">
                  <c:v>0.60568287036585389</c:v>
                </c:pt>
                <c:pt idx="52332">
                  <c:v>0.60569444444263354</c:v>
                </c:pt>
                <c:pt idx="52333">
                  <c:v>0.60570601851941319</c:v>
                </c:pt>
                <c:pt idx="52334">
                  <c:v>0.60571759258891689</c:v>
                </c:pt>
                <c:pt idx="52335">
                  <c:v>0.60572916666569654</c:v>
                </c:pt>
                <c:pt idx="52336">
                  <c:v>0.60574074073520023</c:v>
                </c:pt>
                <c:pt idx="52337">
                  <c:v>0.60575231481197989</c:v>
                </c:pt>
                <c:pt idx="52338">
                  <c:v>0.60576388888875954</c:v>
                </c:pt>
                <c:pt idx="52339">
                  <c:v>0.60577546295826323</c:v>
                </c:pt>
                <c:pt idx="52340">
                  <c:v>0.60578703703504289</c:v>
                </c:pt>
                <c:pt idx="52341">
                  <c:v>0.60579861111182254</c:v>
                </c:pt>
                <c:pt idx="52342">
                  <c:v>0.60581018518132623</c:v>
                </c:pt>
                <c:pt idx="52343">
                  <c:v>0.60582175925810589</c:v>
                </c:pt>
                <c:pt idx="52344">
                  <c:v>0.60583333332760958</c:v>
                </c:pt>
                <c:pt idx="52345">
                  <c:v>0.60584490740438923</c:v>
                </c:pt>
                <c:pt idx="52346">
                  <c:v>0.60585648148116888</c:v>
                </c:pt>
                <c:pt idx="52347">
                  <c:v>0.60586805555067258</c:v>
                </c:pt>
                <c:pt idx="52348">
                  <c:v>0.60587962962745223</c:v>
                </c:pt>
                <c:pt idx="52349">
                  <c:v>0.60589120370423188</c:v>
                </c:pt>
                <c:pt idx="52350">
                  <c:v>0.60590277777373558</c:v>
                </c:pt>
                <c:pt idx="52351">
                  <c:v>0.60591435185051523</c:v>
                </c:pt>
                <c:pt idx="52352">
                  <c:v>0.60592592592001893</c:v>
                </c:pt>
                <c:pt idx="52353">
                  <c:v>0.60593749999679858</c:v>
                </c:pt>
                <c:pt idx="52354">
                  <c:v>0.60594907407357823</c:v>
                </c:pt>
                <c:pt idx="52355">
                  <c:v>0.60596064814308193</c:v>
                </c:pt>
                <c:pt idx="52356">
                  <c:v>0.60597222221986158</c:v>
                </c:pt>
                <c:pt idx="52357">
                  <c:v>0.60598379629664123</c:v>
                </c:pt>
                <c:pt idx="52358">
                  <c:v>0.60599537036614493</c:v>
                </c:pt>
                <c:pt idx="52359">
                  <c:v>0.60600694444292458</c:v>
                </c:pt>
                <c:pt idx="52360">
                  <c:v>0.60601851851970423</c:v>
                </c:pt>
                <c:pt idx="52361">
                  <c:v>0.60603009258920792</c:v>
                </c:pt>
                <c:pt idx="52362">
                  <c:v>0.60604166666598758</c:v>
                </c:pt>
                <c:pt idx="52363">
                  <c:v>0.60605324073549127</c:v>
                </c:pt>
                <c:pt idx="52364">
                  <c:v>0.60606481481227092</c:v>
                </c:pt>
                <c:pt idx="52365">
                  <c:v>0.60607638888905058</c:v>
                </c:pt>
                <c:pt idx="52366">
                  <c:v>0.60608796295855427</c:v>
                </c:pt>
                <c:pt idx="52367">
                  <c:v>0.60609953703533392</c:v>
                </c:pt>
                <c:pt idx="52368">
                  <c:v>0.60611111111211358</c:v>
                </c:pt>
                <c:pt idx="52369">
                  <c:v>0.60612268518161727</c:v>
                </c:pt>
                <c:pt idx="52370">
                  <c:v>0.60613425925839692</c:v>
                </c:pt>
                <c:pt idx="52371">
                  <c:v>0.60614583332790062</c:v>
                </c:pt>
                <c:pt idx="52372">
                  <c:v>0.60615740740468027</c:v>
                </c:pt>
                <c:pt idx="52373">
                  <c:v>0.60616898148145992</c:v>
                </c:pt>
                <c:pt idx="52374">
                  <c:v>0.60618055555096362</c:v>
                </c:pt>
                <c:pt idx="52375">
                  <c:v>0.60619212962774327</c:v>
                </c:pt>
                <c:pt idx="52376">
                  <c:v>0.60620370370452292</c:v>
                </c:pt>
                <c:pt idx="52377">
                  <c:v>0.60621527777402662</c:v>
                </c:pt>
                <c:pt idx="52378">
                  <c:v>0.60622685185080627</c:v>
                </c:pt>
                <c:pt idx="52379">
                  <c:v>0.60623842592030996</c:v>
                </c:pt>
                <c:pt idx="52380">
                  <c:v>0.60624999999708962</c:v>
                </c:pt>
                <c:pt idx="52381">
                  <c:v>0.60626157407386927</c:v>
                </c:pt>
                <c:pt idx="52382">
                  <c:v>0.60627314814337296</c:v>
                </c:pt>
                <c:pt idx="52383">
                  <c:v>0.60628472222015262</c:v>
                </c:pt>
                <c:pt idx="52384">
                  <c:v>0.60629629629693227</c:v>
                </c:pt>
                <c:pt idx="52385">
                  <c:v>0.60630787036643596</c:v>
                </c:pt>
                <c:pt idx="52386">
                  <c:v>0.60631944444321562</c:v>
                </c:pt>
                <c:pt idx="52387">
                  <c:v>0.60633101851271931</c:v>
                </c:pt>
                <c:pt idx="52388">
                  <c:v>0.60634259258949896</c:v>
                </c:pt>
                <c:pt idx="52389">
                  <c:v>0.60635416666627862</c:v>
                </c:pt>
                <c:pt idx="52390">
                  <c:v>0.60636574073578231</c:v>
                </c:pt>
                <c:pt idx="52391">
                  <c:v>0.60637731481256196</c:v>
                </c:pt>
                <c:pt idx="52392">
                  <c:v>0.60638888888934162</c:v>
                </c:pt>
                <c:pt idx="52393">
                  <c:v>0.60640046295884531</c:v>
                </c:pt>
                <c:pt idx="52394">
                  <c:v>0.60641203703562496</c:v>
                </c:pt>
                <c:pt idx="52395">
                  <c:v>0.60642361111240461</c:v>
                </c:pt>
                <c:pt idx="52396">
                  <c:v>0.60643518518190831</c:v>
                </c:pt>
                <c:pt idx="52397">
                  <c:v>0.60644675925868796</c:v>
                </c:pt>
                <c:pt idx="52398">
                  <c:v>0.60645833332819166</c:v>
                </c:pt>
                <c:pt idx="52399">
                  <c:v>0.60646990740497131</c:v>
                </c:pt>
                <c:pt idx="52400">
                  <c:v>0.60648148148175096</c:v>
                </c:pt>
                <c:pt idx="52401">
                  <c:v>0.60649305555125466</c:v>
                </c:pt>
                <c:pt idx="52402">
                  <c:v>0.60650462962803431</c:v>
                </c:pt>
                <c:pt idx="52403">
                  <c:v>0.60651620370481396</c:v>
                </c:pt>
                <c:pt idx="52404">
                  <c:v>0.60652777777431766</c:v>
                </c:pt>
                <c:pt idx="52405">
                  <c:v>0.60653935185109731</c:v>
                </c:pt>
                <c:pt idx="52406">
                  <c:v>0.606550925920601</c:v>
                </c:pt>
                <c:pt idx="52407">
                  <c:v>0.60656249999738066</c:v>
                </c:pt>
                <c:pt idx="52408">
                  <c:v>0.60657407407416031</c:v>
                </c:pt>
                <c:pt idx="52409">
                  <c:v>0.606585648143664</c:v>
                </c:pt>
                <c:pt idx="52410">
                  <c:v>0.60659722222044365</c:v>
                </c:pt>
                <c:pt idx="52411">
                  <c:v>0.60660879629722331</c:v>
                </c:pt>
                <c:pt idx="52412">
                  <c:v>0.606620370366727</c:v>
                </c:pt>
                <c:pt idx="52413">
                  <c:v>0.60663194444350665</c:v>
                </c:pt>
                <c:pt idx="52414">
                  <c:v>0.60664351851301035</c:v>
                </c:pt>
                <c:pt idx="52415">
                  <c:v>0.60665509258979</c:v>
                </c:pt>
                <c:pt idx="52416">
                  <c:v>0.60666666666656965</c:v>
                </c:pt>
                <c:pt idx="52417">
                  <c:v>0.60667824073607335</c:v>
                </c:pt>
                <c:pt idx="52418">
                  <c:v>0.606689814812853</c:v>
                </c:pt>
                <c:pt idx="52419">
                  <c:v>0.60670138888963265</c:v>
                </c:pt>
                <c:pt idx="52420">
                  <c:v>0.60671296295913635</c:v>
                </c:pt>
                <c:pt idx="52421">
                  <c:v>0.606724537035916</c:v>
                </c:pt>
                <c:pt idx="52422">
                  <c:v>0.6067361111054197</c:v>
                </c:pt>
                <c:pt idx="52423">
                  <c:v>0.60674768518219935</c:v>
                </c:pt>
                <c:pt idx="52424">
                  <c:v>0.606759259258979</c:v>
                </c:pt>
                <c:pt idx="52425">
                  <c:v>0.60677083332848269</c:v>
                </c:pt>
                <c:pt idx="52426">
                  <c:v>0.60678240740526235</c:v>
                </c:pt>
                <c:pt idx="52427">
                  <c:v>0.606793981482042</c:v>
                </c:pt>
                <c:pt idx="52428">
                  <c:v>0.60680555555154569</c:v>
                </c:pt>
                <c:pt idx="52429">
                  <c:v>0.60681712962832535</c:v>
                </c:pt>
                <c:pt idx="52430">
                  <c:v>0.60682870369782904</c:v>
                </c:pt>
                <c:pt idx="52431">
                  <c:v>0.60684027777460869</c:v>
                </c:pt>
                <c:pt idx="52432">
                  <c:v>0.60685185185138835</c:v>
                </c:pt>
                <c:pt idx="52433">
                  <c:v>0.60686342592089204</c:v>
                </c:pt>
                <c:pt idx="52434">
                  <c:v>0.60687499999767169</c:v>
                </c:pt>
                <c:pt idx="52435">
                  <c:v>0.60688657407445135</c:v>
                </c:pt>
                <c:pt idx="52436">
                  <c:v>0.60689814814395504</c:v>
                </c:pt>
                <c:pt idx="52437">
                  <c:v>0.60690972222073469</c:v>
                </c:pt>
                <c:pt idx="52438">
                  <c:v>0.60692129629751435</c:v>
                </c:pt>
                <c:pt idx="52439">
                  <c:v>0.60693287036701804</c:v>
                </c:pt>
                <c:pt idx="52440">
                  <c:v>0.60694444444379769</c:v>
                </c:pt>
                <c:pt idx="52441">
                  <c:v>0.60695601851330139</c:v>
                </c:pt>
                <c:pt idx="52442">
                  <c:v>0.60696759259008104</c:v>
                </c:pt>
                <c:pt idx="52443">
                  <c:v>0.60697916666686069</c:v>
                </c:pt>
                <c:pt idx="52444">
                  <c:v>0.60699074073636439</c:v>
                </c:pt>
                <c:pt idx="52445">
                  <c:v>0.60700231481314404</c:v>
                </c:pt>
                <c:pt idx="52446">
                  <c:v>0.60701388888992369</c:v>
                </c:pt>
                <c:pt idx="52447">
                  <c:v>0.60702546295942739</c:v>
                </c:pt>
                <c:pt idx="52448">
                  <c:v>0.60703703703620704</c:v>
                </c:pt>
                <c:pt idx="52449">
                  <c:v>0.60704861110571073</c:v>
                </c:pt>
                <c:pt idx="52450">
                  <c:v>0.60706018518249039</c:v>
                </c:pt>
                <c:pt idx="52451">
                  <c:v>0.60707175925927004</c:v>
                </c:pt>
                <c:pt idx="52452">
                  <c:v>0.60708333332877373</c:v>
                </c:pt>
                <c:pt idx="52453">
                  <c:v>0.60709490740555339</c:v>
                </c:pt>
                <c:pt idx="52454">
                  <c:v>0.60710648148233304</c:v>
                </c:pt>
                <c:pt idx="52455">
                  <c:v>0.60711805555183673</c:v>
                </c:pt>
                <c:pt idx="52456">
                  <c:v>0.60712962962861639</c:v>
                </c:pt>
                <c:pt idx="52457">
                  <c:v>0.60714120369812008</c:v>
                </c:pt>
                <c:pt idx="52458">
                  <c:v>0.60715277777489973</c:v>
                </c:pt>
                <c:pt idx="52459">
                  <c:v>0.60716435185167938</c:v>
                </c:pt>
                <c:pt idx="52460">
                  <c:v>0.60717592592118308</c:v>
                </c:pt>
                <c:pt idx="52461">
                  <c:v>0.60718749999796273</c:v>
                </c:pt>
                <c:pt idx="52462">
                  <c:v>0.60719907407474238</c:v>
                </c:pt>
                <c:pt idx="52463">
                  <c:v>0.60721064814424608</c:v>
                </c:pt>
                <c:pt idx="52464">
                  <c:v>0.60722222222102573</c:v>
                </c:pt>
                <c:pt idx="52465">
                  <c:v>0.60723379629052943</c:v>
                </c:pt>
                <c:pt idx="52466">
                  <c:v>0.60724537036730908</c:v>
                </c:pt>
                <c:pt idx="52467">
                  <c:v>0.60725694444408873</c:v>
                </c:pt>
                <c:pt idx="52468">
                  <c:v>0.60726851851359243</c:v>
                </c:pt>
                <c:pt idx="52469">
                  <c:v>0.60728009259037208</c:v>
                </c:pt>
                <c:pt idx="52470">
                  <c:v>0.60729166666715173</c:v>
                </c:pt>
                <c:pt idx="52471">
                  <c:v>0.60730324073665543</c:v>
                </c:pt>
                <c:pt idx="52472">
                  <c:v>0.60731481481343508</c:v>
                </c:pt>
                <c:pt idx="52473">
                  <c:v>0.60732638889021473</c:v>
                </c:pt>
                <c:pt idx="52474">
                  <c:v>0.60733796295971842</c:v>
                </c:pt>
                <c:pt idx="52475">
                  <c:v>0.60734953703649808</c:v>
                </c:pt>
                <c:pt idx="52476">
                  <c:v>0.60736111110600177</c:v>
                </c:pt>
                <c:pt idx="52477">
                  <c:v>0.60737268518278142</c:v>
                </c:pt>
                <c:pt idx="52478">
                  <c:v>0.60738425925956108</c:v>
                </c:pt>
                <c:pt idx="52479">
                  <c:v>0.60739583332906477</c:v>
                </c:pt>
                <c:pt idx="52480">
                  <c:v>0.60740740740584442</c:v>
                </c:pt>
                <c:pt idx="52481">
                  <c:v>0.60741898148262408</c:v>
                </c:pt>
                <c:pt idx="52482">
                  <c:v>0.60743055555212777</c:v>
                </c:pt>
                <c:pt idx="52483">
                  <c:v>0.60744212962890742</c:v>
                </c:pt>
                <c:pt idx="52484">
                  <c:v>0.60745370369841112</c:v>
                </c:pt>
                <c:pt idx="52485">
                  <c:v>0.60746527777519077</c:v>
                </c:pt>
                <c:pt idx="52486">
                  <c:v>0.60747685185197042</c:v>
                </c:pt>
                <c:pt idx="52487">
                  <c:v>0.60748842592147412</c:v>
                </c:pt>
                <c:pt idx="52488">
                  <c:v>0.60749999999825377</c:v>
                </c:pt>
                <c:pt idx="52489">
                  <c:v>0.60751157407503342</c:v>
                </c:pt>
                <c:pt idx="52490">
                  <c:v>0.60752314814453712</c:v>
                </c:pt>
                <c:pt idx="52491">
                  <c:v>0.60753472222131677</c:v>
                </c:pt>
                <c:pt idx="52492">
                  <c:v>0.60754629629082046</c:v>
                </c:pt>
                <c:pt idx="52493">
                  <c:v>0.60755787036760012</c:v>
                </c:pt>
                <c:pt idx="52494">
                  <c:v>0.60756944444437977</c:v>
                </c:pt>
                <c:pt idx="52495">
                  <c:v>0.60758101851388346</c:v>
                </c:pt>
                <c:pt idx="52496">
                  <c:v>0.60759259259066312</c:v>
                </c:pt>
                <c:pt idx="52497">
                  <c:v>0.60760416666744277</c:v>
                </c:pt>
                <c:pt idx="52498">
                  <c:v>0.60761574073694646</c:v>
                </c:pt>
                <c:pt idx="52499">
                  <c:v>0.60762731481372612</c:v>
                </c:pt>
                <c:pt idx="52500">
                  <c:v>0.60763888888322981</c:v>
                </c:pt>
                <c:pt idx="52501">
                  <c:v>0.60765046296000946</c:v>
                </c:pt>
                <c:pt idx="52502">
                  <c:v>0.60766203703678912</c:v>
                </c:pt>
                <c:pt idx="52503">
                  <c:v>0.60767361110629281</c:v>
                </c:pt>
                <c:pt idx="52504">
                  <c:v>0.60768518518307246</c:v>
                </c:pt>
                <c:pt idx="52505">
                  <c:v>0.60769675925985212</c:v>
                </c:pt>
                <c:pt idx="52506">
                  <c:v>0.60770833332935581</c:v>
                </c:pt>
                <c:pt idx="52507">
                  <c:v>0.60771990740613546</c:v>
                </c:pt>
                <c:pt idx="52508">
                  <c:v>0.60773148147563916</c:v>
                </c:pt>
                <c:pt idx="52509">
                  <c:v>0.60774305555241881</c:v>
                </c:pt>
                <c:pt idx="52510">
                  <c:v>0.60775462962919846</c:v>
                </c:pt>
                <c:pt idx="52511">
                  <c:v>0.60776620369870216</c:v>
                </c:pt>
                <c:pt idx="52512">
                  <c:v>0.60777777777548181</c:v>
                </c:pt>
                <c:pt idx="52513">
                  <c:v>0.60778935185226146</c:v>
                </c:pt>
                <c:pt idx="52514">
                  <c:v>0.60780092592176516</c:v>
                </c:pt>
                <c:pt idx="52515">
                  <c:v>0.60781249999854481</c:v>
                </c:pt>
                <c:pt idx="52516">
                  <c:v>0.60782407407532446</c:v>
                </c:pt>
                <c:pt idx="52517">
                  <c:v>0.60783564814482816</c:v>
                </c:pt>
                <c:pt idx="52518">
                  <c:v>0.60784722222160781</c:v>
                </c:pt>
                <c:pt idx="52519">
                  <c:v>0.6078587962911115</c:v>
                </c:pt>
                <c:pt idx="52520">
                  <c:v>0.60787037036789116</c:v>
                </c:pt>
                <c:pt idx="52521">
                  <c:v>0.60788194444467081</c:v>
                </c:pt>
                <c:pt idx="52522">
                  <c:v>0.6078935185141745</c:v>
                </c:pt>
                <c:pt idx="52523">
                  <c:v>0.60790509259095415</c:v>
                </c:pt>
                <c:pt idx="52524">
                  <c:v>0.60791666666773381</c:v>
                </c:pt>
                <c:pt idx="52525">
                  <c:v>0.6079282407372375</c:v>
                </c:pt>
                <c:pt idx="52526">
                  <c:v>0.60793981481401715</c:v>
                </c:pt>
                <c:pt idx="52527">
                  <c:v>0.60795138888352085</c:v>
                </c:pt>
                <c:pt idx="52528">
                  <c:v>0.6079629629603005</c:v>
                </c:pt>
                <c:pt idx="52529">
                  <c:v>0.60797453703708015</c:v>
                </c:pt>
                <c:pt idx="52530">
                  <c:v>0.60798611110658385</c:v>
                </c:pt>
                <c:pt idx="52531">
                  <c:v>0.6079976851833635</c:v>
                </c:pt>
                <c:pt idx="52532">
                  <c:v>0.60800925926014315</c:v>
                </c:pt>
                <c:pt idx="52533">
                  <c:v>0.60802083332964685</c:v>
                </c:pt>
                <c:pt idx="52534">
                  <c:v>0.6080324074064265</c:v>
                </c:pt>
                <c:pt idx="52535">
                  <c:v>0.6080439814759302</c:v>
                </c:pt>
                <c:pt idx="52536">
                  <c:v>0.60805555555270985</c:v>
                </c:pt>
                <c:pt idx="52537">
                  <c:v>0.6080671296294895</c:v>
                </c:pt>
                <c:pt idx="52538">
                  <c:v>0.60807870369899319</c:v>
                </c:pt>
                <c:pt idx="52539">
                  <c:v>0.60809027777577285</c:v>
                </c:pt>
                <c:pt idx="52540">
                  <c:v>0.6081018518525525</c:v>
                </c:pt>
                <c:pt idx="52541">
                  <c:v>0.60811342592205619</c:v>
                </c:pt>
                <c:pt idx="52542">
                  <c:v>0.60812499999883585</c:v>
                </c:pt>
                <c:pt idx="52543">
                  <c:v>0.60813657406833954</c:v>
                </c:pt>
                <c:pt idx="52544">
                  <c:v>0.60814814814511919</c:v>
                </c:pt>
                <c:pt idx="52545">
                  <c:v>0.60815972222189885</c:v>
                </c:pt>
                <c:pt idx="52546">
                  <c:v>0.60817129629140254</c:v>
                </c:pt>
                <c:pt idx="52547">
                  <c:v>0.60818287036818219</c:v>
                </c:pt>
                <c:pt idx="52548">
                  <c:v>0.60819444444496185</c:v>
                </c:pt>
                <c:pt idx="52549">
                  <c:v>0.60820601851446554</c:v>
                </c:pt>
                <c:pt idx="52550">
                  <c:v>0.60821759259124519</c:v>
                </c:pt>
                <c:pt idx="52551">
                  <c:v>0.60822916666074889</c:v>
                </c:pt>
                <c:pt idx="52552">
                  <c:v>0.60824074073752854</c:v>
                </c:pt>
                <c:pt idx="52553">
                  <c:v>0.60825231481430819</c:v>
                </c:pt>
                <c:pt idx="52554">
                  <c:v>0.60826388888381189</c:v>
                </c:pt>
                <c:pt idx="52555">
                  <c:v>0.60827546296059154</c:v>
                </c:pt>
                <c:pt idx="52556">
                  <c:v>0.60828703703737119</c:v>
                </c:pt>
                <c:pt idx="52557">
                  <c:v>0.60829861110687489</c:v>
                </c:pt>
                <c:pt idx="52558">
                  <c:v>0.60831018518365454</c:v>
                </c:pt>
                <c:pt idx="52559">
                  <c:v>0.60832175926043419</c:v>
                </c:pt>
                <c:pt idx="52560">
                  <c:v>0.60833333332993789</c:v>
                </c:pt>
                <c:pt idx="52561">
                  <c:v>0.60834490740671754</c:v>
                </c:pt>
                <c:pt idx="52562">
                  <c:v>0.60835648147622123</c:v>
                </c:pt>
                <c:pt idx="52563">
                  <c:v>0.60836805555300089</c:v>
                </c:pt>
                <c:pt idx="52564">
                  <c:v>0.60837962962978054</c:v>
                </c:pt>
                <c:pt idx="52565">
                  <c:v>0.60839120369928423</c:v>
                </c:pt>
                <c:pt idx="52566">
                  <c:v>0.60840277777606389</c:v>
                </c:pt>
                <c:pt idx="52567">
                  <c:v>0.60841435185284354</c:v>
                </c:pt>
                <c:pt idx="52568">
                  <c:v>0.60842592592234723</c:v>
                </c:pt>
                <c:pt idx="52569">
                  <c:v>0.60843749999912689</c:v>
                </c:pt>
                <c:pt idx="52570">
                  <c:v>0.60844907406863058</c:v>
                </c:pt>
                <c:pt idx="52571">
                  <c:v>0.60846064814541023</c:v>
                </c:pt>
                <c:pt idx="52572">
                  <c:v>0.60847222222218988</c:v>
                </c:pt>
                <c:pt idx="52573">
                  <c:v>0.60848379629169358</c:v>
                </c:pt>
                <c:pt idx="52574">
                  <c:v>0.60849537036847323</c:v>
                </c:pt>
                <c:pt idx="52575">
                  <c:v>0.60850694444525288</c:v>
                </c:pt>
                <c:pt idx="52576">
                  <c:v>0.60851851851475658</c:v>
                </c:pt>
                <c:pt idx="52577">
                  <c:v>0.60853009259153623</c:v>
                </c:pt>
                <c:pt idx="52578">
                  <c:v>0.60854166666103993</c:v>
                </c:pt>
                <c:pt idx="52579">
                  <c:v>0.60855324073781958</c:v>
                </c:pt>
                <c:pt idx="52580">
                  <c:v>0.60856481481459923</c:v>
                </c:pt>
                <c:pt idx="52581">
                  <c:v>0.60857638888410293</c:v>
                </c:pt>
                <c:pt idx="52582">
                  <c:v>0.60858796296088258</c:v>
                </c:pt>
                <c:pt idx="52583">
                  <c:v>0.60859953703766223</c:v>
                </c:pt>
                <c:pt idx="52584">
                  <c:v>0.60861111110716593</c:v>
                </c:pt>
                <c:pt idx="52585">
                  <c:v>0.60862268518394558</c:v>
                </c:pt>
                <c:pt idx="52586">
                  <c:v>0.60863425925344927</c:v>
                </c:pt>
                <c:pt idx="52587">
                  <c:v>0.60864583333022892</c:v>
                </c:pt>
                <c:pt idx="52588">
                  <c:v>0.60865740740700858</c:v>
                </c:pt>
                <c:pt idx="52589">
                  <c:v>0.60866898147651227</c:v>
                </c:pt>
                <c:pt idx="52590">
                  <c:v>0.60868055555329192</c:v>
                </c:pt>
                <c:pt idx="52591">
                  <c:v>0.60869212963007158</c:v>
                </c:pt>
                <c:pt idx="52592">
                  <c:v>0.60870370369957527</c:v>
                </c:pt>
                <c:pt idx="52593">
                  <c:v>0.60871527777635492</c:v>
                </c:pt>
                <c:pt idx="52594">
                  <c:v>0.60872685185313458</c:v>
                </c:pt>
                <c:pt idx="52595">
                  <c:v>0.60873842592263827</c:v>
                </c:pt>
                <c:pt idx="52596">
                  <c:v>0.60874999999941792</c:v>
                </c:pt>
                <c:pt idx="52597">
                  <c:v>0.60876157406892162</c:v>
                </c:pt>
                <c:pt idx="52598">
                  <c:v>0.60877314814570127</c:v>
                </c:pt>
                <c:pt idx="52599">
                  <c:v>0.60878472222248092</c:v>
                </c:pt>
                <c:pt idx="52600">
                  <c:v>0.60879629629198462</c:v>
                </c:pt>
                <c:pt idx="52601">
                  <c:v>0.60880787036876427</c:v>
                </c:pt>
                <c:pt idx="52602">
                  <c:v>0.60881944444554392</c:v>
                </c:pt>
                <c:pt idx="52603">
                  <c:v>0.60883101851504762</c:v>
                </c:pt>
                <c:pt idx="52604">
                  <c:v>0.60884259259182727</c:v>
                </c:pt>
                <c:pt idx="52605">
                  <c:v>0.60885416666133096</c:v>
                </c:pt>
                <c:pt idx="52606">
                  <c:v>0.60886574073811062</c:v>
                </c:pt>
                <c:pt idx="52607">
                  <c:v>0.60887731481489027</c:v>
                </c:pt>
                <c:pt idx="52608">
                  <c:v>0.60888888888439396</c:v>
                </c:pt>
                <c:pt idx="52609">
                  <c:v>0.60890046296117362</c:v>
                </c:pt>
                <c:pt idx="52610">
                  <c:v>0.60891203703795327</c:v>
                </c:pt>
                <c:pt idx="52611">
                  <c:v>0.60892361110745696</c:v>
                </c:pt>
                <c:pt idx="52612">
                  <c:v>0.60893518518423662</c:v>
                </c:pt>
                <c:pt idx="52613">
                  <c:v>0.60894675925374031</c:v>
                </c:pt>
                <c:pt idx="52614">
                  <c:v>0.60895833333051996</c:v>
                </c:pt>
                <c:pt idx="52615">
                  <c:v>0.60896990740729962</c:v>
                </c:pt>
                <c:pt idx="52616">
                  <c:v>0.60898148147680331</c:v>
                </c:pt>
                <c:pt idx="52617">
                  <c:v>0.60899305555358296</c:v>
                </c:pt>
                <c:pt idx="52618">
                  <c:v>0.60900462963036261</c:v>
                </c:pt>
                <c:pt idx="52619">
                  <c:v>0.60901620369986631</c:v>
                </c:pt>
                <c:pt idx="52620">
                  <c:v>0.60902777777664596</c:v>
                </c:pt>
                <c:pt idx="52621">
                  <c:v>0.60903935184614966</c:v>
                </c:pt>
                <c:pt idx="52622">
                  <c:v>0.60905092592292931</c:v>
                </c:pt>
                <c:pt idx="52623">
                  <c:v>0.60906249999970896</c:v>
                </c:pt>
                <c:pt idx="52624">
                  <c:v>0.60907407406921266</c:v>
                </c:pt>
                <c:pt idx="52625">
                  <c:v>0.60908564814599231</c:v>
                </c:pt>
                <c:pt idx="52626">
                  <c:v>0.60909722222277196</c:v>
                </c:pt>
                <c:pt idx="52627">
                  <c:v>0.60910879629227566</c:v>
                </c:pt>
                <c:pt idx="52628">
                  <c:v>0.60912037036905531</c:v>
                </c:pt>
                <c:pt idx="52629">
                  <c:v>0.609131944438559</c:v>
                </c:pt>
                <c:pt idx="52630">
                  <c:v>0.60914351851533866</c:v>
                </c:pt>
                <c:pt idx="52631">
                  <c:v>0.60915509259211831</c:v>
                </c:pt>
                <c:pt idx="52632">
                  <c:v>0.609166666661622</c:v>
                </c:pt>
                <c:pt idx="52633">
                  <c:v>0.60917824073840166</c:v>
                </c:pt>
                <c:pt idx="52634">
                  <c:v>0.60918981481518131</c:v>
                </c:pt>
                <c:pt idx="52635">
                  <c:v>0.609201388884685</c:v>
                </c:pt>
                <c:pt idx="52636">
                  <c:v>0.60921296296146465</c:v>
                </c:pt>
                <c:pt idx="52637">
                  <c:v>0.60922453703824431</c:v>
                </c:pt>
                <c:pt idx="52638">
                  <c:v>0.609236111107748</c:v>
                </c:pt>
                <c:pt idx="52639">
                  <c:v>0.60924768518452765</c:v>
                </c:pt>
                <c:pt idx="52640">
                  <c:v>0.60925925925403135</c:v>
                </c:pt>
                <c:pt idx="52641">
                  <c:v>0.609270833330811</c:v>
                </c:pt>
                <c:pt idx="52642">
                  <c:v>0.60928240740759065</c:v>
                </c:pt>
                <c:pt idx="52643">
                  <c:v>0.60929398147709435</c:v>
                </c:pt>
                <c:pt idx="52644">
                  <c:v>0.609305555553874</c:v>
                </c:pt>
                <c:pt idx="52645">
                  <c:v>0.60931712963065365</c:v>
                </c:pt>
                <c:pt idx="52646">
                  <c:v>0.60932870370015735</c:v>
                </c:pt>
                <c:pt idx="52647">
                  <c:v>0.609340277776937</c:v>
                </c:pt>
                <c:pt idx="52648">
                  <c:v>0.6093518518464407</c:v>
                </c:pt>
                <c:pt idx="52649">
                  <c:v>0.60936342592322035</c:v>
                </c:pt>
                <c:pt idx="52650">
                  <c:v>0.609375</c:v>
                </c:pt>
                <c:pt idx="52651">
                  <c:v>0.60938657406950369</c:v>
                </c:pt>
                <c:pt idx="52652">
                  <c:v>0.60939814814628335</c:v>
                </c:pt>
                <c:pt idx="52653">
                  <c:v>0.609409722223063</c:v>
                </c:pt>
                <c:pt idx="52654">
                  <c:v>0.60942129629256669</c:v>
                </c:pt>
                <c:pt idx="52655">
                  <c:v>0.60943287036934635</c:v>
                </c:pt>
                <c:pt idx="52656">
                  <c:v>0.60944444443885004</c:v>
                </c:pt>
                <c:pt idx="52657">
                  <c:v>0.60945601851562969</c:v>
                </c:pt>
                <c:pt idx="52658">
                  <c:v>0.60946759259240935</c:v>
                </c:pt>
                <c:pt idx="52659">
                  <c:v>0.60947916666191304</c:v>
                </c:pt>
                <c:pt idx="52660">
                  <c:v>0.60949074073869269</c:v>
                </c:pt>
                <c:pt idx="52661">
                  <c:v>0.60950231481547235</c:v>
                </c:pt>
                <c:pt idx="52662">
                  <c:v>0.60951388888497604</c:v>
                </c:pt>
                <c:pt idx="52663">
                  <c:v>0.60952546296175569</c:v>
                </c:pt>
                <c:pt idx="52664">
                  <c:v>0.60953703703125939</c:v>
                </c:pt>
                <c:pt idx="52665">
                  <c:v>0.60954861110803904</c:v>
                </c:pt>
                <c:pt idx="52666">
                  <c:v>0.60956018518481869</c:v>
                </c:pt>
                <c:pt idx="52667">
                  <c:v>0.60957175925432239</c:v>
                </c:pt>
                <c:pt idx="52668">
                  <c:v>0.60958333333110204</c:v>
                </c:pt>
                <c:pt idx="52669">
                  <c:v>0.60959490740788169</c:v>
                </c:pt>
                <c:pt idx="52670">
                  <c:v>0.60960648147738539</c:v>
                </c:pt>
                <c:pt idx="52671">
                  <c:v>0.60961805555416504</c:v>
                </c:pt>
                <c:pt idx="52672">
                  <c:v>0.60962962963094469</c:v>
                </c:pt>
                <c:pt idx="52673">
                  <c:v>0.60964120370044839</c:v>
                </c:pt>
                <c:pt idx="52674">
                  <c:v>0.60965277777722804</c:v>
                </c:pt>
                <c:pt idx="52675">
                  <c:v>0.60966435184673173</c:v>
                </c:pt>
                <c:pt idx="52676">
                  <c:v>0.60967592592351139</c:v>
                </c:pt>
                <c:pt idx="52677">
                  <c:v>0.60968750000029104</c:v>
                </c:pt>
                <c:pt idx="52678">
                  <c:v>0.60969907406979473</c:v>
                </c:pt>
                <c:pt idx="52679">
                  <c:v>0.60971064814657439</c:v>
                </c:pt>
                <c:pt idx="52680">
                  <c:v>0.60972222222335404</c:v>
                </c:pt>
                <c:pt idx="52681">
                  <c:v>0.60973379629285773</c:v>
                </c:pt>
                <c:pt idx="52682">
                  <c:v>0.60974537036963739</c:v>
                </c:pt>
                <c:pt idx="52683">
                  <c:v>0.60975694443914108</c:v>
                </c:pt>
                <c:pt idx="52684">
                  <c:v>0.60976851851592073</c:v>
                </c:pt>
                <c:pt idx="52685">
                  <c:v>0.60978009259270038</c:v>
                </c:pt>
                <c:pt idx="52686">
                  <c:v>0.60979166666220408</c:v>
                </c:pt>
                <c:pt idx="52687">
                  <c:v>0.60980324073898373</c:v>
                </c:pt>
                <c:pt idx="52688">
                  <c:v>0.60981481481576338</c:v>
                </c:pt>
                <c:pt idx="52689">
                  <c:v>0.60982638888526708</c:v>
                </c:pt>
                <c:pt idx="52690">
                  <c:v>0.60983796296204673</c:v>
                </c:pt>
                <c:pt idx="52691">
                  <c:v>0.60984953703155043</c:v>
                </c:pt>
                <c:pt idx="52692">
                  <c:v>0.60986111110833008</c:v>
                </c:pt>
                <c:pt idx="52693">
                  <c:v>0.60987268518510973</c:v>
                </c:pt>
                <c:pt idx="52694">
                  <c:v>0.60988425925461343</c:v>
                </c:pt>
                <c:pt idx="52695">
                  <c:v>0.60989583333139308</c:v>
                </c:pt>
                <c:pt idx="52696">
                  <c:v>0.60990740740817273</c:v>
                </c:pt>
                <c:pt idx="52697">
                  <c:v>0.60991898147767643</c:v>
                </c:pt>
                <c:pt idx="52698">
                  <c:v>0.60993055555445608</c:v>
                </c:pt>
                <c:pt idx="52699">
                  <c:v>0.60994212962395977</c:v>
                </c:pt>
                <c:pt idx="52700">
                  <c:v>0.60995370370073942</c:v>
                </c:pt>
                <c:pt idx="52701">
                  <c:v>0.60996527777751908</c:v>
                </c:pt>
                <c:pt idx="52702">
                  <c:v>0.60997685184702277</c:v>
                </c:pt>
                <c:pt idx="52703">
                  <c:v>0.60998842592380242</c:v>
                </c:pt>
                <c:pt idx="52704">
                  <c:v>0.61000000000058208</c:v>
                </c:pt>
                <c:pt idx="52705">
                  <c:v>0.61001157407008577</c:v>
                </c:pt>
                <c:pt idx="52706">
                  <c:v>0.61002314814686542</c:v>
                </c:pt>
                <c:pt idx="52707">
                  <c:v>0.61003472221636912</c:v>
                </c:pt>
                <c:pt idx="52708">
                  <c:v>0.61004629629314877</c:v>
                </c:pt>
                <c:pt idx="52709">
                  <c:v>0.61005787036992842</c:v>
                </c:pt>
                <c:pt idx="52710">
                  <c:v>0.61006944443943212</c:v>
                </c:pt>
                <c:pt idx="52711">
                  <c:v>0.61008101851621177</c:v>
                </c:pt>
                <c:pt idx="52712">
                  <c:v>0.61009259259299142</c:v>
                </c:pt>
                <c:pt idx="52713">
                  <c:v>0.61010416666249512</c:v>
                </c:pt>
                <c:pt idx="52714">
                  <c:v>0.61011574073927477</c:v>
                </c:pt>
                <c:pt idx="52715">
                  <c:v>0.61012731481605442</c:v>
                </c:pt>
                <c:pt idx="52716">
                  <c:v>0.61013888888555812</c:v>
                </c:pt>
                <c:pt idx="52717">
                  <c:v>0.61015046296233777</c:v>
                </c:pt>
                <c:pt idx="52718">
                  <c:v>0.61016203703184146</c:v>
                </c:pt>
                <c:pt idx="52719">
                  <c:v>0.61017361110862112</c:v>
                </c:pt>
                <c:pt idx="52720">
                  <c:v>0.61018518518540077</c:v>
                </c:pt>
                <c:pt idx="52721">
                  <c:v>0.61019675925490446</c:v>
                </c:pt>
                <c:pt idx="52722">
                  <c:v>0.61020833333168412</c:v>
                </c:pt>
                <c:pt idx="52723">
                  <c:v>0.61021990740846377</c:v>
                </c:pt>
                <c:pt idx="52724">
                  <c:v>0.61023148147796746</c:v>
                </c:pt>
                <c:pt idx="52725">
                  <c:v>0.61024305555474712</c:v>
                </c:pt>
                <c:pt idx="52726">
                  <c:v>0.61025462962425081</c:v>
                </c:pt>
                <c:pt idx="52727">
                  <c:v>0.61026620370103046</c:v>
                </c:pt>
                <c:pt idx="52728">
                  <c:v>0.61027777777781012</c:v>
                </c:pt>
                <c:pt idx="52729">
                  <c:v>0.61028935184731381</c:v>
                </c:pt>
                <c:pt idx="52730">
                  <c:v>0.61030092592409346</c:v>
                </c:pt>
                <c:pt idx="52731">
                  <c:v>0.61031250000087311</c:v>
                </c:pt>
                <c:pt idx="52732">
                  <c:v>0.61032407407037681</c:v>
                </c:pt>
                <c:pt idx="52733">
                  <c:v>0.61033564814715646</c:v>
                </c:pt>
                <c:pt idx="52734">
                  <c:v>0.61034722221666016</c:v>
                </c:pt>
                <c:pt idx="52735">
                  <c:v>0.61035879629343981</c:v>
                </c:pt>
                <c:pt idx="52736">
                  <c:v>0.61037037037021946</c:v>
                </c:pt>
                <c:pt idx="52737">
                  <c:v>0.61038194443972316</c:v>
                </c:pt>
                <c:pt idx="52738">
                  <c:v>0.61039351851650281</c:v>
                </c:pt>
                <c:pt idx="52739">
                  <c:v>0.61040509259328246</c:v>
                </c:pt>
                <c:pt idx="52740">
                  <c:v>0.61041666666278616</c:v>
                </c:pt>
                <c:pt idx="52741">
                  <c:v>0.61042824073956581</c:v>
                </c:pt>
                <c:pt idx="52742">
                  <c:v>0.6104398148090695</c:v>
                </c:pt>
                <c:pt idx="52743">
                  <c:v>0.61045138888584916</c:v>
                </c:pt>
                <c:pt idx="52744">
                  <c:v>0.61046296296262881</c:v>
                </c:pt>
                <c:pt idx="52745">
                  <c:v>0.6104745370321325</c:v>
                </c:pt>
                <c:pt idx="52746">
                  <c:v>0.61048611110891216</c:v>
                </c:pt>
                <c:pt idx="52747">
                  <c:v>0.61049768518569181</c:v>
                </c:pt>
                <c:pt idx="52748">
                  <c:v>0.6105092592551955</c:v>
                </c:pt>
                <c:pt idx="52749">
                  <c:v>0.61052083333197515</c:v>
                </c:pt>
                <c:pt idx="52750">
                  <c:v>0.61053240740147885</c:v>
                </c:pt>
                <c:pt idx="52751">
                  <c:v>0.6105439814782585</c:v>
                </c:pt>
                <c:pt idx="52752">
                  <c:v>0.61055555555503815</c:v>
                </c:pt>
                <c:pt idx="52753">
                  <c:v>0.61056712962454185</c:v>
                </c:pt>
                <c:pt idx="52754">
                  <c:v>0.6105787037013215</c:v>
                </c:pt>
                <c:pt idx="52755">
                  <c:v>0.61059027777810115</c:v>
                </c:pt>
                <c:pt idx="52756">
                  <c:v>0.61060185184760485</c:v>
                </c:pt>
                <c:pt idx="52757">
                  <c:v>0.6106134259243845</c:v>
                </c:pt>
                <c:pt idx="52758">
                  <c:v>0.61062500000116415</c:v>
                </c:pt>
                <c:pt idx="52759">
                  <c:v>0.61063657407066785</c:v>
                </c:pt>
                <c:pt idx="52760">
                  <c:v>0.6106481481474475</c:v>
                </c:pt>
                <c:pt idx="52761">
                  <c:v>0.6106597222169512</c:v>
                </c:pt>
                <c:pt idx="52762">
                  <c:v>0.61067129629373085</c:v>
                </c:pt>
                <c:pt idx="52763">
                  <c:v>0.6106828703705105</c:v>
                </c:pt>
                <c:pt idx="52764">
                  <c:v>0.61069444444001419</c:v>
                </c:pt>
                <c:pt idx="52765">
                  <c:v>0.61070601851679385</c:v>
                </c:pt>
                <c:pt idx="52766">
                  <c:v>0.6107175925935735</c:v>
                </c:pt>
                <c:pt idx="52767">
                  <c:v>0.61072916666307719</c:v>
                </c:pt>
                <c:pt idx="52768">
                  <c:v>0.61074074073985685</c:v>
                </c:pt>
                <c:pt idx="52769">
                  <c:v>0.61075231480936054</c:v>
                </c:pt>
                <c:pt idx="52770">
                  <c:v>0.61076388888614019</c:v>
                </c:pt>
                <c:pt idx="52771">
                  <c:v>0.61077546296291985</c:v>
                </c:pt>
                <c:pt idx="52772">
                  <c:v>0.61078703703242354</c:v>
                </c:pt>
                <c:pt idx="52773">
                  <c:v>0.61079861110920319</c:v>
                </c:pt>
                <c:pt idx="52774">
                  <c:v>0.61081018518598285</c:v>
                </c:pt>
                <c:pt idx="52775">
                  <c:v>0.61082175925548654</c:v>
                </c:pt>
                <c:pt idx="52776">
                  <c:v>0.61083333333226619</c:v>
                </c:pt>
                <c:pt idx="52777">
                  <c:v>0.61084490740176989</c:v>
                </c:pt>
                <c:pt idx="52778">
                  <c:v>0.61085648147854954</c:v>
                </c:pt>
                <c:pt idx="52779">
                  <c:v>0.61086805555532919</c:v>
                </c:pt>
                <c:pt idx="52780">
                  <c:v>0.61087962962483289</c:v>
                </c:pt>
                <c:pt idx="52781">
                  <c:v>0.61089120370161254</c:v>
                </c:pt>
                <c:pt idx="52782">
                  <c:v>0.61090277777839219</c:v>
                </c:pt>
                <c:pt idx="52783">
                  <c:v>0.61091435184789589</c:v>
                </c:pt>
                <c:pt idx="52784">
                  <c:v>0.61092592592467554</c:v>
                </c:pt>
                <c:pt idx="52785">
                  <c:v>0.61093749999417923</c:v>
                </c:pt>
                <c:pt idx="52786">
                  <c:v>0.61094907407095889</c:v>
                </c:pt>
                <c:pt idx="52787">
                  <c:v>0.61096064814773854</c:v>
                </c:pt>
                <c:pt idx="52788">
                  <c:v>0.61097222221724223</c:v>
                </c:pt>
                <c:pt idx="52789">
                  <c:v>0.61098379629402189</c:v>
                </c:pt>
                <c:pt idx="52790">
                  <c:v>0.61099537037080154</c:v>
                </c:pt>
                <c:pt idx="52791">
                  <c:v>0.61100694444030523</c:v>
                </c:pt>
                <c:pt idx="52792">
                  <c:v>0.61101851851708489</c:v>
                </c:pt>
                <c:pt idx="52793">
                  <c:v>0.61103009259386454</c:v>
                </c:pt>
                <c:pt idx="52794">
                  <c:v>0.61104166666336823</c:v>
                </c:pt>
                <c:pt idx="52795">
                  <c:v>0.61105324074014788</c:v>
                </c:pt>
                <c:pt idx="52796">
                  <c:v>0.61106481480965158</c:v>
                </c:pt>
                <c:pt idx="52797">
                  <c:v>0.61107638888643123</c:v>
                </c:pt>
                <c:pt idx="52798">
                  <c:v>0.61108796296321088</c:v>
                </c:pt>
                <c:pt idx="52799">
                  <c:v>0.61109953703271458</c:v>
                </c:pt>
                <c:pt idx="52800">
                  <c:v>0.61111111110949423</c:v>
                </c:pt>
                <c:pt idx="52801">
                  <c:v>0.61112268518627388</c:v>
                </c:pt>
                <c:pt idx="52802">
                  <c:v>0.61113425925577758</c:v>
                </c:pt>
                <c:pt idx="52803">
                  <c:v>0.61114583333255723</c:v>
                </c:pt>
                <c:pt idx="52804">
                  <c:v>0.61115740740206093</c:v>
                </c:pt>
                <c:pt idx="52805">
                  <c:v>0.61116898147884058</c:v>
                </c:pt>
                <c:pt idx="52806">
                  <c:v>0.61118055555562023</c:v>
                </c:pt>
                <c:pt idx="52807">
                  <c:v>0.61119212962512393</c:v>
                </c:pt>
                <c:pt idx="52808">
                  <c:v>0.61120370370190358</c:v>
                </c:pt>
                <c:pt idx="52809">
                  <c:v>0.61121527777868323</c:v>
                </c:pt>
                <c:pt idx="52810">
                  <c:v>0.61122685184818693</c:v>
                </c:pt>
                <c:pt idx="52811">
                  <c:v>0.61123842592496658</c:v>
                </c:pt>
                <c:pt idx="52812">
                  <c:v>0.61124999999447027</c:v>
                </c:pt>
                <c:pt idx="52813">
                  <c:v>0.61126157407124992</c:v>
                </c:pt>
                <c:pt idx="52814">
                  <c:v>0.61127314814802958</c:v>
                </c:pt>
                <c:pt idx="52815">
                  <c:v>0.61128472221753327</c:v>
                </c:pt>
                <c:pt idx="52816">
                  <c:v>0.61129629629431292</c:v>
                </c:pt>
                <c:pt idx="52817">
                  <c:v>0.61130787037109258</c:v>
                </c:pt>
                <c:pt idx="52818">
                  <c:v>0.61131944444059627</c:v>
                </c:pt>
                <c:pt idx="52819">
                  <c:v>0.61133101851737592</c:v>
                </c:pt>
                <c:pt idx="52820">
                  <c:v>0.61134259258687962</c:v>
                </c:pt>
                <c:pt idx="52821">
                  <c:v>0.61135416666365927</c:v>
                </c:pt>
                <c:pt idx="52822">
                  <c:v>0.61136574074043892</c:v>
                </c:pt>
                <c:pt idx="52823">
                  <c:v>0.61137731480994262</c:v>
                </c:pt>
                <c:pt idx="52824">
                  <c:v>0.61138888888672227</c:v>
                </c:pt>
                <c:pt idx="52825">
                  <c:v>0.61140046296350192</c:v>
                </c:pt>
                <c:pt idx="52826">
                  <c:v>0.61141203703300562</c:v>
                </c:pt>
                <c:pt idx="52827">
                  <c:v>0.61142361110978527</c:v>
                </c:pt>
                <c:pt idx="52828">
                  <c:v>0.61143518517928896</c:v>
                </c:pt>
                <c:pt idx="52829">
                  <c:v>0.61144675925606862</c:v>
                </c:pt>
                <c:pt idx="52830">
                  <c:v>0.61145833333284827</c:v>
                </c:pt>
                <c:pt idx="52831">
                  <c:v>0.61146990740235196</c:v>
                </c:pt>
                <c:pt idx="52832">
                  <c:v>0.61148148147913162</c:v>
                </c:pt>
                <c:pt idx="52833">
                  <c:v>0.61149305555591127</c:v>
                </c:pt>
                <c:pt idx="52834">
                  <c:v>0.61150462962541496</c:v>
                </c:pt>
                <c:pt idx="52835">
                  <c:v>0.61151620370219462</c:v>
                </c:pt>
                <c:pt idx="52836">
                  <c:v>0.61152777777897427</c:v>
                </c:pt>
                <c:pt idx="52837">
                  <c:v>0.61153935184847796</c:v>
                </c:pt>
                <c:pt idx="52838">
                  <c:v>0.61155092592525762</c:v>
                </c:pt>
                <c:pt idx="52839">
                  <c:v>0.61156249999476131</c:v>
                </c:pt>
                <c:pt idx="52840">
                  <c:v>0.61157407407154096</c:v>
                </c:pt>
                <c:pt idx="52841">
                  <c:v>0.61158564814832062</c:v>
                </c:pt>
                <c:pt idx="52842">
                  <c:v>0.61159722221782431</c:v>
                </c:pt>
                <c:pt idx="52843">
                  <c:v>0.61160879629460396</c:v>
                </c:pt>
                <c:pt idx="52844">
                  <c:v>0.61162037037138361</c:v>
                </c:pt>
                <c:pt idx="52845">
                  <c:v>0.61163194444088731</c:v>
                </c:pt>
                <c:pt idx="52846">
                  <c:v>0.61164351851766696</c:v>
                </c:pt>
                <c:pt idx="52847">
                  <c:v>0.61165509258717066</c:v>
                </c:pt>
                <c:pt idx="52848">
                  <c:v>0.61166666666395031</c:v>
                </c:pt>
                <c:pt idx="52849">
                  <c:v>0.61167824074072996</c:v>
                </c:pt>
                <c:pt idx="52850">
                  <c:v>0.61168981481023366</c:v>
                </c:pt>
                <c:pt idx="52851">
                  <c:v>0.61170138888701331</c:v>
                </c:pt>
                <c:pt idx="52852">
                  <c:v>0.61171296296379296</c:v>
                </c:pt>
                <c:pt idx="52853">
                  <c:v>0.61172453703329666</c:v>
                </c:pt>
                <c:pt idx="52854">
                  <c:v>0.61173611111007631</c:v>
                </c:pt>
                <c:pt idx="52855">
                  <c:v>0.61174768517958</c:v>
                </c:pt>
                <c:pt idx="52856">
                  <c:v>0.61175925925635966</c:v>
                </c:pt>
                <c:pt idx="52857">
                  <c:v>0.61177083333313931</c:v>
                </c:pt>
                <c:pt idx="52858">
                  <c:v>0.611782407402643</c:v>
                </c:pt>
                <c:pt idx="52859">
                  <c:v>0.61179398147942265</c:v>
                </c:pt>
                <c:pt idx="52860">
                  <c:v>0.61180555555620231</c:v>
                </c:pt>
                <c:pt idx="52861">
                  <c:v>0.611817129625706</c:v>
                </c:pt>
                <c:pt idx="52862">
                  <c:v>0.61182870370248565</c:v>
                </c:pt>
                <c:pt idx="52863">
                  <c:v>0.61184027777198935</c:v>
                </c:pt>
                <c:pt idx="52864">
                  <c:v>0.611851851848769</c:v>
                </c:pt>
                <c:pt idx="52865">
                  <c:v>0.61186342592554865</c:v>
                </c:pt>
                <c:pt idx="52866">
                  <c:v>0.61187499999505235</c:v>
                </c:pt>
                <c:pt idx="52867">
                  <c:v>0.611886574071832</c:v>
                </c:pt>
                <c:pt idx="52868">
                  <c:v>0.61189814814861165</c:v>
                </c:pt>
                <c:pt idx="52869">
                  <c:v>0.61190972221811535</c:v>
                </c:pt>
                <c:pt idx="52870">
                  <c:v>0.611921296294895</c:v>
                </c:pt>
                <c:pt idx="52871">
                  <c:v>0.61193287037167465</c:v>
                </c:pt>
                <c:pt idx="52872">
                  <c:v>0.61194444444117835</c:v>
                </c:pt>
                <c:pt idx="52873">
                  <c:v>0.611956018517958</c:v>
                </c:pt>
                <c:pt idx="52874">
                  <c:v>0.6119675925874617</c:v>
                </c:pt>
                <c:pt idx="52875">
                  <c:v>0.61197916666424135</c:v>
                </c:pt>
                <c:pt idx="52876">
                  <c:v>0.611990740741021</c:v>
                </c:pt>
                <c:pt idx="52877">
                  <c:v>0.61200231481052469</c:v>
                </c:pt>
                <c:pt idx="52878">
                  <c:v>0.61201388888730435</c:v>
                </c:pt>
                <c:pt idx="52879">
                  <c:v>0.612025462964084</c:v>
                </c:pt>
                <c:pt idx="52880">
                  <c:v>0.61203703703358769</c:v>
                </c:pt>
                <c:pt idx="52881">
                  <c:v>0.61204861111036735</c:v>
                </c:pt>
                <c:pt idx="52882">
                  <c:v>0.61206018517987104</c:v>
                </c:pt>
                <c:pt idx="52883">
                  <c:v>0.61207175925665069</c:v>
                </c:pt>
                <c:pt idx="52884">
                  <c:v>0.61208333333343035</c:v>
                </c:pt>
                <c:pt idx="52885">
                  <c:v>0.61209490740293404</c:v>
                </c:pt>
                <c:pt idx="52886">
                  <c:v>0.61210648147971369</c:v>
                </c:pt>
                <c:pt idx="52887">
                  <c:v>0.61211805555649335</c:v>
                </c:pt>
                <c:pt idx="52888">
                  <c:v>0.61212962962599704</c:v>
                </c:pt>
                <c:pt idx="52889">
                  <c:v>0.61214120370277669</c:v>
                </c:pt>
                <c:pt idx="52890">
                  <c:v>0.61215277777228039</c:v>
                </c:pt>
                <c:pt idx="52891">
                  <c:v>0.61216435184906004</c:v>
                </c:pt>
                <c:pt idx="52892">
                  <c:v>0.61217592592583969</c:v>
                </c:pt>
                <c:pt idx="52893">
                  <c:v>0.61218749999534339</c:v>
                </c:pt>
                <c:pt idx="52894">
                  <c:v>0.61219907407212304</c:v>
                </c:pt>
                <c:pt idx="52895">
                  <c:v>0.61221064814890269</c:v>
                </c:pt>
                <c:pt idx="52896">
                  <c:v>0.61222222221840639</c:v>
                </c:pt>
                <c:pt idx="52897">
                  <c:v>0.61223379629518604</c:v>
                </c:pt>
                <c:pt idx="52898">
                  <c:v>0.61224537036468973</c:v>
                </c:pt>
                <c:pt idx="52899">
                  <c:v>0.61225694444146939</c:v>
                </c:pt>
                <c:pt idx="52900">
                  <c:v>0.61226851851824904</c:v>
                </c:pt>
                <c:pt idx="52901">
                  <c:v>0.61228009258775273</c:v>
                </c:pt>
                <c:pt idx="52902">
                  <c:v>0.61229166666453239</c:v>
                </c:pt>
                <c:pt idx="52903">
                  <c:v>0.61230324074131204</c:v>
                </c:pt>
                <c:pt idx="52904">
                  <c:v>0.61231481481081573</c:v>
                </c:pt>
                <c:pt idx="52905">
                  <c:v>0.61232638888759539</c:v>
                </c:pt>
                <c:pt idx="52906">
                  <c:v>0.61233796295709908</c:v>
                </c:pt>
                <c:pt idx="52907">
                  <c:v>0.61234953703387873</c:v>
                </c:pt>
                <c:pt idx="52908">
                  <c:v>0.61236111111065838</c:v>
                </c:pt>
                <c:pt idx="52909">
                  <c:v>0.61237268518016208</c:v>
                </c:pt>
                <c:pt idx="52910">
                  <c:v>0.61238425925694173</c:v>
                </c:pt>
                <c:pt idx="52911">
                  <c:v>0.61239583333372138</c:v>
                </c:pt>
                <c:pt idx="52912">
                  <c:v>0.61240740740322508</c:v>
                </c:pt>
                <c:pt idx="52913">
                  <c:v>0.61241898148000473</c:v>
                </c:pt>
                <c:pt idx="52914">
                  <c:v>0.61243055555678438</c:v>
                </c:pt>
                <c:pt idx="52915">
                  <c:v>0.61244212962628808</c:v>
                </c:pt>
                <c:pt idx="52916">
                  <c:v>0.61245370370306773</c:v>
                </c:pt>
                <c:pt idx="52917">
                  <c:v>0.61246527777257143</c:v>
                </c:pt>
                <c:pt idx="52918">
                  <c:v>0.61247685184935108</c:v>
                </c:pt>
                <c:pt idx="52919">
                  <c:v>0.61248842592613073</c:v>
                </c:pt>
                <c:pt idx="52920">
                  <c:v>0.61249999999563443</c:v>
                </c:pt>
                <c:pt idx="52921">
                  <c:v>0.61251157407241408</c:v>
                </c:pt>
                <c:pt idx="52922">
                  <c:v>0.61252314814919373</c:v>
                </c:pt>
                <c:pt idx="52923">
                  <c:v>0.61253472221869742</c:v>
                </c:pt>
                <c:pt idx="52924">
                  <c:v>0.61254629629547708</c:v>
                </c:pt>
                <c:pt idx="52925">
                  <c:v>0.61255787036498077</c:v>
                </c:pt>
                <c:pt idx="52926">
                  <c:v>0.61256944444176042</c:v>
                </c:pt>
                <c:pt idx="52927">
                  <c:v>0.61258101851854008</c:v>
                </c:pt>
                <c:pt idx="52928">
                  <c:v>0.61259259258804377</c:v>
                </c:pt>
                <c:pt idx="52929">
                  <c:v>0.61260416666482342</c:v>
                </c:pt>
                <c:pt idx="52930">
                  <c:v>0.61261574074160308</c:v>
                </c:pt>
                <c:pt idx="52931">
                  <c:v>0.61262731481110677</c:v>
                </c:pt>
                <c:pt idx="52932">
                  <c:v>0.61263888888788642</c:v>
                </c:pt>
                <c:pt idx="52933">
                  <c:v>0.61265046295739012</c:v>
                </c:pt>
                <c:pt idx="52934">
                  <c:v>0.61266203703416977</c:v>
                </c:pt>
                <c:pt idx="52935">
                  <c:v>0.61267361111094942</c:v>
                </c:pt>
                <c:pt idx="52936">
                  <c:v>0.61268518518045312</c:v>
                </c:pt>
                <c:pt idx="52937">
                  <c:v>0.61269675925723277</c:v>
                </c:pt>
                <c:pt idx="52938">
                  <c:v>0.61270833333401242</c:v>
                </c:pt>
                <c:pt idx="52939">
                  <c:v>0.61271990740351612</c:v>
                </c:pt>
                <c:pt idx="52940">
                  <c:v>0.61273148148029577</c:v>
                </c:pt>
                <c:pt idx="52941">
                  <c:v>0.61274305554979946</c:v>
                </c:pt>
                <c:pt idx="52942">
                  <c:v>0.61275462962657912</c:v>
                </c:pt>
                <c:pt idx="52943">
                  <c:v>0.61276620370335877</c:v>
                </c:pt>
                <c:pt idx="52944">
                  <c:v>0.61277777777286246</c:v>
                </c:pt>
                <c:pt idx="52945">
                  <c:v>0.61278935184964212</c:v>
                </c:pt>
                <c:pt idx="52946">
                  <c:v>0.61280092592642177</c:v>
                </c:pt>
                <c:pt idx="52947">
                  <c:v>0.61281249999592546</c:v>
                </c:pt>
                <c:pt idx="52948">
                  <c:v>0.61282407407270512</c:v>
                </c:pt>
                <c:pt idx="52949">
                  <c:v>0.61283564814948477</c:v>
                </c:pt>
                <c:pt idx="52950">
                  <c:v>0.61284722221898846</c:v>
                </c:pt>
                <c:pt idx="52951">
                  <c:v>0.61285879629576812</c:v>
                </c:pt>
                <c:pt idx="52952">
                  <c:v>0.61287037036527181</c:v>
                </c:pt>
                <c:pt idx="52953">
                  <c:v>0.61288194444205146</c:v>
                </c:pt>
                <c:pt idx="52954">
                  <c:v>0.61289351851883112</c:v>
                </c:pt>
                <c:pt idx="52955">
                  <c:v>0.61290509258833481</c:v>
                </c:pt>
                <c:pt idx="52956">
                  <c:v>0.61291666666511446</c:v>
                </c:pt>
                <c:pt idx="52957">
                  <c:v>0.61292824074189411</c:v>
                </c:pt>
                <c:pt idx="52958">
                  <c:v>0.61293981481139781</c:v>
                </c:pt>
                <c:pt idx="52959">
                  <c:v>0.61295138888817746</c:v>
                </c:pt>
                <c:pt idx="52960">
                  <c:v>0.61296296295768116</c:v>
                </c:pt>
                <c:pt idx="52961">
                  <c:v>0.61297453703446081</c:v>
                </c:pt>
                <c:pt idx="52962">
                  <c:v>0.61298611111124046</c:v>
                </c:pt>
                <c:pt idx="52963">
                  <c:v>0.61299768518074416</c:v>
                </c:pt>
                <c:pt idx="52964">
                  <c:v>0.61300925925752381</c:v>
                </c:pt>
                <c:pt idx="52965">
                  <c:v>0.61302083333430346</c:v>
                </c:pt>
                <c:pt idx="52966">
                  <c:v>0.61303240740380716</c:v>
                </c:pt>
                <c:pt idx="52967">
                  <c:v>0.61304398148058681</c:v>
                </c:pt>
                <c:pt idx="52968">
                  <c:v>0.6130555555500905</c:v>
                </c:pt>
                <c:pt idx="52969">
                  <c:v>0.61306712962687016</c:v>
                </c:pt>
                <c:pt idx="52970">
                  <c:v>0.61307870370364981</c:v>
                </c:pt>
                <c:pt idx="52971">
                  <c:v>0.6130902777731535</c:v>
                </c:pt>
                <c:pt idx="52972">
                  <c:v>0.61310185184993315</c:v>
                </c:pt>
                <c:pt idx="52973">
                  <c:v>0.61311342592671281</c:v>
                </c:pt>
                <c:pt idx="52974">
                  <c:v>0.6131249999962165</c:v>
                </c:pt>
                <c:pt idx="52975">
                  <c:v>0.61313657407299615</c:v>
                </c:pt>
                <c:pt idx="52976">
                  <c:v>0.61314814814249985</c:v>
                </c:pt>
                <c:pt idx="52977">
                  <c:v>0.6131597222192795</c:v>
                </c:pt>
                <c:pt idx="52978">
                  <c:v>0.61317129629605915</c:v>
                </c:pt>
                <c:pt idx="52979">
                  <c:v>0.61318287036556285</c:v>
                </c:pt>
                <c:pt idx="52980">
                  <c:v>0.6131944444423425</c:v>
                </c:pt>
                <c:pt idx="52981">
                  <c:v>0.61320601851912215</c:v>
                </c:pt>
                <c:pt idx="52982">
                  <c:v>0.61321759258862585</c:v>
                </c:pt>
                <c:pt idx="52983">
                  <c:v>0.6132291666654055</c:v>
                </c:pt>
                <c:pt idx="52984">
                  <c:v>0.6132407407349092</c:v>
                </c:pt>
                <c:pt idx="52985">
                  <c:v>0.61325231481168885</c:v>
                </c:pt>
                <c:pt idx="52986">
                  <c:v>0.6132638888884685</c:v>
                </c:pt>
                <c:pt idx="52987">
                  <c:v>0.61327546295797219</c:v>
                </c:pt>
                <c:pt idx="52988">
                  <c:v>0.61328703703475185</c:v>
                </c:pt>
                <c:pt idx="52989">
                  <c:v>0.6132986111115315</c:v>
                </c:pt>
                <c:pt idx="52990">
                  <c:v>0.61331018518103519</c:v>
                </c:pt>
                <c:pt idx="52991">
                  <c:v>0.61332175925781485</c:v>
                </c:pt>
                <c:pt idx="52992">
                  <c:v>0.6133333333345945</c:v>
                </c:pt>
                <c:pt idx="52993">
                  <c:v>0.61334490740409819</c:v>
                </c:pt>
                <c:pt idx="52994">
                  <c:v>0.61335648148087785</c:v>
                </c:pt>
                <c:pt idx="52995">
                  <c:v>0.61336805555038154</c:v>
                </c:pt>
                <c:pt idx="52996">
                  <c:v>0.61337962962716119</c:v>
                </c:pt>
                <c:pt idx="52997">
                  <c:v>0.61339120370394085</c:v>
                </c:pt>
                <c:pt idx="52998">
                  <c:v>0.61340277777344454</c:v>
                </c:pt>
                <c:pt idx="52999">
                  <c:v>0.61341435185022419</c:v>
                </c:pt>
                <c:pt idx="53000">
                  <c:v>0.61342592592700385</c:v>
                </c:pt>
                <c:pt idx="53001">
                  <c:v>0.61343749999650754</c:v>
                </c:pt>
                <c:pt idx="53002">
                  <c:v>0.61344907407328719</c:v>
                </c:pt>
                <c:pt idx="53003">
                  <c:v>0.61346064814279089</c:v>
                </c:pt>
                <c:pt idx="53004">
                  <c:v>0.61347222221957054</c:v>
                </c:pt>
                <c:pt idx="53005">
                  <c:v>0.61348379629635019</c:v>
                </c:pt>
                <c:pt idx="53006">
                  <c:v>0.61349537036585389</c:v>
                </c:pt>
                <c:pt idx="53007">
                  <c:v>0.61350694444263354</c:v>
                </c:pt>
                <c:pt idx="53008">
                  <c:v>0.61351851851941319</c:v>
                </c:pt>
                <c:pt idx="53009">
                  <c:v>0.61353009258891689</c:v>
                </c:pt>
                <c:pt idx="53010">
                  <c:v>0.61354166666569654</c:v>
                </c:pt>
                <c:pt idx="53011">
                  <c:v>0.61355324073520023</c:v>
                </c:pt>
                <c:pt idx="53012">
                  <c:v>0.61356481481197989</c:v>
                </c:pt>
                <c:pt idx="53013">
                  <c:v>0.61357638888875954</c:v>
                </c:pt>
                <c:pt idx="53014">
                  <c:v>0.61358796295826323</c:v>
                </c:pt>
                <c:pt idx="53015">
                  <c:v>0.61359953703504289</c:v>
                </c:pt>
                <c:pt idx="53016">
                  <c:v>0.61361111111182254</c:v>
                </c:pt>
                <c:pt idx="53017">
                  <c:v>0.61362268518132623</c:v>
                </c:pt>
                <c:pt idx="53018">
                  <c:v>0.61363425925810589</c:v>
                </c:pt>
                <c:pt idx="53019">
                  <c:v>0.61364583332760958</c:v>
                </c:pt>
                <c:pt idx="53020">
                  <c:v>0.61365740740438923</c:v>
                </c:pt>
                <c:pt idx="53021">
                  <c:v>0.61366898148116888</c:v>
                </c:pt>
                <c:pt idx="53022">
                  <c:v>0.61368055555067258</c:v>
                </c:pt>
                <c:pt idx="53023">
                  <c:v>0.61369212962745223</c:v>
                </c:pt>
                <c:pt idx="53024">
                  <c:v>0.61370370370423188</c:v>
                </c:pt>
                <c:pt idx="53025">
                  <c:v>0.61371527777373558</c:v>
                </c:pt>
                <c:pt idx="53026">
                  <c:v>0.61372685185051523</c:v>
                </c:pt>
                <c:pt idx="53027">
                  <c:v>0.61373842592001893</c:v>
                </c:pt>
                <c:pt idx="53028">
                  <c:v>0.61374999999679858</c:v>
                </c:pt>
                <c:pt idx="53029">
                  <c:v>0.61376157407357823</c:v>
                </c:pt>
                <c:pt idx="53030">
                  <c:v>0.61377314814308193</c:v>
                </c:pt>
                <c:pt idx="53031">
                  <c:v>0.61378472221986158</c:v>
                </c:pt>
                <c:pt idx="53032">
                  <c:v>0.61379629629664123</c:v>
                </c:pt>
                <c:pt idx="53033">
                  <c:v>0.61380787036614493</c:v>
                </c:pt>
                <c:pt idx="53034">
                  <c:v>0.61381944444292458</c:v>
                </c:pt>
                <c:pt idx="53035">
                  <c:v>0.61383101851970423</c:v>
                </c:pt>
                <c:pt idx="53036">
                  <c:v>0.61384259258920792</c:v>
                </c:pt>
                <c:pt idx="53037">
                  <c:v>0.61385416666598758</c:v>
                </c:pt>
                <c:pt idx="53038">
                  <c:v>0.61386574073549127</c:v>
                </c:pt>
                <c:pt idx="53039">
                  <c:v>0.61387731481227092</c:v>
                </c:pt>
                <c:pt idx="53040">
                  <c:v>0.61388888888905058</c:v>
                </c:pt>
                <c:pt idx="53041">
                  <c:v>0.61390046295855427</c:v>
                </c:pt>
                <c:pt idx="53042">
                  <c:v>0.61391203703533392</c:v>
                </c:pt>
                <c:pt idx="53043">
                  <c:v>0.61392361111211358</c:v>
                </c:pt>
                <c:pt idx="53044">
                  <c:v>0.61393518518161727</c:v>
                </c:pt>
                <c:pt idx="53045">
                  <c:v>0.61394675925839692</c:v>
                </c:pt>
                <c:pt idx="53046">
                  <c:v>0.61395833332790062</c:v>
                </c:pt>
                <c:pt idx="53047">
                  <c:v>0.61396990740468027</c:v>
                </c:pt>
                <c:pt idx="53048">
                  <c:v>0.61398148148145992</c:v>
                </c:pt>
                <c:pt idx="53049">
                  <c:v>0.61399305555096362</c:v>
                </c:pt>
                <c:pt idx="53050">
                  <c:v>0.61400462962774327</c:v>
                </c:pt>
                <c:pt idx="53051">
                  <c:v>0.61401620370452292</c:v>
                </c:pt>
                <c:pt idx="53052">
                  <c:v>0.61402777777402662</c:v>
                </c:pt>
                <c:pt idx="53053">
                  <c:v>0.61403935185080627</c:v>
                </c:pt>
                <c:pt idx="53054">
                  <c:v>0.61405092592030996</c:v>
                </c:pt>
                <c:pt idx="53055">
                  <c:v>0.61406249999708962</c:v>
                </c:pt>
                <c:pt idx="53056">
                  <c:v>0.61407407407386927</c:v>
                </c:pt>
                <c:pt idx="53057">
                  <c:v>0.61408564814337296</c:v>
                </c:pt>
                <c:pt idx="53058">
                  <c:v>0.61409722222015262</c:v>
                </c:pt>
                <c:pt idx="53059">
                  <c:v>0.61410879629693227</c:v>
                </c:pt>
                <c:pt idx="53060">
                  <c:v>0.61412037036643596</c:v>
                </c:pt>
                <c:pt idx="53061">
                  <c:v>0.61413194444321562</c:v>
                </c:pt>
                <c:pt idx="53062">
                  <c:v>0.61414351851271931</c:v>
                </c:pt>
                <c:pt idx="53063">
                  <c:v>0.61415509258949896</c:v>
                </c:pt>
                <c:pt idx="53064">
                  <c:v>0.61416666666627862</c:v>
                </c:pt>
                <c:pt idx="53065">
                  <c:v>0.61417824073578231</c:v>
                </c:pt>
                <c:pt idx="53066">
                  <c:v>0.61418981481256196</c:v>
                </c:pt>
                <c:pt idx="53067">
                  <c:v>0.61420138888934162</c:v>
                </c:pt>
                <c:pt idx="53068">
                  <c:v>0.61421296295884531</c:v>
                </c:pt>
                <c:pt idx="53069">
                  <c:v>0.61422453703562496</c:v>
                </c:pt>
                <c:pt idx="53070">
                  <c:v>0.61423611111240461</c:v>
                </c:pt>
                <c:pt idx="53071">
                  <c:v>0.61424768518190831</c:v>
                </c:pt>
                <c:pt idx="53072">
                  <c:v>0.61425925925868796</c:v>
                </c:pt>
                <c:pt idx="53073">
                  <c:v>0.61427083332819166</c:v>
                </c:pt>
                <c:pt idx="53074">
                  <c:v>0.61428240740497131</c:v>
                </c:pt>
                <c:pt idx="53075">
                  <c:v>0.61429398148175096</c:v>
                </c:pt>
                <c:pt idx="53076">
                  <c:v>0.61430555555125466</c:v>
                </c:pt>
                <c:pt idx="53077">
                  <c:v>0.61431712962803431</c:v>
                </c:pt>
                <c:pt idx="53078">
                  <c:v>0.61432870370481396</c:v>
                </c:pt>
                <c:pt idx="53079">
                  <c:v>0.61434027777431766</c:v>
                </c:pt>
                <c:pt idx="53080">
                  <c:v>0.61435185185109731</c:v>
                </c:pt>
                <c:pt idx="53081">
                  <c:v>0.614363425920601</c:v>
                </c:pt>
                <c:pt idx="53082">
                  <c:v>0.61437499999738066</c:v>
                </c:pt>
                <c:pt idx="53083">
                  <c:v>0.61438657407416031</c:v>
                </c:pt>
                <c:pt idx="53084">
                  <c:v>0.614398148143664</c:v>
                </c:pt>
                <c:pt idx="53085">
                  <c:v>0.61440972222044365</c:v>
                </c:pt>
                <c:pt idx="53086">
                  <c:v>0.61442129629722331</c:v>
                </c:pt>
                <c:pt idx="53087">
                  <c:v>0.614432870366727</c:v>
                </c:pt>
                <c:pt idx="53088">
                  <c:v>0.61444444444350665</c:v>
                </c:pt>
                <c:pt idx="53089">
                  <c:v>0.61445601851301035</c:v>
                </c:pt>
                <c:pt idx="53090">
                  <c:v>0.61446759258979</c:v>
                </c:pt>
                <c:pt idx="53091">
                  <c:v>0.61447916666656965</c:v>
                </c:pt>
                <c:pt idx="53092">
                  <c:v>0.61449074073607335</c:v>
                </c:pt>
                <c:pt idx="53093">
                  <c:v>0.614502314812853</c:v>
                </c:pt>
                <c:pt idx="53094">
                  <c:v>0.61451388888963265</c:v>
                </c:pt>
                <c:pt idx="53095">
                  <c:v>0.61452546295913635</c:v>
                </c:pt>
                <c:pt idx="53096">
                  <c:v>0.614537037035916</c:v>
                </c:pt>
                <c:pt idx="53097">
                  <c:v>0.6145486111054197</c:v>
                </c:pt>
                <c:pt idx="53098">
                  <c:v>0.61456018518219935</c:v>
                </c:pt>
                <c:pt idx="53099">
                  <c:v>0.614571759258979</c:v>
                </c:pt>
                <c:pt idx="53100">
                  <c:v>0.61458333332848269</c:v>
                </c:pt>
                <c:pt idx="53101">
                  <c:v>0.61459490740526235</c:v>
                </c:pt>
                <c:pt idx="53102">
                  <c:v>0.614606481482042</c:v>
                </c:pt>
                <c:pt idx="53103">
                  <c:v>0.61461805555154569</c:v>
                </c:pt>
                <c:pt idx="53104">
                  <c:v>0.61462962962832535</c:v>
                </c:pt>
                <c:pt idx="53105">
                  <c:v>0.61464120369782904</c:v>
                </c:pt>
                <c:pt idx="53106">
                  <c:v>0.61465277777460869</c:v>
                </c:pt>
                <c:pt idx="53107">
                  <c:v>0.61466435185138835</c:v>
                </c:pt>
                <c:pt idx="53108">
                  <c:v>0.61467592592089204</c:v>
                </c:pt>
                <c:pt idx="53109">
                  <c:v>0.61468749999767169</c:v>
                </c:pt>
                <c:pt idx="53110">
                  <c:v>0.61469907407445135</c:v>
                </c:pt>
                <c:pt idx="53111">
                  <c:v>0.61471064814395504</c:v>
                </c:pt>
                <c:pt idx="53112">
                  <c:v>0.61472222222073469</c:v>
                </c:pt>
                <c:pt idx="53113">
                  <c:v>0.61473379629751435</c:v>
                </c:pt>
                <c:pt idx="53114">
                  <c:v>0.61474537036701804</c:v>
                </c:pt>
                <c:pt idx="53115">
                  <c:v>0.61475694444379769</c:v>
                </c:pt>
                <c:pt idx="53116">
                  <c:v>0.61476851851330139</c:v>
                </c:pt>
                <c:pt idx="53117">
                  <c:v>0.61478009259008104</c:v>
                </c:pt>
                <c:pt idx="53118">
                  <c:v>0.61479166666686069</c:v>
                </c:pt>
                <c:pt idx="53119">
                  <c:v>0.61480324073636439</c:v>
                </c:pt>
                <c:pt idx="53120">
                  <c:v>0.61481481481314404</c:v>
                </c:pt>
                <c:pt idx="53121">
                  <c:v>0.61482638888992369</c:v>
                </c:pt>
                <c:pt idx="53122">
                  <c:v>0.61483796295942739</c:v>
                </c:pt>
                <c:pt idx="53123">
                  <c:v>0.61484953703620704</c:v>
                </c:pt>
                <c:pt idx="53124">
                  <c:v>0.61486111110571073</c:v>
                </c:pt>
                <c:pt idx="53125">
                  <c:v>0.61487268518249039</c:v>
                </c:pt>
                <c:pt idx="53126">
                  <c:v>0.61488425925927004</c:v>
                </c:pt>
                <c:pt idx="53127">
                  <c:v>0.61489583332877373</c:v>
                </c:pt>
                <c:pt idx="53128">
                  <c:v>0.61490740740555339</c:v>
                </c:pt>
                <c:pt idx="53129">
                  <c:v>0.61491898148233304</c:v>
                </c:pt>
                <c:pt idx="53130">
                  <c:v>0.61493055555183673</c:v>
                </c:pt>
                <c:pt idx="53131">
                  <c:v>0.61494212962861639</c:v>
                </c:pt>
                <c:pt idx="53132">
                  <c:v>0.61495370369812008</c:v>
                </c:pt>
                <c:pt idx="53133">
                  <c:v>0.61496527777489973</c:v>
                </c:pt>
                <c:pt idx="53134">
                  <c:v>0.61497685185167938</c:v>
                </c:pt>
                <c:pt idx="53135">
                  <c:v>0.61498842592118308</c:v>
                </c:pt>
                <c:pt idx="53136">
                  <c:v>0.61499999999796273</c:v>
                </c:pt>
                <c:pt idx="53137">
                  <c:v>0.61501157407474238</c:v>
                </c:pt>
                <c:pt idx="53138">
                  <c:v>0.61502314814424608</c:v>
                </c:pt>
                <c:pt idx="53139">
                  <c:v>0.61503472222102573</c:v>
                </c:pt>
                <c:pt idx="53140">
                  <c:v>0.61504629629052943</c:v>
                </c:pt>
                <c:pt idx="53141">
                  <c:v>0.61505787036730908</c:v>
                </c:pt>
                <c:pt idx="53142">
                  <c:v>0.61506944444408873</c:v>
                </c:pt>
                <c:pt idx="53143">
                  <c:v>0.61508101851359243</c:v>
                </c:pt>
                <c:pt idx="53144">
                  <c:v>0.61509259259037208</c:v>
                </c:pt>
                <c:pt idx="53145">
                  <c:v>0.61510416666715173</c:v>
                </c:pt>
                <c:pt idx="53146">
                  <c:v>0.61511574073665543</c:v>
                </c:pt>
                <c:pt idx="53147">
                  <c:v>0.61512731481343508</c:v>
                </c:pt>
                <c:pt idx="53148">
                  <c:v>0.61513888889021473</c:v>
                </c:pt>
                <c:pt idx="53149">
                  <c:v>0.61515046295971842</c:v>
                </c:pt>
                <c:pt idx="53150">
                  <c:v>0.61516203703649808</c:v>
                </c:pt>
                <c:pt idx="53151">
                  <c:v>0.61517361110600177</c:v>
                </c:pt>
                <c:pt idx="53152">
                  <c:v>0.61518518518278142</c:v>
                </c:pt>
                <c:pt idx="53153">
                  <c:v>0.61519675925956108</c:v>
                </c:pt>
                <c:pt idx="53154">
                  <c:v>0.61520833332906477</c:v>
                </c:pt>
                <c:pt idx="53155">
                  <c:v>0.61521990740584442</c:v>
                </c:pt>
                <c:pt idx="53156">
                  <c:v>0.61523148148262408</c:v>
                </c:pt>
                <c:pt idx="53157">
                  <c:v>0.61524305555212777</c:v>
                </c:pt>
                <c:pt idx="53158">
                  <c:v>0.61525462962890742</c:v>
                </c:pt>
                <c:pt idx="53159">
                  <c:v>0.61526620369841112</c:v>
                </c:pt>
                <c:pt idx="53160">
                  <c:v>0.61527777777519077</c:v>
                </c:pt>
                <c:pt idx="53161">
                  <c:v>0.61528935185197042</c:v>
                </c:pt>
                <c:pt idx="53162">
                  <c:v>0.61530092592147412</c:v>
                </c:pt>
                <c:pt idx="53163">
                  <c:v>0.61531249999825377</c:v>
                </c:pt>
                <c:pt idx="53164">
                  <c:v>0.61532407407503342</c:v>
                </c:pt>
                <c:pt idx="53165">
                  <c:v>0.61533564814453712</c:v>
                </c:pt>
                <c:pt idx="53166">
                  <c:v>0.61534722222131677</c:v>
                </c:pt>
                <c:pt idx="53167">
                  <c:v>0.61535879629082046</c:v>
                </c:pt>
                <c:pt idx="53168">
                  <c:v>0.61537037036760012</c:v>
                </c:pt>
                <c:pt idx="53169">
                  <c:v>0.61538194444437977</c:v>
                </c:pt>
                <c:pt idx="53170">
                  <c:v>0.61539351851388346</c:v>
                </c:pt>
                <c:pt idx="53171">
                  <c:v>0.61540509259066312</c:v>
                </c:pt>
                <c:pt idx="53172">
                  <c:v>0.61541666666744277</c:v>
                </c:pt>
                <c:pt idx="53173">
                  <c:v>0.61542824073694646</c:v>
                </c:pt>
                <c:pt idx="53174">
                  <c:v>0.61543981481372612</c:v>
                </c:pt>
                <c:pt idx="53175">
                  <c:v>0.61545138888322981</c:v>
                </c:pt>
                <c:pt idx="53176">
                  <c:v>0.61546296296000946</c:v>
                </c:pt>
                <c:pt idx="53177">
                  <c:v>0.61547453703678912</c:v>
                </c:pt>
                <c:pt idx="53178">
                  <c:v>0.61548611110629281</c:v>
                </c:pt>
                <c:pt idx="53179">
                  <c:v>0.61549768518307246</c:v>
                </c:pt>
                <c:pt idx="53180">
                  <c:v>0.61550925925985212</c:v>
                </c:pt>
                <c:pt idx="53181">
                  <c:v>0.61552083332935581</c:v>
                </c:pt>
                <c:pt idx="53182">
                  <c:v>0.61553240740613546</c:v>
                </c:pt>
                <c:pt idx="53183">
                  <c:v>0.61554398147563916</c:v>
                </c:pt>
                <c:pt idx="53184">
                  <c:v>0.61555555555241881</c:v>
                </c:pt>
                <c:pt idx="53185">
                  <c:v>0.61556712962919846</c:v>
                </c:pt>
                <c:pt idx="53186">
                  <c:v>0.61557870369870216</c:v>
                </c:pt>
                <c:pt idx="53187">
                  <c:v>0.61559027777548181</c:v>
                </c:pt>
                <c:pt idx="53188">
                  <c:v>0.61560185185226146</c:v>
                </c:pt>
                <c:pt idx="53189">
                  <c:v>0.61561342592176516</c:v>
                </c:pt>
                <c:pt idx="53190">
                  <c:v>0.61562499999854481</c:v>
                </c:pt>
                <c:pt idx="53191">
                  <c:v>0.61563657407532446</c:v>
                </c:pt>
                <c:pt idx="53192">
                  <c:v>0.61564814814482816</c:v>
                </c:pt>
                <c:pt idx="53193">
                  <c:v>0.61565972222160781</c:v>
                </c:pt>
                <c:pt idx="53194">
                  <c:v>0.6156712962911115</c:v>
                </c:pt>
                <c:pt idx="53195">
                  <c:v>0.61568287036789116</c:v>
                </c:pt>
                <c:pt idx="53196">
                  <c:v>0.61569444444467081</c:v>
                </c:pt>
                <c:pt idx="53197">
                  <c:v>0.6157060185141745</c:v>
                </c:pt>
                <c:pt idx="53198">
                  <c:v>0.61571759259095415</c:v>
                </c:pt>
                <c:pt idx="53199">
                  <c:v>0.61572916666773381</c:v>
                </c:pt>
                <c:pt idx="53200">
                  <c:v>0.6157407407372375</c:v>
                </c:pt>
                <c:pt idx="53201">
                  <c:v>0.61575231481401715</c:v>
                </c:pt>
                <c:pt idx="53202">
                  <c:v>0.61576388888352085</c:v>
                </c:pt>
                <c:pt idx="53203">
                  <c:v>0.6157754629603005</c:v>
                </c:pt>
                <c:pt idx="53204">
                  <c:v>0.61578703703708015</c:v>
                </c:pt>
                <c:pt idx="53205">
                  <c:v>0.61579861110658385</c:v>
                </c:pt>
                <c:pt idx="53206">
                  <c:v>0.6158101851833635</c:v>
                </c:pt>
                <c:pt idx="53207">
                  <c:v>0.61582175926014315</c:v>
                </c:pt>
                <c:pt idx="53208">
                  <c:v>0.61583333332964685</c:v>
                </c:pt>
                <c:pt idx="53209">
                  <c:v>0.6158449074064265</c:v>
                </c:pt>
                <c:pt idx="53210">
                  <c:v>0.6158564814759302</c:v>
                </c:pt>
                <c:pt idx="53211">
                  <c:v>0.61586805555270985</c:v>
                </c:pt>
                <c:pt idx="53212">
                  <c:v>0.6158796296294895</c:v>
                </c:pt>
                <c:pt idx="53213">
                  <c:v>0.61589120369899319</c:v>
                </c:pt>
                <c:pt idx="53214">
                  <c:v>0.61590277777577285</c:v>
                </c:pt>
                <c:pt idx="53215">
                  <c:v>0.6159143518525525</c:v>
                </c:pt>
                <c:pt idx="53216">
                  <c:v>0.61592592592205619</c:v>
                </c:pt>
                <c:pt idx="53217">
                  <c:v>0.61593749999883585</c:v>
                </c:pt>
                <c:pt idx="53218">
                  <c:v>0.61594907406833954</c:v>
                </c:pt>
                <c:pt idx="53219">
                  <c:v>0.61596064814511919</c:v>
                </c:pt>
                <c:pt idx="53220">
                  <c:v>0.61597222222189885</c:v>
                </c:pt>
                <c:pt idx="53221">
                  <c:v>0.61598379629140254</c:v>
                </c:pt>
                <c:pt idx="53222">
                  <c:v>0.61599537036818219</c:v>
                </c:pt>
                <c:pt idx="53223">
                  <c:v>0.61600694444496185</c:v>
                </c:pt>
                <c:pt idx="53224">
                  <c:v>0.61601851851446554</c:v>
                </c:pt>
                <c:pt idx="53225">
                  <c:v>0.61603009259124519</c:v>
                </c:pt>
                <c:pt idx="53226">
                  <c:v>0.61604166666074889</c:v>
                </c:pt>
                <c:pt idx="53227">
                  <c:v>0.61605324073752854</c:v>
                </c:pt>
                <c:pt idx="53228">
                  <c:v>0.61606481481430819</c:v>
                </c:pt>
                <c:pt idx="53229">
                  <c:v>0.61607638888381189</c:v>
                </c:pt>
                <c:pt idx="53230">
                  <c:v>0.61608796296059154</c:v>
                </c:pt>
                <c:pt idx="53231">
                  <c:v>0.61609953703737119</c:v>
                </c:pt>
                <c:pt idx="53232">
                  <c:v>0.61611111110687489</c:v>
                </c:pt>
                <c:pt idx="53233">
                  <c:v>0.61612268518365454</c:v>
                </c:pt>
                <c:pt idx="53234">
                  <c:v>0.61613425926043419</c:v>
                </c:pt>
                <c:pt idx="53235">
                  <c:v>0.61614583332993789</c:v>
                </c:pt>
                <c:pt idx="53236">
                  <c:v>0.61615740740671754</c:v>
                </c:pt>
                <c:pt idx="53237">
                  <c:v>0.61616898147622123</c:v>
                </c:pt>
                <c:pt idx="53238">
                  <c:v>0.61618055555300089</c:v>
                </c:pt>
                <c:pt idx="53239">
                  <c:v>0.61619212962978054</c:v>
                </c:pt>
                <c:pt idx="53240">
                  <c:v>0.61620370369928423</c:v>
                </c:pt>
                <c:pt idx="53241">
                  <c:v>0.61621527777606389</c:v>
                </c:pt>
                <c:pt idx="53242">
                  <c:v>0.61622685185284354</c:v>
                </c:pt>
                <c:pt idx="53243">
                  <c:v>0.61623842592234723</c:v>
                </c:pt>
                <c:pt idx="53244">
                  <c:v>0.61624999999912689</c:v>
                </c:pt>
                <c:pt idx="53245">
                  <c:v>0.61626157406863058</c:v>
                </c:pt>
                <c:pt idx="53246">
                  <c:v>0.61627314814541023</c:v>
                </c:pt>
                <c:pt idx="53247">
                  <c:v>0.61628472222218988</c:v>
                </c:pt>
                <c:pt idx="53248">
                  <c:v>0.61629629629169358</c:v>
                </c:pt>
                <c:pt idx="53249">
                  <c:v>0.61630787036847323</c:v>
                </c:pt>
                <c:pt idx="53250">
                  <c:v>0.61631944444525288</c:v>
                </c:pt>
                <c:pt idx="53251">
                  <c:v>0.61633101851475658</c:v>
                </c:pt>
                <c:pt idx="53252">
                  <c:v>0.61634259259153623</c:v>
                </c:pt>
                <c:pt idx="53253">
                  <c:v>0.61635416666103993</c:v>
                </c:pt>
                <c:pt idx="53254">
                  <c:v>0.61636574073781958</c:v>
                </c:pt>
                <c:pt idx="53255">
                  <c:v>0.61637731481459923</c:v>
                </c:pt>
                <c:pt idx="53256">
                  <c:v>0.61638888888410293</c:v>
                </c:pt>
                <c:pt idx="53257">
                  <c:v>0.61640046296088258</c:v>
                </c:pt>
                <c:pt idx="53258">
                  <c:v>0.61641203703766223</c:v>
                </c:pt>
                <c:pt idx="53259">
                  <c:v>0.61642361110716593</c:v>
                </c:pt>
                <c:pt idx="53260">
                  <c:v>0.61643518518394558</c:v>
                </c:pt>
                <c:pt idx="53261">
                  <c:v>0.61644675925344927</c:v>
                </c:pt>
                <c:pt idx="53262">
                  <c:v>0.61645833333022892</c:v>
                </c:pt>
                <c:pt idx="53263">
                  <c:v>0.61646990740700858</c:v>
                </c:pt>
                <c:pt idx="53264">
                  <c:v>0.61648148147651227</c:v>
                </c:pt>
                <c:pt idx="53265">
                  <c:v>0.61649305555329192</c:v>
                </c:pt>
                <c:pt idx="53266">
                  <c:v>0.61650462963007158</c:v>
                </c:pt>
                <c:pt idx="53267">
                  <c:v>0.61651620369957527</c:v>
                </c:pt>
                <c:pt idx="53268">
                  <c:v>0.61652777777635492</c:v>
                </c:pt>
                <c:pt idx="53269">
                  <c:v>0.61653935185313458</c:v>
                </c:pt>
                <c:pt idx="53270">
                  <c:v>0.61655092592263827</c:v>
                </c:pt>
                <c:pt idx="53271">
                  <c:v>0.61656249999941792</c:v>
                </c:pt>
                <c:pt idx="53272">
                  <c:v>0.61657407406892162</c:v>
                </c:pt>
                <c:pt idx="53273">
                  <c:v>0.61658564814570127</c:v>
                </c:pt>
                <c:pt idx="53274">
                  <c:v>0.61659722222248092</c:v>
                </c:pt>
                <c:pt idx="53275">
                  <c:v>0.61660879629198462</c:v>
                </c:pt>
                <c:pt idx="53276">
                  <c:v>0.61662037036876427</c:v>
                </c:pt>
                <c:pt idx="53277">
                  <c:v>0.61663194444554392</c:v>
                </c:pt>
                <c:pt idx="53278">
                  <c:v>0.61664351851504762</c:v>
                </c:pt>
                <c:pt idx="53279">
                  <c:v>0.61665509259182727</c:v>
                </c:pt>
                <c:pt idx="53280">
                  <c:v>0.61666666666133096</c:v>
                </c:pt>
                <c:pt idx="53281">
                  <c:v>0.61667824073811062</c:v>
                </c:pt>
                <c:pt idx="53282">
                  <c:v>0.61668981481489027</c:v>
                </c:pt>
                <c:pt idx="53283">
                  <c:v>0.61670138888439396</c:v>
                </c:pt>
                <c:pt idx="53284">
                  <c:v>0.61671296296117362</c:v>
                </c:pt>
                <c:pt idx="53285">
                  <c:v>0.61672453703795327</c:v>
                </c:pt>
                <c:pt idx="53286">
                  <c:v>0.61673611110745696</c:v>
                </c:pt>
                <c:pt idx="53287">
                  <c:v>0.61674768518423662</c:v>
                </c:pt>
                <c:pt idx="53288">
                  <c:v>0.61675925925374031</c:v>
                </c:pt>
                <c:pt idx="53289">
                  <c:v>0.61677083333051996</c:v>
                </c:pt>
                <c:pt idx="53290">
                  <c:v>0.61678240740729962</c:v>
                </c:pt>
                <c:pt idx="53291">
                  <c:v>0.61679398147680331</c:v>
                </c:pt>
                <c:pt idx="53292">
                  <c:v>0.61680555555358296</c:v>
                </c:pt>
                <c:pt idx="53293">
                  <c:v>0.61681712963036261</c:v>
                </c:pt>
                <c:pt idx="53294">
                  <c:v>0.61682870369986631</c:v>
                </c:pt>
                <c:pt idx="53295">
                  <c:v>0.61684027777664596</c:v>
                </c:pt>
                <c:pt idx="53296">
                  <c:v>0.61685185184614966</c:v>
                </c:pt>
                <c:pt idx="53297">
                  <c:v>0.61686342592292931</c:v>
                </c:pt>
                <c:pt idx="53298">
                  <c:v>0.61687499999970896</c:v>
                </c:pt>
                <c:pt idx="53299">
                  <c:v>0.61688657406921266</c:v>
                </c:pt>
                <c:pt idx="53300">
                  <c:v>0.61689814814599231</c:v>
                </c:pt>
                <c:pt idx="53301">
                  <c:v>0.61690972222277196</c:v>
                </c:pt>
                <c:pt idx="53302">
                  <c:v>0.61692129629227566</c:v>
                </c:pt>
                <c:pt idx="53303">
                  <c:v>0.61693287036905531</c:v>
                </c:pt>
                <c:pt idx="53304">
                  <c:v>0.616944444438559</c:v>
                </c:pt>
                <c:pt idx="53305">
                  <c:v>0.61695601851533866</c:v>
                </c:pt>
                <c:pt idx="53306">
                  <c:v>0.61696759259211831</c:v>
                </c:pt>
                <c:pt idx="53307">
                  <c:v>0.616979166661622</c:v>
                </c:pt>
                <c:pt idx="53308">
                  <c:v>0.61699074073840166</c:v>
                </c:pt>
                <c:pt idx="53309">
                  <c:v>0.61700231481518131</c:v>
                </c:pt>
                <c:pt idx="53310">
                  <c:v>0.617013888884685</c:v>
                </c:pt>
                <c:pt idx="53311">
                  <c:v>0.61702546296146465</c:v>
                </c:pt>
                <c:pt idx="53312">
                  <c:v>0.61703703703824431</c:v>
                </c:pt>
                <c:pt idx="53313">
                  <c:v>0.617048611107748</c:v>
                </c:pt>
                <c:pt idx="53314">
                  <c:v>0.61706018518452765</c:v>
                </c:pt>
                <c:pt idx="53315">
                  <c:v>0.61707175925403135</c:v>
                </c:pt>
                <c:pt idx="53316">
                  <c:v>0.617083333330811</c:v>
                </c:pt>
                <c:pt idx="53317">
                  <c:v>0.61709490740759065</c:v>
                </c:pt>
                <c:pt idx="53318">
                  <c:v>0.61710648147709435</c:v>
                </c:pt>
                <c:pt idx="53319">
                  <c:v>0.617118055553874</c:v>
                </c:pt>
                <c:pt idx="53320">
                  <c:v>0.61712962963065365</c:v>
                </c:pt>
                <c:pt idx="53321">
                  <c:v>0.61714120370015735</c:v>
                </c:pt>
                <c:pt idx="53322">
                  <c:v>0.617152777776937</c:v>
                </c:pt>
                <c:pt idx="53323">
                  <c:v>0.6171643518464407</c:v>
                </c:pt>
                <c:pt idx="53324">
                  <c:v>0.61717592592322035</c:v>
                </c:pt>
                <c:pt idx="53325">
                  <c:v>0.6171875</c:v>
                </c:pt>
                <c:pt idx="53326">
                  <c:v>0.61719907406950369</c:v>
                </c:pt>
                <c:pt idx="53327">
                  <c:v>0.61721064814628335</c:v>
                </c:pt>
                <c:pt idx="53328">
                  <c:v>0.617222222223063</c:v>
                </c:pt>
                <c:pt idx="53329">
                  <c:v>0.61723379629256669</c:v>
                </c:pt>
                <c:pt idx="53330">
                  <c:v>0.61724537036934635</c:v>
                </c:pt>
                <c:pt idx="53331">
                  <c:v>0.61725694443885004</c:v>
                </c:pt>
                <c:pt idx="53332">
                  <c:v>0.61726851851562969</c:v>
                </c:pt>
                <c:pt idx="53333">
                  <c:v>0.61728009259240935</c:v>
                </c:pt>
                <c:pt idx="53334">
                  <c:v>0.61729166666191304</c:v>
                </c:pt>
                <c:pt idx="53335">
                  <c:v>0.61730324073869269</c:v>
                </c:pt>
                <c:pt idx="53336">
                  <c:v>0.61731481481547235</c:v>
                </c:pt>
                <c:pt idx="53337">
                  <c:v>0.61732638888497604</c:v>
                </c:pt>
                <c:pt idx="53338">
                  <c:v>0.61733796296175569</c:v>
                </c:pt>
                <c:pt idx="53339">
                  <c:v>0.61734953703125939</c:v>
                </c:pt>
                <c:pt idx="53340">
                  <c:v>0.61736111110803904</c:v>
                </c:pt>
                <c:pt idx="53341">
                  <c:v>0.61737268518481869</c:v>
                </c:pt>
                <c:pt idx="53342">
                  <c:v>0.61738425925432239</c:v>
                </c:pt>
                <c:pt idx="53343">
                  <c:v>0.61739583333110204</c:v>
                </c:pt>
                <c:pt idx="53344">
                  <c:v>0.61740740740788169</c:v>
                </c:pt>
                <c:pt idx="53345">
                  <c:v>0.61741898147738539</c:v>
                </c:pt>
                <c:pt idx="53346">
                  <c:v>0.61743055555416504</c:v>
                </c:pt>
                <c:pt idx="53347">
                  <c:v>0.61744212963094469</c:v>
                </c:pt>
                <c:pt idx="53348">
                  <c:v>0.61745370370044839</c:v>
                </c:pt>
                <c:pt idx="53349">
                  <c:v>0.61746527777722804</c:v>
                </c:pt>
                <c:pt idx="53350">
                  <c:v>0.61747685184673173</c:v>
                </c:pt>
                <c:pt idx="53351">
                  <c:v>0.61748842592351139</c:v>
                </c:pt>
                <c:pt idx="53352">
                  <c:v>0.61750000000029104</c:v>
                </c:pt>
                <c:pt idx="53353">
                  <c:v>0.61751157406979473</c:v>
                </c:pt>
                <c:pt idx="53354">
                  <c:v>0.61752314814657439</c:v>
                </c:pt>
                <c:pt idx="53355">
                  <c:v>0.61753472222335404</c:v>
                </c:pt>
                <c:pt idx="53356">
                  <c:v>0.61754629629285773</c:v>
                </c:pt>
                <c:pt idx="53357">
                  <c:v>0.61755787036963739</c:v>
                </c:pt>
                <c:pt idx="53358">
                  <c:v>0.61756944443914108</c:v>
                </c:pt>
                <c:pt idx="53359">
                  <c:v>0.61758101851592073</c:v>
                </c:pt>
                <c:pt idx="53360">
                  <c:v>0.61759259259270038</c:v>
                </c:pt>
                <c:pt idx="53361">
                  <c:v>0.61760416666220408</c:v>
                </c:pt>
                <c:pt idx="53362">
                  <c:v>0.61761574073898373</c:v>
                </c:pt>
                <c:pt idx="53363">
                  <c:v>0.61762731481576338</c:v>
                </c:pt>
                <c:pt idx="53364">
                  <c:v>0.61763888888526708</c:v>
                </c:pt>
                <c:pt idx="53365">
                  <c:v>0.61765046296204673</c:v>
                </c:pt>
                <c:pt idx="53366">
                  <c:v>0.61766203703155043</c:v>
                </c:pt>
                <c:pt idx="53367">
                  <c:v>0.61767361110833008</c:v>
                </c:pt>
                <c:pt idx="53368">
                  <c:v>0.61768518518510973</c:v>
                </c:pt>
                <c:pt idx="53369">
                  <c:v>0.61769675925461343</c:v>
                </c:pt>
                <c:pt idx="53370">
                  <c:v>0.61770833333139308</c:v>
                </c:pt>
                <c:pt idx="53371">
                  <c:v>0.61771990740817273</c:v>
                </c:pt>
                <c:pt idx="53372">
                  <c:v>0.61773148147767643</c:v>
                </c:pt>
                <c:pt idx="53373">
                  <c:v>0.61774305555445608</c:v>
                </c:pt>
                <c:pt idx="53374">
                  <c:v>0.61775462962395977</c:v>
                </c:pt>
                <c:pt idx="53375">
                  <c:v>0.61776620370073942</c:v>
                </c:pt>
                <c:pt idx="53376">
                  <c:v>0.61777777777751908</c:v>
                </c:pt>
                <c:pt idx="53377">
                  <c:v>0.61778935184702277</c:v>
                </c:pt>
                <c:pt idx="53378">
                  <c:v>0.61780092592380242</c:v>
                </c:pt>
                <c:pt idx="53379">
                  <c:v>0.61781250000058208</c:v>
                </c:pt>
                <c:pt idx="53380">
                  <c:v>0.61782407407008577</c:v>
                </c:pt>
                <c:pt idx="53381">
                  <c:v>0.61783564814686542</c:v>
                </c:pt>
                <c:pt idx="53382">
                  <c:v>0.61784722221636912</c:v>
                </c:pt>
                <c:pt idx="53383">
                  <c:v>0.61785879629314877</c:v>
                </c:pt>
                <c:pt idx="53384">
                  <c:v>0.61787037036992842</c:v>
                </c:pt>
                <c:pt idx="53385">
                  <c:v>0.61788194443943212</c:v>
                </c:pt>
                <c:pt idx="53386">
                  <c:v>0.61789351851621177</c:v>
                </c:pt>
                <c:pt idx="53387">
                  <c:v>0.61790509259299142</c:v>
                </c:pt>
                <c:pt idx="53388">
                  <c:v>0.61791666666249512</c:v>
                </c:pt>
                <c:pt idx="53389">
                  <c:v>0.61792824073927477</c:v>
                </c:pt>
                <c:pt idx="53390">
                  <c:v>0.61793981481605442</c:v>
                </c:pt>
                <c:pt idx="53391">
                  <c:v>0.61795138888555812</c:v>
                </c:pt>
                <c:pt idx="53392">
                  <c:v>0.61796296296233777</c:v>
                </c:pt>
                <c:pt idx="53393">
                  <c:v>0.61797453703184146</c:v>
                </c:pt>
                <c:pt idx="53394">
                  <c:v>0.61798611110862112</c:v>
                </c:pt>
                <c:pt idx="53395">
                  <c:v>0.61799768518540077</c:v>
                </c:pt>
                <c:pt idx="53396">
                  <c:v>0.61800925925490446</c:v>
                </c:pt>
                <c:pt idx="53397">
                  <c:v>0.61802083333168412</c:v>
                </c:pt>
                <c:pt idx="53398">
                  <c:v>0.61803240740846377</c:v>
                </c:pt>
                <c:pt idx="53399">
                  <c:v>0.61804398147796746</c:v>
                </c:pt>
                <c:pt idx="53400">
                  <c:v>0.61805555555474712</c:v>
                </c:pt>
                <c:pt idx="53401">
                  <c:v>0.61806712962425081</c:v>
                </c:pt>
                <c:pt idx="53402">
                  <c:v>0.61807870370103046</c:v>
                </c:pt>
                <c:pt idx="53403">
                  <c:v>0.61809027777781012</c:v>
                </c:pt>
                <c:pt idx="53404">
                  <c:v>0.61810185184731381</c:v>
                </c:pt>
                <c:pt idx="53405">
                  <c:v>0.61811342592409346</c:v>
                </c:pt>
                <c:pt idx="53406">
                  <c:v>0.61812500000087311</c:v>
                </c:pt>
                <c:pt idx="53407">
                  <c:v>0.61813657407037681</c:v>
                </c:pt>
                <c:pt idx="53408">
                  <c:v>0.61814814814715646</c:v>
                </c:pt>
                <c:pt idx="53409">
                  <c:v>0.61815972221666016</c:v>
                </c:pt>
                <c:pt idx="53410">
                  <c:v>0.61817129629343981</c:v>
                </c:pt>
                <c:pt idx="53411">
                  <c:v>0.61818287037021946</c:v>
                </c:pt>
                <c:pt idx="53412">
                  <c:v>0.61819444443972316</c:v>
                </c:pt>
                <c:pt idx="53413">
                  <c:v>0.61820601851650281</c:v>
                </c:pt>
                <c:pt idx="53414">
                  <c:v>0.61821759259328246</c:v>
                </c:pt>
                <c:pt idx="53415">
                  <c:v>0.61822916666278616</c:v>
                </c:pt>
                <c:pt idx="53416">
                  <c:v>0.61824074073956581</c:v>
                </c:pt>
                <c:pt idx="53417">
                  <c:v>0.6182523148090695</c:v>
                </c:pt>
                <c:pt idx="53418">
                  <c:v>0.61826388888584916</c:v>
                </c:pt>
                <c:pt idx="53419">
                  <c:v>0.61827546296262881</c:v>
                </c:pt>
                <c:pt idx="53420">
                  <c:v>0.6182870370321325</c:v>
                </c:pt>
                <c:pt idx="53421">
                  <c:v>0.61829861110891216</c:v>
                </c:pt>
                <c:pt idx="53422">
                  <c:v>0.61831018518569181</c:v>
                </c:pt>
                <c:pt idx="53423">
                  <c:v>0.6183217592551955</c:v>
                </c:pt>
                <c:pt idx="53424">
                  <c:v>0.61833333333197515</c:v>
                </c:pt>
                <c:pt idx="53425">
                  <c:v>0.61834490740147885</c:v>
                </c:pt>
                <c:pt idx="53426">
                  <c:v>0.6183564814782585</c:v>
                </c:pt>
                <c:pt idx="53427">
                  <c:v>0.61836805555503815</c:v>
                </c:pt>
                <c:pt idx="53428">
                  <c:v>0.61837962962454185</c:v>
                </c:pt>
                <c:pt idx="53429">
                  <c:v>0.6183912037013215</c:v>
                </c:pt>
                <c:pt idx="53430">
                  <c:v>0.61840277777810115</c:v>
                </c:pt>
                <c:pt idx="53431">
                  <c:v>0.61841435184760485</c:v>
                </c:pt>
                <c:pt idx="53432">
                  <c:v>0.6184259259243845</c:v>
                </c:pt>
                <c:pt idx="53433">
                  <c:v>0.61843750000116415</c:v>
                </c:pt>
                <c:pt idx="53434">
                  <c:v>0.61844907407066785</c:v>
                </c:pt>
                <c:pt idx="53435">
                  <c:v>0.6184606481474475</c:v>
                </c:pt>
                <c:pt idx="53436">
                  <c:v>0.6184722222169512</c:v>
                </c:pt>
                <c:pt idx="53437">
                  <c:v>0.61848379629373085</c:v>
                </c:pt>
                <c:pt idx="53438">
                  <c:v>0.6184953703705105</c:v>
                </c:pt>
                <c:pt idx="53439">
                  <c:v>0.61850694444001419</c:v>
                </c:pt>
                <c:pt idx="53440">
                  <c:v>0.61851851851679385</c:v>
                </c:pt>
                <c:pt idx="53441">
                  <c:v>0.6185300925935735</c:v>
                </c:pt>
                <c:pt idx="53442">
                  <c:v>0.61854166666307719</c:v>
                </c:pt>
                <c:pt idx="53443">
                  <c:v>0.61855324073985685</c:v>
                </c:pt>
                <c:pt idx="53444">
                  <c:v>0.61856481480936054</c:v>
                </c:pt>
                <c:pt idx="53445">
                  <c:v>0.61857638888614019</c:v>
                </c:pt>
                <c:pt idx="53446">
                  <c:v>0.61858796296291985</c:v>
                </c:pt>
                <c:pt idx="53447">
                  <c:v>0.61859953703242354</c:v>
                </c:pt>
                <c:pt idx="53448">
                  <c:v>0.61861111110920319</c:v>
                </c:pt>
                <c:pt idx="53449">
                  <c:v>0.61862268518598285</c:v>
                </c:pt>
                <c:pt idx="53450">
                  <c:v>0.61863425925548654</c:v>
                </c:pt>
                <c:pt idx="53451">
                  <c:v>0.61864583333226619</c:v>
                </c:pt>
                <c:pt idx="53452">
                  <c:v>0.61865740740176989</c:v>
                </c:pt>
                <c:pt idx="53453">
                  <c:v>0.61866898147854954</c:v>
                </c:pt>
                <c:pt idx="53454">
                  <c:v>0.61868055555532919</c:v>
                </c:pt>
                <c:pt idx="53455">
                  <c:v>0.61869212962483289</c:v>
                </c:pt>
                <c:pt idx="53456">
                  <c:v>0.61870370370161254</c:v>
                </c:pt>
                <c:pt idx="53457">
                  <c:v>0.61871527777839219</c:v>
                </c:pt>
                <c:pt idx="53458">
                  <c:v>0.61872685184789589</c:v>
                </c:pt>
                <c:pt idx="53459">
                  <c:v>0.61873842592467554</c:v>
                </c:pt>
                <c:pt idx="53460">
                  <c:v>0.61874999999417923</c:v>
                </c:pt>
                <c:pt idx="53461">
                  <c:v>0.61876157407095889</c:v>
                </c:pt>
                <c:pt idx="53462">
                  <c:v>0.61877314814773854</c:v>
                </c:pt>
                <c:pt idx="53463">
                  <c:v>0.61878472221724223</c:v>
                </c:pt>
                <c:pt idx="53464">
                  <c:v>0.61879629629402189</c:v>
                </c:pt>
                <c:pt idx="53465">
                  <c:v>0.61880787037080154</c:v>
                </c:pt>
                <c:pt idx="53466">
                  <c:v>0.61881944444030523</c:v>
                </c:pt>
                <c:pt idx="53467">
                  <c:v>0.61883101851708489</c:v>
                </c:pt>
                <c:pt idx="53468">
                  <c:v>0.61884259259386454</c:v>
                </c:pt>
                <c:pt idx="53469">
                  <c:v>0.61885416666336823</c:v>
                </c:pt>
                <c:pt idx="53470">
                  <c:v>0.61886574074014788</c:v>
                </c:pt>
                <c:pt idx="53471">
                  <c:v>0.61887731480965158</c:v>
                </c:pt>
                <c:pt idx="53472">
                  <c:v>0.61888888888643123</c:v>
                </c:pt>
                <c:pt idx="53473">
                  <c:v>0.61890046296321088</c:v>
                </c:pt>
                <c:pt idx="53474">
                  <c:v>0.61891203703271458</c:v>
                </c:pt>
                <c:pt idx="53475">
                  <c:v>0.61892361110949423</c:v>
                </c:pt>
                <c:pt idx="53476">
                  <c:v>0.61893518518627388</c:v>
                </c:pt>
                <c:pt idx="53477">
                  <c:v>0.61894675925577758</c:v>
                </c:pt>
                <c:pt idx="53478">
                  <c:v>0.61895833333255723</c:v>
                </c:pt>
                <c:pt idx="53479">
                  <c:v>0.61896990740206093</c:v>
                </c:pt>
                <c:pt idx="53480">
                  <c:v>0.61898148147884058</c:v>
                </c:pt>
                <c:pt idx="53481">
                  <c:v>0.61899305555562023</c:v>
                </c:pt>
                <c:pt idx="53482">
                  <c:v>0.61900462962512393</c:v>
                </c:pt>
                <c:pt idx="53483">
                  <c:v>0.61901620370190358</c:v>
                </c:pt>
                <c:pt idx="53484">
                  <c:v>0.61902777777868323</c:v>
                </c:pt>
                <c:pt idx="53485">
                  <c:v>0.61903935184818693</c:v>
                </c:pt>
                <c:pt idx="53486">
                  <c:v>0.61905092592496658</c:v>
                </c:pt>
                <c:pt idx="53487">
                  <c:v>0.61906249999447027</c:v>
                </c:pt>
                <c:pt idx="53488">
                  <c:v>0.61907407407124992</c:v>
                </c:pt>
                <c:pt idx="53489">
                  <c:v>0.61908564814802958</c:v>
                </c:pt>
                <c:pt idx="53490">
                  <c:v>0.61909722221753327</c:v>
                </c:pt>
                <c:pt idx="53491">
                  <c:v>0.61910879629431292</c:v>
                </c:pt>
                <c:pt idx="53492">
                  <c:v>0.61912037037109258</c:v>
                </c:pt>
                <c:pt idx="53493">
                  <c:v>0.61913194444059627</c:v>
                </c:pt>
                <c:pt idx="53494">
                  <c:v>0.61914351851737592</c:v>
                </c:pt>
                <c:pt idx="53495">
                  <c:v>0.61915509258687962</c:v>
                </c:pt>
                <c:pt idx="53496">
                  <c:v>0.61916666666365927</c:v>
                </c:pt>
                <c:pt idx="53497">
                  <c:v>0.61917824074043892</c:v>
                </c:pt>
                <c:pt idx="53498">
                  <c:v>0.61918981480994262</c:v>
                </c:pt>
                <c:pt idx="53499">
                  <c:v>0.61920138888672227</c:v>
                </c:pt>
                <c:pt idx="53500">
                  <c:v>0.61921296296350192</c:v>
                </c:pt>
                <c:pt idx="53501">
                  <c:v>0.61922453703300562</c:v>
                </c:pt>
                <c:pt idx="53502">
                  <c:v>0.61923611110978527</c:v>
                </c:pt>
                <c:pt idx="53503">
                  <c:v>0.61924768517928896</c:v>
                </c:pt>
                <c:pt idx="53504">
                  <c:v>0.61925925925606862</c:v>
                </c:pt>
                <c:pt idx="53505">
                  <c:v>0.61927083333284827</c:v>
                </c:pt>
                <c:pt idx="53506">
                  <c:v>0.61928240740235196</c:v>
                </c:pt>
                <c:pt idx="53507">
                  <c:v>0.61929398147913162</c:v>
                </c:pt>
                <c:pt idx="53508">
                  <c:v>0.61930555555591127</c:v>
                </c:pt>
                <c:pt idx="53509">
                  <c:v>0.61931712962541496</c:v>
                </c:pt>
                <c:pt idx="53510">
                  <c:v>0.61932870370219462</c:v>
                </c:pt>
                <c:pt idx="53511">
                  <c:v>0.61934027777897427</c:v>
                </c:pt>
                <c:pt idx="53512">
                  <c:v>0.61935185184847796</c:v>
                </c:pt>
                <c:pt idx="53513">
                  <c:v>0.61936342592525762</c:v>
                </c:pt>
                <c:pt idx="53514">
                  <c:v>0.61937499999476131</c:v>
                </c:pt>
                <c:pt idx="53515">
                  <c:v>0.61938657407154096</c:v>
                </c:pt>
                <c:pt idx="53516">
                  <c:v>0.61939814814832062</c:v>
                </c:pt>
                <c:pt idx="53517">
                  <c:v>0.61940972221782431</c:v>
                </c:pt>
                <c:pt idx="53518">
                  <c:v>0.61942129629460396</c:v>
                </c:pt>
                <c:pt idx="53519">
                  <c:v>0.61943287037138361</c:v>
                </c:pt>
                <c:pt idx="53520">
                  <c:v>0.61944444444088731</c:v>
                </c:pt>
                <c:pt idx="53521">
                  <c:v>0.61945601851766696</c:v>
                </c:pt>
                <c:pt idx="53522">
                  <c:v>0.61946759258717066</c:v>
                </c:pt>
                <c:pt idx="53523">
                  <c:v>0.61947916666395031</c:v>
                </c:pt>
                <c:pt idx="53524">
                  <c:v>0.61949074074072996</c:v>
                </c:pt>
                <c:pt idx="53525">
                  <c:v>0.61950231481023366</c:v>
                </c:pt>
                <c:pt idx="53526">
                  <c:v>0.61951388888701331</c:v>
                </c:pt>
                <c:pt idx="53527">
                  <c:v>0.61952546296379296</c:v>
                </c:pt>
                <c:pt idx="53528">
                  <c:v>0.61953703703329666</c:v>
                </c:pt>
                <c:pt idx="53529">
                  <c:v>0.61954861111007631</c:v>
                </c:pt>
                <c:pt idx="53530">
                  <c:v>0.61956018517958</c:v>
                </c:pt>
                <c:pt idx="53531">
                  <c:v>0.61957175925635966</c:v>
                </c:pt>
                <c:pt idx="53532">
                  <c:v>0.61958333333313931</c:v>
                </c:pt>
                <c:pt idx="53533">
                  <c:v>0.619594907402643</c:v>
                </c:pt>
                <c:pt idx="53534">
                  <c:v>0.61960648147942265</c:v>
                </c:pt>
                <c:pt idx="53535">
                  <c:v>0.61961805555620231</c:v>
                </c:pt>
                <c:pt idx="53536">
                  <c:v>0.619629629625706</c:v>
                </c:pt>
                <c:pt idx="53537">
                  <c:v>0.61964120370248565</c:v>
                </c:pt>
                <c:pt idx="53538">
                  <c:v>0.61965277777198935</c:v>
                </c:pt>
                <c:pt idx="53539">
                  <c:v>0.619664351848769</c:v>
                </c:pt>
                <c:pt idx="53540">
                  <c:v>0.61967592592554865</c:v>
                </c:pt>
                <c:pt idx="53541">
                  <c:v>0.61968749999505235</c:v>
                </c:pt>
                <c:pt idx="53542">
                  <c:v>0.619699074071832</c:v>
                </c:pt>
                <c:pt idx="53543">
                  <c:v>0.61971064814861165</c:v>
                </c:pt>
                <c:pt idx="53544">
                  <c:v>0.61972222221811535</c:v>
                </c:pt>
                <c:pt idx="53545">
                  <c:v>0.619733796294895</c:v>
                </c:pt>
                <c:pt idx="53546">
                  <c:v>0.61974537037167465</c:v>
                </c:pt>
                <c:pt idx="53547">
                  <c:v>0.61975694444117835</c:v>
                </c:pt>
                <c:pt idx="53548">
                  <c:v>0.619768518517958</c:v>
                </c:pt>
                <c:pt idx="53549">
                  <c:v>0.6197800925874617</c:v>
                </c:pt>
                <c:pt idx="53550">
                  <c:v>0.61979166666424135</c:v>
                </c:pt>
                <c:pt idx="53551">
                  <c:v>0.619803240741021</c:v>
                </c:pt>
                <c:pt idx="53552">
                  <c:v>0.61981481481052469</c:v>
                </c:pt>
                <c:pt idx="53553">
                  <c:v>0.61982638888730435</c:v>
                </c:pt>
                <c:pt idx="53554">
                  <c:v>0.619837962964084</c:v>
                </c:pt>
                <c:pt idx="53555">
                  <c:v>0.61984953703358769</c:v>
                </c:pt>
                <c:pt idx="53556">
                  <c:v>0.61986111111036735</c:v>
                </c:pt>
                <c:pt idx="53557">
                  <c:v>0.61987268517987104</c:v>
                </c:pt>
                <c:pt idx="53558">
                  <c:v>0.61988425925665069</c:v>
                </c:pt>
                <c:pt idx="53559">
                  <c:v>0.61989583333343035</c:v>
                </c:pt>
                <c:pt idx="53560">
                  <c:v>0.61990740740293404</c:v>
                </c:pt>
                <c:pt idx="53561">
                  <c:v>0.61991898147971369</c:v>
                </c:pt>
                <c:pt idx="53562">
                  <c:v>0.61993055555649335</c:v>
                </c:pt>
                <c:pt idx="53563">
                  <c:v>0.61994212962599704</c:v>
                </c:pt>
                <c:pt idx="53564">
                  <c:v>0.61995370370277669</c:v>
                </c:pt>
                <c:pt idx="53565">
                  <c:v>0.61996527777228039</c:v>
                </c:pt>
                <c:pt idx="53566">
                  <c:v>0.61997685184906004</c:v>
                </c:pt>
                <c:pt idx="53567">
                  <c:v>0.61998842592583969</c:v>
                </c:pt>
                <c:pt idx="53568">
                  <c:v>0.61999999999534339</c:v>
                </c:pt>
                <c:pt idx="53569">
                  <c:v>0.62001157407212304</c:v>
                </c:pt>
                <c:pt idx="53570">
                  <c:v>0.62002314814890269</c:v>
                </c:pt>
                <c:pt idx="53571">
                  <c:v>0.62003472221840639</c:v>
                </c:pt>
                <c:pt idx="53572">
                  <c:v>0.62004629629518604</c:v>
                </c:pt>
                <c:pt idx="53573">
                  <c:v>0.62005787036468973</c:v>
                </c:pt>
                <c:pt idx="53574">
                  <c:v>0.62006944444146939</c:v>
                </c:pt>
                <c:pt idx="53575">
                  <c:v>0.62008101851824904</c:v>
                </c:pt>
                <c:pt idx="53576">
                  <c:v>0.62009259258775273</c:v>
                </c:pt>
                <c:pt idx="53577">
                  <c:v>0.62010416666453239</c:v>
                </c:pt>
                <c:pt idx="53578">
                  <c:v>0.62011574074131204</c:v>
                </c:pt>
                <c:pt idx="53579">
                  <c:v>0.62012731481081573</c:v>
                </c:pt>
                <c:pt idx="53580">
                  <c:v>0.62013888888759539</c:v>
                </c:pt>
                <c:pt idx="53581">
                  <c:v>0.62015046295709908</c:v>
                </c:pt>
                <c:pt idx="53582">
                  <c:v>0.62016203703387873</c:v>
                </c:pt>
                <c:pt idx="53583">
                  <c:v>0.62017361111065838</c:v>
                </c:pt>
                <c:pt idx="53584">
                  <c:v>0.62018518518016208</c:v>
                </c:pt>
                <c:pt idx="53585">
                  <c:v>0.62019675925694173</c:v>
                </c:pt>
                <c:pt idx="53586">
                  <c:v>0.62020833333372138</c:v>
                </c:pt>
                <c:pt idx="53587">
                  <c:v>0.62021990740322508</c:v>
                </c:pt>
                <c:pt idx="53588">
                  <c:v>0.62023148148000473</c:v>
                </c:pt>
                <c:pt idx="53589">
                  <c:v>0.62024305555678438</c:v>
                </c:pt>
                <c:pt idx="53590">
                  <c:v>0.62025462962628808</c:v>
                </c:pt>
                <c:pt idx="53591">
                  <c:v>0.62026620370306773</c:v>
                </c:pt>
                <c:pt idx="53592">
                  <c:v>0.62027777777257143</c:v>
                </c:pt>
                <c:pt idx="53593">
                  <c:v>0.62028935184935108</c:v>
                </c:pt>
                <c:pt idx="53594">
                  <c:v>0.62030092592613073</c:v>
                </c:pt>
                <c:pt idx="53595">
                  <c:v>0.62031249999563443</c:v>
                </c:pt>
                <c:pt idx="53596">
                  <c:v>0.62032407407241408</c:v>
                </c:pt>
                <c:pt idx="53597">
                  <c:v>0.62033564814919373</c:v>
                </c:pt>
                <c:pt idx="53598">
                  <c:v>0.62034722221869742</c:v>
                </c:pt>
                <c:pt idx="53599">
                  <c:v>0.62035879629547708</c:v>
                </c:pt>
                <c:pt idx="53600">
                  <c:v>0.62037037036498077</c:v>
                </c:pt>
                <c:pt idx="53601">
                  <c:v>0.62038194444176042</c:v>
                </c:pt>
                <c:pt idx="53602">
                  <c:v>0.62039351851854008</c:v>
                </c:pt>
                <c:pt idx="53603">
                  <c:v>0.62040509258804377</c:v>
                </c:pt>
                <c:pt idx="53604">
                  <c:v>0.62041666666482342</c:v>
                </c:pt>
                <c:pt idx="53605">
                  <c:v>0.62042824074160308</c:v>
                </c:pt>
                <c:pt idx="53606">
                  <c:v>0.62043981481110677</c:v>
                </c:pt>
                <c:pt idx="53607">
                  <c:v>0.62045138888788642</c:v>
                </c:pt>
                <c:pt idx="53608">
                  <c:v>0.62046296295739012</c:v>
                </c:pt>
                <c:pt idx="53609">
                  <c:v>0.62047453703416977</c:v>
                </c:pt>
                <c:pt idx="53610">
                  <c:v>0.62048611111094942</c:v>
                </c:pt>
                <c:pt idx="53611">
                  <c:v>0.62049768518045312</c:v>
                </c:pt>
                <c:pt idx="53612">
                  <c:v>0.62050925925723277</c:v>
                </c:pt>
                <c:pt idx="53613">
                  <c:v>0.62052083333401242</c:v>
                </c:pt>
                <c:pt idx="53614">
                  <c:v>0.62053240740351612</c:v>
                </c:pt>
                <c:pt idx="53615">
                  <c:v>0.62054398148029577</c:v>
                </c:pt>
                <c:pt idx="53616">
                  <c:v>0.62055555554979946</c:v>
                </c:pt>
                <c:pt idx="53617">
                  <c:v>0.62056712962657912</c:v>
                </c:pt>
                <c:pt idx="53618">
                  <c:v>0.62057870370335877</c:v>
                </c:pt>
                <c:pt idx="53619">
                  <c:v>0.62059027777286246</c:v>
                </c:pt>
                <c:pt idx="53620">
                  <c:v>0.62060185184964212</c:v>
                </c:pt>
                <c:pt idx="53621">
                  <c:v>0.62061342592642177</c:v>
                </c:pt>
                <c:pt idx="53622">
                  <c:v>0.62062499999592546</c:v>
                </c:pt>
                <c:pt idx="53623">
                  <c:v>0.62063657407270512</c:v>
                </c:pt>
                <c:pt idx="53624">
                  <c:v>0.62064814814948477</c:v>
                </c:pt>
                <c:pt idx="53625">
                  <c:v>0.62065972221898846</c:v>
                </c:pt>
                <c:pt idx="53626">
                  <c:v>0.62067129629576812</c:v>
                </c:pt>
                <c:pt idx="53627">
                  <c:v>0.62068287036527181</c:v>
                </c:pt>
                <c:pt idx="53628">
                  <c:v>0.62069444444205146</c:v>
                </c:pt>
                <c:pt idx="53629">
                  <c:v>0.62070601851883112</c:v>
                </c:pt>
                <c:pt idx="53630">
                  <c:v>0.62071759258833481</c:v>
                </c:pt>
                <c:pt idx="53631">
                  <c:v>0.62072916666511446</c:v>
                </c:pt>
                <c:pt idx="53632">
                  <c:v>0.62074074074189411</c:v>
                </c:pt>
                <c:pt idx="53633">
                  <c:v>0.62075231481139781</c:v>
                </c:pt>
                <c:pt idx="53634">
                  <c:v>0.62076388888817746</c:v>
                </c:pt>
                <c:pt idx="53635">
                  <c:v>0.62077546295768116</c:v>
                </c:pt>
                <c:pt idx="53636">
                  <c:v>0.62078703703446081</c:v>
                </c:pt>
                <c:pt idx="53637">
                  <c:v>0.62079861111124046</c:v>
                </c:pt>
                <c:pt idx="53638">
                  <c:v>0.62081018518074416</c:v>
                </c:pt>
                <c:pt idx="53639">
                  <c:v>0.62082175925752381</c:v>
                </c:pt>
                <c:pt idx="53640">
                  <c:v>0.62083333333430346</c:v>
                </c:pt>
                <c:pt idx="53641">
                  <c:v>0.62084490740380716</c:v>
                </c:pt>
                <c:pt idx="53642">
                  <c:v>0.62085648148058681</c:v>
                </c:pt>
                <c:pt idx="53643">
                  <c:v>0.6208680555500905</c:v>
                </c:pt>
                <c:pt idx="53644">
                  <c:v>0.62087962962687016</c:v>
                </c:pt>
                <c:pt idx="53645">
                  <c:v>0.62089120370364981</c:v>
                </c:pt>
                <c:pt idx="53646">
                  <c:v>0.6209027777731535</c:v>
                </c:pt>
                <c:pt idx="53647">
                  <c:v>0.62091435184993315</c:v>
                </c:pt>
                <c:pt idx="53648">
                  <c:v>0.62092592592671281</c:v>
                </c:pt>
                <c:pt idx="53649">
                  <c:v>0.6209374999962165</c:v>
                </c:pt>
                <c:pt idx="53650">
                  <c:v>0.62094907407299615</c:v>
                </c:pt>
                <c:pt idx="53651">
                  <c:v>0.62096064814249985</c:v>
                </c:pt>
                <c:pt idx="53652">
                  <c:v>0.6209722222192795</c:v>
                </c:pt>
                <c:pt idx="53653">
                  <c:v>0.62098379629605915</c:v>
                </c:pt>
                <c:pt idx="53654">
                  <c:v>0.62099537036556285</c:v>
                </c:pt>
                <c:pt idx="53655">
                  <c:v>0.6210069444423425</c:v>
                </c:pt>
                <c:pt idx="53656">
                  <c:v>0.62101851851912215</c:v>
                </c:pt>
                <c:pt idx="53657">
                  <c:v>0.62103009258862585</c:v>
                </c:pt>
                <c:pt idx="53658">
                  <c:v>0.6210416666654055</c:v>
                </c:pt>
                <c:pt idx="53659">
                  <c:v>0.6210532407349092</c:v>
                </c:pt>
                <c:pt idx="53660">
                  <c:v>0.62106481481168885</c:v>
                </c:pt>
                <c:pt idx="53661">
                  <c:v>0.6210763888884685</c:v>
                </c:pt>
                <c:pt idx="53662">
                  <c:v>0.62108796295797219</c:v>
                </c:pt>
                <c:pt idx="53663">
                  <c:v>0.62109953703475185</c:v>
                </c:pt>
                <c:pt idx="53664">
                  <c:v>0.6211111111115315</c:v>
                </c:pt>
                <c:pt idx="53665">
                  <c:v>0.62112268518103519</c:v>
                </c:pt>
                <c:pt idx="53666">
                  <c:v>0.62113425925781485</c:v>
                </c:pt>
                <c:pt idx="53667">
                  <c:v>0.6211458333345945</c:v>
                </c:pt>
                <c:pt idx="53668">
                  <c:v>0.62115740740409819</c:v>
                </c:pt>
                <c:pt idx="53669">
                  <c:v>0.62116898148087785</c:v>
                </c:pt>
                <c:pt idx="53670">
                  <c:v>0.62118055555038154</c:v>
                </c:pt>
                <c:pt idx="53671">
                  <c:v>0.62119212962716119</c:v>
                </c:pt>
                <c:pt idx="53672">
                  <c:v>0.62120370370394085</c:v>
                </c:pt>
                <c:pt idx="53673">
                  <c:v>0.62121527777344454</c:v>
                </c:pt>
                <c:pt idx="53674">
                  <c:v>0.62122685185022419</c:v>
                </c:pt>
                <c:pt idx="53675">
                  <c:v>0.62123842592700385</c:v>
                </c:pt>
                <c:pt idx="53676">
                  <c:v>0.62124999999650754</c:v>
                </c:pt>
                <c:pt idx="53677">
                  <c:v>0.62126157407328719</c:v>
                </c:pt>
                <c:pt idx="53678">
                  <c:v>0.62127314814279089</c:v>
                </c:pt>
                <c:pt idx="53679">
                  <c:v>0.62128472221957054</c:v>
                </c:pt>
                <c:pt idx="53680">
                  <c:v>0.62129629629635019</c:v>
                </c:pt>
                <c:pt idx="53681">
                  <c:v>0.62130787036585389</c:v>
                </c:pt>
                <c:pt idx="53682">
                  <c:v>0.62131944444263354</c:v>
                </c:pt>
                <c:pt idx="53683">
                  <c:v>0.62133101851941319</c:v>
                </c:pt>
                <c:pt idx="53684">
                  <c:v>0.62134259258891689</c:v>
                </c:pt>
                <c:pt idx="53685">
                  <c:v>0.62135416666569654</c:v>
                </c:pt>
                <c:pt idx="53686">
                  <c:v>0.62136574073520023</c:v>
                </c:pt>
                <c:pt idx="53687">
                  <c:v>0.62137731481197989</c:v>
                </c:pt>
                <c:pt idx="53688">
                  <c:v>0.62138888888875954</c:v>
                </c:pt>
                <c:pt idx="53689">
                  <c:v>0.62140046295826323</c:v>
                </c:pt>
                <c:pt idx="53690">
                  <c:v>0.62141203703504289</c:v>
                </c:pt>
                <c:pt idx="53691">
                  <c:v>0.62142361111182254</c:v>
                </c:pt>
                <c:pt idx="53692">
                  <c:v>0.62143518518132623</c:v>
                </c:pt>
                <c:pt idx="53693">
                  <c:v>0.62144675925810589</c:v>
                </c:pt>
                <c:pt idx="53694">
                  <c:v>0.62145833332760958</c:v>
                </c:pt>
                <c:pt idx="53695">
                  <c:v>0.62146990740438923</c:v>
                </c:pt>
                <c:pt idx="53696">
                  <c:v>0.62148148148116888</c:v>
                </c:pt>
                <c:pt idx="53697">
                  <c:v>0.62149305555067258</c:v>
                </c:pt>
                <c:pt idx="53698">
                  <c:v>0.62150462962745223</c:v>
                </c:pt>
                <c:pt idx="53699">
                  <c:v>0.62151620370423188</c:v>
                </c:pt>
                <c:pt idx="53700">
                  <c:v>0.62152777777373558</c:v>
                </c:pt>
                <c:pt idx="53701">
                  <c:v>0.62153935185051523</c:v>
                </c:pt>
                <c:pt idx="53702">
                  <c:v>0.62155092592001893</c:v>
                </c:pt>
                <c:pt idx="53703">
                  <c:v>0.62156249999679858</c:v>
                </c:pt>
                <c:pt idx="53704">
                  <c:v>0.62157407407357823</c:v>
                </c:pt>
                <c:pt idx="53705">
                  <c:v>0.62158564814308193</c:v>
                </c:pt>
                <c:pt idx="53706">
                  <c:v>0.62159722221986158</c:v>
                </c:pt>
                <c:pt idx="53707">
                  <c:v>0.62160879629664123</c:v>
                </c:pt>
                <c:pt idx="53708">
                  <c:v>0.62162037036614493</c:v>
                </c:pt>
                <c:pt idx="53709">
                  <c:v>0.62163194444292458</c:v>
                </c:pt>
                <c:pt idx="53710">
                  <c:v>0.62164351851970423</c:v>
                </c:pt>
                <c:pt idx="53711">
                  <c:v>0.62165509258920792</c:v>
                </c:pt>
                <c:pt idx="53712">
                  <c:v>0.62166666666598758</c:v>
                </c:pt>
                <c:pt idx="53713">
                  <c:v>0.62167824073549127</c:v>
                </c:pt>
                <c:pt idx="53714">
                  <c:v>0.62168981481227092</c:v>
                </c:pt>
                <c:pt idx="53715">
                  <c:v>0.62170138888905058</c:v>
                </c:pt>
                <c:pt idx="53716">
                  <c:v>0.62171296295855427</c:v>
                </c:pt>
                <c:pt idx="53717">
                  <c:v>0.62172453703533392</c:v>
                </c:pt>
                <c:pt idx="53718">
                  <c:v>0.62173611111211358</c:v>
                </c:pt>
                <c:pt idx="53719">
                  <c:v>0.62174768518161727</c:v>
                </c:pt>
                <c:pt idx="53720">
                  <c:v>0.62175925925839692</c:v>
                </c:pt>
                <c:pt idx="53721">
                  <c:v>0.62177083332790062</c:v>
                </c:pt>
                <c:pt idx="53722">
                  <c:v>0.62178240740468027</c:v>
                </c:pt>
                <c:pt idx="53723">
                  <c:v>0.62179398148145992</c:v>
                </c:pt>
                <c:pt idx="53724">
                  <c:v>0.62180555555096362</c:v>
                </c:pt>
                <c:pt idx="53725">
                  <c:v>0.62181712962774327</c:v>
                </c:pt>
                <c:pt idx="53726">
                  <c:v>0.62182870370452292</c:v>
                </c:pt>
                <c:pt idx="53727">
                  <c:v>0.62184027777402662</c:v>
                </c:pt>
                <c:pt idx="53728">
                  <c:v>0.62185185185080627</c:v>
                </c:pt>
                <c:pt idx="53729">
                  <c:v>0.62186342592030996</c:v>
                </c:pt>
                <c:pt idx="53730">
                  <c:v>0.62187499999708962</c:v>
                </c:pt>
                <c:pt idx="53731">
                  <c:v>0.62188657407386927</c:v>
                </c:pt>
                <c:pt idx="53732">
                  <c:v>0.62189814814337296</c:v>
                </c:pt>
                <c:pt idx="53733">
                  <c:v>0.62190972222015262</c:v>
                </c:pt>
                <c:pt idx="53734">
                  <c:v>0.62192129629693227</c:v>
                </c:pt>
                <c:pt idx="53735">
                  <c:v>0.62193287036643596</c:v>
                </c:pt>
                <c:pt idx="53736">
                  <c:v>0.62194444444321562</c:v>
                </c:pt>
                <c:pt idx="53737">
                  <c:v>0.62195601851271931</c:v>
                </c:pt>
                <c:pt idx="53738">
                  <c:v>0.62196759258949896</c:v>
                </c:pt>
                <c:pt idx="53739">
                  <c:v>0.62197916666627862</c:v>
                </c:pt>
                <c:pt idx="53740">
                  <c:v>0.62199074073578231</c:v>
                </c:pt>
                <c:pt idx="53741">
                  <c:v>0.62200231481256196</c:v>
                </c:pt>
                <c:pt idx="53742">
                  <c:v>0.62201388888934162</c:v>
                </c:pt>
                <c:pt idx="53743">
                  <c:v>0.62202546295884531</c:v>
                </c:pt>
                <c:pt idx="53744">
                  <c:v>0.62203703703562496</c:v>
                </c:pt>
                <c:pt idx="53745">
                  <c:v>0.62204861111240461</c:v>
                </c:pt>
                <c:pt idx="53746">
                  <c:v>0.62206018518190831</c:v>
                </c:pt>
                <c:pt idx="53747">
                  <c:v>0.62207175925868796</c:v>
                </c:pt>
                <c:pt idx="53748">
                  <c:v>0.62208333332819166</c:v>
                </c:pt>
                <c:pt idx="53749">
                  <c:v>0.62209490740497131</c:v>
                </c:pt>
                <c:pt idx="53750">
                  <c:v>0.62210648148175096</c:v>
                </c:pt>
                <c:pt idx="53751">
                  <c:v>0.62211805555125466</c:v>
                </c:pt>
                <c:pt idx="53752">
                  <c:v>0.62212962962803431</c:v>
                </c:pt>
                <c:pt idx="53753">
                  <c:v>0.62214120370481396</c:v>
                </c:pt>
                <c:pt idx="53754">
                  <c:v>0.62215277777431766</c:v>
                </c:pt>
                <c:pt idx="53755">
                  <c:v>0.62216435185109731</c:v>
                </c:pt>
                <c:pt idx="53756">
                  <c:v>0.622175925920601</c:v>
                </c:pt>
                <c:pt idx="53757">
                  <c:v>0.62218749999738066</c:v>
                </c:pt>
                <c:pt idx="53758">
                  <c:v>0.62219907407416031</c:v>
                </c:pt>
                <c:pt idx="53759">
                  <c:v>0.622210648143664</c:v>
                </c:pt>
                <c:pt idx="53760">
                  <c:v>0.62222222222044365</c:v>
                </c:pt>
                <c:pt idx="53761">
                  <c:v>0.62223379629722331</c:v>
                </c:pt>
                <c:pt idx="53762">
                  <c:v>0.622245370366727</c:v>
                </c:pt>
                <c:pt idx="53763">
                  <c:v>0.62225694444350665</c:v>
                </c:pt>
                <c:pt idx="53764">
                  <c:v>0.62226851851301035</c:v>
                </c:pt>
                <c:pt idx="53765">
                  <c:v>0.62228009258979</c:v>
                </c:pt>
                <c:pt idx="53766">
                  <c:v>0.62229166666656965</c:v>
                </c:pt>
                <c:pt idx="53767">
                  <c:v>0.62230324073607335</c:v>
                </c:pt>
                <c:pt idx="53768">
                  <c:v>0.622314814812853</c:v>
                </c:pt>
                <c:pt idx="53769">
                  <c:v>0.62232638888963265</c:v>
                </c:pt>
                <c:pt idx="53770">
                  <c:v>0.62233796295913635</c:v>
                </c:pt>
                <c:pt idx="53771">
                  <c:v>0.622349537035916</c:v>
                </c:pt>
                <c:pt idx="53772">
                  <c:v>0.6223611111054197</c:v>
                </c:pt>
                <c:pt idx="53773">
                  <c:v>0.62237268518219935</c:v>
                </c:pt>
                <c:pt idx="53774">
                  <c:v>0.622384259258979</c:v>
                </c:pt>
                <c:pt idx="53775">
                  <c:v>0.62239583332848269</c:v>
                </c:pt>
                <c:pt idx="53776">
                  <c:v>0.62240740740526235</c:v>
                </c:pt>
                <c:pt idx="53777">
                  <c:v>0.622418981482042</c:v>
                </c:pt>
                <c:pt idx="53778">
                  <c:v>0.62243055555154569</c:v>
                </c:pt>
                <c:pt idx="53779">
                  <c:v>0.62244212962832535</c:v>
                </c:pt>
                <c:pt idx="53780">
                  <c:v>0.62245370369782904</c:v>
                </c:pt>
                <c:pt idx="53781">
                  <c:v>0.62246527777460869</c:v>
                </c:pt>
                <c:pt idx="53782">
                  <c:v>0.62247685185138835</c:v>
                </c:pt>
                <c:pt idx="53783">
                  <c:v>0.62248842592089204</c:v>
                </c:pt>
                <c:pt idx="53784">
                  <c:v>0.62249999999767169</c:v>
                </c:pt>
                <c:pt idx="53785">
                  <c:v>0.62251157407445135</c:v>
                </c:pt>
                <c:pt idx="53786">
                  <c:v>0.62252314814395504</c:v>
                </c:pt>
                <c:pt idx="53787">
                  <c:v>0.62253472222073469</c:v>
                </c:pt>
                <c:pt idx="53788">
                  <c:v>0.62254629629751435</c:v>
                </c:pt>
                <c:pt idx="53789">
                  <c:v>0.62255787036701804</c:v>
                </c:pt>
                <c:pt idx="53790">
                  <c:v>0.62256944444379769</c:v>
                </c:pt>
                <c:pt idx="53791">
                  <c:v>0.62258101851330139</c:v>
                </c:pt>
                <c:pt idx="53792">
                  <c:v>0.62259259259008104</c:v>
                </c:pt>
                <c:pt idx="53793">
                  <c:v>0.62260416666686069</c:v>
                </c:pt>
                <c:pt idx="53794">
                  <c:v>0.62261574073636439</c:v>
                </c:pt>
                <c:pt idx="53795">
                  <c:v>0.62262731481314404</c:v>
                </c:pt>
                <c:pt idx="53796">
                  <c:v>0.62263888888992369</c:v>
                </c:pt>
                <c:pt idx="53797">
                  <c:v>0.62265046295942739</c:v>
                </c:pt>
                <c:pt idx="53798">
                  <c:v>0.62266203703620704</c:v>
                </c:pt>
                <c:pt idx="53799">
                  <c:v>0.62267361110571073</c:v>
                </c:pt>
                <c:pt idx="53800">
                  <c:v>0.62268518518249039</c:v>
                </c:pt>
                <c:pt idx="53801">
                  <c:v>0.62269675925927004</c:v>
                </c:pt>
                <c:pt idx="53802">
                  <c:v>0.62270833332877373</c:v>
                </c:pt>
                <c:pt idx="53803">
                  <c:v>0.62271990740555339</c:v>
                </c:pt>
                <c:pt idx="53804">
                  <c:v>0.62273148148233304</c:v>
                </c:pt>
                <c:pt idx="53805">
                  <c:v>0.62274305555183673</c:v>
                </c:pt>
                <c:pt idx="53806">
                  <c:v>0.62275462962861639</c:v>
                </c:pt>
                <c:pt idx="53807">
                  <c:v>0.62276620369812008</c:v>
                </c:pt>
                <c:pt idx="53808">
                  <c:v>0.62277777777489973</c:v>
                </c:pt>
                <c:pt idx="53809">
                  <c:v>0.62278935185167938</c:v>
                </c:pt>
                <c:pt idx="53810">
                  <c:v>0.62280092592118308</c:v>
                </c:pt>
                <c:pt idx="53811">
                  <c:v>0.62281249999796273</c:v>
                </c:pt>
                <c:pt idx="53812">
                  <c:v>0.62282407407474238</c:v>
                </c:pt>
                <c:pt idx="53813">
                  <c:v>0.62283564814424608</c:v>
                </c:pt>
                <c:pt idx="53814">
                  <c:v>0.62284722222102573</c:v>
                </c:pt>
                <c:pt idx="53815">
                  <c:v>0.62285879629052943</c:v>
                </c:pt>
                <c:pt idx="53816">
                  <c:v>0.62287037036730908</c:v>
                </c:pt>
                <c:pt idx="53817">
                  <c:v>0.62288194444408873</c:v>
                </c:pt>
                <c:pt idx="53818">
                  <c:v>0.62289351851359243</c:v>
                </c:pt>
                <c:pt idx="53819">
                  <c:v>0.62290509259037208</c:v>
                </c:pt>
                <c:pt idx="53820">
                  <c:v>0.62291666666715173</c:v>
                </c:pt>
                <c:pt idx="53821">
                  <c:v>0.62292824073665543</c:v>
                </c:pt>
                <c:pt idx="53822">
                  <c:v>0.62293981481343508</c:v>
                </c:pt>
                <c:pt idx="53823">
                  <c:v>0.62295138889021473</c:v>
                </c:pt>
                <c:pt idx="53824">
                  <c:v>0.62296296295971842</c:v>
                </c:pt>
                <c:pt idx="53825">
                  <c:v>0.62297453703649808</c:v>
                </c:pt>
                <c:pt idx="53826">
                  <c:v>0.62298611110600177</c:v>
                </c:pt>
                <c:pt idx="53827">
                  <c:v>0.62299768518278142</c:v>
                </c:pt>
                <c:pt idx="53828">
                  <c:v>0.62300925925956108</c:v>
                </c:pt>
                <c:pt idx="53829">
                  <c:v>0.62302083332906477</c:v>
                </c:pt>
                <c:pt idx="53830">
                  <c:v>0.62303240740584442</c:v>
                </c:pt>
                <c:pt idx="53831">
                  <c:v>0.62304398148262408</c:v>
                </c:pt>
                <c:pt idx="53832">
                  <c:v>0.62305555555212777</c:v>
                </c:pt>
                <c:pt idx="53833">
                  <c:v>0.62306712962890742</c:v>
                </c:pt>
                <c:pt idx="53834">
                  <c:v>0.62307870369841112</c:v>
                </c:pt>
                <c:pt idx="53835">
                  <c:v>0.62309027777519077</c:v>
                </c:pt>
                <c:pt idx="53836">
                  <c:v>0.62310185185197042</c:v>
                </c:pt>
                <c:pt idx="53837">
                  <c:v>0.62311342592147412</c:v>
                </c:pt>
                <c:pt idx="53838">
                  <c:v>0.62312499999825377</c:v>
                </c:pt>
                <c:pt idx="53839">
                  <c:v>0.62313657407503342</c:v>
                </c:pt>
                <c:pt idx="53840">
                  <c:v>0.62314814814453712</c:v>
                </c:pt>
                <c:pt idx="53841">
                  <c:v>0.62315972222131677</c:v>
                </c:pt>
                <c:pt idx="53842">
                  <c:v>0.62317129629082046</c:v>
                </c:pt>
                <c:pt idx="53843">
                  <c:v>0.62318287036760012</c:v>
                </c:pt>
                <c:pt idx="53844">
                  <c:v>0.62319444444437977</c:v>
                </c:pt>
                <c:pt idx="53845">
                  <c:v>0.62320601851388346</c:v>
                </c:pt>
                <c:pt idx="53846">
                  <c:v>0.62321759259066312</c:v>
                </c:pt>
                <c:pt idx="53847">
                  <c:v>0.62322916666744277</c:v>
                </c:pt>
                <c:pt idx="53848">
                  <c:v>0.62324074073694646</c:v>
                </c:pt>
                <c:pt idx="53849">
                  <c:v>0.62325231481372612</c:v>
                </c:pt>
                <c:pt idx="53850">
                  <c:v>0.62326388888322981</c:v>
                </c:pt>
                <c:pt idx="53851">
                  <c:v>0.62327546296000946</c:v>
                </c:pt>
                <c:pt idx="53852">
                  <c:v>0.62328703703678912</c:v>
                </c:pt>
                <c:pt idx="53853">
                  <c:v>0.62329861110629281</c:v>
                </c:pt>
                <c:pt idx="53854">
                  <c:v>0.62331018518307246</c:v>
                </c:pt>
                <c:pt idx="53855">
                  <c:v>0.62332175925985212</c:v>
                </c:pt>
                <c:pt idx="53856">
                  <c:v>0.62333333332935581</c:v>
                </c:pt>
                <c:pt idx="53857">
                  <c:v>0.62334490740613546</c:v>
                </c:pt>
                <c:pt idx="53858">
                  <c:v>0.62335648147563916</c:v>
                </c:pt>
                <c:pt idx="53859">
                  <c:v>0.62336805555241881</c:v>
                </c:pt>
                <c:pt idx="53860">
                  <c:v>0.62337962962919846</c:v>
                </c:pt>
                <c:pt idx="53861">
                  <c:v>0.62339120369870216</c:v>
                </c:pt>
                <c:pt idx="53862">
                  <c:v>0.62340277777548181</c:v>
                </c:pt>
                <c:pt idx="53863">
                  <c:v>0.62341435185226146</c:v>
                </c:pt>
                <c:pt idx="53864">
                  <c:v>0.62342592592176516</c:v>
                </c:pt>
                <c:pt idx="53865">
                  <c:v>0.62343749999854481</c:v>
                </c:pt>
                <c:pt idx="53866">
                  <c:v>0.62344907407532446</c:v>
                </c:pt>
                <c:pt idx="53867">
                  <c:v>0.62346064814482816</c:v>
                </c:pt>
                <c:pt idx="53868">
                  <c:v>0.62347222222160781</c:v>
                </c:pt>
                <c:pt idx="53869">
                  <c:v>0.6234837962911115</c:v>
                </c:pt>
                <c:pt idx="53870">
                  <c:v>0.62349537036789116</c:v>
                </c:pt>
                <c:pt idx="53871">
                  <c:v>0.62350694444467081</c:v>
                </c:pt>
                <c:pt idx="53872">
                  <c:v>0.6235185185141745</c:v>
                </c:pt>
                <c:pt idx="53873">
                  <c:v>0.62353009259095415</c:v>
                </c:pt>
                <c:pt idx="53874">
                  <c:v>0.62354166666773381</c:v>
                </c:pt>
                <c:pt idx="53875">
                  <c:v>0.6235532407372375</c:v>
                </c:pt>
                <c:pt idx="53876">
                  <c:v>0.62356481481401715</c:v>
                </c:pt>
                <c:pt idx="53877">
                  <c:v>0.62357638888352085</c:v>
                </c:pt>
                <c:pt idx="53878">
                  <c:v>0.6235879629603005</c:v>
                </c:pt>
                <c:pt idx="53879">
                  <c:v>0.62359953703708015</c:v>
                </c:pt>
                <c:pt idx="53880">
                  <c:v>0.62361111110658385</c:v>
                </c:pt>
                <c:pt idx="53881">
                  <c:v>0.6236226851833635</c:v>
                </c:pt>
                <c:pt idx="53882">
                  <c:v>0.62363425926014315</c:v>
                </c:pt>
                <c:pt idx="53883">
                  <c:v>0.62364583332964685</c:v>
                </c:pt>
                <c:pt idx="53884">
                  <c:v>0.6236574074064265</c:v>
                </c:pt>
                <c:pt idx="53885">
                  <c:v>0.6236689814759302</c:v>
                </c:pt>
                <c:pt idx="53886">
                  <c:v>0.62368055555270985</c:v>
                </c:pt>
                <c:pt idx="53887">
                  <c:v>0.6236921296294895</c:v>
                </c:pt>
                <c:pt idx="53888">
                  <c:v>0.62370370369899319</c:v>
                </c:pt>
                <c:pt idx="53889">
                  <c:v>0.62371527777577285</c:v>
                </c:pt>
                <c:pt idx="53890">
                  <c:v>0.6237268518525525</c:v>
                </c:pt>
                <c:pt idx="53891">
                  <c:v>0.62373842592205619</c:v>
                </c:pt>
                <c:pt idx="53892">
                  <c:v>0.62374999999883585</c:v>
                </c:pt>
                <c:pt idx="53893">
                  <c:v>0.62376157406833954</c:v>
                </c:pt>
                <c:pt idx="53894">
                  <c:v>0.62377314814511919</c:v>
                </c:pt>
                <c:pt idx="53895">
                  <c:v>0.62378472222189885</c:v>
                </c:pt>
                <c:pt idx="53896">
                  <c:v>0.62379629629140254</c:v>
                </c:pt>
                <c:pt idx="53897">
                  <c:v>0.62380787036818219</c:v>
                </c:pt>
                <c:pt idx="53898">
                  <c:v>0.62381944444496185</c:v>
                </c:pt>
                <c:pt idx="53899">
                  <c:v>0.62383101851446554</c:v>
                </c:pt>
                <c:pt idx="53900">
                  <c:v>0.62384259259124519</c:v>
                </c:pt>
                <c:pt idx="53901">
                  <c:v>0.62385416666074889</c:v>
                </c:pt>
                <c:pt idx="53902">
                  <c:v>0.62386574073752854</c:v>
                </c:pt>
                <c:pt idx="53903">
                  <c:v>0.62387731481430819</c:v>
                </c:pt>
                <c:pt idx="53904">
                  <c:v>0.62388888888381189</c:v>
                </c:pt>
                <c:pt idx="53905">
                  <c:v>0.62390046296059154</c:v>
                </c:pt>
                <c:pt idx="53906">
                  <c:v>0.62391203703737119</c:v>
                </c:pt>
                <c:pt idx="53907">
                  <c:v>0.62392361110687489</c:v>
                </c:pt>
                <c:pt idx="53908">
                  <c:v>0.62393518518365454</c:v>
                </c:pt>
                <c:pt idx="53909">
                  <c:v>0.62394675926043419</c:v>
                </c:pt>
                <c:pt idx="53910">
                  <c:v>0.62395833332993789</c:v>
                </c:pt>
                <c:pt idx="53911">
                  <c:v>0.62396990740671754</c:v>
                </c:pt>
                <c:pt idx="53912">
                  <c:v>0.62398148147622123</c:v>
                </c:pt>
                <c:pt idx="53913">
                  <c:v>0.62399305555300089</c:v>
                </c:pt>
                <c:pt idx="53914">
                  <c:v>0.62400462962978054</c:v>
                </c:pt>
                <c:pt idx="53915">
                  <c:v>0.62401620369928423</c:v>
                </c:pt>
                <c:pt idx="53916">
                  <c:v>0.62402777777606389</c:v>
                </c:pt>
                <c:pt idx="53917">
                  <c:v>0.62403935185284354</c:v>
                </c:pt>
                <c:pt idx="53918">
                  <c:v>0.62405092592234723</c:v>
                </c:pt>
                <c:pt idx="53919">
                  <c:v>0.62406249999912689</c:v>
                </c:pt>
                <c:pt idx="53920">
                  <c:v>0.62407407406863058</c:v>
                </c:pt>
                <c:pt idx="53921">
                  <c:v>0.62408564814541023</c:v>
                </c:pt>
                <c:pt idx="53922">
                  <c:v>0.62409722222218988</c:v>
                </c:pt>
                <c:pt idx="53923">
                  <c:v>0.62410879629169358</c:v>
                </c:pt>
                <c:pt idx="53924">
                  <c:v>0.62412037036847323</c:v>
                </c:pt>
                <c:pt idx="53925">
                  <c:v>0.62413194444525288</c:v>
                </c:pt>
                <c:pt idx="53926">
                  <c:v>0.62414351851475658</c:v>
                </c:pt>
                <c:pt idx="53927">
                  <c:v>0.62415509259153623</c:v>
                </c:pt>
                <c:pt idx="53928">
                  <c:v>0.62416666666103993</c:v>
                </c:pt>
                <c:pt idx="53929">
                  <c:v>0.62417824073781958</c:v>
                </c:pt>
                <c:pt idx="53930">
                  <c:v>0.62418981481459923</c:v>
                </c:pt>
                <c:pt idx="53931">
                  <c:v>0.62420138888410293</c:v>
                </c:pt>
                <c:pt idx="53932">
                  <c:v>0.62421296296088258</c:v>
                </c:pt>
                <c:pt idx="53933">
                  <c:v>0.62422453703766223</c:v>
                </c:pt>
                <c:pt idx="53934">
                  <c:v>0.62423611110716593</c:v>
                </c:pt>
                <c:pt idx="53935">
                  <c:v>0.62424768518394558</c:v>
                </c:pt>
                <c:pt idx="53936">
                  <c:v>0.62425925925344927</c:v>
                </c:pt>
                <c:pt idx="53937">
                  <c:v>0.62427083333022892</c:v>
                </c:pt>
                <c:pt idx="53938">
                  <c:v>0.62428240740700858</c:v>
                </c:pt>
                <c:pt idx="53939">
                  <c:v>0.62429398147651227</c:v>
                </c:pt>
                <c:pt idx="53940">
                  <c:v>0.62430555555329192</c:v>
                </c:pt>
                <c:pt idx="53941">
                  <c:v>0.62431712963007158</c:v>
                </c:pt>
                <c:pt idx="53942">
                  <c:v>0.62432870369957527</c:v>
                </c:pt>
                <c:pt idx="53943">
                  <c:v>0.62434027777635492</c:v>
                </c:pt>
                <c:pt idx="53944">
                  <c:v>0.62435185185313458</c:v>
                </c:pt>
                <c:pt idx="53945">
                  <c:v>0.62436342592263827</c:v>
                </c:pt>
                <c:pt idx="53946">
                  <c:v>0.62437499999941792</c:v>
                </c:pt>
                <c:pt idx="53947">
                  <c:v>0.62438657406892162</c:v>
                </c:pt>
                <c:pt idx="53948">
                  <c:v>0.62439814814570127</c:v>
                </c:pt>
                <c:pt idx="53949">
                  <c:v>0.62440972222248092</c:v>
                </c:pt>
                <c:pt idx="53950">
                  <c:v>0.62442129629198462</c:v>
                </c:pt>
                <c:pt idx="53951">
                  <c:v>0.62443287036876427</c:v>
                </c:pt>
                <c:pt idx="53952">
                  <c:v>0.62444444444554392</c:v>
                </c:pt>
                <c:pt idx="53953">
                  <c:v>0.62445601851504762</c:v>
                </c:pt>
                <c:pt idx="53954">
                  <c:v>0.62446759259182727</c:v>
                </c:pt>
                <c:pt idx="53955">
                  <c:v>0.62447916666133096</c:v>
                </c:pt>
                <c:pt idx="53956">
                  <c:v>0.62449074073811062</c:v>
                </c:pt>
                <c:pt idx="53957">
                  <c:v>0.62450231481489027</c:v>
                </c:pt>
                <c:pt idx="53958">
                  <c:v>0.62451388888439396</c:v>
                </c:pt>
                <c:pt idx="53959">
                  <c:v>0.62452546296117362</c:v>
                </c:pt>
                <c:pt idx="53960">
                  <c:v>0.62453703703795327</c:v>
                </c:pt>
                <c:pt idx="53961">
                  <c:v>0.62454861110745696</c:v>
                </c:pt>
                <c:pt idx="53962">
                  <c:v>0.62456018518423662</c:v>
                </c:pt>
                <c:pt idx="53963">
                  <c:v>0.62457175925374031</c:v>
                </c:pt>
                <c:pt idx="53964">
                  <c:v>0.62458333333051996</c:v>
                </c:pt>
                <c:pt idx="53965">
                  <c:v>0.62459490740729962</c:v>
                </c:pt>
                <c:pt idx="53966">
                  <c:v>0.62460648147680331</c:v>
                </c:pt>
                <c:pt idx="53967">
                  <c:v>0.62461805555358296</c:v>
                </c:pt>
                <c:pt idx="53968">
                  <c:v>0.62462962963036261</c:v>
                </c:pt>
                <c:pt idx="53969">
                  <c:v>0.62464120369986631</c:v>
                </c:pt>
                <c:pt idx="53970">
                  <c:v>0.62465277777664596</c:v>
                </c:pt>
                <c:pt idx="53971">
                  <c:v>0.62466435184614966</c:v>
                </c:pt>
                <c:pt idx="53972">
                  <c:v>0.62467592592292931</c:v>
                </c:pt>
                <c:pt idx="53973">
                  <c:v>0.62468749999970896</c:v>
                </c:pt>
                <c:pt idx="53974">
                  <c:v>0.62469907406921266</c:v>
                </c:pt>
                <c:pt idx="53975">
                  <c:v>0.62471064814599231</c:v>
                </c:pt>
                <c:pt idx="53976">
                  <c:v>0.62472222222277196</c:v>
                </c:pt>
                <c:pt idx="53977">
                  <c:v>0.62473379629227566</c:v>
                </c:pt>
                <c:pt idx="53978">
                  <c:v>0.62474537036905531</c:v>
                </c:pt>
                <c:pt idx="53979">
                  <c:v>0.624756944438559</c:v>
                </c:pt>
                <c:pt idx="53980">
                  <c:v>0.62476851851533866</c:v>
                </c:pt>
                <c:pt idx="53981">
                  <c:v>0.62478009259211831</c:v>
                </c:pt>
                <c:pt idx="53982">
                  <c:v>0.624791666661622</c:v>
                </c:pt>
                <c:pt idx="53983">
                  <c:v>0.62480324073840166</c:v>
                </c:pt>
                <c:pt idx="53984">
                  <c:v>0.62481481481518131</c:v>
                </c:pt>
                <c:pt idx="53985">
                  <c:v>0.624826388884685</c:v>
                </c:pt>
                <c:pt idx="53986">
                  <c:v>0.62483796296146465</c:v>
                </c:pt>
                <c:pt idx="53987">
                  <c:v>0.62484953703824431</c:v>
                </c:pt>
                <c:pt idx="53988">
                  <c:v>0.624861111107748</c:v>
                </c:pt>
                <c:pt idx="53989">
                  <c:v>0.62487268518452765</c:v>
                </c:pt>
                <c:pt idx="53990">
                  <c:v>0.62488425925403135</c:v>
                </c:pt>
                <c:pt idx="53991">
                  <c:v>0.624895833330811</c:v>
                </c:pt>
                <c:pt idx="53992">
                  <c:v>0.62490740740759065</c:v>
                </c:pt>
                <c:pt idx="53993">
                  <c:v>0.62491898147709435</c:v>
                </c:pt>
                <c:pt idx="53994">
                  <c:v>0.624930555553874</c:v>
                </c:pt>
                <c:pt idx="53995">
                  <c:v>0.62494212963065365</c:v>
                </c:pt>
                <c:pt idx="53996">
                  <c:v>0.62495370370015735</c:v>
                </c:pt>
                <c:pt idx="53997">
                  <c:v>0.624965277776937</c:v>
                </c:pt>
                <c:pt idx="53998">
                  <c:v>0.6249768518464407</c:v>
                </c:pt>
                <c:pt idx="53999">
                  <c:v>0.62498842592322035</c:v>
                </c:pt>
                <c:pt idx="54000">
                  <c:v>0.625</c:v>
                </c:pt>
                <c:pt idx="54001">
                  <c:v>0.62501157406950369</c:v>
                </c:pt>
                <c:pt idx="54002">
                  <c:v>0.62502314814628335</c:v>
                </c:pt>
                <c:pt idx="54003">
                  <c:v>0.625034722223063</c:v>
                </c:pt>
                <c:pt idx="54004">
                  <c:v>0.62504629629256669</c:v>
                </c:pt>
                <c:pt idx="54005">
                  <c:v>0.62505787036934635</c:v>
                </c:pt>
                <c:pt idx="54006">
                  <c:v>0.62506944443885004</c:v>
                </c:pt>
                <c:pt idx="54007">
                  <c:v>0.62508101851562969</c:v>
                </c:pt>
                <c:pt idx="54008">
                  <c:v>0.62509259259240935</c:v>
                </c:pt>
                <c:pt idx="54009">
                  <c:v>0.62510416666191304</c:v>
                </c:pt>
                <c:pt idx="54010">
                  <c:v>0.62511574073869269</c:v>
                </c:pt>
                <c:pt idx="54011">
                  <c:v>0.62512731481547235</c:v>
                </c:pt>
                <c:pt idx="54012">
                  <c:v>0.62513888888497604</c:v>
                </c:pt>
                <c:pt idx="54013">
                  <c:v>0.62515046296175569</c:v>
                </c:pt>
                <c:pt idx="54014">
                  <c:v>0.62516203703125939</c:v>
                </c:pt>
                <c:pt idx="54015">
                  <c:v>0.62517361110803904</c:v>
                </c:pt>
                <c:pt idx="54016">
                  <c:v>0.62518518518481869</c:v>
                </c:pt>
                <c:pt idx="54017">
                  <c:v>0.62519675925432239</c:v>
                </c:pt>
                <c:pt idx="54018">
                  <c:v>0.62520833333110204</c:v>
                </c:pt>
                <c:pt idx="54019">
                  <c:v>0.62521990740788169</c:v>
                </c:pt>
                <c:pt idx="54020">
                  <c:v>0.62523148147738539</c:v>
                </c:pt>
                <c:pt idx="54021">
                  <c:v>0.62524305555416504</c:v>
                </c:pt>
                <c:pt idx="54022">
                  <c:v>0.62525462963094469</c:v>
                </c:pt>
                <c:pt idx="54023">
                  <c:v>0.62526620370044839</c:v>
                </c:pt>
                <c:pt idx="54024">
                  <c:v>0.62527777777722804</c:v>
                </c:pt>
                <c:pt idx="54025">
                  <c:v>0.62528935184673173</c:v>
                </c:pt>
                <c:pt idx="54026">
                  <c:v>0.62530092592351139</c:v>
                </c:pt>
                <c:pt idx="54027">
                  <c:v>0.62531250000029104</c:v>
                </c:pt>
                <c:pt idx="54028">
                  <c:v>0.62532407406979473</c:v>
                </c:pt>
                <c:pt idx="54029">
                  <c:v>0.62533564814657439</c:v>
                </c:pt>
                <c:pt idx="54030">
                  <c:v>0.62534722222335404</c:v>
                </c:pt>
                <c:pt idx="54031">
                  <c:v>0.62535879629285773</c:v>
                </c:pt>
                <c:pt idx="54032">
                  <c:v>0.62537037036963739</c:v>
                </c:pt>
                <c:pt idx="54033">
                  <c:v>0.62538194443914108</c:v>
                </c:pt>
                <c:pt idx="54034">
                  <c:v>0.62539351851592073</c:v>
                </c:pt>
                <c:pt idx="54035">
                  <c:v>0.62540509259270038</c:v>
                </c:pt>
                <c:pt idx="54036">
                  <c:v>0.62541666666220408</c:v>
                </c:pt>
                <c:pt idx="54037">
                  <c:v>0.62542824073898373</c:v>
                </c:pt>
                <c:pt idx="54038">
                  <c:v>0.62543981481576338</c:v>
                </c:pt>
                <c:pt idx="54039">
                  <c:v>0.62545138888526708</c:v>
                </c:pt>
                <c:pt idx="54040">
                  <c:v>0.62546296296204673</c:v>
                </c:pt>
                <c:pt idx="54041">
                  <c:v>0.62547453703155043</c:v>
                </c:pt>
                <c:pt idx="54042">
                  <c:v>0.62548611110833008</c:v>
                </c:pt>
                <c:pt idx="54043">
                  <c:v>0.62549768518510973</c:v>
                </c:pt>
                <c:pt idx="54044">
                  <c:v>0.62550925925461343</c:v>
                </c:pt>
                <c:pt idx="54045">
                  <c:v>0.62552083333139308</c:v>
                </c:pt>
                <c:pt idx="54046">
                  <c:v>0.62553240740817273</c:v>
                </c:pt>
                <c:pt idx="54047">
                  <c:v>0.62554398147767643</c:v>
                </c:pt>
                <c:pt idx="54048">
                  <c:v>0.62555555555445608</c:v>
                </c:pt>
                <c:pt idx="54049">
                  <c:v>0.62556712962395977</c:v>
                </c:pt>
                <c:pt idx="54050">
                  <c:v>0.62557870370073942</c:v>
                </c:pt>
                <c:pt idx="54051">
                  <c:v>0.62559027777751908</c:v>
                </c:pt>
                <c:pt idx="54052">
                  <c:v>0.62560185184702277</c:v>
                </c:pt>
                <c:pt idx="54053">
                  <c:v>0.62561342592380242</c:v>
                </c:pt>
                <c:pt idx="54054">
                  <c:v>0.62562500000058208</c:v>
                </c:pt>
                <c:pt idx="54055">
                  <c:v>0.62563657407008577</c:v>
                </c:pt>
                <c:pt idx="54056">
                  <c:v>0.62564814814686542</c:v>
                </c:pt>
                <c:pt idx="54057">
                  <c:v>0.62565972221636912</c:v>
                </c:pt>
                <c:pt idx="54058">
                  <c:v>0.62567129629314877</c:v>
                </c:pt>
                <c:pt idx="54059">
                  <c:v>0.62568287036992842</c:v>
                </c:pt>
                <c:pt idx="54060">
                  <c:v>0.62569444443943212</c:v>
                </c:pt>
                <c:pt idx="54061">
                  <c:v>0.62570601851621177</c:v>
                </c:pt>
                <c:pt idx="54062">
                  <c:v>0.62571759259299142</c:v>
                </c:pt>
                <c:pt idx="54063">
                  <c:v>0.62572916666249512</c:v>
                </c:pt>
                <c:pt idx="54064">
                  <c:v>0.62574074073927477</c:v>
                </c:pt>
                <c:pt idx="54065">
                  <c:v>0.62575231481605442</c:v>
                </c:pt>
                <c:pt idx="54066">
                  <c:v>0.62576388888555812</c:v>
                </c:pt>
                <c:pt idx="54067">
                  <c:v>0.62577546296233777</c:v>
                </c:pt>
                <c:pt idx="54068">
                  <c:v>0.62578703703184146</c:v>
                </c:pt>
                <c:pt idx="54069">
                  <c:v>0.62579861110862112</c:v>
                </c:pt>
                <c:pt idx="54070">
                  <c:v>0.62581018518540077</c:v>
                </c:pt>
                <c:pt idx="54071">
                  <c:v>0.62582175925490446</c:v>
                </c:pt>
                <c:pt idx="54072">
                  <c:v>0.62583333333168412</c:v>
                </c:pt>
                <c:pt idx="54073">
                  <c:v>0.62584490740846377</c:v>
                </c:pt>
                <c:pt idx="54074">
                  <c:v>0.62585648147796746</c:v>
                </c:pt>
                <c:pt idx="54075">
                  <c:v>0.62586805555474712</c:v>
                </c:pt>
                <c:pt idx="54076">
                  <c:v>0.62587962962425081</c:v>
                </c:pt>
                <c:pt idx="54077">
                  <c:v>0.62589120370103046</c:v>
                </c:pt>
                <c:pt idx="54078">
                  <c:v>0.62590277777781012</c:v>
                </c:pt>
                <c:pt idx="54079">
                  <c:v>0.62591435184731381</c:v>
                </c:pt>
                <c:pt idx="54080">
                  <c:v>0.62592592592409346</c:v>
                </c:pt>
                <c:pt idx="54081">
                  <c:v>0.62593750000087311</c:v>
                </c:pt>
                <c:pt idx="54082">
                  <c:v>0.62594907407037681</c:v>
                </c:pt>
                <c:pt idx="54083">
                  <c:v>0.62596064814715646</c:v>
                </c:pt>
                <c:pt idx="54084">
                  <c:v>0.62597222221666016</c:v>
                </c:pt>
                <c:pt idx="54085">
                  <c:v>0.62598379629343981</c:v>
                </c:pt>
                <c:pt idx="54086">
                  <c:v>0.62599537037021946</c:v>
                </c:pt>
                <c:pt idx="54087">
                  <c:v>0.62600694443972316</c:v>
                </c:pt>
                <c:pt idx="54088">
                  <c:v>0.62601851851650281</c:v>
                </c:pt>
                <c:pt idx="54089">
                  <c:v>0.62603009259328246</c:v>
                </c:pt>
                <c:pt idx="54090">
                  <c:v>0.62604166666278616</c:v>
                </c:pt>
                <c:pt idx="54091">
                  <c:v>0.62605324073956581</c:v>
                </c:pt>
                <c:pt idx="54092">
                  <c:v>0.6260648148090695</c:v>
                </c:pt>
                <c:pt idx="54093">
                  <c:v>0.62607638888584916</c:v>
                </c:pt>
                <c:pt idx="54094">
                  <c:v>0.62608796296262881</c:v>
                </c:pt>
                <c:pt idx="54095">
                  <c:v>0.6260995370321325</c:v>
                </c:pt>
                <c:pt idx="54096">
                  <c:v>0.62611111110891216</c:v>
                </c:pt>
                <c:pt idx="54097">
                  <c:v>0.62612268518569181</c:v>
                </c:pt>
                <c:pt idx="54098">
                  <c:v>0.6261342592551955</c:v>
                </c:pt>
                <c:pt idx="54099">
                  <c:v>0.62614583333197515</c:v>
                </c:pt>
                <c:pt idx="54100">
                  <c:v>0.62615740740147885</c:v>
                </c:pt>
                <c:pt idx="54101">
                  <c:v>0.6261689814782585</c:v>
                </c:pt>
                <c:pt idx="54102">
                  <c:v>0.62618055555503815</c:v>
                </c:pt>
                <c:pt idx="54103">
                  <c:v>0.62619212962454185</c:v>
                </c:pt>
                <c:pt idx="54104">
                  <c:v>0.6262037037013215</c:v>
                </c:pt>
                <c:pt idx="54105">
                  <c:v>0.62621527777810115</c:v>
                </c:pt>
                <c:pt idx="54106">
                  <c:v>0.62622685184760485</c:v>
                </c:pt>
                <c:pt idx="54107">
                  <c:v>0.6262384259243845</c:v>
                </c:pt>
                <c:pt idx="54108">
                  <c:v>0.62625000000116415</c:v>
                </c:pt>
                <c:pt idx="54109">
                  <c:v>0.62626157407066785</c:v>
                </c:pt>
                <c:pt idx="54110">
                  <c:v>0.6262731481474475</c:v>
                </c:pt>
                <c:pt idx="54111">
                  <c:v>0.6262847222169512</c:v>
                </c:pt>
                <c:pt idx="54112">
                  <c:v>0.62629629629373085</c:v>
                </c:pt>
                <c:pt idx="54113">
                  <c:v>0.6263078703705105</c:v>
                </c:pt>
                <c:pt idx="54114">
                  <c:v>0.62631944444001419</c:v>
                </c:pt>
                <c:pt idx="54115">
                  <c:v>0.62633101851679385</c:v>
                </c:pt>
                <c:pt idx="54116">
                  <c:v>0.6263425925935735</c:v>
                </c:pt>
                <c:pt idx="54117">
                  <c:v>0.62635416666307719</c:v>
                </c:pt>
                <c:pt idx="54118">
                  <c:v>0.62636574073985685</c:v>
                </c:pt>
                <c:pt idx="54119">
                  <c:v>0.62637731480936054</c:v>
                </c:pt>
                <c:pt idx="54120">
                  <c:v>0.62638888888614019</c:v>
                </c:pt>
                <c:pt idx="54121">
                  <c:v>0.62640046296291985</c:v>
                </c:pt>
                <c:pt idx="54122">
                  <c:v>0.62641203703242354</c:v>
                </c:pt>
                <c:pt idx="54123">
                  <c:v>0.62642361110920319</c:v>
                </c:pt>
                <c:pt idx="54124">
                  <c:v>0.62643518518598285</c:v>
                </c:pt>
                <c:pt idx="54125">
                  <c:v>0.62644675925548654</c:v>
                </c:pt>
                <c:pt idx="54126">
                  <c:v>0.62645833333226619</c:v>
                </c:pt>
                <c:pt idx="54127">
                  <c:v>0.62646990740176989</c:v>
                </c:pt>
                <c:pt idx="54128">
                  <c:v>0.62648148147854954</c:v>
                </c:pt>
                <c:pt idx="54129">
                  <c:v>0.62649305555532919</c:v>
                </c:pt>
                <c:pt idx="54130">
                  <c:v>0.62650462962483289</c:v>
                </c:pt>
                <c:pt idx="54131">
                  <c:v>0.62651620370161254</c:v>
                </c:pt>
                <c:pt idx="54132">
                  <c:v>0.62652777777839219</c:v>
                </c:pt>
                <c:pt idx="54133">
                  <c:v>0.62653935184789589</c:v>
                </c:pt>
                <c:pt idx="54134">
                  <c:v>0.62655092592467554</c:v>
                </c:pt>
                <c:pt idx="54135">
                  <c:v>0.62656249999417923</c:v>
                </c:pt>
                <c:pt idx="54136">
                  <c:v>0.62657407407095889</c:v>
                </c:pt>
                <c:pt idx="54137">
                  <c:v>0.62658564814773854</c:v>
                </c:pt>
                <c:pt idx="54138">
                  <c:v>0.62659722221724223</c:v>
                </c:pt>
                <c:pt idx="54139">
                  <c:v>0.62660879629402189</c:v>
                </c:pt>
                <c:pt idx="54140">
                  <c:v>0.62662037037080154</c:v>
                </c:pt>
                <c:pt idx="54141">
                  <c:v>0.62663194444030523</c:v>
                </c:pt>
                <c:pt idx="54142">
                  <c:v>0.62664351851708489</c:v>
                </c:pt>
                <c:pt idx="54143">
                  <c:v>0.62665509259386454</c:v>
                </c:pt>
                <c:pt idx="54144">
                  <c:v>0.62666666666336823</c:v>
                </c:pt>
                <c:pt idx="54145">
                  <c:v>0.62667824074014788</c:v>
                </c:pt>
                <c:pt idx="54146">
                  <c:v>0.62668981480965158</c:v>
                </c:pt>
                <c:pt idx="54147">
                  <c:v>0.62670138888643123</c:v>
                </c:pt>
                <c:pt idx="54148">
                  <c:v>0.62671296296321088</c:v>
                </c:pt>
                <c:pt idx="54149">
                  <c:v>0.62672453703271458</c:v>
                </c:pt>
                <c:pt idx="54150">
                  <c:v>0.62673611110949423</c:v>
                </c:pt>
                <c:pt idx="54151">
                  <c:v>0.62674768518627388</c:v>
                </c:pt>
                <c:pt idx="54152">
                  <c:v>0.62675925925577758</c:v>
                </c:pt>
                <c:pt idx="54153">
                  <c:v>0.62677083333255723</c:v>
                </c:pt>
                <c:pt idx="54154">
                  <c:v>0.62678240740206093</c:v>
                </c:pt>
                <c:pt idx="54155">
                  <c:v>0.62679398147884058</c:v>
                </c:pt>
                <c:pt idx="54156">
                  <c:v>0.62680555555562023</c:v>
                </c:pt>
                <c:pt idx="54157">
                  <c:v>0.62681712962512393</c:v>
                </c:pt>
                <c:pt idx="54158">
                  <c:v>0.62682870370190358</c:v>
                </c:pt>
                <c:pt idx="54159">
                  <c:v>0.62684027777868323</c:v>
                </c:pt>
                <c:pt idx="54160">
                  <c:v>0.62685185184818693</c:v>
                </c:pt>
                <c:pt idx="54161">
                  <c:v>0.62686342592496658</c:v>
                </c:pt>
                <c:pt idx="54162">
                  <c:v>0.62687499999447027</c:v>
                </c:pt>
                <c:pt idx="54163">
                  <c:v>0.62688657407124992</c:v>
                </c:pt>
                <c:pt idx="54164">
                  <c:v>0.62689814814802958</c:v>
                </c:pt>
                <c:pt idx="54165">
                  <c:v>0.62690972221753327</c:v>
                </c:pt>
                <c:pt idx="54166">
                  <c:v>0.62692129629431292</c:v>
                </c:pt>
                <c:pt idx="54167">
                  <c:v>0.62693287037109258</c:v>
                </c:pt>
                <c:pt idx="54168">
                  <c:v>0.62694444444059627</c:v>
                </c:pt>
                <c:pt idx="54169">
                  <c:v>0.62695601851737592</c:v>
                </c:pt>
                <c:pt idx="54170">
                  <c:v>0.62696759258687962</c:v>
                </c:pt>
                <c:pt idx="54171">
                  <c:v>0.62697916666365927</c:v>
                </c:pt>
                <c:pt idx="54172">
                  <c:v>0.62699074074043892</c:v>
                </c:pt>
                <c:pt idx="54173">
                  <c:v>0.62700231480994262</c:v>
                </c:pt>
                <c:pt idx="54174">
                  <c:v>0.62701388888672227</c:v>
                </c:pt>
                <c:pt idx="54175">
                  <c:v>0.62702546296350192</c:v>
                </c:pt>
                <c:pt idx="54176">
                  <c:v>0.62703703703300562</c:v>
                </c:pt>
                <c:pt idx="54177">
                  <c:v>0.62704861110978527</c:v>
                </c:pt>
                <c:pt idx="54178">
                  <c:v>0.62706018517928896</c:v>
                </c:pt>
                <c:pt idx="54179">
                  <c:v>0.62707175925606862</c:v>
                </c:pt>
                <c:pt idx="54180">
                  <c:v>0.62708333333284827</c:v>
                </c:pt>
                <c:pt idx="54181">
                  <c:v>0.62709490740235196</c:v>
                </c:pt>
                <c:pt idx="54182">
                  <c:v>0.62710648147913162</c:v>
                </c:pt>
                <c:pt idx="54183">
                  <c:v>0.62711805555591127</c:v>
                </c:pt>
                <c:pt idx="54184">
                  <c:v>0.62712962962541496</c:v>
                </c:pt>
                <c:pt idx="54185">
                  <c:v>0.62714120370219462</c:v>
                </c:pt>
                <c:pt idx="54186">
                  <c:v>0.62715277777897427</c:v>
                </c:pt>
                <c:pt idx="54187">
                  <c:v>0.62716435184847796</c:v>
                </c:pt>
                <c:pt idx="54188">
                  <c:v>0.62717592592525762</c:v>
                </c:pt>
                <c:pt idx="54189">
                  <c:v>0.62718749999476131</c:v>
                </c:pt>
                <c:pt idx="54190">
                  <c:v>0.62719907407154096</c:v>
                </c:pt>
                <c:pt idx="54191">
                  <c:v>0.62721064814832062</c:v>
                </c:pt>
                <c:pt idx="54192">
                  <c:v>0.62722222221782431</c:v>
                </c:pt>
                <c:pt idx="54193">
                  <c:v>0.62723379629460396</c:v>
                </c:pt>
                <c:pt idx="54194">
                  <c:v>0.62724537037138361</c:v>
                </c:pt>
                <c:pt idx="54195">
                  <c:v>0.62725694444088731</c:v>
                </c:pt>
                <c:pt idx="54196">
                  <c:v>0.62726851851766696</c:v>
                </c:pt>
                <c:pt idx="54197">
                  <c:v>0.62728009258717066</c:v>
                </c:pt>
                <c:pt idx="54198">
                  <c:v>0.62729166666395031</c:v>
                </c:pt>
                <c:pt idx="54199">
                  <c:v>0.62730324074072996</c:v>
                </c:pt>
                <c:pt idx="54200">
                  <c:v>0.62731481481023366</c:v>
                </c:pt>
                <c:pt idx="54201">
                  <c:v>0.62732638888701331</c:v>
                </c:pt>
                <c:pt idx="54202">
                  <c:v>0.62733796296379296</c:v>
                </c:pt>
                <c:pt idx="54203">
                  <c:v>0.62734953703329666</c:v>
                </c:pt>
                <c:pt idx="54204">
                  <c:v>0.62736111111007631</c:v>
                </c:pt>
                <c:pt idx="54205">
                  <c:v>0.62737268517958</c:v>
                </c:pt>
                <c:pt idx="54206">
                  <c:v>0.62738425925635966</c:v>
                </c:pt>
                <c:pt idx="54207">
                  <c:v>0.62739583333313931</c:v>
                </c:pt>
                <c:pt idx="54208">
                  <c:v>0.627407407402643</c:v>
                </c:pt>
                <c:pt idx="54209">
                  <c:v>0.62741898147942265</c:v>
                </c:pt>
                <c:pt idx="54210">
                  <c:v>0.62743055555620231</c:v>
                </c:pt>
                <c:pt idx="54211">
                  <c:v>0.627442129625706</c:v>
                </c:pt>
                <c:pt idx="54212">
                  <c:v>0.62745370370248565</c:v>
                </c:pt>
                <c:pt idx="54213">
                  <c:v>0.62746527777198935</c:v>
                </c:pt>
                <c:pt idx="54214">
                  <c:v>0.627476851848769</c:v>
                </c:pt>
                <c:pt idx="54215">
                  <c:v>0.62748842592554865</c:v>
                </c:pt>
                <c:pt idx="54216">
                  <c:v>0.62749999999505235</c:v>
                </c:pt>
                <c:pt idx="54217">
                  <c:v>0.627511574071832</c:v>
                </c:pt>
                <c:pt idx="54218">
                  <c:v>0.62752314814861165</c:v>
                </c:pt>
                <c:pt idx="54219">
                  <c:v>0.62753472221811535</c:v>
                </c:pt>
                <c:pt idx="54220">
                  <c:v>0.627546296294895</c:v>
                </c:pt>
                <c:pt idx="54221">
                  <c:v>0.62755787037167465</c:v>
                </c:pt>
                <c:pt idx="54222">
                  <c:v>0.62756944444117835</c:v>
                </c:pt>
                <c:pt idx="54223">
                  <c:v>0.627581018517958</c:v>
                </c:pt>
                <c:pt idx="54224">
                  <c:v>0.6275925925874617</c:v>
                </c:pt>
                <c:pt idx="54225">
                  <c:v>0.62760416666424135</c:v>
                </c:pt>
                <c:pt idx="54226">
                  <c:v>0.627615740741021</c:v>
                </c:pt>
                <c:pt idx="54227">
                  <c:v>0.62762731481052469</c:v>
                </c:pt>
                <c:pt idx="54228">
                  <c:v>0.62763888888730435</c:v>
                </c:pt>
                <c:pt idx="54229">
                  <c:v>0.627650462964084</c:v>
                </c:pt>
                <c:pt idx="54230">
                  <c:v>0.62766203703358769</c:v>
                </c:pt>
                <c:pt idx="54231">
                  <c:v>0.62767361111036735</c:v>
                </c:pt>
                <c:pt idx="54232">
                  <c:v>0.62768518517987104</c:v>
                </c:pt>
                <c:pt idx="54233">
                  <c:v>0.62769675925665069</c:v>
                </c:pt>
                <c:pt idx="54234">
                  <c:v>0.62770833333343035</c:v>
                </c:pt>
                <c:pt idx="54235">
                  <c:v>0.62771990740293404</c:v>
                </c:pt>
                <c:pt idx="54236">
                  <c:v>0.62773148147971369</c:v>
                </c:pt>
                <c:pt idx="54237">
                  <c:v>0.62774305555649335</c:v>
                </c:pt>
                <c:pt idx="54238">
                  <c:v>0.62775462962599704</c:v>
                </c:pt>
                <c:pt idx="54239">
                  <c:v>0.62776620370277669</c:v>
                </c:pt>
                <c:pt idx="54240">
                  <c:v>0.62777777777228039</c:v>
                </c:pt>
                <c:pt idx="54241">
                  <c:v>0.62778935184906004</c:v>
                </c:pt>
                <c:pt idx="54242">
                  <c:v>0.62780092592583969</c:v>
                </c:pt>
                <c:pt idx="54243">
                  <c:v>0.62781249999534339</c:v>
                </c:pt>
                <c:pt idx="54244">
                  <c:v>0.62782407407212304</c:v>
                </c:pt>
                <c:pt idx="54245">
                  <c:v>0.62783564814890269</c:v>
                </c:pt>
                <c:pt idx="54246">
                  <c:v>0.62784722221840639</c:v>
                </c:pt>
                <c:pt idx="54247">
                  <c:v>0.62785879629518604</c:v>
                </c:pt>
                <c:pt idx="54248">
                  <c:v>0.62787037036468973</c:v>
                </c:pt>
                <c:pt idx="54249">
                  <c:v>0.62788194444146939</c:v>
                </c:pt>
                <c:pt idx="54250">
                  <c:v>0.62789351851824904</c:v>
                </c:pt>
                <c:pt idx="54251">
                  <c:v>0.62790509258775273</c:v>
                </c:pt>
                <c:pt idx="54252">
                  <c:v>0.62791666666453239</c:v>
                </c:pt>
                <c:pt idx="54253">
                  <c:v>0.62792824074131204</c:v>
                </c:pt>
                <c:pt idx="54254">
                  <c:v>0.62793981481081573</c:v>
                </c:pt>
                <c:pt idx="54255">
                  <c:v>0.62795138888759539</c:v>
                </c:pt>
                <c:pt idx="54256">
                  <c:v>0.62796296295709908</c:v>
                </c:pt>
                <c:pt idx="54257">
                  <c:v>0.62797453703387873</c:v>
                </c:pt>
                <c:pt idx="54258">
                  <c:v>0.62798611111065838</c:v>
                </c:pt>
                <c:pt idx="54259">
                  <c:v>0.62799768518016208</c:v>
                </c:pt>
                <c:pt idx="54260">
                  <c:v>0.62800925925694173</c:v>
                </c:pt>
                <c:pt idx="54261">
                  <c:v>0.62802083333372138</c:v>
                </c:pt>
                <c:pt idx="54262">
                  <c:v>0.62803240740322508</c:v>
                </c:pt>
                <c:pt idx="54263">
                  <c:v>0.62804398148000473</c:v>
                </c:pt>
                <c:pt idx="54264">
                  <c:v>0.62805555555678438</c:v>
                </c:pt>
                <c:pt idx="54265">
                  <c:v>0.62806712962628808</c:v>
                </c:pt>
                <c:pt idx="54266">
                  <c:v>0.62807870370306773</c:v>
                </c:pt>
                <c:pt idx="54267">
                  <c:v>0.62809027777257143</c:v>
                </c:pt>
                <c:pt idx="54268">
                  <c:v>0.62810185184935108</c:v>
                </c:pt>
                <c:pt idx="54269">
                  <c:v>0.62811342592613073</c:v>
                </c:pt>
                <c:pt idx="54270">
                  <c:v>0.62812499999563443</c:v>
                </c:pt>
                <c:pt idx="54271">
                  <c:v>0.62813657407241408</c:v>
                </c:pt>
                <c:pt idx="54272">
                  <c:v>0.62814814814919373</c:v>
                </c:pt>
                <c:pt idx="54273">
                  <c:v>0.62815972221869742</c:v>
                </c:pt>
                <c:pt idx="54274">
                  <c:v>0.62817129629547708</c:v>
                </c:pt>
                <c:pt idx="54275">
                  <c:v>0.62818287036498077</c:v>
                </c:pt>
                <c:pt idx="54276">
                  <c:v>0.62819444444176042</c:v>
                </c:pt>
                <c:pt idx="54277">
                  <c:v>0.62820601851854008</c:v>
                </c:pt>
                <c:pt idx="54278">
                  <c:v>0.62821759258804377</c:v>
                </c:pt>
                <c:pt idx="54279">
                  <c:v>0.62822916666482342</c:v>
                </c:pt>
                <c:pt idx="54280">
                  <c:v>0.62824074074160308</c:v>
                </c:pt>
                <c:pt idx="54281">
                  <c:v>0.62825231481110677</c:v>
                </c:pt>
                <c:pt idx="54282">
                  <c:v>0.62826388888788642</c:v>
                </c:pt>
                <c:pt idx="54283">
                  <c:v>0.62827546295739012</c:v>
                </c:pt>
                <c:pt idx="54284">
                  <c:v>0.62828703703416977</c:v>
                </c:pt>
                <c:pt idx="54285">
                  <c:v>0.62829861111094942</c:v>
                </c:pt>
                <c:pt idx="54286">
                  <c:v>0.62831018518045312</c:v>
                </c:pt>
                <c:pt idx="54287">
                  <c:v>0.62832175925723277</c:v>
                </c:pt>
                <c:pt idx="54288">
                  <c:v>0.62833333333401242</c:v>
                </c:pt>
                <c:pt idx="54289">
                  <c:v>0.62834490740351612</c:v>
                </c:pt>
                <c:pt idx="54290">
                  <c:v>0.62835648148029577</c:v>
                </c:pt>
                <c:pt idx="54291">
                  <c:v>0.62836805554979946</c:v>
                </c:pt>
                <c:pt idx="54292">
                  <c:v>0.62837962962657912</c:v>
                </c:pt>
                <c:pt idx="54293">
                  <c:v>0.62839120370335877</c:v>
                </c:pt>
                <c:pt idx="54294">
                  <c:v>0.62840277777286246</c:v>
                </c:pt>
                <c:pt idx="54295">
                  <c:v>0.62841435184964212</c:v>
                </c:pt>
                <c:pt idx="54296">
                  <c:v>0.62842592592642177</c:v>
                </c:pt>
                <c:pt idx="54297">
                  <c:v>0.62843749999592546</c:v>
                </c:pt>
                <c:pt idx="54298">
                  <c:v>0.62844907407270512</c:v>
                </c:pt>
                <c:pt idx="54299">
                  <c:v>0.62846064814948477</c:v>
                </c:pt>
                <c:pt idx="54300">
                  <c:v>0.62847222221898846</c:v>
                </c:pt>
                <c:pt idx="54301">
                  <c:v>0.62848379629576812</c:v>
                </c:pt>
                <c:pt idx="54302">
                  <c:v>0.62849537036527181</c:v>
                </c:pt>
                <c:pt idx="54303">
                  <c:v>0.62850694444205146</c:v>
                </c:pt>
                <c:pt idx="54304">
                  <c:v>0.62851851851883112</c:v>
                </c:pt>
                <c:pt idx="54305">
                  <c:v>0.62853009258833481</c:v>
                </c:pt>
                <c:pt idx="54306">
                  <c:v>0.62854166666511446</c:v>
                </c:pt>
                <c:pt idx="54307">
                  <c:v>0.62855324074189411</c:v>
                </c:pt>
                <c:pt idx="54308">
                  <c:v>0.62856481481139781</c:v>
                </c:pt>
                <c:pt idx="54309">
                  <c:v>0.62857638888817746</c:v>
                </c:pt>
                <c:pt idx="54310">
                  <c:v>0.62858796295768116</c:v>
                </c:pt>
                <c:pt idx="54311">
                  <c:v>0.62859953703446081</c:v>
                </c:pt>
                <c:pt idx="54312">
                  <c:v>0.62861111111124046</c:v>
                </c:pt>
                <c:pt idx="54313">
                  <c:v>0.62862268518074416</c:v>
                </c:pt>
                <c:pt idx="54314">
                  <c:v>0.62863425925752381</c:v>
                </c:pt>
                <c:pt idx="54315">
                  <c:v>0.62864583333430346</c:v>
                </c:pt>
                <c:pt idx="54316">
                  <c:v>0.62865740740380716</c:v>
                </c:pt>
                <c:pt idx="54317">
                  <c:v>0.62866898148058681</c:v>
                </c:pt>
                <c:pt idx="54318">
                  <c:v>0.6286805555500905</c:v>
                </c:pt>
                <c:pt idx="54319">
                  <c:v>0.62869212962687016</c:v>
                </c:pt>
                <c:pt idx="54320">
                  <c:v>0.62870370370364981</c:v>
                </c:pt>
                <c:pt idx="54321">
                  <c:v>0.6287152777731535</c:v>
                </c:pt>
                <c:pt idx="54322">
                  <c:v>0.62872685184993315</c:v>
                </c:pt>
                <c:pt idx="54323">
                  <c:v>0.62873842592671281</c:v>
                </c:pt>
                <c:pt idx="54324">
                  <c:v>0.6287499999962165</c:v>
                </c:pt>
                <c:pt idx="54325">
                  <c:v>0.62876157407299615</c:v>
                </c:pt>
                <c:pt idx="54326">
                  <c:v>0.62877314814249985</c:v>
                </c:pt>
                <c:pt idx="54327">
                  <c:v>0.6287847222192795</c:v>
                </c:pt>
                <c:pt idx="54328">
                  <c:v>0.62879629629605915</c:v>
                </c:pt>
                <c:pt idx="54329">
                  <c:v>0.62880787036556285</c:v>
                </c:pt>
                <c:pt idx="54330">
                  <c:v>0.6288194444423425</c:v>
                </c:pt>
                <c:pt idx="54331">
                  <c:v>0.62883101851912215</c:v>
                </c:pt>
                <c:pt idx="54332">
                  <c:v>0.62884259258862585</c:v>
                </c:pt>
                <c:pt idx="54333">
                  <c:v>0.6288541666654055</c:v>
                </c:pt>
                <c:pt idx="54334">
                  <c:v>0.6288657407349092</c:v>
                </c:pt>
                <c:pt idx="54335">
                  <c:v>0.62887731481168885</c:v>
                </c:pt>
                <c:pt idx="54336">
                  <c:v>0.6288888888884685</c:v>
                </c:pt>
                <c:pt idx="54337">
                  <c:v>0.62890046295797219</c:v>
                </c:pt>
                <c:pt idx="54338">
                  <c:v>0.62891203703475185</c:v>
                </c:pt>
                <c:pt idx="54339">
                  <c:v>0.6289236111115315</c:v>
                </c:pt>
                <c:pt idx="54340">
                  <c:v>0.62893518518103519</c:v>
                </c:pt>
                <c:pt idx="54341">
                  <c:v>0.62894675925781485</c:v>
                </c:pt>
                <c:pt idx="54342">
                  <c:v>0.6289583333345945</c:v>
                </c:pt>
                <c:pt idx="54343">
                  <c:v>0.62896990740409819</c:v>
                </c:pt>
                <c:pt idx="54344">
                  <c:v>0.62898148148087785</c:v>
                </c:pt>
                <c:pt idx="54345">
                  <c:v>0.62899305555038154</c:v>
                </c:pt>
                <c:pt idx="54346">
                  <c:v>0.62900462962716119</c:v>
                </c:pt>
                <c:pt idx="54347">
                  <c:v>0.62901620370394085</c:v>
                </c:pt>
                <c:pt idx="54348">
                  <c:v>0.62902777777344454</c:v>
                </c:pt>
                <c:pt idx="54349">
                  <c:v>0.62903935185022419</c:v>
                </c:pt>
                <c:pt idx="54350">
                  <c:v>0.62905092592700385</c:v>
                </c:pt>
                <c:pt idx="54351">
                  <c:v>0.62906249999650754</c:v>
                </c:pt>
                <c:pt idx="54352">
                  <c:v>0.62907407407328719</c:v>
                </c:pt>
                <c:pt idx="54353">
                  <c:v>0.62908564814279089</c:v>
                </c:pt>
                <c:pt idx="54354">
                  <c:v>0.62909722221957054</c:v>
                </c:pt>
                <c:pt idx="54355">
                  <c:v>0.62910879629635019</c:v>
                </c:pt>
                <c:pt idx="54356">
                  <c:v>0.62912037036585389</c:v>
                </c:pt>
                <c:pt idx="54357">
                  <c:v>0.62913194444263354</c:v>
                </c:pt>
                <c:pt idx="54358">
                  <c:v>0.62914351851941319</c:v>
                </c:pt>
                <c:pt idx="54359">
                  <c:v>0.62915509258891689</c:v>
                </c:pt>
                <c:pt idx="54360">
                  <c:v>0.62916666666569654</c:v>
                </c:pt>
                <c:pt idx="54361">
                  <c:v>0.62917824073520023</c:v>
                </c:pt>
                <c:pt idx="54362">
                  <c:v>0.62918981481197989</c:v>
                </c:pt>
                <c:pt idx="54363">
                  <c:v>0.62920138888875954</c:v>
                </c:pt>
                <c:pt idx="54364">
                  <c:v>0.62921296295826323</c:v>
                </c:pt>
                <c:pt idx="54365">
                  <c:v>0.62922453703504289</c:v>
                </c:pt>
                <c:pt idx="54366">
                  <c:v>0.62923611111182254</c:v>
                </c:pt>
                <c:pt idx="54367">
                  <c:v>0.62924768518132623</c:v>
                </c:pt>
                <c:pt idx="54368">
                  <c:v>0.62925925925810589</c:v>
                </c:pt>
                <c:pt idx="54369">
                  <c:v>0.62927083332760958</c:v>
                </c:pt>
                <c:pt idx="54370">
                  <c:v>0.62928240740438923</c:v>
                </c:pt>
                <c:pt idx="54371">
                  <c:v>0.62929398148116888</c:v>
                </c:pt>
                <c:pt idx="54372">
                  <c:v>0.62930555555067258</c:v>
                </c:pt>
                <c:pt idx="54373">
                  <c:v>0.62931712962745223</c:v>
                </c:pt>
                <c:pt idx="54374">
                  <c:v>0.62932870370423188</c:v>
                </c:pt>
                <c:pt idx="54375">
                  <c:v>0.62934027777373558</c:v>
                </c:pt>
                <c:pt idx="54376">
                  <c:v>0.62935185185051523</c:v>
                </c:pt>
                <c:pt idx="54377">
                  <c:v>0.62936342592001893</c:v>
                </c:pt>
                <c:pt idx="54378">
                  <c:v>0.62937499999679858</c:v>
                </c:pt>
                <c:pt idx="54379">
                  <c:v>0.62938657407357823</c:v>
                </c:pt>
                <c:pt idx="54380">
                  <c:v>0.62939814814308193</c:v>
                </c:pt>
                <c:pt idx="54381">
                  <c:v>0.62940972221986158</c:v>
                </c:pt>
                <c:pt idx="54382">
                  <c:v>0.62942129629664123</c:v>
                </c:pt>
                <c:pt idx="54383">
                  <c:v>0.62943287036614493</c:v>
                </c:pt>
                <c:pt idx="54384">
                  <c:v>0.62944444444292458</c:v>
                </c:pt>
                <c:pt idx="54385">
                  <c:v>0.62945601851970423</c:v>
                </c:pt>
                <c:pt idx="54386">
                  <c:v>0.62946759258920792</c:v>
                </c:pt>
                <c:pt idx="54387">
                  <c:v>0.62947916666598758</c:v>
                </c:pt>
                <c:pt idx="54388">
                  <c:v>0.62949074073549127</c:v>
                </c:pt>
                <c:pt idx="54389">
                  <c:v>0.62950231481227092</c:v>
                </c:pt>
                <c:pt idx="54390">
                  <c:v>0.62951388888905058</c:v>
                </c:pt>
                <c:pt idx="54391">
                  <c:v>0.62952546295855427</c:v>
                </c:pt>
                <c:pt idx="54392">
                  <c:v>0.62953703703533392</c:v>
                </c:pt>
                <c:pt idx="54393">
                  <c:v>0.62954861111211358</c:v>
                </c:pt>
                <c:pt idx="54394">
                  <c:v>0.62956018518161727</c:v>
                </c:pt>
                <c:pt idx="54395">
                  <c:v>0.62957175925839692</c:v>
                </c:pt>
                <c:pt idx="54396">
                  <c:v>0.62958333332790062</c:v>
                </c:pt>
                <c:pt idx="54397">
                  <c:v>0.62959490740468027</c:v>
                </c:pt>
                <c:pt idx="54398">
                  <c:v>0.62960648148145992</c:v>
                </c:pt>
                <c:pt idx="54399">
                  <c:v>0.62961805555096362</c:v>
                </c:pt>
                <c:pt idx="54400">
                  <c:v>0.62962962962774327</c:v>
                </c:pt>
                <c:pt idx="54401">
                  <c:v>0.62964120370452292</c:v>
                </c:pt>
                <c:pt idx="54402">
                  <c:v>0.62965277777402662</c:v>
                </c:pt>
                <c:pt idx="54403">
                  <c:v>0.62966435185080627</c:v>
                </c:pt>
                <c:pt idx="54404">
                  <c:v>0.62967592592030996</c:v>
                </c:pt>
                <c:pt idx="54405">
                  <c:v>0.62968749999708962</c:v>
                </c:pt>
                <c:pt idx="54406">
                  <c:v>0.62969907407386927</c:v>
                </c:pt>
                <c:pt idx="54407">
                  <c:v>0.62971064814337296</c:v>
                </c:pt>
                <c:pt idx="54408">
                  <c:v>0.62972222222015262</c:v>
                </c:pt>
                <c:pt idx="54409">
                  <c:v>0.62973379629693227</c:v>
                </c:pt>
                <c:pt idx="54410">
                  <c:v>0.62974537036643596</c:v>
                </c:pt>
                <c:pt idx="54411">
                  <c:v>0.62975694444321562</c:v>
                </c:pt>
                <c:pt idx="54412">
                  <c:v>0.62976851851271931</c:v>
                </c:pt>
                <c:pt idx="54413">
                  <c:v>0.62978009258949896</c:v>
                </c:pt>
                <c:pt idx="54414">
                  <c:v>0.62979166666627862</c:v>
                </c:pt>
                <c:pt idx="54415">
                  <c:v>0.62980324073578231</c:v>
                </c:pt>
                <c:pt idx="54416">
                  <c:v>0.62981481481256196</c:v>
                </c:pt>
                <c:pt idx="54417">
                  <c:v>0.62982638888934162</c:v>
                </c:pt>
                <c:pt idx="54418">
                  <c:v>0.62983796295884531</c:v>
                </c:pt>
                <c:pt idx="54419">
                  <c:v>0.62984953703562496</c:v>
                </c:pt>
                <c:pt idx="54420">
                  <c:v>0.62986111111240461</c:v>
                </c:pt>
                <c:pt idx="54421">
                  <c:v>0.62987268518190831</c:v>
                </c:pt>
                <c:pt idx="54422">
                  <c:v>0.62988425925868796</c:v>
                </c:pt>
                <c:pt idx="54423">
                  <c:v>0.62989583332819166</c:v>
                </c:pt>
                <c:pt idx="54424">
                  <c:v>0.62990740740497131</c:v>
                </c:pt>
                <c:pt idx="54425">
                  <c:v>0.62991898148175096</c:v>
                </c:pt>
                <c:pt idx="54426">
                  <c:v>0.62993055555125466</c:v>
                </c:pt>
                <c:pt idx="54427">
                  <c:v>0.62994212962803431</c:v>
                </c:pt>
                <c:pt idx="54428">
                  <c:v>0.62995370370481396</c:v>
                </c:pt>
                <c:pt idx="54429">
                  <c:v>0.62996527777431766</c:v>
                </c:pt>
                <c:pt idx="54430">
                  <c:v>0.62997685185109731</c:v>
                </c:pt>
                <c:pt idx="54431">
                  <c:v>0.629988425920601</c:v>
                </c:pt>
                <c:pt idx="54432">
                  <c:v>0.62999999999738066</c:v>
                </c:pt>
                <c:pt idx="54433">
                  <c:v>0.63001157407416031</c:v>
                </c:pt>
                <c:pt idx="54434">
                  <c:v>0.630023148143664</c:v>
                </c:pt>
                <c:pt idx="54435">
                  <c:v>0.63003472222044365</c:v>
                </c:pt>
                <c:pt idx="54436">
                  <c:v>0.63004629629722331</c:v>
                </c:pt>
                <c:pt idx="54437">
                  <c:v>0.630057870366727</c:v>
                </c:pt>
                <c:pt idx="54438">
                  <c:v>0.63006944444350665</c:v>
                </c:pt>
                <c:pt idx="54439">
                  <c:v>0.63008101851301035</c:v>
                </c:pt>
                <c:pt idx="54440">
                  <c:v>0.63009259258979</c:v>
                </c:pt>
                <c:pt idx="54441">
                  <c:v>0.63010416666656965</c:v>
                </c:pt>
                <c:pt idx="54442">
                  <c:v>0.63011574073607335</c:v>
                </c:pt>
                <c:pt idx="54443">
                  <c:v>0.630127314812853</c:v>
                </c:pt>
                <c:pt idx="54444">
                  <c:v>0.63013888888963265</c:v>
                </c:pt>
                <c:pt idx="54445">
                  <c:v>0.63015046295913635</c:v>
                </c:pt>
                <c:pt idx="54446">
                  <c:v>0.630162037035916</c:v>
                </c:pt>
                <c:pt idx="54447">
                  <c:v>0.6301736111054197</c:v>
                </c:pt>
                <c:pt idx="54448">
                  <c:v>0.63018518518219935</c:v>
                </c:pt>
                <c:pt idx="54449">
                  <c:v>0.630196759258979</c:v>
                </c:pt>
                <c:pt idx="54450">
                  <c:v>0.63020833332848269</c:v>
                </c:pt>
                <c:pt idx="54451">
                  <c:v>0.63021990740526235</c:v>
                </c:pt>
                <c:pt idx="54452">
                  <c:v>0.630231481482042</c:v>
                </c:pt>
                <c:pt idx="54453">
                  <c:v>0.63024305555154569</c:v>
                </c:pt>
                <c:pt idx="54454">
                  <c:v>0.63025462962832535</c:v>
                </c:pt>
                <c:pt idx="54455">
                  <c:v>0.63026620369782904</c:v>
                </c:pt>
                <c:pt idx="54456">
                  <c:v>0.63027777777460869</c:v>
                </c:pt>
                <c:pt idx="54457">
                  <c:v>0.63028935185138835</c:v>
                </c:pt>
                <c:pt idx="54458">
                  <c:v>0.63030092592089204</c:v>
                </c:pt>
                <c:pt idx="54459">
                  <c:v>0.63031249999767169</c:v>
                </c:pt>
                <c:pt idx="54460">
                  <c:v>0.63032407407445135</c:v>
                </c:pt>
                <c:pt idx="54461">
                  <c:v>0.63033564814395504</c:v>
                </c:pt>
                <c:pt idx="54462">
                  <c:v>0.63034722222073469</c:v>
                </c:pt>
                <c:pt idx="54463">
                  <c:v>0.63035879629751435</c:v>
                </c:pt>
                <c:pt idx="54464">
                  <c:v>0.63037037036701804</c:v>
                </c:pt>
                <c:pt idx="54465">
                  <c:v>0.63038194444379769</c:v>
                </c:pt>
                <c:pt idx="54466">
                  <c:v>0.63039351851330139</c:v>
                </c:pt>
                <c:pt idx="54467">
                  <c:v>0.63040509259008104</c:v>
                </c:pt>
                <c:pt idx="54468">
                  <c:v>0.63041666666686069</c:v>
                </c:pt>
                <c:pt idx="54469">
                  <c:v>0.63042824073636439</c:v>
                </c:pt>
                <c:pt idx="54470">
                  <c:v>0.63043981481314404</c:v>
                </c:pt>
                <c:pt idx="54471">
                  <c:v>0.63045138888992369</c:v>
                </c:pt>
                <c:pt idx="54472">
                  <c:v>0.63046296295942739</c:v>
                </c:pt>
                <c:pt idx="54473">
                  <c:v>0.63047453703620704</c:v>
                </c:pt>
                <c:pt idx="54474">
                  <c:v>0.63048611110571073</c:v>
                </c:pt>
                <c:pt idx="54475">
                  <c:v>0.63049768518249039</c:v>
                </c:pt>
                <c:pt idx="54476">
                  <c:v>0.63050925925927004</c:v>
                </c:pt>
                <c:pt idx="54477">
                  <c:v>0.63052083332877373</c:v>
                </c:pt>
                <c:pt idx="54478">
                  <c:v>0.63053240740555339</c:v>
                </c:pt>
                <c:pt idx="54479">
                  <c:v>0.63054398148233304</c:v>
                </c:pt>
                <c:pt idx="54480">
                  <c:v>0.63055555555183673</c:v>
                </c:pt>
                <c:pt idx="54481">
                  <c:v>0.63056712962861639</c:v>
                </c:pt>
                <c:pt idx="54482">
                  <c:v>0.63057870369812008</c:v>
                </c:pt>
                <c:pt idx="54483">
                  <c:v>0.63059027777489973</c:v>
                </c:pt>
                <c:pt idx="54484">
                  <c:v>0.63060185185167938</c:v>
                </c:pt>
                <c:pt idx="54485">
                  <c:v>0.63061342592118308</c:v>
                </c:pt>
                <c:pt idx="54486">
                  <c:v>0.63062499999796273</c:v>
                </c:pt>
                <c:pt idx="54487">
                  <c:v>0.63063657407474238</c:v>
                </c:pt>
                <c:pt idx="54488">
                  <c:v>0.63064814814424608</c:v>
                </c:pt>
                <c:pt idx="54489">
                  <c:v>0.63065972222102573</c:v>
                </c:pt>
                <c:pt idx="54490">
                  <c:v>0.63067129629052943</c:v>
                </c:pt>
                <c:pt idx="54491">
                  <c:v>0.63068287036730908</c:v>
                </c:pt>
                <c:pt idx="54492">
                  <c:v>0.63069444444408873</c:v>
                </c:pt>
                <c:pt idx="54493">
                  <c:v>0.63070601851359243</c:v>
                </c:pt>
                <c:pt idx="54494">
                  <c:v>0.63071759259037208</c:v>
                </c:pt>
                <c:pt idx="54495">
                  <c:v>0.63072916666715173</c:v>
                </c:pt>
                <c:pt idx="54496">
                  <c:v>0.63074074073665543</c:v>
                </c:pt>
                <c:pt idx="54497">
                  <c:v>0.63075231481343508</c:v>
                </c:pt>
                <c:pt idx="54498">
                  <c:v>0.63076388889021473</c:v>
                </c:pt>
                <c:pt idx="54499">
                  <c:v>0.63077546295971842</c:v>
                </c:pt>
                <c:pt idx="54500">
                  <c:v>0.63078703703649808</c:v>
                </c:pt>
                <c:pt idx="54501">
                  <c:v>0.63079861110600177</c:v>
                </c:pt>
                <c:pt idx="54502">
                  <c:v>0.63081018518278142</c:v>
                </c:pt>
                <c:pt idx="54503">
                  <c:v>0.63082175925956108</c:v>
                </c:pt>
                <c:pt idx="54504">
                  <c:v>0.63083333332906477</c:v>
                </c:pt>
                <c:pt idx="54505">
                  <c:v>0.63084490740584442</c:v>
                </c:pt>
                <c:pt idx="54506">
                  <c:v>0.63085648148262408</c:v>
                </c:pt>
                <c:pt idx="54507">
                  <c:v>0.63086805555212777</c:v>
                </c:pt>
                <c:pt idx="54508">
                  <c:v>0.63087962962890742</c:v>
                </c:pt>
                <c:pt idx="54509">
                  <c:v>0.63089120369841112</c:v>
                </c:pt>
                <c:pt idx="54510">
                  <c:v>0.63090277777519077</c:v>
                </c:pt>
                <c:pt idx="54511">
                  <c:v>0.63091435185197042</c:v>
                </c:pt>
                <c:pt idx="54512">
                  <c:v>0.63092592592147412</c:v>
                </c:pt>
                <c:pt idx="54513">
                  <c:v>0.63093749999825377</c:v>
                </c:pt>
                <c:pt idx="54514">
                  <c:v>0.63094907407503342</c:v>
                </c:pt>
                <c:pt idx="54515">
                  <c:v>0.63096064814453712</c:v>
                </c:pt>
                <c:pt idx="54516">
                  <c:v>0.63097222222131677</c:v>
                </c:pt>
                <c:pt idx="54517">
                  <c:v>0.63098379629082046</c:v>
                </c:pt>
                <c:pt idx="54518">
                  <c:v>0.63099537036760012</c:v>
                </c:pt>
                <c:pt idx="54519">
                  <c:v>0.63100694444437977</c:v>
                </c:pt>
                <c:pt idx="54520">
                  <c:v>0.63101851851388346</c:v>
                </c:pt>
                <c:pt idx="54521">
                  <c:v>0.63103009259066312</c:v>
                </c:pt>
                <c:pt idx="54522">
                  <c:v>0.63104166666744277</c:v>
                </c:pt>
                <c:pt idx="54523">
                  <c:v>0.63105324073694646</c:v>
                </c:pt>
                <c:pt idx="54524">
                  <c:v>0.63106481481372612</c:v>
                </c:pt>
                <c:pt idx="54525">
                  <c:v>0.63107638888322981</c:v>
                </c:pt>
                <c:pt idx="54526">
                  <c:v>0.63108796296000946</c:v>
                </c:pt>
                <c:pt idx="54527">
                  <c:v>0.63109953703678912</c:v>
                </c:pt>
                <c:pt idx="54528">
                  <c:v>0.63111111110629281</c:v>
                </c:pt>
                <c:pt idx="54529">
                  <c:v>0.63112268518307246</c:v>
                </c:pt>
                <c:pt idx="54530">
                  <c:v>0.63113425925985212</c:v>
                </c:pt>
                <c:pt idx="54531">
                  <c:v>0.63114583332935581</c:v>
                </c:pt>
                <c:pt idx="54532">
                  <c:v>0.63115740740613546</c:v>
                </c:pt>
                <c:pt idx="54533">
                  <c:v>0.63116898147563916</c:v>
                </c:pt>
                <c:pt idx="54534">
                  <c:v>0.63118055555241881</c:v>
                </c:pt>
                <c:pt idx="54535">
                  <c:v>0.63119212962919846</c:v>
                </c:pt>
                <c:pt idx="54536">
                  <c:v>0.63120370369870216</c:v>
                </c:pt>
                <c:pt idx="54537">
                  <c:v>0.63121527777548181</c:v>
                </c:pt>
                <c:pt idx="54538">
                  <c:v>0.63122685185226146</c:v>
                </c:pt>
                <c:pt idx="54539">
                  <c:v>0.63123842592176516</c:v>
                </c:pt>
                <c:pt idx="54540">
                  <c:v>0.63124999999854481</c:v>
                </c:pt>
                <c:pt idx="54541">
                  <c:v>0.63126157407532446</c:v>
                </c:pt>
                <c:pt idx="54542">
                  <c:v>0.63127314814482816</c:v>
                </c:pt>
                <c:pt idx="54543">
                  <c:v>0.63128472222160781</c:v>
                </c:pt>
                <c:pt idx="54544">
                  <c:v>0.6312962962911115</c:v>
                </c:pt>
                <c:pt idx="54545">
                  <c:v>0.63130787036789116</c:v>
                </c:pt>
                <c:pt idx="54546">
                  <c:v>0.63131944444467081</c:v>
                </c:pt>
                <c:pt idx="54547">
                  <c:v>0.6313310185141745</c:v>
                </c:pt>
                <c:pt idx="54548">
                  <c:v>0.63134259259095415</c:v>
                </c:pt>
                <c:pt idx="54549">
                  <c:v>0.63135416666773381</c:v>
                </c:pt>
                <c:pt idx="54550">
                  <c:v>0.6313657407372375</c:v>
                </c:pt>
                <c:pt idx="54551">
                  <c:v>0.63137731481401715</c:v>
                </c:pt>
                <c:pt idx="54552">
                  <c:v>0.63138888888352085</c:v>
                </c:pt>
                <c:pt idx="54553">
                  <c:v>0.6314004629603005</c:v>
                </c:pt>
                <c:pt idx="54554">
                  <c:v>0.63141203703708015</c:v>
                </c:pt>
                <c:pt idx="54555">
                  <c:v>0.63142361110658385</c:v>
                </c:pt>
                <c:pt idx="54556">
                  <c:v>0.6314351851833635</c:v>
                </c:pt>
                <c:pt idx="54557">
                  <c:v>0.63144675926014315</c:v>
                </c:pt>
                <c:pt idx="54558">
                  <c:v>0.63145833332964685</c:v>
                </c:pt>
                <c:pt idx="54559">
                  <c:v>0.6314699074064265</c:v>
                </c:pt>
                <c:pt idx="54560">
                  <c:v>0.6314814814759302</c:v>
                </c:pt>
                <c:pt idx="54561">
                  <c:v>0.63149305555270985</c:v>
                </c:pt>
                <c:pt idx="54562">
                  <c:v>0.6315046296294895</c:v>
                </c:pt>
                <c:pt idx="54563">
                  <c:v>0.63151620369899319</c:v>
                </c:pt>
                <c:pt idx="54564">
                  <c:v>0.63152777777577285</c:v>
                </c:pt>
                <c:pt idx="54565">
                  <c:v>0.6315393518525525</c:v>
                </c:pt>
                <c:pt idx="54566">
                  <c:v>0.63155092592205619</c:v>
                </c:pt>
                <c:pt idx="54567">
                  <c:v>0.63156249999883585</c:v>
                </c:pt>
                <c:pt idx="54568">
                  <c:v>0.63157407406833954</c:v>
                </c:pt>
                <c:pt idx="54569">
                  <c:v>0.63158564814511919</c:v>
                </c:pt>
                <c:pt idx="54570">
                  <c:v>0.63159722222189885</c:v>
                </c:pt>
                <c:pt idx="54571">
                  <c:v>0.63160879629140254</c:v>
                </c:pt>
                <c:pt idx="54572">
                  <c:v>0.63162037036818219</c:v>
                </c:pt>
                <c:pt idx="54573">
                  <c:v>0.63163194444496185</c:v>
                </c:pt>
                <c:pt idx="54574">
                  <c:v>0.63164351851446554</c:v>
                </c:pt>
                <c:pt idx="54575">
                  <c:v>0.63165509259124519</c:v>
                </c:pt>
                <c:pt idx="54576">
                  <c:v>0.63166666666074889</c:v>
                </c:pt>
                <c:pt idx="54577">
                  <c:v>0.63167824073752854</c:v>
                </c:pt>
                <c:pt idx="54578">
                  <c:v>0.63168981481430819</c:v>
                </c:pt>
                <c:pt idx="54579">
                  <c:v>0.63170138888381189</c:v>
                </c:pt>
                <c:pt idx="54580">
                  <c:v>0.63171296296059154</c:v>
                </c:pt>
                <c:pt idx="54581">
                  <c:v>0.63172453703737119</c:v>
                </c:pt>
                <c:pt idx="54582">
                  <c:v>0.63173611110687489</c:v>
                </c:pt>
                <c:pt idx="54583">
                  <c:v>0.63174768518365454</c:v>
                </c:pt>
                <c:pt idx="54584">
                  <c:v>0.63175925926043419</c:v>
                </c:pt>
                <c:pt idx="54585">
                  <c:v>0.63177083332993789</c:v>
                </c:pt>
                <c:pt idx="54586">
                  <c:v>0.63178240740671754</c:v>
                </c:pt>
                <c:pt idx="54587">
                  <c:v>0.63179398147622123</c:v>
                </c:pt>
                <c:pt idx="54588">
                  <c:v>0.63180555555300089</c:v>
                </c:pt>
                <c:pt idx="54589">
                  <c:v>0.63181712962978054</c:v>
                </c:pt>
                <c:pt idx="54590">
                  <c:v>0.63182870369928423</c:v>
                </c:pt>
                <c:pt idx="54591">
                  <c:v>0.63184027777606389</c:v>
                </c:pt>
                <c:pt idx="54592">
                  <c:v>0.63185185185284354</c:v>
                </c:pt>
                <c:pt idx="54593">
                  <c:v>0.63186342592234723</c:v>
                </c:pt>
                <c:pt idx="54594">
                  <c:v>0.63187499999912689</c:v>
                </c:pt>
                <c:pt idx="54595">
                  <c:v>0.63188657406863058</c:v>
                </c:pt>
                <c:pt idx="54596">
                  <c:v>0.63189814814541023</c:v>
                </c:pt>
                <c:pt idx="54597">
                  <c:v>0.63190972222218988</c:v>
                </c:pt>
                <c:pt idx="54598">
                  <c:v>0.63192129629169358</c:v>
                </c:pt>
                <c:pt idx="54599">
                  <c:v>0.63193287036847323</c:v>
                </c:pt>
                <c:pt idx="54600">
                  <c:v>0.63194444444525288</c:v>
                </c:pt>
                <c:pt idx="54601">
                  <c:v>0.63195601851475658</c:v>
                </c:pt>
                <c:pt idx="54602">
                  <c:v>0.63196759259153623</c:v>
                </c:pt>
                <c:pt idx="54603">
                  <c:v>0.63197916666103993</c:v>
                </c:pt>
                <c:pt idx="54604">
                  <c:v>0.63199074073781958</c:v>
                </c:pt>
                <c:pt idx="54605">
                  <c:v>0.63200231481459923</c:v>
                </c:pt>
                <c:pt idx="54606">
                  <c:v>0.63201388888410293</c:v>
                </c:pt>
                <c:pt idx="54607">
                  <c:v>0.63202546296088258</c:v>
                </c:pt>
                <c:pt idx="54608">
                  <c:v>0.63203703703766223</c:v>
                </c:pt>
                <c:pt idx="54609">
                  <c:v>0.63204861110716593</c:v>
                </c:pt>
                <c:pt idx="54610">
                  <c:v>0.63206018518394558</c:v>
                </c:pt>
                <c:pt idx="54611">
                  <c:v>0.63207175925344927</c:v>
                </c:pt>
                <c:pt idx="54612">
                  <c:v>0.63208333333022892</c:v>
                </c:pt>
                <c:pt idx="54613">
                  <c:v>0.63209490740700858</c:v>
                </c:pt>
                <c:pt idx="54614">
                  <c:v>0.63210648147651227</c:v>
                </c:pt>
                <c:pt idx="54615">
                  <c:v>0.63211805555329192</c:v>
                </c:pt>
                <c:pt idx="54616">
                  <c:v>0.63212962963007158</c:v>
                </c:pt>
                <c:pt idx="54617">
                  <c:v>0.63214120369957527</c:v>
                </c:pt>
                <c:pt idx="54618">
                  <c:v>0.63215277777635492</c:v>
                </c:pt>
                <c:pt idx="54619">
                  <c:v>0.63216435185313458</c:v>
                </c:pt>
                <c:pt idx="54620">
                  <c:v>0.63217592592263827</c:v>
                </c:pt>
                <c:pt idx="54621">
                  <c:v>0.63218749999941792</c:v>
                </c:pt>
                <c:pt idx="54622">
                  <c:v>0.63219907406892162</c:v>
                </c:pt>
                <c:pt idx="54623">
                  <c:v>0.63221064814570127</c:v>
                </c:pt>
                <c:pt idx="54624">
                  <c:v>0.63222222222248092</c:v>
                </c:pt>
                <c:pt idx="54625">
                  <c:v>0.63223379629198462</c:v>
                </c:pt>
                <c:pt idx="54626">
                  <c:v>0.63224537036876427</c:v>
                </c:pt>
                <c:pt idx="54627">
                  <c:v>0.63225694444554392</c:v>
                </c:pt>
                <c:pt idx="54628">
                  <c:v>0.63226851851504762</c:v>
                </c:pt>
                <c:pt idx="54629">
                  <c:v>0.63228009259182727</c:v>
                </c:pt>
                <c:pt idx="54630">
                  <c:v>0.63229166666133096</c:v>
                </c:pt>
                <c:pt idx="54631">
                  <c:v>0.63230324073811062</c:v>
                </c:pt>
                <c:pt idx="54632">
                  <c:v>0.63231481481489027</c:v>
                </c:pt>
                <c:pt idx="54633">
                  <c:v>0.63232638888439396</c:v>
                </c:pt>
                <c:pt idx="54634">
                  <c:v>0.63233796296117362</c:v>
                </c:pt>
                <c:pt idx="54635">
                  <c:v>0.63234953703795327</c:v>
                </c:pt>
                <c:pt idx="54636">
                  <c:v>0.63236111110745696</c:v>
                </c:pt>
                <c:pt idx="54637">
                  <c:v>0.63237268518423662</c:v>
                </c:pt>
                <c:pt idx="54638">
                  <c:v>0.63238425925374031</c:v>
                </c:pt>
                <c:pt idx="54639">
                  <c:v>0.63239583333051996</c:v>
                </c:pt>
                <c:pt idx="54640">
                  <c:v>0.63240740740729962</c:v>
                </c:pt>
                <c:pt idx="54641">
                  <c:v>0.63241898147680331</c:v>
                </c:pt>
                <c:pt idx="54642">
                  <c:v>0.63243055555358296</c:v>
                </c:pt>
                <c:pt idx="54643">
                  <c:v>0.63244212963036261</c:v>
                </c:pt>
                <c:pt idx="54644">
                  <c:v>0.63245370369986631</c:v>
                </c:pt>
                <c:pt idx="54645">
                  <c:v>0.63246527777664596</c:v>
                </c:pt>
                <c:pt idx="54646">
                  <c:v>0.63247685184614966</c:v>
                </c:pt>
                <c:pt idx="54647">
                  <c:v>0.63248842592292931</c:v>
                </c:pt>
                <c:pt idx="54648">
                  <c:v>0.63249999999970896</c:v>
                </c:pt>
                <c:pt idx="54649">
                  <c:v>0.63251157406921266</c:v>
                </c:pt>
                <c:pt idx="54650">
                  <c:v>0.63252314814599231</c:v>
                </c:pt>
                <c:pt idx="54651">
                  <c:v>0.63253472222277196</c:v>
                </c:pt>
                <c:pt idx="54652">
                  <c:v>0.63254629629227566</c:v>
                </c:pt>
                <c:pt idx="54653">
                  <c:v>0.63255787036905531</c:v>
                </c:pt>
                <c:pt idx="54654">
                  <c:v>0.632569444438559</c:v>
                </c:pt>
                <c:pt idx="54655">
                  <c:v>0.63258101851533866</c:v>
                </c:pt>
                <c:pt idx="54656">
                  <c:v>0.63259259259211831</c:v>
                </c:pt>
                <c:pt idx="54657">
                  <c:v>0.632604166661622</c:v>
                </c:pt>
                <c:pt idx="54658">
                  <c:v>0.63261574073840166</c:v>
                </c:pt>
                <c:pt idx="54659">
                  <c:v>0.63262731481518131</c:v>
                </c:pt>
                <c:pt idx="54660">
                  <c:v>0.632638888884685</c:v>
                </c:pt>
                <c:pt idx="54661">
                  <c:v>0.63265046296146465</c:v>
                </c:pt>
                <c:pt idx="54662">
                  <c:v>0.63266203703824431</c:v>
                </c:pt>
                <c:pt idx="54663">
                  <c:v>0.632673611107748</c:v>
                </c:pt>
                <c:pt idx="54664">
                  <c:v>0.63268518518452765</c:v>
                </c:pt>
                <c:pt idx="54665">
                  <c:v>0.63269675925403135</c:v>
                </c:pt>
                <c:pt idx="54666">
                  <c:v>0.632708333330811</c:v>
                </c:pt>
                <c:pt idx="54667">
                  <c:v>0.63271990740759065</c:v>
                </c:pt>
                <c:pt idx="54668">
                  <c:v>0.63273148147709435</c:v>
                </c:pt>
                <c:pt idx="54669">
                  <c:v>0.632743055553874</c:v>
                </c:pt>
                <c:pt idx="54670">
                  <c:v>0.63275462963065365</c:v>
                </c:pt>
                <c:pt idx="54671">
                  <c:v>0.63276620370015735</c:v>
                </c:pt>
                <c:pt idx="54672">
                  <c:v>0.632777777776937</c:v>
                </c:pt>
                <c:pt idx="54673">
                  <c:v>0.6327893518464407</c:v>
                </c:pt>
                <c:pt idx="54674">
                  <c:v>0.63280092592322035</c:v>
                </c:pt>
                <c:pt idx="54675">
                  <c:v>0.6328125</c:v>
                </c:pt>
                <c:pt idx="54676">
                  <c:v>0.63282407406950369</c:v>
                </c:pt>
                <c:pt idx="54677">
                  <c:v>0.63283564814628335</c:v>
                </c:pt>
                <c:pt idx="54678">
                  <c:v>0.632847222223063</c:v>
                </c:pt>
                <c:pt idx="54679">
                  <c:v>0.63285879629256669</c:v>
                </c:pt>
                <c:pt idx="54680">
                  <c:v>0.63287037036934635</c:v>
                </c:pt>
                <c:pt idx="54681">
                  <c:v>0.63288194443885004</c:v>
                </c:pt>
                <c:pt idx="54682">
                  <c:v>0.63289351851562969</c:v>
                </c:pt>
                <c:pt idx="54683">
                  <c:v>0.63290509259240935</c:v>
                </c:pt>
                <c:pt idx="54684">
                  <c:v>0.63291666666191304</c:v>
                </c:pt>
                <c:pt idx="54685">
                  <c:v>0.63292824073869269</c:v>
                </c:pt>
                <c:pt idx="54686">
                  <c:v>0.63293981481547235</c:v>
                </c:pt>
                <c:pt idx="54687">
                  <c:v>0.63295138888497604</c:v>
                </c:pt>
                <c:pt idx="54688">
                  <c:v>0.63296296296175569</c:v>
                </c:pt>
                <c:pt idx="54689">
                  <c:v>0.63297453703125939</c:v>
                </c:pt>
                <c:pt idx="54690">
                  <c:v>0.63298611110803904</c:v>
                </c:pt>
                <c:pt idx="54691">
                  <c:v>0.63299768518481869</c:v>
                </c:pt>
                <c:pt idx="54692">
                  <c:v>0.63300925925432239</c:v>
                </c:pt>
                <c:pt idx="54693">
                  <c:v>0.63302083333110204</c:v>
                </c:pt>
                <c:pt idx="54694">
                  <c:v>0.63303240740788169</c:v>
                </c:pt>
                <c:pt idx="54695">
                  <c:v>0.63304398147738539</c:v>
                </c:pt>
                <c:pt idx="54696">
                  <c:v>0.63305555555416504</c:v>
                </c:pt>
                <c:pt idx="54697">
                  <c:v>0.63306712963094469</c:v>
                </c:pt>
                <c:pt idx="54698">
                  <c:v>0.63307870370044839</c:v>
                </c:pt>
                <c:pt idx="54699">
                  <c:v>0.63309027777722804</c:v>
                </c:pt>
                <c:pt idx="54700">
                  <c:v>0.63310185184673173</c:v>
                </c:pt>
                <c:pt idx="54701">
                  <c:v>0.63311342592351139</c:v>
                </c:pt>
                <c:pt idx="54702">
                  <c:v>0.63312500000029104</c:v>
                </c:pt>
                <c:pt idx="54703">
                  <c:v>0.63313657406979473</c:v>
                </c:pt>
                <c:pt idx="54704">
                  <c:v>0.63314814814657439</c:v>
                </c:pt>
                <c:pt idx="54705">
                  <c:v>0.63315972222335404</c:v>
                </c:pt>
                <c:pt idx="54706">
                  <c:v>0.63317129629285773</c:v>
                </c:pt>
                <c:pt idx="54707">
                  <c:v>0.63318287036963739</c:v>
                </c:pt>
                <c:pt idx="54708">
                  <c:v>0.63319444443914108</c:v>
                </c:pt>
                <c:pt idx="54709">
                  <c:v>0.63320601851592073</c:v>
                </c:pt>
                <c:pt idx="54710">
                  <c:v>0.63321759259270038</c:v>
                </c:pt>
                <c:pt idx="54711">
                  <c:v>0.63322916666220408</c:v>
                </c:pt>
                <c:pt idx="54712">
                  <c:v>0.63324074073898373</c:v>
                </c:pt>
                <c:pt idx="54713">
                  <c:v>0.63325231481576338</c:v>
                </c:pt>
                <c:pt idx="54714">
                  <c:v>0.63326388888526708</c:v>
                </c:pt>
                <c:pt idx="54715">
                  <c:v>0.63327546296204673</c:v>
                </c:pt>
                <c:pt idx="54716">
                  <c:v>0.63328703703155043</c:v>
                </c:pt>
                <c:pt idx="54717">
                  <c:v>0.63329861110833008</c:v>
                </c:pt>
                <c:pt idx="54718">
                  <c:v>0.63331018518510973</c:v>
                </c:pt>
                <c:pt idx="54719">
                  <c:v>0.63332175925461343</c:v>
                </c:pt>
                <c:pt idx="54720">
                  <c:v>0.63333333333139308</c:v>
                </c:pt>
                <c:pt idx="54721">
                  <c:v>0.63334490740817273</c:v>
                </c:pt>
                <c:pt idx="54722">
                  <c:v>0.63335648147767643</c:v>
                </c:pt>
                <c:pt idx="54723">
                  <c:v>0.63336805555445608</c:v>
                </c:pt>
                <c:pt idx="54724">
                  <c:v>0.63337962962395977</c:v>
                </c:pt>
                <c:pt idx="54725">
                  <c:v>0.63339120370073942</c:v>
                </c:pt>
                <c:pt idx="54726">
                  <c:v>0.63340277777751908</c:v>
                </c:pt>
                <c:pt idx="54727">
                  <c:v>0.63341435184702277</c:v>
                </c:pt>
                <c:pt idx="54728">
                  <c:v>0.63342592592380242</c:v>
                </c:pt>
                <c:pt idx="54729">
                  <c:v>0.63343750000058208</c:v>
                </c:pt>
                <c:pt idx="54730">
                  <c:v>0.63344907407008577</c:v>
                </c:pt>
                <c:pt idx="54731">
                  <c:v>0.63346064814686542</c:v>
                </c:pt>
                <c:pt idx="54732">
                  <c:v>0.63347222221636912</c:v>
                </c:pt>
                <c:pt idx="54733">
                  <c:v>0.63348379629314877</c:v>
                </c:pt>
                <c:pt idx="54734">
                  <c:v>0.63349537036992842</c:v>
                </c:pt>
                <c:pt idx="54735">
                  <c:v>0.63350694443943212</c:v>
                </c:pt>
                <c:pt idx="54736">
                  <c:v>0.63351851851621177</c:v>
                </c:pt>
                <c:pt idx="54737">
                  <c:v>0.63353009259299142</c:v>
                </c:pt>
                <c:pt idx="54738">
                  <c:v>0.63354166666249512</c:v>
                </c:pt>
                <c:pt idx="54739">
                  <c:v>0.63355324073927477</c:v>
                </c:pt>
                <c:pt idx="54740">
                  <c:v>0.63356481481605442</c:v>
                </c:pt>
                <c:pt idx="54741">
                  <c:v>0.63357638888555812</c:v>
                </c:pt>
                <c:pt idx="54742">
                  <c:v>0.63358796296233777</c:v>
                </c:pt>
                <c:pt idx="54743">
                  <c:v>0.63359953703184146</c:v>
                </c:pt>
                <c:pt idx="54744">
                  <c:v>0.63361111110862112</c:v>
                </c:pt>
                <c:pt idx="54745">
                  <c:v>0.63362268518540077</c:v>
                </c:pt>
                <c:pt idx="54746">
                  <c:v>0.63363425925490446</c:v>
                </c:pt>
                <c:pt idx="54747">
                  <c:v>0.63364583333168412</c:v>
                </c:pt>
                <c:pt idx="54748">
                  <c:v>0.63365740740846377</c:v>
                </c:pt>
                <c:pt idx="54749">
                  <c:v>0.63366898147796746</c:v>
                </c:pt>
                <c:pt idx="54750">
                  <c:v>0.63368055555474712</c:v>
                </c:pt>
                <c:pt idx="54751">
                  <c:v>0.63369212962425081</c:v>
                </c:pt>
                <c:pt idx="54752">
                  <c:v>0.63370370370103046</c:v>
                </c:pt>
                <c:pt idx="54753">
                  <c:v>0.63371527777781012</c:v>
                </c:pt>
                <c:pt idx="54754">
                  <c:v>0.63372685184731381</c:v>
                </c:pt>
                <c:pt idx="54755">
                  <c:v>0.63373842592409346</c:v>
                </c:pt>
                <c:pt idx="54756">
                  <c:v>0.63375000000087311</c:v>
                </c:pt>
                <c:pt idx="54757">
                  <c:v>0.63376157407037681</c:v>
                </c:pt>
                <c:pt idx="54758">
                  <c:v>0.63377314814715646</c:v>
                </c:pt>
                <c:pt idx="54759">
                  <c:v>0.63378472221666016</c:v>
                </c:pt>
                <c:pt idx="54760">
                  <c:v>0.63379629629343981</c:v>
                </c:pt>
                <c:pt idx="54761">
                  <c:v>0.63380787037021946</c:v>
                </c:pt>
                <c:pt idx="54762">
                  <c:v>0.63381944443972316</c:v>
                </c:pt>
                <c:pt idx="54763">
                  <c:v>0.63383101851650281</c:v>
                </c:pt>
                <c:pt idx="54764">
                  <c:v>0.63384259259328246</c:v>
                </c:pt>
                <c:pt idx="54765">
                  <c:v>0.63385416666278616</c:v>
                </c:pt>
                <c:pt idx="54766">
                  <c:v>0.63386574073956581</c:v>
                </c:pt>
                <c:pt idx="54767">
                  <c:v>0.6338773148090695</c:v>
                </c:pt>
                <c:pt idx="54768">
                  <c:v>0.63388888888584916</c:v>
                </c:pt>
                <c:pt idx="54769">
                  <c:v>0.63390046296262881</c:v>
                </c:pt>
                <c:pt idx="54770">
                  <c:v>0.6339120370321325</c:v>
                </c:pt>
                <c:pt idx="54771">
                  <c:v>0.63392361110891216</c:v>
                </c:pt>
                <c:pt idx="54772">
                  <c:v>0.63393518518569181</c:v>
                </c:pt>
                <c:pt idx="54773">
                  <c:v>0.6339467592551955</c:v>
                </c:pt>
                <c:pt idx="54774">
                  <c:v>0.63395833333197515</c:v>
                </c:pt>
                <c:pt idx="54775">
                  <c:v>0.63396990740147885</c:v>
                </c:pt>
                <c:pt idx="54776">
                  <c:v>0.6339814814782585</c:v>
                </c:pt>
                <c:pt idx="54777">
                  <c:v>0.63399305555503815</c:v>
                </c:pt>
                <c:pt idx="54778">
                  <c:v>0.63400462962454185</c:v>
                </c:pt>
                <c:pt idx="54779">
                  <c:v>0.6340162037013215</c:v>
                </c:pt>
                <c:pt idx="54780">
                  <c:v>0.63402777777810115</c:v>
                </c:pt>
                <c:pt idx="54781">
                  <c:v>0.63403935184760485</c:v>
                </c:pt>
                <c:pt idx="54782">
                  <c:v>0.6340509259243845</c:v>
                </c:pt>
                <c:pt idx="54783">
                  <c:v>0.63406250000116415</c:v>
                </c:pt>
                <c:pt idx="54784">
                  <c:v>0.63407407407066785</c:v>
                </c:pt>
                <c:pt idx="54785">
                  <c:v>0.6340856481474475</c:v>
                </c:pt>
                <c:pt idx="54786">
                  <c:v>0.6340972222169512</c:v>
                </c:pt>
                <c:pt idx="54787">
                  <c:v>0.63410879629373085</c:v>
                </c:pt>
                <c:pt idx="54788">
                  <c:v>0.6341203703705105</c:v>
                </c:pt>
                <c:pt idx="54789">
                  <c:v>0.63413194444001419</c:v>
                </c:pt>
                <c:pt idx="54790">
                  <c:v>0.63414351851679385</c:v>
                </c:pt>
                <c:pt idx="54791">
                  <c:v>0.6341550925935735</c:v>
                </c:pt>
                <c:pt idx="54792">
                  <c:v>0.63416666666307719</c:v>
                </c:pt>
                <c:pt idx="54793">
                  <c:v>0.63417824073985685</c:v>
                </c:pt>
                <c:pt idx="54794">
                  <c:v>0.63418981480936054</c:v>
                </c:pt>
                <c:pt idx="54795">
                  <c:v>0.63420138888614019</c:v>
                </c:pt>
                <c:pt idx="54796">
                  <c:v>0.63421296296291985</c:v>
                </c:pt>
                <c:pt idx="54797">
                  <c:v>0.63422453703242354</c:v>
                </c:pt>
                <c:pt idx="54798">
                  <c:v>0.63423611110920319</c:v>
                </c:pt>
                <c:pt idx="54799">
                  <c:v>0.63424768518598285</c:v>
                </c:pt>
                <c:pt idx="54800">
                  <c:v>0.63425925925548654</c:v>
                </c:pt>
                <c:pt idx="54801">
                  <c:v>0.63427083333226619</c:v>
                </c:pt>
                <c:pt idx="54802">
                  <c:v>0.63428240740176989</c:v>
                </c:pt>
                <c:pt idx="54803">
                  <c:v>0.63429398147854954</c:v>
                </c:pt>
                <c:pt idx="54804">
                  <c:v>0.63430555555532919</c:v>
                </c:pt>
                <c:pt idx="54805">
                  <c:v>0.63431712962483289</c:v>
                </c:pt>
                <c:pt idx="54806">
                  <c:v>0.63432870370161254</c:v>
                </c:pt>
                <c:pt idx="54807">
                  <c:v>0.63434027777839219</c:v>
                </c:pt>
                <c:pt idx="54808">
                  <c:v>0.63435185184789589</c:v>
                </c:pt>
                <c:pt idx="54809">
                  <c:v>0.63436342592467554</c:v>
                </c:pt>
                <c:pt idx="54810">
                  <c:v>0.63437499999417923</c:v>
                </c:pt>
                <c:pt idx="54811">
                  <c:v>0.63438657407095889</c:v>
                </c:pt>
                <c:pt idx="54812">
                  <c:v>0.63439814814773854</c:v>
                </c:pt>
                <c:pt idx="54813">
                  <c:v>0.63440972221724223</c:v>
                </c:pt>
                <c:pt idx="54814">
                  <c:v>0.63442129629402189</c:v>
                </c:pt>
                <c:pt idx="54815">
                  <c:v>0.63443287037080154</c:v>
                </c:pt>
                <c:pt idx="54816">
                  <c:v>0.63444444444030523</c:v>
                </c:pt>
                <c:pt idx="54817">
                  <c:v>0.63445601851708489</c:v>
                </c:pt>
                <c:pt idx="54818">
                  <c:v>0.63446759259386454</c:v>
                </c:pt>
                <c:pt idx="54819">
                  <c:v>0.63447916666336823</c:v>
                </c:pt>
                <c:pt idx="54820">
                  <c:v>0.63449074074014788</c:v>
                </c:pt>
                <c:pt idx="54821">
                  <c:v>0.63450231480965158</c:v>
                </c:pt>
                <c:pt idx="54822">
                  <c:v>0.63451388888643123</c:v>
                </c:pt>
                <c:pt idx="54823">
                  <c:v>0.63452546296321088</c:v>
                </c:pt>
                <c:pt idx="54824">
                  <c:v>0.63453703703271458</c:v>
                </c:pt>
                <c:pt idx="54825">
                  <c:v>0.63454861110949423</c:v>
                </c:pt>
                <c:pt idx="54826">
                  <c:v>0.63456018518627388</c:v>
                </c:pt>
                <c:pt idx="54827">
                  <c:v>0.63457175925577758</c:v>
                </c:pt>
                <c:pt idx="54828">
                  <c:v>0.63458333333255723</c:v>
                </c:pt>
                <c:pt idx="54829">
                  <c:v>0.63459490740206093</c:v>
                </c:pt>
                <c:pt idx="54830">
                  <c:v>0.63460648147884058</c:v>
                </c:pt>
                <c:pt idx="54831">
                  <c:v>0.63461805555562023</c:v>
                </c:pt>
                <c:pt idx="54832">
                  <c:v>0.63462962962512393</c:v>
                </c:pt>
                <c:pt idx="54833">
                  <c:v>0.63464120370190358</c:v>
                </c:pt>
                <c:pt idx="54834">
                  <c:v>0.63465277777868323</c:v>
                </c:pt>
                <c:pt idx="54835">
                  <c:v>0.63466435184818693</c:v>
                </c:pt>
                <c:pt idx="54836">
                  <c:v>0.63467592592496658</c:v>
                </c:pt>
                <c:pt idx="54837">
                  <c:v>0.63468749999447027</c:v>
                </c:pt>
                <c:pt idx="54838">
                  <c:v>0.63469907407124992</c:v>
                </c:pt>
                <c:pt idx="54839">
                  <c:v>0.63471064814802958</c:v>
                </c:pt>
                <c:pt idx="54840">
                  <c:v>0.63472222221753327</c:v>
                </c:pt>
                <c:pt idx="54841">
                  <c:v>0.63473379629431292</c:v>
                </c:pt>
                <c:pt idx="54842">
                  <c:v>0.63474537037109258</c:v>
                </c:pt>
                <c:pt idx="54843">
                  <c:v>0.63475694444059627</c:v>
                </c:pt>
                <c:pt idx="54844">
                  <c:v>0.63476851851737592</c:v>
                </c:pt>
                <c:pt idx="54845">
                  <c:v>0.63478009258687962</c:v>
                </c:pt>
                <c:pt idx="54846">
                  <c:v>0.63479166666365927</c:v>
                </c:pt>
                <c:pt idx="54847">
                  <c:v>0.63480324074043892</c:v>
                </c:pt>
                <c:pt idx="54848">
                  <c:v>0.63481481480994262</c:v>
                </c:pt>
                <c:pt idx="54849">
                  <c:v>0.63482638888672227</c:v>
                </c:pt>
                <c:pt idx="54850">
                  <c:v>0.63483796296350192</c:v>
                </c:pt>
                <c:pt idx="54851">
                  <c:v>0.63484953703300562</c:v>
                </c:pt>
                <c:pt idx="54852">
                  <c:v>0.63486111110978527</c:v>
                </c:pt>
                <c:pt idx="54853">
                  <c:v>0.63487268517928896</c:v>
                </c:pt>
                <c:pt idx="54854">
                  <c:v>0.63488425925606862</c:v>
                </c:pt>
                <c:pt idx="54855">
                  <c:v>0.63489583333284827</c:v>
                </c:pt>
                <c:pt idx="54856">
                  <c:v>0.63490740740235196</c:v>
                </c:pt>
                <c:pt idx="54857">
                  <c:v>0.63491898147913162</c:v>
                </c:pt>
                <c:pt idx="54858">
                  <c:v>0.63493055555591127</c:v>
                </c:pt>
                <c:pt idx="54859">
                  <c:v>0.63494212962541496</c:v>
                </c:pt>
                <c:pt idx="54860">
                  <c:v>0.63495370370219462</c:v>
                </c:pt>
                <c:pt idx="54861">
                  <c:v>0.63496527777897427</c:v>
                </c:pt>
                <c:pt idx="54862">
                  <c:v>0.63497685184847796</c:v>
                </c:pt>
                <c:pt idx="54863">
                  <c:v>0.63498842592525762</c:v>
                </c:pt>
                <c:pt idx="54864">
                  <c:v>0.63499999999476131</c:v>
                </c:pt>
                <c:pt idx="54865">
                  <c:v>0.63501157407154096</c:v>
                </c:pt>
                <c:pt idx="54866">
                  <c:v>0.63502314814832062</c:v>
                </c:pt>
                <c:pt idx="54867">
                  <c:v>0.63503472221782431</c:v>
                </c:pt>
                <c:pt idx="54868">
                  <c:v>0.63504629629460396</c:v>
                </c:pt>
                <c:pt idx="54869">
                  <c:v>0.63505787037138361</c:v>
                </c:pt>
                <c:pt idx="54870">
                  <c:v>0.63506944444088731</c:v>
                </c:pt>
                <c:pt idx="54871">
                  <c:v>0.63508101851766696</c:v>
                </c:pt>
                <c:pt idx="54872">
                  <c:v>0.63509259258717066</c:v>
                </c:pt>
                <c:pt idx="54873">
                  <c:v>0.63510416666395031</c:v>
                </c:pt>
                <c:pt idx="54874">
                  <c:v>0.63511574074072996</c:v>
                </c:pt>
                <c:pt idx="54875">
                  <c:v>0.63512731481023366</c:v>
                </c:pt>
                <c:pt idx="54876">
                  <c:v>0.63513888888701331</c:v>
                </c:pt>
                <c:pt idx="54877">
                  <c:v>0.63515046296379296</c:v>
                </c:pt>
                <c:pt idx="54878">
                  <c:v>0.63516203703329666</c:v>
                </c:pt>
                <c:pt idx="54879">
                  <c:v>0.63517361111007631</c:v>
                </c:pt>
                <c:pt idx="54880">
                  <c:v>0.63518518517958</c:v>
                </c:pt>
                <c:pt idx="54881">
                  <c:v>0.63519675925635966</c:v>
                </c:pt>
                <c:pt idx="54882">
                  <c:v>0.63520833333313931</c:v>
                </c:pt>
                <c:pt idx="54883">
                  <c:v>0.635219907402643</c:v>
                </c:pt>
                <c:pt idx="54884">
                  <c:v>0.63523148147942265</c:v>
                </c:pt>
                <c:pt idx="54885">
                  <c:v>0.63524305555620231</c:v>
                </c:pt>
                <c:pt idx="54886">
                  <c:v>0.635254629625706</c:v>
                </c:pt>
                <c:pt idx="54887">
                  <c:v>0.63526620370248565</c:v>
                </c:pt>
                <c:pt idx="54888">
                  <c:v>0.63527777777198935</c:v>
                </c:pt>
                <c:pt idx="54889">
                  <c:v>0.635289351848769</c:v>
                </c:pt>
                <c:pt idx="54890">
                  <c:v>0.63530092592554865</c:v>
                </c:pt>
                <c:pt idx="54891">
                  <c:v>0.63531249999505235</c:v>
                </c:pt>
                <c:pt idx="54892">
                  <c:v>0.635324074071832</c:v>
                </c:pt>
                <c:pt idx="54893">
                  <c:v>0.63533564814861165</c:v>
                </c:pt>
                <c:pt idx="54894">
                  <c:v>0.63534722221811535</c:v>
                </c:pt>
                <c:pt idx="54895">
                  <c:v>0.635358796294895</c:v>
                </c:pt>
                <c:pt idx="54896">
                  <c:v>0.63537037037167465</c:v>
                </c:pt>
                <c:pt idx="54897">
                  <c:v>0.63538194444117835</c:v>
                </c:pt>
                <c:pt idx="54898">
                  <c:v>0.635393518517958</c:v>
                </c:pt>
                <c:pt idx="54899">
                  <c:v>0.6354050925874617</c:v>
                </c:pt>
                <c:pt idx="54900">
                  <c:v>0.63541666666424135</c:v>
                </c:pt>
                <c:pt idx="54901">
                  <c:v>0.635428240741021</c:v>
                </c:pt>
                <c:pt idx="54902">
                  <c:v>0.63543981481052469</c:v>
                </c:pt>
                <c:pt idx="54903">
                  <c:v>0.63545138888730435</c:v>
                </c:pt>
                <c:pt idx="54904">
                  <c:v>0.635462962964084</c:v>
                </c:pt>
                <c:pt idx="54905">
                  <c:v>0.63547453703358769</c:v>
                </c:pt>
                <c:pt idx="54906">
                  <c:v>0.63548611111036735</c:v>
                </c:pt>
                <c:pt idx="54907">
                  <c:v>0.63549768517987104</c:v>
                </c:pt>
                <c:pt idx="54908">
                  <c:v>0.63550925925665069</c:v>
                </c:pt>
                <c:pt idx="54909">
                  <c:v>0.63552083333343035</c:v>
                </c:pt>
                <c:pt idx="54910">
                  <c:v>0.63553240740293404</c:v>
                </c:pt>
                <c:pt idx="54911">
                  <c:v>0.63554398147971369</c:v>
                </c:pt>
                <c:pt idx="54912">
                  <c:v>0.63555555555649335</c:v>
                </c:pt>
                <c:pt idx="54913">
                  <c:v>0.63556712962599704</c:v>
                </c:pt>
                <c:pt idx="54914">
                  <c:v>0.63557870370277669</c:v>
                </c:pt>
                <c:pt idx="54915">
                  <c:v>0.63559027777228039</c:v>
                </c:pt>
                <c:pt idx="54916">
                  <c:v>0.63560185184906004</c:v>
                </c:pt>
                <c:pt idx="54917">
                  <c:v>0.63561342592583969</c:v>
                </c:pt>
                <c:pt idx="54918">
                  <c:v>0.63562499999534339</c:v>
                </c:pt>
                <c:pt idx="54919">
                  <c:v>0.63563657407212304</c:v>
                </c:pt>
                <c:pt idx="54920">
                  <c:v>0.63564814814890269</c:v>
                </c:pt>
                <c:pt idx="54921">
                  <c:v>0.63565972221840639</c:v>
                </c:pt>
                <c:pt idx="54922">
                  <c:v>0.63567129629518604</c:v>
                </c:pt>
                <c:pt idx="54923">
                  <c:v>0.63568287036468973</c:v>
                </c:pt>
                <c:pt idx="54924">
                  <c:v>0.63569444444146939</c:v>
                </c:pt>
                <c:pt idx="54925">
                  <c:v>0.63570601851824904</c:v>
                </c:pt>
                <c:pt idx="54926">
                  <c:v>0.63571759258775273</c:v>
                </c:pt>
                <c:pt idx="54927">
                  <c:v>0.63572916666453239</c:v>
                </c:pt>
                <c:pt idx="54928">
                  <c:v>0.63574074074131204</c:v>
                </c:pt>
                <c:pt idx="54929">
                  <c:v>0.63575231481081573</c:v>
                </c:pt>
                <c:pt idx="54930">
                  <c:v>0.63576388888759539</c:v>
                </c:pt>
                <c:pt idx="54931">
                  <c:v>0.63577546295709908</c:v>
                </c:pt>
                <c:pt idx="54932">
                  <c:v>0.63578703703387873</c:v>
                </c:pt>
                <c:pt idx="54933">
                  <c:v>0.63579861111065838</c:v>
                </c:pt>
                <c:pt idx="54934">
                  <c:v>0.63581018518016208</c:v>
                </c:pt>
                <c:pt idx="54935">
                  <c:v>0.63582175925694173</c:v>
                </c:pt>
                <c:pt idx="54936">
                  <c:v>0.63583333333372138</c:v>
                </c:pt>
                <c:pt idx="54937">
                  <c:v>0.63584490740322508</c:v>
                </c:pt>
                <c:pt idx="54938">
                  <c:v>0.63585648148000473</c:v>
                </c:pt>
                <c:pt idx="54939">
                  <c:v>0.63586805555678438</c:v>
                </c:pt>
                <c:pt idx="54940">
                  <c:v>0.63587962962628808</c:v>
                </c:pt>
                <c:pt idx="54941">
                  <c:v>0.63589120370306773</c:v>
                </c:pt>
                <c:pt idx="54942">
                  <c:v>0.63590277777257143</c:v>
                </c:pt>
                <c:pt idx="54943">
                  <c:v>0.63591435184935108</c:v>
                </c:pt>
                <c:pt idx="54944">
                  <c:v>0.63592592592613073</c:v>
                </c:pt>
                <c:pt idx="54945">
                  <c:v>0.63593749999563443</c:v>
                </c:pt>
                <c:pt idx="54946">
                  <c:v>0.63594907407241408</c:v>
                </c:pt>
                <c:pt idx="54947">
                  <c:v>0.63596064814919373</c:v>
                </c:pt>
                <c:pt idx="54948">
                  <c:v>0.63597222221869742</c:v>
                </c:pt>
                <c:pt idx="54949">
                  <c:v>0.63598379629547708</c:v>
                </c:pt>
                <c:pt idx="54950">
                  <c:v>0.63599537036498077</c:v>
                </c:pt>
                <c:pt idx="54951">
                  <c:v>0.63600694444176042</c:v>
                </c:pt>
                <c:pt idx="54952">
                  <c:v>0.63601851851854008</c:v>
                </c:pt>
                <c:pt idx="54953">
                  <c:v>0.63603009258804377</c:v>
                </c:pt>
                <c:pt idx="54954">
                  <c:v>0.63604166666482342</c:v>
                </c:pt>
                <c:pt idx="54955">
                  <c:v>0.63605324074160308</c:v>
                </c:pt>
                <c:pt idx="54956">
                  <c:v>0.63606481481110677</c:v>
                </c:pt>
                <c:pt idx="54957">
                  <c:v>0.63607638888788642</c:v>
                </c:pt>
                <c:pt idx="54958">
                  <c:v>0.63608796295739012</c:v>
                </c:pt>
                <c:pt idx="54959">
                  <c:v>0.63609953703416977</c:v>
                </c:pt>
                <c:pt idx="54960">
                  <c:v>0.63611111111094942</c:v>
                </c:pt>
                <c:pt idx="54961">
                  <c:v>0.63612268518045312</c:v>
                </c:pt>
                <c:pt idx="54962">
                  <c:v>0.63613425925723277</c:v>
                </c:pt>
                <c:pt idx="54963">
                  <c:v>0.63614583333401242</c:v>
                </c:pt>
                <c:pt idx="54964">
                  <c:v>0.63615740740351612</c:v>
                </c:pt>
                <c:pt idx="54965">
                  <c:v>0.63616898148029577</c:v>
                </c:pt>
                <c:pt idx="54966">
                  <c:v>0.63618055554979946</c:v>
                </c:pt>
                <c:pt idx="54967">
                  <c:v>0.63619212962657912</c:v>
                </c:pt>
                <c:pt idx="54968">
                  <c:v>0.63620370370335877</c:v>
                </c:pt>
                <c:pt idx="54969">
                  <c:v>0.63621527777286246</c:v>
                </c:pt>
                <c:pt idx="54970">
                  <c:v>0.63622685184964212</c:v>
                </c:pt>
                <c:pt idx="54971">
                  <c:v>0.63623842592642177</c:v>
                </c:pt>
                <c:pt idx="54972">
                  <c:v>0.63624999999592546</c:v>
                </c:pt>
                <c:pt idx="54973">
                  <c:v>0.63626157407270512</c:v>
                </c:pt>
                <c:pt idx="54974">
                  <c:v>0.63627314814948477</c:v>
                </c:pt>
                <c:pt idx="54975">
                  <c:v>0.63628472221898846</c:v>
                </c:pt>
                <c:pt idx="54976">
                  <c:v>0.63629629629576812</c:v>
                </c:pt>
                <c:pt idx="54977">
                  <c:v>0.63630787036527181</c:v>
                </c:pt>
                <c:pt idx="54978">
                  <c:v>0.63631944444205146</c:v>
                </c:pt>
                <c:pt idx="54979">
                  <c:v>0.63633101851883112</c:v>
                </c:pt>
                <c:pt idx="54980">
                  <c:v>0.63634259258833481</c:v>
                </c:pt>
                <c:pt idx="54981">
                  <c:v>0.63635416666511446</c:v>
                </c:pt>
                <c:pt idx="54982">
                  <c:v>0.63636574074189411</c:v>
                </c:pt>
                <c:pt idx="54983">
                  <c:v>0.63637731481139781</c:v>
                </c:pt>
                <c:pt idx="54984">
                  <c:v>0.63638888888817746</c:v>
                </c:pt>
                <c:pt idx="54985">
                  <c:v>0.63640046295768116</c:v>
                </c:pt>
                <c:pt idx="54986">
                  <c:v>0.63641203703446081</c:v>
                </c:pt>
                <c:pt idx="54987">
                  <c:v>0.63642361111124046</c:v>
                </c:pt>
                <c:pt idx="54988">
                  <c:v>0.63643518518074416</c:v>
                </c:pt>
                <c:pt idx="54989">
                  <c:v>0.63644675925752381</c:v>
                </c:pt>
                <c:pt idx="54990">
                  <c:v>0.63645833333430346</c:v>
                </c:pt>
                <c:pt idx="54991">
                  <c:v>0.63646990740380716</c:v>
                </c:pt>
                <c:pt idx="54992">
                  <c:v>0.63648148148058681</c:v>
                </c:pt>
                <c:pt idx="54993">
                  <c:v>0.6364930555500905</c:v>
                </c:pt>
                <c:pt idx="54994">
                  <c:v>0.63650462962687016</c:v>
                </c:pt>
                <c:pt idx="54995">
                  <c:v>0.63651620370364981</c:v>
                </c:pt>
                <c:pt idx="54996">
                  <c:v>0.6365277777731535</c:v>
                </c:pt>
                <c:pt idx="54997">
                  <c:v>0.63653935184993315</c:v>
                </c:pt>
                <c:pt idx="54998">
                  <c:v>0.63655092592671281</c:v>
                </c:pt>
                <c:pt idx="54999">
                  <c:v>0.6365624999962165</c:v>
                </c:pt>
                <c:pt idx="55000">
                  <c:v>0.63657407407299615</c:v>
                </c:pt>
                <c:pt idx="55001">
                  <c:v>0.63658564814249985</c:v>
                </c:pt>
                <c:pt idx="55002">
                  <c:v>0.6365972222192795</c:v>
                </c:pt>
                <c:pt idx="55003">
                  <c:v>0.63660879629605915</c:v>
                </c:pt>
                <c:pt idx="55004">
                  <c:v>0.63662037036556285</c:v>
                </c:pt>
                <c:pt idx="55005">
                  <c:v>0.6366319444423425</c:v>
                </c:pt>
                <c:pt idx="55006">
                  <c:v>0.63664351851912215</c:v>
                </c:pt>
                <c:pt idx="55007">
                  <c:v>0.63665509258862585</c:v>
                </c:pt>
                <c:pt idx="55008">
                  <c:v>0.6366666666654055</c:v>
                </c:pt>
                <c:pt idx="55009">
                  <c:v>0.6366782407349092</c:v>
                </c:pt>
                <c:pt idx="55010">
                  <c:v>0.63668981481168885</c:v>
                </c:pt>
                <c:pt idx="55011">
                  <c:v>0.6367013888884685</c:v>
                </c:pt>
                <c:pt idx="55012">
                  <c:v>0.63671296295797219</c:v>
                </c:pt>
                <c:pt idx="55013">
                  <c:v>0.63672453703475185</c:v>
                </c:pt>
                <c:pt idx="55014">
                  <c:v>0.6367361111115315</c:v>
                </c:pt>
                <c:pt idx="55015">
                  <c:v>0.63674768518103519</c:v>
                </c:pt>
                <c:pt idx="55016">
                  <c:v>0.63675925925781485</c:v>
                </c:pt>
                <c:pt idx="55017">
                  <c:v>0.6367708333345945</c:v>
                </c:pt>
                <c:pt idx="55018">
                  <c:v>0.63678240740409819</c:v>
                </c:pt>
                <c:pt idx="55019">
                  <c:v>0.63679398148087785</c:v>
                </c:pt>
                <c:pt idx="55020">
                  <c:v>0.63680555555038154</c:v>
                </c:pt>
                <c:pt idx="55021">
                  <c:v>0.63681712962716119</c:v>
                </c:pt>
                <c:pt idx="55022">
                  <c:v>0.63682870370394085</c:v>
                </c:pt>
                <c:pt idx="55023">
                  <c:v>0.63684027777344454</c:v>
                </c:pt>
                <c:pt idx="55024">
                  <c:v>0.63685185185022419</c:v>
                </c:pt>
                <c:pt idx="55025">
                  <c:v>0.63686342592700385</c:v>
                </c:pt>
                <c:pt idx="55026">
                  <c:v>0.63687499999650754</c:v>
                </c:pt>
                <c:pt idx="55027">
                  <c:v>0.63688657407328719</c:v>
                </c:pt>
                <c:pt idx="55028">
                  <c:v>0.63689814814279089</c:v>
                </c:pt>
                <c:pt idx="55029">
                  <c:v>0.63690972221957054</c:v>
                </c:pt>
                <c:pt idx="55030">
                  <c:v>0.63692129629635019</c:v>
                </c:pt>
                <c:pt idx="55031">
                  <c:v>0.63693287036585389</c:v>
                </c:pt>
                <c:pt idx="55032">
                  <c:v>0.63694444444263354</c:v>
                </c:pt>
                <c:pt idx="55033">
                  <c:v>0.63695601851941319</c:v>
                </c:pt>
                <c:pt idx="55034">
                  <c:v>0.63696759258891689</c:v>
                </c:pt>
                <c:pt idx="55035">
                  <c:v>0.63697916666569654</c:v>
                </c:pt>
                <c:pt idx="55036">
                  <c:v>0.63699074073520023</c:v>
                </c:pt>
                <c:pt idx="55037">
                  <c:v>0.63700231481197989</c:v>
                </c:pt>
                <c:pt idx="55038">
                  <c:v>0.63701388888875954</c:v>
                </c:pt>
                <c:pt idx="55039">
                  <c:v>0.63702546295826323</c:v>
                </c:pt>
                <c:pt idx="55040">
                  <c:v>0.63703703703504289</c:v>
                </c:pt>
                <c:pt idx="55041">
                  <c:v>0.63704861111182254</c:v>
                </c:pt>
                <c:pt idx="55042">
                  <c:v>0.63706018518132623</c:v>
                </c:pt>
                <c:pt idx="55043">
                  <c:v>0.63707175925810589</c:v>
                </c:pt>
                <c:pt idx="55044">
                  <c:v>0.63708333332760958</c:v>
                </c:pt>
                <c:pt idx="55045">
                  <c:v>0.63709490740438923</c:v>
                </c:pt>
                <c:pt idx="55046">
                  <c:v>0.63710648148116888</c:v>
                </c:pt>
                <c:pt idx="55047">
                  <c:v>0.63711805555067258</c:v>
                </c:pt>
                <c:pt idx="55048">
                  <c:v>0.63712962962745223</c:v>
                </c:pt>
                <c:pt idx="55049">
                  <c:v>0.63714120370423188</c:v>
                </c:pt>
                <c:pt idx="55050">
                  <c:v>0.63715277777373558</c:v>
                </c:pt>
                <c:pt idx="55051">
                  <c:v>0.63716435185051523</c:v>
                </c:pt>
                <c:pt idx="55052">
                  <c:v>0.63717592592001893</c:v>
                </c:pt>
                <c:pt idx="55053">
                  <c:v>0.63718749999679858</c:v>
                </c:pt>
                <c:pt idx="55054">
                  <c:v>0.63719907407357823</c:v>
                </c:pt>
                <c:pt idx="55055">
                  <c:v>0.63721064814308193</c:v>
                </c:pt>
                <c:pt idx="55056">
                  <c:v>0.63722222221986158</c:v>
                </c:pt>
                <c:pt idx="55057">
                  <c:v>0.63723379629664123</c:v>
                </c:pt>
                <c:pt idx="55058">
                  <c:v>0.63724537036614493</c:v>
                </c:pt>
                <c:pt idx="55059">
                  <c:v>0.63725694444292458</c:v>
                </c:pt>
                <c:pt idx="55060">
                  <c:v>0.63726851851970423</c:v>
                </c:pt>
                <c:pt idx="55061">
                  <c:v>0.63728009258920792</c:v>
                </c:pt>
                <c:pt idx="55062">
                  <c:v>0.63729166666598758</c:v>
                </c:pt>
                <c:pt idx="55063">
                  <c:v>0.63730324073549127</c:v>
                </c:pt>
                <c:pt idx="55064">
                  <c:v>0.63731481481227092</c:v>
                </c:pt>
                <c:pt idx="55065">
                  <c:v>0.63732638888905058</c:v>
                </c:pt>
                <c:pt idx="55066">
                  <c:v>0.63733796295855427</c:v>
                </c:pt>
                <c:pt idx="55067">
                  <c:v>0.63734953703533392</c:v>
                </c:pt>
                <c:pt idx="55068">
                  <c:v>0.63736111111211358</c:v>
                </c:pt>
                <c:pt idx="55069">
                  <c:v>0.63737268518161727</c:v>
                </c:pt>
                <c:pt idx="55070">
                  <c:v>0.63738425925839692</c:v>
                </c:pt>
                <c:pt idx="55071">
                  <c:v>0.63739583332790062</c:v>
                </c:pt>
                <c:pt idx="55072">
                  <c:v>0.63740740740468027</c:v>
                </c:pt>
                <c:pt idx="55073">
                  <c:v>0.63741898148145992</c:v>
                </c:pt>
                <c:pt idx="55074">
                  <c:v>0.63743055555096362</c:v>
                </c:pt>
                <c:pt idx="55075">
                  <c:v>0.63744212962774327</c:v>
                </c:pt>
                <c:pt idx="55076">
                  <c:v>0.63745370370452292</c:v>
                </c:pt>
                <c:pt idx="55077">
                  <c:v>0.63746527777402662</c:v>
                </c:pt>
                <c:pt idx="55078">
                  <c:v>0.63747685185080627</c:v>
                </c:pt>
                <c:pt idx="55079">
                  <c:v>0.63748842592030996</c:v>
                </c:pt>
                <c:pt idx="55080">
                  <c:v>0.63749999999708962</c:v>
                </c:pt>
                <c:pt idx="55081">
                  <c:v>0.63751157407386927</c:v>
                </c:pt>
                <c:pt idx="55082">
                  <c:v>0.63752314814337296</c:v>
                </c:pt>
                <c:pt idx="55083">
                  <c:v>0.63753472222015262</c:v>
                </c:pt>
                <c:pt idx="55084">
                  <c:v>0.63754629629693227</c:v>
                </c:pt>
                <c:pt idx="55085">
                  <c:v>0.63755787036643596</c:v>
                </c:pt>
                <c:pt idx="55086">
                  <c:v>0.63756944444321562</c:v>
                </c:pt>
                <c:pt idx="55087">
                  <c:v>0.63758101851271931</c:v>
                </c:pt>
                <c:pt idx="55088">
                  <c:v>0.63759259258949896</c:v>
                </c:pt>
                <c:pt idx="55089">
                  <c:v>0.63760416666627862</c:v>
                </c:pt>
                <c:pt idx="55090">
                  <c:v>0.63761574073578231</c:v>
                </c:pt>
                <c:pt idx="55091">
                  <c:v>0.63762731481256196</c:v>
                </c:pt>
                <c:pt idx="55092">
                  <c:v>0.63763888888934162</c:v>
                </c:pt>
                <c:pt idx="55093">
                  <c:v>0.63765046295884531</c:v>
                </c:pt>
                <c:pt idx="55094">
                  <c:v>0.63766203703562496</c:v>
                </c:pt>
                <c:pt idx="55095">
                  <c:v>0.63767361111240461</c:v>
                </c:pt>
                <c:pt idx="55096">
                  <c:v>0.63768518518190831</c:v>
                </c:pt>
                <c:pt idx="55097">
                  <c:v>0.63769675925868796</c:v>
                </c:pt>
                <c:pt idx="55098">
                  <c:v>0.63770833332819166</c:v>
                </c:pt>
                <c:pt idx="55099">
                  <c:v>0.63771990740497131</c:v>
                </c:pt>
                <c:pt idx="55100">
                  <c:v>0.63773148148175096</c:v>
                </c:pt>
                <c:pt idx="55101">
                  <c:v>0.63774305555125466</c:v>
                </c:pt>
                <c:pt idx="55102">
                  <c:v>0.63775462962803431</c:v>
                </c:pt>
                <c:pt idx="55103">
                  <c:v>0.63776620370481396</c:v>
                </c:pt>
                <c:pt idx="55104">
                  <c:v>0.63777777777431766</c:v>
                </c:pt>
                <c:pt idx="55105">
                  <c:v>0.63778935185109731</c:v>
                </c:pt>
                <c:pt idx="55106">
                  <c:v>0.637800925920601</c:v>
                </c:pt>
                <c:pt idx="55107">
                  <c:v>0.63781249999738066</c:v>
                </c:pt>
                <c:pt idx="55108">
                  <c:v>0.63782407407416031</c:v>
                </c:pt>
                <c:pt idx="55109">
                  <c:v>0.637835648143664</c:v>
                </c:pt>
                <c:pt idx="55110">
                  <c:v>0.63784722222044365</c:v>
                </c:pt>
                <c:pt idx="55111">
                  <c:v>0.63785879629722331</c:v>
                </c:pt>
                <c:pt idx="55112">
                  <c:v>0.637870370366727</c:v>
                </c:pt>
                <c:pt idx="55113">
                  <c:v>0.63788194444350665</c:v>
                </c:pt>
                <c:pt idx="55114">
                  <c:v>0.63789351851301035</c:v>
                </c:pt>
                <c:pt idx="55115">
                  <c:v>0.63790509258979</c:v>
                </c:pt>
                <c:pt idx="55116">
                  <c:v>0.63791666666656965</c:v>
                </c:pt>
                <c:pt idx="55117">
                  <c:v>0.63792824073607335</c:v>
                </c:pt>
                <c:pt idx="55118">
                  <c:v>0.637939814812853</c:v>
                </c:pt>
                <c:pt idx="55119">
                  <c:v>0.63795138888963265</c:v>
                </c:pt>
                <c:pt idx="55120">
                  <c:v>0.63796296295913635</c:v>
                </c:pt>
                <c:pt idx="55121">
                  <c:v>0.637974537035916</c:v>
                </c:pt>
                <c:pt idx="55122">
                  <c:v>0.6379861111054197</c:v>
                </c:pt>
                <c:pt idx="55123">
                  <c:v>0.63799768518219935</c:v>
                </c:pt>
                <c:pt idx="55124">
                  <c:v>0.638009259258979</c:v>
                </c:pt>
                <c:pt idx="55125">
                  <c:v>0.63802083332848269</c:v>
                </c:pt>
                <c:pt idx="55126">
                  <c:v>0.63803240740526235</c:v>
                </c:pt>
                <c:pt idx="55127">
                  <c:v>0.638043981482042</c:v>
                </c:pt>
                <c:pt idx="55128">
                  <c:v>0.63805555555154569</c:v>
                </c:pt>
                <c:pt idx="55129">
                  <c:v>0.63806712962832535</c:v>
                </c:pt>
                <c:pt idx="55130">
                  <c:v>0.63807870369782904</c:v>
                </c:pt>
                <c:pt idx="55131">
                  <c:v>0.63809027777460869</c:v>
                </c:pt>
                <c:pt idx="55132">
                  <c:v>0.63810185185138835</c:v>
                </c:pt>
                <c:pt idx="55133">
                  <c:v>0.63811342592089204</c:v>
                </c:pt>
                <c:pt idx="55134">
                  <c:v>0.63812499999767169</c:v>
                </c:pt>
                <c:pt idx="55135">
                  <c:v>0.63813657407445135</c:v>
                </c:pt>
                <c:pt idx="55136">
                  <c:v>0.63814814814395504</c:v>
                </c:pt>
                <c:pt idx="55137">
                  <c:v>0.63815972222073469</c:v>
                </c:pt>
                <c:pt idx="55138">
                  <c:v>0.63817129629751435</c:v>
                </c:pt>
                <c:pt idx="55139">
                  <c:v>0.63818287036701804</c:v>
                </c:pt>
                <c:pt idx="55140">
                  <c:v>0.63819444444379769</c:v>
                </c:pt>
                <c:pt idx="55141">
                  <c:v>0.63820601851330139</c:v>
                </c:pt>
                <c:pt idx="55142">
                  <c:v>0.63821759259008104</c:v>
                </c:pt>
                <c:pt idx="55143">
                  <c:v>0.63822916666686069</c:v>
                </c:pt>
                <c:pt idx="55144">
                  <c:v>0.63824074073636439</c:v>
                </c:pt>
                <c:pt idx="55145">
                  <c:v>0.63825231481314404</c:v>
                </c:pt>
                <c:pt idx="55146">
                  <c:v>0.63826388888992369</c:v>
                </c:pt>
                <c:pt idx="55147">
                  <c:v>0.63827546295942739</c:v>
                </c:pt>
                <c:pt idx="55148">
                  <c:v>0.63828703703620704</c:v>
                </c:pt>
                <c:pt idx="55149">
                  <c:v>0.63829861110571073</c:v>
                </c:pt>
                <c:pt idx="55150">
                  <c:v>0.63831018518249039</c:v>
                </c:pt>
                <c:pt idx="55151">
                  <c:v>0.63832175925927004</c:v>
                </c:pt>
                <c:pt idx="55152">
                  <c:v>0.63833333332877373</c:v>
                </c:pt>
                <c:pt idx="55153">
                  <c:v>0.63834490740555339</c:v>
                </c:pt>
                <c:pt idx="55154">
                  <c:v>0.63835648148233304</c:v>
                </c:pt>
                <c:pt idx="55155">
                  <c:v>0.63836805555183673</c:v>
                </c:pt>
                <c:pt idx="55156">
                  <c:v>0.63837962962861639</c:v>
                </c:pt>
                <c:pt idx="55157">
                  <c:v>0.63839120369812008</c:v>
                </c:pt>
                <c:pt idx="55158">
                  <c:v>0.63840277777489973</c:v>
                </c:pt>
                <c:pt idx="55159">
                  <c:v>0.63841435185167938</c:v>
                </c:pt>
                <c:pt idx="55160">
                  <c:v>0.63842592592118308</c:v>
                </c:pt>
                <c:pt idx="55161">
                  <c:v>0.63843749999796273</c:v>
                </c:pt>
                <c:pt idx="55162">
                  <c:v>0.63844907407474238</c:v>
                </c:pt>
                <c:pt idx="55163">
                  <c:v>0.63846064814424608</c:v>
                </c:pt>
                <c:pt idx="55164">
                  <c:v>0.63847222222102573</c:v>
                </c:pt>
                <c:pt idx="55165">
                  <c:v>0.63848379629052943</c:v>
                </c:pt>
                <c:pt idx="55166">
                  <c:v>0.63849537036730908</c:v>
                </c:pt>
                <c:pt idx="55167">
                  <c:v>0.63850694444408873</c:v>
                </c:pt>
                <c:pt idx="55168">
                  <c:v>0.63851851851359243</c:v>
                </c:pt>
                <c:pt idx="55169">
                  <c:v>0.63853009259037208</c:v>
                </c:pt>
                <c:pt idx="55170">
                  <c:v>0.63854166666715173</c:v>
                </c:pt>
                <c:pt idx="55171">
                  <c:v>0.63855324073665543</c:v>
                </c:pt>
                <c:pt idx="55172">
                  <c:v>0.63856481481343508</c:v>
                </c:pt>
                <c:pt idx="55173">
                  <c:v>0.63857638889021473</c:v>
                </c:pt>
                <c:pt idx="55174">
                  <c:v>0.63858796295971842</c:v>
                </c:pt>
                <c:pt idx="55175">
                  <c:v>0.63859953703649808</c:v>
                </c:pt>
                <c:pt idx="55176">
                  <c:v>0.63861111110600177</c:v>
                </c:pt>
                <c:pt idx="55177">
                  <c:v>0.63862268518278142</c:v>
                </c:pt>
                <c:pt idx="55178">
                  <c:v>0.63863425925956108</c:v>
                </c:pt>
                <c:pt idx="55179">
                  <c:v>0.63864583332906477</c:v>
                </c:pt>
                <c:pt idx="55180">
                  <c:v>0.63865740740584442</c:v>
                </c:pt>
                <c:pt idx="55181">
                  <c:v>0.63866898148262408</c:v>
                </c:pt>
                <c:pt idx="55182">
                  <c:v>0.63868055555212777</c:v>
                </c:pt>
                <c:pt idx="55183">
                  <c:v>0.63869212962890742</c:v>
                </c:pt>
                <c:pt idx="55184">
                  <c:v>0.63870370369841112</c:v>
                </c:pt>
                <c:pt idx="55185">
                  <c:v>0.63871527777519077</c:v>
                </c:pt>
                <c:pt idx="55186">
                  <c:v>0.63872685185197042</c:v>
                </c:pt>
                <c:pt idx="55187">
                  <c:v>0.63873842592147412</c:v>
                </c:pt>
                <c:pt idx="55188">
                  <c:v>0.63874999999825377</c:v>
                </c:pt>
                <c:pt idx="55189">
                  <c:v>0.63876157407503342</c:v>
                </c:pt>
                <c:pt idx="55190">
                  <c:v>0.63877314814453712</c:v>
                </c:pt>
                <c:pt idx="55191">
                  <c:v>0.63878472222131677</c:v>
                </c:pt>
                <c:pt idx="55192">
                  <c:v>0.63879629629082046</c:v>
                </c:pt>
                <c:pt idx="55193">
                  <c:v>0.63880787036760012</c:v>
                </c:pt>
                <c:pt idx="55194">
                  <c:v>0.63881944444437977</c:v>
                </c:pt>
                <c:pt idx="55195">
                  <c:v>0.63883101851388346</c:v>
                </c:pt>
                <c:pt idx="55196">
                  <c:v>0.63884259259066312</c:v>
                </c:pt>
                <c:pt idx="55197">
                  <c:v>0.63885416666744277</c:v>
                </c:pt>
                <c:pt idx="55198">
                  <c:v>0.63886574073694646</c:v>
                </c:pt>
                <c:pt idx="55199">
                  <c:v>0.63887731481372612</c:v>
                </c:pt>
                <c:pt idx="55200">
                  <c:v>0.63888888888322981</c:v>
                </c:pt>
                <c:pt idx="55201">
                  <c:v>0.63890046296000946</c:v>
                </c:pt>
                <c:pt idx="55202">
                  <c:v>0.63891203703678912</c:v>
                </c:pt>
                <c:pt idx="55203">
                  <c:v>0.63892361110629281</c:v>
                </c:pt>
                <c:pt idx="55204">
                  <c:v>0.63893518518307246</c:v>
                </c:pt>
                <c:pt idx="55205">
                  <c:v>0.63894675925985212</c:v>
                </c:pt>
                <c:pt idx="55206">
                  <c:v>0.63895833332935581</c:v>
                </c:pt>
                <c:pt idx="55207">
                  <c:v>0.63896990740613546</c:v>
                </c:pt>
                <c:pt idx="55208">
                  <c:v>0.63898148147563916</c:v>
                </c:pt>
                <c:pt idx="55209">
                  <c:v>0.63899305555241881</c:v>
                </c:pt>
                <c:pt idx="55210">
                  <c:v>0.63900462962919846</c:v>
                </c:pt>
                <c:pt idx="55211">
                  <c:v>0.63901620369870216</c:v>
                </c:pt>
                <c:pt idx="55212">
                  <c:v>0.63902777777548181</c:v>
                </c:pt>
                <c:pt idx="55213">
                  <c:v>0.63903935185226146</c:v>
                </c:pt>
                <c:pt idx="55214">
                  <c:v>0.63905092592176516</c:v>
                </c:pt>
                <c:pt idx="55215">
                  <c:v>0.63906249999854481</c:v>
                </c:pt>
                <c:pt idx="55216">
                  <c:v>0.63907407407532446</c:v>
                </c:pt>
                <c:pt idx="55217">
                  <c:v>0.63908564814482816</c:v>
                </c:pt>
                <c:pt idx="55218">
                  <c:v>0.63909722222160781</c:v>
                </c:pt>
                <c:pt idx="55219">
                  <c:v>0.6391087962911115</c:v>
                </c:pt>
                <c:pt idx="55220">
                  <c:v>0.63912037036789116</c:v>
                </c:pt>
                <c:pt idx="55221">
                  <c:v>0.63913194444467081</c:v>
                </c:pt>
                <c:pt idx="55222">
                  <c:v>0.6391435185141745</c:v>
                </c:pt>
                <c:pt idx="55223">
                  <c:v>0.63915509259095415</c:v>
                </c:pt>
                <c:pt idx="55224">
                  <c:v>0.63916666666773381</c:v>
                </c:pt>
                <c:pt idx="55225">
                  <c:v>0.6391782407372375</c:v>
                </c:pt>
                <c:pt idx="55226">
                  <c:v>0.63918981481401715</c:v>
                </c:pt>
                <c:pt idx="55227">
                  <c:v>0.63920138888352085</c:v>
                </c:pt>
                <c:pt idx="55228">
                  <c:v>0.6392129629603005</c:v>
                </c:pt>
                <c:pt idx="55229">
                  <c:v>0.63922453703708015</c:v>
                </c:pt>
                <c:pt idx="55230">
                  <c:v>0.63923611110658385</c:v>
                </c:pt>
                <c:pt idx="55231">
                  <c:v>0.6392476851833635</c:v>
                </c:pt>
                <c:pt idx="55232">
                  <c:v>0.63925925926014315</c:v>
                </c:pt>
                <c:pt idx="55233">
                  <c:v>0.63927083332964685</c:v>
                </c:pt>
                <c:pt idx="55234">
                  <c:v>0.6392824074064265</c:v>
                </c:pt>
                <c:pt idx="55235">
                  <c:v>0.6392939814759302</c:v>
                </c:pt>
                <c:pt idx="55236">
                  <c:v>0.63930555555270985</c:v>
                </c:pt>
                <c:pt idx="55237">
                  <c:v>0.6393171296294895</c:v>
                </c:pt>
                <c:pt idx="55238">
                  <c:v>0.63932870369899319</c:v>
                </c:pt>
                <c:pt idx="55239">
                  <c:v>0.63934027777577285</c:v>
                </c:pt>
                <c:pt idx="55240">
                  <c:v>0.6393518518525525</c:v>
                </c:pt>
                <c:pt idx="55241">
                  <c:v>0.63936342592205619</c:v>
                </c:pt>
                <c:pt idx="55242">
                  <c:v>0.63937499999883585</c:v>
                </c:pt>
                <c:pt idx="55243">
                  <c:v>0.63938657406833954</c:v>
                </c:pt>
                <c:pt idx="55244">
                  <c:v>0.63939814814511919</c:v>
                </c:pt>
                <c:pt idx="55245">
                  <c:v>0.63940972222189885</c:v>
                </c:pt>
                <c:pt idx="55246">
                  <c:v>0.63942129629140254</c:v>
                </c:pt>
                <c:pt idx="55247">
                  <c:v>0.63943287036818219</c:v>
                </c:pt>
                <c:pt idx="55248">
                  <c:v>0.63944444444496185</c:v>
                </c:pt>
                <c:pt idx="55249">
                  <c:v>0.63945601851446554</c:v>
                </c:pt>
                <c:pt idx="55250">
                  <c:v>0.63946759259124519</c:v>
                </c:pt>
                <c:pt idx="55251">
                  <c:v>0.63947916666074889</c:v>
                </c:pt>
                <c:pt idx="55252">
                  <c:v>0.63949074073752854</c:v>
                </c:pt>
                <c:pt idx="55253">
                  <c:v>0.63950231481430819</c:v>
                </c:pt>
                <c:pt idx="55254">
                  <c:v>0.63951388888381189</c:v>
                </c:pt>
                <c:pt idx="55255">
                  <c:v>0.63952546296059154</c:v>
                </c:pt>
                <c:pt idx="55256">
                  <c:v>0.63953703703737119</c:v>
                </c:pt>
                <c:pt idx="55257">
                  <c:v>0.63954861110687489</c:v>
                </c:pt>
                <c:pt idx="55258">
                  <c:v>0.63956018518365454</c:v>
                </c:pt>
                <c:pt idx="55259">
                  <c:v>0.63957175926043419</c:v>
                </c:pt>
                <c:pt idx="55260">
                  <c:v>0.63958333332993789</c:v>
                </c:pt>
                <c:pt idx="55261">
                  <c:v>0.63959490740671754</c:v>
                </c:pt>
                <c:pt idx="55262">
                  <c:v>0.63960648147622123</c:v>
                </c:pt>
                <c:pt idx="55263">
                  <c:v>0.63961805555300089</c:v>
                </c:pt>
                <c:pt idx="55264">
                  <c:v>0.63962962962978054</c:v>
                </c:pt>
                <c:pt idx="55265">
                  <c:v>0.63964120369928423</c:v>
                </c:pt>
                <c:pt idx="55266">
                  <c:v>0.63965277777606389</c:v>
                </c:pt>
                <c:pt idx="55267">
                  <c:v>0.63966435185284354</c:v>
                </c:pt>
                <c:pt idx="55268">
                  <c:v>0.63967592592234723</c:v>
                </c:pt>
                <c:pt idx="55269">
                  <c:v>0.63968749999912689</c:v>
                </c:pt>
                <c:pt idx="55270">
                  <c:v>0.63969907406863058</c:v>
                </c:pt>
                <c:pt idx="55271">
                  <c:v>0.63971064814541023</c:v>
                </c:pt>
                <c:pt idx="55272">
                  <c:v>0.63972222222218988</c:v>
                </c:pt>
                <c:pt idx="55273">
                  <c:v>0.63973379629169358</c:v>
                </c:pt>
                <c:pt idx="55274">
                  <c:v>0.63974537036847323</c:v>
                </c:pt>
                <c:pt idx="55275">
                  <c:v>0.63975694444525288</c:v>
                </c:pt>
                <c:pt idx="55276">
                  <c:v>0.63976851851475658</c:v>
                </c:pt>
                <c:pt idx="55277">
                  <c:v>0.63978009259153623</c:v>
                </c:pt>
                <c:pt idx="55278">
                  <c:v>0.63979166666103993</c:v>
                </c:pt>
                <c:pt idx="55279">
                  <c:v>0.63980324073781958</c:v>
                </c:pt>
                <c:pt idx="55280">
                  <c:v>0.63981481481459923</c:v>
                </c:pt>
                <c:pt idx="55281">
                  <c:v>0.63982638888410293</c:v>
                </c:pt>
                <c:pt idx="55282">
                  <c:v>0.63983796296088258</c:v>
                </c:pt>
                <c:pt idx="55283">
                  <c:v>0.63984953703766223</c:v>
                </c:pt>
                <c:pt idx="55284">
                  <c:v>0.63986111110716593</c:v>
                </c:pt>
                <c:pt idx="55285">
                  <c:v>0.63987268518394558</c:v>
                </c:pt>
                <c:pt idx="55286">
                  <c:v>0.63988425925344927</c:v>
                </c:pt>
                <c:pt idx="55287">
                  <c:v>0.63989583333022892</c:v>
                </c:pt>
                <c:pt idx="55288">
                  <c:v>0.63990740740700858</c:v>
                </c:pt>
                <c:pt idx="55289">
                  <c:v>0.63991898147651227</c:v>
                </c:pt>
                <c:pt idx="55290">
                  <c:v>0.63993055555329192</c:v>
                </c:pt>
                <c:pt idx="55291">
                  <c:v>0.63994212963007158</c:v>
                </c:pt>
                <c:pt idx="55292">
                  <c:v>0.63995370369957527</c:v>
                </c:pt>
                <c:pt idx="55293">
                  <c:v>0.63996527777635492</c:v>
                </c:pt>
                <c:pt idx="55294">
                  <c:v>0.63997685185313458</c:v>
                </c:pt>
                <c:pt idx="55295">
                  <c:v>0.63998842592263827</c:v>
                </c:pt>
                <c:pt idx="55296">
                  <c:v>0.63999999999941792</c:v>
                </c:pt>
                <c:pt idx="55297">
                  <c:v>0.64001157406892162</c:v>
                </c:pt>
                <c:pt idx="55298">
                  <c:v>0.64002314814570127</c:v>
                </c:pt>
                <c:pt idx="55299">
                  <c:v>0.64003472222248092</c:v>
                </c:pt>
                <c:pt idx="55300">
                  <c:v>0.64004629629198462</c:v>
                </c:pt>
                <c:pt idx="55301">
                  <c:v>0.64005787036876427</c:v>
                </c:pt>
                <c:pt idx="55302">
                  <c:v>0.64006944444554392</c:v>
                </c:pt>
                <c:pt idx="55303">
                  <c:v>0.64008101851504762</c:v>
                </c:pt>
                <c:pt idx="55304">
                  <c:v>0.64009259259182727</c:v>
                </c:pt>
                <c:pt idx="55305">
                  <c:v>0.64010416666133096</c:v>
                </c:pt>
                <c:pt idx="55306">
                  <c:v>0.64011574073811062</c:v>
                </c:pt>
                <c:pt idx="55307">
                  <c:v>0.64012731481489027</c:v>
                </c:pt>
                <c:pt idx="55308">
                  <c:v>0.64013888888439396</c:v>
                </c:pt>
                <c:pt idx="55309">
                  <c:v>0.64015046296117362</c:v>
                </c:pt>
                <c:pt idx="55310">
                  <c:v>0.64016203703795327</c:v>
                </c:pt>
                <c:pt idx="55311">
                  <c:v>0.64017361110745696</c:v>
                </c:pt>
                <c:pt idx="55312">
                  <c:v>0.64018518518423662</c:v>
                </c:pt>
                <c:pt idx="55313">
                  <c:v>0.64019675925374031</c:v>
                </c:pt>
                <c:pt idx="55314">
                  <c:v>0.64020833333051996</c:v>
                </c:pt>
                <c:pt idx="55315">
                  <c:v>0.64021990740729962</c:v>
                </c:pt>
                <c:pt idx="55316">
                  <c:v>0.64023148147680331</c:v>
                </c:pt>
                <c:pt idx="55317">
                  <c:v>0.64024305555358296</c:v>
                </c:pt>
                <c:pt idx="55318">
                  <c:v>0.64025462963036261</c:v>
                </c:pt>
                <c:pt idx="55319">
                  <c:v>0.64026620369986631</c:v>
                </c:pt>
                <c:pt idx="55320">
                  <c:v>0.64027777777664596</c:v>
                </c:pt>
                <c:pt idx="55321">
                  <c:v>0.64028935184614966</c:v>
                </c:pt>
                <c:pt idx="55322">
                  <c:v>0.64030092592292931</c:v>
                </c:pt>
                <c:pt idx="55323">
                  <c:v>0.64031249999970896</c:v>
                </c:pt>
                <c:pt idx="55324">
                  <c:v>0.64032407406921266</c:v>
                </c:pt>
                <c:pt idx="55325">
                  <c:v>0.64033564814599231</c:v>
                </c:pt>
                <c:pt idx="55326">
                  <c:v>0.64034722222277196</c:v>
                </c:pt>
                <c:pt idx="55327">
                  <c:v>0.64035879629227566</c:v>
                </c:pt>
                <c:pt idx="55328">
                  <c:v>0.64037037036905531</c:v>
                </c:pt>
                <c:pt idx="55329">
                  <c:v>0.640381944438559</c:v>
                </c:pt>
                <c:pt idx="55330">
                  <c:v>0.64039351851533866</c:v>
                </c:pt>
                <c:pt idx="55331">
                  <c:v>0.64040509259211831</c:v>
                </c:pt>
                <c:pt idx="55332">
                  <c:v>0.640416666661622</c:v>
                </c:pt>
                <c:pt idx="55333">
                  <c:v>0.64042824073840166</c:v>
                </c:pt>
                <c:pt idx="55334">
                  <c:v>0.64043981481518131</c:v>
                </c:pt>
                <c:pt idx="55335">
                  <c:v>0.640451388884685</c:v>
                </c:pt>
                <c:pt idx="55336">
                  <c:v>0.64046296296146465</c:v>
                </c:pt>
                <c:pt idx="55337">
                  <c:v>0.64047453703824431</c:v>
                </c:pt>
                <c:pt idx="55338">
                  <c:v>0.640486111107748</c:v>
                </c:pt>
                <c:pt idx="55339">
                  <c:v>0.64049768518452765</c:v>
                </c:pt>
                <c:pt idx="55340">
                  <c:v>0.64050925925403135</c:v>
                </c:pt>
                <c:pt idx="55341">
                  <c:v>0.640520833330811</c:v>
                </c:pt>
                <c:pt idx="55342">
                  <c:v>0.64053240740759065</c:v>
                </c:pt>
                <c:pt idx="55343">
                  <c:v>0.64054398147709435</c:v>
                </c:pt>
                <c:pt idx="55344">
                  <c:v>0.640555555553874</c:v>
                </c:pt>
                <c:pt idx="55345">
                  <c:v>0.64056712963065365</c:v>
                </c:pt>
                <c:pt idx="55346">
                  <c:v>0.64057870370015735</c:v>
                </c:pt>
                <c:pt idx="55347">
                  <c:v>0.640590277776937</c:v>
                </c:pt>
                <c:pt idx="55348">
                  <c:v>0.6406018518464407</c:v>
                </c:pt>
                <c:pt idx="55349">
                  <c:v>0.64061342592322035</c:v>
                </c:pt>
                <c:pt idx="55350">
                  <c:v>0.640625</c:v>
                </c:pt>
                <c:pt idx="55351">
                  <c:v>0.64063657406950369</c:v>
                </c:pt>
                <c:pt idx="55352">
                  <c:v>0.64064814814628335</c:v>
                </c:pt>
                <c:pt idx="55353">
                  <c:v>0.640659722223063</c:v>
                </c:pt>
                <c:pt idx="55354">
                  <c:v>0.64067129629256669</c:v>
                </c:pt>
                <c:pt idx="55355">
                  <c:v>0.64068287036934635</c:v>
                </c:pt>
                <c:pt idx="55356">
                  <c:v>0.64069444443885004</c:v>
                </c:pt>
                <c:pt idx="55357">
                  <c:v>0.64070601851562969</c:v>
                </c:pt>
                <c:pt idx="55358">
                  <c:v>0.64071759259240935</c:v>
                </c:pt>
                <c:pt idx="55359">
                  <c:v>0.64072916666191304</c:v>
                </c:pt>
                <c:pt idx="55360">
                  <c:v>0.64074074073869269</c:v>
                </c:pt>
                <c:pt idx="55361">
                  <c:v>0.64075231481547235</c:v>
                </c:pt>
                <c:pt idx="55362">
                  <c:v>0.64076388888497604</c:v>
                </c:pt>
                <c:pt idx="55363">
                  <c:v>0.64077546296175569</c:v>
                </c:pt>
                <c:pt idx="55364">
                  <c:v>0.64078703703125939</c:v>
                </c:pt>
                <c:pt idx="55365">
                  <c:v>0.64079861110803904</c:v>
                </c:pt>
                <c:pt idx="55366">
                  <c:v>0.64081018518481869</c:v>
                </c:pt>
                <c:pt idx="55367">
                  <c:v>0.64082175925432239</c:v>
                </c:pt>
                <c:pt idx="55368">
                  <c:v>0.64083333333110204</c:v>
                </c:pt>
                <c:pt idx="55369">
                  <c:v>0.64084490740788169</c:v>
                </c:pt>
                <c:pt idx="55370">
                  <c:v>0.64085648147738539</c:v>
                </c:pt>
                <c:pt idx="55371">
                  <c:v>0.64086805555416504</c:v>
                </c:pt>
                <c:pt idx="55372">
                  <c:v>0.64087962963094469</c:v>
                </c:pt>
                <c:pt idx="55373">
                  <c:v>0.64089120370044839</c:v>
                </c:pt>
                <c:pt idx="55374">
                  <c:v>0.64090277777722804</c:v>
                </c:pt>
                <c:pt idx="55375">
                  <c:v>0.64091435184673173</c:v>
                </c:pt>
                <c:pt idx="55376">
                  <c:v>0.64092592592351139</c:v>
                </c:pt>
                <c:pt idx="55377">
                  <c:v>0.64093750000029104</c:v>
                </c:pt>
                <c:pt idx="55378">
                  <c:v>0.64094907406979473</c:v>
                </c:pt>
                <c:pt idx="55379">
                  <c:v>0.64096064814657439</c:v>
                </c:pt>
                <c:pt idx="55380">
                  <c:v>0.64097222222335404</c:v>
                </c:pt>
                <c:pt idx="55381">
                  <c:v>0.64098379629285773</c:v>
                </c:pt>
                <c:pt idx="55382">
                  <c:v>0.64099537036963739</c:v>
                </c:pt>
                <c:pt idx="55383">
                  <c:v>0.64100694443914108</c:v>
                </c:pt>
                <c:pt idx="55384">
                  <c:v>0.64101851851592073</c:v>
                </c:pt>
                <c:pt idx="55385">
                  <c:v>0.64103009259270038</c:v>
                </c:pt>
                <c:pt idx="55386">
                  <c:v>0.64104166666220408</c:v>
                </c:pt>
                <c:pt idx="55387">
                  <c:v>0.64105324073898373</c:v>
                </c:pt>
                <c:pt idx="55388">
                  <c:v>0.64106481481576338</c:v>
                </c:pt>
                <c:pt idx="55389">
                  <c:v>0.64107638888526708</c:v>
                </c:pt>
                <c:pt idx="55390">
                  <c:v>0.64108796296204673</c:v>
                </c:pt>
                <c:pt idx="55391">
                  <c:v>0.64109953703155043</c:v>
                </c:pt>
                <c:pt idx="55392">
                  <c:v>0.64111111110833008</c:v>
                </c:pt>
                <c:pt idx="55393">
                  <c:v>0.64112268518510973</c:v>
                </c:pt>
                <c:pt idx="55394">
                  <c:v>0.64113425925461343</c:v>
                </c:pt>
                <c:pt idx="55395">
                  <c:v>0.64114583333139308</c:v>
                </c:pt>
                <c:pt idx="55396">
                  <c:v>0.64115740740817273</c:v>
                </c:pt>
                <c:pt idx="55397">
                  <c:v>0.64116898147767643</c:v>
                </c:pt>
                <c:pt idx="55398">
                  <c:v>0.64118055555445608</c:v>
                </c:pt>
                <c:pt idx="55399">
                  <c:v>0.64119212962395977</c:v>
                </c:pt>
                <c:pt idx="55400">
                  <c:v>0.64120370370073942</c:v>
                </c:pt>
                <c:pt idx="55401">
                  <c:v>0.64121527777751908</c:v>
                </c:pt>
                <c:pt idx="55402">
                  <c:v>0.64122685184702277</c:v>
                </c:pt>
                <c:pt idx="55403">
                  <c:v>0.64123842592380242</c:v>
                </c:pt>
                <c:pt idx="55404">
                  <c:v>0.64125000000058208</c:v>
                </c:pt>
                <c:pt idx="55405">
                  <c:v>0.64126157407008577</c:v>
                </c:pt>
                <c:pt idx="55406">
                  <c:v>0.64127314814686542</c:v>
                </c:pt>
                <c:pt idx="55407">
                  <c:v>0.64128472221636912</c:v>
                </c:pt>
                <c:pt idx="55408">
                  <c:v>0.64129629629314877</c:v>
                </c:pt>
                <c:pt idx="55409">
                  <c:v>0.64130787036992842</c:v>
                </c:pt>
                <c:pt idx="55410">
                  <c:v>0.64131944443943212</c:v>
                </c:pt>
                <c:pt idx="55411">
                  <c:v>0.64133101851621177</c:v>
                </c:pt>
                <c:pt idx="55412">
                  <c:v>0.64134259259299142</c:v>
                </c:pt>
                <c:pt idx="55413">
                  <c:v>0.64135416666249512</c:v>
                </c:pt>
                <c:pt idx="55414">
                  <c:v>0.64136574073927477</c:v>
                </c:pt>
                <c:pt idx="55415">
                  <c:v>0.64137731481605442</c:v>
                </c:pt>
                <c:pt idx="55416">
                  <c:v>0.64138888888555812</c:v>
                </c:pt>
                <c:pt idx="55417">
                  <c:v>0.64140046296233777</c:v>
                </c:pt>
                <c:pt idx="55418">
                  <c:v>0.64141203703184146</c:v>
                </c:pt>
                <c:pt idx="55419">
                  <c:v>0.64142361110862112</c:v>
                </c:pt>
                <c:pt idx="55420">
                  <c:v>0.64143518518540077</c:v>
                </c:pt>
                <c:pt idx="55421">
                  <c:v>0.64144675925490446</c:v>
                </c:pt>
                <c:pt idx="55422">
                  <c:v>0.64145833333168412</c:v>
                </c:pt>
                <c:pt idx="55423">
                  <c:v>0.64146990740846377</c:v>
                </c:pt>
                <c:pt idx="55424">
                  <c:v>0.64148148147796746</c:v>
                </c:pt>
                <c:pt idx="55425">
                  <c:v>0.64149305555474712</c:v>
                </c:pt>
                <c:pt idx="55426">
                  <c:v>0.64150462962425081</c:v>
                </c:pt>
                <c:pt idx="55427">
                  <c:v>0.64151620370103046</c:v>
                </c:pt>
                <c:pt idx="55428">
                  <c:v>0.64152777777781012</c:v>
                </c:pt>
                <c:pt idx="55429">
                  <c:v>0.64153935184731381</c:v>
                </c:pt>
                <c:pt idx="55430">
                  <c:v>0.64155092592409346</c:v>
                </c:pt>
                <c:pt idx="55431">
                  <c:v>0.64156250000087311</c:v>
                </c:pt>
                <c:pt idx="55432">
                  <c:v>0.64157407407037681</c:v>
                </c:pt>
                <c:pt idx="55433">
                  <c:v>0.64158564814715646</c:v>
                </c:pt>
                <c:pt idx="55434">
                  <c:v>0.64159722221666016</c:v>
                </c:pt>
                <c:pt idx="55435">
                  <c:v>0.64160879629343981</c:v>
                </c:pt>
                <c:pt idx="55436">
                  <c:v>0.64162037037021946</c:v>
                </c:pt>
                <c:pt idx="55437">
                  <c:v>0.64163194443972316</c:v>
                </c:pt>
                <c:pt idx="55438">
                  <c:v>0.64164351851650281</c:v>
                </c:pt>
                <c:pt idx="55439">
                  <c:v>0.64165509259328246</c:v>
                </c:pt>
                <c:pt idx="55440">
                  <c:v>0.64166666666278616</c:v>
                </c:pt>
                <c:pt idx="55441">
                  <c:v>0.64167824073956581</c:v>
                </c:pt>
                <c:pt idx="55442">
                  <c:v>0.6416898148090695</c:v>
                </c:pt>
                <c:pt idx="55443">
                  <c:v>0.64170138888584916</c:v>
                </c:pt>
                <c:pt idx="55444">
                  <c:v>0.64171296296262881</c:v>
                </c:pt>
                <c:pt idx="55445">
                  <c:v>0.6417245370321325</c:v>
                </c:pt>
                <c:pt idx="55446">
                  <c:v>0.64173611110891216</c:v>
                </c:pt>
                <c:pt idx="55447">
                  <c:v>0.64174768518569181</c:v>
                </c:pt>
                <c:pt idx="55448">
                  <c:v>0.6417592592551955</c:v>
                </c:pt>
                <c:pt idx="55449">
                  <c:v>0.64177083333197515</c:v>
                </c:pt>
                <c:pt idx="55450">
                  <c:v>0.64178240740147885</c:v>
                </c:pt>
                <c:pt idx="55451">
                  <c:v>0.6417939814782585</c:v>
                </c:pt>
                <c:pt idx="55452">
                  <c:v>0.64180555555503815</c:v>
                </c:pt>
                <c:pt idx="55453">
                  <c:v>0.64181712962454185</c:v>
                </c:pt>
                <c:pt idx="55454">
                  <c:v>0.6418287037013215</c:v>
                </c:pt>
                <c:pt idx="55455">
                  <c:v>0.64184027777810115</c:v>
                </c:pt>
                <c:pt idx="55456">
                  <c:v>0.64185185184760485</c:v>
                </c:pt>
                <c:pt idx="55457">
                  <c:v>0.6418634259243845</c:v>
                </c:pt>
                <c:pt idx="55458">
                  <c:v>0.64187500000116415</c:v>
                </c:pt>
                <c:pt idx="55459">
                  <c:v>0.64188657407066785</c:v>
                </c:pt>
                <c:pt idx="55460">
                  <c:v>0.6418981481474475</c:v>
                </c:pt>
                <c:pt idx="55461">
                  <c:v>0.6419097222169512</c:v>
                </c:pt>
                <c:pt idx="55462">
                  <c:v>0.64192129629373085</c:v>
                </c:pt>
                <c:pt idx="55463">
                  <c:v>0.6419328703705105</c:v>
                </c:pt>
                <c:pt idx="55464">
                  <c:v>0.64194444444001419</c:v>
                </c:pt>
                <c:pt idx="55465">
                  <c:v>0.64195601851679385</c:v>
                </c:pt>
                <c:pt idx="55466">
                  <c:v>0.6419675925935735</c:v>
                </c:pt>
                <c:pt idx="55467">
                  <c:v>0.64197916666307719</c:v>
                </c:pt>
                <c:pt idx="55468">
                  <c:v>0.64199074073985685</c:v>
                </c:pt>
                <c:pt idx="55469">
                  <c:v>0.64200231480936054</c:v>
                </c:pt>
                <c:pt idx="55470">
                  <c:v>0.64201388888614019</c:v>
                </c:pt>
                <c:pt idx="55471">
                  <c:v>0.64202546296291985</c:v>
                </c:pt>
                <c:pt idx="55472">
                  <c:v>0.64203703703242354</c:v>
                </c:pt>
                <c:pt idx="55473">
                  <c:v>0.64204861110920319</c:v>
                </c:pt>
                <c:pt idx="55474">
                  <c:v>0.64206018518598285</c:v>
                </c:pt>
                <c:pt idx="55475">
                  <c:v>0.64207175925548654</c:v>
                </c:pt>
                <c:pt idx="55476">
                  <c:v>0.64208333333226619</c:v>
                </c:pt>
                <c:pt idx="55477">
                  <c:v>0.64209490740176989</c:v>
                </c:pt>
                <c:pt idx="55478">
                  <c:v>0.64210648147854954</c:v>
                </c:pt>
                <c:pt idx="55479">
                  <c:v>0.64211805555532919</c:v>
                </c:pt>
                <c:pt idx="55480">
                  <c:v>0.64212962962483289</c:v>
                </c:pt>
                <c:pt idx="55481">
                  <c:v>0.64214120370161254</c:v>
                </c:pt>
                <c:pt idx="55482">
                  <c:v>0.64215277777839219</c:v>
                </c:pt>
                <c:pt idx="55483">
                  <c:v>0.64216435184789589</c:v>
                </c:pt>
                <c:pt idx="55484">
                  <c:v>0.64217592592467554</c:v>
                </c:pt>
                <c:pt idx="55485">
                  <c:v>0.64218749999417923</c:v>
                </c:pt>
                <c:pt idx="55486">
                  <c:v>0.64219907407095889</c:v>
                </c:pt>
                <c:pt idx="55487">
                  <c:v>0.64221064814773854</c:v>
                </c:pt>
                <c:pt idx="55488">
                  <c:v>0.64222222221724223</c:v>
                </c:pt>
                <c:pt idx="55489">
                  <c:v>0.64223379629402189</c:v>
                </c:pt>
                <c:pt idx="55490">
                  <c:v>0.64224537037080154</c:v>
                </c:pt>
                <c:pt idx="55491">
                  <c:v>0.64225694444030523</c:v>
                </c:pt>
                <c:pt idx="55492">
                  <c:v>0.64226851851708489</c:v>
                </c:pt>
                <c:pt idx="55493">
                  <c:v>0.64228009259386454</c:v>
                </c:pt>
                <c:pt idx="55494">
                  <c:v>0.64229166666336823</c:v>
                </c:pt>
                <c:pt idx="55495">
                  <c:v>0.64230324074014788</c:v>
                </c:pt>
                <c:pt idx="55496">
                  <c:v>0.64231481480965158</c:v>
                </c:pt>
                <c:pt idx="55497">
                  <c:v>0.64232638888643123</c:v>
                </c:pt>
                <c:pt idx="55498">
                  <c:v>0.64233796296321088</c:v>
                </c:pt>
                <c:pt idx="55499">
                  <c:v>0.64234953703271458</c:v>
                </c:pt>
                <c:pt idx="55500">
                  <c:v>0.64236111110949423</c:v>
                </c:pt>
                <c:pt idx="55501">
                  <c:v>0.64237268518627388</c:v>
                </c:pt>
                <c:pt idx="55502">
                  <c:v>0.64238425925577758</c:v>
                </c:pt>
                <c:pt idx="55503">
                  <c:v>0.64239583333255723</c:v>
                </c:pt>
                <c:pt idx="55504">
                  <c:v>0.64240740740206093</c:v>
                </c:pt>
                <c:pt idx="55505">
                  <c:v>0.64241898147884058</c:v>
                </c:pt>
                <c:pt idx="55506">
                  <c:v>0.64243055555562023</c:v>
                </c:pt>
                <c:pt idx="55507">
                  <c:v>0.64244212962512393</c:v>
                </c:pt>
                <c:pt idx="55508">
                  <c:v>0.64245370370190358</c:v>
                </c:pt>
                <c:pt idx="55509">
                  <c:v>0.64246527777868323</c:v>
                </c:pt>
                <c:pt idx="55510">
                  <c:v>0.64247685184818693</c:v>
                </c:pt>
                <c:pt idx="55511">
                  <c:v>0.64248842592496658</c:v>
                </c:pt>
                <c:pt idx="55512">
                  <c:v>0.64249999999447027</c:v>
                </c:pt>
                <c:pt idx="55513">
                  <c:v>0.64251157407124992</c:v>
                </c:pt>
                <c:pt idx="55514">
                  <c:v>0.64252314814802958</c:v>
                </c:pt>
                <c:pt idx="55515">
                  <c:v>0.64253472221753327</c:v>
                </c:pt>
                <c:pt idx="55516">
                  <c:v>0.64254629629431292</c:v>
                </c:pt>
                <c:pt idx="55517">
                  <c:v>0.64255787037109258</c:v>
                </c:pt>
                <c:pt idx="55518">
                  <c:v>0.64256944444059627</c:v>
                </c:pt>
                <c:pt idx="55519">
                  <c:v>0.64258101851737592</c:v>
                </c:pt>
                <c:pt idx="55520">
                  <c:v>0.64259259258687962</c:v>
                </c:pt>
                <c:pt idx="55521">
                  <c:v>0.64260416666365927</c:v>
                </c:pt>
                <c:pt idx="55522">
                  <c:v>0.64261574074043892</c:v>
                </c:pt>
                <c:pt idx="55523">
                  <c:v>0.64262731480994262</c:v>
                </c:pt>
                <c:pt idx="55524">
                  <c:v>0.64263888888672227</c:v>
                </c:pt>
                <c:pt idx="55525">
                  <c:v>0.64265046296350192</c:v>
                </c:pt>
                <c:pt idx="55526">
                  <c:v>0.64266203703300562</c:v>
                </c:pt>
                <c:pt idx="55527">
                  <c:v>0.64267361110978527</c:v>
                </c:pt>
                <c:pt idx="55528">
                  <c:v>0.64268518517928896</c:v>
                </c:pt>
                <c:pt idx="55529">
                  <c:v>0.64269675925606862</c:v>
                </c:pt>
                <c:pt idx="55530">
                  <c:v>0.64270833333284827</c:v>
                </c:pt>
                <c:pt idx="55531">
                  <c:v>0.64271990740235196</c:v>
                </c:pt>
                <c:pt idx="55532">
                  <c:v>0.64273148147913162</c:v>
                </c:pt>
                <c:pt idx="55533">
                  <c:v>0.64274305555591127</c:v>
                </c:pt>
                <c:pt idx="55534">
                  <c:v>0.64275462962541496</c:v>
                </c:pt>
                <c:pt idx="55535">
                  <c:v>0.64276620370219462</c:v>
                </c:pt>
                <c:pt idx="55536">
                  <c:v>0.64277777777897427</c:v>
                </c:pt>
                <c:pt idx="55537">
                  <c:v>0.64278935184847796</c:v>
                </c:pt>
                <c:pt idx="55538">
                  <c:v>0.64280092592525762</c:v>
                </c:pt>
                <c:pt idx="55539">
                  <c:v>0.64281249999476131</c:v>
                </c:pt>
                <c:pt idx="55540">
                  <c:v>0.64282407407154096</c:v>
                </c:pt>
                <c:pt idx="55541">
                  <c:v>0.64283564814832062</c:v>
                </c:pt>
                <c:pt idx="55542">
                  <c:v>0.64284722221782431</c:v>
                </c:pt>
                <c:pt idx="55543">
                  <c:v>0.64285879629460396</c:v>
                </c:pt>
                <c:pt idx="55544">
                  <c:v>0.64287037037138361</c:v>
                </c:pt>
                <c:pt idx="55545">
                  <c:v>0.64288194444088731</c:v>
                </c:pt>
                <c:pt idx="55546">
                  <c:v>0.64289351851766696</c:v>
                </c:pt>
                <c:pt idx="55547">
                  <c:v>0.64290509258717066</c:v>
                </c:pt>
                <c:pt idx="55548">
                  <c:v>0.64291666666395031</c:v>
                </c:pt>
                <c:pt idx="55549">
                  <c:v>0.64292824074072996</c:v>
                </c:pt>
                <c:pt idx="55550">
                  <c:v>0.64293981481023366</c:v>
                </c:pt>
                <c:pt idx="55551">
                  <c:v>0.64295138888701331</c:v>
                </c:pt>
                <c:pt idx="55552">
                  <c:v>0.64296296296379296</c:v>
                </c:pt>
                <c:pt idx="55553">
                  <c:v>0.64297453703329666</c:v>
                </c:pt>
                <c:pt idx="55554">
                  <c:v>0.64298611111007631</c:v>
                </c:pt>
                <c:pt idx="55555">
                  <c:v>0.64299768517958</c:v>
                </c:pt>
                <c:pt idx="55556">
                  <c:v>0.64300925925635966</c:v>
                </c:pt>
                <c:pt idx="55557">
                  <c:v>0.64302083333313931</c:v>
                </c:pt>
                <c:pt idx="55558">
                  <c:v>0.643032407402643</c:v>
                </c:pt>
                <c:pt idx="55559">
                  <c:v>0.64304398147942265</c:v>
                </c:pt>
                <c:pt idx="55560">
                  <c:v>0.64305555555620231</c:v>
                </c:pt>
                <c:pt idx="55561">
                  <c:v>0.643067129625706</c:v>
                </c:pt>
                <c:pt idx="55562">
                  <c:v>0.64307870370248565</c:v>
                </c:pt>
                <c:pt idx="55563">
                  <c:v>0.64309027777198935</c:v>
                </c:pt>
                <c:pt idx="55564">
                  <c:v>0.643101851848769</c:v>
                </c:pt>
                <c:pt idx="55565">
                  <c:v>0.64311342592554865</c:v>
                </c:pt>
                <c:pt idx="55566">
                  <c:v>0.64312499999505235</c:v>
                </c:pt>
                <c:pt idx="55567">
                  <c:v>0.643136574071832</c:v>
                </c:pt>
                <c:pt idx="55568">
                  <c:v>0.64314814814861165</c:v>
                </c:pt>
                <c:pt idx="55569">
                  <c:v>0.64315972221811535</c:v>
                </c:pt>
                <c:pt idx="55570">
                  <c:v>0.643171296294895</c:v>
                </c:pt>
                <c:pt idx="55571">
                  <c:v>0.64318287037167465</c:v>
                </c:pt>
                <c:pt idx="55572">
                  <c:v>0.64319444444117835</c:v>
                </c:pt>
                <c:pt idx="55573">
                  <c:v>0.643206018517958</c:v>
                </c:pt>
                <c:pt idx="55574">
                  <c:v>0.6432175925874617</c:v>
                </c:pt>
                <c:pt idx="55575">
                  <c:v>0.64322916666424135</c:v>
                </c:pt>
                <c:pt idx="55576">
                  <c:v>0.643240740741021</c:v>
                </c:pt>
                <c:pt idx="55577">
                  <c:v>0.64325231481052469</c:v>
                </c:pt>
                <c:pt idx="55578">
                  <c:v>0.64326388888730435</c:v>
                </c:pt>
                <c:pt idx="55579">
                  <c:v>0.643275462964084</c:v>
                </c:pt>
                <c:pt idx="55580">
                  <c:v>0.64328703703358769</c:v>
                </c:pt>
                <c:pt idx="55581">
                  <c:v>0.64329861111036735</c:v>
                </c:pt>
                <c:pt idx="55582">
                  <c:v>0.64331018517987104</c:v>
                </c:pt>
                <c:pt idx="55583">
                  <c:v>0.64332175925665069</c:v>
                </c:pt>
                <c:pt idx="55584">
                  <c:v>0.64333333333343035</c:v>
                </c:pt>
                <c:pt idx="55585">
                  <c:v>0.64334490740293404</c:v>
                </c:pt>
                <c:pt idx="55586">
                  <c:v>0.64335648147971369</c:v>
                </c:pt>
                <c:pt idx="55587">
                  <c:v>0.64336805555649335</c:v>
                </c:pt>
                <c:pt idx="55588">
                  <c:v>0.64337962962599704</c:v>
                </c:pt>
                <c:pt idx="55589">
                  <c:v>0.64339120370277669</c:v>
                </c:pt>
                <c:pt idx="55590">
                  <c:v>0.64340277777228039</c:v>
                </c:pt>
                <c:pt idx="55591">
                  <c:v>0.64341435184906004</c:v>
                </c:pt>
                <c:pt idx="55592">
                  <c:v>0.64342592592583969</c:v>
                </c:pt>
                <c:pt idx="55593">
                  <c:v>0.64343749999534339</c:v>
                </c:pt>
                <c:pt idx="55594">
                  <c:v>0.64344907407212304</c:v>
                </c:pt>
                <c:pt idx="55595">
                  <c:v>0.64346064814890269</c:v>
                </c:pt>
                <c:pt idx="55596">
                  <c:v>0.64347222221840639</c:v>
                </c:pt>
                <c:pt idx="55597">
                  <c:v>0.64348379629518604</c:v>
                </c:pt>
                <c:pt idx="55598">
                  <c:v>0.64349537036468973</c:v>
                </c:pt>
                <c:pt idx="55599">
                  <c:v>0.64350694444146939</c:v>
                </c:pt>
                <c:pt idx="55600">
                  <c:v>0.64351851851824904</c:v>
                </c:pt>
                <c:pt idx="55601">
                  <c:v>0.64353009258775273</c:v>
                </c:pt>
                <c:pt idx="55602">
                  <c:v>0.64354166666453239</c:v>
                </c:pt>
                <c:pt idx="55603">
                  <c:v>0.64355324074131204</c:v>
                </c:pt>
                <c:pt idx="55604">
                  <c:v>0.64356481481081573</c:v>
                </c:pt>
                <c:pt idx="55605">
                  <c:v>0.64357638888759539</c:v>
                </c:pt>
                <c:pt idx="55606">
                  <c:v>0.64358796295709908</c:v>
                </c:pt>
                <c:pt idx="55607">
                  <c:v>0.64359953703387873</c:v>
                </c:pt>
                <c:pt idx="55608">
                  <c:v>0.64361111111065838</c:v>
                </c:pt>
                <c:pt idx="55609">
                  <c:v>0.64362268518016208</c:v>
                </c:pt>
                <c:pt idx="55610">
                  <c:v>0.64363425925694173</c:v>
                </c:pt>
                <c:pt idx="55611">
                  <c:v>0.64364583333372138</c:v>
                </c:pt>
                <c:pt idx="55612">
                  <c:v>0.64365740740322508</c:v>
                </c:pt>
                <c:pt idx="55613">
                  <c:v>0.64366898148000473</c:v>
                </c:pt>
                <c:pt idx="55614">
                  <c:v>0.64368055555678438</c:v>
                </c:pt>
                <c:pt idx="55615">
                  <c:v>0.64369212962628808</c:v>
                </c:pt>
                <c:pt idx="55616">
                  <c:v>0.64370370370306773</c:v>
                </c:pt>
                <c:pt idx="55617">
                  <c:v>0.64371527777257143</c:v>
                </c:pt>
                <c:pt idx="55618">
                  <c:v>0.64372685184935108</c:v>
                </c:pt>
                <c:pt idx="55619">
                  <c:v>0.64373842592613073</c:v>
                </c:pt>
                <c:pt idx="55620">
                  <c:v>0.64374999999563443</c:v>
                </c:pt>
                <c:pt idx="55621">
                  <c:v>0.64376157407241408</c:v>
                </c:pt>
                <c:pt idx="55622">
                  <c:v>0.64377314814919373</c:v>
                </c:pt>
                <c:pt idx="55623">
                  <c:v>0.64378472221869742</c:v>
                </c:pt>
                <c:pt idx="55624">
                  <c:v>0.64379629629547708</c:v>
                </c:pt>
                <c:pt idx="55625">
                  <c:v>0.64380787036498077</c:v>
                </c:pt>
                <c:pt idx="55626">
                  <c:v>0.64381944444176042</c:v>
                </c:pt>
                <c:pt idx="55627">
                  <c:v>0.64383101851854008</c:v>
                </c:pt>
                <c:pt idx="55628">
                  <c:v>0.64384259258804377</c:v>
                </c:pt>
                <c:pt idx="55629">
                  <c:v>0.64385416666482342</c:v>
                </c:pt>
                <c:pt idx="55630">
                  <c:v>0.64386574074160308</c:v>
                </c:pt>
                <c:pt idx="55631">
                  <c:v>0.64387731481110677</c:v>
                </c:pt>
                <c:pt idx="55632">
                  <c:v>0.64388888888788642</c:v>
                </c:pt>
                <c:pt idx="55633">
                  <c:v>0.64390046295739012</c:v>
                </c:pt>
                <c:pt idx="55634">
                  <c:v>0.64391203703416977</c:v>
                </c:pt>
                <c:pt idx="55635">
                  <c:v>0.64392361111094942</c:v>
                </c:pt>
                <c:pt idx="55636">
                  <c:v>0.64393518518045312</c:v>
                </c:pt>
                <c:pt idx="55637">
                  <c:v>0.64394675925723277</c:v>
                </c:pt>
                <c:pt idx="55638">
                  <c:v>0.64395833333401242</c:v>
                </c:pt>
                <c:pt idx="55639">
                  <c:v>0.64396990740351612</c:v>
                </c:pt>
                <c:pt idx="55640">
                  <c:v>0.64398148148029577</c:v>
                </c:pt>
                <c:pt idx="55641">
                  <c:v>0.64399305554979946</c:v>
                </c:pt>
                <c:pt idx="55642">
                  <c:v>0.64400462962657912</c:v>
                </c:pt>
                <c:pt idx="55643">
                  <c:v>0.64401620370335877</c:v>
                </c:pt>
                <c:pt idx="55644">
                  <c:v>0.64402777777286246</c:v>
                </c:pt>
                <c:pt idx="55645">
                  <c:v>0.64403935184964212</c:v>
                </c:pt>
                <c:pt idx="55646">
                  <c:v>0.64405092592642177</c:v>
                </c:pt>
                <c:pt idx="55647">
                  <c:v>0.64406249999592546</c:v>
                </c:pt>
                <c:pt idx="55648">
                  <c:v>0.64407407407270512</c:v>
                </c:pt>
                <c:pt idx="55649">
                  <c:v>0.64408564814948477</c:v>
                </c:pt>
                <c:pt idx="55650">
                  <c:v>0.64409722221898846</c:v>
                </c:pt>
                <c:pt idx="55651">
                  <c:v>0.64410879629576812</c:v>
                </c:pt>
                <c:pt idx="55652">
                  <c:v>0.64412037036527181</c:v>
                </c:pt>
                <c:pt idx="55653">
                  <c:v>0.64413194444205146</c:v>
                </c:pt>
                <c:pt idx="55654">
                  <c:v>0.64414351851883112</c:v>
                </c:pt>
                <c:pt idx="55655">
                  <c:v>0.64415509258833481</c:v>
                </c:pt>
                <c:pt idx="55656">
                  <c:v>0.64416666666511446</c:v>
                </c:pt>
                <c:pt idx="55657">
                  <c:v>0.64417824074189411</c:v>
                </c:pt>
                <c:pt idx="55658">
                  <c:v>0.64418981481139781</c:v>
                </c:pt>
                <c:pt idx="55659">
                  <c:v>0.64420138888817746</c:v>
                </c:pt>
                <c:pt idx="55660">
                  <c:v>0.64421296295768116</c:v>
                </c:pt>
                <c:pt idx="55661">
                  <c:v>0.64422453703446081</c:v>
                </c:pt>
                <c:pt idx="55662">
                  <c:v>0.64423611111124046</c:v>
                </c:pt>
                <c:pt idx="55663">
                  <c:v>0.64424768518074416</c:v>
                </c:pt>
                <c:pt idx="55664">
                  <c:v>0.64425925925752381</c:v>
                </c:pt>
                <c:pt idx="55665">
                  <c:v>0.64427083333430346</c:v>
                </c:pt>
                <c:pt idx="55666">
                  <c:v>0.64428240740380716</c:v>
                </c:pt>
                <c:pt idx="55667">
                  <c:v>0.64429398148058681</c:v>
                </c:pt>
                <c:pt idx="55668">
                  <c:v>0.6443055555500905</c:v>
                </c:pt>
                <c:pt idx="55669">
                  <c:v>0.64431712962687016</c:v>
                </c:pt>
                <c:pt idx="55670">
                  <c:v>0.64432870370364981</c:v>
                </c:pt>
                <c:pt idx="55671">
                  <c:v>0.6443402777731535</c:v>
                </c:pt>
                <c:pt idx="55672">
                  <c:v>0.64435185184993315</c:v>
                </c:pt>
                <c:pt idx="55673">
                  <c:v>0.64436342592671281</c:v>
                </c:pt>
                <c:pt idx="55674">
                  <c:v>0.6443749999962165</c:v>
                </c:pt>
                <c:pt idx="55675">
                  <c:v>0.64438657407299615</c:v>
                </c:pt>
                <c:pt idx="55676">
                  <c:v>0.64439814814249985</c:v>
                </c:pt>
                <c:pt idx="55677">
                  <c:v>0.6444097222192795</c:v>
                </c:pt>
                <c:pt idx="55678">
                  <c:v>0.64442129629605915</c:v>
                </c:pt>
                <c:pt idx="55679">
                  <c:v>0.64443287036556285</c:v>
                </c:pt>
                <c:pt idx="55680">
                  <c:v>0.6444444444423425</c:v>
                </c:pt>
                <c:pt idx="55681">
                  <c:v>0.64445601851912215</c:v>
                </c:pt>
                <c:pt idx="55682">
                  <c:v>0.64446759258862585</c:v>
                </c:pt>
                <c:pt idx="55683">
                  <c:v>0.6444791666654055</c:v>
                </c:pt>
                <c:pt idx="55684">
                  <c:v>0.6444907407349092</c:v>
                </c:pt>
                <c:pt idx="55685">
                  <c:v>0.64450231481168885</c:v>
                </c:pt>
                <c:pt idx="55686">
                  <c:v>0.6445138888884685</c:v>
                </c:pt>
                <c:pt idx="55687">
                  <c:v>0.64452546295797219</c:v>
                </c:pt>
                <c:pt idx="55688">
                  <c:v>0.64453703703475185</c:v>
                </c:pt>
                <c:pt idx="55689">
                  <c:v>0.6445486111115315</c:v>
                </c:pt>
                <c:pt idx="55690">
                  <c:v>0.64456018518103519</c:v>
                </c:pt>
                <c:pt idx="55691">
                  <c:v>0.64457175925781485</c:v>
                </c:pt>
                <c:pt idx="55692">
                  <c:v>0.6445833333345945</c:v>
                </c:pt>
                <c:pt idx="55693">
                  <c:v>0.64459490740409819</c:v>
                </c:pt>
                <c:pt idx="55694">
                  <c:v>0.64460648148087785</c:v>
                </c:pt>
                <c:pt idx="55695">
                  <c:v>0.64461805555038154</c:v>
                </c:pt>
                <c:pt idx="55696">
                  <c:v>0.64462962962716119</c:v>
                </c:pt>
                <c:pt idx="55697">
                  <c:v>0.64464120370394085</c:v>
                </c:pt>
                <c:pt idx="55698">
                  <c:v>0.64465277777344454</c:v>
                </c:pt>
                <c:pt idx="55699">
                  <c:v>0.64466435185022419</c:v>
                </c:pt>
                <c:pt idx="55700">
                  <c:v>0.64467592592700385</c:v>
                </c:pt>
                <c:pt idx="55701">
                  <c:v>0.64468749999650754</c:v>
                </c:pt>
                <c:pt idx="55702">
                  <c:v>0.64469907407328719</c:v>
                </c:pt>
                <c:pt idx="55703">
                  <c:v>0.64471064814279089</c:v>
                </c:pt>
                <c:pt idx="55704">
                  <c:v>0.64472222221957054</c:v>
                </c:pt>
                <c:pt idx="55705">
                  <c:v>0.64473379629635019</c:v>
                </c:pt>
                <c:pt idx="55706">
                  <c:v>0.64474537036585389</c:v>
                </c:pt>
                <c:pt idx="55707">
                  <c:v>0.64475694444263354</c:v>
                </c:pt>
                <c:pt idx="55708">
                  <c:v>0.64476851851941319</c:v>
                </c:pt>
                <c:pt idx="55709">
                  <c:v>0.64478009258891689</c:v>
                </c:pt>
                <c:pt idx="55710">
                  <c:v>0.64479166666569654</c:v>
                </c:pt>
                <c:pt idx="55711">
                  <c:v>0.64480324073520023</c:v>
                </c:pt>
                <c:pt idx="55712">
                  <c:v>0.64481481481197989</c:v>
                </c:pt>
                <c:pt idx="55713">
                  <c:v>0.64482638888875954</c:v>
                </c:pt>
                <c:pt idx="55714">
                  <c:v>0.64483796295826323</c:v>
                </c:pt>
                <c:pt idx="55715">
                  <c:v>0.64484953703504289</c:v>
                </c:pt>
                <c:pt idx="55716">
                  <c:v>0.64486111111182254</c:v>
                </c:pt>
                <c:pt idx="55717">
                  <c:v>0.64487268518132623</c:v>
                </c:pt>
                <c:pt idx="55718">
                  <c:v>0.64488425925810589</c:v>
                </c:pt>
                <c:pt idx="55719">
                  <c:v>0.64489583332760958</c:v>
                </c:pt>
                <c:pt idx="55720">
                  <c:v>0.64490740740438923</c:v>
                </c:pt>
                <c:pt idx="55721">
                  <c:v>0.64491898148116888</c:v>
                </c:pt>
                <c:pt idx="55722">
                  <c:v>0.64493055555067258</c:v>
                </c:pt>
                <c:pt idx="55723">
                  <c:v>0.64494212962745223</c:v>
                </c:pt>
                <c:pt idx="55724">
                  <c:v>0.64495370370423188</c:v>
                </c:pt>
                <c:pt idx="55725">
                  <c:v>0.64496527777373558</c:v>
                </c:pt>
                <c:pt idx="55726">
                  <c:v>0.64497685185051523</c:v>
                </c:pt>
                <c:pt idx="55727">
                  <c:v>0.64498842592001893</c:v>
                </c:pt>
                <c:pt idx="55728">
                  <c:v>0.64499999999679858</c:v>
                </c:pt>
                <c:pt idx="55729">
                  <c:v>0.64501157407357823</c:v>
                </c:pt>
                <c:pt idx="55730">
                  <c:v>0.64502314814308193</c:v>
                </c:pt>
                <c:pt idx="55731">
                  <c:v>0.64503472221986158</c:v>
                </c:pt>
                <c:pt idx="55732">
                  <c:v>0.64504629629664123</c:v>
                </c:pt>
                <c:pt idx="55733">
                  <c:v>0.64505787036614493</c:v>
                </c:pt>
                <c:pt idx="55734">
                  <c:v>0.64506944444292458</c:v>
                </c:pt>
                <c:pt idx="55735">
                  <c:v>0.64508101851970423</c:v>
                </c:pt>
                <c:pt idx="55736">
                  <c:v>0.64509259258920792</c:v>
                </c:pt>
                <c:pt idx="55737">
                  <c:v>0.64510416666598758</c:v>
                </c:pt>
                <c:pt idx="55738">
                  <c:v>0.64511574073549127</c:v>
                </c:pt>
                <c:pt idx="55739">
                  <c:v>0.64512731481227092</c:v>
                </c:pt>
                <c:pt idx="55740">
                  <c:v>0.64513888888905058</c:v>
                </c:pt>
                <c:pt idx="55741">
                  <c:v>0.64515046295855427</c:v>
                </c:pt>
                <c:pt idx="55742">
                  <c:v>0.64516203703533392</c:v>
                </c:pt>
                <c:pt idx="55743">
                  <c:v>0.64517361111211358</c:v>
                </c:pt>
                <c:pt idx="55744">
                  <c:v>0.64518518518161727</c:v>
                </c:pt>
                <c:pt idx="55745">
                  <c:v>0.64519675925839692</c:v>
                </c:pt>
                <c:pt idx="55746">
                  <c:v>0.64520833332790062</c:v>
                </c:pt>
                <c:pt idx="55747">
                  <c:v>0.64521990740468027</c:v>
                </c:pt>
                <c:pt idx="55748">
                  <c:v>0.64523148148145992</c:v>
                </c:pt>
                <c:pt idx="55749">
                  <c:v>0.64524305555096362</c:v>
                </c:pt>
                <c:pt idx="55750">
                  <c:v>0.64525462962774327</c:v>
                </c:pt>
                <c:pt idx="55751">
                  <c:v>0.64526620370452292</c:v>
                </c:pt>
                <c:pt idx="55752">
                  <c:v>0.64527777777402662</c:v>
                </c:pt>
                <c:pt idx="55753">
                  <c:v>0.64528935185080627</c:v>
                </c:pt>
                <c:pt idx="55754">
                  <c:v>0.64530092592030996</c:v>
                </c:pt>
                <c:pt idx="55755">
                  <c:v>0.64531249999708962</c:v>
                </c:pt>
                <c:pt idx="55756">
                  <c:v>0.64532407407386927</c:v>
                </c:pt>
                <c:pt idx="55757">
                  <c:v>0.64533564814337296</c:v>
                </c:pt>
                <c:pt idx="55758">
                  <c:v>0.64534722222015262</c:v>
                </c:pt>
                <c:pt idx="55759">
                  <c:v>0.64535879629693227</c:v>
                </c:pt>
                <c:pt idx="55760">
                  <c:v>0.64537037036643596</c:v>
                </c:pt>
                <c:pt idx="55761">
                  <c:v>0.64538194444321562</c:v>
                </c:pt>
                <c:pt idx="55762">
                  <c:v>0.64539351851271931</c:v>
                </c:pt>
                <c:pt idx="55763">
                  <c:v>0.64540509258949896</c:v>
                </c:pt>
                <c:pt idx="55764">
                  <c:v>0.64541666666627862</c:v>
                </c:pt>
                <c:pt idx="55765">
                  <c:v>0.64542824073578231</c:v>
                </c:pt>
                <c:pt idx="55766">
                  <c:v>0.64543981481256196</c:v>
                </c:pt>
                <c:pt idx="55767">
                  <c:v>0.64545138888934162</c:v>
                </c:pt>
                <c:pt idx="55768">
                  <c:v>0.64546296295884531</c:v>
                </c:pt>
                <c:pt idx="55769">
                  <c:v>0.64547453703562496</c:v>
                </c:pt>
                <c:pt idx="55770">
                  <c:v>0.64548611111240461</c:v>
                </c:pt>
                <c:pt idx="55771">
                  <c:v>0.64549768518190831</c:v>
                </c:pt>
                <c:pt idx="55772">
                  <c:v>0.64550925925868796</c:v>
                </c:pt>
                <c:pt idx="55773">
                  <c:v>0.64552083332819166</c:v>
                </c:pt>
                <c:pt idx="55774">
                  <c:v>0.64553240740497131</c:v>
                </c:pt>
                <c:pt idx="55775">
                  <c:v>0.64554398148175096</c:v>
                </c:pt>
                <c:pt idx="55776">
                  <c:v>0.64555555555125466</c:v>
                </c:pt>
                <c:pt idx="55777">
                  <c:v>0.64556712962803431</c:v>
                </c:pt>
                <c:pt idx="55778">
                  <c:v>0.64557870370481396</c:v>
                </c:pt>
                <c:pt idx="55779">
                  <c:v>0.64559027777431766</c:v>
                </c:pt>
                <c:pt idx="55780">
                  <c:v>0.64560185185109731</c:v>
                </c:pt>
                <c:pt idx="55781">
                  <c:v>0.645613425920601</c:v>
                </c:pt>
                <c:pt idx="55782">
                  <c:v>0.64562499999738066</c:v>
                </c:pt>
                <c:pt idx="55783">
                  <c:v>0.64563657407416031</c:v>
                </c:pt>
                <c:pt idx="55784">
                  <c:v>0.645648148143664</c:v>
                </c:pt>
                <c:pt idx="55785">
                  <c:v>0.64565972222044365</c:v>
                </c:pt>
                <c:pt idx="55786">
                  <c:v>0.64567129629722331</c:v>
                </c:pt>
                <c:pt idx="55787">
                  <c:v>0.645682870366727</c:v>
                </c:pt>
                <c:pt idx="55788">
                  <c:v>0.64569444444350665</c:v>
                </c:pt>
                <c:pt idx="55789">
                  <c:v>0.64570601851301035</c:v>
                </c:pt>
                <c:pt idx="55790">
                  <c:v>0.64571759258979</c:v>
                </c:pt>
                <c:pt idx="55791">
                  <c:v>0.64572916666656965</c:v>
                </c:pt>
                <c:pt idx="55792">
                  <c:v>0.64574074073607335</c:v>
                </c:pt>
                <c:pt idx="55793">
                  <c:v>0.645752314812853</c:v>
                </c:pt>
                <c:pt idx="55794">
                  <c:v>0.64576388888963265</c:v>
                </c:pt>
                <c:pt idx="55795">
                  <c:v>0.64577546295913635</c:v>
                </c:pt>
                <c:pt idx="55796">
                  <c:v>0.645787037035916</c:v>
                </c:pt>
                <c:pt idx="55797">
                  <c:v>0.6457986111054197</c:v>
                </c:pt>
                <c:pt idx="55798">
                  <c:v>0.64581018518219935</c:v>
                </c:pt>
                <c:pt idx="55799">
                  <c:v>0.645821759258979</c:v>
                </c:pt>
                <c:pt idx="55800">
                  <c:v>0.64583333332848269</c:v>
                </c:pt>
                <c:pt idx="55801">
                  <c:v>0.64584490740526235</c:v>
                </c:pt>
                <c:pt idx="55802">
                  <c:v>0.645856481482042</c:v>
                </c:pt>
                <c:pt idx="55803">
                  <c:v>0.64586805555154569</c:v>
                </c:pt>
                <c:pt idx="55804">
                  <c:v>0.64587962962832535</c:v>
                </c:pt>
                <c:pt idx="55805">
                  <c:v>0.64589120369782904</c:v>
                </c:pt>
                <c:pt idx="55806">
                  <c:v>0.64590277777460869</c:v>
                </c:pt>
                <c:pt idx="55807">
                  <c:v>0.64591435185138835</c:v>
                </c:pt>
                <c:pt idx="55808">
                  <c:v>0.64592592592089204</c:v>
                </c:pt>
                <c:pt idx="55809">
                  <c:v>0.64593749999767169</c:v>
                </c:pt>
                <c:pt idx="55810">
                  <c:v>0.64594907407445135</c:v>
                </c:pt>
                <c:pt idx="55811">
                  <c:v>0.64596064814395504</c:v>
                </c:pt>
                <c:pt idx="55812">
                  <c:v>0.64597222222073469</c:v>
                </c:pt>
                <c:pt idx="55813">
                  <c:v>0.64598379629751435</c:v>
                </c:pt>
                <c:pt idx="55814">
                  <c:v>0.64599537036701804</c:v>
                </c:pt>
                <c:pt idx="55815">
                  <c:v>0.64600694444379769</c:v>
                </c:pt>
                <c:pt idx="55816">
                  <c:v>0.64601851851330139</c:v>
                </c:pt>
                <c:pt idx="55817">
                  <c:v>0.64603009259008104</c:v>
                </c:pt>
                <c:pt idx="55818">
                  <c:v>0.64604166666686069</c:v>
                </c:pt>
                <c:pt idx="55819">
                  <c:v>0.64605324073636439</c:v>
                </c:pt>
                <c:pt idx="55820">
                  <c:v>0.64606481481314404</c:v>
                </c:pt>
                <c:pt idx="55821">
                  <c:v>0.64607638888992369</c:v>
                </c:pt>
                <c:pt idx="55822">
                  <c:v>0.64608796295942739</c:v>
                </c:pt>
                <c:pt idx="55823">
                  <c:v>0.64609953703620704</c:v>
                </c:pt>
                <c:pt idx="55824">
                  <c:v>0.64611111110571073</c:v>
                </c:pt>
                <c:pt idx="55825">
                  <c:v>0.64612268518249039</c:v>
                </c:pt>
                <c:pt idx="55826">
                  <c:v>0.64613425925927004</c:v>
                </c:pt>
                <c:pt idx="55827">
                  <c:v>0.64614583332877373</c:v>
                </c:pt>
                <c:pt idx="55828">
                  <c:v>0.64615740740555339</c:v>
                </c:pt>
                <c:pt idx="55829">
                  <c:v>0.64616898148233304</c:v>
                </c:pt>
                <c:pt idx="55830">
                  <c:v>0.64618055555183673</c:v>
                </c:pt>
                <c:pt idx="55831">
                  <c:v>0.64619212962861639</c:v>
                </c:pt>
                <c:pt idx="55832">
                  <c:v>0.64620370369812008</c:v>
                </c:pt>
                <c:pt idx="55833">
                  <c:v>0.64621527777489973</c:v>
                </c:pt>
                <c:pt idx="55834">
                  <c:v>0.64622685185167938</c:v>
                </c:pt>
                <c:pt idx="55835">
                  <c:v>0.64623842592118308</c:v>
                </c:pt>
                <c:pt idx="55836">
                  <c:v>0.64624999999796273</c:v>
                </c:pt>
                <c:pt idx="55837">
                  <c:v>0.64626157407474238</c:v>
                </c:pt>
                <c:pt idx="55838">
                  <c:v>0.64627314814424608</c:v>
                </c:pt>
                <c:pt idx="55839">
                  <c:v>0.64628472222102573</c:v>
                </c:pt>
                <c:pt idx="55840">
                  <c:v>0.64629629629052943</c:v>
                </c:pt>
                <c:pt idx="55841">
                  <c:v>0.64630787036730908</c:v>
                </c:pt>
                <c:pt idx="55842">
                  <c:v>0.64631944444408873</c:v>
                </c:pt>
                <c:pt idx="55843">
                  <c:v>0.64633101851359243</c:v>
                </c:pt>
                <c:pt idx="55844">
                  <c:v>0.64634259259037208</c:v>
                </c:pt>
                <c:pt idx="55845">
                  <c:v>0.64635416666715173</c:v>
                </c:pt>
                <c:pt idx="55846">
                  <c:v>0.64636574073665543</c:v>
                </c:pt>
                <c:pt idx="55847">
                  <c:v>0.64637731481343508</c:v>
                </c:pt>
                <c:pt idx="55848">
                  <c:v>0.64638888889021473</c:v>
                </c:pt>
                <c:pt idx="55849">
                  <c:v>0.64640046295971842</c:v>
                </c:pt>
                <c:pt idx="55850">
                  <c:v>0.64641203703649808</c:v>
                </c:pt>
                <c:pt idx="55851">
                  <c:v>0.64642361110600177</c:v>
                </c:pt>
                <c:pt idx="55852">
                  <c:v>0.64643518518278142</c:v>
                </c:pt>
                <c:pt idx="55853">
                  <c:v>0.64644675925956108</c:v>
                </c:pt>
                <c:pt idx="55854">
                  <c:v>0.64645833332906477</c:v>
                </c:pt>
                <c:pt idx="55855">
                  <c:v>0.64646990740584442</c:v>
                </c:pt>
                <c:pt idx="55856">
                  <c:v>0.64648148148262408</c:v>
                </c:pt>
                <c:pt idx="55857">
                  <c:v>0.64649305555212777</c:v>
                </c:pt>
                <c:pt idx="55858">
                  <c:v>0.64650462962890742</c:v>
                </c:pt>
                <c:pt idx="55859">
                  <c:v>0.64651620369841112</c:v>
                </c:pt>
                <c:pt idx="55860">
                  <c:v>0.64652777777519077</c:v>
                </c:pt>
                <c:pt idx="55861">
                  <c:v>0.64653935185197042</c:v>
                </c:pt>
                <c:pt idx="55862">
                  <c:v>0.64655092592147412</c:v>
                </c:pt>
                <c:pt idx="55863">
                  <c:v>0.64656249999825377</c:v>
                </c:pt>
                <c:pt idx="55864">
                  <c:v>0.64657407407503342</c:v>
                </c:pt>
                <c:pt idx="55865">
                  <c:v>0.64658564814453712</c:v>
                </c:pt>
                <c:pt idx="55866">
                  <c:v>0.64659722222131677</c:v>
                </c:pt>
                <c:pt idx="55867">
                  <c:v>0.64660879629082046</c:v>
                </c:pt>
                <c:pt idx="55868">
                  <c:v>0.64662037036760012</c:v>
                </c:pt>
                <c:pt idx="55869">
                  <c:v>0.64663194444437977</c:v>
                </c:pt>
                <c:pt idx="55870">
                  <c:v>0.64664351851388346</c:v>
                </c:pt>
                <c:pt idx="55871">
                  <c:v>0.64665509259066312</c:v>
                </c:pt>
                <c:pt idx="55872">
                  <c:v>0.64666666666744277</c:v>
                </c:pt>
                <c:pt idx="55873">
                  <c:v>0.64667824073694646</c:v>
                </c:pt>
                <c:pt idx="55874">
                  <c:v>0.64668981481372612</c:v>
                </c:pt>
                <c:pt idx="55875">
                  <c:v>0.64670138888322981</c:v>
                </c:pt>
                <c:pt idx="55876">
                  <c:v>0.64671296296000946</c:v>
                </c:pt>
                <c:pt idx="55877">
                  <c:v>0.64672453703678912</c:v>
                </c:pt>
                <c:pt idx="55878">
                  <c:v>0.64673611110629281</c:v>
                </c:pt>
                <c:pt idx="55879">
                  <c:v>0.64674768518307246</c:v>
                </c:pt>
                <c:pt idx="55880">
                  <c:v>0.64675925925985212</c:v>
                </c:pt>
                <c:pt idx="55881">
                  <c:v>0.64677083332935581</c:v>
                </c:pt>
                <c:pt idx="55882">
                  <c:v>0.64678240740613546</c:v>
                </c:pt>
                <c:pt idx="55883">
                  <c:v>0.64679398147563916</c:v>
                </c:pt>
                <c:pt idx="55884">
                  <c:v>0.64680555555241881</c:v>
                </c:pt>
                <c:pt idx="55885">
                  <c:v>0.64681712962919846</c:v>
                </c:pt>
                <c:pt idx="55886">
                  <c:v>0.64682870369870216</c:v>
                </c:pt>
                <c:pt idx="55887">
                  <c:v>0.64684027777548181</c:v>
                </c:pt>
                <c:pt idx="55888">
                  <c:v>0.64685185185226146</c:v>
                </c:pt>
                <c:pt idx="55889">
                  <c:v>0.64686342592176516</c:v>
                </c:pt>
                <c:pt idx="55890">
                  <c:v>0.64687499999854481</c:v>
                </c:pt>
                <c:pt idx="55891">
                  <c:v>0.64688657407532446</c:v>
                </c:pt>
                <c:pt idx="55892">
                  <c:v>0.64689814814482816</c:v>
                </c:pt>
                <c:pt idx="55893">
                  <c:v>0.64690972222160781</c:v>
                </c:pt>
                <c:pt idx="55894">
                  <c:v>0.6469212962911115</c:v>
                </c:pt>
                <c:pt idx="55895">
                  <c:v>0.64693287036789116</c:v>
                </c:pt>
                <c:pt idx="55896">
                  <c:v>0.64694444444467081</c:v>
                </c:pt>
                <c:pt idx="55897">
                  <c:v>0.6469560185141745</c:v>
                </c:pt>
                <c:pt idx="55898">
                  <c:v>0.64696759259095415</c:v>
                </c:pt>
                <c:pt idx="55899">
                  <c:v>0.64697916666773381</c:v>
                </c:pt>
                <c:pt idx="55900">
                  <c:v>0.6469907407372375</c:v>
                </c:pt>
                <c:pt idx="55901">
                  <c:v>0.64700231481401715</c:v>
                </c:pt>
                <c:pt idx="55902">
                  <c:v>0.64701388888352085</c:v>
                </c:pt>
                <c:pt idx="55903">
                  <c:v>0.6470254629603005</c:v>
                </c:pt>
                <c:pt idx="55904">
                  <c:v>0.64703703703708015</c:v>
                </c:pt>
                <c:pt idx="55905">
                  <c:v>0.64704861110658385</c:v>
                </c:pt>
                <c:pt idx="55906">
                  <c:v>0.6470601851833635</c:v>
                </c:pt>
                <c:pt idx="55907">
                  <c:v>0.64707175926014315</c:v>
                </c:pt>
                <c:pt idx="55908">
                  <c:v>0.64708333332964685</c:v>
                </c:pt>
                <c:pt idx="55909">
                  <c:v>0.6470949074064265</c:v>
                </c:pt>
                <c:pt idx="55910">
                  <c:v>0.6471064814759302</c:v>
                </c:pt>
                <c:pt idx="55911">
                  <c:v>0.64711805555270985</c:v>
                </c:pt>
                <c:pt idx="55912">
                  <c:v>0.6471296296294895</c:v>
                </c:pt>
                <c:pt idx="55913">
                  <c:v>0.64714120369899319</c:v>
                </c:pt>
                <c:pt idx="55914">
                  <c:v>0.64715277777577285</c:v>
                </c:pt>
                <c:pt idx="55915">
                  <c:v>0.6471643518525525</c:v>
                </c:pt>
                <c:pt idx="55916">
                  <c:v>0.64717592592205619</c:v>
                </c:pt>
                <c:pt idx="55917">
                  <c:v>0.64718749999883585</c:v>
                </c:pt>
                <c:pt idx="55918">
                  <c:v>0.64719907406833954</c:v>
                </c:pt>
                <c:pt idx="55919">
                  <c:v>0.64721064814511919</c:v>
                </c:pt>
                <c:pt idx="55920">
                  <c:v>0.64722222222189885</c:v>
                </c:pt>
                <c:pt idx="55921">
                  <c:v>0.64723379629140254</c:v>
                </c:pt>
                <c:pt idx="55922">
                  <c:v>0.64724537036818219</c:v>
                </c:pt>
                <c:pt idx="55923">
                  <c:v>0.64725694444496185</c:v>
                </c:pt>
                <c:pt idx="55924">
                  <c:v>0.64726851851446554</c:v>
                </c:pt>
                <c:pt idx="55925">
                  <c:v>0.64728009259124519</c:v>
                </c:pt>
                <c:pt idx="55926">
                  <c:v>0.64729166666074889</c:v>
                </c:pt>
                <c:pt idx="55927">
                  <c:v>0.64730324073752854</c:v>
                </c:pt>
                <c:pt idx="55928">
                  <c:v>0.64731481481430819</c:v>
                </c:pt>
                <c:pt idx="55929">
                  <c:v>0.64732638888381189</c:v>
                </c:pt>
                <c:pt idx="55930">
                  <c:v>0.64733796296059154</c:v>
                </c:pt>
                <c:pt idx="55931">
                  <c:v>0.64734953703737119</c:v>
                </c:pt>
                <c:pt idx="55932">
                  <c:v>0.64736111110687489</c:v>
                </c:pt>
                <c:pt idx="55933">
                  <c:v>0.64737268518365454</c:v>
                </c:pt>
                <c:pt idx="55934">
                  <c:v>0.64738425926043419</c:v>
                </c:pt>
                <c:pt idx="55935">
                  <c:v>0.64739583332993789</c:v>
                </c:pt>
                <c:pt idx="55936">
                  <c:v>0.64740740740671754</c:v>
                </c:pt>
                <c:pt idx="55937">
                  <c:v>0.64741898147622123</c:v>
                </c:pt>
                <c:pt idx="55938">
                  <c:v>0.64743055555300089</c:v>
                </c:pt>
                <c:pt idx="55939">
                  <c:v>0.64744212962978054</c:v>
                </c:pt>
                <c:pt idx="55940">
                  <c:v>0.64745370369928423</c:v>
                </c:pt>
                <c:pt idx="55941">
                  <c:v>0.64746527777606389</c:v>
                </c:pt>
                <c:pt idx="55942">
                  <c:v>0.64747685185284354</c:v>
                </c:pt>
                <c:pt idx="55943">
                  <c:v>0.64748842592234723</c:v>
                </c:pt>
                <c:pt idx="55944">
                  <c:v>0.64749999999912689</c:v>
                </c:pt>
                <c:pt idx="55945">
                  <c:v>0.64751157406863058</c:v>
                </c:pt>
                <c:pt idx="55946">
                  <c:v>0.64752314814541023</c:v>
                </c:pt>
                <c:pt idx="55947">
                  <c:v>0.64753472222218988</c:v>
                </c:pt>
                <c:pt idx="55948">
                  <c:v>0.64754629629169358</c:v>
                </c:pt>
                <c:pt idx="55949">
                  <c:v>0.64755787036847323</c:v>
                </c:pt>
                <c:pt idx="55950">
                  <c:v>0.64756944444525288</c:v>
                </c:pt>
                <c:pt idx="55951">
                  <c:v>0.64758101851475658</c:v>
                </c:pt>
                <c:pt idx="55952">
                  <c:v>0.64759259259153623</c:v>
                </c:pt>
                <c:pt idx="55953">
                  <c:v>0.64760416666103993</c:v>
                </c:pt>
                <c:pt idx="55954">
                  <c:v>0.64761574073781958</c:v>
                </c:pt>
                <c:pt idx="55955">
                  <c:v>0.64762731481459923</c:v>
                </c:pt>
                <c:pt idx="55956">
                  <c:v>0.64763888888410293</c:v>
                </c:pt>
                <c:pt idx="55957">
                  <c:v>0.64765046296088258</c:v>
                </c:pt>
                <c:pt idx="55958">
                  <c:v>0.64766203703766223</c:v>
                </c:pt>
                <c:pt idx="55959">
                  <c:v>0.64767361110716593</c:v>
                </c:pt>
                <c:pt idx="55960">
                  <c:v>0.64768518518394558</c:v>
                </c:pt>
                <c:pt idx="55961">
                  <c:v>0.64769675925344927</c:v>
                </c:pt>
                <c:pt idx="55962">
                  <c:v>0.64770833333022892</c:v>
                </c:pt>
                <c:pt idx="55963">
                  <c:v>0.64771990740700858</c:v>
                </c:pt>
                <c:pt idx="55964">
                  <c:v>0.64773148147651227</c:v>
                </c:pt>
                <c:pt idx="55965">
                  <c:v>0.64774305555329192</c:v>
                </c:pt>
                <c:pt idx="55966">
                  <c:v>0.64775462963007158</c:v>
                </c:pt>
                <c:pt idx="55967">
                  <c:v>0.64776620369957527</c:v>
                </c:pt>
                <c:pt idx="55968">
                  <c:v>0.64777777777635492</c:v>
                </c:pt>
                <c:pt idx="55969">
                  <c:v>0.64778935185313458</c:v>
                </c:pt>
                <c:pt idx="55970">
                  <c:v>0.64780092592263827</c:v>
                </c:pt>
                <c:pt idx="55971">
                  <c:v>0.64781249999941792</c:v>
                </c:pt>
                <c:pt idx="55972">
                  <c:v>0.64782407406892162</c:v>
                </c:pt>
                <c:pt idx="55973">
                  <c:v>0.64783564814570127</c:v>
                </c:pt>
                <c:pt idx="55974">
                  <c:v>0.64784722222248092</c:v>
                </c:pt>
                <c:pt idx="55975">
                  <c:v>0.64785879629198462</c:v>
                </c:pt>
                <c:pt idx="55976">
                  <c:v>0.64787037036876427</c:v>
                </c:pt>
                <c:pt idx="55977">
                  <c:v>0.64788194444554392</c:v>
                </c:pt>
                <c:pt idx="55978">
                  <c:v>0.64789351851504762</c:v>
                </c:pt>
                <c:pt idx="55979">
                  <c:v>0.64790509259182727</c:v>
                </c:pt>
                <c:pt idx="55980">
                  <c:v>0.64791666666133096</c:v>
                </c:pt>
                <c:pt idx="55981">
                  <c:v>0.64792824073811062</c:v>
                </c:pt>
                <c:pt idx="55982">
                  <c:v>0.64793981481489027</c:v>
                </c:pt>
                <c:pt idx="55983">
                  <c:v>0.64795138888439396</c:v>
                </c:pt>
                <c:pt idx="55984">
                  <c:v>0.64796296296117362</c:v>
                </c:pt>
                <c:pt idx="55985">
                  <c:v>0.64797453703795327</c:v>
                </c:pt>
                <c:pt idx="55986">
                  <c:v>0.64798611110745696</c:v>
                </c:pt>
                <c:pt idx="55987">
                  <c:v>0.64799768518423662</c:v>
                </c:pt>
                <c:pt idx="55988">
                  <c:v>0.64800925925374031</c:v>
                </c:pt>
                <c:pt idx="55989">
                  <c:v>0.64802083333051996</c:v>
                </c:pt>
                <c:pt idx="55990">
                  <c:v>0.64803240740729962</c:v>
                </c:pt>
                <c:pt idx="55991">
                  <c:v>0.64804398147680331</c:v>
                </c:pt>
                <c:pt idx="55992">
                  <c:v>0.64805555555358296</c:v>
                </c:pt>
                <c:pt idx="55993">
                  <c:v>0.64806712963036261</c:v>
                </c:pt>
                <c:pt idx="55994">
                  <c:v>0.64807870369986631</c:v>
                </c:pt>
                <c:pt idx="55995">
                  <c:v>0.64809027777664596</c:v>
                </c:pt>
                <c:pt idx="55996">
                  <c:v>0.64810185184614966</c:v>
                </c:pt>
                <c:pt idx="55997">
                  <c:v>0.64811342592292931</c:v>
                </c:pt>
                <c:pt idx="55998">
                  <c:v>0.64812499999970896</c:v>
                </c:pt>
                <c:pt idx="55999">
                  <c:v>0.64813657406921266</c:v>
                </c:pt>
                <c:pt idx="56000">
                  <c:v>0.64814814814599231</c:v>
                </c:pt>
                <c:pt idx="56001">
                  <c:v>0.64815972222277196</c:v>
                </c:pt>
                <c:pt idx="56002">
                  <c:v>0.64817129629227566</c:v>
                </c:pt>
                <c:pt idx="56003">
                  <c:v>0.64818287036905531</c:v>
                </c:pt>
                <c:pt idx="56004">
                  <c:v>0.648194444438559</c:v>
                </c:pt>
                <c:pt idx="56005">
                  <c:v>0.64820601851533866</c:v>
                </c:pt>
                <c:pt idx="56006">
                  <c:v>0.64821759259211831</c:v>
                </c:pt>
                <c:pt idx="56007">
                  <c:v>0.648229166661622</c:v>
                </c:pt>
                <c:pt idx="56008">
                  <c:v>0.64824074073840166</c:v>
                </c:pt>
                <c:pt idx="56009">
                  <c:v>0.64825231481518131</c:v>
                </c:pt>
                <c:pt idx="56010">
                  <c:v>0.648263888884685</c:v>
                </c:pt>
                <c:pt idx="56011">
                  <c:v>0.64827546296146465</c:v>
                </c:pt>
                <c:pt idx="56012">
                  <c:v>0.64828703703824431</c:v>
                </c:pt>
                <c:pt idx="56013">
                  <c:v>0.648298611107748</c:v>
                </c:pt>
                <c:pt idx="56014">
                  <c:v>0.64831018518452765</c:v>
                </c:pt>
                <c:pt idx="56015">
                  <c:v>0.64832175925403135</c:v>
                </c:pt>
                <c:pt idx="56016">
                  <c:v>0.648333333330811</c:v>
                </c:pt>
                <c:pt idx="56017">
                  <c:v>0.64834490740759065</c:v>
                </c:pt>
                <c:pt idx="56018">
                  <c:v>0.64835648147709435</c:v>
                </c:pt>
                <c:pt idx="56019">
                  <c:v>0.648368055553874</c:v>
                </c:pt>
                <c:pt idx="56020">
                  <c:v>0.64837962963065365</c:v>
                </c:pt>
                <c:pt idx="56021">
                  <c:v>0.64839120370015735</c:v>
                </c:pt>
                <c:pt idx="56022">
                  <c:v>0.648402777776937</c:v>
                </c:pt>
                <c:pt idx="56023">
                  <c:v>0.6484143518464407</c:v>
                </c:pt>
                <c:pt idx="56024">
                  <c:v>0.64842592592322035</c:v>
                </c:pt>
                <c:pt idx="56025">
                  <c:v>0.6484375</c:v>
                </c:pt>
                <c:pt idx="56026">
                  <c:v>0.64844907406950369</c:v>
                </c:pt>
                <c:pt idx="56027">
                  <c:v>0.64846064814628335</c:v>
                </c:pt>
                <c:pt idx="56028">
                  <c:v>0.648472222223063</c:v>
                </c:pt>
                <c:pt idx="56029">
                  <c:v>0.64848379629256669</c:v>
                </c:pt>
                <c:pt idx="56030">
                  <c:v>0.64849537036934635</c:v>
                </c:pt>
                <c:pt idx="56031">
                  <c:v>0.64850694443885004</c:v>
                </c:pt>
                <c:pt idx="56032">
                  <c:v>0.64851851851562969</c:v>
                </c:pt>
                <c:pt idx="56033">
                  <c:v>0.64853009259240935</c:v>
                </c:pt>
                <c:pt idx="56034">
                  <c:v>0.64854166666191304</c:v>
                </c:pt>
                <c:pt idx="56035">
                  <c:v>0.64855324073869269</c:v>
                </c:pt>
                <c:pt idx="56036">
                  <c:v>0.64856481481547235</c:v>
                </c:pt>
                <c:pt idx="56037">
                  <c:v>0.64857638888497604</c:v>
                </c:pt>
                <c:pt idx="56038">
                  <c:v>0.64858796296175569</c:v>
                </c:pt>
                <c:pt idx="56039">
                  <c:v>0.64859953703125939</c:v>
                </c:pt>
                <c:pt idx="56040">
                  <c:v>0.64861111110803904</c:v>
                </c:pt>
                <c:pt idx="56041">
                  <c:v>0.64862268518481869</c:v>
                </c:pt>
                <c:pt idx="56042">
                  <c:v>0.64863425925432239</c:v>
                </c:pt>
                <c:pt idx="56043">
                  <c:v>0.64864583333110204</c:v>
                </c:pt>
                <c:pt idx="56044">
                  <c:v>0.64865740740788169</c:v>
                </c:pt>
                <c:pt idx="56045">
                  <c:v>0.64866898147738539</c:v>
                </c:pt>
                <c:pt idx="56046">
                  <c:v>0.64868055555416504</c:v>
                </c:pt>
                <c:pt idx="56047">
                  <c:v>0.64869212963094469</c:v>
                </c:pt>
                <c:pt idx="56048">
                  <c:v>0.64870370370044839</c:v>
                </c:pt>
                <c:pt idx="56049">
                  <c:v>0.64871527777722804</c:v>
                </c:pt>
                <c:pt idx="56050">
                  <c:v>0.64872685184673173</c:v>
                </c:pt>
                <c:pt idx="56051">
                  <c:v>0.64873842592351139</c:v>
                </c:pt>
                <c:pt idx="56052">
                  <c:v>0.64875000000029104</c:v>
                </c:pt>
                <c:pt idx="56053">
                  <c:v>0.64876157406979473</c:v>
                </c:pt>
                <c:pt idx="56054">
                  <c:v>0.64877314814657439</c:v>
                </c:pt>
                <c:pt idx="56055">
                  <c:v>0.64878472222335404</c:v>
                </c:pt>
                <c:pt idx="56056">
                  <c:v>0.64879629629285773</c:v>
                </c:pt>
                <c:pt idx="56057">
                  <c:v>0.64880787036963739</c:v>
                </c:pt>
                <c:pt idx="56058">
                  <c:v>0.64881944443914108</c:v>
                </c:pt>
                <c:pt idx="56059">
                  <c:v>0.64883101851592073</c:v>
                </c:pt>
                <c:pt idx="56060">
                  <c:v>0.64884259259270038</c:v>
                </c:pt>
                <c:pt idx="56061">
                  <c:v>0.64885416666220408</c:v>
                </c:pt>
                <c:pt idx="56062">
                  <c:v>0.64886574073898373</c:v>
                </c:pt>
                <c:pt idx="56063">
                  <c:v>0.64887731481576338</c:v>
                </c:pt>
                <c:pt idx="56064">
                  <c:v>0.64888888888526708</c:v>
                </c:pt>
                <c:pt idx="56065">
                  <c:v>0.64890046296204673</c:v>
                </c:pt>
                <c:pt idx="56066">
                  <c:v>0.64891203703155043</c:v>
                </c:pt>
                <c:pt idx="56067">
                  <c:v>0.64892361110833008</c:v>
                </c:pt>
                <c:pt idx="56068">
                  <c:v>0.64893518518510973</c:v>
                </c:pt>
                <c:pt idx="56069">
                  <c:v>0.64894675925461343</c:v>
                </c:pt>
                <c:pt idx="56070">
                  <c:v>0.64895833333139308</c:v>
                </c:pt>
                <c:pt idx="56071">
                  <c:v>0.64896990740817273</c:v>
                </c:pt>
                <c:pt idx="56072">
                  <c:v>0.64898148147767643</c:v>
                </c:pt>
                <c:pt idx="56073">
                  <c:v>0.64899305555445608</c:v>
                </c:pt>
                <c:pt idx="56074">
                  <c:v>0.64900462962395977</c:v>
                </c:pt>
                <c:pt idx="56075">
                  <c:v>0.64901620370073942</c:v>
                </c:pt>
                <c:pt idx="56076">
                  <c:v>0.64902777777751908</c:v>
                </c:pt>
                <c:pt idx="56077">
                  <c:v>0.64903935184702277</c:v>
                </c:pt>
                <c:pt idx="56078">
                  <c:v>0.64905092592380242</c:v>
                </c:pt>
                <c:pt idx="56079">
                  <c:v>0.64906250000058208</c:v>
                </c:pt>
                <c:pt idx="56080">
                  <c:v>0.64907407407008577</c:v>
                </c:pt>
                <c:pt idx="56081">
                  <c:v>0.64908564814686542</c:v>
                </c:pt>
                <c:pt idx="56082">
                  <c:v>0.64909722221636912</c:v>
                </c:pt>
                <c:pt idx="56083">
                  <c:v>0.64910879629314877</c:v>
                </c:pt>
                <c:pt idx="56084">
                  <c:v>0.64912037036992842</c:v>
                </c:pt>
                <c:pt idx="56085">
                  <c:v>0.64913194443943212</c:v>
                </c:pt>
                <c:pt idx="56086">
                  <c:v>0.64914351851621177</c:v>
                </c:pt>
                <c:pt idx="56087">
                  <c:v>0.64915509259299142</c:v>
                </c:pt>
                <c:pt idx="56088">
                  <c:v>0.64916666666249512</c:v>
                </c:pt>
                <c:pt idx="56089">
                  <c:v>0.64917824073927477</c:v>
                </c:pt>
                <c:pt idx="56090">
                  <c:v>0.64918981481605442</c:v>
                </c:pt>
                <c:pt idx="56091">
                  <c:v>0.64920138888555812</c:v>
                </c:pt>
                <c:pt idx="56092">
                  <c:v>0.64921296296233777</c:v>
                </c:pt>
                <c:pt idx="56093">
                  <c:v>0.64922453703184146</c:v>
                </c:pt>
                <c:pt idx="56094">
                  <c:v>0.64923611110862112</c:v>
                </c:pt>
                <c:pt idx="56095">
                  <c:v>0.64924768518540077</c:v>
                </c:pt>
                <c:pt idx="56096">
                  <c:v>0.64925925925490446</c:v>
                </c:pt>
                <c:pt idx="56097">
                  <c:v>0.64927083333168412</c:v>
                </c:pt>
                <c:pt idx="56098">
                  <c:v>0.64928240740846377</c:v>
                </c:pt>
                <c:pt idx="56099">
                  <c:v>0.64929398147796746</c:v>
                </c:pt>
                <c:pt idx="56100">
                  <c:v>0.64930555555474712</c:v>
                </c:pt>
                <c:pt idx="56101">
                  <c:v>0.64931712962425081</c:v>
                </c:pt>
                <c:pt idx="56102">
                  <c:v>0.64932870370103046</c:v>
                </c:pt>
                <c:pt idx="56103">
                  <c:v>0.64934027777781012</c:v>
                </c:pt>
                <c:pt idx="56104">
                  <c:v>0.64935185184731381</c:v>
                </c:pt>
                <c:pt idx="56105">
                  <c:v>0.64936342592409346</c:v>
                </c:pt>
                <c:pt idx="56106">
                  <c:v>0.64937500000087311</c:v>
                </c:pt>
                <c:pt idx="56107">
                  <c:v>0.64938657407037681</c:v>
                </c:pt>
                <c:pt idx="56108">
                  <c:v>0.64939814814715646</c:v>
                </c:pt>
                <c:pt idx="56109">
                  <c:v>0.64940972221666016</c:v>
                </c:pt>
                <c:pt idx="56110">
                  <c:v>0.64942129629343981</c:v>
                </c:pt>
                <c:pt idx="56111">
                  <c:v>0.64943287037021946</c:v>
                </c:pt>
                <c:pt idx="56112">
                  <c:v>0.64944444443972316</c:v>
                </c:pt>
                <c:pt idx="56113">
                  <c:v>0.64945601851650281</c:v>
                </c:pt>
                <c:pt idx="56114">
                  <c:v>0.64946759259328246</c:v>
                </c:pt>
                <c:pt idx="56115">
                  <c:v>0.64947916666278616</c:v>
                </c:pt>
                <c:pt idx="56116">
                  <c:v>0.64949074073956581</c:v>
                </c:pt>
                <c:pt idx="56117">
                  <c:v>0.6495023148090695</c:v>
                </c:pt>
                <c:pt idx="56118">
                  <c:v>0.64951388888584916</c:v>
                </c:pt>
                <c:pt idx="56119">
                  <c:v>0.64952546296262881</c:v>
                </c:pt>
                <c:pt idx="56120">
                  <c:v>0.6495370370321325</c:v>
                </c:pt>
                <c:pt idx="56121">
                  <c:v>0.64954861110891216</c:v>
                </c:pt>
                <c:pt idx="56122">
                  <c:v>0.64956018518569181</c:v>
                </c:pt>
                <c:pt idx="56123">
                  <c:v>0.6495717592551955</c:v>
                </c:pt>
                <c:pt idx="56124">
                  <c:v>0.64958333333197515</c:v>
                </c:pt>
                <c:pt idx="56125">
                  <c:v>0.64959490740147885</c:v>
                </c:pt>
                <c:pt idx="56126">
                  <c:v>0.6496064814782585</c:v>
                </c:pt>
                <c:pt idx="56127">
                  <c:v>0.64961805555503815</c:v>
                </c:pt>
                <c:pt idx="56128">
                  <c:v>0.64962962962454185</c:v>
                </c:pt>
                <c:pt idx="56129">
                  <c:v>0.6496412037013215</c:v>
                </c:pt>
                <c:pt idx="56130">
                  <c:v>0.64965277777810115</c:v>
                </c:pt>
                <c:pt idx="56131">
                  <c:v>0.64966435184760485</c:v>
                </c:pt>
                <c:pt idx="56132">
                  <c:v>0.6496759259243845</c:v>
                </c:pt>
                <c:pt idx="56133">
                  <c:v>0.64968750000116415</c:v>
                </c:pt>
                <c:pt idx="56134">
                  <c:v>0.64969907407066785</c:v>
                </c:pt>
                <c:pt idx="56135">
                  <c:v>0.6497106481474475</c:v>
                </c:pt>
                <c:pt idx="56136">
                  <c:v>0.6497222222169512</c:v>
                </c:pt>
                <c:pt idx="56137">
                  <c:v>0.64973379629373085</c:v>
                </c:pt>
                <c:pt idx="56138">
                  <c:v>0.6497453703705105</c:v>
                </c:pt>
                <c:pt idx="56139">
                  <c:v>0.64975694444001419</c:v>
                </c:pt>
                <c:pt idx="56140">
                  <c:v>0.64976851851679385</c:v>
                </c:pt>
                <c:pt idx="56141">
                  <c:v>0.6497800925935735</c:v>
                </c:pt>
                <c:pt idx="56142">
                  <c:v>0.64979166666307719</c:v>
                </c:pt>
                <c:pt idx="56143">
                  <c:v>0.64980324073985685</c:v>
                </c:pt>
                <c:pt idx="56144">
                  <c:v>0.64981481480936054</c:v>
                </c:pt>
                <c:pt idx="56145">
                  <c:v>0.64982638888614019</c:v>
                </c:pt>
                <c:pt idx="56146">
                  <c:v>0.64983796296291985</c:v>
                </c:pt>
                <c:pt idx="56147">
                  <c:v>0.64984953703242354</c:v>
                </c:pt>
                <c:pt idx="56148">
                  <c:v>0.64986111110920319</c:v>
                </c:pt>
                <c:pt idx="56149">
                  <c:v>0.64987268518598285</c:v>
                </c:pt>
                <c:pt idx="56150">
                  <c:v>0.64988425925548654</c:v>
                </c:pt>
                <c:pt idx="56151">
                  <c:v>0.64989583333226619</c:v>
                </c:pt>
                <c:pt idx="56152">
                  <c:v>0.64990740740176989</c:v>
                </c:pt>
                <c:pt idx="56153">
                  <c:v>0.64991898147854954</c:v>
                </c:pt>
                <c:pt idx="56154">
                  <c:v>0.64993055555532919</c:v>
                </c:pt>
                <c:pt idx="56155">
                  <c:v>0.64994212962483289</c:v>
                </c:pt>
                <c:pt idx="56156">
                  <c:v>0.64995370370161254</c:v>
                </c:pt>
                <c:pt idx="56157">
                  <c:v>0.64996527777839219</c:v>
                </c:pt>
                <c:pt idx="56158">
                  <c:v>0.64997685184789589</c:v>
                </c:pt>
                <c:pt idx="56159">
                  <c:v>0.64998842592467554</c:v>
                </c:pt>
                <c:pt idx="56160">
                  <c:v>0.64999999999417923</c:v>
                </c:pt>
                <c:pt idx="56161">
                  <c:v>0.65001157407095889</c:v>
                </c:pt>
                <c:pt idx="56162">
                  <c:v>0.65002314814773854</c:v>
                </c:pt>
                <c:pt idx="56163">
                  <c:v>0.65003472221724223</c:v>
                </c:pt>
                <c:pt idx="56164">
                  <c:v>0.65004629629402189</c:v>
                </c:pt>
                <c:pt idx="56165">
                  <c:v>0.65005787037080154</c:v>
                </c:pt>
                <c:pt idx="56166">
                  <c:v>0.65006944444030523</c:v>
                </c:pt>
                <c:pt idx="56167">
                  <c:v>0.65008101851708489</c:v>
                </c:pt>
                <c:pt idx="56168">
                  <c:v>0.65009259259386454</c:v>
                </c:pt>
                <c:pt idx="56169">
                  <c:v>0.65010416666336823</c:v>
                </c:pt>
                <c:pt idx="56170">
                  <c:v>0.65011574074014788</c:v>
                </c:pt>
                <c:pt idx="56171">
                  <c:v>0.65012731480965158</c:v>
                </c:pt>
                <c:pt idx="56172">
                  <c:v>0.65013888888643123</c:v>
                </c:pt>
                <c:pt idx="56173">
                  <c:v>0.65015046296321088</c:v>
                </c:pt>
                <c:pt idx="56174">
                  <c:v>0.65016203703271458</c:v>
                </c:pt>
                <c:pt idx="56175">
                  <c:v>0.65017361110949423</c:v>
                </c:pt>
                <c:pt idx="56176">
                  <c:v>0.65018518518627388</c:v>
                </c:pt>
                <c:pt idx="56177">
                  <c:v>0.65019675925577758</c:v>
                </c:pt>
                <c:pt idx="56178">
                  <c:v>0.65020833333255723</c:v>
                </c:pt>
                <c:pt idx="56179">
                  <c:v>0.65021990740206093</c:v>
                </c:pt>
                <c:pt idx="56180">
                  <c:v>0.65023148147884058</c:v>
                </c:pt>
                <c:pt idx="56181">
                  <c:v>0.65024305555562023</c:v>
                </c:pt>
                <c:pt idx="56182">
                  <c:v>0.65025462962512393</c:v>
                </c:pt>
                <c:pt idx="56183">
                  <c:v>0.65026620370190358</c:v>
                </c:pt>
                <c:pt idx="56184">
                  <c:v>0.65027777777868323</c:v>
                </c:pt>
                <c:pt idx="56185">
                  <c:v>0.65028935184818693</c:v>
                </c:pt>
                <c:pt idx="56186">
                  <c:v>0.65030092592496658</c:v>
                </c:pt>
                <c:pt idx="56187">
                  <c:v>0.65031249999447027</c:v>
                </c:pt>
                <c:pt idx="56188">
                  <c:v>0.65032407407124992</c:v>
                </c:pt>
                <c:pt idx="56189">
                  <c:v>0.65033564814802958</c:v>
                </c:pt>
                <c:pt idx="56190">
                  <c:v>0.65034722221753327</c:v>
                </c:pt>
                <c:pt idx="56191">
                  <c:v>0.65035879629431292</c:v>
                </c:pt>
                <c:pt idx="56192">
                  <c:v>0.65037037037109258</c:v>
                </c:pt>
                <c:pt idx="56193">
                  <c:v>0.65038194444059627</c:v>
                </c:pt>
                <c:pt idx="56194">
                  <c:v>0.65039351851737592</c:v>
                </c:pt>
                <c:pt idx="56195">
                  <c:v>0.65040509258687962</c:v>
                </c:pt>
                <c:pt idx="56196">
                  <c:v>0.65041666666365927</c:v>
                </c:pt>
                <c:pt idx="56197">
                  <c:v>0.65042824074043892</c:v>
                </c:pt>
                <c:pt idx="56198">
                  <c:v>0.65043981480994262</c:v>
                </c:pt>
                <c:pt idx="56199">
                  <c:v>0.65045138888672227</c:v>
                </c:pt>
                <c:pt idx="56200">
                  <c:v>0.65046296296350192</c:v>
                </c:pt>
                <c:pt idx="56201">
                  <c:v>0.65047453703300562</c:v>
                </c:pt>
                <c:pt idx="56202">
                  <c:v>0.65048611110978527</c:v>
                </c:pt>
                <c:pt idx="56203">
                  <c:v>0.65049768517928896</c:v>
                </c:pt>
                <c:pt idx="56204">
                  <c:v>0.65050925925606862</c:v>
                </c:pt>
                <c:pt idx="56205">
                  <c:v>0.65052083333284827</c:v>
                </c:pt>
                <c:pt idx="56206">
                  <c:v>0.65053240740235196</c:v>
                </c:pt>
                <c:pt idx="56207">
                  <c:v>0.65054398147913162</c:v>
                </c:pt>
                <c:pt idx="56208">
                  <c:v>0.65055555555591127</c:v>
                </c:pt>
                <c:pt idx="56209">
                  <c:v>0.65056712962541496</c:v>
                </c:pt>
                <c:pt idx="56210">
                  <c:v>0.65057870370219462</c:v>
                </c:pt>
                <c:pt idx="56211">
                  <c:v>0.65059027777897427</c:v>
                </c:pt>
                <c:pt idx="56212">
                  <c:v>0.65060185184847796</c:v>
                </c:pt>
                <c:pt idx="56213">
                  <c:v>0.65061342592525762</c:v>
                </c:pt>
                <c:pt idx="56214">
                  <c:v>0.65062499999476131</c:v>
                </c:pt>
                <c:pt idx="56215">
                  <c:v>0.65063657407154096</c:v>
                </c:pt>
                <c:pt idx="56216">
                  <c:v>0.65064814814832062</c:v>
                </c:pt>
                <c:pt idx="56217">
                  <c:v>0.65065972221782431</c:v>
                </c:pt>
                <c:pt idx="56218">
                  <c:v>0.65067129629460396</c:v>
                </c:pt>
                <c:pt idx="56219">
                  <c:v>0.65068287037138361</c:v>
                </c:pt>
                <c:pt idx="56220">
                  <c:v>0.65069444444088731</c:v>
                </c:pt>
                <c:pt idx="56221">
                  <c:v>0.65070601851766696</c:v>
                </c:pt>
                <c:pt idx="56222">
                  <c:v>0.65071759258717066</c:v>
                </c:pt>
                <c:pt idx="56223">
                  <c:v>0.65072916666395031</c:v>
                </c:pt>
                <c:pt idx="56224">
                  <c:v>0.65074074074072996</c:v>
                </c:pt>
                <c:pt idx="56225">
                  <c:v>0.65075231481023366</c:v>
                </c:pt>
                <c:pt idx="56226">
                  <c:v>0.65076388888701331</c:v>
                </c:pt>
                <c:pt idx="56227">
                  <c:v>0.65077546296379296</c:v>
                </c:pt>
                <c:pt idx="56228">
                  <c:v>0.65078703703329666</c:v>
                </c:pt>
                <c:pt idx="56229">
                  <c:v>0.65079861111007631</c:v>
                </c:pt>
                <c:pt idx="56230">
                  <c:v>0.65081018517958</c:v>
                </c:pt>
                <c:pt idx="56231">
                  <c:v>0.65082175925635966</c:v>
                </c:pt>
                <c:pt idx="56232">
                  <c:v>0.65083333333313931</c:v>
                </c:pt>
                <c:pt idx="56233">
                  <c:v>0.650844907402643</c:v>
                </c:pt>
                <c:pt idx="56234">
                  <c:v>0.65085648147942265</c:v>
                </c:pt>
                <c:pt idx="56235">
                  <c:v>0.65086805555620231</c:v>
                </c:pt>
                <c:pt idx="56236">
                  <c:v>0.650879629625706</c:v>
                </c:pt>
                <c:pt idx="56237">
                  <c:v>0.65089120370248565</c:v>
                </c:pt>
                <c:pt idx="56238">
                  <c:v>0.65090277777198935</c:v>
                </c:pt>
                <c:pt idx="56239">
                  <c:v>0.650914351848769</c:v>
                </c:pt>
                <c:pt idx="56240">
                  <c:v>0.65092592592554865</c:v>
                </c:pt>
                <c:pt idx="56241">
                  <c:v>0.65093749999505235</c:v>
                </c:pt>
                <c:pt idx="56242">
                  <c:v>0.650949074071832</c:v>
                </c:pt>
                <c:pt idx="56243">
                  <c:v>0.65096064814861165</c:v>
                </c:pt>
                <c:pt idx="56244">
                  <c:v>0.65097222221811535</c:v>
                </c:pt>
                <c:pt idx="56245">
                  <c:v>0.650983796294895</c:v>
                </c:pt>
                <c:pt idx="56246">
                  <c:v>0.65099537037167465</c:v>
                </c:pt>
                <c:pt idx="56247">
                  <c:v>0.65100694444117835</c:v>
                </c:pt>
                <c:pt idx="56248">
                  <c:v>0.651018518517958</c:v>
                </c:pt>
                <c:pt idx="56249">
                  <c:v>0.6510300925874617</c:v>
                </c:pt>
                <c:pt idx="56250">
                  <c:v>0.65104166666424135</c:v>
                </c:pt>
                <c:pt idx="56251">
                  <c:v>0.651053240741021</c:v>
                </c:pt>
                <c:pt idx="56252">
                  <c:v>0.65106481481052469</c:v>
                </c:pt>
                <c:pt idx="56253">
                  <c:v>0.65107638888730435</c:v>
                </c:pt>
                <c:pt idx="56254">
                  <c:v>0.651087962964084</c:v>
                </c:pt>
                <c:pt idx="56255">
                  <c:v>0.65109953703358769</c:v>
                </c:pt>
                <c:pt idx="56256">
                  <c:v>0.65111111111036735</c:v>
                </c:pt>
                <c:pt idx="56257">
                  <c:v>0.65112268517987104</c:v>
                </c:pt>
                <c:pt idx="56258">
                  <c:v>0.65113425925665069</c:v>
                </c:pt>
                <c:pt idx="56259">
                  <c:v>0.65114583333343035</c:v>
                </c:pt>
                <c:pt idx="56260">
                  <c:v>0.65115740740293404</c:v>
                </c:pt>
                <c:pt idx="56261">
                  <c:v>0.65116898147971369</c:v>
                </c:pt>
                <c:pt idx="56262">
                  <c:v>0.65118055555649335</c:v>
                </c:pt>
                <c:pt idx="56263">
                  <c:v>0.65119212962599704</c:v>
                </c:pt>
                <c:pt idx="56264">
                  <c:v>0.65120370370277669</c:v>
                </c:pt>
                <c:pt idx="56265">
                  <c:v>0.65121527777228039</c:v>
                </c:pt>
                <c:pt idx="56266">
                  <c:v>0.65122685184906004</c:v>
                </c:pt>
                <c:pt idx="56267">
                  <c:v>0.65123842592583969</c:v>
                </c:pt>
                <c:pt idx="56268">
                  <c:v>0.65124999999534339</c:v>
                </c:pt>
                <c:pt idx="56269">
                  <c:v>0.65126157407212304</c:v>
                </c:pt>
                <c:pt idx="56270">
                  <c:v>0.65127314814890269</c:v>
                </c:pt>
                <c:pt idx="56271">
                  <c:v>0.65128472221840639</c:v>
                </c:pt>
                <c:pt idx="56272">
                  <c:v>0.65129629629518604</c:v>
                </c:pt>
                <c:pt idx="56273">
                  <c:v>0.65130787036468973</c:v>
                </c:pt>
                <c:pt idx="56274">
                  <c:v>0.65131944444146939</c:v>
                </c:pt>
                <c:pt idx="56275">
                  <c:v>0.65133101851824904</c:v>
                </c:pt>
                <c:pt idx="56276">
                  <c:v>0.65134259258775273</c:v>
                </c:pt>
                <c:pt idx="56277">
                  <c:v>0.65135416666453239</c:v>
                </c:pt>
                <c:pt idx="56278">
                  <c:v>0.65136574074131204</c:v>
                </c:pt>
                <c:pt idx="56279">
                  <c:v>0.65137731481081573</c:v>
                </c:pt>
                <c:pt idx="56280">
                  <c:v>0.65138888888759539</c:v>
                </c:pt>
                <c:pt idx="56281">
                  <c:v>0.65140046295709908</c:v>
                </c:pt>
                <c:pt idx="56282">
                  <c:v>0.65141203703387873</c:v>
                </c:pt>
                <c:pt idx="56283">
                  <c:v>0.65142361111065838</c:v>
                </c:pt>
                <c:pt idx="56284">
                  <c:v>0.65143518518016208</c:v>
                </c:pt>
                <c:pt idx="56285">
                  <c:v>0.65144675925694173</c:v>
                </c:pt>
                <c:pt idx="56286">
                  <c:v>0.65145833333372138</c:v>
                </c:pt>
                <c:pt idx="56287">
                  <c:v>0.65146990740322508</c:v>
                </c:pt>
                <c:pt idx="56288">
                  <c:v>0.65148148148000473</c:v>
                </c:pt>
                <c:pt idx="56289">
                  <c:v>0.65149305555678438</c:v>
                </c:pt>
                <c:pt idx="56290">
                  <c:v>0.65150462962628808</c:v>
                </c:pt>
                <c:pt idx="56291">
                  <c:v>0.65151620370306773</c:v>
                </c:pt>
                <c:pt idx="56292">
                  <c:v>0.65152777777257143</c:v>
                </c:pt>
                <c:pt idx="56293">
                  <c:v>0.65153935184935108</c:v>
                </c:pt>
                <c:pt idx="56294">
                  <c:v>0.65155092592613073</c:v>
                </c:pt>
                <c:pt idx="56295">
                  <c:v>0.65156249999563443</c:v>
                </c:pt>
                <c:pt idx="56296">
                  <c:v>0.65157407407241408</c:v>
                </c:pt>
                <c:pt idx="56297">
                  <c:v>0.65158564814919373</c:v>
                </c:pt>
                <c:pt idx="56298">
                  <c:v>0.65159722221869742</c:v>
                </c:pt>
                <c:pt idx="56299">
                  <c:v>0.65160879629547708</c:v>
                </c:pt>
                <c:pt idx="56300">
                  <c:v>0.65162037036498077</c:v>
                </c:pt>
                <c:pt idx="56301">
                  <c:v>0.65163194444176042</c:v>
                </c:pt>
                <c:pt idx="56302">
                  <c:v>0.65164351851854008</c:v>
                </c:pt>
                <c:pt idx="56303">
                  <c:v>0.65165509258804377</c:v>
                </c:pt>
                <c:pt idx="56304">
                  <c:v>0.65166666666482342</c:v>
                </c:pt>
                <c:pt idx="56305">
                  <c:v>0.65167824074160308</c:v>
                </c:pt>
                <c:pt idx="56306">
                  <c:v>0.65168981481110677</c:v>
                </c:pt>
                <c:pt idx="56307">
                  <c:v>0.65170138888788642</c:v>
                </c:pt>
                <c:pt idx="56308">
                  <c:v>0.65171296295739012</c:v>
                </c:pt>
                <c:pt idx="56309">
                  <c:v>0.65172453703416977</c:v>
                </c:pt>
                <c:pt idx="56310">
                  <c:v>0.65173611111094942</c:v>
                </c:pt>
                <c:pt idx="56311">
                  <c:v>0.65174768518045312</c:v>
                </c:pt>
                <c:pt idx="56312">
                  <c:v>0.65175925925723277</c:v>
                </c:pt>
                <c:pt idx="56313">
                  <c:v>0.65177083333401242</c:v>
                </c:pt>
                <c:pt idx="56314">
                  <c:v>0.65178240740351612</c:v>
                </c:pt>
                <c:pt idx="56315">
                  <c:v>0.65179398148029577</c:v>
                </c:pt>
                <c:pt idx="56316">
                  <c:v>0.65180555554979946</c:v>
                </c:pt>
                <c:pt idx="56317">
                  <c:v>0.65181712962657912</c:v>
                </c:pt>
                <c:pt idx="56318">
                  <c:v>0.65182870370335877</c:v>
                </c:pt>
                <c:pt idx="56319">
                  <c:v>0.65184027777286246</c:v>
                </c:pt>
                <c:pt idx="56320">
                  <c:v>0.65185185184964212</c:v>
                </c:pt>
                <c:pt idx="56321">
                  <c:v>0.65186342592642177</c:v>
                </c:pt>
                <c:pt idx="56322">
                  <c:v>0.65187499999592546</c:v>
                </c:pt>
                <c:pt idx="56323">
                  <c:v>0.65188657407270512</c:v>
                </c:pt>
                <c:pt idx="56324">
                  <c:v>0.65189814814948477</c:v>
                </c:pt>
                <c:pt idx="56325">
                  <c:v>0.65190972221898846</c:v>
                </c:pt>
                <c:pt idx="56326">
                  <c:v>0.65192129629576812</c:v>
                </c:pt>
                <c:pt idx="56327">
                  <c:v>0.65193287036527181</c:v>
                </c:pt>
                <c:pt idx="56328">
                  <c:v>0.65194444444205146</c:v>
                </c:pt>
                <c:pt idx="56329">
                  <c:v>0.65195601851883112</c:v>
                </c:pt>
                <c:pt idx="56330">
                  <c:v>0.65196759258833481</c:v>
                </c:pt>
                <c:pt idx="56331">
                  <c:v>0.65197916666511446</c:v>
                </c:pt>
                <c:pt idx="56332">
                  <c:v>0.65199074074189411</c:v>
                </c:pt>
                <c:pt idx="56333">
                  <c:v>0.65200231481139781</c:v>
                </c:pt>
                <c:pt idx="56334">
                  <c:v>0.65201388888817746</c:v>
                </c:pt>
                <c:pt idx="56335">
                  <c:v>0.65202546295768116</c:v>
                </c:pt>
                <c:pt idx="56336">
                  <c:v>0.65203703703446081</c:v>
                </c:pt>
                <c:pt idx="56337">
                  <c:v>0.65204861111124046</c:v>
                </c:pt>
                <c:pt idx="56338">
                  <c:v>0.65206018518074416</c:v>
                </c:pt>
                <c:pt idx="56339">
                  <c:v>0.65207175925752381</c:v>
                </c:pt>
                <c:pt idx="56340">
                  <c:v>0.65208333333430346</c:v>
                </c:pt>
                <c:pt idx="56341">
                  <c:v>0.65209490740380716</c:v>
                </c:pt>
                <c:pt idx="56342">
                  <c:v>0.65210648148058681</c:v>
                </c:pt>
                <c:pt idx="56343">
                  <c:v>0.6521180555500905</c:v>
                </c:pt>
                <c:pt idx="56344">
                  <c:v>0.65212962962687016</c:v>
                </c:pt>
                <c:pt idx="56345">
                  <c:v>0.65214120370364981</c:v>
                </c:pt>
                <c:pt idx="56346">
                  <c:v>0.6521527777731535</c:v>
                </c:pt>
                <c:pt idx="56347">
                  <c:v>0.65216435184993315</c:v>
                </c:pt>
                <c:pt idx="56348">
                  <c:v>0.65217592592671281</c:v>
                </c:pt>
                <c:pt idx="56349">
                  <c:v>0.6521874999962165</c:v>
                </c:pt>
                <c:pt idx="56350">
                  <c:v>0.65219907407299615</c:v>
                </c:pt>
                <c:pt idx="56351">
                  <c:v>0.65221064814249985</c:v>
                </c:pt>
                <c:pt idx="56352">
                  <c:v>0.6522222222192795</c:v>
                </c:pt>
                <c:pt idx="56353">
                  <c:v>0.65223379629605915</c:v>
                </c:pt>
                <c:pt idx="56354">
                  <c:v>0.65224537036556285</c:v>
                </c:pt>
                <c:pt idx="56355">
                  <c:v>0.6522569444423425</c:v>
                </c:pt>
                <c:pt idx="56356">
                  <c:v>0.65226851851912215</c:v>
                </c:pt>
                <c:pt idx="56357">
                  <c:v>0.65228009258862585</c:v>
                </c:pt>
                <c:pt idx="56358">
                  <c:v>0.6522916666654055</c:v>
                </c:pt>
                <c:pt idx="56359">
                  <c:v>0.6523032407349092</c:v>
                </c:pt>
                <c:pt idx="56360">
                  <c:v>0.65231481481168885</c:v>
                </c:pt>
                <c:pt idx="56361">
                  <c:v>0.6523263888884685</c:v>
                </c:pt>
                <c:pt idx="56362">
                  <c:v>0.65233796295797219</c:v>
                </c:pt>
                <c:pt idx="56363">
                  <c:v>0.65234953703475185</c:v>
                </c:pt>
                <c:pt idx="56364">
                  <c:v>0.6523611111115315</c:v>
                </c:pt>
                <c:pt idx="56365">
                  <c:v>0.65237268518103519</c:v>
                </c:pt>
                <c:pt idx="56366">
                  <c:v>0.65238425925781485</c:v>
                </c:pt>
                <c:pt idx="56367">
                  <c:v>0.6523958333345945</c:v>
                </c:pt>
                <c:pt idx="56368">
                  <c:v>0.65240740740409819</c:v>
                </c:pt>
                <c:pt idx="56369">
                  <c:v>0.65241898148087785</c:v>
                </c:pt>
                <c:pt idx="56370">
                  <c:v>0.65243055555038154</c:v>
                </c:pt>
                <c:pt idx="56371">
                  <c:v>0.65244212962716119</c:v>
                </c:pt>
                <c:pt idx="56372">
                  <c:v>0.65245370370394085</c:v>
                </c:pt>
                <c:pt idx="56373">
                  <c:v>0.65246527777344454</c:v>
                </c:pt>
                <c:pt idx="56374">
                  <c:v>0.65247685185022419</c:v>
                </c:pt>
                <c:pt idx="56375">
                  <c:v>0.65248842592700385</c:v>
                </c:pt>
                <c:pt idx="56376">
                  <c:v>0.65249999999650754</c:v>
                </c:pt>
                <c:pt idx="56377">
                  <c:v>0.65251157407328719</c:v>
                </c:pt>
                <c:pt idx="56378">
                  <c:v>0.65252314814279089</c:v>
                </c:pt>
                <c:pt idx="56379">
                  <c:v>0.65253472221957054</c:v>
                </c:pt>
                <c:pt idx="56380">
                  <c:v>0.65254629629635019</c:v>
                </c:pt>
                <c:pt idx="56381">
                  <c:v>0.65255787036585389</c:v>
                </c:pt>
                <c:pt idx="56382">
                  <c:v>0.65256944444263354</c:v>
                </c:pt>
                <c:pt idx="56383">
                  <c:v>0.65258101851941319</c:v>
                </c:pt>
                <c:pt idx="56384">
                  <c:v>0.65259259258891689</c:v>
                </c:pt>
                <c:pt idx="56385">
                  <c:v>0.65260416666569654</c:v>
                </c:pt>
                <c:pt idx="56386">
                  <c:v>0.65261574073520023</c:v>
                </c:pt>
                <c:pt idx="56387">
                  <c:v>0.65262731481197989</c:v>
                </c:pt>
                <c:pt idx="56388">
                  <c:v>0.65263888888875954</c:v>
                </c:pt>
                <c:pt idx="56389">
                  <c:v>0.65265046295826323</c:v>
                </c:pt>
                <c:pt idx="56390">
                  <c:v>0.65266203703504289</c:v>
                </c:pt>
                <c:pt idx="56391">
                  <c:v>0.65267361111182254</c:v>
                </c:pt>
                <c:pt idx="56392">
                  <c:v>0.65268518518132623</c:v>
                </c:pt>
                <c:pt idx="56393">
                  <c:v>0.65269675925810589</c:v>
                </c:pt>
                <c:pt idx="56394">
                  <c:v>0.65270833332760958</c:v>
                </c:pt>
                <c:pt idx="56395">
                  <c:v>0.65271990740438923</c:v>
                </c:pt>
                <c:pt idx="56396">
                  <c:v>0.65273148148116888</c:v>
                </c:pt>
                <c:pt idx="56397">
                  <c:v>0.65274305555067258</c:v>
                </c:pt>
                <c:pt idx="56398">
                  <c:v>0.65275462962745223</c:v>
                </c:pt>
                <c:pt idx="56399">
                  <c:v>0.65276620370423188</c:v>
                </c:pt>
                <c:pt idx="56400">
                  <c:v>0.65277777777373558</c:v>
                </c:pt>
                <c:pt idx="56401">
                  <c:v>0.65278935185051523</c:v>
                </c:pt>
                <c:pt idx="56402">
                  <c:v>0.65280092592001893</c:v>
                </c:pt>
                <c:pt idx="56403">
                  <c:v>0.65281249999679858</c:v>
                </c:pt>
                <c:pt idx="56404">
                  <c:v>0.65282407407357823</c:v>
                </c:pt>
                <c:pt idx="56405">
                  <c:v>0.65283564814308193</c:v>
                </c:pt>
                <c:pt idx="56406">
                  <c:v>0.65284722221986158</c:v>
                </c:pt>
                <c:pt idx="56407">
                  <c:v>0.65285879629664123</c:v>
                </c:pt>
                <c:pt idx="56408">
                  <c:v>0.65287037036614493</c:v>
                </c:pt>
                <c:pt idx="56409">
                  <c:v>0.65288194444292458</c:v>
                </c:pt>
                <c:pt idx="56410">
                  <c:v>0.65289351851970423</c:v>
                </c:pt>
                <c:pt idx="56411">
                  <c:v>0.65290509258920792</c:v>
                </c:pt>
                <c:pt idx="56412">
                  <c:v>0.65291666666598758</c:v>
                </c:pt>
                <c:pt idx="56413">
                  <c:v>0.65292824073549127</c:v>
                </c:pt>
                <c:pt idx="56414">
                  <c:v>0.65293981481227092</c:v>
                </c:pt>
                <c:pt idx="56415">
                  <c:v>0.65295138888905058</c:v>
                </c:pt>
                <c:pt idx="56416">
                  <c:v>0.65296296295855427</c:v>
                </c:pt>
                <c:pt idx="56417">
                  <c:v>0.65297453703533392</c:v>
                </c:pt>
                <c:pt idx="56418">
                  <c:v>0.65298611111211358</c:v>
                </c:pt>
                <c:pt idx="56419">
                  <c:v>0.65299768518161727</c:v>
                </c:pt>
                <c:pt idx="56420">
                  <c:v>0.65300925925839692</c:v>
                </c:pt>
                <c:pt idx="56421">
                  <c:v>0.65302083332790062</c:v>
                </c:pt>
                <c:pt idx="56422">
                  <c:v>0.65303240740468027</c:v>
                </c:pt>
                <c:pt idx="56423">
                  <c:v>0.65304398148145992</c:v>
                </c:pt>
                <c:pt idx="56424">
                  <c:v>0.65305555555096362</c:v>
                </c:pt>
                <c:pt idx="56425">
                  <c:v>0.65306712962774327</c:v>
                </c:pt>
                <c:pt idx="56426">
                  <c:v>0.65307870370452292</c:v>
                </c:pt>
                <c:pt idx="56427">
                  <c:v>0.65309027777402662</c:v>
                </c:pt>
                <c:pt idx="56428">
                  <c:v>0.65310185185080627</c:v>
                </c:pt>
                <c:pt idx="56429">
                  <c:v>0.65311342592030996</c:v>
                </c:pt>
                <c:pt idx="56430">
                  <c:v>0.65312499999708962</c:v>
                </c:pt>
                <c:pt idx="56431">
                  <c:v>0.65313657407386927</c:v>
                </c:pt>
                <c:pt idx="56432">
                  <c:v>0.65314814814337296</c:v>
                </c:pt>
                <c:pt idx="56433">
                  <c:v>0.65315972222015262</c:v>
                </c:pt>
                <c:pt idx="56434">
                  <c:v>0.65317129629693227</c:v>
                </c:pt>
                <c:pt idx="56435">
                  <c:v>0.65318287036643596</c:v>
                </c:pt>
                <c:pt idx="56436">
                  <c:v>0.65319444444321562</c:v>
                </c:pt>
                <c:pt idx="56437">
                  <c:v>0.65320601851271931</c:v>
                </c:pt>
                <c:pt idx="56438">
                  <c:v>0.65321759258949896</c:v>
                </c:pt>
                <c:pt idx="56439">
                  <c:v>0.65322916666627862</c:v>
                </c:pt>
                <c:pt idx="56440">
                  <c:v>0.65324074073578231</c:v>
                </c:pt>
                <c:pt idx="56441">
                  <c:v>0.65325231481256196</c:v>
                </c:pt>
                <c:pt idx="56442">
                  <c:v>0.65326388888934162</c:v>
                </c:pt>
                <c:pt idx="56443">
                  <c:v>0.65327546295884531</c:v>
                </c:pt>
                <c:pt idx="56444">
                  <c:v>0.65328703703562496</c:v>
                </c:pt>
                <c:pt idx="56445">
                  <c:v>0.65329861111240461</c:v>
                </c:pt>
                <c:pt idx="56446">
                  <c:v>0.65331018518190831</c:v>
                </c:pt>
                <c:pt idx="56447">
                  <c:v>0.65332175925868796</c:v>
                </c:pt>
                <c:pt idx="56448">
                  <c:v>0.65333333332819166</c:v>
                </c:pt>
                <c:pt idx="56449">
                  <c:v>0.65334490740497131</c:v>
                </c:pt>
                <c:pt idx="56450">
                  <c:v>0.65335648148175096</c:v>
                </c:pt>
                <c:pt idx="56451">
                  <c:v>0.65336805555125466</c:v>
                </c:pt>
                <c:pt idx="56452">
                  <c:v>0.65337962962803431</c:v>
                </c:pt>
                <c:pt idx="56453">
                  <c:v>0.65339120370481396</c:v>
                </c:pt>
                <c:pt idx="56454">
                  <c:v>0.65340277777431766</c:v>
                </c:pt>
                <c:pt idx="56455">
                  <c:v>0.65341435185109731</c:v>
                </c:pt>
                <c:pt idx="56456">
                  <c:v>0.653425925920601</c:v>
                </c:pt>
                <c:pt idx="56457">
                  <c:v>0.65343749999738066</c:v>
                </c:pt>
                <c:pt idx="56458">
                  <c:v>0.65344907407416031</c:v>
                </c:pt>
                <c:pt idx="56459">
                  <c:v>0.653460648143664</c:v>
                </c:pt>
                <c:pt idx="56460">
                  <c:v>0.65347222222044365</c:v>
                </c:pt>
                <c:pt idx="56461">
                  <c:v>0.65348379629722331</c:v>
                </c:pt>
                <c:pt idx="56462">
                  <c:v>0.653495370366727</c:v>
                </c:pt>
                <c:pt idx="56463">
                  <c:v>0.65350694444350665</c:v>
                </c:pt>
                <c:pt idx="56464">
                  <c:v>0.65351851851301035</c:v>
                </c:pt>
                <c:pt idx="56465">
                  <c:v>0.65353009258979</c:v>
                </c:pt>
                <c:pt idx="56466">
                  <c:v>0.65354166666656965</c:v>
                </c:pt>
                <c:pt idx="56467">
                  <c:v>0.65355324073607335</c:v>
                </c:pt>
                <c:pt idx="56468">
                  <c:v>0.653564814812853</c:v>
                </c:pt>
                <c:pt idx="56469">
                  <c:v>0.65357638888963265</c:v>
                </c:pt>
                <c:pt idx="56470">
                  <c:v>0.65358796295913635</c:v>
                </c:pt>
                <c:pt idx="56471">
                  <c:v>0.653599537035916</c:v>
                </c:pt>
                <c:pt idx="56472">
                  <c:v>0.6536111111054197</c:v>
                </c:pt>
                <c:pt idx="56473">
                  <c:v>0.65362268518219935</c:v>
                </c:pt>
                <c:pt idx="56474">
                  <c:v>0.653634259258979</c:v>
                </c:pt>
                <c:pt idx="56475">
                  <c:v>0.65364583332848269</c:v>
                </c:pt>
                <c:pt idx="56476">
                  <c:v>0.65365740740526235</c:v>
                </c:pt>
                <c:pt idx="56477">
                  <c:v>0.653668981482042</c:v>
                </c:pt>
                <c:pt idx="56478">
                  <c:v>0.65368055555154569</c:v>
                </c:pt>
                <c:pt idx="56479">
                  <c:v>0.65369212962832535</c:v>
                </c:pt>
                <c:pt idx="56480">
                  <c:v>0.65370370369782904</c:v>
                </c:pt>
                <c:pt idx="56481">
                  <c:v>0.65371527777460869</c:v>
                </c:pt>
                <c:pt idx="56482">
                  <c:v>0.65372685185138835</c:v>
                </c:pt>
                <c:pt idx="56483">
                  <c:v>0.65373842592089204</c:v>
                </c:pt>
                <c:pt idx="56484">
                  <c:v>0.65374999999767169</c:v>
                </c:pt>
                <c:pt idx="56485">
                  <c:v>0.65376157407445135</c:v>
                </c:pt>
                <c:pt idx="56486">
                  <c:v>0.65377314814395504</c:v>
                </c:pt>
                <c:pt idx="56487">
                  <c:v>0.65378472222073469</c:v>
                </c:pt>
                <c:pt idx="56488">
                  <c:v>0.65379629629751435</c:v>
                </c:pt>
                <c:pt idx="56489">
                  <c:v>0.65380787036701804</c:v>
                </c:pt>
                <c:pt idx="56490">
                  <c:v>0.65381944444379769</c:v>
                </c:pt>
                <c:pt idx="56491">
                  <c:v>0.65383101851330139</c:v>
                </c:pt>
                <c:pt idx="56492">
                  <c:v>0.65384259259008104</c:v>
                </c:pt>
                <c:pt idx="56493">
                  <c:v>0.65385416666686069</c:v>
                </c:pt>
                <c:pt idx="56494">
                  <c:v>0.65386574073636439</c:v>
                </c:pt>
                <c:pt idx="56495">
                  <c:v>0.65387731481314404</c:v>
                </c:pt>
                <c:pt idx="56496">
                  <c:v>0.65388888888992369</c:v>
                </c:pt>
                <c:pt idx="56497">
                  <c:v>0.65390046295942739</c:v>
                </c:pt>
                <c:pt idx="56498">
                  <c:v>0.65391203703620704</c:v>
                </c:pt>
                <c:pt idx="56499">
                  <c:v>0.65392361110571073</c:v>
                </c:pt>
                <c:pt idx="56500">
                  <c:v>0.65393518518249039</c:v>
                </c:pt>
                <c:pt idx="56501">
                  <c:v>0.65394675925927004</c:v>
                </c:pt>
                <c:pt idx="56502">
                  <c:v>0.65395833332877373</c:v>
                </c:pt>
                <c:pt idx="56503">
                  <c:v>0.65396990740555339</c:v>
                </c:pt>
                <c:pt idx="56504">
                  <c:v>0.65398148148233304</c:v>
                </c:pt>
                <c:pt idx="56505">
                  <c:v>0.65399305555183673</c:v>
                </c:pt>
                <c:pt idx="56506">
                  <c:v>0.65400462962861639</c:v>
                </c:pt>
                <c:pt idx="56507">
                  <c:v>0.65401620369812008</c:v>
                </c:pt>
                <c:pt idx="56508">
                  <c:v>0.65402777777489973</c:v>
                </c:pt>
                <c:pt idx="56509">
                  <c:v>0.65403935185167938</c:v>
                </c:pt>
                <c:pt idx="56510">
                  <c:v>0.65405092592118308</c:v>
                </c:pt>
                <c:pt idx="56511">
                  <c:v>0.65406249999796273</c:v>
                </c:pt>
                <c:pt idx="56512">
                  <c:v>0.65407407407474238</c:v>
                </c:pt>
                <c:pt idx="56513">
                  <c:v>0.65408564814424608</c:v>
                </c:pt>
                <c:pt idx="56514">
                  <c:v>0.65409722222102573</c:v>
                </c:pt>
                <c:pt idx="56515">
                  <c:v>0.65410879629052943</c:v>
                </c:pt>
                <c:pt idx="56516">
                  <c:v>0.65412037036730908</c:v>
                </c:pt>
                <c:pt idx="56517">
                  <c:v>0.65413194444408873</c:v>
                </c:pt>
                <c:pt idx="56518">
                  <c:v>0.65414351851359243</c:v>
                </c:pt>
                <c:pt idx="56519">
                  <c:v>0.65415509259037208</c:v>
                </c:pt>
                <c:pt idx="56520">
                  <c:v>0.65416666666715173</c:v>
                </c:pt>
                <c:pt idx="56521">
                  <c:v>0.65417824073665543</c:v>
                </c:pt>
                <c:pt idx="56522">
                  <c:v>0.65418981481343508</c:v>
                </c:pt>
                <c:pt idx="56523">
                  <c:v>0.65420138889021473</c:v>
                </c:pt>
                <c:pt idx="56524">
                  <c:v>0.65421296295971842</c:v>
                </c:pt>
                <c:pt idx="56525">
                  <c:v>0.65422453703649808</c:v>
                </c:pt>
                <c:pt idx="56526">
                  <c:v>0.65423611110600177</c:v>
                </c:pt>
                <c:pt idx="56527">
                  <c:v>0.65424768518278142</c:v>
                </c:pt>
                <c:pt idx="56528">
                  <c:v>0.65425925925956108</c:v>
                </c:pt>
                <c:pt idx="56529">
                  <c:v>0.65427083332906477</c:v>
                </c:pt>
                <c:pt idx="56530">
                  <c:v>0.65428240740584442</c:v>
                </c:pt>
                <c:pt idx="56531">
                  <c:v>0.65429398148262408</c:v>
                </c:pt>
                <c:pt idx="56532">
                  <c:v>0.65430555555212777</c:v>
                </c:pt>
                <c:pt idx="56533">
                  <c:v>0.65431712962890742</c:v>
                </c:pt>
                <c:pt idx="56534">
                  <c:v>0.65432870369841112</c:v>
                </c:pt>
                <c:pt idx="56535">
                  <c:v>0.65434027777519077</c:v>
                </c:pt>
                <c:pt idx="56536">
                  <c:v>0.65435185185197042</c:v>
                </c:pt>
                <c:pt idx="56537">
                  <c:v>0.65436342592147412</c:v>
                </c:pt>
                <c:pt idx="56538">
                  <c:v>0.65437499999825377</c:v>
                </c:pt>
                <c:pt idx="56539">
                  <c:v>0.65438657407503342</c:v>
                </c:pt>
                <c:pt idx="56540">
                  <c:v>0.65439814814453712</c:v>
                </c:pt>
                <c:pt idx="56541">
                  <c:v>0.65440972222131677</c:v>
                </c:pt>
                <c:pt idx="56542">
                  <c:v>0.65442129629082046</c:v>
                </c:pt>
                <c:pt idx="56543">
                  <c:v>0.65443287036760012</c:v>
                </c:pt>
                <c:pt idx="56544">
                  <c:v>0.65444444444437977</c:v>
                </c:pt>
                <c:pt idx="56545">
                  <c:v>0.65445601851388346</c:v>
                </c:pt>
                <c:pt idx="56546">
                  <c:v>0.65446759259066312</c:v>
                </c:pt>
                <c:pt idx="56547">
                  <c:v>0.65447916666744277</c:v>
                </c:pt>
                <c:pt idx="56548">
                  <c:v>0.65449074073694646</c:v>
                </c:pt>
                <c:pt idx="56549">
                  <c:v>0.65450231481372612</c:v>
                </c:pt>
                <c:pt idx="56550">
                  <c:v>0.65451388888322981</c:v>
                </c:pt>
                <c:pt idx="56551">
                  <c:v>0.65452546296000946</c:v>
                </c:pt>
                <c:pt idx="56552">
                  <c:v>0.65453703703678912</c:v>
                </c:pt>
                <c:pt idx="56553">
                  <c:v>0.65454861110629281</c:v>
                </c:pt>
                <c:pt idx="56554">
                  <c:v>0.65456018518307246</c:v>
                </c:pt>
                <c:pt idx="56555">
                  <c:v>0.65457175925985212</c:v>
                </c:pt>
                <c:pt idx="56556">
                  <c:v>0.65458333332935581</c:v>
                </c:pt>
                <c:pt idx="56557">
                  <c:v>0.65459490740613546</c:v>
                </c:pt>
                <c:pt idx="56558">
                  <c:v>0.65460648147563916</c:v>
                </c:pt>
                <c:pt idx="56559">
                  <c:v>0.65461805555241881</c:v>
                </c:pt>
                <c:pt idx="56560">
                  <c:v>0.65462962962919846</c:v>
                </c:pt>
                <c:pt idx="56561">
                  <c:v>0.65464120369870216</c:v>
                </c:pt>
                <c:pt idx="56562">
                  <c:v>0.65465277777548181</c:v>
                </c:pt>
                <c:pt idx="56563">
                  <c:v>0.65466435185226146</c:v>
                </c:pt>
                <c:pt idx="56564">
                  <c:v>0.65467592592176516</c:v>
                </c:pt>
                <c:pt idx="56565">
                  <c:v>0.65468749999854481</c:v>
                </c:pt>
                <c:pt idx="56566">
                  <c:v>0.65469907407532446</c:v>
                </c:pt>
                <c:pt idx="56567">
                  <c:v>0.65471064814482816</c:v>
                </c:pt>
                <c:pt idx="56568">
                  <c:v>0.65472222222160781</c:v>
                </c:pt>
                <c:pt idx="56569">
                  <c:v>0.6547337962911115</c:v>
                </c:pt>
                <c:pt idx="56570">
                  <c:v>0.65474537036789116</c:v>
                </c:pt>
                <c:pt idx="56571">
                  <c:v>0.65475694444467081</c:v>
                </c:pt>
                <c:pt idx="56572">
                  <c:v>0.6547685185141745</c:v>
                </c:pt>
                <c:pt idx="56573">
                  <c:v>0.65478009259095415</c:v>
                </c:pt>
                <c:pt idx="56574">
                  <c:v>0.65479166666773381</c:v>
                </c:pt>
                <c:pt idx="56575">
                  <c:v>0.6548032407372375</c:v>
                </c:pt>
                <c:pt idx="56576">
                  <c:v>0.65481481481401715</c:v>
                </c:pt>
                <c:pt idx="56577">
                  <c:v>0.65482638888352085</c:v>
                </c:pt>
                <c:pt idx="56578">
                  <c:v>0.6548379629603005</c:v>
                </c:pt>
                <c:pt idx="56579">
                  <c:v>0.65484953703708015</c:v>
                </c:pt>
                <c:pt idx="56580">
                  <c:v>0.65486111110658385</c:v>
                </c:pt>
                <c:pt idx="56581">
                  <c:v>0.6548726851833635</c:v>
                </c:pt>
                <c:pt idx="56582">
                  <c:v>0.65488425926014315</c:v>
                </c:pt>
                <c:pt idx="56583">
                  <c:v>0.65489583332964685</c:v>
                </c:pt>
                <c:pt idx="56584">
                  <c:v>0.6549074074064265</c:v>
                </c:pt>
                <c:pt idx="56585">
                  <c:v>0.6549189814759302</c:v>
                </c:pt>
                <c:pt idx="56586">
                  <c:v>0.65493055555270985</c:v>
                </c:pt>
                <c:pt idx="56587">
                  <c:v>0.6549421296294895</c:v>
                </c:pt>
                <c:pt idx="56588">
                  <c:v>0.65495370369899319</c:v>
                </c:pt>
                <c:pt idx="56589">
                  <c:v>0.65496527777577285</c:v>
                </c:pt>
                <c:pt idx="56590">
                  <c:v>0.6549768518525525</c:v>
                </c:pt>
                <c:pt idx="56591">
                  <c:v>0.65498842592205619</c:v>
                </c:pt>
                <c:pt idx="56592">
                  <c:v>0.65499999999883585</c:v>
                </c:pt>
                <c:pt idx="56593">
                  <c:v>0.65501157406833954</c:v>
                </c:pt>
                <c:pt idx="56594">
                  <c:v>0.65502314814511919</c:v>
                </c:pt>
                <c:pt idx="56595">
                  <c:v>0.65503472222189885</c:v>
                </c:pt>
                <c:pt idx="56596">
                  <c:v>0.65504629629140254</c:v>
                </c:pt>
                <c:pt idx="56597">
                  <c:v>0.65505787036818219</c:v>
                </c:pt>
                <c:pt idx="56598">
                  <c:v>0.65506944444496185</c:v>
                </c:pt>
                <c:pt idx="56599">
                  <c:v>0.65508101851446554</c:v>
                </c:pt>
                <c:pt idx="56600">
                  <c:v>0.65509259259124519</c:v>
                </c:pt>
                <c:pt idx="56601">
                  <c:v>0.65510416666074889</c:v>
                </c:pt>
                <c:pt idx="56602">
                  <c:v>0.65511574073752854</c:v>
                </c:pt>
                <c:pt idx="56603">
                  <c:v>0.65512731481430819</c:v>
                </c:pt>
                <c:pt idx="56604">
                  <c:v>0.65513888888381189</c:v>
                </c:pt>
                <c:pt idx="56605">
                  <c:v>0.65515046296059154</c:v>
                </c:pt>
                <c:pt idx="56606">
                  <c:v>0.65516203703737119</c:v>
                </c:pt>
                <c:pt idx="56607">
                  <c:v>0.65517361110687489</c:v>
                </c:pt>
                <c:pt idx="56608">
                  <c:v>0.65518518518365454</c:v>
                </c:pt>
                <c:pt idx="56609">
                  <c:v>0.65519675926043419</c:v>
                </c:pt>
                <c:pt idx="56610">
                  <c:v>0.65520833332993789</c:v>
                </c:pt>
                <c:pt idx="56611">
                  <c:v>0.65521990740671754</c:v>
                </c:pt>
                <c:pt idx="56612">
                  <c:v>0.65523148147622123</c:v>
                </c:pt>
                <c:pt idx="56613">
                  <c:v>0.65524305555300089</c:v>
                </c:pt>
                <c:pt idx="56614">
                  <c:v>0.65525462962978054</c:v>
                </c:pt>
                <c:pt idx="56615">
                  <c:v>0.65526620369928423</c:v>
                </c:pt>
                <c:pt idx="56616">
                  <c:v>0.65527777777606389</c:v>
                </c:pt>
                <c:pt idx="56617">
                  <c:v>0.65528935185284354</c:v>
                </c:pt>
                <c:pt idx="56618">
                  <c:v>0.65530092592234723</c:v>
                </c:pt>
                <c:pt idx="56619">
                  <c:v>0.65531249999912689</c:v>
                </c:pt>
                <c:pt idx="56620">
                  <c:v>0.65532407406863058</c:v>
                </c:pt>
                <c:pt idx="56621">
                  <c:v>0.65533564814541023</c:v>
                </c:pt>
                <c:pt idx="56622">
                  <c:v>0.65534722222218988</c:v>
                </c:pt>
                <c:pt idx="56623">
                  <c:v>0.65535879629169358</c:v>
                </c:pt>
                <c:pt idx="56624">
                  <c:v>0.65537037036847323</c:v>
                </c:pt>
                <c:pt idx="56625">
                  <c:v>0.65538194444525288</c:v>
                </c:pt>
                <c:pt idx="56626">
                  <c:v>0.65539351851475658</c:v>
                </c:pt>
                <c:pt idx="56627">
                  <c:v>0.65540509259153623</c:v>
                </c:pt>
                <c:pt idx="56628">
                  <c:v>0.65541666666103993</c:v>
                </c:pt>
                <c:pt idx="56629">
                  <c:v>0.65542824073781958</c:v>
                </c:pt>
                <c:pt idx="56630">
                  <c:v>0.65543981481459923</c:v>
                </c:pt>
                <c:pt idx="56631">
                  <c:v>0.65545138888410293</c:v>
                </c:pt>
                <c:pt idx="56632">
                  <c:v>0.65546296296088258</c:v>
                </c:pt>
                <c:pt idx="56633">
                  <c:v>0.65547453703766223</c:v>
                </c:pt>
                <c:pt idx="56634">
                  <c:v>0.65548611110716593</c:v>
                </c:pt>
                <c:pt idx="56635">
                  <c:v>0.65549768518394558</c:v>
                </c:pt>
                <c:pt idx="56636">
                  <c:v>0.65550925925344927</c:v>
                </c:pt>
                <c:pt idx="56637">
                  <c:v>0.65552083333022892</c:v>
                </c:pt>
                <c:pt idx="56638">
                  <c:v>0.65553240740700858</c:v>
                </c:pt>
                <c:pt idx="56639">
                  <c:v>0.65554398147651227</c:v>
                </c:pt>
                <c:pt idx="56640">
                  <c:v>0.65555555555329192</c:v>
                </c:pt>
                <c:pt idx="56641">
                  <c:v>0.65556712963007158</c:v>
                </c:pt>
                <c:pt idx="56642">
                  <c:v>0.65557870369957527</c:v>
                </c:pt>
                <c:pt idx="56643">
                  <c:v>0.65559027777635492</c:v>
                </c:pt>
                <c:pt idx="56644">
                  <c:v>0.65560185185313458</c:v>
                </c:pt>
                <c:pt idx="56645">
                  <c:v>0.65561342592263827</c:v>
                </c:pt>
                <c:pt idx="56646">
                  <c:v>0.65562499999941792</c:v>
                </c:pt>
                <c:pt idx="56647">
                  <c:v>0.65563657406892162</c:v>
                </c:pt>
                <c:pt idx="56648">
                  <c:v>0.65564814814570127</c:v>
                </c:pt>
                <c:pt idx="56649">
                  <c:v>0.65565972222248092</c:v>
                </c:pt>
                <c:pt idx="56650">
                  <c:v>0.65567129629198462</c:v>
                </c:pt>
                <c:pt idx="56651">
                  <c:v>0.65568287036876427</c:v>
                </c:pt>
                <c:pt idx="56652">
                  <c:v>0.65569444444554392</c:v>
                </c:pt>
                <c:pt idx="56653">
                  <c:v>0.65570601851504762</c:v>
                </c:pt>
                <c:pt idx="56654">
                  <c:v>0.65571759259182727</c:v>
                </c:pt>
                <c:pt idx="56655">
                  <c:v>0.65572916666133096</c:v>
                </c:pt>
                <c:pt idx="56656">
                  <c:v>0.65574074073811062</c:v>
                </c:pt>
                <c:pt idx="56657">
                  <c:v>0.65575231481489027</c:v>
                </c:pt>
                <c:pt idx="56658">
                  <c:v>0.65576388888439396</c:v>
                </c:pt>
                <c:pt idx="56659">
                  <c:v>0.65577546296117362</c:v>
                </c:pt>
                <c:pt idx="56660">
                  <c:v>0.65578703703795327</c:v>
                </c:pt>
                <c:pt idx="56661">
                  <c:v>0.65579861110745696</c:v>
                </c:pt>
                <c:pt idx="56662">
                  <c:v>0.65581018518423662</c:v>
                </c:pt>
                <c:pt idx="56663">
                  <c:v>0.65582175925374031</c:v>
                </c:pt>
                <c:pt idx="56664">
                  <c:v>0.65583333333051996</c:v>
                </c:pt>
                <c:pt idx="56665">
                  <c:v>0.65584490740729962</c:v>
                </c:pt>
                <c:pt idx="56666">
                  <c:v>0.65585648147680331</c:v>
                </c:pt>
                <c:pt idx="56667">
                  <c:v>0.65586805555358296</c:v>
                </c:pt>
                <c:pt idx="56668">
                  <c:v>0.65587962963036261</c:v>
                </c:pt>
                <c:pt idx="56669">
                  <c:v>0.65589120369986631</c:v>
                </c:pt>
                <c:pt idx="56670">
                  <c:v>0.65590277777664596</c:v>
                </c:pt>
                <c:pt idx="56671">
                  <c:v>0.65591435184614966</c:v>
                </c:pt>
                <c:pt idx="56672">
                  <c:v>0.65592592592292931</c:v>
                </c:pt>
                <c:pt idx="56673">
                  <c:v>0.65593749999970896</c:v>
                </c:pt>
                <c:pt idx="56674">
                  <c:v>0.65594907406921266</c:v>
                </c:pt>
                <c:pt idx="56675">
                  <c:v>0.65596064814599231</c:v>
                </c:pt>
                <c:pt idx="56676">
                  <c:v>0.65597222222277196</c:v>
                </c:pt>
                <c:pt idx="56677">
                  <c:v>0.65598379629227566</c:v>
                </c:pt>
                <c:pt idx="56678">
                  <c:v>0.65599537036905531</c:v>
                </c:pt>
                <c:pt idx="56679">
                  <c:v>0.656006944438559</c:v>
                </c:pt>
                <c:pt idx="56680">
                  <c:v>0.65601851851533866</c:v>
                </c:pt>
                <c:pt idx="56681">
                  <c:v>0.65603009259211831</c:v>
                </c:pt>
                <c:pt idx="56682">
                  <c:v>0.656041666661622</c:v>
                </c:pt>
                <c:pt idx="56683">
                  <c:v>0.65605324073840166</c:v>
                </c:pt>
                <c:pt idx="56684">
                  <c:v>0.65606481481518131</c:v>
                </c:pt>
                <c:pt idx="56685">
                  <c:v>0.656076388884685</c:v>
                </c:pt>
                <c:pt idx="56686">
                  <c:v>0.65608796296146465</c:v>
                </c:pt>
                <c:pt idx="56687">
                  <c:v>0.65609953703824431</c:v>
                </c:pt>
                <c:pt idx="56688">
                  <c:v>0.656111111107748</c:v>
                </c:pt>
                <c:pt idx="56689">
                  <c:v>0.65612268518452765</c:v>
                </c:pt>
                <c:pt idx="56690">
                  <c:v>0.65613425925403135</c:v>
                </c:pt>
                <c:pt idx="56691">
                  <c:v>0.656145833330811</c:v>
                </c:pt>
                <c:pt idx="56692">
                  <c:v>0.65615740740759065</c:v>
                </c:pt>
                <c:pt idx="56693">
                  <c:v>0.65616898147709435</c:v>
                </c:pt>
                <c:pt idx="56694">
                  <c:v>0.656180555553874</c:v>
                </c:pt>
                <c:pt idx="56695">
                  <c:v>0.65619212963065365</c:v>
                </c:pt>
                <c:pt idx="56696">
                  <c:v>0.65620370370015735</c:v>
                </c:pt>
                <c:pt idx="56697">
                  <c:v>0.656215277776937</c:v>
                </c:pt>
                <c:pt idx="56698">
                  <c:v>0.6562268518464407</c:v>
                </c:pt>
                <c:pt idx="56699">
                  <c:v>0.65623842592322035</c:v>
                </c:pt>
                <c:pt idx="56700">
                  <c:v>0.65625</c:v>
                </c:pt>
                <c:pt idx="56701">
                  <c:v>0.65626157406950369</c:v>
                </c:pt>
                <c:pt idx="56702">
                  <c:v>0.65627314814628335</c:v>
                </c:pt>
                <c:pt idx="56703">
                  <c:v>0.656284722223063</c:v>
                </c:pt>
                <c:pt idx="56704">
                  <c:v>0.65629629629256669</c:v>
                </c:pt>
                <c:pt idx="56705">
                  <c:v>0.65630787036934635</c:v>
                </c:pt>
                <c:pt idx="56706">
                  <c:v>0.65631944443885004</c:v>
                </c:pt>
                <c:pt idx="56707">
                  <c:v>0.65633101851562969</c:v>
                </c:pt>
                <c:pt idx="56708">
                  <c:v>0.65634259259240935</c:v>
                </c:pt>
                <c:pt idx="56709">
                  <c:v>0.65635416666191304</c:v>
                </c:pt>
                <c:pt idx="56710">
                  <c:v>0.65636574073869269</c:v>
                </c:pt>
                <c:pt idx="56711">
                  <c:v>0.65637731481547235</c:v>
                </c:pt>
                <c:pt idx="56712">
                  <c:v>0.65638888888497604</c:v>
                </c:pt>
                <c:pt idx="56713">
                  <c:v>0.65640046296175569</c:v>
                </c:pt>
                <c:pt idx="56714">
                  <c:v>0.65641203703125939</c:v>
                </c:pt>
                <c:pt idx="56715">
                  <c:v>0.65642361110803904</c:v>
                </c:pt>
                <c:pt idx="56716">
                  <c:v>0.65643518518481869</c:v>
                </c:pt>
                <c:pt idx="56717">
                  <c:v>0.65644675925432239</c:v>
                </c:pt>
                <c:pt idx="56718">
                  <c:v>0.65645833333110204</c:v>
                </c:pt>
                <c:pt idx="56719">
                  <c:v>0.65646990740788169</c:v>
                </c:pt>
                <c:pt idx="56720">
                  <c:v>0.65648148147738539</c:v>
                </c:pt>
                <c:pt idx="56721">
                  <c:v>0.65649305555416504</c:v>
                </c:pt>
                <c:pt idx="56722">
                  <c:v>0.65650462963094469</c:v>
                </c:pt>
                <c:pt idx="56723">
                  <c:v>0.65651620370044839</c:v>
                </c:pt>
                <c:pt idx="56724">
                  <c:v>0.65652777777722804</c:v>
                </c:pt>
                <c:pt idx="56725">
                  <c:v>0.65653935184673173</c:v>
                </c:pt>
                <c:pt idx="56726">
                  <c:v>0.65655092592351139</c:v>
                </c:pt>
                <c:pt idx="56727">
                  <c:v>0.65656250000029104</c:v>
                </c:pt>
                <c:pt idx="56728">
                  <c:v>0.65657407406979473</c:v>
                </c:pt>
                <c:pt idx="56729">
                  <c:v>0.65658564814657439</c:v>
                </c:pt>
                <c:pt idx="56730">
                  <c:v>0.65659722222335404</c:v>
                </c:pt>
                <c:pt idx="56731">
                  <c:v>0.65660879629285773</c:v>
                </c:pt>
                <c:pt idx="56732">
                  <c:v>0.65662037036963739</c:v>
                </c:pt>
                <c:pt idx="56733">
                  <c:v>0.65663194443914108</c:v>
                </c:pt>
                <c:pt idx="56734">
                  <c:v>0.65664351851592073</c:v>
                </c:pt>
                <c:pt idx="56735">
                  <c:v>0.65665509259270038</c:v>
                </c:pt>
                <c:pt idx="56736">
                  <c:v>0.65666666666220408</c:v>
                </c:pt>
                <c:pt idx="56737">
                  <c:v>0.65667824073898373</c:v>
                </c:pt>
                <c:pt idx="56738">
                  <c:v>0.65668981481576338</c:v>
                </c:pt>
                <c:pt idx="56739">
                  <c:v>0.65670138888526708</c:v>
                </c:pt>
                <c:pt idx="56740">
                  <c:v>0.65671296296204673</c:v>
                </c:pt>
                <c:pt idx="56741">
                  <c:v>0.65672453703155043</c:v>
                </c:pt>
                <c:pt idx="56742">
                  <c:v>0.65673611110833008</c:v>
                </c:pt>
                <c:pt idx="56743">
                  <c:v>0.65674768518510973</c:v>
                </c:pt>
                <c:pt idx="56744">
                  <c:v>0.65675925925461343</c:v>
                </c:pt>
                <c:pt idx="56745">
                  <c:v>0.65677083333139308</c:v>
                </c:pt>
                <c:pt idx="56746">
                  <c:v>0.65678240740817273</c:v>
                </c:pt>
                <c:pt idx="56747">
                  <c:v>0.65679398147767643</c:v>
                </c:pt>
                <c:pt idx="56748">
                  <c:v>0.65680555555445608</c:v>
                </c:pt>
                <c:pt idx="56749">
                  <c:v>0.65681712962395977</c:v>
                </c:pt>
                <c:pt idx="56750">
                  <c:v>0.65682870370073942</c:v>
                </c:pt>
                <c:pt idx="56751">
                  <c:v>0.65684027777751908</c:v>
                </c:pt>
                <c:pt idx="56752">
                  <c:v>0.65685185184702277</c:v>
                </c:pt>
                <c:pt idx="56753">
                  <c:v>0.65686342592380242</c:v>
                </c:pt>
                <c:pt idx="56754">
                  <c:v>0.65687500000058208</c:v>
                </c:pt>
                <c:pt idx="56755">
                  <c:v>0.65688657407008577</c:v>
                </c:pt>
                <c:pt idx="56756">
                  <c:v>0.65689814814686542</c:v>
                </c:pt>
                <c:pt idx="56757">
                  <c:v>0.65690972221636912</c:v>
                </c:pt>
                <c:pt idx="56758">
                  <c:v>0.65692129629314877</c:v>
                </c:pt>
                <c:pt idx="56759">
                  <c:v>0.65693287036992842</c:v>
                </c:pt>
                <c:pt idx="56760">
                  <c:v>0.65694444443943212</c:v>
                </c:pt>
                <c:pt idx="56761">
                  <c:v>0.65695601851621177</c:v>
                </c:pt>
                <c:pt idx="56762">
                  <c:v>0.65696759259299142</c:v>
                </c:pt>
                <c:pt idx="56763">
                  <c:v>0.65697916666249512</c:v>
                </c:pt>
                <c:pt idx="56764">
                  <c:v>0.65699074073927477</c:v>
                </c:pt>
                <c:pt idx="56765">
                  <c:v>0.65700231481605442</c:v>
                </c:pt>
                <c:pt idx="56766">
                  <c:v>0.65701388888555812</c:v>
                </c:pt>
                <c:pt idx="56767">
                  <c:v>0.65702546296233777</c:v>
                </c:pt>
                <c:pt idx="56768">
                  <c:v>0.65703703703184146</c:v>
                </c:pt>
                <c:pt idx="56769">
                  <c:v>0.65704861110862112</c:v>
                </c:pt>
                <c:pt idx="56770">
                  <c:v>0.65706018518540077</c:v>
                </c:pt>
                <c:pt idx="56771">
                  <c:v>0.65707175925490446</c:v>
                </c:pt>
                <c:pt idx="56772">
                  <c:v>0.65708333333168412</c:v>
                </c:pt>
                <c:pt idx="56773">
                  <c:v>0.65709490740846377</c:v>
                </c:pt>
                <c:pt idx="56774">
                  <c:v>0.65710648147796746</c:v>
                </c:pt>
                <c:pt idx="56775">
                  <c:v>0.65711805555474712</c:v>
                </c:pt>
                <c:pt idx="56776">
                  <c:v>0.65712962962425081</c:v>
                </c:pt>
                <c:pt idx="56777">
                  <c:v>0.65714120370103046</c:v>
                </c:pt>
                <c:pt idx="56778">
                  <c:v>0.65715277777781012</c:v>
                </c:pt>
                <c:pt idx="56779">
                  <c:v>0.65716435184731381</c:v>
                </c:pt>
                <c:pt idx="56780">
                  <c:v>0.65717592592409346</c:v>
                </c:pt>
                <c:pt idx="56781">
                  <c:v>0.65718750000087311</c:v>
                </c:pt>
                <c:pt idx="56782">
                  <c:v>0.65719907407037681</c:v>
                </c:pt>
                <c:pt idx="56783">
                  <c:v>0.65721064814715646</c:v>
                </c:pt>
                <c:pt idx="56784">
                  <c:v>0.65722222221666016</c:v>
                </c:pt>
                <c:pt idx="56785">
                  <c:v>0.65723379629343981</c:v>
                </c:pt>
                <c:pt idx="56786">
                  <c:v>0.65724537037021946</c:v>
                </c:pt>
                <c:pt idx="56787">
                  <c:v>0.65725694443972316</c:v>
                </c:pt>
                <c:pt idx="56788">
                  <c:v>0.65726851851650281</c:v>
                </c:pt>
                <c:pt idx="56789">
                  <c:v>0.65728009259328246</c:v>
                </c:pt>
                <c:pt idx="56790">
                  <c:v>0.65729166666278616</c:v>
                </c:pt>
                <c:pt idx="56791">
                  <c:v>0.65730324073956581</c:v>
                </c:pt>
                <c:pt idx="56792">
                  <c:v>0.6573148148090695</c:v>
                </c:pt>
                <c:pt idx="56793">
                  <c:v>0.65732638888584916</c:v>
                </c:pt>
                <c:pt idx="56794">
                  <c:v>0.65733796296262881</c:v>
                </c:pt>
                <c:pt idx="56795">
                  <c:v>0.6573495370321325</c:v>
                </c:pt>
                <c:pt idx="56796">
                  <c:v>0.65736111110891216</c:v>
                </c:pt>
                <c:pt idx="56797">
                  <c:v>0.65737268518569181</c:v>
                </c:pt>
                <c:pt idx="56798">
                  <c:v>0.6573842592551955</c:v>
                </c:pt>
                <c:pt idx="56799">
                  <c:v>0.65739583333197515</c:v>
                </c:pt>
                <c:pt idx="56800">
                  <c:v>0.65740740740147885</c:v>
                </c:pt>
                <c:pt idx="56801">
                  <c:v>0.6574189814782585</c:v>
                </c:pt>
                <c:pt idx="56802">
                  <c:v>0.65743055555503815</c:v>
                </c:pt>
                <c:pt idx="56803">
                  <c:v>0.65744212962454185</c:v>
                </c:pt>
                <c:pt idx="56804">
                  <c:v>0.6574537037013215</c:v>
                </c:pt>
                <c:pt idx="56805">
                  <c:v>0.65746527777810115</c:v>
                </c:pt>
                <c:pt idx="56806">
                  <c:v>0.65747685184760485</c:v>
                </c:pt>
                <c:pt idx="56807">
                  <c:v>0.6574884259243845</c:v>
                </c:pt>
                <c:pt idx="56808">
                  <c:v>0.65750000000116415</c:v>
                </c:pt>
                <c:pt idx="56809">
                  <c:v>0.65751157407066785</c:v>
                </c:pt>
                <c:pt idx="56810">
                  <c:v>0.6575231481474475</c:v>
                </c:pt>
                <c:pt idx="56811">
                  <c:v>0.6575347222169512</c:v>
                </c:pt>
                <c:pt idx="56812">
                  <c:v>0.65754629629373085</c:v>
                </c:pt>
                <c:pt idx="56813">
                  <c:v>0.6575578703705105</c:v>
                </c:pt>
                <c:pt idx="56814">
                  <c:v>0.65756944444001419</c:v>
                </c:pt>
                <c:pt idx="56815">
                  <c:v>0.65758101851679385</c:v>
                </c:pt>
                <c:pt idx="56816">
                  <c:v>0.6575925925935735</c:v>
                </c:pt>
                <c:pt idx="56817">
                  <c:v>0.65760416666307719</c:v>
                </c:pt>
                <c:pt idx="56818">
                  <c:v>0.65761574073985685</c:v>
                </c:pt>
                <c:pt idx="56819">
                  <c:v>0.65762731480936054</c:v>
                </c:pt>
                <c:pt idx="56820">
                  <c:v>0.65763888888614019</c:v>
                </c:pt>
                <c:pt idx="56821">
                  <c:v>0.65765046296291985</c:v>
                </c:pt>
                <c:pt idx="56822">
                  <c:v>0.65766203703242354</c:v>
                </c:pt>
                <c:pt idx="56823">
                  <c:v>0.65767361110920319</c:v>
                </c:pt>
                <c:pt idx="56824">
                  <c:v>0.65768518518598285</c:v>
                </c:pt>
                <c:pt idx="56825">
                  <c:v>0.65769675925548654</c:v>
                </c:pt>
                <c:pt idx="56826">
                  <c:v>0.65770833333226619</c:v>
                </c:pt>
                <c:pt idx="56827">
                  <c:v>0.65771990740176989</c:v>
                </c:pt>
                <c:pt idx="56828">
                  <c:v>0.65773148147854954</c:v>
                </c:pt>
                <c:pt idx="56829">
                  <c:v>0.65774305555532919</c:v>
                </c:pt>
                <c:pt idx="56830">
                  <c:v>0.65775462962483289</c:v>
                </c:pt>
                <c:pt idx="56831">
                  <c:v>0.65776620370161254</c:v>
                </c:pt>
                <c:pt idx="56832">
                  <c:v>0.65777777777839219</c:v>
                </c:pt>
                <c:pt idx="56833">
                  <c:v>0.65778935184789589</c:v>
                </c:pt>
                <c:pt idx="56834">
                  <c:v>0.65780092592467554</c:v>
                </c:pt>
                <c:pt idx="56835">
                  <c:v>0.65781249999417923</c:v>
                </c:pt>
                <c:pt idx="56836">
                  <c:v>0.65782407407095889</c:v>
                </c:pt>
                <c:pt idx="56837">
                  <c:v>0.65783564814773854</c:v>
                </c:pt>
                <c:pt idx="56838">
                  <c:v>0.65784722221724223</c:v>
                </c:pt>
                <c:pt idx="56839">
                  <c:v>0.65785879629402189</c:v>
                </c:pt>
                <c:pt idx="56840">
                  <c:v>0.65787037037080154</c:v>
                </c:pt>
                <c:pt idx="56841">
                  <c:v>0.65788194444030523</c:v>
                </c:pt>
                <c:pt idx="56842">
                  <c:v>0.65789351851708489</c:v>
                </c:pt>
                <c:pt idx="56843">
                  <c:v>0.65790509259386454</c:v>
                </c:pt>
                <c:pt idx="56844">
                  <c:v>0.65791666666336823</c:v>
                </c:pt>
                <c:pt idx="56845">
                  <c:v>0.65792824074014788</c:v>
                </c:pt>
                <c:pt idx="56846">
                  <c:v>0.65793981480965158</c:v>
                </c:pt>
                <c:pt idx="56847">
                  <c:v>0.65795138888643123</c:v>
                </c:pt>
                <c:pt idx="56848">
                  <c:v>0.65796296296321088</c:v>
                </c:pt>
                <c:pt idx="56849">
                  <c:v>0.65797453703271458</c:v>
                </c:pt>
                <c:pt idx="56850">
                  <c:v>0.65798611110949423</c:v>
                </c:pt>
                <c:pt idx="56851">
                  <c:v>0.65799768518627388</c:v>
                </c:pt>
                <c:pt idx="56852">
                  <c:v>0.65800925925577758</c:v>
                </c:pt>
                <c:pt idx="56853">
                  <c:v>0.65802083333255723</c:v>
                </c:pt>
                <c:pt idx="56854">
                  <c:v>0.65803240740206093</c:v>
                </c:pt>
                <c:pt idx="56855">
                  <c:v>0.65804398147884058</c:v>
                </c:pt>
                <c:pt idx="56856">
                  <c:v>0.65805555555562023</c:v>
                </c:pt>
                <c:pt idx="56857">
                  <c:v>0.65806712962512393</c:v>
                </c:pt>
                <c:pt idx="56858">
                  <c:v>0.65807870370190358</c:v>
                </c:pt>
                <c:pt idx="56859">
                  <c:v>0.65809027777868323</c:v>
                </c:pt>
                <c:pt idx="56860">
                  <c:v>0.65810185184818693</c:v>
                </c:pt>
                <c:pt idx="56861">
                  <c:v>0.65811342592496658</c:v>
                </c:pt>
                <c:pt idx="56862">
                  <c:v>0.65812499999447027</c:v>
                </c:pt>
                <c:pt idx="56863">
                  <c:v>0.65813657407124992</c:v>
                </c:pt>
                <c:pt idx="56864">
                  <c:v>0.65814814814802958</c:v>
                </c:pt>
                <c:pt idx="56865">
                  <c:v>0.65815972221753327</c:v>
                </c:pt>
                <c:pt idx="56866">
                  <c:v>0.65817129629431292</c:v>
                </c:pt>
                <c:pt idx="56867">
                  <c:v>0.65818287037109258</c:v>
                </c:pt>
                <c:pt idx="56868">
                  <c:v>0.65819444444059627</c:v>
                </c:pt>
                <c:pt idx="56869">
                  <c:v>0.65820601851737592</c:v>
                </c:pt>
                <c:pt idx="56870">
                  <c:v>0.65821759258687962</c:v>
                </c:pt>
                <c:pt idx="56871">
                  <c:v>0.65822916666365927</c:v>
                </c:pt>
                <c:pt idx="56872">
                  <c:v>0.65824074074043892</c:v>
                </c:pt>
                <c:pt idx="56873">
                  <c:v>0.65825231480994262</c:v>
                </c:pt>
                <c:pt idx="56874">
                  <c:v>0.65826388888672227</c:v>
                </c:pt>
                <c:pt idx="56875">
                  <c:v>0.65827546296350192</c:v>
                </c:pt>
                <c:pt idx="56876">
                  <c:v>0.65828703703300562</c:v>
                </c:pt>
                <c:pt idx="56877">
                  <c:v>0.65829861110978527</c:v>
                </c:pt>
                <c:pt idx="56878">
                  <c:v>0.65831018517928896</c:v>
                </c:pt>
                <c:pt idx="56879">
                  <c:v>0.65832175925606862</c:v>
                </c:pt>
                <c:pt idx="56880">
                  <c:v>0.65833333333284827</c:v>
                </c:pt>
                <c:pt idx="56881">
                  <c:v>0.65834490740235196</c:v>
                </c:pt>
                <c:pt idx="56882">
                  <c:v>0.65835648147913162</c:v>
                </c:pt>
                <c:pt idx="56883">
                  <c:v>0.65836805555591127</c:v>
                </c:pt>
                <c:pt idx="56884">
                  <c:v>0.65837962962541496</c:v>
                </c:pt>
                <c:pt idx="56885">
                  <c:v>0.65839120370219462</c:v>
                </c:pt>
                <c:pt idx="56886">
                  <c:v>0.65840277777897427</c:v>
                </c:pt>
                <c:pt idx="56887">
                  <c:v>0.65841435184847796</c:v>
                </c:pt>
                <c:pt idx="56888">
                  <c:v>0.65842592592525762</c:v>
                </c:pt>
                <c:pt idx="56889">
                  <c:v>0.65843749999476131</c:v>
                </c:pt>
                <c:pt idx="56890">
                  <c:v>0.65844907407154096</c:v>
                </c:pt>
                <c:pt idx="56891">
                  <c:v>0.65846064814832062</c:v>
                </c:pt>
                <c:pt idx="56892">
                  <c:v>0.65847222221782431</c:v>
                </c:pt>
                <c:pt idx="56893">
                  <c:v>0.65848379629460396</c:v>
                </c:pt>
                <c:pt idx="56894">
                  <c:v>0.65849537037138361</c:v>
                </c:pt>
                <c:pt idx="56895">
                  <c:v>0.65850694444088731</c:v>
                </c:pt>
                <c:pt idx="56896">
                  <c:v>0.65851851851766696</c:v>
                </c:pt>
                <c:pt idx="56897">
                  <c:v>0.65853009258717066</c:v>
                </c:pt>
                <c:pt idx="56898">
                  <c:v>0.65854166666395031</c:v>
                </c:pt>
                <c:pt idx="56899">
                  <c:v>0.65855324074072996</c:v>
                </c:pt>
                <c:pt idx="56900">
                  <c:v>0.65856481481023366</c:v>
                </c:pt>
                <c:pt idx="56901">
                  <c:v>0.65857638888701331</c:v>
                </c:pt>
                <c:pt idx="56902">
                  <c:v>0.65858796296379296</c:v>
                </c:pt>
                <c:pt idx="56903">
                  <c:v>0.65859953703329666</c:v>
                </c:pt>
                <c:pt idx="56904">
                  <c:v>0.65861111111007631</c:v>
                </c:pt>
                <c:pt idx="56905">
                  <c:v>0.65862268517958</c:v>
                </c:pt>
                <c:pt idx="56906">
                  <c:v>0.65863425925635966</c:v>
                </c:pt>
                <c:pt idx="56907">
                  <c:v>0.65864583333313931</c:v>
                </c:pt>
                <c:pt idx="56908">
                  <c:v>0.658657407402643</c:v>
                </c:pt>
                <c:pt idx="56909">
                  <c:v>0.65866898147942265</c:v>
                </c:pt>
                <c:pt idx="56910">
                  <c:v>0.65868055555620231</c:v>
                </c:pt>
                <c:pt idx="56911">
                  <c:v>0.658692129625706</c:v>
                </c:pt>
                <c:pt idx="56912">
                  <c:v>0.65870370370248565</c:v>
                </c:pt>
                <c:pt idx="56913">
                  <c:v>0.65871527777198935</c:v>
                </c:pt>
                <c:pt idx="56914">
                  <c:v>0.658726851848769</c:v>
                </c:pt>
                <c:pt idx="56915">
                  <c:v>0.65873842592554865</c:v>
                </c:pt>
                <c:pt idx="56916">
                  <c:v>0.65874999999505235</c:v>
                </c:pt>
                <c:pt idx="56917">
                  <c:v>0.658761574071832</c:v>
                </c:pt>
                <c:pt idx="56918">
                  <c:v>0.65877314814861165</c:v>
                </c:pt>
                <c:pt idx="56919">
                  <c:v>0.65878472221811535</c:v>
                </c:pt>
                <c:pt idx="56920">
                  <c:v>0.658796296294895</c:v>
                </c:pt>
                <c:pt idx="56921">
                  <c:v>0.65880787037167465</c:v>
                </c:pt>
                <c:pt idx="56922">
                  <c:v>0.65881944444117835</c:v>
                </c:pt>
                <c:pt idx="56923">
                  <c:v>0.658831018517958</c:v>
                </c:pt>
                <c:pt idx="56924">
                  <c:v>0.6588425925874617</c:v>
                </c:pt>
                <c:pt idx="56925">
                  <c:v>0.65885416666424135</c:v>
                </c:pt>
                <c:pt idx="56926">
                  <c:v>0.658865740741021</c:v>
                </c:pt>
                <c:pt idx="56927">
                  <c:v>0.65887731481052469</c:v>
                </c:pt>
                <c:pt idx="56928">
                  <c:v>0.65888888888730435</c:v>
                </c:pt>
                <c:pt idx="56929">
                  <c:v>0.658900462964084</c:v>
                </c:pt>
                <c:pt idx="56930">
                  <c:v>0.65891203703358769</c:v>
                </c:pt>
                <c:pt idx="56931">
                  <c:v>0.65892361111036735</c:v>
                </c:pt>
                <c:pt idx="56932">
                  <c:v>0.65893518517987104</c:v>
                </c:pt>
                <c:pt idx="56933">
                  <c:v>0.65894675925665069</c:v>
                </c:pt>
                <c:pt idx="56934">
                  <c:v>0.65895833333343035</c:v>
                </c:pt>
                <c:pt idx="56935">
                  <c:v>0.65896990740293404</c:v>
                </c:pt>
                <c:pt idx="56936">
                  <c:v>0.65898148147971369</c:v>
                </c:pt>
                <c:pt idx="56937">
                  <c:v>0.65899305555649335</c:v>
                </c:pt>
                <c:pt idx="56938">
                  <c:v>0.65900462962599704</c:v>
                </c:pt>
                <c:pt idx="56939">
                  <c:v>0.65901620370277669</c:v>
                </c:pt>
                <c:pt idx="56940">
                  <c:v>0.65902777777228039</c:v>
                </c:pt>
                <c:pt idx="56941">
                  <c:v>0.65903935184906004</c:v>
                </c:pt>
                <c:pt idx="56942">
                  <c:v>0.65905092592583969</c:v>
                </c:pt>
                <c:pt idx="56943">
                  <c:v>0.65906249999534339</c:v>
                </c:pt>
                <c:pt idx="56944">
                  <c:v>0.65907407407212304</c:v>
                </c:pt>
                <c:pt idx="56945">
                  <c:v>0.65908564814890269</c:v>
                </c:pt>
                <c:pt idx="56946">
                  <c:v>0.65909722221840639</c:v>
                </c:pt>
                <c:pt idx="56947">
                  <c:v>0.65910879629518604</c:v>
                </c:pt>
                <c:pt idx="56948">
                  <c:v>0.65912037036468973</c:v>
                </c:pt>
                <c:pt idx="56949">
                  <c:v>0.65913194444146939</c:v>
                </c:pt>
                <c:pt idx="56950">
                  <c:v>0.65914351851824904</c:v>
                </c:pt>
                <c:pt idx="56951">
                  <c:v>0.65915509258775273</c:v>
                </c:pt>
                <c:pt idx="56952">
                  <c:v>0.65916666666453239</c:v>
                </c:pt>
                <c:pt idx="56953">
                  <c:v>0.65917824074131204</c:v>
                </c:pt>
                <c:pt idx="56954">
                  <c:v>0.65918981481081573</c:v>
                </c:pt>
                <c:pt idx="56955">
                  <c:v>0.65920138888759539</c:v>
                </c:pt>
                <c:pt idx="56956">
                  <c:v>0.65921296295709908</c:v>
                </c:pt>
                <c:pt idx="56957">
                  <c:v>0.65922453703387873</c:v>
                </c:pt>
                <c:pt idx="56958">
                  <c:v>0.65923611111065838</c:v>
                </c:pt>
                <c:pt idx="56959">
                  <c:v>0.65924768518016208</c:v>
                </c:pt>
                <c:pt idx="56960">
                  <c:v>0.65925925925694173</c:v>
                </c:pt>
                <c:pt idx="56961">
                  <c:v>0.65927083333372138</c:v>
                </c:pt>
                <c:pt idx="56962">
                  <c:v>0.65928240740322508</c:v>
                </c:pt>
                <c:pt idx="56963">
                  <c:v>0.65929398148000473</c:v>
                </c:pt>
                <c:pt idx="56964">
                  <c:v>0.65930555555678438</c:v>
                </c:pt>
                <c:pt idx="56965">
                  <c:v>0.65931712962628808</c:v>
                </c:pt>
                <c:pt idx="56966">
                  <c:v>0.65932870370306773</c:v>
                </c:pt>
                <c:pt idx="56967">
                  <c:v>0.65934027777257143</c:v>
                </c:pt>
                <c:pt idx="56968">
                  <c:v>0.65935185184935108</c:v>
                </c:pt>
                <c:pt idx="56969">
                  <c:v>0.65936342592613073</c:v>
                </c:pt>
                <c:pt idx="56970">
                  <c:v>0.65937499999563443</c:v>
                </c:pt>
                <c:pt idx="56971">
                  <c:v>0.65938657407241408</c:v>
                </c:pt>
                <c:pt idx="56972">
                  <c:v>0.65939814814919373</c:v>
                </c:pt>
                <c:pt idx="56973">
                  <c:v>0.65940972221869742</c:v>
                </c:pt>
                <c:pt idx="56974">
                  <c:v>0.65942129629547708</c:v>
                </c:pt>
                <c:pt idx="56975">
                  <c:v>0.65943287036498077</c:v>
                </c:pt>
                <c:pt idx="56976">
                  <c:v>0.65944444444176042</c:v>
                </c:pt>
                <c:pt idx="56977">
                  <c:v>0.65945601851854008</c:v>
                </c:pt>
                <c:pt idx="56978">
                  <c:v>0.65946759258804377</c:v>
                </c:pt>
                <c:pt idx="56979">
                  <c:v>0.65947916666482342</c:v>
                </c:pt>
                <c:pt idx="56980">
                  <c:v>0.65949074074160308</c:v>
                </c:pt>
                <c:pt idx="56981">
                  <c:v>0.65950231481110677</c:v>
                </c:pt>
                <c:pt idx="56982">
                  <c:v>0.65951388888788642</c:v>
                </c:pt>
                <c:pt idx="56983">
                  <c:v>0.65952546295739012</c:v>
                </c:pt>
                <c:pt idx="56984">
                  <c:v>0.65953703703416977</c:v>
                </c:pt>
                <c:pt idx="56985">
                  <c:v>0.65954861111094942</c:v>
                </c:pt>
                <c:pt idx="56986">
                  <c:v>0.65956018518045312</c:v>
                </c:pt>
                <c:pt idx="56987">
                  <c:v>0.65957175925723277</c:v>
                </c:pt>
                <c:pt idx="56988">
                  <c:v>0.65958333333401242</c:v>
                </c:pt>
                <c:pt idx="56989">
                  <c:v>0.65959490740351612</c:v>
                </c:pt>
                <c:pt idx="56990">
                  <c:v>0.65960648148029577</c:v>
                </c:pt>
                <c:pt idx="56991">
                  <c:v>0.65961805554979946</c:v>
                </c:pt>
                <c:pt idx="56992">
                  <c:v>0.65962962962657912</c:v>
                </c:pt>
                <c:pt idx="56993">
                  <c:v>0.65964120370335877</c:v>
                </c:pt>
                <c:pt idx="56994">
                  <c:v>0.65965277777286246</c:v>
                </c:pt>
                <c:pt idx="56995">
                  <c:v>0.65966435184964212</c:v>
                </c:pt>
                <c:pt idx="56996">
                  <c:v>0.65967592592642177</c:v>
                </c:pt>
                <c:pt idx="56997">
                  <c:v>0.65968749999592546</c:v>
                </c:pt>
                <c:pt idx="56998">
                  <c:v>0.65969907407270512</c:v>
                </c:pt>
                <c:pt idx="56999">
                  <c:v>0.65971064814948477</c:v>
                </c:pt>
                <c:pt idx="57000">
                  <c:v>0.65972222221898846</c:v>
                </c:pt>
                <c:pt idx="57001">
                  <c:v>0.65973379629576812</c:v>
                </c:pt>
                <c:pt idx="57002">
                  <c:v>0.65974537036527181</c:v>
                </c:pt>
                <c:pt idx="57003">
                  <c:v>0.65975694444205146</c:v>
                </c:pt>
                <c:pt idx="57004">
                  <c:v>0.65976851851883112</c:v>
                </c:pt>
                <c:pt idx="57005">
                  <c:v>0.65978009258833481</c:v>
                </c:pt>
                <c:pt idx="57006">
                  <c:v>0.65979166666511446</c:v>
                </c:pt>
                <c:pt idx="57007">
                  <c:v>0.65980324074189411</c:v>
                </c:pt>
                <c:pt idx="57008">
                  <c:v>0.65981481481139781</c:v>
                </c:pt>
                <c:pt idx="57009">
                  <c:v>0.65982638888817746</c:v>
                </c:pt>
                <c:pt idx="57010">
                  <c:v>0.65983796295768116</c:v>
                </c:pt>
                <c:pt idx="57011">
                  <c:v>0.65984953703446081</c:v>
                </c:pt>
                <c:pt idx="57012">
                  <c:v>0.65986111111124046</c:v>
                </c:pt>
                <c:pt idx="57013">
                  <c:v>0.65987268518074416</c:v>
                </c:pt>
                <c:pt idx="57014">
                  <c:v>0.65988425925752381</c:v>
                </c:pt>
                <c:pt idx="57015">
                  <c:v>0.65989583333430346</c:v>
                </c:pt>
                <c:pt idx="57016">
                  <c:v>0.65990740740380716</c:v>
                </c:pt>
                <c:pt idx="57017">
                  <c:v>0.65991898148058681</c:v>
                </c:pt>
                <c:pt idx="57018">
                  <c:v>0.6599305555500905</c:v>
                </c:pt>
                <c:pt idx="57019">
                  <c:v>0.65994212962687016</c:v>
                </c:pt>
                <c:pt idx="57020">
                  <c:v>0.65995370370364981</c:v>
                </c:pt>
                <c:pt idx="57021">
                  <c:v>0.6599652777731535</c:v>
                </c:pt>
                <c:pt idx="57022">
                  <c:v>0.65997685184993315</c:v>
                </c:pt>
                <c:pt idx="57023">
                  <c:v>0.65998842592671281</c:v>
                </c:pt>
                <c:pt idx="57024">
                  <c:v>0.6599999999962165</c:v>
                </c:pt>
                <c:pt idx="57025">
                  <c:v>0.66001157407299615</c:v>
                </c:pt>
                <c:pt idx="57026">
                  <c:v>0.66002314814249985</c:v>
                </c:pt>
                <c:pt idx="57027">
                  <c:v>0.6600347222192795</c:v>
                </c:pt>
                <c:pt idx="57028">
                  <c:v>0.66004629629605915</c:v>
                </c:pt>
                <c:pt idx="57029">
                  <c:v>0.66005787036556285</c:v>
                </c:pt>
                <c:pt idx="57030">
                  <c:v>0.6600694444423425</c:v>
                </c:pt>
                <c:pt idx="57031">
                  <c:v>0.66008101851912215</c:v>
                </c:pt>
                <c:pt idx="57032">
                  <c:v>0.66009259258862585</c:v>
                </c:pt>
                <c:pt idx="57033">
                  <c:v>0.6601041666654055</c:v>
                </c:pt>
                <c:pt idx="57034">
                  <c:v>0.6601157407349092</c:v>
                </c:pt>
                <c:pt idx="57035">
                  <c:v>0.66012731481168885</c:v>
                </c:pt>
                <c:pt idx="57036">
                  <c:v>0.6601388888884685</c:v>
                </c:pt>
                <c:pt idx="57037">
                  <c:v>0.66015046295797219</c:v>
                </c:pt>
                <c:pt idx="57038">
                  <c:v>0.66016203703475185</c:v>
                </c:pt>
                <c:pt idx="57039">
                  <c:v>0.6601736111115315</c:v>
                </c:pt>
                <c:pt idx="57040">
                  <c:v>0.66018518518103519</c:v>
                </c:pt>
                <c:pt idx="57041">
                  <c:v>0.66019675925781485</c:v>
                </c:pt>
                <c:pt idx="57042">
                  <c:v>0.6602083333345945</c:v>
                </c:pt>
                <c:pt idx="57043">
                  <c:v>0.66021990740409819</c:v>
                </c:pt>
                <c:pt idx="57044">
                  <c:v>0.66023148148087785</c:v>
                </c:pt>
                <c:pt idx="57045">
                  <c:v>0.66024305555038154</c:v>
                </c:pt>
                <c:pt idx="57046">
                  <c:v>0.66025462962716119</c:v>
                </c:pt>
                <c:pt idx="57047">
                  <c:v>0.66026620370394085</c:v>
                </c:pt>
                <c:pt idx="57048">
                  <c:v>0.66027777777344454</c:v>
                </c:pt>
                <c:pt idx="57049">
                  <c:v>0.66028935185022419</c:v>
                </c:pt>
                <c:pt idx="57050">
                  <c:v>0.66030092592700385</c:v>
                </c:pt>
                <c:pt idx="57051">
                  <c:v>0.66031249999650754</c:v>
                </c:pt>
                <c:pt idx="57052">
                  <c:v>0.66032407407328719</c:v>
                </c:pt>
                <c:pt idx="57053">
                  <c:v>0.66033564814279089</c:v>
                </c:pt>
                <c:pt idx="57054">
                  <c:v>0.66034722221957054</c:v>
                </c:pt>
                <c:pt idx="57055">
                  <c:v>0.66035879629635019</c:v>
                </c:pt>
                <c:pt idx="57056">
                  <c:v>0.66037037036585389</c:v>
                </c:pt>
                <c:pt idx="57057">
                  <c:v>0.66038194444263354</c:v>
                </c:pt>
                <c:pt idx="57058">
                  <c:v>0.66039351851941319</c:v>
                </c:pt>
                <c:pt idx="57059">
                  <c:v>0.66040509258891689</c:v>
                </c:pt>
                <c:pt idx="57060">
                  <c:v>0.66041666666569654</c:v>
                </c:pt>
                <c:pt idx="57061">
                  <c:v>0.66042824073520023</c:v>
                </c:pt>
                <c:pt idx="57062">
                  <c:v>0.66043981481197989</c:v>
                </c:pt>
                <c:pt idx="57063">
                  <c:v>0.66045138888875954</c:v>
                </c:pt>
                <c:pt idx="57064">
                  <c:v>0.66046296295826323</c:v>
                </c:pt>
                <c:pt idx="57065">
                  <c:v>0.66047453703504289</c:v>
                </c:pt>
                <c:pt idx="57066">
                  <c:v>0.66048611111182254</c:v>
                </c:pt>
                <c:pt idx="57067">
                  <c:v>0.66049768518132623</c:v>
                </c:pt>
                <c:pt idx="57068">
                  <c:v>0.66050925925810589</c:v>
                </c:pt>
                <c:pt idx="57069">
                  <c:v>0.66052083332760958</c:v>
                </c:pt>
                <c:pt idx="57070">
                  <c:v>0.66053240740438923</c:v>
                </c:pt>
                <c:pt idx="57071">
                  <c:v>0.66054398148116888</c:v>
                </c:pt>
                <c:pt idx="57072">
                  <c:v>0.66055555555067258</c:v>
                </c:pt>
                <c:pt idx="57073">
                  <c:v>0.66056712962745223</c:v>
                </c:pt>
                <c:pt idx="57074">
                  <c:v>0.66057870370423188</c:v>
                </c:pt>
                <c:pt idx="57075">
                  <c:v>0.66059027777373558</c:v>
                </c:pt>
                <c:pt idx="57076">
                  <c:v>0.66060185185051523</c:v>
                </c:pt>
                <c:pt idx="57077">
                  <c:v>0.66061342592001893</c:v>
                </c:pt>
                <c:pt idx="57078">
                  <c:v>0.66062499999679858</c:v>
                </c:pt>
                <c:pt idx="57079">
                  <c:v>0.66063657407357823</c:v>
                </c:pt>
                <c:pt idx="57080">
                  <c:v>0.66064814814308193</c:v>
                </c:pt>
                <c:pt idx="57081">
                  <c:v>0.66065972221986158</c:v>
                </c:pt>
                <c:pt idx="57082">
                  <c:v>0.66067129629664123</c:v>
                </c:pt>
                <c:pt idx="57083">
                  <c:v>0.66068287036614493</c:v>
                </c:pt>
                <c:pt idx="57084">
                  <c:v>0.66069444444292458</c:v>
                </c:pt>
                <c:pt idx="57085">
                  <c:v>0.66070601851970423</c:v>
                </c:pt>
                <c:pt idx="57086">
                  <c:v>0.66071759258920792</c:v>
                </c:pt>
                <c:pt idx="57087">
                  <c:v>0.66072916666598758</c:v>
                </c:pt>
                <c:pt idx="57088">
                  <c:v>0.66074074073549127</c:v>
                </c:pt>
                <c:pt idx="57089">
                  <c:v>0.66075231481227092</c:v>
                </c:pt>
                <c:pt idx="57090">
                  <c:v>0.66076388888905058</c:v>
                </c:pt>
                <c:pt idx="57091">
                  <c:v>0.66077546295855427</c:v>
                </c:pt>
                <c:pt idx="57092">
                  <c:v>0.66078703703533392</c:v>
                </c:pt>
                <c:pt idx="57093">
                  <c:v>0.66079861111211358</c:v>
                </c:pt>
                <c:pt idx="57094">
                  <c:v>0.66081018518161727</c:v>
                </c:pt>
                <c:pt idx="57095">
                  <c:v>0.66082175925839692</c:v>
                </c:pt>
                <c:pt idx="57096">
                  <c:v>0.66083333332790062</c:v>
                </c:pt>
                <c:pt idx="57097">
                  <c:v>0.66084490740468027</c:v>
                </c:pt>
                <c:pt idx="57098">
                  <c:v>0.66085648148145992</c:v>
                </c:pt>
                <c:pt idx="57099">
                  <c:v>0.66086805555096362</c:v>
                </c:pt>
                <c:pt idx="57100">
                  <c:v>0.66087962962774327</c:v>
                </c:pt>
                <c:pt idx="57101">
                  <c:v>0.66089120370452292</c:v>
                </c:pt>
                <c:pt idx="57102">
                  <c:v>0.66090277777402662</c:v>
                </c:pt>
                <c:pt idx="57103">
                  <c:v>0.66091435185080627</c:v>
                </c:pt>
                <c:pt idx="57104">
                  <c:v>0.66092592592030996</c:v>
                </c:pt>
                <c:pt idx="57105">
                  <c:v>0.66093749999708962</c:v>
                </c:pt>
                <c:pt idx="57106">
                  <c:v>0.66094907407386927</c:v>
                </c:pt>
                <c:pt idx="57107">
                  <c:v>0.66096064814337296</c:v>
                </c:pt>
                <c:pt idx="57108">
                  <c:v>0.66097222222015262</c:v>
                </c:pt>
                <c:pt idx="57109">
                  <c:v>0.66098379629693227</c:v>
                </c:pt>
                <c:pt idx="57110">
                  <c:v>0.66099537036643596</c:v>
                </c:pt>
                <c:pt idx="57111">
                  <c:v>0.66100694444321562</c:v>
                </c:pt>
                <c:pt idx="57112">
                  <c:v>0.66101851851271931</c:v>
                </c:pt>
                <c:pt idx="57113">
                  <c:v>0.66103009258949896</c:v>
                </c:pt>
                <c:pt idx="57114">
                  <c:v>0.66104166666627862</c:v>
                </c:pt>
                <c:pt idx="57115">
                  <c:v>0.66105324073578231</c:v>
                </c:pt>
                <c:pt idx="57116">
                  <c:v>0.66106481481256196</c:v>
                </c:pt>
                <c:pt idx="57117">
                  <c:v>0.66107638888934162</c:v>
                </c:pt>
                <c:pt idx="57118">
                  <c:v>0.66108796295884531</c:v>
                </c:pt>
                <c:pt idx="57119">
                  <c:v>0.66109953703562496</c:v>
                </c:pt>
                <c:pt idx="57120">
                  <c:v>0.66111111111240461</c:v>
                </c:pt>
                <c:pt idx="57121">
                  <c:v>0.66112268518190831</c:v>
                </c:pt>
                <c:pt idx="57122">
                  <c:v>0.66113425925868796</c:v>
                </c:pt>
                <c:pt idx="57123">
                  <c:v>0.66114583332819166</c:v>
                </c:pt>
                <c:pt idx="57124">
                  <c:v>0.66115740740497131</c:v>
                </c:pt>
                <c:pt idx="57125">
                  <c:v>0.66116898148175096</c:v>
                </c:pt>
                <c:pt idx="57126">
                  <c:v>0.66118055555125466</c:v>
                </c:pt>
                <c:pt idx="57127">
                  <c:v>0.66119212962803431</c:v>
                </c:pt>
                <c:pt idx="57128">
                  <c:v>0.66120370370481396</c:v>
                </c:pt>
                <c:pt idx="57129">
                  <c:v>0.66121527777431766</c:v>
                </c:pt>
                <c:pt idx="57130">
                  <c:v>0.66122685185109731</c:v>
                </c:pt>
                <c:pt idx="57131">
                  <c:v>0.661238425920601</c:v>
                </c:pt>
                <c:pt idx="57132">
                  <c:v>0.66124999999738066</c:v>
                </c:pt>
                <c:pt idx="57133">
                  <c:v>0.66126157407416031</c:v>
                </c:pt>
                <c:pt idx="57134">
                  <c:v>0.661273148143664</c:v>
                </c:pt>
                <c:pt idx="57135">
                  <c:v>0.66128472222044365</c:v>
                </c:pt>
                <c:pt idx="57136">
                  <c:v>0.66129629629722331</c:v>
                </c:pt>
                <c:pt idx="57137">
                  <c:v>0.661307870366727</c:v>
                </c:pt>
                <c:pt idx="57138">
                  <c:v>0.66131944444350665</c:v>
                </c:pt>
                <c:pt idx="57139">
                  <c:v>0.66133101851301035</c:v>
                </c:pt>
                <c:pt idx="57140">
                  <c:v>0.66134259258979</c:v>
                </c:pt>
                <c:pt idx="57141">
                  <c:v>0.66135416666656965</c:v>
                </c:pt>
                <c:pt idx="57142">
                  <c:v>0.66136574073607335</c:v>
                </c:pt>
                <c:pt idx="57143">
                  <c:v>0.661377314812853</c:v>
                </c:pt>
                <c:pt idx="57144">
                  <c:v>0.66138888888963265</c:v>
                </c:pt>
                <c:pt idx="57145">
                  <c:v>0.66140046295913635</c:v>
                </c:pt>
                <c:pt idx="57146">
                  <c:v>0.661412037035916</c:v>
                </c:pt>
                <c:pt idx="57147">
                  <c:v>0.6614236111054197</c:v>
                </c:pt>
                <c:pt idx="57148">
                  <c:v>0.66143518518219935</c:v>
                </c:pt>
                <c:pt idx="57149">
                  <c:v>0.661446759258979</c:v>
                </c:pt>
                <c:pt idx="57150">
                  <c:v>0.66145833332848269</c:v>
                </c:pt>
                <c:pt idx="57151">
                  <c:v>0.66146990740526235</c:v>
                </c:pt>
                <c:pt idx="57152">
                  <c:v>0.661481481482042</c:v>
                </c:pt>
                <c:pt idx="57153">
                  <c:v>0.66149305555154569</c:v>
                </c:pt>
                <c:pt idx="57154">
                  <c:v>0.66150462962832535</c:v>
                </c:pt>
                <c:pt idx="57155">
                  <c:v>0.66151620369782904</c:v>
                </c:pt>
                <c:pt idx="57156">
                  <c:v>0.66152777777460869</c:v>
                </c:pt>
                <c:pt idx="57157">
                  <c:v>0.66153935185138835</c:v>
                </c:pt>
                <c:pt idx="57158">
                  <c:v>0.66155092592089204</c:v>
                </c:pt>
                <c:pt idx="57159">
                  <c:v>0.66156249999767169</c:v>
                </c:pt>
                <c:pt idx="57160">
                  <c:v>0.66157407407445135</c:v>
                </c:pt>
                <c:pt idx="57161">
                  <c:v>0.66158564814395504</c:v>
                </c:pt>
                <c:pt idx="57162">
                  <c:v>0.66159722222073469</c:v>
                </c:pt>
                <c:pt idx="57163">
                  <c:v>0.66160879629751435</c:v>
                </c:pt>
                <c:pt idx="57164">
                  <c:v>0.66162037036701804</c:v>
                </c:pt>
                <c:pt idx="57165">
                  <c:v>0.66163194444379769</c:v>
                </c:pt>
                <c:pt idx="57166">
                  <c:v>0.66164351851330139</c:v>
                </c:pt>
                <c:pt idx="57167">
                  <c:v>0.66165509259008104</c:v>
                </c:pt>
                <c:pt idx="57168">
                  <c:v>0.66166666666686069</c:v>
                </c:pt>
                <c:pt idx="57169">
                  <c:v>0.66167824073636439</c:v>
                </c:pt>
                <c:pt idx="57170">
                  <c:v>0.66168981481314404</c:v>
                </c:pt>
                <c:pt idx="57171">
                  <c:v>0.66170138888992369</c:v>
                </c:pt>
                <c:pt idx="57172">
                  <c:v>0.66171296295942739</c:v>
                </c:pt>
                <c:pt idx="57173">
                  <c:v>0.66172453703620704</c:v>
                </c:pt>
                <c:pt idx="57174">
                  <c:v>0.66173611110571073</c:v>
                </c:pt>
                <c:pt idx="57175">
                  <c:v>0.66174768518249039</c:v>
                </c:pt>
                <c:pt idx="57176">
                  <c:v>0.66175925925927004</c:v>
                </c:pt>
                <c:pt idx="57177">
                  <c:v>0.66177083332877373</c:v>
                </c:pt>
                <c:pt idx="57178">
                  <c:v>0.66178240740555339</c:v>
                </c:pt>
                <c:pt idx="57179">
                  <c:v>0.66179398148233304</c:v>
                </c:pt>
                <c:pt idx="57180">
                  <c:v>0.66180555555183673</c:v>
                </c:pt>
                <c:pt idx="57181">
                  <c:v>0.66181712962861639</c:v>
                </c:pt>
                <c:pt idx="57182">
                  <c:v>0.66182870369812008</c:v>
                </c:pt>
                <c:pt idx="57183">
                  <c:v>0.66184027777489973</c:v>
                </c:pt>
                <c:pt idx="57184">
                  <c:v>0.66185185185167938</c:v>
                </c:pt>
                <c:pt idx="57185">
                  <c:v>0.66186342592118308</c:v>
                </c:pt>
                <c:pt idx="57186">
                  <c:v>0.66187499999796273</c:v>
                </c:pt>
                <c:pt idx="57187">
                  <c:v>0.66188657407474238</c:v>
                </c:pt>
                <c:pt idx="57188">
                  <c:v>0.66189814814424608</c:v>
                </c:pt>
                <c:pt idx="57189">
                  <c:v>0.66190972222102573</c:v>
                </c:pt>
                <c:pt idx="57190">
                  <c:v>0.66192129629052943</c:v>
                </c:pt>
                <c:pt idx="57191">
                  <c:v>0.66193287036730908</c:v>
                </c:pt>
                <c:pt idx="57192">
                  <c:v>0.66194444444408873</c:v>
                </c:pt>
                <c:pt idx="57193">
                  <c:v>0.66195601851359243</c:v>
                </c:pt>
                <c:pt idx="57194">
                  <c:v>0.66196759259037208</c:v>
                </c:pt>
                <c:pt idx="57195">
                  <c:v>0.66197916666715173</c:v>
                </c:pt>
                <c:pt idx="57196">
                  <c:v>0.66199074073665543</c:v>
                </c:pt>
                <c:pt idx="57197">
                  <c:v>0.66200231481343508</c:v>
                </c:pt>
                <c:pt idx="57198">
                  <c:v>0.66201388889021473</c:v>
                </c:pt>
                <c:pt idx="57199">
                  <c:v>0.66202546295971842</c:v>
                </c:pt>
                <c:pt idx="57200">
                  <c:v>0.66203703703649808</c:v>
                </c:pt>
                <c:pt idx="57201">
                  <c:v>0.66204861110600177</c:v>
                </c:pt>
                <c:pt idx="57202">
                  <c:v>0.66206018518278142</c:v>
                </c:pt>
                <c:pt idx="57203">
                  <c:v>0.66207175925956108</c:v>
                </c:pt>
                <c:pt idx="57204">
                  <c:v>0.66208333332906477</c:v>
                </c:pt>
                <c:pt idx="57205">
                  <c:v>0.66209490740584442</c:v>
                </c:pt>
                <c:pt idx="57206">
                  <c:v>0.66210648148262408</c:v>
                </c:pt>
                <c:pt idx="57207">
                  <c:v>0.66211805555212777</c:v>
                </c:pt>
                <c:pt idx="57208">
                  <c:v>0.66212962962890742</c:v>
                </c:pt>
                <c:pt idx="57209">
                  <c:v>0.66214120369841112</c:v>
                </c:pt>
                <c:pt idx="57210">
                  <c:v>0.66215277777519077</c:v>
                </c:pt>
                <c:pt idx="57211">
                  <c:v>0.66216435185197042</c:v>
                </c:pt>
                <c:pt idx="57212">
                  <c:v>0.66217592592147412</c:v>
                </c:pt>
                <c:pt idx="57213">
                  <c:v>0.66218749999825377</c:v>
                </c:pt>
                <c:pt idx="57214">
                  <c:v>0.66219907407503342</c:v>
                </c:pt>
                <c:pt idx="57215">
                  <c:v>0.66221064814453712</c:v>
                </c:pt>
                <c:pt idx="57216">
                  <c:v>0.66222222222131677</c:v>
                </c:pt>
                <c:pt idx="57217">
                  <c:v>0.66223379629082046</c:v>
                </c:pt>
                <c:pt idx="57218">
                  <c:v>0.66224537036760012</c:v>
                </c:pt>
                <c:pt idx="57219">
                  <c:v>0.66225694444437977</c:v>
                </c:pt>
                <c:pt idx="57220">
                  <c:v>0.66226851851388346</c:v>
                </c:pt>
                <c:pt idx="57221">
                  <c:v>0.66228009259066312</c:v>
                </c:pt>
                <c:pt idx="57222">
                  <c:v>0.66229166666744277</c:v>
                </c:pt>
                <c:pt idx="57223">
                  <c:v>0.66230324073694646</c:v>
                </c:pt>
                <c:pt idx="57224">
                  <c:v>0.66231481481372612</c:v>
                </c:pt>
                <c:pt idx="57225">
                  <c:v>0.66232638888322981</c:v>
                </c:pt>
                <c:pt idx="57226">
                  <c:v>0.66233796296000946</c:v>
                </c:pt>
                <c:pt idx="57227">
                  <c:v>0.66234953703678912</c:v>
                </c:pt>
                <c:pt idx="57228">
                  <c:v>0.66236111110629281</c:v>
                </c:pt>
                <c:pt idx="57229">
                  <c:v>0.66237268518307246</c:v>
                </c:pt>
                <c:pt idx="57230">
                  <c:v>0.66238425925985212</c:v>
                </c:pt>
                <c:pt idx="57231">
                  <c:v>0.66239583332935581</c:v>
                </c:pt>
                <c:pt idx="57232">
                  <c:v>0.66240740740613546</c:v>
                </c:pt>
                <c:pt idx="57233">
                  <c:v>0.66241898147563916</c:v>
                </c:pt>
                <c:pt idx="57234">
                  <c:v>0.66243055555241881</c:v>
                </c:pt>
                <c:pt idx="57235">
                  <c:v>0.66244212962919846</c:v>
                </c:pt>
                <c:pt idx="57236">
                  <c:v>0.66245370369870216</c:v>
                </c:pt>
                <c:pt idx="57237">
                  <c:v>0.66246527777548181</c:v>
                </c:pt>
                <c:pt idx="57238">
                  <c:v>0.66247685185226146</c:v>
                </c:pt>
                <c:pt idx="57239">
                  <c:v>0.66248842592176516</c:v>
                </c:pt>
                <c:pt idx="57240">
                  <c:v>0.66249999999854481</c:v>
                </c:pt>
                <c:pt idx="57241">
                  <c:v>0.66251157407532446</c:v>
                </c:pt>
                <c:pt idx="57242">
                  <c:v>0.66252314814482816</c:v>
                </c:pt>
                <c:pt idx="57243">
                  <c:v>0.66253472222160781</c:v>
                </c:pt>
                <c:pt idx="57244">
                  <c:v>0.6625462962911115</c:v>
                </c:pt>
                <c:pt idx="57245">
                  <c:v>0.66255787036789116</c:v>
                </c:pt>
                <c:pt idx="57246">
                  <c:v>0.66256944444467081</c:v>
                </c:pt>
                <c:pt idx="57247">
                  <c:v>0.6625810185141745</c:v>
                </c:pt>
                <c:pt idx="57248">
                  <c:v>0.66259259259095415</c:v>
                </c:pt>
                <c:pt idx="57249">
                  <c:v>0.66260416666773381</c:v>
                </c:pt>
                <c:pt idx="57250">
                  <c:v>0.6626157407372375</c:v>
                </c:pt>
                <c:pt idx="57251">
                  <c:v>0.66262731481401715</c:v>
                </c:pt>
                <c:pt idx="57252">
                  <c:v>0.66263888888352085</c:v>
                </c:pt>
                <c:pt idx="57253">
                  <c:v>0.6626504629603005</c:v>
                </c:pt>
                <c:pt idx="57254">
                  <c:v>0.66266203703708015</c:v>
                </c:pt>
                <c:pt idx="57255">
                  <c:v>0.66267361110658385</c:v>
                </c:pt>
                <c:pt idx="57256">
                  <c:v>0.6626851851833635</c:v>
                </c:pt>
                <c:pt idx="57257">
                  <c:v>0.66269675926014315</c:v>
                </c:pt>
                <c:pt idx="57258">
                  <c:v>0.66270833332964685</c:v>
                </c:pt>
                <c:pt idx="57259">
                  <c:v>0.6627199074064265</c:v>
                </c:pt>
                <c:pt idx="57260">
                  <c:v>0.6627314814759302</c:v>
                </c:pt>
                <c:pt idx="57261">
                  <c:v>0.66274305555270985</c:v>
                </c:pt>
                <c:pt idx="57262">
                  <c:v>0.6627546296294895</c:v>
                </c:pt>
                <c:pt idx="57263">
                  <c:v>0.66276620369899319</c:v>
                </c:pt>
                <c:pt idx="57264">
                  <c:v>0.66277777777577285</c:v>
                </c:pt>
                <c:pt idx="57265">
                  <c:v>0.6627893518525525</c:v>
                </c:pt>
                <c:pt idx="57266">
                  <c:v>0.66280092592205619</c:v>
                </c:pt>
                <c:pt idx="57267">
                  <c:v>0.66281249999883585</c:v>
                </c:pt>
                <c:pt idx="57268">
                  <c:v>0.66282407406833954</c:v>
                </c:pt>
                <c:pt idx="57269">
                  <c:v>0.66283564814511919</c:v>
                </c:pt>
                <c:pt idx="57270">
                  <c:v>0.66284722222189885</c:v>
                </c:pt>
                <c:pt idx="57271">
                  <c:v>0.66285879629140254</c:v>
                </c:pt>
                <c:pt idx="57272">
                  <c:v>0.66287037036818219</c:v>
                </c:pt>
                <c:pt idx="57273">
                  <c:v>0.66288194444496185</c:v>
                </c:pt>
                <c:pt idx="57274">
                  <c:v>0.66289351851446554</c:v>
                </c:pt>
                <c:pt idx="57275">
                  <c:v>0.66290509259124519</c:v>
                </c:pt>
                <c:pt idx="57276">
                  <c:v>0.66291666666074889</c:v>
                </c:pt>
                <c:pt idx="57277">
                  <c:v>0.66292824073752854</c:v>
                </c:pt>
                <c:pt idx="57278">
                  <c:v>0.66293981481430819</c:v>
                </c:pt>
                <c:pt idx="57279">
                  <c:v>0.66295138888381189</c:v>
                </c:pt>
                <c:pt idx="57280">
                  <c:v>0.66296296296059154</c:v>
                </c:pt>
                <c:pt idx="57281">
                  <c:v>0.66297453703737119</c:v>
                </c:pt>
                <c:pt idx="57282">
                  <c:v>0.66298611110687489</c:v>
                </c:pt>
                <c:pt idx="57283">
                  <c:v>0.66299768518365454</c:v>
                </c:pt>
                <c:pt idx="57284">
                  <c:v>0.66300925926043419</c:v>
                </c:pt>
                <c:pt idx="57285">
                  <c:v>0.66302083332993789</c:v>
                </c:pt>
                <c:pt idx="57286">
                  <c:v>0.66303240740671754</c:v>
                </c:pt>
                <c:pt idx="57287">
                  <c:v>0.66304398147622123</c:v>
                </c:pt>
                <c:pt idx="57288">
                  <c:v>0.66305555555300089</c:v>
                </c:pt>
                <c:pt idx="57289">
                  <c:v>0.66306712962978054</c:v>
                </c:pt>
                <c:pt idx="57290">
                  <c:v>0.66307870369928423</c:v>
                </c:pt>
                <c:pt idx="57291">
                  <c:v>0.66309027777606389</c:v>
                </c:pt>
                <c:pt idx="57292">
                  <c:v>0.66310185185284354</c:v>
                </c:pt>
                <c:pt idx="57293">
                  <c:v>0.66311342592234723</c:v>
                </c:pt>
                <c:pt idx="57294">
                  <c:v>0.66312499999912689</c:v>
                </c:pt>
                <c:pt idx="57295">
                  <c:v>0.66313657406863058</c:v>
                </c:pt>
                <c:pt idx="57296">
                  <c:v>0.66314814814541023</c:v>
                </c:pt>
                <c:pt idx="57297">
                  <c:v>0.66315972222218988</c:v>
                </c:pt>
                <c:pt idx="57298">
                  <c:v>0.66317129629169358</c:v>
                </c:pt>
                <c:pt idx="57299">
                  <c:v>0.66318287036847323</c:v>
                </c:pt>
                <c:pt idx="57300">
                  <c:v>0.66319444444525288</c:v>
                </c:pt>
                <c:pt idx="57301">
                  <c:v>0.66320601851475658</c:v>
                </c:pt>
                <c:pt idx="57302">
                  <c:v>0.66321759259153623</c:v>
                </c:pt>
                <c:pt idx="57303">
                  <c:v>0.66322916666103993</c:v>
                </c:pt>
                <c:pt idx="57304">
                  <c:v>0.66324074073781958</c:v>
                </c:pt>
                <c:pt idx="57305">
                  <c:v>0.66325231481459923</c:v>
                </c:pt>
                <c:pt idx="57306">
                  <c:v>0.66326388888410293</c:v>
                </c:pt>
                <c:pt idx="57307">
                  <c:v>0.66327546296088258</c:v>
                </c:pt>
                <c:pt idx="57308">
                  <c:v>0.66328703703766223</c:v>
                </c:pt>
                <c:pt idx="57309">
                  <c:v>0.66329861110716593</c:v>
                </c:pt>
                <c:pt idx="57310">
                  <c:v>0.66331018518394558</c:v>
                </c:pt>
                <c:pt idx="57311">
                  <c:v>0.66332175925344927</c:v>
                </c:pt>
                <c:pt idx="57312">
                  <c:v>0.66333333333022892</c:v>
                </c:pt>
                <c:pt idx="57313">
                  <c:v>0.66334490740700858</c:v>
                </c:pt>
                <c:pt idx="57314">
                  <c:v>0.66335648147651227</c:v>
                </c:pt>
                <c:pt idx="57315">
                  <c:v>0.66336805555329192</c:v>
                </c:pt>
                <c:pt idx="57316">
                  <c:v>0.66337962963007158</c:v>
                </c:pt>
                <c:pt idx="57317">
                  <c:v>0.66339120369957527</c:v>
                </c:pt>
                <c:pt idx="57318">
                  <c:v>0.66340277777635492</c:v>
                </c:pt>
                <c:pt idx="57319">
                  <c:v>0.66341435185313458</c:v>
                </c:pt>
                <c:pt idx="57320">
                  <c:v>0.66342592592263827</c:v>
                </c:pt>
                <c:pt idx="57321">
                  <c:v>0.66343749999941792</c:v>
                </c:pt>
                <c:pt idx="57322">
                  <c:v>0.66344907406892162</c:v>
                </c:pt>
                <c:pt idx="57323">
                  <c:v>0.66346064814570127</c:v>
                </c:pt>
                <c:pt idx="57324">
                  <c:v>0.66347222222248092</c:v>
                </c:pt>
                <c:pt idx="57325">
                  <c:v>0.66348379629198462</c:v>
                </c:pt>
                <c:pt idx="57326">
                  <c:v>0.66349537036876427</c:v>
                </c:pt>
                <c:pt idx="57327">
                  <c:v>0.66350694444554392</c:v>
                </c:pt>
                <c:pt idx="57328">
                  <c:v>0.66351851851504762</c:v>
                </c:pt>
                <c:pt idx="57329">
                  <c:v>0.66353009259182727</c:v>
                </c:pt>
                <c:pt idx="57330">
                  <c:v>0.66354166666133096</c:v>
                </c:pt>
                <c:pt idx="57331">
                  <c:v>0.66355324073811062</c:v>
                </c:pt>
                <c:pt idx="57332">
                  <c:v>0.66356481481489027</c:v>
                </c:pt>
                <c:pt idx="57333">
                  <c:v>0.66357638888439396</c:v>
                </c:pt>
                <c:pt idx="57334">
                  <c:v>0.66358796296117362</c:v>
                </c:pt>
                <c:pt idx="57335">
                  <c:v>0.66359953703795327</c:v>
                </c:pt>
                <c:pt idx="57336">
                  <c:v>0.66361111110745696</c:v>
                </c:pt>
                <c:pt idx="57337">
                  <c:v>0.66362268518423662</c:v>
                </c:pt>
                <c:pt idx="57338">
                  <c:v>0.66363425925374031</c:v>
                </c:pt>
                <c:pt idx="57339">
                  <c:v>0.66364583333051996</c:v>
                </c:pt>
                <c:pt idx="57340">
                  <c:v>0.66365740740729962</c:v>
                </c:pt>
                <c:pt idx="57341">
                  <c:v>0.66366898147680331</c:v>
                </c:pt>
                <c:pt idx="57342">
                  <c:v>0.66368055555358296</c:v>
                </c:pt>
                <c:pt idx="57343">
                  <c:v>0.66369212963036261</c:v>
                </c:pt>
                <c:pt idx="57344">
                  <c:v>0.66370370369986631</c:v>
                </c:pt>
                <c:pt idx="57345">
                  <c:v>0.66371527777664596</c:v>
                </c:pt>
                <c:pt idx="57346">
                  <c:v>0.66372685184614966</c:v>
                </c:pt>
                <c:pt idx="57347">
                  <c:v>0.66373842592292931</c:v>
                </c:pt>
                <c:pt idx="57348">
                  <c:v>0.66374999999970896</c:v>
                </c:pt>
                <c:pt idx="57349">
                  <c:v>0.66376157406921266</c:v>
                </c:pt>
                <c:pt idx="57350">
                  <c:v>0.66377314814599231</c:v>
                </c:pt>
                <c:pt idx="57351">
                  <c:v>0.66378472222277196</c:v>
                </c:pt>
                <c:pt idx="57352">
                  <c:v>0.66379629629227566</c:v>
                </c:pt>
                <c:pt idx="57353">
                  <c:v>0.66380787036905531</c:v>
                </c:pt>
                <c:pt idx="57354">
                  <c:v>0.663819444438559</c:v>
                </c:pt>
                <c:pt idx="57355">
                  <c:v>0.66383101851533866</c:v>
                </c:pt>
                <c:pt idx="57356">
                  <c:v>0.66384259259211831</c:v>
                </c:pt>
                <c:pt idx="57357">
                  <c:v>0.663854166661622</c:v>
                </c:pt>
                <c:pt idx="57358">
                  <c:v>0.66386574073840166</c:v>
                </c:pt>
                <c:pt idx="57359">
                  <c:v>0.66387731481518131</c:v>
                </c:pt>
                <c:pt idx="57360">
                  <c:v>0.663888888884685</c:v>
                </c:pt>
                <c:pt idx="57361">
                  <c:v>0.66390046296146465</c:v>
                </c:pt>
                <c:pt idx="57362">
                  <c:v>0.66391203703824431</c:v>
                </c:pt>
                <c:pt idx="57363">
                  <c:v>0.663923611107748</c:v>
                </c:pt>
                <c:pt idx="57364">
                  <c:v>0.66393518518452765</c:v>
                </c:pt>
                <c:pt idx="57365">
                  <c:v>0.66394675925403135</c:v>
                </c:pt>
                <c:pt idx="57366">
                  <c:v>0.663958333330811</c:v>
                </c:pt>
                <c:pt idx="57367">
                  <c:v>0.66396990740759065</c:v>
                </c:pt>
                <c:pt idx="57368">
                  <c:v>0.66398148147709435</c:v>
                </c:pt>
                <c:pt idx="57369">
                  <c:v>0.663993055553874</c:v>
                </c:pt>
                <c:pt idx="57370">
                  <c:v>0.66400462963065365</c:v>
                </c:pt>
                <c:pt idx="57371">
                  <c:v>0.66401620370015735</c:v>
                </c:pt>
                <c:pt idx="57372">
                  <c:v>0.664027777776937</c:v>
                </c:pt>
                <c:pt idx="57373">
                  <c:v>0.6640393518464407</c:v>
                </c:pt>
                <c:pt idx="57374">
                  <c:v>0.66405092592322035</c:v>
                </c:pt>
                <c:pt idx="57375">
                  <c:v>0.6640625</c:v>
                </c:pt>
                <c:pt idx="57376">
                  <c:v>0.66407407406950369</c:v>
                </c:pt>
                <c:pt idx="57377">
                  <c:v>0.66408564814628335</c:v>
                </c:pt>
                <c:pt idx="57378">
                  <c:v>0.664097222223063</c:v>
                </c:pt>
                <c:pt idx="57379">
                  <c:v>0.66410879629256669</c:v>
                </c:pt>
                <c:pt idx="57380">
                  <c:v>0.66412037036934635</c:v>
                </c:pt>
                <c:pt idx="57381">
                  <c:v>0.66413194443885004</c:v>
                </c:pt>
                <c:pt idx="57382">
                  <c:v>0.66414351851562969</c:v>
                </c:pt>
                <c:pt idx="57383">
                  <c:v>0.66415509259240935</c:v>
                </c:pt>
                <c:pt idx="57384">
                  <c:v>0.66416666666191304</c:v>
                </c:pt>
                <c:pt idx="57385">
                  <c:v>0.66417824073869269</c:v>
                </c:pt>
                <c:pt idx="57386">
                  <c:v>0.66418981481547235</c:v>
                </c:pt>
                <c:pt idx="57387">
                  <c:v>0.66420138888497604</c:v>
                </c:pt>
                <c:pt idx="57388">
                  <c:v>0.66421296296175569</c:v>
                </c:pt>
                <c:pt idx="57389">
                  <c:v>0.66422453703125939</c:v>
                </c:pt>
                <c:pt idx="57390">
                  <c:v>0.66423611110803904</c:v>
                </c:pt>
                <c:pt idx="57391">
                  <c:v>0.66424768518481869</c:v>
                </c:pt>
                <c:pt idx="57392">
                  <c:v>0.66425925925432239</c:v>
                </c:pt>
                <c:pt idx="57393">
                  <c:v>0.66427083333110204</c:v>
                </c:pt>
                <c:pt idx="57394">
                  <c:v>0.66428240740788169</c:v>
                </c:pt>
                <c:pt idx="57395">
                  <c:v>0.66429398147738539</c:v>
                </c:pt>
                <c:pt idx="57396">
                  <c:v>0.66430555555416504</c:v>
                </c:pt>
                <c:pt idx="57397">
                  <c:v>0.66431712963094469</c:v>
                </c:pt>
                <c:pt idx="57398">
                  <c:v>0.66432870370044839</c:v>
                </c:pt>
                <c:pt idx="57399">
                  <c:v>0.66434027777722804</c:v>
                </c:pt>
                <c:pt idx="57400">
                  <c:v>0.66435185184673173</c:v>
                </c:pt>
                <c:pt idx="57401">
                  <c:v>0.66436342592351139</c:v>
                </c:pt>
                <c:pt idx="57402">
                  <c:v>0.66437500000029104</c:v>
                </c:pt>
                <c:pt idx="57403">
                  <c:v>0.66438657406979473</c:v>
                </c:pt>
                <c:pt idx="57404">
                  <c:v>0.66439814814657439</c:v>
                </c:pt>
                <c:pt idx="57405">
                  <c:v>0.66440972222335404</c:v>
                </c:pt>
                <c:pt idx="57406">
                  <c:v>0.66442129629285773</c:v>
                </c:pt>
                <c:pt idx="57407">
                  <c:v>0.66443287036963739</c:v>
                </c:pt>
                <c:pt idx="57408">
                  <c:v>0.66444444443914108</c:v>
                </c:pt>
                <c:pt idx="57409">
                  <c:v>0.66445601851592073</c:v>
                </c:pt>
                <c:pt idx="57410">
                  <c:v>0.66446759259270038</c:v>
                </c:pt>
                <c:pt idx="57411">
                  <c:v>0.66447916666220408</c:v>
                </c:pt>
                <c:pt idx="57412">
                  <c:v>0.66449074073898373</c:v>
                </c:pt>
                <c:pt idx="57413">
                  <c:v>0.66450231481576338</c:v>
                </c:pt>
                <c:pt idx="57414">
                  <c:v>0.66451388888526708</c:v>
                </c:pt>
                <c:pt idx="57415">
                  <c:v>0.66452546296204673</c:v>
                </c:pt>
                <c:pt idx="57416">
                  <c:v>0.66453703703155043</c:v>
                </c:pt>
                <c:pt idx="57417">
                  <c:v>0.66454861110833008</c:v>
                </c:pt>
                <c:pt idx="57418">
                  <c:v>0.66456018518510973</c:v>
                </c:pt>
                <c:pt idx="57419">
                  <c:v>0.66457175925461343</c:v>
                </c:pt>
                <c:pt idx="57420">
                  <c:v>0.66458333333139308</c:v>
                </c:pt>
                <c:pt idx="57421">
                  <c:v>0.66459490740817273</c:v>
                </c:pt>
                <c:pt idx="57422">
                  <c:v>0.66460648147767643</c:v>
                </c:pt>
                <c:pt idx="57423">
                  <c:v>0.66461805555445608</c:v>
                </c:pt>
                <c:pt idx="57424">
                  <c:v>0.66462962962395977</c:v>
                </c:pt>
                <c:pt idx="57425">
                  <c:v>0.66464120370073942</c:v>
                </c:pt>
                <c:pt idx="57426">
                  <c:v>0.66465277777751908</c:v>
                </c:pt>
                <c:pt idx="57427">
                  <c:v>0.66466435184702277</c:v>
                </c:pt>
                <c:pt idx="57428">
                  <c:v>0.66467592592380242</c:v>
                </c:pt>
                <c:pt idx="57429">
                  <c:v>0.66468750000058208</c:v>
                </c:pt>
                <c:pt idx="57430">
                  <c:v>0.66469907407008577</c:v>
                </c:pt>
                <c:pt idx="57431">
                  <c:v>0.66471064814686542</c:v>
                </c:pt>
                <c:pt idx="57432">
                  <c:v>0.66472222221636912</c:v>
                </c:pt>
                <c:pt idx="57433">
                  <c:v>0.66473379629314877</c:v>
                </c:pt>
                <c:pt idx="57434">
                  <c:v>0.66474537036992842</c:v>
                </c:pt>
                <c:pt idx="57435">
                  <c:v>0.66475694443943212</c:v>
                </c:pt>
                <c:pt idx="57436">
                  <c:v>0.66476851851621177</c:v>
                </c:pt>
                <c:pt idx="57437">
                  <c:v>0.66478009259299142</c:v>
                </c:pt>
                <c:pt idx="57438">
                  <c:v>0.66479166666249512</c:v>
                </c:pt>
                <c:pt idx="57439">
                  <c:v>0.66480324073927477</c:v>
                </c:pt>
                <c:pt idx="57440">
                  <c:v>0.66481481481605442</c:v>
                </c:pt>
                <c:pt idx="57441">
                  <c:v>0.66482638888555812</c:v>
                </c:pt>
                <c:pt idx="57442">
                  <c:v>0.66483796296233777</c:v>
                </c:pt>
                <c:pt idx="57443">
                  <c:v>0.66484953703184146</c:v>
                </c:pt>
                <c:pt idx="57444">
                  <c:v>0.66486111110862112</c:v>
                </c:pt>
                <c:pt idx="57445">
                  <c:v>0.66487268518540077</c:v>
                </c:pt>
                <c:pt idx="57446">
                  <c:v>0.66488425925490446</c:v>
                </c:pt>
                <c:pt idx="57447">
                  <c:v>0.66489583333168412</c:v>
                </c:pt>
                <c:pt idx="57448">
                  <c:v>0.66490740740846377</c:v>
                </c:pt>
                <c:pt idx="57449">
                  <c:v>0.66491898147796746</c:v>
                </c:pt>
                <c:pt idx="57450">
                  <c:v>0.66493055555474712</c:v>
                </c:pt>
                <c:pt idx="57451">
                  <c:v>0.66494212962425081</c:v>
                </c:pt>
                <c:pt idx="57452">
                  <c:v>0.66495370370103046</c:v>
                </c:pt>
                <c:pt idx="57453">
                  <c:v>0.66496527777781012</c:v>
                </c:pt>
                <c:pt idx="57454">
                  <c:v>0.66497685184731381</c:v>
                </c:pt>
                <c:pt idx="57455">
                  <c:v>0.66498842592409346</c:v>
                </c:pt>
                <c:pt idx="57456">
                  <c:v>0.66500000000087311</c:v>
                </c:pt>
                <c:pt idx="57457">
                  <c:v>0.66501157407037681</c:v>
                </c:pt>
                <c:pt idx="57458">
                  <c:v>0.66502314814715646</c:v>
                </c:pt>
                <c:pt idx="57459">
                  <c:v>0.66503472221666016</c:v>
                </c:pt>
                <c:pt idx="57460">
                  <c:v>0.66504629629343981</c:v>
                </c:pt>
                <c:pt idx="57461">
                  <c:v>0.66505787037021946</c:v>
                </c:pt>
                <c:pt idx="57462">
                  <c:v>0.66506944443972316</c:v>
                </c:pt>
                <c:pt idx="57463">
                  <c:v>0.66508101851650281</c:v>
                </c:pt>
                <c:pt idx="57464">
                  <c:v>0.66509259259328246</c:v>
                </c:pt>
                <c:pt idx="57465">
                  <c:v>0.66510416666278616</c:v>
                </c:pt>
                <c:pt idx="57466">
                  <c:v>0.66511574073956581</c:v>
                </c:pt>
                <c:pt idx="57467">
                  <c:v>0.6651273148090695</c:v>
                </c:pt>
                <c:pt idx="57468">
                  <c:v>0.66513888888584916</c:v>
                </c:pt>
                <c:pt idx="57469">
                  <c:v>0.66515046296262881</c:v>
                </c:pt>
                <c:pt idx="57470">
                  <c:v>0.6651620370321325</c:v>
                </c:pt>
                <c:pt idx="57471">
                  <c:v>0.66517361110891216</c:v>
                </c:pt>
                <c:pt idx="57472">
                  <c:v>0.66518518518569181</c:v>
                </c:pt>
                <c:pt idx="57473">
                  <c:v>0.6651967592551955</c:v>
                </c:pt>
                <c:pt idx="57474">
                  <c:v>0.66520833333197515</c:v>
                </c:pt>
                <c:pt idx="57475">
                  <c:v>0.66521990740147885</c:v>
                </c:pt>
                <c:pt idx="57476">
                  <c:v>0.6652314814782585</c:v>
                </c:pt>
                <c:pt idx="57477">
                  <c:v>0.66524305555503815</c:v>
                </c:pt>
                <c:pt idx="57478">
                  <c:v>0.66525462962454185</c:v>
                </c:pt>
                <c:pt idx="57479">
                  <c:v>0.6652662037013215</c:v>
                </c:pt>
                <c:pt idx="57480">
                  <c:v>0.66527777777810115</c:v>
                </c:pt>
                <c:pt idx="57481">
                  <c:v>0.66528935184760485</c:v>
                </c:pt>
                <c:pt idx="57482">
                  <c:v>0.6653009259243845</c:v>
                </c:pt>
                <c:pt idx="57483">
                  <c:v>0.66531250000116415</c:v>
                </c:pt>
                <c:pt idx="57484">
                  <c:v>0.66532407407066785</c:v>
                </c:pt>
                <c:pt idx="57485">
                  <c:v>0.6653356481474475</c:v>
                </c:pt>
                <c:pt idx="57486">
                  <c:v>0.6653472222169512</c:v>
                </c:pt>
                <c:pt idx="57487">
                  <c:v>0.66535879629373085</c:v>
                </c:pt>
                <c:pt idx="57488">
                  <c:v>0.6653703703705105</c:v>
                </c:pt>
                <c:pt idx="57489">
                  <c:v>0.66538194444001419</c:v>
                </c:pt>
                <c:pt idx="57490">
                  <c:v>0.66539351851679385</c:v>
                </c:pt>
                <c:pt idx="57491">
                  <c:v>0.6654050925935735</c:v>
                </c:pt>
                <c:pt idx="57492">
                  <c:v>0.66541666666307719</c:v>
                </c:pt>
                <c:pt idx="57493">
                  <c:v>0.66542824073985685</c:v>
                </c:pt>
                <c:pt idx="57494">
                  <c:v>0.66543981480936054</c:v>
                </c:pt>
                <c:pt idx="57495">
                  <c:v>0.66545138888614019</c:v>
                </c:pt>
                <c:pt idx="57496">
                  <c:v>0.66546296296291985</c:v>
                </c:pt>
                <c:pt idx="57497">
                  <c:v>0.66547453703242354</c:v>
                </c:pt>
                <c:pt idx="57498">
                  <c:v>0.66548611110920319</c:v>
                </c:pt>
                <c:pt idx="57499">
                  <c:v>0.66549768518598285</c:v>
                </c:pt>
                <c:pt idx="57500">
                  <c:v>0.66550925925548654</c:v>
                </c:pt>
                <c:pt idx="57501">
                  <c:v>0.66552083333226619</c:v>
                </c:pt>
                <c:pt idx="57502">
                  <c:v>0.66553240740176989</c:v>
                </c:pt>
                <c:pt idx="57503">
                  <c:v>0.66554398147854954</c:v>
                </c:pt>
                <c:pt idx="57504">
                  <c:v>0.66555555555532919</c:v>
                </c:pt>
                <c:pt idx="57505">
                  <c:v>0.66556712962483289</c:v>
                </c:pt>
                <c:pt idx="57506">
                  <c:v>0.66557870370161254</c:v>
                </c:pt>
                <c:pt idx="57507">
                  <c:v>0.66559027777839219</c:v>
                </c:pt>
                <c:pt idx="57508">
                  <c:v>0.66560185184789589</c:v>
                </c:pt>
                <c:pt idx="57509">
                  <c:v>0.66561342592467554</c:v>
                </c:pt>
                <c:pt idx="57510">
                  <c:v>0.66562499999417923</c:v>
                </c:pt>
                <c:pt idx="57511">
                  <c:v>0.66563657407095889</c:v>
                </c:pt>
                <c:pt idx="57512">
                  <c:v>0.66564814814773854</c:v>
                </c:pt>
                <c:pt idx="57513">
                  <c:v>0.66565972221724223</c:v>
                </c:pt>
                <c:pt idx="57514">
                  <c:v>0.66567129629402189</c:v>
                </c:pt>
                <c:pt idx="57515">
                  <c:v>0.66568287037080154</c:v>
                </c:pt>
                <c:pt idx="57516">
                  <c:v>0.66569444444030523</c:v>
                </c:pt>
                <c:pt idx="57517">
                  <c:v>0.66570601851708489</c:v>
                </c:pt>
                <c:pt idx="57518">
                  <c:v>0.66571759259386454</c:v>
                </c:pt>
                <c:pt idx="57519">
                  <c:v>0.66572916666336823</c:v>
                </c:pt>
                <c:pt idx="57520">
                  <c:v>0.66574074074014788</c:v>
                </c:pt>
                <c:pt idx="57521">
                  <c:v>0.66575231480965158</c:v>
                </c:pt>
                <c:pt idx="57522">
                  <c:v>0.66576388888643123</c:v>
                </c:pt>
                <c:pt idx="57523">
                  <c:v>0.66577546296321088</c:v>
                </c:pt>
                <c:pt idx="57524">
                  <c:v>0.66578703703271458</c:v>
                </c:pt>
                <c:pt idx="57525">
                  <c:v>0.66579861110949423</c:v>
                </c:pt>
                <c:pt idx="57526">
                  <c:v>0.66581018518627388</c:v>
                </c:pt>
                <c:pt idx="57527">
                  <c:v>0.66582175925577758</c:v>
                </c:pt>
                <c:pt idx="57528">
                  <c:v>0.66583333333255723</c:v>
                </c:pt>
                <c:pt idx="57529">
                  <c:v>0.66584490740206093</c:v>
                </c:pt>
                <c:pt idx="57530">
                  <c:v>0.66585648147884058</c:v>
                </c:pt>
                <c:pt idx="57531">
                  <c:v>0.66586805555562023</c:v>
                </c:pt>
                <c:pt idx="57532">
                  <c:v>0.66587962962512393</c:v>
                </c:pt>
                <c:pt idx="57533">
                  <c:v>0.66589120370190358</c:v>
                </c:pt>
                <c:pt idx="57534">
                  <c:v>0.66590277777868323</c:v>
                </c:pt>
                <c:pt idx="57535">
                  <c:v>0.66591435184818693</c:v>
                </c:pt>
                <c:pt idx="57536">
                  <c:v>0.66592592592496658</c:v>
                </c:pt>
                <c:pt idx="57537">
                  <c:v>0.66593749999447027</c:v>
                </c:pt>
                <c:pt idx="57538">
                  <c:v>0.66594907407124992</c:v>
                </c:pt>
                <c:pt idx="57539">
                  <c:v>0.66596064814802958</c:v>
                </c:pt>
                <c:pt idx="57540">
                  <c:v>0.66597222221753327</c:v>
                </c:pt>
                <c:pt idx="57541">
                  <c:v>0.66598379629431292</c:v>
                </c:pt>
                <c:pt idx="57542">
                  <c:v>0.66599537037109258</c:v>
                </c:pt>
                <c:pt idx="57543">
                  <c:v>0.66600694444059627</c:v>
                </c:pt>
                <c:pt idx="57544">
                  <c:v>0.66601851851737592</c:v>
                </c:pt>
                <c:pt idx="57545">
                  <c:v>0.66603009258687962</c:v>
                </c:pt>
                <c:pt idx="57546">
                  <c:v>0.66604166666365927</c:v>
                </c:pt>
                <c:pt idx="57547">
                  <c:v>0.66605324074043892</c:v>
                </c:pt>
                <c:pt idx="57548">
                  <c:v>0.66606481480994262</c:v>
                </c:pt>
                <c:pt idx="57549">
                  <c:v>0.66607638888672227</c:v>
                </c:pt>
                <c:pt idx="57550">
                  <c:v>0.66608796296350192</c:v>
                </c:pt>
                <c:pt idx="57551">
                  <c:v>0.66609953703300562</c:v>
                </c:pt>
                <c:pt idx="57552">
                  <c:v>0.66611111110978527</c:v>
                </c:pt>
                <c:pt idx="57553">
                  <c:v>0.66612268517928896</c:v>
                </c:pt>
                <c:pt idx="57554">
                  <c:v>0.66613425925606862</c:v>
                </c:pt>
                <c:pt idx="57555">
                  <c:v>0.66614583333284827</c:v>
                </c:pt>
                <c:pt idx="57556">
                  <c:v>0.66615740740235196</c:v>
                </c:pt>
                <c:pt idx="57557">
                  <c:v>0.66616898147913162</c:v>
                </c:pt>
                <c:pt idx="57558">
                  <c:v>0.66618055555591127</c:v>
                </c:pt>
                <c:pt idx="57559">
                  <c:v>0.66619212962541496</c:v>
                </c:pt>
                <c:pt idx="57560">
                  <c:v>0.66620370370219462</c:v>
                </c:pt>
                <c:pt idx="57561">
                  <c:v>0.66621527777897427</c:v>
                </c:pt>
                <c:pt idx="57562">
                  <c:v>0.66622685184847796</c:v>
                </c:pt>
                <c:pt idx="57563">
                  <c:v>0.66623842592525762</c:v>
                </c:pt>
                <c:pt idx="57564">
                  <c:v>0.66624999999476131</c:v>
                </c:pt>
                <c:pt idx="57565">
                  <c:v>0.66626157407154096</c:v>
                </c:pt>
                <c:pt idx="57566">
                  <c:v>0.66627314814832062</c:v>
                </c:pt>
                <c:pt idx="57567">
                  <c:v>0.66628472221782431</c:v>
                </c:pt>
                <c:pt idx="57568">
                  <c:v>0.66629629629460396</c:v>
                </c:pt>
                <c:pt idx="57569">
                  <c:v>0.66630787037138361</c:v>
                </c:pt>
                <c:pt idx="57570">
                  <c:v>0.66631944444088731</c:v>
                </c:pt>
                <c:pt idx="57571">
                  <c:v>0.66633101851766696</c:v>
                </c:pt>
                <c:pt idx="57572">
                  <c:v>0.66634259258717066</c:v>
                </c:pt>
                <c:pt idx="57573">
                  <c:v>0.66635416666395031</c:v>
                </c:pt>
                <c:pt idx="57574">
                  <c:v>0.66636574074072996</c:v>
                </c:pt>
                <c:pt idx="57575">
                  <c:v>0.66637731481023366</c:v>
                </c:pt>
                <c:pt idx="57576">
                  <c:v>0.66638888888701331</c:v>
                </c:pt>
                <c:pt idx="57577">
                  <c:v>0.66640046296379296</c:v>
                </c:pt>
                <c:pt idx="57578">
                  <c:v>0.66641203703329666</c:v>
                </c:pt>
                <c:pt idx="57579">
                  <c:v>0.66642361111007631</c:v>
                </c:pt>
                <c:pt idx="57580">
                  <c:v>0.66643518517958</c:v>
                </c:pt>
                <c:pt idx="57581">
                  <c:v>0.66644675925635966</c:v>
                </c:pt>
                <c:pt idx="57582">
                  <c:v>0.66645833333313931</c:v>
                </c:pt>
                <c:pt idx="57583">
                  <c:v>0.666469907402643</c:v>
                </c:pt>
                <c:pt idx="57584">
                  <c:v>0.66648148147942265</c:v>
                </c:pt>
                <c:pt idx="57585">
                  <c:v>0.66649305555620231</c:v>
                </c:pt>
                <c:pt idx="57586">
                  <c:v>0.666504629625706</c:v>
                </c:pt>
                <c:pt idx="57587">
                  <c:v>0.66651620370248565</c:v>
                </c:pt>
                <c:pt idx="57588">
                  <c:v>0.66652777777198935</c:v>
                </c:pt>
                <c:pt idx="57589">
                  <c:v>0.666539351848769</c:v>
                </c:pt>
                <c:pt idx="57590">
                  <c:v>0.66655092592554865</c:v>
                </c:pt>
                <c:pt idx="57591">
                  <c:v>0.66656249999505235</c:v>
                </c:pt>
                <c:pt idx="57592">
                  <c:v>0.666574074071832</c:v>
                </c:pt>
                <c:pt idx="57593">
                  <c:v>0.66658564814861165</c:v>
                </c:pt>
                <c:pt idx="57594">
                  <c:v>0.66659722221811535</c:v>
                </c:pt>
                <c:pt idx="57595">
                  <c:v>0.666608796294895</c:v>
                </c:pt>
                <c:pt idx="57596">
                  <c:v>0.66662037037167465</c:v>
                </c:pt>
                <c:pt idx="57597">
                  <c:v>0.66663194444117835</c:v>
                </c:pt>
                <c:pt idx="57598">
                  <c:v>0.666643518517958</c:v>
                </c:pt>
                <c:pt idx="57599">
                  <c:v>0.6666550925874617</c:v>
                </c:pt>
                <c:pt idx="57600">
                  <c:v>0.66666666666424135</c:v>
                </c:pt>
                <c:pt idx="57601">
                  <c:v>0.666678240741021</c:v>
                </c:pt>
                <c:pt idx="57602">
                  <c:v>0.66668981481052469</c:v>
                </c:pt>
                <c:pt idx="57603">
                  <c:v>0.66670138888730435</c:v>
                </c:pt>
                <c:pt idx="57604">
                  <c:v>0.666712962964084</c:v>
                </c:pt>
                <c:pt idx="57605">
                  <c:v>0.66672453703358769</c:v>
                </c:pt>
                <c:pt idx="57606">
                  <c:v>0.66673611111036735</c:v>
                </c:pt>
                <c:pt idx="57607">
                  <c:v>0.66674768517987104</c:v>
                </c:pt>
                <c:pt idx="57608">
                  <c:v>0.66675925925665069</c:v>
                </c:pt>
                <c:pt idx="57609">
                  <c:v>0.66677083333343035</c:v>
                </c:pt>
                <c:pt idx="57610">
                  <c:v>0.66678240740293404</c:v>
                </c:pt>
                <c:pt idx="57611">
                  <c:v>0.66679398147971369</c:v>
                </c:pt>
                <c:pt idx="57612">
                  <c:v>0.66680555555649335</c:v>
                </c:pt>
                <c:pt idx="57613">
                  <c:v>0.66681712962599704</c:v>
                </c:pt>
                <c:pt idx="57614">
                  <c:v>0.66682870370277669</c:v>
                </c:pt>
                <c:pt idx="57615">
                  <c:v>0.66684027777228039</c:v>
                </c:pt>
                <c:pt idx="57616">
                  <c:v>0.66685185184906004</c:v>
                </c:pt>
                <c:pt idx="57617">
                  <c:v>0.66686342592583969</c:v>
                </c:pt>
                <c:pt idx="57618">
                  <c:v>0.66687499999534339</c:v>
                </c:pt>
                <c:pt idx="57619">
                  <c:v>0.66688657407212304</c:v>
                </c:pt>
                <c:pt idx="57620">
                  <c:v>0.66689814814890269</c:v>
                </c:pt>
                <c:pt idx="57621">
                  <c:v>0.66690972221840639</c:v>
                </c:pt>
                <c:pt idx="57622">
                  <c:v>0.66692129629518604</c:v>
                </c:pt>
                <c:pt idx="57623">
                  <c:v>0.66693287036468973</c:v>
                </c:pt>
                <c:pt idx="57624">
                  <c:v>0.66694444444146939</c:v>
                </c:pt>
                <c:pt idx="57625">
                  <c:v>0.66695601851824904</c:v>
                </c:pt>
                <c:pt idx="57626">
                  <c:v>0.66696759258775273</c:v>
                </c:pt>
                <c:pt idx="57627">
                  <c:v>0.66697916666453239</c:v>
                </c:pt>
                <c:pt idx="57628">
                  <c:v>0.66699074074131204</c:v>
                </c:pt>
                <c:pt idx="57629">
                  <c:v>0.66700231481081573</c:v>
                </c:pt>
                <c:pt idx="57630">
                  <c:v>0.66701388888759539</c:v>
                </c:pt>
                <c:pt idx="57631">
                  <c:v>0.66702546295709908</c:v>
                </c:pt>
                <c:pt idx="57632">
                  <c:v>0.66703703703387873</c:v>
                </c:pt>
                <c:pt idx="57633">
                  <c:v>0.66704861111065838</c:v>
                </c:pt>
                <c:pt idx="57634">
                  <c:v>0.66706018518016208</c:v>
                </c:pt>
                <c:pt idx="57635">
                  <c:v>0.66707175925694173</c:v>
                </c:pt>
                <c:pt idx="57636">
                  <c:v>0.66708333333372138</c:v>
                </c:pt>
                <c:pt idx="57637">
                  <c:v>0.66709490740322508</c:v>
                </c:pt>
                <c:pt idx="57638">
                  <c:v>0.66710648148000473</c:v>
                </c:pt>
                <c:pt idx="57639">
                  <c:v>0.66711805555678438</c:v>
                </c:pt>
                <c:pt idx="57640">
                  <c:v>0.66712962962628808</c:v>
                </c:pt>
                <c:pt idx="57641">
                  <c:v>0.66714120370306773</c:v>
                </c:pt>
                <c:pt idx="57642">
                  <c:v>0.66715277777257143</c:v>
                </c:pt>
                <c:pt idx="57643">
                  <c:v>0.66716435184935108</c:v>
                </c:pt>
                <c:pt idx="57644">
                  <c:v>0.66717592592613073</c:v>
                </c:pt>
                <c:pt idx="57645">
                  <c:v>0.66718749999563443</c:v>
                </c:pt>
                <c:pt idx="57646">
                  <c:v>0.66719907407241408</c:v>
                </c:pt>
                <c:pt idx="57647">
                  <c:v>0.66721064814919373</c:v>
                </c:pt>
                <c:pt idx="57648">
                  <c:v>0.66722222221869742</c:v>
                </c:pt>
                <c:pt idx="57649">
                  <c:v>0.66723379629547708</c:v>
                </c:pt>
                <c:pt idx="57650">
                  <c:v>0.66724537036498077</c:v>
                </c:pt>
                <c:pt idx="57651">
                  <c:v>0.66725694444176042</c:v>
                </c:pt>
                <c:pt idx="57652">
                  <c:v>0.66726851851854008</c:v>
                </c:pt>
                <c:pt idx="57653">
                  <c:v>0.66728009258804377</c:v>
                </c:pt>
                <c:pt idx="57654">
                  <c:v>0.66729166666482342</c:v>
                </c:pt>
                <c:pt idx="57655">
                  <c:v>0.66730324074160308</c:v>
                </c:pt>
                <c:pt idx="57656">
                  <c:v>0.66731481481110677</c:v>
                </c:pt>
                <c:pt idx="57657">
                  <c:v>0.66732638888788642</c:v>
                </c:pt>
                <c:pt idx="57658">
                  <c:v>0.66733796295739012</c:v>
                </c:pt>
                <c:pt idx="57659">
                  <c:v>0.66734953703416977</c:v>
                </c:pt>
                <c:pt idx="57660">
                  <c:v>0.66736111111094942</c:v>
                </c:pt>
                <c:pt idx="57661">
                  <c:v>0.66737268518045312</c:v>
                </c:pt>
                <c:pt idx="57662">
                  <c:v>0.66738425925723277</c:v>
                </c:pt>
                <c:pt idx="57663">
                  <c:v>0.66739583333401242</c:v>
                </c:pt>
                <c:pt idx="57664">
                  <c:v>0.66740740740351612</c:v>
                </c:pt>
                <c:pt idx="57665">
                  <c:v>0.66741898148029577</c:v>
                </c:pt>
                <c:pt idx="57666">
                  <c:v>0.66743055554979946</c:v>
                </c:pt>
                <c:pt idx="57667">
                  <c:v>0.66744212962657912</c:v>
                </c:pt>
                <c:pt idx="57668">
                  <c:v>0.66745370370335877</c:v>
                </c:pt>
                <c:pt idx="57669">
                  <c:v>0.66746527777286246</c:v>
                </c:pt>
                <c:pt idx="57670">
                  <c:v>0.66747685184964212</c:v>
                </c:pt>
                <c:pt idx="57671">
                  <c:v>0.66748842592642177</c:v>
                </c:pt>
                <c:pt idx="57672">
                  <c:v>0.66749999999592546</c:v>
                </c:pt>
                <c:pt idx="57673">
                  <c:v>0.66751157407270512</c:v>
                </c:pt>
                <c:pt idx="57674">
                  <c:v>0.66752314814948477</c:v>
                </c:pt>
                <c:pt idx="57675">
                  <c:v>0.66753472221898846</c:v>
                </c:pt>
                <c:pt idx="57676">
                  <c:v>0.66754629629576812</c:v>
                </c:pt>
                <c:pt idx="57677">
                  <c:v>0.66755787036527181</c:v>
                </c:pt>
                <c:pt idx="57678">
                  <c:v>0.66756944444205146</c:v>
                </c:pt>
                <c:pt idx="57679">
                  <c:v>0.66758101851883112</c:v>
                </c:pt>
                <c:pt idx="57680">
                  <c:v>0.66759259258833481</c:v>
                </c:pt>
                <c:pt idx="57681">
                  <c:v>0.66760416666511446</c:v>
                </c:pt>
                <c:pt idx="57682">
                  <c:v>0.66761574074189411</c:v>
                </c:pt>
                <c:pt idx="57683">
                  <c:v>0.66762731481139781</c:v>
                </c:pt>
                <c:pt idx="57684">
                  <c:v>0.66763888888817746</c:v>
                </c:pt>
                <c:pt idx="57685">
                  <c:v>0.66765046295768116</c:v>
                </c:pt>
                <c:pt idx="57686">
                  <c:v>0.66766203703446081</c:v>
                </c:pt>
                <c:pt idx="57687">
                  <c:v>0.66767361111124046</c:v>
                </c:pt>
                <c:pt idx="57688">
                  <c:v>0.66768518518074416</c:v>
                </c:pt>
                <c:pt idx="57689">
                  <c:v>0.66769675925752381</c:v>
                </c:pt>
                <c:pt idx="57690">
                  <c:v>0.66770833333430346</c:v>
                </c:pt>
                <c:pt idx="57691">
                  <c:v>0.66771990740380716</c:v>
                </c:pt>
                <c:pt idx="57692">
                  <c:v>0.66773148148058681</c:v>
                </c:pt>
                <c:pt idx="57693">
                  <c:v>0.6677430555500905</c:v>
                </c:pt>
                <c:pt idx="57694">
                  <c:v>0.66775462962687016</c:v>
                </c:pt>
                <c:pt idx="57695">
                  <c:v>0.66776620370364981</c:v>
                </c:pt>
                <c:pt idx="57696">
                  <c:v>0.6677777777731535</c:v>
                </c:pt>
                <c:pt idx="57697">
                  <c:v>0.66778935184993315</c:v>
                </c:pt>
                <c:pt idx="57698">
                  <c:v>0.66780092592671281</c:v>
                </c:pt>
                <c:pt idx="57699">
                  <c:v>0.6678124999962165</c:v>
                </c:pt>
                <c:pt idx="57700">
                  <c:v>0.66782407407299615</c:v>
                </c:pt>
                <c:pt idx="57701">
                  <c:v>0.66783564814249985</c:v>
                </c:pt>
                <c:pt idx="57702">
                  <c:v>0.6678472222192795</c:v>
                </c:pt>
                <c:pt idx="57703">
                  <c:v>0.66785879629605915</c:v>
                </c:pt>
                <c:pt idx="57704">
                  <c:v>0.66787037036556285</c:v>
                </c:pt>
                <c:pt idx="57705">
                  <c:v>0.6678819444423425</c:v>
                </c:pt>
                <c:pt idx="57706">
                  <c:v>0.66789351851912215</c:v>
                </c:pt>
                <c:pt idx="57707">
                  <c:v>0.66790509258862585</c:v>
                </c:pt>
                <c:pt idx="57708">
                  <c:v>0.6679166666654055</c:v>
                </c:pt>
                <c:pt idx="57709">
                  <c:v>0.6679282407349092</c:v>
                </c:pt>
                <c:pt idx="57710">
                  <c:v>0.66793981481168885</c:v>
                </c:pt>
                <c:pt idx="57711">
                  <c:v>0.6679513888884685</c:v>
                </c:pt>
                <c:pt idx="57712">
                  <c:v>0.66796296295797219</c:v>
                </c:pt>
                <c:pt idx="57713">
                  <c:v>0.66797453703475185</c:v>
                </c:pt>
                <c:pt idx="57714">
                  <c:v>0.6679861111115315</c:v>
                </c:pt>
                <c:pt idx="57715">
                  <c:v>0.66799768518103519</c:v>
                </c:pt>
                <c:pt idx="57716">
                  <c:v>0.66800925925781485</c:v>
                </c:pt>
                <c:pt idx="57717">
                  <c:v>0.6680208333345945</c:v>
                </c:pt>
                <c:pt idx="57718">
                  <c:v>0.66803240740409819</c:v>
                </c:pt>
                <c:pt idx="57719">
                  <c:v>0.66804398148087785</c:v>
                </c:pt>
                <c:pt idx="57720">
                  <c:v>0.66805555555038154</c:v>
                </c:pt>
                <c:pt idx="57721">
                  <c:v>0.66806712962716119</c:v>
                </c:pt>
                <c:pt idx="57722">
                  <c:v>0.66807870370394085</c:v>
                </c:pt>
                <c:pt idx="57723">
                  <c:v>0.66809027777344454</c:v>
                </c:pt>
                <c:pt idx="57724">
                  <c:v>0.66810185185022419</c:v>
                </c:pt>
                <c:pt idx="57725">
                  <c:v>0.66811342592700385</c:v>
                </c:pt>
                <c:pt idx="57726">
                  <c:v>0.66812499999650754</c:v>
                </c:pt>
                <c:pt idx="57727">
                  <c:v>0.66813657407328719</c:v>
                </c:pt>
                <c:pt idx="57728">
                  <c:v>0.66814814814279089</c:v>
                </c:pt>
                <c:pt idx="57729">
                  <c:v>0.66815972221957054</c:v>
                </c:pt>
                <c:pt idx="57730">
                  <c:v>0.66817129629635019</c:v>
                </c:pt>
                <c:pt idx="57731">
                  <c:v>0.66818287036585389</c:v>
                </c:pt>
                <c:pt idx="57732">
                  <c:v>0.66819444444263354</c:v>
                </c:pt>
                <c:pt idx="57733">
                  <c:v>0.66820601851941319</c:v>
                </c:pt>
                <c:pt idx="57734">
                  <c:v>0.66821759258891689</c:v>
                </c:pt>
                <c:pt idx="57735">
                  <c:v>0.66822916666569654</c:v>
                </c:pt>
                <c:pt idx="57736">
                  <c:v>0.66824074073520023</c:v>
                </c:pt>
                <c:pt idx="57737">
                  <c:v>0.66825231481197989</c:v>
                </c:pt>
                <c:pt idx="57738">
                  <c:v>0.66826388888875954</c:v>
                </c:pt>
                <c:pt idx="57739">
                  <c:v>0.66827546295826323</c:v>
                </c:pt>
                <c:pt idx="57740">
                  <c:v>0.66828703703504289</c:v>
                </c:pt>
                <c:pt idx="57741">
                  <c:v>0.66829861111182254</c:v>
                </c:pt>
                <c:pt idx="57742">
                  <c:v>0.66831018518132623</c:v>
                </c:pt>
                <c:pt idx="57743">
                  <c:v>0.66832175925810589</c:v>
                </c:pt>
                <c:pt idx="57744">
                  <c:v>0.66833333332760958</c:v>
                </c:pt>
                <c:pt idx="57745">
                  <c:v>0.66834490740438923</c:v>
                </c:pt>
                <c:pt idx="57746">
                  <c:v>0.66835648148116888</c:v>
                </c:pt>
                <c:pt idx="57747">
                  <c:v>0.66836805555067258</c:v>
                </c:pt>
                <c:pt idx="57748">
                  <c:v>0.66837962962745223</c:v>
                </c:pt>
                <c:pt idx="57749">
                  <c:v>0.66839120370423188</c:v>
                </c:pt>
                <c:pt idx="57750">
                  <c:v>0.66840277777373558</c:v>
                </c:pt>
                <c:pt idx="57751">
                  <c:v>0.66841435185051523</c:v>
                </c:pt>
                <c:pt idx="57752">
                  <c:v>0.66842592592001893</c:v>
                </c:pt>
                <c:pt idx="57753">
                  <c:v>0.66843749999679858</c:v>
                </c:pt>
                <c:pt idx="57754">
                  <c:v>0.66844907407357823</c:v>
                </c:pt>
                <c:pt idx="57755">
                  <c:v>0.66846064814308193</c:v>
                </c:pt>
                <c:pt idx="57756">
                  <c:v>0.66847222221986158</c:v>
                </c:pt>
                <c:pt idx="57757">
                  <c:v>0.66848379629664123</c:v>
                </c:pt>
                <c:pt idx="57758">
                  <c:v>0.66849537036614493</c:v>
                </c:pt>
                <c:pt idx="57759">
                  <c:v>0.66850694444292458</c:v>
                </c:pt>
                <c:pt idx="57760">
                  <c:v>0.66851851851970423</c:v>
                </c:pt>
                <c:pt idx="57761">
                  <c:v>0.66853009258920792</c:v>
                </c:pt>
                <c:pt idx="57762">
                  <c:v>0.66854166666598758</c:v>
                </c:pt>
                <c:pt idx="57763">
                  <c:v>0.66855324073549127</c:v>
                </c:pt>
                <c:pt idx="57764">
                  <c:v>0.66856481481227092</c:v>
                </c:pt>
                <c:pt idx="57765">
                  <c:v>0.66857638888905058</c:v>
                </c:pt>
                <c:pt idx="57766">
                  <c:v>0.66858796295855427</c:v>
                </c:pt>
                <c:pt idx="57767">
                  <c:v>0.66859953703533392</c:v>
                </c:pt>
                <c:pt idx="57768">
                  <c:v>0.66861111111211358</c:v>
                </c:pt>
                <c:pt idx="57769">
                  <c:v>0.66862268518161727</c:v>
                </c:pt>
                <c:pt idx="57770">
                  <c:v>0.66863425925839692</c:v>
                </c:pt>
                <c:pt idx="57771">
                  <c:v>0.66864583332790062</c:v>
                </c:pt>
                <c:pt idx="57772">
                  <c:v>0.66865740740468027</c:v>
                </c:pt>
                <c:pt idx="57773">
                  <c:v>0.66866898148145992</c:v>
                </c:pt>
                <c:pt idx="57774">
                  <c:v>0.66868055555096362</c:v>
                </c:pt>
                <c:pt idx="57775">
                  <c:v>0.66869212962774327</c:v>
                </c:pt>
                <c:pt idx="57776">
                  <c:v>0.66870370370452292</c:v>
                </c:pt>
                <c:pt idx="57777">
                  <c:v>0.66871527777402662</c:v>
                </c:pt>
                <c:pt idx="57778">
                  <c:v>0.66872685185080627</c:v>
                </c:pt>
                <c:pt idx="57779">
                  <c:v>0.66873842592030996</c:v>
                </c:pt>
                <c:pt idx="57780">
                  <c:v>0.66874999999708962</c:v>
                </c:pt>
                <c:pt idx="57781">
                  <c:v>0.66876157407386927</c:v>
                </c:pt>
                <c:pt idx="57782">
                  <c:v>0.66877314814337296</c:v>
                </c:pt>
                <c:pt idx="57783">
                  <c:v>0.66878472222015262</c:v>
                </c:pt>
                <c:pt idx="57784">
                  <c:v>0.66879629629693227</c:v>
                </c:pt>
                <c:pt idx="57785">
                  <c:v>0.66880787036643596</c:v>
                </c:pt>
                <c:pt idx="57786">
                  <c:v>0.66881944444321562</c:v>
                </c:pt>
                <c:pt idx="57787">
                  <c:v>0.66883101851271931</c:v>
                </c:pt>
                <c:pt idx="57788">
                  <c:v>0.66884259258949896</c:v>
                </c:pt>
                <c:pt idx="57789">
                  <c:v>0.66885416666627862</c:v>
                </c:pt>
                <c:pt idx="57790">
                  <c:v>0.66886574073578231</c:v>
                </c:pt>
                <c:pt idx="57791">
                  <c:v>0.66887731481256196</c:v>
                </c:pt>
                <c:pt idx="57792">
                  <c:v>0.66888888888934162</c:v>
                </c:pt>
                <c:pt idx="57793">
                  <c:v>0.66890046295884531</c:v>
                </c:pt>
                <c:pt idx="57794">
                  <c:v>0.66891203703562496</c:v>
                </c:pt>
                <c:pt idx="57795">
                  <c:v>0.66892361111240461</c:v>
                </c:pt>
                <c:pt idx="57796">
                  <c:v>0.66893518518190831</c:v>
                </c:pt>
                <c:pt idx="57797">
                  <c:v>0.66894675925868796</c:v>
                </c:pt>
                <c:pt idx="57798">
                  <c:v>0.66895833332819166</c:v>
                </c:pt>
                <c:pt idx="57799">
                  <c:v>0.66896990740497131</c:v>
                </c:pt>
                <c:pt idx="57800">
                  <c:v>0.66898148148175096</c:v>
                </c:pt>
                <c:pt idx="57801">
                  <c:v>0.66899305555125466</c:v>
                </c:pt>
                <c:pt idx="57802">
                  <c:v>0.66900462962803431</c:v>
                </c:pt>
                <c:pt idx="57803">
                  <c:v>0.66901620370481396</c:v>
                </c:pt>
                <c:pt idx="57804">
                  <c:v>0.66902777777431766</c:v>
                </c:pt>
                <c:pt idx="57805">
                  <c:v>0.66903935185109731</c:v>
                </c:pt>
                <c:pt idx="57806">
                  <c:v>0.669050925920601</c:v>
                </c:pt>
                <c:pt idx="57807">
                  <c:v>0.66906249999738066</c:v>
                </c:pt>
                <c:pt idx="57808">
                  <c:v>0.66907407407416031</c:v>
                </c:pt>
                <c:pt idx="57809">
                  <c:v>0.669085648143664</c:v>
                </c:pt>
                <c:pt idx="57810">
                  <c:v>0.66909722222044365</c:v>
                </c:pt>
                <c:pt idx="57811">
                  <c:v>0.66910879629722331</c:v>
                </c:pt>
                <c:pt idx="57812">
                  <c:v>0.669120370366727</c:v>
                </c:pt>
                <c:pt idx="57813">
                  <c:v>0.66913194444350665</c:v>
                </c:pt>
                <c:pt idx="57814">
                  <c:v>0.66914351851301035</c:v>
                </c:pt>
                <c:pt idx="57815">
                  <c:v>0.66915509258979</c:v>
                </c:pt>
                <c:pt idx="57816">
                  <c:v>0.66916666666656965</c:v>
                </c:pt>
                <c:pt idx="57817">
                  <c:v>0.66917824073607335</c:v>
                </c:pt>
                <c:pt idx="57818">
                  <c:v>0.669189814812853</c:v>
                </c:pt>
                <c:pt idx="57819">
                  <c:v>0.66920138888963265</c:v>
                </c:pt>
                <c:pt idx="57820">
                  <c:v>0.66921296295913635</c:v>
                </c:pt>
                <c:pt idx="57821">
                  <c:v>0.669224537035916</c:v>
                </c:pt>
                <c:pt idx="57822">
                  <c:v>0.6692361111054197</c:v>
                </c:pt>
                <c:pt idx="57823">
                  <c:v>0.66924768518219935</c:v>
                </c:pt>
                <c:pt idx="57824">
                  <c:v>0.669259259258979</c:v>
                </c:pt>
                <c:pt idx="57825">
                  <c:v>0.66927083332848269</c:v>
                </c:pt>
                <c:pt idx="57826">
                  <c:v>0.66928240740526235</c:v>
                </c:pt>
                <c:pt idx="57827">
                  <c:v>0.669293981482042</c:v>
                </c:pt>
                <c:pt idx="57828">
                  <c:v>0.66930555555154569</c:v>
                </c:pt>
                <c:pt idx="57829">
                  <c:v>0.66931712962832535</c:v>
                </c:pt>
                <c:pt idx="57830">
                  <c:v>0.66932870369782904</c:v>
                </c:pt>
                <c:pt idx="57831">
                  <c:v>0.66934027777460869</c:v>
                </c:pt>
                <c:pt idx="57832">
                  <c:v>0.66935185185138835</c:v>
                </c:pt>
                <c:pt idx="57833">
                  <c:v>0.66936342592089204</c:v>
                </c:pt>
                <c:pt idx="57834">
                  <c:v>0.66937499999767169</c:v>
                </c:pt>
                <c:pt idx="57835">
                  <c:v>0.66938657407445135</c:v>
                </c:pt>
                <c:pt idx="57836">
                  <c:v>0.66939814814395504</c:v>
                </c:pt>
                <c:pt idx="57837">
                  <c:v>0.66940972222073469</c:v>
                </c:pt>
                <c:pt idx="57838">
                  <c:v>0.66942129629751435</c:v>
                </c:pt>
                <c:pt idx="57839">
                  <c:v>0.66943287036701804</c:v>
                </c:pt>
                <c:pt idx="57840">
                  <c:v>0.66944444444379769</c:v>
                </c:pt>
                <c:pt idx="57841">
                  <c:v>0.66945601851330139</c:v>
                </c:pt>
                <c:pt idx="57842">
                  <c:v>0.66946759259008104</c:v>
                </c:pt>
                <c:pt idx="57843">
                  <c:v>0.66947916666686069</c:v>
                </c:pt>
                <c:pt idx="57844">
                  <c:v>0.66949074073636439</c:v>
                </c:pt>
                <c:pt idx="57845">
                  <c:v>0.66950231481314404</c:v>
                </c:pt>
                <c:pt idx="57846">
                  <c:v>0.66951388888992369</c:v>
                </c:pt>
                <c:pt idx="57847">
                  <c:v>0.66952546295942739</c:v>
                </c:pt>
                <c:pt idx="57848">
                  <c:v>0.66953703703620704</c:v>
                </c:pt>
                <c:pt idx="57849">
                  <c:v>0.66954861110571073</c:v>
                </c:pt>
                <c:pt idx="57850">
                  <c:v>0.66956018518249039</c:v>
                </c:pt>
                <c:pt idx="57851">
                  <c:v>0.66957175925927004</c:v>
                </c:pt>
                <c:pt idx="57852">
                  <c:v>0.66958333332877373</c:v>
                </c:pt>
                <c:pt idx="57853">
                  <c:v>0.66959490740555339</c:v>
                </c:pt>
                <c:pt idx="57854">
                  <c:v>0.66960648148233304</c:v>
                </c:pt>
                <c:pt idx="57855">
                  <c:v>0.66961805555183673</c:v>
                </c:pt>
                <c:pt idx="57856">
                  <c:v>0.66962962962861639</c:v>
                </c:pt>
                <c:pt idx="57857">
                  <c:v>0.66964120369812008</c:v>
                </c:pt>
                <c:pt idx="57858">
                  <c:v>0.66965277777489973</c:v>
                </c:pt>
                <c:pt idx="57859">
                  <c:v>0.66966435185167938</c:v>
                </c:pt>
                <c:pt idx="57860">
                  <c:v>0.66967592592118308</c:v>
                </c:pt>
                <c:pt idx="57861">
                  <c:v>0.66968749999796273</c:v>
                </c:pt>
                <c:pt idx="57862">
                  <c:v>0.66969907407474238</c:v>
                </c:pt>
                <c:pt idx="57863">
                  <c:v>0.66971064814424608</c:v>
                </c:pt>
                <c:pt idx="57864">
                  <c:v>0.66972222222102573</c:v>
                </c:pt>
                <c:pt idx="57865">
                  <c:v>0.66973379629052943</c:v>
                </c:pt>
                <c:pt idx="57866">
                  <c:v>0.66974537036730908</c:v>
                </c:pt>
                <c:pt idx="57867">
                  <c:v>0.66975694444408873</c:v>
                </c:pt>
                <c:pt idx="57868">
                  <c:v>0.66976851851359243</c:v>
                </c:pt>
                <c:pt idx="57869">
                  <c:v>0.66978009259037208</c:v>
                </c:pt>
                <c:pt idx="57870">
                  <c:v>0.66979166666715173</c:v>
                </c:pt>
                <c:pt idx="57871">
                  <c:v>0.66980324073665543</c:v>
                </c:pt>
                <c:pt idx="57872">
                  <c:v>0.66981481481343508</c:v>
                </c:pt>
                <c:pt idx="57873">
                  <c:v>0.66982638889021473</c:v>
                </c:pt>
                <c:pt idx="57874">
                  <c:v>0.66983796295971842</c:v>
                </c:pt>
                <c:pt idx="57875">
                  <c:v>0.66984953703649808</c:v>
                </c:pt>
                <c:pt idx="57876">
                  <c:v>0.66986111110600177</c:v>
                </c:pt>
                <c:pt idx="57877">
                  <c:v>0.66987268518278142</c:v>
                </c:pt>
                <c:pt idx="57878">
                  <c:v>0.66988425925956108</c:v>
                </c:pt>
                <c:pt idx="57879">
                  <c:v>0.66989583332906477</c:v>
                </c:pt>
                <c:pt idx="57880">
                  <c:v>0.66990740740584442</c:v>
                </c:pt>
                <c:pt idx="57881">
                  <c:v>0.66991898148262408</c:v>
                </c:pt>
                <c:pt idx="57882">
                  <c:v>0.66993055555212777</c:v>
                </c:pt>
                <c:pt idx="57883">
                  <c:v>0.66994212962890742</c:v>
                </c:pt>
                <c:pt idx="57884">
                  <c:v>0.66995370369841112</c:v>
                </c:pt>
                <c:pt idx="57885">
                  <c:v>0.66996527777519077</c:v>
                </c:pt>
                <c:pt idx="57886">
                  <c:v>0.66997685185197042</c:v>
                </c:pt>
                <c:pt idx="57887">
                  <c:v>0.66998842592147412</c:v>
                </c:pt>
                <c:pt idx="57888">
                  <c:v>0.66999999999825377</c:v>
                </c:pt>
                <c:pt idx="57889">
                  <c:v>0.67001157407503342</c:v>
                </c:pt>
                <c:pt idx="57890">
                  <c:v>0.67002314814453712</c:v>
                </c:pt>
                <c:pt idx="57891">
                  <c:v>0.67003472222131677</c:v>
                </c:pt>
                <c:pt idx="57892">
                  <c:v>0.67004629629082046</c:v>
                </c:pt>
                <c:pt idx="57893">
                  <c:v>0.67005787036760012</c:v>
                </c:pt>
                <c:pt idx="57894">
                  <c:v>0.67006944444437977</c:v>
                </c:pt>
                <c:pt idx="57895">
                  <c:v>0.67008101851388346</c:v>
                </c:pt>
                <c:pt idx="57896">
                  <c:v>0.67009259259066312</c:v>
                </c:pt>
                <c:pt idx="57897">
                  <c:v>0.67010416666744277</c:v>
                </c:pt>
                <c:pt idx="57898">
                  <c:v>0.67011574073694646</c:v>
                </c:pt>
                <c:pt idx="57899">
                  <c:v>0.67012731481372612</c:v>
                </c:pt>
                <c:pt idx="57900">
                  <c:v>0.67013888888322981</c:v>
                </c:pt>
                <c:pt idx="57901">
                  <c:v>0.67015046296000946</c:v>
                </c:pt>
                <c:pt idx="57902">
                  <c:v>0.67016203703678912</c:v>
                </c:pt>
                <c:pt idx="57903">
                  <c:v>0.67017361110629281</c:v>
                </c:pt>
                <c:pt idx="57904">
                  <c:v>0.67018518518307246</c:v>
                </c:pt>
                <c:pt idx="57905">
                  <c:v>0.67019675925985212</c:v>
                </c:pt>
                <c:pt idx="57906">
                  <c:v>0.67020833332935581</c:v>
                </c:pt>
                <c:pt idx="57907">
                  <c:v>0.67021990740613546</c:v>
                </c:pt>
                <c:pt idx="57908">
                  <c:v>0.67023148147563916</c:v>
                </c:pt>
                <c:pt idx="57909">
                  <c:v>0.67024305555241881</c:v>
                </c:pt>
                <c:pt idx="57910">
                  <c:v>0.67025462962919846</c:v>
                </c:pt>
                <c:pt idx="57911">
                  <c:v>0.67026620369870216</c:v>
                </c:pt>
                <c:pt idx="57912">
                  <c:v>0.67027777777548181</c:v>
                </c:pt>
                <c:pt idx="57913">
                  <c:v>0.67028935185226146</c:v>
                </c:pt>
                <c:pt idx="57914">
                  <c:v>0.67030092592176516</c:v>
                </c:pt>
                <c:pt idx="57915">
                  <c:v>0.67031249999854481</c:v>
                </c:pt>
                <c:pt idx="57916">
                  <c:v>0.67032407407532446</c:v>
                </c:pt>
                <c:pt idx="57917">
                  <c:v>0.67033564814482816</c:v>
                </c:pt>
                <c:pt idx="57918">
                  <c:v>0.67034722222160781</c:v>
                </c:pt>
                <c:pt idx="57919">
                  <c:v>0.6703587962911115</c:v>
                </c:pt>
                <c:pt idx="57920">
                  <c:v>0.67037037036789116</c:v>
                </c:pt>
                <c:pt idx="57921">
                  <c:v>0.67038194444467081</c:v>
                </c:pt>
                <c:pt idx="57922">
                  <c:v>0.6703935185141745</c:v>
                </c:pt>
                <c:pt idx="57923">
                  <c:v>0.67040509259095415</c:v>
                </c:pt>
                <c:pt idx="57924">
                  <c:v>0.67041666666773381</c:v>
                </c:pt>
                <c:pt idx="57925">
                  <c:v>0.6704282407372375</c:v>
                </c:pt>
                <c:pt idx="57926">
                  <c:v>0.67043981481401715</c:v>
                </c:pt>
                <c:pt idx="57927">
                  <c:v>0.67045138888352085</c:v>
                </c:pt>
                <c:pt idx="57928">
                  <c:v>0.6704629629603005</c:v>
                </c:pt>
                <c:pt idx="57929">
                  <c:v>0.67047453703708015</c:v>
                </c:pt>
                <c:pt idx="57930">
                  <c:v>0.67048611110658385</c:v>
                </c:pt>
                <c:pt idx="57931">
                  <c:v>0.6704976851833635</c:v>
                </c:pt>
                <c:pt idx="57932">
                  <c:v>0.67050925926014315</c:v>
                </c:pt>
                <c:pt idx="57933">
                  <c:v>0.67052083332964685</c:v>
                </c:pt>
                <c:pt idx="57934">
                  <c:v>0.6705324074064265</c:v>
                </c:pt>
                <c:pt idx="57935">
                  <c:v>0.6705439814759302</c:v>
                </c:pt>
                <c:pt idx="57936">
                  <c:v>0.67055555555270985</c:v>
                </c:pt>
                <c:pt idx="57937">
                  <c:v>0.6705671296294895</c:v>
                </c:pt>
                <c:pt idx="57938">
                  <c:v>0.67057870369899319</c:v>
                </c:pt>
                <c:pt idx="57939">
                  <c:v>0.67059027777577285</c:v>
                </c:pt>
                <c:pt idx="57940">
                  <c:v>0.6706018518525525</c:v>
                </c:pt>
                <c:pt idx="57941">
                  <c:v>0.67061342592205619</c:v>
                </c:pt>
                <c:pt idx="57942">
                  <c:v>0.67062499999883585</c:v>
                </c:pt>
                <c:pt idx="57943">
                  <c:v>0.67063657406833954</c:v>
                </c:pt>
                <c:pt idx="57944">
                  <c:v>0.67064814814511919</c:v>
                </c:pt>
                <c:pt idx="57945">
                  <c:v>0.67065972222189885</c:v>
                </c:pt>
                <c:pt idx="57946">
                  <c:v>0.67067129629140254</c:v>
                </c:pt>
                <c:pt idx="57947">
                  <c:v>0.67068287036818219</c:v>
                </c:pt>
                <c:pt idx="57948">
                  <c:v>0.67069444444496185</c:v>
                </c:pt>
                <c:pt idx="57949">
                  <c:v>0.67070601851446554</c:v>
                </c:pt>
                <c:pt idx="57950">
                  <c:v>0.67071759259124519</c:v>
                </c:pt>
                <c:pt idx="57951">
                  <c:v>0.67072916666074889</c:v>
                </c:pt>
                <c:pt idx="57952">
                  <c:v>0.67074074073752854</c:v>
                </c:pt>
                <c:pt idx="57953">
                  <c:v>0.67075231481430819</c:v>
                </c:pt>
                <c:pt idx="57954">
                  <c:v>0.67076388888381189</c:v>
                </c:pt>
                <c:pt idx="57955">
                  <c:v>0.67077546296059154</c:v>
                </c:pt>
                <c:pt idx="57956">
                  <c:v>0.67078703703737119</c:v>
                </c:pt>
                <c:pt idx="57957">
                  <c:v>0.67079861110687489</c:v>
                </c:pt>
                <c:pt idx="57958">
                  <c:v>0.67081018518365454</c:v>
                </c:pt>
                <c:pt idx="57959">
                  <c:v>0.67082175926043419</c:v>
                </c:pt>
                <c:pt idx="57960">
                  <c:v>0.67083333332993789</c:v>
                </c:pt>
                <c:pt idx="57961">
                  <c:v>0.67084490740671754</c:v>
                </c:pt>
                <c:pt idx="57962">
                  <c:v>0.67085648147622123</c:v>
                </c:pt>
                <c:pt idx="57963">
                  <c:v>0.67086805555300089</c:v>
                </c:pt>
                <c:pt idx="57964">
                  <c:v>0.67087962962978054</c:v>
                </c:pt>
                <c:pt idx="57965">
                  <c:v>0.67089120369928423</c:v>
                </c:pt>
                <c:pt idx="57966">
                  <c:v>0.67090277777606389</c:v>
                </c:pt>
                <c:pt idx="57967">
                  <c:v>0.67091435185284354</c:v>
                </c:pt>
                <c:pt idx="57968">
                  <c:v>0.67092592592234723</c:v>
                </c:pt>
                <c:pt idx="57969">
                  <c:v>0.67093749999912689</c:v>
                </c:pt>
                <c:pt idx="57970">
                  <c:v>0.67094907406863058</c:v>
                </c:pt>
                <c:pt idx="57971">
                  <c:v>0.67096064814541023</c:v>
                </c:pt>
                <c:pt idx="57972">
                  <c:v>0.67097222222218988</c:v>
                </c:pt>
                <c:pt idx="57973">
                  <c:v>0.67098379629169358</c:v>
                </c:pt>
                <c:pt idx="57974">
                  <c:v>0.67099537036847323</c:v>
                </c:pt>
                <c:pt idx="57975">
                  <c:v>0.67100694444525288</c:v>
                </c:pt>
                <c:pt idx="57976">
                  <c:v>0.67101851851475658</c:v>
                </c:pt>
                <c:pt idx="57977">
                  <c:v>0.67103009259153623</c:v>
                </c:pt>
                <c:pt idx="57978">
                  <c:v>0.67104166666103993</c:v>
                </c:pt>
                <c:pt idx="57979">
                  <c:v>0.67105324073781958</c:v>
                </c:pt>
                <c:pt idx="57980">
                  <c:v>0.67106481481459923</c:v>
                </c:pt>
                <c:pt idx="57981">
                  <c:v>0.67107638888410293</c:v>
                </c:pt>
                <c:pt idx="57982">
                  <c:v>0.67108796296088258</c:v>
                </c:pt>
                <c:pt idx="57983">
                  <c:v>0.67109953703766223</c:v>
                </c:pt>
                <c:pt idx="57984">
                  <c:v>0.67111111110716593</c:v>
                </c:pt>
                <c:pt idx="57985">
                  <c:v>0.67112268518394558</c:v>
                </c:pt>
                <c:pt idx="57986">
                  <c:v>0.67113425925344927</c:v>
                </c:pt>
                <c:pt idx="57987">
                  <c:v>0.67114583333022892</c:v>
                </c:pt>
                <c:pt idx="57988">
                  <c:v>0.67115740740700858</c:v>
                </c:pt>
                <c:pt idx="57989">
                  <c:v>0.67116898147651227</c:v>
                </c:pt>
                <c:pt idx="57990">
                  <c:v>0.67118055555329192</c:v>
                </c:pt>
                <c:pt idx="57991">
                  <c:v>0.67119212963007158</c:v>
                </c:pt>
                <c:pt idx="57992">
                  <c:v>0.67120370369957527</c:v>
                </c:pt>
                <c:pt idx="57993">
                  <c:v>0.67121527777635492</c:v>
                </c:pt>
                <c:pt idx="57994">
                  <c:v>0.67122685185313458</c:v>
                </c:pt>
                <c:pt idx="57995">
                  <c:v>0.67123842592263827</c:v>
                </c:pt>
                <c:pt idx="57996">
                  <c:v>0.67124999999941792</c:v>
                </c:pt>
                <c:pt idx="57997">
                  <c:v>0.67126157406892162</c:v>
                </c:pt>
                <c:pt idx="57998">
                  <c:v>0.67127314814570127</c:v>
                </c:pt>
                <c:pt idx="57999">
                  <c:v>0.67128472222248092</c:v>
                </c:pt>
                <c:pt idx="58000">
                  <c:v>0.67129629629198462</c:v>
                </c:pt>
                <c:pt idx="58001">
                  <c:v>0.67130787036876427</c:v>
                </c:pt>
                <c:pt idx="58002">
                  <c:v>0.67131944444554392</c:v>
                </c:pt>
                <c:pt idx="58003">
                  <c:v>0.67133101851504762</c:v>
                </c:pt>
                <c:pt idx="58004">
                  <c:v>0.67134259259182727</c:v>
                </c:pt>
                <c:pt idx="58005">
                  <c:v>0.67135416666133096</c:v>
                </c:pt>
                <c:pt idx="58006">
                  <c:v>0.67136574073811062</c:v>
                </c:pt>
                <c:pt idx="58007">
                  <c:v>0.67137731481489027</c:v>
                </c:pt>
                <c:pt idx="58008">
                  <c:v>0.67138888888439396</c:v>
                </c:pt>
                <c:pt idx="58009">
                  <c:v>0.67140046296117362</c:v>
                </c:pt>
                <c:pt idx="58010">
                  <c:v>0.67141203703795327</c:v>
                </c:pt>
                <c:pt idx="58011">
                  <c:v>0.67142361110745696</c:v>
                </c:pt>
                <c:pt idx="58012">
                  <c:v>0.67143518518423662</c:v>
                </c:pt>
                <c:pt idx="58013">
                  <c:v>0.67144675925374031</c:v>
                </c:pt>
                <c:pt idx="58014">
                  <c:v>0.67145833333051996</c:v>
                </c:pt>
                <c:pt idx="58015">
                  <c:v>0.67146990740729962</c:v>
                </c:pt>
                <c:pt idx="58016">
                  <c:v>0.67148148147680331</c:v>
                </c:pt>
                <c:pt idx="58017">
                  <c:v>0.67149305555358296</c:v>
                </c:pt>
                <c:pt idx="58018">
                  <c:v>0.67150462963036261</c:v>
                </c:pt>
                <c:pt idx="58019">
                  <c:v>0.67151620369986631</c:v>
                </c:pt>
                <c:pt idx="58020">
                  <c:v>0.67152777777664596</c:v>
                </c:pt>
                <c:pt idx="58021">
                  <c:v>0.67153935184614966</c:v>
                </c:pt>
                <c:pt idx="58022">
                  <c:v>0.67155092592292931</c:v>
                </c:pt>
                <c:pt idx="58023">
                  <c:v>0.67156249999970896</c:v>
                </c:pt>
                <c:pt idx="58024">
                  <c:v>0.67157407406921266</c:v>
                </c:pt>
                <c:pt idx="58025">
                  <c:v>0.67158564814599231</c:v>
                </c:pt>
                <c:pt idx="58026">
                  <c:v>0.67159722222277196</c:v>
                </c:pt>
                <c:pt idx="58027">
                  <c:v>0.67160879629227566</c:v>
                </c:pt>
                <c:pt idx="58028">
                  <c:v>0.67162037036905531</c:v>
                </c:pt>
                <c:pt idx="58029">
                  <c:v>0.671631944438559</c:v>
                </c:pt>
                <c:pt idx="58030">
                  <c:v>0.67164351851533866</c:v>
                </c:pt>
                <c:pt idx="58031">
                  <c:v>0.67165509259211831</c:v>
                </c:pt>
                <c:pt idx="58032">
                  <c:v>0.671666666661622</c:v>
                </c:pt>
                <c:pt idx="58033">
                  <c:v>0.67167824073840166</c:v>
                </c:pt>
                <c:pt idx="58034">
                  <c:v>0.67168981481518131</c:v>
                </c:pt>
                <c:pt idx="58035">
                  <c:v>0.671701388884685</c:v>
                </c:pt>
                <c:pt idx="58036">
                  <c:v>0.67171296296146465</c:v>
                </c:pt>
                <c:pt idx="58037">
                  <c:v>0.67172453703824431</c:v>
                </c:pt>
                <c:pt idx="58038">
                  <c:v>0.671736111107748</c:v>
                </c:pt>
                <c:pt idx="58039">
                  <c:v>0.67174768518452765</c:v>
                </c:pt>
                <c:pt idx="58040">
                  <c:v>0.67175925925403135</c:v>
                </c:pt>
                <c:pt idx="58041">
                  <c:v>0.671770833330811</c:v>
                </c:pt>
                <c:pt idx="58042">
                  <c:v>0.67178240740759065</c:v>
                </c:pt>
                <c:pt idx="58043">
                  <c:v>0.67179398147709435</c:v>
                </c:pt>
                <c:pt idx="58044">
                  <c:v>0.671805555553874</c:v>
                </c:pt>
                <c:pt idx="58045">
                  <c:v>0.67181712963065365</c:v>
                </c:pt>
                <c:pt idx="58046">
                  <c:v>0.67182870370015735</c:v>
                </c:pt>
                <c:pt idx="58047">
                  <c:v>0.671840277776937</c:v>
                </c:pt>
                <c:pt idx="58048">
                  <c:v>0.6718518518464407</c:v>
                </c:pt>
                <c:pt idx="58049">
                  <c:v>0.67186342592322035</c:v>
                </c:pt>
                <c:pt idx="58050">
                  <c:v>0.671875</c:v>
                </c:pt>
                <c:pt idx="58051">
                  <c:v>0.67188657406950369</c:v>
                </c:pt>
                <c:pt idx="58052">
                  <c:v>0.67189814814628335</c:v>
                </c:pt>
                <c:pt idx="58053">
                  <c:v>0.671909722223063</c:v>
                </c:pt>
                <c:pt idx="58054">
                  <c:v>0.67192129629256669</c:v>
                </c:pt>
                <c:pt idx="58055">
                  <c:v>0.67193287036934635</c:v>
                </c:pt>
                <c:pt idx="58056">
                  <c:v>0.67194444443885004</c:v>
                </c:pt>
                <c:pt idx="58057">
                  <c:v>0.67195601851562969</c:v>
                </c:pt>
                <c:pt idx="58058">
                  <c:v>0.67196759259240935</c:v>
                </c:pt>
                <c:pt idx="58059">
                  <c:v>0.67197916666191304</c:v>
                </c:pt>
                <c:pt idx="58060">
                  <c:v>0.67199074073869269</c:v>
                </c:pt>
                <c:pt idx="58061">
                  <c:v>0.67200231481547235</c:v>
                </c:pt>
                <c:pt idx="58062">
                  <c:v>0.67201388888497604</c:v>
                </c:pt>
                <c:pt idx="58063">
                  <c:v>0.67202546296175569</c:v>
                </c:pt>
                <c:pt idx="58064">
                  <c:v>0.67203703703125939</c:v>
                </c:pt>
                <c:pt idx="58065">
                  <c:v>0.67204861110803904</c:v>
                </c:pt>
                <c:pt idx="58066">
                  <c:v>0.67206018518481869</c:v>
                </c:pt>
                <c:pt idx="58067">
                  <c:v>0.67207175925432239</c:v>
                </c:pt>
                <c:pt idx="58068">
                  <c:v>0.67208333333110204</c:v>
                </c:pt>
                <c:pt idx="58069">
                  <c:v>0.67209490740788169</c:v>
                </c:pt>
                <c:pt idx="58070">
                  <c:v>0.67210648147738539</c:v>
                </c:pt>
                <c:pt idx="58071">
                  <c:v>0.67211805555416504</c:v>
                </c:pt>
                <c:pt idx="58072">
                  <c:v>0.67212962963094469</c:v>
                </c:pt>
                <c:pt idx="58073">
                  <c:v>0.67214120370044839</c:v>
                </c:pt>
                <c:pt idx="58074">
                  <c:v>0.67215277777722804</c:v>
                </c:pt>
                <c:pt idx="58075">
                  <c:v>0.67216435184673173</c:v>
                </c:pt>
                <c:pt idx="58076">
                  <c:v>0.67217592592351139</c:v>
                </c:pt>
                <c:pt idx="58077">
                  <c:v>0.67218750000029104</c:v>
                </c:pt>
                <c:pt idx="58078">
                  <c:v>0.67219907406979473</c:v>
                </c:pt>
                <c:pt idx="58079">
                  <c:v>0.67221064814657439</c:v>
                </c:pt>
                <c:pt idx="58080">
                  <c:v>0.67222222222335404</c:v>
                </c:pt>
                <c:pt idx="58081">
                  <c:v>0.67223379629285773</c:v>
                </c:pt>
                <c:pt idx="58082">
                  <c:v>0.67224537036963739</c:v>
                </c:pt>
                <c:pt idx="58083">
                  <c:v>0.67225694443914108</c:v>
                </c:pt>
                <c:pt idx="58084">
                  <c:v>0.67226851851592073</c:v>
                </c:pt>
                <c:pt idx="58085">
                  <c:v>0.67228009259270038</c:v>
                </c:pt>
                <c:pt idx="58086">
                  <c:v>0.67229166666220408</c:v>
                </c:pt>
                <c:pt idx="58087">
                  <c:v>0.67230324073898373</c:v>
                </c:pt>
                <c:pt idx="58088">
                  <c:v>0.67231481481576338</c:v>
                </c:pt>
                <c:pt idx="58089">
                  <c:v>0.67232638888526708</c:v>
                </c:pt>
                <c:pt idx="58090">
                  <c:v>0.67233796296204673</c:v>
                </c:pt>
                <c:pt idx="58091">
                  <c:v>0.67234953703155043</c:v>
                </c:pt>
                <c:pt idx="58092">
                  <c:v>0.67236111110833008</c:v>
                </c:pt>
                <c:pt idx="58093">
                  <c:v>0.67237268518510973</c:v>
                </c:pt>
                <c:pt idx="58094">
                  <c:v>0.67238425925461343</c:v>
                </c:pt>
                <c:pt idx="58095">
                  <c:v>0.67239583333139308</c:v>
                </c:pt>
                <c:pt idx="58096">
                  <c:v>0.67240740740817273</c:v>
                </c:pt>
                <c:pt idx="58097">
                  <c:v>0.67241898147767643</c:v>
                </c:pt>
                <c:pt idx="58098">
                  <c:v>0.67243055555445608</c:v>
                </c:pt>
                <c:pt idx="58099">
                  <c:v>0.67244212962395977</c:v>
                </c:pt>
                <c:pt idx="58100">
                  <c:v>0.67245370370073942</c:v>
                </c:pt>
                <c:pt idx="58101">
                  <c:v>0.67246527777751908</c:v>
                </c:pt>
                <c:pt idx="58102">
                  <c:v>0.67247685184702277</c:v>
                </c:pt>
                <c:pt idx="58103">
                  <c:v>0.67248842592380242</c:v>
                </c:pt>
                <c:pt idx="58104">
                  <c:v>0.67250000000058208</c:v>
                </c:pt>
                <c:pt idx="58105">
                  <c:v>0.67251157407008577</c:v>
                </c:pt>
                <c:pt idx="58106">
                  <c:v>0.67252314814686542</c:v>
                </c:pt>
                <c:pt idx="58107">
                  <c:v>0.67253472221636912</c:v>
                </c:pt>
                <c:pt idx="58108">
                  <c:v>0.67254629629314877</c:v>
                </c:pt>
                <c:pt idx="58109">
                  <c:v>0.67255787036992842</c:v>
                </c:pt>
                <c:pt idx="58110">
                  <c:v>0.67256944443943212</c:v>
                </c:pt>
                <c:pt idx="58111">
                  <c:v>0.67258101851621177</c:v>
                </c:pt>
                <c:pt idx="58112">
                  <c:v>0.67259259259299142</c:v>
                </c:pt>
                <c:pt idx="58113">
                  <c:v>0.67260416666249512</c:v>
                </c:pt>
                <c:pt idx="58114">
                  <c:v>0.67261574073927477</c:v>
                </c:pt>
                <c:pt idx="58115">
                  <c:v>0.67262731481605442</c:v>
                </c:pt>
                <c:pt idx="58116">
                  <c:v>0.67263888888555812</c:v>
                </c:pt>
                <c:pt idx="58117">
                  <c:v>0.67265046296233777</c:v>
                </c:pt>
                <c:pt idx="58118">
                  <c:v>0.67266203703184146</c:v>
                </c:pt>
                <c:pt idx="58119">
                  <c:v>0.67267361110862112</c:v>
                </c:pt>
                <c:pt idx="58120">
                  <c:v>0.67268518518540077</c:v>
                </c:pt>
                <c:pt idx="58121">
                  <c:v>0.67269675925490446</c:v>
                </c:pt>
                <c:pt idx="58122">
                  <c:v>0.67270833333168412</c:v>
                </c:pt>
                <c:pt idx="58123">
                  <c:v>0.67271990740846377</c:v>
                </c:pt>
                <c:pt idx="58124">
                  <c:v>0.67273148147796746</c:v>
                </c:pt>
                <c:pt idx="58125">
                  <c:v>0.67274305555474712</c:v>
                </c:pt>
                <c:pt idx="58126">
                  <c:v>0.67275462962425081</c:v>
                </c:pt>
                <c:pt idx="58127">
                  <c:v>0.67276620370103046</c:v>
                </c:pt>
                <c:pt idx="58128">
                  <c:v>0.67277777777781012</c:v>
                </c:pt>
                <c:pt idx="58129">
                  <c:v>0.67278935184731381</c:v>
                </c:pt>
                <c:pt idx="58130">
                  <c:v>0.67280092592409346</c:v>
                </c:pt>
                <c:pt idx="58131">
                  <c:v>0.67281250000087311</c:v>
                </c:pt>
                <c:pt idx="58132">
                  <c:v>0.67282407407037681</c:v>
                </c:pt>
                <c:pt idx="58133">
                  <c:v>0.67283564814715646</c:v>
                </c:pt>
                <c:pt idx="58134">
                  <c:v>0.67284722221666016</c:v>
                </c:pt>
                <c:pt idx="58135">
                  <c:v>0.67285879629343981</c:v>
                </c:pt>
                <c:pt idx="58136">
                  <c:v>0.67287037037021946</c:v>
                </c:pt>
                <c:pt idx="58137">
                  <c:v>0.67288194443972316</c:v>
                </c:pt>
                <c:pt idx="58138">
                  <c:v>0.67289351851650281</c:v>
                </c:pt>
                <c:pt idx="58139">
                  <c:v>0.67290509259328246</c:v>
                </c:pt>
                <c:pt idx="58140">
                  <c:v>0.67291666666278616</c:v>
                </c:pt>
                <c:pt idx="58141">
                  <c:v>0.67292824073956581</c:v>
                </c:pt>
                <c:pt idx="58142">
                  <c:v>0.6729398148090695</c:v>
                </c:pt>
                <c:pt idx="58143">
                  <c:v>0.67295138888584916</c:v>
                </c:pt>
                <c:pt idx="58144">
                  <c:v>0.67296296296262881</c:v>
                </c:pt>
                <c:pt idx="58145">
                  <c:v>0.6729745370321325</c:v>
                </c:pt>
                <c:pt idx="58146">
                  <c:v>0.67298611110891216</c:v>
                </c:pt>
                <c:pt idx="58147">
                  <c:v>0.67299768518569181</c:v>
                </c:pt>
                <c:pt idx="58148">
                  <c:v>0.6730092592551955</c:v>
                </c:pt>
                <c:pt idx="58149">
                  <c:v>0.67302083333197515</c:v>
                </c:pt>
                <c:pt idx="58150">
                  <c:v>0.67303240740147885</c:v>
                </c:pt>
                <c:pt idx="58151">
                  <c:v>0.6730439814782585</c:v>
                </c:pt>
                <c:pt idx="58152">
                  <c:v>0.67305555555503815</c:v>
                </c:pt>
                <c:pt idx="58153">
                  <c:v>0.67306712962454185</c:v>
                </c:pt>
                <c:pt idx="58154">
                  <c:v>0.6730787037013215</c:v>
                </c:pt>
                <c:pt idx="58155">
                  <c:v>0.67309027777810115</c:v>
                </c:pt>
                <c:pt idx="58156">
                  <c:v>0.67310185184760485</c:v>
                </c:pt>
                <c:pt idx="58157">
                  <c:v>0.6731134259243845</c:v>
                </c:pt>
                <c:pt idx="58158">
                  <c:v>0.67312500000116415</c:v>
                </c:pt>
                <c:pt idx="58159">
                  <c:v>0.67313657407066785</c:v>
                </c:pt>
                <c:pt idx="58160">
                  <c:v>0.6731481481474475</c:v>
                </c:pt>
                <c:pt idx="58161">
                  <c:v>0.6731597222169512</c:v>
                </c:pt>
                <c:pt idx="58162">
                  <c:v>0.67317129629373085</c:v>
                </c:pt>
                <c:pt idx="58163">
                  <c:v>0.6731828703705105</c:v>
                </c:pt>
                <c:pt idx="58164">
                  <c:v>0.67319444444001419</c:v>
                </c:pt>
                <c:pt idx="58165">
                  <c:v>0.67320601851679385</c:v>
                </c:pt>
                <c:pt idx="58166">
                  <c:v>0.6732175925935735</c:v>
                </c:pt>
                <c:pt idx="58167">
                  <c:v>0.67322916666307719</c:v>
                </c:pt>
                <c:pt idx="58168">
                  <c:v>0.67324074073985685</c:v>
                </c:pt>
                <c:pt idx="58169">
                  <c:v>0.67325231480936054</c:v>
                </c:pt>
                <c:pt idx="58170">
                  <c:v>0.67326388888614019</c:v>
                </c:pt>
                <c:pt idx="58171">
                  <c:v>0.67327546296291985</c:v>
                </c:pt>
                <c:pt idx="58172">
                  <c:v>0.67328703703242354</c:v>
                </c:pt>
                <c:pt idx="58173">
                  <c:v>0.67329861110920319</c:v>
                </c:pt>
                <c:pt idx="58174">
                  <c:v>0.67331018518598285</c:v>
                </c:pt>
                <c:pt idx="58175">
                  <c:v>0.67332175925548654</c:v>
                </c:pt>
                <c:pt idx="58176">
                  <c:v>0.67333333333226619</c:v>
                </c:pt>
                <c:pt idx="58177">
                  <c:v>0.67334490740176989</c:v>
                </c:pt>
                <c:pt idx="58178">
                  <c:v>0.67335648147854954</c:v>
                </c:pt>
                <c:pt idx="58179">
                  <c:v>0.67336805555532919</c:v>
                </c:pt>
                <c:pt idx="58180">
                  <c:v>0.67337962962483289</c:v>
                </c:pt>
                <c:pt idx="58181">
                  <c:v>0.67339120370161254</c:v>
                </c:pt>
                <c:pt idx="58182">
                  <c:v>0.67340277777839219</c:v>
                </c:pt>
                <c:pt idx="58183">
                  <c:v>0.67341435184789589</c:v>
                </c:pt>
                <c:pt idx="58184">
                  <c:v>0.67342592592467554</c:v>
                </c:pt>
                <c:pt idx="58185">
                  <c:v>0.67343749999417923</c:v>
                </c:pt>
                <c:pt idx="58186">
                  <c:v>0.67344907407095889</c:v>
                </c:pt>
                <c:pt idx="58187">
                  <c:v>0.67346064814773854</c:v>
                </c:pt>
                <c:pt idx="58188">
                  <c:v>0.67347222221724223</c:v>
                </c:pt>
                <c:pt idx="58189">
                  <c:v>0.67348379629402189</c:v>
                </c:pt>
                <c:pt idx="58190">
                  <c:v>0.67349537037080154</c:v>
                </c:pt>
                <c:pt idx="58191">
                  <c:v>0.67350694444030523</c:v>
                </c:pt>
                <c:pt idx="58192">
                  <c:v>0.67351851851708489</c:v>
                </c:pt>
                <c:pt idx="58193">
                  <c:v>0.67353009259386454</c:v>
                </c:pt>
                <c:pt idx="58194">
                  <c:v>0.67354166666336823</c:v>
                </c:pt>
                <c:pt idx="58195">
                  <c:v>0.67355324074014788</c:v>
                </c:pt>
                <c:pt idx="58196">
                  <c:v>0.67356481480965158</c:v>
                </c:pt>
                <c:pt idx="58197">
                  <c:v>0.67357638888643123</c:v>
                </c:pt>
                <c:pt idx="58198">
                  <c:v>0.67358796296321088</c:v>
                </c:pt>
                <c:pt idx="58199">
                  <c:v>0.67359953703271458</c:v>
                </c:pt>
                <c:pt idx="58200">
                  <c:v>0.67361111110949423</c:v>
                </c:pt>
                <c:pt idx="58201">
                  <c:v>0.67362268518627388</c:v>
                </c:pt>
                <c:pt idx="58202">
                  <c:v>0.67363425925577758</c:v>
                </c:pt>
                <c:pt idx="58203">
                  <c:v>0.67364583333255723</c:v>
                </c:pt>
                <c:pt idx="58204">
                  <c:v>0.67365740740206093</c:v>
                </c:pt>
                <c:pt idx="58205">
                  <c:v>0.67366898147884058</c:v>
                </c:pt>
                <c:pt idx="58206">
                  <c:v>0.67368055555562023</c:v>
                </c:pt>
                <c:pt idx="58207">
                  <c:v>0.67369212962512393</c:v>
                </c:pt>
                <c:pt idx="58208">
                  <c:v>0.67370370370190358</c:v>
                </c:pt>
                <c:pt idx="58209">
                  <c:v>0.67371527777868323</c:v>
                </c:pt>
                <c:pt idx="58210">
                  <c:v>0.67372685184818693</c:v>
                </c:pt>
                <c:pt idx="58211">
                  <c:v>0.67373842592496658</c:v>
                </c:pt>
                <c:pt idx="58212">
                  <c:v>0.67374999999447027</c:v>
                </c:pt>
                <c:pt idx="58213">
                  <c:v>0.67376157407124992</c:v>
                </c:pt>
                <c:pt idx="58214">
                  <c:v>0.67377314814802958</c:v>
                </c:pt>
                <c:pt idx="58215">
                  <c:v>0.67378472221753327</c:v>
                </c:pt>
                <c:pt idx="58216">
                  <c:v>0.67379629629431292</c:v>
                </c:pt>
                <c:pt idx="58217">
                  <c:v>0.67380787037109258</c:v>
                </c:pt>
                <c:pt idx="58218">
                  <c:v>0.67381944444059627</c:v>
                </c:pt>
                <c:pt idx="58219">
                  <c:v>0.67383101851737592</c:v>
                </c:pt>
                <c:pt idx="58220">
                  <c:v>0.67384259258687962</c:v>
                </c:pt>
                <c:pt idx="58221">
                  <c:v>0.67385416666365927</c:v>
                </c:pt>
                <c:pt idx="58222">
                  <c:v>0.67386574074043892</c:v>
                </c:pt>
                <c:pt idx="58223">
                  <c:v>0.67387731480994262</c:v>
                </c:pt>
                <c:pt idx="58224">
                  <c:v>0.67388888888672227</c:v>
                </c:pt>
                <c:pt idx="58225">
                  <c:v>0.67390046296350192</c:v>
                </c:pt>
                <c:pt idx="58226">
                  <c:v>0.67391203703300562</c:v>
                </c:pt>
                <c:pt idx="58227">
                  <c:v>0.67392361110978527</c:v>
                </c:pt>
                <c:pt idx="58228">
                  <c:v>0.67393518517928896</c:v>
                </c:pt>
                <c:pt idx="58229">
                  <c:v>0.67394675925606862</c:v>
                </c:pt>
                <c:pt idx="58230">
                  <c:v>0.67395833333284827</c:v>
                </c:pt>
                <c:pt idx="58231">
                  <c:v>0.67396990740235196</c:v>
                </c:pt>
                <c:pt idx="58232">
                  <c:v>0.67398148147913162</c:v>
                </c:pt>
                <c:pt idx="58233">
                  <c:v>0.67399305555591127</c:v>
                </c:pt>
                <c:pt idx="58234">
                  <c:v>0.67400462962541496</c:v>
                </c:pt>
                <c:pt idx="58235">
                  <c:v>0.67401620370219462</c:v>
                </c:pt>
                <c:pt idx="58236">
                  <c:v>0.67402777777897427</c:v>
                </c:pt>
                <c:pt idx="58237">
                  <c:v>0.67403935184847796</c:v>
                </c:pt>
                <c:pt idx="58238">
                  <c:v>0.67405092592525762</c:v>
                </c:pt>
                <c:pt idx="58239">
                  <c:v>0.67406249999476131</c:v>
                </c:pt>
                <c:pt idx="58240">
                  <c:v>0.67407407407154096</c:v>
                </c:pt>
                <c:pt idx="58241">
                  <c:v>0.67408564814832062</c:v>
                </c:pt>
                <c:pt idx="58242">
                  <c:v>0.67409722221782431</c:v>
                </c:pt>
                <c:pt idx="58243">
                  <c:v>0.67410879629460396</c:v>
                </c:pt>
                <c:pt idx="58244">
                  <c:v>0.67412037037138361</c:v>
                </c:pt>
                <c:pt idx="58245">
                  <c:v>0.67413194444088731</c:v>
                </c:pt>
                <c:pt idx="58246">
                  <c:v>0.67414351851766696</c:v>
                </c:pt>
                <c:pt idx="58247">
                  <c:v>0.67415509258717066</c:v>
                </c:pt>
                <c:pt idx="58248">
                  <c:v>0.67416666666395031</c:v>
                </c:pt>
                <c:pt idx="58249">
                  <c:v>0.67417824074072996</c:v>
                </c:pt>
                <c:pt idx="58250">
                  <c:v>0.67418981481023366</c:v>
                </c:pt>
                <c:pt idx="58251">
                  <c:v>0.67420138888701331</c:v>
                </c:pt>
                <c:pt idx="58252">
                  <c:v>0.67421296296379296</c:v>
                </c:pt>
                <c:pt idx="58253">
                  <c:v>0.67422453703329666</c:v>
                </c:pt>
                <c:pt idx="58254">
                  <c:v>0.67423611111007631</c:v>
                </c:pt>
                <c:pt idx="58255">
                  <c:v>0.67424768517958</c:v>
                </c:pt>
                <c:pt idx="58256">
                  <c:v>0.67425925925635966</c:v>
                </c:pt>
                <c:pt idx="58257">
                  <c:v>0.67427083333313931</c:v>
                </c:pt>
                <c:pt idx="58258">
                  <c:v>0.674282407402643</c:v>
                </c:pt>
                <c:pt idx="58259">
                  <c:v>0.67429398147942265</c:v>
                </c:pt>
                <c:pt idx="58260">
                  <c:v>0.67430555555620231</c:v>
                </c:pt>
                <c:pt idx="58261">
                  <c:v>0.674317129625706</c:v>
                </c:pt>
                <c:pt idx="58262">
                  <c:v>0.67432870370248565</c:v>
                </c:pt>
                <c:pt idx="58263">
                  <c:v>0.67434027777198935</c:v>
                </c:pt>
                <c:pt idx="58264">
                  <c:v>0.674351851848769</c:v>
                </c:pt>
                <c:pt idx="58265">
                  <c:v>0.67436342592554865</c:v>
                </c:pt>
                <c:pt idx="58266">
                  <c:v>0.67437499999505235</c:v>
                </c:pt>
                <c:pt idx="58267">
                  <c:v>0.674386574071832</c:v>
                </c:pt>
                <c:pt idx="58268">
                  <c:v>0.67439814814861165</c:v>
                </c:pt>
                <c:pt idx="58269">
                  <c:v>0.67440972221811535</c:v>
                </c:pt>
                <c:pt idx="58270">
                  <c:v>0.674421296294895</c:v>
                </c:pt>
                <c:pt idx="58271">
                  <c:v>0.67443287037167465</c:v>
                </c:pt>
                <c:pt idx="58272">
                  <c:v>0.67444444444117835</c:v>
                </c:pt>
                <c:pt idx="58273">
                  <c:v>0.674456018517958</c:v>
                </c:pt>
                <c:pt idx="58274">
                  <c:v>0.6744675925874617</c:v>
                </c:pt>
                <c:pt idx="58275">
                  <c:v>0.67447916666424135</c:v>
                </c:pt>
                <c:pt idx="58276">
                  <c:v>0.674490740741021</c:v>
                </c:pt>
                <c:pt idx="58277">
                  <c:v>0.67450231481052469</c:v>
                </c:pt>
                <c:pt idx="58278">
                  <c:v>0.67451388888730435</c:v>
                </c:pt>
                <c:pt idx="58279">
                  <c:v>0.674525462964084</c:v>
                </c:pt>
                <c:pt idx="58280">
                  <c:v>0.67453703703358769</c:v>
                </c:pt>
                <c:pt idx="58281">
                  <c:v>0.67454861111036735</c:v>
                </c:pt>
                <c:pt idx="58282">
                  <c:v>0.67456018517987104</c:v>
                </c:pt>
                <c:pt idx="58283">
                  <c:v>0.67457175925665069</c:v>
                </c:pt>
                <c:pt idx="58284">
                  <c:v>0.67458333333343035</c:v>
                </c:pt>
                <c:pt idx="58285">
                  <c:v>0.67459490740293404</c:v>
                </c:pt>
                <c:pt idx="58286">
                  <c:v>0.67460648147971369</c:v>
                </c:pt>
                <c:pt idx="58287">
                  <c:v>0.67461805555649335</c:v>
                </c:pt>
                <c:pt idx="58288">
                  <c:v>0.67462962962599704</c:v>
                </c:pt>
                <c:pt idx="58289">
                  <c:v>0.67464120370277669</c:v>
                </c:pt>
                <c:pt idx="58290">
                  <c:v>0.67465277777228039</c:v>
                </c:pt>
                <c:pt idx="58291">
                  <c:v>0.67466435184906004</c:v>
                </c:pt>
                <c:pt idx="58292">
                  <c:v>0.67467592592583969</c:v>
                </c:pt>
                <c:pt idx="58293">
                  <c:v>0.67468749999534339</c:v>
                </c:pt>
                <c:pt idx="58294">
                  <c:v>0.67469907407212304</c:v>
                </c:pt>
                <c:pt idx="58295">
                  <c:v>0.67471064814890269</c:v>
                </c:pt>
                <c:pt idx="58296">
                  <c:v>0.67472222221840639</c:v>
                </c:pt>
                <c:pt idx="58297">
                  <c:v>0.67473379629518604</c:v>
                </c:pt>
                <c:pt idx="58298">
                  <c:v>0.67474537036468973</c:v>
                </c:pt>
                <c:pt idx="58299">
                  <c:v>0.67475694444146939</c:v>
                </c:pt>
                <c:pt idx="58300">
                  <c:v>0.67476851851824904</c:v>
                </c:pt>
                <c:pt idx="58301">
                  <c:v>0.67478009258775273</c:v>
                </c:pt>
                <c:pt idx="58302">
                  <c:v>0.67479166666453239</c:v>
                </c:pt>
                <c:pt idx="58303">
                  <c:v>0.67480324074131204</c:v>
                </c:pt>
                <c:pt idx="58304">
                  <c:v>0.67481481481081573</c:v>
                </c:pt>
                <c:pt idx="58305">
                  <c:v>0.67482638888759539</c:v>
                </c:pt>
                <c:pt idx="58306">
                  <c:v>0.67483796295709908</c:v>
                </c:pt>
                <c:pt idx="58307">
                  <c:v>0.67484953703387873</c:v>
                </c:pt>
                <c:pt idx="58308">
                  <c:v>0.67486111111065838</c:v>
                </c:pt>
                <c:pt idx="58309">
                  <c:v>0.67487268518016208</c:v>
                </c:pt>
                <c:pt idx="58310">
                  <c:v>0.67488425925694173</c:v>
                </c:pt>
                <c:pt idx="58311">
                  <c:v>0.67489583333372138</c:v>
                </c:pt>
                <c:pt idx="58312">
                  <c:v>0.67490740740322508</c:v>
                </c:pt>
                <c:pt idx="58313">
                  <c:v>0.67491898148000473</c:v>
                </c:pt>
                <c:pt idx="58314">
                  <c:v>0.67493055555678438</c:v>
                </c:pt>
                <c:pt idx="58315">
                  <c:v>0.67494212962628808</c:v>
                </c:pt>
                <c:pt idx="58316">
                  <c:v>0.67495370370306773</c:v>
                </c:pt>
                <c:pt idx="58317">
                  <c:v>0.67496527777257143</c:v>
                </c:pt>
                <c:pt idx="58318">
                  <c:v>0.67497685184935108</c:v>
                </c:pt>
                <c:pt idx="58319">
                  <c:v>0.67498842592613073</c:v>
                </c:pt>
                <c:pt idx="58320">
                  <c:v>0.67499999999563443</c:v>
                </c:pt>
                <c:pt idx="58321">
                  <c:v>0.67501157407241408</c:v>
                </c:pt>
                <c:pt idx="58322">
                  <c:v>0.67502314814919373</c:v>
                </c:pt>
                <c:pt idx="58323">
                  <c:v>0.67503472221869742</c:v>
                </c:pt>
                <c:pt idx="58324">
                  <c:v>0.67504629629547708</c:v>
                </c:pt>
                <c:pt idx="58325">
                  <c:v>0.67505787036498077</c:v>
                </c:pt>
                <c:pt idx="58326">
                  <c:v>0.67506944444176042</c:v>
                </c:pt>
                <c:pt idx="58327">
                  <c:v>0.67508101851854008</c:v>
                </c:pt>
                <c:pt idx="58328">
                  <c:v>0.67509259258804377</c:v>
                </c:pt>
                <c:pt idx="58329">
                  <c:v>0.67510416666482342</c:v>
                </c:pt>
                <c:pt idx="58330">
                  <c:v>0.67511574074160308</c:v>
                </c:pt>
                <c:pt idx="58331">
                  <c:v>0.67512731481110677</c:v>
                </c:pt>
                <c:pt idx="58332">
                  <c:v>0.67513888888788642</c:v>
                </c:pt>
                <c:pt idx="58333">
                  <c:v>0.67515046295739012</c:v>
                </c:pt>
                <c:pt idx="58334">
                  <c:v>0.67516203703416977</c:v>
                </c:pt>
                <c:pt idx="58335">
                  <c:v>0.67517361111094942</c:v>
                </c:pt>
                <c:pt idx="58336">
                  <c:v>0.67518518518045312</c:v>
                </c:pt>
                <c:pt idx="58337">
                  <c:v>0.67519675925723277</c:v>
                </c:pt>
                <c:pt idx="58338">
                  <c:v>0.67520833333401242</c:v>
                </c:pt>
                <c:pt idx="58339">
                  <c:v>0.67521990740351612</c:v>
                </c:pt>
                <c:pt idx="58340">
                  <c:v>0.67523148148029577</c:v>
                </c:pt>
                <c:pt idx="58341">
                  <c:v>0.67524305554979946</c:v>
                </c:pt>
                <c:pt idx="58342">
                  <c:v>0.67525462962657912</c:v>
                </c:pt>
                <c:pt idx="58343">
                  <c:v>0.67526620370335877</c:v>
                </c:pt>
                <c:pt idx="58344">
                  <c:v>0.67527777777286246</c:v>
                </c:pt>
                <c:pt idx="58345">
                  <c:v>0.67528935184964212</c:v>
                </c:pt>
                <c:pt idx="58346">
                  <c:v>0.67530092592642177</c:v>
                </c:pt>
                <c:pt idx="58347">
                  <c:v>0.67531249999592546</c:v>
                </c:pt>
                <c:pt idx="58348">
                  <c:v>0.67532407407270512</c:v>
                </c:pt>
                <c:pt idx="58349">
                  <c:v>0.67533564814948477</c:v>
                </c:pt>
                <c:pt idx="58350">
                  <c:v>0.67534722221898846</c:v>
                </c:pt>
                <c:pt idx="58351">
                  <c:v>0.67535879629576812</c:v>
                </c:pt>
                <c:pt idx="58352">
                  <c:v>0.67537037036527181</c:v>
                </c:pt>
                <c:pt idx="58353">
                  <c:v>0.67538194444205146</c:v>
                </c:pt>
                <c:pt idx="58354">
                  <c:v>0.67539351851883112</c:v>
                </c:pt>
                <c:pt idx="58355">
                  <c:v>0.67540509258833481</c:v>
                </c:pt>
                <c:pt idx="58356">
                  <c:v>0.67541666666511446</c:v>
                </c:pt>
                <c:pt idx="58357">
                  <c:v>0.67542824074189411</c:v>
                </c:pt>
                <c:pt idx="58358">
                  <c:v>0.67543981481139781</c:v>
                </c:pt>
                <c:pt idx="58359">
                  <c:v>0.67545138888817746</c:v>
                </c:pt>
                <c:pt idx="58360">
                  <c:v>0.67546296295768116</c:v>
                </c:pt>
                <c:pt idx="58361">
                  <c:v>0.67547453703446081</c:v>
                </c:pt>
                <c:pt idx="58362">
                  <c:v>0.67548611111124046</c:v>
                </c:pt>
                <c:pt idx="58363">
                  <c:v>0.67549768518074416</c:v>
                </c:pt>
                <c:pt idx="58364">
                  <c:v>0.67550925925752381</c:v>
                </c:pt>
                <c:pt idx="58365">
                  <c:v>0.67552083333430346</c:v>
                </c:pt>
                <c:pt idx="58366">
                  <c:v>0.67553240740380716</c:v>
                </c:pt>
                <c:pt idx="58367">
                  <c:v>0.67554398148058681</c:v>
                </c:pt>
                <c:pt idx="58368">
                  <c:v>0.6755555555500905</c:v>
                </c:pt>
                <c:pt idx="58369">
                  <c:v>0.67556712962687016</c:v>
                </c:pt>
                <c:pt idx="58370">
                  <c:v>0.67557870370364981</c:v>
                </c:pt>
                <c:pt idx="58371">
                  <c:v>0.6755902777731535</c:v>
                </c:pt>
                <c:pt idx="58372">
                  <c:v>0.67560185184993315</c:v>
                </c:pt>
                <c:pt idx="58373">
                  <c:v>0.67561342592671281</c:v>
                </c:pt>
                <c:pt idx="58374">
                  <c:v>0.6756249999962165</c:v>
                </c:pt>
                <c:pt idx="58375">
                  <c:v>0.67563657407299615</c:v>
                </c:pt>
                <c:pt idx="58376">
                  <c:v>0.67564814814249985</c:v>
                </c:pt>
                <c:pt idx="58377">
                  <c:v>0.6756597222192795</c:v>
                </c:pt>
                <c:pt idx="58378">
                  <c:v>0.67567129629605915</c:v>
                </c:pt>
                <c:pt idx="58379">
                  <c:v>0.67568287036556285</c:v>
                </c:pt>
                <c:pt idx="58380">
                  <c:v>0.6756944444423425</c:v>
                </c:pt>
                <c:pt idx="58381">
                  <c:v>0.67570601851912215</c:v>
                </c:pt>
                <c:pt idx="58382">
                  <c:v>0.67571759258862585</c:v>
                </c:pt>
                <c:pt idx="58383">
                  <c:v>0.6757291666654055</c:v>
                </c:pt>
                <c:pt idx="58384">
                  <c:v>0.6757407407349092</c:v>
                </c:pt>
                <c:pt idx="58385">
                  <c:v>0.67575231481168885</c:v>
                </c:pt>
                <c:pt idx="58386">
                  <c:v>0.6757638888884685</c:v>
                </c:pt>
                <c:pt idx="58387">
                  <c:v>0.67577546295797219</c:v>
                </c:pt>
                <c:pt idx="58388">
                  <c:v>0.67578703703475185</c:v>
                </c:pt>
                <c:pt idx="58389">
                  <c:v>0.6757986111115315</c:v>
                </c:pt>
                <c:pt idx="58390">
                  <c:v>0.67581018518103519</c:v>
                </c:pt>
                <c:pt idx="58391">
                  <c:v>0.67582175925781485</c:v>
                </c:pt>
                <c:pt idx="58392">
                  <c:v>0.6758333333345945</c:v>
                </c:pt>
                <c:pt idx="58393">
                  <c:v>0.67584490740409819</c:v>
                </c:pt>
                <c:pt idx="58394">
                  <c:v>0.67585648148087785</c:v>
                </c:pt>
                <c:pt idx="58395">
                  <c:v>0.67586805555038154</c:v>
                </c:pt>
                <c:pt idx="58396">
                  <c:v>0.67587962962716119</c:v>
                </c:pt>
                <c:pt idx="58397">
                  <c:v>0.67589120370394085</c:v>
                </c:pt>
                <c:pt idx="58398">
                  <c:v>0.67590277777344454</c:v>
                </c:pt>
                <c:pt idx="58399">
                  <c:v>0.67591435185022419</c:v>
                </c:pt>
                <c:pt idx="58400">
                  <c:v>0.67592592592700385</c:v>
                </c:pt>
                <c:pt idx="58401">
                  <c:v>0.67593749999650754</c:v>
                </c:pt>
                <c:pt idx="58402">
                  <c:v>0.67594907407328719</c:v>
                </c:pt>
                <c:pt idx="58403">
                  <c:v>0.67596064814279089</c:v>
                </c:pt>
                <c:pt idx="58404">
                  <c:v>0.67597222221957054</c:v>
                </c:pt>
                <c:pt idx="58405">
                  <c:v>0.67598379629635019</c:v>
                </c:pt>
                <c:pt idx="58406">
                  <c:v>0.67599537036585389</c:v>
                </c:pt>
                <c:pt idx="58407">
                  <c:v>0.67600694444263354</c:v>
                </c:pt>
                <c:pt idx="58408">
                  <c:v>0.67601851851941319</c:v>
                </c:pt>
                <c:pt idx="58409">
                  <c:v>0.67603009258891689</c:v>
                </c:pt>
                <c:pt idx="58410">
                  <c:v>0.67604166666569654</c:v>
                </c:pt>
                <c:pt idx="58411">
                  <c:v>0.67605324073520023</c:v>
                </c:pt>
                <c:pt idx="58412">
                  <c:v>0.67606481481197989</c:v>
                </c:pt>
                <c:pt idx="58413">
                  <c:v>0.67607638888875954</c:v>
                </c:pt>
                <c:pt idx="58414">
                  <c:v>0.67608796295826323</c:v>
                </c:pt>
                <c:pt idx="58415">
                  <c:v>0.67609953703504289</c:v>
                </c:pt>
                <c:pt idx="58416">
                  <c:v>0.67611111111182254</c:v>
                </c:pt>
                <c:pt idx="58417">
                  <c:v>0.67612268518132623</c:v>
                </c:pt>
                <c:pt idx="58418">
                  <c:v>0.67613425925810589</c:v>
                </c:pt>
                <c:pt idx="58419">
                  <c:v>0.67614583332760958</c:v>
                </c:pt>
                <c:pt idx="58420">
                  <c:v>0.67615740740438923</c:v>
                </c:pt>
                <c:pt idx="58421">
                  <c:v>0.67616898148116888</c:v>
                </c:pt>
                <c:pt idx="58422">
                  <c:v>0.67618055555067258</c:v>
                </c:pt>
                <c:pt idx="58423">
                  <c:v>0.67619212962745223</c:v>
                </c:pt>
                <c:pt idx="58424">
                  <c:v>0.67620370370423188</c:v>
                </c:pt>
                <c:pt idx="58425">
                  <c:v>0.67621527777373558</c:v>
                </c:pt>
                <c:pt idx="58426">
                  <c:v>0.67622685185051523</c:v>
                </c:pt>
                <c:pt idx="58427">
                  <c:v>0.67623842592001893</c:v>
                </c:pt>
                <c:pt idx="58428">
                  <c:v>0.67624999999679858</c:v>
                </c:pt>
                <c:pt idx="58429">
                  <c:v>0.67626157407357823</c:v>
                </c:pt>
                <c:pt idx="58430">
                  <c:v>0.67627314814308193</c:v>
                </c:pt>
                <c:pt idx="58431">
                  <c:v>0.67628472221986158</c:v>
                </c:pt>
                <c:pt idx="58432">
                  <c:v>0.67629629629664123</c:v>
                </c:pt>
                <c:pt idx="58433">
                  <c:v>0.67630787036614493</c:v>
                </c:pt>
                <c:pt idx="58434">
                  <c:v>0.67631944444292458</c:v>
                </c:pt>
                <c:pt idx="58435">
                  <c:v>0.67633101851970423</c:v>
                </c:pt>
                <c:pt idx="58436">
                  <c:v>0.67634259258920792</c:v>
                </c:pt>
                <c:pt idx="58437">
                  <c:v>0.67635416666598758</c:v>
                </c:pt>
                <c:pt idx="58438">
                  <c:v>0.67636574073549127</c:v>
                </c:pt>
                <c:pt idx="58439">
                  <c:v>0.67637731481227092</c:v>
                </c:pt>
                <c:pt idx="58440">
                  <c:v>0.67638888888905058</c:v>
                </c:pt>
                <c:pt idx="58441">
                  <c:v>0.67640046295855427</c:v>
                </c:pt>
                <c:pt idx="58442">
                  <c:v>0.67641203703533392</c:v>
                </c:pt>
                <c:pt idx="58443">
                  <c:v>0.67642361111211358</c:v>
                </c:pt>
                <c:pt idx="58444">
                  <c:v>0.67643518518161727</c:v>
                </c:pt>
                <c:pt idx="58445">
                  <c:v>0.67644675925839692</c:v>
                </c:pt>
                <c:pt idx="58446">
                  <c:v>0.67645833332790062</c:v>
                </c:pt>
                <c:pt idx="58447">
                  <c:v>0.67646990740468027</c:v>
                </c:pt>
                <c:pt idx="58448">
                  <c:v>0.67648148148145992</c:v>
                </c:pt>
                <c:pt idx="58449">
                  <c:v>0.67649305555096362</c:v>
                </c:pt>
                <c:pt idx="58450">
                  <c:v>0.67650462962774327</c:v>
                </c:pt>
                <c:pt idx="58451">
                  <c:v>0.67651620370452292</c:v>
                </c:pt>
                <c:pt idx="58452">
                  <c:v>0.67652777777402662</c:v>
                </c:pt>
                <c:pt idx="58453">
                  <c:v>0.67653935185080627</c:v>
                </c:pt>
                <c:pt idx="58454">
                  <c:v>0.67655092592030996</c:v>
                </c:pt>
                <c:pt idx="58455">
                  <c:v>0.67656249999708962</c:v>
                </c:pt>
                <c:pt idx="58456">
                  <c:v>0.67657407407386927</c:v>
                </c:pt>
                <c:pt idx="58457">
                  <c:v>0.67658564814337296</c:v>
                </c:pt>
                <c:pt idx="58458">
                  <c:v>0.67659722222015262</c:v>
                </c:pt>
                <c:pt idx="58459">
                  <c:v>0.67660879629693227</c:v>
                </c:pt>
                <c:pt idx="58460">
                  <c:v>0.67662037036643596</c:v>
                </c:pt>
                <c:pt idx="58461">
                  <c:v>0.67663194444321562</c:v>
                </c:pt>
                <c:pt idx="58462">
                  <c:v>0.67664351851271931</c:v>
                </c:pt>
                <c:pt idx="58463">
                  <c:v>0.67665509258949896</c:v>
                </c:pt>
                <c:pt idx="58464">
                  <c:v>0.67666666666627862</c:v>
                </c:pt>
                <c:pt idx="58465">
                  <c:v>0.67667824073578231</c:v>
                </c:pt>
                <c:pt idx="58466">
                  <c:v>0.67668981481256196</c:v>
                </c:pt>
                <c:pt idx="58467">
                  <c:v>0.67670138888934162</c:v>
                </c:pt>
                <c:pt idx="58468">
                  <c:v>0.67671296295884531</c:v>
                </c:pt>
                <c:pt idx="58469">
                  <c:v>0.67672453703562496</c:v>
                </c:pt>
                <c:pt idx="58470">
                  <c:v>0.67673611111240461</c:v>
                </c:pt>
                <c:pt idx="58471">
                  <c:v>0.67674768518190831</c:v>
                </c:pt>
                <c:pt idx="58472">
                  <c:v>0.67675925925868796</c:v>
                </c:pt>
                <c:pt idx="58473">
                  <c:v>0.67677083332819166</c:v>
                </c:pt>
                <c:pt idx="58474">
                  <c:v>0.67678240740497131</c:v>
                </c:pt>
                <c:pt idx="58475">
                  <c:v>0.67679398148175096</c:v>
                </c:pt>
                <c:pt idx="58476">
                  <c:v>0.67680555555125466</c:v>
                </c:pt>
                <c:pt idx="58477">
                  <c:v>0.67681712962803431</c:v>
                </c:pt>
                <c:pt idx="58478">
                  <c:v>0.67682870370481396</c:v>
                </c:pt>
                <c:pt idx="58479">
                  <c:v>0.67684027777431766</c:v>
                </c:pt>
                <c:pt idx="58480">
                  <c:v>0.67685185185109731</c:v>
                </c:pt>
                <c:pt idx="58481">
                  <c:v>0.676863425920601</c:v>
                </c:pt>
                <c:pt idx="58482">
                  <c:v>0.67687499999738066</c:v>
                </c:pt>
                <c:pt idx="58483">
                  <c:v>0.67688657407416031</c:v>
                </c:pt>
                <c:pt idx="58484">
                  <c:v>0.676898148143664</c:v>
                </c:pt>
                <c:pt idx="58485">
                  <c:v>0.67690972222044365</c:v>
                </c:pt>
                <c:pt idx="58486">
                  <c:v>0.67692129629722331</c:v>
                </c:pt>
                <c:pt idx="58487">
                  <c:v>0.676932870366727</c:v>
                </c:pt>
                <c:pt idx="58488">
                  <c:v>0.67694444444350665</c:v>
                </c:pt>
                <c:pt idx="58489">
                  <c:v>0.67695601851301035</c:v>
                </c:pt>
                <c:pt idx="58490">
                  <c:v>0.67696759258979</c:v>
                </c:pt>
                <c:pt idx="58491">
                  <c:v>0.67697916666656965</c:v>
                </c:pt>
                <c:pt idx="58492">
                  <c:v>0.67699074073607335</c:v>
                </c:pt>
                <c:pt idx="58493">
                  <c:v>0.677002314812853</c:v>
                </c:pt>
                <c:pt idx="58494">
                  <c:v>0.67701388888963265</c:v>
                </c:pt>
                <c:pt idx="58495">
                  <c:v>0.67702546295913635</c:v>
                </c:pt>
                <c:pt idx="58496">
                  <c:v>0.677037037035916</c:v>
                </c:pt>
                <c:pt idx="58497">
                  <c:v>0.6770486111054197</c:v>
                </c:pt>
                <c:pt idx="58498">
                  <c:v>0.67706018518219935</c:v>
                </c:pt>
                <c:pt idx="58499">
                  <c:v>0.677071759258979</c:v>
                </c:pt>
                <c:pt idx="58500">
                  <c:v>0.67708333332848269</c:v>
                </c:pt>
                <c:pt idx="58501">
                  <c:v>0.67709490740526235</c:v>
                </c:pt>
                <c:pt idx="58502">
                  <c:v>0.677106481482042</c:v>
                </c:pt>
                <c:pt idx="58503">
                  <c:v>0.67711805555154569</c:v>
                </c:pt>
                <c:pt idx="58504">
                  <c:v>0.67712962962832535</c:v>
                </c:pt>
                <c:pt idx="58505">
                  <c:v>0.67714120369782904</c:v>
                </c:pt>
                <c:pt idx="58506">
                  <c:v>0.67715277777460869</c:v>
                </c:pt>
                <c:pt idx="58507">
                  <c:v>0.67716435185138835</c:v>
                </c:pt>
                <c:pt idx="58508">
                  <c:v>0.67717592592089204</c:v>
                </c:pt>
                <c:pt idx="58509">
                  <c:v>0.67718749999767169</c:v>
                </c:pt>
                <c:pt idx="58510">
                  <c:v>0.67719907407445135</c:v>
                </c:pt>
                <c:pt idx="58511">
                  <c:v>0.67721064814395504</c:v>
                </c:pt>
                <c:pt idx="58512">
                  <c:v>0.67722222222073469</c:v>
                </c:pt>
                <c:pt idx="58513">
                  <c:v>0.67723379629751435</c:v>
                </c:pt>
                <c:pt idx="58514">
                  <c:v>0.67724537036701804</c:v>
                </c:pt>
                <c:pt idx="58515">
                  <c:v>0.67725694444379769</c:v>
                </c:pt>
                <c:pt idx="58516">
                  <c:v>0.67726851851330139</c:v>
                </c:pt>
                <c:pt idx="58517">
                  <c:v>0.67728009259008104</c:v>
                </c:pt>
                <c:pt idx="58518">
                  <c:v>0.67729166666686069</c:v>
                </c:pt>
                <c:pt idx="58519">
                  <c:v>0.67730324073636439</c:v>
                </c:pt>
                <c:pt idx="58520">
                  <c:v>0.67731481481314404</c:v>
                </c:pt>
                <c:pt idx="58521">
                  <c:v>0.67732638888992369</c:v>
                </c:pt>
                <c:pt idx="58522">
                  <c:v>0.67733796295942739</c:v>
                </c:pt>
                <c:pt idx="58523">
                  <c:v>0.67734953703620704</c:v>
                </c:pt>
                <c:pt idx="58524">
                  <c:v>0.67736111110571073</c:v>
                </c:pt>
                <c:pt idx="58525">
                  <c:v>0.67737268518249039</c:v>
                </c:pt>
                <c:pt idx="58526">
                  <c:v>0.67738425925927004</c:v>
                </c:pt>
                <c:pt idx="58527">
                  <c:v>0.67739583332877373</c:v>
                </c:pt>
                <c:pt idx="58528">
                  <c:v>0.67740740740555339</c:v>
                </c:pt>
                <c:pt idx="58529">
                  <c:v>0.67741898148233304</c:v>
                </c:pt>
                <c:pt idx="58530">
                  <c:v>0.67743055555183673</c:v>
                </c:pt>
                <c:pt idx="58531">
                  <c:v>0.67744212962861639</c:v>
                </c:pt>
                <c:pt idx="58532">
                  <c:v>0.67745370369812008</c:v>
                </c:pt>
                <c:pt idx="58533">
                  <c:v>0.67746527777489973</c:v>
                </c:pt>
                <c:pt idx="58534">
                  <c:v>0.67747685185167938</c:v>
                </c:pt>
                <c:pt idx="58535">
                  <c:v>0.67748842592118308</c:v>
                </c:pt>
                <c:pt idx="58536">
                  <c:v>0.67749999999796273</c:v>
                </c:pt>
                <c:pt idx="58537">
                  <c:v>0.67751157407474238</c:v>
                </c:pt>
                <c:pt idx="58538">
                  <c:v>0.67752314814424608</c:v>
                </c:pt>
                <c:pt idx="58539">
                  <c:v>0.67753472222102573</c:v>
                </c:pt>
                <c:pt idx="58540">
                  <c:v>0.67754629629052943</c:v>
                </c:pt>
                <c:pt idx="58541">
                  <c:v>0.67755787036730908</c:v>
                </c:pt>
                <c:pt idx="58542">
                  <c:v>0.67756944444408873</c:v>
                </c:pt>
                <c:pt idx="58543">
                  <c:v>0.67758101851359243</c:v>
                </c:pt>
                <c:pt idx="58544">
                  <c:v>0.67759259259037208</c:v>
                </c:pt>
                <c:pt idx="58545">
                  <c:v>0.67760416666715173</c:v>
                </c:pt>
                <c:pt idx="58546">
                  <c:v>0.67761574073665543</c:v>
                </c:pt>
                <c:pt idx="58547">
                  <c:v>0.67762731481343508</c:v>
                </c:pt>
                <c:pt idx="58548">
                  <c:v>0.67763888889021473</c:v>
                </c:pt>
                <c:pt idx="58549">
                  <c:v>0.67765046295971842</c:v>
                </c:pt>
                <c:pt idx="58550">
                  <c:v>0.67766203703649808</c:v>
                </c:pt>
                <c:pt idx="58551">
                  <c:v>0.67767361110600177</c:v>
                </c:pt>
                <c:pt idx="58552">
                  <c:v>0.67768518518278142</c:v>
                </c:pt>
                <c:pt idx="58553">
                  <c:v>0.67769675925956108</c:v>
                </c:pt>
                <c:pt idx="58554">
                  <c:v>0.67770833332906477</c:v>
                </c:pt>
                <c:pt idx="58555">
                  <c:v>0.67771990740584442</c:v>
                </c:pt>
                <c:pt idx="58556">
                  <c:v>0.67773148148262408</c:v>
                </c:pt>
                <c:pt idx="58557">
                  <c:v>0.67774305555212777</c:v>
                </c:pt>
                <c:pt idx="58558">
                  <c:v>0.67775462962890742</c:v>
                </c:pt>
                <c:pt idx="58559">
                  <c:v>0.67776620369841112</c:v>
                </c:pt>
                <c:pt idx="58560">
                  <c:v>0.67777777777519077</c:v>
                </c:pt>
                <c:pt idx="58561">
                  <c:v>0.67778935185197042</c:v>
                </c:pt>
                <c:pt idx="58562">
                  <c:v>0.67780092592147412</c:v>
                </c:pt>
                <c:pt idx="58563">
                  <c:v>0.67781249999825377</c:v>
                </c:pt>
                <c:pt idx="58564">
                  <c:v>0.67782407407503342</c:v>
                </c:pt>
                <c:pt idx="58565">
                  <c:v>0.67783564814453712</c:v>
                </c:pt>
                <c:pt idx="58566">
                  <c:v>0.67784722222131677</c:v>
                </c:pt>
                <c:pt idx="58567">
                  <c:v>0.67785879629082046</c:v>
                </c:pt>
                <c:pt idx="58568">
                  <c:v>0.67787037036760012</c:v>
                </c:pt>
                <c:pt idx="58569">
                  <c:v>0.67788194444437977</c:v>
                </c:pt>
                <c:pt idx="58570">
                  <c:v>0.67789351851388346</c:v>
                </c:pt>
                <c:pt idx="58571">
                  <c:v>0.67790509259066312</c:v>
                </c:pt>
                <c:pt idx="58572">
                  <c:v>0.67791666666744277</c:v>
                </c:pt>
                <c:pt idx="58573">
                  <c:v>0.67792824073694646</c:v>
                </c:pt>
                <c:pt idx="58574">
                  <c:v>0.67793981481372612</c:v>
                </c:pt>
                <c:pt idx="58575">
                  <c:v>0.67795138888322981</c:v>
                </c:pt>
                <c:pt idx="58576">
                  <c:v>0.67796296296000946</c:v>
                </c:pt>
                <c:pt idx="58577">
                  <c:v>0.67797453703678912</c:v>
                </c:pt>
                <c:pt idx="58578">
                  <c:v>0.67798611110629281</c:v>
                </c:pt>
                <c:pt idx="58579">
                  <c:v>0.67799768518307246</c:v>
                </c:pt>
                <c:pt idx="58580">
                  <c:v>0.67800925925985212</c:v>
                </c:pt>
                <c:pt idx="58581">
                  <c:v>0.67802083332935581</c:v>
                </c:pt>
                <c:pt idx="58582">
                  <c:v>0.67803240740613546</c:v>
                </c:pt>
                <c:pt idx="58583">
                  <c:v>0.67804398147563916</c:v>
                </c:pt>
                <c:pt idx="58584">
                  <c:v>0.67805555555241881</c:v>
                </c:pt>
                <c:pt idx="58585">
                  <c:v>0.67806712962919846</c:v>
                </c:pt>
                <c:pt idx="58586">
                  <c:v>0.67807870369870216</c:v>
                </c:pt>
                <c:pt idx="58587">
                  <c:v>0.67809027777548181</c:v>
                </c:pt>
                <c:pt idx="58588">
                  <c:v>0.67810185185226146</c:v>
                </c:pt>
                <c:pt idx="58589">
                  <c:v>0.67811342592176516</c:v>
                </c:pt>
                <c:pt idx="58590">
                  <c:v>0.67812499999854481</c:v>
                </c:pt>
                <c:pt idx="58591">
                  <c:v>0.67813657407532446</c:v>
                </c:pt>
                <c:pt idx="58592">
                  <c:v>0.67814814814482816</c:v>
                </c:pt>
                <c:pt idx="58593">
                  <c:v>0.67815972222160781</c:v>
                </c:pt>
                <c:pt idx="58594">
                  <c:v>0.6781712962911115</c:v>
                </c:pt>
                <c:pt idx="58595">
                  <c:v>0.67818287036789116</c:v>
                </c:pt>
                <c:pt idx="58596">
                  <c:v>0.67819444444467081</c:v>
                </c:pt>
                <c:pt idx="58597">
                  <c:v>0.6782060185141745</c:v>
                </c:pt>
                <c:pt idx="58598">
                  <c:v>0.67821759259095415</c:v>
                </c:pt>
                <c:pt idx="58599">
                  <c:v>0.67822916666773381</c:v>
                </c:pt>
                <c:pt idx="58600">
                  <c:v>0.6782407407372375</c:v>
                </c:pt>
                <c:pt idx="58601">
                  <c:v>0.67825231481401715</c:v>
                </c:pt>
                <c:pt idx="58602">
                  <c:v>0.67826388888352085</c:v>
                </c:pt>
                <c:pt idx="58603">
                  <c:v>0.6782754629603005</c:v>
                </c:pt>
                <c:pt idx="58604">
                  <c:v>0.67828703703708015</c:v>
                </c:pt>
                <c:pt idx="58605">
                  <c:v>0.67829861110658385</c:v>
                </c:pt>
                <c:pt idx="58606">
                  <c:v>0.6783101851833635</c:v>
                </c:pt>
                <c:pt idx="58607">
                  <c:v>0.67832175926014315</c:v>
                </c:pt>
                <c:pt idx="58608">
                  <c:v>0.67833333332964685</c:v>
                </c:pt>
                <c:pt idx="58609">
                  <c:v>0.6783449074064265</c:v>
                </c:pt>
                <c:pt idx="58610">
                  <c:v>0.6783564814759302</c:v>
                </c:pt>
                <c:pt idx="58611">
                  <c:v>0.67836805555270985</c:v>
                </c:pt>
                <c:pt idx="58612">
                  <c:v>0.6783796296294895</c:v>
                </c:pt>
                <c:pt idx="58613">
                  <c:v>0.67839120369899319</c:v>
                </c:pt>
                <c:pt idx="58614">
                  <c:v>0.67840277777577285</c:v>
                </c:pt>
                <c:pt idx="58615">
                  <c:v>0.6784143518525525</c:v>
                </c:pt>
                <c:pt idx="58616">
                  <c:v>0.67842592592205619</c:v>
                </c:pt>
                <c:pt idx="58617">
                  <c:v>0.67843749999883585</c:v>
                </c:pt>
                <c:pt idx="58618">
                  <c:v>0.67844907406833954</c:v>
                </c:pt>
                <c:pt idx="58619">
                  <c:v>0.67846064814511919</c:v>
                </c:pt>
                <c:pt idx="58620">
                  <c:v>0.67847222222189885</c:v>
                </c:pt>
                <c:pt idx="58621">
                  <c:v>0.67848379629140254</c:v>
                </c:pt>
                <c:pt idx="58622">
                  <c:v>0.67849537036818219</c:v>
                </c:pt>
                <c:pt idx="58623">
                  <c:v>0.67850694444496185</c:v>
                </c:pt>
                <c:pt idx="58624">
                  <c:v>0.67851851851446554</c:v>
                </c:pt>
                <c:pt idx="58625">
                  <c:v>0.67853009259124519</c:v>
                </c:pt>
                <c:pt idx="58626">
                  <c:v>0.67854166666074889</c:v>
                </c:pt>
                <c:pt idx="58627">
                  <c:v>0.67855324073752854</c:v>
                </c:pt>
                <c:pt idx="58628">
                  <c:v>0.67856481481430819</c:v>
                </c:pt>
                <c:pt idx="58629">
                  <c:v>0.67857638888381189</c:v>
                </c:pt>
                <c:pt idx="58630">
                  <c:v>0.67858796296059154</c:v>
                </c:pt>
                <c:pt idx="58631">
                  <c:v>0.67859953703737119</c:v>
                </c:pt>
                <c:pt idx="58632">
                  <c:v>0.67861111110687489</c:v>
                </c:pt>
                <c:pt idx="58633">
                  <c:v>0.67862268518365454</c:v>
                </c:pt>
                <c:pt idx="58634">
                  <c:v>0.67863425926043419</c:v>
                </c:pt>
                <c:pt idx="58635">
                  <c:v>0.67864583332993789</c:v>
                </c:pt>
                <c:pt idx="58636">
                  <c:v>0.67865740740671754</c:v>
                </c:pt>
                <c:pt idx="58637">
                  <c:v>0.67866898147622123</c:v>
                </c:pt>
                <c:pt idx="58638">
                  <c:v>0.67868055555300089</c:v>
                </c:pt>
                <c:pt idx="58639">
                  <c:v>0.67869212962978054</c:v>
                </c:pt>
                <c:pt idx="58640">
                  <c:v>0.67870370369928423</c:v>
                </c:pt>
                <c:pt idx="58641">
                  <c:v>0.67871527777606389</c:v>
                </c:pt>
                <c:pt idx="58642">
                  <c:v>0.67872685185284354</c:v>
                </c:pt>
                <c:pt idx="58643">
                  <c:v>0.67873842592234723</c:v>
                </c:pt>
                <c:pt idx="58644">
                  <c:v>0.67874999999912689</c:v>
                </c:pt>
                <c:pt idx="58645">
                  <c:v>0.67876157406863058</c:v>
                </c:pt>
                <c:pt idx="58646">
                  <c:v>0.67877314814541023</c:v>
                </c:pt>
                <c:pt idx="58647">
                  <c:v>0.67878472222218988</c:v>
                </c:pt>
                <c:pt idx="58648">
                  <c:v>0.67879629629169358</c:v>
                </c:pt>
                <c:pt idx="58649">
                  <c:v>0.67880787036847323</c:v>
                </c:pt>
                <c:pt idx="58650">
                  <c:v>0.67881944444525288</c:v>
                </c:pt>
                <c:pt idx="58651">
                  <c:v>0.67883101851475658</c:v>
                </c:pt>
                <c:pt idx="58652">
                  <c:v>0.67884259259153623</c:v>
                </c:pt>
                <c:pt idx="58653">
                  <c:v>0.67885416666103993</c:v>
                </c:pt>
                <c:pt idx="58654">
                  <c:v>0.67886574073781958</c:v>
                </c:pt>
                <c:pt idx="58655">
                  <c:v>0.67887731481459923</c:v>
                </c:pt>
                <c:pt idx="58656">
                  <c:v>0.67888888888410293</c:v>
                </c:pt>
                <c:pt idx="58657">
                  <c:v>0.67890046296088258</c:v>
                </c:pt>
                <c:pt idx="58658">
                  <c:v>0.67891203703766223</c:v>
                </c:pt>
                <c:pt idx="58659">
                  <c:v>0.67892361110716593</c:v>
                </c:pt>
                <c:pt idx="58660">
                  <c:v>0.67893518518394558</c:v>
                </c:pt>
                <c:pt idx="58661">
                  <c:v>0.67894675925344927</c:v>
                </c:pt>
                <c:pt idx="58662">
                  <c:v>0.67895833333022892</c:v>
                </c:pt>
                <c:pt idx="58663">
                  <c:v>0.67896990740700858</c:v>
                </c:pt>
                <c:pt idx="58664">
                  <c:v>0.67898148147651227</c:v>
                </c:pt>
                <c:pt idx="58665">
                  <c:v>0.67899305555329192</c:v>
                </c:pt>
                <c:pt idx="58666">
                  <c:v>0.67900462963007158</c:v>
                </c:pt>
                <c:pt idx="58667">
                  <c:v>0.67901620369957527</c:v>
                </c:pt>
                <c:pt idx="58668">
                  <c:v>0.67902777777635492</c:v>
                </c:pt>
                <c:pt idx="58669">
                  <c:v>0.67903935185313458</c:v>
                </c:pt>
                <c:pt idx="58670">
                  <c:v>0.67905092592263827</c:v>
                </c:pt>
                <c:pt idx="58671">
                  <c:v>0.67906249999941792</c:v>
                </c:pt>
                <c:pt idx="58672">
                  <c:v>0.67907407406892162</c:v>
                </c:pt>
                <c:pt idx="58673">
                  <c:v>0.67908564814570127</c:v>
                </c:pt>
                <c:pt idx="58674">
                  <c:v>0.67909722222248092</c:v>
                </c:pt>
                <c:pt idx="58675">
                  <c:v>0.67910879629198462</c:v>
                </c:pt>
                <c:pt idx="58676">
                  <c:v>0.67912037036876427</c:v>
                </c:pt>
                <c:pt idx="58677">
                  <c:v>0.67913194444554392</c:v>
                </c:pt>
                <c:pt idx="58678">
                  <c:v>0.67914351851504762</c:v>
                </c:pt>
                <c:pt idx="58679">
                  <c:v>0.67915509259182727</c:v>
                </c:pt>
                <c:pt idx="58680">
                  <c:v>0.67916666666133096</c:v>
                </c:pt>
                <c:pt idx="58681">
                  <c:v>0.67917824073811062</c:v>
                </c:pt>
                <c:pt idx="58682">
                  <c:v>0.67918981481489027</c:v>
                </c:pt>
                <c:pt idx="58683">
                  <c:v>0.67920138888439396</c:v>
                </c:pt>
                <c:pt idx="58684">
                  <c:v>0.67921296296117362</c:v>
                </c:pt>
                <c:pt idx="58685">
                  <c:v>0.67922453703795327</c:v>
                </c:pt>
                <c:pt idx="58686">
                  <c:v>0.67923611110745696</c:v>
                </c:pt>
                <c:pt idx="58687">
                  <c:v>0.67924768518423662</c:v>
                </c:pt>
                <c:pt idx="58688">
                  <c:v>0.67925925925374031</c:v>
                </c:pt>
                <c:pt idx="58689">
                  <c:v>0.67927083333051996</c:v>
                </c:pt>
                <c:pt idx="58690">
                  <c:v>0.67928240740729962</c:v>
                </c:pt>
                <c:pt idx="58691">
                  <c:v>0.67929398147680331</c:v>
                </c:pt>
                <c:pt idx="58692">
                  <c:v>0.67930555555358296</c:v>
                </c:pt>
                <c:pt idx="58693">
                  <c:v>0.67931712963036261</c:v>
                </c:pt>
                <c:pt idx="58694">
                  <c:v>0.67932870369986631</c:v>
                </c:pt>
                <c:pt idx="58695">
                  <c:v>0.67934027777664596</c:v>
                </c:pt>
                <c:pt idx="58696">
                  <c:v>0.67935185184614966</c:v>
                </c:pt>
                <c:pt idx="58697">
                  <c:v>0.67936342592292931</c:v>
                </c:pt>
                <c:pt idx="58698">
                  <c:v>0.67937499999970896</c:v>
                </c:pt>
                <c:pt idx="58699">
                  <c:v>0.67938657406921266</c:v>
                </c:pt>
                <c:pt idx="58700">
                  <c:v>0.67939814814599231</c:v>
                </c:pt>
                <c:pt idx="58701">
                  <c:v>0.67940972222277196</c:v>
                </c:pt>
                <c:pt idx="58702">
                  <c:v>0.67942129629227566</c:v>
                </c:pt>
                <c:pt idx="58703">
                  <c:v>0.67943287036905531</c:v>
                </c:pt>
                <c:pt idx="58704">
                  <c:v>0.679444444438559</c:v>
                </c:pt>
                <c:pt idx="58705">
                  <c:v>0.67945601851533866</c:v>
                </c:pt>
                <c:pt idx="58706">
                  <c:v>0.67946759259211831</c:v>
                </c:pt>
                <c:pt idx="58707">
                  <c:v>0.679479166661622</c:v>
                </c:pt>
                <c:pt idx="58708">
                  <c:v>0.67949074073840166</c:v>
                </c:pt>
                <c:pt idx="58709">
                  <c:v>0.67950231481518131</c:v>
                </c:pt>
                <c:pt idx="58710">
                  <c:v>0.679513888884685</c:v>
                </c:pt>
                <c:pt idx="58711">
                  <c:v>0.67952546296146465</c:v>
                </c:pt>
                <c:pt idx="58712">
                  <c:v>0.67953703703824431</c:v>
                </c:pt>
                <c:pt idx="58713">
                  <c:v>0.679548611107748</c:v>
                </c:pt>
                <c:pt idx="58714">
                  <c:v>0.67956018518452765</c:v>
                </c:pt>
                <c:pt idx="58715">
                  <c:v>0.67957175925403135</c:v>
                </c:pt>
                <c:pt idx="58716">
                  <c:v>0.679583333330811</c:v>
                </c:pt>
                <c:pt idx="58717">
                  <c:v>0.67959490740759065</c:v>
                </c:pt>
                <c:pt idx="58718">
                  <c:v>0.67960648147709435</c:v>
                </c:pt>
                <c:pt idx="58719">
                  <c:v>0.679618055553874</c:v>
                </c:pt>
                <c:pt idx="58720">
                  <c:v>0.67962962963065365</c:v>
                </c:pt>
                <c:pt idx="58721">
                  <c:v>0.67964120370015735</c:v>
                </c:pt>
                <c:pt idx="58722">
                  <c:v>0.679652777776937</c:v>
                </c:pt>
                <c:pt idx="58723">
                  <c:v>0.6796643518464407</c:v>
                </c:pt>
                <c:pt idx="58724">
                  <c:v>0.67967592592322035</c:v>
                </c:pt>
                <c:pt idx="58725">
                  <c:v>0.6796875</c:v>
                </c:pt>
                <c:pt idx="58726">
                  <c:v>0.67969907406950369</c:v>
                </c:pt>
                <c:pt idx="58727">
                  <c:v>0.67971064814628335</c:v>
                </c:pt>
                <c:pt idx="58728">
                  <c:v>0.679722222223063</c:v>
                </c:pt>
                <c:pt idx="58729">
                  <c:v>0.67973379629256669</c:v>
                </c:pt>
                <c:pt idx="58730">
                  <c:v>0.67974537036934635</c:v>
                </c:pt>
                <c:pt idx="58731">
                  <c:v>0.67975694443885004</c:v>
                </c:pt>
                <c:pt idx="58732">
                  <c:v>0.67976851851562969</c:v>
                </c:pt>
                <c:pt idx="58733">
                  <c:v>0.67978009259240935</c:v>
                </c:pt>
                <c:pt idx="58734">
                  <c:v>0.67979166666191304</c:v>
                </c:pt>
                <c:pt idx="58735">
                  <c:v>0.67980324073869269</c:v>
                </c:pt>
                <c:pt idx="58736">
                  <c:v>0.67981481481547235</c:v>
                </c:pt>
                <c:pt idx="58737">
                  <c:v>0.67982638888497604</c:v>
                </c:pt>
                <c:pt idx="58738">
                  <c:v>0.67983796296175569</c:v>
                </c:pt>
                <c:pt idx="58739">
                  <c:v>0.67984953703125939</c:v>
                </c:pt>
                <c:pt idx="58740">
                  <c:v>0.67986111110803904</c:v>
                </c:pt>
                <c:pt idx="58741">
                  <c:v>0.67987268518481869</c:v>
                </c:pt>
                <c:pt idx="58742">
                  <c:v>0.67988425925432239</c:v>
                </c:pt>
                <c:pt idx="58743">
                  <c:v>0.67989583333110204</c:v>
                </c:pt>
                <c:pt idx="58744">
                  <c:v>0.67990740740788169</c:v>
                </c:pt>
                <c:pt idx="58745">
                  <c:v>0.67991898147738539</c:v>
                </c:pt>
                <c:pt idx="58746">
                  <c:v>0.67993055555416504</c:v>
                </c:pt>
                <c:pt idx="58747">
                  <c:v>0.67994212963094469</c:v>
                </c:pt>
                <c:pt idx="58748">
                  <c:v>0.67995370370044839</c:v>
                </c:pt>
                <c:pt idx="58749">
                  <c:v>0.67996527777722804</c:v>
                </c:pt>
                <c:pt idx="58750">
                  <c:v>0.67997685184673173</c:v>
                </c:pt>
                <c:pt idx="58751">
                  <c:v>0.67998842592351139</c:v>
                </c:pt>
                <c:pt idx="58752">
                  <c:v>0.68000000000029104</c:v>
                </c:pt>
                <c:pt idx="58753">
                  <c:v>0.68001157406979473</c:v>
                </c:pt>
                <c:pt idx="58754">
                  <c:v>0.68002314814657439</c:v>
                </c:pt>
                <c:pt idx="58755">
                  <c:v>0.68003472222335404</c:v>
                </c:pt>
                <c:pt idx="58756">
                  <c:v>0.68004629629285773</c:v>
                </c:pt>
                <c:pt idx="58757">
                  <c:v>0.68005787036963739</c:v>
                </c:pt>
                <c:pt idx="58758">
                  <c:v>0.68006944443914108</c:v>
                </c:pt>
                <c:pt idx="58759">
                  <c:v>0.68008101851592073</c:v>
                </c:pt>
                <c:pt idx="58760">
                  <c:v>0.68009259259270038</c:v>
                </c:pt>
                <c:pt idx="58761">
                  <c:v>0.68010416666220408</c:v>
                </c:pt>
                <c:pt idx="58762">
                  <c:v>0.68011574073898373</c:v>
                </c:pt>
                <c:pt idx="58763">
                  <c:v>0.68012731481576338</c:v>
                </c:pt>
                <c:pt idx="58764">
                  <c:v>0.68013888888526708</c:v>
                </c:pt>
                <c:pt idx="58765">
                  <c:v>0.68015046296204673</c:v>
                </c:pt>
                <c:pt idx="58766">
                  <c:v>0.68016203703155043</c:v>
                </c:pt>
                <c:pt idx="58767">
                  <c:v>0.68017361110833008</c:v>
                </c:pt>
                <c:pt idx="58768">
                  <c:v>0.68018518518510973</c:v>
                </c:pt>
                <c:pt idx="58769">
                  <c:v>0.68019675925461343</c:v>
                </c:pt>
                <c:pt idx="58770">
                  <c:v>0.68020833333139308</c:v>
                </c:pt>
                <c:pt idx="58771">
                  <c:v>0.68021990740817273</c:v>
                </c:pt>
                <c:pt idx="58772">
                  <c:v>0.68023148147767643</c:v>
                </c:pt>
                <c:pt idx="58773">
                  <c:v>0.68024305555445608</c:v>
                </c:pt>
                <c:pt idx="58774">
                  <c:v>0.68025462962395977</c:v>
                </c:pt>
                <c:pt idx="58775">
                  <c:v>0.68026620370073942</c:v>
                </c:pt>
                <c:pt idx="58776">
                  <c:v>0.68027777777751908</c:v>
                </c:pt>
                <c:pt idx="58777">
                  <c:v>0.68028935184702277</c:v>
                </c:pt>
                <c:pt idx="58778">
                  <c:v>0.68030092592380242</c:v>
                </c:pt>
                <c:pt idx="58779">
                  <c:v>0.68031250000058208</c:v>
                </c:pt>
                <c:pt idx="58780">
                  <c:v>0.68032407407008577</c:v>
                </c:pt>
                <c:pt idx="58781">
                  <c:v>0.68033564814686542</c:v>
                </c:pt>
                <c:pt idx="58782">
                  <c:v>0.68034722221636912</c:v>
                </c:pt>
                <c:pt idx="58783">
                  <c:v>0.68035879629314877</c:v>
                </c:pt>
                <c:pt idx="58784">
                  <c:v>0.68037037036992842</c:v>
                </c:pt>
                <c:pt idx="58785">
                  <c:v>0.68038194443943212</c:v>
                </c:pt>
                <c:pt idx="58786">
                  <c:v>0.68039351851621177</c:v>
                </c:pt>
                <c:pt idx="58787">
                  <c:v>0.68040509259299142</c:v>
                </c:pt>
                <c:pt idx="58788">
                  <c:v>0.68041666666249512</c:v>
                </c:pt>
                <c:pt idx="58789">
                  <c:v>0.68042824073927477</c:v>
                </c:pt>
                <c:pt idx="58790">
                  <c:v>0.68043981481605442</c:v>
                </c:pt>
                <c:pt idx="58791">
                  <c:v>0.68045138888555812</c:v>
                </c:pt>
                <c:pt idx="58792">
                  <c:v>0.68046296296233777</c:v>
                </c:pt>
                <c:pt idx="58793">
                  <c:v>0.68047453703184146</c:v>
                </c:pt>
                <c:pt idx="58794">
                  <c:v>0.68048611110862112</c:v>
                </c:pt>
                <c:pt idx="58795">
                  <c:v>0.68049768518540077</c:v>
                </c:pt>
                <c:pt idx="58796">
                  <c:v>0.68050925925490446</c:v>
                </c:pt>
                <c:pt idx="58797">
                  <c:v>0.68052083333168412</c:v>
                </c:pt>
                <c:pt idx="58798">
                  <c:v>0.68053240740846377</c:v>
                </c:pt>
                <c:pt idx="58799">
                  <c:v>0.68054398147796746</c:v>
                </c:pt>
                <c:pt idx="58800">
                  <c:v>0.68055555555474712</c:v>
                </c:pt>
                <c:pt idx="58801">
                  <c:v>0.68056712962425081</c:v>
                </c:pt>
                <c:pt idx="58802">
                  <c:v>0.68057870370103046</c:v>
                </c:pt>
                <c:pt idx="58803">
                  <c:v>0.68059027777781012</c:v>
                </c:pt>
                <c:pt idx="58804">
                  <c:v>0.68060185184731381</c:v>
                </c:pt>
                <c:pt idx="58805">
                  <c:v>0.68061342592409346</c:v>
                </c:pt>
                <c:pt idx="58806">
                  <c:v>0.68062500000087311</c:v>
                </c:pt>
                <c:pt idx="58807">
                  <c:v>0.68063657407037681</c:v>
                </c:pt>
                <c:pt idx="58808">
                  <c:v>0.68064814814715646</c:v>
                </c:pt>
                <c:pt idx="58809">
                  <c:v>0.68065972221666016</c:v>
                </c:pt>
                <c:pt idx="58810">
                  <c:v>0.68067129629343981</c:v>
                </c:pt>
                <c:pt idx="58811">
                  <c:v>0.68068287037021946</c:v>
                </c:pt>
                <c:pt idx="58812">
                  <c:v>0.68069444443972316</c:v>
                </c:pt>
                <c:pt idx="58813">
                  <c:v>0.68070601851650281</c:v>
                </c:pt>
                <c:pt idx="58814">
                  <c:v>0.68071759259328246</c:v>
                </c:pt>
                <c:pt idx="58815">
                  <c:v>0.68072916666278616</c:v>
                </c:pt>
                <c:pt idx="58816">
                  <c:v>0.68074074073956581</c:v>
                </c:pt>
                <c:pt idx="58817">
                  <c:v>0.6807523148090695</c:v>
                </c:pt>
                <c:pt idx="58818">
                  <c:v>0.68076388888584916</c:v>
                </c:pt>
                <c:pt idx="58819">
                  <c:v>0.68077546296262881</c:v>
                </c:pt>
                <c:pt idx="58820">
                  <c:v>0.6807870370321325</c:v>
                </c:pt>
                <c:pt idx="58821">
                  <c:v>0.68079861110891216</c:v>
                </c:pt>
                <c:pt idx="58822">
                  <c:v>0.68081018518569181</c:v>
                </c:pt>
                <c:pt idx="58823">
                  <c:v>0.6808217592551955</c:v>
                </c:pt>
                <c:pt idx="58824">
                  <c:v>0.68083333333197515</c:v>
                </c:pt>
                <c:pt idx="58825">
                  <c:v>0.68084490740147885</c:v>
                </c:pt>
                <c:pt idx="58826">
                  <c:v>0.6808564814782585</c:v>
                </c:pt>
                <c:pt idx="58827">
                  <c:v>0.68086805555503815</c:v>
                </c:pt>
                <c:pt idx="58828">
                  <c:v>0.68087962962454185</c:v>
                </c:pt>
                <c:pt idx="58829">
                  <c:v>0.6808912037013215</c:v>
                </c:pt>
                <c:pt idx="58830">
                  <c:v>0.68090277777810115</c:v>
                </c:pt>
                <c:pt idx="58831">
                  <c:v>0.68091435184760485</c:v>
                </c:pt>
                <c:pt idx="58832">
                  <c:v>0.6809259259243845</c:v>
                </c:pt>
                <c:pt idx="58833">
                  <c:v>0.68093750000116415</c:v>
                </c:pt>
                <c:pt idx="58834">
                  <c:v>0.68094907407066785</c:v>
                </c:pt>
                <c:pt idx="58835">
                  <c:v>0.6809606481474475</c:v>
                </c:pt>
                <c:pt idx="58836">
                  <c:v>0.6809722222169512</c:v>
                </c:pt>
                <c:pt idx="58837">
                  <c:v>0.68098379629373085</c:v>
                </c:pt>
                <c:pt idx="58838">
                  <c:v>0.6809953703705105</c:v>
                </c:pt>
                <c:pt idx="58839">
                  <c:v>0.68100694444001419</c:v>
                </c:pt>
                <c:pt idx="58840">
                  <c:v>0.68101851851679385</c:v>
                </c:pt>
                <c:pt idx="58841">
                  <c:v>0.6810300925935735</c:v>
                </c:pt>
                <c:pt idx="58842">
                  <c:v>0.68104166666307719</c:v>
                </c:pt>
                <c:pt idx="58843">
                  <c:v>0.68105324073985685</c:v>
                </c:pt>
                <c:pt idx="58844">
                  <c:v>0.68106481480936054</c:v>
                </c:pt>
                <c:pt idx="58845">
                  <c:v>0.68107638888614019</c:v>
                </c:pt>
                <c:pt idx="58846">
                  <c:v>0.68108796296291985</c:v>
                </c:pt>
                <c:pt idx="58847">
                  <c:v>0.68109953703242354</c:v>
                </c:pt>
                <c:pt idx="58848">
                  <c:v>0.68111111110920319</c:v>
                </c:pt>
                <c:pt idx="58849">
                  <c:v>0.68112268518598285</c:v>
                </c:pt>
                <c:pt idx="58850">
                  <c:v>0.68113425925548654</c:v>
                </c:pt>
                <c:pt idx="58851">
                  <c:v>0.68114583333226619</c:v>
                </c:pt>
                <c:pt idx="58852">
                  <c:v>0.68115740740176989</c:v>
                </c:pt>
                <c:pt idx="58853">
                  <c:v>0.68116898147854954</c:v>
                </c:pt>
                <c:pt idx="58854">
                  <c:v>0.68118055555532919</c:v>
                </c:pt>
                <c:pt idx="58855">
                  <c:v>0.68119212962483289</c:v>
                </c:pt>
                <c:pt idx="58856">
                  <c:v>0.68120370370161254</c:v>
                </c:pt>
                <c:pt idx="58857">
                  <c:v>0.68121527777839219</c:v>
                </c:pt>
                <c:pt idx="58858">
                  <c:v>0.68122685184789589</c:v>
                </c:pt>
                <c:pt idx="58859">
                  <c:v>0.68123842592467554</c:v>
                </c:pt>
                <c:pt idx="58860">
                  <c:v>0.68124999999417923</c:v>
                </c:pt>
                <c:pt idx="58861">
                  <c:v>0.68126157407095889</c:v>
                </c:pt>
                <c:pt idx="58862">
                  <c:v>0.68127314814773854</c:v>
                </c:pt>
                <c:pt idx="58863">
                  <c:v>0.68128472221724223</c:v>
                </c:pt>
                <c:pt idx="58864">
                  <c:v>0.68129629629402189</c:v>
                </c:pt>
                <c:pt idx="58865">
                  <c:v>0.68130787037080154</c:v>
                </c:pt>
                <c:pt idx="58866">
                  <c:v>0.68131944444030523</c:v>
                </c:pt>
                <c:pt idx="58867">
                  <c:v>0.68133101851708489</c:v>
                </c:pt>
                <c:pt idx="58868">
                  <c:v>0.68134259259386454</c:v>
                </c:pt>
                <c:pt idx="58869">
                  <c:v>0.68135416666336823</c:v>
                </c:pt>
                <c:pt idx="58870">
                  <c:v>0.68136574074014788</c:v>
                </c:pt>
                <c:pt idx="58871">
                  <c:v>0.68137731480965158</c:v>
                </c:pt>
                <c:pt idx="58872">
                  <c:v>0.68138888888643123</c:v>
                </c:pt>
                <c:pt idx="58873">
                  <c:v>0.68140046296321088</c:v>
                </c:pt>
                <c:pt idx="58874">
                  <c:v>0.68141203703271458</c:v>
                </c:pt>
                <c:pt idx="58875">
                  <c:v>0.68142361110949423</c:v>
                </c:pt>
                <c:pt idx="58876">
                  <c:v>0.68143518518627388</c:v>
                </c:pt>
                <c:pt idx="58877">
                  <c:v>0.68144675925577758</c:v>
                </c:pt>
                <c:pt idx="58878">
                  <c:v>0.68145833333255723</c:v>
                </c:pt>
                <c:pt idx="58879">
                  <c:v>0.68146990740206093</c:v>
                </c:pt>
                <c:pt idx="58880">
                  <c:v>0.68148148147884058</c:v>
                </c:pt>
                <c:pt idx="58881">
                  <c:v>0.68149305555562023</c:v>
                </c:pt>
                <c:pt idx="58882">
                  <c:v>0.68150462962512393</c:v>
                </c:pt>
                <c:pt idx="58883">
                  <c:v>0.68151620370190358</c:v>
                </c:pt>
                <c:pt idx="58884">
                  <c:v>0.68152777777868323</c:v>
                </c:pt>
                <c:pt idx="58885">
                  <c:v>0.68153935184818693</c:v>
                </c:pt>
                <c:pt idx="58886">
                  <c:v>0.68155092592496658</c:v>
                </c:pt>
                <c:pt idx="58887">
                  <c:v>0.68156249999447027</c:v>
                </c:pt>
                <c:pt idx="58888">
                  <c:v>0.68157407407124992</c:v>
                </c:pt>
                <c:pt idx="58889">
                  <c:v>0.68158564814802958</c:v>
                </c:pt>
                <c:pt idx="58890">
                  <c:v>0.68159722221753327</c:v>
                </c:pt>
                <c:pt idx="58891">
                  <c:v>0.68160879629431292</c:v>
                </c:pt>
                <c:pt idx="58892">
                  <c:v>0.68162037037109258</c:v>
                </c:pt>
                <c:pt idx="58893">
                  <c:v>0.68163194444059627</c:v>
                </c:pt>
                <c:pt idx="58894">
                  <c:v>0.68164351851737592</c:v>
                </c:pt>
                <c:pt idx="58895">
                  <c:v>0.68165509258687962</c:v>
                </c:pt>
                <c:pt idx="58896">
                  <c:v>0.68166666666365927</c:v>
                </c:pt>
                <c:pt idx="58897">
                  <c:v>0.68167824074043892</c:v>
                </c:pt>
                <c:pt idx="58898">
                  <c:v>0.68168981480994262</c:v>
                </c:pt>
                <c:pt idx="58899">
                  <c:v>0.68170138888672227</c:v>
                </c:pt>
                <c:pt idx="58900">
                  <c:v>0.68171296296350192</c:v>
                </c:pt>
                <c:pt idx="58901">
                  <c:v>0.68172453703300562</c:v>
                </c:pt>
                <c:pt idx="58902">
                  <c:v>0.68173611110978527</c:v>
                </c:pt>
                <c:pt idx="58903">
                  <c:v>0.68174768517928896</c:v>
                </c:pt>
                <c:pt idx="58904">
                  <c:v>0.68175925925606862</c:v>
                </c:pt>
                <c:pt idx="58905">
                  <c:v>0.68177083333284827</c:v>
                </c:pt>
                <c:pt idx="58906">
                  <c:v>0.68178240740235196</c:v>
                </c:pt>
                <c:pt idx="58907">
                  <c:v>0.68179398147913162</c:v>
                </c:pt>
                <c:pt idx="58908">
                  <c:v>0.68180555555591127</c:v>
                </c:pt>
                <c:pt idx="58909">
                  <c:v>0.68181712962541496</c:v>
                </c:pt>
                <c:pt idx="58910">
                  <c:v>0.68182870370219462</c:v>
                </c:pt>
                <c:pt idx="58911">
                  <c:v>0.68184027777897427</c:v>
                </c:pt>
                <c:pt idx="58912">
                  <c:v>0.68185185184847796</c:v>
                </c:pt>
                <c:pt idx="58913">
                  <c:v>0.68186342592525762</c:v>
                </c:pt>
                <c:pt idx="58914">
                  <c:v>0.68187499999476131</c:v>
                </c:pt>
                <c:pt idx="58915">
                  <c:v>0.68188657407154096</c:v>
                </c:pt>
                <c:pt idx="58916">
                  <c:v>0.68189814814832062</c:v>
                </c:pt>
                <c:pt idx="58917">
                  <c:v>0.68190972221782431</c:v>
                </c:pt>
                <c:pt idx="58918">
                  <c:v>0.68192129629460396</c:v>
                </c:pt>
                <c:pt idx="58919">
                  <c:v>0.68193287037138361</c:v>
                </c:pt>
                <c:pt idx="58920">
                  <c:v>0.68194444444088731</c:v>
                </c:pt>
                <c:pt idx="58921">
                  <c:v>0.68195601851766696</c:v>
                </c:pt>
                <c:pt idx="58922">
                  <c:v>0.68196759258717066</c:v>
                </c:pt>
                <c:pt idx="58923">
                  <c:v>0.68197916666395031</c:v>
                </c:pt>
                <c:pt idx="58924">
                  <c:v>0.68199074074072996</c:v>
                </c:pt>
                <c:pt idx="58925">
                  <c:v>0.68200231481023366</c:v>
                </c:pt>
                <c:pt idx="58926">
                  <c:v>0.68201388888701331</c:v>
                </c:pt>
                <c:pt idx="58927">
                  <c:v>0.68202546296379296</c:v>
                </c:pt>
                <c:pt idx="58928">
                  <c:v>0.68203703703329666</c:v>
                </c:pt>
                <c:pt idx="58929">
                  <c:v>0.68204861111007631</c:v>
                </c:pt>
                <c:pt idx="58930">
                  <c:v>0.68206018517958</c:v>
                </c:pt>
                <c:pt idx="58931">
                  <c:v>0.68207175925635966</c:v>
                </c:pt>
                <c:pt idx="58932">
                  <c:v>0.68208333333313931</c:v>
                </c:pt>
                <c:pt idx="58933">
                  <c:v>0.682094907402643</c:v>
                </c:pt>
                <c:pt idx="58934">
                  <c:v>0.68210648147942265</c:v>
                </c:pt>
                <c:pt idx="58935">
                  <c:v>0.68211805555620231</c:v>
                </c:pt>
                <c:pt idx="58936">
                  <c:v>0.682129629625706</c:v>
                </c:pt>
                <c:pt idx="58937">
                  <c:v>0.68214120370248565</c:v>
                </c:pt>
                <c:pt idx="58938">
                  <c:v>0.68215277777198935</c:v>
                </c:pt>
                <c:pt idx="58939">
                  <c:v>0.682164351848769</c:v>
                </c:pt>
                <c:pt idx="58940">
                  <c:v>0.68217592592554865</c:v>
                </c:pt>
                <c:pt idx="58941">
                  <c:v>0.68218749999505235</c:v>
                </c:pt>
                <c:pt idx="58942">
                  <c:v>0.682199074071832</c:v>
                </c:pt>
                <c:pt idx="58943">
                  <c:v>0.68221064814861165</c:v>
                </c:pt>
                <c:pt idx="58944">
                  <c:v>0.68222222221811535</c:v>
                </c:pt>
                <c:pt idx="58945">
                  <c:v>0.682233796294895</c:v>
                </c:pt>
                <c:pt idx="58946">
                  <c:v>0.68224537037167465</c:v>
                </c:pt>
                <c:pt idx="58947">
                  <c:v>0.68225694444117835</c:v>
                </c:pt>
                <c:pt idx="58948">
                  <c:v>0.682268518517958</c:v>
                </c:pt>
                <c:pt idx="58949">
                  <c:v>0.6822800925874617</c:v>
                </c:pt>
                <c:pt idx="58950">
                  <c:v>0.68229166666424135</c:v>
                </c:pt>
                <c:pt idx="58951">
                  <c:v>0.682303240741021</c:v>
                </c:pt>
                <c:pt idx="58952">
                  <c:v>0.68231481481052469</c:v>
                </c:pt>
                <c:pt idx="58953">
                  <c:v>0.68232638888730435</c:v>
                </c:pt>
                <c:pt idx="58954">
                  <c:v>0.682337962964084</c:v>
                </c:pt>
                <c:pt idx="58955">
                  <c:v>0.68234953703358769</c:v>
                </c:pt>
                <c:pt idx="58956">
                  <c:v>0.68236111111036735</c:v>
                </c:pt>
                <c:pt idx="58957">
                  <c:v>0.68237268517987104</c:v>
                </c:pt>
                <c:pt idx="58958">
                  <c:v>0.68238425925665069</c:v>
                </c:pt>
                <c:pt idx="58959">
                  <c:v>0.68239583333343035</c:v>
                </c:pt>
                <c:pt idx="58960">
                  <c:v>0.68240740740293404</c:v>
                </c:pt>
                <c:pt idx="58961">
                  <c:v>0.68241898147971369</c:v>
                </c:pt>
                <c:pt idx="58962">
                  <c:v>0.68243055555649335</c:v>
                </c:pt>
                <c:pt idx="58963">
                  <c:v>0.68244212962599704</c:v>
                </c:pt>
                <c:pt idx="58964">
                  <c:v>0.68245370370277669</c:v>
                </c:pt>
                <c:pt idx="58965">
                  <c:v>0.68246527777228039</c:v>
                </c:pt>
                <c:pt idx="58966">
                  <c:v>0.68247685184906004</c:v>
                </c:pt>
                <c:pt idx="58967">
                  <c:v>0.68248842592583969</c:v>
                </c:pt>
                <c:pt idx="58968">
                  <c:v>0.68249999999534339</c:v>
                </c:pt>
                <c:pt idx="58969">
                  <c:v>0.68251157407212304</c:v>
                </c:pt>
                <c:pt idx="58970">
                  <c:v>0.68252314814890269</c:v>
                </c:pt>
                <c:pt idx="58971">
                  <c:v>0.68253472221840639</c:v>
                </c:pt>
                <c:pt idx="58972">
                  <c:v>0.68254629629518604</c:v>
                </c:pt>
                <c:pt idx="58973">
                  <c:v>0.68255787036468973</c:v>
                </c:pt>
                <c:pt idx="58974">
                  <c:v>0.68256944444146939</c:v>
                </c:pt>
                <c:pt idx="58975">
                  <c:v>0.68258101851824904</c:v>
                </c:pt>
                <c:pt idx="58976">
                  <c:v>0.68259259258775273</c:v>
                </c:pt>
                <c:pt idx="58977">
                  <c:v>0.68260416666453239</c:v>
                </c:pt>
                <c:pt idx="58978">
                  <c:v>0.68261574074131204</c:v>
                </c:pt>
                <c:pt idx="58979">
                  <c:v>0.68262731481081573</c:v>
                </c:pt>
                <c:pt idx="58980">
                  <c:v>0.68263888888759539</c:v>
                </c:pt>
                <c:pt idx="58981">
                  <c:v>0.68265046295709908</c:v>
                </c:pt>
                <c:pt idx="58982">
                  <c:v>0.68266203703387873</c:v>
                </c:pt>
                <c:pt idx="58983">
                  <c:v>0.68267361111065838</c:v>
                </c:pt>
                <c:pt idx="58984">
                  <c:v>0.68268518518016208</c:v>
                </c:pt>
                <c:pt idx="58985">
                  <c:v>0.68269675925694173</c:v>
                </c:pt>
                <c:pt idx="58986">
                  <c:v>0.68270833333372138</c:v>
                </c:pt>
                <c:pt idx="58987">
                  <c:v>0.68271990740322508</c:v>
                </c:pt>
                <c:pt idx="58988">
                  <c:v>0.68273148148000473</c:v>
                </c:pt>
                <c:pt idx="58989">
                  <c:v>0.68274305555678438</c:v>
                </c:pt>
                <c:pt idx="58990">
                  <c:v>0.68275462962628808</c:v>
                </c:pt>
                <c:pt idx="58991">
                  <c:v>0.68276620370306773</c:v>
                </c:pt>
                <c:pt idx="58992">
                  <c:v>0.68277777777257143</c:v>
                </c:pt>
                <c:pt idx="58993">
                  <c:v>0.68278935184935108</c:v>
                </c:pt>
                <c:pt idx="58994">
                  <c:v>0.68280092592613073</c:v>
                </c:pt>
                <c:pt idx="58995">
                  <c:v>0.68281249999563443</c:v>
                </c:pt>
                <c:pt idx="58996">
                  <c:v>0.68282407407241408</c:v>
                </c:pt>
                <c:pt idx="58997">
                  <c:v>0.68283564814919373</c:v>
                </c:pt>
                <c:pt idx="58998">
                  <c:v>0.68284722221869742</c:v>
                </c:pt>
                <c:pt idx="58999">
                  <c:v>0.68285879629547708</c:v>
                </c:pt>
                <c:pt idx="59000">
                  <c:v>0.68287037036498077</c:v>
                </c:pt>
                <c:pt idx="59001">
                  <c:v>0.68288194444176042</c:v>
                </c:pt>
                <c:pt idx="59002">
                  <c:v>0.68289351851854008</c:v>
                </c:pt>
                <c:pt idx="59003">
                  <c:v>0.68290509258804377</c:v>
                </c:pt>
                <c:pt idx="59004">
                  <c:v>0.68291666666482342</c:v>
                </c:pt>
                <c:pt idx="59005">
                  <c:v>0.68292824074160308</c:v>
                </c:pt>
                <c:pt idx="59006">
                  <c:v>0.68293981481110677</c:v>
                </c:pt>
                <c:pt idx="59007">
                  <c:v>0.68295138888788642</c:v>
                </c:pt>
                <c:pt idx="59008">
                  <c:v>0.68296296295739012</c:v>
                </c:pt>
                <c:pt idx="59009">
                  <c:v>0.68297453703416977</c:v>
                </c:pt>
                <c:pt idx="59010">
                  <c:v>0.68298611111094942</c:v>
                </c:pt>
                <c:pt idx="59011">
                  <c:v>0.68299768518045312</c:v>
                </c:pt>
                <c:pt idx="59012">
                  <c:v>0.68300925925723277</c:v>
                </c:pt>
                <c:pt idx="59013">
                  <c:v>0.68302083333401242</c:v>
                </c:pt>
                <c:pt idx="59014">
                  <c:v>0.68303240740351612</c:v>
                </c:pt>
                <c:pt idx="59015">
                  <c:v>0.68304398148029577</c:v>
                </c:pt>
                <c:pt idx="59016">
                  <c:v>0.68305555554979946</c:v>
                </c:pt>
                <c:pt idx="59017">
                  <c:v>0.68306712962657912</c:v>
                </c:pt>
                <c:pt idx="59018">
                  <c:v>0.68307870370335877</c:v>
                </c:pt>
                <c:pt idx="59019">
                  <c:v>0.68309027777286246</c:v>
                </c:pt>
                <c:pt idx="59020">
                  <c:v>0.68310185184964212</c:v>
                </c:pt>
                <c:pt idx="59021">
                  <c:v>0.68311342592642177</c:v>
                </c:pt>
                <c:pt idx="59022">
                  <c:v>0.68312499999592546</c:v>
                </c:pt>
                <c:pt idx="59023">
                  <c:v>0.68313657407270512</c:v>
                </c:pt>
                <c:pt idx="59024">
                  <c:v>0.68314814814948477</c:v>
                </c:pt>
                <c:pt idx="59025">
                  <c:v>0.68315972221898846</c:v>
                </c:pt>
                <c:pt idx="59026">
                  <c:v>0.68317129629576812</c:v>
                </c:pt>
                <c:pt idx="59027">
                  <c:v>0.68318287036527181</c:v>
                </c:pt>
                <c:pt idx="59028">
                  <c:v>0.68319444444205146</c:v>
                </c:pt>
                <c:pt idx="59029">
                  <c:v>0.68320601851883112</c:v>
                </c:pt>
                <c:pt idx="59030">
                  <c:v>0.68321759258833481</c:v>
                </c:pt>
                <c:pt idx="59031">
                  <c:v>0.68322916666511446</c:v>
                </c:pt>
                <c:pt idx="59032">
                  <c:v>0.68324074074189411</c:v>
                </c:pt>
                <c:pt idx="59033">
                  <c:v>0.68325231481139781</c:v>
                </c:pt>
                <c:pt idx="59034">
                  <c:v>0.68326388888817746</c:v>
                </c:pt>
                <c:pt idx="59035">
                  <c:v>0.68327546295768116</c:v>
                </c:pt>
                <c:pt idx="59036">
                  <c:v>0.68328703703446081</c:v>
                </c:pt>
                <c:pt idx="59037">
                  <c:v>0.68329861111124046</c:v>
                </c:pt>
                <c:pt idx="59038">
                  <c:v>0.68331018518074416</c:v>
                </c:pt>
                <c:pt idx="59039">
                  <c:v>0.68332175925752381</c:v>
                </c:pt>
                <c:pt idx="59040">
                  <c:v>0.68333333333430346</c:v>
                </c:pt>
                <c:pt idx="59041">
                  <c:v>0.68334490740380716</c:v>
                </c:pt>
                <c:pt idx="59042">
                  <c:v>0.68335648148058681</c:v>
                </c:pt>
                <c:pt idx="59043">
                  <c:v>0.6833680555500905</c:v>
                </c:pt>
                <c:pt idx="59044">
                  <c:v>0.68337962962687016</c:v>
                </c:pt>
                <c:pt idx="59045">
                  <c:v>0.68339120370364981</c:v>
                </c:pt>
                <c:pt idx="59046">
                  <c:v>0.6834027777731535</c:v>
                </c:pt>
                <c:pt idx="59047">
                  <c:v>0.68341435184993315</c:v>
                </c:pt>
                <c:pt idx="59048">
                  <c:v>0.68342592592671281</c:v>
                </c:pt>
                <c:pt idx="59049">
                  <c:v>0.6834374999962165</c:v>
                </c:pt>
                <c:pt idx="59050">
                  <c:v>0.68344907407299615</c:v>
                </c:pt>
                <c:pt idx="59051">
                  <c:v>0.68346064814249985</c:v>
                </c:pt>
                <c:pt idx="59052">
                  <c:v>0.6834722222192795</c:v>
                </c:pt>
                <c:pt idx="59053">
                  <c:v>0.68348379629605915</c:v>
                </c:pt>
                <c:pt idx="59054">
                  <c:v>0.68349537036556285</c:v>
                </c:pt>
                <c:pt idx="59055">
                  <c:v>0.6835069444423425</c:v>
                </c:pt>
                <c:pt idx="59056">
                  <c:v>0.68351851851912215</c:v>
                </c:pt>
                <c:pt idx="59057">
                  <c:v>0.68353009258862585</c:v>
                </c:pt>
                <c:pt idx="59058">
                  <c:v>0.6835416666654055</c:v>
                </c:pt>
                <c:pt idx="59059">
                  <c:v>0.6835532407349092</c:v>
                </c:pt>
                <c:pt idx="59060">
                  <c:v>0.68356481481168885</c:v>
                </c:pt>
                <c:pt idx="59061">
                  <c:v>0.6835763888884685</c:v>
                </c:pt>
                <c:pt idx="59062">
                  <c:v>0.68358796295797219</c:v>
                </c:pt>
                <c:pt idx="59063">
                  <c:v>0.68359953703475185</c:v>
                </c:pt>
                <c:pt idx="59064">
                  <c:v>0.6836111111115315</c:v>
                </c:pt>
                <c:pt idx="59065">
                  <c:v>0.68362268518103519</c:v>
                </c:pt>
                <c:pt idx="59066">
                  <c:v>0.68363425925781485</c:v>
                </c:pt>
                <c:pt idx="59067">
                  <c:v>0.6836458333345945</c:v>
                </c:pt>
                <c:pt idx="59068">
                  <c:v>0.68365740740409819</c:v>
                </c:pt>
                <c:pt idx="59069">
                  <c:v>0.68366898148087785</c:v>
                </c:pt>
                <c:pt idx="59070">
                  <c:v>0.68368055555038154</c:v>
                </c:pt>
                <c:pt idx="59071">
                  <c:v>0.68369212962716119</c:v>
                </c:pt>
                <c:pt idx="59072">
                  <c:v>0.68370370370394085</c:v>
                </c:pt>
                <c:pt idx="59073">
                  <c:v>0.68371527777344454</c:v>
                </c:pt>
                <c:pt idx="59074">
                  <c:v>0.68372685185022419</c:v>
                </c:pt>
                <c:pt idx="59075">
                  <c:v>0.68373842592700385</c:v>
                </c:pt>
                <c:pt idx="59076">
                  <c:v>0.68374999999650754</c:v>
                </c:pt>
                <c:pt idx="59077">
                  <c:v>0.68376157407328719</c:v>
                </c:pt>
                <c:pt idx="59078">
                  <c:v>0.68377314814279089</c:v>
                </c:pt>
                <c:pt idx="59079">
                  <c:v>0.68378472221957054</c:v>
                </c:pt>
                <c:pt idx="59080">
                  <c:v>0.68379629629635019</c:v>
                </c:pt>
                <c:pt idx="59081">
                  <c:v>0.68380787036585389</c:v>
                </c:pt>
                <c:pt idx="59082">
                  <c:v>0.68381944444263354</c:v>
                </c:pt>
                <c:pt idx="59083">
                  <c:v>0.68383101851941319</c:v>
                </c:pt>
                <c:pt idx="59084">
                  <c:v>0.68384259258891689</c:v>
                </c:pt>
                <c:pt idx="59085">
                  <c:v>0.68385416666569654</c:v>
                </c:pt>
                <c:pt idx="59086">
                  <c:v>0.68386574073520023</c:v>
                </c:pt>
                <c:pt idx="59087">
                  <c:v>0.68387731481197989</c:v>
                </c:pt>
                <c:pt idx="59088">
                  <c:v>0.68388888888875954</c:v>
                </c:pt>
                <c:pt idx="59089">
                  <c:v>0.68390046295826323</c:v>
                </c:pt>
                <c:pt idx="59090">
                  <c:v>0.68391203703504289</c:v>
                </c:pt>
                <c:pt idx="59091">
                  <c:v>0.68392361111182254</c:v>
                </c:pt>
                <c:pt idx="59092">
                  <c:v>0.68393518518132623</c:v>
                </c:pt>
                <c:pt idx="59093">
                  <c:v>0.68394675925810589</c:v>
                </c:pt>
                <c:pt idx="59094">
                  <c:v>0.68395833332760958</c:v>
                </c:pt>
                <c:pt idx="59095">
                  <c:v>0.68396990740438923</c:v>
                </c:pt>
                <c:pt idx="59096">
                  <c:v>0.68398148148116888</c:v>
                </c:pt>
                <c:pt idx="59097">
                  <c:v>0.68399305555067258</c:v>
                </c:pt>
                <c:pt idx="59098">
                  <c:v>0.68400462962745223</c:v>
                </c:pt>
                <c:pt idx="59099">
                  <c:v>0.68401620370423188</c:v>
                </c:pt>
                <c:pt idx="59100">
                  <c:v>0.68402777777373558</c:v>
                </c:pt>
                <c:pt idx="59101">
                  <c:v>0.68403935185051523</c:v>
                </c:pt>
                <c:pt idx="59102">
                  <c:v>0.68405092592001893</c:v>
                </c:pt>
                <c:pt idx="59103">
                  <c:v>0.68406249999679858</c:v>
                </c:pt>
                <c:pt idx="59104">
                  <c:v>0.68407407407357823</c:v>
                </c:pt>
                <c:pt idx="59105">
                  <c:v>0.68408564814308193</c:v>
                </c:pt>
                <c:pt idx="59106">
                  <c:v>0.68409722221986158</c:v>
                </c:pt>
                <c:pt idx="59107">
                  <c:v>0.68410879629664123</c:v>
                </c:pt>
                <c:pt idx="59108">
                  <c:v>0.68412037036614493</c:v>
                </c:pt>
                <c:pt idx="59109">
                  <c:v>0.68413194444292458</c:v>
                </c:pt>
                <c:pt idx="59110">
                  <c:v>0.68414351851970423</c:v>
                </c:pt>
                <c:pt idx="59111">
                  <c:v>0.68415509258920792</c:v>
                </c:pt>
                <c:pt idx="59112">
                  <c:v>0.68416666666598758</c:v>
                </c:pt>
                <c:pt idx="59113">
                  <c:v>0.68417824073549127</c:v>
                </c:pt>
                <c:pt idx="59114">
                  <c:v>0.68418981481227092</c:v>
                </c:pt>
                <c:pt idx="59115">
                  <c:v>0.68420138888905058</c:v>
                </c:pt>
                <c:pt idx="59116">
                  <c:v>0.68421296295855427</c:v>
                </c:pt>
                <c:pt idx="59117">
                  <c:v>0.68422453703533392</c:v>
                </c:pt>
                <c:pt idx="59118">
                  <c:v>0.68423611111211358</c:v>
                </c:pt>
                <c:pt idx="59119">
                  <c:v>0.68424768518161727</c:v>
                </c:pt>
                <c:pt idx="59120">
                  <c:v>0.68425925925839692</c:v>
                </c:pt>
                <c:pt idx="59121">
                  <c:v>0.68427083332790062</c:v>
                </c:pt>
                <c:pt idx="59122">
                  <c:v>0.68428240740468027</c:v>
                </c:pt>
                <c:pt idx="59123">
                  <c:v>0.68429398148145992</c:v>
                </c:pt>
                <c:pt idx="59124">
                  <c:v>0.68430555555096362</c:v>
                </c:pt>
                <c:pt idx="59125">
                  <c:v>0.68431712962774327</c:v>
                </c:pt>
                <c:pt idx="59126">
                  <c:v>0.68432870370452292</c:v>
                </c:pt>
                <c:pt idx="59127">
                  <c:v>0.68434027777402662</c:v>
                </c:pt>
                <c:pt idx="59128">
                  <c:v>0.68435185185080627</c:v>
                </c:pt>
                <c:pt idx="59129">
                  <c:v>0.68436342592030996</c:v>
                </c:pt>
                <c:pt idx="59130">
                  <c:v>0.68437499999708962</c:v>
                </c:pt>
                <c:pt idx="59131">
                  <c:v>0.68438657407386927</c:v>
                </c:pt>
                <c:pt idx="59132">
                  <c:v>0.68439814814337296</c:v>
                </c:pt>
                <c:pt idx="59133">
                  <c:v>0.68440972222015262</c:v>
                </c:pt>
                <c:pt idx="59134">
                  <c:v>0.68442129629693227</c:v>
                </c:pt>
                <c:pt idx="59135">
                  <c:v>0.68443287036643596</c:v>
                </c:pt>
                <c:pt idx="59136">
                  <c:v>0.68444444444321562</c:v>
                </c:pt>
                <c:pt idx="59137">
                  <c:v>0.68445601851271931</c:v>
                </c:pt>
                <c:pt idx="59138">
                  <c:v>0.68446759258949896</c:v>
                </c:pt>
                <c:pt idx="59139">
                  <c:v>0.68447916666627862</c:v>
                </c:pt>
                <c:pt idx="59140">
                  <c:v>0.68449074073578231</c:v>
                </c:pt>
                <c:pt idx="59141">
                  <c:v>0.68450231481256196</c:v>
                </c:pt>
                <c:pt idx="59142">
                  <c:v>0.68451388888934162</c:v>
                </c:pt>
                <c:pt idx="59143">
                  <c:v>0.68452546295884531</c:v>
                </c:pt>
                <c:pt idx="59144">
                  <c:v>0.68453703703562496</c:v>
                </c:pt>
                <c:pt idx="59145">
                  <c:v>0.68454861111240461</c:v>
                </c:pt>
                <c:pt idx="59146">
                  <c:v>0.68456018518190831</c:v>
                </c:pt>
                <c:pt idx="59147">
                  <c:v>0.68457175925868796</c:v>
                </c:pt>
                <c:pt idx="59148">
                  <c:v>0.68458333332819166</c:v>
                </c:pt>
                <c:pt idx="59149">
                  <c:v>0.68459490740497131</c:v>
                </c:pt>
                <c:pt idx="59150">
                  <c:v>0.68460648148175096</c:v>
                </c:pt>
                <c:pt idx="59151">
                  <c:v>0.68461805555125466</c:v>
                </c:pt>
                <c:pt idx="59152">
                  <c:v>0.68462962962803431</c:v>
                </c:pt>
                <c:pt idx="59153">
                  <c:v>0.68464120370481396</c:v>
                </c:pt>
                <c:pt idx="59154">
                  <c:v>0.68465277777431766</c:v>
                </c:pt>
                <c:pt idx="59155">
                  <c:v>0.68466435185109731</c:v>
                </c:pt>
                <c:pt idx="59156">
                  <c:v>0.684675925920601</c:v>
                </c:pt>
                <c:pt idx="59157">
                  <c:v>0.68468749999738066</c:v>
                </c:pt>
                <c:pt idx="59158">
                  <c:v>0.68469907407416031</c:v>
                </c:pt>
                <c:pt idx="59159">
                  <c:v>0.684710648143664</c:v>
                </c:pt>
                <c:pt idx="59160">
                  <c:v>0.68472222222044365</c:v>
                </c:pt>
                <c:pt idx="59161">
                  <c:v>0.68473379629722331</c:v>
                </c:pt>
                <c:pt idx="59162">
                  <c:v>0.684745370366727</c:v>
                </c:pt>
                <c:pt idx="59163">
                  <c:v>0.68475694444350665</c:v>
                </c:pt>
                <c:pt idx="59164">
                  <c:v>0.68476851851301035</c:v>
                </c:pt>
                <c:pt idx="59165">
                  <c:v>0.68478009258979</c:v>
                </c:pt>
                <c:pt idx="59166">
                  <c:v>0.68479166666656965</c:v>
                </c:pt>
                <c:pt idx="59167">
                  <c:v>0.68480324073607335</c:v>
                </c:pt>
                <c:pt idx="59168">
                  <c:v>0.684814814812853</c:v>
                </c:pt>
                <c:pt idx="59169">
                  <c:v>0.68482638888963265</c:v>
                </c:pt>
                <c:pt idx="59170">
                  <c:v>0.68483796295913635</c:v>
                </c:pt>
                <c:pt idx="59171">
                  <c:v>0.684849537035916</c:v>
                </c:pt>
                <c:pt idx="59172">
                  <c:v>0.6848611111054197</c:v>
                </c:pt>
                <c:pt idx="59173">
                  <c:v>0.68487268518219935</c:v>
                </c:pt>
                <c:pt idx="59174">
                  <c:v>0.684884259258979</c:v>
                </c:pt>
                <c:pt idx="59175">
                  <c:v>0.68489583332848269</c:v>
                </c:pt>
                <c:pt idx="59176">
                  <c:v>0.68490740740526235</c:v>
                </c:pt>
                <c:pt idx="59177">
                  <c:v>0.684918981482042</c:v>
                </c:pt>
                <c:pt idx="59178">
                  <c:v>0.68493055555154569</c:v>
                </c:pt>
                <c:pt idx="59179">
                  <c:v>0.68494212962832535</c:v>
                </c:pt>
                <c:pt idx="59180">
                  <c:v>0.68495370369782904</c:v>
                </c:pt>
                <c:pt idx="59181">
                  <c:v>0.68496527777460869</c:v>
                </c:pt>
                <c:pt idx="59182">
                  <c:v>0.68497685185138835</c:v>
                </c:pt>
                <c:pt idx="59183">
                  <c:v>0.68498842592089204</c:v>
                </c:pt>
                <c:pt idx="59184">
                  <c:v>0.68499999999767169</c:v>
                </c:pt>
                <c:pt idx="59185">
                  <c:v>0.68501157407445135</c:v>
                </c:pt>
                <c:pt idx="59186">
                  <c:v>0.68502314814395504</c:v>
                </c:pt>
                <c:pt idx="59187">
                  <c:v>0.68503472222073469</c:v>
                </c:pt>
                <c:pt idx="59188">
                  <c:v>0.68504629629751435</c:v>
                </c:pt>
                <c:pt idx="59189">
                  <c:v>0.68505787036701804</c:v>
                </c:pt>
                <c:pt idx="59190">
                  <c:v>0.68506944444379769</c:v>
                </c:pt>
                <c:pt idx="59191">
                  <c:v>0.68508101851330139</c:v>
                </c:pt>
                <c:pt idx="59192">
                  <c:v>0.68509259259008104</c:v>
                </c:pt>
                <c:pt idx="59193">
                  <c:v>0.68510416666686069</c:v>
                </c:pt>
                <c:pt idx="59194">
                  <c:v>0.68511574073636439</c:v>
                </c:pt>
                <c:pt idx="59195">
                  <c:v>0.68512731481314404</c:v>
                </c:pt>
                <c:pt idx="59196">
                  <c:v>0.68513888888992369</c:v>
                </c:pt>
                <c:pt idx="59197">
                  <c:v>0.68515046295942739</c:v>
                </c:pt>
                <c:pt idx="59198">
                  <c:v>0.68516203703620704</c:v>
                </c:pt>
                <c:pt idx="59199">
                  <c:v>0.68517361110571073</c:v>
                </c:pt>
                <c:pt idx="59200">
                  <c:v>0.68518518518249039</c:v>
                </c:pt>
                <c:pt idx="59201">
                  <c:v>0.68519675925927004</c:v>
                </c:pt>
                <c:pt idx="59202">
                  <c:v>0.68520833332877373</c:v>
                </c:pt>
                <c:pt idx="59203">
                  <c:v>0.68521990740555339</c:v>
                </c:pt>
                <c:pt idx="59204">
                  <c:v>0.68523148148233304</c:v>
                </c:pt>
                <c:pt idx="59205">
                  <c:v>0.68524305555183673</c:v>
                </c:pt>
                <c:pt idx="59206">
                  <c:v>0.68525462962861639</c:v>
                </c:pt>
                <c:pt idx="59207">
                  <c:v>0.68526620369812008</c:v>
                </c:pt>
                <c:pt idx="59208">
                  <c:v>0.68527777777489973</c:v>
                </c:pt>
                <c:pt idx="59209">
                  <c:v>0.68528935185167938</c:v>
                </c:pt>
                <c:pt idx="59210">
                  <c:v>0.68530092592118308</c:v>
                </c:pt>
                <c:pt idx="59211">
                  <c:v>0.68531249999796273</c:v>
                </c:pt>
                <c:pt idx="59212">
                  <c:v>0.68532407407474238</c:v>
                </c:pt>
                <c:pt idx="59213">
                  <c:v>0.68533564814424608</c:v>
                </c:pt>
                <c:pt idx="59214">
                  <c:v>0.68534722222102573</c:v>
                </c:pt>
                <c:pt idx="59215">
                  <c:v>0.68535879629052943</c:v>
                </c:pt>
                <c:pt idx="59216">
                  <c:v>0.68537037036730908</c:v>
                </c:pt>
                <c:pt idx="59217">
                  <c:v>0.68538194444408873</c:v>
                </c:pt>
                <c:pt idx="59218">
                  <c:v>0.68539351851359243</c:v>
                </c:pt>
                <c:pt idx="59219">
                  <c:v>0.68540509259037208</c:v>
                </c:pt>
                <c:pt idx="59220">
                  <c:v>0.68541666666715173</c:v>
                </c:pt>
                <c:pt idx="59221">
                  <c:v>0.68542824073665543</c:v>
                </c:pt>
                <c:pt idx="59222">
                  <c:v>0.68543981481343508</c:v>
                </c:pt>
                <c:pt idx="59223">
                  <c:v>0.68545138889021473</c:v>
                </c:pt>
                <c:pt idx="59224">
                  <c:v>0.68546296295971842</c:v>
                </c:pt>
                <c:pt idx="59225">
                  <c:v>0.68547453703649808</c:v>
                </c:pt>
                <c:pt idx="59226">
                  <c:v>0.68548611110600177</c:v>
                </c:pt>
                <c:pt idx="59227">
                  <c:v>0.68549768518278142</c:v>
                </c:pt>
                <c:pt idx="59228">
                  <c:v>0.68550925925956108</c:v>
                </c:pt>
                <c:pt idx="59229">
                  <c:v>0.68552083332906477</c:v>
                </c:pt>
                <c:pt idx="59230">
                  <c:v>0.68553240740584442</c:v>
                </c:pt>
                <c:pt idx="59231">
                  <c:v>0.68554398148262408</c:v>
                </c:pt>
                <c:pt idx="59232">
                  <c:v>0.68555555555212777</c:v>
                </c:pt>
                <c:pt idx="59233">
                  <c:v>0.68556712962890742</c:v>
                </c:pt>
                <c:pt idx="59234">
                  <c:v>0.68557870369841112</c:v>
                </c:pt>
                <c:pt idx="59235">
                  <c:v>0.68559027777519077</c:v>
                </c:pt>
                <c:pt idx="59236">
                  <c:v>0.68560185185197042</c:v>
                </c:pt>
                <c:pt idx="59237">
                  <c:v>0.68561342592147412</c:v>
                </c:pt>
                <c:pt idx="59238">
                  <c:v>0.68562499999825377</c:v>
                </c:pt>
                <c:pt idx="59239">
                  <c:v>0.68563657407503342</c:v>
                </c:pt>
                <c:pt idx="59240">
                  <c:v>0.68564814814453712</c:v>
                </c:pt>
                <c:pt idx="59241">
                  <c:v>0.68565972222131677</c:v>
                </c:pt>
                <c:pt idx="59242">
                  <c:v>0.68567129629082046</c:v>
                </c:pt>
                <c:pt idx="59243">
                  <c:v>0.68568287036760012</c:v>
                </c:pt>
                <c:pt idx="59244">
                  <c:v>0.68569444444437977</c:v>
                </c:pt>
                <c:pt idx="59245">
                  <c:v>0.68570601851388346</c:v>
                </c:pt>
                <c:pt idx="59246">
                  <c:v>0.68571759259066312</c:v>
                </c:pt>
                <c:pt idx="59247">
                  <c:v>0.68572916666744277</c:v>
                </c:pt>
                <c:pt idx="59248">
                  <c:v>0.68574074073694646</c:v>
                </c:pt>
                <c:pt idx="59249">
                  <c:v>0.68575231481372612</c:v>
                </c:pt>
                <c:pt idx="59250">
                  <c:v>0.68576388888322981</c:v>
                </c:pt>
                <c:pt idx="59251">
                  <c:v>0.68577546296000946</c:v>
                </c:pt>
                <c:pt idx="59252">
                  <c:v>0.68578703703678912</c:v>
                </c:pt>
                <c:pt idx="59253">
                  <c:v>0.68579861110629281</c:v>
                </c:pt>
                <c:pt idx="59254">
                  <c:v>0.68581018518307246</c:v>
                </c:pt>
                <c:pt idx="59255">
                  <c:v>0.68582175925985212</c:v>
                </c:pt>
                <c:pt idx="59256">
                  <c:v>0.68583333332935581</c:v>
                </c:pt>
                <c:pt idx="59257">
                  <c:v>0.68584490740613546</c:v>
                </c:pt>
                <c:pt idx="59258">
                  <c:v>0.68585648147563916</c:v>
                </c:pt>
                <c:pt idx="59259">
                  <c:v>0.68586805555241881</c:v>
                </c:pt>
                <c:pt idx="59260">
                  <c:v>0.68587962962919846</c:v>
                </c:pt>
                <c:pt idx="59261">
                  <c:v>0.68589120369870216</c:v>
                </c:pt>
                <c:pt idx="59262">
                  <c:v>0.68590277777548181</c:v>
                </c:pt>
                <c:pt idx="59263">
                  <c:v>0.68591435185226146</c:v>
                </c:pt>
                <c:pt idx="59264">
                  <c:v>0.68592592592176516</c:v>
                </c:pt>
                <c:pt idx="59265">
                  <c:v>0.68593749999854481</c:v>
                </c:pt>
                <c:pt idx="59266">
                  <c:v>0.68594907407532446</c:v>
                </c:pt>
                <c:pt idx="59267">
                  <c:v>0.68596064814482816</c:v>
                </c:pt>
                <c:pt idx="59268">
                  <c:v>0.68597222222160781</c:v>
                </c:pt>
                <c:pt idx="59269">
                  <c:v>0.6859837962911115</c:v>
                </c:pt>
                <c:pt idx="59270">
                  <c:v>0.68599537036789116</c:v>
                </c:pt>
                <c:pt idx="59271">
                  <c:v>0.68600694444467081</c:v>
                </c:pt>
                <c:pt idx="59272">
                  <c:v>0.6860185185141745</c:v>
                </c:pt>
                <c:pt idx="59273">
                  <c:v>0.68603009259095415</c:v>
                </c:pt>
                <c:pt idx="59274">
                  <c:v>0.68604166666773381</c:v>
                </c:pt>
                <c:pt idx="59275">
                  <c:v>0.6860532407372375</c:v>
                </c:pt>
                <c:pt idx="59276">
                  <c:v>0.68606481481401715</c:v>
                </c:pt>
                <c:pt idx="59277">
                  <c:v>0.68607638888352085</c:v>
                </c:pt>
                <c:pt idx="59278">
                  <c:v>0.6860879629603005</c:v>
                </c:pt>
                <c:pt idx="59279">
                  <c:v>0.68609953703708015</c:v>
                </c:pt>
                <c:pt idx="59280">
                  <c:v>0.68611111110658385</c:v>
                </c:pt>
                <c:pt idx="59281">
                  <c:v>0.6861226851833635</c:v>
                </c:pt>
                <c:pt idx="59282">
                  <c:v>0.68613425926014315</c:v>
                </c:pt>
                <c:pt idx="59283">
                  <c:v>0.68614583332964685</c:v>
                </c:pt>
                <c:pt idx="59284">
                  <c:v>0.6861574074064265</c:v>
                </c:pt>
                <c:pt idx="59285">
                  <c:v>0.6861689814759302</c:v>
                </c:pt>
                <c:pt idx="59286">
                  <c:v>0.68618055555270985</c:v>
                </c:pt>
                <c:pt idx="59287">
                  <c:v>0.6861921296294895</c:v>
                </c:pt>
                <c:pt idx="59288">
                  <c:v>0.68620370369899319</c:v>
                </c:pt>
                <c:pt idx="59289">
                  <c:v>0.68621527777577285</c:v>
                </c:pt>
                <c:pt idx="59290">
                  <c:v>0.6862268518525525</c:v>
                </c:pt>
                <c:pt idx="59291">
                  <c:v>0.68623842592205619</c:v>
                </c:pt>
                <c:pt idx="59292">
                  <c:v>0.68624999999883585</c:v>
                </c:pt>
                <c:pt idx="59293">
                  <c:v>0.68626157406833954</c:v>
                </c:pt>
                <c:pt idx="59294">
                  <c:v>0.68627314814511919</c:v>
                </c:pt>
                <c:pt idx="59295">
                  <c:v>0.68628472222189885</c:v>
                </c:pt>
                <c:pt idx="59296">
                  <c:v>0.68629629629140254</c:v>
                </c:pt>
                <c:pt idx="59297">
                  <c:v>0.68630787036818219</c:v>
                </c:pt>
                <c:pt idx="59298">
                  <c:v>0.68631944444496185</c:v>
                </c:pt>
                <c:pt idx="59299">
                  <c:v>0.68633101851446554</c:v>
                </c:pt>
                <c:pt idx="59300">
                  <c:v>0.68634259259124519</c:v>
                </c:pt>
                <c:pt idx="59301">
                  <c:v>0.68635416666074889</c:v>
                </c:pt>
                <c:pt idx="59302">
                  <c:v>0.68636574073752854</c:v>
                </c:pt>
                <c:pt idx="59303">
                  <c:v>0.68637731481430819</c:v>
                </c:pt>
                <c:pt idx="59304">
                  <c:v>0.68638888888381189</c:v>
                </c:pt>
                <c:pt idx="59305">
                  <c:v>0.68640046296059154</c:v>
                </c:pt>
                <c:pt idx="59306">
                  <c:v>0.68641203703737119</c:v>
                </c:pt>
                <c:pt idx="59307">
                  <c:v>0.68642361110687489</c:v>
                </c:pt>
                <c:pt idx="59308">
                  <c:v>0.68643518518365454</c:v>
                </c:pt>
                <c:pt idx="59309">
                  <c:v>0.68644675926043419</c:v>
                </c:pt>
                <c:pt idx="59310">
                  <c:v>0.68645833332993789</c:v>
                </c:pt>
                <c:pt idx="59311">
                  <c:v>0.68646990740671754</c:v>
                </c:pt>
                <c:pt idx="59312">
                  <c:v>0.68648148147622123</c:v>
                </c:pt>
                <c:pt idx="59313">
                  <c:v>0.68649305555300089</c:v>
                </c:pt>
                <c:pt idx="59314">
                  <c:v>0.68650462962978054</c:v>
                </c:pt>
                <c:pt idx="59315">
                  <c:v>0.68651620369928423</c:v>
                </c:pt>
                <c:pt idx="59316">
                  <c:v>0.68652777777606389</c:v>
                </c:pt>
                <c:pt idx="59317">
                  <c:v>0.68653935185284354</c:v>
                </c:pt>
                <c:pt idx="59318">
                  <c:v>0.68655092592234723</c:v>
                </c:pt>
                <c:pt idx="59319">
                  <c:v>0.68656249999912689</c:v>
                </c:pt>
                <c:pt idx="59320">
                  <c:v>0.68657407406863058</c:v>
                </c:pt>
                <c:pt idx="59321">
                  <c:v>0.68658564814541023</c:v>
                </c:pt>
                <c:pt idx="59322">
                  <c:v>0.68659722222218988</c:v>
                </c:pt>
                <c:pt idx="59323">
                  <c:v>0.68660879629169358</c:v>
                </c:pt>
                <c:pt idx="59324">
                  <c:v>0.68662037036847323</c:v>
                </c:pt>
                <c:pt idx="59325">
                  <c:v>0.68663194444525288</c:v>
                </c:pt>
                <c:pt idx="59326">
                  <c:v>0.68664351851475658</c:v>
                </c:pt>
                <c:pt idx="59327">
                  <c:v>0.68665509259153623</c:v>
                </c:pt>
                <c:pt idx="59328">
                  <c:v>0.68666666666103993</c:v>
                </c:pt>
                <c:pt idx="59329">
                  <c:v>0.68667824073781958</c:v>
                </c:pt>
                <c:pt idx="59330">
                  <c:v>0.68668981481459923</c:v>
                </c:pt>
                <c:pt idx="59331">
                  <c:v>0.68670138888410293</c:v>
                </c:pt>
                <c:pt idx="59332">
                  <c:v>0.68671296296088258</c:v>
                </c:pt>
                <c:pt idx="59333">
                  <c:v>0.68672453703766223</c:v>
                </c:pt>
                <c:pt idx="59334">
                  <c:v>0.68673611110716593</c:v>
                </c:pt>
                <c:pt idx="59335">
                  <c:v>0.68674768518394558</c:v>
                </c:pt>
                <c:pt idx="59336">
                  <c:v>0.68675925925344927</c:v>
                </c:pt>
                <c:pt idx="59337">
                  <c:v>0.68677083333022892</c:v>
                </c:pt>
                <c:pt idx="59338">
                  <c:v>0.68678240740700858</c:v>
                </c:pt>
                <c:pt idx="59339">
                  <c:v>0.68679398147651227</c:v>
                </c:pt>
                <c:pt idx="59340">
                  <c:v>0.68680555555329192</c:v>
                </c:pt>
                <c:pt idx="59341">
                  <c:v>0.68681712963007158</c:v>
                </c:pt>
                <c:pt idx="59342">
                  <c:v>0.68682870369957527</c:v>
                </c:pt>
                <c:pt idx="59343">
                  <c:v>0.68684027777635492</c:v>
                </c:pt>
                <c:pt idx="59344">
                  <c:v>0.68685185185313458</c:v>
                </c:pt>
                <c:pt idx="59345">
                  <c:v>0.68686342592263827</c:v>
                </c:pt>
                <c:pt idx="59346">
                  <c:v>0.68687499999941792</c:v>
                </c:pt>
                <c:pt idx="59347">
                  <c:v>0.68688657406892162</c:v>
                </c:pt>
                <c:pt idx="59348">
                  <c:v>0.68689814814570127</c:v>
                </c:pt>
                <c:pt idx="59349">
                  <c:v>0.68690972222248092</c:v>
                </c:pt>
                <c:pt idx="59350">
                  <c:v>0.68692129629198462</c:v>
                </c:pt>
                <c:pt idx="59351">
                  <c:v>0.68693287036876427</c:v>
                </c:pt>
                <c:pt idx="59352">
                  <c:v>0.68694444444554392</c:v>
                </c:pt>
                <c:pt idx="59353">
                  <c:v>0.68695601851504762</c:v>
                </c:pt>
                <c:pt idx="59354">
                  <c:v>0.68696759259182727</c:v>
                </c:pt>
                <c:pt idx="59355">
                  <c:v>0.68697916666133096</c:v>
                </c:pt>
                <c:pt idx="59356">
                  <c:v>0.68699074073811062</c:v>
                </c:pt>
                <c:pt idx="59357">
                  <c:v>0.68700231481489027</c:v>
                </c:pt>
                <c:pt idx="59358">
                  <c:v>0.68701388888439396</c:v>
                </c:pt>
                <c:pt idx="59359">
                  <c:v>0.68702546296117362</c:v>
                </c:pt>
                <c:pt idx="59360">
                  <c:v>0.68703703703795327</c:v>
                </c:pt>
                <c:pt idx="59361">
                  <c:v>0.68704861110745696</c:v>
                </c:pt>
                <c:pt idx="59362">
                  <c:v>0.68706018518423662</c:v>
                </c:pt>
                <c:pt idx="59363">
                  <c:v>0.68707175925374031</c:v>
                </c:pt>
                <c:pt idx="59364">
                  <c:v>0.68708333333051996</c:v>
                </c:pt>
                <c:pt idx="59365">
                  <c:v>0.68709490740729962</c:v>
                </c:pt>
                <c:pt idx="59366">
                  <c:v>0.68710648147680331</c:v>
                </c:pt>
                <c:pt idx="59367">
                  <c:v>0.68711805555358296</c:v>
                </c:pt>
                <c:pt idx="59368">
                  <c:v>0.68712962963036261</c:v>
                </c:pt>
                <c:pt idx="59369">
                  <c:v>0.68714120369986631</c:v>
                </c:pt>
                <c:pt idx="59370">
                  <c:v>0.68715277777664596</c:v>
                </c:pt>
                <c:pt idx="59371">
                  <c:v>0.68716435184614966</c:v>
                </c:pt>
                <c:pt idx="59372">
                  <c:v>0.68717592592292931</c:v>
                </c:pt>
                <c:pt idx="59373">
                  <c:v>0.68718749999970896</c:v>
                </c:pt>
                <c:pt idx="59374">
                  <c:v>0.68719907406921266</c:v>
                </c:pt>
                <c:pt idx="59375">
                  <c:v>0.68721064814599231</c:v>
                </c:pt>
                <c:pt idx="59376">
                  <c:v>0.68722222222277196</c:v>
                </c:pt>
                <c:pt idx="59377">
                  <c:v>0.68723379629227566</c:v>
                </c:pt>
                <c:pt idx="59378">
                  <c:v>0.68724537036905531</c:v>
                </c:pt>
                <c:pt idx="59379">
                  <c:v>0.687256944438559</c:v>
                </c:pt>
                <c:pt idx="59380">
                  <c:v>0.68726851851533866</c:v>
                </c:pt>
                <c:pt idx="59381">
                  <c:v>0.68728009259211831</c:v>
                </c:pt>
                <c:pt idx="59382">
                  <c:v>0.687291666661622</c:v>
                </c:pt>
                <c:pt idx="59383">
                  <c:v>0.68730324073840166</c:v>
                </c:pt>
                <c:pt idx="59384">
                  <c:v>0.68731481481518131</c:v>
                </c:pt>
                <c:pt idx="59385">
                  <c:v>0.687326388884685</c:v>
                </c:pt>
                <c:pt idx="59386">
                  <c:v>0.68733796296146465</c:v>
                </c:pt>
                <c:pt idx="59387">
                  <c:v>0.68734953703824431</c:v>
                </c:pt>
                <c:pt idx="59388">
                  <c:v>0.687361111107748</c:v>
                </c:pt>
                <c:pt idx="59389">
                  <c:v>0.68737268518452765</c:v>
                </c:pt>
                <c:pt idx="59390">
                  <c:v>0.68738425925403135</c:v>
                </c:pt>
                <c:pt idx="59391">
                  <c:v>0.687395833330811</c:v>
                </c:pt>
                <c:pt idx="59392">
                  <c:v>0.68740740740759065</c:v>
                </c:pt>
                <c:pt idx="59393">
                  <c:v>0.68741898147709435</c:v>
                </c:pt>
                <c:pt idx="59394">
                  <c:v>0.687430555553874</c:v>
                </c:pt>
                <c:pt idx="59395">
                  <c:v>0.68744212963065365</c:v>
                </c:pt>
                <c:pt idx="59396">
                  <c:v>0.68745370370015735</c:v>
                </c:pt>
                <c:pt idx="59397">
                  <c:v>0.687465277776937</c:v>
                </c:pt>
                <c:pt idx="59398">
                  <c:v>0.6874768518464407</c:v>
                </c:pt>
                <c:pt idx="59399">
                  <c:v>0.68748842592322035</c:v>
                </c:pt>
                <c:pt idx="59400">
                  <c:v>0.6875</c:v>
                </c:pt>
                <c:pt idx="59401">
                  <c:v>0.68751157406950369</c:v>
                </c:pt>
                <c:pt idx="59402">
                  <c:v>0.68752314814628335</c:v>
                </c:pt>
                <c:pt idx="59403">
                  <c:v>0.687534722223063</c:v>
                </c:pt>
                <c:pt idx="59404">
                  <c:v>0.68754629629256669</c:v>
                </c:pt>
                <c:pt idx="59405">
                  <c:v>0.68755787036934635</c:v>
                </c:pt>
                <c:pt idx="59406">
                  <c:v>0.68756944443885004</c:v>
                </c:pt>
                <c:pt idx="59407">
                  <c:v>0.68758101851562969</c:v>
                </c:pt>
                <c:pt idx="59408">
                  <c:v>0.68759259259240935</c:v>
                </c:pt>
                <c:pt idx="59409">
                  <c:v>0.68760416666191304</c:v>
                </c:pt>
                <c:pt idx="59410">
                  <c:v>0.68761574073869269</c:v>
                </c:pt>
                <c:pt idx="59411">
                  <c:v>0.68762731481547235</c:v>
                </c:pt>
                <c:pt idx="59412">
                  <c:v>0.68763888888497604</c:v>
                </c:pt>
                <c:pt idx="59413">
                  <c:v>0.68765046296175569</c:v>
                </c:pt>
                <c:pt idx="59414">
                  <c:v>0.68766203703125939</c:v>
                </c:pt>
                <c:pt idx="59415">
                  <c:v>0.68767361110803904</c:v>
                </c:pt>
                <c:pt idx="59416">
                  <c:v>0.68768518518481869</c:v>
                </c:pt>
                <c:pt idx="59417">
                  <c:v>0.68769675925432239</c:v>
                </c:pt>
                <c:pt idx="59418">
                  <c:v>0.68770833333110204</c:v>
                </c:pt>
                <c:pt idx="59419">
                  <c:v>0.68771990740788169</c:v>
                </c:pt>
                <c:pt idx="59420">
                  <c:v>0.68773148147738539</c:v>
                </c:pt>
                <c:pt idx="59421">
                  <c:v>0.68774305555416504</c:v>
                </c:pt>
                <c:pt idx="59422">
                  <c:v>0.68775462963094469</c:v>
                </c:pt>
                <c:pt idx="59423">
                  <c:v>0.68776620370044839</c:v>
                </c:pt>
                <c:pt idx="59424">
                  <c:v>0.68777777777722804</c:v>
                </c:pt>
                <c:pt idx="59425">
                  <c:v>0.68778935184673173</c:v>
                </c:pt>
                <c:pt idx="59426">
                  <c:v>0.68780092592351139</c:v>
                </c:pt>
                <c:pt idx="59427">
                  <c:v>0.68781250000029104</c:v>
                </c:pt>
                <c:pt idx="59428">
                  <c:v>0.68782407406979473</c:v>
                </c:pt>
                <c:pt idx="59429">
                  <c:v>0.68783564814657439</c:v>
                </c:pt>
                <c:pt idx="59430">
                  <c:v>0.68784722222335404</c:v>
                </c:pt>
                <c:pt idx="59431">
                  <c:v>0.68785879629285773</c:v>
                </c:pt>
                <c:pt idx="59432">
                  <c:v>0.68787037036963739</c:v>
                </c:pt>
                <c:pt idx="59433">
                  <c:v>0.68788194443914108</c:v>
                </c:pt>
                <c:pt idx="59434">
                  <c:v>0.68789351851592073</c:v>
                </c:pt>
                <c:pt idx="59435">
                  <c:v>0.68790509259270038</c:v>
                </c:pt>
                <c:pt idx="59436">
                  <c:v>0.68791666666220408</c:v>
                </c:pt>
                <c:pt idx="59437">
                  <c:v>0.68792824073898373</c:v>
                </c:pt>
                <c:pt idx="59438">
                  <c:v>0.68793981481576338</c:v>
                </c:pt>
                <c:pt idx="59439">
                  <c:v>0.68795138888526708</c:v>
                </c:pt>
                <c:pt idx="59440">
                  <c:v>0.68796296296204673</c:v>
                </c:pt>
                <c:pt idx="59441">
                  <c:v>0.68797453703155043</c:v>
                </c:pt>
                <c:pt idx="59442">
                  <c:v>0.68798611110833008</c:v>
                </c:pt>
                <c:pt idx="59443">
                  <c:v>0.68799768518510973</c:v>
                </c:pt>
                <c:pt idx="59444">
                  <c:v>0.68800925925461343</c:v>
                </c:pt>
                <c:pt idx="59445">
                  <c:v>0.68802083333139308</c:v>
                </c:pt>
                <c:pt idx="59446">
                  <c:v>0.68803240740817273</c:v>
                </c:pt>
                <c:pt idx="59447">
                  <c:v>0.68804398147767643</c:v>
                </c:pt>
                <c:pt idx="59448">
                  <c:v>0.68805555555445608</c:v>
                </c:pt>
                <c:pt idx="59449">
                  <c:v>0.68806712962395977</c:v>
                </c:pt>
                <c:pt idx="59450">
                  <c:v>0.68807870370073942</c:v>
                </c:pt>
                <c:pt idx="59451">
                  <c:v>0.68809027777751908</c:v>
                </c:pt>
                <c:pt idx="59452">
                  <c:v>0.68810185184702277</c:v>
                </c:pt>
                <c:pt idx="59453">
                  <c:v>0.68811342592380242</c:v>
                </c:pt>
                <c:pt idx="59454">
                  <c:v>0.68812500000058208</c:v>
                </c:pt>
                <c:pt idx="59455">
                  <c:v>0.68813657407008577</c:v>
                </c:pt>
                <c:pt idx="59456">
                  <c:v>0.68814814814686542</c:v>
                </c:pt>
                <c:pt idx="59457">
                  <c:v>0.68815972221636912</c:v>
                </c:pt>
                <c:pt idx="59458">
                  <c:v>0.68817129629314877</c:v>
                </c:pt>
                <c:pt idx="59459">
                  <c:v>0.68818287036992842</c:v>
                </c:pt>
                <c:pt idx="59460">
                  <c:v>0.68819444443943212</c:v>
                </c:pt>
                <c:pt idx="59461">
                  <c:v>0.68820601851621177</c:v>
                </c:pt>
                <c:pt idx="59462">
                  <c:v>0.68821759259299142</c:v>
                </c:pt>
                <c:pt idx="59463">
                  <c:v>0.68822916666249512</c:v>
                </c:pt>
                <c:pt idx="59464">
                  <c:v>0.68824074073927477</c:v>
                </c:pt>
                <c:pt idx="59465">
                  <c:v>0.68825231481605442</c:v>
                </c:pt>
                <c:pt idx="59466">
                  <c:v>0.68826388888555812</c:v>
                </c:pt>
                <c:pt idx="59467">
                  <c:v>0.68827546296233777</c:v>
                </c:pt>
                <c:pt idx="59468">
                  <c:v>0.68828703703184146</c:v>
                </c:pt>
                <c:pt idx="59469">
                  <c:v>0.68829861110862112</c:v>
                </c:pt>
                <c:pt idx="59470">
                  <c:v>0.68831018518540077</c:v>
                </c:pt>
                <c:pt idx="59471">
                  <c:v>0.68832175925490446</c:v>
                </c:pt>
                <c:pt idx="59472">
                  <c:v>0.68833333333168412</c:v>
                </c:pt>
                <c:pt idx="59473">
                  <c:v>0.68834490740846377</c:v>
                </c:pt>
                <c:pt idx="59474">
                  <c:v>0.68835648147796746</c:v>
                </c:pt>
                <c:pt idx="59475">
                  <c:v>0.68836805555474712</c:v>
                </c:pt>
                <c:pt idx="59476">
                  <c:v>0.68837962962425081</c:v>
                </c:pt>
                <c:pt idx="59477">
                  <c:v>0.68839120370103046</c:v>
                </c:pt>
                <c:pt idx="59478">
                  <c:v>0.68840277777781012</c:v>
                </c:pt>
                <c:pt idx="59479">
                  <c:v>0.68841435184731381</c:v>
                </c:pt>
                <c:pt idx="59480">
                  <c:v>0.68842592592409346</c:v>
                </c:pt>
                <c:pt idx="59481">
                  <c:v>0.68843750000087311</c:v>
                </c:pt>
                <c:pt idx="59482">
                  <c:v>0.68844907407037681</c:v>
                </c:pt>
                <c:pt idx="59483">
                  <c:v>0.68846064814715646</c:v>
                </c:pt>
                <c:pt idx="59484">
                  <c:v>0.68847222221666016</c:v>
                </c:pt>
                <c:pt idx="59485">
                  <c:v>0.68848379629343981</c:v>
                </c:pt>
                <c:pt idx="59486">
                  <c:v>0.68849537037021946</c:v>
                </c:pt>
                <c:pt idx="59487">
                  <c:v>0.68850694443972316</c:v>
                </c:pt>
                <c:pt idx="59488">
                  <c:v>0.68851851851650281</c:v>
                </c:pt>
                <c:pt idx="59489">
                  <c:v>0.68853009259328246</c:v>
                </c:pt>
                <c:pt idx="59490">
                  <c:v>0.68854166666278616</c:v>
                </c:pt>
                <c:pt idx="59491">
                  <c:v>0.68855324073956581</c:v>
                </c:pt>
                <c:pt idx="59492">
                  <c:v>0.6885648148090695</c:v>
                </c:pt>
                <c:pt idx="59493">
                  <c:v>0.68857638888584916</c:v>
                </c:pt>
                <c:pt idx="59494">
                  <c:v>0.68858796296262881</c:v>
                </c:pt>
                <c:pt idx="59495">
                  <c:v>0.6885995370321325</c:v>
                </c:pt>
                <c:pt idx="59496">
                  <c:v>0.68861111110891216</c:v>
                </c:pt>
                <c:pt idx="59497">
                  <c:v>0.68862268518569181</c:v>
                </c:pt>
                <c:pt idx="59498">
                  <c:v>0.6886342592551955</c:v>
                </c:pt>
                <c:pt idx="59499">
                  <c:v>0.68864583333197515</c:v>
                </c:pt>
                <c:pt idx="59500">
                  <c:v>0.68865740740147885</c:v>
                </c:pt>
                <c:pt idx="59501">
                  <c:v>0.6886689814782585</c:v>
                </c:pt>
                <c:pt idx="59502">
                  <c:v>0.68868055555503815</c:v>
                </c:pt>
                <c:pt idx="59503">
                  <c:v>0.68869212962454185</c:v>
                </c:pt>
                <c:pt idx="59504">
                  <c:v>0.6887037037013215</c:v>
                </c:pt>
                <c:pt idx="59505">
                  <c:v>0.68871527777810115</c:v>
                </c:pt>
                <c:pt idx="59506">
                  <c:v>0.68872685184760485</c:v>
                </c:pt>
                <c:pt idx="59507">
                  <c:v>0.6887384259243845</c:v>
                </c:pt>
                <c:pt idx="59508">
                  <c:v>0.68875000000116415</c:v>
                </c:pt>
                <c:pt idx="59509">
                  <c:v>0.68876157407066785</c:v>
                </c:pt>
                <c:pt idx="59510">
                  <c:v>0.6887731481474475</c:v>
                </c:pt>
                <c:pt idx="59511">
                  <c:v>0.6887847222169512</c:v>
                </c:pt>
                <c:pt idx="59512">
                  <c:v>0.68879629629373085</c:v>
                </c:pt>
                <c:pt idx="59513">
                  <c:v>0.6888078703705105</c:v>
                </c:pt>
                <c:pt idx="59514">
                  <c:v>0.68881944444001419</c:v>
                </c:pt>
                <c:pt idx="59515">
                  <c:v>0.68883101851679385</c:v>
                </c:pt>
                <c:pt idx="59516">
                  <c:v>0.6888425925935735</c:v>
                </c:pt>
                <c:pt idx="59517">
                  <c:v>0.68885416666307719</c:v>
                </c:pt>
                <c:pt idx="59518">
                  <c:v>0.68886574073985685</c:v>
                </c:pt>
                <c:pt idx="59519">
                  <c:v>0.68887731480936054</c:v>
                </c:pt>
                <c:pt idx="59520">
                  <c:v>0.68888888888614019</c:v>
                </c:pt>
                <c:pt idx="59521">
                  <c:v>0.68890046296291985</c:v>
                </c:pt>
                <c:pt idx="59522">
                  <c:v>0.68891203703242354</c:v>
                </c:pt>
                <c:pt idx="59523">
                  <c:v>0.68892361110920319</c:v>
                </c:pt>
                <c:pt idx="59524">
                  <c:v>0.68893518518598285</c:v>
                </c:pt>
                <c:pt idx="59525">
                  <c:v>0.68894675925548654</c:v>
                </c:pt>
                <c:pt idx="59526">
                  <c:v>0.68895833333226619</c:v>
                </c:pt>
                <c:pt idx="59527">
                  <c:v>0.68896990740176989</c:v>
                </c:pt>
                <c:pt idx="59528">
                  <c:v>0.68898148147854954</c:v>
                </c:pt>
                <c:pt idx="59529">
                  <c:v>0.68899305555532919</c:v>
                </c:pt>
                <c:pt idx="59530">
                  <c:v>0.68900462962483289</c:v>
                </c:pt>
                <c:pt idx="59531">
                  <c:v>0.68901620370161254</c:v>
                </c:pt>
                <c:pt idx="59532">
                  <c:v>0.68902777777839219</c:v>
                </c:pt>
                <c:pt idx="59533">
                  <c:v>0.68903935184789589</c:v>
                </c:pt>
                <c:pt idx="59534">
                  <c:v>0.68905092592467554</c:v>
                </c:pt>
                <c:pt idx="59535">
                  <c:v>0.68906249999417923</c:v>
                </c:pt>
                <c:pt idx="59536">
                  <c:v>0.68907407407095889</c:v>
                </c:pt>
                <c:pt idx="59537">
                  <c:v>0.68908564814773854</c:v>
                </c:pt>
                <c:pt idx="59538">
                  <c:v>0.68909722221724223</c:v>
                </c:pt>
                <c:pt idx="59539">
                  <c:v>0.68910879629402189</c:v>
                </c:pt>
                <c:pt idx="59540">
                  <c:v>0.68912037037080154</c:v>
                </c:pt>
                <c:pt idx="59541">
                  <c:v>0.68913194444030523</c:v>
                </c:pt>
                <c:pt idx="59542">
                  <c:v>0.68914351851708489</c:v>
                </c:pt>
                <c:pt idx="59543">
                  <c:v>0.68915509259386454</c:v>
                </c:pt>
                <c:pt idx="59544">
                  <c:v>0.68916666666336823</c:v>
                </c:pt>
                <c:pt idx="59545">
                  <c:v>0.68917824074014788</c:v>
                </c:pt>
                <c:pt idx="59546">
                  <c:v>0.68918981480965158</c:v>
                </c:pt>
                <c:pt idx="59547">
                  <c:v>0.68920138888643123</c:v>
                </c:pt>
                <c:pt idx="59548">
                  <c:v>0.68921296296321088</c:v>
                </c:pt>
                <c:pt idx="59549">
                  <c:v>0.68922453703271458</c:v>
                </c:pt>
                <c:pt idx="59550">
                  <c:v>0.68923611110949423</c:v>
                </c:pt>
                <c:pt idx="59551">
                  <c:v>0.68924768518627388</c:v>
                </c:pt>
                <c:pt idx="59552">
                  <c:v>0.68925925925577758</c:v>
                </c:pt>
                <c:pt idx="59553">
                  <c:v>0.68927083333255723</c:v>
                </c:pt>
                <c:pt idx="59554">
                  <c:v>0.68928240740206093</c:v>
                </c:pt>
                <c:pt idx="59555">
                  <c:v>0.68929398147884058</c:v>
                </c:pt>
                <c:pt idx="59556">
                  <c:v>0.68930555555562023</c:v>
                </c:pt>
                <c:pt idx="59557">
                  <c:v>0.68931712962512393</c:v>
                </c:pt>
                <c:pt idx="59558">
                  <c:v>0.68932870370190358</c:v>
                </c:pt>
                <c:pt idx="59559">
                  <c:v>0.68934027777868323</c:v>
                </c:pt>
                <c:pt idx="59560">
                  <c:v>0.68935185184818693</c:v>
                </c:pt>
                <c:pt idx="59561">
                  <c:v>0.68936342592496658</c:v>
                </c:pt>
                <c:pt idx="59562">
                  <c:v>0.68937499999447027</c:v>
                </c:pt>
                <c:pt idx="59563">
                  <c:v>0.68938657407124992</c:v>
                </c:pt>
                <c:pt idx="59564">
                  <c:v>0.68939814814802958</c:v>
                </c:pt>
                <c:pt idx="59565">
                  <c:v>0.68940972221753327</c:v>
                </c:pt>
                <c:pt idx="59566">
                  <c:v>0.68942129629431292</c:v>
                </c:pt>
                <c:pt idx="59567">
                  <c:v>0.68943287037109258</c:v>
                </c:pt>
                <c:pt idx="59568">
                  <c:v>0.68944444444059627</c:v>
                </c:pt>
                <c:pt idx="59569">
                  <c:v>0.68945601851737592</c:v>
                </c:pt>
                <c:pt idx="59570">
                  <c:v>0.68946759258687962</c:v>
                </c:pt>
                <c:pt idx="59571">
                  <c:v>0.68947916666365927</c:v>
                </c:pt>
                <c:pt idx="59572">
                  <c:v>0.68949074074043892</c:v>
                </c:pt>
                <c:pt idx="59573">
                  <c:v>0.68950231480994262</c:v>
                </c:pt>
                <c:pt idx="59574">
                  <c:v>0.68951388888672227</c:v>
                </c:pt>
                <c:pt idx="59575">
                  <c:v>0.68952546296350192</c:v>
                </c:pt>
                <c:pt idx="59576">
                  <c:v>0.68953703703300562</c:v>
                </c:pt>
                <c:pt idx="59577">
                  <c:v>0.68954861110978527</c:v>
                </c:pt>
                <c:pt idx="59578">
                  <c:v>0.68956018517928896</c:v>
                </c:pt>
                <c:pt idx="59579">
                  <c:v>0.68957175925606862</c:v>
                </c:pt>
                <c:pt idx="59580">
                  <c:v>0.68958333333284827</c:v>
                </c:pt>
                <c:pt idx="59581">
                  <c:v>0.68959490740235196</c:v>
                </c:pt>
                <c:pt idx="59582">
                  <c:v>0.68960648147913162</c:v>
                </c:pt>
                <c:pt idx="59583">
                  <c:v>0.68961805555591127</c:v>
                </c:pt>
                <c:pt idx="59584">
                  <c:v>0.68962962962541496</c:v>
                </c:pt>
                <c:pt idx="59585">
                  <c:v>0.68964120370219462</c:v>
                </c:pt>
                <c:pt idx="59586">
                  <c:v>0.68965277777897427</c:v>
                </c:pt>
                <c:pt idx="59587">
                  <c:v>0.68966435184847796</c:v>
                </c:pt>
                <c:pt idx="59588">
                  <c:v>0.68967592592525762</c:v>
                </c:pt>
                <c:pt idx="59589">
                  <c:v>0.68968749999476131</c:v>
                </c:pt>
                <c:pt idx="59590">
                  <c:v>0.68969907407154096</c:v>
                </c:pt>
                <c:pt idx="59591">
                  <c:v>0.68971064814832062</c:v>
                </c:pt>
                <c:pt idx="59592">
                  <c:v>0.68972222221782431</c:v>
                </c:pt>
                <c:pt idx="59593">
                  <c:v>0.68973379629460396</c:v>
                </c:pt>
                <c:pt idx="59594">
                  <c:v>0.68974537037138361</c:v>
                </c:pt>
                <c:pt idx="59595">
                  <c:v>0.68975694444088731</c:v>
                </c:pt>
                <c:pt idx="59596">
                  <c:v>0.68976851851766696</c:v>
                </c:pt>
                <c:pt idx="59597">
                  <c:v>0.68978009258717066</c:v>
                </c:pt>
                <c:pt idx="59598">
                  <c:v>0.68979166666395031</c:v>
                </c:pt>
                <c:pt idx="59599">
                  <c:v>0.68980324074072996</c:v>
                </c:pt>
                <c:pt idx="59600">
                  <c:v>0.68981481481023366</c:v>
                </c:pt>
                <c:pt idx="59601">
                  <c:v>0.68982638888701331</c:v>
                </c:pt>
                <c:pt idx="59602">
                  <c:v>0.68983796296379296</c:v>
                </c:pt>
                <c:pt idx="59603">
                  <c:v>0.68984953703329666</c:v>
                </c:pt>
                <c:pt idx="59604">
                  <c:v>0.68986111111007631</c:v>
                </c:pt>
                <c:pt idx="59605">
                  <c:v>0.68987268517958</c:v>
                </c:pt>
                <c:pt idx="59606">
                  <c:v>0.68988425925635966</c:v>
                </c:pt>
                <c:pt idx="59607">
                  <c:v>0.68989583333313931</c:v>
                </c:pt>
                <c:pt idx="59608">
                  <c:v>0.689907407402643</c:v>
                </c:pt>
                <c:pt idx="59609">
                  <c:v>0.68991898147942265</c:v>
                </c:pt>
                <c:pt idx="59610">
                  <c:v>0.68993055555620231</c:v>
                </c:pt>
                <c:pt idx="59611">
                  <c:v>0.689942129625706</c:v>
                </c:pt>
                <c:pt idx="59612">
                  <c:v>0.68995370370248565</c:v>
                </c:pt>
                <c:pt idx="59613">
                  <c:v>0.68996527777198935</c:v>
                </c:pt>
                <c:pt idx="59614">
                  <c:v>0.689976851848769</c:v>
                </c:pt>
                <c:pt idx="59615">
                  <c:v>0.68998842592554865</c:v>
                </c:pt>
                <c:pt idx="59616">
                  <c:v>0.68999999999505235</c:v>
                </c:pt>
                <c:pt idx="59617">
                  <c:v>0.690011574071832</c:v>
                </c:pt>
                <c:pt idx="59618">
                  <c:v>0.69002314814861165</c:v>
                </c:pt>
                <c:pt idx="59619">
                  <c:v>0.69003472221811535</c:v>
                </c:pt>
                <c:pt idx="59620">
                  <c:v>0.690046296294895</c:v>
                </c:pt>
                <c:pt idx="59621">
                  <c:v>0.69005787037167465</c:v>
                </c:pt>
                <c:pt idx="59622">
                  <c:v>0.69006944444117835</c:v>
                </c:pt>
                <c:pt idx="59623">
                  <c:v>0.690081018517958</c:v>
                </c:pt>
                <c:pt idx="59624">
                  <c:v>0.6900925925874617</c:v>
                </c:pt>
                <c:pt idx="59625">
                  <c:v>0.69010416666424135</c:v>
                </c:pt>
                <c:pt idx="59626">
                  <c:v>0.690115740741021</c:v>
                </c:pt>
                <c:pt idx="59627">
                  <c:v>0.69012731481052469</c:v>
                </c:pt>
                <c:pt idx="59628">
                  <c:v>0.69013888888730435</c:v>
                </c:pt>
                <c:pt idx="59629">
                  <c:v>0.690150462964084</c:v>
                </c:pt>
                <c:pt idx="59630">
                  <c:v>0.69016203703358769</c:v>
                </c:pt>
                <c:pt idx="59631">
                  <c:v>0.69017361111036735</c:v>
                </c:pt>
                <c:pt idx="59632">
                  <c:v>0.69018518517987104</c:v>
                </c:pt>
                <c:pt idx="59633">
                  <c:v>0.69019675925665069</c:v>
                </c:pt>
                <c:pt idx="59634">
                  <c:v>0.69020833333343035</c:v>
                </c:pt>
                <c:pt idx="59635">
                  <c:v>0.69021990740293404</c:v>
                </c:pt>
                <c:pt idx="59636">
                  <c:v>0.69023148147971369</c:v>
                </c:pt>
                <c:pt idx="59637">
                  <c:v>0.69024305555649335</c:v>
                </c:pt>
                <c:pt idx="59638">
                  <c:v>0.69025462962599704</c:v>
                </c:pt>
                <c:pt idx="59639">
                  <c:v>0.69026620370277669</c:v>
                </c:pt>
                <c:pt idx="59640">
                  <c:v>0.69027777777228039</c:v>
                </c:pt>
                <c:pt idx="59641">
                  <c:v>0.69028935184906004</c:v>
                </c:pt>
                <c:pt idx="59642">
                  <c:v>0.69030092592583969</c:v>
                </c:pt>
                <c:pt idx="59643">
                  <c:v>0.69031249999534339</c:v>
                </c:pt>
                <c:pt idx="59644">
                  <c:v>0.69032407407212304</c:v>
                </c:pt>
                <c:pt idx="59645">
                  <c:v>0.69033564814890269</c:v>
                </c:pt>
                <c:pt idx="59646">
                  <c:v>0.69034722221840639</c:v>
                </c:pt>
                <c:pt idx="59647">
                  <c:v>0.69035879629518604</c:v>
                </c:pt>
                <c:pt idx="59648">
                  <c:v>0.69037037036468973</c:v>
                </c:pt>
                <c:pt idx="59649">
                  <c:v>0.69038194444146939</c:v>
                </c:pt>
                <c:pt idx="59650">
                  <c:v>0.69039351851824904</c:v>
                </c:pt>
                <c:pt idx="59651">
                  <c:v>0.69040509258775273</c:v>
                </c:pt>
                <c:pt idx="59652">
                  <c:v>0.69041666666453239</c:v>
                </c:pt>
                <c:pt idx="59653">
                  <c:v>0.69042824074131204</c:v>
                </c:pt>
                <c:pt idx="59654">
                  <c:v>0.69043981481081573</c:v>
                </c:pt>
                <c:pt idx="59655">
                  <c:v>0.69045138888759539</c:v>
                </c:pt>
                <c:pt idx="59656">
                  <c:v>0.69046296295709908</c:v>
                </c:pt>
                <c:pt idx="59657">
                  <c:v>0.69047453703387873</c:v>
                </c:pt>
                <c:pt idx="59658">
                  <c:v>0.69048611111065838</c:v>
                </c:pt>
                <c:pt idx="59659">
                  <c:v>0.69049768518016208</c:v>
                </c:pt>
                <c:pt idx="59660">
                  <c:v>0.69050925925694173</c:v>
                </c:pt>
                <c:pt idx="59661">
                  <c:v>0.69052083333372138</c:v>
                </c:pt>
                <c:pt idx="59662">
                  <c:v>0.69053240740322508</c:v>
                </c:pt>
                <c:pt idx="59663">
                  <c:v>0.69054398148000473</c:v>
                </c:pt>
                <c:pt idx="59664">
                  <c:v>0.69055555555678438</c:v>
                </c:pt>
                <c:pt idx="59665">
                  <c:v>0.69056712962628808</c:v>
                </c:pt>
                <c:pt idx="59666">
                  <c:v>0.69057870370306773</c:v>
                </c:pt>
                <c:pt idx="59667">
                  <c:v>0.69059027777257143</c:v>
                </c:pt>
                <c:pt idx="59668">
                  <c:v>0.69060185184935108</c:v>
                </c:pt>
                <c:pt idx="59669">
                  <c:v>0.69061342592613073</c:v>
                </c:pt>
                <c:pt idx="59670">
                  <c:v>0.69062499999563443</c:v>
                </c:pt>
                <c:pt idx="59671">
                  <c:v>0.69063657407241408</c:v>
                </c:pt>
                <c:pt idx="59672">
                  <c:v>0.69064814814919373</c:v>
                </c:pt>
                <c:pt idx="59673">
                  <c:v>0.69065972221869742</c:v>
                </c:pt>
                <c:pt idx="59674">
                  <c:v>0.69067129629547708</c:v>
                </c:pt>
                <c:pt idx="59675">
                  <c:v>0.69068287036498077</c:v>
                </c:pt>
                <c:pt idx="59676">
                  <c:v>0.69069444444176042</c:v>
                </c:pt>
                <c:pt idx="59677">
                  <c:v>0.69070601851854008</c:v>
                </c:pt>
                <c:pt idx="59678">
                  <c:v>0.69071759258804377</c:v>
                </c:pt>
                <c:pt idx="59679">
                  <c:v>0.69072916666482342</c:v>
                </c:pt>
                <c:pt idx="59680">
                  <c:v>0.69074074074160308</c:v>
                </c:pt>
                <c:pt idx="59681">
                  <c:v>0.69075231481110677</c:v>
                </c:pt>
                <c:pt idx="59682">
                  <c:v>0.69076388888788642</c:v>
                </c:pt>
                <c:pt idx="59683">
                  <c:v>0.69077546295739012</c:v>
                </c:pt>
                <c:pt idx="59684">
                  <c:v>0.69078703703416977</c:v>
                </c:pt>
                <c:pt idx="59685">
                  <c:v>0.69079861111094942</c:v>
                </c:pt>
                <c:pt idx="59686">
                  <c:v>0.69081018518045312</c:v>
                </c:pt>
                <c:pt idx="59687">
                  <c:v>0.69082175925723277</c:v>
                </c:pt>
                <c:pt idx="59688">
                  <c:v>0.69083333333401242</c:v>
                </c:pt>
                <c:pt idx="59689">
                  <c:v>0.69084490740351612</c:v>
                </c:pt>
                <c:pt idx="59690">
                  <c:v>0.69085648148029577</c:v>
                </c:pt>
                <c:pt idx="59691">
                  <c:v>0.69086805554979946</c:v>
                </c:pt>
                <c:pt idx="59692">
                  <c:v>0.69087962962657912</c:v>
                </c:pt>
                <c:pt idx="59693">
                  <c:v>0.69089120370335877</c:v>
                </c:pt>
                <c:pt idx="59694">
                  <c:v>0.69090277777286246</c:v>
                </c:pt>
                <c:pt idx="59695">
                  <c:v>0.69091435184964212</c:v>
                </c:pt>
                <c:pt idx="59696">
                  <c:v>0.69092592592642177</c:v>
                </c:pt>
                <c:pt idx="59697">
                  <c:v>0.69093749999592546</c:v>
                </c:pt>
                <c:pt idx="59698">
                  <c:v>0.69094907407270512</c:v>
                </c:pt>
                <c:pt idx="59699">
                  <c:v>0.69096064814948477</c:v>
                </c:pt>
                <c:pt idx="59700">
                  <c:v>0.69097222221898846</c:v>
                </c:pt>
                <c:pt idx="59701">
                  <c:v>0.69098379629576812</c:v>
                </c:pt>
                <c:pt idx="59702">
                  <c:v>0.69099537036527181</c:v>
                </c:pt>
                <c:pt idx="59703">
                  <c:v>0.69100694444205146</c:v>
                </c:pt>
                <c:pt idx="59704">
                  <c:v>0.69101851851883112</c:v>
                </c:pt>
                <c:pt idx="59705">
                  <c:v>0.69103009258833481</c:v>
                </c:pt>
                <c:pt idx="59706">
                  <c:v>0.69104166666511446</c:v>
                </c:pt>
                <c:pt idx="59707">
                  <c:v>0.69105324074189411</c:v>
                </c:pt>
                <c:pt idx="59708">
                  <c:v>0.69106481481139781</c:v>
                </c:pt>
                <c:pt idx="59709">
                  <c:v>0.69107638888817746</c:v>
                </c:pt>
                <c:pt idx="59710">
                  <c:v>0.69108796295768116</c:v>
                </c:pt>
                <c:pt idx="59711">
                  <c:v>0.69109953703446081</c:v>
                </c:pt>
                <c:pt idx="59712">
                  <c:v>0.69111111111124046</c:v>
                </c:pt>
                <c:pt idx="59713">
                  <c:v>0.69112268518074416</c:v>
                </c:pt>
                <c:pt idx="59714">
                  <c:v>0.69113425925752381</c:v>
                </c:pt>
                <c:pt idx="59715">
                  <c:v>0.69114583333430346</c:v>
                </c:pt>
                <c:pt idx="59716">
                  <c:v>0.69115740740380716</c:v>
                </c:pt>
                <c:pt idx="59717">
                  <c:v>0.69116898148058681</c:v>
                </c:pt>
                <c:pt idx="59718">
                  <c:v>0.6911805555500905</c:v>
                </c:pt>
                <c:pt idx="59719">
                  <c:v>0.69119212962687016</c:v>
                </c:pt>
                <c:pt idx="59720">
                  <c:v>0.69120370370364981</c:v>
                </c:pt>
                <c:pt idx="59721">
                  <c:v>0.6912152777731535</c:v>
                </c:pt>
                <c:pt idx="59722">
                  <c:v>0.69122685184993315</c:v>
                </c:pt>
                <c:pt idx="59723">
                  <c:v>0.69123842592671281</c:v>
                </c:pt>
                <c:pt idx="59724">
                  <c:v>0.6912499999962165</c:v>
                </c:pt>
                <c:pt idx="59725">
                  <c:v>0.69126157407299615</c:v>
                </c:pt>
                <c:pt idx="59726">
                  <c:v>0.69127314814249985</c:v>
                </c:pt>
                <c:pt idx="59727">
                  <c:v>0.6912847222192795</c:v>
                </c:pt>
                <c:pt idx="59728">
                  <c:v>0.69129629629605915</c:v>
                </c:pt>
                <c:pt idx="59729">
                  <c:v>0.69130787036556285</c:v>
                </c:pt>
                <c:pt idx="59730">
                  <c:v>0.6913194444423425</c:v>
                </c:pt>
                <c:pt idx="59731">
                  <c:v>0.69133101851912215</c:v>
                </c:pt>
                <c:pt idx="59732">
                  <c:v>0.69134259258862585</c:v>
                </c:pt>
                <c:pt idx="59733">
                  <c:v>0.6913541666654055</c:v>
                </c:pt>
                <c:pt idx="59734">
                  <c:v>0.6913657407349092</c:v>
                </c:pt>
                <c:pt idx="59735">
                  <c:v>0.69137731481168885</c:v>
                </c:pt>
                <c:pt idx="59736">
                  <c:v>0.6913888888884685</c:v>
                </c:pt>
                <c:pt idx="59737">
                  <c:v>0.69140046295797219</c:v>
                </c:pt>
                <c:pt idx="59738">
                  <c:v>0.69141203703475185</c:v>
                </c:pt>
                <c:pt idx="59739">
                  <c:v>0.6914236111115315</c:v>
                </c:pt>
                <c:pt idx="59740">
                  <c:v>0.69143518518103519</c:v>
                </c:pt>
                <c:pt idx="59741">
                  <c:v>0.69144675925781485</c:v>
                </c:pt>
                <c:pt idx="59742">
                  <c:v>0.6914583333345945</c:v>
                </c:pt>
                <c:pt idx="59743">
                  <c:v>0.69146990740409819</c:v>
                </c:pt>
                <c:pt idx="59744">
                  <c:v>0.69148148148087785</c:v>
                </c:pt>
                <c:pt idx="59745">
                  <c:v>0.69149305555038154</c:v>
                </c:pt>
                <c:pt idx="59746">
                  <c:v>0.69150462962716119</c:v>
                </c:pt>
                <c:pt idx="59747">
                  <c:v>0.69151620370394085</c:v>
                </c:pt>
                <c:pt idx="59748">
                  <c:v>0.69152777777344454</c:v>
                </c:pt>
                <c:pt idx="59749">
                  <c:v>0.69153935185022419</c:v>
                </c:pt>
                <c:pt idx="59750">
                  <c:v>0.69155092592700385</c:v>
                </c:pt>
                <c:pt idx="59751">
                  <c:v>0.69156249999650754</c:v>
                </c:pt>
                <c:pt idx="59752">
                  <c:v>0.69157407407328719</c:v>
                </c:pt>
                <c:pt idx="59753">
                  <c:v>0.69158564814279089</c:v>
                </c:pt>
                <c:pt idx="59754">
                  <c:v>0.69159722221957054</c:v>
                </c:pt>
                <c:pt idx="59755">
                  <c:v>0.69160879629635019</c:v>
                </c:pt>
                <c:pt idx="59756">
                  <c:v>0.69162037036585389</c:v>
                </c:pt>
                <c:pt idx="59757">
                  <c:v>0.69163194444263354</c:v>
                </c:pt>
                <c:pt idx="59758">
                  <c:v>0.69164351851941319</c:v>
                </c:pt>
                <c:pt idx="59759">
                  <c:v>0.69165509258891689</c:v>
                </c:pt>
                <c:pt idx="59760">
                  <c:v>0.69166666666569654</c:v>
                </c:pt>
                <c:pt idx="59761">
                  <c:v>0.69167824073520023</c:v>
                </c:pt>
                <c:pt idx="59762">
                  <c:v>0.69168981481197989</c:v>
                </c:pt>
                <c:pt idx="59763">
                  <c:v>0.69170138888875954</c:v>
                </c:pt>
                <c:pt idx="59764">
                  <c:v>0.69171296295826323</c:v>
                </c:pt>
                <c:pt idx="59765">
                  <c:v>0.69172453703504289</c:v>
                </c:pt>
                <c:pt idx="59766">
                  <c:v>0.69173611111182254</c:v>
                </c:pt>
                <c:pt idx="59767">
                  <c:v>0.69174768518132623</c:v>
                </c:pt>
                <c:pt idx="59768">
                  <c:v>0.69175925925810589</c:v>
                </c:pt>
                <c:pt idx="59769">
                  <c:v>0.69177083332760958</c:v>
                </c:pt>
                <c:pt idx="59770">
                  <c:v>0.69178240740438923</c:v>
                </c:pt>
                <c:pt idx="59771">
                  <c:v>0.69179398148116888</c:v>
                </c:pt>
                <c:pt idx="59772">
                  <c:v>0.69180555555067258</c:v>
                </c:pt>
                <c:pt idx="59773">
                  <c:v>0.69181712962745223</c:v>
                </c:pt>
                <c:pt idx="59774">
                  <c:v>0.69182870370423188</c:v>
                </c:pt>
                <c:pt idx="59775">
                  <c:v>0.69184027777373558</c:v>
                </c:pt>
                <c:pt idx="59776">
                  <c:v>0.69185185185051523</c:v>
                </c:pt>
                <c:pt idx="59777">
                  <c:v>0.69186342592001893</c:v>
                </c:pt>
                <c:pt idx="59778">
                  <c:v>0.69187499999679858</c:v>
                </c:pt>
                <c:pt idx="59779">
                  <c:v>0.69188657407357823</c:v>
                </c:pt>
                <c:pt idx="59780">
                  <c:v>0.69189814814308193</c:v>
                </c:pt>
                <c:pt idx="59781">
                  <c:v>0.69190972221986158</c:v>
                </c:pt>
                <c:pt idx="59782">
                  <c:v>0.69192129629664123</c:v>
                </c:pt>
                <c:pt idx="59783">
                  <c:v>0.69193287036614493</c:v>
                </c:pt>
                <c:pt idx="59784">
                  <c:v>0.69194444444292458</c:v>
                </c:pt>
                <c:pt idx="59785">
                  <c:v>0.69195601851970423</c:v>
                </c:pt>
                <c:pt idx="59786">
                  <c:v>0.69196759258920792</c:v>
                </c:pt>
                <c:pt idx="59787">
                  <c:v>0.69197916666598758</c:v>
                </c:pt>
                <c:pt idx="59788">
                  <c:v>0.69199074073549127</c:v>
                </c:pt>
                <c:pt idx="59789">
                  <c:v>0.69200231481227092</c:v>
                </c:pt>
                <c:pt idx="59790">
                  <c:v>0.69201388888905058</c:v>
                </c:pt>
                <c:pt idx="59791">
                  <c:v>0.69202546295855427</c:v>
                </c:pt>
                <c:pt idx="59792">
                  <c:v>0.69203703703533392</c:v>
                </c:pt>
                <c:pt idx="59793">
                  <c:v>0.69204861111211358</c:v>
                </c:pt>
                <c:pt idx="59794">
                  <c:v>0.69206018518161727</c:v>
                </c:pt>
                <c:pt idx="59795">
                  <c:v>0.69207175925839692</c:v>
                </c:pt>
                <c:pt idx="59796">
                  <c:v>0.69208333332790062</c:v>
                </c:pt>
                <c:pt idx="59797">
                  <c:v>0.69209490740468027</c:v>
                </c:pt>
                <c:pt idx="59798">
                  <c:v>0.69210648148145992</c:v>
                </c:pt>
                <c:pt idx="59799">
                  <c:v>0.69211805555096362</c:v>
                </c:pt>
                <c:pt idx="59800">
                  <c:v>0.69212962962774327</c:v>
                </c:pt>
                <c:pt idx="59801">
                  <c:v>0.69214120370452292</c:v>
                </c:pt>
                <c:pt idx="59802">
                  <c:v>0.69215277777402662</c:v>
                </c:pt>
                <c:pt idx="59803">
                  <c:v>0.69216435185080627</c:v>
                </c:pt>
                <c:pt idx="59804">
                  <c:v>0.69217592592030996</c:v>
                </c:pt>
                <c:pt idx="59805">
                  <c:v>0.69218749999708962</c:v>
                </c:pt>
                <c:pt idx="59806">
                  <c:v>0.69219907407386927</c:v>
                </c:pt>
                <c:pt idx="59807">
                  <c:v>0.69221064814337296</c:v>
                </c:pt>
                <c:pt idx="59808">
                  <c:v>0.69222222222015262</c:v>
                </c:pt>
                <c:pt idx="59809">
                  <c:v>0.69223379629693227</c:v>
                </c:pt>
                <c:pt idx="59810">
                  <c:v>0.69224537036643596</c:v>
                </c:pt>
                <c:pt idx="59811">
                  <c:v>0.69225694444321562</c:v>
                </c:pt>
                <c:pt idx="59812">
                  <c:v>0.69226851851271931</c:v>
                </c:pt>
                <c:pt idx="59813">
                  <c:v>0.69228009258949896</c:v>
                </c:pt>
                <c:pt idx="59814">
                  <c:v>0.69229166666627862</c:v>
                </c:pt>
                <c:pt idx="59815">
                  <c:v>0.69230324073578231</c:v>
                </c:pt>
                <c:pt idx="59816">
                  <c:v>0.69231481481256196</c:v>
                </c:pt>
                <c:pt idx="59817">
                  <c:v>0.69232638888934162</c:v>
                </c:pt>
                <c:pt idx="59818">
                  <c:v>0.69233796295884531</c:v>
                </c:pt>
                <c:pt idx="59819">
                  <c:v>0.69234953703562496</c:v>
                </c:pt>
                <c:pt idx="59820">
                  <c:v>0.69236111111240461</c:v>
                </c:pt>
                <c:pt idx="59821">
                  <c:v>0.69237268518190831</c:v>
                </c:pt>
                <c:pt idx="59822">
                  <c:v>0.69238425925868796</c:v>
                </c:pt>
                <c:pt idx="59823">
                  <c:v>0.69239583332819166</c:v>
                </c:pt>
                <c:pt idx="59824">
                  <c:v>0.69240740740497131</c:v>
                </c:pt>
                <c:pt idx="59825">
                  <c:v>0.69241898148175096</c:v>
                </c:pt>
                <c:pt idx="59826">
                  <c:v>0.69243055555125466</c:v>
                </c:pt>
                <c:pt idx="59827">
                  <c:v>0.69244212962803431</c:v>
                </c:pt>
                <c:pt idx="59828">
                  <c:v>0.69245370370481396</c:v>
                </c:pt>
                <c:pt idx="59829">
                  <c:v>0.69246527777431766</c:v>
                </c:pt>
                <c:pt idx="59830">
                  <c:v>0.69247685185109731</c:v>
                </c:pt>
                <c:pt idx="59831">
                  <c:v>0.692488425920601</c:v>
                </c:pt>
                <c:pt idx="59832">
                  <c:v>0.69249999999738066</c:v>
                </c:pt>
                <c:pt idx="59833">
                  <c:v>0.69251157407416031</c:v>
                </c:pt>
                <c:pt idx="59834">
                  <c:v>0.692523148143664</c:v>
                </c:pt>
                <c:pt idx="59835">
                  <c:v>0.69253472222044365</c:v>
                </c:pt>
                <c:pt idx="59836">
                  <c:v>0.69254629629722331</c:v>
                </c:pt>
                <c:pt idx="59837">
                  <c:v>0.692557870366727</c:v>
                </c:pt>
                <c:pt idx="59838">
                  <c:v>0.69256944444350665</c:v>
                </c:pt>
                <c:pt idx="59839">
                  <c:v>0.69258101851301035</c:v>
                </c:pt>
                <c:pt idx="59840">
                  <c:v>0.69259259258979</c:v>
                </c:pt>
                <c:pt idx="59841">
                  <c:v>0.69260416666656965</c:v>
                </c:pt>
                <c:pt idx="59842">
                  <c:v>0.69261574073607335</c:v>
                </c:pt>
                <c:pt idx="59843">
                  <c:v>0.692627314812853</c:v>
                </c:pt>
                <c:pt idx="59844">
                  <c:v>0.69263888888963265</c:v>
                </c:pt>
                <c:pt idx="59845">
                  <c:v>0.69265046295913635</c:v>
                </c:pt>
                <c:pt idx="59846">
                  <c:v>0.692662037035916</c:v>
                </c:pt>
                <c:pt idx="59847">
                  <c:v>0.6926736111054197</c:v>
                </c:pt>
                <c:pt idx="59848">
                  <c:v>0.69268518518219935</c:v>
                </c:pt>
                <c:pt idx="59849">
                  <c:v>0.692696759258979</c:v>
                </c:pt>
                <c:pt idx="59850">
                  <c:v>0.69270833332848269</c:v>
                </c:pt>
                <c:pt idx="59851">
                  <c:v>0.69271990740526235</c:v>
                </c:pt>
                <c:pt idx="59852">
                  <c:v>0.692731481482042</c:v>
                </c:pt>
                <c:pt idx="59853">
                  <c:v>0.69274305555154569</c:v>
                </c:pt>
                <c:pt idx="59854">
                  <c:v>0.69275462962832535</c:v>
                </c:pt>
                <c:pt idx="59855">
                  <c:v>0.69276620369782904</c:v>
                </c:pt>
                <c:pt idx="59856">
                  <c:v>0.69277777777460869</c:v>
                </c:pt>
                <c:pt idx="59857">
                  <c:v>0.69278935185138835</c:v>
                </c:pt>
                <c:pt idx="59858">
                  <c:v>0.69280092592089204</c:v>
                </c:pt>
                <c:pt idx="59859">
                  <c:v>0.69281249999767169</c:v>
                </c:pt>
                <c:pt idx="59860">
                  <c:v>0.69282407407445135</c:v>
                </c:pt>
                <c:pt idx="59861">
                  <c:v>0.69283564814395504</c:v>
                </c:pt>
                <c:pt idx="59862">
                  <c:v>0.69284722222073469</c:v>
                </c:pt>
                <c:pt idx="59863">
                  <c:v>0.69285879629751435</c:v>
                </c:pt>
                <c:pt idx="59864">
                  <c:v>0.69287037036701804</c:v>
                </c:pt>
                <c:pt idx="59865">
                  <c:v>0.69288194444379769</c:v>
                </c:pt>
                <c:pt idx="59866">
                  <c:v>0.69289351851330139</c:v>
                </c:pt>
                <c:pt idx="59867">
                  <c:v>0.69290509259008104</c:v>
                </c:pt>
                <c:pt idx="59868">
                  <c:v>0.69291666666686069</c:v>
                </c:pt>
                <c:pt idx="59869">
                  <c:v>0.69292824073636439</c:v>
                </c:pt>
                <c:pt idx="59870">
                  <c:v>0.69293981481314404</c:v>
                </c:pt>
                <c:pt idx="59871">
                  <c:v>0.69295138888992369</c:v>
                </c:pt>
                <c:pt idx="59872">
                  <c:v>0.69296296295942739</c:v>
                </c:pt>
                <c:pt idx="59873">
                  <c:v>0.69297453703620704</c:v>
                </c:pt>
                <c:pt idx="59874">
                  <c:v>0.69298611110571073</c:v>
                </c:pt>
                <c:pt idx="59875">
                  <c:v>0.69299768518249039</c:v>
                </c:pt>
                <c:pt idx="59876">
                  <c:v>0.69300925925927004</c:v>
                </c:pt>
                <c:pt idx="59877">
                  <c:v>0.69302083332877373</c:v>
                </c:pt>
                <c:pt idx="59878">
                  <c:v>0.69303240740555339</c:v>
                </c:pt>
                <c:pt idx="59879">
                  <c:v>0.69304398148233304</c:v>
                </c:pt>
                <c:pt idx="59880">
                  <c:v>0.69305555555183673</c:v>
                </c:pt>
                <c:pt idx="59881">
                  <c:v>0.69306712962861639</c:v>
                </c:pt>
                <c:pt idx="59882">
                  <c:v>0.69307870369812008</c:v>
                </c:pt>
                <c:pt idx="59883">
                  <c:v>0.69309027777489973</c:v>
                </c:pt>
                <c:pt idx="59884">
                  <c:v>0.69310185185167938</c:v>
                </c:pt>
                <c:pt idx="59885">
                  <c:v>0.69311342592118308</c:v>
                </c:pt>
                <c:pt idx="59886">
                  <c:v>0.69312499999796273</c:v>
                </c:pt>
                <c:pt idx="59887">
                  <c:v>0.69313657407474238</c:v>
                </c:pt>
                <c:pt idx="59888">
                  <c:v>0.69314814814424608</c:v>
                </c:pt>
                <c:pt idx="59889">
                  <c:v>0.69315972222102573</c:v>
                </c:pt>
                <c:pt idx="59890">
                  <c:v>0.69317129629052943</c:v>
                </c:pt>
                <c:pt idx="59891">
                  <c:v>0.69318287036730908</c:v>
                </c:pt>
                <c:pt idx="59892">
                  <c:v>0.69319444444408873</c:v>
                </c:pt>
                <c:pt idx="59893">
                  <c:v>0.69320601851359243</c:v>
                </c:pt>
                <c:pt idx="59894">
                  <c:v>0.69321759259037208</c:v>
                </c:pt>
                <c:pt idx="59895">
                  <c:v>0.69322916666715173</c:v>
                </c:pt>
                <c:pt idx="59896">
                  <c:v>0.69324074073665543</c:v>
                </c:pt>
                <c:pt idx="59897">
                  <c:v>0.69325231481343508</c:v>
                </c:pt>
                <c:pt idx="59898">
                  <c:v>0.69326388889021473</c:v>
                </c:pt>
                <c:pt idx="59899">
                  <c:v>0.69327546295971842</c:v>
                </c:pt>
                <c:pt idx="59900">
                  <c:v>0.69328703703649808</c:v>
                </c:pt>
                <c:pt idx="59901">
                  <c:v>0.69329861110600177</c:v>
                </c:pt>
                <c:pt idx="59902">
                  <c:v>0.69331018518278142</c:v>
                </c:pt>
                <c:pt idx="59903">
                  <c:v>0.69332175925956108</c:v>
                </c:pt>
                <c:pt idx="59904">
                  <c:v>0.69333333332906477</c:v>
                </c:pt>
                <c:pt idx="59905">
                  <c:v>0.69334490740584442</c:v>
                </c:pt>
                <c:pt idx="59906">
                  <c:v>0.69335648148262408</c:v>
                </c:pt>
                <c:pt idx="59907">
                  <c:v>0.69336805555212777</c:v>
                </c:pt>
                <c:pt idx="59908">
                  <c:v>0.69337962962890742</c:v>
                </c:pt>
                <c:pt idx="59909">
                  <c:v>0.69339120369841112</c:v>
                </c:pt>
                <c:pt idx="59910">
                  <c:v>0.69340277777519077</c:v>
                </c:pt>
                <c:pt idx="59911">
                  <c:v>0.69341435185197042</c:v>
                </c:pt>
                <c:pt idx="59912">
                  <c:v>0.69342592592147412</c:v>
                </c:pt>
                <c:pt idx="59913">
                  <c:v>0.69343749999825377</c:v>
                </c:pt>
                <c:pt idx="59914">
                  <c:v>0.69344907407503342</c:v>
                </c:pt>
                <c:pt idx="59915">
                  <c:v>0.69346064814453712</c:v>
                </c:pt>
                <c:pt idx="59916">
                  <c:v>0.69347222222131677</c:v>
                </c:pt>
                <c:pt idx="59917">
                  <c:v>0.69348379629082046</c:v>
                </c:pt>
                <c:pt idx="59918">
                  <c:v>0.69349537036760012</c:v>
                </c:pt>
                <c:pt idx="59919">
                  <c:v>0.69350694444437977</c:v>
                </c:pt>
                <c:pt idx="59920">
                  <c:v>0.69351851851388346</c:v>
                </c:pt>
                <c:pt idx="59921">
                  <c:v>0.69353009259066312</c:v>
                </c:pt>
                <c:pt idx="59922">
                  <c:v>0.69354166666744277</c:v>
                </c:pt>
                <c:pt idx="59923">
                  <c:v>0.69355324073694646</c:v>
                </c:pt>
                <c:pt idx="59924">
                  <c:v>0.69356481481372612</c:v>
                </c:pt>
                <c:pt idx="59925">
                  <c:v>0.69357638888322981</c:v>
                </c:pt>
                <c:pt idx="59926">
                  <c:v>0.69358796296000946</c:v>
                </c:pt>
                <c:pt idx="59927">
                  <c:v>0.69359953703678912</c:v>
                </c:pt>
                <c:pt idx="59928">
                  <c:v>0.69361111110629281</c:v>
                </c:pt>
                <c:pt idx="59929">
                  <c:v>0.69362268518307246</c:v>
                </c:pt>
                <c:pt idx="59930">
                  <c:v>0.69363425925985212</c:v>
                </c:pt>
                <c:pt idx="59931">
                  <c:v>0.69364583332935581</c:v>
                </c:pt>
                <c:pt idx="59932">
                  <c:v>0.69365740740613546</c:v>
                </c:pt>
                <c:pt idx="59933">
                  <c:v>0.69366898147563916</c:v>
                </c:pt>
                <c:pt idx="59934">
                  <c:v>0.69368055555241881</c:v>
                </c:pt>
                <c:pt idx="59935">
                  <c:v>0.69369212962919846</c:v>
                </c:pt>
                <c:pt idx="59936">
                  <c:v>0.69370370369870216</c:v>
                </c:pt>
                <c:pt idx="59937">
                  <c:v>0.69371527777548181</c:v>
                </c:pt>
                <c:pt idx="59938">
                  <c:v>0.69372685185226146</c:v>
                </c:pt>
                <c:pt idx="59939">
                  <c:v>0.69373842592176516</c:v>
                </c:pt>
                <c:pt idx="59940">
                  <c:v>0.69374999999854481</c:v>
                </c:pt>
                <c:pt idx="59941">
                  <c:v>0.69376157407532446</c:v>
                </c:pt>
                <c:pt idx="59942">
                  <c:v>0.69377314814482816</c:v>
                </c:pt>
                <c:pt idx="59943">
                  <c:v>0.69378472222160781</c:v>
                </c:pt>
                <c:pt idx="59944">
                  <c:v>0.6937962962911115</c:v>
                </c:pt>
                <c:pt idx="59945">
                  <c:v>0.69380787036789116</c:v>
                </c:pt>
                <c:pt idx="59946">
                  <c:v>0.69381944444467081</c:v>
                </c:pt>
                <c:pt idx="59947">
                  <c:v>0.6938310185141745</c:v>
                </c:pt>
                <c:pt idx="59948">
                  <c:v>0.69384259259095415</c:v>
                </c:pt>
                <c:pt idx="59949">
                  <c:v>0.69385416666773381</c:v>
                </c:pt>
                <c:pt idx="59950">
                  <c:v>0.6938657407372375</c:v>
                </c:pt>
                <c:pt idx="59951">
                  <c:v>0.69387731481401715</c:v>
                </c:pt>
                <c:pt idx="59952">
                  <c:v>0.69388888888352085</c:v>
                </c:pt>
                <c:pt idx="59953">
                  <c:v>0.6939004629603005</c:v>
                </c:pt>
                <c:pt idx="59954">
                  <c:v>0.69391203703708015</c:v>
                </c:pt>
                <c:pt idx="59955">
                  <c:v>0.69392361110658385</c:v>
                </c:pt>
                <c:pt idx="59956">
                  <c:v>0.6939351851833635</c:v>
                </c:pt>
                <c:pt idx="59957">
                  <c:v>0.69394675926014315</c:v>
                </c:pt>
                <c:pt idx="59958">
                  <c:v>0.69395833332964685</c:v>
                </c:pt>
                <c:pt idx="59959">
                  <c:v>0.6939699074064265</c:v>
                </c:pt>
                <c:pt idx="59960">
                  <c:v>0.6939814814759302</c:v>
                </c:pt>
                <c:pt idx="59961">
                  <c:v>0.69399305555270985</c:v>
                </c:pt>
                <c:pt idx="59962">
                  <c:v>0.6940046296294895</c:v>
                </c:pt>
                <c:pt idx="59963">
                  <c:v>0.69401620369899319</c:v>
                </c:pt>
                <c:pt idx="59964">
                  <c:v>0.69402777777577285</c:v>
                </c:pt>
                <c:pt idx="59965">
                  <c:v>0.6940393518525525</c:v>
                </c:pt>
                <c:pt idx="59966">
                  <c:v>0.69405092592205619</c:v>
                </c:pt>
                <c:pt idx="59967">
                  <c:v>0.69406249999883585</c:v>
                </c:pt>
                <c:pt idx="59968">
                  <c:v>0.69407407406833954</c:v>
                </c:pt>
                <c:pt idx="59969">
                  <c:v>0.69408564814511919</c:v>
                </c:pt>
                <c:pt idx="59970">
                  <c:v>0.69409722222189885</c:v>
                </c:pt>
                <c:pt idx="59971">
                  <c:v>0.69410879629140254</c:v>
                </c:pt>
                <c:pt idx="59972">
                  <c:v>0.69412037036818219</c:v>
                </c:pt>
                <c:pt idx="59973">
                  <c:v>0.69413194444496185</c:v>
                </c:pt>
                <c:pt idx="59974">
                  <c:v>0.69414351851446554</c:v>
                </c:pt>
                <c:pt idx="59975">
                  <c:v>0.69415509259124519</c:v>
                </c:pt>
                <c:pt idx="59976">
                  <c:v>0.69416666666074889</c:v>
                </c:pt>
                <c:pt idx="59977">
                  <c:v>0.69417824073752854</c:v>
                </c:pt>
                <c:pt idx="59978">
                  <c:v>0.69418981481430819</c:v>
                </c:pt>
                <c:pt idx="59979">
                  <c:v>0.69420138888381189</c:v>
                </c:pt>
                <c:pt idx="59980">
                  <c:v>0.69421296296059154</c:v>
                </c:pt>
                <c:pt idx="59981">
                  <c:v>0.69422453703737119</c:v>
                </c:pt>
                <c:pt idx="59982">
                  <c:v>0.69423611110687489</c:v>
                </c:pt>
                <c:pt idx="59983">
                  <c:v>0.69424768518365454</c:v>
                </c:pt>
                <c:pt idx="59984">
                  <c:v>0.69425925926043419</c:v>
                </c:pt>
                <c:pt idx="59985">
                  <c:v>0.69427083332993789</c:v>
                </c:pt>
                <c:pt idx="59986">
                  <c:v>0.69428240740671754</c:v>
                </c:pt>
                <c:pt idx="59987">
                  <c:v>0.69429398147622123</c:v>
                </c:pt>
                <c:pt idx="59988">
                  <c:v>0.69430555555300089</c:v>
                </c:pt>
                <c:pt idx="59989">
                  <c:v>0.69431712962978054</c:v>
                </c:pt>
                <c:pt idx="59990">
                  <c:v>0.69432870369928423</c:v>
                </c:pt>
                <c:pt idx="59991">
                  <c:v>0.69434027777606389</c:v>
                </c:pt>
                <c:pt idx="59992">
                  <c:v>0.69435185185284354</c:v>
                </c:pt>
                <c:pt idx="59993">
                  <c:v>0.69436342592234723</c:v>
                </c:pt>
                <c:pt idx="59994">
                  <c:v>0.69437499999912689</c:v>
                </c:pt>
                <c:pt idx="59995">
                  <c:v>0.69438657406863058</c:v>
                </c:pt>
                <c:pt idx="59996">
                  <c:v>0.69439814814541023</c:v>
                </c:pt>
                <c:pt idx="59997">
                  <c:v>0.69440972222218988</c:v>
                </c:pt>
                <c:pt idx="59998">
                  <c:v>0.69442129629169358</c:v>
                </c:pt>
                <c:pt idx="59999">
                  <c:v>0.69443287036847323</c:v>
                </c:pt>
              </c:numCache>
            </c:numRef>
          </c:cat>
          <c:val>
            <c:numRef>
              <c:f>V1_H1!$I$5:$I$60004</c:f>
              <c:numCache>
                <c:formatCode>0.00_ </c:formatCode>
                <c:ptCount val="60000"/>
                <c:pt idx="0">
                  <c:v>24.65</c:v>
                </c:pt>
                <c:pt idx="1">
                  <c:v>24.65</c:v>
                </c:pt>
                <c:pt idx="2">
                  <c:v>24.65</c:v>
                </c:pt>
                <c:pt idx="3">
                  <c:v>24.65</c:v>
                </c:pt>
                <c:pt idx="4">
                  <c:v>24.65</c:v>
                </c:pt>
                <c:pt idx="5">
                  <c:v>24.65</c:v>
                </c:pt>
                <c:pt idx="6">
                  <c:v>24.65</c:v>
                </c:pt>
                <c:pt idx="7">
                  <c:v>24.65</c:v>
                </c:pt>
                <c:pt idx="8">
                  <c:v>24.65</c:v>
                </c:pt>
                <c:pt idx="9">
                  <c:v>24.65</c:v>
                </c:pt>
                <c:pt idx="10">
                  <c:v>24.65</c:v>
                </c:pt>
                <c:pt idx="11">
                  <c:v>24.65</c:v>
                </c:pt>
                <c:pt idx="12">
                  <c:v>24.65</c:v>
                </c:pt>
                <c:pt idx="13">
                  <c:v>24.65</c:v>
                </c:pt>
                <c:pt idx="14">
                  <c:v>24.65</c:v>
                </c:pt>
                <c:pt idx="15">
                  <c:v>24.65</c:v>
                </c:pt>
                <c:pt idx="16">
                  <c:v>24.65</c:v>
                </c:pt>
                <c:pt idx="17">
                  <c:v>24.65</c:v>
                </c:pt>
                <c:pt idx="18">
                  <c:v>24.65</c:v>
                </c:pt>
                <c:pt idx="19">
                  <c:v>24.65</c:v>
                </c:pt>
                <c:pt idx="20">
                  <c:v>24.65</c:v>
                </c:pt>
                <c:pt idx="21">
                  <c:v>24.65</c:v>
                </c:pt>
                <c:pt idx="22">
                  <c:v>24.65</c:v>
                </c:pt>
                <c:pt idx="23">
                  <c:v>24.65</c:v>
                </c:pt>
                <c:pt idx="24">
                  <c:v>24.65</c:v>
                </c:pt>
                <c:pt idx="25">
                  <c:v>24.65</c:v>
                </c:pt>
                <c:pt idx="26">
                  <c:v>24.65</c:v>
                </c:pt>
                <c:pt idx="27">
                  <c:v>24.65</c:v>
                </c:pt>
                <c:pt idx="28">
                  <c:v>24.65</c:v>
                </c:pt>
                <c:pt idx="29">
                  <c:v>24.65</c:v>
                </c:pt>
                <c:pt idx="30">
                  <c:v>24.65</c:v>
                </c:pt>
                <c:pt idx="31">
                  <c:v>24.65</c:v>
                </c:pt>
                <c:pt idx="32">
                  <c:v>24.65</c:v>
                </c:pt>
                <c:pt idx="33">
                  <c:v>24.65</c:v>
                </c:pt>
                <c:pt idx="34">
                  <c:v>24.65</c:v>
                </c:pt>
                <c:pt idx="35">
                  <c:v>24.65</c:v>
                </c:pt>
                <c:pt idx="36">
                  <c:v>24.65</c:v>
                </c:pt>
                <c:pt idx="37">
                  <c:v>24.65</c:v>
                </c:pt>
                <c:pt idx="38">
                  <c:v>24.65</c:v>
                </c:pt>
                <c:pt idx="39">
                  <c:v>24.65</c:v>
                </c:pt>
                <c:pt idx="40">
                  <c:v>24.65</c:v>
                </c:pt>
                <c:pt idx="41">
                  <c:v>24.65</c:v>
                </c:pt>
                <c:pt idx="42">
                  <c:v>24.65</c:v>
                </c:pt>
                <c:pt idx="43">
                  <c:v>24.65</c:v>
                </c:pt>
                <c:pt idx="44">
                  <c:v>24.65</c:v>
                </c:pt>
                <c:pt idx="45">
                  <c:v>24.65</c:v>
                </c:pt>
                <c:pt idx="46">
                  <c:v>24.65</c:v>
                </c:pt>
                <c:pt idx="47">
                  <c:v>24.65</c:v>
                </c:pt>
                <c:pt idx="48">
                  <c:v>24.65</c:v>
                </c:pt>
                <c:pt idx="49">
                  <c:v>24.65</c:v>
                </c:pt>
                <c:pt idx="50">
                  <c:v>24.65</c:v>
                </c:pt>
                <c:pt idx="51">
                  <c:v>24.6</c:v>
                </c:pt>
                <c:pt idx="52">
                  <c:v>24.65</c:v>
                </c:pt>
                <c:pt idx="53">
                  <c:v>24.65</c:v>
                </c:pt>
                <c:pt idx="54">
                  <c:v>24.65</c:v>
                </c:pt>
                <c:pt idx="55">
                  <c:v>24.6</c:v>
                </c:pt>
                <c:pt idx="56">
                  <c:v>24.65</c:v>
                </c:pt>
                <c:pt idx="57">
                  <c:v>24.65</c:v>
                </c:pt>
                <c:pt idx="58">
                  <c:v>24.65</c:v>
                </c:pt>
                <c:pt idx="59">
                  <c:v>24.65</c:v>
                </c:pt>
                <c:pt idx="60">
                  <c:v>24.6</c:v>
                </c:pt>
                <c:pt idx="61">
                  <c:v>24.6</c:v>
                </c:pt>
                <c:pt idx="62">
                  <c:v>24.6</c:v>
                </c:pt>
                <c:pt idx="63">
                  <c:v>24.6</c:v>
                </c:pt>
                <c:pt idx="64">
                  <c:v>24.6</c:v>
                </c:pt>
                <c:pt idx="65">
                  <c:v>24.6</c:v>
                </c:pt>
                <c:pt idx="66">
                  <c:v>24.6</c:v>
                </c:pt>
                <c:pt idx="67">
                  <c:v>24.6</c:v>
                </c:pt>
                <c:pt idx="68">
                  <c:v>24.6</c:v>
                </c:pt>
                <c:pt idx="69">
                  <c:v>24.6</c:v>
                </c:pt>
                <c:pt idx="70">
                  <c:v>24.6</c:v>
                </c:pt>
                <c:pt idx="71">
                  <c:v>24.6</c:v>
                </c:pt>
                <c:pt idx="72">
                  <c:v>24.6</c:v>
                </c:pt>
                <c:pt idx="73">
                  <c:v>24.6</c:v>
                </c:pt>
                <c:pt idx="74">
                  <c:v>24.55</c:v>
                </c:pt>
                <c:pt idx="75">
                  <c:v>24.55</c:v>
                </c:pt>
                <c:pt idx="76">
                  <c:v>24.55</c:v>
                </c:pt>
                <c:pt idx="77">
                  <c:v>24.55</c:v>
                </c:pt>
                <c:pt idx="78">
                  <c:v>24.55</c:v>
                </c:pt>
                <c:pt idx="79">
                  <c:v>24.55</c:v>
                </c:pt>
                <c:pt idx="80">
                  <c:v>24.55</c:v>
                </c:pt>
                <c:pt idx="81">
                  <c:v>24.55</c:v>
                </c:pt>
                <c:pt idx="82">
                  <c:v>24.55</c:v>
                </c:pt>
                <c:pt idx="83">
                  <c:v>24.55</c:v>
                </c:pt>
                <c:pt idx="84">
                  <c:v>24.55</c:v>
                </c:pt>
                <c:pt idx="85">
                  <c:v>24.55</c:v>
                </c:pt>
                <c:pt idx="86">
                  <c:v>24.55</c:v>
                </c:pt>
                <c:pt idx="87">
                  <c:v>24.55</c:v>
                </c:pt>
                <c:pt idx="88">
                  <c:v>24.55</c:v>
                </c:pt>
                <c:pt idx="89">
                  <c:v>24.55</c:v>
                </c:pt>
                <c:pt idx="90">
                  <c:v>24.55</c:v>
                </c:pt>
                <c:pt idx="91">
                  <c:v>24.5</c:v>
                </c:pt>
                <c:pt idx="92">
                  <c:v>24.5</c:v>
                </c:pt>
                <c:pt idx="93">
                  <c:v>24.5</c:v>
                </c:pt>
                <c:pt idx="94">
                  <c:v>24.5</c:v>
                </c:pt>
                <c:pt idx="95">
                  <c:v>24.5</c:v>
                </c:pt>
                <c:pt idx="96">
                  <c:v>24.5</c:v>
                </c:pt>
                <c:pt idx="97">
                  <c:v>24.5</c:v>
                </c:pt>
                <c:pt idx="98">
                  <c:v>24.5</c:v>
                </c:pt>
                <c:pt idx="99">
                  <c:v>24.5</c:v>
                </c:pt>
                <c:pt idx="100">
                  <c:v>24.5</c:v>
                </c:pt>
                <c:pt idx="101">
                  <c:v>24.5</c:v>
                </c:pt>
                <c:pt idx="102">
                  <c:v>24.5</c:v>
                </c:pt>
                <c:pt idx="103">
                  <c:v>24.5</c:v>
                </c:pt>
                <c:pt idx="104">
                  <c:v>24.5</c:v>
                </c:pt>
                <c:pt idx="105">
                  <c:v>24.5</c:v>
                </c:pt>
                <c:pt idx="106">
                  <c:v>24.5</c:v>
                </c:pt>
                <c:pt idx="107">
                  <c:v>24.5</c:v>
                </c:pt>
                <c:pt idx="108">
                  <c:v>24.5</c:v>
                </c:pt>
                <c:pt idx="109">
                  <c:v>24.5</c:v>
                </c:pt>
                <c:pt idx="110">
                  <c:v>24.5</c:v>
                </c:pt>
                <c:pt idx="111">
                  <c:v>24.5</c:v>
                </c:pt>
                <c:pt idx="112">
                  <c:v>24.5</c:v>
                </c:pt>
                <c:pt idx="113">
                  <c:v>24.5</c:v>
                </c:pt>
                <c:pt idx="114">
                  <c:v>24.5</c:v>
                </c:pt>
                <c:pt idx="115">
                  <c:v>24.5</c:v>
                </c:pt>
                <c:pt idx="116">
                  <c:v>24.5</c:v>
                </c:pt>
                <c:pt idx="117">
                  <c:v>24.5</c:v>
                </c:pt>
                <c:pt idx="118">
                  <c:v>24.5</c:v>
                </c:pt>
                <c:pt idx="119">
                  <c:v>24.5</c:v>
                </c:pt>
                <c:pt idx="120">
                  <c:v>24.5</c:v>
                </c:pt>
                <c:pt idx="121">
                  <c:v>24.5</c:v>
                </c:pt>
                <c:pt idx="122">
                  <c:v>24.5</c:v>
                </c:pt>
                <c:pt idx="123">
                  <c:v>24.5</c:v>
                </c:pt>
                <c:pt idx="124">
                  <c:v>24.45</c:v>
                </c:pt>
                <c:pt idx="125">
                  <c:v>24.45</c:v>
                </c:pt>
                <c:pt idx="126">
                  <c:v>24.45</c:v>
                </c:pt>
                <c:pt idx="127">
                  <c:v>24.45</c:v>
                </c:pt>
                <c:pt idx="128">
                  <c:v>24.45</c:v>
                </c:pt>
                <c:pt idx="129">
                  <c:v>24.45</c:v>
                </c:pt>
                <c:pt idx="130">
                  <c:v>24.45</c:v>
                </c:pt>
                <c:pt idx="131">
                  <c:v>24.45</c:v>
                </c:pt>
                <c:pt idx="132">
                  <c:v>24.45</c:v>
                </c:pt>
                <c:pt idx="133">
                  <c:v>24.45</c:v>
                </c:pt>
                <c:pt idx="134">
                  <c:v>24.45</c:v>
                </c:pt>
                <c:pt idx="135">
                  <c:v>24.45</c:v>
                </c:pt>
                <c:pt idx="136">
                  <c:v>24.45</c:v>
                </c:pt>
                <c:pt idx="137">
                  <c:v>24.45</c:v>
                </c:pt>
                <c:pt idx="138">
                  <c:v>24.45</c:v>
                </c:pt>
                <c:pt idx="139">
                  <c:v>24.45</c:v>
                </c:pt>
                <c:pt idx="140">
                  <c:v>24.45</c:v>
                </c:pt>
                <c:pt idx="141">
                  <c:v>24.45</c:v>
                </c:pt>
                <c:pt idx="142">
                  <c:v>24.45</c:v>
                </c:pt>
                <c:pt idx="143">
                  <c:v>24.45</c:v>
                </c:pt>
                <c:pt idx="144">
                  <c:v>24.45</c:v>
                </c:pt>
                <c:pt idx="145">
                  <c:v>24.45</c:v>
                </c:pt>
                <c:pt idx="146">
                  <c:v>24.45</c:v>
                </c:pt>
                <c:pt idx="147">
                  <c:v>24.45</c:v>
                </c:pt>
                <c:pt idx="148">
                  <c:v>24.45</c:v>
                </c:pt>
                <c:pt idx="149">
                  <c:v>24.45</c:v>
                </c:pt>
                <c:pt idx="150">
                  <c:v>24.45</c:v>
                </c:pt>
                <c:pt idx="151">
                  <c:v>24.45</c:v>
                </c:pt>
                <c:pt idx="152">
                  <c:v>24.45</c:v>
                </c:pt>
                <c:pt idx="153">
                  <c:v>24.45</c:v>
                </c:pt>
                <c:pt idx="154">
                  <c:v>24.45</c:v>
                </c:pt>
                <c:pt idx="155">
                  <c:v>24.45</c:v>
                </c:pt>
                <c:pt idx="156">
                  <c:v>24.45</c:v>
                </c:pt>
                <c:pt idx="157">
                  <c:v>24.45</c:v>
                </c:pt>
                <c:pt idx="158">
                  <c:v>24.45</c:v>
                </c:pt>
                <c:pt idx="159">
                  <c:v>24.45</c:v>
                </c:pt>
                <c:pt idx="160">
                  <c:v>24.45</c:v>
                </c:pt>
                <c:pt idx="161">
                  <c:v>24.45</c:v>
                </c:pt>
                <c:pt idx="162">
                  <c:v>24.45</c:v>
                </c:pt>
                <c:pt idx="163">
                  <c:v>24.45</c:v>
                </c:pt>
                <c:pt idx="164">
                  <c:v>24.45</c:v>
                </c:pt>
                <c:pt idx="165">
                  <c:v>24.45</c:v>
                </c:pt>
                <c:pt idx="166">
                  <c:v>24.45</c:v>
                </c:pt>
                <c:pt idx="167">
                  <c:v>24.45</c:v>
                </c:pt>
                <c:pt idx="168">
                  <c:v>24.45</c:v>
                </c:pt>
                <c:pt idx="169">
                  <c:v>24.45</c:v>
                </c:pt>
                <c:pt idx="170">
                  <c:v>24.45</c:v>
                </c:pt>
                <c:pt idx="171">
                  <c:v>24.45</c:v>
                </c:pt>
                <c:pt idx="172">
                  <c:v>24.45</c:v>
                </c:pt>
                <c:pt idx="173">
                  <c:v>24.45</c:v>
                </c:pt>
                <c:pt idx="174">
                  <c:v>24.45</c:v>
                </c:pt>
                <c:pt idx="175">
                  <c:v>24.45</c:v>
                </c:pt>
                <c:pt idx="176">
                  <c:v>24.45</c:v>
                </c:pt>
                <c:pt idx="177">
                  <c:v>24.45</c:v>
                </c:pt>
                <c:pt idx="178">
                  <c:v>24.45</c:v>
                </c:pt>
                <c:pt idx="179">
                  <c:v>24.45</c:v>
                </c:pt>
                <c:pt idx="180">
                  <c:v>24.45</c:v>
                </c:pt>
                <c:pt idx="181">
                  <c:v>24.45</c:v>
                </c:pt>
                <c:pt idx="182">
                  <c:v>24.45</c:v>
                </c:pt>
                <c:pt idx="183">
                  <c:v>24.45</c:v>
                </c:pt>
                <c:pt idx="184">
                  <c:v>24.45</c:v>
                </c:pt>
                <c:pt idx="185">
                  <c:v>24.45</c:v>
                </c:pt>
                <c:pt idx="186">
                  <c:v>24.45</c:v>
                </c:pt>
                <c:pt idx="187">
                  <c:v>24.45</c:v>
                </c:pt>
                <c:pt idx="188">
                  <c:v>24.45</c:v>
                </c:pt>
                <c:pt idx="189">
                  <c:v>24.45</c:v>
                </c:pt>
                <c:pt idx="190">
                  <c:v>24.45</c:v>
                </c:pt>
                <c:pt idx="191">
                  <c:v>24.45</c:v>
                </c:pt>
                <c:pt idx="192">
                  <c:v>24.45</c:v>
                </c:pt>
                <c:pt idx="193">
                  <c:v>24.45</c:v>
                </c:pt>
                <c:pt idx="194">
                  <c:v>24.45</c:v>
                </c:pt>
                <c:pt idx="195">
                  <c:v>24.45</c:v>
                </c:pt>
                <c:pt idx="196">
                  <c:v>24.45</c:v>
                </c:pt>
                <c:pt idx="197">
                  <c:v>24.45</c:v>
                </c:pt>
                <c:pt idx="198">
                  <c:v>24.45</c:v>
                </c:pt>
                <c:pt idx="199">
                  <c:v>24.45</c:v>
                </c:pt>
                <c:pt idx="200">
                  <c:v>24.45</c:v>
                </c:pt>
                <c:pt idx="201">
                  <c:v>24.45</c:v>
                </c:pt>
                <c:pt idx="202">
                  <c:v>24.45</c:v>
                </c:pt>
                <c:pt idx="203">
                  <c:v>24.45</c:v>
                </c:pt>
                <c:pt idx="204">
                  <c:v>24.45</c:v>
                </c:pt>
                <c:pt idx="205">
                  <c:v>24.45</c:v>
                </c:pt>
                <c:pt idx="206">
                  <c:v>24.45</c:v>
                </c:pt>
                <c:pt idx="207">
                  <c:v>24.45</c:v>
                </c:pt>
                <c:pt idx="208">
                  <c:v>24.45</c:v>
                </c:pt>
                <c:pt idx="209">
                  <c:v>24.45</c:v>
                </c:pt>
                <c:pt idx="210">
                  <c:v>24.45</c:v>
                </c:pt>
                <c:pt idx="211">
                  <c:v>24.45</c:v>
                </c:pt>
                <c:pt idx="212">
                  <c:v>24.45</c:v>
                </c:pt>
                <c:pt idx="213">
                  <c:v>24.45</c:v>
                </c:pt>
                <c:pt idx="214">
                  <c:v>24.45</c:v>
                </c:pt>
                <c:pt idx="215">
                  <c:v>24.45</c:v>
                </c:pt>
                <c:pt idx="216">
                  <c:v>24.45</c:v>
                </c:pt>
                <c:pt idx="217">
                  <c:v>24.45</c:v>
                </c:pt>
                <c:pt idx="218">
                  <c:v>24.45</c:v>
                </c:pt>
                <c:pt idx="219">
                  <c:v>24.5</c:v>
                </c:pt>
                <c:pt idx="220">
                  <c:v>24.5</c:v>
                </c:pt>
                <c:pt idx="221">
                  <c:v>24.5</c:v>
                </c:pt>
                <c:pt idx="222">
                  <c:v>24.5</c:v>
                </c:pt>
                <c:pt idx="223">
                  <c:v>24.5</c:v>
                </c:pt>
                <c:pt idx="224">
                  <c:v>24.5</c:v>
                </c:pt>
                <c:pt idx="225">
                  <c:v>24.5</c:v>
                </c:pt>
                <c:pt idx="226">
                  <c:v>24.5</c:v>
                </c:pt>
                <c:pt idx="227">
                  <c:v>24.5</c:v>
                </c:pt>
                <c:pt idx="228">
                  <c:v>24.5</c:v>
                </c:pt>
                <c:pt idx="229">
                  <c:v>24.5</c:v>
                </c:pt>
                <c:pt idx="230">
                  <c:v>24.5</c:v>
                </c:pt>
                <c:pt idx="231">
                  <c:v>24.5</c:v>
                </c:pt>
                <c:pt idx="232">
                  <c:v>24.5</c:v>
                </c:pt>
                <c:pt idx="233">
                  <c:v>24.5</c:v>
                </c:pt>
                <c:pt idx="234">
                  <c:v>24.5</c:v>
                </c:pt>
                <c:pt idx="235">
                  <c:v>24.55</c:v>
                </c:pt>
                <c:pt idx="236">
                  <c:v>24.55</c:v>
                </c:pt>
                <c:pt idx="237">
                  <c:v>24.55</c:v>
                </c:pt>
                <c:pt idx="238">
                  <c:v>24.55</c:v>
                </c:pt>
                <c:pt idx="239">
                  <c:v>24.55</c:v>
                </c:pt>
                <c:pt idx="240">
                  <c:v>24.55</c:v>
                </c:pt>
                <c:pt idx="241">
                  <c:v>24.55</c:v>
                </c:pt>
                <c:pt idx="242">
                  <c:v>24.55</c:v>
                </c:pt>
                <c:pt idx="243">
                  <c:v>24.55</c:v>
                </c:pt>
                <c:pt idx="244">
                  <c:v>24.55</c:v>
                </c:pt>
                <c:pt idx="245">
                  <c:v>24.55</c:v>
                </c:pt>
                <c:pt idx="246">
                  <c:v>24.55</c:v>
                </c:pt>
                <c:pt idx="247">
                  <c:v>24.55</c:v>
                </c:pt>
                <c:pt idx="248">
                  <c:v>24.55</c:v>
                </c:pt>
                <c:pt idx="249">
                  <c:v>24.55</c:v>
                </c:pt>
                <c:pt idx="250">
                  <c:v>24.55</c:v>
                </c:pt>
                <c:pt idx="251">
                  <c:v>24.55</c:v>
                </c:pt>
                <c:pt idx="252">
                  <c:v>24.55</c:v>
                </c:pt>
                <c:pt idx="253">
                  <c:v>24.6</c:v>
                </c:pt>
                <c:pt idx="254">
                  <c:v>24.6</c:v>
                </c:pt>
                <c:pt idx="255">
                  <c:v>24.6</c:v>
                </c:pt>
                <c:pt idx="256">
                  <c:v>24.6</c:v>
                </c:pt>
                <c:pt idx="257">
                  <c:v>24.6</c:v>
                </c:pt>
                <c:pt idx="258">
                  <c:v>24.6</c:v>
                </c:pt>
                <c:pt idx="259">
                  <c:v>24.6</c:v>
                </c:pt>
                <c:pt idx="260">
                  <c:v>24.6</c:v>
                </c:pt>
                <c:pt idx="261">
                  <c:v>24.6</c:v>
                </c:pt>
                <c:pt idx="262">
                  <c:v>24.6</c:v>
                </c:pt>
                <c:pt idx="263">
                  <c:v>24.6</c:v>
                </c:pt>
                <c:pt idx="264">
                  <c:v>24.6</c:v>
                </c:pt>
                <c:pt idx="265">
                  <c:v>24.6</c:v>
                </c:pt>
                <c:pt idx="266">
                  <c:v>24.65</c:v>
                </c:pt>
                <c:pt idx="267">
                  <c:v>24.65</c:v>
                </c:pt>
                <c:pt idx="268">
                  <c:v>24.65</c:v>
                </c:pt>
                <c:pt idx="269">
                  <c:v>24.65</c:v>
                </c:pt>
                <c:pt idx="270">
                  <c:v>24.65</c:v>
                </c:pt>
                <c:pt idx="271">
                  <c:v>24.65</c:v>
                </c:pt>
                <c:pt idx="272">
                  <c:v>24.65</c:v>
                </c:pt>
                <c:pt idx="273">
                  <c:v>24.65</c:v>
                </c:pt>
                <c:pt idx="274">
                  <c:v>24.65</c:v>
                </c:pt>
                <c:pt idx="275">
                  <c:v>24.65</c:v>
                </c:pt>
                <c:pt idx="276">
                  <c:v>24.65</c:v>
                </c:pt>
                <c:pt idx="277">
                  <c:v>24.65</c:v>
                </c:pt>
                <c:pt idx="278">
                  <c:v>24.65</c:v>
                </c:pt>
                <c:pt idx="279">
                  <c:v>24.7</c:v>
                </c:pt>
                <c:pt idx="280">
                  <c:v>24.7</c:v>
                </c:pt>
                <c:pt idx="281">
                  <c:v>24.7</c:v>
                </c:pt>
                <c:pt idx="282">
                  <c:v>24.7</c:v>
                </c:pt>
                <c:pt idx="283">
                  <c:v>24.7</c:v>
                </c:pt>
                <c:pt idx="284">
                  <c:v>24.7</c:v>
                </c:pt>
                <c:pt idx="285">
                  <c:v>24.7</c:v>
                </c:pt>
                <c:pt idx="286">
                  <c:v>24.7</c:v>
                </c:pt>
                <c:pt idx="287">
                  <c:v>24.7</c:v>
                </c:pt>
                <c:pt idx="288">
                  <c:v>24.7</c:v>
                </c:pt>
                <c:pt idx="289">
                  <c:v>24.7</c:v>
                </c:pt>
                <c:pt idx="290">
                  <c:v>24.75</c:v>
                </c:pt>
                <c:pt idx="291">
                  <c:v>24.75</c:v>
                </c:pt>
                <c:pt idx="292">
                  <c:v>24.75</c:v>
                </c:pt>
                <c:pt idx="293">
                  <c:v>24.75</c:v>
                </c:pt>
                <c:pt idx="294">
                  <c:v>24.75</c:v>
                </c:pt>
                <c:pt idx="295">
                  <c:v>24.75</c:v>
                </c:pt>
                <c:pt idx="296">
                  <c:v>24.75</c:v>
                </c:pt>
                <c:pt idx="297">
                  <c:v>24.75</c:v>
                </c:pt>
                <c:pt idx="298">
                  <c:v>24.75</c:v>
                </c:pt>
                <c:pt idx="299">
                  <c:v>24.75</c:v>
                </c:pt>
                <c:pt idx="300">
                  <c:v>24.75</c:v>
                </c:pt>
                <c:pt idx="301">
                  <c:v>24.8</c:v>
                </c:pt>
                <c:pt idx="302">
                  <c:v>24.8</c:v>
                </c:pt>
                <c:pt idx="303">
                  <c:v>24.8</c:v>
                </c:pt>
                <c:pt idx="304">
                  <c:v>24.8</c:v>
                </c:pt>
                <c:pt idx="305">
                  <c:v>24.8</c:v>
                </c:pt>
                <c:pt idx="306">
                  <c:v>24.8</c:v>
                </c:pt>
                <c:pt idx="307">
                  <c:v>24.8</c:v>
                </c:pt>
                <c:pt idx="308">
                  <c:v>24.8</c:v>
                </c:pt>
                <c:pt idx="309">
                  <c:v>24.8</c:v>
                </c:pt>
                <c:pt idx="310">
                  <c:v>24.8</c:v>
                </c:pt>
                <c:pt idx="311">
                  <c:v>24.8</c:v>
                </c:pt>
                <c:pt idx="312">
                  <c:v>24.85</c:v>
                </c:pt>
                <c:pt idx="313">
                  <c:v>24.85</c:v>
                </c:pt>
                <c:pt idx="314">
                  <c:v>24.85</c:v>
                </c:pt>
                <c:pt idx="315">
                  <c:v>24.85</c:v>
                </c:pt>
                <c:pt idx="316">
                  <c:v>24.85</c:v>
                </c:pt>
                <c:pt idx="317">
                  <c:v>24.85</c:v>
                </c:pt>
                <c:pt idx="318">
                  <c:v>24.85</c:v>
                </c:pt>
                <c:pt idx="319">
                  <c:v>24.85</c:v>
                </c:pt>
                <c:pt idx="320">
                  <c:v>24.85</c:v>
                </c:pt>
                <c:pt idx="321">
                  <c:v>24.85</c:v>
                </c:pt>
                <c:pt idx="322">
                  <c:v>24.85</c:v>
                </c:pt>
                <c:pt idx="323">
                  <c:v>24.85</c:v>
                </c:pt>
                <c:pt idx="324">
                  <c:v>24.9</c:v>
                </c:pt>
                <c:pt idx="325">
                  <c:v>24.85</c:v>
                </c:pt>
                <c:pt idx="326">
                  <c:v>24.9</c:v>
                </c:pt>
                <c:pt idx="327">
                  <c:v>24.9</c:v>
                </c:pt>
                <c:pt idx="328">
                  <c:v>24.9</c:v>
                </c:pt>
                <c:pt idx="329">
                  <c:v>24.9</c:v>
                </c:pt>
                <c:pt idx="330">
                  <c:v>24.9</c:v>
                </c:pt>
                <c:pt idx="331">
                  <c:v>24.9</c:v>
                </c:pt>
                <c:pt idx="332">
                  <c:v>24.9</c:v>
                </c:pt>
                <c:pt idx="333">
                  <c:v>24.9</c:v>
                </c:pt>
                <c:pt idx="334">
                  <c:v>24.9</c:v>
                </c:pt>
                <c:pt idx="335">
                  <c:v>24.95</c:v>
                </c:pt>
                <c:pt idx="336">
                  <c:v>24.95</c:v>
                </c:pt>
                <c:pt idx="337">
                  <c:v>24.95</c:v>
                </c:pt>
                <c:pt idx="338">
                  <c:v>24.95</c:v>
                </c:pt>
                <c:pt idx="339">
                  <c:v>24.95</c:v>
                </c:pt>
                <c:pt idx="340">
                  <c:v>24.95</c:v>
                </c:pt>
                <c:pt idx="341">
                  <c:v>24.95</c:v>
                </c:pt>
                <c:pt idx="342">
                  <c:v>24.95</c:v>
                </c:pt>
                <c:pt idx="343">
                  <c:v>24.95</c:v>
                </c:pt>
                <c:pt idx="344">
                  <c:v>24.95</c:v>
                </c:pt>
                <c:pt idx="345">
                  <c:v>24.95</c:v>
                </c:pt>
                <c:pt idx="346">
                  <c:v>25</c:v>
                </c:pt>
                <c:pt idx="347">
                  <c:v>25</c:v>
                </c:pt>
                <c:pt idx="348">
                  <c:v>25</c:v>
                </c:pt>
                <c:pt idx="349">
                  <c:v>25</c:v>
                </c:pt>
                <c:pt idx="350">
                  <c:v>25</c:v>
                </c:pt>
                <c:pt idx="351">
                  <c:v>25</c:v>
                </c:pt>
                <c:pt idx="352">
                  <c:v>25</c:v>
                </c:pt>
                <c:pt idx="353">
                  <c:v>25</c:v>
                </c:pt>
                <c:pt idx="354">
                  <c:v>25</c:v>
                </c:pt>
                <c:pt idx="355">
                  <c:v>25</c:v>
                </c:pt>
                <c:pt idx="356">
                  <c:v>25.05</c:v>
                </c:pt>
                <c:pt idx="357">
                  <c:v>25</c:v>
                </c:pt>
                <c:pt idx="358">
                  <c:v>25.05</c:v>
                </c:pt>
                <c:pt idx="359">
                  <c:v>25.05</c:v>
                </c:pt>
                <c:pt idx="360">
                  <c:v>25.05</c:v>
                </c:pt>
                <c:pt idx="361">
                  <c:v>25.05</c:v>
                </c:pt>
                <c:pt idx="362">
                  <c:v>25.05</c:v>
                </c:pt>
                <c:pt idx="363">
                  <c:v>25.05</c:v>
                </c:pt>
                <c:pt idx="364">
                  <c:v>25.05</c:v>
                </c:pt>
                <c:pt idx="365">
                  <c:v>25.05</c:v>
                </c:pt>
                <c:pt idx="366">
                  <c:v>25.05</c:v>
                </c:pt>
                <c:pt idx="367">
                  <c:v>25.05</c:v>
                </c:pt>
                <c:pt idx="368">
                  <c:v>25.1</c:v>
                </c:pt>
                <c:pt idx="369">
                  <c:v>25.1</c:v>
                </c:pt>
                <c:pt idx="370">
                  <c:v>25.1</c:v>
                </c:pt>
                <c:pt idx="371">
                  <c:v>25.1</c:v>
                </c:pt>
                <c:pt idx="372">
                  <c:v>25.1</c:v>
                </c:pt>
                <c:pt idx="373">
                  <c:v>25.1</c:v>
                </c:pt>
                <c:pt idx="374">
                  <c:v>25.1</c:v>
                </c:pt>
                <c:pt idx="375">
                  <c:v>25.1</c:v>
                </c:pt>
                <c:pt idx="376">
                  <c:v>25.1</c:v>
                </c:pt>
                <c:pt idx="377">
                  <c:v>25.15</c:v>
                </c:pt>
                <c:pt idx="378">
                  <c:v>25.15</c:v>
                </c:pt>
                <c:pt idx="379">
                  <c:v>25.15</c:v>
                </c:pt>
                <c:pt idx="380">
                  <c:v>25.15</c:v>
                </c:pt>
                <c:pt idx="381">
                  <c:v>25.15</c:v>
                </c:pt>
                <c:pt idx="382">
                  <c:v>25.15</c:v>
                </c:pt>
                <c:pt idx="383">
                  <c:v>25.15</c:v>
                </c:pt>
                <c:pt idx="384">
                  <c:v>25.15</c:v>
                </c:pt>
                <c:pt idx="385">
                  <c:v>25.15</c:v>
                </c:pt>
                <c:pt idx="386">
                  <c:v>25.2</c:v>
                </c:pt>
                <c:pt idx="387">
                  <c:v>25.2</c:v>
                </c:pt>
                <c:pt idx="388">
                  <c:v>25.2</c:v>
                </c:pt>
                <c:pt idx="389">
                  <c:v>25.2</c:v>
                </c:pt>
                <c:pt idx="390">
                  <c:v>25.2</c:v>
                </c:pt>
                <c:pt idx="391">
                  <c:v>25.2</c:v>
                </c:pt>
                <c:pt idx="392">
                  <c:v>25.2</c:v>
                </c:pt>
                <c:pt idx="393">
                  <c:v>25.2</c:v>
                </c:pt>
                <c:pt idx="394">
                  <c:v>25.2</c:v>
                </c:pt>
                <c:pt idx="395">
                  <c:v>25.2</c:v>
                </c:pt>
                <c:pt idx="396">
                  <c:v>25.2</c:v>
                </c:pt>
                <c:pt idx="397">
                  <c:v>25.2</c:v>
                </c:pt>
                <c:pt idx="398">
                  <c:v>25.25</c:v>
                </c:pt>
                <c:pt idx="399">
                  <c:v>25.25</c:v>
                </c:pt>
                <c:pt idx="400">
                  <c:v>25.25</c:v>
                </c:pt>
                <c:pt idx="401">
                  <c:v>25.25</c:v>
                </c:pt>
                <c:pt idx="402">
                  <c:v>25.25</c:v>
                </c:pt>
                <c:pt idx="403">
                  <c:v>25.25</c:v>
                </c:pt>
                <c:pt idx="404">
                  <c:v>25.25</c:v>
                </c:pt>
                <c:pt idx="405">
                  <c:v>25.25</c:v>
                </c:pt>
                <c:pt idx="406">
                  <c:v>25.25</c:v>
                </c:pt>
                <c:pt idx="407">
                  <c:v>25.25</c:v>
                </c:pt>
                <c:pt idx="408">
                  <c:v>25.3</c:v>
                </c:pt>
                <c:pt idx="409">
                  <c:v>25.3</c:v>
                </c:pt>
                <c:pt idx="410">
                  <c:v>25.3</c:v>
                </c:pt>
                <c:pt idx="411">
                  <c:v>25.3</c:v>
                </c:pt>
                <c:pt idx="412">
                  <c:v>25.3</c:v>
                </c:pt>
                <c:pt idx="413">
                  <c:v>25.3</c:v>
                </c:pt>
                <c:pt idx="414">
                  <c:v>25.3</c:v>
                </c:pt>
                <c:pt idx="415">
                  <c:v>25.3</c:v>
                </c:pt>
                <c:pt idx="416">
                  <c:v>25.3</c:v>
                </c:pt>
                <c:pt idx="417">
                  <c:v>25.35</c:v>
                </c:pt>
                <c:pt idx="418">
                  <c:v>25.35</c:v>
                </c:pt>
                <c:pt idx="419">
                  <c:v>25.35</c:v>
                </c:pt>
                <c:pt idx="420">
                  <c:v>25.35</c:v>
                </c:pt>
                <c:pt idx="421">
                  <c:v>25.35</c:v>
                </c:pt>
                <c:pt idx="422">
                  <c:v>25.35</c:v>
                </c:pt>
                <c:pt idx="423">
                  <c:v>25.35</c:v>
                </c:pt>
                <c:pt idx="424">
                  <c:v>25.35</c:v>
                </c:pt>
                <c:pt idx="425">
                  <c:v>25.35</c:v>
                </c:pt>
                <c:pt idx="426">
                  <c:v>25.35</c:v>
                </c:pt>
                <c:pt idx="427">
                  <c:v>25.35</c:v>
                </c:pt>
                <c:pt idx="428">
                  <c:v>25.4</c:v>
                </c:pt>
                <c:pt idx="429">
                  <c:v>25.4</c:v>
                </c:pt>
                <c:pt idx="430">
                  <c:v>25.4</c:v>
                </c:pt>
                <c:pt idx="431">
                  <c:v>25.4</c:v>
                </c:pt>
                <c:pt idx="432">
                  <c:v>25.4</c:v>
                </c:pt>
                <c:pt idx="433">
                  <c:v>25.4</c:v>
                </c:pt>
                <c:pt idx="434">
                  <c:v>25.4</c:v>
                </c:pt>
                <c:pt idx="435">
                  <c:v>25.4</c:v>
                </c:pt>
                <c:pt idx="436">
                  <c:v>25.4</c:v>
                </c:pt>
                <c:pt idx="437">
                  <c:v>25.45</c:v>
                </c:pt>
                <c:pt idx="438">
                  <c:v>25.45</c:v>
                </c:pt>
                <c:pt idx="439">
                  <c:v>25.45</c:v>
                </c:pt>
                <c:pt idx="440">
                  <c:v>25.45</c:v>
                </c:pt>
                <c:pt idx="441">
                  <c:v>25.45</c:v>
                </c:pt>
                <c:pt idx="442">
                  <c:v>25.45</c:v>
                </c:pt>
                <c:pt idx="443">
                  <c:v>25.45</c:v>
                </c:pt>
                <c:pt idx="444">
                  <c:v>25.45</c:v>
                </c:pt>
                <c:pt idx="445">
                  <c:v>25.45</c:v>
                </c:pt>
                <c:pt idx="446">
                  <c:v>25.45</c:v>
                </c:pt>
                <c:pt idx="447">
                  <c:v>25.45</c:v>
                </c:pt>
                <c:pt idx="448">
                  <c:v>25.5</c:v>
                </c:pt>
                <c:pt idx="449">
                  <c:v>25.5</c:v>
                </c:pt>
                <c:pt idx="450">
                  <c:v>25.5</c:v>
                </c:pt>
                <c:pt idx="451">
                  <c:v>25.5</c:v>
                </c:pt>
                <c:pt idx="452">
                  <c:v>25.5</c:v>
                </c:pt>
                <c:pt idx="453">
                  <c:v>25.5</c:v>
                </c:pt>
                <c:pt idx="454">
                  <c:v>25.5</c:v>
                </c:pt>
                <c:pt idx="455">
                  <c:v>25.5</c:v>
                </c:pt>
                <c:pt idx="456">
                  <c:v>25.5</c:v>
                </c:pt>
                <c:pt idx="457">
                  <c:v>25.5</c:v>
                </c:pt>
                <c:pt idx="458">
                  <c:v>25.5</c:v>
                </c:pt>
                <c:pt idx="459">
                  <c:v>25.5</c:v>
                </c:pt>
                <c:pt idx="460">
                  <c:v>25.5</c:v>
                </c:pt>
                <c:pt idx="461">
                  <c:v>25.5</c:v>
                </c:pt>
                <c:pt idx="462">
                  <c:v>25.55</c:v>
                </c:pt>
                <c:pt idx="463">
                  <c:v>25.55</c:v>
                </c:pt>
                <c:pt idx="464">
                  <c:v>25.55</c:v>
                </c:pt>
                <c:pt idx="465">
                  <c:v>25.55</c:v>
                </c:pt>
                <c:pt idx="466">
                  <c:v>25.55</c:v>
                </c:pt>
                <c:pt idx="467">
                  <c:v>25.55</c:v>
                </c:pt>
                <c:pt idx="468">
                  <c:v>25.55</c:v>
                </c:pt>
                <c:pt idx="469">
                  <c:v>25.55</c:v>
                </c:pt>
                <c:pt idx="470">
                  <c:v>25.55</c:v>
                </c:pt>
                <c:pt idx="471">
                  <c:v>25.55</c:v>
                </c:pt>
                <c:pt idx="472">
                  <c:v>25.55</c:v>
                </c:pt>
                <c:pt idx="473">
                  <c:v>25.55</c:v>
                </c:pt>
                <c:pt idx="474">
                  <c:v>25.55</c:v>
                </c:pt>
                <c:pt idx="475">
                  <c:v>25.55</c:v>
                </c:pt>
                <c:pt idx="476">
                  <c:v>25.55</c:v>
                </c:pt>
                <c:pt idx="477">
                  <c:v>25.6</c:v>
                </c:pt>
                <c:pt idx="478">
                  <c:v>25.6</c:v>
                </c:pt>
                <c:pt idx="479">
                  <c:v>25.6</c:v>
                </c:pt>
                <c:pt idx="480">
                  <c:v>25.6</c:v>
                </c:pt>
                <c:pt idx="481">
                  <c:v>25.6</c:v>
                </c:pt>
                <c:pt idx="482">
                  <c:v>25.6</c:v>
                </c:pt>
                <c:pt idx="483">
                  <c:v>25.6</c:v>
                </c:pt>
                <c:pt idx="484">
                  <c:v>25.6</c:v>
                </c:pt>
                <c:pt idx="485">
                  <c:v>25.6</c:v>
                </c:pt>
                <c:pt idx="486">
                  <c:v>25.65</c:v>
                </c:pt>
                <c:pt idx="487">
                  <c:v>25.65</c:v>
                </c:pt>
                <c:pt idx="488">
                  <c:v>25.65</c:v>
                </c:pt>
                <c:pt idx="489">
                  <c:v>25.65</c:v>
                </c:pt>
                <c:pt idx="490">
                  <c:v>25.65</c:v>
                </c:pt>
                <c:pt idx="491">
                  <c:v>25.65</c:v>
                </c:pt>
                <c:pt idx="492">
                  <c:v>25.7</c:v>
                </c:pt>
                <c:pt idx="493">
                  <c:v>25.7</c:v>
                </c:pt>
                <c:pt idx="494">
                  <c:v>25.7</c:v>
                </c:pt>
                <c:pt idx="495">
                  <c:v>25.7</c:v>
                </c:pt>
                <c:pt idx="496">
                  <c:v>25.7</c:v>
                </c:pt>
                <c:pt idx="497">
                  <c:v>25.7</c:v>
                </c:pt>
                <c:pt idx="498">
                  <c:v>25.7</c:v>
                </c:pt>
                <c:pt idx="499">
                  <c:v>25.7</c:v>
                </c:pt>
                <c:pt idx="500">
                  <c:v>25.75</c:v>
                </c:pt>
                <c:pt idx="501">
                  <c:v>25.75</c:v>
                </c:pt>
                <c:pt idx="502">
                  <c:v>25.75</c:v>
                </c:pt>
                <c:pt idx="503">
                  <c:v>25.75</c:v>
                </c:pt>
                <c:pt idx="504">
                  <c:v>25.75</c:v>
                </c:pt>
                <c:pt idx="505">
                  <c:v>25.75</c:v>
                </c:pt>
                <c:pt idx="506">
                  <c:v>25.75</c:v>
                </c:pt>
                <c:pt idx="507">
                  <c:v>25.75</c:v>
                </c:pt>
                <c:pt idx="508">
                  <c:v>25.75</c:v>
                </c:pt>
                <c:pt idx="509">
                  <c:v>25.8</c:v>
                </c:pt>
                <c:pt idx="510">
                  <c:v>25.8</c:v>
                </c:pt>
                <c:pt idx="511">
                  <c:v>25.8</c:v>
                </c:pt>
                <c:pt idx="512">
                  <c:v>25.8</c:v>
                </c:pt>
                <c:pt idx="513">
                  <c:v>25.8</c:v>
                </c:pt>
                <c:pt idx="514">
                  <c:v>25.8</c:v>
                </c:pt>
                <c:pt idx="515">
                  <c:v>25.8</c:v>
                </c:pt>
                <c:pt idx="516">
                  <c:v>25.8</c:v>
                </c:pt>
                <c:pt idx="517">
                  <c:v>25.8</c:v>
                </c:pt>
                <c:pt idx="518">
                  <c:v>25.8</c:v>
                </c:pt>
                <c:pt idx="519">
                  <c:v>25.8</c:v>
                </c:pt>
                <c:pt idx="520">
                  <c:v>25.8</c:v>
                </c:pt>
                <c:pt idx="521">
                  <c:v>25.85</c:v>
                </c:pt>
                <c:pt idx="522">
                  <c:v>25.85</c:v>
                </c:pt>
                <c:pt idx="523">
                  <c:v>25.85</c:v>
                </c:pt>
                <c:pt idx="524">
                  <c:v>25.85</c:v>
                </c:pt>
                <c:pt idx="525">
                  <c:v>25.85</c:v>
                </c:pt>
                <c:pt idx="526">
                  <c:v>25.85</c:v>
                </c:pt>
                <c:pt idx="527">
                  <c:v>25.85</c:v>
                </c:pt>
                <c:pt idx="528">
                  <c:v>25.85</c:v>
                </c:pt>
                <c:pt idx="529">
                  <c:v>25.85</c:v>
                </c:pt>
                <c:pt idx="530">
                  <c:v>25.9</c:v>
                </c:pt>
                <c:pt idx="531">
                  <c:v>25.9</c:v>
                </c:pt>
                <c:pt idx="532">
                  <c:v>25.9</c:v>
                </c:pt>
                <c:pt idx="533">
                  <c:v>25.9</c:v>
                </c:pt>
                <c:pt idx="534">
                  <c:v>25.9</c:v>
                </c:pt>
                <c:pt idx="535">
                  <c:v>25.9</c:v>
                </c:pt>
                <c:pt idx="536">
                  <c:v>25.9</c:v>
                </c:pt>
                <c:pt idx="537">
                  <c:v>25.9</c:v>
                </c:pt>
                <c:pt idx="538">
                  <c:v>25.95</c:v>
                </c:pt>
                <c:pt idx="539">
                  <c:v>25.95</c:v>
                </c:pt>
                <c:pt idx="540">
                  <c:v>25.95</c:v>
                </c:pt>
                <c:pt idx="541">
                  <c:v>25.95</c:v>
                </c:pt>
                <c:pt idx="542">
                  <c:v>25.95</c:v>
                </c:pt>
                <c:pt idx="543">
                  <c:v>25.95</c:v>
                </c:pt>
                <c:pt idx="544">
                  <c:v>25.95</c:v>
                </c:pt>
                <c:pt idx="545">
                  <c:v>25.95</c:v>
                </c:pt>
                <c:pt idx="546">
                  <c:v>25.95</c:v>
                </c:pt>
                <c:pt idx="547">
                  <c:v>25.95</c:v>
                </c:pt>
                <c:pt idx="548">
                  <c:v>26</c:v>
                </c:pt>
                <c:pt idx="549">
                  <c:v>26</c:v>
                </c:pt>
                <c:pt idx="550">
                  <c:v>26</c:v>
                </c:pt>
                <c:pt idx="551">
                  <c:v>26</c:v>
                </c:pt>
                <c:pt idx="552">
                  <c:v>26</c:v>
                </c:pt>
                <c:pt idx="553">
                  <c:v>26</c:v>
                </c:pt>
                <c:pt idx="554">
                  <c:v>26</c:v>
                </c:pt>
                <c:pt idx="555">
                  <c:v>26</c:v>
                </c:pt>
                <c:pt idx="556">
                  <c:v>26</c:v>
                </c:pt>
                <c:pt idx="557">
                  <c:v>26</c:v>
                </c:pt>
                <c:pt idx="558">
                  <c:v>26</c:v>
                </c:pt>
                <c:pt idx="559">
                  <c:v>26</c:v>
                </c:pt>
                <c:pt idx="560">
                  <c:v>26</c:v>
                </c:pt>
                <c:pt idx="561">
                  <c:v>26.05</c:v>
                </c:pt>
                <c:pt idx="562">
                  <c:v>26.05</c:v>
                </c:pt>
                <c:pt idx="563">
                  <c:v>26.05</c:v>
                </c:pt>
                <c:pt idx="564">
                  <c:v>26.05</c:v>
                </c:pt>
                <c:pt idx="565">
                  <c:v>26.05</c:v>
                </c:pt>
                <c:pt idx="566">
                  <c:v>26.05</c:v>
                </c:pt>
                <c:pt idx="567">
                  <c:v>26.05</c:v>
                </c:pt>
                <c:pt idx="568">
                  <c:v>26.1</c:v>
                </c:pt>
                <c:pt idx="569">
                  <c:v>26.1</c:v>
                </c:pt>
                <c:pt idx="570">
                  <c:v>26.1</c:v>
                </c:pt>
                <c:pt idx="571">
                  <c:v>26.1</c:v>
                </c:pt>
                <c:pt idx="572">
                  <c:v>26.1</c:v>
                </c:pt>
                <c:pt idx="573">
                  <c:v>26.1</c:v>
                </c:pt>
                <c:pt idx="574">
                  <c:v>26.1</c:v>
                </c:pt>
                <c:pt idx="575">
                  <c:v>26.1</c:v>
                </c:pt>
                <c:pt idx="576">
                  <c:v>26.15</c:v>
                </c:pt>
                <c:pt idx="577">
                  <c:v>26.15</c:v>
                </c:pt>
                <c:pt idx="578">
                  <c:v>26.15</c:v>
                </c:pt>
                <c:pt idx="579">
                  <c:v>26.15</c:v>
                </c:pt>
                <c:pt idx="580">
                  <c:v>26.15</c:v>
                </c:pt>
                <c:pt idx="581">
                  <c:v>26.15</c:v>
                </c:pt>
                <c:pt idx="582">
                  <c:v>26.15</c:v>
                </c:pt>
                <c:pt idx="583">
                  <c:v>26.15</c:v>
                </c:pt>
                <c:pt idx="584">
                  <c:v>26.15</c:v>
                </c:pt>
                <c:pt idx="585">
                  <c:v>26.15</c:v>
                </c:pt>
                <c:pt idx="586">
                  <c:v>26.15</c:v>
                </c:pt>
                <c:pt idx="587">
                  <c:v>26.15</c:v>
                </c:pt>
                <c:pt idx="588">
                  <c:v>26.2</c:v>
                </c:pt>
                <c:pt idx="589">
                  <c:v>26.2</c:v>
                </c:pt>
                <c:pt idx="590">
                  <c:v>26.2</c:v>
                </c:pt>
                <c:pt idx="591">
                  <c:v>26.2</c:v>
                </c:pt>
                <c:pt idx="592">
                  <c:v>26.2</c:v>
                </c:pt>
                <c:pt idx="593">
                  <c:v>26.2</c:v>
                </c:pt>
                <c:pt idx="594">
                  <c:v>26.2</c:v>
                </c:pt>
                <c:pt idx="595">
                  <c:v>26.2</c:v>
                </c:pt>
                <c:pt idx="596">
                  <c:v>26.2</c:v>
                </c:pt>
                <c:pt idx="597">
                  <c:v>26.2</c:v>
                </c:pt>
                <c:pt idx="598">
                  <c:v>26.2</c:v>
                </c:pt>
                <c:pt idx="599">
                  <c:v>26.25</c:v>
                </c:pt>
                <c:pt idx="600">
                  <c:v>26.25</c:v>
                </c:pt>
                <c:pt idx="601">
                  <c:v>26.25</c:v>
                </c:pt>
                <c:pt idx="602">
                  <c:v>26.25</c:v>
                </c:pt>
                <c:pt idx="603">
                  <c:v>26.25</c:v>
                </c:pt>
                <c:pt idx="604">
                  <c:v>26.25</c:v>
                </c:pt>
                <c:pt idx="605">
                  <c:v>26.25</c:v>
                </c:pt>
                <c:pt idx="606">
                  <c:v>26.25</c:v>
                </c:pt>
                <c:pt idx="607">
                  <c:v>26.25</c:v>
                </c:pt>
                <c:pt idx="608">
                  <c:v>26.3</c:v>
                </c:pt>
                <c:pt idx="609">
                  <c:v>26.3</c:v>
                </c:pt>
                <c:pt idx="610">
                  <c:v>26.3</c:v>
                </c:pt>
                <c:pt idx="611">
                  <c:v>26.3</c:v>
                </c:pt>
                <c:pt idx="612">
                  <c:v>26.3</c:v>
                </c:pt>
                <c:pt idx="613">
                  <c:v>26.3</c:v>
                </c:pt>
                <c:pt idx="614">
                  <c:v>26.3</c:v>
                </c:pt>
                <c:pt idx="615">
                  <c:v>26.3</c:v>
                </c:pt>
                <c:pt idx="616">
                  <c:v>26.3</c:v>
                </c:pt>
                <c:pt idx="617">
                  <c:v>26.35</c:v>
                </c:pt>
                <c:pt idx="618">
                  <c:v>26.35</c:v>
                </c:pt>
                <c:pt idx="619">
                  <c:v>26.35</c:v>
                </c:pt>
                <c:pt idx="620">
                  <c:v>26.35</c:v>
                </c:pt>
                <c:pt idx="621">
                  <c:v>26.35</c:v>
                </c:pt>
                <c:pt idx="622">
                  <c:v>26.35</c:v>
                </c:pt>
                <c:pt idx="623">
                  <c:v>26.35</c:v>
                </c:pt>
                <c:pt idx="624">
                  <c:v>26.35</c:v>
                </c:pt>
                <c:pt idx="625">
                  <c:v>26.35</c:v>
                </c:pt>
                <c:pt idx="626">
                  <c:v>26.35</c:v>
                </c:pt>
                <c:pt idx="627">
                  <c:v>26.35</c:v>
                </c:pt>
                <c:pt idx="628">
                  <c:v>26.4</c:v>
                </c:pt>
                <c:pt idx="629">
                  <c:v>26.4</c:v>
                </c:pt>
                <c:pt idx="630">
                  <c:v>26.4</c:v>
                </c:pt>
                <c:pt idx="631">
                  <c:v>26.4</c:v>
                </c:pt>
                <c:pt idx="632">
                  <c:v>26.4</c:v>
                </c:pt>
                <c:pt idx="633">
                  <c:v>26.4</c:v>
                </c:pt>
                <c:pt idx="634">
                  <c:v>26.4</c:v>
                </c:pt>
                <c:pt idx="635">
                  <c:v>26.4</c:v>
                </c:pt>
                <c:pt idx="636">
                  <c:v>26.4</c:v>
                </c:pt>
                <c:pt idx="637">
                  <c:v>26.4</c:v>
                </c:pt>
                <c:pt idx="638">
                  <c:v>26.4</c:v>
                </c:pt>
                <c:pt idx="639">
                  <c:v>26.4</c:v>
                </c:pt>
                <c:pt idx="640">
                  <c:v>26.4</c:v>
                </c:pt>
                <c:pt idx="641">
                  <c:v>26.45</c:v>
                </c:pt>
                <c:pt idx="642">
                  <c:v>26.45</c:v>
                </c:pt>
                <c:pt idx="643">
                  <c:v>26.45</c:v>
                </c:pt>
                <c:pt idx="644">
                  <c:v>26.45</c:v>
                </c:pt>
                <c:pt idx="645">
                  <c:v>26.45</c:v>
                </c:pt>
                <c:pt idx="646">
                  <c:v>26.45</c:v>
                </c:pt>
                <c:pt idx="647">
                  <c:v>26.45</c:v>
                </c:pt>
                <c:pt idx="648">
                  <c:v>26.45</c:v>
                </c:pt>
                <c:pt idx="649">
                  <c:v>26.5</c:v>
                </c:pt>
                <c:pt idx="650">
                  <c:v>26.5</c:v>
                </c:pt>
                <c:pt idx="651">
                  <c:v>26.5</c:v>
                </c:pt>
                <c:pt idx="652">
                  <c:v>26.5</c:v>
                </c:pt>
                <c:pt idx="653">
                  <c:v>26.5</c:v>
                </c:pt>
                <c:pt idx="654">
                  <c:v>26.5</c:v>
                </c:pt>
                <c:pt idx="655">
                  <c:v>26.5</c:v>
                </c:pt>
                <c:pt idx="656">
                  <c:v>26.5</c:v>
                </c:pt>
                <c:pt idx="657">
                  <c:v>26.5</c:v>
                </c:pt>
                <c:pt idx="658">
                  <c:v>26.55</c:v>
                </c:pt>
                <c:pt idx="659">
                  <c:v>26.55</c:v>
                </c:pt>
                <c:pt idx="660">
                  <c:v>26.55</c:v>
                </c:pt>
                <c:pt idx="661">
                  <c:v>26.55</c:v>
                </c:pt>
                <c:pt idx="662">
                  <c:v>26.55</c:v>
                </c:pt>
                <c:pt idx="663">
                  <c:v>26.55</c:v>
                </c:pt>
                <c:pt idx="664">
                  <c:v>26.55</c:v>
                </c:pt>
                <c:pt idx="665">
                  <c:v>26.55</c:v>
                </c:pt>
                <c:pt idx="666">
                  <c:v>26.55</c:v>
                </c:pt>
                <c:pt idx="667">
                  <c:v>26.55</c:v>
                </c:pt>
                <c:pt idx="668">
                  <c:v>26.55</c:v>
                </c:pt>
                <c:pt idx="669">
                  <c:v>26.55</c:v>
                </c:pt>
                <c:pt idx="670">
                  <c:v>26.55</c:v>
                </c:pt>
                <c:pt idx="671">
                  <c:v>26.6</c:v>
                </c:pt>
                <c:pt idx="672">
                  <c:v>26.6</c:v>
                </c:pt>
                <c:pt idx="673">
                  <c:v>26.6</c:v>
                </c:pt>
                <c:pt idx="674">
                  <c:v>26.6</c:v>
                </c:pt>
                <c:pt idx="675">
                  <c:v>26.6</c:v>
                </c:pt>
                <c:pt idx="676">
                  <c:v>26.6</c:v>
                </c:pt>
                <c:pt idx="677">
                  <c:v>26.6</c:v>
                </c:pt>
                <c:pt idx="678">
                  <c:v>26.65</c:v>
                </c:pt>
                <c:pt idx="679">
                  <c:v>26.65</c:v>
                </c:pt>
                <c:pt idx="680">
                  <c:v>26.65</c:v>
                </c:pt>
                <c:pt idx="681">
                  <c:v>26.65</c:v>
                </c:pt>
                <c:pt idx="682">
                  <c:v>26.65</c:v>
                </c:pt>
                <c:pt idx="683">
                  <c:v>26.65</c:v>
                </c:pt>
                <c:pt idx="684">
                  <c:v>26.65</c:v>
                </c:pt>
                <c:pt idx="685">
                  <c:v>26.65</c:v>
                </c:pt>
                <c:pt idx="686">
                  <c:v>26.65</c:v>
                </c:pt>
                <c:pt idx="687">
                  <c:v>26.65</c:v>
                </c:pt>
                <c:pt idx="688">
                  <c:v>26.65</c:v>
                </c:pt>
                <c:pt idx="689">
                  <c:v>26.65</c:v>
                </c:pt>
                <c:pt idx="690">
                  <c:v>26.7</c:v>
                </c:pt>
                <c:pt idx="691">
                  <c:v>26.7</c:v>
                </c:pt>
                <c:pt idx="692">
                  <c:v>26.7</c:v>
                </c:pt>
                <c:pt idx="693">
                  <c:v>26.7</c:v>
                </c:pt>
                <c:pt idx="694">
                  <c:v>26.7</c:v>
                </c:pt>
                <c:pt idx="695">
                  <c:v>26.7</c:v>
                </c:pt>
                <c:pt idx="696">
                  <c:v>26.7</c:v>
                </c:pt>
                <c:pt idx="697">
                  <c:v>26.7</c:v>
                </c:pt>
                <c:pt idx="698">
                  <c:v>26.7</c:v>
                </c:pt>
                <c:pt idx="699">
                  <c:v>26.7</c:v>
                </c:pt>
                <c:pt idx="700">
                  <c:v>26.7</c:v>
                </c:pt>
                <c:pt idx="701">
                  <c:v>26.75</c:v>
                </c:pt>
                <c:pt idx="702">
                  <c:v>26.75</c:v>
                </c:pt>
                <c:pt idx="703">
                  <c:v>26.75</c:v>
                </c:pt>
                <c:pt idx="704">
                  <c:v>26.75</c:v>
                </c:pt>
                <c:pt idx="705">
                  <c:v>26.75</c:v>
                </c:pt>
                <c:pt idx="706">
                  <c:v>26.75</c:v>
                </c:pt>
                <c:pt idx="707">
                  <c:v>26.75</c:v>
                </c:pt>
                <c:pt idx="708">
                  <c:v>26.75</c:v>
                </c:pt>
                <c:pt idx="709">
                  <c:v>26.8</c:v>
                </c:pt>
                <c:pt idx="710">
                  <c:v>26.8</c:v>
                </c:pt>
                <c:pt idx="711">
                  <c:v>26.8</c:v>
                </c:pt>
                <c:pt idx="712">
                  <c:v>26.8</c:v>
                </c:pt>
                <c:pt idx="713">
                  <c:v>26.8</c:v>
                </c:pt>
                <c:pt idx="714">
                  <c:v>26.8</c:v>
                </c:pt>
                <c:pt idx="715">
                  <c:v>26.8</c:v>
                </c:pt>
                <c:pt idx="716">
                  <c:v>26.8</c:v>
                </c:pt>
                <c:pt idx="717">
                  <c:v>26.8</c:v>
                </c:pt>
                <c:pt idx="718">
                  <c:v>26.8</c:v>
                </c:pt>
                <c:pt idx="719">
                  <c:v>26.8</c:v>
                </c:pt>
                <c:pt idx="720">
                  <c:v>26.8</c:v>
                </c:pt>
                <c:pt idx="721">
                  <c:v>26.85</c:v>
                </c:pt>
                <c:pt idx="722">
                  <c:v>26.85</c:v>
                </c:pt>
                <c:pt idx="723">
                  <c:v>26.85</c:v>
                </c:pt>
                <c:pt idx="724">
                  <c:v>26.85</c:v>
                </c:pt>
                <c:pt idx="725">
                  <c:v>26.85</c:v>
                </c:pt>
                <c:pt idx="726">
                  <c:v>26.85</c:v>
                </c:pt>
                <c:pt idx="727">
                  <c:v>26.85</c:v>
                </c:pt>
                <c:pt idx="728">
                  <c:v>26.85</c:v>
                </c:pt>
                <c:pt idx="729">
                  <c:v>26.85</c:v>
                </c:pt>
                <c:pt idx="730">
                  <c:v>26.85</c:v>
                </c:pt>
                <c:pt idx="731">
                  <c:v>26.85</c:v>
                </c:pt>
                <c:pt idx="732">
                  <c:v>26.9</c:v>
                </c:pt>
                <c:pt idx="733">
                  <c:v>26.9</c:v>
                </c:pt>
                <c:pt idx="734">
                  <c:v>26.9</c:v>
                </c:pt>
                <c:pt idx="735">
                  <c:v>26.9</c:v>
                </c:pt>
                <c:pt idx="736">
                  <c:v>26.9</c:v>
                </c:pt>
                <c:pt idx="737">
                  <c:v>26.9</c:v>
                </c:pt>
                <c:pt idx="738">
                  <c:v>26.9</c:v>
                </c:pt>
                <c:pt idx="739">
                  <c:v>26.9</c:v>
                </c:pt>
                <c:pt idx="740">
                  <c:v>26.9</c:v>
                </c:pt>
                <c:pt idx="741">
                  <c:v>26.95</c:v>
                </c:pt>
                <c:pt idx="742">
                  <c:v>26.95</c:v>
                </c:pt>
                <c:pt idx="743">
                  <c:v>26.95</c:v>
                </c:pt>
                <c:pt idx="744">
                  <c:v>26.95</c:v>
                </c:pt>
                <c:pt idx="745">
                  <c:v>26.95</c:v>
                </c:pt>
                <c:pt idx="746">
                  <c:v>26.95</c:v>
                </c:pt>
                <c:pt idx="747">
                  <c:v>26.95</c:v>
                </c:pt>
                <c:pt idx="748">
                  <c:v>26.95</c:v>
                </c:pt>
                <c:pt idx="749">
                  <c:v>26.95</c:v>
                </c:pt>
                <c:pt idx="750">
                  <c:v>26.95</c:v>
                </c:pt>
                <c:pt idx="751">
                  <c:v>26.95</c:v>
                </c:pt>
                <c:pt idx="752">
                  <c:v>27</c:v>
                </c:pt>
                <c:pt idx="753">
                  <c:v>27</c:v>
                </c:pt>
                <c:pt idx="754">
                  <c:v>27</c:v>
                </c:pt>
                <c:pt idx="755">
                  <c:v>27</c:v>
                </c:pt>
                <c:pt idx="756">
                  <c:v>27</c:v>
                </c:pt>
                <c:pt idx="757">
                  <c:v>27</c:v>
                </c:pt>
                <c:pt idx="758">
                  <c:v>27</c:v>
                </c:pt>
                <c:pt idx="759">
                  <c:v>27</c:v>
                </c:pt>
                <c:pt idx="760">
                  <c:v>27</c:v>
                </c:pt>
                <c:pt idx="761">
                  <c:v>27</c:v>
                </c:pt>
                <c:pt idx="762">
                  <c:v>27</c:v>
                </c:pt>
                <c:pt idx="763">
                  <c:v>27</c:v>
                </c:pt>
                <c:pt idx="764">
                  <c:v>27.05</c:v>
                </c:pt>
                <c:pt idx="765">
                  <c:v>27.05</c:v>
                </c:pt>
                <c:pt idx="766">
                  <c:v>27.05</c:v>
                </c:pt>
                <c:pt idx="767">
                  <c:v>27.05</c:v>
                </c:pt>
                <c:pt idx="768">
                  <c:v>27.05</c:v>
                </c:pt>
                <c:pt idx="769">
                  <c:v>27.05</c:v>
                </c:pt>
                <c:pt idx="770">
                  <c:v>27.05</c:v>
                </c:pt>
                <c:pt idx="771">
                  <c:v>27.05</c:v>
                </c:pt>
                <c:pt idx="772">
                  <c:v>27.05</c:v>
                </c:pt>
                <c:pt idx="773">
                  <c:v>27.05</c:v>
                </c:pt>
                <c:pt idx="774">
                  <c:v>27.05</c:v>
                </c:pt>
                <c:pt idx="775">
                  <c:v>27.05</c:v>
                </c:pt>
                <c:pt idx="776">
                  <c:v>27.05</c:v>
                </c:pt>
                <c:pt idx="777">
                  <c:v>27.05</c:v>
                </c:pt>
                <c:pt idx="778">
                  <c:v>27.1</c:v>
                </c:pt>
                <c:pt idx="779">
                  <c:v>27.1</c:v>
                </c:pt>
                <c:pt idx="780">
                  <c:v>27.1</c:v>
                </c:pt>
                <c:pt idx="781">
                  <c:v>27.1</c:v>
                </c:pt>
                <c:pt idx="782">
                  <c:v>27.1</c:v>
                </c:pt>
                <c:pt idx="783">
                  <c:v>27.1</c:v>
                </c:pt>
                <c:pt idx="784">
                  <c:v>27.1</c:v>
                </c:pt>
                <c:pt idx="785">
                  <c:v>27.1</c:v>
                </c:pt>
                <c:pt idx="786">
                  <c:v>27.1</c:v>
                </c:pt>
                <c:pt idx="787">
                  <c:v>27.15</c:v>
                </c:pt>
                <c:pt idx="788">
                  <c:v>27.15</c:v>
                </c:pt>
                <c:pt idx="789">
                  <c:v>27.15</c:v>
                </c:pt>
                <c:pt idx="790">
                  <c:v>27.15</c:v>
                </c:pt>
                <c:pt idx="791">
                  <c:v>27.15</c:v>
                </c:pt>
                <c:pt idx="792">
                  <c:v>27.15</c:v>
                </c:pt>
                <c:pt idx="793">
                  <c:v>27.15</c:v>
                </c:pt>
                <c:pt idx="794">
                  <c:v>27.15</c:v>
                </c:pt>
                <c:pt idx="795">
                  <c:v>27.15</c:v>
                </c:pt>
                <c:pt idx="796">
                  <c:v>27.15</c:v>
                </c:pt>
                <c:pt idx="797">
                  <c:v>27.2</c:v>
                </c:pt>
                <c:pt idx="798">
                  <c:v>27.2</c:v>
                </c:pt>
                <c:pt idx="799">
                  <c:v>27.2</c:v>
                </c:pt>
                <c:pt idx="800">
                  <c:v>27.2</c:v>
                </c:pt>
                <c:pt idx="801">
                  <c:v>27.2</c:v>
                </c:pt>
                <c:pt idx="802">
                  <c:v>27.2</c:v>
                </c:pt>
                <c:pt idx="803">
                  <c:v>27.2</c:v>
                </c:pt>
                <c:pt idx="804">
                  <c:v>27.2</c:v>
                </c:pt>
                <c:pt idx="805">
                  <c:v>27.2</c:v>
                </c:pt>
                <c:pt idx="806">
                  <c:v>27.25</c:v>
                </c:pt>
                <c:pt idx="807">
                  <c:v>27.25</c:v>
                </c:pt>
                <c:pt idx="808">
                  <c:v>27.25</c:v>
                </c:pt>
                <c:pt idx="809">
                  <c:v>27.25</c:v>
                </c:pt>
                <c:pt idx="810">
                  <c:v>27.25</c:v>
                </c:pt>
                <c:pt idx="811">
                  <c:v>27.25</c:v>
                </c:pt>
                <c:pt idx="812">
                  <c:v>27.25</c:v>
                </c:pt>
                <c:pt idx="813">
                  <c:v>27.25</c:v>
                </c:pt>
                <c:pt idx="814">
                  <c:v>27.3</c:v>
                </c:pt>
                <c:pt idx="815">
                  <c:v>27.3</c:v>
                </c:pt>
                <c:pt idx="816">
                  <c:v>27.3</c:v>
                </c:pt>
                <c:pt idx="817">
                  <c:v>27.3</c:v>
                </c:pt>
                <c:pt idx="818">
                  <c:v>27.3</c:v>
                </c:pt>
                <c:pt idx="819">
                  <c:v>27.3</c:v>
                </c:pt>
                <c:pt idx="820">
                  <c:v>27.3</c:v>
                </c:pt>
                <c:pt idx="821">
                  <c:v>27.3</c:v>
                </c:pt>
                <c:pt idx="822">
                  <c:v>27.3</c:v>
                </c:pt>
                <c:pt idx="823">
                  <c:v>27.3</c:v>
                </c:pt>
                <c:pt idx="824">
                  <c:v>27.3</c:v>
                </c:pt>
                <c:pt idx="825">
                  <c:v>27.3</c:v>
                </c:pt>
                <c:pt idx="826">
                  <c:v>27.3</c:v>
                </c:pt>
                <c:pt idx="827">
                  <c:v>27.35</c:v>
                </c:pt>
                <c:pt idx="828">
                  <c:v>27.35</c:v>
                </c:pt>
                <c:pt idx="829">
                  <c:v>27.35</c:v>
                </c:pt>
                <c:pt idx="830">
                  <c:v>27.35</c:v>
                </c:pt>
                <c:pt idx="831">
                  <c:v>27.35</c:v>
                </c:pt>
                <c:pt idx="832">
                  <c:v>27.35</c:v>
                </c:pt>
                <c:pt idx="833">
                  <c:v>27.35</c:v>
                </c:pt>
                <c:pt idx="834">
                  <c:v>27.35</c:v>
                </c:pt>
                <c:pt idx="835">
                  <c:v>27.35</c:v>
                </c:pt>
                <c:pt idx="836">
                  <c:v>27.35</c:v>
                </c:pt>
                <c:pt idx="837">
                  <c:v>27.4</c:v>
                </c:pt>
                <c:pt idx="838">
                  <c:v>27.4</c:v>
                </c:pt>
                <c:pt idx="839">
                  <c:v>27.4</c:v>
                </c:pt>
                <c:pt idx="840">
                  <c:v>27.4</c:v>
                </c:pt>
                <c:pt idx="841">
                  <c:v>27.4</c:v>
                </c:pt>
                <c:pt idx="842">
                  <c:v>27.4</c:v>
                </c:pt>
                <c:pt idx="843">
                  <c:v>27.4</c:v>
                </c:pt>
                <c:pt idx="844">
                  <c:v>27.4</c:v>
                </c:pt>
                <c:pt idx="845">
                  <c:v>27.45</c:v>
                </c:pt>
                <c:pt idx="846">
                  <c:v>27.45</c:v>
                </c:pt>
                <c:pt idx="847">
                  <c:v>27.45</c:v>
                </c:pt>
                <c:pt idx="848">
                  <c:v>27.45</c:v>
                </c:pt>
                <c:pt idx="849">
                  <c:v>27.45</c:v>
                </c:pt>
                <c:pt idx="850">
                  <c:v>27.45</c:v>
                </c:pt>
                <c:pt idx="851">
                  <c:v>27.45</c:v>
                </c:pt>
                <c:pt idx="852">
                  <c:v>27.45</c:v>
                </c:pt>
                <c:pt idx="853">
                  <c:v>27.5</c:v>
                </c:pt>
                <c:pt idx="854">
                  <c:v>27.5</c:v>
                </c:pt>
                <c:pt idx="855">
                  <c:v>27.5</c:v>
                </c:pt>
                <c:pt idx="856">
                  <c:v>27.5</c:v>
                </c:pt>
                <c:pt idx="857">
                  <c:v>27.5</c:v>
                </c:pt>
                <c:pt idx="858">
                  <c:v>27.5</c:v>
                </c:pt>
                <c:pt idx="859">
                  <c:v>27.5</c:v>
                </c:pt>
                <c:pt idx="860">
                  <c:v>27.5</c:v>
                </c:pt>
                <c:pt idx="861">
                  <c:v>27.55</c:v>
                </c:pt>
                <c:pt idx="862">
                  <c:v>27.55</c:v>
                </c:pt>
                <c:pt idx="863">
                  <c:v>27.55</c:v>
                </c:pt>
                <c:pt idx="864">
                  <c:v>27.55</c:v>
                </c:pt>
                <c:pt idx="865">
                  <c:v>27.55</c:v>
                </c:pt>
                <c:pt idx="866">
                  <c:v>27.55</c:v>
                </c:pt>
                <c:pt idx="867">
                  <c:v>27.55</c:v>
                </c:pt>
                <c:pt idx="868">
                  <c:v>27.55</c:v>
                </c:pt>
                <c:pt idx="869">
                  <c:v>27.55</c:v>
                </c:pt>
                <c:pt idx="870">
                  <c:v>27.55</c:v>
                </c:pt>
                <c:pt idx="871">
                  <c:v>27.55</c:v>
                </c:pt>
                <c:pt idx="872">
                  <c:v>27.55</c:v>
                </c:pt>
                <c:pt idx="873">
                  <c:v>27.6</c:v>
                </c:pt>
                <c:pt idx="874">
                  <c:v>27.6</c:v>
                </c:pt>
                <c:pt idx="875">
                  <c:v>27.6</c:v>
                </c:pt>
                <c:pt idx="876">
                  <c:v>27.6</c:v>
                </c:pt>
                <c:pt idx="877">
                  <c:v>27.6</c:v>
                </c:pt>
                <c:pt idx="878">
                  <c:v>27.6</c:v>
                </c:pt>
                <c:pt idx="879">
                  <c:v>27.6</c:v>
                </c:pt>
                <c:pt idx="880">
                  <c:v>27.6</c:v>
                </c:pt>
                <c:pt idx="881">
                  <c:v>27.6</c:v>
                </c:pt>
                <c:pt idx="882">
                  <c:v>27.6</c:v>
                </c:pt>
                <c:pt idx="883">
                  <c:v>27.65</c:v>
                </c:pt>
                <c:pt idx="884">
                  <c:v>27.65</c:v>
                </c:pt>
                <c:pt idx="885">
                  <c:v>27.65</c:v>
                </c:pt>
                <c:pt idx="886">
                  <c:v>27.65</c:v>
                </c:pt>
                <c:pt idx="887">
                  <c:v>27.65</c:v>
                </c:pt>
                <c:pt idx="888">
                  <c:v>27.65</c:v>
                </c:pt>
                <c:pt idx="889">
                  <c:v>27.65</c:v>
                </c:pt>
                <c:pt idx="890">
                  <c:v>27.65</c:v>
                </c:pt>
                <c:pt idx="891">
                  <c:v>27.7</c:v>
                </c:pt>
                <c:pt idx="892">
                  <c:v>27.7</c:v>
                </c:pt>
                <c:pt idx="893">
                  <c:v>27.7</c:v>
                </c:pt>
                <c:pt idx="894">
                  <c:v>27.7</c:v>
                </c:pt>
                <c:pt idx="895">
                  <c:v>27.7</c:v>
                </c:pt>
                <c:pt idx="896">
                  <c:v>27.7</c:v>
                </c:pt>
                <c:pt idx="897">
                  <c:v>27.7</c:v>
                </c:pt>
                <c:pt idx="898">
                  <c:v>27.7</c:v>
                </c:pt>
                <c:pt idx="899">
                  <c:v>27.7</c:v>
                </c:pt>
                <c:pt idx="900">
                  <c:v>27.7</c:v>
                </c:pt>
                <c:pt idx="901">
                  <c:v>27.75</c:v>
                </c:pt>
                <c:pt idx="902">
                  <c:v>27.75</c:v>
                </c:pt>
                <c:pt idx="903">
                  <c:v>27.75</c:v>
                </c:pt>
                <c:pt idx="904">
                  <c:v>27.75</c:v>
                </c:pt>
                <c:pt idx="905">
                  <c:v>27.75</c:v>
                </c:pt>
                <c:pt idx="906">
                  <c:v>27.75</c:v>
                </c:pt>
                <c:pt idx="907">
                  <c:v>27.75</c:v>
                </c:pt>
                <c:pt idx="908">
                  <c:v>27.75</c:v>
                </c:pt>
                <c:pt idx="909">
                  <c:v>27.75</c:v>
                </c:pt>
                <c:pt idx="910">
                  <c:v>27.8</c:v>
                </c:pt>
                <c:pt idx="911">
                  <c:v>27.8</c:v>
                </c:pt>
                <c:pt idx="912">
                  <c:v>27.8</c:v>
                </c:pt>
                <c:pt idx="913">
                  <c:v>27.8</c:v>
                </c:pt>
                <c:pt idx="914">
                  <c:v>27.8</c:v>
                </c:pt>
                <c:pt idx="915">
                  <c:v>27.8</c:v>
                </c:pt>
                <c:pt idx="916">
                  <c:v>27.8</c:v>
                </c:pt>
                <c:pt idx="917">
                  <c:v>27.8</c:v>
                </c:pt>
                <c:pt idx="918">
                  <c:v>27.8</c:v>
                </c:pt>
                <c:pt idx="919">
                  <c:v>27.8</c:v>
                </c:pt>
                <c:pt idx="920">
                  <c:v>27.85</c:v>
                </c:pt>
                <c:pt idx="921">
                  <c:v>27.85</c:v>
                </c:pt>
                <c:pt idx="922">
                  <c:v>27.85</c:v>
                </c:pt>
                <c:pt idx="923">
                  <c:v>27.85</c:v>
                </c:pt>
                <c:pt idx="924">
                  <c:v>27.85</c:v>
                </c:pt>
                <c:pt idx="925">
                  <c:v>27.85</c:v>
                </c:pt>
                <c:pt idx="926">
                  <c:v>27.85</c:v>
                </c:pt>
                <c:pt idx="927">
                  <c:v>27.85</c:v>
                </c:pt>
                <c:pt idx="928">
                  <c:v>27.85</c:v>
                </c:pt>
                <c:pt idx="929">
                  <c:v>27.85</c:v>
                </c:pt>
                <c:pt idx="930">
                  <c:v>27.9</c:v>
                </c:pt>
                <c:pt idx="931">
                  <c:v>27.9</c:v>
                </c:pt>
                <c:pt idx="932">
                  <c:v>27.9</c:v>
                </c:pt>
                <c:pt idx="933">
                  <c:v>27.9</c:v>
                </c:pt>
                <c:pt idx="934">
                  <c:v>27.9</c:v>
                </c:pt>
                <c:pt idx="935">
                  <c:v>27.9</c:v>
                </c:pt>
                <c:pt idx="936">
                  <c:v>27.9</c:v>
                </c:pt>
                <c:pt idx="937">
                  <c:v>27.95</c:v>
                </c:pt>
                <c:pt idx="938">
                  <c:v>27.95</c:v>
                </c:pt>
                <c:pt idx="939">
                  <c:v>27.95</c:v>
                </c:pt>
                <c:pt idx="940">
                  <c:v>27.95</c:v>
                </c:pt>
                <c:pt idx="941">
                  <c:v>27.95</c:v>
                </c:pt>
                <c:pt idx="942">
                  <c:v>27.95</c:v>
                </c:pt>
                <c:pt idx="943">
                  <c:v>27.95</c:v>
                </c:pt>
                <c:pt idx="944">
                  <c:v>27.95</c:v>
                </c:pt>
                <c:pt idx="945">
                  <c:v>27.95</c:v>
                </c:pt>
                <c:pt idx="946">
                  <c:v>28</c:v>
                </c:pt>
                <c:pt idx="947">
                  <c:v>28</c:v>
                </c:pt>
                <c:pt idx="948">
                  <c:v>28</c:v>
                </c:pt>
                <c:pt idx="949">
                  <c:v>28</c:v>
                </c:pt>
                <c:pt idx="950">
                  <c:v>28</c:v>
                </c:pt>
                <c:pt idx="951">
                  <c:v>28</c:v>
                </c:pt>
                <c:pt idx="952">
                  <c:v>28</c:v>
                </c:pt>
                <c:pt idx="953">
                  <c:v>28</c:v>
                </c:pt>
                <c:pt idx="954">
                  <c:v>28</c:v>
                </c:pt>
                <c:pt idx="955">
                  <c:v>28</c:v>
                </c:pt>
                <c:pt idx="956">
                  <c:v>28</c:v>
                </c:pt>
                <c:pt idx="957">
                  <c:v>28</c:v>
                </c:pt>
                <c:pt idx="958">
                  <c:v>28</c:v>
                </c:pt>
                <c:pt idx="959">
                  <c:v>28</c:v>
                </c:pt>
                <c:pt idx="960">
                  <c:v>28</c:v>
                </c:pt>
                <c:pt idx="961">
                  <c:v>28.05</c:v>
                </c:pt>
                <c:pt idx="962">
                  <c:v>28.05</c:v>
                </c:pt>
                <c:pt idx="963">
                  <c:v>28.05</c:v>
                </c:pt>
                <c:pt idx="964">
                  <c:v>28.05</c:v>
                </c:pt>
                <c:pt idx="965">
                  <c:v>28.05</c:v>
                </c:pt>
                <c:pt idx="966">
                  <c:v>28.05</c:v>
                </c:pt>
                <c:pt idx="967">
                  <c:v>28.05</c:v>
                </c:pt>
                <c:pt idx="968">
                  <c:v>28.05</c:v>
                </c:pt>
                <c:pt idx="969">
                  <c:v>28.1</c:v>
                </c:pt>
                <c:pt idx="970">
                  <c:v>28.1</c:v>
                </c:pt>
                <c:pt idx="971">
                  <c:v>28.1</c:v>
                </c:pt>
                <c:pt idx="972">
                  <c:v>28.1</c:v>
                </c:pt>
                <c:pt idx="973">
                  <c:v>28.1</c:v>
                </c:pt>
                <c:pt idx="974">
                  <c:v>28.1</c:v>
                </c:pt>
                <c:pt idx="975">
                  <c:v>28.1</c:v>
                </c:pt>
                <c:pt idx="976">
                  <c:v>28.1</c:v>
                </c:pt>
                <c:pt idx="977">
                  <c:v>28.1</c:v>
                </c:pt>
                <c:pt idx="978">
                  <c:v>28.1</c:v>
                </c:pt>
                <c:pt idx="979">
                  <c:v>28.1</c:v>
                </c:pt>
                <c:pt idx="980">
                  <c:v>28.15</c:v>
                </c:pt>
                <c:pt idx="981">
                  <c:v>28.15</c:v>
                </c:pt>
                <c:pt idx="982">
                  <c:v>28.15</c:v>
                </c:pt>
                <c:pt idx="983">
                  <c:v>28.15</c:v>
                </c:pt>
                <c:pt idx="984">
                  <c:v>28.15</c:v>
                </c:pt>
                <c:pt idx="985">
                  <c:v>28.15</c:v>
                </c:pt>
                <c:pt idx="986">
                  <c:v>28.15</c:v>
                </c:pt>
                <c:pt idx="987">
                  <c:v>28.15</c:v>
                </c:pt>
                <c:pt idx="988">
                  <c:v>28.15</c:v>
                </c:pt>
                <c:pt idx="989">
                  <c:v>28.15</c:v>
                </c:pt>
                <c:pt idx="990">
                  <c:v>28.15</c:v>
                </c:pt>
                <c:pt idx="991">
                  <c:v>28.2</c:v>
                </c:pt>
                <c:pt idx="992">
                  <c:v>28.2</c:v>
                </c:pt>
                <c:pt idx="993">
                  <c:v>28.2</c:v>
                </c:pt>
                <c:pt idx="994">
                  <c:v>28.2</c:v>
                </c:pt>
                <c:pt idx="995">
                  <c:v>28.2</c:v>
                </c:pt>
                <c:pt idx="996">
                  <c:v>28.2</c:v>
                </c:pt>
                <c:pt idx="997">
                  <c:v>28.2</c:v>
                </c:pt>
                <c:pt idx="998">
                  <c:v>28.2</c:v>
                </c:pt>
                <c:pt idx="999">
                  <c:v>28.2</c:v>
                </c:pt>
                <c:pt idx="1000">
                  <c:v>28.25</c:v>
                </c:pt>
                <c:pt idx="1001">
                  <c:v>28.25</c:v>
                </c:pt>
                <c:pt idx="1002">
                  <c:v>28.25</c:v>
                </c:pt>
                <c:pt idx="1003">
                  <c:v>28.25</c:v>
                </c:pt>
                <c:pt idx="1004">
                  <c:v>28.25</c:v>
                </c:pt>
                <c:pt idx="1005">
                  <c:v>28.25</c:v>
                </c:pt>
                <c:pt idx="1006">
                  <c:v>28.3</c:v>
                </c:pt>
                <c:pt idx="1007">
                  <c:v>28.3</c:v>
                </c:pt>
                <c:pt idx="1008">
                  <c:v>28.3</c:v>
                </c:pt>
                <c:pt idx="1009">
                  <c:v>28.3</c:v>
                </c:pt>
                <c:pt idx="1010">
                  <c:v>28.3</c:v>
                </c:pt>
                <c:pt idx="1011">
                  <c:v>28.3</c:v>
                </c:pt>
                <c:pt idx="1012">
                  <c:v>28.3</c:v>
                </c:pt>
                <c:pt idx="1013">
                  <c:v>28.3</c:v>
                </c:pt>
                <c:pt idx="1014">
                  <c:v>28.3</c:v>
                </c:pt>
                <c:pt idx="1015">
                  <c:v>28.35</c:v>
                </c:pt>
                <c:pt idx="1016">
                  <c:v>28.35</c:v>
                </c:pt>
                <c:pt idx="1017">
                  <c:v>28.35</c:v>
                </c:pt>
                <c:pt idx="1018">
                  <c:v>28.35</c:v>
                </c:pt>
                <c:pt idx="1019">
                  <c:v>28.35</c:v>
                </c:pt>
                <c:pt idx="1020">
                  <c:v>28.35</c:v>
                </c:pt>
                <c:pt idx="1021">
                  <c:v>28.35</c:v>
                </c:pt>
                <c:pt idx="1022">
                  <c:v>28.35</c:v>
                </c:pt>
                <c:pt idx="1023">
                  <c:v>28.35</c:v>
                </c:pt>
                <c:pt idx="1024">
                  <c:v>28.35</c:v>
                </c:pt>
                <c:pt idx="1025">
                  <c:v>28.35</c:v>
                </c:pt>
                <c:pt idx="1026">
                  <c:v>28.4</c:v>
                </c:pt>
                <c:pt idx="1027">
                  <c:v>28.4</c:v>
                </c:pt>
                <c:pt idx="1028">
                  <c:v>28.4</c:v>
                </c:pt>
                <c:pt idx="1029">
                  <c:v>28.4</c:v>
                </c:pt>
                <c:pt idx="1030">
                  <c:v>28.4</c:v>
                </c:pt>
                <c:pt idx="1031">
                  <c:v>28.4</c:v>
                </c:pt>
                <c:pt idx="1032">
                  <c:v>28.4</c:v>
                </c:pt>
                <c:pt idx="1033">
                  <c:v>28.45</c:v>
                </c:pt>
                <c:pt idx="1034">
                  <c:v>28.45</c:v>
                </c:pt>
                <c:pt idx="1035">
                  <c:v>28.45</c:v>
                </c:pt>
                <c:pt idx="1036">
                  <c:v>28.45</c:v>
                </c:pt>
                <c:pt idx="1037">
                  <c:v>28.45</c:v>
                </c:pt>
                <c:pt idx="1038">
                  <c:v>28.45</c:v>
                </c:pt>
                <c:pt idx="1039">
                  <c:v>28.45</c:v>
                </c:pt>
                <c:pt idx="1040">
                  <c:v>28.45</c:v>
                </c:pt>
                <c:pt idx="1041">
                  <c:v>28.5</c:v>
                </c:pt>
                <c:pt idx="1042">
                  <c:v>28.5</c:v>
                </c:pt>
                <c:pt idx="1043">
                  <c:v>28.5</c:v>
                </c:pt>
                <c:pt idx="1044">
                  <c:v>28.5</c:v>
                </c:pt>
                <c:pt idx="1045">
                  <c:v>28.5</c:v>
                </c:pt>
                <c:pt idx="1046">
                  <c:v>28.5</c:v>
                </c:pt>
                <c:pt idx="1047">
                  <c:v>28.5</c:v>
                </c:pt>
                <c:pt idx="1048">
                  <c:v>28.5</c:v>
                </c:pt>
                <c:pt idx="1049">
                  <c:v>28.5</c:v>
                </c:pt>
                <c:pt idx="1050">
                  <c:v>28.5</c:v>
                </c:pt>
                <c:pt idx="1051">
                  <c:v>28.5</c:v>
                </c:pt>
                <c:pt idx="1052">
                  <c:v>28.5</c:v>
                </c:pt>
                <c:pt idx="1053">
                  <c:v>28.5</c:v>
                </c:pt>
                <c:pt idx="1054">
                  <c:v>28.55</c:v>
                </c:pt>
                <c:pt idx="1055">
                  <c:v>28.55</c:v>
                </c:pt>
                <c:pt idx="1056">
                  <c:v>28.55</c:v>
                </c:pt>
                <c:pt idx="1057">
                  <c:v>28.55</c:v>
                </c:pt>
                <c:pt idx="1058">
                  <c:v>28.55</c:v>
                </c:pt>
                <c:pt idx="1059">
                  <c:v>28.55</c:v>
                </c:pt>
                <c:pt idx="1060">
                  <c:v>28.55</c:v>
                </c:pt>
                <c:pt idx="1061">
                  <c:v>28.55</c:v>
                </c:pt>
                <c:pt idx="1062">
                  <c:v>28.55</c:v>
                </c:pt>
                <c:pt idx="1063">
                  <c:v>28.55</c:v>
                </c:pt>
                <c:pt idx="1064">
                  <c:v>28.55</c:v>
                </c:pt>
                <c:pt idx="1065">
                  <c:v>28.55</c:v>
                </c:pt>
                <c:pt idx="1066">
                  <c:v>28.6</c:v>
                </c:pt>
                <c:pt idx="1067">
                  <c:v>28.6</c:v>
                </c:pt>
                <c:pt idx="1068">
                  <c:v>28.6</c:v>
                </c:pt>
                <c:pt idx="1069">
                  <c:v>28.6</c:v>
                </c:pt>
                <c:pt idx="1070">
                  <c:v>28.6</c:v>
                </c:pt>
                <c:pt idx="1071">
                  <c:v>28.6</c:v>
                </c:pt>
                <c:pt idx="1072">
                  <c:v>28.65</c:v>
                </c:pt>
                <c:pt idx="1073">
                  <c:v>28.65</c:v>
                </c:pt>
                <c:pt idx="1074">
                  <c:v>28.65</c:v>
                </c:pt>
                <c:pt idx="1075">
                  <c:v>28.65</c:v>
                </c:pt>
                <c:pt idx="1076">
                  <c:v>28.65</c:v>
                </c:pt>
                <c:pt idx="1077">
                  <c:v>28.65</c:v>
                </c:pt>
                <c:pt idx="1078">
                  <c:v>28.65</c:v>
                </c:pt>
                <c:pt idx="1079">
                  <c:v>28.65</c:v>
                </c:pt>
                <c:pt idx="1080">
                  <c:v>28.65</c:v>
                </c:pt>
                <c:pt idx="1081">
                  <c:v>28.7</c:v>
                </c:pt>
                <c:pt idx="1082">
                  <c:v>28.7</c:v>
                </c:pt>
                <c:pt idx="1083">
                  <c:v>28.7</c:v>
                </c:pt>
                <c:pt idx="1084">
                  <c:v>28.7</c:v>
                </c:pt>
                <c:pt idx="1085">
                  <c:v>28.7</c:v>
                </c:pt>
                <c:pt idx="1086">
                  <c:v>28.7</c:v>
                </c:pt>
                <c:pt idx="1087">
                  <c:v>28.7</c:v>
                </c:pt>
                <c:pt idx="1088">
                  <c:v>28.75</c:v>
                </c:pt>
                <c:pt idx="1089">
                  <c:v>28.75</c:v>
                </c:pt>
                <c:pt idx="1090">
                  <c:v>28.75</c:v>
                </c:pt>
                <c:pt idx="1091">
                  <c:v>28.75</c:v>
                </c:pt>
                <c:pt idx="1092">
                  <c:v>28.75</c:v>
                </c:pt>
                <c:pt idx="1093">
                  <c:v>28.75</c:v>
                </c:pt>
                <c:pt idx="1094">
                  <c:v>28.75</c:v>
                </c:pt>
                <c:pt idx="1095">
                  <c:v>28.75</c:v>
                </c:pt>
                <c:pt idx="1096">
                  <c:v>28.8</c:v>
                </c:pt>
                <c:pt idx="1097">
                  <c:v>28.8</c:v>
                </c:pt>
                <c:pt idx="1098">
                  <c:v>28.8</c:v>
                </c:pt>
                <c:pt idx="1099">
                  <c:v>28.8</c:v>
                </c:pt>
                <c:pt idx="1100">
                  <c:v>28.8</c:v>
                </c:pt>
                <c:pt idx="1101">
                  <c:v>28.8</c:v>
                </c:pt>
                <c:pt idx="1102">
                  <c:v>28.8</c:v>
                </c:pt>
                <c:pt idx="1103">
                  <c:v>28.8</c:v>
                </c:pt>
                <c:pt idx="1104">
                  <c:v>28.8</c:v>
                </c:pt>
                <c:pt idx="1105">
                  <c:v>28.8</c:v>
                </c:pt>
                <c:pt idx="1106">
                  <c:v>28.85</c:v>
                </c:pt>
                <c:pt idx="1107">
                  <c:v>28.85</c:v>
                </c:pt>
                <c:pt idx="1108">
                  <c:v>28.85</c:v>
                </c:pt>
                <c:pt idx="1109">
                  <c:v>28.85</c:v>
                </c:pt>
                <c:pt idx="1110">
                  <c:v>28.85</c:v>
                </c:pt>
                <c:pt idx="1111">
                  <c:v>28.85</c:v>
                </c:pt>
                <c:pt idx="1112">
                  <c:v>28.85</c:v>
                </c:pt>
                <c:pt idx="1113">
                  <c:v>28.85</c:v>
                </c:pt>
                <c:pt idx="1114">
                  <c:v>28.85</c:v>
                </c:pt>
                <c:pt idx="1115">
                  <c:v>28.9</c:v>
                </c:pt>
                <c:pt idx="1116">
                  <c:v>28.9</c:v>
                </c:pt>
                <c:pt idx="1117">
                  <c:v>28.9</c:v>
                </c:pt>
                <c:pt idx="1118">
                  <c:v>28.9</c:v>
                </c:pt>
                <c:pt idx="1119">
                  <c:v>28.9</c:v>
                </c:pt>
                <c:pt idx="1120">
                  <c:v>28.9</c:v>
                </c:pt>
                <c:pt idx="1121">
                  <c:v>28.95</c:v>
                </c:pt>
                <c:pt idx="1122">
                  <c:v>28.95</c:v>
                </c:pt>
                <c:pt idx="1123">
                  <c:v>28.95</c:v>
                </c:pt>
                <c:pt idx="1124">
                  <c:v>28.95</c:v>
                </c:pt>
                <c:pt idx="1125">
                  <c:v>28.95</c:v>
                </c:pt>
                <c:pt idx="1126">
                  <c:v>28.95</c:v>
                </c:pt>
                <c:pt idx="1127">
                  <c:v>28.95</c:v>
                </c:pt>
                <c:pt idx="1128">
                  <c:v>29</c:v>
                </c:pt>
                <c:pt idx="1129">
                  <c:v>29</c:v>
                </c:pt>
                <c:pt idx="1130">
                  <c:v>29</c:v>
                </c:pt>
                <c:pt idx="1131">
                  <c:v>29</c:v>
                </c:pt>
                <c:pt idx="1132">
                  <c:v>29</c:v>
                </c:pt>
                <c:pt idx="1133">
                  <c:v>29</c:v>
                </c:pt>
                <c:pt idx="1134">
                  <c:v>29</c:v>
                </c:pt>
                <c:pt idx="1135">
                  <c:v>29</c:v>
                </c:pt>
                <c:pt idx="1136">
                  <c:v>29</c:v>
                </c:pt>
                <c:pt idx="1137">
                  <c:v>29.05</c:v>
                </c:pt>
                <c:pt idx="1138">
                  <c:v>29.05</c:v>
                </c:pt>
                <c:pt idx="1139">
                  <c:v>29.05</c:v>
                </c:pt>
                <c:pt idx="1140">
                  <c:v>29.05</c:v>
                </c:pt>
                <c:pt idx="1141">
                  <c:v>29.05</c:v>
                </c:pt>
                <c:pt idx="1142">
                  <c:v>29.05</c:v>
                </c:pt>
                <c:pt idx="1143">
                  <c:v>29.05</c:v>
                </c:pt>
                <c:pt idx="1144">
                  <c:v>29.1</c:v>
                </c:pt>
                <c:pt idx="1145">
                  <c:v>29.1</c:v>
                </c:pt>
                <c:pt idx="1146">
                  <c:v>29.1</c:v>
                </c:pt>
                <c:pt idx="1147">
                  <c:v>29.1</c:v>
                </c:pt>
                <c:pt idx="1148">
                  <c:v>29.1</c:v>
                </c:pt>
                <c:pt idx="1149">
                  <c:v>29.1</c:v>
                </c:pt>
                <c:pt idx="1150">
                  <c:v>29.1</c:v>
                </c:pt>
                <c:pt idx="1151">
                  <c:v>29.1</c:v>
                </c:pt>
                <c:pt idx="1152">
                  <c:v>29.1</c:v>
                </c:pt>
                <c:pt idx="1153">
                  <c:v>29.15</c:v>
                </c:pt>
                <c:pt idx="1154">
                  <c:v>29.15</c:v>
                </c:pt>
                <c:pt idx="1155">
                  <c:v>29.15</c:v>
                </c:pt>
                <c:pt idx="1156">
                  <c:v>29.15</c:v>
                </c:pt>
                <c:pt idx="1157">
                  <c:v>29.15</c:v>
                </c:pt>
                <c:pt idx="1158">
                  <c:v>29.15</c:v>
                </c:pt>
                <c:pt idx="1159">
                  <c:v>29.15</c:v>
                </c:pt>
                <c:pt idx="1160">
                  <c:v>29.15</c:v>
                </c:pt>
                <c:pt idx="1161">
                  <c:v>29.2</c:v>
                </c:pt>
                <c:pt idx="1162">
                  <c:v>29.2</c:v>
                </c:pt>
                <c:pt idx="1163">
                  <c:v>29.2</c:v>
                </c:pt>
                <c:pt idx="1164">
                  <c:v>29.2</c:v>
                </c:pt>
                <c:pt idx="1165">
                  <c:v>29.2</c:v>
                </c:pt>
                <c:pt idx="1166">
                  <c:v>29.2</c:v>
                </c:pt>
                <c:pt idx="1167">
                  <c:v>29.2</c:v>
                </c:pt>
                <c:pt idx="1168">
                  <c:v>29.2</c:v>
                </c:pt>
                <c:pt idx="1169">
                  <c:v>29.25</c:v>
                </c:pt>
                <c:pt idx="1170">
                  <c:v>29.25</c:v>
                </c:pt>
                <c:pt idx="1171">
                  <c:v>29.25</c:v>
                </c:pt>
                <c:pt idx="1172">
                  <c:v>29.25</c:v>
                </c:pt>
                <c:pt idx="1173">
                  <c:v>29.25</c:v>
                </c:pt>
                <c:pt idx="1174">
                  <c:v>29.25</c:v>
                </c:pt>
                <c:pt idx="1175">
                  <c:v>29.25</c:v>
                </c:pt>
                <c:pt idx="1176">
                  <c:v>29.25</c:v>
                </c:pt>
                <c:pt idx="1177">
                  <c:v>29.25</c:v>
                </c:pt>
                <c:pt idx="1178">
                  <c:v>29.25</c:v>
                </c:pt>
                <c:pt idx="1179">
                  <c:v>29.25</c:v>
                </c:pt>
                <c:pt idx="1180">
                  <c:v>29.25</c:v>
                </c:pt>
                <c:pt idx="1181">
                  <c:v>29.3</c:v>
                </c:pt>
                <c:pt idx="1182">
                  <c:v>29.3</c:v>
                </c:pt>
                <c:pt idx="1183">
                  <c:v>29.3</c:v>
                </c:pt>
                <c:pt idx="1184">
                  <c:v>29.3</c:v>
                </c:pt>
                <c:pt idx="1185">
                  <c:v>29.3</c:v>
                </c:pt>
                <c:pt idx="1186">
                  <c:v>29.3</c:v>
                </c:pt>
                <c:pt idx="1187">
                  <c:v>29.3</c:v>
                </c:pt>
                <c:pt idx="1188">
                  <c:v>29.3</c:v>
                </c:pt>
                <c:pt idx="1189">
                  <c:v>29.3</c:v>
                </c:pt>
                <c:pt idx="1190">
                  <c:v>29.35</c:v>
                </c:pt>
                <c:pt idx="1191">
                  <c:v>29.35</c:v>
                </c:pt>
                <c:pt idx="1192">
                  <c:v>29.35</c:v>
                </c:pt>
                <c:pt idx="1193">
                  <c:v>29.35</c:v>
                </c:pt>
                <c:pt idx="1194">
                  <c:v>29.35</c:v>
                </c:pt>
                <c:pt idx="1195">
                  <c:v>29.35</c:v>
                </c:pt>
                <c:pt idx="1196">
                  <c:v>29.35</c:v>
                </c:pt>
                <c:pt idx="1197">
                  <c:v>29.35</c:v>
                </c:pt>
                <c:pt idx="1198">
                  <c:v>29.4</c:v>
                </c:pt>
                <c:pt idx="1199">
                  <c:v>29.4</c:v>
                </c:pt>
                <c:pt idx="1200">
                  <c:v>29.4</c:v>
                </c:pt>
                <c:pt idx="1201">
                  <c:v>29.4</c:v>
                </c:pt>
                <c:pt idx="1202">
                  <c:v>29.4</c:v>
                </c:pt>
                <c:pt idx="1203">
                  <c:v>29.4</c:v>
                </c:pt>
                <c:pt idx="1204">
                  <c:v>29.4</c:v>
                </c:pt>
                <c:pt idx="1205">
                  <c:v>29.4</c:v>
                </c:pt>
                <c:pt idx="1206">
                  <c:v>29.4</c:v>
                </c:pt>
                <c:pt idx="1207">
                  <c:v>29.45</c:v>
                </c:pt>
                <c:pt idx="1208">
                  <c:v>29.45</c:v>
                </c:pt>
                <c:pt idx="1209">
                  <c:v>29.45</c:v>
                </c:pt>
                <c:pt idx="1210">
                  <c:v>29.45</c:v>
                </c:pt>
                <c:pt idx="1211">
                  <c:v>29.45</c:v>
                </c:pt>
                <c:pt idx="1212">
                  <c:v>29.45</c:v>
                </c:pt>
                <c:pt idx="1213">
                  <c:v>29.45</c:v>
                </c:pt>
                <c:pt idx="1214">
                  <c:v>29.5</c:v>
                </c:pt>
                <c:pt idx="1215">
                  <c:v>29.5</c:v>
                </c:pt>
                <c:pt idx="1216">
                  <c:v>29.5</c:v>
                </c:pt>
                <c:pt idx="1217">
                  <c:v>29.5</c:v>
                </c:pt>
                <c:pt idx="1218">
                  <c:v>29.5</c:v>
                </c:pt>
                <c:pt idx="1219">
                  <c:v>29.5</c:v>
                </c:pt>
                <c:pt idx="1220">
                  <c:v>29.5</c:v>
                </c:pt>
                <c:pt idx="1221">
                  <c:v>29.5</c:v>
                </c:pt>
                <c:pt idx="1222">
                  <c:v>29.5</c:v>
                </c:pt>
                <c:pt idx="1223">
                  <c:v>29.55</c:v>
                </c:pt>
                <c:pt idx="1224">
                  <c:v>29.55</c:v>
                </c:pt>
                <c:pt idx="1225">
                  <c:v>29.55</c:v>
                </c:pt>
                <c:pt idx="1226">
                  <c:v>29.55</c:v>
                </c:pt>
                <c:pt idx="1227">
                  <c:v>29.55</c:v>
                </c:pt>
                <c:pt idx="1228">
                  <c:v>29.55</c:v>
                </c:pt>
                <c:pt idx="1229">
                  <c:v>29.55</c:v>
                </c:pt>
                <c:pt idx="1230">
                  <c:v>29.55</c:v>
                </c:pt>
                <c:pt idx="1231">
                  <c:v>29.6</c:v>
                </c:pt>
                <c:pt idx="1232">
                  <c:v>29.6</c:v>
                </c:pt>
                <c:pt idx="1233">
                  <c:v>29.6</c:v>
                </c:pt>
                <c:pt idx="1234">
                  <c:v>29.6</c:v>
                </c:pt>
                <c:pt idx="1235">
                  <c:v>29.6</c:v>
                </c:pt>
                <c:pt idx="1236">
                  <c:v>29.6</c:v>
                </c:pt>
                <c:pt idx="1237">
                  <c:v>29.6</c:v>
                </c:pt>
                <c:pt idx="1238">
                  <c:v>29.6</c:v>
                </c:pt>
                <c:pt idx="1239">
                  <c:v>29.65</c:v>
                </c:pt>
                <c:pt idx="1240">
                  <c:v>29.65</c:v>
                </c:pt>
                <c:pt idx="1241">
                  <c:v>29.65</c:v>
                </c:pt>
                <c:pt idx="1242">
                  <c:v>29.65</c:v>
                </c:pt>
                <c:pt idx="1243">
                  <c:v>29.65</c:v>
                </c:pt>
                <c:pt idx="1244">
                  <c:v>29.65</c:v>
                </c:pt>
                <c:pt idx="1245">
                  <c:v>29.65</c:v>
                </c:pt>
                <c:pt idx="1246">
                  <c:v>29.7</c:v>
                </c:pt>
                <c:pt idx="1247">
                  <c:v>29.7</c:v>
                </c:pt>
                <c:pt idx="1248">
                  <c:v>29.7</c:v>
                </c:pt>
                <c:pt idx="1249">
                  <c:v>29.7</c:v>
                </c:pt>
                <c:pt idx="1250">
                  <c:v>29.7</c:v>
                </c:pt>
                <c:pt idx="1251">
                  <c:v>29.7</c:v>
                </c:pt>
                <c:pt idx="1252">
                  <c:v>29.7</c:v>
                </c:pt>
                <c:pt idx="1253">
                  <c:v>29.7</c:v>
                </c:pt>
                <c:pt idx="1254">
                  <c:v>29.7</c:v>
                </c:pt>
                <c:pt idx="1255">
                  <c:v>29.75</c:v>
                </c:pt>
                <c:pt idx="1256">
                  <c:v>29.75</c:v>
                </c:pt>
                <c:pt idx="1257">
                  <c:v>29.75</c:v>
                </c:pt>
                <c:pt idx="1258">
                  <c:v>29.75</c:v>
                </c:pt>
                <c:pt idx="1259">
                  <c:v>29.75</c:v>
                </c:pt>
                <c:pt idx="1260">
                  <c:v>29.75</c:v>
                </c:pt>
                <c:pt idx="1261">
                  <c:v>29.75</c:v>
                </c:pt>
                <c:pt idx="1262">
                  <c:v>29.75</c:v>
                </c:pt>
                <c:pt idx="1263">
                  <c:v>29.75</c:v>
                </c:pt>
                <c:pt idx="1264">
                  <c:v>29.75</c:v>
                </c:pt>
                <c:pt idx="1265">
                  <c:v>29.8</c:v>
                </c:pt>
                <c:pt idx="1266">
                  <c:v>29.8</c:v>
                </c:pt>
                <c:pt idx="1267">
                  <c:v>29.8</c:v>
                </c:pt>
                <c:pt idx="1268">
                  <c:v>29.8</c:v>
                </c:pt>
                <c:pt idx="1269">
                  <c:v>29.8</c:v>
                </c:pt>
                <c:pt idx="1270">
                  <c:v>29.8</c:v>
                </c:pt>
                <c:pt idx="1271">
                  <c:v>29.8</c:v>
                </c:pt>
                <c:pt idx="1272">
                  <c:v>29.8</c:v>
                </c:pt>
                <c:pt idx="1273">
                  <c:v>29.85</c:v>
                </c:pt>
                <c:pt idx="1274">
                  <c:v>29.85</c:v>
                </c:pt>
                <c:pt idx="1275">
                  <c:v>29.85</c:v>
                </c:pt>
                <c:pt idx="1276">
                  <c:v>29.85</c:v>
                </c:pt>
                <c:pt idx="1277">
                  <c:v>29.85</c:v>
                </c:pt>
                <c:pt idx="1278">
                  <c:v>29.85</c:v>
                </c:pt>
                <c:pt idx="1279">
                  <c:v>29.85</c:v>
                </c:pt>
                <c:pt idx="1280">
                  <c:v>29.85</c:v>
                </c:pt>
                <c:pt idx="1281">
                  <c:v>29.9</c:v>
                </c:pt>
                <c:pt idx="1282">
                  <c:v>29.9</c:v>
                </c:pt>
                <c:pt idx="1283">
                  <c:v>29.9</c:v>
                </c:pt>
                <c:pt idx="1284">
                  <c:v>29.9</c:v>
                </c:pt>
                <c:pt idx="1285">
                  <c:v>29.9</c:v>
                </c:pt>
                <c:pt idx="1286">
                  <c:v>29.9</c:v>
                </c:pt>
                <c:pt idx="1287">
                  <c:v>29.9</c:v>
                </c:pt>
                <c:pt idx="1288">
                  <c:v>29.9</c:v>
                </c:pt>
                <c:pt idx="1289">
                  <c:v>29.95</c:v>
                </c:pt>
                <c:pt idx="1290">
                  <c:v>29.95</c:v>
                </c:pt>
                <c:pt idx="1291">
                  <c:v>29.95</c:v>
                </c:pt>
                <c:pt idx="1292">
                  <c:v>29.95</c:v>
                </c:pt>
                <c:pt idx="1293">
                  <c:v>29.95</c:v>
                </c:pt>
                <c:pt idx="1294">
                  <c:v>29.95</c:v>
                </c:pt>
                <c:pt idx="1295">
                  <c:v>29.95</c:v>
                </c:pt>
                <c:pt idx="1296">
                  <c:v>29.95</c:v>
                </c:pt>
                <c:pt idx="1297">
                  <c:v>29.95</c:v>
                </c:pt>
                <c:pt idx="1298">
                  <c:v>30</c:v>
                </c:pt>
                <c:pt idx="1299">
                  <c:v>30</c:v>
                </c:pt>
                <c:pt idx="1300">
                  <c:v>30</c:v>
                </c:pt>
                <c:pt idx="1301">
                  <c:v>30</c:v>
                </c:pt>
                <c:pt idx="1302">
                  <c:v>30</c:v>
                </c:pt>
                <c:pt idx="1303">
                  <c:v>30</c:v>
                </c:pt>
                <c:pt idx="1304">
                  <c:v>30</c:v>
                </c:pt>
                <c:pt idx="1305">
                  <c:v>30</c:v>
                </c:pt>
                <c:pt idx="1306">
                  <c:v>30</c:v>
                </c:pt>
                <c:pt idx="1307">
                  <c:v>30.05</c:v>
                </c:pt>
                <c:pt idx="1308">
                  <c:v>30.05</c:v>
                </c:pt>
                <c:pt idx="1309">
                  <c:v>30.05</c:v>
                </c:pt>
                <c:pt idx="1310">
                  <c:v>30.05</c:v>
                </c:pt>
                <c:pt idx="1311">
                  <c:v>30.05</c:v>
                </c:pt>
                <c:pt idx="1312">
                  <c:v>30.05</c:v>
                </c:pt>
                <c:pt idx="1313">
                  <c:v>30.05</c:v>
                </c:pt>
                <c:pt idx="1314">
                  <c:v>30.05</c:v>
                </c:pt>
                <c:pt idx="1315">
                  <c:v>30.1</c:v>
                </c:pt>
                <c:pt idx="1316">
                  <c:v>30.1</c:v>
                </c:pt>
                <c:pt idx="1317">
                  <c:v>30.1</c:v>
                </c:pt>
                <c:pt idx="1318">
                  <c:v>30.1</c:v>
                </c:pt>
                <c:pt idx="1319">
                  <c:v>30.1</c:v>
                </c:pt>
                <c:pt idx="1320">
                  <c:v>30.1</c:v>
                </c:pt>
                <c:pt idx="1321">
                  <c:v>30.1</c:v>
                </c:pt>
                <c:pt idx="1322">
                  <c:v>30.1</c:v>
                </c:pt>
                <c:pt idx="1323">
                  <c:v>30.1</c:v>
                </c:pt>
                <c:pt idx="1324">
                  <c:v>30.15</c:v>
                </c:pt>
                <c:pt idx="1325">
                  <c:v>30.15</c:v>
                </c:pt>
                <c:pt idx="1326">
                  <c:v>30.15</c:v>
                </c:pt>
                <c:pt idx="1327">
                  <c:v>30.15</c:v>
                </c:pt>
                <c:pt idx="1328">
                  <c:v>30.15</c:v>
                </c:pt>
                <c:pt idx="1329">
                  <c:v>30.15</c:v>
                </c:pt>
                <c:pt idx="1330">
                  <c:v>30.15</c:v>
                </c:pt>
                <c:pt idx="1331">
                  <c:v>30.15</c:v>
                </c:pt>
                <c:pt idx="1332">
                  <c:v>30.2</c:v>
                </c:pt>
                <c:pt idx="1333">
                  <c:v>30.2</c:v>
                </c:pt>
                <c:pt idx="1334">
                  <c:v>30.2</c:v>
                </c:pt>
                <c:pt idx="1335">
                  <c:v>30.2</c:v>
                </c:pt>
                <c:pt idx="1336">
                  <c:v>30.2</c:v>
                </c:pt>
                <c:pt idx="1337">
                  <c:v>30.2</c:v>
                </c:pt>
                <c:pt idx="1338">
                  <c:v>30.2</c:v>
                </c:pt>
                <c:pt idx="1339">
                  <c:v>30.2</c:v>
                </c:pt>
                <c:pt idx="1340">
                  <c:v>30.25</c:v>
                </c:pt>
                <c:pt idx="1341">
                  <c:v>30.25</c:v>
                </c:pt>
                <c:pt idx="1342">
                  <c:v>30.25</c:v>
                </c:pt>
                <c:pt idx="1343">
                  <c:v>30.25</c:v>
                </c:pt>
                <c:pt idx="1344">
                  <c:v>30.25</c:v>
                </c:pt>
                <c:pt idx="1345">
                  <c:v>30.25</c:v>
                </c:pt>
                <c:pt idx="1346">
                  <c:v>30.3</c:v>
                </c:pt>
                <c:pt idx="1347">
                  <c:v>30.3</c:v>
                </c:pt>
                <c:pt idx="1348">
                  <c:v>30.3</c:v>
                </c:pt>
                <c:pt idx="1349">
                  <c:v>30.3</c:v>
                </c:pt>
                <c:pt idx="1350">
                  <c:v>30.3</c:v>
                </c:pt>
                <c:pt idx="1351">
                  <c:v>30.3</c:v>
                </c:pt>
                <c:pt idx="1352">
                  <c:v>30.3</c:v>
                </c:pt>
                <c:pt idx="1353">
                  <c:v>30.3</c:v>
                </c:pt>
                <c:pt idx="1354">
                  <c:v>30.3</c:v>
                </c:pt>
                <c:pt idx="1355">
                  <c:v>30.35</c:v>
                </c:pt>
                <c:pt idx="1356">
                  <c:v>30.35</c:v>
                </c:pt>
                <c:pt idx="1357">
                  <c:v>30.35</c:v>
                </c:pt>
                <c:pt idx="1358">
                  <c:v>30.35</c:v>
                </c:pt>
                <c:pt idx="1359">
                  <c:v>30.35</c:v>
                </c:pt>
                <c:pt idx="1360">
                  <c:v>30.35</c:v>
                </c:pt>
                <c:pt idx="1361">
                  <c:v>30.35</c:v>
                </c:pt>
                <c:pt idx="1362">
                  <c:v>30.35</c:v>
                </c:pt>
                <c:pt idx="1363">
                  <c:v>30.35</c:v>
                </c:pt>
                <c:pt idx="1364">
                  <c:v>30.35</c:v>
                </c:pt>
                <c:pt idx="1365">
                  <c:v>30.35</c:v>
                </c:pt>
                <c:pt idx="1366">
                  <c:v>30.35</c:v>
                </c:pt>
                <c:pt idx="1367">
                  <c:v>30.4</c:v>
                </c:pt>
                <c:pt idx="1368">
                  <c:v>30.4</c:v>
                </c:pt>
                <c:pt idx="1369">
                  <c:v>30.4</c:v>
                </c:pt>
                <c:pt idx="1370">
                  <c:v>30.4</c:v>
                </c:pt>
                <c:pt idx="1371">
                  <c:v>30.4</c:v>
                </c:pt>
                <c:pt idx="1372">
                  <c:v>30.4</c:v>
                </c:pt>
                <c:pt idx="1373">
                  <c:v>30.4</c:v>
                </c:pt>
                <c:pt idx="1374">
                  <c:v>30.45</c:v>
                </c:pt>
                <c:pt idx="1375">
                  <c:v>30.45</c:v>
                </c:pt>
                <c:pt idx="1376">
                  <c:v>30.45</c:v>
                </c:pt>
                <c:pt idx="1377">
                  <c:v>30.45</c:v>
                </c:pt>
                <c:pt idx="1378">
                  <c:v>30.45</c:v>
                </c:pt>
                <c:pt idx="1379">
                  <c:v>30.45</c:v>
                </c:pt>
                <c:pt idx="1380">
                  <c:v>30.5</c:v>
                </c:pt>
                <c:pt idx="1381">
                  <c:v>30.5</c:v>
                </c:pt>
                <c:pt idx="1382">
                  <c:v>30.5</c:v>
                </c:pt>
                <c:pt idx="1383">
                  <c:v>30.5</c:v>
                </c:pt>
                <c:pt idx="1384">
                  <c:v>30.5</c:v>
                </c:pt>
                <c:pt idx="1385">
                  <c:v>30.5</c:v>
                </c:pt>
                <c:pt idx="1386">
                  <c:v>30.5</c:v>
                </c:pt>
                <c:pt idx="1387">
                  <c:v>30.5</c:v>
                </c:pt>
                <c:pt idx="1388">
                  <c:v>30.5</c:v>
                </c:pt>
                <c:pt idx="1389">
                  <c:v>30.55</c:v>
                </c:pt>
                <c:pt idx="1390">
                  <c:v>30.55</c:v>
                </c:pt>
                <c:pt idx="1391">
                  <c:v>30.55</c:v>
                </c:pt>
                <c:pt idx="1392">
                  <c:v>30.55</c:v>
                </c:pt>
                <c:pt idx="1393">
                  <c:v>30.55</c:v>
                </c:pt>
                <c:pt idx="1394">
                  <c:v>30.55</c:v>
                </c:pt>
                <c:pt idx="1395">
                  <c:v>30.55</c:v>
                </c:pt>
                <c:pt idx="1396">
                  <c:v>30.55</c:v>
                </c:pt>
                <c:pt idx="1397">
                  <c:v>30.55</c:v>
                </c:pt>
                <c:pt idx="1398">
                  <c:v>30.6</c:v>
                </c:pt>
                <c:pt idx="1399">
                  <c:v>30.6</c:v>
                </c:pt>
                <c:pt idx="1400">
                  <c:v>30.6</c:v>
                </c:pt>
                <c:pt idx="1401">
                  <c:v>30.6</c:v>
                </c:pt>
                <c:pt idx="1402">
                  <c:v>30.6</c:v>
                </c:pt>
                <c:pt idx="1403">
                  <c:v>30.6</c:v>
                </c:pt>
                <c:pt idx="1404">
                  <c:v>30.6</c:v>
                </c:pt>
                <c:pt idx="1405">
                  <c:v>30.65</c:v>
                </c:pt>
                <c:pt idx="1406">
                  <c:v>30.65</c:v>
                </c:pt>
                <c:pt idx="1407">
                  <c:v>30.65</c:v>
                </c:pt>
                <c:pt idx="1408">
                  <c:v>30.65</c:v>
                </c:pt>
                <c:pt idx="1409">
                  <c:v>30.65</c:v>
                </c:pt>
                <c:pt idx="1410">
                  <c:v>30.65</c:v>
                </c:pt>
                <c:pt idx="1411">
                  <c:v>30.65</c:v>
                </c:pt>
                <c:pt idx="1412">
                  <c:v>30.7</c:v>
                </c:pt>
                <c:pt idx="1413">
                  <c:v>30.7</c:v>
                </c:pt>
                <c:pt idx="1414">
                  <c:v>30.7</c:v>
                </c:pt>
                <c:pt idx="1415">
                  <c:v>30.7</c:v>
                </c:pt>
                <c:pt idx="1416">
                  <c:v>30.7</c:v>
                </c:pt>
                <c:pt idx="1417">
                  <c:v>30.7</c:v>
                </c:pt>
                <c:pt idx="1418">
                  <c:v>30.7</c:v>
                </c:pt>
                <c:pt idx="1419">
                  <c:v>30.7</c:v>
                </c:pt>
                <c:pt idx="1420">
                  <c:v>30.7</c:v>
                </c:pt>
                <c:pt idx="1421">
                  <c:v>30.75</c:v>
                </c:pt>
                <c:pt idx="1422">
                  <c:v>30.75</c:v>
                </c:pt>
                <c:pt idx="1423">
                  <c:v>30.75</c:v>
                </c:pt>
                <c:pt idx="1424">
                  <c:v>30.75</c:v>
                </c:pt>
                <c:pt idx="1425">
                  <c:v>30.75</c:v>
                </c:pt>
                <c:pt idx="1426">
                  <c:v>30.75</c:v>
                </c:pt>
                <c:pt idx="1427">
                  <c:v>30.75</c:v>
                </c:pt>
                <c:pt idx="1428">
                  <c:v>30.8</c:v>
                </c:pt>
                <c:pt idx="1429">
                  <c:v>30.8</c:v>
                </c:pt>
                <c:pt idx="1430">
                  <c:v>30.8</c:v>
                </c:pt>
                <c:pt idx="1431">
                  <c:v>30.8</c:v>
                </c:pt>
                <c:pt idx="1432">
                  <c:v>30.8</c:v>
                </c:pt>
                <c:pt idx="1433">
                  <c:v>30.8</c:v>
                </c:pt>
                <c:pt idx="1434">
                  <c:v>30.85</c:v>
                </c:pt>
                <c:pt idx="1435">
                  <c:v>30.85</c:v>
                </c:pt>
                <c:pt idx="1436">
                  <c:v>30.85</c:v>
                </c:pt>
                <c:pt idx="1437">
                  <c:v>30.85</c:v>
                </c:pt>
                <c:pt idx="1438">
                  <c:v>30.85</c:v>
                </c:pt>
                <c:pt idx="1439">
                  <c:v>30.85</c:v>
                </c:pt>
                <c:pt idx="1440">
                  <c:v>30.85</c:v>
                </c:pt>
                <c:pt idx="1441">
                  <c:v>30.85</c:v>
                </c:pt>
                <c:pt idx="1442">
                  <c:v>30.9</c:v>
                </c:pt>
                <c:pt idx="1443">
                  <c:v>30.9</c:v>
                </c:pt>
                <c:pt idx="1444">
                  <c:v>30.9</c:v>
                </c:pt>
                <c:pt idx="1445">
                  <c:v>30.9</c:v>
                </c:pt>
                <c:pt idx="1446">
                  <c:v>30.9</c:v>
                </c:pt>
                <c:pt idx="1447">
                  <c:v>30.9</c:v>
                </c:pt>
                <c:pt idx="1448">
                  <c:v>30.9</c:v>
                </c:pt>
                <c:pt idx="1449">
                  <c:v>30.9</c:v>
                </c:pt>
                <c:pt idx="1450">
                  <c:v>30.9</c:v>
                </c:pt>
                <c:pt idx="1451">
                  <c:v>30.95</c:v>
                </c:pt>
                <c:pt idx="1452">
                  <c:v>30.95</c:v>
                </c:pt>
                <c:pt idx="1453">
                  <c:v>30.95</c:v>
                </c:pt>
                <c:pt idx="1454">
                  <c:v>30.95</c:v>
                </c:pt>
                <c:pt idx="1455">
                  <c:v>30.95</c:v>
                </c:pt>
                <c:pt idx="1456">
                  <c:v>30.95</c:v>
                </c:pt>
                <c:pt idx="1457">
                  <c:v>30.95</c:v>
                </c:pt>
                <c:pt idx="1458">
                  <c:v>30.95</c:v>
                </c:pt>
                <c:pt idx="1459">
                  <c:v>31</c:v>
                </c:pt>
                <c:pt idx="1460">
                  <c:v>31</c:v>
                </c:pt>
                <c:pt idx="1461">
                  <c:v>31</c:v>
                </c:pt>
                <c:pt idx="1462">
                  <c:v>31</c:v>
                </c:pt>
                <c:pt idx="1463">
                  <c:v>31</c:v>
                </c:pt>
                <c:pt idx="1464">
                  <c:v>31</c:v>
                </c:pt>
                <c:pt idx="1465">
                  <c:v>31</c:v>
                </c:pt>
                <c:pt idx="1466">
                  <c:v>31.05</c:v>
                </c:pt>
                <c:pt idx="1467">
                  <c:v>31.05</c:v>
                </c:pt>
                <c:pt idx="1468">
                  <c:v>31.05</c:v>
                </c:pt>
                <c:pt idx="1469">
                  <c:v>31.05</c:v>
                </c:pt>
                <c:pt idx="1470">
                  <c:v>31.05</c:v>
                </c:pt>
                <c:pt idx="1471">
                  <c:v>31.05</c:v>
                </c:pt>
                <c:pt idx="1472">
                  <c:v>31.05</c:v>
                </c:pt>
                <c:pt idx="1473">
                  <c:v>31.05</c:v>
                </c:pt>
                <c:pt idx="1474">
                  <c:v>31.1</c:v>
                </c:pt>
                <c:pt idx="1475">
                  <c:v>31.1</c:v>
                </c:pt>
                <c:pt idx="1476">
                  <c:v>31.1</c:v>
                </c:pt>
                <c:pt idx="1477">
                  <c:v>31.1</c:v>
                </c:pt>
                <c:pt idx="1478">
                  <c:v>31.1</c:v>
                </c:pt>
                <c:pt idx="1479">
                  <c:v>31.1</c:v>
                </c:pt>
                <c:pt idx="1480">
                  <c:v>31.1</c:v>
                </c:pt>
                <c:pt idx="1481">
                  <c:v>31.1</c:v>
                </c:pt>
                <c:pt idx="1482">
                  <c:v>31.15</c:v>
                </c:pt>
                <c:pt idx="1483">
                  <c:v>31.15</c:v>
                </c:pt>
                <c:pt idx="1484">
                  <c:v>31.15</c:v>
                </c:pt>
                <c:pt idx="1485">
                  <c:v>31.15</c:v>
                </c:pt>
                <c:pt idx="1486">
                  <c:v>31.15</c:v>
                </c:pt>
                <c:pt idx="1487">
                  <c:v>31.15</c:v>
                </c:pt>
                <c:pt idx="1488">
                  <c:v>31.15</c:v>
                </c:pt>
                <c:pt idx="1489">
                  <c:v>31.15</c:v>
                </c:pt>
                <c:pt idx="1490">
                  <c:v>31.2</c:v>
                </c:pt>
                <c:pt idx="1491">
                  <c:v>31.2</c:v>
                </c:pt>
                <c:pt idx="1492">
                  <c:v>31.2</c:v>
                </c:pt>
                <c:pt idx="1493">
                  <c:v>31.2</c:v>
                </c:pt>
                <c:pt idx="1494">
                  <c:v>31.2</c:v>
                </c:pt>
                <c:pt idx="1495">
                  <c:v>31.2</c:v>
                </c:pt>
                <c:pt idx="1496">
                  <c:v>31.2</c:v>
                </c:pt>
                <c:pt idx="1497">
                  <c:v>31.25</c:v>
                </c:pt>
                <c:pt idx="1498">
                  <c:v>31.25</c:v>
                </c:pt>
                <c:pt idx="1499">
                  <c:v>31.25</c:v>
                </c:pt>
                <c:pt idx="1500">
                  <c:v>31.25</c:v>
                </c:pt>
                <c:pt idx="1501">
                  <c:v>31.25</c:v>
                </c:pt>
                <c:pt idx="1502">
                  <c:v>31.25</c:v>
                </c:pt>
                <c:pt idx="1503">
                  <c:v>31.25</c:v>
                </c:pt>
                <c:pt idx="1504">
                  <c:v>31.25</c:v>
                </c:pt>
                <c:pt idx="1505">
                  <c:v>31.3</c:v>
                </c:pt>
                <c:pt idx="1506">
                  <c:v>31.3</c:v>
                </c:pt>
                <c:pt idx="1507">
                  <c:v>31.3</c:v>
                </c:pt>
                <c:pt idx="1508">
                  <c:v>31.3</c:v>
                </c:pt>
                <c:pt idx="1509">
                  <c:v>31.3</c:v>
                </c:pt>
                <c:pt idx="1510">
                  <c:v>31.3</c:v>
                </c:pt>
                <c:pt idx="1511">
                  <c:v>31.35</c:v>
                </c:pt>
                <c:pt idx="1512">
                  <c:v>31.35</c:v>
                </c:pt>
                <c:pt idx="1513">
                  <c:v>31.35</c:v>
                </c:pt>
                <c:pt idx="1514">
                  <c:v>31.35</c:v>
                </c:pt>
                <c:pt idx="1515">
                  <c:v>31.35</c:v>
                </c:pt>
                <c:pt idx="1516">
                  <c:v>31.35</c:v>
                </c:pt>
                <c:pt idx="1517">
                  <c:v>31.35</c:v>
                </c:pt>
                <c:pt idx="1518">
                  <c:v>31.35</c:v>
                </c:pt>
                <c:pt idx="1519">
                  <c:v>31.4</c:v>
                </c:pt>
                <c:pt idx="1520">
                  <c:v>31.4</c:v>
                </c:pt>
                <c:pt idx="1521">
                  <c:v>31.4</c:v>
                </c:pt>
                <c:pt idx="1522">
                  <c:v>31.4</c:v>
                </c:pt>
                <c:pt idx="1523">
                  <c:v>31.4</c:v>
                </c:pt>
                <c:pt idx="1524">
                  <c:v>31.4</c:v>
                </c:pt>
                <c:pt idx="1525">
                  <c:v>31.4</c:v>
                </c:pt>
                <c:pt idx="1526">
                  <c:v>31.45</c:v>
                </c:pt>
                <c:pt idx="1527">
                  <c:v>31.45</c:v>
                </c:pt>
                <c:pt idx="1528">
                  <c:v>31.45</c:v>
                </c:pt>
                <c:pt idx="1529">
                  <c:v>31.45</c:v>
                </c:pt>
                <c:pt idx="1530">
                  <c:v>31.45</c:v>
                </c:pt>
                <c:pt idx="1531">
                  <c:v>31.45</c:v>
                </c:pt>
                <c:pt idx="1532">
                  <c:v>31.5</c:v>
                </c:pt>
                <c:pt idx="1533">
                  <c:v>31.45</c:v>
                </c:pt>
                <c:pt idx="1534">
                  <c:v>31.5</c:v>
                </c:pt>
                <c:pt idx="1535">
                  <c:v>31.5</c:v>
                </c:pt>
                <c:pt idx="1536">
                  <c:v>31.5</c:v>
                </c:pt>
                <c:pt idx="1537">
                  <c:v>31.5</c:v>
                </c:pt>
                <c:pt idx="1538">
                  <c:v>31.5</c:v>
                </c:pt>
                <c:pt idx="1539">
                  <c:v>31.5</c:v>
                </c:pt>
                <c:pt idx="1540">
                  <c:v>31.5</c:v>
                </c:pt>
                <c:pt idx="1541">
                  <c:v>31.5</c:v>
                </c:pt>
                <c:pt idx="1542">
                  <c:v>31.5</c:v>
                </c:pt>
                <c:pt idx="1543">
                  <c:v>31.5</c:v>
                </c:pt>
                <c:pt idx="1544">
                  <c:v>31.5</c:v>
                </c:pt>
                <c:pt idx="1545">
                  <c:v>31.5</c:v>
                </c:pt>
                <c:pt idx="1546">
                  <c:v>31.55</c:v>
                </c:pt>
                <c:pt idx="1547">
                  <c:v>31.55</c:v>
                </c:pt>
                <c:pt idx="1548">
                  <c:v>31.55</c:v>
                </c:pt>
                <c:pt idx="1549">
                  <c:v>31.55</c:v>
                </c:pt>
                <c:pt idx="1550">
                  <c:v>31.55</c:v>
                </c:pt>
                <c:pt idx="1551">
                  <c:v>31.55</c:v>
                </c:pt>
                <c:pt idx="1552">
                  <c:v>31.55</c:v>
                </c:pt>
                <c:pt idx="1553">
                  <c:v>31.6</c:v>
                </c:pt>
                <c:pt idx="1554">
                  <c:v>31.6</c:v>
                </c:pt>
                <c:pt idx="1555">
                  <c:v>31.6</c:v>
                </c:pt>
                <c:pt idx="1556">
                  <c:v>31.6</c:v>
                </c:pt>
                <c:pt idx="1557">
                  <c:v>31.6</c:v>
                </c:pt>
                <c:pt idx="1558">
                  <c:v>31.6</c:v>
                </c:pt>
                <c:pt idx="1559">
                  <c:v>31.6</c:v>
                </c:pt>
                <c:pt idx="1560">
                  <c:v>31.65</c:v>
                </c:pt>
                <c:pt idx="1561">
                  <c:v>31.65</c:v>
                </c:pt>
                <c:pt idx="1562">
                  <c:v>31.65</c:v>
                </c:pt>
                <c:pt idx="1563">
                  <c:v>31.65</c:v>
                </c:pt>
                <c:pt idx="1564">
                  <c:v>31.65</c:v>
                </c:pt>
                <c:pt idx="1565">
                  <c:v>31.65</c:v>
                </c:pt>
                <c:pt idx="1566">
                  <c:v>31.65</c:v>
                </c:pt>
                <c:pt idx="1567">
                  <c:v>31.7</c:v>
                </c:pt>
                <c:pt idx="1568">
                  <c:v>31.7</c:v>
                </c:pt>
                <c:pt idx="1569">
                  <c:v>31.7</c:v>
                </c:pt>
                <c:pt idx="1570">
                  <c:v>31.7</c:v>
                </c:pt>
                <c:pt idx="1571">
                  <c:v>31.7</c:v>
                </c:pt>
                <c:pt idx="1572">
                  <c:v>31.7</c:v>
                </c:pt>
                <c:pt idx="1573">
                  <c:v>31.7</c:v>
                </c:pt>
                <c:pt idx="1574">
                  <c:v>31.7</c:v>
                </c:pt>
                <c:pt idx="1575">
                  <c:v>31.75</c:v>
                </c:pt>
                <c:pt idx="1576">
                  <c:v>31.75</c:v>
                </c:pt>
                <c:pt idx="1577">
                  <c:v>31.75</c:v>
                </c:pt>
                <c:pt idx="1578">
                  <c:v>31.75</c:v>
                </c:pt>
                <c:pt idx="1579">
                  <c:v>31.75</c:v>
                </c:pt>
                <c:pt idx="1580">
                  <c:v>31.75</c:v>
                </c:pt>
                <c:pt idx="1581">
                  <c:v>31.75</c:v>
                </c:pt>
                <c:pt idx="1582">
                  <c:v>31.75</c:v>
                </c:pt>
                <c:pt idx="1583">
                  <c:v>31.8</c:v>
                </c:pt>
                <c:pt idx="1584">
                  <c:v>31.8</c:v>
                </c:pt>
                <c:pt idx="1585">
                  <c:v>31.8</c:v>
                </c:pt>
                <c:pt idx="1586">
                  <c:v>31.8</c:v>
                </c:pt>
                <c:pt idx="1587">
                  <c:v>31.8</c:v>
                </c:pt>
                <c:pt idx="1588">
                  <c:v>31.8</c:v>
                </c:pt>
                <c:pt idx="1589">
                  <c:v>31.8</c:v>
                </c:pt>
                <c:pt idx="1590">
                  <c:v>31.85</c:v>
                </c:pt>
                <c:pt idx="1591">
                  <c:v>31.85</c:v>
                </c:pt>
                <c:pt idx="1592">
                  <c:v>31.85</c:v>
                </c:pt>
                <c:pt idx="1593">
                  <c:v>31.85</c:v>
                </c:pt>
                <c:pt idx="1594">
                  <c:v>31.85</c:v>
                </c:pt>
                <c:pt idx="1595">
                  <c:v>31.85</c:v>
                </c:pt>
                <c:pt idx="1596">
                  <c:v>31.85</c:v>
                </c:pt>
                <c:pt idx="1597">
                  <c:v>31.85</c:v>
                </c:pt>
                <c:pt idx="1598">
                  <c:v>31.9</c:v>
                </c:pt>
                <c:pt idx="1599">
                  <c:v>31.9</c:v>
                </c:pt>
                <c:pt idx="1600">
                  <c:v>31.9</c:v>
                </c:pt>
                <c:pt idx="1601">
                  <c:v>31.9</c:v>
                </c:pt>
                <c:pt idx="1602">
                  <c:v>31.9</c:v>
                </c:pt>
                <c:pt idx="1603">
                  <c:v>31.9</c:v>
                </c:pt>
                <c:pt idx="1604">
                  <c:v>31.9</c:v>
                </c:pt>
                <c:pt idx="1605">
                  <c:v>31.95</c:v>
                </c:pt>
                <c:pt idx="1606">
                  <c:v>31.95</c:v>
                </c:pt>
                <c:pt idx="1607">
                  <c:v>31.95</c:v>
                </c:pt>
                <c:pt idx="1608">
                  <c:v>31.95</c:v>
                </c:pt>
                <c:pt idx="1609">
                  <c:v>31.95</c:v>
                </c:pt>
                <c:pt idx="1610">
                  <c:v>31.95</c:v>
                </c:pt>
                <c:pt idx="1611">
                  <c:v>32</c:v>
                </c:pt>
                <c:pt idx="1612">
                  <c:v>32</c:v>
                </c:pt>
                <c:pt idx="1613">
                  <c:v>32</c:v>
                </c:pt>
                <c:pt idx="1614">
                  <c:v>32</c:v>
                </c:pt>
                <c:pt idx="1615">
                  <c:v>32</c:v>
                </c:pt>
                <c:pt idx="1616">
                  <c:v>32</c:v>
                </c:pt>
                <c:pt idx="1617">
                  <c:v>32</c:v>
                </c:pt>
                <c:pt idx="1618">
                  <c:v>32</c:v>
                </c:pt>
                <c:pt idx="1619">
                  <c:v>32.049999999999997</c:v>
                </c:pt>
                <c:pt idx="1620">
                  <c:v>32.049999999999997</c:v>
                </c:pt>
                <c:pt idx="1621">
                  <c:v>32.049999999999997</c:v>
                </c:pt>
                <c:pt idx="1622">
                  <c:v>32.049999999999997</c:v>
                </c:pt>
                <c:pt idx="1623">
                  <c:v>32.049999999999997</c:v>
                </c:pt>
                <c:pt idx="1624">
                  <c:v>32.049999999999997</c:v>
                </c:pt>
                <c:pt idx="1625">
                  <c:v>32.049999999999997</c:v>
                </c:pt>
                <c:pt idx="1626">
                  <c:v>32.049999999999997</c:v>
                </c:pt>
                <c:pt idx="1627">
                  <c:v>32.049999999999997</c:v>
                </c:pt>
                <c:pt idx="1628">
                  <c:v>32.1</c:v>
                </c:pt>
                <c:pt idx="1629">
                  <c:v>32.1</c:v>
                </c:pt>
                <c:pt idx="1630">
                  <c:v>32.1</c:v>
                </c:pt>
                <c:pt idx="1631">
                  <c:v>32.1</c:v>
                </c:pt>
                <c:pt idx="1632">
                  <c:v>32.1</c:v>
                </c:pt>
                <c:pt idx="1633">
                  <c:v>32.1</c:v>
                </c:pt>
                <c:pt idx="1634">
                  <c:v>32.1</c:v>
                </c:pt>
                <c:pt idx="1635">
                  <c:v>32.15</c:v>
                </c:pt>
                <c:pt idx="1636">
                  <c:v>32.15</c:v>
                </c:pt>
                <c:pt idx="1637">
                  <c:v>32.15</c:v>
                </c:pt>
                <c:pt idx="1638">
                  <c:v>32.15</c:v>
                </c:pt>
                <c:pt idx="1639">
                  <c:v>32.15</c:v>
                </c:pt>
                <c:pt idx="1640">
                  <c:v>32.15</c:v>
                </c:pt>
                <c:pt idx="1641">
                  <c:v>32.15</c:v>
                </c:pt>
                <c:pt idx="1642">
                  <c:v>32.15</c:v>
                </c:pt>
                <c:pt idx="1643">
                  <c:v>32.200000000000003</c:v>
                </c:pt>
                <c:pt idx="1644">
                  <c:v>32.200000000000003</c:v>
                </c:pt>
                <c:pt idx="1645">
                  <c:v>32.200000000000003</c:v>
                </c:pt>
                <c:pt idx="1646">
                  <c:v>32.200000000000003</c:v>
                </c:pt>
                <c:pt idx="1647">
                  <c:v>32.200000000000003</c:v>
                </c:pt>
                <c:pt idx="1648">
                  <c:v>32.200000000000003</c:v>
                </c:pt>
                <c:pt idx="1649">
                  <c:v>32.200000000000003</c:v>
                </c:pt>
                <c:pt idx="1650">
                  <c:v>32.200000000000003</c:v>
                </c:pt>
                <c:pt idx="1651">
                  <c:v>32.25</c:v>
                </c:pt>
                <c:pt idx="1652">
                  <c:v>32.25</c:v>
                </c:pt>
                <c:pt idx="1653">
                  <c:v>32.25</c:v>
                </c:pt>
                <c:pt idx="1654">
                  <c:v>32.25</c:v>
                </c:pt>
                <c:pt idx="1655">
                  <c:v>32.25</c:v>
                </c:pt>
                <c:pt idx="1656">
                  <c:v>32.25</c:v>
                </c:pt>
                <c:pt idx="1657">
                  <c:v>32.25</c:v>
                </c:pt>
                <c:pt idx="1658">
                  <c:v>32.25</c:v>
                </c:pt>
                <c:pt idx="1659">
                  <c:v>32.299999999999997</c:v>
                </c:pt>
                <c:pt idx="1660">
                  <c:v>32.299999999999997</c:v>
                </c:pt>
                <c:pt idx="1661">
                  <c:v>32.299999999999997</c:v>
                </c:pt>
                <c:pt idx="1662">
                  <c:v>32.299999999999997</c:v>
                </c:pt>
                <c:pt idx="1663">
                  <c:v>32.299999999999997</c:v>
                </c:pt>
                <c:pt idx="1664">
                  <c:v>32.299999999999997</c:v>
                </c:pt>
                <c:pt idx="1665">
                  <c:v>32.299999999999997</c:v>
                </c:pt>
                <c:pt idx="1666">
                  <c:v>32.35</c:v>
                </c:pt>
                <c:pt idx="1667">
                  <c:v>32.35</c:v>
                </c:pt>
                <c:pt idx="1668">
                  <c:v>32.35</c:v>
                </c:pt>
                <c:pt idx="1669">
                  <c:v>32.35</c:v>
                </c:pt>
                <c:pt idx="1670">
                  <c:v>32.35</c:v>
                </c:pt>
                <c:pt idx="1671">
                  <c:v>32.35</c:v>
                </c:pt>
                <c:pt idx="1672">
                  <c:v>32.35</c:v>
                </c:pt>
                <c:pt idx="1673">
                  <c:v>32.4</c:v>
                </c:pt>
                <c:pt idx="1674">
                  <c:v>32.4</c:v>
                </c:pt>
                <c:pt idx="1675">
                  <c:v>32.4</c:v>
                </c:pt>
                <c:pt idx="1676">
                  <c:v>32.4</c:v>
                </c:pt>
                <c:pt idx="1677">
                  <c:v>32.4</c:v>
                </c:pt>
                <c:pt idx="1678">
                  <c:v>32.4</c:v>
                </c:pt>
                <c:pt idx="1679">
                  <c:v>32.4</c:v>
                </c:pt>
                <c:pt idx="1680">
                  <c:v>32.450000000000003</c:v>
                </c:pt>
                <c:pt idx="1681">
                  <c:v>32.450000000000003</c:v>
                </c:pt>
                <c:pt idx="1682">
                  <c:v>32.450000000000003</c:v>
                </c:pt>
                <c:pt idx="1683">
                  <c:v>32.450000000000003</c:v>
                </c:pt>
                <c:pt idx="1684">
                  <c:v>32.450000000000003</c:v>
                </c:pt>
                <c:pt idx="1685">
                  <c:v>32.450000000000003</c:v>
                </c:pt>
                <c:pt idx="1686">
                  <c:v>32.450000000000003</c:v>
                </c:pt>
                <c:pt idx="1687">
                  <c:v>32.450000000000003</c:v>
                </c:pt>
                <c:pt idx="1688">
                  <c:v>32.5</c:v>
                </c:pt>
                <c:pt idx="1689">
                  <c:v>32.5</c:v>
                </c:pt>
                <c:pt idx="1690">
                  <c:v>32.5</c:v>
                </c:pt>
                <c:pt idx="1691">
                  <c:v>32.5</c:v>
                </c:pt>
                <c:pt idx="1692">
                  <c:v>32.5</c:v>
                </c:pt>
                <c:pt idx="1693">
                  <c:v>32.5</c:v>
                </c:pt>
                <c:pt idx="1694">
                  <c:v>32.5</c:v>
                </c:pt>
                <c:pt idx="1695">
                  <c:v>32.5</c:v>
                </c:pt>
                <c:pt idx="1696">
                  <c:v>32.549999999999997</c:v>
                </c:pt>
                <c:pt idx="1697">
                  <c:v>32.549999999999997</c:v>
                </c:pt>
                <c:pt idx="1698">
                  <c:v>32.549999999999997</c:v>
                </c:pt>
                <c:pt idx="1699">
                  <c:v>32.549999999999997</c:v>
                </c:pt>
                <c:pt idx="1700">
                  <c:v>32.549999999999997</c:v>
                </c:pt>
                <c:pt idx="1701">
                  <c:v>32.549999999999997</c:v>
                </c:pt>
                <c:pt idx="1702">
                  <c:v>32.549999999999997</c:v>
                </c:pt>
                <c:pt idx="1703">
                  <c:v>32.549999999999997</c:v>
                </c:pt>
                <c:pt idx="1704">
                  <c:v>32.6</c:v>
                </c:pt>
                <c:pt idx="1705">
                  <c:v>32.6</c:v>
                </c:pt>
                <c:pt idx="1706">
                  <c:v>32.6</c:v>
                </c:pt>
                <c:pt idx="1707">
                  <c:v>32.6</c:v>
                </c:pt>
                <c:pt idx="1708">
                  <c:v>32.6</c:v>
                </c:pt>
                <c:pt idx="1709">
                  <c:v>32.6</c:v>
                </c:pt>
                <c:pt idx="1710">
                  <c:v>32.6</c:v>
                </c:pt>
                <c:pt idx="1711">
                  <c:v>32.65</c:v>
                </c:pt>
                <c:pt idx="1712">
                  <c:v>32.65</c:v>
                </c:pt>
                <c:pt idx="1713">
                  <c:v>32.65</c:v>
                </c:pt>
                <c:pt idx="1714">
                  <c:v>32.65</c:v>
                </c:pt>
                <c:pt idx="1715">
                  <c:v>32.65</c:v>
                </c:pt>
                <c:pt idx="1716">
                  <c:v>32.65</c:v>
                </c:pt>
                <c:pt idx="1717">
                  <c:v>32.65</c:v>
                </c:pt>
                <c:pt idx="1718">
                  <c:v>32.65</c:v>
                </c:pt>
                <c:pt idx="1719">
                  <c:v>32.65</c:v>
                </c:pt>
                <c:pt idx="1720">
                  <c:v>32.700000000000003</c:v>
                </c:pt>
                <c:pt idx="1721">
                  <c:v>32.700000000000003</c:v>
                </c:pt>
                <c:pt idx="1722">
                  <c:v>32.700000000000003</c:v>
                </c:pt>
                <c:pt idx="1723">
                  <c:v>32.700000000000003</c:v>
                </c:pt>
                <c:pt idx="1724">
                  <c:v>32.700000000000003</c:v>
                </c:pt>
                <c:pt idx="1725">
                  <c:v>32.700000000000003</c:v>
                </c:pt>
                <c:pt idx="1726">
                  <c:v>32.75</c:v>
                </c:pt>
                <c:pt idx="1727">
                  <c:v>32.75</c:v>
                </c:pt>
                <c:pt idx="1728">
                  <c:v>32.75</c:v>
                </c:pt>
                <c:pt idx="1729">
                  <c:v>32.75</c:v>
                </c:pt>
                <c:pt idx="1730">
                  <c:v>32.75</c:v>
                </c:pt>
                <c:pt idx="1731">
                  <c:v>32.75</c:v>
                </c:pt>
                <c:pt idx="1732">
                  <c:v>32.75</c:v>
                </c:pt>
                <c:pt idx="1733">
                  <c:v>32.799999999999997</c:v>
                </c:pt>
                <c:pt idx="1734">
                  <c:v>32.799999999999997</c:v>
                </c:pt>
                <c:pt idx="1735">
                  <c:v>32.799999999999997</c:v>
                </c:pt>
                <c:pt idx="1736">
                  <c:v>32.799999999999997</c:v>
                </c:pt>
                <c:pt idx="1737">
                  <c:v>32.799999999999997</c:v>
                </c:pt>
                <c:pt idx="1738">
                  <c:v>32.799999999999997</c:v>
                </c:pt>
                <c:pt idx="1739">
                  <c:v>32.799999999999997</c:v>
                </c:pt>
                <c:pt idx="1740">
                  <c:v>32.799999999999997</c:v>
                </c:pt>
                <c:pt idx="1741">
                  <c:v>32.799999999999997</c:v>
                </c:pt>
                <c:pt idx="1742">
                  <c:v>32.799999999999997</c:v>
                </c:pt>
                <c:pt idx="1743">
                  <c:v>32.799999999999997</c:v>
                </c:pt>
                <c:pt idx="1744">
                  <c:v>32.85</c:v>
                </c:pt>
                <c:pt idx="1745">
                  <c:v>32.85</c:v>
                </c:pt>
                <c:pt idx="1746">
                  <c:v>32.85</c:v>
                </c:pt>
                <c:pt idx="1747">
                  <c:v>32.85</c:v>
                </c:pt>
                <c:pt idx="1748">
                  <c:v>32.85</c:v>
                </c:pt>
                <c:pt idx="1749">
                  <c:v>32.85</c:v>
                </c:pt>
                <c:pt idx="1750">
                  <c:v>32.85</c:v>
                </c:pt>
                <c:pt idx="1751">
                  <c:v>32.85</c:v>
                </c:pt>
                <c:pt idx="1752">
                  <c:v>32.85</c:v>
                </c:pt>
                <c:pt idx="1753">
                  <c:v>32.9</c:v>
                </c:pt>
                <c:pt idx="1754">
                  <c:v>32.9</c:v>
                </c:pt>
                <c:pt idx="1755">
                  <c:v>32.9</c:v>
                </c:pt>
                <c:pt idx="1756">
                  <c:v>32.9</c:v>
                </c:pt>
                <c:pt idx="1757">
                  <c:v>32.9</c:v>
                </c:pt>
                <c:pt idx="1758">
                  <c:v>32.9</c:v>
                </c:pt>
                <c:pt idx="1759">
                  <c:v>32.950000000000003</c:v>
                </c:pt>
                <c:pt idx="1760">
                  <c:v>32.950000000000003</c:v>
                </c:pt>
                <c:pt idx="1761">
                  <c:v>32.950000000000003</c:v>
                </c:pt>
                <c:pt idx="1762">
                  <c:v>32.950000000000003</c:v>
                </c:pt>
                <c:pt idx="1763">
                  <c:v>32.950000000000003</c:v>
                </c:pt>
                <c:pt idx="1764">
                  <c:v>32.950000000000003</c:v>
                </c:pt>
                <c:pt idx="1765">
                  <c:v>33</c:v>
                </c:pt>
                <c:pt idx="1766">
                  <c:v>33</c:v>
                </c:pt>
                <c:pt idx="1767">
                  <c:v>33</c:v>
                </c:pt>
                <c:pt idx="1768">
                  <c:v>33</c:v>
                </c:pt>
                <c:pt idx="1769">
                  <c:v>33</c:v>
                </c:pt>
                <c:pt idx="1770">
                  <c:v>33</c:v>
                </c:pt>
                <c:pt idx="1771">
                  <c:v>33</c:v>
                </c:pt>
                <c:pt idx="1772">
                  <c:v>33</c:v>
                </c:pt>
                <c:pt idx="1773">
                  <c:v>33</c:v>
                </c:pt>
                <c:pt idx="1774">
                  <c:v>33</c:v>
                </c:pt>
                <c:pt idx="1775">
                  <c:v>33</c:v>
                </c:pt>
                <c:pt idx="1776">
                  <c:v>33</c:v>
                </c:pt>
                <c:pt idx="1777">
                  <c:v>33.049999999999997</c:v>
                </c:pt>
                <c:pt idx="1778">
                  <c:v>33.049999999999997</c:v>
                </c:pt>
                <c:pt idx="1779">
                  <c:v>33.049999999999997</c:v>
                </c:pt>
                <c:pt idx="1780">
                  <c:v>33.049999999999997</c:v>
                </c:pt>
                <c:pt idx="1781">
                  <c:v>33.049999999999997</c:v>
                </c:pt>
                <c:pt idx="1782">
                  <c:v>33.049999999999997</c:v>
                </c:pt>
                <c:pt idx="1783">
                  <c:v>33.049999999999997</c:v>
                </c:pt>
                <c:pt idx="1784">
                  <c:v>33.049999999999997</c:v>
                </c:pt>
                <c:pt idx="1785">
                  <c:v>33.1</c:v>
                </c:pt>
                <c:pt idx="1786">
                  <c:v>33.1</c:v>
                </c:pt>
                <c:pt idx="1787">
                  <c:v>33.1</c:v>
                </c:pt>
                <c:pt idx="1788">
                  <c:v>33.1</c:v>
                </c:pt>
                <c:pt idx="1789">
                  <c:v>33.1</c:v>
                </c:pt>
                <c:pt idx="1790">
                  <c:v>33.1</c:v>
                </c:pt>
                <c:pt idx="1791">
                  <c:v>33.1</c:v>
                </c:pt>
                <c:pt idx="1792">
                  <c:v>33.15</c:v>
                </c:pt>
                <c:pt idx="1793">
                  <c:v>33.15</c:v>
                </c:pt>
                <c:pt idx="1794">
                  <c:v>33.15</c:v>
                </c:pt>
                <c:pt idx="1795">
                  <c:v>33.15</c:v>
                </c:pt>
                <c:pt idx="1796">
                  <c:v>33.15</c:v>
                </c:pt>
                <c:pt idx="1797">
                  <c:v>33.15</c:v>
                </c:pt>
                <c:pt idx="1798">
                  <c:v>33.15</c:v>
                </c:pt>
                <c:pt idx="1799">
                  <c:v>33.15</c:v>
                </c:pt>
                <c:pt idx="1800">
                  <c:v>33.15</c:v>
                </c:pt>
                <c:pt idx="1801">
                  <c:v>33.200000000000003</c:v>
                </c:pt>
                <c:pt idx="1802">
                  <c:v>33.200000000000003</c:v>
                </c:pt>
                <c:pt idx="1803">
                  <c:v>33.200000000000003</c:v>
                </c:pt>
                <c:pt idx="1804">
                  <c:v>33.200000000000003</c:v>
                </c:pt>
                <c:pt idx="1805">
                  <c:v>33.200000000000003</c:v>
                </c:pt>
                <c:pt idx="1806">
                  <c:v>33.200000000000003</c:v>
                </c:pt>
                <c:pt idx="1807">
                  <c:v>33.200000000000003</c:v>
                </c:pt>
                <c:pt idx="1808">
                  <c:v>33.25</c:v>
                </c:pt>
                <c:pt idx="1809">
                  <c:v>33.25</c:v>
                </c:pt>
                <c:pt idx="1810">
                  <c:v>33.25</c:v>
                </c:pt>
                <c:pt idx="1811">
                  <c:v>33.25</c:v>
                </c:pt>
                <c:pt idx="1812">
                  <c:v>33.25</c:v>
                </c:pt>
                <c:pt idx="1813">
                  <c:v>33.25</c:v>
                </c:pt>
                <c:pt idx="1814">
                  <c:v>33.25</c:v>
                </c:pt>
                <c:pt idx="1815">
                  <c:v>33.299999999999997</c:v>
                </c:pt>
                <c:pt idx="1816">
                  <c:v>33.299999999999997</c:v>
                </c:pt>
                <c:pt idx="1817">
                  <c:v>33.299999999999997</c:v>
                </c:pt>
                <c:pt idx="1818">
                  <c:v>33.299999999999997</c:v>
                </c:pt>
                <c:pt idx="1819">
                  <c:v>33.299999999999997</c:v>
                </c:pt>
                <c:pt idx="1820">
                  <c:v>33.299999999999997</c:v>
                </c:pt>
                <c:pt idx="1821">
                  <c:v>33.299999999999997</c:v>
                </c:pt>
                <c:pt idx="1822">
                  <c:v>33.299999999999997</c:v>
                </c:pt>
                <c:pt idx="1823">
                  <c:v>33.299999999999997</c:v>
                </c:pt>
                <c:pt idx="1824">
                  <c:v>33.35</c:v>
                </c:pt>
                <c:pt idx="1825">
                  <c:v>33.35</c:v>
                </c:pt>
                <c:pt idx="1826">
                  <c:v>33.35</c:v>
                </c:pt>
                <c:pt idx="1827">
                  <c:v>33.35</c:v>
                </c:pt>
                <c:pt idx="1828">
                  <c:v>33.35</c:v>
                </c:pt>
                <c:pt idx="1829">
                  <c:v>33.35</c:v>
                </c:pt>
                <c:pt idx="1830">
                  <c:v>33.35</c:v>
                </c:pt>
                <c:pt idx="1831">
                  <c:v>33.4</c:v>
                </c:pt>
                <c:pt idx="1832">
                  <c:v>33.4</c:v>
                </c:pt>
                <c:pt idx="1833">
                  <c:v>33.4</c:v>
                </c:pt>
                <c:pt idx="1834">
                  <c:v>33.4</c:v>
                </c:pt>
                <c:pt idx="1835">
                  <c:v>33.4</c:v>
                </c:pt>
                <c:pt idx="1836">
                  <c:v>33.4</c:v>
                </c:pt>
                <c:pt idx="1837">
                  <c:v>33.4</c:v>
                </c:pt>
                <c:pt idx="1838">
                  <c:v>33.450000000000003</c:v>
                </c:pt>
                <c:pt idx="1839">
                  <c:v>33.450000000000003</c:v>
                </c:pt>
                <c:pt idx="1840">
                  <c:v>33.450000000000003</c:v>
                </c:pt>
                <c:pt idx="1841">
                  <c:v>33.450000000000003</c:v>
                </c:pt>
                <c:pt idx="1842">
                  <c:v>33.450000000000003</c:v>
                </c:pt>
                <c:pt idx="1843">
                  <c:v>33.5</c:v>
                </c:pt>
                <c:pt idx="1844">
                  <c:v>33.450000000000003</c:v>
                </c:pt>
                <c:pt idx="1845">
                  <c:v>33.450000000000003</c:v>
                </c:pt>
                <c:pt idx="1846">
                  <c:v>33.5</c:v>
                </c:pt>
                <c:pt idx="1847">
                  <c:v>33.5</c:v>
                </c:pt>
                <c:pt idx="1848">
                  <c:v>33.5</c:v>
                </c:pt>
                <c:pt idx="1849">
                  <c:v>33.549999999999997</c:v>
                </c:pt>
                <c:pt idx="1850">
                  <c:v>33.549999999999997</c:v>
                </c:pt>
                <c:pt idx="1851">
                  <c:v>33.549999999999997</c:v>
                </c:pt>
                <c:pt idx="1852">
                  <c:v>33.549999999999997</c:v>
                </c:pt>
                <c:pt idx="1853">
                  <c:v>33.549999999999997</c:v>
                </c:pt>
                <c:pt idx="1854">
                  <c:v>33.549999999999997</c:v>
                </c:pt>
                <c:pt idx="1855">
                  <c:v>33.549999999999997</c:v>
                </c:pt>
                <c:pt idx="1856">
                  <c:v>33.549999999999997</c:v>
                </c:pt>
                <c:pt idx="1857">
                  <c:v>33.6</c:v>
                </c:pt>
                <c:pt idx="1858">
                  <c:v>33.6</c:v>
                </c:pt>
                <c:pt idx="1859">
                  <c:v>33.6</c:v>
                </c:pt>
                <c:pt idx="1860">
                  <c:v>33.6</c:v>
                </c:pt>
                <c:pt idx="1861">
                  <c:v>33.6</c:v>
                </c:pt>
                <c:pt idx="1862">
                  <c:v>33.6</c:v>
                </c:pt>
                <c:pt idx="1863">
                  <c:v>33.6</c:v>
                </c:pt>
                <c:pt idx="1864">
                  <c:v>33.6</c:v>
                </c:pt>
                <c:pt idx="1865">
                  <c:v>33.65</c:v>
                </c:pt>
                <c:pt idx="1866">
                  <c:v>33.65</c:v>
                </c:pt>
                <c:pt idx="1867">
                  <c:v>33.65</c:v>
                </c:pt>
                <c:pt idx="1868">
                  <c:v>33.65</c:v>
                </c:pt>
                <c:pt idx="1869">
                  <c:v>33.65</c:v>
                </c:pt>
                <c:pt idx="1870">
                  <c:v>33.65</c:v>
                </c:pt>
                <c:pt idx="1871">
                  <c:v>33.65</c:v>
                </c:pt>
                <c:pt idx="1872">
                  <c:v>33.65</c:v>
                </c:pt>
                <c:pt idx="1873">
                  <c:v>33.65</c:v>
                </c:pt>
                <c:pt idx="1874">
                  <c:v>33.700000000000003</c:v>
                </c:pt>
                <c:pt idx="1875">
                  <c:v>33.700000000000003</c:v>
                </c:pt>
                <c:pt idx="1876">
                  <c:v>33.700000000000003</c:v>
                </c:pt>
                <c:pt idx="1877">
                  <c:v>33.700000000000003</c:v>
                </c:pt>
                <c:pt idx="1878">
                  <c:v>33.700000000000003</c:v>
                </c:pt>
                <c:pt idx="1879">
                  <c:v>33.700000000000003</c:v>
                </c:pt>
                <c:pt idx="1880">
                  <c:v>33.700000000000003</c:v>
                </c:pt>
                <c:pt idx="1881">
                  <c:v>33.75</c:v>
                </c:pt>
                <c:pt idx="1882">
                  <c:v>33.75</c:v>
                </c:pt>
                <c:pt idx="1883">
                  <c:v>33.75</c:v>
                </c:pt>
                <c:pt idx="1884">
                  <c:v>33.75</c:v>
                </c:pt>
                <c:pt idx="1885">
                  <c:v>33.75</c:v>
                </c:pt>
                <c:pt idx="1886">
                  <c:v>33.75</c:v>
                </c:pt>
                <c:pt idx="1887">
                  <c:v>33.75</c:v>
                </c:pt>
                <c:pt idx="1888">
                  <c:v>33.799999999999997</c:v>
                </c:pt>
                <c:pt idx="1889">
                  <c:v>33.799999999999997</c:v>
                </c:pt>
                <c:pt idx="1890">
                  <c:v>33.799999999999997</c:v>
                </c:pt>
                <c:pt idx="1891">
                  <c:v>33.799999999999997</c:v>
                </c:pt>
                <c:pt idx="1892">
                  <c:v>33.799999999999997</c:v>
                </c:pt>
                <c:pt idx="1893">
                  <c:v>33.799999999999997</c:v>
                </c:pt>
                <c:pt idx="1894">
                  <c:v>33.799999999999997</c:v>
                </c:pt>
                <c:pt idx="1895">
                  <c:v>33.799999999999997</c:v>
                </c:pt>
                <c:pt idx="1896">
                  <c:v>33.85</c:v>
                </c:pt>
                <c:pt idx="1897">
                  <c:v>33.85</c:v>
                </c:pt>
                <c:pt idx="1898">
                  <c:v>33.85</c:v>
                </c:pt>
                <c:pt idx="1899">
                  <c:v>33.85</c:v>
                </c:pt>
                <c:pt idx="1900">
                  <c:v>33.85</c:v>
                </c:pt>
                <c:pt idx="1901">
                  <c:v>33.85</c:v>
                </c:pt>
                <c:pt idx="1902">
                  <c:v>33.85</c:v>
                </c:pt>
                <c:pt idx="1903">
                  <c:v>33.9</c:v>
                </c:pt>
                <c:pt idx="1904">
                  <c:v>33.9</c:v>
                </c:pt>
                <c:pt idx="1905">
                  <c:v>33.9</c:v>
                </c:pt>
                <c:pt idx="1906">
                  <c:v>33.9</c:v>
                </c:pt>
                <c:pt idx="1907">
                  <c:v>33.9</c:v>
                </c:pt>
                <c:pt idx="1908">
                  <c:v>33.9</c:v>
                </c:pt>
                <c:pt idx="1909">
                  <c:v>33.9</c:v>
                </c:pt>
                <c:pt idx="1910">
                  <c:v>33.950000000000003</c:v>
                </c:pt>
                <c:pt idx="1911">
                  <c:v>33.950000000000003</c:v>
                </c:pt>
                <c:pt idx="1912">
                  <c:v>33.950000000000003</c:v>
                </c:pt>
                <c:pt idx="1913">
                  <c:v>33.950000000000003</c:v>
                </c:pt>
                <c:pt idx="1914">
                  <c:v>33.950000000000003</c:v>
                </c:pt>
                <c:pt idx="1915">
                  <c:v>33.950000000000003</c:v>
                </c:pt>
                <c:pt idx="1916">
                  <c:v>33.950000000000003</c:v>
                </c:pt>
                <c:pt idx="1917">
                  <c:v>33.950000000000003</c:v>
                </c:pt>
                <c:pt idx="1918">
                  <c:v>33.950000000000003</c:v>
                </c:pt>
                <c:pt idx="1919">
                  <c:v>34</c:v>
                </c:pt>
                <c:pt idx="1920">
                  <c:v>34</c:v>
                </c:pt>
                <c:pt idx="1921">
                  <c:v>34</c:v>
                </c:pt>
                <c:pt idx="1922">
                  <c:v>34</c:v>
                </c:pt>
                <c:pt idx="1923">
                  <c:v>34</c:v>
                </c:pt>
                <c:pt idx="1924">
                  <c:v>34</c:v>
                </c:pt>
                <c:pt idx="1925">
                  <c:v>34</c:v>
                </c:pt>
                <c:pt idx="1926">
                  <c:v>34</c:v>
                </c:pt>
                <c:pt idx="1927">
                  <c:v>34.049999999999997</c:v>
                </c:pt>
                <c:pt idx="1928">
                  <c:v>34.049999999999997</c:v>
                </c:pt>
                <c:pt idx="1929">
                  <c:v>34.049999999999997</c:v>
                </c:pt>
                <c:pt idx="1930">
                  <c:v>34.049999999999997</c:v>
                </c:pt>
                <c:pt idx="1931">
                  <c:v>34.049999999999997</c:v>
                </c:pt>
                <c:pt idx="1932">
                  <c:v>34.049999999999997</c:v>
                </c:pt>
                <c:pt idx="1933">
                  <c:v>34.049999999999997</c:v>
                </c:pt>
                <c:pt idx="1934">
                  <c:v>34.1</c:v>
                </c:pt>
                <c:pt idx="1935">
                  <c:v>34.1</c:v>
                </c:pt>
                <c:pt idx="1936">
                  <c:v>34.1</c:v>
                </c:pt>
                <c:pt idx="1937">
                  <c:v>34.1</c:v>
                </c:pt>
                <c:pt idx="1938">
                  <c:v>34.1</c:v>
                </c:pt>
                <c:pt idx="1939">
                  <c:v>34.1</c:v>
                </c:pt>
                <c:pt idx="1940">
                  <c:v>34.1</c:v>
                </c:pt>
                <c:pt idx="1941">
                  <c:v>34.1</c:v>
                </c:pt>
                <c:pt idx="1942">
                  <c:v>34.15</c:v>
                </c:pt>
                <c:pt idx="1943">
                  <c:v>34.15</c:v>
                </c:pt>
                <c:pt idx="1944">
                  <c:v>34.15</c:v>
                </c:pt>
                <c:pt idx="1945">
                  <c:v>34.15</c:v>
                </c:pt>
                <c:pt idx="1946">
                  <c:v>34.15</c:v>
                </c:pt>
                <c:pt idx="1947">
                  <c:v>34.15</c:v>
                </c:pt>
                <c:pt idx="1948">
                  <c:v>34.15</c:v>
                </c:pt>
                <c:pt idx="1949">
                  <c:v>34.15</c:v>
                </c:pt>
                <c:pt idx="1950">
                  <c:v>34.15</c:v>
                </c:pt>
                <c:pt idx="1951">
                  <c:v>34.200000000000003</c:v>
                </c:pt>
                <c:pt idx="1952">
                  <c:v>34.200000000000003</c:v>
                </c:pt>
                <c:pt idx="1953">
                  <c:v>34.200000000000003</c:v>
                </c:pt>
                <c:pt idx="1954">
                  <c:v>34.200000000000003</c:v>
                </c:pt>
                <c:pt idx="1955">
                  <c:v>34.200000000000003</c:v>
                </c:pt>
                <c:pt idx="1956">
                  <c:v>34.200000000000003</c:v>
                </c:pt>
                <c:pt idx="1957">
                  <c:v>34.200000000000003</c:v>
                </c:pt>
                <c:pt idx="1958">
                  <c:v>34.25</c:v>
                </c:pt>
                <c:pt idx="1959">
                  <c:v>34.25</c:v>
                </c:pt>
                <c:pt idx="1960">
                  <c:v>34.25</c:v>
                </c:pt>
                <c:pt idx="1961">
                  <c:v>34.25</c:v>
                </c:pt>
                <c:pt idx="1962">
                  <c:v>34.25</c:v>
                </c:pt>
                <c:pt idx="1963">
                  <c:v>34.25</c:v>
                </c:pt>
                <c:pt idx="1964">
                  <c:v>34.299999999999997</c:v>
                </c:pt>
                <c:pt idx="1965">
                  <c:v>34.299999999999997</c:v>
                </c:pt>
                <c:pt idx="1966">
                  <c:v>34.299999999999997</c:v>
                </c:pt>
                <c:pt idx="1967">
                  <c:v>34.299999999999997</c:v>
                </c:pt>
                <c:pt idx="1968">
                  <c:v>34.299999999999997</c:v>
                </c:pt>
                <c:pt idx="1969">
                  <c:v>34.299999999999997</c:v>
                </c:pt>
                <c:pt idx="1970">
                  <c:v>34.299999999999997</c:v>
                </c:pt>
                <c:pt idx="1971">
                  <c:v>34.299999999999997</c:v>
                </c:pt>
                <c:pt idx="1972">
                  <c:v>34.299999999999997</c:v>
                </c:pt>
                <c:pt idx="1973">
                  <c:v>34.299999999999997</c:v>
                </c:pt>
                <c:pt idx="1974">
                  <c:v>34.35</c:v>
                </c:pt>
                <c:pt idx="1975">
                  <c:v>34.35</c:v>
                </c:pt>
                <c:pt idx="1976">
                  <c:v>34.35</c:v>
                </c:pt>
                <c:pt idx="1977">
                  <c:v>34.35</c:v>
                </c:pt>
                <c:pt idx="1978">
                  <c:v>34.35</c:v>
                </c:pt>
                <c:pt idx="1979">
                  <c:v>34.35</c:v>
                </c:pt>
                <c:pt idx="1980">
                  <c:v>34.35</c:v>
                </c:pt>
                <c:pt idx="1981">
                  <c:v>34.4</c:v>
                </c:pt>
                <c:pt idx="1982">
                  <c:v>34.4</c:v>
                </c:pt>
                <c:pt idx="1983">
                  <c:v>34.4</c:v>
                </c:pt>
                <c:pt idx="1984">
                  <c:v>34.4</c:v>
                </c:pt>
                <c:pt idx="1985">
                  <c:v>34.4</c:v>
                </c:pt>
                <c:pt idx="1986">
                  <c:v>34.4</c:v>
                </c:pt>
                <c:pt idx="1987">
                  <c:v>34.4</c:v>
                </c:pt>
                <c:pt idx="1988">
                  <c:v>34.450000000000003</c:v>
                </c:pt>
                <c:pt idx="1989">
                  <c:v>34.450000000000003</c:v>
                </c:pt>
                <c:pt idx="1990">
                  <c:v>34.450000000000003</c:v>
                </c:pt>
                <c:pt idx="1991">
                  <c:v>34.450000000000003</c:v>
                </c:pt>
                <c:pt idx="1992">
                  <c:v>34.450000000000003</c:v>
                </c:pt>
                <c:pt idx="1993">
                  <c:v>34.450000000000003</c:v>
                </c:pt>
                <c:pt idx="1994">
                  <c:v>34.450000000000003</c:v>
                </c:pt>
                <c:pt idx="1995">
                  <c:v>34.5</c:v>
                </c:pt>
                <c:pt idx="1996">
                  <c:v>34.5</c:v>
                </c:pt>
                <c:pt idx="1997">
                  <c:v>34.5</c:v>
                </c:pt>
                <c:pt idx="1998">
                  <c:v>34.5</c:v>
                </c:pt>
                <c:pt idx="1999">
                  <c:v>34.5</c:v>
                </c:pt>
                <c:pt idx="2000">
                  <c:v>34.5</c:v>
                </c:pt>
                <c:pt idx="2001">
                  <c:v>34.5</c:v>
                </c:pt>
                <c:pt idx="2002">
                  <c:v>34.5</c:v>
                </c:pt>
                <c:pt idx="2003">
                  <c:v>34.5</c:v>
                </c:pt>
                <c:pt idx="2004">
                  <c:v>34.5</c:v>
                </c:pt>
                <c:pt idx="2005">
                  <c:v>34.549999999999997</c:v>
                </c:pt>
                <c:pt idx="2006">
                  <c:v>34.549999999999997</c:v>
                </c:pt>
                <c:pt idx="2007">
                  <c:v>34.549999999999997</c:v>
                </c:pt>
                <c:pt idx="2008">
                  <c:v>34.549999999999997</c:v>
                </c:pt>
                <c:pt idx="2009">
                  <c:v>34.549999999999997</c:v>
                </c:pt>
                <c:pt idx="2010">
                  <c:v>34.549999999999997</c:v>
                </c:pt>
                <c:pt idx="2011">
                  <c:v>34.6</c:v>
                </c:pt>
                <c:pt idx="2012">
                  <c:v>34.6</c:v>
                </c:pt>
                <c:pt idx="2013">
                  <c:v>34.6</c:v>
                </c:pt>
                <c:pt idx="2014">
                  <c:v>34.6</c:v>
                </c:pt>
                <c:pt idx="2015">
                  <c:v>34.6</c:v>
                </c:pt>
                <c:pt idx="2016">
                  <c:v>34.6</c:v>
                </c:pt>
                <c:pt idx="2017">
                  <c:v>34.6</c:v>
                </c:pt>
                <c:pt idx="2018">
                  <c:v>34.65</c:v>
                </c:pt>
                <c:pt idx="2019">
                  <c:v>34.65</c:v>
                </c:pt>
                <c:pt idx="2020">
                  <c:v>34.65</c:v>
                </c:pt>
                <c:pt idx="2021">
                  <c:v>34.65</c:v>
                </c:pt>
                <c:pt idx="2022">
                  <c:v>34.65</c:v>
                </c:pt>
                <c:pt idx="2023">
                  <c:v>34.65</c:v>
                </c:pt>
                <c:pt idx="2024">
                  <c:v>34.65</c:v>
                </c:pt>
                <c:pt idx="2025">
                  <c:v>34.65</c:v>
                </c:pt>
                <c:pt idx="2026">
                  <c:v>34.700000000000003</c:v>
                </c:pt>
                <c:pt idx="2027">
                  <c:v>34.700000000000003</c:v>
                </c:pt>
                <c:pt idx="2028">
                  <c:v>34.700000000000003</c:v>
                </c:pt>
                <c:pt idx="2029">
                  <c:v>34.700000000000003</c:v>
                </c:pt>
                <c:pt idx="2030">
                  <c:v>34.700000000000003</c:v>
                </c:pt>
                <c:pt idx="2031">
                  <c:v>34.700000000000003</c:v>
                </c:pt>
                <c:pt idx="2032">
                  <c:v>34.700000000000003</c:v>
                </c:pt>
                <c:pt idx="2033">
                  <c:v>34.700000000000003</c:v>
                </c:pt>
                <c:pt idx="2034">
                  <c:v>34.75</c:v>
                </c:pt>
                <c:pt idx="2035">
                  <c:v>34.75</c:v>
                </c:pt>
                <c:pt idx="2036">
                  <c:v>34.75</c:v>
                </c:pt>
                <c:pt idx="2037">
                  <c:v>34.75</c:v>
                </c:pt>
                <c:pt idx="2038">
                  <c:v>34.75</c:v>
                </c:pt>
                <c:pt idx="2039">
                  <c:v>34.75</c:v>
                </c:pt>
                <c:pt idx="2040">
                  <c:v>34.75</c:v>
                </c:pt>
                <c:pt idx="2041">
                  <c:v>34.75</c:v>
                </c:pt>
                <c:pt idx="2042">
                  <c:v>34.75</c:v>
                </c:pt>
                <c:pt idx="2043">
                  <c:v>34.75</c:v>
                </c:pt>
                <c:pt idx="2044">
                  <c:v>34.799999999999997</c:v>
                </c:pt>
                <c:pt idx="2045">
                  <c:v>34.799999999999997</c:v>
                </c:pt>
                <c:pt idx="2046">
                  <c:v>34.799999999999997</c:v>
                </c:pt>
                <c:pt idx="2047">
                  <c:v>34.799999999999997</c:v>
                </c:pt>
                <c:pt idx="2048">
                  <c:v>34.799999999999997</c:v>
                </c:pt>
                <c:pt idx="2049">
                  <c:v>34.799999999999997</c:v>
                </c:pt>
                <c:pt idx="2050">
                  <c:v>34.799999999999997</c:v>
                </c:pt>
                <c:pt idx="2051">
                  <c:v>34.85</c:v>
                </c:pt>
                <c:pt idx="2052">
                  <c:v>34.85</c:v>
                </c:pt>
                <c:pt idx="2053">
                  <c:v>34.85</c:v>
                </c:pt>
                <c:pt idx="2054">
                  <c:v>34.85</c:v>
                </c:pt>
                <c:pt idx="2055">
                  <c:v>34.85</c:v>
                </c:pt>
                <c:pt idx="2056">
                  <c:v>34.85</c:v>
                </c:pt>
                <c:pt idx="2057">
                  <c:v>34.85</c:v>
                </c:pt>
                <c:pt idx="2058">
                  <c:v>34.9</c:v>
                </c:pt>
                <c:pt idx="2059">
                  <c:v>34.9</c:v>
                </c:pt>
                <c:pt idx="2060">
                  <c:v>34.9</c:v>
                </c:pt>
                <c:pt idx="2061">
                  <c:v>34.9</c:v>
                </c:pt>
                <c:pt idx="2062">
                  <c:v>34.9</c:v>
                </c:pt>
                <c:pt idx="2063">
                  <c:v>34.9</c:v>
                </c:pt>
                <c:pt idx="2064">
                  <c:v>34.9</c:v>
                </c:pt>
                <c:pt idx="2065">
                  <c:v>34.9</c:v>
                </c:pt>
                <c:pt idx="2066">
                  <c:v>34.9</c:v>
                </c:pt>
                <c:pt idx="2067">
                  <c:v>34.950000000000003</c:v>
                </c:pt>
                <c:pt idx="2068">
                  <c:v>34.950000000000003</c:v>
                </c:pt>
                <c:pt idx="2069">
                  <c:v>34.950000000000003</c:v>
                </c:pt>
                <c:pt idx="2070">
                  <c:v>34.950000000000003</c:v>
                </c:pt>
                <c:pt idx="2071">
                  <c:v>34.950000000000003</c:v>
                </c:pt>
                <c:pt idx="2072">
                  <c:v>34.950000000000003</c:v>
                </c:pt>
                <c:pt idx="2073">
                  <c:v>34.950000000000003</c:v>
                </c:pt>
                <c:pt idx="2074">
                  <c:v>34.950000000000003</c:v>
                </c:pt>
                <c:pt idx="2075">
                  <c:v>35</c:v>
                </c:pt>
                <c:pt idx="2076">
                  <c:v>35</c:v>
                </c:pt>
                <c:pt idx="2077">
                  <c:v>35</c:v>
                </c:pt>
                <c:pt idx="2078">
                  <c:v>35</c:v>
                </c:pt>
                <c:pt idx="2079">
                  <c:v>35</c:v>
                </c:pt>
                <c:pt idx="2080">
                  <c:v>35</c:v>
                </c:pt>
                <c:pt idx="2081">
                  <c:v>35.049999999999997</c:v>
                </c:pt>
                <c:pt idx="2082">
                  <c:v>35.049999999999997</c:v>
                </c:pt>
                <c:pt idx="2083">
                  <c:v>35.049999999999997</c:v>
                </c:pt>
                <c:pt idx="2084">
                  <c:v>35.049999999999997</c:v>
                </c:pt>
                <c:pt idx="2085">
                  <c:v>35.049999999999997</c:v>
                </c:pt>
                <c:pt idx="2086">
                  <c:v>35.049999999999997</c:v>
                </c:pt>
                <c:pt idx="2087">
                  <c:v>35.049999999999997</c:v>
                </c:pt>
                <c:pt idx="2088">
                  <c:v>35.049999999999997</c:v>
                </c:pt>
                <c:pt idx="2089">
                  <c:v>35.1</c:v>
                </c:pt>
                <c:pt idx="2090">
                  <c:v>35.1</c:v>
                </c:pt>
                <c:pt idx="2091">
                  <c:v>35.1</c:v>
                </c:pt>
                <c:pt idx="2092">
                  <c:v>35.1</c:v>
                </c:pt>
                <c:pt idx="2093">
                  <c:v>35.1</c:v>
                </c:pt>
                <c:pt idx="2094">
                  <c:v>35.1</c:v>
                </c:pt>
                <c:pt idx="2095">
                  <c:v>35.1</c:v>
                </c:pt>
                <c:pt idx="2096">
                  <c:v>35.15</c:v>
                </c:pt>
                <c:pt idx="2097">
                  <c:v>35.15</c:v>
                </c:pt>
                <c:pt idx="2098">
                  <c:v>35.15</c:v>
                </c:pt>
                <c:pt idx="2099">
                  <c:v>35.15</c:v>
                </c:pt>
                <c:pt idx="2100">
                  <c:v>35.15</c:v>
                </c:pt>
                <c:pt idx="2101">
                  <c:v>35.15</c:v>
                </c:pt>
                <c:pt idx="2102">
                  <c:v>35.15</c:v>
                </c:pt>
                <c:pt idx="2103">
                  <c:v>35.15</c:v>
                </c:pt>
                <c:pt idx="2104">
                  <c:v>35.15</c:v>
                </c:pt>
                <c:pt idx="2105">
                  <c:v>35.200000000000003</c:v>
                </c:pt>
                <c:pt idx="2106">
                  <c:v>35.200000000000003</c:v>
                </c:pt>
                <c:pt idx="2107">
                  <c:v>35.200000000000003</c:v>
                </c:pt>
                <c:pt idx="2108">
                  <c:v>35.200000000000003</c:v>
                </c:pt>
                <c:pt idx="2109">
                  <c:v>35.200000000000003</c:v>
                </c:pt>
                <c:pt idx="2110">
                  <c:v>35.200000000000003</c:v>
                </c:pt>
                <c:pt idx="2111">
                  <c:v>35.200000000000003</c:v>
                </c:pt>
                <c:pt idx="2112">
                  <c:v>35.200000000000003</c:v>
                </c:pt>
                <c:pt idx="2113">
                  <c:v>35.200000000000003</c:v>
                </c:pt>
                <c:pt idx="2114">
                  <c:v>35.200000000000003</c:v>
                </c:pt>
                <c:pt idx="2115">
                  <c:v>35.200000000000003</c:v>
                </c:pt>
                <c:pt idx="2116">
                  <c:v>35.200000000000003</c:v>
                </c:pt>
                <c:pt idx="2117">
                  <c:v>35.25</c:v>
                </c:pt>
                <c:pt idx="2118">
                  <c:v>35.25</c:v>
                </c:pt>
                <c:pt idx="2119">
                  <c:v>35.25</c:v>
                </c:pt>
                <c:pt idx="2120">
                  <c:v>35.25</c:v>
                </c:pt>
                <c:pt idx="2121">
                  <c:v>35.25</c:v>
                </c:pt>
                <c:pt idx="2122">
                  <c:v>35.25</c:v>
                </c:pt>
                <c:pt idx="2123">
                  <c:v>35.299999999999997</c:v>
                </c:pt>
                <c:pt idx="2124">
                  <c:v>35.299999999999997</c:v>
                </c:pt>
                <c:pt idx="2125">
                  <c:v>35.299999999999997</c:v>
                </c:pt>
                <c:pt idx="2126">
                  <c:v>35.299999999999997</c:v>
                </c:pt>
                <c:pt idx="2127">
                  <c:v>35.299999999999997</c:v>
                </c:pt>
                <c:pt idx="2128">
                  <c:v>35.299999999999997</c:v>
                </c:pt>
                <c:pt idx="2129">
                  <c:v>35.299999999999997</c:v>
                </c:pt>
                <c:pt idx="2130">
                  <c:v>35.35</c:v>
                </c:pt>
                <c:pt idx="2131">
                  <c:v>35.35</c:v>
                </c:pt>
                <c:pt idx="2132">
                  <c:v>35.35</c:v>
                </c:pt>
                <c:pt idx="2133">
                  <c:v>35.35</c:v>
                </c:pt>
                <c:pt idx="2134">
                  <c:v>35.35</c:v>
                </c:pt>
                <c:pt idx="2135">
                  <c:v>35.35</c:v>
                </c:pt>
                <c:pt idx="2136">
                  <c:v>35.35</c:v>
                </c:pt>
                <c:pt idx="2137">
                  <c:v>35.35</c:v>
                </c:pt>
                <c:pt idx="2138">
                  <c:v>35.4</c:v>
                </c:pt>
                <c:pt idx="2139">
                  <c:v>35.4</c:v>
                </c:pt>
                <c:pt idx="2140">
                  <c:v>35.4</c:v>
                </c:pt>
                <c:pt idx="2141">
                  <c:v>35.4</c:v>
                </c:pt>
                <c:pt idx="2142">
                  <c:v>35.4</c:v>
                </c:pt>
                <c:pt idx="2143">
                  <c:v>35.4</c:v>
                </c:pt>
                <c:pt idx="2144">
                  <c:v>35.4</c:v>
                </c:pt>
                <c:pt idx="2145">
                  <c:v>35.4</c:v>
                </c:pt>
                <c:pt idx="2146">
                  <c:v>35.450000000000003</c:v>
                </c:pt>
                <c:pt idx="2147">
                  <c:v>35.450000000000003</c:v>
                </c:pt>
                <c:pt idx="2148">
                  <c:v>35.450000000000003</c:v>
                </c:pt>
                <c:pt idx="2149">
                  <c:v>35.450000000000003</c:v>
                </c:pt>
                <c:pt idx="2150">
                  <c:v>35.450000000000003</c:v>
                </c:pt>
                <c:pt idx="2151">
                  <c:v>35.450000000000003</c:v>
                </c:pt>
                <c:pt idx="2152">
                  <c:v>35.450000000000003</c:v>
                </c:pt>
                <c:pt idx="2153">
                  <c:v>35.450000000000003</c:v>
                </c:pt>
                <c:pt idx="2154">
                  <c:v>35.450000000000003</c:v>
                </c:pt>
                <c:pt idx="2155">
                  <c:v>35.5</c:v>
                </c:pt>
                <c:pt idx="2156">
                  <c:v>35.5</c:v>
                </c:pt>
                <c:pt idx="2157">
                  <c:v>35.5</c:v>
                </c:pt>
                <c:pt idx="2158">
                  <c:v>35.5</c:v>
                </c:pt>
                <c:pt idx="2159">
                  <c:v>35.5</c:v>
                </c:pt>
                <c:pt idx="2160">
                  <c:v>35.5</c:v>
                </c:pt>
                <c:pt idx="2161">
                  <c:v>35.5</c:v>
                </c:pt>
                <c:pt idx="2162">
                  <c:v>35.549999999999997</c:v>
                </c:pt>
                <c:pt idx="2163">
                  <c:v>35.549999999999997</c:v>
                </c:pt>
                <c:pt idx="2164">
                  <c:v>35.549999999999997</c:v>
                </c:pt>
                <c:pt idx="2165">
                  <c:v>35.549999999999997</c:v>
                </c:pt>
                <c:pt idx="2166">
                  <c:v>35.549999999999997</c:v>
                </c:pt>
                <c:pt idx="2167">
                  <c:v>35.549999999999997</c:v>
                </c:pt>
                <c:pt idx="2168">
                  <c:v>35.549999999999997</c:v>
                </c:pt>
                <c:pt idx="2169">
                  <c:v>35.549999999999997</c:v>
                </c:pt>
                <c:pt idx="2170">
                  <c:v>35.6</c:v>
                </c:pt>
                <c:pt idx="2171">
                  <c:v>35.6</c:v>
                </c:pt>
                <c:pt idx="2172">
                  <c:v>35.6</c:v>
                </c:pt>
                <c:pt idx="2173">
                  <c:v>35.6</c:v>
                </c:pt>
                <c:pt idx="2174">
                  <c:v>35.6</c:v>
                </c:pt>
                <c:pt idx="2175">
                  <c:v>35.6</c:v>
                </c:pt>
                <c:pt idx="2176">
                  <c:v>35.6</c:v>
                </c:pt>
                <c:pt idx="2177">
                  <c:v>35.6</c:v>
                </c:pt>
                <c:pt idx="2178">
                  <c:v>35.65</c:v>
                </c:pt>
                <c:pt idx="2179">
                  <c:v>35.65</c:v>
                </c:pt>
                <c:pt idx="2180">
                  <c:v>35.65</c:v>
                </c:pt>
                <c:pt idx="2181">
                  <c:v>35.65</c:v>
                </c:pt>
                <c:pt idx="2182">
                  <c:v>35.65</c:v>
                </c:pt>
                <c:pt idx="2183">
                  <c:v>35.65</c:v>
                </c:pt>
                <c:pt idx="2184">
                  <c:v>35.65</c:v>
                </c:pt>
                <c:pt idx="2185">
                  <c:v>35.65</c:v>
                </c:pt>
                <c:pt idx="2186">
                  <c:v>35.700000000000003</c:v>
                </c:pt>
                <c:pt idx="2187">
                  <c:v>35.700000000000003</c:v>
                </c:pt>
                <c:pt idx="2188">
                  <c:v>35.700000000000003</c:v>
                </c:pt>
                <c:pt idx="2189">
                  <c:v>35.700000000000003</c:v>
                </c:pt>
                <c:pt idx="2190">
                  <c:v>35.700000000000003</c:v>
                </c:pt>
                <c:pt idx="2191">
                  <c:v>35.700000000000003</c:v>
                </c:pt>
                <c:pt idx="2192">
                  <c:v>35.700000000000003</c:v>
                </c:pt>
                <c:pt idx="2193">
                  <c:v>35.700000000000003</c:v>
                </c:pt>
                <c:pt idx="2194">
                  <c:v>35.700000000000003</c:v>
                </c:pt>
                <c:pt idx="2195">
                  <c:v>35.75</c:v>
                </c:pt>
                <c:pt idx="2196">
                  <c:v>35.75</c:v>
                </c:pt>
                <c:pt idx="2197">
                  <c:v>35.75</c:v>
                </c:pt>
                <c:pt idx="2198">
                  <c:v>35.75</c:v>
                </c:pt>
                <c:pt idx="2199">
                  <c:v>35.75</c:v>
                </c:pt>
                <c:pt idx="2200">
                  <c:v>35.75</c:v>
                </c:pt>
                <c:pt idx="2201">
                  <c:v>35.75</c:v>
                </c:pt>
                <c:pt idx="2202">
                  <c:v>35.799999999999997</c:v>
                </c:pt>
                <c:pt idx="2203">
                  <c:v>35.799999999999997</c:v>
                </c:pt>
                <c:pt idx="2204">
                  <c:v>35.799999999999997</c:v>
                </c:pt>
                <c:pt idx="2205">
                  <c:v>35.799999999999997</c:v>
                </c:pt>
                <c:pt idx="2206">
                  <c:v>35.799999999999997</c:v>
                </c:pt>
                <c:pt idx="2207">
                  <c:v>35.799999999999997</c:v>
                </c:pt>
                <c:pt idx="2208">
                  <c:v>35.799999999999997</c:v>
                </c:pt>
                <c:pt idx="2209">
                  <c:v>35.85</c:v>
                </c:pt>
                <c:pt idx="2210">
                  <c:v>35.85</c:v>
                </c:pt>
                <c:pt idx="2211">
                  <c:v>35.85</c:v>
                </c:pt>
                <c:pt idx="2212">
                  <c:v>35.85</c:v>
                </c:pt>
                <c:pt idx="2213">
                  <c:v>35.85</c:v>
                </c:pt>
                <c:pt idx="2214">
                  <c:v>35.85</c:v>
                </c:pt>
                <c:pt idx="2215">
                  <c:v>35.85</c:v>
                </c:pt>
                <c:pt idx="2216">
                  <c:v>35.9</c:v>
                </c:pt>
                <c:pt idx="2217">
                  <c:v>35.9</c:v>
                </c:pt>
                <c:pt idx="2218">
                  <c:v>35.9</c:v>
                </c:pt>
                <c:pt idx="2219">
                  <c:v>35.9</c:v>
                </c:pt>
                <c:pt idx="2220">
                  <c:v>35.9</c:v>
                </c:pt>
                <c:pt idx="2221">
                  <c:v>35.9</c:v>
                </c:pt>
                <c:pt idx="2222">
                  <c:v>35.9</c:v>
                </c:pt>
                <c:pt idx="2223">
                  <c:v>35.9</c:v>
                </c:pt>
                <c:pt idx="2224">
                  <c:v>35.950000000000003</c:v>
                </c:pt>
                <c:pt idx="2225">
                  <c:v>35.950000000000003</c:v>
                </c:pt>
                <c:pt idx="2226">
                  <c:v>35.950000000000003</c:v>
                </c:pt>
                <c:pt idx="2227">
                  <c:v>35.950000000000003</c:v>
                </c:pt>
                <c:pt idx="2228">
                  <c:v>35.950000000000003</c:v>
                </c:pt>
                <c:pt idx="2229">
                  <c:v>35.950000000000003</c:v>
                </c:pt>
                <c:pt idx="2230">
                  <c:v>35.950000000000003</c:v>
                </c:pt>
                <c:pt idx="2231">
                  <c:v>35.950000000000003</c:v>
                </c:pt>
                <c:pt idx="2232">
                  <c:v>35.950000000000003</c:v>
                </c:pt>
                <c:pt idx="2233">
                  <c:v>36</c:v>
                </c:pt>
                <c:pt idx="2234">
                  <c:v>36</c:v>
                </c:pt>
                <c:pt idx="2235">
                  <c:v>36</c:v>
                </c:pt>
                <c:pt idx="2236">
                  <c:v>36</c:v>
                </c:pt>
                <c:pt idx="2237">
                  <c:v>36</c:v>
                </c:pt>
                <c:pt idx="2238">
                  <c:v>36</c:v>
                </c:pt>
                <c:pt idx="2239">
                  <c:v>36</c:v>
                </c:pt>
                <c:pt idx="2240">
                  <c:v>36</c:v>
                </c:pt>
                <c:pt idx="2241">
                  <c:v>36</c:v>
                </c:pt>
                <c:pt idx="2242">
                  <c:v>36</c:v>
                </c:pt>
                <c:pt idx="2243">
                  <c:v>36.049999999999997</c:v>
                </c:pt>
                <c:pt idx="2244">
                  <c:v>36</c:v>
                </c:pt>
                <c:pt idx="2245">
                  <c:v>36.049999999999997</c:v>
                </c:pt>
                <c:pt idx="2246">
                  <c:v>36.049999999999997</c:v>
                </c:pt>
                <c:pt idx="2247">
                  <c:v>36.049999999999997</c:v>
                </c:pt>
                <c:pt idx="2248">
                  <c:v>36.049999999999997</c:v>
                </c:pt>
                <c:pt idx="2249">
                  <c:v>36.049999999999997</c:v>
                </c:pt>
                <c:pt idx="2250">
                  <c:v>36.049999999999997</c:v>
                </c:pt>
                <c:pt idx="2251">
                  <c:v>36.049999999999997</c:v>
                </c:pt>
                <c:pt idx="2252">
                  <c:v>36.049999999999997</c:v>
                </c:pt>
                <c:pt idx="2253">
                  <c:v>36.049999999999997</c:v>
                </c:pt>
                <c:pt idx="2254">
                  <c:v>36.049999999999997</c:v>
                </c:pt>
                <c:pt idx="2255">
                  <c:v>36.049999999999997</c:v>
                </c:pt>
                <c:pt idx="2256">
                  <c:v>36.1</c:v>
                </c:pt>
                <c:pt idx="2257">
                  <c:v>36.1</c:v>
                </c:pt>
                <c:pt idx="2258">
                  <c:v>36.1</c:v>
                </c:pt>
                <c:pt idx="2259">
                  <c:v>36.1</c:v>
                </c:pt>
                <c:pt idx="2260">
                  <c:v>36.1</c:v>
                </c:pt>
                <c:pt idx="2261">
                  <c:v>36.1</c:v>
                </c:pt>
                <c:pt idx="2262">
                  <c:v>36.1</c:v>
                </c:pt>
                <c:pt idx="2263">
                  <c:v>36.15</c:v>
                </c:pt>
                <c:pt idx="2264">
                  <c:v>36.15</c:v>
                </c:pt>
                <c:pt idx="2265">
                  <c:v>36.15</c:v>
                </c:pt>
                <c:pt idx="2266">
                  <c:v>36.15</c:v>
                </c:pt>
                <c:pt idx="2267">
                  <c:v>36.15</c:v>
                </c:pt>
                <c:pt idx="2268">
                  <c:v>36.15</c:v>
                </c:pt>
                <c:pt idx="2269">
                  <c:v>36.15</c:v>
                </c:pt>
                <c:pt idx="2270">
                  <c:v>36.200000000000003</c:v>
                </c:pt>
                <c:pt idx="2271">
                  <c:v>36.200000000000003</c:v>
                </c:pt>
                <c:pt idx="2272">
                  <c:v>36.200000000000003</c:v>
                </c:pt>
                <c:pt idx="2273">
                  <c:v>36.200000000000003</c:v>
                </c:pt>
                <c:pt idx="2274">
                  <c:v>36.200000000000003</c:v>
                </c:pt>
                <c:pt idx="2275">
                  <c:v>36.200000000000003</c:v>
                </c:pt>
                <c:pt idx="2276">
                  <c:v>36.200000000000003</c:v>
                </c:pt>
                <c:pt idx="2277">
                  <c:v>36.200000000000003</c:v>
                </c:pt>
                <c:pt idx="2278">
                  <c:v>36.200000000000003</c:v>
                </c:pt>
                <c:pt idx="2279">
                  <c:v>36.25</c:v>
                </c:pt>
                <c:pt idx="2280">
                  <c:v>36.25</c:v>
                </c:pt>
                <c:pt idx="2281">
                  <c:v>36.25</c:v>
                </c:pt>
                <c:pt idx="2282">
                  <c:v>36.25</c:v>
                </c:pt>
                <c:pt idx="2283">
                  <c:v>36.25</c:v>
                </c:pt>
                <c:pt idx="2284">
                  <c:v>36.25</c:v>
                </c:pt>
                <c:pt idx="2285">
                  <c:v>36.25</c:v>
                </c:pt>
                <c:pt idx="2286">
                  <c:v>36.25</c:v>
                </c:pt>
                <c:pt idx="2287">
                  <c:v>36.25</c:v>
                </c:pt>
                <c:pt idx="2288">
                  <c:v>36.25</c:v>
                </c:pt>
                <c:pt idx="2289">
                  <c:v>36.25</c:v>
                </c:pt>
                <c:pt idx="2290">
                  <c:v>36.299999999999997</c:v>
                </c:pt>
                <c:pt idx="2291">
                  <c:v>36.299999999999997</c:v>
                </c:pt>
                <c:pt idx="2292">
                  <c:v>36.299999999999997</c:v>
                </c:pt>
                <c:pt idx="2293">
                  <c:v>36.299999999999997</c:v>
                </c:pt>
                <c:pt idx="2294">
                  <c:v>36.299999999999997</c:v>
                </c:pt>
                <c:pt idx="2295">
                  <c:v>36.299999999999997</c:v>
                </c:pt>
                <c:pt idx="2296">
                  <c:v>36.299999999999997</c:v>
                </c:pt>
                <c:pt idx="2297">
                  <c:v>36.299999999999997</c:v>
                </c:pt>
                <c:pt idx="2298">
                  <c:v>36.35</c:v>
                </c:pt>
                <c:pt idx="2299">
                  <c:v>36.35</c:v>
                </c:pt>
                <c:pt idx="2300">
                  <c:v>36.35</c:v>
                </c:pt>
                <c:pt idx="2301">
                  <c:v>36.35</c:v>
                </c:pt>
                <c:pt idx="2302">
                  <c:v>36.35</c:v>
                </c:pt>
                <c:pt idx="2303">
                  <c:v>36.35</c:v>
                </c:pt>
                <c:pt idx="2304">
                  <c:v>36.35</c:v>
                </c:pt>
                <c:pt idx="2305">
                  <c:v>36.4</c:v>
                </c:pt>
                <c:pt idx="2306">
                  <c:v>36.4</c:v>
                </c:pt>
                <c:pt idx="2307">
                  <c:v>36.4</c:v>
                </c:pt>
                <c:pt idx="2308">
                  <c:v>36.4</c:v>
                </c:pt>
                <c:pt idx="2309">
                  <c:v>36.4</c:v>
                </c:pt>
                <c:pt idx="2310">
                  <c:v>36.4</c:v>
                </c:pt>
                <c:pt idx="2311">
                  <c:v>36.4</c:v>
                </c:pt>
                <c:pt idx="2312">
                  <c:v>36.4</c:v>
                </c:pt>
                <c:pt idx="2313">
                  <c:v>36.4</c:v>
                </c:pt>
                <c:pt idx="2314">
                  <c:v>36.450000000000003</c:v>
                </c:pt>
                <c:pt idx="2315">
                  <c:v>36.450000000000003</c:v>
                </c:pt>
                <c:pt idx="2316">
                  <c:v>36.450000000000003</c:v>
                </c:pt>
                <c:pt idx="2317">
                  <c:v>36.450000000000003</c:v>
                </c:pt>
                <c:pt idx="2318">
                  <c:v>36.450000000000003</c:v>
                </c:pt>
                <c:pt idx="2319">
                  <c:v>36.450000000000003</c:v>
                </c:pt>
                <c:pt idx="2320">
                  <c:v>36.450000000000003</c:v>
                </c:pt>
                <c:pt idx="2321">
                  <c:v>36.450000000000003</c:v>
                </c:pt>
                <c:pt idx="2322">
                  <c:v>36.5</c:v>
                </c:pt>
                <c:pt idx="2323">
                  <c:v>36.5</c:v>
                </c:pt>
                <c:pt idx="2324">
                  <c:v>36.5</c:v>
                </c:pt>
                <c:pt idx="2325">
                  <c:v>36.5</c:v>
                </c:pt>
                <c:pt idx="2326">
                  <c:v>36.5</c:v>
                </c:pt>
                <c:pt idx="2327">
                  <c:v>36.5</c:v>
                </c:pt>
                <c:pt idx="2328">
                  <c:v>36.5</c:v>
                </c:pt>
                <c:pt idx="2329">
                  <c:v>36.5</c:v>
                </c:pt>
                <c:pt idx="2330">
                  <c:v>36.549999999999997</c:v>
                </c:pt>
                <c:pt idx="2331">
                  <c:v>36.549999999999997</c:v>
                </c:pt>
                <c:pt idx="2332">
                  <c:v>36.549999999999997</c:v>
                </c:pt>
                <c:pt idx="2333">
                  <c:v>36.549999999999997</c:v>
                </c:pt>
                <c:pt idx="2334">
                  <c:v>36.549999999999997</c:v>
                </c:pt>
                <c:pt idx="2335">
                  <c:v>36.549999999999997</c:v>
                </c:pt>
                <c:pt idx="2336">
                  <c:v>36.549999999999997</c:v>
                </c:pt>
                <c:pt idx="2337">
                  <c:v>36.549999999999997</c:v>
                </c:pt>
                <c:pt idx="2338">
                  <c:v>36.549999999999997</c:v>
                </c:pt>
                <c:pt idx="2339">
                  <c:v>36.549999999999997</c:v>
                </c:pt>
                <c:pt idx="2340">
                  <c:v>36.6</c:v>
                </c:pt>
                <c:pt idx="2341">
                  <c:v>36.6</c:v>
                </c:pt>
                <c:pt idx="2342">
                  <c:v>36.6</c:v>
                </c:pt>
                <c:pt idx="2343">
                  <c:v>36.6</c:v>
                </c:pt>
                <c:pt idx="2344">
                  <c:v>36.6</c:v>
                </c:pt>
                <c:pt idx="2345">
                  <c:v>36.6</c:v>
                </c:pt>
                <c:pt idx="2346">
                  <c:v>36.6</c:v>
                </c:pt>
                <c:pt idx="2347">
                  <c:v>36.6</c:v>
                </c:pt>
                <c:pt idx="2348">
                  <c:v>36.65</c:v>
                </c:pt>
                <c:pt idx="2349">
                  <c:v>36.65</c:v>
                </c:pt>
                <c:pt idx="2350">
                  <c:v>36.65</c:v>
                </c:pt>
                <c:pt idx="2351">
                  <c:v>36.65</c:v>
                </c:pt>
                <c:pt idx="2352">
                  <c:v>36.65</c:v>
                </c:pt>
                <c:pt idx="2353">
                  <c:v>36.65</c:v>
                </c:pt>
                <c:pt idx="2354">
                  <c:v>36.65</c:v>
                </c:pt>
                <c:pt idx="2355">
                  <c:v>36.65</c:v>
                </c:pt>
                <c:pt idx="2356">
                  <c:v>36.65</c:v>
                </c:pt>
                <c:pt idx="2357">
                  <c:v>36.65</c:v>
                </c:pt>
                <c:pt idx="2358">
                  <c:v>36.700000000000003</c:v>
                </c:pt>
                <c:pt idx="2359">
                  <c:v>36.700000000000003</c:v>
                </c:pt>
                <c:pt idx="2360">
                  <c:v>36.700000000000003</c:v>
                </c:pt>
                <c:pt idx="2361">
                  <c:v>36.700000000000003</c:v>
                </c:pt>
                <c:pt idx="2362">
                  <c:v>36.700000000000003</c:v>
                </c:pt>
                <c:pt idx="2363">
                  <c:v>36.700000000000003</c:v>
                </c:pt>
                <c:pt idx="2364">
                  <c:v>36.700000000000003</c:v>
                </c:pt>
                <c:pt idx="2365">
                  <c:v>36.700000000000003</c:v>
                </c:pt>
                <c:pt idx="2366">
                  <c:v>36.75</c:v>
                </c:pt>
                <c:pt idx="2367">
                  <c:v>36.75</c:v>
                </c:pt>
                <c:pt idx="2368">
                  <c:v>36.75</c:v>
                </c:pt>
                <c:pt idx="2369">
                  <c:v>36.75</c:v>
                </c:pt>
                <c:pt idx="2370">
                  <c:v>36.75</c:v>
                </c:pt>
                <c:pt idx="2371">
                  <c:v>36.75</c:v>
                </c:pt>
                <c:pt idx="2372">
                  <c:v>36.75</c:v>
                </c:pt>
                <c:pt idx="2373">
                  <c:v>36.75</c:v>
                </c:pt>
                <c:pt idx="2374">
                  <c:v>36.75</c:v>
                </c:pt>
                <c:pt idx="2375">
                  <c:v>36.799999999999997</c:v>
                </c:pt>
                <c:pt idx="2376">
                  <c:v>36.799999999999997</c:v>
                </c:pt>
                <c:pt idx="2377">
                  <c:v>36.799999999999997</c:v>
                </c:pt>
                <c:pt idx="2378">
                  <c:v>36.799999999999997</c:v>
                </c:pt>
                <c:pt idx="2379">
                  <c:v>36.799999999999997</c:v>
                </c:pt>
                <c:pt idx="2380">
                  <c:v>36.799999999999997</c:v>
                </c:pt>
                <c:pt idx="2381">
                  <c:v>36.799999999999997</c:v>
                </c:pt>
                <c:pt idx="2382">
                  <c:v>36.799999999999997</c:v>
                </c:pt>
                <c:pt idx="2383">
                  <c:v>36.85</c:v>
                </c:pt>
                <c:pt idx="2384">
                  <c:v>36.85</c:v>
                </c:pt>
                <c:pt idx="2385">
                  <c:v>36.85</c:v>
                </c:pt>
                <c:pt idx="2386">
                  <c:v>36.85</c:v>
                </c:pt>
                <c:pt idx="2387">
                  <c:v>36.85</c:v>
                </c:pt>
                <c:pt idx="2388">
                  <c:v>36.85</c:v>
                </c:pt>
                <c:pt idx="2389">
                  <c:v>36.85</c:v>
                </c:pt>
                <c:pt idx="2390">
                  <c:v>36.85</c:v>
                </c:pt>
                <c:pt idx="2391">
                  <c:v>36.85</c:v>
                </c:pt>
                <c:pt idx="2392">
                  <c:v>36.85</c:v>
                </c:pt>
                <c:pt idx="2393">
                  <c:v>36.85</c:v>
                </c:pt>
                <c:pt idx="2394">
                  <c:v>36.9</c:v>
                </c:pt>
                <c:pt idx="2395">
                  <c:v>36.9</c:v>
                </c:pt>
                <c:pt idx="2396">
                  <c:v>36.9</c:v>
                </c:pt>
                <c:pt idx="2397">
                  <c:v>36.9</c:v>
                </c:pt>
                <c:pt idx="2398">
                  <c:v>36.9</c:v>
                </c:pt>
                <c:pt idx="2399">
                  <c:v>36.9</c:v>
                </c:pt>
                <c:pt idx="2400">
                  <c:v>36.9</c:v>
                </c:pt>
                <c:pt idx="2401">
                  <c:v>36.950000000000003</c:v>
                </c:pt>
                <c:pt idx="2402">
                  <c:v>36.950000000000003</c:v>
                </c:pt>
                <c:pt idx="2403">
                  <c:v>36.950000000000003</c:v>
                </c:pt>
                <c:pt idx="2404">
                  <c:v>36.950000000000003</c:v>
                </c:pt>
                <c:pt idx="2405">
                  <c:v>36.950000000000003</c:v>
                </c:pt>
                <c:pt idx="2406">
                  <c:v>36.950000000000003</c:v>
                </c:pt>
                <c:pt idx="2407">
                  <c:v>36.950000000000003</c:v>
                </c:pt>
                <c:pt idx="2408">
                  <c:v>36.950000000000003</c:v>
                </c:pt>
                <c:pt idx="2409">
                  <c:v>36.950000000000003</c:v>
                </c:pt>
                <c:pt idx="2410">
                  <c:v>36.950000000000003</c:v>
                </c:pt>
                <c:pt idx="2411">
                  <c:v>36.950000000000003</c:v>
                </c:pt>
                <c:pt idx="2412">
                  <c:v>36.950000000000003</c:v>
                </c:pt>
                <c:pt idx="2413">
                  <c:v>37</c:v>
                </c:pt>
                <c:pt idx="2414">
                  <c:v>36.950000000000003</c:v>
                </c:pt>
                <c:pt idx="2415">
                  <c:v>37</c:v>
                </c:pt>
                <c:pt idx="2416">
                  <c:v>37</c:v>
                </c:pt>
                <c:pt idx="2417">
                  <c:v>37</c:v>
                </c:pt>
                <c:pt idx="2418">
                  <c:v>37</c:v>
                </c:pt>
                <c:pt idx="2419">
                  <c:v>37</c:v>
                </c:pt>
                <c:pt idx="2420">
                  <c:v>37</c:v>
                </c:pt>
                <c:pt idx="2421">
                  <c:v>37</c:v>
                </c:pt>
                <c:pt idx="2422">
                  <c:v>37</c:v>
                </c:pt>
                <c:pt idx="2423">
                  <c:v>37.049999999999997</c:v>
                </c:pt>
                <c:pt idx="2424">
                  <c:v>37.049999999999997</c:v>
                </c:pt>
                <c:pt idx="2425">
                  <c:v>37.049999999999997</c:v>
                </c:pt>
                <c:pt idx="2426">
                  <c:v>37.049999999999997</c:v>
                </c:pt>
                <c:pt idx="2427">
                  <c:v>37.049999999999997</c:v>
                </c:pt>
                <c:pt idx="2428">
                  <c:v>37.049999999999997</c:v>
                </c:pt>
                <c:pt idx="2429">
                  <c:v>37.049999999999997</c:v>
                </c:pt>
                <c:pt idx="2430">
                  <c:v>37.049999999999997</c:v>
                </c:pt>
                <c:pt idx="2431">
                  <c:v>37.1</c:v>
                </c:pt>
                <c:pt idx="2432">
                  <c:v>37.1</c:v>
                </c:pt>
                <c:pt idx="2433">
                  <c:v>37.1</c:v>
                </c:pt>
                <c:pt idx="2434">
                  <c:v>37.1</c:v>
                </c:pt>
                <c:pt idx="2435">
                  <c:v>37.1</c:v>
                </c:pt>
                <c:pt idx="2436">
                  <c:v>37.1</c:v>
                </c:pt>
                <c:pt idx="2437">
                  <c:v>37.1</c:v>
                </c:pt>
                <c:pt idx="2438">
                  <c:v>37.1</c:v>
                </c:pt>
                <c:pt idx="2439">
                  <c:v>37.15</c:v>
                </c:pt>
                <c:pt idx="2440">
                  <c:v>37.15</c:v>
                </c:pt>
                <c:pt idx="2441">
                  <c:v>37.15</c:v>
                </c:pt>
                <c:pt idx="2442">
                  <c:v>37.15</c:v>
                </c:pt>
                <c:pt idx="2443">
                  <c:v>37.15</c:v>
                </c:pt>
                <c:pt idx="2444">
                  <c:v>37.15</c:v>
                </c:pt>
                <c:pt idx="2445">
                  <c:v>37.15</c:v>
                </c:pt>
                <c:pt idx="2446">
                  <c:v>37.15</c:v>
                </c:pt>
                <c:pt idx="2447">
                  <c:v>37.15</c:v>
                </c:pt>
                <c:pt idx="2448">
                  <c:v>37.15</c:v>
                </c:pt>
                <c:pt idx="2449">
                  <c:v>37.200000000000003</c:v>
                </c:pt>
                <c:pt idx="2450">
                  <c:v>37.200000000000003</c:v>
                </c:pt>
                <c:pt idx="2451">
                  <c:v>37.200000000000003</c:v>
                </c:pt>
                <c:pt idx="2452">
                  <c:v>37.200000000000003</c:v>
                </c:pt>
                <c:pt idx="2453">
                  <c:v>37.200000000000003</c:v>
                </c:pt>
                <c:pt idx="2454">
                  <c:v>37.200000000000003</c:v>
                </c:pt>
                <c:pt idx="2455">
                  <c:v>37.200000000000003</c:v>
                </c:pt>
                <c:pt idx="2456">
                  <c:v>37.200000000000003</c:v>
                </c:pt>
                <c:pt idx="2457">
                  <c:v>37.25</c:v>
                </c:pt>
                <c:pt idx="2458">
                  <c:v>37.25</c:v>
                </c:pt>
                <c:pt idx="2459">
                  <c:v>37.25</c:v>
                </c:pt>
                <c:pt idx="2460">
                  <c:v>37.25</c:v>
                </c:pt>
                <c:pt idx="2461">
                  <c:v>37.25</c:v>
                </c:pt>
                <c:pt idx="2462">
                  <c:v>37.25</c:v>
                </c:pt>
                <c:pt idx="2463">
                  <c:v>37.25</c:v>
                </c:pt>
                <c:pt idx="2464">
                  <c:v>37.25</c:v>
                </c:pt>
                <c:pt idx="2465">
                  <c:v>37.299999999999997</c:v>
                </c:pt>
                <c:pt idx="2466">
                  <c:v>37.299999999999997</c:v>
                </c:pt>
                <c:pt idx="2467">
                  <c:v>37.299999999999997</c:v>
                </c:pt>
                <c:pt idx="2468">
                  <c:v>37.299999999999997</c:v>
                </c:pt>
                <c:pt idx="2469">
                  <c:v>37.299999999999997</c:v>
                </c:pt>
                <c:pt idx="2470">
                  <c:v>37.299999999999997</c:v>
                </c:pt>
                <c:pt idx="2471">
                  <c:v>37.299999999999997</c:v>
                </c:pt>
                <c:pt idx="2472">
                  <c:v>37.299999999999997</c:v>
                </c:pt>
                <c:pt idx="2473">
                  <c:v>37.299999999999997</c:v>
                </c:pt>
                <c:pt idx="2474">
                  <c:v>37.299999999999997</c:v>
                </c:pt>
                <c:pt idx="2475">
                  <c:v>37.35</c:v>
                </c:pt>
                <c:pt idx="2476">
                  <c:v>37.35</c:v>
                </c:pt>
                <c:pt idx="2477">
                  <c:v>37.35</c:v>
                </c:pt>
                <c:pt idx="2478">
                  <c:v>37.35</c:v>
                </c:pt>
                <c:pt idx="2479">
                  <c:v>37.35</c:v>
                </c:pt>
                <c:pt idx="2480">
                  <c:v>37.35</c:v>
                </c:pt>
                <c:pt idx="2481">
                  <c:v>37.35</c:v>
                </c:pt>
                <c:pt idx="2482">
                  <c:v>37.35</c:v>
                </c:pt>
                <c:pt idx="2483">
                  <c:v>37.4</c:v>
                </c:pt>
                <c:pt idx="2484">
                  <c:v>37.4</c:v>
                </c:pt>
                <c:pt idx="2485">
                  <c:v>37.4</c:v>
                </c:pt>
                <c:pt idx="2486">
                  <c:v>37.4</c:v>
                </c:pt>
                <c:pt idx="2487">
                  <c:v>37.4</c:v>
                </c:pt>
                <c:pt idx="2488">
                  <c:v>37.4</c:v>
                </c:pt>
                <c:pt idx="2489">
                  <c:v>37.4</c:v>
                </c:pt>
                <c:pt idx="2490">
                  <c:v>37.4</c:v>
                </c:pt>
                <c:pt idx="2491">
                  <c:v>37.4</c:v>
                </c:pt>
                <c:pt idx="2492">
                  <c:v>37.450000000000003</c:v>
                </c:pt>
                <c:pt idx="2493">
                  <c:v>37.450000000000003</c:v>
                </c:pt>
                <c:pt idx="2494">
                  <c:v>37.450000000000003</c:v>
                </c:pt>
                <c:pt idx="2495">
                  <c:v>37.450000000000003</c:v>
                </c:pt>
                <c:pt idx="2496">
                  <c:v>37.450000000000003</c:v>
                </c:pt>
                <c:pt idx="2497">
                  <c:v>37.450000000000003</c:v>
                </c:pt>
                <c:pt idx="2498">
                  <c:v>37.450000000000003</c:v>
                </c:pt>
                <c:pt idx="2499">
                  <c:v>37.450000000000003</c:v>
                </c:pt>
                <c:pt idx="2500">
                  <c:v>37.5</c:v>
                </c:pt>
                <c:pt idx="2501">
                  <c:v>37.5</c:v>
                </c:pt>
                <c:pt idx="2502">
                  <c:v>37.5</c:v>
                </c:pt>
                <c:pt idx="2503">
                  <c:v>37.5</c:v>
                </c:pt>
                <c:pt idx="2504">
                  <c:v>37.5</c:v>
                </c:pt>
                <c:pt idx="2505">
                  <c:v>37.5</c:v>
                </c:pt>
                <c:pt idx="2506">
                  <c:v>37.5</c:v>
                </c:pt>
                <c:pt idx="2507">
                  <c:v>37.5</c:v>
                </c:pt>
                <c:pt idx="2508">
                  <c:v>37.5</c:v>
                </c:pt>
                <c:pt idx="2509">
                  <c:v>37.549999999999997</c:v>
                </c:pt>
                <c:pt idx="2510">
                  <c:v>37.549999999999997</c:v>
                </c:pt>
                <c:pt idx="2511">
                  <c:v>37.549999999999997</c:v>
                </c:pt>
                <c:pt idx="2512">
                  <c:v>37.549999999999997</c:v>
                </c:pt>
                <c:pt idx="2513">
                  <c:v>37.549999999999997</c:v>
                </c:pt>
                <c:pt idx="2514">
                  <c:v>37.549999999999997</c:v>
                </c:pt>
                <c:pt idx="2515">
                  <c:v>37.549999999999997</c:v>
                </c:pt>
                <c:pt idx="2516">
                  <c:v>37.549999999999997</c:v>
                </c:pt>
                <c:pt idx="2517">
                  <c:v>37.6</c:v>
                </c:pt>
                <c:pt idx="2518">
                  <c:v>37.6</c:v>
                </c:pt>
                <c:pt idx="2519">
                  <c:v>37.6</c:v>
                </c:pt>
                <c:pt idx="2520">
                  <c:v>37.6</c:v>
                </c:pt>
                <c:pt idx="2521">
                  <c:v>37.6</c:v>
                </c:pt>
                <c:pt idx="2522">
                  <c:v>37.6</c:v>
                </c:pt>
                <c:pt idx="2523">
                  <c:v>37.6</c:v>
                </c:pt>
                <c:pt idx="2524">
                  <c:v>37.6</c:v>
                </c:pt>
                <c:pt idx="2525">
                  <c:v>37.6</c:v>
                </c:pt>
                <c:pt idx="2526">
                  <c:v>37.6</c:v>
                </c:pt>
                <c:pt idx="2527">
                  <c:v>37.65</c:v>
                </c:pt>
                <c:pt idx="2528">
                  <c:v>37.65</c:v>
                </c:pt>
                <c:pt idx="2529">
                  <c:v>37.65</c:v>
                </c:pt>
                <c:pt idx="2530">
                  <c:v>37.65</c:v>
                </c:pt>
                <c:pt idx="2531">
                  <c:v>37.65</c:v>
                </c:pt>
                <c:pt idx="2532">
                  <c:v>37.65</c:v>
                </c:pt>
                <c:pt idx="2533">
                  <c:v>37.65</c:v>
                </c:pt>
                <c:pt idx="2534">
                  <c:v>37.65</c:v>
                </c:pt>
                <c:pt idx="2535">
                  <c:v>37.65</c:v>
                </c:pt>
                <c:pt idx="2536">
                  <c:v>37.700000000000003</c:v>
                </c:pt>
                <c:pt idx="2537">
                  <c:v>37.700000000000003</c:v>
                </c:pt>
                <c:pt idx="2538">
                  <c:v>37.700000000000003</c:v>
                </c:pt>
                <c:pt idx="2539">
                  <c:v>37.700000000000003</c:v>
                </c:pt>
                <c:pt idx="2540">
                  <c:v>37.700000000000003</c:v>
                </c:pt>
                <c:pt idx="2541">
                  <c:v>37.700000000000003</c:v>
                </c:pt>
                <c:pt idx="2542">
                  <c:v>37.700000000000003</c:v>
                </c:pt>
                <c:pt idx="2543">
                  <c:v>37.75</c:v>
                </c:pt>
                <c:pt idx="2544">
                  <c:v>37.75</c:v>
                </c:pt>
                <c:pt idx="2545">
                  <c:v>37.75</c:v>
                </c:pt>
                <c:pt idx="2546">
                  <c:v>37.75</c:v>
                </c:pt>
                <c:pt idx="2547">
                  <c:v>37.75</c:v>
                </c:pt>
                <c:pt idx="2548">
                  <c:v>37.75</c:v>
                </c:pt>
                <c:pt idx="2549">
                  <c:v>37.799999999999997</c:v>
                </c:pt>
                <c:pt idx="2550">
                  <c:v>37.799999999999997</c:v>
                </c:pt>
                <c:pt idx="2551">
                  <c:v>37.799999999999997</c:v>
                </c:pt>
                <c:pt idx="2552">
                  <c:v>37.799999999999997</c:v>
                </c:pt>
                <c:pt idx="2553">
                  <c:v>37.799999999999997</c:v>
                </c:pt>
                <c:pt idx="2554">
                  <c:v>37.799999999999997</c:v>
                </c:pt>
                <c:pt idx="2555">
                  <c:v>37.799999999999997</c:v>
                </c:pt>
                <c:pt idx="2556">
                  <c:v>37.799999999999997</c:v>
                </c:pt>
                <c:pt idx="2557">
                  <c:v>37.799999999999997</c:v>
                </c:pt>
                <c:pt idx="2558">
                  <c:v>37.85</c:v>
                </c:pt>
                <c:pt idx="2559">
                  <c:v>37.85</c:v>
                </c:pt>
                <c:pt idx="2560">
                  <c:v>37.85</c:v>
                </c:pt>
                <c:pt idx="2561">
                  <c:v>37.85</c:v>
                </c:pt>
                <c:pt idx="2562">
                  <c:v>37.85</c:v>
                </c:pt>
                <c:pt idx="2563">
                  <c:v>37.85</c:v>
                </c:pt>
                <c:pt idx="2564">
                  <c:v>37.85</c:v>
                </c:pt>
                <c:pt idx="2565">
                  <c:v>37.85</c:v>
                </c:pt>
                <c:pt idx="2566">
                  <c:v>37.85</c:v>
                </c:pt>
                <c:pt idx="2567">
                  <c:v>37.9</c:v>
                </c:pt>
                <c:pt idx="2568">
                  <c:v>37.9</c:v>
                </c:pt>
                <c:pt idx="2569">
                  <c:v>37.9</c:v>
                </c:pt>
                <c:pt idx="2570">
                  <c:v>37.9</c:v>
                </c:pt>
                <c:pt idx="2571">
                  <c:v>37.9</c:v>
                </c:pt>
                <c:pt idx="2572">
                  <c:v>37.9</c:v>
                </c:pt>
                <c:pt idx="2573">
                  <c:v>37.9</c:v>
                </c:pt>
                <c:pt idx="2574">
                  <c:v>37.9</c:v>
                </c:pt>
                <c:pt idx="2575">
                  <c:v>37.9</c:v>
                </c:pt>
                <c:pt idx="2576">
                  <c:v>37.9</c:v>
                </c:pt>
                <c:pt idx="2577">
                  <c:v>37.9</c:v>
                </c:pt>
                <c:pt idx="2578">
                  <c:v>37.9</c:v>
                </c:pt>
                <c:pt idx="2579">
                  <c:v>37.9</c:v>
                </c:pt>
                <c:pt idx="2580">
                  <c:v>37.9</c:v>
                </c:pt>
                <c:pt idx="2581">
                  <c:v>37.9</c:v>
                </c:pt>
                <c:pt idx="2582">
                  <c:v>37.9</c:v>
                </c:pt>
                <c:pt idx="2583">
                  <c:v>37.9</c:v>
                </c:pt>
                <c:pt idx="2584">
                  <c:v>37.950000000000003</c:v>
                </c:pt>
                <c:pt idx="2585">
                  <c:v>37.950000000000003</c:v>
                </c:pt>
                <c:pt idx="2586">
                  <c:v>37.950000000000003</c:v>
                </c:pt>
                <c:pt idx="2587">
                  <c:v>37.950000000000003</c:v>
                </c:pt>
                <c:pt idx="2588">
                  <c:v>37.950000000000003</c:v>
                </c:pt>
                <c:pt idx="2589">
                  <c:v>37.950000000000003</c:v>
                </c:pt>
                <c:pt idx="2590">
                  <c:v>37.950000000000003</c:v>
                </c:pt>
                <c:pt idx="2591">
                  <c:v>37.950000000000003</c:v>
                </c:pt>
                <c:pt idx="2592">
                  <c:v>38</c:v>
                </c:pt>
                <c:pt idx="2593">
                  <c:v>38</c:v>
                </c:pt>
                <c:pt idx="2594">
                  <c:v>38</c:v>
                </c:pt>
                <c:pt idx="2595">
                  <c:v>38</c:v>
                </c:pt>
                <c:pt idx="2596">
                  <c:v>38</c:v>
                </c:pt>
                <c:pt idx="2597">
                  <c:v>38</c:v>
                </c:pt>
                <c:pt idx="2598">
                  <c:v>38</c:v>
                </c:pt>
                <c:pt idx="2599">
                  <c:v>38</c:v>
                </c:pt>
                <c:pt idx="2600">
                  <c:v>38</c:v>
                </c:pt>
                <c:pt idx="2601">
                  <c:v>38.049999999999997</c:v>
                </c:pt>
                <c:pt idx="2602">
                  <c:v>38.049999999999997</c:v>
                </c:pt>
                <c:pt idx="2603">
                  <c:v>38.049999999999997</c:v>
                </c:pt>
                <c:pt idx="2604">
                  <c:v>38.049999999999997</c:v>
                </c:pt>
                <c:pt idx="2605">
                  <c:v>38.049999999999997</c:v>
                </c:pt>
                <c:pt idx="2606">
                  <c:v>38.049999999999997</c:v>
                </c:pt>
                <c:pt idx="2607">
                  <c:v>38.049999999999997</c:v>
                </c:pt>
                <c:pt idx="2608">
                  <c:v>38.049999999999997</c:v>
                </c:pt>
                <c:pt idx="2609">
                  <c:v>38.1</c:v>
                </c:pt>
                <c:pt idx="2610">
                  <c:v>38.049999999999997</c:v>
                </c:pt>
                <c:pt idx="2611">
                  <c:v>38.1</c:v>
                </c:pt>
                <c:pt idx="2612">
                  <c:v>38.1</c:v>
                </c:pt>
                <c:pt idx="2613">
                  <c:v>38.1</c:v>
                </c:pt>
                <c:pt idx="2614">
                  <c:v>38.1</c:v>
                </c:pt>
                <c:pt idx="2615">
                  <c:v>38.1</c:v>
                </c:pt>
                <c:pt idx="2616">
                  <c:v>38.1</c:v>
                </c:pt>
                <c:pt idx="2617">
                  <c:v>38.1</c:v>
                </c:pt>
                <c:pt idx="2618">
                  <c:v>38.1</c:v>
                </c:pt>
                <c:pt idx="2619">
                  <c:v>38.1</c:v>
                </c:pt>
                <c:pt idx="2620">
                  <c:v>38.15</c:v>
                </c:pt>
                <c:pt idx="2621">
                  <c:v>38.15</c:v>
                </c:pt>
                <c:pt idx="2622">
                  <c:v>38.15</c:v>
                </c:pt>
                <c:pt idx="2623">
                  <c:v>38.15</c:v>
                </c:pt>
                <c:pt idx="2624">
                  <c:v>38.15</c:v>
                </c:pt>
                <c:pt idx="2625">
                  <c:v>38.15</c:v>
                </c:pt>
                <c:pt idx="2626">
                  <c:v>38.15</c:v>
                </c:pt>
                <c:pt idx="2627">
                  <c:v>38.200000000000003</c:v>
                </c:pt>
                <c:pt idx="2628">
                  <c:v>38.200000000000003</c:v>
                </c:pt>
                <c:pt idx="2629">
                  <c:v>38.200000000000003</c:v>
                </c:pt>
                <c:pt idx="2630">
                  <c:v>38.200000000000003</c:v>
                </c:pt>
                <c:pt idx="2631">
                  <c:v>38.200000000000003</c:v>
                </c:pt>
                <c:pt idx="2632">
                  <c:v>38.200000000000003</c:v>
                </c:pt>
                <c:pt idx="2633">
                  <c:v>38.200000000000003</c:v>
                </c:pt>
                <c:pt idx="2634">
                  <c:v>38.200000000000003</c:v>
                </c:pt>
                <c:pt idx="2635">
                  <c:v>38.200000000000003</c:v>
                </c:pt>
                <c:pt idx="2636">
                  <c:v>38.200000000000003</c:v>
                </c:pt>
                <c:pt idx="2637">
                  <c:v>38.200000000000003</c:v>
                </c:pt>
                <c:pt idx="2638">
                  <c:v>38.25</c:v>
                </c:pt>
                <c:pt idx="2639">
                  <c:v>38.25</c:v>
                </c:pt>
                <c:pt idx="2640">
                  <c:v>38.25</c:v>
                </c:pt>
                <c:pt idx="2641">
                  <c:v>38.25</c:v>
                </c:pt>
                <c:pt idx="2642">
                  <c:v>38.25</c:v>
                </c:pt>
                <c:pt idx="2643">
                  <c:v>38.25</c:v>
                </c:pt>
                <c:pt idx="2644">
                  <c:v>38.25</c:v>
                </c:pt>
                <c:pt idx="2645">
                  <c:v>38.25</c:v>
                </c:pt>
                <c:pt idx="2646">
                  <c:v>38.299999999999997</c:v>
                </c:pt>
                <c:pt idx="2647">
                  <c:v>38.299999999999997</c:v>
                </c:pt>
                <c:pt idx="2648">
                  <c:v>38.299999999999997</c:v>
                </c:pt>
                <c:pt idx="2649">
                  <c:v>38.299999999999997</c:v>
                </c:pt>
                <c:pt idx="2650">
                  <c:v>38.299999999999997</c:v>
                </c:pt>
                <c:pt idx="2651">
                  <c:v>38.299999999999997</c:v>
                </c:pt>
                <c:pt idx="2652">
                  <c:v>38.299999999999997</c:v>
                </c:pt>
                <c:pt idx="2653">
                  <c:v>38.299999999999997</c:v>
                </c:pt>
                <c:pt idx="2654">
                  <c:v>38.299999999999997</c:v>
                </c:pt>
                <c:pt idx="2655">
                  <c:v>38.299999999999997</c:v>
                </c:pt>
                <c:pt idx="2656">
                  <c:v>38.299999999999997</c:v>
                </c:pt>
                <c:pt idx="2657">
                  <c:v>38.35</c:v>
                </c:pt>
                <c:pt idx="2658">
                  <c:v>38.35</c:v>
                </c:pt>
                <c:pt idx="2659">
                  <c:v>38.35</c:v>
                </c:pt>
                <c:pt idx="2660">
                  <c:v>38.35</c:v>
                </c:pt>
                <c:pt idx="2661">
                  <c:v>38.35</c:v>
                </c:pt>
                <c:pt idx="2662">
                  <c:v>38.35</c:v>
                </c:pt>
                <c:pt idx="2663">
                  <c:v>38.35</c:v>
                </c:pt>
                <c:pt idx="2664">
                  <c:v>38.35</c:v>
                </c:pt>
                <c:pt idx="2665">
                  <c:v>38.4</c:v>
                </c:pt>
                <c:pt idx="2666">
                  <c:v>38.4</c:v>
                </c:pt>
                <c:pt idx="2667">
                  <c:v>38.4</c:v>
                </c:pt>
                <c:pt idx="2668">
                  <c:v>38.4</c:v>
                </c:pt>
                <c:pt idx="2669">
                  <c:v>38.4</c:v>
                </c:pt>
                <c:pt idx="2670">
                  <c:v>38.4</c:v>
                </c:pt>
                <c:pt idx="2671">
                  <c:v>38.4</c:v>
                </c:pt>
                <c:pt idx="2672">
                  <c:v>38.4</c:v>
                </c:pt>
                <c:pt idx="2673">
                  <c:v>38.4</c:v>
                </c:pt>
                <c:pt idx="2674">
                  <c:v>38.450000000000003</c:v>
                </c:pt>
                <c:pt idx="2675">
                  <c:v>38.450000000000003</c:v>
                </c:pt>
                <c:pt idx="2676">
                  <c:v>38.450000000000003</c:v>
                </c:pt>
                <c:pt idx="2677">
                  <c:v>38.450000000000003</c:v>
                </c:pt>
                <c:pt idx="2678">
                  <c:v>38.450000000000003</c:v>
                </c:pt>
                <c:pt idx="2679">
                  <c:v>38.450000000000003</c:v>
                </c:pt>
                <c:pt idx="2680">
                  <c:v>38.450000000000003</c:v>
                </c:pt>
                <c:pt idx="2681">
                  <c:v>38.450000000000003</c:v>
                </c:pt>
                <c:pt idx="2682">
                  <c:v>38.450000000000003</c:v>
                </c:pt>
                <c:pt idx="2683">
                  <c:v>38.450000000000003</c:v>
                </c:pt>
                <c:pt idx="2684">
                  <c:v>38.5</c:v>
                </c:pt>
                <c:pt idx="2685">
                  <c:v>38.5</c:v>
                </c:pt>
                <c:pt idx="2686">
                  <c:v>38.5</c:v>
                </c:pt>
                <c:pt idx="2687">
                  <c:v>38.5</c:v>
                </c:pt>
                <c:pt idx="2688">
                  <c:v>38.5</c:v>
                </c:pt>
                <c:pt idx="2689">
                  <c:v>38.5</c:v>
                </c:pt>
                <c:pt idx="2690">
                  <c:v>38.5</c:v>
                </c:pt>
                <c:pt idx="2691">
                  <c:v>38.5</c:v>
                </c:pt>
                <c:pt idx="2692">
                  <c:v>38.549999999999997</c:v>
                </c:pt>
                <c:pt idx="2693">
                  <c:v>38.549999999999997</c:v>
                </c:pt>
                <c:pt idx="2694">
                  <c:v>38.549999999999997</c:v>
                </c:pt>
                <c:pt idx="2695">
                  <c:v>38.549999999999997</c:v>
                </c:pt>
                <c:pt idx="2696">
                  <c:v>38.549999999999997</c:v>
                </c:pt>
                <c:pt idx="2697">
                  <c:v>38.549999999999997</c:v>
                </c:pt>
                <c:pt idx="2698">
                  <c:v>38.549999999999997</c:v>
                </c:pt>
                <c:pt idx="2699">
                  <c:v>38.6</c:v>
                </c:pt>
                <c:pt idx="2700">
                  <c:v>38.6</c:v>
                </c:pt>
                <c:pt idx="2701">
                  <c:v>38.6</c:v>
                </c:pt>
                <c:pt idx="2702">
                  <c:v>38.6</c:v>
                </c:pt>
                <c:pt idx="2703">
                  <c:v>38.6</c:v>
                </c:pt>
                <c:pt idx="2704">
                  <c:v>38.6</c:v>
                </c:pt>
                <c:pt idx="2705">
                  <c:v>38.6</c:v>
                </c:pt>
                <c:pt idx="2706">
                  <c:v>38.6</c:v>
                </c:pt>
                <c:pt idx="2707">
                  <c:v>38.6</c:v>
                </c:pt>
                <c:pt idx="2708">
                  <c:v>38.6</c:v>
                </c:pt>
                <c:pt idx="2709">
                  <c:v>38.6</c:v>
                </c:pt>
                <c:pt idx="2710">
                  <c:v>38.6</c:v>
                </c:pt>
                <c:pt idx="2711">
                  <c:v>38.65</c:v>
                </c:pt>
                <c:pt idx="2712">
                  <c:v>38.65</c:v>
                </c:pt>
                <c:pt idx="2713">
                  <c:v>38.65</c:v>
                </c:pt>
                <c:pt idx="2714">
                  <c:v>38.65</c:v>
                </c:pt>
                <c:pt idx="2715">
                  <c:v>38.65</c:v>
                </c:pt>
                <c:pt idx="2716">
                  <c:v>38.65</c:v>
                </c:pt>
                <c:pt idx="2717">
                  <c:v>38.65</c:v>
                </c:pt>
                <c:pt idx="2718">
                  <c:v>38.65</c:v>
                </c:pt>
                <c:pt idx="2719">
                  <c:v>38.65</c:v>
                </c:pt>
                <c:pt idx="2720">
                  <c:v>38.65</c:v>
                </c:pt>
                <c:pt idx="2721">
                  <c:v>38.65</c:v>
                </c:pt>
                <c:pt idx="2722">
                  <c:v>38.700000000000003</c:v>
                </c:pt>
                <c:pt idx="2723">
                  <c:v>38.700000000000003</c:v>
                </c:pt>
                <c:pt idx="2724">
                  <c:v>38.700000000000003</c:v>
                </c:pt>
                <c:pt idx="2725">
                  <c:v>38.700000000000003</c:v>
                </c:pt>
                <c:pt idx="2726">
                  <c:v>38.700000000000003</c:v>
                </c:pt>
                <c:pt idx="2727">
                  <c:v>38.700000000000003</c:v>
                </c:pt>
                <c:pt idx="2728">
                  <c:v>38.700000000000003</c:v>
                </c:pt>
                <c:pt idx="2729">
                  <c:v>38.700000000000003</c:v>
                </c:pt>
                <c:pt idx="2730">
                  <c:v>38.700000000000003</c:v>
                </c:pt>
                <c:pt idx="2731">
                  <c:v>38.75</c:v>
                </c:pt>
                <c:pt idx="2732">
                  <c:v>38.75</c:v>
                </c:pt>
                <c:pt idx="2733">
                  <c:v>38.75</c:v>
                </c:pt>
                <c:pt idx="2734">
                  <c:v>38.75</c:v>
                </c:pt>
                <c:pt idx="2735">
                  <c:v>38.75</c:v>
                </c:pt>
                <c:pt idx="2736">
                  <c:v>38.75</c:v>
                </c:pt>
                <c:pt idx="2737">
                  <c:v>38.75</c:v>
                </c:pt>
                <c:pt idx="2738">
                  <c:v>38.75</c:v>
                </c:pt>
                <c:pt idx="2739">
                  <c:v>38.75</c:v>
                </c:pt>
                <c:pt idx="2740">
                  <c:v>38.75</c:v>
                </c:pt>
                <c:pt idx="2741">
                  <c:v>38.799999999999997</c:v>
                </c:pt>
                <c:pt idx="2742">
                  <c:v>38.799999999999997</c:v>
                </c:pt>
                <c:pt idx="2743">
                  <c:v>38.799999999999997</c:v>
                </c:pt>
                <c:pt idx="2744">
                  <c:v>38.799999999999997</c:v>
                </c:pt>
                <c:pt idx="2745">
                  <c:v>38.799999999999997</c:v>
                </c:pt>
                <c:pt idx="2746">
                  <c:v>38.799999999999997</c:v>
                </c:pt>
                <c:pt idx="2747">
                  <c:v>38.799999999999997</c:v>
                </c:pt>
                <c:pt idx="2748">
                  <c:v>38.799999999999997</c:v>
                </c:pt>
                <c:pt idx="2749">
                  <c:v>38.799999999999997</c:v>
                </c:pt>
                <c:pt idx="2750">
                  <c:v>38.799999999999997</c:v>
                </c:pt>
                <c:pt idx="2751">
                  <c:v>38.799999999999997</c:v>
                </c:pt>
                <c:pt idx="2752">
                  <c:v>38.799999999999997</c:v>
                </c:pt>
                <c:pt idx="2753">
                  <c:v>38.799999999999997</c:v>
                </c:pt>
                <c:pt idx="2754">
                  <c:v>38.799999999999997</c:v>
                </c:pt>
                <c:pt idx="2755">
                  <c:v>38.85</c:v>
                </c:pt>
                <c:pt idx="2756">
                  <c:v>38.85</c:v>
                </c:pt>
                <c:pt idx="2757">
                  <c:v>38.85</c:v>
                </c:pt>
                <c:pt idx="2758">
                  <c:v>38.85</c:v>
                </c:pt>
                <c:pt idx="2759">
                  <c:v>38.85</c:v>
                </c:pt>
                <c:pt idx="2760">
                  <c:v>38.85</c:v>
                </c:pt>
                <c:pt idx="2761">
                  <c:v>38.85</c:v>
                </c:pt>
                <c:pt idx="2762">
                  <c:v>38.85</c:v>
                </c:pt>
                <c:pt idx="2763">
                  <c:v>38.85</c:v>
                </c:pt>
                <c:pt idx="2764">
                  <c:v>38.85</c:v>
                </c:pt>
                <c:pt idx="2765">
                  <c:v>38.9</c:v>
                </c:pt>
                <c:pt idx="2766">
                  <c:v>38.9</c:v>
                </c:pt>
                <c:pt idx="2767">
                  <c:v>38.9</c:v>
                </c:pt>
                <c:pt idx="2768">
                  <c:v>38.9</c:v>
                </c:pt>
                <c:pt idx="2769">
                  <c:v>38.9</c:v>
                </c:pt>
                <c:pt idx="2770">
                  <c:v>38.9</c:v>
                </c:pt>
                <c:pt idx="2771">
                  <c:v>38.9</c:v>
                </c:pt>
                <c:pt idx="2772">
                  <c:v>38.9</c:v>
                </c:pt>
                <c:pt idx="2773">
                  <c:v>38.9</c:v>
                </c:pt>
                <c:pt idx="2774">
                  <c:v>38.9</c:v>
                </c:pt>
                <c:pt idx="2775">
                  <c:v>38.950000000000003</c:v>
                </c:pt>
                <c:pt idx="2776">
                  <c:v>38.950000000000003</c:v>
                </c:pt>
                <c:pt idx="2777">
                  <c:v>38.950000000000003</c:v>
                </c:pt>
                <c:pt idx="2778">
                  <c:v>38.950000000000003</c:v>
                </c:pt>
                <c:pt idx="2779">
                  <c:v>38.950000000000003</c:v>
                </c:pt>
                <c:pt idx="2780">
                  <c:v>38.950000000000003</c:v>
                </c:pt>
                <c:pt idx="2781">
                  <c:v>38.950000000000003</c:v>
                </c:pt>
                <c:pt idx="2782">
                  <c:v>38.950000000000003</c:v>
                </c:pt>
                <c:pt idx="2783">
                  <c:v>38.950000000000003</c:v>
                </c:pt>
                <c:pt idx="2784">
                  <c:v>39</c:v>
                </c:pt>
                <c:pt idx="2785">
                  <c:v>39</c:v>
                </c:pt>
                <c:pt idx="2786">
                  <c:v>39</c:v>
                </c:pt>
                <c:pt idx="2787">
                  <c:v>39</c:v>
                </c:pt>
                <c:pt idx="2788">
                  <c:v>39</c:v>
                </c:pt>
                <c:pt idx="2789">
                  <c:v>39</c:v>
                </c:pt>
                <c:pt idx="2790">
                  <c:v>39</c:v>
                </c:pt>
                <c:pt idx="2791">
                  <c:v>39</c:v>
                </c:pt>
                <c:pt idx="2792">
                  <c:v>39</c:v>
                </c:pt>
                <c:pt idx="2793">
                  <c:v>39</c:v>
                </c:pt>
                <c:pt idx="2794">
                  <c:v>39</c:v>
                </c:pt>
                <c:pt idx="2795">
                  <c:v>39.049999999999997</c:v>
                </c:pt>
                <c:pt idx="2796">
                  <c:v>39.049999999999997</c:v>
                </c:pt>
                <c:pt idx="2797">
                  <c:v>39.049999999999997</c:v>
                </c:pt>
                <c:pt idx="2798">
                  <c:v>39.049999999999997</c:v>
                </c:pt>
                <c:pt idx="2799">
                  <c:v>39.049999999999997</c:v>
                </c:pt>
                <c:pt idx="2800">
                  <c:v>39.049999999999997</c:v>
                </c:pt>
                <c:pt idx="2801">
                  <c:v>39.049999999999997</c:v>
                </c:pt>
                <c:pt idx="2802">
                  <c:v>39.049999999999997</c:v>
                </c:pt>
                <c:pt idx="2803">
                  <c:v>39.049999999999997</c:v>
                </c:pt>
                <c:pt idx="2804">
                  <c:v>39.049999999999997</c:v>
                </c:pt>
                <c:pt idx="2805">
                  <c:v>39.049999999999997</c:v>
                </c:pt>
                <c:pt idx="2806">
                  <c:v>39.1</c:v>
                </c:pt>
                <c:pt idx="2807">
                  <c:v>39.1</c:v>
                </c:pt>
                <c:pt idx="2808">
                  <c:v>39.1</c:v>
                </c:pt>
                <c:pt idx="2809">
                  <c:v>39.1</c:v>
                </c:pt>
                <c:pt idx="2810">
                  <c:v>39.1</c:v>
                </c:pt>
                <c:pt idx="2811">
                  <c:v>39.1</c:v>
                </c:pt>
                <c:pt idx="2812">
                  <c:v>39.1</c:v>
                </c:pt>
                <c:pt idx="2813">
                  <c:v>39.1</c:v>
                </c:pt>
                <c:pt idx="2814">
                  <c:v>39.1</c:v>
                </c:pt>
                <c:pt idx="2815">
                  <c:v>39.1</c:v>
                </c:pt>
                <c:pt idx="2816">
                  <c:v>39.15</c:v>
                </c:pt>
                <c:pt idx="2817">
                  <c:v>39.15</c:v>
                </c:pt>
                <c:pt idx="2818">
                  <c:v>39.15</c:v>
                </c:pt>
                <c:pt idx="2819">
                  <c:v>39.15</c:v>
                </c:pt>
                <c:pt idx="2820">
                  <c:v>39.15</c:v>
                </c:pt>
                <c:pt idx="2821">
                  <c:v>39.15</c:v>
                </c:pt>
                <c:pt idx="2822">
                  <c:v>39.15</c:v>
                </c:pt>
                <c:pt idx="2823">
                  <c:v>39.15</c:v>
                </c:pt>
                <c:pt idx="2824">
                  <c:v>39.200000000000003</c:v>
                </c:pt>
                <c:pt idx="2825">
                  <c:v>39.200000000000003</c:v>
                </c:pt>
                <c:pt idx="2826">
                  <c:v>39.200000000000003</c:v>
                </c:pt>
                <c:pt idx="2827">
                  <c:v>39.200000000000003</c:v>
                </c:pt>
                <c:pt idx="2828">
                  <c:v>39.200000000000003</c:v>
                </c:pt>
                <c:pt idx="2829">
                  <c:v>39.200000000000003</c:v>
                </c:pt>
                <c:pt idx="2830">
                  <c:v>39.200000000000003</c:v>
                </c:pt>
                <c:pt idx="2831">
                  <c:v>39.200000000000003</c:v>
                </c:pt>
                <c:pt idx="2832">
                  <c:v>39.200000000000003</c:v>
                </c:pt>
                <c:pt idx="2833">
                  <c:v>39.200000000000003</c:v>
                </c:pt>
                <c:pt idx="2834">
                  <c:v>39.200000000000003</c:v>
                </c:pt>
                <c:pt idx="2835">
                  <c:v>39.200000000000003</c:v>
                </c:pt>
                <c:pt idx="2836">
                  <c:v>39.25</c:v>
                </c:pt>
                <c:pt idx="2837">
                  <c:v>39.25</c:v>
                </c:pt>
                <c:pt idx="2838">
                  <c:v>39.25</c:v>
                </c:pt>
                <c:pt idx="2839">
                  <c:v>39.25</c:v>
                </c:pt>
                <c:pt idx="2840">
                  <c:v>39.25</c:v>
                </c:pt>
                <c:pt idx="2841">
                  <c:v>39.25</c:v>
                </c:pt>
                <c:pt idx="2842">
                  <c:v>39.25</c:v>
                </c:pt>
                <c:pt idx="2843">
                  <c:v>39.25</c:v>
                </c:pt>
                <c:pt idx="2844">
                  <c:v>39.25</c:v>
                </c:pt>
                <c:pt idx="2845">
                  <c:v>39.299999999999997</c:v>
                </c:pt>
                <c:pt idx="2846">
                  <c:v>39.299999999999997</c:v>
                </c:pt>
                <c:pt idx="2847">
                  <c:v>39.299999999999997</c:v>
                </c:pt>
                <c:pt idx="2848">
                  <c:v>39.299999999999997</c:v>
                </c:pt>
                <c:pt idx="2849">
                  <c:v>39.299999999999997</c:v>
                </c:pt>
                <c:pt idx="2850">
                  <c:v>39.299999999999997</c:v>
                </c:pt>
                <c:pt idx="2851">
                  <c:v>39.299999999999997</c:v>
                </c:pt>
                <c:pt idx="2852">
                  <c:v>39.299999999999997</c:v>
                </c:pt>
                <c:pt idx="2853">
                  <c:v>39.299999999999997</c:v>
                </c:pt>
                <c:pt idx="2854">
                  <c:v>39.299999999999997</c:v>
                </c:pt>
                <c:pt idx="2855">
                  <c:v>39.299999999999997</c:v>
                </c:pt>
                <c:pt idx="2856">
                  <c:v>39.35</c:v>
                </c:pt>
                <c:pt idx="2857">
                  <c:v>39.35</c:v>
                </c:pt>
                <c:pt idx="2858">
                  <c:v>39.35</c:v>
                </c:pt>
                <c:pt idx="2859">
                  <c:v>39.35</c:v>
                </c:pt>
                <c:pt idx="2860">
                  <c:v>39.35</c:v>
                </c:pt>
                <c:pt idx="2861">
                  <c:v>39.35</c:v>
                </c:pt>
                <c:pt idx="2862">
                  <c:v>39.35</c:v>
                </c:pt>
                <c:pt idx="2863">
                  <c:v>39.35</c:v>
                </c:pt>
                <c:pt idx="2864">
                  <c:v>39.35</c:v>
                </c:pt>
                <c:pt idx="2865">
                  <c:v>39.4</c:v>
                </c:pt>
                <c:pt idx="2866">
                  <c:v>39.4</c:v>
                </c:pt>
                <c:pt idx="2867">
                  <c:v>39.4</c:v>
                </c:pt>
                <c:pt idx="2868">
                  <c:v>39.4</c:v>
                </c:pt>
                <c:pt idx="2869">
                  <c:v>39.4</c:v>
                </c:pt>
                <c:pt idx="2870">
                  <c:v>39.4</c:v>
                </c:pt>
                <c:pt idx="2871">
                  <c:v>39.4</c:v>
                </c:pt>
                <c:pt idx="2872">
                  <c:v>39.4</c:v>
                </c:pt>
                <c:pt idx="2873">
                  <c:v>39.4</c:v>
                </c:pt>
                <c:pt idx="2874">
                  <c:v>39.450000000000003</c:v>
                </c:pt>
                <c:pt idx="2875">
                  <c:v>39.450000000000003</c:v>
                </c:pt>
                <c:pt idx="2876">
                  <c:v>39.450000000000003</c:v>
                </c:pt>
                <c:pt idx="2877">
                  <c:v>39.450000000000003</c:v>
                </c:pt>
                <c:pt idx="2878">
                  <c:v>39.450000000000003</c:v>
                </c:pt>
                <c:pt idx="2879">
                  <c:v>39.450000000000003</c:v>
                </c:pt>
                <c:pt idx="2880">
                  <c:v>39.450000000000003</c:v>
                </c:pt>
                <c:pt idx="2881">
                  <c:v>39.450000000000003</c:v>
                </c:pt>
                <c:pt idx="2882">
                  <c:v>39.450000000000003</c:v>
                </c:pt>
                <c:pt idx="2883">
                  <c:v>39.450000000000003</c:v>
                </c:pt>
                <c:pt idx="2884">
                  <c:v>39.450000000000003</c:v>
                </c:pt>
                <c:pt idx="2885">
                  <c:v>39.450000000000003</c:v>
                </c:pt>
                <c:pt idx="2886">
                  <c:v>39.5</c:v>
                </c:pt>
                <c:pt idx="2887">
                  <c:v>39.5</c:v>
                </c:pt>
                <c:pt idx="2888">
                  <c:v>39.5</c:v>
                </c:pt>
                <c:pt idx="2889">
                  <c:v>39.5</c:v>
                </c:pt>
                <c:pt idx="2890">
                  <c:v>39.5</c:v>
                </c:pt>
                <c:pt idx="2891">
                  <c:v>39.5</c:v>
                </c:pt>
                <c:pt idx="2892">
                  <c:v>39.5</c:v>
                </c:pt>
                <c:pt idx="2893">
                  <c:v>39.5</c:v>
                </c:pt>
                <c:pt idx="2894">
                  <c:v>39.5</c:v>
                </c:pt>
                <c:pt idx="2895">
                  <c:v>39.5</c:v>
                </c:pt>
                <c:pt idx="2896">
                  <c:v>39.549999999999997</c:v>
                </c:pt>
                <c:pt idx="2897">
                  <c:v>39.549999999999997</c:v>
                </c:pt>
                <c:pt idx="2898">
                  <c:v>39.549999999999997</c:v>
                </c:pt>
                <c:pt idx="2899">
                  <c:v>39.549999999999997</c:v>
                </c:pt>
                <c:pt idx="2900">
                  <c:v>39.549999999999997</c:v>
                </c:pt>
                <c:pt idx="2901">
                  <c:v>39.549999999999997</c:v>
                </c:pt>
                <c:pt idx="2902">
                  <c:v>39.549999999999997</c:v>
                </c:pt>
                <c:pt idx="2903">
                  <c:v>39.549999999999997</c:v>
                </c:pt>
                <c:pt idx="2904">
                  <c:v>39.6</c:v>
                </c:pt>
                <c:pt idx="2905">
                  <c:v>39.6</c:v>
                </c:pt>
                <c:pt idx="2906">
                  <c:v>39.6</c:v>
                </c:pt>
                <c:pt idx="2907">
                  <c:v>39.6</c:v>
                </c:pt>
                <c:pt idx="2908">
                  <c:v>39.6</c:v>
                </c:pt>
                <c:pt idx="2909">
                  <c:v>39.6</c:v>
                </c:pt>
                <c:pt idx="2910">
                  <c:v>39.6</c:v>
                </c:pt>
                <c:pt idx="2911">
                  <c:v>39.6</c:v>
                </c:pt>
                <c:pt idx="2912">
                  <c:v>39.6</c:v>
                </c:pt>
                <c:pt idx="2913">
                  <c:v>39.6</c:v>
                </c:pt>
                <c:pt idx="2914">
                  <c:v>39.6</c:v>
                </c:pt>
                <c:pt idx="2915">
                  <c:v>39.6</c:v>
                </c:pt>
                <c:pt idx="2916">
                  <c:v>39.65</c:v>
                </c:pt>
                <c:pt idx="2917">
                  <c:v>39.65</c:v>
                </c:pt>
                <c:pt idx="2918">
                  <c:v>39.65</c:v>
                </c:pt>
                <c:pt idx="2919">
                  <c:v>39.65</c:v>
                </c:pt>
                <c:pt idx="2920">
                  <c:v>39.65</c:v>
                </c:pt>
                <c:pt idx="2921">
                  <c:v>39.65</c:v>
                </c:pt>
                <c:pt idx="2922">
                  <c:v>39.65</c:v>
                </c:pt>
                <c:pt idx="2923">
                  <c:v>39.65</c:v>
                </c:pt>
                <c:pt idx="2924">
                  <c:v>39.65</c:v>
                </c:pt>
                <c:pt idx="2925">
                  <c:v>39.65</c:v>
                </c:pt>
                <c:pt idx="2926">
                  <c:v>39.65</c:v>
                </c:pt>
                <c:pt idx="2927">
                  <c:v>39.700000000000003</c:v>
                </c:pt>
                <c:pt idx="2928">
                  <c:v>39.700000000000003</c:v>
                </c:pt>
                <c:pt idx="2929">
                  <c:v>39.700000000000003</c:v>
                </c:pt>
                <c:pt idx="2930">
                  <c:v>39.700000000000003</c:v>
                </c:pt>
                <c:pt idx="2931">
                  <c:v>39.700000000000003</c:v>
                </c:pt>
                <c:pt idx="2932">
                  <c:v>39.700000000000003</c:v>
                </c:pt>
                <c:pt idx="2933">
                  <c:v>39.700000000000003</c:v>
                </c:pt>
                <c:pt idx="2934">
                  <c:v>39.700000000000003</c:v>
                </c:pt>
                <c:pt idx="2935">
                  <c:v>39.700000000000003</c:v>
                </c:pt>
                <c:pt idx="2936">
                  <c:v>39.700000000000003</c:v>
                </c:pt>
                <c:pt idx="2937">
                  <c:v>39.75</c:v>
                </c:pt>
                <c:pt idx="2938">
                  <c:v>39.75</c:v>
                </c:pt>
                <c:pt idx="2939">
                  <c:v>39.75</c:v>
                </c:pt>
                <c:pt idx="2940">
                  <c:v>39.75</c:v>
                </c:pt>
                <c:pt idx="2941">
                  <c:v>39.75</c:v>
                </c:pt>
                <c:pt idx="2942">
                  <c:v>39.75</c:v>
                </c:pt>
                <c:pt idx="2943">
                  <c:v>39.75</c:v>
                </c:pt>
                <c:pt idx="2944">
                  <c:v>39.75</c:v>
                </c:pt>
                <c:pt idx="2945">
                  <c:v>39.75</c:v>
                </c:pt>
                <c:pt idx="2946">
                  <c:v>39.75</c:v>
                </c:pt>
                <c:pt idx="2947">
                  <c:v>39.75</c:v>
                </c:pt>
                <c:pt idx="2948">
                  <c:v>39.75</c:v>
                </c:pt>
                <c:pt idx="2949">
                  <c:v>39.75</c:v>
                </c:pt>
                <c:pt idx="2950">
                  <c:v>39.75</c:v>
                </c:pt>
                <c:pt idx="2951">
                  <c:v>39.75</c:v>
                </c:pt>
                <c:pt idx="2952">
                  <c:v>39.799999999999997</c:v>
                </c:pt>
                <c:pt idx="2953">
                  <c:v>39.799999999999997</c:v>
                </c:pt>
                <c:pt idx="2954">
                  <c:v>39.799999999999997</c:v>
                </c:pt>
                <c:pt idx="2955">
                  <c:v>39.799999999999997</c:v>
                </c:pt>
                <c:pt idx="2956">
                  <c:v>39.799999999999997</c:v>
                </c:pt>
                <c:pt idx="2957">
                  <c:v>39.799999999999997</c:v>
                </c:pt>
                <c:pt idx="2958">
                  <c:v>39.799999999999997</c:v>
                </c:pt>
                <c:pt idx="2959">
                  <c:v>39.799999999999997</c:v>
                </c:pt>
                <c:pt idx="2960">
                  <c:v>39.799999999999997</c:v>
                </c:pt>
                <c:pt idx="2961">
                  <c:v>39.799999999999997</c:v>
                </c:pt>
                <c:pt idx="2962">
                  <c:v>39.85</c:v>
                </c:pt>
                <c:pt idx="2963">
                  <c:v>39.85</c:v>
                </c:pt>
                <c:pt idx="2964">
                  <c:v>39.85</c:v>
                </c:pt>
                <c:pt idx="2965">
                  <c:v>39.85</c:v>
                </c:pt>
                <c:pt idx="2966">
                  <c:v>39.85</c:v>
                </c:pt>
                <c:pt idx="2967">
                  <c:v>39.85</c:v>
                </c:pt>
                <c:pt idx="2968">
                  <c:v>39.85</c:v>
                </c:pt>
                <c:pt idx="2969">
                  <c:v>39.85</c:v>
                </c:pt>
                <c:pt idx="2970">
                  <c:v>39.85</c:v>
                </c:pt>
                <c:pt idx="2971">
                  <c:v>39.85</c:v>
                </c:pt>
                <c:pt idx="2972">
                  <c:v>39.9</c:v>
                </c:pt>
                <c:pt idx="2973">
                  <c:v>39.9</c:v>
                </c:pt>
                <c:pt idx="2974">
                  <c:v>39.9</c:v>
                </c:pt>
                <c:pt idx="2975">
                  <c:v>39.9</c:v>
                </c:pt>
                <c:pt idx="2976">
                  <c:v>39.9</c:v>
                </c:pt>
                <c:pt idx="2977">
                  <c:v>39.9</c:v>
                </c:pt>
                <c:pt idx="2978">
                  <c:v>39.9</c:v>
                </c:pt>
                <c:pt idx="2979">
                  <c:v>39.9</c:v>
                </c:pt>
                <c:pt idx="2980">
                  <c:v>39.9</c:v>
                </c:pt>
                <c:pt idx="2981">
                  <c:v>39.9</c:v>
                </c:pt>
                <c:pt idx="2982">
                  <c:v>39.9</c:v>
                </c:pt>
                <c:pt idx="2983">
                  <c:v>39.950000000000003</c:v>
                </c:pt>
                <c:pt idx="2984">
                  <c:v>39.950000000000003</c:v>
                </c:pt>
                <c:pt idx="2985">
                  <c:v>39.950000000000003</c:v>
                </c:pt>
                <c:pt idx="2986">
                  <c:v>39.950000000000003</c:v>
                </c:pt>
                <c:pt idx="2987">
                  <c:v>39.950000000000003</c:v>
                </c:pt>
                <c:pt idx="2988">
                  <c:v>39.950000000000003</c:v>
                </c:pt>
                <c:pt idx="2989">
                  <c:v>39.950000000000003</c:v>
                </c:pt>
                <c:pt idx="2990">
                  <c:v>39.950000000000003</c:v>
                </c:pt>
                <c:pt idx="2991">
                  <c:v>39.950000000000003</c:v>
                </c:pt>
                <c:pt idx="2992">
                  <c:v>39.950000000000003</c:v>
                </c:pt>
                <c:pt idx="2993">
                  <c:v>39.950000000000003</c:v>
                </c:pt>
                <c:pt idx="2994">
                  <c:v>39.950000000000003</c:v>
                </c:pt>
                <c:pt idx="2995">
                  <c:v>39.950000000000003</c:v>
                </c:pt>
                <c:pt idx="2996">
                  <c:v>39.950000000000003</c:v>
                </c:pt>
                <c:pt idx="2997">
                  <c:v>39.950000000000003</c:v>
                </c:pt>
                <c:pt idx="2998">
                  <c:v>39.950000000000003</c:v>
                </c:pt>
                <c:pt idx="2999">
                  <c:v>39.950000000000003</c:v>
                </c:pt>
                <c:pt idx="3000">
                  <c:v>40</c:v>
                </c:pt>
                <c:pt idx="3001">
                  <c:v>40</c:v>
                </c:pt>
                <c:pt idx="3002">
                  <c:v>40</c:v>
                </c:pt>
                <c:pt idx="3003">
                  <c:v>40</c:v>
                </c:pt>
                <c:pt idx="3004">
                  <c:v>40</c:v>
                </c:pt>
                <c:pt idx="3005">
                  <c:v>40</c:v>
                </c:pt>
                <c:pt idx="3006">
                  <c:v>40</c:v>
                </c:pt>
                <c:pt idx="3007">
                  <c:v>40</c:v>
                </c:pt>
                <c:pt idx="3008">
                  <c:v>40</c:v>
                </c:pt>
                <c:pt idx="3009">
                  <c:v>40</c:v>
                </c:pt>
                <c:pt idx="3010">
                  <c:v>40</c:v>
                </c:pt>
                <c:pt idx="3011">
                  <c:v>40.049999999999997</c:v>
                </c:pt>
                <c:pt idx="3012">
                  <c:v>40.049999999999997</c:v>
                </c:pt>
                <c:pt idx="3013">
                  <c:v>40.049999999999997</c:v>
                </c:pt>
                <c:pt idx="3014">
                  <c:v>40.049999999999997</c:v>
                </c:pt>
                <c:pt idx="3015">
                  <c:v>40.049999999999997</c:v>
                </c:pt>
                <c:pt idx="3016">
                  <c:v>40.049999999999997</c:v>
                </c:pt>
                <c:pt idx="3017">
                  <c:v>40.049999999999997</c:v>
                </c:pt>
                <c:pt idx="3018">
                  <c:v>40.049999999999997</c:v>
                </c:pt>
                <c:pt idx="3019">
                  <c:v>40.049999999999997</c:v>
                </c:pt>
                <c:pt idx="3020">
                  <c:v>40.049999999999997</c:v>
                </c:pt>
                <c:pt idx="3021">
                  <c:v>40.049999999999997</c:v>
                </c:pt>
                <c:pt idx="3022">
                  <c:v>40.049999999999997</c:v>
                </c:pt>
                <c:pt idx="3023">
                  <c:v>40.1</c:v>
                </c:pt>
                <c:pt idx="3024">
                  <c:v>40.1</c:v>
                </c:pt>
                <c:pt idx="3025">
                  <c:v>40.1</c:v>
                </c:pt>
                <c:pt idx="3026">
                  <c:v>40.1</c:v>
                </c:pt>
                <c:pt idx="3027">
                  <c:v>40.1</c:v>
                </c:pt>
                <c:pt idx="3028">
                  <c:v>40.1</c:v>
                </c:pt>
                <c:pt idx="3029">
                  <c:v>40.1</c:v>
                </c:pt>
                <c:pt idx="3030">
                  <c:v>40.1</c:v>
                </c:pt>
                <c:pt idx="3031">
                  <c:v>40.1</c:v>
                </c:pt>
                <c:pt idx="3032">
                  <c:v>40.1</c:v>
                </c:pt>
                <c:pt idx="3033">
                  <c:v>40.15</c:v>
                </c:pt>
                <c:pt idx="3034">
                  <c:v>40.15</c:v>
                </c:pt>
                <c:pt idx="3035">
                  <c:v>40.15</c:v>
                </c:pt>
                <c:pt idx="3036">
                  <c:v>40.15</c:v>
                </c:pt>
                <c:pt idx="3037">
                  <c:v>40.15</c:v>
                </c:pt>
                <c:pt idx="3038">
                  <c:v>40.15</c:v>
                </c:pt>
                <c:pt idx="3039">
                  <c:v>40.15</c:v>
                </c:pt>
                <c:pt idx="3040">
                  <c:v>40.15</c:v>
                </c:pt>
                <c:pt idx="3041">
                  <c:v>40.15</c:v>
                </c:pt>
                <c:pt idx="3042">
                  <c:v>40.15</c:v>
                </c:pt>
                <c:pt idx="3043">
                  <c:v>40.200000000000003</c:v>
                </c:pt>
                <c:pt idx="3044">
                  <c:v>40.200000000000003</c:v>
                </c:pt>
                <c:pt idx="3045">
                  <c:v>40.200000000000003</c:v>
                </c:pt>
                <c:pt idx="3046">
                  <c:v>40.200000000000003</c:v>
                </c:pt>
                <c:pt idx="3047">
                  <c:v>40.200000000000003</c:v>
                </c:pt>
                <c:pt idx="3048">
                  <c:v>40.200000000000003</c:v>
                </c:pt>
                <c:pt idx="3049">
                  <c:v>40.200000000000003</c:v>
                </c:pt>
                <c:pt idx="3050">
                  <c:v>40.200000000000003</c:v>
                </c:pt>
                <c:pt idx="3051">
                  <c:v>40.200000000000003</c:v>
                </c:pt>
                <c:pt idx="3052">
                  <c:v>40.25</c:v>
                </c:pt>
                <c:pt idx="3053">
                  <c:v>40.25</c:v>
                </c:pt>
                <c:pt idx="3054">
                  <c:v>40.25</c:v>
                </c:pt>
                <c:pt idx="3055">
                  <c:v>40.25</c:v>
                </c:pt>
                <c:pt idx="3056">
                  <c:v>40.25</c:v>
                </c:pt>
                <c:pt idx="3057">
                  <c:v>40.25</c:v>
                </c:pt>
                <c:pt idx="3058">
                  <c:v>40.25</c:v>
                </c:pt>
                <c:pt idx="3059">
                  <c:v>40.25</c:v>
                </c:pt>
                <c:pt idx="3060">
                  <c:v>40.25</c:v>
                </c:pt>
                <c:pt idx="3061">
                  <c:v>40.25</c:v>
                </c:pt>
                <c:pt idx="3062">
                  <c:v>40.299999999999997</c:v>
                </c:pt>
                <c:pt idx="3063">
                  <c:v>40.299999999999997</c:v>
                </c:pt>
                <c:pt idx="3064">
                  <c:v>40.299999999999997</c:v>
                </c:pt>
                <c:pt idx="3065">
                  <c:v>40.299999999999997</c:v>
                </c:pt>
                <c:pt idx="3066">
                  <c:v>40.299999999999997</c:v>
                </c:pt>
                <c:pt idx="3067">
                  <c:v>40.299999999999997</c:v>
                </c:pt>
                <c:pt idx="3068">
                  <c:v>40.299999999999997</c:v>
                </c:pt>
                <c:pt idx="3069">
                  <c:v>40.299999999999997</c:v>
                </c:pt>
                <c:pt idx="3070">
                  <c:v>40.299999999999997</c:v>
                </c:pt>
                <c:pt idx="3071">
                  <c:v>40.299999999999997</c:v>
                </c:pt>
                <c:pt idx="3072">
                  <c:v>40.299999999999997</c:v>
                </c:pt>
                <c:pt idx="3073">
                  <c:v>40.35</c:v>
                </c:pt>
                <c:pt idx="3074">
                  <c:v>40.35</c:v>
                </c:pt>
                <c:pt idx="3075">
                  <c:v>40.35</c:v>
                </c:pt>
                <c:pt idx="3076">
                  <c:v>40.35</c:v>
                </c:pt>
                <c:pt idx="3077">
                  <c:v>40.35</c:v>
                </c:pt>
                <c:pt idx="3078">
                  <c:v>40.35</c:v>
                </c:pt>
                <c:pt idx="3079">
                  <c:v>40.35</c:v>
                </c:pt>
                <c:pt idx="3080">
                  <c:v>40.35</c:v>
                </c:pt>
                <c:pt idx="3081">
                  <c:v>40.35</c:v>
                </c:pt>
                <c:pt idx="3082">
                  <c:v>40.35</c:v>
                </c:pt>
                <c:pt idx="3083">
                  <c:v>40.4</c:v>
                </c:pt>
                <c:pt idx="3084">
                  <c:v>40.4</c:v>
                </c:pt>
                <c:pt idx="3085">
                  <c:v>40.4</c:v>
                </c:pt>
                <c:pt idx="3086">
                  <c:v>40.4</c:v>
                </c:pt>
                <c:pt idx="3087">
                  <c:v>40.4</c:v>
                </c:pt>
                <c:pt idx="3088">
                  <c:v>40.4</c:v>
                </c:pt>
                <c:pt idx="3089">
                  <c:v>40.4</c:v>
                </c:pt>
                <c:pt idx="3090">
                  <c:v>40.4</c:v>
                </c:pt>
                <c:pt idx="3091">
                  <c:v>40.4</c:v>
                </c:pt>
                <c:pt idx="3092">
                  <c:v>40.4</c:v>
                </c:pt>
                <c:pt idx="3093">
                  <c:v>40.4</c:v>
                </c:pt>
                <c:pt idx="3094">
                  <c:v>40.450000000000003</c:v>
                </c:pt>
                <c:pt idx="3095">
                  <c:v>40.450000000000003</c:v>
                </c:pt>
                <c:pt idx="3096">
                  <c:v>40.450000000000003</c:v>
                </c:pt>
                <c:pt idx="3097">
                  <c:v>40.450000000000003</c:v>
                </c:pt>
                <c:pt idx="3098">
                  <c:v>40.450000000000003</c:v>
                </c:pt>
                <c:pt idx="3099">
                  <c:v>40.450000000000003</c:v>
                </c:pt>
                <c:pt idx="3100">
                  <c:v>40.450000000000003</c:v>
                </c:pt>
                <c:pt idx="3101">
                  <c:v>40.450000000000003</c:v>
                </c:pt>
                <c:pt idx="3102">
                  <c:v>40.450000000000003</c:v>
                </c:pt>
                <c:pt idx="3103">
                  <c:v>40.450000000000003</c:v>
                </c:pt>
                <c:pt idx="3104">
                  <c:v>40.450000000000003</c:v>
                </c:pt>
                <c:pt idx="3105">
                  <c:v>40.5</c:v>
                </c:pt>
                <c:pt idx="3106">
                  <c:v>40.5</c:v>
                </c:pt>
                <c:pt idx="3107">
                  <c:v>40.5</c:v>
                </c:pt>
                <c:pt idx="3108">
                  <c:v>40.5</c:v>
                </c:pt>
                <c:pt idx="3109">
                  <c:v>40.5</c:v>
                </c:pt>
                <c:pt idx="3110">
                  <c:v>40.5</c:v>
                </c:pt>
                <c:pt idx="3111">
                  <c:v>40.5</c:v>
                </c:pt>
                <c:pt idx="3112">
                  <c:v>40.5</c:v>
                </c:pt>
                <c:pt idx="3113">
                  <c:v>40.5</c:v>
                </c:pt>
                <c:pt idx="3114">
                  <c:v>40.5</c:v>
                </c:pt>
                <c:pt idx="3115">
                  <c:v>40.5</c:v>
                </c:pt>
                <c:pt idx="3116">
                  <c:v>40.549999999999997</c:v>
                </c:pt>
                <c:pt idx="3117">
                  <c:v>40.549999999999997</c:v>
                </c:pt>
                <c:pt idx="3118">
                  <c:v>40.549999999999997</c:v>
                </c:pt>
                <c:pt idx="3119">
                  <c:v>40.549999999999997</c:v>
                </c:pt>
                <c:pt idx="3120">
                  <c:v>40.549999999999997</c:v>
                </c:pt>
                <c:pt idx="3121">
                  <c:v>40.549999999999997</c:v>
                </c:pt>
                <c:pt idx="3122">
                  <c:v>40.549999999999997</c:v>
                </c:pt>
                <c:pt idx="3123">
                  <c:v>40.549999999999997</c:v>
                </c:pt>
                <c:pt idx="3124">
                  <c:v>40.549999999999997</c:v>
                </c:pt>
                <c:pt idx="3125">
                  <c:v>40.549999999999997</c:v>
                </c:pt>
                <c:pt idx="3126">
                  <c:v>40.549999999999997</c:v>
                </c:pt>
                <c:pt idx="3127">
                  <c:v>40.6</c:v>
                </c:pt>
                <c:pt idx="3128">
                  <c:v>40.6</c:v>
                </c:pt>
                <c:pt idx="3129">
                  <c:v>40.6</c:v>
                </c:pt>
                <c:pt idx="3130">
                  <c:v>40.6</c:v>
                </c:pt>
                <c:pt idx="3131">
                  <c:v>40.6</c:v>
                </c:pt>
                <c:pt idx="3132">
                  <c:v>40.6</c:v>
                </c:pt>
                <c:pt idx="3133">
                  <c:v>40.6</c:v>
                </c:pt>
                <c:pt idx="3134">
                  <c:v>40.6</c:v>
                </c:pt>
                <c:pt idx="3135">
                  <c:v>40.6</c:v>
                </c:pt>
                <c:pt idx="3136">
                  <c:v>40.6</c:v>
                </c:pt>
                <c:pt idx="3137">
                  <c:v>40.6</c:v>
                </c:pt>
                <c:pt idx="3138">
                  <c:v>40.65</c:v>
                </c:pt>
                <c:pt idx="3139">
                  <c:v>40.65</c:v>
                </c:pt>
                <c:pt idx="3140">
                  <c:v>40.65</c:v>
                </c:pt>
                <c:pt idx="3141">
                  <c:v>40.65</c:v>
                </c:pt>
                <c:pt idx="3142">
                  <c:v>40.65</c:v>
                </c:pt>
                <c:pt idx="3143">
                  <c:v>40.65</c:v>
                </c:pt>
                <c:pt idx="3144">
                  <c:v>40.65</c:v>
                </c:pt>
                <c:pt idx="3145">
                  <c:v>40.65</c:v>
                </c:pt>
                <c:pt idx="3146">
                  <c:v>40.65</c:v>
                </c:pt>
                <c:pt idx="3147">
                  <c:v>40.65</c:v>
                </c:pt>
                <c:pt idx="3148">
                  <c:v>40.65</c:v>
                </c:pt>
                <c:pt idx="3149">
                  <c:v>40.700000000000003</c:v>
                </c:pt>
                <c:pt idx="3150">
                  <c:v>40.700000000000003</c:v>
                </c:pt>
                <c:pt idx="3151">
                  <c:v>40.700000000000003</c:v>
                </c:pt>
                <c:pt idx="3152">
                  <c:v>40.700000000000003</c:v>
                </c:pt>
                <c:pt idx="3153">
                  <c:v>40.700000000000003</c:v>
                </c:pt>
                <c:pt idx="3154">
                  <c:v>40.700000000000003</c:v>
                </c:pt>
                <c:pt idx="3155">
                  <c:v>40.700000000000003</c:v>
                </c:pt>
                <c:pt idx="3156">
                  <c:v>40.700000000000003</c:v>
                </c:pt>
                <c:pt idx="3157">
                  <c:v>40.700000000000003</c:v>
                </c:pt>
                <c:pt idx="3158">
                  <c:v>40.700000000000003</c:v>
                </c:pt>
                <c:pt idx="3159">
                  <c:v>40.700000000000003</c:v>
                </c:pt>
                <c:pt idx="3160">
                  <c:v>40.700000000000003</c:v>
                </c:pt>
                <c:pt idx="3161">
                  <c:v>40.700000000000003</c:v>
                </c:pt>
                <c:pt idx="3162">
                  <c:v>40.700000000000003</c:v>
                </c:pt>
                <c:pt idx="3163">
                  <c:v>40.75</c:v>
                </c:pt>
                <c:pt idx="3164">
                  <c:v>40.75</c:v>
                </c:pt>
                <c:pt idx="3165">
                  <c:v>40.75</c:v>
                </c:pt>
                <c:pt idx="3166">
                  <c:v>40.75</c:v>
                </c:pt>
                <c:pt idx="3167">
                  <c:v>40.75</c:v>
                </c:pt>
                <c:pt idx="3168">
                  <c:v>40.75</c:v>
                </c:pt>
                <c:pt idx="3169">
                  <c:v>40.75</c:v>
                </c:pt>
                <c:pt idx="3170">
                  <c:v>40.75</c:v>
                </c:pt>
                <c:pt idx="3171">
                  <c:v>40.75</c:v>
                </c:pt>
                <c:pt idx="3172">
                  <c:v>40.75</c:v>
                </c:pt>
                <c:pt idx="3173">
                  <c:v>40.75</c:v>
                </c:pt>
                <c:pt idx="3174">
                  <c:v>40.75</c:v>
                </c:pt>
                <c:pt idx="3175">
                  <c:v>40.75</c:v>
                </c:pt>
                <c:pt idx="3176">
                  <c:v>40.799999999999997</c:v>
                </c:pt>
                <c:pt idx="3177">
                  <c:v>40.799999999999997</c:v>
                </c:pt>
                <c:pt idx="3178">
                  <c:v>40.799999999999997</c:v>
                </c:pt>
                <c:pt idx="3179">
                  <c:v>40.799999999999997</c:v>
                </c:pt>
                <c:pt idx="3180">
                  <c:v>40.799999999999997</c:v>
                </c:pt>
                <c:pt idx="3181">
                  <c:v>40.799999999999997</c:v>
                </c:pt>
                <c:pt idx="3182">
                  <c:v>40.799999999999997</c:v>
                </c:pt>
                <c:pt idx="3183">
                  <c:v>40.799999999999997</c:v>
                </c:pt>
                <c:pt idx="3184">
                  <c:v>40.799999999999997</c:v>
                </c:pt>
                <c:pt idx="3185">
                  <c:v>40.799999999999997</c:v>
                </c:pt>
                <c:pt idx="3186">
                  <c:v>40.799999999999997</c:v>
                </c:pt>
                <c:pt idx="3187">
                  <c:v>40.799999999999997</c:v>
                </c:pt>
                <c:pt idx="3188">
                  <c:v>40.85</c:v>
                </c:pt>
                <c:pt idx="3189">
                  <c:v>40.85</c:v>
                </c:pt>
                <c:pt idx="3190">
                  <c:v>40.85</c:v>
                </c:pt>
                <c:pt idx="3191">
                  <c:v>40.85</c:v>
                </c:pt>
                <c:pt idx="3192">
                  <c:v>40.85</c:v>
                </c:pt>
                <c:pt idx="3193">
                  <c:v>40.85</c:v>
                </c:pt>
                <c:pt idx="3194">
                  <c:v>40.85</c:v>
                </c:pt>
                <c:pt idx="3195">
                  <c:v>40.85</c:v>
                </c:pt>
                <c:pt idx="3196">
                  <c:v>40.85</c:v>
                </c:pt>
                <c:pt idx="3197">
                  <c:v>40.85</c:v>
                </c:pt>
                <c:pt idx="3198">
                  <c:v>40.9</c:v>
                </c:pt>
                <c:pt idx="3199">
                  <c:v>40.9</c:v>
                </c:pt>
                <c:pt idx="3200">
                  <c:v>40.9</c:v>
                </c:pt>
                <c:pt idx="3201">
                  <c:v>40.9</c:v>
                </c:pt>
                <c:pt idx="3202">
                  <c:v>40.9</c:v>
                </c:pt>
                <c:pt idx="3203">
                  <c:v>40.9</c:v>
                </c:pt>
                <c:pt idx="3204">
                  <c:v>40.9</c:v>
                </c:pt>
                <c:pt idx="3205">
                  <c:v>40.9</c:v>
                </c:pt>
                <c:pt idx="3206">
                  <c:v>40.9</c:v>
                </c:pt>
                <c:pt idx="3207">
                  <c:v>40.950000000000003</c:v>
                </c:pt>
                <c:pt idx="3208">
                  <c:v>40.950000000000003</c:v>
                </c:pt>
                <c:pt idx="3209">
                  <c:v>40.950000000000003</c:v>
                </c:pt>
                <c:pt idx="3210">
                  <c:v>40.950000000000003</c:v>
                </c:pt>
                <c:pt idx="3211">
                  <c:v>40.950000000000003</c:v>
                </c:pt>
                <c:pt idx="3212">
                  <c:v>40.950000000000003</c:v>
                </c:pt>
                <c:pt idx="3213">
                  <c:v>40.950000000000003</c:v>
                </c:pt>
                <c:pt idx="3214">
                  <c:v>40.950000000000003</c:v>
                </c:pt>
                <c:pt idx="3215">
                  <c:v>40.950000000000003</c:v>
                </c:pt>
                <c:pt idx="3216">
                  <c:v>40.950000000000003</c:v>
                </c:pt>
                <c:pt idx="3217">
                  <c:v>40.950000000000003</c:v>
                </c:pt>
                <c:pt idx="3218">
                  <c:v>40.950000000000003</c:v>
                </c:pt>
                <c:pt idx="3219">
                  <c:v>40.950000000000003</c:v>
                </c:pt>
                <c:pt idx="3220">
                  <c:v>41</c:v>
                </c:pt>
                <c:pt idx="3221">
                  <c:v>41</c:v>
                </c:pt>
                <c:pt idx="3222">
                  <c:v>41</c:v>
                </c:pt>
                <c:pt idx="3223">
                  <c:v>41</c:v>
                </c:pt>
                <c:pt idx="3224">
                  <c:v>41</c:v>
                </c:pt>
                <c:pt idx="3225">
                  <c:v>41</c:v>
                </c:pt>
                <c:pt idx="3226">
                  <c:v>41</c:v>
                </c:pt>
                <c:pt idx="3227">
                  <c:v>41</c:v>
                </c:pt>
                <c:pt idx="3228">
                  <c:v>41</c:v>
                </c:pt>
                <c:pt idx="3229">
                  <c:v>41</c:v>
                </c:pt>
                <c:pt idx="3230">
                  <c:v>41.05</c:v>
                </c:pt>
                <c:pt idx="3231">
                  <c:v>41.05</c:v>
                </c:pt>
                <c:pt idx="3232">
                  <c:v>41.05</c:v>
                </c:pt>
                <c:pt idx="3233">
                  <c:v>41.05</c:v>
                </c:pt>
                <c:pt idx="3234">
                  <c:v>41.05</c:v>
                </c:pt>
                <c:pt idx="3235">
                  <c:v>41.05</c:v>
                </c:pt>
                <c:pt idx="3236">
                  <c:v>41.05</c:v>
                </c:pt>
                <c:pt idx="3237">
                  <c:v>41.05</c:v>
                </c:pt>
                <c:pt idx="3238">
                  <c:v>41.05</c:v>
                </c:pt>
                <c:pt idx="3239">
                  <c:v>41.05</c:v>
                </c:pt>
                <c:pt idx="3240">
                  <c:v>41.1</c:v>
                </c:pt>
                <c:pt idx="3241">
                  <c:v>41.1</c:v>
                </c:pt>
                <c:pt idx="3242">
                  <c:v>41.1</c:v>
                </c:pt>
                <c:pt idx="3243">
                  <c:v>41.1</c:v>
                </c:pt>
                <c:pt idx="3244">
                  <c:v>41.1</c:v>
                </c:pt>
                <c:pt idx="3245">
                  <c:v>41.1</c:v>
                </c:pt>
                <c:pt idx="3246">
                  <c:v>41.1</c:v>
                </c:pt>
                <c:pt idx="3247">
                  <c:v>41.1</c:v>
                </c:pt>
                <c:pt idx="3248">
                  <c:v>41.1</c:v>
                </c:pt>
                <c:pt idx="3249">
                  <c:v>41.1</c:v>
                </c:pt>
                <c:pt idx="3250">
                  <c:v>41.1</c:v>
                </c:pt>
                <c:pt idx="3251">
                  <c:v>41.1</c:v>
                </c:pt>
                <c:pt idx="3252">
                  <c:v>41.15</c:v>
                </c:pt>
                <c:pt idx="3253">
                  <c:v>41.15</c:v>
                </c:pt>
                <c:pt idx="3254">
                  <c:v>41.15</c:v>
                </c:pt>
                <c:pt idx="3255">
                  <c:v>41.15</c:v>
                </c:pt>
                <c:pt idx="3256">
                  <c:v>41.15</c:v>
                </c:pt>
                <c:pt idx="3257">
                  <c:v>41.15</c:v>
                </c:pt>
                <c:pt idx="3258">
                  <c:v>41.15</c:v>
                </c:pt>
                <c:pt idx="3259">
                  <c:v>41.15</c:v>
                </c:pt>
                <c:pt idx="3260">
                  <c:v>41.15</c:v>
                </c:pt>
                <c:pt idx="3261">
                  <c:v>41.2</c:v>
                </c:pt>
                <c:pt idx="3262">
                  <c:v>41.2</c:v>
                </c:pt>
                <c:pt idx="3263">
                  <c:v>41.2</c:v>
                </c:pt>
                <c:pt idx="3264">
                  <c:v>41.2</c:v>
                </c:pt>
                <c:pt idx="3265">
                  <c:v>41.2</c:v>
                </c:pt>
                <c:pt idx="3266">
                  <c:v>41.2</c:v>
                </c:pt>
                <c:pt idx="3267">
                  <c:v>41.2</c:v>
                </c:pt>
                <c:pt idx="3268">
                  <c:v>41.2</c:v>
                </c:pt>
                <c:pt idx="3269">
                  <c:v>41.2</c:v>
                </c:pt>
                <c:pt idx="3270">
                  <c:v>41.2</c:v>
                </c:pt>
                <c:pt idx="3271">
                  <c:v>41.2</c:v>
                </c:pt>
                <c:pt idx="3272">
                  <c:v>41.25</c:v>
                </c:pt>
                <c:pt idx="3273">
                  <c:v>41.25</c:v>
                </c:pt>
                <c:pt idx="3274">
                  <c:v>41.25</c:v>
                </c:pt>
                <c:pt idx="3275">
                  <c:v>41.25</c:v>
                </c:pt>
                <c:pt idx="3276">
                  <c:v>41.25</c:v>
                </c:pt>
                <c:pt idx="3277">
                  <c:v>41.25</c:v>
                </c:pt>
                <c:pt idx="3278">
                  <c:v>41.25</c:v>
                </c:pt>
                <c:pt idx="3279">
                  <c:v>41.25</c:v>
                </c:pt>
                <c:pt idx="3280">
                  <c:v>41.25</c:v>
                </c:pt>
                <c:pt idx="3281">
                  <c:v>41.25</c:v>
                </c:pt>
                <c:pt idx="3282">
                  <c:v>41.3</c:v>
                </c:pt>
                <c:pt idx="3283">
                  <c:v>41.3</c:v>
                </c:pt>
                <c:pt idx="3284">
                  <c:v>41.3</c:v>
                </c:pt>
                <c:pt idx="3285">
                  <c:v>41.3</c:v>
                </c:pt>
                <c:pt idx="3286">
                  <c:v>41.3</c:v>
                </c:pt>
                <c:pt idx="3287">
                  <c:v>41.3</c:v>
                </c:pt>
                <c:pt idx="3288">
                  <c:v>41.3</c:v>
                </c:pt>
                <c:pt idx="3289">
                  <c:v>41.3</c:v>
                </c:pt>
                <c:pt idx="3290">
                  <c:v>41.3</c:v>
                </c:pt>
                <c:pt idx="3291">
                  <c:v>41.3</c:v>
                </c:pt>
                <c:pt idx="3292">
                  <c:v>41.35</c:v>
                </c:pt>
                <c:pt idx="3293">
                  <c:v>41.35</c:v>
                </c:pt>
                <c:pt idx="3294">
                  <c:v>41.35</c:v>
                </c:pt>
                <c:pt idx="3295">
                  <c:v>41.35</c:v>
                </c:pt>
                <c:pt idx="3296">
                  <c:v>41.35</c:v>
                </c:pt>
                <c:pt idx="3297">
                  <c:v>41.35</c:v>
                </c:pt>
                <c:pt idx="3298">
                  <c:v>41.35</c:v>
                </c:pt>
                <c:pt idx="3299">
                  <c:v>41.35</c:v>
                </c:pt>
                <c:pt idx="3300">
                  <c:v>41.35</c:v>
                </c:pt>
                <c:pt idx="3301">
                  <c:v>41.35</c:v>
                </c:pt>
                <c:pt idx="3302">
                  <c:v>41.4</c:v>
                </c:pt>
                <c:pt idx="3303">
                  <c:v>41.4</c:v>
                </c:pt>
                <c:pt idx="3304">
                  <c:v>41.4</c:v>
                </c:pt>
                <c:pt idx="3305">
                  <c:v>41.4</c:v>
                </c:pt>
                <c:pt idx="3306">
                  <c:v>41.4</c:v>
                </c:pt>
                <c:pt idx="3307">
                  <c:v>41.4</c:v>
                </c:pt>
                <c:pt idx="3308">
                  <c:v>41.4</c:v>
                </c:pt>
                <c:pt idx="3309">
                  <c:v>41.4</c:v>
                </c:pt>
                <c:pt idx="3310">
                  <c:v>41.4</c:v>
                </c:pt>
                <c:pt idx="3311">
                  <c:v>41.4</c:v>
                </c:pt>
                <c:pt idx="3312">
                  <c:v>41.4</c:v>
                </c:pt>
                <c:pt idx="3313">
                  <c:v>41.45</c:v>
                </c:pt>
                <c:pt idx="3314">
                  <c:v>41.45</c:v>
                </c:pt>
                <c:pt idx="3315">
                  <c:v>41.45</c:v>
                </c:pt>
                <c:pt idx="3316">
                  <c:v>41.45</c:v>
                </c:pt>
                <c:pt idx="3317">
                  <c:v>41.45</c:v>
                </c:pt>
                <c:pt idx="3318">
                  <c:v>41.45</c:v>
                </c:pt>
                <c:pt idx="3319">
                  <c:v>41.45</c:v>
                </c:pt>
                <c:pt idx="3320">
                  <c:v>41.45</c:v>
                </c:pt>
                <c:pt idx="3321">
                  <c:v>41.45</c:v>
                </c:pt>
                <c:pt idx="3322">
                  <c:v>41.45</c:v>
                </c:pt>
                <c:pt idx="3323">
                  <c:v>41.45</c:v>
                </c:pt>
                <c:pt idx="3324">
                  <c:v>41.45</c:v>
                </c:pt>
                <c:pt idx="3325">
                  <c:v>41.5</c:v>
                </c:pt>
                <c:pt idx="3326">
                  <c:v>41.5</c:v>
                </c:pt>
                <c:pt idx="3327">
                  <c:v>41.5</c:v>
                </c:pt>
                <c:pt idx="3328">
                  <c:v>41.5</c:v>
                </c:pt>
                <c:pt idx="3329">
                  <c:v>41.5</c:v>
                </c:pt>
                <c:pt idx="3330">
                  <c:v>41.5</c:v>
                </c:pt>
                <c:pt idx="3331">
                  <c:v>41.5</c:v>
                </c:pt>
                <c:pt idx="3332">
                  <c:v>41.5</c:v>
                </c:pt>
                <c:pt idx="3333">
                  <c:v>41.55</c:v>
                </c:pt>
                <c:pt idx="3334">
                  <c:v>41.55</c:v>
                </c:pt>
                <c:pt idx="3335">
                  <c:v>41.55</c:v>
                </c:pt>
                <c:pt idx="3336">
                  <c:v>41.55</c:v>
                </c:pt>
                <c:pt idx="3337">
                  <c:v>41.55</c:v>
                </c:pt>
                <c:pt idx="3338">
                  <c:v>41.55</c:v>
                </c:pt>
                <c:pt idx="3339">
                  <c:v>41.55</c:v>
                </c:pt>
                <c:pt idx="3340">
                  <c:v>41.55</c:v>
                </c:pt>
                <c:pt idx="3341">
                  <c:v>41.55</c:v>
                </c:pt>
                <c:pt idx="3342">
                  <c:v>41.55</c:v>
                </c:pt>
                <c:pt idx="3343">
                  <c:v>41.55</c:v>
                </c:pt>
                <c:pt idx="3344">
                  <c:v>41.6</c:v>
                </c:pt>
                <c:pt idx="3345">
                  <c:v>41.6</c:v>
                </c:pt>
                <c:pt idx="3346">
                  <c:v>41.6</c:v>
                </c:pt>
                <c:pt idx="3347">
                  <c:v>41.6</c:v>
                </c:pt>
                <c:pt idx="3348">
                  <c:v>41.6</c:v>
                </c:pt>
                <c:pt idx="3349">
                  <c:v>41.6</c:v>
                </c:pt>
                <c:pt idx="3350">
                  <c:v>41.6</c:v>
                </c:pt>
                <c:pt idx="3351">
                  <c:v>41.6</c:v>
                </c:pt>
                <c:pt idx="3352">
                  <c:v>41.6</c:v>
                </c:pt>
                <c:pt idx="3353">
                  <c:v>41.6</c:v>
                </c:pt>
                <c:pt idx="3354">
                  <c:v>41.65</c:v>
                </c:pt>
                <c:pt idx="3355">
                  <c:v>41.65</c:v>
                </c:pt>
                <c:pt idx="3356">
                  <c:v>41.65</c:v>
                </c:pt>
                <c:pt idx="3357">
                  <c:v>41.65</c:v>
                </c:pt>
                <c:pt idx="3358">
                  <c:v>41.65</c:v>
                </c:pt>
                <c:pt idx="3359">
                  <c:v>41.65</c:v>
                </c:pt>
                <c:pt idx="3360">
                  <c:v>41.65</c:v>
                </c:pt>
                <c:pt idx="3361">
                  <c:v>41.65</c:v>
                </c:pt>
                <c:pt idx="3362">
                  <c:v>41.65</c:v>
                </c:pt>
                <c:pt idx="3363">
                  <c:v>41.65</c:v>
                </c:pt>
                <c:pt idx="3364">
                  <c:v>41.65</c:v>
                </c:pt>
                <c:pt idx="3365">
                  <c:v>41.65</c:v>
                </c:pt>
                <c:pt idx="3366">
                  <c:v>41.65</c:v>
                </c:pt>
                <c:pt idx="3367">
                  <c:v>41.65</c:v>
                </c:pt>
                <c:pt idx="3368">
                  <c:v>41.65</c:v>
                </c:pt>
                <c:pt idx="3369">
                  <c:v>41.65</c:v>
                </c:pt>
                <c:pt idx="3370">
                  <c:v>41.7</c:v>
                </c:pt>
                <c:pt idx="3371">
                  <c:v>41.7</c:v>
                </c:pt>
                <c:pt idx="3372">
                  <c:v>41.7</c:v>
                </c:pt>
                <c:pt idx="3373">
                  <c:v>41.7</c:v>
                </c:pt>
                <c:pt idx="3374">
                  <c:v>41.7</c:v>
                </c:pt>
                <c:pt idx="3375">
                  <c:v>41.7</c:v>
                </c:pt>
                <c:pt idx="3376">
                  <c:v>41.7</c:v>
                </c:pt>
                <c:pt idx="3377">
                  <c:v>41.7</c:v>
                </c:pt>
                <c:pt idx="3378">
                  <c:v>41.7</c:v>
                </c:pt>
                <c:pt idx="3379">
                  <c:v>41.7</c:v>
                </c:pt>
                <c:pt idx="3380">
                  <c:v>41.75</c:v>
                </c:pt>
                <c:pt idx="3381">
                  <c:v>41.75</c:v>
                </c:pt>
                <c:pt idx="3382">
                  <c:v>41.75</c:v>
                </c:pt>
                <c:pt idx="3383">
                  <c:v>41.75</c:v>
                </c:pt>
                <c:pt idx="3384">
                  <c:v>41.75</c:v>
                </c:pt>
                <c:pt idx="3385">
                  <c:v>41.75</c:v>
                </c:pt>
                <c:pt idx="3386">
                  <c:v>41.75</c:v>
                </c:pt>
                <c:pt idx="3387">
                  <c:v>41.75</c:v>
                </c:pt>
                <c:pt idx="3388">
                  <c:v>41.75</c:v>
                </c:pt>
                <c:pt idx="3389">
                  <c:v>41.75</c:v>
                </c:pt>
                <c:pt idx="3390">
                  <c:v>41.75</c:v>
                </c:pt>
                <c:pt idx="3391">
                  <c:v>41.8</c:v>
                </c:pt>
                <c:pt idx="3392">
                  <c:v>41.8</c:v>
                </c:pt>
                <c:pt idx="3393">
                  <c:v>41.8</c:v>
                </c:pt>
                <c:pt idx="3394">
                  <c:v>41.8</c:v>
                </c:pt>
                <c:pt idx="3395">
                  <c:v>41.8</c:v>
                </c:pt>
                <c:pt idx="3396">
                  <c:v>41.8</c:v>
                </c:pt>
                <c:pt idx="3397">
                  <c:v>41.8</c:v>
                </c:pt>
                <c:pt idx="3398">
                  <c:v>41.8</c:v>
                </c:pt>
                <c:pt idx="3399">
                  <c:v>41.8</c:v>
                </c:pt>
                <c:pt idx="3400">
                  <c:v>41.8</c:v>
                </c:pt>
                <c:pt idx="3401">
                  <c:v>41.85</c:v>
                </c:pt>
                <c:pt idx="3402">
                  <c:v>41.85</c:v>
                </c:pt>
                <c:pt idx="3403">
                  <c:v>41.85</c:v>
                </c:pt>
                <c:pt idx="3404">
                  <c:v>41.85</c:v>
                </c:pt>
                <c:pt idx="3405">
                  <c:v>41.85</c:v>
                </c:pt>
                <c:pt idx="3406">
                  <c:v>41.85</c:v>
                </c:pt>
                <c:pt idx="3407">
                  <c:v>41.85</c:v>
                </c:pt>
                <c:pt idx="3408">
                  <c:v>41.85</c:v>
                </c:pt>
                <c:pt idx="3409">
                  <c:v>41.85</c:v>
                </c:pt>
                <c:pt idx="3410">
                  <c:v>41.9</c:v>
                </c:pt>
                <c:pt idx="3411">
                  <c:v>41.9</c:v>
                </c:pt>
                <c:pt idx="3412">
                  <c:v>41.9</c:v>
                </c:pt>
                <c:pt idx="3413">
                  <c:v>41.9</c:v>
                </c:pt>
                <c:pt idx="3414">
                  <c:v>41.9</c:v>
                </c:pt>
                <c:pt idx="3415">
                  <c:v>41.9</c:v>
                </c:pt>
                <c:pt idx="3416">
                  <c:v>41.9</c:v>
                </c:pt>
                <c:pt idx="3417">
                  <c:v>41.9</c:v>
                </c:pt>
                <c:pt idx="3418">
                  <c:v>41.9</c:v>
                </c:pt>
                <c:pt idx="3419">
                  <c:v>41.9</c:v>
                </c:pt>
                <c:pt idx="3420">
                  <c:v>41.9</c:v>
                </c:pt>
                <c:pt idx="3421">
                  <c:v>41.9</c:v>
                </c:pt>
                <c:pt idx="3422">
                  <c:v>41.95</c:v>
                </c:pt>
                <c:pt idx="3423">
                  <c:v>41.95</c:v>
                </c:pt>
                <c:pt idx="3424">
                  <c:v>41.95</c:v>
                </c:pt>
                <c:pt idx="3425">
                  <c:v>41.95</c:v>
                </c:pt>
                <c:pt idx="3426">
                  <c:v>41.95</c:v>
                </c:pt>
                <c:pt idx="3427">
                  <c:v>41.95</c:v>
                </c:pt>
                <c:pt idx="3428">
                  <c:v>41.95</c:v>
                </c:pt>
                <c:pt idx="3429">
                  <c:v>41.95</c:v>
                </c:pt>
                <c:pt idx="3430">
                  <c:v>41.95</c:v>
                </c:pt>
                <c:pt idx="3431">
                  <c:v>42</c:v>
                </c:pt>
                <c:pt idx="3432">
                  <c:v>42</c:v>
                </c:pt>
                <c:pt idx="3433">
                  <c:v>42</c:v>
                </c:pt>
                <c:pt idx="3434">
                  <c:v>42</c:v>
                </c:pt>
                <c:pt idx="3435">
                  <c:v>42</c:v>
                </c:pt>
                <c:pt idx="3436">
                  <c:v>42</c:v>
                </c:pt>
                <c:pt idx="3437">
                  <c:v>42</c:v>
                </c:pt>
                <c:pt idx="3438">
                  <c:v>42</c:v>
                </c:pt>
                <c:pt idx="3439">
                  <c:v>42.05</c:v>
                </c:pt>
                <c:pt idx="3440">
                  <c:v>42.05</c:v>
                </c:pt>
                <c:pt idx="3441">
                  <c:v>42.05</c:v>
                </c:pt>
                <c:pt idx="3442">
                  <c:v>42.05</c:v>
                </c:pt>
                <c:pt idx="3443">
                  <c:v>42.05</c:v>
                </c:pt>
                <c:pt idx="3444">
                  <c:v>42.05</c:v>
                </c:pt>
                <c:pt idx="3445">
                  <c:v>42.05</c:v>
                </c:pt>
                <c:pt idx="3446">
                  <c:v>42.05</c:v>
                </c:pt>
                <c:pt idx="3447">
                  <c:v>42.05</c:v>
                </c:pt>
                <c:pt idx="3448">
                  <c:v>42.05</c:v>
                </c:pt>
                <c:pt idx="3449">
                  <c:v>42.05</c:v>
                </c:pt>
                <c:pt idx="3450">
                  <c:v>42.05</c:v>
                </c:pt>
                <c:pt idx="3451">
                  <c:v>42.1</c:v>
                </c:pt>
                <c:pt idx="3452">
                  <c:v>42.1</c:v>
                </c:pt>
                <c:pt idx="3453">
                  <c:v>42.1</c:v>
                </c:pt>
                <c:pt idx="3454">
                  <c:v>42.1</c:v>
                </c:pt>
                <c:pt idx="3455">
                  <c:v>42.1</c:v>
                </c:pt>
                <c:pt idx="3456">
                  <c:v>42.1</c:v>
                </c:pt>
                <c:pt idx="3457">
                  <c:v>42.1</c:v>
                </c:pt>
                <c:pt idx="3458">
                  <c:v>42.1</c:v>
                </c:pt>
                <c:pt idx="3459">
                  <c:v>42.1</c:v>
                </c:pt>
                <c:pt idx="3460">
                  <c:v>42.1</c:v>
                </c:pt>
                <c:pt idx="3461">
                  <c:v>42.1</c:v>
                </c:pt>
                <c:pt idx="3462">
                  <c:v>42.15</c:v>
                </c:pt>
                <c:pt idx="3463">
                  <c:v>42.15</c:v>
                </c:pt>
                <c:pt idx="3464">
                  <c:v>42.15</c:v>
                </c:pt>
                <c:pt idx="3465">
                  <c:v>42.15</c:v>
                </c:pt>
                <c:pt idx="3466">
                  <c:v>42.15</c:v>
                </c:pt>
                <c:pt idx="3467">
                  <c:v>42.15</c:v>
                </c:pt>
                <c:pt idx="3468">
                  <c:v>42.15</c:v>
                </c:pt>
                <c:pt idx="3469">
                  <c:v>42.15</c:v>
                </c:pt>
                <c:pt idx="3470">
                  <c:v>42.15</c:v>
                </c:pt>
                <c:pt idx="3471">
                  <c:v>42.2</c:v>
                </c:pt>
                <c:pt idx="3472">
                  <c:v>42.2</c:v>
                </c:pt>
                <c:pt idx="3473">
                  <c:v>42.2</c:v>
                </c:pt>
                <c:pt idx="3474">
                  <c:v>42.2</c:v>
                </c:pt>
                <c:pt idx="3475">
                  <c:v>42.2</c:v>
                </c:pt>
                <c:pt idx="3476">
                  <c:v>42.2</c:v>
                </c:pt>
                <c:pt idx="3477">
                  <c:v>42.2</c:v>
                </c:pt>
                <c:pt idx="3478">
                  <c:v>42.2</c:v>
                </c:pt>
                <c:pt idx="3479">
                  <c:v>42.2</c:v>
                </c:pt>
                <c:pt idx="3480">
                  <c:v>42.2</c:v>
                </c:pt>
                <c:pt idx="3481">
                  <c:v>42.2</c:v>
                </c:pt>
                <c:pt idx="3482">
                  <c:v>42.25</c:v>
                </c:pt>
                <c:pt idx="3483">
                  <c:v>42.25</c:v>
                </c:pt>
                <c:pt idx="3484">
                  <c:v>42.25</c:v>
                </c:pt>
                <c:pt idx="3485">
                  <c:v>42.25</c:v>
                </c:pt>
                <c:pt idx="3486">
                  <c:v>42.25</c:v>
                </c:pt>
                <c:pt idx="3487">
                  <c:v>42.25</c:v>
                </c:pt>
                <c:pt idx="3488">
                  <c:v>42.25</c:v>
                </c:pt>
                <c:pt idx="3489">
                  <c:v>42.25</c:v>
                </c:pt>
                <c:pt idx="3490">
                  <c:v>42.25</c:v>
                </c:pt>
                <c:pt idx="3491">
                  <c:v>42.25</c:v>
                </c:pt>
                <c:pt idx="3492">
                  <c:v>42.3</c:v>
                </c:pt>
                <c:pt idx="3493">
                  <c:v>42.3</c:v>
                </c:pt>
                <c:pt idx="3494">
                  <c:v>42.3</c:v>
                </c:pt>
                <c:pt idx="3495">
                  <c:v>42.3</c:v>
                </c:pt>
                <c:pt idx="3496">
                  <c:v>42.3</c:v>
                </c:pt>
                <c:pt idx="3497">
                  <c:v>42.3</c:v>
                </c:pt>
                <c:pt idx="3498">
                  <c:v>42.3</c:v>
                </c:pt>
                <c:pt idx="3499">
                  <c:v>42.3</c:v>
                </c:pt>
                <c:pt idx="3500">
                  <c:v>42.3</c:v>
                </c:pt>
                <c:pt idx="3501">
                  <c:v>42.35</c:v>
                </c:pt>
                <c:pt idx="3502">
                  <c:v>42.35</c:v>
                </c:pt>
                <c:pt idx="3503">
                  <c:v>42.35</c:v>
                </c:pt>
                <c:pt idx="3504">
                  <c:v>42.35</c:v>
                </c:pt>
                <c:pt idx="3505">
                  <c:v>42.35</c:v>
                </c:pt>
                <c:pt idx="3506">
                  <c:v>42.35</c:v>
                </c:pt>
                <c:pt idx="3507">
                  <c:v>42.35</c:v>
                </c:pt>
                <c:pt idx="3508">
                  <c:v>42.35</c:v>
                </c:pt>
                <c:pt idx="3509">
                  <c:v>42.35</c:v>
                </c:pt>
                <c:pt idx="3510">
                  <c:v>42.35</c:v>
                </c:pt>
                <c:pt idx="3511">
                  <c:v>42.35</c:v>
                </c:pt>
                <c:pt idx="3512">
                  <c:v>42.35</c:v>
                </c:pt>
                <c:pt idx="3513">
                  <c:v>42.35</c:v>
                </c:pt>
                <c:pt idx="3514">
                  <c:v>42.35</c:v>
                </c:pt>
                <c:pt idx="3515">
                  <c:v>42.35</c:v>
                </c:pt>
                <c:pt idx="3516">
                  <c:v>42.4</c:v>
                </c:pt>
                <c:pt idx="3517">
                  <c:v>42.4</c:v>
                </c:pt>
                <c:pt idx="3518">
                  <c:v>42.4</c:v>
                </c:pt>
                <c:pt idx="3519">
                  <c:v>42.4</c:v>
                </c:pt>
                <c:pt idx="3520">
                  <c:v>42.4</c:v>
                </c:pt>
                <c:pt idx="3521">
                  <c:v>42.4</c:v>
                </c:pt>
                <c:pt idx="3522">
                  <c:v>42.4</c:v>
                </c:pt>
                <c:pt idx="3523">
                  <c:v>42.4</c:v>
                </c:pt>
                <c:pt idx="3524">
                  <c:v>42.4</c:v>
                </c:pt>
                <c:pt idx="3525">
                  <c:v>42.45</c:v>
                </c:pt>
                <c:pt idx="3526">
                  <c:v>42.45</c:v>
                </c:pt>
                <c:pt idx="3527">
                  <c:v>42.45</c:v>
                </c:pt>
                <c:pt idx="3528">
                  <c:v>42.45</c:v>
                </c:pt>
                <c:pt idx="3529">
                  <c:v>42.45</c:v>
                </c:pt>
                <c:pt idx="3530">
                  <c:v>42.45</c:v>
                </c:pt>
                <c:pt idx="3531">
                  <c:v>42.45</c:v>
                </c:pt>
                <c:pt idx="3532">
                  <c:v>42.5</c:v>
                </c:pt>
                <c:pt idx="3533">
                  <c:v>42.5</c:v>
                </c:pt>
                <c:pt idx="3534">
                  <c:v>42.5</c:v>
                </c:pt>
                <c:pt idx="3535">
                  <c:v>42.5</c:v>
                </c:pt>
                <c:pt idx="3536">
                  <c:v>42.5</c:v>
                </c:pt>
                <c:pt idx="3537">
                  <c:v>42.5</c:v>
                </c:pt>
                <c:pt idx="3538">
                  <c:v>42.55</c:v>
                </c:pt>
                <c:pt idx="3539">
                  <c:v>42.55</c:v>
                </c:pt>
                <c:pt idx="3540">
                  <c:v>42.5</c:v>
                </c:pt>
                <c:pt idx="3541">
                  <c:v>42.55</c:v>
                </c:pt>
                <c:pt idx="3542">
                  <c:v>42.55</c:v>
                </c:pt>
                <c:pt idx="3543">
                  <c:v>42.55</c:v>
                </c:pt>
                <c:pt idx="3544">
                  <c:v>42.55</c:v>
                </c:pt>
                <c:pt idx="3545">
                  <c:v>42.55</c:v>
                </c:pt>
                <c:pt idx="3546">
                  <c:v>42.55</c:v>
                </c:pt>
                <c:pt idx="3547">
                  <c:v>42.55</c:v>
                </c:pt>
                <c:pt idx="3548">
                  <c:v>42.55</c:v>
                </c:pt>
                <c:pt idx="3549">
                  <c:v>42.55</c:v>
                </c:pt>
                <c:pt idx="3550">
                  <c:v>42.55</c:v>
                </c:pt>
                <c:pt idx="3551">
                  <c:v>42.55</c:v>
                </c:pt>
                <c:pt idx="3552">
                  <c:v>42.55</c:v>
                </c:pt>
                <c:pt idx="3553">
                  <c:v>42.55</c:v>
                </c:pt>
                <c:pt idx="3554">
                  <c:v>42.55</c:v>
                </c:pt>
                <c:pt idx="3555">
                  <c:v>42.6</c:v>
                </c:pt>
                <c:pt idx="3556">
                  <c:v>42.6</c:v>
                </c:pt>
                <c:pt idx="3557">
                  <c:v>42.6</c:v>
                </c:pt>
                <c:pt idx="3558">
                  <c:v>42.6</c:v>
                </c:pt>
                <c:pt idx="3559">
                  <c:v>42.6</c:v>
                </c:pt>
                <c:pt idx="3560">
                  <c:v>42.6</c:v>
                </c:pt>
                <c:pt idx="3561">
                  <c:v>42.6</c:v>
                </c:pt>
                <c:pt idx="3562">
                  <c:v>42.6</c:v>
                </c:pt>
                <c:pt idx="3563">
                  <c:v>42.65</c:v>
                </c:pt>
                <c:pt idx="3564">
                  <c:v>42.65</c:v>
                </c:pt>
                <c:pt idx="3565">
                  <c:v>42.65</c:v>
                </c:pt>
                <c:pt idx="3566">
                  <c:v>42.65</c:v>
                </c:pt>
                <c:pt idx="3567">
                  <c:v>42.65</c:v>
                </c:pt>
                <c:pt idx="3568">
                  <c:v>42.65</c:v>
                </c:pt>
                <c:pt idx="3569">
                  <c:v>42.65</c:v>
                </c:pt>
                <c:pt idx="3570">
                  <c:v>42.65</c:v>
                </c:pt>
                <c:pt idx="3571">
                  <c:v>42.7</c:v>
                </c:pt>
                <c:pt idx="3572">
                  <c:v>42.7</c:v>
                </c:pt>
                <c:pt idx="3573">
                  <c:v>42.7</c:v>
                </c:pt>
                <c:pt idx="3574">
                  <c:v>42.7</c:v>
                </c:pt>
                <c:pt idx="3575">
                  <c:v>42.7</c:v>
                </c:pt>
                <c:pt idx="3576">
                  <c:v>42.7</c:v>
                </c:pt>
                <c:pt idx="3577">
                  <c:v>42.7</c:v>
                </c:pt>
                <c:pt idx="3578">
                  <c:v>42.7</c:v>
                </c:pt>
                <c:pt idx="3579">
                  <c:v>42.7</c:v>
                </c:pt>
                <c:pt idx="3580">
                  <c:v>42.7</c:v>
                </c:pt>
                <c:pt idx="3581">
                  <c:v>42.75</c:v>
                </c:pt>
                <c:pt idx="3582">
                  <c:v>42.75</c:v>
                </c:pt>
                <c:pt idx="3583">
                  <c:v>42.75</c:v>
                </c:pt>
                <c:pt idx="3584">
                  <c:v>42.75</c:v>
                </c:pt>
                <c:pt idx="3585">
                  <c:v>42.75</c:v>
                </c:pt>
                <c:pt idx="3586">
                  <c:v>42.75</c:v>
                </c:pt>
                <c:pt idx="3587">
                  <c:v>42.75</c:v>
                </c:pt>
                <c:pt idx="3588">
                  <c:v>42.75</c:v>
                </c:pt>
                <c:pt idx="3589">
                  <c:v>42.75</c:v>
                </c:pt>
                <c:pt idx="3590">
                  <c:v>42.8</c:v>
                </c:pt>
                <c:pt idx="3591">
                  <c:v>42.8</c:v>
                </c:pt>
                <c:pt idx="3592">
                  <c:v>42.8</c:v>
                </c:pt>
                <c:pt idx="3593">
                  <c:v>42.8</c:v>
                </c:pt>
                <c:pt idx="3594">
                  <c:v>42.8</c:v>
                </c:pt>
                <c:pt idx="3595">
                  <c:v>42.8</c:v>
                </c:pt>
                <c:pt idx="3596">
                  <c:v>42.8</c:v>
                </c:pt>
                <c:pt idx="3597">
                  <c:v>42.8</c:v>
                </c:pt>
                <c:pt idx="3598">
                  <c:v>42.8</c:v>
                </c:pt>
                <c:pt idx="3599">
                  <c:v>42.85</c:v>
                </c:pt>
                <c:pt idx="3600">
                  <c:v>42.85</c:v>
                </c:pt>
                <c:pt idx="3601">
                  <c:v>42.85</c:v>
                </c:pt>
                <c:pt idx="3602">
                  <c:v>42.85</c:v>
                </c:pt>
                <c:pt idx="3603">
                  <c:v>42.85</c:v>
                </c:pt>
                <c:pt idx="3604">
                  <c:v>42.85</c:v>
                </c:pt>
                <c:pt idx="3605">
                  <c:v>42.85</c:v>
                </c:pt>
                <c:pt idx="3606">
                  <c:v>42.85</c:v>
                </c:pt>
                <c:pt idx="3607">
                  <c:v>42.85</c:v>
                </c:pt>
                <c:pt idx="3608">
                  <c:v>42.85</c:v>
                </c:pt>
                <c:pt idx="3609">
                  <c:v>42.9</c:v>
                </c:pt>
                <c:pt idx="3610">
                  <c:v>42.9</c:v>
                </c:pt>
                <c:pt idx="3611">
                  <c:v>42.9</c:v>
                </c:pt>
                <c:pt idx="3612">
                  <c:v>42.9</c:v>
                </c:pt>
                <c:pt idx="3613">
                  <c:v>42.9</c:v>
                </c:pt>
                <c:pt idx="3614">
                  <c:v>42.9</c:v>
                </c:pt>
                <c:pt idx="3615">
                  <c:v>42.9</c:v>
                </c:pt>
                <c:pt idx="3616">
                  <c:v>42.9</c:v>
                </c:pt>
                <c:pt idx="3617">
                  <c:v>42.9</c:v>
                </c:pt>
                <c:pt idx="3618">
                  <c:v>42.9</c:v>
                </c:pt>
                <c:pt idx="3619">
                  <c:v>42.95</c:v>
                </c:pt>
                <c:pt idx="3620">
                  <c:v>42.95</c:v>
                </c:pt>
                <c:pt idx="3621">
                  <c:v>42.95</c:v>
                </c:pt>
                <c:pt idx="3622">
                  <c:v>42.95</c:v>
                </c:pt>
                <c:pt idx="3623">
                  <c:v>42.95</c:v>
                </c:pt>
                <c:pt idx="3624">
                  <c:v>42.95</c:v>
                </c:pt>
                <c:pt idx="3625">
                  <c:v>42.95</c:v>
                </c:pt>
                <c:pt idx="3626">
                  <c:v>42.95</c:v>
                </c:pt>
                <c:pt idx="3627">
                  <c:v>42.95</c:v>
                </c:pt>
                <c:pt idx="3628">
                  <c:v>43</c:v>
                </c:pt>
                <c:pt idx="3629">
                  <c:v>43</c:v>
                </c:pt>
                <c:pt idx="3630">
                  <c:v>43</c:v>
                </c:pt>
                <c:pt idx="3631">
                  <c:v>43</c:v>
                </c:pt>
                <c:pt idx="3632">
                  <c:v>43</c:v>
                </c:pt>
                <c:pt idx="3633">
                  <c:v>43</c:v>
                </c:pt>
                <c:pt idx="3634">
                  <c:v>43</c:v>
                </c:pt>
                <c:pt idx="3635">
                  <c:v>43</c:v>
                </c:pt>
                <c:pt idx="3636">
                  <c:v>43</c:v>
                </c:pt>
                <c:pt idx="3637">
                  <c:v>43.05</c:v>
                </c:pt>
                <c:pt idx="3638">
                  <c:v>43.05</c:v>
                </c:pt>
                <c:pt idx="3639">
                  <c:v>43.05</c:v>
                </c:pt>
                <c:pt idx="3640">
                  <c:v>43.05</c:v>
                </c:pt>
                <c:pt idx="3641">
                  <c:v>43.05</c:v>
                </c:pt>
                <c:pt idx="3642">
                  <c:v>43.05</c:v>
                </c:pt>
                <c:pt idx="3643">
                  <c:v>43.05</c:v>
                </c:pt>
                <c:pt idx="3644">
                  <c:v>43.05</c:v>
                </c:pt>
                <c:pt idx="3645">
                  <c:v>43.1</c:v>
                </c:pt>
                <c:pt idx="3646">
                  <c:v>43.1</c:v>
                </c:pt>
                <c:pt idx="3647">
                  <c:v>43.1</c:v>
                </c:pt>
                <c:pt idx="3648">
                  <c:v>43.1</c:v>
                </c:pt>
                <c:pt idx="3649">
                  <c:v>43.1</c:v>
                </c:pt>
                <c:pt idx="3650">
                  <c:v>43.1</c:v>
                </c:pt>
                <c:pt idx="3651">
                  <c:v>43.1</c:v>
                </c:pt>
                <c:pt idx="3652">
                  <c:v>43.1</c:v>
                </c:pt>
                <c:pt idx="3653">
                  <c:v>43.15</c:v>
                </c:pt>
                <c:pt idx="3654">
                  <c:v>43.15</c:v>
                </c:pt>
                <c:pt idx="3655">
                  <c:v>43.15</c:v>
                </c:pt>
                <c:pt idx="3656">
                  <c:v>43.15</c:v>
                </c:pt>
                <c:pt idx="3657">
                  <c:v>43.15</c:v>
                </c:pt>
                <c:pt idx="3658">
                  <c:v>43.15</c:v>
                </c:pt>
                <c:pt idx="3659">
                  <c:v>43.15</c:v>
                </c:pt>
                <c:pt idx="3660">
                  <c:v>43.2</c:v>
                </c:pt>
                <c:pt idx="3661">
                  <c:v>43.2</c:v>
                </c:pt>
                <c:pt idx="3662">
                  <c:v>43.2</c:v>
                </c:pt>
                <c:pt idx="3663">
                  <c:v>43.2</c:v>
                </c:pt>
                <c:pt idx="3664">
                  <c:v>43.2</c:v>
                </c:pt>
                <c:pt idx="3665">
                  <c:v>43.2</c:v>
                </c:pt>
                <c:pt idx="3666">
                  <c:v>43.2</c:v>
                </c:pt>
                <c:pt idx="3667">
                  <c:v>43.2</c:v>
                </c:pt>
                <c:pt idx="3668">
                  <c:v>43.2</c:v>
                </c:pt>
                <c:pt idx="3669">
                  <c:v>43.25</c:v>
                </c:pt>
                <c:pt idx="3670">
                  <c:v>43.25</c:v>
                </c:pt>
                <c:pt idx="3671">
                  <c:v>43.25</c:v>
                </c:pt>
                <c:pt idx="3672">
                  <c:v>43.25</c:v>
                </c:pt>
                <c:pt idx="3673">
                  <c:v>43.25</c:v>
                </c:pt>
                <c:pt idx="3674">
                  <c:v>43.25</c:v>
                </c:pt>
                <c:pt idx="3675">
                  <c:v>43.25</c:v>
                </c:pt>
                <c:pt idx="3676">
                  <c:v>43.25</c:v>
                </c:pt>
                <c:pt idx="3677">
                  <c:v>43.3</c:v>
                </c:pt>
                <c:pt idx="3678">
                  <c:v>43.3</c:v>
                </c:pt>
                <c:pt idx="3679">
                  <c:v>43.3</c:v>
                </c:pt>
                <c:pt idx="3680">
                  <c:v>43.3</c:v>
                </c:pt>
                <c:pt idx="3681">
                  <c:v>43.3</c:v>
                </c:pt>
                <c:pt idx="3682">
                  <c:v>43.3</c:v>
                </c:pt>
                <c:pt idx="3683">
                  <c:v>43.3</c:v>
                </c:pt>
                <c:pt idx="3684">
                  <c:v>43.3</c:v>
                </c:pt>
                <c:pt idx="3685">
                  <c:v>43.35</c:v>
                </c:pt>
                <c:pt idx="3686">
                  <c:v>43.35</c:v>
                </c:pt>
                <c:pt idx="3687">
                  <c:v>43.35</c:v>
                </c:pt>
                <c:pt idx="3688">
                  <c:v>43.35</c:v>
                </c:pt>
                <c:pt idx="3689">
                  <c:v>43.35</c:v>
                </c:pt>
                <c:pt idx="3690">
                  <c:v>43.35</c:v>
                </c:pt>
                <c:pt idx="3691">
                  <c:v>43.35</c:v>
                </c:pt>
                <c:pt idx="3692">
                  <c:v>43.4</c:v>
                </c:pt>
                <c:pt idx="3693">
                  <c:v>43.4</c:v>
                </c:pt>
                <c:pt idx="3694">
                  <c:v>43.4</c:v>
                </c:pt>
                <c:pt idx="3695">
                  <c:v>43.4</c:v>
                </c:pt>
                <c:pt idx="3696">
                  <c:v>43.4</c:v>
                </c:pt>
                <c:pt idx="3697">
                  <c:v>43.4</c:v>
                </c:pt>
                <c:pt idx="3698">
                  <c:v>43.4</c:v>
                </c:pt>
                <c:pt idx="3699">
                  <c:v>43.4</c:v>
                </c:pt>
                <c:pt idx="3700">
                  <c:v>43.45</c:v>
                </c:pt>
                <c:pt idx="3701">
                  <c:v>43.45</c:v>
                </c:pt>
                <c:pt idx="3702">
                  <c:v>43.45</c:v>
                </c:pt>
                <c:pt idx="3703">
                  <c:v>43.45</c:v>
                </c:pt>
                <c:pt idx="3704">
                  <c:v>43.45</c:v>
                </c:pt>
                <c:pt idx="3705">
                  <c:v>43.45</c:v>
                </c:pt>
                <c:pt idx="3706">
                  <c:v>43.45</c:v>
                </c:pt>
                <c:pt idx="3707">
                  <c:v>43.45</c:v>
                </c:pt>
                <c:pt idx="3708">
                  <c:v>43.5</c:v>
                </c:pt>
                <c:pt idx="3709">
                  <c:v>43.5</c:v>
                </c:pt>
                <c:pt idx="3710">
                  <c:v>43.5</c:v>
                </c:pt>
                <c:pt idx="3711">
                  <c:v>43.5</c:v>
                </c:pt>
                <c:pt idx="3712">
                  <c:v>43.5</c:v>
                </c:pt>
                <c:pt idx="3713">
                  <c:v>43.5</c:v>
                </c:pt>
                <c:pt idx="3714">
                  <c:v>43.5</c:v>
                </c:pt>
                <c:pt idx="3715">
                  <c:v>43.5</c:v>
                </c:pt>
                <c:pt idx="3716">
                  <c:v>43.5</c:v>
                </c:pt>
                <c:pt idx="3717">
                  <c:v>43.5</c:v>
                </c:pt>
                <c:pt idx="3718">
                  <c:v>43.5</c:v>
                </c:pt>
                <c:pt idx="3719">
                  <c:v>43.55</c:v>
                </c:pt>
                <c:pt idx="3720">
                  <c:v>43.55</c:v>
                </c:pt>
                <c:pt idx="3721">
                  <c:v>43.55</c:v>
                </c:pt>
                <c:pt idx="3722">
                  <c:v>43.55</c:v>
                </c:pt>
                <c:pt idx="3723">
                  <c:v>43.55</c:v>
                </c:pt>
                <c:pt idx="3724">
                  <c:v>43.55</c:v>
                </c:pt>
                <c:pt idx="3725">
                  <c:v>43.55</c:v>
                </c:pt>
                <c:pt idx="3726">
                  <c:v>43.55</c:v>
                </c:pt>
                <c:pt idx="3727">
                  <c:v>43.6</c:v>
                </c:pt>
                <c:pt idx="3728">
                  <c:v>43.6</c:v>
                </c:pt>
                <c:pt idx="3729">
                  <c:v>43.6</c:v>
                </c:pt>
                <c:pt idx="3730">
                  <c:v>43.6</c:v>
                </c:pt>
                <c:pt idx="3731">
                  <c:v>43.6</c:v>
                </c:pt>
                <c:pt idx="3732">
                  <c:v>43.6</c:v>
                </c:pt>
                <c:pt idx="3733">
                  <c:v>43.6</c:v>
                </c:pt>
                <c:pt idx="3734">
                  <c:v>43.6</c:v>
                </c:pt>
                <c:pt idx="3735">
                  <c:v>43.65</c:v>
                </c:pt>
                <c:pt idx="3736">
                  <c:v>43.65</c:v>
                </c:pt>
                <c:pt idx="3737">
                  <c:v>43.65</c:v>
                </c:pt>
                <c:pt idx="3738">
                  <c:v>43.65</c:v>
                </c:pt>
                <c:pt idx="3739">
                  <c:v>43.65</c:v>
                </c:pt>
                <c:pt idx="3740">
                  <c:v>43.65</c:v>
                </c:pt>
                <c:pt idx="3741">
                  <c:v>43.65</c:v>
                </c:pt>
                <c:pt idx="3742">
                  <c:v>43.7</c:v>
                </c:pt>
                <c:pt idx="3743">
                  <c:v>43.7</c:v>
                </c:pt>
                <c:pt idx="3744">
                  <c:v>43.7</c:v>
                </c:pt>
                <c:pt idx="3745">
                  <c:v>43.7</c:v>
                </c:pt>
                <c:pt idx="3746">
                  <c:v>43.7</c:v>
                </c:pt>
                <c:pt idx="3747">
                  <c:v>43.7</c:v>
                </c:pt>
                <c:pt idx="3748">
                  <c:v>43.7</c:v>
                </c:pt>
                <c:pt idx="3749">
                  <c:v>43.7</c:v>
                </c:pt>
                <c:pt idx="3750">
                  <c:v>43.7</c:v>
                </c:pt>
                <c:pt idx="3751">
                  <c:v>43.75</c:v>
                </c:pt>
                <c:pt idx="3752">
                  <c:v>43.75</c:v>
                </c:pt>
                <c:pt idx="3753">
                  <c:v>43.75</c:v>
                </c:pt>
                <c:pt idx="3754">
                  <c:v>43.75</c:v>
                </c:pt>
                <c:pt idx="3755">
                  <c:v>43.75</c:v>
                </c:pt>
                <c:pt idx="3756">
                  <c:v>43.75</c:v>
                </c:pt>
                <c:pt idx="3757">
                  <c:v>43.75</c:v>
                </c:pt>
                <c:pt idx="3758">
                  <c:v>43.8</c:v>
                </c:pt>
                <c:pt idx="3759">
                  <c:v>43.8</c:v>
                </c:pt>
                <c:pt idx="3760">
                  <c:v>43.8</c:v>
                </c:pt>
                <c:pt idx="3761">
                  <c:v>43.8</c:v>
                </c:pt>
                <c:pt idx="3762">
                  <c:v>43.8</c:v>
                </c:pt>
                <c:pt idx="3763">
                  <c:v>43.8</c:v>
                </c:pt>
                <c:pt idx="3764">
                  <c:v>43.8</c:v>
                </c:pt>
                <c:pt idx="3765">
                  <c:v>43.85</c:v>
                </c:pt>
                <c:pt idx="3766">
                  <c:v>43.85</c:v>
                </c:pt>
                <c:pt idx="3767">
                  <c:v>43.85</c:v>
                </c:pt>
                <c:pt idx="3768">
                  <c:v>43.85</c:v>
                </c:pt>
                <c:pt idx="3769">
                  <c:v>43.85</c:v>
                </c:pt>
                <c:pt idx="3770">
                  <c:v>43.85</c:v>
                </c:pt>
                <c:pt idx="3771">
                  <c:v>43.85</c:v>
                </c:pt>
                <c:pt idx="3772">
                  <c:v>43.9</c:v>
                </c:pt>
                <c:pt idx="3773">
                  <c:v>43.9</c:v>
                </c:pt>
                <c:pt idx="3774">
                  <c:v>43.9</c:v>
                </c:pt>
                <c:pt idx="3775">
                  <c:v>43.9</c:v>
                </c:pt>
                <c:pt idx="3776">
                  <c:v>43.9</c:v>
                </c:pt>
                <c:pt idx="3777">
                  <c:v>43.9</c:v>
                </c:pt>
                <c:pt idx="3778">
                  <c:v>43.9</c:v>
                </c:pt>
                <c:pt idx="3779">
                  <c:v>43.95</c:v>
                </c:pt>
                <c:pt idx="3780">
                  <c:v>43.95</c:v>
                </c:pt>
                <c:pt idx="3781">
                  <c:v>43.95</c:v>
                </c:pt>
                <c:pt idx="3782">
                  <c:v>43.95</c:v>
                </c:pt>
                <c:pt idx="3783">
                  <c:v>43.95</c:v>
                </c:pt>
                <c:pt idx="3784">
                  <c:v>43.95</c:v>
                </c:pt>
                <c:pt idx="3785">
                  <c:v>43.95</c:v>
                </c:pt>
                <c:pt idx="3786">
                  <c:v>44</c:v>
                </c:pt>
                <c:pt idx="3787">
                  <c:v>44</c:v>
                </c:pt>
                <c:pt idx="3788">
                  <c:v>44</c:v>
                </c:pt>
                <c:pt idx="3789">
                  <c:v>44</c:v>
                </c:pt>
                <c:pt idx="3790">
                  <c:v>44</c:v>
                </c:pt>
                <c:pt idx="3791">
                  <c:v>44</c:v>
                </c:pt>
                <c:pt idx="3792">
                  <c:v>44</c:v>
                </c:pt>
                <c:pt idx="3793">
                  <c:v>44</c:v>
                </c:pt>
                <c:pt idx="3794">
                  <c:v>44.05</c:v>
                </c:pt>
                <c:pt idx="3795">
                  <c:v>44.05</c:v>
                </c:pt>
                <c:pt idx="3796">
                  <c:v>44.05</c:v>
                </c:pt>
                <c:pt idx="3797">
                  <c:v>44.05</c:v>
                </c:pt>
                <c:pt idx="3798">
                  <c:v>44.05</c:v>
                </c:pt>
                <c:pt idx="3799">
                  <c:v>44.05</c:v>
                </c:pt>
                <c:pt idx="3800">
                  <c:v>44.05</c:v>
                </c:pt>
                <c:pt idx="3801">
                  <c:v>44.1</c:v>
                </c:pt>
                <c:pt idx="3802">
                  <c:v>44.1</c:v>
                </c:pt>
                <c:pt idx="3803">
                  <c:v>44.1</c:v>
                </c:pt>
                <c:pt idx="3804">
                  <c:v>44.1</c:v>
                </c:pt>
                <c:pt idx="3805">
                  <c:v>44.1</c:v>
                </c:pt>
                <c:pt idx="3806">
                  <c:v>44.1</c:v>
                </c:pt>
                <c:pt idx="3807">
                  <c:v>44.1</c:v>
                </c:pt>
                <c:pt idx="3808">
                  <c:v>44.1</c:v>
                </c:pt>
                <c:pt idx="3809">
                  <c:v>44.15</c:v>
                </c:pt>
                <c:pt idx="3810">
                  <c:v>44.15</c:v>
                </c:pt>
                <c:pt idx="3811">
                  <c:v>44.15</c:v>
                </c:pt>
                <c:pt idx="3812">
                  <c:v>44.15</c:v>
                </c:pt>
                <c:pt idx="3813">
                  <c:v>44.15</c:v>
                </c:pt>
                <c:pt idx="3814">
                  <c:v>44.15</c:v>
                </c:pt>
                <c:pt idx="3815">
                  <c:v>44.15</c:v>
                </c:pt>
                <c:pt idx="3816">
                  <c:v>44.2</c:v>
                </c:pt>
                <c:pt idx="3817">
                  <c:v>44.2</c:v>
                </c:pt>
                <c:pt idx="3818">
                  <c:v>44.2</c:v>
                </c:pt>
                <c:pt idx="3819">
                  <c:v>44.2</c:v>
                </c:pt>
                <c:pt idx="3820">
                  <c:v>44.2</c:v>
                </c:pt>
                <c:pt idx="3821">
                  <c:v>44.2</c:v>
                </c:pt>
                <c:pt idx="3822">
                  <c:v>44.25</c:v>
                </c:pt>
                <c:pt idx="3823">
                  <c:v>44.25</c:v>
                </c:pt>
                <c:pt idx="3824">
                  <c:v>44.25</c:v>
                </c:pt>
                <c:pt idx="3825">
                  <c:v>44.25</c:v>
                </c:pt>
                <c:pt idx="3826">
                  <c:v>44.25</c:v>
                </c:pt>
                <c:pt idx="3827">
                  <c:v>44.25</c:v>
                </c:pt>
                <c:pt idx="3828">
                  <c:v>44.3</c:v>
                </c:pt>
                <c:pt idx="3829">
                  <c:v>44.3</c:v>
                </c:pt>
                <c:pt idx="3830">
                  <c:v>44.3</c:v>
                </c:pt>
                <c:pt idx="3831">
                  <c:v>44.3</c:v>
                </c:pt>
                <c:pt idx="3832">
                  <c:v>44.3</c:v>
                </c:pt>
                <c:pt idx="3833">
                  <c:v>44.35</c:v>
                </c:pt>
                <c:pt idx="3834">
                  <c:v>44.35</c:v>
                </c:pt>
                <c:pt idx="3835">
                  <c:v>44.35</c:v>
                </c:pt>
                <c:pt idx="3836">
                  <c:v>44.35</c:v>
                </c:pt>
                <c:pt idx="3837">
                  <c:v>44.35</c:v>
                </c:pt>
                <c:pt idx="3838">
                  <c:v>44.35</c:v>
                </c:pt>
                <c:pt idx="3839">
                  <c:v>44.4</c:v>
                </c:pt>
                <c:pt idx="3840">
                  <c:v>44.4</c:v>
                </c:pt>
                <c:pt idx="3841">
                  <c:v>44.4</c:v>
                </c:pt>
                <c:pt idx="3842">
                  <c:v>44.4</c:v>
                </c:pt>
                <c:pt idx="3843">
                  <c:v>44.4</c:v>
                </c:pt>
                <c:pt idx="3844">
                  <c:v>44.4</c:v>
                </c:pt>
                <c:pt idx="3845">
                  <c:v>44.4</c:v>
                </c:pt>
                <c:pt idx="3846">
                  <c:v>44.4</c:v>
                </c:pt>
                <c:pt idx="3847">
                  <c:v>44.45</c:v>
                </c:pt>
                <c:pt idx="3848">
                  <c:v>44.45</c:v>
                </c:pt>
                <c:pt idx="3849">
                  <c:v>44.45</c:v>
                </c:pt>
                <c:pt idx="3850">
                  <c:v>44.45</c:v>
                </c:pt>
                <c:pt idx="3851">
                  <c:v>44.45</c:v>
                </c:pt>
                <c:pt idx="3852">
                  <c:v>44.45</c:v>
                </c:pt>
                <c:pt idx="3853">
                  <c:v>44.45</c:v>
                </c:pt>
                <c:pt idx="3854">
                  <c:v>44.45</c:v>
                </c:pt>
                <c:pt idx="3855">
                  <c:v>44.5</c:v>
                </c:pt>
                <c:pt idx="3856">
                  <c:v>44.5</c:v>
                </c:pt>
                <c:pt idx="3857">
                  <c:v>44.5</c:v>
                </c:pt>
                <c:pt idx="3858">
                  <c:v>44.5</c:v>
                </c:pt>
                <c:pt idx="3859">
                  <c:v>44.5</c:v>
                </c:pt>
                <c:pt idx="3860">
                  <c:v>44.55</c:v>
                </c:pt>
                <c:pt idx="3861">
                  <c:v>44.55</c:v>
                </c:pt>
                <c:pt idx="3862">
                  <c:v>44.55</c:v>
                </c:pt>
                <c:pt idx="3863">
                  <c:v>44.55</c:v>
                </c:pt>
                <c:pt idx="3864">
                  <c:v>44.55</c:v>
                </c:pt>
                <c:pt idx="3865">
                  <c:v>44.55</c:v>
                </c:pt>
                <c:pt idx="3866">
                  <c:v>44.55</c:v>
                </c:pt>
                <c:pt idx="3867">
                  <c:v>44.55</c:v>
                </c:pt>
                <c:pt idx="3868">
                  <c:v>44.6</c:v>
                </c:pt>
                <c:pt idx="3869">
                  <c:v>44.6</c:v>
                </c:pt>
                <c:pt idx="3870">
                  <c:v>44.6</c:v>
                </c:pt>
                <c:pt idx="3871">
                  <c:v>44.6</c:v>
                </c:pt>
                <c:pt idx="3872">
                  <c:v>44.6</c:v>
                </c:pt>
                <c:pt idx="3873">
                  <c:v>44.6</c:v>
                </c:pt>
                <c:pt idx="3874">
                  <c:v>44.6</c:v>
                </c:pt>
                <c:pt idx="3875">
                  <c:v>44.6</c:v>
                </c:pt>
                <c:pt idx="3876">
                  <c:v>44.6</c:v>
                </c:pt>
                <c:pt idx="3877">
                  <c:v>44.6</c:v>
                </c:pt>
                <c:pt idx="3878">
                  <c:v>44.6</c:v>
                </c:pt>
                <c:pt idx="3879">
                  <c:v>44.6</c:v>
                </c:pt>
                <c:pt idx="3880">
                  <c:v>44.6</c:v>
                </c:pt>
                <c:pt idx="3881">
                  <c:v>44.6</c:v>
                </c:pt>
                <c:pt idx="3882">
                  <c:v>44.6</c:v>
                </c:pt>
                <c:pt idx="3883">
                  <c:v>44.6</c:v>
                </c:pt>
                <c:pt idx="3884">
                  <c:v>44.6</c:v>
                </c:pt>
                <c:pt idx="3885">
                  <c:v>44.6</c:v>
                </c:pt>
                <c:pt idx="3886">
                  <c:v>44.6</c:v>
                </c:pt>
                <c:pt idx="3887">
                  <c:v>44.6</c:v>
                </c:pt>
                <c:pt idx="3888">
                  <c:v>44.6</c:v>
                </c:pt>
                <c:pt idx="3889">
                  <c:v>44.6</c:v>
                </c:pt>
                <c:pt idx="3890">
                  <c:v>44.6</c:v>
                </c:pt>
                <c:pt idx="3891">
                  <c:v>44.6</c:v>
                </c:pt>
                <c:pt idx="3892">
                  <c:v>44.6</c:v>
                </c:pt>
                <c:pt idx="3893">
                  <c:v>44.6</c:v>
                </c:pt>
                <c:pt idx="3894">
                  <c:v>44.6</c:v>
                </c:pt>
                <c:pt idx="3895">
                  <c:v>44.6</c:v>
                </c:pt>
                <c:pt idx="3896">
                  <c:v>44.6</c:v>
                </c:pt>
                <c:pt idx="3897">
                  <c:v>44.6</c:v>
                </c:pt>
                <c:pt idx="3898">
                  <c:v>44.6</c:v>
                </c:pt>
                <c:pt idx="3899">
                  <c:v>44.6</c:v>
                </c:pt>
                <c:pt idx="3900">
                  <c:v>44.6</c:v>
                </c:pt>
                <c:pt idx="3901">
                  <c:v>44.6</c:v>
                </c:pt>
                <c:pt idx="3902">
                  <c:v>44.6</c:v>
                </c:pt>
                <c:pt idx="3903">
                  <c:v>44.6</c:v>
                </c:pt>
                <c:pt idx="3904">
                  <c:v>44.6</c:v>
                </c:pt>
                <c:pt idx="3905">
                  <c:v>44.6</c:v>
                </c:pt>
                <c:pt idx="3906">
                  <c:v>44.6</c:v>
                </c:pt>
                <c:pt idx="3907">
                  <c:v>44.6</c:v>
                </c:pt>
                <c:pt idx="3908">
                  <c:v>44.6</c:v>
                </c:pt>
                <c:pt idx="3909">
                  <c:v>44.6</c:v>
                </c:pt>
                <c:pt idx="3910">
                  <c:v>44.6</c:v>
                </c:pt>
                <c:pt idx="3911">
                  <c:v>44.6</c:v>
                </c:pt>
                <c:pt idx="3912">
                  <c:v>44.6</c:v>
                </c:pt>
                <c:pt idx="3913">
                  <c:v>44.6</c:v>
                </c:pt>
                <c:pt idx="3914">
                  <c:v>44.6</c:v>
                </c:pt>
                <c:pt idx="3915">
                  <c:v>44.6</c:v>
                </c:pt>
                <c:pt idx="3916">
                  <c:v>44.6</c:v>
                </c:pt>
                <c:pt idx="3917">
                  <c:v>44.6</c:v>
                </c:pt>
                <c:pt idx="3918">
                  <c:v>44.55</c:v>
                </c:pt>
                <c:pt idx="3919">
                  <c:v>44.55</c:v>
                </c:pt>
                <c:pt idx="3920">
                  <c:v>44.55</c:v>
                </c:pt>
                <c:pt idx="3921">
                  <c:v>44.55</c:v>
                </c:pt>
                <c:pt idx="3922">
                  <c:v>44.55</c:v>
                </c:pt>
                <c:pt idx="3923">
                  <c:v>44.55</c:v>
                </c:pt>
                <c:pt idx="3924">
                  <c:v>44.55</c:v>
                </c:pt>
                <c:pt idx="3925">
                  <c:v>44.55</c:v>
                </c:pt>
                <c:pt idx="3926">
                  <c:v>44.55</c:v>
                </c:pt>
                <c:pt idx="3927">
                  <c:v>44.55</c:v>
                </c:pt>
                <c:pt idx="3928">
                  <c:v>44.55</c:v>
                </c:pt>
                <c:pt idx="3929">
                  <c:v>44.55</c:v>
                </c:pt>
                <c:pt idx="3930">
                  <c:v>44.55</c:v>
                </c:pt>
                <c:pt idx="3931">
                  <c:v>44.55</c:v>
                </c:pt>
                <c:pt idx="3932">
                  <c:v>44.55</c:v>
                </c:pt>
                <c:pt idx="3933">
                  <c:v>44.55</c:v>
                </c:pt>
                <c:pt idx="3934">
                  <c:v>44.55</c:v>
                </c:pt>
                <c:pt idx="3935">
                  <c:v>44.55</c:v>
                </c:pt>
                <c:pt idx="3936">
                  <c:v>44.55</c:v>
                </c:pt>
                <c:pt idx="3937">
                  <c:v>44.55</c:v>
                </c:pt>
                <c:pt idx="3938">
                  <c:v>44.55</c:v>
                </c:pt>
                <c:pt idx="3939">
                  <c:v>44.55</c:v>
                </c:pt>
                <c:pt idx="3940">
                  <c:v>44.55</c:v>
                </c:pt>
                <c:pt idx="3941">
                  <c:v>44.55</c:v>
                </c:pt>
                <c:pt idx="3942">
                  <c:v>44.55</c:v>
                </c:pt>
                <c:pt idx="3943">
                  <c:v>44.55</c:v>
                </c:pt>
                <c:pt idx="3944">
                  <c:v>44.55</c:v>
                </c:pt>
                <c:pt idx="3945">
                  <c:v>44.55</c:v>
                </c:pt>
                <c:pt idx="3946">
                  <c:v>44.55</c:v>
                </c:pt>
                <c:pt idx="3947">
                  <c:v>44.5</c:v>
                </c:pt>
                <c:pt idx="3948">
                  <c:v>44.55</c:v>
                </c:pt>
                <c:pt idx="3949">
                  <c:v>44.55</c:v>
                </c:pt>
                <c:pt idx="3950">
                  <c:v>44.5</c:v>
                </c:pt>
                <c:pt idx="3951">
                  <c:v>44.5</c:v>
                </c:pt>
                <c:pt idx="3952">
                  <c:v>44.5</c:v>
                </c:pt>
                <c:pt idx="3953">
                  <c:v>44.5</c:v>
                </c:pt>
                <c:pt idx="3954">
                  <c:v>44.5</c:v>
                </c:pt>
                <c:pt idx="3955">
                  <c:v>44.5</c:v>
                </c:pt>
                <c:pt idx="3956">
                  <c:v>44.5</c:v>
                </c:pt>
                <c:pt idx="3957">
                  <c:v>44.5</c:v>
                </c:pt>
                <c:pt idx="3958">
                  <c:v>44.5</c:v>
                </c:pt>
                <c:pt idx="3959">
                  <c:v>44.5</c:v>
                </c:pt>
                <c:pt idx="3960">
                  <c:v>44.5</c:v>
                </c:pt>
                <c:pt idx="3961">
                  <c:v>44.5</c:v>
                </c:pt>
                <c:pt idx="3962">
                  <c:v>44.5</c:v>
                </c:pt>
                <c:pt idx="3963">
                  <c:v>44.5</c:v>
                </c:pt>
                <c:pt idx="3964">
                  <c:v>44.5</c:v>
                </c:pt>
                <c:pt idx="3965">
                  <c:v>44.5</c:v>
                </c:pt>
                <c:pt idx="3966">
                  <c:v>44.5</c:v>
                </c:pt>
                <c:pt idx="3967">
                  <c:v>44.5</c:v>
                </c:pt>
                <c:pt idx="3968">
                  <c:v>44.45</c:v>
                </c:pt>
                <c:pt idx="3969">
                  <c:v>44.45</c:v>
                </c:pt>
                <c:pt idx="3970">
                  <c:v>44.45</c:v>
                </c:pt>
                <c:pt idx="3971">
                  <c:v>44.45</c:v>
                </c:pt>
                <c:pt idx="3972">
                  <c:v>44.45</c:v>
                </c:pt>
                <c:pt idx="3973">
                  <c:v>44.45</c:v>
                </c:pt>
                <c:pt idx="3974">
                  <c:v>44.45</c:v>
                </c:pt>
                <c:pt idx="3975">
                  <c:v>44.45</c:v>
                </c:pt>
                <c:pt idx="3976">
                  <c:v>44.45</c:v>
                </c:pt>
                <c:pt idx="3977">
                  <c:v>44.45</c:v>
                </c:pt>
                <c:pt idx="3978">
                  <c:v>44.45</c:v>
                </c:pt>
                <c:pt idx="3979">
                  <c:v>44.45</c:v>
                </c:pt>
                <c:pt idx="3980">
                  <c:v>44.45</c:v>
                </c:pt>
                <c:pt idx="3981">
                  <c:v>44.45</c:v>
                </c:pt>
                <c:pt idx="3982">
                  <c:v>44.45</c:v>
                </c:pt>
                <c:pt idx="3983">
                  <c:v>44.45</c:v>
                </c:pt>
                <c:pt idx="3984">
                  <c:v>44.45</c:v>
                </c:pt>
                <c:pt idx="3985">
                  <c:v>44.45</c:v>
                </c:pt>
                <c:pt idx="3986">
                  <c:v>44.45</c:v>
                </c:pt>
                <c:pt idx="3987">
                  <c:v>44.45</c:v>
                </c:pt>
                <c:pt idx="3988">
                  <c:v>44.45</c:v>
                </c:pt>
                <c:pt idx="3989">
                  <c:v>44.45</c:v>
                </c:pt>
                <c:pt idx="3990">
                  <c:v>44.45</c:v>
                </c:pt>
                <c:pt idx="3991">
                  <c:v>44.45</c:v>
                </c:pt>
                <c:pt idx="3992">
                  <c:v>44.45</c:v>
                </c:pt>
                <c:pt idx="3993">
                  <c:v>44.45</c:v>
                </c:pt>
                <c:pt idx="3994">
                  <c:v>44.45</c:v>
                </c:pt>
                <c:pt idx="3995">
                  <c:v>44.45</c:v>
                </c:pt>
                <c:pt idx="3996">
                  <c:v>44.45</c:v>
                </c:pt>
                <c:pt idx="3997">
                  <c:v>44.45</c:v>
                </c:pt>
                <c:pt idx="3998">
                  <c:v>44.45</c:v>
                </c:pt>
                <c:pt idx="3999">
                  <c:v>44.45</c:v>
                </c:pt>
                <c:pt idx="4000">
                  <c:v>44.45</c:v>
                </c:pt>
                <c:pt idx="4001">
                  <c:v>44.45</c:v>
                </c:pt>
                <c:pt idx="4002">
                  <c:v>44.45</c:v>
                </c:pt>
                <c:pt idx="4003">
                  <c:v>44.45</c:v>
                </c:pt>
                <c:pt idx="4004">
                  <c:v>44.45</c:v>
                </c:pt>
                <c:pt idx="4005">
                  <c:v>44.45</c:v>
                </c:pt>
                <c:pt idx="4006">
                  <c:v>44.4</c:v>
                </c:pt>
                <c:pt idx="4007">
                  <c:v>44.4</c:v>
                </c:pt>
                <c:pt idx="4008">
                  <c:v>44.4</c:v>
                </c:pt>
                <c:pt idx="4009">
                  <c:v>44.4</c:v>
                </c:pt>
                <c:pt idx="4010">
                  <c:v>44.4</c:v>
                </c:pt>
                <c:pt idx="4011">
                  <c:v>44.4</c:v>
                </c:pt>
                <c:pt idx="4012">
                  <c:v>44.4</c:v>
                </c:pt>
                <c:pt idx="4013">
                  <c:v>44.4</c:v>
                </c:pt>
                <c:pt idx="4014">
                  <c:v>44.4</c:v>
                </c:pt>
                <c:pt idx="4015">
                  <c:v>44.4</c:v>
                </c:pt>
                <c:pt idx="4016">
                  <c:v>44.4</c:v>
                </c:pt>
                <c:pt idx="4017">
                  <c:v>44.4</c:v>
                </c:pt>
                <c:pt idx="4018">
                  <c:v>44.4</c:v>
                </c:pt>
                <c:pt idx="4019">
                  <c:v>44.4</c:v>
                </c:pt>
                <c:pt idx="4020">
                  <c:v>44.4</c:v>
                </c:pt>
                <c:pt idx="4021">
                  <c:v>44.4</c:v>
                </c:pt>
                <c:pt idx="4022">
                  <c:v>44.4</c:v>
                </c:pt>
                <c:pt idx="4023">
                  <c:v>44.4</c:v>
                </c:pt>
                <c:pt idx="4024">
                  <c:v>44.4</c:v>
                </c:pt>
                <c:pt idx="4025">
                  <c:v>44.4</c:v>
                </c:pt>
                <c:pt idx="4026">
                  <c:v>44.4</c:v>
                </c:pt>
                <c:pt idx="4027">
                  <c:v>44.4</c:v>
                </c:pt>
                <c:pt idx="4028">
                  <c:v>44.4</c:v>
                </c:pt>
                <c:pt idx="4029">
                  <c:v>44.4</c:v>
                </c:pt>
                <c:pt idx="4030">
                  <c:v>44.4</c:v>
                </c:pt>
                <c:pt idx="4031">
                  <c:v>44.4</c:v>
                </c:pt>
                <c:pt idx="4032">
                  <c:v>44.35</c:v>
                </c:pt>
                <c:pt idx="4033">
                  <c:v>44.35</c:v>
                </c:pt>
                <c:pt idx="4034">
                  <c:v>44.35</c:v>
                </c:pt>
                <c:pt idx="4035">
                  <c:v>44.35</c:v>
                </c:pt>
                <c:pt idx="4036">
                  <c:v>44.35</c:v>
                </c:pt>
                <c:pt idx="4037">
                  <c:v>44.35</c:v>
                </c:pt>
                <c:pt idx="4038">
                  <c:v>44.35</c:v>
                </c:pt>
                <c:pt idx="4039">
                  <c:v>44.35</c:v>
                </c:pt>
                <c:pt idx="4040">
                  <c:v>44.35</c:v>
                </c:pt>
                <c:pt idx="4041">
                  <c:v>44.35</c:v>
                </c:pt>
                <c:pt idx="4042">
                  <c:v>44.35</c:v>
                </c:pt>
                <c:pt idx="4043">
                  <c:v>44.35</c:v>
                </c:pt>
                <c:pt idx="4044">
                  <c:v>44.35</c:v>
                </c:pt>
                <c:pt idx="4045">
                  <c:v>44.35</c:v>
                </c:pt>
                <c:pt idx="4046">
                  <c:v>44.35</c:v>
                </c:pt>
                <c:pt idx="4047">
                  <c:v>44.35</c:v>
                </c:pt>
                <c:pt idx="4048">
                  <c:v>44.35</c:v>
                </c:pt>
                <c:pt idx="4049">
                  <c:v>44.35</c:v>
                </c:pt>
                <c:pt idx="4050">
                  <c:v>44.35</c:v>
                </c:pt>
                <c:pt idx="4051">
                  <c:v>44.35</c:v>
                </c:pt>
                <c:pt idx="4052">
                  <c:v>44.35</c:v>
                </c:pt>
                <c:pt idx="4053">
                  <c:v>44.35</c:v>
                </c:pt>
                <c:pt idx="4054">
                  <c:v>44.35</c:v>
                </c:pt>
                <c:pt idx="4055">
                  <c:v>44.3</c:v>
                </c:pt>
                <c:pt idx="4056">
                  <c:v>44.3</c:v>
                </c:pt>
                <c:pt idx="4057">
                  <c:v>44.3</c:v>
                </c:pt>
                <c:pt idx="4058">
                  <c:v>44.3</c:v>
                </c:pt>
                <c:pt idx="4059">
                  <c:v>44.3</c:v>
                </c:pt>
                <c:pt idx="4060">
                  <c:v>44.3</c:v>
                </c:pt>
                <c:pt idx="4061">
                  <c:v>44.3</c:v>
                </c:pt>
                <c:pt idx="4062">
                  <c:v>44.3</c:v>
                </c:pt>
                <c:pt idx="4063">
                  <c:v>44.3</c:v>
                </c:pt>
                <c:pt idx="4064">
                  <c:v>44.3</c:v>
                </c:pt>
                <c:pt idx="4065">
                  <c:v>44.3</c:v>
                </c:pt>
                <c:pt idx="4066">
                  <c:v>44.3</c:v>
                </c:pt>
                <c:pt idx="4067">
                  <c:v>44.3</c:v>
                </c:pt>
                <c:pt idx="4068">
                  <c:v>44.3</c:v>
                </c:pt>
                <c:pt idx="4069">
                  <c:v>44.3</c:v>
                </c:pt>
                <c:pt idx="4070">
                  <c:v>44.3</c:v>
                </c:pt>
                <c:pt idx="4071">
                  <c:v>44.3</c:v>
                </c:pt>
                <c:pt idx="4072">
                  <c:v>44.3</c:v>
                </c:pt>
                <c:pt idx="4073">
                  <c:v>44.3</c:v>
                </c:pt>
                <c:pt idx="4074">
                  <c:v>44.3</c:v>
                </c:pt>
                <c:pt idx="4075">
                  <c:v>44.25</c:v>
                </c:pt>
                <c:pt idx="4076">
                  <c:v>44.25</c:v>
                </c:pt>
                <c:pt idx="4077">
                  <c:v>44.25</c:v>
                </c:pt>
                <c:pt idx="4078">
                  <c:v>44.25</c:v>
                </c:pt>
                <c:pt idx="4079">
                  <c:v>44.25</c:v>
                </c:pt>
                <c:pt idx="4080">
                  <c:v>44.25</c:v>
                </c:pt>
                <c:pt idx="4081">
                  <c:v>44.25</c:v>
                </c:pt>
                <c:pt idx="4082">
                  <c:v>44.25</c:v>
                </c:pt>
                <c:pt idx="4083">
                  <c:v>44.25</c:v>
                </c:pt>
                <c:pt idx="4084">
                  <c:v>44.25</c:v>
                </c:pt>
                <c:pt idx="4085">
                  <c:v>44.25</c:v>
                </c:pt>
                <c:pt idx="4086">
                  <c:v>44.25</c:v>
                </c:pt>
                <c:pt idx="4087">
                  <c:v>44.25</c:v>
                </c:pt>
                <c:pt idx="4088">
                  <c:v>44.25</c:v>
                </c:pt>
                <c:pt idx="4089">
                  <c:v>44.25</c:v>
                </c:pt>
                <c:pt idx="4090">
                  <c:v>44.25</c:v>
                </c:pt>
                <c:pt idx="4091">
                  <c:v>44.25</c:v>
                </c:pt>
                <c:pt idx="4092">
                  <c:v>44.25</c:v>
                </c:pt>
                <c:pt idx="4093">
                  <c:v>44.25</c:v>
                </c:pt>
                <c:pt idx="4094">
                  <c:v>44.25</c:v>
                </c:pt>
                <c:pt idx="4095">
                  <c:v>44.2</c:v>
                </c:pt>
                <c:pt idx="4096">
                  <c:v>44.2</c:v>
                </c:pt>
                <c:pt idx="4097">
                  <c:v>44.2</c:v>
                </c:pt>
                <c:pt idx="4098">
                  <c:v>44.2</c:v>
                </c:pt>
                <c:pt idx="4099">
                  <c:v>44.2</c:v>
                </c:pt>
                <c:pt idx="4100">
                  <c:v>44.2</c:v>
                </c:pt>
                <c:pt idx="4101">
                  <c:v>44.2</c:v>
                </c:pt>
                <c:pt idx="4102">
                  <c:v>44.2</c:v>
                </c:pt>
                <c:pt idx="4103">
                  <c:v>44.2</c:v>
                </c:pt>
                <c:pt idx="4104">
                  <c:v>44.2</c:v>
                </c:pt>
                <c:pt idx="4105">
                  <c:v>44.25</c:v>
                </c:pt>
                <c:pt idx="4106">
                  <c:v>44.25</c:v>
                </c:pt>
                <c:pt idx="4107">
                  <c:v>44.25</c:v>
                </c:pt>
                <c:pt idx="4108">
                  <c:v>44.25</c:v>
                </c:pt>
                <c:pt idx="4109">
                  <c:v>44.25</c:v>
                </c:pt>
                <c:pt idx="4110">
                  <c:v>44.2</c:v>
                </c:pt>
                <c:pt idx="4111">
                  <c:v>44.2</c:v>
                </c:pt>
                <c:pt idx="4112">
                  <c:v>44.2</c:v>
                </c:pt>
                <c:pt idx="4113">
                  <c:v>44.2</c:v>
                </c:pt>
                <c:pt idx="4114">
                  <c:v>44.2</c:v>
                </c:pt>
                <c:pt idx="4115">
                  <c:v>44.2</c:v>
                </c:pt>
                <c:pt idx="4116">
                  <c:v>44.2</c:v>
                </c:pt>
                <c:pt idx="4117">
                  <c:v>44.2</c:v>
                </c:pt>
                <c:pt idx="4118">
                  <c:v>44.2</c:v>
                </c:pt>
                <c:pt idx="4119">
                  <c:v>44.2</c:v>
                </c:pt>
                <c:pt idx="4120">
                  <c:v>44.2</c:v>
                </c:pt>
                <c:pt idx="4121">
                  <c:v>44.2</c:v>
                </c:pt>
                <c:pt idx="4122">
                  <c:v>44.2</c:v>
                </c:pt>
                <c:pt idx="4123">
                  <c:v>44.2</c:v>
                </c:pt>
                <c:pt idx="4124">
                  <c:v>44.15</c:v>
                </c:pt>
                <c:pt idx="4125">
                  <c:v>44.15</c:v>
                </c:pt>
                <c:pt idx="4126">
                  <c:v>44.15</c:v>
                </c:pt>
                <c:pt idx="4127">
                  <c:v>44.2</c:v>
                </c:pt>
                <c:pt idx="4128">
                  <c:v>44.2</c:v>
                </c:pt>
                <c:pt idx="4129">
                  <c:v>44.2</c:v>
                </c:pt>
                <c:pt idx="4130">
                  <c:v>44.2</c:v>
                </c:pt>
                <c:pt idx="4131">
                  <c:v>44.15</c:v>
                </c:pt>
                <c:pt idx="4132">
                  <c:v>44.15</c:v>
                </c:pt>
                <c:pt idx="4133">
                  <c:v>44.15</c:v>
                </c:pt>
                <c:pt idx="4134">
                  <c:v>44.15</c:v>
                </c:pt>
                <c:pt idx="4135">
                  <c:v>44.15</c:v>
                </c:pt>
                <c:pt idx="4136">
                  <c:v>44.15</c:v>
                </c:pt>
                <c:pt idx="4137">
                  <c:v>44.15</c:v>
                </c:pt>
                <c:pt idx="4138">
                  <c:v>44.15</c:v>
                </c:pt>
                <c:pt idx="4139">
                  <c:v>44.15</c:v>
                </c:pt>
                <c:pt idx="4140">
                  <c:v>44.15</c:v>
                </c:pt>
                <c:pt idx="4141">
                  <c:v>44.15</c:v>
                </c:pt>
                <c:pt idx="4142">
                  <c:v>44.15</c:v>
                </c:pt>
                <c:pt idx="4143">
                  <c:v>44.15</c:v>
                </c:pt>
                <c:pt idx="4144">
                  <c:v>44.15</c:v>
                </c:pt>
                <c:pt idx="4145">
                  <c:v>44.15</c:v>
                </c:pt>
                <c:pt idx="4146">
                  <c:v>44.15</c:v>
                </c:pt>
                <c:pt idx="4147">
                  <c:v>44.15</c:v>
                </c:pt>
                <c:pt idx="4148">
                  <c:v>44.15</c:v>
                </c:pt>
                <c:pt idx="4149">
                  <c:v>44.15</c:v>
                </c:pt>
                <c:pt idx="4150">
                  <c:v>44.15</c:v>
                </c:pt>
                <c:pt idx="4151">
                  <c:v>44.15</c:v>
                </c:pt>
                <c:pt idx="4152">
                  <c:v>44.15</c:v>
                </c:pt>
                <c:pt idx="4153">
                  <c:v>44.15</c:v>
                </c:pt>
                <c:pt idx="4154">
                  <c:v>44.15</c:v>
                </c:pt>
                <c:pt idx="4155">
                  <c:v>44.15</c:v>
                </c:pt>
                <c:pt idx="4156">
                  <c:v>44.1</c:v>
                </c:pt>
                <c:pt idx="4157">
                  <c:v>44.15</c:v>
                </c:pt>
                <c:pt idx="4158">
                  <c:v>44.1</c:v>
                </c:pt>
                <c:pt idx="4159">
                  <c:v>44.1</c:v>
                </c:pt>
                <c:pt idx="4160">
                  <c:v>44.1</c:v>
                </c:pt>
                <c:pt idx="4161">
                  <c:v>44.1</c:v>
                </c:pt>
                <c:pt idx="4162">
                  <c:v>44.1</c:v>
                </c:pt>
                <c:pt idx="4163">
                  <c:v>44.1</c:v>
                </c:pt>
                <c:pt idx="4164">
                  <c:v>44.1</c:v>
                </c:pt>
                <c:pt idx="4165">
                  <c:v>44.1</c:v>
                </c:pt>
                <c:pt idx="4166">
                  <c:v>44.1</c:v>
                </c:pt>
                <c:pt idx="4167">
                  <c:v>44.1</c:v>
                </c:pt>
                <c:pt idx="4168">
                  <c:v>44.1</c:v>
                </c:pt>
                <c:pt idx="4169">
                  <c:v>44.1</c:v>
                </c:pt>
                <c:pt idx="4170">
                  <c:v>44.1</c:v>
                </c:pt>
                <c:pt idx="4171">
                  <c:v>44.1</c:v>
                </c:pt>
                <c:pt idx="4172">
                  <c:v>44.05</c:v>
                </c:pt>
                <c:pt idx="4173">
                  <c:v>44.05</c:v>
                </c:pt>
                <c:pt idx="4174">
                  <c:v>44.05</c:v>
                </c:pt>
                <c:pt idx="4175">
                  <c:v>44.05</c:v>
                </c:pt>
                <c:pt idx="4176">
                  <c:v>44.05</c:v>
                </c:pt>
                <c:pt idx="4177">
                  <c:v>44.05</c:v>
                </c:pt>
                <c:pt idx="4178">
                  <c:v>44.05</c:v>
                </c:pt>
                <c:pt idx="4179">
                  <c:v>44.05</c:v>
                </c:pt>
                <c:pt idx="4180">
                  <c:v>44.05</c:v>
                </c:pt>
                <c:pt idx="4181">
                  <c:v>44.05</c:v>
                </c:pt>
                <c:pt idx="4182">
                  <c:v>44.05</c:v>
                </c:pt>
                <c:pt idx="4183">
                  <c:v>44.05</c:v>
                </c:pt>
                <c:pt idx="4184">
                  <c:v>44.05</c:v>
                </c:pt>
                <c:pt idx="4185">
                  <c:v>44.05</c:v>
                </c:pt>
                <c:pt idx="4186">
                  <c:v>44.05</c:v>
                </c:pt>
                <c:pt idx="4187">
                  <c:v>44.05</c:v>
                </c:pt>
                <c:pt idx="4188">
                  <c:v>44.05</c:v>
                </c:pt>
                <c:pt idx="4189">
                  <c:v>44.05</c:v>
                </c:pt>
                <c:pt idx="4190">
                  <c:v>44.05</c:v>
                </c:pt>
                <c:pt idx="4191">
                  <c:v>44.05</c:v>
                </c:pt>
                <c:pt idx="4192">
                  <c:v>44.05</c:v>
                </c:pt>
                <c:pt idx="4193">
                  <c:v>44.05</c:v>
                </c:pt>
                <c:pt idx="4194">
                  <c:v>44.05</c:v>
                </c:pt>
                <c:pt idx="4195">
                  <c:v>44.05</c:v>
                </c:pt>
                <c:pt idx="4196">
                  <c:v>44.05</c:v>
                </c:pt>
                <c:pt idx="4197">
                  <c:v>44</c:v>
                </c:pt>
                <c:pt idx="4198">
                  <c:v>44</c:v>
                </c:pt>
                <c:pt idx="4199">
                  <c:v>44</c:v>
                </c:pt>
                <c:pt idx="4200">
                  <c:v>44</c:v>
                </c:pt>
                <c:pt idx="4201">
                  <c:v>44</c:v>
                </c:pt>
                <c:pt idx="4202">
                  <c:v>44</c:v>
                </c:pt>
                <c:pt idx="4203">
                  <c:v>44</c:v>
                </c:pt>
                <c:pt idx="4204">
                  <c:v>44</c:v>
                </c:pt>
                <c:pt idx="4205">
                  <c:v>44</c:v>
                </c:pt>
                <c:pt idx="4206">
                  <c:v>44</c:v>
                </c:pt>
                <c:pt idx="4207">
                  <c:v>44</c:v>
                </c:pt>
                <c:pt idx="4208">
                  <c:v>44</c:v>
                </c:pt>
                <c:pt idx="4209">
                  <c:v>44</c:v>
                </c:pt>
                <c:pt idx="4210">
                  <c:v>44</c:v>
                </c:pt>
                <c:pt idx="4211">
                  <c:v>44</c:v>
                </c:pt>
                <c:pt idx="4212">
                  <c:v>44</c:v>
                </c:pt>
                <c:pt idx="4213">
                  <c:v>44</c:v>
                </c:pt>
                <c:pt idx="4214">
                  <c:v>44</c:v>
                </c:pt>
                <c:pt idx="4215">
                  <c:v>44</c:v>
                </c:pt>
                <c:pt idx="4216">
                  <c:v>43.95</c:v>
                </c:pt>
                <c:pt idx="4217">
                  <c:v>43.95</c:v>
                </c:pt>
                <c:pt idx="4218">
                  <c:v>43.95</c:v>
                </c:pt>
                <c:pt idx="4219">
                  <c:v>43.95</c:v>
                </c:pt>
                <c:pt idx="4220">
                  <c:v>43.95</c:v>
                </c:pt>
                <c:pt idx="4221">
                  <c:v>43.95</c:v>
                </c:pt>
                <c:pt idx="4222">
                  <c:v>43.95</c:v>
                </c:pt>
                <c:pt idx="4223">
                  <c:v>43.95</c:v>
                </c:pt>
                <c:pt idx="4224">
                  <c:v>43.95</c:v>
                </c:pt>
                <c:pt idx="4225">
                  <c:v>43.95</c:v>
                </c:pt>
                <c:pt idx="4226">
                  <c:v>43.95</c:v>
                </c:pt>
                <c:pt idx="4227">
                  <c:v>43.95</c:v>
                </c:pt>
                <c:pt idx="4228">
                  <c:v>43.95</c:v>
                </c:pt>
                <c:pt idx="4229">
                  <c:v>43.95</c:v>
                </c:pt>
                <c:pt idx="4230">
                  <c:v>43.95</c:v>
                </c:pt>
                <c:pt idx="4231">
                  <c:v>43.95</c:v>
                </c:pt>
                <c:pt idx="4232">
                  <c:v>43.95</c:v>
                </c:pt>
                <c:pt idx="4233">
                  <c:v>43.95</c:v>
                </c:pt>
                <c:pt idx="4234">
                  <c:v>43.95</c:v>
                </c:pt>
                <c:pt idx="4235">
                  <c:v>43.95</c:v>
                </c:pt>
                <c:pt idx="4236">
                  <c:v>43.95</c:v>
                </c:pt>
                <c:pt idx="4237">
                  <c:v>43.95</c:v>
                </c:pt>
                <c:pt idx="4238">
                  <c:v>43.95</c:v>
                </c:pt>
                <c:pt idx="4239">
                  <c:v>43.9</c:v>
                </c:pt>
                <c:pt idx="4240">
                  <c:v>43.9</c:v>
                </c:pt>
                <c:pt idx="4241">
                  <c:v>43.9</c:v>
                </c:pt>
                <c:pt idx="4242">
                  <c:v>43.9</c:v>
                </c:pt>
                <c:pt idx="4243">
                  <c:v>43.9</c:v>
                </c:pt>
                <c:pt idx="4244">
                  <c:v>43.9</c:v>
                </c:pt>
                <c:pt idx="4245">
                  <c:v>43.9</c:v>
                </c:pt>
                <c:pt idx="4246">
                  <c:v>43.9</c:v>
                </c:pt>
                <c:pt idx="4247">
                  <c:v>43.9</c:v>
                </c:pt>
                <c:pt idx="4248">
                  <c:v>43.9</c:v>
                </c:pt>
                <c:pt idx="4249">
                  <c:v>43.9</c:v>
                </c:pt>
                <c:pt idx="4250">
                  <c:v>43.9</c:v>
                </c:pt>
                <c:pt idx="4251">
                  <c:v>43.9</c:v>
                </c:pt>
                <c:pt idx="4252">
                  <c:v>43.9</c:v>
                </c:pt>
                <c:pt idx="4253">
                  <c:v>43.9</c:v>
                </c:pt>
                <c:pt idx="4254">
                  <c:v>43.9</c:v>
                </c:pt>
                <c:pt idx="4255">
                  <c:v>43.9</c:v>
                </c:pt>
                <c:pt idx="4256">
                  <c:v>43.9</c:v>
                </c:pt>
                <c:pt idx="4257">
                  <c:v>43.85</c:v>
                </c:pt>
                <c:pt idx="4258">
                  <c:v>43.85</c:v>
                </c:pt>
                <c:pt idx="4259">
                  <c:v>43.85</c:v>
                </c:pt>
                <c:pt idx="4260">
                  <c:v>43.85</c:v>
                </c:pt>
                <c:pt idx="4261">
                  <c:v>43.85</c:v>
                </c:pt>
                <c:pt idx="4262">
                  <c:v>43.85</c:v>
                </c:pt>
                <c:pt idx="4263">
                  <c:v>43.85</c:v>
                </c:pt>
                <c:pt idx="4264">
                  <c:v>43.85</c:v>
                </c:pt>
                <c:pt idx="4265">
                  <c:v>43.85</c:v>
                </c:pt>
                <c:pt idx="4266">
                  <c:v>43.85</c:v>
                </c:pt>
                <c:pt idx="4267">
                  <c:v>43.85</c:v>
                </c:pt>
                <c:pt idx="4268">
                  <c:v>43.85</c:v>
                </c:pt>
                <c:pt idx="4269">
                  <c:v>43.85</c:v>
                </c:pt>
                <c:pt idx="4270">
                  <c:v>43.85</c:v>
                </c:pt>
                <c:pt idx="4271">
                  <c:v>43.85</c:v>
                </c:pt>
                <c:pt idx="4272">
                  <c:v>43.85</c:v>
                </c:pt>
                <c:pt idx="4273">
                  <c:v>43.85</c:v>
                </c:pt>
                <c:pt idx="4274">
                  <c:v>43.85</c:v>
                </c:pt>
                <c:pt idx="4275">
                  <c:v>43.85</c:v>
                </c:pt>
                <c:pt idx="4276">
                  <c:v>43.85</c:v>
                </c:pt>
                <c:pt idx="4277">
                  <c:v>43.85</c:v>
                </c:pt>
                <c:pt idx="4278">
                  <c:v>43.85</c:v>
                </c:pt>
                <c:pt idx="4279">
                  <c:v>43.85</c:v>
                </c:pt>
                <c:pt idx="4280">
                  <c:v>43.85</c:v>
                </c:pt>
                <c:pt idx="4281">
                  <c:v>43.8</c:v>
                </c:pt>
                <c:pt idx="4282">
                  <c:v>43.8</c:v>
                </c:pt>
                <c:pt idx="4283">
                  <c:v>43.8</c:v>
                </c:pt>
                <c:pt idx="4284">
                  <c:v>43.8</c:v>
                </c:pt>
                <c:pt idx="4285">
                  <c:v>43.8</c:v>
                </c:pt>
                <c:pt idx="4286">
                  <c:v>43.8</c:v>
                </c:pt>
                <c:pt idx="4287">
                  <c:v>43.8</c:v>
                </c:pt>
                <c:pt idx="4288">
                  <c:v>43.8</c:v>
                </c:pt>
                <c:pt idx="4289">
                  <c:v>43.8</c:v>
                </c:pt>
                <c:pt idx="4290">
                  <c:v>43.8</c:v>
                </c:pt>
                <c:pt idx="4291">
                  <c:v>43.8</c:v>
                </c:pt>
                <c:pt idx="4292">
                  <c:v>43.8</c:v>
                </c:pt>
                <c:pt idx="4293">
                  <c:v>43.8</c:v>
                </c:pt>
                <c:pt idx="4294">
                  <c:v>43.8</c:v>
                </c:pt>
                <c:pt idx="4295">
                  <c:v>43.8</c:v>
                </c:pt>
                <c:pt idx="4296">
                  <c:v>43.8</c:v>
                </c:pt>
                <c:pt idx="4297">
                  <c:v>43.8</c:v>
                </c:pt>
                <c:pt idx="4298">
                  <c:v>43.8</c:v>
                </c:pt>
                <c:pt idx="4299">
                  <c:v>43.8</c:v>
                </c:pt>
                <c:pt idx="4300">
                  <c:v>43.8</c:v>
                </c:pt>
                <c:pt idx="4301">
                  <c:v>43.8</c:v>
                </c:pt>
                <c:pt idx="4302">
                  <c:v>43.8</c:v>
                </c:pt>
                <c:pt idx="4303">
                  <c:v>43.8</c:v>
                </c:pt>
                <c:pt idx="4304">
                  <c:v>43.8</c:v>
                </c:pt>
                <c:pt idx="4305">
                  <c:v>43.8</c:v>
                </c:pt>
                <c:pt idx="4306">
                  <c:v>43.8</c:v>
                </c:pt>
                <c:pt idx="4307">
                  <c:v>43.8</c:v>
                </c:pt>
                <c:pt idx="4308">
                  <c:v>43.8</c:v>
                </c:pt>
                <c:pt idx="4309">
                  <c:v>43.75</c:v>
                </c:pt>
                <c:pt idx="4310">
                  <c:v>43.75</c:v>
                </c:pt>
                <c:pt idx="4311">
                  <c:v>43.75</c:v>
                </c:pt>
                <c:pt idx="4312">
                  <c:v>43.75</c:v>
                </c:pt>
                <c:pt idx="4313">
                  <c:v>43.75</c:v>
                </c:pt>
                <c:pt idx="4314">
                  <c:v>43.75</c:v>
                </c:pt>
                <c:pt idx="4315">
                  <c:v>43.75</c:v>
                </c:pt>
                <c:pt idx="4316">
                  <c:v>43.75</c:v>
                </c:pt>
                <c:pt idx="4317">
                  <c:v>43.75</c:v>
                </c:pt>
                <c:pt idx="4318">
                  <c:v>43.75</c:v>
                </c:pt>
                <c:pt idx="4319">
                  <c:v>43.75</c:v>
                </c:pt>
                <c:pt idx="4320">
                  <c:v>43.75</c:v>
                </c:pt>
                <c:pt idx="4321">
                  <c:v>43.75</c:v>
                </c:pt>
                <c:pt idx="4322">
                  <c:v>43.75</c:v>
                </c:pt>
                <c:pt idx="4323">
                  <c:v>43.75</c:v>
                </c:pt>
                <c:pt idx="4324">
                  <c:v>43.75</c:v>
                </c:pt>
                <c:pt idx="4325">
                  <c:v>43.7</c:v>
                </c:pt>
                <c:pt idx="4326">
                  <c:v>43.7</c:v>
                </c:pt>
                <c:pt idx="4327">
                  <c:v>43.7</c:v>
                </c:pt>
                <c:pt idx="4328">
                  <c:v>43.7</c:v>
                </c:pt>
                <c:pt idx="4329">
                  <c:v>43.7</c:v>
                </c:pt>
                <c:pt idx="4330">
                  <c:v>43.7</c:v>
                </c:pt>
                <c:pt idx="4331">
                  <c:v>43.7</c:v>
                </c:pt>
                <c:pt idx="4332">
                  <c:v>43.7</c:v>
                </c:pt>
                <c:pt idx="4333">
                  <c:v>43.7</c:v>
                </c:pt>
                <c:pt idx="4334">
                  <c:v>43.7</c:v>
                </c:pt>
                <c:pt idx="4335">
                  <c:v>43.7</c:v>
                </c:pt>
                <c:pt idx="4336">
                  <c:v>43.7</c:v>
                </c:pt>
                <c:pt idx="4337">
                  <c:v>43.7</c:v>
                </c:pt>
                <c:pt idx="4338">
                  <c:v>43.7</c:v>
                </c:pt>
                <c:pt idx="4339">
                  <c:v>43.7</c:v>
                </c:pt>
                <c:pt idx="4340">
                  <c:v>43.7</c:v>
                </c:pt>
                <c:pt idx="4341">
                  <c:v>43.7</c:v>
                </c:pt>
                <c:pt idx="4342">
                  <c:v>43.7</c:v>
                </c:pt>
                <c:pt idx="4343">
                  <c:v>43.7</c:v>
                </c:pt>
                <c:pt idx="4344">
                  <c:v>43.7</c:v>
                </c:pt>
                <c:pt idx="4345">
                  <c:v>43.7</c:v>
                </c:pt>
                <c:pt idx="4346">
                  <c:v>43.7</c:v>
                </c:pt>
                <c:pt idx="4347">
                  <c:v>43.7</c:v>
                </c:pt>
                <c:pt idx="4348">
                  <c:v>43.65</c:v>
                </c:pt>
                <c:pt idx="4349">
                  <c:v>43.65</c:v>
                </c:pt>
                <c:pt idx="4350">
                  <c:v>43.65</c:v>
                </c:pt>
                <c:pt idx="4351">
                  <c:v>43.65</c:v>
                </c:pt>
                <c:pt idx="4352">
                  <c:v>43.65</c:v>
                </c:pt>
                <c:pt idx="4353">
                  <c:v>43.65</c:v>
                </c:pt>
                <c:pt idx="4354">
                  <c:v>43.65</c:v>
                </c:pt>
                <c:pt idx="4355">
                  <c:v>43.65</c:v>
                </c:pt>
                <c:pt idx="4356">
                  <c:v>43.65</c:v>
                </c:pt>
                <c:pt idx="4357">
                  <c:v>43.65</c:v>
                </c:pt>
                <c:pt idx="4358">
                  <c:v>43.65</c:v>
                </c:pt>
                <c:pt idx="4359">
                  <c:v>43.65</c:v>
                </c:pt>
                <c:pt idx="4360">
                  <c:v>43.65</c:v>
                </c:pt>
                <c:pt idx="4361">
                  <c:v>43.65</c:v>
                </c:pt>
                <c:pt idx="4362">
                  <c:v>43.65</c:v>
                </c:pt>
                <c:pt idx="4363">
                  <c:v>43.65</c:v>
                </c:pt>
                <c:pt idx="4364">
                  <c:v>43.65</c:v>
                </c:pt>
                <c:pt idx="4365">
                  <c:v>43.65</c:v>
                </c:pt>
                <c:pt idx="4366">
                  <c:v>43.65</c:v>
                </c:pt>
                <c:pt idx="4367">
                  <c:v>43.6</c:v>
                </c:pt>
                <c:pt idx="4368">
                  <c:v>43.6</c:v>
                </c:pt>
                <c:pt idx="4369">
                  <c:v>43.6</c:v>
                </c:pt>
                <c:pt idx="4370">
                  <c:v>43.6</c:v>
                </c:pt>
                <c:pt idx="4371">
                  <c:v>43.6</c:v>
                </c:pt>
                <c:pt idx="4372">
                  <c:v>43.6</c:v>
                </c:pt>
                <c:pt idx="4373">
                  <c:v>43.6</c:v>
                </c:pt>
                <c:pt idx="4374">
                  <c:v>43.6</c:v>
                </c:pt>
                <c:pt idx="4375">
                  <c:v>43.6</c:v>
                </c:pt>
                <c:pt idx="4376">
                  <c:v>43.6</c:v>
                </c:pt>
                <c:pt idx="4377">
                  <c:v>43.6</c:v>
                </c:pt>
                <c:pt idx="4378">
                  <c:v>43.6</c:v>
                </c:pt>
                <c:pt idx="4379">
                  <c:v>43.6</c:v>
                </c:pt>
                <c:pt idx="4380">
                  <c:v>43.6</c:v>
                </c:pt>
                <c:pt idx="4381">
                  <c:v>43.6</c:v>
                </c:pt>
                <c:pt idx="4382">
                  <c:v>43.6</c:v>
                </c:pt>
                <c:pt idx="4383">
                  <c:v>43.6</c:v>
                </c:pt>
                <c:pt idx="4384">
                  <c:v>43.6</c:v>
                </c:pt>
                <c:pt idx="4385">
                  <c:v>43.6</c:v>
                </c:pt>
                <c:pt idx="4386">
                  <c:v>43.6</c:v>
                </c:pt>
                <c:pt idx="4387">
                  <c:v>43.6</c:v>
                </c:pt>
                <c:pt idx="4388">
                  <c:v>43.55</c:v>
                </c:pt>
                <c:pt idx="4389">
                  <c:v>43.55</c:v>
                </c:pt>
                <c:pt idx="4390">
                  <c:v>43.55</c:v>
                </c:pt>
                <c:pt idx="4391">
                  <c:v>43.55</c:v>
                </c:pt>
                <c:pt idx="4392">
                  <c:v>43.55</c:v>
                </c:pt>
                <c:pt idx="4393">
                  <c:v>43.55</c:v>
                </c:pt>
                <c:pt idx="4394">
                  <c:v>43.55</c:v>
                </c:pt>
                <c:pt idx="4395">
                  <c:v>43.55</c:v>
                </c:pt>
                <c:pt idx="4396">
                  <c:v>43.55</c:v>
                </c:pt>
                <c:pt idx="4397">
                  <c:v>43.55</c:v>
                </c:pt>
                <c:pt idx="4398">
                  <c:v>43.55</c:v>
                </c:pt>
                <c:pt idx="4399">
                  <c:v>43.55</c:v>
                </c:pt>
                <c:pt idx="4400">
                  <c:v>43.55</c:v>
                </c:pt>
                <c:pt idx="4401">
                  <c:v>43.55</c:v>
                </c:pt>
                <c:pt idx="4402">
                  <c:v>43.55</c:v>
                </c:pt>
                <c:pt idx="4403">
                  <c:v>43.55</c:v>
                </c:pt>
                <c:pt idx="4404">
                  <c:v>43.55</c:v>
                </c:pt>
                <c:pt idx="4405">
                  <c:v>43.55</c:v>
                </c:pt>
                <c:pt idx="4406">
                  <c:v>43.5</c:v>
                </c:pt>
                <c:pt idx="4407">
                  <c:v>43.5</c:v>
                </c:pt>
                <c:pt idx="4408">
                  <c:v>43.5</c:v>
                </c:pt>
                <c:pt idx="4409">
                  <c:v>43.5</c:v>
                </c:pt>
                <c:pt idx="4410">
                  <c:v>43.5</c:v>
                </c:pt>
                <c:pt idx="4411">
                  <c:v>43.5</c:v>
                </c:pt>
                <c:pt idx="4412">
                  <c:v>43.5</c:v>
                </c:pt>
                <c:pt idx="4413">
                  <c:v>43.5</c:v>
                </c:pt>
                <c:pt idx="4414">
                  <c:v>43.5</c:v>
                </c:pt>
                <c:pt idx="4415">
                  <c:v>43.5</c:v>
                </c:pt>
                <c:pt idx="4416">
                  <c:v>43.5</c:v>
                </c:pt>
                <c:pt idx="4417">
                  <c:v>43.5</c:v>
                </c:pt>
                <c:pt idx="4418">
                  <c:v>43.5</c:v>
                </c:pt>
                <c:pt idx="4419">
                  <c:v>43.5</c:v>
                </c:pt>
                <c:pt idx="4420">
                  <c:v>43.5</c:v>
                </c:pt>
                <c:pt idx="4421">
                  <c:v>43.5</c:v>
                </c:pt>
                <c:pt idx="4422">
                  <c:v>43.5</c:v>
                </c:pt>
                <c:pt idx="4423">
                  <c:v>43.5</c:v>
                </c:pt>
                <c:pt idx="4424">
                  <c:v>43.5</c:v>
                </c:pt>
                <c:pt idx="4425">
                  <c:v>43.5</c:v>
                </c:pt>
                <c:pt idx="4426">
                  <c:v>43.5</c:v>
                </c:pt>
                <c:pt idx="4427">
                  <c:v>43.5</c:v>
                </c:pt>
                <c:pt idx="4428">
                  <c:v>43.5</c:v>
                </c:pt>
                <c:pt idx="4429">
                  <c:v>43.5</c:v>
                </c:pt>
                <c:pt idx="4430">
                  <c:v>43.5</c:v>
                </c:pt>
                <c:pt idx="4431">
                  <c:v>43.5</c:v>
                </c:pt>
                <c:pt idx="4432">
                  <c:v>43.5</c:v>
                </c:pt>
                <c:pt idx="4433">
                  <c:v>43.5</c:v>
                </c:pt>
                <c:pt idx="4434">
                  <c:v>43.5</c:v>
                </c:pt>
                <c:pt idx="4435">
                  <c:v>43.5</c:v>
                </c:pt>
                <c:pt idx="4436">
                  <c:v>43.5</c:v>
                </c:pt>
                <c:pt idx="4437">
                  <c:v>43.5</c:v>
                </c:pt>
                <c:pt idx="4438">
                  <c:v>43.5</c:v>
                </c:pt>
                <c:pt idx="4439">
                  <c:v>43.5</c:v>
                </c:pt>
                <c:pt idx="4440">
                  <c:v>43.45</c:v>
                </c:pt>
                <c:pt idx="4441">
                  <c:v>43.45</c:v>
                </c:pt>
                <c:pt idx="4442">
                  <c:v>43.45</c:v>
                </c:pt>
                <c:pt idx="4443">
                  <c:v>43.45</c:v>
                </c:pt>
                <c:pt idx="4444">
                  <c:v>43.45</c:v>
                </c:pt>
                <c:pt idx="4445">
                  <c:v>43.45</c:v>
                </c:pt>
                <c:pt idx="4446">
                  <c:v>43.45</c:v>
                </c:pt>
                <c:pt idx="4447">
                  <c:v>43.45</c:v>
                </c:pt>
                <c:pt idx="4448">
                  <c:v>43.45</c:v>
                </c:pt>
                <c:pt idx="4449">
                  <c:v>43.45</c:v>
                </c:pt>
                <c:pt idx="4450">
                  <c:v>43.45</c:v>
                </c:pt>
                <c:pt idx="4451">
                  <c:v>43.45</c:v>
                </c:pt>
                <c:pt idx="4452">
                  <c:v>43.45</c:v>
                </c:pt>
                <c:pt idx="4453">
                  <c:v>43.45</c:v>
                </c:pt>
                <c:pt idx="4454">
                  <c:v>43.45</c:v>
                </c:pt>
                <c:pt idx="4455">
                  <c:v>43.45</c:v>
                </c:pt>
                <c:pt idx="4456">
                  <c:v>43.4</c:v>
                </c:pt>
                <c:pt idx="4457">
                  <c:v>43.45</c:v>
                </c:pt>
                <c:pt idx="4458">
                  <c:v>43.4</c:v>
                </c:pt>
                <c:pt idx="4459">
                  <c:v>43.4</c:v>
                </c:pt>
                <c:pt idx="4460">
                  <c:v>43.4</c:v>
                </c:pt>
                <c:pt idx="4461">
                  <c:v>43.4</c:v>
                </c:pt>
                <c:pt idx="4462">
                  <c:v>43.4</c:v>
                </c:pt>
                <c:pt idx="4463">
                  <c:v>43.4</c:v>
                </c:pt>
                <c:pt idx="4464">
                  <c:v>43.4</c:v>
                </c:pt>
                <c:pt idx="4465">
                  <c:v>43.4</c:v>
                </c:pt>
                <c:pt idx="4466">
                  <c:v>43.4</c:v>
                </c:pt>
                <c:pt idx="4467">
                  <c:v>43.4</c:v>
                </c:pt>
                <c:pt idx="4468">
                  <c:v>43.4</c:v>
                </c:pt>
                <c:pt idx="4469">
                  <c:v>43.4</c:v>
                </c:pt>
                <c:pt idx="4470">
                  <c:v>43.4</c:v>
                </c:pt>
                <c:pt idx="4471">
                  <c:v>43.4</c:v>
                </c:pt>
                <c:pt idx="4472">
                  <c:v>43.4</c:v>
                </c:pt>
                <c:pt idx="4473">
                  <c:v>43.4</c:v>
                </c:pt>
                <c:pt idx="4474">
                  <c:v>43.4</c:v>
                </c:pt>
                <c:pt idx="4475">
                  <c:v>43.4</c:v>
                </c:pt>
                <c:pt idx="4476">
                  <c:v>43.35</c:v>
                </c:pt>
                <c:pt idx="4477">
                  <c:v>43.35</c:v>
                </c:pt>
                <c:pt idx="4478">
                  <c:v>43.35</c:v>
                </c:pt>
                <c:pt idx="4479">
                  <c:v>43.35</c:v>
                </c:pt>
                <c:pt idx="4480">
                  <c:v>43.35</c:v>
                </c:pt>
                <c:pt idx="4481">
                  <c:v>43.35</c:v>
                </c:pt>
                <c:pt idx="4482">
                  <c:v>43.35</c:v>
                </c:pt>
                <c:pt idx="4483">
                  <c:v>43.35</c:v>
                </c:pt>
                <c:pt idx="4484">
                  <c:v>43.35</c:v>
                </c:pt>
                <c:pt idx="4485">
                  <c:v>43.35</c:v>
                </c:pt>
                <c:pt idx="4486">
                  <c:v>43.35</c:v>
                </c:pt>
                <c:pt idx="4487">
                  <c:v>43.35</c:v>
                </c:pt>
                <c:pt idx="4488">
                  <c:v>43.35</c:v>
                </c:pt>
                <c:pt idx="4489">
                  <c:v>43.35</c:v>
                </c:pt>
                <c:pt idx="4490">
                  <c:v>43.35</c:v>
                </c:pt>
                <c:pt idx="4491">
                  <c:v>43.35</c:v>
                </c:pt>
                <c:pt idx="4492">
                  <c:v>43.35</c:v>
                </c:pt>
                <c:pt idx="4493">
                  <c:v>43.35</c:v>
                </c:pt>
                <c:pt idx="4494">
                  <c:v>43.35</c:v>
                </c:pt>
                <c:pt idx="4495">
                  <c:v>43.35</c:v>
                </c:pt>
                <c:pt idx="4496">
                  <c:v>43.35</c:v>
                </c:pt>
                <c:pt idx="4497">
                  <c:v>43.35</c:v>
                </c:pt>
                <c:pt idx="4498">
                  <c:v>43.35</c:v>
                </c:pt>
                <c:pt idx="4499">
                  <c:v>43.3</c:v>
                </c:pt>
                <c:pt idx="4500">
                  <c:v>43.3</c:v>
                </c:pt>
                <c:pt idx="4501">
                  <c:v>43.3</c:v>
                </c:pt>
                <c:pt idx="4502">
                  <c:v>43.3</c:v>
                </c:pt>
                <c:pt idx="4503">
                  <c:v>43.3</c:v>
                </c:pt>
                <c:pt idx="4504">
                  <c:v>43.3</c:v>
                </c:pt>
                <c:pt idx="4505">
                  <c:v>43.3</c:v>
                </c:pt>
                <c:pt idx="4506">
                  <c:v>43.3</c:v>
                </c:pt>
                <c:pt idx="4507">
                  <c:v>43.3</c:v>
                </c:pt>
                <c:pt idx="4508">
                  <c:v>43.3</c:v>
                </c:pt>
                <c:pt idx="4509">
                  <c:v>43.3</c:v>
                </c:pt>
                <c:pt idx="4510">
                  <c:v>43.3</c:v>
                </c:pt>
                <c:pt idx="4511">
                  <c:v>43.3</c:v>
                </c:pt>
                <c:pt idx="4512">
                  <c:v>43.3</c:v>
                </c:pt>
                <c:pt idx="4513">
                  <c:v>43.3</c:v>
                </c:pt>
                <c:pt idx="4514">
                  <c:v>43.3</c:v>
                </c:pt>
                <c:pt idx="4515">
                  <c:v>43.3</c:v>
                </c:pt>
                <c:pt idx="4516">
                  <c:v>43.3</c:v>
                </c:pt>
                <c:pt idx="4517">
                  <c:v>43.3</c:v>
                </c:pt>
                <c:pt idx="4518">
                  <c:v>43.25</c:v>
                </c:pt>
                <c:pt idx="4519">
                  <c:v>43.25</c:v>
                </c:pt>
                <c:pt idx="4520">
                  <c:v>43.25</c:v>
                </c:pt>
                <c:pt idx="4521">
                  <c:v>43.25</c:v>
                </c:pt>
                <c:pt idx="4522">
                  <c:v>43.25</c:v>
                </c:pt>
                <c:pt idx="4523">
                  <c:v>43.25</c:v>
                </c:pt>
                <c:pt idx="4524">
                  <c:v>43.25</c:v>
                </c:pt>
                <c:pt idx="4525">
                  <c:v>43.25</c:v>
                </c:pt>
                <c:pt idx="4526">
                  <c:v>43.25</c:v>
                </c:pt>
                <c:pt idx="4527">
                  <c:v>43.25</c:v>
                </c:pt>
                <c:pt idx="4528">
                  <c:v>43.25</c:v>
                </c:pt>
                <c:pt idx="4529">
                  <c:v>43.25</c:v>
                </c:pt>
                <c:pt idx="4530">
                  <c:v>43.25</c:v>
                </c:pt>
                <c:pt idx="4531">
                  <c:v>43.25</c:v>
                </c:pt>
                <c:pt idx="4532">
                  <c:v>43.25</c:v>
                </c:pt>
                <c:pt idx="4533">
                  <c:v>43.25</c:v>
                </c:pt>
                <c:pt idx="4534">
                  <c:v>43.25</c:v>
                </c:pt>
                <c:pt idx="4535">
                  <c:v>43.25</c:v>
                </c:pt>
                <c:pt idx="4536">
                  <c:v>43.25</c:v>
                </c:pt>
                <c:pt idx="4537">
                  <c:v>43.25</c:v>
                </c:pt>
                <c:pt idx="4538">
                  <c:v>43.25</c:v>
                </c:pt>
                <c:pt idx="4539">
                  <c:v>43.25</c:v>
                </c:pt>
                <c:pt idx="4540">
                  <c:v>43.25</c:v>
                </c:pt>
                <c:pt idx="4541">
                  <c:v>43.25</c:v>
                </c:pt>
                <c:pt idx="4542">
                  <c:v>43.25</c:v>
                </c:pt>
                <c:pt idx="4543">
                  <c:v>43.25</c:v>
                </c:pt>
                <c:pt idx="4544">
                  <c:v>43.2</c:v>
                </c:pt>
                <c:pt idx="4545">
                  <c:v>43.2</c:v>
                </c:pt>
                <c:pt idx="4546">
                  <c:v>43.2</c:v>
                </c:pt>
                <c:pt idx="4547">
                  <c:v>43.2</c:v>
                </c:pt>
                <c:pt idx="4548">
                  <c:v>43.2</c:v>
                </c:pt>
                <c:pt idx="4549">
                  <c:v>43.2</c:v>
                </c:pt>
                <c:pt idx="4550">
                  <c:v>43.2</c:v>
                </c:pt>
                <c:pt idx="4551">
                  <c:v>43.2</c:v>
                </c:pt>
                <c:pt idx="4552">
                  <c:v>43.2</c:v>
                </c:pt>
                <c:pt idx="4553">
                  <c:v>43.2</c:v>
                </c:pt>
                <c:pt idx="4554">
                  <c:v>43.2</c:v>
                </c:pt>
                <c:pt idx="4555">
                  <c:v>43.2</c:v>
                </c:pt>
                <c:pt idx="4556">
                  <c:v>43.2</c:v>
                </c:pt>
                <c:pt idx="4557">
                  <c:v>43.2</c:v>
                </c:pt>
                <c:pt idx="4558">
                  <c:v>43.2</c:v>
                </c:pt>
                <c:pt idx="4559">
                  <c:v>43.2</c:v>
                </c:pt>
                <c:pt idx="4560">
                  <c:v>43.2</c:v>
                </c:pt>
                <c:pt idx="4561">
                  <c:v>43.2</c:v>
                </c:pt>
                <c:pt idx="4562">
                  <c:v>43.2</c:v>
                </c:pt>
                <c:pt idx="4563">
                  <c:v>43.2</c:v>
                </c:pt>
                <c:pt idx="4564">
                  <c:v>43.2</c:v>
                </c:pt>
                <c:pt idx="4565">
                  <c:v>43.2</c:v>
                </c:pt>
                <c:pt idx="4566">
                  <c:v>43.2</c:v>
                </c:pt>
                <c:pt idx="4567">
                  <c:v>43.2</c:v>
                </c:pt>
                <c:pt idx="4568">
                  <c:v>43.15</c:v>
                </c:pt>
                <c:pt idx="4569">
                  <c:v>43.2</c:v>
                </c:pt>
                <c:pt idx="4570">
                  <c:v>43.15</c:v>
                </c:pt>
                <c:pt idx="4571">
                  <c:v>43.15</c:v>
                </c:pt>
                <c:pt idx="4572">
                  <c:v>43.15</c:v>
                </c:pt>
                <c:pt idx="4573">
                  <c:v>43.15</c:v>
                </c:pt>
                <c:pt idx="4574">
                  <c:v>43.15</c:v>
                </c:pt>
                <c:pt idx="4575">
                  <c:v>43.15</c:v>
                </c:pt>
                <c:pt idx="4576">
                  <c:v>43.15</c:v>
                </c:pt>
                <c:pt idx="4577">
                  <c:v>43.15</c:v>
                </c:pt>
                <c:pt idx="4578">
                  <c:v>43.15</c:v>
                </c:pt>
                <c:pt idx="4579">
                  <c:v>43.15</c:v>
                </c:pt>
                <c:pt idx="4580">
                  <c:v>43.15</c:v>
                </c:pt>
                <c:pt idx="4581">
                  <c:v>43.15</c:v>
                </c:pt>
                <c:pt idx="4582">
                  <c:v>43.15</c:v>
                </c:pt>
                <c:pt idx="4583">
                  <c:v>43.15</c:v>
                </c:pt>
                <c:pt idx="4584">
                  <c:v>43.15</c:v>
                </c:pt>
                <c:pt idx="4585">
                  <c:v>43.15</c:v>
                </c:pt>
                <c:pt idx="4586">
                  <c:v>43.15</c:v>
                </c:pt>
                <c:pt idx="4587">
                  <c:v>43.15</c:v>
                </c:pt>
                <c:pt idx="4588">
                  <c:v>43.15</c:v>
                </c:pt>
                <c:pt idx="4589">
                  <c:v>43.1</c:v>
                </c:pt>
                <c:pt idx="4590">
                  <c:v>43.1</c:v>
                </c:pt>
                <c:pt idx="4591">
                  <c:v>43.1</c:v>
                </c:pt>
                <c:pt idx="4592">
                  <c:v>43.1</c:v>
                </c:pt>
                <c:pt idx="4593">
                  <c:v>43.1</c:v>
                </c:pt>
                <c:pt idx="4594">
                  <c:v>43.1</c:v>
                </c:pt>
                <c:pt idx="4595">
                  <c:v>43.1</c:v>
                </c:pt>
                <c:pt idx="4596">
                  <c:v>43.1</c:v>
                </c:pt>
                <c:pt idx="4597">
                  <c:v>43.1</c:v>
                </c:pt>
                <c:pt idx="4598">
                  <c:v>43.1</c:v>
                </c:pt>
                <c:pt idx="4599">
                  <c:v>43.1</c:v>
                </c:pt>
                <c:pt idx="4600">
                  <c:v>43.1</c:v>
                </c:pt>
                <c:pt idx="4601">
                  <c:v>43.1</c:v>
                </c:pt>
                <c:pt idx="4602">
                  <c:v>43.1</c:v>
                </c:pt>
                <c:pt idx="4603">
                  <c:v>43.1</c:v>
                </c:pt>
                <c:pt idx="4604">
                  <c:v>43.1</c:v>
                </c:pt>
                <c:pt idx="4605">
                  <c:v>43.1</c:v>
                </c:pt>
                <c:pt idx="4606">
                  <c:v>43.1</c:v>
                </c:pt>
                <c:pt idx="4607">
                  <c:v>43.1</c:v>
                </c:pt>
                <c:pt idx="4608">
                  <c:v>43.1</c:v>
                </c:pt>
                <c:pt idx="4609">
                  <c:v>43.05</c:v>
                </c:pt>
                <c:pt idx="4610">
                  <c:v>43.05</c:v>
                </c:pt>
                <c:pt idx="4611">
                  <c:v>43.05</c:v>
                </c:pt>
                <c:pt idx="4612">
                  <c:v>43.05</c:v>
                </c:pt>
                <c:pt idx="4613">
                  <c:v>43.05</c:v>
                </c:pt>
                <c:pt idx="4614">
                  <c:v>43.05</c:v>
                </c:pt>
                <c:pt idx="4615">
                  <c:v>43.05</c:v>
                </c:pt>
                <c:pt idx="4616">
                  <c:v>43.05</c:v>
                </c:pt>
                <c:pt idx="4617">
                  <c:v>43.05</c:v>
                </c:pt>
                <c:pt idx="4618">
                  <c:v>43.05</c:v>
                </c:pt>
                <c:pt idx="4619">
                  <c:v>43.05</c:v>
                </c:pt>
                <c:pt idx="4620">
                  <c:v>43.05</c:v>
                </c:pt>
                <c:pt idx="4621">
                  <c:v>43.05</c:v>
                </c:pt>
                <c:pt idx="4622">
                  <c:v>43.05</c:v>
                </c:pt>
                <c:pt idx="4623">
                  <c:v>43.05</c:v>
                </c:pt>
                <c:pt idx="4624">
                  <c:v>43.05</c:v>
                </c:pt>
                <c:pt idx="4625">
                  <c:v>43</c:v>
                </c:pt>
                <c:pt idx="4626">
                  <c:v>43</c:v>
                </c:pt>
                <c:pt idx="4627">
                  <c:v>43</c:v>
                </c:pt>
                <c:pt idx="4628">
                  <c:v>43</c:v>
                </c:pt>
                <c:pt idx="4629">
                  <c:v>43</c:v>
                </c:pt>
                <c:pt idx="4630">
                  <c:v>43</c:v>
                </c:pt>
                <c:pt idx="4631">
                  <c:v>43</c:v>
                </c:pt>
                <c:pt idx="4632">
                  <c:v>43</c:v>
                </c:pt>
                <c:pt idx="4633">
                  <c:v>43</c:v>
                </c:pt>
                <c:pt idx="4634">
                  <c:v>43</c:v>
                </c:pt>
                <c:pt idx="4635">
                  <c:v>43</c:v>
                </c:pt>
                <c:pt idx="4636">
                  <c:v>43</c:v>
                </c:pt>
                <c:pt idx="4637">
                  <c:v>43</c:v>
                </c:pt>
                <c:pt idx="4638">
                  <c:v>43</c:v>
                </c:pt>
                <c:pt idx="4639">
                  <c:v>43</c:v>
                </c:pt>
                <c:pt idx="4640">
                  <c:v>43</c:v>
                </c:pt>
                <c:pt idx="4641">
                  <c:v>43</c:v>
                </c:pt>
                <c:pt idx="4642">
                  <c:v>43</c:v>
                </c:pt>
                <c:pt idx="4643">
                  <c:v>43</c:v>
                </c:pt>
                <c:pt idx="4644">
                  <c:v>42.95</c:v>
                </c:pt>
                <c:pt idx="4645">
                  <c:v>43</c:v>
                </c:pt>
                <c:pt idx="4646">
                  <c:v>42.95</c:v>
                </c:pt>
                <c:pt idx="4647">
                  <c:v>42.95</c:v>
                </c:pt>
                <c:pt idx="4648">
                  <c:v>42.95</c:v>
                </c:pt>
                <c:pt idx="4649">
                  <c:v>42.95</c:v>
                </c:pt>
                <c:pt idx="4650">
                  <c:v>42.95</c:v>
                </c:pt>
                <c:pt idx="4651">
                  <c:v>42.95</c:v>
                </c:pt>
                <c:pt idx="4652">
                  <c:v>42.95</c:v>
                </c:pt>
                <c:pt idx="4653">
                  <c:v>42.95</c:v>
                </c:pt>
                <c:pt idx="4654">
                  <c:v>42.95</c:v>
                </c:pt>
                <c:pt idx="4655">
                  <c:v>42.95</c:v>
                </c:pt>
                <c:pt idx="4656">
                  <c:v>42.95</c:v>
                </c:pt>
                <c:pt idx="4657">
                  <c:v>42.95</c:v>
                </c:pt>
                <c:pt idx="4658">
                  <c:v>42.95</c:v>
                </c:pt>
                <c:pt idx="4659">
                  <c:v>42.95</c:v>
                </c:pt>
                <c:pt idx="4660">
                  <c:v>42.95</c:v>
                </c:pt>
                <c:pt idx="4661">
                  <c:v>42.95</c:v>
                </c:pt>
                <c:pt idx="4662">
                  <c:v>42.95</c:v>
                </c:pt>
                <c:pt idx="4663">
                  <c:v>42.95</c:v>
                </c:pt>
                <c:pt idx="4664">
                  <c:v>42.95</c:v>
                </c:pt>
                <c:pt idx="4665">
                  <c:v>42.95</c:v>
                </c:pt>
                <c:pt idx="4666">
                  <c:v>42.95</c:v>
                </c:pt>
                <c:pt idx="4667">
                  <c:v>42.95</c:v>
                </c:pt>
                <c:pt idx="4668">
                  <c:v>42.95</c:v>
                </c:pt>
                <c:pt idx="4669">
                  <c:v>42.95</c:v>
                </c:pt>
                <c:pt idx="4670">
                  <c:v>42.95</c:v>
                </c:pt>
                <c:pt idx="4671">
                  <c:v>42.9</c:v>
                </c:pt>
                <c:pt idx="4672">
                  <c:v>42.9</c:v>
                </c:pt>
                <c:pt idx="4673">
                  <c:v>42.95</c:v>
                </c:pt>
                <c:pt idx="4674">
                  <c:v>42.95</c:v>
                </c:pt>
                <c:pt idx="4675">
                  <c:v>42.95</c:v>
                </c:pt>
                <c:pt idx="4676">
                  <c:v>42.95</c:v>
                </c:pt>
                <c:pt idx="4677">
                  <c:v>42.9</c:v>
                </c:pt>
                <c:pt idx="4678">
                  <c:v>42.9</c:v>
                </c:pt>
                <c:pt idx="4679">
                  <c:v>42.9</c:v>
                </c:pt>
                <c:pt idx="4680">
                  <c:v>42.9</c:v>
                </c:pt>
                <c:pt idx="4681">
                  <c:v>42.9</c:v>
                </c:pt>
                <c:pt idx="4682">
                  <c:v>42.9</c:v>
                </c:pt>
                <c:pt idx="4683">
                  <c:v>42.9</c:v>
                </c:pt>
                <c:pt idx="4684">
                  <c:v>42.9</c:v>
                </c:pt>
                <c:pt idx="4685">
                  <c:v>42.9</c:v>
                </c:pt>
                <c:pt idx="4686">
                  <c:v>42.9</c:v>
                </c:pt>
                <c:pt idx="4687">
                  <c:v>42.9</c:v>
                </c:pt>
                <c:pt idx="4688">
                  <c:v>42.9</c:v>
                </c:pt>
                <c:pt idx="4689">
                  <c:v>42.9</c:v>
                </c:pt>
                <c:pt idx="4690">
                  <c:v>42.85</c:v>
                </c:pt>
                <c:pt idx="4691">
                  <c:v>42.9</c:v>
                </c:pt>
                <c:pt idx="4692">
                  <c:v>42.85</c:v>
                </c:pt>
                <c:pt idx="4693">
                  <c:v>42.9</c:v>
                </c:pt>
                <c:pt idx="4694">
                  <c:v>42.9</c:v>
                </c:pt>
                <c:pt idx="4695">
                  <c:v>42.9</c:v>
                </c:pt>
                <c:pt idx="4696">
                  <c:v>42.9</c:v>
                </c:pt>
                <c:pt idx="4697">
                  <c:v>42.9</c:v>
                </c:pt>
                <c:pt idx="4698">
                  <c:v>42.9</c:v>
                </c:pt>
                <c:pt idx="4699">
                  <c:v>42.9</c:v>
                </c:pt>
                <c:pt idx="4700">
                  <c:v>42.85</c:v>
                </c:pt>
                <c:pt idx="4701">
                  <c:v>42.85</c:v>
                </c:pt>
                <c:pt idx="4702">
                  <c:v>42.85</c:v>
                </c:pt>
                <c:pt idx="4703">
                  <c:v>42.85</c:v>
                </c:pt>
                <c:pt idx="4704">
                  <c:v>42.85</c:v>
                </c:pt>
                <c:pt idx="4705">
                  <c:v>42.85</c:v>
                </c:pt>
                <c:pt idx="4706">
                  <c:v>42.85</c:v>
                </c:pt>
                <c:pt idx="4707">
                  <c:v>42.85</c:v>
                </c:pt>
                <c:pt idx="4708">
                  <c:v>42.85</c:v>
                </c:pt>
                <c:pt idx="4709">
                  <c:v>42.85</c:v>
                </c:pt>
                <c:pt idx="4710">
                  <c:v>42.85</c:v>
                </c:pt>
                <c:pt idx="4711">
                  <c:v>42.85</c:v>
                </c:pt>
                <c:pt idx="4712">
                  <c:v>42.85</c:v>
                </c:pt>
                <c:pt idx="4713">
                  <c:v>42.85</c:v>
                </c:pt>
                <c:pt idx="4714">
                  <c:v>42.85</c:v>
                </c:pt>
                <c:pt idx="4715">
                  <c:v>42.85</c:v>
                </c:pt>
                <c:pt idx="4716">
                  <c:v>42.85</c:v>
                </c:pt>
                <c:pt idx="4717">
                  <c:v>42.8</c:v>
                </c:pt>
                <c:pt idx="4718">
                  <c:v>42.8</c:v>
                </c:pt>
                <c:pt idx="4719">
                  <c:v>42.8</c:v>
                </c:pt>
                <c:pt idx="4720">
                  <c:v>42.8</c:v>
                </c:pt>
                <c:pt idx="4721">
                  <c:v>42.8</c:v>
                </c:pt>
                <c:pt idx="4722">
                  <c:v>42.8</c:v>
                </c:pt>
                <c:pt idx="4723">
                  <c:v>42.8</c:v>
                </c:pt>
                <c:pt idx="4724">
                  <c:v>42.8</c:v>
                </c:pt>
                <c:pt idx="4725">
                  <c:v>42.8</c:v>
                </c:pt>
                <c:pt idx="4726">
                  <c:v>42.8</c:v>
                </c:pt>
                <c:pt idx="4727">
                  <c:v>42.8</c:v>
                </c:pt>
                <c:pt idx="4728">
                  <c:v>42.8</c:v>
                </c:pt>
                <c:pt idx="4729">
                  <c:v>42.8</c:v>
                </c:pt>
                <c:pt idx="4730">
                  <c:v>42.8</c:v>
                </c:pt>
                <c:pt idx="4731">
                  <c:v>42.8</c:v>
                </c:pt>
                <c:pt idx="4732">
                  <c:v>42.8</c:v>
                </c:pt>
                <c:pt idx="4733">
                  <c:v>42.8</c:v>
                </c:pt>
                <c:pt idx="4734">
                  <c:v>42.8</c:v>
                </c:pt>
                <c:pt idx="4735">
                  <c:v>42.8</c:v>
                </c:pt>
                <c:pt idx="4736">
                  <c:v>42.8</c:v>
                </c:pt>
                <c:pt idx="4737">
                  <c:v>42.8</c:v>
                </c:pt>
                <c:pt idx="4738">
                  <c:v>42.8</c:v>
                </c:pt>
                <c:pt idx="4739">
                  <c:v>42.8</c:v>
                </c:pt>
                <c:pt idx="4740">
                  <c:v>42.75</c:v>
                </c:pt>
                <c:pt idx="4741">
                  <c:v>42.75</c:v>
                </c:pt>
                <c:pt idx="4742">
                  <c:v>42.75</c:v>
                </c:pt>
                <c:pt idx="4743">
                  <c:v>42.75</c:v>
                </c:pt>
                <c:pt idx="4744">
                  <c:v>42.75</c:v>
                </c:pt>
                <c:pt idx="4745">
                  <c:v>42.75</c:v>
                </c:pt>
                <c:pt idx="4746">
                  <c:v>42.75</c:v>
                </c:pt>
                <c:pt idx="4747">
                  <c:v>42.75</c:v>
                </c:pt>
                <c:pt idx="4748">
                  <c:v>42.75</c:v>
                </c:pt>
                <c:pt idx="4749">
                  <c:v>42.75</c:v>
                </c:pt>
                <c:pt idx="4750">
                  <c:v>42.75</c:v>
                </c:pt>
                <c:pt idx="4751">
                  <c:v>42.75</c:v>
                </c:pt>
                <c:pt idx="4752">
                  <c:v>42.75</c:v>
                </c:pt>
                <c:pt idx="4753">
                  <c:v>42.75</c:v>
                </c:pt>
                <c:pt idx="4754">
                  <c:v>42.75</c:v>
                </c:pt>
                <c:pt idx="4755">
                  <c:v>42.75</c:v>
                </c:pt>
                <c:pt idx="4756">
                  <c:v>42.75</c:v>
                </c:pt>
                <c:pt idx="4757">
                  <c:v>42.75</c:v>
                </c:pt>
                <c:pt idx="4758">
                  <c:v>42.75</c:v>
                </c:pt>
                <c:pt idx="4759">
                  <c:v>42.75</c:v>
                </c:pt>
                <c:pt idx="4760">
                  <c:v>42.75</c:v>
                </c:pt>
                <c:pt idx="4761">
                  <c:v>42.75</c:v>
                </c:pt>
                <c:pt idx="4762">
                  <c:v>42.75</c:v>
                </c:pt>
                <c:pt idx="4763">
                  <c:v>42.7</c:v>
                </c:pt>
                <c:pt idx="4764">
                  <c:v>42.75</c:v>
                </c:pt>
                <c:pt idx="4765">
                  <c:v>42.7</c:v>
                </c:pt>
                <c:pt idx="4766">
                  <c:v>42.7</c:v>
                </c:pt>
                <c:pt idx="4767">
                  <c:v>42.7</c:v>
                </c:pt>
                <c:pt idx="4768">
                  <c:v>42.7</c:v>
                </c:pt>
                <c:pt idx="4769">
                  <c:v>42.7</c:v>
                </c:pt>
                <c:pt idx="4770">
                  <c:v>42.7</c:v>
                </c:pt>
                <c:pt idx="4771">
                  <c:v>42.7</c:v>
                </c:pt>
                <c:pt idx="4772">
                  <c:v>42.7</c:v>
                </c:pt>
                <c:pt idx="4773">
                  <c:v>42.7</c:v>
                </c:pt>
                <c:pt idx="4774">
                  <c:v>42.7</c:v>
                </c:pt>
                <c:pt idx="4775">
                  <c:v>42.7</c:v>
                </c:pt>
                <c:pt idx="4776">
                  <c:v>42.7</c:v>
                </c:pt>
                <c:pt idx="4777">
                  <c:v>42.7</c:v>
                </c:pt>
                <c:pt idx="4778">
                  <c:v>42.7</c:v>
                </c:pt>
                <c:pt idx="4779">
                  <c:v>42.7</c:v>
                </c:pt>
                <c:pt idx="4780">
                  <c:v>42.7</c:v>
                </c:pt>
                <c:pt idx="4781">
                  <c:v>42.7</c:v>
                </c:pt>
                <c:pt idx="4782">
                  <c:v>42.7</c:v>
                </c:pt>
                <c:pt idx="4783">
                  <c:v>42.7</c:v>
                </c:pt>
                <c:pt idx="4784">
                  <c:v>42.7</c:v>
                </c:pt>
                <c:pt idx="4785">
                  <c:v>42.7</c:v>
                </c:pt>
                <c:pt idx="4786">
                  <c:v>42.7</c:v>
                </c:pt>
                <c:pt idx="4787">
                  <c:v>42.7</c:v>
                </c:pt>
                <c:pt idx="4788">
                  <c:v>42.7</c:v>
                </c:pt>
                <c:pt idx="4789">
                  <c:v>42.7</c:v>
                </c:pt>
                <c:pt idx="4790">
                  <c:v>42.7</c:v>
                </c:pt>
                <c:pt idx="4791">
                  <c:v>42.7</c:v>
                </c:pt>
                <c:pt idx="4792">
                  <c:v>42.7</c:v>
                </c:pt>
                <c:pt idx="4793">
                  <c:v>42.7</c:v>
                </c:pt>
                <c:pt idx="4794">
                  <c:v>42.7</c:v>
                </c:pt>
                <c:pt idx="4795">
                  <c:v>42.65</c:v>
                </c:pt>
                <c:pt idx="4796">
                  <c:v>42.65</c:v>
                </c:pt>
                <c:pt idx="4797">
                  <c:v>42.65</c:v>
                </c:pt>
                <c:pt idx="4798">
                  <c:v>42.65</c:v>
                </c:pt>
                <c:pt idx="4799">
                  <c:v>42.65</c:v>
                </c:pt>
                <c:pt idx="4800">
                  <c:v>42.65</c:v>
                </c:pt>
                <c:pt idx="4801">
                  <c:v>42.65</c:v>
                </c:pt>
                <c:pt idx="4802">
                  <c:v>42.65</c:v>
                </c:pt>
                <c:pt idx="4803">
                  <c:v>42.65</c:v>
                </c:pt>
                <c:pt idx="4804">
                  <c:v>42.65</c:v>
                </c:pt>
                <c:pt idx="4805">
                  <c:v>42.65</c:v>
                </c:pt>
                <c:pt idx="4806">
                  <c:v>42.65</c:v>
                </c:pt>
                <c:pt idx="4807">
                  <c:v>42.65</c:v>
                </c:pt>
                <c:pt idx="4808">
                  <c:v>42.65</c:v>
                </c:pt>
                <c:pt idx="4809">
                  <c:v>42.65</c:v>
                </c:pt>
                <c:pt idx="4810">
                  <c:v>42.65</c:v>
                </c:pt>
                <c:pt idx="4811">
                  <c:v>42.65</c:v>
                </c:pt>
                <c:pt idx="4812">
                  <c:v>42.65</c:v>
                </c:pt>
                <c:pt idx="4813">
                  <c:v>42.65</c:v>
                </c:pt>
                <c:pt idx="4814">
                  <c:v>42.65</c:v>
                </c:pt>
                <c:pt idx="4815">
                  <c:v>42.65</c:v>
                </c:pt>
                <c:pt idx="4816">
                  <c:v>42.65</c:v>
                </c:pt>
                <c:pt idx="4817">
                  <c:v>42.65</c:v>
                </c:pt>
                <c:pt idx="4818">
                  <c:v>42.65</c:v>
                </c:pt>
                <c:pt idx="4819">
                  <c:v>42.65</c:v>
                </c:pt>
                <c:pt idx="4820">
                  <c:v>42.6</c:v>
                </c:pt>
                <c:pt idx="4821">
                  <c:v>42.65</c:v>
                </c:pt>
                <c:pt idx="4822">
                  <c:v>42.6</c:v>
                </c:pt>
                <c:pt idx="4823">
                  <c:v>42.6</c:v>
                </c:pt>
                <c:pt idx="4824">
                  <c:v>42.6</c:v>
                </c:pt>
                <c:pt idx="4825">
                  <c:v>42.6</c:v>
                </c:pt>
                <c:pt idx="4826">
                  <c:v>42.6</c:v>
                </c:pt>
                <c:pt idx="4827">
                  <c:v>42.6</c:v>
                </c:pt>
                <c:pt idx="4828">
                  <c:v>42.6</c:v>
                </c:pt>
                <c:pt idx="4829">
                  <c:v>42.6</c:v>
                </c:pt>
                <c:pt idx="4830">
                  <c:v>42.6</c:v>
                </c:pt>
                <c:pt idx="4831">
                  <c:v>42.6</c:v>
                </c:pt>
                <c:pt idx="4832">
                  <c:v>42.6</c:v>
                </c:pt>
                <c:pt idx="4833">
                  <c:v>42.6</c:v>
                </c:pt>
                <c:pt idx="4834">
                  <c:v>42.6</c:v>
                </c:pt>
                <c:pt idx="4835">
                  <c:v>42.6</c:v>
                </c:pt>
                <c:pt idx="4836">
                  <c:v>42.6</c:v>
                </c:pt>
                <c:pt idx="4837">
                  <c:v>42.6</c:v>
                </c:pt>
                <c:pt idx="4838">
                  <c:v>42.6</c:v>
                </c:pt>
                <c:pt idx="4839">
                  <c:v>42.55</c:v>
                </c:pt>
                <c:pt idx="4840">
                  <c:v>42.55</c:v>
                </c:pt>
                <c:pt idx="4841">
                  <c:v>42.55</c:v>
                </c:pt>
                <c:pt idx="4842">
                  <c:v>42.55</c:v>
                </c:pt>
                <c:pt idx="4843">
                  <c:v>42.55</c:v>
                </c:pt>
                <c:pt idx="4844">
                  <c:v>42.55</c:v>
                </c:pt>
                <c:pt idx="4845">
                  <c:v>42.55</c:v>
                </c:pt>
                <c:pt idx="4846">
                  <c:v>42.55</c:v>
                </c:pt>
                <c:pt idx="4847">
                  <c:v>42.55</c:v>
                </c:pt>
                <c:pt idx="4848">
                  <c:v>42.55</c:v>
                </c:pt>
                <c:pt idx="4849">
                  <c:v>42.55</c:v>
                </c:pt>
                <c:pt idx="4850">
                  <c:v>42.55</c:v>
                </c:pt>
                <c:pt idx="4851">
                  <c:v>42.55</c:v>
                </c:pt>
                <c:pt idx="4852">
                  <c:v>42.55</c:v>
                </c:pt>
                <c:pt idx="4853">
                  <c:v>42.55</c:v>
                </c:pt>
                <c:pt idx="4854">
                  <c:v>42.55</c:v>
                </c:pt>
                <c:pt idx="4855">
                  <c:v>42.55</c:v>
                </c:pt>
                <c:pt idx="4856">
                  <c:v>42.55</c:v>
                </c:pt>
                <c:pt idx="4857">
                  <c:v>42.55</c:v>
                </c:pt>
                <c:pt idx="4858">
                  <c:v>42.55</c:v>
                </c:pt>
                <c:pt idx="4859">
                  <c:v>42.55</c:v>
                </c:pt>
                <c:pt idx="4860">
                  <c:v>42.5</c:v>
                </c:pt>
                <c:pt idx="4861">
                  <c:v>42.5</c:v>
                </c:pt>
                <c:pt idx="4862">
                  <c:v>42.5</c:v>
                </c:pt>
                <c:pt idx="4863">
                  <c:v>42.5</c:v>
                </c:pt>
                <c:pt idx="4864">
                  <c:v>42.5</c:v>
                </c:pt>
                <c:pt idx="4865">
                  <c:v>42.5</c:v>
                </c:pt>
                <c:pt idx="4866">
                  <c:v>42.5</c:v>
                </c:pt>
                <c:pt idx="4867">
                  <c:v>42.5</c:v>
                </c:pt>
                <c:pt idx="4868">
                  <c:v>42.5</c:v>
                </c:pt>
                <c:pt idx="4869">
                  <c:v>42.5</c:v>
                </c:pt>
                <c:pt idx="4870">
                  <c:v>42.5</c:v>
                </c:pt>
                <c:pt idx="4871">
                  <c:v>42.5</c:v>
                </c:pt>
                <c:pt idx="4872">
                  <c:v>42.5</c:v>
                </c:pt>
                <c:pt idx="4873">
                  <c:v>42.5</c:v>
                </c:pt>
                <c:pt idx="4874">
                  <c:v>42.5</c:v>
                </c:pt>
                <c:pt idx="4875">
                  <c:v>42.5</c:v>
                </c:pt>
                <c:pt idx="4876">
                  <c:v>42.5</c:v>
                </c:pt>
                <c:pt idx="4877">
                  <c:v>42.5</c:v>
                </c:pt>
                <c:pt idx="4878">
                  <c:v>42.5</c:v>
                </c:pt>
                <c:pt idx="4879">
                  <c:v>42.5</c:v>
                </c:pt>
                <c:pt idx="4880">
                  <c:v>42.5</c:v>
                </c:pt>
                <c:pt idx="4881">
                  <c:v>42.45</c:v>
                </c:pt>
                <c:pt idx="4882">
                  <c:v>42.45</c:v>
                </c:pt>
                <c:pt idx="4883">
                  <c:v>42.45</c:v>
                </c:pt>
                <c:pt idx="4884">
                  <c:v>42.45</c:v>
                </c:pt>
                <c:pt idx="4885">
                  <c:v>42.45</c:v>
                </c:pt>
                <c:pt idx="4886">
                  <c:v>42.45</c:v>
                </c:pt>
                <c:pt idx="4887">
                  <c:v>42.45</c:v>
                </c:pt>
                <c:pt idx="4888">
                  <c:v>42.45</c:v>
                </c:pt>
                <c:pt idx="4889">
                  <c:v>42.45</c:v>
                </c:pt>
                <c:pt idx="4890">
                  <c:v>42.45</c:v>
                </c:pt>
                <c:pt idx="4891">
                  <c:v>42.45</c:v>
                </c:pt>
                <c:pt idx="4892">
                  <c:v>42.45</c:v>
                </c:pt>
                <c:pt idx="4893">
                  <c:v>42.45</c:v>
                </c:pt>
                <c:pt idx="4894">
                  <c:v>42.45</c:v>
                </c:pt>
                <c:pt idx="4895">
                  <c:v>42.45</c:v>
                </c:pt>
                <c:pt idx="4896">
                  <c:v>42.45</c:v>
                </c:pt>
                <c:pt idx="4897">
                  <c:v>42.4</c:v>
                </c:pt>
                <c:pt idx="4898">
                  <c:v>42.4</c:v>
                </c:pt>
                <c:pt idx="4899">
                  <c:v>42.4</c:v>
                </c:pt>
                <c:pt idx="4900">
                  <c:v>42.4</c:v>
                </c:pt>
                <c:pt idx="4901">
                  <c:v>42.4</c:v>
                </c:pt>
                <c:pt idx="4902">
                  <c:v>42.45</c:v>
                </c:pt>
                <c:pt idx="4903">
                  <c:v>42.4</c:v>
                </c:pt>
                <c:pt idx="4904">
                  <c:v>42.4</c:v>
                </c:pt>
                <c:pt idx="4905">
                  <c:v>42.4</c:v>
                </c:pt>
                <c:pt idx="4906">
                  <c:v>42.4</c:v>
                </c:pt>
                <c:pt idx="4907">
                  <c:v>42.4</c:v>
                </c:pt>
                <c:pt idx="4908">
                  <c:v>42.4</c:v>
                </c:pt>
                <c:pt idx="4909">
                  <c:v>42.4</c:v>
                </c:pt>
                <c:pt idx="4910">
                  <c:v>42.4</c:v>
                </c:pt>
                <c:pt idx="4911">
                  <c:v>42.4</c:v>
                </c:pt>
                <c:pt idx="4912">
                  <c:v>42.4</c:v>
                </c:pt>
                <c:pt idx="4913">
                  <c:v>42.4</c:v>
                </c:pt>
                <c:pt idx="4914">
                  <c:v>42.4</c:v>
                </c:pt>
                <c:pt idx="4915">
                  <c:v>42.4</c:v>
                </c:pt>
                <c:pt idx="4916">
                  <c:v>42.4</c:v>
                </c:pt>
                <c:pt idx="4917">
                  <c:v>42.4</c:v>
                </c:pt>
                <c:pt idx="4918">
                  <c:v>42.4</c:v>
                </c:pt>
                <c:pt idx="4919">
                  <c:v>42.4</c:v>
                </c:pt>
                <c:pt idx="4920">
                  <c:v>42.4</c:v>
                </c:pt>
                <c:pt idx="4921">
                  <c:v>42.4</c:v>
                </c:pt>
                <c:pt idx="4922">
                  <c:v>42.35</c:v>
                </c:pt>
                <c:pt idx="4923">
                  <c:v>42.35</c:v>
                </c:pt>
                <c:pt idx="4924">
                  <c:v>42.35</c:v>
                </c:pt>
                <c:pt idx="4925">
                  <c:v>42.35</c:v>
                </c:pt>
                <c:pt idx="4926">
                  <c:v>42.35</c:v>
                </c:pt>
                <c:pt idx="4927">
                  <c:v>42.35</c:v>
                </c:pt>
                <c:pt idx="4928">
                  <c:v>42.35</c:v>
                </c:pt>
                <c:pt idx="4929">
                  <c:v>42.35</c:v>
                </c:pt>
                <c:pt idx="4930">
                  <c:v>42.35</c:v>
                </c:pt>
                <c:pt idx="4931">
                  <c:v>42.35</c:v>
                </c:pt>
                <c:pt idx="4932">
                  <c:v>42.35</c:v>
                </c:pt>
                <c:pt idx="4933">
                  <c:v>42.35</c:v>
                </c:pt>
                <c:pt idx="4934">
                  <c:v>42.35</c:v>
                </c:pt>
                <c:pt idx="4935">
                  <c:v>42.35</c:v>
                </c:pt>
                <c:pt idx="4936">
                  <c:v>42.35</c:v>
                </c:pt>
                <c:pt idx="4937">
                  <c:v>42.35</c:v>
                </c:pt>
                <c:pt idx="4938">
                  <c:v>42.35</c:v>
                </c:pt>
                <c:pt idx="4939">
                  <c:v>42.35</c:v>
                </c:pt>
                <c:pt idx="4940">
                  <c:v>42.35</c:v>
                </c:pt>
                <c:pt idx="4941">
                  <c:v>42.35</c:v>
                </c:pt>
                <c:pt idx="4942">
                  <c:v>42.35</c:v>
                </c:pt>
                <c:pt idx="4943">
                  <c:v>42.35</c:v>
                </c:pt>
                <c:pt idx="4944">
                  <c:v>42.35</c:v>
                </c:pt>
                <c:pt idx="4945">
                  <c:v>42.35</c:v>
                </c:pt>
                <c:pt idx="4946">
                  <c:v>42.35</c:v>
                </c:pt>
                <c:pt idx="4947">
                  <c:v>42.35</c:v>
                </c:pt>
                <c:pt idx="4948">
                  <c:v>42.35</c:v>
                </c:pt>
                <c:pt idx="4949">
                  <c:v>42.35</c:v>
                </c:pt>
                <c:pt idx="4950">
                  <c:v>42.35</c:v>
                </c:pt>
                <c:pt idx="4951">
                  <c:v>42.35</c:v>
                </c:pt>
                <c:pt idx="4952">
                  <c:v>42.35</c:v>
                </c:pt>
                <c:pt idx="4953">
                  <c:v>42.35</c:v>
                </c:pt>
                <c:pt idx="4954">
                  <c:v>42.3</c:v>
                </c:pt>
                <c:pt idx="4955">
                  <c:v>42.3</c:v>
                </c:pt>
                <c:pt idx="4956">
                  <c:v>42.3</c:v>
                </c:pt>
                <c:pt idx="4957">
                  <c:v>42.3</c:v>
                </c:pt>
                <c:pt idx="4958">
                  <c:v>42.3</c:v>
                </c:pt>
                <c:pt idx="4959">
                  <c:v>42.3</c:v>
                </c:pt>
                <c:pt idx="4960">
                  <c:v>42.3</c:v>
                </c:pt>
                <c:pt idx="4961">
                  <c:v>42.3</c:v>
                </c:pt>
                <c:pt idx="4962">
                  <c:v>42.3</c:v>
                </c:pt>
                <c:pt idx="4963">
                  <c:v>42.3</c:v>
                </c:pt>
                <c:pt idx="4964">
                  <c:v>42.3</c:v>
                </c:pt>
                <c:pt idx="4965">
                  <c:v>42.3</c:v>
                </c:pt>
                <c:pt idx="4966">
                  <c:v>42.3</c:v>
                </c:pt>
                <c:pt idx="4967">
                  <c:v>42.3</c:v>
                </c:pt>
                <c:pt idx="4968">
                  <c:v>42.3</c:v>
                </c:pt>
                <c:pt idx="4969">
                  <c:v>42.3</c:v>
                </c:pt>
                <c:pt idx="4970">
                  <c:v>42.3</c:v>
                </c:pt>
                <c:pt idx="4971">
                  <c:v>42.3</c:v>
                </c:pt>
                <c:pt idx="4972">
                  <c:v>42.3</c:v>
                </c:pt>
                <c:pt idx="4973">
                  <c:v>42.3</c:v>
                </c:pt>
                <c:pt idx="4974">
                  <c:v>42.3</c:v>
                </c:pt>
                <c:pt idx="4975">
                  <c:v>42.3</c:v>
                </c:pt>
                <c:pt idx="4976">
                  <c:v>42.3</c:v>
                </c:pt>
                <c:pt idx="4977">
                  <c:v>42.25</c:v>
                </c:pt>
                <c:pt idx="4978">
                  <c:v>42.25</c:v>
                </c:pt>
                <c:pt idx="4979">
                  <c:v>42.25</c:v>
                </c:pt>
                <c:pt idx="4980">
                  <c:v>42.25</c:v>
                </c:pt>
                <c:pt idx="4981">
                  <c:v>42.25</c:v>
                </c:pt>
                <c:pt idx="4982">
                  <c:v>42.25</c:v>
                </c:pt>
                <c:pt idx="4983">
                  <c:v>42.25</c:v>
                </c:pt>
                <c:pt idx="4984">
                  <c:v>42.25</c:v>
                </c:pt>
                <c:pt idx="4985">
                  <c:v>42.25</c:v>
                </c:pt>
                <c:pt idx="4986">
                  <c:v>42.25</c:v>
                </c:pt>
                <c:pt idx="4987">
                  <c:v>42.25</c:v>
                </c:pt>
                <c:pt idx="4988">
                  <c:v>42.25</c:v>
                </c:pt>
                <c:pt idx="4989">
                  <c:v>42.25</c:v>
                </c:pt>
                <c:pt idx="4990">
                  <c:v>42.3</c:v>
                </c:pt>
                <c:pt idx="4991">
                  <c:v>42.25</c:v>
                </c:pt>
                <c:pt idx="4992">
                  <c:v>42.25</c:v>
                </c:pt>
                <c:pt idx="4993">
                  <c:v>42.25</c:v>
                </c:pt>
                <c:pt idx="4994">
                  <c:v>42.25</c:v>
                </c:pt>
                <c:pt idx="4995">
                  <c:v>42.25</c:v>
                </c:pt>
                <c:pt idx="4996">
                  <c:v>42.25</c:v>
                </c:pt>
                <c:pt idx="4997">
                  <c:v>42.25</c:v>
                </c:pt>
                <c:pt idx="4998">
                  <c:v>42.25</c:v>
                </c:pt>
                <c:pt idx="4999">
                  <c:v>42.25</c:v>
                </c:pt>
                <c:pt idx="5000">
                  <c:v>42.25</c:v>
                </c:pt>
                <c:pt idx="5001">
                  <c:v>42.25</c:v>
                </c:pt>
                <c:pt idx="5002">
                  <c:v>42.25</c:v>
                </c:pt>
                <c:pt idx="5003">
                  <c:v>42.25</c:v>
                </c:pt>
                <c:pt idx="5004">
                  <c:v>42.25</c:v>
                </c:pt>
                <c:pt idx="5005">
                  <c:v>42.2</c:v>
                </c:pt>
                <c:pt idx="5006">
                  <c:v>42.2</c:v>
                </c:pt>
                <c:pt idx="5007">
                  <c:v>42.2</c:v>
                </c:pt>
                <c:pt idx="5008">
                  <c:v>42.2</c:v>
                </c:pt>
                <c:pt idx="5009">
                  <c:v>42.2</c:v>
                </c:pt>
                <c:pt idx="5010">
                  <c:v>42.2</c:v>
                </c:pt>
                <c:pt idx="5011">
                  <c:v>42.2</c:v>
                </c:pt>
                <c:pt idx="5012">
                  <c:v>42.2</c:v>
                </c:pt>
                <c:pt idx="5013">
                  <c:v>42.2</c:v>
                </c:pt>
                <c:pt idx="5014">
                  <c:v>42.2</c:v>
                </c:pt>
                <c:pt idx="5015">
                  <c:v>42.2</c:v>
                </c:pt>
                <c:pt idx="5016">
                  <c:v>42.2</c:v>
                </c:pt>
                <c:pt idx="5017">
                  <c:v>42.2</c:v>
                </c:pt>
                <c:pt idx="5018">
                  <c:v>42.2</c:v>
                </c:pt>
                <c:pt idx="5019">
                  <c:v>42.2</c:v>
                </c:pt>
                <c:pt idx="5020">
                  <c:v>42.2</c:v>
                </c:pt>
                <c:pt idx="5021">
                  <c:v>42.2</c:v>
                </c:pt>
                <c:pt idx="5022">
                  <c:v>42.2</c:v>
                </c:pt>
                <c:pt idx="5023">
                  <c:v>42.2</c:v>
                </c:pt>
                <c:pt idx="5024">
                  <c:v>42.15</c:v>
                </c:pt>
                <c:pt idx="5025">
                  <c:v>42.2</c:v>
                </c:pt>
                <c:pt idx="5026">
                  <c:v>42.2</c:v>
                </c:pt>
                <c:pt idx="5027">
                  <c:v>42.15</c:v>
                </c:pt>
                <c:pt idx="5028">
                  <c:v>42.2</c:v>
                </c:pt>
                <c:pt idx="5029">
                  <c:v>42.15</c:v>
                </c:pt>
                <c:pt idx="5030">
                  <c:v>42.15</c:v>
                </c:pt>
                <c:pt idx="5031">
                  <c:v>42.15</c:v>
                </c:pt>
                <c:pt idx="5032">
                  <c:v>42.15</c:v>
                </c:pt>
                <c:pt idx="5033">
                  <c:v>42.15</c:v>
                </c:pt>
                <c:pt idx="5034">
                  <c:v>42.15</c:v>
                </c:pt>
                <c:pt idx="5035">
                  <c:v>42.15</c:v>
                </c:pt>
                <c:pt idx="5036">
                  <c:v>42.15</c:v>
                </c:pt>
                <c:pt idx="5037">
                  <c:v>42.15</c:v>
                </c:pt>
                <c:pt idx="5038">
                  <c:v>42.15</c:v>
                </c:pt>
                <c:pt idx="5039">
                  <c:v>42.15</c:v>
                </c:pt>
                <c:pt idx="5040">
                  <c:v>42.15</c:v>
                </c:pt>
                <c:pt idx="5041">
                  <c:v>42.15</c:v>
                </c:pt>
                <c:pt idx="5042">
                  <c:v>42.15</c:v>
                </c:pt>
                <c:pt idx="5043">
                  <c:v>42.15</c:v>
                </c:pt>
                <c:pt idx="5044">
                  <c:v>42.15</c:v>
                </c:pt>
                <c:pt idx="5045">
                  <c:v>42.15</c:v>
                </c:pt>
                <c:pt idx="5046">
                  <c:v>42.15</c:v>
                </c:pt>
                <c:pt idx="5047">
                  <c:v>42.1</c:v>
                </c:pt>
                <c:pt idx="5048">
                  <c:v>42.1</c:v>
                </c:pt>
                <c:pt idx="5049">
                  <c:v>42.1</c:v>
                </c:pt>
                <c:pt idx="5050">
                  <c:v>42.1</c:v>
                </c:pt>
                <c:pt idx="5051">
                  <c:v>42.1</c:v>
                </c:pt>
                <c:pt idx="5052">
                  <c:v>42.1</c:v>
                </c:pt>
                <c:pt idx="5053">
                  <c:v>42.1</c:v>
                </c:pt>
                <c:pt idx="5054">
                  <c:v>42.1</c:v>
                </c:pt>
                <c:pt idx="5055">
                  <c:v>42.1</c:v>
                </c:pt>
                <c:pt idx="5056">
                  <c:v>42.1</c:v>
                </c:pt>
                <c:pt idx="5057">
                  <c:v>42.1</c:v>
                </c:pt>
                <c:pt idx="5058">
                  <c:v>42.1</c:v>
                </c:pt>
                <c:pt idx="5059">
                  <c:v>42.1</c:v>
                </c:pt>
                <c:pt idx="5060">
                  <c:v>42.1</c:v>
                </c:pt>
                <c:pt idx="5061">
                  <c:v>42.1</c:v>
                </c:pt>
                <c:pt idx="5062">
                  <c:v>42.1</c:v>
                </c:pt>
                <c:pt idx="5063">
                  <c:v>42.1</c:v>
                </c:pt>
                <c:pt idx="5064">
                  <c:v>42.1</c:v>
                </c:pt>
                <c:pt idx="5065">
                  <c:v>42.1</c:v>
                </c:pt>
                <c:pt idx="5066">
                  <c:v>42.1</c:v>
                </c:pt>
                <c:pt idx="5067">
                  <c:v>42.1</c:v>
                </c:pt>
                <c:pt idx="5068">
                  <c:v>42.1</c:v>
                </c:pt>
                <c:pt idx="5069">
                  <c:v>42.1</c:v>
                </c:pt>
                <c:pt idx="5070">
                  <c:v>42.1</c:v>
                </c:pt>
                <c:pt idx="5071">
                  <c:v>42.1</c:v>
                </c:pt>
                <c:pt idx="5072">
                  <c:v>42.1</c:v>
                </c:pt>
                <c:pt idx="5073">
                  <c:v>42.1</c:v>
                </c:pt>
                <c:pt idx="5074">
                  <c:v>42.1</c:v>
                </c:pt>
                <c:pt idx="5075">
                  <c:v>42.05</c:v>
                </c:pt>
                <c:pt idx="5076">
                  <c:v>42.05</c:v>
                </c:pt>
                <c:pt idx="5077">
                  <c:v>42.05</c:v>
                </c:pt>
                <c:pt idx="5078">
                  <c:v>42.05</c:v>
                </c:pt>
                <c:pt idx="5079">
                  <c:v>42.05</c:v>
                </c:pt>
                <c:pt idx="5080">
                  <c:v>42.05</c:v>
                </c:pt>
                <c:pt idx="5081">
                  <c:v>42.05</c:v>
                </c:pt>
                <c:pt idx="5082">
                  <c:v>42.05</c:v>
                </c:pt>
                <c:pt idx="5083">
                  <c:v>42.05</c:v>
                </c:pt>
                <c:pt idx="5084">
                  <c:v>42.05</c:v>
                </c:pt>
                <c:pt idx="5085">
                  <c:v>42.05</c:v>
                </c:pt>
                <c:pt idx="5086">
                  <c:v>42.05</c:v>
                </c:pt>
                <c:pt idx="5087">
                  <c:v>42.05</c:v>
                </c:pt>
                <c:pt idx="5088">
                  <c:v>42.05</c:v>
                </c:pt>
                <c:pt idx="5089">
                  <c:v>42.05</c:v>
                </c:pt>
                <c:pt idx="5090">
                  <c:v>42.05</c:v>
                </c:pt>
                <c:pt idx="5091">
                  <c:v>42.05</c:v>
                </c:pt>
                <c:pt idx="5092">
                  <c:v>42.05</c:v>
                </c:pt>
                <c:pt idx="5093">
                  <c:v>42.05</c:v>
                </c:pt>
                <c:pt idx="5094">
                  <c:v>42.05</c:v>
                </c:pt>
                <c:pt idx="5095">
                  <c:v>42.05</c:v>
                </c:pt>
                <c:pt idx="5096">
                  <c:v>42.05</c:v>
                </c:pt>
                <c:pt idx="5097">
                  <c:v>42</c:v>
                </c:pt>
                <c:pt idx="5098">
                  <c:v>42</c:v>
                </c:pt>
                <c:pt idx="5099">
                  <c:v>42</c:v>
                </c:pt>
                <c:pt idx="5100">
                  <c:v>42</c:v>
                </c:pt>
                <c:pt idx="5101">
                  <c:v>42</c:v>
                </c:pt>
                <c:pt idx="5102">
                  <c:v>42</c:v>
                </c:pt>
                <c:pt idx="5103">
                  <c:v>42</c:v>
                </c:pt>
                <c:pt idx="5104">
                  <c:v>42</c:v>
                </c:pt>
                <c:pt idx="5105">
                  <c:v>42</c:v>
                </c:pt>
                <c:pt idx="5106">
                  <c:v>42</c:v>
                </c:pt>
                <c:pt idx="5107">
                  <c:v>42</c:v>
                </c:pt>
                <c:pt idx="5108">
                  <c:v>42</c:v>
                </c:pt>
                <c:pt idx="5109">
                  <c:v>42</c:v>
                </c:pt>
                <c:pt idx="5110">
                  <c:v>42</c:v>
                </c:pt>
                <c:pt idx="5111">
                  <c:v>42</c:v>
                </c:pt>
                <c:pt idx="5112">
                  <c:v>42</c:v>
                </c:pt>
                <c:pt idx="5113">
                  <c:v>42</c:v>
                </c:pt>
                <c:pt idx="5114">
                  <c:v>42</c:v>
                </c:pt>
                <c:pt idx="5115">
                  <c:v>42</c:v>
                </c:pt>
                <c:pt idx="5116">
                  <c:v>42</c:v>
                </c:pt>
                <c:pt idx="5117">
                  <c:v>41.95</c:v>
                </c:pt>
                <c:pt idx="5118">
                  <c:v>41.95</c:v>
                </c:pt>
                <c:pt idx="5119">
                  <c:v>41.95</c:v>
                </c:pt>
                <c:pt idx="5120">
                  <c:v>41.95</c:v>
                </c:pt>
                <c:pt idx="5121">
                  <c:v>41.95</c:v>
                </c:pt>
                <c:pt idx="5122">
                  <c:v>41.95</c:v>
                </c:pt>
                <c:pt idx="5123">
                  <c:v>41.95</c:v>
                </c:pt>
                <c:pt idx="5124">
                  <c:v>41.95</c:v>
                </c:pt>
                <c:pt idx="5125">
                  <c:v>41.95</c:v>
                </c:pt>
                <c:pt idx="5126">
                  <c:v>41.95</c:v>
                </c:pt>
                <c:pt idx="5127">
                  <c:v>41.95</c:v>
                </c:pt>
                <c:pt idx="5128">
                  <c:v>41.95</c:v>
                </c:pt>
                <c:pt idx="5129">
                  <c:v>41.95</c:v>
                </c:pt>
                <c:pt idx="5130">
                  <c:v>41.95</c:v>
                </c:pt>
                <c:pt idx="5131">
                  <c:v>41.95</c:v>
                </c:pt>
                <c:pt idx="5132">
                  <c:v>41.95</c:v>
                </c:pt>
                <c:pt idx="5133">
                  <c:v>41.95</c:v>
                </c:pt>
                <c:pt idx="5134">
                  <c:v>41.95</c:v>
                </c:pt>
                <c:pt idx="5135">
                  <c:v>41.95</c:v>
                </c:pt>
                <c:pt idx="5136">
                  <c:v>41.95</c:v>
                </c:pt>
                <c:pt idx="5137">
                  <c:v>41.95</c:v>
                </c:pt>
                <c:pt idx="5138">
                  <c:v>41.95</c:v>
                </c:pt>
                <c:pt idx="5139">
                  <c:v>41.95</c:v>
                </c:pt>
                <c:pt idx="5140">
                  <c:v>41.95</c:v>
                </c:pt>
                <c:pt idx="5141">
                  <c:v>41.9</c:v>
                </c:pt>
                <c:pt idx="5142">
                  <c:v>41.95</c:v>
                </c:pt>
                <c:pt idx="5143">
                  <c:v>41.9</c:v>
                </c:pt>
                <c:pt idx="5144">
                  <c:v>41.9</c:v>
                </c:pt>
                <c:pt idx="5145">
                  <c:v>41.9</c:v>
                </c:pt>
                <c:pt idx="5146">
                  <c:v>41.9</c:v>
                </c:pt>
                <c:pt idx="5147">
                  <c:v>41.9</c:v>
                </c:pt>
                <c:pt idx="5148">
                  <c:v>41.9</c:v>
                </c:pt>
                <c:pt idx="5149">
                  <c:v>41.9</c:v>
                </c:pt>
                <c:pt idx="5150">
                  <c:v>41.9</c:v>
                </c:pt>
                <c:pt idx="5151">
                  <c:v>41.9</c:v>
                </c:pt>
                <c:pt idx="5152">
                  <c:v>41.9</c:v>
                </c:pt>
                <c:pt idx="5153">
                  <c:v>41.9</c:v>
                </c:pt>
                <c:pt idx="5154">
                  <c:v>41.9</c:v>
                </c:pt>
                <c:pt idx="5155">
                  <c:v>41.9</c:v>
                </c:pt>
                <c:pt idx="5156">
                  <c:v>41.9</c:v>
                </c:pt>
                <c:pt idx="5157">
                  <c:v>41.9</c:v>
                </c:pt>
                <c:pt idx="5158">
                  <c:v>41.9</c:v>
                </c:pt>
                <c:pt idx="5159">
                  <c:v>41.9</c:v>
                </c:pt>
                <c:pt idx="5160">
                  <c:v>41.9</c:v>
                </c:pt>
                <c:pt idx="5161">
                  <c:v>41.9</c:v>
                </c:pt>
                <c:pt idx="5162">
                  <c:v>41.85</c:v>
                </c:pt>
                <c:pt idx="5163">
                  <c:v>41.85</c:v>
                </c:pt>
                <c:pt idx="5164">
                  <c:v>41.85</c:v>
                </c:pt>
                <c:pt idx="5165">
                  <c:v>41.85</c:v>
                </c:pt>
                <c:pt idx="5166">
                  <c:v>41.85</c:v>
                </c:pt>
                <c:pt idx="5167">
                  <c:v>41.85</c:v>
                </c:pt>
                <c:pt idx="5168">
                  <c:v>41.85</c:v>
                </c:pt>
                <c:pt idx="5169">
                  <c:v>41.85</c:v>
                </c:pt>
                <c:pt idx="5170">
                  <c:v>41.85</c:v>
                </c:pt>
                <c:pt idx="5171">
                  <c:v>41.85</c:v>
                </c:pt>
                <c:pt idx="5172">
                  <c:v>41.85</c:v>
                </c:pt>
                <c:pt idx="5173">
                  <c:v>41.85</c:v>
                </c:pt>
                <c:pt idx="5174">
                  <c:v>41.85</c:v>
                </c:pt>
                <c:pt idx="5175">
                  <c:v>41.85</c:v>
                </c:pt>
                <c:pt idx="5176">
                  <c:v>41.85</c:v>
                </c:pt>
                <c:pt idx="5177">
                  <c:v>41.85</c:v>
                </c:pt>
                <c:pt idx="5178">
                  <c:v>41.85</c:v>
                </c:pt>
                <c:pt idx="5179">
                  <c:v>41.85</c:v>
                </c:pt>
                <c:pt idx="5180">
                  <c:v>41.85</c:v>
                </c:pt>
                <c:pt idx="5181">
                  <c:v>41.85</c:v>
                </c:pt>
                <c:pt idx="5182">
                  <c:v>41.85</c:v>
                </c:pt>
                <c:pt idx="5183">
                  <c:v>41.8</c:v>
                </c:pt>
                <c:pt idx="5184">
                  <c:v>41.8</c:v>
                </c:pt>
                <c:pt idx="5185">
                  <c:v>41.8</c:v>
                </c:pt>
                <c:pt idx="5186">
                  <c:v>41.8</c:v>
                </c:pt>
                <c:pt idx="5187">
                  <c:v>41.8</c:v>
                </c:pt>
                <c:pt idx="5188">
                  <c:v>41.8</c:v>
                </c:pt>
                <c:pt idx="5189">
                  <c:v>41.8</c:v>
                </c:pt>
                <c:pt idx="5190">
                  <c:v>41.8</c:v>
                </c:pt>
                <c:pt idx="5191">
                  <c:v>41.8</c:v>
                </c:pt>
                <c:pt idx="5192">
                  <c:v>41.8</c:v>
                </c:pt>
                <c:pt idx="5193">
                  <c:v>41.8</c:v>
                </c:pt>
                <c:pt idx="5194">
                  <c:v>41.8</c:v>
                </c:pt>
                <c:pt idx="5195">
                  <c:v>41.8</c:v>
                </c:pt>
                <c:pt idx="5196">
                  <c:v>41.8</c:v>
                </c:pt>
                <c:pt idx="5197">
                  <c:v>41.8</c:v>
                </c:pt>
                <c:pt idx="5198">
                  <c:v>41.8</c:v>
                </c:pt>
                <c:pt idx="5199">
                  <c:v>41.8</c:v>
                </c:pt>
                <c:pt idx="5200">
                  <c:v>41.8</c:v>
                </c:pt>
                <c:pt idx="5201">
                  <c:v>41.8</c:v>
                </c:pt>
                <c:pt idx="5202">
                  <c:v>41.8</c:v>
                </c:pt>
                <c:pt idx="5203">
                  <c:v>41.8</c:v>
                </c:pt>
                <c:pt idx="5204">
                  <c:v>41.75</c:v>
                </c:pt>
                <c:pt idx="5205">
                  <c:v>41.75</c:v>
                </c:pt>
                <c:pt idx="5206">
                  <c:v>41.75</c:v>
                </c:pt>
                <c:pt idx="5207">
                  <c:v>41.75</c:v>
                </c:pt>
                <c:pt idx="5208">
                  <c:v>41.75</c:v>
                </c:pt>
                <c:pt idx="5209">
                  <c:v>41.75</c:v>
                </c:pt>
                <c:pt idx="5210">
                  <c:v>41.75</c:v>
                </c:pt>
                <c:pt idx="5211">
                  <c:v>41.75</c:v>
                </c:pt>
                <c:pt idx="5212">
                  <c:v>41.75</c:v>
                </c:pt>
                <c:pt idx="5213">
                  <c:v>41.75</c:v>
                </c:pt>
                <c:pt idx="5214">
                  <c:v>41.75</c:v>
                </c:pt>
                <c:pt idx="5215">
                  <c:v>41.75</c:v>
                </c:pt>
                <c:pt idx="5216">
                  <c:v>41.75</c:v>
                </c:pt>
                <c:pt idx="5217">
                  <c:v>41.75</c:v>
                </c:pt>
                <c:pt idx="5218">
                  <c:v>41.75</c:v>
                </c:pt>
                <c:pt idx="5219">
                  <c:v>41.75</c:v>
                </c:pt>
                <c:pt idx="5220">
                  <c:v>41.75</c:v>
                </c:pt>
                <c:pt idx="5221">
                  <c:v>41.75</c:v>
                </c:pt>
                <c:pt idx="5222">
                  <c:v>41.75</c:v>
                </c:pt>
                <c:pt idx="5223">
                  <c:v>41.75</c:v>
                </c:pt>
                <c:pt idx="5224">
                  <c:v>41.75</c:v>
                </c:pt>
                <c:pt idx="5225">
                  <c:v>41.75</c:v>
                </c:pt>
                <c:pt idx="5226">
                  <c:v>41.7</c:v>
                </c:pt>
                <c:pt idx="5227">
                  <c:v>41.7</c:v>
                </c:pt>
                <c:pt idx="5228">
                  <c:v>41.7</c:v>
                </c:pt>
                <c:pt idx="5229">
                  <c:v>41.7</c:v>
                </c:pt>
                <c:pt idx="5230">
                  <c:v>41.7</c:v>
                </c:pt>
                <c:pt idx="5231">
                  <c:v>41.7</c:v>
                </c:pt>
                <c:pt idx="5232">
                  <c:v>41.7</c:v>
                </c:pt>
                <c:pt idx="5233">
                  <c:v>41.7</c:v>
                </c:pt>
                <c:pt idx="5234">
                  <c:v>41.7</c:v>
                </c:pt>
                <c:pt idx="5235">
                  <c:v>41.7</c:v>
                </c:pt>
                <c:pt idx="5236">
                  <c:v>41.7</c:v>
                </c:pt>
                <c:pt idx="5237">
                  <c:v>41.7</c:v>
                </c:pt>
                <c:pt idx="5238">
                  <c:v>41.7</c:v>
                </c:pt>
                <c:pt idx="5239">
                  <c:v>41.7</c:v>
                </c:pt>
                <c:pt idx="5240">
                  <c:v>41.7</c:v>
                </c:pt>
                <c:pt idx="5241">
                  <c:v>41.7</c:v>
                </c:pt>
                <c:pt idx="5242">
                  <c:v>41.7</c:v>
                </c:pt>
                <c:pt idx="5243">
                  <c:v>41.7</c:v>
                </c:pt>
                <c:pt idx="5244">
                  <c:v>41.7</c:v>
                </c:pt>
                <c:pt idx="5245">
                  <c:v>41.7</c:v>
                </c:pt>
                <c:pt idx="5246">
                  <c:v>41.65</c:v>
                </c:pt>
                <c:pt idx="5247">
                  <c:v>41.65</c:v>
                </c:pt>
                <c:pt idx="5248">
                  <c:v>41.65</c:v>
                </c:pt>
                <c:pt idx="5249">
                  <c:v>41.65</c:v>
                </c:pt>
                <c:pt idx="5250">
                  <c:v>41.65</c:v>
                </c:pt>
                <c:pt idx="5251">
                  <c:v>41.65</c:v>
                </c:pt>
                <c:pt idx="5252">
                  <c:v>41.65</c:v>
                </c:pt>
                <c:pt idx="5253">
                  <c:v>41.65</c:v>
                </c:pt>
                <c:pt idx="5254">
                  <c:v>41.65</c:v>
                </c:pt>
                <c:pt idx="5255">
                  <c:v>41.65</c:v>
                </c:pt>
                <c:pt idx="5256">
                  <c:v>41.65</c:v>
                </c:pt>
                <c:pt idx="5257">
                  <c:v>41.65</c:v>
                </c:pt>
                <c:pt idx="5258">
                  <c:v>41.65</c:v>
                </c:pt>
                <c:pt idx="5259">
                  <c:v>41.65</c:v>
                </c:pt>
                <c:pt idx="5260">
                  <c:v>41.65</c:v>
                </c:pt>
                <c:pt idx="5261">
                  <c:v>41.65</c:v>
                </c:pt>
                <c:pt idx="5262">
                  <c:v>41.65</c:v>
                </c:pt>
                <c:pt idx="5263">
                  <c:v>41.65</c:v>
                </c:pt>
                <c:pt idx="5264">
                  <c:v>41.65</c:v>
                </c:pt>
                <c:pt idx="5265">
                  <c:v>41.65</c:v>
                </c:pt>
                <c:pt idx="5266">
                  <c:v>41.65</c:v>
                </c:pt>
                <c:pt idx="5267">
                  <c:v>41.65</c:v>
                </c:pt>
                <c:pt idx="5268">
                  <c:v>41.65</c:v>
                </c:pt>
                <c:pt idx="5269">
                  <c:v>41.65</c:v>
                </c:pt>
                <c:pt idx="5270">
                  <c:v>41.65</c:v>
                </c:pt>
                <c:pt idx="5271">
                  <c:v>41.65</c:v>
                </c:pt>
                <c:pt idx="5272">
                  <c:v>41.65</c:v>
                </c:pt>
                <c:pt idx="5273">
                  <c:v>41.65</c:v>
                </c:pt>
                <c:pt idx="5274">
                  <c:v>41.65</c:v>
                </c:pt>
                <c:pt idx="5275">
                  <c:v>41.65</c:v>
                </c:pt>
                <c:pt idx="5276">
                  <c:v>41.65</c:v>
                </c:pt>
                <c:pt idx="5277">
                  <c:v>41.65</c:v>
                </c:pt>
                <c:pt idx="5278">
                  <c:v>41.65</c:v>
                </c:pt>
                <c:pt idx="5279">
                  <c:v>41.6</c:v>
                </c:pt>
                <c:pt idx="5280">
                  <c:v>41.6</c:v>
                </c:pt>
                <c:pt idx="5281">
                  <c:v>41.6</c:v>
                </c:pt>
                <c:pt idx="5282">
                  <c:v>41.6</c:v>
                </c:pt>
                <c:pt idx="5283">
                  <c:v>41.6</c:v>
                </c:pt>
                <c:pt idx="5284">
                  <c:v>41.6</c:v>
                </c:pt>
                <c:pt idx="5285">
                  <c:v>41.6</c:v>
                </c:pt>
                <c:pt idx="5286">
                  <c:v>41.6</c:v>
                </c:pt>
                <c:pt idx="5287">
                  <c:v>41.6</c:v>
                </c:pt>
                <c:pt idx="5288">
                  <c:v>41.6</c:v>
                </c:pt>
                <c:pt idx="5289">
                  <c:v>41.6</c:v>
                </c:pt>
                <c:pt idx="5290">
                  <c:v>41.6</c:v>
                </c:pt>
                <c:pt idx="5291">
                  <c:v>41.6</c:v>
                </c:pt>
                <c:pt idx="5292">
                  <c:v>41.6</c:v>
                </c:pt>
                <c:pt idx="5293">
                  <c:v>41.6</c:v>
                </c:pt>
                <c:pt idx="5294">
                  <c:v>41.6</c:v>
                </c:pt>
                <c:pt idx="5295">
                  <c:v>41.6</c:v>
                </c:pt>
                <c:pt idx="5296">
                  <c:v>41.6</c:v>
                </c:pt>
                <c:pt idx="5297">
                  <c:v>41.55</c:v>
                </c:pt>
                <c:pt idx="5298">
                  <c:v>41.55</c:v>
                </c:pt>
                <c:pt idx="5299">
                  <c:v>41.55</c:v>
                </c:pt>
                <c:pt idx="5300">
                  <c:v>41.55</c:v>
                </c:pt>
                <c:pt idx="5301">
                  <c:v>41.55</c:v>
                </c:pt>
                <c:pt idx="5302">
                  <c:v>41.55</c:v>
                </c:pt>
                <c:pt idx="5303">
                  <c:v>41.55</c:v>
                </c:pt>
                <c:pt idx="5304">
                  <c:v>41.55</c:v>
                </c:pt>
                <c:pt idx="5305">
                  <c:v>41.55</c:v>
                </c:pt>
                <c:pt idx="5306">
                  <c:v>41.55</c:v>
                </c:pt>
                <c:pt idx="5307">
                  <c:v>41.55</c:v>
                </c:pt>
                <c:pt idx="5308">
                  <c:v>41.55</c:v>
                </c:pt>
                <c:pt idx="5309">
                  <c:v>41.55</c:v>
                </c:pt>
                <c:pt idx="5310">
                  <c:v>41.55</c:v>
                </c:pt>
                <c:pt idx="5311">
                  <c:v>41.55</c:v>
                </c:pt>
                <c:pt idx="5312">
                  <c:v>41.55</c:v>
                </c:pt>
                <c:pt idx="5313">
                  <c:v>41.55</c:v>
                </c:pt>
                <c:pt idx="5314">
                  <c:v>41.55</c:v>
                </c:pt>
                <c:pt idx="5315">
                  <c:v>41.55</c:v>
                </c:pt>
                <c:pt idx="5316">
                  <c:v>41.55</c:v>
                </c:pt>
                <c:pt idx="5317">
                  <c:v>41.55</c:v>
                </c:pt>
                <c:pt idx="5318">
                  <c:v>41.55</c:v>
                </c:pt>
                <c:pt idx="5319">
                  <c:v>41.5</c:v>
                </c:pt>
                <c:pt idx="5320">
                  <c:v>41.5</c:v>
                </c:pt>
                <c:pt idx="5321">
                  <c:v>41.5</c:v>
                </c:pt>
                <c:pt idx="5322">
                  <c:v>41.5</c:v>
                </c:pt>
                <c:pt idx="5323">
                  <c:v>41.5</c:v>
                </c:pt>
                <c:pt idx="5324">
                  <c:v>41.5</c:v>
                </c:pt>
                <c:pt idx="5325">
                  <c:v>41.5</c:v>
                </c:pt>
                <c:pt idx="5326">
                  <c:v>41.5</c:v>
                </c:pt>
                <c:pt idx="5327">
                  <c:v>41.5</c:v>
                </c:pt>
                <c:pt idx="5328">
                  <c:v>41.5</c:v>
                </c:pt>
                <c:pt idx="5329">
                  <c:v>41.5</c:v>
                </c:pt>
                <c:pt idx="5330">
                  <c:v>41.5</c:v>
                </c:pt>
                <c:pt idx="5331">
                  <c:v>41.5</c:v>
                </c:pt>
                <c:pt idx="5332">
                  <c:v>41.5</c:v>
                </c:pt>
                <c:pt idx="5333">
                  <c:v>41.5</c:v>
                </c:pt>
                <c:pt idx="5334">
                  <c:v>41.5</c:v>
                </c:pt>
                <c:pt idx="5335">
                  <c:v>41.5</c:v>
                </c:pt>
                <c:pt idx="5336">
                  <c:v>41.5</c:v>
                </c:pt>
                <c:pt idx="5337">
                  <c:v>41.5</c:v>
                </c:pt>
                <c:pt idx="5338">
                  <c:v>41.5</c:v>
                </c:pt>
                <c:pt idx="5339">
                  <c:v>41.5</c:v>
                </c:pt>
                <c:pt idx="5340">
                  <c:v>41.5</c:v>
                </c:pt>
                <c:pt idx="5341">
                  <c:v>41.5</c:v>
                </c:pt>
                <c:pt idx="5342">
                  <c:v>41.5</c:v>
                </c:pt>
                <c:pt idx="5343">
                  <c:v>41.45</c:v>
                </c:pt>
                <c:pt idx="5344">
                  <c:v>41.45</c:v>
                </c:pt>
                <c:pt idx="5345">
                  <c:v>41.45</c:v>
                </c:pt>
                <c:pt idx="5346">
                  <c:v>41.45</c:v>
                </c:pt>
                <c:pt idx="5347">
                  <c:v>41.45</c:v>
                </c:pt>
                <c:pt idx="5348">
                  <c:v>41.45</c:v>
                </c:pt>
                <c:pt idx="5349">
                  <c:v>41.45</c:v>
                </c:pt>
                <c:pt idx="5350">
                  <c:v>41.45</c:v>
                </c:pt>
                <c:pt idx="5351">
                  <c:v>41.45</c:v>
                </c:pt>
                <c:pt idx="5352">
                  <c:v>41.45</c:v>
                </c:pt>
                <c:pt idx="5353">
                  <c:v>41.45</c:v>
                </c:pt>
                <c:pt idx="5354">
                  <c:v>41.45</c:v>
                </c:pt>
                <c:pt idx="5355">
                  <c:v>41.45</c:v>
                </c:pt>
                <c:pt idx="5356">
                  <c:v>41.45</c:v>
                </c:pt>
                <c:pt idx="5357">
                  <c:v>41.45</c:v>
                </c:pt>
                <c:pt idx="5358">
                  <c:v>41.45</c:v>
                </c:pt>
                <c:pt idx="5359">
                  <c:v>41.4</c:v>
                </c:pt>
                <c:pt idx="5360">
                  <c:v>41.4</c:v>
                </c:pt>
                <c:pt idx="5361">
                  <c:v>41.4</c:v>
                </c:pt>
                <c:pt idx="5362">
                  <c:v>41.4</c:v>
                </c:pt>
                <c:pt idx="5363">
                  <c:v>41.4</c:v>
                </c:pt>
                <c:pt idx="5364">
                  <c:v>41.4</c:v>
                </c:pt>
                <c:pt idx="5365">
                  <c:v>41.4</c:v>
                </c:pt>
                <c:pt idx="5366">
                  <c:v>41.4</c:v>
                </c:pt>
                <c:pt idx="5367">
                  <c:v>41.4</c:v>
                </c:pt>
                <c:pt idx="5368">
                  <c:v>41.4</c:v>
                </c:pt>
                <c:pt idx="5369">
                  <c:v>41.4</c:v>
                </c:pt>
                <c:pt idx="5370">
                  <c:v>41.4</c:v>
                </c:pt>
                <c:pt idx="5371">
                  <c:v>41.4</c:v>
                </c:pt>
                <c:pt idx="5372">
                  <c:v>41.4</c:v>
                </c:pt>
                <c:pt idx="5373">
                  <c:v>41.4</c:v>
                </c:pt>
                <c:pt idx="5374">
                  <c:v>41.4</c:v>
                </c:pt>
                <c:pt idx="5375">
                  <c:v>41.4</c:v>
                </c:pt>
                <c:pt idx="5376">
                  <c:v>41.4</c:v>
                </c:pt>
                <c:pt idx="5377">
                  <c:v>41.4</c:v>
                </c:pt>
                <c:pt idx="5378">
                  <c:v>41.4</c:v>
                </c:pt>
                <c:pt idx="5379">
                  <c:v>41.4</c:v>
                </c:pt>
                <c:pt idx="5380">
                  <c:v>41.4</c:v>
                </c:pt>
                <c:pt idx="5381">
                  <c:v>41.4</c:v>
                </c:pt>
                <c:pt idx="5382">
                  <c:v>41.35</c:v>
                </c:pt>
                <c:pt idx="5383">
                  <c:v>41.35</c:v>
                </c:pt>
                <c:pt idx="5384">
                  <c:v>41.35</c:v>
                </c:pt>
                <c:pt idx="5385">
                  <c:v>41.35</c:v>
                </c:pt>
                <c:pt idx="5386">
                  <c:v>41.35</c:v>
                </c:pt>
                <c:pt idx="5387">
                  <c:v>41.35</c:v>
                </c:pt>
                <c:pt idx="5388">
                  <c:v>41.35</c:v>
                </c:pt>
                <c:pt idx="5389">
                  <c:v>41.35</c:v>
                </c:pt>
                <c:pt idx="5390">
                  <c:v>41.35</c:v>
                </c:pt>
                <c:pt idx="5391">
                  <c:v>41.35</c:v>
                </c:pt>
                <c:pt idx="5392">
                  <c:v>41.35</c:v>
                </c:pt>
                <c:pt idx="5393">
                  <c:v>41.35</c:v>
                </c:pt>
                <c:pt idx="5394">
                  <c:v>41.35</c:v>
                </c:pt>
                <c:pt idx="5395">
                  <c:v>41.35</c:v>
                </c:pt>
                <c:pt idx="5396">
                  <c:v>41.35</c:v>
                </c:pt>
                <c:pt idx="5397">
                  <c:v>41.35</c:v>
                </c:pt>
                <c:pt idx="5398">
                  <c:v>41.35</c:v>
                </c:pt>
                <c:pt idx="5399">
                  <c:v>41.35</c:v>
                </c:pt>
                <c:pt idx="5400">
                  <c:v>41.35</c:v>
                </c:pt>
                <c:pt idx="5401">
                  <c:v>41.35</c:v>
                </c:pt>
                <c:pt idx="5402">
                  <c:v>41.35</c:v>
                </c:pt>
                <c:pt idx="5403">
                  <c:v>41.35</c:v>
                </c:pt>
                <c:pt idx="5404">
                  <c:v>41.35</c:v>
                </c:pt>
                <c:pt idx="5405">
                  <c:v>41.35</c:v>
                </c:pt>
                <c:pt idx="5406">
                  <c:v>41.3</c:v>
                </c:pt>
                <c:pt idx="5407">
                  <c:v>41.3</c:v>
                </c:pt>
                <c:pt idx="5408">
                  <c:v>41.3</c:v>
                </c:pt>
                <c:pt idx="5409">
                  <c:v>41.3</c:v>
                </c:pt>
                <c:pt idx="5410">
                  <c:v>41.3</c:v>
                </c:pt>
                <c:pt idx="5411">
                  <c:v>41.3</c:v>
                </c:pt>
                <c:pt idx="5412">
                  <c:v>41.3</c:v>
                </c:pt>
                <c:pt idx="5413">
                  <c:v>41.3</c:v>
                </c:pt>
                <c:pt idx="5414">
                  <c:v>41.3</c:v>
                </c:pt>
                <c:pt idx="5415">
                  <c:v>41.3</c:v>
                </c:pt>
                <c:pt idx="5416">
                  <c:v>41.3</c:v>
                </c:pt>
                <c:pt idx="5417">
                  <c:v>41.3</c:v>
                </c:pt>
                <c:pt idx="5418">
                  <c:v>41.3</c:v>
                </c:pt>
                <c:pt idx="5419">
                  <c:v>41.3</c:v>
                </c:pt>
                <c:pt idx="5420">
                  <c:v>41.3</c:v>
                </c:pt>
                <c:pt idx="5421">
                  <c:v>41.3</c:v>
                </c:pt>
                <c:pt idx="5422">
                  <c:v>41.3</c:v>
                </c:pt>
                <c:pt idx="5423">
                  <c:v>41.3</c:v>
                </c:pt>
                <c:pt idx="5424">
                  <c:v>41.3</c:v>
                </c:pt>
                <c:pt idx="5425">
                  <c:v>41.3</c:v>
                </c:pt>
                <c:pt idx="5426">
                  <c:v>41.3</c:v>
                </c:pt>
                <c:pt idx="5427">
                  <c:v>41.3</c:v>
                </c:pt>
                <c:pt idx="5428">
                  <c:v>41.3</c:v>
                </c:pt>
                <c:pt idx="5429">
                  <c:v>41.25</c:v>
                </c:pt>
                <c:pt idx="5430">
                  <c:v>41.25</c:v>
                </c:pt>
                <c:pt idx="5431">
                  <c:v>41.25</c:v>
                </c:pt>
                <c:pt idx="5432">
                  <c:v>41.25</c:v>
                </c:pt>
                <c:pt idx="5433">
                  <c:v>41.25</c:v>
                </c:pt>
                <c:pt idx="5434">
                  <c:v>41.25</c:v>
                </c:pt>
                <c:pt idx="5435">
                  <c:v>41.25</c:v>
                </c:pt>
                <c:pt idx="5436">
                  <c:v>41.25</c:v>
                </c:pt>
                <c:pt idx="5437">
                  <c:v>41.25</c:v>
                </c:pt>
                <c:pt idx="5438">
                  <c:v>41.25</c:v>
                </c:pt>
                <c:pt idx="5439">
                  <c:v>41.25</c:v>
                </c:pt>
                <c:pt idx="5440">
                  <c:v>41.25</c:v>
                </c:pt>
                <c:pt idx="5441">
                  <c:v>41.25</c:v>
                </c:pt>
                <c:pt idx="5442">
                  <c:v>41.25</c:v>
                </c:pt>
                <c:pt idx="5443">
                  <c:v>41.25</c:v>
                </c:pt>
                <c:pt idx="5444">
                  <c:v>41.25</c:v>
                </c:pt>
                <c:pt idx="5445">
                  <c:v>41.25</c:v>
                </c:pt>
                <c:pt idx="5446">
                  <c:v>41.25</c:v>
                </c:pt>
                <c:pt idx="5447">
                  <c:v>41.25</c:v>
                </c:pt>
                <c:pt idx="5448">
                  <c:v>41.25</c:v>
                </c:pt>
                <c:pt idx="5449">
                  <c:v>41.25</c:v>
                </c:pt>
                <c:pt idx="5450">
                  <c:v>41.25</c:v>
                </c:pt>
                <c:pt idx="5451">
                  <c:v>41.25</c:v>
                </c:pt>
                <c:pt idx="5452">
                  <c:v>41.2</c:v>
                </c:pt>
                <c:pt idx="5453">
                  <c:v>41.2</c:v>
                </c:pt>
                <c:pt idx="5454">
                  <c:v>41.2</c:v>
                </c:pt>
                <c:pt idx="5455">
                  <c:v>41.2</c:v>
                </c:pt>
                <c:pt idx="5456">
                  <c:v>41.2</c:v>
                </c:pt>
                <c:pt idx="5457">
                  <c:v>41.2</c:v>
                </c:pt>
                <c:pt idx="5458">
                  <c:v>41.2</c:v>
                </c:pt>
                <c:pt idx="5459">
                  <c:v>41.2</c:v>
                </c:pt>
                <c:pt idx="5460">
                  <c:v>41.2</c:v>
                </c:pt>
                <c:pt idx="5461">
                  <c:v>41.2</c:v>
                </c:pt>
                <c:pt idx="5462">
                  <c:v>41.2</c:v>
                </c:pt>
                <c:pt idx="5463">
                  <c:v>41.2</c:v>
                </c:pt>
                <c:pt idx="5464">
                  <c:v>41.2</c:v>
                </c:pt>
                <c:pt idx="5465">
                  <c:v>41.2</c:v>
                </c:pt>
                <c:pt idx="5466">
                  <c:v>41.2</c:v>
                </c:pt>
                <c:pt idx="5467">
                  <c:v>41.2</c:v>
                </c:pt>
                <c:pt idx="5468">
                  <c:v>41.15</c:v>
                </c:pt>
                <c:pt idx="5469">
                  <c:v>41.2</c:v>
                </c:pt>
                <c:pt idx="5470">
                  <c:v>41.2</c:v>
                </c:pt>
                <c:pt idx="5471">
                  <c:v>41.15</c:v>
                </c:pt>
                <c:pt idx="5472">
                  <c:v>41.15</c:v>
                </c:pt>
                <c:pt idx="5473">
                  <c:v>41.15</c:v>
                </c:pt>
                <c:pt idx="5474">
                  <c:v>41.2</c:v>
                </c:pt>
                <c:pt idx="5475">
                  <c:v>41.2</c:v>
                </c:pt>
                <c:pt idx="5476">
                  <c:v>41.15</c:v>
                </c:pt>
                <c:pt idx="5477">
                  <c:v>41.2</c:v>
                </c:pt>
                <c:pt idx="5478">
                  <c:v>41.2</c:v>
                </c:pt>
                <c:pt idx="5479">
                  <c:v>41.2</c:v>
                </c:pt>
                <c:pt idx="5480">
                  <c:v>41.2</c:v>
                </c:pt>
                <c:pt idx="5481">
                  <c:v>41.2</c:v>
                </c:pt>
                <c:pt idx="5482">
                  <c:v>41.2</c:v>
                </c:pt>
                <c:pt idx="5483">
                  <c:v>41.2</c:v>
                </c:pt>
                <c:pt idx="5484">
                  <c:v>41.2</c:v>
                </c:pt>
                <c:pt idx="5485">
                  <c:v>41.2</c:v>
                </c:pt>
                <c:pt idx="5486">
                  <c:v>41.2</c:v>
                </c:pt>
                <c:pt idx="5487">
                  <c:v>41.15</c:v>
                </c:pt>
                <c:pt idx="5488">
                  <c:v>41.15</c:v>
                </c:pt>
                <c:pt idx="5489">
                  <c:v>41.15</c:v>
                </c:pt>
                <c:pt idx="5490">
                  <c:v>41.15</c:v>
                </c:pt>
                <c:pt idx="5491">
                  <c:v>41.15</c:v>
                </c:pt>
                <c:pt idx="5492">
                  <c:v>41.15</c:v>
                </c:pt>
                <c:pt idx="5493">
                  <c:v>41.15</c:v>
                </c:pt>
                <c:pt idx="5494">
                  <c:v>41.15</c:v>
                </c:pt>
                <c:pt idx="5495">
                  <c:v>41.15</c:v>
                </c:pt>
                <c:pt idx="5496">
                  <c:v>41.15</c:v>
                </c:pt>
                <c:pt idx="5497">
                  <c:v>41.15</c:v>
                </c:pt>
                <c:pt idx="5498">
                  <c:v>41.15</c:v>
                </c:pt>
                <c:pt idx="5499">
                  <c:v>41.15</c:v>
                </c:pt>
                <c:pt idx="5500">
                  <c:v>41.15</c:v>
                </c:pt>
                <c:pt idx="5501">
                  <c:v>41.15</c:v>
                </c:pt>
                <c:pt idx="5502">
                  <c:v>41.15</c:v>
                </c:pt>
                <c:pt idx="5503">
                  <c:v>41.15</c:v>
                </c:pt>
                <c:pt idx="5504">
                  <c:v>41.1</c:v>
                </c:pt>
                <c:pt idx="5505">
                  <c:v>41.1</c:v>
                </c:pt>
                <c:pt idx="5506">
                  <c:v>41.1</c:v>
                </c:pt>
                <c:pt idx="5507">
                  <c:v>41.1</c:v>
                </c:pt>
                <c:pt idx="5508">
                  <c:v>41.1</c:v>
                </c:pt>
                <c:pt idx="5509">
                  <c:v>41.1</c:v>
                </c:pt>
                <c:pt idx="5510">
                  <c:v>41.1</c:v>
                </c:pt>
                <c:pt idx="5511">
                  <c:v>41.1</c:v>
                </c:pt>
                <c:pt idx="5512">
                  <c:v>41.1</c:v>
                </c:pt>
                <c:pt idx="5513">
                  <c:v>41.1</c:v>
                </c:pt>
                <c:pt idx="5514">
                  <c:v>41.1</c:v>
                </c:pt>
                <c:pt idx="5515">
                  <c:v>41.1</c:v>
                </c:pt>
                <c:pt idx="5516">
                  <c:v>41.1</c:v>
                </c:pt>
                <c:pt idx="5517">
                  <c:v>41.1</c:v>
                </c:pt>
                <c:pt idx="5518">
                  <c:v>41.1</c:v>
                </c:pt>
                <c:pt idx="5519">
                  <c:v>41.1</c:v>
                </c:pt>
                <c:pt idx="5520">
                  <c:v>41.1</c:v>
                </c:pt>
                <c:pt idx="5521">
                  <c:v>41.1</c:v>
                </c:pt>
                <c:pt idx="5522">
                  <c:v>41.1</c:v>
                </c:pt>
                <c:pt idx="5523">
                  <c:v>41.1</c:v>
                </c:pt>
                <c:pt idx="5524">
                  <c:v>41.1</c:v>
                </c:pt>
                <c:pt idx="5525">
                  <c:v>41.1</c:v>
                </c:pt>
                <c:pt idx="5526">
                  <c:v>41.1</c:v>
                </c:pt>
                <c:pt idx="5527">
                  <c:v>41.1</c:v>
                </c:pt>
                <c:pt idx="5528">
                  <c:v>41.1</c:v>
                </c:pt>
                <c:pt idx="5529">
                  <c:v>41.1</c:v>
                </c:pt>
                <c:pt idx="5530">
                  <c:v>41.1</c:v>
                </c:pt>
                <c:pt idx="5531">
                  <c:v>41.1</c:v>
                </c:pt>
                <c:pt idx="5532">
                  <c:v>41.05</c:v>
                </c:pt>
                <c:pt idx="5533">
                  <c:v>41.05</c:v>
                </c:pt>
                <c:pt idx="5534">
                  <c:v>41.05</c:v>
                </c:pt>
                <c:pt idx="5535">
                  <c:v>41.05</c:v>
                </c:pt>
                <c:pt idx="5536">
                  <c:v>41.05</c:v>
                </c:pt>
                <c:pt idx="5537">
                  <c:v>41.05</c:v>
                </c:pt>
                <c:pt idx="5538">
                  <c:v>41.05</c:v>
                </c:pt>
                <c:pt idx="5539">
                  <c:v>41.05</c:v>
                </c:pt>
                <c:pt idx="5540">
                  <c:v>41.05</c:v>
                </c:pt>
                <c:pt idx="5541">
                  <c:v>41.05</c:v>
                </c:pt>
                <c:pt idx="5542">
                  <c:v>41.05</c:v>
                </c:pt>
                <c:pt idx="5543">
                  <c:v>41.05</c:v>
                </c:pt>
                <c:pt idx="5544">
                  <c:v>41.05</c:v>
                </c:pt>
                <c:pt idx="5545">
                  <c:v>41.05</c:v>
                </c:pt>
                <c:pt idx="5546">
                  <c:v>41.05</c:v>
                </c:pt>
                <c:pt idx="5547">
                  <c:v>41.05</c:v>
                </c:pt>
                <c:pt idx="5548">
                  <c:v>41.05</c:v>
                </c:pt>
                <c:pt idx="5549">
                  <c:v>41.05</c:v>
                </c:pt>
                <c:pt idx="5550">
                  <c:v>41.05</c:v>
                </c:pt>
                <c:pt idx="5551">
                  <c:v>41.05</c:v>
                </c:pt>
                <c:pt idx="5552">
                  <c:v>41</c:v>
                </c:pt>
                <c:pt idx="5553">
                  <c:v>41</c:v>
                </c:pt>
                <c:pt idx="5554">
                  <c:v>41</c:v>
                </c:pt>
                <c:pt idx="5555">
                  <c:v>41</c:v>
                </c:pt>
                <c:pt idx="5556">
                  <c:v>41</c:v>
                </c:pt>
                <c:pt idx="5557">
                  <c:v>41</c:v>
                </c:pt>
                <c:pt idx="5558">
                  <c:v>41</c:v>
                </c:pt>
                <c:pt idx="5559">
                  <c:v>41</c:v>
                </c:pt>
                <c:pt idx="5560">
                  <c:v>41</c:v>
                </c:pt>
                <c:pt idx="5561">
                  <c:v>41</c:v>
                </c:pt>
                <c:pt idx="5562">
                  <c:v>41</c:v>
                </c:pt>
                <c:pt idx="5563">
                  <c:v>41</c:v>
                </c:pt>
                <c:pt idx="5564">
                  <c:v>41</c:v>
                </c:pt>
                <c:pt idx="5565">
                  <c:v>41</c:v>
                </c:pt>
                <c:pt idx="5566">
                  <c:v>41</c:v>
                </c:pt>
                <c:pt idx="5567">
                  <c:v>41</c:v>
                </c:pt>
                <c:pt idx="5568">
                  <c:v>41</c:v>
                </c:pt>
                <c:pt idx="5569">
                  <c:v>41</c:v>
                </c:pt>
                <c:pt idx="5570">
                  <c:v>41</c:v>
                </c:pt>
                <c:pt idx="5571">
                  <c:v>41</c:v>
                </c:pt>
                <c:pt idx="5572">
                  <c:v>41</c:v>
                </c:pt>
                <c:pt idx="5573">
                  <c:v>41</c:v>
                </c:pt>
                <c:pt idx="5574">
                  <c:v>41</c:v>
                </c:pt>
                <c:pt idx="5575">
                  <c:v>40.950000000000003</c:v>
                </c:pt>
                <c:pt idx="5576">
                  <c:v>40.950000000000003</c:v>
                </c:pt>
                <c:pt idx="5577">
                  <c:v>40.950000000000003</c:v>
                </c:pt>
                <c:pt idx="5578">
                  <c:v>40.950000000000003</c:v>
                </c:pt>
                <c:pt idx="5579">
                  <c:v>40.950000000000003</c:v>
                </c:pt>
                <c:pt idx="5580">
                  <c:v>40.950000000000003</c:v>
                </c:pt>
                <c:pt idx="5581">
                  <c:v>40.950000000000003</c:v>
                </c:pt>
                <c:pt idx="5582">
                  <c:v>40.950000000000003</c:v>
                </c:pt>
                <c:pt idx="5583">
                  <c:v>40.950000000000003</c:v>
                </c:pt>
                <c:pt idx="5584">
                  <c:v>40.950000000000003</c:v>
                </c:pt>
                <c:pt idx="5585">
                  <c:v>40.950000000000003</c:v>
                </c:pt>
                <c:pt idx="5586">
                  <c:v>40.950000000000003</c:v>
                </c:pt>
                <c:pt idx="5587">
                  <c:v>40.950000000000003</c:v>
                </c:pt>
                <c:pt idx="5588">
                  <c:v>40.950000000000003</c:v>
                </c:pt>
                <c:pt idx="5589">
                  <c:v>40.950000000000003</c:v>
                </c:pt>
                <c:pt idx="5590">
                  <c:v>40.950000000000003</c:v>
                </c:pt>
                <c:pt idx="5591">
                  <c:v>40.950000000000003</c:v>
                </c:pt>
                <c:pt idx="5592">
                  <c:v>40.950000000000003</c:v>
                </c:pt>
                <c:pt idx="5593">
                  <c:v>40.950000000000003</c:v>
                </c:pt>
                <c:pt idx="5594">
                  <c:v>40.9</c:v>
                </c:pt>
                <c:pt idx="5595">
                  <c:v>40.9</c:v>
                </c:pt>
                <c:pt idx="5596">
                  <c:v>40.9</c:v>
                </c:pt>
                <c:pt idx="5597">
                  <c:v>40.9</c:v>
                </c:pt>
                <c:pt idx="5598">
                  <c:v>40.9</c:v>
                </c:pt>
                <c:pt idx="5599">
                  <c:v>40.9</c:v>
                </c:pt>
                <c:pt idx="5600">
                  <c:v>40.9</c:v>
                </c:pt>
                <c:pt idx="5601">
                  <c:v>40.9</c:v>
                </c:pt>
                <c:pt idx="5602">
                  <c:v>40.9</c:v>
                </c:pt>
                <c:pt idx="5603">
                  <c:v>40.9</c:v>
                </c:pt>
                <c:pt idx="5604">
                  <c:v>40.9</c:v>
                </c:pt>
                <c:pt idx="5605">
                  <c:v>40.9</c:v>
                </c:pt>
                <c:pt idx="5606">
                  <c:v>40.9</c:v>
                </c:pt>
                <c:pt idx="5607">
                  <c:v>40.9</c:v>
                </c:pt>
                <c:pt idx="5608">
                  <c:v>40.9</c:v>
                </c:pt>
                <c:pt idx="5609">
                  <c:v>40.9</c:v>
                </c:pt>
                <c:pt idx="5610">
                  <c:v>40.9</c:v>
                </c:pt>
                <c:pt idx="5611">
                  <c:v>40.9</c:v>
                </c:pt>
                <c:pt idx="5612">
                  <c:v>40.9</c:v>
                </c:pt>
                <c:pt idx="5613">
                  <c:v>40.9</c:v>
                </c:pt>
                <c:pt idx="5614">
                  <c:v>40.9</c:v>
                </c:pt>
                <c:pt idx="5615">
                  <c:v>40.9</c:v>
                </c:pt>
                <c:pt idx="5616">
                  <c:v>40.9</c:v>
                </c:pt>
                <c:pt idx="5617">
                  <c:v>40.9</c:v>
                </c:pt>
                <c:pt idx="5618">
                  <c:v>40.85</c:v>
                </c:pt>
                <c:pt idx="5619">
                  <c:v>40.85</c:v>
                </c:pt>
                <c:pt idx="5620">
                  <c:v>40.85</c:v>
                </c:pt>
                <c:pt idx="5621">
                  <c:v>40.85</c:v>
                </c:pt>
                <c:pt idx="5622">
                  <c:v>40.85</c:v>
                </c:pt>
                <c:pt idx="5623">
                  <c:v>40.85</c:v>
                </c:pt>
                <c:pt idx="5624">
                  <c:v>40.85</c:v>
                </c:pt>
                <c:pt idx="5625">
                  <c:v>40.85</c:v>
                </c:pt>
                <c:pt idx="5626">
                  <c:v>40.85</c:v>
                </c:pt>
                <c:pt idx="5627">
                  <c:v>40.85</c:v>
                </c:pt>
                <c:pt idx="5628">
                  <c:v>40.85</c:v>
                </c:pt>
                <c:pt idx="5629">
                  <c:v>40.85</c:v>
                </c:pt>
                <c:pt idx="5630">
                  <c:v>40.85</c:v>
                </c:pt>
                <c:pt idx="5631">
                  <c:v>40.85</c:v>
                </c:pt>
                <c:pt idx="5632">
                  <c:v>40.85</c:v>
                </c:pt>
                <c:pt idx="5633">
                  <c:v>40.85</c:v>
                </c:pt>
                <c:pt idx="5634">
                  <c:v>40.85</c:v>
                </c:pt>
                <c:pt idx="5635">
                  <c:v>40.85</c:v>
                </c:pt>
                <c:pt idx="5636">
                  <c:v>40.85</c:v>
                </c:pt>
                <c:pt idx="5637">
                  <c:v>40.85</c:v>
                </c:pt>
                <c:pt idx="5638">
                  <c:v>40.85</c:v>
                </c:pt>
                <c:pt idx="5639">
                  <c:v>40.799999999999997</c:v>
                </c:pt>
                <c:pt idx="5640">
                  <c:v>40.799999999999997</c:v>
                </c:pt>
                <c:pt idx="5641">
                  <c:v>40.799999999999997</c:v>
                </c:pt>
                <c:pt idx="5642">
                  <c:v>40.799999999999997</c:v>
                </c:pt>
                <c:pt idx="5643">
                  <c:v>40.799999999999997</c:v>
                </c:pt>
                <c:pt idx="5644">
                  <c:v>40.799999999999997</c:v>
                </c:pt>
                <c:pt idx="5645">
                  <c:v>40.799999999999997</c:v>
                </c:pt>
                <c:pt idx="5646">
                  <c:v>40.799999999999997</c:v>
                </c:pt>
                <c:pt idx="5647">
                  <c:v>40.799999999999997</c:v>
                </c:pt>
                <c:pt idx="5648">
                  <c:v>40.799999999999997</c:v>
                </c:pt>
                <c:pt idx="5649">
                  <c:v>40.799999999999997</c:v>
                </c:pt>
                <c:pt idx="5650">
                  <c:v>40.799999999999997</c:v>
                </c:pt>
                <c:pt idx="5651">
                  <c:v>40.799999999999997</c:v>
                </c:pt>
                <c:pt idx="5652">
                  <c:v>40.799999999999997</c:v>
                </c:pt>
                <c:pt idx="5653">
                  <c:v>40.799999999999997</c:v>
                </c:pt>
                <c:pt idx="5654">
                  <c:v>40.799999999999997</c:v>
                </c:pt>
                <c:pt idx="5655">
                  <c:v>40.799999999999997</c:v>
                </c:pt>
                <c:pt idx="5656">
                  <c:v>40.799999999999997</c:v>
                </c:pt>
                <c:pt idx="5657">
                  <c:v>40.799999999999997</c:v>
                </c:pt>
                <c:pt idx="5658">
                  <c:v>40.799999999999997</c:v>
                </c:pt>
                <c:pt idx="5659">
                  <c:v>40.799999999999997</c:v>
                </c:pt>
                <c:pt idx="5660">
                  <c:v>40.799999999999997</c:v>
                </c:pt>
                <c:pt idx="5661">
                  <c:v>40.799999999999997</c:v>
                </c:pt>
                <c:pt idx="5662">
                  <c:v>40.799999999999997</c:v>
                </c:pt>
                <c:pt idx="5663">
                  <c:v>40.75</c:v>
                </c:pt>
                <c:pt idx="5664">
                  <c:v>40.799999999999997</c:v>
                </c:pt>
                <c:pt idx="5665">
                  <c:v>40.799999999999997</c:v>
                </c:pt>
                <c:pt idx="5666">
                  <c:v>40.75</c:v>
                </c:pt>
                <c:pt idx="5667">
                  <c:v>40.75</c:v>
                </c:pt>
                <c:pt idx="5668">
                  <c:v>40.75</c:v>
                </c:pt>
                <c:pt idx="5669">
                  <c:v>40.75</c:v>
                </c:pt>
                <c:pt idx="5670">
                  <c:v>40.75</c:v>
                </c:pt>
                <c:pt idx="5671">
                  <c:v>40.75</c:v>
                </c:pt>
                <c:pt idx="5672">
                  <c:v>40.75</c:v>
                </c:pt>
                <c:pt idx="5673">
                  <c:v>40.75</c:v>
                </c:pt>
                <c:pt idx="5674">
                  <c:v>40.75</c:v>
                </c:pt>
                <c:pt idx="5675">
                  <c:v>40.75</c:v>
                </c:pt>
                <c:pt idx="5676">
                  <c:v>40.75</c:v>
                </c:pt>
                <c:pt idx="5677">
                  <c:v>40.75</c:v>
                </c:pt>
                <c:pt idx="5678">
                  <c:v>40.75</c:v>
                </c:pt>
                <c:pt idx="5679">
                  <c:v>40.75</c:v>
                </c:pt>
                <c:pt idx="5680">
                  <c:v>40.75</c:v>
                </c:pt>
                <c:pt idx="5681">
                  <c:v>40.75</c:v>
                </c:pt>
                <c:pt idx="5682">
                  <c:v>40.75</c:v>
                </c:pt>
                <c:pt idx="5683">
                  <c:v>40.75</c:v>
                </c:pt>
                <c:pt idx="5684">
                  <c:v>40.75</c:v>
                </c:pt>
                <c:pt idx="5685">
                  <c:v>40.75</c:v>
                </c:pt>
                <c:pt idx="5686">
                  <c:v>40.75</c:v>
                </c:pt>
                <c:pt idx="5687">
                  <c:v>40.75</c:v>
                </c:pt>
                <c:pt idx="5688">
                  <c:v>40.700000000000003</c:v>
                </c:pt>
                <c:pt idx="5689">
                  <c:v>40.75</c:v>
                </c:pt>
                <c:pt idx="5690">
                  <c:v>40.700000000000003</c:v>
                </c:pt>
                <c:pt idx="5691">
                  <c:v>40.700000000000003</c:v>
                </c:pt>
                <c:pt idx="5692">
                  <c:v>40.700000000000003</c:v>
                </c:pt>
                <c:pt idx="5693">
                  <c:v>40.700000000000003</c:v>
                </c:pt>
                <c:pt idx="5694">
                  <c:v>40.700000000000003</c:v>
                </c:pt>
                <c:pt idx="5695">
                  <c:v>40.700000000000003</c:v>
                </c:pt>
                <c:pt idx="5696">
                  <c:v>40.700000000000003</c:v>
                </c:pt>
                <c:pt idx="5697">
                  <c:v>40.700000000000003</c:v>
                </c:pt>
                <c:pt idx="5698">
                  <c:v>40.700000000000003</c:v>
                </c:pt>
                <c:pt idx="5699">
                  <c:v>40.700000000000003</c:v>
                </c:pt>
                <c:pt idx="5700">
                  <c:v>40.700000000000003</c:v>
                </c:pt>
                <c:pt idx="5701">
                  <c:v>40.700000000000003</c:v>
                </c:pt>
                <c:pt idx="5702">
                  <c:v>40.700000000000003</c:v>
                </c:pt>
                <c:pt idx="5703">
                  <c:v>40.700000000000003</c:v>
                </c:pt>
                <c:pt idx="5704">
                  <c:v>40.700000000000003</c:v>
                </c:pt>
                <c:pt idx="5705">
                  <c:v>40.700000000000003</c:v>
                </c:pt>
                <c:pt idx="5706">
                  <c:v>40.700000000000003</c:v>
                </c:pt>
                <c:pt idx="5707">
                  <c:v>40.700000000000003</c:v>
                </c:pt>
                <c:pt idx="5708">
                  <c:v>40.700000000000003</c:v>
                </c:pt>
                <c:pt idx="5709">
                  <c:v>40.700000000000003</c:v>
                </c:pt>
                <c:pt idx="5710">
                  <c:v>40.700000000000003</c:v>
                </c:pt>
                <c:pt idx="5711">
                  <c:v>40.700000000000003</c:v>
                </c:pt>
                <c:pt idx="5712">
                  <c:v>40.700000000000003</c:v>
                </c:pt>
                <c:pt idx="5713">
                  <c:v>40.700000000000003</c:v>
                </c:pt>
                <c:pt idx="5714">
                  <c:v>40.700000000000003</c:v>
                </c:pt>
                <c:pt idx="5715">
                  <c:v>40.700000000000003</c:v>
                </c:pt>
                <c:pt idx="5716">
                  <c:v>40.700000000000003</c:v>
                </c:pt>
                <c:pt idx="5717">
                  <c:v>40.65</c:v>
                </c:pt>
                <c:pt idx="5718">
                  <c:v>40.700000000000003</c:v>
                </c:pt>
                <c:pt idx="5719">
                  <c:v>40.700000000000003</c:v>
                </c:pt>
                <c:pt idx="5720">
                  <c:v>40.65</c:v>
                </c:pt>
                <c:pt idx="5721">
                  <c:v>40.65</c:v>
                </c:pt>
                <c:pt idx="5722">
                  <c:v>40.65</c:v>
                </c:pt>
                <c:pt idx="5723">
                  <c:v>40.65</c:v>
                </c:pt>
                <c:pt idx="5724">
                  <c:v>40.65</c:v>
                </c:pt>
                <c:pt idx="5725">
                  <c:v>40.65</c:v>
                </c:pt>
                <c:pt idx="5726">
                  <c:v>40.65</c:v>
                </c:pt>
                <c:pt idx="5727">
                  <c:v>40.65</c:v>
                </c:pt>
                <c:pt idx="5728">
                  <c:v>40.65</c:v>
                </c:pt>
                <c:pt idx="5729">
                  <c:v>40.65</c:v>
                </c:pt>
                <c:pt idx="5730">
                  <c:v>40.65</c:v>
                </c:pt>
                <c:pt idx="5731">
                  <c:v>40.65</c:v>
                </c:pt>
                <c:pt idx="5732">
                  <c:v>40.65</c:v>
                </c:pt>
                <c:pt idx="5733">
                  <c:v>40.65</c:v>
                </c:pt>
                <c:pt idx="5734">
                  <c:v>40.65</c:v>
                </c:pt>
                <c:pt idx="5735">
                  <c:v>40.65</c:v>
                </c:pt>
                <c:pt idx="5736">
                  <c:v>40.65</c:v>
                </c:pt>
                <c:pt idx="5737">
                  <c:v>40.65</c:v>
                </c:pt>
                <c:pt idx="5738">
                  <c:v>40.65</c:v>
                </c:pt>
                <c:pt idx="5739">
                  <c:v>40.65</c:v>
                </c:pt>
                <c:pt idx="5740">
                  <c:v>40.65</c:v>
                </c:pt>
                <c:pt idx="5741">
                  <c:v>40.65</c:v>
                </c:pt>
                <c:pt idx="5742">
                  <c:v>40.65</c:v>
                </c:pt>
                <c:pt idx="5743">
                  <c:v>40.65</c:v>
                </c:pt>
                <c:pt idx="5744">
                  <c:v>40.65</c:v>
                </c:pt>
                <c:pt idx="5745">
                  <c:v>40.65</c:v>
                </c:pt>
                <c:pt idx="5746">
                  <c:v>40.65</c:v>
                </c:pt>
                <c:pt idx="5747">
                  <c:v>40.65</c:v>
                </c:pt>
                <c:pt idx="5748">
                  <c:v>40.65</c:v>
                </c:pt>
                <c:pt idx="5749">
                  <c:v>40.6</c:v>
                </c:pt>
                <c:pt idx="5750">
                  <c:v>40.6</c:v>
                </c:pt>
                <c:pt idx="5751">
                  <c:v>40.6</c:v>
                </c:pt>
                <c:pt idx="5752">
                  <c:v>40.6</c:v>
                </c:pt>
                <c:pt idx="5753">
                  <c:v>40.6</c:v>
                </c:pt>
                <c:pt idx="5754">
                  <c:v>40.6</c:v>
                </c:pt>
                <c:pt idx="5755">
                  <c:v>40.6</c:v>
                </c:pt>
                <c:pt idx="5756">
                  <c:v>40.6</c:v>
                </c:pt>
                <c:pt idx="5757">
                  <c:v>40.6</c:v>
                </c:pt>
                <c:pt idx="5758">
                  <c:v>40.6</c:v>
                </c:pt>
                <c:pt idx="5759">
                  <c:v>40.6</c:v>
                </c:pt>
                <c:pt idx="5760">
                  <c:v>40.6</c:v>
                </c:pt>
                <c:pt idx="5761">
                  <c:v>40.6</c:v>
                </c:pt>
                <c:pt idx="5762">
                  <c:v>40.6</c:v>
                </c:pt>
                <c:pt idx="5763">
                  <c:v>40.6</c:v>
                </c:pt>
                <c:pt idx="5764">
                  <c:v>40.6</c:v>
                </c:pt>
                <c:pt idx="5765">
                  <c:v>40.6</c:v>
                </c:pt>
                <c:pt idx="5766">
                  <c:v>40.6</c:v>
                </c:pt>
                <c:pt idx="5767">
                  <c:v>40.549999999999997</c:v>
                </c:pt>
                <c:pt idx="5768">
                  <c:v>40.549999999999997</c:v>
                </c:pt>
                <c:pt idx="5769">
                  <c:v>40.549999999999997</c:v>
                </c:pt>
                <c:pt idx="5770">
                  <c:v>40.549999999999997</c:v>
                </c:pt>
                <c:pt idx="5771">
                  <c:v>40.549999999999997</c:v>
                </c:pt>
                <c:pt idx="5772">
                  <c:v>40.549999999999997</c:v>
                </c:pt>
                <c:pt idx="5773">
                  <c:v>40.549999999999997</c:v>
                </c:pt>
                <c:pt idx="5774">
                  <c:v>40.549999999999997</c:v>
                </c:pt>
                <c:pt idx="5775">
                  <c:v>40.549999999999997</c:v>
                </c:pt>
                <c:pt idx="5776">
                  <c:v>40.549999999999997</c:v>
                </c:pt>
                <c:pt idx="5777">
                  <c:v>40.549999999999997</c:v>
                </c:pt>
                <c:pt idx="5778">
                  <c:v>40.549999999999997</c:v>
                </c:pt>
                <c:pt idx="5779">
                  <c:v>40.549999999999997</c:v>
                </c:pt>
                <c:pt idx="5780">
                  <c:v>40.6</c:v>
                </c:pt>
                <c:pt idx="5781">
                  <c:v>40.6</c:v>
                </c:pt>
                <c:pt idx="5782">
                  <c:v>40.549999999999997</c:v>
                </c:pt>
                <c:pt idx="5783">
                  <c:v>40.6</c:v>
                </c:pt>
                <c:pt idx="5784">
                  <c:v>40.549999999999997</c:v>
                </c:pt>
                <c:pt idx="5785">
                  <c:v>40.549999999999997</c:v>
                </c:pt>
                <c:pt idx="5786">
                  <c:v>40.549999999999997</c:v>
                </c:pt>
                <c:pt idx="5787">
                  <c:v>40.549999999999997</c:v>
                </c:pt>
                <c:pt idx="5788">
                  <c:v>40.549999999999997</c:v>
                </c:pt>
                <c:pt idx="5789">
                  <c:v>40.549999999999997</c:v>
                </c:pt>
                <c:pt idx="5790">
                  <c:v>40.549999999999997</c:v>
                </c:pt>
                <c:pt idx="5791">
                  <c:v>40.549999999999997</c:v>
                </c:pt>
                <c:pt idx="5792">
                  <c:v>40.549999999999997</c:v>
                </c:pt>
                <c:pt idx="5793">
                  <c:v>40.549999999999997</c:v>
                </c:pt>
                <c:pt idx="5794">
                  <c:v>40.549999999999997</c:v>
                </c:pt>
                <c:pt idx="5795">
                  <c:v>40.549999999999997</c:v>
                </c:pt>
                <c:pt idx="5796">
                  <c:v>40.549999999999997</c:v>
                </c:pt>
                <c:pt idx="5797">
                  <c:v>40.549999999999997</c:v>
                </c:pt>
                <c:pt idx="5798">
                  <c:v>40.549999999999997</c:v>
                </c:pt>
                <c:pt idx="5799">
                  <c:v>40.549999999999997</c:v>
                </c:pt>
                <c:pt idx="5800">
                  <c:v>40.549999999999997</c:v>
                </c:pt>
                <c:pt idx="5801">
                  <c:v>40.549999999999997</c:v>
                </c:pt>
                <c:pt idx="5802">
                  <c:v>40.549999999999997</c:v>
                </c:pt>
                <c:pt idx="5803">
                  <c:v>40.5</c:v>
                </c:pt>
                <c:pt idx="5804">
                  <c:v>40.5</c:v>
                </c:pt>
                <c:pt idx="5805">
                  <c:v>40.5</c:v>
                </c:pt>
                <c:pt idx="5806">
                  <c:v>40.5</c:v>
                </c:pt>
                <c:pt idx="5807">
                  <c:v>40.5</c:v>
                </c:pt>
                <c:pt idx="5808">
                  <c:v>40.5</c:v>
                </c:pt>
                <c:pt idx="5809">
                  <c:v>40.5</c:v>
                </c:pt>
                <c:pt idx="5810">
                  <c:v>40.5</c:v>
                </c:pt>
                <c:pt idx="5811">
                  <c:v>40.5</c:v>
                </c:pt>
                <c:pt idx="5812">
                  <c:v>40.5</c:v>
                </c:pt>
                <c:pt idx="5813">
                  <c:v>40.5</c:v>
                </c:pt>
                <c:pt idx="5814">
                  <c:v>40.5</c:v>
                </c:pt>
                <c:pt idx="5815">
                  <c:v>40.5</c:v>
                </c:pt>
                <c:pt idx="5816">
                  <c:v>40.5</c:v>
                </c:pt>
                <c:pt idx="5817">
                  <c:v>40.5</c:v>
                </c:pt>
                <c:pt idx="5818">
                  <c:v>40.5</c:v>
                </c:pt>
                <c:pt idx="5819">
                  <c:v>40.5</c:v>
                </c:pt>
                <c:pt idx="5820">
                  <c:v>40.5</c:v>
                </c:pt>
                <c:pt idx="5821">
                  <c:v>40.5</c:v>
                </c:pt>
                <c:pt idx="5822">
                  <c:v>40.5</c:v>
                </c:pt>
                <c:pt idx="5823">
                  <c:v>40.5</c:v>
                </c:pt>
                <c:pt idx="5824">
                  <c:v>40.5</c:v>
                </c:pt>
                <c:pt idx="5825">
                  <c:v>40.5</c:v>
                </c:pt>
                <c:pt idx="5826">
                  <c:v>40.5</c:v>
                </c:pt>
                <c:pt idx="5827">
                  <c:v>40.450000000000003</c:v>
                </c:pt>
                <c:pt idx="5828">
                  <c:v>40.5</c:v>
                </c:pt>
                <c:pt idx="5829">
                  <c:v>40.450000000000003</c:v>
                </c:pt>
                <c:pt idx="5830">
                  <c:v>40.450000000000003</c:v>
                </c:pt>
                <c:pt idx="5831">
                  <c:v>40.450000000000003</c:v>
                </c:pt>
                <c:pt idx="5832">
                  <c:v>40.450000000000003</c:v>
                </c:pt>
                <c:pt idx="5833">
                  <c:v>40.450000000000003</c:v>
                </c:pt>
                <c:pt idx="5834">
                  <c:v>40.450000000000003</c:v>
                </c:pt>
                <c:pt idx="5835">
                  <c:v>40.450000000000003</c:v>
                </c:pt>
                <c:pt idx="5836">
                  <c:v>40.450000000000003</c:v>
                </c:pt>
                <c:pt idx="5837">
                  <c:v>40.450000000000003</c:v>
                </c:pt>
                <c:pt idx="5838">
                  <c:v>40.450000000000003</c:v>
                </c:pt>
                <c:pt idx="5839">
                  <c:v>40.450000000000003</c:v>
                </c:pt>
                <c:pt idx="5840">
                  <c:v>40.450000000000003</c:v>
                </c:pt>
                <c:pt idx="5841">
                  <c:v>40.450000000000003</c:v>
                </c:pt>
                <c:pt idx="5842">
                  <c:v>40.450000000000003</c:v>
                </c:pt>
                <c:pt idx="5843">
                  <c:v>40.450000000000003</c:v>
                </c:pt>
                <c:pt idx="5844">
                  <c:v>40.450000000000003</c:v>
                </c:pt>
                <c:pt idx="5845">
                  <c:v>40.450000000000003</c:v>
                </c:pt>
                <c:pt idx="5846">
                  <c:v>40.450000000000003</c:v>
                </c:pt>
                <c:pt idx="5847">
                  <c:v>40.450000000000003</c:v>
                </c:pt>
                <c:pt idx="5848">
                  <c:v>40.450000000000003</c:v>
                </c:pt>
                <c:pt idx="5849">
                  <c:v>40.450000000000003</c:v>
                </c:pt>
                <c:pt idx="5850">
                  <c:v>40.450000000000003</c:v>
                </c:pt>
                <c:pt idx="5851">
                  <c:v>40.450000000000003</c:v>
                </c:pt>
                <c:pt idx="5852">
                  <c:v>40.450000000000003</c:v>
                </c:pt>
                <c:pt idx="5853">
                  <c:v>40.4</c:v>
                </c:pt>
                <c:pt idx="5854">
                  <c:v>40.4</c:v>
                </c:pt>
                <c:pt idx="5855">
                  <c:v>40.4</c:v>
                </c:pt>
                <c:pt idx="5856">
                  <c:v>40.4</c:v>
                </c:pt>
                <c:pt idx="5857">
                  <c:v>40.4</c:v>
                </c:pt>
                <c:pt idx="5858">
                  <c:v>40.4</c:v>
                </c:pt>
                <c:pt idx="5859">
                  <c:v>40.4</c:v>
                </c:pt>
                <c:pt idx="5860">
                  <c:v>40.4</c:v>
                </c:pt>
                <c:pt idx="5861">
                  <c:v>40.4</c:v>
                </c:pt>
                <c:pt idx="5862">
                  <c:v>40.4</c:v>
                </c:pt>
                <c:pt idx="5863">
                  <c:v>40.4</c:v>
                </c:pt>
                <c:pt idx="5864">
                  <c:v>40.4</c:v>
                </c:pt>
                <c:pt idx="5865">
                  <c:v>40.4</c:v>
                </c:pt>
                <c:pt idx="5866">
                  <c:v>40.4</c:v>
                </c:pt>
                <c:pt idx="5867">
                  <c:v>40.4</c:v>
                </c:pt>
                <c:pt idx="5868">
                  <c:v>40.4</c:v>
                </c:pt>
                <c:pt idx="5869">
                  <c:v>40.4</c:v>
                </c:pt>
                <c:pt idx="5870">
                  <c:v>40.4</c:v>
                </c:pt>
                <c:pt idx="5871">
                  <c:v>40.4</c:v>
                </c:pt>
                <c:pt idx="5872">
                  <c:v>40.4</c:v>
                </c:pt>
                <c:pt idx="5873">
                  <c:v>40.4</c:v>
                </c:pt>
                <c:pt idx="5874">
                  <c:v>40.4</c:v>
                </c:pt>
                <c:pt idx="5875">
                  <c:v>40.4</c:v>
                </c:pt>
                <c:pt idx="5876">
                  <c:v>40.4</c:v>
                </c:pt>
                <c:pt idx="5877">
                  <c:v>40.4</c:v>
                </c:pt>
                <c:pt idx="5878">
                  <c:v>40.35</c:v>
                </c:pt>
                <c:pt idx="5879">
                  <c:v>40.35</c:v>
                </c:pt>
                <c:pt idx="5880">
                  <c:v>40.35</c:v>
                </c:pt>
                <c:pt idx="5881">
                  <c:v>40.35</c:v>
                </c:pt>
                <c:pt idx="5882">
                  <c:v>40.35</c:v>
                </c:pt>
                <c:pt idx="5883">
                  <c:v>40.35</c:v>
                </c:pt>
                <c:pt idx="5884">
                  <c:v>40.35</c:v>
                </c:pt>
                <c:pt idx="5885">
                  <c:v>40.35</c:v>
                </c:pt>
                <c:pt idx="5886">
                  <c:v>40.35</c:v>
                </c:pt>
                <c:pt idx="5887">
                  <c:v>40.35</c:v>
                </c:pt>
                <c:pt idx="5888">
                  <c:v>40.35</c:v>
                </c:pt>
                <c:pt idx="5889">
                  <c:v>40.35</c:v>
                </c:pt>
                <c:pt idx="5890">
                  <c:v>40.35</c:v>
                </c:pt>
                <c:pt idx="5891">
                  <c:v>40.35</c:v>
                </c:pt>
                <c:pt idx="5892">
                  <c:v>40.35</c:v>
                </c:pt>
                <c:pt idx="5893">
                  <c:v>40.35</c:v>
                </c:pt>
                <c:pt idx="5894">
                  <c:v>40.35</c:v>
                </c:pt>
                <c:pt idx="5895">
                  <c:v>40.35</c:v>
                </c:pt>
                <c:pt idx="5896">
                  <c:v>40.35</c:v>
                </c:pt>
                <c:pt idx="5897">
                  <c:v>40.35</c:v>
                </c:pt>
                <c:pt idx="5898">
                  <c:v>40.35</c:v>
                </c:pt>
                <c:pt idx="5899">
                  <c:v>40.35</c:v>
                </c:pt>
                <c:pt idx="5900">
                  <c:v>40.35</c:v>
                </c:pt>
                <c:pt idx="5901">
                  <c:v>40.35</c:v>
                </c:pt>
                <c:pt idx="5902">
                  <c:v>40.35</c:v>
                </c:pt>
                <c:pt idx="5903">
                  <c:v>40.35</c:v>
                </c:pt>
                <c:pt idx="5904">
                  <c:v>40.299999999999997</c:v>
                </c:pt>
                <c:pt idx="5905">
                  <c:v>40.299999999999997</c:v>
                </c:pt>
                <c:pt idx="5906">
                  <c:v>40.299999999999997</c:v>
                </c:pt>
                <c:pt idx="5907">
                  <c:v>40.299999999999997</c:v>
                </c:pt>
                <c:pt idx="5908">
                  <c:v>40.299999999999997</c:v>
                </c:pt>
                <c:pt idx="5909">
                  <c:v>40.299999999999997</c:v>
                </c:pt>
                <c:pt idx="5910">
                  <c:v>40.299999999999997</c:v>
                </c:pt>
                <c:pt idx="5911">
                  <c:v>40.299999999999997</c:v>
                </c:pt>
                <c:pt idx="5912">
                  <c:v>40.299999999999997</c:v>
                </c:pt>
                <c:pt idx="5913">
                  <c:v>40.299999999999997</c:v>
                </c:pt>
                <c:pt idx="5914">
                  <c:v>40.299999999999997</c:v>
                </c:pt>
                <c:pt idx="5915">
                  <c:v>40.299999999999997</c:v>
                </c:pt>
                <c:pt idx="5916">
                  <c:v>40.299999999999997</c:v>
                </c:pt>
                <c:pt idx="5917">
                  <c:v>40.299999999999997</c:v>
                </c:pt>
                <c:pt idx="5918">
                  <c:v>40.299999999999997</c:v>
                </c:pt>
                <c:pt idx="5919">
                  <c:v>40.299999999999997</c:v>
                </c:pt>
                <c:pt idx="5920">
                  <c:v>40.299999999999997</c:v>
                </c:pt>
                <c:pt idx="5921">
                  <c:v>40.299999999999997</c:v>
                </c:pt>
                <c:pt idx="5922">
                  <c:v>40.25</c:v>
                </c:pt>
                <c:pt idx="5923">
                  <c:v>40.25</c:v>
                </c:pt>
                <c:pt idx="5924">
                  <c:v>40.25</c:v>
                </c:pt>
                <c:pt idx="5925">
                  <c:v>40.25</c:v>
                </c:pt>
                <c:pt idx="5926">
                  <c:v>40.25</c:v>
                </c:pt>
                <c:pt idx="5927">
                  <c:v>40.25</c:v>
                </c:pt>
                <c:pt idx="5928">
                  <c:v>40.25</c:v>
                </c:pt>
                <c:pt idx="5929">
                  <c:v>40.25</c:v>
                </c:pt>
                <c:pt idx="5930">
                  <c:v>40.25</c:v>
                </c:pt>
                <c:pt idx="5931">
                  <c:v>40.25</c:v>
                </c:pt>
                <c:pt idx="5932">
                  <c:v>40.25</c:v>
                </c:pt>
                <c:pt idx="5933">
                  <c:v>40.25</c:v>
                </c:pt>
                <c:pt idx="5934">
                  <c:v>40.25</c:v>
                </c:pt>
                <c:pt idx="5935">
                  <c:v>40.25</c:v>
                </c:pt>
                <c:pt idx="5936">
                  <c:v>40.25</c:v>
                </c:pt>
                <c:pt idx="5937">
                  <c:v>40.25</c:v>
                </c:pt>
                <c:pt idx="5938">
                  <c:v>40.25</c:v>
                </c:pt>
                <c:pt idx="5939">
                  <c:v>40.25</c:v>
                </c:pt>
                <c:pt idx="5940">
                  <c:v>40.25</c:v>
                </c:pt>
                <c:pt idx="5941">
                  <c:v>40.25</c:v>
                </c:pt>
                <c:pt idx="5942">
                  <c:v>40.25</c:v>
                </c:pt>
                <c:pt idx="5943">
                  <c:v>40.25</c:v>
                </c:pt>
                <c:pt idx="5944">
                  <c:v>40.25</c:v>
                </c:pt>
                <c:pt idx="5945">
                  <c:v>40.25</c:v>
                </c:pt>
                <c:pt idx="5946">
                  <c:v>40.25</c:v>
                </c:pt>
                <c:pt idx="5947">
                  <c:v>40.25</c:v>
                </c:pt>
                <c:pt idx="5948">
                  <c:v>40.200000000000003</c:v>
                </c:pt>
                <c:pt idx="5949">
                  <c:v>40.25</c:v>
                </c:pt>
                <c:pt idx="5950">
                  <c:v>40.25</c:v>
                </c:pt>
                <c:pt idx="5951">
                  <c:v>40.200000000000003</c:v>
                </c:pt>
                <c:pt idx="5952">
                  <c:v>40.200000000000003</c:v>
                </c:pt>
                <c:pt idx="5953">
                  <c:v>40.200000000000003</c:v>
                </c:pt>
                <c:pt idx="5954">
                  <c:v>40.200000000000003</c:v>
                </c:pt>
                <c:pt idx="5955">
                  <c:v>40.200000000000003</c:v>
                </c:pt>
                <c:pt idx="5956">
                  <c:v>40.200000000000003</c:v>
                </c:pt>
                <c:pt idx="5957">
                  <c:v>40.200000000000003</c:v>
                </c:pt>
                <c:pt idx="5958">
                  <c:v>40.200000000000003</c:v>
                </c:pt>
                <c:pt idx="5959">
                  <c:v>40.200000000000003</c:v>
                </c:pt>
                <c:pt idx="5960">
                  <c:v>40.200000000000003</c:v>
                </c:pt>
                <c:pt idx="5961">
                  <c:v>40.200000000000003</c:v>
                </c:pt>
                <c:pt idx="5962">
                  <c:v>40.200000000000003</c:v>
                </c:pt>
                <c:pt idx="5963">
                  <c:v>40.200000000000003</c:v>
                </c:pt>
                <c:pt idx="5964">
                  <c:v>40.200000000000003</c:v>
                </c:pt>
                <c:pt idx="5965">
                  <c:v>40.200000000000003</c:v>
                </c:pt>
                <c:pt idx="5966">
                  <c:v>40.200000000000003</c:v>
                </c:pt>
                <c:pt idx="5967">
                  <c:v>40.200000000000003</c:v>
                </c:pt>
                <c:pt idx="5968">
                  <c:v>40.200000000000003</c:v>
                </c:pt>
                <c:pt idx="5969">
                  <c:v>40.200000000000003</c:v>
                </c:pt>
                <c:pt idx="5970">
                  <c:v>40.15</c:v>
                </c:pt>
                <c:pt idx="5971">
                  <c:v>40.15</c:v>
                </c:pt>
                <c:pt idx="5972">
                  <c:v>40.15</c:v>
                </c:pt>
                <c:pt idx="5973">
                  <c:v>40.15</c:v>
                </c:pt>
                <c:pt idx="5974">
                  <c:v>40.15</c:v>
                </c:pt>
                <c:pt idx="5975">
                  <c:v>40.15</c:v>
                </c:pt>
                <c:pt idx="5976">
                  <c:v>40.15</c:v>
                </c:pt>
                <c:pt idx="5977">
                  <c:v>40.15</c:v>
                </c:pt>
                <c:pt idx="5978">
                  <c:v>40.15</c:v>
                </c:pt>
                <c:pt idx="5979">
                  <c:v>40.15</c:v>
                </c:pt>
                <c:pt idx="5980">
                  <c:v>40.15</c:v>
                </c:pt>
                <c:pt idx="5981">
                  <c:v>40.15</c:v>
                </c:pt>
                <c:pt idx="5982">
                  <c:v>40.15</c:v>
                </c:pt>
                <c:pt idx="5983">
                  <c:v>40.15</c:v>
                </c:pt>
                <c:pt idx="5984">
                  <c:v>40.15</c:v>
                </c:pt>
                <c:pt idx="5985">
                  <c:v>40.15</c:v>
                </c:pt>
                <c:pt idx="5986">
                  <c:v>40.15</c:v>
                </c:pt>
                <c:pt idx="5987">
                  <c:v>40.15</c:v>
                </c:pt>
                <c:pt idx="5988">
                  <c:v>40.15</c:v>
                </c:pt>
                <c:pt idx="5989">
                  <c:v>40.15</c:v>
                </c:pt>
                <c:pt idx="5990">
                  <c:v>40.15</c:v>
                </c:pt>
                <c:pt idx="5991">
                  <c:v>40.15</c:v>
                </c:pt>
                <c:pt idx="5992">
                  <c:v>40.15</c:v>
                </c:pt>
                <c:pt idx="5993">
                  <c:v>40.15</c:v>
                </c:pt>
                <c:pt idx="5994">
                  <c:v>40.15</c:v>
                </c:pt>
                <c:pt idx="5995">
                  <c:v>40.15</c:v>
                </c:pt>
                <c:pt idx="5996">
                  <c:v>40.15</c:v>
                </c:pt>
                <c:pt idx="5997">
                  <c:v>40.1</c:v>
                </c:pt>
                <c:pt idx="5998">
                  <c:v>40.1</c:v>
                </c:pt>
                <c:pt idx="5999">
                  <c:v>40.1</c:v>
                </c:pt>
                <c:pt idx="6000">
                  <c:v>40.1</c:v>
                </c:pt>
                <c:pt idx="6001">
                  <c:v>40.1</c:v>
                </c:pt>
                <c:pt idx="6002">
                  <c:v>40.1</c:v>
                </c:pt>
                <c:pt idx="6003">
                  <c:v>40.1</c:v>
                </c:pt>
                <c:pt idx="6004">
                  <c:v>40.1</c:v>
                </c:pt>
                <c:pt idx="6005">
                  <c:v>40.1</c:v>
                </c:pt>
                <c:pt idx="6006">
                  <c:v>40.1</c:v>
                </c:pt>
                <c:pt idx="6007">
                  <c:v>40.1</c:v>
                </c:pt>
                <c:pt idx="6008">
                  <c:v>40.1</c:v>
                </c:pt>
                <c:pt idx="6009">
                  <c:v>40.1</c:v>
                </c:pt>
                <c:pt idx="6010">
                  <c:v>40.1</c:v>
                </c:pt>
                <c:pt idx="6011">
                  <c:v>40.1</c:v>
                </c:pt>
                <c:pt idx="6012">
                  <c:v>40.1</c:v>
                </c:pt>
                <c:pt idx="6013">
                  <c:v>40.1</c:v>
                </c:pt>
                <c:pt idx="6014">
                  <c:v>40.1</c:v>
                </c:pt>
                <c:pt idx="6015">
                  <c:v>40.1</c:v>
                </c:pt>
                <c:pt idx="6016">
                  <c:v>40.1</c:v>
                </c:pt>
                <c:pt idx="6017">
                  <c:v>40.1</c:v>
                </c:pt>
                <c:pt idx="6018">
                  <c:v>40.1</c:v>
                </c:pt>
                <c:pt idx="6019">
                  <c:v>40.1</c:v>
                </c:pt>
                <c:pt idx="6020">
                  <c:v>40.1</c:v>
                </c:pt>
                <c:pt idx="6021">
                  <c:v>40.1</c:v>
                </c:pt>
                <c:pt idx="6022">
                  <c:v>40.1</c:v>
                </c:pt>
                <c:pt idx="6023">
                  <c:v>40.1</c:v>
                </c:pt>
                <c:pt idx="6024">
                  <c:v>40.1</c:v>
                </c:pt>
                <c:pt idx="6025">
                  <c:v>40.049999999999997</c:v>
                </c:pt>
                <c:pt idx="6026">
                  <c:v>40.049999999999997</c:v>
                </c:pt>
                <c:pt idx="6027">
                  <c:v>40.049999999999997</c:v>
                </c:pt>
                <c:pt idx="6028">
                  <c:v>40.049999999999997</c:v>
                </c:pt>
                <c:pt idx="6029">
                  <c:v>40.049999999999997</c:v>
                </c:pt>
                <c:pt idx="6030">
                  <c:v>40.049999999999997</c:v>
                </c:pt>
                <c:pt idx="6031">
                  <c:v>40.049999999999997</c:v>
                </c:pt>
                <c:pt idx="6032">
                  <c:v>40.049999999999997</c:v>
                </c:pt>
                <c:pt idx="6033">
                  <c:v>40.049999999999997</c:v>
                </c:pt>
                <c:pt idx="6034">
                  <c:v>40.049999999999997</c:v>
                </c:pt>
                <c:pt idx="6035">
                  <c:v>40.049999999999997</c:v>
                </c:pt>
                <c:pt idx="6036">
                  <c:v>40.049999999999997</c:v>
                </c:pt>
                <c:pt idx="6037">
                  <c:v>40.049999999999997</c:v>
                </c:pt>
                <c:pt idx="6038">
                  <c:v>40.049999999999997</c:v>
                </c:pt>
                <c:pt idx="6039">
                  <c:v>40.049999999999997</c:v>
                </c:pt>
                <c:pt idx="6040">
                  <c:v>40.049999999999997</c:v>
                </c:pt>
                <c:pt idx="6041">
                  <c:v>40.049999999999997</c:v>
                </c:pt>
                <c:pt idx="6042">
                  <c:v>40.049999999999997</c:v>
                </c:pt>
                <c:pt idx="6043">
                  <c:v>40.049999999999997</c:v>
                </c:pt>
                <c:pt idx="6044">
                  <c:v>40.049999999999997</c:v>
                </c:pt>
                <c:pt idx="6045">
                  <c:v>40</c:v>
                </c:pt>
                <c:pt idx="6046">
                  <c:v>40</c:v>
                </c:pt>
                <c:pt idx="6047">
                  <c:v>40</c:v>
                </c:pt>
                <c:pt idx="6048">
                  <c:v>40</c:v>
                </c:pt>
                <c:pt idx="6049">
                  <c:v>40</c:v>
                </c:pt>
                <c:pt idx="6050">
                  <c:v>40</c:v>
                </c:pt>
                <c:pt idx="6051">
                  <c:v>40</c:v>
                </c:pt>
                <c:pt idx="6052">
                  <c:v>40</c:v>
                </c:pt>
                <c:pt idx="6053">
                  <c:v>40</c:v>
                </c:pt>
                <c:pt idx="6054">
                  <c:v>40</c:v>
                </c:pt>
                <c:pt idx="6055">
                  <c:v>40</c:v>
                </c:pt>
                <c:pt idx="6056">
                  <c:v>40</c:v>
                </c:pt>
                <c:pt idx="6057">
                  <c:v>40</c:v>
                </c:pt>
                <c:pt idx="6058">
                  <c:v>40</c:v>
                </c:pt>
                <c:pt idx="6059">
                  <c:v>40</c:v>
                </c:pt>
                <c:pt idx="6060">
                  <c:v>40</c:v>
                </c:pt>
                <c:pt idx="6061">
                  <c:v>40</c:v>
                </c:pt>
                <c:pt idx="6062">
                  <c:v>40</c:v>
                </c:pt>
                <c:pt idx="6063">
                  <c:v>40</c:v>
                </c:pt>
                <c:pt idx="6064">
                  <c:v>40</c:v>
                </c:pt>
                <c:pt idx="6065">
                  <c:v>40</c:v>
                </c:pt>
                <c:pt idx="6066">
                  <c:v>40</c:v>
                </c:pt>
                <c:pt idx="6067">
                  <c:v>40</c:v>
                </c:pt>
                <c:pt idx="6068">
                  <c:v>40</c:v>
                </c:pt>
                <c:pt idx="6069">
                  <c:v>40</c:v>
                </c:pt>
                <c:pt idx="6070">
                  <c:v>40</c:v>
                </c:pt>
                <c:pt idx="6071">
                  <c:v>40</c:v>
                </c:pt>
                <c:pt idx="6072">
                  <c:v>40</c:v>
                </c:pt>
                <c:pt idx="6073">
                  <c:v>40</c:v>
                </c:pt>
                <c:pt idx="6074">
                  <c:v>40</c:v>
                </c:pt>
                <c:pt idx="6075">
                  <c:v>40</c:v>
                </c:pt>
                <c:pt idx="6076">
                  <c:v>40</c:v>
                </c:pt>
                <c:pt idx="6077">
                  <c:v>40</c:v>
                </c:pt>
                <c:pt idx="6078">
                  <c:v>39.950000000000003</c:v>
                </c:pt>
                <c:pt idx="6079">
                  <c:v>40</c:v>
                </c:pt>
                <c:pt idx="6080">
                  <c:v>39.950000000000003</c:v>
                </c:pt>
                <c:pt idx="6081">
                  <c:v>39.950000000000003</c:v>
                </c:pt>
                <c:pt idx="6082">
                  <c:v>39.950000000000003</c:v>
                </c:pt>
                <c:pt idx="6083">
                  <c:v>39.950000000000003</c:v>
                </c:pt>
                <c:pt idx="6084">
                  <c:v>39.950000000000003</c:v>
                </c:pt>
                <c:pt idx="6085">
                  <c:v>39.950000000000003</c:v>
                </c:pt>
                <c:pt idx="6086">
                  <c:v>39.950000000000003</c:v>
                </c:pt>
                <c:pt idx="6087">
                  <c:v>39.950000000000003</c:v>
                </c:pt>
                <c:pt idx="6088">
                  <c:v>39.950000000000003</c:v>
                </c:pt>
                <c:pt idx="6089">
                  <c:v>39.950000000000003</c:v>
                </c:pt>
                <c:pt idx="6090">
                  <c:v>39.950000000000003</c:v>
                </c:pt>
                <c:pt idx="6091">
                  <c:v>39.950000000000003</c:v>
                </c:pt>
                <c:pt idx="6092">
                  <c:v>39.950000000000003</c:v>
                </c:pt>
                <c:pt idx="6093">
                  <c:v>39.950000000000003</c:v>
                </c:pt>
                <c:pt idx="6094">
                  <c:v>39.950000000000003</c:v>
                </c:pt>
                <c:pt idx="6095">
                  <c:v>39.950000000000003</c:v>
                </c:pt>
                <c:pt idx="6096">
                  <c:v>39.950000000000003</c:v>
                </c:pt>
                <c:pt idx="6097">
                  <c:v>39.950000000000003</c:v>
                </c:pt>
                <c:pt idx="6098">
                  <c:v>39.950000000000003</c:v>
                </c:pt>
                <c:pt idx="6099">
                  <c:v>39.950000000000003</c:v>
                </c:pt>
                <c:pt idx="6100">
                  <c:v>39.950000000000003</c:v>
                </c:pt>
                <c:pt idx="6101">
                  <c:v>39.950000000000003</c:v>
                </c:pt>
                <c:pt idx="6102">
                  <c:v>39.950000000000003</c:v>
                </c:pt>
                <c:pt idx="6103">
                  <c:v>39.950000000000003</c:v>
                </c:pt>
                <c:pt idx="6104">
                  <c:v>39.950000000000003</c:v>
                </c:pt>
                <c:pt idx="6105">
                  <c:v>39.950000000000003</c:v>
                </c:pt>
                <c:pt idx="6106">
                  <c:v>39.950000000000003</c:v>
                </c:pt>
                <c:pt idx="6107">
                  <c:v>39.9</c:v>
                </c:pt>
                <c:pt idx="6108">
                  <c:v>39.9</c:v>
                </c:pt>
                <c:pt idx="6109">
                  <c:v>39.9</c:v>
                </c:pt>
                <c:pt idx="6110">
                  <c:v>39.9</c:v>
                </c:pt>
                <c:pt idx="6111">
                  <c:v>39.9</c:v>
                </c:pt>
                <c:pt idx="6112">
                  <c:v>39.9</c:v>
                </c:pt>
                <c:pt idx="6113">
                  <c:v>39.9</c:v>
                </c:pt>
                <c:pt idx="6114">
                  <c:v>39.9</c:v>
                </c:pt>
                <c:pt idx="6115">
                  <c:v>39.9</c:v>
                </c:pt>
                <c:pt idx="6116">
                  <c:v>39.9</c:v>
                </c:pt>
                <c:pt idx="6117">
                  <c:v>39.9</c:v>
                </c:pt>
                <c:pt idx="6118">
                  <c:v>39.9</c:v>
                </c:pt>
                <c:pt idx="6119">
                  <c:v>39.9</c:v>
                </c:pt>
                <c:pt idx="6120">
                  <c:v>39.9</c:v>
                </c:pt>
                <c:pt idx="6121">
                  <c:v>39.9</c:v>
                </c:pt>
                <c:pt idx="6122">
                  <c:v>39.9</c:v>
                </c:pt>
                <c:pt idx="6123">
                  <c:v>39.9</c:v>
                </c:pt>
                <c:pt idx="6124">
                  <c:v>39.9</c:v>
                </c:pt>
                <c:pt idx="6125">
                  <c:v>39.9</c:v>
                </c:pt>
                <c:pt idx="6126">
                  <c:v>39.9</c:v>
                </c:pt>
                <c:pt idx="6127">
                  <c:v>39.9</c:v>
                </c:pt>
                <c:pt idx="6128">
                  <c:v>39.9</c:v>
                </c:pt>
                <c:pt idx="6129">
                  <c:v>39.9</c:v>
                </c:pt>
                <c:pt idx="6130">
                  <c:v>39.85</c:v>
                </c:pt>
                <c:pt idx="6131">
                  <c:v>39.85</c:v>
                </c:pt>
                <c:pt idx="6132">
                  <c:v>39.85</c:v>
                </c:pt>
                <c:pt idx="6133">
                  <c:v>39.85</c:v>
                </c:pt>
                <c:pt idx="6134">
                  <c:v>39.85</c:v>
                </c:pt>
                <c:pt idx="6135">
                  <c:v>39.85</c:v>
                </c:pt>
                <c:pt idx="6136">
                  <c:v>39.85</c:v>
                </c:pt>
                <c:pt idx="6137">
                  <c:v>39.85</c:v>
                </c:pt>
                <c:pt idx="6138">
                  <c:v>39.85</c:v>
                </c:pt>
                <c:pt idx="6139">
                  <c:v>39.85</c:v>
                </c:pt>
                <c:pt idx="6140">
                  <c:v>39.85</c:v>
                </c:pt>
                <c:pt idx="6141">
                  <c:v>39.85</c:v>
                </c:pt>
                <c:pt idx="6142">
                  <c:v>39.85</c:v>
                </c:pt>
                <c:pt idx="6143">
                  <c:v>39.85</c:v>
                </c:pt>
                <c:pt idx="6144">
                  <c:v>39.85</c:v>
                </c:pt>
                <c:pt idx="6145">
                  <c:v>39.85</c:v>
                </c:pt>
                <c:pt idx="6146">
                  <c:v>39.85</c:v>
                </c:pt>
                <c:pt idx="6147">
                  <c:v>39.85</c:v>
                </c:pt>
                <c:pt idx="6148">
                  <c:v>39.85</c:v>
                </c:pt>
                <c:pt idx="6149">
                  <c:v>39.85</c:v>
                </c:pt>
                <c:pt idx="6150">
                  <c:v>39.85</c:v>
                </c:pt>
                <c:pt idx="6151">
                  <c:v>39.85</c:v>
                </c:pt>
                <c:pt idx="6152">
                  <c:v>39.799999999999997</c:v>
                </c:pt>
                <c:pt idx="6153">
                  <c:v>39.799999999999997</c:v>
                </c:pt>
                <c:pt idx="6154">
                  <c:v>39.799999999999997</c:v>
                </c:pt>
                <c:pt idx="6155">
                  <c:v>39.799999999999997</c:v>
                </c:pt>
                <c:pt idx="6156">
                  <c:v>39.799999999999997</c:v>
                </c:pt>
                <c:pt idx="6157">
                  <c:v>39.799999999999997</c:v>
                </c:pt>
                <c:pt idx="6158">
                  <c:v>39.799999999999997</c:v>
                </c:pt>
                <c:pt idx="6159">
                  <c:v>39.799999999999997</c:v>
                </c:pt>
                <c:pt idx="6160">
                  <c:v>39.799999999999997</c:v>
                </c:pt>
                <c:pt idx="6161">
                  <c:v>39.799999999999997</c:v>
                </c:pt>
                <c:pt idx="6162">
                  <c:v>39.799999999999997</c:v>
                </c:pt>
                <c:pt idx="6163">
                  <c:v>39.799999999999997</c:v>
                </c:pt>
                <c:pt idx="6164">
                  <c:v>39.799999999999997</c:v>
                </c:pt>
                <c:pt idx="6165">
                  <c:v>39.799999999999997</c:v>
                </c:pt>
                <c:pt idx="6166">
                  <c:v>39.799999999999997</c:v>
                </c:pt>
                <c:pt idx="6167">
                  <c:v>39.799999999999997</c:v>
                </c:pt>
                <c:pt idx="6168">
                  <c:v>39.799999999999997</c:v>
                </c:pt>
                <c:pt idx="6169">
                  <c:v>39.799999999999997</c:v>
                </c:pt>
                <c:pt idx="6170">
                  <c:v>39.799999999999997</c:v>
                </c:pt>
                <c:pt idx="6171">
                  <c:v>39.799999999999997</c:v>
                </c:pt>
                <c:pt idx="6172">
                  <c:v>39.799999999999997</c:v>
                </c:pt>
                <c:pt idx="6173">
                  <c:v>39.799999999999997</c:v>
                </c:pt>
                <c:pt idx="6174">
                  <c:v>39.799999999999997</c:v>
                </c:pt>
                <c:pt idx="6175">
                  <c:v>39.799999999999997</c:v>
                </c:pt>
                <c:pt idx="6176">
                  <c:v>39.799999999999997</c:v>
                </c:pt>
                <c:pt idx="6177">
                  <c:v>39.75</c:v>
                </c:pt>
                <c:pt idx="6178">
                  <c:v>39.75</c:v>
                </c:pt>
                <c:pt idx="6179">
                  <c:v>39.75</c:v>
                </c:pt>
                <c:pt idx="6180">
                  <c:v>39.75</c:v>
                </c:pt>
                <c:pt idx="6181">
                  <c:v>39.75</c:v>
                </c:pt>
                <c:pt idx="6182">
                  <c:v>39.75</c:v>
                </c:pt>
                <c:pt idx="6183">
                  <c:v>39.75</c:v>
                </c:pt>
                <c:pt idx="6184">
                  <c:v>39.75</c:v>
                </c:pt>
                <c:pt idx="6185">
                  <c:v>39.75</c:v>
                </c:pt>
                <c:pt idx="6186">
                  <c:v>39.75</c:v>
                </c:pt>
                <c:pt idx="6187">
                  <c:v>39.75</c:v>
                </c:pt>
                <c:pt idx="6188">
                  <c:v>39.75</c:v>
                </c:pt>
                <c:pt idx="6189">
                  <c:v>39.75</c:v>
                </c:pt>
                <c:pt idx="6190">
                  <c:v>39.75</c:v>
                </c:pt>
                <c:pt idx="6191">
                  <c:v>39.75</c:v>
                </c:pt>
                <c:pt idx="6192">
                  <c:v>39.75</c:v>
                </c:pt>
                <c:pt idx="6193">
                  <c:v>39.75</c:v>
                </c:pt>
                <c:pt idx="6194">
                  <c:v>39.75</c:v>
                </c:pt>
                <c:pt idx="6195">
                  <c:v>39.75</c:v>
                </c:pt>
                <c:pt idx="6196">
                  <c:v>39.75</c:v>
                </c:pt>
                <c:pt idx="6197">
                  <c:v>39.75</c:v>
                </c:pt>
                <c:pt idx="6198">
                  <c:v>39.75</c:v>
                </c:pt>
                <c:pt idx="6199">
                  <c:v>39.75</c:v>
                </c:pt>
                <c:pt idx="6200">
                  <c:v>39.75</c:v>
                </c:pt>
                <c:pt idx="6201">
                  <c:v>39.75</c:v>
                </c:pt>
                <c:pt idx="6202">
                  <c:v>39.75</c:v>
                </c:pt>
                <c:pt idx="6203">
                  <c:v>39.75</c:v>
                </c:pt>
                <c:pt idx="6204">
                  <c:v>39.75</c:v>
                </c:pt>
                <c:pt idx="6205">
                  <c:v>39.75</c:v>
                </c:pt>
                <c:pt idx="6206">
                  <c:v>39.75</c:v>
                </c:pt>
                <c:pt idx="6207">
                  <c:v>39.75</c:v>
                </c:pt>
                <c:pt idx="6208">
                  <c:v>39.75</c:v>
                </c:pt>
                <c:pt idx="6209">
                  <c:v>39.75</c:v>
                </c:pt>
                <c:pt idx="6210">
                  <c:v>39.75</c:v>
                </c:pt>
                <c:pt idx="6211">
                  <c:v>39.75</c:v>
                </c:pt>
                <c:pt idx="6212">
                  <c:v>39.700000000000003</c:v>
                </c:pt>
                <c:pt idx="6213">
                  <c:v>39.700000000000003</c:v>
                </c:pt>
                <c:pt idx="6214">
                  <c:v>39.700000000000003</c:v>
                </c:pt>
                <c:pt idx="6215">
                  <c:v>39.700000000000003</c:v>
                </c:pt>
                <c:pt idx="6216">
                  <c:v>39.700000000000003</c:v>
                </c:pt>
                <c:pt idx="6217">
                  <c:v>39.700000000000003</c:v>
                </c:pt>
                <c:pt idx="6218">
                  <c:v>39.700000000000003</c:v>
                </c:pt>
                <c:pt idx="6219">
                  <c:v>39.700000000000003</c:v>
                </c:pt>
                <c:pt idx="6220">
                  <c:v>39.700000000000003</c:v>
                </c:pt>
                <c:pt idx="6221">
                  <c:v>39.700000000000003</c:v>
                </c:pt>
                <c:pt idx="6222">
                  <c:v>39.700000000000003</c:v>
                </c:pt>
                <c:pt idx="6223">
                  <c:v>39.700000000000003</c:v>
                </c:pt>
                <c:pt idx="6224">
                  <c:v>39.700000000000003</c:v>
                </c:pt>
                <c:pt idx="6225">
                  <c:v>39.700000000000003</c:v>
                </c:pt>
                <c:pt idx="6226">
                  <c:v>39.700000000000003</c:v>
                </c:pt>
                <c:pt idx="6227">
                  <c:v>39.700000000000003</c:v>
                </c:pt>
                <c:pt idx="6228">
                  <c:v>39.700000000000003</c:v>
                </c:pt>
                <c:pt idx="6229">
                  <c:v>39.700000000000003</c:v>
                </c:pt>
                <c:pt idx="6230">
                  <c:v>39.700000000000003</c:v>
                </c:pt>
                <c:pt idx="6231">
                  <c:v>39.700000000000003</c:v>
                </c:pt>
                <c:pt idx="6232">
                  <c:v>39.700000000000003</c:v>
                </c:pt>
                <c:pt idx="6233">
                  <c:v>39.700000000000003</c:v>
                </c:pt>
                <c:pt idx="6234">
                  <c:v>39.700000000000003</c:v>
                </c:pt>
                <c:pt idx="6235">
                  <c:v>39.700000000000003</c:v>
                </c:pt>
                <c:pt idx="6236">
                  <c:v>39.700000000000003</c:v>
                </c:pt>
                <c:pt idx="6237">
                  <c:v>39.700000000000003</c:v>
                </c:pt>
                <c:pt idx="6238">
                  <c:v>39.700000000000003</c:v>
                </c:pt>
                <c:pt idx="6239">
                  <c:v>39.65</c:v>
                </c:pt>
                <c:pt idx="6240">
                  <c:v>39.700000000000003</c:v>
                </c:pt>
                <c:pt idx="6241">
                  <c:v>39.65</c:v>
                </c:pt>
                <c:pt idx="6242">
                  <c:v>39.65</c:v>
                </c:pt>
                <c:pt idx="6243">
                  <c:v>39.65</c:v>
                </c:pt>
                <c:pt idx="6244">
                  <c:v>39.65</c:v>
                </c:pt>
                <c:pt idx="6245">
                  <c:v>39.65</c:v>
                </c:pt>
                <c:pt idx="6246">
                  <c:v>39.65</c:v>
                </c:pt>
                <c:pt idx="6247">
                  <c:v>39.65</c:v>
                </c:pt>
                <c:pt idx="6248">
                  <c:v>39.65</c:v>
                </c:pt>
                <c:pt idx="6249">
                  <c:v>39.65</c:v>
                </c:pt>
                <c:pt idx="6250">
                  <c:v>39.65</c:v>
                </c:pt>
                <c:pt idx="6251">
                  <c:v>39.65</c:v>
                </c:pt>
                <c:pt idx="6252">
                  <c:v>39.65</c:v>
                </c:pt>
                <c:pt idx="6253">
                  <c:v>39.65</c:v>
                </c:pt>
                <c:pt idx="6254">
                  <c:v>39.65</c:v>
                </c:pt>
                <c:pt idx="6255">
                  <c:v>39.65</c:v>
                </c:pt>
                <c:pt idx="6256">
                  <c:v>39.65</c:v>
                </c:pt>
                <c:pt idx="6257">
                  <c:v>39.65</c:v>
                </c:pt>
                <c:pt idx="6258">
                  <c:v>39.65</c:v>
                </c:pt>
                <c:pt idx="6259">
                  <c:v>39.65</c:v>
                </c:pt>
                <c:pt idx="6260">
                  <c:v>39.65</c:v>
                </c:pt>
                <c:pt idx="6261">
                  <c:v>39.65</c:v>
                </c:pt>
                <c:pt idx="6262">
                  <c:v>39.65</c:v>
                </c:pt>
                <c:pt idx="6263">
                  <c:v>39.65</c:v>
                </c:pt>
                <c:pt idx="6264">
                  <c:v>39.65</c:v>
                </c:pt>
                <c:pt idx="6265">
                  <c:v>39.65</c:v>
                </c:pt>
                <c:pt idx="6266">
                  <c:v>39.6</c:v>
                </c:pt>
                <c:pt idx="6267">
                  <c:v>39.6</c:v>
                </c:pt>
                <c:pt idx="6268">
                  <c:v>39.6</c:v>
                </c:pt>
                <c:pt idx="6269">
                  <c:v>39.6</c:v>
                </c:pt>
                <c:pt idx="6270">
                  <c:v>39.6</c:v>
                </c:pt>
                <c:pt idx="6271">
                  <c:v>39.6</c:v>
                </c:pt>
                <c:pt idx="6272">
                  <c:v>39.6</c:v>
                </c:pt>
                <c:pt idx="6273">
                  <c:v>39.6</c:v>
                </c:pt>
                <c:pt idx="6274">
                  <c:v>39.6</c:v>
                </c:pt>
                <c:pt idx="6275">
                  <c:v>39.6</c:v>
                </c:pt>
                <c:pt idx="6276">
                  <c:v>39.6</c:v>
                </c:pt>
                <c:pt idx="6277">
                  <c:v>39.6</c:v>
                </c:pt>
                <c:pt idx="6278">
                  <c:v>39.6</c:v>
                </c:pt>
                <c:pt idx="6279">
                  <c:v>39.6</c:v>
                </c:pt>
                <c:pt idx="6280">
                  <c:v>39.6</c:v>
                </c:pt>
                <c:pt idx="6281">
                  <c:v>39.6</c:v>
                </c:pt>
                <c:pt idx="6282">
                  <c:v>39.6</c:v>
                </c:pt>
                <c:pt idx="6283">
                  <c:v>39.6</c:v>
                </c:pt>
                <c:pt idx="6284">
                  <c:v>39.6</c:v>
                </c:pt>
                <c:pt idx="6285">
                  <c:v>39.6</c:v>
                </c:pt>
                <c:pt idx="6286">
                  <c:v>39.6</c:v>
                </c:pt>
                <c:pt idx="6287">
                  <c:v>39.6</c:v>
                </c:pt>
                <c:pt idx="6288">
                  <c:v>39.6</c:v>
                </c:pt>
                <c:pt idx="6289">
                  <c:v>39.6</c:v>
                </c:pt>
                <c:pt idx="6290">
                  <c:v>39.549999999999997</c:v>
                </c:pt>
                <c:pt idx="6291">
                  <c:v>39.549999999999997</c:v>
                </c:pt>
                <c:pt idx="6292">
                  <c:v>39.549999999999997</c:v>
                </c:pt>
                <c:pt idx="6293">
                  <c:v>39.549999999999997</c:v>
                </c:pt>
                <c:pt idx="6294">
                  <c:v>39.549999999999997</c:v>
                </c:pt>
                <c:pt idx="6295">
                  <c:v>39.549999999999997</c:v>
                </c:pt>
                <c:pt idx="6296">
                  <c:v>39.549999999999997</c:v>
                </c:pt>
                <c:pt idx="6297">
                  <c:v>39.549999999999997</c:v>
                </c:pt>
                <c:pt idx="6298">
                  <c:v>39.549999999999997</c:v>
                </c:pt>
                <c:pt idx="6299">
                  <c:v>39.549999999999997</c:v>
                </c:pt>
                <c:pt idx="6300">
                  <c:v>39.549999999999997</c:v>
                </c:pt>
                <c:pt idx="6301">
                  <c:v>39.549999999999997</c:v>
                </c:pt>
                <c:pt idx="6302">
                  <c:v>39.549999999999997</c:v>
                </c:pt>
                <c:pt idx="6303">
                  <c:v>39.549999999999997</c:v>
                </c:pt>
                <c:pt idx="6304">
                  <c:v>39.549999999999997</c:v>
                </c:pt>
                <c:pt idx="6305">
                  <c:v>39.549999999999997</c:v>
                </c:pt>
                <c:pt idx="6306">
                  <c:v>39.549999999999997</c:v>
                </c:pt>
                <c:pt idx="6307">
                  <c:v>39.549999999999997</c:v>
                </c:pt>
                <c:pt idx="6308">
                  <c:v>39.549999999999997</c:v>
                </c:pt>
                <c:pt idx="6309">
                  <c:v>39.549999999999997</c:v>
                </c:pt>
                <c:pt idx="6310">
                  <c:v>39.549999999999997</c:v>
                </c:pt>
                <c:pt idx="6311">
                  <c:v>39.549999999999997</c:v>
                </c:pt>
                <c:pt idx="6312">
                  <c:v>39.5</c:v>
                </c:pt>
                <c:pt idx="6313">
                  <c:v>39.5</c:v>
                </c:pt>
                <c:pt idx="6314">
                  <c:v>39.5</c:v>
                </c:pt>
                <c:pt idx="6315">
                  <c:v>39.5</c:v>
                </c:pt>
                <c:pt idx="6316">
                  <c:v>39.5</c:v>
                </c:pt>
                <c:pt idx="6317">
                  <c:v>39.5</c:v>
                </c:pt>
                <c:pt idx="6318">
                  <c:v>39.5</c:v>
                </c:pt>
                <c:pt idx="6319">
                  <c:v>39.5</c:v>
                </c:pt>
                <c:pt idx="6320">
                  <c:v>39.5</c:v>
                </c:pt>
                <c:pt idx="6321">
                  <c:v>39.5</c:v>
                </c:pt>
                <c:pt idx="6322">
                  <c:v>39.5</c:v>
                </c:pt>
                <c:pt idx="6323">
                  <c:v>39.5</c:v>
                </c:pt>
                <c:pt idx="6324">
                  <c:v>39.5</c:v>
                </c:pt>
                <c:pt idx="6325">
                  <c:v>39.5</c:v>
                </c:pt>
                <c:pt idx="6326">
                  <c:v>39.5</c:v>
                </c:pt>
                <c:pt idx="6327">
                  <c:v>39.5</c:v>
                </c:pt>
                <c:pt idx="6328">
                  <c:v>39.5</c:v>
                </c:pt>
                <c:pt idx="6329">
                  <c:v>39.5</c:v>
                </c:pt>
                <c:pt idx="6330">
                  <c:v>39.5</c:v>
                </c:pt>
                <c:pt idx="6331">
                  <c:v>39.5</c:v>
                </c:pt>
                <c:pt idx="6332">
                  <c:v>39.5</c:v>
                </c:pt>
                <c:pt idx="6333">
                  <c:v>39.5</c:v>
                </c:pt>
                <c:pt idx="6334">
                  <c:v>39.5</c:v>
                </c:pt>
                <c:pt idx="6335">
                  <c:v>39.5</c:v>
                </c:pt>
                <c:pt idx="6336">
                  <c:v>39.450000000000003</c:v>
                </c:pt>
                <c:pt idx="6337">
                  <c:v>39.5</c:v>
                </c:pt>
                <c:pt idx="6338">
                  <c:v>39.450000000000003</c:v>
                </c:pt>
                <c:pt idx="6339">
                  <c:v>39.5</c:v>
                </c:pt>
                <c:pt idx="6340">
                  <c:v>39.450000000000003</c:v>
                </c:pt>
                <c:pt idx="6341">
                  <c:v>39.450000000000003</c:v>
                </c:pt>
                <c:pt idx="6342">
                  <c:v>39.450000000000003</c:v>
                </c:pt>
                <c:pt idx="6343">
                  <c:v>39.450000000000003</c:v>
                </c:pt>
                <c:pt idx="6344">
                  <c:v>39.450000000000003</c:v>
                </c:pt>
                <c:pt idx="6345">
                  <c:v>39.450000000000003</c:v>
                </c:pt>
                <c:pt idx="6346">
                  <c:v>39.450000000000003</c:v>
                </c:pt>
                <c:pt idx="6347">
                  <c:v>39.450000000000003</c:v>
                </c:pt>
                <c:pt idx="6348">
                  <c:v>39.450000000000003</c:v>
                </c:pt>
                <c:pt idx="6349">
                  <c:v>39.450000000000003</c:v>
                </c:pt>
                <c:pt idx="6350">
                  <c:v>39.450000000000003</c:v>
                </c:pt>
                <c:pt idx="6351">
                  <c:v>39.450000000000003</c:v>
                </c:pt>
                <c:pt idx="6352">
                  <c:v>39.450000000000003</c:v>
                </c:pt>
                <c:pt idx="6353">
                  <c:v>39.450000000000003</c:v>
                </c:pt>
                <c:pt idx="6354">
                  <c:v>39.450000000000003</c:v>
                </c:pt>
                <c:pt idx="6355">
                  <c:v>39.450000000000003</c:v>
                </c:pt>
                <c:pt idx="6356">
                  <c:v>39.450000000000003</c:v>
                </c:pt>
                <c:pt idx="6357">
                  <c:v>39.450000000000003</c:v>
                </c:pt>
                <c:pt idx="6358">
                  <c:v>39.450000000000003</c:v>
                </c:pt>
                <c:pt idx="6359">
                  <c:v>39.450000000000003</c:v>
                </c:pt>
                <c:pt idx="6360">
                  <c:v>39.450000000000003</c:v>
                </c:pt>
                <c:pt idx="6361">
                  <c:v>39.450000000000003</c:v>
                </c:pt>
                <c:pt idx="6362">
                  <c:v>39.450000000000003</c:v>
                </c:pt>
                <c:pt idx="6363">
                  <c:v>39.450000000000003</c:v>
                </c:pt>
                <c:pt idx="6364">
                  <c:v>39.4</c:v>
                </c:pt>
                <c:pt idx="6365">
                  <c:v>39.4</c:v>
                </c:pt>
                <c:pt idx="6366">
                  <c:v>39.4</c:v>
                </c:pt>
                <c:pt idx="6367">
                  <c:v>39.4</c:v>
                </c:pt>
                <c:pt idx="6368">
                  <c:v>39.4</c:v>
                </c:pt>
                <c:pt idx="6369">
                  <c:v>39.4</c:v>
                </c:pt>
                <c:pt idx="6370">
                  <c:v>39.4</c:v>
                </c:pt>
                <c:pt idx="6371">
                  <c:v>39.4</c:v>
                </c:pt>
                <c:pt idx="6372">
                  <c:v>39.4</c:v>
                </c:pt>
                <c:pt idx="6373">
                  <c:v>39.4</c:v>
                </c:pt>
                <c:pt idx="6374">
                  <c:v>39.4</c:v>
                </c:pt>
                <c:pt idx="6375">
                  <c:v>39.4</c:v>
                </c:pt>
                <c:pt idx="6376">
                  <c:v>39.4</c:v>
                </c:pt>
                <c:pt idx="6377">
                  <c:v>39.4</c:v>
                </c:pt>
                <c:pt idx="6378">
                  <c:v>39.4</c:v>
                </c:pt>
                <c:pt idx="6379">
                  <c:v>39.4</c:v>
                </c:pt>
                <c:pt idx="6380">
                  <c:v>39.4</c:v>
                </c:pt>
                <c:pt idx="6381">
                  <c:v>39.4</c:v>
                </c:pt>
                <c:pt idx="6382">
                  <c:v>39.4</c:v>
                </c:pt>
                <c:pt idx="6383">
                  <c:v>39.4</c:v>
                </c:pt>
                <c:pt idx="6384">
                  <c:v>39.4</c:v>
                </c:pt>
                <c:pt idx="6385">
                  <c:v>39.4</c:v>
                </c:pt>
                <c:pt idx="6386">
                  <c:v>39.4</c:v>
                </c:pt>
                <c:pt idx="6387">
                  <c:v>39.4</c:v>
                </c:pt>
                <c:pt idx="6388">
                  <c:v>39.4</c:v>
                </c:pt>
                <c:pt idx="6389">
                  <c:v>39.4</c:v>
                </c:pt>
                <c:pt idx="6390">
                  <c:v>39.35</c:v>
                </c:pt>
                <c:pt idx="6391">
                  <c:v>39.35</c:v>
                </c:pt>
                <c:pt idx="6392">
                  <c:v>39.35</c:v>
                </c:pt>
                <c:pt idx="6393">
                  <c:v>39.35</c:v>
                </c:pt>
                <c:pt idx="6394">
                  <c:v>39.35</c:v>
                </c:pt>
                <c:pt idx="6395">
                  <c:v>39.35</c:v>
                </c:pt>
                <c:pt idx="6396">
                  <c:v>39.35</c:v>
                </c:pt>
                <c:pt idx="6397">
                  <c:v>39.35</c:v>
                </c:pt>
                <c:pt idx="6398">
                  <c:v>39.35</c:v>
                </c:pt>
                <c:pt idx="6399">
                  <c:v>39.35</c:v>
                </c:pt>
                <c:pt idx="6400">
                  <c:v>39.35</c:v>
                </c:pt>
                <c:pt idx="6401">
                  <c:v>39.35</c:v>
                </c:pt>
                <c:pt idx="6402">
                  <c:v>39.35</c:v>
                </c:pt>
                <c:pt idx="6403">
                  <c:v>39.35</c:v>
                </c:pt>
                <c:pt idx="6404">
                  <c:v>39.35</c:v>
                </c:pt>
                <c:pt idx="6405">
                  <c:v>39.35</c:v>
                </c:pt>
                <c:pt idx="6406">
                  <c:v>39.35</c:v>
                </c:pt>
                <c:pt idx="6407">
                  <c:v>39.35</c:v>
                </c:pt>
                <c:pt idx="6408">
                  <c:v>39.35</c:v>
                </c:pt>
                <c:pt idx="6409">
                  <c:v>39.35</c:v>
                </c:pt>
                <c:pt idx="6410">
                  <c:v>39.35</c:v>
                </c:pt>
                <c:pt idx="6411">
                  <c:v>39.35</c:v>
                </c:pt>
                <c:pt idx="6412">
                  <c:v>39.299999999999997</c:v>
                </c:pt>
                <c:pt idx="6413">
                  <c:v>39.299999999999997</c:v>
                </c:pt>
                <c:pt idx="6414">
                  <c:v>39.299999999999997</c:v>
                </c:pt>
                <c:pt idx="6415">
                  <c:v>39.299999999999997</c:v>
                </c:pt>
                <c:pt idx="6416">
                  <c:v>39.299999999999997</c:v>
                </c:pt>
                <c:pt idx="6417">
                  <c:v>39.299999999999997</c:v>
                </c:pt>
                <c:pt idx="6418">
                  <c:v>39.299999999999997</c:v>
                </c:pt>
                <c:pt idx="6419">
                  <c:v>39.299999999999997</c:v>
                </c:pt>
                <c:pt idx="6420">
                  <c:v>39.299999999999997</c:v>
                </c:pt>
                <c:pt idx="6421">
                  <c:v>39.299999999999997</c:v>
                </c:pt>
                <c:pt idx="6422">
                  <c:v>39.299999999999997</c:v>
                </c:pt>
                <c:pt idx="6423">
                  <c:v>39.299999999999997</c:v>
                </c:pt>
                <c:pt idx="6424">
                  <c:v>39.299999999999997</c:v>
                </c:pt>
                <c:pt idx="6425">
                  <c:v>39.299999999999997</c:v>
                </c:pt>
                <c:pt idx="6426">
                  <c:v>39.299999999999997</c:v>
                </c:pt>
                <c:pt idx="6427">
                  <c:v>39.299999999999997</c:v>
                </c:pt>
                <c:pt idx="6428">
                  <c:v>39.299999999999997</c:v>
                </c:pt>
                <c:pt idx="6429">
                  <c:v>39.299999999999997</c:v>
                </c:pt>
                <c:pt idx="6430">
                  <c:v>39.299999999999997</c:v>
                </c:pt>
                <c:pt idx="6431">
                  <c:v>39.299999999999997</c:v>
                </c:pt>
                <c:pt idx="6432">
                  <c:v>39.299999999999997</c:v>
                </c:pt>
                <c:pt idx="6433">
                  <c:v>39.299999999999997</c:v>
                </c:pt>
                <c:pt idx="6434">
                  <c:v>39.299999999999997</c:v>
                </c:pt>
                <c:pt idx="6435">
                  <c:v>39.299999999999997</c:v>
                </c:pt>
                <c:pt idx="6436">
                  <c:v>39.299999999999997</c:v>
                </c:pt>
                <c:pt idx="6437">
                  <c:v>39.25</c:v>
                </c:pt>
                <c:pt idx="6438">
                  <c:v>39.25</c:v>
                </c:pt>
                <c:pt idx="6439">
                  <c:v>39.25</c:v>
                </c:pt>
                <c:pt idx="6440">
                  <c:v>39.25</c:v>
                </c:pt>
                <c:pt idx="6441">
                  <c:v>39.299999999999997</c:v>
                </c:pt>
                <c:pt idx="6442">
                  <c:v>39.25</c:v>
                </c:pt>
                <c:pt idx="6443">
                  <c:v>39.25</c:v>
                </c:pt>
                <c:pt idx="6444">
                  <c:v>39.299999999999997</c:v>
                </c:pt>
                <c:pt idx="6445">
                  <c:v>39.299999999999997</c:v>
                </c:pt>
                <c:pt idx="6446">
                  <c:v>39.299999999999997</c:v>
                </c:pt>
                <c:pt idx="6447">
                  <c:v>39.25</c:v>
                </c:pt>
                <c:pt idx="6448">
                  <c:v>39.299999999999997</c:v>
                </c:pt>
                <c:pt idx="6449">
                  <c:v>39.299999999999997</c:v>
                </c:pt>
                <c:pt idx="6450">
                  <c:v>39.25</c:v>
                </c:pt>
                <c:pt idx="6451">
                  <c:v>39.25</c:v>
                </c:pt>
                <c:pt idx="6452">
                  <c:v>39.25</c:v>
                </c:pt>
                <c:pt idx="6453">
                  <c:v>39.25</c:v>
                </c:pt>
                <c:pt idx="6454">
                  <c:v>39.25</c:v>
                </c:pt>
                <c:pt idx="6455">
                  <c:v>39.25</c:v>
                </c:pt>
                <c:pt idx="6456">
                  <c:v>39.25</c:v>
                </c:pt>
                <c:pt idx="6457">
                  <c:v>39.25</c:v>
                </c:pt>
                <c:pt idx="6458">
                  <c:v>39.25</c:v>
                </c:pt>
                <c:pt idx="6459">
                  <c:v>39.25</c:v>
                </c:pt>
                <c:pt idx="6460">
                  <c:v>39.25</c:v>
                </c:pt>
                <c:pt idx="6461">
                  <c:v>39.25</c:v>
                </c:pt>
                <c:pt idx="6462">
                  <c:v>39.25</c:v>
                </c:pt>
                <c:pt idx="6463">
                  <c:v>39.25</c:v>
                </c:pt>
                <c:pt idx="6464">
                  <c:v>39.25</c:v>
                </c:pt>
                <c:pt idx="6465">
                  <c:v>39.25</c:v>
                </c:pt>
                <c:pt idx="6466">
                  <c:v>39.25</c:v>
                </c:pt>
                <c:pt idx="6467">
                  <c:v>39.25</c:v>
                </c:pt>
                <c:pt idx="6468">
                  <c:v>39.25</c:v>
                </c:pt>
                <c:pt idx="6469">
                  <c:v>39.25</c:v>
                </c:pt>
                <c:pt idx="6470">
                  <c:v>39.25</c:v>
                </c:pt>
                <c:pt idx="6471">
                  <c:v>39.25</c:v>
                </c:pt>
                <c:pt idx="6472">
                  <c:v>39.25</c:v>
                </c:pt>
                <c:pt idx="6473">
                  <c:v>39.25</c:v>
                </c:pt>
                <c:pt idx="6474">
                  <c:v>39.200000000000003</c:v>
                </c:pt>
                <c:pt idx="6475">
                  <c:v>39.25</c:v>
                </c:pt>
                <c:pt idx="6476">
                  <c:v>39.200000000000003</c:v>
                </c:pt>
                <c:pt idx="6477">
                  <c:v>39.200000000000003</c:v>
                </c:pt>
                <c:pt idx="6478">
                  <c:v>39.200000000000003</c:v>
                </c:pt>
                <c:pt idx="6479">
                  <c:v>39.200000000000003</c:v>
                </c:pt>
                <c:pt idx="6480">
                  <c:v>39.200000000000003</c:v>
                </c:pt>
                <c:pt idx="6481">
                  <c:v>39.200000000000003</c:v>
                </c:pt>
                <c:pt idx="6482">
                  <c:v>39.200000000000003</c:v>
                </c:pt>
                <c:pt idx="6483">
                  <c:v>39.200000000000003</c:v>
                </c:pt>
                <c:pt idx="6484">
                  <c:v>39.200000000000003</c:v>
                </c:pt>
                <c:pt idx="6485">
                  <c:v>39.200000000000003</c:v>
                </c:pt>
                <c:pt idx="6486">
                  <c:v>39.200000000000003</c:v>
                </c:pt>
                <c:pt idx="6487">
                  <c:v>39.200000000000003</c:v>
                </c:pt>
                <c:pt idx="6488">
                  <c:v>39.200000000000003</c:v>
                </c:pt>
                <c:pt idx="6489">
                  <c:v>39.200000000000003</c:v>
                </c:pt>
                <c:pt idx="6490">
                  <c:v>39.200000000000003</c:v>
                </c:pt>
                <c:pt idx="6491">
                  <c:v>39.200000000000003</c:v>
                </c:pt>
                <c:pt idx="6492">
                  <c:v>39.200000000000003</c:v>
                </c:pt>
                <c:pt idx="6493">
                  <c:v>39.200000000000003</c:v>
                </c:pt>
                <c:pt idx="6494">
                  <c:v>39.200000000000003</c:v>
                </c:pt>
                <c:pt idx="6495">
                  <c:v>39.200000000000003</c:v>
                </c:pt>
                <c:pt idx="6496">
                  <c:v>39.200000000000003</c:v>
                </c:pt>
                <c:pt idx="6497">
                  <c:v>39.15</c:v>
                </c:pt>
                <c:pt idx="6498">
                  <c:v>39.15</c:v>
                </c:pt>
                <c:pt idx="6499">
                  <c:v>39.15</c:v>
                </c:pt>
                <c:pt idx="6500">
                  <c:v>39.200000000000003</c:v>
                </c:pt>
                <c:pt idx="6501">
                  <c:v>39.15</c:v>
                </c:pt>
                <c:pt idx="6502">
                  <c:v>39.15</c:v>
                </c:pt>
                <c:pt idx="6503">
                  <c:v>39.15</c:v>
                </c:pt>
                <c:pt idx="6504">
                  <c:v>39.15</c:v>
                </c:pt>
                <c:pt idx="6505">
                  <c:v>39.15</c:v>
                </c:pt>
                <c:pt idx="6506">
                  <c:v>39.15</c:v>
                </c:pt>
                <c:pt idx="6507">
                  <c:v>39.15</c:v>
                </c:pt>
                <c:pt idx="6508">
                  <c:v>39.15</c:v>
                </c:pt>
                <c:pt idx="6509">
                  <c:v>39.15</c:v>
                </c:pt>
                <c:pt idx="6510">
                  <c:v>39.15</c:v>
                </c:pt>
                <c:pt idx="6511">
                  <c:v>39.15</c:v>
                </c:pt>
                <c:pt idx="6512">
                  <c:v>39.15</c:v>
                </c:pt>
                <c:pt idx="6513">
                  <c:v>39.15</c:v>
                </c:pt>
                <c:pt idx="6514">
                  <c:v>39.15</c:v>
                </c:pt>
                <c:pt idx="6515">
                  <c:v>39.15</c:v>
                </c:pt>
                <c:pt idx="6516">
                  <c:v>39.15</c:v>
                </c:pt>
                <c:pt idx="6517">
                  <c:v>39.15</c:v>
                </c:pt>
                <c:pt idx="6518">
                  <c:v>39.15</c:v>
                </c:pt>
                <c:pt idx="6519">
                  <c:v>39.15</c:v>
                </c:pt>
                <c:pt idx="6520">
                  <c:v>39.1</c:v>
                </c:pt>
                <c:pt idx="6521">
                  <c:v>39.15</c:v>
                </c:pt>
                <c:pt idx="6522">
                  <c:v>39.1</c:v>
                </c:pt>
                <c:pt idx="6523">
                  <c:v>39.1</c:v>
                </c:pt>
                <c:pt idx="6524">
                  <c:v>39.1</c:v>
                </c:pt>
                <c:pt idx="6525">
                  <c:v>39.1</c:v>
                </c:pt>
                <c:pt idx="6526">
                  <c:v>39.1</c:v>
                </c:pt>
                <c:pt idx="6527">
                  <c:v>39.1</c:v>
                </c:pt>
                <c:pt idx="6528">
                  <c:v>39.1</c:v>
                </c:pt>
                <c:pt idx="6529">
                  <c:v>39.1</c:v>
                </c:pt>
                <c:pt idx="6530">
                  <c:v>39.1</c:v>
                </c:pt>
                <c:pt idx="6531">
                  <c:v>39.1</c:v>
                </c:pt>
                <c:pt idx="6532">
                  <c:v>39.1</c:v>
                </c:pt>
                <c:pt idx="6533">
                  <c:v>39.1</c:v>
                </c:pt>
                <c:pt idx="6534">
                  <c:v>39.1</c:v>
                </c:pt>
                <c:pt idx="6535">
                  <c:v>39.1</c:v>
                </c:pt>
                <c:pt idx="6536">
                  <c:v>39.1</c:v>
                </c:pt>
                <c:pt idx="6537">
                  <c:v>39.1</c:v>
                </c:pt>
                <c:pt idx="6538">
                  <c:v>39.1</c:v>
                </c:pt>
                <c:pt idx="6539">
                  <c:v>39.1</c:v>
                </c:pt>
                <c:pt idx="6540">
                  <c:v>39.1</c:v>
                </c:pt>
                <c:pt idx="6541">
                  <c:v>39.1</c:v>
                </c:pt>
                <c:pt idx="6542">
                  <c:v>39.1</c:v>
                </c:pt>
                <c:pt idx="6543">
                  <c:v>39.1</c:v>
                </c:pt>
                <c:pt idx="6544">
                  <c:v>39.1</c:v>
                </c:pt>
                <c:pt idx="6545">
                  <c:v>39.049999999999997</c:v>
                </c:pt>
                <c:pt idx="6546">
                  <c:v>39.049999999999997</c:v>
                </c:pt>
                <c:pt idx="6547">
                  <c:v>39.049999999999997</c:v>
                </c:pt>
                <c:pt idx="6548">
                  <c:v>39.049999999999997</c:v>
                </c:pt>
                <c:pt idx="6549">
                  <c:v>39.049999999999997</c:v>
                </c:pt>
                <c:pt idx="6550">
                  <c:v>39.049999999999997</c:v>
                </c:pt>
                <c:pt idx="6551">
                  <c:v>39.049999999999997</c:v>
                </c:pt>
                <c:pt idx="6552">
                  <c:v>39.049999999999997</c:v>
                </c:pt>
                <c:pt idx="6553">
                  <c:v>39.049999999999997</c:v>
                </c:pt>
                <c:pt idx="6554">
                  <c:v>39.049999999999997</c:v>
                </c:pt>
                <c:pt idx="6555">
                  <c:v>39.049999999999997</c:v>
                </c:pt>
                <c:pt idx="6556">
                  <c:v>39.049999999999997</c:v>
                </c:pt>
                <c:pt idx="6557">
                  <c:v>39.049999999999997</c:v>
                </c:pt>
                <c:pt idx="6558">
                  <c:v>39.049999999999997</c:v>
                </c:pt>
                <c:pt idx="6559">
                  <c:v>39.049999999999997</c:v>
                </c:pt>
                <c:pt idx="6560">
                  <c:v>39.049999999999997</c:v>
                </c:pt>
                <c:pt idx="6561">
                  <c:v>39.049999999999997</c:v>
                </c:pt>
                <c:pt idx="6562">
                  <c:v>39.049999999999997</c:v>
                </c:pt>
                <c:pt idx="6563">
                  <c:v>39.049999999999997</c:v>
                </c:pt>
                <c:pt idx="6564">
                  <c:v>39.049999999999997</c:v>
                </c:pt>
                <c:pt idx="6565">
                  <c:v>39</c:v>
                </c:pt>
                <c:pt idx="6566">
                  <c:v>39.049999999999997</c:v>
                </c:pt>
                <c:pt idx="6567">
                  <c:v>39.049999999999997</c:v>
                </c:pt>
                <c:pt idx="6568">
                  <c:v>39.049999999999997</c:v>
                </c:pt>
                <c:pt idx="6569">
                  <c:v>39.049999999999997</c:v>
                </c:pt>
                <c:pt idx="6570">
                  <c:v>39</c:v>
                </c:pt>
                <c:pt idx="6571">
                  <c:v>39</c:v>
                </c:pt>
                <c:pt idx="6572">
                  <c:v>39</c:v>
                </c:pt>
                <c:pt idx="6573">
                  <c:v>39</c:v>
                </c:pt>
                <c:pt idx="6574">
                  <c:v>39</c:v>
                </c:pt>
                <c:pt idx="6575">
                  <c:v>39</c:v>
                </c:pt>
                <c:pt idx="6576">
                  <c:v>39</c:v>
                </c:pt>
                <c:pt idx="6577">
                  <c:v>39</c:v>
                </c:pt>
                <c:pt idx="6578">
                  <c:v>39</c:v>
                </c:pt>
                <c:pt idx="6579">
                  <c:v>39</c:v>
                </c:pt>
                <c:pt idx="6580">
                  <c:v>39</c:v>
                </c:pt>
                <c:pt idx="6581">
                  <c:v>39</c:v>
                </c:pt>
                <c:pt idx="6582">
                  <c:v>39</c:v>
                </c:pt>
                <c:pt idx="6583">
                  <c:v>39</c:v>
                </c:pt>
                <c:pt idx="6584">
                  <c:v>39</c:v>
                </c:pt>
                <c:pt idx="6585">
                  <c:v>39</c:v>
                </c:pt>
                <c:pt idx="6586">
                  <c:v>39</c:v>
                </c:pt>
                <c:pt idx="6587">
                  <c:v>39</c:v>
                </c:pt>
                <c:pt idx="6588">
                  <c:v>39</c:v>
                </c:pt>
                <c:pt idx="6589">
                  <c:v>39</c:v>
                </c:pt>
                <c:pt idx="6590">
                  <c:v>39</c:v>
                </c:pt>
                <c:pt idx="6591">
                  <c:v>39</c:v>
                </c:pt>
                <c:pt idx="6592">
                  <c:v>39</c:v>
                </c:pt>
                <c:pt idx="6593">
                  <c:v>39</c:v>
                </c:pt>
                <c:pt idx="6594">
                  <c:v>39</c:v>
                </c:pt>
                <c:pt idx="6595">
                  <c:v>39</c:v>
                </c:pt>
                <c:pt idx="6596">
                  <c:v>39</c:v>
                </c:pt>
                <c:pt idx="6597">
                  <c:v>39</c:v>
                </c:pt>
                <c:pt idx="6598">
                  <c:v>39</c:v>
                </c:pt>
                <c:pt idx="6599">
                  <c:v>38.950000000000003</c:v>
                </c:pt>
                <c:pt idx="6600">
                  <c:v>38.950000000000003</c:v>
                </c:pt>
                <c:pt idx="6601">
                  <c:v>38.950000000000003</c:v>
                </c:pt>
                <c:pt idx="6602">
                  <c:v>38.950000000000003</c:v>
                </c:pt>
                <c:pt idx="6603">
                  <c:v>38.950000000000003</c:v>
                </c:pt>
                <c:pt idx="6604">
                  <c:v>38.950000000000003</c:v>
                </c:pt>
                <c:pt idx="6605">
                  <c:v>38.950000000000003</c:v>
                </c:pt>
                <c:pt idx="6606">
                  <c:v>38.950000000000003</c:v>
                </c:pt>
                <c:pt idx="6607">
                  <c:v>38.950000000000003</c:v>
                </c:pt>
                <c:pt idx="6608">
                  <c:v>38.950000000000003</c:v>
                </c:pt>
                <c:pt idx="6609">
                  <c:v>38.950000000000003</c:v>
                </c:pt>
                <c:pt idx="6610">
                  <c:v>38.950000000000003</c:v>
                </c:pt>
                <c:pt idx="6611">
                  <c:v>38.950000000000003</c:v>
                </c:pt>
                <c:pt idx="6612">
                  <c:v>38.950000000000003</c:v>
                </c:pt>
                <c:pt idx="6613">
                  <c:v>38.950000000000003</c:v>
                </c:pt>
                <c:pt idx="6614">
                  <c:v>38.950000000000003</c:v>
                </c:pt>
                <c:pt idx="6615">
                  <c:v>38.950000000000003</c:v>
                </c:pt>
                <c:pt idx="6616">
                  <c:v>38.950000000000003</c:v>
                </c:pt>
                <c:pt idx="6617">
                  <c:v>38.950000000000003</c:v>
                </c:pt>
                <c:pt idx="6618">
                  <c:v>38.950000000000003</c:v>
                </c:pt>
                <c:pt idx="6619">
                  <c:v>38.950000000000003</c:v>
                </c:pt>
                <c:pt idx="6620">
                  <c:v>38.950000000000003</c:v>
                </c:pt>
                <c:pt idx="6621">
                  <c:v>38.950000000000003</c:v>
                </c:pt>
                <c:pt idx="6622">
                  <c:v>38.950000000000003</c:v>
                </c:pt>
                <c:pt idx="6623">
                  <c:v>38.950000000000003</c:v>
                </c:pt>
                <c:pt idx="6624">
                  <c:v>38.950000000000003</c:v>
                </c:pt>
                <c:pt idx="6625">
                  <c:v>38.950000000000003</c:v>
                </c:pt>
                <c:pt idx="6626">
                  <c:v>38.9</c:v>
                </c:pt>
                <c:pt idx="6627">
                  <c:v>38.9</c:v>
                </c:pt>
                <c:pt idx="6628">
                  <c:v>38.9</c:v>
                </c:pt>
                <c:pt idx="6629">
                  <c:v>38.9</c:v>
                </c:pt>
                <c:pt idx="6630">
                  <c:v>38.9</c:v>
                </c:pt>
                <c:pt idx="6631">
                  <c:v>38.9</c:v>
                </c:pt>
                <c:pt idx="6632">
                  <c:v>38.9</c:v>
                </c:pt>
                <c:pt idx="6633">
                  <c:v>38.9</c:v>
                </c:pt>
                <c:pt idx="6634">
                  <c:v>38.9</c:v>
                </c:pt>
                <c:pt idx="6635">
                  <c:v>38.9</c:v>
                </c:pt>
                <c:pt idx="6636">
                  <c:v>38.9</c:v>
                </c:pt>
                <c:pt idx="6637">
                  <c:v>38.9</c:v>
                </c:pt>
                <c:pt idx="6638">
                  <c:v>38.9</c:v>
                </c:pt>
                <c:pt idx="6639">
                  <c:v>38.9</c:v>
                </c:pt>
                <c:pt idx="6640">
                  <c:v>38.9</c:v>
                </c:pt>
                <c:pt idx="6641">
                  <c:v>38.9</c:v>
                </c:pt>
                <c:pt idx="6642">
                  <c:v>38.9</c:v>
                </c:pt>
                <c:pt idx="6643">
                  <c:v>38.9</c:v>
                </c:pt>
                <c:pt idx="6644">
                  <c:v>38.9</c:v>
                </c:pt>
                <c:pt idx="6645">
                  <c:v>38.9</c:v>
                </c:pt>
                <c:pt idx="6646">
                  <c:v>38.9</c:v>
                </c:pt>
                <c:pt idx="6647">
                  <c:v>38.9</c:v>
                </c:pt>
                <c:pt idx="6648">
                  <c:v>38.9</c:v>
                </c:pt>
                <c:pt idx="6649">
                  <c:v>38.9</c:v>
                </c:pt>
                <c:pt idx="6650">
                  <c:v>38.9</c:v>
                </c:pt>
                <c:pt idx="6651">
                  <c:v>38.85</c:v>
                </c:pt>
                <c:pt idx="6652">
                  <c:v>38.85</c:v>
                </c:pt>
                <c:pt idx="6653">
                  <c:v>38.85</c:v>
                </c:pt>
                <c:pt idx="6654">
                  <c:v>38.85</c:v>
                </c:pt>
                <c:pt idx="6655">
                  <c:v>38.85</c:v>
                </c:pt>
                <c:pt idx="6656">
                  <c:v>38.85</c:v>
                </c:pt>
                <c:pt idx="6657">
                  <c:v>38.85</c:v>
                </c:pt>
                <c:pt idx="6658">
                  <c:v>38.85</c:v>
                </c:pt>
                <c:pt idx="6659">
                  <c:v>38.85</c:v>
                </c:pt>
                <c:pt idx="6660">
                  <c:v>38.85</c:v>
                </c:pt>
                <c:pt idx="6661">
                  <c:v>38.85</c:v>
                </c:pt>
                <c:pt idx="6662">
                  <c:v>38.85</c:v>
                </c:pt>
                <c:pt idx="6663">
                  <c:v>38.85</c:v>
                </c:pt>
                <c:pt idx="6664">
                  <c:v>38.85</c:v>
                </c:pt>
                <c:pt idx="6665">
                  <c:v>38.85</c:v>
                </c:pt>
                <c:pt idx="6666">
                  <c:v>38.85</c:v>
                </c:pt>
                <c:pt idx="6667">
                  <c:v>38.85</c:v>
                </c:pt>
                <c:pt idx="6668">
                  <c:v>38.85</c:v>
                </c:pt>
                <c:pt idx="6669">
                  <c:v>38.85</c:v>
                </c:pt>
                <c:pt idx="6670">
                  <c:v>38.85</c:v>
                </c:pt>
                <c:pt idx="6671">
                  <c:v>38.85</c:v>
                </c:pt>
                <c:pt idx="6672">
                  <c:v>38.85</c:v>
                </c:pt>
                <c:pt idx="6673">
                  <c:v>38.85</c:v>
                </c:pt>
                <c:pt idx="6674">
                  <c:v>38.85</c:v>
                </c:pt>
                <c:pt idx="6675">
                  <c:v>38.85</c:v>
                </c:pt>
                <c:pt idx="6676">
                  <c:v>38.799999999999997</c:v>
                </c:pt>
                <c:pt idx="6677">
                  <c:v>38.799999999999997</c:v>
                </c:pt>
                <c:pt idx="6678">
                  <c:v>38.799999999999997</c:v>
                </c:pt>
                <c:pt idx="6679">
                  <c:v>38.799999999999997</c:v>
                </c:pt>
                <c:pt idx="6680">
                  <c:v>38.799999999999997</c:v>
                </c:pt>
                <c:pt idx="6681">
                  <c:v>38.799999999999997</c:v>
                </c:pt>
                <c:pt idx="6682">
                  <c:v>38.799999999999997</c:v>
                </c:pt>
                <c:pt idx="6683">
                  <c:v>38.799999999999997</c:v>
                </c:pt>
                <c:pt idx="6684">
                  <c:v>38.799999999999997</c:v>
                </c:pt>
                <c:pt idx="6685">
                  <c:v>38.799999999999997</c:v>
                </c:pt>
                <c:pt idx="6686">
                  <c:v>38.799999999999997</c:v>
                </c:pt>
                <c:pt idx="6687">
                  <c:v>38.799999999999997</c:v>
                </c:pt>
                <c:pt idx="6688">
                  <c:v>38.799999999999997</c:v>
                </c:pt>
                <c:pt idx="6689">
                  <c:v>38.799999999999997</c:v>
                </c:pt>
                <c:pt idx="6690">
                  <c:v>38.799999999999997</c:v>
                </c:pt>
                <c:pt idx="6691">
                  <c:v>38.799999999999997</c:v>
                </c:pt>
                <c:pt idx="6692">
                  <c:v>38.799999999999997</c:v>
                </c:pt>
                <c:pt idx="6693">
                  <c:v>38.799999999999997</c:v>
                </c:pt>
                <c:pt idx="6694">
                  <c:v>38.799999999999997</c:v>
                </c:pt>
                <c:pt idx="6695">
                  <c:v>38.799999999999997</c:v>
                </c:pt>
                <c:pt idx="6696">
                  <c:v>38.799999999999997</c:v>
                </c:pt>
                <c:pt idx="6697">
                  <c:v>38.799999999999997</c:v>
                </c:pt>
                <c:pt idx="6698">
                  <c:v>38.799999999999997</c:v>
                </c:pt>
                <c:pt idx="6699">
                  <c:v>38.799999999999997</c:v>
                </c:pt>
                <c:pt idx="6700">
                  <c:v>38.799999999999997</c:v>
                </c:pt>
                <c:pt idx="6701">
                  <c:v>38.799999999999997</c:v>
                </c:pt>
                <c:pt idx="6702">
                  <c:v>38.799999999999997</c:v>
                </c:pt>
                <c:pt idx="6703">
                  <c:v>38.799999999999997</c:v>
                </c:pt>
                <c:pt idx="6704">
                  <c:v>38.799999999999997</c:v>
                </c:pt>
                <c:pt idx="6705">
                  <c:v>38.799999999999997</c:v>
                </c:pt>
                <c:pt idx="6706">
                  <c:v>38.799999999999997</c:v>
                </c:pt>
                <c:pt idx="6707">
                  <c:v>38.799999999999997</c:v>
                </c:pt>
                <c:pt idx="6708">
                  <c:v>38.799999999999997</c:v>
                </c:pt>
                <c:pt idx="6709">
                  <c:v>38.799999999999997</c:v>
                </c:pt>
                <c:pt idx="6710">
                  <c:v>38.75</c:v>
                </c:pt>
                <c:pt idx="6711">
                  <c:v>38.799999999999997</c:v>
                </c:pt>
                <c:pt idx="6712">
                  <c:v>38.75</c:v>
                </c:pt>
                <c:pt idx="6713">
                  <c:v>38.75</c:v>
                </c:pt>
                <c:pt idx="6714">
                  <c:v>38.75</c:v>
                </c:pt>
                <c:pt idx="6715">
                  <c:v>38.75</c:v>
                </c:pt>
                <c:pt idx="6716">
                  <c:v>38.75</c:v>
                </c:pt>
                <c:pt idx="6717">
                  <c:v>38.75</c:v>
                </c:pt>
                <c:pt idx="6718">
                  <c:v>38.75</c:v>
                </c:pt>
                <c:pt idx="6719">
                  <c:v>38.75</c:v>
                </c:pt>
                <c:pt idx="6720">
                  <c:v>38.75</c:v>
                </c:pt>
                <c:pt idx="6721">
                  <c:v>38.75</c:v>
                </c:pt>
                <c:pt idx="6722">
                  <c:v>38.75</c:v>
                </c:pt>
                <c:pt idx="6723">
                  <c:v>38.75</c:v>
                </c:pt>
                <c:pt idx="6724">
                  <c:v>38.75</c:v>
                </c:pt>
                <c:pt idx="6725">
                  <c:v>38.75</c:v>
                </c:pt>
                <c:pt idx="6726">
                  <c:v>38.75</c:v>
                </c:pt>
                <c:pt idx="6727">
                  <c:v>38.75</c:v>
                </c:pt>
                <c:pt idx="6728">
                  <c:v>38.75</c:v>
                </c:pt>
                <c:pt idx="6729">
                  <c:v>38.75</c:v>
                </c:pt>
                <c:pt idx="6730">
                  <c:v>38.75</c:v>
                </c:pt>
                <c:pt idx="6731">
                  <c:v>38.75</c:v>
                </c:pt>
                <c:pt idx="6732">
                  <c:v>38.75</c:v>
                </c:pt>
                <c:pt idx="6733">
                  <c:v>38.75</c:v>
                </c:pt>
                <c:pt idx="6734">
                  <c:v>38.75</c:v>
                </c:pt>
                <c:pt idx="6735">
                  <c:v>38.700000000000003</c:v>
                </c:pt>
                <c:pt idx="6736">
                  <c:v>38.700000000000003</c:v>
                </c:pt>
                <c:pt idx="6737">
                  <c:v>38.700000000000003</c:v>
                </c:pt>
                <c:pt idx="6738">
                  <c:v>38.700000000000003</c:v>
                </c:pt>
                <c:pt idx="6739">
                  <c:v>38.700000000000003</c:v>
                </c:pt>
                <c:pt idx="6740">
                  <c:v>38.700000000000003</c:v>
                </c:pt>
                <c:pt idx="6741">
                  <c:v>38.700000000000003</c:v>
                </c:pt>
                <c:pt idx="6742">
                  <c:v>38.700000000000003</c:v>
                </c:pt>
                <c:pt idx="6743">
                  <c:v>38.700000000000003</c:v>
                </c:pt>
                <c:pt idx="6744">
                  <c:v>38.700000000000003</c:v>
                </c:pt>
                <c:pt idx="6745">
                  <c:v>38.700000000000003</c:v>
                </c:pt>
                <c:pt idx="6746">
                  <c:v>38.700000000000003</c:v>
                </c:pt>
                <c:pt idx="6747">
                  <c:v>38.700000000000003</c:v>
                </c:pt>
                <c:pt idx="6748">
                  <c:v>38.700000000000003</c:v>
                </c:pt>
                <c:pt idx="6749">
                  <c:v>38.700000000000003</c:v>
                </c:pt>
                <c:pt idx="6750">
                  <c:v>38.700000000000003</c:v>
                </c:pt>
                <c:pt idx="6751">
                  <c:v>38.700000000000003</c:v>
                </c:pt>
                <c:pt idx="6752">
                  <c:v>38.700000000000003</c:v>
                </c:pt>
                <c:pt idx="6753">
                  <c:v>38.700000000000003</c:v>
                </c:pt>
                <c:pt idx="6754">
                  <c:v>38.700000000000003</c:v>
                </c:pt>
                <c:pt idx="6755">
                  <c:v>38.700000000000003</c:v>
                </c:pt>
                <c:pt idx="6756">
                  <c:v>38.700000000000003</c:v>
                </c:pt>
                <c:pt idx="6757">
                  <c:v>38.700000000000003</c:v>
                </c:pt>
                <c:pt idx="6758">
                  <c:v>38.700000000000003</c:v>
                </c:pt>
                <c:pt idx="6759">
                  <c:v>38.65</c:v>
                </c:pt>
                <c:pt idx="6760">
                  <c:v>38.65</c:v>
                </c:pt>
                <c:pt idx="6761">
                  <c:v>38.65</c:v>
                </c:pt>
                <c:pt idx="6762">
                  <c:v>38.65</c:v>
                </c:pt>
                <c:pt idx="6763">
                  <c:v>38.65</c:v>
                </c:pt>
                <c:pt idx="6764">
                  <c:v>38.65</c:v>
                </c:pt>
                <c:pt idx="6765">
                  <c:v>38.65</c:v>
                </c:pt>
                <c:pt idx="6766">
                  <c:v>38.65</c:v>
                </c:pt>
                <c:pt idx="6767">
                  <c:v>38.65</c:v>
                </c:pt>
                <c:pt idx="6768">
                  <c:v>38.65</c:v>
                </c:pt>
                <c:pt idx="6769">
                  <c:v>38.65</c:v>
                </c:pt>
                <c:pt idx="6770">
                  <c:v>38.65</c:v>
                </c:pt>
                <c:pt idx="6771">
                  <c:v>38.65</c:v>
                </c:pt>
                <c:pt idx="6772">
                  <c:v>38.65</c:v>
                </c:pt>
                <c:pt idx="6773">
                  <c:v>38.65</c:v>
                </c:pt>
                <c:pt idx="6774">
                  <c:v>38.65</c:v>
                </c:pt>
                <c:pt idx="6775">
                  <c:v>38.65</c:v>
                </c:pt>
                <c:pt idx="6776">
                  <c:v>38.65</c:v>
                </c:pt>
                <c:pt idx="6777">
                  <c:v>38.65</c:v>
                </c:pt>
                <c:pt idx="6778">
                  <c:v>38.65</c:v>
                </c:pt>
                <c:pt idx="6779">
                  <c:v>38.65</c:v>
                </c:pt>
                <c:pt idx="6780">
                  <c:v>38.65</c:v>
                </c:pt>
                <c:pt idx="6781">
                  <c:v>38.65</c:v>
                </c:pt>
                <c:pt idx="6782">
                  <c:v>38.65</c:v>
                </c:pt>
                <c:pt idx="6783">
                  <c:v>38.65</c:v>
                </c:pt>
                <c:pt idx="6784">
                  <c:v>38.65</c:v>
                </c:pt>
                <c:pt idx="6785">
                  <c:v>38.65</c:v>
                </c:pt>
                <c:pt idx="6786">
                  <c:v>38.6</c:v>
                </c:pt>
                <c:pt idx="6787">
                  <c:v>38.6</c:v>
                </c:pt>
                <c:pt idx="6788">
                  <c:v>38.6</c:v>
                </c:pt>
                <c:pt idx="6789">
                  <c:v>38.6</c:v>
                </c:pt>
                <c:pt idx="6790">
                  <c:v>38.6</c:v>
                </c:pt>
                <c:pt idx="6791">
                  <c:v>38.6</c:v>
                </c:pt>
                <c:pt idx="6792">
                  <c:v>38.6</c:v>
                </c:pt>
                <c:pt idx="6793">
                  <c:v>38.6</c:v>
                </c:pt>
                <c:pt idx="6794">
                  <c:v>38.6</c:v>
                </c:pt>
                <c:pt idx="6795">
                  <c:v>38.6</c:v>
                </c:pt>
                <c:pt idx="6796">
                  <c:v>38.6</c:v>
                </c:pt>
                <c:pt idx="6797">
                  <c:v>38.6</c:v>
                </c:pt>
                <c:pt idx="6798">
                  <c:v>38.6</c:v>
                </c:pt>
                <c:pt idx="6799">
                  <c:v>38.6</c:v>
                </c:pt>
                <c:pt idx="6800">
                  <c:v>38.6</c:v>
                </c:pt>
                <c:pt idx="6801">
                  <c:v>38.6</c:v>
                </c:pt>
                <c:pt idx="6802">
                  <c:v>38.6</c:v>
                </c:pt>
                <c:pt idx="6803">
                  <c:v>38.6</c:v>
                </c:pt>
                <c:pt idx="6804">
                  <c:v>38.6</c:v>
                </c:pt>
                <c:pt idx="6805">
                  <c:v>38.6</c:v>
                </c:pt>
                <c:pt idx="6806">
                  <c:v>38.6</c:v>
                </c:pt>
                <c:pt idx="6807">
                  <c:v>38.6</c:v>
                </c:pt>
                <c:pt idx="6808">
                  <c:v>38.6</c:v>
                </c:pt>
                <c:pt idx="6809">
                  <c:v>38.6</c:v>
                </c:pt>
                <c:pt idx="6810">
                  <c:v>38.6</c:v>
                </c:pt>
                <c:pt idx="6811">
                  <c:v>38.6</c:v>
                </c:pt>
                <c:pt idx="6812">
                  <c:v>38.6</c:v>
                </c:pt>
                <c:pt idx="6813">
                  <c:v>38.6</c:v>
                </c:pt>
                <c:pt idx="6814">
                  <c:v>38.6</c:v>
                </c:pt>
                <c:pt idx="6815">
                  <c:v>38.6</c:v>
                </c:pt>
                <c:pt idx="6816">
                  <c:v>38.6</c:v>
                </c:pt>
                <c:pt idx="6817">
                  <c:v>38.6</c:v>
                </c:pt>
                <c:pt idx="6818">
                  <c:v>38.549999999999997</c:v>
                </c:pt>
                <c:pt idx="6819">
                  <c:v>38.549999999999997</c:v>
                </c:pt>
                <c:pt idx="6820">
                  <c:v>38.549999999999997</c:v>
                </c:pt>
                <c:pt idx="6821">
                  <c:v>38.549999999999997</c:v>
                </c:pt>
                <c:pt idx="6822">
                  <c:v>38.549999999999997</c:v>
                </c:pt>
                <c:pt idx="6823">
                  <c:v>38.549999999999997</c:v>
                </c:pt>
                <c:pt idx="6824">
                  <c:v>38.549999999999997</c:v>
                </c:pt>
                <c:pt idx="6825">
                  <c:v>38.549999999999997</c:v>
                </c:pt>
                <c:pt idx="6826">
                  <c:v>38.549999999999997</c:v>
                </c:pt>
                <c:pt idx="6827">
                  <c:v>38.549999999999997</c:v>
                </c:pt>
                <c:pt idx="6828">
                  <c:v>38.549999999999997</c:v>
                </c:pt>
                <c:pt idx="6829">
                  <c:v>38.549999999999997</c:v>
                </c:pt>
                <c:pt idx="6830">
                  <c:v>38.549999999999997</c:v>
                </c:pt>
                <c:pt idx="6831">
                  <c:v>38.549999999999997</c:v>
                </c:pt>
                <c:pt idx="6832">
                  <c:v>38.549999999999997</c:v>
                </c:pt>
                <c:pt idx="6833">
                  <c:v>38.549999999999997</c:v>
                </c:pt>
                <c:pt idx="6834">
                  <c:v>38.549999999999997</c:v>
                </c:pt>
                <c:pt idx="6835">
                  <c:v>38.549999999999997</c:v>
                </c:pt>
                <c:pt idx="6836">
                  <c:v>38.549999999999997</c:v>
                </c:pt>
                <c:pt idx="6837">
                  <c:v>38.549999999999997</c:v>
                </c:pt>
                <c:pt idx="6838">
                  <c:v>38.549999999999997</c:v>
                </c:pt>
                <c:pt idx="6839">
                  <c:v>38.549999999999997</c:v>
                </c:pt>
                <c:pt idx="6840">
                  <c:v>38.549999999999997</c:v>
                </c:pt>
                <c:pt idx="6841">
                  <c:v>38.549999999999997</c:v>
                </c:pt>
                <c:pt idx="6842">
                  <c:v>38.549999999999997</c:v>
                </c:pt>
                <c:pt idx="6843">
                  <c:v>38.549999999999997</c:v>
                </c:pt>
                <c:pt idx="6844">
                  <c:v>38.5</c:v>
                </c:pt>
                <c:pt idx="6845">
                  <c:v>38.549999999999997</c:v>
                </c:pt>
                <c:pt idx="6846">
                  <c:v>38.5</c:v>
                </c:pt>
                <c:pt idx="6847">
                  <c:v>38.5</c:v>
                </c:pt>
                <c:pt idx="6848">
                  <c:v>38.5</c:v>
                </c:pt>
                <c:pt idx="6849">
                  <c:v>38.5</c:v>
                </c:pt>
                <c:pt idx="6850">
                  <c:v>38.5</c:v>
                </c:pt>
                <c:pt idx="6851">
                  <c:v>38.5</c:v>
                </c:pt>
                <c:pt idx="6852">
                  <c:v>38.5</c:v>
                </c:pt>
                <c:pt idx="6853">
                  <c:v>38.5</c:v>
                </c:pt>
                <c:pt idx="6854">
                  <c:v>38.5</c:v>
                </c:pt>
                <c:pt idx="6855">
                  <c:v>38.5</c:v>
                </c:pt>
                <c:pt idx="6856">
                  <c:v>38.5</c:v>
                </c:pt>
                <c:pt idx="6857">
                  <c:v>38.5</c:v>
                </c:pt>
                <c:pt idx="6858">
                  <c:v>38.5</c:v>
                </c:pt>
                <c:pt idx="6859">
                  <c:v>38.5</c:v>
                </c:pt>
                <c:pt idx="6860">
                  <c:v>38.5</c:v>
                </c:pt>
                <c:pt idx="6861">
                  <c:v>38.5</c:v>
                </c:pt>
                <c:pt idx="6862">
                  <c:v>38.5</c:v>
                </c:pt>
                <c:pt idx="6863">
                  <c:v>38.5</c:v>
                </c:pt>
                <c:pt idx="6864">
                  <c:v>38.5</c:v>
                </c:pt>
                <c:pt idx="6865">
                  <c:v>38.450000000000003</c:v>
                </c:pt>
                <c:pt idx="6866">
                  <c:v>38.5</c:v>
                </c:pt>
                <c:pt idx="6867">
                  <c:v>38.5</c:v>
                </c:pt>
                <c:pt idx="6868">
                  <c:v>38.450000000000003</c:v>
                </c:pt>
                <c:pt idx="6869">
                  <c:v>38.5</c:v>
                </c:pt>
                <c:pt idx="6870">
                  <c:v>38.450000000000003</c:v>
                </c:pt>
                <c:pt idx="6871">
                  <c:v>38.450000000000003</c:v>
                </c:pt>
                <c:pt idx="6872">
                  <c:v>38.450000000000003</c:v>
                </c:pt>
                <c:pt idx="6873">
                  <c:v>38.450000000000003</c:v>
                </c:pt>
                <c:pt idx="6874">
                  <c:v>38.450000000000003</c:v>
                </c:pt>
                <c:pt idx="6875">
                  <c:v>38.450000000000003</c:v>
                </c:pt>
                <c:pt idx="6876">
                  <c:v>38.450000000000003</c:v>
                </c:pt>
                <c:pt idx="6877">
                  <c:v>38.450000000000003</c:v>
                </c:pt>
                <c:pt idx="6878">
                  <c:v>38.450000000000003</c:v>
                </c:pt>
                <c:pt idx="6879">
                  <c:v>38.450000000000003</c:v>
                </c:pt>
                <c:pt idx="6880">
                  <c:v>38.450000000000003</c:v>
                </c:pt>
                <c:pt idx="6881">
                  <c:v>38.450000000000003</c:v>
                </c:pt>
                <c:pt idx="6882">
                  <c:v>38.450000000000003</c:v>
                </c:pt>
                <c:pt idx="6883">
                  <c:v>38.450000000000003</c:v>
                </c:pt>
                <c:pt idx="6884">
                  <c:v>38.450000000000003</c:v>
                </c:pt>
                <c:pt idx="6885">
                  <c:v>38.450000000000003</c:v>
                </c:pt>
                <c:pt idx="6886">
                  <c:v>38.450000000000003</c:v>
                </c:pt>
                <c:pt idx="6887">
                  <c:v>38.450000000000003</c:v>
                </c:pt>
                <c:pt idx="6888">
                  <c:v>38.450000000000003</c:v>
                </c:pt>
                <c:pt idx="6889">
                  <c:v>38.450000000000003</c:v>
                </c:pt>
                <c:pt idx="6890">
                  <c:v>38.450000000000003</c:v>
                </c:pt>
                <c:pt idx="6891">
                  <c:v>38.450000000000003</c:v>
                </c:pt>
                <c:pt idx="6892">
                  <c:v>38.450000000000003</c:v>
                </c:pt>
                <c:pt idx="6893">
                  <c:v>38.4</c:v>
                </c:pt>
                <c:pt idx="6894">
                  <c:v>38.4</c:v>
                </c:pt>
                <c:pt idx="6895">
                  <c:v>38.4</c:v>
                </c:pt>
                <c:pt idx="6896">
                  <c:v>38.450000000000003</c:v>
                </c:pt>
                <c:pt idx="6897">
                  <c:v>38.4</c:v>
                </c:pt>
                <c:pt idx="6898">
                  <c:v>38.450000000000003</c:v>
                </c:pt>
                <c:pt idx="6899">
                  <c:v>38.450000000000003</c:v>
                </c:pt>
                <c:pt idx="6900">
                  <c:v>38.450000000000003</c:v>
                </c:pt>
                <c:pt idx="6901">
                  <c:v>38.450000000000003</c:v>
                </c:pt>
                <c:pt idx="6902">
                  <c:v>38.450000000000003</c:v>
                </c:pt>
                <c:pt idx="6903">
                  <c:v>38.450000000000003</c:v>
                </c:pt>
                <c:pt idx="6904">
                  <c:v>38.4</c:v>
                </c:pt>
                <c:pt idx="6905">
                  <c:v>38.4</c:v>
                </c:pt>
                <c:pt idx="6906">
                  <c:v>38.4</c:v>
                </c:pt>
                <c:pt idx="6907">
                  <c:v>38.4</c:v>
                </c:pt>
                <c:pt idx="6908">
                  <c:v>38.4</c:v>
                </c:pt>
                <c:pt idx="6909">
                  <c:v>38.4</c:v>
                </c:pt>
                <c:pt idx="6910">
                  <c:v>38.4</c:v>
                </c:pt>
                <c:pt idx="6911">
                  <c:v>38.4</c:v>
                </c:pt>
                <c:pt idx="6912">
                  <c:v>38.4</c:v>
                </c:pt>
                <c:pt idx="6913">
                  <c:v>38.4</c:v>
                </c:pt>
                <c:pt idx="6914">
                  <c:v>38.4</c:v>
                </c:pt>
                <c:pt idx="6915">
                  <c:v>38.4</c:v>
                </c:pt>
                <c:pt idx="6916">
                  <c:v>38.4</c:v>
                </c:pt>
                <c:pt idx="6917">
                  <c:v>38.4</c:v>
                </c:pt>
                <c:pt idx="6918">
                  <c:v>38.4</c:v>
                </c:pt>
                <c:pt idx="6919">
                  <c:v>38.4</c:v>
                </c:pt>
                <c:pt idx="6920">
                  <c:v>38.4</c:v>
                </c:pt>
                <c:pt idx="6921">
                  <c:v>38.4</c:v>
                </c:pt>
                <c:pt idx="6922">
                  <c:v>38.4</c:v>
                </c:pt>
                <c:pt idx="6923">
                  <c:v>38.4</c:v>
                </c:pt>
                <c:pt idx="6924">
                  <c:v>38.4</c:v>
                </c:pt>
                <c:pt idx="6925">
                  <c:v>38.4</c:v>
                </c:pt>
                <c:pt idx="6926">
                  <c:v>38.4</c:v>
                </c:pt>
                <c:pt idx="6927">
                  <c:v>38.4</c:v>
                </c:pt>
                <c:pt idx="6928">
                  <c:v>38.4</c:v>
                </c:pt>
                <c:pt idx="6929">
                  <c:v>38.4</c:v>
                </c:pt>
                <c:pt idx="6930">
                  <c:v>38.4</c:v>
                </c:pt>
                <c:pt idx="6931">
                  <c:v>38.35</c:v>
                </c:pt>
                <c:pt idx="6932">
                  <c:v>38.35</c:v>
                </c:pt>
                <c:pt idx="6933">
                  <c:v>38.35</c:v>
                </c:pt>
                <c:pt idx="6934">
                  <c:v>38.35</c:v>
                </c:pt>
                <c:pt idx="6935">
                  <c:v>38.35</c:v>
                </c:pt>
                <c:pt idx="6936">
                  <c:v>38.35</c:v>
                </c:pt>
                <c:pt idx="6937">
                  <c:v>38.35</c:v>
                </c:pt>
                <c:pt idx="6938">
                  <c:v>38.35</c:v>
                </c:pt>
                <c:pt idx="6939">
                  <c:v>38.35</c:v>
                </c:pt>
                <c:pt idx="6940">
                  <c:v>38.35</c:v>
                </c:pt>
                <c:pt idx="6941">
                  <c:v>38.35</c:v>
                </c:pt>
                <c:pt idx="6942">
                  <c:v>38.35</c:v>
                </c:pt>
                <c:pt idx="6943">
                  <c:v>38.35</c:v>
                </c:pt>
                <c:pt idx="6944">
                  <c:v>38.35</c:v>
                </c:pt>
                <c:pt idx="6945">
                  <c:v>38.35</c:v>
                </c:pt>
                <c:pt idx="6946">
                  <c:v>38.35</c:v>
                </c:pt>
                <c:pt idx="6947">
                  <c:v>38.35</c:v>
                </c:pt>
                <c:pt idx="6948">
                  <c:v>38.35</c:v>
                </c:pt>
                <c:pt idx="6949">
                  <c:v>38.35</c:v>
                </c:pt>
                <c:pt idx="6950">
                  <c:v>38.35</c:v>
                </c:pt>
                <c:pt idx="6951">
                  <c:v>38.35</c:v>
                </c:pt>
                <c:pt idx="6952">
                  <c:v>38.35</c:v>
                </c:pt>
                <c:pt idx="6953">
                  <c:v>38.35</c:v>
                </c:pt>
                <c:pt idx="6954">
                  <c:v>38.299999999999997</c:v>
                </c:pt>
                <c:pt idx="6955">
                  <c:v>38.299999999999997</c:v>
                </c:pt>
                <c:pt idx="6956">
                  <c:v>38.299999999999997</c:v>
                </c:pt>
                <c:pt idx="6957">
                  <c:v>38.299999999999997</c:v>
                </c:pt>
                <c:pt idx="6958">
                  <c:v>38.299999999999997</c:v>
                </c:pt>
                <c:pt idx="6959">
                  <c:v>38.299999999999997</c:v>
                </c:pt>
                <c:pt idx="6960">
                  <c:v>38.299999999999997</c:v>
                </c:pt>
                <c:pt idx="6961">
                  <c:v>38.299999999999997</c:v>
                </c:pt>
                <c:pt idx="6962">
                  <c:v>38.299999999999997</c:v>
                </c:pt>
                <c:pt idx="6963">
                  <c:v>38.299999999999997</c:v>
                </c:pt>
                <c:pt idx="6964">
                  <c:v>38.299999999999997</c:v>
                </c:pt>
                <c:pt idx="6965">
                  <c:v>38.299999999999997</c:v>
                </c:pt>
                <c:pt idx="6966">
                  <c:v>38.299999999999997</c:v>
                </c:pt>
                <c:pt idx="6967">
                  <c:v>38.299999999999997</c:v>
                </c:pt>
                <c:pt idx="6968">
                  <c:v>38.299999999999997</c:v>
                </c:pt>
                <c:pt idx="6969">
                  <c:v>38.299999999999997</c:v>
                </c:pt>
                <c:pt idx="6970">
                  <c:v>38.299999999999997</c:v>
                </c:pt>
                <c:pt idx="6971">
                  <c:v>38.299999999999997</c:v>
                </c:pt>
                <c:pt idx="6972">
                  <c:v>38.299999999999997</c:v>
                </c:pt>
                <c:pt idx="6973">
                  <c:v>38.299999999999997</c:v>
                </c:pt>
                <c:pt idx="6974">
                  <c:v>38.299999999999997</c:v>
                </c:pt>
                <c:pt idx="6975">
                  <c:v>38.299999999999997</c:v>
                </c:pt>
                <c:pt idx="6976">
                  <c:v>38.25</c:v>
                </c:pt>
                <c:pt idx="6977">
                  <c:v>38.25</c:v>
                </c:pt>
                <c:pt idx="6978">
                  <c:v>38.25</c:v>
                </c:pt>
                <c:pt idx="6979">
                  <c:v>38.25</c:v>
                </c:pt>
                <c:pt idx="6980">
                  <c:v>38.25</c:v>
                </c:pt>
                <c:pt idx="6981">
                  <c:v>38.25</c:v>
                </c:pt>
                <c:pt idx="6982">
                  <c:v>38.25</c:v>
                </c:pt>
                <c:pt idx="6983">
                  <c:v>38.25</c:v>
                </c:pt>
                <c:pt idx="6984">
                  <c:v>38.25</c:v>
                </c:pt>
                <c:pt idx="6985">
                  <c:v>38.25</c:v>
                </c:pt>
                <c:pt idx="6986">
                  <c:v>38.25</c:v>
                </c:pt>
                <c:pt idx="6987">
                  <c:v>38.25</c:v>
                </c:pt>
                <c:pt idx="6988">
                  <c:v>38.25</c:v>
                </c:pt>
                <c:pt idx="6989">
                  <c:v>38.25</c:v>
                </c:pt>
                <c:pt idx="6990">
                  <c:v>38.25</c:v>
                </c:pt>
                <c:pt idx="6991">
                  <c:v>38.25</c:v>
                </c:pt>
                <c:pt idx="6992">
                  <c:v>38.25</c:v>
                </c:pt>
                <c:pt idx="6993">
                  <c:v>38.25</c:v>
                </c:pt>
                <c:pt idx="6994">
                  <c:v>38.25</c:v>
                </c:pt>
                <c:pt idx="6995">
                  <c:v>38.25</c:v>
                </c:pt>
                <c:pt idx="6996">
                  <c:v>38.25</c:v>
                </c:pt>
                <c:pt idx="6997">
                  <c:v>38.25</c:v>
                </c:pt>
                <c:pt idx="6998">
                  <c:v>38.25</c:v>
                </c:pt>
                <c:pt idx="6999">
                  <c:v>38.25</c:v>
                </c:pt>
                <c:pt idx="7000">
                  <c:v>38.25</c:v>
                </c:pt>
                <c:pt idx="7001">
                  <c:v>38.25</c:v>
                </c:pt>
                <c:pt idx="7002">
                  <c:v>38.25</c:v>
                </c:pt>
                <c:pt idx="7003">
                  <c:v>38.25</c:v>
                </c:pt>
                <c:pt idx="7004">
                  <c:v>38.25</c:v>
                </c:pt>
                <c:pt idx="7005">
                  <c:v>38.25</c:v>
                </c:pt>
                <c:pt idx="7006">
                  <c:v>38.25</c:v>
                </c:pt>
                <c:pt idx="7007">
                  <c:v>38.200000000000003</c:v>
                </c:pt>
                <c:pt idx="7008">
                  <c:v>38.200000000000003</c:v>
                </c:pt>
                <c:pt idx="7009">
                  <c:v>38.200000000000003</c:v>
                </c:pt>
                <c:pt idx="7010">
                  <c:v>38.200000000000003</c:v>
                </c:pt>
                <c:pt idx="7011">
                  <c:v>38.200000000000003</c:v>
                </c:pt>
                <c:pt idx="7012">
                  <c:v>38.200000000000003</c:v>
                </c:pt>
                <c:pt idx="7013">
                  <c:v>38.200000000000003</c:v>
                </c:pt>
                <c:pt idx="7014">
                  <c:v>38.200000000000003</c:v>
                </c:pt>
                <c:pt idx="7015">
                  <c:v>38.200000000000003</c:v>
                </c:pt>
                <c:pt idx="7016">
                  <c:v>38.200000000000003</c:v>
                </c:pt>
                <c:pt idx="7017">
                  <c:v>38.200000000000003</c:v>
                </c:pt>
                <c:pt idx="7018">
                  <c:v>38.200000000000003</c:v>
                </c:pt>
                <c:pt idx="7019">
                  <c:v>38.200000000000003</c:v>
                </c:pt>
                <c:pt idx="7020">
                  <c:v>38.200000000000003</c:v>
                </c:pt>
                <c:pt idx="7021">
                  <c:v>38.200000000000003</c:v>
                </c:pt>
                <c:pt idx="7022">
                  <c:v>38.200000000000003</c:v>
                </c:pt>
                <c:pt idx="7023">
                  <c:v>38.200000000000003</c:v>
                </c:pt>
                <c:pt idx="7024">
                  <c:v>38.200000000000003</c:v>
                </c:pt>
                <c:pt idx="7025">
                  <c:v>38.200000000000003</c:v>
                </c:pt>
                <c:pt idx="7026">
                  <c:v>38.200000000000003</c:v>
                </c:pt>
                <c:pt idx="7027">
                  <c:v>38.200000000000003</c:v>
                </c:pt>
                <c:pt idx="7028">
                  <c:v>38.200000000000003</c:v>
                </c:pt>
                <c:pt idx="7029">
                  <c:v>38.200000000000003</c:v>
                </c:pt>
                <c:pt idx="7030">
                  <c:v>38.200000000000003</c:v>
                </c:pt>
                <c:pt idx="7031">
                  <c:v>38.200000000000003</c:v>
                </c:pt>
                <c:pt idx="7032">
                  <c:v>38.200000000000003</c:v>
                </c:pt>
                <c:pt idx="7033">
                  <c:v>38.200000000000003</c:v>
                </c:pt>
                <c:pt idx="7034">
                  <c:v>38.200000000000003</c:v>
                </c:pt>
                <c:pt idx="7035">
                  <c:v>38.15</c:v>
                </c:pt>
                <c:pt idx="7036">
                  <c:v>38.15</c:v>
                </c:pt>
                <c:pt idx="7037">
                  <c:v>38.200000000000003</c:v>
                </c:pt>
                <c:pt idx="7038">
                  <c:v>38.200000000000003</c:v>
                </c:pt>
                <c:pt idx="7039">
                  <c:v>38.15</c:v>
                </c:pt>
                <c:pt idx="7040">
                  <c:v>38.15</c:v>
                </c:pt>
                <c:pt idx="7041">
                  <c:v>38.15</c:v>
                </c:pt>
                <c:pt idx="7042">
                  <c:v>38.15</c:v>
                </c:pt>
                <c:pt idx="7043">
                  <c:v>38.15</c:v>
                </c:pt>
                <c:pt idx="7044">
                  <c:v>38.15</c:v>
                </c:pt>
                <c:pt idx="7045">
                  <c:v>38.15</c:v>
                </c:pt>
                <c:pt idx="7046">
                  <c:v>38.15</c:v>
                </c:pt>
                <c:pt idx="7047">
                  <c:v>38.15</c:v>
                </c:pt>
                <c:pt idx="7048">
                  <c:v>38.15</c:v>
                </c:pt>
                <c:pt idx="7049">
                  <c:v>38.15</c:v>
                </c:pt>
                <c:pt idx="7050">
                  <c:v>38.15</c:v>
                </c:pt>
                <c:pt idx="7051">
                  <c:v>38.15</c:v>
                </c:pt>
                <c:pt idx="7052">
                  <c:v>38.15</c:v>
                </c:pt>
                <c:pt idx="7053">
                  <c:v>38.15</c:v>
                </c:pt>
                <c:pt idx="7054">
                  <c:v>38.15</c:v>
                </c:pt>
                <c:pt idx="7055">
                  <c:v>38.15</c:v>
                </c:pt>
                <c:pt idx="7056">
                  <c:v>38.15</c:v>
                </c:pt>
                <c:pt idx="7057">
                  <c:v>38.15</c:v>
                </c:pt>
                <c:pt idx="7058">
                  <c:v>38.15</c:v>
                </c:pt>
                <c:pt idx="7059">
                  <c:v>38.15</c:v>
                </c:pt>
                <c:pt idx="7060">
                  <c:v>38.15</c:v>
                </c:pt>
                <c:pt idx="7061">
                  <c:v>38.15</c:v>
                </c:pt>
                <c:pt idx="7062">
                  <c:v>38.15</c:v>
                </c:pt>
                <c:pt idx="7063">
                  <c:v>38.15</c:v>
                </c:pt>
                <c:pt idx="7064">
                  <c:v>38.15</c:v>
                </c:pt>
                <c:pt idx="7065">
                  <c:v>38.15</c:v>
                </c:pt>
                <c:pt idx="7066">
                  <c:v>38.15</c:v>
                </c:pt>
                <c:pt idx="7067">
                  <c:v>38.1</c:v>
                </c:pt>
                <c:pt idx="7068">
                  <c:v>38.1</c:v>
                </c:pt>
                <c:pt idx="7069">
                  <c:v>38.1</c:v>
                </c:pt>
                <c:pt idx="7070">
                  <c:v>38.1</c:v>
                </c:pt>
                <c:pt idx="7071">
                  <c:v>38.1</c:v>
                </c:pt>
                <c:pt idx="7072">
                  <c:v>38.1</c:v>
                </c:pt>
                <c:pt idx="7073">
                  <c:v>38.1</c:v>
                </c:pt>
                <c:pt idx="7074">
                  <c:v>38.1</c:v>
                </c:pt>
                <c:pt idx="7075">
                  <c:v>38.1</c:v>
                </c:pt>
                <c:pt idx="7076">
                  <c:v>38.15</c:v>
                </c:pt>
                <c:pt idx="7077">
                  <c:v>38.1</c:v>
                </c:pt>
                <c:pt idx="7078">
                  <c:v>38.1</c:v>
                </c:pt>
                <c:pt idx="7079">
                  <c:v>38.1</c:v>
                </c:pt>
                <c:pt idx="7080">
                  <c:v>38.1</c:v>
                </c:pt>
                <c:pt idx="7081">
                  <c:v>38.1</c:v>
                </c:pt>
                <c:pt idx="7082">
                  <c:v>38.1</c:v>
                </c:pt>
                <c:pt idx="7083">
                  <c:v>38.1</c:v>
                </c:pt>
                <c:pt idx="7084">
                  <c:v>38.1</c:v>
                </c:pt>
                <c:pt idx="7085">
                  <c:v>38.1</c:v>
                </c:pt>
                <c:pt idx="7086">
                  <c:v>38.1</c:v>
                </c:pt>
                <c:pt idx="7087">
                  <c:v>38.049999999999997</c:v>
                </c:pt>
                <c:pt idx="7088">
                  <c:v>38.049999999999997</c:v>
                </c:pt>
                <c:pt idx="7089">
                  <c:v>38.049999999999997</c:v>
                </c:pt>
                <c:pt idx="7090">
                  <c:v>38.049999999999997</c:v>
                </c:pt>
                <c:pt idx="7091">
                  <c:v>38.049999999999997</c:v>
                </c:pt>
                <c:pt idx="7092">
                  <c:v>38.049999999999997</c:v>
                </c:pt>
                <c:pt idx="7093">
                  <c:v>38.049999999999997</c:v>
                </c:pt>
                <c:pt idx="7094">
                  <c:v>38.049999999999997</c:v>
                </c:pt>
                <c:pt idx="7095">
                  <c:v>38.049999999999997</c:v>
                </c:pt>
                <c:pt idx="7096">
                  <c:v>38.049999999999997</c:v>
                </c:pt>
                <c:pt idx="7097">
                  <c:v>38.049999999999997</c:v>
                </c:pt>
                <c:pt idx="7098">
                  <c:v>38.1</c:v>
                </c:pt>
                <c:pt idx="7099">
                  <c:v>38.049999999999997</c:v>
                </c:pt>
                <c:pt idx="7100">
                  <c:v>38.1</c:v>
                </c:pt>
                <c:pt idx="7101">
                  <c:v>38.1</c:v>
                </c:pt>
                <c:pt idx="7102">
                  <c:v>38.1</c:v>
                </c:pt>
                <c:pt idx="7103">
                  <c:v>38.049999999999997</c:v>
                </c:pt>
                <c:pt idx="7104">
                  <c:v>38.1</c:v>
                </c:pt>
                <c:pt idx="7105">
                  <c:v>38.049999999999997</c:v>
                </c:pt>
                <c:pt idx="7106">
                  <c:v>38.049999999999997</c:v>
                </c:pt>
                <c:pt idx="7107">
                  <c:v>38.049999999999997</c:v>
                </c:pt>
                <c:pt idx="7108">
                  <c:v>38.049999999999997</c:v>
                </c:pt>
                <c:pt idx="7109">
                  <c:v>38.049999999999997</c:v>
                </c:pt>
                <c:pt idx="7110">
                  <c:v>38.049999999999997</c:v>
                </c:pt>
                <c:pt idx="7111">
                  <c:v>38.049999999999997</c:v>
                </c:pt>
                <c:pt idx="7112">
                  <c:v>38.049999999999997</c:v>
                </c:pt>
                <c:pt idx="7113">
                  <c:v>38.049999999999997</c:v>
                </c:pt>
                <c:pt idx="7114">
                  <c:v>38.049999999999997</c:v>
                </c:pt>
                <c:pt idx="7115">
                  <c:v>38.049999999999997</c:v>
                </c:pt>
                <c:pt idx="7116">
                  <c:v>38.049999999999997</c:v>
                </c:pt>
                <c:pt idx="7117">
                  <c:v>38.049999999999997</c:v>
                </c:pt>
                <c:pt idx="7118">
                  <c:v>38.049999999999997</c:v>
                </c:pt>
                <c:pt idx="7119">
                  <c:v>38.049999999999997</c:v>
                </c:pt>
                <c:pt idx="7120">
                  <c:v>38.049999999999997</c:v>
                </c:pt>
                <c:pt idx="7121">
                  <c:v>38.049999999999997</c:v>
                </c:pt>
                <c:pt idx="7122">
                  <c:v>38.049999999999997</c:v>
                </c:pt>
                <c:pt idx="7123">
                  <c:v>38.049999999999997</c:v>
                </c:pt>
                <c:pt idx="7124">
                  <c:v>38.049999999999997</c:v>
                </c:pt>
                <c:pt idx="7125">
                  <c:v>38.049999999999997</c:v>
                </c:pt>
                <c:pt idx="7126">
                  <c:v>38</c:v>
                </c:pt>
                <c:pt idx="7127">
                  <c:v>38</c:v>
                </c:pt>
                <c:pt idx="7128">
                  <c:v>38</c:v>
                </c:pt>
                <c:pt idx="7129">
                  <c:v>38</c:v>
                </c:pt>
                <c:pt idx="7130">
                  <c:v>38</c:v>
                </c:pt>
                <c:pt idx="7131">
                  <c:v>38</c:v>
                </c:pt>
                <c:pt idx="7132">
                  <c:v>38</c:v>
                </c:pt>
                <c:pt idx="7133">
                  <c:v>38</c:v>
                </c:pt>
                <c:pt idx="7134">
                  <c:v>38</c:v>
                </c:pt>
                <c:pt idx="7135">
                  <c:v>38</c:v>
                </c:pt>
                <c:pt idx="7136">
                  <c:v>38</c:v>
                </c:pt>
                <c:pt idx="7137">
                  <c:v>38</c:v>
                </c:pt>
                <c:pt idx="7138">
                  <c:v>38</c:v>
                </c:pt>
                <c:pt idx="7139">
                  <c:v>38</c:v>
                </c:pt>
                <c:pt idx="7140">
                  <c:v>38</c:v>
                </c:pt>
                <c:pt idx="7141">
                  <c:v>38</c:v>
                </c:pt>
                <c:pt idx="7142">
                  <c:v>38</c:v>
                </c:pt>
                <c:pt idx="7143">
                  <c:v>38</c:v>
                </c:pt>
                <c:pt idx="7144">
                  <c:v>38</c:v>
                </c:pt>
                <c:pt idx="7145">
                  <c:v>38</c:v>
                </c:pt>
                <c:pt idx="7146">
                  <c:v>38</c:v>
                </c:pt>
                <c:pt idx="7147">
                  <c:v>38</c:v>
                </c:pt>
                <c:pt idx="7148">
                  <c:v>38</c:v>
                </c:pt>
                <c:pt idx="7149">
                  <c:v>38</c:v>
                </c:pt>
                <c:pt idx="7150">
                  <c:v>38</c:v>
                </c:pt>
                <c:pt idx="7151">
                  <c:v>38</c:v>
                </c:pt>
                <c:pt idx="7152">
                  <c:v>38</c:v>
                </c:pt>
                <c:pt idx="7153">
                  <c:v>37.950000000000003</c:v>
                </c:pt>
                <c:pt idx="7154">
                  <c:v>37.950000000000003</c:v>
                </c:pt>
                <c:pt idx="7155">
                  <c:v>38</c:v>
                </c:pt>
                <c:pt idx="7156">
                  <c:v>37.950000000000003</c:v>
                </c:pt>
                <c:pt idx="7157">
                  <c:v>37.950000000000003</c:v>
                </c:pt>
                <c:pt idx="7158">
                  <c:v>37.950000000000003</c:v>
                </c:pt>
                <c:pt idx="7159">
                  <c:v>37.950000000000003</c:v>
                </c:pt>
                <c:pt idx="7160">
                  <c:v>37.950000000000003</c:v>
                </c:pt>
                <c:pt idx="7161">
                  <c:v>37.950000000000003</c:v>
                </c:pt>
                <c:pt idx="7162">
                  <c:v>37.950000000000003</c:v>
                </c:pt>
                <c:pt idx="7163">
                  <c:v>37.950000000000003</c:v>
                </c:pt>
                <c:pt idx="7164">
                  <c:v>37.950000000000003</c:v>
                </c:pt>
                <c:pt idx="7165">
                  <c:v>37.950000000000003</c:v>
                </c:pt>
                <c:pt idx="7166">
                  <c:v>37.950000000000003</c:v>
                </c:pt>
                <c:pt idx="7167">
                  <c:v>37.950000000000003</c:v>
                </c:pt>
                <c:pt idx="7168">
                  <c:v>37.950000000000003</c:v>
                </c:pt>
                <c:pt idx="7169">
                  <c:v>37.950000000000003</c:v>
                </c:pt>
                <c:pt idx="7170">
                  <c:v>37.950000000000003</c:v>
                </c:pt>
                <c:pt idx="7171">
                  <c:v>37.950000000000003</c:v>
                </c:pt>
                <c:pt idx="7172">
                  <c:v>37.950000000000003</c:v>
                </c:pt>
                <c:pt idx="7173">
                  <c:v>37.950000000000003</c:v>
                </c:pt>
                <c:pt idx="7174">
                  <c:v>37.950000000000003</c:v>
                </c:pt>
                <c:pt idx="7175">
                  <c:v>37.950000000000003</c:v>
                </c:pt>
                <c:pt idx="7176">
                  <c:v>37.950000000000003</c:v>
                </c:pt>
                <c:pt idx="7177">
                  <c:v>37.950000000000003</c:v>
                </c:pt>
                <c:pt idx="7178">
                  <c:v>37.950000000000003</c:v>
                </c:pt>
                <c:pt idx="7179">
                  <c:v>37.950000000000003</c:v>
                </c:pt>
                <c:pt idx="7180">
                  <c:v>37.950000000000003</c:v>
                </c:pt>
                <c:pt idx="7181">
                  <c:v>37.9</c:v>
                </c:pt>
                <c:pt idx="7182">
                  <c:v>37.9</c:v>
                </c:pt>
                <c:pt idx="7183">
                  <c:v>37.9</c:v>
                </c:pt>
                <c:pt idx="7184">
                  <c:v>37.9</c:v>
                </c:pt>
                <c:pt idx="7185">
                  <c:v>37.9</c:v>
                </c:pt>
                <c:pt idx="7186">
                  <c:v>37.9</c:v>
                </c:pt>
                <c:pt idx="7187">
                  <c:v>37.9</c:v>
                </c:pt>
                <c:pt idx="7188">
                  <c:v>37.9</c:v>
                </c:pt>
                <c:pt idx="7189">
                  <c:v>37.9</c:v>
                </c:pt>
                <c:pt idx="7190">
                  <c:v>37.9</c:v>
                </c:pt>
                <c:pt idx="7191">
                  <c:v>37.9</c:v>
                </c:pt>
                <c:pt idx="7192">
                  <c:v>37.9</c:v>
                </c:pt>
                <c:pt idx="7193">
                  <c:v>37.9</c:v>
                </c:pt>
                <c:pt idx="7194">
                  <c:v>37.9</c:v>
                </c:pt>
                <c:pt idx="7195">
                  <c:v>37.9</c:v>
                </c:pt>
                <c:pt idx="7196">
                  <c:v>37.9</c:v>
                </c:pt>
                <c:pt idx="7197">
                  <c:v>37.9</c:v>
                </c:pt>
                <c:pt idx="7198">
                  <c:v>37.9</c:v>
                </c:pt>
                <c:pt idx="7199">
                  <c:v>37.9</c:v>
                </c:pt>
                <c:pt idx="7200">
                  <c:v>37.9</c:v>
                </c:pt>
                <c:pt idx="7201">
                  <c:v>37.9</c:v>
                </c:pt>
                <c:pt idx="7202">
                  <c:v>37.9</c:v>
                </c:pt>
                <c:pt idx="7203">
                  <c:v>37.9</c:v>
                </c:pt>
                <c:pt idx="7204">
                  <c:v>37.9</c:v>
                </c:pt>
                <c:pt idx="7205">
                  <c:v>37.9</c:v>
                </c:pt>
                <c:pt idx="7206">
                  <c:v>37.9</c:v>
                </c:pt>
                <c:pt idx="7207">
                  <c:v>37.9</c:v>
                </c:pt>
                <c:pt idx="7208">
                  <c:v>37.9</c:v>
                </c:pt>
                <c:pt idx="7209">
                  <c:v>37.9</c:v>
                </c:pt>
                <c:pt idx="7210">
                  <c:v>37.9</c:v>
                </c:pt>
                <c:pt idx="7211">
                  <c:v>37.9</c:v>
                </c:pt>
                <c:pt idx="7212">
                  <c:v>37.9</c:v>
                </c:pt>
                <c:pt idx="7213">
                  <c:v>37.9</c:v>
                </c:pt>
                <c:pt idx="7214">
                  <c:v>37.9</c:v>
                </c:pt>
                <c:pt idx="7215">
                  <c:v>37.9</c:v>
                </c:pt>
                <c:pt idx="7216">
                  <c:v>37.9</c:v>
                </c:pt>
                <c:pt idx="7217">
                  <c:v>37.9</c:v>
                </c:pt>
                <c:pt idx="7218">
                  <c:v>37.9</c:v>
                </c:pt>
                <c:pt idx="7219">
                  <c:v>37.9</c:v>
                </c:pt>
                <c:pt idx="7220">
                  <c:v>37.9</c:v>
                </c:pt>
                <c:pt idx="7221">
                  <c:v>37.85</c:v>
                </c:pt>
                <c:pt idx="7222">
                  <c:v>37.85</c:v>
                </c:pt>
                <c:pt idx="7223">
                  <c:v>37.85</c:v>
                </c:pt>
                <c:pt idx="7224">
                  <c:v>37.85</c:v>
                </c:pt>
                <c:pt idx="7225">
                  <c:v>37.85</c:v>
                </c:pt>
                <c:pt idx="7226">
                  <c:v>37.85</c:v>
                </c:pt>
                <c:pt idx="7227">
                  <c:v>37.85</c:v>
                </c:pt>
                <c:pt idx="7228">
                  <c:v>37.85</c:v>
                </c:pt>
                <c:pt idx="7229">
                  <c:v>37.85</c:v>
                </c:pt>
                <c:pt idx="7230">
                  <c:v>37.85</c:v>
                </c:pt>
                <c:pt idx="7231">
                  <c:v>37.85</c:v>
                </c:pt>
                <c:pt idx="7232">
                  <c:v>37.85</c:v>
                </c:pt>
                <c:pt idx="7233">
                  <c:v>37.85</c:v>
                </c:pt>
                <c:pt idx="7234">
                  <c:v>37.85</c:v>
                </c:pt>
                <c:pt idx="7235">
                  <c:v>37.85</c:v>
                </c:pt>
                <c:pt idx="7236">
                  <c:v>37.85</c:v>
                </c:pt>
                <c:pt idx="7237">
                  <c:v>37.85</c:v>
                </c:pt>
                <c:pt idx="7238">
                  <c:v>37.85</c:v>
                </c:pt>
                <c:pt idx="7239">
                  <c:v>37.85</c:v>
                </c:pt>
                <c:pt idx="7240">
                  <c:v>37.85</c:v>
                </c:pt>
                <c:pt idx="7241">
                  <c:v>37.85</c:v>
                </c:pt>
                <c:pt idx="7242">
                  <c:v>37.85</c:v>
                </c:pt>
                <c:pt idx="7243">
                  <c:v>37.85</c:v>
                </c:pt>
                <c:pt idx="7244">
                  <c:v>37.85</c:v>
                </c:pt>
                <c:pt idx="7245">
                  <c:v>37.85</c:v>
                </c:pt>
                <c:pt idx="7246">
                  <c:v>37.85</c:v>
                </c:pt>
                <c:pt idx="7247">
                  <c:v>37.85</c:v>
                </c:pt>
                <c:pt idx="7248">
                  <c:v>37.85</c:v>
                </c:pt>
                <c:pt idx="7249">
                  <c:v>37.799999999999997</c:v>
                </c:pt>
                <c:pt idx="7250">
                  <c:v>37.799999999999997</c:v>
                </c:pt>
                <c:pt idx="7251">
                  <c:v>37.799999999999997</c:v>
                </c:pt>
                <c:pt idx="7252">
                  <c:v>37.799999999999997</c:v>
                </c:pt>
                <c:pt idx="7253">
                  <c:v>37.799999999999997</c:v>
                </c:pt>
                <c:pt idx="7254">
                  <c:v>37.799999999999997</c:v>
                </c:pt>
                <c:pt idx="7255">
                  <c:v>37.799999999999997</c:v>
                </c:pt>
                <c:pt idx="7256">
                  <c:v>37.799999999999997</c:v>
                </c:pt>
                <c:pt idx="7257">
                  <c:v>37.799999999999997</c:v>
                </c:pt>
                <c:pt idx="7258">
                  <c:v>37.799999999999997</c:v>
                </c:pt>
                <c:pt idx="7259">
                  <c:v>37.799999999999997</c:v>
                </c:pt>
                <c:pt idx="7260">
                  <c:v>37.799999999999997</c:v>
                </c:pt>
                <c:pt idx="7261">
                  <c:v>37.799999999999997</c:v>
                </c:pt>
                <c:pt idx="7262">
                  <c:v>37.799999999999997</c:v>
                </c:pt>
                <c:pt idx="7263">
                  <c:v>37.799999999999997</c:v>
                </c:pt>
                <c:pt idx="7264">
                  <c:v>37.799999999999997</c:v>
                </c:pt>
                <c:pt idx="7265">
                  <c:v>37.799999999999997</c:v>
                </c:pt>
                <c:pt idx="7266">
                  <c:v>37.799999999999997</c:v>
                </c:pt>
                <c:pt idx="7267">
                  <c:v>37.799999999999997</c:v>
                </c:pt>
                <c:pt idx="7268">
                  <c:v>37.799999999999997</c:v>
                </c:pt>
                <c:pt idx="7269">
                  <c:v>37.799999999999997</c:v>
                </c:pt>
                <c:pt idx="7270">
                  <c:v>37.799999999999997</c:v>
                </c:pt>
                <c:pt idx="7271">
                  <c:v>37.799999999999997</c:v>
                </c:pt>
                <c:pt idx="7272">
                  <c:v>37.799999999999997</c:v>
                </c:pt>
                <c:pt idx="7273">
                  <c:v>37.799999999999997</c:v>
                </c:pt>
                <c:pt idx="7274">
                  <c:v>37.799999999999997</c:v>
                </c:pt>
                <c:pt idx="7275">
                  <c:v>37.799999999999997</c:v>
                </c:pt>
                <c:pt idx="7276">
                  <c:v>37.799999999999997</c:v>
                </c:pt>
                <c:pt idx="7277">
                  <c:v>37.799999999999997</c:v>
                </c:pt>
                <c:pt idx="7278">
                  <c:v>37.799999999999997</c:v>
                </c:pt>
                <c:pt idx="7279">
                  <c:v>37.799999999999997</c:v>
                </c:pt>
                <c:pt idx="7280">
                  <c:v>37.75</c:v>
                </c:pt>
                <c:pt idx="7281">
                  <c:v>37.75</c:v>
                </c:pt>
                <c:pt idx="7282">
                  <c:v>37.75</c:v>
                </c:pt>
                <c:pt idx="7283">
                  <c:v>37.75</c:v>
                </c:pt>
                <c:pt idx="7284">
                  <c:v>37.75</c:v>
                </c:pt>
                <c:pt idx="7285">
                  <c:v>37.75</c:v>
                </c:pt>
                <c:pt idx="7286">
                  <c:v>37.75</c:v>
                </c:pt>
                <c:pt idx="7287">
                  <c:v>37.75</c:v>
                </c:pt>
                <c:pt idx="7288">
                  <c:v>37.75</c:v>
                </c:pt>
                <c:pt idx="7289">
                  <c:v>37.75</c:v>
                </c:pt>
                <c:pt idx="7290">
                  <c:v>37.75</c:v>
                </c:pt>
                <c:pt idx="7291">
                  <c:v>37.75</c:v>
                </c:pt>
                <c:pt idx="7292">
                  <c:v>37.75</c:v>
                </c:pt>
                <c:pt idx="7293">
                  <c:v>37.75</c:v>
                </c:pt>
                <c:pt idx="7294">
                  <c:v>37.75</c:v>
                </c:pt>
                <c:pt idx="7295">
                  <c:v>37.75</c:v>
                </c:pt>
                <c:pt idx="7296">
                  <c:v>37.75</c:v>
                </c:pt>
                <c:pt idx="7297">
                  <c:v>37.75</c:v>
                </c:pt>
                <c:pt idx="7298">
                  <c:v>37.75</c:v>
                </c:pt>
                <c:pt idx="7299">
                  <c:v>37.75</c:v>
                </c:pt>
                <c:pt idx="7300">
                  <c:v>37.75</c:v>
                </c:pt>
                <c:pt idx="7301">
                  <c:v>37.75</c:v>
                </c:pt>
                <c:pt idx="7302">
                  <c:v>37.75</c:v>
                </c:pt>
                <c:pt idx="7303">
                  <c:v>37.75</c:v>
                </c:pt>
                <c:pt idx="7304">
                  <c:v>37.75</c:v>
                </c:pt>
                <c:pt idx="7305">
                  <c:v>37.75</c:v>
                </c:pt>
                <c:pt idx="7306">
                  <c:v>37.75</c:v>
                </c:pt>
                <c:pt idx="7307">
                  <c:v>37.75</c:v>
                </c:pt>
                <c:pt idx="7308">
                  <c:v>37.75</c:v>
                </c:pt>
                <c:pt idx="7309">
                  <c:v>37.75</c:v>
                </c:pt>
                <c:pt idx="7310">
                  <c:v>37.75</c:v>
                </c:pt>
                <c:pt idx="7311">
                  <c:v>37.75</c:v>
                </c:pt>
                <c:pt idx="7312">
                  <c:v>37.75</c:v>
                </c:pt>
                <c:pt idx="7313">
                  <c:v>37.75</c:v>
                </c:pt>
                <c:pt idx="7314">
                  <c:v>37.75</c:v>
                </c:pt>
                <c:pt idx="7315">
                  <c:v>37.75</c:v>
                </c:pt>
                <c:pt idx="7316">
                  <c:v>37.75</c:v>
                </c:pt>
                <c:pt idx="7317">
                  <c:v>37.75</c:v>
                </c:pt>
                <c:pt idx="7318">
                  <c:v>37.700000000000003</c:v>
                </c:pt>
                <c:pt idx="7319">
                  <c:v>37.700000000000003</c:v>
                </c:pt>
                <c:pt idx="7320">
                  <c:v>37.700000000000003</c:v>
                </c:pt>
                <c:pt idx="7321">
                  <c:v>37.700000000000003</c:v>
                </c:pt>
                <c:pt idx="7322">
                  <c:v>37.700000000000003</c:v>
                </c:pt>
                <c:pt idx="7323">
                  <c:v>37.700000000000003</c:v>
                </c:pt>
                <c:pt idx="7324">
                  <c:v>37.700000000000003</c:v>
                </c:pt>
                <c:pt idx="7325">
                  <c:v>37.700000000000003</c:v>
                </c:pt>
                <c:pt idx="7326">
                  <c:v>37.700000000000003</c:v>
                </c:pt>
                <c:pt idx="7327">
                  <c:v>37.700000000000003</c:v>
                </c:pt>
                <c:pt idx="7328">
                  <c:v>37.700000000000003</c:v>
                </c:pt>
                <c:pt idx="7329">
                  <c:v>37.700000000000003</c:v>
                </c:pt>
                <c:pt idx="7330">
                  <c:v>37.700000000000003</c:v>
                </c:pt>
                <c:pt idx="7331">
                  <c:v>37.700000000000003</c:v>
                </c:pt>
                <c:pt idx="7332">
                  <c:v>37.700000000000003</c:v>
                </c:pt>
                <c:pt idx="7333">
                  <c:v>37.700000000000003</c:v>
                </c:pt>
                <c:pt idx="7334">
                  <c:v>37.700000000000003</c:v>
                </c:pt>
                <c:pt idx="7335">
                  <c:v>37.700000000000003</c:v>
                </c:pt>
                <c:pt idx="7336">
                  <c:v>37.700000000000003</c:v>
                </c:pt>
                <c:pt idx="7337">
                  <c:v>37.700000000000003</c:v>
                </c:pt>
                <c:pt idx="7338">
                  <c:v>37.700000000000003</c:v>
                </c:pt>
                <c:pt idx="7339">
                  <c:v>37.700000000000003</c:v>
                </c:pt>
                <c:pt idx="7340">
                  <c:v>37.700000000000003</c:v>
                </c:pt>
                <c:pt idx="7341">
                  <c:v>37.700000000000003</c:v>
                </c:pt>
                <c:pt idx="7342">
                  <c:v>37.700000000000003</c:v>
                </c:pt>
                <c:pt idx="7343">
                  <c:v>37.700000000000003</c:v>
                </c:pt>
                <c:pt idx="7344">
                  <c:v>37.700000000000003</c:v>
                </c:pt>
                <c:pt idx="7345">
                  <c:v>37.700000000000003</c:v>
                </c:pt>
                <c:pt idx="7346">
                  <c:v>37.700000000000003</c:v>
                </c:pt>
                <c:pt idx="7347">
                  <c:v>37.700000000000003</c:v>
                </c:pt>
                <c:pt idx="7348">
                  <c:v>37.700000000000003</c:v>
                </c:pt>
                <c:pt idx="7349">
                  <c:v>37.700000000000003</c:v>
                </c:pt>
                <c:pt idx="7350">
                  <c:v>37.700000000000003</c:v>
                </c:pt>
                <c:pt idx="7351">
                  <c:v>37.700000000000003</c:v>
                </c:pt>
                <c:pt idx="7352">
                  <c:v>37.65</c:v>
                </c:pt>
                <c:pt idx="7353">
                  <c:v>37.65</c:v>
                </c:pt>
                <c:pt idx="7354">
                  <c:v>37.65</c:v>
                </c:pt>
                <c:pt idx="7355">
                  <c:v>37.65</c:v>
                </c:pt>
                <c:pt idx="7356">
                  <c:v>37.65</c:v>
                </c:pt>
                <c:pt idx="7357">
                  <c:v>37.65</c:v>
                </c:pt>
                <c:pt idx="7358">
                  <c:v>37.65</c:v>
                </c:pt>
                <c:pt idx="7359">
                  <c:v>37.65</c:v>
                </c:pt>
                <c:pt idx="7360">
                  <c:v>37.65</c:v>
                </c:pt>
                <c:pt idx="7361">
                  <c:v>37.65</c:v>
                </c:pt>
                <c:pt idx="7362">
                  <c:v>37.65</c:v>
                </c:pt>
                <c:pt idx="7363">
                  <c:v>37.65</c:v>
                </c:pt>
                <c:pt idx="7364">
                  <c:v>37.65</c:v>
                </c:pt>
                <c:pt idx="7365">
                  <c:v>37.65</c:v>
                </c:pt>
                <c:pt idx="7366">
                  <c:v>37.65</c:v>
                </c:pt>
                <c:pt idx="7367">
                  <c:v>37.65</c:v>
                </c:pt>
                <c:pt idx="7368">
                  <c:v>37.65</c:v>
                </c:pt>
                <c:pt idx="7369">
                  <c:v>37.65</c:v>
                </c:pt>
                <c:pt idx="7370">
                  <c:v>37.65</c:v>
                </c:pt>
                <c:pt idx="7371">
                  <c:v>37.65</c:v>
                </c:pt>
                <c:pt idx="7372">
                  <c:v>37.65</c:v>
                </c:pt>
                <c:pt idx="7373">
                  <c:v>37.65</c:v>
                </c:pt>
                <c:pt idx="7374">
                  <c:v>37.65</c:v>
                </c:pt>
                <c:pt idx="7375">
                  <c:v>37.65</c:v>
                </c:pt>
                <c:pt idx="7376">
                  <c:v>37.65</c:v>
                </c:pt>
                <c:pt idx="7377">
                  <c:v>37.65</c:v>
                </c:pt>
                <c:pt idx="7378">
                  <c:v>37.65</c:v>
                </c:pt>
                <c:pt idx="7379">
                  <c:v>37.65</c:v>
                </c:pt>
                <c:pt idx="7380">
                  <c:v>37.65</c:v>
                </c:pt>
                <c:pt idx="7381">
                  <c:v>37.65</c:v>
                </c:pt>
                <c:pt idx="7382">
                  <c:v>37.6</c:v>
                </c:pt>
                <c:pt idx="7383">
                  <c:v>37.6</c:v>
                </c:pt>
                <c:pt idx="7384">
                  <c:v>37.6</c:v>
                </c:pt>
                <c:pt idx="7385">
                  <c:v>37.6</c:v>
                </c:pt>
                <c:pt idx="7386">
                  <c:v>37.6</c:v>
                </c:pt>
                <c:pt idx="7387">
                  <c:v>37.6</c:v>
                </c:pt>
                <c:pt idx="7388">
                  <c:v>37.6</c:v>
                </c:pt>
                <c:pt idx="7389">
                  <c:v>37.6</c:v>
                </c:pt>
                <c:pt idx="7390">
                  <c:v>37.6</c:v>
                </c:pt>
                <c:pt idx="7391">
                  <c:v>37.6</c:v>
                </c:pt>
                <c:pt idx="7392">
                  <c:v>37.6</c:v>
                </c:pt>
                <c:pt idx="7393">
                  <c:v>37.6</c:v>
                </c:pt>
                <c:pt idx="7394">
                  <c:v>37.6</c:v>
                </c:pt>
                <c:pt idx="7395">
                  <c:v>37.6</c:v>
                </c:pt>
                <c:pt idx="7396">
                  <c:v>37.6</c:v>
                </c:pt>
                <c:pt idx="7397">
                  <c:v>37.6</c:v>
                </c:pt>
                <c:pt idx="7398">
                  <c:v>37.6</c:v>
                </c:pt>
                <c:pt idx="7399">
                  <c:v>37.6</c:v>
                </c:pt>
                <c:pt idx="7400">
                  <c:v>37.6</c:v>
                </c:pt>
                <c:pt idx="7401">
                  <c:v>37.6</c:v>
                </c:pt>
                <c:pt idx="7402">
                  <c:v>37.6</c:v>
                </c:pt>
                <c:pt idx="7403">
                  <c:v>37.6</c:v>
                </c:pt>
                <c:pt idx="7404">
                  <c:v>37.6</c:v>
                </c:pt>
                <c:pt idx="7405">
                  <c:v>37.549999999999997</c:v>
                </c:pt>
                <c:pt idx="7406">
                  <c:v>37.549999999999997</c:v>
                </c:pt>
                <c:pt idx="7407">
                  <c:v>37.549999999999997</c:v>
                </c:pt>
                <c:pt idx="7408">
                  <c:v>37.549999999999997</c:v>
                </c:pt>
                <c:pt idx="7409">
                  <c:v>37.549999999999997</c:v>
                </c:pt>
                <c:pt idx="7410">
                  <c:v>37.549999999999997</c:v>
                </c:pt>
                <c:pt idx="7411">
                  <c:v>37.549999999999997</c:v>
                </c:pt>
                <c:pt idx="7412">
                  <c:v>37.549999999999997</c:v>
                </c:pt>
                <c:pt idx="7413">
                  <c:v>37.549999999999997</c:v>
                </c:pt>
                <c:pt idx="7414">
                  <c:v>37.549999999999997</c:v>
                </c:pt>
                <c:pt idx="7415">
                  <c:v>37.549999999999997</c:v>
                </c:pt>
                <c:pt idx="7416">
                  <c:v>37.549999999999997</c:v>
                </c:pt>
                <c:pt idx="7417">
                  <c:v>37.549999999999997</c:v>
                </c:pt>
                <c:pt idx="7418">
                  <c:v>37.549999999999997</c:v>
                </c:pt>
                <c:pt idx="7419">
                  <c:v>37.549999999999997</c:v>
                </c:pt>
                <c:pt idx="7420">
                  <c:v>37.549999999999997</c:v>
                </c:pt>
                <c:pt idx="7421">
                  <c:v>37.549999999999997</c:v>
                </c:pt>
                <c:pt idx="7422">
                  <c:v>37.549999999999997</c:v>
                </c:pt>
                <c:pt idx="7423">
                  <c:v>37.549999999999997</c:v>
                </c:pt>
                <c:pt idx="7424">
                  <c:v>37.549999999999997</c:v>
                </c:pt>
                <c:pt idx="7425">
                  <c:v>37.549999999999997</c:v>
                </c:pt>
                <c:pt idx="7426">
                  <c:v>37.549999999999997</c:v>
                </c:pt>
                <c:pt idx="7427">
                  <c:v>37.549999999999997</c:v>
                </c:pt>
                <c:pt idx="7428">
                  <c:v>37.549999999999997</c:v>
                </c:pt>
                <c:pt idx="7429">
                  <c:v>37.549999999999997</c:v>
                </c:pt>
                <c:pt idx="7430">
                  <c:v>37.549999999999997</c:v>
                </c:pt>
                <c:pt idx="7431">
                  <c:v>37.5</c:v>
                </c:pt>
                <c:pt idx="7432">
                  <c:v>37.5</c:v>
                </c:pt>
                <c:pt idx="7433">
                  <c:v>37.5</c:v>
                </c:pt>
                <c:pt idx="7434">
                  <c:v>37.5</c:v>
                </c:pt>
                <c:pt idx="7435">
                  <c:v>37.5</c:v>
                </c:pt>
                <c:pt idx="7436">
                  <c:v>37.5</c:v>
                </c:pt>
                <c:pt idx="7437">
                  <c:v>37.5</c:v>
                </c:pt>
                <c:pt idx="7438">
                  <c:v>37.5</c:v>
                </c:pt>
                <c:pt idx="7439">
                  <c:v>37.5</c:v>
                </c:pt>
                <c:pt idx="7440">
                  <c:v>37.5</c:v>
                </c:pt>
                <c:pt idx="7441">
                  <c:v>37.5</c:v>
                </c:pt>
                <c:pt idx="7442">
                  <c:v>37.5</c:v>
                </c:pt>
                <c:pt idx="7443">
                  <c:v>37.5</c:v>
                </c:pt>
                <c:pt idx="7444">
                  <c:v>37.5</c:v>
                </c:pt>
                <c:pt idx="7445">
                  <c:v>37.5</c:v>
                </c:pt>
                <c:pt idx="7446">
                  <c:v>37.5</c:v>
                </c:pt>
                <c:pt idx="7447">
                  <c:v>37.5</c:v>
                </c:pt>
                <c:pt idx="7448">
                  <c:v>37.5</c:v>
                </c:pt>
                <c:pt idx="7449">
                  <c:v>37.5</c:v>
                </c:pt>
                <c:pt idx="7450">
                  <c:v>37.5</c:v>
                </c:pt>
                <c:pt idx="7451">
                  <c:v>37.5</c:v>
                </c:pt>
                <c:pt idx="7452">
                  <c:v>37.5</c:v>
                </c:pt>
                <c:pt idx="7453">
                  <c:v>37.5</c:v>
                </c:pt>
                <c:pt idx="7454">
                  <c:v>37.5</c:v>
                </c:pt>
                <c:pt idx="7455">
                  <c:v>37.5</c:v>
                </c:pt>
                <c:pt idx="7456">
                  <c:v>37.5</c:v>
                </c:pt>
                <c:pt idx="7457">
                  <c:v>37.5</c:v>
                </c:pt>
                <c:pt idx="7458">
                  <c:v>37.5</c:v>
                </c:pt>
                <c:pt idx="7459">
                  <c:v>37.5</c:v>
                </c:pt>
                <c:pt idx="7460">
                  <c:v>37.5</c:v>
                </c:pt>
                <c:pt idx="7461">
                  <c:v>37.5</c:v>
                </c:pt>
                <c:pt idx="7462">
                  <c:v>37.5</c:v>
                </c:pt>
                <c:pt idx="7463">
                  <c:v>37.5</c:v>
                </c:pt>
                <c:pt idx="7464">
                  <c:v>37.5</c:v>
                </c:pt>
                <c:pt idx="7465">
                  <c:v>37.5</c:v>
                </c:pt>
                <c:pt idx="7466">
                  <c:v>37.450000000000003</c:v>
                </c:pt>
                <c:pt idx="7467">
                  <c:v>37.450000000000003</c:v>
                </c:pt>
                <c:pt idx="7468">
                  <c:v>37.450000000000003</c:v>
                </c:pt>
                <c:pt idx="7469">
                  <c:v>37.450000000000003</c:v>
                </c:pt>
                <c:pt idx="7470">
                  <c:v>37.450000000000003</c:v>
                </c:pt>
                <c:pt idx="7471">
                  <c:v>37.450000000000003</c:v>
                </c:pt>
                <c:pt idx="7472">
                  <c:v>37.450000000000003</c:v>
                </c:pt>
                <c:pt idx="7473">
                  <c:v>37.450000000000003</c:v>
                </c:pt>
                <c:pt idx="7474">
                  <c:v>37.450000000000003</c:v>
                </c:pt>
                <c:pt idx="7475">
                  <c:v>37.450000000000003</c:v>
                </c:pt>
                <c:pt idx="7476">
                  <c:v>37.450000000000003</c:v>
                </c:pt>
                <c:pt idx="7477">
                  <c:v>37.450000000000003</c:v>
                </c:pt>
                <c:pt idx="7478">
                  <c:v>37.450000000000003</c:v>
                </c:pt>
                <c:pt idx="7479">
                  <c:v>37.450000000000003</c:v>
                </c:pt>
                <c:pt idx="7480">
                  <c:v>37.450000000000003</c:v>
                </c:pt>
                <c:pt idx="7481">
                  <c:v>37.450000000000003</c:v>
                </c:pt>
                <c:pt idx="7482">
                  <c:v>37.450000000000003</c:v>
                </c:pt>
                <c:pt idx="7483">
                  <c:v>37.450000000000003</c:v>
                </c:pt>
                <c:pt idx="7484">
                  <c:v>37.450000000000003</c:v>
                </c:pt>
                <c:pt idx="7485">
                  <c:v>37.450000000000003</c:v>
                </c:pt>
                <c:pt idx="7486">
                  <c:v>37.450000000000003</c:v>
                </c:pt>
                <c:pt idx="7487">
                  <c:v>37.450000000000003</c:v>
                </c:pt>
                <c:pt idx="7488">
                  <c:v>37.450000000000003</c:v>
                </c:pt>
                <c:pt idx="7489">
                  <c:v>37.450000000000003</c:v>
                </c:pt>
                <c:pt idx="7490">
                  <c:v>37.450000000000003</c:v>
                </c:pt>
                <c:pt idx="7491">
                  <c:v>37.4</c:v>
                </c:pt>
                <c:pt idx="7492">
                  <c:v>37.4</c:v>
                </c:pt>
                <c:pt idx="7493">
                  <c:v>37.4</c:v>
                </c:pt>
                <c:pt idx="7494">
                  <c:v>37.4</c:v>
                </c:pt>
                <c:pt idx="7495">
                  <c:v>37.4</c:v>
                </c:pt>
                <c:pt idx="7496">
                  <c:v>37.4</c:v>
                </c:pt>
                <c:pt idx="7497">
                  <c:v>37.4</c:v>
                </c:pt>
                <c:pt idx="7498">
                  <c:v>37.4</c:v>
                </c:pt>
                <c:pt idx="7499">
                  <c:v>37.4</c:v>
                </c:pt>
                <c:pt idx="7500">
                  <c:v>37.4</c:v>
                </c:pt>
                <c:pt idx="7501">
                  <c:v>37.4</c:v>
                </c:pt>
                <c:pt idx="7502">
                  <c:v>37.4</c:v>
                </c:pt>
                <c:pt idx="7503">
                  <c:v>37.4</c:v>
                </c:pt>
                <c:pt idx="7504">
                  <c:v>37.4</c:v>
                </c:pt>
                <c:pt idx="7505">
                  <c:v>37.4</c:v>
                </c:pt>
                <c:pt idx="7506">
                  <c:v>37.4</c:v>
                </c:pt>
                <c:pt idx="7507">
                  <c:v>37.4</c:v>
                </c:pt>
                <c:pt idx="7508">
                  <c:v>37.4</c:v>
                </c:pt>
                <c:pt idx="7509">
                  <c:v>37.4</c:v>
                </c:pt>
                <c:pt idx="7510">
                  <c:v>37.4</c:v>
                </c:pt>
                <c:pt idx="7511">
                  <c:v>37.4</c:v>
                </c:pt>
                <c:pt idx="7512">
                  <c:v>37.4</c:v>
                </c:pt>
                <c:pt idx="7513">
                  <c:v>37.4</c:v>
                </c:pt>
                <c:pt idx="7514">
                  <c:v>37.4</c:v>
                </c:pt>
                <c:pt idx="7515">
                  <c:v>37.4</c:v>
                </c:pt>
                <c:pt idx="7516">
                  <c:v>37.4</c:v>
                </c:pt>
                <c:pt idx="7517">
                  <c:v>37.4</c:v>
                </c:pt>
                <c:pt idx="7518">
                  <c:v>37.4</c:v>
                </c:pt>
                <c:pt idx="7519">
                  <c:v>37.35</c:v>
                </c:pt>
                <c:pt idx="7520">
                  <c:v>37.35</c:v>
                </c:pt>
                <c:pt idx="7521">
                  <c:v>37.35</c:v>
                </c:pt>
                <c:pt idx="7522">
                  <c:v>37.35</c:v>
                </c:pt>
                <c:pt idx="7523">
                  <c:v>37.35</c:v>
                </c:pt>
                <c:pt idx="7524">
                  <c:v>37.35</c:v>
                </c:pt>
                <c:pt idx="7525">
                  <c:v>37.35</c:v>
                </c:pt>
                <c:pt idx="7526">
                  <c:v>37.35</c:v>
                </c:pt>
                <c:pt idx="7527">
                  <c:v>37.35</c:v>
                </c:pt>
                <c:pt idx="7528">
                  <c:v>37.35</c:v>
                </c:pt>
                <c:pt idx="7529">
                  <c:v>37.35</c:v>
                </c:pt>
                <c:pt idx="7530">
                  <c:v>37.35</c:v>
                </c:pt>
                <c:pt idx="7531">
                  <c:v>37.35</c:v>
                </c:pt>
                <c:pt idx="7532">
                  <c:v>37.35</c:v>
                </c:pt>
                <c:pt idx="7533">
                  <c:v>37.35</c:v>
                </c:pt>
                <c:pt idx="7534">
                  <c:v>37.35</c:v>
                </c:pt>
                <c:pt idx="7535">
                  <c:v>37.35</c:v>
                </c:pt>
                <c:pt idx="7536">
                  <c:v>37.35</c:v>
                </c:pt>
                <c:pt idx="7537">
                  <c:v>37.35</c:v>
                </c:pt>
                <c:pt idx="7538">
                  <c:v>37.35</c:v>
                </c:pt>
                <c:pt idx="7539">
                  <c:v>37.35</c:v>
                </c:pt>
                <c:pt idx="7540">
                  <c:v>37.35</c:v>
                </c:pt>
                <c:pt idx="7541">
                  <c:v>37.35</c:v>
                </c:pt>
                <c:pt idx="7542">
                  <c:v>37.299999999999997</c:v>
                </c:pt>
                <c:pt idx="7543">
                  <c:v>37.299999999999997</c:v>
                </c:pt>
                <c:pt idx="7544">
                  <c:v>37.299999999999997</c:v>
                </c:pt>
                <c:pt idx="7545">
                  <c:v>37.299999999999997</c:v>
                </c:pt>
                <c:pt idx="7546">
                  <c:v>37.299999999999997</c:v>
                </c:pt>
                <c:pt idx="7547">
                  <c:v>37.299999999999997</c:v>
                </c:pt>
                <c:pt idx="7548">
                  <c:v>37.299999999999997</c:v>
                </c:pt>
                <c:pt idx="7549">
                  <c:v>37.299999999999997</c:v>
                </c:pt>
                <c:pt idx="7550">
                  <c:v>37.299999999999997</c:v>
                </c:pt>
                <c:pt idx="7551">
                  <c:v>37.299999999999997</c:v>
                </c:pt>
                <c:pt idx="7552">
                  <c:v>37.299999999999997</c:v>
                </c:pt>
                <c:pt idx="7553">
                  <c:v>37.299999999999997</c:v>
                </c:pt>
                <c:pt idx="7554">
                  <c:v>37.299999999999997</c:v>
                </c:pt>
                <c:pt idx="7555">
                  <c:v>37.299999999999997</c:v>
                </c:pt>
                <c:pt idx="7556">
                  <c:v>37.299999999999997</c:v>
                </c:pt>
                <c:pt idx="7557">
                  <c:v>37.299999999999997</c:v>
                </c:pt>
                <c:pt idx="7558">
                  <c:v>37.299999999999997</c:v>
                </c:pt>
                <c:pt idx="7559">
                  <c:v>37.299999999999997</c:v>
                </c:pt>
                <c:pt idx="7560">
                  <c:v>37.299999999999997</c:v>
                </c:pt>
                <c:pt idx="7561">
                  <c:v>37.299999999999997</c:v>
                </c:pt>
                <c:pt idx="7562">
                  <c:v>37.299999999999997</c:v>
                </c:pt>
                <c:pt idx="7563">
                  <c:v>37.299999999999997</c:v>
                </c:pt>
                <c:pt idx="7564">
                  <c:v>37.299999999999997</c:v>
                </c:pt>
                <c:pt idx="7565">
                  <c:v>37.299999999999997</c:v>
                </c:pt>
                <c:pt idx="7566">
                  <c:v>37.299999999999997</c:v>
                </c:pt>
                <c:pt idx="7567">
                  <c:v>37.299999999999997</c:v>
                </c:pt>
                <c:pt idx="7568">
                  <c:v>37.299999999999997</c:v>
                </c:pt>
                <c:pt idx="7569">
                  <c:v>37.299999999999997</c:v>
                </c:pt>
                <c:pt idx="7570">
                  <c:v>37.299999999999997</c:v>
                </c:pt>
                <c:pt idx="7571">
                  <c:v>37.299999999999997</c:v>
                </c:pt>
                <c:pt idx="7572">
                  <c:v>37.299999999999997</c:v>
                </c:pt>
                <c:pt idx="7573">
                  <c:v>37.299999999999997</c:v>
                </c:pt>
                <c:pt idx="7574">
                  <c:v>37.299999999999997</c:v>
                </c:pt>
                <c:pt idx="7575">
                  <c:v>37.299999999999997</c:v>
                </c:pt>
                <c:pt idx="7576">
                  <c:v>37.299999999999997</c:v>
                </c:pt>
                <c:pt idx="7577">
                  <c:v>37.25</c:v>
                </c:pt>
                <c:pt idx="7578">
                  <c:v>37.25</c:v>
                </c:pt>
                <c:pt idx="7579">
                  <c:v>37.25</c:v>
                </c:pt>
                <c:pt idx="7580">
                  <c:v>37.25</c:v>
                </c:pt>
                <c:pt idx="7581">
                  <c:v>37.25</c:v>
                </c:pt>
                <c:pt idx="7582">
                  <c:v>37.25</c:v>
                </c:pt>
                <c:pt idx="7583">
                  <c:v>37.25</c:v>
                </c:pt>
                <c:pt idx="7584">
                  <c:v>37.25</c:v>
                </c:pt>
                <c:pt idx="7585">
                  <c:v>37.25</c:v>
                </c:pt>
                <c:pt idx="7586">
                  <c:v>37.25</c:v>
                </c:pt>
                <c:pt idx="7587">
                  <c:v>37.25</c:v>
                </c:pt>
                <c:pt idx="7588">
                  <c:v>37.25</c:v>
                </c:pt>
                <c:pt idx="7589">
                  <c:v>37.25</c:v>
                </c:pt>
                <c:pt idx="7590">
                  <c:v>37.25</c:v>
                </c:pt>
                <c:pt idx="7591">
                  <c:v>37.25</c:v>
                </c:pt>
                <c:pt idx="7592">
                  <c:v>37.25</c:v>
                </c:pt>
                <c:pt idx="7593">
                  <c:v>37.25</c:v>
                </c:pt>
                <c:pt idx="7594">
                  <c:v>37.25</c:v>
                </c:pt>
                <c:pt idx="7595">
                  <c:v>37.25</c:v>
                </c:pt>
                <c:pt idx="7596">
                  <c:v>37.25</c:v>
                </c:pt>
                <c:pt idx="7597">
                  <c:v>37.25</c:v>
                </c:pt>
                <c:pt idx="7598">
                  <c:v>37.25</c:v>
                </c:pt>
                <c:pt idx="7599">
                  <c:v>37.200000000000003</c:v>
                </c:pt>
                <c:pt idx="7600">
                  <c:v>37.200000000000003</c:v>
                </c:pt>
                <c:pt idx="7601">
                  <c:v>37.200000000000003</c:v>
                </c:pt>
                <c:pt idx="7602">
                  <c:v>37.200000000000003</c:v>
                </c:pt>
                <c:pt idx="7603">
                  <c:v>37.200000000000003</c:v>
                </c:pt>
                <c:pt idx="7604">
                  <c:v>37.200000000000003</c:v>
                </c:pt>
                <c:pt idx="7605">
                  <c:v>37.200000000000003</c:v>
                </c:pt>
                <c:pt idx="7606">
                  <c:v>37.200000000000003</c:v>
                </c:pt>
                <c:pt idx="7607">
                  <c:v>37.200000000000003</c:v>
                </c:pt>
                <c:pt idx="7608">
                  <c:v>37.200000000000003</c:v>
                </c:pt>
                <c:pt idx="7609">
                  <c:v>37.200000000000003</c:v>
                </c:pt>
                <c:pt idx="7610">
                  <c:v>37.200000000000003</c:v>
                </c:pt>
                <c:pt idx="7611">
                  <c:v>37.200000000000003</c:v>
                </c:pt>
                <c:pt idx="7612">
                  <c:v>37.200000000000003</c:v>
                </c:pt>
                <c:pt idx="7613">
                  <c:v>37.200000000000003</c:v>
                </c:pt>
                <c:pt idx="7614">
                  <c:v>37.200000000000003</c:v>
                </c:pt>
                <c:pt idx="7615">
                  <c:v>37.200000000000003</c:v>
                </c:pt>
                <c:pt idx="7616">
                  <c:v>37.200000000000003</c:v>
                </c:pt>
                <c:pt idx="7617">
                  <c:v>37.200000000000003</c:v>
                </c:pt>
                <c:pt idx="7618">
                  <c:v>37.200000000000003</c:v>
                </c:pt>
                <c:pt idx="7619">
                  <c:v>37.200000000000003</c:v>
                </c:pt>
                <c:pt idx="7620">
                  <c:v>37.200000000000003</c:v>
                </c:pt>
                <c:pt idx="7621">
                  <c:v>37.200000000000003</c:v>
                </c:pt>
                <c:pt idx="7622">
                  <c:v>37.200000000000003</c:v>
                </c:pt>
                <c:pt idx="7623">
                  <c:v>37.200000000000003</c:v>
                </c:pt>
                <c:pt idx="7624">
                  <c:v>37.200000000000003</c:v>
                </c:pt>
                <c:pt idx="7625">
                  <c:v>37.200000000000003</c:v>
                </c:pt>
                <c:pt idx="7626">
                  <c:v>37.200000000000003</c:v>
                </c:pt>
                <c:pt idx="7627">
                  <c:v>37.200000000000003</c:v>
                </c:pt>
                <c:pt idx="7628">
                  <c:v>37.200000000000003</c:v>
                </c:pt>
                <c:pt idx="7629">
                  <c:v>37.15</c:v>
                </c:pt>
                <c:pt idx="7630">
                  <c:v>37.200000000000003</c:v>
                </c:pt>
                <c:pt idx="7631">
                  <c:v>37.15</c:v>
                </c:pt>
                <c:pt idx="7632">
                  <c:v>37.15</c:v>
                </c:pt>
                <c:pt idx="7633">
                  <c:v>37.15</c:v>
                </c:pt>
                <c:pt idx="7634">
                  <c:v>37.15</c:v>
                </c:pt>
                <c:pt idx="7635">
                  <c:v>37.15</c:v>
                </c:pt>
                <c:pt idx="7636">
                  <c:v>37.15</c:v>
                </c:pt>
                <c:pt idx="7637">
                  <c:v>37.15</c:v>
                </c:pt>
                <c:pt idx="7638">
                  <c:v>37.15</c:v>
                </c:pt>
                <c:pt idx="7639">
                  <c:v>37.15</c:v>
                </c:pt>
                <c:pt idx="7640">
                  <c:v>37.15</c:v>
                </c:pt>
                <c:pt idx="7641">
                  <c:v>37.15</c:v>
                </c:pt>
                <c:pt idx="7642">
                  <c:v>37.15</c:v>
                </c:pt>
                <c:pt idx="7643">
                  <c:v>37.15</c:v>
                </c:pt>
                <c:pt idx="7644">
                  <c:v>37.15</c:v>
                </c:pt>
                <c:pt idx="7645">
                  <c:v>37.15</c:v>
                </c:pt>
                <c:pt idx="7646">
                  <c:v>37.15</c:v>
                </c:pt>
                <c:pt idx="7647">
                  <c:v>37.15</c:v>
                </c:pt>
                <c:pt idx="7648">
                  <c:v>37.15</c:v>
                </c:pt>
                <c:pt idx="7649">
                  <c:v>37.15</c:v>
                </c:pt>
                <c:pt idx="7650">
                  <c:v>37.15</c:v>
                </c:pt>
                <c:pt idx="7651">
                  <c:v>37.15</c:v>
                </c:pt>
                <c:pt idx="7652">
                  <c:v>37.15</c:v>
                </c:pt>
                <c:pt idx="7653">
                  <c:v>37.15</c:v>
                </c:pt>
                <c:pt idx="7654">
                  <c:v>37.15</c:v>
                </c:pt>
                <c:pt idx="7655">
                  <c:v>37.15</c:v>
                </c:pt>
                <c:pt idx="7656">
                  <c:v>37.1</c:v>
                </c:pt>
                <c:pt idx="7657">
                  <c:v>37.15</c:v>
                </c:pt>
                <c:pt idx="7658">
                  <c:v>37.1</c:v>
                </c:pt>
                <c:pt idx="7659">
                  <c:v>37.1</c:v>
                </c:pt>
                <c:pt idx="7660">
                  <c:v>37.1</c:v>
                </c:pt>
                <c:pt idx="7661">
                  <c:v>37.1</c:v>
                </c:pt>
                <c:pt idx="7662">
                  <c:v>37.1</c:v>
                </c:pt>
                <c:pt idx="7663">
                  <c:v>37.1</c:v>
                </c:pt>
                <c:pt idx="7664">
                  <c:v>37.1</c:v>
                </c:pt>
                <c:pt idx="7665">
                  <c:v>37.1</c:v>
                </c:pt>
                <c:pt idx="7666">
                  <c:v>37.1</c:v>
                </c:pt>
                <c:pt idx="7667">
                  <c:v>37.1</c:v>
                </c:pt>
                <c:pt idx="7668">
                  <c:v>37.1</c:v>
                </c:pt>
                <c:pt idx="7669">
                  <c:v>37.1</c:v>
                </c:pt>
                <c:pt idx="7670">
                  <c:v>37.1</c:v>
                </c:pt>
                <c:pt idx="7671">
                  <c:v>37.1</c:v>
                </c:pt>
                <c:pt idx="7672">
                  <c:v>37.1</c:v>
                </c:pt>
                <c:pt idx="7673">
                  <c:v>37.1</c:v>
                </c:pt>
                <c:pt idx="7674">
                  <c:v>37.1</c:v>
                </c:pt>
                <c:pt idx="7675">
                  <c:v>37.1</c:v>
                </c:pt>
                <c:pt idx="7676">
                  <c:v>37.1</c:v>
                </c:pt>
                <c:pt idx="7677">
                  <c:v>37.1</c:v>
                </c:pt>
                <c:pt idx="7678">
                  <c:v>37.1</c:v>
                </c:pt>
                <c:pt idx="7679">
                  <c:v>37.1</c:v>
                </c:pt>
                <c:pt idx="7680">
                  <c:v>37.1</c:v>
                </c:pt>
                <c:pt idx="7681">
                  <c:v>37.1</c:v>
                </c:pt>
                <c:pt idx="7682">
                  <c:v>37.1</c:v>
                </c:pt>
                <c:pt idx="7683">
                  <c:v>37.1</c:v>
                </c:pt>
                <c:pt idx="7684">
                  <c:v>37.1</c:v>
                </c:pt>
                <c:pt idx="7685">
                  <c:v>37.1</c:v>
                </c:pt>
                <c:pt idx="7686">
                  <c:v>37.1</c:v>
                </c:pt>
                <c:pt idx="7687">
                  <c:v>37.049999999999997</c:v>
                </c:pt>
                <c:pt idx="7688">
                  <c:v>37.049999999999997</c:v>
                </c:pt>
                <c:pt idx="7689">
                  <c:v>37.049999999999997</c:v>
                </c:pt>
                <c:pt idx="7690">
                  <c:v>37.049999999999997</c:v>
                </c:pt>
                <c:pt idx="7691">
                  <c:v>37.049999999999997</c:v>
                </c:pt>
                <c:pt idx="7692">
                  <c:v>37.049999999999997</c:v>
                </c:pt>
                <c:pt idx="7693">
                  <c:v>37.049999999999997</c:v>
                </c:pt>
                <c:pt idx="7694">
                  <c:v>37.049999999999997</c:v>
                </c:pt>
                <c:pt idx="7695">
                  <c:v>37.049999999999997</c:v>
                </c:pt>
                <c:pt idx="7696">
                  <c:v>37.049999999999997</c:v>
                </c:pt>
                <c:pt idx="7697">
                  <c:v>37.049999999999997</c:v>
                </c:pt>
                <c:pt idx="7698">
                  <c:v>37.049999999999997</c:v>
                </c:pt>
                <c:pt idx="7699">
                  <c:v>37.049999999999997</c:v>
                </c:pt>
                <c:pt idx="7700">
                  <c:v>37.049999999999997</c:v>
                </c:pt>
                <c:pt idx="7701">
                  <c:v>37.049999999999997</c:v>
                </c:pt>
                <c:pt idx="7702">
                  <c:v>37.049999999999997</c:v>
                </c:pt>
                <c:pt idx="7703">
                  <c:v>37.049999999999997</c:v>
                </c:pt>
                <c:pt idx="7704">
                  <c:v>37.049999999999997</c:v>
                </c:pt>
                <c:pt idx="7705">
                  <c:v>37.049999999999997</c:v>
                </c:pt>
                <c:pt idx="7706">
                  <c:v>37.049999999999997</c:v>
                </c:pt>
                <c:pt idx="7707">
                  <c:v>37.049999999999997</c:v>
                </c:pt>
                <c:pt idx="7708">
                  <c:v>37.049999999999997</c:v>
                </c:pt>
                <c:pt idx="7709">
                  <c:v>37.049999999999997</c:v>
                </c:pt>
                <c:pt idx="7710">
                  <c:v>37</c:v>
                </c:pt>
                <c:pt idx="7711">
                  <c:v>37.049999999999997</c:v>
                </c:pt>
                <c:pt idx="7712">
                  <c:v>37</c:v>
                </c:pt>
                <c:pt idx="7713">
                  <c:v>37</c:v>
                </c:pt>
                <c:pt idx="7714">
                  <c:v>37</c:v>
                </c:pt>
                <c:pt idx="7715">
                  <c:v>37</c:v>
                </c:pt>
                <c:pt idx="7716">
                  <c:v>37</c:v>
                </c:pt>
                <c:pt idx="7717">
                  <c:v>37</c:v>
                </c:pt>
                <c:pt idx="7718">
                  <c:v>37</c:v>
                </c:pt>
                <c:pt idx="7719">
                  <c:v>37</c:v>
                </c:pt>
                <c:pt idx="7720">
                  <c:v>37</c:v>
                </c:pt>
                <c:pt idx="7721">
                  <c:v>37</c:v>
                </c:pt>
                <c:pt idx="7722">
                  <c:v>37</c:v>
                </c:pt>
                <c:pt idx="7723">
                  <c:v>37</c:v>
                </c:pt>
                <c:pt idx="7724">
                  <c:v>37</c:v>
                </c:pt>
                <c:pt idx="7725">
                  <c:v>37</c:v>
                </c:pt>
                <c:pt idx="7726">
                  <c:v>37</c:v>
                </c:pt>
                <c:pt idx="7727">
                  <c:v>37</c:v>
                </c:pt>
                <c:pt idx="7728">
                  <c:v>37</c:v>
                </c:pt>
                <c:pt idx="7729">
                  <c:v>37</c:v>
                </c:pt>
                <c:pt idx="7730">
                  <c:v>37</c:v>
                </c:pt>
                <c:pt idx="7731">
                  <c:v>37</c:v>
                </c:pt>
                <c:pt idx="7732">
                  <c:v>37</c:v>
                </c:pt>
                <c:pt idx="7733">
                  <c:v>37</c:v>
                </c:pt>
                <c:pt idx="7734">
                  <c:v>37</c:v>
                </c:pt>
                <c:pt idx="7735">
                  <c:v>37</c:v>
                </c:pt>
                <c:pt idx="7736">
                  <c:v>37</c:v>
                </c:pt>
                <c:pt idx="7737">
                  <c:v>37</c:v>
                </c:pt>
                <c:pt idx="7738">
                  <c:v>37</c:v>
                </c:pt>
                <c:pt idx="7739">
                  <c:v>37</c:v>
                </c:pt>
                <c:pt idx="7740">
                  <c:v>36.950000000000003</c:v>
                </c:pt>
                <c:pt idx="7741">
                  <c:v>36.950000000000003</c:v>
                </c:pt>
                <c:pt idx="7742">
                  <c:v>36.950000000000003</c:v>
                </c:pt>
                <c:pt idx="7743">
                  <c:v>36.950000000000003</c:v>
                </c:pt>
                <c:pt idx="7744">
                  <c:v>36.950000000000003</c:v>
                </c:pt>
                <c:pt idx="7745">
                  <c:v>36.950000000000003</c:v>
                </c:pt>
                <c:pt idx="7746">
                  <c:v>36.950000000000003</c:v>
                </c:pt>
                <c:pt idx="7747">
                  <c:v>36.950000000000003</c:v>
                </c:pt>
                <c:pt idx="7748">
                  <c:v>36.950000000000003</c:v>
                </c:pt>
                <c:pt idx="7749">
                  <c:v>36.950000000000003</c:v>
                </c:pt>
                <c:pt idx="7750">
                  <c:v>36.950000000000003</c:v>
                </c:pt>
                <c:pt idx="7751">
                  <c:v>36.950000000000003</c:v>
                </c:pt>
                <c:pt idx="7752">
                  <c:v>36.950000000000003</c:v>
                </c:pt>
                <c:pt idx="7753">
                  <c:v>36.950000000000003</c:v>
                </c:pt>
                <c:pt idx="7754">
                  <c:v>36.950000000000003</c:v>
                </c:pt>
                <c:pt idx="7755">
                  <c:v>36.950000000000003</c:v>
                </c:pt>
                <c:pt idx="7756">
                  <c:v>36.950000000000003</c:v>
                </c:pt>
                <c:pt idx="7757">
                  <c:v>36.950000000000003</c:v>
                </c:pt>
                <c:pt idx="7758">
                  <c:v>36.950000000000003</c:v>
                </c:pt>
                <c:pt idx="7759">
                  <c:v>36.950000000000003</c:v>
                </c:pt>
                <c:pt idx="7760">
                  <c:v>36.950000000000003</c:v>
                </c:pt>
                <c:pt idx="7761">
                  <c:v>36.950000000000003</c:v>
                </c:pt>
                <c:pt idx="7762">
                  <c:v>36.950000000000003</c:v>
                </c:pt>
                <c:pt idx="7763">
                  <c:v>36.950000000000003</c:v>
                </c:pt>
                <c:pt idx="7764">
                  <c:v>36.950000000000003</c:v>
                </c:pt>
                <c:pt idx="7765">
                  <c:v>36.950000000000003</c:v>
                </c:pt>
                <c:pt idx="7766">
                  <c:v>36.950000000000003</c:v>
                </c:pt>
                <c:pt idx="7767">
                  <c:v>36.950000000000003</c:v>
                </c:pt>
                <c:pt idx="7768">
                  <c:v>36.950000000000003</c:v>
                </c:pt>
                <c:pt idx="7769">
                  <c:v>36.950000000000003</c:v>
                </c:pt>
                <c:pt idx="7770">
                  <c:v>36.950000000000003</c:v>
                </c:pt>
                <c:pt idx="7771">
                  <c:v>36.950000000000003</c:v>
                </c:pt>
                <c:pt idx="7772">
                  <c:v>36.950000000000003</c:v>
                </c:pt>
                <c:pt idx="7773">
                  <c:v>36.950000000000003</c:v>
                </c:pt>
                <c:pt idx="7774">
                  <c:v>36.950000000000003</c:v>
                </c:pt>
                <c:pt idx="7775">
                  <c:v>36.950000000000003</c:v>
                </c:pt>
                <c:pt idx="7776">
                  <c:v>36.950000000000003</c:v>
                </c:pt>
                <c:pt idx="7777">
                  <c:v>36.950000000000003</c:v>
                </c:pt>
                <c:pt idx="7778">
                  <c:v>36.950000000000003</c:v>
                </c:pt>
                <c:pt idx="7779">
                  <c:v>36.950000000000003</c:v>
                </c:pt>
                <c:pt idx="7780">
                  <c:v>36.950000000000003</c:v>
                </c:pt>
                <c:pt idx="7781">
                  <c:v>36.950000000000003</c:v>
                </c:pt>
                <c:pt idx="7782">
                  <c:v>36.950000000000003</c:v>
                </c:pt>
                <c:pt idx="7783">
                  <c:v>36.950000000000003</c:v>
                </c:pt>
                <c:pt idx="7784">
                  <c:v>36.9</c:v>
                </c:pt>
                <c:pt idx="7785">
                  <c:v>36.9</c:v>
                </c:pt>
                <c:pt idx="7786">
                  <c:v>36.9</c:v>
                </c:pt>
                <c:pt idx="7787">
                  <c:v>36.9</c:v>
                </c:pt>
                <c:pt idx="7788">
                  <c:v>36.9</c:v>
                </c:pt>
                <c:pt idx="7789">
                  <c:v>36.9</c:v>
                </c:pt>
                <c:pt idx="7790">
                  <c:v>36.9</c:v>
                </c:pt>
                <c:pt idx="7791">
                  <c:v>36.9</c:v>
                </c:pt>
                <c:pt idx="7792">
                  <c:v>36.9</c:v>
                </c:pt>
                <c:pt idx="7793">
                  <c:v>36.9</c:v>
                </c:pt>
                <c:pt idx="7794">
                  <c:v>36.9</c:v>
                </c:pt>
                <c:pt idx="7795">
                  <c:v>36.9</c:v>
                </c:pt>
                <c:pt idx="7796">
                  <c:v>36.9</c:v>
                </c:pt>
                <c:pt idx="7797">
                  <c:v>36.9</c:v>
                </c:pt>
                <c:pt idx="7798">
                  <c:v>36.9</c:v>
                </c:pt>
                <c:pt idx="7799">
                  <c:v>36.9</c:v>
                </c:pt>
                <c:pt idx="7800">
                  <c:v>36.9</c:v>
                </c:pt>
                <c:pt idx="7801">
                  <c:v>36.9</c:v>
                </c:pt>
                <c:pt idx="7802">
                  <c:v>36.9</c:v>
                </c:pt>
                <c:pt idx="7803">
                  <c:v>36.9</c:v>
                </c:pt>
                <c:pt idx="7804">
                  <c:v>36.9</c:v>
                </c:pt>
                <c:pt idx="7805">
                  <c:v>36.9</c:v>
                </c:pt>
                <c:pt idx="7806">
                  <c:v>36.9</c:v>
                </c:pt>
                <c:pt idx="7807">
                  <c:v>36.9</c:v>
                </c:pt>
                <c:pt idx="7808">
                  <c:v>36.9</c:v>
                </c:pt>
                <c:pt idx="7809">
                  <c:v>36.9</c:v>
                </c:pt>
                <c:pt idx="7810">
                  <c:v>36.9</c:v>
                </c:pt>
                <c:pt idx="7811">
                  <c:v>36.9</c:v>
                </c:pt>
                <c:pt idx="7812">
                  <c:v>36.9</c:v>
                </c:pt>
                <c:pt idx="7813">
                  <c:v>36.85</c:v>
                </c:pt>
                <c:pt idx="7814">
                  <c:v>36.85</c:v>
                </c:pt>
                <c:pt idx="7815">
                  <c:v>36.9</c:v>
                </c:pt>
                <c:pt idx="7816">
                  <c:v>36.9</c:v>
                </c:pt>
                <c:pt idx="7817">
                  <c:v>36.9</c:v>
                </c:pt>
                <c:pt idx="7818">
                  <c:v>36.9</c:v>
                </c:pt>
                <c:pt idx="7819">
                  <c:v>36.9</c:v>
                </c:pt>
                <c:pt idx="7820">
                  <c:v>36.9</c:v>
                </c:pt>
                <c:pt idx="7821">
                  <c:v>36.9</c:v>
                </c:pt>
                <c:pt idx="7822">
                  <c:v>36.9</c:v>
                </c:pt>
                <c:pt idx="7823">
                  <c:v>36.9</c:v>
                </c:pt>
                <c:pt idx="7824">
                  <c:v>36.85</c:v>
                </c:pt>
                <c:pt idx="7825">
                  <c:v>36.85</c:v>
                </c:pt>
                <c:pt idx="7826">
                  <c:v>36.85</c:v>
                </c:pt>
                <c:pt idx="7827">
                  <c:v>36.85</c:v>
                </c:pt>
                <c:pt idx="7828">
                  <c:v>36.85</c:v>
                </c:pt>
                <c:pt idx="7829">
                  <c:v>36.85</c:v>
                </c:pt>
                <c:pt idx="7830">
                  <c:v>36.85</c:v>
                </c:pt>
                <c:pt idx="7831">
                  <c:v>36.85</c:v>
                </c:pt>
                <c:pt idx="7832">
                  <c:v>36.85</c:v>
                </c:pt>
                <c:pt idx="7833">
                  <c:v>36.85</c:v>
                </c:pt>
                <c:pt idx="7834">
                  <c:v>36.85</c:v>
                </c:pt>
                <c:pt idx="7835">
                  <c:v>36.85</c:v>
                </c:pt>
                <c:pt idx="7836">
                  <c:v>36.85</c:v>
                </c:pt>
                <c:pt idx="7837">
                  <c:v>36.85</c:v>
                </c:pt>
                <c:pt idx="7838">
                  <c:v>36.85</c:v>
                </c:pt>
                <c:pt idx="7839">
                  <c:v>36.85</c:v>
                </c:pt>
                <c:pt idx="7840">
                  <c:v>36.85</c:v>
                </c:pt>
                <c:pt idx="7841">
                  <c:v>36.85</c:v>
                </c:pt>
                <c:pt idx="7842">
                  <c:v>36.85</c:v>
                </c:pt>
                <c:pt idx="7843">
                  <c:v>36.85</c:v>
                </c:pt>
                <c:pt idx="7844">
                  <c:v>36.85</c:v>
                </c:pt>
                <c:pt idx="7845">
                  <c:v>36.85</c:v>
                </c:pt>
                <c:pt idx="7846">
                  <c:v>36.85</c:v>
                </c:pt>
                <c:pt idx="7847">
                  <c:v>36.85</c:v>
                </c:pt>
                <c:pt idx="7848">
                  <c:v>36.85</c:v>
                </c:pt>
                <c:pt idx="7849">
                  <c:v>36.85</c:v>
                </c:pt>
                <c:pt idx="7850">
                  <c:v>36.85</c:v>
                </c:pt>
                <c:pt idx="7851">
                  <c:v>36.85</c:v>
                </c:pt>
                <c:pt idx="7852">
                  <c:v>36.85</c:v>
                </c:pt>
                <c:pt idx="7853">
                  <c:v>36.85</c:v>
                </c:pt>
                <c:pt idx="7854">
                  <c:v>36.85</c:v>
                </c:pt>
                <c:pt idx="7855">
                  <c:v>36.85</c:v>
                </c:pt>
                <c:pt idx="7856">
                  <c:v>36.85</c:v>
                </c:pt>
                <c:pt idx="7857">
                  <c:v>36.85</c:v>
                </c:pt>
                <c:pt idx="7858">
                  <c:v>36.85</c:v>
                </c:pt>
                <c:pt idx="7859">
                  <c:v>36.85</c:v>
                </c:pt>
                <c:pt idx="7860">
                  <c:v>36.799999999999997</c:v>
                </c:pt>
                <c:pt idx="7861">
                  <c:v>36.799999999999997</c:v>
                </c:pt>
                <c:pt idx="7862">
                  <c:v>36.799999999999997</c:v>
                </c:pt>
                <c:pt idx="7863">
                  <c:v>36.799999999999997</c:v>
                </c:pt>
                <c:pt idx="7864">
                  <c:v>36.799999999999997</c:v>
                </c:pt>
                <c:pt idx="7865">
                  <c:v>36.799999999999997</c:v>
                </c:pt>
                <c:pt idx="7866">
                  <c:v>36.799999999999997</c:v>
                </c:pt>
                <c:pt idx="7867">
                  <c:v>36.799999999999997</c:v>
                </c:pt>
                <c:pt idx="7868">
                  <c:v>36.799999999999997</c:v>
                </c:pt>
                <c:pt idx="7869">
                  <c:v>36.799999999999997</c:v>
                </c:pt>
                <c:pt idx="7870">
                  <c:v>36.799999999999997</c:v>
                </c:pt>
                <c:pt idx="7871">
                  <c:v>36.799999999999997</c:v>
                </c:pt>
                <c:pt idx="7872">
                  <c:v>36.799999999999997</c:v>
                </c:pt>
                <c:pt idx="7873">
                  <c:v>36.799999999999997</c:v>
                </c:pt>
                <c:pt idx="7874">
                  <c:v>36.799999999999997</c:v>
                </c:pt>
                <c:pt idx="7875">
                  <c:v>36.799999999999997</c:v>
                </c:pt>
                <c:pt idx="7876">
                  <c:v>36.799999999999997</c:v>
                </c:pt>
                <c:pt idx="7877">
                  <c:v>36.799999999999997</c:v>
                </c:pt>
                <c:pt idx="7878">
                  <c:v>36.799999999999997</c:v>
                </c:pt>
                <c:pt idx="7879">
                  <c:v>36.799999999999997</c:v>
                </c:pt>
                <c:pt idx="7880">
                  <c:v>36.799999999999997</c:v>
                </c:pt>
                <c:pt idx="7881">
                  <c:v>36.799999999999997</c:v>
                </c:pt>
                <c:pt idx="7882">
                  <c:v>36.799999999999997</c:v>
                </c:pt>
                <c:pt idx="7883">
                  <c:v>36.799999999999997</c:v>
                </c:pt>
                <c:pt idx="7884">
                  <c:v>36.799999999999997</c:v>
                </c:pt>
                <c:pt idx="7885">
                  <c:v>36.799999999999997</c:v>
                </c:pt>
                <c:pt idx="7886">
                  <c:v>36.799999999999997</c:v>
                </c:pt>
                <c:pt idx="7887">
                  <c:v>36.799999999999997</c:v>
                </c:pt>
                <c:pt idx="7888">
                  <c:v>36.799999999999997</c:v>
                </c:pt>
                <c:pt idx="7889">
                  <c:v>36.799999999999997</c:v>
                </c:pt>
                <c:pt idx="7890">
                  <c:v>36.75</c:v>
                </c:pt>
                <c:pt idx="7891">
                  <c:v>36.75</c:v>
                </c:pt>
                <c:pt idx="7892">
                  <c:v>36.75</c:v>
                </c:pt>
                <c:pt idx="7893">
                  <c:v>36.75</c:v>
                </c:pt>
                <c:pt idx="7894">
                  <c:v>36.75</c:v>
                </c:pt>
                <c:pt idx="7895">
                  <c:v>36.75</c:v>
                </c:pt>
                <c:pt idx="7896">
                  <c:v>36.75</c:v>
                </c:pt>
                <c:pt idx="7897">
                  <c:v>36.75</c:v>
                </c:pt>
                <c:pt idx="7898">
                  <c:v>36.75</c:v>
                </c:pt>
                <c:pt idx="7899">
                  <c:v>36.75</c:v>
                </c:pt>
                <c:pt idx="7900">
                  <c:v>36.75</c:v>
                </c:pt>
                <c:pt idx="7901">
                  <c:v>36.75</c:v>
                </c:pt>
                <c:pt idx="7902">
                  <c:v>36.75</c:v>
                </c:pt>
                <c:pt idx="7903">
                  <c:v>36.75</c:v>
                </c:pt>
                <c:pt idx="7904">
                  <c:v>36.75</c:v>
                </c:pt>
                <c:pt idx="7905">
                  <c:v>36.75</c:v>
                </c:pt>
                <c:pt idx="7906">
                  <c:v>36.75</c:v>
                </c:pt>
                <c:pt idx="7907">
                  <c:v>36.75</c:v>
                </c:pt>
                <c:pt idx="7908">
                  <c:v>36.75</c:v>
                </c:pt>
                <c:pt idx="7909">
                  <c:v>36.75</c:v>
                </c:pt>
                <c:pt idx="7910">
                  <c:v>36.75</c:v>
                </c:pt>
                <c:pt idx="7911">
                  <c:v>36.75</c:v>
                </c:pt>
                <c:pt idx="7912">
                  <c:v>36.75</c:v>
                </c:pt>
                <c:pt idx="7913">
                  <c:v>36.75</c:v>
                </c:pt>
                <c:pt idx="7914">
                  <c:v>36.75</c:v>
                </c:pt>
                <c:pt idx="7915">
                  <c:v>36.700000000000003</c:v>
                </c:pt>
                <c:pt idx="7916">
                  <c:v>36.700000000000003</c:v>
                </c:pt>
                <c:pt idx="7917">
                  <c:v>36.700000000000003</c:v>
                </c:pt>
                <c:pt idx="7918">
                  <c:v>36.700000000000003</c:v>
                </c:pt>
                <c:pt idx="7919">
                  <c:v>36.700000000000003</c:v>
                </c:pt>
                <c:pt idx="7920">
                  <c:v>36.700000000000003</c:v>
                </c:pt>
                <c:pt idx="7921">
                  <c:v>36.700000000000003</c:v>
                </c:pt>
                <c:pt idx="7922">
                  <c:v>36.700000000000003</c:v>
                </c:pt>
                <c:pt idx="7923">
                  <c:v>36.700000000000003</c:v>
                </c:pt>
                <c:pt idx="7924">
                  <c:v>36.700000000000003</c:v>
                </c:pt>
                <c:pt idx="7925">
                  <c:v>36.700000000000003</c:v>
                </c:pt>
                <c:pt idx="7926">
                  <c:v>36.700000000000003</c:v>
                </c:pt>
                <c:pt idx="7927">
                  <c:v>36.700000000000003</c:v>
                </c:pt>
                <c:pt idx="7928">
                  <c:v>36.700000000000003</c:v>
                </c:pt>
                <c:pt idx="7929">
                  <c:v>36.700000000000003</c:v>
                </c:pt>
                <c:pt idx="7930">
                  <c:v>36.700000000000003</c:v>
                </c:pt>
                <c:pt idx="7931">
                  <c:v>36.700000000000003</c:v>
                </c:pt>
                <c:pt idx="7932">
                  <c:v>36.700000000000003</c:v>
                </c:pt>
                <c:pt idx="7933">
                  <c:v>36.700000000000003</c:v>
                </c:pt>
                <c:pt idx="7934">
                  <c:v>36.700000000000003</c:v>
                </c:pt>
                <c:pt idx="7935">
                  <c:v>36.700000000000003</c:v>
                </c:pt>
                <c:pt idx="7936">
                  <c:v>36.700000000000003</c:v>
                </c:pt>
                <c:pt idx="7937">
                  <c:v>36.700000000000003</c:v>
                </c:pt>
                <c:pt idx="7938">
                  <c:v>36.700000000000003</c:v>
                </c:pt>
                <c:pt idx="7939">
                  <c:v>36.700000000000003</c:v>
                </c:pt>
                <c:pt idx="7940">
                  <c:v>36.700000000000003</c:v>
                </c:pt>
                <c:pt idx="7941">
                  <c:v>36.700000000000003</c:v>
                </c:pt>
                <c:pt idx="7942">
                  <c:v>36.700000000000003</c:v>
                </c:pt>
                <c:pt idx="7943">
                  <c:v>36.700000000000003</c:v>
                </c:pt>
                <c:pt idx="7944">
                  <c:v>36.700000000000003</c:v>
                </c:pt>
                <c:pt idx="7945">
                  <c:v>36.700000000000003</c:v>
                </c:pt>
                <c:pt idx="7946">
                  <c:v>36.700000000000003</c:v>
                </c:pt>
                <c:pt idx="7947">
                  <c:v>36.65</c:v>
                </c:pt>
                <c:pt idx="7948">
                  <c:v>36.65</c:v>
                </c:pt>
                <c:pt idx="7949">
                  <c:v>36.65</c:v>
                </c:pt>
                <c:pt idx="7950">
                  <c:v>36.65</c:v>
                </c:pt>
                <c:pt idx="7951">
                  <c:v>36.65</c:v>
                </c:pt>
                <c:pt idx="7952">
                  <c:v>36.65</c:v>
                </c:pt>
                <c:pt idx="7953">
                  <c:v>36.65</c:v>
                </c:pt>
                <c:pt idx="7954">
                  <c:v>36.65</c:v>
                </c:pt>
                <c:pt idx="7955">
                  <c:v>36.65</c:v>
                </c:pt>
                <c:pt idx="7956">
                  <c:v>36.65</c:v>
                </c:pt>
                <c:pt idx="7957">
                  <c:v>36.65</c:v>
                </c:pt>
                <c:pt idx="7958">
                  <c:v>36.65</c:v>
                </c:pt>
                <c:pt idx="7959">
                  <c:v>36.65</c:v>
                </c:pt>
                <c:pt idx="7960">
                  <c:v>36.65</c:v>
                </c:pt>
                <c:pt idx="7961">
                  <c:v>36.65</c:v>
                </c:pt>
                <c:pt idx="7962">
                  <c:v>36.65</c:v>
                </c:pt>
                <c:pt idx="7963">
                  <c:v>36.65</c:v>
                </c:pt>
                <c:pt idx="7964">
                  <c:v>36.65</c:v>
                </c:pt>
                <c:pt idx="7965">
                  <c:v>36.65</c:v>
                </c:pt>
                <c:pt idx="7966">
                  <c:v>36.65</c:v>
                </c:pt>
                <c:pt idx="7967">
                  <c:v>36.65</c:v>
                </c:pt>
                <c:pt idx="7968">
                  <c:v>36.65</c:v>
                </c:pt>
                <c:pt idx="7969">
                  <c:v>36.65</c:v>
                </c:pt>
                <c:pt idx="7970">
                  <c:v>36.65</c:v>
                </c:pt>
                <c:pt idx="7971">
                  <c:v>36.65</c:v>
                </c:pt>
                <c:pt idx="7972">
                  <c:v>36.65</c:v>
                </c:pt>
                <c:pt idx="7973">
                  <c:v>36.65</c:v>
                </c:pt>
                <c:pt idx="7974">
                  <c:v>36.65</c:v>
                </c:pt>
                <c:pt idx="7975">
                  <c:v>36.65</c:v>
                </c:pt>
                <c:pt idx="7976">
                  <c:v>36.65</c:v>
                </c:pt>
                <c:pt idx="7977">
                  <c:v>36.65</c:v>
                </c:pt>
                <c:pt idx="7978">
                  <c:v>36.65</c:v>
                </c:pt>
                <c:pt idx="7979">
                  <c:v>36.6</c:v>
                </c:pt>
                <c:pt idx="7980">
                  <c:v>36.65</c:v>
                </c:pt>
                <c:pt idx="7981">
                  <c:v>36.6</c:v>
                </c:pt>
                <c:pt idx="7982">
                  <c:v>36.6</c:v>
                </c:pt>
                <c:pt idx="7983">
                  <c:v>36.6</c:v>
                </c:pt>
                <c:pt idx="7984">
                  <c:v>36.6</c:v>
                </c:pt>
                <c:pt idx="7985">
                  <c:v>36.6</c:v>
                </c:pt>
                <c:pt idx="7986">
                  <c:v>36.6</c:v>
                </c:pt>
                <c:pt idx="7987">
                  <c:v>36.6</c:v>
                </c:pt>
                <c:pt idx="7988">
                  <c:v>36.6</c:v>
                </c:pt>
                <c:pt idx="7989">
                  <c:v>36.6</c:v>
                </c:pt>
                <c:pt idx="7990">
                  <c:v>36.6</c:v>
                </c:pt>
                <c:pt idx="7991">
                  <c:v>36.6</c:v>
                </c:pt>
                <c:pt idx="7992">
                  <c:v>36.6</c:v>
                </c:pt>
                <c:pt idx="7993">
                  <c:v>36.6</c:v>
                </c:pt>
                <c:pt idx="7994">
                  <c:v>36.6</c:v>
                </c:pt>
                <c:pt idx="7995">
                  <c:v>36.6</c:v>
                </c:pt>
                <c:pt idx="7996">
                  <c:v>36.6</c:v>
                </c:pt>
                <c:pt idx="7997">
                  <c:v>36.6</c:v>
                </c:pt>
                <c:pt idx="7998">
                  <c:v>36.6</c:v>
                </c:pt>
                <c:pt idx="7999">
                  <c:v>36.6</c:v>
                </c:pt>
                <c:pt idx="8000">
                  <c:v>36.6</c:v>
                </c:pt>
                <c:pt idx="8001">
                  <c:v>36.6</c:v>
                </c:pt>
                <c:pt idx="8002">
                  <c:v>36.6</c:v>
                </c:pt>
                <c:pt idx="8003">
                  <c:v>36.6</c:v>
                </c:pt>
                <c:pt idx="8004">
                  <c:v>36.6</c:v>
                </c:pt>
                <c:pt idx="8005">
                  <c:v>36.6</c:v>
                </c:pt>
                <c:pt idx="8006">
                  <c:v>36.6</c:v>
                </c:pt>
                <c:pt idx="8007">
                  <c:v>36.6</c:v>
                </c:pt>
                <c:pt idx="8008">
                  <c:v>36.6</c:v>
                </c:pt>
                <c:pt idx="8009">
                  <c:v>36.549999999999997</c:v>
                </c:pt>
                <c:pt idx="8010">
                  <c:v>36.549999999999997</c:v>
                </c:pt>
                <c:pt idx="8011">
                  <c:v>36.549999999999997</c:v>
                </c:pt>
                <c:pt idx="8012">
                  <c:v>36.549999999999997</c:v>
                </c:pt>
                <c:pt idx="8013">
                  <c:v>36.549999999999997</c:v>
                </c:pt>
                <c:pt idx="8014">
                  <c:v>36.549999999999997</c:v>
                </c:pt>
                <c:pt idx="8015">
                  <c:v>36.549999999999997</c:v>
                </c:pt>
                <c:pt idx="8016">
                  <c:v>36.549999999999997</c:v>
                </c:pt>
                <c:pt idx="8017">
                  <c:v>36.549999999999997</c:v>
                </c:pt>
                <c:pt idx="8018">
                  <c:v>36.549999999999997</c:v>
                </c:pt>
                <c:pt idx="8019">
                  <c:v>36.549999999999997</c:v>
                </c:pt>
                <c:pt idx="8020">
                  <c:v>36.549999999999997</c:v>
                </c:pt>
                <c:pt idx="8021">
                  <c:v>36.549999999999997</c:v>
                </c:pt>
                <c:pt idx="8022">
                  <c:v>36.549999999999997</c:v>
                </c:pt>
                <c:pt idx="8023">
                  <c:v>36.549999999999997</c:v>
                </c:pt>
                <c:pt idx="8024">
                  <c:v>36.549999999999997</c:v>
                </c:pt>
                <c:pt idx="8025">
                  <c:v>36.549999999999997</c:v>
                </c:pt>
                <c:pt idx="8026">
                  <c:v>36.549999999999997</c:v>
                </c:pt>
                <c:pt idx="8027">
                  <c:v>36.549999999999997</c:v>
                </c:pt>
                <c:pt idx="8028">
                  <c:v>36.549999999999997</c:v>
                </c:pt>
                <c:pt idx="8029">
                  <c:v>36.549999999999997</c:v>
                </c:pt>
                <c:pt idx="8030">
                  <c:v>36.549999999999997</c:v>
                </c:pt>
                <c:pt idx="8031">
                  <c:v>36.549999999999997</c:v>
                </c:pt>
                <c:pt idx="8032">
                  <c:v>36.549999999999997</c:v>
                </c:pt>
                <c:pt idx="8033">
                  <c:v>36.549999999999997</c:v>
                </c:pt>
                <c:pt idx="8034">
                  <c:v>36.549999999999997</c:v>
                </c:pt>
                <c:pt idx="8035">
                  <c:v>36.549999999999997</c:v>
                </c:pt>
                <c:pt idx="8036">
                  <c:v>36.549999999999997</c:v>
                </c:pt>
                <c:pt idx="8037">
                  <c:v>36.549999999999997</c:v>
                </c:pt>
                <c:pt idx="8038">
                  <c:v>36.549999999999997</c:v>
                </c:pt>
                <c:pt idx="8039">
                  <c:v>36.549999999999997</c:v>
                </c:pt>
                <c:pt idx="8040">
                  <c:v>36.549999999999997</c:v>
                </c:pt>
                <c:pt idx="8041">
                  <c:v>36.5</c:v>
                </c:pt>
                <c:pt idx="8042">
                  <c:v>36.5</c:v>
                </c:pt>
                <c:pt idx="8043">
                  <c:v>36.5</c:v>
                </c:pt>
                <c:pt idx="8044">
                  <c:v>36.5</c:v>
                </c:pt>
                <c:pt idx="8045">
                  <c:v>36.5</c:v>
                </c:pt>
                <c:pt idx="8046">
                  <c:v>36.5</c:v>
                </c:pt>
                <c:pt idx="8047">
                  <c:v>36.5</c:v>
                </c:pt>
                <c:pt idx="8048">
                  <c:v>36.5</c:v>
                </c:pt>
                <c:pt idx="8049">
                  <c:v>36.5</c:v>
                </c:pt>
                <c:pt idx="8050">
                  <c:v>36.5</c:v>
                </c:pt>
                <c:pt idx="8051">
                  <c:v>36.5</c:v>
                </c:pt>
                <c:pt idx="8052">
                  <c:v>36.5</c:v>
                </c:pt>
                <c:pt idx="8053">
                  <c:v>36.5</c:v>
                </c:pt>
                <c:pt idx="8054">
                  <c:v>36.5</c:v>
                </c:pt>
                <c:pt idx="8055">
                  <c:v>36.5</c:v>
                </c:pt>
                <c:pt idx="8056">
                  <c:v>36.5</c:v>
                </c:pt>
                <c:pt idx="8057">
                  <c:v>36.5</c:v>
                </c:pt>
                <c:pt idx="8058">
                  <c:v>36.5</c:v>
                </c:pt>
                <c:pt idx="8059">
                  <c:v>36.5</c:v>
                </c:pt>
                <c:pt idx="8060">
                  <c:v>36.5</c:v>
                </c:pt>
                <c:pt idx="8061">
                  <c:v>36.5</c:v>
                </c:pt>
                <c:pt idx="8062">
                  <c:v>36.5</c:v>
                </c:pt>
                <c:pt idx="8063">
                  <c:v>36.5</c:v>
                </c:pt>
                <c:pt idx="8064">
                  <c:v>36.5</c:v>
                </c:pt>
                <c:pt idx="8065">
                  <c:v>36.5</c:v>
                </c:pt>
                <c:pt idx="8066">
                  <c:v>36.5</c:v>
                </c:pt>
                <c:pt idx="8067">
                  <c:v>36.5</c:v>
                </c:pt>
                <c:pt idx="8068">
                  <c:v>36.5</c:v>
                </c:pt>
                <c:pt idx="8069">
                  <c:v>36.5</c:v>
                </c:pt>
                <c:pt idx="8070">
                  <c:v>36.5</c:v>
                </c:pt>
                <c:pt idx="8071">
                  <c:v>36.5</c:v>
                </c:pt>
                <c:pt idx="8072">
                  <c:v>36.450000000000003</c:v>
                </c:pt>
                <c:pt idx="8073">
                  <c:v>36.450000000000003</c:v>
                </c:pt>
                <c:pt idx="8074">
                  <c:v>36.450000000000003</c:v>
                </c:pt>
                <c:pt idx="8075">
                  <c:v>36.450000000000003</c:v>
                </c:pt>
                <c:pt idx="8076">
                  <c:v>36.450000000000003</c:v>
                </c:pt>
                <c:pt idx="8077">
                  <c:v>36.450000000000003</c:v>
                </c:pt>
                <c:pt idx="8078">
                  <c:v>36.450000000000003</c:v>
                </c:pt>
                <c:pt idx="8079">
                  <c:v>36.450000000000003</c:v>
                </c:pt>
                <c:pt idx="8080">
                  <c:v>36.450000000000003</c:v>
                </c:pt>
                <c:pt idx="8081">
                  <c:v>36.450000000000003</c:v>
                </c:pt>
                <c:pt idx="8082">
                  <c:v>36.450000000000003</c:v>
                </c:pt>
                <c:pt idx="8083">
                  <c:v>36.450000000000003</c:v>
                </c:pt>
                <c:pt idx="8084">
                  <c:v>36.450000000000003</c:v>
                </c:pt>
                <c:pt idx="8085">
                  <c:v>36.450000000000003</c:v>
                </c:pt>
                <c:pt idx="8086">
                  <c:v>36.450000000000003</c:v>
                </c:pt>
                <c:pt idx="8087">
                  <c:v>36.450000000000003</c:v>
                </c:pt>
                <c:pt idx="8088">
                  <c:v>36.450000000000003</c:v>
                </c:pt>
                <c:pt idx="8089">
                  <c:v>36.450000000000003</c:v>
                </c:pt>
                <c:pt idx="8090">
                  <c:v>36.450000000000003</c:v>
                </c:pt>
                <c:pt idx="8091">
                  <c:v>36.450000000000003</c:v>
                </c:pt>
                <c:pt idx="8092">
                  <c:v>36.450000000000003</c:v>
                </c:pt>
                <c:pt idx="8093">
                  <c:v>36.450000000000003</c:v>
                </c:pt>
                <c:pt idx="8094">
                  <c:v>36.450000000000003</c:v>
                </c:pt>
                <c:pt idx="8095">
                  <c:v>36.450000000000003</c:v>
                </c:pt>
                <c:pt idx="8096">
                  <c:v>36.450000000000003</c:v>
                </c:pt>
                <c:pt idx="8097">
                  <c:v>36.450000000000003</c:v>
                </c:pt>
                <c:pt idx="8098">
                  <c:v>36.450000000000003</c:v>
                </c:pt>
                <c:pt idx="8099">
                  <c:v>36.450000000000003</c:v>
                </c:pt>
                <c:pt idx="8100">
                  <c:v>36.450000000000003</c:v>
                </c:pt>
                <c:pt idx="8101">
                  <c:v>36.450000000000003</c:v>
                </c:pt>
                <c:pt idx="8102">
                  <c:v>36.4</c:v>
                </c:pt>
                <c:pt idx="8103">
                  <c:v>36.4</c:v>
                </c:pt>
                <c:pt idx="8104">
                  <c:v>36.4</c:v>
                </c:pt>
                <c:pt idx="8105">
                  <c:v>36.4</c:v>
                </c:pt>
                <c:pt idx="8106">
                  <c:v>36.4</c:v>
                </c:pt>
                <c:pt idx="8107">
                  <c:v>36.4</c:v>
                </c:pt>
                <c:pt idx="8108">
                  <c:v>36.4</c:v>
                </c:pt>
                <c:pt idx="8109">
                  <c:v>36.4</c:v>
                </c:pt>
                <c:pt idx="8110">
                  <c:v>36.4</c:v>
                </c:pt>
                <c:pt idx="8111">
                  <c:v>36.4</c:v>
                </c:pt>
                <c:pt idx="8112">
                  <c:v>36.4</c:v>
                </c:pt>
                <c:pt idx="8113">
                  <c:v>36.4</c:v>
                </c:pt>
                <c:pt idx="8114">
                  <c:v>36.4</c:v>
                </c:pt>
                <c:pt idx="8115">
                  <c:v>36.4</c:v>
                </c:pt>
                <c:pt idx="8116">
                  <c:v>36.4</c:v>
                </c:pt>
                <c:pt idx="8117">
                  <c:v>36.4</c:v>
                </c:pt>
                <c:pt idx="8118">
                  <c:v>36.4</c:v>
                </c:pt>
                <c:pt idx="8119">
                  <c:v>36.4</c:v>
                </c:pt>
                <c:pt idx="8120">
                  <c:v>36.4</c:v>
                </c:pt>
                <c:pt idx="8121">
                  <c:v>36.4</c:v>
                </c:pt>
                <c:pt idx="8122">
                  <c:v>36.4</c:v>
                </c:pt>
                <c:pt idx="8123">
                  <c:v>36.4</c:v>
                </c:pt>
                <c:pt idx="8124">
                  <c:v>36.4</c:v>
                </c:pt>
                <c:pt idx="8125">
                  <c:v>36.4</c:v>
                </c:pt>
                <c:pt idx="8126">
                  <c:v>36.4</c:v>
                </c:pt>
                <c:pt idx="8127">
                  <c:v>36.4</c:v>
                </c:pt>
                <c:pt idx="8128">
                  <c:v>36.4</c:v>
                </c:pt>
                <c:pt idx="8129">
                  <c:v>36.4</c:v>
                </c:pt>
                <c:pt idx="8130">
                  <c:v>36.4</c:v>
                </c:pt>
                <c:pt idx="8131">
                  <c:v>36.4</c:v>
                </c:pt>
                <c:pt idx="8132">
                  <c:v>36.35</c:v>
                </c:pt>
                <c:pt idx="8133">
                  <c:v>36.35</c:v>
                </c:pt>
                <c:pt idx="8134">
                  <c:v>36.35</c:v>
                </c:pt>
                <c:pt idx="8135">
                  <c:v>36.35</c:v>
                </c:pt>
                <c:pt idx="8136">
                  <c:v>36.35</c:v>
                </c:pt>
                <c:pt idx="8137">
                  <c:v>36.35</c:v>
                </c:pt>
                <c:pt idx="8138">
                  <c:v>36.35</c:v>
                </c:pt>
                <c:pt idx="8139">
                  <c:v>36.35</c:v>
                </c:pt>
                <c:pt idx="8140">
                  <c:v>36.35</c:v>
                </c:pt>
                <c:pt idx="8141">
                  <c:v>36.35</c:v>
                </c:pt>
                <c:pt idx="8142">
                  <c:v>36.35</c:v>
                </c:pt>
                <c:pt idx="8143">
                  <c:v>36.35</c:v>
                </c:pt>
                <c:pt idx="8144">
                  <c:v>36.35</c:v>
                </c:pt>
                <c:pt idx="8145">
                  <c:v>36.35</c:v>
                </c:pt>
                <c:pt idx="8146">
                  <c:v>36.35</c:v>
                </c:pt>
                <c:pt idx="8147">
                  <c:v>36.35</c:v>
                </c:pt>
                <c:pt idx="8148">
                  <c:v>36.35</c:v>
                </c:pt>
                <c:pt idx="8149">
                  <c:v>36.35</c:v>
                </c:pt>
                <c:pt idx="8150">
                  <c:v>36.35</c:v>
                </c:pt>
                <c:pt idx="8151">
                  <c:v>36.35</c:v>
                </c:pt>
                <c:pt idx="8152">
                  <c:v>36.35</c:v>
                </c:pt>
                <c:pt idx="8153">
                  <c:v>36.35</c:v>
                </c:pt>
                <c:pt idx="8154">
                  <c:v>36.35</c:v>
                </c:pt>
                <c:pt idx="8155">
                  <c:v>36.35</c:v>
                </c:pt>
                <c:pt idx="8156">
                  <c:v>36.35</c:v>
                </c:pt>
                <c:pt idx="8157">
                  <c:v>36.35</c:v>
                </c:pt>
                <c:pt idx="8158">
                  <c:v>36.35</c:v>
                </c:pt>
                <c:pt idx="8159">
                  <c:v>36.35</c:v>
                </c:pt>
                <c:pt idx="8160">
                  <c:v>36.35</c:v>
                </c:pt>
                <c:pt idx="8161">
                  <c:v>36.35</c:v>
                </c:pt>
                <c:pt idx="8162">
                  <c:v>36.35</c:v>
                </c:pt>
                <c:pt idx="8163">
                  <c:v>36.299999999999997</c:v>
                </c:pt>
                <c:pt idx="8164">
                  <c:v>36.299999999999997</c:v>
                </c:pt>
                <c:pt idx="8165">
                  <c:v>36.299999999999997</c:v>
                </c:pt>
                <c:pt idx="8166">
                  <c:v>36.299999999999997</c:v>
                </c:pt>
                <c:pt idx="8167">
                  <c:v>36.299999999999997</c:v>
                </c:pt>
                <c:pt idx="8168">
                  <c:v>36.299999999999997</c:v>
                </c:pt>
                <c:pt idx="8169">
                  <c:v>36.299999999999997</c:v>
                </c:pt>
                <c:pt idx="8170">
                  <c:v>36.299999999999997</c:v>
                </c:pt>
                <c:pt idx="8171">
                  <c:v>36.299999999999997</c:v>
                </c:pt>
                <c:pt idx="8172">
                  <c:v>36.299999999999997</c:v>
                </c:pt>
                <c:pt idx="8173">
                  <c:v>36.299999999999997</c:v>
                </c:pt>
                <c:pt idx="8174">
                  <c:v>36.299999999999997</c:v>
                </c:pt>
                <c:pt idx="8175">
                  <c:v>36.299999999999997</c:v>
                </c:pt>
                <c:pt idx="8176">
                  <c:v>36.299999999999997</c:v>
                </c:pt>
                <c:pt idx="8177">
                  <c:v>36.299999999999997</c:v>
                </c:pt>
                <c:pt idx="8178">
                  <c:v>36.299999999999997</c:v>
                </c:pt>
                <c:pt idx="8179">
                  <c:v>36.299999999999997</c:v>
                </c:pt>
                <c:pt idx="8180">
                  <c:v>36.299999999999997</c:v>
                </c:pt>
                <c:pt idx="8181">
                  <c:v>36.299999999999997</c:v>
                </c:pt>
                <c:pt idx="8182">
                  <c:v>36.299999999999997</c:v>
                </c:pt>
                <c:pt idx="8183">
                  <c:v>36.299999999999997</c:v>
                </c:pt>
                <c:pt idx="8184">
                  <c:v>36.299999999999997</c:v>
                </c:pt>
                <c:pt idx="8185">
                  <c:v>36.299999999999997</c:v>
                </c:pt>
                <c:pt idx="8186">
                  <c:v>36.299999999999997</c:v>
                </c:pt>
                <c:pt idx="8187">
                  <c:v>36.299999999999997</c:v>
                </c:pt>
                <c:pt idx="8188">
                  <c:v>36.299999999999997</c:v>
                </c:pt>
                <c:pt idx="8189">
                  <c:v>36.299999999999997</c:v>
                </c:pt>
                <c:pt idx="8190">
                  <c:v>36.25</c:v>
                </c:pt>
                <c:pt idx="8191">
                  <c:v>36.25</c:v>
                </c:pt>
                <c:pt idx="8192">
                  <c:v>36.25</c:v>
                </c:pt>
                <c:pt idx="8193">
                  <c:v>36.25</c:v>
                </c:pt>
                <c:pt idx="8194">
                  <c:v>36.25</c:v>
                </c:pt>
                <c:pt idx="8195">
                  <c:v>36.25</c:v>
                </c:pt>
                <c:pt idx="8196">
                  <c:v>36.25</c:v>
                </c:pt>
                <c:pt idx="8197">
                  <c:v>36.25</c:v>
                </c:pt>
                <c:pt idx="8198">
                  <c:v>36.25</c:v>
                </c:pt>
                <c:pt idx="8199">
                  <c:v>36.25</c:v>
                </c:pt>
                <c:pt idx="8200">
                  <c:v>36.25</c:v>
                </c:pt>
                <c:pt idx="8201">
                  <c:v>36.25</c:v>
                </c:pt>
                <c:pt idx="8202">
                  <c:v>36.25</c:v>
                </c:pt>
                <c:pt idx="8203">
                  <c:v>36.25</c:v>
                </c:pt>
                <c:pt idx="8204">
                  <c:v>36.25</c:v>
                </c:pt>
                <c:pt idx="8205">
                  <c:v>36.25</c:v>
                </c:pt>
                <c:pt idx="8206">
                  <c:v>36.25</c:v>
                </c:pt>
                <c:pt idx="8207">
                  <c:v>36.25</c:v>
                </c:pt>
                <c:pt idx="8208">
                  <c:v>36.25</c:v>
                </c:pt>
                <c:pt idx="8209">
                  <c:v>36.25</c:v>
                </c:pt>
                <c:pt idx="8210">
                  <c:v>36.25</c:v>
                </c:pt>
                <c:pt idx="8211">
                  <c:v>36.25</c:v>
                </c:pt>
                <c:pt idx="8212">
                  <c:v>36.25</c:v>
                </c:pt>
                <c:pt idx="8213">
                  <c:v>36.25</c:v>
                </c:pt>
                <c:pt idx="8214">
                  <c:v>36.25</c:v>
                </c:pt>
                <c:pt idx="8215">
                  <c:v>36.25</c:v>
                </c:pt>
                <c:pt idx="8216">
                  <c:v>36.25</c:v>
                </c:pt>
                <c:pt idx="8217">
                  <c:v>36.25</c:v>
                </c:pt>
                <c:pt idx="8218">
                  <c:v>36.25</c:v>
                </c:pt>
                <c:pt idx="8219">
                  <c:v>36.25</c:v>
                </c:pt>
                <c:pt idx="8220">
                  <c:v>36.200000000000003</c:v>
                </c:pt>
                <c:pt idx="8221">
                  <c:v>36.25</c:v>
                </c:pt>
                <c:pt idx="8222">
                  <c:v>36.200000000000003</c:v>
                </c:pt>
                <c:pt idx="8223">
                  <c:v>36.200000000000003</c:v>
                </c:pt>
                <c:pt idx="8224">
                  <c:v>36.200000000000003</c:v>
                </c:pt>
                <c:pt idx="8225">
                  <c:v>36.200000000000003</c:v>
                </c:pt>
                <c:pt idx="8226">
                  <c:v>36.200000000000003</c:v>
                </c:pt>
                <c:pt idx="8227">
                  <c:v>36.200000000000003</c:v>
                </c:pt>
                <c:pt idx="8228">
                  <c:v>36.200000000000003</c:v>
                </c:pt>
                <c:pt idx="8229">
                  <c:v>36.200000000000003</c:v>
                </c:pt>
                <c:pt idx="8230">
                  <c:v>36.200000000000003</c:v>
                </c:pt>
                <c:pt idx="8231">
                  <c:v>36.200000000000003</c:v>
                </c:pt>
                <c:pt idx="8232">
                  <c:v>36.200000000000003</c:v>
                </c:pt>
                <c:pt idx="8233">
                  <c:v>36.200000000000003</c:v>
                </c:pt>
                <c:pt idx="8234">
                  <c:v>36.200000000000003</c:v>
                </c:pt>
                <c:pt idx="8235">
                  <c:v>36.200000000000003</c:v>
                </c:pt>
                <c:pt idx="8236">
                  <c:v>36.200000000000003</c:v>
                </c:pt>
                <c:pt idx="8237">
                  <c:v>36.200000000000003</c:v>
                </c:pt>
                <c:pt idx="8238">
                  <c:v>36.200000000000003</c:v>
                </c:pt>
                <c:pt idx="8239">
                  <c:v>36.200000000000003</c:v>
                </c:pt>
                <c:pt idx="8240">
                  <c:v>36.200000000000003</c:v>
                </c:pt>
                <c:pt idx="8241">
                  <c:v>36.200000000000003</c:v>
                </c:pt>
                <c:pt idx="8242">
                  <c:v>36.200000000000003</c:v>
                </c:pt>
                <c:pt idx="8243">
                  <c:v>36.200000000000003</c:v>
                </c:pt>
                <c:pt idx="8244">
                  <c:v>36.200000000000003</c:v>
                </c:pt>
                <c:pt idx="8245">
                  <c:v>36.200000000000003</c:v>
                </c:pt>
                <c:pt idx="8246">
                  <c:v>36.200000000000003</c:v>
                </c:pt>
                <c:pt idx="8247">
                  <c:v>36.200000000000003</c:v>
                </c:pt>
                <c:pt idx="8248">
                  <c:v>36.200000000000003</c:v>
                </c:pt>
                <c:pt idx="8249">
                  <c:v>36.200000000000003</c:v>
                </c:pt>
                <c:pt idx="8250">
                  <c:v>36.200000000000003</c:v>
                </c:pt>
                <c:pt idx="8251">
                  <c:v>36.200000000000003</c:v>
                </c:pt>
                <c:pt idx="8252">
                  <c:v>36.200000000000003</c:v>
                </c:pt>
                <c:pt idx="8253">
                  <c:v>36.200000000000003</c:v>
                </c:pt>
                <c:pt idx="8254">
                  <c:v>36.200000000000003</c:v>
                </c:pt>
                <c:pt idx="8255">
                  <c:v>36.15</c:v>
                </c:pt>
                <c:pt idx="8256">
                  <c:v>36.15</c:v>
                </c:pt>
                <c:pt idx="8257">
                  <c:v>36.15</c:v>
                </c:pt>
                <c:pt idx="8258">
                  <c:v>36.15</c:v>
                </c:pt>
                <c:pt idx="8259">
                  <c:v>36.15</c:v>
                </c:pt>
                <c:pt idx="8260">
                  <c:v>36.15</c:v>
                </c:pt>
                <c:pt idx="8261">
                  <c:v>36.15</c:v>
                </c:pt>
                <c:pt idx="8262">
                  <c:v>36.15</c:v>
                </c:pt>
                <c:pt idx="8263">
                  <c:v>36.15</c:v>
                </c:pt>
                <c:pt idx="8264">
                  <c:v>36.15</c:v>
                </c:pt>
                <c:pt idx="8265">
                  <c:v>36.15</c:v>
                </c:pt>
                <c:pt idx="8266">
                  <c:v>36.15</c:v>
                </c:pt>
                <c:pt idx="8267">
                  <c:v>36.15</c:v>
                </c:pt>
                <c:pt idx="8268">
                  <c:v>36.15</c:v>
                </c:pt>
                <c:pt idx="8269">
                  <c:v>36.15</c:v>
                </c:pt>
                <c:pt idx="8270">
                  <c:v>36.15</c:v>
                </c:pt>
                <c:pt idx="8271">
                  <c:v>36.15</c:v>
                </c:pt>
                <c:pt idx="8272">
                  <c:v>36.15</c:v>
                </c:pt>
                <c:pt idx="8273">
                  <c:v>36.15</c:v>
                </c:pt>
                <c:pt idx="8274">
                  <c:v>36.15</c:v>
                </c:pt>
                <c:pt idx="8275">
                  <c:v>36.15</c:v>
                </c:pt>
                <c:pt idx="8276">
                  <c:v>36.15</c:v>
                </c:pt>
                <c:pt idx="8277">
                  <c:v>36.15</c:v>
                </c:pt>
                <c:pt idx="8278">
                  <c:v>36.15</c:v>
                </c:pt>
                <c:pt idx="8279">
                  <c:v>36.15</c:v>
                </c:pt>
                <c:pt idx="8280">
                  <c:v>36.15</c:v>
                </c:pt>
                <c:pt idx="8281">
                  <c:v>36.15</c:v>
                </c:pt>
                <c:pt idx="8282">
                  <c:v>36.15</c:v>
                </c:pt>
                <c:pt idx="8283">
                  <c:v>36.1</c:v>
                </c:pt>
                <c:pt idx="8284">
                  <c:v>36.1</c:v>
                </c:pt>
                <c:pt idx="8285">
                  <c:v>36.1</c:v>
                </c:pt>
                <c:pt idx="8286">
                  <c:v>36.1</c:v>
                </c:pt>
                <c:pt idx="8287">
                  <c:v>36.1</c:v>
                </c:pt>
                <c:pt idx="8288">
                  <c:v>36.1</c:v>
                </c:pt>
                <c:pt idx="8289">
                  <c:v>36.1</c:v>
                </c:pt>
                <c:pt idx="8290">
                  <c:v>36.1</c:v>
                </c:pt>
                <c:pt idx="8291">
                  <c:v>36.1</c:v>
                </c:pt>
                <c:pt idx="8292">
                  <c:v>36.1</c:v>
                </c:pt>
                <c:pt idx="8293">
                  <c:v>36.1</c:v>
                </c:pt>
                <c:pt idx="8294">
                  <c:v>36.1</c:v>
                </c:pt>
                <c:pt idx="8295">
                  <c:v>36.1</c:v>
                </c:pt>
                <c:pt idx="8296">
                  <c:v>36.1</c:v>
                </c:pt>
                <c:pt idx="8297">
                  <c:v>36.1</c:v>
                </c:pt>
                <c:pt idx="8298">
                  <c:v>36.1</c:v>
                </c:pt>
                <c:pt idx="8299">
                  <c:v>36.1</c:v>
                </c:pt>
                <c:pt idx="8300">
                  <c:v>36.1</c:v>
                </c:pt>
                <c:pt idx="8301">
                  <c:v>36.1</c:v>
                </c:pt>
                <c:pt idx="8302">
                  <c:v>36.1</c:v>
                </c:pt>
                <c:pt idx="8303">
                  <c:v>36.1</c:v>
                </c:pt>
                <c:pt idx="8304">
                  <c:v>36.1</c:v>
                </c:pt>
                <c:pt idx="8305">
                  <c:v>36.1</c:v>
                </c:pt>
                <c:pt idx="8306">
                  <c:v>36.1</c:v>
                </c:pt>
                <c:pt idx="8307">
                  <c:v>36.1</c:v>
                </c:pt>
                <c:pt idx="8308">
                  <c:v>36.1</c:v>
                </c:pt>
                <c:pt idx="8309">
                  <c:v>36.1</c:v>
                </c:pt>
                <c:pt idx="8310">
                  <c:v>36.1</c:v>
                </c:pt>
                <c:pt idx="8311">
                  <c:v>36.1</c:v>
                </c:pt>
                <c:pt idx="8312">
                  <c:v>36.1</c:v>
                </c:pt>
                <c:pt idx="8313">
                  <c:v>36.1</c:v>
                </c:pt>
                <c:pt idx="8314">
                  <c:v>36.1</c:v>
                </c:pt>
                <c:pt idx="8315">
                  <c:v>36.049999999999997</c:v>
                </c:pt>
                <c:pt idx="8316">
                  <c:v>36.049999999999997</c:v>
                </c:pt>
                <c:pt idx="8317">
                  <c:v>36.049999999999997</c:v>
                </c:pt>
                <c:pt idx="8318">
                  <c:v>36.049999999999997</c:v>
                </c:pt>
                <c:pt idx="8319">
                  <c:v>36.049999999999997</c:v>
                </c:pt>
                <c:pt idx="8320">
                  <c:v>36.049999999999997</c:v>
                </c:pt>
                <c:pt idx="8321">
                  <c:v>36.049999999999997</c:v>
                </c:pt>
                <c:pt idx="8322">
                  <c:v>36.049999999999997</c:v>
                </c:pt>
                <c:pt idx="8323">
                  <c:v>36.049999999999997</c:v>
                </c:pt>
                <c:pt idx="8324">
                  <c:v>36.049999999999997</c:v>
                </c:pt>
                <c:pt idx="8325">
                  <c:v>36.049999999999997</c:v>
                </c:pt>
                <c:pt idx="8326">
                  <c:v>36.049999999999997</c:v>
                </c:pt>
                <c:pt idx="8327">
                  <c:v>36.049999999999997</c:v>
                </c:pt>
                <c:pt idx="8328">
                  <c:v>36.049999999999997</c:v>
                </c:pt>
                <c:pt idx="8329">
                  <c:v>36.049999999999997</c:v>
                </c:pt>
                <c:pt idx="8330">
                  <c:v>36.049999999999997</c:v>
                </c:pt>
                <c:pt idx="8331">
                  <c:v>36.049999999999997</c:v>
                </c:pt>
                <c:pt idx="8332">
                  <c:v>36.049999999999997</c:v>
                </c:pt>
                <c:pt idx="8333">
                  <c:v>36.049999999999997</c:v>
                </c:pt>
                <c:pt idx="8334">
                  <c:v>36.049999999999997</c:v>
                </c:pt>
                <c:pt idx="8335">
                  <c:v>36.049999999999997</c:v>
                </c:pt>
                <c:pt idx="8336">
                  <c:v>36.049999999999997</c:v>
                </c:pt>
                <c:pt idx="8337">
                  <c:v>36.049999999999997</c:v>
                </c:pt>
                <c:pt idx="8338">
                  <c:v>36.049999999999997</c:v>
                </c:pt>
                <c:pt idx="8339">
                  <c:v>36.049999999999997</c:v>
                </c:pt>
                <c:pt idx="8340">
                  <c:v>36.049999999999997</c:v>
                </c:pt>
                <c:pt idx="8341">
                  <c:v>36.049999999999997</c:v>
                </c:pt>
                <c:pt idx="8342">
                  <c:v>36.049999999999997</c:v>
                </c:pt>
                <c:pt idx="8343">
                  <c:v>36.049999999999997</c:v>
                </c:pt>
                <c:pt idx="8344">
                  <c:v>36.049999999999997</c:v>
                </c:pt>
                <c:pt idx="8345">
                  <c:v>36.049999999999997</c:v>
                </c:pt>
                <c:pt idx="8346">
                  <c:v>36</c:v>
                </c:pt>
                <c:pt idx="8347">
                  <c:v>36</c:v>
                </c:pt>
                <c:pt idx="8348">
                  <c:v>36</c:v>
                </c:pt>
                <c:pt idx="8349">
                  <c:v>36</c:v>
                </c:pt>
                <c:pt idx="8350">
                  <c:v>36</c:v>
                </c:pt>
                <c:pt idx="8351">
                  <c:v>36</c:v>
                </c:pt>
                <c:pt idx="8352">
                  <c:v>36</c:v>
                </c:pt>
                <c:pt idx="8353">
                  <c:v>36</c:v>
                </c:pt>
                <c:pt idx="8354">
                  <c:v>36</c:v>
                </c:pt>
                <c:pt idx="8355">
                  <c:v>36</c:v>
                </c:pt>
                <c:pt idx="8356">
                  <c:v>36</c:v>
                </c:pt>
                <c:pt idx="8357">
                  <c:v>36</c:v>
                </c:pt>
                <c:pt idx="8358">
                  <c:v>36</c:v>
                </c:pt>
                <c:pt idx="8359">
                  <c:v>36</c:v>
                </c:pt>
                <c:pt idx="8360">
                  <c:v>36</c:v>
                </c:pt>
                <c:pt idx="8361">
                  <c:v>36</c:v>
                </c:pt>
                <c:pt idx="8362">
                  <c:v>36</c:v>
                </c:pt>
                <c:pt idx="8363">
                  <c:v>36</c:v>
                </c:pt>
                <c:pt idx="8364">
                  <c:v>36</c:v>
                </c:pt>
                <c:pt idx="8365">
                  <c:v>36</c:v>
                </c:pt>
                <c:pt idx="8366">
                  <c:v>36</c:v>
                </c:pt>
                <c:pt idx="8367">
                  <c:v>36</c:v>
                </c:pt>
                <c:pt idx="8368">
                  <c:v>36</c:v>
                </c:pt>
                <c:pt idx="8369">
                  <c:v>36</c:v>
                </c:pt>
                <c:pt idx="8370">
                  <c:v>36</c:v>
                </c:pt>
                <c:pt idx="8371">
                  <c:v>36</c:v>
                </c:pt>
                <c:pt idx="8372">
                  <c:v>36</c:v>
                </c:pt>
                <c:pt idx="8373">
                  <c:v>36</c:v>
                </c:pt>
                <c:pt idx="8374">
                  <c:v>36</c:v>
                </c:pt>
                <c:pt idx="8375">
                  <c:v>36</c:v>
                </c:pt>
                <c:pt idx="8376">
                  <c:v>36</c:v>
                </c:pt>
                <c:pt idx="8377">
                  <c:v>36</c:v>
                </c:pt>
                <c:pt idx="8378">
                  <c:v>36</c:v>
                </c:pt>
                <c:pt idx="8379">
                  <c:v>36</c:v>
                </c:pt>
                <c:pt idx="8380">
                  <c:v>36</c:v>
                </c:pt>
                <c:pt idx="8381">
                  <c:v>36</c:v>
                </c:pt>
                <c:pt idx="8382">
                  <c:v>36</c:v>
                </c:pt>
                <c:pt idx="8383">
                  <c:v>36</c:v>
                </c:pt>
                <c:pt idx="8384">
                  <c:v>36</c:v>
                </c:pt>
                <c:pt idx="8385">
                  <c:v>36</c:v>
                </c:pt>
                <c:pt idx="8386">
                  <c:v>36</c:v>
                </c:pt>
                <c:pt idx="8387">
                  <c:v>36</c:v>
                </c:pt>
                <c:pt idx="8388">
                  <c:v>36</c:v>
                </c:pt>
                <c:pt idx="8389">
                  <c:v>36</c:v>
                </c:pt>
                <c:pt idx="8390">
                  <c:v>36</c:v>
                </c:pt>
                <c:pt idx="8391">
                  <c:v>36</c:v>
                </c:pt>
                <c:pt idx="8392">
                  <c:v>36</c:v>
                </c:pt>
                <c:pt idx="8393">
                  <c:v>36</c:v>
                </c:pt>
                <c:pt idx="8394">
                  <c:v>36</c:v>
                </c:pt>
                <c:pt idx="8395">
                  <c:v>35.950000000000003</c:v>
                </c:pt>
                <c:pt idx="8396">
                  <c:v>36</c:v>
                </c:pt>
                <c:pt idx="8397">
                  <c:v>35.950000000000003</c:v>
                </c:pt>
                <c:pt idx="8398">
                  <c:v>36</c:v>
                </c:pt>
                <c:pt idx="8399">
                  <c:v>36</c:v>
                </c:pt>
                <c:pt idx="8400">
                  <c:v>35.950000000000003</c:v>
                </c:pt>
                <c:pt idx="8401">
                  <c:v>36</c:v>
                </c:pt>
                <c:pt idx="8402">
                  <c:v>36</c:v>
                </c:pt>
                <c:pt idx="8403">
                  <c:v>36</c:v>
                </c:pt>
                <c:pt idx="8404">
                  <c:v>36</c:v>
                </c:pt>
                <c:pt idx="8405">
                  <c:v>35.950000000000003</c:v>
                </c:pt>
                <c:pt idx="8406">
                  <c:v>35.950000000000003</c:v>
                </c:pt>
                <c:pt idx="8407">
                  <c:v>35.950000000000003</c:v>
                </c:pt>
                <c:pt idx="8408">
                  <c:v>35.950000000000003</c:v>
                </c:pt>
                <c:pt idx="8409">
                  <c:v>36</c:v>
                </c:pt>
                <c:pt idx="8410">
                  <c:v>35.950000000000003</c:v>
                </c:pt>
                <c:pt idx="8411">
                  <c:v>35.950000000000003</c:v>
                </c:pt>
                <c:pt idx="8412">
                  <c:v>35.950000000000003</c:v>
                </c:pt>
                <c:pt idx="8413">
                  <c:v>35.950000000000003</c:v>
                </c:pt>
                <c:pt idx="8414">
                  <c:v>35.950000000000003</c:v>
                </c:pt>
                <c:pt idx="8415">
                  <c:v>35.950000000000003</c:v>
                </c:pt>
                <c:pt idx="8416">
                  <c:v>35.950000000000003</c:v>
                </c:pt>
                <c:pt idx="8417">
                  <c:v>35.950000000000003</c:v>
                </c:pt>
                <c:pt idx="8418">
                  <c:v>35.950000000000003</c:v>
                </c:pt>
                <c:pt idx="8419">
                  <c:v>35.950000000000003</c:v>
                </c:pt>
                <c:pt idx="8420">
                  <c:v>35.950000000000003</c:v>
                </c:pt>
                <c:pt idx="8421">
                  <c:v>35.950000000000003</c:v>
                </c:pt>
                <c:pt idx="8422">
                  <c:v>35.950000000000003</c:v>
                </c:pt>
                <c:pt idx="8423">
                  <c:v>35.950000000000003</c:v>
                </c:pt>
                <c:pt idx="8424">
                  <c:v>35.950000000000003</c:v>
                </c:pt>
                <c:pt idx="8425">
                  <c:v>35.950000000000003</c:v>
                </c:pt>
                <c:pt idx="8426">
                  <c:v>35.950000000000003</c:v>
                </c:pt>
                <c:pt idx="8427">
                  <c:v>35.950000000000003</c:v>
                </c:pt>
                <c:pt idx="8428">
                  <c:v>35.950000000000003</c:v>
                </c:pt>
                <c:pt idx="8429">
                  <c:v>35.950000000000003</c:v>
                </c:pt>
                <c:pt idx="8430">
                  <c:v>35.950000000000003</c:v>
                </c:pt>
                <c:pt idx="8431">
                  <c:v>35.950000000000003</c:v>
                </c:pt>
                <c:pt idx="8432">
                  <c:v>35.950000000000003</c:v>
                </c:pt>
                <c:pt idx="8433">
                  <c:v>35.950000000000003</c:v>
                </c:pt>
                <c:pt idx="8434">
                  <c:v>35.950000000000003</c:v>
                </c:pt>
                <c:pt idx="8435">
                  <c:v>35.950000000000003</c:v>
                </c:pt>
                <c:pt idx="8436">
                  <c:v>35.950000000000003</c:v>
                </c:pt>
                <c:pt idx="8437">
                  <c:v>35.950000000000003</c:v>
                </c:pt>
                <c:pt idx="8438">
                  <c:v>35.950000000000003</c:v>
                </c:pt>
                <c:pt idx="8439">
                  <c:v>35.950000000000003</c:v>
                </c:pt>
                <c:pt idx="8440">
                  <c:v>35.9</c:v>
                </c:pt>
                <c:pt idx="8441">
                  <c:v>35.9</c:v>
                </c:pt>
                <c:pt idx="8442">
                  <c:v>35.9</c:v>
                </c:pt>
                <c:pt idx="8443">
                  <c:v>35.9</c:v>
                </c:pt>
                <c:pt idx="8444">
                  <c:v>35.9</c:v>
                </c:pt>
                <c:pt idx="8445">
                  <c:v>35.9</c:v>
                </c:pt>
                <c:pt idx="8446">
                  <c:v>35.9</c:v>
                </c:pt>
                <c:pt idx="8447">
                  <c:v>35.9</c:v>
                </c:pt>
                <c:pt idx="8448">
                  <c:v>35.9</c:v>
                </c:pt>
                <c:pt idx="8449">
                  <c:v>35.9</c:v>
                </c:pt>
                <c:pt idx="8450">
                  <c:v>35.9</c:v>
                </c:pt>
                <c:pt idx="8451">
                  <c:v>35.9</c:v>
                </c:pt>
                <c:pt idx="8452">
                  <c:v>35.9</c:v>
                </c:pt>
                <c:pt idx="8453">
                  <c:v>35.9</c:v>
                </c:pt>
                <c:pt idx="8454">
                  <c:v>35.9</c:v>
                </c:pt>
                <c:pt idx="8455">
                  <c:v>35.9</c:v>
                </c:pt>
                <c:pt idx="8456">
                  <c:v>35.85</c:v>
                </c:pt>
                <c:pt idx="8457">
                  <c:v>35.9</c:v>
                </c:pt>
                <c:pt idx="8458">
                  <c:v>35.9</c:v>
                </c:pt>
                <c:pt idx="8459">
                  <c:v>35.9</c:v>
                </c:pt>
                <c:pt idx="8460">
                  <c:v>35.9</c:v>
                </c:pt>
                <c:pt idx="8461">
                  <c:v>35.9</c:v>
                </c:pt>
                <c:pt idx="8462">
                  <c:v>35.9</c:v>
                </c:pt>
                <c:pt idx="8463">
                  <c:v>35.9</c:v>
                </c:pt>
                <c:pt idx="8464">
                  <c:v>35.9</c:v>
                </c:pt>
                <c:pt idx="8465">
                  <c:v>35.9</c:v>
                </c:pt>
                <c:pt idx="8466">
                  <c:v>35.9</c:v>
                </c:pt>
                <c:pt idx="8467">
                  <c:v>35.9</c:v>
                </c:pt>
                <c:pt idx="8468">
                  <c:v>35.9</c:v>
                </c:pt>
                <c:pt idx="8469">
                  <c:v>35.9</c:v>
                </c:pt>
                <c:pt idx="8470">
                  <c:v>35.85</c:v>
                </c:pt>
                <c:pt idx="8471">
                  <c:v>35.85</c:v>
                </c:pt>
                <c:pt idx="8472">
                  <c:v>35.85</c:v>
                </c:pt>
                <c:pt idx="8473">
                  <c:v>35.85</c:v>
                </c:pt>
                <c:pt idx="8474">
                  <c:v>35.85</c:v>
                </c:pt>
                <c:pt idx="8475">
                  <c:v>35.85</c:v>
                </c:pt>
                <c:pt idx="8476">
                  <c:v>35.85</c:v>
                </c:pt>
                <c:pt idx="8477">
                  <c:v>35.85</c:v>
                </c:pt>
                <c:pt idx="8478">
                  <c:v>35.85</c:v>
                </c:pt>
                <c:pt idx="8479">
                  <c:v>35.85</c:v>
                </c:pt>
                <c:pt idx="8480">
                  <c:v>35.85</c:v>
                </c:pt>
                <c:pt idx="8481">
                  <c:v>35.85</c:v>
                </c:pt>
                <c:pt idx="8482">
                  <c:v>35.85</c:v>
                </c:pt>
                <c:pt idx="8483">
                  <c:v>35.85</c:v>
                </c:pt>
                <c:pt idx="8484">
                  <c:v>35.85</c:v>
                </c:pt>
                <c:pt idx="8485">
                  <c:v>35.85</c:v>
                </c:pt>
                <c:pt idx="8486">
                  <c:v>35.85</c:v>
                </c:pt>
                <c:pt idx="8487">
                  <c:v>35.85</c:v>
                </c:pt>
                <c:pt idx="8488">
                  <c:v>35.85</c:v>
                </c:pt>
                <c:pt idx="8489">
                  <c:v>35.85</c:v>
                </c:pt>
                <c:pt idx="8490">
                  <c:v>35.85</c:v>
                </c:pt>
                <c:pt idx="8491">
                  <c:v>35.85</c:v>
                </c:pt>
                <c:pt idx="8492">
                  <c:v>35.85</c:v>
                </c:pt>
                <c:pt idx="8493">
                  <c:v>35.85</c:v>
                </c:pt>
                <c:pt idx="8494">
                  <c:v>35.85</c:v>
                </c:pt>
                <c:pt idx="8495">
                  <c:v>35.85</c:v>
                </c:pt>
                <c:pt idx="8496">
                  <c:v>35.85</c:v>
                </c:pt>
                <c:pt idx="8497">
                  <c:v>35.85</c:v>
                </c:pt>
                <c:pt idx="8498">
                  <c:v>35.85</c:v>
                </c:pt>
                <c:pt idx="8499">
                  <c:v>35.85</c:v>
                </c:pt>
                <c:pt idx="8500">
                  <c:v>35.85</c:v>
                </c:pt>
                <c:pt idx="8501">
                  <c:v>35.799999999999997</c:v>
                </c:pt>
                <c:pt idx="8502">
                  <c:v>35.799999999999997</c:v>
                </c:pt>
                <c:pt idx="8503">
                  <c:v>35.799999999999997</c:v>
                </c:pt>
                <c:pt idx="8504">
                  <c:v>35.799999999999997</c:v>
                </c:pt>
                <c:pt idx="8505">
                  <c:v>35.799999999999997</c:v>
                </c:pt>
                <c:pt idx="8506">
                  <c:v>35.799999999999997</c:v>
                </c:pt>
                <c:pt idx="8507">
                  <c:v>35.799999999999997</c:v>
                </c:pt>
                <c:pt idx="8508">
                  <c:v>35.799999999999997</c:v>
                </c:pt>
                <c:pt idx="8509">
                  <c:v>35.799999999999997</c:v>
                </c:pt>
                <c:pt idx="8510">
                  <c:v>35.799999999999997</c:v>
                </c:pt>
                <c:pt idx="8511">
                  <c:v>35.799999999999997</c:v>
                </c:pt>
                <c:pt idx="8512">
                  <c:v>35.799999999999997</c:v>
                </c:pt>
                <c:pt idx="8513">
                  <c:v>35.799999999999997</c:v>
                </c:pt>
                <c:pt idx="8514">
                  <c:v>35.799999999999997</c:v>
                </c:pt>
                <c:pt idx="8515">
                  <c:v>35.799999999999997</c:v>
                </c:pt>
                <c:pt idx="8516">
                  <c:v>35.799999999999997</c:v>
                </c:pt>
                <c:pt idx="8517">
                  <c:v>35.799999999999997</c:v>
                </c:pt>
                <c:pt idx="8518">
                  <c:v>35.799999999999997</c:v>
                </c:pt>
                <c:pt idx="8519">
                  <c:v>35.799999999999997</c:v>
                </c:pt>
                <c:pt idx="8520">
                  <c:v>35.799999999999997</c:v>
                </c:pt>
                <c:pt idx="8521">
                  <c:v>35.799999999999997</c:v>
                </c:pt>
                <c:pt idx="8522">
                  <c:v>35.799999999999997</c:v>
                </c:pt>
                <c:pt idx="8523">
                  <c:v>35.799999999999997</c:v>
                </c:pt>
                <c:pt idx="8524">
                  <c:v>35.799999999999997</c:v>
                </c:pt>
                <c:pt idx="8525">
                  <c:v>35.799999999999997</c:v>
                </c:pt>
                <c:pt idx="8526">
                  <c:v>35.799999999999997</c:v>
                </c:pt>
                <c:pt idx="8527">
                  <c:v>35.799999999999997</c:v>
                </c:pt>
                <c:pt idx="8528">
                  <c:v>35.799999999999997</c:v>
                </c:pt>
                <c:pt idx="8529">
                  <c:v>35.799999999999997</c:v>
                </c:pt>
                <c:pt idx="8530">
                  <c:v>35.799999999999997</c:v>
                </c:pt>
                <c:pt idx="8531">
                  <c:v>35.799999999999997</c:v>
                </c:pt>
                <c:pt idx="8532">
                  <c:v>35.799999999999997</c:v>
                </c:pt>
                <c:pt idx="8533">
                  <c:v>35.75</c:v>
                </c:pt>
                <c:pt idx="8534">
                  <c:v>35.75</c:v>
                </c:pt>
                <c:pt idx="8535">
                  <c:v>35.75</c:v>
                </c:pt>
                <c:pt idx="8536">
                  <c:v>35.799999999999997</c:v>
                </c:pt>
                <c:pt idx="8537">
                  <c:v>35.75</c:v>
                </c:pt>
                <c:pt idx="8538">
                  <c:v>35.75</c:v>
                </c:pt>
                <c:pt idx="8539">
                  <c:v>35.75</c:v>
                </c:pt>
                <c:pt idx="8540">
                  <c:v>35.75</c:v>
                </c:pt>
                <c:pt idx="8541">
                  <c:v>35.75</c:v>
                </c:pt>
                <c:pt idx="8542">
                  <c:v>35.75</c:v>
                </c:pt>
                <c:pt idx="8543">
                  <c:v>35.75</c:v>
                </c:pt>
                <c:pt idx="8544">
                  <c:v>35.75</c:v>
                </c:pt>
                <c:pt idx="8545">
                  <c:v>35.75</c:v>
                </c:pt>
                <c:pt idx="8546">
                  <c:v>35.75</c:v>
                </c:pt>
                <c:pt idx="8547">
                  <c:v>35.75</c:v>
                </c:pt>
                <c:pt idx="8548">
                  <c:v>35.75</c:v>
                </c:pt>
                <c:pt idx="8549">
                  <c:v>35.75</c:v>
                </c:pt>
                <c:pt idx="8550">
                  <c:v>35.75</c:v>
                </c:pt>
                <c:pt idx="8551">
                  <c:v>35.75</c:v>
                </c:pt>
                <c:pt idx="8552">
                  <c:v>35.75</c:v>
                </c:pt>
                <c:pt idx="8553">
                  <c:v>35.75</c:v>
                </c:pt>
                <c:pt idx="8554">
                  <c:v>35.75</c:v>
                </c:pt>
                <c:pt idx="8555">
                  <c:v>35.75</c:v>
                </c:pt>
                <c:pt idx="8556">
                  <c:v>35.75</c:v>
                </c:pt>
                <c:pt idx="8557">
                  <c:v>35.75</c:v>
                </c:pt>
                <c:pt idx="8558">
                  <c:v>35.75</c:v>
                </c:pt>
                <c:pt idx="8559">
                  <c:v>35.75</c:v>
                </c:pt>
                <c:pt idx="8560">
                  <c:v>35.75</c:v>
                </c:pt>
                <c:pt idx="8561">
                  <c:v>35.75</c:v>
                </c:pt>
                <c:pt idx="8562">
                  <c:v>35.75</c:v>
                </c:pt>
                <c:pt idx="8563">
                  <c:v>35.75</c:v>
                </c:pt>
                <c:pt idx="8564">
                  <c:v>35.75</c:v>
                </c:pt>
                <c:pt idx="8565">
                  <c:v>35.75</c:v>
                </c:pt>
                <c:pt idx="8566">
                  <c:v>35.700000000000003</c:v>
                </c:pt>
                <c:pt idx="8567">
                  <c:v>35.75</c:v>
                </c:pt>
                <c:pt idx="8568">
                  <c:v>35.700000000000003</c:v>
                </c:pt>
                <c:pt idx="8569">
                  <c:v>35.700000000000003</c:v>
                </c:pt>
                <c:pt idx="8570">
                  <c:v>35.700000000000003</c:v>
                </c:pt>
                <c:pt idx="8571">
                  <c:v>35.700000000000003</c:v>
                </c:pt>
                <c:pt idx="8572">
                  <c:v>35.700000000000003</c:v>
                </c:pt>
                <c:pt idx="8573">
                  <c:v>35.700000000000003</c:v>
                </c:pt>
                <c:pt idx="8574">
                  <c:v>35.700000000000003</c:v>
                </c:pt>
                <c:pt idx="8575">
                  <c:v>35.700000000000003</c:v>
                </c:pt>
                <c:pt idx="8576">
                  <c:v>35.700000000000003</c:v>
                </c:pt>
                <c:pt idx="8577">
                  <c:v>35.700000000000003</c:v>
                </c:pt>
                <c:pt idx="8578">
                  <c:v>35.700000000000003</c:v>
                </c:pt>
                <c:pt idx="8579">
                  <c:v>35.700000000000003</c:v>
                </c:pt>
                <c:pt idx="8580">
                  <c:v>35.700000000000003</c:v>
                </c:pt>
                <c:pt idx="8581">
                  <c:v>35.700000000000003</c:v>
                </c:pt>
                <c:pt idx="8582">
                  <c:v>35.700000000000003</c:v>
                </c:pt>
                <c:pt idx="8583">
                  <c:v>35.700000000000003</c:v>
                </c:pt>
                <c:pt idx="8584">
                  <c:v>35.700000000000003</c:v>
                </c:pt>
                <c:pt idx="8585">
                  <c:v>35.700000000000003</c:v>
                </c:pt>
                <c:pt idx="8586">
                  <c:v>35.700000000000003</c:v>
                </c:pt>
                <c:pt idx="8587">
                  <c:v>35.700000000000003</c:v>
                </c:pt>
                <c:pt idx="8588">
                  <c:v>35.700000000000003</c:v>
                </c:pt>
                <c:pt idx="8589">
                  <c:v>35.700000000000003</c:v>
                </c:pt>
                <c:pt idx="8590">
                  <c:v>35.700000000000003</c:v>
                </c:pt>
                <c:pt idx="8591">
                  <c:v>35.700000000000003</c:v>
                </c:pt>
                <c:pt idx="8592">
                  <c:v>35.700000000000003</c:v>
                </c:pt>
                <c:pt idx="8593">
                  <c:v>35.700000000000003</c:v>
                </c:pt>
                <c:pt idx="8594">
                  <c:v>35.700000000000003</c:v>
                </c:pt>
                <c:pt idx="8595">
                  <c:v>35.700000000000003</c:v>
                </c:pt>
                <c:pt idx="8596">
                  <c:v>35.700000000000003</c:v>
                </c:pt>
                <c:pt idx="8597">
                  <c:v>35.700000000000003</c:v>
                </c:pt>
                <c:pt idx="8598">
                  <c:v>35.700000000000003</c:v>
                </c:pt>
                <c:pt idx="8599">
                  <c:v>35.700000000000003</c:v>
                </c:pt>
                <c:pt idx="8600">
                  <c:v>35.700000000000003</c:v>
                </c:pt>
                <c:pt idx="8601">
                  <c:v>35.700000000000003</c:v>
                </c:pt>
                <c:pt idx="8602">
                  <c:v>35.65</c:v>
                </c:pt>
                <c:pt idx="8603">
                  <c:v>35.65</c:v>
                </c:pt>
                <c:pt idx="8604">
                  <c:v>35.65</c:v>
                </c:pt>
                <c:pt idx="8605">
                  <c:v>35.65</c:v>
                </c:pt>
                <c:pt idx="8606">
                  <c:v>35.65</c:v>
                </c:pt>
                <c:pt idx="8607">
                  <c:v>35.65</c:v>
                </c:pt>
                <c:pt idx="8608">
                  <c:v>35.65</c:v>
                </c:pt>
                <c:pt idx="8609">
                  <c:v>35.65</c:v>
                </c:pt>
                <c:pt idx="8610">
                  <c:v>35.65</c:v>
                </c:pt>
                <c:pt idx="8611">
                  <c:v>35.65</c:v>
                </c:pt>
                <c:pt idx="8612">
                  <c:v>35.65</c:v>
                </c:pt>
                <c:pt idx="8613">
                  <c:v>35.65</c:v>
                </c:pt>
                <c:pt idx="8614">
                  <c:v>35.65</c:v>
                </c:pt>
                <c:pt idx="8615">
                  <c:v>35.65</c:v>
                </c:pt>
                <c:pt idx="8616">
                  <c:v>35.65</c:v>
                </c:pt>
                <c:pt idx="8617">
                  <c:v>35.65</c:v>
                </c:pt>
                <c:pt idx="8618">
                  <c:v>35.65</c:v>
                </c:pt>
                <c:pt idx="8619">
                  <c:v>35.65</c:v>
                </c:pt>
                <c:pt idx="8620">
                  <c:v>35.65</c:v>
                </c:pt>
                <c:pt idx="8621">
                  <c:v>35.65</c:v>
                </c:pt>
                <c:pt idx="8622">
                  <c:v>35.65</c:v>
                </c:pt>
                <c:pt idx="8623">
                  <c:v>35.65</c:v>
                </c:pt>
                <c:pt idx="8624">
                  <c:v>35.65</c:v>
                </c:pt>
                <c:pt idx="8625">
                  <c:v>35.65</c:v>
                </c:pt>
                <c:pt idx="8626">
                  <c:v>35.65</c:v>
                </c:pt>
                <c:pt idx="8627">
                  <c:v>35.65</c:v>
                </c:pt>
                <c:pt idx="8628">
                  <c:v>35.65</c:v>
                </c:pt>
                <c:pt idx="8629">
                  <c:v>35.65</c:v>
                </c:pt>
                <c:pt idx="8630">
                  <c:v>35.65</c:v>
                </c:pt>
                <c:pt idx="8631">
                  <c:v>35.65</c:v>
                </c:pt>
                <c:pt idx="8632">
                  <c:v>35.65</c:v>
                </c:pt>
                <c:pt idx="8633">
                  <c:v>35.65</c:v>
                </c:pt>
                <c:pt idx="8634">
                  <c:v>35.65</c:v>
                </c:pt>
                <c:pt idx="8635">
                  <c:v>35.65</c:v>
                </c:pt>
                <c:pt idx="8636">
                  <c:v>35.65</c:v>
                </c:pt>
                <c:pt idx="8637">
                  <c:v>35.65</c:v>
                </c:pt>
                <c:pt idx="8638">
                  <c:v>35.65</c:v>
                </c:pt>
                <c:pt idx="8639">
                  <c:v>35.65</c:v>
                </c:pt>
                <c:pt idx="8640">
                  <c:v>35.65</c:v>
                </c:pt>
                <c:pt idx="8641">
                  <c:v>35.65</c:v>
                </c:pt>
                <c:pt idx="8642">
                  <c:v>35.65</c:v>
                </c:pt>
                <c:pt idx="8643">
                  <c:v>35.6</c:v>
                </c:pt>
                <c:pt idx="8644">
                  <c:v>35.6</c:v>
                </c:pt>
                <c:pt idx="8645">
                  <c:v>35.6</c:v>
                </c:pt>
                <c:pt idx="8646">
                  <c:v>35.6</c:v>
                </c:pt>
                <c:pt idx="8647">
                  <c:v>35.6</c:v>
                </c:pt>
                <c:pt idx="8648">
                  <c:v>35.6</c:v>
                </c:pt>
                <c:pt idx="8649">
                  <c:v>35.6</c:v>
                </c:pt>
                <c:pt idx="8650">
                  <c:v>35.6</c:v>
                </c:pt>
                <c:pt idx="8651">
                  <c:v>35.6</c:v>
                </c:pt>
                <c:pt idx="8652">
                  <c:v>35.6</c:v>
                </c:pt>
                <c:pt idx="8653">
                  <c:v>35.6</c:v>
                </c:pt>
                <c:pt idx="8654">
                  <c:v>35.6</c:v>
                </c:pt>
                <c:pt idx="8655">
                  <c:v>35.6</c:v>
                </c:pt>
                <c:pt idx="8656">
                  <c:v>35.6</c:v>
                </c:pt>
                <c:pt idx="8657">
                  <c:v>35.6</c:v>
                </c:pt>
                <c:pt idx="8658">
                  <c:v>35.6</c:v>
                </c:pt>
                <c:pt idx="8659">
                  <c:v>35.6</c:v>
                </c:pt>
                <c:pt idx="8660">
                  <c:v>35.6</c:v>
                </c:pt>
                <c:pt idx="8661">
                  <c:v>35.6</c:v>
                </c:pt>
                <c:pt idx="8662">
                  <c:v>35.6</c:v>
                </c:pt>
                <c:pt idx="8663">
                  <c:v>35.6</c:v>
                </c:pt>
                <c:pt idx="8664">
                  <c:v>35.6</c:v>
                </c:pt>
                <c:pt idx="8665">
                  <c:v>35.6</c:v>
                </c:pt>
                <c:pt idx="8666">
                  <c:v>35.6</c:v>
                </c:pt>
                <c:pt idx="8667">
                  <c:v>35.6</c:v>
                </c:pt>
                <c:pt idx="8668">
                  <c:v>35.6</c:v>
                </c:pt>
                <c:pt idx="8669">
                  <c:v>35.6</c:v>
                </c:pt>
                <c:pt idx="8670">
                  <c:v>35.6</c:v>
                </c:pt>
                <c:pt idx="8671">
                  <c:v>35.6</c:v>
                </c:pt>
                <c:pt idx="8672">
                  <c:v>35.6</c:v>
                </c:pt>
                <c:pt idx="8673">
                  <c:v>35.549999999999997</c:v>
                </c:pt>
                <c:pt idx="8674">
                  <c:v>35.549999999999997</c:v>
                </c:pt>
                <c:pt idx="8675">
                  <c:v>35.549999999999997</c:v>
                </c:pt>
                <c:pt idx="8676">
                  <c:v>35.549999999999997</c:v>
                </c:pt>
                <c:pt idx="8677">
                  <c:v>35.549999999999997</c:v>
                </c:pt>
                <c:pt idx="8678">
                  <c:v>35.549999999999997</c:v>
                </c:pt>
                <c:pt idx="8679">
                  <c:v>35.549999999999997</c:v>
                </c:pt>
                <c:pt idx="8680">
                  <c:v>35.549999999999997</c:v>
                </c:pt>
                <c:pt idx="8681">
                  <c:v>35.549999999999997</c:v>
                </c:pt>
                <c:pt idx="8682">
                  <c:v>35.549999999999997</c:v>
                </c:pt>
                <c:pt idx="8683">
                  <c:v>35.549999999999997</c:v>
                </c:pt>
                <c:pt idx="8684">
                  <c:v>35.549999999999997</c:v>
                </c:pt>
                <c:pt idx="8685">
                  <c:v>35.549999999999997</c:v>
                </c:pt>
                <c:pt idx="8686">
                  <c:v>35.549999999999997</c:v>
                </c:pt>
                <c:pt idx="8687">
                  <c:v>35.549999999999997</c:v>
                </c:pt>
                <c:pt idx="8688">
                  <c:v>35.549999999999997</c:v>
                </c:pt>
                <c:pt idx="8689">
                  <c:v>35.549999999999997</c:v>
                </c:pt>
                <c:pt idx="8690">
                  <c:v>35.549999999999997</c:v>
                </c:pt>
                <c:pt idx="8691">
                  <c:v>35.549999999999997</c:v>
                </c:pt>
                <c:pt idx="8692">
                  <c:v>35.549999999999997</c:v>
                </c:pt>
                <c:pt idx="8693">
                  <c:v>35.549999999999997</c:v>
                </c:pt>
                <c:pt idx="8694">
                  <c:v>35.549999999999997</c:v>
                </c:pt>
                <c:pt idx="8695">
                  <c:v>35.549999999999997</c:v>
                </c:pt>
                <c:pt idx="8696">
                  <c:v>35.549999999999997</c:v>
                </c:pt>
                <c:pt idx="8697">
                  <c:v>35.549999999999997</c:v>
                </c:pt>
                <c:pt idx="8698">
                  <c:v>35.549999999999997</c:v>
                </c:pt>
                <c:pt idx="8699">
                  <c:v>35.549999999999997</c:v>
                </c:pt>
                <c:pt idx="8700">
                  <c:v>35.549999999999997</c:v>
                </c:pt>
                <c:pt idx="8701">
                  <c:v>35.549999999999997</c:v>
                </c:pt>
                <c:pt idx="8702">
                  <c:v>35.549999999999997</c:v>
                </c:pt>
                <c:pt idx="8703">
                  <c:v>35.549999999999997</c:v>
                </c:pt>
                <c:pt idx="8704">
                  <c:v>35.5</c:v>
                </c:pt>
                <c:pt idx="8705">
                  <c:v>35.5</c:v>
                </c:pt>
                <c:pt idx="8706">
                  <c:v>35.5</c:v>
                </c:pt>
                <c:pt idx="8707">
                  <c:v>35.5</c:v>
                </c:pt>
                <c:pt idx="8708">
                  <c:v>35.5</c:v>
                </c:pt>
                <c:pt idx="8709">
                  <c:v>35.5</c:v>
                </c:pt>
                <c:pt idx="8710">
                  <c:v>35.5</c:v>
                </c:pt>
                <c:pt idx="8711">
                  <c:v>35.5</c:v>
                </c:pt>
                <c:pt idx="8712">
                  <c:v>35.5</c:v>
                </c:pt>
                <c:pt idx="8713">
                  <c:v>35.5</c:v>
                </c:pt>
                <c:pt idx="8714">
                  <c:v>35.5</c:v>
                </c:pt>
                <c:pt idx="8715">
                  <c:v>35.5</c:v>
                </c:pt>
                <c:pt idx="8716">
                  <c:v>35.5</c:v>
                </c:pt>
                <c:pt idx="8717">
                  <c:v>35.5</c:v>
                </c:pt>
                <c:pt idx="8718">
                  <c:v>35.5</c:v>
                </c:pt>
                <c:pt idx="8719">
                  <c:v>35.5</c:v>
                </c:pt>
                <c:pt idx="8720">
                  <c:v>35.5</c:v>
                </c:pt>
                <c:pt idx="8721">
                  <c:v>35.5</c:v>
                </c:pt>
                <c:pt idx="8722">
                  <c:v>35.5</c:v>
                </c:pt>
                <c:pt idx="8723">
                  <c:v>35.5</c:v>
                </c:pt>
                <c:pt idx="8724">
                  <c:v>35.5</c:v>
                </c:pt>
                <c:pt idx="8725">
                  <c:v>35.5</c:v>
                </c:pt>
                <c:pt idx="8726">
                  <c:v>35.5</c:v>
                </c:pt>
                <c:pt idx="8727">
                  <c:v>35.5</c:v>
                </c:pt>
                <c:pt idx="8728">
                  <c:v>35.5</c:v>
                </c:pt>
                <c:pt idx="8729">
                  <c:v>35.5</c:v>
                </c:pt>
                <c:pt idx="8730">
                  <c:v>35.5</c:v>
                </c:pt>
                <c:pt idx="8731">
                  <c:v>35.5</c:v>
                </c:pt>
                <c:pt idx="8732">
                  <c:v>35.5</c:v>
                </c:pt>
                <c:pt idx="8733">
                  <c:v>35.5</c:v>
                </c:pt>
                <c:pt idx="8734">
                  <c:v>35.5</c:v>
                </c:pt>
                <c:pt idx="8735">
                  <c:v>35.5</c:v>
                </c:pt>
                <c:pt idx="8736">
                  <c:v>35.450000000000003</c:v>
                </c:pt>
                <c:pt idx="8737">
                  <c:v>35.450000000000003</c:v>
                </c:pt>
                <c:pt idx="8738">
                  <c:v>35.450000000000003</c:v>
                </c:pt>
                <c:pt idx="8739">
                  <c:v>35.450000000000003</c:v>
                </c:pt>
                <c:pt idx="8740">
                  <c:v>35.450000000000003</c:v>
                </c:pt>
                <c:pt idx="8741">
                  <c:v>35.450000000000003</c:v>
                </c:pt>
                <c:pt idx="8742">
                  <c:v>35.450000000000003</c:v>
                </c:pt>
                <c:pt idx="8743">
                  <c:v>35.450000000000003</c:v>
                </c:pt>
                <c:pt idx="8744">
                  <c:v>35.450000000000003</c:v>
                </c:pt>
                <c:pt idx="8745">
                  <c:v>35.450000000000003</c:v>
                </c:pt>
                <c:pt idx="8746">
                  <c:v>35.450000000000003</c:v>
                </c:pt>
                <c:pt idx="8747">
                  <c:v>35.450000000000003</c:v>
                </c:pt>
                <c:pt idx="8748">
                  <c:v>35.450000000000003</c:v>
                </c:pt>
                <c:pt idx="8749">
                  <c:v>35.450000000000003</c:v>
                </c:pt>
                <c:pt idx="8750">
                  <c:v>35.450000000000003</c:v>
                </c:pt>
                <c:pt idx="8751">
                  <c:v>35.450000000000003</c:v>
                </c:pt>
                <c:pt idx="8752">
                  <c:v>35.450000000000003</c:v>
                </c:pt>
                <c:pt idx="8753">
                  <c:v>35.450000000000003</c:v>
                </c:pt>
                <c:pt idx="8754">
                  <c:v>35.450000000000003</c:v>
                </c:pt>
                <c:pt idx="8755">
                  <c:v>35.450000000000003</c:v>
                </c:pt>
                <c:pt idx="8756">
                  <c:v>35.450000000000003</c:v>
                </c:pt>
                <c:pt idx="8757">
                  <c:v>35.450000000000003</c:v>
                </c:pt>
                <c:pt idx="8758">
                  <c:v>35.450000000000003</c:v>
                </c:pt>
                <c:pt idx="8759">
                  <c:v>35.450000000000003</c:v>
                </c:pt>
                <c:pt idx="8760">
                  <c:v>35.450000000000003</c:v>
                </c:pt>
                <c:pt idx="8761">
                  <c:v>35.450000000000003</c:v>
                </c:pt>
                <c:pt idx="8762">
                  <c:v>35.450000000000003</c:v>
                </c:pt>
                <c:pt idx="8763">
                  <c:v>35.450000000000003</c:v>
                </c:pt>
                <c:pt idx="8764">
                  <c:v>35.450000000000003</c:v>
                </c:pt>
                <c:pt idx="8765">
                  <c:v>35.4</c:v>
                </c:pt>
                <c:pt idx="8766">
                  <c:v>35.450000000000003</c:v>
                </c:pt>
                <c:pt idx="8767">
                  <c:v>35.450000000000003</c:v>
                </c:pt>
                <c:pt idx="8768">
                  <c:v>35.4</c:v>
                </c:pt>
                <c:pt idx="8769">
                  <c:v>35.4</c:v>
                </c:pt>
                <c:pt idx="8770">
                  <c:v>35.4</c:v>
                </c:pt>
                <c:pt idx="8771">
                  <c:v>35.4</c:v>
                </c:pt>
                <c:pt idx="8772">
                  <c:v>35.4</c:v>
                </c:pt>
                <c:pt idx="8773">
                  <c:v>35.4</c:v>
                </c:pt>
                <c:pt idx="8774">
                  <c:v>35.4</c:v>
                </c:pt>
                <c:pt idx="8775">
                  <c:v>35.4</c:v>
                </c:pt>
                <c:pt idx="8776">
                  <c:v>35.4</c:v>
                </c:pt>
                <c:pt idx="8777">
                  <c:v>35.4</c:v>
                </c:pt>
                <c:pt idx="8778">
                  <c:v>35.4</c:v>
                </c:pt>
                <c:pt idx="8779">
                  <c:v>35.4</c:v>
                </c:pt>
                <c:pt idx="8780">
                  <c:v>35.4</c:v>
                </c:pt>
                <c:pt idx="8781">
                  <c:v>35.4</c:v>
                </c:pt>
                <c:pt idx="8782">
                  <c:v>35.4</c:v>
                </c:pt>
                <c:pt idx="8783">
                  <c:v>35.4</c:v>
                </c:pt>
                <c:pt idx="8784">
                  <c:v>35.4</c:v>
                </c:pt>
                <c:pt idx="8785">
                  <c:v>35.4</c:v>
                </c:pt>
                <c:pt idx="8786">
                  <c:v>35.4</c:v>
                </c:pt>
                <c:pt idx="8787">
                  <c:v>35.4</c:v>
                </c:pt>
                <c:pt idx="8788">
                  <c:v>35.4</c:v>
                </c:pt>
                <c:pt idx="8789">
                  <c:v>35.4</c:v>
                </c:pt>
                <c:pt idx="8790">
                  <c:v>35.4</c:v>
                </c:pt>
                <c:pt idx="8791">
                  <c:v>35.4</c:v>
                </c:pt>
                <c:pt idx="8792">
                  <c:v>35.4</c:v>
                </c:pt>
                <c:pt idx="8793">
                  <c:v>35.4</c:v>
                </c:pt>
                <c:pt idx="8794">
                  <c:v>35.4</c:v>
                </c:pt>
                <c:pt idx="8795">
                  <c:v>35.4</c:v>
                </c:pt>
                <c:pt idx="8796">
                  <c:v>35.4</c:v>
                </c:pt>
                <c:pt idx="8797">
                  <c:v>35.4</c:v>
                </c:pt>
                <c:pt idx="8798">
                  <c:v>35.4</c:v>
                </c:pt>
                <c:pt idx="8799">
                  <c:v>35.4</c:v>
                </c:pt>
                <c:pt idx="8800">
                  <c:v>35.4</c:v>
                </c:pt>
                <c:pt idx="8801">
                  <c:v>35.4</c:v>
                </c:pt>
                <c:pt idx="8802">
                  <c:v>35.4</c:v>
                </c:pt>
                <c:pt idx="8803">
                  <c:v>35.4</c:v>
                </c:pt>
                <c:pt idx="8804">
                  <c:v>35.4</c:v>
                </c:pt>
                <c:pt idx="8805">
                  <c:v>35.4</c:v>
                </c:pt>
                <c:pt idx="8806">
                  <c:v>35.4</c:v>
                </c:pt>
                <c:pt idx="8807">
                  <c:v>35.4</c:v>
                </c:pt>
                <c:pt idx="8808">
                  <c:v>35.4</c:v>
                </c:pt>
                <c:pt idx="8809">
                  <c:v>35.4</c:v>
                </c:pt>
                <c:pt idx="8810">
                  <c:v>35.4</c:v>
                </c:pt>
                <c:pt idx="8811">
                  <c:v>35.4</c:v>
                </c:pt>
                <c:pt idx="8812">
                  <c:v>35.4</c:v>
                </c:pt>
                <c:pt idx="8813">
                  <c:v>35.4</c:v>
                </c:pt>
                <c:pt idx="8814">
                  <c:v>35.4</c:v>
                </c:pt>
                <c:pt idx="8815">
                  <c:v>35.4</c:v>
                </c:pt>
                <c:pt idx="8816">
                  <c:v>35.4</c:v>
                </c:pt>
                <c:pt idx="8817">
                  <c:v>35.35</c:v>
                </c:pt>
                <c:pt idx="8818">
                  <c:v>35.4</c:v>
                </c:pt>
                <c:pt idx="8819">
                  <c:v>35.35</c:v>
                </c:pt>
                <c:pt idx="8820">
                  <c:v>35.35</c:v>
                </c:pt>
                <c:pt idx="8821">
                  <c:v>35.35</c:v>
                </c:pt>
                <c:pt idx="8822">
                  <c:v>35.35</c:v>
                </c:pt>
                <c:pt idx="8823">
                  <c:v>35.35</c:v>
                </c:pt>
                <c:pt idx="8824">
                  <c:v>35.35</c:v>
                </c:pt>
                <c:pt idx="8825">
                  <c:v>35.35</c:v>
                </c:pt>
                <c:pt idx="8826">
                  <c:v>35.35</c:v>
                </c:pt>
                <c:pt idx="8827">
                  <c:v>35.35</c:v>
                </c:pt>
                <c:pt idx="8828">
                  <c:v>35.35</c:v>
                </c:pt>
                <c:pt idx="8829">
                  <c:v>35.35</c:v>
                </c:pt>
                <c:pt idx="8830">
                  <c:v>35.35</c:v>
                </c:pt>
                <c:pt idx="8831">
                  <c:v>35.35</c:v>
                </c:pt>
                <c:pt idx="8832">
                  <c:v>35.35</c:v>
                </c:pt>
                <c:pt idx="8833">
                  <c:v>35.35</c:v>
                </c:pt>
                <c:pt idx="8834">
                  <c:v>35.35</c:v>
                </c:pt>
                <c:pt idx="8835">
                  <c:v>35.35</c:v>
                </c:pt>
                <c:pt idx="8836">
                  <c:v>35.35</c:v>
                </c:pt>
                <c:pt idx="8837">
                  <c:v>35.35</c:v>
                </c:pt>
                <c:pt idx="8838">
                  <c:v>35.35</c:v>
                </c:pt>
                <c:pt idx="8839">
                  <c:v>35.35</c:v>
                </c:pt>
                <c:pt idx="8840">
                  <c:v>35.35</c:v>
                </c:pt>
                <c:pt idx="8841">
                  <c:v>35.35</c:v>
                </c:pt>
                <c:pt idx="8842">
                  <c:v>35.35</c:v>
                </c:pt>
                <c:pt idx="8843">
                  <c:v>35.35</c:v>
                </c:pt>
                <c:pt idx="8844">
                  <c:v>35.35</c:v>
                </c:pt>
                <c:pt idx="8845">
                  <c:v>35.35</c:v>
                </c:pt>
                <c:pt idx="8846">
                  <c:v>35.35</c:v>
                </c:pt>
                <c:pt idx="8847">
                  <c:v>35.35</c:v>
                </c:pt>
                <c:pt idx="8848">
                  <c:v>35.35</c:v>
                </c:pt>
                <c:pt idx="8849">
                  <c:v>35.299999999999997</c:v>
                </c:pt>
                <c:pt idx="8850">
                  <c:v>35.299999999999997</c:v>
                </c:pt>
                <c:pt idx="8851">
                  <c:v>35.299999999999997</c:v>
                </c:pt>
                <c:pt idx="8852">
                  <c:v>35.299999999999997</c:v>
                </c:pt>
                <c:pt idx="8853">
                  <c:v>35.299999999999997</c:v>
                </c:pt>
                <c:pt idx="8854">
                  <c:v>35.299999999999997</c:v>
                </c:pt>
                <c:pt idx="8855">
                  <c:v>35.299999999999997</c:v>
                </c:pt>
                <c:pt idx="8856">
                  <c:v>35.299999999999997</c:v>
                </c:pt>
                <c:pt idx="8857">
                  <c:v>35.299999999999997</c:v>
                </c:pt>
                <c:pt idx="8858">
                  <c:v>35.299999999999997</c:v>
                </c:pt>
                <c:pt idx="8859">
                  <c:v>35.299999999999997</c:v>
                </c:pt>
                <c:pt idx="8860">
                  <c:v>35.299999999999997</c:v>
                </c:pt>
                <c:pt idx="8861">
                  <c:v>35.299999999999997</c:v>
                </c:pt>
                <c:pt idx="8862">
                  <c:v>35.299999999999997</c:v>
                </c:pt>
                <c:pt idx="8863">
                  <c:v>35.299999999999997</c:v>
                </c:pt>
                <c:pt idx="8864">
                  <c:v>35.299999999999997</c:v>
                </c:pt>
                <c:pt idx="8865">
                  <c:v>35.299999999999997</c:v>
                </c:pt>
                <c:pt idx="8866">
                  <c:v>35.299999999999997</c:v>
                </c:pt>
                <c:pt idx="8867">
                  <c:v>35.299999999999997</c:v>
                </c:pt>
                <c:pt idx="8868">
                  <c:v>35.299999999999997</c:v>
                </c:pt>
                <c:pt idx="8869">
                  <c:v>35.299999999999997</c:v>
                </c:pt>
                <c:pt idx="8870">
                  <c:v>35.299999999999997</c:v>
                </c:pt>
                <c:pt idx="8871">
                  <c:v>35.299999999999997</c:v>
                </c:pt>
                <c:pt idx="8872">
                  <c:v>35.299999999999997</c:v>
                </c:pt>
                <c:pt idx="8873">
                  <c:v>35.299999999999997</c:v>
                </c:pt>
                <c:pt idx="8874">
                  <c:v>35.299999999999997</c:v>
                </c:pt>
                <c:pt idx="8875">
                  <c:v>35.299999999999997</c:v>
                </c:pt>
                <c:pt idx="8876">
                  <c:v>35.299999999999997</c:v>
                </c:pt>
                <c:pt idx="8877">
                  <c:v>35.25</c:v>
                </c:pt>
                <c:pt idx="8878">
                  <c:v>35.25</c:v>
                </c:pt>
                <c:pt idx="8879">
                  <c:v>35.25</c:v>
                </c:pt>
                <c:pt idx="8880">
                  <c:v>35.25</c:v>
                </c:pt>
                <c:pt idx="8881">
                  <c:v>35.25</c:v>
                </c:pt>
                <c:pt idx="8882">
                  <c:v>35.25</c:v>
                </c:pt>
                <c:pt idx="8883">
                  <c:v>35.25</c:v>
                </c:pt>
                <c:pt idx="8884">
                  <c:v>35.25</c:v>
                </c:pt>
                <c:pt idx="8885">
                  <c:v>35.25</c:v>
                </c:pt>
                <c:pt idx="8886">
                  <c:v>35.25</c:v>
                </c:pt>
                <c:pt idx="8887">
                  <c:v>35.25</c:v>
                </c:pt>
                <c:pt idx="8888">
                  <c:v>35.25</c:v>
                </c:pt>
                <c:pt idx="8889">
                  <c:v>35.25</c:v>
                </c:pt>
                <c:pt idx="8890">
                  <c:v>35.25</c:v>
                </c:pt>
                <c:pt idx="8891">
                  <c:v>35.25</c:v>
                </c:pt>
                <c:pt idx="8892">
                  <c:v>35.25</c:v>
                </c:pt>
                <c:pt idx="8893">
                  <c:v>35.25</c:v>
                </c:pt>
                <c:pt idx="8894">
                  <c:v>35.25</c:v>
                </c:pt>
                <c:pt idx="8895">
                  <c:v>35.25</c:v>
                </c:pt>
                <c:pt idx="8896">
                  <c:v>35.25</c:v>
                </c:pt>
                <c:pt idx="8897">
                  <c:v>35.25</c:v>
                </c:pt>
                <c:pt idx="8898">
                  <c:v>35.25</c:v>
                </c:pt>
                <c:pt idx="8899">
                  <c:v>35.25</c:v>
                </c:pt>
                <c:pt idx="8900">
                  <c:v>35.25</c:v>
                </c:pt>
                <c:pt idx="8901">
                  <c:v>35.25</c:v>
                </c:pt>
                <c:pt idx="8902">
                  <c:v>35.25</c:v>
                </c:pt>
                <c:pt idx="8903">
                  <c:v>35.25</c:v>
                </c:pt>
                <c:pt idx="8904">
                  <c:v>35.25</c:v>
                </c:pt>
                <c:pt idx="8905">
                  <c:v>35.25</c:v>
                </c:pt>
                <c:pt idx="8906">
                  <c:v>35.25</c:v>
                </c:pt>
                <c:pt idx="8907">
                  <c:v>35.25</c:v>
                </c:pt>
                <c:pt idx="8908">
                  <c:v>35.200000000000003</c:v>
                </c:pt>
                <c:pt idx="8909">
                  <c:v>35.25</c:v>
                </c:pt>
                <c:pt idx="8910">
                  <c:v>35.200000000000003</c:v>
                </c:pt>
                <c:pt idx="8911">
                  <c:v>35.200000000000003</c:v>
                </c:pt>
                <c:pt idx="8912">
                  <c:v>35.200000000000003</c:v>
                </c:pt>
                <c:pt idx="8913">
                  <c:v>35.200000000000003</c:v>
                </c:pt>
                <c:pt idx="8914">
                  <c:v>35.200000000000003</c:v>
                </c:pt>
                <c:pt idx="8915">
                  <c:v>35.200000000000003</c:v>
                </c:pt>
                <c:pt idx="8916">
                  <c:v>35.200000000000003</c:v>
                </c:pt>
                <c:pt idx="8917">
                  <c:v>35.200000000000003</c:v>
                </c:pt>
                <c:pt idx="8918">
                  <c:v>35.200000000000003</c:v>
                </c:pt>
                <c:pt idx="8919">
                  <c:v>35.200000000000003</c:v>
                </c:pt>
                <c:pt idx="8920">
                  <c:v>35.200000000000003</c:v>
                </c:pt>
                <c:pt idx="8921">
                  <c:v>35.200000000000003</c:v>
                </c:pt>
                <c:pt idx="8922">
                  <c:v>35.200000000000003</c:v>
                </c:pt>
                <c:pt idx="8923">
                  <c:v>35.200000000000003</c:v>
                </c:pt>
                <c:pt idx="8924">
                  <c:v>35.200000000000003</c:v>
                </c:pt>
                <c:pt idx="8925">
                  <c:v>35.200000000000003</c:v>
                </c:pt>
                <c:pt idx="8926">
                  <c:v>35.200000000000003</c:v>
                </c:pt>
                <c:pt idx="8927">
                  <c:v>35.200000000000003</c:v>
                </c:pt>
                <c:pt idx="8928">
                  <c:v>35.200000000000003</c:v>
                </c:pt>
                <c:pt idx="8929">
                  <c:v>35.200000000000003</c:v>
                </c:pt>
                <c:pt idx="8930">
                  <c:v>35.200000000000003</c:v>
                </c:pt>
                <c:pt idx="8931">
                  <c:v>35.200000000000003</c:v>
                </c:pt>
                <c:pt idx="8932">
                  <c:v>35.200000000000003</c:v>
                </c:pt>
                <c:pt idx="8933">
                  <c:v>35.200000000000003</c:v>
                </c:pt>
                <c:pt idx="8934">
                  <c:v>35.200000000000003</c:v>
                </c:pt>
                <c:pt idx="8935">
                  <c:v>35.200000000000003</c:v>
                </c:pt>
                <c:pt idx="8936">
                  <c:v>35.200000000000003</c:v>
                </c:pt>
                <c:pt idx="8937">
                  <c:v>35.200000000000003</c:v>
                </c:pt>
                <c:pt idx="8938">
                  <c:v>35.200000000000003</c:v>
                </c:pt>
                <c:pt idx="8939">
                  <c:v>35.200000000000003</c:v>
                </c:pt>
                <c:pt idx="8940">
                  <c:v>35.200000000000003</c:v>
                </c:pt>
                <c:pt idx="8941">
                  <c:v>35.15</c:v>
                </c:pt>
                <c:pt idx="8942">
                  <c:v>35.15</c:v>
                </c:pt>
                <c:pt idx="8943">
                  <c:v>35.15</c:v>
                </c:pt>
                <c:pt idx="8944">
                  <c:v>35.15</c:v>
                </c:pt>
                <c:pt idx="8945">
                  <c:v>35.15</c:v>
                </c:pt>
                <c:pt idx="8946">
                  <c:v>35.15</c:v>
                </c:pt>
                <c:pt idx="8947">
                  <c:v>35.15</c:v>
                </c:pt>
                <c:pt idx="8948">
                  <c:v>35.15</c:v>
                </c:pt>
                <c:pt idx="8949">
                  <c:v>35.15</c:v>
                </c:pt>
                <c:pt idx="8950">
                  <c:v>35.15</c:v>
                </c:pt>
                <c:pt idx="8951">
                  <c:v>35.15</c:v>
                </c:pt>
                <c:pt idx="8952">
                  <c:v>35.15</c:v>
                </c:pt>
                <c:pt idx="8953">
                  <c:v>35.15</c:v>
                </c:pt>
                <c:pt idx="8954">
                  <c:v>35.15</c:v>
                </c:pt>
                <c:pt idx="8955">
                  <c:v>35.15</c:v>
                </c:pt>
                <c:pt idx="8956">
                  <c:v>35.15</c:v>
                </c:pt>
                <c:pt idx="8957">
                  <c:v>35.15</c:v>
                </c:pt>
                <c:pt idx="8958">
                  <c:v>35.15</c:v>
                </c:pt>
                <c:pt idx="8959">
                  <c:v>35.15</c:v>
                </c:pt>
                <c:pt idx="8960">
                  <c:v>35.15</c:v>
                </c:pt>
                <c:pt idx="8961">
                  <c:v>35.15</c:v>
                </c:pt>
                <c:pt idx="8962">
                  <c:v>35.15</c:v>
                </c:pt>
                <c:pt idx="8963">
                  <c:v>35.15</c:v>
                </c:pt>
                <c:pt idx="8964">
                  <c:v>35.15</c:v>
                </c:pt>
                <c:pt idx="8965">
                  <c:v>35.15</c:v>
                </c:pt>
                <c:pt idx="8966">
                  <c:v>35.15</c:v>
                </c:pt>
                <c:pt idx="8967">
                  <c:v>35.15</c:v>
                </c:pt>
                <c:pt idx="8968">
                  <c:v>35.15</c:v>
                </c:pt>
                <c:pt idx="8969">
                  <c:v>35.15</c:v>
                </c:pt>
                <c:pt idx="8970">
                  <c:v>35.15</c:v>
                </c:pt>
                <c:pt idx="8971">
                  <c:v>35.1</c:v>
                </c:pt>
                <c:pt idx="8972">
                  <c:v>35.1</c:v>
                </c:pt>
                <c:pt idx="8973">
                  <c:v>35.1</c:v>
                </c:pt>
                <c:pt idx="8974">
                  <c:v>35.1</c:v>
                </c:pt>
                <c:pt idx="8975">
                  <c:v>35.1</c:v>
                </c:pt>
                <c:pt idx="8976">
                  <c:v>35.1</c:v>
                </c:pt>
                <c:pt idx="8977">
                  <c:v>35.1</c:v>
                </c:pt>
                <c:pt idx="8978">
                  <c:v>35.1</c:v>
                </c:pt>
                <c:pt idx="8979">
                  <c:v>35.1</c:v>
                </c:pt>
                <c:pt idx="8980">
                  <c:v>35.1</c:v>
                </c:pt>
                <c:pt idx="8981">
                  <c:v>35.1</c:v>
                </c:pt>
                <c:pt idx="8982">
                  <c:v>35.1</c:v>
                </c:pt>
                <c:pt idx="8983">
                  <c:v>35.1</c:v>
                </c:pt>
                <c:pt idx="8984">
                  <c:v>35.1</c:v>
                </c:pt>
                <c:pt idx="8985">
                  <c:v>35.1</c:v>
                </c:pt>
                <c:pt idx="8986">
                  <c:v>35.1</c:v>
                </c:pt>
                <c:pt idx="8987">
                  <c:v>35.1</c:v>
                </c:pt>
                <c:pt idx="8988">
                  <c:v>35.1</c:v>
                </c:pt>
                <c:pt idx="8989">
                  <c:v>35.1</c:v>
                </c:pt>
                <c:pt idx="8990">
                  <c:v>35.1</c:v>
                </c:pt>
                <c:pt idx="8991">
                  <c:v>35.1</c:v>
                </c:pt>
                <c:pt idx="8992">
                  <c:v>35.1</c:v>
                </c:pt>
                <c:pt idx="8993">
                  <c:v>35.1</c:v>
                </c:pt>
                <c:pt idx="8994">
                  <c:v>35.1</c:v>
                </c:pt>
                <c:pt idx="8995">
                  <c:v>35.1</c:v>
                </c:pt>
                <c:pt idx="8996">
                  <c:v>35.1</c:v>
                </c:pt>
                <c:pt idx="8997">
                  <c:v>35.1</c:v>
                </c:pt>
                <c:pt idx="8998">
                  <c:v>35.1</c:v>
                </c:pt>
                <c:pt idx="8999">
                  <c:v>35.1</c:v>
                </c:pt>
                <c:pt idx="9000">
                  <c:v>35.1</c:v>
                </c:pt>
                <c:pt idx="9001">
                  <c:v>35.1</c:v>
                </c:pt>
                <c:pt idx="9002">
                  <c:v>35.049999999999997</c:v>
                </c:pt>
                <c:pt idx="9003">
                  <c:v>35.049999999999997</c:v>
                </c:pt>
                <c:pt idx="9004">
                  <c:v>35.049999999999997</c:v>
                </c:pt>
                <c:pt idx="9005">
                  <c:v>35.049999999999997</c:v>
                </c:pt>
                <c:pt idx="9006">
                  <c:v>35.1</c:v>
                </c:pt>
                <c:pt idx="9007">
                  <c:v>35.049999999999997</c:v>
                </c:pt>
                <c:pt idx="9008">
                  <c:v>35.049999999999997</c:v>
                </c:pt>
                <c:pt idx="9009">
                  <c:v>35.049999999999997</c:v>
                </c:pt>
                <c:pt idx="9010">
                  <c:v>35.049999999999997</c:v>
                </c:pt>
                <c:pt idx="9011">
                  <c:v>35.049999999999997</c:v>
                </c:pt>
                <c:pt idx="9012">
                  <c:v>35.049999999999997</c:v>
                </c:pt>
                <c:pt idx="9013">
                  <c:v>35.049999999999997</c:v>
                </c:pt>
                <c:pt idx="9014">
                  <c:v>35.049999999999997</c:v>
                </c:pt>
                <c:pt idx="9015">
                  <c:v>35.049999999999997</c:v>
                </c:pt>
                <c:pt idx="9016">
                  <c:v>35.049999999999997</c:v>
                </c:pt>
                <c:pt idx="9017">
                  <c:v>35.049999999999997</c:v>
                </c:pt>
                <c:pt idx="9018">
                  <c:v>35.049999999999997</c:v>
                </c:pt>
                <c:pt idx="9019">
                  <c:v>35.049999999999997</c:v>
                </c:pt>
                <c:pt idx="9020">
                  <c:v>35.049999999999997</c:v>
                </c:pt>
                <c:pt idx="9021">
                  <c:v>35.049999999999997</c:v>
                </c:pt>
                <c:pt idx="9022">
                  <c:v>35.049999999999997</c:v>
                </c:pt>
                <c:pt idx="9023">
                  <c:v>35.049999999999997</c:v>
                </c:pt>
                <c:pt idx="9024">
                  <c:v>35.049999999999997</c:v>
                </c:pt>
                <c:pt idx="9025">
                  <c:v>35.049999999999997</c:v>
                </c:pt>
                <c:pt idx="9026">
                  <c:v>35.049999999999997</c:v>
                </c:pt>
                <c:pt idx="9027">
                  <c:v>35.049999999999997</c:v>
                </c:pt>
                <c:pt idx="9028">
                  <c:v>35.049999999999997</c:v>
                </c:pt>
                <c:pt idx="9029">
                  <c:v>35.049999999999997</c:v>
                </c:pt>
                <c:pt idx="9030">
                  <c:v>35.049999999999997</c:v>
                </c:pt>
                <c:pt idx="9031">
                  <c:v>35.049999999999997</c:v>
                </c:pt>
                <c:pt idx="9032">
                  <c:v>35.049999999999997</c:v>
                </c:pt>
                <c:pt idx="9033">
                  <c:v>35.049999999999997</c:v>
                </c:pt>
                <c:pt idx="9034">
                  <c:v>35.049999999999997</c:v>
                </c:pt>
                <c:pt idx="9035">
                  <c:v>35.049999999999997</c:v>
                </c:pt>
                <c:pt idx="9036">
                  <c:v>35.049999999999997</c:v>
                </c:pt>
                <c:pt idx="9037">
                  <c:v>35.049999999999997</c:v>
                </c:pt>
                <c:pt idx="9038">
                  <c:v>35.049999999999997</c:v>
                </c:pt>
                <c:pt idx="9039">
                  <c:v>35.049999999999997</c:v>
                </c:pt>
                <c:pt idx="9040">
                  <c:v>35</c:v>
                </c:pt>
                <c:pt idx="9041">
                  <c:v>35</c:v>
                </c:pt>
                <c:pt idx="9042">
                  <c:v>35</c:v>
                </c:pt>
                <c:pt idx="9043">
                  <c:v>35.049999999999997</c:v>
                </c:pt>
                <c:pt idx="9044">
                  <c:v>35</c:v>
                </c:pt>
                <c:pt idx="9045">
                  <c:v>35.049999999999997</c:v>
                </c:pt>
                <c:pt idx="9046">
                  <c:v>35</c:v>
                </c:pt>
                <c:pt idx="9047">
                  <c:v>35</c:v>
                </c:pt>
                <c:pt idx="9048">
                  <c:v>35</c:v>
                </c:pt>
                <c:pt idx="9049">
                  <c:v>35.049999999999997</c:v>
                </c:pt>
                <c:pt idx="9050">
                  <c:v>35</c:v>
                </c:pt>
                <c:pt idx="9051">
                  <c:v>35</c:v>
                </c:pt>
                <c:pt idx="9052">
                  <c:v>35</c:v>
                </c:pt>
                <c:pt idx="9053">
                  <c:v>35</c:v>
                </c:pt>
                <c:pt idx="9054">
                  <c:v>35</c:v>
                </c:pt>
                <c:pt idx="9055">
                  <c:v>35</c:v>
                </c:pt>
                <c:pt idx="9056">
                  <c:v>35.049999999999997</c:v>
                </c:pt>
                <c:pt idx="9057">
                  <c:v>35</c:v>
                </c:pt>
                <c:pt idx="9058">
                  <c:v>35.049999999999997</c:v>
                </c:pt>
                <c:pt idx="9059">
                  <c:v>35.049999999999997</c:v>
                </c:pt>
                <c:pt idx="9060">
                  <c:v>35.049999999999997</c:v>
                </c:pt>
                <c:pt idx="9061">
                  <c:v>35</c:v>
                </c:pt>
                <c:pt idx="9062">
                  <c:v>35</c:v>
                </c:pt>
                <c:pt idx="9063">
                  <c:v>35</c:v>
                </c:pt>
                <c:pt idx="9064">
                  <c:v>35</c:v>
                </c:pt>
                <c:pt idx="9065">
                  <c:v>35</c:v>
                </c:pt>
                <c:pt idx="9066">
                  <c:v>35</c:v>
                </c:pt>
                <c:pt idx="9067">
                  <c:v>35</c:v>
                </c:pt>
                <c:pt idx="9068">
                  <c:v>35</c:v>
                </c:pt>
                <c:pt idx="9069">
                  <c:v>35</c:v>
                </c:pt>
                <c:pt idx="9070">
                  <c:v>35</c:v>
                </c:pt>
                <c:pt idx="9071">
                  <c:v>35</c:v>
                </c:pt>
                <c:pt idx="9072">
                  <c:v>35</c:v>
                </c:pt>
                <c:pt idx="9073">
                  <c:v>35</c:v>
                </c:pt>
                <c:pt idx="9074">
                  <c:v>35</c:v>
                </c:pt>
                <c:pt idx="9075">
                  <c:v>35</c:v>
                </c:pt>
                <c:pt idx="9076">
                  <c:v>35</c:v>
                </c:pt>
                <c:pt idx="9077">
                  <c:v>35</c:v>
                </c:pt>
                <c:pt idx="9078">
                  <c:v>35</c:v>
                </c:pt>
                <c:pt idx="9079">
                  <c:v>35</c:v>
                </c:pt>
                <c:pt idx="9080">
                  <c:v>35</c:v>
                </c:pt>
                <c:pt idx="9081">
                  <c:v>35</c:v>
                </c:pt>
                <c:pt idx="9082">
                  <c:v>35</c:v>
                </c:pt>
                <c:pt idx="9083">
                  <c:v>35</c:v>
                </c:pt>
                <c:pt idx="9084">
                  <c:v>35</c:v>
                </c:pt>
                <c:pt idx="9085">
                  <c:v>35</c:v>
                </c:pt>
                <c:pt idx="9086">
                  <c:v>35</c:v>
                </c:pt>
                <c:pt idx="9087">
                  <c:v>35</c:v>
                </c:pt>
                <c:pt idx="9088">
                  <c:v>35</c:v>
                </c:pt>
                <c:pt idx="9089">
                  <c:v>35</c:v>
                </c:pt>
                <c:pt idx="9090">
                  <c:v>34.950000000000003</c:v>
                </c:pt>
                <c:pt idx="9091">
                  <c:v>34.950000000000003</c:v>
                </c:pt>
                <c:pt idx="9092">
                  <c:v>34.950000000000003</c:v>
                </c:pt>
                <c:pt idx="9093">
                  <c:v>34.950000000000003</c:v>
                </c:pt>
                <c:pt idx="9094">
                  <c:v>34.950000000000003</c:v>
                </c:pt>
                <c:pt idx="9095">
                  <c:v>34.950000000000003</c:v>
                </c:pt>
                <c:pt idx="9096">
                  <c:v>34.950000000000003</c:v>
                </c:pt>
                <c:pt idx="9097">
                  <c:v>34.950000000000003</c:v>
                </c:pt>
                <c:pt idx="9098">
                  <c:v>34.950000000000003</c:v>
                </c:pt>
                <c:pt idx="9099">
                  <c:v>34.950000000000003</c:v>
                </c:pt>
                <c:pt idx="9100">
                  <c:v>34.950000000000003</c:v>
                </c:pt>
                <c:pt idx="9101">
                  <c:v>34.950000000000003</c:v>
                </c:pt>
                <c:pt idx="9102">
                  <c:v>34.950000000000003</c:v>
                </c:pt>
                <c:pt idx="9103">
                  <c:v>34.950000000000003</c:v>
                </c:pt>
                <c:pt idx="9104">
                  <c:v>34.950000000000003</c:v>
                </c:pt>
                <c:pt idx="9105">
                  <c:v>34.950000000000003</c:v>
                </c:pt>
                <c:pt idx="9106">
                  <c:v>34.950000000000003</c:v>
                </c:pt>
                <c:pt idx="9107">
                  <c:v>34.950000000000003</c:v>
                </c:pt>
                <c:pt idx="9108">
                  <c:v>34.950000000000003</c:v>
                </c:pt>
                <c:pt idx="9109">
                  <c:v>34.950000000000003</c:v>
                </c:pt>
                <c:pt idx="9110">
                  <c:v>34.950000000000003</c:v>
                </c:pt>
                <c:pt idx="9111">
                  <c:v>34.950000000000003</c:v>
                </c:pt>
                <c:pt idx="9112">
                  <c:v>34.950000000000003</c:v>
                </c:pt>
                <c:pt idx="9113">
                  <c:v>34.950000000000003</c:v>
                </c:pt>
                <c:pt idx="9114">
                  <c:v>34.950000000000003</c:v>
                </c:pt>
                <c:pt idx="9115">
                  <c:v>34.950000000000003</c:v>
                </c:pt>
                <c:pt idx="9116">
                  <c:v>34.950000000000003</c:v>
                </c:pt>
                <c:pt idx="9117">
                  <c:v>34.950000000000003</c:v>
                </c:pt>
                <c:pt idx="9118">
                  <c:v>34.950000000000003</c:v>
                </c:pt>
                <c:pt idx="9119">
                  <c:v>34.950000000000003</c:v>
                </c:pt>
                <c:pt idx="9120">
                  <c:v>34.950000000000003</c:v>
                </c:pt>
                <c:pt idx="9121">
                  <c:v>34.9</c:v>
                </c:pt>
                <c:pt idx="9122">
                  <c:v>34.9</c:v>
                </c:pt>
                <c:pt idx="9123">
                  <c:v>34.9</c:v>
                </c:pt>
                <c:pt idx="9124">
                  <c:v>34.9</c:v>
                </c:pt>
                <c:pt idx="9125">
                  <c:v>34.9</c:v>
                </c:pt>
                <c:pt idx="9126">
                  <c:v>34.9</c:v>
                </c:pt>
                <c:pt idx="9127">
                  <c:v>34.9</c:v>
                </c:pt>
                <c:pt idx="9128">
                  <c:v>34.9</c:v>
                </c:pt>
                <c:pt idx="9129">
                  <c:v>34.9</c:v>
                </c:pt>
                <c:pt idx="9130">
                  <c:v>34.9</c:v>
                </c:pt>
                <c:pt idx="9131">
                  <c:v>34.9</c:v>
                </c:pt>
                <c:pt idx="9132">
                  <c:v>34.9</c:v>
                </c:pt>
                <c:pt idx="9133">
                  <c:v>34.9</c:v>
                </c:pt>
                <c:pt idx="9134">
                  <c:v>34.9</c:v>
                </c:pt>
                <c:pt idx="9135">
                  <c:v>34.9</c:v>
                </c:pt>
                <c:pt idx="9136">
                  <c:v>34.9</c:v>
                </c:pt>
                <c:pt idx="9137">
                  <c:v>34.9</c:v>
                </c:pt>
                <c:pt idx="9138">
                  <c:v>34.9</c:v>
                </c:pt>
                <c:pt idx="9139">
                  <c:v>34.9</c:v>
                </c:pt>
                <c:pt idx="9140">
                  <c:v>34.9</c:v>
                </c:pt>
                <c:pt idx="9141">
                  <c:v>34.9</c:v>
                </c:pt>
                <c:pt idx="9142">
                  <c:v>34.9</c:v>
                </c:pt>
                <c:pt idx="9143">
                  <c:v>34.9</c:v>
                </c:pt>
                <c:pt idx="9144">
                  <c:v>34.9</c:v>
                </c:pt>
                <c:pt idx="9145">
                  <c:v>34.9</c:v>
                </c:pt>
                <c:pt idx="9146">
                  <c:v>34.9</c:v>
                </c:pt>
                <c:pt idx="9147">
                  <c:v>34.9</c:v>
                </c:pt>
                <c:pt idx="9148">
                  <c:v>34.9</c:v>
                </c:pt>
                <c:pt idx="9149">
                  <c:v>34.9</c:v>
                </c:pt>
                <c:pt idx="9150">
                  <c:v>34.9</c:v>
                </c:pt>
                <c:pt idx="9151">
                  <c:v>34.9</c:v>
                </c:pt>
                <c:pt idx="9152">
                  <c:v>34.9</c:v>
                </c:pt>
                <c:pt idx="9153">
                  <c:v>34.9</c:v>
                </c:pt>
                <c:pt idx="9154">
                  <c:v>34.9</c:v>
                </c:pt>
                <c:pt idx="9155">
                  <c:v>34.9</c:v>
                </c:pt>
                <c:pt idx="9156">
                  <c:v>34.9</c:v>
                </c:pt>
                <c:pt idx="9157">
                  <c:v>34.9</c:v>
                </c:pt>
                <c:pt idx="9158">
                  <c:v>34.9</c:v>
                </c:pt>
                <c:pt idx="9159">
                  <c:v>34.9</c:v>
                </c:pt>
                <c:pt idx="9160">
                  <c:v>34.85</c:v>
                </c:pt>
                <c:pt idx="9161">
                  <c:v>34.85</c:v>
                </c:pt>
                <c:pt idx="9162">
                  <c:v>34.85</c:v>
                </c:pt>
                <c:pt idx="9163">
                  <c:v>34.85</c:v>
                </c:pt>
                <c:pt idx="9164">
                  <c:v>34.85</c:v>
                </c:pt>
                <c:pt idx="9165">
                  <c:v>34.85</c:v>
                </c:pt>
                <c:pt idx="9166">
                  <c:v>34.85</c:v>
                </c:pt>
                <c:pt idx="9167">
                  <c:v>34.85</c:v>
                </c:pt>
                <c:pt idx="9168">
                  <c:v>34.85</c:v>
                </c:pt>
                <c:pt idx="9169">
                  <c:v>34.85</c:v>
                </c:pt>
                <c:pt idx="9170">
                  <c:v>34.85</c:v>
                </c:pt>
                <c:pt idx="9171">
                  <c:v>34.85</c:v>
                </c:pt>
                <c:pt idx="9172">
                  <c:v>34.85</c:v>
                </c:pt>
                <c:pt idx="9173">
                  <c:v>34.85</c:v>
                </c:pt>
                <c:pt idx="9174">
                  <c:v>34.85</c:v>
                </c:pt>
                <c:pt idx="9175">
                  <c:v>34.85</c:v>
                </c:pt>
                <c:pt idx="9176">
                  <c:v>34.85</c:v>
                </c:pt>
                <c:pt idx="9177">
                  <c:v>34.85</c:v>
                </c:pt>
                <c:pt idx="9178">
                  <c:v>34.85</c:v>
                </c:pt>
                <c:pt idx="9179">
                  <c:v>34.85</c:v>
                </c:pt>
                <c:pt idx="9180">
                  <c:v>34.85</c:v>
                </c:pt>
                <c:pt idx="9181">
                  <c:v>34.85</c:v>
                </c:pt>
                <c:pt idx="9182">
                  <c:v>34.85</c:v>
                </c:pt>
                <c:pt idx="9183">
                  <c:v>34.85</c:v>
                </c:pt>
                <c:pt idx="9184">
                  <c:v>34.85</c:v>
                </c:pt>
                <c:pt idx="9185">
                  <c:v>34.85</c:v>
                </c:pt>
                <c:pt idx="9186">
                  <c:v>34.85</c:v>
                </c:pt>
                <c:pt idx="9187">
                  <c:v>34.85</c:v>
                </c:pt>
                <c:pt idx="9188">
                  <c:v>34.799999999999997</c:v>
                </c:pt>
                <c:pt idx="9189">
                  <c:v>34.799999999999997</c:v>
                </c:pt>
                <c:pt idx="9190">
                  <c:v>34.799999999999997</c:v>
                </c:pt>
                <c:pt idx="9191">
                  <c:v>34.799999999999997</c:v>
                </c:pt>
                <c:pt idx="9192">
                  <c:v>34.799999999999997</c:v>
                </c:pt>
                <c:pt idx="9193">
                  <c:v>34.799999999999997</c:v>
                </c:pt>
                <c:pt idx="9194">
                  <c:v>34.799999999999997</c:v>
                </c:pt>
                <c:pt idx="9195">
                  <c:v>34.799999999999997</c:v>
                </c:pt>
                <c:pt idx="9196">
                  <c:v>34.799999999999997</c:v>
                </c:pt>
                <c:pt idx="9197">
                  <c:v>34.799999999999997</c:v>
                </c:pt>
                <c:pt idx="9198">
                  <c:v>34.799999999999997</c:v>
                </c:pt>
                <c:pt idx="9199">
                  <c:v>34.799999999999997</c:v>
                </c:pt>
                <c:pt idx="9200">
                  <c:v>34.799999999999997</c:v>
                </c:pt>
                <c:pt idx="9201">
                  <c:v>34.799999999999997</c:v>
                </c:pt>
                <c:pt idx="9202">
                  <c:v>34.799999999999997</c:v>
                </c:pt>
                <c:pt idx="9203">
                  <c:v>34.799999999999997</c:v>
                </c:pt>
                <c:pt idx="9204">
                  <c:v>34.799999999999997</c:v>
                </c:pt>
                <c:pt idx="9205">
                  <c:v>34.799999999999997</c:v>
                </c:pt>
                <c:pt idx="9206">
                  <c:v>34.799999999999997</c:v>
                </c:pt>
                <c:pt idx="9207">
                  <c:v>34.799999999999997</c:v>
                </c:pt>
                <c:pt idx="9208">
                  <c:v>34.799999999999997</c:v>
                </c:pt>
                <c:pt idx="9209">
                  <c:v>34.799999999999997</c:v>
                </c:pt>
                <c:pt idx="9210">
                  <c:v>34.799999999999997</c:v>
                </c:pt>
                <c:pt idx="9211">
                  <c:v>34.799999999999997</c:v>
                </c:pt>
                <c:pt idx="9212">
                  <c:v>34.799999999999997</c:v>
                </c:pt>
                <c:pt idx="9213">
                  <c:v>34.799999999999997</c:v>
                </c:pt>
                <c:pt idx="9214">
                  <c:v>34.799999999999997</c:v>
                </c:pt>
                <c:pt idx="9215">
                  <c:v>34.799999999999997</c:v>
                </c:pt>
                <c:pt idx="9216">
                  <c:v>34.799999999999997</c:v>
                </c:pt>
                <c:pt idx="9217">
                  <c:v>34.799999999999997</c:v>
                </c:pt>
                <c:pt idx="9218">
                  <c:v>34.799999999999997</c:v>
                </c:pt>
                <c:pt idx="9219">
                  <c:v>34.799999999999997</c:v>
                </c:pt>
                <c:pt idx="9220">
                  <c:v>34.799999999999997</c:v>
                </c:pt>
                <c:pt idx="9221">
                  <c:v>34.75</c:v>
                </c:pt>
                <c:pt idx="9222">
                  <c:v>34.75</c:v>
                </c:pt>
                <c:pt idx="9223">
                  <c:v>34.75</c:v>
                </c:pt>
                <c:pt idx="9224">
                  <c:v>34.75</c:v>
                </c:pt>
                <c:pt idx="9225">
                  <c:v>34.75</c:v>
                </c:pt>
                <c:pt idx="9226">
                  <c:v>34.75</c:v>
                </c:pt>
                <c:pt idx="9227">
                  <c:v>34.75</c:v>
                </c:pt>
                <c:pt idx="9228">
                  <c:v>34.75</c:v>
                </c:pt>
                <c:pt idx="9229">
                  <c:v>34.75</c:v>
                </c:pt>
                <c:pt idx="9230">
                  <c:v>34.75</c:v>
                </c:pt>
                <c:pt idx="9231">
                  <c:v>34.75</c:v>
                </c:pt>
                <c:pt idx="9232">
                  <c:v>34.75</c:v>
                </c:pt>
                <c:pt idx="9233">
                  <c:v>34.75</c:v>
                </c:pt>
                <c:pt idx="9234">
                  <c:v>34.75</c:v>
                </c:pt>
                <c:pt idx="9235">
                  <c:v>34.75</c:v>
                </c:pt>
                <c:pt idx="9236">
                  <c:v>34.75</c:v>
                </c:pt>
                <c:pt idx="9237">
                  <c:v>34.75</c:v>
                </c:pt>
                <c:pt idx="9238">
                  <c:v>34.75</c:v>
                </c:pt>
                <c:pt idx="9239">
                  <c:v>34.75</c:v>
                </c:pt>
                <c:pt idx="9240">
                  <c:v>34.75</c:v>
                </c:pt>
                <c:pt idx="9241">
                  <c:v>34.75</c:v>
                </c:pt>
                <c:pt idx="9242">
                  <c:v>34.75</c:v>
                </c:pt>
                <c:pt idx="9243">
                  <c:v>34.75</c:v>
                </c:pt>
                <c:pt idx="9244">
                  <c:v>34.75</c:v>
                </c:pt>
                <c:pt idx="9245">
                  <c:v>34.75</c:v>
                </c:pt>
                <c:pt idx="9246">
                  <c:v>34.75</c:v>
                </c:pt>
                <c:pt idx="9247">
                  <c:v>34.75</c:v>
                </c:pt>
                <c:pt idx="9248">
                  <c:v>34.75</c:v>
                </c:pt>
                <c:pt idx="9249">
                  <c:v>34.75</c:v>
                </c:pt>
                <c:pt idx="9250">
                  <c:v>34.75</c:v>
                </c:pt>
                <c:pt idx="9251">
                  <c:v>34.75</c:v>
                </c:pt>
                <c:pt idx="9252">
                  <c:v>34.75</c:v>
                </c:pt>
                <c:pt idx="9253">
                  <c:v>34.75</c:v>
                </c:pt>
                <c:pt idx="9254">
                  <c:v>34.75</c:v>
                </c:pt>
                <c:pt idx="9255">
                  <c:v>34.75</c:v>
                </c:pt>
                <c:pt idx="9256">
                  <c:v>34.75</c:v>
                </c:pt>
                <c:pt idx="9257">
                  <c:v>34.75</c:v>
                </c:pt>
                <c:pt idx="9258">
                  <c:v>34.700000000000003</c:v>
                </c:pt>
                <c:pt idx="9259">
                  <c:v>34.700000000000003</c:v>
                </c:pt>
                <c:pt idx="9260">
                  <c:v>34.75</c:v>
                </c:pt>
                <c:pt idx="9261">
                  <c:v>34.700000000000003</c:v>
                </c:pt>
                <c:pt idx="9262">
                  <c:v>34.700000000000003</c:v>
                </c:pt>
                <c:pt idx="9263">
                  <c:v>34.700000000000003</c:v>
                </c:pt>
                <c:pt idx="9264">
                  <c:v>34.700000000000003</c:v>
                </c:pt>
                <c:pt idx="9265">
                  <c:v>34.700000000000003</c:v>
                </c:pt>
                <c:pt idx="9266">
                  <c:v>34.700000000000003</c:v>
                </c:pt>
                <c:pt idx="9267">
                  <c:v>34.700000000000003</c:v>
                </c:pt>
                <c:pt idx="9268">
                  <c:v>34.700000000000003</c:v>
                </c:pt>
                <c:pt idx="9269">
                  <c:v>34.700000000000003</c:v>
                </c:pt>
                <c:pt idx="9270">
                  <c:v>34.700000000000003</c:v>
                </c:pt>
                <c:pt idx="9271">
                  <c:v>34.700000000000003</c:v>
                </c:pt>
                <c:pt idx="9272">
                  <c:v>34.700000000000003</c:v>
                </c:pt>
                <c:pt idx="9273">
                  <c:v>34.700000000000003</c:v>
                </c:pt>
                <c:pt idx="9274">
                  <c:v>34.700000000000003</c:v>
                </c:pt>
                <c:pt idx="9275">
                  <c:v>34.700000000000003</c:v>
                </c:pt>
                <c:pt idx="9276">
                  <c:v>34.700000000000003</c:v>
                </c:pt>
                <c:pt idx="9277">
                  <c:v>34.700000000000003</c:v>
                </c:pt>
                <c:pt idx="9278">
                  <c:v>34.700000000000003</c:v>
                </c:pt>
                <c:pt idx="9279">
                  <c:v>34.700000000000003</c:v>
                </c:pt>
                <c:pt idx="9280">
                  <c:v>34.700000000000003</c:v>
                </c:pt>
                <c:pt idx="9281">
                  <c:v>34.700000000000003</c:v>
                </c:pt>
                <c:pt idx="9282">
                  <c:v>34.700000000000003</c:v>
                </c:pt>
                <c:pt idx="9283">
                  <c:v>34.700000000000003</c:v>
                </c:pt>
                <c:pt idx="9284">
                  <c:v>34.700000000000003</c:v>
                </c:pt>
                <c:pt idx="9285">
                  <c:v>34.700000000000003</c:v>
                </c:pt>
                <c:pt idx="9286">
                  <c:v>34.700000000000003</c:v>
                </c:pt>
                <c:pt idx="9287">
                  <c:v>34.700000000000003</c:v>
                </c:pt>
                <c:pt idx="9288">
                  <c:v>34.700000000000003</c:v>
                </c:pt>
                <c:pt idx="9289">
                  <c:v>34.700000000000003</c:v>
                </c:pt>
                <c:pt idx="9290">
                  <c:v>34.65</c:v>
                </c:pt>
                <c:pt idx="9291">
                  <c:v>34.65</c:v>
                </c:pt>
                <c:pt idx="9292">
                  <c:v>34.65</c:v>
                </c:pt>
                <c:pt idx="9293">
                  <c:v>34.65</c:v>
                </c:pt>
                <c:pt idx="9294">
                  <c:v>34.65</c:v>
                </c:pt>
                <c:pt idx="9295">
                  <c:v>34.65</c:v>
                </c:pt>
                <c:pt idx="9296">
                  <c:v>34.65</c:v>
                </c:pt>
                <c:pt idx="9297">
                  <c:v>34.65</c:v>
                </c:pt>
                <c:pt idx="9298">
                  <c:v>34.65</c:v>
                </c:pt>
                <c:pt idx="9299">
                  <c:v>34.65</c:v>
                </c:pt>
                <c:pt idx="9300">
                  <c:v>34.65</c:v>
                </c:pt>
                <c:pt idx="9301">
                  <c:v>34.65</c:v>
                </c:pt>
                <c:pt idx="9302">
                  <c:v>34.65</c:v>
                </c:pt>
                <c:pt idx="9303">
                  <c:v>34.65</c:v>
                </c:pt>
                <c:pt idx="9304">
                  <c:v>34.65</c:v>
                </c:pt>
                <c:pt idx="9305">
                  <c:v>34.65</c:v>
                </c:pt>
                <c:pt idx="9306">
                  <c:v>34.65</c:v>
                </c:pt>
                <c:pt idx="9307">
                  <c:v>34.65</c:v>
                </c:pt>
                <c:pt idx="9308">
                  <c:v>34.65</c:v>
                </c:pt>
                <c:pt idx="9309">
                  <c:v>34.65</c:v>
                </c:pt>
                <c:pt idx="9310">
                  <c:v>34.65</c:v>
                </c:pt>
                <c:pt idx="9311">
                  <c:v>34.65</c:v>
                </c:pt>
                <c:pt idx="9312">
                  <c:v>34.65</c:v>
                </c:pt>
                <c:pt idx="9313">
                  <c:v>34.65</c:v>
                </c:pt>
                <c:pt idx="9314">
                  <c:v>34.65</c:v>
                </c:pt>
                <c:pt idx="9315">
                  <c:v>34.65</c:v>
                </c:pt>
                <c:pt idx="9316">
                  <c:v>34.65</c:v>
                </c:pt>
                <c:pt idx="9317">
                  <c:v>34.65</c:v>
                </c:pt>
                <c:pt idx="9318">
                  <c:v>34.65</c:v>
                </c:pt>
                <c:pt idx="9319">
                  <c:v>34.65</c:v>
                </c:pt>
                <c:pt idx="9320">
                  <c:v>34.65</c:v>
                </c:pt>
                <c:pt idx="9321">
                  <c:v>34.65</c:v>
                </c:pt>
                <c:pt idx="9322">
                  <c:v>34.65</c:v>
                </c:pt>
                <c:pt idx="9323">
                  <c:v>34.65</c:v>
                </c:pt>
                <c:pt idx="9324">
                  <c:v>34.65</c:v>
                </c:pt>
                <c:pt idx="9325">
                  <c:v>34.6</c:v>
                </c:pt>
                <c:pt idx="9326">
                  <c:v>34.65</c:v>
                </c:pt>
                <c:pt idx="9327">
                  <c:v>34.6</c:v>
                </c:pt>
                <c:pt idx="9328">
                  <c:v>34.6</c:v>
                </c:pt>
                <c:pt idx="9329">
                  <c:v>34.6</c:v>
                </c:pt>
                <c:pt idx="9330">
                  <c:v>34.6</c:v>
                </c:pt>
                <c:pt idx="9331">
                  <c:v>34.6</c:v>
                </c:pt>
                <c:pt idx="9332">
                  <c:v>34.6</c:v>
                </c:pt>
                <c:pt idx="9333">
                  <c:v>34.6</c:v>
                </c:pt>
                <c:pt idx="9334">
                  <c:v>34.6</c:v>
                </c:pt>
                <c:pt idx="9335">
                  <c:v>34.6</c:v>
                </c:pt>
                <c:pt idx="9336">
                  <c:v>34.6</c:v>
                </c:pt>
                <c:pt idx="9337">
                  <c:v>34.6</c:v>
                </c:pt>
                <c:pt idx="9338">
                  <c:v>34.6</c:v>
                </c:pt>
                <c:pt idx="9339">
                  <c:v>34.6</c:v>
                </c:pt>
                <c:pt idx="9340">
                  <c:v>34.6</c:v>
                </c:pt>
                <c:pt idx="9341">
                  <c:v>34.6</c:v>
                </c:pt>
                <c:pt idx="9342">
                  <c:v>34.6</c:v>
                </c:pt>
                <c:pt idx="9343">
                  <c:v>34.6</c:v>
                </c:pt>
                <c:pt idx="9344">
                  <c:v>34.6</c:v>
                </c:pt>
                <c:pt idx="9345">
                  <c:v>34.6</c:v>
                </c:pt>
                <c:pt idx="9346">
                  <c:v>34.6</c:v>
                </c:pt>
                <c:pt idx="9347">
                  <c:v>34.6</c:v>
                </c:pt>
                <c:pt idx="9348">
                  <c:v>34.6</c:v>
                </c:pt>
                <c:pt idx="9349">
                  <c:v>34.6</c:v>
                </c:pt>
                <c:pt idx="9350">
                  <c:v>34.6</c:v>
                </c:pt>
                <c:pt idx="9351">
                  <c:v>34.6</c:v>
                </c:pt>
                <c:pt idx="9352">
                  <c:v>34.6</c:v>
                </c:pt>
                <c:pt idx="9353">
                  <c:v>34.6</c:v>
                </c:pt>
                <c:pt idx="9354">
                  <c:v>34.6</c:v>
                </c:pt>
                <c:pt idx="9355">
                  <c:v>34.6</c:v>
                </c:pt>
                <c:pt idx="9356">
                  <c:v>34.6</c:v>
                </c:pt>
                <c:pt idx="9357">
                  <c:v>34.6</c:v>
                </c:pt>
                <c:pt idx="9358">
                  <c:v>34.6</c:v>
                </c:pt>
                <c:pt idx="9359">
                  <c:v>34.6</c:v>
                </c:pt>
                <c:pt idx="9360">
                  <c:v>34.6</c:v>
                </c:pt>
                <c:pt idx="9361">
                  <c:v>34.6</c:v>
                </c:pt>
                <c:pt idx="9362">
                  <c:v>34.6</c:v>
                </c:pt>
                <c:pt idx="9363">
                  <c:v>34.6</c:v>
                </c:pt>
                <c:pt idx="9364">
                  <c:v>34.6</c:v>
                </c:pt>
                <c:pt idx="9365">
                  <c:v>34.6</c:v>
                </c:pt>
                <c:pt idx="9366">
                  <c:v>34.6</c:v>
                </c:pt>
                <c:pt idx="9367">
                  <c:v>34.6</c:v>
                </c:pt>
                <c:pt idx="9368">
                  <c:v>34.549999999999997</c:v>
                </c:pt>
                <c:pt idx="9369">
                  <c:v>34.549999999999997</c:v>
                </c:pt>
                <c:pt idx="9370">
                  <c:v>34.549999999999997</c:v>
                </c:pt>
                <c:pt idx="9371">
                  <c:v>34.549999999999997</c:v>
                </c:pt>
                <c:pt idx="9372">
                  <c:v>34.549999999999997</c:v>
                </c:pt>
                <c:pt idx="9373">
                  <c:v>34.549999999999997</c:v>
                </c:pt>
                <c:pt idx="9374">
                  <c:v>34.549999999999997</c:v>
                </c:pt>
                <c:pt idx="9375">
                  <c:v>34.549999999999997</c:v>
                </c:pt>
                <c:pt idx="9376">
                  <c:v>34.549999999999997</c:v>
                </c:pt>
                <c:pt idx="9377">
                  <c:v>34.549999999999997</c:v>
                </c:pt>
                <c:pt idx="9378">
                  <c:v>34.549999999999997</c:v>
                </c:pt>
                <c:pt idx="9379">
                  <c:v>34.549999999999997</c:v>
                </c:pt>
                <c:pt idx="9380">
                  <c:v>34.549999999999997</c:v>
                </c:pt>
                <c:pt idx="9381">
                  <c:v>34.549999999999997</c:v>
                </c:pt>
                <c:pt idx="9382">
                  <c:v>34.549999999999997</c:v>
                </c:pt>
                <c:pt idx="9383">
                  <c:v>34.549999999999997</c:v>
                </c:pt>
                <c:pt idx="9384">
                  <c:v>34.549999999999997</c:v>
                </c:pt>
                <c:pt idx="9385">
                  <c:v>34.549999999999997</c:v>
                </c:pt>
                <c:pt idx="9386">
                  <c:v>34.549999999999997</c:v>
                </c:pt>
                <c:pt idx="9387">
                  <c:v>34.549999999999997</c:v>
                </c:pt>
                <c:pt idx="9388">
                  <c:v>34.549999999999997</c:v>
                </c:pt>
                <c:pt idx="9389">
                  <c:v>34.549999999999997</c:v>
                </c:pt>
                <c:pt idx="9390">
                  <c:v>34.549999999999997</c:v>
                </c:pt>
                <c:pt idx="9391">
                  <c:v>34.549999999999997</c:v>
                </c:pt>
                <c:pt idx="9392">
                  <c:v>34.549999999999997</c:v>
                </c:pt>
                <c:pt idx="9393">
                  <c:v>34.549999999999997</c:v>
                </c:pt>
                <c:pt idx="9394">
                  <c:v>34.549999999999997</c:v>
                </c:pt>
                <c:pt idx="9395">
                  <c:v>34.549999999999997</c:v>
                </c:pt>
                <c:pt idx="9396">
                  <c:v>34.549999999999997</c:v>
                </c:pt>
                <c:pt idx="9397">
                  <c:v>34.549999999999997</c:v>
                </c:pt>
                <c:pt idx="9398">
                  <c:v>34.549999999999997</c:v>
                </c:pt>
                <c:pt idx="9399">
                  <c:v>34.549999999999997</c:v>
                </c:pt>
                <c:pt idx="9400">
                  <c:v>34.549999999999997</c:v>
                </c:pt>
                <c:pt idx="9401">
                  <c:v>34.5</c:v>
                </c:pt>
                <c:pt idx="9402">
                  <c:v>34.5</c:v>
                </c:pt>
                <c:pt idx="9403">
                  <c:v>34.5</c:v>
                </c:pt>
                <c:pt idx="9404">
                  <c:v>34.5</c:v>
                </c:pt>
                <c:pt idx="9405">
                  <c:v>34.5</c:v>
                </c:pt>
                <c:pt idx="9406">
                  <c:v>34.5</c:v>
                </c:pt>
                <c:pt idx="9407">
                  <c:v>34.5</c:v>
                </c:pt>
                <c:pt idx="9408">
                  <c:v>34.5</c:v>
                </c:pt>
                <c:pt idx="9409">
                  <c:v>34.5</c:v>
                </c:pt>
                <c:pt idx="9410">
                  <c:v>34.5</c:v>
                </c:pt>
                <c:pt idx="9411">
                  <c:v>34.5</c:v>
                </c:pt>
                <c:pt idx="9412">
                  <c:v>34.5</c:v>
                </c:pt>
                <c:pt idx="9413">
                  <c:v>34.5</c:v>
                </c:pt>
                <c:pt idx="9414">
                  <c:v>34.5</c:v>
                </c:pt>
                <c:pt idx="9415">
                  <c:v>34.5</c:v>
                </c:pt>
                <c:pt idx="9416">
                  <c:v>34.5</c:v>
                </c:pt>
                <c:pt idx="9417">
                  <c:v>34.5</c:v>
                </c:pt>
                <c:pt idx="9418">
                  <c:v>34.5</c:v>
                </c:pt>
                <c:pt idx="9419">
                  <c:v>34.5</c:v>
                </c:pt>
                <c:pt idx="9420">
                  <c:v>34.5</c:v>
                </c:pt>
                <c:pt idx="9421">
                  <c:v>34.5</c:v>
                </c:pt>
                <c:pt idx="9422">
                  <c:v>34.5</c:v>
                </c:pt>
                <c:pt idx="9423">
                  <c:v>34.5</c:v>
                </c:pt>
                <c:pt idx="9424">
                  <c:v>34.5</c:v>
                </c:pt>
                <c:pt idx="9425">
                  <c:v>34.5</c:v>
                </c:pt>
                <c:pt idx="9426">
                  <c:v>34.5</c:v>
                </c:pt>
                <c:pt idx="9427">
                  <c:v>34.5</c:v>
                </c:pt>
                <c:pt idx="9428">
                  <c:v>34.5</c:v>
                </c:pt>
                <c:pt idx="9429">
                  <c:v>34.5</c:v>
                </c:pt>
                <c:pt idx="9430">
                  <c:v>34.5</c:v>
                </c:pt>
                <c:pt idx="9431">
                  <c:v>34.5</c:v>
                </c:pt>
                <c:pt idx="9432">
                  <c:v>34.5</c:v>
                </c:pt>
                <c:pt idx="9433">
                  <c:v>34.5</c:v>
                </c:pt>
                <c:pt idx="9434">
                  <c:v>34.5</c:v>
                </c:pt>
                <c:pt idx="9435">
                  <c:v>34.5</c:v>
                </c:pt>
                <c:pt idx="9436">
                  <c:v>34.5</c:v>
                </c:pt>
                <c:pt idx="9437">
                  <c:v>34.5</c:v>
                </c:pt>
                <c:pt idx="9438">
                  <c:v>34.5</c:v>
                </c:pt>
                <c:pt idx="9439">
                  <c:v>34.5</c:v>
                </c:pt>
                <c:pt idx="9440">
                  <c:v>34.5</c:v>
                </c:pt>
                <c:pt idx="9441">
                  <c:v>34.5</c:v>
                </c:pt>
                <c:pt idx="9442">
                  <c:v>34.5</c:v>
                </c:pt>
                <c:pt idx="9443">
                  <c:v>34.5</c:v>
                </c:pt>
                <c:pt idx="9444">
                  <c:v>34.5</c:v>
                </c:pt>
                <c:pt idx="9445">
                  <c:v>34.5</c:v>
                </c:pt>
                <c:pt idx="9446">
                  <c:v>34.5</c:v>
                </c:pt>
                <c:pt idx="9447">
                  <c:v>34.5</c:v>
                </c:pt>
                <c:pt idx="9448">
                  <c:v>34.5</c:v>
                </c:pt>
                <c:pt idx="9449">
                  <c:v>34.5</c:v>
                </c:pt>
                <c:pt idx="9450">
                  <c:v>34.5</c:v>
                </c:pt>
                <c:pt idx="9451">
                  <c:v>34.5</c:v>
                </c:pt>
                <c:pt idx="9452">
                  <c:v>34.5</c:v>
                </c:pt>
                <c:pt idx="9453">
                  <c:v>34.5</c:v>
                </c:pt>
                <c:pt idx="9454">
                  <c:v>34.5</c:v>
                </c:pt>
                <c:pt idx="9455">
                  <c:v>34.5</c:v>
                </c:pt>
                <c:pt idx="9456">
                  <c:v>34.5</c:v>
                </c:pt>
                <c:pt idx="9457">
                  <c:v>34.450000000000003</c:v>
                </c:pt>
                <c:pt idx="9458">
                  <c:v>34.450000000000003</c:v>
                </c:pt>
                <c:pt idx="9459">
                  <c:v>34.450000000000003</c:v>
                </c:pt>
                <c:pt idx="9460">
                  <c:v>34.450000000000003</c:v>
                </c:pt>
                <c:pt idx="9461">
                  <c:v>34.450000000000003</c:v>
                </c:pt>
                <c:pt idx="9462">
                  <c:v>34.450000000000003</c:v>
                </c:pt>
                <c:pt idx="9463">
                  <c:v>34.450000000000003</c:v>
                </c:pt>
                <c:pt idx="9464">
                  <c:v>34.450000000000003</c:v>
                </c:pt>
                <c:pt idx="9465">
                  <c:v>34.450000000000003</c:v>
                </c:pt>
                <c:pt idx="9466">
                  <c:v>34.450000000000003</c:v>
                </c:pt>
                <c:pt idx="9467">
                  <c:v>34.450000000000003</c:v>
                </c:pt>
                <c:pt idx="9468">
                  <c:v>34.450000000000003</c:v>
                </c:pt>
                <c:pt idx="9469">
                  <c:v>34.450000000000003</c:v>
                </c:pt>
                <c:pt idx="9470">
                  <c:v>34.450000000000003</c:v>
                </c:pt>
                <c:pt idx="9471">
                  <c:v>34.450000000000003</c:v>
                </c:pt>
                <c:pt idx="9472">
                  <c:v>34.450000000000003</c:v>
                </c:pt>
                <c:pt idx="9473">
                  <c:v>34.450000000000003</c:v>
                </c:pt>
                <c:pt idx="9474">
                  <c:v>34.450000000000003</c:v>
                </c:pt>
                <c:pt idx="9475">
                  <c:v>34.450000000000003</c:v>
                </c:pt>
                <c:pt idx="9476">
                  <c:v>34.450000000000003</c:v>
                </c:pt>
                <c:pt idx="9477">
                  <c:v>34.450000000000003</c:v>
                </c:pt>
                <c:pt idx="9478">
                  <c:v>34.450000000000003</c:v>
                </c:pt>
                <c:pt idx="9479">
                  <c:v>34.450000000000003</c:v>
                </c:pt>
                <c:pt idx="9480">
                  <c:v>34.450000000000003</c:v>
                </c:pt>
                <c:pt idx="9481">
                  <c:v>34.450000000000003</c:v>
                </c:pt>
                <c:pt idx="9482">
                  <c:v>34.450000000000003</c:v>
                </c:pt>
                <c:pt idx="9483">
                  <c:v>34.450000000000003</c:v>
                </c:pt>
                <c:pt idx="9484">
                  <c:v>34.450000000000003</c:v>
                </c:pt>
                <c:pt idx="9485">
                  <c:v>34.450000000000003</c:v>
                </c:pt>
                <c:pt idx="9486">
                  <c:v>34.450000000000003</c:v>
                </c:pt>
                <c:pt idx="9487">
                  <c:v>34.450000000000003</c:v>
                </c:pt>
                <c:pt idx="9488">
                  <c:v>34.450000000000003</c:v>
                </c:pt>
                <c:pt idx="9489">
                  <c:v>34.450000000000003</c:v>
                </c:pt>
                <c:pt idx="9490">
                  <c:v>34.450000000000003</c:v>
                </c:pt>
                <c:pt idx="9491">
                  <c:v>34.450000000000003</c:v>
                </c:pt>
                <c:pt idx="9492">
                  <c:v>34.450000000000003</c:v>
                </c:pt>
                <c:pt idx="9493">
                  <c:v>34.4</c:v>
                </c:pt>
                <c:pt idx="9494">
                  <c:v>34.4</c:v>
                </c:pt>
                <c:pt idx="9495">
                  <c:v>34.4</c:v>
                </c:pt>
                <c:pt idx="9496">
                  <c:v>34.4</c:v>
                </c:pt>
                <c:pt idx="9497">
                  <c:v>34.4</c:v>
                </c:pt>
                <c:pt idx="9498">
                  <c:v>34.4</c:v>
                </c:pt>
                <c:pt idx="9499">
                  <c:v>34.4</c:v>
                </c:pt>
                <c:pt idx="9500">
                  <c:v>34.4</c:v>
                </c:pt>
                <c:pt idx="9501">
                  <c:v>34.4</c:v>
                </c:pt>
                <c:pt idx="9502">
                  <c:v>34.4</c:v>
                </c:pt>
                <c:pt idx="9503">
                  <c:v>34.4</c:v>
                </c:pt>
                <c:pt idx="9504">
                  <c:v>34.4</c:v>
                </c:pt>
                <c:pt idx="9505">
                  <c:v>34.4</c:v>
                </c:pt>
                <c:pt idx="9506">
                  <c:v>34.4</c:v>
                </c:pt>
                <c:pt idx="9507">
                  <c:v>34.4</c:v>
                </c:pt>
                <c:pt idx="9508">
                  <c:v>34.4</c:v>
                </c:pt>
                <c:pt idx="9509">
                  <c:v>34.4</c:v>
                </c:pt>
                <c:pt idx="9510">
                  <c:v>34.4</c:v>
                </c:pt>
                <c:pt idx="9511">
                  <c:v>34.4</c:v>
                </c:pt>
                <c:pt idx="9512">
                  <c:v>34.4</c:v>
                </c:pt>
                <c:pt idx="9513">
                  <c:v>34.4</c:v>
                </c:pt>
                <c:pt idx="9514">
                  <c:v>34.4</c:v>
                </c:pt>
                <c:pt idx="9515">
                  <c:v>34.4</c:v>
                </c:pt>
                <c:pt idx="9516">
                  <c:v>34.4</c:v>
                </c:pt>
                <c:pt idx="9517">
                  <c:v>34.4</c:v>
                </c:pt>
                <c:pt idx="9518">
                  <c:v>34.4</c:v>
                </c:pt>
                <c:pt idx="9519">
                  <c:v>34.4</c:v>
                </c:pt>
                <c:pt idx="9520">
                  <c:v>34.4</c:v>
                </c:pt>
                <c:pt idx="9521">
                  <c:v>34.4</c:v>
                </c:pt>
                <c:pt idx="9522">
                  <c:v>34.4</c:v>
                </c:pt>
                <c:pt idx="9523">
                  <c:v>34.4</c:v>
                </c:pt>
                <c:pt idx="9524">
                  <c:v>34.4</c:v>
                </c:pt>
                <c:pt idx="9525">
                  <c:v>34.4</c:v>
                </c:pt>
                <c:pt idx="9526">
                  <c:v>34.4</c:v>
                </c:pt>
                <c:pt idx="9527">
                  <c:v>34.4</c:v>
                </c:pt>
                <c:pt idx="9528">
                  <c:v>34.35</c:v>
                </c:pt>
                <c:pt idx="9529">
                  <c:v>34.35</c:v>
                </c:pt>
                <c:pt idx="9530">
                  <c:v>34.35</c:v>
                </c:pt>
                <c:pt idx="9531">
                  <c:v>34.35</c:v>
                </c:pt>
                <c:pt idx="9532">
                  <c:v>34.35</c:v>
                </c:pt>
                <c:pt idx="9533">
                  <c:v>34.35</c:v>
                </c:pt>
                <c:pt idx="9534">
                  <c:v>34.35</c:v>
                </c:pt>
                <c:pt idx="9535">
                  <c:v>34.35</c:v>
                </c:pt>
                <c:pt idx="9536">
                  <c:v>34.35</c:v>
                </c:pt>
                <c:pt idx="9537">
                  <c:v>34.35</c:v>
                </c:pt>
                <c:pt idx="9538">
                  <c:v>34.35</c:v>
                </c:pt>
                <c:pt idx="9539">
                  <c:v>34.35</c:v>
                </c:pt>
                <c:pt idx="9540">
                  <c:v>34.35</c:v>
                </c:pt>
                <c:pt idx="9541">
                  <c:v>34.35</c:v>
                </c:pt>
                <c:pt idx="9542">
                  <c:v>34.35</c:v>
                </c:pt>
                <c:pt idx="9543">
                  <c:v>34.35</c:v>
                </c:pt>
                <c:pt idx="9544">
                  <c:v>34.35</c:v>
                </c:pt>
                <c:pt idx="9545">
                  <c:v>34.35</c:v>
                </c:pt>
                <c:pt idx="9546">
                  <c:v>34.35</c:v>
                </c:pt>
                <c:pt idx="9547">
                  <c:v>34.35</c:v>
                </c:pt>
                <c:pt idx="9548">
                  <c:v>34.35</c:v>
                </c:pt>
                <c:pt idx="9549">
                  <c:v>34.35</c:v>
                </c:pt>
                <c:pt idx="9550">
                  <c:v>34.35</c:v>
                </c:pt>
                <c:pt idx="9551">
                  <c:v>34.35</c:v>
                </c:pt>
                <c:pt idx="9552">
                  <c:v>34.35</c:v>
                </c:pt>
                <c:pt idx="9553">
                  <c:v>34.35</c:v>
                </c:pt>
                <c:pt idx="9554">
                  <c:v>34.35</c:v>
                </c:pt>
                <c:pt idx="9555">
                  <c:v>34.35</c:v>
                </c:pt>
                <c:pt idx="9556">
                  <c:v>34.35</c:v>
                </c:pt>
                <c:pt idx="9557">
                  <c:v>34.35</c:v>
                </c:pt>
                <c:pt idx="9558">
                  <c:v>34.35</c:v>
                </c:pt>
                <c:pt idx="9559">
                  <c:v>34.35</c:v>
                </c:pt>
                <c:pt idx="9560">
                  <c:v>34.35</c:v>
                </c:pt>
                <c:pt idx="9561">
                  <c:v>34.35</c:v>
                </c:pt>
                <c:pt idx="9562">
                  <c:v>34.35</c:v>
                </c:pt>
                <c:pt idx="9563">
                  <c:v>34.35</c:v>
                </c:pt>
                <c:pt idx="9564">
                  <c:v>34.35</c:v>
                </c:pt>
                <c:pt idx="9565">
                  <c:v>34.35</c:v>
                </c:pt>
                <c:pt idx="9566">
                  <c:v>34.35</c:v>
                </c:pt>
                <c:pt idx="9567">
                  <c:v>34.35</c:v>
                </c:pt>
                <c:pt idx="9568">
                  <c:v>34.35</c:v>
                </c:pt>
                <c:pt idx="9569">
                  <c:v>34.35</c:v>
                </c:pt>
                <c:pt idx="9570">
                  <c:v>34.299999999999997</c:v>
                </c:pt>
                <c:pt idx="9571">
                  <c:v>34.35</c:v>
                </c:pt>
                <c:pt idx="9572">
                  <c:v>34.299999999999997</c:v>
                </c:pt>
                <c:pt idx="9573">
                  <c:v>34.299999999999997</c:v>
                </c:pt>
                <c:pt idx="9574">
                  <c:v>34.299999999999997</c:v>
                </c:pt>
                <c:pt idx="9575">
                  <c:v>34.299999999999997</c:v>
                </c:pt>
                <c:pt idx="9576">
                  <c:v>34.299999999999997</c:v>
                </c:pt>
                <c:pt idx="9577">
                  <c:v>34.299999999999997</c:v>
                </c:pt>
                <c:pt idx="9578">
                  <c:v>34.299999999999997</c:v>
                </c:pt>
                <c:pt idx="9579">
                  <c:v>34.299999999999997</c:v>
                </c:pt>
                <c:pt idx="9580">
                  <c:v>34.299999999999997</c:v>
                </c:pt>
                <c:pt idx="9581">
                  <c:v>34.299999999999997</c:v>
                </c:pt>
                <c:pt idx="9582">
                  <c:v>34.299999999999997</c:v>
                </c:pt>
                <c:pt idx="9583">
                  <c:v>34.299999999999997</c:v>
                </c:pt>
                <c:pt idx="9584">
                  <c:v>34.299999999999997</c:v>
                </c:pt>
                <c:pt idx="9585">
                  <c:v>34.299999999999997</c:v>
                </c:pt>
                <c:pt idx="9586">
                  <c:v>34.299999999999997</c:v>
                </c:pt>
                <c:pt idx="9587">
                  <c:v>34.299999999999997</c:v>
                </c:pt>
                <c:pt idx="9588">
                  <c:v>34.299999999999997</c:v>
                </c:pt>
                <c:pt idx="9589">
                  <c:v>34.299999999999997</c:v>
                </c:pt>
                <c:pt idx="9590">
                  <c:v>34.299999999999997</c:v>
                </c:pt>
                <c:pt idx="9591">
                  <c:v>34.299999999999997</c:v>
                </c:pt>
                <c:pt idx="9592">
                  <c:v>34.299999999999997</c:v>
                </c:pt>
                <c:pt idx="9593">
                  <c:v>34.299999999999997</c:v>
                </c:pt>
                <c:pt idx="9594">
                  <c:v>34.299999999999997</c:v>
                </c:pt>
                <c:pt idx="9595">
                  <c:v>34.299999999999997</c:v>
                </c:pt>
                <c:pt idx="9596">
                  <c:v>34.299999999999997</c:v>
                </c:pt>
                <c:pt idx="9597">
                  <c:v>34.299999999999997</c:v>
                </c:pt>
                <c:pt idx="9598">
                  <c:v>34.299999999999997</c:v>
                </c:pt>
                <c:pt idx="9599">
                  <c:v>34.299999999999997</c:v>
                </c:pt>
                <c:pt idx="9600">
                  <c:v>34.299999999999997</c:v>
                </c:pt>
                <c:pt idx="9601">
                  <c:v>34.299999999999997</c:v>
                </c:pt>
                <c:pt idx="9602">
                  <c:v>34.299999999999997</c:v>
                </c:pt>
                <c:pt idx="9603">
                  <c:v>34.299999999999997</c:v>
                </c:pt>
                <c:pt idx="9604">
                  <c:v>34.299999999999997</c:v>
                </c:pt>
                <c:pt idx="9605">
                  <c:v>34.299999999999997</c:v>
                </c:pt>
                <c:pt idx="9606">
                  <c:v>34.25</c:v>
                </c:pt>
                <c:pt idx="9607">
                  <c:v>34.25</c:v>
                </c:pt>
                <c:pt idx="9608">
                  <c:v>34.25</c:v>
                </c:pt>
                <c:pt idx="9609">
                  <c:v>34.25</c:v>
                </c:pt>
                <c:pt idx="9610">
                  <c:v>34.25</c:v>
                </c:pt>
                <c:pt idx="9611">
                  <c:v>34.25</c:v>
                </c:pt>
                <c:pt idx="9612">
                  <c:v>34.25</c:v>
                </c:pt>
                <c:pt idx="9613">
                  <c:v>34.25</c:v>
                </c:pt>
                <c:pt idx="9614">
                  <c:v>34.25</c:v>
                </c:pt>
                <c:pt idx="9615">
                  <c:v>34.25</c:v>
                </c:pt>
                <c:pt idx="9616">
                  <c:v>34.25</c:v>
                </c:pt>
                <c:pt idx="9617">
                  <c:v>34.25</c:v>
                </c:pt>
                <c:pt idx="9618">
                  <c:v>34.25</c:v>
                </c:pt>
                <c:pt idx="9619">
                  <c:v>34.25</c:v>
                </c:pt>
                <c:pt idx="9620">
                  <c:v>34.25</c:v>
                </c:pt>
                <c:pt idx="9621">
                  <c:v>34.25</c:v>
                </c:pt>
                <c:pt idx="9622">
                  <c:v>34.25</c:v>
                </c:pt>
                <c:pt idx="9623">
                  <c:v>34.25</c:v>
                </c:pt>
                <c:pt idx="9624">
                  <c:v>34.25</c:v>
                </c:pt>
                <c:pt idx="9625">
                  <c:v>34.25</c:v>
                </c:pt>
                <c:pt idx="9626">
                  <c:v>34.25</c:v>
                </c:pt>
                <c:pt idx="9627">
                  <c:v>34.25</c:v>
                </c:pt>
                <c:pt idx="9628">
                  <c:v>34.25</c:v>
                </c:pt>
                <c:pt idx="9629">
                  <c:v>34.25</c:v>
                </c:pt>
                <c:pt idx="9630">
                  <c:v>34.25</c:v>
                </c:pt>
                <c:pt idx="9631">
                  <c:v>34.25</c:v>
                </c:pt>
                <c:pt idx="9632">
                  <c:v>34.25</c:v>
                </c:pt>
                <c:pt idx="9633">
                  <c:v>34.25</c:v>
                </c:pt>
                <c:pt idx="9634">
                  <c:v>34.25</c:v>
                </c:pt>
                <c:pt idx="9635">
                  <c:v>34.25</c:v>
                </c:pt>
                <c:pt idx="9636">
                  <c:v>34.25</c:v>
                </c:pt>
                <c:pt idx="9637">
                  <c:v>34.25</c:v>
                </c:pt>
                <c:pt idx="9638">
                  <c:v>34.200000000000003</c:v>
                </c:pt>
                <c:pt idx="9639">
                  <c:v>34.25</c:v>
                </c:pt>
                <c:pt idx="9640">
                  <c:v>34.25</c:v>
                </c:pt>
                <c:pt idx="9641">
                  <c:v>34.25</c:v>
                </c:pt>
                <c:pt idx="9642">
                  <c:v>34.200000000000003</c:v>
                </c:pt>
                <c:pt idx="9643">
                  <c:v>34.25</c:v>
                </c:pt>
                <c:pt idx="9644">
                  <c:v>34.200000000000003</c:v>
                </c:pt>
                <c:pt idx="9645">
                  <c:v>34.25</c:v>
                </c:pt>
                <c:pt idx="9646">
                  <c:v>34.25</c:v>
                </c:pt>
                <c:pt idx="9647">
                  <c:v>34.200000000000003</c:v>
                </c:pt>
                <c:pt idx="9648">
                  <c:v>34.200000000000003</c:v>
                </c:pt>
                <c:pt idx="9649">
                  <c:v>34.200000000000003</c:v>
                </c:pt>
                <c:pt idx="9650">
                  <c:v>34.200000000000003</c:v>
                </c:pt>
                <c:pt idx="9651">
                  <c:v>34.200000000000003</c:v>
                </c:pt>
                <c:pt idx="9652">
                  <c:v>34.200000000000003</c:v>
                </c:pt>
                <c:pt idx="9653">
                  <c:v>34.200000000000003</c:v>
                </c:pt>
                <c:pt idx="9654">
                  <c:v>34.200000000000003</c:v>
                </c:pt>
                <c:pt idx="9655">
                  <c:v>34.200000000000003</c:v>
                </c:pt>
                <c:pt idx="9656">
                  <c:v>34.200000000000003</c:v>
                </c:pt>
                <c:pt idx="9657">
                  <c:v>34.200000000000003</c:v>
                </c:pt>
                <c:pt idx="9658">
                  <c:v>34.200000000000003</c:v>
                </c:pt>
                <c:pt idx="9659">
                  <c:v>34.200000000000003</c:v>
                </c:pt>
                <c:pt idx="9660">
                  <c:v>34.200000000000003</c:v>
                </c:pt>
                <c:pt idx="9661">
                  <c:v>34.200000000000003</c:v>
                </c:pt>
                <c:pt idx="9662">
                  <c:v>34.200000000000003</c:v>
                </c:pt>
                <c:pt idx="9663">
                  <c:v>34.200000000000003</c:v>
                </c:pt>
                <c:pt idx="9664">
                  <c:v>34.200000000000003</c:v>
                </c:pt>
                <c:pt idx="9665">
                  <c:v>34.200000000000003</c:v>
                </c:pt>
                <c:pt idx="9666">
                  <c:v>34.200000000000003</c:v>
                </c:pt>
                <c:pt idx="9667">
                  <c:v>34.200000000000003</c:v>
                </c:pt>
                <c:pt idx="9668">
                  <c:v>34.200000000000003</c:v>
                </c:pt>
                <c:pt idx="9669">
                  <c:v>34.200000000000003</c:v>
                </c:pt>
                <c:pt idx="9670">
                  <c:v>34.200000000000003</c:v>
                </c:pt>
                <c:pt idx="9671">
                  <c:v>34.200000000000003</c:v>
                </c:pt>
                <c:pt idx="9672">
                  <c:v>34.200000000000003</c:v>
                </c:pt>
                <c:pt idx="9673">
                  <c:v>34.200000000000003</c:v>
                </c:pt>
                <c:pt idx="9674">
                  <c:v>34.200000000000003</c:v>
                </c:pt>
                <c:pt idx="9675">
                  <c:v>34.200000000000003</c:v>
                </c:pt>
                <c:pt idx="9676">
                  <c:v>34.200000000000003</c:v>
                </c:pt>
                <c:pt idx="9677">
                  <c:v>34.200000000000003</c:v>
                </c:pt>
                <c:pt idx="9678">
                  <c:v>34.200000000000003</c:v>
                </c:pt>
                <c:pt idx="9679">
                  <c:v>34.200000000000003</c:v>
                </c:pt>
                <c:pt idx="9680">
                  <c:v>34.15</c:v>
                </c:pt>
                <c:pt idx="9681">
                  <c:v>34.15</c:v>
                </c:pt>
                <c:pt idx="9682">
                  <c:v>34.200000000000003</c:v>
                </c:pt>
                <c:pt idx="9683">
                  <c:v>34.200000000000003</c:v>
                </c:pt>
                <c:pt idx="9684">
                  <c:v>34.15</c:v>
                </c:pt>
                <c:pt idx="9685">
                  <c:v>34.15</c:v>
                </c:pt>
                <c:pt idx="9686">
                  <c:v>34.15</c:v>
                </c:pt>
                <c:pt idx="9687">
                  <c:v>34.15</c:v>
                </c:pt>
                <c:pt idx="9688">
                  <c:v>34.15</c:v>
                </c:pt>
                <c:pt idx="9689">
                  <c:v>34.15</c:v>
                </c:pt>
                <c:pt idx="9690">
                  <c:v>34.15</c:v>
                </c:pt>
                <c:pt idx="9691">
                  <c:v>34.15</c:v>
                </c:pt>
                <c:pt idx="9692">
                  <c:v>34.15</c:v>
                </c:pt>
                <c:pt idx="9693">
                  <c:v>34.15</c:v>
                </c:pt>
                <c:pt idx="9694">
                  <c:v>34.15</c:v>
                </c:pt>
                <c:pt idx="9695">
                  <c:v>34.15</c:v>
                </c:pt>
                <c:pt idx="9696">
                  <c:v>34.15</c:v>
                </c:pt>
                <c:pt idx="9697">
                  <c:v>34.15</c:v>
                </c:pt>
                <c:pt idx="9698">
                  <c:v>34.15</c:v>
                </c:pt>
                <c:pt idx="9699">
                  <c:v>34.15</c:v>
                </c:pt>
                <c:pt idx="9700">
                  <c:v>34.15</c:v>
                </c:pt>
                <c:pt idx="9701">
                  <c:v>34.15</c:v>
                </c:pt>
                <c:pt idx="9702">
                  <c:v>34.15</c:v>
                </c:pt>
                <c:pt idx="9703">
                  <c:v>34.15</c:v>
                </c:pt>
                <c:pt idx="9704">
                  <c:v>34.15</c:v>
                </c:pt>
                <c:pt idx="9705">
                  <c:v>34.15</c:v>
                </c:pt>
                <c:pt idx="9706">
                  <c:v>34.15</c:v>
                </c:pt>
                <c:pt idx="9707">
                  <c:v>34.15</c:v>
                </c:pt>
                <c:pt idx="9708">
                  <c:v>34.15</c:v>
                </c:pt>
                <c:pt idx="9709">
                  <c:v>34.15</c:v>
                </c:pt>
                <c:pt idx="9710">
                  <c:v>34.15</c:v>
                </c:pt>
                <c:pt idx="9711">
                  <c:v>34.15</c:v>
                </c:pt>
                <c:pt idx="9712">
                  <c:v>34.15</c:v>
                </c:pt>
                <c:pt idx="9713">
                  <c:v>34.15</c:v>
                </c:pt>
                <c:pt idx="9714">
                  <c:v>34.15</c:v>
                </c:pt>
                <c:pt idx="9715">
                  <c:v>34.1</c:v>
                </c:pt>
                <c:pt idx="9716">
                  <c:v>34.15</c:v>
                </c:pt>
                <c:pt idx="9717">
                  <c:v>34.1</c:v>
                </c:pt>
                <c:pt idx="9718">
                  <c:v>34.1</c:v>
                </c:pt>
                <c:pt idx="9719">
                  <c:v>34.1</c:v>
                </c:pt>
                <c:pt idx="9720">
                  <c:v>34.1</c:v>
                </c:pt>
                <c:pt idx="9721">
                  <c:v>34.1</c:v>
                </c:pt>
                <c:pt idx="9722">
                  <c:v>34.1</c:v>
                </c:pt>
                <c:pt idx="9723">
                  <c:v>34.1</c:v>
                </c:pt>
                <c:pt idx="9724">
                  <c:v>34.1</c:v>
                </c:pt>
                <c:pt idx="9725">
                  <c:v>34.1</c:v>
                </c:pt>
                <c:pt idx="9726">
                  <c:v>34.1</c:v>
                </c:pt>
                <c:pt idx="9727">
                  <c:v>34.1</c:v>
                </c:pt>
                <c:pt idx="9728">
                  <c:v>34.1</c:v>
                </c:pt>
                <c:pt idx="9729">
                  <c:v>34.1</c:v>
                </c:pt>
                <c:pt idx="9730">
                  <c:v>34.1</c:v>
                </c:pt>
                <c:pt idx="9731">
                  <c:v>34.1</c:v>
                </c:pt>
                <c:pt idx="9732">
                  <c:v>34.1</c:v>
                </c:pt>
                <c:pt idx="9733">
                  <c:v>34.1</c:v>
                </c:pt>
                <c:pt idx="9734">
                  <c:v>34.1</c:v>
                </c:pt>
                <c:pt idx="9735">
                  <c:v>34.1</c:v>
                </c:pt>
                <c:pt idx="9736">
                  <c:v>34.1</c:v>
                </c:pt>
                <c:pt idx="9737">
                  <c:v>34.1</c:v>
                </c:pt>
                <c:pt idx="9738">
                  <c:v>34.1</c:v>
                </c:pt>
                <c:pt idx="9739">
                  <c:v>34.1</c:v>
                </c:pt>
                <c:pt idx="9740">
                  <c:v>34.1</c:v>
                </c:pt>
                <c:pt idx="9741">
                  <c:v>34.1</c:v>
                </c:pt>
                <c:pt idx="9742">
                  <c:v>34.1</c:v>
                </c:pt>
                <c:pt idx="9743">
                  <c:v>34.1</c:v>
                </c:pt>
                <c:pt idx="9744">
                  <c:v>34.1</c:v>
                </c:pt>
                <c:pt idx="9745">
                  <c:v>34.1</c:v>
                </c:pt>
                <c:pt idx="9746">
                  <c:v>34.1</c:v>
                </c:pt>
                <c:pt idx="9747">
                  <c:v>34.1</c:v>
                </c:pt>
                <c:pt idx="9748">
                  <c:v>34.1</c:v>
                </c:pt>
                <c:pt idx="9749">
                  <c:v>34.1</c:v>
                </c:pt>
                <c:pt idx="9750">
                  <c:v>34.1</c:v>
                </c:pt>
                <c:pt idx="9751">
                  <c:v>34.049999999999997</c:v>
                </c:pt>
                <c:pt idx="9752">
                  <c:v>34.049999999999997</c:v>
                </c:pt>
                <c:pt idx="9753">
                  <c:v>34.049999999999997</c:v>
                </c:pt>
                <c:pt idx="9754">
                  <c:v>34.049999999999997</c:v>
                </c:pt>
                <c:pt idx="9755">
                  <c:v>34.049999999999997</c:v>
                </c:pt>
                <c:pt idx="9756">
                  <c:v>34.049999999999997</c:v>
                </c:pt>
                <c:pt idx="9757">
                  <c:v>34.049999999999997</c:v>
                </c:pt>
                <c:pt idx="9758">
                  <c:v>34.049999999999997</c:v>
                </c:pt>
                <c:pt idx="9759">
                  <c:v>34.049999999999997</c:v>
                </c:pt>
                <c:pt idx="9760">
                  <c:v>34.049999999999997</c:v>
                </c:pt>
                <c:pt idx="9761">
                  <c:v>34.049999999999997</c:v>
                </c:pt>
                <c:pt idx="9762">
                  <c:v>34.049999999999997</c:v>
                </c:pt>
                <c:pt idx="9763">
                  <c:v>34.049999999999997</c:v>
                </c:pt>
                <c:pt idx="9764">
                  <c:v>34.049999999999997</c:v>
                </c:pt>
                <c:pt idx="9765">
                  <c:v>34.049999999999997</c:v>
                </c:pt>
                <c:pt idx="9766">
                  <c:v>34.049999999999997</c:v>
                </c:pt>
                <c:pt idx="9767">
                  <c:v>34.049999999999997</c:v>
                </c:pt>
                <c:pt idx="9768">
                  <c:v>34.049999999999997</c:v>
                </c:pt>
                <c:pt idx="9769">
                  <c:v>34.049999999999997</c:v>
                </c:pt>
                <c:pt idx="9770">
                  <c:v>34.049999999999997</c:v>
                </c:pt>
                <c:pt idx="9771">
                  <c:v>34.049999999999997</c:v>
                </c:pt>
                <c:pt idx="9772">
                  <c:v>34.049999999999997</c:v>
                </c:pt>
                <c:pt idx="9773">
                  <c:v>34.049999999999997</c:v>
                </c:pt>
                <c:pt idx="9774">
                  <c:v>34.049999999999997</c:v>
                </c:pt>
                <c:pt idx="9775">
                  <c:v>34.049999999999997</c:v>
                </c:pt>
                <c:pt idx="9776">
                  <c:v>34.049999999999997</c:v>
                </c:pt>
                <c:pt idx="9777">
                  <c:v>34.049999999999997</c:v>
                </c:pt>
                <c:pt idx="9778">
                  <c:v>34.049999999999997</c:v>
                </c:pt>
                <c:pt idx="9779">
                  <c:v>34.049999999999997</c:v>
                </c:pt>
                <c:pt idx="9780">
                  <c:v>34.049999999999997</c:v>
                </c:pt>
                <c:pt idx="9781">
                  <c:v>34.049999999999997</c:v>
                </c:pt>
                <c:pt idx="9782">
                  <c:v>34.049999999999997</c:v>
                </c:pt>
                <c:pt idx="9783">
                  <c:v>34.049999999999997</c:v>
                </c:pt>
                <c:pt idx="9784">
                  <c:v>34.049999999999997</c:v>
                </c:pt>
                <c:pt idx="9785">
                  <c:v>34.049999999999997</c:v>
                </c:pt>
                <c:pt idx="9786">
                  <c:v>34</c:v>
                </c:pt>
                <c:pt idx="9787">
                  <c:v>34</c:v>
                </c:pt>
                <c:pt idx="9788">
                  <c:v>34</c:v>
                </c:pt>
                <c:pt idx="9789">
                  <c:v>34</c:v>
                </c:pt>
                <c:pt idx="9790">
                  <c:v>34</c:v>
                </c:pt>
                <c:pt idx="9791">
                  <c:v>34</c:v>
                </c:pt>
                <c:pt idx="9792">
                  <c:v>34</c:v>
                </c:pt>
                <c:pt idx="9793">
                  <c:v>34</c:v>
                </c:pt>
                <c:pt idx="9794">
                  <c:v>34</c:v>
                </c:pt>
                <c:pt idx="9795">
                  <c:v>34</c:v>
                </c:pt>
                <c:pt idx="9796">
                  <c:v>34</c:v>
                </c:pt>
                <c:pt idx="9797">
                  <c:v>34</c:v>
                </c:pt>
                <c:pt idx="9798">
                  <c:v>34</c:v>
                </c:pt>
                <c:pt idx="9799">
                  <c:v>34</c:v>
                </c:pt>
                <c:pt idx="9800">
                  <c:v>34</c:v>
                </c:pt>
                <c:pt idx="9801">
                  <c:v>34</c:v>
                </c:pt>
                <c:pt idx="9802">
                  <c:v>34</c:v>
                </c:pt>
                <c:pt idx="9803">
                  <c:v>34</c:v>
                </c:pt>
                <c:pt idx="9804">
                  <c:v>34</c:v>
                </c:pt>
                <c:pt idx="9805">
                  <c:v>34</c:v>
                </c:pt>
                <c:pt idx="9806">
                  <c:v>34</c:v>
                </c:pt>
                <c:pt idx="9807">
                  <c:v>34</c:v>
                </c:pt>
                <c:pt idx="9808">
                  <c:v>34</c:v>
                </c:pt>
                <c:pt idx="9809">
                  <c:v>34</c:v>
                </c:pt>
                <c:pt idx="9810">
                  <c:v>34</c:v>
                </c:pt>
                <c:pt idx="9811">
                  <c:v>34</c:v>
                </c:pt>
                <c:pt idx="9812">
                  <c:v>34</c:v>
                </c:pt>
                <c:pt idx="9813">
                  <c:v>34</c:v>
                </c:pt>
                <c:pt idx="9814">
                  <c:v>34</c:v>
                </c:pt>
                <c:pt idx="9815">
                  <c:v>34</c:v>
                </c:pt>
                <c:pt idx="9816">
                  <c:v>34</c:v>
                </c:pt>
                <c:pt idx="9817">
                  <c:v>34</c:v>
                </c:pt>
                <c:pt idx="9818">
                  <c:v>34</c:v>
                </c:pt>
                <c:pt idx="9819">
                  <c:v>34</c:v>
                </c:pt>
                <c:pt idx="9820">
                  <c:v>34</c:v>
                </c:pt>
                <c:pt idx="9821">
                  <c:v>34</c:v>
                </c:pt>
                <c:pt idx="9822">
                  <c:v>34</c:v>
                </c:pt>
                <c:pt idx="9823">
                  <c:v>34</c:v>
                </c:pt>
                <c:pt idx="9824">
                  <c:v>34</c:v>
                </c:pt>
                <c:pt idx="9825">
                  <c:v>34</c:v>
                </c:pt>
                <c:pt idx="9826">
                  <c:v>34</c:v>
                </c:pt>
                <c:pt idx="9827">
                  <c:v>34</c:v>
                </c:pt>
                <c:pt idx="9828">
                  <c:v>34</c:v>
                </c:pt>
                <c:pt idx="9829">
                  <c:v>34</c:v>
                </c:pt>
                <c:pt idx="9830">
                  <c:v>34</c:v>
                </c:pt>
                <c:pt idx="9831">
                  <c:v>34</c:v>
                </c:pt>
                <c:pt idx="9832">
                  <c:v>34</c:v>
                </c:pt>
                <c:pt idx="9833">
                  <c:v>33.950000000000003</c:v>
                </c:pt>
                <c:pt idx="9834">
                  <c:v>33.950000000000003</c:v>
                </c:pt>
                <c:pt idx="9835">
                  <c:v>33.950000000000003</c:v>
                </c:pt>
                <c:pt idx="9836">
                  <c:v>33.950000000000003</c:v>
                </c:pt>
                <c:pt idx="9837">
                  <c:v>33.950000000000003</c:v>
                </c:pt>
                <c:pt idx="9838">
                  <c:v>33.950000000000003</c:v>
                </c:pt>
                <c:pt idx="9839">
                  <c:v>33.950000000000003</c:v>
                </c:pt>
                <c:pt idx="9840">
                  <c:v>33.950000000000003</c:v>
                </c:pt>
                <c:pt idx="9841">
                  <c:v>33.950000000000003</c:v>
                </c:pt>
                <c:pt idx="9842">
                  <c:v>33.950000000000003</c:v>
                </c:pt>
                <c:pt idx="9843">
                  <c:v>33.950000000000003</c:v>
                </c:pt>
                <c:pt idx="9844">
                  <c:v>33.950000000000003</c:v>
                </c:pt>
                <c:pt idx="9845">
                  <c:v>33.950000000000003</c:v>
                </c:pt>
                <c:pt idx="9846">
                  <c:v>33.950000000000003</c:v>
                </c:pt>
                <c:pt idx="9847">
                  <c:v>33.950000000000003</c:v>
                </c:pt>
                <c:pt idx="9848">
                  <c:v>33.950000000000003</c:v>
                </c:pt>
                <c:pt idx="9849">
                  <c:v>33.950000000000003</c:v>
                </c:pt>
                <c:pt idx="9850">
                  <c:v>33.950000000000003</c:v>
                </c:pt>
                <c:pt idx="9851">
                  <c:v>33.950000000000003</c:v>
                </c:pt>
                <c:pt idx="9852">
                  <c:v>33.950000000000003</c:v>
                </c:pt>
                <c:pt idx="9853">
                  <c:v>33.950000000000003</c:v>
                </c:pt>
                <c:pt idx="9854">
                  <c:v>33.950000000000003</c:v>
                </c:pt>
                <c:pt idx="9855">
                  <c:v>33.950000000000003</c:v>
                </c:pt>
                <c:pt idx="9856">
                  <c:v>33.950000000000003</c:v>
                </c:pt>
                <c:pt idx="9857">
                  <c:v>33.950000000000003</c:v>
                </c:pt>
                <c:pt idx="9858">
                  <c:v>33.950000000000003</c:v>
                </c:pt>
                <c:pt idx="9859">
                  <c:v>33.950000000000003</c:v>
                </c:pt>
                <c:pt idx="9860">
                  <c:v>33.950000000000003</c:v>
                </c:pt>
                <c:pt idx="9861">
                  <c:v>33.950000000000003</c:v>
                </c:pt>
                <c:pt idx="9862">
                  <c:v>33.950000000000003</c:v>
                </c:pt>
                <c:pt idx="9863">
                  <c:v>33.950000000000003</c:v>
                </c:pt>
                <c:pt idx="9864">
                  <c:v>33.950000000000003</c:v>
                </c:pt>
                <c:pt idx="9865">
                  <c:v>33.950000000000003</c:v>
                </c:pt>
                <c:pt idx="9866">
                  <c:v>33.950000000000003</c:v>
                </c:pt>
                <c:pt idx="9867">
                  <c:v>33.950000000000003</c:v>
                </c:pt>
                <c:pt idx="9868">
                  <c:v>33.950000000000003</c:v>
                </c:pt>
                <c:pt idx="9869">
                  <c:v>33.950000000000003</c:v>
                </c:pt>
                <c:pt idx="9870">
                  <c:v>33.950000000000003</c:v>
                </c:pt>
                <c:pt idx="9871">
                  <c:v>33.9</c:v>
                </c:pt>
                <c:pt idx="9872">
                  <c:v>33.9</c:v>
                </c:pt>
                <c:pt idx="9873">
                  <c:v>33.9</c:v>
                </c:pt>
                <c:pt idx="9874">
                  <c:v>33.950000000000003</c:v>
                </c:pt>
                <c:pt idx="9875">
                  <c:v>33.9</c:v>
                </c:pt>
                <c:pt idx="9876">
                  <c:v>33.9</c:v>
                </c:pt>
                <c:pt idx="9877">
                  <c:v>33.9</c:v>
                </c:pt>
                <c:pt idx="9878">
                  <c:v>33.9</c:v>
                </c:pt>
                <c:pt idx="9879">
                  <c:v>33.9</c:v>
                </c:pt>
                <c:pt idx="9880">
                  <c:v>33.9</c:v>
                </c:pt>
                <c:pt idx="9881">
                  <c:v>33.9</c:v>
                </c:pt>
                <c:pt idx="9882">
                  <c:v>33.9</c:v>
                </c:pt>
                <c:pt idx="9883">
                  <c:v>33.9</c:v>
                </c:pt>
                <c:pt idx="9884">
                  <c:v>33.9</c:v>
                </c:pt>
                <c:pt idx="9885">
                  <c:v>33.9</c:v>
                </c:pt>
                <c:pt idx="9886">
                  <c:v>33.9</c:v>
                </c:pt>
                <c:pt idx="9887">
                  <c:v>33.9</c:v>
                </c:pt>
                <c:pt idx="9888">
                  <c:v>33.9</c:v>
                </c:pt>
                <c:pt idx="9889">
                  <c:v>33.9</c:v>
                </c:pt>
                <c:pt idx="9890">
                  <c:v>33.9</c:v>
                </c:pt>
                <c:pt idx="9891">
                  <c:v>33.9</c:v>
                </c:pt>
                <c:pt idx="9892">
                  <c:v>33.9</c:v>
                </c:pt>
                <c:pt idx="9893">
                  <c:v>33.9</c:v>
                </c:pt>
                <c:pt idx="9894">
                  <c:v>33.9</c:v>
                </c:pt>
                <c:pt idx="9895">
                  <c:v>33.9</c:v>
                </c:pt>
                <c:pt idx="9896">
                  <c:v>33.9</c:v>
                </c:pt>
                <c:pt idx="9897">
                  <c:v>33.9</c:v>
                </c:pt>
                <c:pt idx="9898">
                  <c:v>33.9</c:v>
                </c:pt>
                <c:pt idx="9899">
                  <c:v>33.9</c:v>
                </c:pt>
                <c:pt idx="9900">
                  <c:v>33.9</c:v>
                </c:pt>
                <c:pt idx="9901">
                  <c:v>33.9</c:v>
                </c:pt>
                <c:pt idx="9902">
                  <c:v>33.9</c:v>
                </c:pt>
                <c:pt idx="9903">
                  <c:v>33.85</c:v>
                </c:pt>
                <c:pt idx="9904">
                  <c:v>33.85</c:v>
                </c:pt>
                <c:pt idx="9905">
                  <c:v>33.85</c:v>
                </c:pt>
                <c:pt idx="9906">
                  <c:v>33.85</c:v>
                </c:pt>
                <c:pt idx="9907">
                  <c:v>33.85</c:v>
                </c:pt>
                <c:pt idx="9908">
                  <c:v>33.85</c:v>
                </c:pt>
                <c:pt idx="9909">
                  <c:v>33.85</c:v>
                </c:pt>
                <c:pt idx="9910">
                  <c:v>33.85</c:v>
                </c:pt>
                <c:pt idx="9911">
                  <c:v>33.85</c:v>
                </c:pt>
                <c:pt idx="9912">
                  <c:v>33.85</c:v>
                </c:pt>
                <c:pt idx="9913">
                  <c:v>33.85</c:v>
                </c:pt>
                <c:pt idx="9914">
                  <c:v>33.85</c:v>
                </c:pt>
                <c:pt idx="9915">
                  <c:v>33.85</c:v>
                </c:pt>
                <c:pt idx="9916">
                  <c:v>33.85</c:v>
                </c:pt>
                <c:pt idx="9917">
                  <c:v>33.85</c:v>
                </c:pt>
                <c:pt idx="9918">
                  <c:v>33.85</c:v>
                </c:pt>
                <c:pt idx="9919">
                  <c:v>33.85</c:v>
                </c:pt>
                <c:pt idx="9920">
                  <c:v>33.85</c:v>
                </c:pt>
                <c:pt idx="9921">
                  <c:v>33.85</c:v>
                </c:pt>
                <c:pt idx="9922">
                  <c:v>33.85</c:v>
                </c:pt>
                <c:pt idx="9923">
                  <c:v>33.85</c:v>
                </c:pt>
                <c:pt idx="9924">
                  <c:v>33.85</c:v>
                </c:pt>
                <c:pt idx="9925">
                  <c:v>33.85</c:v>
                </c:pt>
                <c:pt idx="9926">
                  <c:v>33.85</c:v>
                </c:pt>
                <c:pt idx="9927">
                  <c:v>33.85</c:v>
                </c:pt>
                <c:pt idx="9928">
                  <c:v>33.85</c:v>
                </c:pt>
                <c:pt idx="9929">
                  <c:v>33.85</c:v>
                </c:pt>
                <c:pt idx="9930">
                  <c:v>33.85</c:v>
                </c:pt>
                <c:pt idx="9931">
                  <c:v>33.85</c:v>
                </c:pt>
                <c:pt idx="9932">
                  <c:v>33.85</c:v>
                </c:pt>
                <c:pt idx="9933">
                  <c:v>33.85</c:v>
                </c:pt>
                <c:pt idx="9934">
                  <c:v>33.85</c:v>
                </c:pt>
                <c:pt idx="9935">
                  <c:v>33.85</c:v>
                </c:pt>
                <c:pt idx="9936">
                  <c:v>33.85</c:v>
                </c:pt>
                <c:pt idx="9937">
                  <c:v>33.85</c:v>
                </c:pt>
                <c:pt idx="9938">
                  <c:v>33.85</c:v>
                </c:pt>
                <c:pt idx="9939">
                  <c:v>33.85</c:v>
                </c:pt>
                <c:pt idx="9940">
                  <c:v>33.799999999999997</c:v>
                </c:pt>
                <c:pt idx="9941">
                  <c:v>33.799999999999997</c:v>
                </c:pt>
                <c:pt idx="9942">
                  <c:v>33.799999999999997</c:v>
                </c:pt>
                <c:pt idx="9943">
                  <c:v>33.799999999999997</c:v>
                </c:pt>
                <c:pt idx="9944">
                  <c:v>33.799999999999997</c:v>
                </c:pt>
                <c:pt idx="9945">
                  <c:v>33.799999999999997</c:v>
                </c:pt>
                <c:pt idx="9946">
                  <c:v>33.799999999999997</c:v>
                </c:pt>
                <c:pt idx="9947">
                  <c:v>33.799999999999997</c:v>
                </c:pt>
                <c:pt idx="9948">
                  <c:v>33.799999999999997</c:v>
                </c:pt>
                <c:pt idx="9949">
                  <c:v>33.799999999999997</c:v>
                </c:pt>
                <c:pt idx="9950">
                  <c:v>33.799999999999997</c:v>
                </c:pt>
                <c:pt idx="9951">
                  <c:v>33.85</c:v>
                </c:pt>
                <c:pt idx="9952">
                  <c:v>33.799999999999997</c:v>
                </c:pt>
                <c:pt idx="9953">
                  <c:v>33.799999999999997</c:v>
                </c:pt>
                <c:pt idx="9954">
                  <c:v>33.799999999999997</c:v>
                </c:pt>
                <c:pt idx="9955">
                  <c:v>33.799999999999997</c:v>
                </c:pt>
                <c:pt idx="9956">
                  <c:v>33.799999999999997</c:v>
                </c:pt>
                <c:pt idx="9957">
                  <c:v>33.799999999999997</c:v>
                </c:pt>
                <c:pt idx="9958">
                  <c:v>33.799999999999997</c:v>
                </c:pt>
                <c:pt idx="9959">
                  <c:v>33.799999999999997</c:v>
                </c:pt>
                <c:pt idx="9960">
                  <c:v>33.799999999999997</c:v>
                </c:pt>
                <c:pt idx="9961">
                  <c:v>33.799999999999997</c:v>
                </c:pt>
                <c:pt idx="9962">
                  <c:v>33.799999999999997</c:v>
                </c:pt>
                <c:pt idx="9963">
                  <c:v>33.799999999999997</c:v>
                </c:pt>
                <c:pt idx="9964">
                  <c:v>33.799999999999997</c:v>
                </c:pt>
                <c:pt idx="9965">
                  <c:v>33.799999999999997</c:v>
                </c:pt>
                <c:pt idx="9966">
                  <c:v>33.799999999999997</c:v>
                </c:pt>
                <c:pt idx="9967">
                  <c:v>33.799999999999997</c:v>
                </c:pt>
                <c:pt idx="9968">
                  <c:v>33.799999999999997</c:v>
                </c:pt>
                <c:pt idx="9969">
                  <c:v>33.799999999999997</c:v>
                </c:pt>
                <c:pt idx="9970">
                  <c:v>33.799999999999997</c:v>
                </c:pt>
                <c:pt idx="9971">
                  <c:v>33.799999999999997</c:v>
                </c:pt>
                <c:pt idx="9972">
                  <c:v>33.799999999999997</c:v>
                </c:pt>
                <c:pt idx="9973">
                  <c:v>33.799999999999997</c:v>
                </c:pt>
                <c:pt idx="9974">
                  <c:v>33.799999999999997</c:v>
                </c:pt>
                <c:pt idx="9975">
                  <c:v>33.799999999999997</c:v>
                </c:pt>
                <c:pt idx="9976">
                  <c:v>33.799999999999997</c:v>
                </c:pt>
                <c:pt idx="9977">
                  <c:v>33.799999999999997</c:v>
                </c:pt>
                <c:pt idx="9978">
                  <c:v>33.799999999999997</c:v>
                </c:pt>
                <c:pt idx="9979">
                  <c:v>33.799999999999997</c:v>
                </c:pt>
                <c:pt idx="9980">
                  <c:v>33.799999999999997</c:v>
                </c:pt>
                <c:pt idx="9981">
                  <c:v>33.75</c:v>
                </c:pt>
                <c:pt idx="9982">
                  <c:v>33.75</c:v>
                </c:pt>
                <c:pt idx="9983">
                  <c:v>33.75</c:v>
                </c:pt>
                <c:pt idx="9984">
                  <c:v>33.75</c:v>
                </c:pt>
                <c:pt idx="9985">
                  <c:v>33.75</c:v>
                </c:pt>
                <c:pt idx="9986">
                  <c:v>33.75</c:v>
                </c:pt>
                <c:pt idx="9987">
                  <c:v>33.75</c:v>
                </c:pt>
                <c:pt idx="9988">
                  <c:v>33.75</c:v>
                </c:pt>
                <c:pt idx="9989">
                  <c:v>33.75</c:v>
                </c:pt>
                <c:pt idx="9990">
                  <c:v>33.75</c:v>
                </c:pt>
                <c:pt idx="9991">
                  <c:v>33.75</c:v>
                </c:pt>
                <c:pt idx="9992">
                  <c:v>33.75</c:v>
                </c:pt>
                <c:pt idx="9993">
                  <c:v>33.75</c:v>
                </c:pt>
                <c:pt idx="9994">
                  <c:v>33.75</c:v>
                </c:pt>
                <c:pt idx="9995">
                  <c:v>33.75</c:v>
                </c:pt>
                <c:pt idx="9996">
                  <c:v>33.75</c:v>
                </c:pt>
                <c:pt idx="9997">
                  <c:v>33.75</c:v>
                </c:pt>
                <c:pt idx="9998">
                  <c:v>33.75</c:v>
                </c:pt>
                <c:pt idx="9999">
                  <c:v>33.75</c:v>
                </c:pt>
                <c:pt idx="10000">
                  <c:v>33.75</c:v>
                </c:pt>
                <c:pt idx="10001">
                  <c:v>33.75</c:v>
                </c:pt>
                <c:pt idx="10002">
                  <c:v>33.75</c:v>
                </c:pt>
                <c:pt idx="10003">
                  <c:v>33.75</c:v>
                </c:pt>
                <c:pt idx="10004">
                  <c:v>33.75</c:v>
                </c:pt>
                <c:pt idx="10005">
                  <c:v>33.75</c:v>
                </c:pt>
                <c:pt idx="10006">
                  <c:v>33.75</c:v>
                </c:pt>
                <c:pt idx="10007">
                  <c:v>33.75</c:v>
                </c:pt>
                <c:pt idx="10008">
                  <c:v>33.75</c:v>
                </c:pt>
                <c:pt idx="10009">
                  <c:v>33.75</c:v>
                </c:pt>
                <c:pt idx="10010">
                  <c:v>33.75</c:v>
                </c:pt>
                <c:pt idx="10011">
                  <c:v>33.75</c:v>
                </c:pt>
                <c:pt idx="10012">
                  <c:v>33.75</c:v>
                </c:pt>
                <c:pt idx="10013">
                  <c:v>33.75</c:v>
                </c:pt>
                <c:pt idx="10014">
                  <c:v>33.75</c:v>
                </c:pt>
                <c:pt idx="10015">
                  <c:v>33.75</c:v>
                </c:pt>
                <c:pt idx="10016">
                  <c:v>33.75</c:v>
                </c:pt>
                <c:pt idx="10017">
                  <c:v>33.75</c:v>
                </c:pt>
                <c:pt idx="10018">
                  <c:v>33.700000000000003</c:v>
                </c:pt>
                <c:pt idx="10019">
                  <c:v>33.700000000000003</c:v>
                </c:pt>
                <c:pt idx="10020">
                  <c:v>33.700000000000003</c:v>
                </c:pt>
                <c:pt idx="10021">
                  <c:v>33.700000000000003</c:v>
                </c:pt>
                <c:pt idx="10022">
                  <c:v>33.700000000000003</c:v>
                </c:pt>
                <c:pt idx="10023">
                  <c:v>33.700000000000003</c:v>
                </c:pt>
                <c:pt idx="10024">
                  <c:v>33.700000000000003</c:v>
                </c:pt>
                <c:pt idx="10025">
                  <c:v>33.700000000000003</c:v>
                </c:pt>
                <c:pt idx="10026">
                  <c:v>33.700000000000003</c:v>
                </c:pt>
                <c:pt idx="10027">
                  <c:v>33.700000000000003</c:v>
                </c:pt>
                <c:pt idx="10028">
                  <c:v>33.700000000000003</c:v>
                </c:pt>
                <c:pt idx="10029">
                  <c:v>33.700000000000003</c:v>
                </c:pt>
                <c:pt idx="10030">
                  <c:v>33.700000000000003</c:v>
                </c:pt>
                <c:pt idx="10031">
                  <c:v>33.700000000000003</c:v>
                </c:pt>
                <c:pt idx="10032">
                  <c:v>33.700000000000003</c:v>
                </c:pt>
                <c:pt idx="10033">
                  <c:v>33.700000000000003</c:v>
                </c:pt>
                <c:pt idx="10034">
                  <c:v>33.700000000000003</c:v>
                </c:pt>
                <c:pt idx="10035">
                  <c:v>33.700000000000003</c:v>
                </c:pt>
                <c:pt idx="10036">
                  <c:v>33.700000000000003</c:v>
                </c:pt>
                <c:pt idx="10037">
                  <c:v>33.700000000000003</c:v>
                </c:pt>
                <c:pt idx="10038">
                  <c:v>33.700000000000003</c:v>
                </c:pt>
                <c:pt idx="10039">
                  <c:v>33.700000000000003</c:v>
                </c:pt>
                <c:pt idx="10040">
                  <c:v>33.700000000000003</c:v>
                </c:pt>
                <c:pt idx="10041">
                  <c:v>33.700000000000003</c:v>
                </c:pt>
                <c:pt idx="10042">
                  <c:v>33.700000000000003</c:v>
                </c:pt>
                <c:pt idx="10043">
                  <c:v>33.700000000000003</c:v>
                </c:pt>
                <c:pt idx="10044">
                  <c:v>33.700000000000003</c:v>
                </c:pt>
                <c:pt idx="10045">
                  <c:v>33.700000000000003</c:v>
                </c:pt>
                <c:pt idx="10046">
                  <c:v>33.700000000000003</c:v>
                </c:pt>
                <c:pt idx="10047">
                  <c:v>33.700000000000003</c:v>
                </c:pt>
                <c:pt idx="10048">
                  <c:v>33.700000000000003</c:v>
                </c:pt>
                <c:pt idx="10049">
                  <c:v>33.700000000000003</c:v>
                </c:pt>
                <c:pt idx="10050">
                  <c:v>33.700000000000003</c:v>
                </c:pt>
                <c:pt idx="10051">
                  <c:v>33.700000000000003</c:v>
                </c:pt>
                <c:pt idx="10052">
                  <c:v>33.700000000000003</c:v>
                </c:pt>
                <c:pt idx="10053">
                  <c:v>33.700000000000003</c:v>
                </c:pt>
                <c:pt idx="10054">
                  <c:v>33.700000000000003</c:v>
                </c:pt>
                <c:pt idx="10055">
                  <c:v>33.65</c:v>
                </c:pt>
                <c:pt idx="10056">
                  <c:v>33.65</c:v>
                </c:pt>
                <c:pt idx="10057">
                  <c:v>33.65</c:v>
                </c:pt>
                <c:pt idx="10058">
                  <c:v>33.65</c:v>
                </c:pt>
                <c:pt idx="10059">
                  <c:v>33.65</c:v>
                </c:pt>
                <c:pt idx="10060">
                  <c:v>33.65</c:v>
                </c:pt>
                <c:pt idx="10061">
                  <c:v>33.65</c:v>
                </c:pt>
                <c:pt idx="10062">
                  <c:v>33.65</c:v>
                </c:pt>
                <c:pt idx="10063">
                  <c:v>33.65</c:v>
                </c:pt>
                <c:pt idx="10064">
                  <c:v>33.65</c:v>
                </c:pt>
                <c:pt idx="10065">
                  <c:v>33.700000000000003</c:v>
                </c:pt>
                <c:pt idx="10066">
                  <c:v>33.700000000000003</c:v>
                </c:pt>
                <c:pt idx="10067">
                  <c:v>33.65</c:v>
                </c:pt>
                <c:pt idx="10068">
                  <c:v>33.65</c:v>
                </c:pt>
                <c:pt idx="10069">
                  <c:v>33.65</c:v>
                </c:pt>
                <c:pt idx="10070">
                  <c:v>33.65</c:v>
                </c:pt>
                <c:pt idx="10071">
                  <c:v>33.65</c:v>
                </c:pt>
                <c:pt idx="10072">
                  <c:v>33.65</c:v>
                </c:pt>
                <c:pt idx="10073">
                  <c:v>33.65</c:v>
                </c:pt>
                <c:pt idx="10074">
                  <c:v>33.65</c:v>
                </c:pt>
                <c:pt idx="10075">
                  <c:v>33.65</c:v>
                </c:pt>
                <c:pt idx="10076">
                  <c:v>33.65</c:v>
                </c:pt>
                <c:pt idx="10077">
                  <c:v>33.65</c:v>
                </c:pt>
                <c:pt idx="10078">
                  <c:v>33.65</c:v>
                </c:pt>
                <c:pt idx="10079">
                  <c:v>33.65</c:v>
                </c:pt>
                <c:pt idx="10080">
                  <c:v>33.65</c:v>
                </c:pt>
                <c:pt idx="10081">
                  <c:v>33.65</c:v>
                </c:pt>
                <c:pt idx="10082">
                  <c:v>33.65</c:v>
                </c:pt>
                <c:pt idx="10083">
                  <c:v>33.65</c:v>
                </c:pt>
                <c:pt idx="10084">
                  <c:v>33.65</c:v>
                </c:pt>
                <c:pt idx="10085">
                  <c:v>33.65</c:v>
                </c:pt>
                <c:pt idx="10086">
                  <c:v>33.65</c:v>
                </c:pt>
                <c:pt idx="10087">
                  <c:v>33.65</c:v>
                </c:pt>
                <c:pt idx="10088">
                  <c:v>33.65</c:v>
                </c:pt>
                <c:pt idx="10089">
                  <c:v>33.65</c:v>
                </c:pt>
                <c:pt idx="10090">
                  <c:v>33.65</c:v>
                </c:pt>
                <c:pt idx="10091">
                  <c:v>33.65</c:v>
                </c:pt>
                <c:pt idx="10092">
                  <c:v>33.65</c:v>
                </c:pt>
                <c:pt idx="10093">
                  <c:v>33.65</c:v>
                </c:pt>
                <c:pt idx="10094">
                  <c:v>33.65</c:v>
                </c:pt>
                <c:pt idx="10095">
                  <c:v>33.65</c:v>
                </c:pt>
                <c:pt idx="10096">
                  <c:v>33.65</c:v>
                </c:pt>
                <c:pt idx="10097">
                  <c:v>33.65</c:v>
                </c:pt>
                <c:pt idx="10098">
                  <c:v>33.65</c:v>
                </c:pt>
                <c:pt idx="10099">
                  <c:v>33.65</c:v>
                </c:pt>
                <c:pt idx="10100">
                  <c:v>33.65</c:v>
                </c:pt>
                <c:pt idx="10101">
                  <c:v>33.65</c:v>
                </c:pt>
                <c:pt idx="10102">
                  <c:v>33.65</c:v>
                </c:pt>
                <c:pt idx="10103">
                  <c:v>33.65</c:v>
                </c:pt>
                <c:pt idx="10104">
                  <c:v>33.65</c:v>
                </c:pt>
                <c:pt idx="10105">
                  <c:v>33.65</c:v>
                </c:pt>
                <c:pt idx="10106">
                  <c:v>33.65</c:v>
                </c:pt>
                <c:pt idx="10107">
                  <c:v>33.6</c:v>
                </c:pt>
                <c:pt idx="10108">
                  <c:v>33.65</c:v>
                </c:pt>
                <c:pt idx="10109">
                  <c:v>33.6</c:v>
                </c:pt>
                <c:pt idx="10110">
                  <c:v>33.6</c:v>
                </c:pt>
                <c:pt idx="10111">
                  <c:v>33.6</c:v>
                </c:pt>
                <c:pt idx="10112">
                  <c:v>33.6</c:v>
                </c:pt>
                <c:pt idx="10113">
                  <c:v>33.6</c:v>
                </c:pt>
                <c:pt idx="10114">
                  <c:v>33.6</c:v>
                </c:pt>
                <c:pt idx="10115">
                  <c:v>33.6</c:v>
                </c:pt>
                <c:pt idx="10116">
                  <c:v>33.6</c:v>
                </c:pt>
                <c:pt idx="10117">
                  <c:v>33.6</c:v>
                </c:pt>
                <c:pt idx="10118">
                  <c:v>33.6</c:v>
                </c:pt>
                <c:pt idx="10119">
                  <c:v>33.6</c:v>
                </c:pt>
                <c:pt idx="10120">
                  <c:v>33.6</c:v>
                </c:pt>
                <c:pt idx="10121">
                  <c:v>33.6</c:v>
                </c:pt>
                <c:pt idx="10122">
                  <c:v>33.6</c:v>
                </c:pt>
                <c:pt idx="10123">
                  <c:v>33.6</c:v>
                </c:pt>
                <c:pt idx="10124">
                  <c:v>33.6</c:v>
                </c:pt>
                <c:pt idx="10125">
                  <c:v>33.6</c:v>
                </c:pt>
                <c:pt idx="10126">
                  <c:v>33.6</c:v>
                </c:pt>
                <c:pt idx="10127">
                  <c:v>33.6</c:v>
                </c:pt>
                <c:pt idx="10128">
                  <c:v>33.6</c:v>
                </c:pt>
                <c:pt idx="10129">
                  <c:v>33.6</c:v>
                </c:pt>
                <c:pt idx="10130">
                  <c:v>33.6</c:v>
                </c:pt>
                <c:pt idx="10131">
                  <c:v>33.6</c:v>
                </c:pt>
                <c:pt idx="10132">
                  <c:v>33.6</c:v>
                </c:pt>
                <c:pt idx="10133">
                  <c:v>33.6</c:v>
                </c:pt>
                <c:pt idx="10134">
                  <c:v>33.6</c:v>
                </c:pt>
                <c:pt idx="10135">
                  <c:v>33.6</c:v>
                </c:pt>
                <c:pt idx="10136">
                  <c:v>33.6</c:v>
                </c:pt>
                <c:pt idx="10137">
                  <c:v>33.6</c:v>
                </c:pt>
                <c:pt idx="10138">
                  <c:v>33.6</c:v>
                </c:pt>
                <c:pt idx="10139">
                  <c:v>33.6</c:v>
                </c:pt>
                <c:pt idx="10140">
                  <c:v>33.6</c:v>
                </c:pt>
                <c:pt idx="10141">
                  <c:v>33.6</c:v>
                </c:pt>
                <c:pt idx="10142">
                  <c:v>33.6</c:v>
                </c:pt>
                <c:pt idx="10143">
                  <c:v>33.6</c:v>
                </c:pt>
                <c:pt idx="10144">
                  <c:v>33.549999999999997</c:v>
                </c:pt>
                <c:pt idx="10145">
                  <c:v>33.549999999999997</c:v>
                </c:pt>
                <c:pt idx="10146">
                  <c:v>33.549999999999997</c:v>
                </c:pt>
                <c:pt idx="10147">
                  <c:v>33.549999999999997</c:v>
                </c:pt>
                <c:pt idx="10148">
                  <c:v>33.549999999999997</c:v>
                </c:pt>
                <c:pt idx="10149">
                  <c:v>33.549999999999997</c:v>
                </c:pt>
                <c:pt idx="10150">
                  <c:v>33.549999999999997</c:v>
                </c:pt>
                <c:pt idx="10151">
                  <c:v>33.549999999999997</c:v>
                </c:pt>
                <c:pt idx="10152">
                  <c:v>33.549999999999997</c:v>
                </c:pt>
                <c:pt idx="10153">
                  <c:v>33.549999999999997</c:v>
                </c:pt>
                <c:pt idx="10154">
                  <c:v>33.549999999999997</c:v>
                </c:pt>
                <c:pt idx="10155">
                  <c:v>33.549999999999997</c:v>
                </c:pt>
                <c:pt idx="10156">
                  <c:v>33.549999999999997</c:v>
                </c:pt>
                <c:pt idx="10157">
                  <c:v>33.549999999999997</c:v>
                </c:pt>
                <c:pt idx="10158">
                  <c:v>33.549999999999997</c:v>
                </c:pt>
                <c:pt idx="10159">
                  <c:v>33.549999999999997</c:v>
                </c:pt>
                <c:pt idx="10160">
                  <c:v>33.549999999999997</c:v>
                </c:pt>
                <c:pt idx="10161">
                  <c:v>33.549999999999997</c:v>
                </c:pt>
                <c:pt idx="10162">
                  <c:v>33.549999999999997</c:v>
                </c:pt>
                <c:pt idx="10163">
                  <c:v>33.549999999999997</c:v>
                </c:pt>
                <c:pt idx="10164">
                  <c:v>33.549999999999997</c:v>
                </c:pt>
                <c:pt idx="10165">
                  <c:v>33.549999999999997</c:v>
                </c:pt>
                <c:pt idx="10166">
                  <c:v>33.549999999999997</c:v>
                </c:pt>
                <c:pt idx="10167">
                  <c:v>33.549999999999997</c:v>
                </c:pt>
                <c:pt idx="10168">
                  <c:v>33.549999999999997</c:v>
                </c:pt>
                <c:pt idx="10169">
                  <c:v>33.549999999999997</c:v>
                </c:pt>
                <c:pt idx="10170">
                  <c:v>33.549999999999997</c:v>
                </c:pt>
                <c:pt idx="10171">
                  <c:v>33.549999999999997</c:v>
                </c:pt>
                <c:pt idx="10172">
                  <c:v>33.549999999999997</c:v>
                </c:pt>
                <c:pt idx="10173">
                  <c:v>33.549999999999997</c:v>
                </c:pt>
                <c:pt idx="10174">
                  <c:v>33.549999999999997</c:v>
                </c:pt>
                <c:pt idx="10175">
                  <c:v>33.549999999999997</c:v>
                </c:pt>
                <c:pt idx="10176">
                  <c:v>33.549999999999997</c:v>
                </c:pt>
                <c:pt idx="10177">
                  <c:v>33.5</c:v>
                </c:pt>
                <c:pt idx="10178">
                  <c:v>33.549999999999997</c:v>
                </c:pt>
                <c:pt idx="10179">
                  <c:v>33.549999999999997</c:v>
                </c:pt>
                <c:pt idx="10180">
                  <c:v>33.5</c:v>
                </c:pt>
                <c:pt idx="10181">
                  <c:v>33.549999999999997</c:v>
                </c:pt>
                <c:pt idx="10182">
                  <c:v>33.5</c:v>
                </c:pt>
                <c:pt idx="10183">
                  <c:v>33.5</c:v>
                </c:pt>
                <c:pt idx="10184">
                  <c:v>33.5</c:v>
                </c:pt>
                <c:pt idx="10185">
                  <c:v>33.5</c:v>
                </c:pt>
                <c:pt idx="10186">
                  <c:v>33.5</c:v>
                </c:pt>
                <c:pt idx="10187">
                  <c:v>33.5</c:v>
                </c:pt>
                <c:pt idx="10188">
                  <c:v>33.5</c:v>
                </c:pt>
                <c:pt idx="10189">
                  <c:v>33.5</c:v>
                </c:pt>
                <c:pt idx="10190">
                  <c:v>33.5</c:v>
                </c:pt>
                <c:pt idx="10191">
                  <c:v>33.5</c:v>
                </c:pt>
                <c:pt idx="10192">
                  <c:v>33.5</c:v>
                </c:pt>
                <c:pt idx="10193">
                  <c:v>33.5</c:v>
                </c:pt>
                <c:pt idx="10194">
                  <c:v>33.5</c:v>
                </c:pt>
                <c:pt idx="10195">
                  <c:v>33.5</c:v>
                </c:pt>
                <c:pt idx="10196">
                  <c:v>33.5</c:v>
                </c:pt>
                <c:pt idx="10197">
                  <c:v>33.5</c:v>
                </c:pt>
                <c:pt idx="10198">
                  <c:v>33.5</c:v>
                </c:pt>
                <c:pt idx="10199">
                  <c:v>33.5</c:v>
                </c:pt>
                <c:pt idx="10200">
                  <c:v>33.5</c:v>
                </c:pt>
                <c:pt idx="10201">
                  <c:v>33.5</c:v>
                </c:pt>
                <c:pt idx="10202">
                  <c:v>33.5</c:v>
                </c:pt>
                <c:pt idx="10203">
                  <c:v>33.5</c:v>
                </c:pt>
                <c:pt idx="10204">
                  <c:v>33.5</c:v>
                </c:pt>
                <c:pt idx="10205">
                  <c:v>33.5</c:v>
                </c:pt>
                <c:pt idx="10206">
                  <c:v>33.5</c:v>
                </c:pt>
                <c:pt idx="10207">
                  <c:v>33.5</c:v>
                </c:pt>
                <c:pt idx="10208">
                  <c:v>33.5</c:v>
                </c:pt>
                <c:pt idx="10209">
                  <c:v>33.5</c:v>
                </c:pt>
                <c:pt idx="10210">
                  <c:v>33.5</c:v>
                </c:pt>
                <c:pt idx="10211">
                  <c:v>33.5</c:v>
                </c:pt>
                <c:pt idx="10212">
                  <c:v>33.5</c:v>
                </c:pt>
                <c:pt idx="10213">
                  <c:v>33.5</c:v>
                </c:pt>
                <c:pt idx="10214">
                  <c:v>33.5</c:v>
                </c:pt>
                <c:pt idx="10215">
                  <c:v>33.450000000000003</c:v>
                </c:pt>
                <c:pt idx="10216">
                  <c:v>33.5</c:v>
                </c:pt>
                <c:pt idx="10217">
                  <c:v>33.5</c:v>
                </c:pt>
                <c:pt idx="10218">
                  <c:v>33.5</c:v>
                </c:pt>
                <c:pt idx="10219">
                  <c:v>33.5</c:v>
                </c:pt>
                <c:pt idx="10220">
                  <c:v>33.450000000000003</c:v>
                </c:pt>
                <c:pt idx="10221">
                  <c:v>33.5</c:v>
                </c:pt>
                <c:pt idx="10222">
                  <c:v>33.5</c:v>
                </c:pt>
                <c:pt idx="10223">
                  <c:v>33.450000000000003</c:v>
                </c:pt>
                <c:pt idx="10224">
                  <c:v>33.450000000000003</c:v>
                </c:pt>
                <c:pt idx="10225">
                  <c:v>33.450000000000003</c:v>
                </c:pt>
                <c:pt idx="10226">
                  <c:v>33.450000000000003</c:v>
                </c:pt>
                <c:pt idx="10227">
                  <c:v>33.450000000000003</c:v>
                </c:pt>
                <c:pt idx="10228">
                  <c:v>33.450000000000003</c:v>
                </c:pt>
                <c:pt idx="10229">
                  <c:v>33.450000000000003</c:v>
                </c:pt>
                <c:pt idx="10230">
                  <c:v>33.450000000000003</c:v>
                </c:pt>
                <c:pt idx="10231">
                  <c:v>33.450000000000003</c:v>
                </c:pt>
                <c:pt idx="10232">
                  <c:v>33.450000000000003</c:v>
                </c:pt>
                <c:pt idx="10233">
                  <c:v>33.450000000000003</c:v>
                </c:pt>
                <c:pt idx="10234">
                  <c:v>33.450000000000003</c:v>
                </c:pt>
                <c:pt idx="10235">
                  <c:v>33.450000000000003</c:v>
                </c:pt>
                <c:pt idx="10236">
                  <c:v>33.450000000000003</c:v>
                </c:pt>
                <c:pt idx="10237">
                  <c:v>33.450000000000003</c:v>
                </c:pt>
                <c:pt idx="10238">
                  <c:v>33.450000000000003</c:v>
                </c:pt>
                <c:pt idx="10239">
                  <c:v>33.450000000000003</c:v>
                </c:pt>
                <c:pt idx="10240">
                  <c:v>33.450000000000003</c:v>
                </c:pt>
                <c:pt idx="10241">
                  <c:v>33.450000000000003</c:v>
                </c:pt>
                <c:pt idx="10242">
                  <c:v>33.450000000000003</c:v>
                </c:pt>
                <c:pt idx="10243">
                  <c:v>33.450000000000003</c:v>
                </c:pt>
                <c:pt idx="10244">
                  <c:v>33.450000000000003</c:v>
                </c:pt>
                <c:pt idx="10245">
                  <c:v>33.450000000000003</c:v>
                </c:pt>
                <c:pt idx="10246">
                  <c:v>33.450000000000003</c:v>
                </c:pt>
                <c:pt idx="10247">
                  <c:v>33.450000000000003</c:v>
                </c:pt>
                <c:pt idx="10248">
                  <c:v>33.450000000000003</c:v>
                </c:pt>
                <c:pt idx="10249">
                  <c:v>33.450000000000003</c:v>
                </c:pt>
                <c:pt idx="10250">
                  <c:v>33.450000000000003</c:v>
                </c:pt>
                <c:pt idx="10251">
                  <c:v>33.450000000000003</c:v>
                </c:pt>
                <c:pt idx="10252">
                  <c:v>33.450000000000003</c:v>
                </c:pt>
                <c:pt idx="10253">
                  <c:v>33.450000000000003</c:v>
                </c:pt>
                <c:pt idx="10254">
                  <c:v>33.450000000000003</c:v>
                </c:pt>
                <c:pt idx="10255">
                  <c:v>33.450000000000003</c:v>
                </c:pt>
                <c:pt idx="10256">
                  <c:v>33.450000000000003</c:v>
                </c:pt>
                <c:pt idx="10257">
                  <c:v>33.4</c:v>
                </c:pt>
                <c:pt idx="10258">
                  <c:v>33.4</c:v>
                </c:pt>
                <c:pt idx="10259">
                  <c:v>33.4</c:v>
                </c:pt>
                <c:pt idx="10260">
                  <c:v>33.4</c:v>
                </c:pt>
                <c:pt idx="10261">
                  <c:v>33.4</c:v>
                </c:pt>
                <c:pt idx="10262">
                  <c:v>33.4</c:v>
                </c:pt>
                <c:pt idx="10263">
                  <c:v>33.4</c:v>
                </c:pt>
                <c:pt idx="10264">
                  <c:v>33.4</c:v>
                </c:pt>
                <c:pt idx="10265">
                  <c:v>33.4</c:v>
                </c:pt>
                <c:pt idx="10266">
                  <c:v>33.4</c:v>
                </c:pt>
                <c:pt idx="10267">
                  <c:v>33.4</c:v>
                </c:pt>
                <c:pt idx="10268">
                  <c:v>33.4</c:v>
                </c:pt>
                <c:pt idx="10269">
                  <c:v>33.4</c:v>
                </c:pt>
                <c:pt idx="10270">
                  <c:v>33.4</c:v>
                </c:pt>
                <c:pt idx="10271">
                  <c:v>33.4</c:v>
                </c:pt>
                <c:pt idx="10272">
                  <c:v>33.4</c:v>
                </c:pt>
                <c:pt idx="10273">
                  <c:v>33.4</c:v>
                </c:pt>
                <c:pt idx="10274">
                  <c:v>33.4</c:v>
                </c:pt>
                <c:pt idx="10275">
                  <c:v>33.4</c:v>
                </c:pt>
                <c:pt idx="10276">
                  <c:v>33.4</c:v>
                </c:pt>
                <c:pt idx="10277">
                  <c:v>33.4</c:v>
                </c:pt>
                <c:pt idx="10278">
                  <c:v>33.4</c:v>
                </c:pt>
                <c:pt idx="10279">
                  <c:v>33.4</c:v>
                </c:pt>
                <c:pt idx="10280">
                  <c:v>33.4</c:v>
                </c:pt>
                <c:pt idx="10281">
                  <c:v>33.4</c:v>
                </c:pt>
                <c:pt idx="10282">
                  <c:v>33.4</c:v>
                </c:pt>
                <c:pt idx="10283">
                  <c:v>33.4</c:v>
                </c:pt>
                <c:pt idx="10284">
                  <c:v>33.4</c:v>
                </c:pt>
                <c:pt idx="10285">
                  <c:v>33.4</c:v>
                </c:pt>
                <c:pt idx="10286">
                  <c:v>33.4</c:v>
                </c:pt>
                <c:pt idx="10287">
                  <c:v>33.35</c:v>
                </c:pt>
                <c:pt idx="10288">
                  <c:v>33.35</c:v>
                </c:pt>
                <c:pt idx="10289">
                  <c:v>33.35</c:v>
                </c:pt>
                <c:pt idx="10290">
                  <c:v>33.35</c:v>
                </c:pt>
                <c:pt idx="10291">
                  <c:v>33.35</c:v>
                </c:pt>
                <c:pt idx="10292">
                  <c:v>33.35</c:v>
                </c:pt>
                <c:pt idx="10293">
                  <c:v>33.35</c:v>
                </c:pt>
                <c:pt idx="10294">
                  <c:v>33.35</c:v>
                </c:pt>
                <c:pt idx="10295">
                  <c:v>33.35</c:v>
                </c:pt>
                <c:pt idx="10296">
                  <c:v>33.35</c:v>
                </c:pt>
                <c:pt idx="10297">
                  <c:v>33.35</c:v>
                </c:pt>
                <c:pt idx="10298">
                  <c:v>33.35</c:v>
                </c:pt>
                <c:pt idx="10299">
                  <c:v>33.35</c:v>
                </c:pt>
                <c:pt idx="10300">
                  <c:v>33.35</c:v>
                </c:pt>
                <c:pt idx="10301">
                  <c:v>33.35</c:v>
                </c:pt>
                <c:pt idx="10302">
                  <c:v>33.35</c:v>
                </c:pt>
                <c:pt idx="10303">
                  <c:v>33.35</c:v>
                </c:pt>
                <c:pt idx="10304">
                  <c:v>33.35</c:v>
                </c:pt>
                <c:pt idx="10305">
                  <c:v>33.35</c:v>
                </c:pt>
                <c:pt idx="10306">
                  <c:v>33.35</c:v>
                </c:pt>
                <c:pt idx="10307">
                  <c:v>33.35</c:v>
                </c:pt>
                <c:pt idx="10308">
                  <c:v>33.35</c:v>
                </c:pt>
                <c:pt idx="10309">
                  <c:v>33.35</c:v>
                </c:pt>
                <c:pt idx="10310">
                  <c:v>33.35</c:v>
                </c:pt>
                <c:pt idx="10311">
                  <c:v>33.35</c:v>
                </c:pt>
                <c:pt idx="10312">
                  <c:v>33.35</c:v>
                </c:pt>
                <c:pt idx="10313">
                  <c:v>33.35</c:v>
                </c:pt>
                <c:pt idx="10314">
                  <c:v>33.35</c:v>
                </c:pt>
                <c:pt idx="10315">
                  <c:v>33.35</c:v>
                </c:pt>
                <c:pt idx="10316">
                  <c:v>33.35</c:v>
                </c:pt>
                <c:pt idx="10317">
                  <c:v>33.35</c:v>
                </c:pt>
                <c:pt idx="10318">
                  <c:v>33.35</c:v>
                </c:pt>
                <c:pt idx="10319">
                  <c:v>33.35</c:v>
                </c:pt>
                <c:pt idx="10320">
                  <c:v>33.35</c:v>
                </c:pt>
                <c:pt idx="10321">
                  <c:v>33.35</c:v>
                </c:pt>
                <c:pt idx="10322">
                  <c:v>33.35</c:v>
                </c:pt>
                <c:pt idx="10323">
                  <c:v>33.35</c:v>
                </c:pt>
                <c:pt idx="10324">
                  <c:v>33.35</c:v>
                </c:pt>
                <c:pt idx="10325">
                  <c:v>33.35</c:v>
                </c:pt>
                <c:pt idx="10326">
                  <c:v>33.35</c:v>
                </c:pt>
                <c:pt idx="10327">
                  <c:v>33.35</c:v>
                </c:pt>
                <c:pt idx="10328">
                  <c:v>33.35</c:v>
                </c:pt>
                <c:pt idx="10329">
                  <c:v>33.35</c:v>
                </c:pt>
                <c:pt idx="10330">
                  <c:v>33.35</c:v>
                </c:pt>
                <c:pt idx="10331">
                  <c:v>33.35</c:v>
                </c:pt>
                <c:pt idx="10332">
                  <c:v>33.35</c:v>
                </c:pt>
                <c:pt idx="10333">
                  <c:v>33.35</c:v>
                </c:pt>
                <c:pt idx="10334">
                  <c:v>33.35</c:v>
                </c:pt>
                <c:pt idx="10335">
                  <c:v>33.299999999999997</c:v>
                </c:pt>
                <c:pt idx="10336">
                  <c:v>33.299999999999997</c:v>
                </c:pt>
                <c:pt idx="10337">
                  <c:v>33.35</c:v>
                </c:pt>
                <c:pt idx="10338">
                  <c:v>33.299999999999997</c:v>
                </c:pt>
                <c:pt idx="10339">
                  <c:v>33.299999999999997</c:v>
                </c:pt>
                <c:pt idx="10340">
                  <c:v>33.299999999999997</c:v>
                </c:pt>
                <c:pt idx="10341">
                  <c:v>33.299999999999997</c:v>
                </c:pt>
                <c:pt idx="10342">
                  <c:v>33.299999999999997</c:v>
                </c:pt>
                <c:pt idx="10343">
                  <c:v>33.299999999999997</c:v>
                </c:pt>
                <c:pt idx="10344">
                  <c:v>33.299999999999997</c:v>
                </c:pt>
                <c:pt idx="10345">
                  <c:v>33.299999999999997</c:v>
                </c:pt>
                <c:pt idx="10346">
                  <c:v>33.299999999999997</c:v>
                </c:pt>
                <c:pt idx="10347">
                  <c:v>33.299999999999997</c:v>
                </c:pt>
                <c:pt idx="10348">
                  <c:v>33.299999999999997</c:v>
                </c:pt>
                <c:pt idx="10349">
                  <c:v>33.299999999999997</c:v>
                </c:pt>
                <c:pt idx="10350">
                  <c:v>33.299999999999997</c:v>
                </c:pt>
                <c:pt idx="10351">
                  <c:v>33.299999999999997</c:v>
                </c:pt>
                <c:pt idx="10352">
                  <c:v>33.299999999999997</c:v>
                </c:pt>
                <c:pt idx="10353">
                  <c:v>33.299999999999997</c:v>
                </c:pt>
                <c:pt idx="10354">
                  <c:v>33.299999999999997</c:v>
                </c:pt>
                <c:pt idx="10355">
                  <c:v>33.299999999999997</c:v>
                </c:pt>
                <c:pt idx="10356">
                  <c:v>33.299999999999997</c:v>
                </c:pt>
                <c:pt idx="10357">
                  <c:v>33.299999999999997</c:v>
                </c:pt>
                <c:pt idx="10358">
                  <c:v>33.299999999999997</c:v>
                </c:pt>
                <c:pt idx="10359">
                  <c:v>33.299999999999997</c:v>
                </c:pt>
                <c:pt idx="10360">
                  <c:v>33.299999999999997</c:v>
                </c:pt>
                <c:pt idx="10361">
                  <c:v>33.299999999999997</c:v>
                </c:pt>
                <c:pt idx="10362">
                  <c:v>33.299999999999997</c:v>
                </c:pt>
                <c:pt idx="10363">
                  <c:v>33.299999999999997</c:v>
                </c:pt>
                <c:pt idx="10364">
                  <c:v>33.299999999999997</c:v>
                </c:pt>
                <c:pt idx="10365">
                  <c:v>33.299999999999997</c:v>
                </c:pt>
                <c:pt idx="10366">
                  <c:v>33.299999999999997</c:v>
                </c:pt>
                <c:pt idx="10367">
                  <c:v>33.299999999999997</c:v>
                </c:pt>
                <c:pt idx="10368">
                  <c:v>33.299999999999997</c:v>
                </c:pt>
                <c:pt idx="10369">
                  <c:v>33.299999999999997</c:v>
                </c:pt>
                <c:pt idx="10370">
                  <c:v>33.299999999999997</c:v>
                </c:pt>
                <c:pt idx="10371">
                  <c:v>33.299999999999997</c:v>
                </c:pt>
                <c:pt idx="10372">
                  <c:v>33.299999999999997</c:v>
                </c:pt>
                <c:pt idx="10373">
                  <c:v>33.299999999999997</c:v>
                </c:pt>
                <c:pt idx="10374">
                  <c:v>33.299999999999997</c:v>
                </c:pt>
                <c:pt idx="10375">
                  <c:v>33.299999999999997</c:v>
                </c:pt>
                <c:pt idx="10376">
                  <c:v>33.299999999999997</c:v>
                </c:pt>
                <c:pt idx="10377">
                  <c:v>33.299999999999997</c:v>
                </c:pt>
                <c:pt idx="10378">
                  <c:v>33.299999999999997</c:v>
                </c:pt>
                <c:pt idx="10379">
                  <c:v>33.299999999999997</c:v>
                </c:pt>
                <c:pt idx="10380">
                  <c:v>33.299999999999997</c:v>
                </c:pt>
                <c:pt idx="10381">
                  <c:v>33.299999999999997</c:v>
                </c:pt>
                <c:pt idx="10382">
                  <c:v>33.299999999999997</c:v>
                </c:pt>
                <c:pt idx="10383">
                  <c:v>33.299999999999997</c:v>
                </c:pt>
                <c:pt idx="10384">
                  <c:v>33.299999999999997</c:v>
                </c:pt>
                <c:pt idx="10385">
                  <c:v>33.25</c:v>
                </c:pt>
                <c:pt idx="10386">
                  <c:v>33.25</c:v>
                </c:pt>
                <c:pt idx="10387">
                  <c:v>33.25</c:v>
                </c:pt>
                <c:pt idx="10388">
                  <c:v>33.25</c:v>
                </c:pt>
                <c:pt idx="10389">
                  <c:v>33.25</c:v>
                </c:pt>
                <c:pt idx="10390">
                  <c:v>33.25</c:v>
                </c:pt>
                <c:pt idx="10391">
                  <c:v>33.25</c:v>
                </c:pt>
                <c:pt idx="10392">
                  <c:v>33.25</c:v>
                </c:pt>
                <c:pt idx="10393">
                  <c:v>33.25</c:v>
                </c:pt>
                <c:pt idx="10394">
                  <c:v>33.25</c:v>
                </c:pt>
                <c:pt idx="10395">
                  <c:v>33.25</c:v>
                </c:pt>
                <c:pt idx="10396">
                  <c:v>33.25</c:v>
                </c:pt>
                <c:pt idx="10397">
                  <c:v>33.25</c:v>
                </c:pt>
                <c:pt idx="10398">
                  <c:v>33.25</c:v>
                </c:pt>
                <c:pt idx="10399">
                  <c:v>33.25</c:v>
                </c:pt>
                <c:pt idx="10400">
                  <c:v>33.25</c:v>
                </c:pt>
                <c:pt idx="10401">
                  <c:v>33.25</c:v>
                </c:pt>
                <c:pt idx="10402">
                  <c:v>33.25</c:v>
                </c:pt>
                <c:pt idx="10403">
                  <c:v>33.25</c:v>
                </c:pt>
                <c:pt idx="10404">
                  <c:v>33.25</c:v>
                </c:pt>
                <c:pt idx="10405">
                  <c:v>33.25</c:v>
                </c:pt>
                <c:pt idx="10406">
                  <c:v>33.25</c:v>
                </c:pt>
                <c:pt idx="10407">
                  <c:v>33.25</c:v>
                </c:pt>
                <c:pt idx="10408">
                  <c:v>33.25</c:v>
                </c:pt>
                <c:pt idx="10409">
                  <c:v>33.25</c:v>
                </c:pt>
                <c:pt idx="10410">
                  <c:v>33.25</c:v>
                </c:pt>
                <c:pt idx="10411">
                  <c:v>33.25</c:v>
                </c:pt>
                <c:pt idx="10412">
                  <c:v>33.25</c:v>
                </c:pt>
                <c:pt idx="10413">
                  <c:v>33.25</c:v>
                </c:pt>
                <c:pt idx="10414">
                  <c:v>33.25</c:v>
                </c:pt>
                <c:pt idx="10415">
                  <c:v>33.25</c:v>
                </c:pt>
                <c:pt idx="10416">
                  <c:v>33.25</c:v>
                </c:pt>
                <c:pt idx="10417">
                  <c:v>33.25</c:v>
                </c:pt>
                <c:pt idx="10418">
                  <c:v>33.25</c:v>
                </c:pt>
                <c:pt idx="10419">
                  <c:v>33.25</c:v>
                </c:pt>
                <c:pt idx="10420">
                  <c:v>33.25</c:v>
                </c:pt>
                <c:pt idx="10421">
                  <c:v>33.25</c:v>
                </c:pt>
                <c:pt idx="10422">
                  <c:v>33.25</c:v>
                </c:pt>
                <c:pt idx="10423">
                  <c:v>33.25</c:v>
                </c:pt>
                <c:pt idx="10424">
                  <c:v>33.25</c:v>
                </c:pt>
                <c:pt idx="10425">
                  <c:v>33.25</c:v>
                </c:pt>
                <c:pt idx="10426">
                  <c:v>33.200000000000003</c:v>
                </c:pt>
                <c:pt idx="10427">
                  <c:v>33.25</c:v>
                </c:pt>
                <c:pt idx="10428">
                  <c:v>33.25</c:v>
                </c:pt>
                <c:pt idx="10429">
                  <c:v>33.200000000000003</c:v>
                </c:pt>
                <c:pt idx="10430">
                  <c:v>33.25</c:v>
                </c:pt>
                <c:pt idx="10431">
                  <c:v>33.25</c:v>
                </c:pt>
                <c:pt idx="10432">
                  <c:v>33.25</c:v>
                </c:pt>
                <c:pt idx="10433">
                  <c:v>33.200000000000003</c:v>
                </c:pt>
                <c:pt idx="10434">
                  <c:v>33.200000000000003</c:v>
                </c:pt>
                <c:pt idx="10435">
                  <c:v>33.200000000000003</c:v>
                </c:pt>
                <c:pt idx="10436">
                  <c:v>33.200000000000003</c:v>
                </c:pt>
                <c:pt idx="10437">
                  <c:v>33.200000000000003</c:v>
                </c:pt>
                <c:pt idx="10438">
                  <c:v>33.200000000000003</c:v>
                </c:pt>
                <c:pt idx="10439">
                  <c:v>33.200000000000003</c:v>
                </c:pt>
                <c:pt idx="10440">
                  <c:v>33.200000000000003</c:v>
                </c:pt>
                <c:pt idx="10441">
                  <c:v>33.200000000000003</c:v>
                </c:pt>
                <c:pt idx="10442">
                  <c:v>33.200000000000003</c:v>
                </c:pt>
                <c:pt idx="10443">
                  <c:v>33.200000000000003</c:v>
                </c:pt>
                <c:pt idx="10444">
                  <c:v>33.200000000000003</c:v>
                </c:pt>
                <c:pt idx="10445">
                  <c:v>33.200000000000003</c:v>
                </c:pt>
                <c:pt idx="10446">
                  <c:v>33.200000000000003</c:v>
                </c:pt>
                <c:pt idx="10447">
                  <c:v>33.200000000000003</c:v>
                </c:pt>
                <c:pt idx="10448">
                  <c:v>33.200000000000003</c:v>
                </c:pt>
                <c:pt idx="10449">
                  <c:v>33.200000000000003</c:v>
                </c:pt>
                <c:pt idx="10450">
                  <c:v>33.200000000000003</c:v>
                </c:pt>
                <c:pt idx="10451">
                  <c:v>33.200000000000003</c:v>
                </c:pt>
                <c:pt idx="10452">
                  <c:v>33.200000000000003</c:v>
                </c:pt>
                <c:pt idx="10453">
                  <c:v>33.200000000000003</c:v>
                </c:pt>
                <c:pt idx="10454">
                  <c:v>33.200000000000003</c:v>
                </c:pt>
                <c:pt idx="10455">
                  <c:v>33.200000000000003</c:v>
                </c:pt>
                <c:pt idx="10456">
                  <c:v>33.200000000000003</c:v>
                </c:pt>
                <c:pt idx="10457">
                  <c:v>33.200000000000003</c:v>
                </c:pt>
                <c:pt idx="10458">
                  <c:v>33.200000000000003</c:v>
                </c:pt>
                <c:pt idx="10459">
                  <c:v>33.200000000000003</c:v>
                </c:pt>
                <c:pt idx="10460">
                  <c:v>33.200000000000003</c:v>
                </c:pt>
                <c:pt idx="10461">
                  <c:v>33.200000000000003</c:v>
                </c:pt>
                <c:pt idx="10462">
                  <c:v>33.200000000000003</c:v>
                </c:pt>
                <c:pt idx="10463">
                  <c:v>33.200000000000003</c:v>
                </c:pt>
                <c:pt idx="10464">
                  <c:v>33.15</c:v>
                </c:pt>
                <c:pt idx="10465">
                  <c:v>33.15</c:v>
                </c:pt>
                <c:pt idx="10466">
                  <c:v>33.15</c:v>
                </c:pt>
                <c:pt idx="10467">
                  <c:v>33.15</c:v>
                </c:pt>
                <c:pt idx="10468">
                  <c:v>33.15</c:v>
                </c:pt>
                <c:pt idx="10469">
                  <c:v>33.15</c:v>
                </c:pt>
                <c:pt idx="10470">
                  <c:v>33.15</c:v>
                </c:pt>
                <c:pt idx="10471">
                  <c:v>33.15</c:v>
                </c:pt>
                <c:pt idx="10472">
                  <c:v>33.15</c:v>
                </c:pt>
                <c:pt idx="10473">
                  <c:v>33.15</c:v>
                </c:pt>
                <c:pt idx="10474">
                  <c:v>33.15</c:v>
                </c:pt>
                <c:pt idx="10475">
                  <c:v>33.15</c:v>
                </c:pt>
                <c:pt idx="10476">
                  <c:v>33.15</c:v>
                </c:pt>
                <c:pt idx="10477">
                  <c:v>33.15</c:v>
                </c:pt>
                <c:pt idx="10478">
                  <c:v>33.15</c:v>
                </c:pt>
                <c:pt idx="10479">
                  <c:v>33.15</c:v>
                </c:pt>
                <c:pt idx="10480">
                  <c:v>33.15</c:v>
                </c:pt>
                <c:pt idx="10481">
                  <c:v>33.15</c:v>
                </c:pt>
                <c:pt idx="10482">
                  <c:v>33.15</c:v>
                </c:pt>
                <c:pt idx="10483">
                  <c:v>33.15</c:v>
                </c:pt>
                <c:pt idx="10484">
                  <c:v>33.15</c:v>
                </c:pt>
                <c:pt idx="10485">
                  <c:v>33.15</c:v>
                </c:pt>
                <c:pt idx="10486">
                  <c:v>33.15</c:v>
                </c:pt>
                <c:pt idx="10487">
                  <c:v>33.15</c:v>
                </c:pt>
                <c:pt idx="10488">
                  <c:v>33.15</c:v>
                </c:pt>
                <c:pt idx="10489">
                  <c:v>33.15</c:v>
                </c:pt>
                <c:pt idx="10490">
                  <c:v>33.15</c:v>
                </c:pt>
                <c:pt idx="10491">
                  <c:v>33.15</c:v>
                </c:pt>
                <c:pt idx="10492">
                  <c:v>33.15</c:v>
                </c:pt>
                <c:pt idx="10493">
                  <c:v>33.15</c:v>
                </c:pt>
                <c:pt idx="10494">
                  <c:v>33.15</c:v>
                </c:pt>
                <c:pt idx="10495">
                  <c:v>33.15</c:v>
                </c:pt>
                <c:pt idx="10496">
                  <c:v>33.15</c:v>
                </c:pt>
                <c:pt idx="10497">
                  <c:v>33.15</c:v>
                </c:pt>
                <c:pt idx="10498">
                  <c:v>33.15</c:v>
                </c:pt>
                <c:pt idx="10499">
                  <c:v>33.1</c:v>
                </c:pt>
                <c:pt idx="10500">
                  <c:v>33.15</c:v>
                </c:pt>
                <c:pt idx="10501">
                  <c:v>33.1</c:v>
                </c:pt>
                <c:pt idx="10502">
                  <c:v>33.15</c:v>
                </c:pt>
                <c:pt idx="10503">
                  <c:v>33.1</c:v>
                </c:pt>
                <c:pt idx="10504">
                  <c:v>33.1</c:v>
                </c:pt>
                <c:pt idx="10505">
                  <c:v>33.1</c:v>
                </c:pt>
                <c:pt idx="10506">
                  <c:v>33.1</c:v>
                </c:pt>
                <c:pt idx="10507">
                  <c:v>33.1</c:v>
                </c:pt>
                <c:pt idx="10508">
                  <c:v>33.1</c:v>
                </c:pt>
                <c:pt idx="10509">
                  <c:v>33.1</c:v>
                </c:pt>
                <c:pt idx="10510">
                  <c:v>33.1</c:v>
                </c:pt>
                <c:pt idx="10511">
                  <c:v>33.1</c:v>
                </c:pt>
                <c:pt idx="10512">
                  <c:v>33.1</c:v>
                </c:pt>
                <c:pt idx="10513">
                  <c:v>33.1</c:v>
                </c:pt>
                <c:pt idx="10514">
                  <c:v>33.1</c:v>
                </c:pt>
                <c:pt idx="10515">
                  <c:v>33.1</c:v>
                </c:pt>
                <c:pt idx="10516">
                  <c:v>33.1</c:v>
                </c:pt>
                <c:pt idx="10517">
                  <c:v>33.1</c:v>
                </c:pt>
                <c:pt idx="10518">
                  <c:v>33.1</c:v>
                </c:pt>
                <c:pt idx="10519">
                  <c:v>33.1</c:v>
                </c:pt>
                <c:pt idx="10520">
                  <c:v>33.1</c:v>
                </c:pt>
                <c:pt idx="10521">
                  <c:v>33.1</c:v>
                </c:pt>
                <c:pt idx="10522">
                  <c:v>33.1</c:v>
                </c:pt>
                <c:pt idx="10523">
                  <c:v>33.1</c:v>
                </c:pt>
                <c:pt idx="10524">
                  <c:v>33.1</c:v>
                </c:pt>
                <c:pt idx="10525">
                  <c:v>33.1</c:v>
                </c:pt>
                <c:pt idx="10526">
                  <c:v>33.1</c:v>
                </c:pt>
                <c:pt idx="10527">
                  <c:v>33.1</c:v>
                </c:pt>
                <c:pt idx="10528">
                  <c:v>33.1</c:v>
                </c:pt>
                <c:pt idx="10529">
                  <c:v>33.1</c:v>
                </c:pt>
                <c:pt idx="10530">
                  <c:v>33.1</c:v>
                </c:pt>
                <c:pt idx="10531">
                  <c:v>33.1</c:v>
                </c:pt>
                <c:pt idx="10532">
                  <c:v>33.1</c:v>
                </c:pt>
                <c:pt idx="10533">
                  <c:v>33.1</c:v>
                </c:pt>
                <c:pt idx="10534">
                  <c:v>33.1</c:v>
                </c:pt>
                <c:pt idx="10535">
                  <c:v>33.1</c:v>
                </c:pt>
                <c:pt idx="10536">
                  <c:v>33.1</c:v>
                </c:pt>
                <c:pt idx="10537">
                  <c:v>33.1</c:v>
                </c:pt>
                <c:pt idx="10538">
                  <c:v>33.1</c:v>
                </c:pt>
                <c:pt idx="10539">
                  <c:v>33.1</c:v>
                </c:pt>
                <c:pt idx="10540">
                  <c:v>33.1</c:v>
                </c:pt>
                <c:pt idx="10541">
                  <c:v>33.1</c:v>
                </c:pt>
                <c:pt idx="10542">
                  <c:v>33.1</c:v>
                </c:pt>
                <c:pt idx="10543">
                  <c:v>33.1</c:v>
                </c:pt>
                <c:pt idx="10544">
                  <c:v>33.1</c:v>
                </c:pt>
                <c:pt idx="10545">
                  <c:v>33.1</c:v>
                </c:pt>
                <c:pt idx="10546">
                  <c:v>33.049999999999997</c:v>
                </c:pt>
                <c:pt idx="10547">
                  <c:v>33.1</c:v>
                </c:pt>
                <c:pt idx="10548">
                  <c:v>33.1</c:v>
                </c:pt>
                <c:pt idx="10549">
                  <c:v>33.049999999999997</c:v>
                </c:pt>
                <c:pt idx="10550">
                  <c:v>33.049999999999997</c:v>
                </c:pt>
                <c:pt idx="10551">
                  <c:v>33.049999999999997</c:v>
                </c:pt>
                <c:pt idx="10552">
                  <c:v>33.049999999999997</c:v>
                </c:pt>
                <c:pt idx="10553">
                  <c:v>33.049999999999997</c:v>
                </c:pt>
                <c:pt idx="10554">
                  <c:v>33.049999999999997</c:v>
                </c:pt>
                <c:pt idx="10555">
                  <c:v>33.049999999999997</c:v>
                </c:pt>
                <c:pt idx="10556">
                  <c:v>33.049999999999997</c:v>
                </c:pt>
                <c:pt idx="10557">
                  <c:v>33.049999999999997</c:v>
                </c:pt>
                <c:pt idx="10558">
                  <c:v>33.049999999999997</c:v>
                </c:pt>
                <c:pt idx="10559">
                  <c:v>33.049999999999997</c:v>
                </c:pt>
                <c:pt idx="10560">
                  <c:v>33.049999999999997</c:v>
                </c:pt>
                <c:pt idx="10561">
                  <c:v>33.049999999999997</c:v>
                </c:pt>
                <c:pt idx="10562">
                  <c:v>33.049999999999997</c:v>
                </c:pt>
                <c:pt idx="10563">
                  <c:v>33.049999999999997</c:v>
                </c:pt>
                <c:pt idx="10564">
                  <c:v>33.049999999999997</c:v>
                </c:pt>
                <c:pt idx="10565">
                  <c:v>33.049999999999997</c:v>
                </c:pt>
                <c:pt idx="10566">
                  <c:v>33.049999999999997</c:v>
                </c:pt>
                <c:pt idx="10567">
                  <c:v>33.049999999999997</c:v>
                </c:pt>
                <c:pt idx="10568">
                  <c:v>33.049999999999997</c:v>
                </c:pt>
                <c:pt idx="10569">
                  <c:v>33.049999999999997</c:v>
                </c:pt>
                <c:pt idx="10570">
                  <c:v>33.049999999999997</c:v>
                </c:pt>
                <c:pt idx="10571">
                  <c:v>33.049999999999997</c:v>
                </c:pt>
                <c:pt idx="10572">
                  <c:v>33.049999999999997</c:v>
                </c:pt>
                <c:pt idx="10573">
                  <c:v>33.049999999999997</c:v>
                </c:pt>
                <c:pt idx="10574">
                  <c:v>33.049999999999997</c:v>
                </c:pt>
                <c:pt idx="10575">
                  <c:v>33.049999999999997</c:v>
                </c:pt>
                <c:pt idx="10576">
                  <c:v>33.049999999999997</c:v>
                </c:pt>
                <c:pt idx="10577">
                  <c:v>33.049999999999997</c:v>
                </c:pt>
                <c:pt idx="10578">
                  <c:v>33.049999999999997</c:v>
                </c:pt>
                <c:pt idx="10579">
                  <c:v>33.049999999999997</c:v>
                </c:pt>
                <c:pt idx="10580">
                  <c:v>33.049999999999997</c:v>
                </c:pt>
                <c:pt idx="10581">
                  <c:v>33.049999999999997</c:v>
                </c:pt>
                <c:pt idx="10582">
                  <c:v>33.049999999999997</c:v>
                </c:pt>
                <c:pt idx="10583">
                  <c:v>33.049999999999997</c:v>
                </c:pt>
                <c:pt idx="10584">
                  <c:v>33.049999999999997</c:v>
                </c:pt>
                <c:pt idx="10585">
                  <c:v>33.049999999999997</c:v>
                </c:pt>
                <c:pt idx="10586">
                  <c:v>33.049999999999997</c:v>
                </c:pt>
                <c:pt idx="10587">
                  <c:v>33.049999999999997</c:v>
                </c:pt>
                <c:pt idx="10588">
                  <c:v>33.049999999999997</c:v>
                </c:pt>
                <c:pt idx="10589">
                  <c:v>33.049999999999997</c:v>
                </c:pt>
                <c:pt idx="10590">
                  <c:v>33.049999999999997</c:v>
                </c:pt>
                <c:pt idx="10591">
                  <c:v>33.049999999999997</c:v>
                </c:pt>
                <c:pt idx="10592">
                  <c:v>33.049999999999997</c:v>
                </c:pt>
                <c:pt idx="10593">
                  <c:v>33.049999999999997</c:v>
                </c:pt>
                <c:pt idx="10594">
                  <c:v>33.049999999999997</c:v>
                </c:pt>
                <c:pt idx="10595">
                  <c:v>33.049999999999997</c:v>
                </c:pt>
                <c:pt idx="10596">
                  <c:v>33.049999999999997</c:v>
                </c:pt>
                <c:pt idx="10597">
                  <c:v>33.049999999999997</c:v>
                </c:pt>
                <c:pt idx="10598">
                  <c:v>33.049999999999997</c:v>
                </c:pt>
                <c:pt idx="10599">
                  <c:v>33.049999999999997</c:v>
                </c:pt>
                <c:pt idx="10600">
                  <c:v>33.049999999999997</c:v>
                </c:pt>
                <c:pt idx="10601">
                  <c:v>33.049999999999997</c:v>
                </c:pt>
                <c:pt idx="10602">
                  <c:v>33.049999999999997</c:v>
                </c:pt>
                <c:pt idx="10603">
                  <c:v>33.049999999999997</c:v>
                </c:pt>
                <c:pt idx="10604">
                  <c:v>33.049999999999997</c:v>
                </c:pt>
                <c:pt idx="10605">
                  <c:v>33</c:v>
                </c:pt>
                <c:pt idx="10606">
                  <c:v>33.049999999999997</c:v>
                </c:pt>
                <c:pt idx="10607">
                  <c:v>33</c:v>
                </c:pt>
                <c:pt idx="10608">
                  <c:v>33</c:v>
                </c:pt>
                <c:pt idx="10609">
                  <c:v>33</c:v>
                </c:pt>
                <c:pt idx="10610">
                  <c:v>33</c:v>
                </c:pt>
                <c:pt idx="10611">
                  <c:v>33</c:v>
                </c:pt>
                <c:pt idx="10612">
                  <c:v>33</c:v>
                </c:pt>
                <c:pt idx="10613">
                  <c:v>33</c:v>
                </c:pt>
                <c:pt idx="10614">
                  <c:v>33</c:v>
                </c:pt>
                <c:pt idx="10615">
                  <c:v>33</c:v>
                </c:pt>
                <c:pt idx="10616">
                  <c:v>33</c:v>
                </c:pt>
                <c:pt idx="10617">
                  <c:v>33</c:v>
                </c:pt>
                <c:pt idx="10618">
                  <c:v>33</c:v>
                </c:pt>
                <c:pt idx="10619">
                  <c:v>33</c:v>
                </c:pt>
                <c:pt idx="10620">
                  <c:v>33</c:v>
                </c:pt>
                <c:pt idx="10621">
                  <c:v>33</c:v>
                </c:pt>
                <c:pt idx="10622">
                  <c:v>33</c:v>
                </c:pt>
                <c:pt idx="10623">
                  <c:v>33</c:v>
                </c:pt>
                <c:pt idx="10624">
                  <c:v>33</c:v>
                </c:pt>
                <c:pt idx="10625">
                  <c:v>33</c:v>
                </c:pt>
                <c:pt idx="10626">
                  <c:v>33</c:v>
                </c:pt>
                <c:pt idx="10627">
                  <c:v>33</c:v>
                </c:pt>
                <c:pt idx="10628">
                  <c:v>33</c:v>
                </c:pt>
                <c:pt idx="10629">
                  <c:v>33</c:v>
                </c:pt>
                <c:pt idx="10630">
                  <c:v>33</c:v>
                </c:pt>
                <c:pt idx="10631">
                  <c:v>33</c:v>
                </c:pt>
                <c:pt idx="10632">
                  <c:v>33</c:v>
                </c:pt>
                <c:pt idx="10633">
                  <c:v>33</c:v>
                </c:pt>
                <c:pt idx="10634">
                  <c:v>33</c:v>
                </c:pt>
                <c:pt idx="10635">
                  <c:v>33</c:v>
                </c:pt>
                <c:pt idx="10636">
                  <c:v>33</c:v>
                </c:pt>
                <c:pt idx="10637">
                  <c:v>33</c:v>
                </c:pt>
                <c:pt idx="10638">
                  <c:v>33</c:v>
                </c:pt>
                <c:pt idx="10639">
                  <c:v>33</c:v>
                </c:pt>
                <c:pt idx="10640">
                  <c:v>33</c:v>
                </c:pt>
                <c:pt idx="10641">
                  <c:v>33</c:v>
                </c:pt>
                <c:pt idx="10642">
                  <c:v>33</c:v>
                </c:pt>
                <c:pt idx="10643">
                  <c:v>33</c:v>
                </c:pt>
                <c:pt idx="10644">
                  <c:v>33</c:v>
                </c:pt>
                <c:pt idx="10645">
                  <c:v>33</c:v>
                </c:pt>
                <c:pt idx="10646">
                  <c:v>33</c:v>
                </c:pt>
                <c:pt idx="10647">
                  <c:v>33</c:v>
                </c:pt>
                <c:pt idx="10648">
                  <c:v>33</c:v>
                </c:pt>
                <c:pt idx="10649">
                  <c:v>33</c:v>
                </c:pt>
                <c:pt idx="10650">
                  <c:v>33</c:v>
                </c:pt>
                <c:pt idx="10651">
                  <c:v>33</c:v>
                </c:pt>
                <c:pt idx="10652">
                  <c:v>33</c:v>
                </c:pt>
                <c:pt idx="10653">
                  <c:v>33</c:v>
                </c:pt>
                <c:pt idx="10654">
                  <c:v>33</c:v>
                </c:pt>
                <c:pt idx="10655">
                  <c:v>33</c:v>
                </c:pt>
                <c:pt idx="10656">
                  <c:v>33</c:v>
                </c:pt>
                <c:pt idx="10657">
                  <c:v>33</c:v>
                </c:pt>
                <c:pt idx="10658">
                  <c:v>33</c:v>
                </c:pt>
                <c:pt idx="10659">
                  <c:v>33</c:v>
                </c:pt>
                <c:pt idx="10660">
                  <c:v>33</c:v>
                </c:pt>
                <c:pt idx="10661">
                  <c:v>33</c:v>
                </c:pt>
                <c:pt idx="10662">
                  <c:v>33</c:v>
                </c:pt>
                <c:pt idx="10663">
                  <c:v>33</c:v>
                </c:pt>
                <c:pt idx="10664">
                  <c:v>33</c:v>
                </c:pt>
                <c:pt idx="10665">
                  <c:v>33</c:v>
                </c:pt>
                <c:pt idx="10666">
                  <c:v>33</c:v>
                </c:pt>
                <c:pt idx="10667">
                  <c:v>33</c:v>
                </c:pt>
                <c:pt idx="10668">
                  <c:v>33</c:v>
                </c:pt>
                <c:pt idx="10669">
                  <c:v>32.950000000000003</c:v>
                </c:pt>
                <c:pt idx="10670">
                  <c:v>32.950000000000003</c:v>
                </c:pt>
                <c:pt idx="10671">
                  <c:v>33</c:v>
                </c:pt>
                <c:pt idx="10672">
                  <c:v>33</c:v>
                </c:pt>
                <c:pt idx="10673">
                  <c:v>32.950000000000003</c:v>
                </c:pt>
                <c:pt idx="10674">
                  <c:v>33</c:v>
                </c:pt>
                <c:pt idx="10675">
                  <c:v>33</c:v>
                </c:pt>
                <c:pt idx="10676">
                  <c:v>33</c:v>
                </c:pt>
                <c:pt idx="10677">
                  <c:v>32.950000000000003</c:v>
                </c:pt>
                <c:pt idx="10678">
                  <c:v>33</c:v>
                </c:pt>
                <c:pt idx="10679">
                  <c:v>32.950000000000003</c:v>
                </c:pt>
                <c:pt idx="10680">
                  <c:v>32.950000000000003</c:v>
                </c:pt>
                <c:pt idx="10681">
                  <c:v>32.950000000000003</c:v>
                </c:pt>
                <c:pt idx="10682">
                  <c:v>32.950000000000003</c:v>
                </c:pt>
                <c:pt idx="10683">
                  <c:v>32.950000000000003</c:v>
                </c:pt>
                <c:pt idx="10684">
                  <c:v>32.950000000000003</c:v>
                </c:pt>
                <c:pt idx="10685">
                  <c:v>32.950000000000003</c:v>
                </c:pt>
                <c:pt idx="10686">
                  <c:v>32.950000000000003</c:v>
                </c:pt>
                <c:pt idx="10687">
                  <c:v>32.950000000000003</c:v>
                </c:pt>
                <c:pt idx="10688">
                  <c:v>32.950000000000003</c:v>
                </c:pt>
                <c:pt idx="10689">
                  <c:v>32.950000000000003</c:v>
                </c:pt>
                <c:pt idx="10690">
                  <c:v>32.950000000000003</c:v>
                </c:pt>
                <c:pt idx="10691">
                  <c:v>32.950000000000003</c:v>
                </c:pt>
                <c:pt idx="10692">
                  <c:v>32.950000000000003</c:v>
                </c:pt>
                <c:pt idx="10693">
                  <c:v>32.950000000000003</c:v>
                </c:pt>
                <c:pt idx="10694">
                  <c:v>32.950000000000003</c:v>
                </c:pt>
                <c:pt idx="10695">
                  <c:v>32.950000000000003</c:v>
                </c:pt>
                <c:pt idx="10696">
                  <c:v>32.950000000000003</c:v>
                </c:pt>
                <c:pt idx="10697">
                  <c:v>32.950000000000003</c:v>
                </c:pt>
                <c:pt idx="10698">
                  <c:v>32.950000000000003</c:v>
                </c:pt>
                <c:pt idx="10699">
                  <c:v>32.950000000000003</c:v>
                </c:pt>
                <c:pt idx="10700">
                  <c:v>32.950000000000003</c:v>
                </c:pt>
                <c:pt idx="10701">
                  <c:v>32.950000000000003</c:v>
                </c:pt>
                <c:pt idx="10702">
                  <c:v>32.950000000000003</c:v>
                </c:pt>
                <c:pt idx="10703">
                  <c:v>32.950000000000003</c:v>
                </c:pt>
                <c:pt idx="10704">
                  <c:v>32.950000000000003</c:v>
                </c:pt>
                <c:pt idx="10705">
                  <c:v>32.950000000000003</c:v>
                </c:pt>
                <c:pt idx="10706">
                  <c:v>32.950000000000003</c:v>
                </c:pt>
                <c:pt idx="10707">
                  <c:v>32.950000000000003</c:v>
                </c:pt>
                <c:pt idx="10708">
                  <c:v>32.950000000000003</c:v>
                </c:pt>
                <c:pt idx="10709">
                  <c:v>32.950000000000003</c:v>
                </c:pt>
                <c:pt idx="10710">
                  <c:v>32.950000000000003</c:v>
                </c:pt>
                <c:pt idx="10711">
                  <c:v>32.950000000000003</c:v>
                </c:pt>
                <c:pt idx="10712">
                  <c:v>32.950000000000003</c:v>
                </c:pt>
                <c:pt idx="10713">
                  <c:v>32.9</c:v>
                </c:pt>
                <c:pt idx="10714">
                  <c:v>32.950000000000003</c:v>
                </c:pt>
                <c:pt idx="10715">
                  <c:v>32.9</c:v>
                </c:pt>
                <c:pt idx="10716">
                  <c:v>32.9</c:v>
                </c:pt>
                <c:pt idx="10717">
                  <c:v>32.9</c:v>
                </c:pt>
                <c:pt idx="10718">
                  <c:v>32.9</c:v>
                </c:pt>
                <c:pt idx="10719">
                  <c:v>32.9</c:v>
                </c:pt>
                <c:pt idx="10720">
                  <c:v>32.9</c:v>
                </c:pt>
                <c:pt idx="10721">
                  <c:v>32.9</c:v>
                </c:pt>
                <c:pt idx="10722">
                  <c:v>32.9</c:v>
                </c:pt>
                <c:pt idx="10723">
                  <c:v>32.9</c:v>
                </c:pt>
                <c:pt idx="10724">
                  <c:v>32.9</c:v>
                </c:pt>
                <c:pt idx="10725">
                  <c:v>32.9</c:v>
                </c:pt>
                <c:pt idx="10726">
                  <c:v>32.9</c:v>
                </c:pt>
                <c:pt idx="10727">
                  <c:v>32.9</c:v>
                </c:pt>
                <c:pt idx="10728">
                  <c:v>32.9</c:v>
                </c:pt>
                <c:pt idx="10729">
                  <c:v>32.9</c:v>
                </c:pt>
                <c:pt idx="10730">
                  <c:v>32.9</c:v>
                </c:pt>
                <c:pt idx="10731">
                  <c:v>32.9</c:v>
                </c:pt>
                <c:pt idx="10732">
                  <c:v>32.9</c:v>
                </c:pt>
                <c:pt idx="10733">
                  <c:v>32.9</c:v>
                </c:pt>
                <c:pt idx="10734">
                  <c:v>32.9</c:v>
                </c:pt>
                <c:pt idx="10735">
                  <c:v>32.9</c:v>
                </c:pt>
                <c:pt idx="10736">
                  <c:v>32.9</c:v>
                </c:pt>
                <c:pt idx="10737">
                  <c:v>32.9</c:v>
                </c:pt>
                <c:pt idx="10738">
                  <c:v>32.9</c:v>
                </c:pt>
                <c:pt idx="10739">
                  <c:v>32.9</c:v>
                </c:pt>
                <c:pt idx="10740">
                  <c:v>32.9</c:v>
                </c:pt>
                <c:pt idx="10741">
                  <c:v>32.9</c:v>
                </c:pt>
                <c:pt idx="10742">
                  <c:v>32.9</c:v>
                </c:pt>
                <c:pt idx="10743">
                  <c:v>32.9</c:v>
                </c:pt>
                <c:pt idx="10744">
                  <c:v>32.9</c:v>
                </c:pt>
                <c:pt idx="10745">
                  <c:v>32.9</c:v>
                </c:pt>
                <c:pt idx="10746">
                  <c:v>32.9</c:v>
                </c:pt>
                <c:pt idx="10747">
                  <c:v>32.9</c:v>
                </c:pt>
                <c:pt idx="10748">
                  <c:v>32.9</c:v>
                </c:pt>
                <c:pt idx="10749">
                  <c:v>32.9</c:v>
                </c:pt>
                <c:pt idx="10750">
                  <c:v>32.9</c:v>
                </c:pt>
                <c:pt idx="10751">
                  <c:v>32.9</c:v>
                </c:pt>
                <c:pt idx="10752">
                  <c:v>32.9</c:v>
                </c:pt>
                <c:pt idx="10753">
                  <c:v>32.85</c:v>
                </c:pt>
                <c:pt idx="10754">
                  <c:v>32.85</c:v>
                </c:pt>
                <c:pt idx="10755">
                  <c:v>32.85</c:v>
                </c:pt>
                <c:pt idx="10756">
                  <c:v>32.85</c:v>
                </c:pt>
                <c:pt idx="10757">
                  <c:v>32.85</c:v>
                </c:pt>
                <c:pt idx="10758">
                  <c:v>32.85</c:v>
                </c:pt>
                <c:pt idx="10759">
                  <c:v>32.85</c:v>
                </c:pt>
                <c:pt idx="10760">
                  <c:v>32.85</c:v>
                </c:pt>
                <c:pt idx="10761">
                  <c:v>32.85</c:v>
                </c:pt>
                <c:pt idx="10762">
                  <c:v>32.85</c:v>
                </c:pt>
                <c:pt idx="10763">
                  <c:v>32.85</c:v>
                </c:pt>
                <c:pt idx="10764">
                  <c:v>32.85</c:v>
                </c:pt>
                <c:pt idx="10765">
                  <c:v>32.85</c:v>
                </c:pt>
                <c:pt idx="10766">
                  <c:v>32.85</c:v>
                </c:pt>
                <c:pt idx="10767">
                  <c:v>32.85</c:v>
                </c:pt>
                <c:pt idx="10768">
                  <c:v>32.85</c:v>
                </c:pt>
                <c:pt idx="10769">
                  <c:v>32.85</c:v>
                </c:pt>
                <c:pt idx="10770">
                  <c:v>32.85</c:v>
                </c:pt>
                <c:pt idx="10771">
                  <c:v>32.85</c:v>
                </c:pt>
                <c:pt idx="10772">
                  <c:v>32.85</c:v>
                </c:pt>
                <c:pt idx="10773">
                  <c:v>32.85</c:v>
                </c:pt>
                <c:pt idx="10774">
                  <c:v>32.85</c:v>
                </c:pt>
                <c:pt idx="10775">
                  <c:v>32.85</c:v>
                </c:pt>
                <c:pt idx="10776">
                  <c:v>32.85</c:v>
                </c:pt>
                <c:pt idx="10777">
                  <c:v>32.85</c:v>
                </c:pt>
                <c:pt idx="10778">
                  <c:v>32.85</c:v>
                </c:pt>
                <c:pt idx="10779">
                  <c:v>32.85</c:v>
                </c:pt>
                <c:pt idx="10780">
                  <c:v>32.85</c:v>
                </c:pt>
                <c:pt idx="10781">
                  <c:v>32.85</c:v>
                </c:pt>
                <c:pt idx="10782">
                  <c:v>32.85</c:v>
                </c:pt>
                <c:pt idx="10783">
                  <c:v>32.85</c:v>
                </c:pt>
                <c:pt idx="10784">
                  <c:v>32.85</c:v>
                </c:pt>
                <c:pt idx="10785">
                  <c:v>32.85</c:v>
                </c:pt>
                <c:pt idx="10786">
                  <c:v>32.85</c:v>
                </c:pt>
                <c:pt idx="10787">
                  <c:v>32.85</c:v>
                </c:pt>
                <c:pt idx="10788">
                  <c:v>32.85</c:v>
                </c:pt>
                <c:pt idx="10789">
                  <c:v>32.85</c:v>
                </c:pt>
                <c:pt idx="10790">
                  <c:v>32.85</c:v>
                </c:pt>
                <c:pt idx="10791">
                  <c:v>32.85</c:v>
                </c:pt>
                <c:pt idx="10792">
                  <c:v>32.85</c:v>
                </c:pt>
                <c:pt idx="10793">
                  <c:v>32.85</c:v>
                </c:pt>
                <c:pt idx="10794">
                  <c:v>32.85</c:v>
                </c:pt>
                <c:pt idx="10795">
                  <c:v>32.799999999999997</c:v>
                </c:pt>
                <c:pt idx="10796">
                  <c:v>32.85</c:v>
                </c:pt>
                <c:pt idx="10797">
                  <c:v>32.799999999999997</c:v>
                </c:pt>
                <c:pt idx="10798">
                  <c:v>32.799999999999997</c:v>
                </c:pt>
                <c:pt idx="10799">
                  <c:v>32.799999999999997</c:v>
                </c:pt>
                <c:pt idx="10800">
                  <c:v>32.799999999999997</c:v>
                </c:pt>
                <c:pt idx="10801">
                  <c:v>32.799999999999997</c:v>
                </c:pt>
                <c:pt idx="10802">
                  <c:v>32.799999999999997</c:v>
                </c:pt>
                <c:pt idx="10803">
                  <c:v>32.799999999999997</c:v>
                </c:pt>
                <c:pt idx="10804">
                  <c:v>32.799999999999997</c:v>
                </c:pt>
                <c:pt idx="10805">
                  <c:v>32.799999999999997</c:v>
                </c:pt>
                <c:pt idx="10806">
                  <c:v>32.799999999999997</c:v>
                </c:pt>
                <c:pt idx="10807">
                  <c:v>32.799999999999997</c:v>
                </c:pt>
                <c:pt idx="10808">
                  <c:v>32.799999999999997</c:v>
                </c:pt>
                <c:pt idx="10809">
                  <c:v>32.799999999999997</c:v>
                </c:pt>
                <c:pt idx="10810">
                  <c:v>32.799999999999997</c:v>
                </c:pt>
                <c:pt idx="10811">
                  <c:v>32.799999999999997</c:v>
                </c:pt>
                <c:pt idx="10812">
                  <c:v>32.799999999999997</c:v>
                </c:pt>
                <c:pt idx="10813">
                  <c:v>32.799999999999997</c:v>
                </c:pt>
                <c:pt idx="10814">
                  <c:v>32.799999999999997</c:v>
                </c:pt>
                <c:pt idx="10815">
                  <c:v>32.799999999999997</c:v>
                </c:pt>
                <c:pt idx="10816">
                  <c:v>32.799999999999997</c:v>
                </c:pt>
                <c:pt idx="10817">
                  <c:v>32.799999999999997</c:v>
                </c:pt>
                <c:pt idx="10818">
                  <c:v>32.799999999999997</c:v>
                </c:pt>
                <c:pt idx="10819">
                  <c:v>32.799999999999997</c:v>
                </c:pt>
                <c:pt idx="10820">
                  <c:v>32.799999999999997</c:v>
                </c:pt>
                <c:pt idx="10821">
                  <c:v>32.799999999999997</c:v>
                </c:pt>
                <c:pt idx="10822">
                  <c:v>32.799999999999997</c:v>
                </c:pt>
                <c:pt idx="10823">
                  <c:v>32.799999999999997</c:v>
                </c:pt>
                <c:pt idx="10824">
                  <c:v>32.799999999999997</c:v>
                </c:pt>
                <c:pt idx="10825">
                  <c:v>32.799999999999997</c:v>
                </c:pt>
                <c:pt idx="10826">
                  <c:v>32.799999999999997</c:v>
                </c:pt>
                <c:pt idx="10827">
                  <c:v>32.799999999999997</c:v>
                </c:pt>
                <c:pt idx="10828">
                  <c:v>32.799999999999997</c:v>
                </c:pt>
                <c:pt idx="10829">
                  <c:v>32.799999999999997</c:v>
                </c:pt>
                <c:pt idx="10830">
                  <c:v>32.799999999999997</c:v>
                </c:pt>
                <c:pt idx="10831">
                  <c:v>32.799999999999997</c:v>
                </c:pt>
                <c:pt idx="10832">
                  <c:v>32.799999999999997</c:v>
                </c:pt>
                <c:pt idx="10833">
                  <c:v>32.799999999999997</c:v>
                </c:pt>
                <c:pt idx="10834">
                  <c:v>32.799999999999997</c:v>
                </c:pt>
                <c:pt idx="10835">
                  <c:v>32.799999999999997</c:v>
                </c:pt>
                <c:pt idx="10836">
                  <c:v>32.799999999999997</c:v>
                </c:pt>
                <c:pt idx="10837">
                  <c:v>32.75</c:v>
                </c:pt>
                <c:pt idx="10838">
                  <c:v>32.75</c:v>
                </c:pt>
                <c:pt idx="10839">
                  <c:v>32.75</c:v>
                </c:pt>
                <c:pt idx="10840">
                  <c:v>32.75</c:v>
                </c:pt>
                <c:pt idx="10841">
                  <c:v>32.75</c:v>
                </c:pt>
                <c:pt idx="10842">
                  <c:v>32.75</c:v>
                </c:pt>
                <c:pt idx="10843">
                  <c:v>32.75</c:v>
                </c:pt>
                <c:pt idx="10844">
                  <c:v>32.75</c:v>
                </c:pt>
                <c:pt idx="10845">
                  <c:v>32.75</c:v>
                </c:pt>
                <c:pt idx="10846">
                  <c:v>32.75</c:v>
                </c:pt>
                <c:pt idx="10847">
                  <c:v>32.75</c:v>
                </c:pt>
                <c:pt idx="10848">
                  <c:v>32.75</c:v>
                </c:pt>
                <c:pt idx="10849">
                  <c:v>32.75</c:v>
                </c:pt>
                <c:pt idx="10850">
                  <c:v>32.75</c:v>
                </c:pt>
                <c:pt idx="10851">
                  <c:v>32.75</c:v>
                </c:pt>
                <c:pt idx="10852">
                  <c:v>32.75</c:v>
                </c:pt>
                <c:pt idx="10853">
                  <c:v>32.75</c:v>
                </c:pt>
                <c:pt idx="10854">
                  <c:v>32.75</c:v>
                </c:pt>
                <c:pt idx="10855">
                  <c:v>32.75</c:v>
                </c:pt>
                <c:pt idx="10856">
                  <c:v>32.75</c:v>
                </c:pt>
                <c:pt idx="10857">
                  <c:v>32.75</c:v>
                </c:pt>
                <c:pt idx="10858">
                  <c:v>32.75</c:v>
                </c:pt>
                <c:pt idx="10859">
                  <c:v>32.75</c:v>
                </c:pt>
                <c:pt idx="10860">
                  <c:v>32.75</c:v>
                </c:pt>
                <c:pt idx="10861">
                  <c:v>32.75</c:v>
                </c:pt>
                <c:pt idx="10862">
                  <c:v>32.75</c:v>
                </c:pt>
                <c:pt idx="10863">
                  <c:v>32.75</c:v>
                </c:pt>
                <c:pt idx="10864">
                  <c:v>32.75</c:v>
                </c:pt>
                <c:pt idx="10865">
                  <c:v>32.75</c:v>
                </c:pt>
                <c:pt idx="10866">
                  <c:v>32.75</c:v>
                </c:pt>
                <c:pt idx="10867">
                  <c:v>32.75</c:v>
                </c:pt>
                <c:pt idx="10868">
                  <c:v>32.75</c:v>
                </c:pt>
                <c:pt idx="10869">
                  <c:v>32.75</c:v>
                </c:pt>
                <c:pt idx="10870">
                  <c:v>32.75</c:v>
                </c:pt>
                <c:pt idx="10871">
                  <c:v>32.75</c:v>
                </c:pt>
                <c:pt idx="10872">
                  <c:v>32.75</c:v>
                </c:pt>
                <c:pt idx="10873">
                  <c:v>32.75</c:v>
                </c:pt>
                <c:pt idx="10874">
                  <c:v>32.75</c:v>
                </c:pt>
                <c:pt idx="10875">
                  <c:v>32.75</c:v>
                </c:pt>
                <c:pt idx="10876">
                  <c:v>32.75</c:v>
                </c:pt>
                <c:pt idx="10877">
                  <c:v>32.75</c:v>
                </c:pt>
                <c:pt idx="10878">
                  <c:v>32.75</c:v>
                </c:pt>
                <c:pt idx="10879">
                  <c:v>32.75</c:v>
                </c:pt>
                <c:pt idx="10880">
                  <c:v>32.75</c:v>
                </c:pt>
                <c:pt idx="10881">
                  <c:v>32.75</c:v>
                </c:pt>
                <c:pt idx="10882">
                  <c:v>32.75</c:v>
                </c:pt>
                <c:pt idx="10883">
                  <c:v>32.75</c:v>
                </c:pt>
                <c:pt idx="10884">
                  <c:v>32.75</c:v>
                </c:pt>
                <c:pt idx="10885">
                  <c:v>32.75</c:v>
                </c:pt>
                <c:pt idx="10886">
                  <c:v>32.75</c:v>
                </c:pt>
                <c:pt idx="10887">
                  <c:v>32.75</c:v>
                </c:pt>
                <c:pt idx="10888">
                  <c:v>32.700000000000003</c:v>
                </c:pt>
                <c:pt idx="10889">
                  <c:v>32.700000000000003</c:v>
                </c:pt>
                <c:pt idx="10890">
                  <c:v>32.700000000000003</c:v>
                </c:pt>
                <c:pt idx="10891">
                  <c:v>32.700000000000003</c:v>
                </c:pt>
                <c:pt idx="10892">
                  <c:v>32.700000000000003</c:v>
                </c:pt>
                <c:pt idx="10893">
                  <c:v>32.700000000000003</c:v>
                </c:pt>
                <c:pt idx="10894">
                  <c:v>32.700000000000003</c:v>
                </c:pt>
                <c:pt idx="10895">
                  <c:v>32.700000000000003</c:v>
                </c:pt>
                <c:pt idx="10896">
                  <c:v>32.700000000000003</c:v>
                </c:pt>
                <c:pt idx="10897">
                  <c:v>32.700000000000003</c:v>
                </c:pt>
                <c:pt idx="10898">
                  <c:v>32.700000000000003</c:v>
                </c:pt>
                <c:pt idx="10899">
                  <c:v>32.700000000000003</c:v>
                </c:pt>
                <c:pt idx="10900">
                  <c:v>32.700000000000003</c:v>
                </c:pt>
                <c:pt idx="10901">
                  <c:v>32.700000000000003</c:v>
                </c:pt>
                <c:pt idx="10902">
                  <c:v>32.700000000000003</c:v>
                </c:pt>
                <c:pt idx="10903">
                  <c:v>32.700000000000003</c:v>
                </c:pt>
                <c:pt idx="10904">
                  <c:v>32.700000000000003</c:v>
                </c:pt>
                <c:pt idx="10905">
                  <c:v>32.700000000000003</c:v>
                </c:pt>
                <c:pt idx="10906">
                  <c:v>32.700000000000003</c:v>
                </c:pt>
                <c:pt idx="10907">
                  <c:v>32.700000000000003</c:v>
                </c:pt>
                <c:pt idx="10908">
                  <c:v>32.700000000000003</c:v>
                </c:pt>
                <c:pt idx="10909">
                  <c:v>32.700000000000003</c:v>
                </c:pt>
                <c:pt idx="10910">
                  <c:v>32.700000000000003</c:v>
                </c:pt>
                <c:pt idx="10911">
                  <c:v>32.700000000000003</c:v>
                </c:pt>
                <c:pt idx="10912">
                  <c:v>32.700000000000003</c:v>
                </c:pt>
                <c:pt idx="10913">
                  <c:v>32.700000000000003</c:v>
                </c:pt>
                <c:pt idx="10914">
                  <c:v>32.700000000000003</c:v>
                </c:pt>
                <c:pt idx="10915">
                  <c:v>32.700000000000003</c:v>
                </c:pt>
                <c:pt idx="10916">
                  <c:v>32.700000000000003</c:v>
                </c:pt>
                <c:pt idx="10917">
                  <c:v>32.700000000000003</c:v>
                </c:pt>
                <c:pt idx="10918">
                  <c:v>32.700000000000003</c:v>
                </c:pt>
                <c:pt idx="10919">
                  <c:v>32.700000000000003</c:v>
                </c:pt>
                <c:pt idx="10920">
                  <c:v>32.700000000000003</c:v>
                </c:pt>
                <c:pt idx="10921">
                  <c:v>32.700000000000003</c:v>
                </c:pt>
                <c:pt idx="10922">
                  <c:v>32.700000000000003</c:v>
                </c:pt>
                <c:pt idx="10923">
                  <c:v>32.700000000000003</c:v>
                </c:pt>
                <c:pt idx="10924">
                  <c:v>32.700000000000003</c:v>
                </c:pt>
                <c:pt idx="10925">
                  <c:v>32.700000000000003</c:v>
                </c:pt>
                <c:pt idx="10926">
                  <c:v>32.700000000000003</c:v>
                </c:pt>
                <c:pt idx="10927">
                  <c:v>32.700000000000003</c:v>
                </c:pt>
                <c:pt idx="10928">
                  <c:v>32.65</c:v>
                </c:pt>
                <c:pt idx="10929">
                  <c:v>32.700000000000003</c:v>
                </c:pt>
                <c:pt idx="10930">
                  <c:v>32.65</c:v>
                </c:pt>
                <c:pt idx="10931">
                  <c:v>32.700000000000003</c:v>
                </c:pt>
                <c:pt idx="10932">
                  <c:v>32.65</c:v>
                </c:pt>
                <c:pt idx="10933">
                  <c:v>32.65</c:v>
                </c:pt>
                <c:pt idx="10934">
                  <c:v>32.65</c:v>
                </c:pt>
                <c:pt idx="10935">
                  <c:v>32.700000000000003</c:v>
                </c:pt>
                <c:pt idx="10936">
                  <c:v>32.700000000000003</c:v>
                </c:pt>
                <c:pt idx="10937">
                  <c:v>32.65</c:v>
                </c:pt>
                <c:pt idx="10938">
                  <c:v>32.700000000000003</c:v>
                </c:pt>
                <c:pt idx="10939">
                  <c:v>32.700000000000003</c:v>
                </c:pt>
                <c:pt idx="10940">
                  <c:v>32.700000000000003</c:v>
                </c:pt>
                <c:pt idx="10941">
                  <c:v>32.700000000000003</c:v>
                </c:pt>
                <c:pt idx="10942">
                  <c:v>32.700000000000003</c:v>
                </c:pt>
                <c:pt idx="10943">
                  <c:v>32.700000000000003</c:v>
                </c:pt>
                <c:pt idx="10944">
                  <c:v>32.700000000000003</c:v>
                </c:pt>
                <c:pt idx="10945">
                  <c:v>32.700000000000003</c:v>
                </c:pt>
                <c:pt idx="10946">
                  <c:v>32.700000000000003</c:v>
                </c:pt>
                <c:pt idx="10947">
                  <c:v>32.700000000000003</c:v>
                </c:pt>
                <c:pt idx="10948">
                  <c:v>32.700000000000003</c:v>
                </c:pt>
                <c:pt idx="10949">
                  <c:v>32.700000000000003</c:v>
                </c:pt>
                <c:pt idx="10950">
                  <c:v>32.65</c:v>
                </c:pt>
                <c:pt idx="10951">
                  <c:v>32.65</c:v>
                </c:pt>
                <c:pt idx="10952">
                  <c:v>32.65</c:v>
                </c:pt>
                <c:pt idx="10953">
                  <c:v>32.65</c:v>
                </c:pt>
                <c:pt idx="10954">
                  <c:v>32.65</c:v>
                </c:pt>
                <c:pt idx="10955">
                  <c:v>32.65</c:v>
                </c:pt>
                <c:pt idx="10956">
                  <c:v>32.65</c:v>
                </c:pt>
                <c:pt idx="10957">
                  <c:v>32.65</c:v>
                </c:pt>
                <c:pt idx="10958">
                  <c:v>32.65</c:v>
                </c:pt>
                <c:pt idx="10959">
                  <c:v>32.65</c:v>
                </c:pt>
                <c:pt idx="10960">
                  <c:v>32.65</c:v>
                </c:pt>
                <c:pt idx="10961">
                  <c:v>32.65</c:v>
                </c:pt>
                <c:pt idx="10962">
                  <c:v>32.65</c:v>
                </c:pt>
                <c:pt idx="10963">
                  <c:v>32.65</c:v>
                </c:pt>
                <c:pt idx="10964">
                  <c:v>32.65</c:v>
                </c:pt>
                <c:pt idx="10965">
                  <c:v>32.65</c:v>
                </c:pt>
                <c:pt idx="10966">
                  <c:v>32.6</c:v>
                </c:pt>
                <c:pt idx="10967">
                  <c:v>32.65</c:v>
                </c:pt>
                <c:pt idx="10968">
                  <c:v>32.65</c:v>
                </c:pt>
                <c:pt idx="10969">
                  <c:v>32.65</c:v>
                </c:pt>
                <c:pt idx="10970">
                  <c:v>32.65</c:v>
                </c:pt>
                <c:pt idx="10971">
                  <c:v>32.65</c:v>
                </c:pt>
                <c:pt idx="10972">
                  <c:v>32.65</c:v>
                </c:pt>
                <c:pt idx="10973">
                  <c:v>32.65</c:v>
                </c:pt>
                <c:pt idx="10974">
                  <c:v>32.65</c:v>
                </c:pt>
                <c:pt idx="10975">
                  <c:v>32.65</c:v>
                </c:pt>
                <c:pt idx="10976">
                  <c:v>32.65</c:v>
                </c:pt>
                <c:pt idx="10977">
                  <c:v>32.65</c:v>
                </c:pt>
                <c:pt idx="10978">
                  <c:v>32.65</c:v>
                </c:pt>
                <c:pt idx="10979">
                  <c:v>32.6</c:v>
                </c:pt>
                <c:pt idx="10980">
                  <c:v>32.6</c:v>
                </c:pt>
                <c:pt idx="10981">
                  <c:v>32.6</c:v>
                </c:pt>
                <c:pt idx="10982">
                  <c:v>32.65</c:v>
                </c:pt>
                <c:pt idx="10983">
                  <c:v>32.65</c:v>
                </c:pt>
                <c:pt idx="10984">
                  <c:v>32.6</c:v>
                </c:pt>
                <c:pt idx="10985">
                  <c:v>32.65</c:v>
                </c:pt>
                <c:pt idx="10986">
                  <c:v>32.65</c:v>
                </c:pt>
                <c:pt idx="10987">
                  <c:v>32.6</c:v>
                </c:pt>
                <c:pt idx="10988">
                  <c:v>32.6</c:v>
                </c:pt>
                <c:pt idx="10989">
                  <c:v>32.6</c:v>
                </c:pt>
                <c:pt idx="10990">
                  <c:v>32.6</c:v>
                </c:pt>
                <c:pt idx="10991">
                  <c:v>32.6</c:v>
                </c:pt>
                <c:pt idx="10992">
                  <c:v>32.6</c:v>
                </c:pt>
                <c:pt idx="10993">
                  <c:v>32.6</c:v>
                </c:pt>
                <c:pt idx="10994">
                  <c:v>32.6</c:v>
                </c:pt>
                <c:pt idx="10995">
                  <c:v>32.6</c:v>
                </c:pt>
                <c:pt idx="10996">
                  <c:v>32.6</c:v>
                </c:pt>
                <c:pt idx="10997">
                  <c:v>32.6</c:v>
                </c:pt>
                <c:pt idx="10998">
                  <c:v>32.6</c:v>
                </c:pt>
                <c:pt idx="10999">
                  <c:v>32.6</c:v>
                </c:pt>
                <c:pt idx="11000">
                  <c:v>32.6</c:v>
                </c:pt>
                <c:pt idx="11001">
                  <c:v>32.6</c:v>
                </c:pt>
                <c:pt idx="11002">
                  <c:v>32.6</c:v>
                </c:pt>
                <c:pt idx="11003">
                  <c:v>32.6</c:v>
                </c:pt>
                <c:pt idx="11004">
                  <c:v>32.6</c:v>
                </c:pt>
                <c:pt idx="11005">
                  <c:v>32.6</c:v>
                </c:pt>
                <c:pt idx="11006">
                  <c:v>32.6</c:v>
                </c:pt>
                <c:pt idx="11007">
                  <c:v>32.6</c:v>
                </c:pt>
                <c:pt idx="11008">
                  <c:v>32.6</c:v>
                </c:pt>
                <c:pt idx="11009">
                  <c:v>32.6</c:v>
                </c:pt>
                <c:pt idx="11010">
                  <c:v>32.6</c:v>
                </c:pt>
                <c:pt idx="11011">
                  <c:v>32.6</c:v>
                </c:pt>
                <c:pt idx="11012">
                  <c:v>32.6</c:v>
                </c:pt>
                <c:pt idx="11013">
                  <c:v>32.6</c:v>
                </c:pt>
                <c:pt idx="11014">
                  <c:v>32.6</c:v>
                </c:pt>
                <c:pt idx="11015">
                  <c:v>32.549999999999997</c:v>
                </c:pt>
                <c:pt idx="11016">
                  <c:v>32.6</c:v>
                </c:pt>
                <c:pt idx="11017">
                  <c:v>32.6</c:v>
                </c:pt>
                <c:pt idx="11018">
                  <c:v>32.6</c:v>
                </c:pt>
                <c:pt idx="11019">
                  <c:v>32.6</c:v>
                </c:pt>
                <c:pt idx="11020">
                  <c:v>32.6</c:v>
                </c:pt>
                <c:pt idx="11021">
                  <c:v>32.6</c:v>
                </c:pt>
                <c:pt idx="11022">
                  <c:v>32.6</c:v>
                </c:pt>
                <c:pt idx="11023">
                  <c:v>32.6</c:v>
                </c:pt>
                <c:pt idx="11024">
                  <c:v>32.6</c:v>
                </c:pt>
                <c:pt idx="11025">
                  <c:v>32.6</c:v>
                </c:pt>
                <c:pt idx="11026">
                  <c:v>32.6</c:v>
                </c:pt>
                <c:pt idx="11027">
                  <c:v>32.549999999999997</c:v>
                </c:pt>
                <c:pt idx="11028">
                  <c:v>32.6</c:v>
                </c:pt>
                <c:pt idx="11029">
                  <c:v>32.6</c:v>
                </c:pt>
                <c:pt idx="11030">
                  <c:v>32.549999999999997</c:v>
                </c:pt>
                <c:pt idx="11031">
                  <c:v>32.549999999999997</c:v>
                </c:pt>
                <c:pt idx="11032">
                  <c:v>32.549999999999997</c:v>
                </c:pt>
                <c:pt idx="11033">
                  <c:v>32.549999999999997</c:v>
                </c:pt>
                <c:pt idx="11034">
                  <c:v>32.549999999999997</c:v>
                </c:pt>
                <c:pt idx="11035">
                  <c:v>32.549999999999997</c:v>
                </c:pt>
                <c:pt idx="11036">
                  <c:v>32.549999999999997</c:v>
                </c:pt>
                <c:pt idx="11037">
                  <c:v>32.549999999999997</c:v>
                </c:pt>
                <c:pt idx="11038">
                  <c:v>32.549999999999997</c:v>
                </c:pt>
                <c:pt idx="11039">
                  <c:v>32.549999999999997</c:v>
                </c:pt>
                <c:pt idx="11040">
                  <c:v>32.549999999999997</c:v>
                </c:pt>
                <c:pt idx="11041">
                  <c:v>32.549999999999997</c:v>
                </c:pt>
                <c:pt idx="11042">
                  <c:v>32.549999999999997</c:v>
                </c:pt>
                <c:pt idx="11043">
                  <c:v>32.549999999999997</c:v>
                </c:pt>
                <c:pt idx="11044">
                  <c:v>32.549999999999997</c:v>
                </c:pt>
                <c:pt idx="11045">
                  <c:v>32.549999999999997</c:v>
                </c:pt>
                <c:pt idx="11046">
                  <c:v>32.549999999999997</c:v>
                </c:pt>
                <c:pt idx="11047">
                  <c:v>32.549999999999997</c:v>
                </c:pt>
                <c:pt idx="11048">
                  <c:v>32.549999999999997</c:v>
                </c:pt>
                <c:pt idx="11049">
                  <c:v>32.549999999999997</c:v>
                </c:pt>
                <c:pt idx="11050">
                  <c:v>32.549999999999997</c:v>
                </c:pt>
                <c:pt idx="11051">
                  <c:v>32.549999999999997</c:v>
                </c:pt>
                <c:pt idx="11052">
                  <c:v>32.549999999999997</c:v>
                </c:pt>
                <c:pt idx="11053">
                  <c:v>32.549999999999997</c:v>
                </c:pt>
                <c:pt idx="11054">
                  <c:v>32.549999999999997</c:v>
                </c:pt>
                <c:pt idx="11055">
                  <c:v>32.549999999999997</c:v>
                </c:pt>
                <c:pt idx="11056">
                  <c:v>32.549999999999997</c:v>
                </c:pt>
                <c:pt idx="11057">
                  <c:v>32.549999999999997</c:v>
                </c:pt>
                <c:pt idx="11058">
                  <c:v>32.549999999999997</c:v>
                </c:pt>
                <c:pt idx="11059">
                  <c:v>32.549999999999997</c:v>
                </c:pt>
                <c:pt idx="11060">
                  <c:v>32.549999999999997</c:v>
                </c:pt>
                <c:pt idx="11061">
                  <c:v>32.549999999999997</c:v>
                </c:pt>
                <c:pt idx="11062">
                  <c:v>32.549999999999997</c:v>
                </c:pt>
                <c:pt idx="11063">
                  <c:v>32.549999999999997</c:v>
                </c:pt>
                <c:pt idx="11064">
                  <c:v>32.549999999999997</c:v>
                </c:pt>
                <c:pt idx="11065">
                  <c:v>32.549999999999997</c:v>
                </c:pt>
                <c:pt idx="11066">
                  <c:v>32.549999999999997</c:v>
                </c:pt>
                <c:pt idx="11067">
                  <c:v>32.5</c:v>
                </c:pt>
                <c:pt idx="11068">
                  <c:v>32.549999999999997</c:v>
                </c:pt>
                <c:pt idx="11069">
                  <c:v>32.549999999999997</c:v>
                </c:pt>
                <c:pt idx="11070">
                  <c:v>32.5</c:v>
                </c:pt>
                <c:pt idx="11071">
                  <c:v>32.5</c:v>
                </c:pt>
                <c:pt idx="11072">
                  <c:v>32.5</c:v>
                </c:pt>
                <c:pt idx="11073">
                  <c:v>32.5</c:v>
                </c:pt>
                <c:pt idx="11074">
                  <c:v>32.5</c:v>
                </c:pt>
                <c:pt idx="11075">
                  <c:v>32.5</c:v>
                </c:pt>
                <c:pt idx="11076">
                  <c:v>32.5</c:v>
                </c:pt>
                <c:pt idx="11077">
                  <c:v>32.5</c:v>
                </c:pt>
                <c:pt idx="11078">
                  <c:v>32.5</c:v>
                </c:pt>
                <c:pt idx="11079">
                  <c:v>32.5</c:v>
                </c:pt>
                <c:pt idx="11080">
                  <c:v>32.5</c:v>
                </c:pt>
                <c:pt idx="11081">
                  <c:v>32.5</c:v>
                </c:pt>
                <c:pt idx="11082">
                  <c:v>32.5</c:v>
                </c:pt>
                <c:pt idx="11083">
                  <c:v>32.5</c:v>
                </c:pt>
                <c:pt idx="11084">
                  <c:v>32.5</c:v>
                </c:pt>
                <c:pt idx="11085">
                  <c:v>32.5</c:v>
                </c:pt>
                <c:pt idx="11086">
                  <c:v>32.5</c:v>
                </c:pt>
                <c:pt idx="11087">
                  <c:v>32.5</c:v>
                </c:pt>
                <c:pt idx="11088">
                  <c:v>32.5</c:v>
                </c:pt>
                <c:pt idx="11089">
                  <c:v>32.5</c:v>
                </c:pt>
                <c:pt idx="11090">
                  <c:v>32.5</c:v>
                </c:pt>
                <c:pt idx="11091">
                  <c:v>32.5</c:v>
                </c:pt>
                <c:pt idx="11092">
                  <c:v>32.5</c:v>
                </c:pt>
                <c:pt idx="11093">
                  <c:v>32.5</c:v>
                </c:pt>
                <c:pt idx="11094">
                  <c:v>32.5</c:v>
                </c:pt>
                <c:pt idx="11095">
                  <c:v>32.5</c:v>
                </c:pt>
                <c:pt idx="11096">
                  <c:v>32.5</c:v>
                </c:pt>
                <c:pt idx="11097">
                  <c:v>32.5</c:v>
                </c:pt>
                <c:pt idx="11098">
                  <c:v>32.5</c:v>
                </c:pt>
                <c:pt idx="11099">
                  <c:v>32.5</c:v>
                </c:pt>
                <c:pt idx="11100">
                  <c:v>32.5</c:v>
                </c:pt>
                <c:pt idx="11101">
                  <c:v>32.5</c:v>
                </c:pt>
                <c:pt idx="11102">
                  <c:v>32.5</c:v>
                </c:pt>
                <c:pt idx="11103">
                  <c:v>32.549999999999997</c:v>
                </c:pt>
                <c:pt idx="11104">
                  <c:v>32.549999999999997</c:v>
                </c:pt>
                <c:pt idx="11105">
                  <c:v>32.549999999999997</c:v>
                </c:pt>
                <c:pt idx="11106">
                  <c:v>32.549999999999997</c:v>
                </c:pt>
                <c:pt idx="11107">
                  <c:v>32.549999999999997</c:v>
                </c:pt>
                <c:pt idx="11108">
                  <c:v>32.549999999999997</c:v>
                </c:pt>
                <c:pt idx="11109">
                  <c:v>32.549999999999997</c:v>
                </c:pt>
                <c:pt idx="11110">
                  <c:v>32.549999999999997</c:v>
                </c:pt>
                <c:pt idx="11111">
                  <c:v>32.549999999999997</c:v>
                </c:pt>
                <c:pt idx="11112">
                  <c:v>32.549999999999997</c:v>
                </c:pt>
                <c:pt idx="11113">
                  <c:v>32.549999999999997</c:v>
                </c:pt>
                <c:pt idx="11114">
                  <c:v>32.549999999999997</c:v>
                </c:pt>
                <c:pt idx="11115">
                  <c:v>32.549999999999997</c:v>
                </c:pt>
                <c:pt idx="11116">
                  <c:v>32.549999999999997</c:v>
                </c:pt>
                <c:pt idx="11117">
                  <c:v>32.549999999999997</c:v>
                </c:pt>
                <c:pt idx="11118">
                  <c:v>32.549999999999997</c:v>
                </c:pt>
                <c:pt idx="11119">
                  <c:v>32.549999999999997</c:v>
                </c:pt>
                <c:pt idx="11120">
                  <c:v>32.549999999999997</c:v>
                </c:pt>
                <c:pt idx="11121">
                  <c:v>32.549999999999997</c:v>
                </c:pt>
                <c:pt idx="11122">
                  <c:v>32.549999999999997</c:v>
                </c:pt>
                <c:pt idx="11123">
                  <c:v>32.549999999999997</c:v>
                </c:pt>
                <c:pt idx="11124">
                  <c:v>32.549999999999997</c:v>
                </c:pt>
                <c:pt idx="11125">
                  <c:v>32.549999999999997</c:v>
                </c:pt>
                <c:pt idx="11126">
                  <c:v>32.549999999999997</c:v>
                </c:pt>
                <c:pt idx="11127">
                  <c:v>32.549999999999997</c:v>
                </c:pt>
                <c:pt idx="11128">
                  <c:v>32.549999999999997</c:v>
                </c:pt>
                <c:pt idx="11129">
                  <c:v>32.549999999999997</c:v>
                </c:pt>
                <c:pt idx="11130">
                  <c:v>32.6</c:v>
                </c:pt>
                <c:pt idx="11131">
                  <c:v>32.6</c:v>
                </c:pt>
                <c:pt idx="11132">
                  <c:v>32.6</c:v>
                </c:pt>
                <c:pt idx="11133">
                  <c:v>32.6</c:v>
                </c:pt>
                <c:pt idx="11134">
                  <c:v>32.6</c:v>
                </c:pt>
                <c:pt idx="11135">
                  <c:v>32.6</c:v>
                </c:pt>
                <c:pt idx="11136">
                  <c:v>32.6</c:v>
                </c:pt>
                <c:pt idx="11137">
                  <c:v>32.6</c:v>
                </c:pt>
                <c:pt idx="11138">
                  <c:v>32.6</c:v>
                </c:pt>
                <c:pt idx="11139">
                  <c:v>32.6</c:v>
                </c:pt>
                <c:pt idx="11140">
                  <c:v>32.6</c:v>
                </c:pt>
                <c:pt idx="11141">
                  <c:v>32.6</c:v>
                </c:pt>
                <c:pt idx="11142">
                  <c:v>32.6</c:v>
                </c:pt>
                <c:pt idx="11143">
                  <c:v>32.6</c:v>
                </c:pt>
                <c:pt idx="11144">
                  <c:v>32.6</c:v>
                </c:pt>
                <c:pt idx="11145">
                  <c:v>32.6</c:v>
                </c:pt>
                <c:pt idx="11146">
                  <c:v>32.6</c:v>
                </c:pt>
                <c:pt idx="11147">
                  <c:v>32.6</c:v>
                </c:pt>
                <c:pt idx="11148">
                  <c:v>32.6</c:v>
                </c:pt>
                <c:pt idx="11149">
                  <c:v>32.6</c:v>
                </c:pt>
                <c:pt idx="11150">
                  <c:v>32.6</c:v>
                </c:pt>
                <c:pt idx="11151">
                  <c:v>32.6</c:v>
                </c:pt>
                <c:pt idx="11152">
                  <c:v>32.6</c:v>
                </c:pt>
                <c:pt idx="11153">
                  <c:v>32.6</c:v>
                </c:pt>
                <c:pt idx="11154">
                  <c:v>32.65</c:v>
                </c:pt>
                <c:pt idx="11155">
                  <c:v>32.65</c:v>
                </c:pt>
                <c:pt idx="11156">
                  <c:v>32.65</c:v>
                </c:pt>
                <c:pt idx="11157">
                  <c:v>32.65</c:v>
                </c:pt>
                <c:pt idx="11158">
                  <c:v>32.65</c:v>
                </c:pt>
                <c:pt idx="11159">
                  <c:v>32.65</c:v>
                </c:pt>
                <c:pt idx="11160">
                  <c:v>32.65</c:v>
                </c:pt>
                <c:pt idx="11161">
                  <c:v>32.65</c:v>
                </c:pt>
                <c:pt idx="11162">
                  <c:v>32.65</c:v>
                </c:pt>
                <c:pt idx="11163">
                  <c:v>32.65</c:v>
                </c:pt>
                <c:pt idx="11164">
                  <c:v>32.65</c:v>
                </c:pt>
                <c:pt idx="11165">
                  <c:v>32.65</c:v>
                </c:pt>
                <c:pt idx="11166">
                  <c:v>32.65</c:v>
                </c:pt>
                <c:pt idx="11167">
                  <c:v>32.65</c:v>
                </c:pt>
                <c:pt idx="11168">
                  <c:v>32.65</c:v>
                </c:pt>
                <c:pt idx="11169">
                  <c:v>32.65</c:v>
                </c:pt>
                <c:pt idx="11170">
                  <c:v>32.65</c:v>
                </c:pt>
                <c:pt idx="11171">
                  <c:v>32.65</c:v>
                </c:pt>
                <c:pt idx="11172">
                  <c:v>32.65</c:v>
                </c:pt>
                <c:pt idx="11173">
                  <c:v>32.65</c:v>
                </c:pt>
                <c:pt idx="11174">
                  <c:v>32.65</c:v>
                </c:pt>
                <c:pt idx="11175">
                  <c:v>32.65</c:v>
                </c:pt>
                <c:pt idx="11176">
                  <c:v>32.700000000000003</c:v>
                </c:pt>
                <c:pt idx="11177">
                  <c:v>32.700000000000003</c:v>
                </c:pt>
                <c:pt idx="11178">
                  <c:v>32.700000000000003</c:v>
                </c:pt>
                <c:pt idx="11179">
                  <c:v>32.700000000000003</c:v>
                </c:pt>
                <c:pt idx="11180">
                  <c:v>32.700000000000003</c:v>
                </c:pt>
                <c:pt idx="11181">
                  <c:v>32.700000000000003</c:v>
                </c:pt>
                <c:pt idx="11182">
                  <c:v>32.700000000000003</c:v>
                </c:pt>
                <c:pt idx="11183">
                  <c:v>32.700000000000003</c:v>
                </c:pt>
                <c:pt idx="11184">
                  <c:v>32.700000000000003</c:v>
                </c:pt>
                <c:pt idx="11185">
                  <c:v>32.700000000000003</c:v>
                </c:pt>
                <c:pt idx="11186">
                  <c:v>32.700000000000003</c:v>
                </c:pt>
                <c:pt idx="11187">
                  <c:v>32.700000000000003</c:v>
                </c:pt>
                <c:pt idx="11188">
                  <c:v>32.700000000000003</c:v>
                </c:pt>
                <c:pt idx="11189">
                  <c:v>32.700000000000003</c:v>
                </c:pt>
                <c:pt idx="11190">
                  <c:v>32.700000000000003</c:v>
                </c:pt>
                <c:pt idx="11191">
                  <c:v>32.700000000000003</c:v>
                </c:pt>
                <c:pt idx="11192">
                  <c:v>32.75</c:v>
                </c:pt>
                <c:pt idx="11193">
                  <c:v>32.75</c:v>
                </c:pt>
                <c:pt idx="11194">
                  <c:v>32.75</c:v>
                </c:pt>
                <c:pt idx="11195">
                  <c:v>32.75</c:v>
                </c:pt>
                <c:pt idx="11196">
                  <c:v>32.75</c:v>
                </c:pt>
                <c:pt idx="11197">
                  <c:v>32.75</c:v>
                </c:pt>
                <c:pt idx="11198">
                  <c:v>32.75</c:v>
                </c:pt>
                <c:pt idx="11199">
                  <c:v>32.75</c:v>
                </c:pt>
                <c:pt idx="11200">
                  <c:v>32.75</c:v>
                </c:pt>
                <c:pt idx="11201">
                  <c:v>32.75</c:v>
                </c:pt>
                <c:pt idx="11202">
                  <c:v>32.75</c:v>
                </c:pt>
                <c:pt idx="11203">
                  <c:v>32.75</c:v>
                </c:pt>
                <c:pt idx="11204">
                  <c:v>32.75</c:v>
                </c:pt>
                <c:pt idx="11205">
                  <c:v>32.75</c:v>
                </c:pt>
                <c:pt idx="11206">
                  <c:v>32.75</c:v>
                </c:pt>
                <c:pt idx="11207">
                  <c:v>32.75</c:v>
                </c:pt>
                <c:pt idx="11208">
                  <c:v>32.75</c:v>
                </c:pt>
                <c:pt idx="11209">
                  <c:v>32.75</c:v>
                </c:pt>
                <c:pt idx="11210">
                  <c:v>32.799999999999997</c:v>
                </c:pt>
                <c:pt idx="11211">
                  <c:v>32.799999999999997</c:v>
                </c:pt>
                <c:pt idx="11212">
                  <c:v>32.799999999999997</c:v>
                </c:pt>
                <c:pt idx="11213">
                  <c:v>32.799999999999997</c:v>
                </c:pt>
                <c:pt idx="11214">
                  <c:v>32.799999999999997</c:v>
                </c:pt>
                <c:pt idx="11215">
                  <c:v>32.799999999999997</c:v>
                </c:pt>
                <c:pt idx="11216">
                  <c:v>32.799999999999997</c:v>
                </c:pt>
                <c:pt idx="11217">
                  <c:v>32.799999999999997</c:v>
                </c:pt>
                <c:pt idx="11218">
                  <c:v>32.799999999999997</c:v>
                </c:pt>
                <c:pt idx="11219">
                  <c:v>32.799999999999997</c:v>
                </c:pt>
                <c:pt idx="11220">
                  <c:v>32.799999999999997</c:v>
                </c:pt>
                <c:pt idx="11221">
                  <c:v>32.799999999999997</c:v>
                </c:pt>
                <c:pt idx="11222">
                  <c:v>32.799999999999997</c:v>
                </c:pt>
                <c:pt idx="11223">
                  <c:v>32.799999999999997</c:v>
                </c:pt>
                <c:pt idx="11224">
                  <c:v>32.799999999999997</c:v>
                </c:pt>
                <c:pt idx="11225">
                  <c:v>32.799999999999997</c:v>
                </c:pt>
                <c:pt idx="11226">
                  <c:v>32.799999999999997</c:v>
                </c:pt>
                <c:pt idx="11227">
                  <c:v>32.799999999999997</c:v>
                </c:pt>
                <c:pt idx="11228">
                  <c:v>32.799999999999997</c:v>
                </c:pt>
                <c:pt idx="11229">
                  <c:v>32.85</c:v>
                </c:pt>
                <c:pt idx="11230">
                  <c:v>32.85</c:v>
                </c:pt>
                <c:pt idx="11231">
                  <c:v>32.85</c:v>
                </c:pt>
                <c:pt idx="11232">
                  <c:v>32.85</c:v>
                </c:pt>
                <c:pt idx="11233">
                  <c:v>32.85</c:v>
                </c:pt>
                <c:pt idx="11234">
                  <c:v>32.85</c:v>
                </c:pt>
                <c:pt idx="11235">
                  <c:v>32.85</c:v>
                </c:pt>
                <c:pt idx="11236">
                  <c:v>32.85</c:v>
                </c:pt>
                <c:pt idx="11237">
                  <c:v>32.85</c:v>
                </c:pt>
                <c:pt idx="11238">
                  <c:v>32.85</c:v>
                </c:pt>
                <c:pt idx="11239">
                  <c:v>32.85</c:v>
                </c:pt>
                <c:pt idx="11240">
                  <c:v>32.85</c:v>
                </c:pt>
                <c:pt idx="11241">
                  <c:v>32.85</c:v>
                </c:pt>
                <c:pt idx="11242">
                  <c:v>32.85</c:v>
                </c:pt>
                <c:pt idx="11243">
                  <c:v>32.85</c:v>
                </c:pt>
                <c:pt idx="11244">
                  <c:v>32.85</c:v>
                </c:pt>
                <c:pt idx="11245">
                  <c:v>32.9</c:v>
                </c:pt>
                <c:pt idx="11246">
                  <c:v>32.9</c:v>
                </c:pt>
                <c:pt idx="11247">
                  <c:v>32.9</c:v>
                </c:pt>
                <c:pt idx="11248">
                  <c:v>32.9</c:v>
                </c:pt>
                <c:pt idx="11249">
                  <c:v>32.9</c:v>
                </c:pt>
                <c:pt idx="11250">
                  <c:v>32.9</c:v>
                </c:pt>
                <c:pt idx="11251">
                  <c:v>32.9</c:v>
                </c:pt>
                <c:pt idx="11252">
                  <c:v>32.9</c:v>
                </c:pt>
                <c:pt idx="11253">
                  <c:v>32.9</c:v>
                </c:pt>
                <c:pt idx="11254">
                  <c:v>32.9</c:v>
                </c:pt>
                <c:pt idx="11255">
                  <c:v>32.9</c:v>
                </c:pt>
                <c:pt idx="11256">
                  <c:v>32.9</c:v>
                </c:pt>
                <c:pt idx="11257">
                  <c:v>32.9</c:v>
                </c:pt>
                <c:pt idx="11258">
                  <c:v>32.9</c:v>
                </c:pt>
                <c:pt idx="11259">
                  <c:v>32.9</c:v>
                </c:pt>
                <c:pt idx="11260">
                  <c:v>32.9</c:v>
                </c:pt>
                <c:pt idx="11261">
                  <c:v>32.9</c:v>
                </c:pt>
                <c:pt idx="11262">
                  <c:v>32.9</c:v>
                </c:pt>
                <c:pt idx="11263">
                  <c:v>32.950000000000003</c:v>
                </c:pt>
                <c:pt idx="11264">
                  <c:v>32.9</c:v>
                </c:pt>
                <c:pt idx="11265">
                  <c:v>32.950000000000003</c:v>
                </c:pt>
                <c:pt idx="11266">
                  <c:v>32.950000000000003</c:v>
                </c:pt>
                <c:pt idx="11267">
                  <c:v>32.950000000000003</c:v>
                </c:pt>
                <c:pt idx="11268">
                  <c:v>32.950000000000003</c:v>
                </c:pt>
                <c:pt idx="11269">
                  <c:v>32.950000000000003</c:v>
                </c:pt>
                <c:pt idx="11270">
                  <c:v>32.950000000000003</c:v>
                </c:pt>
                <c:pt idx="11271">
                  <c:v>32.950000000000003</c:v>
                </c:pt>
                <c:pt idx="11272">
                  <c:v>32.950000000000003</c:v>
                </c:pt>
                <c:pt idx="11273">
                  <c:v>32.950000000000003</c:v>
                </c:pt>
                <c:pt idx="11274">
                  <c:v>32.950000000000003</c:v>
                </c:pt>
                <c:pt idx="11275">
                  <c:v>32.950000000000003</c:v>
                </c:pt>
                <c:pt idx="11276">
                  <c:v>32.950000000000003</c:v>
                </c:pt>
                <c:pt idx="11277">
                  <c:v>32.950000000000003</c:v>
                </c:pt>
                <c:pt idx="11278">
                  <c:v>32.950000000000003</c:v>
                </c:pt>
                <c:pt idx="11279">
                  <c:v>32.950000000000003</c:v>
                </c:pt>
                <c:pt idx="11280">
                  <c:v>33</c:v>
                </c:pt>
                <c:pt idx="11281">
                  <c:v>33</c:v>
                </c:pt>
                <c:pt idx="11282">
                  <c:v>33</c:v>
                </c:pt>
                <c:pt idx="11283">
                  <c:v>33</c:v>
                </c:pt>
                <c:pt idx="11284">
                  <c:v>33</c:v>
                </c:pt>
                <c:pt idx="11285">
                  <c:v>33</c:v>
                </c:pt>
                <c:pt idx="11286">
                  <c:v>33</c:v>
                </c:pt>
                <c:pt idx="11287">
                  <c:v>33</c:v>
                </c:pt>
                <c:pt idx="11288">
                  <c:v>33</c:v>
                </c:pt>
                <c:pt idx="11289">
                  <c:v>33</c:v>
                </c:pt>
                <c:pt idx="11290">
                  <c:v>33</c:v>
                </c:pt>
                <c:pt idx="11291">
                  <c:v>33</c:v>
                </c:pt>
                <c:pt idx="11292">
                  <c:v>33</c:v>
                </c:pt>
                <c:pt idx="11293">
                  <c:v>33</c:v>
                </c:pt>
                <c:pt idx="11294">
                  <c:v>33</c:v>
                </c:pt>
                <c:pt idx="11295">
                  <c:v>33</c:v>
                </c:pt>
                <c:pt idx="11296">
                  <c:v>33</c:v>
                </c:pt>
                <c:pt idx="11297">
                  <c:v>33</c:v>
                </c:pt>
                <c:pt idx="11298">
                  <c:v>33</c:v>
                </c:pt>
                <c:pt idx="11299">
                  <c:v>33</c:v>
                </c:pt>
                <c:pt idx="11300">
                  <c:v>33</c:v>
                </c:pt>
                <c:pt idx="11301">
                  <c:v>33</c:v>
                </c:pt>
                <c:pt idx="11302">
                  <c:v>33</c:v>
                </c:pt>
                <c:pt idx="11303">
                  <c:v>33.049999999999997</c:v>
                </c:pt>
                <c:pt idx="11304">
                  <c:v>33.049999999999997</c:v>
                </c:pt>
                <c:pt idx="11305">
                  <c:v>33.049999999999997</c:v>
                </c:pt>
                <c:pt idx="11306">
                  <c:v>33.049999999999997</c:v>
                </c:pt>
                <c:pt idx="11307">
                  <c:v>33.049999999999997</c:v>
                </c:pt>
                <c:pt idx="11308">
                  <c:v>33.049999999999997</c:v>
                </c:pt>
                <c:pt idx="11309">
                  <c:v>33.049999999999997</c:v>
                </c:pt>
                <c:pt idx="11310">
                  <c:v>33.049999999999997</c:v>
                </c:pt>
                <c:pt idx="11311">
                  <c:v>33.049999999999997</c:v>
                </c:pt>
                <c:pt idx="11312">
                  <c:v>33.049999999999997</c:v>
                </c:pt>
                <c:pt idx="11313">
                  <c:v>33.049999999999997</c:v>
                </c:pt>
                <c:pt idx="11314">
                  <c:v>33.049999999999997</c:v>
                </c:pt>
                <c:pt idx="11315">
                  <c:v>33.049999999999997</c:v>
                </c:pt>
                <c:pt idx="11316">
                  <c:v>33.049999999999997</c:v>
                </c:pt>
                <c:pt idx="11317">
                  <c:v>33.049999999999997</c:v>
                </c:pt>
                <c:pt idx="11318">
                  <c:v>33.049999999999997</c:v>
                </c:pt>
                <c:pt idx="11319">
                  <c:v>33.049999999999997</c:v>
                </c:pt>
                <c:pt idx="11320">
                  <c:v>33.049999999999997</c:v>
                </c:pt>
                <c:pt idx="11321">
                  <c:v>33.049999999999997</c:v>
                </c:pt>
                <c:pt idx="11322">
                  <c:v>33.049999999999997</c:v>
                </c:pt>
                <c:pt idx="11323">
                  <c:v>33.049999999999997</c:v>
                </c:pt>
                <c:pt idx="11324">
                  <c:v>33.049999999999997</c:v>
                </c:pt>
                <c:pt idx="11325">
                  <c:v>33.049999999999997</c:v>
                </c:pt>
                <c:pt idx="11326">
                  <c:v>33.1</c:v>
                </c:pt>
                <c:pt idx="11327">
                  <c:v>33.1</c:v>
                </c:pt>
                <c:pt idx="11328">
                  <c:v>33.1</c:v>
                </c:pt>
                <c:pt idx="11329">
                  <c:v>33.1</c:v>
                </c:pt>
                <c:pt idx="11330">
                  <c:v>33.1</c:v>
                </c:pt>
                <c:pt idx="11331">
                  <c:v>33.1</c:v>
                </c:pt>
                <c:pt idx="11332">
                  <c:v>33.1</c:v>
                </c:pt>
                <c:pt idx="11333">
                  <c:v>33.1</c:v>
                </c:pt>
                <c:pt idx="11334">
                  <c:v>33.1</c:v>
                </c:pt>
                <c:pt idx="11335">
                  <c:v>33.1</c:v>
                </c:pt>
                <c:pt idx="11336">
                  <c:v>33.1</c:v>
                </c:pt>
                <c:pt idx="11337">
                  <c:v>33.1</c:v>
                </c:pt>
                <c:pt idx="11338">
                  <c:v>33.1</c:v>
                </c:pt>
                <c:pt idx="11339">
                  <c:v>33.1</c:v>
                </c:pt>
                <c:pt idx="11340">
                  <c:v>33.1</c:v>
                </c:pt>
                <c:pt idx="11341">
                  <c:v>33.15</c:v>
                </c:pt>
                <c:pt idx="11342">
                  <c:v>33.15</c:v>
                </c:pt>
                <c:pt idx="11343">
                  <c:v>33.15</c:v>
                </c:pt>
                <c:pt idx="11344">
                  <c:v>33.15</c:v>
                </c:pt>
                <c:pt idx="11345">
                  <c:v>33.15</c:v>
                </c:pt>
                <c:pt idx="11346">
                  <c:v>33.15</c:v>
                </c:pt>
                <c:pt idx="11347">
                  <c:v>33.15</c:v>
                </c:pt>
                <c:pt idx="11348">
                  <c:v>33.15</c:v>
                </c:pt>
                <c:pt idx="11349">
                  <c:v>33.15</c:v>
                </c:pt>
                <c:pt idx="11350">
                  <c:v>33.200000000000003</c:v>
                </c:pt>
                <c:pt idx="11351">
                  <c:v>33.200000000000003</c:v>
                </c:pt>
                <c:pt idx="11352">
                  <c:v>33.200000000000003</c:v>
                </c:pt>
                <c:pt idx="11353">
                  <c:v>33.200000000000003</c:v>
                </c:pt>
                <c:pt idx="11354">
                  <c:v>33.200000000000003</c:v>
                </c:pt>
                <c:pt idx="11355">
                  <c:v>33.200000000000003</c:v>
                </c:pt>
                <c:pt idx="11356">
                  <c:v>33.200000000000003</c:v>
                </c:pt>
                <c:pt idx="11357">
                  <c:v>33.200000000000003</c:v>
                </c:pt>
                <c:pt idx="11358">
                  <c:v>33.200000000000003</c:v>
                </c:pt>
                <c:pt idx="11359">
                  <c:v>33.200000000000003</c:v>
                </c:pt>
                <c:pt idx="11360">
                  <c:v>33.200000000000003</c:v>
                </c:pt>
                <c:pt idx="11361">
                  <c:v>33.200000000000003</c:v>
                </c:pt>
                <c:pt idx="11362">
                  <c:v>33.25</c:v>
                </c:pt>
                <c:pt idx="11363">
                  <c:v>33.25</c:v>
                </c:pt>
                <c:pt idx="11364">
                  <c:v>33.25</c:v>
                </c:pt>
                <c:pt idx="11365">
                  <c:v>33.25</c:v>
                </c:pt>
                <c:pt idx="11366">
                  <c:v>33.25</c:v>
                </c:pt>
                <c:pt idx="11367">
                  <c:v>33.25</c:v>
                </c:pt>
                <c:pt idx="11368">
                  <c:v>33.25</c:v>
                </c:pt>
                <c:pt idx="11369">
                  <c:v>33.25</c:v>
                </c:pt>
                <c:pt idx="11370">
                  <c:v>33.25</c:v>
                </c:pt>
                <c:pt idx="11371">
                  <c:v>33.25</c:v>
                </c:pt>
                <c:pt idx="11372">
                  <c:v>33.25</c:v>
                </c:pt>
                <c:pt idx="11373">
                  <c:v>33.25</c:v>
                </c:pt>
                <c:pt idx="11374">
                  <c:v>33.25</c:v>
                </c:pt>
                <c:pt idx="11375">
                  <c:v>33.25</c:v>
                </c:pt>
                <c:pt idx="11376">
                  <c:v>33.25</c:v>
                </c:pt>
                <c:pt idx="11377">
                  <c:v>33.25</c:v>
                </c:pt>
                <c:pt idx="11378">
                  <c:v>33.299999999999997</c:v>
                </c:pt>
                <c:pt idx="11379">
                  <c:v>33.299999999999997</c:v>
                </c:pt>
                <c:pt idx="11380">
                  <c:v>33.299999999999997</c:v>
                </c:pt>
                <c:pt idx="11381">
                  <c:v>33.299999999999997</c:v>
                </c:pt>
                <c:pt idx="11382">
                  <c:v>33.299999999999997</c:v>
                </c:pt>
                <c:pt idx="11383">
                  <c:v>33.299999999999997</c:v>
                </c:pt>
                <c:pt idx="11384">
                  <c:v>33.299999999999997</c:v>
                </c:pt>
                <c:pt idx="11385">
                  <c:v>33.299999999999997</c:v>
                </c:pt>
                <c:pt idx="11386">
                  <c:v>33.299999999999997</c:v>
                </c:pt>
                <c:pt idx="11387">
                  <c:v>33.299999999999997</c:v>
                </c:pt>
                <c:pt idx="11388">
                  <c:v>33.299999999999997</c:v>
                </c:pt>
                <c:pt idx="11389">
                  <c:v>33.299999999999997</c:v>
                </c:pt>
                <c:pt idx="11390">
                  <c:v>33.299999999999997</c:v>
                </c:pt>
                <c:pt idx="11391">
                  <c:v>33.35</c:v>
                </c:pt>
                <c:pt idx="11392">
                  <c:v>33.35</c:v>
                </c:pt>
                <c:pt idx="11393">
                  <c:v>33.35</c:v>
                </c:pt>
                <c:pt idx="11394">
                  <c:v>33.35</c:v>
                </c:pt>
                <c:pt idx="11395">
                  <c:v>33.35</c:v>
                </c:pt>
                <c:pt idx="11396">
                  <c:v>33.35</c:v>
                </c:pt>
                <c:pt idx="11397">
                  <c:v>33.35</c:v>
                </c:pt>
                <c:pt idx="11398">
                  <c:v>33.35</c:v>
                </c:pt>
                <c:pt idx="11399">
                  <c:v>33.35</c:v>
                </c:pt>
                <c:pt idx="11400">
                  <c:v>33.35</c:v>
                </c:pt>
                <c:pt idx="11401">
                  <c:v>33.35</c:v>
                </c:pt>
                <c:pt idx="11402">
                  <c:v>33.35</c:v>
                </c:pt>
                <c:pt idx="11403">
                  <c:v>33.35</c:v>
                </c:pt>
                <c:pt idx="11404">
                  <c:v>33.35</c:v>
                </c:pt>
                <c:pt idx="11405">
                  <c:v>33.4</c:v>
                </c:pt>
                <c:pt idx="11406">
                  <c:v>33.4</c:v>
                </c:pt>
                <c:pt idx="11407">
                  <c:v>33.4</c:v>
                </c:pt>
                <c:pt idx="11408">
                  <c:v>33.4</c:v>
                </c:pt>
                <c:pt idx="11409">
                  <c:v>33.4</c:v>
                </c:pt>
                <c:pt idx="11410">
                  <c:v>33.4</c:v>
                </c:pt>
                <c:pt idx="11411">
                  <c:v>33.4</c:v>
                </c:pt>
                <c:pt idx="11412">
                  <c:v>33.4</c:v>
                </c:pt>
                <c:pt idx="11413">
                  <c:v>33.4</c:v>
                </c:pt>
                <c:pt idx="11414">
                  <c:v>33.4</c:v>
                </c:pt>
                <c:pt idx="11415">
                  <c:v>33.4</c:v>
                </c:pt>
                <c:pt idx="11416">
                  <c:v>33.4</c:v>
                </c:pt>
                <c:pt idx="11417">
                  <c:v>33.4</c:v>
                </c:pt>
                <c:pt idx="11418">
                  <c:v>33.4</c:v>
                </c:pt>
                <c:pt idx="11419">
                  <c:v>33.4</c:v>
                </c:pt>
                <c:pt idx="11420">
                  <c:v>33.450000000000003</c:v>
                </c:pt>
                <c:pt idx="11421">
                  <c:v>33.450000000000003</c:v>
                </c:pt>
                <c:pt idx="11422">
                  <c:v>33.450000000000003</c:v>
                </c:pt>
                <c:pt idx="11423">
                  <c:v>33.450000000000003</c:v>
                </c:pt>
                <c:pt idx="11424">
                  <c:v>33.450000000000003</c:v>
                </c:pt>
                <c:pt idx="11425">
                  <c:v>33.450000000000003</c:v>
                </c:pt>
                <c:pt idx="11426">
                  <c:v>33.450000000000003</c:v>
                </c:pt>
                <c:pt idx="11427">
                  <c:v>33.450000000000003</c:v>
                </c:pt>
                <c:pt idx="11428">
                  <c:v>33.450000000000003</c:v>
                </c:pt>
                <c:pt idx="11429">
                  <c:v>33.450000000000003</c:v>
                </c:pt>
                <c:pt idx="11430">
                  <c:v>33.450000000000003</c:v>
                </c:pt>
                <c:pt idx="11431">
                  <c:v>33.450000000000003</c:v>
                </c:pt>
                <c:pt idx="11432">
                  <c:v>33.450000000000003</c:v>
                </c:pt>
                <c:pt idx="11433">
                  <c:v>33.450000000000003</c:v>
                </c:pt>
                <c:pt idx="11434">
                  <c:v>33.5</c:v>
                </c:pt>
                <c:pt idx="11435">
                  <c:v>33.5</c:v>
                </c:pt>
                <c:pt idx="11436">
                  <c:v>33.5</c:v>
                </c:pt>
                <c:pt idx="11437">
                  <c:v>33.5</c:v>
                </c:pt>
                <c:pt idx="11438">
                  <c:v>33.5</c:v>
                </c:pt>
                <c:pt idx="11439">
                  <c:v>33.5</c:v>
                </c:pt>
                <c:pt idx="11440">
                  <c:v>33.5</c:v>
                </c:pt>
                <c:pt idx="11441">
                  <c:v>33.5</c:v>
                </c:pt>
                <c:pt idx="11442">
                  <c:v>33.5</c:v>
                </c:pt>
                <c:pt idx="11443">
                  <c:v>33.5</c:v>
                </c:pt>
                <c:pt idx="11444">
                  <c:v>33.5</c:v>
                </c:pt>
                <c:pt idx="11445">
                  <c:v>33.5</c:v>
                </c:pt>
                <c:pt idx="11446">
                  <c:v>33.549999999999997</c:v>
                </c:pt>
                <c:pt idx="11447">
                  <c:v>33.549999999999997</c:v>
                </c:pt>
                <c:pt idx="11448">
                  <c:v>33.549999999999997</c:v>
                </c:pt>
                <c:pt idx="11449">
                  <c:v>33.549999999999997</c:v>
                </c:pt>
                <c:pt idx="11450">
                  <c:v>33.549999999999997</c:v>
                </c:pt>
                <c:pt idx="11451">
                  <c:v>33.549999999999997</c:v>
                </c:pt>
                <c:pt idx="11452">
                  <c:v>33.549999999999997</c:v>
                </c:pt>
                <c:pt idx="11453">
                  <c:v>33.549999999999997</c:v>
                </c:pt>
                <c:pt idx="11454">
                  <c:v>33.549999999999997</c:v>
                </c:pt>
                <c:pt idx="11455">
                  <c:v>33.549999999999997</c:v>
                </c:pt>
                <c:pt idx="11456">
                  <c:v>33.549999999999997</c:v>
                </c:pt>
                <c:pt idx="11457">
                  <c:v>33.549999999999997</c:v>
                </c:pt>
                <c:pt idx="11458">
                  <c:v>33.549999999999997</c:v>
                </c:pt>
                <c:pt idx="11459">
                  <c:v>33.6</c:v>
                </c:pt>
                <c:pt idx="11460">
                  <c:v>33.6</c:v>
                </c:pt>
                <c:pt idx="11461">
                  <c:v>33.6</c:v>
                </c:pt>
                <c:pt idx="11462">
                  <c:v>33.6</c:v>
                </c:pt>
                <c:pt idx="11463">
                  <c:v>33.6</c:v>
                </c:pt>
                <c:pt idx="11464">
                  <c:v>33.6</c:v>
                </c:pt>
                <c:pt idx="11465">
                  <c:v>33.6</c:v>
                </c:pt>
                <c:pt idx="11466">
                  <c:v>33.6</c:v>
                </c:pt>
                <c:pt idx="11467">
                  <c:v>33.6</c:v>
                </c:pt>
                <c:pt idx="11468">
                  <c:v>33.6</c:v>
                </c:pt>
                <c:pt idx="11469">
                  <c:v>33.6</c:v>
                </c:pt>
                <c:pt idx="11470">
                  <c:v>33.6</c:v>
                </c:pt>
                <c:pt idx="11471">
                  <c:v>33.6</c:v>
                </c:pt>
                <c:pt idx="11472">
                  <c:v>33.6</c:v>
                </c:pt>
                <c:pt idx="11473">
                  <c:v>33.6</c:v>
                </c:pt>
                <c:pt idx="11474">
                  <c:v>33.65</c:v>
                </c:pt>
                <c:pt idx="11475">
                  <c:v>33.65</c:v>
                </c:pt>
                <c:pt idx="11476">
                  <c:v>33.65</c:v>
                </c:pt>
                <c:pt idx="11477">
                  <c:v>33.65</c:v>
                </c:pt>
                <c:pt idx="11478">
                  <c:v>33.65</c:v>
                </c:pt>
                <c:pt idx="11479">
                  <c:v>33.65</c:v>
                </c:pt>
                <c:pt idx="11480">
                  <c:v>33.65</c:v>
                </c:pt>
                <c:pt idx="11481">
                  <c:v>33.65</c:v>
                </c:pt>
                <c:pt idx="11482">
                  <c:v>33.65</c:v>
                </c:pt>
                <c:pt idx="11483">
                  <c:v>33.65</c:v>
                </c:pt>
                <c:pt idx="11484">
                  <c:v>33.65</c:v>
                </c:pt>
                <c:pt idx="11485">
                  <c:v>33.65</c:v>
                </c:pt>
                <c:pt idx="11486">
                  <c:v>33.65</c:v>
                </c:pt>
                <c:pt idx="11487">
                  <c:v>33.65</c:v>
                </c:pt>
                <c:pt idx="11488">
                  <c:v>33.65</c:v>
                </c:pt>
                <c:pt idx="11489">
                  <c:v>33.700000000000003</c:v>
                </c:pt>
                <c:pt idx="11490">
                  <c:v>33.700000000000003</c:v>
                </c:pt>
                <c:pt idx="11491">
                  <c:v>33.700000000000003</c:v>
                </c:pt>
                <c:pt idx="11492">
                  <c:v>33.700000000000003</c:v>
                </c:pt>
                <c:pt idx="11493">
                  <c:v>33.700000000000003</c:v>
                </c:pt>
                <c:pt idx="11494">
                  <c:v>33.700000000000003</c:v>
                </c:pt>
                <c:pt idx="11495">
                  <c:v>33.700000000000003</c:v>
                </c:pt>
                <c:pt idx="11496">
                  <c:v>33.700000000000003</c:v>
                </c:pt>
                <c:pt idx="11497">
                  <c:v>33.700000000000003</c:v>
                </c:pt>
                <c:pt idx="11498">
                  <c:v>33.700000000000003</c:v>
                </c:pt>
                <c:pt idx="11499">
                  <c:v>33.700000000000003</c:v>
                </c:pt>
                <c:pt idx="11500">
                  <c:v>33.700000000000003</c:v>
                </c:pt>
                <c:pt idx="11501">
                  <c:v>33.700000000000003</c:v>
                </c:pt>
                <c:pt idx="11502">
                  <c:v>33.75</c:v>
                </c:pt>
                <c:pt idx="11503">
                  <c:v>33.75</c:v>
                </c:pt>
                <c:pt idx="11504">
                  <c:v>33.75</c:v>
                </c:pt>
                <c:pt idx="11505">
                  <c:v>33.75</c:v>
                </c:pt>
                <c:pt idx="11506">
                  <c:v>33.75</c:v>
                </c:pt>
                <c:pt idx="11507">
                  <c:v>33.75</c:v>
                </c:pt>
                <c:pt idx="11508">
                  <c:v>33.75</c:v>
                </c:pt>
                <c:pt idx="11509">
                  <c:v>33.75</c:v>
                </c:pt>
                <c:pt idx="11510">
                  <c:v>33.75</c:v>
                </c:pt>
                <c:pt idx="11511">
                  <c:v>33.75</c:v>
                </c:pt>
                <c:pt idx="11512">
                  <c:v>33.75</c:v>
                </c:pt>
                <c:pt idx="11513">
                  <c:v>33.75</c:v>
                </c:pt>
                <c:pt idx="11514">
                  <c:v>33.75</c:v>
                </c:pt>
                <c:pt idx="11515">
                  <c:v>33.799999999999997</c:v>
                </c:pt>
                <c:pt idx="11516">
                  <c:v>33.799999999999997</c:v>
                </c:pt>
                <c:pt idx="11517">
                  <c:v>33.799999999999997</c:v>
                </c:pt>
                <c:pt idx="11518">
                  <c:v>33.799999999999997</c:v>
                </c:pt>
                <c:pt idx="11519">
                  <c:v>33.799999999999997</c:v>
                </c:pt>
                <c:pt idx="11520">
                  <c:v>33.799999999999997</c:v>
                </c:pt>
                <c:pt idx="11521">
                  <c:v>33.799999999999997</c:v>
                </c:pt>
                <c:pt idx="11522">
                  <c:v>33.799999999999997</c:v>
                </c:pt>
                <c:pt idx="11523">
                  <c:v>33.799999999999997</c:v>
                </c:pt>
                <c:pt idx="11524">
                  <c:v>33.799999999999997</c:v>
                </c:pt>
                <c:pt idx="11525">
                  <c:v>33.799999999999997</c:v>
                </c:pt>
                <c:pt idx="11526">
                  <c:v>33.799999999999997</c:v>
                </c:pt>
                <c:pt idx="11527">
                  <c:v>33.799999999999997</c:v>
                </c:pt>
                <c:pt idx="11528">
                  <c:v>33.799999999999997</c:v>
                </c:pt>
                <c:pt idx="11529">
                  <c:v>33.799999999999997</c:v>
                </c:pt>
                <c:pt idx="11530">
                  <c:v>33.799999999999997</c:v>
                </c:pt>
                <c:pt idx="11531">
                  <c:v>33.85</c:v>
                </c:pt>
                <c:pt idx="11532">
                  <c:v>33.85</c:v>
                </c:pt>
                <c:pt idx="11533">
                  <c:v>33.85</c:v>
                </c:pt>
                <c:pt idx="11534">
                  <c:v>33.85</c:v>
                </c:pt>
                <c:pt idx="11535">
                  <c:v>33.85</c:v>
                </c:pt>
                <c:pt idx="11536">
                  <c:v>33.85</c:v>
                </c:pt>
                <c:pt idx="11537">
                  <c:v>33.85</c:v>
                </c:pt>
                <c:pt idx="11538">
                  <c:v>33.85</c:v>
                </c:pt>
                <c:pt idx="11539">
                  <c:v>33.85</c:v>
                </c:pt>
                <c:pt idx="11540">
                  <c:v>33.85</c:v>
                </c:pt>
                <c:pt idx="11541">
                  <c:v>33.85</c:v>
                </c:pt>
                <c:pt idx="11542">
                  <c:v>33.9</c:v>
                </c:pt>
                <c:pt idx="11543">
                  <c:v>33.9</c:v>
                </c:pt>
                <c:pt idx="11544">
                  <c:v>33.9</c:v>
                </c:pt>
                <c:pt idx="11545">
                  <c:v>33.9</c:v>
                </c:pt>
                <c:pt idx="11546">
                  <c:v>33.9</c:v>
                </c:pt>
                <c:pt idx="11547">
                  <c:v>33.9</c:v>
                </c:pt>
                <c:pt idx="11548">
                  <c:v>33.9</c:v>
                </c:pt>
                <c:pt idx="11549">
                  <c:v>33.9</c:v>
                </c:pt>
                <c:pt idx="11550">
                  <c:v>33.9</c:v>
                </c:pt>
                <c:pt idx="11551">
                  <c:v>33.9</c:v>
                </c:pt>
                <c:pt idx="11552">
                  <c:v>33.9</c:v>
                </c:pt>
                <c:pt idx="11553">
                  <c:v>33.9</c:v>
                </c:pt>
                <c:pt idx="11554">
                  <c:v>33.9</c:v>
                </c:pt>
                <c:pt idx="11555">
                  <c:v>33.950000000000003</c:v>
                </c:pt>
                <c:pt idx="11556">
                  <c:v>33.950000000000003</c:v>
                </c:pt>
                <c:pt idx="11557">
                  <c:v>33.950000000000003</c:v>
                </c:pt>
                <c:pt idx="11558">
                  <c:v>33.950000000000003</c:v>
                </c:pt>
                <c:pt idx="11559">
                  <c:v>33.950000000000003</c:v>
                </c:pt>
                <c:pt idx="11560">
                  <c:v>33.950000000000003</c:v>
                </c:pt>
                <c:pt idx="11561">
                  <c:v>33.950000000000003</c:v>
                </c:pt>
                <c:pt idx="11562">
                  <c:v>33.950000000000003</c:v>
                </c:pt>
                <c:pt idx="11563">
                  <c:v>33.950000000000003</c:v>
                </c:pt>
                <c:pt idx="11564">
                  <c:v>33.950000000000003</c:v>
                </c:pt>
                <c:pt idx="11565">
                  <c:v>33.950000000000003</c:v>
                </c:pt>
                <c:pt idx="11566">
                  <c:v>33.950000000000003</c:v>
                </c:pt>
                <c:pt idx="11567">
                  <c:v>33.950000000000003</c:v>
                </c:pt>
                <c:pt idx="11568">
                  <c:v>34</c:v>
                </c:pt>
                <c:pt idx="11569">
                  <c:v>34</c:v>
                </c:pt>
                <c:pt idx="11570">
                  <c:v>34</c:v>
                </c:pt>
                <c:pt idx="11571">
                  <c:v>34</c:v>
                </c:pt>
                <c:pt idx="11572">
                  <c:v>34</c:v>
                </c:pt>
                <c:pt idx="11573">
                  <c:v>34</c:v>
                </c:pt>
                <c:pt idx="11574">
                  <c:v>34</c:v>
                </c:pt>
                <c:pt idx="11575">
                  <c:v>34</c:v>
                </c:pt>
                <c:pt idx="11576">
                  <c:v>34</c:v>
                </c:pt>
                <c:pt idx="11577">
                  <c:v>34</c:v>
                </c:pt>
                <c:pt idx="11578">
                  <c:v>34.049999999999997</c:v>
                </c:pt>
                <c:pt idx="11579">
                  <c:v>34.049999999999997</c:v>
                </c:pt>
                <c:pt idx="11580">
                  <c:v>34.049999999999997</c:v>
                </c:pt>
                <c:pt idx="11581">
                  <c:v>34.049999999999997</c:v>
                </c:pt>
                <c:pt idx="11582">
                  <c:v>34.049999999999997</c:v>
                </c:pt>
                <c:pt idx="11583">
                  <c:v>34.049999999999997</c:v>
                </c:pt>
                <c:pt idx="11584">
                  <c:v>34.049999999999997</c:v>
                </c:pt>
                <c:pt idx="11585">
                  <c:v>34.049999999999997</c:v>
                </c:pt>
                <c:pt idx="11586">
                  <c:v>34.049999999999997</c:v>
                </c:pt>
                <c:pt idx="11587">
                  <c:v>34.049999999999997</c:v>
                </c:pt>
                <c:pt idx="11588">
                  <c:v>34.049999999999997</c:v>
                </c:pt>
                <c:pt idx="11589">
                  <c:v>34.049999999999997</c:v>
                </c:pt>
                <c:pt idx="11590">
                  <c:v>34.049999999999997</c:v>
                </c:pt>
                <c:pt idx="11591">
                  <c:v>34.049999999999997</c:v>
                </c:pt>
                <c:pt idx="11592">
                  <c:v>34.049999999999997</c:v>
                </c:pt>
                <c:pt idx="11593">
                  <c:v>34.1</c:v>
                </c:pt>
                <c:pt idx="11594">
                  <c:v>34.1</c:v>
                </c:pt>
                <c:pt idx="11595">
                  <c:v>34.1</c:v>
                </c:pt>
                <c:pt idx="11596">
                  <c:v>34.1</c:v>
                </c:pt>
                <c:pt idx="11597">
                  <c:v>34.1</c:v>
                </c:pt>
                <c:pt idx="11598">
                  <c:v>34.1</c:v>
                </c:pt>
                <c:pt idx="11599">
                  <c:v>34.1</c:v>
                </c:pt>
                <c:pt idx="11600">
                  <c:v>34.1</c:v>
                </c:pt>
                <c:pt idx="11601">
                  <c:v>34.1</c:v>
                </c:pt>
                <c:pt idx="11602">
                  <c:v>34.1</c:v>
                </c:pt>
                <c:pt idx="11603">
                  <c:v>34.1</c:v>
                </c:pt>
                <c:pt idx="11604">
                  <c:v>34.1</c:v>
                </c:pt>
                <c:pt idx="11605">
                  <c:v>34.1</c:v>
                </c:pt>
                <c:pt idx="11606">
                  <c:v>34.1</c:v>
                </c:pt>
                <c:pt idx="11607">
                  <c:v>34.1</c:v>
                </c:pt>
                <c:pt idx="11608">
                  <c:v>34.1</c:v>
                </c:pt>
                <c:pt idx="11609">
                  <c:v>34.15</c:v>
                </c:pt>
                <c:pt idx="11610">
                  <c:v>34.15</c:v>
                </c:pt>
                <c:pt idx="11611">
                  <c:v>34.15</c:v>
                </c:pt>
                <c:pt idx="11612">
                  <c:v>34.15</c:v>
                </c:pt>
                <c:pt idx="11613">
                  <c:v>34.15</c:v>
                </c:pt>
                <c:pt idx="11614">
                  <c:v>34.15</c:v>
                </c:pt>
                <c:pt idx="11615">
                  <c:v>34.15</c:v>
                </c:pt>
                <c:pt idx="11616">
                  <c:v>34.15</c:v>
                </c:pt>
                <c:pt idx="11617">
                  <c:v>34.15</c:v>
                </c:pt>
                <c:pt idx="11618">
                  <c:v>34.15</c:v>
                </c:pt>
                <c:pt idx="11619">
                  <c:v>34.15</c:v>
                </c:pt>
                <c:pt idx="11620">
                  <c:v>34.15</c:v>
                </c:pt>
                <c:pt idx="11621">
                  <c:v>34.200000000000003</c:v>
                </c:pt>
                <c:pt idx="11622">
                  <c:v>34.200000000000003</c:v>
                </c:pt>
                <c:pt idx="11623">
                  <c:v>34.200000000000003</c:v>
                </c:pt>
                <c:pt idx="11624">
                  <c:v>34.200000000000003</c:v>
                </c:pt>
                <c:pt idx="11625">
                  <c:v>34.200000000000003</c:v>
                </c:pt>
                <c:pt idx="11626">
                  <c:v>34.200000000000003</c:v>
                </c:pt>
                <c:pt idx="11627">
                  <c:v>34.200000000000003</c:v>
                </c:pt>
                <c:pt idx="11628">
                  <c:v>34.200000000000003</c:v>
                </c:pt>
                <c:pt idx="11629">
                  <c:v>34.200000000000003</c:v>
                </c:pt>
                <c:pt idx="11630">
                  <c:v>34.200000000000003</c:v>
                </c:pt>
                <c:pt idx="11631">
                  <c:v>34.200000000000003</c:v>
                </c:pt>
                <c:pt idx="11632">
                  <c:v>34.200000000000003</c:v>
                </c:pt>
                <c:pt idx="11633">
                  <c:v>34.200000000000003</c:v>
                </c:pt>
                <c:pt idx="11634">
                  <c:v>34.25</c:v>
                </c:pt>
                <c:pt idx="11635">
                  <c:v>34.25</c:v>
                </c:pt>
                <c:pt idx="11636">
                  <c:v>34.25</c:v>
                </c:pt>
                <c:pt idx="11637">
                  <c:v>34.25</c:v>
                </c:pt>
                <c:pt idx="11638">
                  <c:v>34.25</c:v>
                </c:pt>
                <c:pt idx="11639">
                  <c:v>34.25</c:v>
                </c:pt>
                <c:pt idx="11640">
                  <c:v>34.25</c:v>
                </c:pt>
                <c:pt idx="11641">
                  <c:v>34.25</c:v>
                </c:pt>
                <c:pt idx="11642">
                  <c:v>34.25</c:v>
                </c:pt>
                <c:pt idx="11643">
                  <c:v>34.25</c:v>
                </c:pt>
                <c:pt idx="11644">
                  <c:v>34.25</c:v>
                </c:pt>
                <c:pt idx="11645">
                  <c:v>34.25</c:v>
                </c:pt>
                <c:pt idx="11646">
                  <c:v>34.25</c:v>
                </c:pt>
                <c:pt idx="11647">
                  <c:v>34.299999999999997</c:v>
                </c:pt>
                <c:pt idx="11648">
                  <c:v>34.299999999999997</c:v>
                </c:pt>
                <c:pt idx="11649">
                  <c:v>34.299999999999997</c:v>
                </c:pt>
                <c:pt idx="11650">
                  <c:v>34.299999999999997</c:v>
                </c:pt>
                <c:pt idx="11651">
                  <c:v>34.299999999999997</c:v>
                </c:pt>
                <c:pt idx="11652">
                  <c:v>34.299999999999997</c:v>
                </c:pt>
                <c:pt idx="11653">
                  <c:v>34.299999999999997</c:v>
                </c:pt>
                <c:pt idx="11654">
                  <c:v>34.299999999999997</c:v>
                </c:pt>
                <c:pt idx="11655">
                  <c:v>34.299999999999997</c:v>
                </c:pt>
                <c:pt idx="11656">
                  <c:v>34.299999999999997</c:v>
                </c:pt>
                <c:pt idx="11657">
                  <c:v>34.299999999999997</c:v>
                </c:pt>
                <c:pt idx="11658">
                  <c:v>34.299999999999997</c:v>
                </c:pt>
                <c:pt idx="11659">
                  <c:v>34.299999999999997</c:v>
                </c:pt>
                <c:pt idx="11660">
                  <c:v>34.299999999999997</c:v>
                </c:pt>
                <c:pt idx="11661">
                  <c:v>34.299999999999997</c:v>
                </c:pt>
                <c:pt idx="11662">
                  <c:v>34.35</c:v>
                </c:pt>
                <c:pt idx="11663">
                  <c:v>34.35</c:v>
                </c:pt>
                <c:pt idx="11664">
                  <c:v>34.35</c:v>
                </c:pt>
                <c:pt idx="11665">
                  <c:v>34.35</c:v>
                </c:pt>
                <c:pt idx="11666">
                  <c:v>34.35</c:v>
                </c:pt>
                <c:pt idx="11667">
                  <c:v>34.35</c:v>
                </c:pt>
                <c:pt idx="11668">
                  <c:v>34.35</c:v>
                </c:pt>
                <c:pt idx="11669">
                  <c:v>34.35</c:v>
                </c:pt>
                <c:pt idx="11670">
                  <c:v>34.35</c:v>
                </c:pt>
                <c:pt idx="11671">
                  <c:v>34.35</c:v>
                </c:pt>
                <c:pt idx="11672">
                  <c:v>34.4</c:v>
                </c:pt>
                <c:pt idx="11673">
                  <c:v>34.4</c:v>
                </c:pt>
                <c:pt idx="11674">
                  <c:v>34.4</c:v>
                </c:pt>
                <c:pt idx="11675">
                  <c:v>34.4</c:v>
                </c:pt>
                <c:pt idx="11676">
                  <c:v>34.4</c:v>
                </c:pt>
                <c:pt idx="11677">
                  <c:v>34.4</c:v>
                </c:pt>
                <c:pt idx="11678">
                  <c:v>34.4</c:v>
                </c:pt>
                <c:pt idx="11679">
                  <c:v>34.4</c:v>
                </c:pt>
                <c:pt idx="11680">
                  <c:v>34.4</c:v>
                </c:pt>
                <c:pt idx="11681">
                  <c:v>34.4</c:v>
                </c:pt>
                <c:pt idx="11682">
                  <c:v>34.4</c:v>
                </c:pt>
                <c:pt idx="11683">
                  <c:v>34.4</c:v>
                </c:pt>
                <c:pt idx="11684">
                  <c:v>34.4</c:v>
                </c:pt>
                <c:pt idx="11685">
                  <c:v>34.4</c:v>
                </c:pt>
                <c:pt idx="11686">
                  <c:v>34.450000000000003</c:v>
                </c:pt>
                <c:pt idx="11687">
                  <c:v>34.450000000000003</c:v>
                </c:pt>
                <c:pt idx="11688">
                  <c:v>34.450000000000003</c:v>
                </c:pt>
                <c:pt idx="11689">
                  <c:v>34.450000000000003</c:v>
                </c:pt>
                <c:pt idx="11690">
                  <c:v>34.450000000000003</c:v>
                </c:pt>
                <c:pt idx="11691">
                  <c:v>34.450000000000003</c:v>
                </c:pt>
                <c:pt idx="11692">
                  <c:v>34.450000000000003</c:v>
                </c:pt>
                <c:pt idx="11693">
                  <c:v>34.450000000000003</c:v>
                </c:pt>
                <c:pt idx="11694">
                  <c:v>34.450000000000003</c:v>
                </c:pt>
                <c:pt idx="11695">
                  <c:v>34.450000000000003</c:v>
                </c:pt>
                <c:pt idx="11696">
                  <c:v>34.450000000000003</c:v>
                </c:pt>
                <c:pt idx="11697">
                  <c:v>34.450000000000003</c:v>
                </c:pt>
                <c:pt idx="11698">
                  <c:v>34.450000000000003</c:v>
                </c:pt>
                <c:pt idx="11699">
                  <c:v>34.5</c:v>
                </c:pt>
                <c:pt idx="11700">
                  <c:v>34.5</c:v>
                </c:pt>
                <c:pt idx="11701">
                  <c:v>34.5</c:v>
                </c:pt>
                <c:pt idx="11702">
                  <c:v>34.5</c:v>
                </c:pt>
                <c:pt idx="11703">
                  <c:v>34.5</c:v>
                </c:pt>
                <c:pt idx="11704">
                  <c:v>34.5</c:v>
                </c:pt>
                <c:pt idx="11705">
                  <c:v>34.5</c:v>
                </c:pt>
                <c:pt idx="11706">
                  <c:v>34.5</c:v>
                </c:pt>
                <c:pt idx="11707">
                  <c:v>34.5</c:v>
                </c:pt>
                <c:pt idx="11708">
                  <c:v>34.5</c:v>
                </c:pt>
                <c:pt idx="11709">
                  <c:v>34.5</c:v>
                </c:pt>
                <c:pt idx="11710">
                  <c:v>34.5</c:v>
                </c:pt>
                <c:pt idx="11711">
                  <c:v>34.5</c:v>
                </c:pt>
                <c:pt idx="11712">
                  <c:v>34.5</c:v>
                </c:pt>
                <c:pt idx="11713">
                  <c:v>34.5</c:v>
                </c:pt>
                <c:pt idx="11714">
                  <c:v>34.5</c:v>
                </c:pt>
                <c:pt idx="11715">
                  <c:v>34.5</c:v>
                </c:pt>
                <c:pt idx="11716">
                  <c:v>34.5</c:v>
                </c:pt>
                <c:pt idx="11717">
                  <c:v>34.5</c:v>
                </c:pt>
                <c:pt idx="11718">
                  <c:v>34.549999999999997</c:v>
                </c:pt>
                <c:pt idx="11719">
                  <c:v>34.5</c:v>
                </c:pt>
                <c:pt idx="11720">
                  <c:v>34.549999999999997</c:v>
                </c:pt>
                <c:pt idx="11721">
                  <c:v>34.549999999999997</c:v>
                </c:pt>
                <c:pt idx="11722">
                  <c:v>34.549999999999997</c:v>
                </c:pt>
                <c:pt idx="11723">
                  <c:v>34.549999999999997</c:v>
                </c:pt>
                <c:pt idx="11724">
                  <c:v>34.549999999999997</c:v>
                </c:pt>
                <c:pt idx="11725">
                  <c:v>34.549999999999997</c:v>
                </c:pt>
                <c:pt idx="11726">
                  <c:v>34.549999999999997</c:v>
                </c:pt>
                <c:pt idx="11727">
                  <c:v>34.549999999999997</c:v>
                </c:pt>
                <c:pt idx="11728">
                  <c:v>34.549999999999997</c:v>
                </c:pt>
                <c:pt idx="11729">
                  <c:v>34.549999999999997</c:v>
                </c:pt>
                <c:pt idx="11730">
                  <c:v>34.549999999999997</c:v>
                </c:pt>
                <c:pt idx="11731">
                  <c:v>34.6</c:v>
                </c:pt>
                <c:pt idx="11732">
                  <c:v>34.6</c:v>
                </c:pt>
                <c:pt idx="11733">
                  <c:v>34.6</c:v>
                </c:pt>
                <c:pt idx="11734">
                  <c:v>34.6</c:v>
                </c:pt>
                <c:pt idx="11735">
                  <c:v>34.6</c:v>
                </c:pt>
                <c:pt idx="11736">
                  <c:v>34.6</c:v>
                </c:pt>
                <c:pt idx="11737">
                  <c:v>34.6</c:v>
                </c:pt>
                <c:pt idx="11738">
                  <c:v>34.6</c:v>
                </c:pt>
                <c:pt idx="11739">
                  <c:v>34.6</c:v>
                </c:pt>
                <c:pt idx="11740">
                  <c:v>34.6</c:v>
                </c:pt>
                <c:pt idx="11741">
                  <c:v>34.6</c:v>
                </c:pt>
                <c:pt idx="11742">
                  <c:v>34.6</c:v>
                </c:pt>
                <c:pt idx="11743">
                  <c:v>34.6</c:v>
                </c:pt>
                <c:pt idx="11744">
                  <c:v>34.6</c:v>
                </c:pt>
                <c:pt idx="11745">
                  <c:v>34.65</c:v>
                </c:pt>
                <c:pt idx="11746">
                  <c:v>34.65</c:v>
                </c:pt>
                <c:pt idx="11747">
                  <c:v>34.65</c:v>
                </c:pt>
                <c:pt idx="11748">
                  <c:v>34.65</c:v>
                </c:pt>
                <c:pt idx="11749">
                  <c:v>34.65</c:v>
                </c:pt>
                <c:pt idx="11750">
                  <c:v>34.65</c:v>
                </c:pt>
                <c:pt idx="11751">
                  <c:v>34.65</c:v>
                </c:pt>
                <c:pt idx="11752">
                  <c:v>34.65</c:v>
                </c:pt>
                <c:pt idx="11753">
                  <c:v>34.65</c:v>
                </c:pt>
                <c:pt idx="11754">
                  <c:v>34.65</c:v>
                </c:pt>
                <c:pt idx="11755">
                  <c:v>34.65</c:v>
                </c:pt>
                <c:pt idx="11756">
                  <c:v>34.65</c:v>
                </c:pt>
                <c:pt idx="11757">
                  <c:v>34.65</c:v>
                </c:pt>
                <c:pt idx="11758">
                  <c:v>34.700000000000003</c:v>
                </c:pt>
                <c:pt idx="11759">
                  <c:v>34.700000000000003</c:v>
                </c:pt>
                <c:pt idx="11760">
                  <c:v>34.700000000000003</c:v>
                </c:pt>
                <c:pt idx="11761">
                  <c:v>34.700000000000003</c:v>
                </c:pt>
                <c:pt idx="11762">
                  <c:v>34.700000000000003</c:v>
                </c:pt>
                <c:pt idx="11763">
                  <c:v>34.700000000000003</c:v>
                </c:pt>
                <c:pt idx="11764">
                  <c:v>34.700000000000003</c:v>
                </c:pt>
                <c:pt idx="11765">
                  <c:v>34.700000000000003</c:v>
                </c:pt>
                <c:pt idx="11766">
                  <c:v>34.700000000000003</c:v>
                </c:pt>
                <c:pt idx="11767">
                  <c:v>34.700000000000003</c:v>
                </c:pt>
                <c:pt idx="11768">
                  <c:v>34.700000000000003</c:v>
                </c:pt>
                <c:pt idx="11769">
                  <c:v>34.75</c:v>
                </c:pt>
                <c:pt idx="11770">
                  <c:v>34.75</c:v>
                </c:pt>
                <c:pt idx="11771">
                  <c:v>34.75</c:v>
                </c:pt>
                <c:pt idx="11772">
                  <c:v>34.75</c:v>
                </c:pt>
                <c:pt idx="11773">
                  <c:v>34.75</c:v>
                </c:pt>
                <c:pt idx="11774">
                  <c:v>34.75</c:v>
                </c:pt>
                <c:pt idx="11775">
                  <c:v>34.75</c:v>
                </c:pt>
                <c:pt idx="11776">
                  <c:v>34.75</c:v>
                </c:pt>
                <c:pt idx="11777">
                  <c:v>34.75</c:v>
                </c:pt>
                <c:pt idx="11778">
                  <c:v>34.75</c:v>
                </c:pt>
                <c:pt idx="11779">
                  <c:v>34.75</c:v>
                </c:pt>
                <c:pt idx="11780">
                  <c:v>34.799999999999997</c:v>
                </c:pt>
                <c:pt idx="11781">
                  <c:v>34.799999999999997</c:v>
                </c:pt>
                <c:pt idx="11782">
                  <c:v>34.799999999999997</c:v>
                </c:pt>
                <c:pt idx="11783">
                  <c:v>34.799999999999997</c:v>
                </c:pt>
                <c:pt idx="11784">
                  <c:v>34.799999999999997</c:v>
                </c:pt>
                <c:pt idx="11785">
                  <c:v>34.799999999999997</c:v>
                </c:pt>
                <c:pt idx="11786">
                  <c:v>34.799999999999997</c:v>
                </c:pt>
                <c:pt idx="11787">
                  <c:v>34.799999999999997</c:v>
                </c:pt>
                <c:pt idx="11788">
                  <c:v>34.799999999999997</c:v>
                </c:pt>
                <c:pt idx="11789">
                  <c:v>34.799999999999997</c:v>
                </c:pt>
                <c:pt idx="11790">
                  <c:v>34.799999999999997</c:v>
                </c:pt>
                <c:pt idx="11791">
                  <c:v>34.799999999999997</c:v>
                </c:pt>
                <c:pt idx="11792">
                  <c:v>34.799999999999997</c:v>
                </c:pt>
                <c:pt idx="11793">
                  <c:v>34.799999999999997</c:v>
                </c:pt>
                <c:pt idx="11794">
                  <c:v>34.85</c:v>
                </c:pt>
                <c:pt idx="11795">
                  <c:v>34.85</c:v>
                </c:pt>
                <c:pt idx="11796">
                  <c:v>34.85</c:v>
                </c:pt>
                <c:pt idx="11797">
                  <c:v>34.85</c:v>
                </c:pt>
                <c:pt idx="11798">
                  <c:v>34.85</c:v>
                </c:pt>
                <c:pt idx="11799">
                  <c:v>34.85</c:v>
                </c:pt>
                <c:pt idx="11800">
                  <c:v>34.85</c:v>
                </c:pt>
                <c:pt idx="11801">
                  <c:v>34.9</c:v>
                </c:pt>
                <c:pt idx="11802">
                  <c:v>34.85</c:v>
                </c:pt>
                <c:pt idx="11803">
                  <c:v>34.85</c:v>
                </c:pt>
                <c:pt idx="11804">
                  <c:v>34.9</c:v>
                </c:pt>
                <c:pt idx="11805">
                  <c:v>34.9</c:v>
                </c:pt>
                <c:pt idx="11806">
                  <c:v>34.9</c:v>
                </c:pt>
                <c:pt idx="11807">
                  <c:v>34.9</c:v>
                </c:pt>
                <c:pt idx="11808">
                  <c:v>34.9</c:v>
                </c:pt>
                <c:pt idx="11809">
                  <c:v>34.9</c:v>
                </c:pt>
                <c:pt idx="11810">
                  <c:v>34.9</c:v>
                </c:pt>
                <c:pt idx="11811">
                  <c:v>34.9</c:v>
                </c:pt>
                <c:pt idx="11812">
                  <c:v>34.9</c:v>
                </c:pt>
                <c:pt idx="11813">
                  <c:v>34.9</c:v>
                </c:pt>
                <c:pt idx="11814">
                  <c:v>34.9</c:v>
                </c:pt>
                <c:pt idx="11815">
                  <c:v>34.9</c:v>
                </c:pt>
                <c:pt idx="11816">
                  <c:v>34.9</c:v>
                </c:pt>
                <c:pt idx="11817">
                  <c:v>34.950000000000003</c:v>
                </c:pt>
                <c:pt idx="11818">
                  <c:v>34.9</c:v>
                </c:pt>
                <c:pt idx="11819">
                  <c:v>34.950000000000003</c:v>
                </c:pt>
                <c:pt idx="11820">
                  <c:v>34.950000000000003</c:v>
                </c:pt>
                <c:pt idx="11821">
                  <c:v>34.950000000000003</c:v>
                </c:pt>
                <c:pt idx="11822">
                  <c:v>34.950000000000003</c:v>
                </c:pt>
                <c:pt idx="11823">
                  <c:v>34.950000000000003</c:v>
                </c:pt>
                <c:pt idx="11824">
                  <c:v>34.950000000000003</c:v>
                </c:pt>
                <c:pt idx="11825">
                  <c:v>34.950000000000003</c:v>
                </c:pt>
                <c:pt idx="11826">
                  <c:v>34.950000000000003</c:v>
                </c:pt>
                <c:pt idx="11827">
                  <c:v>35</c:v>
                </c:pt>
                <c:pt idx="11828">
                  <c:v>34.950000000000003</c:v>
                </c:pt>
                <c:pt idx="11829">
                  <c:v>35</c:v>
                </c:pt>
                <c:pt idx="11830">
                  <c:v>35</c:v>
                </c:pt>
                <c:pt idx="11831">
                  <c:v>34.950000000000003</c:v>
                </c:pt>
                <c:pt idx="11832">
                  <c:v>35</c:v>
                </c:pt>
                <c:pt idx="11833">
                  <c:v>35</c:v>
                </c:pt>
                <c:pt idx="11834">
                  <c:v>35</c:v>
                </c:pt>
                <c:pt idx="11835">
                  <c:v>35</c:v>
                </c:pt>
                <c:pt idx="11836">
                  <c:v>35</c:v>
                </c:pt>
                <c:pt idx="11837">
                  <c:v>35</c:v>
                </c:pt>
                <c:pt idx="11838">
                  <c:v>35</c:v>
                </c:pt>
                <c:pt idx="11839">
                  <c:v>35</c:v>
                </c:pt>
                <c:pt idx="11840">
                  <c:v>35</c:v>
                </c:pt>
                <c:pt idx="11841">
                  <c:v>35.049999999999997</c:v>
                </c:pt>
                <c:pt idx="11842">
                  <c:v>35.049999999999997</c:v>
                </c:pt>
                <c:pt idx="11843">
                  <c:v>35</c:v>
                </c:pt>
                <c:pt idx="11844">
                  <c:v>35.049999999999997</c:v>
                </c:pt>
                <c:pt idx="11845">
                  <c:v>35.049999999999997</c:v>
                </c:pt>
                <c:pt idx="11846">
                  <c:v>35.049999999999997</c:v>
                </c:pt>
                <c:pt idx="11847">
                  <c:v>35.049999999999997</c:v>
                </c:pt>
                <c:pt idx="11848">
                  <c:v>35.049999999999997</c:v>
                </c:pt>
                <c:pt idx="11849">
                  <c:v>35.049999999999997</c:v>
                </c:pt>
                <c:pt idx="11850">
                  <c:v>35.049999999999997</c:v>
                </c:pt>
                <c:pt idx="11851">
                  <c:v>35.1</c:v>
                </c:pt>
                <c:pt idx="11852">
                  <c:v>35.1</c:v>
                </c:pt>
                <c:pt idx="11853">
                  <c:v>35.1</c:v>
                </c:pt>
                <c:pt idx="11854">
                  <c:v>35.1</c:v>
                </c:pt>
                <c:pt idx="11855">
                  <c:v>35.1</c:v>
                </c:pt>
                <c:pt idx="11856">
                  <c:v>35.1</c:v>
                </c:pt>
                <c:pt idx="11857">
                  <c:v>35.049999999999997</c:v>
                </c:pt>
                <c:pt idx="11858">
                  <c:v>35.1</c:v>
                </c:pt>
                <c:pt idx="11859">
                  <c:v>35.1</c:v>
                </c:pt>
                <c:pt idx="11860">
                  <c:v>35.1</c:v>
                </c:pt>
                <c:pt idx="11861">
                  <c:v>35.1</c:v>
                </c:pt>
                <c:pt idx="11862">
                  <c:v>35.1</c:v>
                </c:pt>
                <c:pt idx="11863">
                  <c:v>35.1</c:v>
                </c:pt>
                <c:pt idx="11864">
                  <c:v>35.15</c:v>
                </c:pt>
                <c:pt idx="11865">
                  <c:v>35.15</c:v>
                </c:pt>
                <c:pt idx="11866">
                  <c:v>35.15</c:v>
                </c:pt>
                <c:pt idx="11867">
                  <c:v>35.15</c:v>
                </c:pt>
                <c:pt idx="11868">
                  <c:v>35.15</c:v>
                </c:pt>
                <c:pt idx="11869">
                  <c:v>35.15</c:v>
                </c:pt>
                <c:pt idx="11870">
                  <c:v>35.15</c:v>
                </c:pt>
                <c:pt idx="11871">
                  <c:v>35.15</c:v>
                </c:pt>
                <c:pt idx="11872">
                  <c:v>35.15</c:v>
                </c:pt>
                <c:pt idx="11873">
                  <c:v>35.15</c:v>
                </c:pt>
                <c:pt idx="11874">
                  <c:v>35.15</c:v>
                </c:pt>
                <c:pt idx="11875">
                  <c:v>35.15</c:v>
                </c:pt>
                <c:pt idx="11876">
                  <c:v>35.15</c:v>
                </c:pt>
                <c:pt idx="11877">
                  <c:v>35.200000000000003</c:v>
                </c:pt>
                <c:pt idx="11878">
                  <c:v>35.200000000000003</c:v>
                </c:pt>
                <c:pt idx="11879">
                  <c:v>35.200000000000003</c:v>
                </c:pt>
                <c:pt idx="11880">
                  <c:v>35.200000000000003</c:v>
                </c:pt>
                <c:pt idx="11881">
                  <c:v>35.200000000000003</c:v>
                </c:pt>
                <c:pt idx="11882">
                  <c:v>35.200000000000003</c:v>
                </c:pt>
                <c:pt idx="11883">
                  <c:v>35.200000000000003</c:v>
                </c:pt>
                <c:pt idx="11884">
                  <c:v>35.200000000000003</c:v>
                </c:pt>
                <c:pt idx="11885">
                  <c:v>35.200000000000003</c:v>
                </c:pt>
                <c:pt idx="11886">
                  <c:v>35.200000000000003</c:v>
                </c:pt>
                <c:pt idx="11887">
                  <c:v>35.200000000000003</c:v>
                </c:pt>
                <c:pt idx="11888">
                  <c:v>35.200000000000003</c:v>
                </c:pt>
                <c:pt idx="11889">
                  <c:v>35.25</c:v>
                </c:pt>
                <c:pt idx="11890">
                  <c:v>35.25</c:v>
                </c:pt>
                <c:pt idx="11891">
                  <c:v>35.25</c:v>
                </c:pt>
                <c:pt idx="11892">
                  <c:v>35.25</c:v>
                </c:pt>
                <c:pt idx="11893">
                  <c:v>35.25</c:v>
                </c:pt>
                <c:pt idx="11894">
                  <c:v>35.25</c:v>
                </c:pt>
                <c:pt idx="11895">
                  <c:v>35.25</c:v>
                </c:pt>
                <c:pt idx="11896">
                  <c:v>35.25</c:v>
                </c:pt>
                <c:pt idx="11897">
                  <c:v>35.25</c:v>
                </c:pt>
                <c:pt idx="11898">
                  <c:v>35.25</c:v>
                </c:pt>
                <c:pt idx="11899">
                  <c:v>35.25</c:v>
                </c:pt>
                <c:pt idx="11900">
                  <c:v>35.25</c:v>
                </c:pt>
                <c:pt idx="11901">
                  <c:v>35.299999999999997</c:v>
                </c:pt>
                <c:pt idx="11902">
                  <c:v>35.299999999999997</c:v>
                </c:pt>
                <c:pt idx="11903">
                  <c:v>35.299999999999997</c:v>
                </c:pt>
                <c:pt idx="11904">
                  <c:v>35.299999999999997</c:v>
                </c:pt>
                <c:pt idx="11905">
                  <c:v>35.299999999999997</c:v>
                </c:pt>
                <c:pt idx="11906">
                  <c:v>35.299999999999997</c:v>
                </c:pt>
                <c:pt idx="11907">
                  <c:v>35.299999999999997</c:v>
                </c:pt>
                <c:pt idx="11908">
                  <c:v>35.299999999999997</c:v>
                </c:pt>
                <c:pt idx="11909">
                  <c:v>35.299999999999997</c:v>
                </c:pt>
                <c:pt idx="11910">
                  <c:v>35.299999999999997</c:v>
                </c:pt>
                <c:pt idx="11911">
                  <c:v>35.299999999999997</c:v>
                </c:pt>
                <c:pt idx="11912">
                  <c:v>35.299999999999997</c:v>
                </c:pt>
                <c:pt idx="11913">
                  <c:v>35.299999999999997</c:v>
                </c:pt>
                <c:pt idx="11914">
                  <c:v>35.35</c:v>
                </c:pt>
                <c:pt idx="11915">
                  <c:v>35.299999999999997</c:v>
                </c:pt>
                <c:pt idx="11916">
                  <c:v>35.35</c:v>
                </c:pt>
                <c:pt idx="11917">
                  <c:v>35.35</c:v>
                </c:pt>
                <c:pt idx="11918">
                  <c:v>35.35</c:v>
                </c:pt>
                <c:pt idx="11919">
                  <c:v>35.35</c:v>
                </c:pt>
                <c:pt idx="11920">
                  <c:v>35.299999999999997</c:v>
                </c:pt>
                <c:pt idx="11921">
                  <c:v>35.35</c:v>
                </c:pt>
                <c:pt idx="11922">
                  <c:v>35.35</c:v>
                </c:pt>
                <c:pt idx="11923">
                  <c:v>35.35</c:v>
                </c:pt>
                <c:pt idx="11924">
                  <c:v>35.35</c:v>
                </c:pt>
                <c:pt idx="11925">
                  <c:v>35.35</c:v>
                </c:pt>
                <c:pt idx="11926">
                  <c:v>35.35</c:v>
                </c:pt>
                <c:pt idx="11927">
                  <c:v>35.35</c:v>
                </c:pt>
                <c:pt idx="11928">
                  <c:v>35.4</c:v>
                </c:pt>
                <c:pt idx="11929">
                  <c:v>35.4</c:v>
                </c:pt>
                <c:pt idx="11930">
                  <c:v>35.4</c:v>
                </c:pt>
                <c:pt idx="11931">
                  <c:v>35.4</c:v>
                </c:pt>
                <c:pt idx="11932">
                  <c:v>35.4</c:v>
                </c:pt>
                <c:pt idx="11933">
                  <c:v>35.4</c:v>
                </c:pt>
                <c:pt idx="11934">
                  <c:v>35.4</c:v>
                </c:pt>
                <c:pt idx="11935">
                  <c:v>35.4</c:v>
                </c:pt>
                <c:pt idx="11936">
                  <c:v>35.4</c:v>
                </c:pt>
                <c:pt idx="11937">
                  <c:v>35.4</c:v>
                </c:pt>
                <c:pt idx="11938">
                  <c:v>35.4</c:v>
                </c:pt>
                <c:pt idx="11939">
                  <c:v>35.4</c:v>
                </c:pt>
                <c:pt idx="11940">
                  <c:v>35.4</c:v>
                </c:pt>
                <c:pt idx="11941">
                  <c:v>35.4</c:v>
                </c:pt>
                <c:pt idx="11942">
                  <c:v>35.450000000000003</c:v>
                </c:pt>
                <c:pt idx="11943">
                  <c:v>35.4</c:v>
                </c:pt>
                <c:pt idx="11944">
                  <c:v>35.450000000000003</c:v>
                </c:pt>
                <c:pt idx="11945">
                  <c:v>35.450000000000003</c:v>
                </c:pt>
                <c:pt idx="11946">
                  <c:v>35.4</c:v>
                </c:pt>
                <c:pt idx="11947">
                  <c:v>35.450000000000003</c:v>
                </c:pt>
                <c:pt idx="11948">
                  <c:v>35.450000000000003</c:v>
                </c:pt>
                <c:pt idx="11949">
                  <c:v>35.450000000000003</c:v>
                </c:pt>
                <c:pt idx="11950">
                  <c:v>35.450000000000003</c:v>
                </c:pt>
                <c:pt idx="11951">
                  <c:v>35.450000000000003</c:v>
                </c:pt>
                <c:pt idx="11952">
                  <c:v>35.450000000000003</c:v>
                </c:pt>
                <c:pt idx="11953">
                  <c:v>35.450000000000003</c:v>
                </c:pt>
                <c:pt idx="11954">
                  <c:v>35.5</c:v>
                </c:pt>
                <c:pt idx="11955">
                  <c:v>35.5</c:v>
                </c:pt>
                <c:pt idx="11956">
                  <c:v>35.5</c:v>
                </c:pt>
                <c:pt idx="11957">
                  <c:v>35.450000000000003</c:v>
                </c:pt>
                <c:pt idx="11958">
                  <c:v>35.450000000000003</c:v>
                </c:pt>
                <c:pt idx="11959">
                  <c:v>35.5</c:v>
                </c:pt>
                <c:pt idx="11960">
                  <c:v>35.450000000000003</c:v>
                </c:pt>
                <c:pt idx="11961">
                  <c:v>35.450000000000003</c:v>
                </c:pt>
                <c:pt idx="11962">
                  <c:v>35.5</c:v>
                </c:pt>
                <c:pt idx="11963">
                  <c:v>35.5</c:v>
                </c:pt>
                <c:pt idx="11964">
                  <c:v>35.5</c:v>
                </c:pt>
                <c:pt idx="11965">
                  <c:v>35.5</c:v>
                </c:pt>
                <c:pt idx="11966">
                  <c:v>35.5</c:v>
                </c:pt>
                <c:pt idx="11967">
                  <c:v>35.5</c:v>
                </c:pt>
                <c:pt idx="11968">
                  <c:v>35.5</c:v>
                </c:pt>
                <c:pt idx="11969">
                  <c:v>35.5</c:v>
                </c:pt>
                <c:pt idx="11970">
                  <c:v>35.5</c:v>
                </c:pt>
                <c:pt idx="11971">
                  <c:v>35.5</c:v>
                </c:pt>
                <c:pt idx="11972">
                  <c:v>35.5</c:v>
                </c:pt>
                <c:pt idx="11973">
                  <c:v>35.5</c:v>
                </c:pt>
                <c:pt idx="11974">
                  <c:v>35.5</c:v>
                </c:pt>
                <c:pt idx="11975">
                  <c:v>35.549999999999997</c:v>
                </c:pt>
                <c:pt idx="11976">
                  <c:v>35.549999999999997</c:v>
                </c:pt>
                <c:pt idx="11977">
                  <c:v>35.5</c:v>
                </c:pt>
                <c:pt idx="11978">
                  <c:v>35.5</c:v>
                </c:pt>
                <c:pt idx="11979">
                  <c:v>35.5</c:v>
                </c:pt>
                <c:pt idx="11980">
                  <c:v>35.5</c:v>
                </c:pt>
                <c:pt idx="11981">
                  <c:v>35.549999999999997</c:v>
                </c:pt>
                <c:pt idx="11982">
                  <c:v>35.549999999999997</c:v>
                </c:pt>
                <c:pt idx="11983">
                  <c:v>35.549999999999997</c:v>
                </c:pt>
                <c:pt idx="11984">
                  <c:v>35.549999999999997</c:v>
                </c:pt>
                <c:pt idx="11985">
                  <c:v>35.549999999999997</c:v>
                </c:pt>
                <c:pt idx="11986">
                  <c:v>35.549999999999997</c:v>
                </c:pt>
                <c:pt idx="11987">
                  <c:v>35.549999999999997</c:v>
                </c:pt>
                <c:pt idx="11988">
                  <c:v>35.549999999999997</c:v>
                </c:pt>
                <c:pt idx="11989">
                  <c:v>35.549999999999997</c:v>
                </c:pt>
                <c:pt idx="11990">
                  <c:v>35.549999999999997</c:v>
                </c:pt>
                <c:pt idx="11991">
                  <c:v>35.549999999999997</c:v>
                </c:pt>
                <c:pt idx="11992">
                  <c:v>35.549999999999997</c:v>
                </c:pt>
                <c:pt idx="11993">
                  <c:v>35.549999999999997</c:v>
                </c:pt>
                <c:pt idx="11994">
                  <c:v>35.549999999999997</c:v>
                </c:pt>
                <c:pt idx="11995">
                  <c:v>35.549999999999997</c:v>
                </c:pt>
                <c:pt idx="11996">
                  <c:v>35.6</c:v>
                </c:pt>
                <c:pt idx="11997">
                  <c:v>35.6</c:v>
                </c:pt>
                <c:pt idx="11998">
                  <c:v>35.6</c:v>
                </c:pt>
                <c:pt idx="11999">
                  <c:v>35.6</c:v>
                </c:pt>
                <c:pt idx="12000">
                  <c:v>35.6</c:v>
                </c:pt>
                <c:pt idx="12001">
                  <c:v>35.6</c:v>
                </c:pt>
                <c:pt idx="12002">
                  <c:v>35.6</c:v>
                </c:pt>
                <c:pt idx="12003">
                  <c:v>35.6</c:v>
                </c:pt>
                <c:pt idx="12004">
                  <c:v>35.6</c:v>
                </c:pt>
                <c:pt idx="12005">
                  <c:v>35.6</c:v>
                </c:pt>
                <c:pt idx="12006">
                  <c:v>35.6</c:v>
                </c:pt>
                <c:pt idx="12007">
                  <c:v>35.6</c:v>
                </c:pt>
                <c:pt idx="12008">
                  <c:v>35.65</c:v>
                </c:pt>
                <c:pt idx="12009">
                  <c:v>35.65</c:v>
                </c:pt>
                <c:pt idx="12010">
                  <c:v>35.65</c:v>
                </c:pt>
                <c:pt idx="12011">
                  <c:v>35.65</c:v>
                </c:pt>
                <c:pt idx="12012">
                  <c:v>35.65</c:v>
                </c:pt>
                <c:pt idx="12013">
                  <c:v>35.65</c:v>
                </c:pt>
                <c:pt idx="12014">
                  <c:v>35.65</c:v>
                </c:pt>
                <c:pt idx="12015">
                  <c:v>35.65</c:v>
                </c:pt>
                <c:pt idx="12016">
                  <c:v>35.65</c:v>
                </c:pt>
                <c:pt idx="12017">
                  <c:v>35.65</c:v>
                </c:pt>
                <c:pt idx="12018">
                  <c:v>35.65</c:v>
                </c:pt>
                <c:pt idx="12019">
                  <c:v>35.65</c:v>
                </c:pt>
                <c:pt idx="12020">
                  <c:v>35.65</c:v>
                </c:pt>
                <c:pt idx="12021">
                  <c:v>35.65</c:v>
                </c:pt>
                <c:pt idx="12022">
                  <c:v>35.65</c:v>
                </c:pt>
                <c:pt idx="12023">
                  <c:v>35.700000000000003</c:v>
                </c:pt>
                <c:pt idx="12024">
                  <c:v>35.700000000000003</c:v>
                </c:pt>
                <c:pt idx="12025">
                  <c:v>35.700000000000003</c:v>
                </c:pt>
                <c:pt idx="12026">
                  <c:v>35.700000000000003</c:v>
                </c:pt>
                <c:pt idx="12027">
                  <c:v>35.700000000000003</c:v>
                </c:pt>
                <c:pt idx="12028">
                  <c:v>35.700000000000003</c:v>
                </c:pt>
                <c:pt idx="12029">
                  <c:v>35.700000000000003</c:v>
                </c:pt>
                <c:pt idx="12030">
                  <c:v>35.700000000000003</c:v>
                </c:pt>
                <c:pt idx="12031">
                  <c:v>35.700000000000003</c:v>
                </c:pt>
                <c:pt idx="12032">
                  <c:v>35.700000000000003</c:v>
                </c:pt>
                <c:pt idx="12033">
                  <c:v>35.700000000000003</c:v>
                </c:pt>
                <c:pt idx="12034">
                  <c:v>35.700000000000003</c:v>
                </c:pt>
                <c:pt idx="12035">
                  <c:v>35.75</c:v>
                </c:pt>
                <c:pt idx="12036">
                  <c:v>35.75</c:v>
                </c:pt>
                <c:pt idx="12037">
                  <c:v>35.75</c:v>
                </c:pt>
                <c:pt idx="12038">
                  <c:v>35.75</c:v>
                </c:pt>
                <c:pt idx="12039">
                  <c:v>35.75</c:v>
                </c:pt>
                <c:pt idx="12040">
                  <c:v>35.75</c:v>
                </c:pt>
                <c:pt idx="12041">
                  <c:v>35.75</c:v>
                </c:pt>
                <c:pt idx="12042">
                  <c:v>35.75</c:v>
                </c:pt>
                <c:pt idx="12043">
                  <c:v>35.75</c:v>
                </c:pt>
                <c:pt idx="12044">
                  <c:v>35.75</c:v>
                </c:pt>
                <c:pt idx="12045">
                  <c:v>35.75</c:v>
                </c:pt>
                <c:pt idx="12046">
                  <c:v>35.75</c:v>
                </c:pt>
                <c:pt idx="12047">
                  <c:v>35.75</c:v>
                </c:pt>
                <c:pt idx="12048">
                  <c:v>35.75</c:v>
                </c:pt>
                <c:pt idx="12049">
                  <c:v>35.799999999999997</c:v>
                </c:pt>
                <c:pt idx="12050">
                  <c:v>35.799999999999997</c:v>
                </c:pt>
                <c:pt idx="12051">
                  <c:v>35.799999999999997</c:v>
                </c:pt>
                <c:pt idx="12052">
                  <c:v>35.799999999999997</c:v>
                </c:pt>
                <c:pt idx="12053">
                  <c:v>35.799999999999997</c:v>
                </c:pt>
                <c:pt idx="12054">
                  <c:v>35.799999999999997</c:v>
                </c:pt>
                <c:pt idx="12055">
                  <c:v>35.799999999999997</c:v>
                </c:pt>
                <c:pt idx="12056">
                  <c:v>35.799999999999997</c:v>
                </c:pt>
                <c:pt idx="12057">
                  <c:v>35.799999999999997</c:v>
                </c:pt>
                <c:pt idx="12058">
                  <c:v>35.799999999999997</c:v>
                </c:pt>
                <c:pt idx="12059">
                  <c:v>35.799999999999997</c:v>
                </c:pt>
                <c:pt idx="12060">
                  <c:v>35.85</c:v>
                </c:pt>
                <c:pt idx="12061">
                  <c:v>35.85</c:v>
                </c:pt>
                <c:pt idx="12062">
                  <c:v>35.85</c:v>
                </c:pt>
                <c:pt idx="12063">
                  <c:v>35.85</c:v>
                </c:pt>
                <c:pt idx="12064">
                  <c:v>35.85</c:v>
                </c:pt>
                <c:pt idx="12065">
                  <c:v>35.85</c:v>
                </c:pt>
                <c:pt idx="12066">
                  <c:v>35.85</c:v>
                </c:pt>
                <c:pt idx="12067">
                  <c:v>35.85</c:v>
                </c:pt>
                <c:pt idx="12068">
                  <c:v>35.85</c:v>
                </c:pt>
                <c:pt idx="12069">
                  <c:v>35.85</c:v>
                </c:pt>
                <c:pt idx="12070">
                  <c:v>35.85</c:v>
                </c:pt>
                <c:pt idx="12071">
                  <c:v>35.85</c:v>
                </c:pt>
                <c:pt idx="12072">
                  <c:v>35.9</c:v>
                </c:pt>
                <c:pt idx="12073">
                  <c:v>35.9</c:v>
                </c:pt>
                <c:pt idx="12074">
                  <c:v>35.9</c:v>
                </c:pt>
                <c:pt idx="12075">
                  <c:v>35.9</c:v>
                </c:pt>
                <c:pt idx="12076">
                  <c:v>35.9</c:v>
                </c:pt>
                <c:pt idx="12077">
                  <c:v>35.9</c:v>
                </c:pt>
                <c:pt idx="12078">
                  <c:v>35.9</c:v>
                </c:pt>
                <c:pt idx="12079">
                  <c:v>35.9</c:v>
                </c:pt>
                <c:pt idx="12080">
                  <c:v>35.9</c:v>
                </c:pt>
                <c:pt idx="12081">
                  <c:v>35.9</c:v>
                </c:pt>
                <c:pt idx="12082">
                  <c:v>35.9</c:v>
                </c:pt>
                <c:pt idx="12083">
                  <c:v>35.9</c:v>
                </c:pt>
                <c:pt idx="12084">
                  <c:v>35.9</c:v>
                </c:pt>
                <c:pt idx="12085">
                  <c:v>35.9</c:v>
                </c:pt>
                <c:pt idx="12086">
                  <c:v>35.9</c:v>
                </c:pt>
                <c:pt idx="12087">
                  <c:v>35.950000000000003</c:v>
                </c:pt>
                <c:pt idx="12088">
                  <c:v>35.950000000000003</c:v>
                </c:pt>
                <c:pt idx="12089">
                  <c:v>35.950000000000003</c:v>
                </c:pt>
                <c:pt idx="12090">
                  <c:v>35.950000000000003</c:v>
                </c:pt>
                <c:pt idx="12091">
                  <c:v>35.950000000000003</c:v>
                </c:pt>
                <c:pt idx="12092">
                  <c:v>35.950000000000003</c:v>
                </c:pt>
                <c:pt idx="12093">
                  <c:v>35.950000000000003</c:v>
                </c:pt>
                <c:pt idx="12094">
                  <c:v>36</c:v>
                </c:pt>
                <c:pt idx="12095">
                  <c:v>35.950000000000003</c:v>
                </c:pt>
                <c:pt idx="12096">
                  <c:v>35.950000000000003</c:v>
                </c:pt>
                <c:pt idx="12097">
                  <c:v>35.950000000000003</c:v>
                </c:pt>
                <c:pt idx="12098">
                  <c:v>35.950000000000003</c:v>
                </c:pt>
                <c:pt idx="12099">
                  <c:v>35.950000000000003</c:v>
                </c:pt>
                <c:pt idx="12100">
                  <c:v>35.950000000000003</c:v>
                </c:pt>
                <c:pt idx="12101">
                  <c:v>35.950000000000003</c:v>
                </c:pt>
                <c:pt idx="12102">
                  <c:v>36</c:v>
                </c:pt>
                <c:pt idx="12103">
                  <c:v>36</c:v>
                </c:pt>
                <c:pt idx="12104">
                  <c:v>36</c:v>
                </c:pt>
                <c:pt idx="12105">
                  <c:v>36</c:v>
                </c:pt>
                <c:pt idx="12106">
                  <c:v>36</c:v>
                </c:pt>
                <c:pt idx="12107">
                  <c:v>36</c:v>
                </c:pt>
                <c:pt idx="12108">
                  <c:v>36</c:v>
                </c:pt>
                <c:pt idx="12109">
                  <c:v>36</c:v>
                </c:pt>
                <c:pt idx="12110">
                  <c:v>36</c:v>
                </c:pt>
                <c:pt idx="12111">
                  <c:v>36</c:v>
                </c:pt>
                <c:pt idx="12112">
                  <c:v>36</c:v>
                </c:pt>
                <c:pt idx="12113">
                  <c:v>36</c:v>
                </c:pt>
                <c:pt idx="12114">
                  <c:v>36.049999999999997</c:v>
                </c:pt>
                <c:pt idx="12115">
                  <c:v>36</c:v>
                </c:pt>
                <c:pt idx="12116">
                  <c:v>36</c:v>
                </c:pt>
                <c:pt idx="12117">
                  <c:v>36</c:v>
                </c:pt>
                <c:pt idx="12118">
                  <c:v>36</c:v>
                </c:pt>
                <c:pt idx="12119">
                  <c:v>36</c:v>
                </c:pt>
                <c:pt idx="12120">
                  <c:v>36</c:v>
                </c:pt>
                <c:pt idx="12121">
                  <c:v>36.049999999999997</c:v>
                </c:pt>
                <c:pt idx="12122">
                  <c:v>36.049999999999997</c:v>
                </c:pt>
                <c:pt idx="12123">
                  <c:v>36.049999999999997</c:v>
                </c:pt>
                <c:pt idx="12124">
                  <c:v>36.049999999999997</c:v>
                </c:pt>
                <c:pt idx="12125">
                  <c:v>36.049999999999997</c:v>
                </c:pt>
                <c:pt idx="12126">
                  <c:v>36.049999999999997</c:v>
                </c:pt>
                <c:pt idx="12127">
                  <c:v>36.1</c:v>
                </c:pt>
                <c:pt idx="12128">
                  <c:v>36.049999999999997</c:v>
                </c:pt>
                <c:pt idx="12129">
                  <c:v>36.049999999999997</c:v>
                </c:pt>
                <c:pt idx="12130">
                  <c:v>36.049999999999997</c:v>
                </c:pt>
                <c:pt idx="12131">
                  <c:v>36.1</c:v>
                </c:pt>
                <c:pt idx="12132">
                  <c:v>36.049999999999997</c:v>
                </c:pt>
                <c:pt idx="12133">
                  <c:v>36.049999999999997</c:v>
                </c:pt>
                <c:pt idx="12134">
                  <c:v>36.049999999999997</c:v>
                </c:pt>
                <c:pt idx="12135">
                  <c:v>36.1</c:v>
                </c:pt>
                <c:pt idx="12136">
                  <c:v>36.1</c:v>
                </c:pt>
                <c:pt idx="12137">
                  <c:v>36.1</c:v>
                </c:pt>
                <c:pt idx="12138">
                  <c:v>36.1</c:v>
                </c:pt>
                <c:pt idx="12139">
                  <c:v>36.1</c:v>
                </c:pt>
                <c:pt idx="12140">
                  <c:v>36.1</c:v>
                </c:pt>
                <c:pt idx="12141">
                  <c:v>36.1</c:v>
                </c:pt>
                <c:pt idx="12142">
                  <c:v>36.1</c:v>
                </c:pt>
                <c:pt idx="12143">
                  <c:v>36.1</c:v>
                </c:pt>
                <c:pt idx="12144">
                  <c:v>36.15</c:v>
                </c:pt>
                <c:pt idx="12145">
                  <c:v>36.15</c:v>
                </c:pt>
                <c:pt idx="12146">
                  <c:v>36.1</c:v>
                </c:pt>
                <c:pt idx="12147">
                  <c:v>36.15</c:v>
                </c:pt>
                <c:pt idx="12148">
                  <c:v>36.15</c:v>
                </c:pt>
                <c:pt idx="12149">
                  <c:v>36.15</c:v>
                </c:pt>
                <c:pt idx="12150">
                  <c:v>36.15</c:v>
                </c:pt>
                <c:pt idx="12151">
                  <c:v>36.15</c:v>
                </c:pt>
                <c:pt idx="12152">
                  <c:v>36.15</c:v>
                </c:pt>
                <c:pt idx="12153">
                  <c:v>36.15</c:v>
                </c:pt>
                <c:pt idx="12154">
                  <c:v>36.15</c:v>
                </c:pt>
                <c:pt idx="12155">
                  <c:v>36.15</c:v>
                </c:pt>
                <c:pt idx="12156">
                  <c:v>36.15</c:v>
                </c:pt>
                <c:pt idx="12157">
                  <c:v>36.15</c:v>
                </c:pt>
                <c:pt idx="12158">
                  <c:v>36.15</c:v>
                </c:pt>
                <c:pt idx="12159">
                  <c:v>36.200000000000003</c:v>
                </c:pt>
                <c:pt idx="12160">
                  <c:v>36.200000000000003</c:v>
                </c:pt>
                <c:pt idx="12161">
                  <c:v>36.200000000000003</c:v>
                </c:pt>
                <c:pt idx="12162">
                  <c:v>36.15</c:v>
                </c:pt>
                <c:pt idx="12163">
                  <c:v>36.200000000000003</c:v>
                </c:pt>
                <c:pt idx="12164">
                  <c:v>36.200000000000003</c:v>
                </c:pt>
                <c:pt idx="12165">
                  <c:v>36.200000000000003</c:v>
                </c:pt>
                <c:pt idx="12166">
                  <c:v>36.200000000000003</c:v>
                </c:pt>
                <c:pt idx="12167">
                  <c:v>36.200000000000003</c:v>
                </c:pt>
                <c:pt idx="12168">
                  <c:v>36.200000000000003</c:v>
                </c:pt>
                <c:pt idx="12169">
                  <c:v>36.200000000000003</c:v>
                </c:pt>
                <c:pt idx="12170">
                  <c:v>36.25</c:v>
                </c:pt>
                <c:pt idx="12171">
                  <c:v>36.25</c:v>
                </c:pt>
                <c:pt idx="12172">
                  <c:v>36.25</c:v>
                </c:pt>
                <c:pt idx="12173">
                  <c:v>36.25</c:v>
                </c:pt>
                <c:pt idx="12174">
                  <c:v>36.25</c:v>
                </c:pt>
                <c:pt idx="12175">
                  <c:v>36.25</c:v>
                </c:pt>
                <c:pt idx="12176">
                  <c:v>36.25</c:v>
                </c:pt>
                <c:pt idx="12177">
                  <c:v>36.25</c:v>
                </c:pt>
                <c:pt idx="12178">
                  <c:v>36.25</c:v>
                </c:pt>
                <c:pt idx="12179">
                  <c:v>36.25</c:v>
                </c:pt>
                <c:pt idx="12180">
                  <c:v>36.25</c:v>
                </c:pt>
                <c:pt idx="12181">
                  <c:v>36.25</c:v>
                </c:pt>
                <c:pt idx="12182">
                  <c:v>36.25</c:v>
                </c:pt>
                <c:pt idx="12183">
                  <c:v>36.25</c:v>
                </c:pt>
                <c:pt idx="12184">
                  <c:v>36.299999999999997</c:v>
                </c:pt>
                <c:pt idx="12185">
                  <c:v>36.299999999999997</c:v>
                </c:pt>
                <c:pt idx="12186">
                  <c:v>36.299999999999997</c:v>
                </c:pt>
                <c:pt idx="12187">
                  <c:v>36.299999999999997</c:v>
                </c:pt>
                <c:pt idx="12188">
                  <c:v>36.299999999999997</c:v>
                </c:pt>
                <c:pt idx="12189">
                  <c:v>36.299999999999997</c:v>
                </c:pt>
                <c:pt idx="12190">
                  <c:v>36.299999999999997</c:v>
                </c:pt>
                <c:pt idx="12191">
                  <c:v>36.299999999999997</c:v>
                </c:pt>
                <c:pt idx="12192">
                  <c:v>36.299999999999997</c:v>
                </c:pt>
                <c:pt idx="12193">
                  <c:v>36.299999999999997</c:v>
                </c:pt>
                <c:pt idx="12194">
                  <c:v>36.299999999999997</c:v>
                </c:pt>
                <c:pt idx="12195">
                  <c:v>36.299999999999997</c:v>
                </c:pt>
                <c:pt idx="12196">
                  <c:v>36.299999999999997</c:v>
                </c:pt>
                <c:pt idx="12197">
                  <c:v>36.35</c:v>
                </c:pt>
                <c:pt idx="12198">
                  <c:v>36.299999999999997</c:v>
                </c:pt>
                <c:pt idx="12199">
                  <c:v>36.35</c:v>
                </c:pt>
                <c:pt idx="12200">
                  <c:v>36.35</c:v>
                </c:pt>
                <c:pt idx="12201">
                  <c:v>36.35</c:v>
                </c:pt>
                <c:pt idx="12202">
                  <c:v>36.35</c:v>
                </c:pt>
                <c:pt idx="12203">
                  <c:v>36.35</c:v>
                </c:pt>
                <c:pt idx="12204">
                  <c:v>36.35</c:v>
                </c:pt>
                <c:pt idx="12205">
                  <c:v>36.35</c:v>
                </c:pt>
                <c:pt idx="12206">
                  <c:v>36.35</c:v>
                </c:pt>
                <c:pt idx="12207">
                  <c:v>36.35</c:v>
                </c:pt>
                <c:pt idx="12208">
                  <c:v>36.35</c:v>
                </c:pt>
                <c:pt idx="12209">
                  <c:v>36.35</c:v>
                </c:pt>
                <c:pt idx="12210">
                  <c:v>36.4</c:v>
                </c:pt>
                <c:pt idx="12211">
                  <c:v>36.4</c:v>
                </c:pt>
                <c:pt idx="12212">
                  <c:v>36.4</c:v>
                </c:pt>
                <c:pt idx="12213">
                  <c:v>36.4</c:v>
                </c:pt>
                <c:pt idx="12214">
                  <c:v>36.4</c:v>
                </c:pt>
                <c:pt idx="12215">
                  <c:v>36.4</c:v>
                </c:pt>
                <c:pt idx="12216">
                  <c:v>36.4</c:v>
                </c:pt>
                <c:pt idx="12217">
                  <c:v>36.4</c:v>
                </c:pt>
                <c:pt idx="12218">
                  <c:v>36.4</c:v>
                </c:pt>
                <c:pt idx="12219">
                  <c:v>36.4</c:v>
                </c:pt>
                <c:pt idx="12220">
                  <c:v>36.4</c:v>
                </c:pt>
                <c:pt idx="12221">
                  <c:v>36.4</c:v>
                </c:pt>
                <c:pt idx="12222">
                  <c:v>36.4</c:v>
                </c:pt>
                <c:pt idx="12223">
                  <c:v>36.450000000000003</c:v>
                </c:pt>
                <c:pt idx="12224">
                  <c:v>36.450000000000003</c:v>
                </c:pt>
                <c:pt idx="12225">
                  <c:v>36.450000000000003</c:v>
                </c:pt>
                <c:pt idx="12226">
                  <c:v>36.450000000000003</c:v>
                </c:pt>
                <c:pt idx="12227">
                  <c:v>36.450000000000003</c:v>
                </c:pt>
                <c:pt idx="12228">
                  <c:v>36.450000000000003</c:v>
                </c:pt>
                <c:pt idx="12229">
                  <c:v>36.450000000000003</c:v>
                </c:pt>
                <c:pt idx="12230">
                  <c:v>36.450000000000003</c:v>
                </c:pt>
                <c:pt idx="12231">
                  <c:v>36.450000000000003</c:v>
                </c:pt>
                <c:pt idx="12232">
                  <c:v>36.450000000000003</c:v>
                </c:pt>
                <c:pt idx="12233">
                  <c:v>36.450000000000003</c:v>
                </c:pt>
                <c:pt idx="12234">
                  <c:v>36.450000000000003</c:v>
                </c:pt>
                <c:pt idx="12235">
                  <c:v>36.5</c:v>
                </c:pt>
                <c:pt idx="12236">
                  <c:v>36.5</c:v>
                </c:pt>
                <c:pt idx="12237">
                  <c:v>36.5</c:v>
                </c:pt>
                <c:pt idx="12238">
                  <c:v>36.5</c:v>
                </c:pt>
                <c:pt idx="12239">
                  <c:v>36.5</c:v>
                </c:pt>
                <c:pt idx="12240">
                  <c:v>36.5</c:v>
                </c:pt>
                <c:pt idx="12241">
                  <c:v>36.5</c:v>
                </c:pt>
                <c:pt idx="12242">
                  <c:v>36.5</c:v>
                </c:pt>
                <c:pt idx="12243">
                  <c:v>36.5</c:v>
                </c:pt>
                <c:pt idx="12244">
                  <c:v>36.5</c:v>
                </c:pt>
                <c:pt idx="12245">
                  <c:v>36.5</c:v>
                </c:pt>
                <c:pt idx="12246">
                  <c:v>36.5</c:v>
                </c:pt>
                <c:pt idx="12247">
                  <c:v>36.5</c:v>
                </c:pt>
                <c:pt idx="12248">
                  <c:v>36.5</c:v>
                </c:pt>
                <c:pt idx="12249">
                  <c:v>36.5</c:v>
                </c:pt>
                <c:pt idx="12250">
                  <c:v>36.5</c:v>
                </c:pt>
                <c:pt idx="12251">
                  <c:v>36.5</c:v>
                </c:pt>
                <c:pt idx="12252">
                  <c:v>36.549999999999997</c:v>
                </c:pt>
                <c:pt idx="12253">
                  <c:v>36.549999999999997</c:v>
                </c:pt>
                <c:pt idx="12254">
                  <c:v>36.549999999999997</c:v>
                </c:pt>
                <c:pt idx="12255">
                  <c:v>36.549999999999997</c:v>
                </c:pt>
                <c:pt idx="12256">
                  <c:v>36.549999999999997</c:v>
                </c:pt>
                <c:pt idx="12257">
                  <c:v>36.549999999999997</c:v>
                </c:pt>
                <c:pt idx="12258">
                  <c:v>36.549999999999997</c:v>
                </c:pt>
                <c:pt idx="12259">
                  <c:v>36.549999999999997</c:v>
                </c:pt>
                <c:pt idx="12260">
                  <c:v>36.549999999999997</c:v>
                </c:pt>
                <c:pt idx="12261">
                  <c:v>36.549999999999997</c:v>
                </c:pt>
                <c:pt idx="12262">
                  <c:v>36.6</c:v>
                </c:pt>
                <c:pt idx="12263">
                  <c:v>36.6</c:v>
                </c:pt>
                <c:pt idx="12264">
                  <c:v>36.6</c:v>
                </c:pt>
                <c:pt idx="12265">
                  <c:v>36.6</c:v>
                </c:pt>
                <c:pt idx="12266">
                  <c:v>36.6</c:v>
                </c:pt>
                <c:pt idx="12267">
                  <c:v>36.6</c:v>
                </c:pt>
                <c:pt idx="12268">
                  <c:v>36.6</c:v>
                </c:pt>
                <c:pt idx="12269">
                  <c:v>36.6</c:v>
                </c:pt>
                <c:pt idx="12270">
                  <c:v>36.6</c:v>
                </c:pt>
                <c:pt idx="12271">
                  <c:v>36.6</c:v>
                </c:pt>
                <c:pt idx="12272">
                  <c:v>36.6</c:v>
                </c:pt>
                <c:pt idx="12273">
                  <c:v>36.6</c:v>
                </c:pt>
                <c:pt idx="12274">
                  <c:v>36.6</c:v>
                </c:pt>
                <c:pt idx="12275">
                  <c:v>36.6</c:v>
                </c:pt>
                <c:pt idx="12276">
                  <c:v>36.6</c:v>
                </c:pt>
                <c:pt idx="12277">
                  <c:v>36.6</c:v>
                </c:pt>
                <c:pt idx="12278">
                  <c:v>36.6</c:v>
                </c:pt>
                <c:pt idx="12279">
                  <c:v>36.6</c:v>
                </c:pt>
                <c:pt idx="12280">
                  <c:v>36.6</c:v>
                </c:pt>
                <c:pt idx="12281">
                  <c:v>36.65</c:v>
                </c:pt>
                <c:pt idx="12282">
                  <c:v>36.65</c:v>
                </c:pt>
                <c:pt idx="12283">
                  <c:v>36.65</c:v>
                </c:pt>
                <c:pt idx="12284">
                  <c:v>36.65</c:v>
                </c:pt>
                <c:pt idx="12285">
                  <c:v>36.65</c:v>
                </c:pt>
                <c:pt idx="12286">
                  <c:v>36.65</c:v>
                </c:pt>
                <c:pt idx="12287">
                  <c:v>36.65</c:v>
                </c:pt>
                <c:pt idx="12288">
                  <c:v>36.65</c:v>
                </c:pt>
                <c:pt idx="12289">
                  <c:v>36.65</c:v>
                </c:pt>
                <c:pt idx="12290">
                  <c:v>36.700000000000003</c:v>
                </c:pt>
                <c:pt idx="12291">
                  <c:v>36.700000000000003</c:v>
                </c:pt>
                <c:pt idx="12292">
                  <c:v>36.700000000000003</c:v>
                </c:pt>
                <c:pt idx="12293">
                  <c:v>36.700000000000003</c:v>
                </c:pt>
                <c:pt idx="12294">
                  <c:v>36.700000000000003</c:v>
                </c:pt>
                <c:pt idx="12295">
                  <c:v>36.700000000000003</c:v>
                </c:pt>
                <c:pt idx="12296">
                  <c:v>36.700000000000003</c:v>
                </c:pt>
                <c:pt idx="12297">
                  <c:v>36.700000000000003</c:v>
                </c:pt>
                <c:pt idx="12298">
                  <c:v>36.700000000000003</c:v>
                </c:pt>
                <c:pt idx="12299">
                  <c:v>36.700000000000003</c:v>
                </c:pt>
                <c:pt idx="12300">
                  <c:v>36.700000000000003</c:v>
                </c:pt>
                <c:pt idx="12301">
                  <c:v>36.700000000000003</c:v>
                </c:pt>
                <c:pt idx="12302">
                  <c:v>36.700000000000003</c:v>
                </c:pt>
                <c:pt idx="12303">
                  <c:v>36.700000000000003</c:v>
                </c:pt>
                <c:pt idx="12304">
                  <c:v>36.75</c:v>
                </c:pt>
                <c:pt idx="12305">
                  <c:v>36.75</c:v>
                </c:pt>
                <c:pt idx="12306">
                  <c:v>36.75</c:v>
                </c:pt>
                <c:pt idx="12307">
                  <c:v>36.75</c:v>
                </c:pt>
                <c:pt idx="12308">
                  <c:v>36.75</c:v>
                </c:pt>
                <c:pt idx="12309">
                  <c:v>36.75</c:v>
                </c:pt>
                <c:pt idx="12310">
                  <c:v>36.75</c:v>
                </c:pt>
                <c:pt idx="12311">
                  <c:v>36.75</c:v>
                </c:pt>
                <c:pt idx="12312">
                  <c:v>36.75</c:v>
                </c:pt>
                <c:pt idx="12313">
                  <c:v>36.75</c:v>
                </c:pt>
                <c:pt idx="12314">
                  <c:v>36.75</c:v>
                </c:pt>
                <c:pt idx="12315">
                  <c:v>36.75</c:v>
                </c:pt>
                <c:pt idx="12316">
                  <c:v>36.75</c:v>
                </c:pt>
                <c:pt idx="12317">
                  <c:v>36.75</c:v>
                </c:pt>
                <c:pt idx="12318">
                  <c:v>36.75</c:v>
                </c:pt>
                <c:pt idx="12319">
                  <c:v>36.75</c:v>
                </c:pt>
                <c:pt idx="12320">
                  <c:v>36.75</c:v>
                </c:pt>
                <c:pt idx="12321">
                  <c:v>36.799999999999997</c:v>
                </c:pt>
                <c:pt idx="12322">
                  <c:v>36.799999999999997</c:v>
                </c:pt>
                <c:pt idx="12323">
                  <c:v>36.799999999999997</c:v>
                </c:pt>
                <c:pt idx="12324">
                  <c:v>36.799999999999997</c:v>
                </c:pt>
                <c:pt idx="12325">
                  <c:v>36.799999999999997</c:v>
                </c:pt>
                <c:pt idx="12326">
                  <c:v>36.799999999999997</c:v>
                </c:pt>
                <c:pt idx="12327">
                  <c:v>36.799999999999997</c:v>
                </c:pt>
                <c:pt idx="12328">
                  <c:v>36.799999999999997</c:v>
                </c:pt>
                <c:pt idx="12329">
                  <c:v>36.799999999999997</c:v>
                </c:pt>
                <c:pt idx="12330">
                  <c:v>36.799999999999997</c:v>
                </c:pt>
                <c:pt idx="12331">
                  <c:v>36.799999999999997</c:v>
                </c:pt>
                <c:pt idx="12332">
                  <c:v>36.799999999999997</c:v>
                </c:pt>
                <c:pt idx="12333">
                  <c:v>36.799999999999997</c:v>
                </c:pt>
                <c:pt idx="12334">
                  <c:v>36.799999999999997</c:v>
                </c:pt>
                <c:pt idx="12335">
                  <c:v>36.799999999999997</c:v>
                </c:pt>
                <c:pt idx="12336">
                  <c:v>36.85</c:v>
                </c:pt>
                <c:pt idx="12337">
                  <c:v>36.85</c:v>
                </c:pt>
                <c:pt idx="12338">
                  <c:v>36.85</c:v>
                </c:pt>
                <c:pt idx="12339">
                  <c:v>36.85</c:v>
                </c:pt>
                <c:pt idx="12340">
                  <c:v>36.85</c:v>
                </c:pt>
                <c:pt idx="12341">
                  <c:v>36.85</c:v>
                </c:pt>
                <c:pt idx="12342">
                  <c:v>36.85</c:v>
                </c:pt>
                <c:pt idx="12343">
                  <c:v>36.85</c:v>
                </c:pt>
                <c:pt idx="12344">
                  <c:v>36.85</c:v>
                </c:pt>
                <c:pt idx="12345">
                  <c:v>36.85</c:v>
                </c:pt>
                <c:pt idx="12346">
                  <c:v>36.85</c:v>
                </c:pt>
                <c:pt idx="12347">
                  <c:v>36.85</c:v>
                </c:pt>
                <c:pt idx="12348">
                  <c:v>36.9</c:v>
                </c:pt>
                <c:pt idx="12349">
                  <c:v>36.9</c:v>
                </c:pt>
                <c:pt idx="12350">
                  <c:v>36.9</c:v>
                </c:pt>
                <c:pt idx="12351">
                  <c:v>36.9</c:v>
                </c:pt>
                <c:pt idx="12352">
                  <c:v>36.9</c:v>
                </c:pt>
                <c:pt idx="12353">
                  <c:v>36.9</c:v>
                </c:pt>
                <c:pt idx="12354">
                  <c:v>36.9</c:v>
                </c:pt>
                <c:pt idx="12355">
                  <c:v>36.9</c:v>
                </c:pt>
                <c:pt idx="12356">
                  <c:v>36.9</c:v>
                </c:pt>
                <c:pt idx="12357">
                  <c:v>36.9</c:v>
                </c:pt>
                <c:pt idx="12358">
                  <c:v>36.9</c:v>
                </c:pt>
                <c:pt idx="12359">
                  <c:v>36.9</c:v>
                </c:pt>
                <c:pt idx="12360">
                  <c:v>36.9</c:v>
                </c:pt>
                <c:pt idx="12361">
                  <c:v>36.9</c:v>
                </c:pt>
                <c:pt idx="12362">
                  <c:v>36.9</c:v>
                </c:pt>
                <c:pt idx="12363">
                  <c:v>36.9</c:v>
                </c:pt>
                <c:pt idx="12364">
                  <c:v>36.9</c:v>
                </c:pt>
                <c:pt idx="12365">
                  <c:v>36.950000000000003</c:v>
                </c:pt>
                <c:pt idx="12366">
                  <c:v>36.950000000000003</c:v>
                </c:pt>
                <c:pt idx="12367">
                  <c:v>36.950000000000003</c:v>
                </c:pt>
                <c:pt idx="12368">
                  <c:v>36.950000000000003</c:v>
                </c:pt>
                <c:pt idx="12369">
                  <c:v>36.950000000000003</c:v>
                </c:pt>
                <c:pt idx="12370">
                  <c:v>36.950000000000003</c:v>
                </c:pt>
                <c:pt idx="12371">
                  <c:v>36.950000000000003</c:v>
                </c:pt>
                <c:pt idx="12372">
                  <c:v>36.950000000000003</c:v>
                </c:pt>
                <c:pt idx="12373">
                  <c:v>36.950000000000003</c:v>
                </c:pt>
                <c:pt idx="12374">
                  <c:v>36.950000000000003</c:v>
                </c:pt>
                <c:pt idx="12375">
                  <c:v>36.950000000000003</c:v>
                </c:pt>
                <c:pt idx="12376">
                  <c:v>36.950000000000003</c:v>
                </c:pt>
                <c:pt idx="12377">
                  <c:v>36.950000000000003</c:v>
                </c:pt>
                <c:pt idx="12378">
                  <c:v>36.950000000000003</c:v>
                </c:pt>
                <c:pt idx="12379">
                  <c:v>36.950000000000003</c:v>
                </c:pt>
                <c:pt idx="12380">
                  <c:v>36.950000000000003</c:v>
                </c:pt>
                <c:pt idx="12381">
                  <c:v>36.950000000000003</c:v>
                </c:pt>
                <c:pt idx="12382">
                  <c:v>36.950000000000003</c:v>
                </c:pt>
                <c:pt idx="12383">
                  <c:v>36.950000000000003</c:v>
                </c:pt>
                <c:pt idx="12384">
                  <c:v>36.950000000000003</c:v>
                </c:pt>
                <c:pt idx="12385">
                  <c:v>36.950000000000003</c:v>
                </c:pt>
                <c:pt idx="12386">
                  <c:v>37</c:v>
                </c:pt>
                <c:pt idx="12387">
                  <c:v>37</c:v>
                </c:pt>
                <c:pt idx="12388">
                  <c:v>36.950000000000003</c:v>
                </c:pt>
                <c:pt idx="12389">
                  <c:v>37</c:v>
                </c:pt>
                <c:pt idx="12390">
                  <c:v>37</c:v>
                </c:pt>
                <c:pt idx="12391">
                  <c:v>37</c:v>
                </c:pt>
                <c:pt idx="12392">
                  <c:v>37</c:v>
                </c:pt>
                <c:pt idx="12393">
                  <c:v>37</c:v>
                </c:pt>
                <c:pt idx="12394">
                  <c:v>37</c:v>
                </c:pt>
                <c:pt idx="12395">
                  <c:v>37</c:v>
                </c:pt>
                <c:pt idx="12396">
                  <c:v>37</c:v>
                </c:pt>
                <c:pt idx="12397">
                  <c:v>37</c:v>
                </c:pt>
                <c:pt idx="12398">
                  <c:v>37</c:v>
                </c:pt>
                <c:pt idx="12399">
                  <c:v>37</c:v>
                </c:pt>
                <c:pt idx="12400">
                  <c:v>37</c:v>
                </c:pt>
                <c:pt idx="12401">
                  <c:v>37</c:v>
                </c:pt>
                <c:pt idx="12402">
                  <c:v>37</c:v>
                </c:pt>
                <c:pt idx="12403">
                  <c:v>37.049999999999997</c:v>
                </c:pt>
                <c:pt idx="12404">
                  <c:v>37.049999999999997</c:v>
                </c:pt>
                <c:pt idx="12405">
                  <c:v>37.049999999999997</c:v>
                </c:pt>
                <c:pt idx="12406">
                  <c:v>37</c:v>
                </c:pt>
                <c:pt idx="12407">
                  <c:v>37</c:v>
                </c:pt>
                <c:pt idx="12408">
                  <c:v>37.049999999999997</c:v>
                </c:pt>
                <c:pt idx="12409">
                  <c:v>37.049999999999997</c:v>
                </c:pt>
                <c:pt idx="12410">
                  <c:v>37.049999999999997</c:v>
                </c:pt>
                <c:pt idx="12411">
                  <c:v>37.049999999999997</c:v>
                </c:pt>
                <c:pt idx="12412">
                  <c:v>37.049999999999997</c:v>
                </c:pt>
                <c:pt idx="12413">
                  <c:v>37.049999999999997</c:v>
                </c:pt>
                <c:pt idx="12414">
                  <c:v>37.049999999999997</c:v>
                </c:pt>
                <c:pt idx="12415">
                  <c:v>37.049999999999997</c:v>
                </c:pt>
                <c:pt idx="12416">
                  <c:v>37.1</c:v>
                </c:pt>
                <c:pt idx="12417">
                  <c:v>37.049999999999997</c:v>
                </c:pt>
                <c:pt idx="12418">
                  <c:v>37.049999999999997</c:v>
                </c:pt>
                <c:pt idx="12419">
                  <c:v>37.049999999999997</c:v>
                </c:pt>
                <c:pt idx="12420">
                  <c:v>37.1</c:v>
                </c:pt>
                <c:pt idx="12421">
                  <c:v>37.1</c:v>
                </c:pt>
                <c:pt idx="12422">
                  <c:v>37.049999999999997</c:v>
                </c:pt>
                <c:pt idx="12423">
                  <c:v>37.1</c:v>
                </c:pt>
                <c:pt idx="12424">
                  <c:v>37.1</c:v>
                </c:pt>
                <c:pt idx="12425">
                  <c:v>37.1</c:v>
                </c:pt>
                <c:pt idx="12426">
                  <c:v>37.1</c:v>
                </c:pt>
                <c:pt idx="12427">
                  <c:v>37.1</c:v>
                </c:pt>
                <c:pt idx="12428">
                  <c:v>37.1</c:v>
                </c:pt>
                <c:pt idx="12429">
                  <c:v>37.1</c:v>
                </c:pt>
                <c:pt idx="12430">
                  <c:v>37.1</c:v>
                </c:pt>
                <c:pt idx="12431">
                  <c:v>37.1</c:v>
                </c:pt>
                <c:pt idx="12432">
                  <c:v>37.1</c:v>
                </c:pt>
                <c:pt idx="12433">
                  <c:v>37.1</c:v>
                </c:pt>
                <c:pt idx="12434">
                  <c:v>37.1</c:v>
                </c:pt>
                <c:pt idx="12435">
                  <c:v>37.1</c:v>
                </c:pt>
                <c:pt idx="12436">
                  <c:v>37.1</c:v>
                </c:pt>
                <c:pt idx="12437">
                  <c:v>37.1</c:v>
                </c:pt>
                <c:pt idx="12438">
                  <c:v>37.15</c:v>
                </c:pt>
                <c:pt idx="12439">
                  <c:v>37.1</c:v>
                </c:pt>
                <c:pt idx="12440">
                  <c:v>37.15</c:v>
                </c:pt>
                <c:pt idx="12441">
                  <c:v>37.15</c:v>
                </c:pt>
                <c:pt idx="12442">
                  <c:v>37.15</c:v>
                </c:pt>
                <c:pt idx="12443">
                  <c:v>37.15</c:v>
                </c:pt>
                <c:pt idx="12444">
                  <c:v>37.15</c:v>
                </c:pt>
                <c:pt idx="12445">
                  <c:v>37.15</c:v>
                </c:pt>
                <c:pt idx="12446">
                  <c:v>37.200000000000003</c:v>
                </c:pt>
                <c:pt idx="12447">
                  <c:v>37.200000000000003</c:v>
                </c:pt>
                <c:pt idx="12448">
                  <c:v>37.200000000000003</c:v>
                </c:pt>
                <c:pt idx="12449">
                  <c:v>37.15</c:v>
                </c:pt>
                <c:pt idx="12450">
                  <c:v>37.15</c:v>
                </c:pt>
                <c:pt idx="12451">
                  <c:v>37.15</c:v>
                </c:pt>
                <c:pt idx="12452">
                  <c:v>37.15</c:v>
                </c:pt>
                <c:pt idx="12453">
                  <c:v>37.15</c:v>
                </c:pt>
                <c:pt idx="12454">
                  <c:v>37.15</c:v>
                </c:pt>
                <c:pt idx="12455">
                  <c:v>37.200000000000003</c:v>
                </c:pt>
                <c:pt idx="12456">
                  <c:v>37.200000000000003</c:v>
                </c:pt>
                <c:pt idx="12457">
                  <c:v>37.200000000000003</c:v>
                </c:pt>
                <c:pt idx="12458">
                  <c:v>37.200000000000003</c:v>
                </c:pt>
                <c:pt idx="12459">
                  <c:v>37.200000000000003</c:v>
                </c:pt>
                <c:pt idx="12460">
                  <c:v>37.200000000000003</c:v>
                </c:pt>
                <c:pt idx="12461">
                  <c:v>37.200000000000003</c:v>
                </c:pt>
                <c:pt idx="12462">
                  <c:v>37.200000000000003</c:v>
                </c:pt>
                <c:pt idx="12463">
                  <c:v>37.200000000000003</c:v>
                </c:pt>
                <c:pt idx="12464">
                  <c:v>37.200000000000003</c:v>
                </c:pt>
                <c:pt idx="12465">
                  <c:v>37.200000000000003</c:v>
                </c:pt>
                <c:pt idx="12466">
                  <c:v>37.200000000000003</c:v>
                </c:pt>
                <c:pt idx="12467">
                  <c:v>37.25</c:v>
                </c:pt>
                <c:pt idx="12468">
                  <c:v>37.25</c:v>
                </c:pt>
                <c:pt idx="12469">
                  <c:v>37.25</c:v>
                </c:pt>
                <c:pt idx="12470">
                  <c:v>37.25</c:v>
                </c:pt>
                <c:pt idx="12471">
                  <c:v>37.25</c:v>
                </c:pt>
                <c:pt idx="12472">
                  <c:v>37.25</c:v>
                </c:pt>
                <c:pt idx="12473">
                  <c:v>37.25</c:v>
                </c:pt>
                <c:pt idx="12474">
                  <c:v>37.25</c:v>
                </c:pt>
                <c:pt idx="12475">
                  <c:v>37.25</c:v>
                </c:pt>
                <c:pt idx="12476">
                  <c:v>37.25</c:v>
                </c:pt>
                <c:pt idx="12477">
                  <c:v>37.25</c:v>
                </c:pt>
                <c:pt idx="12478">
                  <c:v>37.25</c:v>
                </c:pt>
                <c:pt idx="12479">
                  <c:v>37.25</c:v>
                </c:pt>
                <c:pt idx="12480">
                  <c:v>37.25</c:v>
                </c:pt>
                <c:pt idx="12481">
                  <c:v>37.299999999999997</c:v>
                </c:pt>
                <c:pt idx="12482">
                  <c:v>37.25</c:v>
                </c:pt>
                <c:pt idx="12483">
                  <c:v>37.299999999999997</c:v>
                </c:pt>
                <c:pt idx="12484">
                  <c:v>37.299999999999997</c:v>
                </c:pt>
                <c:pt idx="12485">
                  <c:v>37.299999999999997</c:v>
                </c:pt>
                <c:pt idx="12486">
                  <c:v>37.299999999999997</c:v>
                </c:pt>
                <c:pt idx="12487">
                  <c:v>37.299999999999997</c:v>
                </c:pt>
                <c:pt idx="12488">
                  <c:v>37.299999999999997</c:v>
                </c:pt>
                <c:pt idx="12489">
                  <c:v>37.299999999999997</c:v>
                </c:pt>
                <c:pt idx="12490">
                  <c:v>37.299999999999997</c:v>
                </c:pt>
                <c:pt idx="12491">
                  <c:v>37.299999999999997</c:v>
                </c:pt>
                <c:pt idx="12492">
                  <c:v>37.299999999999997</c:v>
                </c:pt>
                <c:pt idx="12493">
                  <c:v>37.299999999999997</c:v>
                </c:pt>
                <c:pt idx="12494">
                  <c:v>37.299999999999997</c:v>
                </c:pt>
                <c:pt idx="12495">
                  <c:v>37.299999999999997</c:v>
                </c:pt>
                <c:pt idx="12496">
                  <c:v>37.299999999999997</c:v>
                </c:pt>
                <c:pt idx="12497">
                  <c:v>37.299999999999997</c:v>
                </c:pt>
                <c:pt idx="12498">
                  <c:v>37.299999999999997</c:v>
                </c:pt>
                <c:pt idx="12499">
                  <c:v>37.299999999999997</c:v>
                </c:pt>
                <c:pt idx="12500">
                  <c:v>37.35</c:v>
                </c:pt>
                <c:pt idx="12501">
                  <c:v>37.299999999999997</c:v>
                </c:pt>
                <c:pt idx="12502">
                  <c:v>37.35</c:v>
                </c:pt>
                <c:pt idx="12503">
                  <c:v>37.35</c:v>
                </c:pt>
                <c:pt idx="12504">
                  <c:v>37.35</c:v>
                </c:pt>
                <c:pt idx="12505">
                  <c:v>37.35</c:v>
                </c:pt>
                <c:pt idx="12506">
                  <c:v>37.35</c:v>
                </c:pt>
                <c:pt idx="12507">
                  <c:v>37.35</c:v>
                </c:pt>
                <c:pt idx="12508">
                  <c:v>37.35</c:v>
                </c:pt>
                <c:pt idx="12509">
                  <c:v>37.35</c:v>
                </c:pt>
                <c:pt idx="12510">
                  <c:v>37.35</c:v>
                </c:pt>
                <c:pt idx="12511">
                  <c:v>37.35</c:v>
                </c:pt>
                <c:pt idx="12512">
                  <c:v>37.35</c:v>
                </c:pt>
                <c:pt idx="12513">
                  <c:v>37.35</c:v>
                </c:pt>
                <c:pt idx="12514">
                  <c:v>37.35</c:v>
                </c:pt>
                <c:pt idx="12515">
                  <c:v>37.35</c:v>
                </c:pt>
                <c:pt idx="12516">
                  <c:v>37.35</c:v>
                </c:pt>
                <c:pt idx="12517">
                  <c:v>37.35</c:v>
                </c:pt>
                <c:pt idx="12518">
                  <c:v>37.35</c:v>
                </c:pt>
                <c:pt idx="12519">
                  <c:v>37.4</c:v>
                </c:pt>
                <c:pt idx="12520">
                  <c:v>37.4</c:v>
                </c:pt>
                <c:pt idx="12521">
                  <c:v>37.4</c:v>
                </c:pt>
                <c:pt idx="12522">
                  <c:v>37.4</c:v>
                </c:pt>
                <c:pt idx="12523">
                  <c:v>37.4</c:v>
                </c:pt>
                <c:pt idx="12524">
                  <c:v>37.4</c:v>
                </c:pt>
                <c:pt idx="12525">
                  <c:v>37.4</c:v>
                </c:pt>
                <c:pt idx="12526">
                  <c:v>37.4</c:v>
                </c:pt>
                <c:pt idx="12527">
                  <c:v>37.4</c:v>
                </c:pt>
                <c:pt idx="12528">
                  <c:v>37.4</c:v>
                </c:pt>
                <c:pt idx="12529">
                  <c:v>37.4</c:v>
                </c:pt>
                <c:pt idx="12530">
                  <c:v>37.4</c:v>
                </c:pt>
                <c:pt idx="12531">
                  <c:v>37.4</c:v>
                </c:pt>
                <c:pt idx="12532">
                  <c:v>37.4</c:v>
                </c:pt>
                <c:pt idx="12533">
                  <c:v>37.4</c:v>
                </c:pt>
                <c:pt idx="12534">
                  <c:v>37.4</c:v>
                </c:pt>
                <c:pt idx="12535">
                  <c:v>37.4</c:v>
                </c:pt>
                <c:pt idx="12536">
                  <c:v>37.4</c:v>
                </c:pt>
                <c:pt idx="12537">
                  <c:v>37.450000000000003</c:v>
                </c:pt>
                <c:pt idx="12538">
                  <c:v>37.450000000000003</c:v>
                </c:pt>
                <c:pt idx="12539">
                  <c:v>37.450000000000003</c:v>
                </c:pt>
                <c:pt idx="12540">
                  <c:v>37.450000000000003</c:v>
                </c:pt>
                <c:pt idx="12541">
                  <c:v>37.450000000000003</c:v>
                </c:pt>
                <c:pt idx="12542">
                  <c:v>37.450000000000003</c:v>
                </c:pt>
                <c:pt idx="12543">
                  <c:v>37.450000000000003</c:v>
                </c:pt>
                <c:pt idx="12544">
                  <c:v>37.450000000000003</c:v>
                </c:pt>
                <c:pt idx="12545">
                  <c:v>37.450000000000003</c:v>
                </c:pt>
                <c:pt idx="12546">
                  <c:v>37.450000000000003</c:v>
                </c:pt>
                <c:pt idx="12547">
                  <c:v>37.450000000000003</c:v>
                </c:pt>
                <c:pt idx="12548">
                  <c:v>37.450000000000003</c:v>
                </c:pt>
                <c:pt idx="12549">
                  <c:v>37.450000000000003</c:v>
                </c:pt>
                <c:pt idx="12550">
                  <c:v>37.450000000000003</c:v>
                </c:pt>
                <c:pt idx="12551">
                  <c:v>37.450000000000003</c:v>
                </c:pt>
                <c:pt idx="12552">
                  <c:v>37.450000000000003</c:v>
                </c:pt>
                <c:pt idx="12553">
                  <c:v>37.450000000000003</c:v>
                </c:pt>
                <c:pt idx="12554">
                  <c:v>37.450000000000003</c:v>
                </c:pt>
                <c:pt idx="12555">
                  <c:v>37.5</c:v>
                </c:pt>
                <c:pt idx="12556">
                  <c:v>37.5</c:v>
                </c:pt>
                <c:pt idx="12557">
                  <c:v>37.5</c:v>
                </c:pt>
                <c:pt idx="12558">
                  <c:v>37.5</c:v>
                </c:pt>
                <c:pt idx="12559">
                  <c:v>37.5</c:v>
                </c:pt>
                <c:pt idx="12560">
                  <c:v>37.5</c:v>
                </c:pt>
                <c:pt idx="12561">
                  <c:v>37.5</c:v>
                </c:pt>
                <c:pt idx="12562">
                  <c:v>37.5</c:v>
                </c:pt>
                <c:pt idx="12563">
                  <c:v>37.5</c:v>
                </c:pt>
                <c:pt idx="12564">
                  <c:v>37.5</c:v>
                </c:pt>
                <c:pt idx="12565">
                  <c:v>37.5</c:v>
                </c:pt>
                <c:pt idx="12566">
                  <c:v>37.5</c:v>
                </c:pt>
                <c:pt idx="12567">
                  <c:v>37.5</c:v>
                </c:pt>
                <c:pt idx="12568">
                  <c:v>37.549999999999997</c:v>
                </c:pt>
                <c:pt idx="12569">
                  <c:v>37.549999999999997</c:v>
                </c:pt>
                <c:pt idx="12570">
                  <c:v>37.549999999999997</c:v>
                </c:pt>
                <c:pt idx="12571">
                  <c:v>37.549999999999997</c:v>
                </c:pt>
                <c:pt idx="12572">
                  <c:v>37.549999999999997</c:v>
                </c:pt>
                <c:pt idx="12573">
                  <c:v>37.549999999999997</c:v>
                </c:pt>
                <c:pt idx="12574">
                  <c:v>37.549999999999997</c:v>
                </c:pt>
                <c:pt idx="12575">
                  <c:v>37.549999999999997</c:v>
                </c:pt>
                <c:pt idx="12576">
                  <c:v>37.549999999999997</c:v>
                </c:pt>
                <c:pt idx="12577">
                  <c:v>37.549999999999997</c:v>
                </c:pt>
                <c:pt idx="12578">
                  <c:v>37.549999999999997</c:v>
                </c:pt>
                <c:pt idx="12579">
                  <c:v>37.549999999999997</c:v>
                </c:pt>
                <c:pt idx="12580">
                  <c:v>37.549999999999997</c:v>
                </c:pt>
                <c:pt idx="12581">
                  <c:v>37.549999999999997</c:v>
                </c:pt>
                <c:pt idx="12582">
                  <c:v>37.549999999999997</c:v>
                </c:pt>
                <c:pt idx="12583">
                  <c:v>37.549999999999997</c:v>
                </c:pt>
                <c:pt idx="12584">
                  <c:v>37.549999999999997</c:v>
                </c:pt>
                <c:pt idx="12585">
                  <c:v>37.549999999999997</c:v>
                </c:pt>
                <c:pt idx="12586">
                  <c:v>37.6</c:v>
                </c:pt>
                <c:pt idx="12587">
                  <c:v>37.6</c:v>
                </c:pt>
                <c:pt idx="12588">
                  <c:v>37.6</c:v>
                </c:pt>
                <c:pt idx="12589">
                  <c:v>37.6</c:v>
                </c:pt>
                <c:pt idx="12590">
                  <c:v>37.6</c:v>
                </c:pt>
                <c:pt idx="12591">
                  <c:v>37.6</c:v>
                </c:pt>
                <c:pt idx="12592">
                  <c:v>37.6</c:v>
                </c:pt>
                <c:pt idx="12593">
                  <c:v>37.6</c:v>
                </c:pt>
                <c:pt idx="12594">
                  <c:v>37.6</c:v>
                </c:pt>
                <c:pt idx="12595">
                  <c:v>37.6</c:v>
                </c:pt>
                <c:pt idx="12596">
                  <c:v>37.6</c:v>
                </c:pt>
                <c:pt idx="12597">
                  <c:v>37.6</c:v>
                </c:pt>
                <c:pt idx="12598">
                  <c:v>37.6</c:v>
                </c:pt>
                <c:pt idx="12599">
                  <c:v>37.6</c:v>
                </c:pt>
                <c:pt idx="12600">
                  <c:v>37.6</c:v>
                </c:pt>
                <c:pt idx="12601">
                  <c:v>37.6</c:v>
                </c:pt>
                <c:pt idx="12602">
                  <c:v>37.6</c:v>
                </c:pt>
                <c:pt idx="12603">
                  <c:v>37.6</c:v>
                </c:pt>
                <c:pt idx="12604">
                  <c:v>37.6</c:v>
                </c:pt>
                <c:pt idx="12605">
                  <c:v>37.6</c:v>
                </c:pt>
                <c:pt idx="12606">
                  <c:v>37.6</c:v>
                </c:pt>
                <c:pt idx="12607">
                  <c:v>37.65</c:v>
                </c:pt>
                <c:pt idx="12608">
                  <c:v>37.65</c:v>
                </c:pt>
                <c:pt idx="12609">
                  <c:v>37.65</c:v>
                </c:pt>
                <c:pt idx="12610">
                  <c:v>37.65</c:v>
                </c:pt>
                <c:pt idx="12611">
                  <c:v>37.65</c:v>
                </c:pt>
                <c:pt idx="12612">
                  <c:v>37.65</c:v>
                </c:pt>
                <c:pt idx="12613">
                  <c:v>37.65</c:v>
                </c:pt>
                <c:pt idx="12614">
                  <c:v>37.65</c:v>
                </c:pt>
                <c:pt idx="12615">
                  <c:v>37.65</c:v>
                </c:pt>
                <c:pt idx="12616">
                  <c:v>37.65</c:v>
                </c:pt>
                <c:pt idx="12617">
                  <c:v>37.65</c:v>
                </c:pt>
                <c:pt idx="12618">
                  <c:v>37.65</c:v>
                </c:pt>
                <c:pt idx="12619">
                  <c:v>37.65</c:v>
                </c:pt>
                <c:pt idx="12620">
                  <c:v>37.700000000000003</c:v>
                </c:pt>
                <c:pt idx="12621">
                  <c:v>37.65</c:v>
                </c:pt>
                <c:pt idx="12622">
                  <c:v>37.700000000000003</c:v>
                </c:pt>
                <c:pt idx="12623">
                  <c:v>37.700000000000003</c:v>
                </c:pt>
                <c:pt idx="12624">
                  <c:v>37.700000000000003</c:v>
                </c:pt>
                <c:pt idx="12625">
                  <c:v>37.700000000000003</c:v>
                </c:pt>
                <c:pt idx="12626">
                  <c:v>37.700000000000003</c:v>
                </c:pt>
                <c:pt idx="12627">
                  <c:v>37.700000000000003</c:v>
                </c:pt>
                <c:pt idx="12628">
                  <c:v>37.700000000000003</c:v>
                </c:pt>
                <c:pt idx="12629">
                  <c:v>37.700000000000003</c:v>
                </c:pt>
                <c:pt idx="12630">
                  <c:v>37.700000000000003</c:v>
                </c:pt>
                <c:pt idx="12631">
                  <c:v>37.700000000000003</c:v>
                </c:pt>
                <c:pt idx="12632">
                  <c:v>37.700000000000003</c:v>
                </c:pt>
                <c:pt idx="12633">
                  <c:v>37.700000000000003</c:v>
                </c:pt>
                <c:pt idx="12634">
                  <c:v>37.700000000000003</c:v>
                </c:pt>
                <c:pt idx="12635">
                  <c:v>37.700000000000003</c:v>
                </c:pt>
                <c:pt idx="12636">
                  <c:v>37.700000000000003</c:v>
                </c:pt>
                <c:pt idx="12637">
                  <c:v>37.700000000000003</c:v>
                </c:pt>
                <c:pt idx="12638">
                  <c:v>37.700000000000003</c:v>
                </c:pt>
                <c:pt idx="12639">
                  <c:v>37.700000000000003</c:v>
                </c:pt>
                <c:pt idx="12640">
                  <c:v>37.75</c:v>
                </c:pt>
                <c:pt idx="12641">
                  <c:v>37.75</c:v>
                </c:pt>
                <c:pt idx="12642">
                  <c:v>37.75</c:v>
                </c:pt>
                <c:pt idx="12643">
                  <c:v>37.75</c:v>
                </c:pt>
                <c:pt idx="12644">
                  <c:v>37.75</c:v>
                </c:pt>
                <c:pt idx="12645">
                  <c:v>37.75</c:v>
                </c:pt>
                <c:pt idx="12646">
                  <c:v>37.75</c:v>
                </c:pt>
                <c:pt idx="12647">
                  <c:v>37.75</c:v>
                </c:pt>
                <c:pt idx="12648">
                  <c:v>37.75</c:v>
                </c:pt>
                <c:pt idx="12649">
                  <c:v>37.75</c:v>
                </c:pt>
                <c:pt idx="12650">
                  <c:v>37.75</c:v>
                </c:pt>
                <c:pt idx="12651">
                  <c:v>37.75</c:v>
                </c:pt>
                <c:pt idx="12652">
                  <c:v>37.75</c:v>
                </c:pt>
                <c:pt idx="12653">
                  <c:v>37.75</c:v>
                </c:pt>
                <c:pt idx="12654">
                  <c:v>37.75</c:v>
                </c:pt>
                <c:pt idx="12655">
                  <c:v>37.799999999999997</c:v>
                </c:pt>
                <c:pt idx="12656">
                  <c:v>37.75</c:v>
                </c:pt>
                <c:pt idx="12657">
                  <c:v>37.799999999999997</c:v>
                </c:pt>
                <c:pt idx="12658">
                  <c:v>37.799999999999997</c:v>
                </c:pt>
                <c:pt idx="12659">
                  <c:v>37.799999999999997</c:v>
                </c:pt>
                <c:pt idx="12660">
                  <c:v>37.799999999999997</c:v>
                </c:pt>
                <c:pt idx="12661">
                  <c:v>37.799999999999997</c:v>
                </c:pt>
                <c:pt idx="12662">
                  <c:v>37.799999999999997</c:v>
                </c:pt>
                <c:pt idx="12663">
                  <c:v>37.799999999999997</c:v>
                </c:pt>
                <c:pt idx="12664">
                  <c:v>37.799999999999997</c:v>
                </c:pt>
                <c:pt idx="12665">
                  <c:v>37.799999999999997</c:v>
                </c:pt>
                <c:pt idx="12666">
                  <c:v>37.799999999999997</c:v>
                </c:pt>
                <c:pt idx="12667">
                  <c:v>37.799999999999997</c:v>
                </c:pt>
                <c:pt idx="12668">
                  <c:v>37.799999999999997</c:v>
                </c:pt>
                <c:pt idx="12669">
                  <c:v>37.799999999999997</c:v>
                </c:pt>
                <c:pt idx="12670">
                  <c:v>37.799999999999997</c:v>
                </c:pt>
                <c:pt idx="12671">
                  <c:v>37.799999999999997</c:v>
                </c:pt>
                <c:pt idx="12672">
                  <c:v>37.799999999999997</c:v>
                </c:pt>
                <c:pt idx="12673">
                  <c:v>37.799999999999997</c:v>
                </c:pt>
                <c:pt idx="12674">
                  <c:v>37.799999999999997</c:v>
                </c:pt>
                <c:pt idx="12675">
                  <c:v>37.799999999999997</c:v>
                </c:pt>
                <c:pt idx="12676">
                  <c:v>37.799999999999997</c:v>
                </c:pt>
                <c:pt idx="12677">
                  <c:v>37.799999999999997</c:v>
                </c:pt>
                <c:pt idx="12678">
                  <c:v>37.799999999999997</c:v>
                </c:pt>
                <c:pt idx="12679">
                  <c:v>37.799999999999997</c:v>
                </c:pt>
                <c:pt idx="12680">
                  <c:v>37.85</c:v>
                </c:pt>
                <c:pt idx="12681">
                  <c:v>37.85</c:v>
                </c:pt>
                <c:pt idx="12682">
                  <c:v>37.85</c:v>
                </c:pt>
                <c:pt idx="12683">
                  <c:v>37.85</c:v>
                </c:pt>
                <c:pt idx="12684">
                  <c:v>37.85</c:v>
                </c:pt>
                <c:pt idx="12685">
                  <c:v>37.85</c:v>
                </c:pt>
                <c:pt idx="12686">
                  <c:v>37.85</c:v>
                </c:pt>
                <c:pt idx="12687">
                  <c:v>37.85</c:v>
                </c:pt>
                <c:pt idx="12688">
                  <c:v>37.85</c:v>
                </c:pt>
                <c:pt idx="12689">
                  <c:v>37.85</c:v>
                </c:pt>
                <c:pt idx="12690">
                  <c:v>37.85</c:v>
                </c:pt>
                <c:pt idx="12691">
                  <c:v>37.85</c:v>
                </c:pt>
                <c:pt idx="12692">
                  <c:v>37.85</c:v>
                </c:pt>
                <c:pt idx="12693">
                  <c:v>37.85</c:v>
                </c:pt>
                <c:pt idx="12694">
                  <c:v>37.85</c:v>
                </c:pt>
                <c:pt idx="12695">
                  <c:v>37.85</c:v>
                </c:pt>
                <c:pt idx="12696">
                  <c:v>37.85</c:v>
                </c:pt>
                <c:pt idx="12697">
                  <c:v>37.9</c:v>
                </c:pt>
                <c:pt idx="12698">
                  <c:v>37.9</c:v>
                </c:pt>
                <c:pt idx="12699">
                  <c:v>37.9</c:v>
                </c:pt>
                <c:pt idx="12700">
                  <c:v>37.9</c:v>
                </c:pt>
                <c:pt idx="12701">
                  <c:v>37.9</c:v>
                </c:pt>
                <c:pt idx="12702">
                  <c:v>37.9</c:v>
                </c:pt>
                <c:pt idx="12703">
                  <c:v>37.9</c:v>
                </c:pt>
                <c:pt idx="12704">
                  <c:v>37.9</c:v>
                </c:pt>
                <c:pt idx="12705">
                  <c:v>37.9</c:v>
                </c:pt>
                <c:pt idx="12706">
                  <c:v>37.9</c:v>
                </c:pt>
                <c:pt idx="12707">
                  <c:v>37.9</c:v>
                </c:pt>
                <c:pt idx="12708">
                  <c:v>37.9</c:v>
                </c:pt>
                <c:pt idx="12709">
                  <c:v>37.9</c:v>
                </c:pt>
                <c:pt idx="12710">
                  <c:v>37.9</c:v>
                </c:pt>
                <c:pt idx="12711">
                  <c:v>37.9</c:v>
                </c:pt>
                <c:pt idx="12712">
                  <c:v>37.9</c:v>
                </c:pt>
                <c:pt idx="12713">
                  <c:v>37.9</c:v>
                </c:pt>
                <c:pt idx="12714">
                  <c:v>37.9</c:v>
                </c:pt>
                <c:pt idx="12715">
                  <c:v>37.9</c:v>
                </c:pt>
                <c:pt idx="12716">
                  <c:v>37.9</c:v>
                </c:pt>
                <c:pt idx="12717">
                  <c:v>37.9</c:v>
                </c:pt>
                <c:pt idx="12718">
                  <c:v>37.9</c:v>
                </c:pt>
                <c:pt idx="12719">
                  <c:v>37.9</c:v>
                </c:pt>
                <c:pt idx="12720">
                  <c:v>37.9</c:v>
                </c:pt>
                <c:pt idx="12721">
                  <c:v>37.9</c:v>
                </c:pt>
                <c:pt idx="12722">
                  <c:v>37.9</c:v>
                </c:pt>
                <c:pt idx="12723">
                  <c:v>37.9</c:v>
                </c:pt>
                <c:pt idx="12724">
                  <c:v>37.9</c:v>
                </c:pt>
                <c:pt idx="12725">
                  <c:v>37.9</c:v>
                </c:pt>
                <c:pt idx="12726">
                  <c:v>37.9</c:v>
                </c:pt>
                <c:pt idx="12727">
                  <c:v>37.9</c:v>
                </c:pt>
                <c:pt idx="12728">
                  <c:v>37.9</c:v>
                </c:pt>
                <c:pt idx="12729">
                  <c:v>37.9</c:v>
                </c:pt>
                <c:pt idx="12730">
                  <c:v>37.9</c:v>
                </c:pt>
                <c:pt idx="12731">
                  <c:v>37.9</c:v>
                </c:pt>
                <c:pt idx="12732">
                  <c:v>37.950000000000003</c:v>
                </c:pt>
                <c:pt idx="12733">
                  <c:v>37.950000000000003</c:v>
                </c:pt>
                <c:pt idx="12734">
                  <c:v>37.950000000000003</c:v>
                </c:pt>
                <c:pt idx="12735">
                  <c:v>37.950000000000003</c:v>
                </c:pt>
                <c:pt idx="12736">
                  <c:v>37.950000000000003</c:v>
                </c:pt>
                <c:pt idx="12737">
                  <c:v>37.950000000000003</c:v>
                </c:pt>
                <c:pt idx="12738">
                  <c:v>37.950000000000003</c:v>
                </c:pt>
                <c:pt idx="12739">
                  <c:v>37.950000000000003</c:v>
                </c:pt>
                <c:pt idx="12740">
                  <c:v>37.950000000000003</c:v>
                </c:pt>
                <c:pt idx="12741">
                  <c:v>37.950000000000003</c:v>
                </c:pt>
                <c:pt idx="12742">
                  <c:v>37.950000000000003</c:v>
                </c:pt>
                <c:pt idx="12743">
                  <c:v>37.950000000000003</c:v>
                </c:pt>
                <c:pt idx="12744">
                  <c:v>37.950000000000003</c:v>
                </c:pt>
                <c:pt idx="12745">
                  <c:v>37.950000000000003</c:v>
                </c:pt>
                <c:pt idx="12746">
                  <c:v>37.950000000000003</c:v>
                </c:pt>
                <c:pt idx="12747">
                  <c:v>37.950000000000003</c:v>
                </c:pt>
                <c:pt idx="12748">
                  <c:v>37.950000000000003</c:v>
                </c:pt>
                <c:pt idx="12749">
                  <c:v>37.950000000000003</c:v>
                </c:pt>
                <c:pt idx="12750">
                  <c:v>37.950000000000003</c:v>
                </c:pt>
                <c:pt idx="12751">
                  <c:v>38</c:v>
                </c:pt>
                <c:pt idx="12752">
                  <c:v>38</c:v>
                </c:pt>
                <c:pt idx="12753">
                  <c:v>38</c:v>
                </c:pt>
                <c:pt idx="12754">
                  <c:v>38</c:v>
                </c:pt>
                <c:pt idx="12755">
                  <c:v>38</c:v>
                </c:pt>
                <c:pt idx="12756">
                  <c:v>38</c:v>
                </c:pt>
                <c:pt idx="12757">
                  <c:v>38</c:v>
                </c:pt>
                <c:pt idx="12758">
                  <c:v>38</c:v>
                </c:pt>
                <c:pt idx="12759">
                  <c:v>38</c:v>
                </c:pt>
                <c:pt idx="12760">
                  <c:v>38</c:v>
                </c:pt>
                <c:pt idx="12761">
                  <c:v>38</c:v>
                </c:pt>
                <c:pt idx="12762">
                  <c:v>38</c:v>
                </c:pt>
                <c:pt idx="12763">
                  <c:v>38</c:v>
                </c:pt>
                <c:pt idx="12764">
                  <c:v>38</c:v>
                </c:pt>
                <c:pt idx="12765">
                  <c:v>38</c:v>
                </c:pt>
                <c:pt idx="12766">
                  <c:v>38</c:v>
                </c:pt>
                <c:pt idx="12767">
                  <c:v>38</c:v>
                </c:pt>
                <c:pt idx="12768">
                  <c:v>38</c:v>
                </c:pt>
                <c:pt idx="12769">
                  <c:v>38.049999999999997</c:v>
                </c:pt>
                <c:pt idx="12770">
                  <c:v>38.049999999999997</c:v>
                </c:pt>
                <c:pt idx="12771">
                  <c:v>38.049999999999997</c:v>
                </c:pt>
                <c:pt idx="12772">
                  <c:v>38.049999999999997</c:v>
                </c:pt>
                <c:pt idx="12773">
                  <c:v>38.049999999999997</c:v>
                </c:pt>
                <c:pt idx="12774">
                  <c:v>38.049999999999997</c:v>
                </c:pt>
                <c:pt idx="12775">
                  <c:v>38.049999999999997</c:v>
                </c:pt>
                <c:pt idx="12776">
                  <c:v>38.049999999999997</c:v>
                </c:pt>
                <c:pt idx="12777">
                  <c:v>38.049999999999997</c:v>
                </c:pt>
                <c:pt idx="12778">
                  <c:v>38.049999999999997</c:v>
                </c:pt>
                <c:pt idx="12779">
                  <c:v>38.049999999999997</c:v>
                </c:pt>
                <c:pt idx="12780">
                  <c:v>38.049999999999997</c:v>
                </c:pt>
                <c:pt idx="12781">
                  <c:v>38.049999999999997</c:v>
                </c:pt>
                <c:pt idx="12782">
                  <c:v>38.049999999999997</c:v>
                </c:pt>
                <c:pt idx="12783">
                  <c:v>38.049999999999997</c:v>
                </c:pt>
                <c:pt idx="12784">
                  <c:v>38.049999999999997</c:v>
                </c:pt>
                <c:pt idx="12785">
                  <c:v>38.049999999999997</c:v>
                </c:pt>
                <c:pt idx="12786">
                  <c:v>38.049999999999997</c:v>
                </c:pt>
                <c:pt idx="12787">
                  <c:v>38.049999999999997</c:v>
                </c:pt>
                <c:pt idx="12788">
                  <c:v>38.049999999999997</c:v>
                </c:pt>
                <c:pt idx="12789">
                  <c:v>38.049999999999997</c:v>
                </c:pt>
                <c:pt idx="12790">
                  <c:v>38.1</c:v>
                </c:pt>
                <c:pt idx="12791">
                  <c:v>38.1</c:v>
                </c:pt>
                <c:pt idx="12792">
                  <c:v>38.1</c:v>
                </c:pt>
                <c:pt idx="12793">
                  <c:v>38.1</c:v>
                </c:pt>
                <c:pt idx="12794">
                  <c:v>38.1</c:v>
                </c:pt>
                <c:pt idx="12795">
                  <c:v>38.1</c:v>
                </c:pt>
                <c:pt idx="12796">
                  <c:v>38.1</c:v>
                </c:pt>
                <c:pt idx="12797">
                  <c:v>38.1</c:v>
                </c:pt>
                <c:pt idx="12798">
                  <c:v>38.1</c:v>
                </c:pt>
                <c:pt idx="12799">
                  <c:v>38.1</c:v>
                </c:pt>
                <c:pt idx="12800">
                  <c:v>38.1</c:v>
                </c:pt>
                <c:pt idx="12801">
                  <c:v>38.1</c:v>
                </c:pt>
                <c:pt idx="12802">
                  <c:v>38.1</c:v>
                </c:pt>
                <c:pt idx="12803">
                  <c:v>38.1</c:v>
                </c:pt>
                <c:pt idx="12804">
                  <c:v>38.1</c:v>
                </c:pt>
                <c:pt idx="12805">
                  <c:v>38.1</c:v>
                </c:pt>
                <c:pt idx="12806">
                  <c:v>38.1</c:v>
                </c:pt>
                <c:pt idx="12807">
                  <c:v>38.1</c:v>
                </c:pt>
                <c:pt idx="12808">
                  <c:v>38.15</c:v>
                </c:pt>
                <c:pt idx="12809">
                  <c:v>38.15</c:v>
                </c:pt>
                <c:pt idx="12810">
                  <c:v>38.15</c:v>
                </c:pt>
                <c:pt idx="12811">
                  <c:v>38.15</c:v>
                </c:pt>
                <c:pt idx="12812">
                  <c:v>38.15</c:v>
                </c:pt>
                <c:pt idx="12813">
                  <c:v>38.15</c:v>
                </c:pt>
                <c:pt idx="12814">
                  <c:v>38.15</c:v>
                </c:pt>
                <c:pt idx="12815">
                  <c:v>38.15</c:v>
                </c:pt>
                <c:pt idx="12816">
                  <c:v>38.15</c:v>
                </c:pt>
                <c:pt idx="12817">
                  <c:v>38.15</c:v>
                </c:pt>
                <c:pt idx="12818">
                  <c:v>38.15</c:v>
                </c:pt>
                <c:pt idx="12819">
                  <c:v>38.15</c:v>
                </c:pt>
                <c:pt idx="12820">
                  <c:v>38.15</c:v>
                </c:pt>
                <c:pt idx="12821">
                  <c:v>38.15</c:v>
                </c:pt>
                <c:pt idx="12822">
                  <c:v>38.15</c:v>
                </c:pt>
                <c:pt idx="12823">
                  <c:v>38.15</c:v>
                </c:pt>
                <c:pt idx="12824">
                  <c:v>38.15</c:v>
                </c:pt>
                <c:pt idx="12825">
                  <c:v>38.15</c:v>
                </c:pt>
                <c:pt idx="12826">
                  <c:v>38.15</c:v>
                </c:pt>
                <c:pt idx="12827">
                  <c:v>38.15</c:v>
                </c:pt>
                <c:pt idx="12828">
                  <c:v>38.15</c:v>
                </c:pt>
                <c:pt idx="12829">
                  <c:v>38.15</c:v>
                </c:pt>
                <c:pt idx="12830">
                  <c:v>38.200000000000003</c:v>
                </c:pt>
                <c:pt idx="12831">
                  <c:v>38.200000000000003</c:v>
                </c:pt>
                <c:pt idx="12832">
                  <c:v>38.200000000000003</c:v>
                </c:pt>
                <c:pt idx="12833">
                  <c:v>38.200000000000003</c:v>
                </c:pt>
                <c:pt idx="12834">
                  <c:v>38.200000000000003</c:v>
                </c:pt>
                <c:pt idx="12835">
                  <c:v>38.200000000000003</c:v>
                </c:pt>
                <c:pt idx="12836">
                  <c:v>38.200000000000003</c:v>
                </c:pt>
                <c:pt idx="12837">
                  <c:v>38.200000000000003</c:v>
                </c:pt>
                <c:pt idx="12838">
                  <c:v>38.200000000000003</c:v>
                </c:pt>
                <c:pt idx="12839">
                  <c:v>38.200000000000003</c:v>
                </c:pt>
                <c:pt idx="12840">
                  <c:v>38.200000000000003</c:v>
                </c:pt>
                <c:pt idx="12841">
                  <c:v>38.200000000000003</c:v>
                </c:pt>
                <c:pt idx="12842">
                  <c:v>38.200000000000003</c:v>
                </c:pt>
                <c:pt idx="12843">
                  <c:v>38.200000000000003</c:v>
                </c:pt>
                <c:pt idx="12844">
                  <c:v>38.200000000000003</c:v>
                </c:pt>
                <c:pt idx="12845">
                  <c:v>38.25</c:v>
                </c:pt>
                <c:pt idx="12846">
                  <c:v>38.25</c:v>
                </c:pt>
                <c:pt idx="12847">
                  <c:v>38.25</c:v>
                </c:pt>
                <c:pt idx="12848">
                  <c:v>38.25</c:v>
                </c:pt>
                <c:pt idx="12849">
                  <c:v>38.25</c:v>
                </c:pt>
                <c:pt idx="12850">
                  <c:v>38.25</c:v>
                </c:pt>
                <c:pt idx="12851">
                  <c:v>38.25</c:v>
                </c:pt>
                <c:pt idx="12852">
                  <c:v>38.25</c:v>
                </c:pt>
                <c:pt idx="12853">
                  <c:v>38.25</c:v>
                </c:pt>
                <c:pt idx="12854">
                  <c:v>38.25</c:v>
                </c:pt>
                <c:pt idx="12855">
                  <c:v>38.25</c:v>
                </c:pt>
                <c:pt idx="12856">
                  <c:v>38.25</c:v>
                </c:pt>
                <c:pt idx="12857">
                  <c:v>38.25</c:v>
                </c:pt>
                <c:pt idx="12858">
                  <c:v>38.25</c:v>
                </c:pt>
                <c:pt idx="12859">
                  <c:v>38.25</c:v>
                </c:pt>
                <c:pt idx="12860">
                  <c:v>38.25</c:v>
                </c:pt>
                <c:pt idx="12861">
                  <c:v>38.25</c:v>
                </c:pt>
                <c:pt idx="12862">
                  <c:v>38.25</c:v>
                </c:pt>
                <c:pt idx="12863">
                  <c:v>38.25</c:v>
                </c:pt>
                <c:pt idx="12864">
                  <c:v>38.25</c:v>
                </c:pt>
                <c:pt idx="12865">
                  <c:v>38.25</c:v>
                </c:pt>
                <c:pt idx="12866">
                  <c:v>38.25</c:v>
                </c:pt>
                <c:pt idx="12867">
                  <c:v>38.25</c:v>
                </c:pt>
                <c:pt idx="12868">
                  <c:v>38.299999999999997</c:v>
                </c:pt>
                <c:pt idx="12869">
                  <c:v>38.299999999999997</c:v>
                </c:pt>
                <c:pt idx="12870">
                  <c:v>38.299999999999997</c:v>
                </c:pt>
                <c:pt idx="12871">
                  <c:v>38.299999999999997</c:v>
                </c:pt>
                <c:pt idx="12872">
                  <c:v>38.299999999999997</c:v>
                </c:pt>
                <c:pt idx="12873">
                  <c:v>38.25</c:v>
                </c:pt>
                <c:pt idx="12874">
                  <c:v>38.25</c:v>
                </c:pt>
                <c:pt idx="12875">
                  <c:v>38.25</c:v>
                </c:pt>
                <c:pt idx="12876">
                  <c:v>38.299999999999997</c:v>
                </c:pt>
                <c:pt idx="12877">
                  <c:v>38.25</c:v>
                </c:pt>
                <c:pt idx="12878">
                  <c:v>38.299999999999997</c:v>
                </c:pt>
                <c:pt idx="12879">
                  <c:v>38.299999999999997</c:v>
                </c:pt>
                <c:pt idx="12880">
                  <c:v>38.299999999999997</c:v>
                </c:pt>
                <c:pt idx="12881">
                  <c:v>38.299999999999997</c:v>
                </c:pt>
                <c:pt idx="12882">
                  <c:v>38.299999999999997</c:v>
                </c:pt>
                <c:pt idx="12883">
                  <c:v>38.299999999999997</c:v>
                </c:pt>
                <c:pt idx="12884">
                  <c:v>38.299999999999997</c:v>
                </c:pt>
                <c:pt idx="12885">
                  <c:v>38.299999999999997</c:v>
                </c:pt>
                <c:pt idx="12886">
                  <c:v>38.299999999999997</c:v>
                </c:pt>
                <c:pt idx="12887">
                  <c:v>38.299999999999997</c:v>
                </c:pt>
                <c:pt idx="12888">
                  <c:v>38.299999999999997</c:v>
                </c:pt>
                <c:pt idx="12889">
                  <c:v>38.299999999999997</c:v>
                </c:pt>
                <c:pt idx="12890">
                  <c:v>38.299999999999997</c:v>
                </c:pt>
                <c:pt idx="12891">
                  <c:v>38.299999999999997</c:v>
                </c:pt>
                <c:pt idx="12892">
                  <c:v>38.299999999999997</c:v>
                </c:pt>
                <c:pt idx="12893">
                  <c:v>38.299999999999997</c:v>
                </c:pt>
                <c:pt idx="12894">
                  <c:v>38.299999999999997</c:v>
                </c:pt>
                <c:pt idx="12895">
                  <c:v>38.299999999999997</c:v>
                </c:pt>
                <c:pt idx="12896">
                  <c:v>38.299999999999997</c:v>
                </c:pt>
                <c:pt idx="12897">
                  <c:v>38.35</c:v>
                </c:pt>
                <c:pt idx="12898">
                  <c:v>38.35</c:v>
                </c:pt>
                <c:pt idx="12899">
                  <c:v>38.35</c:v>
                </c:pt>
                <c:pt idx="12900">
                  <c:v>38.35</c:v>
                </c:pt>
                <c:pt idx="12901">
                  <c:v>38.35</c:v>
                </c:pt>
                <c:pt idx="12902">
                  <c:v>38.35</c:v>
                </c:pt>
                <c:pt idx="12903">
                  <c:v>38.35</c:v>
                </c:pt>
                <c:pt idx="12904">
                  <c:v>38.35</c:v>
                </c:pt>
                <c:pt idx="12905">
                  <c:v>38.35</c:v>
                </c:pt>
                <c:pt idx="12906">
                  <c:v>38.35</c:v>
                </c:pt>
                <c:pt idx="12907">
                  <c:v>38.35</c:v>
                </c:pt>
                <c:pt idx="12908">
                  <c:v>38.35</c:v>
                </c:pt>
                <c:pt idx="12909">
                  <c:v>38.35</c:v>
                </c:pt>
                <c:pt idx="12910">
                  <c:v>38.35</c:v>
                </c:pt>
                <c:pt idx="12911">
                  <c:v>38.35</c:v>
                </c:pt>
                <c:pt idx="12912">
                  <c:v>38.35</c:v>
                </c:pt>
                <c:pt idx="12913">
                  <c:v>38.35</c:v>
                </c:pt>
                <c:pt idx="12914">
                  <c:v>38.35</c:v>
                </c:pt>
                <c:pt idx="12915">
                  <c:v>38.35</c:v>
                </c:pt>
                <c:pt idx="12916">
                  <c:v>38.4</c:v>
                </c:pt>
                <c:pt idx="12917">
                  <c:v>38.4</c:v>
                </c:pt>
                <c:pt idx="12918">
                  <c:v>38.4</c:v>
                </c:pt>
                <c:pt idx="12919">
                  <c:v>38.4</c:v>
                </c:pt>
                <c:pt idx="12920">
                  <c:v>38.4</c:v>
                </c:pt>
                <c:pt idx="12921">
                  <c:v>38.4</c:v>
                </c:pt>
                <c:pt idx="12922">
                  <c:v>38.4</c:v>
                </c:pt>
                <c:pt idx="12923">
                  <c:v>38.4</c:v>
                </c:pt>
                <c:pt idx="12924">
                  <c:v>38.4</c:v>
                </c:pt>
                <c:pt idx="12925">
                  <c:v>38.4</c:v>
                </c:pt>
                <c:pt idx="12926">
                  <c:v>38.4</c:v>
                </c:pt>
                <c:pt idx="12927">
                  <c:v>38.4</c:v>
                </c:pt>
                <c:pt idx="12928">
                  <c:v>38.4</c:v>
                </c:pt>
                <c:pt idx="12929">
                  <c:v>38.4</c:v>
                </c:pt>
                <c:pt idx="12930">
                  <c:v>38.4</c:v>
                </c:pt>
                <c:pt idx="12931">
                  <c:v>38.4</c:v>
                </c:pt>
                <c:pt idx="12932">
                  <c:v>38.4</c:v>
                </c:pt>
                <c:pt idx="12933">
                  <c:v>38.450000000000003</c:v>
                </c:pt>
                <c:pt idx="12934">
                  <c:v>38.450000000000003</c:v>
                </c:pt>
                <c:pt idx="12935">
                  <c:v>38.450000000000003</c:v>
                </c:pt>
                <c:pt idx="12936">
                  <c:v>38.450000000000003</c:v>
                </c:pt>
                <c:pt idx="12937">
                  <c:v>38.450000000000003</c:v>
                </c:pt>
                <c:pt idx="12938">
                  <c:v>38.450000000000003</c:v>
                </c:pt>
                <c:pt idx="12939">
                  <c:v>38.450000000000003</c:v>
                </c:pt>
                <c:pt idx="12940">
                  <c:v>38.450000000000003</c:v>
                </c:pt>
                <c:pt idx="12941">
                  <c:v>38.450000000000003</c:v>
                </c:pt>
                <c:pt idx="12942">
                  <c:v>38.450000000000003</c:v>
                </c:pt>
                <c:pt idx="12943">
                  <c:v>38.450000000000003</c:v>
                </c:pt>
                <c:pt idx="12944">
                  <c:v>38.450000000000003</c:v>
                </c:pt>
                <c:pt idx="12945">
                  <c:v>38.450000000000003</c:v>
                </c:pt>
                <c:pt idx="12946">
                  <c:v>38.450000000000003</c:v>
                </c:pt>
                <c:pt idx="12947">
                  <c:v>38.450000000000003</c:v>
                </c:pt>
                <c:pt idx="12948">
                  <c:v>38.450000000000003</c:v>
                </c:pt>
                <c:pt idx="12949">
                  <c:v>38.450000000000003</c:v>
                </c:pt>
                <c:pt idx="12950">
                  <c:v>38.5</c:v>
                </c:pt>
                <c:pt idx="12951">
                  <c:v>38.5</c:v>
                </c:pt>
                <c:pt idx="12952">
                  <c:v>38.5</c:v>
                </c:pt>
                <c:pt idx="12953">
                  <c:v>38.5</c:v>
                </c:pt>
                <c:pt idx="12954">
                  <c:v>38.5</c:v>
                </c:pt>
                <c:pt idx="12955">
                  <c:v>38.5</c:v>
                </c:pt>
                <c:pt idx="12956">
                  <c:v>38.5</c:v>
                </c:pt>
                <c:pt idx="12957">
                  <c:v>38.5</c:v>
                </c:pt>
                <c:pt idx="12958">
                  <c:v>38.5</c:v>
                </c:pt>
                <c:pt idx="12959">
                  <c:v>38.5</c:v>
                </c:pt>
                <c:pt idx="12960">
                  <c:v>38.5</c:v>
                </c:pt>
                <c:pt idx="12961">
                  <c:v>38.5</c:v>
                </c:pt>
                <c:pt idx="12962">
                  <c:v>38.5</c:v>
                </c:pt>
                <c:pt idx="12963">
                  <c:v>38.5</c:v>
                </c:pt>
                <c:pt idx="12964">
                  <c:v>38.5</c:v>
                </c:pt>
                <c:pt idx="12965">
                  <c:v>38.5</c:v>
                </c:pt>
                <c:pt idx="12966">
                  <c:v>38.5</c:v>
                </c:pt>
                <c:pt idx="12967">
                  <c:v>38.5</c:v>
                </c:pt>
                <c:pt idx="12968">
                  <c:v>38.5</c:v>
                </c:pt>
                <c:pt idx="12969">
                  <c:v>38.5</c:v>
                </c:pt>
                <c:pt idx="12970">
                  <c:v>38.5</c:v>
                </c:pt>
                <c:pt idx="12971">
                  <c:v>38.5</c:v>
                </c:pt>
                <c:pt idx="12972">
                  <c:v>38.549999999999997</c:v>
                </c:pt>
                <c:pt idx="12973">
                  <c:v>38.549999999999997</c:v>
                </c:pt>
                <c:pt idx="12974">
                  <c:v>38.549999999999997</c:v>
                </c:pt>
                <c:pt idx="12975">
                  <c:v>38.549999999999997</c:v>
                </c:pt>
                <c:pt idx="12976">
                  <c:v>38.549999999999997</c:v>
                </c:pt>
                <c:pt idx="12977">
                  <c:v>38.549999999999997</c:v>
                </c:pt>
                <c:pt idx="12978">
                  <c:v>38.549999999999997</c:v>
                </c:pt>
                <c:pt idx="12979">
                  <c:v>38.549999999999997</c:v>
                </c:pt>
                <c:pt idx="12980">
                  <c:v>38.549999999999997</c:v>
                </c:pt>
                <c:pt idx="12981">
                  <c:v>38.549999999999997</c:v>
                </c:pt>
                <c:pt idx="12982">
                  <c:v>38.549999999999997</c:v>
                </c:pt>
                <c:pt idx="12983">
                  <c:v>38.549999999999997</c:v>
                </c:pt>
                <c:pt idx="12984">
                  <c:v>38.549999999999997</c:v>
                </c:pt>
                <c:pt idx="12985">
                  <c:v>38.549999999999997</c:v>
                </c:pt>
                <c:pt idx="12986">
                  <c:v>38.549999999999997</c:v>
                </c:pt>
                <c:pt idx="12987">
                  <c:v>38.549999999999997</c:v>
                </c:pt>
                <c:pt idx="12988">
                  <c:v>38.549999999999997</c:v>
                </c:pt>
                <c:pt idx="12989">
                  <c:v>38.549999999999997</c:v>
                </c:pt>
                <c:pt idx="12990">
                  <c:v>38.549999999999997</c:v>
                </c:pt>
                <c:pt idx="12991">
                  <c:v>38.6</c:v>
                </c:pt>
                <c:pt idx="12992">
                  <c:v>38.549999999999997</c:v>
                </c:pt>
                <c:pt idx="12993">
                  <c:v>38.6</c:v>
                </c:pt>
                <c:pt idx="12994">
                  <c:v>38.6</c:v>
                </c:pt>
                <c:pt idx="12995">
                  <c:v>38.6</c:v>
                </c:pt>
                <c:pt idx="12996">
                  <c:v>38.6</c:v>
                </c:pt>
                <c:pt idx="12997">
                  <c:v>38.6</c:v>
                </c:pt>
                <c:pt idx="12998">
                  <c:v>38.6</c:v>
                </c:pt>
                <c:pt idx="12999">
                  <c:v>38.6</c:v>
                </c:pt>
                <c:pt idx="13000">
                  <c:v>38.6</c:v>
                </c:pt>
                <c:pt idx="13001">
                  <c:v>38.6</c:v>
                </c:pt>
                <c:pt idx="13002">
                  <c:v>38.6</c:v>
                </c:pt>
                <c:pt idx="13003">
                  <c:v>38.6</c:v>
                </c:pt>
                <c:pt idx="13004">
                  <c:v>38.6</c:v>
                </c:pt>
                <c:pt idx="13005">
                  <c:v>38.6</c:v>
                </c:pt>
                <c:pt idx="13006">
                  <c:v>38.6</c:v>
                </c:pt>
                <c:pt idx="13007">
                  <c:v>38.6</c:v>
                </c:pt>
                <c:pt idx="13008">
                  <c:v>38.6</c:v>
                </c:pt>
                <c:pt idx="13009">
                  <c:v>38.6</c:v>
                </c:pt>
                <c:pt idx="13010">
                  <c:v>38.6</c:v>
                </c:pt>
                <c:pt idx="13011">
                  <c:v>38.6</c:v>
                </c:pt>
                <c:pt idx="13012">
                  <c:v>38.6</c:v>
                </c:pt>
                <c:pt idx="13013">
                  <c:v>38.6</c:v>
                </c:pt>
                <c:pt idx="13014">
                  <c:v>38.6</c:v>
                </c:pt>
                <c:pt idx="13015">
                  <c:v>38.6</c:v>
                </c:pt>
                <c:pt idx="13016">
                  <c:v>38.65</c:v>
                </c:pt>
                <c:pt idx="13017">
                  <c:v>38.65</c:v>
                </c:pt>
                <c:pt idx="13018">
                  <c:v>38.65</c:v>
                </c:pt>
                <c:pt idx="13019">
                  <c:v>38.65</c:v>
                </c:pt>
                <c:pt idx="13020">
                  <c:v>38.65</c:v>
                </c:pt>
                <c:pt idx="13021">
                  <c:v>38.65</c:v>
                </c:pt>
                <c:pt idx="13022">
                  <c:v>38.65</c:v>
                </c:pt>
                <c:pt idx="13023">
                  <c:v>38.65</c:v>
                </c:pt>
                <c:pt idx="13024">
                  <c:v>38.65</c:v>
                </c:pt>
                <c:pt idx="13025">
                  <c:v>38.65</c:v>
                </c:pt>
                <c:pt idx="13026">
                  <c:v>38.65</c:v>
                </c:pt>
                <c:pt idx="13027">
                  <c:v>38.65</c:v>
                </c:pt>
                <c:pt idx="13028">
                  <c:v>38.65</c:v>
                </c:pt>
                <c:pt idx="13029">
                  <c:v>38.65</c:v>
                </c:pt>
                <c:pt idx="13030">
                  <c:v>38.65</c:v>
                </c:pt>
                <c:pt idx="13031">
                  <c:v>38.65</c:v>
                </c:pt>
                <c:pt idx="13032">
                  <c:v>38.65</c:v>
                </c:pt>
                <c:pt idx="13033">
                  <c:v>38.65</c:v>
                </c:pt>
                <c:pt idx="13034">
                  <c:v>38.65</c:v>
                </c:pt>
                <c:pt idx="13035">
                  <c:v>38.65</c:v>
                </c:pt>
                <c:pt idx="13036">
                  <c:v>38.700000000000003</c:v>
                </c:pt>
                <c:pt idx="13037">
                  <c:v>38.700000000000003</c:v>
                </c:pt>
                <c:pt idx="13038">
                  <c:v>38.700000000000003</c:v>
                </c:pt>
                <c:pt idx="13039">
                  <c:v>38.700000000000003</c:v>
                </c:pt>
                <c:pt idx="13040">
                  <c:v>38.700000000000003</c:v>
                </c:pt>
                <c:pt idx="13041">
                  <c:v>38.700000000000003</c:v>
                </c:pt>
                <c:pt idx="13042">
                  <c:v>38.700000000000003</c:v>
                </c:pt>
                <c:pt idx="13043">
                  <c:v>38.700000000000003</c:v>
                </c:pt>
                <c:pt idx="13044">
                  <c:v>38.700000000000003</c:v>
                </c:pt>
                <c:pt idx="13045">
                  <c:v>38.700000000000003</c:v>
                </c:pt>
                <c:pt idx="13046">
                  <c:v>38.700000000000003</c:v>
                </c:pt>
                <c:pt idx="13047">
                  <c:v>38.700000000000003</c:v>
                </c:pt>
                <c:pt idx="13048">
                  <c:v>38.700000000000003</c:v>
                </c:pt>
                <c:pt idx="13049">
                  <c:v>38.700000000000003</c:v>
                </c:pt>
                <c:pt idx="13050">
                  <c:v>38.700000000000003</c:v>
                </c:pt>
                <c:pt idx="13051">
                  <c:v>38.700000000000003</c:v>
                </c:pt>
                <c:pt idx="13052">
                  <c:v>38.700000000000003</c:v>
                </c:pt>
                <c:pt idx="13053">
                  <c:v>38.700000000000003</c:v>
                </c:pt>
                <c:pt idx="13054">
                  <c:v>38.700000000000003</c:v>
                </c:pt>
                <c:pt idx="13055">
                  <c:v>38.75</c:v>
                </c:pt>
                <c:pt idx="13056">
                  <c:v>38.75</c:v>
                </c:pt>
                <c:pt idx="13057">
                  <c:v>38.75</c:v>
                </c:pt>
                <c:pt idx="13058">
                  <c:v>38.75</c:v>
                </c:pt>
                <c:pt idx="13059">
                  <c:v>38.75</c:v>
                </c:pt>
                <c:pt idx="13060">
                  <c:v>38.75</c:v>
                </c:pt>
                <c:pt idx="13061">
                  <c:v>38.75</c:v>
                </c:pt>
                <c:pt idx="13062">
                  <c:v>38.75</c:v>
                </c:pt>
                <c:pt idx="13063">
                  <c:v>38.75</c:v>
                </c:pt>
                <c:pt idx="13064">
                  <c:v>38.75</c:v>
                </c:pt>
                <c:pt idx="13065">
                  <c:v>38.75</c:v>
                </c:pt>
                <c:pt idx="13066">
                  <c:v>38.75</c:v>
                </c:pt>
                <c:pt idx="13067">
                  <c:v>38.75</c:v>
                </c:pt>
                <c:pt idx="13068">
                  <c:v>38.75</c:v>
                </c:pt>
                <c:pt idx="13069">
                  <c:v>38.75</c:v>
                </c:pt>
                <c:pt idx="13070">
                  <c:v>38.75</c:v>
                </c:pt>
                <c:pt idx="13071">
                  <c:v>38.799999999999997</c:v>
                </c:pt>
                <c:pt idx="13072">
                  <c:v>38.799999999999997</c:v>
                </c:pt>
                <c:pt idx="13073">
                  <c:v>38.799999999999997</c:v>
                </c:pt>
                <c:pt idx="13074">
                  <c:v>38.799999999999997</c:v>
                </c:pt>
                <c:pt idx="13075">
                  <c:v>38.799999999999997</c:v>
                </c:pt>
                <c:pt idx="13076">
                  <c:v>38.799999999999997</c:v>
                </c:pt>
                <c:pt idx="13077">
                  <c:v>38.799999999999997</c:v>
                </c:pt>
                <c:pt idx="13078">
                  <c:v>38.799999999999997</c:v>
                </c:pt>
                <c:pt idx="13079">
                  <c:v>38.799999999999997</c:v>
                </c:pt>
                <c:pt idx="13080">
                  <c:v>38.799999999999997</c:v>
                </c:pt>
                <c:pt idx="13081">
                  <c:v>38.799999999999997</c:v>
                </c:pt>
                <c:pt idx="13082">
                  <c:v>38.799999999999997</c:v>
                </c:pt>
                <c:pt idx="13083">
                  <c:v>38.799999999999997</c:v>
                </c:pt>
                <c:pt idx="13084">
                  <c:v>38.799999999999997</c:v>
                </c:pt>
                <c:pt idx="13085">
                  <c:v>38.799999999999997</c:v>
                </c:pt>
                <c:pt idx="13086">
                  <c:v>38.799999999999997</c:v>
                </c:pt>
                <c:pt idx="13087">
                  <c:v>38.799999999999997</c:v>
                </c:pt>
                <c:pt idx="13088">
                  <c:v>38.799999999999997</c:v>
                </c:pt>
                <c:pt idx="13089">
                  <c:v>38.799999999999997</c:v>
                </c:pt>
                <c:pt idx="13090">
                  <c:v>38.799999999999997</c:v>
                </c:pt>
                <c:pt idx="13091">
                  <c:v>38.799999999999997</c:v>
                </c:pt>
                <c:pt idx="13092">
                  <c:v>38.799999999999997</c:v>
                </c:pt>
                <c:pt idx="13093">
                  <c:v>38.799999999999997</c:v>
                </c:pt>
                <c:pt idx="13094">
                  <c:v>38.799999999999997</c:v>
                </c:pt>
                <c:pt idx="13095">
                  <c:v>38.799999999999997</c:v>
                </c:pt>
                <c:pt idx="13096">
                  <c:v>38.799999999999997</c:v>
                </c:pt>
                <c:pt idx="13097">
                  <c:v>38.799999999999997</c:v>
                </c:pt>
                <c:pt idx="13098">
                  <c:v>38.799999999999997</c:v>
                </c:pt>
                <c:pt idx="13099">
                  <c:v>38.799999999999997</c:v>
                </c:pt>
                <c:pt idx="13100">
                  <c:v>38.799999999999997</c:v>
                </c:pt>
                <c:pt idx="13101">
                  <c:v>38.85</c:v>
                </c:pt>
                <c:pt idx="13102">
                  <c:v>38.85</c:v>
                </c:pt>
                <c:pt idx="13103">
                  <c:v>38.85</c:v>
                </c:pt>
                <c:pt idx="13104">
                  <c:v>38.85</c:v>
                </c:pt>
                <c:pt idx="13105">
                  <c:v>38.85</c:v>
                </c:pt>
                <c:pt idx="13106">
                  <c:v>38.85</c:v>
                </c:pt>
                <c:pt idx="13107">
                  <c:v>38.85</c:v>
                </c:pt>
                <c:pt idx="13108">
                  <c:v>38.85</c:v>
                </c:pt>
                <c:pt idx="13109">
                  <c:v>38.85</c:v>
                </c:pt>
                <c:pt idx="13110">
                  <c:v>38.85</c:v>
                </c:pt>
                <c:pt idx="13111">
                  <c:v>38.85</c:v>
                </c:pt>
                <c:pt idx="13112">
                  <c:v>38.85</c:v>
                </c:pt>
                <c:pt idx="13113">
                  <c:v>38.85</c:v>
                </c:pt>
                <c:pt idx="13114">
                  <c:v>38.85</c:v>
                </c:pt>
                <c:pt idx="13115">
                  <c:v>38.85</c:v>
                </c:pt>
                <c:pt idx="13116">
                  <c:v>38.85</c:v>
                </c:pt>
                <c:pt idx="13117">
                  <c:v>38.85</c:v>
                </c:pt>
                <c:pt idx="13118">
                  <c:v>38.85</c:v>
                </c:pt>
                <c:pt idx="13119">
                  <c:v>38.85</c:v>
                </c:pt>
                <c:pt idx="13120">
                  <c:v>38.85</c:v>
                </c:pt>
                <c:pt idx="13121">
                  <c:v>38.85</c:v>
                </c:pt>
                <c:pt idx="13122">
                  <c:v>38.85</c:v>
                </c:pt>
                <c:pt idx="13123">
                  <c:v>38.9</c:v>
                </c:pt>
                <c:pt idx="13124">
                  <c:v>38.9</c:v>
                </c:pt>
                <c:pt idx="13125">
                  <c:v>38.9</c:v>
                </c:pt>
                <c:pt idx="13126">
                  <c:v>38.9</c:v>
                </c:pt>
                <c:pt idx="13127">
                  <c:v>38.9</c:v>
                </c:pt>
                <c:pt idx="13128">
                  <c:v>38.9</c:v>
                </c:pt>
                <c:pt idx="13129">
                  <c:v>38.9</c:v>
                </c:pt>
                <c:pt idx="13130">
                  <c:v>38.9</c:v>
                </c:pt>
                <c:pt idx="13131">
                  <c:v>38.9</c:v>
                </c:pt>
                <c:pt idx="13132">
                  <c:v>38.9</c:v>
                </c:pt>
                <c:pt idx="13133">
                  <c:v>38.9</c:v>
                </c:pt>
                <c:pt idx="13134">
                  <c:v>38.9</c:v>
                </c:pt>
                <c:pt idx="13135">
                  <c:v>38.9</c:v>
                </c:pt>
                <c:pt idx="13136">
                  <c:v>38.9</c:v>
                </c:pt>
                <c:pt idx="13137">
                  <c:v>38.9</c:v>
                </c:pt>
                <c:pt idx="13138">
                  <c:v>38.9</c:v>
                </c:pt>
                <c:pt idx="13139">
                  <c:v>38.9</c:v>
                </c:pt>
                <c:pt idx="13140">
                  <c:v>38.950000000000003</c:v>
                </c:pt>
                <c:pt idx="13141">
                  <c:v>38.950000000000003</c:v>
                </c:pt>
                <c:pt idx="13142">
                  <c:v>38.950000000000003</c:v>
                </c:pt>
                <c:pt idx="13143">
                  <c:v>38.950000000000003</c:v>
                </c:pt>
                <c:pt idx="13144">
                  <c:v>38.950000000000003</c:v>
                </c:pt>
                <c:pt idx="13145">
                  <c:v>38.950000000000003</c:v>
                </c:pt>
                <c:pt idx="13146">
                  <c:v>38.950000000000003</c:v>
                </c:pt>
                <c:pt idx="13147">
                  <c:v>38.950000000000003</c:v>
                </c:pt>
                <c:pt idx="13148">
                  <c:v>38.950000000000003</c:v>
                </c:pt>
                <c:pt idx="13149">
                  <c:v>38.950000000000003</c:v>
                </c:pt>
                <c:pt idx="13150">
                  <c:v>38.950000000000003</c:v>
                </c:pt>
                <c:pt idx="13151">
                  <c:v>38.950000000000003</c:v>
                </c:pt>
                <c:pt idx="13152">
                  <c:v>38.950000000000003</c:v>
                </c:pt>
                <c:pt idx="13153">
                  <c:v>38.950000000000003</c:v>
                </c:pt>
                <c:pt idx="13154">
                  <c:v>38.950000000000003</c:v>
                </c:pt>
                <c:pt idx="13155">
                  <c:v>38.950000000000003</c:v>
                </c:pt>
                <c:pt idx="13156">
                  <c:v>38.950000000000003</c:v>
                </c:pt>
                <c:pt idx="13157">
                  <c:v>38.950000000000003</c:v>
                </c:pt>
                <c:pt idx="13158">
                  <c:v>39</c:v>
                </c:pt>
                <c:pt idx="13159">
                  <c:v>39</c:v>
                </c:pt>
                <c:pt idx="13160">
                  <c:v>39</c:v>
                </c:pt>
                <c:pt idx="13161">
                  <c:v>39</c:v>
                </c:pt>
                <c:pt idx="13162">
                  <c:v>39</c:v>
                </c:pt>
                <c:pt idx="13163">
                  <c:v>39</c:v>
                </c:pt>
                <c:pt idx="13164">
                  <c:v>39</c:v>
                </c:pt>
                <c:pt idx="13165">
                  <c:v>39</c:v>
                </c:pt>
                <c:pt idx="13166">
                  <c:v>39</c:v>
                </c:pt>
                <c:pt idx="13167">
                  <c:v>39</c:v>
                </c:pt>
                <c:pt idx="13168">
                  <c:v>39</c:v>
                </c:pt>
                <c:pt idx="13169">
                  <c:v>39</c:v>
                </c:pt>
                <c:pt idx="13170">
                  <c:v>39</c:v>
                </c:pt>
                <c:pt idx="13171">
                  <c:v>39</c:v>
                </c:pt>
                <c:pt idx="13172">
                  <c:v>39</c:v>
                </c:pt>
                <c:pt idx="13173">
                  <c:v>39.049999999999997</c:v>
                </c:pt>
                <c:pt idx="13174">
                  <c:v>39.049999999999997</c:v>
                </c:pt>
                <c:pt idx="13175">
                  <c:v>39.049999999999997</c:v>
                </c:pt>
                <c:pt idx="13176">
                  <c:v>39.049999999999997</c:v>
                </c:pt>
                <c:pt idx="13177">
                  <c:v>39.049999999999997</c:v>
                </c:pt>
                <c:pt idx="13178">
                  <c:v>39.049999999999997</c:v>
                </c:pt>
                <c:pt idx="13179">
                  <c:v>39.049999999999997</c:v>
                </c:pt>
                <c:pt idx="13180">
                  <c:v>39.049999999999997</c:v>
                </c:pt>
                <c:pt idx="13181">
                  <c:v>39.049999999999997</c:v>
                </c:pt>
                <c:pt idx="13182">
                  <c:v>39.049999999999997</c:v>
                </c:pt>
                <c:pt idx="13183">
                  <c:v>39.049999999999997</c:v>
                </c:pt>
                <c:pt idx="13184">
                  <c:v>39.049999999999997</c:v>
                </c:pt>
                <c:pt idx="13185">
                  <c:v>39.049999999999997</c:v>
                </c:pt>
                <c:pt idx="13186">
                  <c:v>39.049999999999997</c:v>
                </c:pt>
                <c:pt idx="13187">
                  <c:v>39.049999999999997</c:v>
                </c:pt>
                <c:pt idx="13188">
                  <c:v>39.049999999999997</c:v>
                </c:pt>
                <c:pt idx="13189">
                  <c:v>39.049999999999997</c:v>
                </c:pt>
                <c:pt idx="13190">
                  <c:v>39.049999999999997</c:v>
                </c:pt>
                <c:pt idx="13191">
                  <c:v>39.1</c:v>
                </c:pt>
                <c:pt idx="13192">
                  <c:v>39.1</c:v>
                </c:pt>
                <c:pt idx="13193">
                  <c:v>39.1</c:v>
                </c:pt>
                <c:pt idx="13194">
                  <c:v>39.1</c:v>
                </c:pt>
                <c:pt idx="13195">
                  <c:v>39.1</c:v>
                </c:pt>
                <c:pt idx="13196">
                  <c:v>39.1</c:v>
                </c:pt>
                <c:pt idx="13197">
                  <c:v>39.1</c:v>
                </c:pt>
                <c:pt idx="13198">
                  <c:v>39.1</c:v>
                </c:pt>
                <c:pt idx="13199">
                  <c:v>39.1</c:v>
                </c:pt>
                <c:pt idx="13200">
                  <c:v>39.1</c:v>
                </c:pt>
                <c:pt idx="13201">
                  <c:v>39.1</c:v>
                </c:pt>
                <c:pt idx="13202">
                  <c:v>39.1</c:v>
                </c:pt>
                <c:pt idx="13203">
                  <c:v>39.1</c:v>
                </c:pt>
                <c:pt idx="13204">
                  <c:v>39.1</c:v>
                </c:pt>
                <c:pt idx="13205">
                  <c:v>39.15</c:v>
                </c:pt>
                <c:pt idx="13206">
                  <c:v>39.1</c:v>
                </c:pt>
                <c:pt idx="13207">
                  <c:v>39.15</c:v>
                </c:pt>
                <c:pt idx="13208">
                  <c:v>39.15</c:v>
                </c:pt>
                <c:pt idx="13209">
                  <c:v>39.15</c:v>
                </c:pt>
                <c:pt idx="13210">
                  <c:v>39.15</c:v>
                </c:pt>
                <c:pt idx="13211">
                  <c:v>39.15</c:v>
                </c:pt>
                <c:pt idx="13212">
                  <c:v>39.15</c:v>
                </c:pt>
                <c:pt idx="13213">
                  <c:v>39.15</c:v>
                </c:pt>
                <c:pt idx="13214">
                  <c:v>39.15</c:v>
                </c:pt>
                <c:pt idx="13215">
                  <c:v>39.15</c:v>
                </c:pt>
                <c:pt idx="13216">
                  <c:v>39.15</c:v>
                </c:pt>
                <c:pt idx="13217">
                  <c:v>39.15</c:v>
                </c:pt>
                <c:pt idx="13218">
                  <c:v>39.15</c:v>
                </c:pt>
                <c:pt idx="13219">
                  <c:v>39.15</c:v>
                </c:pt>
                <c:pt idx="13220">
                  <c:v>39.15</c:v>
                </c:pt>
                <c:pt idx="13221">
                  <c:v>39.15</c:v>
                </c:pt>
                <c:pt idx="13222">
                  <c:v>39.15</c:v>
                </c:pt>
                <c:pt idx="13223">
                  <c:v>39.15</c:v>
                </c:pt>
                <c:pt idx="13224">
                  <c:v>39.15</c:v>
                </c:pt>
                <c:pt idx="13225">
                  <c:v>39.15</c:v>
                </c:pt>
                <c:pt idx="13226">
                  <c:v>39.200000000000003</c:v>
                </c:pt>
                <c:pt idx="13227">
                  <c:v>39.200000000000003</c:v>
                </c:pt>
                <c:pt idx="13228">
                  <c:v>39.200000000000003</c:v>
                </c:pt>
                <c:pt idx="13229">
                  <c:v>39.200000000000003</c:v>
                </c:pt>
                <c:pt idx="13230">
                  <c:v>39.200000000000003</c:v>
                </c:pt>
                <c:pt idx="13231">
                  <c:v>39.200000000000003</c:v>
                </c:pt>
                <c:pt idx="13232">
                  <c:v>39.200000000000003</c:v>
                </c:pt>
                <c:pt idx="13233">
                  <c:v>39.200000000000003</c:v>
                </c:pt>
                <c:pt idx="13234">
                  <c:v>39.200000000000003</c:v>
                </c:pt>
                <c:pt idx="13235">
                  <c:v>39.200000000000003</c:v>
                </c:pt>
                <c:pt idx="13236">
                  <c:v>39.200000000000003</c:v>
                </c:pt>
                <c:pt idx="13237">
                  <c:v>39.200000000000003</c:v>
                </c:pt>
                <c:pt idx="13238">
                  <c:v>39.200000000000003</c:v>
                </c:pt>
                <c:pt idx="13239">
                  <c:v>39.200000000000003</c:v>
                </c:pt>
                <c:pt idx="13240">
                  <c:v>39.200000000000003</c:v>
                </c:pt>
                <c:pt idx="13241">
                  <c:v>39.25</c:v>
                </c:pt>
                <c:pt idx="13242">
                  <c:v>39.25</c:v>
                </c:pt>
                <c:pt idx="13243">
                  <c:v>39.25</c:v>
                </c:pt>
                <c:pt idx="13244">
                  <c:v>39.25</c:v>
                </c:pt>
                <c:pt idx="13245">
                  <c:v>39.25</c:v>
                </c:pt>
                <c:pt idx="13246">
                  <c:v>39.25</c:v>
                </c:pt>
                <c:pt idx="13247">
                  <c:v>39.25</c:v>
                </c:pt>
                <c:pt idx="13248">
                  <c:v>39.25</c:v>
                </c:pt>
                <c:pt idx="13249">
                  <c:v>39.25</c:v>
                </c:pt>
                <c:pt idx="13250">
                  <c:v>39.25</c:v>
                </c:pt>
                <c:pt idx="13251">
                  <c:v>39.25</c:v>
                </c:pt>
                <c:pt idx="13252">
                  <c:v>39.25</c:v>
                </c:pt>
                <c:pt idx="13253">
                  <c:v>39.25</c:v>
                </c:pt>
                <c:pt idx="13254">
                  <c:v>39.25</c:v>
                </c:pt>
                <c:pt idx="13255">
                  <c:v>39.25</c:v>
                </c:pt>
                <c:pt idx="13256">
                  <c:v>39.25</c:v>
                </c:pt>
                <c:pt idx="13257">
                  <c:v>39.299999999999997</c:v>
                </c:pt>
                <c:pt idx="13258">
                  <c:v>39.299999999999997</c:v>
                </c:pt>
                <c:pt idx="13259">
                  <c:v>39.299999999999997</c:v>
                </c:pt>
                <c:pt idx="13260">
                  <c:v>39.299999999999997</c:v>
                </c:pt>
                <c:pt idx="13261">
                  <c:v>39.299999999999997</c:v>
                </c:pt>
                <c:pt idx="13262">
                  <c:v>39.299999999999997</c:v>
                </c:pt>
                <c:pt idx="13263">
                  <c:v>39.299999999999997</c:v>
                </c:pt>
                <c:pt idx="13264">
                  <c:v>39.299999999999997</c:v>
                </c:pt>
                <c:pt idx="13265">
                  <c:v>39.299999999999997</c:v>
                </c:pt>
                <c:pt idx="13266">
                  <c:v>39.299999999999997</c:v>
                </c:pt>
                <c:pt idx="13267">
                  <c:v>39.299999999999997</c:v>
                </c:pt>
                <c:pt idx="13268">
                  <c:v>39.299999999999997</c:v>
                </c:pt>
                <c:pt idx="13269">
                  <c:v>39.299999999999997</c:v>
                </c:pt>
                <c:pt idx="13270">
                  <c:v>39.299999999999997</c:v>
                </c:pt>
                <c:pt idx="13271">
                  <c:v>39.299999999999997</c:v>
                </c:pt>
                <c:pt idx="13272">
                  <c:v>39.35</c:v>
                </c:pt>
                <c:pt idx="13273">
                  <c:v>39.35</c:v>
                </c:pt>
                <c:pt idx="13274">
                  <c:v>39.35</c:v>
                </c:pt>
                <c:pt idx="13275">
                  <c:v>39.35</c:v>
                </c:pt>
                <c:pt idx="13276">
                  <c:v>39.35</c:v>
                </c:pt>
                <c:pt idx="13277">
                  <c:v>39.35</c:v>
                </c:pt>
                <c:pt idx="13278">
                  <c:v>39.35</c:v>
                </c:pt>
                <c:pt idx="13279">
                  <c:v>39.35</c:v>
                </c:pt>
                <c:pt idx="13280">
                  <c:v>39.35</c:v>
                </c:pt>
                <c:pt idx="13281">
                  <c:v>39.35</c:v>
                </c:pt>
                <c:pt idx="13282">
                  <c:v>39.35</c:v>
                </c:pt>
                <c:pt idx="13283">
                  <c:v>39.35</c:v>
                </c:pt>
                <c:pt idx="13284">
                  <c:v>39.35</c:v>
                </c:pt>
                <c:pt idx="13285">
                  <c:v>39.35</c:v>
                </c:pt>
                <c:pt idx="13286">
                  <c:v>39.35</c:v>
                </c:pt>
                <c:pt idx="13287">
                  <c:v>39.4</c:v>
                </c:pt>
                <c:pt idx="13288">
                  <c:v>39.4</c:v>
                </c:pt>
                <c:pt idx="13289">
                  <c:v>39.4</c:v>
                </c:pt>
                <c:pt idx="13290">
                  <c:v>39.4</c:v>
                </c:pt>
                <c:pt idx="13291">
                  <c:v>39.4</c:v>
                </c:pt>
                <c:pt idx="13292">
                  <c:v>39.4</c:v>
                </c:pt>
                <c:pt idx="13293">
                  <c:v>39.4</c:v>
                </c:pt>
                <c:pt idx="13294">
                  <c:v>39.4</c:v>
                </c:pt>
                <c:pt idx="13295">
                  <c:v>39.4</c:v>
                </c:pt>
                <c:pt idx="13296">
                  <c:v>39.4</c:v>
                </c:pt>
                <c:pt idx="13297">
                  <c:v>39.4</c:v>
                </c:pt>
                <c:pt idx="13298">
                  <c:v>39.4</c:v>
                </c:pt>
                <c:pt idx="13299">
                  <c:v>39.4</c:v>
                </c:pt>
                <c:pt idx="13300">
                  <c:v>39.450000000000003</c:v>
                </c:pt>
                <c:pt idx="13301">
                  <c:v>39.450000000000003</c:v>
                </c:pt>
                <c:pt idx="13302">
                  <c:v>39.450000000000003</c:v>
                </c:pt>
                <c:pt idx="13303">
                  <c:v>39.450000000000003</c:v>
                </c:pt>
                <c:pt idx="13304">
                  <c:v>39.450000000000003</c:v>
                </c:pt>
                <c:pt idx="13305">
                  <c:v>39.450000000000003</c:v>
                </c:pt>
                <c:pt idx="13306">
                  <c:v>39.450000000000003</c:v>
                </c:pt>
                <c:pt idx="13307">
                  <c:v>39.450000000000003</c:v>
                </c:pt>
                <c:pt idx="13308">
                  <c:v>39.450000000000003</c:v>
                </c:pt>
                <c:pt idx="13309">
                  <c:v>39.450000000000003</c:v>
                </c:pt>
                <c:pt idx="13310">
                  <c:v>39.450000000000003</c:v>
                </c:pt>
                <c:pt idx="13311">
                  <c:v>39.450000000000003</c:v>
                </c:pt>
                <c:pt idx="13312">
                  <c:v>39.450000000000003</c:v>
                </c:pt>
                <c:pt idx="13313">
                  <c:v>39.450000000000003</c:v>
                </c:pt>
                <c:pt idx="13314">
                  <c:v>39.5</c:v>
                </c:pt>
                <c:pt idx="13315">
                  <c:v>39.5</c:v>
                </c:pt>
                <c:pt idx="13316">
                  <c:v>39.5</c:v>
                </c:pt>
                <c:pt idx="13317">
                  <c:v>39.5</c:v>
                </c:pt>
                <c:pt idx="13318">
                  <c:v>39.5</c:v>
                </c:pt>
                <c:pt idx="13319">
                  <c:v>39.5</c:v>
                </c:pt>
                <c:pt idx="13320">
                  <c:v>39.5</c:v>
                </c:pt>
                <c:pt idx="13321">
                  <c:v>39.450000000000003</c:v>
                </c:pt>
                <c:pt idx="13322">
                  <c:v>39.5</c:v>
                </c:pt>
                <c:pt idx="13323">
                  <c:v>39.5</c:v>
                </c:pt>
                <c:pt idx="13324">
                  <c:v>39.5</c:v>
                </c:pt>
                <c:pt idx="13325">
                  <c:v>39.5</c:v>
                </c:pt>
                <c:pt idx="13326">
                  <c:v>39.5</c:v>
                </c:pt>
                <c:pt idx="13327">
                  <c:v>39.5</c:v>
                </c:pt>
                <c:pt idx="13328">
                  <c:v>39.5</c:v>
                </c:pt>
                <c:pt idx="13329">
                  <c:v>39.5</c:v>
                </c:pt>
                <c:pt idx="13330">
                  <c:v>39.5</c:v>
                </c:pt>
                <c:pt idx="13331">
                  <c:v>39.5</c:v>
                </c:pt>
                <c:pt idx="13332">
                  <c:v>39.5</c:v>
                </c:pt>
                <c:pt idx="13333">
                  <c:v>39.5</c:v>
                </c:pt>
                <c:pt idx="13334">
                  <c:v>39.5</c:v>
                </c:pt>
                <c:pt idx="13335">
                  <c:v>39.5</c:v>
                </c:pt>
                <c:pt idx="13336">
                  <c:v>39.5</c:v>
                </c:pt>
                <c:pt idx="13337">
                  <c:v>39.5</c:v>
                </c:pt>
                <c:pt idx="13338">
                  <c:v>39.549999999999997</c:v>
                </c:pt>
                <c:pt idx="13339">
                  <c:v>39.549999999999997</c:v>
                </c:pt>
                <c:pt idx="13340">
                  <c:v>39.549999999999997</c:v>
                </c:pt>
                <c:pt idx="13341">
                  <c:v>39.549999999999997</c:v>
                </c:pt>
                <c:pt idx="13342">
                  <c:v>39.549999999999997</c:v>
                </c:pt>
                <c:pt idx="13343">
                  <c:v>39.549999999999997</c:v>
                </c:pt>
                <c:pt idx="13344">
                  <c:v>39.549999999999997</c:v>
                </c:pt>
                <c:pt idx="13345">
                  <c:v>39.549999999999997</c:v>
                </c:pt>
                <c:pt idx="13346">
                  <c:v>39.549999999999997</c:v>
                </c:pt>
                <c:pt idx="13347">
                  <c:v>39.549999999999997</c:v>
                </c:pt>
                <c:pt idx="13348">
                  <c:v>39.549999999999997</c:v>
                </c:pt>
                <c:pt idx="13349">
                  <c:v>39.549999999999997</c:v>
                </c:pt>
                <c:pt idx="13350">
                  <c:v>39.6</c:v>
                </c:pt>
                <c:pt idx="13351">
                  <c:v>39.6</c:v>
                </c:pt>
                <c:pt idx="13352">
                  <c:v>39.6</c:v>
                </c:pt>
                <c:pt idx="13353">
                  <c:v>39.6</c:v>
                </c:pt>
                <c:pt idx="13354">
                  <c:v>39.6</c:v>
                </c:pt>
                <c:pt idx="13355">
                  <c:v>39.6</c:v>
                </c:pt>
                <c:pt idx="13356">
                  <c:v>39.6</c:v>
                </c:pt>
                <c:pt idx="13357">
                  <c:v>39.6</c:v>
                </c:pt>
                <c:pt idx="13358">
                  <c:v>39.6</c:v>
                </c:pt>
                <c:pt idx="13359">
                  <c:v>39.6</c:v>
                </c:pt>
                <c:pt idx="13360">
                  <c:v>39.6</c:v>
                </c:pt>
                <c:pt idx="13361">
                  <c:v>39.6</c:v>
                </c:pt>
                <c:pt idx="13362">
                  <c:v>39.65</c:v>
                </c:pt>
                <c:pt idx="13363">
                  <c:v>39.6</c:v>
                </c:pt>
                <c:pt idx="13364">
                  <c:v>39.65</c:v>
                </c:pt>
                <c:pt idx="13365">
                  <c:v>39.65</c:v>
                </c:pt>
                <c:pt idx="13366">
                  <c:v>39.65</c:v>
                </c:pt>
                <c:pt idx="13367">
                  <c:v>39.65</c:v>
                </c:pt>
                <c:pt idx="13368">
                  <c:v>39.65</c:v>
                </c:pt>
                <c:pt idx="13369">
                  <c:v>39.65</c:v>
                </c:pt>
                <c:pt idx="13370">
                  <c:v>39.65</c:v>
                </c:pt>
                <c:pt idx="13371">
                  <c:v>39.65</c:v>
                </c:pt>
                <c:pt idx="13372">
                  <c:v>39.65</c:v>
                </c:pt>
                <c:pt idx="13373">
                  <c:v>39.65</c:v>
                </c:pt>
                <c:pt idx="13374">
                  <c:v>39.65</c:v>
                </c:pt>
                <c:pt idx="13375">
                  <c:v>39.65</c:v>
                </c:pt>
                <c:pt idx="13376">
                  <c:v>39.65</c:v>
                </c:pt>
                <c:pt idx="13377">
                  <c:v>39.65</c:v>
                </c:pt>
                <c:pt idx="13378">
                  <c:v>39.700000000000003</c:v>
                </c:pt>
                <c:pt idx="13379">
                  <c:v>39.700000000000003</c:v>
                </c:pt>
                <c:pt idx="13380">
                  <c:v>39.700000000000003</c:v>
                </c:pt>
                <c:pt idx="13381">
                  <c:v>39.700000000000003</c:v>
                </c:pt>
                <c:pt idx="13382">
                  <c:v>39.700000000000003</c:v>
                </c:pt>
                <c:pt idx="13383">
                  <c:v>39.700000000000003</c:v>
                </c:pt>
                <c:pt idx="13384">
                  <c:v>39.700000000000003</c:v>
                </c:pt>
                <c:pt idx="13385">
                  <c:v>39.700000000000003</c:v>
                </c:pt>
                <c:pt idx="13386">
                  <c:v>39.700000000000003</c:v>
                </c:pt>
                <c:pt idx="13387">
                  <c:v>39.700000000000003</c:v>
                </c:pt>
                <c:pt idx="13388">
                  <c:v>39.700000000000003</c:v>
                </c:pt>
                <c:pt idx="13389">
                  <c:v>39.700000000000003</c:v>
                </c:pt>
                <c:pt idx="13390">
                  <c:v>39.700000000000003</c:v>
                </c:pt>
                <c:pt idx="13391">
                  <c:v>39.700000000000003</c:v>
                </c:pt>
                <c:pt idx="13392">
                  <c:v>39.700000000000003</c:v>
                </c:pt>
                <c:pt idx="13393">
                  <c:v>39.700000000000003</c:v>
                </c:pt>
                <c:pt idx="13394">
                  <c:v>39.700000000000003</c:v>
                </c:pt>
                <c:pt idx="13395">
                  <c:v>39.75</c:v>
                </c:pt>
                <c:pt idx="13396">
                  <c:v>39.75</c:v>
                </c:pt>
                <c:pt idx="13397">
                  <c:v>39.75</c:v>
                </c:pt>
                <c:pt idx="13398">
                  <c:v>39.75</c:v>
                </c:pt>
                <c:pt idx="13399">
                  <c:v>39.75</c:v>
                </c:pt>
                <c:pt idx="13400">
                  <c:v>39.75</c:v>
                </c:pt>
                <c:pt idx="13401">
                  <c:v>39.75</c:v>
                </c:pt>
                <c:pt idx="13402">
                  <c:v>39.75</c:v>
                </c:pt>
                <c:pt idx="13403">
                  <c:v>39.75</c:v>
                </c:pt>
                <c:pt idx="13404">
                  <c:v>39.75</c:v>
                </c:pt>
                <c:pt idx="13405">
                  <c:v>39.75</c:v>
                </c:pt>
                <c:pt idx="13406">
                  <c:v>39.75</c:v>
                </c:pt>
                <c:pt idx="13407">
                  <c:v>39.75</c:v>
                </c:pt>
                <c:pt idx="13408">
                  <c:v>39.75</c:v>
                </c:pt>
                <c:pt idx="13409">
                  <c:v>39.75</c:v>
                </c:pt>
                <c:pt idx="13410">
                  <c:v>39.75</c:v>
                </c:pt>
                <c:pt idx="13411">
                  <c:v>39.75</c:v>
                </c:pt>
                <c:pt idx="13412">
                  <c:v>39.75</c:v>
                </c:pt>
                <c:pt idx="13413">
                  <c:v>39.75</c:v>
                </c:pt>
                <c:pt idx="13414">
                  <c:v>39.75</c:v>
                </c:pt>
                <c:pt idx="13415">
                  <c:v>39.75</c:v>
                </c:pt>
                <c:pt idx="13416">
                  <c:v>39.75</c:v>
                </c:pt>
                <c:pt idx="13417">
                  <c:v>39.799999999999997</c:v>
                </c:pt>
                <c:pt idx="13418">
                  <c:v>39.799999999999997</c:v>
                </c:pt>
                <c:pt idx="13419">
                  <c:v>39.799999999999997</c:v>
                </c:pt>
                <c:pt idx="13420">
                  <c:v>39.799999999999997</c:v>
                </c:pt>
                <c:pt idx="13421">
                  <c:v>39.799999999999997</c:v>
                </c:pt>
                <c:pt idx="13422">
                  <c:v>39.799999999999997</c:v>
                </c:pt>
                <c:pt idx="13423">
                  <c:v>39.799999999999997</c:v>
                </c:pt>
                <c:pt idx="13424">
                  <c:v>39.799999999999997</c:v>
                </c:pt>
                <c:pt idx="13425">
                  <c:v>39.799999999999997</c:v>
                </c:pt>
                <c:pt idx="13426">
                  <c:v>39.799999999999997</c:v>
                </c:pt>
                <c:pt idx="13427">
                  <c:v>39.799999999999997</c:v>
                </c:pt>
                <c:pt idx="13428">
                  <c:v>39.799999999999997</c:v>
                </c:pt>
                <c:pt idx="13429">
                  <c:v>39.799999999999997</c:v>
                </c:pt>
                <c:pt idx="13430">
                  <c:v>39.799999999999997</c:v>
                </c:pt>
                <c:pt idx="13431">
                  <c:v>39.85</c:v>
                </c:pt>
                <c:pt idx="13432">
                  <c:v>39.85</c:v>
                </c:pt>
                <c:pt idx="13433">
                  <c:v>39.799999999999997</c:v>
                </c:pt>
                <c:pt idx="13434">
                  <c:v>39.85</c:v>
                </c:pt>
                <c:pt idx="13435">
                  <c:v>39.85</c:v>
                </c:pt>
                <c:pt idx="13436">
                  <c:v>39.85</c:v>
                </c:pt>
                <c:pt idx="13437">
                  <c:v>39.85</c:v>
                </c:pt>
                <c:pt idx="13438">
                  <c:v>39.85</c:v>
                </c:pt>
                <c:pt idx="13439">
                  <c:v>39.85</c:v>
                </c:pt>
                <c:pt idx="13440">
                  <c:v>39.85</c:v>
                </c:pt>
                <c:pt idx="13441">
                  <c:v>39.85</c:v>
                </c:pt>
                <c:pt idx="13442">
                  <c:v>39.9</c:v>
                </c:pt>
                <c:pt idx="13443">
                  <c:v>39.9</c:v>
                </c:pt>
                <c:pt idx="13444">
                  <c:v>39.9</c:v>
                </c:pt>
                <c:pt idx="13445">
                  <c:v>39.85</c:v>
                </c:pt>
                <c:pt idx="13446">
                  <c:v>39.85</c:v>
                </c:pt>
                <c:pt idx="13447">
                  <c:v>39.85</c:v>
                </c:pt>
                <c:pt idx="13448">
                  <c:v>39.85</c:v>
                </c:pt>
                <c:pt idx="13449">
                  <c:v>39.9</c:v>
                </c:pt>
                <c:pt idx="13450">
                  <c:v>39.9</c:v>
                </c:pt>
                <c:pt idx="13451">
                  <c:v>39.9</c:v>
                </c:pt>
                <c:pt idx="13452">
                  <c:v>39.9</c:v>
                </c:pt>
                <c:pt idx="13453">
                  <c:v>39.9</c:v>
                </c:pt>
                <c:pt idx="13454">
                  <c:v>39.9</c:v>
                </c:pt>
                <c:pt idx="13455">
                  <c:v>39.9</c:v>
                </c:pt>
                <c:pt idx="13456">
                  <c:v>39.9</c:v>
                </c:pt>
                <c:pt idx="13457">
                  <c:v>39.9</c:v>
                </c:pt>
                <c:pt idx="13458">
                  <c:v>39.9</c:v>
                </c:pt>
                <c:pt idx="13459">
                  <c:v>39.9</c:v>
                </c:pt>
                <c:pt idx="13460">
                  <c:v>39.9</c:v>
                </c:pt>
                <c:pt idx="13461">
                  <c:v>39.9</c:v>
                </c:pt>
                <c:pt idx="13462">
                  <c:v>39.9</c:v>
                </c:pt>
                <c:pt idx="13463">
                  <c:v>39.9</c:v>
                </c:pt>
                <c:pt idx="13464">
                  <c:v>39.950000000000003</c:v>
                </c:pt>
                <c:pt idx="13465">
                  <c:v>39.950000000000003</c:v>
                </c:pt>
                <c:pt idx="13466">
                  <c:v>39.950000000000003</c:v>
                </c:pt>
                <c:pt idx="13467">
                  <c:v>39.950000000000003</c:v>
                </c:pt>
                <c:pt idx="13468">
                  <c:v>39.950000000000003</c:v>
                </c:pt>
                <c:pt idx="13469">
                  <c:v>39.950000000000003</c:v>
                </c:pt>
                <c:pt idx="13470">
                  <c:v>39.950000000000003</c:v>
                </c:pt>
                <c:pt idx="13471">
                  <c:v>39.950000000000003</c:v>
                </c:pt>
                <c:pt idx="13472">
                  <c:v>39.950000000000003</c:v>
                </c:pt>
                <c:pt idx="13473">
                  <c:v>39.950000000000003</c:v>
                </c:pt>
                <c:pt idx="13474">
                  <c:v>39.950000000000003</c:v>
                </c:pt>
                <c:pt idx="13475">
                  <c:v>39.950000000000003</c:v>
                </c:pt>
                <c:pt idx="13476">
                  <c:v>39.950000000000003</c:v>
                </c:pt>
                <c:pt idx="13477">
                  <c:v>39.950000000000003</c:v>
                </c:pt>
                <c:pt idx="13478">
                  <c:v>39.950000000000003</c:v>
                </c:pt>
                <c:pt idx="13479">
                  <c:v>40</c:v>
                </c:pt>
                <c:pt idx="13480">
                  <c:v>40</c:v>
                </c:pt>
                <c:pt idx="13481">
                  <c:v>40</c:v>
                </c:pt>
                <c:pt idx="13482">
                  <c:v>40</c:v>
                </c:pt>
                <c:pt idx="13483">
                  <c:v>40</c:v>
                </c:pt>
                <c:pt idx="13484">
                  <c:v>40</c:v>
                </c:pt>
                <c:pt idx="13485">
                  <c:v>40</c:v>
                </c:pt>
                <c:pt idx="13486">
                  <c:v>40</c:v>
                </c:pt>
                <c:pt idx="13487">
                  <c:v>40</c:v>
                </c:pt>
                <c:pt idx="13488">
                  <c:v>40</c:v>
                </c:pt>
                <c:pt idx="13489">
                  <c:v>40.049999999999997</c:v>
                </c:pt>
                <c:pt idx="13490">
                  <c:v>40.049999999999997</c:v>
                </c:pt>
                <c:pt idx="13491">
                  <c:v>40.049999999999997</c:v>
                </c:pt>
                <c:pt idx="13492">
                  <c:v>40.049999999999997</c:v>
                </c:pt>
                <c:pt idx="13493">
                  <c:v>40.049999999999997</c:v>
                </c:pt>
                <c:pt idx="13494">
                  <c:v>40.049999999999997</c:v>
                </c:pt>
                <c:pt idx="13495">
                  <c:v>40.049999999999997</c:v>
                </c:pt>
                <c:pt idx="13496">
                  <c:v>40.049999999999997</c:v>
                </c:pt>
                <c:pt idx="13497">
                  <c:v>40.049999999999997</c:v>
                </c:pt>
                <c:pt idx="13498">
                  <c:v>40.049999999999997</c:v>
                </c:pt>
                <c:pt idx="13499">
                  <c:v>40.049999999999997</c:v>
                </c:pt>
                <c:pt idx="13500">
                  <c:v>40.049999999999997</c:v>
                </c:pt>
                <c:pt idx="13501">
                  <c:v>40.049999999999997</c:v>
                </c:pt>
                <c:pt idx="13502">
                  <c:v>40.049999999999997</c:v>
                </c:pt>
                <c:pt idx="13503">
                  <c:v>40.1</c:v>
                </c:pt>
                <c:pt idx="13504">
                  <c:v>40.1</c:v>
                </c:pt>
                <c:pt idx="13505">
                  <c:v>40.1</c:v>
                </c:pt>
                <c:pt idx="13506">
                  <c:v>40.1</c:v>
                </c:pt>
                <c:pt idx="13507">
                  <c:v>40.1</c:v>
                </c:pt>
                <c:pt idx="13508">
                  <c:v>40.1</c:v>
                </c:pt>
                <c:pt idx="13509">
                  <c:v>40.1</c:v>
                </c:pt>
                <c:pt idx="13510">
                  <c:v>40.1</c:v>
                </c:pt>
                <c:pt idx="13511">
                  <c:v>40.1</c:v>
                </c:pt>
                <c:pt idx="13512">
                  <c:v>40.1</c:v>
                </c:pt>
                <c:pt idx="13513">
                  <c:v>40.1</c:v>
                </c:pt>
                <c:pt idx="13514">
                  <c:v>40.1</c:v>
                </c:pt>
                <c:pt idx="13515">
                  <c:v>40.15</c:v>
                </c:pt>
                <c:pt idx="13516">
                  <c:v>40.15</c:v>
                </c:pt>
                <c:pt idx="13517">
                  <c:v>40.15</c:v>
                </c:pt>
                <c:pt idx="13518">
                  <c:v>40.15</c:v>
                </c:pt>
                <c:pt idx="13519">
                  <c:v>40.15</c:v>
                </c:pt>
                <c:pt idx="13520">
                  <c:v>40.15</c:v>
                </c:pt>
                <c:pt idx="13521">
                  <c:v>40.15</c:v>
                </c:pt>
                <c:pt idx="13522">
                  <c:v>40.15</c:v>
                </c:pt>
                <c:pt idx="13523">
                  <c:v>40.15</c:v>
                </c:pt>
                <c:pt idx="13524">
                  <c:v>40.15</c:v>
                </c:pt>
                <c:pt idx="13525">
                  <c:v>40.15</c:v>
                </c:pt>
                <c:pt idx="13526">
                  <c:v>40.15</c:v>
                </c:pt>
                <c:pt idx="13527">
                  <c:v>40.200000000000003</c:v>
                </c:pt>
                <c:pt idx="13528">
                  <c:v>40.200000000000003</c:v>
                </c:pt>
                <c:pt idx="13529">
                  <c:v>40.200000000000003</c:v>
                </c:pt>
                <c:pt idx="13530">
                  <c:v>40.200000000000003</c:v>
                </c:pt>
                <c:pt idx="13531">
                  <c:v>40.200000000000003</c:v>
                </c:pt>
                <c:pt idx="13532">
                  <c:v>40.200000000000003</c:v>
                </c:pt>
                <c:pt idx="13533">
                  <c:v>40.200000000000003</c:v>
                </c:pt>
                <c:pt idx="13534">
                  <c:v>40.200000000000003</c:v>
                </c:pt>
                <c:pt idx="13535">
                  <c:v>40.200000000000003</c:v>
                </c:pt>
                <c:pt idx="13536">
                  <c:v>40.200000000000003</c:v>
                </c:pt>
                <c:pt idx="13537">
                  <c:v>40.200000000000003</c:v>
                </c:pt>
                <c:pt idx="13538">
                  <c:v>40.200000000000003</c:v>
                </c:pt>
                <c:pt idx="13539">
                  <c:v>40.200000000000003</c:v>
                </c:pt>
                <c:pt idx="13540">
                  <c:v>40.200000000000003</c:v>
                </c:pt>
                <c:pt idx="13541">
                  <c:v>40.200000000000003</c:v>
                </c:pt>
                <c:pt idx="13542">
                  <c:v>40.200000000000003</c:v>
                </c:pt>
                <c:pt idx="13543">
                  <c:v>40.200000000000003</c:v>
                </c:pt>
                <c:pt idx="13544">
                  <c:v>40.200000000000003</c:v>
                </c:pt>
                <c:pt idx="13545">
                  <c:v>40.200000000000003</c:v>
                </c:pt>
                <c:pt idx="13546">
                  <c:v>40.25</c:v>
                </c:pt>
                <c:pt idx="13547">
                  <c:v>40.25</c:v>
                </c:pt>
                <c:pt idx="13548">
                  <c:v>40.25</c:v>
                </c:pt>
                <c:pt idx="13549">
                  <c:v>40.25</c:v>
                </c:pt>
                <c:pt idx="13550">
                  <c:v>40.25</c:v>
                </c:pt>
                <c:pt idx="13551">
                  <c:v>40.25</c:v>
                </c:pt>
                <c:pt idx="13552">
                  <c:v>40.25</c:v>
                </c:pt>
                <c:pt idx="13553">
                  <c:v>40.25</c:v>
                </c:pt>
                <c:pt idx="13554">
                  <c:v>40.25</c:v>
                </c:pt>
                <c:pt idx="13555">
                  <c:v>40.25</c:v>
                </c:pt>
                <c:pt idx="13556">
                  <c:v>40.25</c:v>
                </c:pt>
                <c:pt idx="13557">
                  <c:v>40.299999999999997</c:v>
                </c:pt>
                <c:pt idx="13558">
                  <c:v>40.299999999999997</c:v>
                </c:pt>
                <c:pt idx="13559">
                  <c:v>40.299999999999997</c:v>
                </c:pt>
                <c:pt idx="13560">
                  <c:v>40.299999999999997</c:v>
                </c:pt>
                <c:pt idx="13561">
                  <c:v>40.299999999999997</c:v>
                </c:pt>
                <c:pt idx="13562">
                  <c:v>40.299999999999997</c:v>
                </c:pt>
                <c:pt idx="13563">
                  <c:v>40.299999999999997</c:v>
                </c:pt>
                <c:pt idx="13564">
                  <c:v>40.299999999999997</c:v>
                </c:pt>
                <c:pt idx="13565">
                  <c:v>40.299999999999997</c:v>
                </c:pt>
                <c:pt idx="13566">
                  <c:v>40.299999999999997</c:v>
                </c:pt>
                <c:pt idx="13567">
                  <c:v>40.35</c:v>
                </c:pt>
                <c:pt idx="13568">
                  <c:v>40.35</c:v>
                </c:pt>
                <c:pt idx="13569">
                  <c:v>40.35</c:v>
                </c:pt>
                <c:pt idx="13570">
                  <c:v>40.35</c:v>
                </c:pt>
                <c:pt idx="13571">
                  <c:v>40.35</c:v>
                </c:pt>
                <c:pt idx="13572">
                  <c:v>40.35</c:v>
                </c:pt>
                <c:pt idx="13573">
                  <c:v>40.35</c:v>
                </c:pt>
                <c:pt idx="13574">
                  <c:v>40.35</c:v>
                </c:pt>
                <c:pt idx="13575">
                  <c:v>40.35</c:v>
                </c:pt>
                <c:pt idx="13576">
                  <c:v>40.35</c:v>
                </c:pt>
                <c:pt idx="13577">
                  <c:v>40.4</c:v>
                </c:pt>
                <c:pt idx="13578">
                  <c:v>40.4</c:v>
                </c:pt>
                <c:pt idx="13579">
                  <c:v>40.4</c:v>
                </c:pt>
                <c:pt idx="13580">
                  <c:v>40.4</c:v>
                </c:pt>
                <c:pt idx="13581">
                  <c:v>40.4</c:v>
                </c:pt>
                <c:pt idx="13582">
                  <c:v>40.4</c:v>
                </c:pt>
                <c:pt idx="13583">
                  <c:v>40.4</c:v>
                </c:pt>
                <c:pt idx="13584">
                  <c:v>40.4</c:v>
                </c:pt>
                <c:pt idx="13585">
                  <c:v>40.450000000000003</c:v>
                </c:pt>
                <c:pt idx="13586">
                  <c:v>40.450000000000003</c:v>
                </c:pt>
                <c:pt idx="13587">
                  <c:v>40.450000000000003</c:v>
                </c:pt>
                <c:pt idx="13588">
                  <c:v>40.450000000000003</c:v>
                </c:pt>
                <c:pt idx="13589">
                  <c:v>40.450000000000003</c:v>
                </c:pt>
                <c:pt idx="13590">
                  <c:v>40.450000000000003</c:v>
                </c:pt>
                <c:pt idx="13591">
                  <c:v>40.450000000000003</c:v>
                </c:pt>
                <c:pt idx="13592">
                  <c:v>40.450000000000003</c:v>
                </c:pt>
                <c:pt idx="13593">
                  <c:v>40.450000000000003</c:v>
                </c:pt>
                <c:pt idx="13594">
                  <c:v>40.450000000000003</c:v>
                </c:pt>
                <c:pt idx="13595">
                  <c:v>40.450000000000003</c:v>
                </c:pt>
                <c:pt idx="13596">
                  <c:v>40.450000000000003</c:v>
                </c:pt>
                <c:pt idx="13597">
                  <c:v>40.5</c:v>
                </c:pt>
                <c:pt idx="13598">
                  <c:v>40.5</c:v>
                </c:pt>
                <c:pt idx="13599">
                  <c:v>40.5</c:v>
                </c:pt>
                <c:pt idx="13600">
                  <c:v>40.5</c:v>
                </c:pt>
                <c:pt idx="13601">
                  <c:v>40.5</c:v>
                </c:pt>
                <c:pt idx="13602">
                  <c:v>40.5</c:v>
                </c:pt>
                <c:pt idx="13603">
                  <c:v>40.5</c:v>
                </c:pt>
                <c:pt idx="13604">
                  <c:v>40.5</c:v>
                </c:pt>
                <c:pt idx="13605">
                  <c:v>40.5</c:v>
                </c:pt>
                <c:pt idx="13606">
                  <c:v>40.5</c:v>
                </c:pt>
                <c:pt idx="13607">
                  <c:v>40.5</c:v>
                </c:pt>
                <c:pt idx="13608">
                  <c:v>40.549999999999997</c:v>
                </c:pt>
                <c:pt idx="13609">
                  <c:v>40.549999999999997</c:v>
                </c:pt>
                <c:pt idx="13610">
                  <c:v>40.549999999999997</c:v>
                </c:pt>
                <c:pt idx="13611">
                  <c:v>40.549999999999997</c:v>
                </c:pt>
                <c:pt idx="13612">
                  <c:v>40.549999999999997</c:v>
                </c:pt>
                <c:pt idx="13613">
                  <c:v>40.549999999999997</c:v>
                </c:pt>
                <c:pt idx="13614">
                  <c:v>40.549999999999997</c:v>
                </c:pt>
                <c:pt idx="13615">
                  <c:v>40.549999999999997</c:v>
                </c:pt>
                <c:pt idx="13616">
                  <c:v>40.549999999999997</c:v>
                </c:pt>
                <c:pt idx="13617">
                  <c:v>40.6</c:v>
                </c:pt>
                <c:pt idx="13618">
                  <c:v>40.6</c:v>
                </c:pt>
                <c:pt idx="13619">
                  <c:v>40.6</c:v>
                </c:pt>
                <c:pt idx="13620">
                  <c:v>40.6</c:v>
                </c:pt>
                <c:pt idx="13621">
                  <c:v>40.6</c:v>
                </c:pt>
                <c:pt idx="13622">
                  <c:v>40.6</c:v>
                </c:pt>
                <c:pt idx="13623">
                  <c:v>40.6</c:v>
                </c:pt>
                <c:pt idx="13624">
                  <c:v>40.6</c:v>
                </c:pt>
                <c:pt idx="13625">
                  <c:v>40.6</c:v>
                </c:pt>
                <c:pt idx="13626">
                  <c:v>40.6</c:v>
                </c:pt>
                <c:pt idx="13627">
                  <c:v>40.6</c:v>
                </c:pt>
                <c:pt idx="13628">
                  <c:v>40.65</c:v>
                </c:pt>
                <c:pt idx="13629">
                  <c:v>40.65</c:v>
                </c:pt>
                <c:pt idx="13630">
                  <c:v>40.65</c:v>
                </c:pt>
                <c:pt idx="13631">
                  <c:v>40.65</c:v>
                </c:pt>
                <c:pt idx="13632">
                  <c:v>40.65</c:v>
                </c:pt>
                <c:pt idx="13633">
                  <c:v>40.65</c:v>
                </c:pt>
                <c:pt idx="13634">
                  <c:v>40.65</c:v>
                </c:pt>
                <c:pt idx="13635">
                  <c:v>40.700000000000003</c:v>
                </c:pt>
                <c:pt idx="13636">
                  <c:v>40.700000000000003</c:v>
                </c:pt>
                <c:pt idx="13637">
                  <c:v>40.700000000000003</c:v>
                </c:pt>
                <c:pt idx="13638">
                  <c:v>40.700000000000003</c:v>
                </c:pt>
                <c:pt idx="13639">
                  <c:v>40.700000000000003</c:v>
                </c:pt>
                <c:pt idx="13640">
                  <c:v>40.700000000000003</c:v>
                </c:pt>
                <c:pt idx="13641">
                  <c:v>40.700000000000003</c:v>
                </c:pt>
                <c:pt idx="13642">
                  <c:v>40.700000000000003</c:v>
                </c:pt>
                <c:pt idx="13643">
                  <c:v>40.700000000000003</c:v>
                </c:pt>
                <c:pt idx="13644">
                  <c:v>40.700000000000003</c:v>
                </c:pt>
                <c:pt idx="13645">
                  <c:v>40.700000000000003</c:v>
                </c:pt>
                <c:pt idx="13646">
                  <c:v>40.700000000000003</c:v>
                </c:pt>
                <c:pt idx="13647">
                  <c:v>40.700000000000003</c:v>
                </c:pt>
                <c:pt idx="13648">
                  <c:v>40.700000000000003</c:v>
                </c:pt>
                <c:pt idx="13649">
                  <c:v>40.700000000000003</c:v>
                </c:pt>
                <c:pt idx="13650">
                  <c:v>40.700000000000003</c:v>
                </c:pt>
                <c:pt idx="13651">
                  <c:v>40.75</c:v>
                </c:pt>
                <c:pt idx="13652">
                  <c:v>40.75</c:v>
                </c:pt>
                <c:pt idx="13653">
                  <c:v>40.75</c:v>
                </c:pt>
                <c:pt idx="13654">
                  <c:v>40.75</c:v>
                </c:pt>
                <c:pt idx="13655">
                  <c:v>40.75</c:v>
                </c:pt>
                <c:pt idx="13656">
                  <c:v>40.75</c:v>
                </c:pt>
                <c:pt idx="13657">
                  <c:v>40.75</c:v>
                </c:pt>
                <c:pt idx="13658">
                  <c:v>40.75</c:v>
                </c:pt>
                <c:pt idx="13659">
                  <c:v>40.75</c:v>
                </c:pt>
                <c:pt idx="13660">
                  <c:v>40.799999999999997</c:v>
                </c:pt>
                <c:pt idx="13661">
                  <c:v>40.799999999999997</c:v>
                </c:pt>
                <c:pt idx="13662">
                  <c:v>40.799999999999997</c:v>
                </c:pt>
                <c:pt idx="13663">
                  <c:v>40.799999999999997</c:v>
                </c:pt>
                <c:pt idx="13664">
                  <c:v>40.799999999999997</c:v>
                </c:pt>
                <c:pt idx="13665">
                  <c:v>40.799999999999997</c:v>
                </c:pt>
                <c:pt idx="13666">
                  <c:v>40.799999999999997</c:v>
                </c:pt>
                <c:pt idx="13667">
                  <c:v>40.799999999999997</c:v>
                </c:pt>
                <c:pt idx="13668">
                  <c:v>40.799999999999997</c:v>
                </c:pt>
                <c:pt idx="13669">
                  <c:v>40.85</c:v>
                </c:pt>
                <c:pt idx="13670">
                  <c:v>40.85</c:v>
                </c:pt>
                <c:pt idx="13671">
                  <c:v>40.85</c:v>
                </c:pt>
                <c:pt idx="13672">
                  <c:v>40.85</c:v>
                </c:pt>
                <c:pt idx="13673">
                  <c:v>40.85</c:v>
                </c:pt>
                <c:pt idx="13674">
                  <c:v>40.85</c:v>
                </c:pt>
                <c:pt idx="13675">
                  <c:v>40.85</c:v>
                </c:pt>
                <c:pt idx="13676">
                  <c:v>40.85</c:v>
                </c:pt>
                <c:pt idx="13677">
                  <c:v>40.85</c:v>
                </c:pt>
                <c:pt idx="13678">
                  <c:v>40.9</c:v>
                </c:pt>
                <c:pt idx="13679">
                  <c:v>40.9</c:v>
                </c:pt>
                <c:pt idx="13680">
                  <c:v>40.9</c:v>
                </c:pt>
                <c:pt idx="13681">
                  <c:v>40.9</c:v>
                </c:pt>
                <c:pt idx="13682">
                  <c:v>40.9</c:v>
                </c:pt>
                <c:pt idx="13683">
                  <c:v>40.9</c:v>
                </c:pt>
                <c:pt idx="13684">
                  <c:v>40.9</c:v>
                </c:pt>
                <c:pt idx="13685">
                  <c:v>40.9</c:v>
                </c:pt>
                <c:pt idx="13686">
                  <c:v>40.950000000000003</c:v>
                </c:pt>
                <c:pt idx="13687">
                  <c:v>40.950000000000003</c:v>
                </c:pt>
                <c:pt idx="13688">
                  <c:v>40.950000000000003</c:v>
                </c:pt>
                <c:pt idx="13689">
                  <c:v>40.950000000000003</c:v>
                </c:pt>
                <c:pt idx="13690">
                  <c:v>40.950000000000003</c:v>
                </c:pt>
                <c:pt idx="13691">
                  <c:v>40.950000000000003</c:v>
                </c:pt>
                <c:pt idx="13692">
                  <c:v>40.950000000000003</c:v>
                </c:pt>
                <c:pt idx="13693">
                  <c:v>40.950000000000003</c:v>
                </c:pt>
                <c:pt idx="13694">
                  <c:v>40.950000000000003</c:v>
                </c:pt>
                <c:pt idx="13695">
                  <c:v>40.950000000000003</c:v>
                </c:pt>
                <c:pt idx="13696">
                  <c:v>41</c:v>
                </c:pt>
                <c:pt idx="13697">
                  <c:v>41</c:v>
                </c:pt>
                <c:pt idx="13698">
                  <c:v>41</c:v>
                </c:pt>
                <c:pt idx="13699">
                  <c:v>41</c:v>
                </c:pt>
                <c:pt idx="13700">
                  <c:v>41</c:v>
                </c:pt>
                <c:pt idx="13701">
                  <c:v>41</c:v>
                </c:pt>
                <c:pt idx="13702">
                  <c:v>41</c:v>
                </c:pt>
                <c:pt idx="13703">
                  <c:v>41</c:v>
                </c:pt>
                <c:pt idx="13704">
                  <c:v>41</c:v>
                </c:pt>
                <c:pt idx="13705">
                  <c:v>41.05</c:v>
                </c:pt>
                <c:pt idx="13706">
                  <c:v>41.05</c:v>
                </c:pt>
                <c:pt idx="13707">
                  <c:v>41.05</c:v>
                </c:pt>
                <c:pt idx="13708">
                  <c:v>41.05</c:v>
                </c:pt>
                <c:pt idx="13709">
                  <c:v>41.05</c:v>
                </c:pt>
                <c:pt idx="13710">
                  <c:v>41.05</c:v>
                </c:pt>
                <c:pt idx="13711">
                  <c:v>41.05</c:v>
                </c:pt>
                <c:pt idx="13712">
                  <c:v>41.05</c:v>
                </c:pt>
                <c:pt idx="13713">
                  <c:v>41.05</c:v>
                </c:pt>
                <c:pt idx="13714">
                  <c:v>41.05</c:v>
                </c:pt>
                <c:pt idx="13715">
                  <c:v>41.1</c:v>
                </c:pt>
                <c:pt idx="13716">
                  <c:v>41.1</c:v>
                </c:pt>
                <c:pt idx="13717">
                  <c:v>41.1</c:v>
                </c:pt>
                <c:pt idx="13718">
                  <c:v>41.1</c:v>
                </c:pt>
                <c:pt idx="13719">
                  <c:v>41.1</c:v>
                </c:pt>
                <c:pt idx="13720">
                  <c:v>41.1</c:v>
                </c:pt>
                <c:pt idx="13721">
                  <c:v>41.1</c:v>
                </c:pt>
                <c:pt idx="13722">
                  <c:v>41.1</c:v>
                </c:pt>
                <c:pt idx="13723">
                  <c:v>41.15</c:v>
                </c:pt>
                <c:pt idx="13724">
                  <c:v>41.15</c:v>
                </c:pt>
                <c:pt idx="13725">
                  <c:v>41.15</c:v>
                </c:pt>
                <c:pt idx="13726">
                  <c:v>41.15</c:v>
                </c:pt>
                <c:pt idx="13727">
                  <c:v>41.15</c:v>
                </c:pt>
                <c:pt idx="13728">
                  <c:v>41.15</c:v>
                </c:pt>
                <c:pt idx="13729">
                  <c:v>41.15</c:v>
                </c:pt>
                <c:pt idx="13730">
                  <c:v>41.15</c:v>
                </c:pt>
                <c:pt idx="13731">
                  <c:v>41.2</c:v>
                </c:pt>
                <c:pt idx="13732">
                  <c:v>41.2</c:v>
                </c:pt>
                <c:pt idx="13733">
                  <c:v>41.2</c:v>
                </c:pt>
                <c:pt idx="13734">
                  <c:v>41.2</c:v>
                </c:pt>
                <c:pt idx="13735">
                  <c:v>41.2</c:v>
                </c:pt>
                <c:pt idx="13736">
                  <c:v>41.2</c:v>
                </c:pt>
                <c:pt idx="13737">
                  <c:v>41.2</c:v>
                </c:pt>
                <c:pt idx="13738">
                  <c:v>41.2</c:v>
                </c:pt>
                <c:pt idx="13739">
                  <c:v>41.2</c:v>
                </c:pt>
                <c:pt idx="13740">
                  <c:v>41.25</c:v>
                </c:pt>
                <c:pt idx="13741">
                  <c:v>41.25</c:v>
                </c:pt>
                <c:pt idx="13742">
                  <c:v>41.25</c:v>
                </c:pt>
                <c:pt idx="13743">
                  <c:v>41.25</c:v>
                </c:pt>
                <c:pt idx="13744">
                  <c:v>41.25</c:v>
                </c:pt>
                <c:pt idx="13745">
                  <c:v>41.25</c:v>
                </c:pt>
                <c:pt idx="13746">
                  <c:v>41.25</c:v>
                </c:pt>
                <c:pt idx="13747">
                  <c:v>41.25</c:v>
                </c:pt>
                <c:pt idx="13748">
                  <c:v>41.25</c:v>
                </c:pt>
                <c:pt idx="13749">
                  <c:v>41.3</c:v>
                </c:pt>
                <c:pt idx="13750">
                  <c:v>41.3</c:v>
                </c:pt>
                <c:pt idx="13751">
                  <c:v>41.3</c:v>
                </c:pt>
                <c:pt idx="13752">
                  <c:v>41.3</c:v>
                </c:pt>
                <c:pt idx="13753">
                  <c:v>41.3</c:v>
                </c:pt>
                <c:pt idx="13754">
                  <c:v>41.3</c:v>
                </c:pt>
                <c:pt idx="13755">
                  <c:v>41.35</c:v>
                </c:pt>
                <c:pt idx="13756">
                  <c:v>41.35</c:v>
                </c:pt>
                <c:pt idx="13757">
                  <c:v>41.35</c:v>
                </c:pt>
                <c:pt idx="13758">
                  <c:v>41.35</c:v>
                </c:pt>
                <c:pt idx="13759">
                  <c:v>41.35</c:v>
                </c:pt>
                <c:pt idx="13760">
                  <c:v>41.35</c:v>
                </c:pt>
                <c:pt idx="13761">
                  <c:v>41.35</c:v>
                </c:pt>
                <c:pt idx="13762">
                  <c:v>41.35</c:v>
                </c:pt>
                <c:pt idx="13763">
                  <c:v>41.35</c:v>
                </c:pt>
                <c:pt idx="13764">
                  <c:v>41.4</c:v>
                </c:pt>
                <c:pt idx="13765">
                  <c:v>41.4</c:v>
                </c:pt>
                <c:pt idx="13766">
                  <c:v>41.4</c:v>
                </c:pt>
                <c:pt idx="13767">
                  <c:v>41.4</c:v>
                </c:pt>
                <c:pt idx="13768">
                  <c:v>41.4</c:v>
                </c:pt>
                <c:pt idx="13769">
                  <c:v>41.4</c:v>
                </c:pt>
                <c:pt idx="13770">
                  <c:v>41.4</c:v>
                </c:pt>
                <c:pt idx="13771">
                  <c:v>41.4</c:v>
                </c:pt>
                <c:pt idx="13772">
                  <c:v>41.45</c:v>
                </c:pt>
                <c:pt idx="13773">
                  <c:v>41.45</c:v>
                </c:pt>
                <c:pt idx="13774">
                  <c:v>41.45</c:v>
                </c:pt>
                <c:pt idx="13775">
                  <c:v>41.45</c:v>
                </c:pt>
                <c:pt idx="13776">
                  <c:v>41.45</c:v>
                </c:pt>
                <c:pt idx="13777">
                  <c:v>41.45</c:v>
                </c:pt>
                <c:pt idx="13778">
                  <c:v>41.45</c:v>
                </c:pt>
                <c:pt idx="13779">
                  <c:v>41.45</c:v>
                </c:pt>
                <c:pt idx="13780">
                  <c:v>41.45</c:v>
                </c:pt>
                <c:pt idx="13781">
                  <c:v>41.5</c:v>
                </c:pt>
                <c:pt idx="13782">
                  <c:v>41.5</c:v>
                </c:pt>
                <c:pt idx="13783">
                  <c:v>41.5</c:v>
                </c:pt>
                <c:pt idx="13784">
                  <c:v>41.5</c:v>
                </c:pt>
                <c:pt idx="13785">
                  <c:v>41.5</c:v>
                </c:pt>
                <c:pt idx="13786">
                  <c:v>41.5</c:v>
                </c:pt>
                <c:pt idx="13787">
                  <c:v>41.5</c:v>
                </c:pt>
                <c:pt idx="13788">
                  <c:v>41.55</c:v>
                </c:pt>
                <c:pt idx="13789">
                  <c:v>41.55</c:v>
                </c:pt>
                <c:pt idx="13790">
                  <c:v>41.55</c:v>
                </c:pt>
                <c:pt idx="13791">
                  <c:v>41.55</c:v>
                </c:pt>
                <c:pt idx="13792">
                  <c:v>41.55</c:v>
                </c:pt>
                <c:pt idx="13793">
                  <c:v>41.55</c:v>
                </c:pt>
                <c:pt idx="13794">
                  <c:v>41.55</c:v>
                </c:pt>
                <c:pt idx="13795">
                  <c:v>41.55</c:v>
                </c:pt>
                <c:pt idx="13796">
                  <c:v>41.6</c:v>
                </c:pt>
                <c:pt idx="13797">
                  <c:v>41.6</c:v>
                </c:pt>
                <c:pt idx="13798">
                  <c:v>41.6</c:v>
                </c:pt>
                <c:pt idx="13799">
                  <c:v>41.6</c:v>
                </c:pt>
                <c:pt idx="13800">
                  <c:v>41.6</c:v>
                </c:pt>
                <c:pt idx="13801">
                  <c:v>41.6</c:v>
                </c:pt>
                <c:pt idx="13802">
                  <c:v>41.6</c:v>
                </c:pt>
                <c:pt idx="13803">
                  <c:v>41.6</c:v>
                </c:pt>
                <c:pt idx="13804">
                  <c:v>41.65</c:v>
                </c:pt>
                <c:pt idx="13805">
                  <c:v>41.65</c:v>
                </c:pt>
                <c:pt idx="13806">
                  <c:v>41.65</c:v>
                </c:pt>
                <c:pt idx="13807">
                  <c:v>41.65</c:v>
                </c:pt>
                <c:pt idx="13808">
                  <c:v>41.65</c:v>
                </c:pt>
                <c:pt idx="13809">
                  <c:v>41.65</c:v>
                </c:pt>
                <c:pt idx="13810">
                  <c:v>41.65</c:v>
                </c:pt>
                <c:pt idx="13811">
                  <c:v>41.65</c:v>
                </c:pt>
                <c:pt idx="13812">
                  <c:v>41.65</c:v>
                </c:pt>
                <c:pt idx="13813">
                  <c:v>41.65</c:v>
                </c:pt>
                <c:pt idx="13814">
                  <c:v>41.65</c:v>
                </c:pt>
                <c:pt idx="13815">
                  <c:v>41.65</c:v>
                </c:pt>
                <c:pt idx="13816">
                  <c:v>41.7</c:v>
                </c:pt>
                <c:pt idx="13817">
                  <c:v>41.7</c:v>
                </c:pt>
                <c:pt idx="13818">
                  <c:v>41.7</c:v>
                </c:pt>
                <c:pt idx="13819">
                  <c:v>41.7</c:v>
                </c:pt>
                <c:pt idx="13820">
                  <c:v>41.7</c:v>
                </c:pt>
                <c:pt idx="13821">
                  <c:v>41.7</c:v>
                </c:pt>
                <c:pt idx="13822">
                  <c:v>41.7</c:v>
                </c:pt>
                <c:pt idx="13823">
                  <c:v>41.75</c:v>
                </c:pt>
                <c:pt idx="13824">
                  <c:v>41.75</c:v>
                </c:pt>
                <c:pt idx="13825">
                  <c:v>41.75</c:v>
                </c:pt>
                <c:pt idx="13826">
                  <c:v>41.75</c:v>
                </c:pt>
                <c:pt idx="13827">
                  <c:v>41.75</c:v>
                </c:pt>
                <c:pt idx="13828">
                  <c:v>41.75</c:v>
                </c:pt>
                <c:pt idx="13829">
                  <c:v>41.75</c:v>
                </c:pt>
                <c:pt idx="13830">
                  <c:v>41.75</c:v>
                </c:pt>
                <c:pt idx="13831">
                  <c:v>41.75</c:v>
                </c:pt>
                <c:pt idx="13832">
                  <c:v>41.8</c:v>
                </c:pt>
                <c:pt idx="13833">
                  <c:v>41.8</c:v>
                </c:pt>
                <c:pt idx="13834">
                  <c:v>41.8</c:v>
                </c:pt>
                <c:pt idx="13835">
                  <c:v>41.8</c:v>
                </c:pt>
                <c:pt idx="13836">
                  <c:v>41.8</c:v>
                </c:pt>
                <c:pt idx="13837">
                  <c:v>41.8</c:v>
                </c:pt>
                <c:pt idx="13838">
                  <c:v>41.85</c:v>
                </c:pt>
                <c:pt idx="13839">
                  <c:v>41.85</c:v>
                </c:pt>
                <c:pt idx="13840">
                  <c:v>41.85</c:v>
                </c:pt>
                <c:pt idx="13841">
                  <c:v>41.85</c:v>
                </c:pt>
                <c:pt idx="13842">
                  <c:v>41.85</c:v>
                </c:pt>
                <c:pt idx="13843">
                  <c:v>41.85</c:v>
                </c:pt>
                <c:pt idx="13844">
                  <c:v>41.9</c:v>
                </c:pt>
                <c:pt idx="13845">
                  <c:v>41.9</c:v>
                </c:pt>
                <c:pt idx="13846">
                  <c:v>41.9</c:v>
                </c:pt>
                <c:pt idx="13847">
                  <c:v>41.9</c:v>
                </c:pt>
                <c:pt idx="13848">
                  <c:v>41.9</c:v>
                </c:pt>
                <c:pt idx="13849">
                  <c:v>41.9</c:v>
                </c:pt>
                <c:pt idx="13850">
                  <c:v>41.9</c:v>
                </c:pt>
                <c:pt idx="13851">
                  <c:v>41.9</c:v>
                </c:pt>
                <c:pt idx="13852">
                  <c:v>41.95</c:v>
                </c:pt>
                <c:pt idx="13853">
                  <c:v>41.95</c:v>
                </c:pt>
                <c:pt idx="13854">
                  <c:v>41.95</c:v>
                </c:pt>
                <c:pt idx="13855">
                  <c:v>41.95</c:v>
                </c:pt>
                <c:pt idx="13856">
                  <c:v>41.95</c:v>
                </c:pt>
                <c:pt idx="13857">
                  <c:v>41.95</c:v>
                </c:pt>
                <c:pt idx="13858">
                  <c:v>41.95</c:v>
                </c:pt>
                <c:pt idx="13859">
                  <c:v>42</c:v>
                </c:pt>
                <c:pt idx="13860">
                  <c:v>42</c:v>
                </c:pt>
                <c:pt idx="13861">
                  <c:v>42</c:v>
                </c:pt>
                <c:pt idx="13862">
                  <c:v>42</c:v>
                </c:pt>
                <c:pt idx="13863">
                  <c:v>42</c:v>
                </c:pt>
                <c:pt idx="13864">
                  <c:v>42</c:v>
                </c:pt>
                <c:pt idx="13865">
                  <c:v>42</c:v>
                </c:pt>
                <c:pt idx="13866">
                  <c:v>42.05</c:v>
                </c:pt>
                <c:pt idx="13867">
                  <c:v>42.05</c:v>
                </c:pt>
                <c:pt idx="13868">
                  <c:v>42.05</c:v>
                </c:pt>
                <c:pt idx="13869">
                  <c:v>42.05</c:v>
                </c:pt>
                <c:pt idx="13870">
                  <c:v>42.05</c:v>
                </c:pt>
                <c:pt idx="13871">
                  <c:v>42.05</c:v>
                </c:pt>
                <c:pt idx="13872">
                  <c:v>42.05</c:v>
                </c:pt>
                <c:pt idx="13873">
                  <c:v>42.05</c:v>
                </c:pt>
                <c:pt idx="13874">
                  <c:v>42.1</c:v>
                </c:pt>
                <c:pt idx="13875">
                  <c:v>42.1</c:v>
                </c:pt>
                <c:pt idx="13876">
                  <c:v>42.1</c:v>
                </c:pt>
                <c:pt idx="13877">
                  <c:v>42.1</c:v>
                </c:pt>
                <c:pt idx="13878">
                  <c:v>42.1</c:v>
                </c:pt>
                <c:pt idx="13879">
                  <c:v>42.1</c:v>
                </c:pt>
                <c:pt idx="13880">
                  <c:v>42.15</c:v>
                </c:pt>
                <c:pt idx="13881">
                  <c:v>42.15</c:v>
                </c:pt>
                <c:pt idx="13882">
                  <c:v>42.15</c:v>
                </c:pt>
                <c:pt idx="13883">
                  <c:v>42.15</c:v>
                </c:pt>
                <c:pt idx="13884">
                  <c:v>42.15</c:v>
                </c:pt>
                <c:pt idx="13885">
                  <c:v>42.15</c:v>
                </c:pt>
                <c:pt idx="13886">
                  <c:v>42.15</c:v>
                </c:pt>
                <c:pt idx="13887">
                  <c:v>42.2</c:v>
                </c:pt>
                <c:pt idx="13888">
                  <c:v>42.2</c:v>
                </c:pt>
                <c:pt idx="13889">
                  <c:v>42.2</c:v>
                </c:pt>
                <c:pt idx="13890">
                  <c:v>42.2</c:v>
                </c:pt>
                <c:pt idx="13891">
                  <c:v>42.2</c:v>
                </c:pt>
                <c:pt idx="13892">
                  <c:v>42.2</c:v>
                </c:pt>
                <c:pt idx="13893">
                  <c:v>42.2</c:v>
                </c:pt>
                <c:pt idx="13894">
                  <c:v>42.2</c:v>
                </c:pt>
                <c:pt idx="13895">
                  <c:v>42.25</c:v>
                </c:pt>
                <c:pt idx="13896">
                  <c:v>42.25</c:v>
                </c:pt>
                <c:pt idx="13897">
                  <c:v>42.25</c:v>
                </c:pt>
                <c:pt idx="13898">
                  <c:v>42.25</c:v>
                </c:pt>
                <c:pt idx="13899">
                  <c:v>42.25</c:v>
                </c:pt>
                <c:pt idx="13900">
                  <c:v>42.25</c:v>
                </c:pt>
                <c:pt idx="13901">
                  <c:v>42.3</c:v>
                </c:pt>
                <c:pt idx="13902">
                  <c:v>42.3</c:v>
                </c:pt>
                <c:pt idx="13903">
                  <c:v>42.3</c:v>
                </c:pt>
                <c:pt idx="13904">
                  <c:v>42.3</c:v>
                </c:pt>
                <c:pt idx="13905">
                  <c:v>42.3</c:v>
                </c:pt>
                <c:pt idx="13906">
                  <c:v>42.3</c:v>
                </c:pt>
                <c:pt idx="13907">
                  <c:v>42.35</c:v>
                </c:pt>
                <c:pt idx="13908">
                  <c:v>42.35</c:v>
                </c:pt>
                <c:pt idx="13909">
                  <c:v>42.35</c:v>
                </c:pt>
                <c:pt idx="13910">
                  <c:v>42.35</c:v>
                </c:pt>
                <c:pt idx="13911">
                  <c:v>42.35</c:v>
                </c:pt>
                <c:pt idx="13912">
                  <c:v>42.35</c:v>
                </c:pt>
                <c:pt idx="13913">
                  <c:v>42.35</c:v>
                </c:pt>
                <c:pt idx="13914">
                  <c:v>42.35</c:v>
                </c:pt>
                <c:pt idx="13915">
                  <c:v>42.4</c:v>
                </c:pt>
                <c:pt idx="13916">
                  <c:v>42.4</c:v>
                </c:pt>
                <c:pt idx="13917">
                  <c:v>42.4</c:v>
                </c:pt>
                <c:pt idx="13918">
                  <c:v>42.4</c:v>
                </c:pt>
                <c:pt idx="13919">
                  <c:v>42.4</c:v>
                </c:pt>
                <c:pt idx="13920">
                  <c:v>42.4</c:v>
                </c:pt>
                <c:pt idx="13921">
                  <c:v>42.4</c:v>
                </c:pt>
                <c:pt idx="13922">
                  <c:v>42.45</c:v>
                </c:pt>
                <c:pt idx="13923">
                  <c:v>42.45</c:v>
                </c:pt>
                <c:pt idx="13924">
                  <c:v>42.45</c:v>
                </c:pt>
                <c:pt idx="13925">
                  <c:v>42.45</c:v>
                </c:pt>
                <c:pt idx="13926">
                  <c:v>42.45</c:v>
                </c:pt>
                <c:pt idx="13927">
                  <c:v>42.45</c:v>
                </c:pt>
                <c:pt idx="13928">
                  <c:v>42.5</c:v>
                </c:pt>
                <c:pt idx="13929">
                  <c:v>42.5</c:v>
                </c:pt>
                <c:pt idx="13930">
                  <c:v>42.5</c:v>
                </c:pt>
                <c:pt idx="13931">
                  <c:v>42.5</c:v>
                </c:pt>
                <c:pt idx="13932">
                  <c:v>42.5</c:v>
                </c:pt>
                <c:pt idx="13933">
                  <c:v>42.5</c:v>
                </c:pt>
                <c:pt idx="13934">
                  <c:v>42.55</c:v>
                </c:pt>
                <c:pt idx="13935">
                  <c:v>42.55</c:v>
                </c:pt>
                <c:pt idx="13936">
                  <c:v>42.55</c:v>
                </c:pt>
                <c:pt idx="13937">
                  <c:v>42.55</c:v>
                </c:pt>
                <c:pt idx="13938">
                  <c:v>42.55</c:v>
                </c:pt>
                <c:pt idx="13939">
                  <c:v>42.55</c:v>
                </c:pt>
                <c:pt idx="13940">
                  <c:v>42.55</c:v>
                </c:pt>
                <c:pt idx="13941">
                  <c:v>42.55</c:v>
                </c:pt>
                <c:pt idx="13942">
                  <c:v>42.55</c:v>
                </c:pt>
                <c:pt idx="13943">
                  <c:v>42.55</c:v>
                </c:pt>
                <c:pt idx="13944">
                  <c:v>42.55</c:v>
                </c:pt>
                <c:pt idx="13945">
                  <c:v>42.55</c:v>
                </c:pt>
                <c:pt idx="13946">
                  <c:v>42.6</c:v>
                </c:pt>
                <c:pt idx="13947">
                  <c:v>42.6</c:v>
                </c:pt>
                <c:pt idx="13948">
                  <c:v>42.6</c:v>
                </c:pt>
                <c:pt idx="13949">
                  <c:v>42.6</c:v>
                </c:pt>
                <c:pt idx="13950">
                  <c:v>42.6</c:v>
                </c:pt>
                <c:pt idx="13951">
                  <c:v>42.6</c:v>
                </c:pt>
                <c:pt idx="13952">
                  <c:v>42.65</c:v>
                </c:pt>
                <c:pt idx="13953">
                  <c:v>42.65</c:v>
                </c:pt>
                <c:pt idx="13954">
                  <c:v>42.65</c:v>
                </c:pt>
                <c:pt idx="13955">
                  <c:v>42.65</c:v>
                </c:pt>
                <c:pt idx="13956">
                  <c:v>42.65</c:v>
                </c:pt>
                <c:pt idx="13957">
                  <c:v>42.65</c:v>
                </c:pt>
                <c:pt idx="13958">
                  <c:v>42.65</c:v>
                </c:pt>
                <c:pt idx="13959">
                  <c:v>42.7</c:v>
                </c:pt>
                <c:pt idx="13960">
                  <c:v>42.7</c:v>
                </c:pt>
                <c:pt idx="13961">
                  <c:v>42.7</c:v>
                </c:pt>
                <c:pt idx="13962">
                  <c:v>42.7</c:v>
                </c:pt>
                <c:pt idx="13963">
                  <c:v>42.7</c:v>
                </c:pt>
                <c:pt idx="13964">
                  <c:v>42.7</c:v>
                </c:pt>
                <c:pt idx="13965">
                  <c:v>42.7</c:v>
                </c:pt>
                <c:pt idx="13966">
                  <c:v>42.7</c:v>
                </c:pt>
                <c:pt idx="13967">
                  <c:v>42.75</c:v>
                </c:pt>
                <c:pt idx="13968">
                  <c:v>42.75</c:v>
                </c:pt>
                <c:pt idx="13969">
                  <c:v>42.75</c:v>
                </c:pt>
                <c:pt idx="13970">
                  <c:v>42.75</c:v>
                </c:pt>
                <c:pt idx="13971">
                  <c:v>42.75</c:v>
                </c:pt>
                <c:pt idx="13972">
                  <c:v>42.75</c:v>
                </c:pt>
                <c:pt idx="13973">
                  <c:v>42.8</c:v>
                </c:pt>
                <c:pt idx="13974">
                  <c:v>42.8</c:v>
                </c:pt>
                <c:pt idx="13975">
                  <c:v>42.8</c:v>
                </c:pt>
                <c:pt idx="13976">
                  <c:v>42.8</c:v>
                </c:pt>
                <c:pt idx="13977">
                  <c:v>42.8</c:v>
                </c:pt>
                <c:pt idx="13978">
                  <c:v>42.8</c:v>
                </c:pt>
                <c:pt idx="13979">
                  <c:v>42.8</c:v>
                </c:pt>
                <c:pt idx="13980">
                  <c:v>42.85</c:v>
                </c:pt>
                <c:pt idx="13981">
                  <c:v>42.85</c:v>
                </c:pt>
                <c:pt idx="13982">
                  <c:v>42.85</c:v>
                </c:pt>
                <c:pt idx="13983">
                  <c:v>42.85</c:v>
                </c:pt>
                <c:pt idx="13984">
                  <c:v>42.85</c:v>
                </c:pt>
                <c:pt idx="13985">
                  <c:v>42.85</c:v>
                </c:pt>
                <c:pt idx="13986">
                  <c:v>42.9</c:v>
                </c:pt>
                <c:pt idx="13987">
                  <c:v>42.9</c:v>
                </c:pt>
                <c:pt idx="13988">
                  <c:v>42.9</c:v>
                </c:pt>
                <c:pt idx="13989">
                  <c:v>42.9</c:v>
                </c:pt>
                <c:pt idx="13990">
                  <c:v>42.9</c:v>
                </c:pt>
                <c:pt idx="13991">
                  <c:v>42.9</c:v>
                </c:pt>
                <c:pt idx="13992">
                  <c:v>42.95</c:v>
                </c:pt>
                <c:pt idx="13993">
                  <c:v>42.95</c:v>
                </c:pt>
                <c:pt idx="13994">
                  <c:v>42.95</c:v>
                </c:pt>
                <c:pt idx="13995">
                  <c:v>42.95</c:v>
                </c:pt>
                <c:pt idx="13996">
                  <c:v>42.95</c:v>
                </c:pt>
                <c:pt idx="13997">
                  <c:v>42.95</c:v>
                </c:pt>
                <c:pt idx="13998">
                  <c:v>42.95</c:v>
                </c:pt>
                <c:pt idx="13999">
                  <c:v>43</c:v>
                </c:pt>
                <c:pt idx="14000">
                  <c:v>43</c:v>
                </c:pt>
                <c:pt idx="14001">
                  <c:v>43</c:v>
                </c:pt>
                <c:pt idx="14002">
                  <c:v>43</c:v>
                </c:pt>
                <c:pt idx="14003">
                  <c:v>43</c:v>
                </c:pt>
                <c:pt idx="14004">
                  <c:v>43</c:v>
                </c:pt>
                <c:pt idx="14005">
                  <c:v>43</c:v>
                </c:pt>
                <c:pt idx="14006">
                  <c:v>43.05</c:v>
                </c:pt>
                <c:pt idx="14007">
                  <c:v>43.05</c:v>
                </c:pt>
                <c:pt idx="14008">
                  <c:v>43.05</c:v>
                </c:pt>
                <c:pt idx="14009">
                  <c:v>43.05</c:v>
                </c:pt>
                <c:pt idx="14010">
                  <c:v>43.05</c:v>
                </c:pt>
                <c:pt idx="14011">
                  <c:v>43.05</c:v>
                </c:pt>
                <c:pt idx="14012">
                  <c:v>43.05</c:v>
                </c:pt>
                <c:pt idx="14013">
                  <c:v>43.05</c:v>
                </c:pt>
                <c:pt idx="14014">
                  <c:v>43.1</c:v>
                </c:pt>
                <c:pt idx="14015">
                  <c:v>43.1</c:v>
                </c:pt>
                <c:pt idx="14016">
                  <c:v>43.1</c:v>
                </c:pt>
                <c:pt idx="14017">
                  <c:v>43.1</c:v>
                </c:pt>
                <c:pt idx="14018">
                  <c:v>43.1</c:v>
                </c:pt>
                <c:pt idx="14019">
                  <c:v>43.1</c:v>
                </c:pt>
                <c:pt idx="14020">
                  <c:v>43.1</c:v>
                </c:pt>
                <c:pt idx="14021">
                  <c:v>43.15</c:v>
                </c:pt>
                <c:pt idx="14022">
                  <c:v>43.15</c:v>
                </c:pt>
                <c:pt idx="14023">
                  <c:v>43.15</c:v>
                </c:pt>
                <c:pt idx="14024">
                  <c:v>43.15</c:v>
                </c:pt>
                <c:pt idx="14025">
                  <c:v>43.15</c:v>
                </c:pt>
                <c:pt idx="14026">
                  <c:v>43.15</c:v>
                </c:pt>
                <c:pt idx="14027">
                  <c:v>43.15</c:v>
                </c:pt>
                <c:pt idx="14028">
                  <c:v>43.15</c:v>
                </c:pt>
                <c:pt idx="14029">
                  <c:v>43.2</c:v>
                </c:pt>
                <c:pt idx="14030">
                  <c:v>43.2</c:v>
                </c:pt>
                <c:pt idx="14031">
                  <c:v>43.2</c:v>
                </c:pt>
                <c:pt idx="14032">
                  <c:v>43.2</c:v>
                </c:pt>
                <c:pt idx="14033">
                  <c:v>43.2</c:v>
                </c:pt>
                <c:pt idx="14034">
                  <c:v>43.2</c:v>
                </c:pt>
                <c:pt idx="14035">
                  <c:v>43.25</c:v>
                </c:pt>
                <c:pt idx="14036">
                  <c:v>43.25</c:v>
                </c:pt>
                <c:pt idx="14037">
                  <c:v>43.25</c:v>
                </c:pt>
                <c:pt idx="14038">
                  <c:v>43.25</c:v>
                </c:pt>
                <c:pt idx="14039">
                  <c:v>43.25</c:v>
                </c:pt>
                <c:pt idx="14040">
                  <c:v>43.25</c:v>
                </c:pt>
                <c:pt idx="14041">
                  <c:v>43.25</c:v>
                </c:pt>
                <c:pt idx="14042">
                  <c:v>43.3</c:v>
                </c:pt>
                <c:pt idx="14043">
                  <c:v>43.3</c:v>
                </c:pt>
                <c:pt idx="14044">
                  <c:v>43.3</c:v>
                </c:pt>
                <c:pt idx="14045">
                  <c:v>43.3</c:v>
                </c:pt>
                <c:pt idx="14046">
                  <c:v>43.3</c:v>
                </c:pt>
                <c:pt idx="14047">
                  <c:v>43.3</c:v>
                </c:pt>
                <c:pt idx="14048">
                  <c:v>43.3</c:v>
                </c:pt>
                <c:pt idx="14049">
                  <c:v>43.3</c:v>
                </c:pt>
                <c:pt idx="14050">
                  <c:v>43.35</c:v>
                </c:pt>
                <c:pt idx="14051">
                  <c:v>43.35</c:v>
                </c:pt>
                <c:pt idx="14052">
                  <c:v>43.35</c:v>
                </c:pt>
                <c:pt idx="14053">
                  <c:v>43.35</c:v>
                </c:pt>
                <c:pt idx="14054">
                  <c:v>43.35</c:v>
                </c:pt>
                <c:pt idx="14055">
                  <c:v>43.35</c:v>
                </c:pt>
                <c:pt idx="14056">
                  <c:v>43.35</c:v>
                </c:pt>
                <c:pt idx="14057">
                  <c:v>43.35</c:v>
                </c:pt>
                <c:pt idx="14058">
                  <c:v>43.35</c:v>
                </c:pt>
                <c:pt idx="14059">
                  <c:v>43.35</c:v>
                </c:pt>
                <c:pt idx="14060">
                  <c:v>43.35</c:v>
                </c:pt>
                <c:pt idx="14061">
                  <c:v>43.4</c:v>
                </c:pt>
                <c:pt idx="14062">
                  <c:v>43.4</c:v>
                </c:pt>
                <c:pt idx="14063">
                  <c:v>43.4</c:v>
                </c:pt>
                <c:pt idx="14064">
                  <c:v>43.4</c:v>
                </c:pt>
                <c:pt idx="14065">
                  <c:v>43.4</c:v>
                </c:pt>
                <c:pt idx="14066">
                  <c:v>43.4</c:v>
                </c:pt>
                <c:pt idx="14067">
                  <c:v>43.4</c:v>
                </c:pt>
                <c:pt idx="14068">
                  <c:v>43.4</c:v>
                </c:pt>
                <c:pt idx="14069">
                  <c:v>43.45</c:v>
                </c:pt>
                <c:pt idx="14070">
                  <c:v>43.45</c:v>
                </c:pt>
                <c:pt idx="14071">
                  <c:v>43.45</c:v>
                </c:pt>
                <c:pt idx="14072">
                  <c:v>43.45</c:v>
                </c:pt>
                <c:pt idx="14073">
                  <c:v>43.45</c:v>
                </c:pt>
                <c:pt idx="14074">
                  <c:v>43.45</c:v>
                </c:pt>
                <c:pt idx="14075">
                  <c:v>43.45</c:v>
                </c:pt>
                <c:pt idx="14076">
                  <c:v>43.5</c:v>
                </c:pt>
                <c:pt idx="14077">
                  <c:v>43.5</c:v>
                </c:pt>
                <c:pt idx="14078">
                  <c:v>43.5</c:v>
                </c:pt>
                <c:pt idx="14079">
                  <c:v>43.5</c:v>
                </c:pt>
                <c:pt idx="14080">
                  <c:v>43.5</c:v>
                </c:pt>
                <c:pt idx="14081">
                  <c:v>43.5</c:v>
                </c:pt>
                <c:pt idx="14082">
                  <c:v>43.5</c:v>
                </c:pt>
                <c:pt idx="14083">
                  <c:v>43.5</c:v>
                </c:pt>
                <c:pt idx="14084">
                  <c:v>43.5</c:v>
                </c:pt>
                <c:pt idx="14085">
                  <c:v>43.5</c:v>
                </c:pt>
                <c:pt idx="14086">
                  <c:v>43.5</c:v>
                </c:pt>
                <c:pt idx="14087">
                  <c:v>43.5</c:v>
                </c:pt>
                <c:pt idx="14088">
                  <c:v>43.5</c:v>
                </c:pt>
                <c:pt idx="14089">
                  <c:v>43.55</c:v>
                </c:pt>
                <c:pt idx="14090">
                  <c:v>43.55</c:v>
                </c:pt>
                <c:pt idx="14091">
                  <c:v>43.55</c:v>
                </c:pt>
                <c:pt idx="14092">
                  <c:v>43.55</c:v>
                </c:pt>
                <c:pt idx="14093">
                  <c:v>43.55</c:v>
                </c:pt>
                <c:pt idx="14094">
                  <c:v>43.55</c:v>
                </c:pt>
                <c:pt idx="14095">
                  <c:v>43.55</c:v>
                </c:pt>
                <c:pt idx="14096">
                  <c:v>43.55</c:v>
                </c:pt>
                <c:pt idx="14097">
                  <c:v>43.6</c:v>
                </c:pt>
                <c:pt idx="14098">
                  <c:v>43.6</c:v>
                </c:pt>
                <c:pt idx="14099">
                  <c:v>43.6</c:v>
                </c:pt>
                <c:pt idx="14100">
                  <c:v>43.6</c:v>
                </c:pt>
                <c:pt idx="14101">
                  <c:v>43.6</c:v>
                </c:pt>
                <c:pt idx="14102">
                  <c:v>43.6</c:v>
                </c:pt>
                <c:pt idx="14103">
                  <c:v>43.6</c:v>
                </c:pt>
                <c:pt idx="14104">
                  <c:v>43.6</c:v>
                </c:pt>
                <c:pt idx="14105">
                  <c:v>43.65</c:v>
                </c:pt>
                <c:pt idx="14106">
                  <c:v>43.65</c:v>
                </c:pt>
                <c:pt idx="14107">
                  <c:v>43.65</c:v>
                </c:pt>
                <c:pt idx="14108">
                  <c:v>43.65</c:v>
                </c:pt>
                <c:pt idx="14109">
                  <c:v>43.65</c:v>
                </c:pt>
                <c:pt idx="14110">
                  <c:v>43.65</c:v>
                </c:pt>
                <c:pt idx="14111">
                  <c:v>43.65</c:v>
                </c:pt>
                <c:pt idx="14112">
                  <c:v>43.65</c:v>
                </c:pt>
                <c:pt idx="14113">
                  <c:v>43.7</c:v>
                </c:pt>
                <c:pt idx="14114">
                  <c:v>43.7</c:v>
                </c:pt>
                <c:pt idx="14115">
                  <c:v>43.7</c:v>
                </c:pt>
                <c:pt idx="14116">
                  <c:v>43.7</c:v>
                </c:pt>
                <c:pt idx="14117">
                  <c:v>43.7</c:v>
                </c:pt>
                <c:pt idx="14118">
                  <c:v>43.7</c:v>
                </c:pt>
                <c:pt idx="14119">
                  <c:v>43.7</c:v>
                </c:pt>
                <c:pt idx="14120">
                  <c:v>43.7</c:v>
                </c:pt>
                <c:pt idx="14121">
                  <c:v>43.75</c:v>
                </c:pt>
                <c:pt idx="14122">
                  <c:v>43.75</c:v>
                </c:pt>
                <c:pt idx="14123">
                  <c:v>43.75</c:v>
                </c:pt>
                <c:pt idx="14124">
                  <c:v>43.75</c:v>
                </c:pt>
                <c:pt idx="14125">
                  <c:v>43.75</c:v>
                </c:pt>
                <c:pt idx="14126">
                  <c:v>43.75</c:v>
                </c:pt>
                <c:pt idx="14127">
                  <c:v>43.75</c:v>
                </c:pt>
                <c:pt idx="14128">
                  <c:v>43.75</c:v>
                </c:pt>
                <c:pt idx="14129">
                  <c:v>43.8</c:v>
                </c:pt>
                <c:pt idx="14130">
                  <c:v>43.8</c:v>
                </c:pt>
                <c:pt idx="14131">
                  <c:v>43.8</c:v>
                </c:pt>
                <c:pt idx="14132">
                  <c:v>43.8</c:v>
                </c:pt>
                <c:pt idx="14133">
                  <c:v>43.8</c:v>
                </c:pt>
                <c:pt idx="14134">
                  <c:v>43.8</c:v>
                </c:pt>
                <c:pt idx="14135">
                  <c:v>43.8</c:v>
                </c:pt>
                <c:pt idx="14136">
                  <c:v>43.85</c:v>
                </c:pt>
                <c:pt idx="14137">
                  <c:v>43.85</c:v>
                </c:pt>
                <c:pt idx="14138">
                  <c:v>43.85</c:v>
                </c:pt>
                <c:pt idx="14139">
                  <c:v>43.85</c:v>
                </c:pt>
                <c:pt idx="14140">
                  <c:v>43.85</c:v>
                </c:pt>
                <c:pt idx="14141">
                  <c:v>43.85</c:v>
                </c:pt>
                <c:pt idx="14142">
                  <c:v>43.85</c:v>
                </c:pt>
                <c:pt idx="14143">
                  <c:v>43.85</c:v>
                </c:pt>
                <c:pt idx="14144">
                  <c:v>43.9</c:v>
                </c:pt>
                <c:pt idx="14145">
                  <c:v>43.9</c:v>
                </c:pt>
                <c:pt idx="14146">
                  <c:v>43.9</c:v>
                </c:pt>
                <c:pt idx="14147">
                  <c:v>43.9</c:v>
                </c:pt>
                <c:pt idx="14148">
                  <c:v>43.9</c:v>
                </c:pt>
                <c:pt idx="14149">
                  <c:v>43.9</c:v>
                </c:pt>
                <c:pt idx="14150">
                  <c:v>43.9</c:v>
                </c:pt>
                <c:pt idx="14151">
                  <c:v>43.9</c:v>
                </c:pt>
                <c:pt idx="14152">
                  <c:v>43.95</c:v>
                </c:pt>
                <c:pt idx="14153">
                  <c:v>43.95</c:v>
                </c:pt>
                <c:pt idx="14154">
                  <c:v>43.95</c:v>
                </c:pt>
                <c:pt idx="14155">
                  <c:v>43.95</c:v>
                </c:pt>
                <c:pt idx="14156">
                  <c:v>43.95</c:v>
                </c:pt>
                <c:pt idx="14157">
                  <c:v>43.95</c:v>
                </c:pt>
                <c:pt idx="14158">
                  <c:v>43.95</c:v>
                </c:pt>
                <c:pt idx="14159">
                  <c:v>43.95</c:v>
                </c:pt>
                <c:pt idx="14160">
                  <c:v>44</c:v>
                </c:pt>
                <c:pt idx="14161">
                  <c:v>44</c:v>
                </c:pt>
                <c:pt idx="14162">
                  <c:v>44</c:v>
                </c:pt>
                <c:pt idx="14163">
                  <c:v>44</c:v>
                </c:pt>
                <c:pt idx="14164">
                  <c:v>44</c:v>
                </c:pt>
                <c:pt idx="14165">
                  <c:v>44</c:v>
                </c:pt>
                <c:pt idx="14166">
                  <c:v>44</c:v>
                </c:pt>
                <c:pt idx="14167">
                  <c:v>44.05</c:v>
                </c:pt>
                <c:pt idx="14168">
                  <c:v>44.05</c:v>
                </c:pt>
                <c:pt idx="14169">
                  <c:v>44.05</c:v>
                </c:pt>
                <c:pt idx="14170">
                  <c:v>44.05</c:v>
                </c:pt>
                <c:pt idx="14171">
                  <c:v>44.05</c:v>
                </c:pt>
                <c:pt idx="14172">
                  <c:v>44.05</c:v>
                </c:pt>
                <c:pt idx="14173">
                  <c:v>44.05</c:v>
                </c:pt>
                <c:pt idx="14174">
                  <c:v>44.1</c:v>
                </c:pt>
                <c:pt idx="14175">
                  <c:v>44.1</c:v>
                </c:pt>
                <c:pt idx="14176">
                  <c:v>44.1</c:v>
                </c:pt>
                <c:pt idx="14177">
                  <c:v>44.1</c:v>
                </c:pt>
                <c:pt idx="14178">
                  <c:v>44.1</c:v>
                </c:pt>
                <c:pt idx="14179">
                  <c:v>44.1</c:v>
                </c:pt>
                <c:pt idx="14180">
                  <c:v>44.1</c:v>
                </c:pt>
                <c:pt idx="14181">
                  <c:v>44.15</c:v>
                </c:pt>
                <c:pt idx="14182">
                  <c:v>44.15</c:v>
                </c:pt>
                <c:pt idx="14183">
                  <c:v>44.15</c:v>
                </c:pt>
                <c:pt idx="14184">
                  <c:v>44.15</c:v>
                </c:pt>
                <c:pt idx="14185">
                  <c:v>44.15</c:v>
                </c:pt>
                <c:pt idx="14186">
                  <c:v>44.15</c:v>
                </c:pt>
                <c:pt idx="14187">
                  <c:v>44.15</c:v>
                </c:pt>
                <c:pt idx="14188">
                  <c:v>44.15</c:v>
                </c:pt>
                <c:pt idx="14189">
                  <c:v>44.15</c:v>
                </c:pt>
                <c:pt idx="14190">
                  <c:v>44.15</c:v>
                </c:pt>
                <c:pt idx="14191">
                  <c:v>44.2</c:v>
                </c:pt>
                <c:pt idx="14192">
                  <c:v>44.2</c:v>
                </c:pt>
                <c:pt idx="14193">
                  <c:v>44.2</c:v>
                </c:pt>
                <c:pt idx="14194">
                  <c:v>44.2</c:v>
                </c:pt>
                <c:pt idx="14195">
                  <c:v>44.2</c:v>
                </c:pt>
                <c:pt idx="14196">
                  <c:v>44.2</c:v>
                </c:pt>
                <c:pt idx="14197">
                  <c:v>44.2</c:v>
                </c:pt>
                <c:pt idx="14198">
                  <c:v>44.25</c:v>
                </c:pt>
                <c:pt idx="14199">
                  <c:v>44.25</c:v>
                </c:pt>
                <c:pt idx="14200">
                  <c:v>44.25</c:v>
                </c:pt>
                <c:pt idx="14201">
                  <c:v>44.25</c:v>
                </c:pt>
                <c:pt idx="14202">
                  <c:v>44.25</c:v>
                </c:pt>
                <c:pt idx="14203">
                  <c:v>44.25</c:v>
                </c:pt>
                <c:pt idx="14204">
                  <c:v>44.25</c:v>
                </c:pt>
                <c:pt idx="14205">
                  <c:v>44.3</c:v>
                </c:pt>
                <c:pt idx="14206">
                  <c:v>44.3</c:v>
                </c:pt>
                <c:pt idx="14207">
                  <c:v>44.3</c:v>
                </c:pt>
                <c:pt idx="14208">
                  <c:v>44.3</c:v>
                </c:pt>
                <c:pt idx="14209">
                  <c:v>44.3</c:v>
                </c:pt>
                <c:pt idx="14210">
                  <c:v>44.3</c:v>
                </c:pt>
                <c:pt idx="14211">
                  <c:v>44.3</c:v>
                </c:pt>
                <c:pt idx="14212">
                  <c:v>44.3</c:v>
                </c:pt>
                <c:pt idx="14213">
                  <c:v>44.35</c:v>
                </c:pt>
                <c:pt idx="14214">
                  <c:v>44.35</c:v>
                </c:pt>
                <c:pt idx="14215">
                  <c:v>44.35</c:v>
                </c:pt>
                <c:pt idx="14216">
                  <c:v>44.35</c:v>
                </c:pt>
                <c:pt idx="14217">
                  <c:v>44.35</c:v>
                </c:pt>
                <c:pt idx="14218">
                  <c:v>44.35</c:v>
                </c:pt>
                <c:pt idx="14219">
                  <c:v>44.35</c:v>
                </c:pt>
                <c:pt idx="14220">
                  <c:v>44.35</c:v>
                </c:pt>
                <c:pt idx="14221">
                  <c:v>44.4</c:v>
                </c:pt>
                <c:pt idx="14222">
                  <c:v>44.4</c:v>
                </c:pt>
                <c:pt idx="14223">
                  <c:v>44.4</c:v>
                </c:pt>
                <c:pt idx="14224">
                  <c:v>44.4</c:v>
                </c:pt>
                <c:pt idx="14225">
                  <c:v>44.4</c:v>
                </c:pt>
                <c:pt idx="14226">
                  <c:v>44.4</c:v>
                </c:pt>
                <c:pt idx="14227">
                  <c:v>44.4</c:v>
                </c:pt>
                <c:pt idx="14228">
                  <c:v>44.45</c:v>
                </c:pt>
                <c:pt idx="14229">
                  <c:v>44.45</c:v>
                </c:pt>
                <c:pt idx="14230">
                  <c:v>44.45</c:v>
                </c:pt>
                <c:pt idx="14231">
                  <c:v>44.45</c:v>
                </c:pt>
                <c:pt idx="14232">
                  <c:v>44.45</c:v>
                </c:pt>
                <c:pt idx="14233">
                  <c:v>44.45</c:v>
                </c:pt>
                <c:pt idx="14234">
                  <c:v>44.45</c:v>
                </c:pt>
                <c:pt idx="14235">
                  <c:v>44.45</c:v>
                </c:pt>
                <c:pt idx="14236">
                  <c:v>44.45</c:v>
                </c:pt>
                <c:pt idx="14237">
                  <c:v>44.45</c:v>
                </c:pt>
                <c:pt idx="14238">
                  <c:v>44.45</c:v>
                </c:pt>
                <c:pt idx="14239">
                  <c:v>44.45</c:v>
                </c:pt>
                <c:pt idx="14240">
                  <c:v>44.45</c:v>
                </c:pt>
                <c:pt idx="14241">
                  <c:v>44.5</c:v>
                </c:pt>
                <c:pt idx="14242">
                  <c:v>44.5</c:v>
                </c:pt>
                <c:pt idx="14243">
                  <c:v>44.5</c:v>
                </c:pt>
                <c:pt idx="14244">
                  <c:v>44.5</c:v>
                </c:pt>
                <c:pt idx="14245">
                  <c:v>44.5</c:v>
                </c:pt>
                <c:pt idx="14246">
                  <c:v>44.5</c:v>
                </c:pt>
                <c:pt idx="14247">
                  <c:v>44.5</c:v>
                </c:pt>
                <c:pt idx="14248">
                  <c:v>44.55</c:v>
                </c:pt>
                <c:pt idx="14249">
                  <c:v>44.55</c:v>
                </c:pt>
                <c:pt idx="14250">
                  <c:v>44.55</c:v>
                </c:pt>
                <c:pt idx="14251">
                  <c:v>44.55</c:v>
                </c:pt>
                <c:pt idx="14252">
                  <c:v>44.55</c:v>
                </c:pt>
                <c:pt idx="14253">
                  <c:v>44.55</c:v>
                </c:pt>
                <c:pt idx="14254">
                  <c:v>44.55</c:v>
                </c:pt>
                <c:pt idx="14255">
                  <c:v>44.55</c:v>
                </c:pt>
                <c:pt idx="14256">
                  <c:v>44.6</c:v>
                </c:pt>
                <c:pt idx="14257">
                  <c:v>44.6</c:v>
                </c:pt>
                <c:pt idx="14258">
                  <c:v>44.6</c:v>
                </c:pt>
                <c:pt idx="14259">
                  <c:v>44.6</c:v>
                </c:pt>
                <c:pt idx="14260">
                  <c:v>44.6</c:v>
                </c:pt>
                <c:pt idx="14261">
                  <c:v>44.6</c:v>
                </c:pt>
                <c:pt idx="14262">
                  <c:v>44.6</c:v>
                </c:pt>
                <c:pt idx="14263">
                  <c:v>44.65</c:v>
                </c:pt>
                <c:pt idx="14264">
                  <c:v>44.65</c:v>
                </c:pt>
                <c:pt idx="14265">
                  <c:v>44.65</c:v>
                </c:pt>
                <c:pt idx="14266">
                  <c:v>44.65</c:v>
                </c:pt>
                <c:pt idx="14267">
                  <c:v>44.65</c:v>
                </c:pt>
                <c:pt idx="14268">
                  <c:v>44.65</c:v>
                </c:pt>
                <c:pt idx="14269">
                  <c:v>44.7</c:v>
                </c:pt>
                <c:pt idx="14270">
                  <c:v>44.7</c:v>
                </c:pt>
                <c:pt idx="14271">
                  <c:v>44.7</c:v>
                </c:pt>
                <c:pt idx="14272">
                  <c:v>44.7</c:v>
                </c:pt>
                <c:pt idx="14273">
                  <c:v>44.7</c:v>
                </c:pt>
                <c:pt idx="14274">
                  <c:v>44.7</c:v>
                </c:pt>
                <c:pt idx="14275">
                  <c:v>44.7</c:v>
                </c:pt>
                <c:pt idx="14276">
                  <c:v>44.7</c:v>
                </c:pt>
                <c:pt idx="14277">
                  <c:v>44.75</c:v>
                </c:pt>
                <c:pt idx="14278">
                  <c:v>44.75</c:v>
                </c:pt>
                <c:pt idx="14279">
                  <c:v>44.75</c:v>
                </c:pt>
                <c:pt idx="14280">
                  <c:v>44.75</c:v>
                </c:pt>
                <c:pt idx="14281">
                  <c:v>44.75</c:v>
                </c:pt>
                <c:pt idx="14282">
                  <c:v>44.75</c:v>
                </c:pt>
                <c:pt idx="14283">
                  <c:v>44.75</c:v>
                </c:pt>
                <c:pt idx="14284">
                  <c:v>44.8</c:v>
                </c:pt>
                <c:pt idx="14285">
                  <c:v>44.8</c:v>
                </c:pt>
                <c:pt idx="14286">
                  <c:v>44.8</c:v>
                </c:pt>
                <c:pt idx="14287">
                  <c:v>44.8</c:v>
                </c:pt>
                <c:pt idx="14288">
                  <c:v>44.8</c:v>
                </c:pt>
                <c:pt idx="14289">
                  <c:v>44.8</c:v>
                </c:pt>
                <c:pt idx="14290">
                  <c:v>44.8</c:v>
                </c:pt>
                <c:pt idx="14291">
                  <c:v>44.85</c:v>
                </c:pt>
                <c:pt idx="14292">
                  <c:v>44.85</c:v>
                </c:pt>
                <c:pt idx="14293">
                  <c:v>44.85</c:v>
                </c:pt>
                <c:pt idx="14294">
                  <c:v>44.85</c:v>
                </c:pt>
                <c:pt idx="14295">
                  <c:v>44.85</c:v>
                </c:pt>
                <c:pt idx="14296">
                  <c:v>44.85</c:v>
                </c:pt>
                <c:pt idx="14297">
                  <c:v>44.9</c:v>
                </c:pt>
                <c:pt idx="14298">
                  <c:v>44.9</c:v>
                </c:pt>
                <c:pt idx="14299">
                  <c:v>44.9</c:v>
                </c:pt>
                <c:pt idx="14300">
                  <c:v>44.9</c:v>
                </c:pt>
                <c:pt idx="14301">
                  <c:v>44.9</c:v>
                </c:pt>
                <c:pt idx="14302">
                  <c:v>44.9</c:v>
                </c:pt>
                <c:pt idx="14303">
                  <c:v>44.9</c:v>
                </c:pt>
                <c:pt idx="14304">
                  <c:v>44.9</c:v>
                </c:pt>
                <c:pt idx="14305">
                  <c:v>44.95</c:v>
                </c:pt>
                <c:pt idx="14306">
                  <c:v>44.95</c:v>
                </c:pt>
                <c:pt idx="14307">
                  <c:v>44.95</c:v>
                </c:pt>
                <c:pt idx="14308">
                  <c:v>44.95</c:v>
                </c:pt>
                <c:pt idx="14309">
                  <c:v>44.95</c:v>
                </c:pt>
                <c:pt idx="14310">
                  <c:v>44.95</c:v>
                </c:pt>
                <c:pt idx="14311">
                  <c:v>44.95</c:v>
                </c:pt>
                <c:pt idx="14312">
                  <c:v>44.95</c:v>
                </c:pt>
                <c:pt idx="14313">
                  <c:v>44.95</c:v>
                </c:pt>
                <c:pt idx="14314">
                  <c:v>44.95</c:v>
                </c:pt>
                <c:pt idx="14315">
                  <c:v>45</c:v>
                </c:pt>
                <c:pt idx="14316">
                  <c:v>45</c:v>
                </c:pt>
                <c:pt idx="14317">
                  <c:v>45</c:v>
                </c:pt>
                <c:pt idx="14318">
                  <c:v>45</c:v>
                </c:pt>
                <c:pt idx="14319">
                  <c:v>45</c:v>
                </c:pt>
                <c:pt idx="14320">
                  <c:v>45</c:v>
                </c:pt>
                <c:pt idx="14321">
                  <c:v>45.05</c:v>
                </c:pt>
                <c:pt idx="14322">
                  <c:v>45.05</c:v>
                </c:pt>
                <c:pt idx="14323">
                  <c:v>45.05</c:v>
                </c:pt>
                <c:pt idx="14324">
                  <c:v>45.05</c:v>
                </c:pt>
                <c:pt idx="14325">
                  <c:v>45.1</c:v>
                </c:pt>
                <c:pt idx="14326">
                  <c:v>45.1</c:v>
                </c:pt>
                <c:pt idx="14327">
                  <c:v>45.1</c:v>
                </c:pt>
                <c:pt idx="14328">
                  <c:v>45.1</c:v>
                </c:pt>
                <c:pt idx="14329">
                  <c:v>45.1</c:v>
                </c:pt>
                <c:pt idx="14330">
                  <c:v>45.1</c:v>
                </c:pt>
                <c:pt idx="14331">
                  <c:v>45.1</c:v>
                </c:pt>
                <c:pt idx="14332">
                  <c:v>45.15</c:v>
                </c:pt>
                <c:pt idx="14333">
                  <c:v>45.15</c:v>
                </c:pt>
                <c:pt idx="14334">
                  <c:v>45.15</c:v>
                </c:pt>
                <c:pt idx="14335">
                  <c:v>45.15</c:v>
                </c:pt>
                <c:pt idx="14336">
                  <c:v>45.15</c:v>
                </c:pt>
                <c:pt idx="14337">
                  <c:v>45.15</c:v>
                </c:pt>
                <c:pt idx="14338">
                  <c:v>45.2</c:v>
                </c:pt>
                <c:pt idx="14339">
                  <c:v>45.2</c:v>
                </c:pt>
                <c:pt idx="14340">
                  <c:v>45.2</c:v>
                </c:pt>
                <c:pt idx="14341">
                  <c:v>45.2</c:v>
                </c:pt>
                <c:pt idx="14342">
                  <c:v>45.2</c:v>
                </c:pt>
                <c:pt idx="14343">
                  <c:v>45.2</c:v>
                </c:pt>
                <c:pt idx="14344">
                  <c:v>45.25</c:v>
                </c:pt>
                <c:pt idx="14345">
                  <c:v>45.25</c:v>
                </c:pt>
                <c:pt idx="14346">
                  <c:v>45.25</c:v>
                </c:pt>
                <c:pt idx="14347">
                  <c:v>45.25</c:v>
                </c:pt>
                <c:pt idx="14348">
                  <c:v>45.25</c:v>
                </c:pt>
                <c:pt idx="14349">
                  <c:v>45.25</c:v>
                </c:pt>
                <c:pt idx="14350">
                  <c:v>45.25</c:v>
                </c:pt>
                <c:pt idx="14351">
                  <c:v>45.3</c:v>
                </c:pt>
                <c:pt idx="14352">
                  <c:v>45.3</c:v>
                </c:pt>
                <c:pt idx="14353">
                  <c:v>45.3</c:v>
                </c:pt>
                <c:pt idx="14354">
                  <c:v>45.3</c:v>
                </c:pt>
                <c:pt idx="14355">
                  <c:v>45.3</c:v>
                </c:pt>
                <c:pt idx="14356">
                  <c:v>45.35</c:v>
                </c:pt>
                <c:pt idx="14357">
                  <c:v>45.35</c:v>
                </c:pt>
                <c:pt idx="14358">
                  <c:v>45.35</c:v>
                </c:pt>
                <c:pt idx="14359">
                  <c:v>45.35</c:v>
                </c:pt>
                <c:pt idx="14360">
                  <c:v>45.35</c:v>
                </c:pt>
                <c:pt idx="14361">
                  <c:v>45.4</c:v>
                </c:pt>
                <c:pt idx="14362">
                  <c:v>45.4</c:v>
                </c:pt>
                <c:pt idx="14363">
                  <c:v>45.4</c:v>
                </c:pt>
                <c:pt idx="14364">
                  <c:v>45.4</c:v>
                </c:pt>
                <c:pt idx="14365">
                  <c:v>45.4</c:v>
                </c:pt>
                <c:pt idx="14366">
                  <c:v>45.4</c:v>
                </c:pt>
                <c:pt idx="14367">
                  <c:v>45.4</c:v>
                </c:pt>
                <c:pt idx="14368">
                  <c:v>45.4</c:v>
                </c:pt>
                <c:pt idx="14369">
                  <c:v>45.4</c:v>
                </c:pt>
                <c:pt idx="14370">
                  <c:v>45.45</c:v>
                </c:pt>
                <c:pt idx="14371">
                  <c:v>45.45</c:v>
                </c:pt>
                <c:pt idx="14372">
                  <c:v>45.45</c:v>
                </c:pt>
                <c:pt idx="14373">
                  <c:v>45.45</c:v>
                </c:pt>
                <c:pt idx="14374">
                  <c:v>45.45</c:v>
                </c:pt>
                <c:pt idx="14375">
                  <c:v>45.5</c:v>
                </c:pt>
                <c:pt idx="14376">
                  <c:v>45.5</c:v>
                </c:pt>
                <c:pt idx="14377">
                  <c:v>45.5</c:v>
                </c:pt>
                <c:pt idx="14378">
                  <c:v>45.5</c:v>
                </c:pt>
                <c:pt idx="14379">
                  <c:v>45.5</c:v>
                </c:pt>
                <c:pt idx="14380">
                  <c:v>45.5</c:v>
                </c:pt>
                <c:pt idx="14381">
                  <c:v>45.55</c:v>
                </c:pt>
                <c:pt idx="14382">
                  <c:v>45.55</c:v>
                </c:pt>
                <c:pt idx="14383">
                  <c:v>45.55</c:v>
                </c:pt>
                <c:pt idx="14384">
                  <c:v>45.55</c:v>
                </c:pt>
                <c:pt idx="14385">
                  <c:v>45.55</c:v>
                </c:pt>
                <c:pt idx="14386">
                  <c:v>45.6</c:v>
                </c:pt>
                <c:pt idx="14387">
                  <c:v>45.6</c:v>
                </c:pt>
                <c:pt idx="14388">
                  <c:v>45.6</c:v>
                </c:pt>
                <c:pt idx="14389">
                  <c:v>45.6</c:v>
                </c:pt>
                <c:pt idx="14390">
                  <c:v>45.6</c:v>
                </c:pt>
                <c:pt idx="14391">
                  <c:v>45.65</c:v>
                </c:pt>
                <c:pt idx="14392">
                  <c:v>45.65</c:v>
                </c:pt>
                <c:pt idx="14393">
                  <c:v>45.65</c:v>
                </c:pt>
                <c:pt idx="14394">
                  <c:v>45.65</c:v>
                </c:pt>
                <c:pt idx="14395">
                  <c:v>45.65</c:v>
                </c:pt>
                <c:pt idx="14396">
                  <c:v>45.7</c:v>
                </c:pt>
                <c:pt idx="14397">
                  <c:v>45.7</c:v>
                </c:pt>
                <c:pt idx="14398">
                  <c:v>45.7</c:v>
                </c:pt>
                <c:pt idx="14399">
                  <c:v>45.7</c:v>
                </c:pt>
                <c:pt idx="14400">
                  <c:v>45.7</c:v>
                </c:pt>
                <c:pt idx="14401">
                  <c:v>45.75</c:v>
                </c:pt>
                <c:pt idx="14402">
                  <c:v>45.75</c:v>
                </c:pt>
                <c:pt idx="14403">
                  <c:v>45.75</c:v>
                </c:pt>
                <c:pt idx="14404">
                  <c:v>45.75</c:v>
                </c:pt>
                <c:pt idx="14405">
                  <c:v>45.75</c:v>
                </c:pt>
                <c:pt idx="14406">
                  <c:v>45.8</c:v>
                </c:pt>
                <c:pt idx="14407">
                  <c:v>45.8</c:v>
                </c:pt>
                <c:pt idx="14408">
                  <c:v>45.8</c:v>
                </c:pt>
                <c:pt idx="14409">
                  <c:v>45.8</c:v>
                </c:pt>
                <c:pt idx="14410">
                  <c:v>45.8</c:v>
                </c:pt>
                <c:pt idx="14411">
                  <c:v>45.85</c:v>
                </c:pt>
                <c:pt idx="14412">
                  <c:v>45.85</c:v>
                </c:pt>
                <c:pt idx="14413">
                  <c:v>45.85</c:v>
                </c:pt>
                <c:pt idx="14414">
                  <c:v>45.85</c:v>
                </c:pt>
                <c:pt idx="14415">
                  <c:v>45.9</c:v>
                </c:pt>
                <c:pt idx="14416">
                  <c:v>45.9</c:v>
                </c:pt>
                <c:pt idx="14417">
                  <c:v>45.9</c:v>
                </c:pt>
                <c:pt idx="14418">
                  <c:v>45.9</c:v>
                </c:pt>
                <c:pt idx="14419">
                  <c:v>45.95</c:v>
                </c:pt>
                <c:pt idx="14420">
                  <c:v>45.95</c:v>
                </c:pt>
                <c:pt idx="14421">
                  <c:v>45.95</c:v>
                </c:pt>
                <c:pt idx="14422">
                  <c:v>45.95</c:v>
                </c:pt>
                <c:pt idx="14423">
                  <c:v>46</c:v>
                </c:pt>
                <c:pt idx="14424">
                  <c:v>46</c:v>
                </c:pt>
                <c:pt idx="14425">
                  <c:v>46</c:v>
                </c:pt>
                <c:pt idx="14426">
                  <c:v>46</c:v>
                </c:pt>
                <c:pt idx="14427">
                  <c:v>46.05</c:v>
                </c:pt>
                <c:pt idx="14428">
                  <c:v>46.05</c:v>
                </c:pt>
                <c:pt idx="14429">
                  <c:v>46.05</c:v>
                </c:pt>
                <c:pt idx="14430">
                  <c:v>46.05</c:v>
                </c:pt>
                <c:pt idx="14431">
                  <c:v>46.1</c:v>
                </c:pt>
                <c:pt idx="14432">
                  <c:v>46.1</c:v>
                </c:pt>
                <c:pt idx="14433">
                  <c:v>46.1</c:v>
                </c:pt>
                <c:pt idx="14434">
                  <c:v>46.1</c:v>
                </c:pt>
                <c:pt idx="14435">
                  <c:v>46.15</c:v>
                </c:pt>
                <c:pt idx="14436">
                  <c:v>46.15</c:v>
                </c:pt>
                <c:pt idx="14437">
                  <c:v>46.15</c:v>
                </c:pt>
                <c:pt idx="14438">
                  <c:v>46.15</c:v>
                </c:pt>
                <c:pt idx="14439">
                  <c:v>46.15</c:v>
                </c:pt>
                <c:pt idx="14440">
                  <c:v>46.2</c:v>
                </c:pt>
                <c:pt idx="14441">
                  <c:v>46.2</c:v>
                </c:pt>
                <c:pt idx="14442">
                  <c:v>46.2</c:v>
                </c:pt>
                <c:pt idx="14443">
                  <c:v>46.25</c:v>
                </c:pt>
                <c:pt idx="14444">
                  <c:v>46.25</c:v>
                </c:pt>
                <c:pt idx="14445">
                  <c:v>46.25</c:v>
                </c:pt>
                <c:pt idx="14446">
                  <c:v>46.3</c:v>
                </c:pt>
                <c:pt idx="14447">
                  <c:v>46.3</c:v>
                </c:pt>
                <c:pt idx="14448">
                  <c:v>46.3</c:v>
                </c:pt>
                <c:pt idx="14449">
                  <c:v>46.3</c:v>
                </c:pt>
                <c:pt idx="14450">
                  <c:v>46.3</c:v>
                </c:pt>
                <c:pt idx="14451">
                  <c:v>46.3</c:v>
                </c:pt>
                <c:pt idx="14452">
                  <c:v>46.35</c:v>
                </c:pt>
                <c:pt idx="14453">
                  <c:v>46.35</c:v>
                </c:pt>
                <c:pt idx="14454">
                  <c:v>46.35</c:v>
                </c:pt>
                <c:pt idx="14455">
                  <c:v>46.35</c:v>
                </c:pt>
                <c:pt idx="14456">
                  <c:v>46.4</c:v>
                </c:pt>
                <c:pt idx="14457">
                  <c:v>46.4</c:v>
                </c:pt>
                <c:pt idx="14458">
                  <c:v>46.4</c:v>
                </c:pt>
                <c:pt idx="14459">
                  <c:v>46.45</c:v>
                </c:pt>
                <c:pt idx="14460">
                  <c:v>46.45</c:v>
                </c:pt>
                <c:pt idx="14461">
                  <c:v>46.45</c:v>
                </c:pt>
                <c:pt idx="14462">
                  <c:v>46.45</c:v>
                </c:pt>
                <c:pt idx="14463">
                  <c:v>46.5</c:v>
                </c:pt>
                <c:pt idx="14464">
                  <c:v>46.5</c:v>
                </c:pt>
                <c:pt idx="14465">
                  <c:v>46.5</c:v>
                </c:pt>
                <c:pt idx="14466">
                  <c:v>46.5</c:v>
                </c:pt>
                <c:pt idx="14467">
                  <c:v>46.55</c:v>
                </c:pt>
                <c:pt idx="14468">
                  <c:v>46.55</c:v>
                </c:pt>
                <c:pt idx="14469">
                  <c:v>46.55</c:v>
                </c:pt>
                <c:pt idx="14470">
                  <c:v>46.55</c:v>
                </c:pt>
                <c:pt idx="14471">
                  <c:v>46.6</c:v>
                </c:pt>
                <c:pt idx="14472">
                  <c:v>46.6</c:v>
                </c:pt>
                <c:pt idx="14473">
                  <c:v>46.6</c:v>
                </c:pt>
                <c:pt idx="14474">
                  <c:v>46.6</c:v>
                </c:pt>
                <c:pt idx="14475">
                  <c:v>46.65</c:v>
                </c:pt>
                <c:pt idx="14476">
                  <c:v>46.65</c:v>
                </c:pt>
                <c:pt idx="14477">
                  <c:v>46.65</c:v>
                </c:pt>
                <c:pt idx="14478">
                  <c:v>46.7</c:v>
                </c:pt>
                <c:pt idx="14479">
                  <c:v>46.7</c:v>
                </c:pt>
                <c:pt idx="14480">
                  <c:v>46.7</c:v>
                </c:pt>
                <c:pt idx="14481">
                  <c:v>46.75</c:v>
                </c:pt>
                <c:pt idx="14482">
                  <c:v>46.75</c:v>
                </c:pt>
                <c:pt idx="14483">
                  <c:v>46.75</c:v>
                </c:pt>
                <c:pt idx="14484">
                  <c:v>46.8</c:v>
                </c:pt>
                <c:pt idx="14485">
                  <c:v>46.8</c:v>
                </c:pt>
                <c:pt idx="14486">
                  <c:v>46.8</c:v>
                </c:pt>
                <c:pt idx="14487">
                  <c:v>46.85</c:v>
                </c:pt>
                <c:pt idx="14488">
                  <c:v>46.85</c:v>
                </c:pt>
                <c:pt idx="14489">
                  <c:v>46.85</c:v>
                </c:pt>
                <c:pt idx="14490">
                  <c:v>46.9</c:v>
                </c:pt>
                <c:pt idx="14491">
                  <c:v>46.9</c:v>
                </c:pt>
                <c:pt idx="14492">
                  <c:v>46.9</c:v>
                </c:pt>
                <c:pt idx="14493">
                  <c:v>46.95</c:v>
                </c:pt>
                <c:pt idx="14494">
                  <c:v>46.95</c:v>
                </c:pt>
                <c:pt idx="14495">
                  <c:v>46.95</c:v>
                </c:pt>
                <c:pt idx="14496">
                  <c:v>47</c:v>
                </c:pt>
                <c:pt idx="14497">
                  <c:v>47</c:v>
                </c:pt>
                <c:pt idx="14498">
                  <c:v>47</c:v>
                </c:pt>
                <c:pt idx="14499">
                  <c:v>47.05</c:v>
                </c:pt>
                <c:pt idx="14500">
                  <c:v>47.05</c:v>
                </c:pt>
                <c:pt idx="14501">
                  <c:v>47.05</c:v>
                </c:pt>
                <c:pt idx="14502">
                  <c:v>47.1</c:v>
                </c:pt>
                <c:pt idx="14503">
                  <c:v>47.1</c:v>
                </c:pt>
                <c:pt idx="14504">
                  <c:v>47.1</c:v>
                </c:pt>
                <c:pt idx="14505">
                  <c:v>47.15</c:v>
                </c:pt>
                <c:pt idx="14506">
                  <c:v>47.15</c:v>
                </c:pt>
                <c:pt idx="14507">
                  <c:v>47.15</c:v>
                </c:pt>
                <c:pt idx="14508">
                  <c:v>47.2</c:v>
                </c:pt>
                <c:pt idx="14509">
                  <c:v>47.2</c:v>
                </c:pt>
                <c:pt idx="14510">
                  <c:v>47.2</c:v>
                </c:pt>
                <c:pt idx="14511">
                  <c:v>47.25</c:v>
                </c:pt>
                <c:pt idx="14512">
                  <c:v>47.25</c:v>
                </c:pt>
                <c:pt idx="14513">
                  <c:v>47.25</c:v>
                </c:pt>
                <c:pt idx="14514">
                  <c:v>47.25</c:v>
                </c:pt>
                <c:pt idx="14515">
                  <c:v>47.3</c:v>
                </c:pt>
                <c:pt idx="14516">
                  <c:v>47.3</c:v>
                </c:pt>
                <c:pt idx="14517">
                  <c:v>47.3</c:v>
                </c:pt>
                <c:pt idx="14518">
                  <c:v>47.3</c:v>
                </c:pt>
                <c:pt idx="14519">
                  <c:v>47.35</c:v>
                </c:pt>
                <c:pt idx="14520">
                  <c:v>47.35</c:v>
                </c:pt>
                <c:pt idx="14521">
                  <c:v>47.35</c:v>
                </c:pt>
                <c:pt idx="14522">
                  <c:v>47.4</c:v>
                </c:pt>
                <c:pt idx="14523">
                  <c:v>47.4</c:v>
                </c:pt>
                <c:pt idx="14524">
                  <c:v>47.4</c:v>
                </c:pt>
                <c:pt idx="14525">
                  <c:v>47.45</c:v>
                </c:pt>
                <c:pt idx="14526">
                  <c:v>47.45</c:v>
                </c:pt>
                <c:pt idx="14527">
                  <c:v>47.45</c:v>
                </c:pt>
                <c:pt idx="14528">
                  <c:v>47.5</c:v>
                </c:pt>
                <c:pt idx="14529">
                  <c:v>47.5</c:v>
                </c:pt>
                <c:pt idx="14530">
                  <c:v>47.5</c:v>
                </c:pt>
                <c:pt idx="14531">
                  <c:v>47.5</c:v>
                </c:pt>
                <c:pt idx="14532">
                  <c:v>47.55</c:v>
                </c:pt>
                <c:pt idx="14533">
                  <c:v>47.55</c:v>
                </c:pt>
                <c:pt idx="14534">
                  <c:v>47.55</c:v>
                </c:pt>
                <c:pt idx="14535">
                  <c:v>47.55</c:v>
                </c:pt>
                <c:pt idx="14536">
                  <c:v>47.55</c:v>
                </c:pt>
                <c:pt idx="14537">
                  <c:v>47.55</c:v>
                </c:pt>
                <c:pt idx="14538">
                  <c:v>47.55</c:v>
                </c:pt>
                <c:pt idx="14539">
                  <c:v>47.55</c:v>
                </c:pt>
                <c:pt idx="14540">
                  <c:v>47.55</c:v>
                </c:pt>
                <c:pt idx="14541">
                  <c:v>47.55</c:v>
                </c:pt>
                <c:pt idx="14542">
                  <c:v>47.55</c:v>
                </c:pt>
                <c:pt idx="14543">
                  <c:v>47.55</c:v>
                </c:pt>
                <c:pt idx="14544">
                  <c:v>47.55</c:v>
                </c:pt>
                <c:pt idx="14545">
                  <c:v>47.6</c:v>
                </c:pt>
                <c:pt idx="14546">
                  <c:v>47.6</c:v>
                </c:pt>
                <c:pt idx="14547">
                  <c:v>47.6</c:v>
                </c:pt>
                <c:pt idx="14548">
                  <c:v>47.6</c:v>
                </c:pt>
                <c:pt idx="14549">
                  <c:v>47.6</c:v>
                </c:pt>
                <c:pt idx="14550">
                  <c:v>47.6</c:v>
                </c:pt>
                <c:pt idx="14551">
                  <c:v>47.6</c:v>
                </c:pt>
                <c:pt idx="14552">
                  <c:v>47.6</c:v>
                </c:pt>
                <c:pt idx="14553">
                  <c:v>47.6</c:v>
                </c:pt>
                <c:pt idx="14554">
                  <c:v>47.6</c:v>
                </c:pt>
                <c:pt idx="14555">
                  <c:v>47.6</c:v>
                </c:pt>
                <c:pt idx="14556">
                  <c:v>47.6</c:v>
                </c:pt>
                <c:pt idx="14557">
                  <c:v>47.6</c:v>
                </c:pt>
                <c:pt idx="14558">
                  <c:v>47.6</c:v>
                </c:pt>
                <c:pt idx="14559">
                  <c:v>47.6</c:v>
                </c:pt>
                <c:pt idx="14560">
                  <c:v>47.6</c:v>
                </c:pt>
                <c:pt idx="14561">
                  <c:v>47.6</c:v>
                </c:pt>
                <c:pt idx="14562">
                  <c:v>47.6</c:v>
                </c:pt>
                <c:pt idx="14563">
                  <c:v>47.6</c:v>
                </c:pt>
                <c:pt idx="14564">
                  <c:v>47.6</c:v>
                </c:pt>
                <c:pt idx="14565">
                  <c:v>47.6</c:v>
                </c:pt>
                <c:pt idx="14566">
                  <c:v>47.6</c:v>
                </c:pt>
                <c:pt idx="14567">
                  <c:v>47.6</c:v>
                </c:pt>
                <c:pt idx="14568">
                  <c:v>47.6</c:v>
                </c:pt>
                <c:pt idx="14569">
                  <c:v>47.6</c:v>
                </c:pt>
                <c:pt idx="14570">
                  <c:v>47.6</c:v>
                </c:pt>
                <c:pt idx="14571">
                  <c:v>47.6</c:v>
                </c:pt>
                <c:pt idx="14572">
                  <c:v>47.6</c:v>
                </c:pt>
                <c:pt idx="14573">
                  <c:v>47.6</c:v>
                </c:pt>
                <c:pt idx="14574">
                  <c:v>47.6</c:v>
                </c:pt>
                <c:pt idx="14575">
                  <c:v>47.6</c:v>
                </c:pt>
                <c:pt idx="14576">
                  <c:v>47.6</c:v>
                </c:pt>
                <c:pt idx="14577">
                  <c:v>47.55</c:v>
                </c:pt>
                <c:pt idx="14578">
                  <c:v>47.6</c:v>
                </c:pt>
                <c:pt idx="14579">
                  <c:v>47.55</c:v>
                </c:pt>
                <c:pt idx="14580">
                  <c:v>47.55</c:v>
                </c:pt>
                <c:pt idx="14581">
                  <c:v>47.55</c:v>
                </c:pt>
                <c:pt idx="14582">
                  <c:v>47.55</c:v>
                </c:pt>
                <c:pt idx="14583">
                  <c:v>47.55</c:v>
                </c:pt>
                <c:pt idx="14584">
                  <c:v>47.55</c:v>
                </c:pt>
                <c:pt idx="14585">
                  <c:v>47.55</c:v>
                </c:pt>
                <c:pt idx="14586">
                  <c:v>47.55</c:v>
                </c:pt>
                <c:pt idx="14587">
                  <c:v>47.55</c:v>
                </c:pt>
                <c:pt idx="14588">
                  <c:v>47.55</c:v>
                </c:pt>
                <c:pt idx="14589">
                  <c:v>47.55</c:v>
                </c:pt>
                <c:pt idx="14590">
                  <c:v>47.55</c:v>
                </c:pt>
                <c:pt idx="14591">
                  <c:v>47.55</c:v>
                </c:pt>
                <c:pt idx="14592">
                  <c:v>47.55</c:v>
                </c:pt>
                <c:pt idx="14593">
                  <c:v>47.55</c:v>
                </c:pt>
                <c:pt idx="14594">
                  <c:v>47.55</c:v>
                </c:pt>
                <c:pt idx="14595">
                  <c:v>47.55</c:v>
                </c:pt>
                <c:pt idx="14596">
                  <c:v>47.55</c:v>
                </c:pt>
                <c:pt idx="14597">
                  <c:v>47.55</c:v>
                </c:pt>
                <c:pt idx="14598">
                  <c:v>47.55</c:v>
                </c:pt>
                <c:pt idx="14599">
                  <c:v>47.55</c:v>
                </c:pt>
                <c:pt idx="14600">
                  <c:v>47.55</c:v>
                </c:pt>
                <c:pt idx="14601">
                  <c:v>47.55</c:v>
                </c:pt>
                <c:pt idx="14602">
                  <c:v>47.55</c:v>
                </c:pt>
                <c:pt idx="14603">
                  <c:v>47.55</c:v>
                </c:pt>
                <c:pt idx="14604">
                  <c:v>47.55</c:v>
                </c:pt>
                <c:pt idx="14605">
                  <c:v>47.55</c:v>
                </c:pt>
                <c:pt idx="14606">
                  <c:v>47.55</c:v>
                </c:pt>
                <c:pt idx="14607">
                  <c:v>47.55</c:v>
                </c:pt>
                <c:pt idx="14608">
                  <c:v>47.55</c:v>
                </c:pt>
                <c:pt idx="14609">
                  <c:v>47.55</c:v>
                </c:pt>
                <c:pt idx="14610">
                  <c:v>47.55</c:v>
                </c:pt>
                <c:pt idx="14611">
                  <c:v>47.55</c:v>
                </c:pt>
                <c:pt idx="14612">
                  <c:v>47.55</c:v>
                </c:pt>
                <c:pt idx="14613">
                  <c:v>47.5</c:v>
                </c:pt>
                <c:pt idx="14614">
                  <c:v>47.5</c:v>
                </c:pt>
                <c:pt idx="14615">
                  <c:v>47.5</c:v>
                </c:pt>
                <c:pt idx="14616">
                  <c:v>47.5</c:v>
                </c:pt>
                <c:pt idx="14617">
                  <c:v>47.5</c:v>
                </c:pt>
                <c:pt idx="14618">
                  <c:v>47.5</c:v>
                </c:pt>
                <c:pt idx="14619">
                  <c:v>47.5</c:v>
                </c:pt>
                <c:pt idx="14620">
                  <c:v>47.5</c:v>
                </c:pt>
                <c:pt idx="14621">
                  <c:v>47.5</c:v>
                </c:pt>
                <c:pt idx="14622">
                  <c:v>47.5</c:v>
                </c:pt>
                <c:pt idx="14623">
                  <c:v>47.5</c:v>
                </c:pt>
                <c:pt idx="14624">
                  <c:v>47.5</c:v>
                </c:pt>
                <c:pt idx="14625">
                  <c:v>47.5</c:v>
                </c:pt>
                <c:pt idx="14626">
                  <c:v>47.5</c:v>
                </c:pt>
                <c:pt idx="14627">
                  <c:v>47.5</c:v>
                </c:pt>
                <c:pt idx="14628">
                  <c:v>47.5</c:v>
                </c:pt>
                <c:pt idx="14629">
                  <c:v>47.5</c:v>
                </c:pt>
                <c:pt idx="14630">
                  <c:v>47.5</c:v>
                </c:pt>
                <c:pt idx="14631">
                  <c:v>47.5</c:v>
                </c:pt>
                <c:pt idx="14632">
                  <c:v>47.5</c:v>
                </c:pt>
                <c:pt idx="14633">
                  <c:v>47.5</c:v>
                </c:pt>
                <c:pt idx="14634">
                  <c:v>47.5</c:v>
                </c:pt>
                <c:pt idx="14635">
                  <c:v>47.5</c:v>
                </c:pt>
                <c:pt idx="14636">
                  <c:v>47.5</c:v>
                </c:pt>
                <c:pt idx="14637">
                  <c:v>47.5</c:v>
                </c:pt>
                <c:pt idx="14638">
                  <c:v>47.5</c:v>
                </c:pt>
                <c:pt idx="14639">
                  <c:v>47.45</c:v>
                </c:pt>
                <c:pt idx="14640">
                  <c:v>47.5</c:v>
                </c:pt>
                <c:pt idx="14641">
                  <c:v>47.45</c:v>
                </c:pt>
                <c:pt idx="14642">
                  <c:v>47.45</c:v>
                </c:pt>
                <c:pt idx="14643">
                  <c:v>47.45</c:v>
                </c:pt>
                <c:pt idx="14644">
                  <c:v>47.45</c:v>
                </c:pt>
                <c:pt idx="14645">
                  <c:v>47.45</c:v>
                </c:pt>
                <c:pt idx="14646">
                  <c:v>47.45</c:v>
                </c:pt>
                <c:pt idx="14647">
                  <c:v>47.45</c:v>
                </c:pt>
                <c:pt idx="14648">
                  <c:v>47.45</c:v>
                </c:pt>
                <c:pt idx="14649">
                  <c:v>47.45</c:v>
                </c:pt>
                <c:pt idx="14650">
                  <c:v>47.45</c:v>
                </c:pt>
                <c:pt idx="14651">
                  <c:v>47.45</c:v>
                </c:pt>
                <c:pt idx="14652">
                  <c:v>47.45</c:v>
                </c:pt>
                <c:pt idx="14653">
                  <c:v>47.45</c:v>
                </c:pt>
                <c:pt idx="14654">
                  <c:v>47.45</c:v>
                </c:pt>
                <c:pt idx="14655">
                  <c:v>47.45</c:v>
                </c:pt>
                <c:pt idx="14656">
                  <c:v>47.45</c:v>
                </c:pt>
                <c:pt idx="14657">
                  <c:v>47.45</c:v>
                </c:pt>
                <c:pt idx="14658">
                  <c:v>47.45</c:v>
                </c:pt>
                <c:pt idx="14659">
                  <c:v>47.45</c:v>
                </c:pt>
                <c:pt idx="14660">
                  <c:v>47.45</c:v>
                </c:pt>
                <c:pt idx="14661">
                  <c:v>47.45</c:v>
                </c:pt>
                <c:pt idx="14662">
                  <c:v>47.45</c:v>
                </c:pt>
                <c:pt idx="14663">
                  <c:v>47.45</c:v>
                </c:pt>
                <c:pt idx="14664">
                  <c:v>47.45</c:v>
                </c:pt>
                <c:pt idx="14665">
                  <c:v>47.45</c:v>
                </c:pt>
                <c:pt idx="14666">
                  <c:v>47.4</c:v>
                </c:pt>
                <c:pt idx="14667">
                  <c:v>47.45</c:v>
                </c:pt>
                <c:pt idx="14668">
                  <c:v>47.4</c:v>
                </c:pt>
                <c:pt idx="14669">
                  <c:v>47.4</c:v>
                </c:pt>
                <c:pt idx="14670">
                  <c:v>47.4</c:v>
                </c:pt>
                <c:pt idx="14671">
                  <c:v>47.4</c:v>
                </c:pt>
                <c:pt idx="14672">
                  <c:v>47.4</c:v>
                </c:pt>
                <c:pt idx="14673">
                  <c:v>47.4</c:v>
                </c:pt>
                <c:pt idx="14674">
                  <c:v>47.4</c:v>
                </c:pt>
                <c:pt idx="14675">
                  <c:v>47.4</c:v>
                </c:pt>
                <c:pt idx="14676">
                  <c:v>47.4</c:v>
                </c:pt>
                <c:pt idx="14677">
                  <c:v>47.4</c:v>
                </c:pt>
                <c:pt idx="14678">
                  <c:v>47.4</c:v>
                </c:pt>
                <c:pt idx="14679">
                  <c:v>47.4</c:v>
                </c:pt>
                <c:pt idx="14680">
                  <c:v>47.4</c:v>
                </c:pt>
                <c:pt idx="14681">
                  <c:v>47.4</c:v>
                </c:pt>
                <c:pt idx="14682">
                  <c:v>47.4</c:v>
                </c:pt>
                <c:pt idx="14683">
                  <c:v>47.4</c:v>
                </c:pt>
                <c:pt idx="14684">
                  <c:v>47.4</c:v>
                </c:pt>
                <c:pt idx="14685">
                  <c:v>47.4</c:v>
                </c:pt>
                <c:pt idx="14686">
                  <c:v>47.4</c:v>
                </c:pt>
                <c:pt idx="14687">
                  <c:v>47.4</c:v>
                </c:pt>
                <c:pt idx="14688">
                  <c:v>47.4</c:v>
                </c:pt>
                <c:pt idx="14689">
                  <c:v>47.35</c:v>
                </c:pt>
                <c:pt idx="14690">
                  <c:v>47.35</c:v>
                </c:pt>
                <c:pt idx="14691">
                  <c:v>47.35</c:v>
                </c:pt>
                <c:pt idx="14692">
                  <c:v>47.35</c:v>
                </c:pt>
                <c:pt idx="14693">
                  <c:v>47.35</c:v>
                </c:pt>
                <c:pt idx="14694">
                  <c:v>47.35</c:v>
                </c:pt>
                <c:pt idx="14695">
                  <c:v>47.35</c:v>
                </c:pt>
                <c:pt idx="14696">
                  <c:v>47.35</c:v>
                </c:pt>
                <c:pt idx="14697">
                  <c:v>47.35</c:v>
                </c:pt>
                <c:pt idx="14698">
                  <c:v>47.35</c:v>
                </c:pt>
                <c:pt idx="14699">
                  <c:v>47.35</c:v>
                </c:pt>
                <c:pt idx="14700">
                  <c:v>47.35</c:v>
                </c:pt>
                <c:pt idx="14701">
                  <c:v>47.35</c:v>
                </c:pt>
                <c:pt idx="14702">
                  <c:v>47.35</c:v>
                </c:pt>
                <c:pt idx="14703">
                  <c:v>47.35</c:v>
                </c:pt>
                <c:pt idx="14704">
                  <c:v>47.35</c:v>
                </c:pt>
                <c:pt idx="14705">
                  <c:v>47.35</c:v>
                </c:pt>
                <c:pt idx="14706">
                  <c:v>47.35</c:v>
                </c:pt>
                <c:pt idx="14707">
                  <c:v>47.35</c:v>
                </c:pt>
                <c:pt idx="14708">
                  <c:v>47.35</c:v>
                </c:pt>
                <c:pt idx="14709">
                  <c:v>47.35</c:v>
                </c:pt>
                <c:pt idx="14710">
                  <c:v>47.35</c:v>
                </c:pt>
                <c:pt idx="14711">
                  <c:v>47.35</c:v>
                </c:pt>
                <c:pt idx="14712">
                  <c:v>47.35</c:v>
                </c:pt>
                <c:pt idx="14713">
                  <c:v>47.35</c:v>
                </c:pt>
                <c:pt idx="14714">
                  <c:v>47.3</c:v>
                </c:pt>
                <c:pt idx="14715">
                  <c:v>47.3</c:v>
                </c:pt>
                <c:pt idx="14716">
                  <c:v>47.3</c:v>
                </c:pt>
                <c:pt idx="14717">
                  <c:v>47.3</c:v>
                </c:pt>
                <c:pt idx="14718">
                  <c:v>47.3</c:v>
                </c:pt>
                <c:pt idx="14719">
                  <c:v>47.3</c:v>
                </c:pt>
                <c:pt idx="14720">
                  <c:v>47.3</c:v>
                </c:pt>
                <c:pt idx="14721">
                  <c:v>47.3</c:v>
                </c:pt>
                <c:pt idx="14722">
                  <c:v>47.3</c:v>
                </c:pt>
                <c:pt idx="14723">
                  <c:v>47.3</c:v>
                </c:pt>
                <c:pt idx="14724">
                  <c:v>47.3</c:v>
                </c:pt>
                <c:pt idx="14725">
                  <c:v>47.3</c:v>
                </c:pt>
                <c:pt idx="14726">
                  <c:v>47.3</c:v>
                </c:pt>
                <c:pt idx="14727">
                  <c:v>47.3</c:v>
                </c:pt>
                <c:pt idx="14728">
                  <c:v>47.3</c:v>
                </c:pt>
                <c:pt idx="14729">
                  <c:v>47.3</c:v>
                </c:pt>
                <c:pt idx="14730">
                  <c:v>47.3</c:v>
                </c:pt>
                <c:pt idx="14731">
                  <c:v>47.3</c:v>
                </c:pt>
                <c:pt idx="14732">
                  <c:v>47.3</c:v>
                </c:pt>
                <c:pt idx="14733">
                  <c:v>47.3</c:v>
                </c:pt>
                <c:pt idx="14734">
                  <c:v>47.3</c:v>
                </c:pt>
                <c:pt idx="14735">
                  <c:v>47.3</c:v>
                </c:pt>
                <c:pt idx="14736">
                  <c:v>47.3</c:v>
                </c:pt>
                <c:pt idx="14737">
                  <c:v>47.3</c:v>
                </c:pt>
                <c:pt idx="14738">
                  <c:v>47.3</c:v>
                </c:pt>
                <c:pt idx="14739">
                  <c:v>47.3</c:v>
                </c:pt>
                <c:pt idx="14740">
                  <c:v>47.3</c:v>
                </c:pt>
                <c:pt idx="14741">
                  <c:v>47.3</c:v>
                </c:pt>
                <c:pt idx="14742">
                  <c:v>47.3</c:v>
                </c:pt>
                <c:pt idx="14743">
                  <c:v>47.3</c:v>
                </c:pt>
                <c:pt idx="14744">
                  <c:v>47.3</c:v>
                </c:pt>
                <c:pt idx="14745">
                  <c:v>47.3</c:v>
                </c:pt>
                <c:pt idx="14746">
                  <c:v>47.25</c:v>
                </c:pt>
                <c:pt idx="14747">
                  <c:v>47.25</c:v>
                </c:pt>
                <c:pt idx="14748">
                  <c:v>47.25</c:v>
                </c:pt>
                <c:pt idx="14749">
                  <c:v>47.25</c:v>
                </c:pt>
                <c:pt idx="14750">
                  <c:v>47.25</c:v>
                </c:pt>
                <c:pt idx="14751">
                  <c:v>47.25</c:v>
                </c:pt>
                <c:pt idx="14752">
                  <c:v>47.25</c:v>
                </c:pt>
                <c:pt idx="14753">
                  <c:v>47.25</c:v>
                </c:pt>
                <c:pt idx="14754">
                  <c:v>47.25</c:v>
                </c:pt>
                <c:pt idx="14755">
                  <c:v>47.25</c:v>
                </c:pt>
                <c:pt idx="14756">
                  <c:v>47.25</c:v>
                </c:pt>
                <c:pt idx="14757">
                  <c:v>47.25</c:v>
                </c:pt>
                <c:pt idx="14758">
                  <c:v>47.25</c:v>
                </c:pt>
                <c:pt idx="14759">
                  <c:v>47.25</c:v>
                </c:pt>
                <c:pt idx="14760">
                  <c:v>47.25</c:v>
                </c:pt>
                <c:pt idx="14761">
                  <c:v>47.25</c:v>
                </c:pt>
                <c:pt idx="14762">
                  <c:v>47.25</c:v>
                </c:pt>
                <c:pt idx="14763">
                  <c:v>47.25</c:v>
                </c:pt>
                <c:pt idx="14764">
                  <c:v>47.25</c:v>
                </c:pt>
                <c:pt idx="14765">
                  <c:v>47.25</c:v>
                </c:pt>
                <c:pt idx="14766">
                  <c:v>47.25</c:v>
                </c:pt>
                <c:pt idx="14767">
                  <c:v>47.25</c:v>
                </c:pt>
                <c:pt idx="14768">
                  <c:v>47.25</c:v>
                </c:pt>
                <c:pt idx="14769">
                  <c:v>47.25</c:v>
                </c:pt>
                <c:pt idx="14770">
                  <c:v>47.25</c:v>
                </c:pt>
                <c:pt idx="14771">
                  <c:v>47.25</c:v>
                </c:pt>
                <c:pt idx="14772">
                  <c:v>47.25</c:v>
                </c:pt>
                <c:pt idx="14773">
                  <c:v>47.25</c:v>
                </c:pt>
                <c:pt idx="14774">
                  <c:v>47.25</c:v>
                </c:pt>
                <c:pt idx="14775">
                  <c:v>47.25</c:v>
                </c:pt>
                <c:pt idx="14776">
                  <c:v>47.25</c:v>
                </c:pt>
                <c:pt idx="14777">
                  <c:v>47.25</c:v>
                </c:pt>
                <c:pt idx="14778">
                  <c:v>47.25</c:v>
                </c:pt>
                <c:pt idx="14779">
                  <c:v>47.25</c:v>
                </c:pt>
                <c:pt idx="14780">
                  <c:v>47.25</c:v>
                </c:pt>
                <c:pt idx="14781">
                  <c:v>47.25</c:v>
                </c:pt>
                <c:pt idx="14782">
                  <c:v>47.25</c:v>
                </c:pt>
                <c:pt idx="14783">
                  <c:v>47.25</c:v>
                </c:pt>
                <c:pt idx="14784">
                  <c:v>47.2</c:v>
                </c:pt>
                <c:pt idx="14785">
                  <c:v>47.2</c:v>
                </c:pt>
                <c:pt idx="14786">
                  <c:v>47.2</c:v>
                </c:pt>
                <c:pt idx="14787">
                  <c:v>47.2</c:v>
                </c:pt>
                <c:pt idx="14788">
                  <c:v>47.2</c:v>
                </c:pt>
                <c:pt idx="14789">
                  <c:v>47.2</c:v>
                </c:pt>
                <c:pt idx="14790">
                  <c:v>47.2</c:v>
                </c:pt>
                <c:pt idx="14791">
                  <c:v>47.2</c:v>
                </c:pt>
                <c:pt idx="14792">
                  <c:v>47.2</c:v>
                </c:pt>
                <c:pt idx="14793">
                  <c:v>47.2</c:v>
                </c:pt>
                <c:pt idx="14794">
                  <c:v>47.2</c:v>
                </c:pt>
                <c:pt idx="14795">
                  <c:v>47.2</c:v>
                </c:pt>
                <c:pt idx="14796">
                  <c:v>47.2</c:v>
                </c:pt>
                <c:pt idx="14797">
                  <c:v>47.2</c:v>
                </c:pt>
                <c:pt idx="14798">
                  <c:v>47.2</c:v>
                </c:pt>
                <c:pt idx="14799">
                  <c:v>47.2</c:v>
                </c:pt>
                <c:pt idx="14800">
                  <c:v>47.2</c:v>
                </c:pt>
                <c:pt idx="14801">
                  <c:v>47.2</c:v>
                </c:pt>
                <c:pt idx="14802">
                  <c:v>47.2</c:v>
                </c:pt>
                <c:pt idx="14803">
                  <c:v>47.2</c:v>
                </c:pt>
                <c:pt idx="14804">
                  <c:v>47.15</c:v>
                </c:pt>
                <c:pt idx="14805">
                  <c:v>47.2</c:v>
                </c:pt>
                <c:pt idx="14806">
                  <c:v>47.15</c:v>
                </c:pt>
                <c:pt idx="14807">
                  <c:v>47.15</c:v>
                </c:pt>
                <c:pt idx="14808">
                  <c:v>47.15</c:v>
                </c:pt>
                <c:pt idx="14809">
                  <c:v>47.15</c:v>
                </c:pt>
                <c:pt idx="14810">
                  <c:v>47.15</c:v>
                </c:pt>
                <c:pt idx="14811">
                  <c:v>47.15</c:v>
                </c:pt>
                <c:pt idx="14812">
                  <c:v>47.15</c:v>
                </c:pt>
                <c:pt idx="14813">
                  <c:v>47.15</c:v>
                </c:pt>
                <c:pt idx="14814">
                  <c:v>47.15</c:v>
                </c:pt>
                <c:pt idx="14815">
                  <c:v>47.15</c:v>
                </c:pt>
                <c:pt idx="14816">
                  <c:v>47.15</c:v>
                </c:pt>
                <c:pt idx="14817">
                  <c:v>47.15</c:v>
                </c:pt>
                <c:pt idx="14818">
                  <c:v>47.15</c:v>
                </c:pt>
                <c:pt idx="14819">
                  <c:v>47.15</c:v>
                </c:pt>
                <c:pt idx="14820">
                  <c:v>47.15</c:v>
                </c:pt>
                <c:pt idx="14821">
                  <c:v>47.15</c:v>
                </c:pt>
                <c:pt idx="14822">
                  <c:v>47.15</c:v>
                </c:pt>
                <c:pt idx="14823">
                  <c:v>47.15</c:v>
                </c:pt>
                <c:pt idx="14824">
                  <c:v>47.15</c:v>
                </c:pt>
                <c:pt idx="14825">
                  <c:v>47.1</c:v>
                </c:pt>
                <c:pt idx="14826">
                  <c:v>47.1</c:v>
                </c:pt>
                <c:pt idx="14827">
                  <c:v>47.1</c:v>
                </c:pt>
                <c:pt idx="14828">
                  <c:v>47.1</c:v>
                </c:pt>
                <c:pt idx="14829">
                  <c:v>47.1</c:v>
                </c:pt>
                <c:pt idx="14830">
                  <c:v>47.1</c:v>
                </c:pt>
                <c:pt idx="14831">
                  <c:v>47.1</c:v>
                </c:pt>
                <c:pt idx="14832">
                  <c:v>47.1</c:v>
                </c:pt>
                <c:pt idx="14833">
                  <c:v>47.1</c:v>
                </c:pt>
                <c:pt idx="14834">
                  <c:v>47.1</c:v>
                </c:pt>
                <c:pt idx="14835">
                  <c:v>47.1</c:v>
                </c:pt>
                <c:pt idx="14836">
                  <c:v>47.1</c:v>
                </c:pt>
                <c:pt idx="14837">
                  <c:v>47.1</c:v>
                </c:pt>
                <c:pt idx="14838">
                  <c:v>47.1</c:v>
                </c:pt>
                <c:pt idx="14839">
                  <c:v>47.1</c:v>
                </c:pt>
                <c:pt idx="14840">
                  <c:v>47.1</c:v>
                </c:pt>
                <c:pt idx="14841">
                  <c:v>47.1</c:v>
                </c:pt>
                <c:pt idx="14842">
                  <c:v>47.1</c:v>
                </c:pt>
                <c:pt idx="14843">
                  <c:v>47.1</c:v>
                </c:pt>
                <c:pt idx="14844">
                  <c:v>47.1</c:v>
                </c:pt>
                <c:pt idx="14845">
                  <c:v>47.1</c:v>
                </c:pt>
                <c:pt idx="14846">
                  <c:v>47.1</c:v>
                </c:pt>
                <c:pt idx="14847">
                  <c:v>47.1</c:v>
                </c:pt>
                <c:pt idx="14848">
                  <c:v>47.1</c:v>
                </c:pt>
                <c:pt idx="14849">
                  <c:v>47.05</c:v>
                </c:pt>
                <c:pt idx="14850">
                  <c:v>47.05</c:v>
                </c:pt>
                <c:pt idx="14851">
                  <c:v>47.05</c:v>
                </c:pt>
                <c:pt idx="14852">
                  <c:v>47.05</c:v>
                </c:pt>
                <c:pt idx="14853">
                  <c:v>47.1</c:v>
                </c:pt>
                <c:pt idx="14854">
                  <c:v>47.05</c:v>
                </c:pt>
                <c:pt idx="14855">
                  <c:v>47.1</c:v>
                </c:pt>
                <c:pt idx="14856">
                  <c:v>47.05</c:v>
                </c:pt>
                <c:pt idx="14857">
                  <c:v>47.05</c:v>
                </c:pt>
                <c:pt idx="14858">
                  <c:v>47.05</c:v>
                </c:pt>
                <c:pt idx="14859">
                  <c:v>47.05</c:v>
                </c:pt>
                <c:pt idx="14860">
                  <c:v>47.05</c:v>
                </c:pt>
                <c:pt idx="14861">
                  <c:v>47.05</c:v>
                </c:pt>
                <c:pt idx="14862">
                  <c:v>47.05</c:v>
                </c:pt>
                <c:pt idx="14863">
                  <c:v>47.05</c:v>
                </c:pt>
                <c:pt idx="14864">
                  <c:v>47.05</c:v>
                </c:pt>
                <c:pt idx="14865">
                  <c:v>47</c:v>
                </c:pt>
                <c:pt idx="14866">
                  <c:v>47</c:v>
                </c:pt>
                <c:pt idx="14867">
                  <c:v>47</c:v>
                </c:pt>
                <c:pt idx="14868">
                  <c:v>47.05</c:v>
                </c:pt>
                <c:pt idx="14869">
                  <c:v>47.05</c:v>
                </c:pt>
                <c:pt idx="14870">
                  <c:v>47.05</c:v>
                </c:pt>
                <c:pt idx="14871">
                  <c:v>47.05</c:v>
                </c:pt>
                <c:pt idx="14872">
                  <c:v>47.05</c:v>
                </c:pt>
                <c:pt idx="14873">
                  <c:v>47</c:v>
                </c:pt>
                <c:pt idx="14874">
                  <c:v>47</c:v>
                </c:pt>
                <c:pt idx="14875">
                  <c:v>47</c:v>
                </c:pt>
                <c:pt idx="14876">
                  <c:v>47</c:v>
                </c:pt>
                <c:pt idx="14877">
                  <c:v>47</c:v>
                </c:pt>
                <c:pt idx="14878">
                  <c:v>47</c:v>
                </c:pt>
                <c:pt idx="14879">
                  <c:v>47</c:v>
                </c:pt>
                <c:pt idx="14880">
                  <c:v>47</c:v>
                </c:pt>
                <c:pt idx="14881">
                  <c:v>47</c:v>
                </c:pt>
                <c:pt idx="14882">
                  <c:v>47</c:v>
                </c:pt>
                <c:pt idx="14883">
                  <c:v>47</c:v>
                </c:pt>
                <c:pt idx="14884">
                  <c:v>47</c:v>
                </c:pt>
                <c:pt idx="14885">
                  <c:v>47</c:v>
                </c:pt>
                <c:pt idx="14886">
                  <c:v>47</c:v>
                </c:pt>
                <c:pt idx="14887">
                  <c:v>47</c:v>
                </c:pt>
                <c:pt idx="14888">
                  <c:v>47</c:v>
                </c:pt>
                <c:pt idx="14889">
                  <c:v>47</c:v>
                </c:pt>
                <c:pt idx="14890">
                  <c:v>47</c:v>
                </c:pt>
                <c:pt idx="14891">
                  <c:v>47</c:v>
                </c:pt>
                <c:pt idx="14892">
                  <c:v>47</c:v>
                </c:pt>
                <c:pt idx="14893">
                  <c:v>47</c:v>
                </c:pt>
                <c:pt idx="14894">
                  <c:v>46.95</c:v>
                </c:pt>
                <c:pt idx="14895">
                  <c:v>46.95</c:v>
                </c:pt>
                <c:pt idx="14896">
                  <c:v>46.95</c:v>
                </c:pt>
                <c:pt idx="14897">
                  <c:v>46.95</c:v>
                </c:pt>
                <c:pt idx="14898">
                  <c:v>46.95</c:v>
                </c:pt>
                <c:pt idx="14899">
                  <c:v>46.95</c:v>
                </c:pt>
                <c:pt idx="14900">
                  <c:v>46.95</c:v>
                </c:pt>
                <c:pt idx="14901">
                  <c:v>46.95</c:v>
                </c:pt>
                <c:pt idx="14902">
                  <c:v>46.95</c:v>
                </c:pt>
                <c:pt idx="14903">
                  <c:v>46.95</c:v>
                </c:pt>
                <c:pt idx="14904">
                  <c:v>46.95</c:v>
                </c:pt>
                <c:pt idx="14905">
                  <c:v>46.95</c:v>
                </c:pt>
                <c:pt idx="14906">
                  <c:v>46.95</c:v>
                </c:pt>
                <c:pt idx="14907">
                  <c:v>46.95</c:v>
                </c:pt>
                <c:pt idx="14908">
                  <c:v>46.95</c:v>
                </c:pt>
                <c:pt idx="14909">
                  <c:v>46.95</c:v>
                </c:pt>
                <c:pt idx="14910">
                  <c:v>46.95</c:v>
                </c:pt>
                <c:pt idx="14911">
                  <c:v>46.95</c:v>
                </c:pt>
                <c:pt idx="14912">
                  <c:v>46.95</c:v>
                </c:pt>
                <c:pt idx="14913">
                  <c:v>46.95</c:v>
                </c:pt>
                <c:pt idx="14914">
                  <c:v>46.95</c:v>
                </c:pt>
                <c:pt idx="14915">
                  <c:v>46.95</c:v>
                </c:pt>
                <c:pt idx="14916">
                  <c:v>46.9</c:v>
                </c:pt>
                <c:pt idx="14917">
                  <c:v>46.9</c:v>
                </c:pt>
                <c:pt idx="14918">
                  <c:v>46.9</c:v>
                </c:pt>
                <c:pt idx="14919">
                  <c:v>46.9</c:v>
                </c:pt>
                <c:pt idx="14920">
                  <c:v>46.9</c:v>
                </c:pt>
                <c:pt idx="14921">
                  <c:v>46.9</c:v>
                </c:pt>
                <c:pt idx="14922">
                  <c:v>46.9</c:v>
                </c:pt>
                <c:pt idx="14923">
                  <c:v>46.9</c:v>
                </c:pt>
                <c:pt idx="14924">
                  <c:v>46.9</c:v>
                </c:pt>
                <c:pt idx="14925">
                  <c:v>46.9</c:v>
                </c:pt>
                <c:pt idx="14926">
                  <c:v>46.9</c:v>
                </c:pt>
                <c:pt idx="14927">
                  <c:v>46.9</c:v>
                </c:pt>
                <c:pt idx="14928">
                  <c:v>46.9</c:v>
                </c:pt>
                <c:pt idx="14929">
                  <c:v>46.9</c:v>
                </c:pt>
                <c:pt idx="14930">
                  <c:v>46.9</c:v>
                </c:pt>
                <c:pt idx="14931">
                  <c:v>46.9</c:v>
                </c:pt>
                <c:pt idx="14932">
                  <c:v>46.9</c:v>
                </c:pt>
                <c:pt idx="14933">
                  <c:v>46.9</c:v>
                </c:pt>
                <c:pt idx="14934">
                  <c:v>46.85</c:v>
                </c:pt>
                <c:pt idx="14935">
                  <c:v>46.85</c:v>
                </c:pt>
                <c:pt idx="14936">
                  <c:v>46.85</c:v>
                </c:pt>
                <c:pt idx="14937">
                  <c:v>46.85</c:v>
                </c:pt>
                <c:pt idx="14938">
                  <c:v>46.85</c:v>
                </c:pt>
                <c:pt idx="14939">
                  <c:v>46.85</c:v>
                </c:pt>
                <c:pt idx="14940">
                  <c:v>46.85</c:v>
                </c:pt>
                <c:pt idx="14941">
                  <c:v>46.85</c:v>
                </c:pt>
                <c:pt idx="14942">
                  <c:v>46.85</c:v>
                </c:pt>
                <c:pt idx="14943">
                  <c:v>46.85</c:v>
                </c:pt>
                <c:pt idx="14944">
                  <c:v>46.85</c:v>
                </c:pt>
                <c:pt idx="14945">
                  <c:v>46.85</c:v>
                </c:pt>
                <c:pt idx="14946">
                  <c:v>46.85</c:v>
                </c:pt>
                <c:pt idx="14947">
                  <c:v>46.85</c:v>
                </c:pt>
                <c:pt idx="14948">
                  <c:v>46.85</c:v>
                </c:pt>
                <c:pt idx="14949">
                  <c:v>46.85</c:v>
                </c:pt>
                <c:pt idx="14950">
                  <c:v>46.85</c:v>
                </c:pt>
                <c:pt idx="14951">
                  <c:v>46.85</c:v>
                </c:pt>
                <c:pt idx="14952">
                  <c:v>46.8</c:v>
                </c:pt>
                <c:pt idx="14953">
                  <c:v>46.8</c:v>
                </c:pt>
                <c:pt idx="14954">
                  <c:v>46.8</c:v>
                </c:pt>
                <c:pt idx="14955">
                  <c:v>46.8</c:v>
                </c:pt>
                <c:pt idx="14956">
                  <c:v>46.8</c:v>
                </c:pt>
                <c:pt idx="14957">
                  <c:v>46.8</c:v>
                </c:pt>
                <c:pt idx="14958">
                  <c:v>46.8</c:v>
                </c:pt>
                <c:pt idx="14959">
                  <c:v>46.8</c:v>
                </c:pt>
                <c:pt idx="14960">
                  <c:v>46.8</c:v>
                </c:pt>
                <c:pt idx="14961">
                  <c:v>46.8</c:v>
                </c:pt>
                <c:pt idx="14962">
                  <c:v>46.8</c:v>
                </c:pt>
                <c:pt idx="14963">
                  <c:v>46.8</c:v>
                </c:pt>
                <c:pt idx="14964">
                  <c:v>46.8</c:v>
                </c:pt>
                <c:pt idx="14965">
                  <c:v>46.8</c:v>
                </c:pt>
                <c:pt idx="14966">
                  <c:v>46.8</c:v>
                </c:pt>
                <c:pt idx="14967">
                  <c:v>46.8</c:v>
                </c:pt>
                <c:pt idx="14968">
                  <c:v>46.8</c:v>
                </c:pt>
                <c:pt idx="14969">
                  <c:v>46.8</c:v>
                </c:pt>
                <c:pt idx="14970">
                  <c:v>46.8</c:v>
                </c:pt>
                <c:pt idx="14971">
                  <c:v>46.8</c:v>
                </c:pt>
                <c:pt idx="14972">
                  <c:v>46.8</c:v>
                </c:pt>
                <c:pt idx="14973">
                  <c:v>46.8</c:v>
                </c:pt>
                <c:pt idx="14974">
                  <c:v>46.75</c:v>
                </c:pt>
                <c:pt idx="14975">
                  <c:v>46.75</c:v>
                </c:pt>
                <c:pt idx="14976">
                  <c:v>46.75</c:v>
                </c:pt>
                <c:pt idx="14977">
                  <c:v>46.75</c:v>
                </c:pt>
                <c:pt idx="14978">
                  <c:v>46.75</c:v>
                </c:pt>
                <c:pt idx="14979">
                  <c:v>46.75</c:v>
                </c:pt>
                <c:pt idx="14980">
                  <c:v>46.75</c:v>
                </c:pt>
                <c:pt idx="14981">
                  <c:v>46.75</c:v>
                </c:pt>
                <c:pt idx="14982">
                  <c:v>46.75</c:v>
                </c:pt>
                <c:pt idx="14983">
                  <c:v>46.75</c:v>
                </c:pt>
                <c:pt idx="14984">
                  <c:v>46.75</c:v>
                </c:pt>
                <c:pt idx="14985">
                  <c:v>46.75</c:v>
                </c:pt>
                <c:pt idx="14986">
                  <c:v>46.75</c:v>
                </c:pt>
                <c:pt idx="14987">
                  <c:v>46.75</c:v>
                </c:pt>
                <c:pt idx="14988">
                  <c:v>46.75</c:v>
                </c:pt>
                <c:pt idx="14989">
                  <c:v>46.75</c:v>
                </c:pt>
                <c:pt idx="14990">
                  <c:v>46.75</c:v>
                </c:pt>
                <c:pt idx="14991">
                  <c:v>46.75</c:v>
                </c:pt>
                <c:pt idx="14992">
                  <c:v>46.7</c:v>
                </c:pt>
                <c:pt idx="14993">
                  <c:v>46.7</c:v>
                </c:pt>
                <c:pt idx="14994">
                  <c:v>46.7</c:v>
                </c:pt>
                <c:pt idx="14995">
                  <c:v>46.7</c:v>
                </c:pt>
                <c:pt idx="14996">
                  <c:v>46.7</c:v>
                </c:pt>
                <c:pt idx="14997">
                  <c:v>46.7</c:v>
                </c:pt>
                <c:pt idx="14998">
                  <c:v>46.7</c:v>
                </c:pt>
                <c:pt idx="14999">
                  <c:v>46.7</c:v>
                </c:pt>
                <c:pt idx="15000">
                  <c:v>46.7</c:v>
                </c:pt>
                <c:pt idx="15001">
                  <c:v>46.7</c:v>
                </c:pt>
                <c:pt idx="15002">
                  <c:v>46.7</c:v>
                </c:pt>
                <c:pt idx="15003">
                  <c:v>46.7</c:v>
                </c:pt>
                <c:pt idx="15004">
                  <c:v>46.7</c:v>
                </c:pt>
                <c:pt idx="15005">
                  <c:v>46.7</c:v>
                </c:pt>
                <c:pt idx="15006">
                  <c:v>46.7</c:v>
                </c:pt>
                <c:pt idx="15007">
                  <c:v>46.7</c:v>
                </c:pt>
                <c:pt idx="15008">
                  <c:v>46.7</c:v>
                </c:pt>
                <c:pt idx="15009">
                  <c:v>46.7</c:v>
                </c:pt>
                <c:pt idx="15010">
                  <c:v>46.7</c:v>
                </c:pt>
                <c:pt idx="15011">
                  <c:v>46.7</c:v>
                </c:pt>
                <c:pt idx="15012">
                  <c:v>46.7</c:v>
                </c:pt>
                <c:pt idx="15013">
                  <c:v>46.7</c:v>
                </c:pt>
                <c:pt idx="15014">
                  <c:v>46.65</c:v>
                </c:pt>
                <c:pt idx="15015">
                  <c:v>46.65</c:v>
                </c:pt>
                <c:pt idx="15016">
                  <c:v>46.65</c:v>
                </c:pt>
                <c:pt idx="15017">
                  <c:v>46.65</c:v>
                </c:pt>
                <c:pt idx="15018">
                  <c:v>46.65</c:v>
                </c:pt>
                <c:pt idx="15019">
                  <c:v>46.65</c:v>
                </c:pt>
                <c:pt idx="15020">
                  <c:v>46.65</c:v>
                </c:pt>
                <c:pt idx="15021">
                  <c:v>46.65</c:v>
                </c:pt>
                <c:pt idx="15022">
                  <c:v>46.65</c:v>
                </c:pt>
                <c:pt idx="15023">
                  <c:v>46.65</c:v>
                </c:pt>
                <c:pt idx="15024">
                  <c:v>46.65</c:v>
                </c:pt>
                <c:pt idx="15025">
                  <c:v>46.65</c:v>
                </c:pt>
                <c:pt idx="15026">
                  <c:v>46.65</c:v>
                </c:pt>
                <c:pt idx="15027">
                  <c:v>46.65</c:v>
                </c:pt>
                <c:pt idx="15028">
                  <c:v>46.65</c:v>
                </c:pt>
                <c:pt idx="15029">
                  <c:v>46.65</c:v>
                </c:pt>
                <c:pt idx="15030">
                  <c:v>46.65</c:v>
                </c:pt>
                <c:pt idx="15031">
                  <c:v>46.6</c:v>
                </c:pt>
                <c:pt idx="15032">
                  <c:v>46.6</c:v>
                </c:pt>
                <c:pt idx="15033">
                  <c:v>46.6</c:v>
                </c:pt>
                <c:pt idx="15034">
                  <c:v>46.6</c:v>
                </c:pt>
                <c:pt idx="15035">
                  <c:v>46.6</c:v>
                </c:pt>
                <c:pt idx="15036">
                  <c:v>46.6</c:v>
                </c:pt>
                <c:pt idx="15037">
                  <c:v>46.6</c:v>
                </c:pt>
                <c:pt idx="15038">
                  <c:v>46.6</c:v>
                </c:pt>
                <c:pt idx="15039">
                  <c:v>46.6</c:v>
                </c:pt>
                <c:pt idx="15040">
                  <c:v>46.6</c:v>
                </c:pt>
                <c:pt idx="15041">
                  <c:v>46.6</c:v>
                </c:pt>
                <c:pt idx="15042">
                  <c:v>46.6</c:v>
                </c:pt>
                <c:pt idx="15043">
                  <c:v>46.6</c:v>
                </c:pt>
                <c:pt idx="15044">
                  <c:v>46.6</c:v>
                </c:pt>
                <c:pt idx="15045">
                  <c:v>46.6</c:v>
                </c:pt>
                <c:pt idx="15046">
                  <c:v>46.6</c:v>
                </c:pt>
                <c:pt idx="15047">
                  <c:v>46.55</c:v>
                </c:pt>
                <c:pt idx="15048">
                  <c:v>46.55</c:v>
                </c:pt>
                <c:pt idx="15049">
                  <c:v>46.55</c:v>
                </c:pt>
                <c:pt idx="15050">
                  <c:v>46.55</c:v>
                </c:pt>
                <c:pt idx="15051">
                  <c:v>46.55</c:v>
                </c:pt>
                <c:pt idx="15052">
                  <c:v>46.55</c:v>
                </c:pt>
                <c:pt idx="15053">
                  <c:v>46.55</c:v>
                </c:pt>
                <c:pt idx="15054">
                  <c:v>46.55</c:v>
                </c:pt>
                <c:pt idx="15055">
                  <c:v>46.55</c:v>
                </c:pt>
                <c:pt idx="15056">
                  <c:v>46.55</c:v>
                </c:pt>
                <c:pt idx="15057">
                  <c:v>46.55</c:v>
                </c:pt>
                <c:pt idx="15058">
                  <c:v>46.55</c:v>
                </c:pt>
                <c:pt idx="15059">
                  <c:v>46.55</c:v>
                </c:pt>
                <c:pt idx="15060">
                  <c:v>46.55</c:v>
                </c:pt>
                <c:pt idx="15061">
                  <c:v>46.55</c:v>
                </c:pt>
                <c:pt idx="15062">
                  <c:v>46.55</c:v>
                </c:pt>
                <c:pt idx="15063">
                  <c:v>46.55</c:v>
                </c:pt>
                <c:pt idx="15064">
                  <c:v>46.55</c:v>
                </c:pt>
                <c:pt idx="15065">
                  <c:v>46.55</c:v>
                </c:pt>
                <c:pt idx="15066">
                  <c:v>46.55</c:v>
                </c:pt>
                <c:pt idx="15067">
                  <c:v>46.55</c:v>
                </c:pt>
                <c:pt idx="15068">
                  <c:v>46.5</c:v>
                </c:pt>
                <c:pt idx="15069">
                  <c:v>46.5</c:v>
                </c:pt>
                <c:pt idx="15070">
                  <c:v>46.5</c:v>
                </c:pt>
                <c:pt idx="15071">
                  <c:v>46.5</c:v>
                </c:pt>
                <c:pt idx="15072">
                  <c:v>46.5</c:v>
                </c:pt>
                <c:pt idx="15073">
                  <c:v>46.5</c:v>
                </c:pt>
                <c:pt idx="15074">
                  <c:v>46.5</c:v>
                </c:pt>
                <c:pt idx="15075">
                  <c:v>46.5</c:v>
                </c:pt>
                <c:pt idx="15076">
                  <c:v>46.5</c:v>
                </c:pt>
                <c:pt idx="15077">
                  <c:v>46.5</c:v>
                </c:pt>
                <c:pt idx="15078">
                  <c:v>46.5</c:v>
                </c:pt>
                <c:pt idx="15079">
                  <c:v>46.5</c:v>
                </c:pt>
                <c:pt idx="15080">
                  <c:v>46.5</c:v>
                </c:pt>
                <c:pt idx="15081">
                  <c:v>46.5</c:v>
                </c:pt>
                <c:pt idx="15082">
                  <c:v>46.5</c:v>
                </c:pt>
                <c:pt idx="15083">
                  <c:v>46.5</c:v>
                </c:pt>
                <c:pt idx="15084">
                  <c:v>46.5</c:v>
                </c:pt>
                <c:pt idx="15085">
                  <c:v>46.5</c:v>
                </c:pt>
                <c:pt idx="15086">
                  <c:v>46.5</c:v>
                </c:pt>
                <c:pt idx="15087">
                  <c:v>46.5</c:v>
                </c:pt>
                <c:pt idx="15088">
                  <c:v>46.5</c:v>
                </c:pt>
                <c:pt idx="15089">
                  <c:v>46.5</c:v>
                </c:pt>
                <c:pt idx="15090">
                  <c:v>46.45</c:v>
                </c:pt>
                <c:pt idx="15091">
                  <c:v>46.5</c:v>
                </c:pt>
                <c:pt idx="15092">
                  <c:v>46.5</c:v>
                </c:pt>
                <c:pt idx="15093">
                  <c:v>46.45</c:v>
                </c:pt>
                <c:pt idx="15094">
                  <c:v>46.45</c:v>
                </c:pt>
                <c:pt idx="15095">
                  <c:v>46.45</c:v>
                </c:pt>
                <c:pt idx="15096">
                  <c:v>46.45</c:v>
                </c:pt>
                <c:pt idx="15097">
                  <c:v>46.45</c:v>
                </c:pt>
                <c:pt idx="15098">
                  <c:v>46.45</c:v>
                </c:pt>
                <c:pt idx="15099">
                  <c:v>46.45</c:v>
                </c:pt>
                <c:pt idx="15100">
                  <c:v>46.45</c:v>
                </c:pt>
                <c:pt idx="15101">
                  <c:v>46.45</c:v>
                </c:pt>
                <c:pt idx="15102">
                  <c:v>46.45</c:v>
                </c:pt>
                <c:pt idx="15103">
                  <c:v>46.45</c:v>
                </c:pt>
                <c:pt idx="15104">
                  <c:v>46.45</c:v>
                </c:pt>
                <c:pt idx="15105">
                  <c:v>46.45</c:v>
                </c:pt>
                <c:pt idx="15106">
                  <c:v>46.45</c:v>
                </c:pt>
                <c:pt idx="15107">
                  <c:v>46.45</c:v>
                </c:pt>
                <c:pt idx="15108">
                  <c:v>46.45</c:v>
                </c:pt>
                <c:pt idx="15109">
                  <c:v>46.45</c:v>
                </c:pt>
                <c:pt idx="15110">
                  <c:v>46.45</c:v>
                </c:pt>
                <c:pt idx="15111">
                  <c:v>46.4</c:v>
                </c:pt>
                <c:pt idx="15112">
                  <c:v>46.4</c:v>
                </c:pt>
                <c:pt idx="15113">
                  <c:v>46.4</c:v>
                </c:pt>
                <c:pt idx="15114">
                  <c:v>46.4</c:v>
                </c:pt>
                <c:pt idx="15115">
                  <c:v>46.4</c:v>
                </c:pt>
                <c:pt idx="15116">
                  <c:v>46.4</c:v>
                </c:pt>
                <c:pt idx="15117">
                  <c:v>46.4</c:v>
                </c:pt>
                <c:pt idx="15118">
                  <c:v>46.4</c:v>
                </c:pt>
                <c:pt idx="15119">
                  <c:v>46.4</c:v>
                </c:pt>
                <c:pt idx="15120">
                  <c:v>46.4</c:v>
                </c:pt>
                <c:pt idx="15121">
                  <c:v>46.4</c:v>
                </c:pt>
                <c:pt idx="15122">
                  <c:v>46.4</c:v>
                </c:pt>
                <c:pt idx="15123">
                  <c:v>46.4</c:v>
                </c:pt>
                <c:pt idx="15124">
                  <c:v>46.4</c:v>
                </c:pt>
                <c:pt idx="15125">
                  <c:v>46.4</c:v>
                </c:pt>
                <c:pt idx="15126">
                  <c:v>46.4</c:v>
                </c:pt>
                <c:pt idx="15127">
                  <c:v>46.4</c:v>
                </c:pt>
                <c:pt idx="15128">
                  <c:v>46.4</c:v>
                </c:pt>
                <c:pt idx="15129">
                  <c:v>46.35</c:v>
                </c:pt>
                <c:pt idx="15130">
                  <c:v>46.4</c:v>
                </c:pt>
                <c:pt idx="15131">
                  <c:v>46.35</c:v>
                </c:pt>
                <c:pt idx="15132">
                  <c:v>46.35</c:v>
                </c:pt>
                <c:pt idx="15133">
                  <c:v>46.4</c:v>
                </c:pt>
                <c:pt idx="15134">
                  <c:v>46.35</c:v>
                </c:pt>
                <c:pt idx="15135">
                  <c:v>46.35</c:v>
                </c:pt>
                <c:pt idx="15136">
                  <c:v>46.35</c:v>
                </c:pt>
                <c:pt idx="15137">
                  <c:v>46.35</c:v>
                </c:pt>
                <c:pt idx="15138">
                  <c:v>46.35</c:v>
                </c:pt>
                <c:pt idx="15139">
                  <c:v>46.35</c:v>
                </c:pt>
                <c:pt idx="15140">
                  <c:v>46.35</c:v>
                </c:pt>
                <c:pt idx="15141">
                  <c:v>46.35</c:v>
                </c:pt>
                <c:pt idx="15142">
                  <c:v>46.35</c:v>
                </c:pt>
                <c:pt idx="15143">
                  <c:v>46.35</c:v>
                </c:pt>
                <c:pt idx="15144">
                  <c:v>46.35</c:v>
                </c:pt>
                <c:pt idx="15145">
                  <c:v>46.35</c:v>
                </c:pt>
                <c:pt idx="15146">
                  <c:v>46.35</c:v>
                </c:pt>
                <c:pt idx="15147">
                  <c:v>46.35</c:v>
                </c:pt>
                <c:pt idx="15148">
                  <c:v>46.35</c:v>
                </c:pt>
                <c:pt idx="15149">
                  <c:v>46.35</c:v>
                </c:pt>
                <c:pt idx="15150">
                  <c:v>46.35</c:v>
                </c:pt>
                <c:pt idx="15151">
                  <c:v>46.3</c:v>
                </c:pt>
                <c:pt idx="15152">
                  <c:v>46.3</c:v>
                </c:pt>
                <c:pt idx="15153">
                  <c:v>46.3</c:v>
                </c:pt>
                <c:pt idx="15154">
                  <c:v>46.3</c:v>
                </c:pt>
                <c:pt idx="15155">
                  <c:v>46.3</c:v>
                </c:pt>
                <c:pt idx="15156">
                  <c:v>46.3</c:v>
                </c:pt>
                <c:pt idx="15157">
                  <c:v>46.3</c:v>
                </c:pt>
                <c:pt idx="15158">
                  <c:v>46.3</c:v>
                </c:pt>
                <c:pt idx="15159">
                  <c:v>46.3</c:v>
                </c:pt>
                <c:pt idx="15160">
                  <c:v>46.3</c:v>
                </c:pt>
                <c:pt idx="15161">
                  <c:v>46.3</c:v>
                </c:pt>
                <c:pt idx="15162">
                  <c:v>46.3</c:v>
                </c:pt>
                <c:pt idx="15163">
                  <c:v>46.3</c:v>
                </c:pt>
                <c:pt idx="15164">
                  <c:v>46.3</c:v>
                </c:pt>
                <c:pt idx="15165">
                  <c:v>46.3</c:v>
                </c:pt>
                <c:pt idx="15166">
                  <c:v>46.3</c:v>
                </c:pt>
                <c:pt idx="15167">
                  <c:v>46.3</c:v>
                </c:pt>
                <c:pt idx="15168">
                  <c:v>46.3</c:v>
                </c:pt>
                <c:pt idx="15169">
                  <c:v>46.3</c:v>
                </c:pt>
                <c:pt idx="15170">
                  <c:v>46.3</c:v>
                </c:pt>
                <c:pt idx="15171">
                  <c:v>46.3</c:v>
                </c:pt>
                <c:pt idx="15172">
                  <c:v>46.25</c:v>
                </c:pt>
                <c:pt idx="15173">
                  <c:v>46.25</c:v>
                </c:pt>
                <c:pt idx="15174">
                  <c:v>46.25</c:v>
                </c:pt>
                <c:pt idx="15175">
                  <c:v>46.25</c:v>
                </c:pt>
                <c:pt idx="15176">
                  <c:v>46.25</c:v>
                </c:pt>
                <c:pt idx="15177">
                  <c:v>46.25</c:v>
                </c:pt>
                <c:pt idx="15178">
                  <c:v>46.25</c:v>
                </c:pt>
                <c:pt idx="15179">
                  <c:v>46.25</c:v>
                </c:pt>
                <c:pt idx="15180">
                  <c:v>46.25</c:v>
                </c:pt>
                <c:pt idx="15181">
                  <c:v>46.25</c:v>
                </c:pt>
                <c:pt idx="15182">
                  <c:v>46.25</c:v>
                </c:pt>
                <c:pt idx="15183">
                  <c:v>46.25</c:v>
                </c:pt>
                <c:pt idx="15184">
                  <c:v>46.25</c:v>
                </c:pt>
                <c:pt idx="15185">
                  <c:v>46.25</c:v>
                </c:pt>
                <c:pt idx="15186">
                  <c:v>46.25</c:v>
                </c:pt>
                <c:pt idx="15187">
                  <c:v>46.25</c:v>
                </c:pt>
                <c:pt idx="15188">
                  <c:v>46.25</c:v>
                </c:pt>
                <c:pt idx="15189">
                  <c:v>46.25</c:v>
                </c:pt>
                <c:pt idx="15190">
                  <c:v>46.25</c:v>
                </c:pt>
                <c:pt idx="15191">
                  <c:v>46.25</c:v>
                </c:pt>
                <c:pt idx="15192">
                  <c:v>46.25</c:v>
                </c:pt>
                <c:pt idx="15193">
                  <c:v>46.25</c:v>
                </c:pt>
                <c:pt idx="15194">
                  <c:v>46.25</c:v>
                </c:pt>
                <c:pt idx="15195">
                  <c:v>46.25</c:v>
                </c:pt>
                <c:pt idx="15196">
                  <c:v>46.25</c:v>
                </c:pt>
                <c:pt idx="15197">
                  <c:v>46.25</c:v>
                </c:pt>
                <c:pt idx="15198">
                  <c:v>46.2</c:v>
                </c:pt>
                <c:pt idx="15199">
                  <c:v>46.25</c:v>
                </c:pt>
                <c:pt idx="15200">
                  <c:v>46.2</c:v>
                </c:pt>
                <c:pt idx="15201">
                  <c:v>46.2</c:v>
                </c:pt>
                <c:pt idx="15202">
                  <c:v>46.2</c:v>
                </c:pt>
                <c:pt idx="15203">
                  <c:v>46.2</c:v>
                </c:pt>
                <c:pt idx="15204">
                  <c:v>46.2</c:v>
                </c:pt>
                <c:pt idx="15205">
                  <c:v>46.2</c:v>
                </c:pt>
                <c:pt idx="15206">
                  <c:v>46.2</c:v>
                </c:pt>
                <c:pt idx="15207">
                  <c:v>46.2</c:v>
                </c:pt>
                <c:pt idx="15208">
                  <c:v>46.2</c:v>
                </c:pt>
                <c:pt idx="15209">
                  <c:v>46.2</c:v>
                </c:pt>
                <c:pt idx="15210">
                  <c:v>46.2</c:v>
                </c:pt>
                <c:pt idx="15211">
                  <c:v>46.15</c:v>
                </c:pt>
                <c:pt idx="15212">
                  <c:v>46.15</c:v>
                </c:pt>
                <c:pt idx="15213">
                  <c:v>46.15</c:v>
                </c:pt>
                <c:pt idx="15214">
                  <c:v>46.15</c:v>
                </c:pt>
                <c:pt idx="15215">
                  <c:v>46.15</c:v>
                </c:pt>
                <c:pt idx="15216">
                  <c:v>46.15</c:v>
                </c:pt>
                <c:pt idx="15217">
                  <c:v>46.15</c:v>
                </c:pt>
                <c:pt idx="15218">
                  <c:v>46.15</c:v>
                </c:pt>
                <c:pt idx="15219">
                  <c:v>46.15</c:v>
                </c:pt>
                <c:pt idx="15220">
                  <c:v>46.15</c:v>
                </c:pt>
                <c:pt idx="15221">
                  <c:v>46.15</c:v>
                </c:pt>
                <c:pt idx="15222">
                  <c:v>46.15</c:v>
                </c:pt>
                <c:pt idx="15223">
                  <c:v>46.15</c:v>
                </c:pt>
                <c:pt idx="15224">
                  <c:v>46.15</c:v>
                </c:pt>
                <c:pt idx="15225">
                  <c:v>46.15</c:v>
                </c:pt>
                <c:pt idx="15226">
                  <c:v>46.15</c:v>
                </c:pt>
                <c:pt idx="15227">
                  <c:v>46.15</c:v>
                </c:pt>
                <c:pt idx="15228">
                  <c:v>46.15</c:v>
                </c:pt>
                <c:pt idx="15229">
                  <c:v>46.15</c:v>
                </c:pt>
                <c:pt idx="15230">
                  <c:v>46.15</c:v>
                </c:pt>
                <c:pt idx="15231">
                  <c:v>46.15</c:v>
                </c:pt>
                <c:pt idx="15232">
                  <c:v>46.15</c:v>
                </c:pt>
                <c:pt idx="15233">
                  <c:v>46.15</c:v>
                </c:pt>
                <c:pt idx="15234">
                  <c:v>46.15</c:v>
                </c:pt>
                <c:pt idx="15235">
                  <c:v>46.15</c:v>
                </c:pt>
                <c:pt idx="15236">
                  <c:v>46.15</c:v>
                </c:pt>
                <c:pt idx="15237">
                  <c:v>46.1</c:v>
                </c:pt>
                <c:pt idx="15238">
                  <c:v>46.1</c:v>
                </c:pt>
                <c:pt idx="15239">
                  <c:v>46.1</c:v>
                </c:pt>
                <c:pt idx="15240">
                  <c:v>46.1</c:v>
                </c:pt>
                <c:pt idx="15241">
                  <c:v>46.1</c:v>
                </c:pt>
                <c:pt idx="15242">
                  <c:v>46.1</c:v>
                </c:pt>
                <c:pt idx="15243">
                  <c:v>46.1</c:v>
                </c:pt>
                <c:pt idx="15244">
                  <c:v>46.1</c:v>
                </c:pt>
                <c:pt idx="15245">
                  <c:v>46.1</c:v>
                </c:pt>
                <c:pt idx="15246">
                  <c:v>46.1</c:v>
                </c:pt>
                <c:pt idx="15247">
                  <c:v>46.1</c:v>
                </c:pt>
                <c:pt idx="15248">
                  <c:v>46.1</c:v>
                </c:pt>
                <c:pt idx="15249">
                  <c:v>46.1</c:v>
                </c:pt>
                <c:pt idx="15250">
                  <c:v>46.1</c:v>
                </c:pt>
                <c:pt idx="15251">
                  <c:v>46.1</c:v>
                </c:pt>
                <c:pt idx="15252">
                  <c:v>46.1</c:v>
                </c:pt>
                <c:pt idx="15253">
                  <c:v>46.05</c:v>
                </c:pt>
                <c:pt idx="15254">
                  <c:v>46.1</c:v>
                </c:pt>
                <c:pt idx="15255">
                  <c:v>46.05</c:v>
                </c:pt>
                <c:pt idx="15256">
                  <c:v>46.05</c:v>
                </c:pt>
                <c:pt idx="15257">
                  <c:v>46.05</c:v>
                </c:pt>
                <c:pt idx="15258">
                  <c:v>46.05</c:v>
                </c:pt>
                <c:pt idx="15259">
                  <c:v>46.05</c:v>
                </c:pt>
                <c:pt idx="15260">
                  <c:v>46.05</c:v>
                </c:pt>
                <c:pt idx="15261">
                  <c:v>46.05</c:v>
                </c:pt>
                <c:pt idx="15262">
                  <c:v>46.05</c:v>
                </c:pt>
                <c:pt idx="15263">
                  <c:v>46.05</c:v>
                </c:pt>
                <c:pt idx="15264">
                  <c:v>46.05</c:v>
                </c:pt>
                <c:pt idx="15265">
                  <c:v>46.05</c:v>
                </c:pt>
                <c:pt idx="15266">
                  <c:v>46.05</c:v>
                </c:pt>
                <c:pt idx="15267">
                  <c:v>46.05</c:v>
                </c:pt>
                <c:pt idx="15268">
                  <c:v>46.05</c:v>
                </c:pt>
                <c:pt idx="15269">
                  <c:v>46.05</c:v>
                </c:pt>
                <c:pt idx="15270">
                  <c:v>46</c:v>
                </c:pt>
                <c:pt idx="15271">
                  <c:v>46</c:v>
                </c:pt>
                <c:pt idx="15272">
                  <c:v>46</c:v>
                </c:pt>
                <c:pt idx="15273">
                  <c:v>46</c:v>
                </c:pt>
                <c:pt idx="15274">
                  <c:v>46</c:v>
                </c:pt>
                <c:pt idx="15275">
                  <c:v>46</c:v>
                </c:pt>
                <c:pt idx="15276">
                  <c:v>46</c:v>
                </c:pt>
                <c:pt idx="15277">
                  <c:v>46</c:v>
                </c:pt>
                <c:pt idx="15278">
                  <c:v>46</c:v>
                </c:pt>
                <c:pt idx="15279">
                  <c:v>46</c:v>
                </c:pt>
                <c:pt idx="15280">
                  <c:v>46</c:v>
                </c:pt>
                <c:pt idx="15281">
                  <c:v>46</c:v>
                </c:pt>
                <c:pt idx="15282">
                  <c:v>46</c:v>
                </c:pt>
                <c:pt idx="15283">
                  <c:v>46</c:v>
                </c:pt>
                <c:pt idx="15284">
                  <c:v>46</c:v>
                </c:pt>
                <c:pt idx="15285">
                  <c:v>46</c:v>
                </c:pt>
                <c:pt idx="15286">
                  <c:v>46</c:v>
                </c:pt>
                <c:pt idx="15287">
                  <c:v>46</c:v>
                </c:pt>
                <c:pt idx="15288">
                  <c:v>46</c:v>
                </c:pt>
                <c:pt idx="15289">
                  <c:v>45.95</c:v>
                </c:pt>
                <c:pt idx="15290">
                  <c:v>46</c:v>
                </c:pt>
                <c:pt idx="15291">
                  <c:v>46</c:v>
                </c:pt>
                <c:pt idx="15292">
                  <c:v>45.95</c:v>
                </c:pt>
                <c:pt idx="15293">
                  <c:v>45.95</c:v>
                </c:pt>
                <c:pt idx="15294">
                  <c:v>45.95</c:v>
                </c:pt>
                <c:pt idx="15295">
                  <c:v>45.95</c:v>
                </c:pt>
                <c:pt idx="15296">
                  <c:v>45.95</c:v>
                </c:pt>
                <c:pt idx="15297">
                  <c:v>45.95</c:v>
                </c:pt>
                <c:pt idx="15298">
                  <c:v>45.95</c:v>
                </c:pt>
                <c:pt idx="15299">
                  <c:v>45.95</c:v>
                </c:pt>
                <c:pt idx="15300">
                  <c:v>45.95</c:v>
                </c:pt>
                <c:pt idx="15301">
                  <c:v>45.95</c:v>
                </c:pt>
                <c:pt idx="15302">
                  <c:v>45.95</c:v>
                </c:pt>
                <c:pt idx="15303">
                  <c:v>45.95</c:v>
                </c:pt>
                <c:pt idx="15304">
                  <c:v>45.95</c:v>
                </c:pt>
                <c:pt idx="15305">
                  <c:v>45.95</c:v>
                </c:pt>
                <c:pt idx="15306">
                  <c:v>45.95</c:v>
                </c:pt>
                <c:pt idx="15307">
                  <c:v>45.95</c:v>
                </c:pt>
                <c:pt idx="15308">
                  <c:v>45.95</c:v>
                </c:pt>
                <c:pt idx="15309">
                  <c:v>45.9</c:v>
                </c:pt>
                <c:pt idx="15310">
                  <c:v>45.9</c:v>
                </c:pt>
                <c:pt idx="15311">
                  <c:v>45.9</c:v>
                </c:pt>
                <c:pt idx="15312">
                  <c:v>45.9</c:v>
                </c:pt>
                <c:pt idx="15313">
                  <c:v>45.9</c:v>
                </c:pt>
                <c:pt idx="15314">
                  <c:v>45.9</c:v>
                </c:pt>
                <c:pt idx="15315">
                  <c:v>45.9</c:v>
                </c:pt>
                <c:pt idx="15316">
                  <c:v>45.9</c:v>
                </c:pt>
                <c:pt idx="15317">
                  <c:v>45.9</c:v>
                </c:pt>
                <c:pt idx="15318">
                  <c:v>45.9</c:v>
                </c:pt>
                <c:pt idx="15319">
                  <c:v>45.9</c:v>
                </c:pt>
                <c:pt idx="15320">
                  <c:v>45.9</c:v>
                </c:pt>
                <c:pt idx="15321">
                  <c:v>45.9</c:v>
                </c:pt>
                <c:pt idx="15322">
                  <c:v>45.9</c:v>
                </c:pt>
                <c:pt idx="15323">
                  <c:v>45.9</c:v>
                </c:pt>
                <c:pt idx="15324">
                  <c:v>45.9</c:v>
                </c:pt>
                <c:pt idx="15325">
                  <c:v>45.9</c:v>
                </c:pt>
                <c:pt idx="15326">
                  <c:v>45.9</c:v>
                </c:pt>
                <c:pt idx="15327">
                  <c:v>45.9</c:v>
                </c:pt>
                <c:pt idx="15328">
                  <c:v>45.9</c:v>
                </c:pt>
                <c:pt idx="15329">
                  <c:v>45.9</c:v>
                </c:pt>
                <c:pt idx="15330">
                  <c:v>45.9</c:v>
                </c:pt>
                <c:pt idx="15331">
                  <c:v>45.9</c:v>
                </c:pt>
                <c:pt idx="15332">
                  <c:v>45.85</c:v>
                </c:pt>
                <c:pt idx="15333">
                  <c:v>45.85</c:v>
                </c:pt>
                <c:pt idx="15334">
                  <c:v>45.85</c:v>
                </c:pt>
                <c:pt idx="15335">
                  <c:v>45.85</c:v>
                </c:pt>
                <c:pt idx="15336">
                  <c:v>45.85</c:v>
                </c:pt>
                <c:pt idx="15337">
                  <c:v>45.85</c:v>
                </c:pt>
                <c:pt idx="15338">
                  <c:v>45.85</c:v>
                </c:pt>
                <c:pt idx="15339">
                  <c:v>45.85</c:v>
                </c:pt>
                <c:pt idx="15340">
                  <c:v>45.85</c:v>
                </c:pt>
                <c:pt idx="15341">
                  <c:v>45.85</c:v>
                </c:pt>
                <c:pt idx="15342">
                  <c:v>45.85</c:v>
                </c:pt>
                <c:pt idx="15343">
                  <c:v>45.85</c:v>
                </c:pt>
                <c:pt idx="15344">
                  <c:v>45.85</c:v>
                </c:pt>
                <c:pt idx="15345">
                  <c:v>45.85</c:v>
                </c:pt>
                <c:pt idx="15346">
                  <c:v>45.85</c:v>
                </c:pt>
                <c:pt idx="15347">
                  <c:v>45.85</c:v>
                </c:pt>
                <c:pt idx="15348">
                  <c:v>45.85</c:v>
                </c:pt>
                <c:pt idx="15349">
                  <c:v>45.85</c:v>
                </c:pt>
                <c:pt idx="15350">
                  <c:v>45.85</c:v>
                </c:pt>
                <c:pt idx="15351">
                  <c:v>45.85</c:v>
                </c:pt>
                <c:pt idx="15352">
                  <c:v>45.8</c:v>
                </c:pt>
                <c:pt idx="15353">
                  <c:v>45.8</c:v>
                </c:pt>
                <c:pt idx="15354">
                  <c:v>45.8</c:v>
                </c:pt>
                <c:pt idx="15355">
                  <c:v>45.8</c:v>
                </c:pt>
                <c:pt idx="15356">
                  <c:v>45.8</c:v>
                </c:pt>
                <c:pt idx="15357">
                  <c:v>45.8</c:v>
                </c:pt>
                <c:pt idx="15358">
                  <c:v>45.8</c:v>
                </c:pt>
                <c:pt idx="15359">
                  <c:v>45.8</c:v>
                </c:pt>
                <c:pt idx="15360">
                  <c:v>45.8</c:v>
                </c:pt>
                <c:pt idx="15361">
                  <c:v>45.8</c:v>
                </c:pt>
                <c:pt idx="15362">
                  <c:v>45.8</c:v>
                </c:pt>
                <c:pt idx="15363">
                  <c:v>45.8</c:v>
                </c:pt>
                <c:pt idx="15364">
                  <c:v>45.8</c:v>
                </c:pt>
                <c:pt idx="15365">
                  <c:v>45.8</c:v>
                </c:pt>
                <c:pt idx="15366">
                  <c:v>45.8</c:v>
                </c:pt>
                <c:pt idx="15367">
                  <c:v>45.8</c:v>
                </c:pt>
                <c:pt idx="15368">
                  <c:v>45.8</c:v>
                </c:pt>
                <c:pt idx="15369">
                  <c:v>45.8</c:v>
                </c:pt>
                <c:pt idx="15370">
                  <c:v>45.8</c:v>
                </c:pt>
                <c:pt idx="15371">
                  <c:v>45.8</c:v>
                </c:pt>
                <c:pt idx="15372">
                  <c:v>45.8</c:v>
                </c:pt>
                <c:pt idx="15373">
                  <c:v>45.8</c:v>
                </c:pt>
                <c:pt idx="15374">
                  <c:v>45.75</c:v>
                </c:pt>
                <c:pt idx="15375">
                  <c:v>45.75</c:v>
                </c:pt>
                <c:pt idx="15376">
                  <c:v>45.75</c:v>
                </c:pt>
                <c:pt idx="15377">
                  <c:v>45.75</c:v>
                </c:pt>
                <c:pt idx="15378">
                  <c:v>45.75</c:v>
                </c:pt>
                <c:pt idx="15379">
                  <c:v>45.75</c:v>
                </c:pt>
                <c:pt idx="15380">
                  <c:v>45.75</c:v>
                </c:pt>
                <c:pt idx="15381">
                  <c:v>45.75</c:v>
                </c:pt>
                <c:pt idx="15382">
                  <c:v>45.75</c:v>
                </c:pt>
                <c:pt idx="15383">
                  <c:v>45.75</c:v>
                </c:pt>
                <c:pt idx="15384">
                  <c:v>45.75</c:v>
                </c:pt>
                <c:pt idx="15385">
                  <c:v>45.75</c:v>
                </c:pt>
                <c:pt idx="15386">
                  <c:v>45.75</c:v>
                </c:pt>
                <c:pt idx="15387">
                  <c:v>45.75</c:v>
                </c:pt>
                <c:pt idx="15388">
                  <c:v>45.75</c:v>
                </c:pt>
                <c:pt idx="15389">
                  <c:v>45.75</c:v>
                </c:pt>
                <c:pt idx="15390">
                  <c:v>45.75</c:v>
                </c:pt>
                <c:pt idx="15391">
                  <c:v>45.75</c:v>
                </c:pt>
                <c:pt idx="15392">
                  <c:v>45.75</c:v>
                </c:pt>
                <c:pt idx="15393">
                  <c:v>45.75</c:v>
                </c:pt>
                <c:pt idx="15394">
                  <c:v>45.7</c:v>
                </c:pt>
                <c:pt idx="15395">
                  <c:v>45.7</c:v>
                </c:pt>
                <c:pt idx="15396">
                  <c:v>45.7</c:v>
                </c:pt>
                <c:pt idx="15397">
                  <c:v>45.7</c:v>
                </c:pt>
                <c:pt idx="15398">
                  <c:v>45.7</c:v>
                </c:pt>
                <c:pt idx="15399">
                  <c:v>45.7</c:v>
                </c:pt>
                <c:pt idx="15400">
                  <c:v>45.7</c:v>
                </c:pt>
                <c:pt idx="15401">
                  <c:v>45.7</c:v>
                </c:pt>
                <c:pt idx="15402">
                  <c:v>45.7</c:v>
                </c:pt>
                <c:pt idx="15403">
                  <c:v>45.7</c:v>
                </c:pt>
                <c:pt idx="15404">
                  <c:v>45.7</c:v>
                </c:pt>
                <c:pt idx="15405">
                  <c:v>45.7</c:v>
                </c:pt>
                <c:pt idx="15406">
                  <c:v>45.7</c:v>
                </c:pt>
                <c:pt idx="15407">
                  <c:v>45.7</c:v>
                </c:pt>
                <c:pt idx="15408">
                  <c:v>45.7</c:v>
                </c:pt>
                <c:pt idx="15409">
                  <c:v>45.7</c:v>
                </c:pt>
                <c:pt idx="15410">
                  <c:v>45.7</c:v>
                </c:pt>
                <c:pt idx="15411">
                  <c:v>45.7</c:v>
                </c:pt>
                <c:pt idx="15412">
                  <c:v>45.65</c:v>
                </c:pt>
                <c:pt idx="15413">
                  <c:v>45.7</c:v>
                </c:pt>
                <c:pt idx="15414">
                  <c:v>45.65</c:v>
                </c:pt>
                <c:pt idx="15415">
                  <c:v>45.65</c:v>
                </c:pt>
                <c:pt idx="15416">
                  <c:v>45.65</c:v>
                </c:pt>
                <c:pt idx="15417">
                  <c:v>45.65</c:v>
                </c:pt>
                <c:pt idx="15418">
                  <c:v>45.65</c:v>
                </c:pt>
                <c:pt idx="15419">
                  <c:v>45.65</c:v>
                </c:pt>
                <c:pt idx="15420">
                  <c:v>45.65</c:v>
                </c:pt>
                <c:pt idx="15421">
                  <c:v>45.65</c:v>
                </c:pt>
                <c:pt idx="15422">
                  <c:v>45.65</c:v>
                </c:pt>
                <c:pt idx="15423">
                  <c:v>45.65</c:v>
                </c:pt>
                <c:pt idx="15424">
                  <c:v>45.65</c:v>
                </c:pt>
                <c:pt idx="15425">
                  <c:v>45.65</c:v>
                </c:pt>
                <c:pt idx="15426">
                  <c:v>45.65</c:v>
                </c:pt>
                <c:pt idx="15427">
                  <c:v>45.65</c:v>
                </c:pt>
                <c:pt idx="15428">
                  <c:v>45.65</c:v>
                </c:pt>
                <c:pt idx="15429">
                  <c:v>45.65</c:v>
                </c:pt>
                <c:pt idx="15430">
                  <c:v>45.65</c:v>
                </c:pt>
                <c:pt idx="15431">
                  <c:v>45.65</c:v>
                </c:pt>
                <c:pt idx="15432">
                  <c:v>45.65</c:v>
                </c:pt>
                <c:pt idx="15433">
                  <c:v>45.6</c:v>
                </c:pt>
                <c:pt idx="15434">
                  <c:v>45.6</c:v>
                </c:pt>
                <c:pt idx="15435">
                  <c:v>45.6</c:v>
                </c:pt>
                <c:pt idx="15436">
                  <c:v>45.6</c:v>
                </c:pt>
                <c:pt idx="15437">
                  <c:v>45.6</c:v>
                </c:pt>
                <c:pt idx="15438">
                  <c:v>45.6</c:v>
                </c:pt>
                <c:pt idx="15439">
                  <c:v>45.6</c:v>
                </c:pt>
                <c:pt idx="15440">
                  <c:v>45.6</c:v>
                </c:pt>
                <c:pt idx="15441">
                  <c:v>45.6</c:v>
                </c:pt>
                <c:pt idx="15442">
                  <c:v>45.6</c:v>
                </c:pt>
                <c:pt idx="15443">
                  <c:v>45.6</c:v>
                </c:pt>
                <c:pt idx="15444">
                  <c:v>45.6</c:v>
                </c:pt>
                <c:pt idx="15445">
                  <c:v>45.6</c:v>
                </c:pt>
                <c:pt idx="15446">
                  <c:v>45.6</c:v>
                </c:pt>
                <c:pt idx="15447">
                  <c:v>45.6</c:v>
                </c:pt>
                <c:pt idx="15448">
                  <c:v>45.6</c:v>
                </c:pt>
                <c:pt idx="15449">
                  <c:v>45.6</c:v>
                </c:pt>
                <c:pt idx="15450">
                  <c:v>45.55</c:v>
                </c:pt>
                <c:pt idx="15451">
                  <c:v>45.55</c:v>
                </c:pt>
                <c:pt idx="15452">
                  <c:v>45.55</c:v>
                </c:pt>
                <c:pt idx="15453">
                  <c:v>45.55</c:v>
                </c:pt>
                <c:pt idx="15454">
                  <c:v>45.55</c:v>
                </c:pt>
                <c:pt idx="15455">
                  <c:v>45.55</c:v>
                </c:pt>
                <c:pt idx="15456">
                  <c:v>45.55</c:v>
                </c:pt>
                <c:pt idx="15457">
                  <c:v>45.55</c:v>
                </c:pt>
                <c:pt idx="15458">
                  <c:v>45.55</c:v>
                </c:pt>
                <c:pt idx="15459">
                  <c:v>45.55</c:v>
                </c:pt>
                <c:pt idx="15460">
                  <c:v>45.55</c:v>
                </c:pt>
                <c:pt idx="15461">
                  <c:v>45.55</c:v>
                </c:pt>
                <c:pt idx="15462">
                  <c:v>45.55</c:v>
                </c:pt>
                <c:pt idx="15463">
                  <c:v>45.55</c:v>
                </c:pt>
                <c:pt idx="15464">
                  <c:v>45.55</c:v>
                </c:pt>
                <c:pt idx="15465">
                  <c:v>45.55</c:v>
                </c:pt>
                <c:pt idx="15466">
                  <c:v>45.55</c:v>
                </c:pt>
                <c:pt idx="15467">
                  <c:v>45.55</c:v>
                </c:pt>
                <c:pt idx="15468">
                  <c:v>45.5</c:v>
                </c:pt>
                <c:pt idx="15469">
                  <c:v>45.5</c:v>
                </c:pt>
                <c:pt idx="15470">
                  <c:v>45.5</c:v>
                </c:pt>
                <c:pt idx="15471">
                  <c:v>45.5</c:v>
                </c:pt>
                <c:pt idx="15472">
                  <c:v>45.5</c:v>
                </c:pt>
                <c:pt idx="15473">
                  <c:v>45.5</c:v>
                </c:pt>
                <c:pt idx="15474">
                  <c:v>45.5</c:v>
                </c:pt>
                <c:pt idx="15475">
                  <c:v>45.5</c:v>
                </c:pt>
                <c:pt idx="15476">
                  <c:v>45.5</c:v>
                </c:pt>
                <c:pt idx="15477">
                  <c:v>45.5</c:v>
                </c:pt>
                <c:pt idx="15478">
                  <c:v>45.5</c:v>
                </c:pt>
                <c:pt idx="15479">
                  <c:v>45.5</c:v>
                </c:pt>
                <c:pt idx="15480">
                  <c:v>45.5</c:v>
                </c:pt>
                <c:pt idx="15481">
                  <c:v>45.5</c:v>
                </c:pt>
                <c:pt idx="15482">
                  <c:v>45.5</c:v>
                </c:pt>
                <c:pt idx="15483">
                  <c:v>45.5</c:v>
                </c:pt>
                <c:pt idx="15484">
                  <c:v>45.5</c:v>
                </c:pt>
                <c:pt idx="15485">
                  <c:v>45.5</c:v>
                </c:pt>
                <c:pt idx="15486">
                  <c:v>45.5</c:v>
                </c:pt>
                <c:pt idx="15487">
                  <c:v>45.45</c:v>
                </c:pt>
                <c:pt idx="15488">
                  <c:v>45.45</c:v>
                </c:pt>
                <c:pt idx="15489">
                  <c:v>45.45</c:v>
                </c:pt>
                <c:pt idx="15490">
                  <c:v>45.45</c:v>
                </c:pt>
                <c:pt idx="15491">
                  <c:v>45.45</c:v>
                </c:pt>
                <c:pt idx="15492">
                  <c:v>45.45</c:v>
                </c:pt>
                <c:pt idx="15493">
                  <c:v>45.45</c:v>
                </c:pt>
                <c:pt idx="15494">
                  <c:v>45.45</c:v>
                </c:pt>
                <c:pt idx="15495">
                  <c:v>45.45</c:v>
                </c:pt>
                <c:pt idx="15496">
                  <c:v>45.45</c:v>
                </c:pt>
                <c:pt idx="15497">
                  <c:v>45.45</c:v>
                </c:pt>
                <c:pt idx="15498">
                  <c:v>45.45</c:v>
                </c:pt>
                <c:pt idx="15499">
                  <c:v>45.45</c:v>
                </c:pt>
                <c:pt idx="15500">
                  <c:v>45.45</c:v>
                </c:pt>
                <c:pt idx="15501">
                  <c:v>45.45</c:v>
                </c:pt>
                <c:pt idx="15502">
                  <c:v>45.45</c:v>
                </c:pt>
                <c:pt idx="15503">
                  <c:v>45.45</c:v>
                </c:pt>
                <c:pt idx="15504">
                  <c:v>45.45</c:v>
                </c:pt>
                <c:pt idx="15505">
                  <c:v>45.45</c:v>
                </c:pt>
                <c:pt idx="15506">
                  <c:v>45.4</c:v>
                </c:pt>
                <c:pt idx="15507">
                  <c:v>45.4</c:v>
                </c:pt>
                <c:pt idx="15508">
                  <c:v>45.4</c:v>
                </c:pt>
                <c:pt idx="15509">
                  <c:v>45.4</c:v>
                </c:pt>
                <c:pt idx="15510">
                  <c:v>45.4</c:v>
                </c:pt>
                <c:pt idx="15511">
                  <c:v>45.4</c:v>
                </c:pt>
                <c:pt idx="15512">
                  <c:v>45.4</c:v>
                </c:pt>
                <c:pt idx="15513">
                  <c:v>45.4</c:v>
                </c:pt>
                <c:pt idx="15514">
                  <c:v>45.4</c:v>
                </c:pt>
                <c:pt idx="15515">
                  <c:v>45.4</c:v>
                </c:pt>
                <c:pt idx="15516">
                  <c:v>45.4</c:v>
                </c:pt>
                <c:pt idx="15517">
                  <c:v>45.4</c:v>
                </c:pt>
                <c:pt idx="15518">
                  <c:v>45.4</c:v>
                </c:pt>
                <c:pt idx="15519">
                  <c:v>45.4</c:v>
                </c:pt>
                <c:pt idx="15520">
                  <c:v>45.4</c:v>
                </c:pt>
                <c:pt idx="15521">
                  <c:v>45.4</c:v>
                </c:pt>
                <c:pt idx="15522">
                  <c:v>45.4</c:v>
                </c:pt>
                <c:pt idx="15523">
                  <c:v>45.4</c:v>
                </c:pt>
                <c:pt idx="15524">
                  <c:v>45.4</c:v>
                </c:pt>
                <c:pt idx="15525">
                  <c:v>45.4</c:v>
                </c:pt>
                <c:pt idx="15526">
                  <c:v>45.4</c:v>
                </c:pt>
                <c:pt idx="15527">
                  <c:v>45.4</c:v>
                </c:pt>
                <c:pt idx="15528">
                  <c:v>45.4</c:v>
                </c:pt>
                <c:pt idx="15529">
                  <c:v>45.4</c:v>
                </c:pt>
                <c:pt idx="15530">
                  <c:v>45.4</c:v>
                </c:pt>
                <c:pt idx="15531">
                  <c:v>45.4</c:v>
                </c:pt>
                <c:pt idx="15532">
                  <c:v>45.4</c:v>
                </c:pt>
                <c:pt idx="15533">
                  <c:v>45.35</c:v>
                </c:pt>
                <c:pt idx="15534">
                  <c:v>45.35</c:v>
                </c:pt>
                <c:pt idx="15535">
                  <c:v>45.35</c:v>
                </c:pt>
                <c:pt idx="15536">
                  <c:v>45.35</c:v>
                </c:pt>
                <c:pt idx="15537">
                  <c:v>45.35</c:v>
                </c:pt>
                <c:pt idx="15538">
                  <c:v>45.35</c:v>
                </c:pt>
                <c:pt idx="15539">
                  <c:v>45.35</c:v>
                </c:pt>
                <c:pt idx="15540">
                  <c:v>45.35</c:v>
                </c:pt>
                <c:pt idx="15541">
                  <c:v>45.35</c:v>
                </c:pt>
                <c:pt idx="15542">
                  <c:v>45.35</c:v>
                </c:pt>
                <c:pt idx="15543">
                  <c:v>45.35</c:v>
                </c:pt>
                <c:pt idx="15544">
                  <c:v>45.35</c:v>
                </c:pt>
                <c:pt idx="15545">
                  <c:v>45.35</c:v>
                </c:pt>
                <c:pt idx="15546">
                  <c:v>45.35</c:v>
                </c:pt>
                <c:pt idx="15547">
                  <c:v>45.35</c:v>
                </c:pt>
                <c:pt idx="15548">
                  <c:v>45.35</c:v>
                </c:pt>
                <c:pt idx="15549">
                  <c:v>45.35</c:v>
                </c:pt>
                <c:pt idx="15550">
                  <c:v>45.35</c:v>
                </c:pt>
                <c:pt idx="15551">
                  <c:v>45.35</c:v>
                </c:pt>
                <c:pt idx="15552">
                  <c:v>45.35</c:v>
                </c:pt>
                <c:pt idx="15553">
                  <c:v>45.35</c:v>
                </c:pt>
                <c:pt idx="15554">
                  <c:v>45.35</c:v>
                </c:pt>
                <c:pt idx="15555">
                  <c:v>45.35</c:v>
                </c:pt>
                <c:pt idx="15556">
                  <c:v>45.35</c:v>
                </c:pt>
                <c:pt idx="15557">
                  <c:v>45.3</c:v>
                </c:pt>
                <c:pt idx="15558">
                  <c:v>45.3</c:v>
                </c:pt>
                <c:pt idx="15559">
                  <c:v>45.3</c:v>
                </c:pt>
                <c:pt idx="15560">
                  <c:v>45.3</c:v>
                </c:pt>
                <c:pt idx="15561">
                  <c:v>45.3</c:v>
                </c:pt>
                <c:pt idx="15562">
                  <c:v>45.3</c:v>
                </c:pt>
                <c:pt idx="15563">
                  <c:v>45.3</c:v>
                </c:pt>
                <c:pt idx="15564">
                  <c:v>45.3</c:v>
                </c:pt>
                <c:pt idx="15565">
                  <c:v>45.3</c:v>
                </c:pt>
                <c:pt idx="15566">
                  <c:v>45.3</c:v>
                </c:pt>
                <c:pt idx="15567">
                  <c:v>45.3</c:v>
                </c:pt>
                <c:pt idx="15568">
                  <c:v>45.3</c:v>
                </c:pt>
                <c:pt idx="15569">
                  <c:v>45.3</c:v>
                </c:pt>
                <c:pt idx="15570">
                  <c:v>45.3</c:v>
                </c:pt>
                <c:pt idx="15571">
                  <c:v>45.3</c:v>
                </c:pt>
                <c:pt idx="15572">
                  <c:v>45.3</c:v>
                </c:pt>
                <c:pt idx="15573">
                  <c:v>45.3</c:v>
                </c:pt>
                <c:pt idx="15574">
                  <c:v>45.25</c:v>
                </c:pt>
                <c:pt idx="15575">
                  <c:v>45.25</c:v>
                </c:pt>
                <c:pt idx="15576">
                  <c:v>45.25</c:v>
                </c:pt>
                <c:pt idx="15577">
                  <c:v>45.25</c:v>
                </c:pt>
                <c:pt idx="15578">
                  <c:v>45.25</c:v>
                </c:pt>
                <c:pt idx="15579">
                  <c:v>45.25</c:v>
                </c:pt>
                <c:pt idx="15580">
                  <c:v>45.2</c:v>
                </c:pt>
                <c:pt idx="15581">
                  <c:v>45.2</c:v>
                </c:pt>
                <c:pt idx="15582">
                  <c:v>45.2</c:v>
                </c:pt>
                <c:pt idx="15583">
                  <c:v>45.2</c:v>
                </c:pt>
                <c:pt idx="15584">
                  <c:v>45.2</c:v>
                </c:pt>
                <c:pt idx="15585">
                  <c:v>45.2</c:v>
                </c:pt>
                <c:pt idx="15586">
                  <c:v>45.2</c:v>
                </c:pt>
                <c:pt idx="15587">
                  <c:v>45.2</c:v>
                </c:pt>
                <c:pt idx="15588">
                  <c:v>45.2</c:v>
                </c:pt>
                <c:pt idx="15589">
                  <c:v>45.2</c:v>
                </c:pt>
                <c:pt idx="15590">
                  <c:v>45.2</c:v>
                </c:pt>
                <c:pt idx="15591">
                  <c:v>45.2</c:v>
                </c:pt>
                <c:pt idx="15592">
                  <c:v>45.2</c:v>
                </c:pt>
                <c:pt idx="15593">
                  <c:v>45.2</c:v>
                </c:pt>
                <c:pt idx="15594">
                  <c:v>45.2</c:v>
                </c:pt>
                <c:pt idx="15595">
                  <c:v>45.2</c:v>
                </c:pt>
                <c:pt idx="15596">
                  <c:v>45.2</c:v>
                </c:pt>
                <c:pt idx="15597">
                  <c:v>45.2</c:v>
                </c:pt>
                <c:pt idx="15598">
                  <c:v>45.2</c:v>
                </c:pt>
                <c:pt idx="15599">
                  <c:v>45.2</c:v>
                </c:pt>
                <c:pt idx="15600">
                  <c:v>45.2</c:v>
                </c:pt>
                <c:pt idx="15601">
                  <c:v>45.2</c:v>
                </c:pt>
                <c:pt idx="15602">
                  <c:v>45.2</c:v>
                </c:pt>
                <c:pt idx="15603">
                  <c:v>45.2</c:v>
                </c:pt>
                <c:pt idx="15604">
                  <c:v>45.2</c:v>
                </c:pt>
                <c:pt idx="15605">
                  <c:v>45.2</c:v>
                </c:pt>
                <c:pt idx="15606">
                  <c:v>45.15</c:v>
                </c:pt>
                <c:pt idx="15607">
                  <c:v>45.15</c:v>
                </c:pt>
                <c:pt idx="15608">
                  <c:v>45.15</c:v>
                </c:pt>
                <c:pt idx="15609">
                  <c:v>45.15</c:v>
                </c:pt>
                <c:pt idx="15610">
                  <c:v>45.15</c:v>
                </c:pt>
                <c:pt idx="15611">
                  <c:v>45.15</c:v>
                </c:pt>
                <c:pt idx="15612">
                  <c:v>45.15</c:v>
                </c:pt>
                <c:pt idx="15613">
                  <c:v>45.15</c:v>
                </c:pt>
                <c:pt idx="15614">
                  <c:v>45.15</c:v>
                </c:pt>
                <c:pt idx="15615">
                  <c:v>45.15</c:v>
                </c:pt>
                <c:pt idx="15616">
                  <c:v>45.15</c:v>
                </c:pt>
                <c:pt idx="15617">
                  <c:v>45.15</c:v>
                </c:pt>
                <c:pt idx="15618">
                  <c:v>45.15</c:v>
                </c:pt>
                <c:pt idx="15619">
                  <c:v>45.15</c:v>
                </c:pt>
                <c:pt idx="15620">
                  <c:v>45.15</c:v>
                </c:pt>
                <c:pt idx="15621">
                  <c:v>45.15</c:v>
                </c:pt>
                <c:pt idx="15622">
                  <c:v>45.1</c:v>
                </c:pt>
                <c:pt idx="15623">
                  <c:v>45.1</c:v>
                </c:pt>
                <c:pt idx="15624">
                  <c:v>45.1</c:v>
                </c:pt>
                <c:pt idx="15625">
                  <c:v>45.1</c:v>
                </c:pt>
                <c:pt idx="15626">
                  <c:v>45.1</c:v>
                </c:pt>
                <c:pt idx="15627">
                  <c:v>45.1</c:v>
                </c:pt>
                <c:pt idx="15628">
                  <c:v>45.1</c:v>
                </c:pt>
                <c:pt idx="15629">
                  <c:v>45.1</c:v>
                </c:pt>
                <c:pt idx="15630">
                  <c:v>45.1</c:v>
                </c:pt>
                <c:pt idx="15631">
                  <c:v>45.1</c:v>
                </c:pt>
                <c:pt idx="15632">
                  <c:v>45.1</c:v>
                </c:pt>
                <c:pt idx="15633">
                  <c:v>45.1</c:v>
                </c:pt>
                <c:pt idx="15634">
                  <c:v>45.1</c:v>
                </c:pt>
                <c:pt idx="15635">
                  <c:v>45.1</c:v>
                </c:pt>
                <c:pt idx="15636">
                  <c:v>45.1</c:v>
                </c:pt>
                <c:pt idx="15637">
                  <c:v>45.1</c:v>
                </c:pt>
                <c:pt idx="15638">
                  <c:v>45.1</c:v>
                </c:pt>
                <c:pt idx="15639">
                  <c:v>45.1</c:v>
                </c:pt>
                <c:pt idx="15640">
                  <c:v>45.05</c:v>
                </c:pt>
                <c:pt idx="15641">
                  <c:v>45.05</c:v>
                </c:pt>
                <c:pt idx="15642">
                  <c:v>45.05</c:v>
                </c:pt>
                <c:pt idx="15643">
                  <c:v>45.05</c:v>
                </c:pt>
                <c:pt idx="15644">
                  <c:v>45.05</c:v>
                </c:pt>
                <c:pt idx="15645">
                  <c:v>45.05</c:v>
                </c:pt>
                <c:pt idx="15646">
                  <c:v>45.05</c:v>
                </c:pt>
                <c:pt idx="15647">
                  <c:v>45.05</c:v>
                </c:pt>
                <c:pt idx="15648">
                  <c:v>45.05</c:v>
                </c:pt>
                <c:pt idx="15649">
                  <c:v>45.05</c:v>
                </c:pt>
                <c:pt idx="15650">
                  <c:v>45.05</c:v>
                </c:pt>
                <c:pt idx="15651">
                  <c:v>45.05</c:v>
                </c:pt>
                <c:pt idx="15652">
                  <c:v>45.05</c:v>
                </c:pt>
                <c:pt idx="15653">
                  <c:v>45.05</c:v>
                </c:pt>
                <c:pt idx="15654">
                  <c:v>45.05</c:v>
                </c:pt>
                <c:pt idx="15655">
                  <c:v>45.05</c:v>
                </c:pt>
                <c:pt idx="15656">
                  <c:v>45.05</c:v>
                </c:pt>
                <c:pt idx="15657">
                  <c:v>45</c:v>
                </c:pt>
                <c:pt idx="15658">
                  <c:v>45</c:v>
                </c:pt>
                <c:pt idx="15659">
                  <c:v>45</c:v>
                </c:pt>
                <c:pt idx="15660">
                  <c:v>45</c:v>
                </c:pt>
                <c:pt idx="15661">
                  <c:v>45</c:v>
                </c:pt>
                <c:pt idx="15662">
                  <c:v>45</c:v>
                </c:pt>
                <c:pt idx="15663">
                  <c:v>45</c:v>
                </c:pt>
                <c:pt idx="15664">
                  <c:v>45</c:v>
                </c:pt>
                <c:pt idx="15665">
                  <c:v>45</c:v>
                </c:pt>
                <c:pt idx="15666">
                  <c:v>45</c:v>
                </c:pt>
                <c:pt idx="15667">
                  <c:v>45</c:v>
                </c:pt>
                <c:pt idx="15668">
                  <c:v>45</c:v>
                </c:pt>
                <c:pt idx="15669">
                  <c:v>45</c:v>
                </c:pt>
                <c:pt idx="15670">
                  <c:v>45</c:v>
                </c:pt>
                <c:pt idx="15671">
                  <c:v>45</c:v>
                </c:pt>
                <c:pt idx="15672">
                  <c:v>45</c:v>
                </c:pt>
                <c:pt idx="15673">
                  <c:v>45</c:v>
                </c:pt>
                <c:pt idx="15674">
                  <c:v>44.95</c:v>
                </c:pt>
                <c:pt idx="15675">
                  <c:v>44.95</c:v>
                </c:pt>
                <c:pt idx="15676">
                  <c:v>44.95</c:v>
                </c:pt>
                <c:pt idx="15677">
                  <c:v>44.95</c:v>
                </c:pt>
                <c:pt idx="15678">
                  <c:v>44.95</c:v>
                </c:pt>
                <c:pt idx="15679">
                  <c:v>44.95</c:v>
                </c:pt>
                <c:pt idx="15680">
                  <c:v>44.95</c:v>
                </c:pt>
                <c:pt idx="15681">
                  <c:v>44.95</c:v>
                </c:pt>
                <c:pt idx="15682">
                  <c:v>44.95</c:v>
                </c:pt>
                <c:pt idx="15683">
                  <c:v>44.95</c:v>
                </c:pt>
                <c:pt idx="15684">
                  <c:v>44.95</c:v>
                </c:pt>
                <c:pt idx="15685">
                  <c:v>44.95</c:v>
                </c:pt>
                <c:pt idx="15686">
                  <c:v>44.95</c:v>
                </c:pt>
                <c:pt idx="15687">
                  <c:v>44.95</c:v>
                </c:pt>
                <c:pt idx="15688">
                  <c:v>44.95</c:v>
                </c:pt>
                <c:pt idx="15689">
                  <c:v>44.95</c:v>
                </c:pt>
                <c:pt idx="15690">
                  <c:v>44.95</c:v>
                </c:pt>
                <c:pt idx="15691">
                  <c:v>44.95</c:v>
                </c:pt>
                <c:pt idx="15692">
                  <c:v>44.95</c:v>
                </c:pt>
                <c:pt idx="15693">
                  <c:v>44.9</c:v>
                </c:pt>
                <c:pt idx="15694">
                  <c:v>44.9</c:v>
                </c:pt>
                <c:pt idx="15695">
                  <c:v>44.9</c:v>
                </c:pt>
                <c:pt idx="15696">
                  <c:v>44.9</c:v>
                </c:pt>
                <c:pt idx="15697">
                  <c:v>44.9</c:v>
                </c:pt>
                <c:pt idx="15698">
                  <c:v>44.9</c:v>
                </c:pt>
                <c:pt idx="15699">
                  <c:v>44.9</c:v>
                </c:pt>
                <c:pt idx="15700">
                  <c:v>44.9</c:v>
                </c:pt>
                <c:pt idx="15701">
                  <c:v>44.9</c:v>
                </c:pt>
                <c:pt idx="15702">
                  <c:v>44.9</c:v>
                </c:pt>
                <c:pt idx="15703">
                  <c:v>44.9</c:v>
                </c:pt>
                <c:pt idx="15704">
                  <c:v>44.9</c:v>
                </c:pt>
                <c:pt idx="15705">
                  <c:v>44.9</c:v>
                </c:pt>
                <c:pt idx="15706">
                  <c:v>44.9</c:v>
                </c:pt>
                <c:pt idx="15707">
                  <c:v>44.9</c:v>
                </c:pt>
                <c:pt idx="15708">
                  <c:v>44.9</c:v>
                </c:pt>
                <c:pt idx="15709">
                  <c:v>44.9</c:v>
                </c:pt>
                <c:pt idx="15710">
                  <c:v>44.9</c:v>
                </c:pt>
                <c:pt idx="15711">
                  <c:v>44.9</c:v>
                </c:pt>
                <c:pt idx="15712">
                  <c:v>44.9</c:v>
                </c:pt>
                <c:pt idx="15713">
                  <c:v>44.9</c:v>
                </c:pt>
                <c:pt idx="15714">
                  <c:v>44.9</c:v>
                </c:pt>
                <c:pt idx="15715">
                  <c:v>44.9</c:v>
                </c:pt>
                <c:pt idx="15716">
                  <c:v>44.9</c:v>
                </c:pt>
                <c:pt idx="15717">
                  <c:v>44.9</c:v>
                </c:pt>
                <c:pt idx="15718">
                  <c:v>44.9</c:v>
                </c:pt>
                <c:pt idx="15719">
                  <c:v>44.9</c:v>
                </c:pt>
                <c:pt idx="15720">
                  <c:v>44.9</c:v>
                </c:pt>
                <c:pt idx="15721">
                  <c:v>44.85</c:v>
                </c:pt>
                <c:pt idx="15722">
                  <c:v>44.85</c:v>
                </c:pt>
                <c:pt idx="15723">
                  <c:v>44.85</c:v>
                </c:pt>
                <c:pt idx="15724">
                  <c:v>44.85</c:v>
                </c:pt>
                <c:pt idx="15725">
                  <c:v>44.85</c:v>
                </c:pt>
                <c:pt idx="15726">
                  <c:v>44.85</c:v>
                </c:pt>
                <c:pt idx="15727">
                  <c:v>44.85</c:v>
                </c:pt>
                <c:pt idx="15728">
                  <c:v>44.85</c:v>
                </c:pt>
                <c:pt idx="15729">
                  <c:v>44.85</c:v>
                </c:pt>
                <c:pt idx="15730">
                  <c:v>44.85</c:v>
                </c:pt>
                <c:pt idx="15731">
                  <c:v>44.85</c:v>
                </c:pt>
                <c:pt idx="15732">
                  <c:v>44.85</c:v>
                </c:pt>
                <c:pt idx="15733">
                  <c:v>44.85</c:v>
                </c:pt>
                <c:pt idx="15734">
                  <c:v>44.85</c:v>
                </c:pt>
                <c:pt idx="15735">
                  <c:v>44.85</c:v>
                </c:pt>
                <c:pt idx="15736">
                  <c:v>44.85</c:v>
                </c:pt>
                <c:pt idx="15737">
                  <c:v>44.85</c:v>
                </c:pt>
                <c:pt idx="15738">
                  <c:v>44.85</c:v>
                </c:pt>
                <c:pt idx="15739">
                  <c:v>44.85</c:v>
                </c:pt>
                <c:pt idx="15740">
                  <c:v>44.85</c:v>
                </c:pt>
                <c:pt idx="15741">
                  <c:v>44.85</c:v>
                </c:pt>
                <c:pt idx="15742">
                  <c:v>44.85</c:v>
                </c:pt>
                <c:pt idx="15743">
                  <c:v>44.8</c:v>
                </c:pt>
                <c:pt idx="15744">
                  <c:v>44.8</c:v>
                </c:pt>
                <c:pt idx="15745">
                  <c:v>44.8</c:v>
                </c:pt>
                <c:pt idx="15746">
                  <c:v>44.8</c:v>
                </c:pt>
                <c:pt idx="15747">
                  <c:v>44.8</c:v>
                </c:pt>
                <c:pt idx="15748">
                  <c:v>44.8</c:v>
                </c:pt>
                <c:pt idx="15749">
                  <c:v>44.8</c:v>
                </c:pt>
                <c:pt idx="15750">
                  <c:v>44.8</c:v>
                </c:pt>
                <c:pt idx="15751">
                  <c:v>44.8</c:v>
                </c:pt>
                <c:pt idx="15752">
                  <c:v>44.8</c:v>
                </c:pt>
                <c:pt idx="15753">
                  <c:v>44.8</c:v>
                </c:pt>
                <c:pt idx="15754">
                  <c:v>44.8</c:v>
                </c:pt>
                <c:pt idx="15755">
                  <c:v>44.8</c:v>
                </c:pt>
                <c:pt idx="15756">
                  <c:v>44.8</c:v>
                </c:pt>
                <c:pt idx="15757">
                  <c:v>44.8</c:v>
                </c:pt>
                <c:pt idx="15758">
                  <c:v>44.8</c:v>
                </c:pt>
                <c:pt idx="15759">
                  <c:v>44.8</c:v>
                </c:pt>
                <c:pt idx="15760">
                  <c:v>44.8</c:v>
                </c:pt>
                <c:pt idx="15761">
                  <c:v>44.75</c:v>
                </c:pt>
                <c:pt idx="15762">
                  <c:v>44.75</c:v>
                </c:pt>
                <c:pt idx="15763">
                  <c:v>44.8</c:v>
                </c:pt>
                <c:pt idx="15764">
                  <c:v>44.75</c:v>
                </c:pt>
                <c:pt idx="15765">
                  <c:v>44.75</c:v>
                </c:pt>
                <c:pt idx="15766">
                  <c:v>44.8</c:v>
                </c:pt>
                <c:pt idx="15767">
                  <c:v>44.75</c:v>
                </c:pt>
                <c:pt idx="15768">
                  <c:v>44.75</c:v>
                </c:pt>
                <c:pt idx="15769">
                  <c:v>44.75</c:v>
                </c:pt>
                <c:pt idx="15770">
                  <c:v>44.75</c:v>
                </c:pt>
                <c:pt idx="15771">
                  <c:v>44.75</c:v>
                </c:pt>
                <c:pt idx="15772">
                  <c:v>44.75</c:v>
                </c:pt>
                <c:pt idx="15773">
                  <c:v>44.75</c:v>
                </c:pt>
                <c:pt idx="15774">
                  <c:v>44.75</c:v>
                </c:pt>
                <c:pt idx="15775">
                  <c:v>44.75</c:v>
                </c:pt>
                <c:pt idx="15776">
                  <c:v>44.75</c:v>
                </c:pt>
                <c:pt idx="15777">
                  <c:v>44.75</c:v>
                </c:pt>
                <c:pt idx="15778">
                  <c:v>44.75</c:v>
                </c:pt>
                <c:pt idx="15779">
                  <c:v>44.75</c:v>
                </c:pt>
                <c:pt idx="15780">
                  <c:v>44.75</c:v>
                </c:pt>
                <c:pt idx="15781">
                  <c:v>44.7</c:v>
                </c:pt>
                <c:pt idx="15782">
                  <c:v>44.7</c:v>
                </c:pt>
                <c:pt idx="15783">
                  <c:v>44.7</c:v>
                </c:pt>
                <c:pt idx="15784">
                  <c:v>44.7</c:v>
                </c:pt>
                <c:pt idx="15785">
                  <c:v>44.7</c:v>
                </c:pt>
                <c:pt idx="15786">
                  <c:v>44.7</c:v>
                </c:pt>
                <c:pt idx="15787">
                  <c:v>44.7</c:v>
                </c:pt>
                <c:pt idx="15788">
                  <c:v>44.7</c:v>
                </c:pt>
                <c:pt idx="15789">
                  <c:v>44.7</c:v>
                </c:pt>
                <c:pt idx="15790">
                  <c:v>44.7</c:v>
                </c:pt>
                <c:pt idx="15791">
                  <c:v>44.7</c:v>
                </c:pt>
                <c:pt idx="15792">
                  <c:v>44.7</c:v>
                </c:pt>
                <c:pt idx="15793">
                  <c:v>44.7</c:v>
                </c:pt>
                <c:pt idx="15794">
                  <c:v>44.7</c:v>
                </c:pt>
                <c:pt idx="15795">
                  <c:v>44.7</c:v>
                </c:pt>
                <c:pt idx="15796">
                  <c:v>44.7</c:v>
                </c:pt>
                <c:pt idx="15797">
                  <c:v>44.7</c:v>
                </c:pt>
                <c:pt idx="15798">
                  <c:v>44.7</c:v>
                </c:pt>
                <c:pt idx="15799">
                  <c:v>44.7</c:v>
                </c:pt>
                <c:pt idx="15800">
                  <c:v>44.7</c:v>
                </c:pt>
                <c:pt idx="15801">
                  <c:v>44.7</c:v>
                </c:pt>
                <c:pt idx="15802">
                  <c:v>44.7</c:v>
                </c:pt>
                <c:pt idx="15803">
                  <c:v>44.7</c:v>
                </c:pt>
                <c:pt idx="15804">
                  <c:v>44.7</c:v>
                </c:pt>
                <c:pt idx="15805">
                  <c:v>44.65</c:v>
                </c:pt>
                <c:pt idx="15806">
                  <c:v>44.65</c:v>
                </c:pt>
                <c:pt idx="15807">
                  <c:v>44.65</c:v>
                </c:pt>
                <c:pt idx="15808">
                  <c:v>44.65</c:v>
                </c:pt>
                <c:pt idx="15809">
                  <c:v>44.65</c:v>
                </c:pt>
                <c:pt idx="15810">
                  <c:v>44.65</c:v>
                </c:pt>
                <c:pt idx="15811">
                  <c:v>44.65</c:v>
                </c:pt>
                <c:pt idx="15812">
                  <c:v>44.65</c:v>
                </c:pt>
                <c:pt idx="15813">
                  <c:v>44.65</c:v>
                </c:pt>
                <c:pt idx="15814">
                  <c:v>44.65</c:v>
                </c:pt>
                <c:pt idx="15815">
                  <c:v>44.65</c:v>
                </c:pt>
                <c:pt idx="15816">
                  <c:v>44.65</c:v>
                </c:pt>
                <c:pt idx="15817">
                  <c:v>44.65</c:v>
                </c:pt>
                <c:pt idx="15818">
                  <c:v>44.65</c:v>
                </c:pt>
                <c:pt idx="15819">
                  <c:v>44.65</c:v>
                </c:pt>
                <c:pt idx="15820">
                  <c:v>44.65</c:v>
                </c:pt>
                <c:pt idx="15821">
                  <c:v>44.65</c:v>
                </c:pt>
                <c:pt idx="15822">
                  <c:v>44.65</c:v>
                </c:pt>
                <c:pt idx="15823">
                  <c:v>44.65</c:v>
                </c:pt>
                <c:pt idx="15824">
                  <c:v>44.6</c:v>
                </c:pt>
                <c:pt idx="15825">
                  <c:v>44.6</c:v>
                </c:pt>
                <c:pt idx="15826">
                  <c:v>44.6</c:v>
                </c:pt>
                <c:pt idx="15827">
                  <c:v>44.6</c:v>
                </c:pt>
                <c:pt idx="15828">
                  <c:v>44.6</c:v>
                </c:pt>
                <c:pt idx="15829">
                  <c:v>44.6</c:v>
                </c:pt>
                <c:pt idx="15830">
                  <c:v>44.6</c:v>
                </c:pt>
                <c:pt idx="15831">
                  <c:v>44.6</c:v>
                </c:pt>
                <c:pt idx="15832">
                  <c:v>44.6</c:v>
                </c:pt>
                <c:pt idx="15833">
                  <c:v>44.6</c:v>
                </c:pt>
                <c:pt idx="15834">
                  <c:v>44.6</c:v>
                </c:pt>
                <c:pt idx="15835">
                  <c:v>44.6</c:v>
                </c:pt>
                <c:pt idx="15836">
                  <c:v>44.6</c:v>
                </c:pt>
                <c:pt idx="15837">
                  <c:v>44.6</c:v>
                </c:pt>
                <c:pt idx="15838">
                  <c:v>44.6</c:v>
                </c:pt>
                <c:pt idx="15839">
                  <c:v>44.6</c:v>
                </c:pt>
                <c:pt idx="15840">
                  <c:v>44.6</c:v>
                </c:pt>
                <c:pt idx="15841">
                  <c:v>44.6</c:v>
                </c:pt>
                <c:pt idx="15842">
                  <c:v>44.6</c:v>
                </c:pt>
                <c:pt idx="15843">
                  <c:v>44.55</c:v>
                </c:pt>
                <c:pt idx="15844">
                  <c:v>44.55</c:v>
                </c:pt>
                <c:pt idx="15845">
                  <c:v>44.55</c:v>
                </c:pt>
                <c:pt idx="15846">
                  <c:v>44.55</c:v>
                </c:pt>
                <c:pt idx="15847">
                  <c:v>44.55</c:v>
                </c:pt>
                <c:pt idx="15848">
                  <c:v>44.55</c:v>
                </c:pt>
                <c:pt idx="15849">
                  <c:v>44.55</c:v>
                </c:pt>
                <c:pt idx="15850">
                  <c:v>44.55</c:v>
                </c:pt>
                <c:pt idx="15851">
                  <c:v>44.55</c:v>
                </c:pt>
                <c:pt idx="15852">
                  <c:v>44.55</c:v>
                </c:pt>
                <c:pt idx="15853">
                  <c:v>44.55</c:v>
                </c:pt>
                <c:pt idx="15854">
                  <c:v>44.55</c:v>
                </c:pt>
                <c:pt idx="15855">
                  <c:v>44.55</c:v>
                </c:pt>
                <c:pt idx="15856">
                  <c:v>44.55</c:v>
                </c:pt>
                <c:pt idx="15857">
                  <c:v>44.55</c:v>
                </c:pt>
                <c:pt idx="15858">
                  <c:v>44.55</c:v>
                </c:pt>
                <c:pt idx="15859">
                  <c:v>44.55</c:v>
                </c:pt>
                <c:pt idx="15860">
                  <c:v>44.55</c:v>
                </c:pt>
                <c:pt idx="15861">
                  <c:v>44.55</c:v>
                </c:pt>
                <c:pt idx="15862">
                  <c:v>44.55</c:v>
                </c:pt>
                <c:pt idx="15863">
                  <c:v>44.5</c:v>
                </c:pt>
                <c:pt idx="15864">
                  <c:v>44.5</c:v>
                </c:pt>
                <c:pt idx="15865">
                  <c:v>44.5</c:v>
                </c:pt>
                <c:pt idx="15866">
                  <c:v>44.5</c:v>
                </c:pt>
                <c:pt idx="15867">
                  <c:v>44.5</c:v>
                </c:pt>
                <c:pt idx="15868">
                  <c:v>44.5</c:v>
                </c:pt>
                <c:pt idx="15869">
                  <c:v>44.5</c:v>
                </c:pt>
                <c:pt idx="15870">
                  <c:v>44.5</c:v>
                </c:pt>
                <c:pt idx="15871">
                  <c:v>44.5</c:v>
                </c:pt>
                <c:pt idx="15872">
                  <c:v>44.5</c:v>
                </c:pt>
                <c:pt idx="15873">
                  <c:v>44.5</c:v>
                </c:pt>
                <c:pt idx="15874">
                  <c:v>44.5</c:v>
                </c:pt>
                <c:pt idx="15875">
                  <c:v>44.5</c:v>
                </c:pt>
                <c:pt idx="15876">
                  <c:v>44.5</c:v>
                </c:pt>
                <c:pt idx="15877">
                  <c:v>44.5</c:v>
                </c:pt>
                <c:pt idx="15878">
                  <c:v>44.5</c:v>
                </c:pt>
                <c:pt idx="15879">
                  <c:v>44.45</c:v>
                </c:pt>
                <c:pt idx="15880">
                  <c:v>44.5</c:v>
                </c:pt>
                <c:pt idx="15881">
                  <c:v>44.45</c:v>
                </c:pt>
                <c:pt idx="15882">
                  <c:v>44.45</c:v>
                </c:pt>
                <c:pt idx="15883">
                  <c:v>44.45</c:v>
                </c:pt>
                <c:pt idx="15884">
                  <c:v>44.45</c:v>
                </c:pt>
                <c:pt idx="15885">
                  <c:v>44.45</c:v>
                </c:pt>
                <c:pt idx="15886">
                  <c:v>44.45</c:v>
                </c:pt>
                <c:pt idx="15887">
                  <c:v>44.45</c:v>
                </c:pt>
                <c:pt idx="15888">
                  <c:v>44.45</c:v>
                </c:pt>
                <c:pt idx="15889">
                  <c:v>44.45</c:v>
                </c:pt>
                <c:pt idx="15890">
                  <c:v>44.45</c:v>
                </c:pt>
                <c:pt idx="15891">
                  <c:v>44.45</c:v>
                </c:pt>
                <c:pt idx="15892">
                  <c:v>44.45</c:v>
                </c:pt>
                <c:pt idx="15893">
                  <c:v>44.45</c:v>
                </c:pt>
                <c:pt idx="15894">
                  <c:v>44.45</c:v>
                </c:pt>
                <c:pt idx="15895">
                  <c:v>44.45</c:v>
                </c:pt>
                <c:pt idx="15896">
                  <c:v>44.45</c:v>
                </c:pt>
                <c:pt idx="15897">
                  <c:v>44.45</c:v>
                </c:pt>
                <c:pt idx="15898">
                  <c:v>44.45</c:v>
                </c:pt>
                <c:pt idx="15899">
                  <c:v>44.45</c:v>
                </c:pt>
                <c:pt idx="15900">
                  <c:v>44.45</c:v>
                </c:pt>
                <c:pt idx="15901">
                  <c:v>44.45</c:v>
                </c:pt>
                <c:pt idx="15902">
                  <c:v>44.45</c:v>
                </c:pt>
                <c:pt idx="15903">
                  <c:v>44.45</c:v>
                </c:pt>
                <c:pt idx="15904">
                  <c:v>44.45</c:v>
                </c:pt>
                <c:pt idx="15905">
                  <c:v>44.45</c:v>
                </c:pt>
                <c:pt idx="15906">
                  <c:v>44.45</c:v>
                </c:pt>
                <c:pt idx="15907">
                  <c:v>44.45</c:v>
                </c:pt>
                <c:pt idx="15908">
                  <c:v>44.4</c:v>
                </c:pt>
                <c:pt idx="15909">
                  <c:v>44.4</c:v>
                </c:pt>
                <c:pt idx="15910">
                  <c:v>44.4</c:v>
                </c:pt>
                <c:pt idx="15911">
                  <c:v>44.4</c:v>
                </c:pt>
                <c:pt idx="15912">
                  <c:v>44.4</c:v>
                </c:pt>
                <c:pt idx="15913">
                  <c:v>44.4</c:v>
                </c:pt>
                <c:pt idx="15914">
                  <c:v>44.4</c:v>
                </c:pt>
                <c:pt idx="15915">
                  <c:v>44.4</c:v>
                </c:pt>
                <c:pt idx="15916">
                  <c:v>44.4</c:v>
                </c:pt>
                <c:pt idx="15917">
                  <c:v>44.4</c:v>
                </c:pt>
                <c:pt idx="15918">
                  <c:v>44.4</c:v>
                </c:pt>
                <c:pt idx="15919">
                  <c:v>44.4</c:v>
                </c:pt>
                <c:pt idx="15920">
                  <c:v>44.4</c:v>
                </c:pt>
                <c:pt idx="15921">
                  <c:v>44.4</c:v>
                </c:pt>
                <c:pt idx="15922">
                  <c:v>44.4</c:v>
                </c:pt>
                <c:pt idx="15923">
                  <c:v>44.4</c:v>
                </c:pt>
                <c:pt idx="15924">
                  <c:v>44.4</c:v>
                </c:pt>
                <c:pt idx="15925">
                  <c:v>44.4</c:v>
                </c:pt>
                <c:pt idx="15926">
                  <c:v>44.4</c:v>
                </c:pt>
                <c:pt idx="15927">
                  <c:v>44.4</c:v>
                </c:pt>
                <c:pt idx="15928">
                  <c:v>44.35</c:v>
                </c:pt>
                <c:pt idx="15929">
                  <c:v>44.35</c:v>
                </c:pt>
                <c:pt idx="15930">
                  <c:v>44.35</c:v>
                </c:pt>
                <c:pt idx="15931">
                  <c:v>44.35</c:v>
                </c:pt>
                <c:pt idx="15932">
                  <c:v>44.35</c:v>
                </c:pt>
                <c:pt idx="15933">
                  <c:v>44.35</c:v>
                </c:pt>
                <c:pt idx="15934">
                  <c:v>44.35</c:v>
                </c:pt>
                <c:pt idx="15935">
                  <c:v>44.35</c:v>
                </c:pt>
                <c:pt idx="15936">
                  <c:v>44.35</c:v>
                </c:pt>
                <c:pt idx="15937">
                  <c:v>44.35</c:v>
                </c:pt>
                <c:pt idx="15938">
                  <c:v>44.35</c:v>
                </c:pt>
                <c:pt idx="15939">
                  <c:v>44.35</c:v>
                </c:pt>
                <c:pt idx="15940">
                  <c:v>44.35</c:v>
                </c:pt>
                <c:pt idx="15941">
                  <c:v>44.35</c:v>
                </c:pt>
                <c:pt idx="15942">
                  <c:v>44.35</c:v>
                </c:pt>
                <c:pt idx="15943">
                  <c:v>44.35</c:v>
                </c:pt>
                <c:pt idx="15944">
                  <c:v>44.35</c:v>
                </c:pt>
                <c:pt idx="15945">
                  <c:v>44.35</c:v>
                </c:pt>
                <c:pt idx="15946">
                  <c:v>44.35</c:v>
                </c:pt>
                <c:pt idx="15947">
                  <c:v>44.35</c:v>
                </c:pt>
                <c:pt idx="15948">
                  <c:v>44.35</c:v>
                </c:pt>
                <c:pt idx="15949">
                  <c:v>44.35</c:v>
                </c:pt>
                <c:pt idx="15950">
                  <c:v>44.3</c:v>
                </c:pt>
                <c:pt idx="15951">
                  <c:v>44.3</c:v>
                </c:pt>
                <c:pt idx="15952">
                  <c:v>44.3</c:v>
                </c:pt>
                <c:pt idx="15953">
                  <c:v>44.3</c:v>
                </c:pt>
                <c:pt idx="15954">
                  <c:v>44.3</c:v>
                </c:pt>
                <c:pt idx="15955">
                  <c:v>44.3</c:v>
                </c:pt>
                <c:pt idx="15956">
                  <c:v>44.3</c:v>
                </c:pt>
                <c:pt idx="15957">
                  <c:v>44.3</c:v>
                </c:pt>
                <c:pt idx="15958">
                  <c:v>44.3</c:v>
                </c:pt>
                <c:pt idx="15959">
                  <c:v>44.3</c:v>
                </c:pt>
                <c:pt idx="15960">
                  <c:v>44.3</c:v>
                </c:pt>
                <c:pt idx="15961">
                  <c:v>44.3</c:v>
                </c:pt>
                <c:pt idx="15962">
                  <c:v>44.3</c:v>
                </c:pt>
                <c:pt idx="15963">
                  <c:v>44.3</c:v>
                </c:pt>
                <c:pt idx="15964">
                  <c:v>44.3</c:v>
                </c:pt>
                <c:pt idx="15965">
                  <c:v>44.3</c:v>
                </c:pt>
                <c:pt idx="15966">
                  <c:v>44.3</c:v>
                </c:pt>
                <c:pt idx="15967">
                  <c:v>44.3</c:v>
                </c:pt>
                <c:pt idx="15968">
                  <c:v>44.25</c:v>
                </c:pt>
                <c:pt idx="15969">
                  <c:v>44.25</c:v>
                </c:pt>
                <c:pt idx="15970">
                  <c:v>44.25</c:v>
                </c:pt>
                <c:pt idx="15971">
                  <c:v>44.25</c:v>
                </c:pt>
                <c:pt idx="15972">
                  <c:v>44.25</c:v>
                </c:pt>
                <c:pt idx="15973">
                  <c:v>44.25</c:v>
                </c:pt>
                <c:pt idx="15974">
                  <c:v>44.25</c:v>
                </c:pt>
                <c:pt idx="15975">
                  <c:v>44.25</c:v>
                </c:pt>
                <c:pt idx="15976">
                  <c:v>44.25</c:v>
                </c:pt>
                <c:pt idx="15977">
                  <c:v>44.25</c:v>
                </c:pt>
                <c:pt idx="15978">
                  <c:v>44.25</c:v>
                </c:pt>
                <c:pt idx="15979">
                  <c:v>44.25</c:v>
                </c:pt>
                <c:pt idx="15980">
                  <c:v>44.25</c:v>
                </c:pt>
                <c:pt idx="15981">
                  <c:v>44.25</c:v>
                </c:pt>
                <c:pt idx="15982">
                  <c:v>44.25</c:v>
                </c:pt>
                <c:pt idx="15983">
                  <c:v>44.25</c:v>
                </c:pt>
                <c:pt idx="15984">
                  <c:v>44.25</c:v>
                </c:pt>
                <c:pt idx="15985">
                  <c:v>44.25</c:v>
                </c:pt>
                <c:pt idx="15986">
                  <c:v>44.25</c:v>
                </c:pt>
                <c:pt idx="15987">
                  <c:v>44.25</c:v>
                </c:pt>
                <c:pt idx="15988">
                  <c:v>44.25</c:v>
                </c:pt>
                <c:pt idx="15989">
                  <c:v>44.25</c:v>
                </c:pt>
                <c:pt idx="15990">
                  <c:v>44.25</c:v>
                </c:pt>
                <c:pt idx="15991">
                  <c:v>44.2</c:v>
                </c:pt>
                <c:pt idx="15992">
                  <c:v>44.2</c:v>
                </c:pt>
                <c:pt idx="15993">
                  <c:v>44.2</c:v>
                </c:pt>
                <c:pt idx="15994">
                  <c:v>44.2</c:v>
                </c:pt>
                <c:pt idx="15995">
                  <c:v>44.2</c:v>
                </c:pt>
                <c:pt idx="15996">
                  <c:v>44.2</c:v>
                </c:pt>
                <c:pt idx="15997">
                  <c:v>44.2</c:v>
                </c:pt>
                <c:pt idx="15998">
                  <c:v>44.2</c:v>
                </c:pt>
                <c:pt idx="15999">
                  <c:v>44.2</c:v>
                </c:pt>
                <c:pt idx="16000">
                  <c:v>44.2</c:v>
                </c:pt>
                <c:pt idx="16001">
                  <c:v>44.2</c:v>
                </c:pt>
                <c:pt idx="16002">
                  <c:v>44.2</c:v>
                </c:pt>
                <c:pt idx="16003">
                  <c:v>44.2</c:v>
                </c:pt>
                <c:pt idx="16004">
                  <c:v>44.2</c:v>
                </c:pt>
                <c:pt idx="16005">
                  <c:v>44.2</c:v>
                </c:pt>
                <c:pt idx="16006">
                  <c:v>44.15</c:v>
                </c:pt>
                <c:pt idx="16007">
                  <c:v>44.2</c:v>
                </c:pt>
                <c:pt idx="16008">
                  <c:v>44.15</c:v>
                </c:pt>
                <c:pt idx="16009">
                  <c:v>44.15</c:v>
                </c:pt>
                <c:pt idx="16010">
                  <c:v>44.15</c:v>
                </c:pt>
                <c:pt idx="16011">
                  <c:v>44.15</c:v>
                </c:pt>
                <c:pt idx="16012">
                  <c:v>44.15</c:v>
                </c:pt>
                <c:pt idx="16013">
                  <c:v>44.15</c:v>
                </c:pt>
                <c:pt idx="16014">
                  <c:v>44.15</c:v>
                </c:pt>
                <c:pt idx="16015">
                  <c:v>44.15</c:v>
                </c:pt>
                <c:pt idx="16016">
                  <c:v>44.15</c:v>
                </c:pt>
                <c:pt idx="16017">
                  <c:v>44.15</c:v>
                </c:pt>
                <c:pt idx="16018">
                  <c:v>44.15</c:v>
                </c:pt>
                <c:pt idx="16019">
                  <c:v>44.15</c:v>
                </c:pt>
                <c:pt idx="16020">
                  <c:v>44.15</c:v>
                </c:pt>
                <c:pt idx="16021">
                  <c:v>44.15</c:v>
                </c:pt>
                <c:pt idx="16022">
                  <c:v>44.15</c:v>
                </c:pt>
                <c:pt idx="16023">
                  <c:v>44.15</c:v>
                </c:pt>
                <c:pt idx="16024">
                  <c:v>44.15</c:v>
                </c:pt>
                <c:pt idx="16025">
                  <c:v>44.15</c:v>
                </c:pt>
                <c:pt idx="16026">
                  <c:v>44.15</c:v>
                </c:pt>
                <c:pt idx="16027">
                  <c:v>44.15</c:v>
                </c:pt>
                <c:pt idx="16028">
                  <c:v>44.15</c:v>
                </c:pt>
                <c:pt idx="16029">
                  <c:v>44.15</c:v>
                </c:pt>
                <c:pt idx="16030">
                  <c:v>44.1</c:v>
                </c:pt>
                <c:pt idx="16031">
                  <c:v>44.1</c:v>
                </c:pt>
                <c:pt idx="16032">
                  <c:v>44.1</c:v>
                </c:pt>
                <c:pt idx="16033">
                  <c:v>44.1</c:v>
                </c:pt>
                <c:pt idx="16034">
                  <c:v>44.1</c:v>
                </c:pt>
                <c:pt idx="16035">
                  <c:v>44.1</c:v>
                </c:pt>
                <c:pt idx="16036">
                  <c:v>44.1</c:v>
                </c:pt>
                <c:pt idx="16037">
                  <c:v>44.1</c:v>
                </c:pt>
                <c:pt idx="16038">
                  <c:v>44.1</c:v>
                </c:pt>
                <c:pt idx="16039">
                  <c:v>44.1</c:v>
                </c:pt>
                <c:pt idx="16040">
                  <c:v>44.1</c:v>
                </c:pt>
                <c:pt idx="16041">
                  <c:v>44.1</c:v>
                </c:pt>
                <c:pt idx="16042">
                  <c:v>44.1</c:v>
                </c:pt>
                <c:pt idx="16043">
                  <c:v>44.1</c:v>
                </c:pt>
                <c:pt idx="16044">
                  <c:v>44.05</c:v>
                </c:pt>
                <c:pt idx="16045">
                  <c:v>44.1</c:v>
                </c:pt>
                <c:pt idx="16046">
                  <c:v>44.05</c:v>
                </c:pt>
                <c:pt idx="16047">
                  <c:v>44.05</c:v>
                </c:pt>
                <c:pt idx="16048">
                  <c:v>44.05</c:v>
                </c:pt>
                <c:pt idx="16049">
                  <c:v>44.05</c:v>
                </c:pt>
                <c:pt idx="16050">
                  <c:v>44.05</c:v>
                </c:pt>
                <c:pt idx="16051">
                  <c:v>44.05</c:v>
                </c:pt>
                <c:pt idx="16052">
                  <c:v>44.05</c:v>
                </c:pt>
                <c:pt idx="16053">
                  <c:v>44.05</c:v>
                </c:pt>
                <c:pt idx="16054">
                  <c:v>44.05</c:v>
                </c:pt>
                <c:pt idx="16055">
                  <c:v>44.05</c:v>
                </c:pt>
                <c:pt idx="16056">
                  <c:v>44.05</c:v>
                </c:pt>
                <c:pt idx="16057">
                  <c:v>44.05</c:v>
                </c:pt>
                <c:pt idx="16058">
                  <c:v>44.05</c:v>
                </c:pt>
                <c:pt idx="16059">
                  <c:v>44.05</c:v>
                </c:pt>
                <c:pt idx="16060">
                  <c:v>44.05</c:v>
                </c:pt>
                <c:pt idx="16061">
                  <c:v>44.05</c:v>
                </c:pt>
                <c:pt idx="16062">
                  <c:v>44.05</c:v>
                </c:pt>
                <c:pt idx="16063">
                  <c:v>44.05</c:v>
                </c:pt>
                <c:pt idx="16064">
                  <c:v>44.05</c:v>
                </c:pt>
                <c:pt idx="16065">
                  <c:v>44.05</c:v>
                </c:pt>
                <c:pt idx="16066">
                  <c:v>44.05</c:v>
                </c:pt>
                <c:pt idx="16067">
                  <c:v>44.05</c:v>
                </c:pt>
                <c:pt idx="16068">
                  <c:v>44.05</c:v>
                </c:pt>
                <c:pt idx="16069">
                  <c:v>44</c:v>
                </c:pt>
                <c:pt idx="16070">
                  <c:v>44</c:v>
                </c:pt>
                <c:pt idx="16071">
                  <c:v>44</c:v>
                </c:pt>
                <c:pt idx="16072">
                  <c:v>44</c:v>
                </c:pt>
                <c:pt idx="16073">
                  <c:v>44</c:v>
                </c:pt>
                <c:pt idx="16074">
                  <c:v>44</c:v>
                </c:pt>
                <c:pt idx="16075">
                  <c:v>44</c:v>
                </c:pt>
                <c:pt idx="16076">
                  <c:v>44</c:v>
                </c:pt>
                <c:pt idx="16077">
                  <c:v>44</c:v>
                </c:pt>
                <c:pt idx="16078">
                  <c:v>44</c:v>
                </c:pt>
                <c:pt idx="16079">
                  <c:v>44</c:v>
                </c:pt>
                <c:pt idx="16080">
                  <c:v>44</c:v>
                </c:pt>
                <c:pt idx="16081">
                  <c:v>44</c:v>
                </c:pt>
                <c:pt idx="16082">
                  <c:v>44</c:v>
                </c:pt>
                <c:pt idx="16083">
                  <c:v>44</c:v>
                </c:pt>
                <c:pt idx="16084">
                  <c:v>44</c:v>
                </c:pt>
                <c:pt idx="16085">
                  <c:v>44</c:v>
                </c:pt>
                <c:pt idx="16086">
                  <c:v>43.95</c:v>
                </c:pt>
                <c:pt idx="16087">
                  <c:v>43.95</c:v>
                </c:pt>
                <c:pt idx="16088">
                  <c:v>43.95</c:v>
                </c:pt>
                <c:pt idx="16089">
                  <c:v>43.95</c:v>
                </c:pt>
                <c:pt idx="16090">
                  <c:v>43.95</c:v>
                </c:pt>
                <c:pt idx="16091">
                  <c:v>43.95</c:v>
                </c:pt>
                <c:pt idx="16092">
                  <c:v>43.95</c:v>
                </c:pt>
                <c:pt idx="16093">
                  <c:v>43.95</c:v>
                </c:pt>
                <c:pt idx="16094">
                  <c:v>43.95</c:v>
                </c:pt>
                <c:pt idx="16095">
                  <c:v>43.95</c:v>
                </c:pt>
                <c:pt idx="16096">
                  <c:v>43.95</c:v>
                </c:pt>
                <c:pt idx="16097">
                  <c:v>43.95</c:v>
                </c:pt>
                <c:pt idx="16098">
                  <c:v>43.95</c:v>
                </c:pt>
                <c:pt idx="16099">
                  <c:v>43.95</c:v>
                </c:pt>
                <c:pt idx="16100">
                  <c:v>43.95</c:v>
                </c:pt>
                <c:pt idx="16101">
                  <c:v>43.95</c:v>
                </c:pt>
                <c:pt idx="16102">
                  <c:v>43.95</c:v>
                </c:pt>
                <c:pt idx="16103">
                  <c:v>43.95</c:v>
                </c:pt>
                <c:pt idx="16104">
                  <c:v>43.95</c:v>
                </c:pt>
                <c:pt idx="16105">
                  <c:v>43.95</c:v>
                </c:pt>
                <c:pt idx="16106">
                  <c:v>43.95</c:v>
                </c:pt>
                <c:pt idx="16107">
                  <c:v>43.95</c:v>
                </c:pt>
                <c:pt idx="16108">
                  <c:v>43.95</c:v>
                </c:pt>
                <c:pt idx="16109">
                  <c:v>43.95</c:v>
                </c:pt>
                <c:pt idx="16110">
                  <c:v>43.95</c:v>
                </c:pt>
                <c:pt idx="16111">
                  <c:v>43.9</c:v>
                </c:pt>
                <c:pt idx="16112">
                  <c:v>43.9</c:v>
                </c:pt>
                <c:pt idx="16113">
                  <c:v>43.9</c:v>
                </c:pt>
                <c:pt idx="16114">
                  <c:v>43.9</c:v>
                </c:pt>
                <c:pt idx="16115">
                  <c:v>43.9</c:v>
                </c:pt>
                <c:pt idx="16116">
                  <c:v>43.9</c:v>
                </c:pt>
                <c:pt idx="16117">
                  <c:v>43.9</c:v>
                </c:pt>
                <c:pt idx="16118">
                  <c:v>43.9</c:v>
                </c:pt>
                <c:pt idx="16119">
                  <c:v>43.9</c:v>
                </c:pt>
                <c:pt idx="16120">
                  <c:v>43.9</c:v>
                </c:pt>
                <c:pt idx="16121">
                  <c:v>43.9</c:v>
                </c:pt>
                <c:pt idx="16122">
                  <c:v>43.9</c:v>
                </c:pt>
                <c:pt idx="16123">
                  <c:v>43.9</c:v>
                </c:pt>
                <c:pt idx="16124">
                  <c:v>43.9</c:v>
                </c:pt>
                <c:pt idx="16125">
                  <c:v>43.9</c:v>
                </c:pt>
                <c:pt idx="16126">
                  <c:v>43.9</c:v>
                </c:pt>
                <c:pt idx="16127">
                  <c:v>43.85</c:v>
                </c:pt>
                <c:pt idx="16128">
                  <c:v>43.85</c:v>
                </c:pt>
                <c:pt idx="16129">
                  <c:v>43.85</c:v>
                </c:pt>
                <c:pt idx="16130">
                  <c:v>43.85</c:v>
                </c:pt>
                <c:pt idx="16131">
                  <c:v>43.85</c:v>
                </c:pt>
                <c:pt idx="16132">
                  <c:v>43.85</c:v>
                </c:pt>
                <c:pt idx="16133">
                  <c:v>43.85</c:v>
                </c:pt>
                <c:pt idx="16134">
                  <c:v>43.85</c:v>
                </c:pt>
                <c:pt idx="16135">
                  <c:v>43.85</c:v>
                </c:pt>
                <c:pt idx="16136">
                  <c:v>43.85</c:v>
                </c:pt>
                <c:pt idx="16137">
                  <c:v>43.85</c:v>
                </c:pt>
                <c:pt idx="16138">
                  <c:v>43.85</c:v>
                </c:pt>
                <c:pt idx="16139">
                  <c:v>43.85</c:v>
                </c:pt>
                <c:pt idx="16140">
                  <c:v>43.85</c:v>
                </c:pt>
                <c:pt idx="16141">
                  <c:v>43.85</c:v>
                </c:pt>
                <c:pt idx="16142">
                  <c:v>43.85</c:v>
                </c:pt>
                <c:pt idx="16143">
                  <c:v>43.85</c:v>
                </c:pt>
                <c:pt idx="16144">
                  <c:v>43.85</c:v>
                </c:pt>
                <c:pt idx="16145">
                  <c:v>43.85</c:v>
                </c:pt>
                <c:pt idx="16146">
                  <c:v>43.85</c:v>
                </c:pt>
                <c:pt idx="16147">
                  <c:v>43.85</c:v>
                </c:pt>
                <c:pt idx="16148">
                  <c:v>43.85</c:v>
                </c:pt>
                <c:pt idx="16149">
                  <c:v>43.8</c:v>
                </c:pt>
                <c:pt idx="16150">
                  <c:v>43.8</c:v>
                </c:pt>
                <c:pt idx="16151">
                  <c:v>43.8</c:v>
                </c:pt>
                <c:pt idx="16152">
                  <c:v>43.8</c:v>
                </c:pt>
                <c:pt idx="16153">
                  <c:v>43.8</c:v>
                </c:pt>
                <c:pt idx="16154">
                  <c:v>43.8</c:v>
                </c:pt>
                <c:pt idx="16155">
                  <c:v>43.8</c:v>
                </c:pt>
                <c:pt idx="16156">
                  <c:v>43.8</c:v>
                </c:pt>
                <c:pt idx="16157">
                  <c:v>43.8</c:v>
                </c:pt>
                <c:pt idx="16158">
                  <c:v>43.8</c:v>
                </c:pt>
                <c:pt idx="16159">
                  <c:v>43.8</c:v>
                </c:pt>
                <c:pt idx="16160">
                  <c:v>43.8</c:v>
                </c:pt>
                <c:pt idx="16161">
                  <c:v>43.8</c:v>
                </c:pt>
                <c:pt idx="16162">
                  <c:v>43.8</c:v>
                </c:pt>
                <c:pt idx="16163">
                  <c:v>43.8</c:v>
                </c:pt>
                <c:pt idx="16164">
                  <c:v>43.8</c:v>
                </c:pt>
                <c:pt idx="16165">
                  <c:v>43.8</c:v>
                </c:pt>
                <c:pt idx="16166">
                  <c:v>43.8</c:v>
                </c:pt>
                <c:pt idx="16167">
                  <c:v>43.8</c:v>
                </c:pt>
                <c:pt idx="16168">
                  <c:v>43.8</c:v>
                </c:pt>
                <c:pt idx="16169">
                  <c:v>43.8</c:v>
                </c:pt>
                <c:pt idx="16170">
                  <c:v>43.8</c:v>
                </c:pt>
                <c:pt idx="16171">
                  <c:v>43.8</c:v>
                </c:pt>
                <c:pt idx="16172">
                  <c:v>43.8</c:v>
                </c:pt>
                <c:pt idx="16173">
                  <c:v>43.75</c:v>
                </c:pt>
                <c:pt idx="16174">
                  <c:v>43.75</c:v>
                </c:pt>
                <c:pt idx="16175">
                  <c:v>43.75</c:v>
                </c:pt>
                <c:pt idx="16176">
                  <c:v>43.75</c:v>
                </c:pt>
                <c:pt idx="16177">
                  <c:v>43.75</c:v>
                </c:pt>
                <c:pt idx="16178">
                  <c:v>43.75</c:v>
                </c:pt>
                <c:pt idx="16179">
                  <c:v>43.75</c:v>
                </c:pt>
                <c:pt idx="16180">
                  <c:v>43.75</c:v>
                </c:pt>
                <c:pt idx="16181">
                  <c:v>43.75</c:v>
                </c:pt>
                <c:pt idx="16182">
                  <c:v>43.75</c:v>
                </c:pt>
                <c:pt idx="16183">
                  <c:v>43.75</c:v>
                </c:pt>
                <c:pt idx="16184">
                  <c:v>43.75</c:v>
                </c:pt>
                <c:pt idx="16185">
                  <c:v>43.75</c:v>
                </c:pt>
                <c:pt idx="16186">
                  <c:v>43.75</c:v>
                </c:pt>
                <c:pt idx="16187">
                  <c:v>43.75</c:v>
                </c:pt>
                <c:pt idx="16188">
                  <c:v>43.75</c:v>
                </c:pt>
                <c:pt idx="16189">
                  <c:v>43.75</c:v>
                </c:pt>
                <c:pt idx="16190">
                  <c:v>43.7</c:v>
                </c:pt>
                <c:pt idx="16191">
                  <c:v>43.7</c:v>
                </c:pt>
                <c:pt idx="16192">
                  <c:v>43.7</c:v>
                </c:pt>
                <c:pt idx="16193">
                  <c:v>43.7</c:v>
                </c:pt>
                <c:pt idx="16194">
                  <c:v>43.7</c:v>
                </c:pt>
                <c:pt idx="16195">
                  <c:v>43.7</c:v>
                </c:pt>
                <c:pt idx="16196">
                  <c:v>43.7</c:v>
                </c:pt>
                <c:pt idx="16197">
                  <c:v>43.7</c:v>
                </c:pt>
                <c:pt idx="16198">
                  <c:v>43.7</c:v>
                </c:pt>
                <c:pt idx="16199">
                  <c:v>43.7</c:v>
                </c:pt>
                <c:pt idx="16200">
                  <c:v>43.7</c:v>
                </c:pt>
                <c:pt idx="16201">
                  <c:v>43.7</c:v>
                </c:pt>
                <c:pt idx="16202">
                  <c:v>43.7</c:v>
                </c:pt>
                <c:pt idx="16203">
                  <c:v>43.7</c:v>
                </c:pt>
                <c:pt idx="16204">
                  <c:v>43.7</c:v>
                </c:pt>
                <c:pt idx="16205">
                  <c:v>43.7</c:v>
                </c:pt>
                <c:pt idx="16206">
                  <c:v>43.7</c:v>
                </c:pt>
                <c:pt idx="16207">
                  <c:v>43.65</c:v>
                </c:pt>
                <c:pt idx="16208">
                  <c:v>43.65</c:v>
                </c:pt>
                <c:pt idx="16209">
                  <c:v>43.65</c:v>
                </c:pt>
                <c:pt idx="16210">
                  <c:v>43.65</c:v>
                </c:pt>
                <c:pt idx="16211">
                  <c:v>43.65</c:v>
                </c:pt>
                <c:pt idx="16212">
                  <c:v>43.65</c:v>
                </c:pt>
                <c:pt idx="16213">
                  <c:v>43.65</c:v>
                </c:pt>
                <c:pt idx="16214">
                  <c:v>43.65</c:v>
                </c:pt>
                <c:pt idx="16215">
                  <c:v>43.65</c:v>
                </c:pt>
                <c:pt idx="16216">
                  <c:v>43.65</c:v>
                </c:pt>
                <c:pt idx="16217">
                  <c:v>43.65</c:v>
                </c:pt>
                <c:pt idx="16218">
                  <c:v>43.65</c:v>
                </c:pt>
                <c:pt idx="16219">
                  <c:v>43.65</c:v>
                </c:pt>
                <c:pt idx="16220">
                  <c:v>43.65</c:v>
                </c:pt>
                <c:pt idx="16221">
                  <c:v>43.65</c:v>
                </c:pt>
                <c:pt idx="16222">
                  <c:v>43.65</c:v>
                </c:pt>
                <c:pt idx="16223">
                  <c:v>43.65</c:v>
                </c:pt>
                <c:pt idx="16224">
                  <c:v>43.65</c:v>
                </c:pt>
                <c:pt idx="16225">
                  <c:v>43.65</c:v>
                </c:pt>
                <c:pt idx="16226">
                  <c:v>43.65</c:v>
                </c:pt>
                <c:pt idx="16227">
                  <c:v>43.65</c:v>
                </c:pt>
                <c:pt idx="16228">
                  <c:v>43.65</c:v>
                </c:pt>
                <c:pt idx="16229">
                  <c:v>43.65</c:v>
                </c:pt>
                <c:pt idx="16230">
                  <c:v>43.65</c:v>
                </c:pt>
                <c:pt idx="16231">
                  <c:v>43.65</c:v>
                </c:pt>
                <c:pt idx="16232">
                  <c:v>43.65</c:v>
                </c:pt>
                <c:pt idx="16233">
                  <c:v>43.65</c:v>
                </c:pt>
                <c:pt idx="16234">
                  <c:v>43.6</c:v>
                </c:pt>
                <c:pt idx="16235">
                  <c:v>43.6</c:v>
                </c:pt>
                <c:pt idx="16236">
                  <c:v>43.6</c:v>
                </c:pt>
                <c:pt idx="16237">
                  <c:v>43.6</c:v>
                </c:pt>
                <c:pt idx="16238">
                  <c:v>43.6</c:v>
                </c:pt>
                <c:pt idx="16239">
                  <c:v>43.6</c:v>
                </c:pt>
                <c:pt idx="16240">
                  <c:v>43.6</c:v>
                </c:pt>
                <c:pt idx="16241">
                  <c:v>43.6</c:v>
                </c:pt>
                <c:pt idx="16242">
                  <c:v>43.6</c:v>
                </c:pt>
                <c:pt idx="16243">
                  <c:v>43.6</c:v>
                </c:pt>
                <c:pt idx="16244">
                  <c:v>43.6</c:v>
                </c:pt>
                <c:pt idx="16245">
                  <c:v>43.6</c:v>
                </c:pt>
                <c:pt idx="16246">
                  <c:v>43.6</c:v>
                </c:pt>
                <c:pt idx="16247">
                  <c:v>43.55</c:v>
                </c:pt>
                <c:pt idx="16248">
                  <c:v>43.6</c:v>
                </c:pt>
                <c:pt idx="16249">
                  <c:v>43.55</c:v>
                </c:pt>
                <c:pt idx="16250">
                  <c:v>43.55</c:v>
                </c:pt>
                <c:pt idx="16251">
                  <c:v>43.55</c:v>
                </c:pt>
                <c:pt idx="16252">
                  <c:v>43.55</c:v>
                </c:pt>
                <c:pt idx="16253">
                  <c:v>43.55</c:v>
                </c:pt>
                <c:pt idx="16254">
                  <c:v>43.55</c:v>
                </c:pt>
                <c:pt idx="16255">
                  <c:v>43.55</c:v>
                </c:pt>
                <c:pt idx="16256">
                  <c:v>43.55</c:v>
                </c:pt>
                <c:pt idx="16257">
                  <c:v>43.55</c:v>
                </c:pt>
                <c:pt idx="16258">
                  <c:v>43.55</c:v>
                </c:pt>
                <c:pt idx="16259">
                  <c:v>43.55</c:v>
                </c:pt>
                <c:pt idx="16260">
                  <c:v>43.55</c:v>
                </c:pt>
                <c:pt idx="16261">
                  <c:v>43.55</c:v>
                </c:pt>
                <c:pt idx="16262">
                  <c:v>43.55</c:v>
                </c:pt>
                <c:pt idx="16263">
                  <c:v>43.55</c:v>
                </c:pt>
                <c:pt idx="16264">
                  <c:v>43.55</c:v>
                </c:pt>
                <c:pt idx="16265">
                  <c:v>43.55</c:v>
                </c:pt>
                <c:pt idx="16266">
                  <c:v>43.55</c:v>
                </c:pt>
                <c:pt idx="16267">
                  <c:v>43.55</c:v>
                </c:pt>
                <c:pt idx="16268">
                  <c:v>43.55</c:v>
                </c:pt>
                <c:pt idx="16269">
                  <c:v>43.55</c:v>
                </c:pt>
                <c:pt idx="16270">
                  <c:v>43.55</c:v>
                </c:pt>
                <c:pt idx="16271">
                  <c:v>43.55</c:v>
                </c:pt>
                <c:pt idx="16272">
                  <c:v>43.5</c:v>
                </c:pt>
                <c:pt idx="16273">
                  <c:v>43.5</c:v>
                </c:pt>
                <c:pt idx="16274">
                  <c:v>43.5</c:v>
                </c:pt>
                <c:pt idx="16275">
                  <c:v>43.5</c:v>
                </c:pt>
                <c:pt idx="16276">
                  <c:v>43.5</c:v>
                </c:pt>
                <c:pt idx="16277">
                  <c:v>43.5</c:v>
                </c:pt>
                <c:pt idx="16278">
                  <c:v>43.5</c:v>
                </c:pt>
                <c:pt idx="16279">
                  <c:v>43.5</c:v>
                </c:pt>
                <c:pt idx="16280">
                  <c:v>43.5</c:v>
                </c:pt>
                <c:pt idx="16281">
                  <c:v>43.5</c:v>
                </c:pt>
                <c:pt idx="16282">
                  <c:v>43.5</c:v>
                </c:pt>
                <c:pt idx="16283">
                  <c:v>43.5</c:v>
                </c:pt>
                <c:pt idx="16284">
                  <c:v>43.5</c:v>
                </c:pt>
                <c:pt idx="16285">
                  <c:v>43.5</c:v>
                </c:pt>
                <c:pt idx="16286">
                  <c:v>43.5</c:v>
                </c:pt>
                <c:pt idx="16287">
                  <c:v>43.5</c:v>
                </c:pt>
                <c:pt idx="16288">
                  <c:v>43.5</c:v>
                </c:pt>
                <c:pt idx="16289">
                  <c:v>43.5</c:v>
                </c:pt>
                <c:pt idx="16290">
                  <c:v>43.5</c:v>
                </c:pt>
                <c:pt idx="16291">
                  <c:v>43.5</c:v>
                </c:pt>
                <c:pt idx="16292">
                  <c:v>43.5</c:v>
                </c:pt>
                <c:pt idx="16293">
                  <c:v>43.5</c:v>
                </c:pt>
                <c:pt idx="16294">
                  <c:v>43.5</c:v>
                </c:pt>
                <c:pt idx="16295">
                  <c:v>43.5</c:v>
                </c:pt>
                <c:pt idx="16296">
                  <c:v>43.5</c:v>
                </c:pt>
                <c:pt idx="16297">
                  <c:v>43.5</c:v>
                </c:pt>
                <c:pt idx="16298">
                  <c:v>43.5</c:v>
                </c:pt>
                <c:pt idx="16299">
                  <c:v>43.5</c:v>
                </c:pt>
                <c:pt idx="16300">
                  <c:v>43.5</c:v>
                </c:pt>
                <c:pt idx="16301">
                  <c:v>43.5</c:v>
                </c:pt>
                <c:pt idx="16302">
                  <c:v>43.5</c:v>
                </c:pt>
                <c:pt idx="16303">
                  <c:v>43.45</c:v>
                </c:pt>
                <c:pt idx="16304">
                  <c:v>43.45</c:v>
                </c:pt>
                <c:pt idx="16305">
                  <c:v>43.45</c:v>
                </c:pt>
                <c:pt idx="16306">
                  <c:v>43.45</c:v>
                </c:pt>
                <c:pt idx="16307">
                  <c:v>43.45</c:v>
                </c:pt>
                <c:pt idx="16308">
                  <c:v>43.45</c:v>
                </c:pt>
                <c:pt idx="16309">
                  <c:v>43.45</c:v>
                </c:pt>
                <c:pt idx="16310">
                  <c:v>43.45</c:v>
                </c:pt>
                <c:pt idx="16311">
                  <c:v>43.45</c:v>
                </c:pt>
                <c:pt idx="16312">
                  <c:v>43.45</c:v>
                </c:pt>
                <c:pt idx="16313">
                  <c:v>43.45</c:v>
                </c:pt>
                <c:pt idx="16314">
                  <c:v>43.45</c:v>
                </c:pt>
                <c:pt idx="16315">
                  <c:v>43.45</c:v>
                </c:pt>
                <c:pt idx="16316">
                  <c:v>43.45</c:v>
                </c:pt>
                <c:pt idx="16317">
                  <c:v>43.45</c:v>
                </c:pt>
                <c:pt idx="16318">
                  <c:v>43.45</c:v>
                </c:pt>
                <c:pt idx="16319">
                  <c:v>43.45</c:v>
                </c:pt>
                <c:pt idx="16320">
                  <c:v>43.4</c:v>
                </c:pt>
                <c:pt idx="16321">
                  <c:v>43.4</c:v>
                </c:pt>
                <c:pt idx="16322">
                  <c:v>43.4</c:v>
                </c:pt>
                <c:pt idx="16323">
                  <c:v>43.4</c:v>
                </c:pt>
                <c:pt idx="16324">
                  <c:v>43.4</c:v>
                </c:pt>
                <c:pt idx="16325">
                  <c:v>43.4</c:v>
                </c:pt>
                <c:pt idx="16326">
                  <c:v>43.4</c:v>
                </c:pt>
                <c:pt idx="16327">
                  <c:v>43.4</c:v>
                </c:pt>
                <c:pt idx="16328">
                  <c:v>43.4</c:v>
                </c:pt>
                <c:pt idx="16329">
                  <c:v>43.4</c:v>
                </c:pt>
                <c:pt idx="16330">
                  <c:v>43.4</c:v>
                </c:pt>
                <c:pt idx="16331">
                  <c:v>43.4</c:v>
                </c:pt>
                <c:pt idx="16332">
                  <c:v>43.4</c:v>
                </c:pt>
                <c:pt idx="16333">
                  <c:v>43.4</c:v>
                </c:pt>
                <c:pt idx="16334">
                  <c:v>43.4</c:v>
                </c:pt>
                <c:pt idx="16335">
                  <c:v>43.4</c:v>
                </c:pt>
                <c:pt idx="16336">
                  <c:v>43.4</c:v>
                </c:pt>
                <c:pt idx="16337">
                  <c:v>43.4</c:v>
                </c:pt>
                <c:pt idx="16338">
                  <c:v>43.4</c:v>
                </c:pt>
                <c:pt idx="16339">
                  <c:v>43.4</c:v>
                </c:pt>
                <c:pt idx="16340">
                  <c:v>43.4</c:v>
                </c:pt>
                <c:pt idx="16341">
                  <c:v>43.4</c:v>
                </c:pt>
                <c:pt idx="16342">
                  <c:v>43.4</c:v>
                </c:pt>
                <c:pt idx="16343">
                  <c:v>43.35</c:v>
                </c:pt>
                <c:pt idx="16344">
                  <c:v>43.35</c:v>
                </c:pt>
                <c:pt idx="16345">
                  <c:v>43.35</c:v>
                </c:pt>
                <c:pt idx="16346">
                  <c:v>43.35</c:v>
                </c:pt>
                <c:pt idx="16347">
                  <c:v>43.35</c:v>
                </c:pt>
                <c:pt idx="16348">
                  <c:v>43.35</c:v>
                </c:pt>
                <c:pt idx="16349">
                  <c:v>43.35</c:v>
                </c:pt>
                <c:pt idx="16350">
                  <c:v>43.35</c:v>
                </c:pt>
                <c:pt idx="16351">
                  <c:v>43.35</c:v>
                </c:pt>
                <c:pt idx="16352">
                  <c:v>43.35</c:v>
                </c:pt>
                <c:pt idx="16353">
                  <c:v>43.35</c:v>
                </c:pt>
                <c:pt idx="16354">
                  <c:v>43.35</c:v>
                </c:pt>
                <c:pt idx="16355">
                  <c:v>43.35</c:v>
                </c:pt>
                <c:pt idx="16356">
                  <c:v>43.35</c:v>
                </c:pt>
                <c:pt idx="16357">
                  <c:v>43.35</c:v>
                </c:pt>
                <c:pt idx="16358">
                  <c:v>43.35</c:v>
                </c:pt>
                <c:pt idx="16359">
                  <c:v>43.35</c:v>
                </c:pt>
                <c:pt idx="16360">
                  <c:v>43.35</c:v>
                </c:pt>
                <c:pt idx="16361">
                  <c:v>43.35</c:v>
                </c:pt>
                <c:pt idx="16362">
                  <c:v>43.3</c:v>
                </c:pt>
                <c:pt idx="16363">
                  <c:v>43.3</c:v>
                </c:pt>
                <c:pt idx="16364">
                  <c:v>43.3</c:v>
                </c:pt>
                <c:pt idx="16365">
                  <c:v>43.3</c:v>
                </c:pt>
                <c:pt idx="16366">
                  <c:v>43.3</c:v>
                </c:pt>
                <c:pt idx="16367">
                  <c:v>43.3</c:v>
                </c:pt>
                <c:pt idx="16368">
                  <c:v>43.3</c:v>
                </c:pt>
                <c:pt idx="16369">
                  <c:v>43.3</c:v>
                </c:pt>
                <c:pt idx="16370">
                  <c:v>43.3</c:v>
                </c:pt>
                <c:pt idx="16371">
                  <c:v>43.3</c:v>
                </c:pt>
                <c:pt idx="16372">
                  <c:v>43.3</c:v>
                </c:pt>
                <c:pt idx="16373">
                  <c:v>43.3</c:v>
                </c:pt>
                <c:pt idx="16374">
                  <c:v>43.3</c:v>
                </c:pt>
                <c:pt idx="16375">
                  <c:v>43.3</c:v>
                </c:pt>
                <c:pt idx="16376">
                  <c:v>43.3</c:v>
                </c:pt>
                <c:pt idx="16377">
                  <c:v>43.25</c:v>
                </c:pt>
                <c:pt idx="16378">
                  <c:v>43.3</c:v>
                </c:pt>
                <c:pt idx="16379">
                  <c:v>43.25</c:v>
                </c:pt>
                <c:pt idx="16380">
                  <c:v>43.25</c:v>
                </c:pt>
                <c:pt idx="16381">
                  <c:v>43.25</c:v>
                </c:pt>
                <c:pt idx="16382">
                  <c:v>43.25</c:v>
                </c:pt>
                <c:pt idx="16383">
                  <c:v>43.25</c:v>
                </c:pt>
                <c:pt idx="16384">
                  <c:v>43.25</c:v>
                </c:pt>
                <c:pt idx="16385">
                  <c:v>43.25</c:v>
                </c:pt>
                <c:pt idx="16386">
                  <c:v>43.25</c:v>
                </c:pt>
                <c:pt idx="16387">
                  <c:v>43.25</c:v>
                </c:pt>
                <c:pt idx="16388">
                  <c:v>43.25</c:v>
                </c:pt>
                <c:pt idx="16389">
                  <c:v>43.25</c:v>
                </c:pt>
                <c:pt idx="16390">
                  <c:v>43.25</c:v>
                </c:pt>
                <c:pt idx="16391">
                  <c:v>43.25</c:v>
                </c:pt>
                <c:pt idx="16392">
                  <c:v>43.25</c:v>
                </c:pt>
                <c:pt idx="16393">
                  <c:v>43.25</c:v>
                </c:pt>
                <c:pt idx="16394">
                  <c:v>43.25</c:v>
                </c:pt>
                <c:pt idx="16395">
                  <c:v>43.25</c:v>
                </c:pt>
                <c:pt idx="16396">
                  <c:v>43.25</c:v>
                </c:pt>
                <c:pt idx="16397">
                  <c:v>43.25</c:v>
                </c:pt>
                <c:pt idx="16398">
                  <c:v>43.25</c:v>
                </c:pt>
                <c:pt idx="16399">
                  <c:v>43.25</c:v>
                </c:pt>
                <c:pt idx="16400">
                  <c:v>43.25</c:v>
                </c:pt>
                <c:pt idx="16401">
                  <c:v>43.25</c:v>
                </c:pt>
                <c:pt idx="16402">
                  <c:v>43.25</c:v>
                </c:pt>
                <c:pt idx="16403">
                  <c:v>43.25</c:v>
                </c:pt>
                <c:pt idx="16404">
                  <c:v>43.25</c:v>
                </c:pt>
                <c:pt idx="16405">
                  <c:v>43.25</c:v>
                </c:pt>
                <c:pt idx="16406">
                  <c:v>43.2</c:v>
                </c:pt>
                <c:pt idx="16407">
                  <c:v>43.2</c:v>
                </c:pt>
                <c:pt idx="16408">
                  <c:v>43.2</c:v>
                </c:pt>
                <c:pt idx="16409">
                  <c:v>43.2</c:v>
                </c:pt>
                <c:pt idx="16410">
                  <c:v>43.2</c:v>
                </c:pt>
                <c:pt idx="16411">
                  <c:v>43.2</c:v>
                </c:pt>
                <c:pt idx="16412">
                  <c:v>43.2</c:v>
                </c:pt>
                <c:pt idx="16413">
                  <c:v>43.2</c:v>
                </c:pt>
                <c:pt idx="16414">
                  <c:v>43.2</c:v>
                </c:pt>
                <c:pt idx="16415">
                  <c:v>43.2</c:v>
                </c:pt>
                <c:pt idx="16416">
                  <c:v>43.2</c:v>
                </c:pt>
                <c:pt idx="16417">
                  <c:v>43.15</c:v>
                </c:pt>
                <c:pt idx="16418">
                  <c:v>43.15</c:v>
                </c:pt>
                <c:pt idx="16419">
                  <c:v>43.2</c:v>
                </c:pt>
                <c:pt idx="16420">
                  <c:v>43.15</c:v>
                </c:pt>
                <c:pt idx="16421">
                  <c:v>43.15</c:v>
                </c:pt>
                <c:pt idx="16422">
                  <c:v>43.2</c:v>
                </c:pt>
                <c:pt idx="16423">
                  <c:v>43.15</c:v>
                </c:pt>
                <c:pt idx="16424">
                  <c:v>43.15</c:v>
                </c:pt>
                <c:pt idx="16425">
                  <c:v>43.15</c:v>
                </c:pt>
                <c:pt idx="16426">
                  <c:v>43.15</c:v>
                </c:pt>
                <c:pt idx="16427">
                  <c:v>43.15</c:v>
                </c:pt>
                <c:pt idx="16428">
                  <c:v>43.15</c:v>
                </c:pt>
                <c:pt idx="16429">
                  <c:v>43.15</c:v>
                </c:pt>
                <c:pt idx="16430">
                  <c:v>43.15</c:v>
                </c:pt>
                <c:pt idx="16431">
                  <c:v>43.15</c:v>
                </c:pt>
                <c:pt idx="16432">
                  <c:v>43.15</c:v>
                </c:pt>
                <c:pt idx="16433">
                  <c:v>43.15</c:v>
                </c:pt>
                <c:pt idx="16434">
                  <c:v>43.15</c:v>
                </c:pt>
                <c:pt idx="16435">
                  <c:v>43.15</c:v>
                </c:pt>
                <c:pt idx="16436">
                  <c:v>43.15</c:v>
                </c:pt>
                <c:pt idx="16437">
                  <c:v>43.15</c:v>
                </c:pt>
                <c:pt idx="16438">
                  <c:v>43.15</c:v>
                </c:pt>
                <c:pt idx="16439">
                  <c:v>43.15</c:v>
                </c:pt>
                <c:pt idx="16440">
                  <c:v>43.15</c:v>
                </c:pt>
                <c:pt idx="16441">
                  <c:v>43.15</c:v>
                </c:pt>
                <c:pt idx="16442">
                  <c:v>43.15</c:v>
                </c:pt>
                <c:pt idx="16443">
                  <c:v>43.15</c:v>
                </c:pt>
                <c:pt idx="16444">
                  <c:v>43.15</c:v>
                </c:pt>
                <c:pt idx="16445">
                  <c:v>43.15</c:v>
                </c:pt>
                <c:pt idx="16446">
                  <c:v>43.1</c:v>
                </c:pt>
                <c:pt idx="16447">
                  <c:v>43.1</c:v>
                </c:pt>
                <c:pt idx="16448">
                  <c:v>43.1</c:v>
                </c:pt>
                <c:pt idx="16449">
                  <c:v>43.1</c:v>
                </c:pt>
                <c:pt idx="16450">
                  <c:v>43.1</c:v>
                </c:pt>
                <c:pt idx="16451">
                  <c:v>43.1</c:v>
                </c:pt>
                <c:pt idx="16452">
                  <c:v>43.1</c:v>
                </c:pt>
                <c:pt idx="16453">
                  <c:v>43.1</c:v>
                </c:pt>
                <c:pt idx="16454">
                  <c:v>43.1</c:v>
                </c:pt>
                <c:pt idx="16455">
                  <c:v>43.1</c:v>
                </c:pt>
                <c:pt idx="16456">
                  <c:v>43.1</c:v>
                </c:pt>
                <c:pt idx="16457">
                  <c:v>43.1</c:v>
                </c:pt>
                <c:pt idx="16458">
                  <c:v>43.1</c:v>
                </c:pt>
                <c:pt idx="16459">
                  <c:v>43.1</c:v>
                </c:pt>
                <c:pt idx="16460">
                  <c:v>43.1</c:v>
                </c:pt>
                <c:pt idx="16461">
                  <c:v>43.1</c:v>
                </c:pt>
                <c:pt idx="16462">
                  <c:v>43.05</c:v>
                </c:pt>
                <c:pt idx="16463">
                  <c:v>43.05</c:v>
                </c:pt>
                <c:pt idx="16464">
                  <c:v>43.05</c:v>
                </c:pt>
                <c:pt idx="16465">
                  <c:v>43.05</c:v>
                </c:pt>
                <c:pt idx="16466">
                  <c:v>43.05</c:v>
                </c:pt>
                <c:pt idx="16467">
                  <c:v>43.05</c:v>
                </c:pt>
                <c:pt idx="16468">
                  <c:v>43.05</c:v>
                </c:pt>
                <c:pt idx="16469">
                  <c:v>43.05</c:v>
                </c:pt>
                <c:pt idx="16470">
                  <c:v>43.05</c:v>
                </c:pt>
                <c:pt idx="16471">
                  <c:v>43.05</c:v>
                </c:pt>
                <c:pt idx="16472">
                  <c:v>43.05</c:v>
                </c:pt>
                <c:pt idx="16473">
                  <c:v>43.05</c:v>
                </c:pt>
                <c:pt idx="16474">
                  <c:v>43.05</c:v>
                </c:pt>
                <c:pt idx="16475">
                  <c:v>43.05</c:v>
                </c:pt>
                <c:pt idx="16476">
                  <c:v>43.05</c:v>
                </c:pt>
                <c:pt idx="16477">
                  <c:v>43.05</c:v>
                </c:pt>
                <c:pt idx="16478">
                  <c:v>43.05</c:v>
                </c:pt>
                <c:pt idx="16479">
                  <c:v>43.05</c:v>
                </c:pt>
                <c:pt idx="16480">
                  <c:v>43.05</c:v>
                </c:pt>
                <c:pt idx="16481">
                  <c:v>43.05</c:v>
                </c:pt>
                <c:pt idx="16482">
                  <c:v>43.05</c:v>
                </c:pt>
                <c:pt idx="16483">
                  <c:v>43.05</c:v>
                </c:pt>
                <c:pt idx="16484">
                  <c:v>43.05</c:v>
                </c:pt>
                <c:pt idx="16485">
                  <c:v>43.05</c:v>
                </c:pt>
                <c:pt idx="16486">
                  <c:v>43.05</c:v>
                </c:pt>
                <c:pt idx="16487">
                  <c:v>43.05</c:v>
                </c:pt>
                <c:pt idx="16488">
                  <c:v>43</c:v>
                </c:pt>
                <c:pt idx="16489">
                  <c:v>43</c:v>
                </c:pt>
                <c:pt idx="16490">
                  <c:v>43</c:v>
                </c:pt>
                <c:pt idx="16491">
                  <c:v>43</c:v>
                </c:pt>
                <c:pt idx="16492">
                  <c:v>43</c:v>
                </c:pt>
                <c:pt idx="16493">
                  <c:v>43</c:v>
                </c:pt>
                <c:pt idx="16494">
                  <c:v>43</c:v>
                </c:pt>
                <c:pt idx="16495">
                  <c:v>43</c:v>
                </c:pt>
                <c:pt idx="16496">
                  <c:v>43</c:v>
                </c:pt>
                <c:pt idx="16497">
                  <c:v>43</c:v>
                </c:pt>
                <c:pt idx="16498">
                  <c:v>43</c:v>
                </c:pt>
                <c:pt idx="16499">
                  <c:v>43</c:v>
                </c:pt>
                <c:pt idx="16500">
                  <c:v>43</c:v>
                </c:pt>
                <c:pt idx="16501">
                  <c:v>43</c:v>
                </c:pt>
                <c:pt idx="16502">
                  <c:v>43</c:v>
                </c:pt>
                <c:pt idx="16503">
                  <c:v>42.95</c:v>
                </c:pt>
                <c:pt idx="16504">
                  <c:v>43</c:v>
                </c:pt>
                <c:pt idx="16505">
                  <c:v>43</c:v>
                </c:pt>
                <c:pt idx="16506">
                  <c:v>43</c:v>
                </c:pt>
                <c:pt idx="16507">
                  <c:v>42.95</c:v>
                </c:pt>
                <c:pt idx="16508">
                  <c:v>42.95</c:v>
                </c:pt>
                <c:pt idx="16509">
                  <c:v>42.95</c:v>
                </c:pt>
                <c:pt idx="16510">
                  <c:v>42.95</c:v>
                </c:pt>
                <c:pt idx="16511">
                  <c:v>42.95</c:v>
                </c:pt>
                <c:pt idx="16512">
                  <c:v>42.95</c:v>
                </c:pt>
                <c:pt idx="16513">
                  <c:v>42.95</c:v>
                </c:pt>
                <c:pt idx="16514">
                  <c:v>42.95</c:v>
                </c:pt>
                <c:pt idx="16515">
                  <c:v>42.95</c:v>
                </c:pt>
                <c:pt idx="16516">
                  <c:v>42.95</c:v>
                </c:pt>
                <c:pt idx="16517">
                  <c:v>42.95</c:v>
                </c:pt>
                <c:pt idx="16518">
                  <c:v>42.95</c:v>
                </c:pt>
                <c:pt idx="16519">
                  <c:v>42.95</c:v>
                </c:pt>
                <c:pt idx="16520">
                  <c:v>42.95</c:v>
                </c:pt>
                <c:pt idx="16521">
                  <c:v>42.95</c:v>
                </c:pt>
                <c:pt idx="16522">
                  <c:v>42.95</c:v>
                </c:pt>
                <c:pt idx="16523">
                  <c:v>42.95</c:v>
                </c:pt>
                <c:pt idx="16524">
                  <c:v>42.95</c:v>
                </c:pt>
                <c:pt idx="16525">
                  <c:v>42.95</c:v>
                </c:pt>
                <c:pt idx="16526">
                  <c:v>42.95</c:v>
                </c:pt>
                <c:pt idx="16527">
                  <c:v>42.95</c:v>
                </c:pt>
                <c:pt idx="16528">
                  <c:v>42.95</c:v>
                </c:pt>
                <c:pt idx="16529">
                  <c:v>42.9</c:v>
                </c:pt>
                <c:pt idx="16530">
                  <c:v>42.9</c:v>
                </c:pt>
                <c:pt idx="16531">
                  <c:v>42.9</c:v>
                </c:pt>
                <c:pt idx="16532">
                  <c:v>42.9</c:v>
                </c:pt>
                <c:pt idx="16533">
                  <c:v>42.9</c:v>
                </c:pt>
                <c:pt idx="16534">
                  <c:v>42.9</c:v>
                </c:pt>
                <c:pt idx="16535">
                  <c:v>42.9</c:v>
                </c:pt>
                <c:pt idx="16536">
                  <c:v>42.9</c:v>
                </c:pt>
                <c:pt idx="16537">
                  <c:v>42.9</c:v>
                </c:pt>
                <c:pt idx="16538">
                  <c:v>42.9</c:v>
                </c:pt>
                <c:pt idx="16539">
                  <c:v>42.9</c:v>
                </c:pt>
                <c:pt idx="16540">
                  <c:v>42.9</c:v>
                </c:pt>
                <c:pt idx="16541">
                  <c:v>42.9</c:v>
                </c:pt>
                <c:pt idx="16542">
                  <c:v>42.9</c:v>
                </c:pt>
                <c:pt idx="16543">
                  <c:v>42.9</c:v>
                </c:pt>
                <c:pt idx="16544">
                  <c:v>42.85</c:v>
                </c:pt>
                <c:pt idx="16545">
                  <c:v>42.85</c:v>
                </c:pt>
                <c:pt idx="16546">
                  <c:v>42.85</c:v>
                </c:pt>
                <c:pt idx="16547">
                  <c:v>42.85</c:v>
                </c:pt>
                <c:pt idx="16548">
                  <c:v>42.85</c:v>
                </c:pt>
                <c:pt idx="16549">
                  <c:v>42.85</c:v>
                </c:pt>
                <c:pt idx="16550">
                  <c:v>42.85</c:v>
                </c:pt>
                <c:pt idx="16551">
                  <c:v>42.85</c:v>
                </c:pt>
                <c:pt idx="16552">
                  <c:v>42.85</c:v>
                </c:pt>
                <c:pt idx="16553">
                  <c:v>42.85</c:v>
                </c:pt>
                <c:pt idx="16554">
                  <c:v>42.85</c:v>
                </c:pt>
                <c:pt idx="16555">
                  <c:v>42.85</c:v>
                </c:pt>
                <c:pt idx="16556">
                  <c:v>42.85</c:v>
                </c:pt>
                <c:pt idx="16557">
                  <c:v>42.85</c:v>
                </c:pt>
                <c:pt idx="16558">
                  <c:v>42.85</c:v>
                </c:pt>
                <c:pt idx="16559">
                  <c:v>42.85</c:v>
                </c:pt>
                <c:pt idx="16560">
                  <c:v>42.85</c:v>
                </c:pt>
                <c:pt idx="16561">
                  <c:v>42.85</c:v>
                </c:pt>
                <c:pt idx="16562">
                  <c:v>42.85</c:v>
                </c:pt>
                <c:pt idx="16563">
                  <c:v>42.8</c:v>
                </c:pt>
                <c:pt idx="16564">
                  <c:v>42.8</c:v>
                </c:pt>
                <c:pt idx="16565">
                  <c:v>42.8</c:v>
                </c:pt>
                <c:pt idx="16566">
                  <c:v>42.8</c:v>
                </c:pt>
                <c:pt idx="16567">
                  <c:v>42.8</c:v>
                </c:pt>
                <c:pt idx="16568">
                  <c:v>42.8</c:v>
                </c:pt>
                <c:pt idx="16569">
                  <c:v>42.8</c:v>
                </c:pt>
                <c:pt idx="16570">
                  <c:v>42.8</c:v>
                </c:pt>
                <c:pt idx="16571">
                  <c:v>42.8</c:v>
                </c:pt>
                <c:pt idx="16572">
                  <c:v>42.8</c:v>
                </c:pt>
                <c:pt idx="16573">
                  <c:v>42.8</c:v>
                </c:pt>
                <c:pt idx="16574">
                  <c:v>42.8</c:v>
                </c:pt>
                <c:pt idx="16575">
                  <c:v>42.8</c:v>
                </c:pt>
                <c:pt idx="16576">
                  <c:v>42.8</c:v>
                </c:pt>
                <c:pt idx="16577">
                  <c:v>42.8</c:v>
                </c:pt>
                <c:pt idx="16578">
                  <c:v>42.8</c:v>
                </c:pt>
                <c:pt idx="16579">
                  <c:v>42.8</c:v>
                </c:pt>
                <c:pt idx="16580">
                  <c:v>42.8</c:v>
                </c:pt>
                <c:pt idx="16581">
                  <c:v>42.8</c:v>
                </c:pt>
                <c:pt idx="16582">
                  <c:v>42.8</c:v>
                </c:pt>
                <c:pt idx="16583">
                  <c:v>42.8</c:v>
                </c:pt>
                <c:pt idx="16584">
                  <c:v>42.8</c:v>
                </c:pt>
                <c:pt idx="16585">
                  <c:v>42.8</c:v>
                </c:pt>
                <c:pt idx="16586">
                  <c:v>42.8</c:v>
                </c:pt>
                <c:pt idx="16587">
                  <c:v>42.75</c:v>
                </c:pt>
                <c:pt idx="16588">
                  <c:v>42.75</c:v>
                </c:pt>
                <c:pt idx="16589">
                  <c:v>42.75</c:v>
                </c:pt>
                <c:pt idx="16590">
                  <c:v>42.75</c:v>
                </c:pt>
                <c:pt idx="16591">
                  <c:v>42.75</c:v>
                </c:pt>
                <c:pt idx="16592">
                  <c:v>42.75</c:v>
                </c:pt>
                <c:pt idx="16593">
                  <c:v>42.75</c:v>
                </c:pt>
                <c:pt idx="16594">
                  <c:v>42.75</c:v>
                </c:pt>
                <c:pt idx="16595">
                  <c:v>42.75</c:v>
                </c:pt>
                <c:pt idx="16596">
                  <c:v>42.75</c:v>
                </c:pt>
                <c:pt idx="16597">
                  <c:v>42.75</c:v>
                </c:pt>
                <c:pt idx="16598">
                  <c:v>42.75</c:v>
                </c:pt>
                <c:pt idx="16599">
                  <c:v>42.75</c:v>
                </c:pt>
                <c:pt idx="16600">
                  <c:v>42.75</c:v>
                </c:pt>
                <c:pt idx="16601">
                  <c:v>42.75</c:v>
                </c:pt>
                <c:pt idx="16602">
                  <c:v>42.75</c:v>
                </c:pt>
                <c:pt idx="16603">
                  <c:v>42.7</c:v>
                </c:pt>
                <c:pt idx="16604">
                  <c:v>42.7</c:v>
                </c:pt>
                <c:pt idx="16605">
                  <c:v>42.7</c:v>
                </c:pt>
                <c:pt idx="16606">
                  <c:v>42.7</c:v>
                </c:pt>
                <c:pt idx="16607">
                  <c:v>42.7</c:v>
                </c:pt>
                <c:pt idx="16608">
                  <c:v>42.7</c:v>
                </c:pt>
                <c:pt idx="16609">
                  <c:v>42.7</c:v>
                </c:pt>
                <c:pt idx="16610">
                  <c:v>42.7</c:v>
                </c:pt>
                <c:pt idx="16611">
                  <c:v>42.7</c:v>
                </c:pt>
                <c:pt idx="16612">
                  <c:v>42.7</c:v>
                </c:pt>
                <c:pt idx="16613">
                  <c:v>42.7</c:v>
                </c:pt>
                <c:pt idx="16614">
                  <c:v>42.7</c:v>
                </c:pt>
                <c:pt idx="16615">
                  <c:v>42.7</c:v>
                </c:pt>
                <c:pt idx="16616">
                  <c:v>42.7</c:v>
                </c:pt>
                <c:pt idx="16617">
                  <c:v>42.7</c:v>
                </c:pt>
                <c:pt idx="16618">
                  <c:v>42.7</c:v>
                </c:pt>
                <c:pt idx="16619">
                  <c:v>42.7</c:v>
                </c:pt>
                <c:pt idx="16620">
                  <c:v>42.7</c:v>
                </c:pt>
                <c:pt idx="16621">
                  <c:v>42.7</c:v>
                </c:pt>
                <c:pt idx="16622">
                  <c:v>42.7</c:v>
                </c:pt>
                <c:pt idx="16623">
                  <c:v>42.7</c:v>
                </c:pt>
                <c:pt idx="16624">
                  <c:v>42.7</c:v>
                </c:pt>
                <c:pt idx="16625">
                  <c:v>42.7</c:v>
                </c:pt>
                <c:pt idx="16626">
                  <c:v>42.7</c:v>
                </c:pt>
                <c:pt idx="16627">
                  <c:v>42.65</c:v>
                </c:pt>
                <c:pt idx="16628">
                  <c:v>42.7</c:v>
                </c:pt>
                <c:pt idx="16629">
                  <c:v>42.65</c:v>
                </c:pt>
                <c:pt idx="16630">
                  <c:v>42.65</c:v>
                </c:pt>
                <c:pt idx="16631">
                  <c:v>42.65</c:v>
                </c:pt>
                <c:pt idx="16632">
                  <c:v>42.65</c:v>
                </c:pt>
                <c:pt idx="16633">
                  <c:v>42.65</c:v>
                </c:pt>
                <c:pt idx="16634">
                  <c:v>42.65</c:v>
                </c:pt>
                <c:pt idx="16635">
                  <c:v>42.65</c:v>
                </c:pt>
                <c:pt idx="16636">
                  <c:v>42.65</c:v>
                </c:pt>
                <c:pt idx="16637">
                  <c:v>42.65</c:v>
                </c:pt>
                <c:pt idx="16638">
                  <c:v>42.65</c:v>
                </c:pt>
                <c:pt idx="16639">
                  <c:v>42.65</c:v>
                </c:pt>
                <c:pt idx="16640">
                  <c:v>42.65</c:v>
                </c:pt>
                <c:pt idx="16641">
                  <c:v>42.65</c:v>
                </c:pt>
                <c:pt idx="16642">
                  <c:v>42.65</c:v>
                </c:pt>
                <c:pt idx="16643">
                  <c:v>42.65</c:v>
                </c:pt>
                <c:pt idx="16644">
                  <c:v>42.65</c:v>
                </c:pt>
                <c:pt idx="16645">
                  <c:v>42.65</c:v>
                </c:pt>
                <c:pt idx="16646">
                  <c:v>42.65</c:v>
                </c:pt>
                <c:pt idx="16647">
                  <c:v>42.6</c:v>
                </c:pt>
                <c:pt idx="16648">
                  <c:v>42.6</c:v>
                </c:pt>
                <c:pt idx="16649">
                  <c:v>42.6</c:v>
                </c:pt>
                <c:pt idx="16650">
                  <c:v>42.6</c:v>
                </c:pt>
                <c:pt idx="16651">
                  <c:v>42.6</c:v>
                </c:pt>
                <c:pt idx="16652">
                  <c:v>42.6</c:v>
                </c:pt>
                <c:pt idx="16653">
                  <c:v>42.6</c:v>
                </c:pt>
                <c:pt idx="16654">
                  <c:v>42.6</c:v>
                </c:pt>
                <c:pt idx="16655">
                  <c:v>42.6</c:v>
                </c:pt>
                <c:pt idx="16656">
                  <c:v>42.6</c:v>
                </c:pt>
                <c:pt idx="16657">
                  <c:v>42.6</c:v>
                </c:pt>
                <c:pt idx="16658">
                  <c:v>42.6</c:v>
                </c:pt>
                <c:pt idx="16659">
                  <c:v>42.6</c:v>
                </c:pt>
                <c:pt idx="16660">
                  <c:v>42.6</c:v>
                </c:pt>
                <c:pt idx="16661">
                  <c:v>42.6</c:v>
                </c:pt>
                <c:pt idx="16662">
                  <c:v>42.6</c:v>
                </c:pt>
                <c:pt idx="16663">
                  <c:v>42.6</c:v>
                </c:pt>
                <c:pt idx="16664">
                  <c:v>42.6</c:v>
                </c:pt>
                <c:pt idx="16665">
                  <c:v>42.6</c:v>
                </c:pt>
                <c:pt idx="16666">
                  <c:v>42.6</c:v>
                </c:pt>
                <c:pt idx="16667">
                  <c:v>42.6</c:v>
                </c:pt>
                <c:pt idx="16668">
                  <c:v>42.6</c:v>
                </c:pt>
                <c:pt idx="16669">
                  <c:v>42.6</c:v>
                </c:pt>
                <c:pt idx="16670">
                  <c:v>42.6</c:v>
                </c:pt>
                <c:pt idx="16671">
                  <c:v>42.6</c:v>
                </c:pt>
                <c:pt idx="16672">
                  <c:v>42.6</c:v>
                </c:pt>
                <c:pt idx="16673">
                  <c:v>42.6</c:v>
                </c:pt>
                <c:pt idx="16674">
                  <c:v>42.55</c:v>
                </c:pt>
                <c:pt idx="16675">
                  <c:v>42.55</c:v>
                </c:pt>
                <c:pt idx="16676">
                  <c:v>42.55</c:v>
                </c:pt>
                <c:pt idx="16677">
                  <c:v>42.55</c:v>
                </c:pt>
                <c:pt idx="16678">
                  <c:v>42.55</c:v>
                </c:pt>
                <c:pt idx="16679">
                  <c:v>42.55</c:v>
                </c:pt>
                <c:pt idx="16680">
                  <c:v>42.55</c:v>
                </c:pt>
                <c:pt idx="16681">
                  <c:v>42.55</c:v>
                </c:pt>
                <c:pt idx="16682">
                  <c:v>42.55</c:v>
                </c:pt>
                <c:pt idx="16683">
                  <c:v>42.55</c:v>
                </c:pt>
                <c:pt idx="16684">
                  <c:v>42.55</c:v>
                </c:pt>
                <c:pt idx="16685">
                  <c:v>42.55</c:v>
                </c:pt>
                <c:pt idx="16686">
                  <c:v>42.55</c:v>
                </c:pt>
                <c:pt idx="16687">
                  <c:v>42.55</c:v>
                </c:pt>
                <c:pt idx="16688">
                  <c:v>42.55</c:v>
                </c:pt>
                <c:pt idx="16689">
                  <c:v>42.55</c:v>
                </c:pt>
                <c:pt idx="16690">
                  <c:v>42.55</c:v>
                </c:pt>
                <c:pt idx="16691">
                  <c:v>42.55</c:v>
                </c:pt>
                <c:pt idx="16692">
                  <c:v>42.55</c:v>
                </c:pt>
                <c:pt idx="16693">
                  <c:v>42.55</c:v>
                </c:pt>
                <c:pt idx="16694">
                  <c:v>42.55</c:v>
                </c:pt>
                <c:pt idx="16695">
                  <c:v>42.55</c:v>
                </c:pt>
                <c:pt idx="16696">
                  <c:v>42.55</c:v>
                </c:pt>
                <c:pt idx="16697">
                  <c:v>42.55</c:v>
                </c:pt>
                <c:pt idx="16698">
                  <c:v>42.55</c:v>
                </c:pt>
                <c:pt idx="16699">
                  <c:v>42.55</c:v>
                </c:pt>
                <c:pt idx="16700">
                  <c:v>42.55</c:v>
                </c:pt>
                <c:pt idx="16701">
                  <c:v>42.55</c:v>
                </c:pt>
                <c:pt idx="16702">
                  <c:v>42.55</c:v>
                </c:pt>
                <c:pt idx="16703">
                  <c:v>42.55</c:v>
                </c:pt>
                <c:pt idx="16704">
                  <c:v>42.55</c:v>
                </c:pt>
                <c:pt idx="16705">
                  <c:v>42.55</c:v>
                </c:pt>
                <c:pt idx="16706">
                  <c:v>42.55</c:v>
                </c:pt>
                <c:pt idx="16707">
                  <c:v>42.55</c:v>
                </c:pt>
                <c:pt idx="16708">
                  <c:v>42.55</c:v>
                </c:pt>
                <c:pt idx="16709">
                  <c:v>42.55</c:v>
                </c:pt>
                <c:pt idx="16710">
                  <c:v>42.55</c:v>
                </c:pt>
                <c:pt idx="16711">
                  <c:v>42.55</c:v>
                </c:pt>
                <c:pt idx="16712">
                  <c:v>42.55</c:v>
                </c:pt>
                <c:pt idx="16713">
                  <c:v>42.55</c:v>
                </c:pt>
                <c:pt idx="16714">
                  <c:v>42.55</c:v>
                </c:pt>
                <c:pt idx="16715">
                  <c:v>42.55</c:v>
                </c:pt>
                <c:pt idx="16716">
                  <c:v>42.55</c:v>
                </c:pt>
                <c:pt idx="16717">
                  <c:v>42.55</c:v>
                </c:pt>
                <c:pt idx="16718">
                  <c:v>42.55</c:v>
                </c:pt>
                <c:pt idx="16719">
                  <c:v>42.5</c:v>
                </c:pt>
                <c:pt idx="16720">
                  <c:v>42.5</c:v>
                </c:pt>
                <c:pt idx="16721">
                  <c:v>42.5</c:v>
                </c:pt>
                <c:pt idx="16722">
                  <c:v>42.5</c:v>
                </c:pt>
                <c:pt idx="16723">
                  <c:v>42.5</c:v>
                </c:pt>
                <c:pt idx="16724">
                  <c:v>42.5</c:v>
                </c:pt>
                <c:pt idx="16725">
                  <c:v>42.5</c:v>
                </c:pt>
                <c:pt idx="16726">
                  <c:v>42.5</c:v>
                </c:pt>
                <c:pt idx="16727">
                  <c:v>42.5</c:v>
                </c:pt>
                <c:pt idx="16728">
                  <c:v>42.5</c:v>
                </c:pt>
                <c:pt idx="16729">
                  <c:v>42.5</c:v>
                </c:pt>
                <c:pt idx="16730">
                  <c:v>42.5</c:v>
                </c:pt>
                <c:pt idx="16731">
                  <c:v>42.5</c:v>
                </c:pt>
                <c:pt idx="16732">
                  <c:v>42.5</c:v>
                </c:pt>
                <c:pt idx="16733">
                  <c:v>42.5</c:v>
                </c:pt>
                <c:pt idx="16734">
                  <c:v>42.5</c:v>
                </c:pt>
                <c:pt idx="16735">
                  <c:v>42.5</c:v>
                </c:pt>
                <c:pt idx="16736">
                  <c:v>42.5</c:v>
                </c:pt>
                <c:pt idx="16737">
                  <c:v>42.5</c:v>
                </c:pt>
                <c:pt idx="16738">
                  <c:v>42.5</c:v>
                </c:pt>
                <c:pt idx="16739">
                  <c:v>42.5</c:v>
                </c:pt>
                <c:pt idx="16740">
                  <c:v>42.5</c:v>
                </c:pt>
                <c:pt idx="16741">
                  <c:v>42.5</c:v>
                </c:pt>
                <c:pt idx="16742">
                  <c:v>42.45</c:v>
                </c:pt>
                <c:pt idx="16743">
                  <c:v>42.45</c:v>
                </c:pt>
                <c:pt idx="16744">
                  <c:v>42.45</c:v>
                </c:pt>
                <c:pt idx="16745">
                  <c:v>42.45</c:v>
                </c:pt>
                <c:pt idx="16746">
                  <c:v>42.45</c:v>
                </c:pt>
                <c:pt idx="16747">
                  <c:v>42.45</c:v>
                </c:pt>
                <c:pt idx="16748">
                  <c:v>42.45</c:v>
                </c:pt>
                <c:pt idx="16749">
                  <c:v>42.45</c:v>
                </c:pt>
                <c:pt idx="16750">
                  <c:v>42.45</c:v>
                </c:pt>
                <c:pt idx="16751">
                  <c:v>42.45</c:v>
                </c:pt>
                <c:pt idx="16752">
                  <c:v>42.45</c:v>
                </c:pt>
                <c:pt idx="16753">
                  <c:v>42.45</c:v>
                </c:pt>
                <c:pt idx="16754">
                  <c:v>42.45</c:v>
                </c:pt>
                <c:pt idx="16755">
                  <c:v>42.45</c:v>
                </c:pt>
                <c:pt idx="16756">
                  <c:v>42.4</c:v>
                </c:pt>
                <c:pt idx="16757">
                  <c:v>42.4</c:v>
                </c:pt>
                <c:pt idx="16758">
                  <c:v>42.4</c:v>
                </c:pt>
                <c:pt idx="16759">
                  <c:v>42.4</c:v>
                </c:pt>
                <c:pt idx="16760">
                  <c:v>42.4</c:v>
                </c:pt>
                <c:pt idx="16761">
                  <c:v>42.4</c:v>
                </c:pt>
                <c:pt idx="16762">
                  <c:v>42.4</c:v>
                </c:pt>
                <c:pt idx="16763">
                  <c:v>42.4</c:v>
                </c:pt>
                <c:pt idx="16764">
                  <c:v>42.4</c:v>
                </c:pt>
                <c:pt idx="16765">
                  <c:v>42.4</c:v>
                </c:pt>
                <c:pt idx="16766">
                  <c:v>42.4</c:v>
                </c:pt>
                <c:pt idx="16767">
                  <c:v>42.4</c:v>
                </c:pt>
                <c:pt idx="16768">
                  <c:v>42.4</c:v>
                </c:pt>
                <c:pt idx="16769">
                  <c:v>42.4</c:v>
                </c:pt>
                <c:pt idx="16770">
                  <c:v>42.4</c:v>
                </c:pt>
                <c:pt idx="16771">
                  <c:v>42.4</c:v>
                </c:pt>
                <c:pt idx="16772">
                  <c:v>42.4</c:v>
                </c:pt>
                <c:pt idx="16773">
                  <c:v>42.4</c:v>
                </c:pt>
                <c:pt idx="16774">
                  <c:v>42.4</c:v>
                </c:pt>
                <c:pt idx="16775">
                  <c:v>42.4</c:v>
                </c:pt>
                <c:pt idx="16776">
                  <c:v>42.4</c:v>
                </c:pt>
                <c:pt idx="16777">
                  <c:v>42.4</c:v>
                </c:pt>
                <c:pt idx="16778">
                  <c:v>42.4</c:v>
                </c:pt>
                <c:pt idx="16779">
                  <c:v>42.4</c:v>
                </c:pt>
                <c:pt idx="16780">
                  <c:v>42.4</c:v>
                </c:pt>
                <c:pt idx="16781">
                  <c:v>42.35</c:v>
                </c:pt>
                <c:pt idx="16782">
                  <c:v>42.35</c:v>
                </c:pt>
                <c:pt idx="16783">
                  <c:v>42.35</c:v>
                </c:pt>
                <c:pt idx="16784">
                  <c:v>42.35</c:v>
                </c:pt>
                <c:pt idx="16785">
                  <c:v>42.35</c:v>
                </c:pt>
                <c:pt idx="16786">
                  <c:v>42.35</c:v>
                </c:pt>
                <c:pt idx="16787">
                  <c:v>42.35</c:v>
                </c:pt>
                <c:pt idx="16788">
                  <c:v>42.35</c:v>
                </c:pt>
                <c:pt idx="16789">
                  <c:v>42.35</c:v>
                </c:pt>
                <c:pt idx="16790">
                  <c:v>42.35</c:v>
                </c:pt>
                <c:pt idx="16791">
                  <c:v>42.35</c:v>
                </c:pt>
                <c:pt idx="16792">
                  <c:v>42.35</c:v>
                </c:pt>
                <c:pt idx="16793">
                  <c:v>42.35</c:v>
                </c:pt>
                <c:pt idx="16794">
                  <c:v>42.35</c:v>
                </c:pt>
                <c:pt idx="16795">
                  <c:v>42.35</c:v>
                </c:pt>
                <c:pt idx="16796">
                  <c:v>42.3</c:v>
                </c:pt>
                <c:pt idx="16797">
                  <c:v>42.35</c:v>
                </c:pt>
                <c:pt idx="16798">
                  <c:v>42.3</c:v>
                </c:pt>
                <c:pt idx="16799">
                  <c:v>42.3</c:v>
                </c:pt>
                <c:pt idx="16800">
                  <c:v>42.3</c:v>
                </c:pt>
                <c:pt idx="16801">
                  <c:v>42.3</c:v>
                </c:pt>
                <c:pt idx="16802">
                  <c:v>42.3</c:v>
                </c:pt>
                <c:pt idx="16803">
                  <c:v>42.3</c:v>
                </c:pt>
                <c:pt idx="16804">
                  <c:v>42.3</c:v>
                </c:pt>
                <c:pt idx="16805">
                  <c:v>42.3</c:v>
                </c:pt>
                <c:pt idx="16806">
                  <c:v>42.3</c:v>
                </c:pt>
                <c:pt idx="16807">
                  <c:v>42.3</c:v>
                </c:pt>
                <c:pt idx="16808">
                  <c:v>42.3</c:v>
                </c:pt>
                <c:pt idx="16809">
                  <c:v>42.3</c:v>
                </c:pt>
                <c:pt idx="16810">
                  <c:v>42.3</c:v>
                </c:pt>
                <c:pt idx="16811">
                  <c:v>42.3</c:v>
                </c:pt>
                <c:pt idx="16812">
                  <c:v>42.3</c:v>
                </c:pt>
                <c:pt idx="16813">
                  <c:v>42.3</c:v>
                </c:pt>
                <c:pt idx="16814">
                  <c:v>42.3</c:v>
                </c:pt>
                <c:pt idx="16815">
                  <c:v>42.3</c:v>
                </c:pt>
                <c:pt idx="16816">
                  <c:v>42.3</c:v>
                </c:pt>
                <c:pt idx="16817">
                  <c:v>42.3</c:v>
                </c:pt>
                <c:pt idx="16818">
                  <c:v>42.3</c:v>
                </c:pt>
                <c:pt idx="16819">
                  <c:v>42.3</c:v>
                </c:pt>
                <c:pt idx="16820">
                  <c:v>42.3</c:v>
                </c:pt>
                <c:pt idx="16821">
                  <c:v>42.3</c:v>
                </c:pt>
                <c:pt idx="16822">
                  <c:v>42.3</c:v>
                </c:pt>
                <c:pt idx="16823">
                  <c:v>42.25</c:v>
                </c:pt>
                <c:pt idx="16824">
                  <c:v>42.25</c:v>
                </c:pt>
                <c:pt idx="16825">
                  <c:v>42.25</c:v>
                </c:pt>
                <c:pt idx="16826">
                  <c:v>42.25</c:v>
                </c:pt>
                <c:pt idx="16827">
                  <c:v>42.25</c:v>
                </c:pt>
                <c:pt idx="16828">
                  <c:v>42.25</c:v>
                </c:pt>
                <c:pt idx="16829">
                  <c:v>42.25</c:v>
                </c:pt>
                <c:pt idx="16830">
                  <c:v>42.25</c:v>
                </c:pt>
                <c:pt idx="16831">
                  <c:v>42.25</c:v>
                </c:pt>
                <c:pt idx="16832">
                  <c:v>42.25</c:v>
                </c:pt>
                <c:pt idx="16833">
                  <c:v>42.25</c:v>
                </c:pt>
                <c:pt idx="16834">
                  <c:v>42.25</c:v>
                </c:pt>
                <c:pt idx="16835">
                  <c:v>42.25</c:v>
                </c:pt>
                <c:pt idx="16836">
                  <c:v>42.25</c:v>
                </c:pt>
                <c:pt idx="16837">
                  <c:v>42.25</c:v>
                </c:pt>
                <c:pt idx="16838">
                  <c:v>42.25</c:v>
                </c:pt>
                <c:pt idx="16839">
                  <c:v>42.25</c:v>
                </c:pt>
                <c:pt idx="16840">
                  <c:v>42.25</c:v>
                </c:pt>
                <c:pt idx="16841">
                  <c:v>42.25</c:v>
                </c:pt>
                <c:pt idx="16842">
                  <c:v>42.25</c:v>
                </c:pt>
                <c:pt idx="16843">
                  <c:v>42.25</c:v>
                </c:pt>
                <c:pt idx="16844">
                  <c:v>42.2</c:v>
                </c:pt>
                <c:pt idx="16845">
                  <c:v>42.2</c:v>
                </c:pt>
                <c:pt idx="16846">
                  <c:v>42.2</c:v>
                </c:pt>
                <c:pt idx="16847">
                  <c:v>42.2</c:v>
                </c:pt>
                <c:pt idx="16848">
                  <c:v>42.2</c:v>
                </c:pt>
                <c:pt idx="16849">
                  <c:v>42.2</c:v>
                </c:pt>
                <c:pt idx="16850">
                  <c:v>42.2</c:v>
                </c:pt>
                <c:pt idx="16851">
                  <c:v>42.2</c:v>
                </c:pt>
                <c:pt idx="16852">
                  <c:v>42.2</c:v>
                </c:pt>
                <c:pt idx="16853">
                  <c:v>42.2</c:v>
                </c:pt>
                <c:pt idx="16854">
                  <c:v>42.2</c:v>
                </c:pt>
                <c:pt idx="16855">
                  <c:v>42.2</c:v>
                </c:pt>
                <c:pt idx="16856">
                  <c:v>42.2</c:v>
                </c:pt>
                <c:pt idx="16857">
                  <c:v>42.2</c:v>
                </c:pt>
                <c:pt idx="16858">
                  <c:v>42.2</c:v>
                </c:pt>
                <c:pt idx="16859">
                  <c:v>42.2</c:v>
                </c:pt>
                <c:pt idx="16860">
                  <c:v>42.2</c:v>
                </c:pt>
                <c:pt idx="16861">
                  <c:v>42.2</c:v>
                </c:pt>
                <c:pt idx="16862">
                  <c:v>42.2</c:v>
                </c:pt>
                <c:pt idx="16863">
                  <c:v>42.2</c:v>
                </c:pt>
                <c:pt idx="16864">
                  <c:v>42.2</c:v>
                </c:pt>
                <c:pt idx="16865">
                  <c:v>42.2</c:v>
                </c:pt>
                <c:pt idx="16866">
                  <c:v>42.2</c:v>
                </c:pt>
                <c:pt idx="16867">
                  <c:v>42.2</c:v>
                </c:pt>
                <c:pt idx="16868">
                  <c:v>42.2</c:v>
                </c:pt>
                <c:pt idx="16869">
                  <c:v>42.2</c:v>
                </c:pt>
                <c:pt idx="16870">
                  <c:v>42.15</c:v>
                </c:pt>
                <c:pt idx="16871">
                  <c:v>42.15</c:v>
                </c:pt>
                <c:pt idx="16872">
                  <c:v>42.15</c:v>
                </c:pt>
                <c:pt idx="16873">
                  <c:v>42.15</c:v>
                </c:pt>
                <c:pt idx="16874">
                  <c:v>42.15</c:v>
                </c:pt>
                <c:pt idx="16875">
                  <c:v>42.15</c:v>
                </c:pt>
                <c:pt idx="16876">
                  <c:v>42.15</c:v>
                </c:pt>
                <c:pt idx="16877">
                  <c:v>42.15</c:v>
                </c:pt>
                <c:pt idx="16878">
                  <c:v>42.15</c:v>
                </c:pt>
                <c:pt idx="16879">
                  <c:v>42.15</c:v>
                </c:pt>
                <c:pt idx="16880">
                  <c:v>42.15</c:v>
                </c:pt>
                <c:pt idx="16881">
                  <c:v>42.15</c:v>
                </c:pt>
                <c:pt idx="16882">
                  <c:v>42.15</c:v>
                </c:pt>
                <c:pt idx="16883">
                  <c:v>42.15</c:v>
                </c:pt>
                <c:pt idx="16884">
                  <c:v>42.15</c:v>
                </c:pt>
                <c:pt idx="16885">
                  <c:v>42.15</c:v>
                </c:pt>
                <c:pt idx="16886">
                  <c:v>42.1</c:v>
                </c:pt>
                <c:pt idx="16887">
                  <c:v>42.15</c:v>
                </c:pt>
                <c:pt idx="16888">
                  <c:v>42.15</c:v>
                </c:pt>
                <c:pt idx="16889">
                  <c:v>42.1</c:v>
                </c:pt>
                <c:pt idx="16890">
                  <c:v>42.15</c:v>
                </c:pt>
                <c:pt idx="16891">
                  <c:v>42.1</c:v>
                </c:pt>
                <c:pt idx="16892">
                  <c:v>42.1</c:v>
                </c:pt>
                <c:pt idx="16893">
                  <c:v>42.1</c:v>
                </c:pt>
                <c:pt idx="16894">
                  <c:v>42.1</c:v>
                </c:pt>
                <c:pt idx="16895">
                  <c:v>42.1</c:v>
                </c:pt>
                <c:pt idx="16896">
                  <c:v>42.1</c:v>
                </c:pt>
                <c:pt idx="16897">
                  <c:v>42.1</c:v>
                </c:pt>
                <c:pt idx="16898">
                  <c:v>42.1</c:v>
                </c:pt>
                <c:pt idx="16899">
                  <c:v>42.1</c:v>
                </c:pt>
                <c:pt idx="16900">
                  <c:v>42.1</c:v>
                </c:pt>
                <c:pt idx="16901">
                  <c:v>42.1</c:v>
                </c:pt>
                <c:pt idx="16902">
                  <c:v>42.05</c:v>
                </c:pt>
                <c:pt idx="16903">
                  <c:v>42.05</c:v>
                </c:pt>
                <c:pt idx="16904">
                  <c:v>42.05</c:v>
                </c:pt>
                <c:pt idx="16905">
                  <c:v>42.1</c:v>
                </c:pt>
                <c:pt idx="16906">
                  <c:v>42.1</c:v>
                </c:pt>
                <c:pt idx="16907">
                  <c:v>42.05</c:v>
                </c:pt>
                <c:pt idx="16908">
                  <c:v>42.05</c:v>
                </c:pt>
                <c:pt idx="16909">
                  <c:v>42.1</c:v>
                </c:pt>
                <c:pt idx="16910">
                  <c:v>42.05</c:v>
                </c:pt>
                <c:pt idx="16911">
                  <c:v>42.1</c:v>
                </c:pt>
                <c:pt idx="16912">
                  <c:v>42.05</c:v>
                </c:pt>
                <c:pt idx="16913">
                  <c:v>42.05</c:v>
                </c:pt>
                <c:pt idx="16914">
                  <c:v>42.1</c:v>
                </c:pt>
                <c:pt idx="16915">
                  <c:v>42.1</c:v>
                </c:pt>
                <c:pt idx="16916">
                  <c:v>42.05</c:v>
                </c:pt>
                <c:pt idx="16917">
                  <c:v>42.05</c:v>
                </c:pt>
                <c:pt idx="16918">
                  <c:v>42.05</c:v>
                </c:pt>
                <c:pt idx="16919">
                  <c:v>42.05</c:v>
                </c:pt>
                <c:pt idx="16920">
                  <c:v>42.05</c:v>
                </c:pt>
                <c:pt idx="16921">
                  <c:v>42.05</c:v>
                </c:pt>
                <c:pt idx="16922">
                  <c:v>42.05</c:v>
                </c:pt>
                <c:pt idx="16923">
                  <c:v>42.05</c:v>
                </c:pt>
                <c:pt idx="16924">
                  <c:v>42.05</c:v>
                </c:pt>
                <c:pt idx="16925">
                  <c:v>42.05</c:v>
                </c:pt>
                <c:pt idx="16926">
                  <c:v>42</c:v>
                </c:pt>
                <c:pt idx="16927">
                  <c:v>42</c:v>
                </c:pt>
                <c:pt idx="16928">
                  <c:v>42</c:v>
                </c:pt>
                <c:pt idx="16929">
                  <c:v>42</c:v>
                </c:pt>
                <c:pt idx="16930">
                  <c:v>42</c:v>
                </c:pt>
                <c:pt idx="16931">
                  <c:v>42</c:v>
                </c:pt>
                <c:pt idx="16932">
                  <c:v>42</c:v>
                </c:pt>
                <c:pt idx="16933">
                  <c:v>42</c:v>
                </c:pt>
                <c:pt idx="16934">
                  <c:v>42</c:v>
                </c:pt>
                <c:pt idx="16935">
                  <c:v>42</c:v>
                </c:pt>
                <c:pt idx="16936">
                  <c:v>42</c:v>
                </c:pt>
                <c:pt idx="16937">
                  <c:v>42</c:v>
                </c:pt>
                <c:pt idx="16938">
                  <c:v>42</c:v>
                </c:pt>
                <c:pt idx="16939">
                  <c:v>42</c:v>
                </c:pt>
                <c:pt idx="16940">
                  <c:v>42</c:v>
                </c:pt>
                <c:pt idx="16941">
                  <c:v>42</c:v>
                </c:pt>
                <c:pt idx="16942">
                  <c:v>42</c:v>
                </c:pt>
                <c:pt idx="16943">
                  <c:v>42</c:v>
                </c:pt>
                <c:pt idx="16944">
                  <c:v>41.95</c:v>
                </c:pt>
                <c:pt idx="16945">
                  <c:v>41.95</c:v>
                </c:pt>
                <c:pt idx="16946">
                  <c:v>41.95</c:v>
                </c:pt>
                <c:pt idx="16947">
                  <c:v>41.95</c:v>
                </c:pt>
                <c:pt idx="16948">
                  <c:v>41.95</c:v>
                </c:pt>
                <c:pt idx="16949">
                  <c:v>41.95</c:v>
                </c:pt>
                <c:pt idx="16950">
                  <c:v>41.95</c:v>
                </c:pt>
                <c:pt idx="16951">
                  <c:v>41.95</c:v>
                </c:pt>
                <c:pt idx="16952">
                  <c:v>41.95</c:v>
                </c:pt>
                <c:pt idx="16953">
                  <c:v>41.95</c:v>
                </c:pt>
                <c:pt idx="16954">
                  <c:v>41.95</c:v>
                </c:pt>
                <c:pt idx="16955">
                  <c:v>41.95</c:v>
                </c:pt>
                <c:pt idx="16956">
                  <c:v>41.95</c:v>
                </c:pt>
                <c:pt idx="16957">
                  <c:v>41.95</c:v>
                </c:pt>
                <c:pt idx="16958">
                  <c:v>41.9</c:v>
                </c:pt>
                <c:pt idx="16959">
                  <c:v>41.9</c:v>
                </c:pt>
                <c:pt idx="16960">
                  <c:v>41.9</c:v>
                </c:pt>
                <c:pt idx="16961">
                  <c:v>41.9</c:v>
                </c:pt>
                <c:pt idx="16962">
                  <c:v>41.95</c:v>
                </c:pt>
                <c:pt idx="16963">
                  <c:v>41.95</c:v>
                </c:pt>
                <c:pt idx="16964">
                  <c:v>41.9</c:v>
                </c:pt>
                <c:pt idx="16965">
                  <c:v>41.95</c:v>
                </c:pt>
                <c:pt idx="16966">
                  <c:v>41.95</c:v>
                </c:pt>
                <c:pt idx="16967">
                  <c:v>41.95</c:v>
                </c:pt>
                <c:pt idx="16968">
                  <c:v>41.95</c:v>
                </c:pt>
                <c:pt idx="16969">
                  <c:v>41.95</c:v>
                </c:pt>
                <c:pt idx="16970">
                  <c:v>41.9</c:v>
                </c:pt>
                <c:pt idx="16971">
                  <c:v>41.95</c:v>
                </c:pt>
                <c:pt idx="16972">
                  <c:v>41.95</c:v>
                </c:pt>
                <c:pt idx="16973">
                  <c:v>41.95</c:v>
                </c:pt>
                <c:pt idx="16974">
                  <c:v>41.9</c:v>
                </c:pt>
                <c:pt idx="16975">
                  <c:v>41.9</c:v>
                </c:pt>
                <c:pt idx="16976">
                  <c:v>41.9</c:v>
                </c:pt>
                <c:pt idx="16977">
                  <c:v>41.9</c:v>
                </c:pt>
                <c:pt idx="16978">
                  <c:v>41.9</c:v>
                </c:pt>
                <c:pt idx="16979">
                  <c:v>41.9</c:v>
                </c:pt>
                <c:pt idx="16980">
                  <c:v>41.9</c:v>
                </c:pt>
                <c:pt idx="16981">
                  <c:v>41.9</c:v>
                </c:pt>
                <c:pt idx="16982">
                  <c:v>41.9</c:v>
                </c:pt>
                <c:pt idx="16983">
                  <c:v>41.85</c:v>
                </c:pt>
                <c:pt idx="16984">
                  <c:v>41.85</c:v>
                </c:pt>
                <c:pt idx="16985">
                  <c:v>41.85</c:v>
                </c:pt>
                <c:pt idx="16986">
                  <c:v>41.9</c:v>
                </c:pt>
                <c:pt idx="16987">
                  <c:v>41.85</c:v>
                </c:pt>
                <c:pt idx="16988">
                  <c:v>41.85</c:v>
                </c:pt>
                <c:pt idx="16989">
                  <c:v>41.9</c:v>
                </c:pt>
                <c:pt idx="16990">
                  <c:v>41.85</c:v>
                </c:pt>
                <c:pt idx="16991">
                  <c:v>41.85</c:v>
                </c:pt>
                <c:pt idx="16992">
                  <c:v>41.85</c:v>
                </c:pt>
                <c:pt idx="16993">
                  <c:v>41.85</c:v>
                </c:pt>
                <c:pt idx="16994">
                  <c:v>41.85</c:v>
                </c:pt>
                <c:pt idx="16995">
                  <c:v>41.85</c:v>
                </c:pt>
                <c:pt idx="16996">
                  <c:v>41.85</c:v>
                </c:pt>
                <c:pt idx="16997">
                  <c:v>41.85</c:v>
                </c:pt>
                <c:pt idx="16998">
                  <c:v>41.85</c:v>
                </c:pt>
                <c:pt idx="16999">
                  <c:v>41.85</c:v>
                </c:pt>
                <c:pt idx="17000">
                  <c:v>41.85</c:v>
                </c:pt>
                <c:pt idx="17001">
                  <c:v>41.85</c:v>
                </c:pt>
                <c:pt idx="17002">
                  <c:v>41.85</c:v>
                </c:pt>
                <c:pt idx="17003">
                  <c:v>41.85</c:v>
                </c:pt>
                <c:pt idx="17004">
                  <c:v>41.85</c:v>
                </c:pt>
                <c:pt idx="17005">
                  <c:v>41.85</c:v>
                </c:pt>
                <c:pt idx="17006">
                  <c:v>41.85</c:v>
                </c:pt>
                <c:pt idx="17007">
                  <c:v>41.85</c:v>
                </c:pt>
                <c:pt idx="17008">
                  <c:v>41.85</c:v>
                </c:pt>
                <c:pt idx="17009">
                  <c:v>41.85</c:v>
                </c:pt>
                <c:pt idx="17010">
                  <c:v>41.85</c:v>
                </c:pt>
                <c:pt idx="17011">
                  <c:v>41.85</c:v>
                </c:pt>
                <c:pt idx="17012">
                  <c:v>41.8</c:v>
                </c:pt>
                <c:pt idx="17013">
                  <c:v>41.8</c:v>
                </c:pt>
                <c:pt idx="17014">
                  <c:v>41.8</c:v>
                </c:pt>
                <c:pt idx="17015">
                  <c:v>41.8</c:v>
                </c:pt>
                <c:pt idx="17016">
                  <c:v>41.8</c:v>
                </c:pt>
                <c:pt idx="17017">
                  <c:v>41.8</c:v>
                </c:pt>
                <c:pt idx="17018">
                  <c:v>41.8</c:v>
                </c:pt>
                <c:pt idx="17019">
                  <c:v>41.8</c:v>
                </c:pt>
                <c:pt idx="17020">
                  <c:v>41.8</c:v>
                </c:pt>
                <c:pt idx="17021">
                  <c:v>41.8</c:v>
                </c:pt>
                <c:pt idx="17022">
                  <c:v>41.8</c:v>
                </c:pt>
                <c:pt idx="17023">
                  <c:v>41.75</c:v>
                </c:pt>
                <c:pt idx="17024">
                  <c:v>41.75</c:v>
                </c:pt>
                <c:pt idx="17025">
                  <c:v>41.8</c:v>
                </c:pt>
                <c:pt idx="17026">
                  <c:v>41.75</c:v>
                </c:pt>
                <c:pt idx="17027">
                  <c:v>41.75</c:v>
                </c:pt>
                <c:pt idx="17028">
                  <c:v>41.75</c:v>
                </c:pt>
                <c:pt idx="17029">
                  <c:v>41.75</c:v>
                </c:pt>
                <c:pt idx="17030">
                  <c:v>41.75</c:v>
                </c:pt>
                <c:pt idx="17031">
                  <c:v>41.8</c:v>
                </c:pt>
                <c:pt idx="17032">
                  <c:v>41.8</c:v>
                </c:pt>
                <c:pt idx="17033">
                  <c:v>41.75</c:v>
                </c:pt>
                <c:pt idx="17034">
                  <c:v>41.75</c:v>
                </c:pt>
                <c:pt idx="17035">
                  <c:v>41.75</c:v>
                </c:pt>
                <c:pt idx="17036">
                  <c:v>41.75</c:v>
                </c:pt>
                <c:pt idx="17037">
                  <c:v>41.75</c:v>
                </c:pt>
                <c:pt idx="17038">
                  <c:v>41.75</c:v>
                </c:pt>
                <c:pt idx="17039">
                  <c:v>41.75</c:v>
                </c:pt>
                <c:pt idx="17040">
                  <c:v>41.75</c:v>
                </c:pt>
                <c:pt idx="17041">
                  <c:v>41.75</c:v>
                </c:pt>
                <c:pt idx="17042">
                  <c:v>41.75</c:v>
                </c:pt>
                <c:pt idx="17043">
                  <c:v>41.75</c:v>
                </c:pt>
                <c:pt idx="17044">
                  <c:v>41.75</c:v>
                </c:pt>
                <c:pt idx="17045">
                  <c:v>41.75</c:v>
                </c:pt>
                <c:pt idx="17046">
                  <c:v>41.75</c:v>
                </c:pt>
                <c:pt idx="17047">
                  <c:v>41.75</c:v>
                </c:pt>
                <c:pt idx="17048">
                  <c:v>41.75</c:v>
                </c:pt>
                <c:pt idx="17049">
                  <c:v>41.7</c:v>
                </c:pt>
                <c:pt idx="17050">
                  <c:v>41.7</c:v>
                </c:pt>
                <c:pt idx="17051">
                  <c:v>41.75</c:v>
                </c:pt>
                <c:pt idx="17052">
                  <c:v>41.75</c:v>
                </c:pt>
                <c:pt idx="17053">
                  <c:v>41.7</c:v>
                </c:pt>
                <c:pt idx="17054">
                  <c:v>41.75</c:v>
                </c:pt>
                <c:pt idx="17055">
                  <c:v>41.7</c:v>
                </c:pt>
                <c:pt idx="17056">
                  <c:v>41.7</c:v>
                </c:pt>
                <c:pt idx="17057">
                  <c:v>41.7</c:v>
                </c:pt>
                <c:pt idx="17058">
                  <c:v>41.7</c:v>
                </c:pt>
                <c:pt idx="17059">
                  <c:v>41.7</c:v>
                </c:pt>
                <c:pt idx="17060">
                  <c:v>41.7</c:v>
                </c:pt>
                <c:pt idx="17061">
                  <c:v>41.7</c:v>
                </c:pt>
                <c:pt idx="17062">
                  <c:v>41.7</c:v>
                </c:pt>
                <c:pt idx="17063">
                  <c:v>41.7</c:v>
                </c:pt>
                <c:pt idx="17064">
                  <c:v>41.7</c:v>
                </c:pt>
                <c:pt idx="17065">
                  <c:v>41.7</c:v>
                </c:pt>
                <c:pt idx="17066">
                  <c:v>41.7</c:v>
                </c:pt>
                <c:pt idx="17067">
                  <c:v>41.7</c:v>
                </c:pt>
                <c:pt idx="17068">
                  <c:v>41.7</c:v>
                </c:pt>
                <c:pt idx="17069">
                  <c:v>41.7</c:v>
                </c:pt>
                <c:pt idx="17070">
                  <c:v>41.7</c:v>
                </c:pt>
                <c:pt idx="17071">
                  <c:v>41.7</c:v>
                </c:pt>
                <c:pt idx="17072">
                  <c:v>41.7</c:v>
                </c:pt>
                <c:pt idx="17073">
                  <c:v>41.7</c:v>
                </c:pt>
                <c:pt idx="17074">
                  <c:v>41.7</c:v>
                </c:pt>
                <c:pt idx="17075">
                  <c:v>41.7</c:v>
                </c:pt>
                <c:pt idx="17076">
                  <c:v>41.7</c:v>
                </c:pt>
                <c:pt idx="17077">
                  <c:v>41.7</c:v>
                </c:pt>
                <c:pt idx="17078">
                  <c:v>41.65</c:v>
                </c:pt>
                <c:pt idx="17079">
                  <c:v>41.65</c:v>
                </c:pt>
                <c:pt idx="17080">
                  <c:v>41.65</c:v>
                </c:pt>
                <c:pt idx="17081">
                  <c:v>41.65</c:v>
                </c:pt>
                <c:pt idx="17082">
                  <c:v>41.65</c:v>
                </c:pt>
                <c:pt idx="17083">
                  <c:v>41.65</c:v>
                </c:pt>
                <c:pt idx="17084">
                  <c:v>41.65</c:v>
                </c:pt>
                <c:pt idx="17085">
                  <c:v>41.65</c:v>
                </c:pt>
                <c:pt idx="17086">
                  <c:v>41.65</c:v>
                </c:pt>
                <c:pt idx="17087">
                  <c:v>41.65</c:v>
                </c:pt>
                <c:pt idx="17088">
                  <c:v>41.65</c:v>
                </c:pt>
                <c:pt idx="17089">
                  <c:v>41.65</c:v>
                </c:pt>
                <c:pt idx="17090">
                  <c:v>41.65</c:v>
                </c:pt>
                <c:pt idx="17091">
                  <c:v>41.65</c:v>
                </c:pt>
                <c:pt idx="17092">
                  <c:v>41.65</c:v>
                </c:pt>
                <c:pt idx="17093">
                  <c:v>41.65</c:v>
                </c:pt>
                <c:pt idx="17094">
                  <c:v>41.65</c:v>
                </c:pt>
                <c:pt idx="17095">
                  <c:v>41.65</c:v>
                </c:pt>
                <c:pt idx="17096">
                  <c:v>41.65</c:v>
                </c:pt>
                <c:pt idx="17097">
                  <c:v>41.65</c:v>
                </c:pt>
                <c:pt idx="17098">
                  <c:v>41.65</c:v>
                </c:pt>
                <c:pt idx="17099">
                  <c:v>41.65</c:v>
                </c:pt>
                <c:pt idx="17100">
                  <c:v>41.65</c:v>
                </c:pt>
                <c:pt idx="17101">
                  <c:v>41.65</c:v>
                </c:pt>
                <c:pt idx="17102">
                  <c:v>41.65</c:v>
                </c:pt>
                <c:pt idx="17103">
                  <c:v>41.65</c:v>
                </c:pt>
                <c:pt idx="17104">
                  <c:v>41.65</c:v>
                </c:pt>
                <c:pt idx="17105">
                  <c:v>41.65</c:v>
                </c:pt>
                <c:pt idx="17106">
                  <c:v>41.65</c:v>
                </c:pt>
                <c:pt idx="17107">
                  <c:v>41.65</c:v>
                </c:pt>
                <c:pt idx="17108">
                  <c:v>41.65</c:v>
                </c:pt>
                <c:pt idx="17109">
                  <c:v>41.65</c:v>
                </c:pt>
                <c:pt idx="17110">
                  <c:v>41.65</c:v>
                </c:pt>
                <c:pt idx="17111">
                  <c:v>41.65</c:v>
                </c:pt>
                <c:pt idx="17112">
                  <c:v>41.65</c:v>
                </c:pt>
                <c:pt idx="17113">
                  <c:v>41.65</c:v>
                </c:pt>
                <c:pt idx="17114">
                  <c:v>41.6</c:v>
                </c:pt>
                <c:pt idx="17115">
                  <c:v>41.6</c:v>
                </c:pt>
                <c:pt idx="17116">
                  <c:v>41.6</c:v>
                </c:pt>
                <c:pt idx="17117">
                  <c:v>41.6</c:v>
                </c:pt>
                <c:pt idx="17118">
                  <c:v>41.6</c:v>
                </c:pt>
                <c:pt idx="17119">
                  <c:v>41.6</c:v>
                </c:pt>
                <c:pt idx="17120">
                  <c:v>41.6</c:v>
                </c:pt>
                <c:pt idx="17121">
                  <c:v>41.6</c:v>
                </c:pt>
                <c:pt idx="17122">
                  <c:v>41.6</c:v>
                </c:pt>
                <c:pt idx="17123">
                  <c:v>41.6</c:v>
                </c:pt>
                <c:pt idx="17124">
                  <c:v>41.6</c:v>
                </c:pt>
                <c:pt idx="17125">
                  <c:v>41.6</c:v>
                </c:pt>
                <c:pt idx="17126">
                  <c:v>41.6</c:v>
                </c:pt>
                <c:pt idx="17127">
                  <c:v>41.6</c:v>
                </c:pt>
                <c:pt idx="17128">
                  <c:v>41.6</c:v>
                </c:pt>
                <c:pt idx="17129">
                  <c:v>41.55</c:v>
                </c:pt>
                <c:pt idx="17130">
                  <c:v>41.55</c:v>
                </c:pt>
                <c:pt idx="17131">
                  <c:v>41.55</c:v>
                </c:pt>
                <c:pt idx="17132">
                  <c:v>41.55</c:v>
                </c:pt>
                <c:pt idx="17133">
                  <c:v>41.55</c:v>
                </c:pt>
                <c:pt idx="17134">
                  <c:v>41.55</c:v>
                </c:pt>
                <c:pt idx="17135">
                  <c:v>41.55</c:v>
                </c:pt>
                <c:pt idx="17136">
                  <c:v>41.55</c:v>
                </c:pt>
                <c:pt idx="17137">
                  <c:v>41.55</c:v>
                </c:pt>
                <c:pt idx="17138">
                  <c:v>41.55</c:v>
                </c:pt>
                <c:pt idx="17139">
                  <c:v>41.55</c:v>
                </c:pt>
                <c:pt idx="17140">
                  <c:v>41.55</c:v>
                </c:pt>
                <c:pt idx="17141">
                  <c:v>41.55</c:v>
                </c:pt>
                <c:pt idx="17142">
                  <c:v>41.55</c:v>
                </c:pt>
                <c:pt idx="17143">
                  <c:v>41.55</c:v>
                </c:pt>
                <c:pt idx="17144">
                  <c:v>41.55</c:v>
                </c:pt>
                <c:pt idx="17145">
                  <c:v>41.55</c:v>
                </c:pt>
                <c:pt idx="17146">
                  <c:v>41.55</c:v>
                </c:pt>
                <c:pt idx="17147">
                  <c:v>41.55</c:v>
                </c:pt>
                <c:pt idx="17148">
                  <c:v>41.55</c:v>
                </c:pt>
                <c:pt idx="17149">
                  <c:v>41.55</c:v>
                </c:pt>
                <c:pt idx="17150">
                  <c:v>41.55</c:v>
                </c:pt>
                <c:pt idx="17151">
                  <c:v>41.55</c:v>
                </c:pt>
                <c:pt idx="17152">
                  <c:v>41.55</c:v>
                </c:pt>
                <c:pt idx="17153">
                  <c:v>41.55</c:v>
                </c:pt>
                <c:pt idx="17154">
                  <c:v>41.55</c:v>
                </c:pt>
                <c:pt idx="17155">
                  <c:v>41.55</c:v>
                </c:pt>
                <c:pt idx="17156">
                  <c:v>41.55</c:v>
                </c:pt>
                <c:pt idx="17157">
                  <c:v>41.5</c:v>
                </c:pt>
                <c:pt idx="17158">
                  <c:v>41.5</c:v>
                </c:pt>
                <c:pt idx="17159">
                  <c:v>41.5</c:v>
                </c:pt>
                <c:pt idx="17160">
                  <c:v>41.5</c:v>
                </c:pt>
                <c:pt idx="17161">
                  <c:v>41.5</c:v>
                </c:pt>
                <c:pt idx="17162">
                  <c:v>41.5</c:v>
                </c:pt>
                <c:pt idx="17163">
                  <c:v>41.5</c:v>
                </c:pt>
                <c:pt idx="17164">
                  <c:v>41.5</c:v>
                </c:pt>
                <c:pt idx="17165">
                  <c:v>41.5</c:v>
                </c:pt>
                <c:pt idx="17166">
                  <c:v>41.5</c:v>
                </c:pt>
                <c:pt idx="17167">
                  <c:v>41.5</c:v>
                </c:pt>
                <c:pt idx="17168">
                  <c:v>41.5</c:v>
                </c:pt>
                <c:pt idx="17169">
                  <c:v>41.5</c:v>
                </c:pt>
                <c:pt idx="17170">
                  <c:v>41.5</c:v>
                </c:pt>
                <c:pt idx="17171">
                  <c:v>41.5</c:v>
                </c:pt>
                <c:pt idx="17172">
                  <c:v>41.5</c:v>
                </c:pt>
                <c:pt idx="17173">
                  <c:v>41.5</c:v>
                </c:pt>
                <c:pt idx="17174">
                  <c:v>41.5</c:v>
                </c:pt>
                <c:pt idx="17175">
                  <c:v>41.5</c:v>
                </c:pt>
                <c:pt idx="17176">
                  <c:v>41.5</c:v>
                </c:pt>
                <c:pt idx="17177">
                  <c:v>41.5</c:v>
                </c:pt>
                <c:pt idx="17178">
                  <c:v>41.5</c:v>
                </c:pt>
                <c:pt idx="17179">
                  <c:v>41.5</c:v>
                </c:pt>
                <c:pt idx="17180">
                  <c:v>41.45</c:v>
                </c:pt>
                <c:pt idx="17181">
                  <c:v>41.45</c:v>
                </c:pt>
                <c:pt idx="17182">
                  <c:v>41.45</c:v>
                </c:pt>
                <c:pt idx="17183">
                  <c:v>41.45</c:v>
                </c:pt>
                <c:pt idx="17184">
                  <c:v>41.45</c:v>
                </c:pt>
                <c:pt idx="17185">
                  <c:v>41.45</c:v>
                </c:pt>
                <c:pt idx="17186">
                  <c:v>41.45</c:v>
                </c:pt>
                <c:pt idx="17187">
                  <c:v>41.45</c:v>
                </c:pt>
                <c:pt idx="17188">
                  <c:v>41.45</c:v>
                </c:pt>
                <c:pt idx="17189">
                  <c:v>41.45</c:v>
                </c:pt>
                <c:pt idx="17190">
                  <c:v>41.45</c:v>
                </c:pt>
                <c:pt idx="17191">
                  <c:v>41.45</c:v>
                </c:pt>
                <c:pt idx="17192">
                  <c:v>41.45</c:v>
                </c:pt>
                <c:pt idx="17193">
                  <c:v>41.45</c:v>
                </c:pt>
                <c:pt idx="17194">
                  <c:v>41.45</c:v>
                </c:pt>
                <c:pt idx="17195">
                  <c:v>41.45</c:v>
                </c:pt>
                <c:pt idx="17196">
                  <c:v>41.45</c:v>
                </c:pt>
                <c:pt idx="17197">
                  <c:v>41.45</c:v>
                </c:pt>
                <c:pt idx="17198">
                  <c:v>41.45</c:v>
                </c:pt>
                <c:pt idx="17199">
                  <c:v>41.45</c:v>
                </c:pt>
                <c:pt idx="17200">
                  <c:v>41.4</c:v>
                </c:pt>
                <c:pt idx="17201">
                  <c:v>41.4</c:v>
                </c:pt>
                <c:pt idx="17202">
                  <c:v>41.4</c:v>
                </c:pt>
                <c:pt idx="17203">
                  <c:v>41.4</c:v>
                </c:pt>
                <c:pt idx="17204">
                  <c:v>41.4</c:v>
                </c:pt>
                <c:pt idx="17205">
                  <c:v>41.4</c:v>
                </c:pt>
                <c:pt idx="17206">
                  <c:v>41.4</c:v>
                </c:pt>
                <c:pt idx="17207">
                  <c:v>41.4</c:v>
                </c:pt>
                <c:pt idx="17208">
                  <c:v>41.4</c:v>
                </c:pt>
                <c:pt idx="17209">
                  <c:v>41.4</c:v>
                </c:pt>
                <c:pt idx="17210">
                  <c:v>41.4</c:v>
                </c:pt>
                <c:pt idx="17211">
                  <c:v>41.4</c:v>
                </c:pt>
                <c:pt idx="17212">
                  <c:v>41.4</c:v>
                </c:pt>
                <c:pt idx="17213">
                  <c:v>41.4</c:v>
                </c:pt>
                <c:pt idx="17214">
                  <c:v>41.4</c:v>
                </c:pt>
                <c:pt idx="17215">
                  <c:v>41.4</c:v>
                </c:pt>
                <c:pt idx="17216">
                  <c:v>41.4</c:v>
                </c:pt>
                <c:pt idx="17217">
                  <c:v>41.4</c:v>
                </c:pt>
                <c:pt idx="17218">
                  <c:v>41.35</c:v>
                </c:pt>
                <c:pt idx="17219">
                  <c:v>41.4</c:v>
                </c:pt>
                <c:pt idx="17220">
                  <c:v>41.35</c:v>
                </c:pt>
                <c:pt idx="17221">
                  <c:v>41.35</c:v>
                </c:pt>
                <c:pt idx="17222">
                  <c:v>41.35</c:v>
                </c:pt>
                <c:pt idx="17223">
                  <c:v>41.35</c:v>
                </c:pt>
                <c:pt idx="17224">
                  <c:v>41.35</c:v>
                </c:pt>
                <c:pt idx="17225">
                  <c:v>41.35</c:v>
                </c:pt>
                <c:pt idx="17226">
                  <c:v>41.35</c:v>
                </c:pt>
                <c:pt idx="17227">
                  <c:v>41.35</c:v>
                </c:pt>
                <c:pt idx="17228">
                  <c:v>41.35</c:v>
                </c:pt>
                <c:pt idx="17229">
                  <c:v>41.35</c:v>
                </c:pt>
                <c:pt idx="17230">
                  <c:v>41.35</c:v>
                </c:pt>
                <c:pt idx="17231">
                  <c:v>41.35</c:v>
                </c:pt>
                <c:pt idx="17232">
                  <c:v>41.35</c:v>
                </c:pt>
                <c:pt idx="17233">
                  <c:v>41.35</c:v>
                </c:pt>
                <c:pt idx="17234">
                  <c:v>41.35</c:v>
                </c:pt>
                <c:pt idx="17235">
                  <c:v>41.35</c:v>
                </c:pt>
                <c:pt idx="17236">
                  <c:v>41.35</c:v>
                </c:pt>
                <c:pt idx="17237">
                  <c:v>41.35</c:v>
                </c:pt>
                <c:pt idx="17238">
                  <c:v>41.35</c:v>
                </c:pt>
                <c:pt idx="17239">
                  <c:v>41.35</c:v>
                </c:pt>
                <c:pt idx="17240">
                  <c:v>41.35</c:v>
                </c:pt>
                <c:pt idx="17241">
                  <c:v>41.35</c:v>
                </c:pt>
                <c:pt idx="17242">
                  <c:v>41.35</c:v>
                </c:pt>
                <c:pt idx="17243">
                  <c:v>41.35</c:v>
                </c:pt>
                <c:pt idx="17244">
                  <c:v>41.35</c:v>
                </c:pt>
                <c:pt idx="17245">
                  <c:v>41.3</c:v>
                </c:pt>
                <c:pt idx="17246">
                  <c:v>41.3</c:v>
                </c:pt>
                <c:pt idx="17247">
                  <c:v>41.3</c:v>
                </c:pt>
                <c:pt idx="17248">
                  <c:v>41.3</c:v>
                </c:pt>
                <c:pt idx="17249">
                  <c:v>41.3</c:v>
                </c:pt>
                <c:pt idx="17250">
                  <c:v>41.3</c:v>
                </c:pt>
                <c:pt idx="17251">
                  <c:v>41.3</c:v>
                </c:pt>
                <c:pt idx="17252">
                  <c:v>41.3</c:v>
                </c:pt>
                <c:pt idx="17253">
                  <c:v>41.3</c:v>
                </c:pt>
                <c:pt idx="17254">
                  <c:v>41.3</c:v>
                </c:pt>
                <c:pt idx="17255">
                  <c:v>41.3</c:v>
                </c:pt>
                <c:pt idx="17256">
                  <c:v>41.3</c:v>
                </c:pt>
                <c:pt idx="17257">
                  <c:v>41.3</c:v>
                </c:pt>
                <c:pt idx="17258">
                  <c:v>41.3</c:v>
                </c:pt>
                <c:pt idx="17259">
                  <c:v>41.3</c:v>
                </c:pt>
                <c:pt idx="17260">
                  <c:v>41.25</c:v>
                </c:pt>
                <c:pt idx="17261">
                  <c:v>41.3</c:v>
                </c:pt>
                <c:pt idx="17262">
                  <c:v>41.3</c:v>
                </c:pt>
                <c:pt idx="17263">
                  <c:v>41.3</c:v>
                </c:pt>
                <c:pt idx="17264">
                  <c:v>41.25</c:v>
                </c:pt>
                <c:pt idx="17265">
                  <c:v>41.25</c:v>
                </c:pt>
                <c:pt idx="17266">
                  <c:v>41.25</c:v>
                </c:pt>
                <c:pt idx="17267">
                  <c:v>41.25</c:v>
                </c:pt>
                <c:pt idx="17268">
                  <c:v>41.25</c:v>
                </c:pt>
                <c:pt idx="17269">
                  <c:v>41.25</c:v>
                </c:pt>
                <c:pt idx="17270">
                  <c:v>41.25</c:v>
                </c:pt>
                <c:pt idx="17271">
                  <c:v>41.25</c:v>
                </c:pt>
                <c:pt idx="17272">
                  <c:v>41.25</c:v>
                </c:pt>
                <c:pt idx="17273">
                  <c:v>41.25</c:v>
                </c:pt>
                <c:pt idx="17274">
                  <c:v>41.25</c:v>
                </c:pt>
                <c:pt idx="17275">
                  <c:v>41.25</c:v>
                </c:pt>
                <c:pt idx="17276">
                  <c:v>41.25</c:v>
                </c:pt>
                <c:pt idx="17277">
                  <c:v>41.25</c:v>
                </c:pt>
                <c:pt idx="17278">
                  <c:v>41.25</c:v>
                </c:pt>
                <c:pt idx="17279">
                  <c:v>41.25</c:v>
                </c:pt>
                <c:pt idx="17280">
                  <c:v>41.2</c:v>
                </c:pt>
                <c:pt idx="17281">
                  <c:v>41.25</c:v>
                </c:pt>
                <c:pt idx="17282">
                  <c:v>41.2</c:v>
                </c:pt>
                <c:pt idx="17283">
                  <c:v>41.2</c:v>
                </c:pt>
                <c:pt idx="17284">
                  <c:v>41.2</c:v>
                </c:pt>
                <c:pt idx="17285">
                  <c:v>41.2</c:v>
                </c:pt>
                <c:pt idx="17286">
                  <c:v>41.2</c:v>
                </c:pt>
                <c:pt idx="17287">
                  <c:v>41.2</c:v>
                </c:pt>
                <c:pt idx="17288">
                  <c:v>41.2</c:v>
                </c:pt>
                <c:pt idx="17289">
                  <c:v>41.2</c:v>
                </c:pt>
                <c:pt idx="17290">
                  <c:v>41.2</c:v>
                </c:pt>
                <c:pt idx="17291">
                  <c:v>41.2</c:v>
                </c:pt>
                <c:pt idx="17292">
                  <c:v>41.2</c:v>
                </c:pt>
                <c:pt idx="17293">
                  <c:v>41.2</c:v>
                </c:pt>
                <c:pt idx="17294">
                  <c:v>41.2</c:v>
                </c:pt>
                <c:pt idx="17295">
                  <c:v>41.2</c:v>
                </c:pt>
                <c:pt idx="17296">
                  <c:v>41.2</c:v>
                </c:pt>
                <c:pt idx="17297">
                  <c:v>41.2</c:v>
                </c:pt>
                <c:pt idx="17298">
                  <c:v>41.2</c:v>
                </c:pt>
                <c:pt idx="17299">
                  <c:v>41.2</c:v>
                </c:pt>
                <c:pt idx="17300">
                  <c:v>41.2</c:v>
                </c:pt>
                <c:pt idx="17301">
                  <c:v>41.2</c:v>
                </c:pt>
                <c:pt idx="17302">
                  <c:v>41.2</c:v>
                </c:pt>
                <c:pt idx="17303">
                  <c:v>41.2</c:v>
                </c:pt>
                <c:pt idx="17304">
                  <c:v>41.2</c:v>
                </c:pt>
                <c:pt idx="17305">
                  <c:v>41.15</c:v>
                </c:pt>
                <c:pt idx="17306">
                  <c:v>41.15</c:v>
                </c:pt>
                <c:pt idx="17307">
                  <c:v>41.15</c:v>
                </c:pt>
                <c:pt idx="17308">
                  <c:v>41.15</c:v>
                </c:pt>
                <c:pt idx="17309">
                  <c:v>41.15</c:v>
                </c:pt>
                <c:pt idx="17310">
                  <c:v>41.15</c:v>
                </c:pt>
                <c:pt idx="17311">
                  <c:v>41.15</c:v>
                </c:pt>
                <c:pt idx="17312">
                  <c:v>41.15</c:v>
                </c:pt>
                <c:pt idx="17313">
                  <c:v>41.15</c:v>
                </c:pt>
                <c:pt idx="17314">
                  <c:v>41.15</c:v>
                </c:pt>
                <c:pt idx="17315">
                  <c:v>41.15</c:v>
                </c:pt>
                <c:pt idx="17316">
                  <c:v>41.15</c:v>
                </c:pt>
                <c:pt idx="17317">
                  <c:v>41.15</c:v>
                </c:pt>
                <c:pt idx="17318">
                  <c:v>41.15</c:v>
                </c:pt>
                <c:pt idx="17319">
                  <c:v>41.15</c:v>
                </c:pt>
                <c:pt idx="17320">
                  <c:v>41.15</c:v>
                </c:pt>
                <c:pt idx="17321">
                  <c:v>41.15</c:v>
                </c:pt>
                <c:pt idx="17322">
                  <c:v>41.15</c:v>
                </c:pt>
                <c:pt idx="17323">
                  <c:v>41.15</c:v>
                </c:pt>
                <c:pt idx="17324">
                  <c:v>41.15</c:v>
                </c:pt>
                <c:pt idx="17325">
                  <c:v>41.15</c:v>
                </c:pt>
                <c:pt idx="17326">
                  <c:v>41.15</c:v>
                </c:pt>
                <c:pt idx="17327">
                  <c:v>41.15</c:v>
                </c:pt>
                <c:pt idx="17328">
                  <c:v>41.15</c:v>
                </c:pt>
                <c:pt idx="17329">
                  <c:v>41.15</c:v>
                </c:pt>
                <c:pt idx="17330">
                  <c:v>41.1</c:v>
                </c:pt>
                <c:pt idx="17331">
                  <c:v>41.1</c:v>
                </c:pt>
                <c:pt idx="17332">
                  <c:v>41.1</c:v>
                </c:pt>
                <c:pt idx="17333">
                  <c:v>41.1</c:v>
                </c:pt>
                <c:pt idx="17334">
                  <c:v>41.1</c:v>
                </c:pt>
                <c:pt idx="17335">
                  <c:v>41.1</c:v>
                </c:pt>
                <c:pt idx="17336">
                  <c:v>41.1</c:v>
                </c:pt>
                <c:pt idx="17337">
                  <c:v>41.1</c:v>
                </c:pt>
                <c:pt idx="17338">
                  <c:v>41.1</c:v>
                </c:pt>
                <c:pt idx="17339">
                  <c:v>41.1</c:v>
                </c:pt>
                <c:pt idx="17340">
                  <c:v>41.1</c:v>
                </c:pt>
                <c:pt idx="17341">
                  <c:v>41.1</c:v>
                </c:pt>
                <c:pt idx="17342">
                  <c:v>41.1</c:v>
                </c:pt>
                <c:pt idx="17343">
                  <c:v>41.1</c:v>
                </c:pt>
                <c:pt idx="17344">
                  <c:v>41.1</c:v>
                </c:pt>
                <c:pt idx="17345">
                  <c:v>41.1</c:v>
                </c:pt>
                <c:pt idx="17346">
                  <c:v>41.05</c:v>
                </c:pt>
                <c:pt idx="17347">
                  <c:v>41.1</c:v>
                </c:pt>
                <c:pt idx="17348">
                  <c:v>41.1</c:v>
                </c:pt>
                <c:pt idx="17349">
                  <c:v>41.1</c:v>
                </c:pt>
                <c:pt idx="17350">
                  <c:v>41.1</c:v>
                </c:pt>
                <c:pt idx="17351">
                  <c:v>41.1</c:v>
                </c:pt>
                <c:pt idx="17352">
                  <c:v>41.05</c:v>
                </c:pt>
                <c:pt idx="17353">
                  <c:v>41.05</c:v>
                </c:pt>
                <c:pt idx="17354">
                  <c:v>41.05</c:v>
                </c:pt>
                <c:pt idx="17355">
                  <c:v>41.05</c:v>
                </c:pt>
                <c:pt idx="17356">
                  <c:v>41.05</c:v>
                </c:pt>
                <c:pt idx="17357">
                  <c:v>41.05</c:v>
                </c:pt>
                <c:pt idx="17358">
                  <c:v>41.05</c:v>
                </c:pt>
                <c:pt idx="17359">
                  <c:v>41.05</c:v>
                </c:pt>
                <c:pt idx="17360">
                  <c:v>41.05</c:v>
                </c:pt>
                <c:pt idx="17361">
                  <c:v>41.05</c:v>
                </c:pt>
                <c:pt idx="17362">
                  <c:v>41.05</c:v>
                </c:pt>
                <c:pt idx="17363">
                  <c:v>41.05</c:v>
                </c:pt>
                <c:pt idx="17364">
                  <c:v>41.05</c:v>
                </c:pt>
                <c:pt idx="17365">
                  <c:v>41.05</c:v>
                </c:pt>
                <c:pt idx="17366">
                  <c:v>41</c:v>
                </c:pt>
                <c:pt idx="17367">
                  <c:v>41.05</c:v>
                </c:pt>
                <c:pt idx="17368">
                  <c:v>41</c:v>
                </c:pt>
                <c:pt idx="17369">
                  <c:v>41</c:v>
                </c:pt>
                <c:pt idx="17370">
                  <c:v>41</c:v>
                </c:pt>
                <c:pt idx="17371">
                  <c:v>41</c:v>
                </c:pt>
                <c:pt idx="17372">
                  <c:v>41</c:v>
                </c:pt>
                <c:pt idx="17373">
                  <c:v>41</c:v>
                </c:pt>
                <c:pt idx="17374">
                  <c:v>41</c:v>
                </c:pt>
                <c:pt idx="17375">
                  <c:v>41</c:v>
                </c:pt>
                <c:pt idx="17376">
                  <c:v>41</c:v>
                </c:pt>
                <c:pt idx="17377">
                  <c:v>41</c:v>
                </c:pt>
                <c:pt idx="17378">
                  <c:v>41</c:v>
                </c:pt>
                <c:pt idx="17379">
                  <c:v>41</c:v>
                </c:pt>
                <c:pt idx="17380">
                  <c:v>41</c:v>
                </c:pt>
                <c:pt idx="17381">
                  <c:v>41</c:v>
                </c:pt>
                <c:pt idx="17382">
                  <c:v>41</c:v>
                </c:pt>
                <c:pt idx="17383">
                  <c:v>41</c:v>
                </c:pt>
                <c:pt idx="17384">
                  <c:v>41</c:v>
                </c:pt>
                <c:pt idx="17385">
                  <c:v>41</c:v>
                </c:pt>
                <c:pt idx="17386">
                  <c:v>41</c:v>
                </c:pt>
                <c:pt idx="17387">
                  <c:v>41</c:v>
                </c:pt>
                <c:pt idx="17388">
                  <c:v>41</c:v>
                </c:pt>
                <c:pt idx="17389">
                  <c:v>41</c:v>
                </c:pt>
                <c:pt idx="17390">
                  <c:v>41</c:v>
                </c:pt>
                <c:pt idx="17391">
                  <c:v>40.950000000000003</c:v>
                </c:pt>
                <c:pt idx="17392">
                  <c:v>40.950000000000003</c:v>
                </c:pt>
                <c:pt idx="17393">
                  <c:v>40.950000000000003</c:v>
                </c:pt>
                <c:pt idx="17394">
                  <c:v>40.950000000000003</c:v>
                </c:pt>
                <c:pt idx="17395">
                  <c:v>40.950000000000003</c:v>
                </c:pt>
                <c:pt idx="17396">
                  <c:v>40.950000000000003</c:v>
                </c:pt>
                <c:pt idx="17397">
                  <c:v>40.950000000000003</c:v>
                </c:pt>
                <c:pt idx="17398">
                  <c:v>40.950000000000003</c:v>
                </c:pt>
                <c:pt idx="17399">
                  <c:v>40.950000000000003</c:v>
                </c:pt>
                <c:pt idx="17400">
                  <c:v>40.950000000000003</c:v>
                </c:pt>
                <c:pt idx="17401">
                  <c:v>40.950000000000003</c:v>
                </c:pt>
                <c:pt idx="17402">
                  <c:v>40.950000000000003</c:v>
                </c:pt>
                <c:pt idx="17403">
                  <c:v>40.950000000000003</c:v>
                </c:pt>
                <c:pt idx="17404">
                  <c:v>40.950000000000003</c:v>
                </c:pt>
                <c:pt idx="17405">
                  <c:v>40.950000000000003</c:v>
                </c:pt>
                <c:pt idx="17406">
                  <c:v>40.950000000000003</c:v>
                </c:pt>
                <c:pt idx="17407">
                  <c:v>40.950000000000003</c:v>
                </c:pt>
                <c:pt idx="17408">
                  <c:v>40.950000000000003</c:v>
                </c:pt>
                <c:pt idx="17409">
                  <c:v>40.950000000000003</c:v>
                </c:pt>
                <c:pt idx="17410">
                  <c:v>40.950000000000003</c:v>
                </c:pt>
                <c:pt idx="17411">
                  <c:v>40.950000000000003</c:v>
                </c:pt>
                <c:pt idx="17412">
                  <c:v>40.950000000000003</c:v>
                </c:pt>
                <c:pt idx="17413">
                  <c:v>40.950000000000003</c:v>
                </c:pt>
                <c:pt idx="17414">
                  <c:v>40.950000000000003</c:v>
                </c:pt>
                <c:pt idx="17415">
                  <c:v>40.950000000000003</c:v>
                </c:pt>
                <c:pt idx="17416">
                  <c:v>40.950000000000003</c:v>
                </c:pt>
                <c:pt idx="17417">
                  <c:v>40.950000000000003</c:v>
                </c:pt>
                <c:pt idx="17418">
                  <c:v>40.950000000000003</c:v>
                </c:pt>
                <c:pt idx="17419">
                  <c:v>40.950000000000003</c:v>
                </c:pt>
                <c:pt idx="17420">
                  <c:v>40.950000000000003</c:v>
                </c:pt>
                <c:pt idx="17421">
                  <c:v>40.9</c:v>
                </c:pt>
                <c:pt idx="17422">
                  <c:v>40.9</c:v>
                </c:pt>
                <c:pt idx="17423">
                  <c:v>40.9</c:v>
                </c:pt>
                <c:pt idx="17424">
                  <c:v>40.9</c:v>
                </c:pt>
                <c:pt idx="17425">
                  <c:v>40.9</c:v>
                </c:pt>
                <c:pt idx="17426">
                  <c:v>40.9</c:v>
                </c:pt>
                <c:pt idx="17427">
                  <c:v>40.9</c:v>
                </c:pt>
                <c:pt idx="17428">
                  <c:v>40.9</c:v>
                </c:pt>
                <c:pt idx="17429">
                  <c:v>40.9</c:v>
                </c:pt>
                <c:pt idx="17430">
                  <c:v>40.9</c:v>
                </c:pt>
                <c:pt idx="17431">
                  <c:v>40.9</c:v>
                </c:pt>
                <c:pt idx="17432">
                  <c:v>40.9</c:v>
                </c:pt>
                <c:pt idx="17433">
                  <c:v>40.9</c:v>
                </c:pt>
                <c:pt idx="17434">
                  <c:v>40.9</c:v>
                </c:pt>
                <c:pt idx="17435">
                  <c:v>40.9</c:v>
                </c:pt>
                <c:pt idx="17436">
                  <c:v>40.9</c:v>
                </c:pt>
                <c:pt idx="17437">
                  <c:v>40.9</c:v>
                </c:pt>
                <c:pt idx="17438">
                  <c:v>40.9</c:v>
                </c:pt>
                <c:pt idx="17439">
                  <c:v>40.9</c:v>
                </c:pt>
                <c:pt idx="17440">
                  <c:v>40.9</c:v>
                </c:pt>
                <c:pt idx="17441">
                  <c:v>40.9</c:v>
                </c:pt>
                <c:pt idx="17442">
                  <c:v>40.9</c:v>
                </c:pt>
                <c:pt idx="17443">
                  <c:v>40.9</c:v>
                </c:pt>
                <c:pt idx="17444">
                  <c:v>40.9</c:v>
                </c:pt>
                <c:pt idx="17445">
                  <c:v>40.9</c:v>
                </c:pt>
                <c:pt idx="17446">
                  <c:v>40.85</c:v>
                </c:pt>
                <c:pt idx="17447">
                  <c:v>40.85</c:v>
                </c:pt>
                <c:pt idx="17448">
                  <c:v>40.85</c:v>
                </c:pt>
                <c:pt idx="17449">
                  <c:v>40.85</c:v>
                </c:pt>
                <c:pt idx="17450">
                  <c:v>40.85</c:v>
                </c:pt>
                <c:pt idx="17451">
                  <c:v>40.85</c:v>
                </c:pt>
                <c:pt idx="17452">
                  <c:v>40.85</c:v>
                </c:pt>
                <c:pt idx="17453">
                  <c:v>40.85</c:v>
                </c:pt>
                <c:pt idx="17454">
                  <c:v>40.85</c:v>
                </c:pt>
                <c:pt idx="17455">
                  <c:v>40.85</c:v>
                </c:pt>
                <c:pt idx="17456">
                  <c:v>40.85</c:v>
                </c:pt>
                <c:pt idx="17457">
                  <c:v>40.85</c:v>
                </c:pt>
                <c:pt idx="17458">
                  <c:v>40.85</c:v>
                </c:pt>
                <c:pt idx="17459">
                  <c:v>40.85</c:v>
                </c:pt>
                <c:pt idx="17460">
                  <c:v>40.85</c:v>
                </c:pt>
                <c:pt idx="17461">
                  <c:v>40.85</c:v>
                </c:pt>
                <c:pt idx="17462">
                  <c:v>40.85</c:v>
                </c:pt>
                <c:pt idx="17463">
                  <c:v>40.85</c:v>
                </c:pt>
                <c:pt idx="17464">
                  <c:v>40.85</c:v>
                </c:pt>
                <c:pt idx="17465">
                  <c:v>40.85</c:v>
                </c:pt>
                <c:pt idx="17466">
                  <c:v>40.85</c:v>
                </c:pt>
                <c:pt idx="17467">
                  <c:v>40.85</c:v>
                </c:pt>
                <c:pt idx="17468">
                  <c:v>40.85</c:v>
                </c:pt>
                <c:pt idx="17469">
                  <c:v>40.85</c:v>
                </c:pt>
                <c:pt idx="17470">
                  <c:v>40.85</c:v>
                </c:pt>
                <c:pt idx="17471">
                  <c:v>40.85</c:v>
                </c:pt>
                <c:pt idx="17472">
                  <c:v>40.85</c:v>
                </c:pt>
                <c:pt idx="17473">
                  <c:v>40.85</c:v>
                </c:pt>
                <c:pt idx="17474">
                  <c:v>40.85</c:v>
                </c:pt>
                <c:pt idx="17475">
                  <c:v>40.799999999999997</c:v>
                </c:pt>
                <c:pt idx="17476">
                  <c:v>40.799999999999997</c:v>
                </c:pt>
                <c:pt idx="17477">
                  <c:v>40.799999999999997</c:v>
                </c:pt>
                <c:pt idx="17478">
                  <c:v>40.799999999999997</c:v>
                </c:pt>
                <c:pt idx="17479">
                  <c:v>40.799999999999997</c:v>
                </c:pt>
                <c:pt idx="17480">
                  <c:v>40.799999999999997</c:v>
                </c:pt>
                <c:pt idx="17481">
                  <c:v>40.799999999999997</c:v>
                </c:pt>
                <c:pt idx="17482">
                  <c:v>40.799999999999997</c:v>
                </c:pt>
                <c:pt idx="17483">
                  <c:v>40.799999999999997</c:v>
                </c:pt>
                <c:pt idx="17484">
                  <c:v>40.799999999999997</c:v>
                </c:pt>
                <c:pt idx="17485">
                  <c:v>40.799999999999997</c:v>
                </c:pt>
                <c:pt idx="17486">
                  <c:v>40.799999999999997</c:v>
                </c:pt>
                <c:pt idx="17487">
                  <c:v>40.799999999999997</c:v>
                </c:pt>
                <c:pt idx="17488">
                  <c:v>40.75</c:v>
                </c:pt>
                <c:pt idx="17489">
                  <c:v>40.75</c:v>
                </c:pt>
                <c:pt idx="17490">
                  <c:v>40.75</c:v>
                </c:pt>
                <c:pt idx="17491">
                  <c:v>40.75</c:v>
                </c:pt>
                <c:pt idx="17492">
                  <c:v>40.75</c:v>
                </c:pt>
                <c:pt idx="17493">
                  <c:v>40.75</c:v>
                </c:pt>
                <c:pt idx="17494">
                  <c:v>40.75</c:v>
                </c:pt>
                <c:pt idx="17495">
                  <c:v>40.75</c:v>
                </c:pt>
                <c:pt idx="17496">
                  <c:v>40.75</c:v>
                </c:pt>
                <c:pt idx="17497">
                  <c:v>40.75</c:v>
                </c:pt>
                <c:pt idx="17498">
                  <c:v>40.75</c:v>
                </c:pt>
                <c:pt idx="17499">
                  <c:v>40.75</c:v>
                </c:pt>
                <c:pt idx="17500">
                  <c:v>40.75</c:v>
                </c:pt>
                <c:pt idx="17501">
                  <c:v>40.75</c:v>
                </c:pt>
                <c:pt idx="17502">
                  <c:v>40.75</c:v>
                </c:pt>
                <c:pt idx="17503">
                  <c:v>40.75</c:v>
                </c:pt>
                <c:pt idx="17504">
                  <c:v>40.75</c:v>
                </c:pt>
                <c:pt idx="17505">
                  <c:v>40.75</c:v>
                </c:pt>
                <c:pt idx="17506">
                  <c:v>40.75</c:v>
                </c:pt>
                <c:pt idx="17507">
                  <c:v>40.75</c:v>
                </c:pt>
                <c:pt idx="17508">
                  <c:v>40.75</c:v>
                </c:pt>
                <c:pt idx="17509">
                  <c:v>40.75</c:v>
                </c:pt>
                <c:pt idx="17510">
                  <c:v>40.700000000000003</c:v>
                </c:pt>
                <c:pt idx="17511">
                  <c:v>40.700000000000003</c:v>
                </c:pt>
                <c:pt idx="17512">
                  <c:v>40.700000000000003</c:v>
                </c:pt>
                <c:pt idx="17513">
                  <c:v>40.75</c:v>
                </c:pt>
                <c:pt idx="17514">
                  <c:v>40.75</c:v>
                </c:pt>
                <c:pt idx="17515">
                  <c:v>40.75</c:v>
                </c:pt>
                <c:pt idx="17516">
                  <c:v>40.700000000000003</c:v>
                </c:pt>
                <c:pt idx="17517">
                  <c:v>40.700000000000003</c:v>
                </c:pt>
                <c:pt idx="17518">
                  <c:v>40.700000000000003</c:v>
                </c:pt>
                <c:pt idx="17519">
                  <c:v>40.700000000000003</c:v>
                </c:pt>
                <c:pt idx="17520">
                  <c:v>40.700000000000003</c:v>
                </c:pt>
                <c:pt idx="17521">
                  <c:v>40.700000000000003</c:v>
                </c:pt>
                <c:pt idx="17522">
                  <c:v>40.700000000000003</c:v>
                </c:pt>
                <c:pt idx="17523">
                  <c:v>40.700000000000003</c:v>
                </c:pt>
                <c:pt idx="17524">
                  <c:v>40.700000000000003</c:v>
                </c:pt>
                <c:pt idx="17525">
                  <c:v>40.700000000000003</c:v>
                </c:pt>
                <c:pt idx="17526">
                  <c:v>40.700000000000003</c:v>
                </c:pt>
                <c:pt idx="17527">
                  <c:v>40.700000000000003</c:v>
                </c:pt>
                <c:pt idx="17528">
                  <c:v>40.700000000000003</c:v>
                </c:pt>
                <c:pt idx="17529">
                  <c:v>40.700000000000003</c:v>
                </c:pt>
                <c:pt idx="17530">
                  <c:v>40.700000000000003</c:v>
                </c:pt>
                <c:pt idx="17531">
                  <c:v>40.700000000000003</c:v>
                </c:pt>
                <c:pt idx="17532">
                  <c:v>40.700000000000003</c:v>
                </c:pt>
                <c:pt idx="17533">
                  <c:v>40.700000000000003</c:v>
                </c:pt>
                <c:pt idx="17534">
                  <c:v>40.700000000000003</c:v>
                </c:pt>
                <c:pt idx="17535">
                  <c:v>40.700000000000003</c:v>
                </c:pt>
                <c:pt idx="17536">
                  <c:v>40.700000000000003</c:v>
                </c:pt>
                <c:pt idx="17537">
                  <c:v>40.700000000000003</c:v>
                </c:pt>
                <c:pt idx="17538">
                  <c:v>40.700000000000003</c:v>
                </c:pt>
                <c:pt idx="17539">
                  <c:v>40.700000000000003</c:v>
                </c:pt>
                <c:pt idx="17540">
                  <c:v>40.700000000000003</c:v>
                </c:pt>
                <c:pt idx="17541">
                  <c:v>40.700000000000003</c:v>
                </c:pt>
                <c:pt idx="17542">
                  <c:v>40.700000000000003</c:v>
                </c:pt>
                <c:pt idx="17543">
                  <c:v>40.700000000000003</c:v>
                </c:pt>
                <c:pt idx="17544">
                  <c:v>40.700000000000003</c:v>
                </c:pt>
                <c:pt idx="17545">
                  <c:v>40.700000000000003</c:v>
                </c:pt>
                <c:pt idx="17546">
                  <c:v>40.700000000000003</c:v>
                </c:pt>
                <c:pt idx="17547">
                  <c:v>40.700000000000003</c:v>
                </c:pt>
                <c:pt idx="17548">
                  <c:v>40.700000000000003</c:v>
                </c:pt>
                <c:pt idx="17549">
                  <c:v>40.700000000000003</c:v>
                </c:pt>
                <c:pt idx="17550">
                  <c:v>40.700000000000003</c:v>
                </c:pt>
                <c:pt idx="17551">
                  <c:v>40.700000000000003</c:v>
                </c:pt>
                <c:pt idx="17552">
                  <c:v>40.65</c:v>
                </c:pt>
                <c:pt idx="17553">
                  <c:v>40.65</c:v>
                </c:pt>
                <c:pt idx="17554">
                  <c:v>40.65</c:v>
                </c:pt>
                <c:pt idx="17555">
                  <c:v>40.65</c:v>
                </c:pt>
                <c:pt idx="17556">
                  <c:v>40.65</c:v>
                </c:pt>
                <c:pt idx="17557">
                  <c:v>40.65</c:v>
                </c:pt>
                <c:pt idx="17558">
                  <c:v>40.65</c:v>
                </c:pt>
                <c:pt idx="17559">
                  <c:v>40.65</c:v>
                </c:pt>
                <c:pt idx="17560">
                  <c:v>40.65</c:v>
                </c:pt>
                <c:pt idx="17561">
                  <c:v>40.65</c:v>
                </c:pt>
                <c:pt idx="17562">
                  <c:v>40.65</c:v>
                </c:pt>
                <c:pt idx="17563">
                  <c:v>40.65</c:v>
                </c:pt>
                <c:pt idx="17564">
                  <c:v>40.65</c:v>
                </c:pt>
                <c:pt idx="17565">
                  <c:v>40.65</c:v>
                </c:pt>
                <c:pt idx="17566">
                  <c:v>40.65</c:v>
                </c:pt>
                <c:pt idx="17567">
                  <c:v>40.65</c:v>
                </c:pt>
                <c:pt idx="17568">
                  <c:v>40.65</c:v>
                </c:pt>
                <c:pt idx="17569">
                  <c:v>40.65</c:v>
                </c:pt>
                <c:pt idx="17570">
                  <c:v>40.65</c:v>
                </c:pt>
                <c:pt idx="17571">
                  <c:v>40.65</c:v>
                </c:pt>
                <c:pt idx="17572">
                  <c:v>40.65</c:v>
                </c:pt>
                <c:pt idx="17573">
                  <c:v>40.65</c:v>
                </c:pt>
                <c:pt idx="17574">
                  <c:v>40.65</c:v>
                </c:pt>
                <c:pt idx="17575">
                  <c:v>40.65</c:v>
                </c:pt>
                <c:pt idx="17576">
                  <c:v>40.65</c:v>
                </c:pt>
                <c:pt idx="17577">
                  <c:v>40.65</c:v>
                </c:pt>
                <c:pt idx="17578">
                  <c:v>40.65</c:v>
                </c:pt>
                <c:pt idx="17579">
                  <c:v>40.6</c:v>
                </c:pt>
                <c:pt idx="17580">
                  <c:v>40.6</c:v>
                </c:pt>
                <c:pt idx="17581">
                  <c:v>40.6</c:v>
                </c:pt>
                <c:pt idx="17582">
                  <c:v>40.6</c:v>
                </c:pt>
                <c:pt idx="17583">
                  <c:v>40.6</c:v>
                </c:pt>
                <c:pt idx="17584">
                  <c:v>40.6</c:v>
                </c:pt>
                <c:pt idx="17585">
                  <c:v>40.6</c:v>
                </c:pt>
                <c:pt idx="17586">
                  <c:v>40.6</c:v>
                </c:pt>
                <c:pt idx="17587">
                  <c:v>40.6</c:v>
                </c:pt>
                <c:pt idx="17588">
                  <c:v>40.6</c:v>
                </c:pt>
                <c:pt idx="17589">
                  <c:v>40.6</c:v>
                </c:pt>
                <c:pt idx="17590">
                  <c:v>40.6</c:v>
                </c:pt>
                <c:pt idx="17591">
                  <c:v>40.6</c:v>
                </c:pt>
                <c:pt idx="17592">
                  <c:v>40.6</c:v>
                </c:pt>
                <c:pt idx="17593">
                  <c:v>40.6</c:v>
                </c:pt>
                <c:pt idx="17594">
                  <c:v>40.6</c:v>
                </c:pt>
                <c:pt idx="17595">
                  <c:v>40.6</c:v>
                </c:pt>
                <c:pt idx="17596">
                  <c:v>40.6</c:v>
                </c:pt>
                <c:pt idx="17597">
                  <c:v>40.549999999999997</c:v>
                </c:pt>
                <c:pt idx="17598">
                  <c:v>40.6</c:v>
                </c:pt>
                <c:pt idx="17599">
                  <c:v>40.6</c:v>
                </c:pt>
                <c:pt idx="17600">
                  <c:v>40.549999999999997</c:v>
                </c:pt>
                <c:pt idx="17601">
                  <c:v>40.6</c:v>
                </c:pt>
                <c:pt idx="17602">
                  <c:v>40.549999999999997</c:v>
                </c:pt>
                <c:pt idx="17603">
                  <c:v>40.549999999999997</c:v>
                </c:pt>
                <c:pt idx="17604">
                  <c:v>40.549999999999997</c:v>
                </c:pt>
                <c:pt idx="17605">
                  <c:v>40.549999999999997</c:v>
                </c:pt>
                <c:pt idx="17606">
                  <c:v>40.549999999999997</c:v>
                </c:pt>
                <c:pt idx="17607">
                  <c:v>40.549999999999997</c:v>
                </c:pt>
                <c:pt idx="17608">
                  <c:v>40.549999999999997</c:v>
                </c:pt>
                <c:pt idx="17609">
                  <c:v>40.549999999999997</c:v>
                </c:pt>
                <c:pt idx="17610">
                  <c:v>40.549999999999997</c:v>
                </c:pt>
                <c:pt idx="17611">
                  <c:v>40.549999999999997</c:v>
                </c:pt>
                <c:pt idx="17612">
                  <c:v>40.549999999999997</c:v>
                </c:pt>
                <c:pt idx="17613">
                  <c:v>40.549999999999997</c:v>
                </c:pt>
                <c:pt idx="17614">
                  <c:v>40.549999999999997</c:v>
                </c:pt>
                <c:pt idx="17615">
                  <c:v>40.549999999999997</c:v>
                </c:pt>
                <c:pt idx="17616">
                  <c:v>40.549999999999997</c:v>
                </c:pt>
                <c:pt idx="17617">
                  <c:v>40.549999999999997</c:v>
                </c:pt>
                <c:pt idx="17618">
                  <c:v>40.549999999999997</c:v>
                </c:pt>
                <c:pt idx="17619">
                  <c:v>40.549999999999997</c:v>
                </c:pt>
                <c:pt idx="17620">
                  <c:v>40.549999999999997</c:v>
                </c:pt>
                <c:pt idx="17621">
                  <c:v>40.549999999999997</c:v>
                </c:pt>
                <c:pt idx="17622">
                  <c:v>40.549999999999997</c:v>
                </c:pt>
                <c:pt idx="17623">
                  <c:v>40.549999999999997</c:v>
                </c:pt>
                <c:pt idx="17624">
                  <c:v>40.549999999999997</c:v>
                </c:pt>
                <c:pt idx="17625">
                  <c:v>40.549999999999997</c:v>
                </c:pt>
                <c:pt idx="17626">
                  <c:v>40.5</c:v>
                </c:pt>
                <c:pt idx="17627">
                  <c:v>40.549999999999997</c:v>
                </c:pt>
                <c:pt idx="17628">
                  <c:v>40.5</c:v>
                </c:pt>
                <c:pt idx="17629">
                  <c:v>40.5</c:v>
                </c:pt>
                <c:pt idx="17630">
                  <c:v>40.5</c:v>
                </c:pt>
                <c:pt idx="17631">
                  <c:v>40.5</c:v>
                </c:pt>
                <c:pt idx="17632">
                  <c:v>40.5</c:v>
                </c:pt>
                <c:pt idx="17633">
                  <c:v>40.5</c:v>
                </c:pt>
                <c:pt idx="17634">
                  <c:v>40.5</c:v>
                </c:pt>
                <c:pt idx="17635">
                  <c:v>40.5</c:v>
                </c:pt>
                <c:pt idx="17636">
                  <c:v>40.5</c:v>
                </c:pt>
                <c:pt idx="17637">
                  <c:v>40.5</c:v>
                </c:pt>
                <c:pt idx="17638">
                  <c:v>40.5</c:v>
                </c:pt>
                <c:pt idx="17639">
                  <c:v>40.5</c:v>
                </c:pt>
                <c:pt idx="17640">
                  <c:v>40.5</c:v>
                </c:pt>
                <c:pt idx="17641">
                  <c:v>40.5</c:v>
                </c:pt>
                <c:pt idx="17642">
                  <c:v>40.5</c:v>
                </c:pt>
                <c:pt idx="17643">
                  <c:v>40.5</c:v>
                </c:pt>
                <c:pt idx="17644">
                  <c:v>40.5</c:v>
                </c:pt>
                <c:pt idx="17645">
                  <c:v>40.450000000000003</c:v>
                </c:pt>
                <c:pt idx="17646">
                  <c:v>40.450000000000003</c:v>
                </c:pt>
                <c:pt idx="17647">
                  <c:v>40.450000000000003</c:v>
                </c:pt>
                <c:pt idx="17648">
                  <c:v>40.450000000000003</c:v>
                </c:pt>
                <c:pt idx="17649">
                  <c:v>40.450000000000003</c:v>
                </c:pt>
                <c:pt idx="17650">
                  <c:v>40.450000000000003</c:v>
                </c:pt>
                <c:pt idx="17651">
                  <c:v>40.450000000000003</c:v>
                </c:pt>
                <c:pt idx="17652">
                  <c:v>40.450000000000003</c:v>
                </c:pt>
                <c:pt idx="17653">
                  <c:v>40.450000000000003</c:v>
                </c:pt>
                <c:pt idx="17654">
                  <c:v>40.450000000000003</c:v>
                </c:pt>
                <c:pt idx="17655">
                  <c:v>40.450000000000003</c:v>
                </c:pt>
                <c:pt idx="17656">
                  <c:v>40.450000000000003</c:v>
                </c:pt>
                <c:pt idx="17657">
                  <c:v>40.450000000000003</c:v>
                </c:pt>
                <c:pt idx="17658">
                  <c:v>40.450000000000003</c:v>
                </c:pt>
                <c:pt idx="17659">
                  <c:v>40.450000000000003</c:v>
                </c:pt>
                <c:pt idx="17660">
                  <c:v>40.450000000000003</c:v>
                </c:pt>
                <c:pt idx="17661">
                  <c:v>40.450000000000003</c:v>
                </c:pt>
                <c:pt idx="17662">
                  <c:v>40.450000000000003</c:v>
                </c:pt>
                <c:pt idx="17663">
                  <c:v>40.450000000000003</c:v>
                </c:pt>
                <c:pt idx="17664">
                  <c:v>40.450000000000003</c:v>
                </c:pt>
                <c:pt idx="17665">
                  <c:v>40.450000000000003</c:v>
                </c:pt>
                <c:pt idx="17666">
                  <c:v>40.450000000000003</c:v>
                </c:pt>
                <c:pt idx="17667">
                  <c:v>40.450000000000003</c:v>
                </c:pt>
                <c:pt idx="17668">
                  <c:v>40.450000000000003</c:v>
                </c:pt>
                <c:pt idx="17669">
                  <c:v>40.4</c:v>
                </c:pt>
                <c:pt idx="17670">
                  <c:v>40.4</c:v>
                </c:pt>
                <c:pt idx="17671">
                  <c:v>40.4</c:v>
                </c:pt>
                <c:pt idx="17672">
                  <c:v>40.4</c:v>
                </c:pt>
                <c:pt idx="17673">
                  <c:v>40.4</c:v>
                </c:pt>
                <c:pt idx="17674">
                  <c:v>40.4</c:v>
                </c:pt>
                <c:pt idx="17675">
                  <c:v>40.4</c:v>
                </c:pt>
                <c:pt idx="17676">
                  <c:v>40.4</c:v>
                </c:pt>
                <c:pt idx="17677">
                  <c:v>40.4</c:v>
                </c:pt>
                <c:pt idx="17678">
                  <c:v>40.4</c:v>
                </c:pt>
                <c:pt idx="17679">
                  <c:v>40.4</c:v>
                </c:pt>
                <c:pt idx="17680">
                  <c:v>40.4</c:v>
                </c:pt>
                <c:pt idx="17681">
                  <c:v>40.4</c:v>
                </c:pt>
                <c:pt idx="17682">
                  <c:v>40.4</c:v>
                </c:pt>
                <c:pt idx="17683">
                  <c:v>40.4</c:v>
                </c:pt>
                <c:pt idx="17684">
                  <c:v>40.4</c:v>
                </c:pt>
                <c:pt idx="17685">
                  <c:v>40.4</c:v>
                </c:pt>
                <c:pt idx="17686">
                  <c:v>40.4</c:v>
                </c:pt>
                <c:pt idx="17687">
                  <c:v>40.4</c:v>
                </c:pt>
                <c:pt idx="17688">
                  <c:v>40.4</c:v>
                </c:pt>
                <c:pt idx="17689">
                  <c:v>40.4</c:v>
                </c:pt>
                <c:pt idx="17690">
                  <c:v>40.4</c:v>
                </c:pt>
                <c:pt idx="17691">
                  <c:v>40.4</c:v>
                </c:pt>
                <c:pt idx="17692">
                  <c:v>40.4</c:v>
                </c:pt>
                <c:pt idx="17693">
                  <c:v>40.4</c:v>
                </c:pt>
                <c:pt idx="17694">
                  <c:v>40.4</c:v>
                </c:pt>
                <c:pt idx="17695">
                  <c:v>40.4</c:v>
                </c:pt>
                <c:pt idx="17696">
                  <c:v>40.4</c:v>
                </c:pt>
                <c:pt idx="17697">
                  <c:v>40.4</c:v>
                </c:pt>
                <c:pt idx="17698">
                  <c:v>40.4</c:v>
                </c:pt>
                <c:pt idx="17699">
                  <c:v>40.4</c:v>
                </c:pt>
                <c:pt idx="17700">
                  <c:v>40.4</c:v>
                </c:pt>
                <c:pt idx="17701">
                  <c:v>40.4</c:v>
                </c:pt>
                <c:pt idx="17702">
                  <c:v>40.4</c:v>
                </c:pt>
                <c:pt idx="17703">
                  <c:v>40.35</c:v>
                </c:pt>
                <c:pt idx="17704">
                  <c:v>40.35</c:v>
                </c:pt>
                <c:pt idx="17705">
                  <c:v>40.35</c:v>
                </c:pt>
                <c:pt idx="17706">
                  <c:v>40.35</c:v>
                </c:pt>
                <c:pt idx="17707">
                  <c:v>40.35</c:v>
                </c:pt>
                <c:pt idx="17708">
                  <c:v>40.35</c:v>
                </c:pt>
                <c:pt idx="17709">
                  <c:v>40.35</c:v>
                </c:pt>
                <c:pt idx="17710">
                  <c:v>40.35</c:v>
                </c:pt>
                <c:pt idx="17711">
                  <c:v>40.35</c:v>
                </c:pt>
                <c:pt idx="17712">
                  <c:v>40.35</c:v>
                </c:pt>
                <c:pt idx="17713">
                  <c:v>40.35</c:v>
                </c:pt>
                <c:pt idx="17714">
                  <c:v>40.35</c:v>
                </c:pt>
                <c:pt idx="17715">
                  <c:v>40.35</c:v>
                </c:pt>
                <c:pt idx="17716">
                  <c:v>40.299999999999997</c:v>
                </c:pt>
                <c:pt idx="17717">
                  <c:v>40.299999999999997</c:v>
                </c:pt>
                <c:pt idx="17718">
                  <c:v>40.299999999999997</c:v>
                </c:pt>
                <c:pt idx="17719">
                  <c:v>40.299999999999997</c:v>
                </c:pt>
                <c:pt idx="17720">
                  <c:v>40.299999999999997</c:v>
                </c:pt>
                <c:pt idx="17721">
                  <c:v>40.299999999999997</c:v>
                </c:pt>
                <c:pt idx="17722">
                  <c:v>40.299999999999997</c:v>
                </c:pt>
                <c:pt idx="17723">
                  <c:v>40.299999999999997</c:v>
                </c:pt>
                <c:pt idx="17724">
                  <c:v>40.299999999999997</c:v>
                </c:pt>
                <c:pt idx="17725">
                  <c:v>40.299999999999997</c:v>
                </c:pt>
                <c:pt idx="17726">
                  <c:v>40.299999999999997</c:v>
                </c:pt>
                <c:pt idx="17727">
                  <c:v>40.299999999999997</c:v>
                </c:pt>
                <c:pt idx="17728">
                  <c:v>40.299999999999997</c:v>
                </c:pt>
                <c:pt idx="17729">
                  <c:v>40.299999999999997</c:v>
                </c:pt>
                <c:pt idx="17730">
                  <c:v>40.299999999999997</c:v>
                </c:pt>
                <c:pt idx="17731">
                  <c:v>40.299999999999997</c:v>
                </c:pt>
                <c:pt idx="17732">
                  <c:v>40.299999999999997</c:v>
                </c:pt>
                <c:pt idx="17733">
                  <c:v>40.299999999999997</c:v>
                </c:pt>
                <c:pt idx="17734">
                  <c:v>40.299999999999997</c:v>
                </c:pt>
                <c:pt idx="17735">
                  <c:v>40.299999999999997</c:v>
                </c:pt>
                <c:pt idx="17736">
                  <c:v>40.299999999999997</c:v>
                </c:pt>
                <c:pt idx="17737">
                  <c:v>40.299999999999997</c:v>
                </c:pt>
                <c:pt idx="17738">
                  <c:v>40.299999999999997</c:v>
                </c:pt>
                <c:pt idx="17739">
                  <c:v>40.299999999999997</c:v>
                </c:pt>
                <c:pt idx="17740">
                  <c:v>40.299999999999997</c:v>
                </c:pt>
                <c:pt idx="17741">
                  <c:v>40.299999999999997</c:v>
                </c:pt>
                <c:pt idx="17742">
                  <c:v>40.299999999999997</c:v>
                </c:pt>
                <c:pt idx="17743">
                  <c:v>40.299999999999997</c:v>
                </c:pt>
                <c:pt idx="17744">
                  <c:v>40.299999999999997</c:v>
                </c:pt>
                <c:pt idx="17745">
                  <c:v>40.25</c:v>
                </c:pt>
                <c:pt idx="17746">
                  <c:v>40.25</c:v>
                </c:pt>
                <c:pt idx="17747">
                  <c:v>40.25</c:v>
                </c:pt>
                <c:pt idx="17748">
                  <c:v>40.25</c:v>
                </c:pt>
                <c:pt idx="17749">
                  <c:v>40.25</c:v>
                </c:pt>
                <c:pt idx="17750">
                  <c:v>40.25</c:v>
                </c:pt>
                <c:pt idx="17751">
                  <c:v>40.25</c:v>
                </c:pt>
                <c:pt idx="17752">
                  <c:v>40.25</c:v>
                </c:pt>
                <c:pt idx="17753">
                  <c:v>40.25</c:v>
                </c:pt>
                <c:pt idx="17754">
                  <c:v>40.25</c:v>
                </c:pt>
                <c:pt idx="17755">
                  <c:v>40.25</c:v>
                </c:pt>
                <c:pt idx="17756">
                  <c:v>40.25</c:v>
                </c:pt>
                <c:pt idx="17757">
                  <c:v>40.25</c:v>
                </c:pt>
                <c:pt idx="17758">
                  <c:v>40.25</c:v>
                </c:pt>
                <c:pt idx="17759">
                  <c:v>40.25</c:v>
                </c:pt>
                <c:pt idx="17760">
                  <c:v>40.25</c:v>
                </c:pt>
                <c:pt idx="17761">
                  <c:v>40.25</c:v>
                </c:pt>
                <c:pt idx="17762">
                  <c:v>40.25</c:v>
                </c:pt>
                <c:pt idx="17763">
                  <c:v>40.25</c:v>
                </c:pt>
                <c:pt idx="17764">
                  <c:v>40.25</c:v>
                </c:pt>
                <c:pt idx="17765">
                  <c:v>40.25</c:v>
                </c:pt>
                <c:pt idx="17766">
                  <c:v>40.200000000000003</c:v>
                </c:pt>
                <c:pt idx="17767">
                  <c:v>40.200000000000003</c:v>
                </c:pt>
                <c:pt idx="17768">
                  <c:v>40.200000000000003</c:v>
                </c:pt>
                <c:pt idx="17769">
                  <c:v>40.200000000000003</c:v>
                </c:pt>
                <c:pt idx="17770">
                  <c:v>40.200000000000003</c:v>
                </c:pt>
                <c:pt idx="17771">
                  <c:v>40.200000000000003</c:v>
                </c:pt>
                <c:pt idx="17772">
                  <c:v>40.200000000000003</c:v>
                </c:pt>
                <c:pt idx="17773">
                  <c:v>40.200000000000003</c:v>
                </c:pt>
                <c:pt idx="17774">
                  <c:v>40.200000000000003</c:v>
                </c:pt>
                <c:pt idx="17775">
                  <c:v>40.200000000000003</c:v>
                </c:pt>
                <c:pt idx="17776">
                  <c:v>40.200000000000003</c:v>
                </c:pt>
                <c:pt idx="17777">
                  <c:v>40.200000000000003</c:v>
                </c:pt>
                <c:pt idx="17778">
                  <c:v>40.200000000000003</c:v>
                </c:pt>
                <c:pt idx="17779">
                  <c:v>40.15</c:v>
                </c:pt>
                <c:pt idx="17780">
                  <c:v>40.15</c:v>
                </c:pt>
                <c:pt idx="17781">
                  <c:v>40.15</c:v>
                </c:pt>
                <c:pt idx="17782">
                  <c:v>40.15</c:v>
                </c:pt>
                <c:pt idx="17783">
                  <c:v>40.15</c:v>
                </c:pt>
                <c:pt idx="17784">
                  <c:v>40.15</c:v>
                </c:pt>
                <c:pt idx="17785">
                  <c:v>40.15</c:v>
                </c:pt>
                <c:pt idx="17786">
                  <c:v>40.200000000000003</c:v>
                </c:pt>
                <c:pt idx="17787">
                  <c:v>40.15</c:v>
                </c:pt>
                <c:pt idx="17788">
                  <c:v>40.15</c:v>
                </c:pt>
                <c:pt idx="17789">
                  <c:v>40.15</c:v>
                </c:pt>
                <c:pt idx="17790">
                  <c:v>40.15</c:v>
                </c:pt>
                <c:pt idx="17791">
                  <c:v>40.15</c:v>
                </c:pt>
                <c:pt idx="17792">
                  <c:v>40.15</c:v>
                </c:pt>
                <c:pt idx="17793">
                  <c:v>40.15</c:v>
                </c:pt>
                <c:pt idx="17794">
                  <c:v>40.15</c:v>
                </c:pt>
                <c:pt idx="17795">
                  <c:v>40.15</c:v>
                </c:pt>
                <c:pt idx="17796">
                  <c:v>40.15</c:v>
                </c:pt>
                <c:pt idx="17797">
                  <c:v>40.15</c:v>
                </c:pt>
                <c:pt idx="17798">
                  <c:v>40.15</c:v>
                </c:pt>
                <c:pt idx="17799">
                  <c:v>40.15</c:v>
                </c:pt>
                <c:pt idx="17800">
                  <c:v>40.1</c:v>
                </c:pt>
                <c:pt idx="17801">
                  <c:v>40.1</c:v>
                </c:pt>
                <c:pt idx="17802">
                  <c:v>40.1</c:v>
                </c:pt>
                <c:pt idx="17803">
                  <c:v>40.1</c:v>
                </c:pt>
                <c:pt idx="17804">
                  <c:v>40.1</c:v>
                </c:pt>
                <c:pt idx="17805">
                  <c:v>40.1</c:v>
                </c:pt>
                <c:pt idx="17806">
                  <c:v>40.1</c:v>
                </c:pt>
                <c:pt idx="17807">
                  <c:v>40.1</c:v>
                </c:pt>
                <c:pt idx="17808">
                  <c:v>40.1</c:v>
                </c:pt>
                <c:pt idx="17809">
                  <c:v>40.1</c:v>
                </c:pt>
                <c:pt idx="17810">
                  <c:v>40.1</c:v>
                </c:pt>
                <c:pt idx="17811">
                  <c:v>40.1</c:v>
                </c:pt>
                <c:pt idx="17812">
                  <c:v>40.1</c:v>
                </c:pt>
                <c:pt idx="17813">
                  <c:v>40.1</c:v>
                </c:pt>
                <c:pt idx="17814">
                  <c:v>40.1</c:v>
                </c:pt>
                <c:pt idx="17815">
                  <c:v>40.1</c:v>
                </c:pt>
                <c:pt idx="17816">
                  <c:v>40.1</c:v>
                </c:pt>
                <c:pt idx="17817">
                  <c:v>40.1</c:v>
                </c:pt>
                <c:pt idx="17818">
                  <c:v>40.1</c:v>
                </c:pt>
                <c:pt idx="17819">
                  <c:v>40.1</c:v>
                </c:pt>
                <c:pt idx="17820">
                  <c:v>40.1</c:v>
                </c:pt>
                <c:pt idx="17821">
                  <c:v>40.1</c:v>
                </c:pt>
                <c:pt idx="17822">
                  <c:v>40.1</c:v>
                </c:pt>
                <c:pt idx="17823">
                  <c:v>40.1</c:v>
                </c:pt>
                <c:pt idx="17824">
                  <c:v>40.1</c:v>
                </c:pt>
                <c:pt idx="17825">
                  <c:v>40.1</c:v>
                </c:pt>
                <c:pt idx="17826">
                  <c:v>40.1</c:v>
                </c:pt>
                <c:pt idx="17827">
                  <c:v>40.1</c:v>
                </c:pt>
                <c:pt idx="17828">
                  <c:v>40.1</c:v>
                </c:pt>
                <c:pt idx="17829">
                  <c:v>40.049999999999997</c:v>
                </c:pt>
                <c:pt idx="17830">
                  <c:v>40.1</c:v>
                </c:pt>
                <c:pt idx="17831">
                  <c:v>40.1</c:v>
                </c:pt>
                <c:pt idx="17832">
                  <c:v>40.1</c:v>
                </c:pt>
                <c:pt idx="17833">
                  <c:v>40.1</c:v>
                </c:pt>
                <c:pt idx="17834">
                  <c:v>40.049999999999997</c:v>
                </c:pt>
                <c:pt idx="17835">
                  <c:v>40.1</c:v>
                </c:pt>
                <c:pt idx="17836">
                  <c:v>40.1</c:v>
                </c:pt>
                <c:pt idx="17837">
                  <c:v>40.049999999999997</c:v>
                </c:pt>
                <c:pt idx="17838">
                  <c:v>40.049999999999997</c:v>
                </c:pt>
                <c:pt idx="17839">
                  <c:v>40.049999999999997</c:v>
                </c:pt>
                <c:pt idx="17840">
                  <c:v>40.049999999999997</c:v>
                </c:pt>
                <c:pt idx="17841">
                  <c:v>40.049999999999997</c:v>
                </c:pt>
                <c:pt idx="17842">
                  <c:v>40.049999999999997</c:v>
                </c:pt>
                <c:pt idx="17843">
                  <c:v>40.049999999999997</c:v>
                </c:pt>
                <c:pt idx="17844">
                  <c:v>40.049999999999997</c:v>
                </c:pt>
                <c:pt idx="17845">
                  <c:v>40.049999999999997</c:v>
                </c:pt>
                <c:pt idx="17846">
                  <c:v>40.049999999999997</c:v>
                </c:pt>
                <c:pt idx="17847">
                  <c:v>40.049999999999997</c:v>
                </c:pt>
                <c:pt idx="17848">
                  <c:v>40.049999999999997</c:v>
                </c:pt>
                <c:pt idx="17849">
                  <c:v>40.049999999999997</c:v>
                </c:pt>
                <c:pt idx="17850">
                  <c:v>40.049999999999997</c:v>
                </c:pt>
                <c:pt idx="17851">
                  <c:v>40.049999999999997</c:v>
                </c:pt>
                <c:pt idx="17852">
                  <c:v>40.049999999999997</c:v>
                </c:pt>
                <c:pt idx="17853">
                  <c:v>40.049999999999997</c:v>
                </c:pt>
                <c:pt idx="17854">
                  <c:v>40.049999999999997</c:v>
                </c:pt>
                <c:pt idx="17855">
                  <c:v>40.049999999999997</c:v>
                </c:pt>
                <c:pt idx="17856">
                  <c:v>40</c:v>
                </c:pt>
                <c:pt idx="17857">
                  <c:v>40.049999999999997</c:v>
                </c:pt>
                <c:pt idx="17858">
                  <c:v>40.049999999999997</c:v>
                </c:pt>
                <c:pt idx="17859">
                  <c:v>40</c:v>
                </c:pt>
                <c:pt idx="17860">
                  <c:v>40.049999999999997</c:v>
                </c:pt>
                <c:pt idx="17861">
                  <c:v>40.049999999999997</c:v>
                </c:pt>
                <c:pt idx="17862">
                  <c:v>40.049999999999997</c:v>
                </c:pt>
                <c:pt idx="17863">
                  <c:v>40.049999999999997</c:v>
                </c:pt>
                <c:pt idx="17864">
                  <c:v>40</c:v>
                </c:pt>
                <c:pt idx="17865">
                  <c:v>40</c:v>
                </c:pt>
                <c:pt idx="17866">
                  <c:v>40</c:v>
                </c:pt>
                <c:pt idx="17867">
                  <c:v>40</c:v>
                </c:pt>
                <c:pt idx="17868">
                  <c:v>40</c:v>
                </c:pt>
                <c:pt idx="17869">
                  <c:v>40</c:v>
                </c:pt>
                <c:pt idx="17870">
                  <c:v>40</c:v>
                </c:pt>
                <c:pt idx="17871">
                  <c:v>40</c:v>
                </c:pt>
                <c:pt idx="17872">
                  <c:v>40</c:v>
                </c:pt>
                <c:pt idx="17873">
                  <c:v>40</c:v>
                </c:pt>
                <c:pt idx="17874">
                  <c:v>40</c:v>
                </c:pt>
                <c:pt idx="17875">
                  <c:v>40</c:v>
                </c:pt>
                <c:pt idx="17876">
                  <c:v>40</c:v>
                </c:pt>
                <c:pt idx="17877">
                  <c:v>40</c:v>
                </c:pt>
                <c:pt idx="17878">
                  <c:v>40</c:v>
                </c:pt>
                <c:pt idx="17879">
                  <c:v>40</c:v>
                </c:pt>
                <c:pt idx="17880">
                  <c:v>40</c:v>
                </c:pt>
                <c:pt idx="17881">
                  <c:v>40</c:v>
                </c:pt>
                <c:pt idx="17882">
                  <c:v>40</c:v>
                </c:pt>
                <c:pt idx="17883">
                  <c:v>40</c:v>
                </c:pt>
                <c:pt idx="17884">
                  <c:v>40</c:v>
                </c:pt>
                <c:pt idx="17885">
                  <c:v>39.950000000000003</c:v>
                </c:pt>
                <c:pt idx="17886">
                  <c:v>39.950000000000003</c:v>
                </c:pt>
                <c:pt idx="17887">
                  <c:v>39.950000000000003</c:v>
                </c:pt>
                <c:pt idx="17888">
                  <c:v>39.950000000000003</c:v>
                </c:pt>
                <c:pt idx="17889">
                  <c:v>39.950000000000003</c:v>
                </c:pt>
                <c:pt idx="17890">
                  <c:v>39.950000000000003</c:v>
                </c:pt>
                <c:pt idx="17891">
                  <c:v>39.950000000000003</c:v>
                </c:pt>
                <c:pt idx="17892">
                  <c:v>39.950000000000003</c:v>
                </c:pt>
                <c:pt idx="17893">
                  <c:v>39.950000000000003</c:v>
                </c:pt>
                <c:pt idx="17894">
                  <c:v>39.950000000000003</c:v>
                </c:pt>
                <c:pt idx="17895">
                  <c:v>39.950000000000003</c:v>
                </c:pt>
                <c:pt idx="17896">
                  <c:v>39.950000000000003</c:v>
                </c:pt>
                <c:pt idx="17897">
                  <c:v>39.950000000000003</c:v>
                </c:pt>
                <c:pt idx="17898">
                  <c:v>39.950000000000003</c:v>
                </c:pt>
                <c:pt idx="17899">
                  <c:v>39.950000000000003</c:v>
                </c:pt>
                <c:pt idx="17900">
                  <c:v>39.950000000000003</c:v>
                </c:pt>
                <c:pt idx="17901">
                  <c:v>39.950000000000003</c:v>
                </c:pt>
                <c:pt idx="17902">
                  <c:v>39.950000000000003</c:v>
                </c:pt>
                <c:pt idx="17903">
                  <c:v>39.950000000000003</c:v>
                </c:pt>
                <c:pt idx="17904">
                  <c:v>39.950000000000003</c:v>
                </c:pt>
                <c:pt idx="17905">
                  <c:v>39.950000000000003</c:v>
                </c:pt>
                <c:pt idx="17906">
                  <c:v>39.950000000000003</c:v>
                </c:pt>
                <c:pt idx="17907">
                  <c:v>39.950000000000003</c:v>
                </c:pt>
                <c:pt idx="17908">
                  <c:v>39.950000000000003</c:v>
                </c:pt>
                <c:pt idx="17909">
                  <c:v>39.950000000000003</c:v>
                </c:pt>
                <c:pt idx="17910">
                  <c:v>39.950000000000003</c:v>
                </c:pt>
                <c:pt idx="17911">
                  <c:v>39.950000000000003</c:v>
                </c:pt>
                <c:pt idx="17912">
                  <c:v>39.950000000000003</c:v>
                </c:pt>
                <c:pt idx="17913">
                  <c:v>39.950000000000003</c:v>
                </c:pt>
                <c:pt idx="17914">
                  <c:v>39.9</c:v>
                </c:pt>
                <c:pt idx="17915">
                  <c:v>39.9</c:v>
                </c:pt>
                <c:pt idx="17916">
                  <c:v>39.9</c:v>
                </c:pt>
                <c:pt idx="17917">
                  <c:v>39.9</c:v>
                </c:pt>
                <c:pt idx="17918">
                  <c:v>39.9</c:v>
                </c:pt>
                <c:pt idx="17919">
                  <c:v>39.9</c:v>
                </c:pt>
                <c:pt idx="17920">
                  <c:v>39.9</c:v>
                </c:pt>
                <c:pt idx="17921">
                  <c:v>39.9</c:v>
                </c:pt>
                <c:pt idx="17922">
                  <c:v>39.9</c:v>
                </c:pt>
                <c:pt idx="17923">
                  <c:v>39.9</c:v>
                </c:pt>
                <c:pt idx="17924">
                  <c:v>39.9</c:v>
                </c:pt>
                <c:pt idx="17925">
                  <c:v>39.9</c:v>
                </c:pt>
                <c:pt idx="17926">
                  <c:v>39.9</c:v>
                </c:pt>
                <c:pt idx="17927">
                  <c:v>39.9</c:v>
                </c:pt>
                <c:pt idx="17928">
                  <c:v>39.9</c:v>
                </c:pt>
                <c:pt idx="17929">
                  <c:v>39.9</c:v>
                </c:pt>
                <c:pt idx="17930">
                  <c:v>39.9</c:v>
                </c:pt>
                <c:pt idx="17931">
                  <c:v>39.9</c:v>
                </c:pt>
                <c:pt idx="17932">
                  <c:v>39.9</c:v>
                </c:pt>
                <c:pt idx="17933">
                  <c:v>39.9</c:v>
                </c:pt>
                <c:pt idx="17934">
                  <c:v>39.9</c:v>
                </c:pt>
                <c:pt idx="17935">
                  <c:v>39.9</c:v>
                </c:pt>
                <c:pt idx="17936">
                  <c:v>39.9</c:v>
                </c:pt>
                <c:pt idx="17937">
                  <c:v>39.9</c:v>
                </c:pt>
                <c:pt idx="17938">
                  <c:v>39.9</c:v>
                </c:pt>
                <c:pt idx="17939">
                  <c:v>39.9</c:v>
                </c:pt>
                <c:pt idx="17940">
                  <c:v>39.9</c:v>
                </c:pt>
                <c:pt idx="17941">
                  <c:v>39.9</c:v>
                </c:pt>
                <c:pt idx="17942">
                  <c:v>39.9</c:v>
                </c:pt>
                <c:pt idx="17943">
                  <c:v>39.9</c:v>
                </c:pt>
                <c:pt idx="17944">
                  <c:v>39.9</c:v>
                </c:pt>
                <c:pt idx="17945">
                  <c:v>39.85</c:v>
                </c:pt>
                <c:pt idx="17946">
                  <c:v>39.85</c:v>
                </c:pt>
                <c:pt idx="17947">
                  <c:v>39.85</c:v>
                </c:pt>
                <c:pt idx="17948">
                  <c:v>39.85</c:v>
                </c:pt>
                <c:pt idx="17949">
                  <c:v>39.85</c:v>
                </c:pt>
                <c:pt idx="17950">
                  <c:v>39.85</c:v>
                </c:pt>
                <c:pt idx="17951">
                  <c:v>39.85</c:v>
                </c:pt>
                <c:pt idx="17952">
                  <c:v>39.85</c:v>
                </c:pt>
                <c:pt idx="17953">
                  <c:v>39.85</c:v>
                </c:pt>
                <c:pt idx="17954">
                  <c:v>39.85</c:v>
                </c:pt>
                <c:pt idx="17955">
                  <c:v>39.85</c:v>
                </c:pt>
                <c:pt idx="17956">
                  <c:v>39.85</c:v>
                </c:pt>
                <c:pt idx="17957">
                  <c:v>39.85</c:v>
                </c:pt>
                <c:pt idx="17958">
                  <c:v>39.85</c:v>
                </c:pt>
                <c:pt idx="17959">
                  <c:v>39.85</c:v>
                </c:pt>
                <c:pt idx="17960">
                  <c:v>39.85</c:v>
                </c:pt>
                <c:pt idx="17961">
                  <c:v>39.85</c:v>
                </c:pt>
                <c:pt idx="17962">
                  <c:v>39.85</c:v>
                </c:pt>
                <c:pt idx="17963">
                  <c:v>39.85</c:v>
                </c:pt>
                <c:pt idx="17964">
                  <c:v>39.85</c:v>
                </c:pt>
                <c:pt idx="17965">
                  <c:v>39.85</c:v>
                </c:pt>
                <c:pt idx="17966">
                  <c:v>39.85</c:v>
                </c:pt>
                <c:pt idx="17967">
                  <c:v>39.85</c:v>
                </c:pt>
                <c:pt idx="17968">
                  <c:v>39.85</c:v>
                </c:pt>
                <c:pt idx="17969">
                  <c:v>39.799999999999997</c:v>
                </c:pt>
                <c:pt idx="17970">
                  <c:v>39.799999999999997</c:v>
                </c:pt>
                <c:pt idx="17971">
                  <c:v>39.799999999999997</c:v>
                </c:pt>
                <c:pt idx="17972">
                  <c:v>39.799999999999997</c:v>
                </c:pt>
                <c:pt idx="17973">
                  <c:v>39.799999999999997</c:v>
                </c:pt>
                <c:pt idx="17974">
                  <c:v>39.799999999999997</c:v>
                </c:pt>
                <c:pt idx="17975">
                  <c:v>39.799999999999997</c:v>
                </c:pt>
                <c:pt idx="17976">
                  <c:v>39.799999999999997</c:v>
                </c:pt>
                <c:pt idx="17977">
                  <c:v>39.799999999999997</c:v>
                </c:pt>
                <c:pt idx="17978">
                  <c:v>39.799999999999997</c:v>
                </c:pt>
                <c:pt idx="17979">
                  <c:v>39.799999999999997</c:v>
                </c:pt>
                <c:pt idx="17980">
                  <c:v>39.799999999999997</c:v>
                </c:pt>
                <c:pt idx="17981">
                  <c:v>39.799999999999997</c:v>
                </c:pt>
                <c:pt idx="17982">
                  <c:v>39.799999999999997</c:v>
                </c:pt>
                <c:pt idx="17983">
                  <c:v>39.799999999999997</c:v>
                </c:pt>
                <c:pt idx="17984">
                  <c:v>39.799999999999997</c:v>
                </c:pt>
                <c:pt idx="17985">
                  <c:v>39.75</c:v>
                </c:pt>
                <c:pt idx="17986">
                  <c:v>39.75</c:v>
                </c:pt>
                <c:pt idx="17987">
                  <c:v>39.799999999999997</c:v>
                </c:pt>
                <c:pt idx="17988">
                  <c:v>39.799999999999997</c:v>
                </c:pt>
                <c:pt idx="17989">
                  <c:v>39.799999999999997</c:v>
                </c:pt>
                <c:pt idx="17990">
                  <c:v>39.799999999999997</c:v>
                </c:pt>
                <c:pt idx="17991">
                  <c:v>39.799999999999997</c:v>
                </c:pt>
                <c:pt idx="17992">
                  <c:v>39.75</c:v>
                </c:pt>
                <c:pt idx="17993">
                  <c:v>39.799999999999997</c:v>
                </c:pt>
                <c:pt idx="17994">
                  <c:v>39.75</c:v>
                </c:pt>
                <c:pt idx="17995">
                  <c:v>39.75</c:v>
                </c:pt>
                <c:pt idx="17996">
                  <c:v>39.75</c:v>
                </c:pt>
                <c:pt idx="17997">
                  <c:v>39.75</c:v>
                </c:pt>
                <c:pt idx="17998">
                  <c:v>39.75</c:v>
                </c:pt>
                <c:pt idx="17999">
                  <c:v>39.75</c:v>
                </c:pt>
                <c:pt idx="18000">
                  <c:v>39.75</c:v>
                </c:pt>
                <c:pt idx="18001">
                  <c:v>39.75</c:v>
                </c:pt>
                <c:pt idx="18002">
                  <c:v>39.75</c:v>
                </c:pt>
                <c:pt idx="18003">
                  <c:v>39.75</c:v>
                </c:pt>
                <c:pt idx="18004">
                  <c:v>39.75</c:v>
                </c:pt>
                <c:pt idx="18005">
                  <c:v>39.75</c:v>
                </c:pt>
                <c:pt idx="18006">
                  <c:v>39.75</c:v>
                </c:pt>
                <c:pt idx="18007">
                  <c:v>39.75</c:v>
                </c:pt>
                <c:pt idx="18008">
                  <c:v>39.75</c:v>
                </c:pt>
                <c:pt idx="18009">
                  <c:v>39.75</c:v>
                </c:pt>
                <c:pt idx="18010">
                  <c:v>39.75</c:v>
                </c:pt>
                <c:pt idx="18011">
                  <c:v>39.75</c:v>
                </c:pt>
                <c:pt idx="18012">
                  <c:v>39.75</c:v>
                </c:pt>
                <c:pt idx="18013">
                  <c:v>39.75</c:v>
                </c:pt>
                <c:pt idx="18014">
                  <c:v>39.75</c:v>
                </c:pt>
                <c:pt idx="18015">
                  <c:v>39.75</c:v>
                </c:pt>
                <c:pt idx="18016">
                  <c:v>39.75</c:v>
                </c:pt>
                <c:pt idx="18017">
                  <c:v>39.75</c:v>
                </c:pt>
                <c:pt idx="18018">
                  <c:v>39.75</c:v>
                </c:pt>
                <c:pt idx="18019">
                  <c:v>39.75</c:v>
                </c:pt>
                <c:pt idx="18020">
                  <c:v>39.75</c:v>
                </c:pt>
                <c:pt idx="18021">
                  <c:v>39.75</c:v>
                </c:pt>
                <c:pt idx="18022">
                  <c:v>39.75</c:v>
                </c:pt>
                <c:pt idx="18023">
                  <c:v>39.75</c:v>
                </c:pt>
                <c:pt idx="18024">
                  <c:v>39.75</c:v>
                </c:pt>
                <c:pt idx="18025">
                  <c:v>39.75</c:v>
                </c:pt>
                <c:pt idx="18026">
                  <c:v>39.75</c:v>
                </c:pt>
                <c:pt idx="18027">
                  <c:v>39.75</c:v>
                </c:pt>
                <c:pt idx="18028">
                  <c:v>39.75</c:v>
                </c:pt>
                <c:pt idx="18029">
                  <c:v>39.75</c:v>
                </c:pt>
                <c:pt idx="18030">
                  <c:v>39.700000000000003</c:v>
                </c:pt>
                <c:pt idx="18031">
                  <c:v>39.700000000000003</c:v>
                </c:pt>
                <c:pt idx="18032">
                  <c:v>39.700000000000003</c:v>
                </c:pt>
                <c:pt idx="18033">
                  <c:v>39.700000000000003</c:v>
                </c:pt>
                <c:pt idx="18034">
                  <c:v>39.700000000000003</c:v>
                </c:pt>
                <c:pt idx="18035">
                  <c:v>39.700000000000003</c:v>
                </c:pt>
                <c:pt idx="18036">
                  <c:v>39.700000000000003</c:v>
                </c:pt>
                <c:pt idx="18037">
                  <c:v>39.700000000000003</c:v>
                </c:pt>
                <c:pt idx="18038">
                  <c:v>39.700000000000003</c:v>
                </c:pt>
                <c:pt idx="18039">
                  <c:v>39.700000000000003</c:v>
                </c:pt>
                <c:pt idx="18040">
                  <c:v>39.700000000000003</c:v>
                </c:pt>
                <c:pt idx="18041">
                  <c:v>39.700000000000003</c:v>
                </c:pt>
                <c:pt idx="18042">
                  <c:v>39.700000000000003</c:v>
                </c:pt>
                <c:pt idx="18043">
                  <c:v>39.700000000000003</c:v>
                </c:pt>
                <c:pt idx="18044">
                  <c:v>39.700000000000003</c:v>
                </c:pt>
                <c:pt idx="18045">
                  <c:v>39.700000000000003</c:v>
                </c:pt>
                <c:pt idx="18046">
                  <c:v>39.700000000000003</c:v>
                </c:pt>
                <c:pt idx="18047">
                  <c:v>39.65</c:v>
                </c:pt>
                <c:pt idx="18048">
                  <c:v>39.65</c:v>
                </c:pt>
                <c:pt idx="18049">
                  <c:v>39.65</c:v>
                </c:pt>
                <c:pt idx="18050">
                  <c:v>39.700000000000003</c:v>
                </c:pt>
                <c:pt idx="18051">
                  <c:v>39.65</c:v>
                </c:pt>
                <c:pt idx="18052">
                  <c:v>39.65</c:v>
                </c:pt>
                <c:pt idx="18053">
                  <c:v>39.65</c:v>
                </c:pt>
                <c:pt idx="18054">
                  <c:v>39.65</c:v>
                </c:pt>
                <c:pt idx="18055">
                  <c:v>39.65</c:v>
                </c:pt>
                <c:pt idx="18056">
                  <c:v>39.65</c:v>
                </c:pt>
                <c:pt idx="18057">
                  <c:v>39.65</c:v>
                </c:pt>
                <c:pt idx="18058">
                  <c:v>39.65</c:v>
                </c:pt>
                <c:pt idx="18059">
                  <c:v>39.65</c:v>
                </c:pt>
                <c:pt idx="18060">
                  <c:v>39.65</c:v>
                </c:pt>
                <c:pt idx="18061">
                  <c:v>39.65</c:v>
                </c:pt>
                <c:pt idx="18062">
                  <c:v>39.6</c:v>
                </c:pt>
                <c:pt idx="18063">
                  <c:v>39.6</c:v>
                </c:pt>
                <c:pt idx="18064">
                  <c:v>39.6</c:v>
                </c:pt>
                <c:pt idx="18065">
                  <c:v>39.6</c:v>
                </c:pt>
                <c:pt idx="18066">
                  <c:v>39.6</c:v>
                </c:pt>
                <c:pt idx="18067">
                  <c:v>39.6</c:v>
                </c:pt>
                <c:pt idx="18068">
                  <c:v>39.6</c:v>
                </c:pt>
                <c:pt idx="18069">
                  <c:v>39.6</c:v>
                </c:pt>
                <c:pt idx="18070">
                  <c:v>39.6</c:v>
                </c:pt>
                <c:pt idx="18071">
                  <c:v>39.6</c:v>
                </c:pt>
                <c:pt idx="18072">
                  <c:v>39.6</c:v>
                </c:pt>
                <c:pt idx="18073">
                  <c:v>39.6</c:v>
                </c:pt>
                <c:pt idx="18074">
                  <c:v>39.6</c:v>
                </c:pt>
                <c:pt idx="18075">
                  <c:v>39.6</c:v>
                </c:pt>
                <c:pt idx="18076">
                  <c:v>39.6</c:v>
                </c:pt>
                <c:pt idx="18077">
                  <c:v>39.6</c:v>
                </c:pt>
                <c:pt idx="18078">
                  <c:v>39.6</c:v>
                </c:pt>
                <c:pt idx="18079">
                  <c:v>39.6</c:v>
                </c:pt>
                <c:pt idx="18080">
                  <c:v>39.6</c:v>
                </c:pt>
                <c:pt idx="18081">
                  <c:v>39.6</c:v>
                </c:pt>
                <c:pt idx="18082">
                  <c:v>39.6</c:v>
                </c:pt>
                <c:pt idx="18083">
                  <c:v>39.6</c:v>
                </c:pt>
                <c:pt idx="18084">
                  <c:v>39.6</c:v>
                </c:pt>
                <c:pt idx="18085">
                  <c:v>39.6</c:v>
                </c:pt>
                <c:pt idx="18086">
                  <c:v>39.6</c:v>
                </c:pt>
                <c:pt idx="18087">
                  <c:v>39.6</c:v>
                </c:pt>
                <c:pt idx="18088">
                  <c:v>39.6</c:v>
                </c:pt>
                <c:pt idx="18089">
                  <c:v>39.549999999999997</c:v>
                </c:pt>
                <c:pt idx="18090">
                  <c:v>39.549999999999997</c:v>
                </c:pt>
                <c:pt idx="18091">
                  <c:v>39.549999999999997</c:v>
                </c:pt>
                <c:pt idx="18092">
                  <c:v>39.6</c:v>
                </c:pt>
                <c:pt idx="18093">
                  <c:v>39.549999999999997</c:v>
                </c:pt>
                <c:pt idx="18094">
                  <c:v>39.549999999999997</c:v>
                </c:pt>
                <c:pt idx="18095">
                  <c:v>39.549999999999997</c:v>
                </c:pt>
                <c:pt idx="18096">
                  <c:v>39.549999999999997</c:v>
                </c:pt>
                <c:pt idx="18097">
                  <c:v>39.549999999999997</c:v>
                </c:pt>
                <c:pt idx="18098">
                  <c:v>39.549999999999997</c:v>
                </c:pt>
                <c:pt idx="18099">
                  <c:v>39.549999999999997</c:v>
                </c:pt>
                <c:pt idx="18100">
                  <c:v>39.549999999999997</c:v>
                </c:pt>
                <c:pt idx="18101">
                  <c:v>39.5</c:v>
                </c:pt>
                <c:pt idx="18102">
                  <c:v>39.5</c:v>
                </c:pt>
                <c:pt idx="18103">
                  <c:v>39.5</c:v>
                </c:pt>
                <c:pt idx="18104">
                  <c:v>39.549999999999997</c:v>
                </c:pt>
                <c:pt idx="18105">
                  <c:v>39.549999999999997</c:v>
                </c:pt>
                <c:pt idx="18106">
                  <c:v>39.549999999999997</c:v>
                </c:pt>
                <c:pt idx="18107">
                  <c:v>39.549999999999997</c:v>
                </c:pt>
                <c:pt idx="18108">
                  <c:v>39.549999999999997</c:v>
                </c:pt>
                <c:pt idx="18109">
                  <c:v>39.549999999999997</c:v>
                </c:pt>
                <c:pt idx="18110">
                  <c:v>39.549999999999997</c:v>
                </c:pt>
                <c:pt idx="18111">
                  <c:v>39.549999999999997</c:v>
                </c:pt>
                <c:pt idx="18112">
                  <c:v>39.549999999999997</c:v>
                </c:pt>
                <c:pt idx="18113">
                  <c:v>39.549999999999997</c:v>
                </c:pt>
                <c:pt idx="18114">
                  <c:v>39.549999999999997</c:v>
                </c:pt>
                <c:pt idx="18115">
                  <c:v>39.549999999999997</c:v>
                </c:pt>
                <c:pt idx="18116">
                  <c:v>39.5</c:v>
                </c:pt>
                <c:pt idx="18117">
                  <c:v>39.549999999999997</c:v>
                </c:pt>
                <c:pt idx="18118">
                  <c:v>39.549999999999997</c:v>
                </c:pt>
                <c:pt idx="18119">
                  <c:v>39.549999999999997</c:v>
                </c:pt>
                <c:pt idx="18120">
                  <c:v>39.549999999999997</c:v>
                </c:pt>
                <c:pt idx="18121">
                  <c:v>39.5</c:v>
                </c:pt>
                <c:pt idx="18122">
                  <c:v>39.5</c:v>
                </c:pt>
                <c:pt idx="18123">
                  <c:v>39.5</c:v>
                </c:pt>
                <c:pt idx="18124">
                  <c:v>39.5</c:v>
                </c:pt>
                <c:pt idx="18125">
                  <c:v>39.5</c:v>
                </c:pt>
                <c:pt idx="18126">
                  <c:v>39.5</c:v>
                </c:pt>
                <c:pt idx="18127">
                  <c:v>39.5</c:v>
                </c:pt>
                <c:pt idx="18128">
                  <c:v>39.5</c:v>
                </c:pt>
                <c:pt idx="18129">
                  <c:v>39.5</c:v>
                </c:pt>
                <c:pt idx="18130">
                  <c:v>39.5</c:v>
                </c:pt>
                <c:pt idx="18131">
                  <c:v>39.5</c:v>
                </c:pt>
                <c:pt idx="18132">
                  <c:v>39.5</c:v>
                </c:pt>
                <c:pt idx="18133">
                  <c:v>39.5</c:v>
                </c:pt>
                <c:pt idx="18134">
                  <c:v>39.5</c:v>
                </c:pt>
                <c:pt idx="18135">
                  <c:v>39.450000000000003</c:v>
                </c:pt>
                <c:pt idx="18136">
                  <c:v>39.5</c:v>
                </c:pt>
                <c:pt idx="18137">
                  <c:v>39.5</c:v>
                </c:pt>
                <c:pt idx="18138">
                  <c:v>39.5</c:v>
                </c:pt>
                <c:pt idx="18139">
                  <c:v>39.450000000000003</c:v>
                </c:pt>
                <c:pt idx="18140">
                  <c:v>39.450000000000003</c:v>
                </c:pt>
                <c:pt idx="18141">
                  <c:v>39.5</c:v>
                </c:pt>
                <c:pt idx="18142">
                  <c:v>39.5</c:v>
                </c:pt>
                <c:pt idx="18143">
                  <c:v>39.450000000000003</c:v>
                </c:pt>
                <c:pt idx="18144">
                  <c:v>39.5</c:v>
                </c:pt>
                <c:pt idx="18145">
                  <c:v>39.5</c:v>
                </c:pt>
                <c:pt idx="18146">
                  <c:v>39.450000000000003</c:v>
                </c:pt>
                <c:pt idx="18147">
                  <c:v>39.450000000000003</c:v>
                </c:pt>
                <c:pt idx="18148">
                  <c:v>39.450000000000003</c:v>
                </c:pt>
                <c:pt idx="18149">
                  <c:v>39.450000000000003</c:v>
                </c:pt>
                <c:pt idx="18150">
                  <c:v>39.450000000000003</c:v>
                </c:pt>
                <c:pt idx="18151">
                  <c:v>39.450000000000003</c:v>
                </c:pt>
                <c:pt idx="18152">
                  <c:v>39.450000000000003</c:v>
                </c:pt>
                <c:pt idx="18153">
                  <c:v>39.450000000000003</c:v>
                </c:pt>
                <c:pt idx="18154">
                  <c:v>39.450000000000003</c:v>
                </c:pt>
                <c:pt idx="18155">
                  <c:v>39.450000000000003</c:v>
                </c:pt>
                <c:pt idx="18156">
                  <c:v>39.450000000000003</c:v>
                </c:pt>
                <c:pt idx="18157">
                  <c:v>39.450000000000003</c:v>
                </c:pt>
                <c:pt idx="18158">
                  <c:v>39.450000000000003</c:v>
                </c:pt>
                <c:pt idx="18159">
                  <c:v>39.450000000000003</c:v>
                </c:pt>
                <c:pt idx="18160">
                  <c:v>39.450000000000003</c:v>
                </c:pt>
                <c:pt idx="18161">
                  <c:v>39.4</c:v>
                </c:pt>
                <c:pt idx="18162">
                  <c:v>39.4</c:v>
                </c:pt>
                <c:pt idx="18163">
                  <c:v>39.4</c:v>
                </c:pt>
                <c:pt idx="18164">
                  <c:v>39.4</c:v>
                </c:pt>
                <c:pt idx="18165">
                  <c:v>39.4</c:v>
                </c:pt>
                <c:pt idx="18166">
                  <c:v>39.4</c:v>
                </c:pt>
                <c:pt idx="18167">
                  <c:v>39.4</c:v>
                </c:pt>
                <c:pt idx="18168">
                  <c:v>39.4</c:v>
                </c:pt>
                <c:pt idx="18169">
                  <c:v>39.4</c:v>
                </c:pt>
                <c:pt idx="18170">
                  <c:v>39.4</c:v>
                </c:pt>
                <c:pt idx="18171">
                  <c:v>39.4</c:v>
                </c:pt>
                <c:pt idx="18172">
                  <c:v>39.4</c:v>
                </c:pt>
                <c:pt idx="18173">
                  <c:v>39.4</c:v>
                </c:pt>
                <c:pt idx="18174">
                  <c:v>39.4</c:v>
                </c:pt>
                <c:pt idx="18175">
                  <c:v>39.4</c:v>
                </c:pt>
                <c:pt idx="18176">
                  <c:v>39.4</c:v>
                </c:pt>
                <c:pt idx="18177">
                  <c:v>39.4</c:v>
                </c:pt>
                <c:pt idx="18178">
                  <c:v>39.4</c:v>
                </c:pt>
                <c:pt idx="18179">
                  <c:v>39.4</c:v>
                </c:pt>
                <c:pt idx="18180">
                  <c:v>39.4</c:v>
                </c:pt>
                <c:pt idx="18181">
                  <c:v>39.4</c:v>
                </c:pt>
                <c:pt idx="18182">
                  <c:v>39.4</c:v>
                </c:pt>
                <c:pt idx="18183">
                  <c:v>39.4</c:v>
                </c:pt>
                <c:pt idx="18184">
                  <c:v>39.4</c:v>
                </c:pt>
                <c:pt idx="18185">
                  <c:v>39.4</c:v>
                </c:pt>
                <c:pt idx="18186">
                  <c:v>39.4</c:v>
                </c:pt>
                <c:pt idx="18187">
                  <c:v>39.4</c:v>
                </c:pt>
                <c:pt idx="18188">
                  <c:v>39.4</c:v>
                </c:pt>
                <c:pt idx="18189">
                  <c:v>39.35</c:v>
                </c:pt>
                <c:pt idx="18190">
                  <c:v>39.35</c:v>
                </c:pt>
                <c:pt idx="18191">
                  <c:v>39.35</c:v>
                </c:pt>
                <c:pt idx="18192">
                  <c:v>39.35</c:v>
                </c:pt>
                <c:pt idx="18193">
                  <c:v>39.35</c:v>
                </c:pt>
                <c:pt idx="18194">
                  <c:v>39.35</c:v>
                </c:pt>
                <c:pt idx="18195">
                  <c:v>39.35</c:v>
                </c:pt>
                <c:pt idx="18196">
                  <c:v>39.35</c:v>
                </c:pt>
                <c:pt idx="18197">
                  <c:v>39.35</c:v>
                </c:pt>
                <c:pt idx="18198">
                  <c:v>39.35</c:v>
                </c:pt>
                <c:pt idx="18199">
                  <c:v>39.35</c:v>
                </c:pt>
                <c:pt idx="18200">
                  <c:v>39.35</c:v>
                </c:pt>
                <c:pt idx="18201">
                  <c:v>39.35</c:v>
                </c:pt>
                <c:pt idx="18202">
                  <c:v>39.35</c:v>
                </c:pt>
                <c:pt idx="18203">
                  <c:v>39.35</c:v>
                </c:pt>
                <c:pt idx="18204">
                  <c:v>39.35</c:v>
                </c:pt>
                <c:pt idx="18205">
                  <c:v>39.35</c:v>
                </c:pt>
                <c:pt idx="18206">
                  <c:v>39.35</c:v>
                </c:pt>
                <c:pt idx="18207">
                  <c:v>39.35</c:v>
                </c:pt>
                <c:pt idx="18208">
                  <c:v>39.35</c:v>
                </c:pt>
                <c:pt idx="18209">
                  <c:v>39.35</c:v>
                </c:pt>
                <c:pt idx="18210">
                  <c:v>39.299999999999997</c:v>
                </c:pt>
                <c:pt idx="18211">
                  <c:v>39.299999999999997</c:v>
                </c:pt>
                <c:pt idx="18212">
                  <c:v>39.299999999999997</c:v>
                </c:pt>
                <c:pt idx="18213">
                  <c:v>39.299999999999997</c:v>
                </c:pt>
                <c:pt idx="18214">
                  <c:v>39.299999999999997</c:v>
                </c:pt>
                <c:pt idx="18215">
                  <c:v>39.299999999999997</c:v>
                </c:pt>
                <c:pt idx="18216">
                  <c:v>39.299999999999997</c:v>
                </c:pt>
                <c:pt idx="18217">
                  <c:v>39.299999999999997</c:v>
                </c:pt>
                <c:pt idx="18218">
                  <c:v>39.299999999999997</c:v>
                </c:pt>
                <c:pt idx="18219">
                  <c:v>39.299999999999997</c:v>
                </c:pt>
                <c:pt idx="18220">
                  <c:v>39.299999999999997</c:v>
                </c:pt>
                <c:pt idx="18221">
                  <c:v>39.299999999999997</c:v>
                </c:pt>
                <c:pt idx="18222">
                  <c:v>39.299999999999997</c:v>
                </c:pt>
                <c:pt idx="18223">
                  <c:v>39.299999999999997</c:v>
                </c:pt>
                <c:pt idx="18224">
                  <c:v>39.299999999999997</c:v>
                </c:pt>
                <c:pt idx="18225">
                  <c:v>39.299999999999997</c:v>
                </c:pt>
                <c:pt idx="18226">
                  <c:v>39.299999999999997</c:v>
                </c:pt>
                <c:pt idx="18227">
                  <c:v>39.299999999999997</c:v>
                </c:pt>
                <c:pt idx="18228">
                  <c:v>39.299999999999997</c:v>
                </c:pt>
                <c:pt idx="18229">
                  <c:v>39.299999999999997</c:v>
                </c:pt>
                <c:pt idx="18230">
                  <c:v>39.299999999999997</c:v>
                </c:pt>
                <c:pt idx="18231">
                  <c:v>39.299999999999997</c:v>
                </c:pt>
                <c:pt idx="18232">
                  <c:v>39.299999999999997</c:v>
                </c:pt>
                <c:pt idx="18233">
                  <c:v>39.299999999999997</c:v>
                </c:pt>
                <c:pt idx="18234">
                  <c:v>39.299999999999997</c:v>
                </c:pt>
                <c:pt idx="18235">
                  <c:v>39.299999999999997</c:v>
                </c:pt>
                <c:pt idx="18236">
                  <c:v>39.25</c:v>
                </c:pt>
                <c:pt idx="18237">
                  <c:v>39.299999999999997</c:v>
                </c:pt>
                <c:pt idx="18238">
                  <c:v>39.299999999999997</c:v>
                </c:pt>
                <c:pt idx="18239">
                  <c:v>39.299999999999997</c:v>
                </c:pt>
                <c:pt idx="18240">
                  <c:v>39.299999999999997</c:v>
                </c:pt>
                <c:pt idx="18241">
                  <c:v>39.299999999999997</c:v>
                </c:pt>
                <c:pt idx="18242">
                  <c:v>39.299999999999997</c:v>
                </c:pt>
                <c:pt idx="18243">
                  <c:v>39.25</c:v>
                </c:pt>
                <c:pt idx="18244">
                  <c:v>39.25</c:v>
                </c:pt>
                <c:pt idx="18245">
                  <c:v>39.25</c:v>
                </c:pt>
                <c:pt idx="18246">
                  <c:v>39.25</c:v>
                </c:pt>
                <c:pt idx="18247">
                  <c:v>39.25</c:v>
                </c:pt>
                <c:pt idx="18248">
                  <c:v>39.25</c:v>
                </c:pt>
                <c:pt idx="18249">
                  <c:v>39.25</c:v>
                </c:pt>
                <c:pt idx="18250">
                  <c:v>39.25</c:v>
                </c:pt>
                <c:pt idx="18251">
                  <c:v>39.25</c:v>
                </c:pt>
                <c:pt idx="18252">
                  <c:v>39.25</c:v>
                </c:pt>
                <c:pt idx="18253">
                  <c:v>39.25</c:v>
                </c:pt>
                <c:pt idx="18254">
                  <c:v>39.25</c:v>
                </c:pt>
                <c:pt idx="18255">
                  <c:v>39.25</c:v>
                </c:pt>
                <c:pt idx="18256">
                  <c:v>39.25</c:v>
                </c:pt>
                <c:pt idx="18257">
                  <c:v>39.25</c:v>
                </c:pt>
                <c:pt idx="18258">
                  <c:v>39.200000000000003</c:v>
                </c:pt>
                <c:pt idx="18259">
                  <c:v>39.25</c:v>
                </c:pt>
                <c:pt idx="18260">
                  <c:v>39.25</c:v>
                </c:pt>
                <c:pt idx="18261">
                  <c:v>39.25</c:v>
                </c:pt>
                <c:pt idx="18262">
                  <c:v>39.25</c:v>
                </c:pt>
                <c:pt idx="18263">
                  <c:v>39.200000000000003</c:v>
                </c:pt>
                <c:pt idx="18264">
                  <c:v>39.200000000000003</c:v>
                </c:pt>
                <c:pt idx="18265">
                  <c:v>39.200000000000003</c:v>
                </c:pt>
                <c:pt idx="18266">
                  <c:v>39.200000000000003</c:v>
                </c:pt>
                <c:pt idx="18267">
                  <c:v>39.200000000000003</c:v>
                </c:pt>
                <c:pt idx="18268">
                  <c:v>39.200000000000003</c:v>
                </c:pt>
                <c:pt idx="18269">
                  <c:v>39.25</c:v>
                </c:pt>
                <c:pt idx="18270">
                  <c:v>39.200000000000003</c:v>
                </c:pt>
                <c:pt idx="18271">
                  <c:v>39.200000000000003</c:v>
                </c:pt>
                <c:pt idx="18272">
                  <c:v>39.200000000000003</c:v>
                </c:pt>
                <c:pt idx="18273">
                  <c:v>39.200000000000003</c:v>
                </c:pt>
                <c:pt idx="18274">
                  <c:v>39.200000000000003</c:v>
                </c:pt>
                <c:pt idx="18275">
                  <c:v>39.200000000000003</c:v>
                </c:pt>
                <c:pt idx="18276">
                  <c:v>39.200000000000003</c:v>
                </c:pt>
                <c:pt idx="18277">
                  <c:v>39.200000000000003</c:v>
                </c:pt>
                <c:pt idx="18278">
                  <c:v>39.200000000000003</c:v>
                </c:pt>
                <c:pt idx="18279">
                  <c:v>39.200000000000003</c:v>
                </c:pt>
                <c:pt idx="18280">
                  <c:v>39.200000000000003</c:v>
                </c:pt>
                <c:pt idx="18281">
                  <c:v>39.200000000000003</c:v>
                </c:pt>
                <c:pt idx="18282">
                  <c:v>39.15</c:v>
                </c:pt>
                <c:pt idx="18283">
                  <c:v>39.15</c:v>
                </c:pt>
                <c:pt idx="18284">
                  <c:v>39.15</c:v>
                </c:pt>
                <c:pt idx="18285">
                  <c:v>39.15</c:v>
                </c:pt>
                <c:pt idx="18286">
                  <c:v>39.15</c:v>
                </c:pt>
                <c:pt idx="18287">
                  <c:v>39.15</c:v>
                </c:pt>
                <c:pt idx="18288">
                  <c:v>39.15</c:v>
                </c:pt>
                <c:pt idx="18289">
                  <c:v>39.15</c:v>
                </c:pt>
                <c:pt idx="18290">
                  <c:v>39.15</c:v>
                </c:pt>
                <c:pt idx="18291">
                  <c:v>39.15</c:v>
                </c:pt>
                <c:pt idx="18292">
                  <c:v>39.15</c:v>
                </c:pt>
                <c:pt idx="18293">
                  <c:v>39.15</c:v>
                </c:pt>
                <c:pt idx="18294">
                  <c:v>39.15</c:v>
                </c:pt>
                <c:pt idx="18295">
                  <c:v>39.15</c:v>
                </c:pt>
                <c:pt idx="18296">
                  <c:v>39.15</c:v>
                </c:pt>
                <c:pt idx="18297">
                  <c:v>39.15</c:v>
                </c:pt>
                <c:pt idx="18298">
                  <c:v>39.15</c:v>
                </c:pt>
                <c:pt idx="18299">
                  <c:v>39.15</c:v>
                </c:pt>
                <c:pt idx="18300">
                  <c:v>39.15</c:v>
                </c:pt>
                <c:pt idx="18301">
                  <c:v>39.15</c:v>
                </c:pt>
                <c:pt idx="18302">
                  <c:v>39.15</c:v>
                </c:pt>
                <c:pt idx="18303">
                  <c:v>39.15</c:v>
                </c:pt>
                <c:pt idx="18304">
                  <c:v>39.15</c:v>
                </c:pt>
                <c:pt idx="18305">
                  <c:v>39.15</c:v>
                </c:pt>
                <c:pt idx="18306">
                  <c:v>39.15</c:v>
                </c:pt>
                <c:pt idx="18307">
                  <c:v>39.15</c:v>
                </c:pt>
                <c:pt idx="18308">
                  <c:v>39.15</c:v>
                </c:pt>
                <c:pt idx="18309">
                  <c:v>39.15</c:v>
                </c:pt>
                <c:pt idx="18310">
                  <c:v>39.1</c:v>
                </c:pt>
                <c:pt idx="18311">
                  <c:v>39.15</c:v>
                </c:pt>
                <c:pt idx="18312">
                  <c:v>39.1</c:v>
                </c:pt>
                <c:pt idx="18313">
                  <c:v>39.1</c:v>
                </c:pt>
                <c:pt idx="18314">
                  <c:v>39.1</c:v>
                </c:pt>
                <c:pt idx="18315">
                  <c:v>39.1</c:v>
                </c:pt>
                <c:pt idx="18316">
                  <c:v>39.1</c:v>
                </c:pt>
                <c:pt idx="18317">
                  <c:v>39.1</c:v>
                </c:pt>
                <c:pt idx="18318">
                  <c:v>39.1</c:v>
                </c:pt>
                <c:pt idx="18319">
                  <c:v>39.1</c:v>
                </c:pt>
                <c:pt idx="18320">
                  <c:v>39.1</c:v>
                </c:pt>
                <c:pt idx="18321">
                  <c:v>39.1</c:v>
                </c:pt>
                <c:pt idx="18322">
                  <c:v>39.1</c:v>
                </c:pt>
                <c:pt idx="18323">
                  <c:v>39.1</c:v>
                </c:pt>
                <c:pt idx="18324">
                  <c:v>39.1</c:v>
                </c:pt>
                <c:pt idx="18325">
                  <c:v>39.1</c:v>
                </c:pt>
                <c:pt idx="18326">
                  <c:v>39.1</c:v>
                </c:pt>
                <c:pt idx="18327">
                  <c:v>39.1</c:v>
                </c:pt>
                <c:pt idx="18328">
                  <c:v>39.1</c:v>
                </c:pt>
                <c:pt idx="18329">
                  <c:v>39.1</c:v>
                </c:pt>
                <c:pt idx="18330">
                  <c:v>39.1</c:v>
                </c:pt>
                <c:pt idx="18331">
                  <c:v>39.1</c:v>
                </c:pt>
                <c:pt idx="18332">
                  <c:v>39.1</c:v>
                </c:pt>
                <c:pt idx="18333">
                  <c:v>39.1</c:v>
                </c:pt>
                <c:pt idx="18334">
                  <c:v>39.1</c:v>
                </c:pt>
                <c:pt idx="18335">
                  <c:v>39.1</c:v>
                </c:pt>
                <c:pt idx="18336">
                  <c:v>39.049999999999997</c:v>
                </c:pt>
                <c:pt idx="18337">
                  <c:v>39.049999999999997</c:v>
                </c:pt>
                <c:pt idx="18338">
                  <c:v>39.049999999999997</c:v>
                </c:pt>
                <c:pt idx="18339">
                  <c:v>39.049999999999997</c:v>
                </c:pt>
                <c:pt idx="18340">
                  <c:v>39.049999999999997</c:v>
                </c:pt>
                <c:pt idx="18341">
                  <c:v>39.049999999999997</c:v>
                </c:pt>
                <c:pt idx="18342">
                  <c:v>39.049999999999997</c:v>
                </c:pt>
                <c:pt idx="18343">
                  <c:v>39.049999999999997</c:v>
                </c:pt>
                <c:pt idx="18344">
                  <c:v>39.049999999999997</c:v>
                </c:pt>
                <c:pt idx="18345">
                  <c:v>39.049999999999997</c:v>
                </c:pt>
                <c:pt idx="18346">
                  <c:v>39.049999999999997</c:v>
                </c:pt>
                <c:pt idx="18347">
                  <c:v>39.049999999999997</c:v>
                </c:pt>
                <c:pt idx="18348">
                  <c:v>39.049999999999997</c:v>
                </c:pt>
                <c:pt idx="18349">
                  <c:v>39.049999999999997</c:v>
                </c:pt>
                <c:pt idx="18350">
                  <c:v>39.049999999999997</c:v>
                </c:pt>
                <c:pt idx="18351">
                  <c:v>39.049999999999997</c:v>
                </c:pt>
                <c:pt idx="18352">
                  <c:v>39.049999999999997</c:v>
                </c:pt>
                <c:pt idx="18353">
                  <c:v>39</c:v>
                </c:pt>
                <c:pt idx="18354">
                  <c:v>39.049999999999997</c:v>
                </c:pt>
                <c:pt idx="18355">
                  <c:v>39</c:v>
                </c:pt>
                <c:pt idx="18356">
                  <c:v>39</c:v>
                </c:pt>
                <c:pt idx="18357">
                  <c:v>39</c:v>
                </c:pt>
                <c:pt idx="18358">
                  <c:v>39</c:v>
                </c:pt>
                <c:pt idx="18359">
                  <c:v>39</c:v>
                </c:pt>
                <c:pt idx="18360">
                  <c:v>39</c:v>
                </c:pt>
                <c:pt idx="18361">
                  <c:v>39</c:v>
                </c:pt>
                <c:pt idx="18362">
                  <c:v>39</c:v>
                </c:pt>
                <c:pt idx="18363">
                  <c:v>39</c:v>
                </c:pt>
                <c:pt idx="18364">
                  <c:v>39</c:v>
                </c:pt>
                <c:pt idx="18365">
                  <c:v>39</c:v>
                </c:pt>
                <c:pt idx="18366">
                  <c:v>39</c:v>
                </c:pt>
                <c:pt idx="18367">
                  <c:v>39</c:v>
                </c:pt>
                <c:pt idx="18368">
                  <c:v>39</c:v>
                </c:pt>
                <c:pt idx="18369">
                  <c:v>39</c:v>
                </c:pt>
                <c:pt idx="18370">
                  <c:v>39</c:v>
                </c:pt>
                <c:pt idx="18371">
                  <c:v>39</c:v>
                </c:pt>
                <c:pt idx="18372">
                  <c:v>39</c:v>
                </c:pt>
                <c:pt idx="18373">
                  <c:v>39</c:v>
                </c:pt>
                <c:pt idx="18374">
                  <c:v>39</c:v>
                </c:pt>
                <c:pt idx="18375">
                  <c:v>39</c:v>
                </c:pt>
                <c:pt idx="18376">
                  <c:v>39</c:v>
                </c:pt>
                <c:pt idx="18377">
                  <c:v>39</c:v>
                </c:pt>
                <c:pt idx="18378">
                  <c:v>39</c:v>
                </c:pt>
                <c:pt idx="18379">
                  <c:v>39</c:v>
                </c:pt>
                <c:pt idx="18380">
                  <c:v>39</c:v>
                </c:pt>
                <c:pt idx="18381">
                  <c:v>39</c:v>
                </c:pt>
                <c:pt idx="18382">
                  <c:v>39</c:v>
                </c:pt>
                <c:pt idx="18383">
                  <c:v>39</c:v>
                </c:pt>
                <c:pt idx="18384">
                  <c:v>38.950000000000003</c:v>
                </c:pt>
                <c:pt idx="18385">
                  <c:v>38.950000000000003</c:v>
                </c:pt>
                <c:pt idx="18386">
                  <c:v>38.950000000000003</c:v>
                </c:pt>
                <c:pt idx="18387">
                  <c:v>38.950000000000003</c:v>
                </c:pt>
                <c:pt idx="18388">
                  <c:v>38.950000000000003</c:v>
                </c:pt>
                <c:pt idx="18389">
                  <c:v>38.950000000000003</c:v>
                </c:pt>
                <c:pt idx="18390">
                  <c:v>38.950000000000003</c:v>
                </c:pt>
                <c:pt idx="18391">
                  <c:v>38.950000000000003</c:v>
                </c:pt>
                <c:pt idx="18392">
                  <c:v>38.950000000000003</c:v>
                </c:pt>
                <c:pt idx="18393">
                  <c:v>38.950000000000003</c:v>
                </c:pt>
                <c:pt idx="18394">
                  <c:v>38.950000000000003</c:v>
                </c:pt>
                <c:pt idx="18395">
                  <c:v>38.950000000000003</c:v>
                </c:pt>
                <c:pt idx="18396">
                  <c:v>38.950000000000003</c:v>
                </c:pt>
                <c:pt idx="18397">
                  <c:v>38.950000000000003</c:v>
                </c:pt>
                <c:pt idx="18398">
                  <c:v>38.950000000000003</c:v>
                </c:pt>
                <c:pt idx="18399">
                  <c:v>38.950000000000003</c:v>
                </c:pt>
                <c:pt idx="18400">
                  <c:v>38.950000000000003</c:v>
                </c:pt>
                <c:pt idx="18401">
                  <c:v>38.950000000000003</c:v>
                </c:pt>
                <c:pt idx="18402">
                  <c:v>38.950000000000003</c:v>
                </c:pt>
                <c:pt idx="18403">
                  <c:v>38.950000000000003</c:v>
                </c:pt>
                <c:pt idx="18404">
                  <c:v>38.950000000000003</c:v>
                </c:pt>
                <c:pt idx="18405">
                  <c:v>38.9</c:v>
                </c:pt>
                <c:pt idx="18406">
                  <c:v>38.9</c:v>
                </c:pt>
                <c:pt idx="18407">
                  <c:v>38.9</c:v>
                </c:pt>
                <c:pt idx="18408">
                  <c:v>38.9</c:v>
                </c:pt>
                <c:pt idx="18409">
                  <c:v>38.9</c:v>
                </c:pt>
                <c:pt idx="18410">
                  <c:v>38.9</c:v>
                </c:pt>
                <c:pt idx="18411">
                  <c:v>38.9</c:v>
                </c:pt>
                <c:pt idx="18412">
                  <c:v>38.9</c:v>
                </c:pt>
                <c:pt idx="18413">
                  <c:v>38.9</c:v>
                </c:pt>
                <c:pt idx="18414">
                  <c:v>38.9</c:v>
                </c:pt>
                <c:pt idx="18415">
                  <c:v>38.9</c:v>
                </c:pt>
                <c:pt idx="18416">
                  <c:v>38.9</c:v>
                </c:pt>
                <c:pt idx="18417">
                  <c:v>38.9</c:v>
                </c:pt>
                <c:pt idx="18418">
                  <c:v>38.9</c:v>
                </c:pt>
                <c:pt idx="18419">
                  <c:v>38.9</c:v>
                </c:pt>
                <c:pt idx="18420">
                  <c:v>38.9</c:v>
                </c:pt>
                <c:pt idx="18421">
                  <c:v>38.9</c:v>
                </c:pt>
                <c:pt idx="18422">
                  <c:v>38.9</c:v>
                </c:pt>
                <c:pt idx="18423">
                  <c:v>38.9</c:v>
                </c:pt>
                <c:pt idx="18424">
                  <c:v>38.9</c:v>
                </c:pt>
                <c:pt idx="18425">
                  <c:v>38.9</c:v>
                </c:pt>
                <c:pt idx="18426">
                  <c:v>38.9</c:v>
                </c:pt>
                <c:pt idx="18427">
                  <c:v>38.9</c:v>
                </c:pt>
                <c:pt idx="18428">
                  <c:v>38.9</c:v>
                </c:pt>
                <c:pt idx="18429">
                  <c:v>38.9</c:v>
                </c:pt>
                <c:pt idx="18430">
                  <c:v>38.9</c:v>
                </c:pt>
                <c:pt idx="18431">
                  <c:v>38.9</c:v>
                </c:pt>
                <c:pt idx="18432">
                  <c:v>38.9</c:v>
                </c:pt>
                <c:pt idx="18433">
                  <c:v>38.9</c:v>
                </c:pt>
                <c:pt idx="18434">
                  <c:v>38.9</c:v>
                </c:pt>
                <c:pt idx="18435">
                  <c:v>38.9</c:v>
                </c:pt>
                <c:pt idx="18436">
                  <c:v>38.9</c:v>
                </c:pt>
                <c:pt idx="18437">
                  <c:v>38.9</c:v>
                </c:pt>
                <c:pt idx="18438">
                  <c:v>38.85</c:v>
                </c:pt>
                <c:pt idx="18439">
                  <c:v>38.85</c:v>
                </c:pt>
                <c:pt idx="18440">
                  <c:v>38.85</c:v>
                </c:pt>
                <c:pt idx="18441">
                  <c:v>38.85</c:v>
                </c:pt>
                <c:pt idx="18442">
                  <c:v>38.85</c:v>
                </c:pt>
                <c:pt idx="18443">
                  <c:v>38.85</c:v>
                </c:pt>
                <c:pt idx="18444">
                  <c:v>38.85</c:v>
                </c:pt>
                <c:pt idx="18445">
                  <c:v>38.85</c:v>
                </c:pt>
                <c:pt idx="18446">
                  <c:v>38.85</c:v>
                </c:pt>
                <c:pt idx="18447">
                  <c:v>38.85</c:v>
                </c:pt>
                <c:pt idx="18448">
                  <c:v>38.85</c:v>
                </c:pt>
                <c:pt idx="18449">
                  <c:v>38.85</c:v>
                </c:pt>
                <c:pt idx="18450">
                  <c:v>38.85</c:v>
                </c:pt>
                <c:pt idx="18451">
                  <c:v>38.85</c:v>
                </c:pt>
                <c:pt idx="18452">
                  <c:v>38.85</c:v>
                </c:pt>
                <c:pt idx="18453">
                  <c:v>38.85</c:v>
                </c:pt>
                <c:pt idx="18454">
                  <c:v>38.85</c:v>
                </c:pt>
                <c:pt idx="18455">
                  <c:v>38.85</c:v>
                </c:pt>
                <c:pt idx="18456">
                  <c:v>38.799999999999997</c:v>
                </c:pt>
                <c:pt idx="18457">
                  <c:v>38.799999999999997</c:v>
                </c:pt>
                <c:pt idx="18458">
                  <c:v>38.799999999999997</c:v>
                </c:pt>
                <c:pt idx="18459">
                  <c:v>38.799999999999997</c:v>
                </c:pt>
                <c:pt idx="18460">
                  <c:v>38.799999999999997</c:v>
                </c:pt>
                <c:pt idx="18461">
                  <c:v>38.799999999999997</c:v>
                </c:pt>
                <c:pt idx="18462">
                  <c:v>38.799999999999997</c:v>
                </c:pt>
                <c:pt idx="18463">
                  <c:v>38.799999999999997</c:v>
                </c:pt>
                <c:pt idx="18464">
                  <c:v>38.799999999999997</c:v>
                </c:pt>
                <c:pt idx="18465">
                  <c:v>38.799999999999997</c:v>
                </c:pt>
                <c:pt idx="18466">
                  <c:v>38.799999999999997</c:v>
                </c:pt>
                <c:pt idx="18467">
                  <c:v>38.799999999999997</c:v>
                </c:pt>
                <c:pt idx="18468">
                  <c:v>38.799999999999997</c:v>
                </c:pt>
                <c:pt idx="18469">
                  <c:v>38.799999999999997</c:v>
                </c:pt>
                <c:pt idx="18470">
                  <c:v>38.799999999999997</c:v>
                </c:pt>
                <c:pt idx="18471">
                  <c:v>38.799999999999997</c:v>
                </c:pt>
                <c:pt idx="18472">
                  <c:v>38.799999999999997</c:v>
                </c:pt>
                <c:pt idx="18473">
                  <c:v>38.799999999999997</c:v>
                </c:pt>
                <c:pt idx="18474">
                  <c:v>38.799999999999997</c:v>
                </c:pt>
                <c:pt idx="18475">
                  <c:v>38.799999999999997</c:v>
                </c:pt>
                <c:pt idx="18476">
                  <c:v>38.799999999999997</c:v>
                </c:pt>
                <c:pt idx="18477">
                  <c:v>38.799999999999997</c:v>
                </c:pt>
                <c:pt idx="18478">
                  <c:v>38.799999999999997</c:v>
                </c:pt>
                <c:pt idx="18479">
                  <c:v>38.799999999999997</c:v>
                </c:pt>
                <c:pt idx="18480">
                  <c:v>38.799999999999997</c:v>
                </c:pt>
                <c:pt idx="18481">
                  <c:v>38.799999999999997</c:v>
                </c:pt>
                <c:pt idx="18482">
                  <c:v>38.799999999999997</c:v>
                </c:pt>
                <c:pt idx="18483">
                  <c:v>38.799999999999997</c:v>
                </c:pt>
                <c:pt idx="18484">
                  <c:v>38.799999999999997</c:v>
                </c:pt>
                <c:pt idx="18485">
                  <c:v>38.799999999999997</c:v>
                </c:pt>
                <c:pt idx="18486">
                  <c:v>38.799999999999997</c:v>
                </c:pt>
                <c:pt idx="18487">
                  <c:v>38.799999999999997</c:v>
                </c:pt>
                <c:pt idx="18488">
                  <c:v>38.799999999999997</c:v>
                </c:pt>
                <c:pt idx="18489">
                  <c:v>38.799999999999997</c:v>
                </c:pt>
                <c:pt idx="18490">
                  <c:v>38.799999999999997</c:v>
                </c:pt>
                <c:pt idx="18491">
                  <c:v>38.799999999999997</c:v>
                </c:pt>
                <c:pt idx="18492">
                  <c:v>38.799999999999997</c:v>
                </c:pt>
                <c:pt idx="18493">
                  <c:v>38.799999999999997</c:v>
                </c:pt>
                <c:pt idx="18494">
                  <c:v>38.799999999999997</c:v>
                </c:pt>
                <c:pt idx="18495">
                  <c:v>38.799999999999997</c:v>
                </c:pt>
                <c:pt idx="18496">
                  <c:v>38.75</c:v>
                </c:pt>
                <c:pt idx="18497">
                  <c:v>38.799999999999997</c:v>
                </c:pt>
                <c:pt idx="18498">
                  <c:v>38.75</c:v>
                </c:pt>
                <c:pt idx="18499">
                  <c:v>38.75</c:v>
                </c:pt>
                <c:pt idx="18500">
                  <c:v>38.799999999999997</c:v>
                </c:pt>
                <c:pt idx="18501">
                  <c:v>38.799999999999997</c:v>
                </c:pt>
                <c:pt idx="18502">
                  <c:v>38.799999999999997</c:v>
                </c:pt>
                <c:pt idx="18503">
                  <c:v>38.75</c:v>
                </c:pt>
                <c:pt idx="18504">
                  <c:v>38.799999999999997</c:v>
                </c:pt>
                <c:pt idx="18505">
                  <c:v>38.799999999999997</c:v>
                </c:pt>
                <c:pt idx="18506">
                  <c:v>38.75</c:v>
                </c:pt>
                <c:pt idx="18507">
                  <c:v>38.75</c:v>
                </c:pt>
                <c:pt idx="18508">
                  <c:v>38.75</c:v>
                </c:pt>
                <c:pt idx="18509">
                  <c:v>38.799999999999997</c:v>
                </c:pt>
                <c:pt idx="18510">
                  <c:v>38.75</c:v>
                </c:pt>
                <c:pt idx="18511">
                  <c:v>38.75</c:v>
                </c:pt>
                <c:pt idx="18512">
                  <c:v>38.75</c:v>
                </c:pt>
                <c:pt idx="18513">
                  <c:v>38.75</c:v>
                </c:pt>
                <c:pt idx="18514">
                  <c:v>38.75</c:v>
                </c:pt>
                <c:pt idx="18515">
                  <c:v>38.75</c:v>
                </c:pt>
                <c:pt idx="18516">
                  <c:v>38.75</c:v>
                </c:pt>
                <c:pt idx="18517">
                  <c:v>38.75</c:v>
                </c:pt>
                <c:pt idx="18518">
                  <c:v>38.75</c:v>
                </c:pt>
                <c:pt idx="18519">
                  <c:v>38.75</c:v>
                </c:pt>
                <c:pt idx="18520">
                  <c:v>38.75</c:v>
                </c:pt>
                <c:pt idx="18521">
                  <c:v>38.700000000000003</c:v>
                </c:pt>
                <c:pt idx="18522">
                  <c:v>38.700000000000003</c:v>
                </c:pt>
                <c:pt idx="18523">
                  <c:v>38.75</c:v>
                </c:pt>
                <c:pt idx="18524">
                  <c:v>38.75</c:v>
                </c:pt>
                <c:pt idx="18525">
                  <c:v>38.75</c:v>
                </c:pt>
                <c:pt idx="18526">
                  <c:v>38.75</c:v>
                </c:pt>
                <c:pt idx="18527">
                  <c:v>38.75</c:v>
                </c:pt>
                <c:pt idx="18528">
                  <c:v>38.75</c:v>
                </c:pt>
                <c:pt idx="18529">
                  <c:v>38.700000000000003</c:v>
                </c:pt>
                <c:pt idx="18530">
                  <c:v>38.75</c:v>
                </c:pt>
                <c:pt idx="18531">
                  <c:v>38.75</c:v>
                </c:pt>
                <c:pt idx="18532">
                  <c:v>38.700000000000003</c:v>
                </c:pt>
                <c:pt idx="18533">
                  <c:v>38.700000000000003</c:v>
                </c:pt>
                <c:pt idx="18534">
                  <c:v>38.700000000000003</c:v>
                </c:pt>
                <c:pt idx="18535">
                  <c:v>38.700000000000003</c:v>
                </c:pt>
                <c:pt idx="18536">
                  <c:v>38.700000000000003</c:v>
                </c:pt>
                <c:pt idx="18537">
                  <c:v>38.700000000000003</c:v>
                </c:pt>
                <c:pt idx="18538">
                  <c:v>38.700000000000003</c:v>
                </c:pt>
                <c:pt idx="18539">
                  <c:v>38.700000000000003</c:v>
                </c:pt>
                <c:pt idx="18540">
                  <c:v>38.700000000000003</c:v>
                </c:pt>
                <c:pt idx="18541">
                  <c:v>38.700000000000003</c:v>
                </c:pt>
                <c:pt idx="18542">
                  <c:v>38.700000000000003</c:v>
                </c:pt>
                <c:pt idx="18543">
                  <c:v>38.700000000000003</c:v>
                </c:pt>
                <c:pt idx="18544">
                  <c:v>38.700000000000003</c:v>
                </c:pt>
                <c:pt idx="18545">
                  <c:v>38.700000000000003</c:v>
                </c:pt>
                <c:pt idx="18546">
                  <c:v>38.700000000000003</c:v>
                </c:pt>
                <c:pt idx="18547">
                  <c:v>38.700000000000003</c:v>
                </c:pt>
                <c:pt idx="18548">
                  <c:v>38.700000000000003</c:v>
                </c:pt>
                <c:pt idx="18549">
                  <c:v>38.700000000000003</c:v>
                </c:pt>
                <c:pt idx="18550">
                  <c:v>38.700000000000003</c:v>
                </c:pt>
                <c:pt idx="18551">
                  <c:v>38.700000000000003</c:v>
                </c:pt>
                <c:pt idx="18552">
                  <c:v>38.700000000000003</c:v>
                </c:pt>
                <c:pt idx="18553">
                  <c:v>38.700000000000003</c:v>
                </c:pt>
                <c:pt idx="18554">
                  <c:v>38.700000000000003</c:v>
                </c:pt>
                <c:pt idx="18555">
                  <c:v>38.700000000000003</c:v>
                </c:pt>
                <c:pt idx="18556">
                  <c:v>38.700000000000003</c:v>
                </c:pt>
                <c:pt idx="18557">
                  <c:v>38.700000000000003</c:v>
                </c:pt>
                <c:pt idx="18558">
                  <c:v>38.700000000000003</c:v>
                </c:pt>
                <c:pt idx="18559">
                  <c:v>38.700000000000003</c:v>
                </c:pt>
                <c:pt idx="18560">
                  <c:v>38.700000000000003</c:v>
                </c:pt>
                <c:pt idx="18561">
                  <c:v>38.700000000000003</c:v>
                </c:pt>
                <c:pt idx="18562">
                  <c:v>38.700000000000003</c:v>
                </c:pt>
                <c:pt idx="18563">
                  <c:v>38.700000000000003</c:v>
                </c:pt>
                <c:pt idx="18564">
                  <c:v>38.700000000000003</c:v>
                </c:pt>
                <c:pt idx="18565">
                  <c:v>38.700000000000003</c:v>
                </c:pt>
                <c:pt idx="18566">
                  <c:v>38.65</c:v>
                </c:pt>
                <c:pt idx="18567">
                  <c:v>38.65</c:v>
                </c:pt>
                <c:pt idx="18568">
                  <c:v>38.65</c:v>
                </c:pt>
                <c:pt idx="18569">
                  <c:v>38.65</c:v>
                </c:pt>
                <c:pt idx="18570">
                  <c:v>38.65</c:v>
                </c:pt>
                <c:pt idx="18571">
                  <c:v>38.65</c:v>
                </c:pt>
                <c:pt idx="18572">
                  <c:v>38.65</c:v>
                </c:pt>
                <c:pt idx="18573">
                  <c:v>38.65</c:v>
                </c:pt>
                <c:pt idx="18574">
                  <c:v>38.65</c:v>
                </c:pt>
                <c:pt idx="18575">
                  <c:v>38.65</c:v>
                </c:pt>
                <c:pt idx="18576">
                  <c:v>38.65</c:v>
                </c:pt>
                <c:pt idx="18577">
                  <c:v>38.65</c:v>
                </c:pt>
                <c:pt idx="18578">
                  <c:v>38.65</c:v>
                </c:pt>
                <c:pt idx="18579">
                  <c:v>38.65</c:v>
                </c:pt>
                <c:pt idx="18580">
                  <c:v>38.65</c:v>
                </c:pt>
                <c:pt idx="18581">
                  <c:v>38.65</c:v>
                </c:pt>
                <c:pt idx="18582">
                  <c:v>38.65</c:v>
                </c:pt>
                <c:pt idx="18583">
                  <c:v>38.65</c:v>
                </c:pt>
                <c:pt idx="18584">
                  <c:v>38.65</c:v>
                </c:pt>
                <c:pt idx="18585">
                  <c:v>38.65</c:v>
                </c:pt>
                <c:pt idx="18586">
                  <c:v>38.65</c:v>
                </c:pt>
                <c:pt idx="18587">
                  <c:v>38.65</c:v>
                </c:pt>
                <c:pt idx="18588">
                  <c:v>38.65</c:v>
                </c:pt>
                <c:pt idx="18589">
                  <c:v>38.65</c:v>
                </c:pt>
                <c:pt idx="18590">
                  <c:v>38.65</c:v>
                </c:pt>
                <c:pt idx="18591">
                  <c:v>38.65</c:v>
                </c:pt>
                <c:pt idx="18592">
                  <c:v>38.65</c:v>
                </c:pt>
                <c:pt idx="18593">
                  <c:v>38.6</c:v>
                </c:pt>
                <c:pt idx="18594">
                  <c:v>38.6</c:v>
                </c:pt>
                <c:pt idx="18595">
                  <c:v>38.6</c:v>
                </c:pt>
                <c:pt idx="18596">
                  <c:v>38.6</c:v>
                </c:pt>
                <c:pt idx="18597">
                  <c:v>38.6</c:v>
                </c:pt>
                <c:pt idx="18598">
                  <c:v>38.6</c:v>
                </c:pt>
                <c:pt idx="18599">
                  <c:v>38.6</c:v>
                </c:pt>
                <c:pt idx="18600">
                  <c:v>38.6</c:v>
                </c:pt>
                <c:pt idx="18601">
                  <c:v>38.6</c:v>
                </c:pt>
                <c:pt idx="18602">
                  <c:v>38.6</c:v>
                </c:pt>
                <c:pt idx="18603">
                  <c:v>38.6</c:v>
                </c:pt>
                <c:pt idx="18604">
                  <c:v>38.6</c:v>
                </c:pt>
                <c:pt idx="18605">
                  <c:v>38.6</c:v>
                </c:pt>
                <c:pt idx="18606">
                  <c:v>38.549999999999997</c:v>
                </c:pt>
                <c:pt idx="18607">
                  <c:v>38.549999999999997</c:v>
                </c:pt>
                <c:pt idx="18608">
                  <c:v>38.549999999999997</c:v>
                </c:pt>
                <c:pt idx="18609">
                  <c:v>38.6</c:v>
                </c:pt>
                <c:pt idx="18610">
                  <c:v>38.6</c:v>
                </c:pt>
                <c:pt idx="18611">
                  <c:v>38.549999999999997</c:v>
                </c:pt>
                <c:pt idx="18612">
                  <c:v>38.6</c:v>
                </c:pt>
                <c:pt idx="18613">
                  <c:v>38.6</c:v>
                </c:pt>
                <c:pt idx="18614">
                  <c:v>38.6</c:v>
                </c:pt>
                <c:pt idx="18615">
                  <c:v>38.6</c:v>
                </c:pt>
                <c:pt idx="18616">
                  <c:v>38.6</c:v>
                </c:pt>
                <c:pt idx="18617">
                  <c:v>38.6</c:v>
                </c:pt>
                <c:pt idx="18618">
                  <c:v>38.6</c:v>
                </c:pt>
                <c:pt idx="18619">
                  <c:v>38.6</c:v>
                </c:pt>
                <c:pt idx="18620">
                  <c:v>38.6</c:v>
                </c:pt>
                <c:pt idx="18621">
                  <c:v>38.6</c:v>
                </c:pt>
                <c:pt idx="18622">
                  <c:v>38.6</c:v>
                </c:pt>
                <c:pt idx="18623">
                  <c:v>38.6</c:v>
                </c:pt>
                <c:pt idx="18624">
                  <c:v>38.549999999999997</c:v>
                </c:pt>
                <c:pt idx="18625">
                  <c:v>38.549999999999997</c:v>
                </c:pt>
                <c:pt idx="18626">
                  <c:v>38.549999999999997</c:v>
                </c:pt>
                <c:pt idx="18627">
                  <c:v>38.549999999999997</c:v>
                </c:pt>
                <c:pt idx="18628">
                  <c:v>38.549999999999997</c:v>
                </c:pt>
                <c:pt idx="18629">
                  <c:v>38.549999999999997</c:v>
                </c:pt>
                <c:pt idx="18630">
                  <c:v>38.549999999999997</c:v>
                </c:pt>
                <c:pt idx="18631">
                  <c:v>38.549999999999997</c:v>
                </c:pt>
                <c:pt idx="18632">
                  <c:v>38.5</c:v>
                </c:pt>
                <c:pt idx="18633">
                  <c:v>38.5</c:v>
                </c:pt>
                <c:pt idx="18634">
                  <c:v>38.5</c:v>
                </c:pt>
                <c:pt idx="18635">
                  <c:v>38.5</c:v>
                </c:pt>
                <c:pt idx="18636">
                  <c:v>38.5</c:v>
                </c:pt>
                <c:pt idx="18637">
                  <c:v>38.5</c:v>
                </c:pt>
                <c:pt idx="18638">
                  <c:v>38.5</c:v>
                </c:pt>
                <c:pt idx="18639">
                  <c:v>38.5</c:v>
                </c:pt>
                <c:pt idx="18640">
                  <c:v>38.5</c:v>
                </c:pt>
                <c:pt idx="18641">
                  <c:v>38.5</c:v>
                </c:pt>
                <c:pt idx="18642">
                  <c:v>38.549999999999997</c:v>
                </c:pt>
                <c:pt idx="18643">
                  <c:v>38.5</c:v>
                </c:pt>
                <c:pt idx="18644">
                  <c:v>38.5</c:v>
                </c:pt>
                <c:pt idx="18645">
                  <c:v>38.5</c:v>
                </c:pt>
                <c:pt idx="18646">
                  <c:v>38.5</c:v>
                </c:pt>
                <c:pt idx="18647">
                  <c:v>38.5</c:v>
                </c:pt>
                <c:pt idx="18648">
                  <c:v>38.5</c:v>
                </c:pt>
                <c:pt idx="18649">
                  <c:v>38.5</c:v>
                </c:pt>
                <c:pt idx="18650">
                  <c:v>38.5</c:v>
                </c:pt>
                <c:pt idx="18651">
                  <c:v>38.5</c:v>
                </c:pt>
                <c:pt idx="18652">
                  <c:v>38.5</c:v>
                </c:pt>
                <c:pt idx="18653">
                  <c:v>38.5</c:v>
                </c:pt>
                <c:pt idx="18654">
                  <c:v>38.5</c:v>
                </c:pt>
                <c:pt idx="18655">
                  <c:v>38.5</c:v>
                </c:pt>
                <c:pt idx="18656">
                  <c:v>38.5</c:v>
                </c:pt>
                <c:pt idx="18657">
                  <c:v>38.5</c:v>
                </c:pt>
                <c:pt idx="18658">
                  <c:v>38.5</c:v>
                </c:pt>
                <c:pt idx="18659">
                  <c:v>38.5</c:v>
                </c:pt>
                <c:pt idx="18660">
                  <c:v>38.5</c:v>
                </c:pt>
                <c:pt idx="18661">
                  <c:v>38.5</c:v>
                </c:pt>
                <c:pt idx="18662">
                  <c:v>38.5</c:v>
                </c:pt>
                <c:pt idx="18663">
                  <c:v>38.5</c:v>
                </c:pt>
                <c:pt idx="18664">
                  <c:v>38.5</c:v>
                </c:pt>
                <c:pt idx="18665">
                  <c:v>38.5</c:v>
                </c:pt>
                <c:pt idx="18666">
                  <c:v>38.5</c:v>
                </c:pt>
                <c:pt idx="18667">
                  <c:v>38.5</c:v>
                </c:pt>
                <c:pt idx="18668">
                  <c:v>38.450000000000003</c:v>
                </c:pt>
                <c:pt idx="18669">
                  <c:v>38.450000000000003</c:v>
                </c:pt>
                <c:pt idx="18670">
                  <c:v>38.450000000000003</c:v>
                </c:pt>
                <c:pt idx="18671">
                  <c:v>38.450000000000003</c:v>
                </c:pt>
                <c:pt idx="18672">
                  <c:v>38.450000000000003</c:v>
                </c:pt>
                <c:pt idx="18673">
                  <c:v>38.450000000000003</c:v>
                </c:pt>
                <c:pt idx="18674">
                  <c:v>38.450000000000003</c:v>
                </c:pt>
                <c:pt idx="18675">
                  <c:v>38.450000000000003</c:v>
                </c:pt>
                <c:pt idx="18676">
                  <c:v>38.450000000000003</c:v>
                </c:pt>
                <c:pt idx="18677">
                  <c:v>38.450000000000003</c:v>
                </c:pt>
                <c:pt idx="18678">
                  <c:v>38.450000000000003</c:v>
                </c:pt>
                <c:pt idx="18679">
                  <c:v>38.450000000000003</c:v>
                </c:pt>
                <c:pt idx="18680">
                  <c:v>38.450000000000003</c:v>
                </c:pt>
                <c:pt idx="18681">
                  <c:v>38.450000000000003</c:v>
                </c:pt>
                <c:pt idx="18682">
                  <c:v>38.450000000000003</c:v>
                </c:pt>
                <c:pt idx="18683">
                  <c:v>38.450000000000003</c:v>
                </c:pt>
                <c:pt idx="18684">
                  <c:v>38.450000000000003</c:v>
                </c:pt>
                <c:pt idx="18685">
                  <c:v>38.450000000000003</c:v>
                </c:pt>
                <c:pt idx="18686">
                  <c:v>38.450000000000003</c:v>
                </c:pt>
                <c:pt idx="18687">
                  <c:v>38.450000000000003</c:v>
                </c:pt>
                <c:pt idx="18688">
                  <c:v>38.450000000000003</c:v>
                </c:pt>
                <c:pt idx="18689">
                  <c:v>38.450000000000003</c:v>
                </c:pt>
                <c:pt idx="18690">
                  <c:v>38.450000000000003</c:v>
                </c:pt>
                <c:pt idx="18691">
                  <c:v>38.450000000000003</c:v>
                </c:pt>
                <c:pt idx="18692">
                  <c:v>38.4</c:v>
                </c:pt>
                <c:pt idx="18693">
                  <c:v>38.4</c:v>
                </c:pt>
                <c:pt idx="18694">
                  <c:v>38.450000000000003</c:v>
                </c:pt>
                <c:pt idx="18695">
                  <c:v>38.4</c:v>
                </c:pt>
                <c:pt idx="18696">
                  <c:v>38.4</c:v>
                </c:pt>
                <c:pt idx="18697">
                  <c:v>38.4</c:v>
                </c:pt>
                <c:pt idx="18698">
                  <c:v>38.4</c:v>
                </c:pt>
                <c:pt idx="18699">
                  <c:v>38.4</c:v>
                </c:pt>
                <c:pt idx="18700">
                  <c:v>38.4</c:v>
                </c:pt>
                <c:pt idx="18701">
                  <c:v>38.4</c:v>
                </c:pt>
                <c:pt idx="18702">
                  <c:v>38.4</c:v>
                </c:pt>
                <c:pt idx="18703">
                  <c:v>38.4</c:v>
                </c:pt>
                <c:pt idx="18704">
                  <c:v>38.4</c:v>
                </c:pt>
                <c:pt idx="18705">
                  <c:v>38.4</c:v>
                </c:pt>
                <c:pt idx="18706">
                  <c:v>38.4</c:v>
                </c:pt>
                <c:pt idx="18707">
                  <c:v>38.4</c:v>
                </c:pt>
                <c:pt idx="18708">
                  <c:v>38.4</c:v>
                </c:pt>
                <c:pt idx="18709">
                  <c:v>38.4</c:v>
                </c:pt>
                <c:pt idx="18710">
                  <c:v>38.4</c:v>
                </c:pt>
                <c:pt idx="18711">
                  <c:v>38.4</c:v>
                </c:pt>
                <c:pt idx="18712">
                  <c:v>38.4</c:v>
                </c:pt>
                <c:pt idx="18713">
                  <c:v>38.4</c:v>
                </c:pt>
                <c:pt idx="18714">
                  <c:v>38.4</c:v>
                </c:pt>
                <c:pt idx="18715">
                  <c:v>38.4</c:v>
                </c:pt>
                <c:pt idx="18716">
                  <c:v>38.35</c:v>
                </c:pt>
                <c:pt idx="18717">
                  <c:v>38.35</c:v>
                </c:pt>
                <c:pt idx="18718">
                  <c:v>38.35</c:v>
                </c:pt>
                <c:pt idx="18719">
                  <c:v>38.35</c:v>
                </c:pt>
                <c:pt idx="18720">
                  <c:v>38.35</c:v>
                </c:pt>
                <c:pt idx="18721">
                  <c:v>38.35</c:v>
                </c:pt>
                <c:pt idx="18722">
                  <c:v>38.35</c:v>
                </c:pt>
                <c:pt idx="18723">
                  <c:v>38.35</c:v>
                </c:pt>
                <c:pt idx="18724">
                  <c:v>38.35</c:v>
                </c:pt>
                <c:pt idx="18725">
                  <c:v>38.35</c:v>
                </c:pt>
                <c:pt idx="18726">
                  <c:v>38.35</c:v>
                </c:pt>
                <c:pt idx="18727">
                  <c:v>38.35</c:v>
                </c:pt>
                <c:pt idx="18728">
                  <c:v>38.35</c:v>
                </c:pt>
                <c:pt idx="18729">
                  <c:v>38.35</c:v>
                </c:pt>
                <c:pt idx="18730">
                  <c:v>38.35</c:v>
                </c:pt>
                <c:pt idx="18731">
                  <c:v>38.35</c:v>
                </c:pt>
                <c:pt idx="18732">
                  <c:v>38.35</c:v>
                </c:pt>
                <c:pt idx="18733">
                  <c:v>38.35</c:v>
                </c:pt>
                <c:pt idx="18734">
                  <c:v>38.35</c:v>
                </c:pt>
                <c:pt idx="18735">
                  <c:v>38.35</c:v>
                </c:pt>
                <c:pt idx="18736">
                  <c:v>38.35</c:v>
                </c:pt>
                <c:pt idx="18737">
                  <c:v>38.35</c:v>
                </c:pt>
                <c:pt idx="18738">
                  <c:v>38.35</c:v>
                </c:pt>
                <c:pt idx="18739">
                  <c:v>38.35</c:v>
                </c:pt>
                <c:pt idx="18740">
                  <c:v>38.35</c:v>
                </c:pt>
                <c:pt idx="18741">
                  <c:v>38.35</c:v>
                </c:pt>
                <c:pt idx="18742">
                  <c:v>38.35</c:v>
                </c:pt>
                <c:pt idx="18743">
                  <c:v>38.35</c:v>
                </c:pt>
                <c:pt idx="18744">
                  <c:v>38.35</c:v>
                </c:pt>
                <c:pt idx="18745">
                  <c:v>38.299999999999997</c:v>
                </c:pt>
                <c:pt idx="18746">
                  <c:v>38.299999999999997</c:v>
                </c:pt>
                <c:pt idx="18747">
                  <c:v>38.299999999999997</c:v>
                </c:pt>
                <c:pt idx="18748">
                  <c:v>38.299999999999997</c:v>
                </c:pt>
                <c:pt idx="18749">
                  <c:v>38.299999999999997</c:v>
                </c:pt>
                <c:pt idx="18750">
                  <c:v>38.299999999999997</c:v>
                </c:pt>
                <c:pt idx="18751">
                  <c:v>38.299999999999997</c:v>
                </c:pt>
                <c:pt idx="18752">
                  <c:v>38.299999999999997</c:v>
                </c:pt>
                <c:pt idx="18753">
                  <c:v>38.299999999999997</c:v>
                </c:pt>
                <c:pt idx="18754">
                  <c:v>38.299999999999997</c:v>
                </c:pt>
                <c:pt idx="18755">
                  <c:v>38.299999999999997</c:v>
                </c:pt>
                <c:pt idx="18756">
                  <c:v>38.299999999999997</c:v>
                </c:pt>
                <c:pt idx="18757">
                  <c:v>38.299999999999997</c:v>
                </c:pt>
                <c:pt idx="18758">
                  <c:v>38.299999999999997</c:v>
                </c:pt>
                <c:pt idx="18759">
                  <c:v>38.299999999999997</c:v>
                </c:pt>
                <c:pt idx="18760">
                  <c:v>38.299999999999997</c:v>
                </c:pt>
                <c:pt idx="18761">
                  <c:v>38.299999999999997</c:v>
                </c:pt>
                <c:pt idx="18762">
                  <c:v>38.299999999999997</c:v>
                </c:pt>
                <c:pt idx="18763">
                  <c:v>38.299999999999997</c:v>
                </c:pt>
                <c:pt idx="18764">
                  <c:v>38.299999999999997</c:v>
                </c:pt>
                <c:pt idx="18765">
                  <c:v>38.299999999999997</c:v>
                </c:pt>
                <c:pt idx="18766">
                  <c:v>38.299999999999997</c:v>
                </c:pt>
                <c:pt idx="18767">
                  <c:v>38.299999999999997</c:v>
                </c:pt>
                <c:pt idx="18768">
                  <c:v>38.299999999999997</c:v>
                </c:pt>
                <c:pt idx="18769">
                  <c:v>38.299999999999997</c:v>
                </c:pt>
                <c:pt idx="18770">
                  <c:v>38.299999999999997</c:v>
                </c:pt>
                <c:pt idx="18771">
                  <c:v>38.299999999999997</c:v>
                </c:pt>
                <c:pt idx="18772">
                  <c:v>38.299999999999997</c:v>
                </c:pt>
                <c:pt idx="18773">
                  <c:v>38.299999999999997</c:v>
                </c:pt>
                <c:pt idx="18774">
                  <c:v>38.299999999999997</c:v>
                </c:pt>
                <c:pt idx="18775">
                  <c:v>38.299999999999997</c:v>
                </c:pt>
                <c:pt idx="18776">
                  <c:v>38.299999999999997</c:v>
                </c:pt>
                <c:pt idx="18777">
                  <c:v>38.25</c:v>
                </c:pt>
                <c:pt idx="18778">
                  <c:v>38.299999999999997</c:v>
                </c:pt>
                <c:pt idx="18779">
                  <c:v>38.25</c:v>
                </c:pt>
                <c:pt idx="18780">
                  <c:v>38.25</c:v>
                </c:pt>
                <c:pt idx="18781">
                  <c:v>38.25</c:v>
                </c:pt>
                <c:pt idx="18782">
                  <c:v>38.25</c:v>
                </c:pt>
                <c:pt idx="18783">
                  <c:v>38.25</c:v>
                </c:pt>
                <c:pt idx="18784">
                  <c:v>38.25</c:v>
                </c:pt>
                <c:pt idx="18785">
                  <c:v>38.25</c:v>
                </c:pt>
                <c:pt idx="18786">
                  <c:v>38.25</c:v>
                </c:pt>
                <c:pt idx="18787">
                  <c:v>38.25</c:v>
                </c:pt>
                <c:pt idx="18788">
                  <c:v>38.25</c:v>
                </c:pt>
                <c:pt idx="18789">
                  <c:v>38.25</c:v>
                </c:pt>
                <c:pt idx="18790">
                  <c:v>38.25</c:v>
                </c:pt>
                <c:pt idx="18791">
                  <c:v>38.25</c:v>
                </c:pt>
                <c:pt idx="18792">
                  <c:v>38.25</c:v>
                </c:pt>
                <c:pt idx="18793">
                  <c:v>38.25</c:v>
                </c:pt>
                <c:pt idx="18794">
                  <c:v>38.25</c:v>
                </c:pt>
                <c:pt idx="18795">
                  <c:v>38.25</c:v>
                </c:pt>
                <c:pt idx="18796">
                  <c:v>38.25</c:v>
                </c:pt>
                <c:pt idx="18797">
                  <c:v>38.25</c:v>
                </c:pt>
                <c:pt idx="18798">
                  <c:v>38.25</c:v>
                </c:pt>
                <c:pt idx="18799">
                  <c:v>38.25</c:v>
                </c:pt>
                <c:pt idx="18800">
                  <c:v>38.25</c:v>
                </c:pt>
                <c:pt idx="18801">
                  <c:v>38.25</c:v>
                </c:pt>
                <c:pt idx="18802">
                  <c:v>38.25</c:v>
                </c:pt>
                <c:pt idx="18803">
                  <c:v>38.25</c:v>
                </c:pt>
                <c:pt idx="18804">
                  <c:v>38.25</c:v>
                </c:pt>
                <c:pt idx="18805">
                  <c:v>38.25</c:v>
                </c:pt>
                <c:pt idx="18806">
                  <c:v>38.200000000000003</c:v>
                </c:pt>
                <c:pt idx="18807">
                  <c:v>38.200000000000003</c:v>
                </c:pt>
                <c:pt idx="18808">
                  <c:v>38.200000000000003</c:v>
                </c:pt>
                <c:pt idx="18809">
                  <c:v>38.200000000000003</c:v>
                </c:pt>
                <c:pt idx="18810">
                  <c:v>38.200000000000003</c:v>
                </c:pt>
                <c:pt idx="18811">
                  <c:v>38.200000000000003</c:v>
                </c:pt>
                <c:pt idx="18812">
                  <c:v>38.200000000000003</c:v>
                </c:pt>
                <c:pt idx="18813">
                  <c:v>38.200000000000003</c:v>
                </c:pt>
                <c:pt idx="18814">
                  <c:v>38.200000000000003</c:v>
                </c:pt>
                <c:pt idx="18815">
                  <c:v>38.200000000000003</c:v>
                </c:pt>
                <c:pt idx="18816">
                  <c:v>38.200000000000003</c:v>
                </c:pt>
                <c:pt idx="18817">
                  <c:v>38.200000000000003</c:v>
                </c:pt>
                <c:pt idx="18818">
                  <c:v>38.200000000000003</c:v>
                </c:pt>
                <c:pt idx="18819">
                  <c:v>38.200000000000003</c:v>
                </c:pt>
                <c:pt idx="18820">
                  <c:v>38.200000000000003</c:v>
                </c:pt>
                <c:pt idx="18821">
                  <c:v>38.200000000000003</c:v>
                </c:pt>
                <c:pt idx="18822">
                  <c:v>38.200000000000003</c:v>
                </c:pt>
                <c:pt idx="18823">
                  <c:v>38.200000000000003</c:v>
                </c:pt>
                <c:pt idx="18824">
                  <c:v>38.200000000000003</c:v>
                </c:pt>
                <c:pt idx="18825">
                  <c:v>38.200000000000003</c:v>
                </c:pt>
                <c:pt idx="18826">
                  <c:v>38.200000000000003</c:v>
                </c:pt>
                <c:pt idx="18827">
                  <c:v>38.200000000000003</c:v>
                </c:pt>
                <c:pt idx="18828">
                  <c:v>38.200000000000003</c:v>
                </c:pt>
                <c:pt idx="18829">
                  <c:v>38.200000000000003</c:v>
                </c:pt>
                <c:pt idx="18830">
                  <c:v>38.200000000000003</c:v>
                </c:pt>
                <c:pt idx="18831">
                  <c:v>38.200000000000003</c:v>
                </c:pt>
                <c:pt idx="18832">
                  <c:v>38.15</c:v>
                </c:pt>
                <c:pt idx="18833">
                  <c:v>38.15</c:v>
                </c:pt>
                <c:pt idx="18834">
                  <c:v>38.15</c:v>
                </c:pt>
                <c:pt idx="18835">
                  <c:v>38.15</c:v>
                </c:pt>
                <c:pt idx="18836">
                  <c:v>38.15</c:v>
                </c:pt>
                <c:pt idx="18837">
                  <c:v>38.15</c:v>
                </c:pt>
                <c:pt idx="18838">
                  <c:v>38.15</c:v>
                </c:pt>
                <c:pt idx="18839">
                  <c:v>38.15</c:v>
                </c:pt>
                <c:pt idx="18840">
                  <c:v>38.15</c:v>
                </c:pt>
                <c:pt idx="18841">
                  <c:v>38.15</c:v>
                </c:pt>
                <c:pt idx="18842">
                  <c:v>38.15</c:v>
                </c:pt>
                <c:pt idx="18843">
                  <c:v>38.15</c:v>
                </c:pt>
                <c:pt idx="18844">
                  <c:v>38.15</c:v>
                </c:pt>
                <c:pt idx="18845">
                  <c:v>38.15</c:v>
                </c:pt>
                <c:pt idx="18846">
                  <c:v>38.15</c:v>
                </c:pt>
                <c:pt idx="18847">
                  <c:v>38.1</c:v>
                </c:pt>
                <c:pt idx="18848">
                  <c:v>38.1</c:v>
                </c:pt>
                <c:pt idx="18849">
                  <c:v>38.1</c:v>
                </c:pt>
                <c:pt idx="18850">
                  <c:v>38.1</c:v>
                </c:pt>
                <c:pt idx="18851">
                  <c:v>38.1</c:v>
                </c:pt>
                <c:pt idx="18852">
                  <c:v>38.1</c:v>
                </c:pt>
                <c:pt idx="18853">
                  <c:v>38.1</c:v>
                </c:pt>
                <c:pt idx="18854">
                  <c:v>38.1</c:v>
                </c:pt>
                <c:pt idx="18855">
                  <c:v>38.1</c:v>
                </c:pt>
                <c:pt idx="18856">
                  <c:v>38.1</c:v>
                </c:pt>
                <c:pt idx="18857">
                  <c:v>38.1</c:v>
                </c:pt>
                <c:pt idx="18858">
                  <c:v>38.1</c:v>
                </c:pt>
                <c:pt idx="18859">
                  <c:v>38.1</c:v>
                </c:pt>
                <c:pt idx="18860">
                  <c:v>38.1</c:v>
                </c:pt>
                <c:pt idx="18861">
                  <c:v>38.1</c:v>
                </c:pt>
                <c:pt idx="18862">
                  <c:v>38.1</c:v>
                </c:pt>
                <c:pt idx="18863">
                  <c:v>38.1</c:v>
                </c:pt>
                <c:pt idx="18864">
                  <c:v>38.1</c:v>
                </c:pt>
                <c:pt idx="18865">
                  <c:v>38.1</c:v>
                </c:pt>
                <c:pt idx="18866">
                  <c:v>38.1</c:v>
                </c:pt>
                <c:pt idx="18867">
                  <c:v>38.1</c:v>
                </c:pt>
                <c:pt idx="18868">
                  <c:v>38.1</c:v>
                </c:pt>
                <c:pt idx="18869">
                  <c:v>38.1</c:v>
                </c:pt>
                <c:pt idx="18870">
                  <c:v>38.1</c:v>
                </c:pt>
                <c:pt idx="18871">
                  <c:v>38.1</c:v>
                </c:pt>
                <c:pt idx="18872">
                  <c:v>38.1</c:v>
                </c:pt>
                <c:pt idx="18873">
                  <c:v>38.1</c:v>
                </c:pt>
                <c:pt idx="18874">
                  <c:v>38.1</c:v>
                </c:pt>
                <c:pt idx="18875">
                  <c:v>38.1</c:v>
                </c:pt>
                <c:pt idx="18876">
                  <c:v>38.1</c:v>
                </c:pt>
                <c:pt idx="18877">
                  <c:v>38.1</c:v>
                </c:pt>
                <c:pt idx="18878">
                  <c:v>38.049999999999997</c:v>
                </c:pt>
                <c:pt idx="18879">
                  <c:v>38.1</c:v>
                </c:pt>
                <c:pt idx="18880">
                  <c:v>38.049999999999997</c:v>
                </c:pt>
                <c:pt idx="18881">
                  <c:v>38.049999999999997</c:v>
                </c:pt>
                <c:pt idx="18882">
                  <c:v>38.049999999999997</c:v>
                </c:pt>
                <c:pt idx="18883">
                  <c:v>38.049999999999997</c:v>
                </c:pt>
                <c:pt idx="18884">
                  <c:v>38.049999999999997</c:v>
                </c:pt>
                <c:pt idx="18885">
                  <c:v>38.049999999999997</c:v>
                </c:pt>
                <c:pt idx="18886">
                  <c:v>38.049999999999997</c:v>
                </c:pt>
                <c:pt idx="18887">
                  <c:v>38.049999999999997</c:v>
                </c:pt>
                <c:pt idx="18888">
                  <c:v>38.049999999999997</c:v>
                </c:pt>
                <c:pt idx="18889">
                  <c:v>38.049999999999997</c:v>
                </c:pt>
                <c:pt idx="18890">
                  <c:v>38.049999999999997</c:v>
                </c:pt>
                <c:pt idx="18891">
                  <c:v>38.049999999999997</c:v>
                </c:pt>
                <c:pt idx="18892">
                  <c:v>38.049999999999997</c:v>
                </c:pt>
                <c:pt idx="18893">
                  <c:v>38.049999999999997</c:v>
                </c:pt>
                <c:pt idx="18894">
                  <c:v>38.049999999999997</c:v>
                </c:pt>
                <c:pt idx="18895">
                  <c:v>38.049999999999997</c:v>
                </c:pt>
                <c:pt idx="18896">
                  <c:v>38.049999999999997</c:v>
                </c:pt>
                <c:pt idx="18897">
                  <c:v>38.049999999999997</c:v>
                </c:pt>
                <c:pt idx="18898">
                  <c:v>38.049999999999997</c:v>
                </c:pt>
                <c:pt idx="18899">
                  <c:v>38.049999999999997</c:v>
                </c:pt>
                <c:pt idx="18900">
                  <c:v>38.049999999999997</c:v>
                </c:pt>
                <c:pt idx="18901">
                  <c:v>38.049999999999997</c:v>
                </c:pt>
                <c:pt idx="18902">
                  <c:v>38.049999999999997</c:v>
                </c:pt>
                <c:pt idx="18903">
                  <c:v>38.049999999999997</c:v>
                </c:pt>
                <c:pt idx="18904">
                  <c:v>38.049999999999997</c:v>
                </c:pt>
                <c:pt idx="18905">
                  <c:v>38.049999999999997</c:v>
                </c:pt>
                <c:pt idx="18906">
                  <c:v>38</c:v>
                </c:pt>
                <c:pt idx="18907">
                  <c:v>38</c:v>
                </c:pt>
                <c:pt idx="18908">
                  <c:v>38</c:v>
                </c:pt>
                <c:pt idx="18909">
                  <c:v>38</c:v>
                </c:pt>
                <c:pt idx="18910">
                  <c:v>38</c:v>
                </c:pt>
                <c:pt idx="18911">
                  <c:v>38</c:v>
                </c:pt>
                <c:pt idx="18912">
                  <c:v>38</c:v>
                </c:pt>
                <c:pt idx="18913">
                  <c:v>38</c:v>
                </c:pt>
                <c:pt idx="18914">
                  <c:v>38</c:v>
                </c:pt>
                <c:pt idx="18915">
                  <c:v>38</c:v>
                </c:pt>
                <c:pt idx="18916">
                  <c:v>38</c:v>
                </c:pt>
                <c:pt idx="18917">
                  <c:v>38</c:v>
                </c:pt>
                <c:pt idx="18918">
                  <c:v>38</c:v>
                </c:pt>
                <c:pt idx="18919">
                  <c:v>38</c:v>
                </c:pt>
                <c:pt idx="18920">
                  <c:v>38</c:v>
                </c:pt>
                <c:pt idx="18921">
                  <c:v>38</c:v>
                </c:pt>
                <c:pt idx="18922">
                  <c:v>38</c:v>
                </c:pt>
                <c:pt idx="18923">
                  <c:v>38</c:v>
                </c:pt>
                <c:pt idx="18924">
                  <c:v>38</c:v>
                </c:pt>
                <c:pt idx="18925">
                  <c:v>38</c:v>
                </c:pt>
                <c:pt idx="18926">
                  <c:v>38</c:v>
                </c:pt>
                <c:pt idx="18927">
                  <c:v>38</c:v>
                </c:pt>
                <c:pt idx="18928">
                  <c:v>38</c:v>
                </c:pt>
                <c:pt idx="18929">
                  <c:v>38</c:v>
                </c:pt>
                <c:pt idx="18930">
                  <c:v>38</c:v>
                </c:pt>
                <c:pt idx="18931">
                  <c:v>38</c:v>
                </c:pt>
                <c:pt idx="18932">
                  <c:v>38</c:v>
                </c:pt>
                <c:pt idx="18933">
                  <c:v>38</c:v>
                </c:pt>
                <c:pt idx="18934">
                  <c:v>38</c:v>
                </c:pt>
                <c:pt idx="18935">
                  <c:v>38</c:v>
                </c:pt>
                <c:pt idx="18936">
                  <c:v>38</c:v>
                </c:pt>
                <c:pt idx="18937">
                  <c:v>37.950000000000003</c:v>
                </c:pt>
                <c:pt idx="18938">
                  <c:v>37.950000000000003</c:v>
                </c:pt>
                <c:pt idx="18939">
                  <c:v>37.950000000000003</c:v>
                </c:pt>
                <c:pt idx="18940">
                  <c:v>37.950000000000003</c:v>
                </c:pt>
                <c:pt idx="18941">
                  <c:v>37.950000000000003</c:v>
                </c:pt>
                <c:pt idx="18942">
                  <c:v>37.950000000000003</c:v>
                </c:pt>
                <c:pt idx="18943">
                  <c:v>37.950000000000003</c:v>
                </c:pt>
                <c:pt idx="18944">
                  <c:v>37.950000000000003</c:v>
                </c:pt>
                <c:pt idx="18945">
                  <c:v>37.950000000000003</c:v>
                </c:pt>
                <c:pt idx="18946">
                  <c:v>37.950000000000003</c:v>
                </c:pt>
                <c:pt idx="18947">
                  <c:v>37.950000000000003</c:v>
                </c:pt>
                <c:pt idx="18948">
                  <c:v>37.950000000000003</c:v>
                </c:pt>
                <c:pt idx="18949">
                  <c:v>37.950000000000003</c:v>
                </c:pt>
                <c:pt idx="18950">
                  <c:v>37.950000000000003</c:v>
                </c:pt>
                <c:pt idx="18951">
                  <c:v>37.950000000000003</c:v>
                </c:pt>
                <c:pt idx="18952">
                  <c:v>37.950000000000003</c:v>
                </c:pt>
                <c:pt idx="18953">
                  <c:v>37.950000000000003</c:v>
                </c:pt>
                <c:pt idx="18954">
                  <c:v>37.950000000000003</c:v>
                </c:pt>
                <c:pt idx="18955">
                  <c:v>37.950000000000003</c:v>
                </c:pt>
                <c:pt idx="18956">
                  <c:v>37.950000000000003</c:v>
                </c:pt>
                <c:pt idx="18957">
                  <c:v>37.950000000000003</c:v>
                </c:pt>
                <c:pt idx="18958">
                  <c:v>37.950000000000003</c:v>
                </c:pt>
                <c:pt idx="18959">
                  <c:v>37.950000000000003</c:v>
                </c:pt>
                <c:pt idx="18960">
                  <c:v>37.950000000000003</c:v>
                </c:pt>
                <c:pt idx="18961">
                  <c:v>37.950000000000003</c:v>
                </c:pt>
                <c:pt idx="18962">
                  <c:v>37.950000000000003</c:v>
                </c:pt>
                <c:pt idx="18963">
                  <c:v>37.950000000000003</c:v>
                </c:pt>
                <c:pt idx="18964">
                  <c:v>37.950000000000003</c:v>
                </c:pt>
                <c:pt idx="18965">
                  <c:v>37.950000000000003</c:v>
                </c:pt>
                <c:pt idx="18966">
                  <c:v>37.950000000000003</c:v>
                </c:pt>
                <c:pt idx="18967">
                  <c:v>37.9</c:v>
                </c:pt>
                <c:pt idx="18968">
                  <c:v>37.9</c:v>
                </c:pt>
                <c:pt idx="18969">
                  <c:v>37.9</c:v>
                </c:pt>
                <c:pt idx="18970">
                  <c:v>37.9</c:v>
                </c:pt>
                <c:pt idx="18971">
                  <c:v>37.9</c:v>
                </c:pt>
                <c:pt idx="18972">
                  <c:v>37.9</c:v>
                </c:pt>
                <c:pt idx="18973">
                  <c:v>37.9</c:v>
                </c:pt>
                <c:pt idx="18974">
                  <c:v>37.9</c:v>
                </c:pt>
                <c:pt idx="18975">
                  <c:v>37.9</c:v>
                </c:pt>
                <c:pt idx="18976">
                  <c:v>37.9</c:v>
                </c:pt>
                <c:pt idx="18977">
                  <c:v>37.9</c:v>
                </c:pt>
                <c:pt idx="18978">
                  <c:v>37.9</c:v>
                </c:pt>
                <c:pt idx="18979">
                  <c:v>37.9</c:v>
                </c:pt>
                <c:pt idx="18980">
                  <c:v>37.9</c:v>
                </c:pt>
                <c:pt idx="18981">
                  <c:v>37.9</c:v>
                </c:pt>
                <c:pt idx="18982">
                  <c:v>37.9</c:v>
                </c:pt>
                <c:pt idx="18983">
                  <c:v>37.9</c:v>
                </c:pt>
                <c:pt idx="18984">
                  <c:v>37.9</c:v>
                </c:pt>
                <c:pt idx="18985">
                  <c:v>37.9</c:v>
                </c:pt>
                <c:pt idx="18986">
                  <c:v>37.9</c:v>
                </c:pt>
                <c:pt idx="18987">
                  <c:v>37.9</c:v>
                </c:pt>
                <c:pt idx="18988">
                  <c:v>37.9</c:v>
                </c:pt>
                <c:pt idx="18989">
                  <c:v>37.9</c:v>
                </c:pt>
                <c:pt idx="18990">
                  <c:v>37.9</c:v>
                </c:pt>
                <c:pt idx="18991">
                  <c:v>37.9</c:v>
                </c:pt>
                <c:pt idx="18992">
                  <c:v>37.9</c:v>
                </c:pt>
                <c:pt idx="18993">
                  <c:v>37.9</c:v>
                </c:pt>
                <c:pt idx="18994">
                  <c:v>37.9</c:v>
                </c:pt>
                <c:pt idx="18995">
                  <c:v>37.9</c:v>
                </c:pt>
                <c:pt idx="18996">
                  <c:v>37.9</c:v>
                </c:pt>
                <c:pt idx="18997">
                  <c:v>37.9</c:v>
                </c:pt>
                <c:pt idx="18998">
                  <c:v>37.9</c:v>
                </c:pt>
                <c:pt idx="18999">
                  <c:v>37.9</c:v>
                </c:pt>
                <c:pt idx="19000">
                  <c:v>37.9</c:v>
                </c:pt>
                <c:pt idx="19001">
                  <c:v>37.9</c:v>
                </c:pt>
                <c:pt idx="19002">
                  <c:v>37.9</c:v>
                </c:pt>
                <c:pt idx="19003">
                  <c:v>37.9</c:v>
                </c:pt>
                <c:pt idx="19004">
                  <c:v>37.9</c:v>
                </c:pt>
                <c:pt idx="19005">
                  <c:v>37.9</c:v>
                </c:pt>
                <c:pt idx="19006">
                  <c:v>37.9</c:v>
                </c:pt>
                <c:pt idx="19007">
                  <c:v>37.9</c:v>
                </c:pt>
                <c:pt idx="19008">
                  <c:v>37.9</c:v>
                </c:pt>
                <c:pt idx="19009">
                  <c:v>37.85</c:v>
                </c:pt>
                <c:pt idx="19010">
                  <c:v>37.85</c:v>
                </c:pt>
                <c:pt idx="19011">
                  <c:v>37.85</c:v>
                </c:pt>
                <c:pt idx="19012">
                  <c:v>37.85</c:v>
                </c:pt>
                <c:pt idx="19013">
                  <c:v>37.85</c:v>
                </c:pt>
                <c:pt idx="19014">
                  <c:v>37.85</c:v>
                </c:pt>
                <c:pt idx="19015">
                  <c:v>37.85</c:v>
                </c:pt>
                <c:pt idx="19016">
                  <c:v>37.85</c:v>
                </c:pt>
                <c:pt idx="19017">
                  <c:v>37.85</c:v>
                </c:pt>
                <c:pt idx="19018">
                  <c:v>37.85</c:v>
                </c:pt>
                <c:pt idx="19019">
                  <c:v>37.85</c:v>
                </c:pt>
                <c:pt idx="19020">
                  <c:v>37.85</c:v>
                </c:pt>
                <c:pt idx="19021">
                  <c:v>37.85</c:v>
                </c:pt>
                <c:pt idx="19022">
                  <c:v>37.85</c:v>
                </c:pt>
                <c:pt idx="19023">
                  <c:v>37.85</c:v>
                </c:pt>
                <c:pt idx="19024">
                  <c:v>37.799999999999997</c:v>
                </c:pt>
                <c:pt idx="19025">
                  <c:v>37.799999999999997</c:v>
                </c:pt>
                <c:pt idx="19026">
                  <c:v>37.799999999999997</c:v>
                </c:pt>
                <c:pt idx="19027">
                  <c:v>37.799999999999997</c:v>
                </c:pt>
                <c:pt idx="19028">
                  <c:v>37.799999999999997</c:v>
                </c:pt>
                <c:pt idx="19029">
                  <c:v>37.799999999999997</c:v>
                </c:pt>
                <c:pt idx="19030">
                  <c:v>37.799999999999997</c:v>
                </c:pt>
                <c:pt idx="19031">
                  <c:v>37.799999999999997</c:v>
                </c:pt>
                <c:pt idx="19032">
                  <c:v>37.799999999999997</c:v>
                </c:pt>
                <c:pt idx="19033">
                  <c:v>37.799999999999997</c:v>
                </c:pt>
                <c:pt idx="19034">
                  <c:v>37.799999999999997</c:v>
                </c:pt>
                <c:pt idx="19035">
                  <c:v>37.799999999999997</c:v>
                </c:pt>
                <c:pt idx="19036">
                  <c:v>37.799999999999997</c:v>
                </c:pt>
                <c:pt idx="19037">
                  <c:v>37.799999999999997</c:v>
                </c:pt>
                <c:pt idx="19038">
                  <c:v>37.799999999999997</c:v>
                </c:pt>
                <c:pt idx="19039">
                  <c:v>37.799999999999997</c:v>
                </c:pt>
                <c:pt idx="19040">
                  <c:v>37.799999999999997</c:v>
                </c:pt>
                <c:pt idx="19041">
                  <c:v>37.799999999999997</c:v>
                </c:pt>
                <c:pt idx="19042">
                  <c:v>37.799999999999997</c:v>
                </c:pt>
                <c:pt idx="19043">
                  <c:v>37.799999999999997</c:v>
                </c:pt>
                <c:pt idx="19044">
                  <c:v>37.799999999999997</c:v>
                </c:pt>
                <c:pt idx="19045">
                  <c:v>37.799999999999997</c:v>
                </c:pt>
                <c:pt idx="19046">
                  <c:v>37.799999999999997</c:v>
                </c:pt>
                <c:pt idx="19047">
                  <c:v>37.799999999999997</c:v>
                </c:pt>
                <c:pt idx="19048">
                  <c:v>37.799999999999997</c:v>
                </c:pt>
                <c:pt idx="19049">
                  <c:v>37.799999999999997</c:v>
                </c:pt>
                <c:pt idx="19050">
                  <c:v>37.799999999999997</c:v>
                </c:pt>
                <c:pt idx="19051">
                  <c:v>37.799999999999997</c:v>
                </c:pt>
                <c:pt idx="19052">
                  <c:v>37.75</c:v>
                </c:pt>
                <c:pt idx="19053">
                  <c:v>37.799999999999997</c:v>
                </c:pt>
                <c:pt idx="19054">
                  <c:v>37.75</c:v>
                </c:pt>
                <c:pt idx="19055">
                  <c:v>37.75</c:v>
                </c:pt>
                <c:pt idx="19056">
                  <c:v>37.75</c:v>
                </c:pt>
                <c:pt idx="19057">
                  <c:v>37.75</c:v>
                </c:pt>
                <c:pt idx="19058">
                  <c:v>37.75</c:v>
                </c:pt>
                <c:pt idx="19059">
                  <c:v>37.75</c:v>
                </c:pt>
                <c:pt idx="19060">
                  <c:v>37.75</c:v>
                </c:pt>
                <c:pt idx="19061">
                  <c:v>37.75</c:v>
                </c:pt>
                <c:pt idx="19062">
                  <c:v>37.75</c:v>
                </c:pt>
                <c:pt idx="19063">
                  <c:v>37.75</c:v>
                </c:pt>
                <c:pt idx="19064">
                  <c:v>37.75</c:v>
                </c:pt>
                <c:pt idx="19065">
                  <c:v>37.75</c:v>
                </c:pt>
                <c:pt idx="19066">
                  <c:v>37.75</c:v>
                </c:pt>
                <c:pt idx="19067">
                  <c:v>37.75</c:v>
                </c:pt>
                <c:pt idx="19068">
                  <c:v>37.75</c:v>
                </c:pt>
                <c:pt idx="19069">
                  <c:v>37.75</c:v>
                </c:pt>
                <c:pt idx="19070">
                  <c:v>37.75</c:v>
                </c:pt>
                <c:pt idx="19071">
                  <c:v>37.75</c:v>
                </c:pt>
                <c:pt idx="19072">
                  <c:v>37.75</c:v>
                </c:pt>
                <c:pt idx="19073">
                  <c:v>37.75</c:v>
                </c:pt>
                <c:pt idx="19074">
                  <c:v>37.75</c:v>
                </c:pt>
                <c:pt idx="19075">
                  <c:v>37.75</c:v>
                </c:pt>
                <c:pt idx="19076">
                  <c:v>37.75</c:v>
                </c:pt>
                <c:pt idx="19077">
                  <c:v>37.75</c:v>
                </c:pt>
                <c:pt idx="19078">
                  <c:v>37.75</c:v>
                </c:pt>
                <c:pt idx="19079">
                  <c:v>37.75</c:v>
                </c:pt>
                <c:pt idx="19080">
                  <c:v>37.75</c:v>
                </c:pt>
                <c:pt idx="19081">
                  <c:v>37.75</c:v>
                </c:pt>
                <c:pt idx="19082">
                  <c:v>37.75</c:v>
                </c:pt>
                <c:pt idx="19083">
                  <c:v>37.75</c:v>
                </c:pt>
                <c:pt idx="19084">
                  <c:v>37.75</c:v>
                </c:pt>
                <c:pt idx="19085">
                  <c:v>37.75</c:v>
                </c:pt>
                <c:pt idx="19086">
                  <c:v>37.75</c:v>
                </c:pt>
                <c:pt idx="19087">
                  <c:v>37.75</c:v>
                </c:pt>
                <c:pt idx="19088">
                  <c:v>37.75</c:v>
                </c:pt>
                <c:pt idx="19089">
                  <c:v>37.75</c:v>
                </c:pt>
                <c:pt idx="19090">
                  <c:v>37.75</c:v>
                </c:pt>
                <c:pt idx="19091">
                  <c:v>37.75</c:v>
                </c:pt>
                <c:pt idx="19092">
                  <c:v>37.75</c:v>
                </c:pt>
                <c:pt idx="19093">
                  <c:v>37.700000000000003</c:v>
                </c:pt>
                <c:pt idx="19094">
                  <c:v>37.75</c:v>
                </c:pt>
                <c:pt idx="19095">
                  <c:v>37.700000000000003</c:v>
                </c:pt>
                <c:pt idx="19096">
                  <c:v>37.700000000000003</c:v>
                </c:pt>
                <c:pt idx="19097">
                  <c:v>37.700000000000003</c:v>
                </c:pt>
                <c:pt idx="19098">
                  <c:v>37.700000000000003</c:v>
                </c:pt>
                <c:pt idx="19099">
                  <c:v>37.700000000000003</c:v>
                </c:pt>
                <c:pt idx="19100">
                  <c:v>37.700000000000003</c:v>
                </c:pt>
                <c:pt idx="19101">
                  <c:v>37.700000000000003</c:v>
                </c:pt>
                <c:pt idx="19102">
                  <c:v>37.700000000000003</c:v>
                </c:pt>
                <c:pt idx="19103">
                  <c:v>37.700000000000003</c:v>
                </c:pt>
                <c:pt idx="19104">
                  <c:v>37.700000000000003</c:v>
                </c:pt>
                <c:pt idx="19105">
                  <c:v>37.700000000000003</c:v>
                </c:pt>
                <c:pt idx="19106">
                  <c:v>37.700000000000003</c:v>
                </c:pt>
                <c:pt idx="19107">
                  <c:v>37.700000000000003</c:v>
                </c:pt>
                <c:pt idx="19108">
                  <c:v>37.700000000000003</c:v>
                </c:pt>
                <c:pt idx="19109">
                  <c:v>37.700000000000003</c:v>
                </c:pt>
                <c:pt idx="19110">
                  <c:v>37.700000000000003</c:v>
                </c:pt>
                <c:pt idx="19111">
                  <c:v>37.700000000000003</c:v>
                </c:pt>
                <c:pt idx="19112">
                  <c:v>37.700000000000003</c:v>
                </c:pt>
                <c:pt idx="19113">
                  <c:v>37.700000000000003</c:v>
                </c:pt>
                <c:pt idx="19114">
                  <c:v>37.700000000000003</c:v>
                </c:pt>
                <c:pt idx="19115">
                  <c:v>37.700000000000003</c:v>
                </c:pt>
                <c:pt idx="19116">
                  <c:v>37.700000000000003</c:v>
                </c:pt>
                <c:pt idx="19117">
                  <c:v>37.700000000000003</c:v>
                </c:pt>
                <c:pt idx="19118">
                  <c:v>37.700000000000003</c:v>
                </c:pt>
                <c:pt idx="19119">
                  <c:v>37.700000000000003</c:v>
                </c:pt>
                <c:pt idx="19120">
                  <c:v>37.700000000000003</c:v>
                </c:pt>
                <c:pt idx="19121">
                  <c:v>37.700000000000003</c:v>
                </c:pt>
                <c:pt idx="19122">
                  <c:v>37.700000000000003</c:v>
                </c:pt>
                <c:pt idx="19123">
                  <c:v>37.700000000000003</c:v>
                </c:pt>
                <c:pt idx="19124">
                  <c:v>37.65</c:v>
                </c:pt>
                <c:pt idx="19125">
                  <c:v>37.65</c:v>
                </c:pt>
                <c:pt idx="19126">
                  <c:v>37.700000000000003</c:v>
                </c:pt>
                <c:pt idx="19127">
                  <c:v>37.65</c:v>
                </c:pt>
                <c:pt idx="19128">
                  <c:v>37.65</c:v>
                </c:pt>
                <c:pt idx="19129">
                  <c:v>37.65</c:v>
                </c:pt>
                <c:pt idx="19130">
                  <c:v>37.65</c:v>
                </c:pt>
                <c:pt idx="19131">
                  <c:v>37.65</c:v>
                </c:pt>
                <c:pt idx="19132">
                  <c:v>37.65</c:v>
                </c:pt>
                <c:pt idx="19133">
                  <c:v>37.65</c:v>
                </c:pt>
                <c:pt idx="19134">
                  <c:v>37.65</c:v>
                </c:pt>
                <c:pt idx="19135">
                  <c:v>37.65</c:v>
                </c:pt>
                <c:pt idx="19136">
                  <c:v>37.65</c:v>
                </c:pt>
                <c:pt idx="19137">
                  <c:v>37.65</c:v>
                </c:pt>
                <c:pt idx="19138">
                  <c:v>37.65</c:v>
                </c:pt>
                <c:pt idx="19139">
                  <c:v>37.65</c:v>
                </c:pt>
                <c:pt idx="19140">
                  <c:v>37.65</c:v>
                </c:pt>
                <c:pt idx="19141">
                  <c:v>37.65</c:v>
                </c:pt>
                <c:pt idx="19142">
                  <c:v>37.6</c:v>
                </c:pt>
                <c:pt idx="19143">
                  <c:v>37.65</c:v>
                </c:pt>
                <c:pt idx="19144">
                  <c:v>37.6</c:v>
                </c:pt>
                <c:pt idx="19145">
                  <c:v>37.6</c:v>
                </c:pt>
                <c:pt idx="19146">
                  <c:v>37.6</c:v>
                </c:pt>
                <c:pt idx="19147">
                  <c:v>37.6</c:v>
                </c:pt>
                <c:pt idx="19148">
                  <c:v>37.6</c:v>
                </c:pt>
                <c:pt idx="19149">
                  <c:v>37.6</c:v>
                </c:pt>
                <c:pt idx="19150">
                  <c:v>37.6</c:v>
                </c:pt>
                <c:pt idx="19151">
                  <c:v>37.6</c:v>
                </c:pt>
                <c:pt idx="19152">
                  <c:v>37.6</c:v>
                </c:pt>
                <c:pt idx="19153">
                  <c:v>37.6</c:v>
                </c:pt>
                <c:pt idx="19154">
                  <c:v>37.6</c:v>
                </c:pt>
                <c:pt idx="19155">
                  <c:v>37.6</c:v>
                </c:pt>
                <c:pt idx="19156">
                  <c:v>37.6</c:v>
                </c:pt>
                <c:pt idx="19157">
                  <c:v>37.6</c:v>
                </c:pt>
                <c:pt idx="19158">
                  <c:v>37.6</c:v>
                </c:pt>
                <c:pt idx="19159">
                  <c:v>37.6</c:v>
                </c:pt>
                <c:pt idx="19160">
                  <c:v>37.6</c:v>
                </c:pt>
                <c:pt idx="19161">
                  <c:v>37.6</c:v>
                </c:pt>
                <c:pt idx="19162">
                  <c:v>37.6</c:v>
                </c:pt>
                <c:pt idx="19163">
                  <c:v>37.6</c:v>
                </c:pt>
                <c:pt idx="19164">
                  <c:v>37.6</c:v>
                </c:pt>
                <c:pt idx="19165">
                  <c:v>37.6</c:v>
                </c:pt>
                <c:pt idx="19166">
                  <c:v>37.6</c:v>
                </c:pt>
                <c:pt idx="19167">
                  <c:v>37.6</c:v>
                </c:pt>
                <c:pt idx="19168">
                  <c:v>37.6</c:v>
                </c:pt>
                <c:pt idx="19169">
                  <c:v>37.6</c:v>
                </c:pt>
                <c:pt idx="19170">
                  <c:v>37.6</c:v>
                </c:pt>
                <c:pt idx="19171">
                  <c:v>37.6</c:v>
                </c:pt>
                <c:pt idx="19172">
                  <c:v>37.6</c:v>
                </c:pt>
                <c:pt idx="19173">
                  <c:v>37.6</c:v>
                </c:pt>
                <c:pt idx="19174">
                  <c:v>37.6</c:v>
                </c:pt>
                <c:pt idx="19175">
                  <c:v>37.6</c:v>
                </c:pt>
                <c:pt idx="19176">
                  <c:v>37.6</c:v>
                </c:pt>
                <c:pt idx="19177">
                  <c:v>37.6</c:v>
                </c:pt>
                <c:pt idx="19178">
                  <c:v>37.6</c:v>
                </c:pt>
                <c:pt idx="19179">
                  <c:v>37.6</c:v>
                </c:pt>
                <c:pt idx="19180">
                  <c:v>37.6</c:v>
                </c:pt>
                <c:pt idx="19181">
                  <c:v>37.6</c:v>
                </c:pt>
                <c:pt idx="19182">
                  <c:v>37.549999999999997</c:v>
                </c:pt>
                <c:pt idx="19183">
                  <c:v>37.549999999999997</c:v>
                </c:pt>
                <c:pt idx="19184">
                  <c:v>37.549999999999997</c:v>
                </c:pt>
                <c:pt idx="19185">
                  <c:v>37.549999999999997</c:v>
                </c:pt>
                <c:pt idx="19186">
                  <c:v>37.549999999999997</c:v>
                </c:pt>
                <c:pt idx="19187">
                  <c:v>37.549999999999997</c:v>
                </c:pt>
                <c:pt idx="19188">
                  <c:v>37.549999999999997</c:v>
                </c:pt>
                <c:pt idx="19189">
                  <c:v>37.549999999999997</c:v>
                </c:pt>
                <c:pt idx="19190">
                  <c:v>37.549999999999997</c:v>
                </c:pt>
                <c:pt idx="19191">
                  <c:v>37.549999999999997</c:v>
                </c:pt>
                <c:pt idx="19192">
                  <c:v>37.549999999999997</c:v>
                </c:pt>
                <c:pt idx="19193">
                  <c:v>37.549999999999997</c:v>
                </c:pt>
                <c:pt idx="19194">
                  <c:v>37.549999999999997</c:v>
                </c:pt>
                <c:pt idx="19195">
                  <c:v>37.549999999999997</c:v>
                </c:pt>
                <c:pt idx="19196">
                  <c:v>37.549999999999997</c:v>
                </c:pt>
                <c:pt idx="19197">
                  <c:v>37.549999999999997</c:v>
                </c:pt>
                <c:pt idx="19198">
                  <c:v>37.549999999999997</c:v>
                </c:pt>
                <c:pt idx="19199">
                  <c:v>37.549999999999997</c:v>
                </c:pt>
                <c:pt idx="19200">
                  <c:v>37.549999999999997</c:v>
                </c:pt>
                <c:pt idx="19201">
                  <c:v>37.549999999999997</c:v>
                </c:pt>
                <c:pt idx="19202">
                  <c:v>37.549999999999997</c:v>
                </c:pt>
                <c:pt idx="19203">
                  <c:v>37.549999999999997</c:v>
                </c:pt>
                <c:pt idx="19204">
                  <c:v>37.549999999999997</c:v>
                </c:pt>
                <c:pt idx="19205">
                  <c:v>37.549999999999997</c:v>
                </c:pt>
                <c:pt idx="19206">
                  <c:v>37.5</c:v>
                </c:pt>
                <c:pt idx="19207">
                  <c:v>37.549999999999997</c:v>
                </c:pt>
                <c:pt idx="19208">
                  <c:v>37.5</c:v>
                </c:pt>
                <c:pt idx="19209">
                  <c:v>37.5</c:v>
                </c:pt>
                <c:pt idx="19210">
                  <c:v>37.5</c:v>
                </c:pt>
                <c:pt idx="19211">
                  <c:v>37.5</c:v>
                </c:pt>
                <c:pt idx="19212">
                  <c:v>37.5</c:v>
                </c:pt>
                <c:pt idx="19213">
                  <c:v>37.5</c:v>
                </c:pt>
                <c:pt idx="19214">
                  <c:v>37.5</c:v>
                </c:pt>
                <c:pt idx="19215">
                  <c:v>37.5</c:v>
                </c:pt>
                <c:pt idx="19216">
                  <c:v>37.5</c:v>
                </c:pt>
                <c:pt idx="19217">
                  <c:v>37.5</c:v>
                </c:pt>
                <c:pt idx="19218">
                  <c:v>37.5</c:v>
                </c:pt>
                <c:pt idx="19219">
                  <c:v>37.5</c:v>
                </c:pt>
                <c:pt idx="19220">
                  <c:v>37.5</c:v>
                </c:pt>
                <c:pt idx="19221">
                  <c:v>37.5</c:v>
                </c:pt>
                <c:pt idx="19222">
                  <c:v>37.5</c:v>
                </c:pt>
                <c:pt idx="19223">
                  <c:v>37.5</c:v>
                </c:pt>
                <c:pt idx="19224">
                  <c:v>37.5</c:v>
                </c:pt>
                <c:pt idx="19225">
                  <c:v>37.5</c:v>
                </c:pt>
                <c:pt idx="19226">
                  <c:v>37.5</c:v>
                </c:pt>
                <c:pt idx="19227">
                  <c:v>37.5</c:v>
                </c:pt>
                <c:pt idx="19228">
                  <c:v>37.5</c:v>
                </c:pt>
                <c:pt idx="19229">
                  <c:v>37.5</c:v>
                </c:pt>
                <c:pt idx="19230">
                  <c:v>37.5</c:v>
                </c:pt>
                <c:pt idx="19231">
                  <c:v>37.5</c:v>
                </c:pt>
                <c:pt idx="19232">
                  <c:v>37.5</c:v>
                </c:pt>
                <c:pt idx="19233">
                  <c:v>37.5</c:v>
                </c:pt>
                <c:pt idx="19234">
                  <c:v>37.5</c:v>
                </c:pt>
                <c:pt idx="19235">
                  <c:v>37.5</c:v>
                </c:pt>
                <c:pt idx="19236">
                  <c:v>37.5</c:v>
                </c:pt>
                <c:pt idx="19237">
                  <c:v>37.5</c:v>
                </c:pt>
                <c:pt idx="19238">
                  <c:v>37.5</c:v>
                </c:pt>
                <c:pt idx="19239">
                  <c:v>37.5</c:v>
                </c:pt>
                <c:pt idx="19240">
                  <c:v>37.450000000000003</c:v>
                </c:pt>
                <c:pt idx="19241">
                  <c:v>37.450000000000003</c:v>
                </c:pt>
                <c:pt idx="19242">
                  <c:v>37.450000000000003</c:v>
                </c:pt>
                <c:pt idx="19243">
                  <c:v>37.450000000000003</c:v>
                </c:pt>
                <c:pt idx="19244">
                  <c:v>37.450000000000003</c:v>
                </c:pt>
                <c:pt idx="19245">
                  <c:v>37.450000000000003</c:v>
                </c:pt>
                <c:pt idx="19246">
                  <c:v>37.450000000000003</c:v>
                </c:pt>
                <c:pt idx="19247">
                  <c:v>37.450000000000003</c:v>
                </c:pt>
                <c:pt idx="19248">
                  <c:v>37.450000000000003</c:v>
                </c:pt>
                <c:pt idx="19249">
                  <c:v>37.450000000000003</c:v>
                </c:pt>
                <c:pt idx="19250">
                  <c:v>37.450000000000003</c:v>
                </c:pt>
                <c:pt idx="19251">
                  <c:v>37.450000000000003</c:v>
                </c:pt>
                <c:pt idx="19252">
                  <c:v>37.450000000000003</c:v>
                </c:pt>
                <c:pt idx="19253">
                  <c:v>37.450000000000003</c:v>
                </c:pt>
                <c:pt idx="19254">
                  <c:v>37.450000000000003</c:v>
                </c:pt>
                <c:pt idx="19255">
                  <c:v>37.450000000000003</c:v>
                </c:pt>
                <c:pt idx="19256">
                  <c:v>37.450000000000003</c:v>
                </c:pt>
                <c:pt idx="19257">
                  <c:v>37.450000000000003</c:v>
                </c:pt>
                <c:pt idx="19258">
                  <c:v>37.450000000000003</c:v>
                </c:pt>
                <c:pt idx="19259">
                  <c:v>37.450000000000003</c:v>
                </c:pt>
                <c:pt idx="19260">
                  <c:v>37.450000000000003</c:v>
                </c:pt>
                <c:pt idx="19261">
                  <c:v>37.450000000000003</c:v>
                </c:pt>
                <c:pt idx="19262">
                  <c:v>37.450000000000003</c:v>
                </c:pt>
                <c:pt idx="19263">
                  <c:v>37.450000000000003</c:v>
                </c:pt>
                <c:pt idx="19264">
                  <c:v>37.450000000000003</c:v>
                </c:pt>
                <c:pt idx="19265">
                  <c:v>37.450000000000003</c:v>
                </c:pt>
                <c:pt idx="19266">
                  <c:v>37.4</c:v>
                </c:pt>
                <c:pt idx="19267">
                  <c:v>37.4</c:v>
                </c:pt>
                <c:pt idx="19268">
                  <c:v>37.4</c:v>
                </c:pt>
                <c:pt idx="19269">
                  <c:v>37.4</c:v>
                </c:pt>
                <c:pt idx="19270">
                  <c:v>37.4</c:v>
                </c:pt>
                <c:pt idx="19271">
                  <c:v>37.4</c:v>
                </c:pt>
                <c:pt idx="19272">
                  <c:v>37.4</c:v>
                </c:pt>
                <c:pt idx="19273">
                  <c:v>37.4</c:v>
                </c:pt>
                <c:pt idx="19274">
                  <c:v>37.4</c:v>
                </c:pt>
                <c:pt idx="19275">
                  <c:v>37.4</c:v>
                </c:pt>
                <c:pt idx="19276">
                  <c:v>37.4</c:v>
                </c:pt>
                <c:pt idx="19277">
                  <c:v>37.4</c:v>
                </c:pt>
                <c:pt idx="19278">
                  <c:v>37.4</c:v>
                </c:pt>
                <c:pt idx="19279">
                  <c:v>37.4</c:v>
                </c:pt>
                <c:pt idx="19280">
                  <c:v>37.4</c:v>
                </c:pt>
                <c:pt idx="19281">
                  <c:v>37.4</c:v>
                </c:pt>
                <c:pt idx="19282">
                  <c:v>37.4</c:v>
                </c:pt>
                <c:pt idx="19283">
                  <c:v>37.4</c:v>
                </c:pt>
                <c:pt idx="19284">
                  <c:v>37.4</c:v>
                </c:pt>
                <c:pt idx="19285">
                  <c:v>37.4</c:v>
                </c:pt>
                <c:pt idx="19286">
                  <c:v>37.4</c:v>
                </c:pt>
                <c:pt idx="19287">
                  <c:v>37.4</c:v>
                </c:pt>
                <c:pt idx="19288">
                  <c:v>37.4</c:v>
                </c:pt>
                <c:pt idx="19289">
                  <c:v>37.4</c:v>
                </c:pt>
                <c:pt idx="19290">
                  <c:v>37.4</c:v>
                </c:pt>
                <c:pt idx="19291">
                  <c:v>37.4</c:v>
                </c:pt>
                <c:pt idx="19292">
                  <c:v>37.4</c:v>
                </c:pt>
                <c:pt idx="19293">
                  <c:v>37.4</c:v>
                </c:pt>
                <c:pt idx="19294">
                  <c:v>37.35</c:v>
                </c:pt>
                <c:pt idx="19295">
                  <c:v>37.35</c:v>
                </c:pt>
                <c:pt idx="19296">
                  <c:v>37.35</c:v>
                </c:pt>
                <c:pt idx="19297">
                  <c:v>37.35</c:v>
                </c:pt>
                <c:pt idx="19298">
                  <c:v>37.35</c:v>
                </c:pt>
                <c:pt idx="19299">
                  <c:v>37.35</c:v>
                </c:pt>
                <c:pt idx="19300">
                  <c:v>37.35</c:v>
                </c:pt>
                <c:pt idx="19301">
                  <c:v>37.35</c:v>
                </c:pt>
                <c:pt idx="19302">
                  <c:v>37.35</c:v>
                </c:pt>
                <c:pt idx="19303">
                  <c:v>37.35</c:v>
                </c:pt>
                <c:pt idx="19304">
                  <c:v>37.35</c:v>
                </c:pt>
                <c:pt idx="19305">
                  <c:v>37.35</c:v>
                </c:pt>
                <c:pt idx="19306">
                  <c:v>37.35</c:v>
                </c:pt>
                <c:pt idx="19307">
                  <c:v>37.35</c:v>
                </c:pt>
                <c:pt idx="19308">
                  <c:v>37.35</c:v>
                </c:pt>
                <c:pt idx="19309">
                  <c:v>37.35</c:v>
                </c:pt>
                <c:pt idx="19310">
                  <c:v>37.35</c:v>
                </c:pt>
                <c:pt idx="19311">
                  <c:v>37.35</c:v>
                </c:pt>
                <c:pt idx="19312">
                  <c:v>37.35</c:v>
                </c:pt>
                <c:pt idx="19313">
                  <c:v>37.35</c:v>
                </c:pt>
                <c:pt idx="19314">
                  <c:v>37.35</c:v>
                </c:pt>
                <c:pt idx="19315">
                  <c:v>37.35</c:v>
                </c:pt>
                <c:pt idx="19316">
                  <c:v>37.35</c:v>
                </c:pt>
                <c:pt idx="19317">
                  <c:v>37.35</c:v>
                </c:pt>
                <c:pt idx="19318">
                  <c:v>37.35</c:v>
                </c:pt>
                <c:pt idx="19319">
                  <c:v>37.35</c:v>
                </c:pt>
                <c:pt idx="19320">
                  <c:v>37.35</c:v>
                </c:pt>
                <c:pt idx="19321">
                  <c:v>37.35</c:v>
                </c:pt>
                <c:pt idx="19322">
                  <c:v>37.35</c:v>
                </c:pt>
                <c:pt idx="19323">
                  <c:v>37.299999999999997</c:v>
                </c:pt>
                <c:pt idx="19324">
                  <c:v>37.299999999999997</c:v>
                </c:pt>
                <c:pt idx="19325">
                  <c:v>37.299999999999997</c:v>
                </c:pt>
                <c:pt idx="19326">
                  <c:v>37.299999999999997</c:v>
                </c:pt>
                <c:pt idx="19327">
                  <c:v>37.299999999999997</c:v>
                </c:pt>
                <c:pt idx="19328">
                  <c:v>37.299999999999997</c:v>
                </c:pt>
                <c:pt idx="19329">
                  <c:v>37.299999999999997</c:v>
                </c:pt>
                <c:pt idx="19330">
                  <c:v>37.299999999999997</c:v>
                </c:pt>
                <c:pt idx="19331">
                  <c:v>37.299999999999997</c:v>
                </c:pt>
                <c:pt idx="19332">
                  <c:v>37.299999999999997</c:v>
                </c:pt>
                <c:pt idx="19333">
                  <c:v>37.299999999999997</c:v>
                </c:pt>
                <c:pt idx="19334">
                  <c:v>37.299999999999997</c:v>
                </c:pt>
                <c:pt idx="19335">
                  <c:v>37.299999999999997</c:v>
                </c:pt>
                <c:pt idx="19336">
                  <c:v>37.299999999999997</c:v>
                </c:pt>
                <c:pt idx="19337">
                  <c:v>37.299999999999997</c:v>
                </c:pt>
                <c:pt idx="19338">
                  <c:v>37.299999999999997</c:v>
                </c:pt>
                <c:pt idx="19339">
                  <c:v>37.299999999999997</c:v>
                </c:pt>
                <c:pt idx="19340">
                  <c:v>37.299999999999997</c:v>
                </c:pt>
                <c:pt idx="19341">
                  <c:v>37.299999999999997</c:v>
                </c:pt>
                <c:pt idx="19342">
                  <c:v>37.299999999999997</c:v>
                </c:pt>
                <c:pt idx="19343">
                  <c:v>37.299999999999997</c:v>
                </c:pt>
                <c:pt idx="19344">
                  <c:v>37.299999999999997</c:v>
                </c:pt>
                <c:pt idx="19345">
                  <c:v>37.299999999999997</c:v>
                </c:pt>
                <c:pt idx="19346">
                  <c:v>37.299999999999997</c:v>
                </c:pt>
                <c:pt idx="19347">
                  <c:v>37.299999999999997</c:v>
                </c:pt>
                <c:pt idx="19348">
                  <c:v>37.299999999999997</c:v>
                </c:pt>
                <c:pt idx="19349">
                  <c:v>37.299999999999997</c:v>
                </c:pt>
                <c:pt idx="19350">
                  <c:v>37.299999999999997</c:v>
                </c:pt>
                <c:pt idx="19351">
                  <c:v>37.299999999999997</c:v>
                </c:pt>
                <c:pt idx="19352">
                  <c:v>37.25</c:v>
                </c:pt>
                <c:pt idx="19353">
                  <c:v>37.25</c:v>
                </c:pt>
                <c:pt idx="19354">
                  <c:v>37.25</c:v>
                </c:pt>
                <c:pt idx="19355">
                  <c:v>37.25</c:v>
                </c:pt>
                <c:pt idx="19356">
                  <c:v>37.25</c:v>
                </c:pt>
                <c:pt idx="19357">
                  <c:v>37.25</c:v>
                </c:pt>
                <c:pt idx="19358">
                  <c:v>37.25</c:v>
                </c:pt>
                <c:pt idx="19359">
                  <c:v>37.25</c:v>
                </c:pt>
                <c:pt idx="19360">
                  <c:v>37.25</c:v>
                </c:pt>
                <c:pt idx="19361">
                  <c:v>37.25</c:v>
                </c:pt>
                <c:pt idx="19362">
                  <c:v>37.25</c:v>
                </c:pt>
                <c:pt idx="19363">
                  <c:v>37.25</c:v>
                </c:pt>
                <c:pt idx="19364">
                  <c:v>37.25</c:v>
                </c:pt>
                <c:pt idx="19365">
                  <c:v>37.25</c:v>
                </c:pt>
                <c:pt idx="19366">
                  <c:v>37.25</c:v>
                </c:pt>
                <c:pt idx="19367">
                  <c:v>37.25</c:v>
                </c:pt>
                <c:pt idx="19368">
                  <c:v>37.25</c:v>
                </c:pt>
                <c:pt idx="19369">
                  <c:v>37.25</c:v>
                </c:pt>
                <c:pt idx="19370">
                  <c:v>37.25</c:v>
                </c:pt>
                <c:pt idx="19371">
                  <c:v>37.25</c:v>
                </c:pt>
                <c:pt idx="19372">
                  <c:v>37.25</c:v>
                </c:pt>
                <c:pt idx="19373">
                  <c:v>37.25</c:v>
                </c:pt>
                <c:pt idx="19374">
                  <c:v>37.25</c:v>
                </c:pt>
                <c:pt idx="19375">
                  <c:v>37.25</c:v>
                </c:pt>
                <c:pt idx="19376">
                  <c:v>37.25</c:v>
                </c:pt>
                <c:pt idx="19377">
                  <c:v>37.200000000000003</c:v>
                </c:pt>
                <c:pt idx="19378">
                  <c:v>37.200000000000003</c:v>
                </c:pt>
                <c:pt idx="19379">
                  <c:v>37.200000000000003</c:v>
                </c:pt>
                <c:pt idx="19380">
                  <c:v>37.200000000000003</c:v>
                </c:pt>
                <c:pt idx="19381">
                  <c:v>37.200000000000003</c:v>
                </c:pt>
                <c:pt idx="19382">
                  <c:v>37.200000000000003</c:v>
                </c:pt>
                <c:pt idx="19383">
                  <c:v>37.200000000000003</c:v>
                </c:pt>
                <c:pt idx="19384">
                  <c:v>37.200000000000003</c:v>
                </c:pt>
                <c:pt idx="19385">
                  <c:v>37.200000000000003</c:v>
                </c:pt>
                <c:pt idx="19386">
                  <c:v>37.200000000000003</c:v>
                </c:pt>
                <c:pt idx="19387">
                  <c:v>37.200000000000003</c:v>
                </c:pt>
                <c:pt idx="19388">
                  <c:v>37.200000000000003</c:v>
                </c:pt>
                <c:pt idx="19389">
                  <c:v>37.200000000000003</c:v>
                </c:pt>
                <c:pt idx="19390">
                  <c:v>37.200000000000003</c:v>
                </c:pt>
                <c:pt idx="19391">
                  <c:v>37.200000000000003</c:v>
                </c:pt>
                <c:pt idx="19392">
                  <c:v>37.200000000000003</c:v>
                </c:pt>
                <c:pt idx="19393">
                  <c:v>37.200000000000003</c:v>
                </c:pt>
                <c:pt idx="19394">
                  <c:v>37.200000000000003</c:v>
                </c:pt>
                <c:pt idx="19395">
                  <c:v>37.200000000000003</c:v>
                </c:pt>
                <c:pt idx="19396">
                  <c:v>37.200000000000003</c:v>
                </c:pt>
                <c:pt idx="19397">
                  <c:v>37.200000000000003</c:v>
                </c:pt>
                <c:pt idx="19398">
                  <c:v>37.200000000000003</c:v>
                </c:pt>
                <c:pt idx="19399">
                  <c:v>37.200000000000003</c:v>
                </c:pt>
                <c:pt idx="19400">
                  <c:v>37.200000000000003</c:v>
                </c:pt>
                <c:pt idx="19401">
                  <c:v>37.200000000000003</c:v>
                </c:pt>
                <c:pt idx="19402">
                  <c:v>37.200000000000003</c:v>
                </c:pt>
                <c:pt idx="19403">
                  <c:v>37.15</c:v>
                </c:pt>
                <c:pt idx="19404">
                  <c:v>37.15</c:v>
                </c:pt>
                <c:pt idx="19405">
                  <c:v>37.15</c:v>
                </c:pt>
                <c:pt idx="19406">
                  <c:v>37.15</c:v>
                </c:pt>
                <c:pt idx="19407">
                  <c:v>37.15</c:v>
                </c:pt>
                <c:pt idx="19408">
                  <c:v>37.15</c:v>
                </c:pt>
                <c:pt idx="19409">
                  <c:v>37.15</c:v>
                </c:pt>
                <c:pt idx="19410">
                  <c:v>37.15</c:v>
                </c:pt>
                <c:pt idx="19411">
                  <c:v>37.15</c:v>
                </c:pt>
                <c:pt idx="19412">
                  <c:v>37.15</c:v>
                </c:pt>
                <c:pt idx="19413">
                  <c:v>37.15</c:v>
                </c:pt>
                <c:pt idx="19414">
                  <c:v>37.15</c:v>
                </c:pt>
                <c:pt idx="19415">
                  <c:v>37.15</c:v>
                </c:pt>
                <c:pt idx="19416">
                  <c:v>37.15</c:v>
                </c:pt>
                <c:pt idx="19417">
                  <c:v>37.15</c:v>
                </c:pt>
                <c:pt idx="19418">
                  <c:v>37.15</c:v>
                </c:pt>
                <c:pt idx="19419">
                  <c:v>37.15</c:v>
                </c:pt>
                <c:pt idx="19420">
                  <c:v>37.15</c:v>
                </c:pt>
                <c:pt idx="19421">
                  <c:v>37.15</c:v>
                </c:pt>
                <c:pt idx="19422">
                  <c:v>37.15</c:v>
                </c:pt>
                <c:pt idx="19423">
                  <c:v>37.15</c:v>
                </c:pt>
                <c:pt idx="19424">
                  <c:v>37.15</c:v>
                </c:pt>
                <c:pt idx="19425">
                  <c:v>37.15</c:v>
                </c:pt>
                <c:pt idx="19426">
                  <c:v>37.15</c:v>
                </c:pt>
                <c:pt idx="19427">
                  <c:v>37.15</c:v>
                </c:pt>
                <c:pt idx="19428">
                  <c:v>37.15</c:v>
                </c:pt>
                <c:pt idx="19429">
                  <c:v>37.15</c:v>
                </c:pt>
                <c:pt idx="19430">
                  <c:v>37.15</c:v>
                </c:pt>
                <c:pt idx="19431">
                  <c:v>37.15</c:v>
                </c:pt>
                <c:pt idx="19432">
                  <c:v>37.15</c:v>
                </c:pt>
                <c:pt idx="19433">
                  <c:v>37.15</c:v>
                </c:pt>
                <c:pt idx="19434">
                  <c:v>37.15</c:v>
                </c:pt>
                <c:pt idx="19435">
                  <c:v>37.15</c:v>
                </c:pt>
                <c:pt idx="19436">
                  <c:v>37.15</c:v>
                </c:pt>
                <c:pt idx="19437">
                  <c:v>37.1</c:v>
                </c:pt>
                <c:pt idx="19438">
                  <c:v>37.1</c:v>
                </c:pt>
                <c:pt idx="19439">
                  <c:v>37.1</c:v>
                </c:pt>
                <c:pt idx="19440">
                  <c:v>37.1</c:v>
                </c:pt>
                <c:pt idx="19441">
                  <c:v>37.1</c:v>
                </c:pt>
                <c:pt idx="19442">
                  <c:v>37.1</c:v>
                </c:pt>
                <c:pt idx="19443">
                  <c:v>37.1</c:v>
                </c:pt>
                <c:pt idx="19444">
                  <c:v>37.1</c:v>
                </c:pt>
                <c:pt idx="19445">
                  <c:v>37.1</c:v>
                </c:pt>
                <c:pt idx="19446">
                  <c:v>37.1</c:v>
                </c:pt>
                <c:pt idx="19447">
                  <c:v>37.1</c:v>
                </c:pt>
                <c:pt idx="19448">
                  <c:v>37.1</c:v>
                </c:pt>
                <c:pt idx="19449">
                  <c:v>37.1</c:v>
                </c:pt>
                <c:pt idx="19450">
                  <c:v>37.1</c:v>
                </c:pt>
                <c:pt idx="19451">
                  <c:v>37.1</c:v>
                </c:pt>
                <c:pt idx="19452">
                  <c:v>37.1</c:v>
                </c:pt>
                <c:pt idx="19453">
                  <c:v>37.1</c:v>
                </c:pt>
                <c:pt idx="19454">
                  <c:v>37.1</c:v>
                </c:pt>
                <c:pt idx="19455">
                  <c:v>37.1</c:v>
                </c:pt>
                <c:pt idx="19456">
                  <c:v>37.1</c:v>
                </c:pt>
                <c:pt idx="19457">
                  <c:v>37.1</c:v>
                </c:pt>
                <c:pt idx="19458">
                  <c:v>37.1</c:v>
                </c:pt>
                <c:pt idx="19459">
                  <c:v>37.1</c:v>
                </c:pt>
                <c:pt idx="19460">
                  <c:v>37.1</c:v>
                </c:pt>
                <c:pt idx="19461">
                  <c:v>37.1</c:v>
                </c:pt>
                <c:pt idx="19462">
                  <c:v>37.1</c:v>
                </c:pt>
                <c:pt idx="19463">
                  <c:v>37.1</c:v>
                </c:pt>
                <c:pt idx="19464">
                  <c:v>37.049999999999997</c:v>
                </c:pt>
                <c:pt idx="19465">
                  <c:v>37.049999999999997</c:v>
                </c:pt>
                <c:pt idx="19466">
                  <c:v>37.049999999999997</c:v>
                </c:pt>
                <c:pt idx="19467">
                  <c:v>37.049999999999997</c:v>
                </c:pt>
                <c:pt idx="19468">
                  <c:v>37.049999999999997</c:v>
                </c:pt>
                <c:pt idx="19469">
                  <c:v>37.049999999999997</c:v>
                </c:pt>
                <c:pt idx="19470">
                  <c:v>37.049999999999997</c:v>
                </c:pt>
                <c:pt idx="19471">
                  <c:v>37.049999999999997</c:v>
                </c:pt>
                <c:pt idx="19472">
                  <c:v>37.049999999999997</c:v>
                </c:pt>
                <c:pt idx="19473">
                  <c:v>37.049999999999997</c:v>
                </c:pt>
                <c:pt idx="19474">
                  <c:v>37.049999999999997</c:v>
                </c:pt>
                <c:pt idx="19475">
                  <c:v>37.049999999999997</c:v>
                </c:pt>
                <c:pt idx="19476">
                  <c:v>37.049999999999997</c:v>
                </c:pt>
                <c:pt idx="19477">
                  <c:v>37</c:v>
                </c:pt>
                <c:pt idx="19478">
                  <c:v>37</c:v>
                </c:pt>
                <c:pt idx="19479">
                  <c:v>37</c:v>
                </c:pt>
                <c:pt idx="19480">
                  <c:v>37.049999999999997</c:v>
                </c:pt>
                <c:pt idx="19481">
                  <c:v>37.049999999999997</c:v>
                </c:pt>
                <c:pt idx="19482">
                  <c:v>37.049999999999997</c:v>
                </c:pt>
                <c:pt idx="19483">
                  <c:v>37.049999999999997</c:v>
                </c:pt>
                <c:pt idx="19484">
                  <c:v>37.049999999999997</c:v>
                </c:pt>
                <c:pt idx="19485">
                  <c:v>37.049999999999997</c:v>
                </c:pt>
                <c:pt idx="19486">
                  <c:v>37.049999999999997</c:v>
                </c:pt>
                <c:pt idx="19487">
                  <c:v>37.049999999999997</c:v>
                </c:pt>
                <c:pt idx="19488">
                  <c:v>37.049999999999997</c:v>
                </c:pt>
                <c:pt idx="19489">
                  <c:v>37.049999999999997</c:v>
                </c:pt>
                <c:pt idx="19490">
                  <c:v>37.049999999999997</c:v>
                </c:pt>
                <c:pt idx="19491">
                  <c:v>37</c:v>
                </c:pt>
                <c:pt idx="19492">
                  <c:v>37.049999999999997</c:v>
                </c:pt>
                <c:pt idx="19493">
                  <c:v>37.049999999999997</c:v>
                </c:pt>
                <c:pt idx="19494">
                  <c:v>37</c:v>
                </c:pt>
                <c:pt idx="19495">
                  <c:v>37</c:v>
                </c:pt>
                <c:pt idx="19496">
                  <c:v>37</c:v>
                </c:pt>
                <c:pt idx="19497">
                  <c:v>37</c:v>
                </c:pt>
                <c:pt idx="19498">
                  <c:v>37</c:v>
                </c:pt>
                <c:pt idx="19499">
                  <c:v>37</c:v>
                </c:pt>
                <c:pt idx="19500">
                  <c:v>37</c:v>
                </c:pt>
                <c:pt idx="19501">
                  <c:v>37</c:v>
                </c:pt>
                <c:pt idx="19502">
                  <c:v>37</c:v>
                </c:pt>
                <c:pt idx="19503">
                  <c:v>37</c:v>
                </c:pt>
                <c:pt idx="19504">
                  <c:v>37</c:v>
                </c:pt>
                <c:pt idx="19505">
                  <c:v>37</c:v>
                </c:pt>
                <c:pt idx="19506">
                  <c:v>37</c:v>
                </c:pt>
                <c:pt idx="19507">
                  <c:v>37</c:v>
                </c:pt>
                <c:pt idx="19508">
                  <c:v>37</c:v>
                </c:pt>
                <c:pt idx="19509">
                  <c:v>37</c:v>
                </c:pt>
                <c:pt idx="19510">
                  <c:v>37</c:v>
                </c:pt>
                <c:pt idx="19511">
                  <c:v>37</c:v>
                </c:pt>
                <c:pt idx="19512">
                  <c:v>37</c:v>
                </c:pt>
                <c:pt idx="19513">
                  <c:v>37</c:v>
                </c:pt>
                <c:pt idx="19514">
                  <c:v>37</c:v>
                </c:pt>
                <c:pt idx="19515">
                  <c:v>37</c:v>
                </c:pt>
                <c:pt idx="19516">
                  <c:v>37</c:v>
                </c:pt>
                <c:pt idx="19517">
                  <c:v>37</c:v>
                </c:pt>
                <c:pt idx="19518">
                  <c:v>37</c:v>
                </c:pt>
                <c:pt idx="19519">
                  <c:v>37</c:v>
                </c:pt>
                <c:pt idx="19520">
                  <c:v>36.950000000000003</c:v>
                </c:pt>
                <c:pt idx="19521">
                  <c:v>36.950000000000003</c:v>
                </c:pt>
                <c:pt idx="19522">
                  <c:v>36.950000000000003</c:v>
                </c:pt>
                <c:pt idx="19523">
                  <c:v>36.950000000000003</c:v>
                </c:pt>
                <c:pt idx="19524">
                  <c:v>36.950000000000003</c:v>
                </c:pt>
                <c:pt idx="19525">
                  <c:v>36.950000000000003</c:v>
                </c:pt>
                <c:pt idx="19526">
                  <c:v>36.950000000000003</c:v>
                </c:pt>
                <c:pt idx="19527">
                  <c:v>36.950000000000003</c:v>
                </c:pt>
                <c:pt idx="19528">
                  <c:v>36.950000000000003</c:v>
                </c:pt>
                <c:pt idx="19529">
                  <c:v>36.950000000000003</c:v>
                </c:pt>
                <c:pt idx="19530">
                  <c:v>36.950000000000003</c:v>
                </c:pt>
                <c:pt idx="19531">
                  <c:v>36.950000000000003</c:v>
                </c:pt>
                <c:pt idx="19532">
                  <c:v>36.950000000000003</c:v>
                </c:pt>
                <c:pt idx="19533">
                  <c:v>36.950000000000003</c:v>
                </c:pt>
                <c:pt idx="19534">
                  <c:v>36.950000000000003</c:v>
                </c:pt>
                <c:pt idx="19535">
                  <c:v>36.950000000000003</c:v>
                </c:pt>
                <c:pt idx="19536">
                  <c:v>36.950000000000003</c:v>
                </c:pt>
                <c:pt idx="19537">
                  <c:v>36.950000000000003</c:v>
                </c:pt>
                <c:pt idx="19538">
                  <c:v>36.950000000000003</c:v>
                </c:pt>
                <c:pt idx="19539">
                  <c:v>36.950000000000003</c:v>
                </c:pt>
                <c:pt idx="19540">
                  <c:v>36.950000000000003</c:v>
                </c:pt>
                <c:pt idx="19541">
                  <c:v>36.950000000000003</c:v>
                </c:pt>
                <c:pt idx="19542">
                  <c:v>36.950000000000003</c:v>
                </c:pt>
                <c:pt idx="19543">
                  <c:v>36.950000000000003</c:v>
                </c:pt>
                <c:pt idx="19544">
                  <c:v>36.950000000000003</c:v>
                </c:pt>
                <c:pt idx="19545">
                  <c:v>36.950000000000003</c:v>
                </c:pt>
                <c:pt idx="19546">
                  <c:v>36.950000000000003</c:v>
                </c:pt>
                <c:pt idx="19547">
                  <c:v>36.950000000000003</c:v>
                </c:pt>
                <c:pt idx="19548">
                  <c:v>36.950000000000003</c:v>
                </c:pt>
                <c:pt idx="19549">
                  <c:v>36.950000000000003</c:v>
                </c:pt>
                <c:pt idx="19550">
                  <c:v>36.950000000000003</c:v>
                </c:pt>
                <c:pt idx="19551">
                  <c:v>36.950000000000003</c:v>
                </c:pt>
                <c:pt idx="19552">
                  <c:v>36.950000000000003</c:v>
                </c:pt>
                <c:pt idx="19553">
                  <c:v>36.950000000000003</c:v>
                </c:pt>
                <c:pt idx="19554">
                  <c:v>36.950000000000003</c:v>
                </c:pt>
                <c:pt idx="19555">
                  <c:v>36.950000000000003</c:v>
                </c:pt>
                <c:pt idx="19556">
                  <c:v>36.950000000000003</c:v>
                </c:pt>
                <c:pt idx="19557">
                  <c:v>36.950000000000003</c:v>
                </c:pt>
                <c:pt idx="19558">
                  <c:v>36.950000000000003</c:v>
                </c:pt>
                <c:pt idx="19559">
                  <c:v>36.950000000000003</c:v>
                </c:pt>
                <c:pt idx="19560">
                  <c:v>36.950000000000003</c:v>
                </c:pt>
                <c:pt idx="19561">
                  <c:v>36.950000000000003</c:v>
                </c:pt>
                <c:pt idx="19562">
                  <c:v>36.950000000000003</c:v>
                </c:pt>
                <c:pt idx="19563">
                  <c:v>36.950000000000003</c:v>
                </c:pt>
                <c:pt idx="19564">
                  <c:v>36.950000000000003</c:v>
                </c:pt>
                <c:pt idx="19565">
                  <c:v>36.950000000000003</c:v>
                </c:pt>
                <c:pt idx="19566">
                  <c:v>36.950000000000003</c:v>
                </c:pt>
                <c:pt idx="19567">
                  <c:v>36.950000000000003</c:v>
                </c:pt>
                <c:pt idx="19568">
                  <c:v>36.950000000000003</c:v>
                </c:pt>
                <c:pt idx="19569">
                  <c:v>36.950000000000003</c:v>
                </c:pt>
                <c:pt idx="19570">
                  <c:v>36.9</c:v>
                </c:pt>
                <c:pt idx="19571">
                  <c:v>36.9</c:v>
                </c:pt>
                <c:pt idx="19572">
                  <c:v>36.9</c:v>
                </c:pt>
                <c:pt idx="19573">
                  <c:v>36.9</c:v>
                </c:pt>
                <c:pt idx="19574">
                  <c:v>36.9</c:v>
                </c:pt>
                <c:pt idx="19575">
                  <c:v>36.9</c:v>
                </c:pt>
                <c:pt idx="19576">
                  <c:v>36.9</c:v>
                </c:pt>
                <c:pt idx="19577">
                  <c:v>36.9</c:v>
                </c:pt>
                <c:pt idx="19578">
                  <c:v>36.9</c:v>
                </c:pt>
                <c:pt idx="19579">
                  <c:v>36.9</c:v>
                </c:pt>
                <c:pt idx="19580">
                  <c:v>36.9</c:v>
                </c:pt>
                <c:pt idx="19581">
                  <c:v>36.9</c:v>
                </c:pt>
                <c:pt idx="19582">
                  <c:v>36.9</c:v>
                </c:pt>
                <c:pt idx="19583">
                  <c:v>36.9</c:v>
                </c:pt>
                <c:pt idx="19584">
                  <c:v>36.9</c:v>
                </c:pt>
                <c:pt idx="19585">
                  <c:v>36.9</c:v>
                </c:pt>
                <c:pt idx="19586">
                  <c:v>36.85</c:v>
                </c:pt>
                <c:pt idx="19587">
                  <c:v>36.9</c:v>
                </c:pt>
                <c:pt idx="19588">
                  <c:v>36.9</c:v>
                </c:pt>
                <c:pt idx="19589">
                  <c:v>36.9</c:v>
                </c:pt>
                <c:pt idx="19590">
                  <c:v>36.9</c:v>
                </c:pt>
                <c:pt idx="19591">
                  <c:v>36.85</c:v>
                </c:pt>
                <c:pt idx="19592">
                  <c:v>36.85</c:v>
                </c:pt>
                <c:pt idx="19593">
                  <c:v>36.85</c:v>
                </c:pt>
                <c:pt idx="19594">
                  <c:v>36.85</c:v>
                </c:pt>
                <c:pt idx="19595">
                  <c:v>36.85</c:v>
                </c:pt>
                <c:pt idx="19596">
                  <c:v>36.85</c:v>
                </c:pt>
                <c:pt idx="19597">
                  <c:v>36.85</c:v>
                </c:pt>
                <c:pt idx="19598">
                  <c:v>36.85</c:v>
                </c:pt>
                <c:pt idx="19599">
                  <c:v>36.85</c:v>
                </c:pt>
                <c:pt idx="19600">
                  <c:v>36.85</c:v>
                </c:pt>
                <c:pt idx="19601">
                  <c:v>36.85</c:v>
                </c:pt>
                <c:pt idx="19602">
                  <c:v>36.85</c:v>
                </c:pt>
                <c:pt idx="19603">
                  <c:v>36.85</c:v>
                </c:pt>
                <c:pt idx="19604">
                  <c:v>36.85</c:v>
                </c:pt>
                <c:pt idx="19605">
                  <c:v>36.85</c:v>
                </c:pt>
                <c:pt idx="19606">
                  <c:v>36.85</c:v>
                </c:pt>
                <c:pt idx="19607">
                  <c:v>36.85</c:v>
                </c:pt>
                <c:pt idx="19608">
                  <c:v>36.85</c:v>
                </c:pt>
                <c:pt idx="19609">
                  <c:v>36.85</c:v>
                </c:pt>
                <c:pt idx="19610">
                  <c:v>36.85</c:v>
                </c:pt>
                <c:pt idx="19611">
                  <c:v>36.85</c:v>
                </c:pt>
                <c:pt idx="19612">
                  <c:v>36.85</c:v>
                </c:pt>
                <c:pt idx="19613">
                  <c:v>36.85</c:v>
                </c:pt>
                <c:pt idx="19614">
                  <c:v>36.85</c:v>
                </c:pt>
                <c:pt idx="19615">
                  <c:v>36.85</c:v>
                </c:pt>
                <c:pt idx="19616">
                  <c:v>36.85</c:v>
                </c:pt>
                <c:pt idx="19617">
                  <c:v>36.799999999999997</c:v>
                </c:pt>
                <c:pt idx="19618">
                  <c:v>36.799999999999997</c:v>
                </c:pt>
                <c:pt idx="19619">
                  <c:v>36.799999999999997</c:v>
                </c:pt>
                <c:pt idx="19620">
                  <c:v>36.799999999999997</c:v>
                </c:pt>
                <c:pt idx="19621">
                  <c:v>36.799999999999997</c:v>
                </c:pt>
                <c:pt idx="19622">
                  <c:v>36.799999999999997</c:v>
                </c:pt>
                <c:pt idx="19623">
                  <c:v>36.799999999999997</c:v>
                </c:pt>
                <c:pt idx="19624">
                  <c:v>36.799999999999997</c:v>
                </c:pt>
                <c:pt idx="19625">
                  <c:v>36.799999999999997</c:v>
                </c:pt>
                <c:pt idx="19626">
                  <c:v>36.799999999999997</c:v>
                </c:pt>
                <c:pt idx="19627">
                  <c:v>36.799999999999997</c:v>
                </c:pt>
                <c:pt idx="19628">
                  <c:v>36.799999999999997</c:v>
                </c:pt>
                <c:pt idx="19629">
                  <c:v>36.799999999999997</c:v>
                </c:pt>
                <c:pt idx="19630">
                  <c:v>36.799999999999997</c:v>
                </c:pt>
                <c:pt idx="19631">
                  <c:v>36.799999999999997</c:v>
                </c:pt>
                <c:pt idx="19632">
                  <c:v>36.799999999999997</c:v>
                </c:pt>
                <c:pt idx="19633">
                  <c:v>36.799999999999997</c:v>
                </c:pt>
                <c:pt idx="19634">
                  <c:v>36.799999999999997</c:v>
                </c:pt>
                <c:pt idx="19635">
                  <c:v>36.799999999999997</c:v>
                </c:pt>
                <c:pt idx="19636">
                  <c:v>36.799999999999997</c:v>
                </c:pt>
                <c:pt idx="19637">
                  <c:v>36.799999999999997</c:v>
                </c:pt>
                <c:pt idx="19638">
                  <c:v>36.799999999999997</c:v>
                </c:pt>
                <c:pt idx="19639">
                  <c:v>36.799999999999997</c:v>
                </c:pt>
                <c:pt idx="19640">
                  <c:v>36.799999999999997</c:v>
                </c:pt>
                <c:pt idx="19641">
                  <c:v>36.799999999999997</c:v>
                </c:pt>
                <c:pt idx="19642">
                  <c:v>36.799999999999997</c:v>
                </c:pt>
                <c:pt idx="19643">
                  <c:v>36.799999999999997</c:v>
                </c:pt>
                <c:pt idx="19644">
                  <c:v>36.799999999999997</c:v>
                </c:pt>
                <c:pt idx="19645">
                  <c:v>36.799999999999997</c:v>
                </c:pt>
                <c:pt idx="19646">
                  <c:v>36.799999999999997</c:v>
                </c:pt>
                <c:pt idx="19647">
                  <c:v>36.799999999999997</c:v>
                </c:pt>
                <c:pt idx="19648">
                  <c:v>36.799999999999997</c:v>
                </c:pt>
                <c:pt idx="19649">
                  <c:v>36.75</c:v>
                </c:pt>
                <c:pt idx="19650">
                  <c:v>36.75</c:v>
                </c:pt>
                <c:pt idx="19651">
                  <c:v>36.75</c:v>
                </c:pt>
                <c:pt idx="19652">
                  <c:v>36.75</c:v>
                </c:pt>
                <c:pt idx="19653">
                  <c:v>36.75</c:v>
                </c:pt>
                <c:pt idx="19654">
                  <c:v>36.75</c:v>
                </c:pt>
                <c:pt idx="19655">
                  <c:v>36.75</c:v>
                </c:pt>
                <c:pt idx="19656">
                  <c:v>36.75</c:v>
                </c:pt>
                <c:pt idx="19657">
                  <c:v>36.75</c:v>
                </c:pt>
                <c:pt idx="19658">
                  <c:v>36.75</c:v>
                </c:pt>
                <c:pt idx="19659">
                  <c:v>36.75</c:v>
                </c:pt>
                <c:pt idx="19660">
                  <c:v>36.75</c:v>
                </c:pt>
                <c:pt idx="19661">
                  <c:v>36.75</c:v>
                </c:pt>
                <c:pt idx="19662">
                  <c:v>36.75</c:v>
                </c:pt>
                <c:pt idx="19663">
                  <c:v>36.75</c:v>
                </c:pt>
                <c:pt idx="19664">
                  <c:v>36.75</c:v>
                </c:pt>
                <c:pt idx="19665">
                  <c:v>36.75</c:v>
                </c:pt>
                <c:pt idx="19666">
                  <c:v>36.75</c:v>
                </c:pt>
                <c:pt idx="19667">
                  <c:v>36.75</c:v>
                </c:pt>
                <c:pt idx="19668">
                  <c:v>36.75</c:v>
                </c:pt>
                <c:pt idx="19669">
                  <c:v>36.75</c:v>
                </c:pt>
                <c:pt idx="19670">
                  <c:v>36.75</c:v>
                </c:pt>
                <c:pt idx="19671">
                  <c:v>36.75</c:v>
                </c:pt>
                <c:pt idx="19672">
                  <c:v>36.75</c:v>
                </c:pt>
                <c:pt idx="19673">
                  <c:v>36.75</c:v>
                </c:pt>
                <c:pt idx="19674">
                  <c:v>36.75</c:v>
                </c:pt>
                <c:pt idx="19675">
                  <c:v>36.75</c:v>
                </c:pt>
                <c:pt idx="19676">
                  <c:v>36.700000000000003</c:v>
                </c:pt>
                <c:pt idx="19677">
                  <c:v>36.700000000000003</c:v>
                </c:pt>
                <c:pt idx="19678">
                  <c:v>36.700000000000003</c:v>
                </c:pt>
                <c:pt idx="19679">
                  <c:v>36.700000000000003</c:v>
                </c:pt>
                <c:pt idx="19680">
                  <c:v>36.700000000000003</c:v>
                </c:pt>
                <c:pt idx="19681">
                  <c:v>36.700000000000003</c:v>
                </c:pt>
                <c:pt idx="19682">
                  <c:v>36.700000000000003</c:v>
                </c:pt>
                <c:pt idx="19683">
                  <c:v>36.700000000000003</c:v>
                </c:pt>
                <c:pt idx="19684">
                  <c:v>36.700000000000003</c:v>
                </c:pt>
                <c:pt idx="19685">
                  <c:v>36.700000000000003</c:v>
                </c:pt>
                <c:pt idx="19686">
                  <c:v>36.700000000000003</c:v>
                </c:pt>
                <c:pt idx="19687">
                  <c:v>36.700000000000003</c:v>
                </c:pt>
                <c:pt idx="19688">
                  <c:v>36.700000000000003</c:v>
                </c:pt>
                <c:pt idx="19689">
                  <c:v>36.700000000000003</c:v>
                </c:pt>
                <c:pt idx="19690">
                  <c:v>36.700000000000003</c:v>
                </c:pt>
                <c:pt idx="19691">
                  <c:v>36.700000000000003</c:v>
                </c:pt>
                <c:pt idx="19692">
                  <c:v>36.700000000000003</c:v>
                </c:pt>
                <c:pt idx="19693">
                  <c:v>36.700000000000003</c:v>
                </c:pt>
                <c:pt idx="19694">
                  <c:v>36.700000000000003</c:v>
                </c:pt>
                <c:pt idx="19695">
                  <c:v>36.700000000000003</c:v>
                </c:pt>
                <c:pt idx="19696">
                  <c:v>36.700000000000003</c:v>
                </c:pt>
                <c:pt idx="19697">
                  <c:v>36.700000000000003</c:v>
                </c:pt>
                <c:pt idx="19698">
                  <c:v>36.700000000000003</c:v>
                </c:pt>
                <c:pt idx="19699">
                  <c:v>36.700000000000003</c:v>
                </c:pt>
                <c:pt idx="19700">
                  <c:v>36.700000000000003</c:v>
                </c:pt>
                <c:pt idx="19701">
                  <c:v>36.700000000000003</c:v>
                </c:pt>
                <c:pt idx="19702">
                  <c:v>36.700000000000003</c:v>
                </c:pt>
                <c:pt idx="19703">
                  <c:v>36.700000000000003</c:v>
                </c:pt>
                <c:pt idx="19704">
                  <c:v>36.700000000000003</c:v>
                </c:pt>
                <c:pt idx="19705">
                  <c:v>36.700000000000003</c:v>
                </c:pt>
                <c:pt idx="19706">
                  <c:v>36.700000000000003</c:v>
                </c:pt>
                <c:pt idx="19707">
                  <c:v>36.700000000000003</c:v>
                </c:pt>
                <c:pt idx="19708">
                  <c:v>36.700000000000003</c:v>
                </c:pt>
                <c:pt idx="19709">
                  <c:v>36.65</c:v>
                </c:pt>
                <c:pt idx="19710">
                  <c:v>36.700000000000003</c:v>
                </c:pt>
                <c:pt idx="19711">
                  <c:v>36.700000000000003</c:v>
                </c:pt>
                <c:pt idx="19712">
                  <c:v>36.65</c:v>
                </c:pt>
                <c:pt idx="19713">
                  <c:v>36.65</c:v>
                </c:pt>
                <c:pt idx="19714">
                  <c:v>36.65</c:v>
                </c:pt>
                <c:pt idx="19715">
                  <c:v>36.65</c:v>
                </c:pt>
                <c:pt idx="19716">
                  <c:v>36.65</c:v>
                </c:pt>
                <c:pt idx="19717">
                  <c:v>36.65</c:v>
                </c:pt>
                <c:pt idx="19718">
                  <c:v>36.65</c:v>
                </c:pt>
                <c:pt idx="19719">
                  <c:v>36.65</c:v>
                </c:pt>
                <c:pt idx="19720">
                  <c:v>36.65</c:v>
                </c:pt>
                <c:pt idx="19721">
                  <c:v>36.65</c:v>
                </c:pt>
                <c:pt idx="19722">
                  <c:v>36.65</c:v>
                </c:pt>
                <c:pt idx="19723">
                  <c:v>36.65</c:v>
                </c:pt>
                <c:pt idx="19724">
                  <c:v>36.65</c:v>
                </c:pt>
                <c:pt idx="19725">
                  <c:v>36.65</c:v>
                </c:pt>
                <c:pt idx="19726">
                  <c:v>36.65</c:v>
                </c:pt>
                <c:pt idx="19727">
                  <c:v>36.65</c:v>
                </c:pt>
                <c:pt idx="19728">
                  <c:v>36.65</c:v>
                </c:pt>
                <c:pt idx="19729">
                  <c:v>36.65</c:v>
                </c:pt>
                <c:pt idx="19730">
                  <c:v>36.65</c:v>
                </c:pt>
                <c:pt idx="19731">
                  <c:v>36.65</c:v>
                </c:pt>
                <c:pt idx="19732">
                  <c:v>36.65</c:v>
                </c:pt>
                <c:pt idx="19733">
                  <c:v>36.65</c:v>
                </c:pt>
                <c:pt idx="19734">
                  <c:v>36.65</c:v>
                </c:pt>
                <c:pt idx="19735">
                  <c:v>36.65</c:v>
                </c:pt>
                <c:pt idx="19736">
                  <c:v>36.6</c:v>
                </c:pt>
                <c:pt idx="19737">
                  <c:v>36.65</c:v>
                </c:pt>
                <c:pt idx="19738">
                  <c:v>36.6</c:v>
                </c:pt>
                <c:pt idx="19739">
                  <c:v>36.6</c:v>
                </c:pt>
                <c:pt idx="19740">
                  <c:v>36.6</c:v>
                </c:pt>
                <c:pt idx="19741">
                  <c:v>36.6</c:v>
                </c:pt>
                <c:pt idx="19742">
                  <c:v>36.6</c:v>
                </c:pt>
                <c:pt idx="19743">
                  <c:v>36.6</c:v>
                </c:pt>
                <c:pt idx="19744">
                  <c:v>36.6</c:v>
                </c:pt>
                <c:pt idx="19745">
                  <c:v>36.6</c:v>
                </c:pt>
                <c:pt idx="19746">
                  <c:v>36.6</c:v>
                </c:pt>
                <c:pt idx="19747">
                  <c:v>36.6</c:v>
                </c:pt>
                <c:pt idx="19748">
                  <c:v>36.6</c:v>
                </c:pt>
                <c:pt idx="19749">
                  <c:v>36.6</c:v>
                </c:pt>
                <c:pt idx="19750">
                  <c:v>36.6</c:v>
                </c:pt>
                <c:pt idx="19751">
                  <c:v>36.6</c:v>
                </c:pt>
                <c:pt idx="19752">
                  <c:v>36.6</c:v>
                </c:pt>
                <c:pt idx="19753">
                  <c:v>36.6</c:v>
                </c:pt>
                <c:pt idx="19754">
                  <c:v>36.6</c:v>
                </c:pt>
                <c:pt idx="19755">
                  <c:v>36.6</c:v>
                </c:pt>
                <c:pt idx="19756">
                  <c:v>36.6</c:v>
                </c:pt>
                <c:pt idx="19757">
                  <c:v>36.6</c:v>
                </c:pt>
                <c:pt idx="19758">
                  <c:v>36.6</c:v>
                </c:pt>
                <c:pt idx="19759">
                  <c:v>36.6</c:v>
                </c:pt>
                <c:pt idx="19760">
                  <c:v>36.6</c:v>
                </c:pt>
                <c:pt idx="19761">
                  <c:v>36.6</c:v>
                </c:pt>
                <c:pt idx="19762">
                  <c:v>36.6</c:v>
                </c:pt>
                <c:pt idx="19763">
                  <c:v>36.6</c:v>
                </c:pt>
                <c:pt idx="19764">
                  <c:v>36.6</c:v>
                </c:pt>
                <c:pt idx="19765">
                  <c:v>36.6</c:v>
                </c:pt>
                <c:pt idx="19766">
                  <c:v>36.549999999999997</c:v>
                </c:pt>
                <c:pt idx="19767">
                  <c:v>36.549999999999997</c:v>
                </c:pt>
                <c:pt idx="19768">
                  <c:v>36.549999999999997</c:v>
                </c:pt>
                <c:pt idx="19769">
                  <c:v>36.549999999999997</c:v>
                </c:pt>
                <c:pt idx="19770">
                  <c:v>36.549999999999997</c:v>
                </c:pt>
                <c:pt idx="19771">
                  <c:v>36.549999999999997</c:v>
                </c:pt>
                <c:pt idx="19772">
                  <c:v>36.549999999999997</c:v>
                </c:pt>
                <c:pt idx="19773">
                  <c:v>36.549999999999997</c:v>
                </c:pt>
                <c:pt idx="19774">
                  <c:v>36.549999999999997</c:v>
                </c:pt>
                <c:pt idx="19775">
                  <c:v>36.549999999999997</c:v>
                </c:pt>
                <c:pt idx="19776">
                  <c:v>36.549999999999997</c:v>
                </c:pt>
                <c:pt idx="19777">
                  <c:v>36.549999999999997</c:v>
                </c:pt>
                <c:pt idx="19778">
                  <c:v>36.549999999999997</c:v>
                </c:pt>
                <c:pt idx="19779">
                  <c:v>36.549999999999997</c:v>
                </c:pt>
                <c:pt idx="19780">
                  <c:v>36.549999999999997</c:v>
                </c:pt>
                <c:pt idx="19781">
                  <c:v>36.549999999999997</c:v>
                </c:pt>
                <c:pt idx="19782">
                  <c:v>36.549999999999997</c:v>
                </c:pt>
                <c:pt idx="19783">
                  <c:v>36.5</c:v>
                </c:pt>
                <c:pt idx="19784">
                  <c:v>36.5</c:v>
                </c:pt>
                <c:pt idx="19785">
                  <c:v>36.5</c:v>
                </c:pt>
                <c:pt idx="19786">
                  <c:v>36.5</c:v>
                </c:pt>
                <c:pt idx="19787">
                  <c:v>36.5</c:v>
                </c:pt>
                <c:pt idx="19788">
                  <c:v>36.5</c:v>
                </c:pt>
                <c:pt idx="19789">
                  <c:v>36.5</c:v>
                </c:pt>
                <c:pt idx="19790">
                  <c:v>36.5</c:v>
                </c:pt>
                <c:pt idx="19791">
                  <c:v>36.5</c:v>
                </c:pt>
                <c:pt idx="19792">
                  <c:v>36.5</c:v>
                </c:pt>
                <c:pt idx="19793">
                  <c:v>36.5</c:v>
                </c:pt>
                <c:pt idx="19794">
                  <c:v>36.5</c:v>
                </c:pt>
                <c:pt idx="19795">
                  <c:v>36.5</c:v>
                </c:pt>
                <c:pt idx="19796">
                  <c:v>36.5</c:v>
                </c:pt>
                <c:pt idx="19797">
                  <c:v>36.5</c:v>
                </c:pt>
                <c:pt idx="19798">
                  <c:v>36.5</c:v>
                </c:pt>
                <c:pt idx="19799">
                  <c:v>36.5</c:v>
                </c:pt>
                <c:pt idx="19800">
                  <c:v>36.5</c:v>
                </c:pt>
                <c:pt idx="19801">
                  <c:v>36.5</c:v>
                </c:pt>
                <c:pt idx="19802">
                  <c:v>36.5</c:v>
                </c:pt>
                <c:pt idx="19803">
                  <c:v>36.5</c:v>
                </c:pt>
                <c:pt idx="19804">
                  <c:v>36.5</c:v>
                </c:pt>
                <c:pt idx="19805">
                  <c:v>36.5</c:v>
                </c:pt>
                <c:pt idx="19806">
                  <c:v>36.5</c:v>
                </c:pt>
                <c:pt idx="19807">
                  <c:v>36.5</c:v>
                </c:pt>
                <c:pt idx="19808">
                  <c:v>36.5</c:v>
                </c:pt>
                <c:pt idx="19809">
                  <c:v>36.5</c:v>
                </c:pt>
                <c:pt idx="19810">
                  <c:v>36.5</c:v>
                </c:pt>
                <c:pt idx="19811">
                  <c:v>36.5</c:v>
                </c:pt>
                <c:pt idx="19812">
                  <c:v>36.5</c:v>
                </c:pt>
                <c:pt idx="19813">
                  <c:v>36.5</c:v>
                </c:pt>
                <c:pt idx="19814">
                  <c:v>36.5</c:v>
                </c:pt>
                <c:pt idx="19815">
                  <c:v>36.5</c:v>
                </c:pt>
                <c:pt idx="19816">
                  <c:v>36.5</c:v>
                </c:pt>
                <c:pt idx="19817">
                  <c:v>36.5</c:v>
                </c:pt>
                <c:pt idx="19818">
                  <c:v>36.5</c:v>
                </c:pt>
                <c:pt idx="19819">
                  <c:v>36.5</c:v>
                </c:pt>
                <c:pt idx="19820">
                  <c:v>36.5</c:v>
                </c:pt>
                <c:pt idx="19821">
                  <c:v>36.450000000000003</c:v>
                </c:pt>
                <c:pt idx="19822">
                  <c:v>36.5</c:v>
                </c:pt>
                <c:pt idx="19823">
                  <c:v>36.450000000000003</c:v>
                </c:pt>
                <c:pt idx="19824">
                  <c:v>36.450000000000003</c:v>
                </c:pt>
                <c:pt idx="19825">
                  <c:v>36.450000000000003</c:v>
                </c:pt>
                <c:pt idx="19826">
                  <c:v>36.450000000000003</c:v>
                </c:pt>
                <c:pt idx="19827">
                  <c:v>36.450000000000003</c:v>
                </c:pt>
                <c:pt idx="19828">
                  <c:v>36.450000000000003</c:v>
                </c:pt>
                <c:pt idx="19829">
                  <c:v>36.450000000000003</c:v>
                </c:pt>
                <c:pt idx="19830">
                  <c:v>36.450000000000003</c:v>
                </c:pt>
                <c:pt idx="19831">
                  <c:v>36.450000000000003</c:v>
                </c:pt>
                <c:pt idx="19832">
                  <c:v>36.450000000000003</c:v>
                </c:pt>
                <c:pt idx="19833">
                  <c:v>36.450000000000003</c:v>
                </c:pt>
                <c:pt idx="19834">
                  <c:v>36.450000000000003</c:v>
                </c:pt>
                <c:pt idx="19835">
                  <c:v>36.450000000000003</c:v>
                </c:pt>
                <c:pt idx="19836">
                  <c:v>36.450000000000003</c:v>
                </c:pt>
                <c:pt idx="19837">
                  <c:v>36.450000000000003</c:v>
                </c:pt>
                <c:pt idx="19838">
                  <c:v>36.450000000000003</c:v>
                </c:pt>
                <c:pt idx="19839">
                  <c:v>36.450000000000003</c:v>
                </c:pt>
                <c:pt idx="19840">
                  <c:v>36.450000000000003</c:v>
                </c:pt>
                <c:pt idx="19841">
                  <c:v>36.450000000000003</c:v>
                </c:pt>
                <c:pt idx="19842">
                  <c:v>36.450000000000003</c:v>
                </c:pt>
                <c:pt idx="19843">
                  <c:v>36.450000000000003</c:v>
                </c:pt>
                <c:pt idx="19844">
                  <c:v>36.450000000000003</c:v>
                </c:pt>
                <c:pt idx="19845">
                  <c:v>36.450000000000003</c:v>
                </c:pt>
                <c:pt idx="19846">
                  <c:v>36.4</c:v>
                </c:pt>
                <c:pt idx="19847">
                  <c:v>36.4</c:v>
                </c:pt>
                <c:pt idx="19848">
                  <c:v>36.4</c:v>
                </c:pt>
                <c:pt idx="19849">
                  <c:v>36.450000000000003</c:v>
                </c:pt>
                <c:pt idx="19850">
                  <c:v>36.4</c:v>
                </c:pt>
                <c:pt idx="19851">
                  <c:v>36.4</c:v>
                </c:pt>
                <c:pt idx="19852">
                  <c:v>36.4</c:v>
                </c:pt>
                <c:pt idx="19853">
                  <c:v>36.4</c:v>
                </c:pt>
                <c:pt idx="19854">
                  <c:v>36.4</c:v>
                </c:pt>
                <c:pt idx="19855">
                  <c:v>36.4</c:v>
                </c:pt>
                <c:pt idx="19856">
                  <c:v>36.4</c:v>
                </c:pt>
                <c:pt idx="19857">
                  <c:v>36.4</c:v>
                </c:pt>
                <c:pt idx="19858">
                  <c:v>36.4</c:v>
                </c:pt>
                <c:pt idx="19859">
                  <c:v>36.4</c:v>
                </c:pt>
                <c:pt idx="19860">
                  <c:v>36.4</c:v>
                </c:pt>
                <c:pt idx="19861">
                  <c:v>36.4</c:v>
                </c:pt>
                <c:pt idx="19862">
                  <c:v>36.4</c:v>
                </c:pt>
                <c:pt idx="19863">
                  <c:v>36.4</c:v>
                </c:pt>
                <c:pt idx="19864">
                  <c:v>36.4</c:v>
                </c:pt>
                <c:pt idx="19865">
                  <c:v>36.4</c:v>
                </c:pt>
                <c:pt idx="19866">
                  <c:v>36.4</c:v>
                </c:pt>
                <c:pt idx="19867">
                  <c:v>36.4</c:v>
                </c:pt>
                <c:pt idx="19868">
                  <c:v>36.4</c:v>
                </c:pt>
                <c:pt idx="19869">
                  <c:v>36.4</c:v>
                </c:pt>
                <c:pt idx="19870">
                  <c:v>36.4</c:v>
                </c:pt>
                <c:pt idx="19871">
                  <c:v>36.4</c:v>
                </c:pt>
                <c:pt idx="19872">
                  <c:v>36.35</c:v>
                </c:pt>
                <c:pt idx="19873">
                  <c:v>36.35</c:v>
                </c:pt>
                <c:pt idx="19874">
                  <c:v>36.35</c:v>
                </c:pt>
                <c:pt idx="19875">
                  <c:v>36.35</c:v>
                </c:pt>
                <c:pt idx="19876">
                  <c:v>36.35</c:v>
                </c:pt>
                <c:pt idx="19877">
                  <c:v>36.35</c:v>
                </c:pt>
                <c:pt idx="19878">
                  <c:v>36.35</c:v>
                </c:pt>
                <c:pt idx="19879">
                  <c:v>36.35</c:v>
                </c:pt>
                <c:pt idx="19880">
                  <c:v>36.35</c:v>
                </c:pt>
                <c:pt idx="19881">
                  <c:v>36.35</c:v>
                </c:pt>
                <c:pt idx="19882">
                  <c:v>36.35</c:v>
                </c:pt>
                <c:pt idx="19883">
                  <c:v>36.35</c:v>
                </c:pt>
                <c:pt idx="19884">
                  <c:v>36.35</c:v>
                </c:pt>
                <c:pt idx="19885">
                  <c:v>36.35</c:v>
                </c:pt>
                <c:pt idx="19886">
                  <c:v>36.35</c:v>
                </c:pt>
                <c:pt idx="19887">
                  <c:v>36.35</c:v>
                </c:pt>
                <c:pt idx="19888">
                  <c:v>36.35</c:v>
                </c:pt>
                <c:pt idx="19889">
                  <c:v>36.35</c:v>
                </c:pt>
                <c:pt idx="19890">
                  <c:v>36.35</c:v>
                </c:pt>
                <c:pt idx="19891">
                  <c:v>36.35</c:v>
                </c:pt>
                <c:pt idx="19892">
                  <c:v>36.35</c:v>
                </c:pt>
                <c:pt idx="19893">
                  <c:v>36.35</c:v>
                </c:pt>
                <c:pt idx="19894">
                  <c:v>36.35</c:v>
                </c:pt>
                <c:pt idx="19895">
                  <c:v>36.35</c:v>
                </c:pt>
                <c:pt idx="19896">
                  <c:v>36.35</c:v>
                </c:pt>
                <c:pt idx="19897">
                  <c:v>36.35</c:v>
                </c:pt>
                <c:pt idx="19898">
                  <c:v>36.35</c:v>
                </c:pt>
                <c:pt idx="19899">
                  <c:v>36.35</c:v>
                </c:pt>
                <c:pt idx="19900">
                  <c:v>36.35</c:v>
                </c:pt>
                <c:pt idx="19901">
                  <c:v>36.35</c:v>
                </c:pt>
                <c:pt idx="19902">
                  <c:v>36.299999999999997</c:v>
                </c:pt>
                <c:pt idx="19903">
                  <c:v>36.299999999999997</c:v>
                </c:pt>
                <c:pt idx="19904">
                  <c:v>36.299999999999997</c:v>
                </c:pt>
                <c:pt idx="19905">
                  <c:v>36.299999999999997</c:v>
                </c:pt>
                <c:pt idx="19906">
                  <c:v>36.299999999999997</c:v>
                </c:pt>
                <c:pt idx="19907">
                  <c:v>36.299999999999997</c:v>
                </c:pt>
                <c:pt idx="19908">
                  <c:v>36.299999999999997</c:v>
                </c:pt>
                <c:pt idx="19909">
                  <c:v>36.299999999999997</c:v>
                </c:pt>
                <c:pt idx="19910">
                  <c:v>36.299999999999997</c:v>
                </c:pt>
                <c:pt idx="19911">
                  <c:v>36.299999999999997</c:v>
                </c:pt>
                <c:pt idx="19912">
                  <c:v>36.299999999999997</c:v>
                </c:pt>
                <c:pt idx="19913">
                  <c:v>36.299999999999997</c:v>
                </c:pt>
                <c:pt idx="19914">
                  <c:v>36.299999999999997</c:v>
                </c:pt>
                <c:pt idx="19915">
                  <c:v>36.299999999999997</c:v>
                </c:pt>
                <c:pt idx="19916">
                  <c:v>36.299999999999997</c:v>
                </c:pt>
                <c:pt idx="19917">
                  <c:v>36.299999999999997</c:v>
                </c:pt>
                <c:pt idx="19918">
                  <c:v>36.299999999999997</c:v>
                </c:pt>
                <c:pt idx="19919">
                  <c:v>36.299999999999997</c:v>
                </c:pt>
                <c:pt idx="19920">
                  <c:v>36.299999999999997</c:v>
                </c:pt>
                <c:pt idx="19921">
                  <c:v>36.299999999999997</c:v>
                </c:pt>
                <c:pt idx="19922">
                  <c:v>36.299999999999997</c:v>
                </c:pt>
                <c:pt idx="19923">
                  <c:v>36.299999999999997</c:v>
                </c:pt>
                <c:pt idx="19924">
                  <c:v>36.299999999999997</c:v>
                </c:pt>
                <c:pt idx="19925">
                  <c:v>36.299999999999997</c:v>
                </c:pt>
                <c:pt idx="19926">
                  <c:v>36.299999999999997</c:v>
                </c:pt>
                <c:pt idx="19927">
                  <c:v>36.299999999999997</c:v>
                </c:pt>
                <c:pt idx="19928">
                  <c:v>36.299999999999997</c:v>
                </c:pt>
                <c:pt idx="19929">
                  <c:v>36.299999999999997</c:v>
                </c:pt>
                <c:pt idx="19930">
                  <c:v>36.299999999999997</c:v>
                </c:pt>
                <c:pt idx="19931">
                  <c:v>36.299999999999997</c:v>
                </c:pt>
                <c:pt idx="19932">
                  <c:v>36.299999999999997</c:v>
                </c:pt>
                <c:pt idx="19933">
                  <c:v>36.299999999999997</c:v>
                </c:pt>
                <c:pt idx="19934">
                  <c:v>36.299999999999997</c:v>
                </c:pt>
                <c:pt idx="19935">
                  <c:v>36.299999999999997</c:v>
                </c:pt>
                <c:pt idx="19936">
                  <c:v>36.299999999999997</c:v>
                </c:pt>
                <c:pt idx="19937">
                  <c:v>36.299999999999997</c:v>
                </c:pt>
                <c:pt idx="19938">
                  <c:v>36.299999999999997</c:v>
                </c:pt>
                <c:pt idx="19939">
                  <c:v>36.299999999999997</c:v>
                </c:pt>
                <c:pt idx="19940">
                  <c:v>36.299999999999997</c:v>
                </c:pt>
                <c:pt idx="19941">
                  <c:v>36.299999999999997</c:v>
                </c:pt>
                <c:pt idx="19942">
                  <c:v>36.25</c:v>
                </c:pt>
                <c:pt idx="19943">
                  <c:v>36.299999999999997</c:v>
                </c:pt>
                <c:pt idx="19944">
                  <c:v>36.25</c:v>
                </c:pt>
                <c:pt idx="19945">
                  <c:v>36.25</c:v>
                </c:pt>
                <c:pt idx="19946">
                  <c:v>36.25</c:v>
                </c:pt>
                <c:pt idx="19947">
                  <c:v>36.25</c:v>
                </c:pt>
                <c:pt idx="19948">
                  <c:v>36.25</c:v>
                </c:pt>
                <c:pt idx="19949">
                  <c:v>36.25</c:v>
                </c:pt>
                <c:pt idx="19950">
                  <c:v>36.25</c:v>
                </c:pt>
                <c:pt idx="19951">
                  <c:v>36.25</c:v>
                </c:pt>
                <c:pt idx="19952">
                  <c:v>36.25</c:v>
                </c:pt>
                <c:pt idx="19953">
                  <c:v>36.25</c:v>
                </c:pt>
                <c:pt idx="19954">
                  <c:v>36.25</c:v>
                </c:pt>
                <c:pt idx="19955">
                  <c:v>36.25</c:v>
                </c:pt>
                <c:pt idx="19956">
                  <c:v>36.25</c:v>
                </c:pt>
                <c:pt idx="19957">
                  <c:v>36.25</c:v>
                </c:pt>
                <c:pt idx="19958">
                  <c:v>36.25</c:v>
                </c:pt>
                <c:pt idx="19959">
                  <c:v>36.25</c:v>
                </c:pt>
                <c:pt idx="19960">
                  <c:v>36.25</c:v>
                </c:pt>
                <c:pt idx="19961">
                  <c:v>36.25</c:v>
                </c:pt>
                <c:pt idx="19962">
                  <c:v>36.25</c:v>
                </c:pt>
                <c:pt idx="19963">
                  <c:v>36.25</c:v>
                </c:pt>
                <c:pt idx="19964">
                  <c:v>36.25</c:v>
                </c:pt>
                <c:pt idx="19965">
                  <c:v>36.25</c:v>
                </c:pt>
                <c:pt idx="19966">
                  <c:v>36.25</c:v>
                </c:pt>
                <c:pt idx="19967">
                  <c:v>36.25</c:v>
                </c:pt>
                <c:pt idx="19968">
                  <c:v>36.25</c:v>
                </c:pt>
                <c:pt idx="19969">
                  <c:v>36.25</c:v>
                </c:pt>
                <c:pt idx="19970">
                  <c:v>36.25</c:v>
                </c:pt>
                <c:pt idx="19971">
                  <c:v>36.25</c:v>
                </c:pt>
                <c:pt idx="19972">
                  <c:v>36.25</c:v>
                </c:pt>
                <c:pt idx="19973">
                  <c:v>36.25</c:v>
                </c:pt>
                <c:pt idx="19974">
                  <c:v>36.25</c:v>
                </c:pt>
                <c:pt idx="19975">
                  <c:v>36.200000000000003</c:v>
                </c:pt>
                <c:pt idx="19976">
                  <c:v>36.200000000000003</c:v>
                </c:pt>
                <c:pt idx="19977">
                  <c:v>36.200000000000003</c:v>
                </c:pt>
                <c:pt idx="19978">
                  <c:v>36.200000000000003</c:v>
                </c:pt>
                <c:pt idx="19979">
                  <c:v>36.200000000000003</c:v>
                </c:pt>
                <c:pt idx="19980">
                  <c:v>36.200000000000003</c:v>
                </c:pt>
                <c:pt idx="19981">
                  <c:v>36.200000000000003</c:v>
                </c:pt>
                <c:pt idx="19982">
                  <c:v>36.200000000000003</c:v>
                </c:pt>
                <c:pt idx="19983">
                  <c:v>36.200000000000003</c:v>
                </c:pt>
                <c:pt idx="19984">
                  <c:v>36.200000000000003</c:v>
                </c:pt>
                <c:pt idx="19985">
                  <c:v>36.200000000000003</c:v>
                </c:pt>
                <c:pt idx="19986">
                  <c:v>36.200000000000003</c:v>
                </c:pt>
                <c:pt idx="19987">
                  <c:v>36.200000000000003</c:v>
                </c:pt>
                <c:pt idx="19988">
                  <c:v>36.200000000000003</c:v>
                </c:pt>
                <c:pt idx="19989">
                  <c:v>36.200000000000003</c:v>
                </c:pt>
                <c:pt idx="19990">
                  <c:v>36.200000000000003</c:v>
                </c:pt>
                <c:pt idx="19991">
                  <c:v>36.200000000000003</c:v>
                </c:pt>
                <c:pt idx="19992">
                  <c:v>36.200000000000003</c:v>
                </c:pt>
                <c:pt idx="19993">
                  <c:v>36.200000000000003</c:v>
                </c:pt>
                <c:pt idx="19994">
                  <c:v>36.200000000000003</c:v>
                </c:pt>
                <c:pt idx="19995">
                  <c:v>36.200000000000003</c:v>
                </c:pt>
                <c:pt idx="19996">
                  <c:v>36.200000000000003</c:v>
                </c:pt>
                <c:pt idx="19997">
                  <c:v>36.200000000000003</c:v>
                </c:pt>
                <c:pt idx="19998">
                  <c:v>36.200000000000003</c:v>
                </c:pt>
                <c:pt idx="19999">
                  <c:v>36.200000000000003</c:v>
                </c:pt>
                <c:pt idx="20000">
                  <c:v>36.200000000000003</c:v>
                </c:pt>
                <c:pt idx="20001">
                  <c:v>36.200000000000003</c:v>
                </c:pt>
                <c:pt idx="20002">
                  <c:v>36.200000000000003</c:v>
                </c:pt>
                <c:pt idx="20003">
                  <c:v>36.200000000000003</c:v>
                </c:pt>
                <c:pt idx="20004">
                  <c:v>36.200000000000003</c:v>
                </c:pt>
                <c:pt idx="20005">
                  <c:v>36.200000000000003</c:v>
                </c:pt>
                <c:pt idx="20006">
                  <c:v>36.200000000000003</c:v>
                </c:pt>
                <c:pt idx="20007">
                  <c:v>36.200000000000003</c:v>
                </c:pt>
                <c:pt idx="20008">
                  <c:v>36.15</c:v>
                </c:pt>
                <c:pt idx="20009">
                  <c:v>36.15</c:v>
                </c:pt>
                <c:pt idx="20010">
                  <c:v>36.15</c:v>
                </c:pt>
                <c:pt idx="20011">
                  <c:v>36.15</c:v>
                </c:pt>
                <c:pt idx="20012">
                  <c:v>36.15</c:v>
                </c:pt>
                <c:pt idx="20013">
                  <c:v>36.15</c:v>
                </c:pt>
                <c:pt idx="20014">
                  <c:v>36.15</c:v>
                </c:pt>
                <c:pt idx="20015">
                  <c:v>36.15</c:v>
                </c:pt>
                <c:pt idx="20016">
                  <c:v>36.15</c:v>
                </c:pt>
                <c:pt idx="20017">
                  <c:v>36.15</c:v>
                </c:pt>
                <c:pt idx="20018">
                  <c:v>36.15</c:v>
                </c:pt>
                <c:pt idx="20019">
                  <c:v>36.15</c:v>
                </c:pt>
                <c:pt idx="20020">
                  <c:v>36.15</c:v>
                </c:pt>
                <c:pt idx="20021">
                  <c:v>36.15</c:v>
                </c:pt>
                <c:pt idx="20022">
                  <c:v>36.15</c:v>
                </c:pt>
                <c:pt idx="20023">
                  <c:v>36.15</c:v>
                </c:pt>
                <c:pt idx="20024">
                  <c:v>36.15</c:v>
                </c:pt>
                <c:pt idx="20025">
                  <c:v>36.15</c:v>
                </c:pt>
                <c:pt idx="20026">
                  <c:v>36.15</c:v>
                </c:pt>
                <c:pt idx="20027">
                  <c:v>36.1</c:v>
                </c:pt>
                <c:pt idx="20028">
                  <c:v>36.1</c:v>
                </c:pt>
                <c:pt idx="20029">
                  <c:v>36.1</c:v>
                </c:pt>
                <c:pt idx="20030">
                  <c:v>36.1</c:v>
                </c:pt>
                <c:pt idx="20031">
                  <c:v>36.1</c:v>
                </c:pt>
                <c:pt idx="20032">
                  <c:v>36.1</c:v>
                </c:pt>
                <c:pt idx="20033">
                  <c:v>36.1</c:v>
                </c:pt>
                <c:pt idx="20034">
                  <c:v>36.1</c:v>
                </c:pt>
                <c:pt idx="20035">
                  <c:v>36.1</c:v>
                </c:pt>
                <c:pt idx="20036">
                  <c:v>36.1</c:v>
                </c:pt>
                <c:pt idx="20037">
                  <c:v>36.1</c:v>
                </c:pt>
                <c:pt idx="20038">
                  <c:v>36.1</c:v>
                </c:pt>
                <c:pt idx="20039">
                  <c:v>36.1</c:v>
                </c:pt>
                <c:pt idx="20040">
                  <c:v>36.1</c:v>
                </c:pt>
                <c:pt idx="20041">
                  <c:v>36.1</c:v>
                </c:pt>
                <c:pt idx="20042">
                  <c:v>36.1</c:v>
                </c:pt>
                <c:pt idx="20043">
                  <c:v>36.1</c:v>
                </c:pt>
                <c:pt idx="20044">
                  <c:v>36.1</c:v>
                </c:pt>
                <c:pt idx="20045">
                  <c:v>36.1</c:v>
                </c:pt>
                <c:pt idx="20046">
                  <c:v>36.1</c:v>
                </c:pt>
                <c:pt idx="20047">
                  <c:v>36.1</c:v>
                </c:pt>
                <c:pt idx="20048">
                  <c:v>36.1</c:v>
                </c:pt>
                <c:pt idx="20049">
                  <c:v>36.1</c:v>
                </c:pt>
                <c:pt idx="20050">
                  <c:v>36.1</c:v>
                </c:pt>
                <c:pt idx="20051">
                  <c:v>36.1</c:v>
                </c:pt>
                <c:pt idx="20052">
                  <c:v>36.1</c:v>
                </c:pt>
                <c:pt idx="20053">
                  <c:v>36.1</c:v>
                </c:pt>
                <c:pt idx="20054">
                  <c:v>36.1</c:v>
                </c:pt>
                <c:pt idx="20055">
                  <c:v>36.1</c:v>
                </c:pt>
                <c:pt idx="20056">
                  <c:v>36.1</c:v>
                </c:pt>
                <c:pt idx="20057">
                  <c:v>36.1</c:v>
                </c:pt>
                <c:pt idx="20058">
                  <c:v>36.049999999999997</c:v>
                </c:pt>
                <c:pt idx="20059">
                  <c:v>36.049999999999997</c:v>
                </c:pt>
                <c:pt idx="20060">
                  <c:v>36.049999999999997</c:v>
                </c:pt>
                <c:pt idx="20061">
                  <c:v>36.049999999999997</c:v>
                </c:pt>
                <c:pt idx="20062">
                  <c:v>36.049999999999997</c:v>
                </c:pt>
                <c:pt idx="20063">
                  <c:v>36.049999999999997</c:v>
                </c:pt>
                <c:pt idx="20064">
                  <c:v>36.049999999999997</c:v>
                </c:pt>
                <c:pt idx="20065">
                  <c:v>36.049999999999997</c:v>
                </c:pt>
                <c:pt idx="20066">
                  <c:v>36.049999999999997</c:v>
                </c:pt>
                <c:pt idx="20067">
                  <c:v>36.049999999999997</c:v>
                </c:pt>
                <c:pt idx="20068">
                  <c:v>36.049999999999997</c:v>
                </c:pt>
                <c:pt idx="20069">
                  <c:v>36.049999999999997</c:v>
                </c:pt>
                <c:pt idx="20070">
                  <c:v>36.049999999999997</c:v>
                </c:pt>
                <c:pt idx="20071">
                  <c:v>36.049999999999997</c:v>
                </c:pt>
                <c:pt idx="20072">
                  <c:v>36.049999999999997</c:v>
                </c:pt>
                <c:pt idx="20073">
                  <c:v>36.049999999999997</c:v>
                </c:pt>
                <c:pt idx="20074">
                  <c:v>36.049999999999997</c:v>
                </c:pt>
                <c:pt idx="20075">
                  <c:v>36.049999999999997</c:v>
                </c:pt>
                <c:pt idx="20076">
                  <c:v>36.049999999999997</c:v>
                </c:pt>
                <c:pt idx="20077">
                  <c:v>36.049999999999997</c:v>
                </c:pt>
                <c:pt idx="20078">
                  <c:v>36.049999999999997</c:v>
                </c:pt>
                <c:pt idx="20079">
                  <c:v>36.049999999999997</c:v>
                </c:pt>
                <c:pt idx="20080">
                  <c:v>36.049999999999997</c:v>
                </c:pt>
                <c:pt idx="20081">
                  <c:v>36.049999999999997</c:v>
                </c:pt>
                <c:pt idx="20082">
                  <c:v>36.049999999999997</c:v>
                </c:pt>
                <c:pt idx="20083">
                  <c:v>36.049999999999997</c:v>
                </c:pt>
                <c:pt idx="20084">
                  <c:v>36.049999999999997</c:v>
                </c:pt>
                <c:pt idx="20085">
                  <c:v>36.049999999999997</c:v>
                </c:pt>
                <c:pt idx="20086">
                  <c:v>36.049999999999997</c:v>
                </c:pt>
                <c:pt idx="20087">
                  <c:v>36.049999999999997</c:v>
                </c:pt>
                <c:pt idx="20088">
                  <c:v>36.049999999999997</c:v>
                </c:pt>
                <c:pt idx="20089">
                  <c:v>36.049999999999997</c:v>
                </c:pt>
                <c:pt idx="20090">
                  <c:v>36.049999999999997</c:v>
                </c:pt>
                <c:pt idx="20091">
                  <c:v>36.049999999999997</c:v>
                </c:pt>
                <c:pt idx="20092">
                  <c:v>36.049999999999997</c:v>
                </c:pt>
                <c:pt idx="20093">
                  <c:v>36.049999999999997</c:v>
                </c:pt>
                <c:pt idx="20094">
                  <c:v>36</c:v>
                </c:pt>
                <c:pt idx="20095">
                  <c:v>36</c:v>
                </c:pt>
                <c:pt idx="20096">
                  <c:v>36</c:v>
                </c:pt>
                <c:pt idx="20097">
                  <c:v>36</c:v>
                </c:pt>
                <c:pt idx="20098">
                  <c:v>36</c:v>
                </c:pt>
                <c:pt idx="20099">
                  <c:v>36</c:v>
                </c:pt>
                <c:pt idx="20100">
                  <c:v>36</c:v>
                </c:pt>
                <c:pt idx="20101">
                  <c:v>36</c:v>
                </c:pt>
                <c:pt idx="20102">
                  <c:v>36</c:v>
                </c:pt>
                <c:pt idx="20103">
                  <c:v>36</c:v>
                </c:pt>
                <c:pt idx="20104">
                  <c:v>36</c:v>
                </c:pt>
                <c:pt idx="20105">
                  <c:v>36</c:v>
                </c:pt>
                <c:pt idx="20106">
                  <c:v>36</c:v>
                </c:pt>
                <c:pt idx="20107">
                  <c:v>36</c:v>
                </c:pt>
                <c:pt idx="20108">
                  <c:v>36</c:v>
                </c:pt>
                <c:pt idx="20109">
                  <c:v>36</c:v>
                </c:pt>
                <c:pt idx="20110">
                  <c:v>36</c:v>
                </c:pt>
                <c:pt idx="20111">
                  <c:v>36</c:v>
                </c:pt>
                <c:pt idx="20112">
                  <c:v>36</c:v>
                </c:pt>
                <c:pt idx="20113">
                  <c:v>36</c:v>
                </c:pt>
                <c:pt idx="20114">
                  <c:v>36</c:v>
                </c:pt>
                <c:pt idx="20115">
                  <c:v>36</c:v>
                </c:pt>
                <c:pt idx="20116">
                  <c:v>36</c:v>
                </c:pt>
                <c:pt idx="20117">
                  <c:v>36</c:v>
                </c:pt>
                <c:pt idx="20118">
                  <c:v>36</c:v>
                </c:pt>
                <c:pt idx="20119">
                  <c:v>36</c:v>
                </c:pt>
                <c:pt idx="20120">
                  <c:v>36</c:v>
                </c:pt>
                <c:pt idx="20121">
                  <c:v>36</c:v>
                </c:pt>
                <c:pt idx="20122">
                  <c:v>36</c:v>
                </c:pt>
                <c:pt idx="20123">
                  <c:v>36</c:v>
                </c:pt>
                <c:pt idx="20124">
                  <c:v>36</c:v>
                </c:pt>
                <c:pt idx="20125">
                  <c:v>36</c:v>
                </c:pt>
                <c:pt idx="20126">
                  <c:v>36</c:v>
                </c:pt>
                <c:pt idx="20127">
                  <c:v>36</c:v>
                </c:pt>
                <c:pt idx="20128">
                  <c:v>36</c:v>
                </c:pt>
                <c:pt idx="20129">
                  <c:v>36</c:v>
                </c:pt>
                <c:pt idx="20130">
                  <c:v>36</c:v>
                </c:pt>
                <c:pt idx="20131">
                  <c:v>36</c:v>
                </c:pt>
                <c:pt idx="20132">
                  <c:v>36</c:v>
                </c:pt>
                <c:pt idx="20133">
                  <c:v>36</c:v>
                </c:pt>
                <c:pt idx="20134">
                  <c:v>36</c:v>
                </c:pt>
                <c:pt idx="20135">
                  <c:v>36</c:v>
                </c:pt>
                <c:pt idx="20136">
                  <c:v>36</c:v>
                </c:pt>
                <c:pt idx="20137">
                  <c:v>36</c:v>
                </c:pt>
                <c:pt idx="20138">
                  <c:v>35.950000000000003</c:v>
                </c:pt>
                <c:pt idx="20139">
                  <c:v>35.950000000000003</c:v>
                </c:pt>
                <c:pt idx="20140">
                  <c:v>35.950000000000003</c:v>
                </c:pt>
                <c:pt idx="20141">
                  <c:v>35.950000000000003</c:v>
                </c:pt>
                <c:pt idx="20142">
                  <c:v>35.950000000000003</c:v>
                </c:pt>
                <c:pt idx="20143">
                  <c:v>35.950000000000003</c:v>
                </c:pt>
                <c:pt idx="20144">
                  <c:v>35.950000000000003</c:v>
                </c:pt>
                <c:pt idx="20145">
                  <c:v>35.950000000000003</c:v>
                </c:pt>
                <c:pt idx="20146">
                  <c:v>35.950000000000003</c:v>
                </c:pt>
                <c:pt idx="20147">
                  <c:v>35.950000000000003</c:v>
                </c:pt>
                <c:pt idx="20148">
                  <c:v>35.950000000000003</c:v>
                </c:pt>
                <c:pt idx="20149">
                  <c:v>35.950000000000003</c:v>
                </c:pt>
                <c:pt idx="20150">
                  <c:v>35.950000000000003</c:v>
                </c:pt>
                <c:pt idx="20151">
                  <c:v>35.950000000000003</c:v>
                </c:pt>
                <c:pt idx="20152">
                  <c:v>35.950000000000003</c:v>
                </c:pt>
                <c:pt idx="20153">
                  <c:v>35.950000000000003</c:v>
                </c:pt>
                <c:pt idx="20154">
                  <c:v>35.950000000000003</c:v>
                </c:pt>
                <c:pt idx="20155">
                  <c:v>35.950000000000003</c:v>
                </c:pt>
                <c:pt idx="20156">
                  <c:v>35.950000000000003</c:v>
                </c:pt>
                <c:pt idx="20157">
                  <c:v>35.950000000000003</c:v>
                </c:pt>
                <c:pt idx="20158">
                  <c:v>35.950000000000003</c:v>
                </c:pt>
                <c:pt idx="20159">
                  <c:v>35.950000000000003</c:v>
                </c:pt>
                <c:pt idx="20160">
                  <c:v>35.950000000000003</c:v>
                </c:pt>
                <c:pt idx="20161">
                  <c:v>35.950000000000003</c:v>
                </c:pt>
                <c:pt idx="20162">
                  <c:v>35.950000000000003</c:v>
                </c:pt>
                <c:pt idx="20163">
                  <c:v>35.950000000000003</c:v>
                </c:pt>
                <c:pt idx="20164">
                  <c:v>35.950000000000003</c:v>
                </c:pt>
                <c:pt idx="20165">
                  <c:v>35.950000000000003</c:v>
                </c:pt>
                <c:pt idx="20166">
                  <c:v>35.950000000000003</c:v>
                </c:pt>
                <c:pt idx="20167">
                  <c:v>35.9</c:v>
                </c:pt>
                <c:pt idx="20168">
                  <c:v>35.9</c:v>
                </c:pt>
                <c:pt idx="20169">
                  <c:v>35.9</c:v>
                </c:pt>
                <c:pt idx="20170">
                  <c:v>35.9</c:v>
                </c:pt>
                <c:pt idx="20171">
                  <c:v>35.9</c:v>
                </c:pt>
                <c:pt idx="20172">
                  <c:v>35.9</c:v>
                </c:pt>
                <c:pt idx="20173">
                  <c:v>35.9</c:v>
                </c:pt>
                <c:pt idx="20174">
                  <c:v>35.9</c:v>
                </c:pt>
                <c:pt idx="20175">
                  <c:v>35.9</c:v>
                </c:pt>
                <c:pt idx="20176">
                  <c:v>35.9</c:v>
                </c:pt>
                <c:pt idx="20177">
                  <c:v>35.9</c:v>
                </c:pt>
                <c:pt idx="20178">
                  <c:v>35.9</c:v>
                </c:pt>
                <c:pt idx="20179">
                  <c:v>35.9</c:v>
                </c:pt>
                <c:pt idx="20180">
                  <c:v>35.9</c:v>
                </c:pt>
                <c:pt idx="20181">
                  <c:v>35.9</c:v>
                </c:pt>
                <c:pt idx="20182">
                  <c:v>35.9</c:v>
                </c:pt>
                <c:pt idx="20183">
                  <c:v>35.9</c:v>
                </c:pt>
                <c:pt idx="20184">
                  <c:v>35.9</c:v>
                </c:pt>
                <c:pt idx="20185">
                  <c:v>35.9</c:v>
                </c:pt>
                <c:pt idx="20186">
                  <c:v>35.9</c:v>
                </c:pt>
                <c:pt idx="20187">
                  <c:v>35.9</c:v>
                </c:pt>
                <c:pt idx="20188">
                  <c:v>35.9</c:v>
                </c:pt>
                <c:pt idx="20189">
                  <c:v>35.9</c:v>
                </c:pt>
                <c:pt idx="20190">
                  <c:v>35.9</c:v>
                </c:pt>
                <c:pt idx="20191">
                  <c:v>35.9</c:v>
                </c:pt>
                <c:pt idx="20192">
                  <c:v>35.9</c:v>
                </c:pt>
                <c:pt idx="20193">
                  <c:v>35.9</c:v>
                </c:pt>
                <c:pt idx="20194">
                  <c:v>35.85</c:v>
                </c:pt>
                <c:pt idx="20195">
                  <c:v>35.9</c:v>
                </c:pt>
                <c:pt idx="20196">
                  <c:v>35.9</c:v>
                </c:pt>
                <c:pt idx="20197">
                  <c:v>35.9</c:v>
                </c:pt>
                <c:pt idx="20198">
                  <c:v>35.9</c:v>
                </c:pt>
                <c:pt idx="20199">
                  <c:v>35.9</c:v>
                </c:pt>
                <c:pt idx="20200">
                  <c:v>35.9</c:v>
                </c:pt>
                <c:pt idx="20201">
                  <c:v>35.9</c:v>
                </c:pt>
                <c:pt idx="20202">
                  <c:v>35.9</c:v>
                </c:pt>
                <c:pt idx="20203">
                  <c:v>35.9</c:v>
                </c:pt>
                <c:pt idx="20204">
                  <c:v>35.9</c:v>
                </c:pt>
                <c:pt idx="20205">
                  <c:v>35.9</c:v>
                </c:pt>
                <c:pt idx="20206">
                  <c:v>35.85</c:v>
                </c:pt>
                <c:pt idx="20207">
                  <c:v>35.85</c:v>
                </c:pt>
                <c:pt idx="20208">
                  <c:v>35.85</c:v>
                </c:pt>
                <c:pt idx="20209">
                  <c:v>35.85</c:v>
                </c:pt>
                <c:pt idx="20210">
                  <c:v>35.85</c:v>
                </c:pt>
                <c:pt idx="20211">
                  <c:v>35.85</c:v>
                </c:pt>
                <c:pt idx="20212">
                  <c:v>35.85</c:v>
                </c:pt>
                <c:pt idx="20213">
                  <c:v>35.85</c:v>
                </c:pt>
                <c:pt idx="20214">
                  <c:v>35.85</c:v>
                </c:pt>
                <c:pt idx="20215">
                  <c:v>35.85</c:v>
                </c:pt>
                <c:pt idx="20216">
                  <c:v>35.85</c:v>
                </c:pt>
                <c:pt idx="20217">
                  <c:v>35.85</c:v>
                </c:pt>
                <c:pt idx="20218">
                  <c:v>35.85</c:v>
                </c:pt>
                <c:pt idx="20219">
                  <c:v>35.85</c:v>
                </c:pt>
                <c:pt idx="20220">
                  <c:v>35.85</c:v>
                </c:pt>
                <c:pt idx="20221">
                  <c:v>35.85</c:v>
                </c:pt>
                <c:pt idx="20222">
                  <c:v>35.85</c:v>
                </c:pt>
                <c:pt idx="20223">
                  <c:v>35.85</c:v>
                </c:pt>
                <c:pt idx="20224">
                  <c:v>35.85</c:v>
                </c:pt>
                <c:pt idx="20225">
                  <c:v>35.85</c:v>
                </c:pt>
                <c:pt idx="20226">
                  <c:v>35.85</c:v>
                </c:pt>
                <c:pt idx="20227">
                  <c:v>35.85</c:v>
                </c:pt>
                <c:pt idx="20228">
                  <c:v>35.85</c:v>
                </c:pt>
                <c:pt idx="20229">
                  <c:v>35.85</c:v>
                </c:pt>
                <c:pt idx="20230">
                  <c:v>35.85</c:v>
                </c:pt>
                <c:pt idx="20231">
                  <c:v>35.85</c:v>
                </c:pt>
                <c:pt idx="20232">
                  <c:v>35.85</c:v>
                </c:pt>
                <c:pt idx="20233">
                  <c:v>35.85</c:v>
                </c:pt>
                <c:pt idx="20234">
                  <c:v>35.85</c:v>
                </c:pt>
                <c:pt idx="20235">
                  <c:v>35.85</c:v>
                </c:pt>
                <c:pt idx="20236">
                  <c:v>35.85</c:v>
                </c:pt>
                <c:pt idx="20237">
                  <c:v>35.85</c:v>
                </c:pt>
                <c:pt idx="20238">
                  <c:v>35.799999999999997</c:v>
                </c:pt>
                <c:pt idx="20239">
                  <c:v>35.799999999999997</c:v>
                </c:pt>
                <c:pt idx="20240">
                  <c:v>35.799999999999997</c:v>
                </c:pt>
                <c:pt idx="20241">
                  <c:v>35.799999999999997</c:v>
                </c:pt>
                <c:pt idx="20242">
                  <c:v>35.799999999999997</c:v>
                </c:pt>
                <c:pt idx="20243">
                  <c:v>35.799999999999997</c:v>
                </c:pt>
                <c:pt idx="20244">
                  <c:v>35.799999999999997</c:v>
                </c:pt>
                <c:pt idx="20245">
                  <c:v>35.799999999999997</c:v>
                </c:pt>
                <c:pt idx="20246">
                  <c:v>35.799999999999997</c:v>
                </c:pt>
                <c:pt idx="20247">
                  <c:v>35.799999999999997</c:v>
                </c:pt>
                <c:pt idx="20248">
                  <c:v>35.799999999999997</c:v>
                </c:pt>
                <c:pt idx="20249">
                  <c:v>35.799999999999997</c:v>
                </c:pt>
                <c:pt idx="20250">
                  <c:v>35.799999999999997</c:v>
                </c:pt>
                <c:pt idx="20251">
                  <c:v>35.799999999999997</c:v>
                </c:pt>
                <c:pt idx="20252">
                  <c:v>35.799999999999997</c:v>
                </c:pt>
                <c:pt idx="20253">
                  <c:v>35.799999999999997</c:v>
                </c:pt>
                <c:pt idx="20254">
                  <c:v>35.799999999999997</c:v>
                </c:pt>
                <c:pt idx="20255">
                  <c:v>35.799999999999997</c:v>
                </c:pt>
                <c:pt idx="20256">
                  <c:v>35.799999999999997</c:v>
                </c:pt>
                <c:pt idx="20257">
                  <c:v>35.799999999999997</c:v>
                </c:pt>
                <c:pt idx="20258">
                  <c:v>35.799999999999997</c:v>
                </c:pt>
                <c:pt idx="20259">
                  <c:v>35.799999999999997</c:v>
                </c:pt>
                <c:pt idx="20260">
                  <c:v>35.799999999999997</c:v>
                </c:pt>
                <c:pt idx="20261">
                  <c:v>35.799999999999997</c:v>
                </c:pt>
                <c:pt idx="20262">
                  <c:v>35.799999999999997</c:v>
                </c:pt>
                <c:pt idx="20263">
                  <c:v>35.799999999999997</c:v>
                </c:pt>
                <c:pt idx="20264">
                  <c:v>35.75</c:v>
                </c:pt>
                <c:pt idx="20265">
                  <c:v>35.75</c:v>
                </c:pt>
                <c:pt idx="20266">
                  <c:v>35.75</c:v>
                </c:pt>
                <c:pt idx="20267">
                  <c:v>35.75</c:v>
                </c:pt>
                <c:pt idx="20268">
                  <c:v>35.75</c:v>
                </c:pt>
                <c:pt idx="20269">
                  <c:v>35.75</c:v>
                </c:pt>
                <c:pt idx="20270">
                  <c:v>35.75</c:v>
                </c:pt>
                <c:pt idx="20271">
                  <c:v>35.75</c:v>
                </c:pt>
                <c:pt idx="20272">
                  <c:v>35.75</c:v>
                </c:pt>
                <c:pt idx="20273">
                  <c:v>35.75</c:v>
                </c:pt>
                <c:pt idx="20274">
                  <c:v>35.75</c:v>
                </c:pt>
                <c:pt idx="20275">
                  <c:v>35.75</c:v>
                </c:pt>
                <c:pt idx="20276">
                  <c:v>35.75</c:v>
                </c:pt>
                <c:pt idx="20277">
                  <c:v>35.75</c:v>
                </c:pt>
                <c:pt idx="20278">
                  <c:v>35.75</c:v>
                </c:pt>
                <c:pt idx="20279">
                  <c:v>35.75</c:v>
                </c:pt>
                <c:pt idx="20280">
                  <c:v>35.75</c:v>
                </c:pt>
                <c:pt idx="20281">
                  <c:v>35.75</c:v>
                </c:pt>
                <c:pt idx="20282">
                  <c:v>35.75</c:v>
                </c:pt>
                <c:pt idx="20283">
                  <c:v>35.75</c:v>
                </c:pt>
                <c:pt idx="20284">
                  <c:v>35.75</c:v>
                </c:pt>
                <c:pt idx="20285">
                  <c:v>35.75</c:v>
                </c:pt>
                <c:pt idx="20286">
                  <c:v>35.75</c:v>
                </c:pt>
                <c:pt idx="20287">
                  <c:v>35.75</c:v>
                </c:pt>
                <c:pt idx="20288">
                  <c:v>35.75</c:v>
                </c:pt>
                <c:pt idx="20289">
                  <c:v>35.75</c:v>
                </c:pt>
                <c:pt idx="20290">
                  <c:v>35.75</c:v>
                </c:pt>
                <c:pt idx="20291">
                  <c:v>35.75</c:v>
                </c:pt>
                <c:pt idx="20292">
                  <c:v>35.75</c:v>
                </c:pt>
                <c:pt idx="20293">
                  <c:v>35.75</c:v>
                </c:pt>
                <c:pt idx="20294">
                  <c:v>35.75</c:v>
                </c:pt>
                <c:pt idx="20295">
                  <c:v>35.75</c:v>
                </c:pt>
                <c:pt idx="20296">
                  <c:v>35.75</c:v>
                </c:pt>
                <c:pt idx="20297">
                  <c:v>35.75</c:v>
                </c:pt>
                <c:pt idx="20298">
                  <c:v>35.700000000000003</c:v>
                </c:pt>
                <c:pt idx="20299">
                  <c:v>35.700000000000003</c:v>
                </c:pt>
                <c:pt idx="20300">
                  <c:v>35.700000000000003</c:v>
                </c:pt>
                <c:pt idx="20301">
                  <c:v>35.700000000000003</c:v>
                </c:pt>
                <c:pt idx="20302">
                  <c:v>35.700000000000003</c:v>
                </c:pt>
                <c:pt idx="20303">
                  <c:v>35.700000000000003</c:v>
                </c:pt>
                <c:pt idx="20304">
                  <c:v>35.700000000000003</c:v>
                </c:pt>
                <c:pt idx="20305">
                  <c:v>35.700000000000003</c:v>
                </c:pt>
                <c:pt idx="20306">
                  <c:v>35.700000000000003</c:v>
                </c:pt>
                <c:pt idx="20307">
                  <c:v>35.700000000000003</c:v>
                </c:pt>
                <c:pt idx="20308">
                  <c:v>35.700000000000003</c:v>
                </c:pt>
                <c:pt idx="20309">
                  <c:v>35.700000000000003</c:v>
                </c:pt>
                <c:pt idx="20310">
                  <c:v>35.700000000000003</c:v>
                </c:pt>
                <c:pt idx="20311">
                  <c:v>35.700000000000003</c:v>
                </c:pt>
                <c:pt idx="20312">
                  <c:v>35.700000000000003</c:v>
                </c:pt>
                <c:pt idx="20313">
                  <c:v>35.700000000000003</c:v>
                </c:pt>
                <c:pt idx="20314">
                  <c:v>35.700000000000003</c:v>
                </c:pt>
                <c:pt idx="20315">
                  <c:v>35.700000000000003</c:v>
                </c:pt>
                <c:pt idx="20316">
                  <c:v>35.700000000000003</c:v>
                </c:pt>
                <c:pt idx="20317">
                  <c:v>35.700000000000003</c:v>
                </c:pt>
                <c:pt idx="20318">
                  <c:v>35.700000000000003</c:v>
                </c:pt>
                <c:pt idx="20319">
                  <c:v>35.700000000000003</c:v>
                </c:pt>
                <c:pt idx="20320">
                  <c:v>35.700000000000003</c:v>
                </c:pt>
                <c:pt idx="20321">
                  <c:v>35.700000000000003</c:v>
                </c:pt>
                <c:pt idx="20322">
                  <c:v>35.700000000000003</c:v>
                </c:pt>
                <c:pt idx="20323">
                  <c:v>35.700000000000003</c:v>
                </c:pt>
                <c:pt idx="20324">
                  <c:v>35.700000000000003</c:v>
                </c:pt>
                <c:pt idx="20325">
                  <c:v>35.700000000000003</c:v>
                </c:pt>
                <c:pt idx="20326">
                  <c:v>35.700000000000003</c:v>
                </c:pt>
                <c:pt idx="20327">
                  <c:v>35.700000000000003</c:v>
                </c:pt>
                <c:pt idx="20328">
                  <c:v>35.700000000000003</c:v>
                </c:pt>
                <c:pt idx="20329">
                  <c:v>35.65</c:v>
                </c:pt>
                <c:pt idx="20330">
                  <c:v>35.65</c:v>
                </c:pt>
                <c:pt idx="20331">
                  <c:v>35.65</c:v>
                </c:pt>
                <c:pt idx="20332">
                  <c:v>35.65</c:v>
                </c:pt>
                <c:pt idx="20333">
                  <c:v>35.700000000000003</c:v>
                </c:pt>
                <c:pt idx="20334">
                  <c:v>35.700000000000003</c:v>
                </c:pt>
                <c:pt idx="20335">
                  <c:v>35.65</c:v>
                </c:pt>
                <c:pt idx="20336">
                  <c:v>35.700000000000003</c:v>
                </c:pt>
                <c:pt idx="20337">
                  <c:v>35.65</c:v>
                </c:pt>
                <c:pt idx="20338">
                  <c:v>35.65</c:v>
                </c:pt>
                <c:pt idx="20339">
                  <c:v>35.65</c:v>
                </c:pt>
                <c:pt idx="20340">
                  <c:v>35.700000000000003</c:v>
                </c:pt>
                <c:pt idx="20341">
                  <c:v>35.65</c:v>
                </c:pt>
                <c:pt idx="20342">
                  <c:v>35.700000000000003</c:v>
                </c:pt>
                <c:pt idx="20343">
                  <c:v>35.65</c:v>
                </c:pt>
                <c:pt idx="20344">
                  <c:v>35.65</c:v>
                </c:pt>
                <c:pt idx="20345">
                  <c:v>35.65</c:v>
                </c:pt>
                <c:pt idx="20346">
                  <c:v>35.65</c:v>
                </c:pt>
                <c:pt idx="20347">
                  <c:v>35.65</c:v>
                </c:pt>
                <c:pt idx="20348">
                  <c:v>35.65</c:v>
                </c:pt>
                <c:pt idx="20349">
                  <c:v>35.65</c:v>
                </c:pt>
                <c:pt idx="20350">
                  <c:v>35.65</c:v>
                </c:pt>
                <c:pt idx="20351">
                  <c:v>35.65</c:v>
                </c:pt>
                <c:pt idx="20352">
                  <c:v>35.65</c:v>
                </c:pt>
                <c:pt idx="20353">
                  <c:v>35.65</c:v>
                </c:pt>
                <c:pt idx="20354">
                  <c:v>35.65</c:v>
                </c:pt>
                <c:pt idx="20355">
                  <c:v>35.65</c:v>
                </c:pt>
                <c:pt idx="20356">
                  <c:v>35.65</c:v>
                </c:pt>
                <c:pt idx="20357">
                  <c:v>35.65</c:v>
                </c:pt>
                <c:pt idx="20358">
                  <c:v>35.65</c:v>
                </c:pt>
                <c:pt idx="20359">
                  <c:v>35.65</c:v>
                </c:pt>
                <c:pt idx="20360">
                  <c:v>35.65</c:v>
                </c:pt>
                <c:pt idx="20361">
                  <c:v>35.65</c:v>
                </c:pt>
                <c:pt idx="20362">
                  <c:v>35.65</c:v>
                </c:pt>
                <c:pt idx="20363">
                  <c:v>35.65</c:v>
                </c:pt>
                <c:pt idx="20364">
                  <c:v>35.65</c:v>
                </c:pt>
                <c:pt idx="20365">
                  <c:v>35.65</c:v>
                </c:pt>
                <c:pt idx="20366">
                  <c:v>35.6</c:v>
                </c:pt>
                <c:pt idx="20367">
                  <c:v>35.6</c:v>
                </c:pt>
                <c:pt idx="20368">
                  <c:v>35.6</c:v>
                </c:pt>
                <c:pt idx="20369">
                  <c:v>35.6</c:v>
                </c:pt>
                <c:pt idx="20370">
                  <c:v>35.6</c:v>
                </c:pt>
                <c:pt idx="20371">
                  <c:v>35.6</c:v>
                </c:pt>
                <c:pt idx="20372">
                  <c:v>35.6</c:v>
                </c:pt>
                <c:pt idx="20373">
                  <c:v>35.6</c:v>
                </c:pt>
                <c:pt idx="20374">
                  <c:v>35.6</c:v>
                </c:pt>
                <c:pt idx="20375">
                  <c:v>35.6</c:v>
                </c:pt>
                <c:pt idx="20376">
                  <c:v>35.6</c:v>
                </c:pt>
                <c:pt idx="20377">
                  <c:v>35.6</c:v>
                </c:pt>
                <c:pt idx="20378">
                  <c:v>35.6</c:v>
                </c:pt>
                <c:pt idx="20379">
                  <c:v>35.6</c:v>
                </c:pt>
                <c:pt idx="20380">
                  <c:v>35.6</c:v>
                </c:pt>
                <c:pt idx="20381">
                  <c:v>35.6</c:v>
                </c:pt>
                <c:pt idx="20382">
                  <c:v>35.6</c:v>
                </c:pt>
                <c:pt idx="20383">
                  <c:v>35.6</c:v>
                </c:pt>
                <c:pt idx="20384">
                  <c:v>35.6</c:v>
                </c:pt>
                <c:pt idx="20385">
                  <c:v>35.6</c:v>
                </c:pt>
                <c:pt idx="20386">
                  <c:v>35.6</c:v>
                </c:pt>
                <c:pt idx="20387">
                  <c:v>35.6</c:v>
                </c:pt>
                <c:pt idx="20388">
                  <c:v>35.6</c:v>
                </c:pt>
                <c:pt idx="20389">
                  <c:v>35.6</c:v>
                </c:pt>
                <c:pt idx="20390">
                  <c:v>35.6</c:v>
                </c:pt>
                <c:pt idx="20391">
                  <c:v>35.6</c:v>
                </c:pt>
                <c:pt idx="20392">
                  <c:v>35.6</c:v>
                </c:pt>
                <c:pt idx="20393">
                  <c:v>35.6</c:v>
                </c:pt>
                <c:pt idx="20394">
                  <c:v>35.6</c:v>
                </c:pt>
                <c:pt idx="20395">
                  <c:v>35.6</c:v>
                </c:pt>
                <c:pt idx="20396">
                  <c:v>35.6</c:v>
                </c:pt>
                <c:pt idx="20397">
                  <c:v>35.6</c:v>
                </c:pt>
                <c:pt idx="20398">
                  <c:v>35.6</c:v>
                </c:pt>
                <c:pt idx="20399">
                  <c:v>35.6</c:v>
                </c:pt>
                <c:pt idx="20400">
                  <c:v>35.6</c:v>
                </c:pt>
                <c:pt idx="20401">
                  <c:v>35.6</c:v>
                </c:pt>
                <c:pt idx="20402">
                  <c:v>35.6</c:v>
                </c:pt>
                <c:pt idx="20403">
                  <c:v>35.549999999999997</c:v>
                </c:pt>
                <c:pt idx="20404">
                  <c:v>35.549999999999997</c:v>
                </c:pt>
                <c:pt idx="20405">
                  <c:v>35.549999999999997</c:v>
                </c:pt>
                <c:pt idx="20406">
                  <c:v>35.549999999999997</c:v>
                </c:pt>
                <c:pt idx="20407">
                  <c:v>35.549999999999997</c:v>
                </c:pt>
                <c:pt idx="20408">
                  <c:v>35.549999999999997</c:v>
                </c:pt>
                <c:pt idx="20409">
                  <c:v>35.549999999999997</c:v>
                </c:pt>
                <c:pt idx="20410">
                  <c:v>35.549999999999997</c:v>
                </c:pt>
                <c:pt idx="20411">
                  <c:v>35.549999999999997</c:v>
                </c:pt>
                <c:pt idx="20412">
                  <c:v>35.549999999999997</c:v>
                </c:pt>
                <c:pt idx="20413">
                  <c:v>35.549999999999997</c:v>
                </c:pt>
                <c:pt idx="20414">
                  <c:v>35.549999999999997</c:v>
                </c:pt>
                <c:pt idx="20415">
                  <c:v>35.549999999999997</c:v>
                </c:pt>
                <c:pt idx="20416">
                  <c:v>35.549999999999997</c:v>
                </c:pt>
                <c:pt idx="20417">
                  <c:v>35.549999999999997</c:v>
                </c:pt>
                <c:pt idx="20418">
                  <c:v>35.549999999999997</c:v>
                </c:pt>
                <c:pt idx="20419">
                  <c:v>35.549999999999997</c:v>
                </c:pt>
                <c:pt idx="20420">
                  <c:v>35.549999999999997</c:v>
                </c:pt>
                <c:pt idx="20421">
                  <c:v>35.549999999999997</c:v>
                </c:pt>
                <c:pt idx="20422">
                  <c:v>35.549999999999997</c:v>
                </c:pt>
                <c:pt idx="20423">
                  <c:v>35.549999999999997</c:v>
                </c:pt>
                <c:pt idx="20424">
                  <c:v>35.549999999999997</c:v>
                </c:pt>
                <c:pt idx="20425">
                  <c:v>35.549999999999997</c:v>
                </c:pt>
                <c:pt idx="20426">
                  <c:v>35.549999999999997</c:v>
                </c:pt>
                <c:pt idx="20427">
                  <c:v>35.549999999999997</c:v>
                </c:pt>
                <c:pt idx="20428">
                  <c:v>35.549999999999997</c:v>
                </c:pt>
                <c:pt idx="20429">
                  <c:v>35.549999999999997</c:v>
                </c:pt>
                <c:pt idx="20430">
                  <c:v>35.549999999999997</c:v>
                </c:pt>
                <c:pt idx="20431">
                  <c:v>35.5</c:v>
                </c:pt>
                <c:pt idx="20432">
                  <c:v>35.5</c:v>
                </c:pt>
                <c:pt idx="20433">
                  <c:v>35.5</c:v>
                </c:pt>
                <c:pt idx="20434">
                  <c:v>35.5</c:v>
                </c:pt>
                <c:pt idx="20435">
                  <c:v>35.5</c:v>
                </c:pt>
                <c:pt idx="20436">
                  <c:v>35.5</c:v>
                </c:pt>
                <c:pt idx="20437">
                  <c:v>35.5</c:v>
                </c:pt>
                <c:pt idx="20438">
                  <c:v>35.5</c:v>
                </c:pt>
                <c:pt idx="20439">
                  <c:v>35.5</c:v>
                </c:pt>
                <c:pt idx="20440">
                  <c:v>35.5</c:v>
                </c:pt>
                <c:pt idx="20441">
                  <c:v>35.5</c:v>
                </c:pt>
                <c:pt idx="20442">
                  <c:v>35.5</c:v>
                </c:pt>
                <c:pt idx="20443">
                  <c:v>35.5</c:v>
                </c:pt>
                <c:pt idx="20444">
                  <c:v>35.5</c:v>
                </c:pt>
                <c:pt idx="20445">
                  <c:v>35.5</c:v>
                </c:pt>
                <c:pt idx="20446">
                  <c:v>35.5</c:v>
                </c:pt>
                <c:pt idx="20447">
                  <c:v>35.5</c:v>
                </c:pt>
                <c:pt idx="20448">
                  <c:v>35.5</c:v>
                </c:pt>
                <c:pt idx="20449">
                  <c:v>35.5</c:v>
                </c:pt>
                <c:pt idx="20450">
                  <c:v>35.5</c:v>
                </c:pt>
                <c:pt idx="20451">
                  <c:v>35.5</c:v>
                </c:pt>
                <c:pt idx="20452">
                  <c:v>35.5</c:v>
                </c:pt>
                <c:pt idx="20453">
                  <c:v>35.5</c:v>
                </c:pt>
                <c:pt idx="20454">
                  <c:v>35.5</c:v>
                </c:pt>
                <c:pt idx="20455">
                  <c:v>35.5</c:v>
                </c:pt>
                <c:pt idx="20456">
                  <c:v>35.5</c:v>
                </c:pt>
                <c:pt idx="20457">
                  <c:v>35.5</c:v>
                </c:pt>
                <c:pt idx="20458">
                  <c:v>35.5</c:v>
                </c:pt>
                <c:pt idx="20459">
                  <c:v>35.5</c:v>
                </c:pt>
                <c:pt idx="20460">
                  <c:v>35.5</c:v>
                </c:pt>
                <c:pt idx="20461">
                  <c:v>35.5</c:v>
                </c:pt>
                <c:pt idx="20462">
                  <c:v>35.5</c:v>
                </c:pt>
                <c:pt idx="20463">
                  <c:v>35.450000000000003</c:v>
                </c:pt>
                <c:pt idx="20464">
                  <c:v>35.450000000000003</c:v>
                </c:pt>
                <c:pt idx="20465">
                  <c:v>35.450000000000003</c:v>
                </c:pt>
                <c:pt idx="20466">
                  <c:v>35.450000000000003</c:v>
                </c:pt>
                <c:pt idx="20467">
                  <c:v>35.450000000000003</c:v>
                </c:pt>
                <c:pt idx="20468">
                  <c:v>35.450000000000003</c:v>
                </c:pt>
                <c:pt idx="20469">
                  <c:v>35.450000000000003</c:v>
                </c:pt>
                <c:pt idx="20470">
                  <c:v>35.450000000000003</c:v>
                </c:pt>
                <c:pt idx="20471">
                  <c:v>35.450000000000003</c:v>
                </c:pt>
                <c:pt idx="20472">
                  <c:v>35.450000000000003</c:v>
                </c:pt>
                <c:pt idx="20473">
                  <c:v>35.450000000000003</c:v>
                </c:pt>
                <c:pt idx="20474">
                  <c:v>35.450000000000003</c:v>
                </c:pt>
                <c:pt idx="20475">
                  <c:v>35.450000000000003</c:v>
                </c:pt>
                <c:pt idx="20476">
                  <c:v>35.450000000000003</c:v>
                </c:pt>
                <c:pt idx="20477">
                  <c:v>35.450000000000003</c:v>
                </c:pt>
                <c:pt idx="20478">
                  <c:v>35.450000000000003</c:v>
                </c:pt>
                <c:pt idx="20479">
                  <c:v>35.450000000000003</c:v>
                </c:pt>
                <c:pt idx="20480">
                  <c:v>35.450000000000003</c:v>
                </c:pt>
                <c:pt idx="20481">
                  <c:v>35.450000000000003</c:v>
                </c:pt>
                <c:pt idx="20482">
                  <c:v>35.450000000000003</c:v>
                </c:pt>
                <c:pt idx="20483">
                  <c:v>35.450000000000003</c:v>
                </c:pt>
                <c:pt idx="20484">
                  <c:v>35.450000000000003</c:v>
                </c:pt>
                <c:pt idx="20485">
                  <c:v>35.450000000000003</c:v>
                </c:pt>
                <c:pt idx="20486">
                  <c:v>35.450000000000003</c:v>
                </c:pt>
                <c:pt idx="20487">
                  <c:v>35.450000000000003</c:v>
                </c:pt>
                <c:pt idx="20488">
                  <c:v>35.450000000000003</c:v>
                </c:pt>
                <c:pt idx="20489">
                  <c:v>35.450000000000003</c:v>
                </c:pt>
                <c:pt idx="20490">
                  <c:v>35.450000000000003</c:v>
                </c:pt>
                <c:pt idx="20491">
                  <c:v>35.450000000000003</c:v>
                </c:pt>
                <c:pt idx="20492">
                  <c:v>35.450000000000003</c:v>
                </c:pt>
                <c:pt idx="20493">
                  <c:v>35.4</c:v>
                </c:pt>
                <c:pt idx="20494">
                  <c:v>35.4</c:v>
                </c:pt>
                <c:pt idx="20495">
                  <c:v>35.4</c:v>
                </c:pt>
                <c:pt idx="20496">
                  <c:v>35.4</c:v>
                </c:pt>
                <c:pt idx="20497">
                  <c:v>35.4</c:v>
                </c:pt>
                <c:pt idx="20498">
                  <c:v>35.4</c:v>
                </c:pt>
                <c:pt idx="20499">
                  <c:v>35.4</c:v>
                </c:pt>
                <c:pt idx="20500">
                  <c:v>35.4</c:v>
                </c:pt>
                <c:pt idx="20501">
                  <c:v>35.4</c:v>
                </c:pt>
                <c:pt idx="20502">
                  <c:v>35.4</c:v>
                </c:pt>
                <c:pt idx="20503">
                  <c:v>35.4</c:v>
                </c:pt>
                <c:pt idx="20504">
                  <c:v>35.4</c:v>
                </c:pt>
                <c:pt idx="20505">
                  <c:v>35.4</c:v>
                </c:pt>
                <c:pt idx="20506">
                  <c:v>35.4</c:v>
                </c:pt>
                <c:pt idx="20507">
                  <c:v>35.4</c:v>
                </c:pt>
                <c:pt idx="20508">
                  <c:v>35.4</c:v>
                </c:pt>
                <c:pt idx="20509">
                  <c:v>35.4</c:v>
                </c:pt>
                <c:pt idx="20510">
                  <c:v>35.4</c:v>
                </c:pt>
                <c:pt idx="20511">
                  <c:v>35.4</c:v>
                </c:pt>
                <c:pt idx="20512">
                  <c:v>35.4</c:v>
                </c:pt>
                <c:pt idx="20513">
                  <c:v>35.4</c:v>
                </c:pt>
                <c:pt idx="20514">
                  <c:v>35.4</c:v>
                </c:pt>
                <c:pt idx="20515">
                  <c:v>35.4</c:v>
                </c:pt>
                <c:pt idx="20516">
                  <c:v>35.4</c:v>
                </c:pt>
                <c:pt idx="20517">
                  <c:v>35.4</c:v>
                </c:pt>
                <c:pt idx="20518">
                  <c:v>35.35</c:v>
                </c:pt>
                <c:pt idx="20519">
                  <c:v>35.35</c:v>
                </c:pt>
                <c:pt idx="20520">
                  <c:v>35.4</c:v>
                </c:pt>
                <c:pt idx="20521">
                  <c:v>35.35</c:v>
                </c:pt>
                <c:pt idx="20522">
                  <c:v>35.35</c:v>
                </c:pt>
                <c:pt idx="20523">
                  <c:v>35.35</c:v>
                </c:pt>
                <c:pt idx="20524">
                  <c:v>35.35</c:v>
                </c:pt>
                <c:pt idx="20525">
                  <c:v>35.35</c:v>
                </c:pt>
                <c:pt idx="20526">
                  <c:v>35.35</c:v>
                </c:pt>
                <c:pt idx="20527">
                  <c:v>35.35</c:v>
                </c:pt>
                <c:pt idx="20528">
                  <c:v>35.35</c:v>
                </c:pt>
                <c:pt idx="20529">
                  <c:v>35.35</c:v>
                </c:pt>
                <c:pt idx="20530">
                  <c:v>35.35</c:v>
                </c:pt>
                <c:pt idx="20531">
                  <c:v>35.35</c:v>
                </c:pt>
                <c:pt idx="20532">
                  <c:v>35.35</c:v>
                </c:pt>
                <c:pt idx="20533">
                  <c:v>35.35</c:v>
                </c:pt>
                <c:pt idx="20534">
                  <c:v>35.35</c:v>
                </c:pt>
                <c:pt idx="20535">
                  <c:v>35.35</c:v>
                </c:pt>
                <c:pt idx="20536">
                  <c:v>35.35</c:v>
                </c:pt>
                <c:pt idx="20537">
                  <c:v>35.35</c:v>
                </c:pt>
                <c:pt idx="20538">
                  <c:v>35.35</c:v>
                </c:pt>
                <c:pt idx="20539">
                  <c:v>35.35</c:v>
                </c:pt>
                <c:pt idx="20540">
                  <c:v>35.35</c:v>
                </c:pt>
                <c:pt idx="20541">
                  <c:v>35.35</c:v>
                </c:pt>
                <c:pt idx="20542">
                  <c:v>35.35</c:v>
                </c:pt>
                <c:pt idx="20543">
                  <c:v>35.35</c:v>
                </c:pt>
                <c:pt idx="20544">
                  <c:v>35.35</c:v>
                </c:pt>
                <c:pt idx="20545">
                  <c:v>35.35</c:v>
                </c:pt>
                <c:pt idx="20546">
                  <c:v>35.35</c:v>
                </c:pt>
                <c:pt idx="20547">
                  <c:v>35.35</c:v>
                </c:pt>
                <c:pt idx="20548">
                  <c:v>35.35</c:v>
                </c:pt>
                <c:pt idx="20549">
                  <c:v>35.35</c:v>
                </c:pt>
                <c:pt idx="20550">
                  <c:v>35.35</c:v>
                </c:pt>
                <c:pt idx="20551">
                  <c:v>35.35</c:v>
                </c:pt>
                <c:pt idx="20552">
                  <c:v>35.35</c:v>
                </c:pt>
                <c:pt idx="20553">
                  <c:v>35.35</c:v>
                </c:pt>
                <c:pt idx="20554">
                  <c:v>35.35</c:v>
                </c:pt>
                <c:pt idx="20555">
                  <c:v>35.35</c:v>
                </c:pt>
                <c:pt idx="20556">
                  <c:v>35.35</c:v>
                </c:pt>
                <c:pt idx="20557">
                  <c:v>35.35</c:v>
                </c:pt>
                <c:pt idx="20558">
                  <c:v>35.35</c:v>
                </c:pt>
                <c:pt idx="20559">
                  <c:v>35.35</c:v>
                </c:pt>
                <c:pt idx="20560">
                  <c:v>35.35</c:v>
                </c:pt>
                <c:pt idx="20561">
                  <c:v>35.35</c:v>
                </c:pt>
                <c:pt idx="20562">
                  <c:v>35.35</c:v>
                </c:pt>
                <c:pt idx="20563">
                  <c:v>35.35</c:v>
                </c:pt>
                <c:pt idx="20564">
                  <c:v>35.35</c:v>
                </c:pt>
                <c:pt idx="20565">
                  <c:v>35.35</c:v>
                </c:pt>
                <c:pt idx="20566">
                  <c:v>35.35</c:v>
                </c:pt>
                <c:pt idx="20567">
                  <c:v>35.35</c:v>
                </c:pt>
                <c:pt idx="20568">
                  <c:v>35.35</c:v>
                </c:pt>
                <c:pt idx="20569">
                  <c:v>35.35</c:v>
                </c:pt>
                <c:pt idx="20570">
                  <c:v>35.35</c:v>
                </c:pt>
                <c:pt idx="20571">
                  <c:v>35.35</c:v>
                </c:pt>
                <c:pt idx="20572">
                  <c:v>35.35</c:v>
                </c:pt>
                <c:pt idx="20573">
                  <c:v>35.35</c:v>
                </c:pt>
                <c:pt idx="20574">
                  <c:v>35.35</c:v>
                </c:pt>
                <c:pt idx="20575">
                  <c:v>35.35</c:v>
                </c:pt>
                <c:pt idx="20576">
                  <c:v>35.35</c:v>
                </c:pt>
                <c:pt idx="20577">
                  <c:v>35.35</c:v>
                </c:pt>
                <c:pt idx="20578">
                  <c:v>35.35</c:v>
                </c:pt>
                <c:pt idx="20579">
                  <c:v>35.35</c:v>
                </c:pt>
                <c:pt idx="20580">
                  <c:v>35.35</c:v>
                </c:pt>
                <c:pt idx="20581">
                  <c:v>35.35</c:v>
                </c:pt>
                <c:pt idx="20582">
                  <c:v>35.299999999999997</c:v>
                </c:pt>
                <c:pt idx="20583">
                  <c:v>35.299999999999997</c:v>
                </c:pt>
                <c:pt idx="20584">
                  <c:v>35.299999999999997</c:v>
                </c:pt>
                <c:pt idx="20585">
                  <c:v>35.299999999999997</c:v>
                </c:pt>
                <c:pt idx="20586">
                  <c:v>35.299999999999997</c:v>
                </c:pt>
                <c:pt idx="20587">
                  <c:v>35.299999999999997</c:v>
                </c:pt>
                <c:pt idx="20588">
                  <c:v>35.299999999999997</c:v>
                </c:pt>
                <c:pt idx="20589">
                  <c:v>35.299999999999997</c:v>
                </c:pt>
                <c:pt idx="20590">
                  <c:v>35.299999999999997</c:v>
                </c:pt>
                <c:pt idx="20591">
                  <c:v>35.299999999999997</c:v>
                </c:pt>
                <c:pt idx="20592">
                  <c:v>35.299999999999997</c:v>
                </c:pt>
                <c:pt idx="20593">
                  <c:v>35.299999999999997</c:v>
                </c:pt>
                <c:pt idx="20594">
                  <c:v>35.299999999999997</c:v>
                </c:pt>
                <c:pt idx="20595">
                  <c:v>35.299999999999997</c:v>
                </c:pt>
                <c:pt idx="20596">
                  <c:v>35.299999999999997</c:v>
                </c:pt>
                <c:pt idx="20597">
                  <c:v>35.299999999999997</c:v>
                </c:pt>
                <c:pt idx="20598">
                  <c:v>35.299999999999997</c:v>
                </c:pt>
                <c:pt idx="20599">
                  <c:v>35.299999999999997</c:v>
                </c:pt>
                <c:pt idx="20600">
                  <c:v>35.299999999999997</c:v>
                </c:pt>
                <c:pt idx="20601">
                  <c:v>35.299999999999997</c:v>
                </c:pt>
                <c:pt idx="20602">
                  <c:v>35.299999999999997</c:v>
                </c:pt>
                <c:pt idx="20603">
                  <c:v>35.299999999999997</c:v>
                </c:pt>
                <c:pt idx="20604">
                  <c:v>35.299999999999997</c:v>
                </c:pt>
                <c:pt idx="20605">
                  <c:v>35.299999999999997</c:v>
                </c:pt>
                <c:pt idx="20606">
                  <c:v>35.299999999999997</c:v>
                </c:pt>
                <c:pt idx="20607">
                  <c:v>35.299999999999997</c:v>
                </c:pt>
                <c:pt idx="20608">
                  <c:v>35.299999999999997</c:v>
                </c:pt>
                <c:pt idx="20609">
                  <c:v>35.25</c:v>
                </c:pt>
                <c:pt idx="20610">
                  <c:v>35.299999999999997</c:v>
                </c:pt>
                <c:pt idx="20611">
                  <c:v>35.25</c:v>
                </c:pt>
                <c:pt idx="20612">
                  <c:v>35.25</c:v>
                </c:pt>
                <c:pt idx="20613">
                  <c:v>35.25</c:v>
                </c:pt>
                <c:pt idx="20614">
                  <c:v>35.25</c:v>
                </c:pt>
                <c:pt idx="20615">
                  <c:v>35.25</c:v>
                </c:pt>
                <c:pt idx="20616">
                  <c:v>35.25</c:v>
                </c:pt>
                <c:pt idx="20617">
                  <c:v>35.25</c:v>
                </c:pt>
                <c:pt idx="20618">
                  <c:v>35.25</c:v>
                </c:pt>
                <c:pt idx="20619">
                  <c:v>35.25</c:v>
                </c:pt>
                <c:pt idx="20620">
                  <c:v>35.25</c:v>
                </c:pt>
                <c:pt idx="20621">
                  <c:v>35.25</c:v>
                </c:pt>
                <c:pt idx="20622">
                  <c:v>35.25</c:v>
                </c:pt>
                <c:pt idx="20623">
                  <c:v>35.25</c:v>
                </c:pt>
                <c:pt idx="20624">
                  <c:v>35.25</c:v>
                </c:pt>
                <c:pt idx="20625">
                  <c:v>35.25</c:v>
                </c:pt>
                <c:pt idx="20626">
                  <c:v>35.25</c:v>
                </c:pt>
                <c:pt idx="20627">
                  <c:v>35.25</c:v>
                </c:pt>
                <c:pt idx="20628">
                  <c:v>35.25</c:v>
                </c:pt>
                <c:pt idx="20629">
                  <c:v>35.25</c:v>
                </c:pt>
                <c:pt idx="20630">
                  <c:v>35.25</c:v>
                </c:pt>
                <c:pt idx="20631">
                  <c:v>35.25</c:v>
                </c:pt>
                <c:pt idx="20632">
                  <c:v>35.25</c:v>
                </c:pt>
                <c:pt idx="20633">
                  <c:v>35.25</c:v>
                </c:pt>
                <c:pt idx="20634">
                  <c:v>35.25</c:v>
                </c:pt>
                <c:pt idx="20635">
                  <c:v>35.25</c:v>
                </c:pt>
                <c:pt idx="20636">
                  <c:v>35.25</c:v>
                </c:pt>
                <c:pt idx="20637">
                  <c:v>35.25</c:v>
                </c:pt>
                <c:pt idx="20638">
                  <c:v>35.25</c:v>
                </c:pt>
                <c:pt idx="20639">
                  <c:v>35.25</c:v>
                </c:pt>
                <c:pt idx="20640">
                  <c:v>35.25</c:v>
                </c:pt>
                <c:pt idx="20641">
                  <c:v>35.25</c:v>
                </c:pt>
                <c:pt idx="20642">
                  <c:v>35.25</c:v>
                </c:pt>
                <c:pt idx="20643">
                  <c:v>35.25</c:v>
                </c:pt>
                <c:pt idx="20644">
                  <c:v>35.25</c:v>
                </c:pt>
                <c:pt idx="20645">
                  <c:v>35.25</c:v>
                </c:pt>
                <c:pt idx="20646">
                  <c:v>35.25</c:v>
                </c:pt>
                <c:pt idx="20647">
                  <c:v>35.200000000000003</c:v>
                </c:pt>
                <c:pt idx="20648">
                  <c:v>35.25</c:v>
                </c:pt>
                <c:pt idx="20649">
                  <c:v>35.25</c:v>
                </c:pt>
                <c:pt idx="20650">
                  <c:v>35.200000000000003</c:v>
                </c:pt>
                <c:pt idx="20651">
                  <c:v>35.200000000000003</c:v>
                </c:pt>
                <c:pt idx="20652">
                  <c:v>35.200000000000003</c:v>
                </c:pt>
                <c:pt idx="20653">
                  <c:v>35.200000000000003</c:v>
                </c:pt>
                <c:pt idx="20654">
                  <c:v>35.200000000000003</c:v>
                </c:pt>
                <c:pt idx="20655">
                  <c:v>35.200000000000003</c:v>
                </c:pt>
                <c:pt idx="20656">
                  <c:v>35.200000000000003</c:v>
                </c:pt>
                <c:pt idx="20657">
                  <c:v>35.200000000000003</c:v>
                </c:pt>
                <c:pt idx="20658">
                  <c:v>35.200000000000003</c:v>
                </c:pt>
                <c:pt idx="20659">
                  <c:v>35.200000000000003</c:v>
                </c:pt>
                <c:pt idx="20660">
                  <c:v>35.200000000000003</c:v>
                </c:pt>
                <c:pt idx="20661">
                  <c:v>35.200000000000003</c:v>
                </c:pt>
                <c:pt idx="20662">
                  <c:v>35.200000000000003</c:v>
                </c:pt>
                <c:pt idx="20663">
                  <c:v>35.200000000000003</c:v>
                </c:pt>
                <c:pt idx="20664">
                  <c:v>35.200000000000003</c:v>
                </c:pt>
                <c:pt idx="20665">
                  <c:v>35.200000000000003</c:v>
                </c:pt>
                <c:pt idx="20666">
                  <c:v>35.200000000000003</c:v>
                </c:pt>
                <c:pt idx="20667">
                  <c:v>35.200000000000003</c:v>
                </c:pt>
                <c:pt idx="20668">
                  <c:v>35.200000000000003</c:v>
                </c:pt>
                <c:pt idx="20669">
                  <c:v>35.200000000000003</c:v>
                </c:pt>
                <c:pt idx="20670">
                  <c:v>35.200000000000003</c:v>
                </c:pt>
                <c:pt idx="20671">
                  <c:v>35.200000000000003</c:v>
                </c:pt>
                <c:pt idx="20672">
                  <c:v>35.200000000000003</c:v>
                </c:pt>
                <c:pt idx="20673">
                  <c:v>35.15</c:v>
                </c:pt>
                <c:pt idx="20674">
                  <c:v>35.15</c:v>
                </c:pt>
                <c:pt idx="20675">
                  <c:v>35.15</c:v>
                </c:pt>
                <c:pt idx="20676">
                  <c:v>35.15</c:v>
                </c:pt>
                <c:pt idx="20677">
                  <c:v>35.15</c:v>
                </c:pt>
                <c:pt idx="20678">
                  <c:v>35.15</c:v>
                </c:pt>
                <c:pt idx="20679">
                  <c:v>35.15</c:v>
                </c:pt>
                <c:pt idx="20680">
                  <c:v>35.15</c:v>
                </c:pt>
                <c:pt idx="20681">
                  <c:v>35.15</c:v>
                </c:pt>
                <c:pt idx="20682">
                  <c:v>35.15</c:v>
                </c:pt>
                <c:pt idx="20683">
                  <c:v>35.15</c:v>
                </c:pt>
                <c:pt idx="20684">
                  <c:v>35.15</c:v>
                </c:pt>
                <c:pt idx="20685">
                  <c:v>35.15</c:v>
                </c:pt>
                <c:pt idx="20686">
                  <c:v>35.15</c:v>
                </c:pt>
                <c:pt idx="20687">
                  <c:v>35.15</c:v>
                </c:pt>
                <c:pt idx="20688">
                  <c:v>35.15</c:v>
                </c:pt>
                <c:pt idx="20689">
                  <c:v>35.15</c:v>
                </c:pt>
                <c:pt idx="20690">
                  <c:v>35.15</c:v>
                </c:pt>
                <c:pt idx="20691">
                  <c:v>35.15</c:v>
                </c:pt>
                <c:pt idx="20692">
                  <c:v>35.15</c:v>
                </c:pt>
                <c:pt idx="20693">
                  <c:v>35.15</c:v>
                </c:pt>
                <c:pt idx="20694">
                  <c:v>35.15</c:v>
                </c:pt>
                <c:pt idx="20695">
                  <c:v>35.15</c:v>
                </c:pt>
                <c:pt idx="20696">
                  <c:v>35.15</c:v>
                </c:pt>
                <c:pt idx="20697">
                  <c:v>35.15</c:v>
                </c:pt>
                <c:pt idx="20698">
                  <c:v>35.15</c:v>
                </c:pt>
                <c:pt idx="20699">
                  <c:v>35.15</c:v>
                </c:pt>
                <c:pt idx="20700">
                  <c:v>35.15</c:v>
                </c:pt>
                <c:pt idx="20701">
                  <c:v>35.15</c:v>
                </c:pt>
                <c:pt idx="20702">
                  <c:v>35.15</c:v>
                </c:pt>
                <c:pt idx="20703">
                  <c:v>35.15</c:v>
                </c:pt>
                <c:pt idx="20704">
                  <c:v>35.1</c:v>
                </c:pt>
                <c:pt idx="20705">
                  <c:v>35.1</c:v>
                </c:pt>
                <c:pt idx="20706">
                  <c:v>35.1</c:v>
                </c:pt>
                <c:pt idx="20707">
                  <c:v>35.1</c:v>
                </c:pt>
                <c:pt idx="20708">
                  <c:v>35.1</c:v>
                </c:pt>
                <c:pt idx="20709">
                  <c:v>35.1</c:v>
                </c:pt>
                <c:pt idx="20710">
                  <c:v>35.1</c:v>
                </c:pt>
                <c:pt idx="20711">
                  <c:v>35.1</c:v>
                </c:pt>
                <c:pt idx="20712">
                  <c:v>35.1</c:v>
                </c:pt>
                <c:pt idx="20713">
                  <c:v>35.1</c:v>
                </c:pt>
                <c:pt idx="20714">
                  <c:v>35.1</c:v>
                </c:pt>
                <c:pt idx="20715">
                  <c:v>35.1</c:v>
                </c:pt>
                <c:pt idx="20716">
                  <c:v>35.1</c:v>
                </c:pt>
                <c:pt idx="20717">
                  <c:v>35.1</c:v>
                </c:pt>
                <c:pt idx="20718">
                  <c:v>35.1</c:v>
                </c:pt>
                <c:pt idx="20719">
                  <c:v>35.1</c:v>
                </c:pt>
                <c:pt idx="20720">
                  <c:v>35.1</c:v>
                </c:pt>
                <c:pt idx="20721">
                  <c:v>35.1</c:v>
                </c:pt>
                <c:pt idx="20722">
                  <c:v>35.1</c:v>
                </c:pt>
                <c:pt idx="20723">
                  <c:v>35.1</c:v>
                </c:pt>
                <c:pt idx="20724">
                  <c:v>35.1</c:v>
                </c:pt>
                <c:pt idx="20725">
                  <c:v>35.1</c:v>
                </c:pt>
                <c:pt idx="20726">
                  <c:v>35.1</c:v>
                </c:pt>
                <c:pt idx="20727">
                  <c:v>35.1</c:v>
                </c:pt>
                <c:pt idx="20728">
                  <c:v>35.1</c:v>
                </c:pt>
                <c:pt idx="20729">
                  <c:v>35.1</c:v>
                </c:pt>
                <c:pt idx="20730">
                  <c:v>35.1</c:v>
                </c:pt>
                <c:pt idx="20731">
                  <c:v>35.1</c:v>
                </c:pt>
                <c:pt idx="20732">
                  <c:v>35.1</c:v>
                </c:pt>
                <c:pt idx="20733">
                  <c:v>35.049999999999997</c:v>
                </c:pt>
                <c:pt idx="20734">
                  <c:v>35.049999999999997</c:v>
                </c:pt>
                <c:pt idx="20735">
                  <c:v>35.049999999999997</c:v>
                </c:pt>
                <c:pt idx="20736">
                  <c:v>35.049999999999997</c:v>
                </c:pt>
                <c:pt idx="20737">
                  <c:v>35.049999999999997</c:v>
                </c:pt>
                <c:pt idx="20738">
                  <c:v>35.049999999999997</c:v>
                </c:pt>
                <c:pt idx="20739">
                  <c:v>35.049999999999997</c:v>
                </c:pt>
                <c:pt idx="20740">
                  <c:v>35.049999999999997</c:v>
                </c:pt>
                <c:pt idx="20741">
                  <c:v>35.049999999999997</c:v>
                </c:pt>
                <c:pt idx="20742">
                  <c:v>35.049999999999997</c:v>
                </c:pt>
                <c:pt idx="20743">
                  <c:v>35.049999999999997</c:v>
                </c:pt>
                <c:pt idx="20744">
                  <c:v>35.049999999999997</c:v>
                </c:pt>
                <c:pt idx="20745">
                  <c:v>35.049999999999997</c:v>
                </c:pt>
                <c:pt idx="20746">
                  <c:v>35.049999999999997</c:v>
                </c:pt>
                <c:pt idx="20747">
                  <c:v>35.049999999999997</c:v>
                </c:pt>
                <c:pt idx="20748">
                  <c:v>35.049999999999997</c:v>
                </c:pt>
                <c:pt idx="20749">
                  <c:v>35.049999999999997</c:v>
                </c:pt>
                <c:pt idx="20750">
                  <c:v>35.049999999999997</c:v>
                </c:pt>
                <c:pt idx="20751">
                  <c:v>35.049999999999997</c:v>
                </c:pt>
                <c:pt idx="20752">
                  <c:v>35.049999999999997</c:v>
                </c:pt>
                <c:pt idx="20753">
                  <c:v>35.049999999999997</c:v>
                </c:pt>
                <c:pt idx="20754">
                  <c:v>35.049999999999997</c:v>
                </c:pt>
                <c:pt idx="20755">
                  <c:v>35.049999999999997</c:v>
                </c:pt>
                <c:pt idx="20756">
                  <c:v>35.049999999999997</c:v>
                </c:pt>
                <c:pt idx="20757">
                  <c:v>35.049999999999997</c:v>
                </c:pt>
                <c:pt idx="20758">
                  <c:v>35.049999999999997</c:v>
                </c:pt>
                <c:pt idx="20759">
                  <c:v>35.049999999999997</c:v>
                </c:pt>
                <c:pt idx="20760">
                  <c:v>35.049999999999997</c:v>
                </c:pt>
                <c:pt idx="20761">
                  <c:v>35.049999999999997</c:v>
                </c:pt>
                <c:pt idx="20762">
                  <c:v>35.049999999999997</c:v>
                </c:pt>
                <c:pt idx="20763">
                  <c:v>35.049999999999997</c:v>
                </c:pt>
                <c:pt idx="20764">
                  <c:v>35.049999999999997</c:v>
                </c:pt>
                <c:pt idx="20765">
                  <c:v>35.049999999999997</c:v>
                </c:pt>
                <c:pt idx="20766">
                  <c:v>35.049999999999997</c:v>
                </c:pt>
                <c:pt idx="20767">
                  <c:v>35.049999999999997</c:v>
                </c:pt>
                <c:pt idx="20768">
                  <c:v>35.049999999999997</c:v>
                </c:pt>
                <c:pt idx="20769">
                  <c:v>35.049999999999997</c:v>
                </c:pt>
                <c:pt idx="20770">
                  <c:v>35</c:v>
                </c:pt>
                <c:pt idx="20771">
                  <c:v>35</c:v>
                </c:pt>
                <c:pt idx="20772">
                  <c:v>35</c:v>
                </c:pt>
                <c:pt idx="20773">
                  <c:v>35</c:v>
                </c:pt>
                <c:pt idx="20774">
                  <c:v>35</c:v>
                </c:pt>
                <c:pt idx="20775">
                  <c:v>35</c:v>
                </c:pt>
                <c:pt idx="20776">
                  <c:v>35</c:v>
                </c:pt>
                <c:pt idx="20777">
                  <c:v>35</c:v>
                </c:pt>
                <c:pt idx="20778">
                  <c:v>35</c:v>
                </c:pt>
                <c:pt idx="20779">
                  <c:v>35</c:v>
                </c:pt>
                <c:pt idx="20780">
                  <c:v>35</c:v>
                </c:pt>
                <c:pt idx="20781">
                  <c:v>35</c:v>
                </c:pt>
                <c:pt idx="20782">
                  <c:v>35</c:v>
                </c:pt>
                <c:pt idx="20783">
                  <c:v>35</c:v>
                </c:pt>
                <c:pt idx="20784">
                  <c:v>35</c:v>
                </c:pt>
                <c:pt idx="20785">
                  <c:v>35</c:v>
                </c:pt>
                <c:pt idx="20786">
                  <c:v>35</c:v>
                </c:pt>
                <c:pt idx="20787">
                  <c:v>35</c:v>
                </c:pt>
                <c:pt idx="20788">
                  <c:v>35</c:v>
                </c:pt>
                <c:pt idx="20789">
                  <c:v>35</c:v>
                </c:pt>
                <c:pt idx="20790">
                  <c:v>35</c:v>
                </c:pt>
                <c:pt idx="20791">
                  <c:v>35</c:v>
                </c:pt>
                <c:pt idx="20792">
                  <c:v>35</c:v>
                </c:pt>
                <c:pt idx="20793">
                  <c:v>35</c:v>
                </c:pt>
                <c:pt idx="20794">
                  <c:v>35</c:v>
                </c:pt>
                <c:pt idx="20795">
                  <c:v>35</c:v>
                </c:pt>
                <c:pt idx="20796">
                  <c:v>35</c:v>
                </c:pt>
                <c:pt idx="20797">
                  <c:v>35</c:v>
                </c:pt>
                <c:pt idx="20798">
                  <c:v>35</c:v>
                </c:pt>
                <c:pt idx="20799">
                  <c:v>34.950000000000003</c:v>
                </c:pt>
                <c:pt idx="20800">
                  <c:v>35</c:v>
                </c:pt>
                <c:pt idx="20801">
                  <c:v>34.950000000000003</c:v>
                </c:pt>
                <c:pt idx="20802">
                  <c:v>35</c:v>
                </c:pt>
                <c:pt idx="20803">
                  <c:v>35</c:v>
                </c:pt>
                <c:pt idx="20804">
                  <c:v>35</c:v>
                </c:pt>
                <c:pt idx="20805">
                  <c:v>35</c:v>
                </c:pt>
                <c:pt idx="20806">
                  <c:v>35</c:v>
                </c:pt>
                <c:pt idx="20807">
                  <c:v>35</c:v>
                </c:pt>
                <c:pt idx="20808">
                  <c:v>35</c:v>
                </c:pt>
                <c:pt idx="20809">
                  <c:v>35</c:v>
                </c:pt>
                <c:pt idx="20810">
                  <c:v>35</c:v>
                </c:pt>
                <c:pt idx="20811">
                  <c:v>34.950000000000003</c:v>
                </c:pt>
                <c:pt idx="20812">
                  <c:v>35</c:v>
                </c:pt>
                <c:pt idx="20813">
                  <c:v>35</c:v>
                </c:pt>
                <c:pt idx="20814">
                  <c:v>34.950000000000003</c:v>
                </c:pt>
                <c:pt idx="20815">
                  <c:v>34.950000000000003</c:v>
                </c:pt>
                <c:pt idx="20816">
                  <c:v>34.950000000000003</c:v>
                </c:pt>
                <c:pt idx="20817">
                  <c:v>34.950000000000003</c:v>
                </c:pt>
                <c:pt idx="20818">
                  <c:v>34.950000000000003</c:v>
                </c:pt>
                <c:pt idx="20819">
                  <c:v>34.950000000000003</c:v>
                </c:pt>
                <c:pt idx="20820">
                  <c:v>34.950000000000003</c:v>
                </c:pt>
                <c:pt idx="20821">
                  <c:v>34.950000000000003</c:v>
                </c:pt>
                <c:pt idx="20822">
                  <c:v>34.950000000000003</c:v>
                </c:pt>
                <c:pt idx="20823">
                  <c:v>34.950000000000003</c:v>
                </c:pt>
                <c:pt idx="20824">
                  <c:v>34.950000000000003</c:v>
                </c:pt>
                <c:pt idx="20825">
                  <c:v>34.950000000000003</c:v>
                </c:pt>
                <c:pt idx="20826">
                  <c:v>34.950000000000003</c:v>
                </c:pt>
                <c:pt idx="20827">
                  <c:v>34.950000000000003</c:v>
                </c:pt>
                <c:pt idx="20828">
                  <c:v>34.950000000000003</c:v>
                </c:pt>
                <c:pt idx="20829">
                  <c:v>34.950000000000003</c:v>
                </c:pt>
                <c:pt idx="20830">
                  <c:v>34.950000000000003</c:v>
                </c:pt>
                <c:pt idx="20831">
                  <c:v>34.950000000000003</c:v>
                </c:pt>
                <c:pt idx="20832">
                  <c:v>34.950000000000003</c:v>
                </c:pt>
                <c:pt idx="20833">
                  <c:v>34.950000000000003</c:v>
                </c:pt>
                <c:pt idx="20834">
                  <c:v>34.950000000000003</c:v>
                </c:pt>
                <c:pt idx="20835">
                  <c:v>34.950000000000003</c:v>
                </c:pt>
                <c:pt idx="20836">
                  <c:v>34.950000000000003</c:v>
                </c:pt>
                <c:pt idx="20837">
                  <c:v>34.950000000000003</c:v>
                </c:pt>
                <c:pt idx="20838">
                  <c:v>34.950000000000003</c:v>
                </c:pt>
                <c:pt idx="20839">
                  <c:v>34.950000000000003</c:v>
                </c:pt>
                <c:pt idx="20840">
                  <c:v>34.950000000000003</c:v>
                </c:pt>
                <c:pt idx="20841">
                  <c:v>34.950000000000003</c:v>
                </c:pt>
                <c:pt idx="20842">
                  <c:v>34.950000000000003</c:v>
                </c:pt>
                <c:pt idx="20843">
                  <c:v>34.950000000000003</c:v>
                </c:pt>
                <c:pt idx="20844">
                  <c:v>34.950000000000003</c:v>
                </c:pt>
                <c:pt idx="20845">
                  <c:v>34.950000000000003</c:v>
                </c:pt>
                <c:pt idx="20846">
                  <c:v>34.950000000000003</c:v>
                </c:pt>
                <c:pt idx="20847">
                  <c:v>34.950000000000003</c:v>
                </c:pt>
                <c:pt idx="20848">
                  <c:v>34.950000000000003</c:v>
                </c:pt>
                <c:pt idx="20849">
                  <c:v>34.950000000000003</c:v>
                </c:pt>
                <c:pt idx="20850">
                  <c:v>34.9</c:v>
                </c:pt>
                <c:pt idx="20851">
                  <c:v>34.950000000000003</c:v>
                </c:pt>
                <c:pt idx="20852">
                  <c:v>34.9</c:v>
                </c:pt>
                <c:pt idx="20853">
                  <c:v>34.9</c:v>
                </c:pt>
                <c:pt idx="20854">
                  <c:v>34.9</c:v>
                </c:pt>
                <c:pt idx="20855">
                  <c:v>34.9</c:v>
                </c:pt>
                <c:pt idx="20856">
                  <c:v>34.9</c:v>
                </c:pt>
                <c:pt idx="20857">
                  <c:v>34.9</c:v>
                </c:pt>
                <c:pt idx="20858">
                  <c:v>34.9</c:v>
                </c:pt>
                <c:pt idx="20859">
                  <c:v>34.9</c:v>
                </c:pt>
                <c:pt idx="20860">
                  <c:v>34.9</c:v>
                </c:pt>
                <c:pt idx="20861">
                  <c:v>34.9</c:v>
                </c:pt>
                <c:pt idx="20862">
                  <c:v>34.9</c:v>
                </c:pt>
                <c:pt idx="20863">
                  <c:v>34.9</c:v>
                </c:pt>
                <c:pt idx="20864">
                  <c:v>34.9</c:v>
                </c:pt>
                <c:pt idx="20865">
                  <c:v>34.9</c:v>
                </c:pt>
                <c:pt idx="20866">
                  <c:v>34.9</c:v>
                </c:pt>
                <c:pt idx="20867">
                  <c:v>34.9</c:v>
                </c:pt>
                <c:pt idx="20868">
                  <c:v>34.9</c:v>
                </c:pt>
                <c:pt idx="20869">
                  <c:v>34.9</c:v>
                </c:pt>
                <c:pt idx="20870">
                  <c:v>34.9</c:v>
                </c:pt>
                <c:pt idx="20871">
                  <c:v>34.9</c:v>
                </c:pt>
                <c:pt idx="20872">
                  <c:v>34.9</c:v>
                </c:pt>
                <c:pt idx="20873">
                  <c:v>34.85</c:v>
                </c:pt>
                <c:pt idx="20874">
                  <c:v>34.85</c:v>
                </c:pt>
                <c:pt idx="20875">
                  <c:v>34.85</c:v>
                </c:pt>
                <c:pt idx="20876">
                  <c:v>34.85</c:v>
                </c:pt>
                <c:pt idx="20877">
                  <c:v>34.85</c:v>
                </c:pt>
                <c:pt idx="20878">
                  <c:v>34.85</c:v>
                </c:pt>
                <c:pt idx="20879">
                  <c:v>34.85</c:v>
                </c:pt>
                <c:pt idx="20880">
                  <c:v>34.85</c:v>
                </c:pt>
                <c:pt idx="20881">
                  <c:v>34.85</c:v>
                </c:pt>
                <c:pt idx="20882">
                  <c:v>34.85</c:v>
                </c:pt>
                <c:pt idx="20883">
                  <c:v>34.85</c:v>
                </c:pt>
                <c:pt idx="20884">
                  <c:v>34.85</c:v>
                </c:pt>
                <c:pt idx="20885">
                  <c:v>34.85</c:v>
                </c:pt>
                <c:pt idx="20886">
                  <c:v>34.85</c:v>
                </c:pt>
                <c:pt idx="20887">
                  <c:v>34.85</c:v>
                </c:pt>
                <c:pt idx="20888">
                  <c:v>34.9</c:v>
                </c:pt>
                <c:pt idx="20889">
                  <c:v>34.85</c:v>
                </c:pt>
                <c:pt idx="20890">
                  <c:v>34.85</c:v>
                </c:pt>
                <c:pt idx="20891">
                  <c:v>34.85</c:v>
                </c:pt>
                <c:pt idx="20892">
                  <c:v>34.85</c:v>
                </c:pt>
                <c:pt idx="20893">
                  <c:v>34.85</c:v>
                </c:pt>
                <c:pt idx="20894">
                  <c:v>34.85</c:v>
                </c:pt>
                <c:pt idx="20895">
                  <c:v>34.85</c:v>
                </c:pt>
                <c:pt idx="20896">
                  <c:v>34.85</c:v>
                </c:pt>
                <c:pt idx="20897">
                  <c:v>34.85</c:v>
                </c:pt>
                <c:pt idx="20898">
                  <c:v>34.85</c:v>
                </c:pt>
                <c:pt idx="20899">
                  <c:v>34.85</c:v>
                </c:pt>
                <c:pt idx="20900">
                  <c:v>34.85</c:v>
                </c:pt>
                <c:pt idx="20901">
                  <c:v>34.85</c:v>
                </c:pt>
                <c:pt idx="20902">
                  <c:v>34.85</c:v>
                </c:pt>
                <c:pt idx="20903">
                  <c:v>34.85</c:v>
                </c:pt>
                <c:pt idx="20904">
                  <c:v>34.85</c:v>
                </c:pt>
                <c:pt idx="20905">
                  <c:v>34.85</c:v>
                </c:pt>
                <c:pt idx="20906">
                  <c:v>34.85</c:v>
                </c:pt>
                <c:pt idx="20907">
                  <c:v>34.85</c:v>
                </c:pt>
                <c:pt idx="20908">
                  <c:v>34.85</c:v>
                </c:pt>
                <c:pt idx="20909">
                  <c:v>34.85</c:v>
                </c:pt>
                <c:pt idx="20910">
                  <c:v>34.85</c:v>
                </c:pt>
                <c:pt idx="20911">
                  <c:v>34.85</c:v>
                </c:pt>
                <c:pt idx="20912">
                  <c:v>34.85</c:v>
                </c:pt>
                <c:pt idx="20913">
                  <c:v>34.85</c:v>
                </c:pt>
                <c:pt idx="20914">
                  <c:v>34.85</c:v>
                </c:pt>
                <c:pt idx="20915">
                  <c:v>34.85</c:v>
                </c:pt>
                <c:pt idx="20916">
                  <c:v>34.85</c:v>
                </c:pt>
                <c:pt idx="20917">
                  <c:v>34.85</c:v>
                </c:pt>
                <c:pt idx="20918">
                  <c:v>34.85</c:v>
                </c:pt>
                <c:pt idx="20919">
                  <c:v>34.85</c:v>
                </c:pt>
                <c:pt idx="20920">
                  <c:v>34.85</c:v>
                </c:pt>
                <c:pt idx="20921">
                  <c:v>34.799999999999997</c:v>
                </c:pt>
                <c:pt idx="20922">
                  <c:v>34.85</c:v>
                </c:pt>
                <c:pt idx="20923">
                  <c:v>34.799999999999997</c:v>
                </c:pt>
                <c:pt idx="20924">
                  <c:v>34.799999999999997</c:v>
                </c:pt>
                <c:pt idx="20925">
                  <c:v>34.799999999999997</c:v>
                </c:pt>
                <c:pt idx="20926">
                  <c:v>34.799999999999997</c:v>
                </c:pt>
                <c:pt idx="20927">
                  <c:v>34.799999999999997</c:v>
                </c:pt>
                <c:pt idx="20928">
                  <c:v>34.799999999999997</c:v>
                </c:pt>
                <c:pt idx="20929">
                  <c:v>34.799999999999997</c:v>
                </c:pt>
                <c:pt idx="20930">
                  <c:v>34.799999999999997</c:v>
                </c:pt>
                <c:pt idx="20931">
                  <c:v>34.799999999999997</c:v>
                </c:pt>
                <c:pt idx="20932">
                  <c:v>34.799999999999997</c:v>
                </c:pt>
                <c:pt idx="20933">
                  <c:v>34.799999999999997</c:v>
                </c:pt>
                <c:pt idx="20934">
                  <c:v>34.799999999999997</c:v>
                </c:pt>
                <c:pt idx="20935">
                  <c:v>34.799999999999997</c:v>
                </c:pt>
                <c:pt idx="20936">
                  <c:v>34.799999999999997</c:v>
                </c:pt>
                <c:pt idx="20937">
                  <c:v>34.799999999999997</c:v>
                </c:pt>
                <c:pt idx="20938">
                  <c:v>34.799999999999997</c:v>
                </c:pt>
                <c:pt idx="20939">
                  <c:v>34.799999999999997</c:v>
                </c:pt>
                <c:pt idx="20940">
                  <c:v>34.799999999999997</c:v>
                </c:pt>
                <c:pt idx="20941">
                  <c:v>34.799999999999997</c:v>
                </c:pt>
                <c:pt idx="20942">
                  <c:v>34.799999999999997</c:v>
                </c:pt>
                <c:pt idx="20943">
                  <c:v>34.799999999999997</c:v>
                </c:pt>
                <c:pt idx="20944">
                  <c:v>34.799999999999997</c:v>
                </c:pt>
                <c:pt idx="20945">
                  <c:v>34.75</c:v>
                </c:pt>
                <c:pt idx="20946">
                  <c:v>34.75</c:v>
                </c:pt>
                <c:pt idx="20947">
                  <c:v>34.75</c:v>
                </c:pt>
                <c:pt idx="20948">
                  <c:v>34.75</c:v>
                </c:pt>
                <c:pt idx="20949">
                  <c:v>34.75</c:v>
                </c:pt>
                <c:pt idx="20950">
                  <c:v>34.75</c:v>
                </c:pt>
                <c:pt idx="20951">
                  <c:v>34.75</c:v>
                </c:pt>
                <c:pt idx="20952">
                  <c:v>34.75</c:v>
                </c:pt>
                <c:pt idx="20953">
                  <c:v>34.75</c:v>
                </c:pt>
                <c:pt idx="20954">
                  <c:v>34.75</c:v>
                </c:pt>
                <c:pt idx="20955">
                  <c:v>34.75</c:v>
                </c:pt>
                <c:pt idx="20956">
                  <c:v>34.75</c:v>
                </c:pt>
                <c:pt idx="20957">
                  <c:v>34.75</c:v>
                </c:pt>
                <c:pt idx="20958">
                  <c:v>34.75</c:v>
                </c:pt>
                <c:pt idx="20959">
                  <c:v>34.75</c:v>
                </c:pt>
                <c:pt idx="20960">
                  <c:v>34.75</c:v>
                </c:pt>
                <c:pt idx="20961">
                  <c:v>34.75</c:v>
                </c:pt>
                <c:pt idx="20962">
                  <c:v>34.75</c:v>
                </c:pt>
                <c:pt idx="20963">
                  <c:v>34.75</c:v>
                </c:pt>
                <c:pt idx="20964">
                  <c:v>34.75</c:v>
                </c:pt>
                <c:pt idx="20965">
                  <c:v>34.75</c:v>
                </c:pt>
                <c:pt idx="20966">
                  <c:v>34.75</c:v>
                </c:pt>
                <c:pt idx="20967">
                  <c:v>34.75</c:v>
                </c:pt>
                <c:pt idx="20968">
                  <c:v>34.75</c:v>
                </c:pt>
                <c:pt idx="20969">
                  <c:v>34.75</c:v>
                </c:pt>
                <c:pt idx="20970">
                  <c:v>34.75</c:v>
                </c:pt>
                <c:pt idx="20971">
                  <c:v>34.75</c:v>
                </c:pt>
                <c:pt idx="20972">
                  <c:v>34.75</c:v>
                </c:pt>
                <c:pt idx="20973">
                  <c:v>34.75</c:v>
                </c:pt>
                <c:pt idx="20974">
                  <c:v>34.75</c:v>
                </c:pt>
                <c:pt idx="20975">
                  <c:v>34.75</c:v>
                </c:pt>
                <c:pt idx="20976">
                  <c:v>34.75</c:v>
                </c:pt>
                <c:pt idx="20977">
                  <c:v>34.75</c:v>
                </c:pt>
                <c:pt idx="20978">
                  <c:v>34.75</c:v>
                </c:pt>
                <c:pt idx="20979">
                  <c:v>34.75</c:v>
                </c:pt>
                <c:pt idx="20980">
                  <c:v>34.75</c:v>
                </c:pt>
                <c:pt idx="20981">
                  <c:v>34.75</c:v>
                </c:pt>
                <c:pt idx="20982">
                  <c:v>34.75</c:v>
                </c:pt>
                <c:pt idx="20983">
                  <c:v>34.75</c:v>
                </c:pt>
                <c:pt idx="20984">
                  <c:v>34.75</c:v>
                </c:pt>
                <c:pt idx="20985">
                  <c:v>34.75</c:v>
                </c:pt>
                <c:pt idx="20986">
                  <c:v>34.75</c:v>
                </c:pt>
                <c:pt idx="20987">
                  <c:v>34.75</c:v>
                </c:pt>
                <c:pt idx="20988">
                  <c:v>34.75</c:v>
                </c:pt>
                <c:pt idx="20989">
                  <c:v>34.75</c:v>
                </c:pt>
                <c:pt idx="20990">
                  <c:v>34.700000000000003</c:v>
                </c:pt>
                <c:pt idx="20991">
                  <c:v>34.700000000000003</c:v>
                </c:pt>
                <c:pt idx="20992">
                  <c:v>34.700000000000003</c:v>
                </c:pt>
                <c:pt idx="20993">
                  <c:v>34.700000000000003</c:v>
                </c:pt>
                <c:pt idx="20994">
                  <c:v>34.700000000000003</c:v>
                </c:pt>
                <c:pt idx="20995">
                  <c:v>34.700000000000003</c:v>
                </c:pt>
                <c:pt idx="20996">
                  <c:v>34.700000000000003</c:v>
                </c:pt>
                <c:pt idx="20997">
                  <c:v>34.700000000000003</c:v>
                </c:pt>
                <c:pt idx="20998">
                  <c:v>34.700000000000003</c:v>
                </c:pt>
                <c:pt idx="20999">
                  <c:v>34.700000000000003</c:v>
                </c:pt>
                <c:pt idx="21000">
                  <c:v>34.700000000000003</c:v>
                </c:pt>
                <c:pt idx="21001">
                  <c:v>34.700000000000003</c:v>
                </c:pt>
                <c:pt idx="21002">
                  <c:v>34.700000000000003</c:v>
                </c:pt>
                <c:pt idx="21003">
                  <c:v>34.700000000000003</c:v>
                </c:pt>
                <c:pt idx="21004">
                  <c:v>34.700000000000003</c:v>
                </c:pt>
                <c:pt idx="21005">
                  <c:v>34.700000000000003</c:v>
                </c:pt>
                <c:pt idx="21006">
                  <c:v>34.700000000000003</c:v>
                </c:pt>
                <c:pt idx="21007">
                  <c:v>34.700000000000003</c:v>
                </c:pt>
                <c:pt idx="21008">
                  <c:v>34.700000000000003</c:v>
                </c:pt>
                <c:pt idx="21009">
                  <c:v>34.700000000000003</c:v>
                </c:pt>
                <c:pt idx="21010">
                  <c:v>34.700000000000003</c:v>
                </c:pt>
                <c:pt idx="21011">
                  <c:v>34.700000000000003</c:v>
                </c:pt>
                <c:pt idx="21012">
                  <c:v>34.700000000000003</c:v>
                </c:pt>
                <c:pt idx="21013">
                  <c:v>34.700000000000003</c:v>
                </c:pt>
                <c:pt idx="21014">
                  <c:v>34.700000000000003</c:v>
                </c:pt>
                <c:pt idx="21015">
                  <c:v>34.700000000000003</c:v>
                </c:pt>
                <c:pt idx="21016">
                  <c:v>34.700000000000003</c:v>
                </c:pt>
                <c:pt idx="21017">
                  <c:v>34.700000000000003</c:v>
                </c:pt>
                <c:pt idx="21018">
                  <c:v>34.700000000000003</c:v>
                </c:pt>
                <c:pt idx="21019">
                  <c:v>34.700000000000003</c:v>
                </c:pt>
                <c:pt idx="21020">
                  <c:v>34.700000000000003</c:v>
                </c:pt>
                <c:pt idx="21021">
                  <c:v>34.700000000000003</c:v>
                </c:pt>
                <c:pt idx="21022">
                  <c:v>34.700000000000003</c:v>
                </c:pt>
                <c:pt idx="21023">
                  <c:v>34.700000000000003</c:v>
                </c:pt>
                <c:pt idx="21024">
                  <c:v>34.700000000000003</c:v>
                </c:pt>
                <c:pt idx="21025">
                  <c:v>34.700000000000003</c:v>
                </c:pt>
                <c:pt idx="21026">
                  <c:v>34.700000000000003</c:v>
                </c:pt>
                <c:pt idx="21027">
                  <c:v>34.700000000000003</c:v>
                </c:pt>
                <c:pt idx="21028">
                  <c:v>34.700000000000003</c:v>
                </c:pt>
                <c:pt idx="21029">
                  <c:v>34.700000000000003</c:v>
                </c:pt>
                <c:pt idx="21030">
                  <c:v>34.700000000000003</c:v>
                </c:pt>
                <c:pt idx="21031">
                  <c:v>34.700000000000003</c:v>
                </c:pt>
                <c:pt idx="21032">
                  <c:v>34.700000000000003</c:v>
                </c:pt>
                <c:pt idx="21033">
                  <c:v>34.65</c:v>
                </c:pt>
                <c:pt idx="21034">
                  <c:v>34.65</c:v>
                </c:pt>
                <c:pt idx="21035">
                  <c:v>34.65</c:v>
                </c:pt>
                <c:pt idx="21036">
                  <c:v>34.65</c:v>
                </c:pt>
                <c:pt idx="21037">
                  <c:v>34.65</c:v>
                </c:pt>
                <c:pt idx="21038">
                  <c:v>34.65</c:v>
                </c:pt>
                <c:pt idx="21039">
                  <c:v>34.65</c:v>
                </c:pt>
                <c:pt idx="21040">
                  <c:v>34.65</c:v>
                </c:pt>
                <c:pt idx="21041">
                  <c:v>34.65</c:v>
                </c:pt>
                <c:pt idx="21042">
                  <c:v>34.65</c:v>
                </c:pt>
                <c:pt idx="21043">
                  <c:v>34.65</c:v>
                </c:pt>
                <c:pt idx="21044">
                  <c:v>34.65</c:v>
                </c:pt>
                <c:pt idx="21045">
                  <c:v>34.65</c:v>
                </c:pt>
                <c:pt idx="21046">
                  <c:v>34.65</c:v>
                </c:pt>
                <c:pt idx="21047">
                  <c:v>34.65</c:v>
                </c:pt>
                <c:pt idx="21048">
                  <c:v>34.65</c:v>
                </c:pt>
                <c:pt idx="21049">
                  <c:v>34.65</c:v>
                </c:pt>
                <c:pt idx="21050">
                  <c:v>34.65</c:v>
                </c:pt>
                <c:pt idx="21051">
                  <c:v>34.65</c:v>
                </c:pt>
                <c:pt idx="21052">
                  <c:v>34.65</c:v>
                </c:pt>
                <c:pt idx="21053">
                  <c:v>34.65</c:v>
                </c:pt>
                <c:pt idx="21054">
                  <c:v>34.65</c:v>
                </c:pt>
                <c:pt idx="21055">
                  <c:v>34.65</c:v>
                </c:pt>
                <c:pt idx="21056">
                  <c:v>34.65</c:v>
                </c:pt>
                <c:pt idx="21057">
                  <c:v>34.65</c:v>
                </c:pt>
                <c:pt idx="21058">
                  <c:v>34.65</c:v>
                </c:pt>
                <c:pt idx="21059">
                  <c:v>34.65</c:v>
                </c:pt>
                <c:pt idx="21060">
                  <c:v>34.65</c:v>
                </c:pt>
                <c:pt idx="21061">
                  <c:v>34.65</c:v>
                </c:pt>
                <c:pt idx="21062">
                  <c:v>34.65</c:v>
                </c:pt>
                <c:pt idx="21063">
                  <c:v>34.65</c:v>
                </c:pt>
                <c:pt idx="21064">
                  <c:v>34.65</c:v>
                </c:pt>
                <c:pt idx="21065">
                  <c:v>34.6</c:v>
                </c:pt>
                <c:pt idx="21066">
                  <c:v>34.65</c:v>
                </c:pt>
                <c:pt idx="21067">
                  <c:v>34.6</c:v>
                </c:pt>
                <c:pt idx="21068">
                  <c:v>34.6</c:v>
                </c:pt>
                <c:pt idx="21069">
                  <c:v>34.6</c:v>
                </c:pt>
                <c:pt idx="21070">
                  <c:v>34.6</c:v>
                </c:pt>
                <c:pt idx="21071">
                  <c:v>34.6</c:v>
                </c:pt>
                <c:pt idx="21072">
                  <c:v>34.6</c:v>
                </c:pt>
                <c:pt idx="21073">
                  <c:v>34.6</c:v>
                </c:pt>
                <c:pt idx="21074">
                  <c:v>34.6</c:v>
                </c:pt>
                <c:pt idx="21075">
                  <c:v>34.6</c:v>
                </c:pt>
                <c:pt idx="21076">
                  <c:v>34.6</c:v>
                </c:pt>
                <c:pt idx="21077">
                  <c:v>34.6</c:v>
                </c:pt>
                <c:pt idx="21078">
                  <c:v>34.6</c:v>
                </c:pt>
                <c:pt idx="21079">
                  <c:v>34.6</c:v>
                </c:pt>
                <c:pt idx="21080">
                  <c:v>34.6</c:v>
                </c:pt>
                <c:pt idx="21081">
                  <c:v>34.6</c:v>
                </c:pt>
                <c:pt idx="21082">
                  <c:v>34.6</c:v>
                </c:pt>
                <c:pt idx="21083">
                  <c:v>34.6</c:v>
                </c:pt>
                <c:pt idx="21084">
                  <c:v>34.6</c:v>
                </c:pt>
                <c:pt idx="21085">
                  <c:v>34.6</c:v>
                </c:pt>
                <c:pt idx="21086">
                  <c:v>34.6</c:v>
                </c:pt>
                <c:pt idx="21087">
                  <c:v>34.6</c:v>
                </c:pt>
                <c:pt idx="21088">
                  <c:v>34.6</c:v>
                </c:pt>
                <c:pt idx="21089">
                  <c:v>34.6</c:v>
                </c:pt>
                <c:pt idx="21090">
                  <c:v>34.6</c:v>
                </c:pt>
                <c:pt idx="21091">
                  <c:v>34.6</c:v>
                </c:pt>
                <c:pt idx="21092">
                  <c:v>34.6</c:v>
                </c:pt>
                <c:pt idx="21093">
                  <c:v>34.6</c:v>
                </c:pt>
                <c:pt idx="21094">
                  <c:v>34.6</c:v>
                </c:pt>
                <c:pt idx="21095">
                  <c:v>34.6</c:v>
                </c:pt>
                <c:pt idx="21096">
                  <c:v>34.6</c:v>
                </c:pt>
                <c:pt idx="21097">
                  <c:v>34.549999999999997</c:v>
                </c:pt>
                <c:pt idx="21098">
                  <c:v>34.549999999999997</c:v>
                </c:pt>
                <c:pt idx="21099">
                  <c:v>34.549999999999997</c:v>
                </c:pt>
                <c:pt idx="21100">
                  <c:v>34.549999999999997</c:v>
                </c:pt>
                <c:pt idx="21101">
                  <c:v>34.549999999999997</c:v>
                </c:pt>
                <c:pt idx="21102">
                  <c:v>34.549999999999997</c:v>
                </c:pt>
                <c:pt idx="21103">
                  <c:v>34.549999999999997</c:v>
                </c:pt>
                <c:pt idx="21104">
                  <c:v>34.549999999999997</c:v>
                </c:pt>
                <c:pt idx="21105">
                  <c:v>34.549999999999997</c:v>
                </c:pt>
                <c:pt idx="21106">
                  <c:v>34.549999999999997</c:v>
                </c:pt>
                <c:pt idx="21107">
                  <c:v>34.549999999999997</c:v>
                </c:pt>
                <c:pt idx="21108">
                  <c:v>34.549999999999997</c:v>
                </c:pt>
                <c:pt idx="21109">
                  <c:v>34.549999999999997</c:v>
                </c:pt>
                <c:pt idx="21110">
                  <c:v>34.549999999999997</c:v>
                </c:pt>
                <c:pt idx="21111">
                  <c:v>34.549999999999997</c:v>
                </c:pt>
                <c:pt idx="21112">
                  <c:v>34.549999999999997</c:v>
                </c:pt>
                <c:pt idx="21113">
                  <c:v>34.549999999999997</c:v>
                </c:pt>
                <c:pt idx="21114">
                  <c:v>34.549999999999997</c:v>
                </c:pt>
                <c:pt idx="21115">
                  <c:v>34.549999999999997</c:v>
                </c:pt>
                <c:pt idx="21116">
                  <c:v>34.549999999999997</c:v>
                </c:pt>
                <c:pt idx="21117">
                  <c:v>34.549999999999997</c:v>
                </c:pt>
                <c:pt idx="21118">
                  <c:v>34.549999999999997</c:v>
                </c:pt>
                <c:pt idx="21119">
                  <c:v>34.549999999999997</c:v>
                </c:pt>
                <c:pt idx="21120">
                  <c:v>34.549999999999997</c:v>
                </c:pt>
                <c:pt idx="21121">
                  <c:v>34.549999999999997</c:v>
                </c:pt>
                <c:pt idx="21122">
                  <c:v>34.549999999999997</c:v>
                </c:pt>
                <c:pt idx="21123">
                  <c:v>34.549999999999997</c:v>
                </c:pt>
                <c:pt idx="21124">
                  <c:v>34.549999999999997</c:v>
                </c:pt>
                <c:pt idx="21125">
                  <c:v>34.549999999999997</c:v>
                </c:pt>
                <c:pt idx="21126">
                  <c:v>34.549999999999997</c:v>
                </c:pt>
                <c:pt idx="21127">
                  <c:v>34.549999999999997</c:v>
                </c:pt>
                <c:pt idx="21128">
                  <c:v>34.549999999999997</c:v>
                </c:pt>
                <c:pt idx="21129">
                  <c:v>34.5</c:v>
                </c:pt>
                <c:pt idx="21130">
                  <c:v>34.5</c:v>
                </c:pt>
                <c:pt idx="21131">
                  <c:v>34.5</c:v>
                </c:pt>
                <c:pt idx="21132">
                  <c:v>34.5</c:v>
                </c:pt>
                <c:pt idx="21133">
                  <c:v>34.5</c:v>
                </c:pt>
                <c:pt idx="21134">
                  <c:v>34.5</c:v>
                </c:pt>
                <c:pt idx="21135">
                  <c:v>34.5</c:v>
                </c:pt>
                <c:pt idx="21136">
                  <c:v>34.5</c:v>
                </c:pt>
                <c:pt idx="21137">
                  <c:v>34.5</c:v>
                </c:pt>
                <c:pt idx="21138">
                  <c:v>34.5</c:v>
                </c:pt>
                <c:pt idx="21139">
                  <c:v>34.5</c:v>
                </c:pt>
                <c:pt idx="21140">
                  <c:v>34.5</c:v>
                </c:pt>
                <c:pt idx="21141">
                  <c:v>34.5</c:v>
                </c:pt>
                <c:pt idx="21142">
                  <c:v>34.5</c:v>
                </c:pt>
                <c:pt idx="21143">
                  <c:v>34.5</c:v>
                </c:pt>
                <c:pt idx="21144">
                  <c:v>34.5</c:v>
                </c:pt>
                <c:pt idx="21145">
                  <c:v>34.5</c:v>
                </c:pt>
                <c:pt idx="21146">
                  <c:v>34.5</c:v>
                </c:pt>
                <c:pt idx="21147">
                  <c:v>34.5</c:v>
                </c:pt>
                <c:pt idx="21148">
                  <c:v>34.5</c:v>
                </c:pt>
                <c:pt idx="21149">
                  <c:v>34.5</c:v>
                </c:pt>
                <c:pt idx="21150">
                  <c:v>34.5</c:v>
                </c:pt>
                <c:pt idx="21151">
                  <c:v>34.5</c:v>
                </c:pt>
                <c:pt idx="21152">
                  <c:v>34.5</c:v>
                </c:pt>
                <c:pt idx="21153">
                  <c:v>34.5</c:v>
                </c:pt>
                <c:pt idx="21154">
                  <c:v>34.5</c:v>
                </c:pt>
                <c:pt idx="21155">
                  <c:v>34.5</c:v>
                </c:pt>
                <c:pt idx="21156">
                  <c:v>34.5</c:v>
                </c:pt>
                <c:pt idx="21157">
                  <c:v>34.5</c:v>
                </c:pt>
                <c:pt idx="21158">
                  <c:v>34.5</c:v>
                </c:pt>
                <c:pt idx="21159">
                  <c:v>34.5</c:v>
                </c:pt>
                <c:pt idx="21160">
                  <c:v>34.5</c:v>
                </c:pt>
                <c:pt idx="21161">
                  <c:v>34.5</c:v>
                </c:pt>
                <c:pt idx="21162">
                  <c:v>34.5</c:v>
                </c:pt>
                <c:pt idx="21163">
                  <c:v>34.5</c:v>
                </c:pt>
                <c:pt idx="21164">
                  <c:v>34.5</c:v>
                </c:pt>
                <c:pt idx="21165">
                  <c:v>34.5</c:v>
                </c:pt>
                <c:pt idx="21166">
                  <c:v>34.5</c:v>
                </c:pt>
                <c:pt idx="21167">
                  <c:v>34.5</c:v>
                </c:pt>
                <c:pt idx="21168">
                  <c:v>34.5</c:v>
                </c:pt>
                <c:pt idx="21169">
                  <c:v>34.5</c:v>
                </c:pt>
                <c:pt idx="21170">
                  <c:v>34.5</c:v>
                </c:pt>
                <c:pt idx="21171">
                  <c:v>34.5</c:v>
                </c:pt>
                <c:pt idx="21172">
                  <c:v>34.5</c:v>
                </c:pt>
                <c:pt idx="21173">
                  <c:v>34.5</c:v>
                </c:pt>
                <c:pt idx="21174">
                  <c:v>34.5</c:v>
                </c:pt>
                <c:pt idx="21175">
                  <c:v>34.5</c:v>
                </c:pt>
                <c:pt idx="21176">
                  <c:v>34.5</c:v>
                </c:pt>
                <c:pt idx="21177">
                  <c:v>34.5</c:v>
                </c:pt>
                <c:pt idx="21178">
                  <c:v>34.5</c:v>
                </c:pt>
                <c:pt idx="21179">
                  <c:v>34.5</c:v>
                </c:pt>
                <c:pt idx="21180">
                  <c:v>34.5</c:v>
                </c:pt>
                <c:pt idx="21181">
                  <c:v>34.5</c:v>
                </c:pt>
                <c:pt idx="21182">
                  <c:v>34.5</c:v>
                </c:pt>
                <c:pt idx="21183">
                  <c:v>34.5</c:v>
                </c:pt>
                <c:pt idx="21184">
                  <c:v>34.450000000000003</c:v>
                </c:pt>
                <c:pt idx="21185">
                  <c:v>34.450000000000003</c:v>
                </c:pt>
                <c:pt idx="21186">
                  <c:v>34.450000000000003</c:v>
                </c:pt>
                <c:pt idx="21187">
                  <c:v>34.5</c:v>
                </c:pt>
                <c:pt idx="21188">
                  <c:v>34.450000000000003</c:v>
                </c:pt>
                <c:pt idx="21189">
                  <c:v>34.450000000000003</c:v>
                </c:pt>
                <c:pt idx="21190">
                  <c:v>34.450000000000003</c:v>
                </c:pt>
                <c:pt idx="21191">
                  <c:v>34.450000000000003</c:v>
                </c:pt>
                <c:pt idx="21192">
                  <c:v>34.450000000000003</c:v>
                </c:pt>
                <c:pt idx="21193">
                  <c:v>34.450000000000003</c:v>
                </c:pt>
                <c:pt idx="21194">
                  <c:v>34.450000000000003</c:v>
                </c:pt>
                <c:pt idx="21195">
                  <c:v>34.450000000000003</c:v>
                </c:pt>
                <c:pt idx="21196">
                  <c:v>34.450000000000003</c:v>
                </c:pt>
                <c:pt idx="21197">
                  <c:v>34.450000000000003</c:v>
                </c:pt>
                <c:pt idx="21198">
                  <c:v>34.450000000000003</c:v>
                </c:pt>
                <c:pt idx="21199">
                  <c:v>34.450000000000003</c:v>
                </c:pt>
                <c:pt idx="21200">
                  <c:v>34.450000000000003</c:v>
                </c:pt>
                <c:pt idx="21201">
                  <c:v>34.450000000000003</c:v>
                </c:pt>
                <c:pt idx="21202">
                  <c:v>34.450000000000003</c:v>
                </c:pt>
                <c:pt idx="21203">
                  <c:v>34.450000000000003</c:v>
                </c:pt>
                <c:pt idx="21204">
                  <c:v>34.450000000000003</c:v>
                </c:pt>
                <c:pt idx="21205">
                  <c:v>34.450000000000003</c:v>
                </c:pt>
                <c:pt idx="21206">
                  <c:v>34.450000000000003</c:v>
                </c:pt>
                <c:pt idx="21207">
                  <c:v>34.450000000000003</c:v>
                </c:pt>
                <c:pt idx="21208">
                  <c:v>34.450000000000003</c:v>
                </c:pt>
                <c:pt idx="21209">
                  <c:v>34.450000000000003</c:v>
                </c:pt>
                <c:pt idx="21210">
                  <c:v>34.450000000000003</c:v>
                </c:pt>
                <c:pt idx="21211">
                  <c:v>34.450000000000003</c:v>
                </c:pt>
                <c:pt idx="21212">
                  <c:v>34.450000000000003</c:v>
                </c:pt>
                <c:pt idx="21213">
                  <c:v>34.450000000000003</c:v>
                </c:pt>
                <c:pt idx="21214">
                  <c:v>34.450000000000003</c:v>
                </c:pt>
                <c:pt idx="21215">
                  <c:v>34.450000000000003</c:v>
                </c:pt>
                <c:pt idx="21216">
                  <c:v>34.450000000000003</c:v>
                </c:pt>
                <c:pt idx="21217">
                  <c:v>34.450000000000003</c:v>
                </c:pt>
                <c:pt idx="21218">
                  <c:v>34.450000000000003</c:v>
                </c:pt>
                <c:pt idx="21219">
                  <c:v>34.450000000000003</c:v>
                </c:pt>
                <c:pt idx="21220">
                  <c:v>34.450000000000003</c:v>
                </c:pt>
                <c:pt idx="21221">
                  <c:v>34.450000000000003</c:v>
                </c:pt>
                <c:pt idx="21222">
                  <c:v>34.4</c:v>
                </c:pt>
                <c:pt idx="21223">
                  <c:v>34.450000000000003</c:v>
                </c:pt>
                <c:pt idx="21224">
                  <c:v>34.4</c:v>
                </c:pt>
                <c:pt idx="21225">
                  <c:v>34.4</c:v>
                </c:pt>
                <c:pt idx="21226">
                  <c:v>34.4</c:v>
                </c:pt>
                <c:pt idx="21227">
                  <c:v>34.4</c:v>
                </c:pt>
                <c:pt idx="21228">
                  <c:v>34.4</c:v>
                </c:pt>
                <c:pt idx="21229">
                  <c:v>34.4</c:v>
                </c:pt>
                <c:pt idx="21230">
                  <c:v>34.4</c:v>
                </c:pt>
                <c:pt idx="21231">
                  <c:v>34.4</c:v>
                </c:pt>
                <c:pt idx="21232">
                  <c:v>34.4</c:v>
                </c:pt>
                <c:pt idx="21233">
                  <c:v>34.4</c:v>
                </c:pt>
                <c:pt idx="21234">
                  <c:v>34.4</c:v>
                </c:pt>
                <c:pt idx="21235">
                  <c:v>34.4</c:v>
                </c:pt>
                <c:pt idx="21236">
                  <c:v>34.4</c:v>
                </c:pt>
                <c:pt idx="21237">
                  <c:v>34.4</c:v>
                </c:pt>
                <c:pt idx="21238">
                  <c:v>34.4</c:v>
                </c:pt>
                <c:pt idx="21239">
                  <c:v>34.4</c:v>
                </c:pt>
                <c:pt idx="21240">
                  <c:v>34.4</c:v>
                </c:pt>
                <c:pt idx="21241">
                  <c:v>34.4</c:v>
                </c:pt>
                <c:pt idx="21242">
                  <c:v>34.4</c:v>
                </c:pt>
                <c:pt idx="21243">
                  <c:v>34.4</c:v>
                </c:pt>
                <c:pt idx="21244">
                  <c:v>34.4</c:v>
                </c:pt>
                <c:pt idx="21245">
                  <c:v>34.4</c:v>
                </c:pt>
                <c:pt idx="21246">
                  <c:v>34.4</c:v>
                </c:pt>
                <c:pt idx="21247">
                  <c:v>34.4</c:v>
                </c:pt>
                <c:pt idx="21248">
                  <c:v>34.4</c:v>
                </c:pt>
                <c:pt idx="21249">
                  <c:v>34.4</c:v>
                </c:pt>
                <c:pt idx="21250">
                  <c:v>34.35</c:v>
                </c:pt>
                <c:pt idx="21251">
                  <c:v>34.35</c:v>
                </c:pt>
                <c:pt idx="21252">
                  <c:v>34.35</c:v>
                </c:pt>
                <c:pt idx="21253">
                  <c:v>34.4</c:v>
                </c:pt>
                <c:pt idx="21254">
                  <c:v>34.35</c:v>
                </c:pt>
                <c:pt idx="21255">
                  <c:v>34.35</c:v>
                </c:pt>
                <c:pt idx="21256">
                  <c:v>34.35</c:v>
                </c:pt>
                <c:pt idx="21257">
                  <c:v>34.35</c:v>
                </c:pt>
                <c:pt idx="21258">
                  <c:v>34.35</c:v>
                </c:pt>
                <c:pt idx="21259">
                  <c:v>34.35</c:v>
                </c:pt>
                <c:pt idx="21260">
                  <c:v>34.35</c:v>
                </c:pt>
                <c:pt idx="21261">
                  <c:v>34.35</c:v>
                </c:pt>
                <c:pt idx="21262">
                  <c:v>34.35</c:v>
                </c:pt>
                <c:pt idx="21263">
                  <c:v>34.35</c:v>
                </c:pt>
                <c:pt idx="21264">
                  <c:v>34.35</c:v>
                </c:pt>
                <c:pt idx="21265">
                  <c:v>34.35</c:v>
                </c:pt>
                <c:pt idx="21266">
                  <c:v>34.35</c:v>
                </c:pt>
                <c:pt idx="21267">
                  <c:v>34.35</c:v>
                </c:pt>
                <c:pt idx="21268">
                  <c:v>34.35</c:v>
                </c:pt>
                <c:pt idx="21269">
                  <c:v>34.35</c:v>
                </c:pt>
                <c:pt idx="21270">
                  <c:v>34.35</c:v>
                </c:pt>
                <c:pt idx="21271">
                  <c:v>34.35</c:v>
                </c:pt>
                <c:pt idx="21272">
                  <c:v>34.35</c:v>
                </c:pt>
                <c:pt idx="21273">
                  <c:v>34.35</c:v>
                </c:pt>
                <c:pt idx="21274">
                  <c:v>34.35</c:v>
                </c:pt>
                <c:pt idx="21275">
                  <c:v>34.35</c:v>
                </c:pt>
                <c:pt idx="21276">
                  <c:v>34.35</c:v>
                </c:pt>
                <c:pt idx="21277">
                  <c:v>34.35</c:v>
                </c:pt>
                <c:pt idx="21278">
                  <c:v>34.35</c:v>
                </c:pt>
                <c:pt idx="21279">
                  <c:v>34.35</c:v>
                </c:pt>
                <c:pt idx="21280">
                  <c:v>34.35</c:v>
                </c:pt>
                <c:pt idx="21281">
                  <c:v>34.35</c:v>
                </c:pt>
                <c:pt idx="21282">
                  <c:v>34.35</c:v>
                </c:pt>
                <c:pt idx="21283">
                  <c:v>34.35</c:v>
                </c:pt>
                <c:pt idx="21284">
                  <c:v>34.35</c:v>
                </c:pt>
                <c:pt idx="21285">
                  <c:v>34.35</c:v>
                </c:pt>
                <c:pt idx="21286">
                  <c:v>34.35</c:v>
                </c:pt>
                <c:pt idx="21287">
                  <c:v>34.35</c:v>
                </c:pt>
                <c:pt idx="21288">
                  <c:v>34.35</c:v>
                </c:pt>
                <c:pt idx="21289">
                  <c:v>34.35</c:v>
                </c:pt>
                <c:pt idx="21290">
                  <c:v>34.35</c:v>
                </c:pt>
                <c:pt idx="21291">
                  <c:v>34.35</c:v>
                </c:pt>
                <c:pt idx="21292">
                  <c:v>34.35</c:v>
                </c:pt>
                <c:pt idx="21293">
                  <c:v>34.35</c:v>
                </c:pt>
                <c:pt idx="21294">
                  <c:v>34.35</c:v>
                </c:pt>
                <c:pt idx="21295">
                  <c:v>34.35</c:v>
                </c:pt>
                <c:pt idx="21296">
                  <c:v>34.35</c:v>
                </c:pt>
                <c:pt idx="21297">
                  <c:v>34.35</c:v>
                </c:pt>
                <c:pt idx="21298">
                  <c:v>34.299999999999997</c:v>
                </c:pt>
                <c:pt idx="21299">
                  <c:v>34.299999999999997</c:v>
                </c:pt>
                <c:pt idx="21300">
                  <c:v>34.299999999999997</c:v>
                </c:pt>
                <c:pt idx="21301">
                  <c:v>34.299999999999997</c:v>
                </c:pt>
                <c:pt idx="21302">
                  <c:v>34.299999999999997</c:v>
                </c:pt>
                <c:pt idx="21303">
                  <c:v>34.299999999999997</c:v>
                </c:pt>
                <c:pt idx="21304">
                  <c:v>34.299999999999997</c:v>
                </c:pt>
                <c:pt idx="21305">
                  <c:v>34.299999999999997</c:v>
                </c:pt>
                <c:pt idx="21306">
                  <c:v>34.299999999999997</c:v>
                </c:pt>
                <c:pt idx="21307">
                  <c:v>34.299999999999997</c:v>
                </c:pt>
                <c:pt idx="21308">
                  <c:v>34.299999999999997</c:v>
                </c:pt>
                <c:pt idx="21309">
                  <c:v>34.299999999999997</c:v>
                </c:pt>
                <c:pt idx="21310">
                  <c:v>34.299999999999997</c:v>
                </c:pt>
                <c:pt idx="21311">
                  <c:v>34.299999999999997</c:v>
                </c:pt>
                <c:pt idx="21312">
                  <c:v>34.299999999999997</c:v>
                </c:pt>
                <c:pt idx="21313">
                  <c:v>34.299999999999997</c:v>
                </c:pt>
                <c:pt idx="21314">
                  <c:v>34.299999999999997</c:v>
                </c:pt>
                <c:pt idx="21315">
                  <c:v>34.299999999999997</c:v>
                </c:pt>
                <c:pt idx="21316">
                  <c:v>34.299999999999997</c:v>
                </c:pt>
                <c:pt idx="21317">
                  <c:v>34.299999999999997</c:v>
                </c:pt>
                <c:pt idx="21318">
                  <c:v>34.299999999999997</c:v>
                </c:pt>
                <c:pt idx="21319">
                  <c:v>34.299999999999997</c:v>
                </c:pt>
                <c:pt idx="21320">
                  <c:v>34.299999999999997</c:v>
                </c:pt>
                <c:pt idx="21321">
                  <c:v>34.299999999999997</c:v>
                </c:pt>
                <c:pt idx="21322">
                  <c:v>34.299999999999997</c:v>
                </c:pt>
                <c:pt idx="21323">
                  <c:v>34.299999999999997</c:v>
                </c:pt>
                <c:pt idx="21324">
                  <c:v>34.299999999999997</c:v>
                </c:pt>
                <c:pt idx="21325">
                  <c:v>34.299999999999997</c:v>
                </c:pt>
                <c:pt idx="21326">
                  <c:v>34.299999999999997</c:v>
                </c:pt>
                <c:pt idx="21327">
                  <c:v>34.299999999999997</c:v>
                </c:pt>
                <c:pt idx="21328">
                  <c:v>34.299999999999997</c:v>
                </c:pt>
                <c:pt idx="21329">
                  <c:v>34.299999999999997</c:v>
                </c:pt>
                <c:pt idx="21330">
                  <c:v>34.299999999999997</c:v>
                </c:pt>
                <c:pt idx="21331">
                  <c:v>34.299999999999997</c:v>
                </c:pt>
                <c:pt idx="21332">
                  <c:v>34.299999999999997</c:v>
                </c:pt>
                <c:pt idx="21333">
                  <c:v>34.299999999999997</c:v>
                </c:pt>
                <c:pt idx="21334">
                  <c:v>34.25</c:v>
                </c:pt>
                <c:pt idx="21335">
                  <c:v>34.25</c:v>
                </c:pt>
                <c:pt idx="21336">
                  <c:v>34.25</c:v>
                </c:pt>
                <c:pt idx="21337">
                  <c:v>34.25</c:v>
                </c:pt>
                <c:pt idx="21338">
                  <c:v>34.25</c:v>
                </c:pt>
                <c:pt idx="21339">
                  <c:v>34.25</c:v>
                </c:pt>
                <c:pt idx="21340">
                  <c:v>34.25</c:v>
                </c:pt>
                <c:pt idx="21341">
                  <c:v>34.25</c:v>
                </c:pt>
                <c:pt idx="21342">
                  <c:v>34.25</c:v>
                </c:pt>
                <c:pt idx="21343">
                  <c:v>34.25</c:v>
                </c:pt>
                <c:pt idx="21344">
                  <c:v>34.25</c:v>
                </c:pt>
                <c:pt idx="21345">
                  <c:v>34.25</c:v>
                </c:pt>
                <c:pt idx="21346">
                  <c:v>34.25</c:v>
                </c:pt>
                <c:pt idx="21347">
                  <c:v>34.25</c:v>
                </c:pt>
                <c:pt idx="21348">
                  <c:v>34.25</c:v>
                </c:pt>
                <c:pt idx="21349">
                  <c:v>34.25</c:v>
                </c:pt>
                <c:pt idx="21350">
                  <c:v>34.25</c:v>
                </c:pt>
                <c:pt idx="21351">
                  <c:v>34.25</c:v>
                </c:pt>
                <c:pt idx="21352">
                  <c:v>34.25</c:v>
                </c:pt>
                <c:pt idx="21353">
                  <c:v>34.25</c:v>
                </c:pt>
                <c:pt idx="21354">
                  <c:v>34.25</c:v>
                </c:pt>
                <c:pt idx="21355">
                  <c:v>34.200000000000003</c:v>
                </c:pt>
                <c:pt idx="21356">
                  <c:v>34.25</c:v>
                </c:pt>
                <c:pt idx="21357">
                  <c:v>34.200000000000003</c:v>
                </c:pt>
                <c:pt idx="21358">
                  <c:v>34.200000000000003</c:v>
                </c:pt>
                <c:pt idx="21359">
                  <c:v>34.200000000000003</c:v>
                </c:pt>
                <c:pt idx="21360">
                  <c:v>34.25</c:v>
                </c:pt>
                <c:pt idx="21361">
                  <c:v>34.200000000000003</c:v>
                </c:pt>
                <c:pt idx="21362">
                  <c:v>34.200000000000003</c:v>
                </c:pt>
                <c:pt idx="21363">
                  <c:v>34.200000000000003</c:v>
                </c:pt>
                <c:pt idx="21364">
                  <c:v>34.200000000000003</c:v>
                </c:pt>
                <c:pt idx="21365">
                  <c:v>34.200000000000003</c:v>
                </c:pt>
                <c:pt idx="21366">
                  <c:v>34.200000000000003</c:v>
                </c:pt>
                <c:pt idx="21367">
                  <c:v>34.200000000000003</c:v>
                </c:pt>
                <c:pt idx="21368">
                  <c:v>34.200000000000003</c:v>
                </c:pt>
                <c:pt idx="21369">
                  <c:v>34.200000000000003</c:v>
                </c:pt>
                <c:pt idx="21370">
                  <c:v>34.200000000000003</c:v>
                </c:pt>
                <c:pt idx="21371">
                  <c:v>34.200000000000003</c:v>
                </c:pt>
                <c:pt idx="21372">
                  <c:v>34.200000000000003</c:v>
                </c:pt>
                <c:pt idx="21373">
                  <c:v>34.200000000000003</c:v>
                </c:pt>
                <c:pt idx="21374">
                  <c:v>34.200000000000003</c:v>
                </c:pt>
                <c:pt idx="21375">
                  <c:v>34.200000000000003</c:v>
                </c:pt>
                <c:pt idx="21376">
                  <c:v>34.200000000000003</c:v>
                </c:pt>
                <c:pt idx="21377">
                  <c:v>34.200000000000003</c:v>
                </c:pt>
                <c:pt idx="21378">
                  <c:v>34.200000000000003</c:v>
                </c:pt>
                <c:pt idx="21379">
                  <c:v>34.200000000000003</c:v>
                </c:pt>
                <c:pt idx="21380">
                  <c:v>34.200000000000003</c:v>
                </c:pt>
                <c:pt idx="21381">
                  <c:v>34.200000000000003</c:v>
                </c:pt>
                <c:pt idx="21382">
                  <c:v>34.200000000000003</c:v>
                </c:pt>
                <c:pt idx="21383">
                  <c:v>34.200000000000003</c:v>
                </c:pt>
                <c:pt idx="21384">
                  <c:v>34.200000000000003</c:v>
                </c:pt>
                <c:pt idx="21385">
                  <c:v>34.200000000000003</c:v>
                </c:pt>
                <c:pt idx="21386">
                  <c:v>34.200000000000003</c:v>
                </c:pt>
                <c:pt idx="21387">
                  <c:v>34.200000000000003</c:v>
                </c:pt>
                <c:pt idx="21388">
                  <c:v>34.200000000000003</c:v>
                </c:pt>
                <c:pt idx="21389">
                  <c:v>34.200000000000003</c:v>
                </c:pt>
                <c:pt idx="21390">
                  <c:v>34.200000000000003</c:v>
                </c:pt>
                <c:pt idx="21391">
                  <c:v>34.200000000000003</c:v>
                </c:pt>
                <c:pt idx="21392">
                  <c:v>34.200000000000003</c:v>
                </c:pt>
                <c:pt idx="21393">
                  <c:v>34.200000000000003</c:v>
                </c:pt>
                <c:pt idx="21394">
                  <c:v>34.200000000000003</c:v>
                </c:pt>
                <c:pt idx="21395">
                  <c:v>34.200000000000003</c:v>
                </c:pt>
                <c:pt idx="21396">
                  <c:v>34.200000000000003</c:v>
                </c:pt>
                <c:pt idx="21397">
                  <c:v>34.200000000000003</c:v>
                </c:pt>
                <c:pt idx="21398">
                  <c:v>34.200000000000003</c:v>
                </c:pt>
                <c:pt idx="21399">
                  <c:v>34.200000000000003</c:v>
                </c:pt>
                <c:pt idx="21400">
                  <c:v>34.200000000000003</c:v>
                </c:pt>
                <c:pt idx="21401">
                  <c:v>34.200000000000003</c:v>
                </c:pt>
                <c:pt idx="21402">
                  <c:v>34.200000000000003</c:v>
                </c:pt>
                <c:pt idx="21403">
                  <c:v>34.200000000000003</c:v>
                </c:pt>
                <c:pt idx="21404">
                  <c:v>34.200000000000003</c:v>
                </c:pt>
                <c:pt idx="21405">
                  <c:v>34.200000000000003</c:v>
                </c:pt>
                <c:pt idx="21406">
                  <c:v>34.200000000000003</c:v>
                </c:pt>
                <c:pt idx="21407">
                  <c:v>34.200000000000003</c:v>
                </c:pt>
                <c:pt idx="21408">
                  <c:v>34.200000000000003</c:v>
                </c:pt>
                <c:pt idx="21409">
                  <c:v>34.200000000000003</c:v>
                </c:pt>
                <c:pt idx="21410">
                  <c:v>34.200000000000003</c:v>
                </c:pt>
                <c:pt idx="21411">
                  <c:v>34.200000000000003</c:v>
                </c:pt>
                <c:pt idx="21412">
                  <c:v>34.15</c:v>
                </c:pt>
                <c:pt idx="21413">
                  <c:v>34.15</c:v>
                </c:pt>
                <c:pt idx="21414">
                  <c:v>34.15</c:v>
                </c:pt>
                <c:pt idx="21415">
                  <c:v>34.200000000000003</c:v>
                </c:pt>
                <c:pt idx="21416">
                  <c:v>34.15</c:v>
                </c:pt>
                <c:pt idx="21417">
                  <c:v>34.15</c:v>
                </c:pt>
                <c:pt idx="21418">
                  <c:v>34.15</c:v>
                </c:pt>
                <c:pt idx="21419">
                  <c:v>34.15</c:v>
                </c:pt>
                <c:pt idx="21420">
                  <c:v>34.15</c:v>
                </c:pt>
                <c:pt idx="21421">
                  <c:v>34.15</c:v>
                </c:pt>
                <c:pt idx="21422">
                  <c:v>34.15</c:v>
                </c:pt>
                <c:pt idx="21423">
                  <c:v>34.15</c:v>
                </c:pt>
                <c:pt idx="21424">
                  <c:v>34.15</c:v>
                </c:pt>
                <c:pt idx="21425">
                  <c:v>34.15</c:v>
                </c:pt>
                <c:pt idx="21426">
                  <c:v>34.15</c:v>
                </c:pt>
                <c:pt idx="21427">
                  <c:v>34.15</c:v>
                </c:pt>
                <c:pt idx="21428">
                  <c:v>34.15</c:v>
                </c:pt>
                <c:pt idx="21429">
                  <c:v>34.1</c:v>
                </c:pt>
                <c:pt idx="21430">
                  <c:v>34.15</c:v>
                </c:pt>
                <c:pt idx="21431">
                  <c:v>34.1</c:v>
                </c:pt>
                <c:pt idx="21432">
                  <c:v>34.1</c:v>
                </c:pt>
                <c:pt idx="21433">
                  <c:v>34.1</c:v>
                </c:pt>
                <c:pt idx="21434">
                  <c:v>34.15</c:v>
                </c:pt>
                <c:pt idx="21435">
                  <c:v>34.15</c:v>
                </c:pt>
                <c:pt idx="21436">
                  <c:v>34.1</c:v>
                </c:pt>
                <c:pt idx="21437">
                  <c:v>34.1</c:v>
                </c:pt>
                <c:pt idx="21438">
                  <c:v>34.15</c:v>
                </c:pt>
                <c:pt idx="21439">
                  <c:v>34.1</c:v>
                </c:pt>
                <c:pt idx="21440">
                  <c:v>34.15</c:v>
                </c:pt>
                <c:pt idx="21441">
                  <c:v>34.15</c:v>
                </c:pt>
                <c:pt idx="21442">
                  <c:v>34.15</c:v>
                </c:pt>
                <c:pt idx="21443">
                  <c:v>34.1</c:v>
                </c:pt>
                <c:pt idx="21444">
                  <c:v>34.1</c:v>
                </c:pt>
                <c:pt idx="21445">
                  <c:v>34.15</c:v>
                </c:pt>
                <c:pt idx="21446">
                  <c:v>34.15</c:v>
                </c:pt>
                <c:pt idx="21447">
                  <c:v>34.1</c:v>
                </c:pt>
                <c:pt idx="21448">
                  <c:v>34.1</c:v>
                </c:pt>
                <c:pt idx="21449">
                  <c:v>34.15</c:v>
                </c:pt>
                <c:pt idx="21450">
                  <c:v>34.1</c:v>
                </c:pt>
                <c:pt idx="21451">
                  <c:v>34.1</c:v>
                </c:pt>
                <c:pt idx="21452">
                  <c:v>34.1</c:v>
                </c:pt>
                <c:pt idx="21453">
                  <c:v>34.1</c:v>
                </c:pt>
                <c:pt idx="21454">
                  <c:v>34.1</c:v>
                </c:pt>
                <c:pt idx="21455">
                  <c:v>34.1</c:v>
                </c:pt>
                <c:pt idx="21456">
                  <c:v>34.1</c:v>
                </c:pt>
                <c:pt idx="21457">
                  <c:v>34.1</c:v>
                </c:pt>
                <c:pt idx="21458">
                  <c:v>34.1</c:v>
                </c:pt>
                <c:pt idx="21459">
                  <c:v>34.1</c:v>
                </c:pt>
                <c:pt idx="21460">
                  <c:v>34.049999999999997</c:v>
                </c:pt>
                <c:pt idx="21461">
                  <c:v>34.049999999999997</c:v>
                </c:pt>
                <c:pt idx="21462">
                  <c:v>34.049999999999997</c:v>
                </c:pt>
                <c:pt idx="21463">
                  <c:v>34.049999999999997</c:v>
                </c:pt>
                <c:pt idx="21464">
                  <c:v>34.049999999999997</c:v>
                </c:pt>
                <c:pt idx="21465">
                  <c:v>34.049999999999997</c:v>
                </c:pt>
                <c:pt idx="21466">
                  <c:v>34.049999999999997</c:v>
                </c:pt>
                <c:pt idx="21467">
                  <c:v>34.049999999999997</c:v>
                </c:pt>
                <c:pt idx="21468">
                  <c:v>34.049999999999997</c:v>
                </c:pt>
                <c:pt idx="21469">
                  <c:v>34.049999999999997</c:v>
                </c:pt>
                <c:pt idx="21470">
                  <c:v>34.049999999999997</c:v>
                </c:pt>
                <c:pt idx="21471">
                  <c:v>34.1</c:v>
                </c:pt>
                <c:pt idx="21472">
                  <c:v>34.049999999999997</c:v>
                </c:pt>
                <c:pt idx="21473">
                  <c:v>34.049999999999997</c:v>
                </c:pt>
                <c:pt idx="21474">
                  <c:v>34.049999999999997</c:v>
                </c:pt>
                <c:pt idx="21475">
                  <c:v>34.049999999999997</c:v>
                </c:pt>
                <c:pt idx="21476">
                  <c:v>34.049999999999997</c:v>
                </c:pt>
                <c:pt idx="21477">
                  <c:v>34.049999999999997</c:v>
                </c:pt>
                <c:pt idx="21478">
                  <c:v>34.1</c:v>
                </c:pt>
                <c:pt idx="21479">
                  <c:v>34.1</c:v>
                </c:pt>
                <c:pt idx="21480">
                  <c:v>34.049999999999997</c:v>
                </c:pt>
                <c:pt idx="21481">
                  <c:v>34.1</c:v>
                </c:pt>
                <c:pt idx="21482">
                  <c:v>34.1</c:v>
                </c:pt>
                <c:pt idx="21483">
                  <c:v>34.1</c:v>
                </c:pt>
                <c:pt idx="21484">
                  <c:v>34.049999999999997</c:v>
                </c:pt>
                <c:pt idx="21485">
                  <c:v>34.1</c:v>
                </c:pt>
                <c:pt idx="21486">
                  <c:v>34.1</c:v>
                </c:pt>
                <c:pt idx="21487">
                  <c:v>34.049999999999997</c:v>
                </c:pt>
                <c:pt idx="21488">
                  <c:v>34.049999999999997</c:v>
                </c:pt>
                <c:pt idx="21489">
                  <c:v>34.049999999999997</c:v>
                </c:pt>
                <c:pt idx="21490">
                  <c:v>34.049999999999997</c:v>
                </c:pt>
                <c:pt idx="21491">
                  <c:v>34.049999999999997</c:v>
                </c:pt>
                <c:pt idx="21492">
                  <c:v>34.049999999999997</c:v>
                </c:pt>
                <c:pt idx="21493">
                  <c:v>34.049999999999997</c:v>
                </c:pt>
                <c:pt idx="21494">
                  <c:v>34.049999999999997</c:v>
                </c:pt>
                <c:pt idx="21495">
                  <c:v>34.049999999999997</c:v>
                </c:pt>
                <c:pt idx="21496">
                  <c:v>34.049999999999997</c:v>
                </c:pt>
                <c:pt idx="21497">
                  <c:v>34.049999999999997</c:v>
                </c:pt>
                <c:pt idx="21498">
                  <c:v>34.049999999999997</c:v>
                </c:pt>
                <c:pt idx="21499">
                  <c:v>34.049999999999997</c:v>
                </c:pt>
                <c:pt idx="21500">
                  <c:v>34.049999999999997</c:v>
                </c:pt>
                <c:pt idx="21501">
                  <c:v>34.049999999999997</c:v>
                </c:pt>
                <c:pt idx="21502">
                  <c:v>34</c:v>
                </c:pt>
                <c:pt idx="21503">
                  <c:v>34</c:v>
                </c:pt>
                <c:pt idx="21504">
                  <c:v>34</c:v>
                </c:pt>
                <c:pt idx="21505">
                  <c:v>34</c:v>
                </c:pt>
                <c:pt idx="21506">
                  <c:v>34</c:v>
                </c:pt>
                <c:pt idx="21507">
                  <c:v>34</c:v>
                </c:pt>
                <c:pt idx="21508">
                  <c:v>34</c:v>
                </c:pt>
                <c:pt idx="21509">
                  <c:v>34</c:v>
                </c:pt>
                <c:pt idx="21510">
                  <c:v>34</c:v>
                </c:pt>
                <c:pt idx="21511">
                  <c:v>34</c:v>
                </c:pt>
                <c:pt idx="21512">
                  <c:v>34.049999999999997</c:v>
                </c:pt>
                <c:pt idx="21513">
                  <c:v>34.049999999999997</c:v>
                </c:pt>
                <c:pt idx="21514">
                  <c:v>34.049999999999997</c:v>
                </c:pt>
                <c:pt idx="21515">
                  <c:v>34.049999999999997</c:v>
                </c:pt>
                <c:pt idx="21516">
                  <c:v>34</c:v>
                </c:pt>
                <c:pt idx="21517">
                  <c:v>34</c:v>
                </c:pt>
                <c:pt idx="21518">
                  <c:v>34</c:v>
                </c:pt>
                <c:pt idx="21519">
                  <c:v>34</c:v>
                </c:pt>
                <c:pt idx="21520">
                  <c:v>34</c:v>
                </c:pt>
                <c:pt idx="21521">
                  <c:v>34</c:v>
                </c:pt>
                <c:pt idx="21522">
                  <c:v>34</c:v>
                </c:pt>
                <c:pt idx="21523">
                  <c:v>34</c:v>
                </c:pt>
                <c:pt idx="21524">
                  <c:v>34</c:v>
                </c:pt>
                <c:pt idx="21525">
                  <c:v>34</c:v>
                </c:pt>
                <c:pt idx="21526">
                  <c:v>34</c:v>
                </c:pt>
                <c:pt idx="21527">
                  <c:v>34</c:v>
                </c:pt>
                <c:pt idx="21528">
                  <c:v>34</c:v>
                </c:pt>
                <c:pt idx="21529">
                  <c:v>34</c:v>
                </c:pt>
                <c:pt idx="21530">
                  <c:v>34</c:v>
                </c:pt>
                <c:pt idx="21531">
                  <c:v>34</c:v>
                </c:pt>
                <c:pt idx="21532">
                  <c:v>34</c:v>
                </c:pt>
                <c:pt idx="21533">
                  <c:v>34</c:v>
                </c:pt>
                <c:pt idx="21534">
                  <c:v>34</c:v>
                </c:pt>
                <c:pt idx="21535">
                  <c:v>34</c:v>
                </c:pt>
                <c:pt idx="21536">
                  <c:v>34</c:v>
                </c:pt>
                <c:pt idx="21537">
                  <c:v>34</c:v>
                </c:pt>
                <c:pt idx="21538">
                  <c:v>34</c:v>
                </c:pt>
                <c:pt idx="21539">
                  <c:v>34</c:v>
                </c:pt>
                <c:pt idx="21540">
                  <c:v>34</c:v>
                </c:pt>
                <c:pt idx="21541">
                  <c:v>34</c:v>
                </c:pt>
                <c:pt idx="21542">
                  <c:v>34</c:v>
                </c:pt>
                <c:pt idx="21543">
                  <c:v>34</c:v>
                </c:pt>
                <c:pt idx="21544">
                  <c:v>34</c:v>
                </c:pt>
                <c:pt idx="21545">
                  <c:v>33.950000000000003</c:v>
                </c:pt>
                <c:pt idx="21546">
                  <c:v>33.950000000000003</c:v>
                </c:pt>
                <c:pt idx="21547">
                  <c:v>33.950000000000003</c:v>
                </c:pt>
                <c:pt idx="21548">
                  <c:v>33.950000000000003</c:v>
                </c:pt>
                <c:pt idx="21549">
                  <c:v>33.950000000000003</c:v>
                </c:pt>
                <c:pt idx="21550">
                  <c:v>33.950000000000003</c:v>
                </c:pt>
                <c:pt idx="21551">
                  <c:v>33.950000000000003</c:v>
                </c:pt>
                <c:pt idx="21552">
                  <c:v>33.950000000000003</c:v>
                </c:pt>
                <c:pt idx="21553">
                  <c:v>33.950000000000003</c:v>
                </c:pt>
                <c:pt idx="21554">
                  <c:v>33.950000000000003</c:v>
                </c:pt>
                <c:pt idx="21555">
                  <c:v>33.950000000000003</c:v>
                </c:pt>
                <c:pt idx="21556">
                  <c:v>33.950000000000003</c:v>
                </c:pt>
                <c:pt idx="21557">
                  <c:v>33.950000000000003</c:v>
                </c:pt>
                <c:pt idx="21558">
                  <c:v>33.950000000000003</c:v>
                </c:pt>
                <c:pt idx="21559">
                  <c:v>33.950000000000003</c:v>
                </c:pt>
                <c:pt idx="21560">
                  <c:v>33.950000000000003</c:v>
                </c:pt>
                <c:pt idx="21561">
                  <c:v>33.950000000000003</c:v>
                </c:pt>
                <c:pt idx="21562">
                  <c:v>33.950000000000003</c:v>
                </c:pt>
                <c:pt idx="21563">
                  <c:v>33.950000000000003</c:v>
                </c:pt>
                <c:pt idx="21564">
                  <c:v>33.950000000000003</c:v>
                </c:pt>
                <c:pt idx="21565">
                  <c:v>33.950000000000003</c:v>
                </c:pt>
                <c:pt idx="21566">
                  <c:v>33.950000000000003</c:v>
                </c:pt>
                <c:pt idx="21567">
                  <c:v>33.950000000000003</c:v>
                </c:pt>
                <c:pt idx="21568">
                  <c:v>33.950000000000003</c:v>
                </c:pt>
                <c:pt idx="21569">
                  <c:v>33.950000000000003</c:v>
                </c:pt>
                <c:pt idx="21570">
                  <c:v>33.950000000000003</c:v>
                </c:pt>
                <c:pt idx="21571">
                  <c:v>33.950000000000003</c:v>
                </c:pt>
                <c:pt idx="21572">
                  <c:v>33.950000000000003</c:v>
                </c:pt>
                <c:pt idx="21573">
                  <c:v>33.950000000000003</c:v>
                </c:pt>
                <c:pt idx="21574">
                  <c:v>33.950000000000003</c:v>
                </c:pt>
                <c:pt idx="21575">
                  <c:v>33.950000000000003</c:v>
                </c:pt>
                <c:pt idx="21576">
                  <c:v>33.950000000000003</c:v>
                </c:pt>
                <c:pt idx="21577">
                  <c:v>33.950000000000003</c:v>
                </c:pt>
                <c:pt idx="21578">
                  <c:v>33.950000000000003</c:v>
                </c:pt>
                <c:pt idx="21579">
                  <c:v>33.950000000000003</c:v>
                </c:pt>
                <c:pt idx="21580">
                  <c:v>33.950000000000003</c:v>
                </c:pt>
                <c:pt idx="21581">
                  <c:v>33.950000000000003</c:v>
                </c:pt>
                <c:pt idx="21582">
                  <c:v>33.9</c:v>
                </c:pt>
                <c:pt idx="21583">
                  <c:v>33.950000000000003</c:v>
                </c:pt>
                <c:pt idx="21584">
                  <c:v>33.9</c:v>
                </c:pt>
                <c:pt idx="21585">
                  <c:v>33.9</c:v>
                </c:pt>
                <c:pt idx="21586">
                  <c:v>33.9</c:v>
                </c:pt>
                <c:pt idx="21587">
                  <c:v>33.9</c:v>
                </c:pt>
                <c:pt idx="21588">
                  <c:v>33.9</c:v>
                </c:pt>
                <c:pt idx="21589">
                  <c:v>33.9</c:v>
                </c:pt>
                <c:pt idx="21590">
                  <c:v>33.9</c:v>
                </c:pt>
                <c:pt idx="21591">
                  <c:v>33.9</c:v>
                </c:pt>
                <c:pt idx="21592">
                  <c:v>33.9</c:v>
                </c:pt>
                <c:pt idx="21593">
                  <c:v>33.9</c:v>
                </c:pt>
                <c:pt idx="21594">
                  <c:v>33.9</c:v>
                </c:pt>
                <c:pt idx="21595">
                  <c:v>33.9</c:v>
                </c:pt>
                <c:pt idx="21596">
                  <c:v>33.9</c:v>
                </c:pt>
                <c:pt idx="21597">
                  <c:v>33.9</c:v>
                </c:pt>
                <c:pt idx="21598">
                  <c:v>33.9</c:v>
                </c:pt>
                <c:pt idx="21599">
                  <c:v>33.9</c:v>
                </c:pt>
                <c:pt idx="21600">
                  <c:v>33.9</c:v>
                </c:pt>
                <c:pt idx="21601">
                  <c:v>33.9</c:v>
                </c:pt>
                <c:pt idx="21602">
                  <c:v>33.9</c:v>
                </c:pt>
                <c:pt idx="21603">
                  <c:v>33.9</c:v>
                </c:pt>
                <c:pt idx="21604">
                  <c:v>33.9</c:v>
                </c:pt>
                <c:pt idx="21605">
                  <c:v>33.9</c:v>
                </c:pt>
                <c:pt idx="21606">
                  <c:v>33.9</c:v>
                </c:pt>
                <c:pt idx="21607">
                  <c:v>33.9</c:v>
                </c:pt>
                <c:pt idx="21608">
                  <c:v>33.9</c:v>
                </c:pt>
                <c:pt idx="21609">
                  <c:v>33.9</c:v>
                </c:pt>
                <c:pt idx="21610">
                  <c:v>33.9</c:v>
                </c:pt>
                <c:pt idx="21611">
                  <c:v>33.9</c:v>
                </c:pt>
                <c:pt idx="21612">
                  <c:v>33.9</c:v>
                </c:pt>
                <c:pt idx="21613">
                  <c:v>33.9</c:v>
                </c:pt>
                <c:pt idx="21614">
                  <c:v>33.9</c:v>
                </c:pt>
                <c:pt idx="21615">
                  <c:v>33.9</c:v>
                </c:pt>
                <c:pt idx="21616">
                  <c:v>33.9</c:v>
                </c:pt>
                <c:pt idx="21617">
                  <c:v>33.85</c:v>
                </c:pt>
                <c:pt idx="21618">
                  <c:v>33.85</c:v>
                </c:pt>
                <c:pt idx="21619">
                  <c:v>33.85</c:v>
                </c:pt>
                <c:pt idx="21620">
                  <c:v>33.85</c:v>
                </c:pt>
                <c:pt idx="21621">
                  <c:v>33.85</c:v>
                </c:pt>
                <c:pt idx="21622">
                  <c:v>33.85</c:v>
                </c:pt>
                <c:pt idx="21623">
                  <c:v>33.85</c:v>
                </c:pt>
                <c:pt idx="21624">
                  <c:v>33.85</c:v>
                </c:pt>
                <c:pt idx="21625">
                  <c:v>33.85</c:v>
                </c:pt>
                <c:pt idx="21626">
                  <c:v>33.85</c:v>
                </c:pt>
                <c:pt idx="21627">
                  <c:v>33.85</c:v>
                </c:pt>
                <c:pt idx="21628">
                  <c:v>33.85</c:v>
                </c:pt>
                <c:pt idx="21629">
                  <c:v>33.85</c:v>
                </c:pt>
                <c:pt idx="21630">
                  <c:v>33.85</c:v>
                </c:pt>
                <c:pt idx="21631">
                  <c:v>33.85</c:v>
                </c:pt>
                <c:pt idx="21632">
                  <c:v>33.85</c:v>
                </c:pt>
                <c:pt idx="21633">
                  <c:v>33.85</c:v>
                </c:pt>
                <c:pt idx="21634">
                  <c:v>33.85</c:v>
                </c:pt>
                <c:pt idx="21635">
                  <c:v>33.85</c:v>
                </c:pt>
                <c:pt idx="21636">
                  <c:v>33.85</c:v>
                </c:pt>
                <c:pt idx="21637">
                  <c:v>33.85</c:v>
                </c:pt>
                <c:pt idx="21638">
                  <c:v>33.85</c:v>
                </c:pt>
                <c:pt idx="21639">
                  <c:v>33.85</c:v>
                </c:pt>
                <c:pt idx="21640">
                  <c:v>33.85</c:v>
                </c:pt>
                <c:pt idx="21641">
                  <c:v>33.85</c:v>
                </c:pt>
                <c:pt idx="21642">
                  <c:v>33.85</c:v>
                </c:pt>
                <c:pt idx="21643">
                  <c:v>33.799999999999997</c:v>
                </c:pt>
                <c:pt idx="21644">
                  <c:v>33.799999999999997</c:v>
                </c:pt>
                <c:pt idx="21645">
                  <c:v>33.799999999999997</c:v>
                </c:pt>
                <c:pt idx="21646">
                  <c:v>33.799999999999997</c:v>
                </c:pt>
                <c:pt idx="21647">
                  <c:v>33.799999999999997</c:v>
                </c:pt>
                <c:pt idx="21648">
                  <c:v>33.85</c:v>
                </c:pt>
                <c:pt idx="21649">
                  <c:v>33.799999999999997</c:v>
                </c:pt>
                <c:pt idx="21650">
                  <c:v>33.799999999999997</c:v>
                </c:pt>
                <c:pt idx="21651">
                  <c:v>33.799999999999997</c:v>
                </c:pt>
                <c:pt idx="21652">
                  <c:v>33.85</c:v>
                </c:pt>
                <c:pt idx="21653">
                  <c:v>33.799999999999997</c:v>
                </c:pt>
                <c:pt idx="21654">
                  <c:v>33.799999999999997</c:v>
                </c:pt>
                <c:pt idx="21655">
                  <c:v>33.799999999999997</c:v>
                </c:pt>
                <c:pt idx="21656">
                  <c:v>33.799999999999997</c:v>
                </c:pt>
                <c:pt idx="21657">
                  <c:v>33.799999999999997</c:v>
                </c:pt>
                <c:pt idx="21658">
                  <c:v>33.799999999999997</c:v>
                </c:pt>
                <c:pt idx="21659">
                  <c:v>33.799999999999997</c:v>
                </c:pt>
                <c:pt idx="21660">
                  <c:v>33.799999999999997</c:v>
                </c:pt>
                <c:pt idx="21661">
                  <c:v>33.799999999999997</c:v>
                </c:pt>
                <c:pt idx="21662">
                  <c:v>33.799999999999997</c:v>
                </c:pt>
                <c:pt idx="21663">
                  <c:v>33.799999999999997</c:v>
                </c:pt>
                <c:pt idx="21664">
                  <c:v>33.799999999999997</c:v>
                </c:pt>
                <c:pt idx="21665">
                  <c:v>33.799999999999997</c:v>
                </c:pt>
                <c:pt idx="21666">
                  <c:v>33.799999999999997</c:v>
                </c:pt>
                <c:pt idx="21667">
                  <c:v>33.799999999999997</c:v>
                </c:pt>
                <c:pt idx="21668">
                  <c:v>33.799999999999997</c:v>
                </c:pt>
                <c:pt idx="21669">
                  <c:v>33.799999999999997</c:v>
                </c:pt>
                <c:pt idx="21670">
                  <c:v>33.799999999999997</c:v>
                </c:pt>
                <c:pt idx="21671">
                  <c:v>33.799999999999997</c:v>
                </c:pt>
                <c:pt idx="21672">
                  <c:v>33.799999999999997</c:v>
                </c:pt>
                <c:pt idx="21673">
                  <c:v>33.799999999999997</c:v>
                </c:pt>
                <c:pt idx="21674">
                  <c:v>33.799999999999997</c:v>
                </c:pt>
                <c:pt idx="21675">
                  <c:v>33.799999999999997</c:v>
                </c:pt>
                <c:pt idx="21676">
                  <c:v>33.799999999999997</c:v>
                </c:pt>
                <c:pt idx="21677">
                  <c:v>33.799999999999997</c:v>
                </c:pt>
                <c:pt idx="21678">
                  <c:v>33.799999999999997</c:v>
                </c:pt>
                <c:pt idx="21679">
                  <c:v>33.799999999999997</c:v>
                </c:pt>
                <c:pt idx="21680">
                  <c:v>33.799999999999997</c:v>
                </c:pt>
                <c:pt idx="21681">
                  <c:v>33.799999999999997</c:v>
                </c:pt>
                <c:pt idx="21682">
                  <c:v>33.799999999999997</c:v>
                </c:pt>
                <c:pt idx="21683">
                  <c:v>33.799999999999997</c:v>
                </c:pt>
                <c:pt idx="21684">
                  <c:v>33.799999999999997</c:v>
                </c:pt>
                <c:pt idx="21685">
                  <c:v>33.799999999999997</c:v>
                </c:pt>
                <c:pt idx="21686">
                  <c:v>33.799999999999997</c:v>
                </c:pt>
                <c:pt idx="21687">
                  <c:v>33.799999999999997</c:v>
                </c:pt>
                <c:pt idx="21688">
                  <c:v>33.799999999999997</c:v>
                </c:pt>
                <c:pt idx="21689">
                  <c:v>33.799999999999997</c:v>
                </c:pt>
                <c:pt idx="21690">
                  <c:v>33.799999999999997</c:v>
                </c:pt>
                <c:pt idx="21691">
                  <c:v>33.799999999999997</c:v>
                </c:pt>
                <c:pt idx="21692">
                  <c:v>33.799999999999997</c:v>
                </c:pt>
                <c:pt idx="21693">
                  <c:v>33.799999999999997</c:v>
                </c:pt>
                <c:pt idx="21694">
                  <c:v>33.799999999999997</c:v>
                </c:pt>
                <c:pt idx="21695">
                  <c:v>33.799999999999997</c:v>
                </c:pt>
                <c:pt idx="21696">
                  <c:v>33.75</c:v>
                </c:pt>
                <c:pt idx="21697">
                  <c:v>33.799999999999997</c:v>
                </c:pt>
                <c:pt idx="21698">
                  <c:v>33.799999999999997</c:v>
                </c:pt>
                <c:pt idx="21699">
                  <c:v>33.799999999999997</c:v>
                </c:pt>
                <c:pt idx="21700">
                  <c:v>33.75</c:v>
                </c:pt>
                <c:pt idx="21701">
                  <c:v>33.799999999999997</c:v>
                </c:pt>
                <c:pt idx="21702">
                  <c:v>33.75</c:v>
                </c:pt>
                <c:pt idx="21703">
                  <c:v>33.75</c:v>
                </c:pt>
                <c:pt idx="21704">
                  <c:v>33.75</c:v>
                </c:pt>
                <c:pt idx="21705">
                  <c:v>33.75</c:v>
                </c:pt>
                <c:pt idx="21706">
                  <c:v>33.75</c:v>
                </c:pt>
                <c:pt idx="21707">
                  <c:v>33.75</c:v>
                </c:pt>
                <c:pt idx="21708">
                  <c:v>33.75</c:v>
                </c:pt>
                <c:pt idx="21709">
                  <c:v>33.75</c:v>
                </c:pt>
                <c:pt idx="21710">
                  <c:v>33.75</c:v>
                </c:pt>
                <c:pt idx="21711">
                  <c:v>33.75</c:v>
                </c:pt>
                <c:pt idx="21712">
                  <c:v>33.75</c:v>
                </c:pt>
                <c:pt idx="21713">
                  <c:v>33.75</c:v>
                </c:pt>
                <c:pt idx="21714">
                  <c:v>33.75</c:v>
                </c:pt>
                <c:pt idx="21715">
                  <c:v>33.75</c:v>
                </c:pt>
                <c:pt idx="21716">
                  <c:v>33.75</c:v>
                </c:pt>
                <c:pt idx="21717">
                  <c:v>33.75</c:v>
                </c:pt>
                <c:pt idx="21718">
                  <c:v>33.75</c:v>
                </c:pt>
                <c:pt idx="21719">
                  <c:v>33.75</c:v>
                </c:pt>
                <c:pt idx="21720">
                  <c:v>33.75</c:v>
                </c:pt>
                <c:pt idx="21721">
                  <c:v>33.75</c:v>
                </c:pt>
                <c:pt idx="21722">
                  <c:v>33.75</c:v>
                </c:pt>
                <c:pt idx="21723">
                  <c:v>33.75</c:v>
                </c:pt>
                <c:pt idx="21724">
                  <c:v>33.75</c:v>
                </c:pt>
                <c:pt idx="21725">
                  <c:v>33.75</c:v>
                </c:pt>
                <c:pt idx="21726">
                  <c:v>33.75</c:v>
                </c:pt>
                <c:pt idx="21727">
                  <c:v>33.75</c:v>
                </c:pt>
                <c:pt idx="21728">
                  <c:v>33.75</c:v>
                </c:pt>
                <c:pt idx="21729">
                  <c:v>33.75</c:v>
                </c:pt>
                <c:pt idx="21730">
                  <c:v>33.700000000000003</c:v>
                </c:pt>
                <c:pt idx="21731">
                  <c:v>33.700000000000003</c:v>
                </c:pt>
                <c:pt idx="21732">
                  <c:v>33.700000000000003</c:v>
                </c:pt>
                <c:pt idx="21733">
                  <c:v>33.700000000000003</c:v>
                </c:pt>
                <c:pt idx="21734">
                  <c:v>33.700000000000003</c:v>
                </c:pt>
                <c:pt idx="21735">
                  <c:v>33.700000000000003</c:v>
                </c:pt>
                <c:pt idx="21736">
                  <c:v>33.700000000000003</c:v>
                </c:pt>
                <c:pt idx="21737">
                  <c:v>33.700000000000003</c:v>
                </c:pt>
                <c:pt idx="21738">
                  <c:v>33.700000000000003</c:v>
                </c:pt>
                <c:pt idx="21739">
                  <c:v>33.700000000000003</c:v>
                </c:pt>
                <c:pt idx="21740">
                  <c:v>33.700000000000003</c:v>
                </c:pt>
                <c:pt idx="21741">
                  <c:v>33.700000000000003</c:v>
                </c:pt>
                <c:pt idx="21742">
                  <c:v>33.700000000000003</c:v>
                </c:pt>
                <c:pt idx="21743">
                  <c:v>33.700000000000003</c:v>
                </c:pt>
                <c:pt idx="21744">
                  <c:v>33.700000000000003</c:v>
                </c:pt>
                <c:pt idx="21745">
                  <c:v>33.700000000000003</c:v>
                </c:pt>
                <c:pt idx="21746">
                  <c:v>33.700000000000003</c:v>
                </c:pt>
                <c:pt idx="21747">
                  <c:v>33.700000000000003</c:v>
                </c:pt>
                <c:pt idx="21748">
                  <c:v>33.700000000000003</c:v>
                </c:pt>
                <c:pt idx="21749">
                  <c:v>33.700000000000003</c:v>
                </c:pt>
                <c:pt idx="21750">
                  <c:v>33.700000000000003</c:v>
                </c:pt>
                <c:pt idx="21751">
                  <c:v>33.700000000000003</c:v>
                </c:pt>
                <c:pt idx="21752">
                  <c:v>33.700000000000003</c:v>
                </c:pt>
                <c:pt idx="21753">
                  <c:v>33.700000000000003</c:v>
                </c:pt>
                <c:pt idx="21754">
                  <c:v>33.700000000000003</c:v>
                </c:pt>
                <c:pt idx="21755">
                  <c:v>33.700000000000003</c:v>
                </c:pt>
                <c:pt idx="21756">
                  <c:v>33.700000000000003</c:v>
                </c:pt>
                <c:pt idx="21757">
                  <c:v>33.700000000000003</c:v>
                </c:pt>
                <c:pt idx="21758">
                  <c:v>33.700000000000003</c:v>
                </c:pt>
                <c:pt idx="21759">
                  <c:v>33.700000000000003</c:v>
                </c:pt>
                <c:pt idx="21760">
                  <c:v>33.700000000000003</c:v>
                </c:pt>
                <c:pt idx="21761">
                  <c:v>33.700000000000003</c:v>
                </c:pt>
                <c:pt idx="21762">
                  <c:v>33.700000000000003</c:v>
                </c:pt>
                <c:pt idx="21763">
                  <c:v>33.700000000000003</c:v>
                </c:pt>
                <c:pt idx="21764">
                  <c:v>33.700000000000003</c:v>
                </c:pt>
                <c:pt idx="21765">
                  <c:v>33.65</c:v>
                </c:pt>
                <c:pt idx="21766">
                  <c:v>33.65</c:v>
                </c:pt>
                <c:pt idx="21767">
                  <c:v>33.700000000000003</c:v>
                </c:pt>
                <c:pt idx="21768">
                  <c:v>33.65</c:v>
                </c:pt>
                <c:pt idx="21769">
                  <c:v>33.700000000000003</c:v>
                </c:pt>
                <c:pt idx="21770">
                  <c:v>33.700000000000003</c:v>
                </c:pt>
                <c:pt idx="21771">
                  <c:v>33.700000000000003</c:v>
                </c:pt>
                <c:pt idx="21772">
                  <c:v>33.700000000000003</c:v>
                </c:pt>
                <c:pt idx="21773">
                  <c:v>33.65</c:v>
                </c:pt>
                <c:pt idx="21774">
                  <c:v>33.65</c:v>
                </c:pt>
                <c:pt idx="21775">
                  <c:v>33.700000000000003</c:v>
                </c:pt>
                <c:pt idx="21776">
                  <c:v>33.65</c:v>
                </c:pt>
                <c:pt idx="21777">
                  <c:v>33.65</c:v>
                </c:pt>
                <c:pt idx="21778">
                  <c:v>33.700000000000003</c:v>
                </c:pt>
                <c:pt idx="21779">
                  <c:v>33.65</c:v>
                </c:pt>
                <c:pt idx="21780">
                  <c:v>33.65</c:v>
                </c:pt>
                <c:pt idx="21781">
                  <c:v>33.65</c:v>
                </c:pt>
                <c:pt idx="21782">
                  <c:v>33.65</c:v>
                </c:pt>
                <c:pt idx="21783">
                  <c:v>33.65</c:v>
                </c:pt>
                <c:pt idx="21784">
                  <c:v>33.65</c:v>
                </c:pt>
                <c:pt idx="21785">
                  <c:v>33.65</c:v>
                </c:pt>
                <c:pt idx="21786">
                  <c:v>33.65</c:v>
                </c:pt>
                <c:pt idx="21787">
                  <c:v>33.65</c:v>
                </c:pt>
                <c:pt idx="21788">
                  <c:v>33.65</c:v>
                </c:pt>
                <c:pt idx="21789">
                  <c:v>33.65</c:v>
                </c:pt>
                <c:pt idx="21790">
                  <c:v>33.65</c:v>
                </c:pt>
                <c:pt idx="21791">
                  <c:v>33.65</c:v>
                </c:pt>
                <c:pt idx="21792">
                  <c:v>33.65</c:v>
                </c:pt>
                <c:pt idx="21793">
                  <c:v>33.65</c:v>
                </c:pt>
                <c:pt idx="21794">
                  <c:v>33.65</c:v>
                </c:pt>
                <c:pt idx="21795">
                  <c:v>33.65</c:v>
                </c:pt>
                <c:pt idx="21796">
                  <c:v>33.65</c:v>
                </c:pt>
                <c:pt idx="21797">
                  <c:v>33.65</c:v>
                </c:pt>
                <c:pt idx="21798">
                  <c:v>33.65</c:v>
                </c:pt>
                <c:pt idx="21799">
                  <c:v>33.65</c:v>
                </c:pt>
                <c:pt idx="21800">
                  <c:v>33.65</c:v>
                </c:pt>
                <c:pt idx="21801">
                  <c:v>33.65</c:v>
                </c:pt>
                <c:pt idx="21802">
                  <c:v>33.65</c:v>
                </c:pt>
                <c:pt idx="21803">
                  <c:v>33.65</c:v>
                </c:pt>
                <c:pt idx="21804">
                  <c:v>33.6</c:v>
                </c:pt>
                <c:pt idx="21805">
                  <c:v>33.65</c:v>
                </c:pt>
                <c:pt idx="21806">
                  <c:v>33.65</c:v>
                </c:pt>
                <c:pt idx="21807">
                  <c:v>33.65</c:v>
                </c:pt>
                <c:pt idx="21808">
                  <c:v>33.6</c:v>
                </c:pt>
                <c:pt idx="21809">
                  <c:v>33.6</c:v>
                </c:pt>
                <c:pt idx="21810">
                  <c:v>33.6</c:v>
                </c:pt>
                <c:pt idx="21811">
                  <c:v>33.6</c:v>
                </c:pt>
                <c:pt idx="21812">
                  <c:v>33.6</c:v>
                </c:pt>
                <c:pt idx="21813">
                  <c:v>33.6</c:v>
                </c:pt>
                <c:pt idx="21814">
                  <c:v>33.6</c:v>
                </c:pt>
                <c:pt idx="21815">
                  <c:v>33.6</c:v>
                </c:pt>
                <c:pt idx="21816">
                  <c:v>33.6</c:v>
                </c:pt>
                <c:pt idx="21817">
                  <c:v>33.6</c:v>
                </c:pt>
                <c:pt idx="21818">
                  <c:v>33.6</c:v>
                </c:pt>
                <c:pt idx="21819">
                  <c:v>33.6</c:v>
                </c:pt>
                <c:pt idx="21820">
                  <c:v>33.6</c:v>
                </c:pt>
                <c:pt idx="21821">
                  <c:v>33.6</c:v>
                </c:pt>
                <c:pt idx="21822">
                  <c:v>33.6</c:v>
                </c:pt>
                <c:pt idx="21823">
                  <c:v>33.6</c:v>
                </c:pt>
                <c:pt idx="21824">
                  <c:v>33.6</c:v>
                </c:pt>
                <c:pt idx="21825">
                  <c:v>33.6</c:v>
                </c:pt>
                <c:pt idx="21826">
                  <c:v>33.6</c:v>
                </c:pt>
                <c:pt idx="21827">
                  <c:v>33.6</c:v>
                </c:pt>
                <c:pt idx="21828">
                  <c:v>33.6</c:v>
                </c:pt>
                <c:pt idx="21829">
                  <c:v>33.6</c:v>
                </c:pt>
                <c:pt idx="21830">
                  <c:v>33.6</c:v>
                </c:pt>
                <c:pt idx="21831">
                  <c:v>33.6</c:v>
                </c:pt>
                <c:pt idx="21832">
                  <c:v>33.6</c:v>
                </c:pt>
                <c:pt idx="21833">
                  <c:v>33.6</c:v>
                </c:pt>
                <c:pt idx="21834">
                  <c:v>33.6</c:v>
                </c:pt>
                <c:pt idx="21835">
                  <c:v>33.6</c:v>
                </c:pt>
                <c:pt idx="21836">
                  <c:v>33.6</c:v>
                </c:pt>
                <c:pt idx="21837">
                  <c:v>33.6</c:v>
                </c:pt>
                <c:pt idx="21838">
                  <c:v>33.6</c:v>
                </c:pt>
                <c:pt idx="21839">
                  <c:v>33.6</c:v>
                </c:pt>
                <c:pt idx="21840">
                  <c:v>33.6</c:v>
                </c:pt>
                <c:pt idx="21841">
                  <c:v>33.6</c:v>
                </c:pt>
                <c:pt idx="21842">
                  <c:v>33.6</c:v>
                </c:pt>
                <c:pt idx="21843">
                  <c:v>33.549999999999997</c:v>
                </c:pt>
                <c:pt idx="21844">
                  <c:v>33.6</c:v>
                </c:pt>
                <c:pt idx="21845">
                  <c:v>33.6</c:v>
                </c:pt>
                <c:pt idx="21846">
                  <c:v>33.6</c:v>
                </c:pt>
                <c:pt idx="21847">
                  <c:v>33.6</c:v>
                </c:pt>
                <c:pt idx="21848">
                  <c:v>33.6</c:v>
                </c:pt>
                <c:pt idx="21849">
                  <c:v>33.549999999999997</c:v>
                </c:pt>
                <c:pt idx="21850">
                  <c:v>33.6</c:v>
                </c:pt>
                <c:pt idx="21851">
                  <c:v>33.549999999999997</c:v>
                </c:pt>
                <c:pt idx="21852">
                  <c:v>33.549999999999997</c:v>
                </c:pt>
                <c:pt idx="21853">
                  <c:v>33.549999999999997</c:v>
                </c:pt>
                <c:pt idx="21854">
                  <c:v>33.549999999999997</c:v>
                </c:pt>
                <c:pt idx="21855">
                  <c:v>33.549999999999997</c:v>
                </c:pt>
                <c:pt idx="21856">
                  <c:v>33.549999999999997</c:v>
                </c:pt>
                <c:pt idx="21857">
                  <c:v>33.549999999999997</c:v>
                </c:pt>
                <c:pt idx="21858">
                  <c:v>33.549999999999997</c:v>
                </c:pt>
                <c:pt idx="21859">
                  <c:v>33.549999999999997</c:v>
                </c:pt>
                <c:pt idx="21860">
                  <c:v>33.549999999999997</c:v>
                </c:pt>
                <c:pt idx="21861">
                  <c:v>33.549999999999997</c:v>
                </c:pt>
                <c:pt idx="21862">
                  <c:v>33.549999999999997</c:v>
                </c:pt>
                <c:pt idx="21863">
                  <c:v>33.549999999999997</c:v>
                </c:pt>
                <c:pt idx="21864">
                  <c:v>33.549999999999997</c:v>
                </c:pt>
                <c:pt idx="21865">
                  <c:v>33.549999999999997</c:v>
                </c:pt>
                <c:pt idx="21866">
                  <c:v>33.549999999999997</c:v>
                </c:pt>
                <c:pt idx="21867">
                  <c:v>33.549999999999997</c:v>
                </c:pt>
                <c:pt idx="21868">
                  <c:v>33.549999999999997</c:v>
                </c:pt>
                <c:pt idx="21869">
                  <c:v>33.549999999999997</c:v>
                </c:pt>
                <c:pt idx="21870">
                  <c:v>33.549999999999997</c:v>
                </c:pt>
                <c:pt idx="21871">
                  <c:v>33.549999999999997</c:v>
                </c:pt>
                <c:pt idx="21872">
                  <c:v>33.549999999999997</c:v>
                </c:pt>
                <c:pt idx="21873">
                  <c:v>33.549999999999997</c:v>
                </c:pt>
                <c:pt idx="21874">
                  <c:v>33.549999999999997</c:v>
                </c:pt>
                <c:pt idx="21875">
                  <c:v>33.549999999999997</c:v>
                </c:pt>
                <c:pt idx="21876">
                  <c:v>33.549999999999997</c:v>
                </c:pt>
                <c:pt idx="21877">
                  <c:v>33.549999999999997</c:v>
                </c:pt>
                <c:pt idx="21878">
                  <c:v>33.549999999999997</c:v>
                </c:pt>
                <c:pt idx="21879">
                  <c:v>33.549999999999997</c:v>
                </c:pt>
                <c:pt idx="21880">
                  <c:v>33.549999999999997</c:v>
                </c:pt>
                <c:pt idx="21881">
                  <c:v>33.549999999999997</c:v>
                </c:pt>
                <c:pt idx="21882">
                  <c:v>33.549999999999997</c:v>
                </c:pt>
                <c:pt idx="21883">
                  <c:v>33.549999999999997</c:v>
                </c:pt>
                <c:pt idx="21884">
                  <c:v>33.549999999999997</c:v>
                </c:pt>
                <c:pt idx="21885">
                  <c:v>33.549999999999997</c:v>
                </c:pt>
                <c:pt idx="21886">
                  <c:v>33.549999999999997</c:v>
                </c:pt>
                <c:pt idx="21887">
                  <c:v>33.549999999999997</c:v>
                </c:pt>
                <c:pt idx="21888">
                  <c:v>33.549999999999997</c:v>
                </c:pt>
                <c:pt idx="21889">
                  <c:v>33.549999999999997</c:v>
                </c:pt>
                <c:pt idx="21890">
                  <c:v>33.549999999999997</c:v>
                </c:pt>
                <c:pt idx="21891">
                  <c:v>33.549999999999997</c:v>
                </c:pt>
                <c:pt idx="21892">
                  <c:v>33.549999999999997</c:v>
                </c:pt>
                <c:pt idx="21893">
                  <c:v>33.549999999999997</c:v>
                </c:pt>
                <c:pt idx="21894">
                  <c:v>33.5</c:v>
                </c:pt>
                <c:pt idx="21895">
                  <c:v>33.5</c:v>
                </c:pt>
                <c:pt idx="21896">
                  <c:v>33.5</c:v>
                </c:pt>
                <c:pt idx="21897">
                  <c:v>33.5</c:v>
                </c:pt>
                <c:pt idx="21898">
                  <c:v>33.5</c:v>
                </c:pt>
                <c:pt idx="21899">
                  <c:v>33.5</c:v>
                </c:pt>
                <c:pt idx="21900">
                  <c:v>33.5</c:v>
                </c:pt>
                <c:pt idx="21901">
                  <c:v>33.5</c:v>
                </c:pt>
                <c:pt idx="21902">
                  <c:v>33.5</c:v>
                </c:pt>
                <c:pt idx="21903">
                  <c:v>33.5</c:v>
                </c:pt>
                <c:pt idx="21904">
                  <c:v>33.5</c:v>
                </c:pt>
                <c:pt idx="21905">
                  <c:v>33.5</c:v>
                </c:pt>
                <c:pt idx="21906">
                  <c:v>33.5</c:v>
                </c:pt>
                <c:pt idx="21907">
                  <c:v>33.5</c:v>
                </c:pt>
                <c:pt idx="21908">
                  <c:v>33.5</c:v>
                </c:pt>
                <c:pt idx="21909">
                  <c:v>33.5</c:v>
                </c:pt>
                <c:pt idx="21910">
                  <c:v>33.5</c:v>
                </c:pt>
                <c:pt idx="21911">
                  <c:v>33.5</c:v>
                </c:pt>
                <c:pt idx="21912">
                  <c:v>33.5</c:v>
                </c:pt>
                <c:pt idx="21913">
                  <c:v>33.5</c:v>
                </c:pt>
                <c:pt idx="21914">
                  <c:v>33.5</c:v>
                </c:pt>
                <c:pt idx="21915">
                  <c:v>33.5</c:v>
                </c:pt>
                <c:pt idx="21916">
                  <c:v>33.5</c:v>
                </c:pt>
                <c:pt idx="21917">
                  <c:v>33.5</c:v>
                </c:pt>
                <c:pt idx="21918">
                  <c:v>33.5</c:v>
                </c:pt>
                <c:pt idx="21919">
                  <c:v>33.5</c:v>
                </c:pt>
                <c:pt idx="21920">
                  <c:v>33.5</c:v>
                </c:pt>
                <c:pt idx="21921">
                  <c:v>33.5</c:v>
                </c:pt>
                <c:pt idx="21922">
                  <c:v>33.5</c:v>
                </c:pt>
                <c:pt idx="21923">
                  <c:v>33.5</c:v>
                </c:pt>
                <c:pt idx="21924">
                  <c:v>33.5</c:v>
                </c:pt>
                <c:pt idx="21925">
                  <c:v>33.5</c:v>
                </c:pt>
                <c:pt idx="21926">
                  <c:v>33.5</c:v>
                </c:pt>
                <c:pt idx="21927">
                  <c:v>33.5</c:v>
                </c:pt>
                <c:pt idx="21928">
                  <c:v>33.5</c:v>
                </c:pt>
                <c:pt idx="21929">
                  <c:v>33.5</c:v>
                </c:pt>
                <c:pt idx="21930">
                  <c:v>33.5</c:v>
                </c:pt>
                <c:pt idx="21931">
                  <c:v>33.5</c:v>
                </c:pt>
                <c:pt idx="21932">
                  <c:v>33.450000000000003</c:v>
                </c:pt>
                <c:pt idx="21933">
                  <c:v>33.5</c:v>
                </c:pt>
                <c:pt idx="21934">
                  <c:v>33.5</c:v>
                </c:pt>
                <c:pt idx="21935">
                  <c:v>33.450000000000003</c:v>
                </c:pt>
                <c:pt idx="21936">
                  <c:v>33.450000000000003</c:v>
                </c:pt>
                <c:pt idx="21937">
                  <c:v>33.450000000000003</c:v>
                </c:pt>
                <c:pt idx="21938">
                  <c:v>33.450000000000003</c:v>
                </c:pt>
                <c:pt idx="21939">
                  <c:v>33.450000000000003</c:v>
                </c:pt>
                <c:pt idx="21940">
                  <c:v>33.450000000000003</c:v>
                </c:pt>
                <c:pt idx="21941">
                  <c:v>33.450000000000003</c:v>
                </c:pt>
                <c:pt idx="21942">
                  <c:v>33.450000000000003</c:v>
                </c:pt>
                <c:pt idx="21943">
                  <c:v>33.450000000000003</c:v>
                </c:pt>
                <c:pt idx="21944">
                  <c:v>33.450000000000003</c:v>
                </c:pt>
                <c:pt idx="21945">
                  <c:v>33.450000000000003</c:v>
                </c:pt>
                <c:pt idx="21946">
                  <c:v>33.450000000000003</c:v>
                </c:pt>
                <c:pt idx="21947">
                  <c:v>33.450000000000003</c:v>
                </c:pt>
                <c:pt idx="21948">
                  <c:v>33.450000000000003</c:v>
                </c:pt>
                <c:pt idx="21949">
                  <c:v>33.450000000000003</c:v>
                </c:pt>
                <c:pt idx="21950">
                  <c:v>33.450000000000003</c:v>
                </c:pt>
                <c:pt idx="21951">
                  <c:v>33.450000000000003</c:v>
                </c:pt>
                <c:pt idx="21952">
                  <c:v>33.450000000000003</c:v>
                </c:pt>
                <c:pt idx="21953">
                  <c:v>33.450000000000003</c:v>
                </c:pt>
                <c:pt idx="21954">
                  <c:v>33.450000000000003</c:v>
                </c:pt>
                <c:pt idx="21955">
                  <c:v>33.450000000000003</c:v>
                </c:pt>
                <c:pt idx="21956">
                  <c:v>33.450000000000003</c:v>
                </c:pt>
                <c:pt idx="21957">
                  <c:v>33.450000000000003</c:v>
                </c:pt>
                <c:pt idx="21958">
                  <c:v>33.450000000000003</c:v>
                </c:pt>
                <c:pt idx="21959">
                  <c:v>33.450000000000003</c:v>
                </c:pt>
                <c:pt idx="21960">
                  <c:v>33.450000000000003</c:v>
                </c:pt>
                <c:pt idx="21961">
                  <c:v>33.450000000000003</c:v>
                </c:pt>
                <c:pt idx="21962">
                  <c:v>33.450000000000003</c:v>
                </c:pt>
                <c:pt idx="21963">
                  <c:v>33.450000000000003</c:v>
                </c:pt>
                <c:pt idx="21964">
                  <c:v>33.450000000000003</c:v>
                </c:pt>
                <c:pt idx="21965">
                  <c:v>33.450000000000003</c:v>
                </c:pt>
                <c:pt idx="21966">
                  <c:v>33.4</c:v>
                </c:pt>
                <c:pt idx="21967">
                  <c:v>33.450000000000003</c:v>
                </c:pt>
                <c:pt idx="21968">
                  <c:v>33.4</c:v>
                </c:pt>
                <c:pt idx="21969">
                  <c:v>33.4</c:v>
                </c:pt>
                <c:pt idx="21970">
                  <c:v>33.4</c:v>
                </c:pt>
                <c:pt idx="21971">
                  <c:v>33.4</c:v>
                </c:pt>
                <c:pt idx="21972">
                  <c:v>33.4</c:v>
                </c:pt>
                <c:pt idx="21973">
                  <c:v>33.4</c:v>
                </c:pt>
                <c:pt idx="21974">
                  <c:v>33.4</c:v>
                </c:pt>
                <c:pt idx="21975">
                  <c:v>33.4</c:v>
                </c:pt>
                <c:pt idx="21976">
                  <c:v>33.4</c:v>
                </c:pt>
                <c:pt idx="21977">
                  <c:v>33.4</c:v>
                </c:pt>
                <c:pt idx="21978">
                  <c:v>33.4</c:v>
                </c:pt>
                <c:pt idx="21979">
                  <c:v>33.4</c:v>
                </c:pt>
                <c:pt idx="21980">
                  <c:v>33.4</c:v>
                </c:pt>
                <c:pt idx="21981">
                  <c:v>33.4</c:v>
                </c:pt>
                <c:pt idx="21982">
                  <c:v>33.4</c:v>
                </c:pt>
                <c:pt idx="21983">
                  <c:v>33.4</c:v>
                </c:pt>
                <c:pt idx="21984">
                  <c:v>33.4</c:v>
                </c:pt>
                <c:pt idx="21985">
                  <c:v>33.4</c:v>
                </c:pt>
                <c:pt idx="21986">
                  <c:v>33.4</c:v>
                </c:pt>
                <c:pt idx="21987">
                  <c:v>33.4</c:v>
                </c:pt>
                <c:pt idx="21988">
                  <c:v>33.4</c:v>
                </c:pt>
                <c:pt idx="21989">
                  <c:v>33.4</c:v>
                </c:pt>
                <c:pt idx="21990">
                  <c:v>33.4</c:v>
                </c:pt>
                <c:pt idx="21991">
                  <c:v>33.4</c:v>
                </c:pt>
                <c:pt idx="21992">
                  <c:v>33.4</c:v>
                </c:pt>
                <c:pt idx="21993">
                  <c:v>33.4</c:v>
                </c:pt>
                <c:pt idx="21994">
                  <c:v>33.4</c:v>
                </c:pt>
                <c:pt idx="21995">
                  <c:v>33.4</c:v>
                </c:pt>
                <c:pt idx="21996">
                  <c:v>33.4</c:v>
                </c:pt>
                <c:pt idx="21997">
                  <c:v>33.4</c:v>
                </c:pt>
                <c:pt idx="21998">
                  <c:v>33.4</c:v>
                </c:pt>
                <c:pt idx="21999">
                  <c:v>33.4</c:v>
                </c:pt>
                <c:pt idx="22000">
                  <c:v>33.4</c:v>
                </c:pt>
                <c:pt idx="22001">
                  <c:v>33.4</c:v>
                </c:pt>
                <c:pt idx="22002">
                  <c:v>33.4</c:v>
                </c:pt>
                <c:pt idx="22003">
                  <c:v>33.4</c:v>
                </c:pt>
                <c:pt idx="22004">
                  <c:v>33.4</c:v>
                </c:pt>
                <c:pt idx="22005">
                  <c:v>33.4</c:v>
                </c:pt>
                <c:pt idx="22006">
                  <c:v>33.4</c:v>
                </c:pt>
                <c:pt idx="22007">
                  <c:v>33.4</c:v>
                </c:pt>
                <c:pt idx="22008">
                  <c:v>33.4</c:v>
                </c:pt>
                <c:pt idx="22009">
                  <c:v>33.4</c:v>
                </c:pt>
                <c:pt idx="22010">
                  <c:v>33.4</c:v>
                </c:pt>
                <c:pt idx="22011">
                  <c:v>33.35</c:v>
                </c:pt>
                <c:pt idx="22012">
                  <c:v>33.35</c:v>
                </c:pt>
                <c:pt idx="22013">
                  <c:v>33.35</c:v>
                </c:pt>
                <c:pt idx="22014">
                  <c:v>33.35</c:v>
                </c:pt>
                <c:pt idx="22015">
                  <c:v>33.35</c:v>
                </c:pt>
                <c:pt idx="22016">
                  <c:v>33.35</c:v>
                </c:pt>
                <c:pt idx="22017">
                  <c:v>33.35</c:v>
                </c:pt>
                <c:pt idx="22018">
                  <c:v>33.35</c:v>
                </c:pt>
                <c:pt idx="22019">
                  <c:v>33.35</c:v>
                </c:pt>
                <c:pt idx="22020">
                  <c:v>33.35</c:v>
                </c:pt>
                <c:pt idx="22021">
                  <c:v>33.35</c:v>
                </c:pt>
                <c:pt idx="22022">
                  <c:v>33.35</c:v>
                </c:pt>
                <c:pt idx="22023">
                  <c:v>33.35</c:v>
                </c:pt>
                <c:pt idx="22024">
                  <c:v>33.35</c:v>
                </c:pt>
                <c:pt idx="22025">
                  <c:v>33.35</c:v>
                </c:pt>
                <c:pt idx="22026">
                  <c:v>33.35</c:v>
                </c:pt>
                <c:pt idx="22027">
                  <c:v>33.35</c:v>
                </c:pt>
                <c:pt idx="22028">
                  <c:v>33.35</c:v>
                </c:pt>
                <c:pt idx="22029">
                  <c:v>33.35</c:v>
                </c:pt>
                <c:pt idx="22030">
                  <c:v>33.35</c:v>
                </c:pt>
                <c:pt idx="22031">
                  <c:v>33.35</c:v>
                </c:pt>
                <c:pt idx="22032">
                  <c:v>33.35</c:v>
                </c:pt>
                <c:pt idx="22033">
                  <c:v>33.35</c:v>
                </c:pt>
                <c:pt idx="22034">
                  <c:v>33.35</c:v>
                </c:pt>
                <c:pt idx="22035">
                  <c:v>33.35</c:v>
                </c:pt>
                <c:pt idx="22036">
                  <c:v>33.35</c:v>
                </c:pt>
                <c:pt idx="22037">
                  <c:v>33.35</c:v>
                </c:pt>
                <c:pt idx="22038">
                  <c:v>33.35</c:v>
                </c:pt>
                <c:pt idx="22039">
                  <c:v>33.35</c:v>
                </c:pt>
                <c:pt idx="22040">
                  <c:v>33.35</c:v>
                </c:pt>
                <c:pt idx="22041">
                  <c:v>33.35</c:v>
                </c:pt>
                <c:pt idx="22042">
                  <c:v>33.35</c:v>
                </c:pt>
                <c:pt idx="22043">
                  <c:v>33.35</c:v>
                </c:pt>
                <c:pt idx="22044">
                  <c:v>33.35</c:v>
                </c:pt>
                <c:pt idx="22045">
                  <c:v>33.35</c:v>
                </c:pt>
                <c:pt idx="22046">
                  <c:v>33.35</c:v>
                </c:pt>
                <c:pt idx="22047">
                  <c:v>33.35</c:v>
                </c:pt>
                <c:pt idx="22048">
                  <c:v>33.35</c:v>
                </c:pt>
                <c:pt idx="22049">
                  <c:v>33.35</c:v>
                </c:pt>
                <c:pt idx="22050">
                  <c:v>33.35</c:v>
                </c:pt>
                <c:pt idx="22051">
                  <c:v>33.35</c:v>
                </c:pt>
                <c:pt idx="22052">
                  <c:v>33.35</c:v>
                </c:pt>
                <c:pt idx="22053">
                  <c:v>33.35</c:v>
                </c:pt>
                <c:pt idx="22054">
                  <c:v>33.35</c:v>
                </c:pt>
                <c:pt idx="22055">
                  <c:v>33.35</c:v>
                </c:pt>
                <c:pt idx="22056">
                  <c:v>33.35</c:v>
                </c:pt>
                <c:pt idx="22057">
                  <c:v>33.35</c:v>
                </c:pt>
                <c:pt idx="22058">
                  <c:v>33.35</c:v>
                </c:pt>
                <c:pt idx="22059">
                  <c:v>33.35</c:v>
                </c:pt>
                <c:pt idx="22060">
                  <c:v>33.299999999999997</c:v>
                </c:pt>
                <c:pt idx="22061">
                  <c:v>33.299999999999997</c:v>
                </c:pt>
                <c:pt idx="22062">
                  <c:v>33.299999999999997</c:v>
                </c:pt>
                <c:pt idx="22063">
                  <c:v>33.299999999999997</c:v>
                </c:pt>
                <c:pt idx="22064">
                  <c:v>33.299999999999997</c:v>
                </c:pt>
                <c:pt idx="22065">
                  <c:v>33.299999999999997</c:v>
                </c:pt>
                <c:pt idx="22066">
                  <c:v>33.299999999999997</c:v>
                </c:pt>
                <c:pt idx="22067">
                  <c:v>33.299999999999997</c:v>
                </c:pt>
                <c:pt idx="22068">
                  <c:v>33.299999999999997</c:v>
                </c:pt>
                <c:pt idx="22069">
                  <c:v>33.299999999999997</c:v>
                </c:pt>
                <c:pt idx="22070">
                  <c:v>33.299999999999997</c:v>
                </c:pt>
                <c:pt idx="22071">
                  <c:v>33.299999999999997</c:v>
                </c:pt>
                <c:pt idx="22072">
                  <c:v>33.299999999999997</c:v>
                </c:pt>
                <c:pt idx="22073">
                  <c:v>33.299999999999997</c:v>
                </c:pt>
                <c:pt idx="22074">
                  <c:v>33.299999999999997</c:v>
                </c:pt>
                <c:pt idx="22075">
                  <c:v>33.299999999999997</c:v>
                </c:pt>
                <c:pt idx="22076">
                  <c:v>33.299999999999997</c:v>
                </c:pt>
                <c:pt idx="22077">
                  <c:v>33.299999999999997</c:v>
                </c:pt>
                <c:pt idx="22078">
                  <c:v>33.299999999999997</c:v>
                </c:pt>
                <c:pt idx="22079">
                  <c:v>33.299999999999997</c:v>
                </c:pt>
                <c:pt idx="22080">
                  <c:v>33.299999999999997</c:v>
                </c:pt>
                <c:pt idx="22081">
                  <c:v>33.299999999999997</c:v>
                </c:pt>
                <c:pt idx="22082">
                  <c:v>33.299999999999997</c:v>
                </c:pt>
                <c:pt idx="22083">
                  <c:v>33.299999999999997</c:v>
                </c:pt>
                <c:pt idx="22084">
                  <c:v>33.25</c:v>
                </c:pt>
                <c:pt idx="22085">
                  <c:v>33.299999999999997</c:v>
                </c:pt>
                <c:pt idx="22086">
                  <c:v>33.25</c:v>
                </c:pt>
                <c:pt idx="22087">
                  <c:v>33.25</c:v>
                </c:pt>
                <c:pt idx="22088">
                  <c:v>33.25</c:v>
                </c:pt>
                <c:pt idx="22089">
                  <c:v>33.25</c:v>
                </c:pt>
                <c:pt idx="22090">
                  <c:v>33.25</c:v>
                </c:pt>
                <c:pt idx="22091">
                  <c:v>33.25</c:v>
                </c:pt>
                <c:pt idx="22092">
                  <c:v>33.25</c:v>
                </c:pt>
                <c:pt idx="22093">
                  <c:v>33.25</c:v>
                </c:pt>
                <c:pt idx="22094">
                  <c:v>33.25</c:v>
                </c:pt>
                <c:pt idx="22095">
                  <c:v>33.25</c:v>
                </c:pt>
                <c:pt idx="22096">
                  <c:v>33.25</c:v>
                </c:pt>
                <c:pt idx="22097">
                  <c:v>33.25</c:v>
                </c:pt>
                <c:pt idx="22098">
                  <c:v>33.25</c:v>
                </c:pt>
                <c:pt idx="22099">
                  <c:v>33.25</c:v>
                </c:pt>
                <c:pt idx="22100">
                  <c:v>33.25</c:v>
                </c:pt>
                <c:pt idx="22101">
                  <c:v>33.25</c:v>
                </c:pt>
                <c:pt idx="22102">
                  <c:v>33.25</c:v>
                </c:pt>
                <c:pt idx="22103">
                  <c:v>33.25</c:v>
                </c:pt>
                <c:pt idx="22104">
                  <c:v>33.25</c:v>
                </c:pt>
                <c:pt idx="22105">
                  <c:v>33.25</c:v>
                </c:pt>
                <c:pt idx="22106">
                  <c:v>33.299999999999997</c:v>
                </c:pt>
                <c:pt idx="22107">
                  <c:v>33.25</c:v>
                </c:pt>
                <c:pt idx="22108">
                  <c:v>33.25</c:v>
                </c:pt>
                <c:pt idx="22109">
                  <c:v>33.25</c:v>
                </c:pt>
                <c:pt idx="22110">
                  <c:v>33.25</c:v>
                </c:pt>
                <c:pt idx="22111">
                  <c:v>33.25</c:v>
                </c:pt>
                <c:pt idx="22112">
                  <c:v>33.25</c:v>
                </c:pt>
                <c:pt idx="22113">
                  <c:v>33.25</c:v>
                </c:pt>
                <c:pt idx="22114">
                  <c:v>33.25</c:v>
                </c:pt>
                <c:pt idx="22115">
                  <c:v>33.25</c:v>
                </c:pt>
                <c:pt idx="22116">
                  <c:v>33.25</c:v>
                </c:pt>
                <c:pt idx="22117">
                  <c:v>33.200000000000003</c:v>
                </c:pt>
                <c:pt idx="22118">
                  <c:v>33.200000000000003</c:v>
                </c:pt>
                <c:pt idx="22119">
                  <c:v>33.200000000000003</c:v>
                </c:pt>
                <c:pt idx="22120">
                  <c:v>33.200000000000003</c:v>
                </c:pt>
                <c:pt idx="22121">
                  <c:v>33.200000000000003</c:v>
                </c:pt>
                <c:pt idx="22122">
                  <c:v>33.200000000000003</c:v>
                </c:pt>
                <c:pt idx="22123">
                  <c:v>33.200000000000003</c:v>
                </c:pt>
                <c:pt idx="22124">
                  <c:v>33.200000000000003</c:v>
                </c:pt>
                <c:pt idx="22125">
                  <c:v>33.200000000000003</c:v>
                </c:pt>
                <c:pt idx="22126">
                  <c:v>33.200000000000003</c:v>
                </c:pt>
                <c:pt idx="22127">
                  <c:v>33.200000000000003</c:v>
                </c:pt>
                <c:pt idx="22128">
                  <c:v>33.200000000000003</c:v>
                </c:pt>
                <c:pt idx="22129">
                  <c:v>33.200000000000003</c:v>
                </c:pt>
                <c:pt idx="22130">
                  <c:v>33.200000000000003</c:v>
                </c:pt>
                <c:pt idx="22131">
                  <c:v>33.200000000000003</c:v>
                </c:pt>
                <c:pt idx="22132">
                  <c:v>33.200000000000003</c:v>
                </c:pt>
                <c:pt idx="22133">
                  <c:v>33.200000000000003</c:v>
                </c:pt>
                <c:pt idx="22134">
                  <c:v>33.200000000000003</c:v>
                </c:pt>
                <c:pt idx="22135">
                  <c:v>33.200000000000003</c:v>
                </c:pt>
                <c:pt idx="22136">
                  <c:v>33.200000000000003</c:v>
                </c:pt>
                <c:pt idx="22137">
                  <c:v>33.200000000000003</c:v>
                </c:pt>
                <c:pt idx="22138">
                  <c:v>33.200000000000003</c:v>
                </c:pt>
                <c:pt idx="22139">
                  <c:v>33.200000000000003</c:v>
                </c:pt>
                <c:pt idx="22140">
                  <c:v>33.200000000000003</c:v>
                </c:pt>
                <c:pt idx="22141">
                  <c:v>33.200000000000003</c:v>
                </c:pt>
                <c:pt idx="22142">
                  <c:v>33.200000000000003</c:v>
                </c:pt>
                <c:pt idx="22143">
                  <c:v>33.200000000000003</c:v>
                </c:pt>
                <c:pt idx="22144">
                  <c:v>33.200000000000003</c:v>
                </c:pt>
                <c:pt idx="22145">
                  <c:v>33.200000000000003</c:v>
                </c:pt>
                <c:pt idx="22146">
                  <c:v>33.200000000000003</c:v>
                </c:pt>
                <c:pt idx="22147">
                  <c:v>33.200000000000003</c:v>
                </c:pt>
                <c:pt idx="22148">
                  <c:v>33.200000000000003</c:v>
                </c:pt>
                <c:pt idx="22149">
                  <c:v>33.200000000000003</c:v>
                </c:pt>
                <c:pt idx="22150">
                  <c:v>33.200000000000003</c:v>
                </c:pt>
                <c:pt idx="22151">
                  <c:v>33.200000000000003</c:v>
                </c:pt>
                <c:pt idx="22152">
                  <c:v>33.200000000000003</c:v>
                </c:pt>
                <c:pt idx="22153">
                  <c:v>33.200000000000003</c:v>
                </c:pt>
                <c:pt idx="22154">
                  <c:v>33.200000000000003</c:v>
                </c:pt>
                <c:pt idx="22155">
                  <c:v>33.200000000000003</c:v>
                </c:pt>
                <c:pt idx="22156">
                  <c:v>33.200000000000003</c:v>
                </c:pt>
                <c:pt idx="22157">
                  <c:v>33.200000000000003</c:v>
                </c:pt>
                <c:pt idx="22158">
                  <c:v>33.200000000000003</c:v>
                </c:pt>
                <c:pt idx="22159">
                  <c:v>33.200000000000003</c:v>
                </c:pt>
                <c:pt idx="22160">
                  <c:v>33.200000000000003</c:v>
                </c:pt>
                <c:pt idx="22161">
                  <c:v>33.200000000000003</c:v>
                </c:pt>
                <c:pt idx="22162">
                  <c:v>33.200000000000003</c:v>
                </c:pt>
                <c:pt idx="22163">
                  <c:v>33.200000000000003</c:v>
                </c:pt>
                <c:pt idx="22164">
                  <c:v>33.200000000000003</c:v>
                </c:pt>
                <c:pt idx="22165">
                  <c:v>33.200000000000003</c:v>
                </c:pt>
                <c:pt idx="22166">
                  <c:v>33.200000000000003</c:v>
                </c:pt>
                <c:pt idx="22167">
                  <c:v>33.200000000000003</c:v>
                </c:pt>
                <c:pt idx="22168">
                  <c:v>33.200000000000003</c:v>
                </c:pt>
                <c:pt idx="22169">
                  <c:v>33.15</c:v>
                </c:pt>
                <c:pt idx="22170">
                  <c:v>33.15</c:v>
                </c:pt>
                <c:pt idx="22171">
                  <c:v>33.15</c:v>
                </c:pt>
                <c:pt idx="22172">
                  <c:v>33.15</c:v>
                </c:pt>
                <c:pt idx="22173">
                  <c:v>33.15</c:v>
                </c:pt>
                <c:pt idx="22174">
                  <c:v>33.15</c:v>
                </c:pt>
                <c:pt idx="22175">
                  <c:v>33.15</c:v>
                </c:pt>
                <c:pt idx="22176">
                  <c:v>33.15</c:v>
                </c:pt>
                <c:pt idx="22177">
                  <c:v>33.15</c:v>
                </c:pt>
                <c:pt idx="22178">
                  <c:v>33.15</c:v>
                </c:pt>
                <c:pt idx="22179">
                  <c:v>33.15</c:v>
                </c:pt>
                <c:pt idx="22180">
                  <c:v>33.15</c:v>
                </c:pt>
                <c:pt idx="22181">
                  <c:v>33.15</c:v>
                </c:pt>
                <c:pt idx="22182">
                  <c:v>33.15</c:v>
                </c:pt>
                <c:pt idx="22183">
                  <c:v>33.15</c:v>
                </c:pt>
                <c:pt idx="22184">
                  <c:v>33.15</c:v>
                </c:pt>
                <c:pt idx="22185">
                  <c:v>33.15</c:v>
                </c:pt>
                <c:pt idx="22186">
                  <c:v>33.15</c:v>
                </c:pt>
                <c:pt idx="22187">
                  <c:v>33.15</c:v>
                </c:pt>
                <c:pt idx="22188">
                  <c:v>33.15</c:v>
                </c:pt>
                <c:pt idx="22189">
                  <c:v>33.15</c:v>
                </c:pt>
                <c:pt idx="22190">
                  <c:v>33.15</c:v>
                </c:pt>
                <c:pt idx="22191">
                  <c:v>33.15</c:v>
                </c:pt>
                <c:pt idx="22192">
                  <c:v>33.15</c:v>
                </c:pt>
                <c:pt idx="22193">
                  <c:v>33.15</c:v>
                </c:pt>
                <c:pt idx="22194">
                  <c:v>33.15</c:v>
                </c:pt>
                <c:pt idx="22195">
                  <c:v>33.15</c:v>
                </c:pt>
                <c:pt idx="22196">
                  <c:v>33.15</c:v>
                </c:pt>
                <c:pt idx="22197">
                  <c:v>33.15</c:v>
                </c:pt>
                <c:pt idx="22198">
                  <c:v>33.15</c:v>
                </c:pt>
                <c:pt idx="22199">
                  <c:v>33.15</c:v>
                </c:pt>
                <c:pt idx="22200">
                  <c:v>33.15</c:v>
                </c:pt>
                <c:pt idx="22201">
                  <c:v>33.15</c:v>
                </c:pt>
                <c:pt idx="22202">
                  <c:v>33.15</c:v>
                </c:pt>
                <c:pt idx="22203">
                  <c:v>33.15</c:v>
                </c:pt>
                <c:pt idx="22204">
                  <c:v>33.15</c:v>
                </c:pt>
                <c:pt idx="22205">
                  <c:v>33.15</c:v>
                </c:pt>
                <c:pt idx="22206">
                  <c:v>33.15</c:v>
                </c:pt>
                <c:pt idx="22207">
                  <c:v>33.15</c:v>
                </c:pt>
                <c:pt idx="22208">
                  <c:v>33.15</c:v>
                </c:pt>
                <c:pt idx="22209">
                  <c:v>33.15</c:v>
                </c:pt>
                <c:pt idx="22210">
                  <c:v>33.15</c:v>
                </c:pt>
                <c:pt idx="22211">
                  <c:v>33.15</c:v>
                </c:pt>
                <c:pt idx="22212">
                  <c:v>33.15</c:v>
                </c:pt>
                <c:pt idx="22213">
                  <c:v>33.15</c:v>
                </c:pt>
                <c:pt idx="22214">
                  <c:v>33.1</c:v>
                </c:pt>
                <c:pt idx="22215">
                  <c:v>33.1</c:v>
                </c:pt>
                <c:pt idx="22216">
                  <c:v>33.1</c:v>
                </c:pt>
                <c:pt idx="22217">
                  <c:v>33.1</c:v>
                </c:pt>
                <c:pt idx="22218">
                  <c:v>33.1</c:v>
                </c:pt>
                <c:pt idx="22219">
                  <c:v>33.1</c:v>
                </c:pt>
                <c:pt idx="22220">
                  <c:v>33.1</c:v>
                </c:pt>
                <c:pt idx="22221">
                  <c:v>33.1</c:v>
                </c:pt>
                <c:pt idx="22222">
                  <c:v>33.1</c:v>
                </c:pt>
                <c:pt idx="22223">
                  <c:v>33.1</c:v>
                </c:pt>
                <c:pt idx="22224">
                  <c:v>33.1</c:v>
                </c:pt>
                <c:pt idx="22225">
                  <c:v>33.1</c:v>
                </c:pt>
                <c:pt idx="22226">
                  <c:v>33.1</c:v>
                </c:pt>
                <c:pt idx="22227">
                  <c:v>33.1</c:v>
                </c:pt>
                <c:pt idx="22228">
                  <c:v>33.1</c:v>
                </c:pt>
                <c:pt idx="22229">
                  <c:v>33.1</c:v>
                </c:pt>
                <c:pt idx="22230">
                  <c:v>33.1</c:v>
                </c:pt>
                <c:pt idx="22231">
                  <c:v>33.1</c:v>
                </c:pt>
                <c:pt idx="22232">
                  <c:v>33.1</c:v>
                </c:pt>
                <c:pt idx="22233">
                  <c:v>33.1</c:v>
                </c:pt>
                <c:pt idx="22234">
                  <c:v>33.1</c:v>
                </c:pt>
                <c:pt idx="22235">
                  <c:v>33.1</c:v>
                </c:pt>
                <c:pt idx="22236">
                  <c:v>33.1</c:v>
                </c:pt>
                <c:pt idx="22237">
                  <c:v>33.1</c:v>
                </c:pt>
                <c:pt idx="22238">
                  <c:v>33.049999999999997</c:v>
                </c:pt>
                <c:pt idx="22239">
                  <c:v>33.1</c:v>
                </c:pt>
                <c:pt idx="22240">
                  <c:v>33.049999999999997</c:v>
                </c:pt>
                <c:pt idx="22241">
                  <c:v>33.049999999999997</c:v>
                </c:pt>
                <c:pt idx="22242">
                  <c:v>33.1</c:v>
                </c:pt>
                <c:pt idx="22243">
                  <c:v>33.049999999999997</c:v>
                </c:pt>
                <c:pt idx="22244">
                  <c:v>33.049999999999997</c:v>
                </c:pt>
                <c:pt idx="22245">
                  <c:v>33.049999999999997</c:v>
                </c:pt>
                <c:pt idx="22246">
                  <c:v>33.1</c:v>
                </c:pt>
                <c:pt idx="22247">
                  <c:v>33.1</c:v>
                </c:pt>
                <c:pt idx="22248">
                  <c:v>33.1</c:v>
                </c:pt>
                <c:pt idx="22249">
                  <c:v>33.1</c:v>
                </c:pt>
                <c:pt idx="22250">
                  <c:v>33.1</c:v>
                </c:pt>
                <c:pt idx="22251">
                  <c:v>33.1</c:v>
                </c:pt>
                <c:pt idx="22252">
                  <c:v>33.1</c:v>
                </c:pt>
                <c:pt idx="22253">
                  <c:v>33.1</c:v>
                </c:pt>
                <c:pt idx="22254">
                  <c:v>33.1</c:v>
                </c:pt>
                <c:pt idx="22255">
                  <c:v>33.1</c:v>
                </c:pt>
                <c:pt idx="22256">
                  <c:v>33.049999999999997</c:v>
                </c:pt>
                <c:pt idx="22257">
                  <c:v>33.049999999999997</c:v>
                </c:pt>
                <c:pt idx="22258">
                  <c:v>33.049999999999997</c:v>
                </c:pt>
                <c:pt idx="22259">
                  <c:v>33.049999999999997</c:v>
                </c:pt>
                <c:pt idx="22260">
                  <c:v>33.049999999999997</c:v>
                </c:pt>
                <c:pt idx="22261">
                  <c:v>33.049999999999997</c:v>
                </c:pt>
                <c:pt idx="22262">
                  <c:v>33.049999999999997</c:v>
                </c:pt>
                <c:pt idx="22263">
                  <c:v>33.049999999999997</c:v>
                </c:pt>
                <c:pt idx="22264">
                  <c:v>33.049999999999997</c:v>
                </c:pt>
                <c:pt idx="22265">
                  <c:v>33.049999999999997</c:v>
                </c:pt>
                <c:pt idx="22266">
                  <c:v>33.049999999999997</c:v>
                </c:pt>
                <c:pt idx="22267">
                  <c:v>33.049999999999997</c:v>
                </c:pt>
                <c:pt idx="22268">
                  <c:v>33.049999999999997</c:v>
                </c:pt>
                <c:pt idx="22269">
                  <c:v>33.049999999999997</c:v>
                </c:pt>
                <c:pt idx="22270">
                  <c:v>33.049999999999997</c:v>
                </c:pt>
                <c:pt idx="22271">
                  <c:v>33.049999999999997</c:v>
                </c:pt>
                <c:pt idx="22272">
                  <c:v>33.049999999999997</c:v>
                </c:pt>
                <c:pt idx="22273">
                  <c:v>33.049999999999997</c:v>
                </c:pt>
                <c:pt idx="22274">
                  <c:v>33.049999999999997</c:v>
                </c:pt>
                <c:pt idx="22275">
                  <c:v>33.049999999999997</c:v>
                </c:pt>
                <c:pt idx="22276">
                  <c:v>33.049999999999997</c:v>
                </c:pt>
                <c:pt idx="22277">
                  <c:v>33.049999999999997</c:v>
                </c:pt>
                <c:pt idx="22278">
                  <c:v>33.049999999999997</c:v>
                </c:pt>
                <c:pt idx="22279">
                  <c:v>33.049999999999997</c:v>
                </c:pt>
                <c:pt idx="22280">
                  <c:v>33.049999999999997</c:v>
                </c:pt>
                <c:pt idx="22281">
                  <c:v>33.049999999999997</c:v>
                </c:pt>
                <c:pt idx="22282">
                  <c:v>33.049999999999997</c:v>
                </c:pt>
                <c:pt idx="22283">
                  <c:v>33.049999999999997</c:v>
                </c:pt>
                <c:pt idx="22284">
                  <c:v>33.049999999999997</c:v>
                </c:pt>
                <c:pt idx="22285">
                  <c:v>33.049999999999997</c:v>
                </c:pt>
                <c:pt idx="22286">
                  <c:v>33.049999999999997</c:v>
                </c:pt>
                <c:pt idx="22287">
                  <c:v>33.049999999999997</c:v>
                </c:pt>
                <c:pt idx="22288">
                  <c:v>33</c:v>
                </c:pt>
                <c:pt idx="22289">
                  <c:v>33</c:v>
                </c:pt>
                <c:pt idx="22290">
                  <c:v>33</c:v>
                </c:pt>
                <c:pt idx="22291">
                  <c:v>33</c:v>
                </c:pt>
                <c:pt idx="22292">
                  <c:v>33</c:v>
                </c:pt>
                <c:pt idx="22293">
                  <c:v>33</c:v>
                </c:pt>
                <c:pt idx="22294">
                  <c:v>33</c:v>
                </c:pt>
                <c:pt idx="22295">
                  <c:v>33</c:v>
                </c:pt>
                <c:pt idx="22296">
                  <c:v>33</c:v>
                </c:pt>
                <c:pt idx="22297">
                  <c:v>33</c:v>
                </c:pt>
                <c:pt idx="22298">
                  <c:v>33</c:v>
                </c:pt>
                <c:pt idx="22299">
                  <c:v>33</c:v>
                </c:pt>
                <c:pt idx="22300">
                  <c:v>33</c:v>
                </c:pt>
                <c:pt idx="22301">
                  <c:v>33</c:v>
                </c:pt>
                <c:pt idx="22302">
                  <c:v>33</c:v>
                </c:pt>
                <c:pt idx="22303">
                  <c:v>33</c:v>
                </c:pt>
                <c:pt idx="22304">
                  <c:v>33</c:v>
                </c:pt>
                <c:pt idx="22305">
                  <c:v>33</c:v>
                </c:pt>
                <c:pt idx="22306">
                  <c:v>33</c:v>
                </c:pt>
                <c:pt idx="22307">
                  <c:v>33</c:v>
                </c:pt>
                <c:pt idx="22308">
                  <c:v>33</c:v>
                </c:pt>
                <c:pt idx="22309">
                  <c:v>33</c:v>
                </c:pt>
                <c:pt idx="22310">
                  <c:v>33</c:v>
                </c:pt>
                <c:pt idx="22311">
                  <c:v>33</c:v>
                </c:pt>
                <c:pt idx="22312">
                  <c:v>33</c:v>
                </c:pt>
                <c:pt idx="22313">
                  <c:v>33</c:v>
                </c:pt>
                <c:pt idx="22314">
                  <c:v>33</c:v>
                </c:pt>
                <c:pt idx="22315">
                  <c:v>33</c:v>
                </c:pt>
                <c:pt idx="22316">
                  <c:v>33</c:v>
                </c:pt>
                <c:pt idx="22317">
                  <c:v>33</c:v>
                </c:pt>
                <c:pt idx="22318">
                  <c:v>33</c:v>
                </c:pt>
                <c:pt idx="22319">
                  <c:v>33</c:v>
                </c:pt>
                <c:pt idx="22320">
                  <c:v>33</c:v>
                </c:pt>
                <c:pt idx="22321">
                  <c:v>33</c:v>
                </c:pt>
                <c:pt idx="22322">
                  <c:v>33</c:v>
                </c:pt>
                <c:pt idx="22323">
                  <c:v>33</c:v>
                </c:pt>
                <c:pt idx="22324">
                  <c:v>33</c:v>
                </c:pt>
                <c:pt idx="22325">
                  <c:v>33</c:v>
                </c:pt>
                <c:pt idx="22326">
                  <c:v>33</c:v>
                </c:pt>
                <c:pt idx="22327">
                  <c:v>33</c:v>
                </c:pt>
                <c:pt idx="22328">
                  <c:v>33</c:v>
                </c:pt>
                <c:pt idx="22329">
                  <c:v>33</c:v>
                </c:pt>
                <c:pt idx="22330">
                  <c:v>33</c:v>
                </c:pt>
                <c:pt idx="22331">
                  <c:v>33</c:v>
                </c:pt>
                <c:pt idx="22332">
                  <c:v>33</c:v>
                </c:pt>
                <c:pt idx="22333">
                  <c:v>33</c:v>
                </c:pt>
                <c:pt idx="22334">
                  <c:v>33</c:v>
                </c:pt>
                <c:pt idx="22335">
                  <c:v>33</c:v>
                </c:pt>
                <c:pt idx="22336">
                  <c:v>33</c:v>
                </c:pt>
                <c:pt idx="22337">
                  <c:v>33</c:v>
                </c:pt>
                <c:pt idx="22338">
                  <c:v>33</c:v>
                </c:pt>
                <c:pt idx="22339">
                  <c:v>33</c:v>
                </c:pt>
                <c:pt idx="22340">
                  <c:v>33</c:v>
                </c:pt>
                <c:pt idx="22341">
                  <c:v>33</c:v>
                </c:pt>
                <c:pt idx="22342">
                  <c:v>33</c:v>
                </c:pt>
                <c:pt idx="22343">
                  <c:v>33</c:v>
                </c:pt>
                <c:pt idx="22344">
                  <c:v>33</c:v>
                </c:pt>
                <c:pt idx="22345">
                  <c:v>33</c:v>
                </c:pt>
                <c:pt idx="22346">
                  <c:v>33</c:v>
                </c:pt>
                <c:pt idx="22347">
                  <c:v>33</c:v>
                </c:pt>
                <c:pt idx="22348">
                  <c:v>33</c:v>
                </c:pt>
                <c:pt idx="22349">
                  <c:v>33</c:v>
                </c:pt>
                <c:pt idx="22350">
                  <c:v>33</c:v>
                </c:pt>
                <c:pt idx="22351">
                  <c:v>33</c:v>
                </c:pt>
                <c:pt idx="22352">
                  <c:v>33</c:v>
                </c:pt>
                <c:pt idx="22353">
                  <c:v>33</c:v>
                </c:pt>
                <c:pt idx="22354">
                  <c:v>33</c:v>
                </c:pt>
                <c:pt idx="22355">
                  <c:v>33</c:v>
                </c:pt>
                <c:pt idx="22356">
                  <c:v>33</c:v>
                </c:pt>
                <c:pt idx="22357">
                  <c:v>33</c:v>
                </c:pt>
                <c:pt idx="22358">
                  <c:v>33</c:v>
                </c:pt>
                <c:pt idx="22359">
                  <c:v>32.950000000000003</c:v>
                </c:pt>
                <c:pt idx="22360">
                  <c:v>32.950000000000003</c:v>
                </c:pt>
                <c:pt idx="22361">
                  <c:v>32.950000000000003</c:v>
                </c:pt>
                <c:pt idx="22362">
                  <c:v>32.950000000000003</c:v>
                </c:pt>
                <c:pt idx="22363">
                  <c:v>32.950000000000003</c:v>
                </c:pt>
                <c:pt idx="22364">
                  <c:v>32.950000000000003</c:v>
                </c:pt>
                <c:pt idx="22365">
                  <c:v>32.950000000000003</c:v>
                </c:pt>
                <c:pt idx="22366">
                  <c:v>32.950000000000003</c:v>
                </c:pt>
                <c:pt idx="22367">
                  <c:v>32.950000000000003</c:v>
                </c:pt>
                <c:pt idx="22368">
                  <c:v>32.950000000000003</c:v>
                </c:pt>
                <c:pt idx="22369">
                  <c:v>32.950000000000003</c:v>
                </c:pt>
                <c:pt idx="22370">
                  <c:v>32.950000000000003</c:v>
                </c:pt>
                <c:pt idx="22371">
                  <c:v>32.950000000000003</c:v>
                </c:pt>
                <c:pt idx="22372">
                  <c:v>32.950000000000003</c:v>
                </c:pt>
                <c:pt idx="22373">
                  <c:v>32.950000000000003</c:v>
                </c:pt>
                <c:pt idx="22374">
                  <c:v>32.950000000000003</c:v>
                </c:pt>
                <c:pt idx="22375">
                  <c:v>32.950000000000003</c:v>
                </c:pt>
                <c:pt idx="22376">
                  <c:v>32.950000000000003</c:v>
                </c:pt>
                <c:pt idx="22377">
                  <c:v>32.950000000000003</c:v>
                </c:pt>
                <c:pt idx="22378">
                  <c:v>32.950000000000003</c:v>
                </c:pt>
                <c:pt idx="22379">
                  <c:v>32.950000000000003</c:v>
                </c:pt>
                <c:pt idx="22380">
                  <c:v>32.950000000000003</c:v>
                </c:pt>
                <c:pt idx="22381">
                  <c:v>32.950000000000003</c:v>
                </c:pt>
                <c:pt idx="22382">
                  <c:v>32.950000000000003</c:v>
                </c:pt>
                <c:pt idx="22383">
                  <c:v>32.950000000000003</c:v>
                </c:pt>
                <c:pt idx="22384">
                  <c:v>32.950000000000003</c:v>
                </c:pt>
                <c:pt idx="22385">
                  <c:v>32.950000000000003</c:v>
                </c:pt>
                <c:pt idx="22386">
                  <c:v>32.950000000000003</c:v>
                </c:pt>
                <c:pt idx="22387">
                  <c:v>32.950000000000003</c:v>
                </c:pt>
                <c:pt idx="22388">
                  <c:v>32.950000000000003</c:v>
                </c:pt>
                <c:pt idx="22389">
                  <c:v>32.950000000000003</c:v>
                </c:pt>
                <c:pt idx="22390">
                  <c:v>32.950000000000003</c:v>
                </c:pt>
                <c:pt idx="22391">
                  <c:v>32.950000000000003</c:v>
                </c:pt>
                <c:pt idx="22392">
                  <c:v>32.950000000000003</c:v>
                </c:pt>
                <c:pt idx="22393">
                  <c:v>32.950000000000003</c:v>
                </c:pt>
                <c:pt idx="22394">
                  <c:v>32.950000000000003</c:v>
                </c:pt>
                <c:pt idx="22395">
                  <c:v>32.950000000000003</c:v>
                </c:pt>
                <c:pt idx="22396">
                  <c:v>32.950000000000003</c:v>
                </c:pt>
                <c:pt idx="22397">
                  <c:v>32.950000000000003</c:v>
                </c:pt>
                <c:pt idx="22398">
                  <c:v>32.950000000000003</c:v>
                </c:pt>
                <c:pt idx="22399">
                  <c:v>32.950000000000003</c:v>
                </c:pt>
                <c:pt idx="22400">
                  <c:v>32.950000000000003</c:v>
                </c:pt>
                <c:pt idx="22401">
                  <c:v>32.950000000000003</c:v>
                </c:pt>
                <c:pt idx="22402">
                  <c:v>32.950000000000003</c:v>
                </c:pt>
                <c:pt idx="22403">
                  <c:v>32.950000000000003</c:v>
                </c:pt>
                <c:pt idx="22404">
                  <c:v>32.950000000000003</c:v>
                </c:pt>
                <c:pt idx="22405">
                  <c:v>32.950000000000003</c:v>
                </c:pt>
                <c:pt idx="22406">
                  <c:v>32.9</c:v>
                </c:pt>
                <c:pt idx="22407">
                  <c:v>32.950000000000003</c:v>
                </c:pt>
                <c:pt idx="22408">
                  <c:v>32.9</c:v>
                </c:pt>
                <c:pt idx="22409">
                  <c:v>32.9</c:v>
                </c:pt>
                <c:pt idx="22410">
                  <c:v>32.9</c:v>
                </c:pt>
                <c:pt idx="22411">
                  <c:v>32.9</c:v>
                </c:pt>
                <c:pt idx="22412">
                  <c:v>32.9</c:v>
                </c:pt>
                <c:pt idx="22413">
                  <c:v>32.9</c:v>
                </c:pt>
                <c:pt idx="22414">
                  <c:v>32.9</c:v>
                </c:pt>
                <c:pt idx="22415">
                  <c:v>32.9</c:v>
                </c:pt>
                <c:pt idx="22416">
                  <c:v>32.9</c:v>
                </c:pt>
                <c:pt idx="22417">
                  <c:v>32.9</c:v>
                </c:pt>
                <c:pt idx="22418">
                  <c:v>32.9</c:v>
                </c:pt>
                <c:pt idx="22419">
                  <c:v>32.9</c:v>
                </c:pt>
                <c:pt idx="22420">
                  <c:v>32.9</c:v>
                </c:pt>
                <c:pt idx="22421">
                  <c:v>32.9</c:v>
                </c:pt>
                <c:pt idx="22422">
                  <c:v>32.9</c:v>
                </c:pt>
                <c:pt idx="22423">
                  <c:v>32.9</c:v>
                </c:pt>
                <c:pt idx="22424">
                  <c:v>32.9</c:v>
                </c:pt>
                <c:pt idx="22425">
                  <c:v>32.9</c:v>
                </c:pt>
                <c:pt idx="22426">
                  <c:v>32.9</c:v>
                </c:pt>
                <c:pt idx="22427">
                  <c:v>32.9</c:v>
                </c:pt>
                <c:pt idx="22428">
                  <c:v>32.9</c:v>
                </c:pt>
                <c:pt idx="22429">
                  <c:v>32.9</c:v>
                </c:pt>
                <c:pt idx="22430">
                  <c:v>32.9</c:v>
                </c:pt>
                <c:pt idx="22431">
                  <c:v>32.9</c:v>
                </c:pt>
                <c:pt idx="22432">
                  <c:v>32.9</c:v>
                </c:pt>
                <c:pt idx="22433">
                  <c:v>32.9</c:v>
                </c:pt>
                <c:pt idx="22434">
                  <c:v>32.9</c:v>
                </c:pt>
                <c:pt idx="22435">
                  <c:v>32.9</c:v>
                </c:pt>
                <c:pt idx="22436">
                  <c:v>32.9</c:v>
                </c:pt>
                <c:pt idx="22437">
                  <c:v>32.9</c:v>
                </c:pt>
                <c:pt idx="22438">
                  <c:v>32.9</c:v>
                </c:pt>
                <c:pt idx="22439">
                  <c:v>32.9</c:v>
                </c:pt>
                <c:pt idx="22440">
                  <c:v>32.9</c:v>
                </c:pt>
                <c:pt idx="22441">
                  <c:v>32.9</c:v>
                </c:pt>
                <c:pt idx="22442">
                  <c:v>32.9</c:v>
                </c:pt>
                <c:pt idx="22443">
                  <c:v>32.9</c:v>
                </c:pt>
                <c:pt idx="22444">
                  <c:v>32.9</c:v>
                </c:pt>
                <c:pt idx="22445">
                  <c:v>32.9</c:v>
                </c:pt>
                <c:pt idx="22446">
                  <c:v>32.9</c:v>
                </c:pt>
                <c:pt idx="22447">
                  <c:v>32.9</c:v>
                </c:pt>
                <c:pt idx="22448">
                  <c:v>32.9</c:v>
                </c:pt>
                <c:pt idx="22449">
                  <c:v>32.9</c:v>
                </c:pt>
                <c:pt idx="22450">
                  <c:v>32.9</c:v>
                </c:pt>
                <c:pt idx="22451">
                  <c:v>32.9</c:v>
                </c:pt>
                <c:pt idx="22452">
                  <c:v>32.9</c:v>
                </c:pt>
                <c:pt idx="22453">
                  <c:v>32.9</c:v>
                </c:pt>
                <c:pt idx="22454">
                  <c:v>32.9</c:v>
                </c:pt>
                <c:pt idx="22455">
                  <c:v>32.9</c:v>
                </c:pt>
                <c:pt idx="22456">
                  <c:v>32.9</c:v>
                </c:pt>
                <c:pt idx="22457">
                  <c:v>32.9</c:v>
                </c:pt>
                <c:pt idx="22458">
                  <c:v>32.9</c:v>
                </c:pt>
                <c:pt idx="22459">
                  <c:v>32.9</c:v>
                </c:pt>
                <c:pt idx="22460">
                  <c:v>32.9</c:v>
                </c:pt>
                <c:pt idx="22461">
                  <c:v>32.9</c:v>
                </c:pt>
                <c:pt idx="22462">
                  <c:v>32.9</c:v>
                </c:pt>
                <c:pt idx="22463">
                  <c:v>32.9</c:v>
                </c:pt>
                <c:pt idx="22464">
                  <c:v>32.9</c:v>
                </c:pt>
                <c:pt idx="22465">
                  <c:v>32.9</c:v>
                </c:pt>
                <c:pt idx="22466">
                  <c:v>32.9</c:v>
                </c:pt>
                <c:pt idx="22467">
                  <c:v>32.9</c:v>
                </c:pt>
                <c:pt idx="22468">
                  <c:v>32.9</c:v>
                </c:pt>
                <c:pt idx="22469">
                  <c:v>32.9</c:v>
                </c:pt>
                <c:pt idx="22470">
                  <c:v>32.85</c:v>
                </c:pt>
                <c:pt idx="22471">
                  <c:v>32.85</c:v>
                </c:pt>
                <c:pt idx="22472">
                  <c:v>32.85</c:v>
                </c:pt>
                <c:pt idx="22473">
                  <c:v>32.85</c:v>
                </c:pt>
                <c:pt idx="22474">
                  <c:v>32.85</c:v>
                </c:pt>
                <c:pt idx="22475">
                  <c:v>32.85</c:v>
                </c:pt>
                <c:pt idx="22476">
                  <c:v>32.85</c:v>
                </c:pt>
                <c:pt idx="22477">
                  <c:v>32.85</c:v>
                </c:pt>
                <c:pt idx="22478">
                  <c:v>32.85</c:v>
                </c:pt>
                <c:pt idx="22479">
                  <c:v>32.85</c:v>
                </c:pt>
                <c:pt idx="22480">
                  <c:v>32.85</c:v>
                </c:pt>
                <c:pt idx="22481">
                  <c:v>32.85</c:v>
                </c:pt>
                <c:pt idx="22482">
                  <c:v>32.85</c:v>
                </c:pt>
                <c:pt idx="22483">
                  <c:v>32.85</c:v>
                </c:pt>
                <c:pt idx="22484">
                  <c:v>32.85</c:v>
                </c:pt>
                <c:pt idx="22485">
                  <c:v>32.85</c:v>
                </c:pt>
                <c:pt idx="22486">
                  <c:v>32.85</c:v>
                </c:pt>
                <c:pt idx="22487">
                  <c:v>32.85</c:v>
                </c:pt>
                <c:pt idx="22488">
                  <c:v>32.85</c:v>
                </c:pt>
                <c:pt idx="22489">
                  <c:v>32.85</c:v>
                </c:pt>
                <c:pt idx="22490">
                  <c:v>32.85</c:v>
                </c:pt>
                <c:pt idx="22491">
                  <c:v>32.85</c:v>
                </c:pt>
                <c:pt idx="22492">
                  <c:v>32.85</c:v>
                </c:pt>
                <c:pt idx="22493">
                  <c:v>32.85</c:v>
                </c:pt>
                <c:pt idx="22494">
                  <c:v>32.85</c:v>
                </c:pt>
                <c:pt idx="22495">
                  <c:v>32.85</c:v>
                </c:pt>
                <c:pt idx="22496">
                  <c:v>32.85</c:v>
                </c:pt>
                <c:pt idx="22497">
                  <c:v>32.85</c:v>
                </c:pt>
                <c:pt idx="22498">
                  <c:v>32.85</c:v>
                </c:pt>
                <c:pt idx="22499">
                  <c:v>32.85</c:v>
                </c:pt>
                <c:pt idx="22500">
                  <c:v>32.85</c:v>
                </c:pt>
                <c:pt idx="22501">
                  <c:v>32.85</c:v>
                </c:pt>
                <c:pt idx="22502">
                  <c:v>32.85</c:v>
                </c:pt>
                <c:pt idx="22503">
                  <c:v>32.85</c:v>
                </c:pt>
                <c:pt idx="22504">
                  <c:v>32.799999999999997</c:v>
                </c:pt>
                <c:pt idx="22505">
                  <c:v>32.799999999999997</c:v>
                </c:pt>
                <c:pt idx="22506">
                  <c:v>32.799999999999997</c:v>
                </c:pt>
                <c:pt idx="22507">
                  <c:v>32.799999999999997</c:v>
                </c:pt>
                <c:pt idx="22508">
                  <c:v>32.799999999999997</c:v>
                </c:pt>
                <c:pt idx="22509">
                  <c:v>32.85</c:v>
                </c:pt>
                <c:pt idx="22510">
                  <c:v>32.799999999999997</c:v>
                </c:pt>
                <c:pt idx="22511">
                  <c:v>32.85</c:v>
                </c:pt>
                <c:pt idx="22512">
                  <c:v>32.799999999999997</c:v>
                </c:pt>
                <c:pt idx="22513">
                  <c:v>32.85</c:v>
                </c:pt>
                <c:pt idx="22514">
                  <c:v>32.85</c:v>
                </c:pt>
                <c:pt idx="22515">
                  <c:v>32.85</c:v>
                </c:pt>
                <c:pt idx="22516">
                  <c:v>32.85</c:v>
                </c:pt>
                <c:pt idx="22517">
                  <c:v>32.85</c:v>
                </c:pt>
                <c:pt idx="22518">
                  <c:v>32.799999999999997</c:v>
                </c:pt>
                <c:pt idx="22519">
                  <c:v>32.799999999999997</c:v>
                </c:pt>
                <c:pt idx="22520">
                  <c:v>32.85</c:v>
                </c:pt>
                <c:pt idx="22521">
                  <c:v>32.799999999999997</c:v>
                </c:pt>
                <c:pt idx="22522">
                  <c:v>32.799999999999997</c:v>
                </c:pt>
                <c:pt idx="22523">
                  <c:v>32.799999999999997</c:v>
                </c:pt>
                <c:pt idx="22524">
                  <c:v>32.799999999999997</c:v>
                </c:pt>
                <c:pt idx="22525">
                  <c:v>32.799999999999997</c:v>
                </c:pt>
                <c:pt idx="22526">
                  <c:v>32.799999999999997</c:v>
                </c:pt>
                <c:pt idx="22527">
                  <c:v>32.799999999999997</c:v>
                </c:pt>
                <c:pt idx="22528">
                  <c:v>32.799999999999997</c:v>
                </c:pt>
                <c:pt idx="22529">
                  <c:v>32.799999999999997</c:v>
                </c:pt>
                <c:pt idx="22530">
                  <c:v>32.799999999999997</c:v>
                </c:pt>
                <c:pt idx="22531">
                  <c:v>32.799999999999997</c:v>
                </c:pt>
                <c:pt idx="22532">
                  <c:v>32.799999999999997</c:v>
                </c:pt>
                <c:pt idx="22533">
                  <c:v>32.799999999999997</c:v>
                </c:pt>
                <c:pt idx="22534">
                  <c:v>32.799999999999997</c:v>
                </c:pt>
                <c:pt idx="22535">
                  <c:v>32.799999999999997</c:v>
                </c:pt>
                <c:pt idx="22536">
                  <c:v>32.799999999999997</c:v>
                </c:pt>
                <c:pt idx="22537">
                  <c:v>32.799999999999997</c:v>
                </c:pt>
                <c:pt idx="22538">
                  <c:v>32.799999999999997</c:v>
                </c:pt>
                <c:pt idx="22539">
                  <c:v>32.799999999999997</c:v>
                </c:pt>
                <c:pt idx="22540">
                  <c:v>32.799999999999997</c:v>
                </c:pt>
                <c:pt idx="22541">
                  <c:v>32.799999999999997</c:v>
                </c:pt>
                <c:pt idx="22542">
                  <c:v>32.799999999999997</c:v>
                </c:pt>
                <c:pt idx="22543">
                  <c:v>32.799999999999997</c:v>
                </c:pt>
                <c:pt idx="22544">
                  <c:v>32.799999999999997</c:v>
                </c:pt>
                <c:pt idx="22545">
                  <c:v>32.799999999999997</c:v>
                </c:pt>
                <c:pt idx="22546">
                  <c:v>32.799999999999997</c:v>
                </c:pt>
                <c:pt idx="22547">
                  <c:v>32.799999999999997</c:v>
                </c:pt>
                <c:pt idx="22548">
                  <c:v>32.799999999999997</c:v>
                </c:pt>
                <c:pt idx="22549">
                  <c:v>32.799999999999997</c:v>
                </c:pt>
                <c:pt idx="22550">
                  <c:v>32.799999999999997</c:v>
                </c:pt>
                <c:pt idx="22551">
                  <c:v>32.799999999999997</c:v>
                </c:pt>
                <c:pt idx="22552">
                  <c:v>32.799999999999997</c:v>
                </c:pt>
                <c:pt idx="22553">
                  <c:v>32.799999999999997</c:v>
                </c:pt>
                <c:pt idx="22554">
                  <c:v>32.799999999999997</c:v>
                </c:pt>
                <c:pt idx="22555">
                  <c:v>32.799999999999997</c:v>
                </c:pt>
                <c:pt idx="22556">
                  <c:v>32.799999999999997</c:v>
                </c:pt>
                <c:pt idx="22557">
                  <c:v>32.799999999999997</c:v>
                </c:pt>
                <c:pt idx="22558">
                  <c:v>32.799999999999997</c:v>
                </c:pt>
                <c:pt idx="22559">
                  <c:v>32.75</c:v>
                </c:pt>
                <c:pt idx="22560">
                  <c:v>32.799999999999997</c:v>
                </c:pt>
                <c:pt idx="22561">
                  <c:v>32.75</c:v>
                </c:pt>
                <c:pt idx="22562">
                  <c:v>32.75</c:v>
                </c:pt>
                <c:pt idx="22563">
                  <c:v>32.75</c:v>
                </c:pt>
                <c:pt idx="22564">
                  <c:v>32.75</c:v>
                </c:pt>
                <c:pt idx="22565">
                  <c:v>32.75</c:v>
                </c:pt>
                <c:pt idx="22566">
                  <c:v>32.75</c:v>
                </c:pt>
                <c:pt idx="22567">
                  <c:v>32.75</c:v>
                </c:pt>
                <c:pt idx="22568">
                  <c:v>32.75</c:v>
                </c:pt>
                <c:pt idx="22569">
                  <c:v>32.75</c:v>
                </c:pt>
                <c:pt idx="22570">
                  <c:v>32.75</c:v>
                </c:pt>
                <c:pt idx="22571">
                  <c:v>32.75</c:v>
                </c:pt>
                <c:pt idx="22572">
                  <c:v>32.75</c:v>
                </c:pt>
                <c:pt idx="22573">
                  <c:v>32.75</c:v>
                </c:pt>
                <c:pt idx="22574">
                  <c:v>32.75</c:v>
                </c:pt>
                <c:pt idx="22575">
                  <c:v>32.75</c:v>
                </c:pt>
                <c:pt idx="22576">
                  <c:v>32.75</c:v>
                </c:pt>
                <c:pt idx="22577">
                  <c:v>32.75</c:v>
                </c:pt>
                <c:pt idx="22578">
                  <c:v>32.75</c:v>
                </c:pt>
                <c:pt idx="22579">
                  <c:v>32.75</c:v>
                </c:pt>
                <c:pt idx="22580">
                  <c:v>32.75</c:v>
                </c:pt>
                <c:pt idx="22581">
                  <c:v>32.75</c:v>
                </c:pt>
                <c:pt idx="22582">
                  <c:v>32.75</c:v>
                </c:pt>
                <c:pt idx="22583">
                  <c:v>32.75</c:v>
                </c:pt>
                <c:pt idx="22584">
                  <c:v>32.75</c:v>
                </c:pt>
                <c:pt idx="22585">
                  <c:v>32.75</c:v>
                </c:pt>
                <c:pt idx="22586">
                  <c:v>32.75</c:v>
                </c:pt>
                <c:pt idx="22587">
                  <c:v>32.75</c:v>
                </c:pt>
                <c:pt idx="22588">
                  <c:v>32.75</c:v>
                </c:pt>
                <c:pt idx="22589">
                  <c:v>32.75</c:v>
                </c:pt>
                <c:pt idx="22590">
                  <c:v>32.75</c:v>
                </c:pt>
                <c:pt idx="22591">
                  <c:v>32.75</c:v>
                </c:pt>
                <c:pt idx="22592">
                  <c:v>32.700000000000003</c:v>
                </c:pt>
                <c:pt idx="22593">
                  <c:v>32.700000000000003</c:v>
                </c:pt>
                <c:pt idx="22594">
                  <c:v>32.700000000000003</c:v>
                </c:pt>
                <c:pt idx="22595">
                  <c:v>32.700000000000003</c:v>
                </c:pt>
                <c:pt idx="22596">
                  <c:v>32.700000000000003</c:v>
                </c:pt>
                <c:pt idx="22597">
                  <c:v>32.700000000000003</c:v>
                </c:pt>
                <c:pt idx="22598">
                  <c:v>32.700000000000003</c:v>
                </c:pt>
                <c:pt idx="22599">
                  <c:v>32.700000000000003</c:v>
                </c:pt>
                <c:pt idx="22600">
                  <c:v>32.700000000000003</c:v>
                </c:pt>
                <c:pt idx="22601">
                  <c:v>32.700000000000003</c:v>
                </c:pt>
                <c:pt idx="22602">
                  <c:v>32.700000000000003</c:v>
                </c:pt>
                <c:pt idx="22603">
                  <c:v>32.700000000000003</c:v>
                </c:pt>
                <c:pt idx="22604">
                  <c:v>32.700000000000003</c:v>
                </c:pt>
                <c:pt idx="22605">
                  <c:v>32.700000000000003</c:v>
                </c:pt>
                <c:pt idx="22606">
                  <c:v>32.700000000000003</c:v>
                </c:pt>
                <c:pt idx="22607">
                  <c:v>32.700000000000003</c:v>
                </c:pt>
                <c:pt idx="22608">
                  <c:v>32.700000000000003</c:v>
                </c:pt>
                <c:pt idx="22609">
                  <c:v>32.700000000000003</c:v>
                </c:pt>
                <c:pt idx="22610">
                  <c:v>32.700000000000003</c:v>
                </c:pt>
                <c:pt idx="22611">
                  <c:v>32.700000000000003</c:v>
                </c:pt>
                <c:pt idx="22612">
                  <c:v>32.700000000000003</c:v>
                </c:pt>
                <c:pt idx="22613">
                  <c:v>32.700000000000003</c:v>
                </c:pt>
                <c:pt idx="22614">
                  <c:v>32.700000000000003</c:v>
                </c:pt>
                <c:pt idx="22615">
                  <c:v>32.700000000000003</c:v>
                </c:pt>
                <c:pt idx="22616">
                  <c:v>32.700000000000003</c:v>
                </c:pt>
                <c:pt idx="22617">
                  <c:v>32.700000000000003</c:v>
                </c:pt>
                <c:pt idx="22618">
                  <c:v>32.700000000000003</c:v>
                </c:pt>
                <c:pt idx="22619">
                  <c:v>32.700000000000003</c:v>
                </c:pt>
                <c:pt idx="22620">
                  <c:v>32.700000000000003</c:v>
                </c:pt>
                <c:pt idx="22621">
                  <c:v>32.700000000000003</c:v>
                </c:pt>
                <c:pt idx="22622">
                  <c:v>32.700000000000003</c:v>
                </c:pt>
                <c:pt idx="22623">
                  <c:v>32.700000000000003</c:v>
                </c:pt>
                <c:pt idx="22624">
                  <c:v>32.700000000000003</c:v>
                </c:pt>
                <c:pt idx="22625">
                  <c:v>32.700000000000003</c:v>
                </c:pt>
                <c:pt idx="22626">
                  <c:v>32.700000000000003</c:v>
                </c:pt>
                <c:pt idx="22627">
                  <c:v>32.700000000000003</c:v>
                </c:pt>
                <c:pt idx="22628">
                  <c:v>32.700000000000003</c:v>
                </c:pt>
                <c:pt idx="22629">
                  <c:v>32.700000000000003</c:v>
                </c:pt>
                <c:pt idx="22630">
                  <c:v>32.700000000000003</c:v>
                </c:pt>
                <c:pt idx="22631">
                  <c:v>32.700000000000003</c:v>
                </c:pt>
                <c:pt idx="22632">
                  <c:v>32.700000000000003</c:v>
                </c:pt>
                <c:pt idx="22633">
                  <c:v>32.700000000000003</c:v>
                </c:pt>
                <c:pt idx="22634">
                  <c:v>32.700000000000003</c:v>
                </c:pt>
                <c:pt idx="22635">
                  <c:v>32.700000000000003</c:v>
                </c:pt>
                <c:pt idx="22636">
                  <c:v>32.65</c:v>
                </c:pt>
                <c:pt idx="22637">
                  <c:v>32.700000000000003</c:v>
                </c:pt>
                <c:pt idx="22638">
                  <c:v>32.700000000000003</c:v>
                </c:pt>
                <c:pt idx="22639">
                  <c:v>32.65</c:v>
                </c:pt>
                <c:pt idx="22640">
                  <c:v>32.65</c:v>
                </c:pt>
                <c:pt idx="22641">
                  <c:v>32.65</c:v>
                </c:pt>
                <c:pt idx="22642">
                  <c:v>32.65</c:v>
                </c:pt>
                <c:pt idx="22643">
                  <c:v>32.65</c:v>
                </c:pt>
                <c:pt idx="22644">
                  <c:v>32.65</c:v>
                </c:pt>
                <c:pt idx="22645">
                  <c:v>32.65</c:v>
                </c:pt>
                <c:pt idx="22646">
                  <c:v>32.65</c:v>
                </c:pt>
                <c:pt idx="22647">
                  <c:v>32.65</c:v>
                </c:pt>
                <c:pt idx="22648">
                  <c:v>32.65</c:v>
                </c:pt>
                <c:pt idx="22649">
                  <c:v>32.65</c:v>
                </c:pt>
                <c:pt idx="22650">
                  <c:v>32.65</c:v>
                </c:pt>
                <c:pt idx="22651">
                  <c:v>32.65</c:v>
                </c:pt>
                <c:pt idx="22652">
                  <c:v>32.65</c:v>
                </c:pt>
                <c:pt idx="22653">
                  <c:v>32.65</c:v>
                </c:pt>
                <c:pt idx="22654">
                  <c:v>32.65</c:v>
                </c:pt>
                <c:pt idx="22655">
                  <c:v>32.65</c:v>
                </c:pt>
                <c:pt idx="22656">
                  <c:v>32.65</c:v>
                </c:pt>
                <c:pt idx="22657">
                  <c:v>32.65</c:v>
                </c:pt>
                <c:pt idx="22658">
                  <c:v>32.65</c:v>
                </c:pt>
                <c:pt idx="22659">
                  <c:v>32.65</c:v>
                </c:pt>
                <c:pt idx="22660">
                  <c:v>32.65</c:v>
                </c:pt>
                <c:pt idx="22661">
                  <c:v>32.65</c:v>
                </c:pt>
                <c:pt idx="22662">
                  <c:v>32.65</c:v>
                </c:pt>
                <c:pt idx="22663">
                  <c:v>32.65</c:v>
                </c:pt>
                <c:pt idx="22664">
                  <c:v>32.65</c:v>
                </c:pt>
                <c:pt idx="22665">
                  <c:v>32.65</c:v>
                </c:pt>
                <c:pt idx="22666">
                  <c:v>32.65</c:v>
                </c:pt>
                <c:pt idx="22667">
                  <c:v>32.65</c:v>
                </c:pt>
                <c:pt idx="22668">
                  <c:v>32.65</c:v>
                </c:pt>
                <c:pt idx="22669">
                  <c:v>32.65</c:v>
                </c:pt>
                <c:pt idx="22670">
                  <c:v>32.65</c:v>
                </c:pt>
                <c:pt idx="22671">
                  <c:v>32.65</c:v>
                </c:pt>
                <c:pt idx="22672">
                  <c:v>32.65</c:v>
                </c:pt>
                <c:pt idx="22673">
                  <c:v>32.65</c:v>
                </c:pt>
                <c:pt idx="22674">
                  <c:v>32.65</c:v>
                </c:pt>
                <c:pt idx="22675">
                  <c:v>32.65</c:v>
                </c:pt>
                <c:pt idx="22676">
                  <c:v>32.65</c:v>
                </c:pt>
                <c:pt idx="22677">
                  <c:v>32.65</c:v>
                </c:pt>
                <c:pt idx="22678">
                  <c:v>32.65</c:v>
                </c:pt>
                <c:pt idx="22679">
                  <c:v>32.6</c:v>
                </c:pt>
                <c:pt idx="22680">
                  <c:v>32.6</c:v>
                </c:pt>
                <c:pt idx="22681">
                  <c:v>32.6</c:v>
                </c:pt>
                <c:pt idx="22682">
                  <c:v>32.6</c:v>
                </c:pt>
                <c:pt idx="22683">
                  <c:v>32.65</c:v>
                </c:pt>
                <c:pt idx="22684">
                  <c:v>32.6</c:v>
                </c:pt>
                <c:pt idx="22685">
                  <c:v>32.6</c:v>
                </c:pt>
                <c:pt idx="22686">
                  <c:v>32.65</c:v>
                </c:pt>
                <c:pt idx="22687">
                  <c:v>32.65</c:v>
                </c:pt>
                <c:pt idx="22688">
                  <c:v>32.65</c:v>
                </c:pt>
                <c:pt idx="22689">
                  <c:v>32.65</c:v>
                </c:pt>
                <c:pt idx="22690">
                  <c:v>32.65</c:v>
                </c:pt>
                <c:pt idx="22691">
                  <c:v>32.65</c:v>
                </c:pt>
                <c:pt idx="22692">
                  <c:v>32.65</c:v>
                </c:pt>
                <c:pt idx="22693">
                  <c:v>32.65</c:v>
                </c:pt>
                <c:pt idx="22694">
                  <c:v>32.65</c:v>
                </c:pt>
                <c:pt idx="22695">
                  <c:v>32.65</c:v>
                </c:pt>
                <c:pt idx="22696">
                  <c:v>32.65</c:v>
                </c:pt>
                <c:pt idx="22697">
                  <c:v>32.6</c:v>
                </c:pt>
                <c:pt idx="22698">
                  <c:v>32.65</c:v>
                </c:pt>
                <c:pt idx="22699">
                  <c:v>32.6</c:v>
                </c:pt>
                <c:pt idx="22700">
                  <c:v>32.6</c:v>
                </c:pt>
                <c:pt idx="22701">
                  <c:v>32.6</c:v>
                </c:pt>
                <c:pt idx="22702">
                  <c:v>32.6</c:v>
                </c:pt>
                <c:pt idx="22703">
                  <c:v>32.6</c:v>
                </c:pt>
                <c:pt idx="22704">
                  <c:v>32.6</c:v>
                </c:pt>
                <c:pt idx="22705">
                  <c:v>32.6</c:v>
                </c:pt>
                <c:pt idx="22706">
                  <c:v>32.6</c:v>
                </c:pt>
                <c:pt idx="22707">
                  <c:v>32.6</c:v>
                </c:pt>
                <c:pt idx="22708">
                  <c:v>32.6</c:v>
                </c:pt>
                <c:pt idx="22709">
                  <c:v>32.6</c:v>
                </c:pt>
                <c:pt idx="22710">
                  <c:v>32.6</c:v>
                </c:pt>
                <c:pt idx="22711">
                  <c:v>32.6</c:v>
                </c:pt>
                <c:pt idx="22712">
                  <c:v>32.6</c:v>
                </c:pt>
                <c:pt idx="22713">
                  <c:v>32.6</c:v>
                </c:pt>
                <c:pt idx="22714">
                  <c:v>32.6</c:v>
                </c:pt>
                <c:pt idx="22715">
                  <c:v>32.6</c:v>
                </c:pt>
                <c:pt idx="22716">
                  <c:v>32.549999999999997</c:v>
                </c:pt>
                <c:pt idx="22717">
                  <c:v>32.549999999999997</c:v>
                </c:pt>
                <c:pt idx="22718">
                  <c:v>32.6</c:v>
                </c:pt>
                <c:pt idx="22719">
                  <c:v>32.549999999999997</c:v>
                </c:pt>
                <c:pt idx="22720">
                  <c:v>32.549999999999997</c:v>
                </c:pt>
                <c:pt idx="22721">
                  <c:v>32.549999999999997</c:v>
                </c:pt>
                <c:pt idx="22722">
                  <c:v>32.549999999999997</c:v>
                </c:pt>
                <c:pt idx="22723">
                  <c:v>32.549999999999997</c:v>
                </c:pt>
                <c:pt idx="22724">
                  <c:v>32.549999999999997</c:v>
                </c:pt>
                <c:pt idx="22725">
                  <c:v>32.549999999999997</c:v>
                </c:pt>
                <c:pt idx="22726">
                  <c:v>32.549999999999997</c:v>
                </c:pt>
                <c:pt idx="22727">
                  <c:v>32.6</c:v>
                </c:pt>
                <c:pt idx="22728">
                  <c:v>32.549999999999997</c:v>
                </c:pt>
                <c:pt idx="22729">
                  <c:v>32.549999999999997</c:v>
                </c:pt>
                <c:pt idx="22730">
                  <c:v>32.549999999999997</c:v>
                </c:pt>
                <c:pt idx="22731">
                  <c:v>32.549999999999997</c:v>
                </c:pt>
                <c:pt idx="22732">
                  <c:v>32.549999999999997</c:v>
                </c:pt>
                <c:pt idx="22733">
                  <c:v>32.6</c:v>
                </c:pt>
                <c:pt idx="22734">
                  <c:v>32.549999999999997</c:v>
                </c:pt>
                <c:pt idx="22735">
                  <c:v>32.549999999999997</c:v>
                </c:pt>
                <c:pt idx="22736">
                  <c:v>32.549999999999997</c:v>
                </c:pt>
                <c:pt idx="22737">
                  <c:v>32.549999999999997</c:v>
                </c:pt>
                <c:pt idx="22738">
                  <c:v>32.549999999999997</c:v>
                </c:pt>
                <c:pt idx="22739">
                  <c:v>32.549999999999997</c:v>
                </c:pt>
                <c:pt idx="22740">
                  <c:v>32.549999999999997</c:v>
                </c:pt>
                <c:pt idx="22741">
                  <c:v>32.549999999999997</c:v>
                </c:pt>
                <c:pt idx="22742">
                  <c:v>32.549999999999997</c:v>
                </c:pt>
                <c:pt idx="22743">
                  <c:v>32.549999999999997</c:v>
                </c:pt>
                <c:pt idx="22744">
                  <c:v>32.549999999999997</c:v>
                </c:pt>
                <c:pt idx="22745">
                  <c:v>32.549999999999997</c:v>
                </c:pt>
                <c:pt idx="22746">
                  <c:v>32.549999999999997</c:v>
                </c:pt>
                <c:pt idx="22747">
                  <c:v>32.549999999999997</c:v>
                </c:pt>
                <c:pt idx="22748">
                  <c:v>32.549999999999997</c:v>
                </c:pt>
                <c:pt idx="22749">
                  <c:v>32.549999999999997</c:v>
                </c:pt>
                <c:pt idx="22750">
                  <c:v>32.549999999999997</c:v>
                </c:pt>
                <c:pt idx="22751">
                  <c:v>32.549999999999997</c:v>
                </c:pt>
                <c:pt idx="22752">
                  <c:v>32.549999999999997</c:v>
                </c:pt>
                <c:pt idx="22753">
                  <c:v>32.549999999999997</c:v>
                </c:pt>
                <c:pt idx="22754">
                  <c:v>32.549999999999997</c:v>
                </c:pt>
                <c:pt idx="22755">
                  <c:v>32.549999999999997</c:v>
                </c:pt>
                <c:pt idx="22756">
                  <c:v>32.549999999999997</c:v>
                </c:pt>
                <c:pt idx="22757">
                  <c:v>32.549999999999997</c:v>
                </c:pt>
                <c:pt idx="22758">
                  <c:v>32.549999999999997</c:v>
                </c:pt>
                <c:pt idx="22759">
                  <c:v>32.549999999999997</c:v>
                </c:pt>
                <c:pt idx="22760">
                  <c:v>32.549999999999997</c:v>
                </c:pt>
                <c:pt idx="22761">
                  <c:v>32.549999999999997</c:v>
                </c:pt>
                <c:pt idx="22762">
                  <c:v>32.549999999999997</c:v>
                </c:pt>
                <c:pt idx="22763">
                  <c:v>32.549999999999997</c:v>
                </c:pt>
                <c:pt idx="22764">
                  <c:v>32.549999999999997</c:v>
                </c:pt>
                <c:pt idx="22765">
                  <c:v>32.549999999999997</c:v>
                </c:pt>
                <c:pt idx="22766">
                  <c:v>32.5</c:v>
                </c:pt>
                <c:pt idx="22767">
                  <c:v>32.5</c:v>
                </c:pt>
                <c:pt idx="22768">
                  <c:v>32.5</c:v>
                </c:pt>
                <c:pt idx="22769">
                  <c:v>32.5</c:v>
                </c:pt>
                <c:pt idx="22770">
                  <c:v>32.5</c:v>
                </c:pt>
                <c:pt idx="22771">
                  <c:v>32.549999999999997</c:v>
                </c:pt>
                <c:pt idx="22772">
                  <c:v>32.549999999999997</c:v>
                </c:pt>
                <c:pt idx="22773">
                  <c:v>32.549999999999997</c:v>
                </c:pt>
                <c:pt idx="22774">
                  <c:v>32.5</c:v>
                </c:pt>
                <c:pt idx="22775">
                  <c:v>32.549999999999997</c:v>
                </c:pt>
                <c:pt idx="22776">
                  <c:v>32.549999999999997</c:v>
                </c:pt>
                <c:pt idx="22777">
                  <c:v>32.549999999999997</c:v>
                </c:pt>
                <c:pt idx="22778">
                  <c:v>32.5</c:v>
                </c:pt>
                <c:pt idx="22779">
                  <c:v>32.5</c:v>
                </c:pt>
                <c:pt idx="22780">
                  <c:v>32.5</c:v>
                </c:pt>
                <c:pt idx="22781">
                  <c:v>32.5</c:v>
                </c:pt>
                <c:pt idx="22782">
                  <c:v>32.5</c:v>
                </c:pt>
                <c:pt idx="22783">
                  <c:v>32.5</c:v>
                </c:pt>
                <c:pt idx="22784">
                  <c:v>32.5</c:v>
                </c:pt>
                <c:pt idx="22785">
                  <c:v>32.5</c:v>
                </c:pt>
                <c:pt idx="22786">
                  <c:v>32.5</c:v>
                </c:pt>
                <c:pt idx="22787">
                  <c:v>32.5</c:v>
                </c:pt>
                <c:pt idx="22788">
                  <c:v>32.5</c:v>
                </c:pt>
                <c:pt idx="22789">
                  <c:v>32.5</c:v>
                </c:pt>
                <c:pt idx="22790">
                  <c:v>32.5</c:v>
                </c:pt>
                <c:pt idx="22791">
                  <c:v>32.5</c:v>
                </c:pt>
                <c:pt idx="22792">
                  <c:v>32.5</c:v>
                </c:pt>
                <c:pt idx="22793">
                  <c:v>32.5</c:v>
                </c:pt>
                <c:pt idx="22794">
                  <c:v>32.5</c:v>
                </c:pt>
                <c:pt idx="22795">
                  <c:v>32.5</c:v>
                </c:pt>
                <c:pt idx="22796">
                  <c:v>32.5</c:v>
                </c:pt>
                <c:pt idx="22797">
                  <c:v>32.5</c:v>
                </c:pt>
                <c:pt idx="22798">
                  <c:v>32.5</c:v>
                </c:pt>
                <c:pt idx="22799">
                  <c:v>32.5</c:v>
                </c:pt>
                <c:pt idx="22800">
                  <c:v>32.5</c:v>
                </c:pt>
                <c:pt idx="22801">
                  <c:v>32.5</c:v>
                </c:pt>
                <c:pt idx="22802">
                  <c:v>32.5</c:v>
                </c:pt>
                <c:pt idx="22803">
                  <c:v>32.5</c:v>
                </c:pt>
                <c:pt idx="22804">
                  <c:v>32.5</c:v>
                </c:pt>
                <c:pt idx="22805">
                  <c:v>32.5</c:v>
                </c:pt>
                <c:pt idx="22806">
                  <c:v>32.5</c:v>
                </c:pt>
                <c:pt idx="22807">
                  <c:v>32.5</c:v>
                </c:pt>
                <c:pt idx="22808">
                  <c:v>32.5</c:v>
                </c:pt>
                <c:pt idx="22809">
                  <c:v>32.5</c:v>
                </c:pt>
                <c:pt idx="22810">
                  <c:v>32.5</c:v>
                </c:pt>
                <c:pt idx="22811">
                  <c:v>32.5</c:v>
                </c:pt>
                <c:pt idx="22812">
                  <c:v>32.5</c:v>
                </c:pt>
                <c:pt idx="22813">
                  <c:v>32.5</c:v>
                </c:pt>
                <c:pt idx="22814">
                  <c:v>32.450000000000003</c:v>
                </c:pt>
                <c:pt idx="22815">
                  <c:v>32.450000000000003</c:v>
                </c:pt>
                <c:pt idx="22816">
                  <c:v>32.450000000000003</c:v>
                </c:pt>
                <c:pt idx="22817">
                  <c:v>32.450000000000003</c:v>
                </c:pt>
                <c:pt idx="22818">
                  <c:v>32.450000000000003</c:v>
                </c:pt>
                <c:pt idx="22819">
                  <c:v>32.450000000000003</c:v>
                </c:pt>
                <c:pt idx="22820">
                  <c:v>32.450000000000003</c:v>
                </c:pt>
                <c:pt idx="22821">
                  <c:v>32.450000000000003</c:v>
                </c:pt>
                <c:pt idx="22822">
                  <c:v>32.450000000000003</c:v>
                </c:pt>
                <c:pt idx="22823">
                  <c:v>32.450000000000003</c:v>
                </c:pt>
                <c:pt idx="22824">
                  <c:v>32.450000000000003</c:v>
                </c:pt>
                <c:pt idx="22825">
                  <c:v>32.450000000000003</c:v>
                </c:pt>
                <c:pt idx="22826">
                  <c:v>32.450000000000003</c:v>
                </c:pt>
                <c:pt idx="22827">
                  <c:v>32.450000000000003</c:v>
                </c:pt>
                <c:pt idx="22828">
                  <c:v>32.450000000000003</c:v>
                </c:pt>
                <c:pt idx="22829">
                  <c:v>32.450000000000003</c:v>
                </c:pt>
                <c:pt idx="22830">
                  <c:v>32.450000000000003</c:v>
                </c:pt>
                <c:pt idx="22831">
                  <c:v>32.450000000000003</c:v>
                </c:pt>
                <c:pt idx="22832">
                  <c:v>32.450000000000003</c:v>
                </c:pt>
                <c:pt idx="22833">
                  <c:v>32.450000000000003</c:v>
                </c:pt>
                <c:pt idx="22834">
                  <c:v>32.450000000000003</c:v>
                </c:pt>
                <c:pt idx="22835">
                  <c:v>32.450000000000003</c:v>
                </c:pt>
                <c:pt idx="22836">
                  <c:v>32.450000000000003</c:v>
                </c:pt>
                <c:pt idx="22837">
                  <c:v>32.450000000000003</c:v>
                </c:pt>
                <c:pt idx="22838">
                  <c:v>32.450000000000003</c:v>
                </c:pt>
                <c:pt idx="22839">
                  <c:v>32.450000000000003</c:v>
                </c:pt>
                <c:pt idx="22840">
                  <c:v>32.450000000000003</c:v>
                </c:pt>
                <c:pt idx="22841">
                  <c:v>32.450000000000003</c:v>
                </c:pt>
                <c:pt idx="22842">
                  <c:v>32.450000000000003</c:v>
                </c:pt>
                <c:pt idx="22843">
                  <c:v>32.450000000000003</c:v>
                </c:pt>
                <c:pt idx="22844">
                  <c:v>32.450000000000003</c:v>
                </c:pt>
                <c:pt idx="22845">
                  <c:v>32.450000000000003</c:v>
                </c:pt>
                <c:pt idx="22846">
                  <c:v>32.450000000000003</c:v>
                </c:pt>
                <c:pt idx="22847">
                  <c:v>32.450000000000003</c:v>
                </c:pt>
                <c:pt idx="22848">
                  <c:v>32.450000000000003</c:v>
                </c:pt>
                <c:pt idx="22849">
                  <c:v>32.450000000000003</c:v>
                </c:pt>
                <c:pt idx="22850">
                  <c:v>32.450000000000003</c:v>
                </c:pt>
                <c:pt idx="22851">
                  <c:v>32.450000000000003</c:v>
                </c:pt>
                <c:pt idx="22852">
                  <c:v>32.450000000000003</c:v>
                </c:pt>
                <c:pt idx="22853">
                  <c:v>32.450000000000003</c:v>
                </c:pt>
                <c:pt idx="22854">
                  <c:v>32.450000000000003</c:v>
                </c:pt>
                <c:pt idx="22855">
                  <c:v>32.450000000000003</c:v>
                </c:pt>
                <c:pt idx="22856">
                  <c:v>32.450000000000003</c:v>
                </c:pt>
                <c:pt idx="22857">
                  <c:v>32.450000000000003</c:v>
                </c:pt>
                <c:pt idx="22858">
                  <c:v>32.450000000000003</c:v>
                </c:pt>
                <c:pt idx="22859">
                  <c:v>32.450000000000003</c:v>
                </c:pt>
                <c:pt idx="22860">
                  <c:v>32.4</c:v>
                </c:pt>
                <c:pt idx="22861">
                  <c:v>32.4</c:v>
                </c:pt>
                <c:pt idx="22862">
                  <c:v>32.4</c:v>
                </c:pt>
                <c:pt idx="22863">
                  <c:v>32.4</c:v>
                </c:pt>
                <c:pt idx="22864">
                  <c:v>32.4</c:v>
                </c:pt>
                <c:pt idx="22865">
                  <c:v>32.4</c:v>
                </c:pt>
                <c:pt idx="22866">
                  <c:v>32.4</c:v>
                </c:pt>
                <c:pt idx="22867">
                  <c:v>32.4</c:v>
                </c:pt>
                <c:pt idx="22868">
                  <c:v>32.4</c:v>
                </c:pt>
                <c:pt idx="22869">
                  <c:v>32.4</c:v>
                </c:pt>
                <c:pt idx="22870">
                  <c:v>32.4</c:v>
                </c:pt>
                <c:pt idx="22871">
                  <c:v>32.4</c:v>
                </c:pt>
                <c:pt idx="22872">
                  <c:v>32.4</c:v>
                </c:pt>
                <c:pt idx="22873">
                  <c:v>32.4</c:v>
                </c:pt>
                <c:pt idx="22874">
                  <c:v>32.4</c:v>
                </c:pt>
                <c:pt idx="22875">
                  <c:v>32.4</c:v>
                </c:pt>
                <c:pt idx="22876">
                  <c:v>32.4</c:v>
                </c:pt>
                <c:pt idx="22877">
                  <c:v>32.4</c:v>
                </c:pt>
                <c:pt idx="22878">
                  <c:v>32.4</c:v>
                </c:pt>
                <c:pt idx="22879">
                  <c:v>32.4</c:v>
                </c:pt>
                <c:pt idx="22880">
                  <c:v>32.4</c:v>
                </c:pt>
                <c:pt idx="22881">
                  <c:v>32.4</c:v>
                </c:pt>
                <c:pt idx="22882">
                  <c:v>32.4</c:v>
                </c:pt>
                <c:pt idx="22883">
                  <c:v>32.4</c:v>
                </c:pt>
                <c:pt idx="22884">
                  <c:v>32.4</c:v>
                </c:pt>
                <c:pt idx="22885">
                  <c:v>32.4</c:v>
                </c:pt>
                <c:pt idx="22886">
                  <c:v>32.4</c:v>
                </c:pt>
                <c:pt idx="22887">
                  <c:v>32.4</c:v>
                </c:pt>
                <c:pt idx="22888">
                  <c:v>32.4</c:v>
                </c:pt>
                <c:pt idx="22889">
                  <c:v>32.4</c:v>
                </c:pt>
                <c:pt idx="22890">
                  <c:v>32.4</c:v>
                </c:pt>
                <c:pt idx="22891">
                  <c:v>32.4</c:v>
                </c:pt>
                <c:pt idx="22892">
                  <c:v>32.4</c:v>
                </c:pt>
                <c:pt idx="22893">
                  <c:v>32.4</c:v>
                </c:pt>
                <c:pt idx="22894">
                  <c:v>32.4</c:v>
                </c:pt>
                <c:pt idx="22895">
                  <c:v>32.4</c:v>
                </c:pt>
                <c:pt idx="22896">
                  <c:v>32.4</c:v>
                </c:pt>
                <c:pt idx="22897">
                  <c:v>32.4</c:v>
                </c:pt>
                <c:pt idx="22898">
                  <c:v>32.4</c:v>
                </c:pt>
                <c:pt idx="22899">
                  <c:v>32.4</c:v>
                </c:pt>
                <c:pt idx="22900">
                  <c:v>32.4</c:v>
                </c:pt>
                <c:pt idx="22901">
                  <c:v>32.4</c:v>
                </c:pt>
                <c:pt idx="22902">
                  <c:v>32.35</c:v>
                </c:pt>
                <c:pt idx="22903">
                  <c:v>32.35</c:v>
                </c:pt>
                <c:pt idx="22904">
                  <c:v>32.35</c:v>
                </c:pt>
                <c:pt idx="22905">
                  <c:v>32.35</c:v>
                </c:pt>
                <c:pt idx="22906">
                  <c:v>32.35</c:v>
                </c:pt>
                <c:pt idx="22907">
                  <c:v>32.35</c:v>
                </c:pt>
                <c:pt idx="22908">
                  <c:v>32.35</c:v>
                </c:pt>
                <c:pt idx="22909">
                  <c:v>32.35</c:v>
                </c:pt>
                <c:pt idx="22910">
                  <c:v>32.35</c:v>
                </c:pt>
                <c:pt idx="22911">
                  <c:v>32.35</c:v>
                </c:pt>
                <c:pt idx="22912">
                  <c:v>32.35</c:v>
                </c:pt>
                <c:pt idx="22913">
                  <c:v>32.35</c:v>
                </c:pt>
                <c:pt idx="22914">
                  <c:v>32.35</c:v>
                </c:pt>
                <c:pt idx="22915">
                  <c:v>32.35</c:v>
                </c:pt>
                <c:pt idx="22916">
                  <c:v>32.35</c:v>
                </c:pt>
                <c:pt idx="22917">
                  <c:v>32.35</c:v>
                </c:pt>
                <c:pt idx="22918">
                  <c:v>32.35</c:v>
                </c:pt>
                <c:pt idx="22919">
                  <c:v>32.35</c:v>
                </c:pt>
                <c:pt idx="22920">
                  <c:v>32.35</c:v>
                </c:pt>
                <c:pt idx="22921">
                  <c:v>32.35</c:v>
                </c:pt>
                <c:pt idx="22922">
                  <c:v>32.35</c:v>
                </c:pt>
                <c:pt idx="22923">
                  <c:v>32.35</c:v>
                </c:pt>
                <c:pt idx="22924">
                  <c:v>32.35</c:v>
                </c:pt>
                <c:pt idx="22925">
                  <c:v>32.35</c:v>
                </c:pt>
                <c:pt idx="22926">
                  <c:v>32.35</c:v>
                </c:pt>
                <c:pt idx="22927">
                  <c:v>32.299999999999997</c:v>
                </c:pt>
                <c:pt idx="22928">
                  <c:v>32.299999999999997</c:v>
                </c:pt>
                <c:pt idx="22929">
                  <c:v>32.299999999999997</c:v>
                </c:pt>
                <c:pt idx="22930">
                  <c:v>32.35</c:v>
                </c:pt>
                <c:pt idx="22931">
                  <c:v>32.35</c:v>
                </c:pt>
                <c:pt idx="22932">
                  <c:v>32.299999999999997</c:v>
                </c:pt>
                <c:pt idx="22933">
                  <c:v>32.299999999999997</c:v>
                </c:pt>
                <c:pt idx="22934">
                  <c:v>32.35</c:v>
                </c:pt>
                <c:pt idx="22935">
                  <c:v>32.299999999999997</c:v>
                </c:pt>
                <c:pt idx="22936">
                  <c:v>32.35</c:v>
                </c:pt>
                <c:pt idx="22937">
                  <c:v>32.299999999999997</c:v>
                </c:pt>
                <c:pt idx="22938">
                  <c:v>32.299999999999997</c:v>
                </c:pt>
                <c:pt idx="22939">
                  <c:v>32.299999999999997</c:v>
                </c:pt>
                <c:pt idx="22940">
                  <c:v>32.35</c:v>
                </c:pt>
                <c:pt idx="22941">
                  <c:v>32.35</c:v>
                </c:pt>
                <c:pt idx="22942">
                  <c:v>32.35</c:v>
                </c:pt>
                <c:pt idx="22943">
                  <c:v>32.35</c:v>
                </c:pt>
                <c:pt idx="22944">
                  <c:v>32.35</c:v>
                </c:pt>
                <c:pt idx="22945">
                  <c:v>32.299999999999997</c:v>
                </c:pt>
                <c:pt idx="22946">
                  <c:v>32.35</c:v>
                </c:pt>
                <c:pt idx="22947">
                  <c:v>32.35</c:v>
                </c:pt>
                <c:pt idx="22948">
                  <c:v>32.299999999999997</c:v>
                </c:pt>
                <c:pt idx="22949">
                  <c:v>32.299999999999997</c:v>
                </c:pt>
                <c:pt idx="22950">
                  <c:v>32.299999999999997</c:v>
                </c:pt>
                <c:pt idx="22951">
                  <c:v>32.299999999999997</c:v>
                </c:pt>
                <c:pt idx="22952">
                  <c:v>32.299999999999997</c:v>
                </c:pt>
                <c:pt idx="22953">
                  <c:v>32.299999999999997</c:v>
                </c:pt>
                <c:pt idx="22954">
                  <c:v>32.299999999999997</c:v>
                </c:pt>
                <c:pt idx="22955">
                  <c:v>32.299999999999997</c:v>
                </c:pt>
                <c:pt idx="22956">
                  <c:v>32.299999999999997</c:v>
                </c:pt>
                <c:pt idx="22957">
                  <c:v>32.299999999999997</c:v>
                </c:pt>
                <c:pt idx="22958">
                  <c:v>32.299999999999997</c:v>
                </c:pt>
                <c:pt idx="22959">
                  <c:v>32.299999999999997</c:v>
                </c:pt>
                <c:pt idx="22960">
                  <c:v>32.299999999999997</c:v>
                </c:pt>
                <c:pt idx="22961">
                  <c:v>32.299999999999997</c:v>
                </c:pt>
                <c:pt idx="22962">
                  <c:v>32.299999999999997</c:v>
                </c:pt>
                <c:pt idx="22963">
                  <c:v>32.299999999999997</c:v>
                </c:pt>
                <c:pt idx="22964">
                  <c:v>32.299999999999997</c:v>
                </c:pt>
                <c:pt idx="22965">
                  <c:v>32.299999999999997</c:v>
                </c:pt>
                <c:pt idx="22966">
                  <c:v>32.299999999999997</c:v>
                </c:pt>
                <c:pt idx="22967">
                  <c:v>32.299999999999997</c:v>
                </c:pt>
                <c:pt idx="22968">
                  <c:v>32.299999999999997</c:v>
                </c:pt>
                <c:pt idx="22969">
                  <c:v>32.299999999999997</c:v>
                </c:pt>
                <c:pt idx="22970">
                  <c:v>32.299999999999997</c:v>
                </c:pt>
                <c:pt idx="22971">
                  <c:v>32.299999999999997</c:v>
                </c:pt>
                <c:pt idx="22972">
                  <c:v>32.299999999999997</c:v>
                </c:pt>
                <c:pt idx="22973">
                  <c:v>32.299999999999997</c:v>
                </c:pt>
                <c:pt idx="22974">
                  <c:v>32.299999999999997</c:v>
                </c:pt>
                <c:pt idx="22975">
                  <c:v>32.299999999999997</c:v>
                </c:pt>
                <c:pt idx="22976">
                  <c:v>32.299999999999997</c:v>
                </c:pt>
                <c:pt idx="22977">
                  <c:v>32.299999999999997</c:v>
                </c:pt>
                <c:pt idx="22978">
                  <c:v>32.299999999999997</c:v>
                </c:pt>
                <c:pt idx="22979">
                  <c:v>32.299999999999997</c:v>
                </c:pt>
                <c:pt idx="22980">
                  <c:v>32.25</c:v>
                </c:pt>
                <c:pt idx="22981">
                  <c:v>32.25</c:v>
                </c:pt>
                <c:pt idx="22982">
                  <c:v>32.25</c:v>
                </c:pt>
                <c:pt idx="22983">
                  <c:v>32.25</c:v>
                </c:pt>
                <c:pt idx="22984">
                  <c:v>32.25</c:v>
                </c:pt>
                <c:pt idx="22985">
                  <c:v>32.25</c:v>
                </c:pt>
                <c:pt idx="22986">
                  <c:v>32.25</c:v>
                </c:pt>
                <c:pt idx="22987">
                  <c:v>32.25</c:v>
                </c:pt>
                <c:pt idx="22988">
                  <c:v>32.25</c:v>
                </c:pt>
                <c:pt idx="22989">
                  <c:v>32.25</c:v>
                </c:pt>
                <c:pt idx="22990">
                  <c:v>32.25</c:v>
                </c:pt>
                <c:pt idx="22991">
                  <c:v>32.25</c:v>
                </c:pt>
                <c:pt idx="22992">
                  <c:v>32.25</c:v>
                </c:pt>
                <c:pt idx="22993">
                  <c:v>32.25</c:v>
                </c:pt>
                <c:pt idx="22994">
                  <c:v>32.25</c:v>
                </c:pt>
                <c:pt idx="22995">
                  <c:v>32.25</c:v>
                </c:pt>
                <c:pt idx="22996">
                  <c:v>32.25</c:v>
                </c:pt>
                <c:pt idx="22997">
                  <c:v>32.25</c:v>
                </c:pt>
                <c:pt idx="22998">
                  <c:v>32.25</c:v>
                </c:pt>
                <c:pt idx="22999">
                  <c:v>32.25</c:v>
                </c:pt>
                <c:pt idx="23000">
                  <c:v>32.25</c:v>
                </c:pt>
                <c:pt idx="23001">
                  <c:v>32.25</c:v>
                </c:pt>
                <c:pt idx="23002">
                  <c:v>32.25</c:v>
                </c:pt>
                <c:pt idx="23003">
                  <c:v>32.25</c:v>
                </c:pt>
                <c:pt idx="23004">
                  <c:v>32.25</c:v>
                </c:pt>
                <c:pt idx="23005">
                  <c:v>32.25</c:v>
                </c:pt>
                <c:pt idx="23006">
                  <c:v>32.25</c:v>
                </c:pt>
                <c:pt idx="23007">
                  <c:v>32.25</c:v>
                </c:pt>
                <c:pt idx="23008">
                  <c:v>32.25</c:v>
                </c:pt>
                <c:pt idx="23009">
                  <c:v>32.25</c:v>
                </c:pt>
                <c:pt idx="23010">
                  <c:v>32.25</c:v>
                </c:pt>
                <c:pt idx="23011">
                  <c:v>32.25</c:v>
                </c:pt>
                <c:pt idx="23012">
                  <c:v>32.25</c:v>
                </c:pt>
                <c:pt idx="23013">
                  <c:v>32.25</c:v>
                </c:pt>
                <c:pt idx="23014">
                  <c:v>32.25</c:v>
                </c:pt>
                <c:pt idx="23015">
                  <c:v>32.25</c:v>
                </c:pt>
                <c:pt idx="23016">
                  <c:v>32.25</c:v>
                </c:pt>
                <c:pt idx="23017">
                  <c:v>32.25</c:v>
                </c:pt>
                <c:pt idx="23018">
                  <c:v>32.25</c:v>
                </c:pt>
                <c:pt idx="23019">
                  <c:v>32.25</c:v>
                </c:pt>
                <c:pt idx="23020">
                  <c:v>32.25</c:v>
                </c:pt>
                <c:pt idx="23021">
                  <c:v>32.25</c:v>
                </c:pt>
                <c:pt idx="23022">
                  <c:v>32.25</c:v>
                </c:pt>
                <c:pt idx="23023">
                  <c:v>32.25</c:v>
                </c:pt>
                <c:pt idx="23024">
                  <c:v>32.200000000000003</c:v>
                </c:pt>
                <c:pt idx="23025">
                  <c:v>32.200000000000003</c:v>
                </c:pt>
                <c:pt idx="23026">
                  <c:v>32.25</c:v>
                </c:pt>
                <c:pt idx="23027">
                  <c:v>32.200000000000003</c:v>
                </c:pt>
                <c:pt idx="23028">
                  <c:v>32.200000000000003</c:v>
                </c:pt>
                <c:pt idx="23029">
                  <c:v>32.200000000000003</c:v>
                </c:pt>
                <c:pt idx="23030">
                  <c:v>32.200000000000003</c:v>
                </c:pt>
                <c:pt idx="23031">
                  <c:v>32.200000000000003</c:v>
                </c:pt>
                <c:pt idx="23032">
                  <c:v>32.200000000000003</c:v>
                </c:pt>
                <c:pt idx="23033">
                  <c:v>32.200000000000003</c:v>
                </c:pt>
                <c:pt idx="23034">
                  <c:v>32.200000000000003</c:v>
                </c:pt>
                <c:pt idx="23035">
                  <c:v>32.200000000000003</c:v>
                </c:pt>
                <c:pt idx="23036">
                  <c:v>32.200000000000003</c:v>
                </c:pt>
                <c:pt idx="23037">
                  <c:v>32.200000000000003</c:v>
                </c:pt>
                <c:pt idx="23038">
                  <c:v>32.200000000000003</c:v>
                </c:pt>
                <c:pt idx="23039">
                  <c:v>32.200000000000003</c:v>
                </c:pt>
                <c:pt idx="23040">
                  <c:v>32.200000000000003</c:v>
                </c:pt>
                <c:pt idx="23041">
                  <c:v>32.200000000000003</c:v>
                </c:pt>
                <c:pt idx="23042">
                  <c:v>32.200000000000003</c:v>
                </c:pt>
                <c:pt idx="23043">
                  <c:v>32.200000000000003</c:v>
                </c:pt>
                <c:pt idx="23044">
                  <c:v>32.200000000000003</c:v>
                </c:pt>
                <c:pt idx="23045">
                  <c:v>32.200000000000003</c:v>
                </c:pt>
                <c:pt idx="23046">
                  <c:v>32.200000000000003</c:v>
                </c:pt>
                <c:pt idx="23047">
                  <c:v>32.200000000000003</c:v>
                </c:pt>
                <c:pt idx="23048">
                  <c:v>32.200000000000003</c:v>
                </c:pt>
                <c:pt idx="23049">
                  <c:v>32.200000000000003</c:v>
                </c:pt>
                <c:pt idx="23050">
                  <c:v>32.200000000000003</c:v>
                </c:pt>
                <c:pt idx="23051">
                  <c:v>32.200000000000003</c:v>
                </c:pt>
                <c:pt idx="23052">
                  <c:v>32.200000000000003</c:v>
                </c:pt>
                <c:pt idx="23053">
                  <c:v>32.200000000000003</c:v>
                </c:pt>
                <c:pt idx="23054">
                  <c:v>32.200000000000003</c:v>
                </c:pt>
                <c:pt idx="23055">
                  <c:v>32.200000000000003</c:v>
                </c:pt>
                <c:pt idx="23056">
                  <c:v>32.200000000000003</c:v>
                </c:pt>
                <c:pt idx="23057">
                  <c:v>32.200000000000003</c:v>
                </c:pt>
                <c:pt idx="23058">
                  <c:v>32.200000000000003</c:v>
                </c:pt>
                <c:pt idx="23059">
                  <c:v>32.200000000000003</c:v>
                </c:pt>
                <c:pt idx="23060">
                  <c:v>32.200000000000003</c:v>
                </c:pt>
                <c:pt idx="23061">
                  <c:v>32.200000000000003</c:v>
                </c:pt>
                <c:pt idx="23062">
                  <c:v>32.200000000000003</c:v>
                </c:pt>
                <c:pt idx="23063">
                  <c:v>32.200000000000003</c:v>
                </c:pt>
                <c:pt idx="23064">
                  <c:v>32.200000000000003</c:v>
                </c:pt>
                <c:pt idx="23065">
                  <c:v>32.200000000000003</c:v>
                </c:pt>
                <c:pt idx="23066">
                  <c:v>32.200000000000003</c:v>
                </c:pt>
                <c:pt idx="23067">
                  <c:v>32.200000000000003</c:v>
                </c:pt>
                <c:pt idx="23068">
                  <c:v>32.200000000000003</c:v>
                </c:pt>
                <c:pt idx="23069">
                  <c:v>32.200000000000003</c:v>
                </c:pt>
                <c:pt idx="23070">
                  <c:v>32.200000000000003</c:v>
                </c:pt>
                <c:pt idx="23071">
                  <c:v>32.200000000000003</c:v>
                </c:pt>
                <c:pt idx="23072">
                  <c:v>32.200000000000003</c:v>
                </c:pt>
                <c:pt idx="23073">
                  <c:v>32.200000000000003</c:v>
                </c:pt>
                <c:pt idx="23074">
                  <c:v>32.15</c:v>
                </c:pt>
                <c:pt idx="23075">
                  <c:v>32.200000000000003</c:v>
                </c:pt>
                <c:pt idx="23076">
                  <c:v>32.15</c:v>
                </c:pt>
                <c:pt idx="23077">
                  <c:v>32.15</c:v>
                </c:pt>
                <c:pt idx="23078">
                  <c:v>32.200000000000003</c:v>
                </c:pt>
                <c:pt idx="23079">
                  <c:v>32.15</c:v>
                </c:pt>
                <c:pt idx="23080">
                  <c:v>32.200000000000003</c:v>
                </c:pt>
                <c:pt idx="23081">
                  <c:v>32.200000000000003</c:v>
                </c:pt>
                <c:pt idx="23082">
                  <c:v>32.15</c:v>
                </c:pt>
                <c:pt idx="23083">
                  <c:v>32.15</c:v>
                </c:pt>
                <c:pt idx="23084">
                  <c:v>32.15</c:v>
                </c:pt>
                <c:pt idx="23085">
                  <c:v>32.15</c:v>
                </c:pt>
                <c:pt idx="23086">
                  <c:v>32.15</c:v>
                </c:pt>
                <c:pt idx="23087">
                  <c:v>32.15</c:v>
                </c:pt>
                <c:pt idx="23088">
                  <c:v>32.15</c:v>
                </c:pt>
                <c:pt idx="23089">
                  <c:v>32.15</c:v>
                </c:pt>
                <c:pt idx="23090">
                  <c:v>32.15</c:v>
                </c:pt>
                <c:pt idx="23091">
                  <c:v>32.15</c:v>
                </c:pt>
                <c:pt idx="23092">
                  <c:v>32.15</c:v>
                </c:pt>
                <c:pt idx="23093">
                  <c:v>32.15</c:v>
                </c:pt>
                <c:pt idx="23094">
                  <c:v>32.15</c:v>
                </c:pt>
                <c:pt idx="23095">
                  <c:v>32.15</c:v>
                </c:pt>
                <c:pt idx="23096">
                  <c:v>32.15</c:v>
                </c:pt>
                <c:pt idx="23097">
                  <c:v>32.15</c:v>
                </c:pt>
                <c:pt idx="23098">
                  <c:v>32.15</c:v>
                </c:pt>
                <c:pt idx="23099">
                  <c:v>32.15</c:v>
                </c:pt>
                <c:pt idx="23100">
                  <c:v>32.15</c:v>
                </c:pt>
                <c:pt idx="23101">
                  <c:v>32.15</c:v>
                </c:pt>
                <c:pt idx="23102">
                  <c:v>32.15</c:v>
                </c:pt>
                <c:pt idx="23103">
                  <c:v>32.15</c:v>
                </c:pt>
                <c:pt idx="23104">
                  <c:v>32.15</c:v>
                </c:pt>
                <c:pt idx="23105">
                  <c:v>32.15</c:v>
                </c:pt>
                <c:pt idx="23106">
                  <c:v>32.15</c:v>
                </c:pt>
                <c:pt idx="23107">
                  <c:v>32.15</c:v>
                </c:pt>
                <c:pt idx="23108">
                  <c:v>32.15</c:v>
                </c:pt>
                <c:pt idx="23109">
                  <c:v>32.15</c:v>
                </c:pt>
                <c:pt idx="23110">
                  <c:v>32.15</c:v>
                </c:pt>
                <c:pt idx="23111">
                  <c:v>32.15</c:v>
                </c:pt>
                <c:pt idx="23112">
                  <c:v>32.15</c:v>
                </c:pt>
                <c:pt idx="23113">
                  <c:v>32.15</c:v>
                </c:pt>
                <c:pt idx="23114">
                  <c:v>32.15</c:v>
                </c:pt>
                <c:pt idx="23115">
                  <c:v>32.15</c:v>
                </c:pt>
                <c:pt idx="23116">
                  <c:v>32.1</c:v>
                </c:pt>
                <c:pt idx="23117">
                  <c:v>32.15</c:v>
                </c:pt>
                <c:pt idx="23118">
                  <c:v>32.1</c:v>
                </c:pt>
                <c:pt idx="23119">
                  <c:v>32.15</c:v>
                </c:pt>
                <c:pt idx="23120">
                  <c:v>32.1</c:v>
                </c:pt>
                <c:pt idx="23121">
                  <c:v>32.1</c:v>
                </c:pt>
                <c:pt idx="23122">
                  <c:v>32.1</c:v>
                </c:pt>
                <c:pt idx="23123">
                  <c:v>32.1</c:v>
                </c:pt>
                <c:pt idx="23124">
                  <c:v>32.1</c:v>
                </c:pt>
                <c:pt idx="23125">
                  <c:v>32.1</c:v>
                </c:pt>
                <c:pt idx="23126">
                  <c:v>32.1</c:v>
                </c:pt>
                <c:pt idx="23127">
                  <c:v>32.1</c:v>
                </c:pt>
                <c:pt idx="23128">
                  <c:v>32.1</c:v>
                </c:pt>
                <c:pt idx="23129">
                  <c:v>32.1</c:v>
                </c:pt>
                <c:pt idx="23130">
                  <c:v>32.1</c:v>
                </c:pt>
                <c:pt idx="23131">
                  <c:v>32.1</c:v>
                </c:pt>
                <c:pt idx="23132">
                  <c:v>32.1</c:v>
                </c:pt>
                <c:pt idx="23133">
                  <c:v>32.1</c:v>
                </c:pt>
                <c:pt idx="23134">
                  <c:v>32.1</c:v>
                </c:pt>
                <c:pt idx="23135">
                  <c:v>32.1</c:v>
                </c:pt>
                <c:pt idx="23136">
                  <c:v>32.1</c:v>
                </c:pt>
                <c:pt idx="23137">
                  <c:v>32.1</c:v>
                </c:pt>
                <c:pt idx="23138">
                  <c:v>32.1</c:v>
                </c:pt>
                <c:pt idx="23139">
                  <c:v>32.1</c:v>
                </c:pt>
                <c:pt idx="23140">
                  <c:v>32.1</c:v>
                </c:pt>
                <c:pt idx="23141">
                  <c:v>32.1</c:v>
                </c:pt>
                <c:pt idx="23142">
                  <c:v>32.1</c:v>
                </c:pt>
                <c:pt idx="23143">
                  <c:v>32.1</c:v>
                </c:pt>
                <c:pt idx="23144">
                  <c:v>32.1</c:v>
                </c:pt>
                <c:pt idx="23145">
                  <c:v>32.1</c:v>
                </c:pt>
                <c:pt idx="23146">
                  <c:v>32.1</c:v>
                </c:pt>
                <c:pt idx="23147">
                  <c:v>32.1</c:v>
                </c:pt>
                <c:pt idx="23148">
                  <c:v>32.1</c:v>
                </c:pt>
                <c:pt idx="23149">
                  <c:v>32.1</c:v>
                </c:pt>
                <c:pt idx="23150">
                  <c:v>32.1</c:v>
                </c:pt>
                <c:pt idx="23151">
                  <c:v>32.1</c:v>
                </c:pt>
                <c:pt idx="23152">
                  <c:v>32.1</c:v>
                </c:pt>
                <c:pt idx="23153">
                  <c:v>32.1</c:v>
                </c:pt>
                <c:pt idx="23154">
                  <c:v>32.1</c:v>
                </c:pt>
                <c:pt idx="23155">
                  <c:v>32.1</c:v>
                </c:pt>
                <c:pt idx="23156">
                  <c:v>32.1</c:v>
                </c:pt>
                <c:pt idx="23157">
                  <c:v>32.1</c:v>
                </c:pt>
                <c:pt idx="23158">
                  <c:v>32.1</c:v>
                </c:pt>
                <c:pt idx="23159">
                  <c:v>32.049999999999997</c:v>
                </c:pt>
                <c:pt idx="23160">
                  <c:v>32.1</c:v>
                </c:pt>
                <c:pt idx="23161">
                  <c:v>32.049999999999997</c:v>
                </c:pt>
                <c:pt idx="23162">
                  <c:v>32.049999999999997</c:v>
                </c:pt>
                <c:pt idx="23163">
                  <c:v>32.049999999999997</c:v>
                </c:pt>
                <c:pt idx="23164">
                  <c:v>32.049999999999997</c:v>
                </c:pt>
                <c:pt idx="23165">
                  <c:v>32.049999999999997</c:v>
                </c:pt>
                <c:pt idx="23166">
                  <c:v>32.049999999999997</c:v>
                </c:pt>
                <c:pt idx="23167">
                  <c:v>32.049999999999997</c:v>
                </c:pt>
                <c:pt idx="23168">
                  <c:v>32.049999999999997</c:v>
                </c:pt>
                <c:pt idx="23169">
                  <c:v>32.049999999999997</c:v>
                </c:pt>
                <c:pt idx="23170">
                  <c:v>32.049999999999997</c:v>
                </c:pt>
                <c:pt idx="23171">
                  <c:v>32.1</c:v>
                </c:pt>
                <c:pt idx="23172">
                  <c:v>32.049999999999997</c:v>
                </c:pt>
                <c:pt idx="23173">
                  <c:v>32.049999999999997</c:v>
                </c:pt>
                <c:pt idx="23174">
                  <c:v>32.049999999999997</c:v>
                </c:pt>
                <c:pt idx="23175">
                  <c:v>32.049999999999997</c:v>
                </c:pt>
                <c:pt idx="23176">
                  <c:v>32.049999999999997</c:v>
                </c:pt>
                <c:pt idx="23177">
                  <c:v>32.049999999999997</c:v>
                </c:pt>
                <c:pt idx="23178">
                  <c:v>32.049999999999997</c:v>
                </c:pt>
                <c:pt idx="23179">
                  <c:v>32.049999999999997</c:v>
                </c:pt>
                <c:pt idx="23180">
                  <c:v>32.049999999999997</c:v>
                </c:pt>
                <c:pt idx="23181">
                  <c:v>32.049999999999997</c:v>
                </c:pt>
                <c:pt idx="23182">
                  <c:v>32.049999999999997</c:v>
                </c:pt>
                <c:pt idx="23183">
                  <c:v>32.049999999999997</c:v>
                </c:pt>
                <c:pt idx="23184">
                  <c:v>32.049999999999997</c:v>
                </c:pt>
                <c:pt idx="23185">
                  <c:v>32.049999999999997</c:v>
                </c:pt>
                <c:pt idx="23186">
                  <c:v>32.049999999999997</c:v>
                </c:pt>
                <c:pt idx="23187">
                  <c:v>32.049999999999997</c:v>
                </c:pt>
                <c:pt idx="23188">
                  <c:v>32.049999999999997</c:v>
                </c:pt>
                <c:pt idx="23189">
                  <c:v>32.049999999999997</c:v>
                </c:pt>
                <c:pt idx="23190">
                  <c:v>32.049999999999997</c:v>
                </c:pt>
                <c:pt idx="23191">
                  <c:v>32.049999999999997</c:v>
                </c:pt>
                <c:pt idx="23192">
                  <c:v>32.049999999999997</c:v>
                </c:pt>
                <c:pt idx="23193">
                  <c:v>32.049999999999997</c:v>
                </c:pt>
                <c:pt idx="23194">
                  <c:v>32.049999999999997</c:v>
                </c:pt>
                <c:pt idx="23195">
                  <c:v>32.049999999999997</c:v>
                </c:pt>
                <c:pt idx="23196">
                  <c:v>32.049999999999997</c:v>
                </c:pt>
                <c:pt idx="23197">
                  <c:v>32.049999999999997</c:v>
                </c:pt>
                <c:pt idx="23198">
                  <c:v>32.049999999999997</c:v>
                </c:pt>
                <c:pt idx="23199">
                  <c:v>32.049999999999997</c:v>
                </c:pt>
                <c:pt idx="23200">
                  <c:v>32.049999999999997</c:v>
                </c:pt>
                <c:pt idx="23201">
                  <c:v>32.049999999999997</c:v>
                </c:pt>
                <c:pt idx="23202">
                  <c:v>32.049999999999997</c:v>
                </c:pt>
                <c:pt idx="23203">
                  <c:v>32.049999999999997</c:v>
                </c:pt>
                <c:pt idx="23204">
                  <c:v>32.049999999999997</c:v>
                </c:pt>
                <c:pt idx="23205">
                  <c:v>32.049999999999997</c:v>
                </c:pt>
                <c:pt idx="23206">
                  <c:v>32.049999999999997</c:v>
                </c:pt>
                <c:pt idx="23207">
                  <c:v>32.049999999999997</c:v>
                </c:pt>
                <c:pt idx="23208">
                  <c:v>32.049999999999997</c:v>
                </c:pt>
                <c:pt idx="23209">
                  <c:v>32.049999999999997</c:v>
                </c:pt>
                <c:pt idx="23210">
                  <c:v>32.049999999999997</c:v>
                </c:pt>
                <c:pt idx="23211">
                  <c:v>32</c:v>
                </c:pt>
                <c:pt idx="23212">
                  <c:v>32</c:v>
                </c:pt>
                <c:pt idx="23213">
                  <c:v>32</c:v>
                </c:pt>
                <c:pt idx="23214">
                  <c:v>32</c:v>
                </c:pt>
                <c:pt idx="23215">
                  <c:v>32</c:v>
                </c:pt>
                <c:pt idx="23216">
                  <c:v>32</c:v>
                </c:pt>
                <c:pt idx="23217">
                  <c:v>32</c:v>
                </c:pt>
                <c:pt idx="23218">
                  <c:v>32</c:v>
                </c:pt>
                <c:pt idx="23219">
                  <c:v>32</c:v>
                </c:pt>
                <c:pt idx="23220">
                  <c:v>32</c:v>
                </c:pt>
                <c:pt idx="23221">
                  <c:v>32</c:v>
                </c:pt>
                <c:pt idx="23222">
                  <c:v>32</c:v>
                </c:pt>
                <c:pt idx="23223">
                  <c:v>32</c:v>
                </c:pt>
                <c:pt idx="23224">
                  <c:v>32</c:v>
                </c:pt>
                <c:pt idx="23225">
                  <c:v>32</c:v>
                </c:pt>
                <c:pt idx="23226">
                  <c:v>32</c:v>
                </c:pt>
                <c:pt idx="23227">
                  <c:v>32</c:v>
                </c:pt>
                <c:pt idx="23228">
                  <c:v>32</c:v>
                </c:pt>
                <c:pt idx="23229">
                  <c:v>32</c:v>
                </c:pt>
                <c:pt idx="23230">
                  <c:v>32</c:v>
                </c:pt>
                <c:pt idx="23231">
                  <c:v>32</c:v>
                </c:pt>
                <c:pt idx="23232">
                  <c:v>32</c:v>
                </c:pt>
                <c:pt idx="23233">
                  <c:v>32</c:v>
                </c:pt>
                <c:pt idx="23234">
                  <c:v>32</c:v>
                </c:pt>
                <c:pt idx="23235">
                  <c:v>32</c:v>
                </c:pt>
                <c:pt idx="23236">
                  <c:v>32</c:v>
                </c:pt>
                <c:pt idx="23237">
                  <c:v>32</c:v>
                </c:pt>
                <c:pt idx="23238">
                  <c:v>32</c:v>
                </c:pt>
                <c:pt idx="23239">
                  <c:v>32</c:v>
                </c:pt>
                <c:pt idx="23240">
                  <c:v>32</c:v>
                </c:pt>
                <c:pt idx="23241">
                  <c:v>32</c:v>
                </c:pt>
                <c:pt idx="23242">
                  <c:v>32</c:v>
                </c:pt>
                <c:pt idx="23243">
                  <c:v>32</c:v>
                </c:pt>
                <c:pt idx="23244">
                  <c:v>32</c:v>
                </c:pt>
                <c:pt idx="23245">
                  <c:v>32</c:v>
                </c:pt>
                <c:pt idx="23246">
                  <c:v>32</c:v>
                </c:pt>
                <c:pt idx="23247">
                  <c:v>32</c:v>
                </c:pt>
                <c:pt idx="23248">
                  <c:v>32</c:v>
                </c:pt>
                <c:pt idx="23249">
                  <c:v>32</c:v>
                </c:pt>
                <c:pt idx="23250">
                  <c:v>32</c:v>
                </c:pt>
                <c:pt idx="23251">
                  <c:v>32</c:v>
                </c:pt>
                <c:pt idx="23252">
                  <c:v>32</c:v>
                </c:pt>
                <c:pt idx="23253">
                  <c:v>32</c:v>
                </c:pt>
                <c:pt idx="23254">
                  <c:v>32</c:v>
                </c:pt>
                <c:pt idx="23255">
                  <c:v>32</c:v>
                </c:pt>
                <c:pt idx="23256">
                  <c:v>32</c:v>
                </c:pt>
                <c:pt idx="23257">
                  <c:v>32</c:v>
                </c:pt>
                <c:pt idx="23258">
                  <c:v>32</c:v>
                </c:pt>
                <c:pt idx="23259">
                  <c:v>32</c:v>
                </c:pt>
                <c:pt idx="23260">
                  <c:v>32</c:v>
                </c:pt>
                <c:pt idx="23261">
                  <c:v>32</c:v>
                </c:pt>
                <c:pt idx="23262">
                  <c:v>32</c:v>
                </c:pt>
                <c:pt idx="23263">
                  <c:v>32</c:v>
                </c:pt>
                <c:pt idx="23264">
                  <c:v>32</c:v>
                </c:pt>
                <c:pt idx="23265">
                  <c:v>32</c:v>
                </c:pt>
                <c:pt idx="23266">
                  <c:v>32</c:v>
                </c:pt>
                <c:pt idx="23267">
                  <c:v>32</c:v>
                </c:pt>
                <c:pt idx="23268">
                  <c:v>32</c:v>
                </c:pt>
                <c:pt idx="23269">
                  <c:v>32</c:v>
                </c:pt>
                <c:pt idx="23270">
                  <c:v>31.95</c:v>
                </c:pt>
                <c:pt idx="23271">
                  <c:v>31.95</c:v>
                </c:pt>
                <c:pt idx="23272">
                  <c:v>31.95</c:v>
                </c:pt>
                <c:pt idx="23273">
                  <c:v>31.95</c:v>
                </c:pt>
                <c:pt idx="23274">
                  <c:v>31.95</c:v>
                </c:pt>
                <c:pt idx="23275">
                  <c:v>31.95</c:v>
                </c:pt>
                <c:pt idx="23276">
                  <c:v>31.95</c:v>
                </c:pt>
                <c:pt idx="23277">
                  <c:v>31.95</c:v>
                </c:pt>
                <c:pt idx="23278">
                  <c:v>31.95</c:v>
                </c:pt>
                <c:pt idx="23279">
                  <c:v>31.95</c:v>
                </c:pt>
                <c:pt idx="23280">
                  <c:v>31.95</c:v>
                </c:pt>
                <c:pt idx="23281">
                  <c:v>31.95</c:v>
                </c:pt>
                <c:pt idx="23282">
                  <c:v>31.95</c:v>
                </c:pt>
                <c:pt idx="23283">
                  <c:v>31.95</c:v>
                </c:pt>
                <c:pt idx="23284">
                  <c:v>31.95</c:v>
                </c:pt>
                <c:pt idx="23285">
                  <c:v>31.95</c:v>
                </c:pt>
                <c:pt idx="23286">
                  <c:v>31.95</c:v>
                </c:pt>
                <c:pt idx="23287">
                  <c:v>31.95</c:v>
                </c:pt>
                <c:pt idx="23288">
                  <c:v>31.95</c:v>
                </c:pt>
                <c:pt idx="23289">
                  <c:v>31.95</c:v>
                </c:pt>
                <c:pt idx="23290">
                  <c:v>31.95</c:v>
                </c:pt>
                <c:pt idx="23291">
                  <c:v>31.95</c:v>
                </c:pt>
                <c:pt idx="23292">
                  <c:v>31.95</c:v>
                </c:pt>
                <c:pt idx="23293">
                  <c:v>31.95</c:v>
                </c:pt>
                <c:pt idx="23294">
                  <c:v>31.95</c:v>
                </c:pt>
                <c:pt idx="23295">
                  <c:v>31.9</c:v>
                </c:pt>
                <c:pt idx="23296">
                  <c:v>31.95</c:v>
                </c:pt>
                <c:pt idx="23297">
                  <c:v>31.95</c:v>
                </c:pt>
                <c:pt idx="23298">
                  <c:v>31.9</c:v>
                </c:pt>
                <c:pt idx="23299">
                  <c:v>31.95</c:v>
                </c:pt>
                <c:pt idx="23300">
                  <c:v>31.95</c:v>
                </c:pt>
                <c:pt idx="23301">
                  <c:v>31.95</c:v>
                </c:pt>
                <c:pt idx="23302">
                  <c:v>31.95</c:v>
                </c:pt>
                <c:pt idx="23303">
                  <c:v>31.95</c:v>
                </c:pt>
                <c:pt idx="23304">
                  <c:v>31.95</c:v>
                </c:pt>
                <c:pt idx="23305">
                  <c:v>31.95</c:v>
                </c:pt>
                <c:pt idx="23306">
                  <c:v>31.95</c:v>
                </c:pt>
                <c:pt idx="23307">
                  <c:v>31.95</c:v>
                </c:pt>
                <c:pt idx="23308">
                  <c:v>31.95</c:v>
                </c:pt>
                <c:pt idx="23309">
                  <c:v>31.95</c:v>
                </c:pt>
                <c:pt idx="23310">
                  <c:v>31.95</c:v>
                </c:pt>
                <c:pt idx="23311">
                  <c:v>31.95</c:v>
                </c:pt>
                <c:pt idx="23312">
                  <c:v>31.95</c:v>
                </c:pt>
                <c:pt idx="23313">
                  <c:v>31.95</c:v>
                </c:pt>
                <c:pt idx="23314">
                  <c:v>31.95</c:v>
                </c:pt>
                <c:pt idx="23315">
                  <c:v>31.95</c:v>
                </c:pt>
                <c:pt idx="23316">
                  <c:v>31.9</c:v>
                </c:pt>
                <c:pt idx="23317">
                  <c:v>31.9</c:v>
                </c:pt>
                <c:pt idx="23318">
                  <c:v>31.9</c:v>
                </c:pt>
                <c:pt idx="23319">
                  <c:v>31.9</c:v>
                </c:pt>
                <c:pt idx="23320">
                  <c:v>31.9</c:v>
                </c:pt>
                <c:pt idx="23321">
                  <c:v>31.9</c:v>
                </c:pt>
                <c:pt idx="23322">
                  <c:v>31.9</c:v>
                </c:pt>
                <c:pt idx="23323">
                  <c:v>31.9</c:v>
                </c:pt>
                <c:pt idx="23324">
                  <c:v>31.9</c:v>
                </c:pt>
                <c:pt idx="23325">
                  <c:v>31.9</c:v>
                </c:pt>
                <c:pt idx="23326">
                  <c:v>31.9</c:v>
                </c:pt>
                <c:pt idx="23327">
                  <c:v>31.9</c:v>
                </c:pt>
                <c:pt idx="23328">
                  <c:v>31.9</c:v>
                </c:pt>
                <c:pt idx="23329">
                  <c:v>31.9</c:v>
                </c:pt>
                <c:pt idx="23330">
                  <c:v>31.9</c:v>
                </c:pt>
                <c:pt idx="23331">
                  <c:v>31.9</c:v>
                </c:pt>
                <c:pt idx="23332">
                  <c:v>31.9</c:v>
                </c:pt>
                <c:pt idx="23333">
                  <c:v>31.9</c:v>
                </c:pt>
                <c:pt idx="23334">
                  <c:v>31.9</c:v>
                </c:pt>
                <c:pt idx="23335">
                  <c:v>31.9</c:v>
                </c:pt>
                <c:pt idx="23336">
                  <c:v>31.9</c:v>
                </c:pt>
                <c:pt idx="23337">
                  <c:v>31.9</c:v>
                </c:pt>
                <c:pt idx="23338">
                  <c:v>31.9</c:v>
                </c:pt>
                <c:pt idx="23339">
                  <c:v>31.9</c:v>
                </c:pt>
                <c:pt idx="23340">
                  <c:v>31.9</c:v>
                </c:pt>
                <c:pt idx="23341">
                  <c:v>31.9</c:v>
                </c:pt>
                <c:pt idx="23342">
                  <c:v>31.9</c:v>
                </c:pt>
                <c:pt idx="23343">
                  <c:v>31.9</c:v>
                </c:pt>
                <c:pt idx="23344">
                  <c:v>31.9</c:v>
                </c:pt>
                <c:pt idx="23345">
                  <c:v>31.9</c:v>
                </c:pt>
                <c:pt idx="23346">
                  <c:v>31.85</c:v>
                </c:pt>
                <c:pt idx="23347">
                  <c:v>31.9</c:v>
                </c:pt>
                <c:pt idx="23348">
                  <c:v>31.85</c:v>
                </c:pt>
                <c:pt idx="23349">
                  <c:v>31.85</c:v>
                </c:pt>
                <c:pt idx="23350">
                  <c:v>31.85</c:v>
                </c:pt>
                <c:pt idx="23351">
                  <c:v>31.85</c:v>
                </c:pt>
                <c:pt idx="23352">
                  <c:v>31.85</c:v>
                </c:pt>
                <c:pt idx="23353">
                  <c:v>31.85</c:v>
                </c:pt>
                <c:pt idx="23354">
                  <c:v>31.9</c:v>
                </c:pt>
                <c:pt idx="23355">
                  <c:v>31.85</c:v>
                </c:pt>
                <c:pt idx="23356">
                  <c:v>31.85</c:v>
                </c:pt>
                <c:pt idx="23357">
                  <c:v>31.85</c:v>
                </c:pt>
                <c:pt idx="23358">
                  <c:v>31.9</c:v>
                </c:pt>
                <c:pt idx="23359">
                  <c:v>31.85</c:v>
                </c:pt>
                <c:pt idx="23360">
                  <c:v>31.85</c:v>
                </c:pt>
                <c:pt idx="23361">
                  <c:v>31.85</c:v>
                </c:pt>
                <c:pt idx="23362">
                  <c:v>31.85</c:v>
                </c:pt>
                <c:pt idx="23363">
                  <c:v>31.85</c:v>
                </c:pt>
                <c:pt idx="23364">
                  <c:v>31.85</c:v>
                </c:pt>
                <c:pt idx="23365">
                  <c:v>31.85</c:v>
                </c:pt>
                <c:pt idx="23366">
                  <c:v>31.85</c:v>
                </c:pt>
                <c:pt idx="23367">
                  <c:v>31.85</c:v>
                </c:pt>
                <c:pt idx="23368">
                  <c:v>31.85</c:v>
                </c:pt>
                <c:pt idx="23369">
                  <c:v>31.85</c:v>
                </c:pt>
                <c:pt idx="23370">
                  <c:v>31.85</c:v>
                </c:pt>
                <c:pt idx="23371">
                  <c:v>31.85</c:v>
                </c:pt>
                <c:pt idx="23372">
                  <c:v>31.85</c:v>
                </c:pt>
                <c:pt idx="23373">
                  <c:v>31.85</c:v>
                </c:pt>
                <c:pt idx="23374">
                  <c:v>31.85</c:v>
                </c:pt>
                <c:pt idx="23375">
                  <c:v>31.85</c:v>
                </c:pt>
                <c:pt idx="23376">
                  <c:v>31.85</c:v>
                </c:pt>
                <c:pt idx="23377">
                  <c:v>31.85</c:v>
                </c:pt>
                <c:pt idx="23378">
                  <c:v>31.85</c:v>
                </c:pt>
                <c:pt idx="23379">
                  <c:v>31.85</c:v>
                </c:pt>
                <c:pt idx="23380">
                  <c:v>31.85</c:v>
                </c:pt>
                <c:pt idx="23381">
                  <c:v>31.85</c:v>
                </c:pt>
                <c:pt idx="23382">
                  <c:v>31.85</c:v>
                </c:pt>
                <c:pt idx="23383">
                  <c:v>31.85</c:v>
                </c:pt>
                <c:pt idx="23384">
                  <c:v>31.85</c:v>
                </c:pt>
                <c:pt idx="23385">
                  <c:v>31.85</c:v>
                </c:pt>
                <c:pt idx="23386">
                  <c:v>31.85</c:v>
                </c:pt>
                <c:pt idx="23387">
                  <c:v>31.85</c:v>
                </c:pt>
                <c:pt idx="23388">
                  <c:v>31.85</c:v>
                </c:pt>
                <c:pt idx="23389">
                  <c:v>31.85</c:v>
                </c:pt>
                <c:pt idx="23390">
                  <c:v>31.85</c:v>
                </c:pt>
                <c:pt idx="23391">
                  <c:v>31.85</c:v>
                </c:pt>
                <c:pt idx="23392">
                  <c:v>31.85</c:v>
                </c:pt>
                <c:pt idx="23393">
                  <c:v>31.85</c:v>
                </c:pt>
                <c:pt idx="23394">
                  <c:v>31.85</c:v>
                </c:pt>
                <c:pt idx="23395">
                  <c:v>31.85</c:v>
                </c:pt>
                <c:pt idx="23396">
                  <c:v>31.85</c:v>
                </c:pt>
                <c:pt idx="23397">
                  <c:v>31.85</c:v>
                </c:pt>
                <c:pt idx="23398">
                  <c:v>31.85</c:v>
                </c:pt>
                <c:pt idx="23399">
                  <c:v>31.85</c:v>
                </c:pt>
                <c:pt idx="23400">
                  <c:v>31.85</c:v>
                </c:pt>
                <c:pt idx="23401">
                  <c:v>31.85</c:v>
                </c:pt>
                <c:pt idx="23402">
                  <c:v>31.85</c:v>
                </c:pt>
                <c:pt idx="23403">
                  <c:v>31.8</c:v>
                </c:pt>
                <c:pt idx="23404">
                  <c:v>31.8</c:v>
                </c:pt>
                <c:pt idx="23405">
                  <c:v>31.8</c:v>
                </c:pt>
                <c:pt idx="23406">
                  <c:v>31.8</c:v>
                </c:pt>
                <c:pt idx="23407">
                  <c:v>31.8</c:v>
                </c:pt>
                <c:pt idx="23408">
                  <c:v>31.8</c:v>
                </c:pt>
                <c:pt idx="23409">
                  <c:v>31.8</c:v>
                </c:pt>
                <c:pt idx="23410">
                  <c:v>31.8</c:v>
                </c:pt>
                <c:pt idx="23411">
                  <c:v>31.8</c:v>
                </c:pt>
                <c:pt idx="23412">
                  <c:v>31.8</c:v>
                </c:pt>
                <c:pt idx="23413">
                  <c:v>31.8</c:v>
                </c:pt>
                <c:pt idx="23414">
                  <c:v>31.8</c:v>
                </c:pt>
                <c:pt idx="23415">
                  <c:v>31.8</c:v>
                </c:pt>
                <c:pt idx="23416">
                  <c:v>31.8</c:v>
                </c:pt>
                <c:pt idx="23417">
                  <c:v>31.8</c:v>
                </c:pt>
                <c:pt idx="23418">
                  <c:v>31.8</c:v>
                </c:pt>
                <c:pt idx="23419">
                  <c:v>31.8</c:v>
                </c:pt>
                <c:pt idx="23420">
                  <c:v>31.8</c:v>
                </c:pt>
                <c:pt idx="23421">
                  <c:v>31.8</c:v>
                </c:pt>
                <c:pt idx="23422">
                  <c:v>31.8</c:v>
                </c:pt>
                <c:pt idx="23423">
                  <c:v>31.8</c:v>
                </c:pt>
                <c:pt idx="23424">
                  <c:v>31.8</c:v>
                </c:pt>
                <c:pt idx="23425">
                  <c:v>31.8</c:v>
                </c:pt>
                <c:pt idx="23426">
                  <c:v>31.8</c:v>
                </c:pt>
                <c:pt idx="23427">
                  <c:v>31.8</c:v>
                </c:pt>
                <c:pt idx="23428">
                  <c:v>31.8</c:v>
                </c:pt>
                <c:pt idx="23429">
                  <c:v>31.8</c:v>
                </c:pt>
                <c:pt idx="23430">
                  <c:v>31.8</c:v>
                </c:pt>
                <c:pt idx="23431">
                  <c:v>31.8</c:v>
                </c:pt>
                <c:pt idx="23432">
                  <c:v>31.8</c:v>
                </c:pt>
                <c:pt idx="23433">
                  <c:v>31.8</c:v>
                </c:pt>
                <c:pt idx="23434">
                  <c:v>31.8</c:v>
                </c:pt>
                <c:pt idx="23435">
                  <c:v>31.8</c:v>
                </c:pt>
                <c:pt idx="23436">
                  <c:v>31.8</c:v>
                </c:pt>
                <c:pt idx="23437">
                  <c:v>31.75</c:v>
                </c:pt>
                <c:pt idx="23438">
                  <c:v>31.75</c:v>
                </c:pt>
                <c:pt idx="23439">
                  <c:v>31.75</c:v>
                </c:pt>
                <c:pt idx="23440">
                  <c:v>31.75</c:v>
                </c:pt>
                <c:pt idx="23441">
                  <c:v>31.75</c:v>
                </c:pt>
                <c:pt idx="23442">
                  <c:v>31.75</c:v>
                </c:pt>
                <c:pt idx="23443">
                  <c:v>31.75</c:v>
                </c:pt>
                <c:pt idx="23444">
                  <c:v>31.75</c:v>
                </c:pt>
                <c:pt idx="23445">
                  <c:v>31.75</c:v>
                </c:pt>
                <c:pt idx="23446">
                  <c:v>31.8</c:v>
                </c:pt>
                <c:pt idx="23447">
                  <c:v>31.75</c:v>
                </c:pt>
                <c:pt idx="23448">
                  <c:v>31.75</c:v>
                </c:pt>
                <c:pt idx="23449">
                  <c:v>31.8</c:v>
                </c:pt>
                <c:pt idx="23450">
                  <c:v>31.8</c:v>
                </c:pt>
                <c:pt idx="23451">
                  <c:v>31.8</c:v>
                </c:pt>
                <c:pt idx="23452">
                  <c:v>31.75</c:v>
                </c:pt>
                <c:pt idx="23453">
                  <c:v>31.75</c:v>
                </c:pt>
                <c:pt idx="23454">
                  <c:v>31.8</c:v>
                </c:pt>
                <c:pt idx="23455">
                  <c:v>31.75</c:v>
                </c:pt>
                <c:pt idx="23456">
                  <c:v>31.75</c:v>
                </c:pt>
                <c:pt idx="23457">
                  <c:v>31.75</c:v>
                </c:pt>
                <c:pt idx="23458">
                  <c:v>31.75</c:v>
                </c:pt>
                <c:pt idx="23459">
                  <c:v>31.75</c:v>
                </c:pt>
                <c:pt idx="23460">
                  <c:v>31.75</c:v>
                </c:pt>
                <c:pt idx="23461">
                  <c:v>31.75</c:v>
                </c:pt>
                <c:pt idx="23462">
                  <c:v>31.75</c:v>
                </c:pt>
                <c:pt idx="23463">
                  <c:v>31.75</c:v>
                </c:pt>
                <c:pt idx="23464">
                  <c:v>31.75</c:v>
                </c:pt>
                <c:pt idx="23465">
                  <c:v>31.75</c:v>
                </c:pt>
                <c:pt idx="23466">
                  <c:v>31.75</c:v>
                </c:pt>
                <c:pt idx="23467">
                  <c:v>31.75</c:v>
                </c:pt>
                <c:pt idx="23468">
                  <c:v>31.75</c:v>
                </c:pt>
                <c:pt idx="23469">
                  <c:v>31.75</c:v>
                </c:pt>
                <c:pt idx="23470">
                  <c:v>31.75</c:v>
                </c:pt>
                <c:pt idx="23471">
                  <c:v>31.75</c:v>
                </c:pt>
                <c:pt idx="23472">
                  <c:v>31.75</c:v>
                </c:pt>
                <c:pt idx="23473">
                  <c:v>31.75</c:v>
                </c:pt>
                <c:pt idx="23474">
                  <c:v>31.75</c:v>
                </c:pt>
                <c:pt idx="23475">
                  <c:v>31.75</c:v>
                </c:pt>
                <c:pt idx="23476">
                  <c:v>31.75</c:v>
                </c:pt>
                <c:pt idx="23477">
                  <c:v>31.75</c:v>
                </c:pt>
                <c:pt idx="23478">
                  <c:v>31.75</c:v>
                </c:pt>
                <c:pt idx="23479">
                  <c:v>31.75</c:v>
                </c:pt>
                <c:pt idx="23480">
                  <c:v>31.75</c:v>
                </c:pt>
                <c:pt idx="23481">
                  <c:v>31.75</c:v>
                </c:pt>
                <c:pt idx="23482">
                  <c:v>31.75</c:v>
                </c:pt>
                <c:pt idx="23483">
                  <c:v>31.75</c:v>
                </c:pt>
                <c:pt idx="23484">
                  <c:v>31.75</c:v>
                </c:pt>
                <c:pt idx="23485">
                  <c:v>31.75</c:v>
                </c:pt>
                <c:pt idx="23486">
                  <c:v>31.75</c:v>
                </c:pt>
                <c:pt idx="23487">
                  <c:v>31.75</c:v>
                </c:pt>
                <c:pt idx="23488">
                  <c:v>31.75</c:v>
                </c:pt>
                <c:pt idx="23489">
                  <c:v>31.75</c:v>
                </c:pt>
                <c:pt idx="23490">
                  <c:v>31.75</c:v>
                </c:pt>
                <c:pt idx="23491">
                  <c:v>31.75</c:v>
                </c:pt>
                <c:pt idx="23492">
                  <c:v>31.7</c:v>
                </c:pt>
                <c:pt idx="23493">
                  <c:v>31.75</c:v>
                </c:pt>
                <c:pt idx="23494">
                  <c:v>31.7</c:v>
                </c:pt>
                <c:pt idx="23495">
                  <c:v>31.7</c:v>
                </c:pt>
                <c:pt idx="23496">
                  <c:v>31.7</c:v>
                </c:pt>
                <c:pt idx="23497">
                  <c:v>31.7</c:v>
                </c:pt>
                <c:pt idx="23498">
                  <c:v>31.7</c:v>
                </c:pt>
                <c:pt idx="23499">
                  <c:v>31.7</c:v>
                </c:pt>
                <c:pt idx="23500">
                  <c:v>31.7</c:v>
                </c:pt>
                <c:pt idx="23501">
                  <c:v>31.75</c:v>
                </c:pt>
                <c:pt idx="23502">
                  <c:v>31.7</c:v>
                </c:pt>
                <c:pt idx="23503">
                  <c:v>31.75</c:v>
                </c:pt>
                <c:pt idx="23504">
                  <c:v>31.75</c:v>
                </c:pt>
                <c:pt idx="23505">
                  <c:v>31.75</c:v>
                </c:pt>
                <c:pt idx="23506">
                  <c:v>31.75</c:v>
                </c:pt>
                <c:pt idx="23507">
                  <c:v>31.75</c:v>
                </c:pt>
                <c:pt idx="23508">
                  <c:v>31.75</c:v>
                </c:pt>
                <c:pt idx="23509">
                  <c:v>31.75</c:v>
                </c:pt>
                <c:pt idx="23510">
                  <c:v>31.75</c:v>
                </c:pt>
                <c:pt idx="23511">
                  <c:v>31.75</c:v>
                </c:pt>
                <c:pt idx="23512">
                  <c:v>31.75</c:v>
                </c:pt>
                <c:pt idx="23513">
                  <c:v>31.75</c:v>
                </c:pt>
                <c:pt idx="23514">
                  <c:v>31.75</c:v>
                </c:pt>
                <c:pt idx="23515">
                  <c:v>31.7</c:v>
                </c:pt>
                <c:pt idx="23516">
                  <c:v>31.75</c:v>
                </c:pt>
                <c:pt idx="23517">
                  <c:v>31.7</c:v>
                </c:pt>
                <c:pt idx="23518">
                  <c:v>31.7</c:v>
                </c:pt>
                <c:pt idx="23519">
                  <c:v>31.7</c:v>
                </c:pt>
                <c:pt idx="23520">
                  <c:v>31.7</c:v>
                </c:pt>
                <c:pt idx="23521">
                  <c:v>31.7</c:v>
                </c:pt>
                <c:pt idx="23522">
                  <c:v>31.7</c:v>
                </c:pt>
                <c:pt idx="23523">
                  <c:v>31.7</c:v>
                </c:pt>
                <c:pt idx="23524">
                  <c:v>31.7</c:v>
                </c:pt>
                <c:pt idx="23525">
                  <c:v>31.7</c:v>
                </c:pt>
                <c:pt idx="23526">
                  <c:v>31.7</c:v>
                </c:pt>
                <c:pt idx="23527">
                  <c:v>31.7</c:v>
                </c:pt>
                <c:pt idx="23528">
                  <c:v>31.7</c:v>
                </c:pt>
                <c:pt idx="23529">
                  <c:v>31.7</c:v>
                </c:pt>
                <c:pt idx="23530">
                  <c:v>31.7</c:v>
                </c:pt>
                <c:pt idx="23531">
                  <c:v>31.7</c:v>
                </c:pt>
                <c:pt idx="23532">
                  <c:v>31.7</c:v>
                </c:pt>
                <c:pt idx="23533">
                  <c:v>31.7</c:v>
                </c:pt>
                <c:pt idx="23534">
                  <c:v>31.7</c:v>
                </c:pt>
                <c:pt idx="23535">
                  <c:v>31.7</c:v>
                </c:pt>
                <c:pt idx="23536">
                  <c:v>31.7</c:v>
                </c:pt>
                <c:pt idx="23537">
                  <c:v>31.7</c:v>
                </c:pt>
                <c:pt idx="23538">
                  <c:v>31.7</c:v>
                </c:pt>
                <c:pt idx="23539">
                  <c:v>31.7</c:v>
                </c:pt>
                <c:pt idx="23540">
                  <c:v>31.7</c:v>
                </c:pt>
                <c:pt idx="23541">
                  <c:v>31.7</c:v>
                </c:pt>
                <c:pt idx="23542">
                  <c:v>31.7</c:v>
                </c:pt>
                <c:pt idx="23543">
                  <c:v>31.7</c:v>
                </c:pt>
                <c:pt idx="23544">
                  <c:v>31.7</c:v>
                </c:pt>
                <c:pt idx="23545">
                  <c:v>31.7</c:v>
                </c:pt>
                <c:pt idx="23546">
                  <c:v>31.7</c:v>
                </c:pt>
                <c:pt idx="23547">
                  <c:v>31.7</c:v>
                </c:pt>
                <c:pt idx="23548">
                  <c:v>31.7</c:v>
                </c:pt>
                <c:pt idx="23549">
                  <c:v>31.7</c:v>
                </c:pt>
                <c:pt idx="23550">
                  <c:v>31.7</c:v>
                </c:pt>
                <c:pt idx="23551">
                  <c:v>31.7</c:v>
                </c:pt>
                <c:pt idx="23552">
                  <c:v>31.7</c:v>
                </c:pt>
                <c:pt idx="23553">
                  <c:v>31.7</c:v>
                </c:pt>
                <c:pt idx="23554">
                  <c:v>31.7</c:v>
                </c:pt>
                <c:pt idx="23555">
                  <c:v>31.65</c:v>
                </c:pt>
                <c:pt idx="23556">
                  <c:v>31.65</c:v>
                </c:pt>
                <c:pt idx="23557">
                  <c:v>31.65</c:v>
                </c:pt>
                <c:pt idx="23558">
                  <c:v>31.65</c:v>
                </c:pt>
                <c:pt idx="23559">
                  <c:v>31.65</c:v>
                </c:pt>
                <c:pt idx="23560">
                  <c:v>31.65</c:v>
                </c:pt>
                <c:pt idx="23561">
                  <c:v>31.65</c:v>
                </c:pt>
                <c:pt idx="23562">
                  <c:v>31.65</c:v>
                </c:pt>
                <c:pt idx="23563">
                  <c:v>31.65</c:v>
                </c:pt>
                <c:pt idx="23564">
                  <c:v>31.65</c:v>
                </c:pt>
                <c:pt idx="23565">
                  <c:v>31.65</c:v>
                </c:pt>
                <c:pt idx="23566">
                  <c:v>31.65</c:v>
                </c:pt>
                <c:pt idx="23567">
                  <c:v>31.65</c:v>
                </c:pt>
                <c:pt idx="23568">
                  <c:v>31.65</c:v>
                </c:pt>
                <c:pt idx="23569">
                  <c:v>31.65</c:v>
                </c:pt>
                <c:pt idx="23570">
                  <c:v>31.65</c:v>
                </c:pt>
                <c:pt idx="23571">
                  <c:v>31.65</c:v>
                </c:pt>
                <c:pt idx="23572">
                  <c:v>31.65</c:v>
                </c:pt>
                <c:pt idx="23573">
                  <c:v>31.65</c:v>
                </c:pt>
                <c:pt idx="23574">
                  <c:v>31.65</c:v>
                </c:pt>
                <c:pt idx="23575">
                  <c:v>31.65</c:v>
                </c:pt>
                <c:pt idx="23576">
                  <c:v>31.65</c:v>
                </c:pt>
                <c:pt idx="23577">
                  <c:v>31.65</c:v>
                </c:pt>
                <c:pt idx="23578">
                  <c:v>31.65</c:v>
                </c:pt>
                <c:pt idx="23579">
                  <c:v>31.65</c:v>
                </c:pt>
                <c:pt idx="23580">
                  <c:v>31.65</c:v>
                </c:pt>
                <c:pt idx="23581">
                  <c:v>31.65</c:v>
                </c:pt>
                <c:pt idx="23582">
                  <c:v>31.65</c:v>
                </c:pt>
                <c:pt idx="23583">
                  <c:v>31.65</c:v>
                </c:pt>
                <c:pt idx="23584">
                  <c:v>31.65</c:v>
                </c:pt>
                <c:pt idx="23585">
                  <c:v>31.65</c:v>
                </c:pt>
                <c:pt idx="23586">
                  <c:v>31.65</c:v>
                </c:pt>
                <c:pt idx="23587">
                  <c:v>31.65</c:v>
                </c:pt>
                <c:pt idx="23588">
                  <c:v>31.65</c:v>
                </c:pt>
                <c:pt idx="23589">
                  <c:v>31.65</c:v>
                </c:pt>
                <c:pt idx="23590">
                  <c:v>31.65</c:v>
                </c:pt>
                <c:pt idx="23591">
                  <c:v>31.65</c:v>
                </c:pt>
                <c:pt idx="23592">
                  <c:v>31.65</c:v>
                </c:pt>
                <c:pt idx="23593">
                  <c:v>31.65</c:v>
                </c:pt>
                <c:pt idx="23594">
                  <c:v>31.65</c:v>
                </c:pt>
                <c:pt idx="23595">
                  <c:v>31.65</c:v>
                </c:pt>
                <c:pt idx="23596">
                  <c:v>31.65</c:v>
                </c:pt>
                <c:pt idx="23597">
                  <c:v>31.65</c:v>
                </c:pt>
                <c:pt idx="23598">
                  <c:v>31.65</c:v>
                </c:pt>
                <c:pt idx="23599">
                  <c:v>31.65</c:v>
                </c:pt>
                <c:pt idx="23600">
                  <c:v>31.65</c:v>
                </c:pt>
                <c:pt idx="23601">
                  <c:v>31.65</c:v>
                </c:pt>
                <c:pt idx="23602">
                  <c:v>31.65</c:v>
                </c:pt>
                <c:pt idx="23603">
                  <c:v>31.65</c:v>
                </c:pt>
                <c:pt idx="23604">
                  <c:v>31.65</c:v>
                </c:pt>
                <c:pt idx="23605">
                  <c:v>31.65</c:v>
                </c:pt>
                <c:pt idx="23606">
                  <c:v>31.65</c:v>
                </c:pt>
                <c:pt idx="23607">
                  <c:v>31.65</c:v>
                </c:pt>
                <c:pt idx="23608">
                  <c:v>31.65</c:v>
                </c:pt>
                <c:pt idx="23609">
                  <c:v>31.65</c:v>
                </c:pt>
                <c:pt idx="23610">
                  <c:v>31.65</c:v>
                </c:pt>
                <c:pt idx="23611">
                  <c:v>31.65</c:v>
                </c:pt>
                <c:pt idx="23612">
                  <c:v>31.65</c:v>
                </c:pt>
                <c:pt idx="23613">
                  <c:v>31.6</c:v>
                </c:pt>
                <c:pt idx="23614">
                  <c:v>31.65</c:v>
                </c:pt>
                <c:pt idx="23615">
                  <c:v>31.6</c:v>
                </c:pt>
                <c:pt idx="23616">
                  <c:v>31.65</c:v>
                </c:pt>
                <c:pt idx="23617">
                  <c:v>31.6</c:v>
                </c:pt>
                <c:pt idx="23618">
                  <c:v>31.6</c:v>
                </c:pt>
                <c:pt idx="23619">
                  <c:v>31.6</c:v>
                </c:pt>
                <c:pt idx="23620">
                  <c:v>31.6</c:v>
                </c:pt>
                <c:pt idx="23621">
                  <c:v>31.6</c:v>
                </c:pt>
                <c:pt idx="23622">
                  <c:v>31.6</c:v>
                </c:pt>
                <c:pt idx="23623">
                  <c:v>31.6</c:v>
                </c:pt>
                <c:pt idx="23624">
                  <c:v>31.6</c:v>
                </c:pt>
                <c:pt idx="23625">
                  <c:v>31.6</c:v>
                </c:pt>
                <c:pt idx="23626">
                  <c:v>31.6</c:v>
                </c:pt>
                <c:pt idx="23627">
                  <c:v>31.6</c:v>
                </c:pt>
                <c:pt idx="23628">
                  <c:v>31.6</c:v>
                </c:pt>
                <c:pt idx="23629">
                  <c:v>31.6</c:v>
                </c:pt>
                <c:pt idx="23630">
                  <c:v>31.6</c:v>
                </c:pt>
                <c:pt idx="23631">
                  <c:v>31.6</c:v>
                </c:pt>
                <c:pt idx="23632">
                  <c:v>31.6</c:v>
                </c:pt>
                <c:pt idx="23633">
                  <c:v>31.6</c:v>
                </c:pt>
                <c:pt idx="23634">
                  <c:v>31.6</c:v>
                </c:pt>
                <c:pt idx="23635">
                  <c:v>31.6</c:v>
                </c:pt>
                <c:pt idx="23636">
                  <c:v>31.6</c:v>
                </c:pt>
                <c:pt idx="23637">
                  <c:v>31.6</c:v>
                </c:pt>
                <c:pt idx="23638">
                  <c:v>31.6</c:v>
                </c:pt>
                <c:pt idx="23639">
                  <c:v>31.6</c:v>
                </c:pt>
                <c:pt idx="23640">
                  <c:v>31.6</c:v>
                </c:pt>
                <c:pt idx="23641">
                  <c:v>31.6</c:v>
                </c:pt>
                <c:pt idx="23642">
                  <c:v>31.6</c:v>
                </c:pt>
                <c:pt idx="23643">
                  <c:v>31.6</c:v>
                </c:pt>
                <c:pt idx="23644">
                  <c:v>31.6</c:v>
                </c:pt>
                <c:pt idx="23645">
                  <c:v>31.6</c:v>
                </c:pt>
                <c:pt idx="23646">
                  <c:v>31.6</c:v>
                </c:pt>
                <c:pt idx="23647">
                  <c:v>31.6</c:v>
                </c:pt>
                <c:pt idx="23648">
                  <c:v>31.6</c:v>
                </c:pt>
                <c:pt idx="23649">
                  <c:v>31.6</c:v>
                </c:pt>
                <c:pt idx="23650">
                  <c:v>31.6</c:v>
                </c:pt>
                <c:pt idx="23651">
                  <c:v>31.6</c:v>
                </c:pt>
                <c:pt idx="23652">
                  <c:v>31.6</c:v>
                </c:pt>
                <c:pt idx="23653">
                  <c:v>31.6</c:v>
                </c:pt>
                <c:pt idx="23654">
                  <c:v>31.6</c:v>
                </c:pt>
                <c:pt idx="23655">
                  <c:v>31.6</c:v>
                </c:pt>
                <c:pt idx="23656">
                  <c:v>31.6</c:v>
                </c:pt>
                <c:pt idx="23657">
                  <c:v>31.6</c:v>
                </c:pt>
                <c:pt idx="23658">
                  <c:v>31.6</c:v>
                </c:pt>
                <c:pt idx="23659">
                  <c:v>31.6</c:v>
                </c:pt>
                <c:pt idx="23660">
                  <c:v>31.6</c:v>
                </c:pt>
                <c:pt idx="23661">
                  <c:v>31.6</c:v>
                </c:pt>
                <c:pt idx="23662">
                  <c:v>31.6</c:v>
                </c:pt>
                <c:pt idx="23663">
                  <c:v>31.55</c:v>
                </c:pt>
                <c:pt idx="23664">
                  <c:v>31.55</c:v>
                </c:pt>
                <c:pt idx="23665">
                  <c:v>31.6</c:v>
                </c:pt>
                <c:pt idx="23666">
                  <c:v>31.55</c:v>
                </c:pt>
                <c:pt idx="23667">
                  <c:v>31.55</c:v>
                </c:pt>
                <c:pt idx="23668">
                  <c:v>31.55</c:v>
                </c:pt>
                <c:pt idx="23669">
                  <c:v>31.55</c:v>
                </c:pt>
                <c:pt idx="23670">
                  <c:v>31.55</c:v>
                </c:pt>
                <c:pt idx="23671">
                  <c:v>31.55</c:v>
                </c:pt>
                <c:pt idx="23672">
                  <c:v>31.55</c:v>
                </c:pt>
                <c:pt idx="23673">
                  <c:v>31.55</c:v>
                </c:pt>
                <c:pt idx="23674">
                  <c:v>31.55</c:v>
                </c:pt>
                <c:pt idx="23675">
                  <c:v>31.55</c:v>
                </c:pt>
                <c:pt idx="23676">
                  <c:v>31.55</c:v>
                </c:pt>
                <c:pt idx="23677">
                  <c:v>31.55</c:v>
                </c:pt>
                <c:pt idx="23678">
                  <c:v>31.55</c:v>
                </c:pt>
                <c:pt idx="23679">
                  <c:v>31.55</c:v>
                </c:pt>
                <c:pt idx="23680">
                  <c:v>31.55</c:v>
                </c:pt>
                <c:pt idx="23681">
                  <c:v>31.55</c:v>
                </c:pt>
                <c:pt idx="23682">
                  <c:v>31.55</c:v>
                </c:pt>
                <c:pt idx="23683">
                  <c:v>31.55</c:v>
                </c:pt>
                <c:pt idx="23684">
                  <c:v>31.55</c:v>
                </c:pt>
                <c:pt idx="23685">
                  <c:v>31.55</c:v>
                </c:pt>
                <c:pt idx="23686">
                  <c:v>31.55</c:v>
                </c:pt>
                <c:pt idx="23687">
                  <c:v>31.55</c:v>
                </c:pt>
                <c:pt idx="23688">
                  <c:v>31.55</c:v>
                </c:pt>
                <c:pt idx="23689">
                  <c:v>31.55</c:v>
                </c:pt>
                <c:pt idx="23690">
                  <c:v>31.55</c:v>
                </c:pt>
                <c:pt idx="23691">
                  <c:v>31.55</c:v>
                </c:pt>
                <c:pt idx="23692">
                  <c:v>31.55</c:v>
                </c:pt>
                <c:pt idx="23693">
                  <c:v>31.55</c:v>
                </c:pt>
                <c:pt idx="23694">
                  <c:v>31.55</c:v>
                </c:pt>
                <c:pt idx="23695">
                  <c:v>31.55</c:v>
                </c:pt>
                <c:pt idx="23696">
                  <c:v>31.55</c:v>
                </c:pt>
                <c:pt idx="23697">
                  <c:v>31.55</c:v>
                </c:pt>
                <c:pt idx="23698">
                  <c:v>31.55</c:v>
                </c:pt>
                <c:pt idx="23699">
                  <c:v>31.55</c:v>
                </c:pt>
                <c:pt idx="23700">
                  <c:v>31.55</c:v>
                </c:pt>
                <c:pt idx="23701">
                  <c:v>31.55</c:v>
                </c:pt>
                <c:pt idx="23702">
                  <c:v>31.55</c:v>
                </c:pt>
                <c:pt idx="23703">
                  <c:v>31.55</c:v>
                </c:pt>
                <c:pt idx="23704">
                  <c:v>31.55</c:v>
                </c:pt>
                <c:pt idx="23705">
                  <c:v>31.55</c:v>
                </c:pt>
                <c:pt idx="23706">
                  <c:v>31.55</c:v>
                </c:pt>
                <c:pt idx="23707">
                  <c:v>31.55</c:v>
                </c:pt>
                <c:pt idx="23708">
                  <c:v>31.55</c:v>
                </c:pt>
                <c:pt idx="23709">
                  <c:v>31.55</c:v>
                </c:pt>
                <c:pt idx="23710">
                  <c:v>31.55</c:v>
                </c:pt>
                <c:pt idx="23711">
                  <c:v>31.55</c:v>
                </c:pt>
                <c:pt idx="23712">
                  <c:v>31.55</c:v>
                </c:pt>
                <c:pt idx="23713">
                  <c:v>31.55</c:v>
                </c:pt>
                <c:pt idx="23714">
                  <c:v>31.55</c:v>
                </c:pt>
                <c:pt idx="23715">
                  <c:v>31.55</c:v>
                </c:pt>
                <c:pt idx="23716">
                  <c:v>31.55</c:v>
                </c:pt>
                <c:pt idx="23717">
                  <c:v>31.55</c:v>
                </c:pt>
                <c:pt idx="23718">
                  <c:v>31.55</c:v>
                </c:pt>
                <c:pt idx="23719">
                  <c:v>31.55</c:v>
                </c:pt>
                <c:pt idx="23720">
                  <c:v>31.5</c:v>
                </c:pt>
                <c:pt idx="23721">
                  <c:v>31.5</c:v>
                </c:pt>
                <c:pt idx="23722">
                  <c:v>31.55</c:v>
                </c:pt>
                <c:pt idx="23723">
                  <c:v>31.5</c:v>
                </c:pt>
                <c:pt idx="23724">
                  <c:v>31.5</c:v>
                </c:pt>
                <c:pt idx="23725">
                  <c:v>31.5</c:v>
                </c:pt>
                <c:pt idx="23726">
                  <c:v>31.5</c:v>
                </c:pt>
                <c:pt idx="23727">
                  <c:v>31.5</c:v>
                </c:pt>
                <c:pt idx="23728">
                  <c:v>31.5</c:v>
                </c:pt>
                <c:pt idx="23729">
                  <c:v>31.5</c:v>
                </c:pt>
                <c:pt idx="23730">
                  <c:v>31.5</c:v>
                </c:pt>
                <c:pt idx="23731">
                  <c:v>31.5</c:v>
                </c:pt>
                <c:pt idx="23732">
                  <c:v>31.5</c:v>
                </c:pt>
                <c:pt idx="23733">
                  <c:v>31.5</c:v>
                </c:pt>
                <c:pt idx="23734">
                  <c:v>31.5</c:v>
                </c:pt>
                <c:pt idx="23735">
                  <c:v>31.5</c:v>
                </c:pt>
                <c:pt idx="23736">
                  <c:v>31.5</c:v>
                </c:pt>
                <c:pt idx="23737">
                  <c:v>31.5</c:v>
                </c:pt>
                <c:pt idx="23738">
                  <c:v>31.5</c:v>
                </c:pt>
                <c:pt idx="23739">
                  <c:v>31.5</c:v>
                </c:pt>
                <c:pt idx="23740">
                  <c:v>31.5</c:v>
                </c:pt>
                <c:pt idx="23741">
                  <c:v>31.5</c:v>
                </c:pt>
                <c:pt idx="23742">
                  <c:v>31.5</c:v>
                </c:pt>
                <c:pt idx="23743">
                  <c:v>31.5</c:v>
                </c:pt>
                <c:pt idx="23744">
                  <c:v>31.5</c:v>
                </c:pt>
                <c:pt idx="23745">
                  <c:v>31.5</c:v>
                </c:pt>
                <c:pt idx="23746">
                  <c:v>31.5</c:v>
                </c:pt>
                <c:pt idx="23747">
                  <c:v>31.5</c:v>
                </c:pt>
                <c:pt idx="23748">
                  <c:v>31.5</c:v>
                </c:pt>
                <c:pt idx="23749">
                  <c:v>31.5</c:v>
                </c:pt>
                <c:pt idx="23750">
                  <c:v>31.5</c:v>
                </c:pt>
                <c:pt idx="23751">
                  <c:v>31.5</c:v>
                </c:pt>
                <c:pt idx="23752">
                  <c:v>31.5</c:v>
                </c:pt>
                <c:pt idx="23753">
                  <c:v>31.5</c:v>
                </c:pt>
                <c:pt idx="23754">
                  <c:v>31.5</c:v>
                </c:pt>
                <c:pt idx="23755">
                  <c:v>31.5</c:v>
                </c:pt>
                <c:pt idx="23756">
                  <c:v>31.5</c:v>
                </c:pt>
                <c:pt idx="23757">
                  <c:v>31.5</c:v>
                </c:pt>
                <c:pt idx="23758">
                  <c:v>31.5</c:v>
                </c:pt>
                <c:pt idx="23759">
                  <c:v>31.5</c:v>
                </c:pt>
                <c:pt idx="23760">
                  <c:v>31.5</c:v>
                </c:pt>
                <c:pt idx="23761">
                  <c:v>31.5</c:v>
                </c:pt>
                <c:pt idx="23762">
                  <c:v>31.5</c:v>
                </c:pt>
                <c:pt idx="23763">
                  <c:v>31.45</c:v>
                </c:pt>
                <c:pt idx="23764">
                  <c:v>31.45</c:v>
                </c:pt>
                <c:pt idx="23765">
                  <c:v>31.45</c:v>
                </c:pt>
                <c:pt idx="23766">
                  <c:v>31.45</c:v>
                </c:pt>
                <c:pt idx="23767">
                  <c:v>31.45</c:v>
                </c:pt>
                <c:pt idx="23768">
                  <c:v>31.45</c:v>
                </c:pt>
                <c:pt idx="23769">
                  <c:v>31.45</c:v>
                </c:pt>
                <c:pt idx="23770">
                  <c:v>31.45</c:v>
                </c:pt>
                <c:pt idx="23771">
                  <c:v>31.45</c:v>
                </c:pt>
                <c:pt idx="23772">
                  <c:v>31.45</c:v>
                </c:pt>
                <c:pt idx="23773">
                  <c:v>31.45</c:v>
                </c:pt>
                <c:pt idx="23774">
                  <c:v>31.45</c:v>
                </c:pt>
                <c:pt idx="23775">
                  <c:v>31.45</c:v>
                </c:pt>
                <c:pt idx="23776">
                  <c:v>31.45</c:v>
                </c:pt>
                <c:pt idx="23777">
                  <c:v>31.45</c:v>
                </c:pt>
                <c:pt idx="23778">
                  <c:v>31.45</c:v>
                </c:pt>
                <c:pt idx="23779">
                  <c:v>31.45</c:v>
                </c:pt>
                <c:pt idx="23780">
                  <c:v>31.45</c:v>
                </c:pt>
                <c:pt idx="23781">
                  <c:v>31.45</c:v>
                </c:pt>
                <c:pt idx="23782">
                  <c:v>31.5</c:v>
                </c:pt>
                <c:pt idx="23783">
                  <c:v>31.45</c:v>
                </c:pt>
                <c:pt idx="23784">
                  <c:v>31.45</c:v>
                </c:pt>
                <c:pt idx="23785">
                  <c:v>31.5</c:v>
                </c:pt>
                <c:pt idx="23786">
                  <c:v>31.45</c:v>
                </c:pt>
                <c:pt idx="23787">
                  <c:v>31.45</c:v>
                </c:pt>
                <c:pt idx="23788">
                  <c:v>31.45</c:v>
                </c:pt>
                <c:pt idx="23789">
                  <c:v>31.5</c:v>
                </c:pt>
                <c:pt idx="23790">
                  <c:v>31.45</c:v>
                </c:pt>
                <c:pt idx="23791">
                  <c:v>31.45</c:v>
                </c:pt>
                <c:pt idx="23792">
                  <c:v>31.45</c:v>
                </c:pt>
                <c:pt idx="23793">
                  <c:v>31.45</c:v>
                </c:pt>
                <c:pt idx="23794">
                  <c:v>31.45</c:v>
                </c:pt>
                <c:pt idx="23795">
                  <c:v>31.45</c:v>
                </c:pt>
                <c:pt idx="23796">
                  <c:v>31.45</c:v>
                </c:pt>
                <c:pt idx="23797">
                  <c:v>31.45</c:v>
                </c:pt>
                <c:pt idx="23798">
                  <c:v>31.45</c:v>
                </c:pt>
                <c:pt idx="23799">
                  <c:v>31.45</c:v>
                </c:pt>
                <c:pt idx="23800">
                  <c:v>31.45</c:v>
                </c:pt>
                <c:pt idx="23801">
                  <c:v>31.45</c:v>
                </c:pt>
                <c:pt idx="23802">
                  <c:v>31.45</c:v>
                </c:pt>
                <c:pt idx="23803">
                  <c:v>31.4</c:v>
                </c:pt>
                <c:pt idx="23804">
                  <c:v>31.4</c:v>
                </c:pt>
                <c:pt idx="23805">
                  <c:v>31.45</c:v>
                </c:pt>
                <c:pt idx="23806">
                  <c:v>31.4</c:v>
                </c:pt>
                <c:pt idx="23807">
                  <c:v>31.4</c:v>
                </c:pt>
                <c:pt idx="23808">
                  <c:v>31.4</c:v>
                </c:pt>
                <c:pt idx="23809">
                  <c:v>31.4</c:v>
                </c:pt>
                <c:pt idx="23810">
                  <c:v>31.4</c:v>
                </c:pt>
                <c:pt idx="23811">
                  <c:v>31.4</c:v>
                </c:pt>
                <c:pt idx="23812">
                  <c:v>31.4</c:v>
                </c:pt>
                <c:pt idx="23813">
                  <c:v>31.4</c:v>
                </c:pt>
                <c:pt idx="23814">
                  <c:v>31.4</c:v>
                </c:pt>
                <c:pt idx="23815">
                  <c:v>31.45</c:v>
                </c:pt>
                <c:pt idx="23816">
                  <c:v>31.4</c:v>
                </c:pt>
                <c:pt idx="23817">
                  <c:v>31.45</c:v>
                </c:pt>
                <c:pt idx="23818">
                  <c:v>31.45</c:v>
                </c:pt>
                <c:pt idx="23819">
                  <c:v>31.45</c:v>
                </c:pt>
                <c:pt idx="23820">
                  <c:v>31.45</c:v>
                </c:pt>
                <c:pt idx="23821">
                  <c:v>31.4</c:v>
                </c:pt>
                <c:pt idx="23822">
                  <c:v>31.45</c:v>
                </c:pt>
                <c:pt idx="23823">
                  <c:v>31.45</c:v>
                </c:pt>
                <c:pt idx="23824">
                  <c:v>31.4</c:v>
                </c:pt>
                <c:pt idx="23825">
                  <c:v>31.4</c:v>
                </c:pt>
                <c:pt idx="23826">
                  <c:v>31.4</c:v>
                </c:pt>
                <c:pt idx="23827">
                  <c:v>31.4</c:v>
                </c:pt>
                <c:pt idx="23828">
                  <c:v>31.4</c:v>
                </c:pt>
                <c:pt idx="23829">
                  <c:v>31.4</c:v>
                </c:pt>
                <c:pt idx="23830">
                  <c:v>31.4</c:v>
                </c:pt>
                <c:pt idx="23831">
                  <c:v>31.45</c:v>
                </c:pt>
                <c:pt idx="23832">
                  <c:v>31.45</c:v>
                </c:pt>
                <c:pt idx="23833">
                  <c:v>31.45</c:v>
                </c:pt>
                <c:pt idx="23834">
                  <c:v>31.45</c:v>
                </c:pt>
                <c:pt idx="23835">
                  <c:v>31.45</c:v>
                </c:pt>
                <c:pt idx="23836">
                  <c:v>31.45</c:v>
                </c:pt>
                <c:pt idx="23837">
                  <c:v>31.45</c:v>
                </c:pt>
                <c:pt idx="23838">
                  <c:v>31.45</c:v>
                </c:pt>
                <c:pt idx="23839">
                  <c:v>31.4</c:v>
                </c:pt>
                <c:pt idx="23840">
                  <c:v>31.4</c:v>
                </c:pt>
                <c:pt idx="23841">
                  <c:v>31.4</c:v>
                </c:pt>
                <c:pt idx="23842">
                  <c:v>31.4</c:v>
                </c:pt>
                <c:pt idx="23843">
                  <c:v>31.4</c:v>
                </c:pt>
                <c:pt idx="23844">
                  <c:v>31.4</c:v>
                </c:pt>
                <c:pt idx="23845">
                  <c:v>31.4</c:v>
                </c:pt>
                <c:pt idx="23846">
                  <c:v>31.4</c:v>
                </c:pt>
                <c:pt idx="23847">
                  <c:v>31.4</c:v>
                </c:pt>
                <c:pt idx="23848">
                  <c:v>31.4</c:v>
                </c:pt>
                <c:pt idx="23849">
                  <c:v>31.4</c:v>
                </c:pt>
                <c:pt idx="23850">
                  <c:v>31.4</c:v>
                </c:pt>
                <c:pt idx="23851">
                  <c:v>31.4</c:v>
                </c:pt>
                <c:pt idx="23852">
                  <c:v>31.4</c:v>
                </c:pt>
                <c:pt idx="23853">
                  <c:v>31.4</c:v>
                </c:pt>
                <c:pt idx="23854">
                  <c:v>31.4</c:v>
                </c:pt>
                <c:pt idx="23855">
                  <c:v>31.4</c:v>
                </c:pt>
                <c:pt idx="23856">
                  <c:v>31.4</c:v>
                </c:pt>
                <c:pt idx="23857">
                  <c:v>31.4</c:v>
                </c:pt>
                <c:pt idx="23858">
                  <c:v>31.4</c:v>
                </c:pt>
                <c:pt idx="23859">
                  <c:v>31.4</c:v>
                </c:pt>
                <c:pt idx="23860">
                  <c:v>31.4</c:v>
                </c:pt>
                <c:pt idx="23861">
                  <c:v>31.4</c:v>
                </c:pt>
                <c:pt idx="23862">
                  <c:v>31.4</c:v>
                </c:pt>
                <c:pt idx="23863">
                  <c:v>31.4</c:v>
                </c:pt>
                <c:pt idx="23864">
                  <c:v>31.4</c:v>
                </c:pt>
                <c:pt idx="23865">
                  <c:v>31.4</c:v>
                </c:pt>
                <c:pt idx="23866">
                  <c:v>31.4</c:v>
                </c:pt>
                <c:pt idx="23867">
                  <c:v>31.4</c:v>
                </c:pt>
                <c:pt idx="23868">
                  <c:v>31.4</c:v>
                </c:pt>
                <c:pt idx="23869">
                  <c:v>31.4</c:v>
                </c:pt>
                <c:pt idx="23870">
                  <c:v>31.4</c:v>
                </c:pt>
                <c:pt idx="23871">
                  <c:v>31.4</c:v>
                </c:pt>
                <c:pt idx="23872">
                  <c:v>31.4</c:v>
                </c:pt>
                <c:pt idx="23873">
                  <c:v>31.4</c:v>
                </c:pt>
                <c:pt idx="23874">
                  <c:v>31.4</c:v>
                </c:pt>
                <c:pt idx="23875">
                  <c:v>31.4</c:v>
                </c:pt>
                <c:pt idx="23876">
                  <c:v>31.4</c:v>
                </c:pt>
                <c:pt idx="23877">
                  <c:v>31.4</c:v>
                </c:pt>
                <c:pt idx="23878">
                  <c:v>31.4</c:v>
                </c:pt>
                <c:pt idx="23879">
                  <c:v>31.4</c:v>
                </c:pt>
                <c:pt idx="23880">
                  <c:v>31.4</c:v>
                </c:pt>
                <c:pt idx="23881">
                  <c:v>31.4</c:v>
                </c:pt>
                <c:pt idx="23882">
                  <c:v>31.4</c:v>
                </c:pt>
                <c:pt idx="23883">
                  <c:v>31.4</c:v>
                </c:pt>
                <c:pt idx="23884">
                  <c:v>31.35</c:v>
                </c:pt>
                <c:pt idx="23885">
                  <c:v>31.35</c:v>
                </c:pt>
                <c:pt idx="23886">
                  <c:v>31.35</c:v>
                </c:pt>
                <c:pt idx="23887">
                  <c:v>31.35</c:v>
                </c:pt>
                <c:pt idx="23888">
                  <c:v>31.35</c:v>
                </c:pt>
                <c:pt idx="23889">
                  <c:v>31.35</c:v>
                </c:pt>
                <c:pt idx="23890">
                  <c:v>31.35</c:v>
                </c:pt>
                <c:pt idx="23891">
                  <c:v>31.35</c:v>
                </c:pt>
                <c:pt idx="23892">
                  <c:v>31.35</c:v>
                </c:pt>
                <c:pt idx="23893">
                  <c:v>31.35</c:v>
                </c:pt>
                <c:pt idx="23894">
                  <c:v>31.35</c:v>
                </c:pt>
                <c:pt idx="23895">
                  <c:v>31.35</c:v>
                </c:pt>
                <c:pt idx="23896">
                  <c:v>31.35</c:v>
                </c:pt>
                <c:pt idx="23897">
                  <c:v>31.35</c:v>
                </c:pt>
                <c:pt idx="23898">
                  <c:v>31.35</c:v>
                </c:pt>
                <c:pt idx="23899">
                  <c:v>31.35</c:v>
                </c:pt>
                <c:pt idx="23900">
                  <c:v>31.35</c:v>
                </c:pt>
                <c:pt idx="23901">
                  <c:v>31.35</c:v>
                </c:pt>
                <c:pt idx="23902">
                  <c:v>31.35</c:v>
                </c:pt>
                <c:pt idx="23903">
                  <c:v>31.35</c:v>
                </c:pt>
                <c:pt idx="23904">
                  <c:v>31.35</c:v>
                </c:pt>
                <c:pt idx="23905">
                  <c:v>31.35</c:v>
                </c:pt>
                <c:pt idx="23906">
                  <c:v>31.35</c:v>
                </c:pt>
                <c:pt idx="23907">
                  <c:v>31.35</c:v>
                </c:pt>
                <c:pt idx="23908">
                  <c:v>31.35</c:v>
                </c:pt>
                <c:pt idx="23909">
                  <c:v>31.35</c:v>
                </c:pt>
                <c:pt idx="23910">
                  <c:v>31.35</c:v>
                </c:pt>
                <c:pt idx="23911">
                  <c:v>31.35</c:v>
                </c:pt>
                <c:pt idx="23912">
                  <c:v>31.35</c:v>
                </c:pt>
                <c:pt idx="23913">
                  <c:v>31.35</c:v>
                </c:pt>
                <c:pt idx="23914">
                  <c:v>31.35</c:v>
                </c:pt>
                <c:pt idx="23915">
                  <c:v>31.35</c:v>
                </c:pt>
                <c:pt idx="23916">
                  <c:v>31.35</c:v>
                </c:pt>
                <c:pt idx="23917">
                  <c:v>31.35</c:v>
                </c:pt>
                <c:pt idx="23918">
                  <c:v>31.35</c:v>
                </c:pt>
                <c:pt idx="23919">
                  <c:v>31.35</c:v>
                </c:pt>
                <c:pt idx="23920">
                  <c:v>31.35</c:v>
                </c:pt>
                <c:pt idx="23921">
                  <c:v>31.35</c:v>
                </c:pt>
                <c:pt idx="23922">
                  <c:v>31.35</c:v>
                </c:pt>
                <c:pt idx="23923">
                  <c:v>31.35</c:v>
                </c:pt>
                <c:pt idx="23924">
                  <c:v>31.35</c:v>
                </c:pt>
                <c:pt idx="23925">
                  <c:v>31.3</c:v>
                </c:pt>
                <c:pt idx="23926">
                  <c:v>31.35</c:v>
                </c:pt>
                <c:pt idx="23927">
                  <c:v>31.35</c:v>
                </c:pt>
                <c:pt idx="23928">
                  <c:v>31.35</c:v>
                </c:pt>
                <c:pt idx="23929">
                  <c:v>31.35</c:v>
                </c:pt>
                <c:pt idx="23930">
                  <c:v>31.3</c:v>
                </c:pt>
                <c:pt idx="23931">
                  <c:v>31.3</c:v>
                </c:pt>
                <c:pt idx="23932">
                  <c:v>31.3</c:v>
                </c:pt>
                <c:pt idx="23933">
                  <c:v>31.3</c:v>
                </c:pt>
                <c:pt idx="23934">
                  <c:v>31.3</c:v>
                </c:pt>
                <c:pt idx="23935">
                  <c:v>31.3</c:v>
                </c:pt>
                <c:pt idx="23936">
                  <c:v>31.35</c:v>
                </c:pt>
                <c:pt idx="23937">
                  <c:v>31.3</c:v>
                </c:pt>
                <c:pt idx="23938">
                  <c:v>31.3</c:v>
                </c:pt>
                <c:pt idx="23939">
                  <c:v>31.35</c:v>
                </c:pt>
                <c:pt idx="23940">
                  <c:v>31.35</c:v>
                </c:pt>
                <c:pt idx="23941">
                  <c:v>31.35</c:v>
                </c:pt>
                <c:pt idx="23942">
                  <c:v>31.35</c:v>
                </c:pt>
                <c:pt idx="23943">
                  <c:v>31.35</c:v>
                </c:pt>
                <c:pt idx="23944">
                  <c:v>31.35</c:v>
                </c:pt>
                <c:pt idx="23945">
                  <c:v>31.3</c:v>
                </c:pt>
                <c:pt idx="23946">
                  <c:v>31.3</c:v>
                </c:pt>
                <c:pt idx="23947">
                  <c:v>31.3</c:v>
                </c:pt>
                <c:pt idx="23948">
                  <c:v>31.3</c:v>
                </c:pt>
                <c:pt idx="23949">
                  <c:v>31.3</c:v>
                </c:pt>
                <c:pt idx="23950">
                  <c:v>31.3</c:v>
                </c:pt>
                <c:pt idx="23951">
                  <c:v>31.3</c:v>
                </c:pt>
                <c:pt idx="23952">
                  <c:v>31.3</c:v>
                </c:pt>
                <c:pt idx="23953">
                  <c:v>31.3</c:v>
                </c:pt>
                <c:pt idx="23954">
                  <c:v>31.3</c:v>
                </c:pt>
                <c:pt idx="23955">
                  <c:v>31.3</c:v>
                </c:pt>
                <c:pt idx="23956">
                  <c:v>31.3</c:v>
                </c:pt>
                <c:pt idx="23957">
                  <c:v>31.3</c:v>
                </c:pt>
                <c:pt idx="23958">
                  <c:v>31.3</c:v>
                </c:pt>
                <c:pt idx="23959">
                  <c:v>31.3</c:v>
                </c:pt>
                <c:pt idx="23960">
                  <c:v>31.3</c:v>
                </c:pt>
                <c:pt idx="23961">
                  <c:v>31.3</c:v>
                </c:pt>
                <c:pt idx="23962">
                  <c:v>31.3</c:v>
                </c:pt>
                <c:pt idx="23963">
                  <c:v>31.3</c:v>
                </c:pt>
                <c:pt idx="23964">
                  <c:v>31.3</c:v>
                </c:pt>
                <c:pt idx="23965">
                  <c:v>31.3</c:v>
                </c:pt>
                <c:pt idx="23966">
                  <c:v>31.3</c:v>
                </c:pt>
                <c:pt idx="23967">
                  <c:v>31.3</c:v>
                </c:pt>
                <c:pt idx="23968">
                  <c:v>31.3</c:v>
                </c:pt>
                <c:pt idx="23969">
                  <c:v>31.3</c:v>
                </c:pt>
                <c:pt idx="23970">
                  <c:v>31.3</c:v>
                </c:pt>
                <c:pt idx="23971">
                  <c:v>31.3</c:v>
                </c:pt>
                <c:pt idx="23972">
                  <c:v>31.3</c:v>
                </c:pt>
                <c:pt idx="23973">
                  <c:v>31.3</c:v>
                </c:pt>
                <c:pt idx="23974">
                  <c:v>31.3</c:v>
                </c:pt>
                <c:pt idx="23975">
                  <c:v>31.3</c:v>
                </c:pt>
                <c:pt idx="23976">
                  <c:v>31.3</c:v>
                </c:pt>
                <c:pt idx="23977">
                  <c:v>31.3</c:v>
                </c:pt>
                <c:pt idx="23978">
                  <c:v>31.3</c:v>
                </c:pt>
                <c:pt idx="23979">
                  <c:v>31.3</c:v>
                </c:pt>
                <c:pt idx="23980">
                  <c:v>31.3</c:v>
                </c:pt>
                <c:pt idx="23981">
                  <c:v>31.3</c:v>
                </c:pt>
                <c:pt idx="23982">
                  <c:v>31.3</c:v>
                </c:pt>
                <c:pt idx="23983">
                  <c:v>31.3</c:v>
                </c:pt>
                <c:pt idx="23984">
                  <c:v>31.3</c:v>
                </c:pt>
                <c:pt idx="23985">
                  <c:v>31.25</c:v>
                </c:pt>
                <c:pt idx="23986">
                  <c:v>31.3</c:v>
                </c:pt>
                <c:pt idx="23987">
                  <c:v>31.3</c:v>
                </c:pt>
                <c:pt idx="23988">
                  <c:v>31.25</c:v>
                </c:pt>
                <c:pt idx="23989">
                  <c:v>31.25</c:v>
                </c:pt>
                <c:pt idx="23990">
                  <c:v>31.25</c:v>
                </c:pt>
                <c:pt idx="23991">
                  <c:v>31.25</c:v>
                </c:pt>
                <c:pt idx="23992">
                  <c:v>31.25</c:v>
                </c:pt>
                <c:pt idx="23993">
                  <c:v>31.25</c:v>
                </c:pt>
                <c:pt idx="23994">
                  <c:v>31.25</c:v>
                </c:pt>
                <c:pt idx="23995">
                  <c:v>31.25</c:v>
                </c:pt>
                <c:pt idx="23996">
                  <c:v>31.25</c:v>
                </c:pt>
                <c:pt idx="23997">
                  <c:v>31.25</c:v>
                </c:pt>
                <c:pt idx="23998">
                  <c:v>31.25</c:v>
                </c:pt>
                <c:pt idx="23999">
                  <c:v>31.25</c:v>
                </c:pt>
                <c:pt idx="24000">
                  <c:v>31.25</c:v>
                </c:pt>
                <c:pt idx="24001">
                  <c:v>31.25</c:v>
                </c:pt>
                <c:pt idx="24002">
                  <c:v>31.25</c:v>
                </c:pt>
                <c:pt idx="24003">
                  <c:v>31.25</c:v>
                </c:pt>
                <c:pt idx="24004">
                  <c:v>31.25</c:v>
                </c:pt>
                <c:pt idx="24005">
                  <c:v>31.25</c:v>
                </c:pt>
                <c:pt idx="24006">
                  <c:v>31.25</c:v>
                </c:pt>
                <c:pt idx="24007">
                  <c:v>31.25</c:v>
                </c:pt>
                <c:pt idx="24008">
                  <c:v>31.25</c:v>
                </c:pt>
                <c:pt idx="24009">
                  <c:v>31.25</c:v>
                </c:pt>
                <c:pt idx="24010">
                  <c:v>31.25</c:v>
                </c:pt>
                <c:pt idx="24011">
                  <c:v>31.25</c:v>
                </c:pt>
                <c:pt idx="24012">
                  <c:v>31.25</c:v>
                </c:pt>
                <c:pt idx="24013">
                  <c:v>31.25</c:v>
                </c:pt>
                <c:pt idx="24014">
                  <c:v>31.25</c:v>
                </c:pt>
                <c:pt idx="24015">
                  <c:v>31.25</c:v>
                </c:pt>
                <c:pt idx="24016">
                  <c:v>31.25</c:v>
                </c:pt>
                <c:pt idx="24017">
                  <c:v>31.25</c:v>
                </c:pt>
                <c:pt idx="24018">
                  <c:v>31.25</c:v>
                </c:pt>
                <c:pt idx="24019">
                  <c:v>31.25</c:v>
                </c:pt>
                <c:pt idx="24020">
                  <c:v>31.25</c:v>
                </c:pt>
                <c:pt idx="24021">
                  <c:v>31.25</c:v>
                </c:pt>
                <c:pt idx="24022">
                  <c:v>31.25</c:v>
                </c:pt>
                <c:pt idx="24023">
                  <c:v>31.25</c:v>
                </c:pt>
                <c:pt idx="24024">
                  <c:v>31.25</c:v>
                </c:pt>
                <c:pt idx="24025">
                  <c:v>31.2</c:v>
                </c:pt>
                <c:pt idx="24026">
                  <c:v>31.2</c:v>
                </c:pt>
                <c:pt idx="24027">
                  <c:v>31.2</c:v>
                </c:pt>
                <c:pt idx="24028">
                  <c:v>31.2</c:v>
                </c:pt>
                <c:pt idx="24029">
                  <c:v>31.2</c:v>
                </c:pt>
                <c:pt idx="24030">
                  <c:v>31.2</c:v>
                </c:pt>
                <c:pt idx="24031">
                  <c:v>31.2</c:v>
                </c:pt>
                <c:pt idx="24032">
                  <c:v>31.2</c:v>
                </c:pt>
                <c:pt idx="24033">
                  <c:v>31.2</c:v>
                </c:pt>
                <c:pt idx="24034">
                  <c:v>31.2</c:v>
                </c:pt>
                <c:pt idx="24035">
                  <c:v>31.2</c:v>
                </c:pt>
                <c:pt idx="24036">
                  <c:v>31.2</c:v>
                </c:pt>
                <c:pt idx="24037">
                  <c:v>31.2</c:v>
                </c:pt>
                <c:pt idx="24038">
                  <c:v>31.2</c:v>
                </c:pt>
                <c:pt idx="24039">
                  <c:v>31.2</c:v>
                </c:pt>
                <c:pt idx="24040">
                  <c:v>31.2</c:v>
                </c:pt>
                <c:pt idx="24041">
                  <c:v>31.2</c:v>
                </c:pt>
                <c:pt idx="24042">
                  <c:v>31.2</c:v>
                </c:pt>
                <c:pt idx="24043">
                  <c:v>31.2</c:v>
                </c:pt>
                <c:pt idx="24044">
                  <c:v>31.2</c:v>
                </c:pt>
                <c:pt idx="24045">
                  <c:v>31.2</c:v>
                </c:pt>
                <c:pt idx="24046">
                  <c:v>31.2</c:v>
                </c:pt>
                <c:pt idx="24047">
                  <c:v>31.2</c:v>
                </c:pt>
                <c:pt idx="24048">
                  <c:v>31.2</c:v>
                </c:pt>
                <c:pt idx="24049">
                  <c:v>31.25</c:v>
                </c:pt>
                <c:pt idx="24050">
                  <c:v>31.2</c:v>
                </c:pt>
                <c:pt idx="24051">
                  <c:v>31.2</c:v>
                </c:pt>
                <c:pt idx="24052">
                  <c:v>31.2</c:v>
                </c:pt>
                <c:pt idx="24053">
                  <c:v>31.2</c:v>
                </c:pt>
                <c:pt idx="24054">
                  <c:v>31.2</c:v>
                </c:pt>
                <c:pt idx="24055">
                  <c:v>31.2</c:v>
                </c:pt>
                <c:pt idx="24056">
                  <c:v>31.2</c:v>
                </c:pt>
                <c:pt idx="24057">
                  <c:v>31.2</c:v>
                </c:pt>
                <c:pt idx="24058">
                  <c:v>31.2</c:v>
                </c:pt>
                <c:pt idx="24059">
                  <c:v>31.2</c:v>
                </c:pt>
                <c:pt idx="24060">
                  <c:v>31.2</c:v>
                </c:pt>
                <c:pt idx="24061">
                  <c:v>31.2</c:v>
                </c:pt>
                <c:pt idx="24062">
                  <c:v>31.2</c:v>
                </c:pt>
                <c:pt idx="24063">
                  <c:v>31.2</c:v>
                </c:pt>
                <c:pt idx="24064">
                  <c:v>31.2</c:v>
                </c:pt>
                <c:pt idx="24065">
                  <c:v>31.2</c:v>
                </c:pt>
                <c:pt idx="24066">
                  <c:v>31.2</c:v>
                </c:pt>
                <c:pt idx="24067">
                  <c:v>31.2</c:v>
                </c:pt>
                <c:pt idx="24068">
                  <c:v>31.2</c:v>
                </c:pt>
                <c:pt idx="24069">
                  <c:v>31.2</c:v>
                </c:pt>
                <c:pt idx="24070">
                  <c:v>31.2</c:v>
                </c:pt>
                <c:pt idx="24071">
                  <c:v>31.2</c:v>
                </c:pt>
                <c:pt idx="24072">
                  <c:v>31.2</c:v>
                </c:pt>
                <c:pt idx="24073">
                  <c:v>31.2</c:v>
                </c:pt>
                <c:pt idx="24074">
                  <c:v>31.2</c:v>
                </c:pt>
                <c:pt idx="24075">
                  <c:v>31.2</c:v>
                </c:pt>
                <c:pt idx="24076">
                  <c:v>31.15</c:v>
                </c:pt>
                <c:pt idx="24077">
                  <c:v>31.15</c:v>
                </c:pt>
                <c:pt idx="24078">
                  <c:v>31.2</c:v>
                </c:pt>
                <c:pt idx="24079">
                  <c:v>31.2</c:v>
                </c:pt>
                <c:pt idx="24080">
                  <c:v>31.2</c:v>
                </c:pt>
                <c:pt idx="24081">
                  <c:v>31.2</c:v>
                </c:pt>
                <c:pt idx="24082">
                  <c:v>31.2</c:v>
                </c:pt>
                <c:pt idx="24083">
                  <c:v>31.2</c:v>
                </c:pt>
                <c:pt idx="24084">
                  <c:v>31.2</c:v>
                </c:pt>
                <c:pt idx="24085">
                  <c:v>31.2</c:v>
                </c:pt>
                <c:pt idx="24086">
                  <c:v>31.2</c:v>
                </c:pt>
                <c:pt idx="24087">
                  <c:v>31.2</c:v>
                </c:pt>
                <c:pt idx="24088">
                  <c:v>31.2</c:v>
                </c:pt>
                <c:pt idx="24089">
                  <c:v>31.2</c:v>
                </c:pt>
                <c:pt idx="24090">
                  <c:v>31.2</c:v>
                </c:pt>
                <c:pt idx="24091">
                  <c:v>31.2</c:v>
                </c:pt>
                <c:pt idx="24092">
                  <c:v>31.2</c:v>
                </c:pt>
                <c:pt idx="24093">
                  <c:v>31.2</c:v>
                </c:pt>
                <c:pt idx="24094">
                  <c:v>31.2</c:v>
                </c:pt>
                <c:pt idx="24095">
                  <c:v>31.2</c:v>
                </c:pt>
                <c:pt idx="24096">
                  <c:v>31.2</c:v>
                </c:pt>
                <c:pt idx="24097">
                  <c:v>31.2</c:v>
                </c:pt>
                <c:pt idx="24098">
                  <c:v>31.2</c:v>
                </c:pt>
                <c:pt idx="24099">
                  <c:v>31.15</c:v>
                </c:pt>
                <c:pt idx="24100">
                  <c:v>31.15</c:v>
                </c:pt>
                <c:pt idx="24101">
                  <c:v>31.2</c:v>
                </c:pt>
                <c:pt idx="24102">
                  <c:v>31.15</c:v>
                </c:pt>
                <c:pt idx="24103">
                  <c:v>31.15</c:v>
                </c:pt>
                <c:pt idx="24104">
                  <c:v>31.15</c:v>
                </c:pt>
                <c:pt idx="24105">
                  <c:v>31.15</c:v>
                </c:pt>
                <c:pt idx="24106">
                  <c:v>31.15</c:v>
                </c:pt>
                <c:pt idx="24107">
                  <c:v>31.15</c:v>
                </c:pt>
                <c:pt idx="24108">
                  <c:v>31.15</c:v>
                </c:pt>
                <c:pt idx="24109">
                  <c:v>31.15</c:v>
                </c:pt>
                <c:pt idx="24110">
                  <c:v>31.15</c:v>
                </c:pt>
                <c:pt idx="24111">
                  <c:v>31.15</c:v>
                </c:pt>
                <c:pt idx="24112">
                  <c:v>31.15</c:v>
                </c:pt>
                <c:pt idx="24113">
                  <c:v>31.15</c:v>
                </c:pt>
                <c:pt idx="24114">
                  <c:v>31.15</c:v>
                </c:pt>
                <c:pt idx="24115">
                  <c:v>31.15</c:v>
                </c:pt>
                <c:pt idx="24116">
                  <c:v>31.15</c:v>
                </c:pt>
                <c:pt idx="24117">
                  <c:v>31.15</c:v>
                </c:pt>
                <c:pt idx="24118">
                  <c:v>31.15</c:v>
                </c:pt>
                <c:pt idx="24119">
                  <c:v>31.15</c:v>
                </c:pt>
                <c:pt idx="24120">
                  <c:v>31.1</c:v>
                </c:pt>
                <c:pt idx="24121">
                  <c:v>31.15</c:v>
                </c:pt>
                <c:pt idx="24122">
                  <c:v>31.15</c:v>
                </c:pt>
                <c:pt idx="24123">
                  <c:v>31.15</c:v>
                </c:pt>
                <c:pt idx="24124">
                  <c:v>31.15</c:v>
                </c:pt>
                <c:pt idx="24125">
                  <c:v>31.15</c:v>
                </c:pt>
                <c:pt idx="24126">
                  <c:v>31.15</c:v>
                </c:pt>
                <c:pt idx="24127">
                  <c:v>31.15</c:v>
                </c:pt>
                <c:pt idx="24128">
                  <c:v>31.15</c:v>
                </c:pt>
                <c:pt idx="24129">
                  <c:v>31.15</c:v>
                </c:pt>
                <c:pt idx="24130">
                  <c:v>31.15</c:v>
                </c:pt>
                <c:pt idx="24131">
                  <c:v>31.15</c:v>
                </c:pt>
                <c:pt idx="24132">
                  <c:v>31.15</c:v>
                </c:pt>
                <c:pt idx="24133">
                  <c:v>31.15</c:v>
                </c:pt>
                <c:pt idx="24134">
                  <c:v>31.15</c:v>
                </c:pt>
                <c:pt idx="24135">
                  <c:v>31.15</c:v>
                </c:pt>
                <c:pt idx="24136">
                  <c:v>31.15</c:v>
                </c:pt>
                <c:pt idx="24137">
                  <c:v>31.15</c:v>
                </c:pt>
                <c:pt idx="24138">
                  <c:v>31.15</c:v>
                </c:pt>
                <c:pt idx="24139">
                  <c:v>31.15</c:v>
                </c:pt>
                <c:pt idx="24140">
                  <c:v>31.15</c:v>
                </c:pt>
                <c:pt idx="24141">
                  <c:v>31.15</c:v>
                </c:pt>
                <c:pt idx="24142">
                  <c:v>31.15</c:v>
                </c:pt>
                <c:pt idx="24143">
                  <c:v>31.1</c:v>
                </c:pt>
                <c:pt idx="24144">
                  <c:v>31.15</c:v>
                </c:pt>
                <c:pt idx="24145">
                  <c:v>31.1</c:v>
                </c:pt>
                <c:pt idx="24146">
                  <c:v>31.15</c:v>
                </c:pt>
                <c:pt idx="24147">
                  <c:v>31.1</c:v>
                </c:pt>
                <c:pt idx="24148">
                  <c:v>31.1</c:v>
                </c:pt>
                <c:pt idx="24149">
                  <c:v>31.1</c:v>
                </c:pt>
                <c:pt idx="24150">
                  <c:v>31.1</c:v>
                </c:pt>
                <c:pt idx="24151">
                  <c:v>31.1</c:v>
                </c:pt>
                <c:pt idx="24152">
                  <c:v>31.1</c:v>
                </c:pt>
                <c:pt idx="24153">
                  <c:v>31.1</c:v>
                </c:pt>
                <c:pt idx="24154">
                  <c:v>31.1</c:v>
                </c:pt>
                <c:pt idx="24155">
                  <c:v>31.1</c:v>
                </c:pt>
                <c:pt idx="24156">
                  <c:v>31.1</c:v>
                </c:pt>
                <c:pt idx="24157">
                  <c:v>31.1</c:v>
                </c:pt>
                <c:pt idx="24158">
                  <c:v>31.1</c:v>
                </c:pt>
                <c:pt idx="24159">
                  <c:v>31.1</c:v>
                </c:pt>
                <c:pt idx="24160">
                  <c:v>31.1</c:v>
                </c:pt>
                <c:pt idx="24161">
                  <c:v>31.1</c:v>
                </c:pt>
                <c:pt idx="24162">
                  <c:v>31.1</c:v>
                </c:pt>
                <c:pt idx="24163">
                  <c:v>31.1</c:v>
                </c:pt>
                <c:pt idx="24164">
                  <c:v>31.1</c:v>
                </c:pt>
                <c:pt idx="24165">
                  <c:v>31.1</c:v>
                </c:pt>
                <c:pt idx="24166">
                  <c:v>31.1</c:v>
                </c:pt>
                <c:pt idx="24167">
                  <c:v>31.1</c:v>
                </c:pt>
                <c:pt idx="24168">
                  <c:v>31.1</c:v>
                </c:pt>
                <c:pt idx="24169">
                  <c:v>31.1</c:v>
                </c:pt>
                <c:pt idx="24170">
                  <c:v>31.1</c:v>
                </c:pt>
                <c:pt idx="24171">
                  <c:v>31.1</c:v>
                </c:pt>
                <c:pt idx="24172">
                  <c:v>31.1</c:v>
                </c:pt>
                <c:pt idx="24173">
                  <c:v>31.1</c:v>
                </c:pt>
                <c:pt idx="24174">
                  <c:v>31.1</c:v>
                </c:pt>
                <c:pt idx="24175">
                  <c:v>31.1</c:v>
                </c:pt>
                <c:pt idx="24176">
                  <c:v>31.1</c:v>
                </c:pt>
                <c:pt idx="24177">
                  <c:v>31.1</c:v>
                </c:pt>
                <c:pt idx="24178">
                  <c:v>31.1</c:v>
                </c:pt>
                <c:pt idx="24179">
                  <c:v>31.1</c:v>
                </c:pt>
                <c:pt idx="24180">
                  <c:v>31.1</c:v>
                </c:pt>
                <c:pt idx="24181">
                  <c:v>31.1</c:v>
                </c:pt>
                <c:pt idx="24182">
                  <c:v>31.1</c:v>
                </c:pt>
                <c:pt idx="24183">
                  <c:v>31.1</c:v>
                </c:pt>
                <c:pt idx="24184">
                  <c:v>31.05</c:v>
                </c:pt>
                <c:pt idx="24185">
                  <c:v>31.05</c:v>
                </c:pt>
                <c:pt idx="24186">
                  <c:v>31.05</c:v>
                </c:pt>
                <c:pt idx="24187">
                  <c:v>31.05</c:v>
                </c:pt>
                <c:pt idx="24188">
                  <c:v>31.05</c:v>
                </c:pt>
                <c:pt idx="24189">
                  <c:v>31.05</c:v>
                </c:pt>
                <c:pt idx="24190">
                  <c:v>31.05</c:v>
                </c:pt>
                <c:pt idx="24191">
                  <c:v>31.05</c:v>
                </c:pt>
                <c:pt idx="24192">
                  <c:v>31.05</c:v>
                </c:pt>
                <c:pt idx="24193">
                  <c:v>31.05</c:v>
                </c:pt>
                <c:pt idx="24194">
                  <c:v>31.05</c:v>
                </c:pt>
                <c:pt idx="24195">
                  <c:v>31.05</c:v>
                </c:pt>
                <c:pt idx="24196">
                  <c:v>31.05</c:v>
                </c:pt>
                <c:pt idx="24197">
                  <c:v>31.05</c:v>
                </c:pt>
                <c:pt idx="24198">
                  <c:v>31.05</c:v>
                </c:pt>
                <c:pt idx="24199">
                  <c:v>31.05</c:v>
                </c:pt>
                <c:pt idx="24200">
                  <c:v>31.05</c:v>
                </c:pt>
                <c:pt idx="24201">
                  <c:v>31.05</c:v>
                </c:pt>
                <c:pt idx="24202">
                  <c:v>31.05</c:v>
                </c:pt>
                <c:pt idx="24203">
                  <c:v>31.05</c:v>
                </c:pt>
                <c:pt idx="24204">
                  <c:v>31.05</c:v>
                </c:pt>
                <c:pt idx="24205">
                  <c:v>31.05</c:v>
                </c:pt>
                <c:pt idx="24206">
                  <c:v>31.05</c:v>
                </c:pt>
                <c:pt idx="24207">
                  <c:v>31.05</c:v>
                </c:pt>
                <c:pt idx="24208">
                  <c:v>31.05</c:v>
                </c:pt>
                <c:pt idx="24209">
                  <c:v>31.05</c:v>
                </c:pt>
                <c:pt idx="24210">
                  <c:v>31.05</c:v>
                </c:pt>
                <c:pt idx="24211">
                  <c:v>31.05</c:v>
                </c:pt>
                <c:pt idx="24212">
                  <c:v>31.05</c:v>
                </c:pt>
                <c:pt idx="24213">
                  <c:v>31.05</c:v>
                </c:pt>
                <c:pt idx="24214">
                  <c:v>31.05</c:v>
                </c:pt>
                <c:pt idx="24215">
                  <c:v>31.05</c:v>
                </c:pt>
                <c:pt idx="24216">
                  <c:v>31.05</c:v>
                </c:pt>
                <c:pt idx="24217">
                  <c:v>31.05</c:v>
                </c:pt>
                <c:pt idx="24218">
                  <c:v>31.05</c:v>
                </c:pt>
                <c:pt idx="24219">
                  <c:v>31.05</c:v>
                </c:pt>
                <c:pt idx="24220">
                  <c:v>31.05</c:v>
                </c:pt>
                <c:pt idx="24221">
                  <c:v>31.05</c:v>
                </c:pt>
                <c:pt idx="24222">
                  <c:v>31.05</c:v>
                </c:pt>
                <c:pt idx="24223">
                  <c:v>31.05</c:v>
                </c:pt>
                <c:pt idx="24224">
                  <c:v>31.05</c:v>
                </c:pt>
                <c:pt idx="24225">
                  <c:v>31.05</c:v>
                </c:pt>
                <c:pt idx="24226">
                  <c:v>31.05</c:v>
                </c:pt>
                <c:pt idx="24227">
                  <c:v>31.05</c:v>
                </c:pt>
                <c:pt idx="24228">
                  <c:v>31.05</c:v>
                </c:pt>
                <c:pt idx="24229">
                  <c:v>31.05</c:v>
                </c:pt>
                <c:pt idx="24230">
                  <c:v>31.05</c:v>
                </c:pt>
                <c:pt idx="24231">
                  <c:v>31.05</c:v>
                </c:pt>
                <c:pt idx="24232">
                  <c:v>31.05</c:v>
                </c:pt>
                <c:pt idx="24233">
                  <c:v>31.05</c:v>
                </c:pt>
                <c:pt idx="24234">
                  <c:v>31.05</c:v>
                </c:pt>
                <c:pt idx="24235">
                  <c:v>31.05</c:v>
                </c:pt>
                <c:pt idx="24236">
                  <c:v>31.05</c:v>
                </c:pt>
                <c:pt idx="24237">
                  <c:v>31.05</c:v>
                </c:pt>
                <c:pt idx="24238">
                  <c:v>31.05</c:v>
                </c:pt>
                <c:pt idx="24239">
                  <c:v>31.05</c:v>
                </c:pt>
                <c:pt idx="24240">
                  <c:v>31.05</c:v>
                </c:pt>
                <c:pt idx="24241">
                  <c:v>31.05</c:v>
                </c:pt>
                <c:pt idx="24242">
                  <c:v>31.05</c:v>
                </c:pt>
                <c:pt idx="24243">
                  <c:v>31.05</c:v>
                </c:pt>
                <c:pt idx="24244">
                  <c:v>31.05</c:v>
                </c:pt>
                <c:pt idx="24245">
                  <c:v>31.05</c:v>
                </c:pt>
                <c:pt idx="24246">
                  <c:v>31</c:v>
                </c:pt>
                <c:pt idx="24247">
                  <c:v>31</c:v>
                </c:pt>
                <c:pt idx="24248">
                  <c:v>31</c:v>
                </c:pt>
                <c:pt idx="24249">
                  <c:v>31</c:v>
                </c:pt>
                <c:pt idx="24250">
                  <c:v>31</c:v>
                </c:pt>
                <c:pt idx="24251">
                  <c:v>31.05</c:v>
                </c:pt>
                <c:pt idx="24252">
                  <c:v>31</c:v>
                </c:pt>
                <c:pt idx="24253">
                  <c:v>31</c:v>
                </c:pt>
                <c:pt idx="24254">
                  <c:v>31</c:v>
                </c:pt>
                <c:pt idx="24255">
                  <c:v>31</c:v>
                </c:pt>
                <c:pt idx="24256">
                  <c:v>31</c:v>
                </c:pt>
                <c:pt idx="24257">
                  <c:v>31</c:v>
                </c:pt>
                <c:pt idx="24258">
                  <c:v>31</c:v>
                </c:pt>
                <c:pt idx="24259">
                  <c:v>31</c:v>
                </c:pt>
                <c:pt idx="24260">
                  <c:v>31</c:v>
                </c:pt>
                <c:pt idx="24261">
                  <c:v>31</c:v>
                </c:pt>
                <c:pt idx="24262">
                  <c:v>31</c:v>
                </c:pt>
                <c:pt idx="24263">
                  <c:v>31</c:v>
                </c:pt>
                <c:pt idx="24264">
                  <c:v>31</c:v>
                </c:pt>
                <c:pt idx="24265">
                  <c:v>31</c:v>
                </c:pt>
                <c:pt idx="24266">
                  <c:v>31</c:v>
                </c:pt>
                <c:pt idx="24267">
                  <c:v>31</c:v>
                </c:pt>
                <c:pt idx="24268">
                  <c:v>31</c:v>
                </c:pt>
                <c:pt idx="24269">
                  <c:v>31</c:v>
                </c:pt>
                <c:pt idx="24270">
                  <c:v>31</c:v>
                </c:pt>
                <c:pt idx="24271">
                  <c:v>31</c:v>
                </c:pt>
                <c:pt idx="24272">
                  <c:v>31</c:v>
                </c:pt>
                <c:pt idx="24273">
                  <c:v>31</c:v>
                </c:pt>
                <c:pt idx="24274">
                  <c:v>31</c:v>
                </c:pt>
                <c:pt idx="24275">
                  <c:v>31</c:v>
                </c:pt>
                <c:pt idx="24276">
                  <c:v>31</c:v>
                </c:pt>
                <c:pt idx="24277">
                  <c:v>31</c:v>
                </c:pt>
                <c:pt idx="24278">
                  <c:v>31</c:v>
                </c:pt>
                <c:pt idx="24279">
                  <c:v>31</c:v>
                </c:pt>
                <c:pt idx="24280">
                  <c:v>31</c:v>
                </c:pt>
                <c:pt idx="24281">
                  <c:v>31</c:v>
                </c:pt>
                <c:pt idx="24282">
                  <c:v>31</c:v>
                </c:pt>
                <c:pt idx="24283">
                  <c:v>31</c:v>
                </c:pt>
                <c:pt idx="24284">
                  <c:v>31</c:v>
                </c:pt>
                <c:pt idx="24285">
                  <c:v>31</c:v>
                </c:pt>
                <c:pt idx="24286">
                  <c:v>31</c:v>
                </c:pt>
                <c:pt idx="24287">
                  <c:v>31</c:v>
                </c:pt>
                <c:pt idx="24288">
                  <c:v>31</c:v>
                </c:pt>
                <c:pt idx="24289">
                  <c:v>31</c:v>
                </c:pt>
                <c:pt idx="24290">
                  <c:v>31</c:v>
                </c:pt>
                <c:pt idx="24291">
                  <c:v>31</c:v>
                </c:pt>
                <c:pt idx="24292">
                  <c:v>31</c:v>
                </c:pt>
                <c:pt idx="24293">
                  <c:v>31</c:v>
                </c:pt>
                <c:pt idx="24294">
                  <c:v>31</c:v>
                </c:pt>
                <c:pt idx="24295">
                  <c:v>31</c:v>
                </c:pt>
                <c:pt idx="24296">
                  <c:v>31</c:v>
                </c:pt>
                <c:pt idx="24297">
                  <c:v>31</c:v>
                </c:pt>
                <c:pt idx="24298">
                  <c:v>31</c:v>
                </c:pt>
                <c:pt idx="24299">
                  <c:v>31</c:v>
                </c:pt>
                <c:pt idx="24300">
                  <c:v>31</c:v>
                </c:pt>
                <c:pt idx="24301">
                  <c:v>31</c:v>
                </c:pt>
                <c:pt idx="24302">
                  <c:v>31</c:v>
                </c:pt>
                <c:pt idx="24303">
                  <c:v>31</c:v>
                </c:pt>
                <c:pt idx="24304">
                  <c:v>31</c:v>
                </c:pt>
                <c:pt idx="24305">
                  <c:v>31</c:v>
                </c:pt>
                <c:pt idx="24306">
                  <c:v>31</c:v>
                </c:pt>
                <c:pt idx="24307">
                  <c:v>31</c:v>
                </c:pt>
                <c:pt idx="24308">
                  <c:v>30.95</c:v>
                </c:pt>
                <c:pt idx="24309">
                  <c:v>30.95</c:v>
                </c:pt>
                <c:pt idx="24310">
                  <c:v>30.95</c:v>
                </c:pt>
                <c:pt idx="24311">
                  <c:v>30.95</c:v>
                </c:pt>
                <c:pt idx="24312">
                  <c:v>30.95</c:v>
                </c:pt>
                <c:pt idx="24313">
                  <c:v>30.95</c:v>
                </c:pt>
                <c:pt idx="24314">
                  <c:v>30.95</c:v>
                </c:pt>
                <c:pt idx="24315">
                  <c:v>30.95</c:v>
                </c:pt>
                <c:pt idx="24316">
                  <c:v>30.95</c:v>
                </c:pt>
                <c:pt idx="24317">
                  <c:v>30.95</c:v>
                </c:pt>
                <c:pt idx="24318">
                  <c:v>30.95</c:v>
                </c:pt>
                <c:pt idx="24319">
                  <c:v>30.95</c:v>
                </c:pt>
                <c:pt idx="24320">
                  <c:v>30.95</c:v>
                </c:pt>
                <c:pt idx="24321">
                  <c:v>30.95</c:v>
                </c:pt>
                <c:pt idx="24322">
                  <c:v>30.95</c:v>
                </c:pt>
                <c:pt idx="24323">
                  <c:v>30.95</c:v>
                </c:pt>
                <c:pt idx="24324">
                  <c:v>30.95</c:v>
                </c:pt>
                <c:pt idx="24325">
                  <c:v>30.95</c:v>
                </c:pt>
                <c:pt idx="24326">
                  <c:v>30.95</c:v>
                </c:pt>
                <c:pt idx="24327">
                  <c:v>30.95</c:v>
                </c:pt>
                <c:pt idx="24328">
                  <c:v>30.95</c:v>
                </c:pt>
                <c:pt idx="24329">
                  <c:v>30.95</c:v>
                </c:pt>
                <c:pt idx="24330">
                  <c:v>30.95</c:v>
                </c:pt>
                <c:pt idx="24331">
                  <c:v>30.95</c:v>
                </c:pt>
                <c:pt idx="24332">
                  <c:v>30.95</c:v>
                </c:pt>
                <c:pt idx="24333">
                  <c:v>30.95</c:v>
                </c:pt>
                <c:pt idx="24334">
                  <c:v>30.95</c:v>
                </c:pt>
                <c:pt idx="24335">
                  <c:v>30.95</c:v>
                </c:pt>
                <c:pt idx="24336">
                  <c:v>30.95</c:v>
                </c:pt>
                <c:pt idx="24337">
                  <c:v>30.95</c:v>
                </c:pt>
                <c:pt idx="24338">
                  <c:v>30.95</c:v>
                </c:pt>
                <c:pt idx="24339">
                  <c:v>30.95</c:v>
                </c:pt>
                <c:pt idx="24340">
                  <c:v>30.95</c:v>
                </c:pt>
                <c:pt idx="24341">
                  <c:v>30.95</c:v>
                </c:pt>
                <c:pt idx="24342">
                  <c:v>30.95</c:v>
                </c:pt>
                <c:pt idx="24343">
                  <c:v>30.95</c:v>
                </c:pt>
                <c:pt idx="24344">
                  <c:v>30.95</c:v>
                </c:pt>
                <c:pt idx="24345">
                  <c:v>30.95</c:v>
                </c:pt>
                <c:pt idx="24346">
                  <c:v>30.95</c:v>
                </c:pt>
                <c:pt idx="24347">
                  <c:v>30.95</c:v>
                </c:pt>
                <c:pt idx="24348">
                  <c:v>30.95</c:v>
                </c:pt>
                <c:pt idx="24349">
                  <c:v>30.9</c:v>
                </c:pt>
                <c:pt idx="24350">
                  <c:v>30.95</c:v>
                </c:pt>
                <c:pt idx="24351">
                  <c:v>30.9</c:v>
                </c:pt>
                <c:pt idx="24352">
                  <c:v>30.9</c:v>
                </c:pt>
                <c:pt idx="24353">
                  <c:v>30.9</c:v>
                </c:pt>
                <c:pt idx="24354">
                  <c:v>30.95</c:v>
                </c:pt>
                <c:pt idx="24355">
                  <c:v>30.95</c:v>
                </c:pt>
                <c:pt idx="24356">
                  <c:v>30.9</c:v>
                </c:pt>
                <c:pt idx="24357">
                  <c:v>30.95</c:v>
                </c:pt>
                <c:pt idx="24358">
                  <c:v>30.95</c:v>
                </c:pt>
                <c:pt idx="24359">
                  <c:v>30.95</c:v>
                </c:pt>
                <c:pt idx="24360">
                  <c:v>30.9</c:v>
                </c:pt>
                <c:pt idx="24361">
                  <c:v>30.95</c:v>
                </c:pt>
                <c:pt idx="24362">
                  <c:v>30.95</c:v>
                </c:pt>
                <c:pt idx="24363">
                  <c:v>30.9</c:v>
                </c:pt>
                <c:pt idx="24364">
                  <c:v>30.95</c:v>
                </c:pt>
                <c:pt idx="24365">
                  <c:v>30.9</c:v>
                </c:pt>
                <c:pt idx="24366">
                  <c:v>30.9</c:v>
                </c:pt>
                <c:pt idx="24367">
                  <c:v>30.95</c:v>
                </c:pt>
                <c:pt idx="24368">
                  <c:v>30.9</c:v>
                </c:pt>
                <c:pt idx="24369">
                  <c:v>30.9</c:v>
                </c:pt>
                <c:pt idx="24370">
                  <c:v>30.9</c:v>
                </c:pt>
                <c:pt idx="24371">
                  <c:v>30.9</c:v>
                </c:pt>
                <c:pt idx="24372">
                  <c:v>30.9</c:v>
                </c:pt>
                <c:pt idx="24373">
                  <c:v>30.9</c:v>
                </c:pt>
                <c:pt idx="24374">
                  <c:v>30.9</c:v>
                </c:pt>
                <c:pt idx="24375">
                  <c:v>30.9</c:v>
                </c:pt>
                <c:pt idx="24376">
                  <c:v>30.9</c:v>
                </c:pt>
                <c:pt idx="24377">
                  <c:v>30.9</c:v>
                </c:pt>
                <c:pt idx="24378">
                  <c:v>30.9</c:v>
                </c:pt>
                <c:pt idx="24379">
                  <c:v>30.9</c:v>
                </c:pt>
                <c:pt idx="24380">
                  <c:v>30.9</c:v>
                </c:pt>
                <c:pt idx="24381">
                  <c:v>30.9</c:v>
                </c:pt>
                <c:pt idx="24382">
                  <c:v>30.9</c:v>
                </c:pt>
                <c:pt idx="24383">
                  <c:v>30.9</c:v>
                </c:pt>
                <c:pt idx="24384">
                  <c:v>30.9</c:v>
                </c:pt>
                <c:pt idx="24385">
                  <c:v>30.9</c:v>
                </c:pt>
                <c:pt idx="24386">
                  <c:v>30.9</c:v>
                </c:pt>
                <c:pt idx="24387">
                  <c:v>30.9</c:v>
                </c:pt>
                <c:pt idx="24388">
                  <c:v>30.9</c:v>
                </c:pt>
                <c:pt idx="24389">
                  <c:v>30.9</c:v>
                </c:pt>
                <c:pt idx="24390">
                  <c:v>30.9</c:v>
                </c:pt>
                <c:pt idx="24391">
                  <c:v>30.9</c:v>
                </c:pt>
                <c:pt idx="24392">
                  <c:v>30.9</c:v>
                </c:pt>
                <c:pt idx="24393">
                  <c:v>30.9</c:v>
                </c:pt>
                <c:pt idx="24394">
                  <c:v>30.9</c:v>
                </c:pt>
                <c:pt idx="24395">
                  <c:v>30.9</c:v>
                </c:pt>
                <c:pt idx="24396">
                  <c:v>30.9</c:v>
                </c:pt>
                <c:pt idx="24397">
                  <c:v>30.9</c:v>
                </c:pt>
                <c:pt idx="24398">
                  <c:v>30.9</c:v>
                </c:pt>
                <c:pt idx="24399">
                  <c:v>30.9</c:v>
                </c:pt>
                <c:pt idx="24400">
                  <c:v>30.9</c:v>
                </c:pt>
                <c:pt idx="24401">
                  <c:v>30.9</c:v>
                </c:pt>
                <c:pt idx="24402">
                  <c:v>30.9</c:v>
                </c:pt>
                <c:pt idx="24403">
                  <c:v>30.9</c:v>
                </c:pt>
                <c:pt idx="24404">
                  <c:v>30.85</c:v>
                </c:pt>
                <c:pt idx="24405">
                  <c:v>30.85</c:v>
                </c:pt>
                <c:pt idx="24406">
                  <c:v>30.85</c:v>
                </c:pt>
                <c:pt idx="24407">
                  <c:v>30.9</c:v>
                </c:pt>
                <c:pt idx="24408">
                  <c:v>30.9</c:v>
                </c:pt>
                <c:pt idx="24409">
                  <c:v>30.9</c:v>
                </c:pt>
                <c:pt idx="24410">
                  <c:v>30.9</c:v>
                </c:pt>
                <c:pt idx="24411">
                  <c:v>30.9</c:v>
                </c:pt>
                <c:pt idx="24412">
                  <c:v>30.85</c:v>
                </c:pt>
                <c:pt idx="24413">
                  <c:v>30.9</c:v>
                </c:pt>
                <c:pt idx="24414">
                  <c:v>30.9</c:v>
                </c:pt>
                <c:pt idx="24415">
                  <c:v>30.9</c:v>
                </c:pt>
                <c:pt idx="24416">
                  <c:v>30.9</c:v>
                </c:pt>
                <c:pt idx="24417">
                  <c:v>30.9</c:v>
                </c:pt>
                <c:pt idx="24418">
                  <c:v>30.9</c:v>
                </c:pt>
                <c:pt idx="24419">
                  <c:v>30.9</c:v>
                </c:pt>
                <c:pt idx="24420">
                  <c:v>30.9</c:v>
                </c:pt>
                <c:pt idx="24421">
                  <c:v>30.9</c:v>
                </c:pt>
                <c:pt idx="24422">
                  <c:v>30.9</c:v>
                </c:pt>
                <c:pt idx="24423">
                  <c:v>30.9</c:v>
                </c:pt>
                <c:pt idx="24424">
                  <c:v>30.9</c:v>
                </c:pt>
                <c:pt idx="24425">
                  <c:v>30.85</c:v>
                </c:pt>
                <c:pt idx="24426">
                  <c:v>30.85</c:v>
                </c:pt>
                <c:pt idx="24427">
                  <c:v>30.85</c:v>
                </c:pt>
                <c:pt idx="24428">
                  <c:v>30.85</c:v>
                </c:pt>
                <c:pt idx="24429">
                  <c:v>30.85</c:v>
                </c:pt>
                <c:pt idx="24430">
                  <c:v>30.85</c:v>
                </c:pt>
                <c:pt idx="24431">
                  <c:v>30.85</c:v>
                </c:pt>
                <c:pt idx="24432">
                  <c:v>30.85</c:v>
                </c:pt>
                <c:pt idx="24433">
                  <c:v>30.85</c:v>
                </c:pt>
                <c:pt idx="24434">
                  <c:v>30.85</c:v>
                </c:pt>
                <c:pt idx="24435">
                  <c:v>30.85</c:v>
                </c:pt>
                <c:pt idx="24436">
                  <c:v>30.85</c:v>
                </c:pt>
                <c:pt idx="24437">
                  <c:v>30.85</c:v>
                </c:pt>
                <c:pt idx="24438">
                  <c:v>30.85</c:v>
                </c:pt>
                <c:pt idx="24439">
                  <c:v>30.85</c:v>
                </c:pt>
                <c:pt idx="24440">
                  <c:v>30.85</c:v>
                </c:pt>
                <c:pt idx="24441">
                  <c:v>30.85</c:v>
                </c:pt>
                <c:pt idx="24442">
                  <c:v>30.85</c:v>
                </c:pt>
                <c:pt idx="24443">
                  <c:v>30.85</c:v>
                </c:pt>
                <c:pt idx="24444">
                  <c:v>30.85</c:v>
                </c:pt>
                <c:pt idx="24445">
                  <c:v>30.85</c:v>
                </c:pt>
                <c:pt idx="24446">
                  <c:v>30.85</c:v>
                </c:pt>
                <c:pt idx="24447">
                  <c:v>30.85</c:v>
                </c:pt>
                <c:pt idx="24448">
                  <c:v>30.85</c:v>
                </c:pt>
                <c:pt idx="24449">
                  <c:v>30.85</c:v>
                </c:pt>
                <c:pt idx="24450">
                  <c:v>30.85</c:v>
                </c:pt>
                <c:pt idx="24451">
                  <c:v>30.85</c:v>
                </c:pt>
                <c:pt idx="24452">
                  <c:v>30.85</c:v>
                </c:pt>
                <c:pt idx="24453">
                  <c:v>30.85</c:v>
                </c:pt>
                <c:pt idx="24454">
                  <c:v>30.85</c:v>
                </c:pt>
                <c:pt idx="24455">
                  <c:v>30.85</c:v>
                </c:pt>
                <c:pt idx="24456">
                  <c:v>30.85</c:v>
                </c:pt>
                <c:pt idx="24457">
                  <c:v>30.85</c:v>
                </c:pt>
                <c:pt idx="24458">
                  <c:v>30.85</c:v>
                </c:pt>
                <c:pt idx="24459">
                  <c:v>30.85</c:v>
                </c:pt>
                <c:pt idx="24460">
                  <c:v>30.85</c:v>
                </c:pt>
                <c:pt idx="24461">
                  <c:v>30.85</c:v>
                </c:pt>
                <c:pt idx="24462">
                  <c:v>30.85</c:v>
                </c:pt>
                <c:pt idx="24463">
                  <c:v>30.8</c:v>
                </c:pt>
                <c:pt idx="24464">
                  <c:v>30.85</c:v>
                </c:pt>
                <c:pt idx="24465">
                  <c:v>30.8</c:v>
                </c:pt>
                <c:pt idx="24466">
                  <c:v>30.85</c:v>
                </c:pt>
                <c:pt idx="24467">
                  <c:v>30.85</c:v>
                </c:pt>
                <c:pt idx="24468">
                  <c:v>30.85</c:v>
                </c:pt>
                <c:pt idx="24469">
                  <c:v>30.85</c:v>
                </c:pt>
                <c:pt idx="24470">
                  <c:v>30.85</c:v>
                </c:pt>
                <c:pt idx="24471">
                  <c:v>30.85</c:v>
                </c:pt>
                <c:pt idx="24472">
                  <c:v>30.85</c:v>
                </c:pt>
                <c:pt idx="24473">
                  <c:v>30.85</c:v>
                </c:pt>
                <c:pt idx="24474">
                  <c:v>30.85</c:v>
                </c:pt>
                <c:pt idx="24475">
                  <c:v>30.85</c:v>
                </c:pt>
                <c:pt idx="24476">
                  <c:v>30.85</c:v>
                </c:pt>
                <c:pt idx="24477">
                  <c:v>30.85</c:v>
                </c:pt>
                <c:pt idx="24478">
                  <c:v>30.85</c:v>
                </c:pt>
                <c:pt idx="24479">
                  <c:v>30.85</c:v>
                </c:pt>
                <c:pt idx="24480">
                  <c:v>30.85</c:v>
                </c:pt>
                <c:pt idx="24481">
                  <c:v>30.85</c:v>
                </c:pt>
                <c:pt idx="24482">
                  <c:v>30.8</c:v>
                </c:pt>
                <c:pt idx="24483">
                  <c:v>30.8</c:v>
                </c:pt>
                <c:pt idx="24484">
                  <c:v>30.8</c:v>
                </c:pt>
                <c:pt idx="24485">
                  <c:v>30.8</c:v>
                </c:pt>
                <c:pt idx="24486">
                  <c:v>30.8</c:v>
                </c:pt>
                <c:pt idx="24487">
                  <c:v>30.8</c:v>
                </c:pt>
                <c:pt idx="24488">
                  <c:v>30.8</c:v>
                </c:pt>
                <c:pt idx="24489">
                  <c:v>30.8</c:v>
                </c:pt>
                <c:pt idx="24490">
                  <c:v>30.8</c:v>
                </c:pt>
                <c:pt idx="24491">
                  <c:v>30.8</c:v>
                </c:pt>
                <c:pt idx="24492">
                  <c:v>30.8</c:v>
                </c:pt>
                <c:pt idx="24493">
                  <c:v>30.8</c:v>
                </c:pt>
                <c:pt idx="24494">
                  <c:v>30.8</c:v>
                </c:pt>
                <c:pt idx="24495">
                  <c:v>30.8</c:v>
                </c:pt>
                <c:pt idx="24496">
                  <c:v>30.8</c:v>
                </c:pt>
                <c:pt idx="24497">
                  <c:v>30.8</c:v>
                </c:pt>
                <c:pt idx="24498">
                  <c:v>30.8</c:v>
                </c:pt>
                <c:pt idx="24499">
                  <c:v>30.8</c:v>
                </c:pt>
                <c:pt idx="24500">
                  <c:v>30.8</c:v>
                </c:pt>
                <c:pt idx="24501">
                  <c:v>30.8</c:v>
                </c:pt>
                <c:pt idx="24502">
                  <c:v>30.8</c:v>
                </c:pt>
                <c:pt idx="24503">
                  <c:v>30.8</c:v>
                </c:pt>
                <c:pt idx="24504">
                  <c:v>30.8</c:v>
                </c:pt>
                <c:pt idx="24505">
                  <c:v>30.8</c:v>
                </c:pt>
                <c:pt idx="24506">
                  <c:v>30.8</c:v>
                </c:pt>
                <c:pt idx="24507">
                  <c:v>30.8</c:v>
                </c:pt>
                <c:pt idx="24508">
                  <c:v>30.8</c:v>
                </c:pt>
                <c:pt idx="24509">
                  <c:v>30.8</c:v>
                </c:pt>
                <c:pt idx="24510">
                  <c:v>30.8</c:v>
                </c:pt>
                <c:pt idx="24511">
                  <c:v>30.8</c:v>
                </c:pt>
                <c:pt idx="24512">
                  <c:v>30.8</c:v>
                </c:pt>
                <c:pt idx="24513">
                  <c:v>30.8</c:v>
                </c:pt>
                <c:pt idx="24514">
                  <c:v>30.8</c:v>
                </c:pt>
                <c:pt idx="24515">
                  <c:v>30.8</c:v>
                </c:pt>
                <c:pt idx="24516">
                  <c:v>30.8</c:v>
                </c:pt>
                <c:pt idx="24517">
                  <c:v>30.8</c:v>
                </c:pt>
                <c:pt idx="24518">
                  <c:v>30.8</c:v>
                </c:pt>
                <c:pt idx="24519">
                  <c:v>30.8</c:v>
                </c:pt>
                <c:pt idx="24520">
                  <c:v>30.8</c:v>
                </c:pt>
                <c:pt idx="24521">
                  <c:v>30.8</c:v>
                </c:pt>
                <c:pt idx="24522">
                  <c:v>30.8</c:v>
                </c:pt>
                <c:pt idx="24523">
                  <c:v>30.8</c:v>
                </c:pt>
                <c:pt idx="24524">
                  <c:v>30.8</c:v>
                </c:pt>
                <c:pt idx="24525">
                  <c:v>30.8</c:v>
                </c:pt>
                <c:pt idx="24526">
                  <c:v>30.8</c:v>
                </c:pt>
                <c:pt idx="24527">
                  <c:v>30.8</c:v>
                </c:pt>
                <c:pt idx="24528">
                  <c:v>30.75</c:v>
                </c:pt>
                <c:pt idx="24529">
                  <c:v>30.75</c:v>
                </c:pt>
                <c:pt idx="24530">
                  <c:v>30.75</c:v>
                </c:pt>
                <c:pt idx="24531">
                  <c:v>30.75</c:v>
                </c:pt>
                <c:pt idx="24532">
                  <c:v>30.75</c:v>
                </c:pt>
                <c:pt idx="24533">
                  <c:v>30.75</c:v>
                </c:pt>
                <c:pt idx="24534">
                  <c:v>30.75</c:v>
                </c:pt>
                <c:pt idx="24535">
                  <c:v>30.75</c:v>
                </c:pt>
                <c:pt idx="24536">
                  <c:v>30.75</c:v>
                </c:pt>
                <c:pt idx="24537">
                  <c:v>30.75</c:v>
                </c:pt>
                <c:pt idx="24538">
                  <c:v>30.75</c:v>
                </c:pt>
                <c:pt idx="24539">
                  <c:v>30.75</c:v>
                </c:pt>
                <c:pt idx="24540">
                  <c:v>30.75</c:v>
                </c:pt>
                <c:pt idx="24541">
                  <c:v>30.75</c:v>
                </c:pt>
                <c:pt idx="24542">
                  <c:v>30.75</c:v>
                </c:pt>
                <c:pt idx="24543">
                  <c:v>30.75</c:v>
                </c:pt>
                <c:pt idx="24544">
                  <c:v>30.75</c:v>
                </c:pt>
                <c:pt idx="24545">
                  <c:v>30.75</c:v>
                </c:pt>
                <c:pt idx="24546">
                  <c:v>30.75</c:v>
                </c:pt>
                <c:pt idx="24547">
                  <c:v>30.75</c:v>
                </c:pt>
                <c:pt idx="24548">
                  <c:v>30.75</c:v>
                </c:pt>
                <c:pt idx="24549">
                  <c:v>30.75</c:v>
                </c:pt>
                <c:pt idx="24550">
                  <c:v>30.75</c:v>
                </c:pt>
                <c:pt idx="24551">
                  <c:v>30.75</c:v>
                </c:pt>
                <c:pt idx="24552">
                  <c:v>30.75</c:v>
                </c:pt>
                <c:pt idx="24553">
                  <c:v>30.75</c:v>
                </c:pt>
                <c:pt idx="24554">
                  <c:v>30.75</c:v>
                </c:pt>
                <c:pt idx="24555">
                  <c:v>30.75</c:v>
                </c:pt>
                <c:pt idx="24556">
                  <c:v>30.75</c:v>
                </c:pt>
                <c:pt idx="24557">
                  <c:v>30.75</c:v>
                </c:pt>
                <c:pt idx="24558">
                  <c:v>30.75</c:v>
                </c:pt>
                <c:pt idx="24559">
                  <c:v>30.75</c:v>
                </c:pt>
                <c:pt idx="24560">
                  <c:v>30.75</c:v>
                </c:pt>
                <c:pt idx="24561">
                  <c:v>30.75</c:v>
                </c:pt>
                <c:pt idx="24562">
                  <c:v>30.75</c:v>
                </c:pt>
                <c:pt idx="24563">
                  <c:v>30.75</c:v>
                </c:pt>
                <c:pt idx="24564">
                  <c:v>30.75</c:v>
                </c:pt>
                <c:pt idx="24565">
                  <c:v>30.75</c:v>
                </c:pt>
                <c:pt idx="24566">
                  <c:v>30.75</c:v>
                </c:pt>
                <c:pt idx="24567">
                  <c:v>30.75</c:v>
                </c:pt>
                <c:pt idx="24568">
                  <c:v>30.75</c:v>
                </c:pt>
                <c:pt idx="24569">
                  <c:v>30.75</c:v>
                </c:pt>
                <c:pt idx="24570">
                  <c:v>30.7</c:v>
                </c:pt>
                <c:pt idx="24571">
                  <c:v>30.75</c:v>
                </c:pt>
                <c:pt idx="24572">
                  <c:v>30.75</c:v>
                </c:pt>
                <c:pt idx="24573">
                  <c:v>30.75</c:v>
                </c:pt>
                <c:pt idx="24574">
                  <c:v>30.75</c:v>
                </c:pt>
                <c:pt idx="24575">
                  <c:v>30.75</c:v>
                </c:pt>
                <c:pt idx="24576">
                  <c:v>30.75</c:v>
                </c:pt>
                <c:pt idx="24577">
                  <c:v>30.75</c:v>
                </c:pt>
                <c:pt idx="24578">
                  <c:v>30.75</c:v>
                </c:pt>
                <c:pt idx="24579">
                  <c:v>30.75</c:v>
                </c:pt>
                <c:pt idx="24580">
                  <c:v>30.75</c:v>
                </c:pt>
                <c:pt idx="24581">
                  <c:v>30.75</c:v>
                </c:pt>
                <c:pt idx="24582">
                  <c:v>30.75</c:v>
                </c:pt>
                <c:pt idx="24583">
                  <c:v>30.7</c:v>
                </c:pt>
                <c:pt idx="24584">
                  <c:v>30.7</c:v>
                </c:pt>
                <c:pt idx="24585">
                  <c:v>30.7</c:v>
                </c:pt>
                <c:pt idx="24586">
                  <c:v>30.7</c:v>
                </c:pt>
                <c:pt idx="24587">
                  <c:v>30.7</c:v>
                </c:pt>
                <c:pt idx="24588">
                  <c:v>30.7</c:v>
                </c:pt>
                <c:pt idx="24589">
                  <c:v>30.7</c:v>
                </c:pt>
                <c:pt idx="24590">
                  <c:v>30.7</c:v>
                </c:pt>
                <c:pt idx="24591">
                  <c:v>30.7</c:v>
                </c:pt>
                <c:pt idx="24592">
                  <c:v>30.7</c:v>
                </c:pt>
                <c:pt idx="24593">
                  <c:v>30.7</c:v>
                </c:pt>
                <c:pt idx="24594">
                  <c:v>30.7</c:v>
                </c:pt>
                <c:pt idx="24595">
                  <c:v>30.7</c:v>
                </c:pt>
                <c:pt idx="24596">
                  <c:v>30.7</c:v>
                </c:pt>
                <c:pt idx="24597">
                  <c:v>30.7</c:v>
                </c:pt>
                <c:pt idx="24598">
                  <c:v>30.7</c:v>
                </c:pt>
                <c:pt idx="24599">
                  <c:v>30.7</c:v>
                </c:pt>
                <c:pt idx="24600">
                  <c:v>30.7</c:v>
                </c:pt>
                <c:pt idx="24601">
                  <c:v>30.7</c:v>
                </c:pt>
                <c:pt idx="24602">
                  <c:v>30.7</c:v>
                </c:pt>
                <c:pt idx="24603">
                  <c:v>30.7</c:v>
                </c:pt>
                <c:pt idx="24604">
                  <c:v>30.7</c:v>
                </c:pt>
                <c:pt idx="24605">
                  <c:v>30.7</c:v>
                </c:pt>
                <c:pt idx="24606">
                  <c:v>30.7</c:v>
                </c:pt>
                <c:pt idx="24607">
                  <c:v>30.7</c:v>
                </c:pt>
                <c:pt idx="24608">
                  <c:v>30.7</c:v>
                </c:pt>
                <c:pt idx="24609">
                  <c:v>30.7</c:v>
                </c:pt>
                <c:pt idx="24610">
                  <c:v>30.7</c:v>
                </c:pt>
                <c:pt idx="24611">
                  <c:v>30.7</c:v>
                </c:pt>
                <c:pt idx="24612">
                  <c:v>30.7</c:v>
                </c:pt>
                <c:pt idx="24613">
                  <c:v>30.7</c:v>
                </c:pt>
                <c:pt idx="24614">
                  <c:v>30.7</c:v>
                </c:pt>
                <c:pt idx="24615">
                  <c:v>30.7</c:v>
                </c:pt>
                <c:pt idx="24616">
                  <c:v>30.7</c:v>
                </c:pt>
                <c:pt idx="24617">
                  <c:v>30.7</c:v>
                </c:pt>
                <c:pt idx="24618">
                  <c:v>30.7</c:v>
                </c:pt>
                <c:pt idx="24619">
                  <c:v>30.7</c:v>
                </c:pt>
                <c:pt idx="24620">
                  <c:v>30.7</c:v>
                </c:pt>
                <c:pt idx="24621">
                  <c:v>30.7</c:v>
                </c:pt>
                <c:pt idx="24622">
                  <c:v>30.7</c:v>
                </c:pt>
                <c:pt idx="24623">
                  <c:v>30.7</c:v>
                </c:pt>
                <c:pt idx="24624">
                  <c:v>30.7</c:v>
                </c:pt>
                <c:pt idx="24625">
                  <c:v>30.65</c:v>
                </c:pt>
                <c:pt idx="24626">
                  <c:v>30.65</c:v>
                </c:pt>
                <c:pt idx="24627">
                  <c:v>30.65</c:v>
                </c:pt>
                <c:pt idx="24628">
                  <c:v>30.65</c:v>
                </c:pt>
                <c:pt idx="24629">
                  <c:v>30.65</c:v>
                </c:pt>
                <c:pt idx="24630">
                  <c:v>30.65</c:v>
                </c:pt>
                <c:pt idx="24631">
                  <c:v>30.65</c:v>
                </c:pt>
                <c:pt idx="24632">
                  <c:v>30.65</c:v>
                </c:pt>
                <c:pt idx="24633">
                  <c:v>30.65</c:v>
                </c:pt>
                <c:pt idx="24634">
                  <c:v>30.65</c:v>
                </c:pt>
                <c:pt idx="24635">
                  <c:v>30.65</c:v>
                </c:pt>
                <c:pt idx="24636">
                  <c:v>30.65</c:v>
                </c:pt>
                <c:pt idx="24637">
                  <c:v>30.65</c:v>
                </c:pt>
                <c:pt idx="24638">
                  <c:v>30.65</c:v>
                </c:pt>
                <c:pt idx="24639">
                  <c:v>30.65</c:v>
                </c:pt>
                <c:pt idx="24640">
                  <c:v>30.65</c:v>
                </c:pt>
                <c:pt idx="24641">
                  <c:v>30.65</c:v>
                </c:pt>
                <c:pt idx="24642">
                  <c:v>30.65</c:v>
                </c:pt>
                <c:pt idx="24643">
                  <c:v>30.65</c:v>
                </c:pt>
                <c:pt idx="24644">
                  <c:v>30.65</c:v>
                </c:pt>
                <c:pt idx="24645">
                  <c:v>30.65</c:v>
                </c:pt>
                <c:pt idx="24646">
                  <c:v>30.65</c:v>
                </c:pt>
                <c:pt idx="24647">
                  <c:v>30.65</c:v>
                </c:pt>
                <c:pt idx="24648">
                  <c:v>30.65</c:v>
                </c:pt>
                <c:pt idx="24649">
                  <c:v>30.65</c:v>
                </c:pt>
                <c:pt idx="24650">
                  <c:v>30.65</c:v>
                </c:pt>
                <c:pt idx="24651">
                  <c:v>30.65</c:v>
                </c:pt>
                <c:pt idx="24652">
                  <c:v>30.65</c:v>
                </c:pt>
                <c:pt idx="24653">
                  <c:v>30.65</c:v>
                </c:pt>
                <c:pt idx="24654">
                  <c:v>30.65</c:v>
                </c:pt>
                <c:pt idx="24655">
                  <c:v>30.65</c:v>
                </c:pt>
                <c:pt idx="24656">
                  <c:v>30.65</c:v>
                </c:pt>
                <c:pt idx="24657">
                  <c:v>30.65</c:v>
                </c:pt>
                <c:pt idx="24658">
                  <c:v>30.65</c:v>
                </c:pt>
                <c:pt idx="24659">
                  <c:v>30.65</c:v>
                </c:pt>
                <c:pt idx="24660">
                  <c:v>30.65</c:v>
                </c:pt>
                <c:pt idx="24661">
                  <c:v>30.6</c:v>
                </c:pt>
                <c:pt idx="24662">
                  <c:v>30.6</c:v>
                </c:pt>
                <c:pt idx="24663">
                  <c:v>30.6</c:v>
                </c:pt>
                <c:pt idx="24664">
                  <c:v>30.65</c:v>
                </c:pt>
                <c:pt idx="24665">
                  <c:v>30.6</c:v>
                </c:pt>
                <c:pt idx="24666">
                  <c:v>30.65</c:v>
                </c:pt>
                <c:pt idx="24667">
                  <c:v>30.65</c:v>
                </c:pt>
                <c:pt idx="24668">
                  <c:v>30.65</c:v>
                </c:pt>
                <c:pt idx="24669">
                  <c:v>30.65</c:v>
                </c:pt>
                <c:pt idx="24670">
                  <c:v>30.65</c:v>
                </c:pt>
                <c:pt idx="24671">
                  <c:v>30.65</c:v>
                </c:pt>
                <c:pt idx="24672">
                  <c:v>30.65</c:v>
                </c:pt>
                <c:pt idx="24673">
                  <c:v>30.65</c:v>
                </c:pt>
                <c:pt idx="24674">
                  <c:v>30.65</c:v>
                </c:pt>
                <c:pt idx="24675">
                  <c:v>30.65</c:v>
                </c:pt>
                <c:pt idx="24676">
                  <c:v>30.65</c:v>
                </c:pt>
                <c:pt idx="24677">
                  <c:v>30.65</c:v>
                </c:pt>
                <c:pt idx="24678">
                  <c:v>30.65</c:v>
                </c:pt>
                <c:pt idx="24679">
                  <c:v>30.65</c:v>
                </c:pt>
                <c:pt idx="24680">
                  <c:v>30.65</c:v>
                </c:pt>
                <c:pt idx="24681">
                  <c:v>30.65</c:v>
                </c:pt>
                <c:pt idx="24682">
                  <c:v>30.65</c:v>
                </c:pt>
                <c:pt idx="24683">
                  <c:v>30.65</c:v>
                </c:pt>
                <c:pt idx="24684">
                  <c:v>30.65</c:v>
                </c:pt>
                <c:pt idx="24685">
                  <c:v>30.65</c:v>
                </c:pt>
                <c:pt idx="24686">
                  <c:v>30.65</c:v>
                </c:pt>
                <c:pt idx="24687">
                  <c:v>30.65</c:v>
                </c:pt>
                <c:pt idx="24688">
                  <c:v>30.65</c:v>
                </c:pt>
                <c:pt idx="24689">
                  <c:v>30.6</c:v>
                </c:pt>
                <c:pt idx="24690">
                  <c:v>30.6</c:v>
                </c:pt>
                <c:pt idx="24691">
                  <c:v>30.65</c:v>
                </c:pt>
                <c:pt idx="24692">
                  <c:v>30.65</c:v>
                </c:pt>
                <c:pt idx="24693">
                  <c:v>30.6</c:v>
                </c:pt>
                <c:pt idx="24694">
                  <c:v>30.6</c:v>
                </c:pt>
                <c:pt idx="24695">
                  <c:v>30.6</c:v>
                </c:pt>
                <c:pt idx="24696">
                  <c:v>30.6</c:v>
                </c:pt>
                <c:pt idx="24697">
                  <c:v>30.6</c:v>
                </c:pt>
                <c:pt idx="24698">
                  <c:v>30.6</c:v>
                </c:pt>
                <c:pt idx="24699">
                  <c:v>30.6</c:v>
                </c:pt>
                <c:pt idx="24700">
                  <c:v>30.6</c:v>
                </c:pt>
                <c:pt idx="24701">
                  <c:v>30.6</c:v>
                </c:pt>
                <c:pt idx="24702">
                  <c:v>30.6</c:v>
                </c:pt>
                <c:pt idx="24703">
                  <c:v>30.6</c:v>
                </c:pt>
                <c:pt idx="24704">
                  <c:v>30.6</c:v>
                </c:pt>
                <c:pt idx="24705">
                  <c:v>30.55</c:v>
                </c:pt>
                <c:pt idx="24706">
                  <c:v>30.55</c:v>
                </c:pt>
                <c:pt idx="24707">
                  <c:v>30.55</c:v>
                </c:pt>
                <c:pt idx="24708">
                  <c:v>30.55</c:v>
                </c:pt>
                <c:pt idx="24709">
                  <c:v>30.6</c:v>
                </c:pt>
                <c:pt idx="24710">
                  <c:v>30.6</c:v>
                </c:pt>
                <c:pt idx="24711">
                  <c:v>30.6</c:v>
                </c:pt>
                <c:pt idx="24712">
                  <c:v>30.6</c:v>
                </c:pt>
                <c:pt idx="24713">
                  <c:v>30.55</c:v>
                </c:pt>
                <c:pt idx="24714">
                  <c:v>30.6</c:v>
                </c:pt>
                <c:pt idx="24715">
                  <c:v>30.6</c:v>
                </c:pt>
                <c:pt idx="24716">
                  <c:v>30.6</c:v>
                </c:pt>
                <c:pt idx="24717">
                  <c:v>30.6</c:v>
                </c:pt>
                <c:pt idx="24718">
                  <c:v>30.6</c:v>
                </c:pt>
                <c:pt idx="24719">
                  <c:v>30.6</c:v>
                </c:pt>
                <c:pt idx="24720">
                  <c:v>30.6</c:v>
                </c:pt>
                <c:pt idx="24721">
                  <c:v>30.6</c:v>
                </c:pt>
                <c:pt idx="24722">
                  <c:v>30.6</c:v>
                </c:pt>
                <c:pt idx="24723">
                  <c:v>30.6</c:v>
                </c:pt>
                <c:pt idx="24724">
                  <c:v>30.55</c:v>
                </c:pt>
                <c:pt idx="24725">
                  <c:v>30.55</c:v>
                </c:pt>
                <c:pt idx="24726">
                  <c:v>30.55</c:v>
                </c:pt>
                <c:pt idx="24727">
                  <c:v>30.55</c:v>
                </c:pt>
                <c:pt idx="24728">
                  <c:v>30.55</c:v>
                </c:pt>
                <c:pt idx="24729">
                  <c:v>30.55</c:v>
                </c:pt>
                <c:pt idx="24730">
                  <c:v>30.55</c:v>
                </c:pt>
                <c:pt idx="24731">
                  <c:v>30.55</c:v>
                </c:pt>
                <c:pt idx="24732">
                  <c:v>30.55</c:v>
                </c:pt>
                <c:pt idx="24733">
                  <c:v>30.55</c:v>
                </c:pt>
                <c:pt idx="24734">
                  <c:v>30.55</c:v>
                </c:pt>
                <c:pt idx="24735">
                  <c:v>30.55</c:v>
                </c:pt>
                <c:pt idx="24736">
                  <c:v>30.55</c:v>
                </c:pt>
                <c:pt idx="24737">
                  <c:v>30.55</c:v>
                </c:pt>
                <c:pt idx="24738">
                  <c:v>30.55</c:v>
                </c:pt>
                <c:pt idx="24739">
                  <c:v>30.55</c:v>
                </c:pt>
                <c:pt idx="24740">
                  <c:v>30.55</c:v>
                </c:pt>
                <c:pt idx="24741">
                  <c:v>30.55</c:v>
                </c:pt>
                <c:pt idx="24742">
                  <c:v>30.55</c:v>
                </c:pt>
                <c:pt idx="24743">
                  <c:v>30.55</c:v>
                </c:pt>
                <c:pt idx="24744">
                  <c:v>30.55</c:v>
                </c:pt>
                <c:pt idx="24745">
                  <c:v>30.55</c:v>
                </c:pt>
                <c:pt idx="24746">
                  <c:v>30.55</c:v>
                </c:pt>
                <c:pt idx="24747">
                  <c:v>30.55</c:v>
                </c:pt>
                <c:pt idx="24748">
                  <c:v>30.55</c:v>
                </c:pt>
                <c:pt idx="24749">
                  <c:v>30.55</c:v>
                </c:pt>
                <c:pt idx="24750">
                  <c:v>30.55</c:v>
                </c:pt>
                <c:pt idx="24751">
                  <c:v>30.55</c:v>
                </c:pt>
                <c:pt idx="24752">
                  <c:v>30.55</c:v>
                </c:pt>
                <c:pt idx="24753">
                  <c:v>30.55</c:v>
                </c:pt>
                <c:pt idx="24754">
                  <c:v>30.55</c:v>
                </c:pt>
                <c:pt idx="24755">
                  <c:v>30.55</c:v>
                </c:pt>
                <c:pt idx="24756">
                  <c:v>30.55</c:v>
                </c:pt>
                <c:pt idx="24757">
                  <c:v>30.55</c:v>
                </c:pt>
                <c:pt idx="24758">
                  <c:v>30.55</c:v>
                </c:pt>
                <c:pt idx="24759">
                  <c:v>30.55</c:v>
                </c:pt>
                <c:pt idx="24760">
                  <c:v>30.55</c:v>
                </c:pt>
                <c:pt idx="24761">
                  <c:v>30.55</c:v>
                </c:pt>
                <c:pt idx="24762">
                  <c:v>30.55</c:v>
                </c:pt>
                <c:pt idx="24763">
                  <c:v>30.55</c:v>
                </c:pt>
                <c:pt idx="24764">
                  <c:v>30.55</c:v>
                </c:pt>
                <c:pt idx="24765">
                  <c:v>30.55</c:v>
                </c:pt>
                <c:pt idx="24766">
                  <c:v>30.55</c:v>
                </c:pt>
                <c:pt idx="24767">
                  <c:v>30.55</c:v>
                </c:pt>
                <c:pt idx="24768">
                  <c:v>30.55</c:v>
                </c:pt>
                <c:pt idx="24769">
                  <c:v>30.55</c:v>
                </c:pt>
                <c:pt idx="24770">
                  <c:v>30.55</c:v>
                </c:pt>
                <c:pt idx="24771">
                  <c:v>30.55</c:v>
                </c:pt>
                <c:pt idx="24772">
                  <c:v>30.55</c:v>
                </c:pt>
                <c:pt idx="24773">
                  <c:v>30.55</c:v>
                </c:pt>
                <c:pt idx="24774">
                  <c:v>30.55</c:v>
                </c:pt>
                <c:pt idx="24775">
                  <c:v>30.55</c:v>
                </c:pt>
                <c:pt idx="24776">
                  <c:v>30.55</c:v>
                </c:pt>
                <c:pt idx="24777">
                  <c:v>30.55</c:v>
                </c:pt>
                <c:pt idx="24778">
                  <c:v>30.55</c:v>
                </c:pt>
                <c:pt idx="24779">
                  <c:v>30.55</c:v>
                </c:pt>
                <c:pt idx="24780">
                  <c:v>30.55</c:v>
                </c:pt>
                <c:pt idx="24781">
                  <c:v>30.55</c:v>
                </c:pt>
                <c:pt idx="24782">
                  <c:v>30.55</c:v>
                </c:pt>
                <c:pt idx="24783">
                  <c:v>30.55</c:v>
                </c:pt>
                <c:pt idx="24784">
                  <c:v>30.5</c:v>
                </c:pt>
                <c:pt idx="24785">
                  <c:v>30.5</c:v>
                </c:pt>
                <c:pt idx="24786">
                  <c:v>30.5</c:v>
                </c:pt>
                <c:pt idx="24787">
                  <c:v>30.5</c:v>
                </c:pt>
                <c:pt idx="24788">
                  <c:v>30.5</c:v>
                </c:pt>
                <c:pt idx="24789">
                  <c:v>30.5</c:v>
                </c:pt>
                <c:pt idx="24790">
                  <c:v>30.5</c:v>
                </c:pt>
                <c:pt idx="24791">
                  <c:v>30.5</c:v>
                </c:pt>
                <c:pt idx="24792">
                  <c:v>30.5</c:v>
                </c:pt>
                <c:pt idx="24793">
                  <c:v>30.5</c:v>
                </c:pt>
                <c:pt idx="24794">
                  <c:v>30.5</c:v>
                </c:pt>
                <c:pt idx="24795">
                  <c:v>30.5</c:v>
                </c:pt>
                <c:pt idx="24796">
                  <c:v>30.5</c:v>
                </c:pt>
                <c:pt idx="24797">
                  <c:v>30.5</c:v>
                </c:pt>
                <c:pt idx="24798">
                  <c:v>30.5</c:v>
                </c:pt>
                <c:pt idx="24799">
                  <c:v>30.5</c:v>
                </c:pt>
                <c:pt idx="24800">
                  <c:v>30.5</c:v>
                </c:pt>
                <c:pt idx="24801">
                  <c:v>30.5</c:v>
                </c:pt>
                <c:pt idx="24802">
                  <c:v>30.5</c:v>
                </c:pt>
                <c:pt idx="24803">
                  <c:v>30.5</c:v>
                </c:pt>
                <c:pt idx="24804">
                  <c:v>30.5</c:v>
                </c:pt>
                <c:pt idx="24805">
                  <c:v>30.5</c:v>
                </c:pt>
                <c:pt idx="24806">
                  <c:v>30.5</c:v>
                </c:pt>
                <c:pt idx="24807">
                  <c:v>30.5</c:v>
                </c:pt>
                <c:pt idx="24808">
                  <c:v>30.5</c:v>
                </c:pt>
                <c:pt idx="24809">
                  <c:v>30.5</c:v>
                </c:pt>
                <c:pt idx="24810">
                  <c:v>30.5</c:v>
                </c:pt>
                <c:pt idx="24811">
                  <c:v>30.5</c:v>
                </c:pt>
                <c:pt idx="24812">
                  <c:v>30.5</c:v>
                </c:pt>
                <c:pt idx="24813">
                  <c:v>30.5</c:v>
                </c:pt>
                <c:pt idx="24814">
                  <c:v>30.5</c:v>
                </c:pt>
                <c:pt idx="24815">
                  <c:v>30.5</c:v>
                </c:pt>
                <c:pt idx="24816">
                  <c:v>30.5</c:v>
                </c:pt>
                <c:pt idx="24817">
                  <c:v>30.5</c:v>
                </c:pt>
                <c:pt idx="24818">
                  <c:v>30.5</c:v>
                </c:pt>
                <c:pt idx="24819">
                  <c:v>30.5</c:v>
                </c:pt>
                <c:pt idx="24820">
                  <c:v>30.5</c:v>
                </c:pt>
                <c:pt idx="24821">
                  <c:v>30.5</c:v>
                </c:pt>
                <c:pt idx="24822">
                  <c:v>30.5</c:v>
                </c:pt>
                <c:pt idx="24823">
                  <c:v>30.5</c:v>
                </c:pt>
                <c:pt idx="24824">
                  <c:v>30.5</c:v>
                </c:pt>
                <c:pt idx="24825">
                  <c:v>30.5</c:v>
                </c:pt>
                <c:pt idx="24826">
                  <c:v>30.5</c:v>
                </c:pt>
                <c:pt idx="24827">
                  <c:v>30.5</c:v>
                </c:pt>
                <c:pt idx="24828">
                  <c:v>30.5</c:v>
                </c:pt>
                <c:pt idx="24829">
                  <c:v>30.5</c:v>
                </c:pt>
                <c:pt idx="24830">
                  <c:v>30.45</c:v>
                </c:pt>
                <c:pt idx="24831">
                  <c:v>30.45</c:v>
                </c:pt>
                <c:pt idx="24832">
                  <c:v>30.45</c:v>
                </c:pt>
                <c:pt idx="24833">
                  <c:v>30.45</c:v>
                </c:pt>
                <c:pt idx="24834">
                  <c:v>30.45</c:v>
                </c:pt>
                <c:pt idx="24835">
                  <c:v>30.45</c:v>
                </c:pt>
                <c:pt idx="24836">
                  <c:v>30.45</c:v>
                </c:pt>
                <c:pt idx="24837">
                  <c:v>30.45</c:v>
                </c:pt>
                <c:pt idx="24838">
                  <c:v>30.45</c:v>
                </c:pt>
                <c:pt idx="24839">
                  <c:v>30.45</c:v>
                </c:pt>
                <c:pt idx="24840">
                  <c:v>30.45</c:v>
                </c:pt>
                <c:pt idx="24841">
                  <c:v>30.5</c:v>
                </c:pt>
                <c:pt idx="24842">
                  <c:v>30.5</c:v>
                </c:pt>
                <c:pt idx="24843">
                  <c:v>30.5</c:v>
                </c:pt>
                <c:pt idx="24844">
                  <c:v>30.45</c:v>
                </c:pt>
                <c:pt idx="24845">
                  <c:v>30.5</c:v>
                </c:pt>
                <c:pt idx="24846">
                  <c:v>30.5</c:v>
                </c:pt>
                <c:pt idx="24847">
                  <c:v>30.5</c:v>
                </c:pt>
                <c:pt idx="24848">
                  <c:v>30.5</c:v>
                </c:pt>
                <c:pt idx="24849">
                  <c:v>30.45</c:v>
                </c:pt>
                <c:pt idx="24850">
                  <c:v>30.45</c:v>
                </c:pt>
                <c:pt idx="24851">
                  <c:v>30.45</c:v>
                </c:pt>
                <c:pt idx="24852">
                  <c:v>30.45</c:v>
                </c:pt>
                <c:pt idx="24853">
                  <c:v>30.45</c:v>
                </c:pt>
                <c:pt idx="24854">
                  <c:v>30.45</c:v>
                </c:pt>
                <c:pt idx="24855">
                  <c:v>30.45</c:v>
                </c:pt>
                <c:pt idx="24856">
                  <c:v>30.45</c:v>
                </c:pt>
                <c:pt idx="24857">
                  <c:v>30.45</c:v>
                </c:pt>
                <c:pt idx="24858">
                  <c:v>30.45</c:v>
                </c:pt>
                <c:pt idx="24859">
                  <c:v>30.45</c:v>
                </c:pt>
                <c:pt idx="24860">
                  <c:v>30.45</c:v>
                </c:pt>
                <c:pt idx="24861">
                  <c:v>30.45</c:v>
                </c:pt>
                <c:pt idx="24862">
                  <c:v>30.45</c:v>
                </c:pt>
                <c:pt idx="24863">
                  <c:v>30.45</c:v>
                </c:pt>
                <c:pt idx="24864">
                  <c:v>30.45</c:v>
                </c:pt>
                <c:pt idx="24865">
                  <c:v>30.45</c:v>
                </c:pt>
                <c:pt idx="24866">
                  <c:v>30.45</c:v>
                </c:pt>
                <c:pt idx="24867">
                  <c:v>30.45</c:v>
                </c:pt>
                <c:pt idx="24868">
                  <c:v>30.45</c:v>
                </c:pt>
                <c:pt idx="24869">
                  <c:v>30.45</c:v>
                </c:pt>
                <c:pt idx="24870">
                  <c:v>30.45</c:v>
                </c:pt>
                <c:pt idx="24871">
                  <c:v>30.45</c:v>
                </c:pt>
                <c:pt idx="24872">
                  <c:v>30.45</c:v>
                </c:pt>
                <c:pt idx="24873">
                  <c:v>30.45</c:v>
                </c:pt>
                <c:pt idx="24874">
                  <c:v>30.45</c:v>
                </c:pt>
                <c:pt idx="24875">
                  <c:v>30.45</c:v>
                </c:pt>
                <c:pt idx="24876">
                  <c:v>30.45</c:v>
                </c:pt>
                <c:pt idx="24877">
                  <c:v>30.45</c:v>
                </c:pt>
                <c:pt idx="24878">
                  <c:v>30.45</c:v>
                </c:pt>
                <c:pt idx="24879">
                  <c:v>30.45</c:v>
                </c:pt>
                <c:pt idx="24880">
                  <c:v>30.45</c:v>
                </c:pt>
                <c:pt idx="24881">
                  <c:v>30.45</c:v>
                </c:pt>
                <c:pt idx="24882">
                  <c:v>30.45</c:v>
                </c:pt>
                <c:pt idx="24883">
                  <c:v>30.45</c:v>
                </c:pt>
                <c:pt idx="24884">
                  <c:v>30.45</c:v>
                </c:pt>
                <c:pt idx="24885">
                  <c:v>30.4</c:v>
                </c:pt>
                <c:pt idx="24886">
                  <c:v>30.4</c:v>
                </c:pt>
                <c:pt idx="24887">
                  <c:v>30.45</c:v>
                </c:pt>
                <c:pt idx="24888">
                  <c:v>30.4</c:v>
                </c:pt>
                <c:pt idx="24889">
                  <c:v>30.4</c:v>
                </c:pt>
                <c:pt idx="24890">
                  <c:v>30.45</c:v>
                </c:pt>
                <c:pt idx="24891">
                  <c:v>30.45</c:v>
                </c:pt>
                <c:pt idx="24892">
                  <c:v>30.45</c:v>
                </c:pt>
                <c:pt idx="24893">
                  <c:v>30.45</c:v>
                </c:pt>
                <c:pt idx="24894">
                  <c:v>30.45</c:v>
                </c:pt>
                <c:pt idx="24895">
                  <c:v>30.45</c:v>
                </c:pt>
                <c:pt idx="24896">
                  <c:v>30.45</c:v>
                </c:pt>
                <c:pt idx="24897">
                  <c:v>30.45</c:v>
                </c:pt>
                <c:pt idx="24898">
                  <c:v>30.45</c:v>
                </c:pt>
                <c:pt idx="24899">
                  <c:v>30.45</c:v>
                </c:pt>
                <c:pt idx="24900">
                  <c:v>30.45</c:v>
                </c:pt>
                <c:pt idx="24901">
                  <c:v>30.45</c:v>
                </c:pt>
                <c:pt idx="24902">
                  <c:v>30.45</c:v>
                </c:pt>
                <c:pt idx="24903">
                  <c:v>30.45</c:v>
                </c:pt>
                <c:pt idx="24904">
                  <c:v>30.45</c:v>
                </c:pt>
                <c:pt idx="24905">
                  <c:v>30.45</c:v>
                </c:pt>
                <c:pt idx="24906">
                  <c:v>30.4</c:v>
                </c:pt>
                <c:pt idx="24907">
                  <c:v>30.4</c:v>
                </c:pt>
                <c:pt idx="24908">
                  <c:v>30.4</c:v>
                </c:pt>
                <c:pt idx="24909">
                  <c:v>30.4</c:v>
                </c:pt>
                <c:pt idx="24910">
                  <c:v>30.4</c:v>
                </c:pt>
                <c:pt idx="24911">
                  <c:v>30.4</c:v>
                </c:pt>
                <c:pt idx="24912">
                  <c:v>30.4</c:v>
                </c:pt>
                <c:pt idx="24913">
                  <c:v>30.4</c:v>
                </c:pt>
                <c:pt idx="24914">
                  <c:v>30.4</c:v>
                </c:pt>
                <c:pt idx="24915">
                  <c:v>30.4</c:v>
                </c:pt>
                <c:pt idx="24916">
                  <c:v>30.4</c:v>
                </c:pt>
                <c:pt idx="24917">
                  <c:v>30.4</c:v>
                </c:pt>
                <c:pt idx="24918">
                  <c:v>30.4</c:v>
                </c:pt>
                <c:pt idx="24919">
                  <c:v>30.4</c:v>
                </c:pt>
                <c:pt idx="24920">
                  <c:v>30.4</c:v>
                </c:pt>
                <c:pt idx="24921">
                  <c:v>30.4</c:v>
                </c:pt>
                <c:pt idx="24922">
                  <c:v>30.4</c:v>
                </c:pt>
                <c:pt idx="24923">
                  <c:v>30.4</c:v>
                </c:pt>
                <c:pt idx="24924">
                  <c:v>30.4</c:v>
                </c:pt>
                <c:pt idx="24925">
                  <c:v>30.4</c:v>
                </c:pt>
                <c:pt idx="24926">
                  <c:v>30.4</c:v>
                </c:pt>
                <c:pt idx="24927">
                  <c:v>30.4</c:v>
                </c:pt>
                <c:pt idx="24928">
                  <c:v>30.4</c:v>
                </c:pt>
                <c:pt idx="24929">
                  <c:v>30.4</c:v>
                </c:pt>
                <c:pt idx="24930">
                  <c:v>30.4</c:v>
                </c:pt>
                <c:pt idx="24931">
                  <c:v>30.4</c:v>
                </c:pt>
                <c:pt idx="24932">
                  <c:v>30.4</c:v>
                </c:pt>
                <c:pt idx="24933">
                  <c:v>30.4</c:v>
                </c:pt>
                <c:pt idx="24934">
                  <c:v>30.4</c:v>
                </c:pt>
                <c:pt idx="24935">
                  <c:v>30.4</c:v>
                </c:pt>
                <c:pt idx="24936">
                  <c:v>30.4</c:v>
                </c:pt>
                <c:pt idx="24937">
                  <c:v>30.4</c:v>
                </c:pt>
                <c:pt idx="24938">
                  <c:v>30.4</c:v>
                </c:pt>
                <c:pt idx="24939">
                  <c:v>30.4</c:v>
                </c:pt>
                <c:pt idx="24940">
                  <c:v>30.4</c:v>
                </c:pt>
                <c:pt idx="24941">
                  <c:v>30.4</c:v>
                </c:pt>
                <c:pt idx="24942">
                  <c:v>30.4</c:v>
                </c:pt>
                <c:pt idx="24943">
                  <c:v>30.4</c:v>
                </c:pt>
                <c:pt idx="24944">
                  <c:v>30.4</c:v>
                </c:pt>
                <c:pt idx="24945">
                  <c:v>30.4</c:v>
                </c:pt>
                <c:pt idx="24946">
                  <c:v>30.4</c:v>
                </c:pt>
                <c:pt idx="24947">
                  <c:v>30.4</c:v>
                </c:pt>
                <c:pt idx="24948">
                  <c:v>30.4</c:v>
                </c:pt>
                <c:pt idx="24949">
                  <c:v>30.4</c:v>
                </c:pt>
                <c:pt idx="24950">
                  <c:v>30.4</c:v>
                </c:pt>
                <c:pt idx="24951">
                  <c:v>30.4</c:v>
                </c:pt>
                <c:pt idx="24952">
                  <c:v>30.4</c:v>
                </c:pt>
                <c:pt idx="24953">
                  <c:v>30.4</c:v>
                </c:pt>
                <c:pt idx="24954">
                  <c:v>30.4</c:v>
                </c:pt>
                <c:pt idx="24955">
                  <c:v>30.4</c:v>
                </c:pt>
                <c:pt idx="24956">
                  <c:v>30.4</c:v>
                </c:pt>
                <c:pt idx="24957">
                  <c:v>30.4</c:v>
                </c:pt>
                <c:pt idx="24958">
                  <c:v>30.4</c:v>
                </c:pt>
                <c:pt idx="24959">
                  <c:v>30.4</c:v>
                </c:pt>
                <c:pt idx="24960">
                  <c:v>30.4</c:v>
                </c:pt>
                <c:pt idx="24961">
                  <c:v>30.4</c:v>
                </c:pt>
                <c:pt idx="24962">
                  <c:v>30.35</c:v>
                </c:pt>
                <c:pt idx="24963">
                  <c:v>30.35</c:v>
                </c:pt>
                <c:pt idx="24964">
                  <c:v>30.35</c:v>
                </c:pt>
                <c:pt idx="24965">
                  <c:v>30.35</c:v>
                </c:pt>
                <c:pt idx="24966">
                  <c:v>30.35</c:v>
                </c:pt>
                <c:pt idx="24967">
                  <c:v>30.35</c:v>
                </c:pt>
                <c:pt idx="24968">
                  <c:v>30.35</c:v>
                </c:pt>
                <c:pt idx="24969">
                  <c:v>30.35</c:v>
                </c:pt>
                <c:pt idx="24970">
                  <c:v>30.35</c:v>
                </c:pt>
                <c:pt idx="24971">
                  <c:v>30.35</c:v>
                </c:pt>
                <c:pt idx="24972">
                  <c:v>30.35</c:v>
                </c:pt>
                <c:pt idx="24973">
                  <c:v>30.35</c:v>
                </c:pt>
                <c:pt idx="24974">
                  <c:v>30.35</c:v>
                </c:pt>
                <c:pt idx="24975">
                  <c:v>30.35</c:v>
                </c:pt>
                <c:pt idx="24976">
                  <c:v>30.35</c:v>
                </c:pt>
                <c:pt idx="24977">
                  <c:v>30.35</c:v>
                </c:pt>
                <c:pt idx="24978">
                  <c:v>30.35</c:v>
                </c:pt>
                <c:pt idx="24979">
                  <c:v>30.35</c:v>
                </c:pt>
                <c:pt idx="24980">
                  <c:v>30.35</c:v>
                </c:pt>
                <c:pt idx="24981">
                  <c:v>30.35</c:v>
                </c:pt>
                <c:pt idx="24982">
                  <c:v>30.35</c:v>
                </c:pt>
                <c:pt idx="24983">
                  <c:v>30.35</c:v>
                </c:pt>
                <c:pt idx="24984">
                  <c:v>30.35</c:v>
                </c:pt>
                <c:pt idx="24985">
                  <c:v>30.35</c:v>
                </c:pt>
                <c:pt idx="24986">
                  <c:v>30.35</c:v>
                </c:pt>
                <c:pt idx="24987">
                  <c:v>30.35</c:v>
                </c:pt>
                <c:pt idx="24988">
                  <c:v>30.35</c:v>
                </c:pt>
                <c:pt idx="24989">
                  <c:v>30.35</c:v>
                </c:pt>
                <c:pt idx="24990">
                  <c:v>30.35</c:v>
                </c:pt>
                <c:pt idx="24991">
                  <c:v>30.35</c:v>
                </c:pt>
                <c:pt idx="24992">
                  <c:v>30.35</c:v>
                </c:pt>
                <c:pt idx="24993">
                  <c:v>30.35</c:v>
                </c:pt>
                <c:pt idx="24994">
                  <c:v>30.35</c:v>
                </c:pt>
                <c:pt idx="24995">
                  <c:v>30.35</c:v>
                </c:pt>
                <c:pt idx="24996">
                  <c:v>30.35</c:v>
                </c:pt>
                <c:pt idx="24997">
                  <c:v>30.35</c:v>
                </c:pt>
                <c:pt idx="24998">
                  <c:v>30.35</c:v>
                </c:pt>
                <c:pt idx="24999">
                  <c:v>30.35</c:v>
                </c:pt>
                <c:pt idx="25000">
                  <c:v>30.35</c:v>
                </c:pt>
                <c:pt idx="25001">
                  <c:v>30.35</c:v>
                </c:pt>
                <c:pt idx="25002">
                  <c:v>30.35</c:v>
                </c:pt>
                <c:pt idx="25003">
                  <c:v>30.35</c:v>
                </c:pt>
                <c:pt idx="25004">
                  <c:v>30.35</c:v>
                </c:pt>
                <c:pt idx="25005">
                  <c:v>30.35</c:v>
                </c:pt>
                <c:pt idx="25006">
                  <c:v>30.35</c:v>
                </c:pt>
                <c:pt idx="25007">
                  <c:v>30.35</c:v>
                </c:pt>
                <c:pt idx="25008">
                  <c:v>30.35</c:v>
                </c:pt>
                <c:pt idx="25009">
                  <c:v>30.35</c:v>
                </c:pt>
                <c:pt idx="25010">
                  <c:v>30.35</c:v>
                </c:pt>
                <c:pt idx="25011">
                  <c:v>30.35</c:v>
                </c:pt>
                <c:pt idx="25012">
                  <c:v>30.35</c:v>
                </c:pt>
                <c:pt idx="25013">
                  <c:v>30.35</c:v>
                </c:pt>
                <c:pt idx="25014">
                  <c:v>30.35</c:v>
                </c:pt>
                <c:pt idx="25015">
                  <c:v>30.35</c:v>
                </c:pt>
                <c:pt idx="25016">
                  <c:v>30.35</c:v>
                </c:pt>
                <c:pt idx="25017">
                  <c:v>30.35</c:v>
                </c:pt>
                <c:pt idx="25018">
                  <c:v>30.35</c:v>
                </c:pt>
                <c:pt idx="25019">
                  <c:v>30.35</c:v>
                </c:pt>
                <c:pt idx="25020">
                  <c:v>30.35</c:v>
                </c:pt>
                <c:pt idx="25021">
                  <c:v>30.35</c:v>
                </c:pt>
                <c:pt idx="25022">
                  <c:v>30.35</c:v>
                </c:pt>
                <c:pt idx="25023">
                  <c:v>30.35</c:v>
                </c:pt>
                <c:pt idx="25024">
                  <c:v>30.35</c:v>
                </c:pt>
                <c:pt idx="25025">
                  <c:v>30.35</c:v>
                </c:pt>
                <c:pt idx="25026">
                  <c:v>30.35</c:v>
                </c:pt>
                <c:pt idx="25027">
                  <c:v>30.35</c:v>
                </c:pt>
                <c:pt idx="25028">
                  <c:v>30.35</c:v>
                </c:pt>
                <c:pt idx="25029">
                  <c:v>30.35</c:v>
                </c:pt>
                <c:pt idx="25030">
                  <c:v>30.35</c:v>
                </c:pt>
                <c:pt idx="25031">
                  <c:v>30.35</c:v>
                </c:pt>
                <c:pt idx="25032">
                  <c:v>30.35</c:v>
                </c:pt>
                <c:pt idx="25033">
                  <c:v>30.35</c:v>
                </c:pt>
                <c:pt idx="25034">
                  <c:v>30.35</c:v>
                </c:pt>
                <c:pt idx="25035">
                  <c:v>30.35</c:v>
                </c:pt>
                <c:pt idx="25036">
                  <c:v>30.35</c:v>
                </c:pt>
                <c:pt idx="25037">
                  <c:v>30.35</c:v>
                </c:pt>
                <c:pt idx="25038">
                  <c:v>30.35</c:v>
                </c:pt>
                <c:pt idx="25039">
                  <c:v>30.35</c:v>
                </c:pt>
                <c:pt idx="25040">
                  <c:v>30.35</c:v>
                </c:pt>
                <c:pt idx="25041">
                  <c:v>30.35</c:v>
                </c:pt>
                <c:pt idx="25042">
                  <c:v>30.35</c:v>
                </c:pt>
                <c:pt idx="25043">
                  <c:v>30.35</c:v>
                </c:pt>
                <c:pt idx="25044">
                  <c:v>30.35</c:v>
                </c:pt>
                <c:pt idx="25045">
                  <c:v>30.35</c:v>
                </c:pt>
                <c:pt idx="25046">
                  <c:v>30.35</c:v>
                </c:pt>
                <c:pt idx="25047">
                  <c:v>30.35</c:v>
                </c:pt>
                <c:pt idx="25048">
                  <c:v>30.35</c:v>
                </c:pt>
                <c:pt idx="25049">
                  <c:v>30.35</c:v>
                </c:pt>
                <c:pt idx="25050">
                  <c:v>30.35</c:v>
                </c:pt>
                <c:pt idx="25051">
                  <c:v>30.35</c:v>
                </c:pt>
                <c:pt idx="25052">
                  <c:v>30.35</c:v>
                </c:pt>
                <c:pt idx="25053">
                  <c:v>30.3</c:v>
                </c:pt>
                <c:pt idx="25054">
                  <c:v>30.3</c:v>
                </c:pt>
                <c:pt idx="25055">
                  <c:v>30.3</c:v>
                </c:pt>
                <c:pt idx="25056">
                  <c:v>30.3</c:v>
                </c:pt>
                <c:pt idx="25057">
                  <c:v>30.3</c:v>
                </c:pt>
                <c:pt idx="25058">
                  <c:v>30.3</c:v>
                </c:pt>
                <c:pt idx="25059">
                  <c:v>30.3</c:v>
                </c:pt>
                <c:pt idx="25060">
                  <c:v>30.3</c:v>
                </c:pt>
                <c:pt idx="25061">
                  <c:v>30.3</c:v>
                </c:pt>
                <c:pt idx="25062">
                  <c:v>30.3</c:v>
                </c:pt>
                <c:pt idx="25063">
                  <c:v>30.3</c:v>
                </c:pt>
                <c:pt idx="25064">
                  <c:v>30.3</c:v>
                </c:pt>
                <c:pt idx="25065">
                  <c:v>30.3</c:v>
                </c:pt>
                <c:pt idx="25066">
                  <c:v>30.3</c:v>
                </c:pt>
                <c:pt idx="25067">
                  <c:v>30.3</c:v>
                </c:pt>
                <c:pt idx="25068">
                  <c:v>30.35</c:v>
                </c:pt>
                <c:pt idx="25069">
                  <c:v>30.35</c:v>
                </c:pt>
                <c:pt idx="25070">
                  <c:v>30.3</c:v>
                </c:pt>
                <c:pt idx="25071">
                  <c:v>30.3</c:v>
                </c:pt>
                <c:pt idx="25072">
                  <c:v>30.35</c:v>
                </c:pt>
                <c:pt idx="25073">
                  <c:v>30.3</c:v>
                </c:pt>
                <c:pt idx="25074">
                  <c:v>30.3</c:v>
                </c:pt>
                <c:pt idx="25075">
                  <c:v>30.3</c:v>
                </c:pt>
                <c:pt idx="25076">
                  <c:v>30.3</c:v>
                </c:pt>
                <c:pt idx="25077">
                  <c:v>30.3</c:v>
                </c:pt>
                <c:pt idx="25078">
                  <c:v>30.3</c:v>
                </c:pt>
                <c:pt idx="25079">
                  <c:v>30.3</c:v>
                </c:pt>
                <c:pt idx="25080">
                  <c:v>30.3</c:v>
                </c:pt>
                <c:pt idx="25081">
                  <c:v>30.3</c:v>
                </c:pt>
                <c:pt idx="25082">
                  <c:v>30.3</c:v>
                </c:pt>
                <c:pt idx="25083">
                  <c:v>30.3</c:v>
                </c:pt>
                <c:pt idx="25084">
                  <c:v>30.3</c:v>
                </c:pt>
                <c:pt idx="25085">
                  <c:v>30.3</c:v>
                </c:pt>
                <c:pt idx="25086">
                  <c:v>30.3</c:v>
                </c:pt>
                <c:pt idx="25087">
                  <c:v>30.3</c:v>
                </c:pt>
                <c:pt idx="25088">
                  <c:v>30.3</c:v>
                </c:pt>
                <c:pt idx="25089">
                  <c:v>30.3</c:v>
                </c:pt>
                <c:pt idx="25090">
                  <c:v>30.3</c:v>
                </c:pt>
                <c:pt idx="25091">
                  <c:v>30.3</c:v>
                </c:pt>
                <c:pt idx="25092">
                  <c:v>30.3</c:v>
                </c:pt>
                <c:pt idx="25093">
                  <c:v>30.3</c:v>
                </c:pt>
                <c:pt idx="25094">
                  <c:v>30.3</c:v>
                </c:pt>
                <c:pt idx="25095">
                  <c:v>30.3</c:v>
                </c:pt>
                <c:pt idx="25096">
                  <c:v>30.3</c:v>
                </c:pt>
                <c:pt idx="25097">
                  <c:v>30.3</c:v>
                </c:pt>
                <c:pt idx="25098">
                  <c:v>30.3</c:v>
                </c:pt>
                <c:pt idx="25099">
                  <c:v>30.3</c:v>
                </c:pt>
                <c:pt idx="25100">
                  <c:v>30.3</c:v>
                </c:pt>
                <c:pt idx="25101">
                  <c:v>30.3</c:v>
                </c:pt>
                <c:pt idx="25102">
                  <c:v>30.3</c:v>
                </c:pt>
                <c:pt idx="25103">
                  <c:v>30.3</c:v>
                </c:pt>
                <c:pt idx="25104">
                  <c:v>30.3</c:v>
                </c:pt>
                <c:pt idx="25105">
                  <c:v>30.3</c:v>
                </c:pt>
                <c:pt idx="25106">
                  <c:v>30.3</c:v>
                </c:pt>
                <c:pt idx="25107">
                  <c:v>30.25</c:v>
                </c:pt>
                <c:pt idx="25108">
                  <c:v>30.25</c:v>
                </c:pt>
                <c:pt idx="25109">
                  <c:v>30.25</c:v>
                </c:pt>
                <c:pt idx="25110">
                  <c:v>30.25</c:v>
                </c:pt>
                <c:pt idx="25111">
                  <c:v>30.25</c:v>
                </c:pt>
                <c:pt idx="25112">
                  <c:v>30.25</c:v>
                </c:pt>
                <c:pt idx="25113">
                  <c:v>30.25</c:v>
                </c:pt>
                <c:pt idx="25114">
                  <c:v>30.25</c:v>
                </c:pt>
                <c:pt idx="25115">
                  <c:v>30.25</c:v>
                </c:pt>
                <c:pt idx="25116">
                  <c:v>30.25</c:v>
                </c:pt>
                <c:pt idx="25117">
                  <c:v>30.25</c:v>
                </c:pt>
                <c:pt idx="25118">
                  <c:v>30.25</c:v>
                </c:pt>
                <c:pt idx="25119">
                  <c:v>30.3</c:v>
                </c:pt>
                <c:pt idx="25120">
                  <c:v>30.25</c:v>
                </c:pt>
                <c:pt idx="25121">
                  <c:v>30.25</c:v>
                </c:pt>
                <c:pt idx="25122">
                  <c:v>30.3</c:v>
                </c:pt>
                <c:pt idx="25123">
                  <c:v>30.3</c:v>
                </c:pt>
                <c:pt idx="25124">
                  <c:v>30.3</c:v>
                </c:pt>
                <c:pt idx="25125">
                  <c:v>30.3</c:v>
                </c:pt>
                <c:pt idx="25126">
                  <c:v>30.3</c:v>
                </c:pt>
                <c:pt idx="25127">
                  <c:v>30.3</c:v>
                </c:pt>
                <c:pt idx="25128">
                  <c:v>30.3</c:v>
                </c:pt>
                <c:pt idx="25129">
                  <c:v>30.25</c:v>
                </c:pt>
                <c:pt idx="25130">
                  <c:v>30.25</c:v>
                </c:pt>
                <c:pt idx="25131">
                  <c:v>30.25</c:v>
                </c:pt>
                <c:pt idx="25132">
                  <c:v>30.25</c:v>
                </c:pt>
                <c:pt idx="25133">
                  <c:v>30.25</c:v>
                </c:pt>
                <c:pt idx="25134">
                  <c:v>30.25</c:v>
                </c:pt>
                <c:pt idx="25135">
                  <c:v>30.25</c:v>
                </c:pt>
                <c:pt idx="25136">
                  <c:v>30.25</c:v>
                </c:pt>
                <c:pt idx="25137">
                  <c:v>30.25</c:v>
                </c:pt>
                <c:pt idx="25138">
                  <c:v>30.25</c:v>
                </c:pt>
                <c:pt idx="25139">
                  <c:v>30.25</c:v>
                </c:pt>
                <c:pt idx="25140">
                  <c:v>30.25</c:v>
                </c:pt>
                <c:pt idx="25141">
                  <c:v>30.25</c:v>
                </c:pt>
                <c:pt idx="25142">
                  <c:v>30.25</c:v>
                </c:pt>
                <c:pt idx="25143">
                  <c:v>30.25</c:v>
                </c:pt>
                <c:pt idx="25144">
                  <c:v>30.25</c:v>
                </c:pt>
                <c:pt idx="25145">
                  <c:v>30.25</c:v>
                </c:pt>
                <c:pt idx="25146">
                  <c:v>30.25</c:v>
                </c:pt>
                <c:pt idx="25147">
                  <c:v>30.25</c:v>
                </c:pt>
                <c:pt idx="25148">
                  <c:v>30.25</c:v>
                </c:pt>
                <c:pt idx="25149">
                  <c:v>30.25</c:v>
                </c:pt>
                <c:pt idx="25150">
                  <c:v>30.25</c:v>
                </c:pt>
                <c:pt idx="25151">
                  <c:v>30.25</c:v>
                </c:pt>
                <c:pt idx="25152">
                  <c:v>30.25</c:v>
                </c:pt>
                <c:pt idx="25153">
                  <c:v>30.25</c:v>
                </c:pt>
                <c:pt idx="25154">
                  <c:v>30.25</c:v>
                </c:pt>
                <c:pt idx="25155">
                  <c:v>30.25</c:v>
                </c:pt>
                <c:pt idx="25156">
                  <c:v>30.25</c:v>
                </c:pt>
                <c:pt idx="25157">
                  <c:v>30.25</c:v>
                </c:pt>
                <c:pt idx="25158">
                  <c:v>30.25</c:v>
                </c:pt>
                <c:pt idx="25159">
                  <c:v>30.25</c:v>
                </c:pt>
                <c:pt idx="25160">
                  <c:v>30.25</c:v>
                </c:pt>
                <c:pt idx="25161">
                  <c:v>30.25</c:v>
                </c:pt>
                <c:pt idx="25162">
                  <c:v>30.25</c:v>
                </c:pt>
                <c:pt idx="25163">
                  <c:v>30.25</c:v>
                </c:pt>
                <c:pt idx="25164">
                  <c:v>30.25</c:v>
                </c:pt>
                <c:pt idx="25165">
                  <c:v>30.25</c:v>
                </c:pt>
                <c:pt idx="25166">
                  <c:v>30.25</c:v>
                </c:pt>
                <c:pt idx="25167">
                  <c:v>30.25</c:v>
                </c:pt>
                <c:pt idx="25168">
                  <c:v>30.25</c:v>
                </c:pt>
                <c:pt idx="25169">
                  <c:v>30.25</c:v>
                </c:pt>
                <c:pt idx="25170">
                  <c:v>30.25</c:v>
                </c:pt>
                <c:pt idx="25171">
                  <c:v>30.25</c:v>
                </c:pt>
                <c:pt idx="25172">
                  <c:v>30.25</c:v>
                </c:pt>
                <c:pt idx="25173">
                  <c:v>30.2</c:v>
                </c:pt>
                <c:pt idx="25174">
                  <c:v>30.2</c:v>
                </c:pt>
                <c:pt idx="25175">
                  <c:v>30.2</c:v>
                </c:pt>
                <c:pt idx="25176">
                  <c:v>30.2</c:v>
                </c:pt>
                <c:pt idx="25177">
                  <c:v>30.2</c:v>
                </c:pt>
                <c:pt idx="25178">
                  <c:v>30.2</c:v>
                </c:pt>
                <c:pt idx="25179">
                  <c:v>30.2</c:v>
                </c:pt>
                <c:pt idx="25180">
                  <c:v>30.2</c:v>
                </c:pt>
                <c:pt idx="25181">
                  <c:v>30.2</c:v>
                </c:pt>
                <c:pt idx="25182">
                  <c:v>30.2</c:v>
                </c:pt>
                <c:pt idx="25183">
                  <c:v>30.2</c:v>
                </c:pt>
                <c:pt idx="25184">
                  <c:v>30.2</c:v>
                </c:pt>
                <c:pt idx="25185">
                  <c:v>30.2</c:v>
                </c:pt>
                <c:pt idx="25186">
                  <c:v>30.2</c:v>
                </c:pt>
                <c:pt idx="25187">
                  <c:v>30.2</c:v>
                </c:pt>
                <c:pt idx="25188">
                  <c:v>30.2</c:v>
                </c:pt>
                <c:pt idx="25189">
                  <c:v>30.2</c:v>
                </c:pt>
                <c:pt idx="25190">
                  <c:v>30.2</c:v>
                </c:pt>
                <c:pt idx="25191">
                  <c:v>30.2</c:v>
                </c:pt>
                <c:pt idx="25192">
                  <c:v>30.2</c:v>
                </c:pt>
                <c:pt idx="25193">
                  <c:v>30.2</c:v>
                </c:pt>
                <c:pt idx="25194">
                  <c:v>30.2</c:v>
                </c:pt>
                <c:pt idx="25195">
                  <c:v>30.2</c:v>
                </c:pt>
                <c:pt idx="25196">
                  <c:v>30.2</c:v>
                </c:pt>
                <c:pt idx="25197">
                  <c:v>30.2</c:v>
                </c:pt>
                <c:pt idx="25198">
                  <c:v>30.2</c:v>
                </c:pt>
                <c:pt idx="25199">
                  <c:v>30.2</c:v>
                </c:pt>
                <c:pt idx="25200">
                  <c:v>30.2</c:v>
                </c:pt>
                <c:pt idx="25201">
                  <c:v>30.2</c:v>
                </c:pt>
                <c:pt idx="25202">
                  <c:v>30.2</c:v>
                </c:pt>
                <c:pt idx="25203">
                  <c:v>30.2</c:v>
                </c:pt>
                <c:pt idx="25204">
                  <c:v>30.2</c:v>
                </c:pt>
                <c:pt idx="25205">
                  <c:v>30.2</c:v>
                </c:pt>
                <c:pt idx="25206">
                  <c:v>30.2</c:v>
                </c:pt>
                <c:pt idx="25207">
                  <c:v>30.2</c:v>
                </c:pt>
                <c:pt idx="25208">
                  <c:v>30.2</c:v>
                </c:pt>
                <c:pt idx="25209">
                  <c:v>30.2</c:v>
                </c:pt>
                <c:pt idx="25210">
                  <c:v>30.2</c:v>
                </c:pt>
                <c:pt idx="25211">
                  <c:v>30.2</c:v>
                </c:pt>
                <c:pt idx="25212">
                  <c:v>30.2</c:v>
                </c:pt>
                <c:pt idx="25213">
                  <c:v>30.2</c:v>
                </c:pt>
                <c:pt idx="25214">
                  <c:v>30.2</c:v>
                </c:pt>
                <c:pt idx="25215">
                  <c:v>30.2</c:v>
                </c:pt>
                <c:pt idx="25216">
                  <c:v>30.2</c:v>
                </c:pt>
                <c:pt idx="25217">
                  <c:v>30.2</c:v>
                </c:pt>
                <c:pt idx="25218">
                  <c:v>30.2</c:v>
                </c:pt>
                <c:pt idx="25219">
                  <c:v>30.2</c:v>
                </c:pt>
                <c:pt idx="25220">
                  <c:v>30.2</c:v>
                </c:pt>
                <c:pt idx="25221">
                  <c:v>30.2</c:v>
                </c:pt>
                <c:pt idx="25222">
                  <c:v>30.2</c:v>
                </c:pt>
                <c:pt idx="25223">
                  <c:v>30.2</c:v>
                </c:pt>
                <c:pt idx="25224">
                  <c:v>30.2</c:v>
                </c:pt>
                <c:pt idx="25225">
                  <c:v>30.2</c:v>
                </c:pt>
                <c:pt idx="25226">
                  <c:v>30.2</c:v>
                </c:pt>
                <c:pt idx="25227">
                  <c:v>30.2</c:v>
                </c:pt>
                <c:pt idx="25228">
                  <c:v>30.2</c:v>
                </c:pt>
                <c:pt idx="25229">
                  <c:v>30.2</c:v>
                </c:pt>
                <c:pt idx="25230">
                  <c:v>30.2</c:v>
                </c:pt>
                <c:pt idx="25231">
                  <c:v>30.2</c:v>
                </c:pt>
                <c:pt idx="25232">
                  <c:v>30.2</c:v>
                </c:pt>
                <c:pt idx="25233">
                  <c:v>30.2</c:v>
                </c:pt>
                <c:pt idx="25234">
                  <c:v>30.2</c:v>
                </c:pt>
                <c:pt idx="25235">
                  <c:v>30.2</c:v>
                </c:pt>
                <c:pt idx="25236">
                  <c:v>30.2</c:v>
                </c:pt>
                <c:pt idx="25237">
                  <c:v>30.15</c:v>
                </c:pt>
                <c:pt idx="25238">
                  <c:v>30.2</c:v>
                </c:pt>
                <c:pt idx="25239">
                  <c:v>30.15</c:v>
                </c:pt>
                <c:pt idx="25240">
                  <c:v>30.15</c:v>
                </c:pt>
                <c:pt idx="25241">
                  <c:v>30.15</c:v>
                </c:pt>
                <c:pt idx="25242">
                  <c:v>30.15</c:v>
                </c:pt>
                <c:pt idx="25243">
                  <c:v>30.15</c:v>
                </c:pt>
                <c:pt idx="25244">
                  <c:v>30.15</c:v>
                </c:pt>
                <c:pt idx="25245">
                  <c:v>30.15</c:v>
                </c:pt>
                <c:pt idx="25246">
                  <c:v>30.15</c:v>
                </c:pt>
                <c:pt idx="25247">
                  <c:v>30.15</c:v>
                </c:pt>
                <c:pt idx="25248">
                  <c:v>30.15</c:v>
                </c:pt>
                <c:pt idx="25249">
                  <c:v>30.15</c:v>
                </c:pt>
                <c:pt idx="25250">
                  <c:v>30.15</c:v>
                </c:pt>
                <c:pt idx="25251">
                  <c:v>30.15</c:v>
                </c:pt>
                <c:pt idx="25252">
                  <c:v>30.15</c:v>
                </c:pt>
                <c:pt idx="25253">
                  <c:v>30.15</c:v>
                </c:pt>
                <c:pt idx="25254">
                  <c:v>30.15</c:v>
                </c:pt>
                <c:pt idx="25255">
                  <c:v>30.15</c:v>
                </c:pt>
                <c:pt idx="25256">
                  <c:v>30.15</c:v>
                </c:pt>
                <c:pt idx="25257">
                  <c:v>30.15</c:v>
                </c:pt>
                <c:pt idx="25258">
                  <c:v>30.15</c:v>
                </c:pt>
                <c:pt idx="25259">
                  <c:v>30.15</c:v>
                </c:pt>
                <c:pt idx="25260">
                  <c:v>30.15</c:v>
                </c:pt>
                <c:pt idx="25261">
                  <c:v>30.15</c:v>
                </c:pt>
                <c:pt idx="25262">
                  <c:v>30.15</c:v>
                </c:pt>
                <c:pt idx="25263">
                  <c:v>30.15</c:v>
                </c:pt>
                <c:pt idx="25264">
                  <c:v>30.15</c:v>
                </c:pt>
                <c:pt idx="25265">
                  <c:v>30.15</c:v>
                </c:pt>
                <c:pt idx="25266">
                  <c:v>30.15</c:v>
                </c:pt>
                <c:pt idx="25267">
                  <c:v>30.15</c:v>
                </c:pt>
                <c:pt idx="25268">
                  <c:v>30.15</c:v>
                </c:pt>
                <c:pt idx="25269">
                  <c:v>30.15</c:v>
                </c:pt>
                <c:pt idx="25270">
                  <c:v>30.15</c:v>
                </c:pt>
                <c:pt idx="25271">
                  <c:v>30.15</c:v>
                </c:pt>
                <c:pt idx="25272">
                  <c:v>30.15</c:v>
                </c:pt>
                <c:pt idx="25273">
                  <c:v>30.15</c:v>
                </c:pt>
                <c:pt idx="25274">
                  <c:v>30.15</c:v>
                </c:pt>
                <c:pt idx="25275">
                  <c:v>30.15</c:v>
                </c:pt>
                <c:pt idx="25276">
                  <c:v>30.15</c:v>
                </c:pt>
                <c:pt idx="25277">
                  <c:v>30.15</c:v>
                </c:pt>
                <c:pt idx="25278">
                  <c:v>30.15</c:v>
                </c:pt>
                <c:pt idx="25279">
                  <c:v>30.15</c:v>
                </c:pt>
                <c:pt idx="25280">
                  <c:v>30.15</c:v>
                </c:pt>
                <c:pt idx="25281">
                  <c:v>30.15</c:v>
                </c:pt>
                <c:pt idx="25282">
                  <c:v>30.15</c:v>
                </c:pt>
                <c:pt idx="25283">
                  <c:v>30.15</c:v>
                </c:pt>
                <c:pt idx="25284">
                  <c:v>30.15</c:v>
                </c:pt>
                <c:pt idx="25285">
                  <c:v>30.15</c:v>
                </c:pt>
                <c:pt idx="25286">
                  <c:v>30.15</c:v>
                </c:pt>
                <c:pt idx="25287">
                  <c:v>30.15</c:v>
                </c:pt>
                <c:pt idx="25288">
                  <c:v>30.15</c:v>
                </c:pt>
                <c:pt idx="25289">
                  <c:v>30.15</c:v>
                </c:pt>
                <c:pt idx="25290">
                  <c:v>30.15</c:v>
                </c:pt>
                <c:pt idx="25291">
                  <c:v>30.15</c:v>
                </c:pt>
                <c:pt idx="25292">
                  <c:v>30.15</c:v>
                </c:pt>
                <c:pt idx="25293">
                  <c:v>30.15</c:v>
                </c:pt>
                <c:pt idx="25294">
                  <c:v>30.15</c:v>
                </c:pt>
                <c:pt idx="25295">
                  <c:v>30.15</c:v>
                </c:pt>
                <c:pt idx="25296">
                  <c:v>30.15</c:v>
                </c:pt>
                <c:pt idx="25297">
                  <c:v>30.15</c:v>
                </c:pt>
                <c:pt idx="25298">
                  <c:v>30.15</c:v>
                </c:pt>
                <c:pt idx="25299">
                  <c:v>30.1</c:v>
                </c:pt>
                <c:pt idx="25300">
                  <c:v>30.1</c:v>
                </c:pt>
                <c:pt idx="25301">
                  <c:v>30.1</c:v>
                </c:pt>
                <c:pt idx="25302">
                  <c:v>30.1</c:v>
                </c:pt>
                <c:pt idx="25303">
                  <c:v>30.1</c:v>
                </c:pt>
                <c:pt idx="25304">
                  <c:v>30.1</c:v>
                </c:pt>
                <c:pt idx="25305">
                  <c:v>30.1</c:v>
                </c:pt>
                <c:pt idx="25306">
                  <c:v>30.15</c:v>
                </c:pt>
                <c:pt idx="25307">
                  <c:v>30.1</c:v>
                </c:pt>
                <c:pt idx="25308">
                  <c:v>30.1</c:v>
                </c:pt>
                <c:pt idx="25309">
                  <c:v>30.15</c:v>
                </c:pt>
                <c:pt idx="25310">
                  <c:v>30.15</c:v>
                </c:pt>
                <c:pt idx="25311">
                  <c:v>30.1</c:v>
                </c:pt>
                <c:pt idx="25312">
                  <c:v>30.15</c:v>
                </c:pt>
                <c:pt idx="25313">
                  <c:v>30.15</c:v>
                </c:pt>
                <c:pt idx="25314">
                  <c:v>30.1</c:v>
                </c:pt>
                <c:pt idx="25315">
                  <c:v>30.15</c:v>
                </c:pt>
                <c:pt idx="25316">
                  <c:v>30.15</c:v>
                </c:pt>
                <c:pt idx="25317">
                  <c:v>30.1</c:v>
                </c:pt>
                <c:pt idx="25318">
                  <c:v>30.1</c:v>
                </c:pt>
                <c:pt idx="25319">
                  <c:v>30.1</c:v>
                </c:pt>
                <c:pt idx="25320">
                  <c:v>30.1</c:v>
                </c:pt>
                <c:pt idx="25321">
                  <c:v>30.1</c:v>
                </c:pt>
                <c:pt idx="25322">
                  <c:v>30.1</c:v>
                </c:pt>
                <c:pt idx="25323">
                  <c:v>30.1</c:v>
                </c:pt>
                <c:pt idx="25324">
                  <c:v>30.1</c:v>
                </c:pt>
                <c:pt idx="25325">
                  <c:v>30.1</c:v>
                </c:pt>
                <c:pt idx="25326">
                  <c:v>30.1</c:v>
                </c:pt>
                <c:pt idx="25327">
                  <c:v>30.1</c:v>
                </c:pt>
                <c:pt idx="25328">
                  <c:v>30.1</c:v>
                </c:pt>
                <c:pt idx="25329">
                  <c:v>30.1</c:v>
                </c:pt>
                <c:pt idx="25330">
                  <c:v>30.1</c:v>
                </c:pt>
                <c:pt idx="25331">
                  <c:v>30.1</c:v>
                </c:pt>
                <c:pt idx="25332">
                  <c:v>30.1</c:v>
                </c:pt>
                <c:pt idx="25333">
                  <c:v>30.1</c:v>
                </c:pt>
                <c:pt idx="25334">
                  <c:v>30.1</c:v>
                </c:pt>
                <c:pt idx="25335">
                  <c:v>30.1</c:v>
                </c:pt>
                <c:pt idx="25336">
                  <c:v>30.1</c:v>
                </c:pt>
                <c:pt idx="25337">
                  <c:v>30.1</c:v>
                </c:pt>
                <c:pt idx="25338">
                  <c:v>30.1</c:v>
                </c:pt>
                <c:pt idx="25339">
                  <c:v>30.1</c:v>
                </c:pt>
                <c:pt idx="25340">
                  <c:v>30.1</c:v>
                </c:pt>
                <c:pt idx="25341">
                  <c:v>30.1</c:v>
                </c:pt>
                <c:pt idx="25342">
                  <c:v>30.1</c:v>
                </c:pt>
                <c:pt idx="25343">
                  <c:v>30.1</c:v>
                </c:pt>
                <c:pt idx="25344">
                  <c:v>30.1</c:v>
                </c:pt>
                <c:pt idx="25345">
                  <c:v>30.1</c:v>
                </c:pt>
                <c:pt idx="25346">
                  <c:v>30.1</c:v>
                </c:pt>
                <c:pt idx="25347">
                  <c:v>30.1</c:v>
                </c:pt>
                <c:pt idx="25348">
                  <c:v>30.1</c:v>
                </c:pt>
                <c:pt idx="25349">
                  <c:v>30.1</c:v>
                </c:pt>
                <c:pt idx="25350">
                  <c:v>30.1</c:v>
                </c:pt>
                <c:pt idx="25351">
                  <c:v>30.1</c:v>
                </c:pt>
                <c:pt idx="25352">
                  <c:v>30.1</c:v>
                </c:pt>
                <c:pt idx="25353">
                  <c:v>30.1</c:v>
                </c:pt>
                <c:pt idx="25354">
                  <c:v>30.1</c:v>
                </c:pt>
                <c:pt idx="25355">
                  <c:v>30.1</c:v>
                </c:pt>
                <c:pt idx="25356">
                  <c:v>30.1</c:v>
                </c:pt>
                <c:pt idx="25357">
                  <c:v>30.1</c:v>
                </c:pt>
                <c:pt idx="25358">
                  <c:v>30.1</c:v>
                </c:pt>
                <c:pt idx="25359">
                  <c:v>30.1</c:v>
                </c:pt>
                <c:pt idx="25360">
                  <c:v>30.1</c:v>
                </c:pt>
                <c:pt idx="25361">
                  <c:v>30.1</c:v>
                </c:pt>
                <c:pt idx="25362">
                  <c:v>30.1</c:v>
                </c:pt>
                <c:pt idx="25363">
                  <c:v>30.1</c:v>
                </c:pt>
                <c:pt idx="25364">
                  <c:v>30.1</c:v>
                </c:pt>
                <c:pt idx="25365">
                  <c:v>30.1</c:v>
                </c:pt>
                <c:pt idx="25366">
                  <c:v>30.1</c:v>
                </c:pt>
                <c:pt idx="25367">
                  <c:v>30.05</c:v>
                </c:pt>
                <c:pt idx="25368">
                  <c:v>30.05</c:v>
                </c:pt>
                <c:pt idx="25369">
                  <c:v>30.05</c:v>
                </c:pt>
                <c:pt idx="25370">
                  <c:v>30.05</c:v>
                </c:pt>
                <c:pt idx="25371">
                  <c:v>30.05</c:v>
                </c:pt>
                <c:pt idx="25372">
                  <c:v>30.05</c:v>
                </c:pt>
                <c:pt idx="25373">
                  <c:v>30.05</c:v>
                </c:pt>
                <c:pt idx="25374">
                  <c:v>30.05</c:v>
                </c:pt>
                <c:pt idx="25375">
                  <c:v>30.05</c:v>
                </c:pt>
                <c:pt idx="25376">
                  <c:v>30.05</c:v>
                </c:pt>
                <c:pt idx="25377">
                  <c:v>30.05</c:v>
                </c:pt>
                <c:pt idx="25378">
                  <c:v>30.05</c:v>
                </c:pt>
                <c:pt idx="25379">
                  <c:v>30.05</c:v>
                </c:pt>
                <c:pt idx="25380">
                  <c:v>30.05</c:v>
                </c:pt>
                <c:pt idx="25381">
                  <c:v>30.05</c:v>
                </c:pt>
                <c:pt idx="25382">
                  <c:v>30.05</c:v>
                </c:pt>
                <c:pt idx="25383">
                  <c:v>30.05</c:v>
                </c:pt>
                <c:pt idx="25384">
                  <c:v>30.05</c:v>
                </c:pt>
                <c:pt idx="25385">
                  <c:v>30.05</c:v>
                </c:pt>
                <c:pt idx="25386">
                  <c:v>30.05</c:v>
                </c:pt>
                <c:pt idx="25387">
                  <c:v>30.05</c:v>
                </c:pt>
                <c:pt idx="25388">
                  <c:v>30.05</c:v>
                </c:pt>
                <c:pt idx="25389">
                  <c:v>30.05</c:v>
                </c:pt>
                <c:pt idx="25390">
                  <c:v>30.05</c:v>
                </c:pt>
                <c:pt idx="25391">
                  <c:v>30.05</c:v>
                </c:pt>
                <c:pt idx="25392">
                  <c:v>30.05</c:v>
                </c:pt>
                <c:pt idx="25393">
                  <c:v>30.05</c:v>
                </c:pt>
                <c:pt idx="25394">
                  <c:v>30.05</c:v>
                </c:pt>
                <c:pt idx="25395">
                  <c:v>30.05</c:v>
                </c:pt>
                <c:pt idx="25396">
                  <c:v>30.05</c:v>
                </c:pt>
                <c:pt idx="25397">
                  <c:v>30.05</c:v>
                </c:pt>
                <c:pt idx="25398">
                  <c:v>30.05</c:v>
                </c:pt>
                <c:pt idx="25399">
                  <c:v>30.05</c:v>
                </c:pt>
                <c:pt idx="25400">
                  <c:v>30.05</c:v>
                </c:pt>
                <c:pt idx="25401">
                  <c:v>30.05</c:v>
                </c:pt>
                <c:pt idx="25402">
                  <c:v>30.05</c:v>
                </c:pt>
                <c:pt idx="25403">
                  <c:v>30.05</c:v>
                </c:pt>
                <c:pt idx="25404">
                  <c:v>30.05</c:v>
                </c:pt>
                <c:pt idx="25405">
                  <c:v>30.05</c:v>
                </c:pt>
                <c:pt idx="25406">
                  <c:v>30.05</c:v>
                </c:pt>
                <c:pt idx="25407">
                  <c:v>30.05</c:v>
                </c:pt>
                <c:pt idx="25408">
                  <c:v>30.05</c:v>
                </c:pt>
                <c:pt idx="25409">
                  <c:v>30.05</c:v>
                </c:pt>
                <c:pt idx="25410">
                  <c:v>30.05</c:v>
                </c:pt>
                <c:pt idx="25411">
                  <c:v>30.05</c:v>
                </c:pt>
                <c:pt idx="25412">
                  <c:v>30.05</c:v>
                </c:pt>
                <c:pt idx="25413">
                  <c:v>30.05</c:v>
                </c:pt>
                <c:pt idx="25414">
                  <c:v>30.05</c:v>
                </c:pt>
                <c:pt idx="25415">
                  <c:v>30.05</c:v>
                </c:pt>
                <c:pt idx="25416">
                  <c:v>30.05</c:v>
                </c:pt>
                <c:pt idx="25417">
                  <c:v>30.05</c:v>
                </c:pt>
                <c:pt idx="25418">
                  <c:v>30.05</c:v>
                </c:pt>
                <c:pt idx="25419">
                  <c:v>30.05</c:v>
                </c:pt>
                <c:pt idx="25420">
                  <c:v>30</c:v>
                </c:pt>
                <c:pt idx="25421">
                  <c:v>30</c:v>
                </c:pt>
                <c:pt idx="25422">
                  <c:v>30</c:v>
                </c:pt>
                <c:pt idx="25423">
                  <c:v>30</c:v>
                </c:pt>
                <c:pt idx="25424">
                  <c:v>30</c:v>
                </c:pt>
                <c:pt idx="25425">
                  <c:v>30</c:v>
                </c:pt>
                <c:pt idx="25426">
                  <c:v>30</c:v>
                </c:pt>
                <c:pt idx="25427">
                  <c:v>30</c:v>
                </c:pt>
                <c:pt idx="25428">
                  <c:v>30</c:v>
                </c:pt>
                <c:pt idx="25429">
                  <c:v>30</c:v>
                </c:pt>
                <c:pt idx="25430">
                  <c:v>30</c:v>
                </c:pt>
                <c:pt idx="25431">
                  <c:v>30</c:v>
                </c:pt>
                <c:pt idx="25432">
                  <c:v>30</c:v>
                </c:pt>
                <c:pt idx="25433">
                  <c:v>30</c:v>
                </c:pt>
                <c:pt idx="25434">
                  <c:v>30</c:v>
                </c:pt>
                <c:pt idx="25435">
                  <c:v>30</c:v>
                </c:pt>
                <c:pt idx="25436">
                  <c:v>30</c:v>
                </c:pt>
                <c:pt idx="25437">
                  <c:v>30</c:v>
                </c:pt>
                <c:pt idx="25438">
                  <c:v>30</c:v>
                </c:pt>
                <c:pt idx="25439">
                  <c:v>30</c:v>
                </c:pt>
                <c:pt idx="25440">
                  <c:v>30</c:v>
                </c:pt>
                <c:pt idx="25441">
                  <c:v>30</c:v>
                </c:pt>
                <c:pt idx="25442">
                  <c:v>30</c:v>
                </c:pt>
                <c:pt idx="25443">
                  <c:v>30</c:v>
                </c:pt>
                <c:pt idx="25444">
                  <c:v>30</c:v>
                </c:pt>
                <c:pt idx="25445">
                  <c:v>30</c:v>
                </c:pt>
                <c:pt idx="25446">
                  <c:v>30</c:v>
                </c:pt>
                <c:pt idx="25447">
                  <c:v>30</c:v>
                </c:pt>
                <c:pt idx="25448">
                  <c:v>30</c:v>
                </c:pt>
                <c:pt idx="25449">
                  <c:v>30</c:v>
                </c:pt>
                <c:pt idx="25450">
                  <c:v>30</c:v>
                </c:pt>
                <c:pt idx="25451">
                  <c:v>30</c:v>
                </c:pt>
                <c:pt idx="25452">
                  <c:v>30</c:v>
                </c:pt>
                <c:pt idx="25453">
                  <c:v>30</c:v>
                </c:pt>
                <c:pt idx="25454">
                  <c:v>30</c:v>
                </c:pt>
                <c:pt idx="25455">
                  <c:v>30</c:v>
                </c:pt>
                <c:pt idx="25456">
                  <c:v>30</c:v>
                </c:pt>
                <c:pt idx="25457">
                  <c:v>30</c:v>
                </c:pt>
                <c:pt idx="25458">
                  <c:v>30</c:v>
                </c:pt>
                <c:pt idx="25459">
                  <c:v>30</c:v>
                </c:pt>
                <c:pt idx="25460">
                  <c:v>30</c:v>
                </c:pt>
                <c:pt idx="25461">
                  <c:v>30</c:v>
                </c:pt>
                <c:pt idx="25462">
                  <c:v>30</c:v>
                </c:pt>
                <c:pt idx="25463">
                  <c:v>30</c:v>
                </c:pt>
                <c:pt idx="25464">
                  <c:v>30</c:v>
                </c:pt>
                <c:pt idx="25465">
                  <c:v>30</c:v>
                </c:pt>
                <c:pt idx="25466">
                  <c:v>30</c:v>
                </c:pt>
                <c:pt idx="25467">
                  <c:v>30</c:v>
                </c:pt>
                <c:pt idx="25468">
                  <c:v>30</c:v>
                </c:pt>
                <c:pt idx="25469">
                  <c:v>30</c:v>
                </c:pt>
                <c:pt idx="25470">
                  <c:v>30</c:v>
                </c:pt>
                <c:pt idx="25471">
                  <c:v>30</c:v>
                </c:pt>
                <c:pt idx="25472">
                  <c:v>30</c:v>
                </c:pt>
                <c:pt idx="25473">
                  <c:v>30</c:v>
                </c:pt>
                <c:pt idx="25474">
                  <c:v>30</c:v>
                </c:pt>
                <c:pt idx="25475">
                  <c:v>30</c:v>
                </c:pt>
                <c:pt idx="25476">
                  <c:v>30</c:v>
                </c:pt>
                <c:pt idx="25477">
                  <c:v>30</c:v>
                </c:pt>
                <c:pt idx="25478">
                  <c:v>30</c:v>
                </c:pt>
                <c:pt idx="25479">
                  <c:v>30</c:v>
                </c:pt>
                <c:pt idx="25480">
                  <c:v>30</c:v>
                </c:pt>
                <c:pt idx="25481">
                  <c:v>30</c:v>
                </c:pt>
                <c:pt idx="25482">
                  <c:v>30</c:v>
                </c:pt>
                <c:pt idx="25483">
                  <c:v>30</c:v>
                </c:pt>
                <c:pt idx="25484">
                  <c:v>30</c:v>
                </c:pt>
                <c:pt idx="25485">
                  <c:v>30</c:v>
                </c:pt>
                <c:pt idx="25486">
                  <c:v>30</c:v>
                </c:pt>
                <c:pt idx="25487">
                  <c:v>30</c:v>
                </c:pt>
                <c:pt idx="25488">
                  <c:v>30</c:v>
                </c:pt>
                <c:pt idx="25489">
                  <c:v>30</c:v>
                </c:pt>
                <c:pt idx="25490">
                  <c:v>30</c:v>
                </c:pt>
                <c:pt idx="25491">
                  <c:v>30</c:v>
                </c:pt>
                <c:pt idx="25492">
                  <c:v>30</c:v>
                </c:pt>
                <c:pt idx="25493">
                  <c:v>30</c:v>
                </c:pt>
                <c:pt idx="25494">
                  <c:v>30</c:v>
                </c:pt>
                <c:pt idx="25495">
                  <c:v>30</c:v>
                </c:pt>
                <c:pt idx="25496">
                  <c:v>30</c:v>
                </c:pt>
                <c:pt idx="25497">
                  <c:v>30</c:v>
                </c:pt>
                <c:pt idx="25498">
                  <c:v>30</c:v>
                </c:pt>
                <c:pt idx="25499">
                  <c:v>30</c:v>
                </c:pt>
                <c:pt idx="25500">
                  <c:v>30</c:v>
                </c:pt>
                <c:pt idx="25501">
                  <c:v>30</c:v>
                </c:pt>
                <c:pt idx="25502">
                  <c:v>30</c:v>
                </c:pt>
                <c:pt idx="25503">
                  <c:v>30</c:v>
                </c:pt>
                <c:pt idx="25504">
                  <c:v>29.95</c:v>
                </c:pt>
                <c:pt idx="25505">
                  <c:v>29.95</c:v>
                </c:pt>
                <c:pt idx="25506">
                  <c:v>29.95</c:v>
                </c:pt>
                <c:pt idx="25507">
                  <c:v>29.95</c:v>
                </c:pt>
                <c:pt idx="25508">
                  <c:v>29.95</c:v>
                </c:pt>
                <c:pt idx="25509">
                  <c:v>29.95</c:v>
                </c:pt>
                <c:pt idx="25510">
                  <c:v>29.95</c:v>
                </c:pt>
                <c:pt idx="25511">
                  <c:v>29.95</c:v>
                </c:pt>
                <c:pt idx="25512">
                  <c:v>30</c:v>
                </c:pt>
                <c:pt idx="25513">
                  <c:v>30</c:v>
                </c:pt>
                <c:pt idx="25514">
                  <c:v>30</c:v>
                </c:pt>
                <c:pt idx="25515">
                  <c:v>30</c:v>
                </c:pt>
                <c:pt idx="25516">
                  <c:v>30</c:v>
                </c:pt>
                <c:pt idx="25517">
                  <c:v>30</c:v>
                </c:pt>
                <c:pt idx="25518">
                  <c:v>30</c:v>
                </c:pt>
                <c:pt idx="25519">
                  <c:v>30</c:v>
                </c:pt>
                <c:pt idx="25520">
                  <c:v>30</c:v>
                </c:pt>
                <c:pt idx="25521">
                  <c:v>30</c:v>
                </c:pt>
                <c:pt idx="25522">
                  <c:v>30</c:v>
                </c:pt>
                <c:pt idx="25523">
                  <c:v>29.95</c:v>
                </c:pt>
                <c:pt idx="25524">
                  <c:v>29.95</c:v>
                </c:pt>
                <c:pt idx="25525">
                  <c:v>29.95</c:v>
                </c:pt>
                <c:pt idx="25526">
                  <c:v>29.95</c:v>
                </c:pt>
                <c:pt idx="25527">
                  <c:v>29.95</c:v>
                </c:pt>
                <c:pt idx="25528">
                  <c:v>29.95</c:v>
                </c:pt>
                <c:pt idx="25529">
                  <c:v>29.95</c:v>
                </c:pt>
                <c:pt idx="25530">
                  <c:v>29.95</c:v>
                </c:pt>
                <c:pt idx="25531">
                  <c:v>29.95</c:v>
                </c:pt>
                <c:pt idx="25532">
                  <c:v>29.95</c:v>
                </c:pt>
                <c:pt idx="25533">
                  <c:v>29.95</c:v>
                </c:pt>
                <c:pt idx="25534">
                  <c:v>29.95</c:v>
                </c:pt>
                <c:pt idx="25535">
                  <c:v>29.95</c:v>
                </c:pt>
                <c:pt idx="25536">
                  <c:v>29.95</c:v>
                </c:pt>
                <c:pt idx="25537">
                  <c:v>29.95</c:v>
                </c:pt>
                <c:pt idx="25538">
                  <c:v>29.95</c:v>
                </c:pt>
                <c:pt idx="25539">
                  <c:v>29.95</c:v>
                </c:pt>
                <c:pt idx="25540">
                  <c:v>29.95</c:v>
                </c:pt>
                <c:pt idx="25541">
                  <c:v>29.95</c:v>
                </c:pt>
                <c:pt idx="25542">
                  <c:v>29.95</c:v>
                </c:pt>
                <c:pt idx="25543">
                  <c:v>29.95</c:v>
                </c:pt>
                <c:pt idx="25544">
                  <c:v>29.95</c:v>
                </c:pt>
                <c:pt idx="25545">
                  <c:v>29.95</c:v>
                </c:pt>
                <c:pt idx="25546">
                  <c:v>29.95</c:v>
                </c:pt>
                <c:pt idx="25547">
                  <c:v>29.95</c:v>
                </c:pt>
                <c:pt idx="25548">
                  <c:v>29.95</c:v>
                </c:pt>
                <c:pt idx="25549">
                  <c:v>29.95</c:v>
                </c:pt>
                <c:pt idx="25550">
                  <c:v>29.95</c:v>
                </c:pt>
                <c:pt idx="25551">
                  <c:v>29.95</c:v>
                </c:pt>
                <c:pt idx="25552">
                  <c:v>29.95</c:v>
                </c:pt>
                <c:pt idx="25553">
                  <c:v>29.95</c:v>
                </c:pt>
                <c:pt idx="25554">
                  <c:v>29.95</c:v>
                </c:pt>
                <c:pt idx="25555">
                  <c:v>29.95</c:v>
                </c:pt>
                <c:pt idx="25556">
                  <c:v>29.95</c:v>
                </c:pt>
                <c:pt idx="25557">
                  <c:v>29.95</c:v>
                </c:pt>
                <c:pt idx="25558">
                  <c:v>29.95</c:v>
                </c:pt>
                <c:pt idx="25559">
                  <c:v>29.95</c:v>
                </c:pt>
                <c:pt idx="25560">
                  <c:v>29.95</c:v>
                </c:pt>
                <c:pt idx="25561">
                  <c:v>29.95</c:v>
                </c:pt>
                <c:pt idx="25562">
                  <c:v>29.95</c:v>
                </c:pt>
                <c:pt idx="25563">
                  <c:v>29.9</c:v>
                </c:pt>
                <c:pt idx="25564">
                  <c:v>29.9</c:v>
                </c:pt>
                <c:pt idx="25565">
                  <c:v>29.9</c:v>
                </c:pt>
                <c:pt idx="25566">
                  <c:v>29.9</c:v>
                </c:pt>
                <c:pt idx="25567">
                  <c:v>29.9</c:v>
                </c:pt>
                <c:pt idx="25568">
                  <c:v>29.9</c:v>
                </c:pt>
                <c:pt idx="25569">
                  <c:v>29.9</c:v>
                </c:pt>
                <c:pt idx="25570">
                  <c:v>29.9</c:v>
                </c:pt>
                <c:pt idx="25571">
                  <c:v>29.95</c:v>
                </c:pt>
                <c:pt idx="25572">
                  <c:v>29.9</c:v>
                </c:pt>
                <c:pt idx="25573">
                  <c:v>29.9</c:v>
                </c:pt>
                <c:pt idx="25574">
                  <c:v>29.9</c:v>
                </c:pt>
                <c:pt idx="25575">
                  <c:v>29.9</c:v>
                </c:pt>
                <c:pt idx="25576">
                  <c:v>29.9</c:v>
                </c:pt>
                <c:pt idx="25577">
                  <c:v>29.95</c:v>
                </c:pt>
                <c:pt idx="25578">
                  <c:v>29.95</c:v>
                </c:pt>
                <c:pt idx="25579">
                  <c:v>29.95</c:v>
                </c:pt>
                <c:pt idx="25580">
                  <c:v>29.95</c:v>
                </c:pt>
                <c:pt idx="25581">
                  <c:v>29.95</c:v>
                </c:pt>
                <c:pt idx="25582">
                  <c:v>29.95</c:v>
                </c:pt>
                <c:pt idx="25583">
                  <c:v>29.9</c:v>
                </c:pt>
                <c:pt idx="25584">
                  <c:v>29.9</c:v>
                </c:pt>
                <c:pt idx="25585">
                  <c:v>29.9</c:v>
                </c:pt>
                <c:pt idx="25586">
                  <c:v>29.9</c:v>
                </c:pt>
                <c:pt idx="25587">
                  <c:v>29.9</c:v>
                </c:pt>
                <c:pt idx="25588">
                  <c:v>29.9</c:v>
                </c:pt>
                <c:pt idx="25589">
                  <c:v>29.9</c:v>
                </c:pt>
                <c:pt idx="25590">
                  <c:v>29.9</c:v>
                </c:pt>
                <c:pt idx="25591">
                  <c:v>29.9</c:v>
                </c:pt>
                <c:pt idx="25592">
                  <c:v>29.9</c:v>
                </c:pt>
                <c:pt idx="25593">
                  <c:v>29.9</c:v>
                </c:pt>
                <c:pt idx="25594">
                  <c:v>29.9</c:v>
                </c:pt>
                <c:pt idx="25595">
                  <c:v>29.9</c:v>
                </c:pt>
                <c:pt idx="25596">
                  <c:v>29.9</c:v>
                </c:pt>
                <c:pt idx="25597">
                  <c:v>29.9</c:v>
                </c:pt>
                <c:pt idx="25598">
                  <c:v>29.9</c:v>
                </c:pt>
                <c:pt idx="25599">
                  <c:v>29.9</c:v>
                </c:pt>
                <c:pt idx="25600">
                  <c:v>29.9</c:v>
                </c:pt>
                <c:pt idx="25601">
                  <c:v>29.9</c:v>
                </c:pt>
                <c:pt idx="25602">
                  <c:v>29.9</c:v>
                </c:pt>
                <c:pt idx="25603">
                  <c:v>29.9</c:v>
                </c:pt>
                <c:pt idx="25604">
                  <c:v>29.9</c:v>
                </c:pt>
                <c:pt idx="25605">
                  <c:v>29.9</c:v>
                </c:pt>
                <c:pt idx="25606">
                  <c:v>29.9</c:v>
                </c:pt>
                <c:pt idx="25607">
                  <c:v>29.9</c:v>
                </c:pt>
                <c:pt idx="25608">
                  <c:v>29.9</c:v>
                </c:pt>
                <c:pt idx="25609">
                  <c:v>29.9</c:v>
                </c:pt>
                <c:pt idx="25610">
                  <c:v>29.9</c:v>
                </c:pt>
                <c:pt idx="25611">
                  <c:v>29.9</c:v>
                </c:pt>
                <c:pt idx="25612">
                  <c:v>29.9</c:v>
                </c:pt>
                <c:pt idx="25613">
                  <c:v>29.9</c:v>
                </c:pt>
                <c:pt idx="25614">
                  <c:v>29.9</c:v>
                </c:pt>
                <c:pt idx="25615">
                  <c:v>29.9</c:v>
                </c:pt>
                <c:pt idx="25616">
                  <c:v>29.9</c:v>
                </c:pt>
                <c:pt idx="25617">
                  <c:v>29.9</c:v>
                </c:pt>
                <c:pt idx="25618">
                  <c:v>29.9</c:v>
                </c:pt>
                <c:pt idx="25619">
                  <c:v>29.9</c:v>
                </c:pt>
                <c:pt idx="25620">
                  <c:v>29.9</c:v>
                </c:pt>
                <c:pt idx="25621">
                  <c:v>29.9</c:v>
                </c:pt>
                <c:pt idx="25622">
                  <c:v>29.9</c:v>
                </c:pt>
                <c:pt idx="25623">
                  <c:v>29.9</c:v>
                </c:pt>
                <c:pt idx="25624">
                  <c:v>29.9</c:v>
                </c:pt>
                <c:pt idx="25625">
                  <c:v>29.9</c:v>
                </c:pt>
                <c:pt idx="25626">
                  <c:v>29.9</c:v>
                </c:pt>
                <c:pt idx="25627">
                  <c:v>29.9</c:v>
                </c:pt>
                <c:pt idx="25628">
                  <c:v>29.85</c:v>
                </c:pt>
                <c:pt idx="25629">
                  <c:v>29.85</c:v>
                </c:pt>
                <c:pt idx="25630">
                  <c:v>29.85</c:v>
                </c:pt>
                <c:pt idx="25631">
                  <c:v>29.85</c:v>
                </c:pt>
                <c:pt idx="25632">
                  <c:v>29.85</c:v>
                </c:pt>
                <c:pt idx="25633">
                  <c:v>29.85</c:v>
                </c:pt>
                <c:pt idx="25634">
                  <c:v>29.85</c:v>
                </c:pt>
                <c:pt idx="25635">
                  <c:v>29.85</c:v>
                </c:pt>
                <c:pt idx="25636">
                  <c:v>29.85</c:v>
                </c:pt>
                <c:pt idx="25637">
                  <c:v>29.85</c:v>
                </c:pt>
                <c:pt idx="25638">
                  <c:v>29.85</c:v>
                </c:pt>
                <c:pt idx="25639">
                  <c:v>29.85</c:v>
                </c:pt>
                <c:pt idx="25640">
                  <c:v>29.85</c:v>
                </c:pt>
                <c:pt idx="25641">
                  <c:v>29.85</c:v>
                </c:pt>
                <c:pt idx="25642">
                  <c:v>29.85</c:v>
                </c:pt>
                <c:pt idx="25643">
                  <c:v>29.85</c:v>
                </c:pt>
                <c:pt idx="25644">
                  <c:v>29.85</c:v>
                </c:pt>
                <c:pt idx="25645">
                  <c:v>29.85</c:v>
                </c:pt>
                <c:pt idx="25646">
                  <c:v>29.85</c:v>
                </c:pt>
                <c:pt idx="25647">
                  <c:v>29.85</c:v>
                </c:pt>
                <c:pt idx="25648">
                  <c:v>29.85</c:v>
                </c:pt>
                <c:pt idx="25649">
                  <c:v>29.85</c:v>
                </c:pt>
                <c:pt idx="25650">
                  <c:v>29.85</c:v>
                </c:pt>
                <c:pt idx="25651">
                  <c:v>29.85</c:v>
                </c:pt>
                <c:pt idx="25652">
                  <c:v>29.85</c:v>
                </c:pt>
                <c:pt idx="25653">
                  <c:v>29.85</c:v>
                </c:pt>
                <c:pt idx="25654">
                  <c:v>29.85</c:v>
                </c:pt>
                <c:pt idx="25655">
                  <c:v>29.85</c:v>
                </c:pt>
                <c:pt idx="25656">
                  <c:v>29.85</c:v>
                </c:pt>
                <c:pt idx="25657">
                  <c:v>29.85</c:v>
                </c:pt>
                <c:pt idx="25658">
                  <c:v>29.85</c:v>
                </c:pt>
                <c:pt idx="25659">
                  <c:v>29.85</c:v>
                </c:pt>
                <c:pt idx="25660">
                  <c:v>29.85</c:v>
                </c:pt>
                <c:pt idx="25661">
                  <c:v>29.85</c:v>
                </c:pt>
                <c:pt idx="25662">
                  <c:v>29.85</c:v>
                </c:pt>
                <c:pt idx="25663">
                  <c:v>29.85</c:v>
                </c:pt>
                <c:pt idx="25664">
                  <c:v>29.85</c:v>
                </c:pt>
                <c:pt idx="25665">
                  <c:v>29.85</c:v>
                </c:pt>
                <c:pt idx="25666">
                  <c:v>29.85</c:v>
                </c:pt>
                <c:pt idx="25667">
                  <c:v>29.85</c:v>
                </c:pt>
                <c:pt idx="25668">
                  <c:v>29.85</c:v>
                </c:pt>
                <c:pt idx="25669">
                  <c:v>29.85</c:v>
                </c:pt>
                <c:pt idx="25670">
                  <c:v>29.85</c:v>
                </c:pt>
                <c:pt idx="25671">
                  <c:v>29.85</c:v>
                </c:pt>
                <c:pt idx="25672">
                  <c:v>29.85</c:v>
                </c:pt>
                <c:pt idx="25673">
                  <c:v>29.85</c:v>
                </c:pt>
                <c:pt idx="25674">
                  <c:v>29.85</c:v>
                </c:pt>
                <c:pt idx="25675">
                  <c:v>29.85</c:v>
                </c:pt>
                <c:pt idx="25676">
                  <c:v>29.85</c:v>
                </c:pt>
                <c:pt idx="25677">
                  <c:v>29.85</c:v>
                </c:pt>
                <c:pt idx="25678">
                  <c:v>29.85</c:v>
                </c:pt>
                <c:pt idx="25679">
                  <c:v>29.85</c:v>
                </c:pt>
                <c:pt idx="25680">
                  <c:v>29.85</c:v>
                </c:pt>
                <c:pt idx="25681">
                  <c:v>29.85</c:v>
                </c:pt>
                <c:pt idx="25682">
                  <c:v>29.85</c:v>
                </c:pt>
                <c:pt idx="25683">
                  <c:v>29.85</c:v>
                </c:pt>
                <c:pt idx="25684">
                  <c:v>29.8</c:v>
                </c:pt>
                <c:pt idx="25685">
                  <c:v>29.8</c:v>
                </c:pt>
                <c:pt idx="25686">
                  <c:v>29.8</c:v>
                </c:pt>
                <c:pt idx="25687">
                  <c:v>29.8</c:v>
                </c:pt>
                <c:pt idx="25688">
                  <c:v>29.8</c:v>
                </c:pt>
                <c:pt idx="25689">
                  <c:v>29.8</c:v>
                </c:pt>
                <c:pt idx="25690">
                  <c:v>29.8</c:v>
                </c:pt>
                <c:pt idx="25691">
                  <c:v>29.8</c:v>
                </c:pt>
                <c:pt idx="25692">
                  <c:v>29.8</c:v>
                </c:pt>
                <c:pt idx="25693">
                  <c:v>29.8</c:v>
                </c:pt>
                <c:pt idx="25694">
                  <c:v>29.8</c:v>
                </c:pt>
                <c:pt idx="25695">
                  <c:v>29.8</c:v>
                </c:pt>
                <c:pt idx="25696">
                  <c:v>29.8</c:v>
                </c:pt>
                <c:pt idx="25697">
                  <c:v>29.8</c:v>
                </c:pt>
                <c:pt idx="25698">
                  <c:v>29.8</c:v>
                </c:pt>
                <c:pt idx="25699">
                  <c:v>29.8</c:v>
                </c:pt>
                <c:pt idx="25700">
                  <c:v>29.8</c:v>
                </c:pt>
                <c:pt idx="25701">
                  <c:v>29.8</c:v>
                </c:pt>
                <c:pt idx="25702">
                  <c:v>29.8</c:v>
                </c:pt>
                <c:pt idx="25703">
                  <c:v>29.8</c:v>
                </c:pt>
                <c:pt idx="25704">
                  <c:v>29.8</c:v>
                </c:pt>
                <c:pt idx="25705">
                  <c:v>29.8</c:v>
                </c:pt>
                <c:pt idx="25706">
                  <c:v>29.8</c:v>
                </c:pt>
                <c:pt idx="25707">
                  <c:v>29.8</c:v>
                </c:pt>
                <c:pt idx="25708">
                  <c:v>29.8</c:v>
                </c:pt>
                <c:pt idx="25709">
                  <c:v>29.8</c:v>
                </c:pt>
                <c:pt idx="25710">
                  <c:v>29.8</c:v>
                </c:pt>
                <c:pt idx="25711">
                  <c:v>29.8</c:v>
                </c:pt>
                <c:pt idx="25712">
                  <c:v>29.8</c:v>
                </c:pt>
                <c:pt idx="25713">
                  <c:v>29.8</c:v>
                </c:pt>
                <c:pt idx="25714">
                  <c:v>29.8</c:v>
                </c:pt>
                <c:pt idx="25715">
                  <c:v>29.8</c:v>
                </c:pt>
                <c:pt idx="25716">
                  <c:v>29.8</c:v>
                </c:pt>
                <c:pt idx="25717">
                  <c:v>29.8</c:v>
                </c:pt>
                <c:pt idx="25718">
                  <c:v>29.8</c:v>
                </c:pt>
                <c:pt idx="25719">
                  <c:v>29.8</c:v>
                </c:pt>
                <c:pt idx="25720">
                  <c:v>29.8</c:v>
                </c:pt>
                <c:pt idx="25721">
                  <c:v>29.8</c:v>
                </c:pt>
                <c:pt idx="25722">
                  <c:v>29.8</c:v>
                </c:pt>
                <c:pt idx="25723">
                  <c:v>29.8</c:v>
                </c:pt>
                <c:pt idx="25724">
                  <c:v>29.8</c:v>
                </c:pt>
                <c:pt idx="25725">
                  <c:v>29.8</c:v>
                </c:pt>
                <c:pt idx="25726">
                  <c:v>29.8</c:v>
                </c:pt>
                <c:pt idx="25727">
                  <c:v>29.8</c:v>
                </c:pt>
                <c:pt idx="25728">
                  <c:v>29.8</c:v>
                </c:pt>
                <c:pt idx="25729">
                  <c:v>29.8</c:v>
                </c:pt>
                <c:pt idx="25730">
                  <c:v>29.8</c:v>
                </c:pt>
                <c:pt idx="25731">
                  <c:v>29.8</c:v>
                </c:pt>
                <c:pt idx="25732">
                  <c:v>29.8</c:v>
                </c:pt>
                <c:pt idx="25733">
                  <c:v>29.8</c:v>
                </c:pt>
                <c:pt idx="25734">
                  <c:v>29.8</c:v>
                </c:pt>
                <c:pt idx="25735">
                  <c:v>29.8</c:v>
                </c:pt>
                <c:pt idx="25736">
                  <c:v>29.8</c:v>
                </c:pt>
                <c:pt idx="25737">
                  <c:v>29.8</c:v>
                </c:pt>
                <c:pt idx="25738">
                  <c:v>29.8</c:v>
                </c:pt>
                <c:pt idx="25739">
                  <c:v>29.75</c:v>
                </c:pt>
                <c:pt idx="25740">
                  <c:v>29.8</c:v>
                </c:pt>
                <c:pt idx="25741">
                  <c:v>29.8</c:v>
                </c:pt>
                <c:pt idx="25742">
                  <c:v>29.75</c:v>
                </c:pt>
                <c:pt idx="25743">
                  <c:v>29.75</c:v>
                </c:pt>
                <c:pt idx="25744">
                  <c:v>29.75</c:v>
                </c:pt>
                <c:pt idx="25745">
                  <c:v>29.75</c:v>
                </c:pt>
                <c:pt idx="25746">
                  <c:v>29.75</c:v>
                </c:pt>
                <c:pt idx="25747">
                  <c:v>29.75</c:v>
                </c:pt>
                <c:pt idx="25748">
                  <c:v>29.75</c:v>
                </c:pt>
                <c:pt idx="25749">
                  <c:v>29.75</c:v>
                </c:pt>
                <c:pt idx="25750">
                  <c:v>29.75</c:v>
                </c:pt>
                <c:pt idx="25751">
                  <c:v>29.75</c:v>
                </c:pt>
                <c:pt idx="25752">
                  <c:v>29.75</c:v>
                </c:pt>
                <c:pt idx="25753">
                  <c:v>29.75</c:v>
                </c:pt>
                <c:pt idx="25754">
                  <c:v>29.75</c:v>
                </c:pt>
                <c:pt idx="25755">
                  <c:v>29.75</c:v>
                </c:pt>
                <c:pt idx="25756">
                  <c:v>29.75</c:v>
                </c:pt>
                <c:pt idx="25757">
                  <c:v>29.75</c:v>
                </c:pt>
                <c:pt idx="25758">
                  <c:v>29.75</c:v>
                </c:pt>
                <c:pt idx="25759">
                  <c:v>29.75</c:v>
                </c:pt>
                <c:pt idx="25760">
                  <c:v>29.75</c:v>
                </c:pt>
                <c:pt idx="25761">
                  <c:v>29.75</c:v>
                </c:pt>
                <c:pt idx="25762">
                  <c:v>29.75</c:v>
                </c:pt>
                <c:pt idx="25763">
                  <c:v>29.75</c:v>
                </c:pt>
                <c:pt idx="25764">
                  <c:v>29.75</c:v>
                </c:pt>
                <c:pt idx="25765">
                  <c:v>29.75</c:v>
                </c:pt>
                <c:pt idx="25766">
                  <c:v>29.75</c:v>
                </c:pt>
                <c:pt idx="25767">
                  <c:v>29.75</c:v>
                </c:pt>
                <c:pt idx="25768">
                  <c:v>29.75</c:v>
                </c:pt>
                <c:pt idx="25769">
                  <c:v>29.75</c:v>
                </c:pt>
                <c:pt idx="25770">
                  <c:v>29.75</c:v>
                </c:pt>
                <c:pt idx="25771">
                  <c:v>29.75</c:v>
                </c:pt>
                <c:pt idx="25772">
                  <c:v>29.75</c:v>
                </c:pt>
                <c:pt idx="25773">
                  <c:v>29.75</c:v>
                </c:pt>
                <c:pt idx="25774">
                  <c:v>29.75</c:v>
                </c:pt>
                <c:pt idx="25775">
                  <c:v>29.75</c:v>
                </c:pt>
                <c:pt idx="25776">
                  <c:v>29.75</c:v>
                </c:pt>
                <c:pt idx="25777">
                  <c:v>29.75</c:v>
                </c:pt>
                <c:pt idx="25778">
                  <c:v>29.75</c:v>
                </c:pt>
                <c:pt idx="25779">
                  <c:v>29.75</c:v>
                </c:pt>
                <c:pt idx="25780">
                  <c:v>29.75</c:v>
                </c:pt>
                <c:pt idx="25781">
                  <c:v>29.75</c:v>
                </c:pt>
                <c:pt idx="25782">
                  <c:v>29.75</c:v>
                </c:pt>
                <c:pt idx="25783">
                  <c:v>29.75</c:v>
                </c:pt>
                <c:pt idx="25784">
                  <c:v>29.75</c:v>
                </c:pt>
                <c:pt idx="25785">
                  <c:v>29.75</c:v>
                </c:pt>
                <c:pt idx="25786">
                  <c:v>29.75</c:v>
                </c:pt>
                <c:pt idx="25787">
                  <c:v>29.75</c:v>
                </c:pt>
                <c:pt idx="25788">
                  <c:v>29.75</c:v>
                </c:pt>
                <c:pt idx="25789">
                  <c:v>29.75</c:v>
                </c:pt>
                <c:pt idx="25790">
                  <c:v>29.75</c:v>
                </c:pt>
                <c:pt idx="25791">
                  <c:v>29.7</c:v>
                </c:pt>
                <c:pt idx="25792">
                  <c:v>29.7</c:v>
                </c:pt>
                <c:pt idx="25793">
                  <c:v>29.75</c:v>
                </c:pt>
                <c:pt idx="25794">
                  <c:v>29.75</c:v>
                </c:pt>
                <c:pt idx="25795">
                  <c:v>29.75</c:v>
                </c:pt>
                <c:pt idx="25796">
                  <c:v>29.75</c:v>
                </c:pt>
                <c:pt idx="25797">
                  <c:v>29.75</c:v>
                </c:pt>
                <c:pt idx="25798">
                  <c:v>29.75</c:v>
                </c:pt>
                <c:pt idx="25799">
                  <c:v>29.75</c:v>
                </c:pt>
                <c:pt idx="25800">
                  <c:v>29.75</c:v>
                </c:pt>
                <c:pt idx="25801">
                  <c:v>29.75</c:v>
                </c:pt>
                <c:pt idx="25802">
                  <c:v>29.75</c:v>
                </c:pt>
                <c:pt idx="25803">
                  <c:v>29.75</c:v>
                </c:pt>
                <c:pt idx="25804">
                  <c:v>29.75</c:v>
                </c:pt>
                <c:pt idx="25805">
                  <c:v>29.75</c:v>
                </c:pt>
                <c:pt idx="25806">
                  <c:v>29.75</c:v>
                </c:pt>
                <c:pt idx="25807">
                  <c:v>29.7</c:v>
                </c:pt>
                <c:pt idx="25808">
                  <c:v>29.75</c:v>
                </c:pt>
                <c:pt idx="25809">
                  <c:v>29.75</c:v>
                </c:pt>
                <c:pt idx="25810">
                  <c:v>29.75</c:v>
                </c:pt>
                <c:pt idx="25811">
                  <c:v>29.75</c:v>
                </c:pt>
                <c:pt idx="25812">
                  <c:v>29.7</c:v>
                </c:pt>
                <c:pt idx="25813">
                  <c:v>29.75</c:v>
                </c:pt>
                <c:pt idx="25814">
                  <c:v>29.7</c:v>
                </c:pt>
                <c:pt idx="25815">
                  <c:v>29.75</c:v>
                </c:pt>
                <c:pt idx="25816">
                  <c:v>29.7</c:v>
                </c:pt>
                <c:pt idx="25817">
                  <c:v>29.7</c:v>
                </c:pt>
                <c:pt idx="25818">
                  <c:v>29.7</c:v>
                </c:pt>
                <c:pt idx="25819">
                  <c:v>29.7</c:v>
                </c:pt>
                <c:pt idx="25820">
                  <c:v>29.7</c:v>
                </c:pt>
                <c:pt idx="25821">
                  <c:v>29.7</c:v>
                </c:pt>
                <c:pt idx="25822">
                  <c:v>29.7</c:v>
                </c:pt>
                <c:pt idx="25823">
                  <c:v>29.7</c:v>
                </c:pt>
                <c:pt idx="25824">
                  <c:v>29.7</c:v>
                </c:pt>
                <c:pt idx="25825">
                  <c:v>29.7</c:v>
                </c:pt>
                <c:pt idx="25826">
                  <c:v>29.75</c:v>
                </c:pt>
                <c:pt idx="25827">
                  <c:v>29.7</c:v>
                </c:pt>
                <c:pt idx="25828">
                  <c:v>29.7</c:v>
                </c:pt>
                <c:pt idx="25829">
                  <c:v>29.7</c:v>
                </c:pt>
                <c:pt idx="25830">
                  <c:v>29.7</c:v>
                </c:pt>
                <c:pt idx="25831">
                  <c:v>29.7</c:v>
                </c:pt>
                <c:pt idx="25832">
                  <c:v>29.7</c:v>
                </c:pt>
                <c:pt idx="25833">
                  <c:v>29.7</c:v>
                </c:pt>
                <c:pt idx="25834">
                  <c:v>29.7</c:v>
                </c:pt>
                <c:pt idx="25835">
                  <c:v>29.7</c:v>
                </c:pt>
                <c:pt idx="25836">
                  <c:v>29.7</c:v>
                </c:pt>
                <c:pt idx="25837">
                  <c:v>29.7</c:v>
                </c:pt>
                <c:pt idx="25838">
                  <c:v>29.7</c:v>
                </c:pt>
                <c:pt idx="25839">
                  <c:v>29.7</c:v>
                </c:pt>
                <c:pt idx="25840">
                  <c:v>29.7</c:v>
                </c:pt>
                <c:pt idx="25841">
                  <c:v>29.7</c:v>
                </c:pt>
                <c:pt idx="25842">
                  <c:v>29.7</c:v>
                </c:pt>
                <c:pt idx="25843">
                  <c:v>29.7</c:v>
                </c:pt>
                <c:pt idx="25844">
                  <c:v>29.7</c:v>
                </c:pt>
                <c:pt idx="25845">
                  <c:v>29.7</c:v>
                </c:pt>
                <c:pt idx="25846">
                  <c:v>29.7</c:v>
                </c:pt>
                <c:pt idx="25847">
                  <c:v>29.7</c:v>
                </c:pt>
                <c:pt idx="25848">
                  <c:v>29.7</c:v>
                </c:pt>
                <c:pt idx="25849">
                  <c:v>29.7</c:v>
                </c:pt>
                <c:pt idx="25850">
                  <c:v>29.7</c:v>
                </c:pt>
                <c:pt idx="25851">
                  <c:v>29.7</c:v>
                </c:pt>
                <c:pt idx="25852">
                  <c:v>29.7</c:v>
                </c:pt>
                <c:pt idx="25853">
                  <c:v>29.7</c:v>
                </c:pt>
                <c:pt idx="25854">
                  <c:v>29.7</c:v>
                </c:pt>
                <c:pt idx="25855">
                  <c:v>29.7</c:v>
                </c:pt>
                <c:pt idx="25856">
                  <c:v>29.7</c:v>
                </c:pt>
                <c:pt idx="25857">
                  <c:v>29.7</c:v>
                </c:pt>
                <c:pt idx="25858">
                  <c:v>29.7</c:v>
                </c:pt>
                <c:pt idx="25859">
                  <c:v>29.7</c:v>
                </c:pt>
                <c:pt idx="25860">
                  <c:v>29.7</c:v>
                </c:pt>
                <c:pt idx="25861">
                  <c:v>29.7</c:v>
                </c:pt>
                <c:pt idx="25862">
                  <c:v>29.7</c:v>
                </c:pt>
                <c:pt idx="25863">
                  <c:v>29.7</c:v>
                </c:pt>
                <c:pt idx="25864">
                  <c:v>29.7</c:v>
                </c:pt>
                <c:pt idx="25865">
                  <c:v>29.7</c:v>
                </c:pt>
                <c:pt idx="25866">
                  <c:v>29.7</c:v>
                </c:pt>
                <c:pt idx="25867">
                  <c:v>29.7</c:v>
                </c:pt>
                <c:pt idx="25868">
                  <c:v>29.7</c:v>
                </c:pt>
                <c:pt idx="25869">
                  <c:v>29.7</c:v>
                </c:pt>
                <c:pt idx="25870">
                  <c:v>29.7</c:v>
                </c:pt>
                <c:pt idx="25871">
                  <c:v>29.7</c:v>
                </c:pt>
                <c:pt idx="25872">
                  <c:v>29.7</c:v>
                </c:pt>
                <c:pt idx="25873">
                  <c:v>29.7</c:v>
                </c:pt>
                <c:pt idx="25874">
                  <c:v>29.7</c:v>
                </c:pt>
                <c:pt idx="25875">
                  <c:v>29.7</c:v>
                </c:pt>
                <c:pt idx="25876">
                  <c:v>29.7</c:v>
                </c:pt>
                <c:pt idx="25877">
                  <c:v>29.7</c:v>
                </c:pt>
                <c:pt idx="25878">
                  <c:v>29.7</c:v>
                </c:pt>
                <c:pt idx="25879">
                  <c:v>29.7</c:v>
                </c:pt>
                <c:pt idx="25880">
                  <c:v>29.7</c:v>
                </c:pt>
                <c:pt idx="25881">
                  <c:v>29.7</c:v>
                </c:pt>
                <c:pt idx="25882">
                  <c:v>29.7</c:v>
                </c:pt>
                <c:pt idx="25883">
                  <c:v>29.7</c:v>
                </c:pt>
                <c:pt idx="25884">
                  <c:v>29.7</c:v>
                </c:pt>
                <c:pt idx="25885">
                  <c:v>29.7</c:v>
                </c:pt>
                <c:pt idx="25886">
                  <c:v>29.7</c:v>
                </c:pt>
                <c:pt idx="25887">
                  <c:v>29.7</c:v>
                </c:pt>
                <c:pt idx="25888">
                  <c:v>29.7</c:v>
                </c:pt>
                <c:pt idx="25889">
                  <c:v>29.7</c:v>
                </c:pt>
                <c:pt idx="25890">
                  <c:v>29.7</c:v>
                </c:pt>
                <c:pt idx="25891">
                  <c:v>29.7</c:v>
                </c:pt>
                <c:pt idx="25892">
                  <c:v>29.7</c:v>
                </c:pt>
                <c:pt idx="25893">
                  <c:v>29.7</c:v>
                </c:pt>
                <c:pt idx="25894">
                  <c:v>29.7</c:v>
                </c:pt>
                <c:pt idx="25895">
                  <c:v>29.7</c:v>
                </c:pt>
                <c:pt idx="25896">
                  <c:v>29.7</c:v>
                </c:pt>
                <c:pt idx="25897">
                  <c:v>29.7</c:v>
                </c:pt>
                <c:pt idx="25898">
                  <c:v>29.7</c:v>
                </c:pt>
                <c:pt idx="25899">
                  <c:v>29.7</c:v>
                </c:pt>
                <c:pt idx="25900">
                  <c:v>29.7</c:v>
                </c:pt>
                <c:pt idx="25901">
                  <c:v>29.7</c:v>
                </c:pt>
                <c:pt idx="25902">
                  <c:v>29.7</c:v>
                </c:pt>
                <c:pt idx="25903">
                  <c:v>29.7</c:v>
                </c:pt>
                <c:pt idx="25904">
                  <c:v>29.7</c:v>
                </c:pt>
                <c:pt idx="25905">
                  <c:v>29.65</c:v>
                </c:pt>
                <c:pt idx="25906">
                  <c:v>29.65</c:v>
                </c:pt>
                <c:pt idx="25907">
                  <c:v>29.65</c:v>
                </c:pt>
                <c:pt idx="25908">
                  <c:v>29.65</c:v>
                </c:pt>
                <c:pt idx="25909">
                  <c:v>29.65</c:v>
                </c:pt>
                <c:pt idx="25910">
                  <c:v>29.65</c:v>
                </c:pt>
                <c:pt idx="25911">
                  <c:v>29.65</c:v>
                </c:pt>
                <c:pt idx="25912">
                  <c:v>29.65</c:v>
                </c:pt>
                <c:pt idx="25913">
                  <c:v>29.65</c:v>
                </c:pt>
                <c:pt idx="25914">
                  <c:v>29.65</c:v>
                </c:pt>
                <c:pt idx="25915">
                  <c:v>29.65</c:v>
                </c:pt>
                <c:pt idx="25916">
                  <c:v>29.65</c:v>
                </c:pt>
                <c:pt idx="25917">
                  <c:v>29.65</c:v>
                </c:pt>
                <c:pt idx="25918">
                  <c:v>29.65</c:v>
                </c:pt>
                <c:pt idx="25919">
                  <c:v>29.65</c:v>
                </c:pt>
                <c:pt idx="25920">
                  <c:v>29.65</c:v>
                </c:pt>
                <c:pt idx="25921">
                  <c:v>29.65</c:v>
                </c:pt>
                <c:pt idx="25922">
                  <c:v>29.65</c:v>
                </c:pt>
                <c:pt idx="25923">
                  <c:v>29.65</c:v>
                </c:pt>
                <c:pt idx="25924">
                  <c:v>29.65</c:v>
                </c:pt>
                <c:pt idx="25925">
                  <c:v>29.65</c:v>
                </c:pt>
                <c:pt idx="25926">
                  <c:v>29.65</c:v>
                </c:pt>
                <c:pt idx="25927">
                  <c:v>29.65</c:v>
                </c:pt>
                <c:pt idx="25928">
                  <c:v>29.65</c:v>
                </c:pt>
                <c:pt idx="25929">
                  <c:v>29.65</c:v>
                </c:pt>
                <c:pt idx="25930">
                  <c:v>29.65</c:v>
                </c:pt>
                <c:pt idx="25931">
                  <c:v>29.65</c:v>
                </c:pt>
                <c:pt idx="25932">
                  <c:v>29.65</c:v>
                </c:pt>
                <c:pt idx="25933">
                  <c:v>29.65</c:v>
                </c:pt>
                <c:pt idx="25934">
                  <c:v>29.65</c:v>
                </c:pt>
                <c:pt idx="25935">
                  <c:v>29.65</c:v>
                </c:pt>
                <c:pt idx="25936">
                  <c:v>29.65</c:v>
                </c:pt>
                <c:pt idx="25937">
                  <c:v>29.65</c:v>
                </c:pt>
                <c:pt idx="25938">
                  <c:v>29.65</c:v>
                </c:pt>
                <c:pt idx="25939">
                  <c:v>29.65</c:v>
                </c:pt>
                <c:pt idx="25940">
                  <c:v>29.65</c:v>
                </c:pt>
                <c:pt idx="25941">
                  <c:v>29.65</c:v>
                </c:pt>
                <c:pt idx="25942">
                  <c:v>29.65</c:v>
                </c:pt>
                <c:pt idx="25943">
                  <c:v>29.65</c:v>
                </c:pt>
                <c:pt idx="25944">
                  <c:v>29.65</c:v>
                </c:pt>
                <c:pt idx="25945">
                  <c:v>29.65</c:v>
                </c:pt>
                <c:pt idx="25946">
                  <c:v>29.65</c:v>
                </c:pt>
                <c:pt idx="25947">
                  <c:v>29.65</c:v>
                </c:pt>
                <c:pt idx="25948">
                  <c:v>29.65</c:v>
                </c:pt>
                <c:pt idx="25949">
                  <c:v>29.65</c:v>
                </c:pt>
                <c:pt idx="25950">
                  <c:v>29.65</c:v>
                </c:pt>
                <c:pt idx="25951">
                  <c:v>29.65</c:v>
                </c:pt>
                <c:pt idx="25952">
                  <c:v>29.65</c:v>
                </c:pt>
                <c:pt idx="25953">
                  <c:v>29.65</c:v>
                </c:pt>
                <c:pt idx="25954">
                  <c:v>29.65</c:v>
                </c:pt>
                <c:pt idx="25955">
                  <c:v>29.65</c:v>
                </c:pt>
                <c:pt idx="25956">
                  <c:v>29.65</c:v>
                </c:pt>
                <c:pt idx="25957">
                  <c:v>29.65</c:v>
                </c:pt>
                <c:pt idx="25958">
                  <c:v>29.65</c:v>
                </c:pt>
                <c:pt idx="25959">
                  <c:v>29.65</c:v>
                </c:pt>
                <c:pt idx="25960">
                  <c:v>29.65</c:v>
                </c:pt>
                <c:pt idx="25961">
                  <c:v>29.65</c:v>
                </c:pt>
                <c:pt idx="25962">
                  <c:v>29.65</c:v>
                </c:pt>
                <c:pt idx="25963">
                  <c:v>29.65</c:v>
                </c:pt>
                <c:pt idx="25964">
                  <c:v>29.65</c:v>
                </c:pt>
                <c:pt idx="25965">
                  <c:v>29.6</c:v>
                </c:pt>
                <c:pt idx="25966">
                  <c:v>29.65</c:v>
                </c:pt>
                <c:pt idx="25967">
                  <c:v>29.65</c:v>
                </c:pt>
                <c:pt idx="25968">
                  <c:v>29.6</c:v>
                </c:pt>
                <c:pt idx="25969">
                  <c:v>29.6</c:v>
                </c:pt>
                <c:pt idx="25970">
                  <c:v>29.6</c:v>
                </c:pt>
                <c:pt idx="25971">
                  <c:v>29.6</c:v>
                </c:pt>
                <c:pt idx="25972">
                  <c:v>29.6</c:v>
                </c:pt>
                <c:pt idx="25973">
                  <c:v>29.6</c:v>
                </c:pt>
                <c:pt idx="25974">
                  <c:v>29.6</c:v>
                </c:pt>
                <c:pt idx="25975">
                  <c:v>29.6</c:v>
                </c:pt>
                <c:pt idx="25976">
                  <c:v>29.6</c:v>
                </c:pt>
                <c:pt idx="25977">
                  <c:v>29.6</c:v>
                </c:pt>
                <c:pt idx="25978">
                  <c:v>29.6</c:v>
                </c:pt>
                <c:pt idx="25979">
                  <c:v>29.6</c:v>
                </c:pt>
                <c:pt idx="25980">
                  <c:v>29.6</c:v>
                </c:pt>
                <c:pt idx="25981">
                  <c:v>29.6</c:v>
                </c:pt>
                <c:pt idx="25982">
                  <c:v>29.6</c:v>
                </c:pt>
                <c:pt idx="25983">
                  <c:v>29.6</c:v>
                </c:pt>
                <c:pt idx="25984">
                  <c:v>29.6</c:v>
                </c:pt>
                <c:pt idx="25985">
                  <c:v>29.6</c:v>
                </c:pt>
                <c:pt idx="25986">
                  <c:v>29.6</c:v>
                </c:pt>
                <c:pt idx="25987">
                  <c:v>29.6</c:v>
                </c:pt>
                <c:pt idx="25988">
                  <c:v>29.6</c:v>
                </c:pt>
                <c:pt idx="25989">
                  <c:v>29.6</c:v>
                </c:pt>
                <c:pt idx="25990">
                  <c:v>29.6</c:v>
                </c:pt>
                <c:pt idx="25991">
                  <c:v>29.6</c:v>
                </c:pt>
                <c:pt idx="25992">
                  <c:v>29.6</c:v>
                </c:pt>
                <c:pt idx="25993">
                  <c:v>29.6</c:v>
                </c:pt>
                <c:pt idx="25994">
                  <c:v>29.6</c:v>
                </c:pt>
                <c:pt idx="25995">
                  <c:v>29.6</c:v>
                </c:pt>
                <c:pt idx="25996">
                  <c:v>29.6</c:v>
                </c:pt>
                <c:pt idx="25997">
                  <c:v>29.6</c:v>
                </c:pt>
                <c:pt idx="25998">
                  <c:v>29.6</c:v>
                </c:pt>
                <c:pt idx="25999">
                  <c:v>29.6</c:v>
                </c:pt>
                <c:pt idx="26000">
                  <c:v>29.6</c:v>
                </c:pt>
                <c:pt idx="26001">
                  <c:v>29.6</c:v>
                </c:pt>
                <c:pt idx="26002">
                  <c:v>29.6</c:v>
                </c:pt>
                <c:pt idx="26003">
                  <c:v>29.6</c:v>
                </c:pt>
                <c:pt idx="26004">
                  <c:v>29.6</c:v>
                </c:pt>
                <c:pt idx="26005">
                  <c:v>29.6</c:v>
                </c:pt>
                <c:pt idx="26006">
                  <c:v>29.6</c:v>
                </c:pt>
                <c:pt idx="26007">
                  <c:v>29.6</c:v>
                </c:pt>
                <c:pt idx="26008">
                  <c:v>29.6</c:v>
                </c:pt>
                <c:pt idx="26009">
                  <c:v>29.6</c:v>
                </c:pt>
                <c:pt idx="26010">
                  <c:v>29.6</c:v>
                </c:pt>
                <c:pt idx="26011">
                  <c:v>29.6</c:v>
                </c:pt>
                <c:pt idx="26012">
                  <c:v>29.6</c:v>
                </c:pt>
                <c:pt idx="26013">
                  <c:v>29.6</c:v>
                </c:pt>
                <c:pt idx="26014">
                  <c:v>29.6</c:v>
                </c:pt>
                <c:pt idx="26015">
                  <c:v>29.6</c:v>
                </c:pt>
                <c:pt idx="26016">
                  <c:v>29.6</c:v>
                </c:pt>
                <c:pt idx="26017">
                  <c:v>29.6</c:v>
                </c:pt>
                <c:pt idx="26018">
                  <c:v>29.6</c:v>
                </c:pt>
                <c:pt idx="26019">
                  <c:v>29.6</c:v>
                </c:pt>
                <c:pt idx="26020">
                  <c:v>29.6</c:v>
                </c:pt>
                <c:pt idx="26021">
                  <c:v>29.6</c:v>
                </c:pt>
                <c:pt idx="26022">
                  <c:v>29.6</c:v>
                </c:pt>
                <c:pt idx="26023">
                  <c:v>29.6</c:v>
                </c:pt>
                <c:pt idx="26024">
                  <c:v>29.6</c:v>
                </c:pt>
                <c:pt idx="26025">
                  <c:v>29.6</c:v>
                </c:pt>
                <c:pt idx="26026">
                  <c:v>29.6</c:v>
                </c:pt>
                <c:pt idx="26027">
                  <c:v>29.6</c:v>
                </c:pt>
                <c:pt idx="26028">
                  <c:v>29.6</c:v>
                </c:pt>
                <c:pt idx="26029">
                  <c:v>29.6</c:v>
                </c:pt>
                <c:pt idx="26030">
                  <c:v>29.6</c:v>
                </c:pt>
                <c:pt idx="26031">
                  <c:v>29.6</c:v>
                </c:pt>
                <c:pt idx="26032">
                  <c:v>29.6</c:v>
                </c:pt>
                <c:pt idx="26033">
                  <c:v>29.6</c:v>
                </c:pt>
                <c:pt idx="26034">
                  <c:v>29.55</c:v>
                </c:pt>
                <c:pt idx="26035">
                  <c:v>29.6</c:v>
                </c:pt>
                <c:pt idx="26036">
                  <c:v>29.55</c:v>
                </c:pt>
                <c:pt idx="26037">
                  <c:v>29.55</c:v>
                </c:pt>
                <c:pt idx="26038">
                  <c:v>29.55</c:v>
                </c:pt>
                <c:pt idx="26039">
                  <c:v>29.55</c:v>
                </c:pt>
                <c:pt idx="26040">
                  <c:v>29.55</c:v>
                </c:pt>
                <c:pt idx="26041">
                  <c:v>29.55</c:v>
                </c:pt>
                <c:pt idx="26042">
                  <c:v>29.55</c:v>
                </c:pt>
                <c:pt idx="26043">
                  <c:v>29.55</c:v>
                </c:pt>
                <c:pt idx="26044">
                  <c:v>29.55</c:v>
                </c:pt>
                <c:pt idx="26045">
                  <c:v>29.55</c:v>
                </c:pt>
                <c:pt idx="26046">
                  <c:v>29.55</c:v>
                </c:pt>
                <c:pt idx="26047">
                  <c:v>29.55</c:v>
                </c:pt>
                <c:pt idx="26048">
                  <c:v>29.55</c:v>
                </c:pt>
                <c:pt idx="26049">
                  <c:v>29.55</c:v>
                </c:pt>
                <c:pt idx="26050">
                  <c:v>29.55</c:v>
                </c:pt>
                <c:pt idx="26051">
                  <c:v>29.55</c:v>
                </c:pt>
                <c:pt idx="26052">
                  <c:v>29.55</c:v>
                </c:pt>
                <c:pt idx="26053">
                  <c:v>29.55</c:v>
                </c:pt>
                <c:pt idx="26054">
                  <c:v>29.55</c:v>
                </c:pt>
                <c:pt idx="26055">
                  <c:v>29.55</c:v>
                </c:pt>
                <c:pt idx="26056">
                  <c:v>29.55</c:v>
                </c:pt>
                <c:pt idx="26057">
                  <c:v>29.55</c:v>
                </c:pt>
                <c:pt idx="26058">
                  <c:v>29.55</c:v>
                </c:pt>
                <c:pt idx="26059">
                  <c:v>29.55</c:v>
                </c:pt>
                <c:pt idx="26060">
                  <c:v>29.55</c:v>
                </c:pt>
                <c:pt idx="26061">
                  <c:v>29.55</c:v>
                </c:pt>
                <c:pt idx="26062">
                  <c:v>29.55</c:v>
                </c:pt>
                <c:pt idx="26063">
                  <c:v>29.55</c:v>
                </c:pt>
                <c:pt idx="26064">
                  <c:v>29.55</c:v>
                </c:pt>
                <c:pt idx="26065">
                  <c:v>29.55</c:v>
                </c:pt>
                <c:pt idx="26066">
                  <c:v>29.55</c:v>
                </c:pt>
                <c:pt idx="26067">
                  <c:v>29.55</c:v>
                </c:pt>
                <c:pt idx="26068">
                  <c:v>29.55</c:v>
                </c:pt>
                <c:pt idx="26069">
                  <c:v>29.55</c:v>
                </c:pt>
                <c:pt idx="26070">
                  <c:v>29.55</c:v>
                </c:pt>
                <c:pt idx="26071">
                  <c:v>29.55</c:v>
                </c:pt>
                <c:pt idx="26072">
                  <c:v>29.55</c:v>
                </c:pt>
                <c:pt idx="26073">
                  <c:v>29.55</c:v>
                </c:pt>
                <c:pt idx="26074">
                  <c:v>29.55</c:v>
                </c:pt>
                <c:pt idx="26075">
                  <c:v>29.55</c:v>
                </c:pt>
                <c:pt idx="26076">
                  <c:v>29.55</c:v>
                </c:pt>
                <c:pt idx="26077">
                  <c:v>29.55</c:v>
                </c:pt>
                <c:pt idx="26078">
                  <c:v>29.55</c:v>
                </c:pt>
                <c:pt idx="26079">
                  <c:v>29.55</c:v>
                </c:pt>
                <c:pt idx="26080">
                  <c:v>29.55</c:v>
                </c:pt>
                <c:pt idx="26081">
                  <c:v>29.55</c:v>
                </c:pt>
                <c:pt idx="26082">
                  <c:v>29.55</c:v>
                </c:pt>
                <c:pt idx="26083">
                  <c:v>29.55</c:v>
                </c:pt>
                <c:pt idx="26084">
                  <c:v>29.55</c:v>
                </c:pt>
                <c:pt idx="26085">
                  <c:v>29.55</c:v>
                </c:pt>
                <c:pt idx="26086">
                  <c:v>29.55</c:v>
                </c:pt>
                <c:pt idx="26087">
                  <c:v>29.55</c:v>
                </c:pt>
                <c:pt idx="26088">
                  <c:v>29.5</c:v>
                </c:pt>
                <c:pt idx="26089">
                  <c:v>29.55</c:v>
                </c:pt>
                <c:pt idx="26090">
                  <c:v>29.5</c:v>
                </c:pt>
                <c:pt idx="26091">
                  <c:v>29.5</c:v>
                </c:pt>
                <c:pt idx="26092">
                  <c:v>29.5</c:v>
                </c:pt>
                <c:pt idx="26093">
                  <c:v>29.55</c:v>
                </c:pt>
                <c:pt idx="26094">
                  <c:v>29.5</c:v>
                </c:pt>
                <c:pt idx="26095">
                  <c:v>29.5</c:v>
                </c:pt>
                <c:pt idx="26096">
                  <c:v>29.5</c:v>
                </c:pt>
                <c:pt idx="26097">
                  <c:v>29.5</c:v>
                </c:pt>
                <c:pt idx="26098">
                  <c:v>29.5</c:v>
                </c:pt>
                <c:pt idx="26099">
                  <c:v>29.5</c:v>
                </c:pt>
                <c:pt idx="26100">
                  <c:v>29.55</c:v>
                </c:pt>
                <c:pt idx="26101">
                  <c:v>29.55</c:v>
                </c:pt>
                <c:pt idx="26102">
                  <c:v>29.55</c:v>
                </c:pt>
                <c:pt idx="26103">
                  <c:v>29.55</c:v>
                </c:pt>
                <c:pt idx="26104">
                  <c:v>29.55</c:v>
                </c:pt>
                <c:pt idx="26105">
                  <c:v>29.5</c:v>
                </c:pt>
                <c:pt idx="26106">
                  <c:v>29.5</c:v>
                </c:pt>
                <c:pt idx="26107">
                  <c:v>29.55</c:v>
                </c:pt>
                <c:pt idx="26108">
                  <c:v>29.5</c:v>
                </c:pt>
                <c:pt idx="26109">
                  <c:v>29.55</c:v>
                </c:pt>
                <c:pt idx="26110">
                  <c:v>29.55</c:v>
                </c:pt>
                <c:pt idx="26111">
                  <c:v>29.5</c:v>
                </c:pt>
                <c:pt idx="26112">
                  <c:v>29.5</c:v>
                </c:pt>
                <c:pt idx="26113">
                  <c:v>29.55</c:v>
                </c:pt>
                <c:pt idx="26114">
                  <c:v>29.5</c:v>
                </c:pt>
                <c:pt idx="26115">
                  <c:v>29.5</c:v>
                </c:pt>
                <c:pt idx="26116">
                  <c:v>29.5</c:v>
                </c:pt>
                <c:pt idx="26117">
                  <c:v>29.5</c:v>
                </c:pt>
                <c:pt idx="26118">
                  <c:v>29.5</c:v>
                </c:pt>
                <c:pt idx="26119">
                  <c:v>29.5</c:v>
                </c:pt>
                <c:pt idx="26120">
                  <c:v>29.5</c:v>
                </c:pt>
                <c:pt idx="26121">
                  <c:v>29.5</c:v>
                </c:pt>
                <c:pt idx="26122">
                  <c:v>29.5</c:v>
                </c:pt>
                <c:pt idx="26123">
                  <c:v>29.5</c:v>
                </c:pt>
                <c:pt idx="26124">
                  <c:v>29.5</c:v>
                </c:pt>
                <c:pt idx="26125">
                  <c:v>29.5</c:v>
                </c:pt>
                <c:pt idx="26126">
                  <c:v>29.5</c:v>
                </c:pt>
                <c:pt idx="26127">
                  <c:v>29.5</c:v>
                </c:pt>
                <c:pt idx="26128">
                  <c:v>29.5</c:v>
                </c:pt>
                <c:pt idx="26129">
                  <c:v>29.5</c:v>
                </c:pt>
                <c:pt idx="26130">
                  <c:v>29.5</c:v>
                </c:pt>
                <c:pt idx="26131">
                  <c:v>29.5</c:v>
                </c:pt>
                <c:pt idx="26132">
                  <c:v>29.5</c:v>
                </c:pt>
                <c:pt idx="26133">
                  <c:v>29.5</c:v>
                </c:pt>
                <c:pt idx="26134">
                  <c:v>29.5</c:v>
                </c:pt>
                <c:pt idx="26135">
                  <c:v>29.5</c:v>
                </c:pt>
                <c:pt idx="26136">
                  <c:v>29.5</c:v>
                </c:pt>
                <c:pt idx="26137">
                  <c:v>29.5</c:v>
                </c:pt>
                <c:pt idx="26138">
                  <c:v>29.5</c:v>
                </c:pt>
                <c:pt idx="26139">
                  <c:v>29.5</c:v>
                </c:pt>
                <c:pt idx="26140">
                  <c:v>29.5</c:v>
                </c:pt>
                <c:pt idx="26141">
                  <c:v>29.5</c:v>
                </c:pt>
                <c:pt idx="26142">
                  <c:v>29.5</c:v>
                </c:pt>
                <c:pt idx="26143">
                  <c:v>29.5</c:v>
                </c:pt>
                <c:pt idx="26144">
                  <c:v>29.5</c:v>
                </c:pt>
                <c:pt idx="26145">
                  <c:v>29.5</c:v>
                </c:pt>
                <c:pt idx="26146">
                  <c:v>29.5</c:v>
                </c:pt>
                <c:pt idx="26147">
                  <c:v>29.5</c:v>
                </c:pt>
                <c:pt idx="26148">
                  <c:v>29.5</c:v>
                </c:pt>
                <c:pt idx="26149">
                  <c:v>29.5</c:v>
                </c:pt>
                <c:pt idx="26150">
                  <c:v>29.5</c:v>
                </c:pt>
                <c:pt idx="26151">
                  <c:v>29.5</c:v>
                </c:pt>
                <c:pt idx="26152">
                  <c:v>29.5</c:v>
                </c:pt>
                <c:pt idx="26153">
                  <c:v>29.5</c:v>
                </c:pt>
                <c:pt idx="26154">
                  <c:v>29.5</c:v>
                </c:pt>
                <c:pt idx="26155">
                  <c:v>29.5</c:v>
                </c:pt>
                <c:pt idx="26156">
                  <c:v>29.5</c:v>
                </c:pt>
                <c:pt idx="26157">
                  <c:v>29.5</c:v>
                </c:pt>
                <c:pt idx="26158">
                  <c:v>29.5</c:v>
                </c:pt>
                <c:pt idx="26159">
                  <c:v>29.5</c:v>
                </c:pt>
                <c:pt idx="26160">
                  <c:v>29.5</c:v>
                </c:pt>
                <c:pt idx="26161">
                  <c:v>29.5</c:v>
                </c:pt>
                <c:pt idx="26162">
                  <c:v>29.5</c:v>
                </c:pt>
                <c:pt idx="26163">
                  <c:v>29.5</c:v>
                </c:pt>
                <c:pt idx="26164">
                  <c:v>29.45</c:v>
                </c:pt>
                <c:pt idx="26165">
                  <c:v>29.45</c:v>
                </c:pt>
                <c:pt idx="26166">
                  <c:v>29.45</c:v>
                </c:pt>
                <c:pt idx="26167">
                  <c:v>29.45</c:v>
                </c:pt>
                <c:pt idx="26168">
                  <c:v>29.45</c:v>
                </c:pt>
                <c:pt idx="26169">
                  <c:v>29.45</c:v>
                </c:pt>
                <c:pt idx="26170">
                  <c:v>29.45</c:v>
                </c:pt>
                <c:pt idx="26171">
                  <c:v>29.45</c:v>
                </c:pt>
                <c:pt idx="26172">
                  <c:v>29.45</c:v>
                </c:pt>
                <c:pt idx="26173">
                  <c:v>29.45</c:v>
                </c:pt>
                <c:pt idx="26174">
                  <c:v>29.45</c:v>
                </c:pt>
                <c:pt idx="26175">
                  <c:v>29.45</c:v>
                </c:pt>
                <c:pt idx="26176">
                  <c:v>29.5</c:v>
                </c:pt>
                <c:pt idx="26177">
                  <c:v>29.45</c:v>
                </c:pt>
                <c:pt idx="26178">
                  <c:v>29.45</c:v>
                </c:pt>
                <c:pt idx="26179">
                  <c:v>29.5</c:v>
                </c:pt>
                <c:pt idx="26180">
                  <c:v>29.5</c:v>
                </c:pt>
                <c:pt idx="26181">
                  <c:v>29.45</c:v>
                </c:pt>
                <c:pt idx="26182">
                  <c:v>29.45</c:v>
                </c:pt>
                <c:pt idx="26183">
                  <c:v>29.45</c:v>
                </c:pt>
                <c:pt idx="26184">
                  <c:v>29.45</c:v>
                </c:pt>
                <c:pt idx="26185">
                  <c:v>29.45</c:v>
                </c:pt>
                <c:pt idx="26186">
                  <c:v>29.45</c:v>
                </c:pt>
                <c:pt idx="26187">
                  <c:v>29.45</c:v>
                </c:pt>
                <c:pt idx="26188">
                  <c:v>29.45</c:v>
                </c:pt>
                <c:pt idx="26189">
                  <c:v>29.45</c:v>
                </c:pt>
                <c:pt idx="26190">
                  <c:v>29.45</c:v>
                </c:pt>
                <c:pt idx="26191">
                  <c:v>29.45</c:v>
                </c:pt>
                <c:pt idx="26192">
                  <c:v>29.45</c:v>
                </c:pt>
                <c:pt idx="26193">
                  <c:v>29.45</c:v>
                </c:pt>
                <c:pt idx="26194">
                  <c:v>29.45</c:v>
                </c:pt>
                <c:pt idx="26195">
                  <c:v>29.45</c:v>
                </c:pt>
                <c:pt idx="26196">
                  <c:v>29.45</c:v>
                </c:pt>
                <c:pt idx="26197">
                  <c:v>29.45</c:v>
                </c:pt>
                <c:pt idx="26198">
                  <c:v>29.45</c:v>
                </c:pt>
                <c:pt idx="26199">
                  <c:v>29.45</c:v>
                </c:pt>
                <c:pt idx="26200">
                  <c:v>29.45</c:v>
                </c:pt>
                <c:pt idx="26201">
                  <c:v>29.45</c:v>
                </c:pt>
                <c:pt idx="26202">
                  <c:v>29.45</c:v>
                </c:pt>
                <c:pt idx="26203">
                  <c:v>29.45</c:v>
                </c:pt>
                <c:pt idx="26204">
                  <c:v>29.45</c:v>
                </c:pt>
                <c:pt idx="26205">
                  <c:v>29.45</c:v>
                </c:pt>
                <c:pt idx="26206">
                  <c:v>29.45</c:v>
                </c:pt>
                <c:pt idx="26207">
                  <c:v>29.45</c:v>
                </c:pt>
                <c:pt idx="26208">
                  <c:v>29.45</c:v>
                </c:pt>
                <c:pt idx="26209">
                  <c:v>29.45</c:v>
                </c:pt>
                <c:pt idx="26210">
                  <c:v>29.45</c:v>
                </c:pt>
                <c:pt idx="26211">
                  <c:v>29.45</c:v>
                </c:pt>
                <c:pt idx="26212">
                  <c:v>29.45</c:v>
                </c:pt>
                <c:pt idx="26213">
                  <c:v>29.45</c:v>
                </c:pt>
                <c:pt idx="26214">
                  <c:v>29.45</c:v>
                </c:pt>
                <c:pt idx="26215">
                  <c:v>29.45</c:v>
                </c:pt>
                <c:pt idx="26216">
                  <c:v>29.45</c:v>
                </c:pt>
                <c:pt idx="26217">
                  <c:v>29.45</c:v>
                </c:pt>
                <c:pt idx="26218">
                  <c:v>29.45</c:v>
                </c:pt>
                <c:pt idx="26219">
                  <c:v>29.45</c:v>
                </c:pt>
                <c:pt idx="26220">
                  <c:v>29.45</c:v>
                </c:pt>
                <c:pt idx="26221">
                  <c:v>29.45</c:v>
                </c:pt>
                <c:pt idx="26222">
                  <c:v>29.45</c:v>
                </c:pt>
                <c:pt idx="26223">
                  <c:v>29.45</c:v>
                </c:pt>
                <c:pt idx="26224">
                  <c:v>29.45</c:v>
                </c:pt>
                <c:pt idx="26225">
                  <c:v>29.45</c:v>
                </c:pt>
                <c:pt idx="26226">
                  <c:v>29.45</c:v>
                </c:pt>
                <c:pt idx="26227">
                  <c:v>29.45</c:v>
                </c:pt>
                <c:pt idx="26228">
                  <c:v>29.45</c:v>
                </c:pt>
                <c:pt idx="26229">
                  <c:v>29.45</c:v>
                </c:pt>
                <c:pt idx="26230">
                  <c:v>29.45</c:v>
                </c:pt>
                <c:pt idx="26231">
                  <c:v>29.4</c:v>
                </c:pt>
                <c:pt idx="26232">
                  <c:v>29.45</c:v>
                </c:pt>
                <c:pt idx="26233">
                  <c:v>29.45</c:v>
                </c:pt>
                <c:pt idx="26234">
                  <c:v>29.45</c:v>
                </c:pt>
                <c:pt idx="26235">
                  <c:v>29.45</c:v>
                </c:pt>
                <c:pt idx="26236">
                  <c:v>29.45</c:v>
                </c:pt>
                <c:pt idx="26237">
                  <c:v>29.45</c:v>
                </c:pt>
                <c:pt idx="26238">
                  <c:v>29.45</c:v>
                </c:pt>
                <c:pt idx="26239">
                  <c:v>29.45</c:v>
                </c:pt>
                <c:pt idx="26240">
                  <c:v>29.45</c:v>
                </c:pt>
                <c:pt idx="26241">
                  <c:v>29.45</c:v>
                </c:pt>
                <c:pt idx="26242">
                  <c:v>29.45</c:v>
                </c:pt>
                <c:pt idx="26243">
                  <c:v>29.45</c:v>
                </c:pt>
                <c:pt idx="26244">
                  <c:v>29.4</c:v>
                </c:pt>
                <c:pt idx="26245">
                  <c:v>29.4</c:v>
                </c:pt>
                <c:pt idx="26246">
                  <c:v>29.4</c:v>
                </c:pt>
                <c:pt idx="26247">
                  <c:v>29.4</c:v>
                </c:pt>
                <c:pt idx="26248">
                  <c:v>29.4</c:v>
                </c:pt>
                <c:pt idx="26249">
                  <c:v>29.4</c:v>
                </c:pt>
                <c:pt idx="26250">
                  <c:v>29.4</c:v>
                </c:pt>
                <c:pt idx="26251">
                  <c:v>29.4</c:v>
                </c:pt>
                <c:pt idx="26252">
                  <c:v>29.4</c:v>
                </c:pt>
                <c:pt idx="26253">
                  <c:v>29.4</c:v>
                </c:pt>
                <c:pt idx="26254">
                  <c:v>29.4</c:v>
                </c:pt>
                <c:pt idx="26255">
                  <c:v>29.4</c:v>
                </c:pt>
                <c:pt idx="26256">
                  <c:v>29.4</c:v>
                </c:pt>
                <c:pt idx="26257">
                  <c:v>29.4</c:v>
                </c:pt>
                <c:pt idx="26258">
                  <c:v>29.4</c:v>
                </c:pt>
                <c:pt idx="26259">
                  <c:v>29.4</c:v>
                </c:pt>
                <c:pt idx="26260">
                  <c:v>29.4</c:v>
                </c:pt>
                <c:pt idx="26261">
                  <c:v>29.4</c:v>
                </c:pt>
                <c:pt idx="26262">
                  <c:v>29.4</c:v>
                </c:pt>
                <c:pt idx="26263">
                  <c:v>29.4</c:v>
                </c:pt>
                <c:pt idx="26264">
                  <c:v>29.4</c:v>
                </c:pt>
                <c:pt idx="26265">
                  <c:v>29.4</c:v>
                </c:pt>
                <c:pt idx="26266">
                  <c:v>29.4</c:v>
                </c:pt>
                <c:pt idx="26267">
                  <c:v>29.4</c:v>
                </c:pt>
                <c:pt idx="26268">
                  <c:v>29.4</c:v>
                </c:pt>
                <c:pt idx="26269">
                  <c:v>29.4</c:v>
                </c:pt>
                <c:pt idx="26270">
                  <c:v>29.4</c:v>
                </c:pt>
                <c:pt idx="26271">
                  <c:v>29.4</c:v>
                </c:pt>
                <c:pt idx="26272">
                  <c:v>29.4</c:v>
                </c:pt>
                <c:pt idx="26273">
                  <c:v>29.4</c:v>
                </c:pt>
                <c:pt idx="26274">
                  <c:v>29.4</c:v>
                </c:pt>
                <c:pt idx="26275">
                  <c:v>29.4</c:v>
                </c:pt>
                <c:pt idx="26276">
                  <c:v>29.4</c:v>
                </c:pt>
                <c:pt idx="26277">
                  <c:v>29.4</c:v>
                </c:pt>
                <c:pt idx="26278">
                  <c:v>29.4</c:v>
                </c:pt>
                <c:pt idx="26279">
                  <c:v>29.4</c:v>
                </c:pt>
                <c:pt idx="26280">
                  <c:v>29.4</c:v>
                </c:pt>
                <c:pt idx="26281">
                  <c:v>29.4</c:v>
                </c:pt>
                <c:pt idx="26282">
                  <c:v>29.4</c:v>
                </c:pt>
                <c:pt idx="26283">
                  <c:v>29.4</c:v>
                </c:pt>
                <c:pt idx="26284">
                  <c:v>29.4</c:v>
                </c:pt>
                <c:pt idx="26285">
                  <c:v>29.4</c:v>
                </c:pt>
                <c:pt idx="26286">
                  <c:v>29.4</c:v>
                </c:pt>
                <c:pt idx="26287">
                  <c:v>29.4</c:v>
                </c:pt>
                <c:pt idx="26288">
                  <c:v>29.4</c:v>
                </c:pt>
                <c:pt idx="26289">
                  <c:v>29.4</c:v>
                </c:pt>
                <c:pt idx="26290">
                  <c:v>29.4</c:v>
                </c:pt>
                <c:pt idx="26291">
                  <c:v>29.4</c:v>
                </c:pt>
                <c:pt idx="26292">
                  <c:v>29.4</c:v>
                </c:pt>
                <c:pt idx="26293">
                  <c:v>29.4</c:v>
                </c:pt>
                <c:pt idx="26294">
                  <c:v>29.4</c:v>
                </c:pt>
                <c:pt idx="26295">
                  <c:v>29.4</c:v>
                </c:pt>
                <c:pt idx="26296">
                  <c:v>29.4</c:v>
                </c:pt>
                <c:pt idx="26297">
                  <c:v>29.4</c:v>
                </c:pt>
                <c:pt idx="26298">
                  <c:v>29.4</c:v>
                </c:pt>
                <c:pt idx="26299">
                  <c:v>29.4</c:v>
                </c:pt>
                <c:pt idx="26300">
                  <c:v>29.4</c:v>
                </c:pt>
                <c:pt idx="26301">
                  <c:v>29.4</c:v>
                </c:pt>
                <c:pt idx="26302">
                  <c:v>29.4</c:v>
                </c:pt>
                <c:pt idx="26303">
                  <c:v>29.4</c:v>
                </c:pt>
                <c:pt idx="26304">
                  <c:v>29.4</c:v>
                </c:pt>
                <c:pt idx="26305">
                  <c:v>29.35</c:v>
                </c:pt>
                <c:pt idx="26306">
                  <c:v>29.35</c:v>
                </c:pt>
                <c:pt idx="26307">
                  <c:v>29.4</c:v>
                </c:pt>
                <c:pt idx="26308">
                  <c:v>29.35</c:v>
                </c:pt>
                <c:pt idx="26309">
                  <c:v>29.35</c:v>
                </c:pt>
                <c:pt idx="26310">
                  <c:v>29.4</c:v>
                </c:pt>
                <c:pt idx="26311">
                  <c:v>29.4</c:v>
                </c:pt>
                <c:pt idx="26312">
                  <c:v>29.4</c:v>
                </c:pt>
                <c:pt idx="26313">
                  <c:v>29.35</c:v>
                </c:pt>
                <c:pt idx="26314">
                  <c:v>29.4</c:v>
                </c:pt>
                <c:pt idx="26315">
                  <c:v>29.4</c:v>
                </c:pt>
                <c:pt idx="26316">
                  <c:v>29.4</c:v>
                </c:pt>
                <c:pt idx="26317">
                  <c:v>29.4</c:v>
                </c:pt>
                <c:pt idx="26318">
                  <c:v>29.35</c:v>
                </c:pt>
                <c:pt idx="26319">
                  <c:v>29.35</c:v>
                </c:pt>
                <c:pt idx="26320">
                  <c:v>29.35</c:v>
                </c:pt>
                <c:pt idx="26321">
                  <c:v>29.35</c:v>
                </c:pt>
                <c:pt idx="26322">
                  <c:v>29.35</c:v>
                </c:pt>
                <c:pt idx="26323">
                  <c:v>29.35</c:v>
                </c:pt>
                <c:pt idx="26324">
                  <c:v>29.35</c:v>
                </c:pt>
                <c:pt idx="26325">
                  <c:v>29.35</c:v>
                </c:pt>
                <c:pt idx="26326">
                  <c:v>29.35</c:v>
                </c:pt>
                <c:pt idx="26327">
                  <c:v>29.35</c:v>
                </c:pt>
                <c:pt idx="26328">
                  <c:v>29.35</c:v>
                </c:pt>
                <c:pt idx="26329">
                  <c:v>29.35</c:v>
                </c:pt>
                <c:pt idx="26330">
                  <c:v>29.35</c:v>
                </c:pt>
                <c:pt idx="26331">
                  <c:v>29.35</c:v>
                </c:pt>
                <c:pt idx="26332">
                  <c:v>29.35</c:v>
                </c:pt>
                <c:pt idx="26333">
                  <c:v>29.35</c:v>
                </c:pt>
                <c:pt idx="26334">
                  <c:v>29.35</c:v>
                </c:pt>
                <c:pt idx="26335">
                  <c:v>29.35</c:v>
                </c:pt>
                <c:pt idx="26336">
                  <c:v>29.35</c:v>
                </c:pt>
                <c:pt idx="26337">
                  <c:v>29.35</c:v>
                </c:pt>
                <c:pt idx="26338">
                  <c:v>29.35</c:v>
                </c:pt>
                <c:pt idx="26339">
                  <c:v>29.35</c:v>
                </c:pt>
                <c:pt idx="26340">
                  <c:v>29.35</c:v>
                </c:pt>
                <c:pt idx="26341">
                  <c:v>29.35</c:v>
                </c:pt>
                <c:pt idx="26342">
                  <c:v>29.35</c:v>
                </c:pt>
                <c:pt idx="26343">
                  <c:v>29.35</c:v>
                </c:pt>
                <c:pt idx="26344">
                  <c:v>29.35</c:v>
                </c:pt>
                <c:pt idx="26345">
                  <c:v>29.35</c:v>
                </c:pt>
                <c:pt idx="26346">
                  <c:v>29.35</c:v>
                </c:pt>
                <c:pt idx="26347">
                  <c:v>29.35</c:v>
                </c:pt>
                <c:pt idx="26348">
                  <c:v>29.35</c:v>
                </c:pt>
                <c:pt idx="26349">
                  <c:v>29.35</c:v>
                </c:pt>
                <c:pt idx="26350">
                  <c:v>29.35</c:v>
                </c:pt>
                <c:pt idx="26351">
                  <c:v>29.35</c:v>
                </c:pt>
                <c:pt idx="26352">
                  <c:v>29.35</c:v>
                </c:pt>
                <c:pt idx="26353">
                  <c:v>29.35</c:v>
                </c:pt>
                <c:pt idx="26354">
                  <c:v>29.35</c:v>
                </c:pt>
                <c:pt idx="26355">
                  <c:v>29.35</c:v>
                </c:pt>
                <c:pt idx="26356">
                  <c:v>29.35</c:v>
                </c:pt>
                <c:pt idx="26357">
                  <c:v>29.35</c:v>
                </c:pt>
                <c:pt idx="26358">
                  <c:v>29.35</c:v>
                </c:pt>
                <c:pt idx="26359">
                  <c:v>29.35</c:v>
                </c:pt>
                <c:pt idx="26360">
                  <c:v>29.35</c:v>
                </c:pt>
                <c:pt idx="26361">
                  <c:v>29.35</c:v>
                </c:pt>
                <c:pt idx="26362">
                  <c:v>29.35</c:v>
                </c:pt>
                <c:pt idx="26363">
                  <c:v>29.35</c:v>
                </c:pt>
                <c:pt idx="26364">
                  <c:v>29.35</c:v>
                </c:pt>
                <c:pt idx="26365">
                  <c:v>29.35</c:v>
                </c:pt>
                <c:pt idx="26366">
                  <c:v>29.35</c:v>
                </c:pt>
                <c:pt idx="26367">
                  <c:v>29.35</c:v>
                </c:pt>
                <c:pt idx="26368">
                  <c:v>29.35</c:v>
                </c:pt>
                <c:pt idx="26369">
                  <c:v>29.35</c:v>
                </c:pt>
                <c:pt idx="26370">
                  <c:v>29.35</c:v>
                </c:pt>
                <c:pt idx="26371">
                  <c:v>29.35</c:v>
                </c:pt>
                <c:pt idx="26372">
                  <c:v>29.35</c:v>
                </c:pt>
                <c:pt idx="26373">
                  <c:v>29.35</c:v>
                </c:pt>
                <c:pt idx="26374">
                  <c:v>29.35</c:v>
                </c:pt>
                <c:pt idx="26375">
                  <c:v>29.35</c:v>
                </c:pt>
                <c:pt idx="26376">
                  <c:v>29.35</c:v>
                </c:pt>
                <c:pt idx="26377">
                  <c:v>29.35</c:v>
                </c:pt>
                <c:pt idx="26378">
                  <c:v>29.35</c:v>
                </c:pt>
                <c:pt idx="26379">
                  <c:v>29.35</c:v>
                </c:pt>
                <c:pt idx="26380">
                  <c:v>29.3</c:v>
                </c:pt>
                <c:pt idx="26381">
                  <c:v>29.35</c:v>
                </c:pt>
                <c:pt idx="26382">
                  <c:v>29.3</c:v>
                </c:pt>
                <c:pt idx="26383">
                  <c:v>29.3</c:v>
                </c:pt>
                <c:pt idx="26384">
                  <c:v>29.3</c:v>
                </c:pt>
                <c:pt idx="26385">
                  <c:v>29.3</c:v>
                </c:pt>
                <c:pt idx="26386">
                  <c:v>29.3</c:v>
                </c:pt>
                <c:pt idx="26387">
                  <c:v>29.3</c:v>
                </c:pt>
                <c:pt idx="26388">
                  <c:v>29.3</c:v>
                </c:pt>
                <c:pt idx="26389">
                  <c:v>29.3</c:v>
                </c:pt>
                <c:pt idx="26390">
                  <c:v>29.3</c:v>
                </c:pt>
                <c:pt idx="26391">
                  <c:v>29.3</c:v>
                </c:pt>
                <c:pt idx="26392">
                  <c:v>29.3</c:v>
                </c:pt>
                <c:pt idx="26393">
                  <c:v>29.3</c:v>
                </c:pt>
                <c:pt idx="26394">
                  <c:v>29.3</c:v>
                </c:pt>
                <c:pt idx="26395">
                  <c:v>29.3</c:v>
                </c:pt>
                <c:pt idx="26396">
                  <c:v>29.3</c:v>
                </c:pt>
                <c:pt idx="26397">
                  <c:v>29.3</c:v>
                </c:pt>
                <c:pt idx="26398">
                  <c:v>29.3</c:v>
                </c:pt>
                <c:pt idx="26399">
                  <c:v>29.3</c:v>
                </c:pt>
                <c:pt idx="26400">
                  <c:v>29.3</c:v>
                </c:pt>
                <c:pt idx="26401">
                  <c:v>29.3</c:v>
                </c:pt>
                <c:pt idx="26402">
                  <c:v>29.3</c:v>
                </c:pt>
                <c:pt idx="26403">
                  <c:v>29.3</c:v>
                </c:pt>
                <c:pt idx="26404">
                  <c:v>29.3</c:v>
                </c:pt>
                <c:pt idx="26405">
                  <c:v>29.3</c:v>
                </c:pt>
                <c:pt idx="26406">
                  <c:v>29.3</c:v>
                </c:pt>
                <c:pt idx="26407">
                  <c:v>29.3</c:v>
                </c:pt>
                <c:pt idx="26408">
                  <c:v>29.3</c:v>
                </c:pt>
                <c:pt idx="26409">
                  <c:v>29.3</c:v>
                </c:pt>
                <c:pt idx="26410">
                  <c:v>29.3</c:v>
                </c:pt>
                <c:pt idx="26411">
                  <c:v>29.3</c:v>
                </c:pt>
                <c:pt idx="26412">
                  <c:v>29.3</c:v>
                </c:pt>
                <c:pt idx="26413">
                  <c:v>29.3</c:v>
                </c:pt>
                <c:pt idx="26414">
                  <c:v>29.3</c:v>
                </c:pt>
                <c:pt idx="26415">
                  <c:v>29.3</c:v>
                </c:pt>
                <c:pt idx="26416">
                  <c:v>29.3</c:v>
                </c:pt>
                <c:pt idx="26417">
                  <c:v>29.3</c:v>
                </c:pt>
                <c:pt idx="26418">
                  <c:v>29.3</c:v>
                </c:pt>
                <c:pt idx="26419">
                  <c:v>29.3</c:v>
                </c:pt>
                <c:pt idx="26420">
                  <c:v>29.3</c:v>
                </c:pt>
                <c:pt idx="26421">
                  <c:v>29.3</c:v>
                </c:pt>
                <c:pt idx="26422">
                  <c:v>29.3</c:v>
                </c:pt>
                <c:pt idx="26423">
                  <c:v>29.3</c:v>
                </c:pt>
                <c:pt idx="26424">
                  <c:v>29.3</c:v>
                </c:pt>
                <c:pt idx="26425">
                  <c:v>29.3</c:v>
                </c:pt>
                <c:pt idx="26426">
                  <c:v>29.3</c:v>
                </c:pt>
                <c:pt idx="26427">
                  <c:v>29.3</c:v>
                </c:pt>
                <c:pt idx="26428">
                  <c:v>29.3</c:v>
                </c:pt>
                <c:pt idx="26429">
                  <c:v>29.3</c:v>
                </c:pt>
                <c:pt idx="26430">
                  <c:v>29.3</c:v>
                </c:pt>
                <c:pt idx="26431">
                  <c:v>29.3</c:v>
                </c:pt>
                <c:pt idx="26432">
                  <c:v>29.3</c:v>
                </c:pt>
                <c:pt idx="26433">
                  <c:v>29.3</c:v>
                </c:pt>
                <c:pt idx="26434">
                  <c:v>29.3</c:v>
                </c:pt>
                <c:pt idx="26435">
                  <c:v>29.3</c:v>
                </c:pt>
                <c:pt idx="26436">
                  <c:v>29.3</c:v>
                </c:pt>
                <c:pt idx="26437">
                  <c:v>29.3</c:v>
                </c:pt>
                <c:pt idx="26438">
                  <c:v>29.3</c:v>
                </c:pt>
                <c:pt idx="26439">
                  <c:v>29.3</c:v>
                </c:pt>
                <c:pt idx="26440">
                  <c:v>29.3</c:v>
                </c:pt>
                <c:pt idx="26441">
                  <c:v>29.3</c:v>
                </c:pt>
                <c:pt idx="26442">
                  <c:v>29.25</c:v>
                </c:pt>
                <c:pt idx="26443">
                  <c:v>29.3</c:v>
                </c:pt>
                <c:pt idx="26444">
                  <c:v>29.25</c:v>
                </c:pt>
                <c:pt idx="26445">
                  <c:v>29.3</c:v>
                </c:pt>
                <c:pt idx="26446">
                  <c:v>29.25</c:v>
                </c:pt>
                <c:pt idx="26447">
                  <c:v>29.25</c:v>
                </c:pt>
                <c:pt idx="26448">
                  <c:v>29.3</c:v>
                </c:pt>
                <c:pt idx="26449">
                  <c:v>29.3</c:v>
                </c:pt>
                <c:pt idx="26450">
                  <c:v>29.25</c:v>
                </c:pt>
                <c:pt idx="26451">
                  <c:v>29.3</c:v>
                </c:pt>
                <c:pt idx="26452">
                  <c:v>29.3</c:v>
                </c:pt>
                <c:pt idx="26453">
                  <c:v>29.25</c:v>
                </c:pt>
                <c:pt idx="26454">
                  <c:v>29.25</c:v>
                </c:pt>
                <c:pt idx="26455">
                  <c:v>29.25</c:v>
                </c:pt>
                <c:pt idx="26456">
                  <c:v>29.3</c:v>
                </c:pt>
                <c:pt idx="26457">
                  <c:v>29.25</c:v>
                </c:pt>
                <c:pt idx="26458">
                  <c:v>29.3</c:v>
                </c:pt>
                <c:pt idx="26459">
                  <c:v>29.3</c:v>
                </c:pt>
                <c:pt idx="26460">
                  <c:v>29.3</c:v>
                </c:pt>
                <c:pt idx="26461">
                  <c:v>29.3</c:v>
                </c:pt>
                <c:pt idx="26462">
                  <c:v>29.3</c:v>
                </c:pt>
                <c:pt idx="26463">
                  <c:v>29.3</c:v>
                </c:pt>
                <c:pt idx="26464">
                  <c:v>29.3</c:v>
                </c:pt>
                <c:pt idx="26465">
                  <c:v>29.3</c:v>
                </c:pt>
                <c:pt idx="26466">
                  <c:v>29.3</c:v>
                </c:pt>
                <c:pt idx="26467">
                  <c:v>29.3</c:v>
                </c:pt>
                <c:pt idx="26468">
                  <c:v>29.3</c:v>
                </c:pt>
                <c:pt idx="26469">
                  <c:v>29.25</c:v>
                </c:pt>
                <c:pt idx="26470">
                  <c:v>29.3</c:v>
                </c:pt>
                <c:pt idx="26471">
                  <c:v>29.3</c:v>
                </c:pt>
                <c:pt idx="26472">
                  <c:v>29.3</c:v>
                </c:pt>
                <c:pt idx="26473">
                  <c:v>29.3</c:v>
                </c:pt>
                <c:pt idx="26474">
                  <c:v>29.3</c:v>
                </c:pt>
                <c:pt idx="26475">
                  <c:v>29.3</c:v>
                </c:pt>
                <c:pt idx="26476">
                  <c:v>29.3</c:v>
                </c:pt>
                <c:pt idx="26477">
                  <c:v>29.3</c:v>
                </c:pt>
                <c:pt idx="26478">
                  <c:v>29.3</c:v>
                </c:pt>
                <c:pt idx="26479">
                  <c:v>29.3</c:v>
                </c:pt>
                <c:pt idx="26480">
                  <c:v>29.3</c:v>
                </c:pt>
                <c:pt idx="26481">
                  <c:v>29.3</c:v>
                </c:pt>
                <c:pt idx="26482">
                  <c:v>29.25</c:v>
                </c:pt>
                <c:pt idx="26483">
                  <c:v>29.25</c:v>
                </c:pt>
                <c:pt idx="26484">
                  <c:v>29.25</c:v>
                </c:pt>
                <c:pt idx="26485">
                  <c:v>29.25</c:v>
                </c:pt>
                <c:pt idx="26486">
                  <c:v>29.25</c:v>
                </c:pt>
                <c:pt idx="26487">
                  <c:v>29.25</c:v>
                </c:pt>
                <c:pt idx="26488">
                  <c:v>29.25</c:v>
                </c:pt>
                <c:pt idx="26489">
                  <c:v>29.25</c:v>
                </c:pt>
                <c:pt idx="26490">
                  <c:v>29.25</c:v>
                </c:pt>
                <c:pt idx="26491">
                  <c:v>29.25</c:v>
                </c:pt>
                <c:pt idx="26492">
                  <c:v>29.25</c:v>
                </c:pt>
                <c:pt idx="26493">
                  <c:v>29.25</c:v>
                </c:pt>
                <c:pt idx="26494">
                  <c:v>29.25</c:v>
                </c:pt>
                <c:pt idx="26495">
                  <c:v>29.25</c:v>
                </c:pt>
                <c:pt idx="26496">
                  <c:v>29.25</c:v>
                </c:pt>
                <c:pt idx="26497">
                  <c:v>29.25</c:v>
                </c:pt>
                <c:pt idx="26498">
                  <c:v>29.25</c:v>
                </c:pt>
                <c:pt idx="26499">
                  <c:v>29.25</c:v>
                </c:pt>
                <c:pt idx="26500">
                  <c:v>29.25</c:v>
                </c:pt>
                <c:pt idx="26501">
                  <c:v>29.25</c:v>
                </c:pt>
                <c:pt idx="26502">
                  <c:v>29.25</c:v>
                </c:pt>
                <c:pt idx="26503">
                  <c:v>29.25</c:v>
                </c:pt>
                <c:pt idx="26504">
                  <c:v>29.25</c:v>
                </c:pt>
                <c:pt idx="26505">
                  <c:v>29.25</c:v>
                </c:pt>
                <c:pt idx="26506">
                  <c:v>29.25</c:v>
                </c:pt>
                <c:pt idx="26507">
                  <c:v>29.25</c:v>
                </c:pt>
                <c:pt idx="26508">
                  <c:v>29.25</c:v>
                </c:pt>
                <c:pt idx="26509">
                  <c:v>29.25</c:v>
                </c:pt>
                <c:pt idx="26510">
                  <c:v>29.25</c:v>
                </c:pt>
                <c:pt idx="26511">
                  <c:v>29.25</c:v>
                </c:pt>
                <c:pt idx="26512">
                  <c:v>29.25</c:v>
                </c:pt>
                <c:pt idx="26513">
                  <c:v>29.25</c:v>
                </c:pt>
                <c:pt idx="26514">
                  <c:v>29.25</c:v>
                </c:pt>
                <c:pt idx="26515">
                  <c:v>29.25</c:v>
                </c:pt>
                <c:pt idx="26516">
                  <c:v>29.25</c:v>
                </c:pt>
                <c:pt idx="26517">
                  <c:v>29.25</c:v>
                </c:pt>
                <c:pt idx="26518">
                  <c:v>29.25</c:v>
                </c:pt>
                <c:pt idx="26519">
                  <c:v>29.25</c:v>
                </c:pt>
                <c:pt idx="26520">
                  <c:v>29.25</c:v>
                </c:pt>
                <c:pt idx="26521">
                  <c:v>29.25</c:v>
                </c:pt>
                <c:pt idx="26522">
                  <c:v>29.25</c:v>
                </c:pt>
                <c:pt idx="26523">
                  <c:v>29.25</c:v>
                </c:pt>
                <c:pt idx="26524">
                  <c:v>29.25</c:v>
                </c:pt>
                <c:pt idx="26525">
                  <c:v>29.25</c:v>
                </c:pt>
                <c:pt idx="26526">
                  <c:v>29.25</c:v>
                </c:pt>
                <c:pt idx="26527">
                  <c:v>29.25</c:v>
                </c:pt>
                <c:pt idx="26528">
                  <c:v>29.25</c:v>
                </c:pt>
                <c:pt idx="26529">
                  <c:v>29.2</c:v>
                </c:pt>
                <c:pt idx="26530">
                  <c:v>29.25</c:v>
                </c:pt>
                <c:pt idx="26531">
                  <c:v>29.2</c:v>
                </c:pt>
                <c:pt idx="26532">
                  <c:v>29.25</c:v>
                </c:pt>
                <c:pt idx="26533">
                  <c:v>29.25</c:v>
                </c:pt>
                <c:pt idx="26534">
                  <c:v>29.25</c:v>
                </c:pt>
                <c:pt idx="26535">
                  <c:v>29.25</c:v>
                </c:pt>
                <c:pt idx="26536">
                  <c:v>29.25</c:v>
                </c:pt>
                <c:pt idx="26537">
                  <c:v>29.25</c:v>
                </c:pt>
                <c:pt idx="26538">
                  <c:v>29.25</c:v>
                </c:pt>
                <c:pt idx="26539">
                  <c:v>29.25</c:v>
                </c:pt>
                <c:pt idx="26540">
                  <c:v>29.25</c:v>
                </c:pt>
                <c:pt idx="26541">
                  <c:v>29.25</c:v>
                </c:pt>
                <c:pt idx="26542">
                  <c:v>29.25</c:v>
                </c:pt>
                <c:pt idx="26543">
                  <c:v>29.25</c:v>
                </c:pt>
                <c:pt idx="26544">
                  <c:v>29.25</c:v>
                </c:pt>
                <c:pt idx="26545">
                  <c:v>29.25</c:v>
                </c:pt>
                <c:pt idx="26546">
                  <c:v>29.25</c:v>
                </c:pt>
                <c:pt idx="26547">
                  <c:v>29.25</c:v>
                </c:pt>
                <c:pt idx="26548">
                  <c:v>29.25</c:v>
                </c:pt>
                <c:pt idx="26549">
                  <c:v>29.25</c:v>
                </c:pt>
                <c:pt idx="26550">
                  <c:v>29.25</c:v>
                </c:pt>
                <c:pt idx="26551">
                  <c:v>29.25</c:v>
                </c:pt>
                <c:pt idx="26552">
                  <c:v>29.25</c:v>
                </c:pt>
                <c:pt idx="26553">
                  <c:v>29.25</c:v>
                </c:pt>
                <c:pt idx="26554">
                  <c:v>29.25</c:v>
                </c:pt>
                <c:pt idx="26555">
                  <c:v>29.25</c:v>
                </c:pt>
                <c:pt idx="26556">
                  <c:v>29.25</c:v>
                </c:pt>
                <c:pt idx="26557">
                  <c:v>29.25</c:v>
                </c:pt>
                <c:pt idx="26558">
                  <c:v>29.25</c:v>
                </c:pt>
                <c:pt idx="26559">
                  <c:v>29.2</c:v>
                </c:pt>
                <c:pt idx="26560">
                  <c:v>29.25</c:v>
                </c:pt>
                <c:pt idx="26561">
                  <c:v>29.2</c:v>
                </c:pt>
                <c:pt idx="26562">
                  <c:v>29.2</c:v>
                </c:pt>
                <c:pt idx="26563">
                  <c:v>29.2</c:v>
                </c:pt>
                <c:pt idx="26564">
                  <c:v>29.2</c:v>
                </c:pt>
                <c:pt idx="26565">
                  <c:v>29.2</c:v>
                </c:pt>
                <c:pt idx="26566">
                  <c:v>29.2</c:v>
                </c:pt>
                <c:pt idx="26567">
                  <c:v>29.2</c:v>
                </c:pt>
                <c:pt idx="26568">
                  <c:v>29.2</c:v>
                </c:pt>
                <c:pt idx="26569">
                  <c:v>29.2</c:v>
                </c:pt>
                <c:pt idx="26570">
                  <c:v>29.2</c:v>
                </c:pt>
                <c:pt idx="26571">
                  <c:v>29.2</c:v>
                </c:pt>
                <c:pt idx="26572">
                  <c:v>29.2</c:v>
                </c:pt>
                <c:pt idx="26573">
                  <c:v>29.2</c:v>
                </c:pt>
                <c:pt idx="26574">
                  <c:v>29.2</c:v>
                </c:pt>
                <c:pt idx="26575">
                  <c:v>29.2</c:v>
                </c:pt>
                <c:pt idx="26576">
                  <c:v>29.2</c:v>
                </c:pt>
                <c:pt idx="26577">
                  <c:v>29.2</c:v>
                </c:pt>
                <c:pt idx="26578">
                  <c:v>29.2</c:v>
                </c:pt>
                <c:pt idx="26579">
                  <c:v>29.2</c:v>
                </c:pt>
                <c:pt idx="26580">
                  <c:v>29.2</c:v>
                </c:pt>
                <c:pt idx="26581">
                  <c:v>29.2</c:v>
                </c:pt>
                <c:pt idx="26582">
                  <c:v>29.2</c:v>
                </c:pt>
                <c:pt idx="26583">
                  <c:v>29.2</c:v>
                </c:pt>
                <c:pt idx="26584">
                  <c:v>29.2</c:v>
                </c:pt>
                <c:pt idx="26585">
                  <c:v>29.2</c:v>
                </c:pt>
                <c:pt idx="26586">
                  <c:v>29.2</c:v>
                </c:pt>
                <c:pt idx="26587">
                  <c:v>29.2</c:v>
                </c:pt>
                <c:pt idx="26588">
                  <c:v>29.2</c:v>
                </c:pt>
                <c:pt idx="26589">
                  <c:v>29.2</c:v>
                </c:pt>
                <c:pt idx="26590">
                  <c:v>29.2</c:v>
                </c:pt>
                <c:pt idx="26591">
                  <c:v>29.2</c:v>
                </c:pt>
                <c:pt idx="26592">
                  <c:v>29.2</c:v>
                </c:pt>
                <c:pt idx="26593">
                  <c:v>29.2</c:v>
                </c:pt>
                <c:pt idx="26594">
                  <c:v>29.2</c:v>
                </c:pt>
                <c:pt idx="26595">
                  <c:v>29.2</c:v>
                </c:pt>
                <c:pt idx="26596">
                  <c:v>29.2</c:v>
                </c:pt>
                <c:pt idx="26597">
                  <c:v>29.2</c:v>
                </c:pt>
                <c:pt idx="26598">
                  <c:v>29.2</c:v>
                </c:pt>
                <c:pt idx="26599">
                  <c:v>29.2</c:v>
                </c:pt>
                <c:pt idx="26600">
                  <c:v>29.2</c:v>
                </c:pt>
                <c:pt idx="26601">
                  <c:v>29.2</c:v>
                </c:pt>
                <c:pt idx="26602">
                  <c:v>29.2</c:v>
                </c:pt>
                <c:pt idx="26603">
                  <c:v>29.2</c:v>
                </c:pt>
                <c:pt idx="26604">
                  <c:v>29.2</c:v>
                </c:pt>
                <c:pt idx="26605">
                  <c:v>29.2</c:v>
                </c:pt>
                <c:pt idx="26606">
                  <c:v>29.2</c:v>
                </c:pt>
                <c:pt idx="26607">
                  <c:v>29.2</c:v>
                </c:pt>
                <c:pt idx="26608">
                  <c:v>29.2</c:v>
                </c:pt>
                <c:pt idx="26609">
                  <c:v>29.2</c:v>
                </c:pt>
                <c:pt idx="26610">
                  <c:v>29.2</c:v>
                </c:pt>
                <c:pt idx="26611">
                  <c:v>29.15</c:v>
                </c:pt>
                <c:pt idx="26612">
                  <c:v>29.2</c:v>
                </c:pt>
                <c:pt idx="26613">
                  <c:v>29.2</c:v>
                </c:pt>
                <c:pt idx="26614">
                  <c:v>29.15</c:v>
                </c:pt>
                <c:pt idx="26615">
                  <c:v>29.15</c:v>
                </c:pt>
                <c:pt idx="26616">
                  <c:v>29.2</c:v>
                </c:pt>
                <c:pt idx="26617">
                  <c:v>29.2</c:v>
                </c:pt>
                <c:pt idx="26618">
                  <c:v>29.2</c:v>
                </c:pt>
                <c:pt idx="26619">
                  <c:v>29.2</c:v>
                </c:pt>
                <c:pt idx="26620">
                  <c:v>29.15</c:v>
                </c:pt>
                <c:pt idx="26621">
                  <c:v>29.2</c:v>
                </c:pt>
                <c:pt idx="26622">
                  <c:v>29.15</c:v>
                </c:pt>
                <c:pt idx="26623">
                  <c:v>29.2</c:v>
                </c:pt>
                <c:pt idx="26624">
                  <c:v>29.2</c:v>
                </c:pt>
                <c:pt idx="26625">
                  <c:v>29.15</c:v>
                </c:pt>
                <c:pt idx="26626">
                  <c:v>29.2</c:v>
                </c:pt>
                <c:pt idx="26627">
                  <c:v>29.15</c:v>
                </c:pt>
                <c:pt idx="26628">
                  <c:v>29.15</c:v>
                </c:pt>
                <c:pt idx="26629">
                  <c:v>29.15</c:v>
                </c:pt>
                <c:pt idx="26630">
                  <c:v>29.15</c:v>
                </c:pt>
                <c:pt idx="26631">
                  <c:v>29.15</c:v>
                </c:pt>
                <c:pt idx="26632">
                  <c:v>29.15</c:v>
                </c:pt>
                <c:pt idx="26633">
                  <c:v>29.15</c:v>
                </c:pt>
                <c:pt idx="26634">
                  <c:v>29.15</c:v>
                </c:pt>
                <c:pt idx="26635">
                  <c:v>29.15</c:v>
                </c:pt>
                <c:pt idx="26636">
                  <c:v>29.15</c:v>
                </c:pt>
                <c:pt idx="26637">
                  <c:v>29.15</c:v>
                </c:pt>
                <c:pt idx="26638">
                  <c:v>29.15</c:v>
                </c:pt>
                <c:pt idx="26639">
                  <c:v>29.15</c:v>
                </c:pt>
                <c:pt idx="26640">
                  <c:v>29.15</c:v>
                </c:pt>
                <c:pt idx="26641">
                  <c:v>29.15</c:v>
                </c:pt>
                <c:pt idx="26642">
                  <c:v>29.15</c:v>
                </c:pt>
                <c:pt idx="26643">
                  <c:v>29.15</c:v>
                </c:pt>
                <c:pt idx="26644">
                  <c:v>29.15</c:v>
                </c:pt>
                <c:pt idx="26645">
                  <c:v>29.15</c:v>
                </c:pt>
                <c:pt idx="26646">
                  <c:v>29.15</c:v>
                </c:pt>
                <c:pt idx="26647">
                  <c:v>29.15</c:v>
                </c:pt>
                <c:pt idx="26648">
                  <c:v>29.15</c:v>
                </c:pt>
                <c:pt idx="26649">
                  <c:v>29.15</c:v>
                </c:pt>
                <c:pt idx="26650">
                  <c:v>29.15</c:v>
                </c:pt>
                <c:pt idx="26651">
                  <c:v>29.15</c:v>
                </c:pt>
                <c:pt idx="26652">
                  <c:v>29.15</c:v>
                </c:pt>
                <c:pt idx="26653">
                  <c:v>29.15</c:v>
                </c:pt>
                <c:pt idx="26654">
                  <c:v>29.15</c:v>
                </c:pt>
                <c:pt idx="26655">
                  <c:v>29.15</c:v>
                </c:pt>
                <c:pt idx="26656">
                  <c:v>29.15</c:v>
                </c:pt>
                <c:pt idx="26657">
                  <c:v>29.15</c:v>
                </c:pt>
                <c:pt idx="26658">
                  <c:v>29.15</c:v>
                </c:pt>
                <c:pt idx="26659">
                  <c:v>29.15</c:v>
                </c:pt>
                <c:pt idx="26660">
                  <c:v>29.15</c:v>
                </c:pt>
                <c:pt idx="26661">
                  <c:v>29.15</c:v>
                </c:pt>
                <c:pt idx="26662">
                  <c:v>29.15</c:v>
                </c:pt>
                <c:pt idx="26663">
                  <c:v>29.15</c:v>
                </c:pt>
                <c:pt idx="26664">
                  <c:v>29.15</c:v>
                </c:pt>
                <c:pt idx="26665">
                  <c:v>29.15</c:v>
                </c:pt>
                <c:pt idx="26666">
                  <c:v>29.15</c:v>
                </c:pt>
                <c:pt idx="26667">
                  <c:v>29.15</c:v>
                </c:pt>
                <c:pt idx="26668">
                  <c:v>29.15</c:v>
                </c:pt>
                <c:pt idx="26669">
                  <c:v>29.15</c:v>
                </c:pt>
                <c:pt idx="26670">
                  <c:v>29.15</c:v>
                </c:pt>
                <c:pt idx="26671">
                  <c:v>29.15</c:v>
                </c:pt>
                <c:pt idx="26672">
                  <c:v>29.15</c:v>
                </c:pt>
                <c:pt idx="26673">
                  <c:v>29.15</c:v>
                </c:pt>
                <c:pt idx="26674">
                  <c:v>29.15</c:v>
                </c:pt>
                <c:pt idx="26675">
                  <c:v>29.15</c:v>
                </c:pt>
                <c:pt idx="26676">
                  <c:v>29.15</c:v>
                </c:pt>
                <c:pt idx="26677">
                  <c:v>29.15</c:v>
                </c:pt>
                <c:pt idx="26678">
                  <c:v>29.15</c:v>
                </c:pt>
                <c:pt idx="26679">
                  <c:v>29.15</c:v>
                </c:pt>
                <c:pt idx="26680">
                  <c:v>29.15</c:v>
                </c:pt>
                <c:pt idx="26681">
                  <c:v>29.15</c:v>
                </c:pt>
                <c:pt idx="26682">
                  <c:v>29.15</c:v>
                </c:pt>
                <c:pt idx="26683">
                  <c:v>29.15</c:v>
                </c:pt>
                <c:pt idx="26684">
                  <c:v>29.15</c:v>
                </c:pt>
                <c:pt idx="26685">
                  <c:v>29.15</c:v>
                </c:pt>
                <c:pt idx="26686">
                  <c:v>29.15</c:v>
                </c:pt>
                <c:pt idx="26687">
                  <c:v>29.15</c:v>
                </c:pt>
                <c:pt idx="26688">
                  <c:v>29.15</c:v>
                </c:pt>
                <c:pt idx="26689">
                  <c:v>29.15</c:v>
                </c:pt>
                <c:pt idx="26690">
                  <c:v>29.15</c:v>
                </c:pt>
                <c:pt idx="26691">
                  <c:v>29.15</c:v>
                </c:pt>
                <c:pt idx="26692">
                  <c:v>29.15</c:v>
                </c:pt>
                <c:pt idx="26693">
                  <c:v>29.15</c:v>
                </c:pt>
                <c:pt idx="26694">
                  <c:v>29.1</c:v>
                </c:pt>
                <c:pt idx="26695">
                  <c:v>29.15</c:v>
                </c:pt>
                <c:pt idx="26696">
                  <c:v>29.15</c:v>
                </c:pt>
                <c:pt idx="26697">
                  <c:v>29.15</c:v>
                </c:pt>
                <c:pt idx="26698">
                  <c:v>29.15</c:v>
                </c:pt>
                <c:pt idx="26699">
                  <c:v>29.1</c:v>
                </c:pt>
                <c:pt idx="26700">
                  <c:v>29.15</c:v>
                </c:pt>
                <c:pt idx="26701">
                  <c:v>29.1</c:v>
                </c:pt>
                <c:pt idx="26702">
                  <c:v>29.1</c:v>
                </c:pt>
                <c:pt idx="26703">
                  <c:v>29.1</c:v>
                </c:pt>
                <c:pt idx="26704">
                  <c:v>29.1</c:v>
                </c:pt>
                <c:pt idx="26705">
                  <c:v>29.1</c:v>
                </c:pt>
                <c:pt idx="26706">
                  <c:v>29.1</c:v>
                </c:pt>
                <c:pt idx="26707">
                  <c:v>29.1</c:v>
                </c:pt>
                <c:pt idx="26708">
                  <c:v>29.1</c:v>
                </c:pt>
                <c:pt idx="26709">
                  <c:v>29.1</c:v>
                </c:pt>
                <c:pt idx="26710">
                  <c:v>29.1</c:v>
                </c:pt>
                <c:pt idx="26711">
                  <c:v>29.1</c:v>
                </c:pt>
                <c:pt idx="26712">
                  <c:v>29.1</c:v>
                </c:pt>
                <c:pt idx="26713">
                  <c:v>29.1</c:v>
                </c:pt>
                <c:pt idx="26714">
                  <c:v>29.1</c:v>
                </c:pt>
                <c:pt idx="26715">
                  <c:v>29.1</c:v>
                </c:pt>
                <c:pt idx="26716">
                  <c:v>29.1</c:v>
                </c:pt>
                <c:pt idx="26717">
                  <c:v>29.1</c:v>
                </c:pt>
                <c:pt idx="26718">
                  <c:v>29.1</c:v>
                </c:pt>
                <c:pt idx="26719">
                  <c:v>29.1</c:v>
                </c:pt>
                <c:pt idx="26720">
                  <c:v>29.1</c:v>
                </c:pt>
                <c:pt idx="26721">
                  <c:v>29.1</c:v>
                </c:pt>
                <c:pt idx="26722">
                  <c:v>29.1</c:v>
                </c:pt>
                <c:pt idx="26723">
                  <c:v>29.1</c:v>
                </c:pt>
                <c:pt idx="26724">
                  <c:v>29.1</c:v>
                </c:pt>
                <c:pt idx="26725">
                  <c:v>29.1</c:v>
                </c:pt>
                <c:pt idx="26726">
                  <c:v>29.1</c:v>
                </c:pt>
                <c:pt idx="26727">
                  <c:v>29.1</c:v>
                </c:pt>
                <c:pt idx="26728">
                  <c:v>29.1</c:v>
                </c:pt>
                <c:pt idx="26729">
                  <c:v>29.1</c:v>
                </c:pt>
                <c:pt idx="26730">
                  <c:v>29.1</c:v>
                </c:pt>
                <c:pt idx="26731">
                  <c:v>29.1</c:v>
                </c:pt>
                <c:pt idx="26732">
                  <c:v>29.1</c:v>
                </c:pt>
                <c:pt idx="26733">
                  <c:v>29.1</c:v>
                </c:pt>
                <c:pt idx="26734">
                  <c:v>29.1</c:v>
                </c:pt>
                <c:pt idx="26735">
                  <c:v>29.1</c:v>
                </c:pt>
                <c:pt idx="26736">
                  <c:v>29.1</c:v>
                </c:pt>
                <c:pt idx="26737">
                  <c:v>29.1</c:v>
                </c:pt>
                <c:pt idx="26738">
                  <c:v>29.1</c:v>
                </c:pt>
                <c:pt idx="26739">
                  <c:v>29.1</c:v>
                </c:pt>
                <c:pt idx="26740">
                  <c:v>29.1</c:v>
                </c:pt>
                <c:pt idx="26741">
                  <c:v>29.1</c:v>
                </c:pt>
                <c:pt idx="26742">
                  <c:v>29.1</c:v>
                </c:pt>
                <c:pt idx="26743">
                  <c:v>29.1</c:v>
                </c:pt>
                <c:pt idx="26744">
                  <c:v>29.1</c:v>
                </c:pt>
                <c:pt idx="26745">
                  <c:v>29.1</c:v>
                </c:pt>
                <c:pt idx="26746">
                  <c:v>29.1</c:v>
                </c:pt>
                <c:pt idx="26747">
                  <c:v>29.1</c:v>
                </c:pt>
                <c:pt idx="26748">
                  <c:v>29.1</c:v>
                </c:pt>
                <c:pt idx="26749">
                  <c:v>29.1</c:v>
                </c:pt>
                <c:pt idx="26750">
                  <c:v>29.1</c:v>
                </c:pt>
                <c:pt idx="26751">
                  <c:v>29.1</c:v>
                </c:pt>
                <c:pt idx="26752">
                  <c:v>29.1</c:v>
                </c:pt>
                <c:pt idx="26753">
                  <c:v>29.1</c:v>
                </c:pt>
                <c:pt idx="26754">
                  <c:v>29.1</c:v>
                </c:pt>
                <c:pt idx="26755">
                  <c:v>29.1</c:v>
                </c:pt>
                <c:pt idx="26756">
                  <c:v>29.1</c:v>
                </c:pt>
                <c:pt idx="26757">
                  <c:v>29.1</c:v>
                </c:pt>
                <c:pt idx="26758">
                  <c:v>29.1</c:v>
                </c:pt>
                <c:pt idx="26759">
                  <c:v>29.1</c:v>
                </c:pt>
                <c:pt idx="26760">
                  <c:v>29.05</c:v>
                </c:pt>
                <c:pt idx="26761">
                  <c:v>29.05</c:v>
                </c:pt>
                <c:pt idx="26762">
                  <c:v>29.05</c:v>
                </c:pt>
                <c:pt idx="26763">
                  <c:v>29.05</c:v>
                </c:pt>
                <c:pt idx="26764">
                  <c:v>29.05</c:v>
                </c:pt>
                <c:pt idx="26765">
                  <c:v>29.05</c:v>
                </c:pt>
                <c:pt idx="26766">
                  <c:v>29.05</c:v>
                </c:pt>
                <c:pt idx="26767">
                  <c:v>29.05</c:v>
                </c:pt>
                <c:pt idx="26768">
                  <c:v>29.05</c:v>
                </c:pt>
                <c:pt idx="26769">
                  <c:v>29.05</c:v>
                </c:pt>
                <c:pt idx="26770">
                  <c:v>29.05</c:v>
                </c:pt>
                <c:pt idx="26771">
                  <c:v>29.05</c:v>
                </c:pt>
                <c:pt idx="26772">
                  <c:v>29.05</c:v>
                </c:pt>
                <c:pt idx="26773">
                  <c:v>29.05</c:v>
                </c:pt>
                <c:pt idx="26774">
                  <c:v>29.05</c:v>
                </c:pt>
                <c:pt idx="26775">
                  <c:v>29.05</c:v>
                </c:pt>
                <c:pt idx="26776">
                  <c:v>29.05</c:v>
                </c:pt>
                <c:pt idx="26777">
                  <c:v>29.05</c:v>
                </c:pt>
                <c:pt idx="26778">
                  <c:v>29.05</c:v>
                </c:pt>
                <c:pt idx="26779">
                  <c:v>29.05</c:v>
                </c:pt>
                <c:pt idx="26780">
                  <c:v>29.05</c:v>
                </c:pt>
                <c:pt idx="26781">
                  <c:v>29.05</c:v>
                </c:pt>
                <c:pt idx="26782">
                  <c:v>29.05</c:v>
                </c:pt>
                <c:pt idx="26783">
                  <c:v>29.05</c:v>
                </c:pt>
                <c:pt idx="26784">
                  <c:v>29.05</c:v>
                </c:pt>
                <c:pt idx="26785">
                  <c:v>29.05</c:v>
                </c:pt>
                <c:pt idx="26786">
                  <c:v>29.05</c:v>
                </c:pt>
                <c:pt idx="26787">
                  <c:v>29.05</c:v>
                </c:pt>
                <c:pt idx="26788">
                  <c:v>29.05</c:v>
                </c:pt>
                <c:pt idx="26789">
                  <c:v>29.05</c:v>
                </c:pt>
                <c:pt idx="26790">
                  <c:v>29.05</c:v>
                </c:pt>
                <c:pt idx="26791">
                  <c:v>29.05</c:v>
                </c:pt>
                <c:pt idx="26792">
                  <c:v>29.05</c:v>
                </c:pt>
                <c:pt idx="26793">
                  <c:v>29.05</c:v>
                </c:pt>
                <c:pt idx="26794">
                  <c:v>29.05</c:v>
                </c:pt>
                <c:pt idx="26795">
                  <c:v>29.05</c:v>
                </c:pt>
                <c:pt idx="26796">
                  <c:v>29.05</c:v>
                </c:pt>
                <c:pt idx="26797">
                  <c:v>29.05</c:v>
                </c:pt>
                <c:pt idx="26798">
                  <c:v>29.05</c:v>
                </c:pt>
                <c:pt idx="26799">
                  <c:v>29.05</c:v>
                </c:pt>
                <c:pt idx="26800">
                  <c:v>29.05</c:v>
                </c:pt>
                <c:pt idx="26801">
                  <c:v>29.05</c:v>
                </c:pt>
                <c:pt idx="26802">
                  <c:v>29.05</c:v>
                </c:pt>
                <c:pt idx="26803">
                  <c:v>29.05</c:v>
                </c:pt>
                <c:pt idx="26804">
                  <c:v>29.05</c:v>
                </c:pt>
                <c:pt idx="26805">
                  <c:v>29.05</c:v>
                </c:pt>
                <c:pt idx="26806">
                  <c:v>29.05</c:v>
                </c:pt>
                <c:pt idx="26807">
                  <c:v>29.05</c:v>
                </c:pt>
                <c:pt idx="26808">
                  <c:v>29.05</c:v>
                </c:pt>
                <c:pt idx="26809">
                  <c:v>29.05</c:v>
                </c:pt>
                <c:pt idx="26810">
                  <c:v>29.05</c:v>
                </c:pt>
                <c:pt idx="26811">
                  <c:v>29.05</c:v>
                </c:pt>
                <c:pt idx="26812">
                  <c:v>29</c:v>
                </c:pt>
                <c:pt idx="26813">
                  <c:v>29.05</c:v>
                </c:pt>
                <c:pt idx="26814">
                  <c:v>29.05</c:v>
                </c:pt>
                <c:pt idx="26815">
                  <c:v>29.05</c:v>
                </c:pt>
                <c:pt idx="26816">
                  <c:v>29</c:v>
                </c:pt>
                <c:pt idx="26817">
                  <c:v>29.05</c:v>
                </c:pt>
                <c:pt idx="26818">
                  <c:v>29</c:v>
                </c:pt>
                <c:pt idx="26819">
                  <c:v>29</c:v>
                </c:pt>
                <c:pt idx="26820">
                  <c:v>29.05</c:v>
                </c:pt>
                <c:pt idx="26821">
                  <c:v>29</c:v>
                </c:pt>
                <c:pt idx="26822">
                  <c:v>29.05</c:v>
                </c:pt>
                <c:pt idx="26823">
                  <c:v>29.05</c:v>
                </c:pt>
                <c:pt idx="26824">
                  <c:v>29.05</c:v>
                </c:pt>
                <c:pt idx="26825">
                  <c:v>29</c:v>
                </c:pt>
                <c:pt idx="26826">
                  <c:v>29.05</c:v>
                </c:pt>
                <c:pt idx="26827">
                  <c:v>29.05</c:v>
                </c:pt>
                <c:pt idx="26828">
                  <c:v>29</c:v>
                </c:pt>
                <c:pt idx="26829">
                  <c:v>29.05</c:v>
                </c:pt>
                <c:pt idx="26830">
                  <c:v>29.05</c:v>
                </c:pt>
                <c:pt idx="26831">
                  <c:v>29.05</c:v>
                </c:pt>
                <c:pt idx="26832">
                  <c:v>29.05</c:v>
                </c:pt>
                <c:pt idx="26833">
                  <c:v>29.05</c:v>
                </c:pt>
                <c:pt idx="26834">
                  <c:v>29.05</c:v>
                </c:pt>
                <c:pt idx="26835">
                  <c:v>29.05</c:v>
                </c:pt>
                <c:pt idx="26836">
                  <c:v>29.05</c:v>
                </c:pt>
                <c:pt idx="26837">
                  <c:v>29.05</c:v>
                </c:pt>
                <c:pt idx="26838">
                  <c:v>29</c:v>
                </c:pt>
                <c:pt idx="26839">
                  <c:v>29</c:v>
                </c:pt>
                <c:pt idx="26840">
                  <c:v>29</c:v>
                </c:pt>
                <c:pt idx="26841">
                  <c:v>29</c:v>
                </c:pt>
                <c:pt idx="26842">
                  <c:v>29</c:v>
                </c:pt>
                <c:pt idx="26843">
                  <c:v>29</c:v>
                </c:pt>
                <c:pt idx="26844">
                  <c:v>29</c:v>
                </c:pt>
                <c:pt idx="26845">
                  <c:v>29</c:v>
                </c:pt>
                <c:pt idx="26846">
                  <c:v>29</c:v>
                </c:pt>
                <c:pt idx="26847">
                  <c:v>29</c:v>
                </c:pt>
                <c:pt idx="26848">
                  <c:v>29</c:v>
                </c:pt>
                <c:pt idx="26849">
                  <c:v>29</c:v>
                </c:pt>
                <c:pt idx="26850">
                  <c:v>29</c:v>
                </c:pt>
                <c:pt idx="26851">
                  <c:v>29</c:v>
                </c:pt>
                <c:pt idx="26852">
                  <c:v>29</c:v>
                </c:pt>
                <c:pt idx="26853">
                  <c:v>29</c:v>
                </c:pt>
                <c:pt idx="26854">
                  <c:v>29</c:v>
                </c:pt>
                <c:pt idx="26855">
                  <c:v>29</c:v>
                </c:pt>
                <c:pt idx="26856">
                  <c:v>29</c:v>
                </c:pt>
                <c:pt idx="26857">
                  <c:v>29</c:v>
                </c:pt>
                <c:pt idx="26858">
                  <c:v>29</c:v>
                </c:pt>
                <c:pt idx="26859">
                  <c:v>29</c:v>
                </c:pt>
                <c:pt idx="26860">
                  <c:v>29</c:v>
                </c:pt>
                <c:pt idx="26861">
                  <c:v>29</c:v>
                </c:pt>
                <c:pt idx="26862">
                  <c:v>29</c:v>
                </c:pt>
                <c:pt idx="26863">
                  <c:v>29</c:v>
                </c:pt>
                <c:pt idx="26864">
                  <c:v>29</c:v>
                </c:pt>
                <c:pt idx="26865">
                  <c:v>29</c:v>
                </c:pt>
                <c:pt idx="26866">
                  <c:v>29</c:v>
                </c:pt>
                <c:pt idx="26867">
                  <c:v>29</c:v>
                </c:pt>
                <c:pt idx="26868">
                  <c:v>29</c:v>
                </c:pt>
                <c:pt idx="26869">
                  <c:v>29</c:v>
                </c:pt>
                <c:pt idx="26870">
                  <c:v>29</c:v>
                </c:pt>
                <c:pt idx="26871">
                  <c:v>29</c:v>
                </c:pt>
                <c:pt idx="26872">
                  <c:v>29</c:v>
                </c:pt>
                <c:pt idx="26873">
                  <c:v>29</c:v>
                </c:pt>
                <c:pt idx="26874">
                  <c:v>29</c:v>
                </c:pt>
                <c:pt idx="26875">
                  <c:v>29</c:v>
                </c:pt>
                <c:pt idx="26876">
                  <c:v>29</c:v>
                </c:pt>
                <c:pt idx="26877">
                  <c:v>29</c:v>
                </c:pt>
                <c:pt idx="26878">
                  <c:v>29</c:v>
                </c:pt>
                <c:pt idx="26879">
                  <c:v>29</c:v>
                </c:pt>
                <c:pt idx="26880">
                  <c:v>29</c:v>
                </c:pt>
                <c:pt idx="26881">
                  <c:v>29</c:v>
                </c:pt>
                <c:pt idx="26882">
                  <c:v>29</c:v>
                </c:pt>
                <c:pt idx="26883">
                  <c:v>29</c:v>
                </c:pt>
                <c:pt idx="26884">
                  <c:v>29</c:v>
                </c:pt>
                <c:pt idx="26885">
                  <c:v>29</c:v>
                </c:pt>
                <c:pt idx="26886">
                  <c:v>29</c:v>
                </c:pt>
                <c:pt idx="26887">
                  <c:v>29</c:v>
                </c:pt>
                <c:pt idx="26888">
                  <c:v>29</c:v>
                </c:pt>
                <c:pt idx="26889">
                  <c:v>29</c:v>
                </c:pt>
                <c:pt idx="26890">
                  <c:v>29</c:v>
                </c:pt>
                <c:pt idx="26891">
                  <c:v>29</c:v>
                </c:pt>
                <c:pt idx="26892">
                  <c:v>29</c:v>
                </c:pt>
                <c:pt idx="26893">
                  <c:v>29</c:v>
                </c:pt>
                <c:pt idx="26894">
                  <c:v>29</c:v>
                </c:pt>
                <c:pt idx="26895">
                  <c:v>29</c:v>
                </c:pt>
                <c:pt idx="26896">
                  <c:v>29</c:v>
                </c:pt>
                <c:pt idx="26897">
                  <c:v>29</c:v>
                </c:pt>
                <c:pt idx="26898">
                  <c:v>29</c:v>
                </c:pt>
                <c:pt idx="26899">
                  <c:v>29</c:v>
                </c:pt>
                <c:pt idx="26900">
                  <c:v>29</c:v>
                </c:pt>
                <c:pt idx="26901">
                  <c:v>29</c:v>
                </c:pt>
                <c:pt idx="26902">
                  <c:v>28.95</c:v>
                </c:pt>
                <c:pt idx="26903">
                  <c:v>28.95</c:v>
                </c:pt>
                <c:pt idx="26904">
                  <c:v>28.95</c:v>
                </c:pt>
                <c:pt idx="26905">
                  <c:v>28.95</c:v>
                </c:pt>
                <c:pt idx="26906">
                  <c:v>28.95</c:v>
                </c:pt>
                <c:pt idx="26907">
                  <c:v>28.95</c:v>
                </c:pt>
                <c:pt idx="26908">
                  <c:v>28.95</c:v>
                </c:pt>
                <c:pt idx="26909">
                  <c:v>28.95</c:v>
                </c:pt>
                <c:pt idx="26910">
                  <c:v>28.95</c:v>
                </c:pt>
                <c:pt idx="26911">
                  <c:v>28.95</c:v>
                </c:pt>
                <c:pt idx="26912">
                  <c:v>28.95</c:v>
                </c:pt>
                <c:pt idx="26913">
                  <c:v>28.95</c:v>
                </c:pt>
                <c:pt idx="26914">
                  <c:v>28.95</c:v>
                </c:pt>
                <c:pt idx="26915">
                  <c:v>28.95</c:v>
                </c:pt>
                <c:pt idx="26916">
                  <c:v>28.95</c:v>
                </c:pt>
                <c:pt idx="26917">
                  <c:v>28.95</c:v>
                </c:pt>
                <c:pt idx="26918">
                  <c:v>28.95</c:v>
                </c:pt>
                <c:pt idx="26919">
                  <c:v>28.95</c:v>
                </c:pt>
                <c:pt idx="26920">
                  <c:v>28.95</c:v>
                </c:pt>
                <c:pt idx="26921">
                  <c:v>28.95</c:v>
                </c:pt>
                <c:pt idx="26922">
                  <c:v>28.95</c:v>
                </c:pt>
                <c:pt idx="26923">
                  <c:v>28.95</c:v>
                </c:pt>
                <c:pt idx="26924">
                  <c:v>28.95</c:v>
                </c:pt>
                <c:pt idx="26925">
                  <c:v>28.95</c:v>
                </c:pt>
                <c:pt idx="26926">
                  <c:v>28.95</c:v>
                </c:pt>
                <c:pt idx="26927">
                  <c:v>28.95</c:v>
                </c:pt>
                <c:pt idx="26928">
                  <c:v>28.95</c:v>
                </c:pt>
                <c:pt idx="26929">
                  <c:v>28.95</c:v>
                </c:pt>
                <c:pt idx="26930">
                  <c:v>28.95</c:v>
                </c:pt>
                <c:pt idx="26931">
                  <c:v>28.95</c:v>
                </c:pt>
                <c:pt idx="26932">
                  <c:v>28.95</c:v>
                </c:pt>
                <c:pt idx="26933">
                  <c:v>28.95</c:v>
                </c:pt>
                <c:pt idx="26934">
                  <c:v>28.95</c:v>
                </c:pt>
                <c:pt idx="26935">
                  <c:v>28.95</c:v>
                </c:pt>
                <c:pt idx="26936">
                  <c:v>28.95</c:v>
                </c:pt>
                <c:pt idx="26937">
                  <c:v>28.95</c:v>
                </c:pt>
                <c:pt idx="26938">
                  <c:v>28.95</c:v>
                </c:pt>
                <c:pt idx="26939">
                  <c:v>28.95</c:v>
                </c:pt>
                <c:pt idx="26940">
                  <c:v>28.95</c:v>
                </c:pt>
                <c:pt idx="26941">
                  <c:v>28.95</c:v>
                </c:pt>
                <c:pt idx="26942">
                  <c:v>28.95</c:v>
                </c:pt>
                <c:pt idx="26943">
                  <c:v>28.95</c:v>
                </c:pt>
                <c:pt idx="26944">
                  <c:v>28.95</c:v>
                </c:pt>
                <c:pt idx="26945">
                  <c:v>28.95</c:v>
                </c:pt>
                <c:pt idx="26946">
                  <c:v>28.95</c:v>
                </c:pt>
                <c:pt idx="26947">
                  <c:v>28.95</c:v>
                </c:pt>
                <c:pt idx="26948">
                  <c:v>28.95</c:v>
                </c:pt>
                <c:pt idx="26949">
                  <c:v>28.95</c:v>
                </c:pt>
                <c:pt idx="26950">
                  <c:v>28.95</c:v>
                </c:pt>
                <c:pt idx="26951">
                  <c:v>28.95</c:v>
                </c:pt>
                <c:pt idx="26952">
                  <c:v>28.95</c:v>
                </c:pt>
                <c:pt idx="26953">
                  <c:v>28.95</c:v>
                </c:pt>
                <c:pt idx="26954">
                  <c:v>28.95</c:v>
                </c:pt>
                <c:pt idx="26955">
                  <c:v>28.95</c:v>
                </c:pt>
                <c:pt idx="26956">
                  <c:v>28.9</c:v>
                </c:pt>
                <c:pt idx="26957">
                  <c:v>28.95</c:v>
                </c:pt>
                <c:pt idx="26958">
                  <c:v>28.9</c:v>
                </c:pt>
                <c:pt idx="26959">
                  <c:v>28.9</c:v>
                </c:pt>
                <c:pt idx="26960">
                  <c:v>28.9</c:v>
                </c:pt>
                <c:pt idx="26961">
                  <c:v>28.9</c:v>
                </c:pt>
                <c:pt idx="26962">
                  <c:v>28.95</c:v>
                </c:pt>
                <c:pt idx="26963">
                  <c:v>28.95</c:v>
                </c:pt>
                <c:pt idx="26964">
                  <c:v>28.9</c:v>
                </c:pt>
                <c:pt idx="26965">
                  <c:v>28.95</c:v>
                </c:pt>
                <c:pt idx="26966">
                  <c:v>28.9</c:v>
                </c:pt>
                <c:pt idx="26967">
                  <c:v>28.9</c:v>
                </c:pt>
                <c:pt idx="26968">
                  <c:v>28.9</c:v>
                </c:pt>
                <c:pt idx="26969">
                  <c:v>28.9</c:v>
                </c:pt>
                <c:pt idx="26970">
                  <c:v>28.95</c:v>
                </c:pt>
                <c:pt idx="26971">
                  <c:v>28.9</c:v>
                </c:pt>
                <c:pt idx="26972">
                  <c:v>28.9</c:v>
                </c:pt>
                <c:pt idx="26973">
                  <c:v>28.9</c:v>
                </c:pt>
                <c:pt idx="26974">
                  <c:v>28.9</c:v>
                </c:pt>
                <c:pt idx="26975">
                  <c:v>28.9</c:v>
                </c:pt>
                <c:pt idx="26976">
                  <c:v>28.9</c:v>
                </c:pt>
                <c:pt idx="26977">
                  <c:v>28.9</c:v>
                </c:pt>
                <c:pt idx="26978">
                  <c:v>28.9</c:v>
                </c:pt>
                <c:pt idx="26979">
                  <c:v>28.9</c:v>
                </c:pt>
                <c:pt idx="26980">
                  <c:v>28.9</c:v>
                </c:pt>
                <c:pt idx="26981">
                  <c:v>28.9</c:v>
                </c:pt>
                <c:pt idx="26982">
                  <c:v>28.9</c:v>
                </c:pt>
                <c:pt idx="26983">
                  <c:v>28.9</c:v>
                </c:pt>
                <c:pt idx="26984">
                  <c:v>28.9</c:v>
                </c:pt>
                <c:pt idx="26985">
                  <c:v>28.9</c:v>
                </c:pt>
                <c:pt idx="26986">
                  <c:v>28.9</c:v>
                </c:pt>
                <c:pt idx="26987">
                  <c:v>28.9</c:v>
                </c:pt>
                <c:pt idx="26988">
                  <c:v>28.9</c:v>
                </c:pt>
                <c:pt idx="26989">
                  <c:v>28.9</c:v>
                </c:pt>
                <c:pt idx="26990">
                  <c:v>28.9</c:v>
                </c:pt>
                <c:pt idx="26991">
                  <c:v>28.9</c:v>
                </c:pt>
                <c:pt idx="26992">
                  <c:v>28.9</c:v>
                </c:pt>
                <c:pt idx="26993">
                  <c:v>28.9</c:v>
                </c:pt>
                <c:pt idx="26994">
                  <c:v>28.9</c:v>
                </c:pt>
                <c:pt idx="26995">
                  <c:v>28.9</c:v>
                </c:pt>
                <c:pt idx="26996">
                  <c:v>28.9</c:v>
                </c:pt>
                <c:pt idx="26997">
                  <c:v>28.9</c:v>
                </c:pt>
                <c:pt idx="26998">
                  <c:v>28.9</c:v>
                </c:pt>
                <c:pt idx="26999">
                  <c:v>28.9</c:v>
                </c:pt>
                <c:pt idx="27000">
                  <c:v>28.9</c:v>
                </c:pt>
                <c:pt idx="27001">
                  <c:v>28.9</c:v>
                </c:pt>
                <c:pt idx="27002">
                  <c:v>28.9</c:v>
                </c:pt>
                <c:pt idx="27003">
                  <c:v>28.9</c:v>
                </c:pt>
                <c:pt idx="27004">
                  <c:v>28.9</c:v>
                </c:pt>
                <c:pt idx="27005">
                  <c:v>28.9</c:v>
                </c:pt>
                <c:pt idx="27006">
                  <c:v>28.9</c:v>
                </c:pt>
                <c:pt idx="27007">
                  <c:v>28.9</c:v>
                </c:pt>
                <c:pt idx="27008">
                  <c:v>28.9</c:v>
                </c:pt>
                <c:pt idx="27009">
                  <c:v>28.9</c:v>
                </c:pt>
                <c:pt idx="27010">
                  <c:v>28.9</c:v>
                </c:pt>
                <c:pt idx="27011">
                  <c:v>28.9</c:v>
                </c:pt>
                <c:pt idx="27012">
                  <c:v>28.9</c:v>
                </c:pt>
                <c:pt idx="27013">
                  <c:v>28.9</c:v>
                </c:pt>
                <c:pt idx="27014">
                  <c:v>28.9</c:v>
                </c:pt>
                <c:pt idx="27015">
                  <c:v>28.9</c:v>
                </c:pt>
                <c:pt idx="27016">
                  <c:v>28.9</c:v>
                </c:pt>
                <c:pt idx="27017">
                  <c:v>28.9</c:v>
                </c:pt>
                <c:pt idx="27018">
                  <c:v>28.9</c:v>
                </c:pt>
                <c:pt idx="27019">
                  <c:v>28.9</c:v>
                </c:pt>
                <c:pt idx="27020">
                  <c:v>28.9</c:v>
                </c:pt>
                <c:pt idx="27021">
                  <c:v>28.9</c:v>
                </c:pt>
                <c:pt idx="27022">
                  <c:v>28.9</c:v>
                </c:pt>
                <c:pt idx="27023">
                  <c:v>28.9</c:v>
                </c:pt>
                <c:pt idx="27024">
                  <c:v>28.9</c:v>
                </c:pt>
                <c:pt idx="27025">
                  <c:v>28.9</c:v>
                </c:pt>
                <c:pt idx="27026">
                  <c:v>28.9</c:v>
                </c:pt>
                <c:pt idx="27027">
                  <c:v>28.9</c:v>
                </c:pt>
                <c:pt idx="27028">
                  <c:v>28.9</c:v>
                </c:pt>
                <c:pt idx="27029">
                  <c:v>28.9</c:v>
                </c:pt>
                <c:pt idx="27030">
                  <c:v>28.9</c:v>
                </c:pt>
                <c:pt idx="27031">
                  <c:v>28.9</c:v>
                </c:pt>
                <c:pt idx="27032">
                  <c:v>28.9</c:v>
                </c:pt>
                <c:pt idx="27033">
                  <c:v>28.9</c:v>
                </c:pt>
                <c:pt idx="27034">
                  <c:v>28.9</c:v>
                </c:pt>
                <c:pt idx="27035">
                  <c:v>28.9</c:v>
                </c:pt>
                <c:pt idx="27036">
                  <c:v>28.85</c:v>
                </c:pt>
                <c:pt idx="27037">
                  <c:v>28.85</c:v>
                </c:pt>
                <c:pt idx="27038">
                  <c:v>28.85</c:v>
                </c:pt>
                <c:pt idx="27039">
                  <c:v>28.85</c:v>
                </c:pt>
                <c:pt idx="27040">
                  <c:v>28.85</c:v>
                </c:pt>
                <c:pt idx="27041">
                  <c:v>28.85</c:v>
                </c:pt>
                <c:pt idx="27042">
                  <c:v>28.85</c:v>
                </c:pt>
                <c:pt idx="27043">
                  <c:v>28.85</c:v>
                </c:pt>
                <c:pt idx="27044">
                  <c:v>28.85</c:v>
                </c:pt>
                <c:pt idx="27045">
                  <c:v>28.85</c:v>
                </c:pt>
                <c:pt idx="27046">
                  <c:v>28.85</c:v>
                </c:pt>
                <c:pt idx="27047">
                  <c:v>28.85</c:v>
                </c:pt>
                <c:pt idx="27048">
                  <c:v>28.85</c:v>
                </c:pt>
                <c:pt idx="27049">
                  <c:v>28.85</c:v>
                </c:pt>
                <c:pt idx="27050">
                  <c:v>28.85</c:v>
                </c:pt>
                <c:pt idx="27051">
                  <c:v>28.85</c:v>
                </c:pt>
                <c:pt idx="27052">
                  <c:v>28.85</c:v>
                </c:pt>
                <c:pt idx="27053">
                  <c:v>28.85</c:v>
                </c:pt>
                <c:pt idx="27054">
                  <c:v>28.85</c:v>
                </c:pt>
                <c:pt idx="27055">
                  <c:v>28.85</c:v>
                </c:pt>
                <c:pt idx="27056">
                  <c:v>28.85</c:v>
                </c:pt>
                <c:pt idx="27057">
                  <c:v>28.85</c:v>
                </c:pt>
                <c:pt idx="27058">
                  <c:v>28.85</c:v>
                </c:pt>
                <c:pt idx="27059">
                  <c:v>28.85</c:v>
                </c:pt>
                <c:pt idx="27060">
                  <c:v>28.85</c:v>
                </c:pt>
                <c:pt idx="27061">
                  <c:v>28.85</c:v>
                </c:pt>
                <c:pt idx="27062">
                  <c:v>28.85</c:v>
                </c:pt>
                <c:pt idx="27063">
                  <c:v>28.85</c:v>
                </c:pt>
                <c:pt idx="27064">
                  <c:v>28.85</c:v>
                </c:pt>
                <c:pt idx="27065">
                  <c:v>28.85</c:v>
                </c:pt>
                <c:pt idx="27066">
                  <c:v>28.85</c:v>
                </c:pt>
                <c:pt idx="27067">
                  <c:v>28.85</c:v>
                </c:pt>
                <c:pt idx="27068">
                  <c:v>28.85</c:v>
                </c:pt>
                <c:pt idx="27069">
                  <c:v>28.85</c:v>
                </c:pt>
                <c:pt idx="27070">
                  <c:v>28.85</c:v>
                </c:pt>
                <c:pt idx="27071">
                  <c:v>28.85</c:v>
                </c:pt>
                <c:pt idx="27072">
                  <c:v>28.85</c:v>
                </c:pt>
                <c:pt idx="27073">
                  <c:v>28.85</c:v>
                </c:pt>
                <c:pt idx="27074">
                  <c:v>28.85</c:v>
                </c:pt>
                <c:pt idx="27075">
                  <c:v>28.85</c:v>
                </c:pt>
                <c:pt idx="27076">
                  <c:v>28.85</c:v>
                </c:pt>
                <c:pt idx="27077">
                  <c:v>28.85</c:v>
                </c:pt>
                <c:pt idx="27078">
                  <c:v>28.85</c:v>
                </c:pt>
                <c:pt idx="27079">
                  <c:v>28.85</c:v>
                </c:pt>
                <c:pt idx="27080">
                  <c:v>28.85</c:v>
                </c:pt>
                <c:pt idx="27081">
                  <c:v>28.85</c:v>
                </c:pt>
                <c:pt idx="27082">
                  <c:v>28.85</c:v>
                </c:pt>
                <c:pt idx="27083">
                  <c:v>28.85</c:v>
                </c:pt>
                <c:pt idx="27084">
                  <c:v>28.85</c:v>
                </c:pt>
                <c:pt idx="27085">
                  <c:v>28.85</c:v>
                </c:pt>
                <c:pt idx="27086">
                  <c:v>28.85</c:v>
                </c:pt>
                <c:pt idx="27087">
                  <c:v>28.85</c:v>
                </c:pt>
                <c:pt idx="27088">
                  <c:v>28.85</c:v>
                </c:pt>
                <c:pt idx="27089">
                  <c:v>28.85</c:v>
                </c:pt>
                <c:pt idx="27090">
                  <c:v>28.85</c:v>
                </c:pt>
                <c:pt idx="27091">
                  <c:v>28.85</c:v>
                </c:pt>
                <c:pt idx="27092">
                  <c:v>28.85</c:v>
                </c:pt>
                <c:pt idx="27093">
                  <c:v>28.85</c:v>
                </c:pt>
                <c:pt idx="27094">
                  <c:v>28.85</c:v>
                </c:pt>
                <c:pt idx="27095">
                  <c:v>28.8</c:v>
                </c:pt>
                <c:pt idx="27096">
                  <c:v>28.85</c:v>
                </c:pt>
                <c:pt idx="27097">
                  <c:v>28.8</c:v>
                </c:pt>
                <c:pt idx="27098">
                  <c:v>28.85</c:v>
                </c:pt>
                <c:pt idx="27099">
                  <c:v>28.85</c:v>
                </c:pt>
                <c:pt idx="27100">
                  <c:v>28.85</c:v>
                </c:pt>
                <c:pt idx="27101">
                  <c:v>28.8</c:v>
                </c:pt>
                <c:pt idx="27102">
                  <c:v>28.8</c:v>
                </c:pt>
                <c:pt idx="27103">
                  <c:v>28.8</c:v>
                </c:pt>
                <c:pt idx="27104">
                  <c:v>28.8</c:v>
                </c:pt>
                <c:pt idx="27105">
                  <c:v>28.8</c:v>
                </c:pt>
                <c:pt idx="27106">
                  <c:v>28.8</c:v>
                </c:pt>
                <c:pt idx="27107">
                  <c:v>28.8</c:v>
                </c:pt>
                <c:pt idx="27108">
                  <c:v>28.8</c:v>
                </c:pt>
                <c:pt idx="27109">
                  <c:v>28.8</c:v>
                </c:pt>
                <c:pt idx="27110">
                  <c:v>28.8</c:v>
                </c:pt>
                <c:pt idx="27111">
                  <c:v>28.8</c:v>
                </c:pt>
                <c:pt idx="27112">
                  <c:v>28.8</c:v>
                </c:pt>
                <c:pt idx="27113">
                  <c:v>28.8</c:v>
                </c:pt>
                <c:pt idx="27114">
                  <c:v>28.8</c:v>
                </c:pt>
                <c:pt idx="27115">
                  <c:v>28.8</c:v>
                </c:pt>
                <c:pt idx="27116">
                  <c:v>28.8</c:v>
                </c:pt>
                <c:pt idx="27117">
                  <c:v>28.8</c:v>
                </c:pt>
                <c:pt idx="27118">
                  <c:v>28.8</c:v>
                </c:pt>
                <c:pt idx="27119">
                  <c:v>28.8</c:v>
                </c:pt>
                <c:pt idx="27120">
                  <c:v>28.8</c:v>
                </c:pt>
                <c:pt idx="27121">
                  <c:v>28.8</c:v>
                </c:pt>
                <c:pt idx="27122">
                  <c:v>28.8</c:v>
                </c:pt>
                <c:pt idx="27123">
                  <c:v>28.8</c:v>
                </c:pt>
                <c:pt idx="27124">
                  <c:v>28.8</c:v>
                </c:pt>
                <c:pt idx="27125">
                  <c:v>28.8</c:v>
                </c:pt>
                <c:pt idx="27126">
                  <c:v>28.8</c:v>
                </c:pt>
                <c:pt idx="27127">
                  <c:v>28.8</c:v>
                </c:pt>
                <c:pt idx="27128">
                  <c:v>28.8</c:v>
                </c:pt>
                <c:pt idx="27129">
                  <c:v>28.8</c:v>
                </c:pt>
                <c:pt idx="27130">
                  <c:v>28.8</c:v>
                </c:pt>
                <c:pt idx="27131">
                  <c:v>28.8</c:v>
                </c:pt>
                <c:pt idx="27132">
                  <c:v>28.8</c:v>
                </c:pt>
                <c:pt idx="27133">
                  <c:v>28.8</c:v>
                </c:pt>
                <c:pt idx="27134">
                  <c:v>28.8</c:v>
                </c:pt>
                <c:pt idx="27135">
                  <c:v>28.8</c:v>
                </c:pt>
                <c:pt idx="27136">
                  <c:v>28.8</c:v>
                </c:pt>
                <c:pt idx="27137">
                  <c:v>28.8</c:v>
                </c:pt>
                <c:pt idx="27138">
                  <c:v>28.8</c:v>
                </c:pt>
                <c:pt idx="27139">
                  <c:v>28.8</c:v>
                </c:pt>
                <c:pt idx="27140">
                  <c:v>28.8</c:v>
                </c:pt>
                <c:pt idx="27141">
                  <c:v>28.8</c:v>
                </c:pt>
                <c:pt idx="27142">
                  <c:v>28.8</c:v>
                </c:pt>
                <c:pt idx="27143">
                  <c:v>28.8</c:v>
                </c:pt>
                <c:pt idx="27144">
                  <c:v>28.8</c:v>
                </c:pt>
                <c:pt idx="27145">
                  <c:v>28.8</c:v>
                </c:pt>
                <c:pt idx="27146">
                  <c:v>28.8</c:v>
                </c:pt>
                <c:pt idx="27147">
                  <c:v>28.8</c:v>
                </c:pt>
                <c:pt idx="27148">
                  <c:v>28.8</c:v>
                </c:pt>
                <c:pt idx="27149">
                  <c:v>28.8</c:v>
                </c:pt>
                <c:pt idx="27150">
                  <c:v>28.8</c:v>
                </c:pt>
                <c:pt idx="27151">
                  <c:v>28.8</c:v>
                </c:pt>
                <c:pt idx="27152">
                  <c:v>28.8</c:v>
                </c:pt>
                <c:pt idx="27153">
                  <c:v>28.8</c:v>
                </c:pt>
                <c:pt idx="27154">
                  <c:v>28.8</c:v>
                </c:pt>
                <c:pt idx="27155">
                  <c:v>28.8</c:v>
                </c:pt>
                <c:pt idx="27156">
                  <c:v>28.8</c:v>
                </c:pt>
                <c:pt idx="27157">
                  <c:v>28.8</c:v>
                </c:pt>
                <c:pt idx="27158">
                  <c:v>28.8</c:v>
                </c:pt>
                <c:pt idx="27159">
                  <c:v>28.8</c:v>
                </c:pt>
                <c:pt idx="27160">
                  <c:v>28.8</c:v>
                </c:pt>
                <c:pt idx="27161">
                  <c:v>28.8</c:v>
                </c:pt>
                <c:pt idx="27162">
                  <c:v>28.8</c:v>
                </c:pt>
                <c:pt idx="27163">
                  <c:v>28.8</c:v>
                </c:pt>
                <c:pt idx="27164">
                  <c:v>28.8</c:v>
                </c:pt>
                <c:pt idx="27165">
                  <c:v>28.8</c:v>
                </c:pt>
                <c:pt idx="27166">
                  <c:v>28.8</c:v>
                </c:pt>
                <c:pt idx="27167">
                  <c:v>28.8</c:v>
                </c:pt>
                <c:pt idx="27168">
                  <c:v>28.8</c:v>
                </c:pt>
                <c:pt idx="27169">
                  <c:v>28.8</c:v>
                </c:pt>
                <c:pt idx="27170">
                  <c:v>28.8</c:v>
                </c:pt>
                <c:pt idx="27171">
                  <c:v>28.8</c:v>
                </c:pt>
                <c:pt idx="27172">
                  <c:v>28.8</c:v>
                </c:pt>
                <c:pt idx="27173">
                  <c:v>28.8</c:v>
                </c:pt>
                <c:pt idx="27174">
                  <c:v>28.8</c:v>
                </c:pt>
                <c:pt idx="27175">
                  <c:v>28.8</c:v>
                </c:pt>
                <c:pt idx="27176">
                  <c:v>28.8</c:v>
                </c:pt>
                <c:pt idx="27177">
                  <c:v>28.8</c:v>
                </c:pt>
                <c:pt idx="27178">
                  <c:v>28.8</c:v>
                </c:pt>
                <c:pt idx="27179">
                  <c:v>28.8</c:v>
                </c:pt>
                <c:pt idx="27180">
                  <c:v>28.8</c:v>
                </c:pt>
                <c:pt idx="27181">
                  <c:v>28.8</c:v>
                </c:pt>
                <c:pt idx="27182">
                  <c:v>28.8</c:v>
                </c:pt>
                <c:pt idx="27183">
                  <c:v>28.8</c:v>
                </c:pt>
                <c:pt idx="27184">
                  <c:v>28.8</c:v>
                </c:pt>
                <c:pt idx="27185">
                  <c:v>28.8</c:v>
                </c:pt>
                <c:pt idx="27186">
                  <c:v>28.8</c:v>
                </c:pt>
                <c:pt idx="27187">
                  <c:v>28.8</c:v>
                </c:pt>
                <c:pt idx="27188">
                  <c:v>28.8</c:v>
                </c:pt>
                <c:pt idx="27189">
                  <c:v>28.8</c:v>
                </c:pt>
                <c:pt idx="27190">
                  <c:v>28.75</c:v>
                </c:pt>
                <c:pt idx="27191">
                  <c:v>28.75</c:v>
                </c:pt>
                <c:pt idx="27192">
                  <c:v>28.75</c:v>
                </c:pt>
                <c:pt idx="27193">
                  <c:v>28.75</c:v>
                </c:pt>
                <c:pt idx="27194">
                  <c:v>28.75</c:v>
                </c:pt>
                <c:pt idx="27195">
                  <c:v>28.75</c:v>
                </c:pt>
                <c:pt idx="27196">
                  <c:v>28.75</c:v>
                </c:pt>
                <c:pt idx="27197">
                  <c:v>28.75</c:v>
                </c:pt>
                <c:pt idx="27198">
                  <c:v>28.75</c:v>
                </c:pt>
                <c:pt idx="27199">
                  <c:v>28.75</c:v>
                </c:pt>
                <c:pt idx="27200">
                  <c:v>28.75</c:v>
                </c:pt>
                <c:pt idx="27201">
                  <c:v>28.75</c:v>
                </c:pt>
                <c:pt idx="27202">
                  <c:v>28.75</c:v>
                </c:pt>
                <c:pt idx="27203">
                  <c:v>28.75</c:v>
                </c:pt>
                <c:pt idx="27204">
                  <c:v>28.75</c:v>
                </c:pt>
                <c:pt idx="27205">
                  <c:v>28.75</c:v>
                </c:pt>
                <c:pt idx="27206">
                  <c:v>28.75</c:v>
                </c:pt>
                <c:pt idx="27207">
                  <c:v>28.75</c:v>
                </c:pt>
                <c:pt idx="27208">
                  <c:v>28.75</c:v>
                </c:pt>
                <c:pt idx="27209">
                  <c:v>28.75</c:v>
                </c:pt>
                <c:pt idx="27210">
                  <c:v>28.75</c:v>
                </c:pt>
                <c:pt idx="27211">
                  <c:v>28.75</c:v>
                </c:pt>
                <c:pt idx="27212">
                  <c:v>28.75</c:v>
                </c:pt>
                <c:pt idx="27213">
                  <c:v>28.75</c:v>
                </c:pt>
                <c:pt idx="27214">
                  <c:v>28.75</c:v>
                </c:pt>
                <c:pt idx="27215">
                  <c:v>28.75</c:v>
                </c:pt>
                <c:pt idx="27216">
                  <c:v>28.75</c:v>
                </c:pt>
                <c:pt idx="27217">
                  <c:v>28.75</c:v>
                </c:pt>
                <c:pt idx="27218">
                  <c:v>28.75</c:v>
                </c:pt>
                <c:pt idx="27219">
                  <c:v>28.75</c:v>
                </c:pt>
                <c:pt idx="27220">
                  <c:v>28.75</c:v>
                </c:pt>
                <c:pt idx="27221">
                  <c:v>28.75</c:v>
                </c:pt>
                <c:pt idx="27222">
                  <c:v>28.75</c:v>
                </c:pt>
                <c:pt idx="27223">
                  <c:v>28.75</c:v>
                </c:pt>
                <c:pt idx="27224">
                  <c:v>28.75</c:v>
                </c:pt>
                <c:pt idx="27225">
                  <c:v>28.75</c:v>
                </c:pt>
                <c:pt idx="27226">
                  <c:v>28.75</c:v>
                </c:pt>
                <c:pt idx="27227">
                  <c:v>28.75</c:v>
                </c:pt>
                <c:pt idx="27228">
                  <c:v>28.75</c:v>
                </c:pt>
                <c:pt idx="27229">
                  <c:v>28.75</c:v>
                </c:pt>
                <c:pt idx="27230">
                  <c:v>28.75</c:v>
                </c:pt>
                <c:pt idx="27231">
                  <c:v>28.75</c:v>
                </c:pt>
                <c:pt idx="27232">
                  <c:v>28.75</c:v>
                </c:pt>
                <c:pt idx="27233">
                  <c:v>28.75</c:v>
                </c:pt>
                <c:pt idx="27234">
                  <c:v>28.75</c:v>
                </c:pt>
                <c:pt idx="27235">
                  <c:v>28.75</c:v>
                </c:pt>
                <c:pt idx="27236">
                  <c:v>28.75</c:v>
                </c:pt>
                <c:pt idx="27237">
                  <c:v>28.75</c:v>
                </c:pt>
                <c:pt idx="27238">
                  <c:v>28.75</c:v>
                </c:pt>
                <c:pt idx="27239">
                  <c:v>28.75</c:v>
                </c:pt>
                <c:pt idx="27240">
                  <c:v>28.75</c:v>
                </c:pt>
                <c:pt idx="27241">
                  <c:v>28.75</c:v>
                </c:pt>
                <c:pt idx="27242">
                  <c:v>28.75</c:v>
                </c:pt>
                <c:pt idx="27243">
                  <c:v>28.75</c:v>
                </c:pt>
                <c:pt idx="27244">
                  <c:v>28.75</c:v>
                </c:pt>
                <c:pt idx="27245">
                  <c:v>28.75</c:v>
                </c:pt>
                <c:pt idx="27246">
                  <c:v>28.75</c:v>
                </c:pt>
                <c:pt idx="27247">
                  <c:v>28.75</c:v>
                </c:pt>
                <c:pt idx="27248">
                  <c:v>28.75</c:v>
                </c:pt>
                <c:pt idx="27249">
                  <c:v>28.75</c:v>
                </c:pt>
                <c:pt idx="27250">
                  <c:v>28.75</c:v>
                </c:pt>
                <c:pt idx="27251">
                  <c:v>28.75</c:v>
                </c:pt>
                <c:pt idx="27252">
                  <c:v>28.75</c:v>
                </c:pt>
                <c:pt idx="27253">
                  <c:v>28.75</c:v>
                </c:pt>
                <c:pt idx="27254">
                  <c:v>28.75</c:v>
                </c:pt>
                <c:pt idx="27255">
                  <c:v>28.75</c:v>
                </c:pt>
                <c:pt idx="27256">
                  <c:v>28.75</c:v>
                </c:pt>
                <c:pt idx="27257">
                  <c:v>28.75</c:v>
                </c:pt>
                <c:pt idx="27258">
                  <c:v>28.75</c:v>
                </c:pt>
                <c:pt idx="27259">
                  <c:v>28.75</c:v>
                </c:pt>
                <c:pt idx="27260">
                  <c:v>28.75</c:v>
                </c:pt>
                <c:pt idx="27261">
                  <c:v>28.75</c:v>
                </c:pt>
                <c:pt idx="27262">
                  <c:v>28.75</c:v>
                </c:pt>
                <c:pt idx="27263">
                  <c:v>28.75</c:v>
                </c:pt>
                <c:pt idx="27264">
                  <c:v>28.75</c:v>
                </c:pt>
                <c:pt idx="27265">
                  <c:v>28.75</c:v>
                </c:pt>
                <c:pt idx="27266">
                  <c:v>28.75</c:v>
                </c:pt>
                <c:pt idx="27267">
                  <c:v>28.75</c:v>
                </c:pt>
                <c:pt idx="27268">
                  <c:v>28.75</c:v>
                </c:pt>
                <c:pt idx="27269">
                  <c:v>28.75</c:v>
                </c:pt>
                <c:pt idx="27270">
                  <c:v>28.75</c:v>
                </c:pt>
                <c:pt idx="27271">
                  <c:v>28.75</c:v>
                </c:pt>
                <c:pt idx="27272">
                  <c:v>28.75</c:v>
                </c:pt>
                <c:pt idx="27273">
                  <c:v>28.75</c:v>
                </c:pt>
                <c:pt idx="27274">
                  <c:v>28.75</c:v>
                </c:pt>
                <c:pt idx="27275">
                  <c:v>28.75</c:v>
                </c:pt>
                <c:pt idx="27276">
                  <c:v>28.75</c:v>
                </c:pt>
                <c:pt idx="27277">
                  <c:v>28.7</c:v>
                </c:pt>
                <c:pt idx="27278">
                  <c:v>28.7</c:v>
                </c:pt>
                <c:pt idx="27279">
                  <c:v>28.7</c:v>
                </c:pt>
                <c:pt idx="27280">
                  <c:v>28.7</c:v>
                </c:pt>
                <c:pt idx="27281">
                  <c:v>28.7</c:v>
                </c:pt>
                <c:pt idx="27282">
                  <c:v>28.7</c:v>
                </c:pt>
                <c:pt idx="27283">
                  <c:v>28.7</c:v>
                </c:pt>
                <c:pt idx="27284">
                  <c:v>28.7</c:v>
                </c:pt>
                <c:pt idx="27285">
                  <c:v>28.7</c:v>
                </c:pt>
                <c:pt idx="27286">
                  <c:v>28.7</c:v>
                </c:pt>
                <c:pt idx="27287">
                  <c:v>28.7</c:v>
                </c:pt>
                <c:pt idx="27288">
                  <c:v>28.7</c:v>
                </c:pt>
                <c:pt idx="27289">
                  <c:v>28.7</c:v>
                </c:pt>
                <c:pt idx="27290">
                  <c:v>28.7</c:v>
                </c:pt>
                <c:pt idx="27291">
                  <c:v>28.7</c:v>
                </c:pt>
                <c:pt idx="27292">
                  <c:v>28.7</c:v>
                </c:pt>
                <c:pt idx="27293">
                  <c:v>28.7</c:v>
                </c:pt>
                <c:pt idx="27294">
                  <c:v>28.7</c:v>
                </c:pt>
                <c:pt idx="27295">
                  <c:v>28.7</c:v>
                </c:pt>
                <c:pt idx="27296">
                  <c:v>28.7</c:v>
                </c:pt>
                <c:pt idx="27297">
                  <c:v>28.7</c:v>
                </c:pt>
                <c:pt idx="27298">
                  <c:v>28.7</c:v>
                </c:pt>
                <c:pt idx="27299">
                  <c:v>28.7</c:v>
                </c:pt>
                <c:pt idx="27300">
                  <c:v>28.7</c:v>
                </c:pt>
                <c:pt idx="27301">
                  <c:v>28.7</c:v>
                </c:pt>
                <c:pt idx="27302">
                  <c:v>28.7</c:v>
                </c:pt>
                <c:pt idx="27303">
                  <c:v>28.7</c:v>
                </c:pt>
                <c:pt idx="27304">
                  <c:v>28.7</c:v>
                </c:pt>
                <c:pt idx="27305">
                  <c:v>28.7</c:v>
                </c:pt>
                <c:pt idx="27306">
                  <c:v>28.7</c:v>
                </c:pt>
                <c:pt idx="27307">
                  <c:v>28.7</c:v>
                </c:pt>
                <c:pt idx="27308">
                  <c:v>28.7</c:v>
                </c:pt>
                <c:pt idx="27309">
                  <c:v>28.7</c:v>
                </c:pt>
                <c:pt idx="27310">
                  <c:v>28.7</c:v>
                </c:pt>
                <c:pt idx="27311">
                  <c:v>28.7</c:v>
                </c:pt>
                <c:pt idx="27312">
                  <c:v>28.7</c:v>
                </c:pt>
                <c:pt idx="27313">
                  <c:v>28.7</c:v>
                </c:pt>
                <c:pt idx="27314">
                  <c:v>28.7</c:v>
                </c:pt>
                <c:pt idx="27315">
                  <c:v>28.7</c:v>
                </c:pt>
                <c:pt idx="27316">
                  <c:v>28.7</c:v>
                </c:pt>
                <c:pt idx="27317">
                  <c:v>28.7</c:v>
                </c:pt>
                <c:pt idx="27318">
                  <c:v>28.7</c:v>
                </c:pt>
                <c:pt idx="27319">
                  <c:v>28.7</c:v>
                </c:pt>
                <c:pt idx="27320">
                  <c:v>28.7</c:v>
                </c:pt>
                <c:pt idx="27321">
                  <c:v>28.7</c:v>
                </c:pt>
                <c:pt idx="27322">
                  <c:v>28.7</c:v>
                </c:pt>
                <c:pt idx="27323">
                  <c:v>28.7</c:v>
                </c:pt>
                <c:pt idx="27324">
                  <c:v>28.7</c:v>
                </c:pt>
                <c:pt idx="27325">
                  <c:v>28.7</c:v>
                </c:pt>
                <c:pt idx="27326">
                  <c:v>28.7</c:v>
                </c:pt>
                <c:pt idx="27327">
                  <c:v>28.7</c:v>
                </c:pt>
                <c:pt idx="27328">
                  <c:v>28.7</c:v>
                </c:pt>
                <c:pt idx="27329">
                  <c:v>28.7</c:v>
                </c:pt>
                <c:pt idx="27330">
                  <c:v>28.7</c:v>
                </c:pt>
                <c:pt idx="27331">
                  <c:v>28.7</c:v>
                </c:pt>
                <c:pt idx="27332">
                  <c:v>28.7</c:v>
                </c:pt>
                <c:pt idx="27333">
                  <c:v>28.7</c:v>
                </c:pt>
                <c:pt idx="27334">
                  <c:v>28.7</c:v>
                </c:pt>
                <c:pt idx="27335">
                  <c:v>28.7</c:v>
                </c:pt>
                <c:pt idx="27336">
                  <c:v>28.7</c:v>
                </c:pt>
                <c:pt idx="27337">
                  <c:v>28.7</c:v>
                </c:pt>
                <c:pt idx="27338">
                  <c:v>28.7</c:v>
                </c:pt>
                <c:pt idx="27339">
                  <c:v>28.7</c:v>
                </c:pt>
                <c:pt idx="27340">
                  <c:v>28.7</c:v>
                </c:pt>
                <c:pt idx="27341">
                  <c:v>28.7</c:v>
                </c:pt>
                <c:pt idx="27342">
                  <c:v>28.7</c:v>
                </c:pt>
                <c:pt idx="27343">
                  <c:v>28.7</c:v>
                </c:pt>
                <c:pt idx="27344">
                  <c:v>28.7</c:v>
                </c:pt>
                <c:pt idx="27345">
                  <c:v>28.7</c:v>
                </c:pt>
                <c:pt idx="27346">
                  <c:v>28.7</c:v>
                </c:pt>
                <c:pt idx="27347">
                  <c:v>28.7</c:v>
                </c:pt>
                <c:pt idx="27348">
                  <c:v>28.7</c:v>
                </c:pt>
                <c:pt idx="27349">
                  <c:v>28.7</c:v>
                </c:pt>
                <c:pt idx="27350">
                  <c:v>28.7</c:v>
                </c:pt>
                <c:pt idx="27351">
                  <c:v>28.65</c:v>
                </c:pt>
                <c:pt idx="27352">
                  <c:v>28.7</c:v>
                </c:pt>
                <c:pt idx="27353">
                  <c:v>28.7</c:v>
                </c:pt>
                <c:pt idx="27354">
                  <c:v>28.65</c:v>
                </c:pt>
                <c:pt idx="27355">
                  <c:v>28.65</c:v>
                </c:pt>
                <c:pt idx="27356">
                  <c:v>28.65</c:v>
                </c:pt>
                <c:pt idx="27357">
                  <c:v>28.65</c:v>
                </c:pt>
                <c:pt idx="27358">
                  <c:v>28.65</c:v>
                </c:pt>
                <c:pt idx="27359">
                  <c:v>28.65</c:v>
                </c:pt>
                <c:pt idx="27360">
                  <c:v>28.7</c:v>
                </c:pt>
                <c:pt idx="27361">
                  <c:v>28.65</c:v>
                </c:pt>
                <c:pt idx="27362">
                  <c:v>28.65</c:v>
                </c:pt>
                <c:pt idx="27363">
                  <c:v>28.7</c:v>
                </c:pt>
                <c:pt idx="27364">
                  <c:v>28.65</c:v>
                </c:pt>
                <c:pt idx="27365">
                  <c:v>28.65</c:v>
                </c:pt>
                <c:pt idx="27366">
                  <c:v>28.65</c:v>
                </c:pt>
                <c:pt idx="27367">
                  <c:v>28.65</c:v>
                </c:pt>
                <c:pt idx="27368">
                  <c:v>28.65</c:v>
                </c:pt>
                <c:pt idx="27369">
                  <c:v>28.7</c:v>
                </c:pt>
                <c:pt idx="27370">
                  <c:v>28.65</c:v>
                </c:pt>
                <c:pt idx="27371">
                  <c:v>28.65</c:v>
                </c:pt>
                <c:pt idx="27372">
                  <c:v>28.65</c:v>
                </c:pt>
                <c:pt idx="27373">
                  <c:v>28.65</c:v>
                </c:pt>
                <c:pt idx="27374">
                  <c:v>28.65</c:v>
                </c:pt>
                <c:pt idx="27375">
                  <c:v>28.65</c:v>
                </c:pt>
                <c:pt idx="27376">
                  <c:v>28.65</c:v>
                </c:pt>
                <c:pt idx="27377">
                  <c:v>28.65</c:v>
                </c:pt>
                <c:pt idx="27378">
                  <c:v>28.65</c:v>
                </c:pt>
                <c:pt idx="27379">
                  <c:v>28.65</c:v>
                </c:pt>
                <c:pt idx="27380">
                  <c:v>28.65</c:v>
                </c:pt>
                <c:pt idx="27381">
                  <c:v>28.65</c:v>
                </c:pt>
                <c:pt idx="27382">
                  <c:v>28.65</c:v>
                </c:pt>
                <c:pt idx="27383">
                  <c:v>28.65</c:v>
                </c:pt>
                <c:pt idx="27384">
                  <c:v>28.65</c:v>
                </c:pt>
                <c:pt idx="27385">
                  <c:v>28.65</c:v>
                </c:pt>
                <c:pt idx="27386">
                  <c:v>28.65</c:v>
                </c:pt>
                <c:pt idx="27387">
                  <c:v>28.65</c:v>
                </c:pt>
                <c:pt idx="27388">
                  <c:v>28.7</c:v>
                </c:pt>
                <c:pt idx="27389">
                  <c:v>28.7</c:v>
                </c:pt>
                <c:pt idx="27390">
                  <c:v>28.7</c:v>
                </c:pt>
                <c:pt idx="27391">
                  <c:v>28.7</c:v>
                </c:pt>
                <c:pt idx="27392">
                  <c:v>28.7</c:v>
                </c:pt>
                <c:pt idx="27393">
                  <c:v>28.7</c:v>
                </c:pt>
                <c:pt idx="27394">
                  <c:v>28.7</c:v>
                </c:pt>
                <c:pt idx="27395">
                  <c:v>28.7</c:v>
                </c:pt>
                <c:pt idx="27396">
                  <c:v>28.7</c:v>
                </c:pt>
                <c:pt idx="27397">
                  <c:v>28.7</c:v>
                </c:pt>
                <c:pt idx="27398">
                  <c:v>28.65</c:v>
                </c:pt>
                <c:pt idx="27399">
                  <c:v>28.65</c:v>
                </c:pt>
                <c:pt idx="27400">
                  <c:v>28.65</c:v>
                </c:pt>
                <c:pt idx="27401">
                  <c:v>28.65</c:v>
                </c:pt>
                <c:pt idx="27402">
                  <c:v>28.65</c:v>
                </c:pt>
                <c:pt idx="27403">
                  <c:v>28.65</c:v>
                </c:pt>
                <c:pt idx="27404">
                  <c:v>28.65</c:v>
                </c:pt>
                <c:pt idx="27405">
                  <c:v>28.65</c:v>
                </c:pt>
                <c:pt idx="27406">
                  <c:v>28.65</c:v>
                </c:pt>
                <c:pt idx="27407">
                  <c:v>28.65</c:v>
                </c:pt>
                <c:pt idx="27408">
                  <c:v>28.65</c:v>
                </c:pt>
                <c:pt idx="27409">
                  <c:v>28.65</c:v>
                </c:pt>
                <c:pt idx="27410">
                  <c:v>28.65</c:v>
                </c:pt>
                <c:pt idx="27411">
                  <c:v>28.65</c:v>
                </c:pt>
                <c:pt idx="27412">
                  <c:v>28.65</c:v>
                </c:pt>
                <c:pt idx="27413">
                  <c:v>28.65</c:v>
                </c:pt>
                <c:pt idx="27414">
                  <c:v>28.65</c:v>
                </c:pt>
                <c:pt idx="27415">
                  <c:v>28.65</c:v>
                </c:pt>
                <c:pt idx="27416">
                  <c:v>28.65</c:v>
                </c:pt>
                <c:pt idx="27417">
                  <c:v>28.65</c:v>
                </c:pt>
                <c:pt idx="27418">
                  <c:v>28.65</c:v>
                </c:pt>
                <c:pt idx="27419">
                  <c:v>28.65</c:v>
                </c:pt>
                <c:pt idx="27420">
                  <c:v>28.65</c:v>
                </c:pt>
                <c:pt idx="27421">
                  <c:v>28.65</c:v>
                </c:pt>
                <c:pt idx="27422">
                  <c:v>28.65</c:v>
                </c:pt>
                <c:pt idx="27423">
                  <c:v>28.65</c:v>
                </c:pt>
                <c:pt idx="27424">
                  <c:v>28.65</c:v>
                </c:pt>
                <c:pt idx="27425">
                  <c:v>28.65</c:v>
                </c:pt>
                <c:pt idx="27426">
                  <c:v>28.65</c:v>
                </c:pt>
                <c:pt idx="27427">
                  <c:v>28.65</c:v>
                </c:pt>
                <c:pt idx="27428">
                  <c:v>28.65</c:v>
                </c:pt>
                <c:pt idx="27429">
                  <c:v>28.65</c:v>
                </c:pt>
                <c:pt idx="27430">
                  <c:v>28.65</c:v>
                </c:pt>
                <c:pt idx="27431">
                  <c:v>28.65</c:v>
                </c:pt>
                <c:pt idx="27432">
                  <c:v>28.65</c:v>
                </c:pt>
                <c:pt idx="27433">
                  <c:v>28.65</c:v>
                </c:pt>
                <c:pt idx="27434">
                  <c:v>28.65</c:v>
                </c:pt>
                <c:pt idx="27435">
                  <c:v>28.65</c:v>
                </c:pt>
                <c:pt idx="27436">
                  <c:v>28.65</c:v>
                </c:pt>
                <c:pt idx="27437">
                  <c:v>28.65</c:v>
                </c:pt>
                <c:pt idx="27438">
                  <c:v>28.65</c:v>
                </c:pt>
                <c:pt idx="27439">
                  <c:v>28.6</c:v>
                </c:pt>
                <c:pt idx="27440">
                  <c:v>28.6</c:v>
                </c:pt>
                <c:pt idx="27441">
                  <c:v>28.6</c:v>
                </c:pt>
                <c:pt idx="27442">
                  <c:v>28.6</c:v>
                </c:pt>
                <c:pt idx="27443">
                  <c:v>28.6</c:v>
                </c:pt>
                <c:pt idx="27444">
                  <c:v>28.6</c:v>
                </c:pt>
                <c:pt idx="27445">
                  <c:v>28.6</c:v>
                </c:pt>
                <c:pt idx="27446">
                  <c:v>28.6</c:v>
                </c:pt>
                <c:pt idx="27447">
                  <c:v>28.6</c:v>
                </c:pt>
                <c:pt idx="27448">
                  <c:v>28.6</c:v>
                </c:pt>
                <c:pt idx="27449">
                  <c:v>28.6</c:v>
                </c:pt>
                <c:pt idx="27450">
                  <c:v>28.6</c:v>
                </c:pt>
                <c:pt idx="27451">
                  <c:v>28.6</c:v>
                </c:pt>
                <c:pt idx="27452">
                  <c:v>28.6</c:v>
                </c:pt>
                <c:pt idx="27453">
                  <c:v>28.6</c:v>
                </c:pt>
                <c:pt idx="27454">
                  <c:v>28.6</c:v>
                </c:pt>
                <c:pt idx="27455">
                  <c:v>28.6</c:v>
                </c:pt>
                <c:pt idx="27456">
                  <c:v>28.6</c:v>
                </c:pt>
                <c:pt idx="27457">
                  <c:v>28.6</c:v>
                </c:pt>
                <c:pt idx="27458">
                  <c:v>28.6</c:v>
                </c:pt>
                <c:pt idx="27459">
                  <c:v>28.6</c:v>
                </c:pt>
                <c:pt idx="27460">
                  <c:v>28.6</c:v>
                </c:pt>
                <c:pt idx="27461">
                  <c:v>28.6</c:v>
                </c:pt>
                <c:pt idx="27462">
                  <c:v>28.6</c:v>
                </c:pt>
                <c:pt idx="27463">
                  <c:v>28.6</c:v>
                </c:pt>
                <c:pt idx="27464">
                  <c:v>28.6</c:v>
                </c:pt>
                <c:pt idx="27465">
                  <c:v>28.6</c:v>
                </c:pt>
                <c:pt idx="27466">
                  <c:v>28.6</c:v>
                </c:pt>
                <c:pt idx="27467">
                  <c:v>28.6</c:v>
                </c:pt>
                <c:pt idx="27468">
                  <c:v>28.6</c:v>
                </c:pt>
                <c:pt idx="27469">
                  <c:v>28.6</c:v>
                </c:pt>
                <c:pt idx="27470">
                  <c:v>28.6</c:v>
                </c:pt>
                <c:pt idx="27471">
                  <c:v>28.6</c:v>
                </c:pt>
                <c:pt idx="27472">
                  <c:v>28.6</c:v>
                </c:pt>
                <c:pt idx="27473">
                  <c:v>28.6</c:v>
                </c:pt>
                <c:pt idx="27474">
                  <c:v>28.6</c:v>
                </c:pt>
                <c:pt idx="27475">
                  <c:v>28.6</c:v>
                </c:pt>
                <c:pt idx="27476">
                  <c:v>28.6</c:v>
                </c:pt>
                <c:pt idx="27477">
                  <c:v>28.6</c:v>
                </c:pt>
                <c:pt idx="27478">
                  <c:v>28.6</c:v>
                </c:pt>
                <c:pt idx="27479">
                  <c:v>28.6</c:v>
                </c:pt>
                <c:pt idx="27480">
                  <c:v>28.6</c:v>
                </c:pt>
                <c:pt idx="27481">
                  <c:v>28.6</c:v>
                </c:pt>
                <c:pt idx="27482">
                  <c:v>28.6</c:v>
                </c:pt>
                <c:pt idx="27483">
                  <c:v>28.6</c:v>
                </c:pt>
                <c:pt idx="27484">
                  <c:v>28.6</c:v>
                </c:pt>
                <c:pt idx="27485">
                  <c:v>28.6</c:v>
                </c:pt>
                <c:pt idx="27486">
                  <c:v>28.6</c:v>
                </c:pt>
                <c:pt idx="27487">
                  <c:v>28.6</c:v>
                </c:pt>
                <c:pt idx="27488">
                  <c:v>28.6</c:v>
                </c:pt>
                <c:pt idx="27489">
                  <c:v>28.6</c:v>
                </c:pt>
                <c:pt idx="27490">
                  <c:v>28.6</c:v>
                </c:pt>
                <c:pt idx="27491">
                  <c:v>28.6</c:v>
                </c:pt>
                <c:pt idx="27492">
                  <c:v>28.6</c:v>
                </c:pt>
                <c:pt idx="27493">
                  <c:v>28.6</c:v>
                </c:pt>
                <c:pt idx="27494">
                  <c:v>28.6</c:v>
                </c:pt>
                <c:pt idx="27495">
                  <c:v>28.6</c:v>
                </c:pt>
                <c:pt idx="27496">
                  <c:v>28.6</c:v>
                </c:pt>
                <c:pt idx="27497">
                  <c:v>28.6</c:v>
                </c:pt>
                <c:pt idx="27498">
                  <c:v>28.6</c:v>
                </c:pt>
                <c:pt idx="27499">
                  <c:v>28.6</c:v>
                </c:pt>
                <c:pt idx="27500">
                  <c:v>28.6</c:v>
                </c:pt>
                <c:pt idx="27501">
                  <c:v>28.6</c:v>
                </c:pt>
                <c:pt idx="27502">
                  <c:v>28.6</c:v>
                </c:pt>
                <c:pt idx="27503">
                  <c:v>28.6</c:v>
                </c:pt>
                <c:pt idx="27504">
                  <c:v>28.6</c:v>
                </c:pt>
                <c:pt idx="27505">
                  <c:v>28.6</c:v>
                </c:pt>
                <c:pt idx="27506">
                  <c:v>28.6</c:v>
                </c:pt>
                <c:pt idx="27507">
                  <c:v>28.6</c:v>
                </c:pt>
                <c:pt idx="27508">
                  <c:v>28.6</c:v>
                </c:pt>
                <c:pt idx="27509">
                  <c:v>28.6</c:v>
                </c:pt>
                <c:pt idx="27510">
                  <c:v>28.6</c:v>
                </c:pt>
                <c:pt idx="27511">
                  <c:v>28.6</c:v>
                </c:pt>
                <c:pt idx="27512">
                  <c:v>28.6</c:v>
                </c:pt>
                <c:pt idx="27513">
                  <c:v>28.6</c:v>
                </c:pt>
                <c:pt idx="27514">
                  <c:v>28.6</c:v>
                </c:pt>
                <c:pt idx="27515">
                  <c:v>28.6</c:v>
                </c:pt>
                <c:pt idx="27516">
                  <c:v>28.6</c:v>
                </c:pt>
                <c:pt idx="27517">
                  <c:v>28.6</c:v>
                </c:pt>
                <c:pt idx="27518">
                  <c:v>28.6</c:v>
                </c:pt>
                <c:pt idx="27519">
                  <c:v>28.6</c:v>
                </c:pt>
                <c:pt idx="27520">
                  <c:v>28.6</c:v>
                </c:pt>
                <c:pt idx="27521">
                  <c:v>28.6</c:v>
                </c:pt>
                <c:pt idx="27522">
                  <c:v>28.6</c:v>
                </c:pt>
                <c:pt idx="27523">
                  <c:v>28.6</c:v>
                </c:pt>
                <c:pt idx="27524">
                  <c:v>28.6</c:v>
                </c:pt>
                <c:pt idx="27525">
                  <c:v>28.6</c:v>
                </c:pt>
                <c:pt idx="27526">
                  <c:v>28.6</c:v>
                </c:pt>
                <c:pt idx="27527">
                  <c:v>28.6</c:v>
                </c:pt>
                <c:pt idx="27528">
                  <c:v>28.6</c:v>
                </c:pt>
                <c:pt idx="27529">
                  <c:v>28.6</c:v>
                </c:pt>
                <c:pt idx="27530">
                  <c:v>28.6</c:v>
                </c:pt>
                <c:pt idx="27531">
                  <c:v>28.6</c:v>
                </c:pt>
                <c:pt idx="27532">
                  <c:v>28.6</c:v>
                </c:pt>
                <c:pt idx="27533">
                  <c:v>28.6</c:v>
                </c:pt>
                <c:pt idx="27534">
                  <c:v>28.6</c:v>
                </c:pt>
                <c:pt idx="27535">
                  <c:v>28.6</c:v>
                </c:pt>
                <c:pt idx="27536">
                  <c:v>28.6</c:v>
                </c:pt>
                <c:pt idx="27537">
                  <c:v>28.6</c:v>
                </c:pt>
                <c:pt idx="27538">
                  <c:v>28.6</c:v>
                </c:pt>
                <c:pt idx="27539">
                  <c:v>28.6</c:v>
                </c:pt>
                <c:pt idx="27540">
                  <c:v>28.6</c:v>
                </c:pt>
                <c:pt idx="27541">
                  <c:v>28.6</c:v>
                </c:pt>
                <c:pt idx="27542">
                  <c:v>28.6</c:v>
                </c:pt>
                <c:pt idx="27543">
                  <c:v>28.6</c:v>
                </c:pt>
                <c:pt idx="27544">
                  <c:v>28.6</c:v>
                </c:pt>
                <c:pt idx="27545">
                  <c:v>28.6</c:v>
                </c:pt>
                <c:pt idx="27546">
                  <c:v>28.55</c:v>
                </c:pt>
                <c:pt idx="27547">
                  <c:v>28.55</c:v>
                </c:pt>
                <c:pt idx="27548">
                  <c:v>28.6</c:v>
                </c:pt>
                <c:pt idx="27549">
                  <c:v>28.6</c:v>
                </c:pt>
                <c:pt idx="27550">
                  <c:v>28.6</c:v>
                </c:pt>
                <c:pt idx="27551">
                  <c:v>28.6</c:v>
                </c:pt>
                <c:pt idx="27552">
                  <c:v>28.6</c:v>
                </c:pt>
                <c:pt idx="27553">
                  <c:v>28.6</c:v>
                </c:pt>
                <c:pt idx="27554">
                  <c:v>28.6</c:v>
                </c:pt>
                <c:pt idx="27555">
                  <c:v>28.6</c:v>
                </c:pt>
                <c:pt idx="27556">
                  <c:v>28.6</c:v>
                </c:pt>
                <c:pt idx="27557">
                  <c:v>28.6</c:v>
                </c:pt>
                <c:pt idx="27558">
                  <c:v>28.6</c:v>
                </c:pt>
                <c:pt idx="27559">
                  <c:v>28.6</c:v>
                </c:pt>
                <c:pt idx="27560">
                  <c:v>28.6</c:v>
                </c:pt>
                <c:pt idx="27561">
                  <c:v>28.6</c:v>
                </c:pt>
                <c:pt idx="27562">
                  <c:v>28.55</c:v>
                </c:pt>
                <c:pt idx="27563">
                  <c:v>28.6</c:v>
                </c:pt>
                <c:pt idx="27564">
                  <c:v>28.6</c:v>
                </c:pt>
                <c:pt idx="27565">
                  <c:v>28.6</c:v>
                </c:pt>
                <c:pt idx="27566">
                  <c:v>28.6</c:v>
                </c:pt>
                <c:pt idx="27567">
                  <c:v>28.6</c:v>
                </c:pt>
                <c:pt idx="27568">
                  <c:v>28.6</c:v>
                </c:pt>
                <c:pt idx="27569">
                  <c:v>28.6</c:v>
                </c:pt>
                <c:pt idx="27570">
                  <c:v>28.55</c:v>
                </c:pt>
                <c:pt idx="27571">
                  <c:v>28.6</c:v>
                </c:pt>
                <c:pt idx="27572">
                  <c:v>28.6</c:v>
                </c:pt>
                <c:pt idx="27573">
                  <c:v>28.6</c:v>
                </c:pt>
                <c:pt idx="27574">
                  <c:v>28.55</c:v>
                </c:pt>
                <c:pt idx="27575">
                  <c:v>28.55</c:v>
                </c:pt>
                <c:pt idx="27576">
                  <c:v>28.55</c:v>
                </c:pt>
                <c:pt idx="27577">
                  <c:v>28.55</c:v>
                </c:pt>
                <c:pt idx="27578">
                  <c:v>28.55</c:v>
                </c:pt>
                <c:pt idx="27579">
                  <c:v>28.55</c:v>
                </c:pt>
                <c:pt idx="27580">
                  <c:v>28.55</c:v>
                </c:pt>
                <c:pt idx="27581">
                  <c:v>28.55</c:v>
                </c:pt>
                <c:pt idx="27582">
                  <c:v>28.55</c:v>
                </c:pt>
                <c:pt idx="27583">
                  <c:v>28.55</c:v>
                </c:pt>
                <c:pt idx="27584">
                  <c:v>28.55</c:v>
                </c:pt>
                <c:pt idx="27585">
                  <c:v>28.55</c:v>
                </c:pt>
                <c:pt idx="27586">
                  <c:v>28.55</c:v>
                </c:pt>
                <c:pt idx="27587">
                  <c:v>28.55</c:v>
                </c:pt>
                <c:pt idx="27588">
                  <c:v>28.55</c:v>
                </c:pt>
                <c:pt idx="27589">
                  <c:v>28.55</c:v>
                </c:pt>
                <c:pt idx="27590">
                  <c:v>28.55</c:v>
                </c:pt>
                <c:pt idx="27591">
                  <c:v>28.55</c:v>
                </c:pt>
                <c:pt idx="27592">
                  <c:v>28.55</c:v>
                </c:pt>
                <c:pt idx="27593">
                  <c:v>28.55</c:v>
                </c:pt>
                <c:pt idx="27594">
                  <c:v>28.55</c:v>
                </c:pt>
                <c:pt idx="27595">
                  <c:v>28.55</c:v>
                </c:pt>
                <c:pt idx="27596">
                  <c:v>28.55</c:v>
                </c:pt>
                <c:pt idx="27597">
                  <c:v>28.55</c:v>
                </c:pt>
                <c:pt idx="27598">
                  <c:v>28.55</c:v>
                </c:pt>
                <c:pt idx="27599">
                  <c:v>28.55</c:v>
                </c:pt>
                <c:pt idx="27600">
                  <c:v>28.55</c:v>
                </c:pt>
                <c:pt idx="27601">
                  <c:v>28.55</c:v>
                </c:pt>
                <c:pt idx="27602">
                  <c:v>28.55</c:v>
                </c:pt>
                <c:pt idx="27603">
                  <c:v>28.55</c:v>
                </c:pt>
                <c:pt idx="27604">
                  <c:v>28.55</c:v>
                </c:pt>
                <c:pt idx="27605">
                  <c:v>28.55</c:v>
                </c:pt>
                <c:pt idx="27606">
                  <c:v>28.55</c:v>
                </c:pt>
                <c:pt idx="27607">
                  <c:v>28.55</c:v>
                </c:pt>
                <c:pt idx="27608">
                  <c:v>28.55</c:v>
                </c:pt>
                <c:pt idx="27609">
                  <c:v>28.55</c:v>
                </c:pt>
                <c:pt idx="27610">
                  <c:v>28.55</c:v>
                </c:pt>
                <c:pt idx="27611">
                  <c:v>28.55</c:v>
                </c:pt>
                <c:pt idx="27612">
                  <c:v>28.55</c:v>
                </c:pt>
                <c:pt idx="27613">
                  <c:v>28.55</c:v>
                </c:pt>
                <c:pt idx="27614">
                  <c:v>28.55</c:v>
                </c:pt>
                <c:pt idx="27615">
                  <c:v>28.55</c:v>
                </c:pt>
                <c:pt idx="27616">
                  <c:v>28.55</c:v>
                </c:pt>
                <c:pt idx="27617">
                  <c:v>28.55</c:v>
                </c:pt>
                <c:pt idx="27618">
                  <c:v>28.55</c:v>
                </c:pt>
                <c:pt idx="27619">
                  <c:v>28.55</c:v>
                </c:pt>
                <c:pt idx="27620">
                  <c:v>28.55</c:v>
                </c:pt>
                <c:pt idx="27621">
                  <c:v>28.55</c:v>
                </c:pt>
                <c:pt idx="27622">
                  <c:v>28.55</c:v>
                </c:pt>
                <c:pt idx="27623">
                  <c:v>28.55</c:v>
                </c:pt>
                <c:pt idx="27624">
                  <c:v>28.55</c:v>
                </c:pt>
                <c:pt idx="27625">
                  <c:v>28.5</c:v>
                </c:pt>
                <c:pt idx="27626">
                  <c:v>28.5</c:v>
                </c:pt>
                <c:pt idx="27627">
                  <c:v>28.5</c:v>
                </c:pt>
                <c:pt idx="27628">
                  <c:v>28.5</c:v>
                </c:pt>
                <c:pt idx="27629">
                  <c:v>28.5</c:v>
                </c:pt>
                <c:pt idx="27630">
                  <c:v>28.5</c:v>
                </c:pt>
                <c:pt idx="27631">
                  <c:v>28.5</c:v>
                </c:pt>
                <c:pt idx="27632">
                  <c:v>28.5</c:v>
                </c:pt>
                <c:pt idx="27633">
                  <c:v>28.5</c:v>
                </c:pt>
                <c:pt idx="27634">
                  <c:v>28.5</c:v>
                </c:pt>
                <c:pt idx="27635">
                  <c:v>28.5</c:v>
                </c:pt>
                <c:pt idx="27636">
                  <c:v>28.5</c:v>
                </c:pt>
                <c:pt idx="27637">
                  <c:v>28.5</c:v>
                </c:pt>
                <c:pt idx="27638">
                  <c:v>28.5</c:v>
                </c:pt>
                <c:pt idx="27639">
                  <c:v>28.5</c:v>
                </c:pt>
                <c:pt idx="27640">
                  <c:v>28.5</c:v>
                </c:pt>
                <c:pt idx="27641">
                  <c:v>28.5</c:v>
                </c:pt>
                <c:pt idx="27642">
                  <c:v>28.5</c:v>
                </c:pt>
                <c:pt idx="27643">
                  <c:v>28.5</c:v>
                </c:pt>
                <c:pt idx="27644">
                  <c:v>28.5</c:v>
                </c:pt>
                <c:pt idx="27645">
                  <c:v>28.5</c:v>
                </c:pt>
                <c:pt idx="27646">
                  <c:v>28.5</c:v>
                </c:pt>
                <c:pt idx="27647">
                  <c:v>28.5</c:v>
                </c:pt>
                <c:pt idx="27648">
                  <c:v>28.5</c:v>
                </c:pt>
                <c:pt idx="27649">
                  <c:v>28.5</c:v>
                </c:pt>
                <c:pt idx="27650">
                  <c:v>28.5</c:v>
                </c:pt>
                <c:pt idx="27651">
                  <c:v>28.5</c:v>
                </c:pt>
                <c:pt idx="27652">
                  <c:v>28.5</c:v>
                </c:pt>
                <c:pt idx="27653">
                  <c:v>28.5</c:v>
                </c:pt>
                <c:pt idx="27654">
                  <c:v>28.5</c:v>
                </c:pt>
                <c:pt idx="27655">
                  <c:v>28.5</c:v>
                </c:pt>
                <c:pt idx="27656">
                  <c:v>28.5</c:v>
                </c:pt>
                <c:pt idx="27657">
                  <c:v>28.5</c:v>
                </c:pt>
                <c:pt idx="27658">
                  <c:v>28.5</c:v>
                </c:pt>
                <c:pt idx="27659">
                  <c:v>28.5</c:v>
                </c:pt>
                <c:pt idx="27660">
                  <c:v>28.5</c:v>
                </c:pt>
                <c:pt idx="27661">
                  <c:v>28.5</c:v>
                </c:pt>
                <c:pt idx="27662">
                  <c:v>28.5</c:v>
                </c:pt>
                <c:pt idx="27663">
                  <c:v>28.5</c:v>
                </c:pt>
                <c:pt idx="27664">
                  <c:v>28.5</c:v>
                </c:pt>
                <c:pt idx="27665">
                  <c:v>28.5</c:v>
                </c:pt>
                <c:pt idx="27666">
                  <c:v>28.5</c:v>
                </c:pt>
                <c:pt idx="27667">
                  <c:v>28.5</c:v>
                </c:pt>
                <c:pt idx="27668">
                  <c:v>28.5</c:v>
                </c:pt>
                <c:pt idx="27669">
                  <c:v>28.5</c:v>
                </c:pt>
                <c:pt idx="27670">
                  <c:v>28.5</c:v>
                </c:pt>
                <c:pt idx="27671">
                  <c:v>28.5</c:v>
                </c:pt>
                <c:pt idx="27672">
                  <c:v>28.5</c:v>
                </c:pt>
                <c:pt idx="27673">
                  <c:v>28.5</c:v>
                </c:pt>
                <c:pt idx="27674">
                  <c:v>28.5</c:v>
                </c:pt>
                <c:pt idx="27675">
                  <c:v>28.5</c:v>
                </c:pt>
                <c:pt idx="27676">
                  <c:v>28.5</c:v>
                </c:pt>
                <c:pt idx="27677">
                  <c:v>28.5</c:v>
                </c:pt>
                <c:pt idx="27678">
                  <c:v>28.5</c:v>
                </c:pt>
                <c:pt idx="27679">
                  <c:v>28.5</c:v>
                </c:pt>
                <c:pt idx="27680">
                  <c:v>28.5</c:v>
                </c:pt>
                <c:pt idx="27681">
                  <c:v>28.5</c:v>
                </c:pt>
                <c:pt idx="27682">
                  <c:v>28.5</c:v>
                </c:pt>
                <c:pt idx="27683">
                  <c:v>28.5</c:v>
                </c:pt>
                <c:pt idx="27684">
                  <c:v>28.5</c:v>
                </c:pt>
                <c:pt idx="27685">
                  <c:v>28.5</c:v>
                </c:pt>
                <c:pt idx="27686">
                  <c:v>28.5</c:v>
                </c:pt>
                <c:pt idx="27687">
                  <c:v>28.5</c:v>
                </c:pt>
                <c:pt idx="27688">
                  <c:v>28.5</c:v>
                </c:pt>
                <c:pt idx="27689">
                  <c:v>28.5</c:v>
                </c:pt>
                <c:pt idx="27690">
                  <c:v>28.5</c:v>
                </c:pt>
                <c:pt idx="27691">
                  <c:v>28.5</c:v>
                </c:pt>
                <c:pt idx="27692">
                  <c:v>28.5</c:v>
                </c:pt>
                <c:pt idx="27693">
                  <c:v>28.5</c:v>
                </c:pt>
                <c:pt idx="27694">
                  <c:v>28.5</c:v>
                </c:pt>
                <c:pt idx="27695">
                  <c:v>28.5</c:v>
                </c:pt>
                <c:pt idx="27696">
                  <c:v>28.5</c:v>
                </c:pt>
                <c:pt idx="27697">
                  <c:v>28.5</c:v>
                </c:pt>
                <c:pt idx="27698">
                  <c:v>28.5</c:v>
                </c:pt>
                <c:pt idx="27699">
                  <c:v>28.5</c:v>
                </c:pt>
                <c:pt idx="27700">
                  <c:v>28.5</c:v>
                </c:pt>
                <c:pt idx="27701">
                  <c:v>28.5</c:v>
                </c:pt>
                <c:pt idx="27702">
                  <c:v>28.5</c:v>
                </c:pt>
                <c:pt idx="27703">
                  <c:v>28.5</c:v>
                </c:pt>
                <c:pt idx="27704">
                  <c:v>28.5</c:v>
                </c:pt>
                <c:pt idx="27705">
                  <c:v>28.5</c:v>
                </c:pt>
                <c:pt idx="27706">
                  <c:v>28.5</c:v>
                </c:pt>
                <c:pt idx="27707">
                  <c:v>28.5</c:v>
                </c:pt>
                <c:pt idx="27708">
                  <c:v>28.5</c:v>
                </c:pt>
                <c:pt idx="27709">
                  <c:v>28.5</c:v>
                </c:pt>
                <c:pt idx="27710">
                  <c:v>28.5</c:v>
                </c:pt>
                <c:pt idx="27711">
                  <c:v>28.5</c:v>
                </c:pt>
                <c:pt idx="27712">
                  <c:v>28.5</c:v>
                </c:pt>
                <c:pt idx="27713">
                  <c:v>28.5</c:v>
                </c:pt>
                <c:pt idx="27714">
                  <c:v>28.5</c:v>
                </c:pt>
                <c:pt idx="27715">
                  <c:v>28.5</c:v>
                </c:pt>
                <c:pt idx="27716">
                  <c:v>28.5</c:v>
                </c:pt>
                <c:pt idx="27717">
                  <c:v>28.5</c:v>
                </c:pt>
                <c:pt idx="27718">
                  <c:v>28.5</c:v>
                </c:pt>
                <c:pt idx="27719">
                  <c:v>28.5</c:v>
                </c:pt>
                <c:pt idx="27720">
                  <c:v>28.5</c:v>
                </c:pt>
                <c:pt idx="27721">
                  <c:v>28.5</c:v>
                </c:pt>
                <c:pt idx="27722">
                  <c:v>28.45</c:v>
                </c:pt>
                <c:pt idx="27723">
                  <c:v>28.45</c:v>
                </c:pt>
                <c:pt idx="27724">
                  <c:v>28.45</c:v>
                </c:pt>
                <c:pt idx="27725">
                  <c:v>28.45</c:v>
                </c:pt>
                <c:pt idx="27726">
                  <c:v>28.45</c:v>
                </c:pt>
                <c:pt idx="27727">
                  <c:v>28.45</c:v>
                </c:pt>
                <c:pt idx="27728">
                  <c:v>28.45</c:v>
                </c:pt>
                <c:pt idx="27729">
                  <c:v>28.45</c:v>
                </c:pt>
                <c:pt idx="27730">
                  <c:v>28.45</c:v>
                </c:pt>
                <c:pt idx="27731">
                  <c:v>28.45</c:v>
                </c:pt>
                <c:pt idx="27732">
                  <c:v>28.45</c:v>
                </c:pt>
                <c:pt idx="27733">
                  <c:v>28.45</c:v>
                </c:pt>
                <c:pt idx="27734">
                  <c:v>28.45</c:v>
                </c:pt>
                <c:pt idx="27735">
                  <c:v>28.5</c:v>
                </c:pt>
                <c:pt idx="27736">
                  <c:v>28.5</c:v>
                </c:pt>
                <c:pt idx="27737">
                  <c:v>28.5</c:v>
                </c:pt>
                <c:pt idx="27738">
                  <c:v>28.5</c:v>
                </c:pt>
                <c:pt idx="27739">
                  <c:v>28.5</c:v>
                </c:pt>
                <c:pt idx="27740">
                  <c:v>28.45</c:v>
                </c:pt>
                <c:pt idx="27741">
                  <c:v>28.45</c:v>
                </c:pt>
                <c:pt idx="27742">
                  <c:v>28.5</c:v>
                </c:pt>
                <c:pt idx="27743">
                  <c:v>28.45</c:v>
                </c:pt>
                <c:pt idx="27744">
                  <c:v>28.45</c:v>
                </c:pt>
                <c:pt idx="27745">
                  <c:v>28.45</c:v>
                </c:pt>
                <c:pt idx="27746">
                  <c:v>28.45</c:v>
                </c:pt>
                <c:pt idx="27747">
                  <c:v>28.45</c:v>
                </c:pt>
                <c:pt idx="27748">
                  <c:v>28.45</c:v>
                </c:pt>
                <c:pt idx="27749">
                  <c:v>28.45</c:v>
                </c:pt>
                <c:pt idx="27750">
                  <c:v>28.45</c:v>
                </c:pt>
                <c:pt idx="27751">
                  <c:v>28.45</c:v>
                </c:pt>
                <c:pt idx="27752">
                  <c:v>28.45</c:v>
                </c:pt>
                <c:pt idx="27753">
                  <c:v>28.45</c:v>
                </c:pt>
                <c:pt idx="27754">
                  <c:v>28.45</c:v>
                </c:pt>
                <c:pt idx="27755">
                  <c:v>28.45</c:v>
                </c:pt>
                <c:pt idx="27756">
                  <c:v>28.45</c:v>
                </c:pt>
                <c:pt idx="27757">
                  <c:v>28.45</c:v>
                </c:pt>
                <c:pt idx="27758">
                  <c:v>28.45</c:v>
                </c:pt>
                <c:pt idx="27759">
                  <c:v>28.45</c:v>
                </c:pt>
                <c:pt idx="27760">
                  <c:v>28.45</c:v>
                </c:pt>
                <c:pt idx="27761">
                  <c:v>28.45</c:v>
                </c:pt>
                <c:pt idx="27762">
                  <c:v>28.45</c:v>
                </c:pt>
                <c:pt idx="27763">
                  <c:v>28.45</c:v>
                </c:pt>
                <c:pt idx="27764">
                  <c:v>28.45</c:v>
                </c:pt>
                <c:pt idx="27765">
                  <c:v>28.45</c:v>
                </c:pt>
                <c:pt idx="27766">
                  <c:v>28.45</c:v>
                </c:pt>
                <c:pt idx="27767">
                  <c:v>28.45</c:v>
                </c:pt>
                <c:pt idx="27768">
                  <c:v>28.45</c:v>
                </c:pt>
                <c:pt idx="27769">
                  <c:v>28.45</c:v>
                </c:pt>
                <c:pt idx="27770">
                  <c:v>28.45</c:v>
                </c:pt>
                <c:pt idx="27771">
                  <c:v>28.45</c:v>
                </c:pt>
                <c:pt idx="27772">
                  <c:v>28.45</c:v>
                </c:pt>
                <c:pt idx="27773">
                  <c:v>28.45</c:v>
                </c:pt>
                <c:pt idx="27774">
                  <c:v>28.45</c:v>
                </c:pt>
                <c:pt idx="27775">
                  <c:v>28.45</c:v>
                </c:pt>
                <c:pt idx="27776">
                  <c:v>28.45</c:v>
                </c:pt>
                <c:pt idx="27777">
                  <c:v>28.45</c:v>
                </c:pt>
                <c:pt idx="27778">
                  <c:v>28.45</c:v>
                </c:pt>
                <c:pt idx="27779">
                  <c:v>28.45</c:v>
                </c:pt>
                <c:pt idx="27780">
                  <c:v>28.45</c:v>
                </c:pt>
                <c:pt idx="27781">
                  <c:v>28.45</c:v>
                </c:pt>
                <c:pt idx="27782">
                  <c:v>28.45</c:v>
                </c:pt>
                <c:pt idx="27783">
                  <c:v>28.45</c:v>
                </c:pt>
                <c:pt idx="27784">
                  <c:v>28.45</c:v>
                </c:pt>
                <c:pt idx="27785">
                  <c:v>28.45</c:v>
                </c:pt>
                <c:pt idx="27786">
                  <c:v>28.45</c:v>
                </c:pt>
                <c:pt idx="27787">
                  <c:v>28.45</c:v>
                </c:pt>
                <c:pt idx="27788">
                  <c:v>28.45</c:v>
                </c:pt>
                <c:pt idx="27789">
                  <c:v>28.45</c:v>
                </c:pt>
                <c:pt idx="27790">
                  <c:v>28.45</c:v>
                </c:pt>
                <c:pt idx="27791">
                  <c:v>28.45</c:v>
                </c:pt>
                <c:pt idx="27792">
                  <c:v>28.45</c:v>
                </c:pt>
                <c:pt idx="27793">
                  <c:v>28.45</c:v>
                </c:pt>
                <c:pt idx="27794">
                  <c:v>28.45</c:v>
                </c:pt>
                <c:pt idx="27795">
                  <c:v>28.45</c:v>
                </c:pt>
                <c:pt idx="27796">
                  <c:v>28.45</c:v>
                </c:pt>
                <c:pt idx="27797">
                  <c:v>28.45</c:v>
                </c:pt>
                <c:pt idx="27798">
                  <c:v>28.45</c:v>
                </c:pt>
                <c:pt idx="27799">
                  <c:v>28.45</c:v>
                </c:pt>
                <c:pt idx="27800">
                  <c:v>28.45</c:v>
                </c:pt>
                <c:pt idx="27801">
                  <c:v>28.45</c:v>
                </c:pt>
                <c:pt idx="27802">
                  <c:v>28.45</c:v>
                </c:pt>
                <c:pt idx="27803">
                  <c:v>28.45</c:v>
                </c:pt>
                <c:pt idx="27804">
                  <c:v>28.45</c:v>
                </c:pt>
                <c:pt idx="27805">
                  <c:v>28.45</c:v>
                </c:pt>
                <c:pt idx="27806">
                  <c:v>28.45</c:v>
                </c:pt>
                <c:pt idx="27807">
                  <c:v>28.45</c:v>
                </c:pt>
                <c:pt idx="27808">
                  <c:v>28.45</c:v>
                </c:pt>
                <c:pt idx="27809">
                  <c:v>28.45</c:v>
                </c:pt>
                <c:pt idx="27810">
                  <c:v>28.45</c:v>
                </c:pt>
                <c:pt idx="27811">
                  <c:v>28.45</c:v>
                </c:pt>
                <c:pt idx="27812">
                  <c:v>28.45</c:v>
                </c:pt>
                <c:pt idx="27813">
                  <c:v>28.45</c:v>
                </c:pt>
                <c:pt idx="27814">
                  <c:v>28.45</c:v>
                </c:pt>
                <c:pt idx="27815">
                  <c:v>28.45</c:v>
                </c:pt>
                <c:pt idx="27816">
                  <c:v>28.45</c:v>
                </c:pt>
                <c:pt idx="27817">
                  <c:v>28.45</c:v>
                </c:pt>
                <c:pt idx="27818">
                  <c:v>28.45</c:v>
                </c:pt>
                <c:pt idx="27819">
                  <c:v>28.45</c:v>
                </c:pt>
                <c:pt idx="27820">
                  <c:v>28.45</c:v>
                </c:pt>
                <c:pt idx="27821">
                  <c:v>28.45</c:v>
                </c:pt>
                <c:pt idx="27822">
                  <c:v>28.45</c:v>
                </c:pt>
                <c:pt idx="27823">
                  <c:v>28.45</c:v>
                </c:pt>
                <c:pt idx="27824">
                  <c:v>28.45</c:v>
                </c:pt>
                <c:pt idx="27825">
                  <c:v>28.45</c:v>
                </c:pt>
                <c:pt idx="27826">
                  <c:v>28.45</c:v>
                </c:pt>
                <c:pt idx="27827">
                  <c:v>28.45</c:v>
                </c:pt>
                <c:pt idx="27828">
                  <c:v>28.45</c:v>
                </c:pt>
                <c:pt idx="27829">
                  <c:v>28.4</c:v>
                </c:pt>
                <c:pt idx="27830">
                  <c:v>28.4</c:v>
                </c:pt>
                <c:pt idx="27831">
                  <c:v>28.4</c:v>
                </c:pt>
                <c:pt idx="27832">
                  <c:v>28.4</c:v>
                </c:pt>
                <c:pt idx="27833">
                  <c:v>28.4</c:v>
                </c:pt>
                <c:pt idx="27834">
                  <c:v>28.4</c:v>
                </c:pt>
                <c:pt idx="27835">
                  <c:v>28.4</c:v>
                </c:pt>
                <c:pt idx="27836">
                  <c:v>28.4</c:v>
                </c:pt>
                <c:pt idx="27837">
                  <c:v>28.4</c:v>
                </c:pt>
                <c:pt idx="27838">
                  <c:v>28.4</c:v>
                </c:pt>
                <c:pt idx="27839">
                  <c:v>28.4</c:v>
                </c:pt>
                <c:pt idx="27840">
                  <c:v>28.4</c:v>
                </c:pt>
                <c:pt idx="27841">
                  <c:v>28.4</c:v>
                </c:pt>
                <c:pt idx="27842">
                  <c:v>28.4</c:v>
                </c:pt>
                <c:pt idx="27843">
                  <c:v>28.4</c:v>
                </c:pt>
                <c:pt idx="27844">
                  <c:v>28.4</c:v>
                </c:pt>
                <c:pt idx="27845">
                  <c:v>28.4</c:v>
                </c:pt>
                <c:pt idx="27846">
                  <c:v>28.4</c:v>
                </c:pt>
                <c:pt idx="27847">
                  <c:v>28.4</c:v>
                </c:pt>
                <c:pt idx="27848">
                  <c:v>28.4</c:v>
                </c:pt>
                <c:pt idx="27849">
                  <c:v>28.4</c:v>
                </c:pt>
                <c:pt idx="27850">
                  <c:v>28.4</c:v>
                </c:pt>
                <c:pt idx="27851">
                  <c:v>28.4</c:v>
                </c:pt>
                <c:pt idx="27852">
                  <c:v>28.4</c:v>
                </c:pt>
                <c:pt idx="27853">
                  <c:v>28.4</c:v>
                </c:pt>
                <c:pt idx="27854">
                  <c:v>28.4</c:v>
                </c:pt>
                <c:pt idx="27855">
                  <c:v>28.4</c:v>
                </c:pt>
                <c:pt idx="27856">
                  <c:v>28.4</c:v>
                </c:pt>
                <c:pt idx="27857">
                  <c:v>28.4</c:v>
                </c:pt>
                <c:pt idx="27858">
                  <c:v>28.4</c:v>
                </c:pt>
                <c:pt idx="27859">
                  <c:v>28.4</c:v>
                </c:pt>
                <c:pt idx="27860">
                  <c:v>28.4</c:v>
                </c:pt>
                <c:pt idx="27861">
                  <c:v>28.4</c:v>
                </c:pt>
                <c:pt idx="27862">
                  <c:v>28.4</c:v>
                </c:pt>
                <c:pt idx="27863">
                  <c:v>28.4</c:v>
                </c:pt>
                <c:pt idx="27864">
                  <c:v>28.4</c:v>
                </c:pt>
                <c:pt idx="27865">
                  <c:v>28.4</c:v>
                </c:pt>
                <c:pt idx="27866">
                  <c:v>28.4</c:v>
                </c:pt>
                <c:pt idx="27867">
                  <c:v>28.4</c:v>
                </c:pt>
                <c:pt idx="27868">
                  <c:v>28.4</c:v>
                </c:pt>
                <c:pt idx="27869">
                  <c:v>28.4</c:v>
                </c:pt>
                <c:pt idx="27870">
                  <c:v>28.4</c:v>
                </c:pt>
                <c:pt idx="27871">
                  <c:v>28.4</c:v>
                </c:pt>
                <c:pt idx="27872">
                  <c:v>28.4</c:v>
                </c:pt>
                <c:pt idx="27873">
                  <c:v>28.4</c:v>
                </c:pt>
                <c:pt idx="27874">
                  <c:v>28.4</c:v>
                </c:pt>
                <c:pt idx="27875">
                  <c:v>28.4</c:v>
                </c:pt>
                <c:pt idx="27876">
                  <c:v>28.4</c:v>
                </c:pt>
                <c:pt idx="27877">
                  <c:v>28.4</c:v>
                </c:pt>
                <c:pt idx="27878">
                  <c:v>28.4</c:v>
                </c:pt>
                <c:pt idx="27879">
                  <c:v>28.4</c:v>
                </c:pt>
                <c:pt idx="27880">
                  <c:v>28.4</c:v>
                </c:pt>
                <c:pt idx="27881">
                  <c:v>28.4</c:v>
                </c:pt>
                <c:pt idx="27882">
                  <c:v>28.4</c:v>
                </c:pt>
                <c:pt idx="27883">
                  <c:v>28.4</c:v>
                </c:pt>
                <c:pt idx="27884">
                  <c:v>28.4</c:v>
                </c:pt>
                <c:pt idx="27885">
                  <c:v>28.4</c:v>
                </c:pt>
                <c:pt idx="27886">
                  <c:v>28.4</c:v>
                </c:pt>
                <c:pt idx="27887">
                  <c:v>28.4</c:v>
                </c:pt>
                <c:pt idx="27888">
                  <c:v>28.4</c:v>
                </c:pt>
                <c:pt idx="27889">
                  <c:v>28.4</c:v>
                </c:pt>
                <c:pt idx="27890">
                  <c:v>28.4</c:v>
                </c:pt>
                <c:pt idx="27891">
                  <c:v>28.4</c:v>
                </c:pt>
                <c:pt idx="27892">
                  <c:v>28.4</c:v>
                </c:pt>
                <c:pt idx="27893">
                  <c:v>28.4</c:v>
                </c:pt>
                <c:pt idx="27894">
                  <c:v>28.4</c:v>
                </c:pt>
                <c:pt idx="27895">
                  <c:v>28.4</c:v>
                </c:pt>
                <c:pt idx="27896">
                  <c:v>28.4</c:v>
                </c:pt>
                <c:pt idx="27897">
                  <c:v>28.4</c:v>
                </c:pt>
                <c:pt idx="27898">
                  <c:v>28.4</c:v>
                </c:pt>
                <c:pt idx="27899">
                  <c:v>28.4</c:v>
                </c:pt>
                <c:pt idx="27900">
                  <c:v>28.4</c:v>
                </c:pt>
                <c:pt idx="27901">
                  <c:v>28.4</c:v>
                </c:pt>
                <c:pt idx="27902">
                  <c:v>28.4</c:v>
                </c:pt>
                <c:pt idx="27903">
                  <c:v>28.4</c:v>
                </c:pt>
                <c:pt idx="27904">
                  <c:v>28.4</c:v>
                </c:pt>
                <c:pt idx="27905">
                  <c:v>28.4</c:v>
                </c:pt>
                <c:pt idx="27906">
                  <c:v>28.4</c:v>
                </c:pt>
                <c:pt idx="27907">
                  <c:v>28.4</c:v>
                </c:pt>
                <c:pt idx="27908">
                  <c:v>28.4</c:v>
                </c:pt>
                <c:pt idx="27909">
                  <c:v>28.4</c:v>
                </c:pt>
                <c:pt idx="27910">
                  <c:v>28.4</c:v>
                </c:pt>
                <c:pt idx="27911">
                  <c:v>28.35</c:v>
                </c:pt>
                <c:pt idx="27912">
                  <c:v>28.4</c:v>
                </c:pt>
                <c:pt idx="27913">
                  <c:v>28.4</c:v>
                </c:pt>
                <c:pt idx="27914">
                  <c:v>28.4</c:v>
                </c:pt>
                <c:pt idx="27915">
                  <c:v>28.4</c:v>
                </c:pt>
                <c:pt idx="27916">
                  <c:v>28.4</c:v>
                </c:pt>
                <c:pt idx="27917">
                  <c:v>28.4</c:v>
                </c:pt>
                <c:pt idx="27918">
                  <c:v>28.4</c:v>
                </c:pt>
                <c:pt idx="27919">
                  <c:v>28.4</c:v>
                </c:pt>
                <c:pt idx="27920">
                  <c:v>28.4</c:v>
                </c:pt>
                <c:pt idx="27921">
                  <c:v>28.4</c:v>
                </c:pt>
                <c:pt idx="27922">
                  <c:v>28.4</c:v>
                </c:pt>
                <c:pt idx="27923">
                  <c:v>28.4</c:v>
                </c:pt>
                <c:pt idx="27924">
                  <c:v>28.4</c:v>
                </c:pt>
                <c:pt idx="27925">
                  <c:v>28.4</c:v>
                </c:pt>
                <c:pt idx="27926">
                  <c:v>28.4</c:v>
                </c:pt>
                <c:pt idx="27927">
                  <c:v>28.4</c:v>
                </c:pt>
                <c:pt idx="27928">
                  <c:v>28.4</c:v>
                </c:pt>
                <c:pt idx="27929">
                  <c:v>28.4</c:v>
                </c:pt>
                <c:pt idx="27930">
                  <c:v>28.4</c:v>
                </c:pt>
                <c:pt idx="27931">
                  <c:v>28.4</c:v>
                </c:pt>
                <c:pt idx="27932">
                  <c:v>28.4</c:v>
                </c:pt>
                <c:pt idx="27933">
                  <c:v>28.4</c:v>
                </c:pt>
                <c:pt idx="27934">
                  <c:v>28.4</c:v>
                </c:pt>
                <c:pt idx="27935">
                  <c:v>28.4</c:v>
                </c:pt>
                <c:pt idx="27936">
                  <c:v>28.35</c:v>
                </c:pt>
                <c:pt idx="27937">
                  <c:v>28.35</c:v>
                </c:pt>
                <c:pt idx="27938">
                  <c:v>28.35</c:v>
                </c:pt>
                <c:pt idx="27939">
                  <c:v>28.35</c:v>
                </c:pt>
                <c:pt idx="27940">
                  <c:v>28.35</c:v>
                </c:pt>
                <c:pt idx="27941">
                  <c:v>28.35</c:v>
                </c:pt>
                <c:pt idx="27942">
                  <c:v>28.35</c:v>
                </c:pt>
                <c:pt idx="27943">
                  <c:v>28.35</c:v>
                </c:pt>
                <c:pt idx="27944">
                  <c:v>28.35</c:v>
                </c:pt>
                <c:pt idx="27945">
                  <c:v>28.35</c:v>
                </c:pt>
                <c:pt idx="27946">
                  <c:v>28.35</c:v>
                </c:pt>
                <c:pt idx="27947">
                  <c:v>28.35</c:v>
                </c:pt>
                <c:pt idx="27948">
                  <c:v>28.35</c:v>
                </c:pt>
                <c:pt idx="27949">
                  <c:v>28.35</c:v>
                </c:pt>
                <c:pt idx="27950">
                  <c:v>28.35</c:v>
                </c:pt>
                <c:pt idx="27951">
                  <c:v>28.35</c:v>
                </c:pt>
                <c:pt idx="27952">
                  <c:v>28.35</c:v>
                </c:pt>
                <c:pt idx="27953">
                  <c:v>28.35</c:v>
                </c:pt>
                <c:pt idx="27954">
                  <c:v>28.35</c:v>
                </c:pt>
                <c:pt idx="27955">
                  <c:v>28.35</c:v>
                </c:pt>
                <c:pt idx="27956">
                  <c:v>28.35</c:v>
                </c:pt>
                <c:pt idx="27957">
                  <c:v>28.35</c:v>
                </c:pt>
                <c:pt idx="27958">
                  <c:v>28.35</c:v>
                </c:pt>
                <c:pt idx="27959">
                  <c:v>28.35</c:v>
                </c:pt>
                <c:pt idx="27960">
                  <c:v>28.35</c:v>
                </c:pt>
                <c:pt idx="27961">
                  <c:v>28.35</c:v>
                </c:pt>
                <c:pt idx="27962">
                  <c:v>28.35</c:v>
                </c:pt>
                <c:pt idx="27963">
                  <c:v>28.35</c:v>
                </c:pt>
                <c:pt idx="27964">
                  <c:v>28.35</c:v>
                </c:pt>
                <c:pt idx="27965">
                  <c:v>28.35</c:v>
                </c:pt>
                <c:pt idx="27966">
                  <c:v>28.35</c:v>
                </c:pt>
                <c:pt idx="27967">
                  <c:v>28.35</c:v>
                </c:pt>
                <c:pt idx="27968">
                  <c:v>28.35</c:v>
                </c:pt>
                <c:pt idx="27969">
                  <c:v>28.35</c:v>
                </c:pt>
                <c:pt idx="27970">
                  <c:v>28.35</c:v>
                </c:pt>
                <c:pt idx="27971">
                  <c:v>28.35</c:v>
                </c:pt>
                <c:pt idx="27972">
                  <c:v>28.35</c:v>
                </c:pt>
                <c:pt idx="27973">
                  <c:v>28.35</c:v>
                </c:pt>
                <c:pt idx="27974">
                  <c:v>28.35</c:v>
                </c:pt>
                <c:pt idx="27975">
                  <c:v>28.35</c:v>
                </c:pt>
                <c:pt idx="27976">
                  <c:v>28.35</c:v>
                </c:pt>
                <c:pt idx="27977">
                  <c:v>28.35</c:v>
                </c:pt>
                <c:pt idx="27978">
                  <c:v>28.35</c:v>
                </c:pt>
                <c:pt idx="27979">
                  <c:v>28.35</c:v>
                </c:pt>
                <c:pt idx="27980">
                  <c:v>28.35</c:v>
                </c:pt>
                <c:pt idx="27981">
                  <c:v>28.35</c:v>
                </c:pt>
                <c:pt idx="27982">
                  <c:v>28.35</c:v>
                </c:pt>
                <c:pt idx="27983">
                  <c:v>28.35</c:v>
                </c:pt>
                <c:pt idx="27984">
                  <c:v>28.35</c:v>
                </c:pt>
                <c:pt idx="27985">
                  <c:v>28.35</c:v>
                </c:pt>
                <c:pt idx="27986">
                  <c:v>28.35</c:v>
                </c:pt>
                <c:pt idx="27987">
                  <c:v>28.35</c:v>
                </c:pt>
                <c:pt idx="27988">
                  <c:v>28.35</c:v>
                </c:pt>
                <c:pt idx="27989">
                  <c:v>28.35</c:v>
                </c:pt>
                <c:pt idx="27990">
                  <c:v>28.35</c:v>
                </c:pt>
                <c:pt idx="27991">
                  <c:v>28.35</c:v>
                </c:pt>
                <c:pt idx="27992">
                  <c:v>28.35</c:v>
                </c:pt>
                <c:pt idx="27993">
                  <c:v>28.35</c:v>
                </c:pt>
                <c:pt idx="27994">
                  <c:v>28.35</c:v>
                </c:pt>
                <c:pt idx="27995">
                  <c:v>28.35</c:v>
                </c:pt>
                <c:pt idx="27996">
                  <c:v>28.35</c:v>
                </c:pt>
                <c:pt idx="27997">
                  <c:v>28.3</c:v>
                </c:pt>
                <c:pt idx="27998">
                  <c:v>28.3</c:v>
                </c:pt>
                <c:pt idx="27999">
                  <c:v>28.3</c:v>
                </c:pt>
                <c:pt idx="28000">
                  <c:v>28.35</c:v>
                </c:pt>
                <c:pt idx="28001">
                  <c:v>28.3</c:v>
                </c:pt>
                <c:pt idx="28002">
                  <c:v>28.3</c:v>
                </c:pt>
                <c:pt idx="28003">
                  <c:v>28.3</c:v>
                </c:pt>
                <c:pt idx="28004">
                  <c:v>28.3</c:v>
                </c:pt>
                <c:pt idx="28005">
                  <c:v>28.3</c:v>
                </c:pt>
                <c:pt idx="28006">
                  <c:v>28.3</c:v>
                </c:pt>
                <c:pt idx="28007">
                  <c:v>28.35</c:v>
                </c:pt>
                <c:pt idx="28008">
                  <c:v>28.3</c:v>
                </c:pt>
                <c:pt idx="28009">
                  <c:v>28.3</c:v>
                </c:pt>
                <c:pt idx="28010">
                  <c:v>28.3</c:v>
                </c:pt>
                <c:pt idx="28011">
                  <c:v>28.3</c:v>
                </c:pt>
                <c:pt idx="28012">
                  <c:v>28.35</c:v>
                </c:pt>
                <c:pt idx="28013">
                  <c:v>28.3</c:v>
                </c:pt>
                <c:pt idx="28014">
                  <c:v>28.3</c:v>
                </c:pt>
                <c:pt idx="28015">
                  <c:v>28.35</c:v>
                </c:pt>
                <c:pt idx="28016">
                  <c:v>28.35</c:v>
                </c:pt>
                <c:pt idx="28017">
                  <c:v>28.35</c:v>
                </c:pt>
                <c:pt idx="28018">
                  <c:v>28.35</c:v>
                </c:pt>
                <c:pt idx="28019">
                  <c:v>28.35</c:v>
                </c:pt>
                <c:pt idx="28020">
                  <c:v>28.35</c:v>
                </c:pt>
                <c:pt idx="28021">
                  <c:v>28.35</c:v>
                </c:pt>
                <c:pt idx="28022">
                  <c:v>28.35</c:v>
                </c:pt>
                <c:pt idx="28023">
                  <c:v>28.35</c:v>
                </c:pt>
                <c:pt idx="28024">
                  <c:v>28.3</c:v>
                </c:pt>
                <c:pt idx="28025">
                  <c:v>28.3</c:v>
                </c:pt>
                <c:pt idx="28026">
                  <c:v>28.3</c:v>
                </c:pt>
                <c:pt idx="28027">
                  <c:v>28.3</c:v>
                </c:pt>
                <c:pt idx="28028">
                  <c:v>28.3</c:v>
                </c:pt>
                <c:pt idx="28029">
                  <c:v>28.3</c:v>
                </c:pt>
                <c:pt idx="28030">
                  <c:v>28.3</c:v>
                </c:pt>
                <c:pt idx="28031">
                  <c:v>28.3</c:v>
                </c:pt>
                <c:pt idx="28032">
                  <c:v>28.3</c:v>
                </c:pt>
                <c:pt idx="28033">
                  <c:v>28.3</c:v>
                </c:pt>
                <c:pt idx="28034">
                  <c:v>28.3</c:v>
                </c:pt>
                <c:pt idx="28035">
                  <c:v>28.3</c:v>
                </c:pt>
                <c:pt idx="28036">
                  <c:v>28.3</c:v>
                </c:pt>
                <c:pt idx="28037">
                  <c:v>28.3</c:v>
                </c:pt>
                <c:pt idx="28038">
                  <c:v>28.3</c:v>
                </c:pt>
                <c:pt idx="28039">
                  <c:v>28.3</c:v>
                </c:pt>
                <c:pt idx="28040">
                  <c:v>28.3</c:v>
                </c:pt>
                <c:pt idx="28041">
                  <c:v>28.3</c:v>
                </c:pt>
                <c:pt idx="28042">
                  <c:v>28.3</c:v>
                </c:pt>
                <c:pt idx="28043">
                  <c:v>28.3</c:v>
                </c:pt>
                <c:pt idx="28044">
                  <c:v>28.3</c:v>
                </c:pt>
                <c:pt idx="28045">
                  <c:v>28.3</c:v>
                </c:pt>
                <c:pt idx="28046">
                  <c:v>28.3</c:v>
                </c:pt>
                <c:pt idx="28047">
                  <c:v>28.3</c:v>
                </c:pt>
                <c:pt idx="28048">
                  <c:v>28.3</c:v>
                </c:pt>
                <c:pt idx="28049">
                  <c:v>28.3</c:v>
                </c:pt>
                <c:pt idx="28050">
                  <c:v>28.3</c:v>
                </c:pt>
                <c:pt idx="28051">
                  <c:v>28.3</c:v>
                </c:pt>
                <c:pt idx="28052">
                  <c:v>28.3</c:v>
                </c:pt>
                <c:pt idx="28053">
                  <c:v>28.3</c:v>
                </c:pt>
                <c:pt idx="28054">
                  <c:v>28.3</c:v>
                </c:pt>
                <c:pt idx="28055">
                  <c:v>28.3</c:v>
                </c:pt>
                <c:pt idx="28056">
                  <c:v>28.3</c:v>
                </c:pt>
                <c:pt idx="28057">
                  <c:v>28.3</c:v>
                </c:pt>
                <c:pt idx="28058">
                  <c:v>28.3</c:v>
                </c:pt>
                <c:pt idx="28059">
                  <c:v>28.3</c:v>
                </c:pt>
                <c:pt idx="28060">
                  <c:v>28.3</c:v>
                </c:pt>
                <c:pt idx="28061">
                  <c:v>28.3</c:v>
                </c:pt>
                <c:pt idx="28062">
                  <c:v>28.3</c:v>
                </c:pt>
                <c:pt idx="28063">
                  <c:v>28.3</c:v>
                </c:pt>
                <c:pt idx="28064">
                  <c:v>28.3</c:v>
                </c:pt>
                <c:pt idx="28065">
                  <c:v>28.3</c:v>
                </c:pt>
                <c:pt idx="28066">
                  <c:v>28.3</c:v>
                </c:pt>
                <c:pt idx="28067">
                  <c:v>28.3</c:v>
                </c:pt>
                <c:pt idx="28068">
                  <c:v>28.3</c:v>
                </c:pt>
                <c:pt idx="28069">
                  <c:v>28.3</c:v>
                </c:pt>
                <c:pt idx="28070">
                  <c:v>28.3</c:v>
                </c:pt>
                <c:pt idx="28071">
                  <c:v>28.3</c:v>
                </c:pt>
                <c:pt idx="28072">
                  <c:v>28.3</c:v>
                </c:pt>
                <c:pt idx="28073">
                  <c:v>28.3</c:v>
                </c:pt>
                <c:pt idx="28074">
                  <c:v>28.3</c:v>
                </c:pt>
                <c:pt idx="28075">
                  <c:v>28.3</c:v>
                </c:pt>
                <c:pt idx="28076">
                  <c:v>28.3</c:v>
                </c:pt>
                <c:pt idx="28077">
                  <c:v>28.3</c:v>
                </c:pt>
                <c:pt idx="28078">
                  <c:v>28.3</c:v>
                </c:pt>
                <c:pt idx="28079">
                  <c:v>28.3</c:v>
                </c:pt>
                <c:pt idx="28080">
                  <c:v>28.3</c:v>
                </c:pt>
                <c:pt idx="28081">
                  <c:v>28.3</c:v>
                </c:pt>
                <c:pt idx="28082">
                  <c:v>28.3</c:v>
                </c:pt>
                <c:pt idx="28083">
                  <c:v>28.3</c:v>
                </c:pt>
                <c:pt idx="28084">
                  <c:v>28.3</c:v>
                </c:pt>
                <c:pt idx="28085">
                  <c:v>28.3</c:v>
                </c:pt>
                <c:pt idx="28086">
                  <c:v>28.3</c:v>
                </c:pt>
                <c:pt idx="28087">
                  <c:v>28.3</c:v>
                </c:pt>
                <c:pt idx="28088">
                  <c:v>28.3</c:v>
                </c:pt>
                <c:pt idx="28089">
                  <c:v>28.3</c:v>
                </c:pt>
                <c:pt idx="28090">
                  <c:v>28.3</c:v>
                </c:pt>
                <c:pt idx="28091">
                  <c:v>28.3</c:v>
                </c:pt>
                <c:pt idx="28092">
                  <c:v>28.3</c:v>
                </c:pt>
                <c:pt idx="28093">
                  <c:v>28.3</c:v>
                </c:pt>
                <c:pt idx="28094">
                  <c:v>28.3</c:v>
                </c:pt>
                <c:pt idx="28095">
                  <c:v>28.3</c:v>
                </c:pt>
                <c:pt idx="28096">
                  <c:v>28.3</c:v>
                </c:pt>
                <c:pt idx="28097">
                  <c:v>28.3</c:v>
                </c:pt>
                <c:pt idx="28098">
                  <c:v>28.3</c:v>
                </c:pt>
                <c:pt idx="28099">
                  <c:v>28.3</c:v>
                </c:pt>
                <c:pt idx="28100">
                  <c:v>28.3</c:v>
                </c:pt>
                <c:pt idx="28101">
                  <c:v>28.3</c:v>
                </c:pt>
                <c:pt idx="28102">
                  <c:v>28.3</c:v>
                </c:pt>
                <c:pt idx="28103">
                  <c:v>28.25</c:v>
                </c:pt>
                <c:pt idx="28104">
                  <c:v>28.3</c:v>
                </c:pt>
                <c:pt idx="28105">
                  <c:v>28.25</c:v>
                </c:pt>
                <c:pt idx="28106">
                  <c:v>28.25</c:v>
                </c:pt>
                <c:pt idx="28107">
                  <c:v>28.25</c:v>
                </c:pt>
                <c:pt idx="28108">
                  <c:v>28.25</c:v>
                </c:pt>
                <c:pt idx="28109">
                  <c:v>28.25</c:v>
                </c:pt>
                <c:pt idx="28110">
                  <c:v>28.25</c:v>
                </c:pt>
                <c:pt idx="28111">
                  <c:v>28.25</c:v>
                </c:pt>
                <c:pt idx="28112">
                  <c:v>28.25</c:v>
                </c:pt>
                <c:pt idx="28113">
                  <c:v>28.25</c:v>
                </c:pt>
                <c:pt idx="28114">
                  <c:v>28.25</c:v>
                </c:pt>
                <c:pt idx="28115">
                  <c:v>28.25</c:v>
                </c:pt>
                <c:pt idx="28116">
                  <c:v>28.25</c:v>
                </c:pt>
                <c:pt idx="28117">
                  <c:v>28.25</c:v>
                </c:pt>
                <c:pt idx="28118">
                  <c:v>28.25</c:v>
                </c:pt>
                <c:pt idx="28119">
                  <c:v>28.25</c:v>
                </c:pt>
                <c:pt idx="28120">
                  <c:v>28.25</c:v>
                </c:pt>
                <c:pt idx="28121">
                  <c:v>28.25</c:v>
                </c:pt>
                <c:pt idx="28122">
                  <c:v>28.25</c:v>
                </c:pt>
                <c:pt idx="28123">
                  <c:v>28.25</c:v>
                </c:pt>
                <c:pt idx="28124">
                  <c:v>28.25</c:v>
                </c:pt>
                <c:pt idx="28125">
                  <c:v>28.25</c:v>
                </c:pt>
                <c:pt idx="28126">
                  <c:v>28.25</c:v>
                </c:pt>
                <c:pt idx="28127">
                  <c:v>28.25</c:v>
                </c:pt>
                <c:pt idx="28128">
                  <c:v>28.25</c:v>
                </c:pt>
                <c:pt idx="28129">
                  <c:v>28.25</c:v>
                </c:pt>
                <c:pt idx="28130">
                  <c:v>28.25</c:v>
                </c:pt>
                <c:pt idx="28131">
                  <c:v>28.25</c:v>
                </c:pt>
                <c:pt idx="28132">
                  <c:v>28.25</c:v>
                </c:pt>
                <c:pt idx="28133">
                  <c:v>28.25</c:v>
                </c:pt>
                <c:pt idx="28134">
                  <c:v>28.25</c:v>
                </c:pt>
                <c:pt idx="28135">
                  <c:v>28.25</c:v>
                </c:pt>
                <c:pt idx="28136">
                  <c:v>28.25</c:v>
                </c:pt>
                <c:pt idx="28137">
                  <c:v>28.25</c:v>
                </c:pt>
                <c:pt idx="28138">
                  <c:v>28.25</c:v>
                </c:pt>
                <c:pt idx="28139">
                  <c:v>28.25</c:v>
                </c:pt>
                <c:pt idx="28140">
                  <c:v>28.25</c:v>
                </c:pt>
                <c:pt idx="28141">
                  <c:v>28.25</c:v>
                </c:pt>
                <c:pt idx="28142">
                  <c:v>28.25</c:v>
                </c:pt>
                <c:pt idx="28143">
                  <c:v>28.25</c:v>
                </c:pt>
                <c:pt idx="28144">
                  <c:v>28.25</c:v>
                </c:pt>
                <c:pt idx="28145">
                  <c:v>28.25</c:v>
                </c:pt>
                <c:pt idx="28146">
                  <c:v>28.25</c:v>
                </c:pt>
                <c:pt idx="28147">
                  <c:v>28.25</c:v>
                </c:pt>
                <c:pt idx="28148">
                  <c:v>28.25</c:v>
                </c:pt>
                <c:pt idx="28149">
                  <c:v>28.25</c:v>
                </c:pt>
                <c:pt idx="28150">
                  <c:v>28.25</c:v>
                </c:pt>
                <c:pt idx="28151">
                  <c:v>28.25</c:v>
                </c:pt>
                <c:pt idx="28152">
                  <c:v>28.25</c:v>
                </c:pt>
                <c:pt idx="28153">
                  <c:v>28.25</c:v>
                </c:pt>
                <c:pt idx="28154">
                  <c:v>28.25</c:v>
                </c:pt>
                <c:pt idx="28155">
                  <c:v>28.25</c:v>
                </c:pt>
                <c:pt idx="28156">
                  <c:v>28.25</c:v>
                </c:pt>
                <c:pt idx="28157">
                  <c:v>28.25</c:v>
                </c:pt>
                <c:pt idx="28158">
                  <c:v>28.25</c:v>
                </c:pt>
                <c:pt idx="28159">
                  <c:v>28.25</c:v>
                </c:pt>
                <c:pt idx="28160">
                  <c:v>28.25</c:v>
                </c:pt>
                <c:pt idx="28161">
                  <c:v>28.25</c:v>
                </c:pt>
                <c:pt idx="28162">
                  <c:v>28.25</c:v>
                </c:pt>
                <c:pt idx="28163">
                  <c:v>28.25</c:v>
                </c:pt>
                <c:pt idx="28164">
                  <c:v>28.25</c:v>
                </c:pt>
                <c:pt idx="28165">
                  <c:v>28.25</c:v>
                </c:pt>
                <c:pt idx="28166">
                  <c:v>28.25</c:v>
                </c:pt>
                <c:pt idx="28167">
                  <c:v>28.25</c:v>
                </c:pt>
                <c:pt idx="28168">
                  <c:v>28.25</c:v>
                </c:pt>
                <c:pt idx="28169">
                  <c:v>28.25</c:v>
                </c:pt>
                <c:pt idx="28170">
                  <c:v>28.25</c:v>
                </c:pt>
                <c:pt idx="28171">
                  <c:v>28.25</c:v>
                </c:pt>
                <c:pt idx="28172">
                  <c:v>28.25</c:v>
                </c:pt>
                <c:pt idx="28173">
                  <c:v>28.25</c:v>
                </c:pt>
                <c:pt idx="28174">
                  <c:v>28.25</c:v>
                </c:pt>
                <c:pt idx="28175">
                  <c:v>28.25</c:v>
                </c:pt>
                <c:pt idx="28176">
                  <c:v>28.25</c:v>
                </c:pt>
                <c:pt idx="28177">
                  <c:v>28.25</c:v>
                </c:pt>
                <c:pt idx="28178">
                  <c:v>28.25</c:v>
                </c:pt>
                <c:pt idx="28179">
                  <c:v>28.25</c:v>
                </c:pt>
                <c:pt idx="28180">
                  <c:v>28.2</c:v>
                </c:pt>
                <c:pt idx="28181">
                  <c:v>28.25</c:v>
                </c:pt>
                <c:pt idx="28182">
                  <c:v>28.2</c:v>
                </c:pt>
                <c:pt idx="28183">
                  <c:v>28.25</c:v>
                </c:pt>
                <c:pt idx="28184">
                  <c:v>28.2</c:v>
                </c:pt>
                <c:pt idx="28185">
                  <c:v>28.2</c:v>
                </c:pt>
                <c:pt idx="28186">
                  <c:v>28.2</c:v>
                </c:pt>
                <c:pt idx="28187">
                  <c:v>28.2</c:v>
                </c:pt>
                <c:pt idx="28188">
                  <c:v>28.2</c:v>
                </c:pt>
                <c:pt idx="28189">
                  <c:v>28.2</c:v>
                </c:pt>
                <c:pt idx="28190">
                  <c:v>28.25</c:v>
                </c:pt>
                <c:pt idx="28191">
                  <c:v>28.25</c:v>
                </c:pt>
                <c:pt idx="28192">
                  <c:v>28.25</c:v>
                </c:pt>
                <c:pt idx="28193">
                  <c:v>28.2</c:v>
                </c:pt>
                <c:pt idx="28194">
                  <c:v>28.25</c:v>
                </c:pt>
                <c:pt idx="28195">
                  <c:v>28.25</c:v>
                </c:pt>
                <c:pt idx="28196">
                  <c:v>28.25</c:v>
                </c:pt>
                <c:pt idx="28197">
                  <c:v>28.25</c:v>
                </c:pt>
                <c:pt idx="28198">
                  <c:v>28.25</c:v>
                </c:pt>
                <c:pt idx="28199">
                  <c:v>28.2</c:v>
                </c:pt>
                <c:pt idx="28200">
                  <c:v>28.25</c:v>
                </c:pt>
                <c:pt idx="28201">
                  <c:v>28.25</c:v>
                </c:pt>
                <c:pt idx="28202">
                  <c:v>28.25</c:v>
                </c:pt>
                <c:pt idx="28203">
                  <c:v>28.25</c:v>
                </c:pt>
                <c:pt idx="28204">
                  <c:v>28.25</c:v>
                </c:pt>
                <c:pt idx="28205">
                  <c:v>28.25</c:v>
                </c:pt>
                <c:pt idx="28206">
                  <c:v>28.25</c:v>
                </c:pt>
                <c:pt idx="28207">
                  <c:v>28.25</c:v>
                </c:pt>
                <c:pt idx="28208">
                  <c:v>28.25</c:v>
                </c:pt>
                <c:pt idx="28209">
                  <c:v>28.25</c:v>
                </c:pt>
                <c:pt idx="28210">
                  <c:v>28.2</c:v>
                </c:pt>
                <c:pt idx="28211">
                  <c:v>28.25</c:v>
                </c:pt>
                <c:pt idx="28212">
                  <c:v>28.25</c:v>
                </c:pt>
                <c:pt idx="28213">
                  <c:v>28.25</c:v>
                </c:pt>
                <c:pt idx="28214">
                  <c:v>28.25</c:v>
                </c:pt>
                <c:pt idx="28215">
                  <c:v>28.25</c:v>
                </c:pt>
                <c:pt idx="28216">
                  <c:v>28.25</c:v>
                </c:pt>
                <c:pt idx="28217">
                  <c:v>28.25</c:v>
                </c:pt>
                <c:pt idx="28218">
                  <c:v>28.25</c:v>
                </c:pt>
                <c:pt idx="28219">
                  <c:v>28.25</c:v>
                </c:pt>
                <c:pt idx="28220">
                  <c:v>28.25</c:v>
                </c:pt>
                <c:pt idx="28221">
                  <c:v>28.25</c:v>
                </c:pt>
                <c:pt idx="28222">
                  <c:v>28.25</c:v>
                </c:pt>
                <c:pt idx="28223">
                  <c:v>28.25</c:v>
                </c:pt>
                <c:pt idx="28224">
                  <c:v>28.25</c:v>
                </c:pt>
                <c:pt idx="28225">
                  <c:v>28.25</c:v>
                </c:pt>
                <c:pt idx="28226">
                  <c:v>28.25</c:v>
                </c:pt>
                <c:pt idx="28227">
                  <c:v>28.25</c:v>
                </c:pt>
                <c:pt idx="28228">
                  <c:v>28.2</c:v>
                </c:pt>
                <c:pt idx="28229">
                  <c:v>28.2</c:v>
                </c:pt>
                <c:pt idx="28230">
                  <c:v>28.2</c:v>
                </c:pt>
                <c:pt idx="28231">
                  <c:v>28.2</c:v>
                </c:pt>
                <c:pt idx="28232">
                  <c:v>28.2</c:v>
                </c:pt>
                <c:pt idx="28233">
                  <c:v>28.2</c:v>
                </c:pt>
                <c:pt idx="28234">
                  <c:v>28.2</c:v>
                </c:pt>
                <c:pt idx="28235">
                  <c:v>28.2</c:v>
                </c:pt>
                <c:pt idx="28236">
                  <c:v>28.2</c:v>
                </c:pt>
                <c:pt idx="28237">
                  <c:v>28.2</c:v>
                </c:pt>
                <c:pt idx="28238">
                  <c:v>28.2</c:v>
                </c:pt>
                <c:pt idx="28239">
                  <c:v>28.2</c:v>
                </c:pt>
                <c:pt idx="28240">
                  <c:v>28.2</c:v>
                </c:pt>
                <c:pt idx="28241">
                  <c:v>28.2</c:v>
                </c:pt>
                <c:pt idx="28242">
                  <c:v>28.2</c:v>
                </c:pt>
                <c:pt idx="28243">
                  <c:v>28.2</c:v>
                </c:pt>
                <c:pt idx="28244">
                  <c:v>28.2</c:v>
                </c:pt>
                <c:pt idx="28245">
                  <c:v>28.2</c:v>
                </c:pt>
                <c:pt idx="28246">
                  <c:v>28.2</c:v>
                </c:pt>
                <c:pt idx="28247">
                  <c:v>28.2</c:v>
                </c:pt>
                <c:pt idx="28248">
                  <c:v>28.2</c:v>
                </c:pt>
                <c:pt idx="28249">
                  <c:v>28.2</c:v>
                </c:pt>
                <c:pt idx="28250">
                  <c:v>28.2</c:v>
                </c:pt>
                <c:pt idx="28251">
                  <c:v>28.2</c:v>
                </c:pt>
                <c:pt idx="28252">
                  <c:v>28.2</c:v>
                </c:pt>
                <c:pt idx="28253">
                  <c:v>28.2</c:v>
                </c:pt>
                <c:pt idx="28254">
                  <c:v>28.2</c:v>
                </c:pt>
                <c:pt idx="28255">
                  <c:v>28.2</c:v>
                </c:pt>
                <c:pt idx="28256">
                  <c:v>28.2</c:v>
                </c:pt>
                <c:pt idx="28257">
                  <c:v>28.2</c:v>
                </c:pt>
                <c:pt idx="28258">
                  <c:v>28.2</c:v>
                </c:pt>
                <c:pt idx="28259">
                  <c:v>28.2</c:v>
                </c:pt>
                <c:pt idx="28260">
                  <c:v>28.2</c:v>
                </c:pt>
                <c:pt idx="28261">
                  <c:v>28.2</c:v>
                </c:pt>
                <c:pt idx="28262">
                  <c:v>28.2</c:v>
                </c:pt>
                <c:pt idx="28263">
                  <c:v>28.2</c:v>
                </c:pt>
                <c:pt idx="28264">
                  <c:v>28.2</c:v>
                </c:pt>
                <c:pt idx="28265">
                  <c:v>28.2</c:v>
                </c:pt>
                <c:pt idx="28266">
                  <c:v>28.2</c:v>
                </c:pt>
                <c:pt idx="28267">
                  <c:v>28.2</c:v>
                </c:pt>
                <c:pt idx="28268">
                  <c:v>28.2</c:v>
                </c:pt>
                <c:pt idx="28269">
                  <c:v>28.2</c:v>
                </c:pt>
                <c:pt idx="28270">
                  <c:v>28.2</c:v>
                </c:pt>
                <c:pt idx="28271">
                  <c:v>28.2</c:v>
                </c:pt>
                <c:pt idx="28272">
                  <c:v>28.2</c:v>
                </c:pt>
                <c:pt idx="28273">
                  <c:v>28.2</c:v>
                </c:pt>
                <c:pt idx="28274">
                  <c:v>28.2</c:v>
                </c:pt>
                <c:pt idx="28275">
                  <c:v>28.2</c:v>
                </c:pt>
                <c:pt idx="28276">
                  <c:v>28.2</c:v>
                </c:pt>
                <c:pt idx="28277">
                  <c:v>28.2</c:v>
                </c:pt>
                <c:pt idx="28278">
                  <c:v>28.2</c:v>
                </c:pt>
                <c:pt idx="28279">
                  <c:v>28.2</c:v>
                </c:pt>
                <c:pt idx="28280">
                  <c:v>28.2</c:v>
                </c:pt>
                <c:pt idx="28281">
                  <c:v>28.2</c:v>
                </c:pt>
                <c:pt idx="28282">
                  <c:v>28.2</c:v>
                </c:pt>
                <c:pt idx="28283">
                  <c:v>28.2</c:v>
                </c:pt>
                <c:pt idx="28284">
                  <c:v>28.2</c:v>
                </c:pt>
                <c:pt idx="28285">
                  <c:v>28.2</c:v>
                </c:pt>
                <c:pt idx="28286">
                  <c:v>28.2</c:v>
                </c:pt>
                <c:pt idx="28287">
                  <c:v>28.2</c:v>
                </c:pt>
                <c:pt idx="28288">
                  <c:v>28.2</c:v>
                </c:pt>
                <c:pt idx="28289">
                  <c:v>28.2</c:v>
                </c:pt>
                <c:pt idx="28290">
                  <c:v>28.2</c:v>
                </c:pt>
                <c:pt idx="28291">
                  <c:v>28.2</c:v>
                </c:pt>
                <c:pt idx="28292">
                  <c:v>28.2</c:v>
                </c:pt>
                <c:pt idx="28293">
                  <c:v>28.2</c:v>
                </c:pt>
                <c:pt idx="28294">
                  <c:v>28.2</c:v>
                </c:pt>
                <c:pt idx="28295">
                  <c:v>28.2</c:v>
                </c:pt>
                <c:pt idx="28296">
                  <c:v>28.2</c:v>
                </c:pt>
                <c:pt idx="28297">
                  <c:v>28.2</c:v>
                </c:pt>
                <c:pt idx="28298">
                  <c:v>28.2</c:v>
                </c:pt>
                <c:pt idx="28299">
                  <c:v>28.2</c:v>
                </c:pt>
                <c:pt idx="28300">
                  <c:v>28.15</c:v>
                </c:pt>
                <c:pt idx="28301">
                  <c:v>28.2</c:v>
                </c:pt>
                <c:pt idx="28302">
                  <c:v>28.2</c:v>
                </c:pt>
                <c:pt idx="28303">
                  <c:v>28.2</c:v>
                </c:pt>
                <c:pt idx="28304">
                  <c:v>28.2</c:v>
                </c:pt>
                <c:pt idx="28305">
                  <c:v>28.2</c:v>
                </c:pt>
                <c:pt idx="28306">
                  <c:v>28.2</c:v>
                </c:pt>
                <c:pt idx="28307">
                  <c:v>28.2</c:v>
                </c:pt>
                <c:pt idx="28308">
                  <c:v>28.2</c:v>
                </c:pt>
                <c:pt idx="28309">
                  <c:v>28.2</c:v>
                </c:pt>
                <c:pt idx="28310">
                  <c:v>28.2</c:v>
                </c:pt>
                <c:pt idx="28311">
                  <c:v>28.2</c:v>
                </c:pt>
                <c:pt idx="28312">
                  <c:v>28.15</c:v>
                </c:pt>
                <c:pt idx="28313">
                  <c:v>28.15</c:v>
                </c:pt>
                <c:pt idx="28314">
                  <c:v>28.15</c:v>
                </c:pt>
                <c:pt idx="28315">
                  <c:v>28.15</c:v>
                </c:pt>
                <c:pt idx="28316">
                  <c:v>28.15</c:v>
                </c:pt>
                <c:pt idx="28317">
                  <c:v>28.15</c:v>
                </c:pt>
                <c:pt idx="28318">
                  <c:v>28.15</c:v>
                </c:pt>
                <c:pt idx="28319">
                  <c:v>28.15</c:v>
                </c:pt>
                <c:pt idx="28320">
                  <c:v>28.15</c:v>
                </c:pt>
                <c:pt idx="28321">
                  <c:v>28.15</c:v>
                </c:pt>
                <c:pt idx="28322">
                  <c:v>28.15</c:v>
                </c:pt>
                <c:pt idx="28323">
                  <c:v>28.15</c:v>
                </c:pt>
                <c:pt idx="28324">
                  <c:v>28.15</c:v>
                </c:pt>
                <c:pt idx="28325">
                  <c:v>28.15</c:v>
                </c:pt>
                <c:pt idx="28326">
                  <c:v>28.15</c:v>
                </c:pt>
                <c:pt idx="28327">
                  <c:v>28.15</c:v>
                </c:pt>
                <c:pt idx="28328">
                  <c:v>28.15</c:v>
                </c:pt>
                <c:pt idx="28329">
                  <c:v>28.15</c:v>
                </c:pt>
                <c:pt idx="28330">
                  <c:v>28.15</c:v>
                </c:pt>
                <c:pt idx="28331">
                  <c:v>28.15</c:v>
                </c:pt>
                <c:pt idx="28332">
                  <c:v>28.15</c:v>
                </c:pt>
                <c:pt idx="28333">
                  <c:v>28.15</c:v>
                </c:pt>
                <c:pt idx="28334">
                  <c:v>28.15</c:v>
                </c:pt>
                <c:pt idx="28335">
                  <c:v>28.15</c:v>
                </c:pt>
                <c:pt idx="28336">
                  <c:v>28.15</c:v>
                </c:pt>
                <c:pt idx="28337">
                  <c:v>28.15</c:v>
                </c:pt>
                <c:pt idx="28338">
                  <c:v>28.15</c:v>
                </c:pt>
                <c:pt idx="28339">
                  <c:v>28.15</c:v>
                </c:pt>
                <c:pt idx="28340">
                  <c:v>28.15</c:v>
                </c:pt>
                <c:pt idx="28341">
                  <c:v>28.15</c:v>
                </c:pt>
                <c:pt idx="28342">
                  <c:v>28.15</c:v>
                </c:pt>
                <c:pt idx="28343">
                  <c:v>28.15</c:v>
                </c:pt>
                <c:pt idx="28344">
                  <c:v>28.15</c:v>
                </c:pt>
                <c:pt idx="28345">
                  <c:v>28.15</c:v>
                </c:pt>
                <c:pt idx="28346">
                  <c:v>28.15</c:v>
                </c:pt>
                <c:pt idx="28347">
                  <c:v>28.15</c:v>
                </c:pt>
                <c:pt idx="28348">
                  <c:v>28.15</c:v>
                </c:pt>
                <c:pt idx="28349">
                  <c:v>28.15</c:v>
                </c:pt>
                <c:pt idx="28350">
                  <c:v>28.15</c:v>
                </c:pt>
                <c:pt idx="28351">
                  <c:v>28.15</c:v>
                </c:pt>
                <c:pt idx="28352">
                  <c:v>28.15</c:v>
                </c:pt>
                <c:pt idx="28353">
                  <c:v>28.15</c:v>
                </c:pt>
                <c:pt idx="28354">
                  <c:v>28.15</c:v>
                </c:pt>
                <c:pt idx="28355">
                  <c:v>28.15</c:v>
                </c:pt>
                <c:pt idx="28356">
                  <c:v>28.15</c:v>
                </c:pt>
                <c:pt idx="28357">
                  <c:v>28.15</c:v>
                </c:pt>
                <c:pt idx="28358">
                  <c:v>28.15</c:v>
                </c:pt>
                <c:pt idx="28359">
                  <c:v>28.15</c:v>
                </c:pt>
                <c:pt idx="28360">
                  <c:v>28.15</c:v>
                </c:pt>
                <c:pt idx="28361">
                  <c:v>28.15</c:v>
                </c:pt>
                <c:pt idx="28362">
                  <c:v>28.15</c:v>
                </c:pt>
                <c:pt idx="28363">
                  <c:v>28.15</c:v>
                </c:pt>
                <c:pt idx="28364">
                  <c:v>28.15</c:v>
                </c:pt>
                <c:pt idx="28365">
                  <c:v>28.15</c:v>
                </c:pt>
                <c:pt idx="28366">
                  <c:v>28.15</c:v>
                </c:pt>
                <c:pt idx="28367">
                  <c:v>28.15</c:v>
                </c:pt>
                <c:pt idx="28368">
                  <c:v>28.15</c:v>
                </c:pt>
                <c:pt idx="28369">
                  <c:v>28.15</c:v>
                </c:pt>
                <c:pt idx="28370">
                  <c:v>28.15</c:v>
                </c:pt>
                <c:pt idx="28371">
                  <c:v>28.15</c:v>
                </c:pt>
                <c:pt idx="28372">
                  <c:v>28.15</c:v>
                </c:pt>
                <c:pt idx="28373">
                  <c:v>28.15</c:v>
                </c:pt>
                <c:pt idx="28374">
                  <c:v>28.15</c:v>
                </c:pt>
                <c:pt idx="28375">
                  <c:v>28.15</c:v>
                </c:pt>
                <c:pt idx="28376">
                  <c:v>28.15</c:v>
                </c:pt>
                <c:pt idx="28377">
                  <c:v>28.15</c:v>
                </c:pt>
                <c:pt idx="28378">
                  <c:v>28.15</c:v>
                </c:pt>
                <c:pt idx="28379">
                  <c:v>28.1</c:v>
                </c:pt>
                <c:pt idx="28380">
                  <c:v>28.1</c:v>
                </c:pt>
                <c:pt idx="28381">
                  <c:v>28.15</c:v>
                </c:pt>
                <c:pt idx="28382">
                  <c:v>28.15</c:v>
                </c:pt>
                <c:pt idx="28383">
                  <c:v>28.15</c:v>
                </c:pt>
                <c:pt idx="28384">
                  <c:v>28.1</c:v>
                </c:pt>
                <c:pt idx="28385">
                  <c:v>28.15</c:v>
                </c:pt>
                <c:pt idx="28386">
                  <c:v>28.15</c:v>
                </c:pt>
                <c:pt idx="28387">
                  <c:v>28.15</c:v>
                </c:pt>
                <c:pt idx="28388">
                  <c:v>28.15</c:v>
                </c:pt>
                <c:pt idx="28389">
                  <c:v>28.15</c:v>
                </c:pt>
                <c:pt idx="28390">
                  <c:v>28.15</c:v>
                </c:pt>
                <c:pt idx="28391">
                  <c:v>28.15</c:v>
                </c:pt>
                <c:pt idx="28392">
                  <c:v>28.15</c:v>
                </c:pt>
                <c:pt idx="28393">
                  <c:v>28.15</c:v>
                </c:pt>
                <c:pt idx="28394">
                  <c:v>28.15</c:v>
                </c:pt>
                <c:pt idx="28395">
                  <c:v>28.15</c:v>
                </c:pt>
                <c:pt idx="28396">
                  <c:v>28.15</c:v>
                </c:pt>
                <c:pt idx="28397">
                  <c:v>28.1</c:v>
                </c:pt>
                <c:pt idx="28398">
                  <c:v>28.1</c:v>
                </c:pt>
                <c:pt idx="28399">
                  <c:v>28.1</c:v>
                </c:pt>
                <c:pt idx="28400">
                  <c:v>28.1</c:v>
                </c:pt>
                <c:pt idx="28401">
                  <c:v>28.1</c:v>
                </c:pt>
                <c:pt idx="28402">
                  <c:v>28.1</c:v>
                </c:pt>
                <c:pt idx="28403">
                  <c:v>28.1</c:v>
                </c:pt>
                <c:pt idx="28404">
                  <c:v>28.1</c:v>
                </c:pt>
                <c:pt idx="28405">
                  <c:v>28.1</c:v>
                </c:pt>
                <c:pt idx="28406">
                  <c:v>28.1</c:v>
                </c:pt>
                <c:pt idx="28407">
                  <c:v>28.1</c:v>
                </c:pt>
                <c:pt idx="28408">
                  <c:v>28.1</c:v>
                </c:pt>
                <c:pt idx="28409">
                  <c:v>28.1</c:v>
                </c:pt>
                <c:pt idx="28410">
                  <c:v>28.1</c:v>
                </c:pt>
                <c:pt idx="28411">
                  <c:v>28.1</c:v>
                </c:pt>
                <c:pt idx="28412">
                  <c:v>28.1</c:v>
                </c:pt>
                <c:pt idx="28413">
                  <c:v>28.1</c:v>
                </c:pt>
                <c:pt idx="28414">
                  <c:v>28.1</c:v>
                </c:pt>
                <c:pt idx="28415">
                  <c:v>28.1</c:v>
                </c:pt>
                <c:pt idx="28416">
                  <c:v>28.1</c:v>
                </c:pt>
                <c:pt idx="28417">
                  <c:v>28.1</c:v>
                </c:pt>
                <c:pt idx="28418">
                  <c:v>28.1</c:v>
                </c:pt>
                <c:pt idx="28419">
                  <c:v>28.1</c:v>
                </c:pt>
                <c:pt idx="28420">
                  <c:v>28.1</c:v>
                </c:pt>
                <c:pt idx="28421">
                  <c:v>28.1</c:v>
                </c:pt>
                <c:pt idx="28422">
                  <c:v>28.1</c:v>
                </c:pt>
                <c:pt idx="28423">
                  <c:v>28.1</c:v>
                </c:pt>
                <c:pt idx="28424">
                  <c:v>28.1</c:v>
                </c:pt>
                <c:pt idx="28425">
                  <c:v>28.1</c:v>
                </c:pt>
                <c:pt idx="28426">
                  <c:v>28.1</c:v>
                </c:pt>
                <c:pt idx="28427">
                  <c:v>28.1</c:v>
                </c:pt>
                <c:pt idx="28428">
                  <c:v>28.1</c:v>
                </c:pt>
                <c:pt idx="28429">
                  <c:v>28.1</c:v>
                </c:pt>
                <c:pt idx="28430">
                  <c:v>28.1</c:v>
                </c:pt>
                <c:pt idx="28431">
                  <c:v>28.1</c:v>
                </c:pt>
                <c:pt idx="28432">
                  <c:v>28.1</c:v>
                </c:pt>
                <c:pt idx="28433">
                  <c:v>28.1</c:v>
                </c:pt>
                <c:pt idx="28434">
                  <c:v>28.1</c:v>
                </c:pt>
                <c:pt idx="28435">
                  <c:v>28.1</c:v>
                </c:pt>
                <c:pt idx="28436">
                  <c:v>28.1</c:v>
                </c:pt>
                <c:pt idx="28437">
                  <c:v>28.1</c:v>
                </c:pt>
                <c:pt idx="28438">
                  <c:v>28.1</c:v>
                </c:pt>
                <c:pt idx="28439">
                  <c:v>28.1</c:v>
                </c:pt>
                <c:pt idx="28440">
                  <c:v>28.1</c:v>
                </c:pt>
                <c:pt idx="28441">
                  <c:v>28.1</c:v>
                </c:pt>
                <c:pt idx="28442">
                  <c:v>28.1</c:v>
                </c:pt>
                <c:pt idx="28443">
                  <c:v>28.1</c:v>
                </c:pt>
                <c:pt idx="28444">
                  <c:v>28.1</c:v>
                </c:pt>
                <c:pt idx="28445">
                  <c:v>28.1</c:v>
                </c:pt>
                <c:pt idx="28446">
                  <c:v>28.1</c:v>
                </c:pt>
                <c:pt idx="28447">
                  <c:v>28.1</c:v>
                </c:pt>
                <c:pt idx="28448">
                  <c:v>28.1</c:v>
                </c:pt>
                <c:pt idx="28449">
                  <c:v>28.1</c:v>
                </c:pt>
                <c:pt idx="28450">
                  <c:v>28.1</c:v>
                </c:pt>
                <c:pt idx="28451">
                  <c:v>28.1</c:v>
                </c:pt>
                <c:pt idx="28452">
                  <c:v>28.1</c:v>
                </c:pt>
                <c:pt idx="28453">
                  <c:v>28.1</c:v>
                </c:pt>
                <c:pt idx="28454">
                  <c:v>28.1</c:v>
                </c:pt>
                <c:pt idx="28455">
                  <c:v>28.1</c:v>
                </c:pt>
                <c:pt idx="28456">
                  <c:v>28.1</c:v>
                </c:pt>
                <c:pt idx="28457">
                  <c:v>28.1</c:v>
                </c:pt>
                <c:pt idx="28458">
                  <c:v>28.1</c:v>
                </c:pt>
                <c:pt idx="28459">
                  <c:v>28.1</c:v>
                </c:pt>
                <c:pt idx="28460">
                  <c:v>28.1</c:v>
                </c:pt>
                <c:pt idx="28461">
                  <c:v>28.1</c:v>
                </c:pt>
                <c:pt idx="28462">
                  <c:v>28.1</c:v>
                </c:pt>
                <c:pt idx="28463">
                  <c:v>28.1</c:v>
                </c:pt>
                <c:pt idx="28464">
                  <c:v>28.1</c:v>
                </c:pt>
                <c:pt idx="28465">
                  <c:v>28.1</c:v>
                </c:pt>
                <c:pt idx="28466">
                  <c:v>28.1</c:v>
                </c:pt>
                <c:pt idx="28467">
                  <c:v>28.1</c:v>
                </c:pt>
                <c:pt idx="28468">
                  <c:v>28.1</c:v>
                </c:pt>
                <c:pt idx="28469">
                  <c:v>28.1</c:v>
                </c:pt>
                <c:pt idx="28470">
                  <c:v>28.1</c:v>
                </c:pt>
                <c:pt idx="28471">
                  <c:v>28.1</c:v>
                </c:pt>
                <c:pt idx="28472">
                  <c:v>28.1</c:v>
                </c:pt>
                <c:pt idx="28473">
                  <c:v>28.1</c:v>
                </c:pt>
                <c:pt idx="28474">
                  <c:v>28.1</c:v>
                </c:pt>
                <c:pt idx="28475">
                  <c:v>28.1</c:v>
                </c:pt>
                <c:pt idx="28476">
                  <c:v>28.1</c:v>
                </c:pt>
                <c:pt idx="28477">
                  <c:v>28.1</c:v>
                </c:pt>
                <c:pt idx="28478">
                  <c:v>28.1</c:v>
                </c:pt>
                <c:pt idx="28479">
                  <c:v>28.1</c:v>
                </c:pt>
                <c:pt idx="28480">
                  <c:v>28.1</c:v>
                </c:pt>
                <c:pt idx="28481">
                  <c:v>28.1</c:v>
                </c:pt>
                <c:pt idx="28482">
                  <c:v>28.1</c:v>
                </c:pt>
                <c:pt idx="28483">
                  <c:v>28.1</c:v>
                </c:pt>
                <c:pt idx="28484">
                  <c:v>28.1</c:v>
                </c:pt>
                <c:pt idx="28485">
                  <c:v>28.1</c:v>
                </c:pt>
                <c:pt idx="28486">
                  <c:v>28.1</c:v>
                </c:pt>
                <c:pt idx="28487">
                  <c:v>28.1</c:v>
                </c:pt>
                <c:pt idx="28488">
                  <c:v>28.1</c:v>
                </c:pt>
                <c:pt idx="28489">
                  <c:v>28.1</c:v>
                </c:pt>
                <c:pt idx="28490">
                  <c:v>28.1</c:v>
                </c:pt>
                <c:pt idx="28491">
                  <c:v>28.1</c:v>
                </c:pt>
                <c:pt idx="28492">
                  <c:v>28.1</c:v>
                </c:pt>
                <c:pt idx="28493">
                  <c:v>28.1</c:v>
                </c:pt>
                <c:pt idx="28494">
                  <c:v>28.1</c:v>
                </c:pt>
                <c:pt idx="28495">
                  <c:v>28.1</c:v>
                </c:pt>
                <c:pt idx="28496">
                  <c:v>28.1</c:v>
                </c:pt>
                <c:pt idx="28497">
                  <c:v>28.1</c:v>
                </c:pt>
                <c:pt idx="28498">
                  <c:v>28.1</c:v>
                </c:pt>
                <c:pt idx="28499">
                  <c:v>28.1</c:v>
                </c:pt>
                <c:pt idx="28500">
                  <c:v>28.1</c:v>
                </c:pt>
                <c:pt idx="28501">
                  <c:v>28.1</c:v>
                </c:pt>
                <c:pt idx="28502">
                  <c:v>28.1</c:v>
                </c:pt>
                <c:pt idx="28503">
                  <c:v>28.1</c:v>
                </c:pt>
                <c:pt idx="28504">
                  <c:v>28.1</c:v>
                </c:pt>
                <c:pt idx="28505">
                  <c:v>28.1</c:v>
                </c:pt>
                <c:pt idx="28506">
                  <c:v>28.1</c:v>
                </c:pt>
                <c:pt idx="28507">
                  <c:v>28.1</c:v>
                </c:pt>
                <c:pt idx="28508">
                  <c:v>28.1</c:v>
                </c:pt>
                <c:pt idx="28509">
                  <c:v>28.1</c:v>
                </c:pt>
                <c:pt idx="28510">
                  <c:v>28.1</c:v>
                </c:pt>
                <c:pt idx="28511">
                  <c:v>28.1</c:v>
                </c:pt>
                <c:pt idx="28512">
                  <c:v>28.1</c:v>
                </c:pt>
                <c:pt idx="28513">
                  <c:v>28.1</c:v>
                </c:pt>
                <c:pt idx="28514">
                  <c:v>28.1</c:v>
                </c:pt>
                <c:pt idx="28515">
                  <c:v>28.1</c:v>
                </c:pt>
                <c:pt idx="28516">
                  <c:v>28.1</c:v>
                </c:pt>
                <c:pt idx="28517">
                  <c:v>28.1</c:v>
                </c:pt>
                <c:pt idx="28518">
                  <c:v>28.1</c:v>
                </c:pt>
                <c:pt idx="28519">
                  <c:v>28.1</c:v>
                </c:pt>
                <c:pt idx="28520">
                  <c:v>28.1</c:v>
                </c:pt>
                <c:pt idx="28521">
                  <c:v>28.1</c:v>
                </c:pt>
                <c:pt idx="28522">
                  <c:v>28.1</c:v>
                </c:pt>
                <c:pt idx="28523">
                  <c:v>28.1</c:v>
                </c:pt>
                <c:pt idx="28524">
                  <c:v>28.1</c:v>
                </c:pt>
                <c:pt idx="28525">
                  <c:v>28.1</c:v>
                </c:pt>
                <c:pt idx="28526">
                  <c:v>28.1</c:v>
                </c:pt>
                <c:pt idx="28527">
                  <c:v>28.1</c:v>
                </c:pt>
                <c:pt idx="28528">
                  <c:v>28.1</c:v>
                </c:pt>
                <c:pt idx="28529">
                  <c:v>28.1</c:v>
                </c:pt>
                <c:pt idx="28530">
                  <c:v>28.1</c:v>
                </c:pt>
                <c:pt idx="28531">
                  <c:v>28.1</c:v>
                </c:pt>
                <c:pt idx="28532">
                  <c:v>28.1</c:v>
                </c:pt>
                <c:pt idx="28533">
                  <c:v>28.1</c:v>
                </c:pt>
                <c:pt idx="28534">
                  <c:v>28.1</c:v>
                </c:pt>
                <c:pt idx="28535">
                  <c:v>28.1</c:v>
                </c:pt>
                <c:pt idx="28536">
                  <c:v>28.1</c:v>
                </c:pt>
                <c:pt idx="28537">
                  <c:v>28.1</c:v>
                </c:pt>
                <c:pt idx="28538">
                  <c:v>28.1</c:v>
                </c:pt>
                <c:pt idx="28539">
                  <c:v>28.1</c:v>
                </c:pt>
                <c:pt idx="28540">
                  <c:v>28.1</c:v>
                </c:pt>
                <c:pt idx="28541">
                  <c:v>28.1</c:v>
                </c:pt>
                <c:pt idx="28542">
                  <c:v>28.1</c:v>
                </c:pt>
                <c:pt idx="28543">
                  <c:v>28.1</c:v>
                </c:pt>
                <c:pt idx="28544">
                  <c:v>28.1</c:v>
                </c:pt>
                <c:pt idx="28545">
                  <c:v>28.1</c:v>
                </c:pt>
                <c:pt idx="28546">
                  <c:v>28.1</c:v>
                </c:pt>
                <c:pt idx="28547">
                  <c:v>28.1</c:v>
                </c:pt>
                <c:pt idx="28548">
                  <c:v>28.1</c:v>
                </c:pt>
                <c:pt idx="28549">
                  <c:v>28.1</c:v>
                </c:pt>
                <c:pt idx="28550">
                  <c:v>28.1</c:v>
                </c:pt>
                <c:pt idx="28551">
                  <c:v>28.1</c:v>
                </c:pt>
                <c:pt idx="28552">
                  <c:v>28.1</c:v>
                </c:pt>
                <c:pt idx="28553">
                  <c:v>28.1</c:v>
                </c:pt>
                <c:pt idx="28554">
                  <c:v>28.1</c:v>
                </c:pt>
                <c:pt idx="28555">
                  <c:v>28.1</c:v>
                </c:pt>
                <c:pt idx="28556">
                  <c:v>28.1</c:v>
                </c:pt>
                <c:pt idx="28557">
                  <c:v>28.1</c:v>
                </c:pt>
                <c:pt idx="28558">
                  <c:v>28.1</c:v>
                </c:pt>
                <c:pt idx="28559">
                  <c:v>28.1</c:v>
                </c:pt>
                <c:pt idx="28560">
                  <c:v>28.1</c:v>
                </c:pt>
                <c:pt idx="28561">
                  <c:v>28.1</c:v>
                </c:pt>
                <c:pt idx="28562">
                  <c:v>28.1</c:v>
                </c:pt>
                <c:pt idx="28563">
                  <c:v>28.05</c:v>
                </c:pt>
                <c:pt idx="28564">
                  <c:v>28.05</c:v>
                </c:pt>
                <c:pt idx="28565">
                  <c:v>28.05</c:v>
                </c:pt>
                <c:pt idx="28566">
                  <c:v>28.05</c:v>
                </c:pt>
                <c:pt idx="28567">
                  <c:v>28.05</c:v>
                </c:pt>
                <c:pt idx="28568">
                  <c:v>28.05</c:v>
                </c:pt>
                <c:pt idx="28569">
                  <c:v>28.05</c:v>
                </c:pt>
                <c:pt idx="28570">
                  <c:v>28.05</c:v>
                </c:pt>
                <c:pt idx="28571">
                  <c:v>28.05</c:v>
                </c:pt>
                <c:pt idx="28572">
                  <c:v>28.05</c:v>
                </c:pt>
                <c:pt idx="28573">
                  <c:v>28.05</c:v>
                </c:pt>
                <c:pt idx="28574">
                  <c:v>28.05</c:v>
                </c:pt>
                <c:pt idx="28575">
                  <c:v>28.05</c:v>
                </c:pt>
                <c:pt idx="28576">
                  <c:v>28.05</c:v>
                </c:pt>
                <c:pt idx="28577">
                  <c:v>28.05</c:v>
                </c:pt>
                <c:pt idx="28578">
                  <c:v>28.05</c:v>
                </c:pt>
                <c:pt idx="28579">
                  <c:v>28.05</c:v>
                </c:pt>
                <c:pt idx="28580">
                  <c:v>28.05</c:v>
                </c:pt>
                <c:pt idx="28581">
                  <c:v>28.05</c:v>
                </c:pt>
                <c:pt idx="28582">
                  <c:v>28.05</c:v>
                </c:pt>
                <c:pt idx="28583">
                  <c:v>28.05</c:v>
                </c:pt>
                <c:pt idx="28584">
                  <c:v>28.05</c:v>
                </c:pt>
                <c:pt idx="28585">
                  <c:v>28.05</c:v>
                </c:pt>
                <c:pt idx="28586">
                  <c:v>28.05</c:v>
                </c:pt>
                <c:pt idx="28587">
                  <c:v>28.05</c:v>
                </c:pt>
                <c:pt idx="28588">
                  <c:v>28.05</c:v>
                </c:pt>
                <c:pt idx="28589">
                  <c:v>28.05</c:v>
                </c:pt>
                <c:pt idx="28590">
                  <c:v>28.05</c:v>
                </c:pt>
                <c:pt idx="28591">
                  <c:v>28.05</c:v>
                </c:pt>
                <c:pt idx="28592">
                  <c:v>28.05</c:v>
                </c:pt>
                <c:pt idx="28593">
                  <c:v>28.05</c:v>
                </c:pt>
                <c:pt idx="28594">
                  <c:v>28.05</c:v>
                </c:pt>
                <c:pt idx="28595">
                  <c:v>28.05</c:v>
                </c:pt>
                <c:pt idx="28596">
                  <c:v>28.05</c:v>
                </c:pt>
                <c:pt idx="28597">
                  <c:v>28.05</c:v>
                </c:pt>
                <c:pt idx="28598">
                  <c:v>28.05</c:v>
                </c:pt>
                <c:pt idx="28599">
                  <c:v>28.05</c:v>
                </c:pt>
                <c:pt idx="28600">
                  <c:v>28.05</c:v>
                </c:pt>
                <c:pt idx="28601">
                  <c:v>28.05</c:v>
                </c:pt>
                <c:pt idx="28602">
                  <c:v>28.05</c:v>
                </c:pt>
                <c:pt idx="28603">
                  <c:v>28.05</c:v>
                </c:pt>
                <c:pt idx="28604">
                  <c:v>28.05</c:v>
                </c:pt>
                <c:pt idx="28605">
                  <c:v>28.05</c:v>
                </c:pt>
                <c:pt idx="28606">
                  <c:v>28.05</c:v>
                </c:pt>
                <c:pt idx="28607">
                  <c:v>28.05</c:v>
                </c:pt>
                <c:pt idx="28608">
                  <c:v>28.05</c:v>
                </c:pt>
                <c:pt idx="28609">
                  <c:v>28.05</c:v>
                </c:pt>
                <c:pt idx="28610">
                  <c:v>28.05</c:v>
                </c:pt>
                <c:pt idx="28611">
                  <c:v>28.05</c:v>
                </c:pt>
                <c:pt idx="28612">
                  <c:v>28.05</c:v>
                </c:pt>
                <c:pt idx="28613">
                  <c:v>28.05</c:v>
                </c:pt>
                <c:pt idx="28614">
                  <c:v>28.05</c:v>
                </c:pt>
                <c:pt idx="28615">
                  <c:v>28.05</c:v>
                </c:pt>
                <c:pt idx="28616">
                  <c:v>28.05</c:v>
                </c:pt>
                <c:pt idx="28617">
                  <c:v>28.05</c:v>
                </c:pt>
                <c:pt idx="28618">
                  <c:v>28.05</c:v>
                </c:pt>
                <c:pt idx="28619">
                  <c:v>28.05</c:v>
                </c:pt>
                <c:pt idx="28620">
                  <c:v>28.05</c:v>
                </c:pt>
                <c:pt idx="28621">
                  <c:v>28.05</c:v>
                </c:pt>
                <c:pt idx="28622">
                  <c:v>28.05</c:v>
                </c:pt>
                <c:pt idx="28623">
                  <c:v>28.05</c:v>
                </c:pt>
                <c:pt idx="28624">
                  <c:v>28.05</c:v>
                </c:pt>
                <c:pt idx="28625">
                  <c:v>28.05</c:v>
                </c:pt>
                <c:pt idx="28626">
                  <c:v>28.05</c:v>
                </c:pt>
                <c:pt idx="28627">
                  <c:v>28.05</c:v>
                </c:pt>
                <c:pt idx="28628">
                  <c:v>28.05</c:v>
                </c:pt>
                <c:pt idx="28629">
                  <c:v>28.05</c:v>
                </c:pt>
                <c:pt idx="28630">
                  <c:v>28.05</c:v>
                </c:pt>
                <c:pt idx="28631">
                  <c:v>28.05</c:v>
                </c:pt>
                <c:pt idx="28632">
                  <c:v>28.05</c:v>
                </c:pt>
                <c:pt idx="28633">
                  <c:v>28.05</c:v>
                </c:pt>
                <c:pt idx="28634">
                  <c:v>28.05</c:v>
                </c:pt>
                <c:pt idx="28635">
                  <c:v>28.05</c:v>
                </c:pt>
                <c:pt idx="28636">
                  <c:v>28.05</c:v>
                </c:pt>
                <c:pt idx="28637">
                  <c:v>28.05</c:v>
                </c:pt>
                <c:pt idx="28638">
                  <c:v>28.05</c:v>
                </c:pt>
                <c:pt idx="28639">
                  <c:v>28.05</c:v>
                </c:pt>
                <c:pt idx="28640">
                  <c:v>28.05</c:v>
                </c:pt>
                <c:pt idx="28641">
                  <c:v>28.05</c:v>
                </c:pt>
                <c:pt idx="28642">
                  <c:v>28.05</c:v>
                </c:pt>
                <c:pt idx="28643">
                  <c:v>28.05</c:v>
                </c:pt>
                <c:pt idx="28644">
                  <c:v>28.05</c:v>
                </c:pt>
                <c:pt idx="28645">
                  <c:v>28.05</c:v>
                </c:pt>
                <c:pt idx="28646">
                  <c:v>28</c:v>
                </c:pt>
                <c:pt idx="28647">
                  <c:v>28</c:v>
                </c:pt>
                <c:pt idx="28648">
                  <c:v>28</c:v>
                </c:pt>
                <c:pt idx="28649">
                  <c:v>28</c:v>
                </c:pt>
                <c:pt idx="28650">
                  <c:v>28</c:v>
                </c:pt>
                <c:pt idx="28651">
                  <c:v>28</c:v>
                </c:pt>
                <c:pt idx="28652">
                  <c:v>28</c:v>
                </c:pt>
                <c:pt idx="28653">
                  <c:v>28</c:v>
                </c:pt>
                <c:pt idx="28654">
                  <c:v>28</c:v>
                </c:pt>
                <c:pt idx="28655">
                  <c:v>28</c:v>
                </c:pt>
                <c:pt idx="28656">
                  <c:v>28</c:v>
                </c:pt>
                <c:pt idx="28657">
                  <c:v>28</c:v>
                </c:pt>
                <c:pt idx="28658">
                  <c:v>28</c:v>
                </c:pt>
                <c:pt idx="28659">
                  <c:v>28</c:v>
                </c:pt>
                <c:pt idx="28660">
                  <c:v>28</c:v>
                </c:pt>
                <c:pt idx="28661">
                  <c:v>28</c:v>
                </c:pt>
                <c:pt idx="28662">
                  <c:v>28</c:v>
                </c:pt>
                <c:pt idx="28663">
                  <c:v>28</c:v>
                </c:pt>
                <c:pt idx="28664">
                  <c:v>28</c:v>
                </c:pt>
                <c:pt idx="28665">
                  <c:v>28</c:v>
                </c:pt>
                <c:pt idx="28666">
                  <c:v>28.05</c:v>
                </c:pt>
                <c:pt idx="28667">
                  <c:v>28</c:v>
                </c:pt>
                <c:pt idx="28668">
                  <c:v>28.05</c:v>
                </c:pt>
                <c:pt idx="28669">
                  <c:v>28</c:v>
                </c:pt>
                <c:pt idx="28670">
                  <c:v>28</c:v>
                </c:pt>
                <c:pt idx="28671">
                  <c:v>28</c:v>
                </c:pt>
                <c:pt idx="28672">
                  <c:v>28</c:v>
                </c:pt>
                <c:pt idx="28673">
                  <c:v>28</c:v>
                </c:pt>
                <c:pt idx="28674">
                  <c:v>28</c:v>
                </c:pt>
                <c:pt idx="28675">
                  <c:v>28</c:v>
                </c:pt>
                <c:pt idx="28676">
                  <c:v>28</c:v>
                </c:pt>
                <c:pt idx="28677">
                  <c:v>28</c:v>
                </c:pt>
                <c:pt idx="28678">
                  <c:v>28</c:v>
                </c:pt>
                <c:pt idx="28679">
                  <c:v>28</c:v>
                </c:pt>
                <c:pt idx="28680">
                  <c:v>28</c:v>
                </c:pt>
                <c:pt idx="28681">
                  <c:v>28</c:v>
                </c:pt>
                <c:pt idx="28682">
                  <c:v>28</c:v>
                </c:pt>
                <c:pt idx="28683">
                  <c:v>28</c:v>
                </c:pt>
                <c:pt idx="28684">
                  <c:v>28</c:v>
                </c:pt>
                <c:pt idx="28685">
                  <c:v>28</c:v>
                </c:pt>
                <c:pt idx="28686">
                  <c:v>28</c:v>
                </c:pt>
                <c:pt idx="28687">
                  <c:v>28</c:v>
                </c:pt>
                <c:pt idx="28688">
                  <c:v>28</c:v>
                </c:pt>
                <c:pt idx="28689">
                  <c:v>28</c:v>
                </c:pt>
                <c:pt idx="28690">
                  <c:v>28</c:v>
                </c:pt>
                <c:pt idx="28691">
                  <c:v>28</c:v>
                </c:pt>
                <c:pt idx="28692">
                  <c:v>28</c:v>
                </c:pt>
                <c:pt idx="28693">
                  <c:v>28</c:v>
                </c:pt>
                <c:pt idx="28694">
                  <c:v>28</c:v>
                </c:pt>
                <c:pt idx="28695">
                  <c:v>28</c:v>
                </c:pt>
                <c:pt idx="28696">
                  <c:v>28</c:v>
                </c:pt>
                <c:pt idx="28697">
                  <c:v>28</c:v>
                </c:pt>
                <c:pt idx="28698">
                  <c:v>28</c:v>
                </c:pt>
                <c:pt idx="28699">
                  <c:v>28</c:v>
                </c:pt>
                <c:pt idx="28700">
                  <c:v>28</c:v>
                </c:pt>
                <c:pt idx="28701">
                  <c:v>28</c:v>
                </c:pt>
                <c:pt idx="28702">
                  <c:v>28</c:v>
                </c:pt>
                <c:pt idx="28703">
                  <c:v>28</c:v>
                </c:pt>
                <c:pt idx="28704">
                  <c:v>28</c:v>
                </c:pt>
                <c:pt idx="28705">
                  <c:v>28</c:v>
                </c:pt>
                <c:pt idx="28706">
                  <c:v>28</c:v>
                </c:pt>
                <c:pt idx="28707">
                  <c:v>28</c:v>
                </c:pt>
                <c:pt idx="28708">
                  <c:v>28</c:v>
                </c:pt>
                <c:pt idx="28709">
                  <c:v>28</c:v>
                </c:pt>
                <c:pt idx="28710">
                  <c:v>28</c:v>
                </c:pt>
                <c:pt idx="28711">
                  <c:v>28</c:v>
                </c:pt>
                <c:pt idx="28712">
                  <c:v>28</c:v>
                </c:pt>
                <c:pt idx="28713">
                  <c:v>28</c:v>
                </c:pt>
                <c:pt idx="28714">
                  <c:v>28</c:v>
                </c:pt>
                <c:pt idx="28715">
                  <c:v>28</c:v>
                </c:pt>
                <c:pt idx="28716">
                  <c:v>28</c:v>
                </c:pt>
                <c:pt idx="28717">
                  <c:v>28</c:v>
                </c:pt>
                <c:pt idx="28718">
                  <c:v>28</c:v>
                </c:pt>
                <c:pt idx="28719">
                  <c:v>28</c:v>
                </c:pt>
                <c:pt idx="28720">
                  <c:v>28</c:v>
                </c:pt>
                <c:pt idx="28721">
                  <c:v>28</c:v>
                </c:pt>
                <c:pt idx="28722">
                  <c:v>28</c:v>
                </c:pt>
                <c:pt idx="28723">
                  <c:v>28</c:v>
                </c:pt>
                <c:pt idx="28724">
                  <c:v>28</c:v>
                </c:pt>
                <c:pt idx="28725">
                  <c:v>28</c:v>
                </c:pt>
                <c:pt idx="28726">
                  <c:v>28</c:v>
                </c:pt>
                <c:pt idx="28727">
                  <c:v>27.95</c:v>
                </c:pt>
                <c:pt idx="28728">
                  <c:v>27.95</c:v>
                </c:pt>
                <c:pt idx="28729">
                  <c:v>28</c:v>
                </c:pt>
                <c:pt idx="28730">
                  <c:v>27.95</c:v>
                </c:pt>
                <c:pt idx="28731">
                  <c:v>28</c:v>
                </c:pt>
                <c:pt idx="28732">
                  <c:v>28</c:v>
                </c:pt>
                <c:pt idx="28733">
                  <c:v>28</c:v>
                </c:pt>
                <c:pt idx="28734">
                  <c:v>28</c:v>
                </c:pt>
                <c:pt idx="28735">
                  <c:v>28</c:v>
                </c:pt>
                <c:pt idx="28736">
                  <c:v>28</c:v>
                </c:pt>
                <c:pt idx="28737">
                  <c:v>28</c:v>
                </c:pt>
                <c:pt idx="28738">
                  <c:v>28</c:v>
                </c:pt>
                <c:pt idx="28739">
                  <c:v>28</c:v>
                </c:pt>
                <c:pt idx="28740">
                  <c:v>28</c:v>
                </c:pt>
                <c:pt idx="28741">
                  <c:v>28</c:v>
                </c:pt>
                <c:pt idx="28742">
                  <c:v>28</c:v>
                </c:pt>
                <c:pt idx="28743">
                  <c:v>28</c:v>
                </c:pt>
                <c:pt idx="28744">
                  <c:v>28</c:v>
                </c:pt>
                <c:pt idx="28745">
                  <c:v>28</c:v>
                </c:pt>
                <c:pt idx="28746">
                  <c:v>27.95</c:v>
                </c:pt>
                <c:pt idx="28747">
                  <c:v>27.95</c:v>
                </c:pt>
                <c:pt idx="28748">
                  <c:v>27.95</c:v>
                </c:pt>
                <c:pt idx="28749">
                  <c:v>27.95</c:v>
                </c:pt>
                <c:pt idx="28750">
                  <c:v>27.95</c:v>
                </c:pt>
                <c:pt idx="28751">
                  <c:v>27.95</c:v>
                </c:pt>
                <c:pt idx="28752">
                  <c:v>27.95</c:v>
                </c:pt>
                <c:pt idx="28753">
                  <c:v>27.95</c:v>
                </c:pt>
                <c:pt idx="28754">
                  <c:v>27.95</c:v>
                </c:pt>
                <c:pt idx="28755">
                  <c:v>27.95</c:v>
                </c:pt>
                <c:pt idx="28756">
                  <c:v>27.95</c:v>
                </c:pt>
                <c:pt idx="28757">
                  <c:v>27.95</c:v>
                </c:pt>
                <c:pt idx="28758">
                  <c:v>27.95</c:v>
                </c:pt>
                <c:pt idx="28759">
                  <c:v>27.95</c:v>
                </c:pt>
                <c:pt idx="28760">
                  <c:v>27.95</c:v>
                </c:pt>
                <c:pt idx="28761">
                  <c:v>27.95</c:v>
                </c:pt>
                <c:pt idx="28762">
                  <c:v>27.95</c:v>
                </c:pt>
                <c:pt idx="28763">
                  <c:v>27.95</c:v>
                </c:pt>
                <c:pt idx="28764">
                  <c:v>27.95</c:v>
                </c:pt>
                <c:pt idx="28765">
                  <c:v>27.95</c:v>
                </c:pt>
                <c:pt idx="28766">
                  <c:v>27.95</c:v>
                </c:pt>
                <c:pt idx="28767">
                  <c:v>27.95</c:v>
                </c:pt>
                <c:pt idx="28768">
                  <c:v>27.95</c:v>
                </c:pt>
                <c:pt idx="28769">
                  <c:v>27.95</c:v>
                </c:pt>
                <c:pt idx="28770">
                  <c:v>27.95</c:v>
                </c:pt>
                <c:pt idx="28771">
                  <c:v>27.95</c:v>
                </c:pt>
                <c:pt idx="28772">
                  <c:v>27.95</c:v>
                </c:pt>
                <c:pt idx="28773">
                  <c:v>27.95</c:v>
                </c:pt>
                <c:pt idx="28774">
                  <c:v>27.95</c:v>
                </c:pt>
                <c:pt idx="28775">
                  <c:v>27.95</c:v>
                </c:pt>
                <c:pt idx="28776">
                  <c:v>27.95</c:v>
                </c:pt>
                <c:pt idx="28777">
                  <c:v>27.95</c:v>
                </c:pt>
                <c:pt idx="28778">
                  <c:v>27.95</c:v>
                </c:pt>
                <c:pt idx="28779">
                  <c:v>27.95</c:v>
                </c:pt>
                <c:pt idx="28780">
                  <c:v>27.95</c:v>
                </c:pt>
                <c:pt idx="28781">
                  <c:v>27.95</c:v>
                </c:pt>
                <c:pt idx="28782">
                  <c:v>27.95</c:v>
                </c:pt>
                <c:pt idx="28783">
                  <c:v>27.95</c:v>
                </c:pt>
                <c:pt idx="28784">
                  <c:v>27.95</c:v>
                </c:pt>
                <c:pt idx="28785">
                  <c:v>27.95</c:v>
                </c:pt>
                <c:pt idx="28786">
                  <c:v>27.95</c:v>
                </c:pt>
                <c:pt idx="28787">
                  <c:v>27.95</c:v>
                </c:pt>
                <c:pt idx="28788">
                  <c:v>27.95</c:v>
                </c:pt>
                <c:pt idx="28789">
                  <c:v>27.95</c:v>
                </c:pt>
                <c:pt idx="28790">
                  <c:v>27.95</c:v>
                </c:pt>
                <c:pt idx="28791">
                  <c:v>27.95</c:v>
                </c:pt>
                <c:pt idx="28792">
                  <c:v>27.95</c:v>
                </c:pt>
                <c:pt idx="28793">
                  <c:v>27.95</c:v>
                </c:pt>
                <c:pt idx="28794">
                  <c:v>27.95</c:v>
                </c:pt>
                <c:pt idx="28795">
                  <c:v>27.95</c:v>
                </c:pt>
                <c:pt idx="28796">
                  <c:v>27.95</c:v>
                </c:pt>
                <c:pt idx="28797">
                  <c:v>27.95</c:v>
                </c:pt>
                <c:pt idx="28798">
                  <c:v>27.95</c:v>
                </c:pt>
                <c:pt idx="28799">
                  <c:v>27.95</c:v>
                </c:pt>
                <c:pt idx="28800">
                  <c:v>27.95</c:v>
                </c:pt>
                <c:pt idx="28801">
                  <c:v>27.95</c:v>
                </c:pt>
                <c:pt idx="28802">
                  <c:v>27.95</c:v>
                </c:pt>
                <c:pt idx="28803">
                  <c:v>27.95</c:v>
                </c:pt>
                <c:pt idx="28804">
                  <c:v>27.95</c:v>
                </c:pt>
                <c:pt idx="28805">
                  <c:v>27.95</c:v>
                </c:pt>
                <c:pt idx="28806">
                  <c:v>27.95</c:v>
                </c:pt>
                <c:pt idx="28807">
                  <c:v>27.95</c:v>
                </c:pt>
                <c:pt idx="28808">
                  <c:v>27.95</c:v>
                </c:pt>
                <c:pt idx="28809">
                  <c:v>27.95</c:v>
                </c:pt>
                <c:pt idx="28810">
                  <c:v>27.95</c:v>
                </c:pt>
                <c:pt idx="28811">
                  <c:v>27.95</c:v>
                </c:pt>
                <c:pt idx="28812">
                  <c:v>27.95</c:v>
                </c:pt>
                <c:pt idx="28813">
                  <c:v>27.95</c:v>
                </c:pt>
                <c:pt idx="28814">
                  <c:v>27.95</c:v>
                </c:pt>
                <c:pt idx="28815">
                  <c:v>27.95</c:v>
                </c:pt>
                <c:pt idx="28816">
                  <c:v>27.95</c:v>
                </c:pt>
                <c:pt idx="28817">
                  <c:v>27.95</c:v>
                </c:pt>
                <c:pt idx="28818">
                  <c:v>27.95</c:v>
                </c:pt>
                <c:pt idx="28819">
                  <c:v>27.95</c:v>
                </c:pt>
                <c:pt idx="28820">
                  <c:v>27.95</c:v>
                </c:pt>
                <c:pt idx="28821">
                  <c:v>27.95</c:v>
                </c:pt>
                <c:pt idx="28822">
                  <c:v>27.95</c:v>
                </c:pt>
                <c:pt idx="28823">
                  <c:v>27.95</c:v>
                </c:pt>
                <c:pt idx="28824">
                  <c:v>27.95</c:v>
                </c:pt>
                <c:pt idx="28825">
                  <c:v>27.95</c:v>
                </c:pt>
                <c:pt idx="28826">
                  <c:v>27.9</c:v>
                </c:pt>
                <c:pt idx="28827">
                  <c:v>27.9</c:v>
                </c:pt>
                <c:pt idx="28828">
                  <c:v>27.9</c:v>
                </c:pt>
                <c:pt idx="28829">
                  <c:v>27.9</c:v>
                </c:pt>
                <c:pt idx="28830">
                  <c:v>27.9</c:v>
                </c:pt>
                <c:pt idx="28831">
                  <c:v>27.9</c:v>
                </c:pt>
                <c:pt idx="28832">
                  <c:v>27.9</c:v>
                </c:pt>
                <c:pt idx="28833">
                  <c:v>27.9</c:v>
                </c:pt>
                <c:pt idx="28834">
                  <c:v>27.9</c:v>
                </c:pt>
                <c:pt idx="28835">
                  <c:v>27.9</c:v>
                </c:pt>
                <c:pt idx="28836">
                  <c:v>27.9</c:v>
                </c:pt>
                <c:pt idx="28837">
                  <c:v>27.9</c:v>
                </c:pt>
                <c:pt idx="28838">
                  <c:v>27.9</c:v>
                </c:pt>
                <c:pt idx="28839">
                  <c:v>27.9</c:v>
                </c:pt>
                <c:pt idx="28840">
                  <c:v>27.9</c:v>
                </c:pt>
                <c:pt idx="28841">
                  <c:v>27.9</c:v>
                </c:pt>
                <c:pt idx="28842">
                  <c:v>27.9</c:v>
                </c:pt>
                <c:pt idx="28843">
                  <c:v>27.9</c:v>
                </c:pt>
                <c:pt idx="28844">
                  <c:v>27.9</c:v>
                </c:pt>
                <c:pt idx="28845">
                  <c:v>27.9</c:v>
                </c:pt>
                <c:pt idx="28846">
                  <c:v>27.9</c:v>
                </c:pt>
                <c:pt idx="28847">
                  <c:v>27.9</c:v>
                </c:pt>
                <c:pt idx="28848">
                  <c:v>27.9</c:v>
                </c:pt>
                <c:pt idx="28849">
                  <c:v>27.9</c:v>
                </c:pt>
                <c:pt idx="28850">
                  <c:v>27.9</c:v>
                </c:pt>
                <c:pt idx="28851">
                  <c:v>27.9</c:v>
                </c:pt>
                <c:pt idx="28852">
                  <c:v>27.9</c:v>
                </c:pt>
                <c:pt idx="28853">
                  <c:v>27.9</c:v>
                </c:pt>
                <c:pt idx="28854">
                  <c:v>27.9</c:v>
                </c:pt>
                <c:pt idx="28855">
                  <c:v>27.9</c:v>
                </c:pt>
                <c:pt idx="28856">
                  <c:v>27.9</c:v>
                </c:pt>
                <c:pt idx="28857">
                  <c:v>27.9</c:v>
                </c:pt>
                <c:pt idx="28858">
                  <c:v>27.9</c:v>
                </c:pt>
                <c:pt idx="28859">
                  <c:v>27.9</c:v>
                </c:pt>
                <c:pt idx="28860">
                  <c:v>27.9</c:v>
                </c:pt>
                <c:pt idx="28861">
                  <c:v>27.9</c:v>
                </c:pt>
                <c:pt idx="28862">
                  <c:v>27.9</c:v>
                </c:pt>
                <c:pt idx="28863">
                  <c:v>27.95</c:v>
                </c:pt>
                <c:pt idx="28864">
                  <c:v>27.95</c:v>
                </c:pt>
                <c:pt idx="28865">
                  <c:v>27.9</c:v>
                </c:pt>
                <c:pt idx="28866">
                  <c:v>27.95</c:v>
                </c:pt>
                <c:pt idx="28867">
                  <c:v>27.9</c:v>
                </c:pt>
                <c:pt idx="28868">
                  <c:v>27.9</c:v>
                </c:pt>
                <c:pt idx="28869">
                  <c:v>27.9</c:v>
                </c:pt>
                <c:pt idx="28870">
                  <c:v>27.9</c:v>
                </c:pt>
                <c:pt idx="28871">
                  <c:v>27.9</c:v>
                </c:pt>
                <c:pt idx="28872">
                  <c:v>27.9</c:v>
                </c:pt>
                <c:pt idx="28873">
                  <c:v>27.9</c:v>
                </c:pt>
                <c:pt idx="28874">
                  <c:v>27.9</c:v>
                </c:pt>
                <c:pt idx="28875">
                  <c:v>27.9</c:v>
                </c:pt>
                <c:pt idx="28876">
                  <c:v>27.9</c:v>
                </c:pt>
                <c:pt idx="28877">
                  <c:v>27.9</c:v>
                </c:pt>
                <c:pt idx="28878">
                  <c:v>27.9</c:v>
                </c:pt>
                <c:pt idx="28879">
                  <c:v>27.9</c:v>
                </c:pt>
                <c:pt idx="28880">
                  <c:v>27.9</c:v>
                </c:pt>
                <c:pt idx="28881">
                  <c:v>27.9</c:v>
                </c:pt>
                <c:pt idx="28882">
                  <c:v>27.9</c:v>
                </c:pt>
                <c:pt idx="28883">
                  <c:v>27.9</c:v>
                </c:pt>
                <c:pt idx="28884">
                  <c:v>27.9</c:v>
                </c:pt>
                <c:pt idx="28885">
                  <c:v>27.9</c:v>
                </c:pt>
                <c:pt idx="28886">
                  <c:v>27.9</c:v>
                </c:pt>
                <c:pt idx="28887">
                  <c:v>27.9</c:v>
                </c:pt>
                <c:pt idx="28888">
                  <c:v>27.9</c:v>
                </c:pt>
                <c:pt idx="28889">
                  <c:v>27.9</c:v>
                </c:pt>
                <c:pt idx="28890">
                  <c:v>27.9</c:v>
                </c:pt>
                <c:pt idx="28891">
                  <c:v>27.9</c:v>
                </c:pt>
                <c:pt idx="28892">
                  <c:v>27.9</c:v>
                </c:pt>
                <c:pt idx="28893">
                  <c:v>27.9</c:v>
                </c:pt>
                <c:pt idx="28894">
                  <c:v>27.9</c:v>
                </c:pt>
                <c:pt idx="28895">
                  <c:v>27.9</c:v>
                </c:pt>
                <c:pt idx="28896">
                  <c:v>27.9</c:v>
                </c:pt>
                <c:pt idx="28897">
                  <c:v>27.9</c:v>
                </c:pt>
                <c:pt idx="28898">
                  <c:v>27.9</c:v>
                </c:pt>
                <c:pt idx="28899">
                  <c:v>27.9</c:v>
                </c:pt>
                <c:pt idx="28900">
                  <c:v>27.9</c:v>
                </c:pt>
                <c:pt idx="28901">
                  <c:v>27.9</c:v>
                </c:pt>
                <c:pt idx="28902">
                  <c:v>27.9</c:v>
                </c:pt>
                <c:pt idx="28903">
                  <c:v>27.9</c:v>
                </c:pt>
                <c:pt idx="28904">
                  <c:v>27.9</c:v>
                </c:pt>
                <c:pt idx="28905">
                  <c:v>27.9</c:v>
                </c:pt>
                <c:pt idx="28906">
                  <c:v>27.9</c:v>
                </c:pt>
                <c:pt idx="28907">
                  <c:v>27.9</c:v>
                </c:pt>
                <c:pt idx="28908">
                  <c:v>27.9</c:v>
                </c:pt>
                <c:pt idx="28909">
                  <c:v>27.9</c:v>
                </c:pt>
                <c:pt idx="28910">
                  <c:v>27.9</c:v>
                </c:pt>
                <c:pt idx="28911">
                  <c:v>27.9</c:v>
                </c:pt>
                <c:pt idx="28912">
                  <c:v>27.9</c:v>
                </c:pt>
                <c:pt idx="28913">
                  <c:v>27.9</c:v>
                </c:pt>
                <c:pt idx="28914">
                  <c:v>27.9</c:v>
                </c:pt>
                <c:pt idx="28915">
                  <c:v>27.9</c:v>
                </c:pt>
                <c:pt idx="28916">
                  <c:v>27.9</c:v>
                </c:pt>
                <c:pt idx="28917">
                  <c:v>27.9</c:v>
                </c:pt>
                <c:pt idx="28918">
                  <c:v>27.9</c:v>
                </c:pt>
                <c:pt idx="28919">
                  <c:v>27.9</c:v>
                </c:pt>
                <c:pt idx="28920">
                  <c:v>27.9</c:v>
                </c:pt>
                <c:pt idx="28921">
                  <c:v>27.9</c:v>
                </c:pt>
                <c:pt idx="28922">
                  <c:v>27.9</c:v>
                </c:pt>
                <c:pt idx="28923">
                  <c:v>27.9</c:v>
                </c:pt>
                <c:pt idx="28924">
                  <c:v>27.9</c:v>
                </c:pt>
                <c:pt idx="28925">
                  <c:v>27.9</c:v>
                </c:pt>
                <c:pt idx="28926">
                  <c:v>27.9</c:v>
                </c:pt>
                <c:pt idx="28927">
                  <c:v>27.9</c:v>
                </c:pt>
                <c:pt idx="28928">
                  <c:v>27.9</c:v>
                </c:pt>
                <c:pt idx="28929">
                  <c:v>27.9</c:v>
                </c:pt>
                <c:pt idx="28930">
                  <c:v>27.9</c:v>
                </c:pt>
                <c:pt idx="28931">
                  <c:v>27.9</c:v>
                </c:pt>
                <c:pt idx="28932">
                  <c:v>27.9</c:v>
                </c:pt>
                <c:pt idx="28933">
                  <c:v>27.9</c:v>
                </c:pt>
                <c:pt idx="28934">
                  <c:v>27.9</c:v>
                </c:pt>
                <c:pt idx="28935">
                  <c:v>27.9</c:v>
                </c:pt>
                <c:pt idx="28936">
                  <c:v>27.9</c:v>
                </c:pt>
                <c:pt idx="28937">
                  <c:v>27.9</c:v>
                </c:pt>
                <c:pt idx="28938">
                  <c:v>27.9</c:v>
                </c:pt>
                <c:pt idx="28939">
                  <c:v>27.9</c:v>
                </c:pt>
                <c:pt idx="28940">
                  <c:v>27.85</c:v>
                </c:pt>
                <c:pt idx="28941">
                  <c:v>27.85</c:v>
                </c:pt>
                <c:pt idx="28942">
                  <c:v>27.85</c:v>
                </c:pt>
                <c:pt idx="28943">
                  <c:v>27.85</c:v>
                </c:pt>
                <c:pt idx="28944">
                  <c:v>27.85</c:v>
                </c:pt>
                <c:pt idx="28945">
                  <c:v>27.85</c:v>
                </c:pt>
                <c:pt idx="28946">
                  <c:v>27.85</c:v>
                </c:pt>
                <c:pt idx="28947">
                  <c:v>27.85</c:v>
                </c:pt>
                <c:pt idx="28948">
                  <c:v>27.85</c:v>
                </c:pt>
                <c:pt idx="28949">
                  <c:v>27.85</c:v>
                </c:pt>
                <c:pt idx="28950">
                  <c:v>27.85</c:v>
                </c:pt>
                <c:pt idx="28951">
                  <c:v>27.85</c:v>
                </c:pt>
                <c:pt idx="28952">
                  <c:v>27.9</c:v>
                </c:pt>
                <c:pt idx="28953">
                  <c:v>27.85</c:v>
                </c:pt>
                <c:pt idx="28954">
                  <c:v>27.85</c:v>
                </c:pt>
                <c:pt idx="28955">
                  <c:v>27.9</c:v>
                </c:pt>
                <c:pt idx="28956">
                  <c:v>27.85</c:v>
                </c:pt>
                <c:pt idx="28957">
                  <c:v>27.9</c:v>
                </c:pt>
                <c:pt idx="28958">
                  <c:v>27.85</c:v>
                </c:pt>
                <c:pt idx="28959">
                  <c:v>27.85</c:v>
                </c:pt>
                <c:pt idx="28960">
                  <c:v>27.85</c:v>
                </c:pt>
                <c:pt idx="28961">
                  <c:v>27.85</c:v>
                </c:pt>
                <c:pt idx="28962">
                  <c:v>27.85</c:v>
                </c:pt>
                <c:pt idx="28963">
                  <c:v>27.85</c:v>
                </c:pt>
                <c:pt idx="28964">
                  <c:v>27.85</c:v>
                </c:pt>
                <c:pt idx="28965">
                  <c:v>27.85</c:v>
                </c:pt>
                <c:pt idx="28966">
                  <c:v>27.85</c:v>
                </c:pt>
                <c:pt idx="28967">
                  <c:v>27.85</c:v>
                </c:pt>
                <c:pt idx="28968">
                  <c:v>27.85</c:v>
                </c:pt>
                <c:pt idx="28969">
                  <c:v>27.85</c:v>
                </c:pt>
                <c:pt idx="28970">
                  <c:v>27.85</c:v>
                </c:pt>
                <c:pt idx="28971">
                  <c:v>27.85</c:v>
                </c:pt>
                <c:pt idx="28972">
                  <c:v>27.85</c:v>
                </c:pt>
                <c:pt idx="28973">
                  <c:v>27.85</c:v>
                </c:pt>
                <c:pt idx="28974">
                  <c:v>27.85</c:v>
                </c:pt>
                <c:pt idx="28975">
                  <c:v>27.85</c:v>
                </c:pt>
                <c:pt idx="28976">
                  <c:v>27.85</c:v>
                </c:pt>
                <c:pt idx="28977">
                  <c:v>27.85</c:v>
                </c:pt>
                <c:pt idx="28978">
                  <c:v>27.85</c:v>
                </c:pt>
                <c:pt idx="28979">
                  <c:v>27.85</c:v>
                </c:pt>
                <c:pt idx="28980">
                  <c:v>27.85</c:v>
                </c:pt>
                <c:pt idx="28981">
                  <c:v>27.85</c:v>
                </c:pt>
                <c:pt idx="28982">
                  <c:v>27.85</c:v>
                </c:pt>
                <c:pt idx="28983">
                  <c:v>27.85</c:v>
                </c:pt>
                <c:pt idx="28984">
                  <c:v>27.85</c:v>
                </c:pt>
                <c:pt idx="28985">
                  <c:v>27.85</c:v>
                </c:pt>
                <c:pt idx="28986">
                  <c:v>27.85</c:v>
                </c:pt>
                <c:pt idx="28987">
                  <c:v>27.85</c:v>
                </c:pt>
                <c:pt idx="28988">
                  <c:v>27.85</c:v>
                </c:pt>
                <c:pt idx="28989">
                  <c:v>27.85</c:v>
                </c:pt>
                <c:pt idx="28990">
                  <c:v>27.85</c:v>
                </c:pt>
                <c:pt idx="28991">
                  <c:v>27.85</c:v>
                </c:pt>
                <c:pt idx="28992">
                  <c:v>27.85</c:v>
                </c:pt>
                <c:pt idx="28993">
                  <c:v>27.85</c:v>
                </c:pt>
                <c:pt idx="28994">
                  <c:v>27.85</c:v>
                </c:pt>
                <c:pt idx="28995">
                  <c:v>27.85</c:v>
                </c:pt>
                <c:pt idx="28996">
                  <c:v>27.85</c:v>
                </c:pt>
                <c:pt idx="28997">
                  <c:v>27.85</c:v>
                </c:pt>
                <c:pt idx="28998">
                  <c:v>27.85</c:v>
                </c:pt>
                <c:pt idx="28999">
                  <c:v>27.85</c:v>
                </c:pt>
                <c:pt idx="29000">
                  <c:v>27.85</c:v>
                </c:pt>
                <c:pt idx="29001">
                  <c:v>27.85</c:v>
                </c:pt>
                <c:pt idx="29002">
                  <c:v>27.85</c:v>
                </c:pt>
                <c:pt idx="29003">
                  <c:v>27.85</c:v>
                </c:pt>
                <c:pt idx="29004">
                  <c:v>27.85</c:v>
                </c:pt>
                <c:pt idx="29005">
                  <c:v>27.85</c:v>
                </c:pt>
                <c:pt idx="29006">
                  <c:v>27.85</c:v>
                </c:pt>
                <c:pt idx="29007">
                  <c:v>27.85</c:v>
                </c:pt>
                <c:pt idx="29008">
                  <c:v>27.85</c:v>
                </c:pt>
                <c:pt idx="29009">
                  <c:v>27.85</c:v>
                </c:pt>
                <c:pt idx="29010">
                  <c:v>27.85</c:v>
                </c:pt>
                <c:pt idx="29011">
                  <c:v>27.85</c:v>
                </c:pt>
                <c:pt idx="29012">
                  <c:v>27.85</c:v>
                </c:pt>
                <c:pt idx="29013">
                  <c:v>27.85</c:v>
                </c:pt>
                <c:pt idx="29014">
                  <c:v>27.8</c:v>
                </c:pt>
                <c:pt idx="29015">
                  <c:v>27.8</c:v>
                </c:pt>
                <c:pt idx="29016">
                  <c:v>27.8</c:v>
                </c:pt>
                <c:pt idx="29017">
                  <c:v>27.8</c:v>
                </c:pt>
                <c:pt idx="29018">
                  <c:v>27.8</c:v>
                </c:pt>
                <c:pt idx="29019">
                  <c:v>27.85</c:v>
                </c:pt>
                <c:pt idx="29020">
                  <c:v>27.8</c:v>
                </c:pt>
                <c:pt idx="29021">
                  <c:v>27.85</c:v>
                </c:pt>
                <c:pt idx="29022">
                  <c:v>27.8</c:v>
                </c:pt>
                <c:pt idx="29023">
                  <c:v>27.85</c:v>
                </c:pt>
                <c:pt idx="29024">
                  <c:v>27.85</c:v>
                </c:pt>
                <c:pt idx="29025">
                  <c:v>27.85</c:v>
                </c:pt>
                <c:pt idx="29026">
                  <c:v>27.85</c:v>
                </c:pt>
                <c:pt idx="29027">
                  <c:v>27.85</c:v>
                </c:pt>
                <c:pt idx="29028">
                  <c:v>27.85</c:v>
                </c:pt>
                <c:pt idx="29029">
                  <c:v>27.85</c:v>
                </c:pt>
                <c:pt idx="29030">
                  <c:v>27.85</c:v>
                </c:pt>
                <c:pt idx="29031">
                  <c:v>27.85</c:v>
                </c:pt>
                <c:pt idx="29032">
                  <c:v>27.85</c:v>
                </c:pt>
                <c:pt idx="29033">
                  <c:v>27.8</c:v>
                </c:pt>
                <c:pt idx="29034">
                  <c:v>27.8</c:v>
                </c:pt>
                <c:pt idx="29035">
                  <c:v>27.8</c:v>
                </c:pt>
                <c:pt idx="29036">
                  <c:v>27.8</c:v>
                </c:pt>
                <c:pt idx="29037">
                  <c:v>27.8</c:v>
                </c:pt>
                <c:pt idx="29038">
                  <c:v>27.8</c:v>
                </c:pt>
                <c:pt idx="29039">
                  <c:v>27.8</c:v>
                </c:pt>
                <c:pt idx="29040">
                  <c:v>27.8</c:v>
                </c:pt>
                <c:pt idx="29041">
                  <c:v>27.8</c:v>
                </c:pt>
                <c:pt idx="29042">
                  <c:v>27.8</c:v>
                </c:pt>
                <c:pt idx="29043">
                  <c:v>27.8</c:v>
                </c:pt>
                <c:pt idx="29044">
                  <c:v>27.8</c:v>
                </c:pt>
                <c:pt idx="29045">
                  <c:v>27.8</c:v>
                </c:pt>
                <c:pt idx="29046">
                  <c:v>27.8</c:v>
                </c:pt>
                <c:pt idx="29047">
                  <c:v>27.8</c:v>
                </c:pt>
                <c:pt idx="29048">
                  <c:v>27.8</c:v>
                </c:pt>
                <c:pt idx="29049">
                  <c:v>27.8</c:v>
                </c:pt>
                <c:pt idx="29050">
                  <c:v>27.8</c:v>
                </c:pt>
                <c:pt idx="29051">
                  <c:v>27.8</c:v>
                </c:pt>
                <c:pt idx="29052">
                  <c:v>27.8</c:v>
                </c:pt>
                <c:pt idx="29053">
                  <c:v>27.8</c:v>
                </c:pt>
                <c:pt idx="29054">
                  <c:v>27.8</c:v>
                </c:pt>
                <c:pt idx="29055">
                  <c:v>27.8</c:v>
                </c:pt>
                <c:pt idx="29056">
                  <c:v>27.8</c:v>
                </c:pt>
                <c:pt idx="29057">
                  <c:v>27.8</c:v>
                </c:pt>
                <c:pt idx="29058">
                  <c:v>27.8</c:v>
                </c:pt>
                <c:pt idx="29059">
                  <c:v>27.8</c:v>
                </c:pt>
                <c:pt idx="29060">
                  <c:v>27.8</c:v>
                </c:pt>
                <c:pt idx="29061">
                  <c:v>27.8</c:v>
                </c:pt>
                <c:pt idx="29062">
                  <c:v>27.8</c:v>
                </c:pt>
                <c:pt idx="29063">
                  <c:v>27.8</c:v>
                </c:pt>
                <c:pt idx="29064">
                  <c:v>27.8</c:v>
                </c:pt>
                <c:pt idx="29065">
                  <c:v>27.8</c:v>
                </c:pt>
                <c:pt idx="29066">
                  <c:v>27.8</c:v>
                </c:pt>
                <c:pt idx="29067">
                  <c:v>27.8</c:v>
                </c:pt>
                <c:pt idx="29068">
                  <c:v>27.8</c:v>
                </c:pt>
                <c:pt idx="29069">
                  <c:v>27.8</c:v>
                </c:pt>
                <c:pt idx="29070">
                  <c:v>27.8</c:v>
                </c:pt>
                <c:pt idx="29071">
                  <c:v>27.8</c:v>
                </c:pt>
                <c:pt idx="29072">
                  <c:v>27.8</c:v>
                </c:pt>
                <c:pt idx="29073">
                  <c:v>27.8</c:v>
                </c:pt>
                <c:pt idx="29074">
                  <c:v>27.8</c:v>
                </c:pt>
                <c:pt idx="29075">
                  <c:v>27.8</c:v>
                </c:pt>
                <c:pt idx="29076">
                  <c:v>27.8</c:v>
                </c:pt>
                <c:pt idx="29077">
                  <c:v>27.8</c:v>
                </c:pt>
                <c:pt idx="29078">
                  <c:v>27.8</c:v>
                </c:pt>
                <c:pt idx="29079">
                  <c:v>27.8</c:v>
                </c:pt>
                <c:pt idx="29080">
                  <c:v>27.8</c:v>
                </c:pt>
                <c:pt idx="29081">
                  <c:v>27.8</c:v>
                </c:pt>
                <c:pt idx="29082">
                  <c:v>27.8</c:v>
                </c:pt>
                <c:pt idx="29083">
                  <c:v>27.8</c:v>
                </c:pt>
                <c:pt idx="29084">
                  <c:v>27.8</c:v>
                </c:pt>
                <c:pt idx="29085">
                  <c:v>27.8</c:v>
                </c:pt>
                <c:pt idx="29086">
                  <c:v>27.8</c:v>
                </c:pt>
                <c:pt idx="29087">
                  <c:v>27.8</c:v>
                </c:pt>
                <c:pt idx="29088">
                  <c:v>27.8</c:v>
                </c:pt>
                <c:pt idx="29089">
                  <c:v>27.8</c:v>
                </c:pt>
                <c:pt idx="29090">
                  <c:v>27.8</c:v>
                </c:pt>
                <c:pt idx="29091">
                  <c:v>27.8</c:v>
                </c:pt>
                <c:pt idx="29092">
                  <c:v>27.8</c:v>
                </c:pt>
                <c:pt idx="29093">
                  <c:v>27.8</c:v>
                </c:pt>
                <c:pt idx="29094">
                  <c:v>27.8</c:v>
                </c:pt>
                <c:pt idx="29095">
                  <c:v>27.8</c:v>
                </c:pt>
                <c:pt idx="29096">
                  <c:v>27.8</c:v>
                </c:pt>
                <c:pt idx="29097">
                  <c:v>27.8</c:v>
                </c:pt>
                <c:pt idx="29098">
                  <c:v>27.75</c:v>
                </c:pt>
                <c:pt idx="29099">
                  <c:v>27.75</c:v>
                </c:pt>
                <c:pt idx="29100">
                  <c:v>27.8</c:v>
                </c:pt>
                <c:pt idx="29101">
                  <c:v>27.8</c:v>
                </c:pt>
                <c:pt idx="29102">
                  <c:v>27.8</c:v>
                </c:pt>
                <c:pt idx="29103">
                  <c:v>27.8</c:v>
                </c:pt>
                <c:pt idx="29104">
                  <c:v>27.8</c:v>
                </c:pt>
                <c:pt idx="29105">
                  <c:v>27.8</c:v>
                </c:pt>
                <c:pt idx="29106">
                  <c:v>27.8</c:v>
                </c:pt>
                <c:pt idx="29107">
                  <c:v>27.8</c:v>
                </c:pt>
                <c:pt idx="29108">
                  <c:v>27.8</c:v>
                </c:pt>
                <c:pt idx="29109">
                  <c:v>27.8</c:v>
                </c:pt>
                <c:pt idx="29110">
                  <c:v>27.8</c:v>
                </c:pt>
                <c:pt idx="29111">
                  <c:v>27.8</c:v>
                </c:pt>
                <c:pt idx="29112">
                  <c:v>27.8</c:v>
                </c:pt>
                <c:pt idx="29113">
                  <c:v>27.8</c:v>
                </c:pt>
                <c:pt idx="29114">
                  <c:v>27.8</c:v>
                </c:pt>
                <c:pt idx="29115">
                  <c:v>27.8</c:v>
                </c:pt>
                <c:pt idx="29116">
                  <c:v>27.8</c:v>
                </c:pt>
                <c:pt idx="29117">
                  <c:v>27.8</c:v>
                </c:pt>
                <c:pt idx="29118">
                  <c:v>27.8</c:v>
                </c:pt>
                <c:pt idx="29119">
                  <c:v>27.75</c:v>
                </c:pt>
                <c:pt idx="29120">
                  <c:v>27.75</c:v>
                </c:pt>
                <c:pt idx="29121">
                  <c:v>27.75</c:v>
                </c:pt>
                <c:pt idx="29122">
                  <c:v>27.75</c:v>
                </c:pt>
                <c:pt idx="29123">
                  <c:v>27.75</c:v>
                </c:pt>
                <c:pt idx="29124">
                  <c:v>27.75</c:v>
                </c:pt>
                <c:pt idx="29125">
                  <c:v>27.75</c:v>
                </c:pt>
                <c:pt idx="29126">
                  <c:v>27.75</c:v>
                </c:pt>
                <c:pt idx="29127">
                  <c:v>27.75</c:v>
                </c:pt>
                <c:pt idx="29128">
                  <c:v>27.75</c:v>
                </c:pt>
                <c:pt idx="29129">
                  <c:v>27.75</c:v>
                </c:pt>
                <c:pt idx="29130">
                  <c:v>27.75</c:v>
                </c:pt>
                <c:pt idx="29131">
                  <c:v>27.75</c:v>
                </c:pt>
                <c:pt idx="29132">
                  <c:v>27.75</c:v>
                </c:pt>
                <c:pt idx="29133">
                  <c:v>27.75</c:v>
                </c:pt>
                <c:pt idx="29134">
                  <c:v>27.75</c:v>
                </c:pt>
                <c:pt idx="29135">
                  <c:v>27.75</c:v>
                </c:pt>
                <c:pt idx="29136">
                  <c:v>27.75</c:v>
                </c:pt>
                <c:pt idx="29137">
                  <c:v>27.75</c:v>
                </c:pt>
                <c:pt idx="29138">
                  <c:v>27.75</c:v>
                </c:pt>
                <c:pt idx="29139">
                  <c:v>27.75</c:v>
                </c:pt>
                <c:pt idx="29140">
                  <c:v>27.75</c:v>
                </c:pt>
                <c:pt idx="29141">
                  <c:v>27.75</c:v>
                </c:pt>
                <c:pt idx="29142">
                  <c:v>27.75</c:v>
                </c:pt>
                <c:pt idx="29143">
                  <c:v>27.75</c:v>
                </c:pt>
                <c:pt idx="29144">
                  <c:v>27.75</c:v>
                </c:pt>
                <c:pt idx="29145">
                  <c:v>27.75</c:v>
                </c:pt>
                <c:pt idx="29146">
                  <c:v>27.75</c:v>
                </c:pt>
                <c:pt idx="29147">
                  <c:v>27.75</c:v>
                </c:pt>
                <c:pt idx="29148">
                  <c:v>27.75</c:v>
                </c:pt>
                <c:pt idx="29149">
                  <c:v>27.75</c:v>
                </c:pt>
                <c:pt idx="29150">
                  <c:v>27.75</c:v>
                </c:pt>
                <c:pt idx="29151">
                  <c:v>27.75</c:v>
                </c:pt>
                <c:pt idx="29152">
                  <c:v>27.75</c:v>
                </c:pt>
                <c:pt idx="29153">
                  <c:v>27.75</c:v>
                </c:pt>
                <c:pt idx="29154">
                  <c:v>27.75</c:v>
                </c:pt>
                <c:pt idx="29155">
                  <c:v>27.75</c:v>
                </c:pt>
                <c:pt idx="29156">
                  <c:v>27.75</c:v>
                </c:pt>
                <c:pt idx="29157">
                  <c:v>27.75</c:v>
                </c:pt>
                <c:pt idx="29158">
                  <c:v>27.75</c:v>
                </c:pt>
                <c:pt idx="29159">
                  <c:v>27.75</c:v>
                </c:pt>
                <c:pt idx="29160">
                  <c:v>27.75</c:v>
                </c:pt>
                <c:pt idx="29161">
                  <c:v>27.75</c:v>
                </c:pt>
                <c:pt idx="29162">
                  <c:v>27.75</c:v>
                </c:pt>
                <c:pt idx="29163">
                  <c:v>27.75</c:v>
                </c:pt>
                <c:pt idx="29164">
                  <c:v>27.75</c:v>
                </c:pt>
                <c:pt idx="29165">
                  <c:v>27.75</c:v>
                </c:pt>
                <c:pt idx="29166">
                  <c:v>27.75</c:v>
                </c:pt>
                <c:pt idx="29167">
                  <c:v>27.75</c:v>
                </c:pt>
                <c:pt idx="29168">
                  <c:v>27.75</c:v>
                </c:pt>
                <c:pt idx="29169">
                  <c:v>27.75</c:v>
                </c:pt>
                <c:pt idx="29170">
                  <c:v>27.75</c:v>
                </c:pt>
                <c:pt idx="29171">
                  <c:v>27.75</c:v>
                </c:pt>
                <c:pt idx="29172">
                  <c:v>27.75</c:v>
                </c:pt>
                <c:pt idx="29173">
                  <c:v>27.75</c:v>
                </c:pt>
                <c:pt idx="29174">
                  <c:v>27.75</c:v>
                </c:pt>
                <c:pt idx="29175">
                  <c:v>27.75</c:v>
                </c:pt>
                <c:pt idx="29176">
                  <c:v>27.75</c:v>
                </c:pt>
                <c:pt idx="29177">
                  <c:v>27.75</c:v>
                </c:pt>
                <c:pt idx="29178">
                  <c:v>27.75</c:v>
                </c:pt>
                <c:pt idx="29179">
                  <c:v>27.75</c:v>
                </c:pt>
                <c:pt idx="29180">
                  <c:v>27.75</c:v>
                </c:pt>
                <c:pt idx="29181">
                  <c:v>27.75</c:v>
                </c:pt>
                <c:pt idx="29182">
                  <c:v>27.75</c:v>
                </c:pt>
                <c:pt idx="29183">
                  <c:v>27.75</c:v>
                </c:pt>
                <c:pt idx="29184">
                  <c:v>27.75</c:v>
                </c:pt>
                <c:pt idx="29185">
                  <c:v>27.75</c:v>
                </c:pt>
                <c:pt idx="29186">
                  <c:v>27.75</c:v>
                </c:pt>
                <c:pt idx="29187">
                  <c:v>27.75</c:v>
                </c:pt>
                <c:pt idx="29188">
                  <c:v>27.75</c:v>
                </c:pt>
                <c:pt idx="29189">
                  <c:v>27.75</c:v>
                </c:pt>
                <c:pt idx="29190">
                  <c:v>27.75</c:v>
                </c:pt>
                <c:pt idx="29191">
                  <c:v>27.75</c:v>
                </c:pt>
                <c:pt idx="29192">
                  <c:v>27.75</c:v>
                </c:pt>
                <c:pt idx="29193">
                  <c:v>27.7</c:v>
                </c:pt>
                <c:pt idx="29194">
                  <c:v>27.75</c:v>
                </c:pt>
                <c:pt idx="29195">
                  <c:v>27.75</c:v>
                </c:pt>
                <c:pt idx="29196">
                  <c:v>27.75</c:v>
                </c:pt>
                <c:pt idx="29197">
                  <c:v>27.75</c:v>
                </c:pt>
                <c:pt idx="29198">
                  <c:v>27.75</c:v>
                </c:pt>
                <c:pt idx="29199">
                  <c:v>27.75</c:v>
                </c:pt>
                <c:pt idx="29200">
                  <c:v>27.75</c:v>
                </c:pt>
                <c:pt idx="29201">
                  <c:v>27.75</c:v>
                </c:pt>
                <c:pt idx="29202">
                  <c:v>27.75</c:v>
                </c:pt>
                <c:pt idx="29203">
                  <c:v>27.75</c:v>
                </c:pt>
                <c:pt idx="29204">
                  <c:v>27.75</c:v>
                </c:pt>
                <c:pt idx="29205">
                  <c:v>27.75</c:v>
                </c:pt>
                <c:pt idx="29206">
                  <c:v>27.75</c:v>
                </c:pt>
                <c:pt idx="29207">
                  <c:v>27.75</c:v>
                </c:pt>
                <c:pt idx="29208">
                  <c:v>27.75</c:v>
                </c:pt>
                <c:pt idx="29209">
                  <c:v>27.75</c:v>
                </c:pt>
                <c:pt idx="29210">
                  <c:v>27.75</c:v>
                </c:pt>
                <c:pt idx="29211">
                  <c:v>27.75</c:v>
                </c:pt>
                <c:pt idx="29212">
                  <c:v>27.75</c:v>
                </c:pt>
                <c:pt idx="29213">
                  <c:v>27.75</c:v>
                </c:pt>
                <c:pt idx="29214">
                  <c:v>27.75</c:v>
                </c:pt>
                <c:pt idx="29215">
                  <c:v>27.75</c:v>
                </c:pt>
                <c:pt idx="29216">
                  <c:v>27.75</c:v>
                </c:pt>
                <c:pt idx="29217">
                  <c:v>27.75</c:v>
                </c:pt>
                <c:pt idx="29218">
                  <c:v>27.75</c:v>
                </c:pt>
                <c:pt idx="29219">
                  <c:v>27.75</c:v>
                </c:pt>
                <c:pt idx="29220">
                  <c:v>27.75</c:v>
                </c:pt>
                <c:pt idx="29221">
                  <c:v>27.75</c:v>
                </c:pt>
                <c:pt idx="29222">
                  <c:v>27.75</c:v>
                </c:pt>
                <c:pt idx="29223">
                  <c:v>27.75</c:v>
                </c:pt>
                <c:pt idx="29224">
                  <c:v>27.75</c:v>
                </c:pt>
                <c:pt idx="29225">
                  <c:v>27.75</c:v>
                </c:pt>
                <c:pt idx="29226">
                  <c:v>27.75</c:v>
                </c:pt>
                <c:pt idx="29227">
                  <c:v>27.75</c:v>
                </c:pt>
                <c:pt idx="29228">
                  <c:v>27.75</c:v>
                </c:pt>
                <c:pt idx="29229">
                  <c:v>27.75</c:v>
                </c:pt>
                <c:pt idx="29230">
                  <c:v>27.75</c:v>
                </c:pt>
                <c:pt idx="29231">
                  <c:v>27.75</c:v>
                </c:pt>
                <c:pt idx="29232">
                  <c:v>27.75</c:v>
                </c:pt>
                <c:pt idx="29233">
                  <c:v>27.75</c:v>
                </c:pt>
                <c:pt idx="29234">
                  <c:v>27.75</c:v>
                </c:pt>
                <c:pt idx="29235">
                  <c:v>27.7</c:v>
                </c:pt>
                <c:pt idx="29236">
                  <c:v>27.75</c:v>
                </c:pt>
                <c:pt idx="29237">
                  <c:v>27.75</c:v>
                </c:pt>
                <c:pt idx="29238">
                  <c:v>27.75</c:v>
                </c:pt>
                <c:pt idx="29239">
                  <c:v>27.75</c:v>
                </c:pt>
                <c:pt idx="29240">
                  <c:v>27.75</c:v>
                </c:pt>
                <c:pt idx="29241">
                  <c:v>27.75</c:v>
                </c:pt>
                <c:pt idx="29242">
                  <c:v>27.75</c:v>
                </c:pt>
                <c:pt idx="29243">
                  <c:v>27.75</c:v>
                </c:pt>
                <c:pt idx="29244">
                  <c:v>27.75</c:v>
                </c:pt>
                <c:pt idx="29245">
                  <c:v>27.75</c:v>
                </c:pt>
                <c:pt idx="29246">
                  <c:v>27.75</c:v>
                </c:pt>
                <c:pt idx="29247">
                  <c:v>27.75</c:v>
                </c:pt>
                <c:pt idx="29248">
                  <c:v>27.75</c:v>
                </c:pt>
                <c:pt idx="29249">
                  <c:v>27.75</c:v>
                </c:pt>
                <c:pt idx="29250">
                  <c:v>27.75</c:v>
                </c:pt>
                <c:pt idx="29251">
                  <c:v>27.75</c:v>
                </c:pt>
                <c:pt idx="29252">
                  <c:v>27.75</c:v>
                </c:pt>
                <c:pt idx="29253">
                  <c:v>27.7</c:v>
                </c:pt>
                <c:pt idx="29254">
                  <c:v>27.7</c:v>
                </c:pt>
                <c:pt idx="29255">
                  <c:v>27.7</c:v>
                </c:pt>
                <c:pt idx="29256">
                  <c:v>27.7</c:v>
                </c:pt>
                <c:pt idx="29257">
                  <c:v>27.7</c:v>
                </c:pt>
                <c:pt idx="29258">
                  <c:v>27.7</c:v>
                </c:pt>
                <c:pt idx="29259">
                  <c:v>27.7</c:v>
                </c:pt>
                <c:pt idx="29260">
                  <c:v>27.7</c:v>
                </c:pt>
                <c:pt idx="29261">
                  <c:v>27.7</c:v>
                </c:pt>
                <c:pt idx="29262">
                  <c:v>27.7</c:v>
                </c:pt>
                <c:pt idx="29263">
                  <c:v>27.7</c:v>
                </c:pt>
                <c:pt idx="29264">
                  <c:v>27.7</c:v>
                </c:pt>
                <c:pt idx="29265">
                  <c:v>27.7</c:v>
                </c:pt>
                <c:pt idx="29266">
                  <c:v>27.7</c:v>
                </c:pt>
                <c:pt idx="29267">
                  <c:v>27.7</c:v>
                </c:pt>
                <c:pt idx="29268">
                  <c:v>27.7</c:v>
                </c:pt>
                <c:pt idx="29269">
                  <c:v>27.7</c:v>
                </c:pt>
                <c:pt idx="29270">
                  <c:v>27.7</c:v>
                </c:pt>
                <c:pt idx="29271">
                  <c:v>27.7</c:v>
                </c:pt>
                <c:pt idx="29272">
                  <c:v>27.7</c:v>
                </c:pt>
                <c:pt idx="29273">
                  <c:v>27.7</c:v>
                </c:pt>
                <c:pt idx="29274">
                  <c:v>27.7</c:v>
                </c:pt>
                <c:pt idx="29275">
                  <c:v>27.7</c:v>
                </c:pt>
                <c:pt idx="29276">
                  <c:v>27.7</c:v>
                </c:pt>
                <c:pt idx="29277">
                  <c:v>27.7</c:v>
                </c:pt>
                <c:pt idx="29278">
                  <c:v>27.7</c:v>
                </c:pt>
                <c:pt idx="29279">
                  <c:v>27.7</c:v>
                </c:pt>
                <c:pt idx="29280">
                  <c:v>27.7</c:v>
                </c:pt>
                <c:pt idx="29281">
                  <c:v>27.7</c:v>
                </c:pt>
                <c:pt idx="29282">
                  <c:v>27.7</c:v>
                </c:pt>
                <c:pt idx="29283">
                  <c:v>27.7</c:v>
                </c:pt>
                <c:pt idx="29284">
                  <c:v>27.7</c:v>
                </c:pt>
                <c:pt idx="29285">
                  <c:v>27.7</c:v>
                </c:pt>
                <c:pt idx="29286">
                  <c:v>27.7</c:v>
                </c:pt>
                <c:pt idx="29287">
                  <c:v>27.7</c:v>
                </c:pt>
                <c:pt idx="29288">
                  <c:v>27.7</c:v>
                </c:pt>
                <c:pt idx="29289">
                  <c:v>27.7</c:v>
                </c:pt>
                <c:pt idx="29290">
                  <c:v>27.7</c:v>
                </c:pt>
                <c:pt idx="29291">
                  <c:v>27.7</c:v>
                </c:pt>
                <c:pt idx="29292">
                  <c:v>27.7</c:v>
                </c:pt>
                <c:pt idx="29293">
                  <c:v>27.7</c:v>
                </c:pt>
                <c:pt idx="29294">
                  <c:v>27.7</c:v>
                </c:pt>
                <c:pt idx="29295">
                  <c:v>27.7</c:v>
                </c:pt>
                <c:pt idx="29296">
                  <c:v>27.7</c:v>
                </c:pt>
                <c:pt idx="29297">
                  <c:v>27.7</c:v>
                </c:pt>
                <c:pt idx="29298">
                  <c:v>27.7</c:v>
                </c:pt>
                <c:pt idx="29299">
                  <c:v>27.7</c:v>
                </c:pt>
                <c:pt idx="29300">
                  <c:v>27.7</c:v>
                </c:pt>
                <c:pt idx="29301">
                  <c:v>27.7</c:v>
                </c:pt>
                <c:pt idx="29302">
                  <c:v>27.7</c:v>
                </c:pt>
                <c:pt idx="29303">
                  <c:v>27.7</c:v>
                </c:pt>
                <c:pt idx="29304">
                  <c:v>27.7</c:v>
                </c:pt>
                <c:pt idx="29305">
                  <c:v>27.7</c:v>
                </c:pt>
                <c:pt idx="29306">
                  <c:v>27.7</c:v>
                </c:pt>
                <c:pt idx="29307">
                  <c:v>27.7</c:v>
                </c:pt>
                <c:pt idx="29308">
                  <c:v>27.7</c:v>
                </c:pt>
                <c:pt idx="29309">
                  <c:v>27.7</c:v>
                </c:pt>
                <c:pt idx="29310">
                  <c:v>27.7</c:v>
                </c:pt>
                <c:pt idx="29311">
                  <c:v>27.7</c:v>
                </c:pt>
                <c:pt idx="29312">
                  <c:v>27.7</c:v>
                </c:pt>
                <c:pt idx="29313">
                  <c:v>27.7</c:v>
                </c:pt>
                <c:pt idx="29314">
                  <c:v>27.7</c:v>
                </c:pt>
                <c:pt idx="29315">
                  <c:v>27.7</c:v>
                </c:pt>
                <c:pt idx="29316">
                  <c:v>27.7</c:v>
                </c:pt>
                <c:pt idx="29317">
                  <c:v>27.7</c:v>
                </c:pt>
                <c:pt idx="29318">
                  <c:v>27.7</c:v>
                </c:pt>
                <c:pt idx="29319">
                  <c:v>27.7</c:v>
                </c:pt>
                <c:pt idx="29320">
                  <c:v>27.7</c:v>
                </c:pt>
                <c:pt idx="29321">
                  <c:v>27.7</c:v>
                </c:pt>
                <c:pt idx="29322">
                  <c:v>27.7</c:v>
                </c:pt>
                <c:pt idx="29323">
                  <c:v>27.7</c:v>
                </c:pt>
                <c:pt idx="29324">
                  <c:v>27.7</c:v>
                </c:pt>
                <c:pt idx="29325">
                  <c:v>27.7</c:v>
                </c:pt>
                <c:pt idx="29326">
                  <c:v>27.7</c:v>
                </c:pt>
                <c:pt idx="29327">
                  <c:v>27.7</c:v>
                </c:pt>
                <c:pt idx="29328">
                  <c:v>27.7</c:v>
                </c:pt>
                <c:pt idx="29329">
                  <c:v>27.7</c:v>
                </c:pt>
                <c:pt idx="29330">
                  <c:v>27.7</c:v>
                </c:pt>
                <c:pt idx="29331">
                  <c:v>27.7</c:v>
                </c:pt>
                <c:pt idx="29332">
                  <c:v>27.7</c:v>
                </c:pt>
                <c:pt idx="29333">
                  <c:v>27.7</c:v>
                </c:pt>
                <c:pt idx="29334">
                  <c:v>27.7</c:v>
                </c:pt>
                <c:pt idx="29335">
                  <c:v>27.7</c:v>
                </c:pt>
                <c:pt idx="29336">
                  <c:v>27.7</c:v>
                </c:pt>
                <c:pt idx="29337">
                  <c:v>27.7</c:v>
                </c:pt>
                <c:pt idx="29338">
                  <c:v>27.7</c:v>
                </c:pt>
                <c:pt idx="29339">
                  <c:v>27.7</c:v>
                </c:pt>
                <c:pt idx="29340">
                  <c:v>27.7</c:v>
                </c:pt>
                <c:pt idx="29341">
                  <c:v>27.7</c:v>
                </c:pt>
                <c:pt idx="29342">
                  <c:v>27.7</c:v>
                </c:pt>
                <c:pt idx="29343">
                  <c:v>27.7</c:v>
                </c:pt>
                <c:pt idx="29344">
                  <c:v>27.7</c:v>
                </c:pt>
                <c:pt idx="29345">
                  <c:v>27.7</c:v>
                </c:pt>
                <c:pt idx="29346">
                  <c:v>27.7</c:v>
                </c:pt>
                <c:pt idx="29347">
                  <c:v>27.7</c:v>
                </c:pt>
                <c:pt idx="29348">
                  <c:v>27.7</c:v>
                </c:pt>
                <c:pt idx="29349">
                  <c:v>27.7</c:v>
                </c:pt>
                <c:pt idx="29350">
                  <c:v>27.7</c:v>
                </c:pt>
                <c:pt idx="29351">
                  <c:v>27.7</c:v>
                </c:pt>
                <c:pt idx="29352">
                  <c:v>27.7</c:v>
                </c:pt>
                <c:pt idx="29353">
                  <c:v>27.7</c:v>
                </c:pt>
                <c:pt idx="29354">
                  <c:v>27.7</c:v>
                </c:pt>
                <c:pt idx="29355">
                  <c:v>27.7</c:v>
                </c:pt>
                <c:pt idx="29356">
                  <c:v>27.7</c:v>
                </c:pt>
                <c:pt idx="29357">
                  <c:v>27.7</c:v>
                </c:pt>
                <c:pt idx="29358">
                  <c:v>27.7</c:v>
                </c:pt>
                <c:pt idx="29359">
                  <c:v>27.7</c:v>
                </c:pt>
                <c:pt idx="29360">
                  <c:v>27.7</c:v>
                </c:pt>
                <c:pt idx="29361">
                  <c:v>27.7</c:v>
                </c:pt>
                <c:pt idx="29362">
                  <c:v>27.7</c:v>
                </c:pt>
                <c:pt idx="29363">
                  <c:v>27.7</c:v>
                </c:pt>
                <c:pt idx="29364">
                  <c:v>27.7</c:v>
                </c:pt>
                <c:pt idx="29365">
                  <c:v>27.7</c:v>
                </c:pt>
                <c:pt idx="29366">
                  <c:v>27.7</c:v>
                </c:pt>
                <c:pt idx="29367">
                  <c:v>27.7</c:v>
                </c:pt>
                <c:pt idx="29368">
                  <c:v>27.7</c:v>
                </c:pt>
                <c:pt idx="29369">
                  <c:v>27.7</c:v>
                </c:pt>
                <c:pt idx="29370">
                  <c:v>27.7</c:v>
                </c:pt>
                <c:pt idx="29371">
                  <c:v>27.7</c:v>
                </c:pt>
                <c:pt idx="29372">
                  <c:v>27.7</c:v>
                </c:pt>
                <c:pt idx="29373">
                  <c:v>27.7</c:v>
                </c:pt>
                <c:pt idx="29374">
                  <c:v>27.7</c:v>
                </c:pt>
                <c:pt idx="29375">
                  <c:v>27.7</c:v>
                </c:pt>
                <c:pt idx="29376">
                  <c:v>27.7</c:v>
                </c:pt>
                <c:pt idx="29377">
                  <c:v>27.7</c:v>
                </c:pt>
                <c:pt idx="29378">
                  <c:v>27.7</c:v>
                </c:pt>
                <c:pt idx="29379">
                  <c:v>27.7</c:v>
                </c:pt>
                <c:pt idx="29380">
                  <c:v>27.7</c:v>
                </c:pt>
                <c:pt idx="29381">
                  <c:v>27.7</c:v>
                </c:pt>
                <c:pt idx="29382">
                  <c:v>27.7</c:v>
                </c:pt>
                <c:pt idx="29383">
                  <c:v>27.7</c:v>
                </c:pt>
                <c:pt idx="29384">
                  <c:v>27.7</c:v>
                </c:pt>
                <c:pt idx="29385">
                  <c:v>27.7</c:v>
                </c:pt>
                <c:pt idx="29386">
                  <c:v>27.65</c:v>
                </c:pt>
                <c:pt idx="29387">
                  <c:v>27.65</c:v>
                </c:pt>
                <c:pt idx="29388">
                  <c:v>27.65</c:v>
                </c:pt>
                <c:pt idx="29389">
                  <c:v>27.65</c:v>
                </c:pt>
                <c:pt idx="29390">
                  <c:v>27.65</c:v>
                </c:pt>
                <c:pt idx="29391">
                  <c:v>27.65</c:v>
                </c:pt>
                <c:pt idx="29392">
                  <c:v>27.65</c:v>
                </c:pt>
                <c:pt idx="29393">
                  <c:v>27.65</c:v>
                </c:pt>
                <c:pt idx="29394">
                  <c:v>27.65</c:v>
                </c:pt>
                <c:pt idx="29395">
                  <c:v>27.65</c:v>
                </c:pt>
                <c:pt idx="29396">
                  <c:v>27.65</c:v>
                </c:pt>
                <c:pt idx="29397">
                  <c:v>27.65</c:v>
                </c:pt>
                <c:pt idx="29398">
                  <c:v>27.65</c:v>
                </c:pt>
                <c:pt idx="29399">
                  <c:v>27.65</c:v>
                </c:pt>
                <c:pt idx="29400">
                  <c:v>27.65</c:v>
                </c:pt>
                <c:pt idx="29401">
                  <c:v>27.65</c:v>
                </c:pt>
                <c:pt idx="29402">
                  <c:v>27.65</c:v>
                </c:pt>
                <c:pt idx="29403">
                  <c:v>27.65</c:v>
                </c:pt>
                <c:pt idx="29404">
                  <c:v>27.65</c:v>
                </c:pt>
                <c:pt idx="29405">
                  <c:v>27.65</c:v>
                </c:pt>
                <c:pt idx="29406">
                  <c:v>27.65</c:v>
                </c:pt>
                <c:pt idx="29407">
                  <c:v>27.65</c:v>
                </c:pt>
                <c:pt idx="29408">
                  <c:v>27.65</c:v>
                </c:pt>
                <c:pt idx="29409">
                  <c:v>27.65</c:v>
                </c:pt>
                <c:pt idx="29410">
                  <c:v>27.65</c:v>
                </c:pt>
                <c:pt idx="29411">
                  <c:v>27.65</c:v>
                </c:pt>
                <c:pt idx="29412">
                  <c:v>27.65</c:v>
                </c:pt>
                <c:pt idx="29413">
                  <c:v>27.65</c:v>
                </c:pt>
                <c:pt idx="29414">
                  <c:v>27.65</c:v>
                </c:pt>
                <c:pt idx="29415">
                  <c:v>27.65</c:v>
                </c:pt>
                <c:pt idx="29416">
                  <c:v>27.65</c:v>
                </c:pt>
                <c:pt idx="29417">
                  <c:v>27.65</c:v>
                </c:pt>
                <c:pt idx="29418">
                  <c:v>27.65</c:v>
                </c:pt>
                <c:pt idx="29419">
                  <c:v>27.65</c:v>
                </c:pt>
                <c:pt idx="29420">
                  <c:v>27.65</c:v>
                </c:pt>
                <c:pt idx="29421">
                  <c:v>27.65</c:v>
                </c:pt>
                <c:pt idx="29422">
                  <c:v>27.65</c:v>
                </c:pt>
                <c:pt idx="29423">
                  <c:v>27.65</c:v>
                </c:pt>
                <c:pt idx="29424">
                  <c:v>27.65</c:v>
                </c:pt>
                <c:pt idx="29425">
                  <c:v>27.65</c:v>
                </c:pt>
                <c:pt idx="29426">
                  <c:v>27.65</c:v>
                </c:pt>
                <c:pt idx="29427">
                  <c:v>27.65</c:v>
                </c:pt>
                <c:pt idx="29428">
                  <c:v>27.65</c:v>
                </c:pt>
                <c:pt idx="29429">
                  <c:v>27.65</c:v>
                </c:pt>
                <c:pt idx="29430">
                  <c:v>27.65</c:v>
                </c:pt>
                <c:pt idx="29431">
                  <c:v>27.65</c:v>
                </c:pt>
                <c:pt idx="29432">
                  <c:v>27.65</c:v>
                </c:pt>
                <c:pt idx="29433">
                  <c:v>27.65</c:v>
                </c:pt>
                <c:pt idx="29434">
                  <c:v>27.65</c:v>
                </c:pt>
                <c:pt idx="29435">
                  <c:v>27.65</c:v>
                </c:pt>
                <c:pt idx="29436">
                  <c:v>27.65</c:v>
                </c:pt>
                <c:pt idx="29437">
                  <c:v>27.65</c:v>
                </c:pt>
                <c:pt idx="29438">
                  <c:v>27.65</c:v>
                </c:pt>
                <c:pt idx="29439">
                  <c:v>27.65</c:v>
                </c:pt>
                <c:pt idx="29440">
                  <c:v>27.65</c:v>
                </c:pt>
                <c:pt idx="29441">
                  <c:v>27.65</c:v>
                </c:pt>
                <c:pt idx="29442">
                  <c:v>27.65</c:v>
                </c:pt>
                <c:pt idx="29443">
                  <c:v>27.65</c:v>
                </c:pt>
                <c:pt idx="29444">
                  <c:v>27.65</c:v>
                </c:pt>
                <c:pt idx="29445">
                  <c:v>27.65</c:v>
                </c:pt>
                <c:pt idx="29446">
                  <c:v>27.65</c:v>
                </c:pt>
                <c:pt idx="29447">
                  <c:v>27.65</c:v>
                </c:pt>
                <c:pt idx="29448">
                  <c:v>27.65</c:v>
                </c:pt>
                <c:pt idx="29449">
                  <c:v>27.65</c:v>
                </c:pt>
                <c:pt idx="29450">
                  <c:v>27.65</c:v>
                </c:pt>
                <c:pt idx="29451">
                  <c:v>27.65</c:v>
                </c:pt>
                <c:pt idx="29452">
                  <c:v>27.65</c:v>
                </c:pt>
                <c:pt idx="29453">
                  <c:v>27.65</c:v>
                </c:pt>
                <c:pt idx="29454">
                  <c:v>27.65</c:v>
                </c:pt>
                <c:pt idx="29455">
                  <c:v>27.65</c:v>
                </c:pt>
                <c:pt idx="29456">
                  <c:v>27.65</c:v>
                </c:pt>
                <c:pt idx="29457">
                  <c:v>27.65</c:v>
                </c:pt>
                <c:pt idx="29458">
                  <c:v>27.65</c:v>
                </c:pt>
                <c:pt idx="29459">
                  <c:v>27.65</c:v>
                </c:pt>
                <c:pt idx="29460">
                  <c:v>27.65</c:v>
                </c:pt>
                <c:pt idx="29461">
                  <c:v>27.65</c:v>
                </c:pt>
                <c:pt idx="29462">
                  <c:v>27.65</c:v>
                </c:pt>
                <c:pt idx="29463">
                  <c:v>27.65</c:v>
                </c:pt>
                <c:pt idx="29464">
                  <c:v>27.65</c:v>
                </c:pt>
                <c:pt idx="29465">
                  <c:v>27.65</c:v>
                </c:pt>
                <c:pt idx="29466">
                  <c:v>27.65</c:v>
                </c:pt>
                <c:pt idx="29467">
                  <c:v>27.65</c:v>
                </c:pt>
                <c:pt idx="29468">
                  <c:v>27.65</c:v>
                </c:pt>
                <c:pt idx="29469">
                  <c:v>27.65</c:v>
                </c:pt>
                <c:pt idx="29470">
                  <c:v>27.65</c:v>
                </c:pt>
                <c:pt idx="29471">
                  <c:v>27.65</c:v>
                </c:pt>
                <c:pt idx="29472">
                  <c:v>27.65</c:v>
                </c:pt>
                <c:pt idx="29473">
                  <c:v>27.65</c:v>
                </c:pt>
                <c:pt idx="29474">
                  <c:v>27.65</c:v>
                </c:pt>
                <c:pt idx="29475">
                  <c:v>27.65</c:v>
                </c:pt>
                <c:pt idx="29476">
                  <c:v>27.65</c:v>
                </c:pt>
                <c:pt idx="29477">
                  <c:v>27.65</c:v>
                </c:pt>
                <c:pt idx="29478">
                  <c:v>27.65</c:v>
                </c:pt>
                <c:pt idx="29479">
                  <c:v>27.65</c:v>
                </c:pt>
                <c:pt idx="29480">
                  <c:v>27.65</c:v>
                </c:pt>
                <c:pt idx="29481">
                  <c:v>27.6</c:v>
                </c:pt>
                <c:pt idx="29482">
                  <c:v>27.6</c:v>
                </c:pt>
                <c:pt idx="29483">
                  <c:v>27.6</c:v>
                </c:pt>
                <c:pt idx="29484">
                  <c:v>27.6</c:v>
                </c:pt>
                <c:pt idx="29485">
                  <c:v>27.6</c:v>
                </c:pt>
                <c:pt idx="29486">
                  <c:v>27.6</c:v>
                </c:pt>
                <c:pt idx="29487">
                  <c:v>27.6</c:v>
                </c:pt>
                <c:pt idx="29488">
                  <c:v>27.6</c:v>
                </c:pt>
                <c:pt idx="29489">
                  <c:v>27.6</c:v>
                </c:pt>
                <c:pt idx="29490">
                  <c:v>27.6</c:v>
                </c:pt>
                <c:pt idx="29491">
                  <c:v>27.6</c:v>
                </c:pt>
                <c:pt idx="29492">
                  <c:v>27.6</c:v>
                </c:pt>
                <c:pt idx="29493">
                  <c:v>27.6</c:v>
                </c:pt>
                <c:pt idx="29494">
                  <c:v>27.6</c:v>
                </c:pt>
                <c:pt idx="29495">
                  <c:v>27.65</c:v>
                </c:pt>
                <c:pt idx="29496">
                  <c:v>27.65</c:v>
                </c:pt>
                <c:pt idx="29497">
                  <c:v>27.6</c:v>
                </c:pt>
                <c:pt idx="29498">
                  <c:v>27.65</c:v>
                </c:pt>
                <c:pt idx="29499">
                  <c:v>27.6</c:v>
                </c:pt>
                <c:pt idx="29500">
                  <c:v>27.65</c:v>
                </c:pt>
                <c:pt idx="29501">
                  <c:v>27.6</c:v>
                </c:pt>
                <c:pt idx="29502">
                  <c:v>27.6</c:v>
                </c:pt>
                <c:pt idx="29503">
                  <c:v>27.65</c:v>
                </c:pt>
                <c:pt idx="29504">
                  <c:v>27.65</c:v>
                </c:pt>
                <c:pt idx="29505">
                  <c:v>27.6</c:v>
                </c:pt>
                <c:pt idx="29506">
                  <c:v>27.6</c:v>
                </c:pt>
                <c:pt idx="29507">
                  <c:v>27.6</c:v>
                </c:pt>
                <c:pt idx="29508">
                  <c:v>27.6</c:v>
                </c:pt>
                <c:pt idx="29509">
                  <c:v>27.6</c:v>
                </c:pt>
                <c:pt idx="29510">
                  <c:v>27.6</c:v>
                </c:pt>
                <c:pt idx="29511">
                  <c:v>27.6</c:v>
                </c:pt>
                <c:pt idx="29512">
                  <c:v>27.6</c:v>
                </c:pt>
                <c:pt idx="29513">
                  <c:v>27.6</c:v>
                </c:pt>
                <c:pt idx="29514">
                  <c:v>27.6</c:v>
                </c:pt>
                <c:pt idx="29515">
                  <c:v>27.6</c:v>
                </c:pt>
                <c:pt idx="29516">
                  <c:v>27.6</c:v>
                </c:pt>
                <c:pt idx="29517">
                  <c:v>27.6</c:v>
                </c:pt>
                <c:pt idx="29518">
                  <c:v>27.6</c:v>
                </c:pt>
                <c:pt idx="29519">
                  <c:v>27.6</c:v>
                </c:pt>
                <c:pt idx="29520">
                  <c:v>27.6</c:v>
                </c:pt>
                <c:pt idx="29521">
                  <c:v>27.6</c:v>
                </c:pt>
                <c:pt idx="29522">
                  <c:v>27.6</c:v>
                </c:pt>
                <c:pt idx="29523">
                  <c:v>27.6</c:v>
                </c:pt>
                <c:pt idx="29524">
                  <c:v>27.6</c:v>
                </c:pt>
                <c:pt idx="29525">
                  <c:v>27.6</c:v>
                </c:pt>
                <c:pt idx="29526">
                  <c:v>27.6</c:v>
                </c:pt>
                <c:pt idx="29527">
                  <c:v>27.6</c:v>
                </c:pt>
                <c:pt idx="29528">
                  <c:v>27.6</c:v>
                </c:pt>
                <c:pt idx="29529">
                  <c:v>27.6</c:v>
                </c:pt>
                <c:pt idx="29530">
                  <c:v>27.6</c:v>
                </c:pt>
                <c:pt idx="29531">
                  <c:v>27.6</c:v>
                </c:pt>
                <c:pt idx="29532">
                  <c:v>27.6</c:v>
                </c:pt>
                <c:pt idx="29533">
                  <c:v>27.6</c:v>
                </c:pt>
                <c:pt idx="29534">
                  <c:v>27.6</c:v>
                </c:pt>
                <c:pt idx="29535">
                  <c:v>27.6</c:v>
                </c:pt>
                <c:pt idx="29536">
                  <c:v>27.6</c:v>
                </c:pt>
                <c:pt idx="29537">
                  <c:v>27.6</c:v>
                </c:pt>
                <c:pt idx="29538">
                  <c:v>27.6</c:v>
                </c:pt>
                <c:pt idx="29539">
                  <c:v>27.6</c:v>
                </c:pt>
                <c:pt idx="29540">
                  <c:v>27.6</c:v>
                </c:pt>
                <c:pt idx="29541">
                  <c:v>27.6</c:v>
                </c:pt>
                <c:pt idx="29542">
                  <c:v>27.6</c:v>
                </c:pt>
                <c:pt idx="29543">
                  <c:v>27.6</c:v>
                </c:pt>
                <c:pt idx="29544">
                  <c:v>27.6</c:v>
                </c:pt>
                <c:pt idx="29545">
                  <c:v>27.6</c:v>
                </c:pt>
                <c:pt idx="29546">
                  <c:v>27.6</c:v>
                </c:pt>
                <c:pt idx="29547">
                  <c:v>27.6</c:v>
                </c:pt>
                <c:pt idx="29548">
                  <c:v>27.6</c:v>
                </c:pt>
                <c:pt idx="29549">
                  <c:v>27.6</c:v>
                </c:pt>
                <c:pt idx="29550">
                  <c:v>27.6</c:v>
                </c:pt>
                <c:pt idx="29551">
                  <c:v>27.6</c:v>
                </c:pt>
                <c:pt idx="29552">
                  <c:v>27.6</c:v>
                </c:pt>
                <c:pt idx="29553">
                  <c:v>27.6</c:v>
                </c:pt>
                <c:pt idx="29554">
                  <c:v>27.6</c:v>
                </c:pt>
                <c:pt idx="29555">
                  <c:v>27.6</c:v>
                </c:pt>
                <c:pt idx="29556">
                  <c:v>27.6</c:v>
                </c:pt>
                <c:pt idx="29557">
                  <c:v>27.6</c:v>
                </c:pt>
                <c:pt idx="29558">
                  <c:v>27.6</c:v>
                </c:pt>
                <c:pt idx="29559">
                  <c:v>27.6</c:v>
                </c:pt>
                <c:pt idx="29560">
                  <c:v>27.6</c:v>
                </c:pt>
                <c:pt idx="29561">
                  <c:v>27.6</c:v>
                </c:pt>
                <c:pt idx="29562">
                  <c:v>27.6</c:v>
                </c:pt>
                <c:pt idx="29563">
                  <c:v>27.6</c:v>
                </c:pt>
                <c:pt idx="29564">
                  <c:v>27.6</c:v>
                </c:pt>
                <c:pt idx="29565">
                  <c:v>27.6</c:v>
                </c:pt>
                <c:pt idx="29566">
                  <c:v>27.6</c:v>
                </c:pt>
                <c:pt idx="29567">
                  <c:v>27.6</c:v>
                </c:pt>
                <c:pt idx="29568">
                  <c:v>27.6</c:v>
                </c:pt>
                <c:pt idx="29569">
                  <c:v>27.6</c:v>
                </c:pt>
                <c:pt idx="29570">
                  <c:v>27.6</c:v>
                </c:pt>
                <c:pt idx="29571">
                  <c:v>27.6</c:v>
                </c:pt>
                <c:pt idx="29572">
                  <c:v>27.6</c:v>
                </c:pt>
                <c:pt idx="29573">
                  <c:v>27.6</c:v>
                </c:pt>
                <c:pt idx="29574">
                  <c:v>27.6</c:v>
                </c:pt>
                <c:pt idx="29575">
                  <c:v>27.6</c:v>
                </c:pt>
                <c:pt idx="29576">
                  <c:v>27.6</c:v>
                </c:pt>
                <c:pt idx="29577">
                  <c:v>27.6</c:v>
                </c:pt>
                <c:pt idx="29578">
                  <c:v>27.6</c:v>
                </c:pt>
                <c:pt idx="29579">
                  <c:v>27.6</c:v>
                </c:pt>
                <c:pt idx="29580">
                  <c:v>27.6</c:v>
                </c:pt>
                <c:pt idx="29581">
                  <c:v>27.6</c:v>
                </c:pt>
                <c:pt idx="29582">
                  <c:v>27.6</c:v>
                </c:pt>
                <c:pt idx="29583">
                  <c:v>27.6</c:v>
                </c:pt>
                <c:pt idx="29584">
                  <c:v>27.6</c:v>
                </c:pt>
                <c:pt idx="29585">
                  <c:v>27.6</c:v>
                </c:pt>
                <c:pt idx="29586">
                  <c:v>27.6</c:v>
                </c:pt>
                <c:pt idx="29587">
                  <c:v>27.6</c:v>
                </c:pt>
                <c:pt idx="29588">
                  <c:v>27.6</c:v>
                </c:pt>
                <c:pt idx="29589">
                  <c:v>27.6</c:v>
                </c:pt>
                <c:pt idx="29590">
                  <c:v>27.6</c:v>
                </c:pt>
                <c:pt idx="29591">
                  <c:v>27.6</c:v>
                </c:pt>
                <c:pt idx="29592">
                  <c:v>27.55</c:v>
                </c:pt>
                <c:pt idx="29593">
                  <c:v>27.55</c:v>
                </c:pt>
                <c:pt idx="29594">
                  <c:v>27.6</c:v>
                </c:pt>
                <c:pt idx="29595">
                  <c:v>27.55</c:v>
                </c:pt>
                <c:pt idx="29596">
                  <c:v>27.55</c:v>
                </c:pt>
                <c:pt idx="29597">
                  <c:v>27.55</c:v>
                </c:pt>
                <c:pt idx="29598">
                  <c:v>27.55</c:v>
                </c:pt>
                <c:pt idx="29599">
                  <c:v>27.6</c:v>
                </c:pt>
                <c:pt idx="29600">
                  <c:v>27.55</c:v>
                </c:pt>
                <c:pt idx="29601">
                  <c:v>27.55</c:v>
                </c:pt>
                <c:pt idx="29602">
                  <c:v>27.6</c:v>
                </c:pt>
                <c:pt idx="29603">
                  <c:v>27.6</c:v>
                </c:pt>
                <c:pt idx="29604">
                  <c:v>27.55</c:v>
                </c:pt>
                <c:pt idx="29605">
                  <c:v>27.6</c:v>
                </c:pt>
                <c:pt idx="29606">
                  <c:v>27.55</c:v>
                </c:pt>
                <c:pt idx="29607">
                  <c:v>27.55</c:v>
                </c:pt>
                <c:pt idx="29608">
                  <c:v>27.55</c:v>
                </c:pt>
                <c:pt idx="29609">
                  <c:v>27.6</c:v>
                </c:pt>
                <c:pt idx="29610">
                  <c:v>27.6</c:v>
                </c:pt>
                <c:pt idx="29611">
                  <c:v>27.55</c:v>
                </c:pt>
                <c:pt idx="29612">
                  <c:v>27.55</c:v>
                </c:pt>
                <c:pt idx="29613">
                  <c:v>27.55</c:v>
                </c:pt>
                <c:pt idx="29614">
                  <c:v>27.55</c:v>
                </c:pt>
                <c:pt idx="29615">
                  <c:v>27.55</c:v>
                </c:pt>
                <c:pt idx="29616">
                  <c:v>27.55</c:v>
                </c:pt>
                <c:pt idx="29617">
                  <c:v>27.55</c:v>
                </c:pt>
                <c:pt idx="29618">
                  <c:v>27.55</c:v>
                </c:pt>
                <c:pt idx="29619">
                  <c:v>27.55</c:v>
                </c:pt>
                <c:pt idx="29620">
                  <c:v>27.55</c:v>
                </c:pt>
                <c:pt idx="29621">
                  <c:v>27.55</c:v>
                </c:pt>
                <c:pt idx="29622">
                  <c:v>27.55</c:v>
                </c:pt>
                <c:pt idx="29623">
                  <c:v>27.55</c:v>
                </c:pt>
                <c:pt idx="29624">
                  <c:v>27.55</c:v>
                </c:pt>
                <c:pt idx="29625">
                  <c:v>27.55</c:v>
                </c:pt>
                <c:pt idx="29626">
                  <c:v>27.55</c:v>
                </c:pt>
                <c:pt idx="29627">
                  <c:v>27.55</c:v>
                </c:pt>
                <c:pt idx="29628">
                  <c:v>27.55</c:v>
                </c:pt>
                <c:pt idx="29629">
                  <c:v>27.55</c:v>
                </c:pt>
                <c:pt idx="29630">
                  <c:v>27.55</c:v>
                </c:pt>
                <c:pt idx="29631">
                  <c:v>27.55</c:v>
                </c:pt>
                <c:pt idx="29632">
                  <c:v>27.55</c:v>
                </c:pt>
                <c:pt idx="29633">
                  <c:v>27.55</c:v>
                </c:pt>
                <c:pt idx="29634">
                  <c:v>27.55</c:v>
                </c:pt>
                <c:pt idx="29635">
                  <c:v>27.55</c:v>
                </c:pt>
                <c:pt idx="29636">
                  <c:v>27.55</c:v>
                </c:pt>
                <c:pt idx="29637">
                  <c:v>27.55</c:v>
                </c:pt>
                <c:pt idx="29638">
                  <c:v>27.55</c:v>
                </c:pt>
                <c:pt idx="29639">
                  <c:v>27.55</c:v>
                </c:pt>
                <c:pt idx="29640">
                  <c:v>27.55</c:v>
                </c:pt>
                <c:pt idx="29641">
                  <c:v>27.55</c:v>
                </c:pt>
                <c:pt idx="29642">
                  <c:v>27.55</c:v>
                </c:pt>
                <c:pt idx="29643">
                  <c:v>27.55</c:v>
                </c:pt>
                <c:pt idx="29644">
                  <c:v>27.55</c:v>
                </c:pt>
                <c:pt idx="29645">
                  <c:v>27.55</c:v>
                </c:pt>
                <c:pt idx="29646">
                  <c:v>27.55</c:v>
                </c:pt>
                <c:pt idx="29647">
                  <c:v>27.55</c:v>
                </c:pt>
                <c:pt idx="29648">
                  <c:v>27.55</c:v>
                </c:pt>
                <c:pt idx="29649">
                  <c:v>27.55</c:v>
                </c:pt>
                <c:pt idx="29650">
                  <c:v>27.55</c:v>
                </c:pt>
                <c:pt idx="29651">
                  <c:v>27.55</c:v>
                </c:pt>
                <c:pt idx="29652">
                  <c:v>27.55</c:v>
                </c:pt>
                <c:pt idx="29653">
                  <c:v>27.55</c:v>
                </c:pt>
                <c:pt idx="29654">
                  <c:v>27.55</c:v>
                </c:pt>
                <c:pt idx="29655">
                  <c:v>27.55</c:v>
                </c:pt>
                <c:pt idx="29656">
                  <c:v>27.55</c:v>
                </c:pt>
                <c:pt idx="29657">
                  <c:v>27.55</c:v>
                </c:pt>
                <c:pt idx="29658">
                  <c:v>27.55</c:v>
                </c:pt>
                <c:pt idx="29659">
                  <c:v>27.55</c:v>
                </c:pt>
                <c:pt idx="29660">
                  <c:v>27.55</c:v>
                </c:pt>
                <c:pt idx="29661">
                  <c:v>27.55</c:v>
                </c:pt>
                <c:pt idx="29662">
                  <c:v>27.55</c:v>
                </c:pt>
                <c:pt idx="29663">
                  <c:v>27.55</c:v>
                </c:pt>
                <c:pt idx="29664">
                  <c:v>27.55</c:v>
                </c:pt>
                <c:pt idx="29665">
                  <c:v>27.55</c:v>
                </c:pt>
                <c:pt idx="29666">
                  <c:v>27.55</c:v>
                </c:pt>
                <c:pt idx="29667">
                  <c:v>27.55</c:v>
                </c:pt>
                <c:pt idx="29668">
                  <c:v>27.55</c:v>
                </c:pt>
                <c:pt idx="29669">
                  <c:v>27.55</c:v>
                </c:pt>
                <c:pt idx="29670">
                  <c:v>27.55</c:v>
                </c:pt>
                <c:pt idx="29671">
                  <c:v>27.55</c:v>
                </c:pt>
                <c:pt idx="29672">
                  <c:v>27.55</c:v>
                </c:pt>
                <c:pt idx="29673">
                  <c:v>27.55</c:v>
                </c:pt>
                <c:pt idx="29674">
                  <c:v>27.55</c:v>
                </c:pt>
                <c:pt idx="29675">
                  <c:v>27.55</c:v>
                </c:pt>
                <c:pt idx="29676">
                  <c:v>27.55</c:v>
                </c:pt>
                <c:pt idx="29677">
                  <c:v>27.55</c:v>
                </c:pt>
                <c:pt idx="29678">
                  <c:v>27.55</c:v>
                </c:pt>
                <c:pt idx="29679">
                  <c:v>27.55</c:v>
                </c:pt>
                <c:pt idx="29680">
                  <c:v>27.55</c:v>
                </c:pt>
                <c:pt idx="29681">
                  <c:v>27.55</c:v>
                </c:pt>
                <c:pt idx="29682">
                  <c:v>27.55</c:v>
                </c:pt>
                <c:pt idx="29683">
                  <c:v>27.55</c:v>
                </c:pt>
                <c:pt idx="29684">
                  <c:v>27.55</c:v>
                </c:pt>
                <c:pt idx="29685">
                  <c:v>27.55</c:v>
                </c:pt>
                <c:pt idx="29686">
                  <c:v>27.55</c:v>
                </c:pt>
                <c:pt idx="29687">
                  <c:v>27.55</c:v>
                </c:pt>
                <c:pt idx="29688">
                  <c:v>27.55</c:v>
                </c:pt>
                <c:pt idx="29689">
                  <c:v>27.55</c:v>
                </c:pt>
                <c:pt idx="29690">
                  <c:v>27.55</c:v>
                </c:pt>
                <c:pt idx="29691">
                  <c:v>27.55</c:v>
                </c:pt>
                <c:pt idx="29692">
                  <c:v>27.55</c:v>
                </c:pt>
                <c:pt idx="29693">
                  <c:v>27.55</c:v>
                </c:pt>
                <c:pt idx="29694">
                  <c:v>27.55</c:v>
                </c:pt>
                <c:pt idx="29695">
                  <c:v>27.55</c:v>
                </c:pt>
                <c:pt idx="29696">
                  <c:v>27.55</c:v>
                </c:pt>
                <c:pt idx="29697">
                  <c:v>27.55</c:v>
                </c:pt>
                <c:pt idx="29698">
                  <c:v>27.55</c:v>
                </c:pt>
                <c:pt idx="29699">
                  <c:v>27.55</c:v>
                </c:pt>
                <c:pt idx="29700">
                  <c:v>27.55</c:v>
                </c:pt>
                <c:pt idx="29701">
                  <c:v>27.55</c:v>
                </c:pt>
                <c:pt idx="29702">
                  <c:v>27.55</c:v>
                </c:pt>
                <c:pt idx="29703">
                  <c:v>27.55</c:v>
                </c:pt>
                <c:pt idx="29704">
                  <c:v>27.55</c:v>
                </c:pt>
                <c:pt idx="29705">
                  <c:v>27.55</c:v>
                </c:pt>
                <c:pt idx="29706">
                  <c:v>27.55</c:v>
                </c:pt>
                <c:pt idx="29707">
                  <c:v>27.55</c:v>
                </c:pt>
                <c:pt idx="29708">
                  <c:v>27.55</c:v>
                </c:pt>
                <c:pt idx="29709">
                  <c:v>27.55</c:v>
                </c:pt>
                <c:pt idx="29710">
                  <c:v>27.55</c:v>
                </c:pt>
                <c:pt idx="29711">
                  <c:v>27.55</c:v>
                </c:pt>
                <c:pt idx="29712">
                  <c:v>27.55</c:v>
                </c:pt>
                <c:pt idx="29713">
                  <c:v>27.55</c:v>
                </c:pt>
                <c:pt idx="29714">
                  <c:v>27.55</c:v>
                </c:pt>
                <c:pt idx="29715">
                  <c:v>27.55</c:v>
                </c:pt>
                <c:pt idx="29716">
                  <c:v>27.55</c:v>
                </c:pt>
                <c:pt idx="29717">
                  <c:v>27.55</c:v>
                </c:pt>
                <c:pt idx="29718">
                  <c:v>27.5</c:v>
                </c:pt>
                <c:pt idx="29719">
                  <c:v>27.55</c:v>
                </c:pt>
                <c:pt idx="29720">
                  <c:v>27.55</c:v>
                </c:pt>
                <c:pt idx="29721">
                  <c:v>27.55</c:v>
                </c:pt>
                <c:pt idx="29722">
                  <c:v>27.5</c:v>
                </c:pt>
                <c:pt idx="29723">
                  <c:v>27.5</c:v>
                </c:pt>
                <c:pt idx="29724">
                  <c:v>27.55</c:v>
                </c:pt>
                <c:pt idx="29725">
                  <c:v>27.55</c:v>
                </c:pt>
                <c:pt idx="29726">
                  <c:v>27.55</c:v>
                </c:pt>
                <c:pt idx="29727">
                  <c:v>27.55</c:v>
                </c:pt>
                <c:pt idx="29728">
                  <c:v>27.55</c:v>
                </c:pt>
                <c:pt idx="29729">
                  <c:v>27.55</c:v>
                </c:pt>
                <c:pt idx="29730">
                  <c:v>27.55</c:v>
                </c:pt>
                <c:pt idx="29731">
                  <c:v>27.55</c:v>
                </c:pt>
                <c:pt idx="29732">
                  <c:v>27.55</c:v>
                </c:pt>
                <c:pt idx="29733">
                  <c:v>27.55</c:v>
                </c:pt>
                <c:pt idx="29734">
                  <c:v>27.55</c:v>
                </c:pt>
                <c:pt idx="29735">
                  <c:v>27.55</c:v>
                </c:pt>
                <c:pt idx="29736">
                  <c:v>27.55</c:v>
                </c:pt>
                <c:pt idx="29737">
                  <c:v>27.55</c:v>
                </c:pt>
                <c:pt idx="29738">
                  <c:v>27.55</c:v>
                </c:pt>
                <c:pt idx="29739">
                  <c:v>27.5</c:v>
                </c:pt>
                <c:pt idx="29740">
                  <c:v>27.5</c:v>
                </c:pt>
                <c:pt idx="29741">
                  <c:v>27.5</c:v>
                </c:pt>
                <c:pt idx="29742">
                  <c:v>27.5</c:v>
                </c:pt>
                <c:pt idx="29743">
                  <c:v>27.5</c:v>
                </c:pt>
                <c:pt idx="29744">
                  <c:v>27.5</c:v>
                </c:pt>
                <c:pt idx="29745">
                  <c:v>27.5</c:v>
                </c:pt>
                <c:pt idx="29746">
                  <c:v>27.5</c:v>
                </c:pt>
                <c:pt idx="29747">
                  <c:v>27.5</c:v>
                </c:pt>
                <c:pt idx="29748">
                  <c:v>27.5</c:v>
                </c:pt>
                <c:pt idx="29749">
                  <c:v>27.5</c:v>
                </c:pt>
                <c:pt idx="29750">
                  <c:v>27.5</c:v>
                </c:pt>
                <c:pt idx="29751">
                  <c:v>27.5</c:v>
                </c:pt>
                <c:pt idx="29752">
                  <c:v>27.5</c:v>
                </c:pt>
                <c:pt idx="29753">
                  <c:v>27.5</c:v>
                </c:pt>
                <c:pt idx="29754">
                  <c:v>27.5</c:v>
                </c:pt>
                <c:pt idx="29755">
                  <c:v>27.5</c:v>
                </c:pt>
                <c:pt idx="29756">
                  <c:v>27.5</c:v>
                </c:pt>
                <c:pt idx="29757">
                  <c:v>27.5</c:v>
                </c:pt>
                <c:pt idx="29758">
                  <c:v>27.5</c:v>
                </c:pt>
                <c:pt idx="29759">
                  <c:v>27.5</c:v>
                </c:pt>
                <c:pt idx="29760">
                  <c:v>27.5</c:v>
                </c:pt>
                <c:pt idx="29761">
                  <c:v>27.5</c:v>
                </c:pt>
                <c:pt idx="29762">
                  <c:v>27.5</c:v>
                </c:pt>
                <c:pt idx="29763">
                  <c:v>27.5</c:v>
                </c:pt>
                <c:pt idx="29764">
                  <c:v>27.5</c:v>
                </c:pt>
                <c:pt idx="29765">
                  <c:v>27.5</c:v>
                </c:pt>
                <c:pt idx="29766">
                  <c:v>27.5</c:v>
                </c:pt>
                <c:pt idx="29767">
                  <c:v>27.5</c:v>
                </c:pt>
                <c:pt idx="29768">
                  <c:v>27.5</c:v>
                </c:pt>
                <c:pt idx="29769">
                  <c:v>27.5</c:v>
                </c:pt>
                <c:pt idx="29770">
                  <c:v>27.5</c:v>
                </c:pt>
                <c:pt idx="29771">
                  <c:v>27.5</c:v>
                </c:pt>
                <c:pt idx="29772">
                  <c:v>27.5</c:v>
                </c:pt>
                <c:pt idx="29773">
                  <c:v>27.5</c:v>
                </c:pt>
                <c:pt idx="29774">
                  <c:v>27.5</c:v>
                </c:pt>
                <c:pt idx="29775">
                  <c:v>27.5</c:v>
                </c:pt>
                <c:pt idx="29776">
                  <c:v>27.5</c:v>
                </c:pt>
                <c:pt idx="29777">
                  <c:v>27.5</c:v>
                </c:pt>
                <c:pt idx="29778">
                  <c:v>27.5</c:v>
                </c:pt>
                <c:pt idx="29779">
                  <c:v>27.5</c:v>
                </c:pt>
                <c:pt idx="29780">
                  <c:v>27.5</c:v>
                </c:pt>
                <c:pt idx="29781">
                  <c:v>27.5</c:v>
                </c:pt>
                <c:pt idx="29782">
                  <c:v>27.5</c:v>
                </c:pt>
                <c:pt idx="29783">
                  <c:v>27.5</c:v>
                </c:pt>
                <c:pt idx="29784">
                  <c:v>27.5</c:v>
                </c:pt>
                <c:pt idx="29785">
                  <c:v>27.5</c:v>
                </c:pt>
                <c:pt idx="29786">
                  <c:v>27.5</c:v>
                </c:pt>
                <c:pt idx="29787">
                  <c:v>27.5</c:v>
                </c:pt>
                <c:pt idx="29788">
                  <c:v>27.5</c:v>
                </c:pt>
                <c:pt idx="29789">
                  <c:v>27.5</c:v>
                </c:pt>
                <c:pt idx="29790">
                  <c:v>27.5</c:v>
                </c:pt>
                <c:pt idx="29791">
                  <c:v>27.5</c:v>
                </c:pt>
                <c:pt idx="29792">
                  <c:v>27.5</c:v>
                </c:pt>
                <c:pt idx="29793">
                  <c:v>27.5</c:v>
                </c:pt>
                <c:pt idx="29794">
                  <c:v>27.5</c:v>
                </c:pt>
                <c:pt idx="29795">
                  <c:v>27.5</c:v>
                </c:pt>
                <c:pt idx="29796">
                  <c:v>27.5</c:v>
                </c:pt>
                <c:pt idx="29797">
                  <c:v>27.5</c:v>
                </c:pt>
                <c:pt idx="29798">
                  <c:v>27.5</c:v>
                </c:pt>
                <c:pt idx="29799">
                  <c:v>27.5</c:v>
                </c:pt>
                <c:pt idx="29800">
                  <c:v>27.5</c:v>
                </c:pt>
                <c:pt idx="29801">
                  <c:v>27.5</c:v>
                </c:pt>
                <c:pt idx="29802">
                  <c:v>27.5</c:v>
                </c:pt>
                <c:pt idx="29803">
                  <c:v>27.5</c:v>
                </c:pt>
                <c:pt idx="29804">
                  <c:v>27.5</c:v>
                </c:pt>
                <c:pt idx="29805">
                  <c:v>27.5</c:v>
                </c:pt>
                <c:pt idx="29806">
                  <c:v>27.5</c:v>
                </c:pt>
                <c:pt idx="29807">
                  <c:v>27.5</c:v>
                </c:pt>
                <c:pt idx="29808">
                  <c:v>27.5</c:v>
                </c:pt>
                <c:pt idx="29809">
                  <c:v>27.5</c:v>
                </c:pt>
                <c:pt idx="29810">
                  <c:v>27.5</c:v>
                </c:pt>
                <c:pt idx="29811">
                  <c:v>27.5</c:v>
                </c:pt>
                <c:pt idx="29812">
                  <c:v>27.5</c:v>
                </c:pt>
                <c:pt idx="29813">
                  <c:v>27.5</c:v>
                </c:pt>
                <c:pt idx="29814">
                  <c:v>27.5</c:v>
                </c:pt>
                <c:pt idx="29815">
                  <c:v>27.5</c:v>
                </c:pt>
                <c:pt idx="29816">
                  <c:v>27.5</c:v>
                </c:pt>
                <c:pt idx="29817">
                  <c:v>27.5</c:v>
                </c:pt>
                <c:pt idx="29818">
                  <c:v>27.5</c:v>
                </c:pt>
                <c:pt idx="29819">
                  <c:v>27.45</c:v>
                </c:pt>
                <c:pt idx="29820">
                  <c:v>27.45</c:v>
                </c:pt>
                <c:pt idx="29821">
                  <c:v>27.5</c:v>
                </c:pt>
                <c:pt idx="29822">
                  <c:v>27.5</c:v>
                </c:pt>
                <c:pt idx="29823">
                  <c:v>27.5</c:v>
                </c:pt>
                <c:pt idx="29824">
                  <c:v>27.5</c:v>
                </c:pt>
                <c:pt idx="29825">
                  <c:v>27.5</c:v>
                </c:pt>
                <c:pt idx="29826">
                  <c:v>27.5</c:v>
                </c:pt>
                <c:pt idx="29827">
                  <c:v>27.5</c:v>
                </c:pt>
                <c:pt idx="29828">
                  <c:v>27.45</c:v>
                </c:pt>
                <c:pt idx="29829">
                  <c:v>27.45</c:v>
                </c:pt>
                <c:pt idx="29830">
                  <c:v>27.5</c:v>
                </c:pt>
                <c:pt idx="29831">
                  <c:v>27.5</c:v>
                </c:pt>
                <c:pt idx="29832">
                  <c:v>27.45</c:v>
                </c:pt>
                <c:pt idx="29833">
                  <c:v>27.5</c:v>
                </c:pt>
                <c:pt idx="29834">
                  <c:v>27.5</c:v>
                </c:pt>
                <c:pt idx="29835">
                  <c:v>27.45</c:v>
                </c:pt>
                <c:pt idx="29836">
                  <c:v>27.45</c:v>
                </c:pt>
                <c:pt idx="29837">
                  <c:v>27.45</c:v>
                </c:pt>
                <c:pt idx="29838">
                  <c:v>27.45</c:v>
                </c:pt>
                <c:pt idx="29839">
                  <c:v>27.45</c:v>
                </c:pt>
                <c:pt idx="29840">
                  <c:v>27.45</c:v>
                </c:pt>
                <c:pt idx="29841">
                  <c:v>27.45</c:v>
                </c:pt>
                <c:pt idx="29842">
                  <c:v>27.45</c:v>
                </c:pt>
                <c:pt idx="29843">
                  <c:v>27.45</c:v>
                </c:pt>
                <c:pt idx="29844">
                  <c:v>27.45</c:v>
                </c:pt>
                <c:pt idx="29845">
                  <c:v>27.45</c:v>
                </c:pt>
                <c:pt idx="29846">
                  <c:v>27.5</c:v>
                </c:pt>
                <c:pt idx="29847">
                  <c:v>27.45</c:v>
                </c:pt>
                <c:pt idx="29848">
                  <c:v>27.45</c:v>
                </c:pt>
                <c:pt idx="29849">
                  <c:v>27.5</c:v>
                </c:pt>
                <c:pt idx="29850">
                  <c:v>27.45</c:v>
                </c:pt>
                <c:pt idx="29851">
                  <c:v>27.45</c:v>
                </c:pt>
                <c:pt idx="29852">
                  <c:v>27.45</c:v>
                </c:pt>
                <c:pt idx="29853">
                  <c:v>27.45</c:v>
                </c:pt>
                <c:pt idx="29854">
                  <c:v>27.45</c:v>
                </c:pt>
                <c:pt idx="29855">
                  <c:v>27.45</c:v>
                </c:pt>
                <c:pt idx="29856">
                  <c:v>27.45</c:v>
                </c:pt>
                <c:pt idx="29857">
                  <c:v>27.45</c:v>
                </c:pt>
                <c:pt idx="29858">
                  <c:v>27.45</c:v>
                </c:pt>
                <c:pt idx="29859">
                  <c:v>27.45</c:v>
                </c:pt>
                <c:pt idx="29860">
                  <c:v>27.45</c:v>
                </c:pt>
                <c:pt idx="29861">
                  <c:v>27.45</c:v>
                </c:pt>
                <c:pt idx="29862">
                  <c:v>27.45</c:v>
                </c:pt>
                <c:pt idx="29863">
                  <c:v>27.45</c:v>
                </c:pt>
                <c:pt idx="29864">
                  <c:v>27.45</c:v>
                </c:pt>
                <c:pt idx="29865">
                  <c:v>27.45</c:v>
                </c:pt>
                <c:pt idx="29866">
                  <c:v>27.45</c:v>
                </c:pt>
                <c:pt idx="29867">
                  <c:v>27.45</c:v>
                </c:pt>
                <c:pt idx="29868">
                  <c:v>27.45</c:v>
                </c:pt>
                <c:pt idx="29869">
                  <c:v>27.45</c:v>
                </c:pt>
                <c:pt idx="29870">
                  <c:v>27.45</c:v>
                </c:pt>
                <c:pt idx="29871">
                  <c:v>27.45</c:v>
                </c:pt>
                <c:pt idx="29872">
                  <c:v>27.45</c:v>
                </c:pt>
                <c:pt idx="29873">
                  <c:v>27.45</c:v>
                </c:pt>
                <c:pt idx="29874">
                  <c:v>27.45</c:v>
                </c:pt>
                <c:pt idx="29875">
                  <c:v>27.45</c:v>
                </c:pt>
                <c:pt idx="29876">
                  <c:v>27.45</c:v>
                </c:pt>
                <c:pt idx="29877">
                  <c:v>27.45</c:v>
                </c:pt>
                <c:pt idx="29878">
                  <c:v>27.45</c:v>
                </c:pt>
                <c:pt idx="29879">
                  <c:v>27.45</c:v>
                </c:pt>
                <c:pt idx="29880">
                  <c:v>27.45</c:v>
                </c:pt>
                <c:pt idx="29881">
                  <c:v>27.45</c:v>
                </c:pt>
                <c:pt idx="29882">
                  <c:v>27.45</c:v>
                </c:pt>
                <c:pt idx="29883">
                  <c:v>27.45</c:v>
                </c:pt>
                <c:pt idx="29884">
                  <c:v>27.4</c:v>
                </c:pt>
                <c:pt idx="29885">
                  <c:v>27.45</c:v>
                </c:pt>
                <c:pt idx="29886">
                  <c:v>27.45</c:v>
                </c:pt>
                <c:pt idx="29887">
                  <c:v>27.45</c:v>
                </c:pt>
                <c:pt idx="29888">
                  <c:v>27.4</c:v>
                </c:pt>
                <c:pt idx="29889">
                  <c:v>27.4</c:v>
                </c:pt>
                <c:pt idx="29890">
                  <c:v>27.4</c:v>
                </c:pt>
                <c:pt idx="29891">
                  <c:v>27.4</c:v>
                </c:pt>
                <c:pt idx="29892">
                  <c:v>27.4</c:v>
                </c:pt>
                <c:pt idx="29893">
                  <c:v>27.4</c:v>
                </c:pt>
                <c:pt idx="29894">
                  <c:v>27.4</c:v>
                </c:pt>
                <c:pt idx="29895">
                  <c:v>27.4</c:v>
                </c:pt>
                <c:pt idx="29896">
                  <c:v>27.45</c:v>
                </c:pt>
                <c:pt idx="29897">
                  <c:v>27.45</c:v>
                </c:pt>
                <c:pt idx="29898">
                  <c:v>27.4</c:v>
                </c:pt>
                <c:pt idx="29899">
                  <c:v>27.4</c:v>
                </c:pt>
                <c:pt idx="29900">
                  <c:v>27.45</c:v>
                </c:pt>
                <c:pt idx="29901">
                  <c:v>27.45</c:v>
                </c:pt>
                <c:pt idx="29902">
                  <c:v>27.4</c:v>
                </c:pt>
                <c:pt idx="29903">
                  <c:v>27.45</c:v>
                </c:pt>
                <c:pt idx="29904">
                  <c:v>27.4</c:v>
                </c:pt>
                <c:pt idx="29905">
                  <c:v>27.45</c:v>
                </c:pt>
                <c:pt idx="29906">
                  <c:v>27.45</c:v>
                </c:pt>
                <c:pt idx="29907">
                  <c:v>27.45</c:v>
                </c:pt>
                <c:pt idx="29908">
                  <c:v>27.45</c:v>
                </c:pt>
                <c:pt idx="29909">
                  <c:v>27.4</c:v>
                </c:pt>
                <c:pt idx="29910">
                  <c:v>27.45</c:v>
                </c:pt>
                <c:pt idx="29911">
                  <c:v>27.45</c:v>
                </c:pt>
                <c:pt idx="29912">
                  <c:v>27.45</c:v>
                </c:pt>
                <c:pt idx="29913">
                  <c:v>27.4</c:v>
                </c:pt>
                <c:pt idx="29914">
                  <c:v>27.45</c:v>
                </c:pt>
                <c:pt idx="29915">
                  <c:v>27.45</c:v>
                </c:pt>
                <c:pt idx="29916">
                  <c:v>27.45</c:v>
                </c:pt>
                <c:pt idx="29917">
                  <c:v>27.45</c:v>
                </c:pt>
                <c:pt idx="29918">
                  <c:v>27.45</c:v>
                </c:pt>
                <c:pt idx="29919">
                  <c:v>27.45</c:v>
                </c:pt>
                <c:pt idx="29920">
                  <c:v>27.45</c:v>
                </c:pt>
                <c:pt idx="29921">
                  <c:v>27.45</c:v>
                </c:pt>
                <c:pt idx="29922">
                  <c:v>27.45</c:v>
                </c:pt>
                <c:pt idx="29923">
                  <c:v>27.45</c:v>
                </c:pt>
                <c:pt idx="29924">
                  <c:v>27.45</c:v>
                </c:pt>
                <c:pt idx="29925">
                  <c:v>27.45</c:v>
                </c:pt>
                <c:pt idx="29926">
                  <c:v>27.45</c:v>
                </c:pt>
                <c:pt idx="29927">
                  <c:v>27.4</c:v>
                </c:pt>
                <c:pt idx="29928">
                  <c:v>27.45</c:v>
                </c:pt>
                <c:pt idx="29929">
                  <c:v>27.45</c:v>
                </c:pt>
                <c:pt idx="29930">
                  <c:v>27.4</c:v>
                </c:pt>
                <c:pt idx="29931">
                  <c:v>27.45</c:v>
                </c:pt>
                <c:pt idx="29932">
                  <c:v>27.45</c:v>
                </c:pt>
                <c:pt idx="29933">
                  <c:v>27.4</c:v>
                </c:pt>
                <c:pt idx="29934">
                  <c:v>27.45</c:v>
                </c:pt>
                <c:pt idx="29935">
                  <c:v>27.45</c:v>
                </c:pt>
                <c:pt idx="29936">
                  <c:v>27.45</c:v>
                </c:pt>
                <c:pt idx="29937">
                  <c:v>27.45</c:v>
                </c:pt>
                <c:pt idx="29938">
                  <c:v>27.45</c:v>
                </c:pt>
                <c:pt idx="29939">
                  <c:v>27.45</c:v>
                </c:pt>
                <c:pt idx="29940">
                  <c:v>27.4</c:v>
                </c:pt>
                <c:pt idx="29941">
                  <c:v>27.45</c:v>
                </c:pt>
                <c:pt idx="29942">
                  <c:v>27.45</c:v>
                </c:pt>
                <c:pt idx="29943">
                  <c:v>27.45</c:v>
                </c:pt>
                <c:pt idx="29944">
                  <c:v>27.45</c:v>
                </c:pt>
                <c:pt idx="29945">
                  <c:v>27.45</c:v>
                </c:pt>
                <c:pt idx="29946">
                  <c:v>27.45</c:v>
                </c:pt>
                <c:pt idx="29947">
                  <c:v>27.45</c:v>
                </c:pt>
                <c:pt idx="29948">
                  <c:v>27.45</c:v>
                </c:pt>
                <c:pt idx="29949">
                  <c:v>27.45</c:v>
                </c:pt>
                <c:pt idx="29950">
                  <c:v>27.45</c:v>
                </c:pt>
                <c:pt idx="29951">
                  <c:v>27.4</c:v>
                </c:pt>
                <c:pt idx="29952">
                  <c:v>27.45</c:v>
                </c:pt>
                <c:pt idx="29953">
                  <c:v>27.45</c:v>
                </c:pt>
                <c:pt idx="29954">
                  <c:v>27.4</c:v>
                </c:pt>
                <c:pt idx="29955">
                  <c:v>27.45</c:v>
                </c:pt>
                <c:pt idx="29956">
                  <c:v>27.4</c:v>
                </c:pt>
                <c:pt idx="29957">
                  <c:v>27.4</c:v>
                </c:pt>
                <c:pt idx="29958">
                  <c:v>27.4</c:v>
                </c:pt>
                <c:pt idx="29959">
                  <c:v>27.4</c:v>
                </c:pt>
                <c:pt idx="29960">
                  <c:v>27.4</c:v>
                </c:pt>
                <c:pt idx="29961">
                  <c:v>27.4</c:v>
                </c:pt>
                <c:pt idx="29962">
                  <c:v>27.4</c:v>
                </c:pt>
                <c:pt idx="29963">
                  <c:v>27.4</c:v>
                </c:pt>
                <c:pt idx="29964">
                  <c:v>27.4</c:v>
                </c:pt>
                <c:pt idx="29965">
                  <c:v>27.4</c:v>
                </c:pt>
                <c:pt idx="29966">
                  <c:v>27.4</c:v>
                </c:pt>
                <c:pt idx="29967">
                  <c:v>27.4</c:v>
                </c:pt>
                <c:pt idx="29968">
                  <c:v>27.4</c:v>
                </c:pt>
                <c:pt idx="29969">
                  <c:v>27.4</c:v>
                </c:pt>
                <c:pt idx="29970">
                  <c:v>27.4</c:v>
                </c:pt>
                <c:pt idx="29971">
                  <c:v>27.4</c:v>
                </c:pt>
                <c:pt idx="29972">
                  <c:v>27.4</c:v>
                </c:pt>
                <c:pt idx="29973">
                  <c:v>27.4</c:v>
                </c:pt>
                <c:pt idx="29974">
                  <c:v>27.4</c:v>
                </c:pt>
                <c:pt idx="29975">
                  <c:v>27.4</c:v>
                </c:pt>
                <c:pt idx="29976">
                  <c:v>27.4</c:v>
                </c:pt>
                <c:pt idx="29977">
                  <c:v>27.4</c:v>
                </c:pt>
                <c:pt idx="29978">
                  <c:v>27.4</c:v>
                </c:pt>
                <c:pt idx="29979">
                  <c:v>27.4</c:v>
                </c:pt>
                <c:pt idx="29980">
                  <c:v>27.4</c:v>
                </c:pt>
                <c:pt idx="29981">
                  <c:v>27.4</c:v>
                </c:pt>
                <c:pt idx="29982">
                  <c:v>27.4</c:v>
                </c:pt>
                <c:pt idx="29983">
                  <c:v>27.4</c:v>
                </c:pt>
                <c:pt idx="29984">
                  <c:v>27.4</c:v>
                </c:pt>
                <c:pt idx="29985">
                  <c:v>27.4</c:v>
                </c:pt>
                <c:pt idx="29986">
                  <c:v>27.4</c:v>
                </c:pt>
                <c:pt idx="29987">
                  <c:v>27.4</c:v>
                </c:pt>
                <c:pt idx="29988">
                  <c:v>27.4</c:v>
                </c:pt>
                <c:pt idx="29989">
                  <c:v>27.4</c:v>
                </c:pt>
                <c:pt idx="29990">
                  <c:v>27.4</c:v>
                </c:pt>
                <c:pt idx="29991">
                  <c:v>27.4</c:v>
                </c:pt>
                <c:pt idx="29992">
                  <c:v>27.4</c:v>
                </c:pt>
                <c:pt idx="29993">
                  <c:v>27.4</c:v>
                </c:pt>
                <c:pt idx="29994">
                  <c:v>27.4</c:v>
                </c:pt>
                <c:pt idx="29995">
                  <c:v>27.4</c:v>
                </c:pt>
                <c:pt idx="29996">
                  <c:v>27.4</c:v>
                </c:pt>
                <c:pt idx="29997">
                  <c:v>27.4</c:v>
                </c:pt>
                <c:pt idx="29998">
                  <c:v>27.4</c:v>
                </c:pt>
                <c:pt idx="29999">
                  <c:v>27.4</c:v>
                </c:pt>
                <c:pt idx="30000">
                  <c:v>27.4</c:v>
                </c:pt>
                <c:pt idx="30001">
                  <c:v>27.4</c:v>
                </c:pt>
                <c:pt idx="30002">
                  <c:v>27.4</c:v>
                </c:pt>
                <c:pt idx="30003">
                  <c:v>27.4</c:v>
                </c:pt>
                <c:pt idx="30004">
                  <c:v>27.4</c:v>
                </c:pt>
                <c:pt idx="30005">
                  <c:v>27.4</c:v>
                </c:pt>
                <c:pt idx="30006">
                  <c:v>27.4</c:v>
                </c:pt>
                <c:pt idx="30007">
                  <c:v>27.4</c:v>
                </c:pt>
                <c:pt idx="30008">
                  <c:v>27.4</c:v>
                </c:pt>
                <c:pt idx="30009">
                  <c:v>27.4</c:v>
                </c:pt>
                <c:pt idx="30010">
                  <c:v>27.4</c:v>
                </c:pt>
                <c:pt idx="30011">
                  <c:v>27.4</c:v>
                </c:pt>
                <c:pt idx="30012">
                  <c:v>27.4</c:v>
                </c:pt>
                <c:pt idx="30013">
                  <c:v>27.4</c:v>
                </c:pt>
                <c:pt idx="30014">
                  <c:v>27.4</c:v>
                </c:pt>
                <c:pt idx="30015">
                  <c:v>27.4</c:v>
                </c:pt>
                <c:pt idx="30016">
                  <c:v>27.4</c:v>
                </c:pt>
                <c:pt idx="30017">
                  <c:v>27.4</c:v>
                </c:pt>
                <c:pt idx="30018">
                  <c:v>27.4</c:v>
                </c:pt>
                <c:pt idx="30019">
                  <c:v>27.4</c:v>
                </c:pt>
                <c:pt idx="30020">
                  <c:v>27.4</c:v>
                </c:pt>
                <c:pt idx="30021">
                  <c:v>27.4</c:v>
                </c:pt>
                <c:pt idx="30022">
                  <c:v>27.4</c:v>
                </c:pt>
                <c:pt idx="30023">
                  <c:v>27.4</c:v>
                </c:pt>
                <c:pt idx="30024">
                  <c:v>27.4</c:v>
                </c:pt>
                <c:pt idx="30025">
                  <c:v>27.4</c:v>
                </c:pt>
                <c:pt idx="30026">
                  <c:v>27.4</c:v>
                </c:pt>
                <c:pt idx="30027">
                  <c:v>27.4</c:v>
                </c:pt>
                <c:pt idx="30028">
                  <c:v>27.4</c:v>
                </c:pt>
                <c:pt idx="30029">
                  <c:v>27.4</c:v>
                </c:pt>
                <c:pt idx="30030">
                  <c:v>27.4</c:v>
                </c:pt>
                <c:pt idx="30031">
                  <c:v>27.4</c:v>
                </c:pt>
                <c:pt idx="30032">
                  <c:v>27.4</c:v>
                </c:pt>
                <c:pt idx="30033">
                  <c:v>27.4</c:v>
                </c:pt>
                <c:pt idx="30034">
                  <c:v>27.4</c:v>
                </c:pt>
                <c:pt idx="30035">
                  <c:v>27.4</c:v>
                </c:pt>
                <c:pt idx="30036">
                  <c:v>27.4</c:v>
                </c:pt>
                <c:pt idx="30037">
                  <c:v>27.4</c:v>
                </c:pt>
                <c:pt idx="30038">
                  <c:v>27.4</c:v>
                </c:pt>
                <c:pt idx="30039">
                  <c:v>27.4</c:v>
                </c:pt>
                <c:pt idx="30040">
                  <c:v>27.4</c:v>
                </c:pt>
                <c:pt idx="30041">
                  <c:v>27.4</c:v>
                </c:pt>
                <c:pt idx="30042">
                  <c:v>27.4</c:v>
                </c:pt>
                <c:pt idx="30043">
                  <c:v>27.35</c:v>
                </c:pt>
                <c:pt idx="30044">
                  <c:v>27.4</c:v>
                </c:pt>
                <c:pt idx="30045">
                  <c:v>27.35</c:v>
                </c:pt>
                <c:pt idx="30046">
                  <c:v>27.35</c:v>
                </c:pt>
                <c:pt idx="30047">
                  <c:v>27.4</c:v>
                </c:pt>
                <c:pt idx="30048">
                  <c:v>27.35</c:v>
                </c:pt>
                <c:pt idx="30049">
                  <c:v>27.35</c:v>
                </c:pt>
                <c:pt idx="30050">
                  <c:v>27.35</c:v>
                </c:pt>
                <c:pt idx="30051">
                  <c:v>27.35</c:v>
                </c:pt>
                <c:pt idx="30052">
                  <c:v>27.35</c:v>
                </c:pt>
                <c:pt idx="30053">
                  <c:v>27.35</c:v>
                </c:pt>
                <c:pt idx="30054">
                  <c:v>27.35</c:v>
                </c:pt>
                <c:pt idx="30055">
                  <c:v>27.35</c:v>
                </c:pt>
                <c:pt idx="30056">
                  <c:v>27.4</c:v>
                </c:pt>
                <c:pt idx="30057">
                  <c:v>27.35</c:v>
                </c:pt>
                <c:pt idx="30058">
                  <c:v>27.35</c:v>
                </c:pt>
                <c:pt idx="30059">
                  <c:v>27.35</c:v>
                </c:pt>
                <c:pt idx="30060">
                  <c:v>27.35</c:v>
                </c:pt>
                <c:pt idx="30061">
                  <c:v>27.35</c:v>
                </c:pt>
                <c:pt idx="30062">
                  <c:v>27.4</c:v>
                </c:pt>
                <c:pt idx="30063">
                  <c:v>27.4</c:v>
                </c:pt>
                <c:pt idx="30064">
                  <c:v>27.4</c:v>
                </c:pt>
                <c:pt idx="30065">
                  <c:v>27.35</c:v>
                </c:pt>
                <c:pt idx="30066">
                  <c:v>27.4</c:v>
                </c:pt>
                <c:pt idx="30067">
                  <c:v>27.35</c:v>
                </c:pt>
                <c:pt idx="30068">
                  <c:v>27.35</c:v>
                </c:pt>
                <c:pt idx="30069">
                  <c:v>27.35</c:v>
                </c:pt>
                <c:pt idx="30070">
                  <c:v>27.35</c:v>
                </c:pt>
                <c:pt idx="30071">
                  <c:v>27.35</c:v>
                </c:pt>
                <c:pt idx="30072">
                  <c:v>27.35</c:v>
                </c:pt>
                <c:pt idx="30073">
                  <c:v>27.35</c:v>
                </c:pt>
                <c:pt idx="30074">
                  <c:v>27.35</c:v>
                </c:pt>
                <c:pt idx="30075">
                  <c:v>27.35</c:v>
                </c:pt>
                <c:pt idx="30076">
                  <c:v>27.35</c:v>
                </c:pt>
                <c:pt idx="30077">
                  <c:v>27.35</c:v>
                </c:pt>
                <c:pt idx="30078">
                  <c:v>27.35</c:v>
                </c:pt>
                <c:pt idx="30079">
                  <c:v>27.35</c:v>
                </c:pt>
                <c:pt idx="30080">
                  <c:v>27.35</c:v>
                </c:pt>
                <c:pt idx="30081">
                  <c:v>27.35</c:v>
                </c:pt>
                <c:pt idx="30082">
                  <c:v>27.35</c:v>
                </c:pt>
                <c:pt idx="30083">
                  <c:v>27.35</c:v>
                </c:pt>
                <c:pt idx="30084">
                  <c:v>27.35</c:v>
                </c:pt>
                <c:pt idx="30085">
                  <c:v>27.35</c:v>
                </c:pt>
                <c:pt idx="30086">
                  <c:v>27.35</c:v>
                </c:pt>
                <c:pt idx="30087">
                  <c:v>27.35</c:v>
                </c:pt>
                <c:pt idx="30088">
                  <c:v>27.35</c:v>
                </c:pt>
                <c:pt idx="30089">
                  <c:v>27.35</c:v>
                </c:pt>
                <c:pt idx="30090">
                  <c:v>27.35</c:v>
                </c:pt>
                <c:pt idx="30091">
                  <c:v>27.35</c:v>
                </c:pt>
                <c:pt idx="30092">
                  <c:v>27.35</c:v>
                </c:pt>
                <c:pt idx="30093">
                  <c:v>27.35</c:v>
                </c:pt>
                <c:pt idx="30094">
                  <c:v>27.35</c:v>
                </c:pt>
                <c:pt idx="30095">
                  <c:v>27.35</c:v>
                </c:pt>
                <c:pt idx="30096">
                  <c:v>27.35</c:v>
                </c:pt>
                <c:pt idx="30097">
                  <c:v>27.35</c:v>
                </c:pt>
                <c:pt idx="30098">
                  <c:v>27.35</c:v>
                </c:pt>
                <c:pt idx="30099">
                  <c:v>27.35</c:v>
                </c:pt>
                <c:pt idx="30100">
                  <c:v>27.35</c:v>
                </c:pt>
                <c:pt idx="30101">
                  <c:v>27.35</c:v>
                </c:pt>
                <c:pt idx="30102">
                  <c:v>27.35</c:v>
                </c:pt>
                <c:pt idx="30103">
                  <c:v>27.35</c:v>
                </c:pt>
                <c:pt idx="30104">
                  <c:v>27.35</c:v>
                </c:pt>
                <c:pt idx="30105">
                  <c:v>27.35</c:v>
                </c:pt>
                <c:pt idx="30106">
                  <c:v>27.35</c:v>
                </c:pt>
                <c:pt idx="30107">
                  <c:v>27.35</c:v>
                </c:pt>
                <c:pt idx="30108">
                  <c:v>27.35</c:v>
                </c:pt>
                <c:pt idx="30109">
                  <c:v>27.35</c:v>
                </c:pt>
                <c:pt idx="30110">
                  <c:v>27.35</c:v>
                </c:pt>
                <c:pt idx="30111">
                  <c:v>27.3</c:v>
                </c:pt>
                <c:pt idx="30112">
                  <c:v>27.3</c:v>
                </c:pt>
                <c:pt idx="30113">
                  <c:v>27.3</c:v>
                </c:pt>
                <c:pt idx="30114">
                  <c:v>27.35</c:v>
                </c:pt>
                <c:pt idx="30115">
                  <c:v>27.3</c:v>
                </c:pt>
                <c:pt idx="30116">
                  <c:v>27.3</c:v>
                </c:pt>
                <c:pt idx="30117">
                  <c:v>27.35</c:v>
                </c:pt>
                <c:pt idx="30118">
                  <c:v>27.35</c:v>
                </c:pt>
                <c:pt idx="30119">
                  <c:v>27.35</c:v>
                </c:pt>
                <c:pt idx="30120">
                  <c:v>27.35</c:v>
                </c:pt>
                <c:pt idx="30121">
                  <c:v>27.3</c:v>
                </c:pt>
                <c:pt idx="30122">
                  <c:v>27.35</c:v>
                </c:pt>
                <c:pt idx="30123">
                  <c:v>27.35</c:v>
                </c:pt>
                <c:pt idx="30124">
                  <c:v>27.3</c:v>
                </c:pt>
                <c:pt idx="30125">
                  <c:v>27.3</c:v>
                </c:pt>
                <c:pt idx="30126">
                  <c:v>27.35</c:v>
                </c:pt>
                <c:pt idx="30127">
                  <c:v>27.35</c:v>
                </c:pt>
                <c:pt idx="30128">
                  <c:v>27.35</c:v>
                </c:pt>
                <c:pt idx="30129">
                  <c:v>27.3</c:v>
                </c:pt>
                <c:pt idx="30130">
                  <c:v>27.35</c:v>
                </c:pt>
                <c:pt idx="30131">
                  <c:v>27.35</c:v>
                </c:pt>
                <c:pt idx="30132">
                  <c:v>27.35</c:v>
                </c:pt>
                <c:pt idx="30133">
                  <c:v>27.35</c:v>
                </c:pt>
                <c:pt idx="30134">
                  <c:v>27.35</c:v>
                </c:pt>
                <c:pt idx="30135">
                  <c:v>27.3</c:v>
                </c:pt>
                <c:pt idx="30136">
                  <c:v>27.35</c:v>
                </c:pt>
                <c:pt idx="30137">
                  <c:v>27.3</c:v>
                </c:pt>
                <c:pt idx="30138">
                  <c:v>27.3</c:v>
                </c:pt>
                <c:pt idx="30139">
                  <c:v>27.3</c:v>
                </c:pt>
                <c:pt idx="30140">
                  <c:v>27.3</c:v>
                </c:pt>
                <c:pt idx="30141">
                  <c:v>27.3</c:v>
                </c:pt>
                <c:pt idx="30142">
                  <c:v>27.35</c:v>
                </c:pt>
                <c:pt idx="30143">
                  <c:v>27.3</c:v>
                </c:pt>
                <c:pt idx="30144">
                  <c:v>27.3</c:v>
                </c:pt>
                <c:pt idx="30145">
                  <c:v>27.3</c:v>
                </c:pt>
                <c:pt idx="30146">
                  <c:v>27.3</c:v>
                </c:pt>
                <c:pt idx="30147">
                  <c:v>27.3</c:v>
                </c:pt>
                <c:pt idx="30148">
                  <c:v>27.3</c:v>
                </c:pt>
                <c:pt idx="30149">
                  <c:v>27.3</c:v>
                </c:pt>
                <c:pt idx="30150">
                  <c:v>27.3</c:v>
                </c:pt>
                <c:pt idx="30151">
                  <c:v>27.3</c:v>
                </c:pt>
                <c:pt idx="30152">
                  <c:v>27.3</c:v>
                </c:pt>
                <c:pt idx="30153">
                  <c:v>27.35</c:v>
                </c:pt>
                <c:pt idx="30154">
                  <c:v>27.35</c:v>
                </c:pt>
                <c:pt idx="30155">
                  <c:v>27.3</c:v>
                </c:pt>
                <c:pt idx="30156">
                  <c:v>27.35</c:v>
                </c:pt>
                <c:pt idx="30157">
                  <c:v>27.3</c:v>
                </c:pt>
                <c:pt idx="30158">
                  <c:v>27.35</c:v>
                </c:pt>
                <c:pt idx="30159">
                  <c:v>27.35</c:v>
                </c:pt>
                <c:pt idx="30160">
                  <c:v>27.3</c:v>
                </c:pt>
                <c:pt idx="30161">
                  <c:v>27.35</c:v>
                </c:pt>
                <c:pt idx="30162">
                  <c:v>27.35</c:v>
                </c:pt>
                <c:pt idx="30163">
                  <c:v>27.3</c:v>
                </c:pt>
                <c:pt idx="30164">
                  <c:v>27.35</c:v>
                </c:pt>
                <c:pt idx="30165">
                  <c:v>27.35</c:v>
                </c:pt>
                <c:pt idx="30166">
                  <c:v>27.3</c:v>
                </c:pt>
                <c:pt idx="30167">
                  <c:v>27.35</c:v>
                </c:pt>
                <c:pt idx="30168">
                  <c:v>27.3</c:v>
                </c:pt>
                <c:pt idx="30169">
                  <c:v>27.35</c:v>
                </c:pt>
                <c:pt idx="30170">
                  <c:v>27.35</c:v>
                </c:pt>
                <c:pt idx="30171">
                  <c:v>27.3</c:v>
                </c:pt>
                <c:pt idx="30172">
                  <c:v>27.35</c:v>
                </c:pt>
                <c:pt idx="30173">
                  <c:v>27.3</c:v>
                </c:pt>
                <c:pt idx="30174">
                  <c:v>27.3</c:v>
                </c:pt>
                <c:pt idx="30175">
                  <c:v>27.3</c:v>
                </c:pt>
                <c:pt idx="30176">
                  <c:v>27.3</c:v>
                </c:pt>
                <c:pt idx="30177">
                  <c:v>27.3</c:v>
                </c:pt>
                <c:pt idx="30178">
                  <c:v>27.3</c:v>
                </c:pt>
                <c:pt idx="30179">
                  <c:v>27.3</c:v>
                </c:pt>
                <c:pt idx="30180">
                  <c:v>27.3</c:v>
                </c:pt>
                <c:pt idx="30181">
                  <c:v>27.3</c:v>
                </c:pt>
                <c:pt idx="30182">
                  <c:v>27.35</c:v>
                </c:pt>
                <c:pt idx="30183">
                  <c:v>27.3</c:v>
                </c:pt>
                <c:pt idx="30184">
                  <c:v>27.3</c:v>
                </c:pt>
                <c:pt idx="30185">
                  <c:v>27.3</c:v>
                </c:pt>
                <c:pt idx="30186">
                  <c:v>27.3</c:v>
                </c:pt>
                <c:pt idx="30187">
                  <c:v>27.3</c:v>
                </c:pt>
                <c:pt idx="30188">
                  <c:v>27.3</c:v>
                </c:pt>
                <c:pt idx="30189">
                  <c:v>27.3</c:v>
                </c:pt>
                <c:pt idx="30190">
                  <c:v>27.3</c:v>
                </c:pt>
                <c:pt idx="30191">
                  <c:v>27.3</c:v>
                </c:pt>
                <c:pt idx="30192">
                  <c:v>27.3</c:v>
                </c:pt>
                <c:pt idx="30193">
                  <c:v>27.3</c:v>
                </c:pt>
                <c:pt idx="30194">
                  <c:v>27.3</c:v>
                </c:pt>
                <c:pt idx="30195">
                  <c:v>27.3</c:v>
                </c:pt>
                <c:pt idx="30196">
                  <c:v>27.3</c:v>
                </c:pt>
                <c:pt idx="30197">
                  <c:v>27.3</c:v>
                </c:pt>
                <c:pt idx="30198">
                  <c:v>27.3</c:v>
                </c:pt>
                <c:pt idx="30199">
                  <c:v>27.3</c:v>
                </c:pt>
                <c:pt idx="30200">
                  <c:v>27.3</c:v>
                </c:pt>
                <c:pt idx="30201">
                  <c:v>27.3</c:v>
                </c:pt>
                <c:pt idx="30202">
                  <c:v>27.3</c:v>
                </c:pt>
                <c:pt idx="30203">
                  <c:v>27.3</c:v>
                </c:pt>
                <c:pt idx="30204">
                  <c:v>27.3</c:v>
                </c:pt>
                <c:pt idx="30205">
                  <c:v>27.3</c:v>
                </c:pt>
                <c:pt idx="30206">
                  <c:v>27.3</c:v>
                </c:pt>
                <c:pt idx="30207">
                  <c:v>27.3</c:v>
                </c:pt>
                <c:pt idx="30208">
                  <c:v>27.3</c:v>
                </c:pt>
                <c:pt idx="30209">
                  <c:v>27.3</c:v>
                </c:pt>
                <c:pt idx="30210">
                  <c:v>27.3</c:v>
                </c:pt>
                <c:pt idx="30211">
                  <c:v>27.3</c:v>
                </c:pt>
                <c:pt idx="30212">
                  <c:v>27.3</c:v>
                </c:pt>
                <c:pt idx="30213">
                  <c:v>27.3</c:v>
                </c:pt>
                <c:pt idx="30214">
                  <c:v>27.3</c:v>
                </c:pt>
                <c:pt idx="30215">
                  <c:v>27.3</c:v>
                </c:pt>
                <c:pt idx="30216">
                  <c:v>27.3</c:v>
                </c:pt>
                <c:pt idx="30217">
                  <c:v>27.3</c:v>
                </c:pt>
                <c:pt idx="30218">
                  <c:v>27.3</c:v>
                </c:pt>
                <c:pt idx="30219">
                  <c:v>27.3</c:v>
                </c:pt>
                <c:pt idx="30220">
                  <c:v>27.3</c:v>
                </c:pt>
                <c:pt idx="30221">
                  <c:v>27.3</c:v>
                </c:pt>
                <c:pt idx="30222">
                  <c:v>27.3</c:v>
                </c:pt>
                <c:pt idx="30223">
                  <c:v>27.3</c:v>
                </c:pt>
                <c:pt idx="30224">
                  <c:v>27.3</c:v>
                </c:pt>
                <c:pt idx="30225">
                  <c:v>27.3</c:v>
                </c:pt>
                <c:pt idx="30226">
                  <c:v>27.3</c:v>
                </c:pt>
                <c:pt idx="30227">
                  <c:v>27.3</c:v>
                </c:pt>
                <c:pt idx="30228">
                  <c:v>27.3</c:v>
                </c:pt>
                <c:pt idx="30229">
                  <c:v>27.3</c:v>
                </c:pt>
                <c:pt idx="30230">
                  <c:v>27.3</c:v>
                </c:pt>
                <c:pt idx="30231">
                  <c:v>27.3</c:v>
                </c:pt>
                <c:pt idx="30232">
                  <c:v>27.3</c:v>
                </c:pt>
                <c:pt idx="30233">
                  <c:v>27.3</c:v>
                </c:pt>
                <c:pt idx="30234">
                  <c:v>27.3</c:v>
                </c:pt>
                <c:pt idx="30235">
                  <c:v>27.3</c:v>
                </c:pt>
                <c:pt idx="30236">
                  <c:v>27.3</c:v>
                </c:pt>
                <c:pt idx="30237">
                  <c:v>27.3</c:v>
                </c:pt>
                <c:pt idx="30238">
                  <c:v>27.3</c:v>
                </c:pt>
                <c:pt idx="30239">
                  <c:v>27.3</c:v>
                </c:pt>
                <c:pt idx="30240">
                  <c:v>27.3</c:v>
                </c:pt>
                <c:pt idx="30241">
                  <c:v>27.3</c:v>
                </c:pt>
                <c:pt idx="30242">
                  <c:v>27.3</c:v>
                </c:pt>
                <c:pt idx="30243">
                  <c:v>27.3</c:v>
                </c:pt>
                <c:pt idx="30244">
                  <c:v>27.3</c:v>
                </c:pt>
                <c:pt idx="30245">
                  <c:v>27.3</c:v>
                </c:pt>
                <c:pt idx="30246">
                  <c:v>27.3</c:v>
                </c:pt>
                <c:pt idx="30247">
                  <c:v>27.3</c:v>
                </c:pt>
                <c:pt idx="30248">
                  <c:v>27.3</c:v>
                </c:pt>
                <c:pt idx="30249">
                  <c:v>27.3</c:v>
                </c:pt>
                <c:pt idx="30250">
                  <c:v>27.3</c:v>
                </c:pt>
                <c:pt idx="30251">
                  <c:v>27.3</c:v>
                </c:pt>
                <c:pt idx="30252">
                  <c:v>27.3</c:v>
                </c:pt>
                <c:pt idx="30253">
                  <c:v>27.3</c:v>
                </c:pt>
                <c:pt idx="30254">
                  <c:v>27.3</c:v>
                </c:pt>
                <c:pt idx="30255">
                  <c:v>27.3</c:v>
                </c:pt>
                <c:pt idx="30256">
                  <c:v>27.3</c:v>
                </c:pt>
                <c:pt idx="30257">
                  <c:v>27.3</c:v>
                </c:pt>
                <c:pt idx="30258">
                  <c:v>27.3</c:v>
                </c:pt>
                <c:pt idx="30259">
                  <c:v>27.3</c:v>
                </c:pt>
                <c:pt idx="30260">
                  <c:v>27.3</c:v>
                </c:pt>
                <c:pt idx="30261">
                  <c:v>27.3</c:v>
                </c:pt>
                <c:pt idx="30262">
                  <c:v>27.3</c:v>
                </c:pt>
                <c:pt idx="30263">
                  <c:v>27.3</c:v>
                </c:pt>
                <c:pt idx="30264">
                  <c:v>27.3</c:v>
                </c:pt>
                <c:pt idx="30265">
                  <c:v>27.3</c:v>
                </c:pt>
                <c:pt idx="30266">
                  <c:v>27.3</c:v>
                </c:pt>
                <c:pt idx="30267">
                  <c:v>27.3</c:v>
                </c:pt>
                <c:pt idx="30268">
                  <c:v>27.3</c:v>
                </c:pt>
                <c:pt idx="30269">
                  <c:v>27.3</c:v>
                </c:pt>
                <c:pt idx="30270">
                  <c:v>27.3</c:v>
                </c:pt>
                <c:pt idx="30271">
                  <c:v>27.3</c:v>
                </c:pt>
                <c:pt idx="30272">
                  <c:v>27.3</c:v>
                </c:pt>
                <c:pt idx="30273">
                  <c:v>27.3</c:v>
                </c:pt>
                <c:pt idx="30274">
                  <c:v>27.3</c:v>
                </c:pt>
                <c:pt idx="30275">
                  <c:v>27.3</c:v>
                </c:pt>
                <c:pt idx="30276">
                  <c:v>27.3</c:v>
                </c:pt>
                <c:pt idx="30277">
                  <c:v>27.3</c:v>
                </c:pt>
                <c:pt idx="30278">
                  <c:v>27.3</c:v>
                </c:pt>
                <c:pt idx="30279">
                  <c:v>27.3</c:v>
                </c:pt>
                <c:pt idx="30280">
                  <c:v>27.3</c:v>
                </c:pt>
                <c:pt idx="30281">
                  <c:v>27.3</c:v>
                </c:pt>
                <c:pt idx="30282">
                  <c:v>27.3</c:v>
                </c:pt>
                <c:pt idx="30283">
                  <c:v>27.3</c:v>
                </c:pt>
                <c:pt idx="30284">
                  <c:v>27.3</c:v>
                </c:pt>
                <c:pt idx="30285">
                  <c:v>27.3</c:v>
                </c:pt>
                <c:pt idx="30286">
                  <c:v>27.3</c:v>
                </c:pt>
                <c:pt idx="30287">
                  <c:v>27.3</c:v>
                </c:pt>
                <c:pt idx="30288">
                  <c:v>27.3</c:v>
                </c:pt>
                <c:pt idx="30289">
                  <c:v>27.3</c:v>
                </c:pt>
                <c:pt idx="30290">
                  <c:v>27.3</c:v>
                </c:pt>
                <c:pt idx="30291">
                  <c:v>27.3</c:v>
                </c:pt>
                <c:pt idx="30292">
                  <c:v>27.3</c:v>
                </c:pt>
                <c:pt idx="30293">
                  <c:v>27.25</c:v>
                </c:pt>
                <c:pt idx="30294">
                  <c:v>27.3</c:v>
                </c:pt>
                <c:pt idx="30295">
                  <c:v>27.3</c:v>
                </c:pt>
                <c:pt idx="30296">
                  <c:v>27.3</c:v>
                </c:pt>
                <c:pt idx="30297">
                  <c:v>27.3</c:v>
                </c:pt>
                <c:pt idx="30298">
                  <c:v>27.25</c:v>
                </c:pt>
                <c:pt idx="30299">
                  <c:v>27.3</c:v>
                </c:pt>
                <c:pt idx="30300">
                  <c:v>27.25</c:v>
                </c:pt>
                <c:pt idx="30301">
                  <c:v>27.25</c:v>
                </c:pt>
                <c:pt idx="30302">
                  <c:v>27.25</c:v>
                </c:pt>
                <c:pt idx="30303">
                  <c:v>27.25</c:v>
                </c:pt>
                <c:pt idx="30304">
                  <c:v>27.25</c:v>
                </c:pt>
                <c:pt idx="30305">
                  <c:v>27.25</c:v>
                </c:pt>
                <c:pt idx="30306">
                  <c:v>27.25</c:v>
                </c:pt>
                <c:pt idx="30307">
                  <c:v>27.25</c:v>
                </c:pt>
                <c:pt idx="30308">
                  <c:v>27.25</c:v>
                </c:pt>
                <c:pt idx="30309">
                  <c:v>27.25</c:v>
                </c:pt>
                <c:pt idx="30310">
                  <c:v>27.25</c:v>
                </c:pt>
                <c:pt idx="30311">
                  <c:v>27.25</c:v>
                </c:pt>
                <c:pt idx="30312">
                  <c:v>27.25</c:v>
                </c:pt>
                <c:pt idx="30313">
                  <c:v>27.25</c:v>
                </c:pt>
                <c:pt idx="30314">
                  <c:v>27.25</c:v>
                </c:pt>
                <c:pt idx="30315">
                  <c:v>27.25</c:v>
                </c:pt>
                <c:pt idx="30316">
                  <c:v>27.25</c:v>
                </c:pt>
                <c:pt idx="30317">
                  <c:v>27.25</c:v>
                </c:pt>
                <c:pt idx="30318">
                  <c:v>27.25</c:v>
                </c:pt>
                <c:pt idx="30319">
                  <c:v>27.25</c:v>
                </c:pt>
                <c:pt idx="30320">
                  <c:v>27.25</c:v>
                </c:pt>
                <c:pt idx="30321">
                  <c:v>27.25</c:v>
                </c:pt>
                <c:pt idx="30322">
                  <c:v>27.25</c:v>
                </c:pt>
                <c:pt idx="30323">
                  <c:v>27.25</c:v>
                </c:pt>
                <c:pt idx="30324">
                  <c:v>27.25</c:v>
                </c:pt>
                <c:pt idx="30325">
                  <c:v>27.25</c:v>
                </c:pt>
                <c:pt idx="30326">
                  <c:v>27.25</c:v>
                </c:pt>
                <c:pt idx="30327">
                  <c:v>27.25</c:v>
                </c:pt>
                <c:pt idx="30328">
                  <c:v>27.25</c:v>
                </c:pt>
                <c:pt idx="30329">
                  <c:v>27.25</c:v>
                </c:pt>
                <c:pt idx="30330">
                  <c:v>27.25</c:v>
                </c:pt>
                <c:pt idx="30331">
                  <c:v>27.25</c:v>
                </c:pt>
                <c:pt idx="30332">
                  <c:v>27.25</c:v>
                </c:pt>
                <c:pt idx="30333">
                  <c:v>27.25</c:v>
                </c:pt>
                <c:pt idx="30334">
                  <c:v>27.25</c:v>
                </c:pt>
                <c:pt idx="30335">
                  <c:v>27.25</c:v>
                </c:pt>
                <c:pt idx="30336">
                  <c:v>27.25</c:v>
                </c:pt>
                <c:pt idx="30337">
                  <c:v>27.25</c:v>
                </c:pt>
                <c:pt idx="30338">
                  <c:v>27.25</c:v>
                </c:pt>
                <c:pt idx="30339">
                  <c:v>27.25</c:v>
                </c:pt>
                <c:pt idx="30340">
                  <c:v>27.25</c:v>
                </c:pt>
                <c:pt idx="30341">
                  <c:v>27.25</c:v>
                </c:pt>
                <c:pt idx="30342">
                  <c:v>27.25</c:v>
                </c:pt>
                <c:pt idx="30343">
                  <c:v>27.25</c:v>
                </c:pt>
                <c:pt idx="30344">
                  <c:v>27.25</c:v>
                </c:pt>
                <c:pt idx="30345">
                  <c:v>27.25</c:v>
                </c:pt>
                <c:pt idx="30346">
                  <c:v>27.25</c:v>
                </c:pt>
                <c:pt idx="30347">
                  <c:v>27.25</c:v>
                </c:pt>
                <c:pt idx="30348">
                  <c:v>27.25</c:v>
                </c:pt>
                <c:pt idx="30349">
                  <c:v>27.25</c:v>
                </c:pt>
                <c:pt idx="30350">
                  <c:v>27.25</c:v>
                </c:pt>
                <c:pt idx="30351">
                  <c:v>27.25</c:v>
                </c:pt>
                <c:pt idx="30352">
                  <c:v>27.25</c:v>
                </c:pt>
                <c:pt idx="30353">
                  <c:v>27.25</c:v>
                </c:pt>
                <c:pt idx="30354">
                  <c:v>27.25</c:v>
                </c:pt>
                <c:pt idx="30355">
                  <c:v>27.25</c:v>
                </c:pt>
                <c:pt idx="30356">
                  <c:v>27.25</c:v>
                </c:pt>
                <c:pt idx="30357">
                  <c:v>27.25</c:v>
                </c:pt>
                <c:pt idx="30358">
                  <c:v>27.25</c:v>
                </c:pt>
                <c:pt idx="30359">
                  <c:v>27.25</c:v>
                </c:pt>
                <c:pt idx="30360">
                  <c:v>27.25</c:v>
                </c:pt>
                <c:pt idx="30361">
                  <c:v>27.25</c:v>
                </c:pt>
                <c:pt idx="30362">
                  <c:v>27.25</c:v>
                </c:pt>
                <c:pt idx="30363">
                  <c:v>27.25</c:v>
                </c:pt>
                <c:pt idx="30364">
                  <c:v>27.25</c:v>
                </c:pt>
                <c:pt idx="30365">
                  <c:v>27.25</c:v>
                </c:pt>
                <c:pt idx="30366">
                  <c:v>27.25</c:v>
                </c:pt>
                <c:pt idx="30367">
                  <c:v>27.25</c:v>
                </c:pt>
                <c:pt idx="30368">
                  <c:v>27.25</c:v>
                </c:pt>
                <c:pt idx="30369">
                  <c:v>27.25</c:v>
                </c:pt>
                <c:pt idx="30370">
                  <c:v>27.25</c:v>
                </c:pt>
                <c:pt idx="30371">
                  <c:v>27.25</c:v>
                </c:pt>
                <c:pt idx="30372">
                  <c:v>27.25</c:v>
                </c:pt>
                <c:pt idx="30373">
                  <c:v>27.25</c:v>
                </c:pt>
                <c:pt idx="30374">
                  <c:v>27.25</c:v>
                </c:pt>
                <c:pt idx="30375">
                  <c:v>27.25</c:v>
                </c:pt>
                <c:pt idx="30376">
                  <c:v>27.25</c:v>
                </c:pt>
                <c:pt idx="30377">
                  <c:v>27.25</c:v>
                </c:pt>
                <c:pt idx="30378">
                  <c:v>27.25</c:v>
                </c:pt>
                <c:pt idx="30379">
                  <c:v>27.25</c:v>
                </c:pt>
                <c:pt idx="30380">
                  <c:v>27.25</c:v>
                </c:pt>
                <c:pt idx="30381">
                  <c:v>27.25</c:v>
                </c:pt>
                <c:pt idx="30382">
                  <c:v>27.25</c:v>
                </c:pt>
                <c:pt idx="30383">
                  <c:v>27.25</c:v>
                </c:pt>
                <c:pt idx="30384">
                  <c:v>27.25</c:v>
                </c:pt>
                <c:pt idx="30385">
                  <c:v>27.2</c:v>
                </c:pt>
                <c:pt idx="30386">
                  <c:v>27.25</c:v>
                </c:pt>
                <c:pt idx="30387">
                  <c:v>27.25</c:v>
                </c:pt>
                <c:pt idx="30388">
                  <c:v>27.25</c:v>
                </c:pt>
                <c:pt idx="30389">
                  <c:v>27.2</c:v>
                </c:pt>
                <c:pt idx="30390">
                  <c:v>27.25</c:v>
                </c:pt>
                <c:pt idx="30391">
                  <c:v>27.2</c:v>
                </c:pt>
                <c:pt idx="30392">
                  <c:v>27.2</c:v>
                </c:pt>
                <c:pt idx="30393">
                  <c:v>27.2</c:v>
                </c:pt>
                <c:pt idx="30394">
                  <c:v>27.2</c:v>
                </c:pt>
                <c:pt idx="30395">
                  <c:v>27.2</c:v>
                </c:pt>
                <c:pt idx="30396">
                  <c:v>27.2</c:v>
                </c:pt>
                <c:pt idx="30397">
                  <c:v>27.2</c:v>
                </c:pt>
                <c:pt idx="30398">
                  <c:v>27.2</c:v>
                </c:pt>
                <c:pt idx="30399">
                  <c:v>27.2</c:v>
                </c:pt>
                <c:pt idx="30400">
                  <c:v>27.2</c:v>
                </c:pt>
                <c:pt idx="30401">
                  <c:v>27.2</c:v>
                </c:pt>
                <c:pt idx="30402">
                  <c:v>27.2</c:v>
                </c:pt>
                <c:pt idx="30403">
                  <c:v>27.2</c:v>
                </c:pt>
                <c:pt idx="30404">
                  <c:v>27.2</c:v>
                </c:pt>
                <c:pt idx="30405">
                  <c:v>27.2</c:v>
                </c:pt>
                <c:pt idx="30406">
                  <c:v>27.2</c:v>
                </c:pt>
                <c:pt idx="30407">
                  <c:v>27.2</c:v>
                </c:pt>
                <c:pt idx="30408">
                  <c:v>27.2</c:v>
                </c:pt>
                <c:pt idx="30409">
                  <c:v>27.2</c:v>
                </c:pt>
                <c:pt idx="30410">
                  <c:v>27.2</c:v>
                </c:pt>
                <c:pt idx="30411">
                  <c:v>27.2</c:v>
                </c:pt>
                <c:pt idx="30412">
                  <c:v>27.2</c:v>
                </c:pt>
                <c:pt idx="30413">
                  <c:v>27.2</c:v>
                </c:pt>
                <c:pt idx="30414">
                  <c:v>27.2</c:v>
                </c:pt>
                <c:pt idx="30415">
                  <c:v>27.2</c:v>
                </c:pt>
                <c:pt idx="30416">
                  <c:v>27.2</c:v>
                </c:pt>
                <c:pt idx="30417">
                  <c:v>27.2</c:v>
                </c:pt>
                <c:pt idx="30418">
                  <c:v>27.2</c:v>
                </c:pt>
                <c:pt idx="30419">
                  <c:v>27.2</c:v>
                </c:pt>
                <c:pt idx="30420">
                  <c:v>27.2</c:v>
                </c:pt>
                <c:pt idx="30421">
                  <c:v>27.2</c:v>
                </c:pt>
                <c:pt idx="30422">
                  <c:v>27.2</c:v>
                </c:pt>
                <c:pt idx="30423">
                  <c:v>27.2</c:v>
                </c:pt>
                <c:pt idx="30424">
                  <c:v>27.2</c:v>
                </c:pt>
                <c:pt idx="30425">
                  <c:v>27.2</c:v>
                </c:pt>
                <c:pt idx="30426">
                  <c:v>27.2</c:v>
                </c:pt>
                <c:pt idx="30427">
                  <c:v>27.2</c:v>
                </c:pt>
                <c:pt idx="30428">
                  <c:v>27.2</c:v>
                </c:pt>
                <c:pt idx="30429">
                  <c:v>27.2</c:v>
                </c:pt>
                <c:pt idx="30430">
                  <c:v>27.2</c:v>
                </c:pt>
                <c:pt idx="30431">
                  <c:v>27.2</c:v>
                </c:pt>
                <c:pt idx="30432">
                  <c:v>27.2</c:v>
                </c:pt>
                <c:pt idx="30433">
                  <c:v>27.2</c:v>
                </c:pt>
                <c:pt idx="30434">
                  <c:v>27.2</c:v>
                </c:pt>
                <c:pt idx="30435">
                  <c:v>27.2</c:v>
                </c:pt>
                <c:pt idx="30436">
                  <c:v>27.2</c:v>
                </c:pt>
                <c:pt idx="30437">
                  <c:v>27.2</c:v>
                </c:pt>
                <c:pt idx="30438">
                  <c:v>27.2</c:v>
                </c:pt>
                <c:pt idx="30439">
                  <c:v>27.2</c:v>
                </c:pt>
                <c:pt idx="30440">
                  <c:v>27.2</c:v>
                </c:pt>
                <c:pt idx="30441">
                  <c:v>27.2</c:v>
                </c:pt>
                <c:pt idx="30442">
                  <c:v>27.2</c:v>
                </c:pt>
                <c:pt idx="30443">
                  <c:v>27.2</c:v>
                </c:pt>
                <c:pt idx="30444">
                  <c:v>27.2</c:v>
                </c:pt>
                <c:pt idx="30445">
                  <c:v>27.2</c:v>
                </c:pt>
                <c:pt idx="30446">
                  <c:v>27.2</c:v>
                </c:pt>
                <c:pt idx="30447">
                  <c:v>27.2</c:v>
                </c:pt>
                <c:pt idx="30448">
                  <c:v>27.2</c:v>
                </c:pt>
                <c:pt idx="30449">
                  <c:v>27.2</c:v>
                </c:pt>
                <c:pt idx="30450">
                  <c:v>27.2</c:v>
                </c:pt>
                <c:pt idx="30451">
                  <c:v>27.2</c:v>
                </c:pt>
                <c:pt idx="30452">
                  <c:v>27.2</c:v>
                </c:pt>
                <c:pt idx="30453">
                  <c:v>27.2</c:v>
                </c:pt>
                <c:pt idx="30454">
                  <c:v>27.2</c:v>
                </c:pt>
                <c:pt idx="30455">
                  <c:v>27.2</c:v>
                </c:pt>
                <c:pt idx="30456">
                  <c:v>27.2</c:v>
                </c:pt>
                <c:pt idx="30457">
                  <c:v>27.2</c:v>
                </c:pt>
                <c:pt idx="30458">
                  <c:v>27.2</c:v>
                </c:pt>
                <c:pt idx="30459">
                  <c:v>27.2</c:v>
                </c:pt>
                <c:pt idx="30460">
                  <c:v>27.2</c:v>
                </c:pt>
                <c:pt idx="30461">
                  <c:v>27.2</c:v>
                </c:pt>
                <c:pt idx="30462">
                  <c:v>27.2</c:v>
                </c:pt>
                <c:pt idx="30463">
                  <c:v>27.2</c:v>
                </c:pt>
                <c:pt idx="30464">
                  <c:v>27.2</c:v>
                </c:pt>
                <c:pt idx="30465">
                  <c:v>27.2</c:v>
                </c:pt>
                <c:pt idx="30466">
                  <c:v>27.2</c:v>
                </c:pt>
                <c:pt idx="30467">
                  <c:v>27.2</c:v>
                </c:pt>
                <c:pt idx="30468">
                  <c:v>27.2</c:v>
                </c:pt>
                <c:pt idx="30469">
                  <c:v>27.2</c:v>
                </c:pt>
                <c:pt idx="30470">
                  <c:v>27.2</c:v>
                </c:pt>
                <c:pt idx="30471">
                  <c:v>27.2</c:v>
                </c:pt>
                <c:pt idx="30472">
                  <c:v>27.2</c:v>
                </c:pt>
                <c:pt idx="30473">
                  <c:v>27.2</c:v>
                </c:pt>
                <c:pt idx="30474">
                  <c:v>27.2</c:v>
                </c:pt>
                <c:pt idx="30475">
                  <c:v>27.2</c:v>
                </c:pt>
                <c:pt idx="30476">
                  <c:v>27.2</c:v>
                </c:pt>
                <c:pt idx="30477">
                  <c:v>27.2</c:v>
                </c:pt>
                <c:pt idx="30478">
                  <c:v>27.2</c:v>
                </c:pt>
                <c:pt idx="30479">
                  <c:v>27.2</c:v>
                </c:pt>
                <c:pt idx="30480">
                  <c:v>27.2</c:v>
                </c:pt>
                <c:pt idx="30481">
                  <c:v>27.2</c:v>
                </c:pt>
                <c:pt idx="30482">
                  <c:v>27.15</c:v>
                </c:pt>
                <c:pt idx="30483">
                  <c:v>27.2</c:v>
                </c:pt>
                <c:pt idx="30484">
                  <c:v>27.15</c:v>
                </c:pt>
                <c:pt idx="30485">
                  <c:v>27.15</c:v>
                </c:pt>
                <c:pt idx="30486">
                  <c:v>27.15</c:v>
                </c:pt>
                <c:pt idx="30487">
                  <c:v>27.15</c:v>
                </c:pt>
                <c:pt idx="30488">
                  <c:v>27.15</c:v>
                </c:pt>
                <c:pt idx="30489">
                  <c:v>27.15</c:v>
                </c:pt>
                <c:pt idx="30490">
                  <c:v>27.15</c:v>
                </c:pt>
                <c:pt idx="30491">
                  <c:v>27.15</c:v>
                </c:pt>
                <c:pt idx="30492">
                  <c:v>27.15</c:v>
                </c:pt>
                <c:pt idx="30493">
                  <c:v>27.2</c:v>
                </c:pt>
                <c:pt idx="30494">
                  <c:v>27.15</c:v>
                </c:pt>
                <c:pt idx="30495">
                  <c:v>27.2</c:v>
                </c:pt>
                <c:pt idx="30496">
                  <c:v>27.2</c:v>
                </c:pt>
                <c:pt idx="30497">
                  <c:v>27.2</c:v>
                </c:pt>
                <c:pt idx="30498">
                  <c:v>27.2</c:v>
                </c:pt>
                <c:pt idx="30499">
                  <c:v>27.2</c:v>
                </c:pt>
                <c:pt idx="30500">
                  <c:v>27.2</c:v>
                </c:pt>
                <c:pt idx="30501">
                  <c:v>27.2</c:v>
                </c:pt>
                <c:pt idx="30502">
                  <c:v>27.2</c:v>
                </c:pt>
                <c:pt idx="30503">
                  <c:v>27.2</c:v>
                </c:pt>
                <c:pt idx="30504">
                  <c:v>27.2</c:v>
                </c:pt>
                <c:pt idx="30505">
                  <c:v>27.2</c:v>
                </c:pt>
                <c:pt idx="30506">
                  <c:v>27.15</c:v>
                </c:pt>
                <c:pt idx="30507">
                  <c:v>27.15</c:v>
                </c:pt>
                <c:pt idx="30508">
                  <c:v>27.15</c:v>
                </c:pt>
                <c:pt idx="30509">
                  <c:v>27.15</c:v>
                </c:pt>
                <c:pt idx="30510">
                  <c:v>27.15</c:v>
                </c:pt>
                <c:pt idx="30511">
                  <c:v>27.15</c:v>
                </c:pt>
                <c:pt idx="30512">
                  <c:v>27.15</c:v>
                </c:pt>
                <c:pt idx="30513">
                  <c:v>27.15</c:v>
                </c:pt>
                <c:pt idx="30514">
                  <c:v>27.15</c:v>
                </c:pt>
                <c:pt idx="30515">
                  <c:v>27.15</c:v>
                </c:pt>
                <c:pt idx="30516">
                  <c:v>27.15</c:v>
                </c:pt>
                <c:pt idx="30517">
                  <c:v>27.15</c:v>
                </c:pt>
                <c:pt idx="30518">
                  <c:v>27.15</c:v>
                </c:pt>
                <c:pt idx="30519">
                  <c:v>27.15</c:v>
                </c:pt>
                <c:pt idx="30520">
                  <c:v>27.15</c:v>
                </c:pt>
                <c:pt idx="30521">
                  <c:v>27.15</c:v>
                </c:pt>
                <c:pt idx="30522">
                  <c:v>27.15</c:v>
                </c:pt>
                <c:pt idx="30523">
                  <c:v>27.15</c:v>
                </c:pt>
                <c:pt idx="30524">
                  <c:v>27.15</c:v>
                </c:pt>
                <c:pt idx="30525">
                  <c:v>27.15</c:v>
                </c:pt>
                <c:pt idx="30526">
                  <c:v>27.15</c:v>
                </c:pt>
                <c:pt idx="30527">
                  <c:v>27.15</c:v>
                </c:pt>
                <c:pt idx="30528">
                  <c:v>27.15</c:v>
                </c:pt>
                <c:pt idx="30529">
                  <c:v>27.15</c:v>
                </c:pt>
                <c:pt idx="30530">
                  <c:v>27.15</c:v>
                </c:pt>
                <c:pt idx="30531">
                  <c:v>27.15</c:v>
                </c:pt>
                <c:pt idx="30532">
                  <c:v>27.15</c:v>
                </c:pt>
                <c:pt idx="30533">
                  <c:v>27.15</c:v>
                </c:pt>
                <c:pt idx="30534">
                  <c:v>27.15</c:v>
                </c:pt>
                <c:pt idx="30535">
                  <c:v>27.15</c:v>
                </c:pt>
                <c:pt idx="30536">
                  <c:v>27.15</c:v>
                </c:pt>
                <c:pt idx="30537">
                  <c:v>27.15</c:v>
                </c:pt>
                <c:pt idx="30538">
                  <c:v>27.15</c:v>
                </c:pt>
                <c:pt idx="30539">
                  <c:v>27.15</c:v>
                </c:pt>
                <c:pt idx="30540">
                  <c:v>27.15</c:v>
                </c:pt>
                <c:pt idx="30541">
                  <c:v>27.15</c:v>
                </c:pt>
                <c:pt idx="30542">
                  <c:v>27.15</c:v>
                </c:pt>
                <c:pt idx="30543">
                  <c:v>27.15</c:v>
                </c:pt>
                <c:pt idx="30544">
                  <c:v>27.15</c:v>
                </c:pt>
                <c:pt idx="30545">
                  <c:v>27.15</c:v>
                </c:pt>
                <c:pt idx="30546">
                  <c:v>27.15</c:v>
                </c:pt>
                <c:pt idx="30547">
                  <c:v>27.15</c:v>
                </c:pt>
                <c:pt idx="30548">
                  <c:v>27.15</c:v>
                </c:pt>
                <c:pt idx="30549">
                  <c:v>27.15</c:v>
                </c:pt>
                <c:pt idx="30550">
                  <c:v>27.15</c:v>
                </c:pt>
                <c:pt idx="30551">
                  <c:v>27.15</c:v>
                </c:pt>
                <c:pt idx="30552">
                  <c:v>27.15</c:v>
                </c:pt>
                <c:pt idx="30553">
                  <c:v>27.15</c:v>
                </c:pt>
                <c:pt idx="30554">
                  <c:v>27.15</c:v>
                </c:pt>
                <c:pt idx="30555">
                  <c:v>27.15</c:v>
                </c:pt>
                <c:pt idx="30556">
                  <c:v>27.15</c:v>
                </c:pt>
                <c:pt idx="30557">
                  <c:v>27.2</c:v>
                </c:pt>
                <c:pt idx="30558">
                  <c:v>27.2</c:v>
                </c:pt>
                <c:pt idx="30559">
                  <c:v>27.15</c:v>
                </c:pt>
                <c:pt idx="30560">
                  <c:v>27.15</c:v>
                </c:pt>
                <c:pt idx="30561">
                  <c:v>27.2</c:v>
                </c:pt>
                <c:pt idx="30562">
                  <c:v>27.2</c:v>
                </c:pt>
                <c:pt idx="30563">
                  <c:v>27.2</c:v>
                </c:pt>
                <c:pt idx="30564">
                  <c:v>27.2</c:v>
                </c:pt>
                <c:pt idx="30565">
                  <c:v>27.15</c:v>
                </c:pt>
                <c:pt idx="30566">
                  <c:v>27.15</c:v>
                </c:pt>
                <c:pt idx="30567">
                  <c:v>27.15</c:v>
                </c:pt>
                <c:pt idx="30568">
                  <c:v>27.15</c:v>
                </c:pt>
                <c:pt idx="30569">
                  <c:v>27.15</c:v>
                </c:pt>
                <c:pt idx="30570">
                  <c:v>27.15</c:v>
                </c:pt>
                <c:pt idx="30571">
                  <c:v>27.15</c:v>
                </c:pt>
                <c:pt idx="30572">
                  <c:v>27.15</c:v>
                </c:pt>
                <c:pt idx="30573">
                  <c:v>27.15</c:v>
                </c:pt>
                <c:pt idx="30574">
                  <c:v>27.15</c:v>
                </c:pt>
                <c:pt idx="30575">
                  <c:v>27.15</c:v>
                </c:pt>
                <c:pt idx="30576">
                  <c:v>27.15</c:v>
                </c:pt>
                <c:pt idx="30577">
                  <c:v>27.15</c:v>
                </c:pt>
                <c:pt idx="30578">
                  <c:v>27.15</c:v>
                </c:pt>
                <c:pt idx="30579">
                  <c:v>27.15</c:v>
                </c:pt>
                <c:pt idx="30580">
                  <c:v>27.15</c:v>
                </c:pt>
                <c:pt idx="30581">
                  <c:v>27.15</c:v>
                </c:pt>
                <c:pt idx="30582">
                  <c:v>27.15</c:v>
                </c:pt>
                <c:pt idx="30583">
                  <c:v>27.15</c:v>
                </c:pt>
                <c:pt idx="30584">
                  <c:v>27.15</c:v>
                </c:pt>
                <c:pt idx="30585">
                  <c:v>27.15</c:v>
                </c:pt>
                <c:pt idx="30586">
                  <c:v>27.15</c:v>
                </c:pt>
                <c:pt idx="30587">
                  <c:v>27.15</c:v>
                </c:pt>
                <c:pt idx="30588">
                  <c:v>27.15</c:v>
                </c:pt>
                <c:pt idx="30589">
                  <c:v>27.15</c:v>
                </c:pt>
                <c:pt idx="30590">
                  <c:v>27.15</c:v>
                </c:pt>
                <c:pt idx="30591">
                  <c:v>27.15</c:v>
                </c:pt>
                <c:pt idx="30592">
                  <c:v>27.15</c:v>
                </c:pt>
                <c:pt idx="30593">
                  <c:v>27.15</c:v>
                </c:pt>
                <c:pt idx="30594">
                  <c:v>27.15</c:v>
                </c:pt>
                <c:pt idx="30595">
                  <c:v>27.15</c:v>
                </c:pt>
                <c:pt idx="30596">
                  <c:v>27.15</c:v>
                </c:pt>
                <c:pt idx="30597">
                  <c:v>27.15</c:v>
                </c:pt>
                <c:pt idx="30598">
                  <c:v>27.15</c:v>
                </c:pt>
                <c:pt idx="30599">
                  <c:v>27.15</c:v>
                </c:pt>
                <c:pt idx="30600">
                  <c:v>27.15</c:v>
                </c:pt>
                <c:pt idx="30601">
                  <c:v>27.15</c:v>
                </c:pt>
                <c:pt idx="30602">
                  <c:v>27.15</c:v>
                </c:pt>
                <c:pt idx="30603">
                  <c:v>27.15</c:v>
                </c:pt>
                <c:pt idx="30604">
                  <c:v>27.15</c:v>
                </c:pt>
                <c:pt idx="30605">
                  <c:v>27.15</c:v>
                </c:pt>
                <c:pt idx="30606">
                  <c:v>27.15</c:v>
                </c:pt>
                <c:pt idx="30607">
                  <c:v>27.15</c:v>
                </c:pt>
                <c:pt idx="30608">
                  <c:v>27.15</c:v>
                </c:pt>
                <c:pt idx="30609">
                  <c:v>27.15</c:v>
                </c:pt>
                <c:pt idx="30610">
                  <c:v>27.15</c:v>
                </c:pt>
                <c:pt idx="30611">
                  <c:v>27.15</c:v>
                </c:pt>
                <c:pt idx="30612">
                  <c:v>27.15</c:v>
                </c:pt>
                <c:pt idx="30613">
                  <c:v>27.15</c:v>
                </c:pt>
                <c:pt idx="30614">
                  <c:v>27.15</c:v>
                </c:pt>
                <c:pt idx="30615">
                  <c:v>27.15</c:v>
                </c:pt>
                <c:pt idx="30616">
                  <c:v>27.15</c:v>
                </c:pt>
                <c:pt idx="30617">
                  <c:v>27.15</c:v>
                </c:pt>
                <c:pt idx="30618">
                  <c:v>27.15</c:v>
                </c:pt>
                <c:pt idx="30619">
                  <c:v>27.15</c:v>
                </c:pt>
                <c:pt idx="30620">
                  <c:v>27.15</c:v>
                </c:pt>
                <c:pt idx="30621">
                  <c:v>27.15</c:v>
                </c:pt>
                <c:pt idx="30622">
                  <c:v>27.15</c:v>
                </c:pt>
                <c:pt idx="30623">
                  <c:v>27.15</c:v>
                </c:pt>
                <c:pt idx="30624">
                  <c:v>27.15</c:v>
                </c:pt>
                <c:pt idx="30625">
                  <c:v>27.15</c:v>
                </c:pt>
                <c:pt idx="30626">
                  <c:v>27.15</c:v>
                </c:pt>
                <c:pt idx="30627">
                  <c:v>27.15</c:v>
                </c:pt>
                <c:pt idx="30628">
                  <c:v>27.15</c:v>
                </c:pt>
                <c:pt idx="30629">
                  <c:v>27.15</c:v>
                </c:pt>
                <c:pt idx="30630">
                  <c:v>27.15</c:v>
                </c:pt>
                <c:pt idx="30631">
                  <c:v>27.15</c:v>
                </c:pt>
                <c:pt idx="30632">
                  <c:v>27.15</c:v>
                </c:pt>
                <c:pt idx="30633">
                  <c:v>27.15</c:v>
                </c:pt>
                <c:pt idx="30634">
                  <c:v>27.15</c:v>
                </c:pt>
                <c:pt idx="30635">
                  <c:v>27.15</c:v>
                </c:pt>
                <c:pt idx="30636">
                  <c:v>27.15</c:v>
                </c:pt>
                <c:pt idx="30637">
                  <c:v>27.15</c:v>
                </c:pt>
                <c:pt idx="30638">
                  <c:v>27.15</c:v>
                </c:pt>
                <c:pt idx="30639">
                  <c:v>27.15</c:v>
                </c:pt>
                <c:pt idx="30640">
                  <c:v>27.15</c:v>
                </c:pt>
                <c:pt idx="30641">
                  <c:v>27.15</c:v>
                </c:pt>
                <c:pt idx="30642">
                  <c:v>27.15</c:v>
                </c:pt>
                <c:pt idx="30643">
                  <c:v>27.15</c:v>
                </c:pt>
                <c:pt idx="30644">
                  <c:v>27.15</c:v>
                </c:pt>
                <c:pt idx="30645">
                  <c:v>27.15</c:v>
                </c:pt>
                <c:pt idx="30646">
                  <c:v>27.15</c:v>
                </c:pt>
                <c:pt idx="30647">
                  <c:v>27.15</c:v>
                </c:pt>
                <c:pt idx="30648">
                  <c:v>27.15</c:v>
                </c:pt>
                <c:pt idx="30649">
                  <c:v>27.15</c:v>
                </c:pt>
                <c:pt idx="30650">
                  <c:v>27.15</c:v>
                </c:pt>
                <c:pt idx="30651">
                  <c:v>27.15</c:v>
                </c:pt>
                <c:pt idx="30652">
                  <c:v>27.15</c:v>
                </c:pt>
                <c:pt idx="30653">
                  <c:v>27.15</c:v>
                </c:pt>
                <c:pt idx="30654">
                  <c:v>27.15</c:v>
                </c:pt>
                <c:pt idx="30655">
                  <c:v>27.15</c:v>
                </c:pt>
                <c:pt idx="30656">
                  <c:v>27.1</c:v>
                </c:pt>
                <c:pt idx="30657">
                  <c:v>27.15</c:v>
                </c:pt>
                <c:pt idx="30658">
                  <c:v>27.1</c:v>
                </c:pt>
                <c:pt idx="30659">
                  <c:v>27.1</c:v>
                </c:pt>
                <c:pt idx="30660">
                  <c:v>27.1</c:v>
                </c:pt>
                <c:pt idx="30661">
                  <c:v>27.1</c:v>
                </c:pt>
                <c:pt idx="30662">
                  <c:v>27.1</c:v>
                </c:pt>
                <c:pt idx="30663">
                  <c:v>27.1</c:v>
                </c:pt>
                <c:pt idx="30664">
                  <c:v>27.1</c:v>
                </c:pt>
                <c:pt idx="30665">
                  <c:v>27.1</c:v>
                </c:pt>
                <c:pt idx="30666">
                  <c:v>27.1</c:v>
                </c:pt>
                <c:pt idx="30667">
                  <c:v>27.1</c:v>
                </c:pt>
                <c:pt idx="30668">
                  <c:v>27.15</c:v>
                </c:pt>
                <c:pt idx="30669">
                  <c:v>27.15</c:v>
                </c:pt>
                <c:pt idx="30670">
                  <c:v>27.15</c:v>
                </c:pt>
                <c:pt idx="30671">
                  <c:v>27.15</c:v>
                </c:pt>
                <c:pt idx="30672">
                  <c:v>27.15</c:v>
                </c:pt>
                <c:pt idx="30673">
                  <c:v>27.15</c:v>
                </c:pt>
                <c:pt idx="30674">
                  <c:v>27.15</c:v>
                </c:pt>
                <c:pt idx="30675">
                  <c:v>27.15</c:v>
                </c:pt>
                <c:pt idx="30676">
                  <c:v>27.15</c:v>
                </c:pt>
                <c:pt idx="30677">
                  <c:v>27.15</c:v>
                </c:pt>
                <c:pt idx="30678">
                  <c:v>27.15</c:v>
                </c:pt>
                <c:pt idx="30679">
                  <c:v>27.15</c:v>
                </c:pt>
                <c:pt idx="30680">
                  <c:v>27.15</c:v>
                </c:pt>
                <c:pt idx="30681">
                  <c:v>27.15</c:v>
                </c:pt>
                <c:pt idx="30682">
                  <c:v>27.15</c:v>
                </c:pt>
                <c:pt idx="30683">
                  <c:v>27.15</c:v>
                </c:pt>
                <c:pt idx="30684">
                  <c:v>27.15</c:v>
                </c:pt>
                <c:pt idx="30685">
                  <c:v>27.15</c:v>
                </c:pt>
                <c:pt idx="30686">
                  <c:v>27.15</c:v>
                </c:pt>
                <c:pt idx="30687">
                  <c:v>27.15</c:v>
                </c:pt>
                <c:pt idx="30688">
                  <c:v>27.15</c:v>
                </c:pt>
                <c:pt idx="30689">
                  <c:v>27.1</c:v>
                </c:pt>
                <c:pt idx="30690">
                  <c:v>27.1</c:v>
                </c:pt>
                <c:pt idx="30691">
                  <c:v>27.1</c:v>
                </c:pt>
                <c:pt idx="30692">
                  <c:v>27.1</c:v>
                </c:pt>
                <c:pt idx="30693">
                  <c:v>27.1</c:v>
                </c:pt>
                <c:pt idx="30694">
                  <c:v>27.1</c:v>
                </c:pt>
                <c:pt idx="30695">
                  <c:v>27.1</c:v>
                </c:pt>
                <c:pt idx="30696">
                  <c:v>27.1</c:v>
                </c:pt>
                <c:pt idx="30697">
                  <c:v>27.1</c:v>
                </c:pt>
                <c:pt idx="30698">
                  <c:v>27.1</c:v>
                </c:pt>
                <c:pt idx="30699">
                  <c:v>27.1</c:v>
                </c:pt>
                <c:pt idx="30700">
                  <c:v>27.1</c:v>
                </c:pt>
                <c:pt idx="30701">
                  <c:v>27.1</c:v>
                </c:pt>
                <c:pt idx="30702">
                  <c:v>27.1</c:v>
                </c:pt>
                <c:pt idx="30703">
                  <c:v>27.1</c:v>
                </c:pt>
                <c:pt idx="30704">
                  <c:v>27.1</c:v>
                </c:pt>
                <c:pt idx="30705">
                  <c:v>27.1</c:v>
                </c:pt>
                <c:pt idx="30706">
                  <c:v>27.1</c:v>
                </c:pt>
                <c:pt idx="30707">
                  <c:v>27.1</c:v>
                </c:pt>
                <c:pt idx="30708">
                  <c:v>27.1</c:v>
                </c:pt>
                <c:pt idx="30709">
                  <c:v>27.1</c:v>
                </c:pt>
                <c:pt idx="30710">
                  <c:v>27.1</c:v>
                </c:pt>
                <c:pt idx="30711">
                  <c:v>27.1</c:v>
                </c:pt>
                <c:pt idx="30712">
                  <c:v>27.1</c:v>
                </c:pt>
                <c:pt idx="30713">
                  <c:v>27.1</c:v>
                </c:pt>
                <c:pt idx="30714">
                  <c:v>27.1</c:v>
                </c:pt>
                <c:pt idx="30715">
                  <c:v>27.1</c:v>
                </c:pt>
                <c:pt idx="30716">
                  <c:v>27.1</c:v>
                </c:pt>
                <c:pt idx="30717">
                  <c:v>27.1</c:v>
                </c:pt>
                <c:pt idx="30718">
                  <c:v>27.1</c:v>
                </c:pt>
                <c:pt idx="30719">
                  <c:v>27.1</c:v>
                </c:pt>
                <c:pt idx="30720">
                  <c:v>27.1</c:v>
                </c:pt>
                <c:pt idx="30721">
                  <c:v>27.1</c:v>
                </c:pt>
                <c:pt idx="30722">
                  <c:v>27.1</c:v>
                </c:pt>
                <c:pt idx="30723">
                  <c:v>27.1</c:v>
                </c:pt>
                <c:pt idx="30724">
                  <c:v>27.1</c:v>
                </c:pt>
                <c:pt idx="30725">
                  <c:v>27.1</c:v>
                </c:pt>
                <c:pt idx="30726">
                  <c:v>27.1</c:v>
                </c:pt>
                <c:pt idx="30727">
                  <c:v>27.1</c:v>
                </c:pt>
                <c:pt idx="30728">
                  <c:v>27.1</c:v>
                </c:pt>
                <c:pt idx="30729">
                  <c:v>27.1</c:v>
                </c:pt>
                <c:pt idx="30730">
                  <c:v>27.1</c:v>
                </c:pt>
                <c:pt idx="30731">
                  <c:v>27.1</c:v>
                </c:pt>
                <c:pt idx="30732">
                  <c:v>27.1</c:v>
                </c:pt>
                <c:pt idx="30733">
                  <c:v>27.1</c:v>
                </c:pt>
                <c:pt idx="30734">
                  <c:v>27.1</c:v>
                </c:pt>
                <c:pt idx="30735">
                  <c:v>27.1</c:v>
                </c:pt>
                <c:pt idx="30736">
                  <c:v>27.1</c:v>
                </c:pt>
                <c:pt idx="30737">
                  <c:v>27.1</c:v>
                </c:pt>
                <c:pt idx="30738">
                  <c:v>27.1</c:v>
                </c:pt>
                <c:pt idx="30739">
                  <c:v>27.1</c:v>
                </c:pt>
                <c:pt idx="30740">
                  <c:v>27.1</c:v>
                </c:pt>
                <c:pt idx="30741">
                  <c:v>27.1</c:v>
                </c:pt>
                <c:pt idx="30742">
                  <c:v>27.1</c:v>
                </c:pt>
                <c:pt idx="30743">
                  <c:v>27.1</c:v>
                </c:pt>
                <c:pt idx="30744">
                  <c:v>27.1</c:v>
                </c:pt>
                <c:pt idx="30745">
                  <c:v>27.1</c:v>
                </c:pt>
                <c:pt idx="30746">
                  <c:v>27.1</c:v>
                </c:pt>
                <c:pt idx="30747">
                  <c:v>27.1</c:v>
                </c:pt>
                <c:pt idx="30748">
                  <c:v>27.1</c:v>
                </c:pt>
                <c:pt idx="30749">
                  <c:v>27.1</c:v>
                </c:pt>
                <c:pt idx="30750">
                  <c:v>27.1</c:v>
                </c:pt>
                <c:pt idx="30751">
                  <c:v>27.1</c:v>
                </c:pt>
                <c:pt idx="30752">
                  <c:v>27.1</c:v>
                </c:pt>
                <c:pt idx="30753">
                  <c:v>27.1</c:v>
                </c:pt>
                <c:pt idx="30754">
                  <c:v>27.1</c:v>
                </c:pt>
                <c:pt idx="30755">
                  <c:v>27.1</c:v>
                </c:pt>
                <c:pt idx="30756">
                  <c:v>27.1</c:v>
                </c:pt>
                <c:pt idx="30757">
                  <c:v>27.1</c:v>
                </c:pt>
                <c:pt idx="30758">
                  <c:v>27.1</c:v>
                </c:pt>
                <c:pt idx="30759">
                  <c:v>27.1</c:v>
                </c:pt>
                <c:pt idx="30760">
                  <c:v>27.1</c:v>
                </c:pt>
                <c:pt idx="30761">
                  <c:v>27.1</c:v>
                </c:pt>
                <c:pt idx="30762">
                  <c:v>27.1</c:v>
                </c:pt>
                <c:pt idx="30763">
                  <c:v>27.1</c:v>
                </c:pt>
                <c:pt idx="30764">
                  <c:v>27.1</c:v>
                </c:pt>
                <c:pt idx="30765">
                  <c:v>27.1</c:v>
                </c:pt>
                <c:pt idx="30766">
                  <c:v>27.1</c:v>
                </c:pt>
                <c:pt idx="30767">
                  <c:v>27.1</c:v>
                </c:pt>
                <c:pt idx="30768">
                  <c:v>27.1</c:v>
                </c:pt>
                <c:pt idx="30769">
                  <c:v>27.1</c:v>
                </c:pt>
                <c:pt idx="30770">
                  <c:v>27.1</c:v>
                </c:pt>
                <c:pt idx="30771">
                  <c:v>27.1</c:v>
                </c:pt>
                <c:pt idx="30772">
                  <c:v>27.1</c:v>
                </c:pt>
                <c:pt idx="30773">
                  <c:v>27.1</c:v>
                </c:pt>
                <c:pt idx="30774">
                  <c:v>27.1</c:v>
                </c:pt>
                <c:pt idx="30775">
                  <c:v>27.1</c:v>
                </c:pt>
                <c:pt idx="30776">
                  <c:v>27.1</c:v>
                </c:pt>
                <c:pt idx="30777">
                  <c:v>27.1</c:v>
                </c:pt>
                <c:pt idx="30778">
                  <c:v>27.1</c:v>
                </c:pt>
                <c:pt idx="30779">
                  <c:v>27.1</c:v>
                </c:pt>
                <c:pt idx="30780">
                  <c:v>27.1</c:v>
                </c:pt>
                <c:pt idx="30781">
                  <c:v>27.1</c:v>
                </c:pt>
                <c:pt idx="30782">
                  <c:v>27.1</c:v>
                </c:pt>
                <c:pt idx="30783">
                  <c:v>27.1</c:v>
                </c:pt>
                <c:pt idx="30784">
                  <c:v>27.1</c:v>
                </c:pt>
                <c:pt idx="30785">
                  <c:v>27.1</c:v>
                </c:pt>
                <c:pt idx="30786">
                  <c:v>27.1</c:v>
                </c:pt>
                <c:pt idx="30787">
                  <c:v>27.1</c:v>
                </c:pt>
                <c:pt idx="30788">
                  <c:v>27.1</c:v>
                </c:pt>
                <c:pt idx="30789">
                  <c:v>27.1</c:v>
                </c:pt>
                <c:pt idx="30790">
                  <c:v>27.05</c:v>
                </c:pt>
                <c:pt idx="30791">
                  <c:v>27.1</c:v>
                </c:pt>
                <c:pt idx="30792">
                  <c:v>27.05</c:v>
                </c:pt>
                <c:pt idx="30793">
                  <c:v>27.05</c:v>
                </c:pt>
                <c:pt idx="30794">
                  <c:v>27.05</c:v>
                </c:pt>
                <c:pt idx="30795">
                  <c:v>27.05</c:v>
                </c:pt>
                <c:pt idx="30796">
                  <c:v>27.05</c:v>
                </c:pt>
                <c:pt idx="30797">
                  <c:v>27.05</c:v>
                </c:pt>
                <c:pt idx="30798">
                  <c:v>27.05</c:v>
                </c:pt>
                <c:pt idx="30799">
                  <c:v>27.05</c:v>
                </c:pt>
                <c:pt idx="30800">
                  <c:v>27.05</c:v>
                </c:pt>
                <c:pt idx="30801">
                  <c:v>27.05</c:v>
                </c:pt>
                <c:pt idx="30802">
                  <c:v>27.05</c:v>
                </c:pt>
                <c:pt idx="30803">
                  <c:v>27.05</c:v>
                </c:pt>
                <c:pt idx="30804">
                  <c:v>27.05</c:v>
                </c:pt>
                <c:pt idx="30805">
                  <c:v>27.05</c:v>
                </c:pt>
                <c:pt idx="30806">
                  <c:v>27.05</c:v>
                </c:pt>
                <c:pt idx="30807">
                  <c:v>27.1</c:v>
                </c:pt>
                <c:pt idx="30808">
                  <c:v>27.1</c:v>
                </c:pt>
                <c:pt idx="30809">
                  <c:v>27.1</c:v>
                </c:pt>
                <c:pt idx="30810">
                  <c:v>27.1</c:v>
                </c:pt>
                <c:pt idx="30811">
                  <c:v>27.1</c:v>
                </c:pt>
                <c:pt idx="30812">
                  <c:v>27.1</c:v>
                </c:pt>
                <c:pt idx="30813">
                  <c:v>27.1</c:v>
                </c:pt>
                <c:pt idx="30814">
                  <c:v>27.1</c:v>
                </c:pt>
                <c:pt idx="30815">
                  <c:v>27.05</c:v>
                </c:pt>
                <c:pt idx="30816">
                  <c:v>27.05</c:v>
                </c:pt>
                <c:pt idx="30817">
                  <c:v>27.05</c:v>
                </c:pt>
                <c:pt idx="30818">
                  <c:v>27.05</c:v>
                </c:pt>
                <c:pt idx="30819">
                  <c:v>27.05</c:v>
                </c:pt>
                <c:pt idx="30820">
                  <c:v>27.05</c:v>
                </c:pt>
                <c:pt idx="30821">
                  <c:v>27.05</c:v>
                </c:pt>
                <c:pt idx="30822">
                  <c:v>27.05</c:v>
                </c:pt>
                <c:pt idx="30823">
                  <c:v>27.05</c:v>
                </c:pt>
                <c:pt idx="30824">
                  <c:v>27.05</c:v>
                </c:pt>
                <c:pt idx="30825">
                  <c:v>27.05</c:v>
                </c:pt>
                <c:pt idx="30826">
                  <c:v>27.05</c:v>
                </c:pt>
                <c:pt idx="30827">
                  <c:v>27.05</c:v>
                </c:pt>
                <c:pt idx="30828">
                  <c:v>27.05</c:v>
                </c:pt>
                <c:pt idx="30829">
                  <c:v>27.05</c:v>
                </c:pt>
                <c:pt idx="30830">
                  <c:v>27.05</c:v>
                </c:pt>
                <c:pt idx="30831">
                  <c:v>27.05</c:v>
                </c:pt>
                <c:pt idx="30832">
                  <c:v>27.1</c:v>
                </c:pt>
                <c:pt idx="30833">
                  <c:v>27.1</c:v>
                </c:pt>
                <c:pt idx="30834">
                  <c:v>27.05</c:v>
                </c:pt>
                <c:pt idx="30835">
                  <c:v>27.1</c:v>
                </c:pt>
                <c:pt idx="30836">
                  <c:v>27.1</c:v>
                </c:pt>
                <c:pt idx="30837">
                  <c:v>27.1</c:v>
                </c:pt>
                <c:pt idx="30838">
                  <c:v>27.1</c:v>
                </c:pt>
                <c:pt idx="30839">
                  <c:v>27.1</c:v>
                </c:pt>
                <c:pt idx="30840">
                  <c:v>27.05</c:v>
                </c:pt>
                <c:pt idx="30841">
                  <c:v>27.1</c:v>
                </c:pt>
                <c:pt idx="30842">
                  <c:v>27.05</c:v>
                </c:pt>
                <c:pt idx="30843">
                  <c:v>27.05</c:v>
                </c:pt>
                <c:pt idx="30844">
                  <c:v>27.05</c:v>
                </c:pt>
                <c:pt idx="30845">
                  <c:v>27.05</c:v>
                </c:pt>
                <c:pt idx="30846">
                  <c:v>27.05</c:v>
                </c:pt>
                <c:pt idx="30847">
                  <c:v>27.05</c:v>
                </c:pt>
                <c:pt idx="30848">
                  <c:v>27.05</c:v>
                </c:pt>
                <c:pt idx="30849">
                  <c:v>27.05</c:v>
                </c:pt>
                <c:pt idx="30850">
                  <c:v>27.05</c:v>
                </c:pt>
                <c:pt idx="30851">
                  <c:v>27.05</c:v>
                </c:pt>
                <c:pt idx="30852">
                  <c:v>27.05</c:v>
                </c:pt>
                <c:pt idx="30853">
                  <c:v>27.05</c:v>
                </c:pt>
                <c:pt idx="30854">
                  <c:v>27.05</c:v>
                </c:pt>
                <c:pt idx="30855">
                  <c:v>27.05</c:v>
                </c:pt>
                <c:pt idx="30856">
                  <c:v>27.05</c:v>
                </c:pt>
                <c:pt idx="30857">
                  <c:v>27.05</c:v>
                </c:pt>
                <c:pt idx="30858">
                  <c:v>27.05</c:v>
                </c:pt>
                <c:pt idx="30859">
                  <c:v>27.05</c:v>
                </c:pt>
                <c:pt idx="30860">
                  <c:v>27.05</c:v>
                </c:pt>
                <c:pt idx="30861">
                  <c:v>27.05</c:v>
                </c:pt>
                <c:pt idx="30862">
                  <c:v>27.05</c:v>
                </c:pt>
                <c:pt idx="30863">
                  <c:v>27.05</c:v>
                </c:pt>
                <c:pt idx="30864">
                  <c:v>27.05</c:v>
                </c:pt>
                <c:pt idx="30865">
                  <c:v>27.05</c:v>
                </c:pt>
                <c:pt idx="30866">
                  <c:v>27.05</c:v>
                </c:pt>
                <c:pt idx="30867">
                  <c:v>27.05</c:v>
                </c:pt>
                <c:pt idx="30868">
                  <c:v>27.05</c:v>
                </c:pt>
                <c:pt idx="30869">
                  <c:v>27.1</c:v>
                </c:pt>
                <c:pt idx="30870">
                  <c:v>27.05</c:v>
                </c:pt>
                <c:pt idx="30871">
                  <c:v>27.05</c:v>
                </c:pt>
                <c:pt idx="30872">
                  <c:v>27.05</c:v>
                </c:pt>
                <c:pt idx="30873">
                  <c:v>27.05</c:v>
                </c:pt>
                <c:pt idx="30874">
                  <c:v>27.05</c:v>
                </c:pt>
                <c:pt idx="30875">
                  <c:v>27.05</c:v>
                </c:pt>
                <c:pt idx="30876">
                  <c:v>27.05</c:v>
                </c:pt>
                <c:pt idx="30877">
                  <c:v>27.05</c:v>
                </c:pt>
                <c:pt idx="30878">
                  <c:v>27.05</c:v>
                </c:pt>
                <c:pt idx="30879">
                  <c:v>27.05</c:v>
                </c:pt>
                <c:pt idx="30880">
                  <c:v>27.05</c:v>
                </c:pt>
                <c:pt idx="30881">
                  <c:v>27.05</c:v>
                </c:pt>
                <c:pt idx="30882">
                  <c:v>27.05</c:v>
                </c:pt>
                <c:pt idx="30883">
                  <c:v>27.05</c:v>
                </c:pt>
                <c:pt idx="30884">
                  <c:v>27.05</c:v>
                </c:pt>
                <c:pt idx="30885">
                  <c:v>27.05</c:v>
                </c:pt>
                <c:pt idx="30886">
                  <c:v>27.05</c:v>
                </c:pt>
                <c:pt idx="30887">
                  <c:v>27.05</c:v>
                </c:pt>
                <c:pt idx="30888">
                  <c:v>27.05</c:v>
                </c:pt>
                <c:pt idx="30889">
                  <c:v>27.05</c:v>
                </c:pt>
                <c:pt idx="30890">
                  <c:v>27.05</c:v>
                </c:pt>
                <c:pt idx="30891">
                  <c:v>27.05</c:v>
                </c:pt>
                <c:pt idx="30892">
                  <c:v>27.05</c:v>
                </c:pt>
                <c:pt idx="30893">
                  <c:v>27.05</c:v>
                </c:pt>
                <c:pt idx="30894">
                  <c:v>27.05</c:v>
                </c:pt>
                <c:pt idx="30895">
                  <c:v>27.05</c:v>
                </c:pt>
                <c:pt idx="30896">
                  <c:v>27.05</c:v>
                </c:pt>
                <c:pt idx="30897">
                  <c:v>27.05</c:v>
                </c:pt>
                <c:pt idx="30898">
                  <c:v>27.05</c:v>
                </c:pt>
                <c:pt idx="30899">
                  <c:v>27.05</c:v>
                </c:pt>
                <c:pt idx="30900">
                  <c:v>27.05</c:v>
                </c:pt>
                <c:pt idx="30901">
                  <c:v>27.05</c:v>
                </c:pt>
                <c:pt idx="30902">
                  <c:v>27.05</c:v>
                </c:pt>
                <c:pt idx="30903">
                  <c:v>27.05</c:v>
                </c:pt>
                <c:pt idx="30904">
                  <c:v>27.05</c:v>
                </c:pt>
                <c:pt idx="30905">
                  <c:v>27.05</c:v>
                </c:pt>
                <c:pt idx="30906">
                  <c:v>27.05</c:v>
                </c:pt>
                <c:pt idx="30907">
                  <c:v>27.05</c:v>
                </c:pt>
                <c:pt idx="30908">
                  <c:v>27.05</c:v>
                </c:pt>
                <c:pt idx="30909">
                  <c:v>27.05</c:v>
                </c:pt>
                <c:pt idx="30910">
                  <c:v>27.05</c:v>
                </c:pt>
                <c:pt idx="30911">
                  <c:v>27.05</c:v>
                </c:pt>
                <c:pt idx="30912">
                  <c:v>27.05</c:v>
                </c:pt>
                <c:pt idx="30913">
                  <c:v>27.05</c:v>
                </c:pt>
                <c:pt idx="30914">
                  <c:v>27.05</c:v>
                </c:pt>
                <c:pt idx="30915">
                  <c:v>27.05</c:v>
                </c:pt>
                <c:pt idx="30916">
                  <c:v>27.05</c:v>
                </c:pt>
                <c:pt idx="30917">
                  <c:v>27.05</c:v>
                </c:pt>
                <c:pt idx="30918">
                  <c:v>27.05</c:v>
                </c:pt>
                <c:pt idx="30919">
                  <c:v>27.05</c:v>
                </c:pt>
                <c:pt idx="30920">
                  <c:v>27.05</c:v>
                </c:pt>
                <c:pt idx="30921">
                  <c:v>27.05</c:v>
                </c:pt>
                <c:pt idx="30922">
                  <c:v>27.05</c:v>
                </c:pt>
                <c:pt idx="30923">
                  <c:v>27.05</c:v>
                </c:pt>
                <c:pt idx="30924">
                  <c:v>27.05</c:v>
                </c:pt>
                <c:pt idx="30925">
                  <c:v>27.05</c:v>
                </c:pt>
                <c:pt idx="30926">
                  <c:v>27.05</c:v>
                </c:pt>
                <c:pt idx="30927">
                  <c:v>27.05</c:v>
                </c:pt>
                <c:pt idx="30928">
                  <c:v>27.05</c:v>
                </c:pt>
                <c:pt idx="30929">
                  <c:v>27.05</c:v>
                </c:pt>
                <c:pt idx="30930">
                  <c:v>27.05</c:v>
                </c:pt>
                <c:pt idx="30931">
                  <c:v>27.05</c:v>
                </c:pt>
                <c:pt idx="30932">
                  <c:v>27.05</c:v>
                </c:pt>
                <c:pt idx="30933">
                  <c:v>27.05</c:v>
                </c:pt>
                <c:pt idx="30934">
                  <c:v>27.05</c:v>
                </c:pt>
                <c:pt idx="30935">
                  <c:v>27.05</c:v>
                </c:pt>
                <c:pt idx="30936">
                  <c:v>27.05</c:v>
                </c:pt>
                <c:pt idx="30937">
                  <c:v>27.05</c:v>
                </c:pt>
                <c:pt idx="30938">
                  <c:v>27.05</c:v>
                </c:pt>
                <c:pt idx="30939">
                  <c:v>27.05</c:v>
                </c:pt>
                <c:pt idx="30940">
                  <c:v>27.05</c:v>
                </c:pt>
                <c:pt idx="30941">
                  <c:v>27</c:v>
                </c:pt>
                <c:pt idx="30942">
                  <c:v>27.05</c:v>
                </c:pt>
                <c:pt idx="30943">
                  <c:v>27</c:v>
                </c:pt>
                <c:pt idx="30944">
                  <c:v>27.05</c:v>
                </c:pt>
                <c:pt idx="30945">
                  <c:v>27</c:v>
                </c:pt>
                <c:pt idx="30946">
                  <c:v>27</c:v>
                </c:pt>
                <c:pt idx="30947">
                  <c:v>27</c:v>
                </c:pt>
                <c:pt idx="30948">
                  <c:v>27</c:v>
                </c:pt>
                <c:pt idx="30949">
                  <c:v>27</c:v>
                </c:pt>
                <c:pt idx="30950">
                  <c:v>27</c:v>
                </c:pt>
                <c:pt idx="30951">
                  <c:v>27</c:v>
                </c:pt>
                <c:pt idx="30952">
                  <c:v>27.05</c:v>
                </c:pt>
                <c:pt idx="30953">
                  <c:v>27.05</c:v>
                </c:pt>
                <c:pt idx="30954">
                  <c:v>27.05</c:v>
                </c:pt>
                <c:pt idx="30955">
                  <c:v>27.05</c:v>
                </c:pt>
                <c:pt idx="30956">
                  <c:v>27.05</c:v>
                </c:pt>
                <c:pt idx="30957">
                  <c:v>27.05</c:v>
                </c:pt>
                <c:pt idx="30958">
                  <c:v>27.05</c:v>
                </c:pt>
                <c:pt idx="30959">
                  <c:v>27.05</c:v>
                </c:pt>
                <c:pt idx="30960">
                  <c:v>27.05</c:v>
                </c:pt>
                <c:pt idx="30961">
                  <c:v>27.05</c:v>
                </c:pt>
                <c:pt idx="30962">
                  <c:v>27.05</c:v>
                </c:pt>
                <c:pt idx="30963">
                  <c:v>27.05</c:v>
                </c:pt>
                <c:pt idx="30964">
                  <c:v>27.05</c:v>
                </c:pt>
                <c:pt idx="30965">
                  <c:v>27.05</c:v>
                </c:pt>
                <c:pt idx="30966">
                  <c:v>27.05</c:v>
                </c:pt>
                <c:pt idx="30967">
                  <c:v>27.05</c:v>
                </c:pt>
                <c:pt idx="30968">
                  <c:v>27.05</c:v>
                </c:pt>
                <c:pt idx="30969">
                  <c:v>27.05</c:v>
                </c:pt>
                <c:pt idx="30970">
                  <c:v>27.05</c:v>
                </c:pt>
                <c:pt idx="30971">
                  <c:v>27.05</c:v>
                </c:pt>
                <c:pt idx="30972">
                  <c:v>27.05</c:v>
                </c:pt>
                <c:pt idx="30973">
                  <c:v>27.05</c:v>
                </c:pt>
                <c:pt idx="30974">
                  <c:v>27.05</c:v>
                </c:pt>
                <c:pt idx="30975">
                  <c:v>27.05</c:v>
                </c:pt>
                <c:pt idx="30976">
                  <c:v>27.05</c:v>
                </c:pt>
                <c:pt idx="30977">
                  <c:v>27.05</c:v>
                </c:pt>
                <c:pt idx="30978">
                  <c:v>27.05</c:v>
                </c:pt>
                <c:pt idx="30979">
                  <c:v>27.05</c:v>
                </c:pt>
                <c:pt idx="30980">
                  <c:v>27.05</c:v>
                </c:pt>
                <c:pt idx="30981">
                  <c:v>27</c:v>
                </c:pt>
                <c:pt idx="30982">
                  <c:v>27.05</c:v>
                </c:pt>
                <c:pt idx="30983">
                  <c:v>27</c:v>
                </c:pt>
                <c:pt idx="30984">
                  <c:v>27</c:v>
                </c:pt>
                <c:pt idx="30985">
                  <c:v>27</c:v>
                </c:pt>
                <c:pt idx="30986">
                  <c:v>27</c:v>
                </c:pt>
                <c:pt idx="30987">
                  <c:v>27</c:v>
                </c:pt>
                <c:pt idx="30988">
                  <c:v>27</c:v>
                </c:pt>
                <c:pt idx="30989">
                  <c:v>27</c:v>
                </c:pt>
                <c:pt idx="30990">
                  <c:v>27</c:v>
                </c:pt>
                <c:pt idx="30991">
                  <c:v>27</c:v>
                </c:pt>
                <c:pt idx="30992">
                  <c:v>27</c:v>
                </c:pt>
                <c:pt idx="30993">
                  <c:v>27</c:v>
                </c:pt>
                <c:pt idx="30994">
                  <c:v>27</c:v>
                </c:pt>
                <c:pt idx="30995">
                  <c:v>27</c:v>
                </c:pt>
                <c:pt idx="30996">
                  <c:v>27</c:v>
                </c:pt>
                <c:pt idx="30997">
                  <c:v>27</c:v>
                </c:pt>
                <c:pt idx="30998">
                  <c:v>27</c:v>
                </c:pt>
                <c:pt idx="30999">
                  <c:v>27</c:v>
                </c:pt>
                <c:pt idx="31000">
                  <c:v>27</c:v>
                </c:pt>
                <c:pt idx="31001">
                  <c:v>27</c:v>
                </c:pt>
                <c:pt idx="31002">
                  <c:v>27</c:v>
                </c:pt>
                <c:pt idx="31003">
                  <c:v>27</c:v>
                </c:pt>
                <c:pt idx="31004">
                  <c:v>27</c:v>
                </c:pt>
                <c:pt idx="31005">
                  <c:v>27</c:v>
                </c:pt>
                <c:pt idx="31006">
                  <c:v>27</c:v>
                </c:pt>
                <c:pt idx="31007">
                  <c:v>27</c:v>
                </c:pt>
                <c:pt idx="31008">
                  <c:v>27</c:v>
                </c:pt>
                <c:pt idx="31009">
                  <c:v>27</c:v>
                </c:pt>
                <c:pt idx="31010">
                  <c:v>27</c:v>
                </c:pt>
                <c:pt idx="31011">
                  <c:v>27</c:v>
                </c:pt>
                <c:pt idx="31012">
                  <c:v>27</c:v>
                </c:pt>
                <c:pt idx="31013">
                  <c:v>27</c:v>
                </c:pt>
                <c:pt idx="31014">
                  <c:v>27</c:v>
                </c:pt>
                <c:pt idx="31015">
                  <c:v>27</c:v>
                </c:pt>
                <c:pt idx="31016">
                  <c:v>27</c:v>
                </c:pt>
                <c:pt idx="31017">
                  <c:v>27</c:v>
                </c:pt>
                <c:pt idx="31018">
                  <c:v>27</c:v>
                </c:pt>
                <c:pt idx="31019">
                  <c:v>27</c:v>
                </c:pt>
                <c:pt idx="31020">
                  <c:v>27</c:v>
                </c:pt>
                <c:pt idx="31021">
                  <c:v>27</c:v>
                </c:pt>
                <c:pt idx="31022">
                  <c:v>27</c:v>
                </c:pt>
                <c:pt idx="31023">
                  <c:v>27</c:v>
                </c:pt>
                <c:pt idx="31024">
                  <c:v>27</c:v>
                </c:pt>
                <c:pt idx="31025">
                  <c:v>27</c:v>
                </c:pt>
                <c:pt idx="31026">
                  <c:v>27</c:v>
                </c:pt>
                <c:pt idx="31027">
                  <c:v>27</c:v>
                </c:pt>
                <c:pt idx="31028">
                  <c:v>27</c:v>
                </c:pt>
                <c:pt idx="31029">
                  <c:v>27</c:v>
                </c:pt>
                <c:pt idx="31030">
                  <c:v>27</c:v>
                </c:pt>
                <c:pt idx="31031">
                  <c:v>27</c:v>
                </c:pt>
                <c:pt idx="31032">
                  <c:v>27</c:v>
                </c:pt>
                <c:pt idx="31033">
                  <c:v>27</c:v>
                </c:pt>
                <c:pt idx="31034">
                  <c:v>27</c:v>
                </c:pt>
                <c:pt idx="31035">
                  <c:v>27</c:v>
                </c:pt>
                <c:pt idx="31036">
                  <c:v>27</c:v>
                </c:pt>
                <c:pt idx="31037">
                  <c:v>27</c:v>
                </c:pt>
                <c:pt idx="31038">
                  <c:v>27</c:v>
                </c:pt>
                <c:pt idx="31039">
                  <c:v>27</c:v>
                </c:pt>
                <c:pt idx="31040">
                  <c:v>27</c:v>
                </c:pt>
                <c:pt idx="31041">
                  <c:v>27</c:v>
                </c:pt>
                <c:pt idx="31042">
                  <c:v>27</c:v>
                </c:pt>
                <c:pt idx="31043">
                  <c:v>27</c:v>
                </c:pt>
                <c:pt idx="31044">
                  <c:v>27</c:v>
                </c:pt>
                <c:pt idx="31045">
                  <c:v>27</c:v>
                </c:pt>
                <c:pt idx="31046">
                  <c:v>27</c:v>
                </c:pt>
                <c:pt idx="31047">
                  <c:v>27</c:v>
                </c:pt>
                <c:pt idx="31048">
                  <c:v>27</c:v>
                </c:pt>
                <c:pt idx="31049">
                  <c:v>27</c:v>
                </c:pt>
                <c:pt idx="31050">
                  <c:v>27</c:v>
                </c:pt>
                <c:pt idx="31051">
                  <c:v>27</c:v>
                </c:pt>
                <c:pt idx="31052">
                  <c:v>27</c:v>
                </c:pt>
                <c:pt idx="31053">
                  <c:v>27</c:v>
                </c:pt>
                <c:pt idx="31054">
                  <c:v>27</c:v>
                </c:pt>
                <c:pt idx="31055">
                  <c:v>27</c:v>
                </c:pt>
                <c:pt idx="31056">
                  <c:v>27</c:v>
                </c:pt>
                <c:pt idx="31057">
                  <c:v>27</c:v>
                </c:pt>
                <c:pt idx="31058">
                  <c:v>27</c:v>
                </c:pt>
                <c:pt idx="31059">
                  <c:v>27</c:v>
                </c:pt>
                <c:pt idx="31060">
                  <c:v>27</c:v>
                </c:pt>
                <c:pt idx="31061">
                  <c:v>27</c:v>
                </c:pt>
                <c:pt idx="31062">
                  <c:v>27</c:v>
                </c:pt>
                <c:pt idx="31063">
                  <c:v>27</c:v>
                </c:pt>
                <c:pt idx="31064">
                  <c:v>27</c:v>
                </c:pt>
                <c:pt idx="31065">
                  <c:v>27</c:v>
                </c:pt>
                <c:pt idx="31066">
                  <c:v>27</c:v>
                </c:pt>
                <c:pt idx="31067">
                  <c:v>27</c:v>
                </c:pt>
                <c:pt idx="31068">
                  <c:v>27</c:v>
                </c:pt>
                <c:pt idx="31069">
                  <c:v>27</c:v>
                </c:pt>
                <c:pt idx="31070">
                  <c:v>27</c:v>
                </c:pt>
                <c:pt idx="31071">
                  <c:v>27</c:v>
                </c:pt>
                <c:pt idx="31072">
                  <c:v>27</c:v>
                </c:pt>
                <c:pt idx="31073">
                  <c:v>27</c:v>
                </c:pt>
                <c:pt idx="31074">
                  <c:v>27</c:v>
                </c:pt>
                <c:pt idx="31075">
                  <c:v>27</c:v>
                </c:pt>
                <c:pt idx="31076">
                  <c:v>27</c:v>
                </c:pt>
                <c:pt idx="31077">
                  <c:v>27</c:v>
                </c:pt>
                <c:pt idx="31078">
                  <c:v>27</c:v>
                </c:pt>
                <c:pt idx="31079">
                  <c:v>27</c:v>
                </c:pt>
                <c:pt idx="31080">
                  <c:v>26.95</c:v>
                </c:pt>
                <c:pt idx="31081">
                  <c:v>27</c:v>
                </c:pt>
                <c:pt idx="31082">
                  <c:v>26.95</c:v>
                </c:pt>
                <c:pt idx="31083">
                  <c:v>26.95</c:v>
                </c:pt>
                <c:pt idx="31084">
                  <c:v>26.95</c:v>
                </c:pt>
                <c:pt idx="31085">
                  <c:v>26.95</c:v>
                </c:pt>
                <c:pt idx="31086">
                  <c:v>27</c:v>
                </c:pt>
                <c:pt idx="31087">
                  <c:v>27</c:v>
                </c:pt>
                <c:pt idx="31088">
                  <c:v>27</c:v>
                </c:pt>
                <c:pt idx="31089">
                  <c:v>27</c:v>
                </c:pt>
                <c:pt idx="31090">
                  <c:v>27</c:v>
                </c:pt>
                <c:pt idx="31091">
                  <c:v>27</c:v>
                </c:pt>
                <c:pt idx="31092">
                  <c:v>27</c:v>
                </c:pt>
                <c:pt idx="31093">
                  <c:v>27</c:v>
                </c:pt>
                <c:pt idx="31094">
                  <c:v>27</c:v>
                </c:pt>
                <c:pt idx="31095">
                  <c:v>27</c:v>
                </c:pt>
                <c:pt idx="31096">
                  <c:v>27</c:v>
                </c:pt>
                <c:pt idx="31097">
                  <c:v>27</c:v>
                </c:pt>
                <c:pt idx="31098">
                  <c:v>27</c:v>
                </c:pt>
                <c:pt idx="31099">
                  <c:v>27</c:v>
                </c:pt>
                <c:pt idx="31100">
                  <c:v>27</c:v>
                </c:pt>
                <c:pt idx="31101">
                  <c:v>26.95</c:v>
                </c:pt>
                <c:pt idx="31102">
                  <c:v>26.95</c:v>
                </c:pt>
                <c:pt idx="31103">
                  <c:v>26.95</c:v>
                </c:pt>
                <c:pt idx="31104">
                  <c:v>26.95</c:v>
                </c:pt>
                <c:pt idx="31105">
                  <c:v>26.95</c:v>
                </c:pt>
                <c:pt idx="31106">
                  <c:v>26.95</c:v>
                </c:pt>
                <c:pt idx="31107">
                  <c:v>26.95</c:v>
                </c:pt>
                <c:pt idx="31108">
                  <c:v>26.95</c:v>
                </c:pt>
                <c:pt idx="31109">
                  <c:v>26.95</c:v>
                </c:pt>
                <c:pt idx="31110">
                  <c:v>26.95</c:v>
                </c:pt>
                <c:pt idx="31111">
                  <c:v>26.95</c:v>
                </c:pt>
                <c:pt idx="31112">
                  <c:v>26.95</c:v>
                </c:pt>
                <c:pt idx="31113">
                  <c:v>26.95</c:v>
                </c:pt>
                <c:pt idx="31114">
                  <c:v>26.95</c:v>
                </c:pt>
                <c:pt idx="31115">
                  <c:v>26.95</c:v>
                </c:pt>
                <c:pt idx="31116">
                  <c:v>26.95</c:v>
                </c:pt>
                <c:pt idx="31117">
                  <c:v>26.95</c:v>
                </c:pt>
                <c:pt idx="31118">
                  <c:v>26.95</c:v>
                </c:pt>
                <c:pt idx="31119">
                  <c:v>26.95</c:v>
                </c:pt>
                <c:pt idx="31120">
                  <c:v>26.95</c:v>
                </c:pt>
                <c:pt idx="31121">
                  <c:v>26.95</c:v>
                </c:pt>
                <c:pt idx="31122">
                  <c:v>27</c:v>
                </c:pt>
                <c:pt idx="31123">
                  <c:v>27</c:v>
                </c:pt>
                <c:pt idx="31124">
                  <c:v>27</c:v>
                </c:pt>
                <c:pt idx="31125">
                  <c:v>27</c:v>
                </c:pt>
                <c:pt idx="31126">
                  <c:v>27</c:v>
                </c:pt>
                <c:pt idx="31127">
                  <c:v>27</c:v>
                </c:pt>
                <c:pt idx="31128">
                  <c:v>27</c:v>
                </c:pt>
                <c:pt idx="31129">
                  <c:v>27</c:v>
                </c:pt>
                <c:pt idx="31130">
                  <c:v>27</c:v>
                </c:pt>
                <c:pt idx="31131">
                  <c:v>27</c:v>
                </c:pt>
                <c:pt idx="31132">
                  <c:v>26.95</c:v>
                </c:pt>
                <c:pt idx="31133">
                  <c:v>26.95</c:v>
                </c:pt>
                <c:pt idx="31134">
                  <c:v>26.95</c:v>
                </c:pt>
                <c:pt idx="31135">
                  <c:v>26.95</c:v>
                </c:pt>
                <c:pt idx="31136">
                  <c:v>26.95</c:v>
                </c:pt>
                <c:pt idx="31137">
                  <c:v>26.95</c:v>
                </c:pt>
                <c:pt idx="31138">
                  <c:v>26.95</c:v>
                </c:pt>
                <c:pt idx="31139">
                  <c:v>26.95</c:v>
                </c:pt>
                <c:pt idx="31140">
                  <c:v>26.95</c:v>
                </c:pt>
                <c:pt idx="31141">
                  <c:v>26.95</c:v>
                </c:pt>
                <c:pt idx="31142">
                  <c:v>26.95</c:v>
                </c:pt>
                <c:pt idx="31143">
                  <c:v>26.95</c:v>
                </c:pt>
                <c:pt idx="31144">
                  <c:v>26.95</c:v>
                </c:pt>
                <c:pt idx="31145">
                  <c:v>26.95</c:v>
                </c:pt>
                <c:pt idx="31146">
                  <c:v>26.95</c:v>
                </c:pt>
                <c:pt idx="31147">
                  <c:v>26.95</c:v>
                </c:pt>
                <c:pt idx="31148">
                  <c:v>26.95</c:v>
                </c:pt>
                <c:pt idx="31149">
                  <c:v>26.95</c:v>
                </c:pt>
                <c:pt idx="31150">
                  <c:v>26.95</c:v>
                </c:pt>
                <c:pt idx="31151">
                  <c:v>26.95</c:v>
                </c:pt>
                <c:pt idx="31152">
                  <c:v>26.95</c:v>
                </c:pt>
                <c:pt idx="31153">
                  <c:v>26.95</c:v>
                </c:pt>
                <c:pt idx="31154">
                  <c:v>26.95</c:v>
                </c:pt>
                <c:pt idx="31155">
                  <c:v>26.95</c:v>
                </c:pt>
                <c:pt idx="31156">
                  <c:v>26.95</c:v>
                </c:pt>
                <c:pt idx="31157">
                  <c:v>26.95</c:v>
                </c:pt>
                <c:pt idx="31158">
                  <c:v>26.95</c:v>
                </c:pt>
                <c:pt idx="31159">
                  <c:v>26.95</c:v>
                </c:pt>
                <c:pt idx="31160">
                  <c:v>26.95</c:v>
                </c:pt>
                <c:pt idx="31161">
                  <c:v>26.95</c:v>
                </c:pt>
                <c:pt idx="31162">
                  <c:v>26.95</c:v>
                </c:pt>
                <c:pt idx="31163">
                  <c:v>26.95</c:v>
                </c:pt>
                <c:pt idx="31164">
                  <c:v>26.95</c:v>
                </c:pt>
                <c:pt idx="31165">
                  <c:v>26.95</c:v>
                </c:pt>
                <c:pt idx="31166">
                  <c:v>26.95</c:v>
                </c:pt>
                <c:pt idx="31167">
                  <c:v>26.95</c:v>
                </c:pt>
                <c:pt idx="31168">
                  <c:v>26.95</c:v>
                </c:pt>
                <c:pt idx="31169">
                  <c:v>26.95</c:v>
                </c:pt>
                <c:pt idx="31170">
                  <c:v>26.95</c:v>
                </c:pt>
                <c:pt idx="31171">
                  <c:v>26.95</c:v>
                </c:pt>
                <c:pt idx="31172">
                  <c:v>26.95</c:v>
                </c:pt>
                <c:pt idx="31173">
                  <c:v>26.95</c:v>
                </c:pt>
                <c:pt idx="31174">
                  <c:v>26.95</c:v>
                </c:pt>
                <c:pt idx="31175">
                  <c:v>26.95</c:v>
                </c:pt>
                <c:pt idx="31176">
                  <c:v>26.95</c:v>
                </c:pt>
                <c:pt idx="31177">
                  <c:v>26.95</c:v>
                </c:pt>
                <c:pt idx="31178">
                  <c:v>26.95</c:v>
                </c:pt>
                <c:pt idx="31179">
                  <c:v>26.95</c:v>
                </c:pt>
                <c:pt idx="31180">
                  <c:v>26.95</c:v>
                </c:pt>
                <c:pt idx="31181">
                  <c:v>26.95</c:v>
                </c:pt>
                <c:pt idx="31182">
                  <c:v>26.95</c:v>
                </c:pt>
                <c:pt idx="31183">
                  <c:v>26.95</c:v>
                </c:pt>
                <c:pt idx="31184">
                  <c:v>26.95</c:v>
                </c:pt>
                <c:pt idx="31185">
                  <c:v>26.95</c:v>
                </c:pt>
                <c:pt idx="31186">
                  <c:v>26.95</c:v>
                </c:pt>
                <c:pt idx="31187">
                  <c:v>26.95</c:v>
                </c:pt>
                <c:pt idx="31188">
                  <c:v>26.95</c:v>
                </c:pt>
                <c:pt idx="31189">
                  <c:v>26.95</c:v>
                </c:pt>
                <c:pt idx="31190">
                  <c:v>26.95</c:v>
                </c:pt>
                <c:pt idx="31191">
                  <c:v>26.95</c:v>
                </c:pt>
                <c:pt idx="31192">
                  <c:v>26.95</c:v>
                </c:pt>
                <c:pt idx="31193">
                  <c:v>26.95</c:v>
                </c:pt>
                <c:pt idx="31194">
                  <c:v>26.95</c:v>
                </c:pt>
                <c:pt idx="31195">
                  <c:v>26.95</c:v>
                </c:pt>
                <c:pt idx="31196">
                  <c:v>26.95</c:v>
                </c:pt>
                <c:pt idx="31197">
                  <c:v>26.95</c:v>
                </c:pt>
                <c:pt idx="31198">
                  <c:v>26.95</c:v>
                </c:pt>
                <c:pt idx="31199">
                  <c:v>26.95</c:v>
                </c:pt>
                <c:pt idx="31200">
                  <c:v>26.95</c:v>
                </c:pt>
                <c:pt idx="31201">
                  <c:v>26.95</c:v>
                </c:pt>
                <c:pt idx="31202">
                  <c:v>26.95</c:v>
                </c:pt>
                <c:pt idx="31203">
                  <c:v>26.95</c:v>
                </c:pt>
                <c:pt idx="31204">
                  <c:v>26.95</c:v>
                </c:pt>
                <c:pt idx="31205">
                  <c:v>26.95</c:v>
                </c:pt>
                <c:pt idx="31206">
                  <c:v>26.95</c:v>
                </c:pt>
                <c:pt idx="31207">
                  <c:v>26.95</c:v>
                </c:pt>
                <c:pt idx="31208">
                  <c:v>26.95</c:v>
                </c:pt>
                <c:pt idx="31209">
                  <c:v>26.95</c:v>
                </c:pt>
                <c:pt idx="31210">
                  <c:v>26.95</c:v>
                </c:pt>
                <c:pt idx="31211">
                  <c:v>26.95</c:v>
                </c:pt>
                <c:pt idx="31212">
                  <c:v>26.95</c:v>
                </c:pt>
                <c:pt idx="31213">
                  <c:v>26.95</c:v>
                </c:pt>
                <c:pt idx="31214">
                  <c:v>26.95</c:v>
                </c:pt>
                <c:pt idx="31215">
                  <c:v>26.95</c:v>
                </c:pt>
                <c:pt idx="31216">
                  <c:v>26.95</c:v>
                </c:pt>
                <c:pt idx="31217">
                  <c:v>26.95</c:v>
                </c:pt>
                <c:pt idx="31218">
                  <c:v>26.95</c:v>
                </c:pt>
                <c:pt idx="31219">
                  <c:v>26.95</c:v>
                </c:pt>
                <c:pt idx="31220">
                  <c:v>26.95</c:v>
                </c:pt>
                <c:pt idx="31221">
                  <c:v>26.95</c:v>
                </c:pt>
                <c:pt idx="31222">
                  <c:v>26.95</c:v>
                </c:pt>
                <c:pt idx="31223">
                  <c:v>26.95</c:v>
                </c:pt>
                <c:pt idx="31224">
                  <c:v>26.95</c:v>
                </c:pt>
                <c:pt idx="31225">
                  <c:v>26.95</c:v>
                </c:pt>
                <c:pt idx="31226">
                  <c:v>26.95</c:v>
                </c:pt>
                <c:pt idx="31227">
                  <c:v>26.95</c:v>
                </c:pt>
                <c:pt idx="31228">
                  <c:v>26.95</c:v>
                </c:pt>
                <c:pt idx="31229">
                  <c:v>26.95</c:v>
                </c:pt>
                <c:pt idx="31230">
                  <c:v>26.95</c:v>
                </c:pt>
                <c:pt idx="31231">
                  <c:v>26.95</c:v>
                </c:pt>
                <c:pt idx="31232">
                  <c:v>26.95</c:v>
                </c:pt>
                <c:pt idx="31233">
                  <c:v>26.95</c:v>
                </c:pt>
                <c:pt idx="31234">
                  <c:v>26.95</c:v>
                </c:pt>
                <c:pt idx="31235">
                  <c:v>26.95</c:v>
                </c:pt>
                <c:pt idx="31236">
                  <c:v>26.9</c:v>
                </c:pt>
                <c:pt idx="31237">
                  <c:v>26.95</c:v>
                </c:pt>
                <c:pt idx="31238">
                  <c:v>26.95</c:v>
                </c:pt>
                <c:pt idx="31239">
                  <c:v>26.9</c:v>
                </c:pt>
                <c:pt idx="31240">
                  <c:v>26.9</c:v>
                </c:pt>
                <c:pt idx="31241">
                  <c:v>26.95</c:v>
                </c:pt>
                <c:pt idx="31242">
                  <c:v>26.95</c:v>
                </c:pt>
                <c:pt idx="31243">
                  <c:v>26.95</c:v>
                </c:pt>
                <c:pt idx="31244">
                  <c:v>26.95</c:v>
                </c:pt>
                <c:pt idx="31245">
                  <c:v>26.95</c:v>
                </c:pt>
                <c:pt idx="31246">
                  <c:v>26.95</c:v>
                </c:pt>
                <c:pt idx="31247">
                  <c:v>26.95</c:v>
                </c:pt>
                <c:pt idx="31248">
                  <c:v>26.95</c:v>
                </c:pt>
                <c:pt idx="31249">
                  <c:v>26.95</c:v>
                </c:pt>
                <c:pt idx="31250">
                  <c:v>26.95</c:v>
                </c:pt>
                <c:pt idx="31251">
                  <c:v>26.95</c:v>
                </c:pt>
                <c:pt idx="31252">
                  <c:v>26.95</c:v>
                </c:pt>
                <c:pt idx="31253">
                  <c:v>26.95</c:v>
                </c:pt>
                <c:pt idx="31254">
                  <c:v>26.95</c:v>
                </c:pt>
                <c:pt idx="31255">
                  <c:v>26.95</c:v>
                </c:pt>
                <c:pt idx="31256">
                  <c:v>26.95</c:v>
                </c:pt>
                <c:pt idx="31257">
                  <c:v>26.95</c:v>
                </c:pt>
                <c:pt idx="31258">
                  <c:v>26.95</c:v>
                </c:pt>
                <c:pt idx="31259">
                  <c:v>26.95</c:v>
                </c:pt>
                <c:pt idx="31260">
                  <c:v>26.95</c:v>
                </c:pt>
                <c:pt idx="31261">
                  <c:v>26.9</c:v>
                </c:pt>
                <c:pt idx="31262">
                  <c:v>26.9</c:v>
                </c:pt>
                <c:pt idx="31263">
                  <c:v>26.9</c:v>
                </c:pt>
                <c:pt idx="31264">
                  <c:v>26.9</c:v>
                </c:pt>
                <c:pt idx="31265">
                  <c:v>26.9</c:v>
                </c:pt>
                <c:pt idx="31266">
                  <c:v>26.9</c:v>
                </c:pt>
                <c:pt idx="31267">
                  <c:v>26.9</c:v>
                </c:pt>
                <c:pt idx="31268">
                  <c:v>26.9</c:v>
                </c:pt>
                <c:pt idx="31269">
                  <c:v>26.9</c:v>
                </c:pt>
                <c:pt idx="31270">
                  <c:v>26.9</c:v>
                </c:pt>
                <c:pt idx="31271">
                  <c:v>26.9</c:v>
                </c:pt>
                <c:pt idx="31272">
                  <c:v>26.9</c:v>
                </c:pt>
                <c:pt idx="31273">
                  <c:v>26.9</c:v>
                </c:pt>
                <c:pt idx="31274">
                  <c:v>26.9</c:v>
                </c:pt>
                <c:pt idx="31275">
                  <c:v>26.9</c:v>
                </c:pt>
                <c:pt idx="31276">
                  <c:v>26.9</c:v>
                </c:pt>
                <c:pt idx="31277">
                  <c:v>26.9</c:v>
                </c:pt>
                <c:pt idx="31278">
                  <c:v>26.9</c:v>
                </c:pt>
                <c:pt idx="31279">
                  <c:v>26.95</c:v>
                </c:pt>
                <c:pt idx="31280">
                  <c:v>26.95</c:v>
                </c:pt>
                <c:pt idx="31281">
                  <c:v>26.95</c:v>
                </c:pt>
                <c:pt idx="31282">
                  <c:v>26.95</c:v>
                </c:pt>
                <c:pt idx="31283">
                  <c:v>26.95</c:v>
                </c:pt>
                <c:pt idx="31284">
                  <c:v>26.9</c:v>
                </c:pt>
                <c:pt idx="31285">
                  <c:v>26.95</c:v>
                </c:pt>
                <c:pt idx="31286">
                  <c:v>26.95</c:v>
                </c:pt>
                <c:pt idx="31287">
                  <c:v>26.95</c:v>
                </c:pt>
                <c:pt idx="31288">
                  <c:v>26.95</c:v>
                </c:pt>
                <c:pt idx="31289">
                  <c:v>26.9</c:v>
                </c:pt>
                <c:pt idx="31290">
                  <c:v>26.9</c:v>
                </c:pt>
                <c:pt idx="31291">
                  <c:v>26.9</c:v>
                </c:pt>
                <c:pt idx="31292">
                  <c:v>26.9</c:v>
                </c:pt>
                <c:pt idx="31293">
                  <c:v>26.9</c:v>
                </c:pt>
                <c:pt idx="31294">
                  <c:v>26.9</c:v>
                </c:pt>
                <c:pt idx="31295">
                  <c:v>26.9</c:v>
                </c:pt>
                <c:pt idx="31296">
                  <c:v>26.9</c:v>
                </c:pt>
                <c:pt idx="31297">
                  <c:v>26.9</c:v>
                </c:pt>
                <c:pt idx="31298">
                  <c:v>26.9</c:v>
                </c:pt>
                <c:pt idx="31299">
                  <c:v>26.9</c:v>
                </c:pt>
                <c:pt idx="31300">
                  <c:v>26.9</c:v>
                </c:pt>
                <c:pt idx="31301">
                  <c:v>26.9</c:v>
                </c:pt>
                <c:pt idx="31302">
                  <c:v>26.9</c:v>
                </c:pt>
                <c:pt idx="31303">
                  <c:v>26.9</c:v>
                </c:pt>
                <c:pt idx="31304">
                  <c:v>26.9</c:v>
                </c:pt>
                <c:pt idx="31305">
                  <c:v>26.9</c:v>
                </c:pt>
                <c:pt idx="31306">
                  <c:v>26.9</c:v>
                </c:pt>
                <c:pt idx="31307">
                  <c:v>26.9</c:v>
                </c:pt>
                <c:pt idx="31308">
                  <c:v>26.9</c:v>
                </c:pt>
                <c:pt idx="31309">
                  <c:v>26.9</c:v>
                </c:pt>
                <c:pt idx="31310">
                  <c:v>26.9</c:v>
                </c:pt>
                <c:pt idx="31311">
                  <c:v>26.9</c:v>
                </c:pt>
                <c:pt idx="31312">
                  <c:v>26.9</c:v>
                </c:pt>
                <c:pt idx="31313">
                  <c:v>26.9</c:v>
                </c:pt>
                <c:pt idx="31314">
                  <c:v>26.9</c:v>
                </c:pt>
                <c:pt idx="31315">
                  <c:v>26.9</c:v>
                </c:pt>
                <c:pt idx="31316">
                  <c:v>26.9</c:v>
                </c:pt>
                <c:pt idx="31317">
                  <c:v>26.9</c:v>
                </c:pt>
                <c:pt idx="31318">
                  <c:v>26.9</c:v>
                </c:pt>
                <c:pt idx="31319">
                  <c:v>26.9</c:v>
                </c:pt>
                <c:pt idx="31320">
                  <c:v>26.9</c:v>
                </c:pt>
                <c:pt idx="31321">
                  <c:v>26.9</c:v>
                </c:pt>
                <c:pt idx="31322">
                  <c:v>26.9</c:v>
                </c:pt>
                <c:pt idx="31323">
                  <c:v>26.9</c:v>
                </c:pt>
                <c:pt idx="31324">
                  <c:v>26.9</c:v>
                </c:pt>
                <c:pt idx="31325">
                  <c:v>26.9</c:v>
                </c:pt>
                <c:pt idx="31326">
                  <c:v>26.9</c:v>
                </c:pt>
                <c:pt idx="31327">
                  <c:v>26.9</c:v>
                </c:pt>
                <c:pt idx="31328">
                  <c:v>26.9</c:v>
                </c:pt>
                <c:pt idx="31329">
                  <c:v>26.9</c:v>
                </c:pt>
                <c:pt idx="31330">
                  <c:v>26.9</c:v>
                </c:pt>
                <c:pt idx="31331">
                  <c:v>26.9</c:v>
                </c:pt>
                <c:pt idx="31332">
                  <c:v>26.9</c:v>
                </c:pt>
                <c:pt idx="31333">
                  <c:v>26.9</c:v>
                </c:pt>
                <c:pt idx="31334">
                  <c:v>26.9</c:v>
                </c:pt>
                <c:pt idx="31335">
                  <c:v>26.9</c:v>
                </c:pt>
                <c:pt idx="31336">
                  <c:v>26.9</c:v>
                </c:pt>
                <c:pt idx="31337">
                  <c:v>26.9</c:v>
                </c:pt>
                <c:pt idx="31338">
                  <c:v>26.9</c:v>
                </c:pt>
                <c:pt idx="31339">
                  <c:v>26.9</c:v>
                </c:pt>
                <c:pt idx="31340">
                  <c:v>26.9</c:v>
                </c:pt>
                <c:pt idx="31341">
                  <c:v>26.9</c:v>
                </c:pt>
                <c:pt idx="31342">
                  <c:v>26.9</c:v>
                </c:pt>
                <c:pt idx="31343">
                  <c:v>26.9</c:v>
                </c:pt>
                <c:pt idx="31344">
                  <c:v>26.9</c:v>
                </c:pt>
                <c:pt idx="31345">
                  <c:v>26.9</c:v>
                </c:pt>
                <c:pt idx="31346">
                  <c:v>26.9</c:v>
                </c:pt>
                <c:pt idx="31347">
                  <c:v>26.9</c:v>
                </c:pt>
                <c:pt idx="31348">
                  <c:v>26.9</c:v>
                </c:pt>
                <c:pt idx="31349">
                  <c:v>26.9</c:v>
                </c:pt>
                <c:pt idx="31350">
                  <c:v>26.9</c:v>
                </c:pt>
                <c:pt idx="31351">
                  <c:v>26.9</c:v>
                </c:pt>
                <c:pt idx="31352">
                  <c:v>26.9</c:v>
                </c:pt>
                <c:pt idx="31353">
                  <c:v>26.9</c:v>
                </c:pt>
                <c:pt idx="31354">
                  <c:v>26.9</c:v>
                </c:pt>
                <c:pt idx="31355">
                  <c:v>26.9</c:v>
                </c:pt>
                <c:pt idx="31356">
                  <c:v>26.9</c:v>
                </c:pt>
                <c:pt idx="31357">
                  <c:v>26.9</c:v>
                </c:pt>
                <c:pt idx="31358">
                  <c:v>26.9</c:v>
                </c:pt>
                <c:pt idx="31359">
                  <c:v>26.9</c:v>
                </c:pt>
                <c:pt idx="31360">
                  <c:v>26.9</c:v>
                </c:pt>
                <c:pt idx="31361">
                  <c:v>26.9</c:v>
                </c:pt>
                <c:pt idx="31362">
                  <c:v>26.9</c:v>
                </c:pt>
                <c:pt idx="31363">
                  <c:v>26.9</c:v>
                </c:pt>
                <c:pt idx="31364">
                  <c:v>26.9</c:v>
                </c:pt>
                <c:pt idx="31365">
                  <c:v>26.9</c:v>
                </c:pt>
                <c:pt idx="31366">
                  <c:v>26.9</c:v>
                </c:pt>
                <c:pt idx="31367">
                  <c:v>26.9</c:v>
                </c:pt>
                <c:pt idx="31368">
                  <c:v>26.9</c:v>
                </c:pt>
                <c:pt idx="31369">
                  <c:v>26.9</c:v>
                </c:pt>
                <c:pt idx="31370">
                  <c:v>26.9</c:v>
                </c:pt>
                <c:pt idx="31371">
                  <c:v>26.9</c:v>
                </c:pt>
                <c:pt idx="31372">
                  <c:v>26.9</c:v>
                </c:pt>
                <c:pt idx="31373">
                  <c:v>26.9</c:v>
                </c:pt>
                <c:pt idx="31374">
                  <c:v>26.9</c:v>
                </c:pt>
                <c:pt idx="31375">
                  <c:v>26.9</c:v>
                </c:pt>
                <c:pt idx="31376">
                  <c:v>26.9</c:v>
                </c:pt>
                <c:pt idx="31377">
                  <c:v>26.9</c:v>
                </c:pt>
                <c:pt idx="31378">
                  <c:v>26.9</c:v>
                </c:pt>
                <c:pt idx="31379">
                  <c:v>26.9</c:v>
                </c:pt>
                <c:pt idx="31380">
                  <c:v>26.9</c:v>
                </c:pt>
                <c:pt idx="31381">
                  <c:v>26.9</c:v>
                </c:pt>
                <c:pt idx="31382">
                  <c:v>26.9</c:v>
                </c:pt>
                <c:pt idx="31383">
                  <c:v>26.9</c:v>
                </c:pt>
                <c:pt idx="31384">
                  <c:v>26.9</c:v>
                </c:pt>
                <c:pt idx="31385">
                  <c:v>26.9</c:v>
                </c:pt>
                <c:pt idx="31386">
                  <c:v>26.9</c:v>
                </c:pt>
                <c:pt idx="31387">
                  <c:v>26.9</c:v>
                </c:pt>
                <c:pt idx="31388">
                  <c:v>26.9</c:v>
                </c:pt>
                <c:pt idx="31389">
                  <c:v>26.9</c:v>
                </c:pt>
                <c:pt idx="31390">
                  <c:v>26.9</c:v>
                </c:pt>
                <c:pt idx="31391">
                  <c:v>26.9</c:v>
                </c:pt>
                <c:pt idx="31392">
                  <c:v>26.9</c:v>
                </c:pt>
                <c:pt idx="31393">
                  <c:v>26.9</c:v>
                </c:pt>
                <c:pt idx="31394">
                  <c:v>26.9</c:v>
                </c:pt>
                <c:pt idx="31395">
                  <c:v>26.9</c:v>
                </c:pt>
                <c:pt idx="31396">
                  <c:v>26.9</c:v>
                </c:pt>
                <c:pt idx="31397">
                  <c:v>26.9</c:v>
                </c:pt>
                <c:pt idx="31398">
                  <c:v>26.9</c:v>
                </c:pt>
                <c:pt idx="31399">
                  <c:v>26.9</c:v>
                </c:pt>
                <c:pt idx="31400">
                  <c:v>26.9</c:v>
                </c:pt>
                <c:pt idx="31401">
                  <c:v>26.9</c:v>
                </c:pt>
                <c:pt idx="31402">
                  <c:v>26.9</c:v>
                </c:pt>
                <c:pt idx="31403">
                  <c:v>26.9</c:v>
                </c:pt>
                <c:pt idx="31404">
                  <c:v>26.9</c:v>
                </c:pt>
                <c:pt idx="31405">
                  <c:v>26.9</c:v>
                </c:pt>
                <c:pt idx="31406">
                  <c:v>26.9</c:v>
                </c:pt>
                <c:pt idx="31407">
                  <c:v>26.9</c:v>
                </c:pt>
                <c:pt idx="31408">
                  <c:v>26.9</c:v>
                </c:pt>
                <c:pt idx="31409">
                  <c:v>26.9</c:v>
                </c:pt>
                <c:pt idx="31410">
                  <c:v>26.9</c:v>
                </c:pt>
                <c:pt idx="31411">
                  <c:v>26.9</c:v>
                </c:pt>
                <c:pt idx="31412">
                  <c:v>26.9</c:v>
                </c:pt>
                <c:pt idx="31413">
                  <c:v>26.9</c:v>
                </c:pt>
                <c:pt idx="31414">
                  <c:v>26.9</c:v>
                </c:pt>
                <c:pt idx="31415">
                  <c:v>26.85</c:v>
                </c:pt>
                <c:pt idx="31416">
                  <c:v>26.9</c:v>
                </c:pt>
                <c:pt idx="31417">
                  <c:v>26.9</c:v>
                </c:pt>
                <c:pt idx="31418">
                  <c:v>26.9</c:v>
                </c:pt>
                <c:pt idx="31419">
                  <c:v>26.9</c:v>
                </c:pt>
                <c:pt idx="31420">
                  <c:v>26.9</c:v>
                </c:pt>
                <c:pt idx="31421">
                  <c:v>26.9</c:v>
                </c:pt>
                <c:pt idx="31422">
                  <c:v>26.9</c:v>
                </c:pt>
                <c:pt idx="31423">
                  <c:v>26.9</c:v>
                </c:pt>
                <c:pt idx="31424">
                  <c:v>26.9</c:v>
                </c:pt>
                <c:pt idx="31425">
                  <c:v>26.9</c:v>
                </c:pt>
                <c:pt idx="31426">
                  <c:v>26.9</c:v>
                </c:pt>
                <c:pt idx="31427">
                  <c:v>26.9</c:v>
                </c:pt>
                <c:pt idx="31428">
                  <c:v>26.9</c:v>
                </c:pt>
                <c:pt idx="31429">
                  <c:v>26.9</c:v>
                </c:pt>
                <c:pt idx="31430">
                  <c:v>26.9</c:v>
                </c:pt>
                <c:pt idx="31431">
                  <c:v>26.9</c:v>
                </c:pt>
                <c:pt idx="31432">
                  <c:v>26.9</c:v>
                </c:pt>
                <c:pt idx="31433">
                  <c:v>26.9</c:v>
                </c:pt>
                <c:pt idx="31434">
                  <c:v>26.9</c:v>
                </c:pt>
                <c:pt idx="31435">
                  <c:v>26.9</c:v>
                </c:pt>
                <c:pt idx="31436">
                  <c:v>26.85</c:v>
                </c:pt>
                <c:pt idx="31437">
                  <c:v>26.85</c:v>
                </c:pt>
                <c:pt idx="31438">
                  <c:v>26.85</c:v>
                </c:pt>
                <c:pt idx="31439">
                  <c:v>26.85</c:v>
                </c:pt>
                <c:pt idx="31440">
                  <c:v>26.85</c:v>
                </c:pt>
                <c:pt idx="31441">
                  <c:v>26.85</c:v>
                </c:pt>
                <c:pt idx="31442">
                  <c:v>26.85</c:v>
                </c:pt>
                <c:pt idx="31443">
                  <c:v>26.85</c:v>
                </c:pt>
                <c:pt idx="31444">
                  <c:v>26.85</c:v>
                </c:pt>
                <c:pt idx="31445">
                  <c:v>26.85</c:v>
                </c:pt>
                <c:pt idx="31446">
                  <c:v>26.85</c:v>
                </c:pt>
                <c:pt idx="31447">
                  <c:v>26.85</c:v>
                </c:pt>
                <c:pt idx="31448">
                  <c:v>26.85</c:v>
                </c:pt>
                <c:pt idx="31449">
                  <c:v>26.85</c:v>
                </c:pt>
                <c:pt idx="31450">
                  <c:v>26.85</c:v>
                </c:pt>
                <c:pt idx="31451">
                  <c:v>26.9</c:v>
                </c:pt>
                <c:pt idx="31452">
                  <c:v>26.9</c:v>
                </c:pt>
                <c:pt idx="31453">
                  <c:v>26.85</c:v>
                </c:pt>
                <c:pt idx="31454">
                  <c:v>26.85</c:v>
                </c:pt>
                <c:pt idx="31455">
                  <c:v>26.9</c:v>
                </c:pt>
                <c:pt idx="31456">
                  <c:v>26.9</c:v>
                </c:pt>
                <c:pt idx="31457">
                  <c:v>26.9</c:v>
                </c:pt>
                <c:pt idx="31458">
                  <c:v>26.9</c:v>
                </c:pt>
                <c:pt idx="31459">
                  <c:v>26.9</c:v>
                </c:pt>
                <c:pt idx="31460">
                  <c:v>26.85</c:v>
                </c:pt>
                <c:pt idx="31461">
                  <c:v>26.85</c:v>
                </c:pt>
                <c:pt idx="31462">
                  <c:v>26.85</c:v>
                </c:pt>
                <c:pt idx="31463">
                  <c:v>26.85</c:v>
                </c:pt>
                <c:pt idx="31464">
                  <c:v>26.85</c:v>
                </c:pt>
                <c:pt idx="31465">
                  <c:v>26.85</c:v>
                </c:pt>
                <c:pt idx="31466">
                  <c:v>26.85</c:v>
                </c:pt>
                <c:pt idx="31467">
                  <c:v>26.85</c:v>
                </c:pt>
                <c:pt idx="31468">
                  <c:v>26.85</c:v>
                </c:pt>
                <c:pt idx="31469">
                  <c:v>26.85</c:v>
                </c:pt>
                <c:pt idx="31470">
                  <c:v>26.85</c:v>
                </c:pt>
                <c:pt idx="31471">
                  <c:v>26.85</c:v>
                </c:pt>
                <c:pt idx="31472">
                  <c:v>26.85</c:v>
                </c:pt>
                <c:pt idx="31473">
                  <c:v>26.85</c:v>
                </c:pt>
                <c:pt idx="31474">
                  <c:v>26.85</c:v>
                </c:pt>
                <c:pt idx="31475">
                  <c:v>26.85</c:v>
                </c:pt>
                <c:pt idx="31476">
                  <c:v>26.85</c:v>
                </c:pt>
                <c:pt idx="31477">
                  <c:v>26.85</c:v>
                </c:pt>
                <c:pt idx="31478">
                  <c:v>26.85</c:v>
                </c:pt>
                <c:pt idx="31479">
                  <c:v>26.85</c:v>
                </c:pt>
                <c:pt idx="31480">
                  <c:v>26.85</c:v>
                </c:pt>
                <c:pt idx="31481">
                  <c:v>26.85</c:v>
                </c:pt>
                <c:pt idx="31482">
                  <c:v>26.85</c:v>
                </c:pt>
                <c:pt idx="31483">
                  <c:v>26.85</c:v>
                </c:pt>
                <c:pt idx="31484">
                  <c:v>26.85</c:v>
                </c:pt>
                <c:pt idx="31485">
                  <c:v>26.85</c:v>
                </c:pt>
                <c:pt idx="31486">
                  <c:v>26.85</c:v>
                </c:pt>
                <c:pt idx="31487">
                  <c:v>26.85</c:v>
                </c:pt>
                <c:pt idx="31488">
                  <c:v>26.85</c:v>
                </c:pt>
                <c:pt idx="31489">
                  <c:v>26.85</c:v>
                </c:pt>
                <c:pt idx="31490">
                  <c:v>26.85</c:v>
                </c:pt>
                <c:pt idx="31491">
                  <c:v>26.85</c:v>
                </c:pt>
                <c:pt idx="31492">
                  <c:v>26.85</c:v>
                </c:pt>
                <c:pt idx="31493">
                  <c:v>26.85</c:v>
                </c:pt>
                <c:pt idx="31494">
                  <c:v>26.85</c:v>
                </c:pt>
                <c:pt idx="31495">
                  <c:v>26.85</c:v>
                </c:pt>
                <c:pt idx="31496">
                  <c:v>26.85</c:v>
                </c:pt>
                <c:pt idx="31497">
                  <c:v>26.85</c:v>
                </c:pt>
                <c:pt idx="31498">
                  <c:v>26.85</c:v>
                </c:pt>
                <c:pt idx="31499">
                  <c:v>26.85</c:v>
                </c:pt>
                <c:pt idx="31500">
                  <c:v>26.85</c:v>
                </c:pt>
                <c:pt idx="31501">
                  <c:v>26.85</c:v>
                </c:pt>
                <c:pt idx="31502">
                  <c:v>26.85</c:v>
                </c:pt>
                <c:pt idx="31503">
                  <c:v>26.85</c:v>
                </c:pt>
                <c:pt idx="31504">
                  <c:v>26.85</c:v>
                </c:pt>
                <c:pt idx="31505">
                  <c:v>26.85</c:v>
                </c:pt>
                <c:pt idx="31506">
                  <c:v>26.85</c:v>
                </c:pt>
                <c:pt idx="31507">
                  <c:v>26.85</c:v>
                </c:pt>
                <c:pt idx="31508">
                  <c:v>26.85</c:v>
                </c:pt>
                <c:pt idx="31509">
                  <c:v>26.85</c:v>
                </c:pt>
                <c:pt idx="31510">
                  <c:v>26.85</c:v>
                </c:pt>
                <c:pt idx="31511">
                  <c:v>26.85</c:v>
                </c:pt>
                <c:pt idx="31512">
                  <c:v>26.85</c:v>
                </c:pt>
                <c:pt idx="31513">
                  <c:v>26.85</c:v>
                </c:pt>
                <c:pt idx="31514">
                  <c:v>26.85</c:v>
                </c:pt>
                <c:pt idx="31515">
                  <c:v>26.85</c:v>
                </c:pt>
                <c:pt idx="31516">
                  <c:v>26.85</c:v>
                </c:pt>
                <c:pt idx="31517">
                  <c:v>26.85</c:v>
                </c:pt>
                <c:pt idx="31518">
                  <c:v>26.85</c:v>
                </c:pt>
                <c:pt idx="31519">
                  <c:v>26.85</c:v>
                </c:pt>
                <c:pt idx="31520">
                  <c:v>26.85</c:v>
                </c:pt>
                <c:pt idx="31521">
                  <c:v>26.85</c:v>
                </c:pt>
                <c:pt idx="31522">
                  <c:v>26.85</c:v>
                </c:pt>
                <c:pt idx="31523">
                  <c:v>26.85</c:v>
                </c:pt>
                <c:pt idx="31524">
                  <c:v>26.85</c:v>
                </c:pt>
                <c:pt idx="31525">
                  <c:v>26.85</c:v>
                </c:pt>
                <c:pt idx="31526">
                  <c:v>26.85</c:v>
                </c:pt>
                <c:pt idx="31527">
                  <c:v>26.85</c:v>
                </c:pt>
                <c:pt idx="31528">
                  <c:v>26.85</c:v>
                </c:pt>
                <c:pt idx="31529">
                  <c:v>26.85</c:v>
                </c:pt>
                <c:pt idx="31530">
                  <c:v>26.85</c:v>
                </c:pt>
                <c:pt idx="31531">
                  <c:v>26.85</c:v>
                </c:pt>
                <c:pt idx="31532">
                  <c:v>26.85</c:v>
                </c:pt>
                <c:pt idx="31533">
                  <c:v>26.85</c:v>
                </c:pt>
                <c:pt idx="31534">
                  <c:v>26.85</c:v>
                </c:pt>
                <c:pt idx="31535">
                  <c:v>26.85</c:v>
                </c:pt>
                <c:pt idx="31536">
                  <c:v>26.85</c:v>
                </c:pt>
                <c:pt idx="31537">
                  <c:v>26.85</c:v>
                </c:pt>
                <c:pt idx="31538">
                  <c:v>26.85</c:v>
                </c:pt>
                <c:pt idx="31539">
                  <c:v>26.85</c:v>
                </c:pt>
                <c:pt idx="31540">
                  <c:v>26.85</c:v>
                </c:pt>
                <c:pt idx="31541">
                  <c:v>26.85</c:v>
                </c:pt>
                <c:pt idx="31542">
                  <c:v>26.85</c:v>
                </c:pt>
                <c:pt idx="31543">
                  <c:v>26.85</c:v>
                </c:pt>
                <c:pt idx="31544">
                  <c:v>26.85</c:v>
                </c:pt>
                <c:pt idx="31545">
                  <c:v>26.85</c:v>
                </c:pt>
                <c:pt idx="31546">
                  <c:v>26.85</c:v>
                </c:pt>
                <c:pt idx="31547">
                  <c:v>26.85</c:v>
                </c:pt>
                <c:pt idx="31548">
                  <c:v>26.85</c:v>
                </c:pt>
                <c:pt idx="31549">
                  <c:v>26.85</c:v>
                </c:pt>
                <c:pt idx="31550">
                  <c:v>26.8</c:v>
                </c:pt>
                <c:pt idx="31551">
                  <c:v>26.8</c:v>
                </c:pt>
                <c:pt idx="31552">
                  <c:v>26.8</c:v>
                </c:pt>
                <c:pt idx="31553">
                  <c:v>26.8</c:v>
                </c:pt>
                <c:pt idx="31554">
                  <c:v>26.8</c:v>
                </c:pt>
                <c:pt idx="31555">
                  <c:v>26.8</c:v>
                </c:pt>
                <c:pt idx="31556">
                  <c:v>26.85</c:v>
                </c:pt>
                <c:pt idx="31557">
                  <c:v>26.85</c:v>
                </c:pt>
                <c:pt idx="31558">
                  <c:v>26.85</c:v>
                </c:pt>
                <c:pt idx="31559">
                  <c:v>26.85</c:v>
                </c:pt>
                <c:pt idx="31560">
                  <c:v>26.85</c:v>
                </c:pt>
                <c:pt idx="31561">
                  <c:v>26.85</c:v>
                </c:pt>
                <c:pt idx="31562">
                  <c:v>26.85</c:v>
                </c:pt>
                <c:pt idx="31563">
                  <c:v>26.85</c:v>
                </c:pt>
                <c:pt idx="31564">
                  <c:v>26.85</c:v>
                </c:pt>
                <c:pt idx="31565">
                  <c:v>26.85</c:v>
                </c:pt>
                <c:pt idx="31566">
                  <c:v>26.85</c:v>
                </c:pt>
                <c:pt idx="31567">
                  <c:v>26.85</c:v>
                </c:pt>
                <c:pt idx="31568">
                  <c:v>26.85</c:v>
                </c:pt>
                <c:pt idx="31569">
                  <c:v>26.85</c:v>
                </c:pt>
                <c:pt idx="31570">
                  <c:v>26.85</c:v>
                </c:pt>
                <c:pt idx="31571">
                  <c:v>26.85</c:v>
                </c:pt>
                <c:pt idx="31572">
                  <c:v>26.85</c:v>
                </c:pt>
                <c:pt idx="31573">
                  <c:v>26.85</c:v>
                </c:pt>
                <c:pt idx="31574">
                  <c:v>26.85</c:v>
                </c:pt>
                <c:pt idx="31575">
                  <c:v>26.8</c:v>
                </c:pt>
                <c:pt idx="31576">
                  <c:v>26.8</c:v>
                </c:pt>
                <c:pt idx="31577">
                  <c:v>26.8</c:v>
                </c:pt>
                <c:pt idx="31578">
                  <c:v>26.8</c:v>
                </c:pt>
                <c:pt idx="31579">
                  <c:v>26.85</c:v>
                </c:pt>
                <c:pt idx="31580">
                  <c:v>26.8</c:v>
                </c:pt>
                <c:pt idx="31581">
                  <c:v>26.8</c:v>
                </c:pt>
                <c:pt idx="31582">
                  <c:v>26.8</c:v>
                </c:pt>
                <c:pt idx="31583">
                  <c:v>26.8</c:v>
                </c:pt>
                <c:pt idx="31584">
                  <c:v>26.8</c:v>
                </c:pt>
                <c:pt idx="31585">
                  <c:v>26.8</c:v>
                </c:pt>
                <c:pt idx="31586">
                  <c:v>26.8</c:v>
                </c:pt>
                <c:pt idx="31587">
                  <c:v>26.8</c:v>
                </c:pt>
                <c:pt idx="31588">
                  <c:v>26.8</c:v>
                </c:pt>
                <c:pt idx="31589">
                  <c:v>26.8</c:v>
                </c:pt>
                <c:pt idx="31590">
                  <c:v>26.8</c:v>
                </c:pt>
                <c:pt idx="31591">
                  <c:v>26.8</c:v>
                </c:pt>
                <c:pt idx="31592">
                  <c:v>26.8</c:v>
                </c:pt>
                <c:pt idx="31593">
                  <c:v>26.8</c:v>
                </c:pt>
                <c:pt idx="31594">
                  <c:v>26.8</c:v>
                </c:pt>
                <c:pt idx="31595">
                  <c:v>26.8</c:v>
                </c:pt>
                <c:pt idx="31596">
                  <c:v>26.8</c:v>
                </c:pt>
                <c:pt idx="31597">
                  <c:v>26.8</c:v>
                </c:pt>
                <c:pt idx="31598">
                  <c:v>26.8</c:v>
                </c:pt>
                <c:pt idx="31599">
                  <c:v>26.8</c:v>
                </c:pt>
                <c:pt idx="31600">
                  <c:v>26.8</c:v>
                </c:pt>
                <c:pt idx="31601">
                  <c:v>26.8</c:v>
                </c:pt>
                <c:pt idx="31602">
                  <c:v>26.8</c:v>
                </c:pt>
                <c:pt idx="31603">
                  <c:v>26.8</c:v>
                </c:pt>
                <c:pt idx="31604">
                  <c:v>26.8</c:v>
                </c:pt>
                <c:pt idx="31605">
                  <c:v>26.8</c:v>
                </c:pt>
                <c:pt idx="31606">
                  <c:v>26.8</c:v>
                </c:pt>
                <c:pt idx="31607">
                  <c:v>26.8</c:v>
                </c:pt>
                <c:pt idx="31608">
                  <c:v>26.8</c:v>
                </c:pt>
                <c:pt idx="31609">
                  <c:v>26.8</c:v>
                </c:pt>
                <c:pt idx="31610">
                  <c:v>26.8</c:v>
                </c:pt>
                <c:pt idx="31611">
                  <c:v>26.8</c:v>
                </c:pt>
                <c:pt idx="31612">
                  <c:v>26.8</c:v>
                </c:pt>
                <c:pt idx="31613">
                  <c:v>26.8</c:v>
                </c:pt>
                <c:pt idx="31614">
                  <c:v>26.8</c:v>
                </c:pt>
                <c:pt idx="31615">
                  <c:v>26.8</c:v>
                </c:pt>
                <c:pt idx="31616">
                  <c:v>26.8</c:v>
                </c:pt>
                <c:pt idx="31617">
                  <c:v>26.8</c:v>
                </c:pt>
                <c:pt idx="31618">
                  <c:v>26.8</c:v>
                </c:pt>
                <c:pt idx="31619">
                  <c:v>26.8</c:v>
                </c:pt>
                <c:pt idx="31620">
                  <c:v>26.8</c:v>
                </c:pt>
                <c:pt idx="31621">
                  <c:v>26.8</c:v>
                </c:pt>
                <c:pt idx="31622">
                  <c:v>26.8</c:v>
                </c:pt>
                <c:pt idx="31623">
                  <c:v>26.8</c:v>
                </c:pt>
                <c:pt idx="31624">
                  <c:v>26.8</c:v>
                </c:pt>
                <c:pt idx="31625">
                  <c:v>26.8</c:v>
                </c:pt>
                <c:pt idx="31626">
                  <c:v>26.8</c:v>
                </c:pt>
                <c:pt idx="31627">
                  <c:v>26.8</c:v>
                </c:pt>
                <c:pt idx="31628">
                  <c:v>26.8</c:v>
                </c:pt>
                <c:pt idx="31629">
                  <c:v>26.8</c:v>
                </c:pt>
                <c:pt idx="31630">
                  <c:v>26.8</c:v>
                </c:pt>
                <c:pt idx="31631">
                  <c:v>26.8</c:v>
                </c:pt>
                <c:pt idx="31632">
                  <c:v>26.8</c:v>
                </c:pt>
                <c:pt idx="31633">
                  <c:v>26.8</c:v>
                </c:pt>
                <c:pt idx="31634">
                  <c:v>26.8</c:v>
                </c:pt>
                <c:pt idx="31635">
                  <c:v>26.8</c:v>
                </c:pt>
                <c:pt idx="31636">
                  <c:v>26.8</c:v>
                </c:pt>
                <c:pt idx="31637">
                  <c:v>26.8</c:v>
                </c:pt>
                <c:pt idx="31638">
                  <c:v>26.8</c:v>
                </c:pt>
                <c:pt idx="31639">
                  <c:v>26.8</c:v>
                </c:pt>
                <c:pt idx="31640">
                  <c:v>26.8</c:v>
                </c:pt>
                <c:pt idx="31641">
                  <c:v>26.8</c:v>
                </c:pt>
                <c:pt idx="31642">
                  <c:v>26.8</c:v>
                </c:pt>
                <c:pt idx="31643">
                  <c:v>26.8</c:v>
                </c:pt>
                <c:pt idx="31644">
                  <c:v>26.8</c:v>
                </c:pt>
                <c:pt idx="31645">
                  <c:v>26.8</c:v>
                </c:pt>
                <c:pt idx="31646">
                  <c:v>26.8</c:v>
                </c:pt>
                <c:pt idx="31647">
                  <c:v>26.8</c:v>
                </c:pt>
                <c:pt idx="31648">
                  <c:v>26.8</c:v>
                </c:pt>
                <c:pt idx="31649">
                  <c:v>26.8</c:v>
                </c:pt>
                <c:pt idx="31650">
                  <c:v>26.8</c:v>
                </c:pt>
                <c:pt idx="31651">
                  <c:v>26.8</c:v>
                </c:pt>
                <c:pt idx="31652">
                  <c:v>26.8</c:v>
                </c:pt>
                <c:pt idx="31653">
                  <c:v>26.8</c:v>
                </c:pt>
                <c:pt idx="31654">
                  <c:v>26.8</c:v>
                </c:pt>
                <c:pt idx="31655">
                  <c:v>26.8</c:v>
                </c:pt>
                <c:pt idx="31656">
                  <c:v>26.8</c:v>
                </c:pt>
                <c:pt idx="31657">
                  <c:v>26.8</c:v>
                </c:pt>
                <c:pt idx="31658">
                  <c:v>26.75</c:v>
                </c:pt>
                <c:pt idx="31659">
                  <c:v>26.8</c:v>
                </c:pt>
                <c:pt idx="31660">
                  <c:v>26.8</c:v>
                </c:pt>
                <c:pt idx="31661">
                  <c:v>26.8</c:v>
                </c:pt>
                <c:pt idx="31662">
                  <c:v>26.8</c:v>
                </c:pt>
                <c:pt idx="31663">
                  <c:v>26.8</c:v>
                </c:pt>
                <c:pt idx="31664">
                  <c:v>26.8</c:v>
                </c:pt>
                <c:pt idx="31665">
                  <c:v>26.8</c:v>
                </c:pt>
                <c:pt idx="31666">
                  <c:v>26.8</c:v>
                </c:pt>
                <c:pt idx="31667">
                  <c:v>26.8</c:v>
                </c:pt>
                <c:pt idx="31668">
                  <c:v>26.8</c:v>
                </c:pt>
                <c:pt idx="31669">
                  <c:v>26.8</c:v>
                </c:pt>
                <c:pt idx="31670">
                  <c:v>26.8</c:v>
                </c:pt>
                <c:pt idx="31671">
                  <c:v>26.8</c:v>
                </c:pt>
                <c:pt idx="31672">
                  <c:v>26.8</c:v>
                </c:pt>
                <c:pt idx="31673">
                  <c:v>26.8</c:v>
                </c:pt>
                <c:pt idx="31674">
                  <c:v>26.8</c:v>
                </c:pt>
                <c:pt idx="31675">
                  <c:v>26.8</c:v>
                </c:pt>
                <c:pt idx="31676">
                  <c:v>26.8</c:v>
                </c:pt>
                <c:pt idx="31677">
                  <c:v>26.8</c:v>
                </c:pt>
                <c:pt idx="31678">
                  <c:v>26.8</c:v>
                </c:pt>
                <c:pt idx="31679">
                  <c:v>26.8</c:v>
                </c:pt>
                <c:pt idx="31680">
                  <c:v>26.75</c:v>
                </c:pt>
                <c:pt idx="31681">
                  <c:v>26.75</c:v>
                </c:pt>
                <c:pt idx="31682">
                  <c:v>26.75</c:v>
                </c:pt>
                <c:pt idx="31683">
                  <c:v>26.75</c:v>
                </c:pt>
                <c:pt idx="31684">
                  <c:v>26.75</c:v>
                </c:pt>
                <c:pt idx="31685">
                  <c:v>26.75</c:v>
                </c:pt>
                <c:pt idx="31686">
                  <c:v>26.75</c:v>
                </c:pt>
                <c:pt idx="31687">
                  <c:v>26.75</c:v>
                </c:pt>
                <c:pt idx="31688">
                  <c:v>26.75</c:v>
                </c:pt>
                <c:pt idx="31689">
                  <c:v>26.75</c:v>
                </c:pt>
                <c:pt idx="31690">
                  <c:v>26.75</c:v>
                </c:pt>
                <c:pt idx="31691">
                  <c:v>26.75</c:v>
                </c:pt>
                <c:pt idx="31692">
                  <c:v>26.75</c:v>
                </c:pt>
                <c:pt idx="31693">
                  <c:v>26.75</c:v>
                </c:pt>
                <c:pt idx="31694">
                  <c:v>26.75</c:v>
                </c:pt>
                <c:pt idx="31695">
                  <c:v>26.75</c:v>
                </c:pt>
                <c:pt idx="31696">
                  <c:v>26.75</c:v>
                </c:pt>
                <c:pt idx="31697">
                  <c:v>26.75</c:v>
                </c:pt>
                <c:pt idx="31698">
                  <c:v>26.8</c:v>
                </c:pt>
                <c:pt idx="31699">
                  <c:v>26.75</c:v>
                </c:pt>
                <c:pt idx="31700">
                  <c:v>26.8</c:v>
                </c:pt>
                <c:pt idx="31701">
                  <c:v>26.8</c:v>
                </c:pt>
                <c:pt idx="31702">
                  <c:v>26.8</c:v>
                </c:pt>
                <c:pt idx="31703">
                  <c:v>26.8</c:v>
                </c:pt>
                <c:pt idx="31704">
                  <c:v>26.8</c:v>
                </c:pt>
                <c:pt idx="31705">
                  <c:v>26.8</c:v>
                </c:pt>
                <c:pt idx="31706">
                  <c:v>26.8</c:v>
                </c:pt>
                <c:pt idx="31707">
                  <c:v>26.75</c:v>
                </c:pt>
                <c:pt idx="31708">
                  <c:v>26.75</c:v>
                </c:pt>
                <c:pt idx="31709">
                  <c:v>26.75</c:v>
                </c:pt>
                <c:pt idx="31710">
                  <c:v>26.75</c:v>
                </c:pt>
                <c:pt idx="31711">
                  <c:v>26.75</c:v>
                </c:pt>
                <c:pt idx="31712">
                  <c:v>26.75</c:v>
                </c:pt>
                <c:pt idx="31713">
                  <c:v>26.75</c:v>
                </c:pt>
                <c:pt idx="31714">
                  <c:v>26.75</c:v>
                </c:pt>
                <c:pt idx="31715">
                  <c:v>26.75</c:v>
                </c:pt>
                <c:pt idx="31716">
                  <c:v>26.75</c:v>
                </c:pt>
                <c:pt idx="31717">
                  <c:v>26.75</c:v>
                </c:pt>
                <c:pt idx="31718">
                  <c:v>26.75</c:v>
                </c:pt>
                <c:pt idx="31719">
                  <c:v>26.75</c:v>
                </c:pt>
                <c:pt idx="31720">
                  <c:v>26.75</c:v>
                </c:pt>
                <c:pt idx="31721">
                  <c:v>26.75</c:v>
                </c:pt>
                <c:pt idx="31722">
                  <c:v>26.75</c:v>
                </c:pt>
                <c:pt idx="31723">
                  <c:v>26.75</c:v>
                </c:pt>
                <c:pt idx="31724">
                  <c:v>26.75</c:v>
                </c:pt>
                <c:pt idx="31725">
                  <c:v>26.75</c:v>
                </c:pt>
                <c:pt idx="31726">
                  <c:v>26.75</c:v>
                </c:pt>
                <c:pt idx="31727">
                  <c:v>26.75</c:v>
                </c:pt>
                <c:pt idx="31728">
                  <c:v>26.75</c:v>
                </c:pt>
                <c:pt idx="31729">
                  <c:v>26.75</c:v>
                </c:pt>
                <c:pt idx="31730">
                  <c:v>26.75</c:v>
                </c:pt>
                <c:pt idx="31731">
                  <c:v>26.75</c:v>
                </c:pt>
                <c:pt idx="31732">
                  <c:v>26.75</c:v>
                </c:pt>
                <c:pt idx="31733">
                  <c:v>26.75</c:v>
                </c:pt>
                <c:pt idx="31734">
                  <c:v>26.75</c:v>
                </c:pt>
                <c:pt idx="31735">
                  <c:v>26.75</c:v>
                </c:pt>
                <c:pt idx="31736">
                  <c:v>26.75</c:v>
                </c:pt>
                <c:pt idx="31737">
                  <c:v>26.75</c:v>
                </c:pt>
                <c:pt idx="31738">
                  <c:v>26.75</c:v>
                </c:pt>
                <c:pt idx="31739">
                  <c:v>26.75</c:v>
                </c:pt>
                <c:pt idx="31740">
                  <c:v>26.75</c:v>
                </c:pt>
                <c:pt idx="31741">
                  <c:v>26.75</c:v>
                </c:pt>
                <c:pt idx="31742">
                  <c:v>26.75</c:v>
                </c:pt>
                <c:pt idx="31743">
                  <c:v>26.75</c:v>
                </c:pt>
                <c:pt idx="31744">
                  <c:v>26.75</c:v>
                </c:pt>
                <c:pt idx="31745">
                  <c:v>26.75</c:v>
                </c:pt>
                <c:pt idx="31746">
                  <c:v>26.75</c:v>
                </c:pt>
                <c:pt idx="31747">
                  <c:v>26.75</c:v>
                </c:pt>
                <c:pt idx="31748">
                  <c:v>26.75</c:v>
                </c:pt>
                <c:pt idx="31749">
                  <c:v>26.75</c:v>
                </c:pt>
                <c:pt idx="31750">
                  <c:v>26.75</c:v>
                </c:pt>
                <c:pt idx="31751">
                  <c:v>26.75</c:v>
                </c:pt>
                <c:pt idx="31752">
                  <c:v>26.75</c:v>
                </c:pt>
                <c:pt idx="31753">
                  <c:v>26.75</c:v>
                </c:pt>
                <c:pt idx="31754">
                  <c:v>26.75</c:v>
                </c:pt>
                <c:pt idx="31755">
                  <c:v>26.75</c:v>
                </c:pt>
                <c:pt idx="31756">
                  <c:v>26.75</c:v>
                </c:pt>
                <c:pt idx="31757">
                  <c:v>26.75</c:v>
                </c:pt>
                <c:pt idx="31758">
                  <c:v>26.75</c:v>
                </c:pt>
                <c:pt idx="31759">
                  <c:v>26.75</c:v>
                </c:pt>
                <c:pt idx="31760">
                  <c:v>26.75</c:v>
                </c:pt>
                <c:pt idx="31761">
                  <c:v>26.75</c:v>
                </c:pt>
                <c:pt idx="31762">
                  <c:v>26.75</c:v>
                </c:pt>
                <c:pt idx="31763">
                  <c:v>26.75</c:v>
                </c:pt>
                <c:pt idx="31764">
                  <c:v>26.75</c:v>
                </c:pt>
                <c:pt idx="31765">
                  <c:v>26.75</c:v>
                </c:pt>
                <c:pt idx="31766">
                  <c:v>26.75</c:v>
                </c:pt>
                <c:pt idx="31767">
                  <c:v>26.75</c:v>
                </c:pt>
                <c:pt idx="31768">
                  <c:v>26.75</c:v>
                </c:pt>
                <c:pt idx="31769">
                  <c:v>26.75</c:v>
                </c:pt>
                <c:pt idx="31770">
                  <c:v>26.75</c:v>
                </c:pt>
                <c:pt idx="31771">
                  <c:v>26.75</c:v>
                </c:pt>
                <c:pt idx="31772">
                  <c:v>26.75</c:v>
                </c:pt>
                <c:pt idx="31773">
                  <c:v>26.75</c:v>
                </c:pt>
                <c:pt idx="31774">
                  <c:v>26.75</c:v>
                </c:pt>
                <c:pt idx="31775">
                  <c:v>26.75</c:v>
                </c:pt>
                <c:pt idx="31776">
                  <c:v>26.75</c:v>
                </c:pt>
                <c:pt idx="31777">
                  <c:v>26.75</c:v>
                </c:pt>
                <c:pt idx="31778">
                  <c:v>26.75</c:v>
                </c:pt>
                <c:pt idx="31779">
                  <c:v>26.75</c:v>
                </c:pt>
                <c:pt idx="31780">
                  <c:v>26.75</c:v>
                </c:pt>
                <c:pt idx="31781">
                  <c:v>26.75</c:v>
                </c:pt>
                <c:pt idx="31782">
                  <c:v>26.75</c:v>
                </c:pt>
                <c:pt idx="31783">
                  <c:v>26.75</c:v>
                </c:pt>
                <c:pt idx="31784">
                  <c:v>26.75</c:v>
                </c:pt>
                <c:pt idx="31785">
                  <c:v>26.75</c:v>
                </c:pt>
                <c:pt idx="31786">
                  <c:v>26.75</c:v>
                </c:pt>
                <c:pt idx="31787">
                  <c:v>26.75</c:v>
                </c:pt>
                <c:pt idx="31788">
                  <c:v>26.75</c:v>
                </c:pt>
                <c:pt idx="31789">
                  <c:v>26.75</c:v>
                </c:pt>
                <c:pt idx="31790">
                  <c:v>26.75</c:v>
                </c:pt>
                <c:pt idx="31791">
                  <c:v>26.75</c:v>
                </c:pt>
                <c:pt idx="31792">
                  <c:v>26.75</c:v>
                </c:pt>
                <c:pt idx="31793">
                  <c:v>26.75</c:v>
                </c:pt>
                <c:pt idx="31794">
                  <c:v>26.75</c:v>
                </c:pt>
                <c:pt idx="31795">
                  <c:v>26.75</c:v>
                </c:pt>
                <c:pt idx="31796">
                  <c:v>26.75</c:v>
                </c:pt>
                <c:pt idx="31797">
                  <c:v>26.75</c:v>
                </c:pt>
                <c:pt idx="31798">
                  <c:v>26.75</c:v>
                </c:pt>
                <c:pt idx="31799">
                  <c:v>26.75</c:v>
                </c:pt>
                <c:pt idx="31800">
                  <c:v>26.75</c:v>
                </c:pt>
                <c:pt idx="31801">
                  <c:v>26.75</c:v>
                </c:pt>
                <c:pt idx="31802">
                  <c:v>26.75</c:v>
                </c:pt>
                <c:pt idx="31803">
                  <c:v>26.75</c:v>
                </c:pt>
                <c:pt idx="31804">
                  <c:v>26.75</c:v>
                </c:pt>
                <c:pt idx="31805">
                  <c:v>26.75</c:v>
                </c:pt>
                <c:pt idx="31806">
                  <c:v>26.75</c:v>
                </c:pt>
                <c:pt idx="31807">
                  <c:v>26.75</c:v>
                </c:pt>
                <c:pt idx="31808">
                  <c:v>26.75</c:v>
                </c:pt>
                <c:pt idx="31809">
                  <c:v>26.75</c:v>
                </c:pt>
                <c:pt idx="31810">
                  <c:v>26.75</c:v>
                </c:pt>
                <c:pt idx="31811">
                  <c:v>26.75</c:v>
                </c:pt>
                <c:pt idx="31812">
                  <c:v>26.75</c:v>
                </c:pt>
                <c:pt idx="31813">
                  <c:v>26.75</c:v>
                </c:pt>
                <c:pt idx="31814">
                  <c:v>26.75</c:v>
                </c:pt>
                <c:pt idx="31815">
                  <c:v>26.75</c:v>
                </c:pt>
                <c:pt idx="31816">
                  <c:v>26.75</c:v>
                </c:pt>
                <c:pt idx="31817">
                  <c:v>26.75</c:v>
                </c:pt>
                <c:pt idx="31818">
                  <c:v>26.75</c:v>
                </c:pt>
                <c:pt idx="31819">
                  <c:v>26.75</c:v>
                </c:pt>
                <c:pt idx="31820">
                  <c:v>26.75</c:v>
                </c:pt>
                <c:pt idx="31821">
                  <c:v>26.75</c:v>
                </c:pt>
                <c:pt idx="31822">
                  <c:v>26.75</c:v>
                </c:pt>
                <c:pt idx="31823">
                  <c:v>26.75</c:v>
                </c:pt>
                <c:pt idx="31824">
                  <c:v>26.75</c:v>
                </c:pt>
                <c:pt idx="31825">
                  <c:v>26.75</c:v>
                </c:pt>
                <c:pt idx="31826">
                  <c:v>26.75</c:v>
                </c:pt>
                <c:pt idx="31827">
                  <c:v>26.75</c:v>
                </c:pt>
                <c:pt idx="31828">
                  <c:v>26.75</c:v>
                </c:pt>
                <c:pt idx="31829">
                  <c:v>26.75</c:v>
                </c:pt>
                <c:pt idx="31830">
                  <c:v>26.75</c:v>
                </c:pt>
                <c:pt idx="31831">
                  <c:v>26.75</c:v>
                </c:pt>
                <c:pt idx="31832">
                  <c:v>26.75</c:v>
                </c:pt>
                <c:pt idx="31833">
                  <c:v>26.75</c:v>
                </c:pt>
                <c:pt idx="31834">
                  <c:v>26.75</c:v>
                </c:pt>
                <c:pt idx="31835">
                  <c:v>26.75</c:v>
                </c:pt>
                <c:pt idx="31836">
                  <c:v>26.75</c:v>
                </c:pt>
                <c:pt idx="31837">
                  <c:v>26.7</c:v>
                </c:pt>
                <c:pt idx="31838">
                  <c:v>26.7</c:v>
                </c:pt>
                <c:pt idx="31839">
                  <c:v>26.7</c:v>
                </c:pt>
                <c:pt idx="31840">
                  <c:v>26.7</c:v>
                </c:pt>
                <c:pt idx="31841">
                  <c:v>26.7</c:v>
                </c:pt>
                <c:pt idx="31842">
                  <c:v>26.7</c:v>
                </c:pt>
                <c:pt idx="31843">
                  <c:v>26.7</c:v>
                </c:pt>
                <c:pt idx="31844">
                  <c:v>26.7</c:v>
                </c:pt>
                <c:pt idx="31845">
                  <c:v>26.7</c:v>
                </c:pt>
                <c:pt idx="31846">
                  <c:v>26.7</c:v>
                </c:pt>
                <c:pt idx="31847">
                  <c:v>26.7</c:v>
                </c:pt>
                <c:pt idx="31848">
                  <c:v>26.7</c:v>
                </c:pt>
                <c:pt idx="31849">
                  <c:v>26.75</c:v>
                </c:pt>
                <c:pt idx="31850">
                  <c:v>26.7</c:v>
                </c:pt>
                <c:pt idx="31851">
                  <c:v>26.7</c:v>
                </c:pt>
                <c:pt idx="31852">
                  <c:v>26.75</c:v>
                </c:pt>
                <c:pt idx="31853">
                  <c:v>26.75</c:v>
                </c:pt>
                <c:pt idx="31854">
                  <c:v>26.75</c:v>
                </c:pt>
                <c:pt idx="31855">
                  <c:v>26.75</c:v>
                </c:pt>
                <c:pt idx="31856">
                  <c:v>26.75</c:v>
                </c:pt>
                <c:pt idx="31857">
                  <c:v>26.75</c:v>
                </c:pt>
                <c:pt idx="31858">
                  <c:v>26.75</c:v>
                </c:pt>
                <c:pt idx="31859">
                  <c:v>26.75</c:v>
                </c:pt>
                <c:pt idx="31860">
                  <c:v>26.75</c:v>
                </c:pt>
                <c:pt idx="31861">
                  <c:v>26.75</c:v>
                </c:pt>
                <c:pt idx="31862">
                  <c:v>26.75</c:v>
                </c:pt>
                <c:pt idx="31863">
                  <c:v>26.75</c:v>
                </c:pt>
                <c:pt idx="31864">
                  <c:v>26.75</c:v>
                </c:pt>
                <c:pt idx="31865">
                  <c:v>26.75</c:v>
                </c:pt>
                <c:pt idx="31866">
                  <c:v>26.75</c:v>
                </c:pt>
                <c:pt idx="31867">
                  <c:v>26.75</c:v>
                </c:pt>
                <c:pt idx="31868">
                  <c:v>26.7</c:v>
                </c:pt>
                <c:pt idx="31869">
                  <c:v>26.7</c:v>
                </c:pt>
                <c:pt idx="31870">
                  <c:v>26.7</c:v>
                </c:pt>
                <c:pt idx="31871">
                  <c:v>26.75</c:v>
                </c:pt>
                <c:pt idx="31872">
                  <c:v>26.7</c:v>
                </c:pt>
                <c:pt idx="31873">
                  <c:v>26.75</c:v>
                </c:pt>
                <c:pt idx="31874">
                  <c:v>26.75</c:v>
                </c:pt>
                <c:pt idx="31875">
                  <c:v>26.7</c:v>
                </c:pt>
                <c:pt idx="31876">
                  <c:v>26.7</c:v>
                </c:pt>
                <c:pt idx="31877">
                  <c:v>26.7</c:v>
                </c:pt>
                <c:pt idx="31878">
                  <c:v>26.7</c:v>
                </c:pt>
                <c:pt idx="31879">
                  <c:v>26.7</c:v>
                </c:pt>
                <c:pt idx="31880">
                  <c:v>26.7</c:v>
                </c:pt>
                <c:pt idx="31881">
                  <c:v>26.7</c:v>
                </c:pt>
                <c:pt idx="31882">
                  <c:v>26.7</c:v>
                </c:pt>
                <c:pt idx="31883">
                  <c:v>26.7</c:v>
                </c:pt>
                <c:pt idx="31884">
                  <c:v>26.7</c:v>
                </c:pt>
                <c:pt idx="31885">
                  <c:v>26.7</c:v>
                </c:pt>
                <c:pt idx="31886">
                  <c:v>26.7</c:v>
                </c:pt>
                <c:pt idx="31887">
                  <c:v>26.7</c:v>
                </c:pt>
                <c:pt idx="31888">
                  <c:v>26.7</c:v>
                </c:pt>
                <c:pt idx="31889">
                  <c:v>26.7</c:v>
                </c:pt>
                <c:pt idx="31890">
                  <c:v>26.7</c:v>
                </c:pt>
                <c:pt idx="31891">
                  <c:v>26.7</c:v>
                </c:pt>
                <c:pt idx="31892">
                  <c:v>26.7</c:v>
                </c:pt>
                <c:pt idx="31893">
                  <c:v>26.7</c:v>
                </c:pt>
                <c:pt idx="31894">
                  <c:v>26.7</c:v>
                </c:pt>
                <c:pt idx="31895">
                  <c:v>26.7</c:v>
                </c:pt>
                <c:pt idx="31896">
                  <c:v>26.7</c:v>
                </c:pt>
                <c:pt idx="31897">
                  <c:v>26.7</c:v>
                </c:pt>
                <c:pt idx="31898">
                  <c:v>26.7</c:v>
                </c:pt>
                <c:pt idx="31899">
                  <c:v>26.7</c:v>
                </c:pt>
                <c:pt idx="31900">
                  <c:v>26.7</c:v>
                </c:pt>
                <c:pt idx="31901">
                  <c:v>26.7</c:v>
                </c:pt>
                <c:pt idx="31902">
                  <c:v>26.7</c:v>
                </c:pt>
                <c:pt idx="31903">
                  <c:v>26.7</c:v>
                </c:pt>
                <c:pt idx="31904">
                  <c:v>26.7</c:v>
                </c:pt>
                <c:pt idx="31905">
                  <c:v>26.7</c:v>
                </c:pt>
                <c:pt idx="31906">
                  <c:v>26.7</c:v>
                </c:pt>
                <c:pt idx="31907">
                  <c:v>26.7</c:v>
                </c:pt>
                <c:pt idx="31908">
                  <c:v>26.7</c:v>
                </c:pt>
                <c:pt idx="31909">
                  <c:v>26.7</c:v>
                </c:pt>
                <c:pt idx="31910">
                  <c:v>26.7</c:v>
                </c:pt>
                <c:pt idx="31911">
                  <c:v>26.7</c:v>
                </c:pt>
                <c:pt idx="31912">
                  <c:v>26.7</c:v>
                </c:pt>
                <c:pt idx="31913">
                  <c:v>26.7</c:v>
                </c:pt>
                <c:pt idx="31914">
                  <c:v>26.7</c:v>
                </c:pt>
                <c:pt idx="31915">
                  <c:v>26.7</c:v>
                </c:pt>
                <c:pt idx="31916">
                  <c:v>26.7</c:v>
                </c:pt>
                <c:pt idx="31917">
                  <c:v>26.7</c:v>
                </c:pt>
                <c:pt idx="31918">
                  <c:v>26.7</c:v>
                </c:pt>
                <c:pt idx="31919">
                  <c:v>26.7</c:v>
                </c:pt>
                <c:pt idx="31920">
                  <c:v>26.7</c:v>
                </c:pt>
                <c:pt idx="31921">
                  <c:v>26.7</c:v>
                </c:pt>
                <c:pt idx="31922">
                  <c:v>26.7</c:v>
                </c:pt>
                <c:pt idx="31923">
                  <c:v>26.7</c:v>
                </c:pt>
                <c:pt idx="31924">
                  <c:v>26.7</c:v>
                </c:pt>
                <c:pt idx="31925">
                  <c:v>26.7</c:v>
                </c:pt>
                <c:pt idx="31926">
                  <c:v>26.7</c:v>
                </c:pt>
                <c:pt idx="31927">
                  <c:v>26.7</c:v>
                </c:pt>
                <c:pt idx="31928">
                  <c:v>26.7</c:v>
                </c:pt>
                <c:pt idx="31929">
                  <c:v>26.7</c:v>
                </c:pt>
                <c:pt idx="31930">
                  <c:v>26.7</c:v>
                </c:pt>
                <c:pt idx="31931">
                  <c:v>26.7</c:v>
                </c:pt>
                <c:pt idx="31932">
                  <c:v>26.7</c:v>
                </c:pt>
                <c:pt idx="31933">
                  <c:v>26.7</c:v>
                </c:pt>
                <c:pt idx="31934">
                  <c:v>26.7</c:v>
                </c:pt>
                <c:pt idx="31935">
                  <c:v>26.7</c:v>
                </c:pt>
                <c:pt idx="31936">
                  <c:v>26.7</c:v>
                </c:pt>
                <c:pt idx="31937">
                  <c:v>26.7</c:v>
                </c:pt>
                <c:pt idx="31938">
                  <c:v>26.7</c:v>
                </c:pt>
                <c:pt idx="31939">
                  <c:v>26.7</c:v>
                </c:pt>
                <c:pt idx="31940">
                  <c:v>26.7</c:v>
                </c:pt>
                <c:pt idx="31941">
                  <c:v>26.7</c:v>
                </c:pt>
                <c:pt idx="31942">
                  <c:v>26.7</c:v>
                </c:pt>
                <c:pt idx="31943">
                  <c:v>26.7</c:v>
                </c:pt>
                <c:pt idx="31944">
                  <c:v>26.7</c:v>
                </c:pt>
                <c:pt idx="31945">
                  <c:v>26.7</c:v>
                </c:pt>
                <c:pt idx="31946">
                  <c:v>26.7</c:v>
                </c:pt>
                <c:pt idx="31947">
                  <c:v>26.7</c:v>
                </c:pt>
                <c:pt idx="31948">
                  <c:v>26.7</c:v>
                </c:pt>
                <c:pt idx="31949">
                  <c:v>26.7</c:v>
                </c:pt>
                <c:pt idx="31950">
                  <c:v>26.7</c:v>
                </c:pt>
                <c:pt idx="31951">
                  <c:v>26.7</c:v>
                </c:pt>
                <c:pt idx="31952">
                  <c:v>26.7</c:v>
                </c:pt>
                <c:pt idx="31953">
                  <c:v>26.65</c:v>
                </c:pt>
                <c:pt idx="31954">
                  <c:v>26.7</c:v>
                </c:pt>
                <c:pt idx="31955">
                  <c:v>26.7</c:v>
                </c:pt>
                <c:pt idx="31956">
                  <c:v>26.65</c:v>
                </c:pt>
                <c:pt idx="31957">
                  <c:v>26.65</c:v>
                </c:pt>
                <c:pt idx="31958">
                  <c:v>26.65</c:v>
                </c:pt>
                <c:pt idx="31959">
                  <c:v>26.65</c:v>
                </c:pt>
                <c:pt idx="31960">
                  <c:v>26.65</c:v>
                </c:pt>
                <c:pt idx="31961">
                  <c:v>26.65</c:v>
                </c:pt>
                <c:pt idx="31962">
                  <c:v>26.65</c:v>
                </c:pt>
                <c:pt idx="31963">
                  <c:v>26.65</c:v>
                </c:pt>
                <c:pt idx="31964">
                  <c:v>26.65</c:v>
                </c:pt>
                <c:pt idx="31965">
                  <c:v>26.65</c:v>
                </c:pt>
                <c:pt idx="31966">
                  <c:v>26.65</c:v>
                </c:pt>
                <c:pt idx="31967">
                  <c:v>26.65</c:v>
                </c:pt>
                <c:pt idx="31968">
                  <c:v>26.65</c:v>
                </c:pt>
                <c:pt idx="31969">
                  <c:v>26.65</c:v>
                </c:pt>
                <c:pt idx="31970">
                  <c:v>26.65</c:v>
                </c:pt>
                <c:pt idx="31971">
                  <c:v>26.65</c:v>
                </c:pt>
                <c:pt idx="31972">
                  <c:v>26.65</c:v>
                </c:pt>
                <c:pt idx="31973">
                  <c:v>26.65</c:v>
                </c:pt>
                <c:pt idx="31974">
                  <c:v>26.65</c:v>
                </c:pt>
                <c:pt idx="31975">
                  <c:v>26.65</c:v>
                </c:pt>
                <c:pt idx="31976">
                  <c:v>26.65</c:v>
                </c:pt>
                <c:pt idx="31977">
                  <c:v>26.65</c:v>
                </c:pt>
                <c:pt idx="31978">
                  <c:v>26.65</c:v>
                </c:pt>
                <c:pt idx="31979">
                  <c:v>26.65</c:v>
                </c:pt>
                <c:pt idx="31980">
                  <c:v>26.65</c:v>
                </c:pt>
                <c:pt idx="31981">
                  <c:v>26.65</c:v>
                </c:pt>
                <c:pt idx="31982">
                  <c:v>26.65</c:v>
                </c:pt>
                <c:pt idx="31983">
                  <c:v>26.65</c:v>
                </c:pt>
                <c:pt idx="31984">
                  <c:v>26.65</c:v>
                </c:pt>
                <c:pt idx="31985">
                  <c:v>26.65</c:v>
                </c:pt>
                <c:pt idx="31986">
                  <c:v>26.65</c:v>
                </c:pt>
                <c:pt idx="31987">
                  <c:v>26.65</c:v>
                </c:pt>
                <c:pt idx="31988">
                  <c:v>26.65</c:v>
                </c:pt>
                <c:pt idx="31989">
                  <c:v>26.65</c:v>
                </c:pt>
                <c:pt idx="31990">
                  <c:v>26.65</c:v>
                </c:pt>
                <c:pt idx="31991">
                  <c:v>26.65</c:v>
                </c:pt>
                <c:pt idx="31992">
                  <c:v>26.65</c:v>
                </c:pt>
                <c:pt idx="31993">
                  <c:v>26.65</c:v>
                </c:pt>
                <c:pt idx="31994">
                  <c:v>26.65</c:v>
                </c:pt>
                <c:pt idx="31995">
                  <c:v>26.65</c:v>
                </c:pt>
                <c:pt idx="31996">
                  <c:v>26.65</c:v>
                </c:pt>
                <c:pt idx="31997">
                  <c:v>26.65</c:v>
                </c:pt>
                <c:pt idx="31998">
                  <c:v>26.7</c:v>
                </c:pt>
                <c:pt idx="31999">
                  <c:v>26.7</c:v>
                </c:pt>
                <c:pt idx="32000">
                  <c:v>26.7</c:v>
                </c:pt>
                <c:pt idx="32001">
                  <c:v>26.7</c:v>
                </c:pt>
                <c:pt idx="32002">
                  <c:v>26.7</c:v>
                </c:pt>
                <c:pt idx="32003">
                  <c:v>26.65</c:v>
                </c:pt>
                <c:pt idx="32004">
                  <c:v>26.7</c:v>
                </c:pt>
                <c:pt idx="32005">
                  <c:v>26.7</c:v>
                </c:pt>
                <c:pt idx="32006">
                  <c:v>26.7</c:v>
                </c:pt>
                <c:pt idx="32007">
                  <c:v>26.7</c:v>
                </c:pt>
                <c:pt idx="32008">
                  <c:v>26.7</c:v>
                </c:pt>
                <c:pt idx="32009">
                  <c:v>26.7</c:v>
                </c:pt>
                <c:pt idx="32010">
                  <c:v>26.7</c:v>
                </c:pt>
                <c:pt idx="32011">
                  <c:v>26.7</c:v>
                </c:pt>
                <c:pt idx="32012">
                  <c:v>26.7</c:v>
                </c:pt>
                <c:pt idx="32013">
                  <c:v>26.7</c:v>
                </c:pt>
                <c:pt idx="32014">
                  <c:v>26.7</c:v>
                </c:pt>
                <c:pt idx="32015">
                  <c:v>26.65</c:v>
                </c:pt>
                <c:pt idx="32016">
                  <c:v>26.65</c:v>
                </c:pt>
                <c:pt idx="32017">
                  <c:v>26.65</c:v>
                </c:pt>
                <c:pt idx="32018">
                  <c:v>26.65</c:v>
                </c:pt>
                <c:pt idx="32019">
                  <c:v>26.65</c:v>
                </c:pt>
                <c:pt idx="32020">
                  <c:v>26.65</c:v>
                </c:pt>
                <c:pt idx="32021">
                  <c:v>26.65</c:v>
                </c:pt>
                <c:pt idx="32022">
                  <c:v>26.65</c:v>
                </c:pt>
                <c:pt idx="32023">
                  <c:v>26.65</c:v>
                </c:pt>
                <c:pt idx="32024">
                  <c:v>26.65</c:v>
                </c:pt>
                <c:pt idx="32025">
                  <c:v>26.65</c:v>
                </c:pt>
                <c:pt idx="32026">
                  <c:v>26.65</c:v>
                </c:pt>
                <c:pt idx="32027">
                  <c:v>26.7</c:v>
                </c:pt>
                <c:pt idx="32028">
                  <c:v>26.65</c:v>
                </c:pt>
                <c:pt idx="32029">
                  <c:v>26.65</c:v>
                </c:pt>
                <c:pt idx="32030">
                  <c:v>26.65</c:v>
                </c:pt>
                <c:pt idx="32031">
                  <c:v>26.7</c:v>
                </c:pt>
                <c:pt idx="32032">
                  <c:v>26.65</c:v>
                </c:pt>
                <c:pt idx="32033">
                  <c:v>26.65</c:v>
                </c:pt>
                <c:pt idx="32034">
                  <c:v>26.65</c:v>
                </c:pt>
                <c:pt idx="32035">
                  <c:v>26.65</c:v>
                </c:pt>
                <c:pt idx="32036">
                  <c:v>26.65</c:v>
                </c:pt>
                <c:pt idx="32037">
                  <c:v>26.65</c:v>
                </c:pt>
                <c:pt idx="32038">
                  <c:v>26.65</c:v>
                </c:pt>
                <c:pt idx="32039">
                  <c:v>26.65</c:v>
                </c:pt>
                <c:pt idx="32040">
                  <c:v>26.65</c:v>
                </c:pt>
                <c:pt idx="32041">
                  <c:v>26.65</c:v>
                </c:pt>
                <c:pt idx="32042">
                  <c:v>26.65</c:v>
                </c:pt>
                <c:pt idx="32043">
                  <c:v>26.65</c:v>
                </c:pt>
                <c:pt idx="32044">
                  <c:v>26.65</c:v>
                </c:pt>
                <c:pt idx="32045">
                  <c:v>26.65</c:v>
                </c:pt>
                <c:pt idx="32046">
                  <c:v>26.65</c:v>
                </c:pt>
                <c:pt idx="32047">
                  <c:v>26.65</c:v>
                </c:pt>
                <c:pt idx="32048">
                  <c:v>26.65</c:v>
                </c:pt>
                <c:pt idx="32049">
                  <c:v>26.65</c:v>
                </c:pt>
                <c:pt idx="32050">
                  <c:v>26.65</c:v>
                </c:pt>
                <c:pt idx="32051">
                  <c:v>26.65</c:v>
                </c:pt>
                <c:pt idx="32052">
                  <c:v>26.65</c:v>
                </c:pt>
                <c:pt idx="32053">
                  <c:v>26.65</c:v>
                </c:pt>
                <c:pt idx="32054">
                  <c:v>26.65</c:v>
                </c:pt>
                <c:pt idx="32055">
                  <c:v>26.65</c:v>
                </c:pt>
                <c:pt idx="32056">
                  <c:v>26.65</c:v>
                </c:pt>
                <c:pt idx="32057">
                  <c:v>26.65</c:v>
                </c:pt>
                <c:pt idx="32058">
                  <c:v>26.65</c:v>
                </c:pt>
                <c:pt idx="32059">
                  <c:v>26.65</c:v>
                </c:pt>
                <c:pt idx="32060">
                  <c:v>26.65</c:v>
                </c:pt>
                <c:pt idx="32061">
                  <c:v>26.65</c:v>
                </c:pt>
                <c:pt idx="32062">
                  <c:v>26.65</c:v>
                </c:pt>
                <c:pt idx="32063">
                  <c:v>26.65</c:v>
                </c:pt>
                <c:pt idx="32064">
                  <c:v>26.65</c:v>
                </c:pt>
                <c:pt idx="32065">
                  <c:v>26.65</c:v>
                </c:pt>
                <c:pt idx="32066">
                  <c:v>26.65</c:v>
                </c:pt>
                <c:pt idx="32067">
                  <c:v>26.65</c:v>
                </c:pt>
                <c:pt idx="32068">
                  <c:v>26.65</c:v>
                </c:pt>
                <c:pt idx="32069">
                  <c:v>26.65</c:v>
                </c:pt>
                <c:pt idx="32070">
                  <c:v>26.65</c:v>
                </c:pt>
                <c:pt idx="32071">
                  <c:v>26.65</c:v>
                </c:pt>
                <c:pt idx="32072">
                  <c:v>26.65</c:v>
                </c:pt>
                <c:pt idx="32073">
                  <c:v>26.65</c:v>
                </c:pt>
                <c:pt idx="32074">
                  <c:v>26.65</c:v>
                </c:pt>
                <c:pt idx="32075">
                  <c:v>26.65</c:v>
                </c:pt>
                <c:pt idx="32076">
                  <c:v>26.65</c:v>
                </c:pt>
                <c:pt idx="32077">
                  <c:v>26.65</c:v>
                </c:pt>
                <c:pt idx="32078">
                  <c:v>26.65</c:v>
                </c:pt>
                <c:pt idx="32079">
                  <c:v>26.65</c:v>
                </c:pt>
                <c:pt idx="32080">
                  <c:v>26.65</c:v>
                </c:pt>
                <c:pt idx="32081">
                  <c:v>26.65</c:v>
                </c:pt>
                <c:pt idx="32082">
                  <c:v>26.65</c:v>
                </c:pt>
                <c:pt idx="32083">
                  <c:v>26.65</c:v>
                </c:pt>
                <c:pt idx="32084">
                  <c:v>26.65</c:v>
                </c:pt>
                <c:pt idx="32085">
                  <c:v>26.65</c:v>
                </c:pt>
                <c:pt idx="32086">
                  <c:v>26.65</c:v>
                </c:pt>
                <c:pt idx="32087">
                  <c:v>26.65</c:v>
                </c:pt>
                <c:pt idx="32088">
                  <c:v>26.65</c:v>
                </c:pt>
                <c:pt idx="32089">
                  <c:v>26.65</c:v>
                </c:pt>
                <c:pt idx="32090">
                  <c:v>26.65</c:v>
                </c:pt>
                <c:pt idx="32091">
                  <c:v>26.65</c:v>
                </c:pt>
                <c:pt idx="32092">
                  <c:v>26.65</c:v>
                </c:pt>
                <c:pt idx="32093">
                  <c:v>26.65</c:v>
                </c:pt>
                <c:pt idx="32094">
                  <c:v>26.65</c:v>
                </c:pt>
                <c:pt idx="32095">
                  <c:v>26.65</c:v>
                </c:pt>
                <c:pt idx="32096">
                  <c:v>26.65</c:v>
                </c:pt>
                <c:pt idx="32097">
                  <c:v>26.65</c:v>
                </c:pt>
                <c:pt idx="32098">
                  <c:v>26.65</c:v>
                </c:pt>
                <c:pt idx="32099">
                  <c:v>26.65</c:v>
                </c:pt>
                <c:pt idx="32100">
                  <c:v>26.65</c:v>
                </c:pt>
                <c:pt idx="32101">
                  <c:v>26.65</c:v>
                </c:pt>
                <c:pt idx="32102">
                  <c:v>26.65</c:v>
                </c:pt>
                <c:pt idx="32103">
                  <c:v>26.65</c:v>
                </c:pt>
                <c:pt idx="32104">
                  <c:v>26.65</c:v>
                </c:pt>
                <c:pt idx="32105">
                  <c:v>26.65</c:v>
                </c:pt>
                <c:pt idx="32106">
                  <c:v>26.65</c:v>
                </c:pt>
                <c:pt idx="32107">
                  <c:v>26.65</c:v>
                </c:pt>
                <c:pt idx="32108">
                  <c:v>26.65</c:v>
                </c:pt>
                <c:pt idx="32109">
                  <c:v>26.65</c:v>
                </c:pt>
                <c:pt idx="32110">
                  <c:v>26.65</c:v>
                </c:pt>
                <c:pt idx="32111">
                  <c:v>26.65</c:v>
                </c:pt>
                <c:pt idx="32112">
                  <c:v>26.65</c:v>
                </c:pt>
                <c:pt idx="32113">
                  <c:v>26.65</c:v>
                </c:pt>
                <c:pt idx="32114">
                  <c:v>26.65</c:v>
                </c:pt>
                <c:pt idx="32115">
                  <c:v>26.65</c:v>
                </c:pt>
                <c:pt idx="32116">
                  <c:v>26.65</c:v>
                </c:pt>
                <c:pt idx="32117">
                  <c:v>26.65</c:v>
                </c:pt>
                <c:pt idx="32118">
                  <c:v>26.65</c:v>
                </c:pt>
                <c:pt idx="32119">
                  <c:v>26.65</c:v>
                </c:pt>
                <c:pt idx="32120">
                  <c:v>26.65</c:v>
                </c:pt>
                <c:pt idx="32121">
                  <c:v>26.65</c:v>
                </c:pt>
                <c:pt idx="32122">
                  <c:v>26.65</c:v>
                </c:pt>
                <c:pt idx="32123">
                  <c:v>26.65</c:v>
                </c:pt>
                <c:pt idx="32124">
                  <c:v>26.65</c:v>
                </c:pt>
                <c:pt idx="32125">
                  <c:v>26.65</c:v>
                </c:pt>
                <c:pt idx="32126">
                  <c:v>26.65</c:v>
                </c:pt>
                <c:pt idx="32127">
                  <c:v>26.65</c:v>
                </c:pt>
                <c:pt idx="32128">
                  <c:v>26.65</c:v>
                </c:pt>
                <c:pt idx="32129">
                  <c:v>26.65</c:v>
                </c:pt>
                <c:pt idx="32130">
                  <c:v>26.65</c:v>
                </c:pt>
                <c:pt idx="32131">
                  <c:v>26.65</c:v>
                </c:pt>
                <c:pt idx="32132">
                  <c:v>26.65</c:v>
                </c:pt>
                <c:pt idx="32133">
                  <c:v>26.65</c:v>
                </c:pt>
                <c:pt idx="32134">
                  <c:v>26.65</c:v>
                </c:pt>
                <c:pt idx="32135">
                  <c:v>26.65</c:v>
                </c:pt>
                <c:pt idx="32136">
                  <c:v>26.65</c:v>
                </c:pt>
                <c:pt idx="32137">
                  <c:v>26.65</c:v>
                </c:pt>
                <c:pt idx="32138">
                  <c:v>26.65</c:v>
                </c:pt>
                <c:pt idx="32139">
                  <c:v>26.65</c:v>
                </c:pt>
                <c:pt idx="32140">
                  <c:v>26.65</c:v>
                </c:pt>
                <c:pt idx="32141">
                  <c:v>26.65</c:v>
                </c:pt>
                <c:pt idx="32142">
                  <c:v>26.65</c:v>
                </c:pt>
                <c:pt idx="32143">
                  <c:v>26.65</c:v>
                </c:pt>
                <c:pt idx="32144">
                  <c:v>26.65</c:v>
                </c:pt>
                <c:pt idx="32145">
                  <c:v>26.65</c:v>
                </c:pt>
                <c:pt idx="32146">
                  <c:v>26.65</c:v>
                </c:pt>
                <c:pt idx="32147">
                  <c:v>26.65</c:v>
                </c:pt>
                <c:pt idx="32148">
                  <c:v>26.65</c:v>
                </c:pt>
                <c:pt idx="32149">
                  <c:v>26.65</c:v>
                </c:pt>
                <c:pt idx="32150">
                  <c:v>26.6</c:v>
                </c:pt>
                <c:pt idx="32151">
                  <c:v>26.65</c:v>
                </c:pt>
                <c:pt idx="32152">
                  <c:v>26.65</c:v>
                </c:pt>
                <c:pt idx="32153">
                  <c:v>26.65</c:v>
                </c:pt>
                <c:pt idx="32154">
                  <c:v>26.6</c:v>
                </c:pt>
                <c:pt idx="32155">
                  <c:v>26.65</c:v>
                </c:pt>
                <c:pt idx="32156">
                  <c:v>26.65</c:v>
                </c:pt>
                <c:pt idx="32157">
                  <c:v>26.65</c:v>
                </c:pt>
                <c:pt idx="32158">
                  <c:v>26.65</c:v>
                </c:pt>
                <c:pt idx="32159">
                  <c:v>26.65</c:v>
                </c:pt>
                <c:pt idx="32160">
                  <c:v>26.65</c:v>
                </c:pt>
                <c:pt idx="32161">
                  <c:v>26.65</c:v>
                </c:pt>
                <c:pt idx="32162">
                  <c:v>26.65</c:v>
                </c:pt>
                <c:pt idx="32163">
                  <c:v>26.65</c:v>
                </c:pt>
                <c:pt idx="32164">
                  <c:v>26.65</c:v>
                </c:pt>
                <c:pt idx="32165">
                  <c:v>26.65</c:v>
                </c:pt>
                <c:pt idx="32166">
                  <c:v>26.65</c:v>
                </c:pt>
                <c:pt idx="32167">
                  <c:v>26.65</c:v>
                </c:pt>
                <c:pt idx="32168">
                  <c:v>26.65</c:v>
                </c:pt>
                <c:pt idx="32169">
                  <c:v>26.65</c:v>
                </c:pt>
                <c:pt idx="32170">
                  <c:v>26.65</c:v>
                </c:pt>
                <c:pt idx="32171">
                  <c:v>26.65</c:v>
                </c:pt>
                <c:pt idx="32172">
                  <c:v>26.65</c:v>
                </c:pt>
                <c:pt idx="32173">
                  <c:v>26.65</c:v>
                </c:pt>
                <c:pt idx="32174">
                  <c:v>26.65</c:v>
                </c:pt>
                <c:pt idx="32175">
                  <c:v>26.65</c:v>
                </c:pt>
                <c:pt idx="32176">
                  <c:v>26.65</c:v>
                </c:pt>
                <c:pt idx="32177">
                  <c:v>26.65</c:v>
                </c:pt>
                <c:pt idx="32178">
                  <c:v>26.65</c:v>
                </c:pt>
                <c:pt idx="32179">
                  <c:v>26.65</c:v>
                </c:pt>
                <c:pt idx="32180">
                  <c:v>26.65</c:v>
                </c:pt>
                <c:pt idx="32181">
                  <c:v>26.6</c:v>
                </c:pt>
                <c:pt idx="32182">
                  <c:v>26.6</c:v>
                </c:pt>
                <c:pt idx="32183">
                  <c:v>26.6</c:v>
                </c:pt>
                <c:pt idx="32184">
                  <c:v>26.6</c:v>
                </c:pt>
                <c:pt idx="32185">
                  <c:v>26.6</c:v>
                </c:pt>
                <c:pt idx="32186">
                  <c:v>26.6</c:v>
                </c:pt>
                <c:pt idx="32187">
                  <c:v>26.6</c:v>
                </c:pt>
                <c:pt idx="32188">
                  <c:v>26.6</c:v>
                </c:pt>
                <c:pt idx="32189">
                  <c:v>26.6</c:v>
                </c:pt>
                <c:pt idx="32190">
                  <c:v>26.6</c:v>
                </c:pt>
                <c:pt idx="32191">
                  <c:v>26.65</c:v>
                </c:pt>
                <c:pt idx="32192">
                  <c:v>26.65</c:v>
                </c:pt>
                <c:pt idx="32193">
                  <c:v>26.65</c:v>
                </c:pt>
                <c:pt idx="32194">
                  <c:v>26.65</c:v>
                </c:pt>
                <c:pt idx="32195">
                  <c:v>26.65</c:v>
                </c:pt>
                <c:pt idx="32196">
                  <c:v>26.65</c:v>
                </c:pt>
                <c:pt idx="32197">
                  <c:v>26.65</c:v>
                </c:pt>
                <c:pt idx="32198">
                  <c:v>26.65</c:v>
                </c:pt>
                <c:pt idx="32199">
                  <c:v>26.65</c:v>
                </c:pt>
                <c:pt idx="32200">
                  <c:v>26.65</c:v>
                </c:pt>
                <c:pt idx="32201">
                  <c:v>26.6</c:v>
                </c:pt>
                <c:pt idx="32202">
                  <c:v>26.6</c:v>
                </c:pt>
                <c:pt idx="32203">
                  <c:v>26.6</c:v>
                </c:pt>
                <c:pt idx="32204">
                  <c:v>26.6</c:v>
                </c:pt>
                <c:pt idx="32205">
                  <c:v>26.6</c:v>
                </c:pt>
                <c:pt idx="32206">
                  <c:v>26.6</c:v>
                </c:pt>
                <c:pt idx="32207">
                  <c:v>26.6</c:v>
                </c:pt>
                <c:pt idx="32208">
                  <c:v>26.6</c:v>
                </c:pt>
                <c:pt idx="32209">
                  <c:v>26.6</c:v>
                </c:pt>
                <c:pt idx="32210">
                  <c:v>26.6</c:v>
                </c:pt>
                <c:pt idx="32211">
                  <c:v>26.6</c:v>
                </c:pt>
                <c:pt idx="32212">
                  <c:v>26.6</c:v>
                </c:pt>
                <c:pt idx="32213">
                  <c:v>26.6</c:v>
                </c:pt>
                <c:pt idx="32214">
                  <c:v>26.6</c:v>
                </c:pt>
                <c:pt idx="32215">
                  <c:v>26.6</c:v>
                </c:pt>
                <c:pt idx="32216">
                  <c:v>26.6</c:v>
                </c:pt>
                <c:pt idx="32217">
                  <c:v>26.6</c:v>
                </c:pt>
                <c:pt idx="32218">
                  <c:v>26.6</c:v>
                </c:pt>
                <c:pt idx="32219">
                  <c:v>26.6</c:v>
                </c:pt>
                <c:pt idx="32220">
                  <c:v>26.6</c:v>
                </c:pt>
                <c:pt idx="32221">
                  <c:v>26.6</c:v>
                </c:pt>
                <c:pt idx="32222">
                  <c:v>26.6</c:v>
                </c:pt>
                <c:pt idx="32223">
                  <c:v>26.6</c:v>
                </c:pt>
                <c:pt idx="32224">
                  <c:v>26.6</c:v>
                </c:pt>
                <c:pt idx="32225">
                  <c:v>26.6</c:v>
                </c:pt>
                <c:pt idx="32226">
                  <c:v>26.6</c:v>
                </c:pt>
                <c:pt idx="32227">
                  <c:v>26.6</c:v>
                </c:pt>
                <c:pt idx="32228">
                  <c:v>26.6</c:v>
                </c:pt>
                <c:pt idx="32229">
                  <c:v>26.6</c:v>
                </c:pt>
                <c:pt idx="32230">
                  <c:v>26.6</c:v>
                </c:pt>
                <c:pt idx="32231">
                  <c:v>26.6</c:v>
                </c:pt>
                <c:pt idx="32232">
                  <c:v>26.6</c:v>
                </c:pt>
                <c:pt idx="32233">
                  <c:v>26.6</c:v>
                </c:pt>
                <c:pt idx="32234">
                  <c:v>26.6</c:v>
                </c:pt>
                <c:pt idx="32235">
                  <c:v>26.6</c:v>
                </c:pt>
                <c:pt idx="32236">
                  <c:v>26.6</c:v>
                </c:pt>
                <c:pt idx="32237">
                  <c:v>26.6</c:v>
                </c:pt>
                <c:pt idx="32238">
                  <c:v>26.6</c:v>
                </c:pt>
                <c:pt idx="32239">
                  <c:v>26.6</c:v>
                </c:pt>
                <c:pt idx="32240">
                  <c:v>26.6</c:v>
                </c:pt>
                <c:pt idx="32241">
                  <c:v>26.6</c:v>
                </c:pt>
                <c:pt idx="32242">
                  <c:v>26.6</c:v>
                </c:pt>
                <c:pt idx="32243">
                  <c:v>26.6</c:v>
                </c:pt>
                <c:pt idx="32244">
                  <c:v>26.6</c:v>
                </c:pt>
                <c:pt idx="32245">
                  <c:v>26.6</c:v>
                </c:pt>
                <c:pt idx="32246">
                  <c:v>26.6</c:v>
                </c:pt>
                <c:pt idx="32247">
                  <c:v>26.6</c:v>
                </c:pt>
                <c:pt idx="32248">
                  <c:v>26.6</c:v>
                </c:pt>
                <c:pt idx="32249">
                  <c:v>26.6</c:v>
                </c:pt>
                <c:pt idx="32250">
                  <c:v>26.6</c:v>
                </c:pt>
                <c:pt idx="32251">
                  <c:v>26.6</c:v>
                </c:pt>
                <c:pt idx="32252">
                  <c:v>26.6</c:v>
                </c:pt>
                <c:pt idx="32253">
                  <c:v>26.6</c:v>
                </c:pt>
                <c:pt idx="32254">
                  <c:v>26.6</c:v>
                </c:pt>
                <c:pt idx="32255">
                  <c:v>26.6</c:v>
                </c:pt>
                <c:pt idx="32256">
                  <c:v>26.6</c:v>
                </c:pt>
                <c:pt idx="32257">
                  <c:v>26.6</c:v>
                </c:pt>
                <c:pt idx="32258">
                  <c:v>26.6</c:v>
                </c:pt>
                <c:pt idx="32259">
                  <c:v>26.6</c:v>
                </c:pt>
                <c:pt idx="32260">
                  <c:v>26.6</c:v>
                </c:pt>
                <c:pt idx="32261">
                  <c:v>26.6</c:v>
                </c:pt>
                <c:pt idx="32262">
                  <c:v>26.6</c:v>
                </c:pt>
                <c:pt idx="32263">
                  <c:v>26.6</c:v>
                </c:pt>
                <c:pt idx="32264">
                  <c:v>26.6</c:v>
                </c:pt>
                <c:pt idx="32265">
                  <c:v>26.6</c:v>
                </c:pt>
                <c:pt idx="32266">
                  <c:v>26.6</c:v>
                </c:pt>
                <c:pt idx="32267">
                  <c:v>26.6</c:v>
                </c:pt>
                <c:pt idx="32268">
                  <c:v>26.6</c:v>
                </c:pt>
                <c:pt idx="32269">
                  <c:v>26.6</c:v>
                </c:pt>
                <c:pt idx="32270">
                  <c:v>26.6</c:v>
                </c:pt>
                <c:pt idx="32271">
                  <c:v>26.6</c:v>
                </c:pt>
                <c:pt idx="32272">
                  <c:v>26.6</c:v>
                </c:pt>
                <c:pt idx="32273">
                  <c:v>26.6</c:v>
                </c:pt>
                <c:pt idx="32274">
                  <c:v>26.6</c:v>
                </c:pt>
                <c:pt idx="32275">
                  <c:v>26.6</c:v>
                </c:pt>
                <c:pt idx="32276">
                  <c:v>26.6</c:v>
                </c:pt>
                <c:pt idx="32277">
                  <c:v>26.6</c:v>
                </c:pt>
                <c:pt idx="32278">
                  <c:v>26.6</c:v>
                </c:pt>
                <c:pt idx="32279">
                  <c:v>26.6</c:v>
                </c:pt>
                <c:pt idx="32280">
                  <c:v>26.6</c:v>
                </c:pt>
                <c:pt idx="32281">
                  <c:v>26.6</c:v>
                </c:pt>
                <c:pt idx="32282">
                  <c:v>26.6</c:v>
                </c:pt>
                <c:pt idx="32283">
                  <c:v>26.6</c:v>
                </c:pt>
                <c:pt idx="32284">
                  <c:v>26.6</c:v>
                </c:pt>
                <c:pt idx="32285">
                  <c:v>26.6</c:v>
                </c:pt>
                <c:pt idx="32286">
                  <c:v>26.6</c:v>
                </c:pt>
                <c:pt idx="32287">
                  <c:v>26.6</c:v>
                </c:pt>
                <c:pt idx="32288">
                  <c:v>26.6</c:v>
                </c:pt>
                <c:pt idx="32289">
                  <c:v>26.6</c:v>
                </c:pt>
                <c:pt idx="32290">
                  <c:v>26.6</c:v>
                </c:pt>
                <c:pt idx="32291">
                  <c:v>26.6</c:v>
                </c:pt>
                <c:pt idx="32292">
                  <c:v>26.6</c:v>
                </c:pt>
                <c:pt idx="32293">
                  <c:v>26.6</c:v>
                </c:pt>
                <c:pt idx="32294">
                  <c:v>26.6</c:v>
                </c:pt>
                <c:pt idx="32295">
                  <c:v>26.6</c:v>
                </c:pt>
                <c:pt idx="32296">
                  <c:v>26.6</c:v>
                </c:pt>
                <c:pt idx="32297">
                  <c:v>26.6</c:v>
                </c:pt>
                <c:pt idx="32298">
                  <c:v>26.6</c:v>
                </c:pt>
                <c:pt idx="32299">
                  <c:v>26.6</c:v>
                </c:pt>
                <c:pt idx="32300">
                  <c:v>26.6</c:v>
                </c:pt>
                <c:pt idx="32301">
                  <c:v>26.6</c:v>
                </c:pt>
                <c:pt idx="32302">
                  <c:v>26.6</c:v>
                </c:pt>
                <c:pt idx="32303">
                  <c:v>26.6</c:v>
                </c:pt>
                <c:pt idx="32304">
                  <c:v>26.6</c:v>
                </c:pt>
                <c:pt idx="32305">
                  <c:v>26.6</c:v>
                </c:pt>
                <c:pt idx="32306">
                  <c:v>26.6</c:v>
                </c:pt>
                <c:pt idx="32307">
                  <c:v>26.6</c:v>
                </c:pt>
                <c:pt idx="32308">
                  <c:v>26.6</c:v>
                </c:pt>
                <c:pt idx="32309">
                  <c:v>26.6</c:v>
                </c:pt>
                <c:pt idx="32310">
                  <c:v>26.6</c:v>
                </c:pt>
                <c:pt idx="32311">
                  <c:v>26.6</c:v>
                </c:pt>
                <c:pt idx="32312">
                  <c:v>26.6</c:v>
                </c:pt>
                <c:pt idx="32313">
                  <c:v>26.6</c:v>
                </c:pt>
                <c:pt idx="32314">
                  <c:v>26.6</c:v>
                </c:pt>
                <c:pt idx="32315">
                  <c:v>26.6</c:v>
                </c:pt>
                <c:pt idx="32316">
                  <c:v>26.6</c:v>
                </c:pt>
                <c:pt idx="32317">
                  <c:v>26.6</c:v>
                </c:pt>
                <c:pt idx="32318">
                  <c:v>26.6</c:v>
                </c:pt>
                <c:pt idx="32319">
                  <c:v>26.6</c:v>
                </c:pt>
                <c:pt idx="32320">
                  <c:v>26.6</c:v>
                </c:pt>
                <c:pt idx="32321">
                  <c:v>26.6</c:v>
                </c:pt>
                <c:pt idx="32322">
                  <c:v>26.6</c:v>
                </c:pt>
                <c:pt idx="32323">
                  <c:v>26.6</c:v>
                </c:pt>
                <c:pt idx="32324">
                  <c:v>26.6</c:v>
                </c:pt>
                <c:pt idx="32325">
                  <c:v>26.6</c:v>
                </c:pt>
                <c:pt idx="32326">
                  <c:v>26.6</c:v>
                </c:pt>
                <c:pt idx="32327">
                  <c:v>26.6</c:v>
                </c:pt>
                <c:pt idx="32328">
                  <c:v>26.6</c:v>
                </c:pt>
                <c:pt idx="32329">
                  <c:v>26.6</c:v>
                </c:pt>
                <c:pt idx="32330">
                  <c:v>26.6</c:v>
                </c:pt>
                <c:pt idx="32331">
                  <c:v>26.6</c:v>
                </c:pt>
                <c:pt idx="32332">
                  <c:v>26.6</c:v>
                </c:pt>
                <c:pt idx="32333">
                  <c:v>26.6</c:v>
                </c:pt>
                <c:pt idx="32334">
                  <c:v>26.6</c:v>
                </c:pt>
                <c:pt idx="32335">
                  <c:v>26.6</c:v>
                </c:pt>
                <c:pt idx="32336">
                  <c:v>26.6</c:v>
                </c:pt>
                <c:pt idx="32337">
                  <c:v>26.6</c:v>
                </c:pt>
                <c:pt idx="32338">
                  <c:v>26.6</c:v>
                </c:pt>
                <c:pt idx="32339">
                  <c:v>26.6</c:v>
                </c:pt>
                <c:pt idx="32340">
                  <c:v>26.6</c:v>
                </c:pt>
                <c:pt idx="32341">
                  <c:v>26.6</c:v>
                </c:pt>
                <c:pt idx="32342">
                  <c:v>26.6</c:v>
                </c:pt>
                <c:pt idx="32343">
                  <c:v>26.6</c:v>
                </c:pt>
                <c:pt idx="32344">
                  <c:v>26.6</c:v>
                </c:pt>
                <c:pt idx="32345">
                  <c:v>26.6</c:v>
                </c:pt>
                <c:pt idx="32346">
                  <c:v>26.6</c:v>
                </c:pt>
                <c:pt idx="32347">
                  <c:v>26.6</c:v>
                </c:pt>
                <c:pt idx="32348">
                  <c:v>26.6</c:v>
                </c:pt>
                <c:pt idx="32349">
                  <c:v>26.6</c:v>
                </c:pt>
                <c:pt idx="32350">
                  <c:v>26.6</c:v>
                </c:pt>
                <c:pt idx="32351">
                  <c:v>26.6</c:v>
                </c:pt>
                <c:pt idx="32352">
                  <c:v>26.6</c:v>
                </c:pt>
                <c:pt idx="32353">
                  <c:v>26.6</c:v>
                </c:pt>
                <c:pt idx="32354">
                  <c:v>26.6</c:v>
                </c:pt>
                <c:pt idx="32355">
                  <c:v>26.6</c:v>
                </c:pt>
                <c:pt idx="32356">
                  <c:v>26.6</c:v>
                </c:pt>
                <c:pt idx="32357">
                  <c:v>26.6</c:v>
                </c:pt>
                <c:pt idx="32358">
                  <c:v>26.6</c:v>
                </c:pt>
                <c:pt idx="32359">
                  <c:v>26.6</c:v>
                </c:pt>
                <c:pt idx="32360">
                  <c:v>26.6</c:v>
                </c:pt>
                <c:pt idx="32361">
                  <c:v>26.6</c:v>
                </c:pt>
                <c:pt idx="32362">
                  <c:v>26.6</c:v>
                </c:pt>
                <c:pt idx="32363">
                  <c:v>26.6</c:v>
                </c:pt>
                <c:pt idx="32364">
                  <c:v>26.6</c:v>
                </c:pt>
                <c:pt idx="32365">
                  <c:v>26.6</c:v>
                </c:pt>
                <c:pt idx="32366">
                  <c:v>26.6</c:v>
                </c:pt>
                <c:pt idx="32367">
                  <c:v>26.6</c:v>
                </c:pt>
                <c:pt idx="32368">
                  <c:v>26.6</c:v>
                </c:pt>
                <c:pt idx="32369">
                  <c:v>26.6</c:v>
                </c:pt>
                <c:pt idx="32370">
                  <c:v>26.6</c:v>
                </c:pt>
                <c:pt idx="32371">
                  <c:v>26.6</c:v>
                </c:pt>
                <c:pt idx="32372">
                  <c:v>26.6</c:v>
                </c:pt>
                <c:pt idx="32373">
                  <c:v>26.6</c:v>
                </c:pt>
                <c:pt idx="32374">
                  <c:v>26.6</c:v>
                </c:pt>
                <c:pt idx="32375">
                  <c:v>26.6</c:v>
                </c:pt>
                <c:pt idx="32376">
                  <c:v>26.6</c:v>
                </c:pt>
                <c:pt idx="32377">
                  <c:v>26.6</c:v>
                </c:pt>
                <c:pt idx="32378">
                  <c:v>26.6</c:v>
                </c:pt>
                <c:pt idx="32379">
                  <c:v>26.6</c:v>
                </c:pt>
                <c:pt idx="32380">
                  <c:v>26.6</c:v>
                </c:pt>
                <c:pt idx="32381">
                  <c:v>26.6</c:v>
                </c:pt>
                <c:pt idx="32382">
                  <c:v>26.6</c:v>
                </c:pt>
                <c:pt idx="32383">
                  <c:v>26.6</c:v>
                </c:pt>
                <c:pt idx="32384">
                  <c:v>26.6</c:v>
                </c:pt>
                <c:pt idx="32385">
                  <c:v>26.6</c:v>
                </c:pt>
                <c:pt idx="32386">
                  <c:v>26.6</c:v>
                </c:pt>
                <c:pt idx="32387">
                  <c:v>26.6</c:v>
                </c:pt>
                <c:pt idx="32388">
                  <c:v>26.6</c:v>
                </c:pt>
                <c:pt idx="32389">
                  <c:v>26.6</c:v>
                </c:pt>
                <c:pt idx="32390">
                  <c:v>26.6</c:v>
                </c:pt>
                <c:pt idx="32391">
                  <c:v>26.6</c:v>
                </c:pt>
                <c:pt idx="32392">
                  <c:v>26.6</c:v>
                </c:pt>
                <c:pt idx="32393">
                  <c:v>26.6</c:v>
                </c:pt>
                <c:pt idx="32394">
                  <c:v>26.6</c:v>
                </c:pt>
                <c:pt idx="32395">
                  <c:v>26.6</c:v>
                </c:pt>
                <c:pt idx="32396">
                  <c:v>26.6</c:v>
                </c:pt>
                <c:pt idx="32397">
                  <c:v>26.6</c:v>
                </c:pt>
                <c:pt idx="32398">
                  <c:v>26.55</c:v>
                </c:pt>
                <c:pt idx="32399">
                  <c:v>26.6</c:v>
                </c:pt>
                <c:pt idx="32400">
                  <c:v>26.55</c:v>
                </c:pt>
                <c:pt idx="32401">
                  <c:v>26.55</c:v>
                </c:pt>
                <c:pt idx="32402">
                  <c:v>26.55</c:v>
                </c:pt>
                <c:pt idx="32403">
                  <c:v>26.55</c:v>
                </c:pt>
                <c:pt idx="32404">
                  <c:v>26.55</c:v>
                </c:pt>
                <c:pt idx="32405">
                  <c:v>26.55</c:v>
                </c:pt>
                <c:pt idx="32406">
                  <c:v>26.55</c:v>
                </c:pt>
                <c:pt idx="32407">
                  <c:v>26.55</c:v>
                </c:pt>
                <c:pt idx="32408">
                  <c:v>26.55</c:v>
                </c:pt>
                <c:pt idx="32409">
                  <c:v>26.55</c:v>
                </c:pt>
                <c:pt idx="32410">
                  <c:v>26.55</c:v>
                </c:pt>
                <c:pt idx="32411">
                  <c:v>26.55</c:v>
                </c:pt>
                <c:pt idx="32412">
                  <c:v>26.55</c:v>
                </c:pt>
                <c:pt idx="32413">
                  <c:v>26.55</c:v>
                </c:pt>
                <c:pt idx="32414">
                  <c:v>26.55</c:v>
                </c:pt>
                <c:pt idx="32415">
                  <c:v>26.55</c:v>
                </c:pt>
                <c:pt idx="32416">
                  <c:v>26.55</c:v>
                </c:pt>
                <c:pt idx="32417">
                  <c:v>26.55</c:v>
                </c:pt>
                <c:pt idx="32418">
                  <c:v>26.55</c:v>
                </c:pt>
                <c:pt idx="32419">
                  <c:v>26.6</c:v>
                </c:pt>
                <c:pt idx="32420">
                  <c:v>26.55</c:v>
                </c:pt>
                <c:pt idx="32421">
                  <c:v>26.6</c:v>
                </c:pt>
                <c:pt idx="32422">
                  <c:v>26.6</c:v>
                </c:pt>
                <c:pt idx="32423">
                  <c:v>26.6</c:v>
                </c:pt>
                <c:pt idx="32424">
                  <c:v>26.6</c:v>
                </c:pt>
                <c:pt idx="32425">
                  <c:v>26.6</c:v>
                </c:pt>
                <c:pt idx="32426">
                  <c:v>26.6</c:v>
                </c:pt>
                <c:pt idx="32427">
                  <c:v>26.6</c:v>
                </c:pt>
                <c:pt idx="32428">
                  <c:v>26.55</c:v>
                </c:pt>
                <c:pt idx="32429">
                  <c:v>26.55</c:v>
                </c:pt>
                <c:pt idx="32430">
                  <c:v>26.55</c:v>
                </c:pt>
                <c:pt idx="32431">
                  <c:v>26.55</c:v>
                </c:pt>
                <c:pt idx="32432">
                  <c:v>26.55</c:v>
                </c:pt>
                <c:pt idx="32433">
                  <c:v>26.55</c:v>
                </c:pt>
                <c:pt idx="32434">
                  <c:v>26.55</c:v>
                </c:pt>
                <c:pt idx="32435">
                  <c:v>26.55</c:v>
                </c:pt>
                <c:pt idx="32436">
                  <c:v>26.55</c:v>
                </c:pt>
                <c:pt idx="32437">
                  <c:v>26.55</c:v>
                </c:pt>
                <c:pt idx="32438">
                  <c:v>26.55</c:v>
                </c:pt>
                <c:pt idx="32439">
                  <c:v>26.55</c:v>
                </c:pt>
                <c:pt idx="32440">
                  <c:v>26.55</c:v>
                </c:pt>
                <c:pt idx="32441">
                  <c:v>26.55</c:v>
                </c:pt>
                <c:pt idx="32442">
                  <c:v>26.55</c:v>
                </c:pt>
                <c:pt idx="32443">
                  <c:v>26.55</c:v>
                </c:pt>
                <c:pt idx="32444">
                  <c:v>26.55</c:v>
                </c:pt>
                <c:pt idx="32445">
                  <c:v>26.55</c:v>
                </c:pt>
                <c:pt idx="32446">
                  <c:v>26.55</c:v>
                </c:pt>
                <c:pt idx="32447">
                  <c:v>26.55</c:v>
                </c:pt>
                <c:pt idx="32448">
                  <c:v>26.55</c:v>
                </c:pt>
                <c:pt idx="32449">
                  <c:v>26.55</c:v>
                </c:pt>
                <c:pt idx="32450">
                  <c:v>26.55</c:v>
                </c:pt>
                <c:pt idx="32451">
                  <c:v>26.55</c:v>
                </c:pt>
                <c:pt idx="32452">
                  <c:v>26.55</c:v>
                </c:pt>
                <c:pt idx="32453">
                  <c:v>26.55</c:v>
                </c:pt>
                <c:pt idx="32454">
                  <c:v>26.55</c:v>
                </c:pt>
                <c:pt idx="32455">
                  <c:v>26.55</c:v>
                </c:pt>
                <c:pt idx="32456">
                  <c:v>26.55</c:v>
                </c:pt>
                <c:pt idx="32457">
                  <c:v>26.55</c:v>
                </c:pt>
                <c:pt idx="32458">
                  <c:v>26.55</c:v>
                </c:pt>
                <c:pt idx="32459">
                  <c:v>26.55</c:v>
                </c:pt>
                <c:pt idx="32460">
                  <c:v>26.55</c:v>
                </c:pt>
                <c:pt idx="32461">
                  <c:v>26.55</c:v>
                </c:pt>
                <c:pt idx="32462">
                  <c:v>26.55</c:v>
                </c:pt>
                <c:pt idx="32463">
                  <c:v>26.55</c:v>
                </c:pt>
                <c:pt idx="32464">
                  <c:v>26.55</c:v>
                </c:pt>
                <c:pt idx="32465">
                  <c:v>26.55</c:v>
                </c:pt>
                <c:pt idx="32466">
                  <c:v>26.55</c:v>
                </c:pt>
                <c:pt idx="32467">
                  <c:v>26.55</c:v>
                </c:pt>
                <c:pt idx="32468">
                  <c:v>26.55</c:v>
                </c:pt>
                <c:pt idx="32469">
                  <c:v>26.55</c:v>
                </c:pt>
                <c:pt idx="32470">
                  <c:v>26.55</c:v>
                </c:pt>
                <c:pt idx="32471">
                  <c:v>26.55</c:v>
                </c:pt>
                <c:pt idx="32472">
                  <c:v>26.55</c:v>
                </c:pt>
                <c:pt idx="32473">
                  <c:v>26.55</c:v>
                </c:pt>
                <c:pt idx="32474">
                  <c:v>26.55</c:v>
                </c:pt>
                <c:pt idx="32475">
                  <c:v>26.55</c:v>
                </c:pt>
                <c:pt idx="32476">
                  <c:v>26.55</c:v>
                </c:pt>
                <c:pt idx="32477">
                  <c:v>26.55</c:v>
                </c:pt>
                <c:pt idx="32478">
                  <c:v>26.55</c:v>
                </c:pt>
                <c:pt idx="32479">
                  <c:v>26.55</c:v>
                </c:pt>
                <c:pt idx="32480">
                  <c:v>26.55</c:v>
                </c:pt>
                <c:pt idx="32481">
                  <c:v>26.55</c:v>
                </c:pt>
                <c:pt idx="32482">
                  <c:v>26.55</c:v>
                </c:pt>
                <c:pt idx="32483">
                  <c:v>26.55</c:v>
                </c:pt>
                <c:pt idx="32484">
                  <c:v>26.55</c:v>
                </c:pt>
                <c:pt idx="32485">
                  <c:v>26.55</c:v>
                </c:pt>
                <c:pt idx="32486">
                  <c:v>26.55</c:v>
                </c:pt>
                <c:pt idx="32487">
                  <c:v>26.55</c:v>
                </c:pt>
                <c:pt idx="32488">
                  <c:v>26.55</c:v>
                </c:pt>
                <c:pt idx="32489">
                  <c:v>26.55</c:v>
                </c:pt>
                <c:pt idx="32490">
                  <c:v>26.55</c:v>
                </c:pt>
                <c:pt idx="32491">
                  <c:v>26.55</c:v>
                </c:pt>
                <c:pt idx="32492">
                  <c:v>26.55</c:v>
                </c:pt>
                <c:pt idx="32493">
                  <c:v>26.55</c:v>
                </c:pt>
                <c:pt idx="32494">
                  <c:v>26.55</c:v>
                </c:pt>
                <c:pt idx="32495">
                  <c:v>26.55</c:v>
                </c:pt>
                <c:pt idx="32496">
                  <c:v>26.55</c:v>
                </c:pt>
                <c:pt idx="32497">
                  <c:v>26.55</c:v>
                </c:pt>
                <c:pt idx="32498">
                  <c:v>26.55</c:v>
                </c:pt>
                <c:pt idx="32499">
                  <c:v>26.55</c:v>
                </c:pt>
                <c:pt idx="32500">
                  <c:v>26.55</c:v>
                </c:pt>
                <c:pt idx="32501">
                  <c:v>26.55</c:v>
                </c:pt>
                <c:pt idx="32502">
                  <c:v>26.55</c:v>
                </c:pt>
                <c:pt idx="32503">
                  <c:v>26.55</c:v>
                </c:pt>
                <c:pt idx="32504">
                  <c:v>26.55</c:v>
                </c:pt>
                <c:pt idx="32505">
                  <c:v>26.55</c:v>
                </c:pt>
                <c:pt idx="32506">
                  <c:v>26.55</c:v>
                </c:pt>
                <c:pt idx="32507">
                  <c:v>26.55</c:v>
                </c:pt>
                <c:pt idx="32508">
                  <c:v>26.55</c:v>
                </c:pt>
                <c:pt idx="32509">
                  <c:v>26.55</c:v>
                </c:pt>
                <c:pt idx="32510">
                  <c:v>26.55</c:v>
                </c:pt>
                <c:pt idx="32511">
                  <c:v>26.55</c:v>
                </c:pt>
                <c:pt idx="32512">
                  <c:v>26.55</c:v>
                </c:pt>
                <c:pt idx="32513">
                  <c:v>26.55</c:v>
                </c:pt>
                <c:pt idx="32514">
                  <c:v>26.55</c:v>
                </c:pt>
                <c:pt idx="32515">
                  <c:v>26.55</c:v>
                </c:pt>
                <c:pt idx="32516">
                  <c:v>26.55</c:v>
                </c:pt>
                <c:pt idx="32517">
                  <c:v>26.55</c:v>
                </c:pt>
                <c:pt idx="32518">
                  <c:v>26.55</c:v>
                </c:pt>
                <c:pt idx="32519">
                  <c:v>26.55</c:v>
                </c:pt>
                <c:pt idx="32520">
                  <c:v>26.55</c:v>
                </c:pt>
                <c:pt idx="32521">
                  <c:v>26.55</c:v>
                </c:pt>
                <c:pt idx="32522">
                  <c:v>26.55</c:v>
                </c:pt>
                <c:pt idx="32523">
                  <c:v>26.55</c:v>
                </c:pt>
                <c:pt idx="32524">
                  <c:v>26.55</c:v>
                </c:pt>
                <c:pt idx="32525">
                  <c:v>26.55</c:v>
                </c:pt>
                <c:pt idx="32526">
                  <c:v>26.55</c:v>
                </c:pt>
                <c:pt idx="32527">
                  <c:v>26.55</c:v>
                </c:pt>
                <c:pt idx="32528">
                  <c:v>26.55</c:v>
                </c:pt>
                <c:pt idx="32529">
                  <c:v>26.55</c:v>
                </c:pt>
                <c:pt idx="32530">
                  <c:v>26.55</c:v>
                </c:pt>
                <c:pt idx="32531">
                  <c:v>26.55</c:v>
                </c:pt>
                <c:pt idx="32532">
                  <c:v>26.55</c:v>
                </c:pt>
                <c:pt idx="32533">
                  <c:v>26.55</c:v>
                </c:pt>
                <c:pt idx="32534">
                  <c:v>26.55</c:v>
                </c:pt>
                <c:pt idx="32535">
                  <c:v>26.55</c:v>
                </c:pt>
                <c:pt idx="32536">
                  <c:v>26.55</c:v>
                </c:pt>
                <c:pt idx="32537">
                  <c:v>26.55</c:v>
                </c:pt>
                <c:pt idx="32538">
                  <c:v>26.55</c:v>
                </c:pt>
                <c:pt idx="32539">
                  <c:v>26.55</c:v>
                </c:pt>
                <c:pt idx="32540">
                  <c:v>26.55</c:v>
                </c:pt>
                <c:pt idx="32541">
                  <c:v>26.55</c:v>
                </c:pt>
                <c:pt idx="32542">
                  <c:v>26.55</c:v>
                </c:pt>
                <c:pt idx="32543">
                  <c:v>26.55</c:v>
                </c:pt>
                <c:pt idx="32544">
                  <c:v>26.55</c:v>
                </c:pt>
                <c:pt idx="32545">
                  <c:v>26.5</c:v>
                </c:pt>
                <c:pt idx="32546">
                  <c:v>26.55</c:v>
                </c:pt>
                <c:pt idx="32547">
                  <c:v>26.5</c:v>
                </c:pt>
                <c:pt idx="32548">
                  <c:v>26.5</c:v>
                </c:pt>
                <c:pt idx="32549">
                  <c:v>26.5</c:v>
                </c:pt>
                <c:pt idx="32550">
                  <c:v>26.5</c:v>
                </c:pt>
                <c:pt idx="32551">
                  <c:v>26.5</c:v>
                </c:pt>
                <c:pt idx="32552">
                  <c:v>26.5</c:v>
                </c:pt>
                <c:pt idx="32553">
                  <c:v>26.5</c:v>
                </c:pt>
                <c:pt idx="32554">
                  <c:v>26.5</c:v>
                </c:pt>
                <c:pt idx="32555">
                  <c:v>26.5</c:v>
                </c:pt>
                <c:pt idx="32556">
                  <c:v>26.55</c:v>
                </c:pt>
                <c:pt idx="32557">
                  <c:v>26.55</c:v>
                </c:pt>
                <c:pt idx="32558">
                  <c:v>26.55</c:v>
                </c:pt>
                <c:pt idx="32559">
                  <c:v>26.55</c:v>
                </c:pt>
                <c:pt idx="32560">
                  <c:v>26.55</c:v>
                </c:pt>
                <c:pt idx="32561">
                  <c:v>26.55</c:v>
                </c:pt>
                <c:pt idx="32562">
                  <c:v>26.55</c:v>
                </c:pt>
                <c:pt idx="32563">
                  <c:v>26.55</c:v>
                </c:pt>
                <c:pt idx="32564">
                  <c:v>26.55</c:v>
                </c:pt>
                <c:pt idx="32565">
                  <c:v>26.55</c:v>
                </c:pt>
                <c:pt idx="32566">
                  <c:v>26.55</c:v>
                </c:pt>
                <c:pt idx="32567">
                  <c:v>26.5</c:v>
                </c:pt>
                <c:pt idx="32568">
                  <c:v>26.5</c:v>
                </c:pt>
                <c:pt idx="32569">
                  <c:v>26.5</c:v>
                </c:pt>
                <c:pt idx="32570">
                  <c:v>26.5</c:v>
                </c:pt>
                <c:pt idx="32571">
                  <c:v>26.5</c:v>
                </c:pt>
                <c:pt idx="32572">
                  <c:v>26.5</c:v>
                </c:pt>
                <c:pt idx="32573">
                  <c:v>26.5</c:v>
                </c:pt>
                <c:pt idx="32574">
                  <c:v>26.5</c:v>
                </c:pt>
                <c:pt idx="32575">
                  <c:v>26.5</c:v>
                </c:pt>
                <c:pt idx="32576">
                  <c:v>26.5</c:v>
                </c:pt>
                <c:pt idx="32577">
                  <c:v>26.5</c:v>
                </c:pt>
                <c:pt idx="32578">
                  <c:v>26.5</c:v>
                </c:pt>
                <c:pt idx="32579">
                  <c:v>26.5</c:v>
                </c:pt>
                <c:pt idx="32580">
                  <c:v>26.5</c:v>
                </c:pt>
                <c:pt idx="32581">
                  <c:v>26.5</c:v>
                </c:pt>
                <c:pt idx="32582">
                  <c:v>26.5</c:v>
                </c:pt>
                <c:pt idx="32583">
                  <c:v>26.5</c:v>
                </c:pt>
                <c:pt idx="32584">
                  <c:v>26.5</c:v>
                </c:pt>
                <c:pt idx="32585">
                  <c:v>26.5</c:v>
                </c:pt>
                <c:pt idx="32586">
                  <c:v>26.5</c:v>
                </c:pt>
                <c:pt idx="32587">
                  <c:v>26.5</c:v>
                </c:pt>
                <c:pt idx="32588">
                  <c:v>26.5</c:v>
                </c:pt>
                <c:pt idx="32589">
                  <c:v>26.5</c:v>
                </c:pt>
                <c:pt idx="32590">
                  <c:v>26.5</c:v>
                </c:pt>
                <c:pt idx="32591">
                  <c:v>26.5</c:v>
                </c:pt>
                <c:pt idx="32592">
                  <c:v>26.5</c:v>
                </c:pt>
                <c:pt idx="32593">
                  <c:v>26.5</c:v>
                </c:pt>
                <c:pt idx="32594">
                  <c:v>26.5</c:v>
                </c:pt>
                <c:pt idx="32595">
                  <c:v>26.5</c:v>
                </c:pt>
                <c:pt idx="32596">
                  <c:v>26.5</c:v>
                </c:pt>
                <c:pt idx="32597">
                  <c:v>26.5</c:v>
                </c:pt>
                <c:pt idx="32598">
                  <c:v>26.5</c:v>
                </c:pt>
                <c:pt idx="32599">
                  <c:v>26.5</c:v>
                </c:pt>
                <c:pt idx="32600">
                  <c:v>26.5</c:v>
                </c:pt>
                <c:pt idx="32601">
                  <c:v>26.5</c:v>
                </c:pt>
                <c:pt idx="32602">
                  <c:v>26.5</c:v>
                </c:pt>
                <c:pt idx="32603">
                  <c:v>26.5</c:v>
                </c:pt>
                <c:pt idx="32604">
                  <c:v>26.5</c:v>
                </c:pt>
                <c:pt idx="32605">
                  <c:v>26.5</c:v>
                </c:pt>
                <c:pt idx="32606">
                  <c:v>26.5</c:v>
                </c:pt>
                <c:pt idx="32607">
                  <c:v>26.5</c:v>
                </c:pt>
                <c:pt idx="32608">
                  <c:v>26.5</c:v>
                </c:pt>
                <c:pt idx="32609">
                  <c:v>26.5</c:v>
                </c:pt>
                <c:pt idx="32610">
                  <c:v>26.5</c:v>
                </c:pt>
                <c:pt idx="32611">
                  <c:v>26.5</c:v>
                </c:pt>
                <c:pt idx="32612">
                  <c:v>26.5</c:v>
                </c:pt>
                <c:pt idx="32613">
                  <c:v>26.5</c:v>
                </c:pt>
                <c:pt idx="32614">
                  <c:v>26.5</c:v>
                </c:pt>
                <c:pt idx="32615">
                  <c:v>26.5</c:v>
                </c:pt>
                <c:pt idx="32616">
                  <c:v>26.5</c:v>
                </c:pt>
                <c:pt idx="32617">
                  <c:v>26.5</c:v>
                </c:pt>
                <c:pt idx="32618">
                  <c:v>26.5</c:v>
                </c:pt>
                <c:pt idx="32619">
                  <c:v>26.5</c:v>
                </c:pt>
                <c:pt idx="32620">
                  <c:v>26.5</c:v>
                </c:pt>
                <c:pt idx="32621">
                  <c:v>26.5</c:v>
                </c:pt>
                <c:pt idx="32622">
                  <c:v>26.5</c:v>
                </c:pt>
                <c:pt idx="32623">
                  <c:v>26.5</c:v>
                </c:pt>
                <c:pt idx="32624">
                  <c:v>26.5</c:v>
                </c:pt>
                <c:pt idx="32625">
                  <c:v>26.5</c:v>
                </c:pt>
                <c:pt idx="32626">
                  <c:v>26.5</c:v>
                </c:pt>
                <c:pt idx="32627">
                  <c:v>26.5</c:v>
                </c:pt>
                <c:pt idx="32628">
                  <c:v>26.5</c:v>
                </c:pt>
                <c:pt idx="32629">
                  <c:v>26.5</c:v>
                </c:pt>
                <c:pt idx="32630">
                  <c:v>26.5</c:v>
                </c:pt>
                <c:pt idx="32631">
                  <c:v>26.5</c:v>
                </c:pt>
                <c:pt idx="32632">
                  <c:v>26.5</c:v>
                </c:pt>
                <c:pt idx="32633">
                  <c:v>26.5</c:v>
                </c:pt>
                <c:pt idx="32634">
                  <c:v>26.5</c:v>
                </c:pt>
                <c:pt idx="32635">
                  <c:v>26.5</c:v>
                </c:pt>
                <c:pt idx="32636">
                  <c:v>26.5</c:v>
                </c:pt>
                <c:pt idx="32637">
                  <c:v>26.5</c:v>
                </c:pt>
                <c:pt idx="32638">
                  <c:v>26.5</c:v>
                </c:pt>
                <c:pt idx="32639">
                  <c:v>26.5</c:v>
                </c:pt>
                <c:pt idx="32640">
                  <c:v>26.5</c:v>
                </c:pt>
                <c:pt idx="32641">
                  <c:v>26.5</c:v>
                </c:pt>
                <c:pt idx="32642">
                  <c:v>26.5</c:v>
                </c:pt>
                <c:pt idx="32643">
                  <c:v>26.5</c:v>
                </c:pt>
                <c:pt idx="32644">
                  <c:v>26.5</c:v>
                </c:pt>
                <c:pt idx="32645">
                  <c:v>26.5</c:v>
                </c:pt>
                <c:pt idx="32646">
                  <c:v>26.5</c:v>
                </c:pt>
                <c:pt idx="32647">
                  <c:v>26.5</c:v>
                </c:pt>
                <c:pt idx="32648">
                  <c:v>26.5</c:v>
                </c:pt>
                <c:pt idx="32649">
                  <c:v>26.5</c:v>
                </c:pt>
                <c:pt idx="32650">
                  <c:v>26.5</c:v>
                </c:pt>
                <c:pt idx="32651">
                  <c:v>26.5</c:v>
                </c:pt>
                <c:pt idx="32652">
                  <c:v>26.5</c:v>
                </c:pt>
                <c:pt idx="32653">
                  <c:v>26.5</c:v>
                </c:pt>
                <c:pt idx="32654">
                  <c:v>26.5</c:v>
                </c:pt>
                <c:pt idx="32655">
                  <c:v>26.5</c:v>
                </c:pt>
                <c:pt idx="32656">
                  <c:v>26.5</c:v>
                </c:pt>
                <c:pt idx="32657">
                  <c:v>26.5</c:v>
                </c:pt>
                <c:pt idx="32658">
                  <c:v>26.5</c:v>
                </c:pt>
                <c:pt idx="32659">
                  <c:v>26.5</c:v>
                </c:pt>
                <c:pt idx="32660">
                  <c:v>26.5</c:v>
                </c:pt>
                <c:pt idx="32661">
                  <c:v>26.5</c:v>
                </c:pt>
                <c:pt idx="32662">
                  <c:v>26.5</c:v>
                </c:pt>
                <c:pt idx="32663">
                  <c:v>26.5</c:v>
                </c:pt>
                <c:pt idx="32664">
                  <c:v>26.5</c:v>
                </c:pt>
                <c:pt idx="32665">
                  <c:v>26.5</c:v>
                </c:pt>
                <c:pt idx="32666">
                  <c:v>26.5</c:v>
                </c:pt>
                <c:pt idx="32667">
                  <c:v>26.5</c:v>
                </c:pt>
                <c:pt idx="32668">
                  <c:v>26.5</c:v>
                </c:pt>
                <c:pt idx="32669">
                  <c:v>26.45</c:v>
                </c:pt>
                <c:pt idx="32670">
                  <c:v>26.5</c:v>
                </c:pt>
                <c:pt idx="32671">
                  <c:v>26.45</c:v>
                </c:pt>
                <c:pt idx="32672">
                  <c:v>26.5</c:v>
                </c:pt>
                <c:pt idx="32673">
                  <c:v>26.45</c:v>
                </c:pt>
                <c:pt idx="32674">
                  <c:v>26.45</c:v>
                </c:pt>
                <c:pt idx="32675">
                  <c:v>26.5</c:v>
                </c:pt>
                <c:pt idx="32676">
                  <c:v>26.5</c:v>
                </c:pt>
                <c:pt idx="32677">
                  <c:v>26.5</c:v>
                </c:pt>
                <c:pt idx="32678">
                  <c:v>26.5</c:v>
                </c:pt>
                <c:pt idx="32679">
                  <c:v>26.5</c:v>
                </c:pt>
                <c:pt idx="32680">
                  <c:v>26.5</c:v>
                </c:pt>
                <c:pt idx="32681">
                  <c:v>26.5</c:v>
                </c:pt>
                <c:pt idx="32682">
                  <c:v>26.5</c:v>
                </c:pt>
                <c:pt idx="32683">
                  <c:v>26.5</c:v>
                </c:pt>
                <c:pt idx="32684">
                  <c:v>26.5</c:v>
                </c:pt>
                <c:pt idx="32685">
                  <c:v>26.5</c:v>
                </c:pt>
                <c:pt idx="32686">
                  <c:v>26.5</c:v>
                </c:pt>
                <c:pt idx="32687">
                  <c:v>26.5</c:v>
                </c:pt>
                <c:pt idx="32688">
                  <c:v>26.5</c:v>
                </c:pt>
                <c:pt idx="32689">
                  <c:v>26.5</c:v>
                </c:pt>
                <c:pt idx="32690">
                  <c:v>26.5</c:v>
                </c:pt>
                <c:pt idx="32691">
                  <c:v>26.5</c:v>
                </c:pt>
                <c:pt idx="32692">
                  <c:v>26.5</c:v>
                </c:pt>
                <c:pt idx="32693">
                  <c:v>26.5</c:v>
                </c:pt>
                <c:pt idx="32694">
                  <c:v>26.5</c:v>
                </c:pt>
                <c:pt idx="32695">
                  <c:v>26.5</c:v>
                </c:pt>
                <c:pt idx="32696">
                  <c:v>26.5</c:v>
                </c:pt>
                <c:pt idx="32697">
                  <c:v>26.5</c:v>
                </c:pt>
                <c:pt idx="32698">
                  <c:v>26.5</c:v>
                </c:pt>
                <c:pt idx="32699">
                  <c:v>26.5</c:v>
                </c:pt>
                <c:pt idx="32700">
                  <c:v>26.5</c:v>
                </c:pt>
                <c:pt idx="32701">
                  <c:v>26.5</c:v>
                </c:pt>
                <c:pt idx="32702">
                  <c:v>26.5</c:v>
                </c:pt>
                <c:pt idx="32703">
                  <c:v>26.5</c:v>
                </c:pt>
                <c:pt idx="32704">
                  <c:v>26.5</c:v>
                </c:pt>
                <c:pt idx="32705">
                  <c:v>26.5</c:v>
                </c:pt>
                <c:pt idx="32706">
                  <c:v>26.5</c:v>
                </c:pt>
                <c:pt idx="32707">
                  <c:v>26.5</c:v>
                </c:pt>
                <c:pt idx="32708">
                  <c:v>26.5</c:v>
                </c:pt>
                <c:pt idx="32709">
                  <c:v>26.5</c:v>
                </c:pt>
                <c:pt idx="32710">
                  <c:v>26.5</c:v>
                </c:pt>
                <c:pt idx="32711">
                  <c:v>26.5</c:v>
                </c:pt>
                <c:pt idx="32712">
                  <c:v>26.5</c:v>
                </c:pt>
                <c:pt idx="32713">
                  <c:v>26.5</c:v>
                </c:pt>
                <c:pt idx="32714">
                  <c:v>26.5</c:v>
                </c:pt>
                <c:pt idx="32715">
                  <c:v>26.5</c:v>
                </c:pt>
                <c:pt idx="32716">
                  <c:v>26.5</c:v>
                </c:pt>
                <c:pt idx="32717">
                  <c:v>26.5</c:v>
                </c:pt>
                <c:pt idx="32718">
                  <c:v>26.5</c:v>
                </c:pt>
                <c:pt idx="32719">
                  <c:v>26.5</c:v>
                </c:pt>
                <c:pt idx="32720">
                  <c:v>26.5</c:v>
                </c:pt>
                <c:pt idx="32721">
                  <c:v>26.5</c:v>
                </c:pt>
                <c:pt idx="32722">
                  <c:v>26.5</c:v>
                </c:pt>
                <c:pt idx="32723">
                  <c:v>26.5</c:v>
                </c:pt>
                <c:pt idx="32724">
                  <c:v>26.5</c:v>
                </c:pt>
                <c:pt idx="32725">
                  <c:v>26.5</c:v>
                </c:pt>
                <c:pt idx="32726">
                  <c:v>26.45</c:v>
                </c:pt>
                <c:pt idx="32727">
                  <c:v>26.5</c:v>
                </c:pt>
                <c:pt idx="32728">
                  <c:v>26.5</c:v>
                </c:pt>
                <c:pt idx="32729">
                  <c:v>26.5</c:v>
                </c:pt>
                <c:pt idx="32730">
                  <c:v>26.5</c:v>
                </c:pt>
                <c:pt idx="32731">
                  <c:v>26.5</c:v>
                </c:pt>
                <c:pt idx="32732">
                  <c:v>26.5</c:v>
                </c:pt>
                <c:pt idx="32733">
                  <c:v>26.45</c:v>
                </c:pt>
                <c:pt idx="32734">
                  <c:v>26.45</c:v>
                </c:pt>
                <c:pt idx="32735">
                  <c:v>26.45</c:v>
                </c:pt>
                <c:pt idx="32736">
                  <c:v>26.45</c:v>
                </c:pt>
                <c:pt idx="32737">
                  <c:v>26.45</c:v>
                </c:pt>
                <c:pt idx="32738">
                  <c:v>26.45</c:v>
                </c:pt>
                <c:pt idx="32739">
                  <c:v>26.45</c:v>
                </c:pt>
                <c:pt idx="32740">
                  <c:v>26.45</c:v>
                </c:pt>
                <c:pt idx="32741">
                  <c:v>26.45</c:v>
                </c:pt>
                <c:pt idx="32742">
                  <c:v>26.45</c:v>
                </c:pt>
                <c:pt idx="32743">
                  <c:v>26.45</c:v>
                </c:pt>
                <c:pt idx="32744">
                  <c:v>26.5</c:v>
                </c:pt>
                <c:pt idx="32745">
                  <c:v>26.5</c:v>
                </c:pt>
                <c:pt idx="32746">
                  <c:v>26.45</c:v>
                </c:pt>
                <c:pt idx="32747">
                  <c:v>26.5</c:v>
                </c:pt>
                <c:pt idx="32748">
                  <c:v>26.5</c:v>
                </c:pt>
                <c:pt idx="32749">
                  <c:v>26.5</c:v>
                </c:pt>
                <c:pt idx="32750">
                  <c:v>26.45</c:v>
                </c:pt>
                <c:pt idx="32751">
                  <c:v>26.45</c:v>
                </c:pt>
                <c:pt idx="32752">
                  <c:v>26.5</c:v>
                </c:pt>
                <c:pt idx="32753">
                  <c:v>26.5</c:v>
                </c:pt>
                <c:pt idx="32754">
                  <c:v>26.45</c:v>
                </c:pt>
                <c:pt idx="32755">
                  <c:v>26.45</c:v>
                </c:pt>
                <c:pt idx="32756">
                  <c:v>26.45</c:v>
                </c:pt>
                <c:pt idx="32757">
                  <c:v>26.45</c:v>
                </c:pt>
                <c:pt idx="32758">
                  <c:v>26.45</c:v>
                </c:pt>
                <c:pt idx="32759">
                  <c:v>26.45</c:v>
                </c:pt>
                <c:pt idx="32760">
                  <c:v>26.45</c:v>
                </c:pt>
                <c:pt idx="32761">
                  <c:v>26.45</c:v>
                </c:pt>
                <c:pt idx="32762">
                  <c:v>26.45</c:v>
                </c:pt>
                <c:pt idx="32763">
                  <c:v>26.45</c:v>
                </c:pt>
                <c:pt idx="32764">
                  <c:v>26.45</c:v>
                </c:pt>
                <c:pt idx="32765">
                  <c:v>26.45</c:v>
                </c:pt>
                <c:pt idx="32766">
                  <c:v>26.45</c:v>
                </c:pt>
                <c:pt idx="32767">
                  <c:v>26.45</c:v>
                </c:pt>
                <c:pt idx="32768">
                  <c:v>26.45</c:v>
                </c:pt>
                <c:pt idx="32769">
                  <c:v>26.45</c:v>
                </c:pt>
                <c:pt idx="32770">
                  <c:v>26.45</c:v>
                </c:pt>
                <c:pt idx="32771">
                  <c:v>26.45</c:v>
                </c:pt>
                <c:pt idx="32772">
                  <c:v>26.45</c:v>
                </c:pt>
                <c:pt idx="32773">
                  <c:v>26.45</c:v>
                </c:pt>
                <c:pt idx="32774">
                  <c:v>26.45</c:v>
                </c:pt>
                <c:pt idx="32775">
                  <c:v>26.45</c:v>
                </c:pt>
                <c:pt idx="32776">
                  <c:v>26.45</c:v>
                </c:pt>
                <c:pt idx="32777">
                  <c:v>26.45</c:v>
                </c:pt>
                <c:pt idx="32778">
                  <c:v>26.45</c:v>
                </c:pt>
                <c:pt idx="32779">
                  <c:v>26.45</c:v>
                </c:pt>
                <c:pt idx="32780">
                  <c:v>26.45</c:v>
                </c:pt>
                <c:pt idx="32781">
                  <c:v>26.45</c:v>
                </c:pt>
                <c:pt idx="32782">
                  <c:v>26.5</c:v>
                </c:pt>
                <c:pt idx="32783">
                  <c:v>26.45</c:v>
                </c:pt>
                <c:pt idx="32784">
                  <c:v>26.45</c:v>
                </c:pt>
                <c:pt idx="32785">
                  <c:v>26.45</c:v>
                </c:pt>
                <c:pt idx="32786">
                  <c:v>26.45</c:v>
                </c:pt>
                <c:pt idx="32787">
                  <c:v>26.45</c:v>
                </c:pt>
                <c:pt idx="32788">
                  <c:v>26.45</c:v>
                </c:pt>
                <c:pt idx="32789">
                  <c:v>26.45</c:v>
                </c:pt>
                <c:pt idx="32790">
                  <c:v>26.45</c:v>
                </c:pt>
                <c:pt idx="32791">
                  <c:v>26.45</c:v>
                </c:pt>
                <c:pt idx="32792">
                  <c:v>26.45</c:v>
                </c:pt>
                <c:pt idx="32793">
                  <c:v>26.45</c:v>
                </c:pt>
                <c:pt idx="32794">
                  <c:v>26.45</c:v>
                </c:pt>
                <c:pt idx="32795">
                  <c:v>26.45</c:v>
                </c:pt>
                <c:pt idx="32796">
                  <c:v>26.45</c:v>
                </c:pt>
                <c:pt idx="32797">
                  <c:v>26.45</c:v>
                </c:pt>
                <c:pt idx="32798">
                  <c:v>26.45</c:v>
                </c:pt>
                <c:pt idx="32799">
                  <c:v>26.45</c:v>
                </c:pt>
                <c:pt idx="32800">
                  <c:v>26.45</c:v>
                </c:pt>
                <c:pt idx="32801">
                  <c:v>26.45</c:v>
                </c:pt>
                <c:pt idx="32802">
                  <c:v>26.45</c:v>
                </c:pt>
                <c:pt idx="32803">
                  <c:v>26.5</c:v>
                </c:pt>
                <c:pt idx="32804">
                  <c:v>26.5</c:v>
                </c:pt>
                <c:pt idx="32805">
                  <c:v>26.5</c:v>
                </c:pt>
                <c:pt idx="32806">
                  <c:v>26.5</c:v>
                </c:pt>
                <c:pt idx="32807">
                  <c:v>26.5</c:v>
                </c:pt>
                <c:pt idx="32808">
                  <c:v>26.45</c:v>
                </c:pt>
                <c:pt idx="32809">
                  <c:v>26.5</c:v>
                </c:pt>
                <c:pt idx="32810">
                  <c:v>26.5</c:v>
                </c:pt>
                <c:pt idx="32811">
                  <c:v>26.45</c:v>
                </c:pt>
                <c:pt idx="32812">
                  <c:v>26.5</c:v>
                </c:pt>
                <c:pt idx="32813">
                  <c:v>26.45</c:v>
                </c:pt>
                <c:pt idx="32814">
                  <c:v>26.45</c:v>
                </c:pt>
                <c:pt idx="32815">
                  <c:v>26.45</c:v>
                </c:pt>
                <c:pt idx="32816">
                  <c:v>26.45</c:v>
                </c:pt>
                <c:pt idx="32817">
                  <c:v>26.45</c:v>
                </c:pt>
                <c:pt idx="32818">
                  <c:v>26.45</c:v>
                </c:pt>
                <c:pt idx="32819">
                  <c:v>26.45</c:v>
                </c:pt>
                <c:pt idx="32820">
                  <c:v>26.45</c:v>
                </c:pt>
                <c:pt idx="32821">
                  <c:v>26.45</c:v>
                </c:pt>
                <c:pt idx="32822">
                  <c:v>26.45</c:v>
                </c:pt>
                <c:pt idx="32823">
                  <c:v>26.45</c:v>
                </c:pt>
                <c:pt idx="32824">
                  <c:v>26.45</c:v>
                </c:pt>
                <c:pt idx="32825">
                  <c:v>26.45</c:v>
                </c:pt>
                <c:pt idx="32826">
                  <c:v>26.45</c:v>
                </c:pt>
                <c:pt idx="32827">
                  <c:v>26.45</c:v>
                </c:pt>
                <c:pt idx="32828">
                  <c:v>26.45</c:v>
                </c:pt>
                <c:pt idx="32829">
                  <c:v>26.45</c:v>
                </c:pt>
                <c:pt idx="32830">
                  <c:v>26.45</c:v>
                </c:pt>
                <c:pt idx="32831">
                  <c:v>26.45</c:v>
                </c:pt>
                <c:pt idx="32832">
                  <c:v>26.45</c:v>
                </c:pt>
                <c:pt idx="32833">
                  <c:v>26.45</c:v>
                </c:pt>
                <c:pt idx="32834">
                  <c:v>26.45</c:v>
                </c:pt>
                <c:pt idx="32835">
                  <c:v>26.45</c:v>
                </c:pt>
                <c:pt idx="32836">
                  <c:v>26.45</c:v>
                </c:pt>
                <c:pt idx="32837">
                  <c:v>26.45</c:v>
                </c:pt>
                <c:pt idx="32838">
                  <c:v>26.45</c:v>
                </c:pt>
                <c:pt idx="32839">
                  <c:v>26.45</c:v>
                </c:pt>
                <c:pt idx="32840">
                  <c:v>26.45</c:v>
                </c:pt>
                <c:pt idx="32841">
                  <c:v>26.45</c:v>
                </c:pt>
                <c:pt idx="32842">
                  <c:v>26.45</c:v>
                </c:pt>
                <c:pt idx="32843">
                  <c:v>26.45</c:v>
                </c:pt>
                <c:pt idx="32844">
                  <c:v>26.45</c:v>
                </c:pt>
                <c:pt idx="32845">
                  <c:v>26.45</c:v>
                </c:pt>
                <c:pt idx="32846">
                  <c:v>26.45</c:v>
                </c:pt>
                <c:pt idx="32847">
                  <c:v>26.4</c:v>
                </c:pt>
                <c:pt idx="32848">
                  <c:v>26.45</c:v>
                </c:pt>
                <c:pt idx="32849">
                  <c:v>26.45</c:v>
                </c:pt>
                <c:pt idx="32850">
                  <c:v>26.45</c:v>
                </c:pt>
                <c:pt idx="32851">
                  <c:v>26.45</c:v>
                </c:pt>
                <c:pt idx="32852">
                  <c:v>26.45</c:v>
                </c:pt>
                <c:pt idx="32853">
                  <c:v>26.45</c:v>
                </c:pt>
                <c:pt idx="32854">
                  <c:v>26.45</c:v>
                </c:pt>
                <c:pt idx="32855">
                  <c:v>26.45</c:v>
                </c:pt>
                <c:pt idx="32856">
                  <c:v>26.45</c:v>
                </c:pt>
                <c:pt idx="32857">
                  <c:v>26.45</c:v>
                </c:pt>
                <c:pt idx="32858">
                  <c:v>26.45</c:v>
                </c:pt>
                <c:pt idx="32859">
                  <c:v>26.45</c:v>
                </c:pt>
                <c:pt idx="32860">
                  <c:v>26.45</c:v>
                </c:pt>
                <c:pt idx="32861">
                  <c:v>26.45</c:v>
                </c:pt>
                <c:pt idx="32862">
                  <c:v>26.45</c:v>
                </c:pt>
                <c:pt idx="32863">
                  <c:v>26.45</c:v>
                </c:pt>
                <c:pt idx="32864">
                  <c:v>26.45</c:v>
                </c:pt>
                <c:pt idx="32865">
                  <c:v>26.45</c:v>
                </c:pt>
                <c:pt idx="32866">
                  <c:v>26.45</c:v>
                </c:pt>
                <c:pt idx="32867">
                  <c:v>26.45</c:v>
                </c:pt>
                <c:pt idx="32868">
                  <c:v>26.45</c:v>
                </c:pt>
                <c:pt idx="32869">
                  <c:v>26.45</c:v>
                </c:pt>
                <c:pt idx="32870">
                  <c:v>26.45</c:v>
                </c:pt>
                <c:pt idx="32871">
                  <c:v>26.45</c:v>
                </c:pt>
                <c:pt idx="32872">
                  <c:v>26.45</c:v>
                </c:pt>
                <c:pt idx="32873">
                  <c:v>26.45</c:v>
                </c:pt>
                <c:pt idx="32874">
                  <c:v>26.45</c:v>
                </c:pt>
                <c:pt idx="32875">
                  <c:v>26.45</c:v>
                </c:pt>
                <c:pt idx="32876">
                  <c:v>26.45</c:v>
                </c:pt>
                <c:pt idx="32877">
                  <c:v>26.45</c:v>
                </c:pt>
                <c:pt idx="32878">
                  <c:v>26.45</c:v>
                </c:pt>
                <c:pt idx="32879">
                  <c:v>26.45</c:v>
                </c:pt>
                <c:pt idx="32880">
                  <c:v>26.45</c:v>
                </c:pt>
                <c:pt idx="32881">
                  <c:v>26.4</c:v>
                </c:pt>
                <c:pt idx="32882">
                  <c:v>26.4</c:v>
                </c:pt>
                <c:pt idx="32883">
                  <c:v>26.4</c:v>
                </c:pt>
                <c:pt idx="32884">
                  <c:v>26.4</c:v>
                </c:pt>
                <c:pt idx="32885">
                  <c:v>26.4</c:v>
                </c:pt>
                <c:pt idx="32886">
                  <c:v>26.4</c:v>
                </c:pt>
                <c:pt idx="32887">
                  <c:v>26.4</c:v>
                </c:pt>
                <c:pt idx="32888">
                  <c:v>26.4</c:v>
                </c:pt>
                <c:pt idx="32889">
                  <c:v>26.4</c:v>
                </c:pt>
                <c:pt idx="32890">
                  <c:v>26.4</c:v>
                </c:pt>
                <c:pt idx="32891">
                  <c:v>26.4</c:v>
                </c:pt>
                <c:pt idx="32892">
                  <c:v>26.4</c:v>
                </c:pt>
                <c:pt idx="32893">
                  <c:v>26.4</c:v>
                </c:pt>
                <c:pt idx="32894">
                  <c:v>26.45</c:v>
                </c:pt>
                <c:pt idx="32895">
                  <c:v>26.4</c:v>
                </c:pt>
                <c:pt idx="32896">
                  <c:v>26.4</c:v>
                </c:pt>
                <c:pt idx="32897">
                  <c:v>26.4</c:v>
                </c:pt>
                <c:pt idx="32898">
                  <c:v>26.45</c:v>
                </c:pt>
                <c:pt idx="32899">
                  <c:v>26.45</c:v>
                </c:pt>
                <c:pt idx="32900">
                  <c:v>26.45</c:v>
                </c:pt>
                <c:pt idx="32901">
                  <c:v>26.45</c:v>
                </c:pt>
                <c:pt idx="32902">
                  <c:v>26.45</c:v>
                </c:pt>
                <c:pt idx="32903">
                  <c:v>26.45</c:v>
                </c:pt>
                <c:pt idx="32904">
                  <c:v>26.45</c:v>
                </c:pt>
                <c:pt idx="32905">
                  <c:v>26.4</c:v>
                </c:pt>
                <c:pt idx="32906">
                  <c:v>26.45</c:v>
                </c:pt>
                <c:pt idx="32907">
                  <c:v>26.45</c:v>
                </c:pt>
                <c:pt idx="32908">
                  <c:v>26.4</c:v>
                </c:pt>
                <c:pt idx="32909">
                  <c:v>26.4</c:v>
                </c:pt>
                <c:pt idx="32910">
                  <c:v>26.4</c:v>
                </c:pt>
                <c:pt idx="32911">
                  <c:v>26.4</c:v>
                </c:pt>
                <c:pt idx="32912">
                  <c:v>26.4</c:v>
                </c:pt>
                <c:pt idx="32913">
                  <c:v>26.4</c:v>
                </c:pt>
                <c:pt idx="32914">
                  <c:v>26.4</c:v>
                </c:pt>
                <c:pt idx="32915">
                  <c:v>26.4</c:v>
                </c:pt>
                <c:pt idx="32916">
                  <c:v>26.4</c:v>
                </c:pt>
                <c:pt idx="32917">
                  <c:v>26.4</c:v>
                </c:pt>
                <c:pt idx="32918">
                  <c:v>26.4</c:v>
                </c:pt>
                <c:pt idx="32919">
                  <c:v>26.45</c:v>
                </c:pt>
                <c:pt idx="32920">
                  <c:v>26.4</c:v>
                </c:pt>
                <c:pt idx="32921">
                  <c:v>26.45</c:v>
                </c:pt>
                <c:pt idx="32922">
                  <c:v>26.45</c:v>
                </c:pt>
                <c:pt idx="32923">
                  <c:v>26.4</c:v>
                </c:pt>
                <c:pt idx="32924">
                  <c:v>26.4</c:v>
                </c:pt>
                <c:pt idx="32925">
                  <c:v>26.45</c:v>
                </c:pt>
                <c:pt idx="32926">
                  <c:v>26.4</c:v>
                </c:pt>
                <c:pt idx="32927">
                  <c:v>26.45</c:v>
                </c:pt>
                <c:pt idx="32928">
                  <c:v>26.45</c:v>
                </c:pt>
                <c:pt idx="32929">
                  <c:v>26.45</c:v>
                </c:pt>
                <c:pt idx="32930">
                  <c:v>26.45</c:v>
                </c:pt>
                <c:pt idx="32931">
                  <c:v>26.4</c:v>
                </c:pt>
                <c:pt idx="32932">
                  <c:v>26.4</c:v>
                </c:pt>
                <c:pt idx="32933">
                  <c:v>26.4</c:v>
                </c:pt>
                <c:pt idx="32934">
                  <c:v>26.4</c:v>
                </c:pt>
                <c:pt idx="32935">
                  <c:v>26.4</c:v>
                </c:pt>
                <c:pt idx="32936">
                  <c:v>26.4</c:v>
                </c:pt>
                <c:pt idx="32937">
                  <c:v>26.4</c:v>
                </c:pt>
                <c:pt idx="32938">
                  <c:v>26.4</c:v>
                </c:pt>
                <c:pt idx="32939">
                  <c:v>26.4</c:v>
                </c:pt>
                <c:pt idx="32940">
                  <c:v>26.4</c:v>
                </c:pt>
                <c:pt idx="32941">
                  <c:v>26.4</c:v>
                </c:pt>
                <c:pt idx="32942">
                  <c:v>26.4</c:v>
                </c:pt>
                <c:pt idx="32943">
                  <c:v>26.4</c:v>
                </c:pt>
                <c:pt idx="32944">
                  <c:v>26.4</c:v>
                </c:pt>
                <c:pt idx="32945">
                  <c:v>26.4</c:v>
                </c:pt>
                <c:pt idx="32946">
                  <c:v>26.4</c:v>
                </c:pt>
                <c:pt idx="32947">
                  <c:v>26.4</c:v>
                </c:pt>
                <c:pt idx="32948">
                  <c:v>26.4</c:v>
                </c:pt>
                <c:pt idx="32949">
                  <c:v>26.4</c:v>
                </c:pt>
                <c:pt idx="32950">
                  <c:v>26.4</c:v>
                </c:pt>
                <c:pt idx="32951">
                  <c:v>26.4</c:v>
                </c:pt>
                <c:pt idx="32952">
                  <c:v>26.4</c:v>
                </c:pt>
                <c:pt idx="32953">
                  <c:v>26.4</c:v>
                </c:pt>
                <c:pt idx="32954">
                  <c:v>26.45</c:v>
                </c:pt>
                <c:pt idx="32955">
                  <c:v>26.4</c:v>
                </c:pt>
                <c:pt idx="32956">
                  <c:v>26.4</c:v>
                </c:pt>
                <c:pt idx="32957">
                  <c:v>26.4</c:v>
                </c:pt>
                <c:pt idx="32958">
                  <c:v>26.4</c:v>
                </c:pt>
                <c:pt idx="32959">
                  <c:v>26.4</c:v>
                </c:pt>
                <c:pt idx="32960">
                  <c:v>26.4</c:v>
                </c:pt>
                <c:pt idx="32961">
                  <c:v>26.4</c:v>
                </c:pt>
                <c:pt idx="32962">
                  <c:v>26.4</c:v>
                </c:pt>
                <c:pt idx="32963">
                  <c:v>26.4</c:v>
                </c:pt>
                <c:pt idx="32964">
                  <c:v>26.4</c:v>
                </c:pt>
                <c:pt idx="32965">
                  <c:v>26.4</c:v>
                </c:pt>
                <c:pt idx="32966">
                  <c:v>26.4</c:v>
                </c:pt>
                <c:pt idx="32967">
                  <c:v>26.4</c:v>
                </c:pt>
                <c:pt idx="32968">
                  <c:v>26.4</c:v>
                </c:pt>
                <c:pt idx="32969">
                  <c:v>26.4</c:v>
                </c:pt>
                <c:pt idx="32970">
                  <c:v>26.4</c:v>
                </c:pt>
                <c:pt idx="32971">
                  <c:v>26.4</c:v>
                </c:pt>
                <c:pt idx="32972">
                  <c:v>26.4</c:v>
                </c:pt>
                <c:pt idx="32973">
                  <c:v>26.4</c:v>
                </c:pt>
                <c:pt idx="32974">
                  <c:v>26.4</c:v>
                </c:pt>
                <c:pt idx="32975">
                  <c:v>26.4</c:v>
                </c:pt>
                <c:pt idx="32976">
                  <c:v>26.4</c:v>
                </c:pt>
                <c:pt idx="32977">
                  <c:v>26.4</c:v>
                </c:pt>
                <c:pt idx="32978">
                  <c:v>26.4</c:v>
                </c:pt>
                <c:pt idx="32979">
                  <c:v>26.4</c:v>
                </c:pt>
                <c:pt idx="32980">
                  <c:v>26.4</c:v>
                </c:pt>
                <c:pt idx="32981">
                  <c:v>26.4</c:v>
                </c:pt>
                <c:pt idx="32982">
                  <c:v>26.4</c:v>
                </c:pt>
                <c:pt idx="32983">
                  <c:v>26.4</c:v>
                </c:pt>
                <c:pt idx="32984">
                  <c:v>26.4</c:v>
                </c:pt>
                <c:pt idx="32985">
                  <c:v>26.4</c:v>
                </c:pt>
                <c:pt idx="32986">
                  <c:v>26.4</c:v>
                </c:pt>
                <c:pt idx="32987">
                  <c:v>26.4</c:v>
                </c:pt>
                <c:pt idx="32988">
                  <c:v>26.4</c:v>
                </c:pt>
                <c:pt idx="32989">
                  <c:v>26.4</c:v>
                </c:pt>
                <c:pt idx="32990">
                  <c:v>26.4</c:v>
                </c:pt>
                <c:pt idx="32991">
                  <c:v>26.4</c:v>
                </c:pt>
                <c:pt idx="32992">
                  <c:v>26.4</c:v>
                </c:pt>
                <c:pt idx="32993">
                  <c:v>26.4</c:v>
                </c:pt>
                <c:pt idx="32994">
                  <c:v>26.4</c:v>
                </c:pt>
                <c:pt idx="32995">
                  <c:v>26.4</c:v>
                </c:pt>
                <c:pt idx="32996">
                  <c:v>26.4</c:v>
                </c:pt>
                <c:pt idx="32997">
                  <c:v>26.4</c:v>
                </c:pt>
                <c:pt idx="32998">
                  <c:v>26.4</c:v>
                </c:pt>
                <c:pt idx="32999">
                  <c:v>26.4</c:v>
                </c:pt>
                <c:pt idx="33000">
                  <c:v>26.35</c:v>
                </c:pt>
                <c:pt idx="33001">
                  <c:v>26.35</c:v>
                </c:pt>
                <c:pt idx="33002">
                  <c:v>26.35</c:v>
                </c:pt>
                <c:pt idx="33003">
                  <c:v>26.4</c:v>
                </c:pt>
                <c:pt idx="33004">
                  <c:v>26.4</c:v>
                </c:pt>
                <c:pt idx="33005">
                  <c:v>26.35</c:v>
                </c:pt>
                <c:pt idx="33006">
                  <c:v>26.4</c:v>
                </c:pt>
                <c:pt idx="33007">
                  <c:v>26.35</c:v>
                </c:pt>
                <c:pt idx="33008">
                  <c:v>26.4</c:v>
                </c:pt>
                <c:pt idx="33009">
                  <c:v>26.4</c:v>
                </c:pt>
                <c:pt idx="33010">
                  <c:v>26.4</c:v>
                </c:pt>
                <c:pt idx="33011">
                  <c:v>26.4</c:v>
                </c:pt>
                <c:pt idx="33012">
                  <c:v>26.4</c:v>
                </c:pt>
                <c:pt idx="33013">
                  <c:v>26.4</c:v>
                </c:pt>
                <c:pt idx="33014">
                  <c:v>26.4</c:v>
                </c:pt>
                <c:pt idx="33015">
                  <c:v>26.4</c:v>
                </c:pt>
                <c:pt idx="33016">
                  <c:v>26.4</c:v>
                </c:pt>
                <c:pt idx="33017">
                  <c:v>26.4</c:v>
                </c:pt>
                <c:pt idx="33018">
                  <c:v>26.4</c:v>
                </c:pt>
                <c:pt idx="33019">
                  <c:v>26.4</c:v>
                </c:pt>
                <c:pt idx="33020">
                  <c:v>26.4</c:v>
                </c:pt>
                <c:pt idx="33021">
                  <c:v>26.4</c:v>
                </c:pt>
                <c:pt idx="33022">
                  <c:v>26.4</c:v>
                </c:pt>
                <c:pt idx="33023">
                  <c:v>26.4</c:v>
                </c:pt>
                <c:pt idx="33024">
                  <c:v>26.4</c:v>
                </c:pt>
                <c:pt idx="33025">
                  <c:v>26.4</c:v>
                </c:pt>
                <c:pt idx="33026">
                  <c:v>26.4</c:v>
                </c:pt>
                <c:pt idx="33027">
                  <c:v>26.4</c:v>
                </c:pt>
                <c:pt idx="33028">
                  <c:v>26.35</c:v>
                </c:pt>
                <c:pt idx="33029">
                  <c:v>26.4</c:v>
                </c:pt>
                <c:pt idx="33030">
                  <c:v>26.4</c:v>
                </c:pt>
                <c:pt idx="33031">
                  <c:v>26.4</c:v>
                </c:pt>
                <c:pt idx="33032">
                  <c:v>26.4</c:v>
                </c:pt>
                <c:pt idx="33033">
                  <c:v>26.4</c:v>
                </c:pt>
                <c:pt idx="33034">
                  <c:v>26.35</c:v>
                </c:pt>
                <c:pt idx="33035">
                  <c:v>26.35</c:v>
                </c:pt>
                <c:pt idx="33036">
                  <c:v>26.4</c:v>
                </c:pt>
                <c:pt idx="33037">
                  <c:v>26.35</c:v>
                </c:pt>
                <c:pt idx="33038">
                  <c:v>26.35</c:v>
                </c:pt>
                <c:pt idx="33039">
                  <c:v>26.35</c:v>
                </c:pt>
                <c:pt idx="33040">
                  <c:v>26.4</c:v>
                </c:pt>
                <c:pt idx="33041">
                  <c:v>26.35</c:v>
                </c:pt>
                <c:pt idx="33042">
                  <c:v>26.4</c:v>
                </c:pt>
                <c:pt idx="33043">
                  <c:v>26.35</c:v>
                </c:pt>
                <c:pt idx="33044">
                  <c:v>26.35</c:v>
                </c:pt>
                <c:pt idx="33045">
                  <c:v>26.4</c:v>
                </c:pt>
                <c:pt idx="33046">
                  <c:v>26.35</c:v>
                </c:pt>
                <c:pt idx="33047">
                  <c:v>26.35</c:v>
                </c:pt>
                <c:pt idx="33048">
                  <c:v>26.35</c:v>
                </c:pt>
                <c:pt idx="33049">
                  <c:v>26.35</c:v>
                </c:pt>
                <c:pt idx="33050">
                  <c:v>26.35</c:v>
                </c:pt>
                <c:pt idx="33051">
                  <c:v>26.4</c:v>
                </c:pt>
                <c:pt idx="33052">
                  <c:v>26.35</c:v>
                </c:pt>
                <c:pt idx="33053">
                  <c:v>26.4</c:v>
                </c:pt>
                <c:pt idx="33054">
                  <c:v>26.4</c:v>
                </c:pt>
                <c:pt idx="33055">
                  <c:v>26.4</c:v>
                </c:pt>
                <c:pt idx="33056">
                  <c:v>26.4</c:v>
                </c:pt>
                <c:pt idx="33057">
                  <c:v>26.4</c:v>
                </c:pt>
                <c:pt idx="33058">
                  <c:v>26.4</c:v>
                </c:pt>
                <c:pt idx="33059">
                  <c:v>26.4</c:v>
                </c:pt>
                <c:pt idx="33060">
                  <c:v>26.35</c:v>
                </c:pt>
                <c:pt idx="33061">
                  <c:v>26.35</c:v>
                </c:pt>
                <c:pt idx="33062">
                  <c:v>26.35</c:v>
                </c:pt>
                <c:pt idx="33063">
                  <c:v>26.4</c:v>
                </c:pt>
                <c:pt idx="33064">
                  <c:v>26.35</c:v>
                </c:pt>
                <c:pt idx="33065">
                  <c:v>26.35</c:v>
                </c:pt>
                <c:pt idx="33066">
                  <c:v>26.4</c:v>
                </c:pt>
                <c:pt idx="33067">
                  <c:v>26.35</c:v>
                </c:pt>
                <c:pt idx="33068">
                  <c:v>26.35</c:v>
                </c:pt>
                <c:pt idx="33069">
                  <c:v>26.35</c:v>
                </c:pt>
                <c:pt idx="33070">
                  <c:v>26.35</c:v>
                </c:pt>
                <c:pt idx="33071">
                  <c:v>26.35</c:v>
                </c:pt>
                <c:pt idx="33072">
                  <c:v>26.35</c:v>
                </c:pt>
                <c:pt idx="33073">
                  <c:v>26.35</c:v>
                </c:pt>
                <c:pt idx="33074">
                  <c:v>26.35</c:v>
                </c:pt>
                <c:pt idx="33075">
                  <c:v>26.35</c:v>
                </c:pt>
                <c:pt idx="33076">
                  <c:v>26.35</c:v>
                </c:pt>
                <c:pt idx="33077">
                  <c:v>26.35</c:v>
                </c:pt>
                <c:pt idx="33078">
                  <c:v>26.4</c:v>
                </c:pt>
                <c:pt idx="33079">
                  <c:v>26.35</c:v>
                </c:pt>
                <c:pt idx="33080">
                  <c:v>26.4</c:v>
                </c:pt>
                <c:pt idx="33081">
                  <c:v>26.35</c:v>
                </c:pt>
                <c:pt idx="33082">
                  <c:v>26.4</c:v>
                </c:pt>
                <c:pt idx="33083">
                  <c:v>26.4</c:v>
                </c:pt>
                <c:pt idx="33084">
                  <c:v>26.4</c:v>
                </c:pt>
                <c:pt idx="33085">
                  <c:v>26.4</c:v>
                </c:pt>
                <c:pt idx="33086">
                  <c:v>26.4</c:v>
                </c:pt>
                <c:pt idx="33087">
                  <c:v>26.4</c:v>
                </c:pt>
                <c:pt idx="33088">
                  <c:v>26.4</c:v>
                </c:pt>
                <c:pt idx="33089">
                  <c:v>26.4</c:v>
                </c:pt>
                <c:pt idx="33090">
                  <c:v>26.4</c:v>
                </c:pt>
                <c:pt idx="33091">
                  <c:v>26.4</c:v>
                </c:pt>
                <c:pt idx="33092">
                  <c:v>26.4</c:v>
                </c:pt>
                <c:pt idx="33093">
                  <c:v>26.4</c:v>
                </c:pt>
                <c:pt idx="33094">
                  <c:v>26.35</c:v>
                </c:pt>
                <c:pt idx="33095">
                  <c:v>26.4</c:v>
                </c:pt>
                <c:pt idx="33096">
                  <c:v>26.35</c:v>
                </c:pt>
                <c:pt idx="33097">
                  <c:v>26.35</c:v>
                </c:pt>
                <c:pt idx="33098">
                  <c:v>26.35</c:v>
                </c:pt>
                <c:pt idx="33099">
                  <c:v>26.35</c:v>
                </c:pt>
                <c:pt idx="33100">
                  <c:v>26.35</c:v>
                </c:pt>
                <c:pt idx="33101">
                  <c:v>26.35</c:v>
                </c:pt>
                <c:pt idx="33102">
                  <c:v>26.35</c:v>
                </c:pt>
                <c:pt idx="33103">
                  <c:v>26.35</c:v>
                </c:pt>
                <c:pt idx="33104">
                  <c:v>26.35</c:v>
                </c:pt>
                <c:pt idx="33105">
                  <c:v>26.35</c:v>
                </c:pt>
                <c:pt idx="33106">
                  <c:v>26.35</c:v>
                </c:pt>
                <c:pt idx="33107">
                  <c:v>26.35</c:v>
                </c:pt>
                <c:pt idx="33108">
                  <c:v>26.35</c:v>
                </c:pt>
                <c:pt idx="33109">
                  <c:v>26.35</c:v>
                </c:pt>
                <c:pt idx="33110">
                  <c:v>26.35</c:v>
                </c:pt>
                <c:pt idx="33111">
                  <c:v>26.35</c:v>
                </c:pt>
                <c:pt idx="33112">
                  <c:v>26.35</c:v>
                </c:pt>
                <c:pt idx="33113">
                  <c:v>26.35</c:v>
                </c:pt>
                <c:pt idx="33114">
                  <c:v>26.35</c:v>
                </c:pt>
                <c:pt idx="33115">
                  <c:v>26.35</c:v>
                </c:pt>
                <c:pt idx="33116">
                  <c:v>26.35</c:v>
                </c:pt>
                <c:pt idx="33117">
                  <c:v>26.35</c:v>
                </c:pt>
                <c:pt idx="33118">
                  <c:v>26.35</c:v>
                </c:pt>
                <c:pt idx="33119">
                  <c:v>26.35</c:v>
                </c:pt>
                <c:pt idx="33120">
                  <c:v>26.35</c:v>
                </c:pt>
                <c:pt idx="33121">
                  <c:v>26.35</c:v>
                </c:pt>
                <c:pt idx="33122">
                  <c:v>26.35</c:v>
                </c:pt>
                <c:pt idx="33123">
                  <c:v>26.35</c:v>
                </c:pt>
                <c:pt idx="33124">
                  <c:v>26.35</c:v>
                </c:pt>
                <c:pt idx="33125">
                  <c:v>26.35</c:v>
                </c:pt>
                <c:pt idx="33126">
                  <c:v>26.35</c:v>
                </c:pt>
                <c:pt idx="33127">
                  <c:v>26.35</c:v>
                </c:pt>
                <c:pt idx="33128">
                  <c:v>26.35</c:v>
                </c:pt>
                <c:pt idx="33129">
                  <c:v>26.35</c:v>
                </c:pt>
                <c:pt idx="33130">
                  <c:v>26.35</c:v>
                </c:pt>
                <c:pt idx="33131">
                  <c:v>26.35</c:v>
                </c:pt>
                <c:pt idx="33132">
                  <c:v>26.35</c:v>
                </c:pt>
                <c:pt idx="33133">
                  <c:v>26.35</c:v>
                </c:pt>
                <c:pt idx="33134">
                  <c:v>26.35</c:v>
                </c:pt>
                <c:pt idx="33135">
                  <c:v>26.35</c:v>
                </c:pt>
                <c:pt idx="33136">
                  <c:v>26.35</c:v>
                </c:pt>
                <c:pt idx="33137">
                  <c:v>26.35</c:v>
                </c:pt>
                <c:pt idx="33138">
                  <c:v>26.35</c:v>
                </c:pt>
                <c:pt idx="33139">
                  <c:v>26.35</c:v>
                </c:pt>
                <c:pt idx="33140">
                  <c:v>26.35</c:v>
                </c:pt>
                <c:pt idx="33141">
                  <c:v>26.35</c:v>
                </c:pt>
                <c:pt idx="33142">
                  <c:v>26.35</c:v>
                </c:pt>
                <c:pt idx="33143">
                  <c:v>26.35</c:v>
                </c:pt>
                <c:pt idx="33144">
                  <c:v>26.35</c:v>
                </c:pt>
                <c:pt idx="33145">
                  <c:v>26.35</c:v>
                </c:pt>
                <c:pt idx="33146">
                  <c:v>26.35</c:v>
                </c:pt>
                <c:pt idx="33147">
                  <c:v>26.35</c:v>
                </c:pt>
                <c:pt idx="33148">
                  <c:v>26.35</c:v>
                </c:pt>
                <c:pt idx="33149">
                  <c:v>26.35</c:v>
                </c:pt>
                <c:pt idx="33150">
                  <c:v>26.35</c:v>
                </c:pt>
                <c:pt idx="33151">
                  <c:v>26.35</c:v>
                </c:pt>
                <c:pt idx="33152">
                  <c:v>26.35</c:v>
                </c:pt>
                <c:pt idx="33153">
                  <c:v>26.35</c:v>
                </c:pt>
                <c:pt idx="33154">
                  <c:v>26.35</c:v>
                </c:pt>
                <c:pt idx="33155">
                  <c:v>26.35</c:v>
                </c:pt>
                <c:pt idx="33156">
                  <c:v>26.35</c:v>
                </c:pt>
                <c:pt idx="33157">
                  <c:v>26.35</c:v>
                </c:pt>
                <c:pt idx="33158">
                  <c:v>26.35</c:v>
                </c:pt>
                <c:pt idx="33159">
                  <c:v>26.35</c:v>
                </c:pt>
                <c:pt idx="33160">
                  <c:v>26.35</c:v>
                </c:pt>
                <c:pt idx="33161">
                  <c:v>26.35</c:v>
                </c:pt>
                <c:pt idx="33162">
                  <c:v>26.35</c:v>
                </c:pt>
                <c:pt idx="33163">
                  <c:v>26.35</c:v>
                </c:pt>
                <c:pt idx="33164">
                  <c:v>26.35</c:v>
                </c:pt>
                <c:pt idx="33165">
                  <c:v>26.35</c:v>
                </c:pt>
                <c:pt idx="33166">
                  <c:v>26.35</c:v>
                </c:pt>
                <c:pt idx="33167">
                  <c:v>26.35</c:v>
                </c:pt>
                <c:pt idx="33168">
                  <c:v>26.35</c:v>
                </c:pt>
                <c:pt idx="33169">
                  <c:v>26.35</c:v>
                </c:pt>
                <c:pt idx="33170">
                  <c:v>26.35</c:v>
                </c:pt>
                <c:pt idx="33171">
                  <c:v>26.35</c:v>
                </c:pt>
                <c:pt idx="33172">
                  <c:v>26.35</c:v>
                </c:pt>
                <c:pt idx="33173">
                  <c:v>26.35</c:v>
                </c:pt>
                <c:pt idx="33174">
                  <c:v>26.35</c:v>
                </c:pt>
                <c:pt idx="33175">
                  <c:v>26.35</c:v>
                </c:pt>
                <c:pt idx="33176">
                  <c:v>26.35</c:v>
                </c:pt>
                <c:pt idx="33177">
                  <c:v>26.35</c:v>
                </c:pt>
                <c:pt idx="33178">
                  <c:v>26.35</c:v>
                </c:pt>
                <c:pt idx="33179">
                  <c:v>26.35</c:v>
                </c:pt>
                <c:pt idx="33180">
                  <c:v>26.35</c:v>
                </c:pt>
                <c:pt idx="33181">
                  <c:v>26.35</c:v>
                </c:pt>
                <c:pt idx="33182">
                  <c:v>26.35</c:v>
                </c:pt>
                <c:pt idx="33183">
                  <c:v>26.35</c:v>
                </c:pt>
                <c:pt idx="33184">
                  <c:v>26.35</c:v>
                </c:pt>
                <c:pt idx="33185">
                  <c:v>26.35</c:v>
                </c:pt>
                <c:pt idx="33186">
                  <c:v>26.35</c:v>
                </c:pt>
                <c:pt idx="33187">
                  <c:v>26.35</c:v>
                </c:pt>
                <c:pt idx="33188">
                  <c:v>26.35</c:v>
                </c:pt>
                <c:pt idx="33189">
                  <c:v>26.35</c:v>
                </c:pt>
                <c:pt idx="33190">
                  <c:v>26.35</c:v>
                </c:pt>
                <c:pt idx="33191">
                  <c:v>26.35</c:v>
                </c:pt>
                <c:pt idx="33192">
                  <c:v>26.35</c:v>
                </c:pt>
                <c:pt idx="33193">
                  <c:v>26.35</c:v>
                </c:pt>
                <c:pt idx="33194">
                  <c:v>26.35</c:v>
                </c:pt>
                <c:pt idx="33195">
                  <c:v>26.35</c:v>
                </c:pt>
                <c:pt idx="33196">
                  <c:v>26.35</c:v>
                </c:pt>
                <c:pt idx="33197">
                  <c:v>26.35</c:v>
                </c:pt>
                <c:pt idx="33198">
                  <c:v>26.35</c:v>
                </c:pt>
                <c:pt idx="33199">
                  <c:v>26.35</c:v>
                </c:pt>
                <c:pt idx="33200">
                  <c:v>26.35</c:v>
                </c:pt>
                <c:pt idx="33201">
                  <c:v>26.35</c:v>
                </c:pt>
                <c:pt idx="33202">
                  <c:v>26.35</c:v>
                </c:pt>
                <c:pt idx="33203">
                  <c:v>26.35</c:v>
                </c:pt>
                <c:pt idx="33204">
                  <c:v>26.35</c:v>
                </c:pt>
                <c:pt idx="33205">
                  <c:v>26.35</c:v>
                </c:pt>
                <c:pt idx="33206">
                  <c:v>26.35</c:v>
                </c:pt>
                <c:pt idx="33207">
                  <c:v>26.35</c:v>
                </c:pt>
                <c:pt idx="33208">
                  <c:v>26.35</c:v>
                </c:pt>
                <c:pt idx="33209">
                  <c:v>26.35</c:v>
                </c:pt>
                <c:pt idx="33210">
                  <c:v>26.35</c:v>
                </c:pt>
                <c:pt idx="33211">
                  <c:v>26.35</c:v>
                </c:pt>
                <c:pt idx="33212">
                  <c:v>26.35</c:v>
                </c:pt>
                <c:pt idx="33213">
                  <c:v>26.35</c:v>
                </c:pt>
                <c:pt idx="33214">
                  <c:v>26.35</c:v>
                </c:pt>
                <c:pt idx="33215">
                  <c:v>26.35</c:v>
                </c:pt>
                <c:pt idx="33216">
                  <c:v>26.35</c:v>
                </c:pt>
                <c:pt idx="33217">
                  <c:v>26.35</c:v>
                </c:pt>
                <c:pt idx="33218">
                  <c:v>26.35</c:v>
                </c:pt>
                <c:pt idx="33219">
                  <c:v>26.35</c:v>
                </c:pt>
                <c:pt idx="33220">
                  <c:v>26.35</c:v>
                </c:pt>
                <c:pt idx="33221">
                  <c:v>26.35</c:v>
                </c:pt>
                <c:pt idx="33222">
                  <c:v>26.35</c:v>
                </c:pt>
                <c:pt idx="33223">
                  <c:v>26.35</c:v>
                </c:pt>
                <c:pt idx="33224">
                  <c:v>26.35</c:v>
                </c:pt>
                <c:pt idx="33225">
                  <c:v>26.35</c:v>
                </c:pt>
                <c:pt idx="33226">
                  <c:v>26.35</c:v>
                </c:pt>
                <c:pt idx="33227">
                  <c:v>26.35</c:v>
                </c:pt>
                <c:pt idx="33228">
                  <c:v>26.35</c:v>
                </c:pt>
                <c:pt idx="33229">
                  <c:v>26.35</c:v>
                </c:pt>
                <c:pt idx="33230">
                  <c:v>26.35</c:v>
                </c:pt>
                <c:pt idx="33231">
                  <c:v>26.35</c:v>
                </c:pt>
                <c:pt idx="33232">
                  <c:v>26.35</c:v>
                </c:pt>
                <c:pt idx="33233">
                  <c:v>26.35</c:v>
                </c:pt>
                <c:pt idx="33234">
                  <c:v>26.35</c:v>
                </c:pt>
                <c:pt idx="33235">
                  <c:v>26.35</c:v>
                </c:pt>
                <c:pt idx="33236">
                  <c:v>26.35</c:v>
                </c:pt>
                <c:pt idx="33237">
                  <c:v>26.35</c:v>
                </c:pt>
                <c:pt idx="33238">
                  <c:v>26.35</c:v>
                </c:pt>
                <c:pt idx="33239">
                  <c:v>26.35</c:v>
                </c:pt>
                <c:pt idx="33240">
                  <c:v>26.35</c:v>
                </c:pt>
                <c:pt idx="33241">
                  <c:v>26.35</c:v>
                </c:pt>
                <c:pt idx="33242">
                  <c:v>26.35</c:v>
                </c:pt>
                <c:pt idx="33243">
                  <c:v>26.35</c:v>
                </c:pt>
                <c:pt idx="33244">
                  <c:v>26.35</c:v>
                </c:pt>
                <c:pt idx="33245">
                  <c:v>26.35</c:v>
                </c:pt>
                <c:pt idx="33246">
                  <c:v>26.35</c:v>
                </c:pt>
                <c:pt idx="33247">
                  <c:v>26.35</c:v>
                </c:pt>
                <c:pt idx="33248">
                  <c:v>26.35</c:v>
                </c:pt>
                <c:pt idx="33249">
                  <c:v>26.35</c:v>
                </c:pt>
                <c:pt idx="33250">
                  <c:v>26.35</c:v>
                </c:pt>
                <c:pt idx="33251">
                  <c:v>26.35</c:v>
                </c:pt>
                <c:pt idx="33252">
                  <c:v>26.35</c:v>
                </c:pt>
                <c:pt idx="33253">
                  <c:v>26.35</c:v>
                </c:pt>
                <c:pt idx="33254">
                  <c:v>26.35</c:v>
                </c:pt>
                <c:pt idx="33255">
                  <c:v>26.35</c:v>
                </c:pt>
                <c:pt idx="33256">
                  <c:v>26.35</c:v>
                </c:pt>
                <c:pt idx="33257">
                  <c:v>26.35</c:v>
                </c:pt>
                <c:pt idx="33258">
                  <c:v>26.35</c:v>
                </c:pt>
                <c:pt idx="33259">
                  <c:v>26.35</c:v>
                </c:pt>
                <c:pt idx="33260">
                  <c:v>26.35</c:v>
                </c:pt>
                <c:pt idx="33261">
                  <c:v>26.35</c:v>
                </c:pt>
                <c:pt idx="33262">
                  <c:v>26.35</c:v>
                </c:pt>
                <c:pt idx="33263">
                  <c:v>26.35</c:v>
                </c:pt>
                <c:pt idx="33264">
                  <c:v>26.35</c:v>
                </c:pt>
                <c:pt idx="33265">
                  <c:v>26.35</c:v>
                </c:pt>
                <c:pt idx="33266">
                  <c:v>26.35</c:v>
                </c:pt>
                <c:pt idx="33267">
                  <c:v>26.35</c:v>
                </c:pt>
                <c:pt idx="33268">
                  <c:v>26.35</c:v>
                </c:pt>
                <c:pt idx="33269">
                  <c:v>26.35</c:v>
                </c:pt>
                <c:pt idx="33270">
                  <c:v>26.35</c:v>
                </c:pt>
                <c:pt idx="33271">
                  <c:v>26.35</c:v>
                </c:pt>
                <c:pt idx="33272">
                  <c:v>26.35</c:v>
                </c:pt>
                <c:pt idx="33273">
                  <c:v>26.35</c:v>
                </c:pt>
                <c:pt idx="33274">
                  <c:v>26.35</c:v>
                </c:pt>
                <c:pt idx="33275">
                  <c:v>26.35</c:v>
                </c:pt>
                <c:pt idx="33276">
                  <c:v>26.35</c:v>
                </c:pt>
                <c:pt idx="33277">
                  <c:v>26.35</c:v>
                </c:pt>
                <c:pt idx="33278">
                  <c:v>26.35</c:v>
                </c:pt>
                <c:pt idx="33279">
                  <c:v>26.35</c:v>
                </c:pt>
                <c:pt idx="33280">
                  <c:v>26.35</c:v>
                </c:pt>
                <c:pt idx="33281">
                  <c:v>26.35</c:v>
                </c:pt>
                <c:pt idx="33282">
                  <c:v>26.35</c:v>
                </c:pt>
                <c:pt idx="33283">
                  <c:v>26.35</c:v>
                </c:pt>
                <c:pt idx="33284">
                  <c:v>26.35</c:v>
                </c:pt>
                <c:pt idx="33285">
                  <c:v>26.35</c:v>
                </c:pt>
                <c:pt idx="33286">
                  <c:v>26.35</c:v>
                </c:pt>
                <c:pt idx="33287">
                  <c:v>26.35</c:v>
                </c:pt>
                <c:pt idx="33288">
                  <c:v>26.35</c:v>
                </c:pt>
                <c:pt idx="33289">
                  <c:v>26.35</c:v>
                </c:pt>
                <c:pt idx="33290">
                  <c:v>26.35</c:v>
                </c:pt>
                <c:pt idx="33291">
                  <c:v>26.3</c:v>
                </c:pt>
                <c:pt idx="33292">
                  <c:v>26.3</c:v>
                </c:pt>
                <c:pt idx="33293">
                  <c:v>26.3</c:v>
                </c:pt>
                <c:pt idx="33294">
                  <c:v>26.3</c:v>
                </c:pt>
                <c:pt idx="33295">
                  <c:v>26.3</c:v>
                </c:pt>
                <c:pt idx="33296">
                  <c:v>26.3</c:v>
                </c:pt>
                <c:pt idx="33297">
                  <c:v>26.3</c:v>
                </c:pt>
                <c:pt idx="33298">
                  <c:v>26.3</c:v>
                </c:pt>
                <c:pt idx="33299">
                  <c:v>26.3</c:v>
                </c:pt>
                <c:pt idx="33300">
                  <c:v>26.3</c:v>
                </c:pt>
                <c:pt idx="33301">
                  <c:v>26.3</c:v>
                </c:pt>
                <c:pt idx="33302">
                  <c:v>26.3</c:v>
                </c:pt>
                <c:pt idx="33303">
                  <c:v>26.3</c:v>
                </c:pt>
                <c:pt idx="33304">
                  <c:v>26.3</c:v>
                </c:pt>
                <c:pt idx="33305">
                  <c:v>26.3</c:v>
                </c:pt>
                <c:pt idx="33306">
                  <c:v>26.35</c:v>
                </c:pt>
                <c:pt idx="33307">
                  <c:v>26.3</c:v>
                </c:pt>
                <c:pt idx="33308">
                  <c:v>26.3</c:v>
                </c:pt>
                <c:pt idx="33309">
                  <c:v>26.3</c:v>
                </c:pt>
                <c:pt idx="33310">
                  <c:v>26.3</c:v>
                </c:pt>
                <c:pt idx="33311">
                  <c:v>26.3</c:v>
                </c:pt>
                <c:pt idx="33312">
                  <c:v>26.3</c:v>
                </c:pt>
                <c:pt idx="33313">
                  <c:v>26.3</c:v>
                </c:pt>
                <c:pt idx="33314">
                  <c:v>26.3</c:v>
                </c:pt>
                <c:pt idx="33315">
                  <c:v>26.3</c:v>
                </c:pt>
                <c:pt idx="33316">
                  <c:v>26.3</c:v>
                </c:pt>
                <c:pt idx="33317">
                  <c:v>26.3</c:v>
                </c:pt>
                <c:pt idx="33318">
                  <c:v>26.3</c:v>
                </c:pt>
                <c:pt idx="33319">
                  <c:v>26.3</c:v>
                </c:pt>
                <c:pt idx="33320">
                  <c:v>26.3</c:v>
                </c:pt>
                <c:pt idx="33321">
                  <c:v>26.3</c:v>
                </c:pt>
                <c:pt idx="33322">
                  <c:v>26.3</c:v>
                </c:pt>
                <c:pt idx="33323">
                  <c:v>26.3</c:v>
                </c:pt>
                <c:pt idx="33324">
                  <c:v>26.3</c:v>
                </c:pt>
                <c:pt idx="33325">
                  <c:v>26.3</c:v>
                </c:pt>
                <c:pt idx="33326">
                  <c:v>26.3</c:v>
                </c:pt>
                <c:pt idx="33327">
                  <c:v>26.3</c:v>
                </c:pt>
                <c:pt idx="33328">
                  <c:v>26.3</c:v>
                </c:pt>
                <c:pt idx="33329">
                  <c:v>26.3</c:v>
                </c:pt>
                <c:pt idx="33330">
                  <c:v>26.3</c:v>
                </c:pt>
                <c:pt idx="33331">
                  <c:v>26.3</c:v>
                </c:pt>
                <c:pt idx="33332">
                  <c:v>26.3</c:v>
                </c:pt>
                <c:pt idx="33333">
                  <c:v>26.3</c:v>
                </c:pt>
                <c:pt idx="33334">
                  <c:v>26.3</c:v>
                </c:pt>
                <c:pt idx="33335">
                  <c:v>26.3</c:v>
                </c:pt>
                <c:pt idx="33336">
                  <c:v>26.3</c:v>
                </c:pt>
                <c:pt idx="33337">
                  <c:v>26.3</c:v>
                </c:pt>
                <c:pt idx="33338">
                  <c:v>26.3</c:v>
                </c:pt>
                <c:pt idx="33339">
                  <c:v>26.3</c:v>
                </c:pt>
                <c:pt idx="33340">
                  <c:v>26.3</c:v>
                </c:pt>
                <c:pt idx="33341">
                  <c:v>26.3</c:v>
                </c:pt>
                <c:pt idx="33342">
                  <c:v>26.3</c:v>
                </c:pt>
                <c:pt idx="33343">
                  <c:v>26.3</c:v>
                </c:pt>
                <c:pt idx="33344">
                  <c:v>26.3</c:v>
                </c:pt>
                <c:pt idx="33345">
                  <c:v>26.3</c:v>
                </c:pt>
                <c:pt idx="33346">
                  <c:v>26.3</c:v>
                </c:pt>
                <c:pt idx="33347">
                  <c:v>26.3</c:v>
                </c:pt>
                <c:pt idx="33348">
                  <c:v>26.3</c:v>
                </c:pt>
                <c:pt idx="33349">
                  <c:v>26.3</c:v>
                </c:pt>
                <c:pt idx="33350">
                  <c:v>26.3</c:v>
                </c:pt>
                <c:pt idx="33351">
                  <c:v>26.3</c:v>
                </c:pt>
                <c:pt idx="33352">
                  <c:v>26.3</c:v>
                </c:pt>
                <c:pt idx="33353">
                  <c:v>26.3</c:v>
                </c:pt>
                <c:pt idx="33354">
                  <c:v>26.3</c:v>
                </c:pt>
                <c:pt idx="33355">
                  <c:v>26.3</c:v>
                </c:pt>
                <c:pt idx="33356">
                  <c:v>26.3</c:v>
                </c:pt>
                <c:pt idx="33357">
                  <c:v>26.3</c:v>
                </c:pt>
                <c:pt idx="33358">
                  <c:v>26.3</c:v>
                </c:pt>
                <c:pt idx="33359">
                  <c:v>26.3</c:v>
                </c:pt>
                <c:pt idx="33360">
                  <c:v>26.3</c:v>
                </c:pt>
                <c:pt idx="33361">
                  <c:v>26.3</c:v>
                </c:pt>
                <c:pt idx="33362">
                  <c:v>26.3</c:v>
                </c:pt>
                <c:pt idx="33363">
                  <c:v>26.3</c:v>
                </c:pt>
                <c:pt idx="33364">
                  <c:v>26.3</c:v>
                </c:pt>
                <c:pt idx="33365">
                  <c:v>26.3</c:v>
                </c:pt>
                <c:pt idx="33366">
                  <c:v>26.3</c:v>
                </c:pt>
                <c:pt idx="33367">
                  <c:v>26.3</c:v>
                </c:pt>
                <c:pt idx="33368">
                  <c:v>26.3</c:v>
                </c:pt>
                <c:pt idx="33369">
                  <c:v>26.3</c:v>
                </c:pt>
                <c:pt idx="33370">
                  <c:v>26.3</c:v>
                </c:pt>
                <c:pt idx="33371">
                  <c:v>26.3</c:v>
                </c:pt>
                <c:pt idx="33372">
                  <c:v>26.3</c:v>
                </c:pt>
                <c:pt idx="33373">
                  <c:v>26.3</c:v>
                </c:pt>
                <c:pt idx="33374">
                  <c:v>26.3</c:v>
                </c:pt>
                <c:pt idx="33375">
                  <c:v>26.3</c:v>
                </c:pt>
                <c:pt idx="33376">
                  <c:v>26.3</c:v>
                </c:pt>
                <c:pt idx="33377">
                  <c:v>26.3</c:v>
                </c:pt>
                <c:pt idx="33378">
                  <c:v>26.3</c:v>
                </c:pt>
                <c:pt idx="33379">
                  <c:v>26.3</c:v>
                </c:pt>
                <c:pt idx="33380">
                  <c:v>26.3</c:v>
                </c:pt>
                <c:pt idx="33381">
                  <c:v>26.3</c:v>
                </c:pt>
                <c:pt idx="33382">
                  <c:v>26.3</c:v>
                </c:pt>
                <c:pt idx="33383">
                  <c:v>26.3</c:v>
                </c:pt>
                <c:pt idx="33384">
                  <c:v>26.3</c:v>
                </c:pt>
                <c:pt idx="33385">
                  <c:v>26.3</c:v>
                </c:pt>
                <c:pt idx="33386">
                  <c:v>26.3</c:v>
                </c:pt>
                <c:pt idx="33387">
                  <c:v>26.3</c:v>
                </c:pt>
                <c:pt idx="33388">
                  <c:v>26.3</c:v>
                </c:pt>
                <c:pt idx="33389">
                  <c:v>26.3</c:v>
                </c:pt>
                <c:pt idx="33390">
                  <c:v>26.3</c:v>
                </c:pt>
                <c:pt idx="33391">
                  <c:v>26.3</c:v>
                </c:pt>
                <c:pt idx="33392">
                  <c:v>26.3</c:v>
                </c:pt>
                <c:pt idx="33393">
                  <c:v>26.3</c:v>
                </c:pt>
                <c:pt idx="33394">
                  <c:v>26.3</c:v>
                </c:pt>
                <c:pt idx="33395">
                  <c:v>26.3</c:v>
                </c:pt>
                <c:pt idx="33396">
                  <c:v>26.3</c:v>
                </c:pt>
                <c:pt idx="33397">
                  <c:v>26.3</c:v>
                </c:pt>
                <c:pt idx="33398">
                  <c:v>26.3</c:v>
                </c:pt>
                <c:pt idx="33399">
                  <c:v>26.3</c:v>
                </c:pt>
                <c:pt idx="33400">
                  <c:v>26.3</c:v>
                </c:pt>
                <c:pt idx="33401">
                  <c:v>26.3</c:v>
                </c:pt>
                <c:pt idx="33402">
                  <c:v>26.3</c:v>
                </c:pt>
                <c:pt idx="33403">
                  <c:v>26.3</c:v>
                </c:pt>
                <c:pt idx="33404">
                  <c:v>26.3</c:v>
                </c:pt>
                <c:pt idx="33405">
                  <c:v>26.3</c:v>
                </c:pt>
                <c:pt idx="33406">
                  <c:v>26.3</c:v>
                </c:pt>
                <c:pt idx="33407">
                  <c:v>26.3</c:v>
                </c:pt>
                <c:pt idx="33408">
                  <c:v>26.3</c:v>
                </c:pt>
                <c:pt idx="33409">
                  <c:v>26.3</c:v>
                </c:pt>
                <c:pt idx="33410">
                  <c:v>26.3</c:v>
                </c:pt>
                <c:pt idx="33411">
                  <c:v>26.3</c:v>
                </c:pt>
                <c:pt idx="33412">
                  <c:v>26.3</c:v>
                </c:pt>
                <c:pt idx="33413">
                  <c:v>26.3</c:v>
                </c:pt>
                <c:pt idx="33414">
                  <c:v>26.3</c:v>
                </c:pt>
                <c:pt idx="33415">
                  <c:v>26.3</c:v>
                </c:pt>
                <c:pt idx="33416">
                  <c:v>26.3</c:v>
                </c:pt>
                <c:pt idx="33417">
                  <c:v>26.3</c:v>
                </c:pt>
                <c:pt idx="33418">
                  <c:v>26.3</c:v>
                </c:pt>
                <c:pt idx="33419">
                  <c:v>26.3</c:v>
                </c:pt>
                <c:pt idx="33420">
                  <c:v>26.3</c:v>
                </c:pt>
                <c:pt idx="33421">
                  <c:v>26.3</c:v>
                </c:pt>
                <c:pt idx="33422">
                  <c:v>26.3</c:v>
                </c:pt>
                <c:pt idx="33423">
                  <c:v>26.3</c:v>
                </c:pt>
                <c:pt idx="33424">
                  <c:v>26.3</c:v>
                </c:pt>
                <c:pt idx="33425">
                  <c:v>26.3</c:v>
                </c:pt>
                <c:pt idx="33426">
                  <c:v>26.25</c:v>
                </c:pt>
                <c:pt idx="33427">
                  <c:v>26.25</c:v>
                </c:pt>
                <c:pt idx="33428">
                  <c:v>26.25</c:v>
                </c:pt>
                <c:pt idx="33429">
                  <c:v>26.25</c:v>
                </c:pt>
                <c:pt idx="33430">
                  <c:v>26.25</c:v>
                </c:pt>
                <c:pt idx="33431">
                  <c:v>26.25</c:v>
                </c:pt>
                <c:pt idx="33432">
                  <c:v>26.25</c:v>
                </c:pt>
                <c:pt idx="33433">
                  <c:v>26.3</c:v>
                </c:pt>
                <c:pt idx="33434">
                  <c:v>26.25</c:v>
                </c:pt>
                <c:pt idx="33435">
                  <c:v>26.3</c:v>
                </c:pt>
                <c:pt idx="33436">
                  <c:v>26.25</c:v>
                </c:pt>
                <c:pt idx="33437">
                  <c:v>26.25</c:v>
                </c:pt>
                <c:pt idx="33438">
                  <c:v>26.25</c:v>
                </c:pt>
                <c:pt idx="33439">
                  <c:v>26.25</c:v>
                </c:pt>
                <c:pt idx="33440">
                  <c:v>26.25</c:v>
                </c:pt>
                <c:pt idx="33441">
                  <c:v>26.3</c:v>
                </c:pt>
                <c:pt idx="33442">
                  <c:v>26.25</c:v>
                </c:pt>
                <c:pt idx="33443">
                  <c:v>26.3</c:v>
                </c:pt>
                <c:pt idx="33444">
                  <c:v>26.3</c:v>
                </c:pt>
                <c:pt idx="33445">
                  <c:v>26.3</c:v>
                </c:pt>
                <c:pt idx="33446">
                  <c:v>26.3</c:v>
                </c:pt>
                <c:pt idx="33447">
                  <c:v>26.3</c:v>
                </c:pt>
                <c:pt idx="33448">
                  <c:v>26.3</c:v>
                </c:pt>
                <c:pt idx="33449">
                  <c:v>26.3</c:v>
                </c:pt>
                <c:pt idx="33450">
                  <c:v>26.3</c:v>
                </c:pt>
                <c:pt idx="33451">
                  <c:v>26.3</c:v>
                </c:pt>
                <c:pt idx="33452">
                  <c:v>26.3</c:v>
                </c:pt>
                <c:pt idx="33453">
                  <c:v>26.25</c:v>
                </c:pt>
                <c:pt idx="33454">
                  <c:v>26.3</c:v>
                </c:pt>
                <c:pt idx="33455">
                  <c:v>26.3</c:v>
                </c:pt>
                <c:pt idx="33456">
                  <c:v>26.25</c:v>
                </c:pt>
                <c:pt idx="33457">
                  <c:v>26.25</c:v>
                </c:pt>
                <c:pt idx="33458">
                  <c:v>26.25</c:v>
                </c:pt>
                <c:pt idx="33459">
                  <c:v>26.25</c:v>
                </c:pt>
                <c:pt idx="33460">
                  <c:v>26.25</c:v>
                </c:pt>
                <c:pt idx="33461">
                  <c:v>26.25</c:v>
                </c:pt>
                <c:pt idx="33462">
                  <c:v>26.25</c:v>
                </c:pt>
                <c:pt idx="33463">
                  <c:v>26.25</c:v>
                </c:pt>
                <c:pt idx="33464">
                  <c:v>26.25</c:v>
                </c:pt>
                <c:pt idx="33465">
                  <c:v>26.25</c:v>
                </c:pt>
                <c:pt idx="33466">
                  <c:v>26.25</c:v>
                </c:pt>
                <c:pt idx="33467">
                  <c:v>26.25</c:v>
                </c:pt>
                <c:pt idx="33468">
                  <c:v>26.25</c:v>
                </c:pt>
                <c:pt idx="33469">
                  <c:v>26.25</c:v>
                </c:pt>
                <c:pt idx="33470">
                  <c:v>26.25</c:v>
                </c:pt>
                <c:pt idx="33471">
                  <c:v>26.25</c:v>
                </c:pt>
                <c:pt idx="33472">
                  <c:v>26.25</c:v>
                </c:pt>
                <c:pt idx="33473">
                  <c:v>26.25</c:v>
                </c:pt>
                <c:pt idx="33474">
                  <c:v>26.25</c:v>
                </c:pt>
                <c:pt idx="33475">
                  <c:v>26.25</c:v>
                </c:pt>
                <c:pt idx="33476">
                  <c:v>26.3</c:v>
                </c:pt>
                <c:pt idx="33477">
                  <c:v>26.3</c:v>
                </c:pt>
                <c:pt idx="33478">
                  <c:v>26.3</c:v>
                </c:pt>
                <c:pt idx="33479">
                  <c:v>26.25</c:v>
                </c:pt>
                <c:pt idx="33480">
                  <c:v>26.3</c:v>
                </c:pt>
                <c:pt idx="33481">
                  <c:v>26.25</c:v>
                </c:pt>
                <c:pt idx="33482">
                  <c:v>26.25</c:v>
                </c:pt>
                <c:pt idx="33483">
                  <c:v>26.25</c:v>
                </c:pt>
                <c:pt idx="33484">
                  <c:v>26.25</c:v>
                </c:pt>
                <c:pt idx="33485">
                  <c:v>26.25</c:v>
                </c:pt>
                <c:pt idx="33486">
                  <c:v>26.25</c:v>
                </c:pt>
                <c:pt idx="33487">
                  <c:v>26.25</c:v>
                </c:pt>
                <c:pt idx="33488">
                  <c:v>26.25</c:v>
                </c:pt>
                <c:pt idx="33489">
                  <c:v>26.25</c:v>
                </c:pt>
                <c:pt idx="33490">
                  <c:v>26.25</c:v>
                </c:pt>
                <c:pt idx="33491">
                  <c:v>26.25</c:v>
                </c:pt>
                <c:pt idx="33492">
                  <c:v>26.25</c:v>
                </c:pt>
                <c:pt idx="33493">
                  <c:v>26.25</c:v>
                </c:pt>
                <c:pt idx="33494">
                  <c:v>26.25</c:v>
                </c:pt>
                <c:pt idx="33495">
                  <c:v>26.25</c:v>
                </c:pt>
                <c:pt idx="33496">
                  <c:v>26.25</c:v>
                </c:pt>
                <c:pt idx="33497">
                  <c:v>26.25</c:v>
                </c:pt>
                <c:pt idx="33498">
                  <c:v>26.25</c:v>
                </c:pt>
                <c:pt idx="33499">
                  <c:v>26.25</c:v>
                </c:pt>
                <c:pt idx="33500">
                  <c:v>26.25</c:v>
                </c:pt>
                <c:pt idx="33501">
                  <c:v>26.25</c:v>
                </c:pt>
                <c:pt idx="33502">
                  <c:v>26.25</c:v>
                </c:pt>
                <c:pt idx="33503">
                  <c:v>26.25</c:v>
                </c:pt>
                <c:pt idx="33504">
                  <c:v>26.25</c:v>
                </c:pt>
                <c:pt idx="33505">
                  <c:v>26.25</c:v>
                </c:pt>
                <c:pt idx="33506">
                  <c:v>26.25</c:v>
                </c:pt>
                <c:pt idx="33507">
                  <c:v>26.25</c:v>
                </c:pt>
                <c:pt idx="33508">
                  <c:v>26.25</c:v>
                </c:pt>
                <c:pt idx="33509">
                  <c:v>26.25</c:v>
                </c:pt>
                <c:pt idx="33510">
                  <c:v>26.25</c:v>
                </c:pt>
                <c:pt idx="33511">
                  <c:v>26.25</c:v>
                </c:pt>
                <c:pt idx="33512">
                  <c:v>26.25</c:v>
                </c:pt>
                <c:pt idx="33513">
                  <c:v>26.25</c:v>
                </c:pt>
                <c:pt idx="33514">
                  <c:v>26.25</c:v>
                </c:pt>
                <c:pt idx="33515">
                  <c:v>26.25</c:v>
                </c:pt>
                <c:pt idx="33516">
                  <c:v>26.25</c:v>
                </c:pt>
                <c:pt idx="33517">
                  <c:v>26.25</c:v>
                </c:pt>
                <c:pt idx="33518">
                  <c:v>26.25</c:v>
                </c:pt>
                <c:pt idx="33519">
                  <c:v>26.25</c:v>
                </c:pt>
                <c:pt idx="33520">
                  <c:v>26.25</c:v>
                </c:pt>
                <c:pt idx="33521">
                  <c:v>26.25</c:v>
                </c:pt>
                <c:pt idx="33522">
                  <c:v>26.25</c:v>
                </c:pt>
                <c:pt idx="33523">
                  <c:v>26.25</c:v>
                </c:pt>
                <c:pt idx="33524">
                  <c:v>26.25</c:v>
                </c:pt>
                <c:pt idx="33525">
                  <c:v>26.25</c:v>
                </c:pt>
                <c:pt idx="33526">
                  <c:v>26.25</c:v>
                </c:pt>
                <c:pt idx="33527">
                  <c:v>26.25</c:v>
                </c:pt>
                <c:pt idx="33528">
                  <c:v>26.25</c:v>
                </c:pt>
                <c:pt idx="33529">
                  <c:v>26.25</c:v>
                </c:pt>
                <c:pt idx="33530">
                  <c:v>26.25</c:v>
                </c:pt>
                <c:pt idx="33531">
                  <c:v>26.25</c:v>
                </c:pt>
                <c:pt idx="33532">
                  <c:v>26.25</c:v>
                </c:pt>
                <c:pt idx="33533">
                  <c:v>26.25</c:v>
                </c:pt>
                <c:pt idx="33534">
                  <c:v>26.25</c:v>
                </c:pt>
                <c:pt idx="33535">
                  <c:v>26.25</c:v>
                </c:pt>
                <c:pt idx="33536">
                  <c:v>26.25</c:v>
                </c:pt>
                <c:pt idx="33537">
                  <c:v>26.25</c:v>
                </c:pt>
                <c:pt idx="33538">
                  <c:v>26.25</c:v>
                </c:pt>
                <c:pt idx="33539">
                  <c:v>26.25</c:v>
                </c:pt>
                <c:pt idx="33540">
                  <c:v>26.25</c:v>
                </c:pt>
                <c:pt idx="33541">
                  <c:v>26.25</c:v>
                </c:pt>
                <c:pt idx="33542">
                  <c:v>26.25</c:v>
                </c:pt>
                <c:pt idx="33543">
                  <c:v>26.25</c:v>
                </c:pt>
                <c:pt idx="33544">
                  <c:v>26.25</c:v>
                </c:pt>
                <c:pt idx="33545">
                  <c:v>26.25</c:v>
                </c:pt>
                <c:pt idx="33546">
                  <c:v>26.25</c:v>
                </c:pt>
                <c:pt idx="33547">
                  <c:v>26.25</c:v>
                </c:pt>
                <c:pt idx="33548">
                  <c:v>26.25</c:v>
                </c:pt>
                <c:pt idx="33549">
                  <c:v>26.25</c:v>
                </c:pt>
                <c:pt idx="33550">
                  <c:v>26.25</c:v>
                </c:pt>
                <c:pt idx="33551">
                  <c:v>26.25</c:v>
                </c:pt>
                <c:pt idx="33552">
                  <c:v>26.25</c:v>
                </c:pt>
                <c:pt idx="33553">
                  <c:v>26.25</c:v>
                </c:pt>
                <c:pt idx="33554">
                  <c:v>26.25</c:v>
                </c:pt>
                <c:pt idx="33555">
                  <c:v>26.25</c:v>
                </c:pt>
                <c:pt idx="33556">
                  <c:v>26.25</c:v>
                </c:pt>
                <c:pt idx="33557">
                  <c:v>26.25</c:v>
                </c:pt>
                <c:pt idx="33558">
                  <c:v>26.25</c:v>
                </c:pt>
                <c:pt idx="33559">
                  <c:v>26.25</c:v>
                </c:pt>
                <c:pt idx="33560">
                  <c:v>26.25</c:v>
                </c:pt>
                <c:pt idx="33561">
                  <c:v>26.25</c:v>
                </c:pt>
                <c:pt idx="33562">
                  <c:v>26.25</c:v>
                </c:pt>
                <c:pt idx="33563">
                  <c:v>26.25</c:v>
                </c:pt>
                <c:pt idx="33564">
                  <c:v>26.25</c:v>
                </c:pt>
                <c:pt idx="33565">
                  <c:v>26.25</c:v>
                </c:pt>
                <c:pt idx="33566">
                  <c:v>26.25</c:v>
                </c:pt>
                <c:pt idx="33567">
                  <c:v>26.25</c:v>
                </c:pt>
                <c:pt idx="33568">
                  <c:v>26.25</c:v>
                </c:pt>
                <c:pt idx="33569">
                  <c:v>26.25</c:v>
                </c:pt>
                <c:pt idx="33570">
                  <c:v>26.25</c:v>
                </c:pt>
                <c:pt idx="33571">
                  <c:v>26.25</c:v>
                </c:pt>
                <c:pt idx="33572">
                  <c:v>26.25</c:v>
                </c:pt>
                <c:pt idx="33573">
                  <c:v>26.25</c:v>
                </c:pt>
                <c:pt idx="33574">
                  <c:v>26.25</c:v>
                </c:pt>
                <c:pt idx="33575">
                  <c:v>26.25</c:v>
                </c:pt>
                <c:pt idx="33576">
                  <c:v>26.25</c:v>
                </c:pt>
                <c:pt idx="33577">
                  <c:v>26.25</c:v>
                </c:pt>
                <c:pt idx="33578">
                  <c:v>26.25</c:v>
                </c:pt>
                <c:pt idx="33579">
                  <c:v>26.25</c:v>
                </c:pt>
                <c:pt idx="33580">
                  <c:v>26.25</c:v>
                </c:pt>
                <c:pt idx="33581">
                  <c:v>26.25</c:v>
                </c:pt>
                <c:pt idx="33582">
                  <c:v>26.25</c:v>
                </c:pt>
                <c:pt idx="33583">
                  <c:v>26.25</c:v>
                </c:pt>
                <c:pt idx="33584">
                  <c:v>26.25</c:v>
                </c:pt>
                <c:pt idx="33585">
                  <c:v>26.25</c:v>
                </c:pt>
                <c:pt idx="33586">
                  <c:v>26.25</c:v>
                </c:pt>
                <c:pt idx="33587">
                  <c:v>26.25</c:v>
                </c:pt>
                <c:pt idx="33588">
                  <c:v>26.25</c:v>
                </c:pt>
                <c:pt idx="33589">
                  <c:v>26.25</c:v>
                </c:pt>
                <c:pt idx="33590">
                  <c:v>26.25</c:v>
                </c:pt>
                <c:pt idx="33591">
                  <c:v>26.25</c:v>
                </c:pt>
                <c:pt idx="33592">
                  <c:v>26.25</c:v>
                </c:pt>
                <c:pt idx="33593">
                  <c:v>26.25</c:v>
                </c:pt>
                <c:pt idx="33594">
                  <c:v>26.25</c:v>
                </c:pt>
                <c:pt idx="33595">
                  <c:v>26.25</c:v>
                </c:pt>
                <c:pt idx="33596">
                  <c:v>26.25</c:v>
                </c:pt>
                <c:pt idx="33597">
                  <c:v>26.25</c:v>
                </c:pt>
                <c:pt idx="33598">
                  <c:v>26.25</c:v>
                </c:pt>
                <c:pt idx="33599">
                  <c:v>26.25</c:v>
                </c:pt>
                <c:pt idx="33600">
                  <c:v>26.25</c:v>
                </c:pt>
                <c:pt idx="33601">
                  <c:v>26.25</c:v>
                </c:pt>
                <c:pt idx="33602">
                  <c:v>26.25</c:v>
                </c:pt>
                <c:pt idx="33603">
                  <c:v>26.25</c:v>
                </c:pt>
                <c:pt idx="33604">
                  <c:v>26.25</c:v>
                </c:pt>
                <c:pt idx="33605">
                  <c:v>26.25</c:v>
                </c:pt>
                <c:pt idx="33606">
                  <c:v>26.25</c:v>
                </c:pt>
                <c:pt idx="33607">
                  <c:v>26.25</c:v>
                </c:pt>
                <c:pt idx="33608">
                  <c:v>26.25</c:v>
                </c:pt>
                <c:pt idx="33609">
                  <c:v>26.25</c:v>
                </c:pt>
                <c:pt idx="33610">
                  <c:v>26.25</c:v>
                </c:pt>
                <c:pt idx="33611">
                  <c:v>26.25</c:v>
                </c:pt>
                <c:pt idx="33612">
                  <c:v>26.25</c:v>
                </c:pt>
                <c:pt idx="33613">
                  <c:v>26.25</c:v>
                </c:pt>
                <c:pt idx="33614">
                  <c:v>26.25</c:v>
                </c:pt>
                <c:pt idx="33615">
                  <c:v>26.25</c:v>
                </c:pt>
                <c:pt idx="33616">
                  <c:v>26.25</c:v>
                </c:pt>
                <c:pt idx="33617">
                  <c:v>26.25</c:v>
                </c:pt>
                <c:pt idx="33618">
                  <c:v>26.2</c:v>
                </c:pt>
                <c:pt idx="33619">
                  <c:v>26.25</c:v>
                </c:pt>
                <c:pt idx="33620">
                  <c:v>26.25</c:v>
                </c:pt>
                <c:pt idx="33621">
                  <c:v>26.25</c:v>
                </c:pt>
                <c:pt idx="33622">
                  <c:v>26.25</c:v>
                </c:pt>
                <c:pt idx="33623">
                  <c:v>26.25</c:v>
                </c:pt>
                <c:pt idx="33624">
                  <c:v>26.25</c:v>
                </c:pt>
                <c:pt idx="33625">
                  <c:v>26.25</c:v>
                </c:pt>
                <c:pt idx="33626">
                  <c:v>26.25</c:v>
                </c:pt>
                <c:pt idx="33627">
                  <c:v>26.25</c:v>
                </c:pt>
                <c:pt idx="33628">
                  <c:v>26.25</c:v>
                </c:pt>
                <c:pt idx="33629">
                  <c:v>26.25</c:v>
                </c:pt>
                <c:pt idx="33630">
                  <c:v>26.25</c:v>
                </c:pt>
                <c:pt idx="33631">
                  <c:v>26.25</c:v>
                </c:pt>
                <c:pt idx="33632">
                  <c:v>26.25</c:v>
                </c:pt>
                <c:pt idx="33633">
                  <c:v>26.25</c:v>
                </c:pt>
                <c:pt idx="33634">
                  <c:v>26.25</c:v>
                </c:pt>
                <c:pt idx="33635">
                  <c:v>26.25</c:v>
                </c:pt>
                <c:pt idx="33636">
                  <c:v>26.25</c:v>
                </c:pt>
                <c:pt idx="33637">
                  <c:v>26.2</c:v>
                </c:pt>
                <c:pt idx="33638">
                  <c:v>26.25</c:v>
                </c:pt>
                <c:pt idx="33639">
                  <c:v>26.2</c:v>
                </c:pt>
                <c:pt idx="33640">
                  <c:v>26.2</c:v>
                </c:pt>
                <c:pt idx="33641">
                  <c:v>26.2</c:v>
                </c:pt>
                <c:pt idx="33642">
                  <c:v>26.2</c:v>
                </c:pt>
                <c:pt idx="33643">
                  <c:v>26.2</c:v>
                </c:pt>
                <c:pt idx="33644">
                  <c:v>26.2</c:v>
                </c:pt>
                <c:pt idx="33645">
                  <c:v>26.2</c:v>
                </c:pt>
                <c:pt idx="33646">
                  <c:v>26.2</c:v>
                </c:pt>
                <c:pt idx="33647">
                  <c:v>26.2</c:v>
                </c:pt>
                <c:pt idx="33648">
                  <c:v>26.2</c:v>
                </c:pt>
                <c:pt idx="33649">
                  <c:v>26.2</c:v>
                </c:pt>
                <c:pt idx="33650">
                  <c:v>26.2</c:v>
                </c:pt>
                <c:pt idx="33651">
                  <c:v>26.2</c:v>
                </c:pt>
                <c:pt idx="33652">
                  <c:v>26.2</c:v>
                </c:pt>
                <c:pt idx="33653">
                  <c:v>26.2</c:v>
                </c:pt>
                <c:pt idx="33654">
                  <c:v>26.2</c:v>
                </c:pt>
                <c:pt idx="33655">
                  <c:v>26.2</c:v>
                </c:pt>
                <c:pt idx="33656">
                  <c:v>26.2</c:v>
                </c:pt>
                <c:pt idx="33657">
                  <c:v>26.2</c:v>
                </c:pt>
                <c:pt idx="33658">
                  <c:v>26.2</c:v>
                </c:pt>
                <c:pt idx="33659">
                  <c:v>26.2</c:v>
                </c:pt>
                <c:pt idx="33660">
                  <c:v>26.2</c:v>
                </c:pt>
                <c:pt idx="33661">
                  <c:v>26.25</c:v>
                </c:pt>
                <c:pt idx="33662">
                  <c:v>26.2</c:v>
                </c:pt>
                <c:pt idx="33663">
                  <c:v>26.2</c:v>
                </c:pt>
                <c:pt idx="33664">
                  <c:v>26.25</c:v>
                </c:pt>
                <c:pt idx="33665">
                  <c:v>26.25</c:v>
                </c:pt>
                <c:pt idx="33666">
                  <c:v>26.25</c:v>
                </c:pt>
                <c:pt idx="33667">
                  <c:v>26.25</c:v>
                </c:pt>
                <c:pt idx="33668">
                  <c:v>26.25</c:v>
                </c:pt>
                <c:pt idx="33669">
                  <c:v>26.2</c:v>
                </c:pt>
                <c:pt idx="33670">
                  <c:v>26.2</c:v>
                </c:pt>
                <c:pt idx="33671">
                  <c:v>26.2</c:v>
                </c:pt>
                <c:pt idx="33672">
                  <c:v>26.2</c:v>
                </c:pt>
                <c:pt idx="33673">
                  <c:v>26.2</c:v>
                </c:pt>
                <c:pt idx="33674">
                  <c:v>26.2</c:v>
                </c:pt>
                <c:pt idx="33675">
                  <c:v>26.2</c:v>
                </c:pt>
                <c:pt idx="33676">
                  <c:v>26.2</c:v>
                </c:pt>
                <c:pt idx="33677">
                  <c:v>26.2</c:v>
                </c:pt>
                <c:pt idx="33678">
                  <c:v>26.2</c:v>
                </c:pt>
                <c:pt idx="33679">
                  <c:v>26.2</c:v>
                </c:pt>
                <c:pt idx="33680">
                  <c:v>26.2</c:v>
                </c:pt>
                <c:pt idx="33681">
                  <c:v>26.2</c:v>
                </c:pt>
                <c:pt idx="33682">
                  <c:v>26.2</c:v>
                </c:pt>
                <c:pt idx="33683">
                  <c:v>26.2</c:v>
                </c:pt>
                <c:pt idx="33684">
                  <c:v>26.2</c:v>
                </c:pt>
                <c:pt idx="33685">
                  <c:v>26.2</c:v>
                </c:pt>
                <c:pt idx="33686">
                  <c:v>26.2</c:v>
                </c:pt>
                <c:pt idx="33687">
                  <c:v>26.2</c:v>
                </c:pt>
                <c:pt idx="33688">
                  <c:v>26.2</c:v>
                </c:pt>
                <c:pt idx="33689">
                  <c:v>26.2</c:v>
                </c:pt>
                <c:pt idx="33690">
                  <c:v>26.2</c:v>
                </c:pt>
                <c:pt idx="33691">
                  <c:v>26.2</c:v>
                </c:pt>
                <c:pt idx="33692">
                  <c:v>26.2</c:v>
                </c:pt>
                <c:pt idx="33693">
                  <c:v>26.2</c:v>
                </c:pt>
                <c:pt idx="33694">
                  <c:v>26.2</c:v>
                </c:pt>
                <c:pt idx="33695">
                  <c:v>26.2</c:v>
                </c:pt>
                <c:pt idx="33696">
                  <c:v>26.2</c:v>
                </c:pt>
                <c:pt idx="33697">
                  <c:v>26.2</c:v>
                </c:pt>
                <c:pt idx="33698">
                  <c:v>26.2</c:v>
                </c:pt>
                <c:pt idx="33699">
                  <c:v>26.2</c:v>
                </c:pt>
                <c:pt idx="33700">
                  <c:v>26.2</c:v>
                </c:pt>
                <c:pt idx="33701">
                  <c:v>26.2</c:v>
                </c:pt>
                <c:pt idx="33702">
                  <c:v>26.2</c:v>
                </c:pt>
                <c:pt idx="33703">
                  <c:v>26.2</c:v>
                </c:pt>
                <c:pt idx="33704">
                  <c:v>26.2</c:v>
                </c:pt>
                <c:pt idx="33705">
                  <c:v>26.2</c:v>
                </c:pt>
                <c:pt idx="33706">
                  <c:v>26.2</c:v>
                </c:pt>
                <c:pt idx="33707">
                  <c:v>26.2</c:v>
                </c:pt>
                <c:pt idx="33708">
                  <c:v>26.2</c:v>
                </c:pt>
                <c:pt idx="33709">
                  <c:v>26.2</c:v>
                </c:pt>
                <c:pt idx="33710">
                  <c:v>26.2</c:v>
                </c:pt>
                <c:pt idx="33711">
                  <c:v>26.2</c:v>
                </c:pt>
                <c:pt idx="33712">
                  <c:v>26.2</c:v>
                </c:pt>
                <c:pt idx="33713">
                  <c:v>26.2</c:v>
                </c:pt>
                <c:pt idx="33714">
                  <c:v>26.2</c:v>
                </c:pt>
                <c:pt idx="33715">
                  <c:v>26.2</c:v>
                </c:pt>
                <c:pt idx="33716">
                  <c:v>26.2</c:v>
                </c:pt>
                <c:pt idx="33717">
                  <c:v>26.2</c:v>
                </c:pt>
                <c:pt idx="33718">
                  <c:v>26.2</c:v>
                </c:pt>
                <c:pt idx="33719">
                  <c:v>26.2</c:v>
                </c:pt>
                <c:pt idx="33720">
                  <c:v>26.2</c:v>
                </c:pt>
                <c:pt idx="33721">
                  <c:v>26.2</c:v>
                </c:pt>
                <c:pt idx="33722">
                  <c:v>26.2</c:v>
                </c:pt>
                <c:pt idx="33723">
                  <c:v>26.2</c:v>
                </c:pt>
                <c:pt idx="33724">
                  <c:v>26.2</c:v>
                </c:pt>
                <c:pt idx="33725">
                  <c:v>26.2</c:v>
                </c:pt>
                <c:pt idx="33726">
                  <c:v>26.2</c:v>
                </c:pt>
                <c:pt idx="33727">
                  <c:v>26.2</c:v>
                </c:pt>
                <c:pt idx="33728">
                  <c:v>26.2</c:v>
                </c:pt>
                <c:pt idx="33729">
                  <c:v>26.2</c:v>
                </c:pt>
                <c:pt idx="33730">
                  <c:v>26.2</c:v>
                </c:pt>
                <c:pt idx="33731">
                  <c:v>26.2</c:v>
                </c:pt>
                <c:pt idx="33732">
                  <c:v>26.2</c:v>
                </c:pt>
                <c:pt idx="33733">
                  <c:v>26.2</c:v>
                </c:pt>
                <c:pt idx="33734">
                  <c:v>26.2</c:v>
                </c:pt>
                <c:pt idx="33735">
                  <c:v>26.2</c:v>
                </c:pt>
                <c:pt idx="33736">
                  <c:v>26.2</c:v>
                </c:pt>
                <c:pt idx="33737">
                  <c:v>26.2</c:v>
                </c:pt>
                <c:pt idx="33738">
                  <c:v>26.2</c:v>
                </c:pt>
                <c:pt idx="33739">
                  <c:v>26.2</c:v>
                </c:pt>
                <c:pt idx="33740">
                  <c:v>26.2</c:v>
                </c:pt>
                <c:pt idx="33741">
                  <c:v>26.2</c:v>
                </c:pt>
                <c:pt idx="33742">
                  <c:v>26.2</c:v>
                </c:pt>
                <c:pt idx="33743">
                  <c:v>26.2</c:v>
                </c:pt>
                <c:pt idx="33744">
                  <c:v>26.2</c:v>
                </c:pt>
                <c:pt idx="33745">
                  <c:v>26.2</c:v>
                </c:pt>
                <c:pt idx="33746">
                  <c:v>26.2</c:v>
                </c:pt>
                <c:pt idx="33747">
                  <c:v>26.2</c:v>
                </c:pt>
                <c:pt idx="33748">
                  <c:v>26.2</c:v>
                </c:pt>
                <c:pt idx="33749">
                  <c:v>26.2</c:v>
                </c:pt>
                <c:pt idx="33750">
                  <c:v>26.2</c:v>
                </c:pt>
                <c:pt idx="33751">
                  <c:v>26.2</c:v>
                </c:pt>
                <c:pt idx="33752">
                  <c:v>26.2</c:v>
                </c:pt>
                <c:pt idx="33753">
                  <c:v>26.2</c:v>
                </c:pt>
                <c:pt idx="33754">
                  <c:v>26.2</c:v>
                </c:pt>
                <c:pt idx="33755">
                  <c:v>26.2</c:v>
                </c:pt>
                <c:pt idx="33756">
                  <c:v>26.2</c:v>
                </c:pt>
                <c:pt idx="33757">
                  <c:v>26.2</c:v>
                </c:pt>
                <c:pt idx="33758">
                  <c:v>26.2</c:v>
                </c:pt>
                <c:pt idx="33759">
                  <c:v>26.2</c:v>
                </c:pt>
                <c:pt idx="33760">
                  <c:v>26.2</c:v>
                </c:pt>
                <c:pt idx="33761">
                  <c:v>26.2</c:v>
                </c:pt>
                <c:pt idx="33762">
                  <c:v>26.2</c:v>
                </c:pt>
                <c:pt idx="33763">
                  <c:v>26.2</c:v>
                </c:pt>
                <c:pt idx="33764">
                  <c:v>26.2</c:v>
                </c:pt>
                <c:pt idx="33765">
                  <c:v>26.2</c:v>
                </c:pt>
                <c:pt idx="33766">
                  <c:v>26.2</c:v>
                </c:pt>
                <c:pt idx="33767">
                  <c:v>26.2</c:v>
                </c:pt>
                <c:pt idx="33768">
                  <c:v>26.2</c:v>
                </c:pt>
                <c:pt idx="33769">
                  <c:v>26.2</c:v>
                </c:pt>
                <c:pt idx="33770">
                  <c:v>26.2</c:v>
                </c:pt>
                <c:pt idx="33771">
                  <c:v>26.2</c:v>
                </c:pt>
                <c:pt idx="33772">
                  <c:v>26.2</c:v>
                </c:pt>
                <c:pt idx="33773">
                  <c:v>26.2</c:v>
                </c:pt>
                <c:pt idx="33774">
                  <c:v>26.2</c:v>
                </c:pt>
                <c:pt idx="33775">
                  <c:v>26.2</c:v>
                </c:pt>
                <c:pt idx="33776">
                  <c:v>26.2</c:v>
                </c:pt>
                <c:pt idx="33777">
                  <c:v>26.2</c:v>
                </c:pt>
                <c:pt idx="33778">
                  <c:v>26.2</c:v>
                </c:pt>
                <c:pt idx="33779">
                  <c:v>26.2</c:v>
                </c:pt>
                <c:pt idx="33780">
                  <c:v>26.2</c:v>
                </c:pt>
                <c:pt idx="33781">
                  <c:v>26.2</c:v>
                </c:pt>
                <c:pt idx="33782">
                  <c:v>26.2</c:v>
                </c:pt>
                <c:pt idx="33783">
                  <c:v>26.2</c:v>
                </c:pt>
                <c:pt idx="33784">
                  <c:v>26.2</c:v>
                </c:pt>
                <c:pt idx="33785">
                  <c:v>26.2</c:v>
                </c:pt>
                <c:pt idx="33786">
                  <c:v>26.2</c:v>
                </c:pt>
                <c:pt idx="33787">
                  <c:v>26.2</c:v>
                </c:pt>
                <c:pt idx="33788">
                  <c:v>26.2</c:v>
                </c:pt>
                <c:pt idx="33789">
                  <c:v>26.2</c:v>
                </c:pt>
                <c:pt idx="33790">
                  <c:v>26.2</c:v>
                </c:pt>
                <c:pt idx="33791">
                  <c:v>26.2</c:v>
                </c:pt>
                <c:pt idx="33792">
                  <c:v>26.2</c:v>
                </c:pt>
                <c:pt idx="33793">
                  <c:v>26.2</c:v>
                </c:pt>
                <c:pt idx="33794">
                  <c:v>26.2</c:v>
                </c:pt>
                <c:pt idx="33795">
                  <c:v>26.2</c:v>
                </c:pt>
                <c:pt idx="33796">
                  <c:v>26.2</c:v>
                </c:pt>
                <c:pt idx="33797">
                  <c:v>26.2</c:v>
                </c:pt>
                <c:pt idx="33798">
                  <c:v>26.2</c:v>
                </c:pt>
                <c:pt idx="33799">
                  <c:v>26.2</c:v>
                </c:pt>
                <c:pt idx="33800">
                  <c:v>26.2</c:v>
                </c:pt>
                <c:pt idx="33801">
                  <c:v>26.2</c:v>
                </c:pt>
                <c:pt idx="33802">
                  <c:v>26.2</c:v>
                </c:pt>
                <c:pt idx="33803">
                  <c:v>26.2</c:v>
                </c:pt>
                <c:pt idx="33804">
                  <c:v>26.2</c:v>
                </c:pt>
                <c:pt idx="33805">
                  <c:v>26.2</c:v>
                </c:pt>
                <c:pt idx="33806">
                  <c:v>26.2</c:v>
                </c:pt>
                <c:pt idx="33807">
                  <c:v>26.2</c:v>
                </c:pt>
                <c:pt idx="33808">
                  <c:v>26.2</c:v>
                </c:pt>
                <c:pt idx="33809">
                  <c:v>26.2</c:v>
                </c:pt>
                <c:pt idx="33810">
                  <c:v>26.2</c:v>
                </c:pt>
                <c:pt idx="33811">
                  <c:v>26.2</c:v>
                </c:pt>
                <c:pt idx="33812">
                  <c:v>26.2</c:v>
                </c:pt>
                <c:pt idx="33813">
                  <c:v>26.2</c:v>
                </c:pt>
                <c:pt idx="33814">
                  <c:v>26.2</c:v>
                </c:pt>
                <c:pt idx="33815">
                  <c:v>26.2</c:v>
                </c:pt>
                <c:pt idx="33816">
                  <c:v>26.2</c:v>
                </c:pt>
                <c:pt idx="33817">
                  <c:v>26.2</c:v>
                </c:pt>
                <c:pt idx="33818">
                  <c:v>26.2</c:v>
                </c:pt>
                <c:pt idx="33819">
                  <c:v>26.2</c:v>
                </c:pt>
                <c:pt idx="33820">
                  <c:v>26.2</c:v>
                </c:pt>
                <c:pt idx="33821">
                  <c:v>26.2</c:v>
                </c:pt>
                <c:pt idx="33822">
                  <c:v>26.2</c:v>
                </c:pt>
                <c:pt idx="33823">
                  <c:v>26.2</c:v>
                </c:pt>
                <c:pt idx="33824">
                  <c:v>26.2</c:v>
                </c:pt>
                <c:pt idx="33825">
                  <c:v>26.2</c:v>
                </c:pt>
                <c:pt idx="33826">
                  <c:v>26.2</c:v>
                </c:pt>
                <c:pt idx="33827">
                  <c:v>26.2</c:v>
                </c:pt>
                <c:pt idx="33828">
                  <c:v>26.2</c:v>
                </c:pt>
                <c:pt idx="33829">
                  <c:v>26.2</c:v>
                </c:pt>
                <c:pt idx="33830">
                  <c:v>26.2</c:v>
                </c:pt>
                <c:pt idx="33831">
                  <c:v>26.2</c:v>
                </c:pt>
                <c:pt idx="33832">
                  <c:v>26.2</c:v>
                </c:pt>
                <c:pt idx="33833">
                  <c:v>26.2</c:v>
                </c:pt>
                <c:pt idx="33834">
                  <c:v>26.2</c:v>
                </c:pt>
                <c:pt idx="33835">
                  <c:v>26.2</c:v>
                </c:pt>
                <c:pt idx="33836">
                  <c:v>26.2</c:v>
                </c:pt>
                <c:pt idx="33837">
                  <c:v>26.2</c:v>
                </c:pt>
                <c:pt idx="33838">
                  <c:v>26.2</c:v>
                </c:pt>
                <c:pt idx="33839">
                  <c:v>26.2</c:v>
                </c:pt>
                <c:pt idx="33840">
                  <c:v>26.15</c:v>
                </c:pt>
                <c:pt idx="33841">
                  <c:v>26.15</c:v>
                </c:pt>
                <c:pt idx="33842">
                  <c:v>26.15</c:v>
                </c:pt>
                <c:pt idx="33843">
                  <c:v>26.15</c:v>
                </c:pt>
                <c:pt idx="33844">
                  <c:v>26.15</c:v>
                </c:pt>
                <c:pt idx="33845">
                  <c:v>26.15</c:v>
                </c:pt>
                <c:pt idx="33846">
                  <c:v>26.15</c:v>
                </c:pt>
                <c:pt idx="33847">
                  <c:v>26.15</c:v>
                </c:pt>
                <c:pt idx="33848">
                  <c:v>26.15</c:v>
                </c:pt>
                <c:pt idx="33849">
                  <c:v>26.15</c:v>
                </c:pt>
                <c:pt idx="33850">
                  <c:v>26.2</c:v>
                </c:pt>
                <c:pt idx="33851">
                  <c:v>26.15</c:v>
                </c:pt>
                <c:pt idx="33852">
                  <c:v>26.2</c:v>
                </c:pt>
                <c:pt idx="33853">
                  <c:v>26.2</c:v>
                </c:pt>
                <c:pt idx="33854">
                  <c:v>26.2</c:v>
                </c:pt>
                <c:pt idx="33855">
                  <c:v>26.2</c:v>
                </c:pt>
                <c:pt idx="33856">
                  <c:v>26.2</c:v>
                </c:pt>
                <c:pt idx="33857">
                  <c:v>26.2</c:v>
                </c:pt>
                <c:pt idx="33858">
                  <c:v>26.2</c:v>
                </c:pt>
                <c:pt idx="33859">
                  <c:v>26.2</c:v>
                </c:pt>
                <c:pt idx="33860">
                  <c:v>26.2</c:v>
                </c:pt>
                <c:pt idx="33861">
                  <c:v>26.2</c:v>
                </c:pt>
                <c:pt idx="33862">
                  <c:v>26.2</c:v>
                </c:pt>
                <c:pt idx="33863">
                  <c:v>26.2</c:v>
                </c:pt>
                <c:pt idx="33864">
                  <c:v>26.2</c:v>
                </c:pt>
                <c:pt idx="33865">
                  <c:v>26.2</c:v>
                </c:pt>
                <c:pt idx="33866">
                  <c:v>26.2</c:v>
                </c:pt>
                <c:pt idx="33867">
                  <c:v>26.2</c:v>
                </c:pt>
                <c:pt idx="33868">
                  <c:v>26.2</c:v>
                </c:pt>
                <c:pt idx="33869">
                  <c:v>26.2</c:v>
                </c:pt>
                <c:pt idx="33870">
                  <c:v>26.2</c:v>
                </c:pt>
                <c:pt idx="33871">
                  <c:v>26.2</c:v>
                </c:pt>
                <c:pt idx="33872">
                  <c:v>26.2</c:v>
                </c:pt>
                <c:pt idx="33873">
                  <c:v>26.2</c:v>
                </c:pt>
                <c:pt idx="33874">
                  <c:v>26.15</c:v>
                </c:pt>
                <c:pt idx="33875">
                  <c:v>26.2</c:v>
                </c:pt>
                <c:pt idx="33876">
                  <c:v>26.15</c:v>
                </c:pt>
                <c:pt idx="33877">
                  <c:v>26.15</c:v>
                </c:pt>
                <c:pt idx="33878">
                  <c:v>26.15</c:v>
                </c:pt>
                <c:pt idx="33879">
                  <c:v>26.15</c:v>
                </c:pt>
                <c:pt idx="33880">
                  <c:v>26.15</c:v>
                </c:pt>
                <c:pt idx="33881">
                  <c:v>26.15</c:v>
                </c:pt>
                <c:pt idx="33882">
                  <c:v>26.2</c:v>
                </c:pt>
                <c:pt idx="33883">
                  <c:v>26.15</c:v>
                </c:pt>
                <c:pt idx="33884">
                  <c:v>26.2</c:v>
                </c:pt>
                <c:pt idx="33885">
                  <c:v>26.15</c:v>
                </c:pt>
                <c:pt idx="33886">
                  <c:v>26.15</c:v>
                </c:pt>
                <c:pt idx="33887">
                  <c:v>26.15</c:v>
                </c:pt>
                <c:pt idx="33888">
                  <c:v>26.15</c:v>
                </c:pt>
                <c:pt idx="33889">
                  <c:v>26.15</c:v>
                </c:pt>
                <c:pt idx="33890">
                  <c:v>26.15</c:v>
                </c:pt>
                <c:pt idx="33891">
                  <c:v>26.15</c:v>
                </c:pt>
                <c:pt idx="33892">
                  <c:v>26.15</c:v>
                </c:pt>
                <c:pt idx="33893">
                  <c:v>26.15</c:v>
                </c:pt>
                <c:pt idx="33894">
                  <c:v>26.15</c:v>
                </c:pt>
                <c:pt idx="33895">
                  <c:v>26.15</c:v>
                </c:pt>
                <c:pt idx="33896">
                  <c:v>26.15</c:v>
                </c:pt>
                <c:pt idx="33897">
                  <c:v>26.15</c:v>
                </c:pt>
                <c:pt idx="33898">
                  <c:v>26.15</c:v>
                </c:pt>
                <c:pt idx="33899">
                  <c:v>26.15</c:v>
                </c:pt>
                <c:pt idx="33900">
                  <c:v>26.15</c:v>
                </c:pt>
                <c:pt idx="33901">
                  <c:v>26.15</c:v>
                </c:pt>
                <c:pt idx="33902">
                  <c:v>26.15</c:v>
                </c:pt>
                <c:pt idx="33903">
                  <c:v>26.15</c:v>
                </c:pt>
                <c:pt idx="33904">
                  <c:v>26.15</c:v>
                </c:pt>
                <c:pt idx="33905">
                  <c:v>26.15</c:v>
                </c:pt>
                <c:pt idx="33906">
                  <c:v>26.15</c:v>
                </c:pt>
                <c:pt idx="33907">
                  <c:v>26.15</c:v>
                </c:pt>
                <c:pt idx="33908">
                  <c:v>26.15</c:v>
                </c:pt>
                <c:pt idx="33909">
                  <c:v>26.15</c:v>
                </c:pt>
                <c:pt idx="33910">
                  <c:v>26.15</c:v>
                </c:pt>
                <c:pt idx="33911">
                  <c:v>26.15</c:v>
                </c:pt>
                <c:pt idx="33912">
                  <c:v>26.15</c:v>
                </c:pt>
                <c:pt idx="33913">
                  <c:v>26.15</c:v>
                </c:pt>
                <c:pt idx="33914">
                  <c:v>26.15</c:v>
                </c:pt>
                <c:pt idx="33915">
                  <c:v>26.15</c:v>
                </c:pt>
                <c:pt idx="33916">
                  <c:v>26.15</c:v>
                </c:pt>
                <c:pt idx="33917">
                  <c:v>26.15</c:v>
                </c:pt>
                <c:pt idx="33918">
                  <c:v>26.15</c:v>
                </c:pt>
                <c:pt idx="33919">
                  <c:v>26.15</c:v>
                </c:pt>
                <c:pt idx="33920">
                  <c:v>26.15</c:v>
                </c:pt>
                <c:pt idx="33921">
                  <c:v>26.15</c:v>
                </c:pt>
                <c:pt idx="33922">
                  <c:v>26.15</c:v>
                </c:pt>
                <c:pt idx="33923">
                  <c:v>26.15</c:v>
                </c:pt>
                <c:pt idx="33924">
                  <c:v>26.15</c:v>
                </c:pt>
                <c:pt idx="33925">
                  <c:v>26.15</c:v>
                </c:pt>
                <c:pt idx="33926">
                  <c:v>26.15</c:v>
                </c:pt>
                <c:pt idx="33927">
                  <c:v>26.15</c:v>
                </c:pt>
                <c:pt idx="33928">
                  <c:v>26.15</c:v>
                </c:pt>
                <c:pt idx="33929">
                  <c:v>26.15</c:v>
                </c:pt>
                <c:pt idx="33930">
                  <c:v>26.15</c:v>
                </c:pt>
                <c:pt idx="33931">
                  <c:v>26.15</c:v>
                </c:pt>
                <c:pt idx="33932">
                  <c:v>26.15</c:v>
                </c:pt>
                <c:pt idx="33933">
                  <c:v>26.15</c:v>
                </c:pt>
                <c:pt idx="33934">
                  <c:v>26.15</c:v>
                </c:pt>
                <c:pt idx="33935">
                  <c:v>26.15</c:v>
                </c:pt>
                <c:pt idx="33936">
                  <c:v>26.15</c:v>
                </c:pt>
                <c:pt idx="33937">
                  <c:v>26.15</c:v>
                </c:pt>
                <c:pt idx="33938">
                  <c:v>26.15</c:v>
                </c:pt>
                <c:pt idx="33939">
                  <c:v>26.15</c:v>
                </c:pt>
                <c:pt idx="33940">
                  <c:v>26.15</c:v>
                </c:pt>
                <c:pt idx="33941">
                  <c:v>26.15</c:v>
                </c:pt>
                <c:pt idx="33942">
                  <c:v>26.15</c:v>
                </c:pt>
                <c:pt idx="33943">
                  <c:v>26.15</c:v>
                </c:pt>
                <c:pt idx="33944">
                  <c:v>26.15</c:v>
                </c:pt>
                <c:pt idx="33945">
                  <c:v>26.15</c:v>
                </c:pt>
                <c:pt idx="33946">
                  <c:v>26.15</c:v>
                </c:pt>
                <c:pt idx="33947">
                  <c:v>26.15</c:v>
                </c:pt>
                <c:pt idx="33948">
                  <c:v>26.15</c:v>
                </c:pt>
                <c:pt idx="33949">
                  <c:v>26.15</c:v>
                </c:pt>
                <c:pt idx="33950">
                  <c:v>26.15</c:v>
                </c:pt>
                <c:pt idx="33951">
                  <c:v>26.15</c:v>
                </c:pt>
                <c:pt idx="33952">
                  <c:v>26.15</c:v>
                </c:pt>
                <c:pt idx="33953">
                  <c:v>26.15</c:v>
                </c:pt>
                <c:pt idx="33954">
                  <c:v>26.15</c:v>
                </c:pt>
                <c:pt idx="33955">
                  <c:v>26.15</c:v>
                </c:pt>
                <c:pt idx="33956">
                  <c:v>26.15</c:v>
                </c:pt>
                <c:pt idx="33957">
                  <c:v>26.15</c:v>
                </c:pt>
                <c:pt idx="33958">
                  <c:v>26.15</c:v>
                </c:pt>
                <c:pt idx="33959">
                  <c:v>26.15</c:v>
                </c:pt>
                <c:pt idx="33960">
                  <c:v>26.15</c:v>
                </c:pt>
                <c:pt idx="33961">
                  <c:v>26.15</c:v>
                </c:pt>
                <c:pt idx="33962">
                  <c:v>26.15</c:v>
                </c:pt>
                <c:pt idx="33963">
                  <c:v>26.15</c:v>
                </c:pt>
                <c:pt idx="33964">
                  <c:v>26.15</c:v>
                </c:pt>
                <c:pt idx="33965">
                  <c:v>26.15</c:v>
                </c:pt>
                <c:pt idx="33966">
                  <c:v>26.15</c:v>
                </c:pt>
                <c:pt idx="33967">
                  <c:v>26.15</c:v>
                </c:pt>
                <c:pt idx="33968">
                  <c:v>26.15</c:v>
                </c:pt>
                <c:pt idx="33969">
                  <c:v>26.15</c:v>
                </c:pt>
                <c:pt idx="33970">
                  <c:v>26.15</c:v>
                </c:pt>
                <c:pt idx="33971">
                  <c:v>26.15</c:v>
                </c:pt>
                <c:pt idx="33972">
                  <c:v>26.15</c:v>
                </c:pt>
                <c:pt idx="33973">
                  <c:v>26.15</c:v>
                </c:pt>
                <c:pt idx="33974">
                  <c:v>26.15</c:v>
                </c:pt>
                <c:pt idx="33975">
                  <c:v>26.15</c:v>
                </c:pt>
                <c:pt idx="33976">
                  <c:v>26.15</c:v>
                </c:pt>
                <c:pt idx="33977">
                  <c:v>26.15</c:v>
                </c:pt>
                <c:pt idx="33978">
                  <c:v>26.15</c:v>
                </c:pt>
                <c:pt idx="33979">
                  <c:v>26.15</c:v>
                </c:pt>
                <c:pt idx="33980">
                  <c:v>26.15</c:v>
                </c:pt>
                <c:pt idx="33981">
                  <c:v>26.15</c:v>
                </c:pt>
                <c:pt idx="33982">
                  <c:v>26.15</c:v>
                </c:pt>
                <c:pt idx="33983">
                  <c:v>26.15</c:v>
                </c:pt>
                <c:pt idx="33984">
                  <c:v>26.15</c:v>
                </c:pt>
                <c:pt idx="33985">
                  <c:v>26.15</c:v>
                </c:pt>
                <c:pt idx="33986">
                  <c:v>26.15</c:v>
                </c:pt>
                <c:pt idx="33987">
                  <c:v>26.15</c:v>
                </c:pt>
                <c:pt idx="33988">
                  <c:v>26.15</c:v>
                </c:pt>
                <c:pt idx="33989">
                  <c:v>26.15</c:v>
                </c:pt>
                <c:pt idx="33990">
                  <c:v>26.15</c:v>
                </c:pt>
                <c:pt idx="33991">
                  <c:v>26.15</c:v>
                </c:pt>
                <c:pt idx="33992">
                  <c:v>26.15</c:v>
                </c:pt>
                <c:pt idx="33993">
                  <c:v>26.15</c:v>
                </c:pt>
                <c:pt idx="33994">
                  <c:v>26.15</c:v>
                </c:pt>
                <c:pt idx="33995">
                  <c:v>26.15</c:v>
                </c:pt>
                <c:pt idx="33996">
                  <c:v>26.15</c:v>
                </c:pt>
                <c:pt idx="33997">
                  <c:v>26.15</c:v>
                </c:pt>
                <c:pt idx="33998">
                  <c:v>26.15</c:v>
                </c:pt>
                <c:pt idx="33999">
                  <c:v>26.15</c:v>
                </c:pt>
                <c:pt idx="34000">
                  <c:v>26.15</c:v>
                </c:pt>
                <c:pt idx="34001">
                  <c:v>26.15</c:v>
                </c:pt>
                <c:pt idx="34002">
                  <c:v>26.15</c:v>
                </c:pt>
                <c:pt idx="34003">
                  <c:v>26.15</c:v>
                </c:pt>
                <c:pt idx="34004">
                  <c:v>26.15</c:v>
                </c:pt>
                <c:pt idx="34005">
                  <c:v>26.15</c:v>
                </c:pt>
                <c:pt idx="34006">
                  <c:v>26.15</c:v>
                </c:pt>
                <c:pt idx="34007">
                  <c:v>26.15</c:v>
                </c:pt>
                <c:pt idx="34008">
                  <c:v>26.15</c:v>
                </c:pt>
                <c:pt idx="34009">
                  <c:v>26.15</c:v>
                </c:pt>
                <c:pt idx="34010">
                  <c:v>26.15</c:v>
                </c:pt>
                <c:pt idx="34011">
                  <c:v>26.15</c:v>
                </c:pt>
                <c:pt idx="34012">
                  <c:v>26.15</c:v>
                </c:pt>
                <c:pt idx="34013">
                  <c:v>26.15</c:v>
                </c:pt>
                <c:pt idx="34014">
                  <c:v>26.15</c:v>
                </c:pt>
                <c:pt idx="34015">
                  <c:v>26.15</c:v>
                </c:pt>
                <c:pt idx="34016">
                  <c:v>26.15</c:v>
                </c:pt>
                <c:pt idx="34017">
                  <c:v>26.15</c:v>
                </c:pt>
                <c:pt idx="34018">
                  <c:v>26.15</c:v>
                </c:pt>
                <c:pt idx="34019">
                  <c:v>26.15</c:v>
                </c:pt>
                <c:pt idx="34020">
                  <c:v>26.15</c:v>
                </c:pt>
                <c:pt idx="34021">
                  <c:v>26.1</c:v>
                </c:pt>
                <c:pt idx="34022">
                  <c:v>26.1</c:v>
                </c:pt>
                <c:pt idx="34023">
                  <c:v>26.1</c:v>
                </c:pt>
                <c:pt idx="34024">
                  <c:v>26.1</c:v>
                </c:pt>
                <c:pt idx="34025">
                  <c:v>26.1</c:v>
                </c:pt>
                <c:pt idx="34026">
                  <c:v>26.1</c:v>
                </c:pt>
                <c:pt idx="34027">
                  <c:v>26.1</c:v>
                </c:pt>
                <c:pt idx="34028">
                  <c:v>26.1</c:v>
                </c:pt>
                <c:pt idx="34029">
                  <c:v>26.1</c:v>
                </c:pt>
                <c:pt idx="34030">
                  <c:v>26.1</c:v>
                </c:pt>
                <c:pt idx="34031">
                  <c:v>26.1</c:v>
                </c:pt>
                <c:pt idx="34032">
                  <c:v>26.1</c:v>
                </c:pt>
                <c:pt idx="34033">
                  <c:v>26.1</c:v>
                </c:pt>
                <c:pt idx="34034">
                  <c:v>26.1</c:v>
                </c:pt>
                <c:pt idx="34035">
                  <c:v>26.1</c:v>
                </c:pt>
                <c:pt idx="34036">
                  <c:v>26.1</c:v>
                </c:pt>
                <c:pt idx="34037">
                  <c:v>26.1</c:v>
                </c:pt>
                <c:pt idx="34038">
                  <c:v>26.1</c:v>
                </c:pt>
                <c:pt idx="34039">
                  <c:v>26.1</c:v>
                </c:pt>
                <c:pt idx="34040">
                  <c:v>26.1</c:v>
                </c:pt>
                <c:pt idx="34041">
                  <c:v>26.1</c:v>
                </c:pt>
                <c:pt idx="34042">
                  <c:v>26.1</c:v>
                </c:pt>
                <c:pt idx="34043">
                  <c:v>26.1</c:v>
                </c:pt>
                <c:pt idx="34044">
                  <c:v>26.1</c:v>
                </c:pt>
                <c:pt idx="34045">
                  <c:v>26.1</c:v>
                </c:pt>
                <c:pt idx="34046">
                  <c:v>26.1</c:v>
                </c:pt>
                <c:pt idx="34047">
                  <c:v>26.1</c:v>
                </c:pt>
                <c:pt idx="34048">
                  <c:v>26.1</c:v>
                </c:pt>
                <c:pt idx="34049">
                  <c:v>26.1</c:v>
                </c:pt>
                <c:pt idx="34050">
                  <c:v>26.1</c:v>
                </c:pt>
                <c:pt idx="34051">
                  <c:v>26.1</c:v>
                </c:pt>
                <c:pt idx="34052">
                  <c:v>26.1</c:v>
                </c:pt>
                <c:pt idx="34053">
                  <c:v>26.1</c:v>
                </c:pt>
                <c:pt idx="34054">
                  <c:v>26.1</c:v>
                </c:pt>
                <c:pt idx="34055">
                  <c:v>26.1</c:v>
                </c:pt>
                <c:pt idx="34056">
                  <c:v>26.1</c:v>
                </c:pt>
                <c:pt idx="34057">
                  <c:v>26.1</c:v>
                </c:pt>
                <c:pt idx="34058">
                  <c:v>26.1</c:v>
                </c:pt>
                <c:pt idx="34059">
                  <c:v>26.1</c:v>
                </c:pt>
                <c:pt idx="34060">
                  <c:v>26.1</c:v>
                </c:pt>
                <c:pt idx="34061">
                  <c:v>26.1</c:v>
                </c:pt>
                <c:pt idx="34062">
                  <c:v>26.15</c:v>
                </c:pt>
                <c:pt idx="34063">
                  <c:v>26.1</c:v>
                </c:pt>
                <c:pt idx="34064">
                  <c:v>26.15</c:v>
                </c:pt>
                <c:pt idx="34065">
                  <c:v>26.1</c:v>
                </c:pt>
                <c:pt idx="34066">
                  <c:v>26.1</c:v>
                </c:pt>
                <c:pt idx="34067">
                  <c:v>26.1</c:v>
                </c:pt>
                <c:pt idx="34068">
                  <c:v>26.1</c:v>
                </c:pt>
                <c:pt idx="34069">
                  <c:v>26.1</c:v>
                </c:pt>
                <c:pt idx="34070">
                  <c:v>26.1</c:v>
                </c:pt>
                <c:pt idx="34071">
                  <c:v>26.1</c:v>
                </c:pt>
                <c:pt idx="34072">
                  <c:v>26.1</c:v>
                </c:pt>
                <c:pt idx="34073">
                  <c:v>26.1</c:v>
                </c:pt>
                <c:pt idx="34074">
                  <c:v>26.1</c:v>
                </c:pt>
                <c:pt idx="34075">
                  <c:v>26.1</c:v>
                </c:pt>
                <c:pt idx="34076">
                  <c:v>26.1</c:v>
                </c:pt>
                <c:pt idx="34077">
                  <c:v>26.1</c:v>
                </c:pt>
                <c:pt idx="34078">
                  <c:v>26.1</c:v>
                </c:pt>
                <c:pt idx="34079">
                  <c:v>26.1</c:v>
                </c:pt>
                <c:pt idx="34080">
                  <c:v>26.1</c:v>
                </c:pt>
                <c:pt idx="34081">
                  <c:v>26.1</c:v>
                </c:pt>
                <c:pt idx="34082">
                  <c:v>26.1</c:v>
                </c:pt>
                <c:pt idx="34083">
                  <c:v>26.1</c:v>
                </c:pt>
                <c:pt idx="34084">
                  <c:v>26.1</c:v>
                </c:pt>
                <c:pt idx="34085">
                  <c:v>26.1</c:v>
                </c:pt>
                <c:pt idx="34086">
                  <c:v>26.1</c:v>
                </c:pt>
                <c:pt idx="34087">
                  <c:v>26.1</c:v>
                </c:pt>
                <c:pt idx="34088">
                  <c:v>26.1</c:v>
                </c:pt>
                <c:pt idx="34089">
                  <c:v>26.1</c:v>
                </c:pt>
                <c:pt idx="34090">
                  <c:v>26.1</c:v>
                </c:pt>
                <c:pt idx="34091">
                  <c:v>26.1</c:v>
                </c:pt>
                <c:pt idx="34092">
                  <c:v>26.1</c:v>
                </c:pt>
                <c:pt idx="34093">
                  <c:v>26.1</c:v>
                </c:pt>
                <c:pt idx="34094">
                  <c:v>26.1</c:v>
                </c:pt>
                <c:pt idx="34095">
                  <c:v>26.1</c:v>
                </c:pt>
                <c:pt idx="34096">
                  <c:v>26.1</c:v>
                </c:pt>
                <c:pt idx="34097">
                  <c:v>26.1</c:v>
                </c:pt>
                <c:pt idx="34098">
                  <c:v>26.1</c:v>
                </c:pt>
                <c:pt idx="34099">
                  <c:v>26.1</c:v>
                </c:pt>
                <c:pt idx="34100">
                  <c:v>26.1</c:v>
                </c:pt>
                <c:pt idx="34101">
                  <c:v>26.1</c:v>
                </c:pt>
                <c:pt idx="34102">
                  <c:v>26.1</c:v>
                </c:pt>
                <c:pt idx="34103">
                  <c:v>26.1</c:v>
                </c:pt>
                <c:pt idx="34104">
                  <c:v>26.1</c:v>
                </c:pt>
                <c:pt idx="34105">
                  <c:v>26.1</c:v>
                </c:pt>
                <c:pt idx="34106">
                  <c:v>26.1</c:v>
                </c:pt>
                <c:pt idx="34107">
                  <c:v>26.1</c:v>
                </c:pt>
                <c:pt idx="34108">
                  <c:v>26.1</c:v>
                </c:pt>
                <c:pt idx="34109">
                  <c:v>26.1</c:v>
                </c:pt>
                <c:pt idx="34110">
                  <c:v>26.1</c:v>
                </c:pt>
                <c:pt idx="34111">
                  <c:v>26.1</c:v>
                </c:pt>
                <c:pt idx="34112">
                  <c:v>26.1</c:v>
                </c:pt>
                <c:pt idx="34113">
                  <c:v>26.1</c:v>
                </c:pt>
                <c:pt idx="34114">
                  <c:v>26.1</c:v>
                </c:pt>
                <c:pt idx="34115">
                  <c:v>26.1</c:v>
                </c:pt>
                <c:pt idx="34116">
                  <c:v>26.1</c:v>
                </c:pt>
                <c:pt idx="34117">
                  <c:v>26.1</c:v>
                </c:pt>
                <c:pt idx="34118">
                  <c:v>26.1</c:v>
                </c:pt>
                <c:pt idx="34119">
                  <c:v>26.1</c:v>
                </c:pt>
                <c:pt idx="34120">
                  <c:v>26.1</c:v>
                </c:pt>
                <c:pt idx="34121">
                  <c:v>26.1</c:v>
                </c:pt>
                <c:pt idx="34122">
                  <c:v>26.1</c:v>
                </c:pt>
                <c:pt idx="34123">
                  <c:v>26.1</c:v>
                </c:pt>
                <c:pt idx="34124">
                  <c:v>26.1</c:v>
                </c:pt>
                <c:pt idx="34125">
                  <c:v>26.1</c:v>
                </c:pt>
                <c:pt idx="34126">
                  <c:v>26.1</c:v>
                </c:pt>
                <c:pt idx="34127">
                  <c:v>26.1</c:v>
                </c:pt>
                <c:pt idx="34128">
                  <c:v>26.1</c:v>
                </c:pt>
                <c:pt idx="34129">
                  <c:v>26.1</c:v>
                </c:pt>
                <c:pt idx="34130">
                  <c:v>26.1</c:v>
                </c:pt>
                <c:pt idx="34131">
                  <c:v>26.1</c:v>
                </c:pt>
                <c:pt idx="34132">
                  <c:v>26.1</c:v>
                </c:pt>
                <c:pt idx="34133">
                  <c:v>26.1</c:v>
                </c:pt>
                <c:pt idx="34134">
                  <c:v>26.1</c:v>
                </c:pt>
                <c:pt idx="34135">
                  <c:v>26.1</c:v>
                </c:pt>
                <c:pt idx="34136">
                  <c:v>26.1</c:v>
                </c:pt>
                <c:pt idx="34137">
                  <c:v>26.1</c:v>
                </c:pt>
                <c:pt idx="34138">
                  <c:v>26.1</c:v>
                </c:pt>
                <c:pt idx="34139">
                  <c:v>26.1</c:v>
                </c:pt>
                <c:pt idx="34140">
                  <c:v>26.1</c:v>
                </c:pt>
                <c:pt idx="34141">
                  <c:v>26.1</c:v>
                </c:pt>
                <c:pt idx="34142">
                  <c:v>26.1</c:v>
                </c:pt>
                <c:pt idx="34143">
                  <c:v>26.1</c:v>
                </c:pt>
                <c:pt idx="34144">
                  <c:v>26.1</c:v>
                </c:pt>
                <c:pt idx="34145">
                  <c:v>26.1</c:v>
                </c:pt>
                <c:pt idx="34146">
                  <c:v>26.1</c:v>
                </c:pt>
                <c:pt idx="34147">
                  <c:v>26.1</c:v>
                </c:pt>
                <c:pt idx="34148">
                  <c:v>26.1</c:v>
                </c:pt>
                <c:pt idx="34149">
                  <c:v>26.1</c:v>
                </c:pt>
                <c:pt idx="34150">
                  <c:v>26.1</c:v>
                </c:pt>
                <c:pt idx="34151">
                  <c:v>26.1</c:v>
                </c:pt>
                <c:pt idx="34152">
                  <c:v>26.1</c:v>
                </c:pt>
                <c:pt idx="34153">
                  <c:v>26.1</c:v>
                </c:pt>
                <c:pt idx="34154">
                  <c:v>26.1</c:v>
                </c:pt>
                <c:pt idx="34155">
                  <c:v>26.1</c:v>
                </c:pt>
                <c:pt idx="34156">
                  <c:v>26.1</c:v>
                </c:pt>
                <c:pt idx="34157">
                  <c:v>26.1</c:v>
                </c:pt>
                <c:pt idx="34158">
                  <c:v>26.1</c:v>
                </c:pt>
                <c:pt idx="34159">
                  <c:v>26.1</c:v>
                </c:pt>
                <c:pt idx="34160">
                  <c:v>26.1</c:v>
                </c:pt>
                <c:pt idx="34161">
                  <c:v>26.1</c:v>
                </c:pt>
                <c:pt idx="34162">
                  <c:v>26.1</c:v>
                </c:pt>
                <c:pt idx="34163">
                  <c:v>26.1</c:v>
                </c:pt>
                <c:pt idx="34164">
                  <c:v>26.1</c:v>
                </c:pt>
                <c:pt idx="34165">
                  <c:v>26.1</c:v>
                </c:pt>
                <c:pt idx="34166">
                  <c:v>26.1</c:v>
                </c:pt>
                <c:pt idx="34167">
                  <c:v>26.1</c:v>
                </c:pt>
                <c:pt idx="34168">
                  <c:v>26.1</c:v>
                </c:pt>
                <c:pt idx="34169">
                  <c:v>26.1</c:v>
                </c:pt>
                <c:pt idx="34170">
                  <c:v>26.1</c:v>
                </c:pt>
                <c:pt idx="34171">
                  <c:v>26.1</c:v>
                </c:pt>
                <c:pt idx="34172">
                  <c:v>26.1</c:v>
                </c:pt>
                <c:pt idx="34173">
                  <c:v>26.1</c:v>
                </c:pt>
                <c:pt idx="34174">
                  <c:v>26.1</c:v>
                </c:pt>
                <c:pt idx="34175">
                  <c:v>26.1</c:v>
                </c:pt>
                <c:pt idx="34176">
                  <c:v>26.1</c:v>
                </c:pt>
                <c:pt idx="34177">
                  <c:v>26.1</c:v>
                </c:pt>
                <c:pt idx="34178">
                  <c:v>26.1</c:v>
                </c:pt>
                <c:pt idx="34179">
                  <c:v>26.1</c:v>
                </c:pt>
                <c:pt idx="34180">
                  <c:v>26.1</c:v>
                </c:pt>
                <c:pt idx="34181">
                  <c:v>26.1</c:v>
                </c:pt>
                <c:pt idx="34182">
                  <c:v>26.1</c:v>
                </c:pt>
                <c:pt idx="34183">
                  <c:v>26.1</c:v>
                </c:pt>
                <c:pt idx="34184">
                  <c:v>26.1</c:v>
                </c:pt>
                <c:pt idx="34185">
                  <c:v>26.1</c:v>
                </c:pt>
                <c:pt idx="34186">
                  <c:v>26.1</c:v>
                </c:pt>
                <c:pt idx="34187">
                  <c:v>26.1</c:v>
                </c:pt>
                <c:pt idx="34188">
                  <c:v>26.1</c:v>
                </c:pt>
                <c:pt idx="34189">
                  <c:v>26.1</c:v>
                </c:pt>
                <c:pt idx="34190">
                  <c:v>26.1</c:v>
                </c:pt>
                <c:pt idx="34191">
                  <c:v>26.1</c:v>
                </c:pt>
                <c:pt idx="34192">
                  <c:v>26.1</c:v>
                </c:pt>
                <c:pt idx="34193">
                  <c:v>26.1</c:v>
                </c:pt>
                <c:pt idx="34194">
                  <c:v>26.1</c:v>
                </c:pt>
                <c:pt idx="34195">
                  <c:v>26.05</c:v>
                </c:pt>
                <c:pt idx="34196">
                  <c:v>26.1</c:v>
                </c:pt>
                <c:pt idx="34197">
                  <c:v>26.1</c:v>
                </c:pt>
                <c:pt idx="34198">
                  <c:v>26.1</c:v>
                </c:pt>
                <c:pt idx="34199">
                  <c:v>26.1</c:v>
                </c:pt>
                <c:pt idx="34200">
                  <c:v>26.1</c:v>
                </c:pt>
                <c:pt idx="34201">
                  <c:v>26.1</c:v>
                </c:pt>
                <c:pt idx="34202">
                  <c:v>26.1</c:v>
                </c:pt>
                <c:pt idx="34203">
                  <c:v>26.1</c:v>
                </c:pt>
                <c:pt idx="34204">
                  <c:v>26.1</c:v>
                </c:pt>
                <c:pt idx="34205">
                  <c:v>26.1</c:v>
                </c:pt>
                <c:pt idx="34206">
                  <c:v>26.1</c:v>
                </c:pt>
                <c:pt idx="34207">
                  <c:v>26.1</c:v>
                </c:pt>
                <c:pt idx="34208">
                  <c:v>26.1</c:v>
                </c:pt>
                <c:pt idx="34209">
                  <c:v>26.1</c:v>
                </c:pt>
                <c:pt idx="34210">
                  <c:v>26.1</c:v>
                </c:pt>
                <c:pt idx="34211">
                  <c:v>26.1</c:v>
                </c:pt>
                <c:pt idx="34212">
                  <c:v>26.1</c:v>
                </c:pt>
                <c:pt idx="34213">
                  <c:v>26.1</c:v>
                </c:pt>
                <c:pt idx="34214">
                  <c:v>26.1</c:v>
                </c:pt>
                <c:pt idx="34215">
                  <c:v>26.1</c:v>
                </c:pt>
                <c:pt idx="34216">
                  <c:v>26.1</c:v>
                </c:pt>
                <c:pt idx="34217">
                  <c:v>26.1</c:v>
                </c:pt>
                <c:pt idx="34218">
                  <c:v>26.1</c:v>
                </c:pt>
                <c:pt idx="34219">
                  <c:v>26.1</c:v>
                </c:pt>
                <c:pt idx="34220">
                  <c:v>26.1</c:v>
                </c:pt>
                <c:pt idx="34221">
                  <c:v>26.1</c:v>
                </c:pt>
                <c:pt idx="34222">
                  <c:v>26.1</c:v>
                </c:pt>
                <c:pt idx="34223">
                  <c:v>26.1</c:v>
                </c:pt>
                <c:pt idx="34224">
                  <c:v>26.1</c:v>
                </c:pt>
                <c:pt idx="34225">
                  <c:v>26.1</c:v>
                </c:pt>
                <c:pt idx="34226">
                  <c:v>26.1</c:v>
                </c:pt>
                <c:pt idx="34227">
                  <c:v>26.1</c:v>
                </c:pt>
                <c:pt idx="34228">
                  <c:v>26.1</c:v>
                </c:pt>
                <c:pt idx="34229">
                  <c:v>26.05</c:v>
                </c:pt>
                <c:pt idx="34230">
                  <c:v>26.05</c:v>
                </c:pt>
                <c:pt idx="34231">
                  <c:v>26.05</c:v>
                </c:pt>
                <c:pt idx="34232">
                  <c:v>26.05</c:v>
                </c:pt>
                <c:pt idx="34233">
                  <c:v>26.05</c:v>
                </c:pt>
                <c:pt idx="34234">
                  <c:v>26.1</c:v>
                </c:pt>
                <c:pt idx="34235">
                  <c:v>26.05</c:v>
                </c:pt>
                <c:pt idx="34236">
                  <c:v>26.05</c:v>
                </c:pt>
                <c:pt idx="34237">
                  <c:v>26.05</c:v>
                </c:pt>
                <c:pt idx="34238">
                  <c:v>26.05</c:v>
                </c:pt>
                <c:pt idx="34239">
                  <c:v>26.05</c:v>
                </c:pt>
                <c:pt idx="34240">
                  <c:v>26.05</c:v>
                </c:pt>
                <c:pt idx="34241">
                  <c:v>26.05</c:v>
                </c:pt>
                <c:pt idx="34242">
                  <c:v>26.05</c:v>
                </c:pt>
                <c:pt idx="34243">
                  <c:v>26.05</c:v>
                </c:pt>
                <c:pt idx="34244">
                  <c:v>26.05</c:v>
                </c:pt>
                <c:pt idx="34245">
                  <c:v>26.05</c:v>
                </c:pt>
                <c:pt idx="34246">
                  <c:v>26.05</c:v>
                </c:pt>
                <c:pt idx="34247">
                  <c:v>26.1</c:v>
                </c:pt>
                <c:pt idx="34248">
                  <c:v>26.05</c:v>
                </c:pt>
                <c:pt idx="34249">
                  <c:v>26.05</c:v>
                </c:pt>
                <c:pt idx="34250">
                  <c:v>26.05</c:v>
                </c:pt>
                <c:pt idx="34251">
                  <c:v>26.05</c:v>
                </c:pt>
                <c:pt idx="34252">
                  <c:v>26.05</c:v>
                </c:pt>
                <c:pt idx="34253">
                  <c:v>26.05</c:v>
                </c:pt>
                <c:pt idx="34254">
                  <c:v>26.05</c:v>
                </c:pt>
                <c:pt idx="34255">
                  <c:v>26.05</c:v>
                </c:pt>
                <c:pt idx="34256">
                  <c:v>26.05</c:v>
                </c:pt>
                <c:pt idx="34257">
                  <c:v>26.05</c:v>
                </c:pt>
                <c:pt idx="34258">
                  <c:v>26.05</c:v>
                </c:pt>
                <c:pt idx="34259">
                  <c:v>26.05</c:v>
                </c:pt>
                <c:pt idx="34260">
                  <c:v>26.05</c:v>
                </c:pt>
                <c:pt idx="34261">
                  <c:v>26.05</c:v>
                </c:pt>
                <c:pt idx="34262">
                  <c:v>26.05</c:v>
                </c:pt>
                <c:pt idx="34263">
                  <c:v>26.05</c:v>
                </c:pt>
                <c:pt idx="34264">
                  <c:v>26.05</c:v>
                </c:pt>
                <c:pt idx="34265">
                  <c:v>26.05</c:v>
                </c:pt>
                <c:pt idx="34266">
                  <c:v>26.05</c:v>
                </c:pt>
                <c:pt idx="34267">
                  <c:v>26.05</c:v>
                </c:pt>
                <c:pt idx="34268">
                  <c:v>26.05</c:v>
                </c:pt>
                <c:pt idx="34269">
                  <c:v>26.05</c:v>
                </c:pt>
                <c:pt idx="34270">
                  <c:v>26.05</c:v>
                </c:pt>
                <c:pt idx="34271">
                  <c:v>26.05</c:v>
                </c:pt>
                <c:pt idx="34272">
                  <c:v>26.05</c:v>
                </c:pt>
                <c:pt idx="34273">
                  <c:v>26.05</c:v>
                </c:pt>
                <c:pt idx="34274">
                  <c:v>26.05</c:v>
                </c:pt>
                <c:pt idx="34275">
                  <c:v>26.05</c:v>
                </c:pt>
                <c:pt idx="34276">
                  <c:v>26.05</c:v>
                </c:pt>
                <c:pt idx="34277">
                  <c:v>26.05</c:v>
                </c:pt>
                <c:pt idx="34278">
                  <c:v>26.05</c:v>
                </c:pt>
                <c:pt idx="34279">
                  <c:v>26.05</c:v>
                </c:pt>
                <c:pt idx="34280">
                  <c:v>26.05</c:v>
                </c:pt>
                <c:pt idx="34281">
                  <c:v>26.05</c:v>
                </c:pt>
                <c:pt idx="34282">
                  <c:v>26.05</c:v>
                </c:pt>
                <c:pt idx="34283">
                  <c:v>26.05</c:v>
                </c:pt>
                <c:pt idx="34284">
                  <c:v>26.05</c:v>
                </c:pt>
                <c:pt idx="34285">
                  <c:v>26.05</c:v>
                </c:pt>
                <c:pt idx="34286">
                  <c:v>26.05</c:v>
                </c:pt>
                <c:pt idx="34287">
                  <c:v>26.05</c:v>
                </c:pt>
                <c:pt idx="34288">
                  <c:v>26.05</c:v>
                </c:pt>
                <c:pt idx="34289">
                  <c:v>26.05</c:v>
                </c:pt>
                <c:pt idx="34290">
                  <c:v>26.05</c:v>
                </c:pt>
                <c:pt idx="34291">
                  <c:v>26.05</c:v>
                </c:pt>
                <c:pt idx="34292">
                  <c:v>26.05</c:v>
                </c:pt>
                <c:pt idx="34293">
                  <c:v>26.05</c:v>
                </c:pt>
                <c:pt idx="34294">
                  <c:v>26.05</c:v>
                </c:pt>
                <c:pt idx="34295">
                  <c:v>26.05</c:v>
                </c:pt>
                <c:pt idx="34296">
                  <c:v>26.05</c:v>
                </c:pt>
                <c:pt idx="34297">
                  <c:v>26.05</c:v>
                </c:pt>
                <c:pt idx="34298">
                  <c:v>26.05</c:v>
                </c:pt>
                <c:pt idx="34299">
                  <c:v>26.05</c:v>
                </c:pt>
                <c:pt idx="34300">
                  <c:v>26.05</c:v>
                </c:pt>
                <c:pt idx="34301">
                  <c:v>26.05</c:v>
                </c:pt>
                <c:pt idx="34302">
                  <c:v>26.05</c:v>
                </c:pt>
                <c:pt idx="34303">
                  <c:v>26.05</c:v>
                </c:pt>
                <c:pt idx="34304">
                  <c:v>26.05</c:v>
                </c:pt>
                <c:pt idx="34305">
                  <c:v>26.05</c:v>
                </c:pt>
                <c:pt idx="34306">
                  <c:v>26.1</c:v>
                </c:pt>
                <c:pt idx="34307">
                  <c:v>26.05</c:v>
                </c:pt>
                <c:pt idx="34308">
                  <c:v>26.05</c:v>
                </c:pt>
                <c:pt idx="34309">
                  <c:v>26.05</c:v>
                </c:pt>
                <c:pt idx="34310">
                  <c:v>26.05</c:v>
                </c:pt>
                <c:pt idx="34311">
                  <c:v>26.05</c:v>
                </c:pt>
                <c:pt idx="34312">
                  <c:v>26.05</c:v>
                </c:pt>
                <c:pt idx="34313">
                  <c:v>26.05</c:v>
                </c:pt>
                <c:pt idx="34314">
                  <c:v>26.05</c:v>
                </c:pt>
                <c:pt idx="34315">
                  <c:v>26.05</c:v>
                </c:pt>
                <c:pt idx="34316">
                  <c:v>26.05</c:v>
                </c:pt>
                <c:pt idx="34317">
                  <c:v>26.05</c:v>
                </c:pt>
                <c:pt idx="34318">
                  <c:v>26.05</c:v>
                </c:pt>
                <c:pt idx="34319">
                  <c:v>26.05</c:v>
                </c:pt>
                <c:pt idx="34320">
                  <c:v>26.05</c:v>
                </c:pt>
                <c:pt idx="34321">
                  <c:v>26.05</c:v>
                </c:pt>
                <c:pt idx="34322">
                  <c:v>26.05</c:v>
                </c:pt>
                <c:pt idx="34323">
                  <c:v>26.05</c:v>
                </c:pt>
                <c:pt idx="34324">
                  <c:v>26.05</c:v>
                </c:pt>
                <c:pt idx="34325">
                  <c:v>26.05</c:v>
                </c:pt>
                <c:pt idx="34326">
                  <c:v>26.05</c:v>
                </c:pt>
                <c:pt idx="34327">
                  <c:v>26.05</c:v>
                </c:pt>
                <c:pt idx="34328">
                  <c:v>26.05</c:v>
                </c:pt>
                <c:pt idx="34329">
                  <c:v>26.05</c:v>
                </c:pt>
                <c:pt idx="34330">
                  <c:v>26.05</c:v>
                </c:pt>
                <c:pt idx="34331">
                  <c:v>26.05</c:v>
                </c:pt>
                <c:pt idx="34332">
                  <c:v>26.05</c:v>
                </c:pt>
                <c:pt idx="34333">
                  <c:v>26.05</c:v>
                </c:pt>
                <c:pt idx="34334">
                  <c:v>26.05</c:v>
                </c:pt>
                <c:pt idx="34335">
                  <c:v>26.05</c:v>
                </c:pt>
                <c:pt idx="34336">
                  <c:v>26.05</c:v>
                </c:pt>
                <c:pt idx="34337">
                  <c:v>26.05</c:v>
                </c:pt>
                <c:pt idx="34338">
                  <c:v>26.05</c:v>
                </c:pt>
                <c:pt idx="34339">
                  <c:v>26.05</c:v>
                </c:pt>
                <c:pt idx="34340">
                  <c:v>26.05</c:v>
                </c:pt>
                <c:pt idx="34341">
                  <c:v>26.05</c:v>
                </c:pt>
                <c:pt idx="34342">
                  <c:v>26.05</c:v>
                </c:pt>
                <c:pt idx="34343">
                  <c:v>26.05</c:v>
                </c:pt>
                <c:pt idx="34344">
                  <c:v>26.05</c:v>
                </c:pt>
                <c:pt idx="34345">
                  <c:v>26.05</c:v>
                </c:pt>
                <c:pt idx="34346">
                  <c:v>26.05</c:v>
                </c:pt>
                <c:pt idx="34347">
                  <c:v>26.05</c:v>
                </c:pt>
                <c:pt idx="34348">
                  <c:v>26.05</c:v>
                </c:pt>
                <c:pt idx="34349">
                  <c:v>26.05</c:v>
                </c:pt>
                <c:pt idx="34350">
                  <c:v>26.05</c:v>
                </c:pt>
                <c:pt idx="34351">
                  <c:v>26.05</c:v>
                </c:pt>
                <c:pt idx="34352">
                  <c:v>26.05</c:v>
                </c:pt>
                <c:pt idx="34353">
                  <c:v>26.05</c:v>
                </c:pt>
                <c:pt idx="34354">
                  <c:v>26.05</c:v>
                </c:pt>
                <c:pt idx="34355">
                  <c:v>26.05</c:v>
                </c:pt>
                <c:pt idx="34356">
                  <c:v>26.05</c:v>
                </c:pt>
                <c:pt idx="34357">
                  <c:v>26.05</c:v>
                </c:pt>
                <c:pt idx="34358">
                  <c:v>26.05</c:v>
                </c:pt>
                <c:pt idx="34359">
                  <c:v>26.05</c:v>
                </c:pt>
                <c:pt idx="34360">
                  <c:v>26.05</c:v>
                </c:pt>
                <c:pt idx="34361">
                  <c:v>26.05</c:v>
                </c:pt>
                <c:pt idx="34362">
                  <c:v>26.05</c:v>
                </c:pt>
                <c:pt idx="34363">
                  <c:v>26.05</c:v>
                </c:pt>
                <c:pt idx="34364">
                  <c:v>26.05</c:v>
                </c:pt>
                <c:pt idx="34365">
                  <c:v>26.05</c:v>
                </c:pt>
                <c:pt idx="34366">
                  <c:v>26.05</c:v>
                </c:pt>
                <c:pt idx="34367">
                  <c:v>26.05</c:v>
                </c:pt>
                <c:pt idx="34368">
                  <c:v>26.05</c:v>
                </c:pt>
                <c:pt idx="34369">
                  <c:v>26.05</c:v>
                </c:pt>
                <c:pt idx="34370">
                  <c:v>26.05</c:v>
                </c:pt>
                <c:pt idx="34371">
                  <c:v>26.05</c:v>
                </c:pt>
                <c:pt idx="34372">
                  <c:v>26.05</c:v>
                </c:pt>
                <c:pt idx="34373">
                  <c:v>26.05</c:v>
                </c:pt>
                <c:pt idx="34374">
                  <c:v>26.05</c:v>
                </c:pt>
                <c:pt idx="34375">
                  <c:v>26.05</c:v>
                </c:pt>
                <c:pt idx="34376">
                  <c:v>26.05</c:v>
                </c:pt>
                <c:pt idx="34377">
                  <c:v>26.05</c:v>
                </c:pt>
                <c:pt idx="34378">
                  <c:v>26.05</c:v>
                </c:pt>
                <c:pt idx="34379">
                  <c:v>26.05</c:v>
                </c:pt>
                <c:pt idx="34380">
                  <c:v>26.05</c:v>
                </c:pt>
                <c:pt idx="34381">
                  <c:v>26.05</c:v>
                </c:pt>
                <c:pt idx="34382">
                  <c:v>26.05</c:v>
                </c:pt>
                <c:pt idx="34383">
                  <c:v>26.05</c:v>
                </c:pt>
                <c:pt idx="34384">
                  <c:v>26.05</c:v>
                </c:pt>
                <c:pt idx="34385">
                  <c:v>26.05</c:v>
                </c:pt>
                <c:pt idx="34386">
                  <c:v>26.05</c:v>
                </c:pt>
                <c:pt idx="34387">
                  <c:v>26.05</c:v>
                </c:pt>
                <c:pt idx="34388">
                  <c:v>26.05</c:v>
                </c:pt>
                <c:pt idx="34389">
                  <c:v>26.05</c:v>
                </c:pt>
                <c:pt idx="34390">
                  <c:v>26.05</c:v>
                </c:pt>
                <c:pt idx="34391">
                  <c:v>26.05</c:v>
                </c:pt>
                <c:pt idx="34392">
                  <c:v>26.05</c:v>
                </c:pt>
                <c:pt idx="34393">
                  <c:v>26.05</c:v>
                </c:pt>
                <c:pt idx="34394">
                  <c:v>26.05</c:v>
                </c:pt>
                <c:pt idx="34395">
                  <c:v>26.05</c:v>
                </c:pt>
                <c:pt idx="34396">
                  <c:v>26.05</c:v>
                </c:pt>
                <c:pt idx="34397">
                  <c:v>26.05</c:v>
                </c:pt>
                <c:pt idx="34398">
                  <c:v>26.05</c:v>
                </c:pt>
                <c:pt idx="34399">
                  <c:v>26.05</c:v>
                </c:pt>
                <c:pt idx="34400">
                  <c:v>26.05</c:v>
                </c:pt>
                <c:pt idx="34401">
                  <c:v>26.05</c:v>
                </c:pt>
                <c:pt idx="34402">
                  <c:v>26.05</c:v>
                </c:pt>
                <c:pt idx="34403">
                  <c:v>26.05</c:v>
                </c:pt>
                <c:pt idx="34404">
                  <c:v>26.05</c:v>
                </c:pt>
                <c:pt idx="34405">
                  <c:v>26.05</c:v>
                </c:pt>
                <c:pt idx="34406">
                  <c:v>26.05</c:v>
                </c:pt>
                <c:pt idx="34407">
                  <c:v>26.05</c:v>
                </c:pt>
                <c:pt idx="34408">
                  <c:v>26.05</c:v>
                </c:pt>
                <c:pt idx="34409">
                  <c:v>26.05</c:v>
                </c:pt>
                <c:pt idx="34410">
                  <c:v>26.05</c:v>
                </c:pt>
                <c:pt idx="34411">
                  <c:v>26.05</c:v>
                </c:pt>
                <c:pt idx="34412">
                  <c:v>26.05</c:v>
                </c:pt>
                <c:pt idx="34413">
                  <c:v>26.05</c:v>
                </c:pt>
                <c:pt idx="34414">
                  <c:v>26.05</c:v>
                </c:pt>
                <c:pt idx="34415">
                  <c:v>26.05</c:v>
                </c:pt>
                <c:pt idx="34416">
                  <c:v>26.05</c:v>
                </c:pt>
                <c:pt idx="34417">
                  <c:v>26.05</c:v>
                </c:pt>
                <c:pt idx="34418">
                  <c:v>26.05</c:v>
                </c:pt>
                <c:pt idx="34419">
                  <c:v>26.05</c:v>
                </c:pt>
                <c:pt idx="34420">
                  <c:v>26.05</c:v>
                </c:pt>
                <c:pt idx="34421">
                  <c:v>26.05</c:v>
                </c:pt>
                <c:pt idx="34422">
                  <c:v>26.05</c:v>
                </c:pt>
                <c:pt idx="34423">
                  <c:v>26.05</c:v>
                </c:pt>
                <c:pt idx="34424">
                  <c:v>26.05</c:v>
                </c:pt>
                <c:pt idx="34425">
                  <c:v>26.05</c:v>
                </c:pt>
                <c:pt idx="34426">
                  <c:v>26.05</c:v>
                </c:pt>
                <c:pt idx="34427">
                  <c:v>26.05</c:v>
                </c:pt>
                <c:pt idx="34428">
                  <c:v>26.05</c:v>
                </c:pt>
                <c:pt idx="34429">
                  <c:v>26.05</c:v>
                </c:pt>
                <c:pt idx="34430">
                  <c:v>26.05</c:v>
                </c:pt>
                <c:pt idx="34431">
                  <c:v>26.05</c:v>
                </c:pt>
                <c:pt idx="34432">
                  <c:v>26.05</c:v>
                </c:pt>
                <c:pt idx="34433">
                  <c:v>26.05</c:v>
                </c:pt>
                <c:pt idx="34434">
                  <c:v>26.05</c:v>
                </c:pt>
                <c:pt idx="34435">
                  <c:v>26.05</c:v>
                </c:pt>
                <c:pt idx="34436">
                  <c:v>26.05</c:v>
                </c:pt>
                <c:pt idx="34437">
                  <c:v>26.05</c:v>
                </c:pt>
                <c:pt idx="34438">
                  <c:v>26.05</c:v>
                </c:pt>
                <c:pt idx="34439">
                  <c:v>26.05</c:v>
                </c:pt>
                <c:pt idx="34440">
                  <c:v>26.05</c:v>
                </c:pt>
                <c:pt idx="34441">
                  <c:v>26.05</c:v>
                </c:pt>
                <c:pt idx="34442">
                  <c:v>26.05</c:v>
                </c:pt>
                <c:pt idx="34443">
                  <c:v>26.05</c:v>
                </c:pt>
                <c:pt idx="34444">
                  <c:v>26.05</c:v>
                </c:pt>
                <c:pt idx="34445">
                  <c:v>26.05</c:v>
                </c:pt>
                <c:pt idx="34446">
                  <c:v>26.05</c:v>
                </c:pt>
                <c:pt idx="34447">
                  <c:v>26.05</c:v>
                </c:pt>
                <c:pt idx="34448">
                  <c:v>26.05</c:v>
                </c:pt>
                <c:pt idx="34449">
                  <c:v>26.05</c:v>
                </c:pt>
                <c:pt idx="34450">
                  <c:v>26.05</c:v>
                </c:pt>
                <c:pt idx="34451">
                  <c:v>26.05</c:v>
                </c:pt>
                <c:pt idx="34452">
                  <c:v>26.05</c:v>
                </c:pt>
                <c:pt idx="34453">
                  <c:v>26.05</c:v>
                </c:pt>
                <c:pt idx="34454">
                  <c:v>26.05</c:v>
                </c:pt>
                <c:pt idx="34455">
                  <c:v>26.05</c:v>
                </c:pt>
                <c:pt idx="34456">
                  <c:v>26.05</c:v>
                </c:pt>
                <c:pt idx="34457">
                  <c:v>26.05</c:v>
                </c:pt>
                <c:pt idx="34458">
                  <c:v>26.05</c:v>
                </c:pt>
                <c:pt idx="34459">
                  <c:v>26.05</c:v>
                </c:pt>
                <c:pt idx="34460">
                  <c:v>26.05</c:v>
                </c:pt>
                <c:pt idx="34461">
                  <c:v>26.05</c:v>
                </c:pt>
                <c:pt idx="34462">
                  <c:v>26.05</c:v>
                </c:pt>
                <c:pt idx="34463">
                  <c:v>26.05</c:v>
                </c:pt>
                <c:pt idx="34464">
                  <c:v>26.05</c:v>
                </c:pt>
                <c:pt idx="34465">
                  <c:v>26.05</c:v>
                </c:pt>
                <c:pt idx="34466">
                  <c:v>26.05</c:v>
                </c:pt>
                <c:pt idx="34467">
                  <c:v>26.05</c:v>
                </c:pt>
                <c:pt idx="34468">
                  <c:v>26.05</c:v>
                </c:pt>
                <c:pt idx="34469">
                  <c:v>26.05</c:v>
                </c:pt>
                <c:pt idx="34470">
                  <c:v>26.05</c:v>
                </c:pt>
                <c:pt idx="34471">
                  <c:v>26.05</c:v>
                </c:pt>
                <c:pt idx="34472">
                  <c:v>26.05</c:v>
                </c:pt>
                <c:pt idx="34473">
                  <c:v>26.05</c:v>
                </c:pt>
                <c:pt idx="34474">
                  <c:v>26.05</c:v>
                </c:pt>
                <c:pt idx="34475">
                  <c:v>26.05</c:v>
                </c:pt>
                <c:pt idx="34476">
                  <c:v>26.05</c:v>
                </c:pt>
                <c:pt idx="34477">
                  <c:v>26.05</c:v>
                </c:pt>
                <c:pt idx="34478">
                  <c:v>26.05</c:v>
                </c:pt>
                <c:pt idx="34479">
                  <c:v>26.05</c:v>
                </c:pt>
                <c:pt idx="34480">
                  <c:v>26.05</c:v>
                </c:pt>
                <c:pt idx="34481">
                  <c:v>26.05</c:v>
                </c:pt>
                <c:pt idx="34482">
                  <c:v>26.05</c:v>
                </c:pt>
                <c:pt idx="34483">
                  <c:v>26.05</c:v>
                </c:pt>
                <c:pt idx="34484">
                  <c:v>26.05</c:v>
                </c:pt>
                <c:pt idx="34485">
                  <c:v>26.05</c:v>
                </c:pt>
                <c:pt idx="34486">
                  <c:v>26.05</c:v>
                </c:pt>
                <c:pt idx="34487">
                  <c:v>26.05</c:v>
                </c:pt>
                <c:pt idx="34488">
                  <c:v>26.05</c:v>
                </c:pt>
                <c:pt idx="34489">
                  <c:v>26.05</c:v>
                </c:pt>
                <c:pt idx="34490">
                  <c:v>26.05</c:v>
                </c:pt>
                <c:pt idx="34491">
                  <c:v>26.05</c:v>
                </c:pt>
                <c:pt idx="34492">
                  <c:v>26.05</c:v>
                </c:pt>
                <c:pt idx="34493">
                  <c:v>26.05</c:v>
                </c:pt>
                <c:pt idx="34494">
                  <c:v>26.05</c:v>
                </c:pt>
                <c:pt idx="34495">
                  <c:v>26.05</c:v>
                </c:pt>
                <c:pt idx="34496">
                  <c:v>26.05</c:v>
                </c:pt>
                <c:pt idx="34497">
                  <c:v>26.05</c:v>
                </c:pt>
                <c:pt idx="34498">
                  <c:v>26.05</c:v>
                </c:pt>
                <c:pt idx="34499">
                  <c:v>26.05</c:v>
                </c:pt>
                <c:pt idx="34500">
                  <c:v>26.05</c:v>
                </c:pt>
                <c:pt idx="34501">
                  <c:v>26.05</c:v>
                </c:pt>
                <c:pt idx="34502">
                  <c:v>26.05</c:v>
                </c:pt>
                <c:pt idx="34503">
                  <c:v>26.05</c:v>
                </c:pt>
                <c:pt idx="34504">
                  <c:v>26.05</c:v>
                </c:pt>
                <c:pt idx="34505">
                  <c:v>26.05</c:v>
                </c:pt>
                <c:pt idx="34506">
                  <c:v>26.05</c:v>
                </c:pt>
                <c:pt idx="34507">
                  <c:v>26.05</c:v>
                </c:pt>
                <c:pt idx="34508">
                  <c:v>26.05</c:v>
                </c:pt>
                <c:pt idx="34509">
                  <c:v>26.05</c:v>
                </c:pt>
                <c:pt idx="34510">
                  <c:v>26.05</c:v>
                </c:pt>
                <c:pt idx="34511">
                  <c:v>26.05</c:v>
                </c:pt>
                <c:pt idx="34512">
                  <c:v>26</c:v>
                </c:pt>
                <c:pt idx="34513">
                  <c:v>26</c:v>
                </c:pt>
                <c:pt idx="34514">
                  <c:v>26</c:v>
                </c:pt>
                <c:pt idx="34515">
                  <c:v>26.05</c:v>
                </c:pt>
                <c:pt idx="34516">
                  <c:v>26</c:v>
                </c:pt>
                <c:pt idx="34517">
                  <c:v>26.05</c:v>
                </c:pt>
                <c:pt idx="34518">
                  <c:v>26.05</c:v>
                </c:pt>
                <c:pt idx="34519">
                  <c:v>26.05</c:v>
                </c:pt>
                <c:pt idx="34520">
                  <c:v>26.05</c:v>
                </c:pt>
                <c:pt idx="34521">
                  <c:v>26.05</c:v>
                </c:pt>
                <c:pt idx="34522">
                  <c:v>26.05</c:v>
                </c:pt>
                <c:pt idx="34523">
                  <c:v>26.05</c:v>
                </c:pt>
                <c:pt idx="34524">
                  <c:v>26.05</c:v>
                </c:pt>
                <c:pt idx="34525">
                  <c:v>26.05</c:v>
                </c:pt>
                <c:pt idx="34526">
                  <c:v>26.05</c:v>
                </c:pt>
                <c:pt idx="34527">
                  <c:v>26.05</c:v>
                </c:pt>
                <c:pt idx="34528">
                  <c:v>26.05</c:v>
                </c:pt>
                <c:pt idx="34529">
                  <c:v>26.05</c:v>
                </c:pt>
                <c:pt idx="34530">
                  <c:v>26.05</c:v>
                </c:pt>
                <c:pt idx="34531">
                  <c:v>26.05</c:v>
                </c:pt>
                <c:pt idx="34532">
                  <c:v>26.05</c:v>
                </c:pt>
                <c:pt idx="34533">
                  <c:v>26.05</c:v>
                </c:pt>
                <c:pt idx="34534">
                  <c:v>26.05</c:v>
                </c:pt>
                <c:pt idx="34535">
                  <c:v>26.05</c:v>
                </c:pt>
                <c:pt idx="34536">
                  <c:v>26.05</c:v>
                </c:pt>
                <c:pt idx="34537">
                  <c:v>26.05</c:v>
                </c:pt>
                <c:pt idx="34538">
                  <c:v>26.05</c:v>
                </c:pt>
                <c:pt idx="34539">
                  <c:v>26.05</c:v>
                </c:pt>
                <c:pt idx="34540">
                  <c:v>26.05</c:v>
                </c:pt>
                <c:pt idx="34541">
                  <c:v>26.05</c:v>
                </c:pt>
                <c:pt idx="34542">
                  <c:v>26.05</c:v>
                </c:pt>
                <c:pt idx="34543">
                  <c:v>26.05</c:v>
                </c:pt>
                <c:pt idx="34544">
                  <c:v>26.05</c:v>
                </c:pt>
                <c:pt idx="34545">
                  <c:v>26.05</c:v>
                </c:pt>
                <c:pt idx="34546">
                  <c:v>26.05</c:v>
                </c:pt>
                <c:pt idx="34547">
                  <c:v>26.05</c:v>
                </c:pt>
                <c:pt idx="34548">
                  <c:v>26.05</c:v>
                </c:pt>
                <c:pt idx="34549">
                  <c:v>26.05</c:v>
                </c:pt>
                <c:pt idx="34550">
                  <c:v>26.05</c:v>
                </c:pt>
                <c:pt idx="34551">
                  <c:v>26.05</c:v>
                </c:pt>
                <c:pt idx="34552">
                  <c:v>26.05</c:v>
                </c:pt>
                <c:pt idx="34553">
                  <c:v>26.05</c:v>
                </c:pt>
                <c:pt idx="34554">
                  <c:v>26.05</c:v>
                </c:pt>
                <c:pt idx="34555">
                  <c:v>26.05</c:v>
                </c:pt>
                <c:pt idx="34556">
                  <c:v>26.05</c:v>
                </c:pt>
                <c:pt idx="34557">
                  <c:v>26.05</c:v>
                </c:pt>
                <c:pt idx="34558">
                  <c:v>26.05</c:v>
                </c:pt>
                <c:pt idx="34559">
                  <c:v>26.05</c:v>
                </c:pt>
                <c:pt idx="34560">
                  <c:v>26</c:v>
                </c:pt>
                <c:pt idx="34561">
                  <c:v>26</c:v>
                </c:pt>
                <c:pt idx="34562">
                  <c:v>26.05</c:v>
                </c:pt>
                <c:pt idx="34563">
                  <c:v>26</c:v>
                </c:pt>
                <c:pt idx="34564">
                  <c:v>26</c:v>
                </c:pt>
                <c:pt idx="34565">
                  <c:v>26</c:v>
                </c:pt>
                <c:pt idx="34566">
                  <c:v>26</c:v>
                </c:pt>
                <c:pt idx="34567">
                  <c:v>26</c:v>
                </c:pt>
                <c:pt idx="34568">
                  <c:v>26</c:v>
                </c:pt>
                <c:pt idx="34569">
                  <c:v>26</c:v>
                </c:pt>
                <c:pt idx="34570">
                  <c:v>26</c:v>
                </c:pt>
                <c:pt idx="34571">
                  <c:v>26</c:v>
                </c:pt>
                <c:pt idx="34572">
                  <c:v>26</c:v>
                </c:pt>
                <c:pt idx="34573">
                  <c:v>26</c:v>
                </c:pt>
                <c:pt idx="34574">
                  <c:v>26</c:v>
                </c:pt>
                <c:pt idx="34575">
                  <c:v>26</c:v>
                </c:pt>
                <c:pt idx="34576">
                  <c:v>26</c:v>
                </c:pt>
                <c:pt idx="34577">
                  <c:v>26</c:v>
                </c:pt>
                <c:pt idx="34578">
                  <c:v>26</c:v>
                </c:pt>
                <c:pt idx="34579">
                  <c:v>26</c:v>
                </c:pt>
                <c:pt idx="34580">
                  <c:v>26</c:v>
                </c:pt>
                <c:pt idx="34581">
                  <c:v>26.05</c:v>
                </c:pt>
                <c:pt idx="34582">
                  <c:v>26.05</c:v>
                </c:pt>
                <c:pt idx="34583">
                  <c:v>26.05</c:v>
                </c:pt>
                <c:pt idx="34584">
                  <c:v>26.05</c:v>
                </c:pt>
                <c:pt idx="34585">
                  <c:v>26</c:v>
                </c:pt>
                <c:pt idx="34586">
                  <c:v>26</c:v>
                </c:pt>
                <c:pt idx="34587">
                  <c:v>26</c:v>
                </c:pt>
                <c:pt idx="34588">
                  <c:v>26</c:v>
                </c:pt>
                <c:pt idx="34589">
                  <c:v>26</c:v>
                </c:pt>
                <c:pt idx="34590">
                  <c:v>26</c:v>
                </c:pt>
                <c:pt idx="34591">
                  <c:v>26</c:v>
                </c:pt>
                <c:pt idx="34592">
                  <c:v>26</c:v>
                </c:pt>
                <c:pt idx="34593">
                  <c:v>26</c:v>
                </c:pt>
                <c:pt idx="34594">
                  <c:v>26</c:v>
                </c:pt>
                <c:pt idx="34595">
                  <c:v>26</c:v>
                </c:pt>
                <c:pt idx="34596">
                  <c:v>26</c:v>
                </c:pt>
                <c:pt idx="34597">
                  <c:v>26.05</c:v>
                </c:pt>
                <c:pt idx="34598">
                  <c:v>26</c:v>
                </c:pt>
                <c:pt idx="34599">
                  <c:v>26.05</c:v>
                </c:pt>
                <c:pt idx="34600">
                  <c:v>26.05</c:v>
                </c:pt>
                <c:pt idx="34601">
                  <c:v>26.05</c:v>
                </c:pt>
                <c:pt idx="34602">
                  <c:v>26.05</c:v>
                </c:pt>
                <c:pt idx="34603">
                  <c:v>26.05</c:v>
                </c:pt>
                <c:pt idx="34604">
                  <c:v>26</c:v>
                </c:pt>
                <c:pt idx="34605">
                  <c:v>26</c:v>
                </c:pt>
                <c:pt idx="34606">
                  <c:v>26.05</c:v>
                </c:pt>
                <c:pt idx="34607">
                  <c:v>26</c:v>
                </c:pt>
                <c:pt idx="34608">
                  <c:v>26.05</c:v>
                </c:pt>
                <c:pt idx="34609">
                  <c:v>26</c:v>
                </c:pt>
                <c:pt idx="34610">
                  <c:v>26</c:v>
                </c:pt>
                <c:pt idx="34611">
                  <c:v>26</c:v>
                </c:pt>
                <c:pt idx="34612">
                  <c:v>26</c:v>
                </c:pt>
                <c:pt idx="34613">
                  <c:v>26</c:v>
                </c:pt>
                <c:pt idx="34614">
                  <c:v>26</c:v>
                </c:pt>
                <c:pt idx="34615">
                  <c:v>26</c:v>
                </c:pt>
                <c:pt idx="34616">
                  <c:v>26</c:v>
                </c:pt>
                <c:pt idx="34617">
                  <c:v>26</c:v>
                </c:pt>
                <c:pt idx="34618">
                  <c:v>26</c:v>
                </c:pt>
                <c:pt idx="34619">
                  <c:v>26</c:v>
                </c:pt>
                <c:pt idx="34620">
                  <c:v>26</c:v>
                </c:pt>
                <c:pt idx="34621">
                  <c:v>26</c:v>
                </c:pt>
                <c:pt idx="34622">
                  <c:v>26</c:v>
                </c:pt>
                <c:pt idx="34623">
                  <c:v>26</c:v>
                </c:pt>
                <c:pt idx="34624">
                  <c:v>26</c:v>
                </c:pt>
                <c:pt idx="34625">
                  <c:v>26</c:v>
                </c:pt>
                <c:pt idx="34626">
                  <c:v>26</c:v>
                </c:pt>
                <c:pt idx="34627">
                  <c:v>26</c:v>
                </c:pt>
                <c:pt idx="34628">
                  <c:v>26</c:v>
                </c:pt>
                <c:pt idx="34629">
                  <c:v>26</c:v>
                </c:pt>
                <c:pt idx="34630">
                  <c:v>26</c:v>
                </c:pt>
                <c:pt idx="34631">
                  <c:v>26</c:v>
                </c:pt>
                <c:pt idx="34632">
                  <c:v>26</c:v>
                </c:pt>
                <c:pt idx="34633">
                  <c:v>26</c:v>
                </c:pt>
                <c:pt idx="34634">
                  <c:v>26</c:v>
                </c:pt>
                <c:pt idx="34635">
                  <c:v>26.05</c:v>
                </c:pt>
                <c:pt idx="34636">
                  <c:v>26</c:v>
                </c:pt>
                <c:pt idx="34637">
                  <c:v>26.05</c:v>
                </c:pt>
                <c:pt idx="34638">
                  <c:v>26.05</c:v>
                </c:pt>
                <c:pt idx="34639">
                  <c:v>26</c:v>
                </c:pt>
                <c:pt idx="34640">
                  <c:v>26</c:v>
                </c:pt>
                <c:pt idx="34641">
                  <c:v>26</c:v>
                </c:pt>
                <c:pt idx="34642">
                  <c:v>26</c:v>
                </c:pt>
                <c:pt idx="34643">
                  <c:v>26</c:v>
                </c:pt>
                <c:pt idx="34644">
                  <c:v>26</c:v>
                </c:pt>
                <c:pt idx="34645">
                  <c:v>26</c:v>
                </c:pt>
                <c:pt idx="34646">
                  <c:v>26</c:v>
                </c:pt>
                <c:pt idx="34647">
                  <c:v>26</c:v>
                </c:pt>
                <c:pt idx="34648">
                  <c:v>26</c:v>
                </c:pt>
                <c:pt idx="34649">
                  <c:v>26</c:v>
                </c:pt>
                <c:pt idx="34650">
                  <c:v>26</c:v>
                </c:pt>
                <c:pt idx="34651">
                  <c:v>26</c:v>
                </c:pt>
                <c:pt idx="34652">
                  <c:v>26</c:v>
                </c:pt>
                <c:pt idx="34653">
                  <c:v>26</c:v>
                </c:pt>
                <c:pt idx="34654">
                  <c:v>26</c:v>
                </c:pt>
                <c:pt idx="34655">
                  <c:v>26</c:v>
                </c:pt>
                <c:pt idx="34656">
                  <c:v>26</c:v>
                </c:pt>
                <c:pt idx="34657">
                  <c:v>26</c:v>
                </c:pt>
                <c:pt idx="34658">
                  <c:v>26</c:v>
                </c:pt>
                <c:pt idx="34659">
                  <c:v>26</c:v>
                </c:pt>
                <c:pt idx="34660">
                  <c:v>26</c:v>
                </c:pt>
                <c:pt idx="34661">
                  <c:v>26</c:v>
                </c:pt>
                <c:pt idx="34662">
                  <c:v>26</c:v>
                </c:pt>
                <c:pt idx="34663">
                  <c:v>26</c:v>
                </c:pt>
                <c:pt idx="34664">
                  <c:v>26</c:v>
                </c:pt>
                <c:pt idx="34665">
                  <c:v>26</c:v>
                </c:pt>
                <c:pt idx="34666">
                  <c:v>26</c:v>
                </c:pt>
                <c:pt idx="34667">
                  <c:v>26</c:v>
                </c:pt>
                <c:pt idx="34668">
                  <c:v>26</c:v>
                </c:pt>
                <c:pt idx="34669">
                  <c:v>26</c:v>
                </c:pt>
                <c:pt idx="34670">
                  <c:v>26</c:v>
                </c:pt>
                <c:pt idx="34671">
                  <c:v>26</c:v>
                </c:pt>
                <c:pt idx="34672">
                  <c:v>26</c:v>
                </c:pt>
                <c:pt idx="34673">
                  <c:v>26</c:v>
                </c:pt>
                <c:pt idx="34674">
                  <c:v>26</c:v>
                </c:pt>
                <c:pt idx="34675">
                  <c:v>26</c:v>
                </c:pt>
                <c:pt idx="34676">
                  <c:v>26</c:v>
                </c:pt>
                <c:pt idx="34677">
                  <c:v>26</c:v>
                </c:pt>
                <c:pt idx="34678">
                  <c:v>26</c:v>
                </c:pt>
                <c:pt idx="34679">
                  <c:v>26</c:v>
                </c:pt>
                <c:pt idx="34680">
                  <c:v>26</c:v>
                </c:pt>
                <c:pt idx="34681">
                  <c:v>26</c:v>
                </c:pt>
                <c:pt idx="34682">
                  <c:v>26</c:v>
                </c:pt>
                <c:pt idx="34683">
                  <c:v>26</c:v>
                </c:pt>
                <c:pt idx="34684">
                  <c:v>26</c:v>
                </c:pt>
                <c:pt idx="34685">
                  <c:v>26</c:v>
                </c:pt>
                <c:pt idx="34686">
                  <c:v>26</c:v>
                </c:pt>
                <c:pt idx="34687">
                  <c:v>26</c:v>
                </c:pt>
                <c:pt idx="34688">
                  <c:v>26</c:v>
                </c:pt>
                <c:pt idx="34689">
                  <c:v>26</c:v>
                </c:pt>
                <c:pt idx="34690">
                  <c:v>26</c:v>
                </c:pt>
                <c:pt idx="34691">
                  <c:v>26</c:v>
                </c:pt>
                <c:pt idx="34692">
                  <c:v>26</c:v>
                </c:pt>
                <c:pt idx="34693">
                  <c:v>26</c:v>
                </c:pt>
                <c:pt idx="34694">
                  <c:v>26</c:v>
                </c:pt>
                <c:pt idx="34695">
                  <c:v>26</c:v>
                </c:pt>
                <c:pt idx="34696">
                  <c:v>26</c:v>
                </c:pt>
                <c:pt idx="34697">
                  <c:v>26</c:v>
                </c:pt>
                <c:pt idx="34698">
                  <c:v>26</c:v>
                </c:pt>
                <c:pt idx="34699">
                  <c:v>26</c:v>
                </c:pt>
                <c:pt idx="34700">
                  <c:v>26</c:v>
                </c:pt>
                <c:pt idx="34701">
                  <c:v>26</c:v>
                </c:pt>
                <c:pt idx="34702">
                  <c:v>26</c:v>
                </c:pt>
                <c:pt idx="34703">
                  <c:v>26</c:v>
                </c:pt>
                <c:pt idx="34704">
                  <c:v>26</c:v>
                </c:pt>
                <c:pt idx="34705">
                  <c:v>26</c:v>
                </c:pt>
                <c:pt idx="34706">
                  <c:v>26</c:v>
                </c:pt>
                <c:pt idx="34707">
                  <c:v>26</c:v>
                </c:pt>
                <c:pt idx="34708">
                  <c:v>26</c:v>
                </c:pt>
                <c:pt idx="34709">
                  <c:v>26</c:v>
                </c:pt>
                <c:pt idx="34710">
                  <c:v>26</c:v>
                </c:pt>
                <c:pt idx="34711">
                  <c:v>26</c:v>
                </c:pt>
                <c:pt idx="34712">
                  <c:v>26</c:v>
                </c:pt>
                <c:pt idx="34713">
                  <c:v>26</c:v>
                </c:pt>
                <c:pt idx="34714">
                  <c:v>26</c:v>
                </c:pt>
                <c:pt idx="34715">
                  <c:v>26</c:v>
                </c:pt>
                <c:pt idx="34716">
                  <c:v>26</c:v>
                </c:pt>
                <c:pt idx="34717">
                  <c:v>26</c:v>
                </c:pt>
                <c:pt idx="34718">
                  <c:v>26</c:v>
                </c:pt>
                <c:pt idx="34719">
                  <c:v>26</c:v>
                </c:pt>
                <c:pt idx="34720">
                  <c:v>26</c:v>
                </c:pt>
                <c:pt idx="34721">
                  <c:v>26</c:v>
                </c:pt>
                <c:pt idx="34722">
                  <c:v>26</c:v>
                </c:pt>
                <c:pt idx="34723">
                  <c:v>26</c:v>
                </c:pt>
                <c:pt idx="34724">
                  <c:v>26</c:v>
                </c:pt>
                <c:pt idx="34725">
                  <c:v>26</c:v>
                </c:pt>
                <c:pt idx="34726">
                  <c:v>26</c:v>
                </c:pt>
                <c:pt idx="34727">
                  <c:v>26</c:v>
                </c:pt>
                <c:pt idx="34728">
                  <c:v>26</c:v>
                </c:pt>
                <c:pt idx="34729">
                  <c:v>26</c:v>
                </c:pt>
                <c:pt idx="34730">
                  <c:v>26</c:v>
                </c:pt>
                <c:pt idx="34731">
                  <c:v>26</c:v>
                </c:pt>
                <c:pt idx="34732">
                  <c:v>26</c:v>
                </c:pt>
                <c:pt idx="34733">
                  <c:v>26</c:v>
                </c:pt>
                <c:pt idx="34734">
                  <c:v>26</c:v>
                </c:pt>
                <c:pt idx="34735">
                  <c:v>26</c:v>
                </c:pt>
                <c:pt idx="34736">
                  <c:v>26</c:v>
                </c:pt>
                <c:pt idx="34737">
                  <c:v>26</c:v>
                </c:pt>
                <c:pt idx="34738">
                  <c:v>26</c:v>
                </c:pt>
                <c:pt idx="34739">
                  <c:v>26</c:v>
                </c:pt>
                <c:pt idx="34740">
                  <c:v>26</c:v>
                </c:pt>
                <c:pt idx="34741">
                  <c:v>26</c:v>
                </c:pt>
                <c:pt idx="34742">
                  <c:v>26</c:v>
                </c:pt>
                <c:pt idx="34743">
                  <c:v>26</c:v>
                </c:pt>
                <c:pt idx="34744">
                  <c:v>26</c:v>
                </c:pt>
                <c:pt idx="34745">
                  <c:v>26</c:v>
                </c:pt>
                <c:pt idx="34746">
                  <c:v>26</c:v>
                </c:pt>
                <c:pt idx="34747">
                  <c:v>26</c:v>
                </c:pt>
                <c:pt idx="34748">
                  <c:v>26</c:v>
                </c:pt>
                <c:pt idx="34749">
                  <c:v>26</c:v>
                </c:pt>
                <c:pt idx="34750">
                  <c:v>26</c:v>
                </c:pt>
                <c:pt idx="34751">
                  <c:v>26</c:v>
                </c:pt>
                <c:pt idx="34752">
                  <c:v>26</c:v>
                </c:pt>
                <c:pt idx="34753">
                  <c:v>26</c:v>
                </c:pt>
                <c:pt idx="34754">
                  <c:v>26</c:v>
                </c:pt>
                <c:pt idx="34755">
                  <c:v>26</c:v>
                </c:pt>
                <c:pt idx="34756">
                  <c:v>26</c:v>
                </c:pt>
                <c:pt idx="34757">
                  <c:v>26</c:v>
                </c:pt>
                <c:pt idx="34758">
                  <c:v>26</c:v>
                </c:pt>
                <c:pt idx="34759">
                  <c:v>26</c:v>
                </c:pt>
                <c:pt idx="34760">
                  <c:v>26</c:v>
                </c:pt>
                <c:pt idx="34761">
                  <c:v>26</c:v>
                </c:pt>
                <c:pt idx="34762">
                  <c:v>26</c:v>
                </c:pt>
                <c:pt idx="34763">
                  <c:v>26</c:v>
                </c:pt>
                <c:pt idx="34764">
                  <c:v>26</c:v>
                </c:pt>
                <c:pt idx="34765">
                  <c:v>26</c:v>
                </c:pt>
                <c:pt idx="34766">
                  <c:v>26</c:v>
                </c:pt>
                <c:pt idx="34767">
                  <c:v>26</c:v>
                </c:pt>
                <c:pt idx="34768">
                  <c:v>26</c:v>
                </c:pt>
                <c:pt idx="34769">
                  <c:v>26</c:v>
                </c:pt>
                <c:pt idx="34770">
                  <c:v>26</c:v>
                </c:pt>
                <c:pt idx="34771">
                  <c:v>26</c:v>
                </c:pt>
                <c:pt idx="34772">
                  <c:v>26</c:v>
                </c:pt>
                <c:pt idx="34773">
                  <c:v>26</c:v>
                </c:pt>
                <c:pt idx="34774">
                  <c:v>26</c:v>
                </c:pt>
                <c:pt idx="34775">
                  <c:v>26</c:v>
                </c:pt>
                <c:pt idx="34776">
                  <c:v>26</c:v>
                </c:pt>
                <c:pt idx="34777">
                  <c:v>26</c:v>
                </c:pt>
                <c:pt idx="34778">
                  <c:v>26</c:v>
                </c:pt>
                <c:pt idx="34779">
                  <c:v>26</c:v>
                </c:pt>
                <c:pt idx="34780">
                  <c:v>26</c:v>
                </c:pt>
                <c:pt idx="34781">
                  <c:v>26</c:v>
                </c:pt>
                <c:pt idx="34782">
                  <c:v>26</c:v>
                </c:pt>
                <c:pt idx="34783">
                  <c:v>26</c:v>
                </c:pt>
                <c:pt idx="34784">
                  <c:v>26</c:v>
                </c:pt>
                <c:pt idx="34785">
                  <c:v>26</c:v>
                </c:pt>
                <c:pt idx="34786">
                  <c:v>26</c:v>
                </c:pt>
                <c:pt idx="34787">
                  <c:v>26</c:v>
                </c:pt>
                <c:pt idx="34788">
                  <c:v>26</c:v>
                </c:pt>
                <c:pt idx="34789">
                  <c:v>26</c:v>
                </c:pt>
                <c:pt idx="34790">
                  <c:v>26</c:v>
                </c:pt>
                <c:pt idx="34791">
                  <c:v>26</c:v>
                </c:pt>
                <c:pt idx="34792">
                  <c:v>26</c:v>
                </c:pt>
                <c:pt idx="34793">
                  <c:v>26</c:v>
                </c:pt>
                <c:pt idx="34794">
                  <c:v>26</c:v>
                </c:pt>
                <c:pt idx="34795">
                  <c:v>26</c:v>
                </c:pt>
                <c:pt idx="34796">
                  <c:v>26</c:v>
                </c:pt>
                <c:pt idx="34797">
                  <c:v>26</c:v>
                </c:pt>
                <c:pt idx="34798">
                  <c:v>26</c:v>
                </c:pt>
                <c:pt idx="34799">
                  <c:v>25.95</c:v>
                </c:pt>
                <c:pt idx="34800">
                  <c:v>25.95</c:v>
                </c:pt>
                <c:pt idx="34801">
                  <c:v>25.95</c:v>
                </c:pt>
                <c:pt idx="34802">
                  <c:v>25.95</c:v>
                </c:pt>
                <c:pt idx="34803">
                  <c:v>25.95</c:v>
                </c:pt>
                <c:pt idx="34804">
                  <c:v>25.95</c:v>
                </c:pt>
                <c:pt idx="34805">
                  <c:v>25.95</c:v>
                </c:pt>
                <c:pt idx="34806">
                  <c:v>26</c:v>
                </c:pt>
                <c:pt idx="34807">
                  <c:v>25.95</c:v>
                </c:pt>
                <c:pt idx="34808">
                  <c:v>26</c:v>
                </c:pt>
                <c:pt idx="34809">
                  <c:v>26</c:v>
                </c:pt>
                <c:pt idx="34810">
                  <c:v>26</c:v>
                </c:pt>
                <c:pt idx="34811">
                  <c:v>26</c:v>
                </c:pt>
                <c:pt idx="34812">
                  <c:v>26</c:v>
                </c:pt>
                <c:pt idx="34813">
                  <c:v>26</c:v>
                </c:pt>
                <c:pt idx="34814">
                  <c:v>26</c:v>
                </c:pt>
                <c:pt idx="34815">
                  <c:v>26</c:v>
                </c:pt>
                <c:pt idx="34816">
                  <c:v>26</c:v>
                </c:pt>
                <c:pt idx="34817">
                  <c:v>26</c:v>
                </c:pt>
                <c:pt idx="34818">
                  <c:v>26</c:v>
                </c:pt>
                <c:pt idx="34819">
                  <c:v>26</c:v>
                </c:pt>
                <c:pt idx="34820">
                  <c:v>26</c:v>
                </c:pt>
                <c:pt idx="34821">
                  <c:v>26</c:v>
                </c:pt>
                <c:pt idx="34822">
                  <c:v>26</c:v>
                </c:pt>
                <c:pt idx="34823">
                  <c:v>26</c:v>
                </c:pt>
                <c:pt idx="34824">
                  <c:v>26</c:v>
                </c:pt>
                <c:pt idx="34825">
                  <c:v>26</c:v>
                </c:pt>
                <c:pt idx="34826">
                  <c:v>26</c:v>
                </c:pt>
                <c:pt idx="34827">
                  <c:v>26</c:v>
                </c:pt>
                <c:pt idx="34828">
                  <c:v>25.95</c:v>
                </c:pt>
                <c:pt idx="34829">
                  <c:v>26</c:v>
                </c:pt>
                <c:pt idx="34830">
                  <c:v>26</c:v>
                </c:pt>
                <c:pt idx="34831">
                  <c:v>26</c:v>
                </c:pt>
                <c:pt idx="34832">
                  <c:v>26</c:v>
                </c:pt>
                <c:pt idx="34833">
                  <c:v>26</c:v>
                </c:pt>
                <c:pt idx="34834">
                  <c:v>26</c:v>
                </c:pt>
                <c:pt idx="34835">
                  <c:v>26</c:v>
                </c:pt>
                <c:pt idx="34836">
                  <c:v>26</c:v>
                </c:pt>
                <c:pt idx="34837">
                  <c:v>26</c:v>
                </c:pt>
                <c:pt idx="34838">
                  <c:v>26</c:v>
                </c:pt>
                <c:pt idx="34839">
                  <c:v>26</c:v>
                </c:pt>
                <c:pt idx="34840">
                  <c:v>26</c:v>
                </c:pt>
                <c:pt idx="34841">
                  <c:v>26</c:v>
                </c:pt>
                <c:pt idx="34842">
                  <c:v>26</c:v>
                </c:pt>
                <c:pt idx="34843">
                  <c:v>26</c:v>
                </c:pt>
                <c:pt idx="34844">
                  <c:v>26</c:v>
                </c:pt>
                <c:pt idx="34845">
                  <c:v>26</c:v>
                </c:pt>
                <c:pt idx="34846">
                  <c:v>25.95</c:v>
                </c:pt>
                <c:pt idx="34847">
                  <c:v>26</c:v>
                </c:pt>
                <c:pt idx="34848">
                  <c:v>26</c:v>
                </c:pt>
                <c:pt idx="34849">
                  <c:v>26</c:v>
                </c:pt>
                <c:pt idx="34850">
                  <c:v>25.95</c:v>
                </c:pt>
                <c:pt idx="34851">
                  <c:v>25.95</c:v>
                </c:pt>
                <c:pt idx="34852">
                  <c:v>25.95</c:v>
                </c:pt>
                <c:pt idx="34853">
                  <c:v>25.95</c:v>
                </c:pt>
                <c:pt idx="34854">
                  <c:v>25.95</c:v>
                </c:pt>
                <c:pt idx="34855">
                  <c:v>25.95</c:v>
                </c:pt>
                <c:pt idx="34856">
                  <c:v>25.95</c:v>
                </c:pt>
                <c:pt idx="34857">
                  <c:v>25.95</c:v>
                </c:pt>
                <c:pt idx="34858">
                  <c:v>25.95</c:v>
                </c:pt>
                <c:pt idx="34859">
                  <c:v>25.95</c:v>
                </c:pt>
                <c:pt idx="34860">
                  <c:v>25.95</c:v>
                </c:pt>
                <c:pt idx="34861">
                  <c:v>25.95</c:v>
                </c:pt>
                <c:pt idx="34862">
                  <c:v>25.95</c:v>
                </c:pt>
                <c:pt idx="34863">
                  <c:v>25.95</c:v>
                </c:pt>
                <c:pt idx="34864">
                  <c:v>25.95</c:v>
                </c:pt>
                <c:pt idx="34865">
                  <c:v>25.95</c:v>
                </c:pt>
                <c:pt idx="34866">
                  <c:v>25.95</c:v>
                </c:pt>
                <c:pt idx="34867">
                  <c:v>25.95</c:v>
                </c:pt>
                <c:pt idx="34868">
                  <c:v>25.95</c:v>
                </c:pt>
                <c:pt idx="34869">
                  <c:v>25.95</c:v>
                </c:pt>
                <c:pt idx="34870">
                  <c:v>25.95</c:v>
                </c:pt>
                <c:pt idx="34871">
                  <c:v>25.95</c:v>
                </c:pt>
                <c:pt idx="34872">
                  <c:v>25.95</c:v>
                </c:pt>
                <c:pt idx="34873">
                  <c:v>25.95</c:v>
                </c:pt>
                <c:pt idx="34874">
                  <c:v>25.95</c:v>
                </c:pt>
                <c:pt idx="34875">
                  <c:v>25.95</c:v>
                </c:pt>
                <c:pt idx="34876">
                  <c:v>25.95</c:v>
                </c:pt>
                <c:pt idx="34877">
                  <c:v>25.95</c:v>
                </c:pt>
                <c:pt idx="34878">
                  <c:v>25.95</c:v>
                </c:pt>
                <c:pt idx="34879">
                  <c:v>25.95</c:v>
                </c:pt>
                <c:pt idx="34880">
                  <c:v>25.95</c:v>
                </c:pt>
                <c:pt idx="34881">
                  <c:v>25.95</c:v>
                </c:pt>
                <c:pt idx="34882">
                  <c:v>25.95</c:v>
                </c:pt>
                <c:pt idx="34883">
                  <c:v>25.95</c:v>
                </c:pt>
                <c:pt idx="34884">
                  <c:v>25.95</c:v>
                </c:pt>
                <c:pt idx="34885">
                  <c:v>25.95</c:v>
                </c:pt>
                <c:pt idx="34886">
                  <c:v>26</c:v>
                </c:pt>
                <c:pt idx="34887">
                  <c:v>25.95</c:v>
                </c:pt>
                <c:pt idx="34888">
                  <c:v>26</c:v>
                </c:pt>
                <c:pt idx="34889">
                  <c:v>26</c:v>
                </c:pt>
                <c:pt idx="34890">
                  <c:v>26</c:v>
                </c:pt>
                <c:pt idx="34891">
                  <c:v>26</c:v>
                </c:pt>
                <c:pt idx="34892">
                  <c:v>26</c:v>
                </c:pt>
                <c:pt idx="34893">
                  <c:v>26</c:v>
                </c:pt>
                <c:pt idx="34894">
                  <c:v>26</c:v>
                </c:pt>
                <c:pt idx="34895">
                  <c:v>25.95</c:v>
                </c:pt>
                <c:pt idx="34896">
                  <c:v>25.95</c:v>
                </c:pt>
                <c:pt idx="34897">
                  <c:v>25.95</c:v>
                </c:pt>
                <c:pt idx="34898">
                  <c:v>25.95</c:v>
                </c:pt>
                <c:pt idx="34899">
                  <c:v>25.95</c:v>
                </c:pt>
                <c:pt idx="34900">
                  <c:v>25.95</c:v>
                </c:pt>
                <c:pt idx="34901">
                  <c:v>25.95</c:v>
                </c:pt>
                <c:pt idx="34902">
                  <c:v>25.95</c:v>
                </c:pt>
                <c:pt idx="34903">
                  <c:v>25.95</c:v>
                </c:pt>
                <c:pt idx="34904">
                  <c:v>25.95</c:v>
                </c:pt>
                <c:pt idx="34905">
                  <c:v>25.95</c:v>
                </c:pt>
                <c:pt idx="34906">
                  <c:v>25.95</c:v>
                </c:pt>
                <c:pt idx="34907">
                  <c:v>25.95</c:v>
                </c:pt>
                <c:pt idx="34908">
                  <c:v>25.95</c:v>
                </c:pt>
                <c:pt idx="34909">
                  <c:v>25.95</c:v>
                </c:pt>
                <c:pt idx="34910">
                  <c:v>25.95</c:v>
                </c:pt>
                <c:pt idx="34911">
                  <c:v>25.95</c:v>
                </c:pt>
                <c:pt idx="34912">
                  <c:v>25.95</c:v>
                </c:pt>
                <c:pt idx="34913">
                  <c:v>25.95</c:v>
                </c:pt>
                <c:pt idx="34914">
                  <c:v>25.95</c:v>
                </c:pt>
                <c:pt idx="34915">
                  <c:v>25.95</c:v>
                </c:pt>
                <c:pt idx="34916">
                  <c:v>25.95</c:v>
                </c:pt>
                <c:pt idx="34917">
                  <c:v>25.95</c:v>
                </c:pt>
                <c:pt idx="34918">
                  <c:v>25.95</c:v>
                </c:pt>
                <c:pt idx="34919">
                  <c:v>25.95</c:v>
                </c:pt>
                <c:pt idx="34920">
                  <c:v>25.95</c:v>
                </c:pt>
                <c:pt idx="34921">
                  <c:v>25.95</c:v>
                </c:pt>
                <c:pt idx="34922">
                  <c:v>25.95</c:v>
                </c:pt>
                <c:pt idx="34923">
                  <c:v>25.95</c:v>
                </c:pt>
                <c:pt idx="34924">
                  <c:v>25.95</c:v>
                </c:pt>
                <c:pt idx="34925">
                  <c:v>25.95</c:v>
                </c:pt>
                <c:pt idx="34926">
                  <c:v>25.95</c:v>
                </c:pt>
                <c:pt idx="34927">
                  <c:v>25.95</c:v>
                </c:pt>
                <c:pt idx="34928">
                  <c:v>25.95</c:v>
                </c:pt>
                <c:pt idx="34929">
                  <c:v>25.95</c:v>
                </c:pt>
                <c:pt idx="34930">
                  <c:v>25.95</c:v>
                </c:pt>
                <c:pt idx="34931">
                  <c:v>25.95</c:v>
                </c:pt>
                <c:pt idx="34932">
                  <c:v>26</c:v>
                </c:pt>
                <c:pt idx="34933">
                  <c:v>25.95</c:v>
                </c:pt>
                <c:pt idx="34934">
                  <c:v>25.95</c:v>
                </c:pt>
                <c:pt idx="34935">
                  <c:v>25.95</c:v>
                </c:pt>
                <c:pt idx="34936">
                  <c:v>25.95</c:v>
                </c:pt>
                <c:pt idx="34937">
                  <c:v>25.95</c:v>
                </c:pt>
                <c:pt idx="34938">
                  <c:v>25.95</c:v>
                </c:pt>
                <c:pt idx="34939">
                  <c:v>25.95</c:v>
                </c:pt>
                <c:pt idx="34940">
                  <c:v>25.95</c:v>
                </c:pt>
                <c:pt idx="34941">
                  <c:v>25.95</c:v>
                </c:pt>
                <c:pt idx="34942">
                  <c:v>25.95</c:v>
                </c:pt>
                <c:pt idx="34943">
                  <c:v>25.95</c:v>
                </c:pt>
                <c:pt idx="34944">
                  <c:v>25.95</c:v>
                </c:pt>
                <c:pt idx="34945">
                  <c:v>25.95</c:v>
                </c:pt>
                <c:pt idx="34946">
                  <c:v>25.95</c:v>
                </c:pt>
                <c:pt idx="34947">
                  <c:v>25.95</c:v>
                </c:pt>
                <c:pt idx="34948">
                  <c:v>25.95</c:v>
                </c:pt>
                <c:pt idx="34949">
                  <c:v>25.95</c:v>
                </c:pt>
                <c:pt idx="34950">
                  <c:v>25.95</c:v>
                </c:pt>
                <c:pt idx="34951">
                  <c:v>25.95</c:v>
                </c:pt>
                <c:pt idx="34952">
                  <c:v>25.9</c:v>
                </c:pt>
                <c:pt idx="34953">
                  <c:v>25.95</c:v>
                </c:pt>
                <c:pt idx="34954">
                  <c:v>25.95</c:v>
                </c:pt>
                <c:pt idx="34955">
                  <c:v>25.9</c:v>
                </c:pt>
                <c:pt idx="34956">
                  <c:v>25.95</c:v>
                </c:pt>
                <c:pt idx="34957">
                  <c:v>25.9</c:v>
                </c:pt>
                <c:pt idx="34958">
                  <c:v>25.9</c:v>
                </c:pt>
                <c:pt idx="34959">
                  <c:v>25.9</c:v>
                </c:pt>
                <c:pt idx="34960">
                  <c:v>25.95</c:v>
                </c:pt>
                <c:pt idx="34961">
                  <c:v>25.9</c:v>
                </c:pt>
                <c:pt idx="34962">
                  <c:v>25.95</c:v>
                </c:pt>
                <c:pt idx="34963">
                  <c:v>25.9</c:v>
                </c:pt>
                <c:pt idx="34964">
                  <c:v>25.9</c:v>
                </c:pt>
                <c:pt idx="34965">
                  <c:v>25.95</c:v>
                </c:pt>
                <c:pt idx="34966">
                  <c:v>25.95</c:v>
                </c:pt>
                <c:pt idx="34967">
                  <c:v>25.9</c:v>
                </c:pt>
                <c:pt idx="34968">
                  <c:v>25.9</c:v>
                </c:pt>
                <c:pt idx="34969">
                  <c:v>25.9</c:v>
                </c:pt>
                <c:pt idx="34970">
                  <c:v>25.9</c:v>
                </c:pt>
                <c:pt idx="34971">
                  <c:v>25.9</c:v>
                </c:pt>
                <c:pt idx="34972">
                  <c:v>25.9</c:v>
                </c:pt>
                <c:pt idx="34973">
                  <c:v>25.9</c:v>
                </c:pt>
                <c:pt idx="34974">
                  <c:v>25.9</c:v>
                </c:pt>
                <c:pt idx="34975">
                  <c:v>25.95</c:v>
                </c:pt>
                <c:pt idx="34976">
                  <c:v>25.9</c:v>
                </c:pt>
                <c:pt idx="34977">
                  <c:v>25.9</c:v>
                </c:pt>
                <c:pt idx="34978">
                  <c:v>25.95</c:v>
                </c:pt>
                <c:pt idx="34979">
                  <c:v>25.9</c:v>
                </c:pt>
                <c:pt idx="34980">
                  <c:v>25.9</c:v>
                </c:pt>
                <c:pt idx="34981">
                  <c:v>25.9</c:v>
                </c:pt>
                <c:pt idx="34982">
                  <c:v>25.9</c:v>
                </c:pt>
                <c:pt idx="34983">
                  <c:v>25.9</c:v>
                </c:pt>
                <c:pt idx="34984">
                  <c:v>25.9</c:v>
                </c:pt>
                <c:pt idx="34985">
                  <c:v>25.9</c:v>
                </c:pt>
                <c:pt idx="34986">
                  <c:v>25.9</c:v>
                </c:pt>
                <c:pt idx="34987">
                  <c:v>25.9</c:v>
                </c:pt>
                <c:pt idx="34988">
                  <c:v>25.9</c:v>
                </c:pt>
                <c:pt idx="34989">
                  <c:v>25.9</c:v>
                </c:pt>
                <c:pt idx="34990">
                  <c:v>25.9</c:v>
                </c:pt>
                <c:pt idx="34991">
                  <c:v>25.9</c:v>
                </c:pt>
                <c:pt idx="34992">
                  <c:v>25.9</c:v>
                </c:pt>
                <c:pt idx="34993">
                  <c:v>25.9</c:v>
                </c:pt>
                <c:pt idx="34994">
                  <c:v>25.9</c:v>
                </c:pt>
                <c:pt idx="34995">
                  <c:v>25.9</c:v>
                </c:pt>
                <c:pt idx="34996">
                  <c:v>25.9</c:v>
                </c:pt>
                <c:pt idx="34997">
                  <c:v>25.9</c:v>
                </c:pt>
                <c:pt idx="34998">
                  <c:v>25.9</c:v>
                </c:pt>
                <c:pt idx="34999">
                  <c:v>25.9</c:v>
                </c:pt>
                <c:pt idx="35000">
                  <c:v>25.9</c:v>
                </c:pt>
                <c:pt idx="35001">
                  <c:v>25.9</c:v>
                </c:pt>
                <c:pt idx="35002">
                  <c:v>25.9</c:v>
                </c:pt>
                <c:pt idx="35003">
                  <c:v>25.9</c:v>
                </c:pt>
                <c:pt idx="35004">
                  <c:v>25.9</c:v>
                </c:pt>
                <c:pt idx="35005">
                  <c:v>25.9</c:v>
                </c:pt>
                <c:pt idx="35006">
                  <c:v>25.9</c:v>
                </c:pt>
                <c:pt idx="35007">
                  <c:v>25.9</c:v>
                </c:pt>
                <c:pt idx="35008">
                  <c:v>25.9</c:v>
                </c:pt>
                <c:pt idx="35009">
                  <c:v>25.9</c:v>
                </c:pt>
                <c:pt idx="35010">
                  <c:v>25.9</c:v>
                </c:pt>
                <c:pt idx="35011">
                  <c:v>25.9</c:v>
                </c:pt>
                <c:pt idx="35012">
                  <c:v>25.9</c:v>
                </c:pt>
                <c:pt idx="35013">
                  <c:v>25.9</c:v>
                </c:pt>
                <c:pt idx="35014">
                  <c:v>25.9</c:v>
                </c:pt>
                <c:pt idx="35015">
                  <c:v>25.9</c:v>
                </c:pt>
                <c:pt idx="35016">
                  <c:v>25.9</c:v>
                </c:pt>
                <c:pt idx="35017">
                  <c:v>25.9</c:v>
                </c:pt>
                <c:pt idx="35018">
                  <c:v>25.9</c:v>
                </c:pt>
                <c:pt idx="35019">
                  <c:v>25.9</c:v>
                </c:pt>
                <c:pt idx="35020">
                  <c:v>25.9</c:v>
                </c:pt>
                <c:pt idx="35021">
                  <c:v>25.9</c:v>
                </c:pt>
                <c:pt idx="35022">
                  <c:v>25.9</c:v>
                </c:pt>
                <c:pt idx="35023">
                  <c:v>25.9</c:v>
                </c:pt>
                <c:pt idx="35024">
                  <c:v>25.9</c:v>
                </c:pt>
                <c:pt idx="35025">
                  <c:v>25.9</c:v>
                </c:pt>
                <c:pt idx="35026">
                  <c:v>25.9</c:v>
                </c:pt>
                <c:pt idx="35027">
                  <c:v>25.9</c:v>
                </c:pt>
                <c:pt idx="35028">
                  <c:v>25.9</c:v>
                </c:pt>
                <c:pt idx="35029">
                  <c:v>25.9</c:v>
                </c:pt>
                <c:pt idx="35030">
                  <c:v>25.9</c:v>
                </c:pt>
                <c:pt idx="35031">
                  <c:v>25.9</c:v>
                </c:pt>
                <c:pt idx="35032">
                  <c:v>25.9</c:v>
                </c:pt>
                <c:pt idx="35033">
                  <c:v>25.9</c:v>
                </c:pt>
                <c:pt idx="35034">
                  <c:v>25.9</c:v>
                </c:pt>
                <c:pt idx="35035">
                  <c:v>25.9</c:v>
                </c:pt>
                <c:pt idx="35036">
                  <c:v>25.9</c:v>
                </c:pt>
                <c:pt idx="35037">
                  <c:v>25.9</c:v>
                </c:pt>
                <c:pt idx="35038">
                  <c:v>25.9</c:v>
                </c:pt>
                <c:pt idx="35039">
                  <c:v>25.9</c:v>
                </c:pt>
                <c:pt idx="35040">
                  <c:v>25.9</c:v>
                </c:pt>
                <c:pt idx="35041">
                  <c:v>25.9</c:v>
                </c:pt>
                <c:pt idx="35042">
                  <c:v>25.9</c:v>
                </c:pt>
                <c:pt idx="35043">
                  <c:v>25.9</c:v>
                </c:pt>
                <c:pt idx="35044">
                  <c:v>25.9</c:v>
                </c:pt>
                <c:pt idx="35045">
                  <c:v>25.9</c:v>
                </c:pt>
                <c:pt idx="35046">
                  <c:v>25.9</c:v>
                </c:pt>
                <c:pt idx="35047">
                  <c:v>25.9</c:v>
                </c:pt>
                <c:pt idx="35048">
                  <c:v>25.9</c:v>
                </c:pt>
                <c:pt idx="35049">
                  <c:v>25.9</c:v>
                </c:pt>
                <c:pt idx="35050">
                  <c:v>25.9</c:v>
                </c:pt>
                <c:pt idx="35051">
                  <c:v>25.9</c:v>
                </c:pt>
                <c:pt idx="35052">
                  <c:v>25.9</c:v>
                </c:pt>
                <c:pt idx="35053">
                  <c:v>25.9</c:v>
                </c:pt>
                <c:pt idx="35054">
                  <c:v>25.9</c:v>
                </c:pt>
                <c:pt idx="35055">
                  <c:v>25.9</c:v>
                </c:pt>
                <c:pt idx="35056">
                  <c:v>25.9</c:v>
                </c:pt>
                <c:pt idx="35057">
                  <c:v>25.9</c:v>
                </c:pt>
                <c:pt idx="35058">
                  <c:v>25.9</c:v>
                </c:pt>
                <c:pt idx="35059">
                  <c:v>25.9</c:v>
                </c:pt>
                <c:pt idx="35060">
                  <c:v>25.9</c:v>
                </c:pt>
                <c:pt idx="35061">
                  <c:v>25.9</c:v>
                </c:pt>
                <c:pt idx="35062">
                  <c:v>25.9</c:v>
                </c:pt>
                <c:pt idx="35063">
                  <c:v>25.9</c:v>
                </c:pt>
                <c:pt idx="35064">
                  <c:v>25.9</c:v>
                </c:pt>
                <c:pt idx="35065">
                  <c:v>25.9</c:v>
                </c:pt>
                <c:pt idx="35066">
                  <c:v>25.9</c:v>
                </c:pt>
                <c:pt idx="35067">
                  <c:v>25.9</c:v>
                </c:pt>
                <c:pt idx="35068">
                  <c:v>25.9</c:v>
                </c:pt>
                <c:pt idx="35069">
                  <c:v>25.9</c:v>
                </c:pt>
                <c:pt idx="35070">
                  <c:v>25.9</c:v>
                </c:pt>
                <c:pt idx="35071">
                  <c:v>25.9</c:v>
                </c:pt>
                <c:pt idx="35072">
                  <c:v>25.9</c:v>
                </c:pt>
                <c:pt idx="35073">
                  <c:v>25.9</c:v>
                </c:pt>
                <c:pt idx="35074">
                  <c:v>25.9</c:v>
                </c:pt>
                <c:pt idx="35075">
                  <c:v>25.9</c:v>
                </c:pt>
                <c:pt idx="35076">
                  <c:v>25.9</c:v>
                </c:pt>
                <c:pt idx="35077">
                  <c:v>25.9</c:v>
                </c:pt>
                <c:pt idx="35078">
                  <c:v>25.9</c:v>
                </c:pt>
                <c:pt idx="35079">
                  <c:v>25.9</c:v>
                </c:pt>
                <c:pt idx="35080">
                  <c:v>25.9</c:v>
                </c:pt>
                <c:pt idx="35081">
                  <c:v>25.9</c:v>
                </c:pt>
                <c:pt idx="35082">
                  <c:v>25.9</c:v>
                </c:pt>
                <c:pt idx="35083">
                  <c:v>25.9</c:v>
                </c:pt>
                <c:pt idx="35084">
                  <c:v>25.9</c:v>
                </c:pt>
                <c:pt idx="35085">
                  <c:v>25.9</c:v>
                </c:pt>
                <c:pt idx="35086">
                  <c:v>25.9</c:v>
                </c:pt>
                <c:pt idx="35087">
                  <c:v>25.9</c:v>
                </c:pt>
                <c:pt idx="35088">
                  <c:v>25.9</c:v>
                </c:pt>
                <c:pt idx="35089">
                  <c:v>25.9</c:v>
                </c:pt>
                <c:pt idx="35090">
                  <c:v>25.9</c:v>
                </c:pt>
                <c:pt idx="35091">
                  <c:v>25.9</c:v>
                </c:pt>
                <c:pt idx="35092">
                  <c:v>25.9</c:v>
                </c:pt>
                <c:pt idx="35093">
                  <c:v>25.9</c:v>
                </c:pt>
                <c:pt idx="35094">
                  <c:v>25.9</c:v>
                </c:pt>
                <c:pt idx="35095">
                  <c:v>25.9</c:v>
                </c:pt>
                <c:pt idx="35096">
                  <c:v>25.9</c:v>
                </c:pt>
                <c:pt idx="35097">
                  <c:v>25.9</c:v>
                </c:pt>
                <c:pt idx="35098">
                  <c:v>25.9</c:v>
                </c:pt>
                <c:pt idx="35099">
                  <c:v>25.9</c:v>
                </c:pt>
                <c:pt idx="35100">
                  <c:v>25.9</c:v>
                </c:pt>
                <c:pt idx="35101">
                  <c:v>25.9</c:v>
                </c:pt>
                <c:pt idx="35102">
                  <c:v>25.9</c:v>
                </c:pt>
                <c:pt idx="35103">
                  <c:v>25.9</c:v>
                </c:pt>
                <c:pt idx="35104">
                  <c:v>25.9</c:v>
                </c:pt>
                <c:pt idx="35105">
                  <c:v>25.9</c:v>
                </c:pt>
                <c:pt idx="35106">
                  <c:v>25.9</c:v>
                </c:pt>
                <c:pt idx="35107">
                  <c:v>25.9</c:v>
                </c:pt>
                <c:pt idx="35108">
                  <c:v>25.9</c:v>
                </c:pt>
                <c:pt idx="35109">
                  <c:v>25.9</c:v>
                </c:pt>
                <c:pt idx="35110">
                  <c:v>25.9</c:v>
                </c:pt>
                <c:pt idx="35111">
                  <c:v>25.9</c:v>
                </c:pt>
                <c:pt idx="35112">
                  <c:v>25.9</c:v>
                </c:pt>
                <c:pt idx="35113">
                  <c:v>25.9</c:v>
                </c:pt>
                <c:pt idx="35114">
                  <c:v>25.9</c:v>
                </c:pt>
                <c:pt idx="35115">
                  <c:v>25.9</c:v>
                </c:pt>
                <c:pt idx="35116">
                  <c:v>25.9</c:v>
                </c:pt>
                <c:pt idx="35117">
                  <c:v>25.9</c:v>
                </c:pt>
                <c:pt idx="35118">
                  <c:v>25.9</c:v>
                </c:pt>
                <c:pt idx="35119">
                  <c:v>25.9</c:v>
                </c:pt>
                <c:pt idx="35120">
                  <c:v>25.9</c:v>
                </c:pt>
                <c:pt idx="35121">
                  <c:v>25.9</c:v>
                </c:pt>
                <c:pt idx="35122">
                  <c:v>25.9</c:v>
                </c:pt>
                <c:pt idx="35123">
                  <c:v>25.9</c:v>
                </c:pt>
                <c:pt idx="35124">
                  <c:v>25.9</c:v>
                </c:pt>
                <c:pt idx="35125">
                  <c:v>25.9</c:v>
                </c:pt>
                <c:pt idx="35126">
                  <c:v>25.9</c:v>
                </c:pt>
                <c:pt idx="35127">
                  <c:v>25.9</c:v>
                </c:pt>
                <c:pt idx="35128">
                  <c:v>25.9</c:v>
                </c:pt>
                <c:pt idx="35129">
                  <c:v>25.9</c:v>
                </c:pt>
                <c:pt idx="35130">
                  <c:v>25.9</c:v>
                </c:pt>
                <c:pt idx="35131">
                  <c:v>25.9</c:v>
                </c:pt>
                <c:pt idx="35132">
                  <c:v>25.9</c:v>
                </c:pt>
                <c:pt idx="35133">
                  <c:v>25.9</c:v>
                </c:pt>
                <c:pt idx="35134">
                  <c:v>25.9</c:v>
                </c:pt>
                <c:pt idx="35135">
                  <c:v>25.9</c:v>
                </c:pt>
                <c:pt idx="35136">
                  <c:v>25.9</c:v>
                </c:pt>
                <c:pt idx="35137">
                  <c:v>25.9</c:v>
                </c:pt>
                <c:pt idx="35138">
                  <c:v>25.9</c:v>
                </c:pt>
                <c:pt idx="35139">
                  <c:v>25.9</c:v>
                </c:pt>
                <c:pt idx="35140">
                  <c:v>25.9</c:v>
                </c:pt>
                <c:pt idx="35141">
                  <c:v>25.9</c:v>
                </c:pt>
                <c:pt idx="35142">
                  <c:v>25.9</c:v>
                </c:pt>
                <c:pt idx="35143">
                  <c:v>25.9</c:v>
                </c:pt>
                <c:pt idx="35144">
                  <c:v>25.9</c:v>
                </c:pt>
                <c:pt idx="35145">
                  <c:v>25.9</c:v>
                </c:pt>
                <c:pt idx="35146">
                  <c:v>25.9</c:v>
                </c:pt>
                <c:pt idx="35147">
                  <c:v>25.9</c:v>
                </c:pt>
                <c:pt idx="35148">
                  <c:v>25.9</c:v>
                </c:pt>
                <c:pt idx="35149">
                  <c:v>25.9</c:v>
                </c:pt>
                <c:pt idx="35150">
                  <c:v>25.9</c:v>
                </c:pt>
                <c:pt idx="35151">
                  <c:v>25.9</c:v>
                </c:pt>
                <c:pt idx="35152">
                  <c:v>25.9</c:v>
                </c:pt>
                <c:pt idx="35153">
                  <c:v>25.9</c:v>
                </c:pt>
                <c:pt idx="35154">
                  <c:v>25.9</c:v>
                </c:pt>
                <c:pt idx="35155">
                  <c:v>25.9</c:v>
                </c:pt>
                <c:pt idx="35156">
                  <c:v>25.9</c:v>
                </c:pt>
                <c:pt idx="35157">
                  <c:v>25.9</c:v>
                </c:pt>
                <c:pt idx="35158">
                  <c:v>25.9</c:v>
                </c:pt>
                <c:pt idx="35159">
                  <c:v>25.9</c:v>
                </c:pt>
                <c:pt idx="35160">
                  <c:v>25.9</c:v>
                </c:pt>
                <c:pt idx="35161">
                  <c:v>25.9</c:v>
                </c:pt>
                <c:pt idx="35162">
                  <c:v>25.9</c:v>
                </c:pt>
                <c:pt idx="35163">
                  <c:v>25.9</c:v>
                </c:pt>
                <c:pt idx="35164">
                  <c:v>25.9</c:v>
                </c:pt>
                <c:pt idx="35165">
                  <c:v>25.9</c:v>
                </c:pt>
                <c:pt idx="35166">
                  <c:v>25.9</c:v>
                </c:pt>
                <c:pt idx="35167">
                  <c:v>25.9</c:v>
                </c:pt>
                <c:pt idx="35168">
                  <c:v>25.9</c:v>
                </c:pt>
                <c:pt idx="35169">
                  <c:v>25.9</c:v>
                </c:pt>
                <c:pt idx="35170">
                  <c:v>25.9</c:v>
                </c:pt>
                <c:pt idx="35171">
                  <c:v>25.9</c:v>
                </c:pt>
                <c:pt idx="35172">
                  <c:v>25.9</c:v>
                </c:pt>
                <c:pt idx="35173">
                  <c:v>25.9</c:v>
                </c:pt>
                <c:pt idx="35174">
                  <c:v>25.9</c:v>
                </c:pt>
                <c:pt idx="35175">
                  <c:v>25.9</c:v>
                </c:pt>
                <c:pt idx="35176">
                  <c:v>25.9</c:v>
                </c:pt>
                <c:pt idx="35177">
                  <c:v>25.9</c:v>
                </c:pt>
                <c:pt idx="35178">
                  <c:v>25.9</c:v>
                </c:pt>
                <c:pt idx="35179">
                  <c:v>25.9</c:v>
                </c:pt>
                <c:pt idx="35180">
                  <c:v>25.9</c:v>
                </c:pt>
                <c:pt idx="35181">
                  <c:v>25.9</c:v>
                </c:pt>
                <c:pt idx="35182">
                  <c:v>25.9</c:v>
                </c:pt>
                <c:pt idx="35183">
                  <c:v>25.9</c:v>
                </c:pt>
                <c:pt idx="35184">
                  <c:v>25.9</c:v>
                </c:pt>
                <c:pt idx="35185">
                  <c:v>25.9</c:v>
                </c:pt>
                <c:pt idx="35186">
                  <c:v>25.9</c:v>
                </c:pt>
                <c:pt idx="35187">
                  <c:v>25.9</c:v>
                </c:pt>
                <c:pt idx="35188">
                  <c:v>25.9</c:v>
                </c:pt>
                <c:pt idx="35189">
                  <c:v>25.9</c:v>
                </c:pt>
                <c:pt idx="35190">
                  <c:v>25.9</c:v>
                </c:pt>
                <c:pt idx="35191">
                  <c:v>25.9</c:v>
                </c:pt>
                <c:pt idx="35192">
                  <c:v>25.9</c:v>
                </c:pt>
                <c:pt idx="35193">
                  <c:v>25.9</c:v>
                </c:pt>
                <c:pt idx="35194">
                  <c:v>25.9</c:v>
                </c:pt>
                <c:pt idx="35195">
                  <c:v>25.9</c:v>
                </c:pt>
                <c:pt idx="35196">
                  <c:v>25.9</c:v>
                </c:pt>
                <c:pt idx="35197">
                  <c:v>25.9</c:v>
                </c:pt>
                <c:pt idx="35198">
                  <c:v>25.9</c:v>
                </c:pt>
                <c:pt idx="35199">
                  <c:v>25.9</c:v>
                </c:pt>
                <c:pt idx="35200">
                  <c:v>25.9</c:v>
                </c:pt>
                <c:pt idx="35201">
                  <c:v>25.9</c:v>
                </c:pt>
                <c:pt idx="35202">
                  <c:v>25.9</c:v>
                </c:pt>
                <c:pt idx="35203">
                  <c:v>25.9</c:v>
                </c:pt>
                <c:pt idx="35204">
                  <c:v>25.9</c:v>
                </c:pt>
                <c:pt idx="35205">
                  <c:v>25.9</c:v>
                </c:pt>
                <c:pt idx="35206">
                  <c:v>25.9</c:v>
                </c:pt>
                <c:pt idx="35207">
                  <c:v>25.9</c:v>
                </c:pt>
                <c:pt idx="35208">
                  <c:v>25.9</c:v>
                </c:pt>
                <c:pt idx="35209">
                  <c:v>25.9</c:v>
                </c:pt>
                <c:pt idx="35210">
                  <c:v>25.9</c:v>
                </c:pt>
                <c:pt idx="35211">
                  <c:v>25.9</c:v>
                </c:pt>
                <c:pt idx="35212">
                  <c:v>25.9</c:v>
                </c:pt>
                <c:pt idx="35213">
                  <c:v>25.9</c:v>
                </c:pt>
                <c:pt idx="35214">
                  <c:v>25.9</c:v>
                </c:pt>
                <c:pt idx="35215">
                  <c:v>25.9</c:v>
                </c:pt>
                <c:pt idx="35216">
                  <c:v>25.9</c:v>
                </c:pt>
                <c:pt idx="35217">
                  <c:v>25.9</c:v>
                </c:pt>
                <c:pt idx="35218">
                  <c:v>25.9</c:v>
                </c:pt>
                <c:pt idx="35219">
                  <c:v>25.9</c:v>
                </c:pt>
                <c:pt idx="35220">
                  <c:v>25.9</c:v>
                </c:pt>
                <c:pt idx="35221">
                  <c:v>25.85</c:v>
                </c:pt>
                <c:pt idx="35222">
                  <c:v>25.9</c:v>
                </c:pt>
                <c:pt idx="35223">
                  <c:v>25.9</c:v>
                </c:pt>
                <c:pt idx="35224">
                  <c:v>25.9</c:v>
                </c:pt>
                <c:pt idx="35225">
                  <c:v>25.9</c:v>
                </c:pt>
                <c:pt idx="35226">
                  <c:v>25.9</c:v>
                </c:pt>
                <c:pt idx="35227">
                  <c:v>25.9</c:v>
                </c:pt>
                <c:pt idx="35228">
                  <c:v>25.9</c:v>
                </c:pt>
                <c:pt idx="35229">
                  <c:v>25.9</c:v>
                </c:pt>
                <c:pt idx="35230">
                  <c:v>25.9</c:v>
                </c:pt>
                <c:pt idx="35231">
                  <c:v>25.9</c:v>
                </c:pt>
                <c:pt idx="35232">
                  <c:v>25.9</c:v>
                </c:pt>
                <c:pt idx="35233">
                  <c:v>25.9</c:v>
                </c:pt>
                <c:pt idx="35234">
                  <c:v>25.9</c:v>
                </c:pt>
                <c:pt idx="35235">
                  <c:v>25.9</c:v>
                </c:pt>
                <c:pt idx="35236">
                  <c:v>25.9</c:v>
                </c:pt>
                <c:pt idx="35237">
                  <c:v>25.9</c:v>
                </c:pt>
                <c:pt idx="35238">
                  <c:v>25.9</c:v>
                </c:pt>
                <c:pt idx="35239">
                  <c:v>25.9</c:v>
                </c:pt>
                <c:pt idx="35240">
                  <c:v>25.9</c:v>
                </c:pt>
                <c:pt idx="35241">
                  <c:v>25.85</c:v>
                </c:pt>
                <c:pt idx="35242">
                  <c:v>25.9</c:v>
                </c:pt>
                <c:pt idx="35243">
                  <c:v>25.85</c:v>
                </c:pt>
                <c:pt idx="35244">
                  <c:v>25.85</c:v>
                </c:pt>
                <c:pt idx="35245">
                  <c:v>25.85</c:v>
                </c:pt>
                <c:pt idx="35246">
                  <c:v>25.85</c:v>
                </c:pt>
                <c:pt idx="35247">
                  <c:v>25.85</c:v>
                </c:pt>
                <c:pt idx="35248">
                  <c:v>25.85</c:v>
                </c:pt>
                <c:pt idx="35249">
                  <c:v>25.85</c:v>
                </c:pt>
                <c:pt idx="35250">
                  <c:v>25.85</c:v>
                </c:pt>
                <c:pt idx="35251">
                  <c:v>25.85</c:v>
                </c:pt>
                <c:pt idx="35252">
                  <c:v>25.85</c:v>
                </c:pt>
                <c:pt idx="35253">
                  <c:v>25.85</c:v>
                </c:pt>
                <c:pt idx="35254">
                  <c:v>25.85</c:v>
                </c:pt>
                <c:pt idx="35255">
                  <c:v>25.85</c:v>
                </c:pt>
                <c:pt idx="35256">
                  <c:v>25.85</c:v>
                </c:pt>
                <c:pt idx="35257">
                  <c:v>25.85</c:v>
                </c:pt>
                <c:pt idx="35258">
                  <c:v>25.85</c:v>
                </c:pt>
                <c:pt idx="35259">
                  <c:v>25.85</c:v>
                </c:pt>
                <c:pt idx="35260">
                  <c:v>25.85</c:v>
                </c:pt>
                <c:pt idx="35261">
                  <c:v>25.85</c:v>
                </c:pt>
                <c:pt idx="35262">
                  <c:v>25.85</c:v>
                </c:pt>
                <c:pt idx="35263">
                  <c:v>25.85</c:v>
                </c:pt>
                <c:pt idx="35264">
                  <c:v>25.9</c:v>
                </c:pt>
                <c:pt idx="35265">
                  <c:v>25.9</c:v>
                </c:pt>
                <c:pt idx="35266">
                  <c:v>25.9</c:v>
                </c:pt>
                <c:pt idx="35267">
                  <c:v>25.9</c:v>
                </c:pt>
                <c:pt idx="35268">
                  <c:v>25.9</c:v>
                </c:pt>
                <c:pt idx="35269">
                  <c:v>25.9</c:v>
                </c:pt>
                <c:pt idx="35270">
                  <c:v>25.9</c:v>
                </c:pt>
                <c:pt idx="35271">
                  <c:v>25.9</c:v>
                </c:pt>
                <c:pt idx="35272">
                  <c:v>25.9</c:v>
                </c:pt>
                <c:pt idx="35273">
                  <c:v>25.9</c:v>
                </c:pt>
                <c:pt idx="35274">
                  <c:v>25.9</c:v>
                </c:pt>
                <c:pt idx="35275">
                  <c:v>25.9</c:v>
                </c:pt>
                <c:pt idx="35276">
                  <c:v>25.9</c:v>
                </c:pt>
                <c:pt idx="35277">
                  <c:v>25.9</c:v>
                </c:pt>
                <c:pt idx="35278">
                  <c:v>25.9</c:v>
                </c:pt>
                <c:pt idx="35279">
                  <c:v>25.9</c:v>
                </c:pt>
                <c:pt idx="35280">
                  <c:v>25.9</c:v>
                </c:pt>
                <c:pt idx="35281">
                  <c:v>25.85</c:v>
                </c:pt>
                <c:pt idx="35282">
                  <c:v>25.85</c:v>
                </c:pt>
                <c:pt idx="35283">
                  <c:v>25.85</c:v>
                </c:pt>
                <c:pt idx="35284">
                  <c:v>25.85</c:v>
                </c:pt>
                <c:pt idx="35285">
                  <c:v>25.85</c:v>
                </c:pt>
                <c:pt idx="35286">
                  <c:v>25.85</c:v>
                </c:pt>
                <c:pt idx="35287">
                  <c:v>25.85</c:v>
                </c:pt>
                <c:pt idx="35288">
                  <c:v>25.85</c:v>
                </c:pt>
                <c:pt idx="35289">
                  <c:v>25.85</c:v>
                </c:pt>
                <c:pt idx="35290">
                  <c:v>25.85</c:v>
                </c:pt>
                <c:pt idx="35291">
                  <c:v>25.85</c:v>
                </c:pt>
                <c:pt idx="35292">
                  <c:v>25.85</c:v>
                </c:pt>
                <c:pt idx="35293">
                  <c:v>25.85</c:v>
                </c:pt>
                <c:pt idx="35294">
                  <c:v>25.85</c:v>
                </c:pt>
                <c:pt idx="35295">
                  <c:v>25.9</c:v>
                </c:pt>
                <c:pt idx="35296">
                  <c:v>25.9</c:v>
                </c:pt>
                <c:pt idx="35297">
                  <c:v>25.85</c:v>
                </c:pt>
                <c:pt idx="35298">
                  <c:v>25.85</c:v>
                </c:pt>
                <c:pt idx="35299">
                  <c:v>25.9</c:v>
                </c:pt>
                <c:pt idx="35300">
                  <c:v>25.85</c:v>
                </c:pt>
                <c:pt idx="35301">
                  <c:v>25.85</c:v>
                </c:pt>
                <c:pt idx="35302">
                  <c:v>25.85</c:v>
                </c:pt>
                <c:pt idx="35303">
                  <c:v>25.85</c:v>
                </c:pt>
                <c:pt idx="35304">
                  <c:v>25.9</c:v>
                </c:pt>
                <c:pt idx="35305">
                  <c:v>25.85</c:v>
                </c:pt>
                <c:pt idx="35306">
                  <c:v>25.85</c:v>
                </c:pt>
                <c:pt idx="35307">
                  <c:v>25.85</c:v>
                </c:pt>
                <c:pt idx="35308">
                  <c:v>25.85</c:v>
                </c:pt>
                <c:pt idx="35309">
                  <c:v>25.85</c:v>
                </c:pt>
                <c:pt idx="35310">
                  <c:v>25.9</c:v>
                </c:pt>
                <c:pt idx="35311">
                  <c:v>25.85</c:v>
                </c:pt>
                <c:pt idx="35312">
                  <c:v>25.85</c:v>
                </c:pt>
                <c:pt idx="35313">
                  <c:v>25.85</c:v>
                </c:pt>
                <c:pt idx="35314">
                  <c:v>25.85</c:v>
                </c:pt>
                <c:pt idx="35315">
                  <c:v>25.85</c:v>
                </c:pt>
                <c:pt idx="35316">
                  <c:v>25.85</c:v>
                </c:pt>
                <c:pt idx="35317">
                  <c:v>25.85</c:v>
                </c:pt>
                <c:pt idx="35318">
                  <c:v>25.85</c:v>
                </c:pt>
                <c:pt idx="35319">
                  <c:v>25.85</c:v>
                </c:pt>
                <c:pt idx="35320">
                  <c:v>25.85</c:v>
                </c:pt>
                <c:pt idx="35321">
                  <c:v>25.85</c:v>
                </c:pt>
                <c:pt idx="35322">
                  <c:v>25.85</c:v>
                </c:pt>
                <c:pt idx="35323">
                  <c:v>25.85</c:v>
                </c:pt>
                <c:pt idx="35324">
                  <c:v>25.85</c:v>
                </c:pt>
                <c:pt idx="35325">
                  <c:v>25.85</c:v>
                </c:pt>
                <c:pt idx="35326">
                  <c:v>25.85</c:v>
                </c:pt>
                <c:pt idx="35327">
                  <c:v>25.85</c:v>
                </c:pt>
                <c:pt idx="35328">
                  <c:v>25.85</c:v>
                </c:pt>
                <c:pt idx="35329">
                  <c:v>25.85</c:v>
                </c:pt>
                <c:pt idx="35330">
                  <c:v>25.85</c:v>
                </c:pt>
                <c:pt idx="35331">
                  <c:v>25.85</c:v>
                </c:pt>
                <c:pt idx="35332">
                  <c:v>25.85</c:v>
                </c:pt>
                <c:pt idx="35333">
                  <c:v>25.85</c:v>
                </c:pt>
                <c:pt idx="35334">
                  <c:v>25.85</c:v>
                </c:pt>
                <c:pt idx="35335">
                  <c:v>25.85</c:v>
                </c:pt>
                <c:pt idx="35336">
                  <c:v>25.85</c:v>
                </c:pt>
                <c:pt idx="35337">
                  <c:v>25.85</c:v>
                </c:pt>
                <c:pt idx="35338">
                  <c:v>25.85</c:v>
                </c:pt>
                <c:pt idx="35339">
                  <c:v>25.85</c:v>
                </c:pt>
                <c:pt idx="35340">
                  <c:v>25.85</c:v>
                </c:pt>
                <c:pt idx="35341">
                  <c:v>25.85</c:v>
                </c:pt>
                <c:pt idx="35342">
                  <c:v>25.85</c:v>
                </c:pt>
                <c:pt idx="35343">
                  <c:v>25.85</c:v>
                </c:pt>
                <c:pt idx="35344">
                  <c:v>25.85</c:v>
                </c:pt>
                <c:pt idx="35345">
                  <c:v>25.85</c:v>
                </c:pt>
                <c:pt idx="35346">
                  <c:v>25.85</c:v>
                </c:pt>
                <c:pt idx="35347">
                  <c:v>25.85</c:v>
                </c:pt>
                <c:pt idx="35348">
                  <c:v>25.85</c:v>
                </c:pt>
                <c:pt idx="35349">
                  <c:v>25.85</c:v>
                </c:pt>
                <c:pt idx="35350">
                  <c:v>25.85</c:v>
                </c:pt>
                <c:pt idx="35351">
                  <c:v>25.85</c:v>
                </c:pt>
                <c:pt idx="35352">
                  <c:v>25.85</c:v>
                </c:pt>
                <c:pt idx="35353">
                  <c:v>25.85</c:v>
                </c:pt>
                <c:pt idx="35354">
                  <c:v>25.85</c:v>
                </c:pt>
                <c:pt idx="35355">
                  <c:v>25.85</c:v>
                </c:pt>
                <c:pt idx="35356">
                  <c:v>25.85</c:v>
                </c:pt>
                <c:pt idx="35357">
                  <c:v>25.85</c:v>
                </c:pt>
                <c:pt idx="35358">
                  <c:v>25.85</c:v>
                </c:pt>
                <c:pt idx="35359">
                  <c:v>25.85</c:v>
                </c:pt>
                <c:pt idx="35360">
                  <c:v>25.9</c:v>
                </c:pt>
                <c:pt idx="35361">
                  <c:v>25.85</c:v>
                </c:pt>
                <c:pt idx="35362">
                  <c:v>25.9</c:v>
                </c:pt>
                <c:pt idx="35363">
                  <c:v>25.9</c:v>
                </c:pt>
                <c:pt idx="35364">
                  <c:v>25.85</c:v>
                </c:pt>
                <c:pt idx="35365">
                  <c:v>25.85</c:v>
                </c:pt>
                <c:pt idx="35366">
                  <c:v>25.85</c:v>
                </c:pt>
                <c:pt idx="35367">
                  <c:v>25.85</c:v>
                </c:pt>
                <c:pt idx="35368">
                  <c:v>25.85</c:v>
                </c:pt>
                <c:pt idx="35369">
                  <c:v>25.85</c:v>
                </c:pt>
                <c:pt idx="35370">
                  <c:v>25.85</c:v>
                </c:pt>
                <c:pt idx="35371">
                  <c:v>25.85</c:v>
                </c:pt>
                <c:pt idx="35372">
                  <c:v>25.85</c:v>
                </c:pt>
                <c:pt idx="35373">
                  <c:v>25.85</c:v>
                </c:pt>
                <c:pt idx="35374">
                  <c:v>25.85</c:v>
                </c:pt>
                <c:pt idx="35375">
                  <c:v>25.85</c:v>
                </c:pt>
                <c:pt idx="35376">
                  <c:v>25.85</c:v>
                </c:pt>
                <c:pt idx="35377">
                  <c:v>25.85</c:v>
                </c:pt>
                <c:pt idx="35378">
                  <c:v>25.85</c:v>
                </c:pt>
                <c:pt idx="35379">
                  <c:v>25.85</c:v>
                </c:pt>
                <c:pt idx="35380">
                  <c:v>25.85</c:v>
                </c:pt>
                <c:pt idx="35381">
                  <c:v>25.85</c:v>
                </c:pt>
                <c:pt idx="35382">
                  <c:v>25.85</c:v>
                </c:pt>
                <c:pt idx="35383">
                  <c:v>25.85</c:v>
                </c:pt>
                <c:pt idx="35384">
                  <c:v>25.85</c:v>
                </c:pt>
                <c:pt idx="35385">
                  <c:v>25.85</c:v>
                </c:pt>
                <c:pt idx="35386">
                  <c:v>25.85</c:v>
                </c:pt>
                <c:pt idx="35387">
                  <c:v>25.85</c:v>
                </c:pt>
                <c:pt idx="35388">
                  <c:v>25.85</c:v>
                </c:pt>
                <c:pt idx="35389">
                  <c:v>25.85</c:v>
                </c:pt>
                <c:pt idx="35390">
                  <c:v>25.85</c:v>
                </c:pt>
                <c:pt idx="35391">
                  <c:v>25.85</c:v>
                </c:pt>
                <c:pt idx="35392">
                  <c:v>25.85</c:v>
                </c:pt>
                <c:pt idx="35393">
                  <c:v>25.85</c:v>
                </c:pt>
                <c:pt idx="35394">
                  <c:v>25.85</c:v>
                </c:pt>
                <c:pt idx="35395">
                  <c:v>25.9</c:v>
                </c:pt>
                <c:pt idx="35396">
                  <c:v>25.9</c:v>
                </c:pt>
                <c:pt idx="35397">
                  <c:v>25.9</c:v>
                </c:pt>
                <c:pt idx="35398">
                  <c:v>25.9</c:v>
                </c:pt>
                <c:pt idx="35399">
                  <c:v>25.9</c:v>
                </c:pt>
                <c:pt idx="35400">
                  <c:v>25.9</c:v>
                </c:pt>
                <c:pt idx="35401">
                  <c:v>25.9</c:v>
                </c:pt>
                <c:pt idx="35402">
                  <c:v>25.9</c:v>
                </c:pt>
                <c:pt idx="35403">
                  <c:v>25.9</c:v>
                </c:pt>
                <c:pt idx="35404">
                  <c:v>25.85</c:v>
                </c:pt>
                <c:pt idx="35405">
                  <c:v>25.85</c:v>
                </c:pt>
                <c:pt idx="35406">
                  <c:v>25.85</c:v>
                </c:pt>
                <c:pt idx="35407">
                  <c:v>25.9</c:v>
                </c:pt>
                <c:pt idx="35408">
                  <c:v>25.85</c:v>
                </c:pt>
                <c:pt idx="35409">
                  <c:v>25.85</c:v>
                </c:pt>
                <c:pt idx="35410">
                  <c:v>25.85</c:v>
                </c:pt>
                <c:pt idx="35411">
                  <c:v>25.85</c:v>
                </c:pt>
                <c:pt idx="35412">
                  <c:v>25.85</c:v>
                </c:pt>
                <c:pt idx="35413">
                  <c:v>25.85</c:v>
                </c:pt>
                <c:pt idx="35414">
                  <c:v>25.85</c:v>
                </c:pt>
                <c:pt idx="35415">
                  <c:v>25.85</c:v>
                </c:pt>
                <c:pt idx="35416">
                  <c:v>25.85</c:v>
                </c:pt>
                <c:pt idx="35417">
                  <c:v>25.85</c:v>
                </c:pt>
                <c:pt idx="35418">
                  <c:v>25.85</c:v>
                </c:pt>
                <c:pt idx="35419">
                  <c:v>25.85</c:v>
                </c:pt>
                <c:pt idx="35420">
                  <c:v>25.85</c:v>
                </c:pt>
                <c:pt idx="35421">
                  <c:v>25.85</c:v>
                </c:pt>
                <c:pt idx="35422">
                  <c:v>25.85</c:v>
                </c:pt>
                <c:pt idx="35423">
                  <c:v>25.85</c:v>
                </c:pt>
                <c:pt idx="35424">
                  <c:v>25.85</c:v>
                </c:pt>
                <c:pt idx="35425">
                  <c:v>25.85</c:v>
                </c:pt>
                <c:pt idx="35426">
                  <c:v>25.85</c:v>
                </c:pt>
                <c:pt idx="35427">
                  <c:v>25.85</c:v>
                </c:pt>
                <c:pt idx="35428">
                  <c:v>25.85</c:v>
                </c:pt>
                <c:pt idx="35429">
                  <c:v>25.85</c:v>
                </c:pt>
                <c:pt idx="35430">
                  <c:v>25.85</c:v>
                </c:pt>
                <c:pt idx="35431">
                  <c:v>25.85</c:v>
                </c:pt>
                <c:pt idx="35432">
                  <c:v>25.85</c:v>
                </c:pt>
                <c:pt idx="35433">
                  <c:v>25.85</c:v>
                </c:pt>
                <c:pt idx="35434">
                  <c:v>25.85</c:v>
                </c:pt>
                <c:pt idx="35435">
                  <c:v>25.85</c:v>
                </c:pt>
                <c:pt idx="35436">
                  <c:v>25.85</c:v>
                </c:pt>
                <c:pt idx="35437">
                  <c:v>25.85</c:v>
                </c:pt>
                <c:pt idx="35438">
                  <c:v>25.85</c:v>
                </c:pt>
                <c:pt idx="35439">
                  <c:v>25.85</c:v>
                </c:pt>
                <c:pt idx="35440">
                  <c:v>25.85</c:v>
                </c:pt>
                <c:pt idx="35441">
                  <c:v>25.85</c:v>
                </c:pt>
                <c:pt idx="35442">
                  <c:v>25.85</c:v>
                </c:pt>
                <c:pt idx="35443">
                  <c:v>25.85</c:v>
                </c:pt>
                <c:pt idx="35444">
                  <c:v>25.85</c:v>
                </c:pt>
                <c:pt idx="35445">
                  <c:v>25.9</c:v>
                </c:pt>
                <c:pt idx="35446">
                  <c:v>25.9</c:v>
                </c:pt>
                <c:pt idx="35447">
                  <c:v>25.9</c:v>
                </c:pt>
                <c:pt idx="35448">
                  <c:v>25.9</c:v>
                </c:pt>
                <c:pt idx="35449">
                  <c:v>25.85</c:v>
                </c:pt>
                <c:pt idx="35450">
                  <c:v>25.9</c:v>
                </c:pt>
                <c:pt idx="35451">
                  <c:v>25.9</c:v>
                </c:pt>
                <c:pt idx="35452">
                  <c:v>25.9</c:v>
                </c:pt>
                <c:pt idx="35453">
                  <c:v>25.9</c:v>
                </c:pt>
                <c:pt idx="35454">
                  <c:v>25.9</c:v>
                </c:pt>
                <c:pt idx="35455">
                  <c:v>25.9</c:v>
                </c:pt>
                <c:pt idx="35456">
                  <c:v>25.85</c:v>
                </c:pt>
                <c:pt idx="35457">
                  <c:v>25.85</c:v>
                </c:pt>
                <c:pt idx="35458">
                  <c:v>25.85</c:v>
                </c:pt>
                <c:pt idx="35459">
                  <c:v>25.85</c:v>
                </c:pt>
                <c:pt idx="35460">
                  <c:v>25.85</c:v>
                </c:pt>
                <c:pt idx="35461">
                  <c:v>25.85</c:v>
                </c:pt>
                <c:pt idx="35462">
                  <c:v>25.85</c:v>
                </c:pt>
                <c:pt idx="35463">
                  <c:v>25.85</c:v>
                </c:pt>
                <c:pt idx="35464">
                  <c:v>25.85</c:v>
                </c:pt>
                <c:pt idx="35465">
                  <c:v>25.85</c:v>
                </c:pt>
                <c:pt idx="35466">
                  <c:v>25.85</c:v>
                </c:pt>
                <c:pt idx="35467">
                  <c:v>25.85</c:v>
                </c:pt>
                <c:pt idx="35468">
                  <c:v>25.85</c:v>
                </c:pt>
                <c:pt idx="35469">
                  <c:v>25.85</c:v>
                </c:pt>
                <c:pt idx="35470">
                  <c:v>25.85</c:v>
                </c:pt>
                <c:pt idx="35471">
                  <c:v>25.85</c:v>
                </c:pt>
                <c:pt idx="35472">
                  <c:v>25.85</c:v>
                </c:pt>
                <c:pt idx="35473">
                  <c:v>25.85</c:v>
                </c:pt>
                <c:pt idx="35474">
                  <c:v>25.85</c:v>
                </c:pt>
                <c:pt idx="35475">
                  <c:v>25.9</c:v>
                </c:pt>
                <c:pt idx="35476">
                  <c:v>25.85</c:v>
                </c:pt>
                <c:pt idx="35477">
                  <c:v>25.85</c:v>
                </c:pt>
                <c:pt idx="35478">
                  <c:v>25.85</c:v>
                </c:pt>
                <c:pt idx="35479">
                  <c:v>25.85</c:v>
                </c:pt>
                <c:pt idx="35480">
                  <c:v>25.85</c:v>
                </c:pt>
                <c:pt idx="35481">
                  <c:v>25.85</c:v>
                </c:pt>
                <c:pt idx="35482">
                  <c:v>25.85</c:v>
                </c:pt>
                <c:pt idx="35483">
                  <c:v>25.85</c:v>
                </c:pt>
                <c:pt idx="35484">
                  <c:v>25.85</c:v>
                </c:pt>
                <c:pt idx="35485">
                  <c:v>25.85</c:v>
                </c:pt>
                <c:pt idx="35486">
                  <c:v>25.85</c:v>
                </c:pt>
                <c:pt idx="35487">
                  <c:v>25.85</c:v>
                </c:pt>
                <c:pt idx="35488">
                  <c:v>25.85</c:v>
                </c:pt>
                <c:pt idx="35489">
                  <c:v>25.85</c:v>
                </c:pt>
                <c:pt idx="35490">
                  <c:v>25.85</c:v>
                </c:pt>
                <c:pt idx="35491">
                  <c:v>25.85</c:v>
                </c:pt>
                <c:pt idx="35492">
                  <c:v>25.85</c:v>
                </c:pt>
                <c:pt idx="35493">
                  <c:v>25.85</c:v>
                </c:pt>
                <c:pt idx="35494">
                  <c:v>25.85</c:v>
                </c:pt>
                <c:pt idx="35495">
                  <c:v>25.85</c:v>
                </c:pt>
                <c:pt idx="35496">
                  <c:v>25.85</c:v>
                </c:pt>
                <c:pt idx="35497">
                  <c:v>25.85</c:v>
                </c:pt>
                <c:pt idx="35498">
                  <c:v>25.85</c:v>
                </c:pt>
                <c:pt idx="35499">
                  <c:v>25.85</c:v>
                </c:pt>
                <c:pt idx="35500">
                  <c:v>25.85</c:v>
                </c:pt>
                <c:pt idx="35501">
                  <c:v>25.85</c:v>
                </c:pt>
                <c:pt idx="35502">
                  <c:v>25.85</c:v>
                </c:pt>
                <c:pt idx="35503">
                  <c:v>25.85</c:v>
                </c:pt>
                <c:pt idx="35504">
                  <c:v>25.85</c:v>
                </c:pt>
                <c:pt idx="35505">
                  <c:v>25.85</c:v>
                </c:pt>
                <c:pt idx="35506">
                  <c:v>25.85</c:v>
                </c:pt>
                <c:pt idx="35507">
                  <c:v>25.85</c:v>
                </c:pt>
                <c:pt idx="35508">
                  <c:v>25.85</c:v>
                </c:pt>
                <c:pt idx="35509">
                  <c:v>25.85</c:v>
                </c:pt>
                <c:pt idx="35510">
                  <c:v>25.85</c:v>
                </c:pt>
                <c:pt idx="35511">
                  <c:v>25.85</c:v>
                </c:pt>
                <c:pt idx="35512">
                  <c:v>25.85</c:v>
                </c:pt>
                <c:pt idx="35513">
                  <c:v>25.85</c:v>
                </c:pt>
                <c:pt idx="35514">
                  <c:v>25.85</c:v>
                </c:pt>
                <c:pt idx="35515">
                  <c:v>25.85</c:v>
                </c:pt>
                <c:pt idx="35516">
                  <c:v>25.85</c:v>
                </c:pt>
                <c:pt idx="35517">
                  <c:v>25.85</c:v>
                </c:pt>
                <c:pt idx="35518">
                  <c:v>25.85</c:v>
                </c:pt>
                <c:pt idx="35519">
                  <c:v>25.85</c:v>
                </c:pt>
                <c:pt idx="35520">
                  <c:v>25.8</c:v>
                </c:pt>
                <c:pt idx="35521">
                  <c:v>25.85</c:v>
                </c:pt>
                <c:pt idx="35522">
                  <c:v>25.85</c:v>
                </c:pt>
                <c:pt idx="35523">
                  <c:v>25.8</c:v>
                </c:pt>
                <c:pt idx="35524">
                  <c:v>25.85</c:v>
                </c:pt>
                <c:pt idx="35525">
                  <c:v>25.85</c:v>
                </c:pt>
                <c:pt idx="35526">
                  <c:v>25.85</c:v>
                </c:pt>
                <c:pt idx="35527">
                  <c:v>25.85</c:v>
                </c:pt>
                <c:pt idx="35528">
                  <c:v>25.85</c:v>
                </c:pt>
                <c:pt idx="35529">
                  <c:v>25.85</c:v>
                </c:pt>
                <c:pt idx="35530">
                  <c:v>25.85</c:v>
                </c:pt>
                <c:pt idx="35531">
                  <c:v>25.85</c:v>
                </c:pt>
                <c:pt idx="35532">
                  <c:v>25.85</c:v>
                </c:pt>
                <c:pt idx="35533">
                  <c:v>25.85</c:v>
                </c:pt>
                <c:pt idx="35534">
                  <c:v>25.85</c:v>
                </c:pt>
                <c:pt idx="35535">
                  <c:v>25.85</c:v>
                </c:pt>
                <c:pt idx="35536">
                  <c:v>25.85</c:v>
                </c:pt>
                <c:pt idx="35537">
                  <c:v>25.85</c:v>
                </c:pt>
                <c:pt idx="35538">
                  <c:v>25.85</c:v>
                </c:pt>
                <c:pt idx="35539">
                  <c:v>25.85</c:v>
                </c:pt>
                <c:pt idx="35540">
                  <c:v>25.85</c:v>
                </c:pt>
                <c:pt idx="35541">
                  <c:v>25.85</c:v>
                </c:pt>
                <c:pt idx="35542">
                  <c:v>25.85</c:v>
                </c:pt>
                <c:pt idx="35543">
                  <c:v>25.85</c:v>
                </c:pt>
                <c:pt idx="35544">
                  <c:v>25.85</c:v>
                </c:pt>
                <c:pt idx="35545">
                  <c:v>25.85</c:v>
                </c:pt>
                <c:pt idx="35546">
                  <c:v>25.85</c:v>
                </c:pt>
                <c:pt idx="35547">
                  <c:v>25.85</c:v>
                </c:pt>
                <c:pt idx="35548">
                  <c:v>25.85</c:v>
                </c:pt>
                <c:pt idx="35549">
                  <c:v>25.85</c:v>
                </c:pt>
                <c:pt idx="35550">
                  <c:v>25.85</c:v>
                </c:pt>
                <c:pt idx="35551">
                  <c:v>25.8</c:v>
                </c:pt>
                <c:pt idx="35552">
                  <c:v>25.8</c:v>
                </c:pt>
                <c:pt idx="35553">
                  <c:v>25.8</c:v>
                </c:pt>
                <c:pt idx="35554">
                  <c:v>25.8</c:v>
                </c:pt>
                <c:pt idx="35555">
                  <c:v>25.8</c:v>
                </c:pt>
                <c:pt idx="35556">
                  <c:v>25.8</c:v>
                </c:pt>
                <c:pt idx="35557">
                  <c:v>25.8</c:v>
                </c:pt>
                <c:pt idx="35558">
                  <c:v>25.8</c:v>
                </c:pt>
                <c:pt idx="35559">
                  <c:v>25.8</c:v>
                </c:pt>
                <c:pt idx="35560">
                  <c:v>25.8</c:v>
                </c:pt>
                <c:pt idx="35561">
                  <c:v>25.8</c:v>
                </c:pt>
                <c:pt idx="35562">
                  <c:v>25.8</c:v>
                </c:pt>
                <c:pt idx="35563">
                  <c:v>25.8</c:v>
                </c:pt>
                <c:pt idx="35564">
                  <c:v>25.8</c:v>
                </c:pt>
                <c:pt idx="35565">
                  <c:v>25.85</c:v>
                </c:pt>
                <c:pt idx="35566">
                  <c:v>25.8</c:v>
                </c:pt>
                <c:pt idx="35567">
                  <c:v>25.85</c:v>
                </c:pt>
                <c:pt idx="35568">
                  <c:v>25.85</c:v>
                </c:pt>
                <c:pt idx="35569">
                  <c:v>25.85</c:v>
                </c:pt>
                <c:pt idx="35570">
                  <c:v>25.8</c:v>
                </c:pt>
                <c:pt idx="35571">
                  <c:v>25.85</c:v>
                </c:pt>
                <c:pt idx="35572">
                  <c:v>25.85</c:v>
                </c:pt>
                <c:pt idx="35573">
                  <c:v>25.85</c:v>
                </c:pt>
                <c:pt idx="35574">
                  <c:v>25.85</c:v>
                </c:pt>
                <c:pt idx="35575">
                  <c:v>25.85</c:v>
                </c:pt>
                <c:pt idx="35576">
                  <c:v>25.85</c:v>
                </c:pt>
                <c:pt idx="35577">
                  <c:v>25.85</c:v>
                </c:pt>
                <c:pt idx="35578">
                  <c:v>25.85</c:v>
                </c:pt>
                <c:pt idx="35579">
                  <c:v>25.85</c:v>
                </c:pt>
                <c:pt idx="35580">
                  <c:v>25.85</c:v>
                </c:pt>
                <c:pt idx="35581">
                  <c:v>25.85</c:v>
                </c:pt>
                <c:pt idx="35582">
                  <c:v>25.85</c:v>
                </c:pt>
                <c:pt idx="35583">
                  <c:v>25.85</c:v>
                </c:pt>
                <c:pt idx="35584">
                  <c:v>25.85</c:v>
                </c:pt>
                <c:pt idx="35585">
                  <c:v>25.85</c:v>
                </c:pt>
                <c:pt idx="35586">
                  <c:v>25.85</c:v>
                </c:pt>
                <c:pt idx="35587">
                  <c:v>25.85</c:v>
                </c:pt>
                <c:pt idx="35588">
                  <c:v>25.85</c:v>
                </c:pt>
                <c:pt idx="35589">
                  <c:v>25.8</c:v>
                </c:pt>
                <c:pt idx="35590">
                  <c:v>25.8</c:v>
                </c:pt>
                <c:pt idx="35591">
                  <c:v>25.8</c:v>
                </c:pt>
                <c:pt idx="35592">
                  <c:v>25.8</c:v>
                </c:pt>
                <c:pt idx="35593">
                  <c:v>25.8</c:v>
                </c:pt>
                <c:pt idx="35594">
                  <c:v>25.8</c:v>
                </c:pt>
                <c:pt idx="35595">
                  <c:v>25.8</c:v>
                </c:pt>
                <c:pt idx="35596">
                  <c:v>25.8</c:v>
                </c:pt>
                <c:pt idx="35597">
                  <c:v>25.8</c:v>
                </c:pt>
                <c:pt idx="35598">
                  <c:v>25.8</c:v>
                </c:pt>
                <c:pt idx="35599">
                  <c:v>25.8</c:v>
                </c:pt>
                <c:pt idx="35600">
                  <c:v>25.8</c:v>
                </c:pt>
                <c:pt idx="35601">
                  <c:v>25.8</c:v>
                </c:pt>
                <c:pt idx="35602">
                  <c:v>25.8</c:v>
                </c:pt>
                <c:pt idx="35603">
                  <c:v>25.8</c:v>
                </c:pt>
                <c:pt idx="35604">
                  <c:v>25.8</c:v>
                </c:pt>
                <c:pt idx="35605">
                  <c:v>25.8</c:v>
                </c:pt>
                <c:pt idx="35606">
                  <c:v>25.8</c:v>
                </c:pt>
                <c:pt idx="35607">
                  <c:v>25.8</c:v>
                </c:pt>
                <c:pt idx="35608">
                  <c:v>25.8</c:v>
                </c:pt>
                <c:pt idx="35609">
                  <c:v>25.8</c:v>
                </c:pt>
                <c:pt idx="35610">
                  <c:v>25.85</c:v>
                </c:pt>
                <c:pt idx="35611">
                  <c:v>25.85</c:v>
                </c:pt>
                <c:pt idx="35612">
                  <c:v>25.8</c:v>
                </c:pt>
                <c:pt idx="35613">
                  <c:v>25.8</c:v>
                </c:pt>
                <c:pt idx="35614">
                  <c:v>25.8</c:v>
                </c:pt>
                <c:pt idx="35615">
                  <c:v>25.8</c:v>
                </c:pt>
                <c:pt idx="35616">
                  <c:v>25.8</c:v>
                </c:pt>
                <c:pt idx="35617">
                  <c:v>25.8</c:v>
                </c:pt>
                <c:pt idx="35618">
                  <c:v>25.8</c:v>
                </c:pt>
                <c:pt idx="35619">
                  <c:v>25.8</c:v>
                </c:pt>
                <c:pt idx="35620">
                  <c:v>25.8</c:v>
                </c:pt>
                <c:pt idx="35621">
                  <c:v>25.8</c:v>
                </c:pt>
                <c:pt idx="35622">
                  <c:v>25.8</c:v>
                </c:pt>
                <c:pt idx="35623">
                  <c:v>25.8</c:v>
                </c:pt>
                <c:pt idx="35624">
                  <c:v>25.8</c:v>
                </c:pt>
                <c:pt idx="35625">
                  <c:v>25.8</c:v>
                </c:pt>
                <c:pt idx="35626">
                  <c:v>25.8</c:v>
                </c:pt>
                <c:pt idx="35627">
                  <c:v>25.8</c:v>
                </c:pt>
                <c:pt idx="35628">
                  <c:v>25.8</c:v>
                </c:pt>
                <c:pt idx="35629">
                  <c:v>25.8</c:v>
                </c:pt>
                <c:pt idx="35630">
                  <c:v>25.8</c:v>
                </c:pt>
                <c:pt idx="35631">
                  <c:v>25.8</c:v>
                </c:pt>
                <c:pt idx="35632">
                  <c:v>25.8</c:v>
                </c:pt>
                <c:pt idx="35633">
                  <c:v>25.8</c:v>
                </c:pt>
                <c:pt idx="35634">
                  <c:v>25.8</c:v>
                </c:pt>
                <c:pt idx="35635">
                  <c:v>25.8</c:v>
                </c:pt>
                <c:pt idx="35636">
                  <c:v>25.8</c:v>
                </c:pt>
                <c:pt idx="35637">
                  <c:v>25.8</c:v>
                </c:pt>
                <c:pt idx="35638">
                  <c:v>25.8</c:v>
                </c:pt>
                <c:pt idx="35639">
                  <c:v>25.8</c:v>
                </c:pt>
                <c:pt idx="35640">
                  <c:v>25.8</c:v>
                </c:pt>
                <c:pt idx="35641">
                  <c:v>25.8</c:v>
                </c:pt>
                <c:pt idx="35642">
                  <c:v>25.8</c:v>
                </c:pt>
                <c:pt idx="35643">
                  <c:v>25.8</c:v>
                </c:pt>
                <c:pt idx="35644">
                  <c:v>25.8</c:v>
                </c:pt>
                <c:pt idx="35645">
                  <c:v>25.8</c:v>
                </c:pt>
                <c:pt idx="35646">
                  <c:v>25.8</c:v>
                </c:pt>
                <c:pt idx="35647">
                  <c:v>25.8</c:v>
                </c:pt>
                <c:pt idx="35648">
                  <c:v>25.8</c:v>
                </c:pt>
                <c:pt idx="35649">
                  <c:v>25.8</c:v>
                </c:pt>
                <c:pt idx="35650">
                  <c:v>25.8</c:v>
                </c:pt>
                <c:pt idx="35651">
                  <c:v>25.8</c:v>
                </c:pt>
                <c:pt idx="35652">
                  <c:v>25.8</c:v>
                </c:pt>
                <c:pt idx="35653">
                  <c:v>25.8</c:v>
                </c:pt>
                <c:pt idx="35654">
                  <c:v>25.8</c:v>
                </c:pt>
                <c:pt idx="35655">
                  <c:v>25.8</c:v>
                </c:pt>
                <c:pt idx="35656">
                  <c:v>25.8</c:v>
                </c:pt>
                <c:pt idx="35657">
                  <c:v>25.8</c:v>
                </c:pt>
                <c:pt idx="35658">
                  <c:v>25.8</c:v>
                </c:pt>
                <c:pt idx="35659">
                  <c:v>25.8</c:v>
                </c:pt>
                <c:pt idx="35660">
                  <c:v>25.8</c:v>
                </c:pt>
                <c:pt idx="35661">
                  <c:v>25.8</c:v>
                </c:pt>
                <c:pt idx="35662">
                  <c:v>25.8</c:v>
                </c:pt>
                <c:pt idx="35663">
                  <c:v>25.8</c:v>
                </c:pt>
                <c:pt idx="35664">
                  <c:v>25.8</c:v>
                </c:pt>
                <c:pt idx="35665">
                  <c:v>25.8</c:v>
                </c:pt>
                <c:pt idx="35666">
                  <c:v>25.8</c:v>
                </c:pt>
                <c:pt idx="35667">
                  <c:v>25.8</c:v>
                </c:pt>
                <c:pt idx="35668">
                  <c:v>25.8</c:v>
                </c:pt>
                <c:pt idx="35669">
                  <c:v>25.8</c:v>
                </c:pt>
                <c:pt idx="35670">
                  <c:v>25.8</c:v>
                </c:pt>
                <c:pt idx="35671">
                  <c:v>25.8</c:v>
                </c:pt>
                <c:pt idx="35672">
                  <c:v>25.8</c:v>
                </c:pt>
                <c:pt idx="35673">
                  <c:v>25.8</c:v>
                </c:pt>
                <c:pt idx="35674">
                  <c:v>25.8</c:v>
                </c:pt>
                <c:pt idx="35675">
                  <c:v>25.8</c:v>
                </c:pt>
                <c:pt idx="35676">
                  <c:v>25.8</c:v>
                </c:pt>
                <c:pt idx="35677">
                  <c:v>25.8</c:v>
                </c:pt>
                <c:pt idx="35678">
                  <c:v>25.8</c:v>
                </c:pt>
                <c:pt idx="35679">
                  <c:v>25.8</c:v>
                </c:pt>
                <c:pt idx="35680">
                  <c:v>25.8</c:v>
                </c:pt>
                <c:pt idx="35681">
                  <c:v>25.8</c:v>
                </c:pt>
                <c:pt idx="35682">
                  <c:v>25.8</c:v>
                </c:pt>
                <c:pt idx="35683">
                  <c:v>25.8</c:v>
                </c:pt>
                <c:pt idx="35684">
                  <c:v>25.8</c:v>
                </c:pt>
                <c:pt idx="35685">
                  <c:v>25.8</c:v>
                </c:pt>
                <c:pt idx="35686">
                  <c:v>25.8</c:v>
                </c:pt>
                <c:pt idx="35687">
                  <c:v>25.8</c:v>
                </c:pt>
                <c:pt idx="35688">
                  <c:v>25.8</c:v>
                </c:pt>
                <c:pt idx="35689">
                  <c:v>25.8</c:v>
                </c:pt>
                <c:pt idx="35690">
                  <c:v>25.8</c:v>
                </c:pt>
                <c:pt idx="35691">
                  <c:v>25.8</c:v>
                </c:pt>
                <c:pt idx="35692">
                  <c:v>25.8</c:v>
                </c:pt>
                <c:pt idx="35693">
                  <c:v>25.8</c:v>
                </c:pt>
                <c:pt idx="35694">
                  <c:v>25.8</c:v>
                </c:pt>
                <c:pt idx="35695">
                  <c:v>25.8</c:v>
                </c:pt>
                <c:pt idx="35696">
                  <c:v>25.8</c:v>
                </c:pt>
                <c:pt idx="35697">
                  <c:v>25.8</c:v>
                </c:pt>
                <c:pt idx="35698">
                  <c:v>25.8</c:v>
                </c:pt>
                <c:pt idx="35699">
                  <c:v>25.8</c:v>
                </c:pt>
                <c:pt idx="35700">
                  <c:v>25.8</c:v>
                </c:pt>
                <c:pt idx="35701">
                  <c:v>25.8</c:v>
                </c:pt>
                <c:pt idx="35702">
                  <c:v>25.8</c:v>
                </c:pt>
                <c:pt idx="35703">
                  <c:v>25.8</c:v>
                </c:pt>
                <c:pt idx="35704">
                  <c:v>25.8</c:v>
                </c:pt>
                <c:pt idx="35705">
                  <c:v>25.8</c:v>
                </c:pt>
                <c:pt idx="35706">
                  <c:v>25.8</c:v>
                </c:pt>
                <c:pt idx="35707">
                  <c:v>25.8</c:v>
                </c:pt>
                <c:pt idx="35708">
                  <c:v>25.75</c:v>
                </c:pt>
                <c:pt idx="35709">
                  <c:v>25.75</c:v>
                </c:pt>
                <c:pt idx="35710">
                  <c:v>25.75</c:v>
                </c:pt>
                <c:pt idx="35711">
                  <c:v>25.75</c:v>
                </c:pt>
                <c:pt idx="35712">
                  <c:v>25.8</c:v>
                </c:pt>
                <c:pt idx="35713">
                  <c:v>25.75</c:v>
                </c:pt>
                <c:pt idx="35714">
                  <c:v>25.8</c:v>
                </c:pt>
                <c:pt idx="35715">
                  <c:v>25.75</c:v>
                </c:pt>
                <c:pt idx="35716">
                  <c:v>25.75</c:v>
                </c:pt>
                <c:pt idx="35717">
                  <c:v>25.75</c:v>
                </c:pt>
                <c:pt idx="35718">
                  <c:v>25.75</c:v>
                </c:pt>
                <c:pt idx="35719">
                  <c:v>25.75</c:v>
                </c:pt>
                <c:pt idx="35720">
                  <c:v>25.75</c:v>
                </c:pt>
                <c:pt idx="35721">
                  <c:v>25.75</c:v>
                </c:pt>
                <c:pt idx="35722">
                  <c:v>25.75</c:v>
                </c:pt>
                <c:pt idx="35723">
                  <c:v>25.75</c:v>
                </c:pt>
                <c:pt idx="35724">
                  <c:v>25.75</c:v>
                </c:pt>
                <c:pt idx="35725">
                  <c:v>25.8</c:v>
                </c:pt>
                <c:pt idx="35726">
                  <c:v>25.8</c:v>
                </c:pt>
                <c:pt idx="35727">
                  <c:v>25.8</c:v>
                </c:pt>
                <c:pt idx="35728">
                  <c:v>25.8</c:v>
                </c:pt>
                <c:pt idx="35729">
                  <c:v>25.8</c:v>
                </c:pt>
                <c:pt idx="35730">
                  <c:v>25.8</c:v>
                </c:pt>
                <c:pt idx="35731">
                  <c:v>25.8</c:v>
                </c:pt>
                <c:pt idx="35732">
                  <c:v>25.8</c:v>
                </c:pt>
                <c:pt idx="35733">
                  <c:v>25.8</c:v>
                </c:pt>
                <c:pt idx="35734">
                  <c:v>25.8</c:v>
                </c:pt>
                <c:pt idx="35735">
                  <c:v>25.8</c:v>
                </c:pt>
                <c:pt idx="35736">
                  <c:v>25.8</c:v>
                </c:pt>
                <c:pt idx="35737">
                  <c:v>25.8</c:v>
                </c:pt>
                <c:pt idx="35738">
                  <c:v>25.8</c:v>
                </c:pt>
                <c:pt idx="35739">
                  <c:v>25.8</c:v>
                </c:pt>
                <c:pt idx="35740">
                  <c:v>25.8</c:v>
                </c:pt>
                <c:pt idx="35741">
                  <c:v>25.8</c:v>
                </c:pt>
                <c:pt idx="35742">
                  <c:v>25.8</c:v>
                </c:pt>
                <c:pt idx="35743">
                  <c:v>25.8</c:v>
                </c:pt>
                <c:pt idx="35744">
                  <c:v>25.8</c:v>
                </c:pt>
                <c:pt idx="35745">
                  <c:v>25.8</c:v>
                </c:pt>
                <c:pt idx="35746">
                  <c:v>25.8</c:v>
                </c:pt>
                <c:pt idx="35747">
                  <c:v>25.75</c:v>
                </c:pt>
                <c:pt idx="35748">
                  <c:v>25.8</c:v>
                </c:pt>
                <c:pt idx="35749">
                  <c:v>25.8</c:v>
                </c:pt>
                <c:pt idx="35750">
                  <c:v>25.8</c:v>
                </c:pt>
                <c:pt idx="35751">
                  <c:v>25.8</c:v>
                </c:pt>
                <c:pt idx="35752">
                  <c:v>25.8</c:v>
                </c:pt>
                <c:pt idx="35753">
                  <c:v>25.8</c:v>
                </c:pt>
                <c:pt idx="35754">
                  <c:v>25.8</c:v>
                </c:pt>
                <c:pt idx="35755">
                  <c:v>25.8</c:v>
                </c:pt>
                <c:pt idx="35756">
                  <c:v>25.8</c:v>
                </c:pt>
                <c:pt idx="35757">
                  <c:v>25.8</c:v>
                </c:pt>
                <c:pt idx="35758">
                  <c:v>25.8</c:v>
                </c:pt>
                <c:pt idx="35759">
                  <c:v>25.8</c:v>
                </c:pt>
                <c:pt idx="35760">
                  <c:v>25.8</c:v>
                </c:pt>
                <c:pt idx="35761">
                  <c:v>25.8</c:v>
                </c:pt>
                <c:pt idx="35762">
                  <c:v>25.8</c:v>
                </c:pt>
                <c:pt idx="35763">
                  <c:v>25.8</c:v>
                </c:pt>
                <c:pt idx="35764">
                  <c:v>25.8</c:v>
                </c:pt>
                <c:pt idx="35765">
                  <c:v>25.8</c:v>
                </c:pt>
                <c:pt idx="35766">
                  <c:v>25.8</c:v>
                </c:pt>
                <c:pt idx="35767">
                  <c:v>25.8</c:v>
                </c:pt>
                <c:pt idx="35768">
                  <c:v>25.8</c:v>
                </c:pt>
                <c:pt idx="35769">
                  <c:v>25.8</c:v>
                </c:pt>
                <c:pt idx="35770">
                  <c:v>25.8</c:v>
                </c:pt>
                <c:pt idx="35771">
                  <c:v>25.8</c:v>
                </c:pt>
                <c:pt idx="35772">
                  <c:v>25.8</c:v>
                </c:pt>
                <c:pt idx="35773">
                  <c:v>25.8</c:v>
                </c:pt>
                <c:pt idx="35774">
                  <c:v>25.8</c:v>
                </c:pt>
                <c:pt idx="35775">
                  <c:v>25.8</c:v>
                </c:pt>
                <c:pt idx="35776">
                  <c:v>25.8</c:v>
                </c:pt>
                <c:pt idx="35777">
                  <c:v>25.8</c:v>
                </c:pt>
                <c:pt idx="35778">
                  <c:v>25.8</c:v>
                </c:pt>
                <c:pt idx="35779">
                  <c:v>25.8</c:v>
                </c:pt>
                <c:pt idx="35780">
                  <c:v>25.8</c:v>
                </c:pt>
                <c:pt idx="35781">
                  <c:v>25.8</c:v>
                </c:pt>
                <c:pt idx="35782">
                  <c:v>25.8</c:v>
                </c:pt>
                <c:pt idx="35783">
                  <c:v>25.8</c:v>
                </c:pt>
                <c:pt idx="35784">
                  <c:v>25.8</c:v>
                </c:pt>
                <c:pt idx="35785">
                  <c:v>25.8</c:v>
                </c:pt>
                <c:pt idx="35786">
                  <c:v>25.8</c:v>
                </c:pt>
                <c:pt idx="35787">
                  <c:v>25.8</c:v>
                </c:pt>
                <c:pt idx="35788">
                  <c:v>25.8</c:v>
                </c:pt>
                <c:pt idx="35789">
                  <c:v>25.8</c:v>
                </c:pt>
                <c:pt idx="35790">
                  <c:v>25.8</c:v>
                </c:pt>
                <c:pt idx="35791">
                  <c:v>25.8</c:v>
                </c:pt>
                <c:pt idx="35792">
                  <c:v>25.8</c:v>
                </c:pt>
                <c:pt idx="35793">
                  <c:v>25.8</c:v>
                </c:pt>
                <c:pt idx="35794">
                  <c:v>25.8</c:v>
                </c:pt>
                <c:pt idx="35795">
                  <c:v>25.8</c:v>
                </c:pt>
                <c:pt idx="35796">
                  <c:v>25.8</c:v>
                </c:pt>
                <c:pt idx="35797">
                  <c:v>25.8</c:v>
                </c:pt>
                <c:pt idx="35798">
                  <c:v>25.8</c:v>
                </c:pt>
                <c:pt idx="35799">
                  <c:v>25.75</c:v>
                </c:pt>
                <c:pt idx="35800">
                  <c:v>25.75</c:v>
                </c:pt>
                <c:pt idx="35801">
                  <c:v>25.75</c:v>
                </c:pt>
                <c:pt idx="35802">
                  <c:v>25.75</c:v>
                </c:pt>
                <c:pt idx="35803">
                  <c:v>25.75</c:v>
                </c:pt>
                <c:pt idx="35804">
                  <c:v>25.8</c:v>
                </c:pt>
                <c:pt idx="35805">
                  <c:v>25.75</c:v>
                </c:pt>
                <c:pt idx="35806">
                  <c:v>25.8</c:v>
                </c:pt>
                <c:pt idx="35807">
                  <c:v>25.75</c:v>
                </c:pt>
                <c:pt idx="35808">
                  <c:v>25.75</c:v>
                </c:pt>
                <c:pt idx="35809">
                  <c:v>25.75</c:v>
                </c:pt>
                <c:pt idx="35810">
                  <c:v>25.75</c:v>
                </c:pt>
                <c:pt idx="35811">
                  <c:v>25.75</c:v>
                </c:pt>
                <c:pt idx="35812">
                  <c:v>25.75</c:v>
                </c:pt>
                <c:pt idx="35813">
                  <c:v>25.75</c:v>
                </c:pt>
                <c:pt idx="35814">
                  <c:v>25.75</c:v>
                </c:pt>
                <c:pt idx="35815">
                  <c:v>25.75</c:v>
                </c:pt>
                <c:pt idx="35816">
                  <c:v>25.75</c:v>
                </c:pt>
                <c:pt idx="35817">
                  <c:v>25.75</c:v>
                </c:pt>
                <c:pt idx="35818">
                  <c:v>25.75</c:v>
                </c:pt>
                <c:pt idx="35819">
                  <c:v>25.75</c:v>
                </c:pt>
                <c:pt idx="35820">
                  <c:v>25.75</c:v>
                </c:pt>
                <c:pt idx="35821">
                  <c:v>25.75</c:v>
                </c:pt>
                <c:pt idx="35822">
                  <c:v>25.75</c:v>
                </c:pt>
                <c:pt idx="35823">
                  <c:v>25.75</c:v>
                </c:pt>
                <c:pt idx="35824">
                  <c:v>25.75</c:v>
                </c:pt>
                <c:pt idx="35825">
                  <c:v>25.75</c:v>
                </c:pt>
                <c:pt idx="35826">
                  <c:v>25.75</c:v>
                </c:pt>
                <c:pt idx="35827">
                  <c:v>25.75</c:v>
                </c:pt>
                <c:pt idx="35828">
                  <c:v>25.75</c:v>
                </c:pt>
                <c:pt idx="35829">
                  <c:v>25.75</c:v>
                </c:pt>
                <c:pt idx="35830">
                  <c:v>25.75</c:v>
                </c:pt>
                <c:pt idx="35831">
                  <c:v>25.75</c:v>
                </c:pt>
                <c:pt idx="35832">
                  <c:v>25.75</c:v>
                </c:pt>
                <c:pt idx="35833">
                  <c:v>25.75</c:v>
                </c:pt>
                <c:pt idx="35834">
                  <c:v>25.75</c:v>
                </c:pt>
                <c:pt idx="35835">
                  <c:v>25.75</c:v>
                </c:pt>
                <c:pt idx="35836">
                  <c:v>25.75</c:v>
                </c:pt>
                <c:pt idx="35837">
                  <c:v>25.75</c:v>
                </c:pt>
                <c:pt idx="35838">
                  <c:v>25.75</c:v>
                </c:pt>
                <c:pt idx="35839">
                  <c:v>25.75</c:v>
                </c:pt>
                <c:pt idx="35840">
                  <c:v>25.75</c:v>
                </c:pt>
                <c:pt idx="35841">
                  <c:v>25.75</c:v>
                </c:pt>
                <c:pt idx="35842">
                  <c:v>25.75</c:v>
                </c:pt>
                <c:pt idx="35843">
                  <c:v>25.8</c:v>
                </c:pt>
                <c:pt idx="35844">
                  <c:v>25.75</c:v>
                </c:pt>
                <c:pt idx="35845">
                  <c:v>25.75</c:v>
                </c:pt>
                <c:pt idx="35846">
                  <c:v>25.75</c:v>
                </c:pt>
                <c:pt idx="35847">
                  <c:v>25.75</c:v>
                </c:pt>
                <c:pt idx="35848">
                  <c:v>25.75</c:v>
                </c:pt>
                <c:pt idx="35849">
                  <c:v>25.75</c:v>
                </c:pt>
                <c:pt idx="35850">
                  <c:v>25.75</c:v>
                </c:pt>
                <c:pt idx="35851">
                  <c:v>25.75</c:v>
                </c:pt>
                <c:pt idx="35852">
                  <c:v>25.75</c:v>
                </c:pt>
                <c:pt idx="35853">
                  <c:v>25.75</c:v>
                </c:pt>
                <c:pt idx="35854">
                  <c:v>25.75</c:v>
                </c:pt>
                <c:pt idx="35855">
                  <c:v>25.75</c:v>
                </c:pt>
                <c:pt idx="35856">
                  <c:v>25.75</c:v>
                </c:pt>
                <c:pt idx="35857">
                  <c:v>25.75</c:v>
                </c:pt>
                <c:pt idx="35858">
                  <c:v>25.75</c:v>
                </c:pt>
                <c:pt idx="35859">
                  <c:v>25.75</c:v>
                </c:pt>
                <c:pt idx="35860">
                  <c:v>25.75</c:v>
                </c:pt>
                <c:pt idx="35861">
                  <c:v>25.75</c:v>
                </c:pt>
                <c:pt idx="35862">
                  <c:v>25.75</c:v>
                </c:pt>
                <c:pt idx="35863">
                  <c:v>25.75</c:v>
                </c:pt>
                <c:pt idx="35864">
                  <c:v>25.75</c:v>
                </c:pt>
                <c:pt idx="35865">
                  <c:v>25.75</c:v>
                </c:pt>
                <c:pt idx="35866">
                  <c:v>25.75</c:v>
                </c:pt>
                <c:pt idx="35867">
                  <c:v>25.75</c:v>
                </c:pt>
                <c:pt idx="35868">
                  <c:v>25.75</c:v>
                </c:pt>
                <c:pt idx="35869">
                  <c:v>25.75</c:v>
                </c:pt>
                <c:pt idx="35870">
                  <c:v>25.75</c:v>
                </c:pt>
                <c:pt idx="35871">
                  <c:v>25.75</c:v>
                </c:pt>
                <c:pt idx="35872">
                  <c:v>25.75</c:v>
                </c:pt>
                <c:pt idx="35873">
                  <c:v>25.75</c:v>
                </c:pt>
                <c:pt idx="35874">
                  <c:v>25.75</c:v>
                </c:pt>
                <c:pt idx="35875">
                  <c:v>25.75</c:v>
                </c:pt>
                <c:pt idx="35876">
                  <c:v>25.75</c:v>
                </c:pt>
                <c:pt idx="35877">
                  <c:v>25.8</c:v>
                </c:pt>
                <c:pt idx="35878">
                  <c:v>25.75</c:v>
                </c:pt>
                <c:pt idx="35879">
                  <c:v>25.8</c:v>
                </c:pt>
                <c:pt idx="35880">
                  <c:v>25.8</c:v>
                </c:pt>
                <c:pt idx="35881">
                  <c:v>25.8</c:v>
                </c:pt>
                <c:pt idx="35882">
                  <c:v>25.8</c:v>
                </c:pt>
                <c:pt idx="35883">
                  <c:v>25.8</c:v>
                </c:pt>
                <c:pt idx="35884">
                  <c:v>25.75</c:v>
                </c:pt>
                <c:pt idx="35885">
                  <c:v>25.75</c:v>
                </c:pt>
                <c:pt idx="35886">
                  <c:v>25.75</c:v>
                </c:pt>
                <c:pt idx="35887">
                  <c:v>25.75</c:v>
                </c:pt>
                <c:pt idx="35888">
                  <c:v>25.75</c:v>
                </c:pt>
                <c:pt idx="35889">
                  <c:v>25.75</c:v>
                </c:pt>
                <c:pt idx="35890">
                  <c:v>25.75</c:v>
                </c:pt>
                <c:pt idx="35891">
                  <c:v>25.75</c:v>
                </c:pt>
                <c:pt idx="35892">
                  <c:v>25.75</c:v>
                </c:pt>
                <c:pt idx="35893">
                  <c:v>25.75</c:v>
                </c:pt>
                <c:pt idx="35894">
                  <c:v>25.75</c:v>
                </c:pt>
                <c:pt idx="35895">
                  <c:v>25.75</c:v>
                </c:pt>
                <c:pt idx="35896">
                  <c:v>25.75</c:v>
                </c:pt>
                <c:pt idx="35897">
                  <c:v>25.75</c:v>
                </c:pt>
                <c:pt idx="35898">
                  <c:v>25.75</c:v>
                </c:pt>
                <c:pt idx="35899">
                  <c:v>25.75</c:v>
                </c:pt>
                <c:pt idx="35900">
                  <c:v>25.75</c:v>
                </c:pt>
                <c:pt idx="35901">
                  <c:v>25.75</c:v>
                </c:pt>
                <c:pt idx="35902">
                  <c:v>25.75</c:v>
                </c:pt>
                <c:pt idx="35903">
                  <c:v>25.75</c:v>
                </c:pt>
                <c:pt idx="35904">
                  <c:v>25.75</c:v>
                </c:pt>
                <c:pt idx="35905">
                  <c:v>25.75</c:v>
                </c:pt>
                <c:pt idx="35906">
                  <c:v>25.75</c:v>
                </c:pt>
                <c:pt idx="35907">
                  <c:v>25.75</c:v>
                </c:pt>
                <c:pt idx="35908">
                  <c:v>25.75</c:v>
                </c:pt>
                <c:pt idx="35909">
                  <c:v>25.75</c:v>
                </c:pt>
                <c:pt idx="35910">
                  <c:v>25.75</c:v>
                </c:pt>
                <c:pt idx="35911">
                  <c:v>25.75</c:v>
                </c:pt>
                <c:pt idx="35912">
                  <c:v>25.75</c:v>
                </c:pt>
                <c:pt idx="35913">
                  <c:v>25.75</c:v>
                </c:pt>
                <c:pt idx="35914">
                  <c:v>25.75</c:v>
                </c:pt>
                <c:pt idx="35915">
                  <c:v>25.75</c:v>
                </c:pt>
                <c:pt idx="35916">
                  <c:v>25.75</c:v>
                </c:pt>
                <c:pt idx="35917">
                  <c:v>25.75</c:v>
                </c:pt>
                <c:pt idx="35918">
                  <c:v>25.75</c:v>
                </c:pt>
                <c:pt idx="35919">
                  <c:v>25.75</c:v>
                </c:pt>
                <c:pt idx="35920">
                  <c:v>25.75</c:v>
                </c:pt>
                <c:pt idx="35921">
                  <c:v>25.75</c:v>
                </c:pt>
                <c:pt idx="35922">
                  <c:v>25.75</c:v>
                </c:pt>
                <c:pt idx="35923">
                  <c:v>25.75</c:v>
                </c:pt>
                <c:pt idx="35924">
                  <c:v>25.7</c:v>
                </c:pt>
                <c:pt idx="35925">
                  <c:v>25.75</c:v>
                </c:pt>
                <c:pt idx="35926">
                  <c:v>25.75</c:v>
                </c:pt>
                <c:pt idx="35927">
                  <c:v>25.75</c:v>
                </c:pt>
                <c:pt idx="35928">
                  <c:v>25.7</c:v>
                </c:pt>
                <c:pt idx="35929">
                  <c:v>25.75</c:v>
                </c:pt>
                <c:pt idx="35930">
                  <c:v>25.75</c:v>
                </c:pt>
                <c:pt idx="35931">
                  <c:v>25.75</c:v>
                </c:pt>
                <c:pt idx="35932">
                  <c:v>25.7</c:v>
                </c:pt>
                <c:pt idx="35933">
                  <c:v>25.75</c:v>
                </c:pt>
                <c:pt idx="35934">
                  <c:v>25.7</c:v>
                </c:pt>
                <c:pt idx="35935">
                  <c:v>25.7</c:v>
                </c:pt>
                <c:pt idx="35936">
                  <c:v>25.7</c:v>
                </c:pt>
                <c:pt idx="35937">
                  <c:v>25.75</c:v>
                </c:pt>
                <c:pt idx="35938">
                  <c:v>25.75</c:v>
                </c:pt>
                <c:pt idx="35939">
                  <c:v>25.75</c:v>
                </c:pt>
                <c:pt idx="35940">
                  <c:v>25.75</c:v>
                </c:pt>
                <c:pt idx="35941">
                  <c:v>25.75</c:v>
                </c:pt>
                <c:pt idx="35942">
                  <c:v>25.75</c:v>
                </c:pt>
                <c:pt idx="35943">
                  <c:v>25.75</c:v>
                </c:pt>
                <c:pt idx="35944">
                  <c:v>25.75</c:v>
                </c:pt>
                <c:pt idx="35945">
                  <c:v>25.75</c:v>
                </c:pt>
                <c:pt idx="35946">
                  <c:v>25.75</c:v>
                </c:pt>
                <c:pt idx="35947">
                  <c:v>25.75</c:v>
                </c:pt>
                <c:pt idx="35948">
                  <c:v>25.75</c:v>
                </c:pt>
                <c:pt idx="35949">
                  <c:v>25.75</c:v>
                </c:pt>
                <c:pt idx="35950">
                  <c:v>25.75</c:v>
                </c:pt>
                <c:pt idx="35951">
                  <c:v>25.75</c:v>
                </c:pt>
                <c:pt idx="35952">
                  <c:v>25.75</c:v>
                </c:pt>
                <c:pt idx="35953">
                  <c:v>25.75</c:v>
                </c:pt>
                <c:pt idx="35954">
                  <c:v>25.7</c:v>
                </c:pt>
                <c:pt idx="35955">
                  <c:v>25.75</c:v>
                </c:pt>
                <c:pt idx="35956">
                  <c:v>25.75</c:v>
                </c:pt>
                <c:pt idx="35957">
                  <c:v>25.7</c:v>
                </c:pt>
                <c:pt idx="35958">
                  <c:v>25.7</c:v>
                </c:pt>
                <c:pt idx="35959">
                  <c:v>25.7</c:v>
                </c:pt>
                <c:pt idx="35960">
                  <c:v>25.7</c:v>
                </c:pt>
                <c:pt idx="35961">
                  <c:v>25.7</c:v>
                </c:pt>
                <c:pt idx="35962">
                  <c:v>25.7</c:v>
                </c:pt>
                <c:pt idx="35963">
                  <c:v>25.7</c:v>
                </c:pt>
                <c:pt idx="35964">
                  <c:v>25.7</c:v>
                </c:pt>
                <c:pt idx="35965">
                  <c:v>25.7</c:v>
                </c:pt>
                <c:pt idx="35966">
                  <c:v>25.7</c:v>
                </c:pt>
                <c:pt idx="35967">
                  <c:v>25.7</c:v>
                </c:pt>
                <c:pt idx="35968">
                  <c:v>25.7</c:v>
                </c:pt>
                <c:pt idx="35969">
                  <c:v>25.7</c:v>
                </c:pt>
                <c:pt idx="35970">
                  <c:v>25.7</c:v>
                </c:pt>
                <c:pt idx="35971">
                  <c:v>25.7</c:v>
                </c:pt>
                <c:pt idx="35972">
                  <c:v>25.75</c:v>
                </c:pt>
                <c:pt idx="35973">
                  <c:v>25.75</c:v>
                </c:pt>
                <c:pt idx="35974">
                  <c:v>25.75</c:v>
                </c:pt>
                <c:pt idx="35975">
                  <c:v>25.75</c:v>
                </c:pt>
                <c:pt idx="35976">
                  <c:v>25.7</c:v>
                </c:pt>
                <c:pt idx="35977">
                  <c:v>25.7</c:v>
                </c:pt>
                <c:pt idx="35978">
                  <c:v>25.75</c:v>
                </c:pt>
                <c:pt idx="35979">
                  <c:v>25.75</c:v>
                </c:pt>
                <c:pt idx="35980">
                  <c:v>25.7</c:v>
                </c:pt>
                <c:pt idx="35981">
                  <c:v>25.75</c:v>
                </c:pt>
                <c:pt idx="35982">
                  <c:v>25.7</c:v>
                </c:pt>
                <c:pt idx="35983">
                  <c:v>25.75</c:v>
                </c:pt>
                <c:pt idx="35984">
                  <c:v>25.75</c:v>
                </c:pt>
                <c:pt idx="35985">
                  <c:v>25.75</c:v>
                </c:pt>
                <c:pt idx="35986">
                  <c:v>25.75</c:v>
                </c:pt>
                <c:pt idx="35987">
                  <c:v>25.7</c:v>
                </c:pt>
                <c:pt idx="35988">
                  <c:v>25.75</c:v>
                </c:pt>
                <c:pt idx="35989">
                  <c:v>25.7</c:v>
                </c:pt>
                <c:pt idx="35990">
                  <c:v>25.75</c:v>
                </c:pt>
                <c:pt idx="35991">
                  <c:v>25.75</c:v>
                </c:pt>
                <c:pt idx="35992">
                  <c:v>25.75</c:v>
                </c:pt>
                <c:pt idx="35993">
                  <c:v>25.75</c:v>
                </c:pt>
                <c:pt idx="35994">
                  <c:v>25.7</c:v>
                </c:pt>
                <c:pt idx="35995">
                  <c:v>25.7</c:v>
                </c:pt>
                <c:pt idx="35996">
                  <c:v>25.7</c:v>
                </c:pt>
                <c:pt idx="35997">
                  <c:v>25.75</c:v>
                </c:pt>
                <c:pt idx="35998">
                  <c:v>25.75</c:v>
                </c:pt>
                <c:pt idx="35999">
                  <c:v>25.75</c:v>
                </c:pt>
                <c:pt idx="36000">
                  <c:v>25.75</c:v>
                </c:pt>
                <c:pt idx="36001">
                  <c:v>25.75</c:v>
                </c:pt>
                <c:pt idx="36002">
                  <c:v>25.7</c:v>
                </c:pt>
                <c:pt idx="36003">
                  <c:v>25.75</c:v>
                </c:pt>
                <c:pt idx="36004">
                  <c:v>25.7</c:v>
                </c:pt>
                <c:pt idx="36005">
                  <c:v>25.7</c:v>
                </c:pt>
                <c:pt idx="36006">
                  <c:v>25.75</c:v>
                </c:pt>
                <c:pt idx="36007">
                  <c:v>25.7</c:v>
                </c:pt>
                <c:pt idx="36008">
                  <c:v>25.75</c:v>
                </c:pt>
                <c:pt idx="36009">
                  <c:v>25.75</c:v>
                </c:pt>
                <c:pt idx="36010">
                  <c:v>25.75</c:v>
                </c:pt>
                <c:pt idx="36011">
                  <c:v>25.7</c:v>
                </c:pt>
                <c:pt idx="36012">
                  <c:v>25.7</c:v>
                </c:pt>
                <c:pt idx="36013">
                  <c:v>25.7</c:v>
                </c:pt>
                <c:pt idx="36014">
                  <c:v>25.7</c:v>
                </c:pt>
                <c:pt idx="36015">
                  <c:v>25.7</c:v>
                </c:pt>
                <c:pt idx="36016">
                  <c:v>25.7</c:v>
                </c:pt>
                <c:pt idx="36017">
                  <c:v>25.75</c:v>
                </c:pt>
                <c:pt idx="36018">
                  <c:v>25.7</c:v>
                </c:pt>
                <c:pt idx="36019">
                  <c:v>25.7</c:v>
                </c:pt>
                <c:pt idx="36020">
                  <c:v>25.7</c:v>
                </c:pt>
                <c:pt idx="36021">
                  <c:v>25.7</c:v>
                </c:pt>
                <c:pt idx="36022">
                  <c:v>25.7</c:v>
                </c:pt>
                <c:pt idx="36023">
                  <c:v>25.7</c:v>
                </c:pt>
                <c:pt idx="36024">
                  <c:v>25.7</c:v>
                </c:pt>
                <c:pt idx="36025">
                  <c:v>25.7</c:v>
                </c:pt>
                <c:pt idx="36026">
                  <c:v>25.7</c:v>
                </c:pt>
                <c:pt idx="36027">
                  <c:v>25.7</c:v>
                </c:pt>
                <c:pt idx="36028">
                  <c:v>25.7</c:v>
                </c:pt>
                <c:pt idx="36029">
                  <c:v>25.7</c:v>
                </c:pt>
                <c:pt idx="36030">
                  <c:v>25.7</c:v>
                </c:pt>
                <c:pt idx="36031">
                  <c:v>25.7</c:v>
                </c:pt>
                <c:pt idx="36032">
                  <c:v>25.7</c:v>
                </c:pt>
                <c:pt idx="36033">
                  <c:v>25.7</c:v>
                </c:pt>
                <c:pt idx="36034">
                  <c:v>25.7</c:v>
                </c:pt>
                <c:pt idx="36035">
                  <c:v>25.7</c:v>
                </c:pt>
                <c:pt idx="36036">
                  <c:v>25.7</c:v>
                </c:pt>
                <c:pt idx="36037">
                  <c:v>25.7</c:v>
                </c:pt>
                <c:pt idx="36038">
                  <c:v>25.7</c:v>
                </c:pt>
                <c:pt idx="36039">
                  <c:v>25.75</c:v>
                </c:pt>
                <c:pt idx="36040">
                  <c:v>25.7</c:v>
                </c:pt>
                <c:pt idx="36041">
                  <c:v>25.7</c:v>
                </c:pt>
                <c:pt idx="36042">
                  <c:v>25.7</c:v>
                </c:pt>
                <c:pt idx="36043">
                  <c:v>25.75</c:v>
                </c:pt>
                <c:pt idx="36044">
                  <c:v>25.75</c:v>
                </c:pt>
                <c:pt idx="36045">
                  <c:v>25.7</c:v>
                </c:pt>
                <c:pt idx="36046">
                  <c:v>25.75</c:v>
                </c:pt>
                <c:pt idx="36047">
                  <c:v>25.75</c:v>
                </c:pt>
                <c:pt idx="36048">
                  <c:v>25.7</c:v>
                </c:pt>
                <c:pt idx="36049">
                  <c:v>25.7</c:v>
                </c:pt>
                <c:pt idx="36050">
                  <c:v>25.75</c:v>
                </c:pt>
                <c:pt idx="36051">
                  <c:v>25.75</c:v>
                </c:pt>
                <c:pt idx="36052">
                  <c:v>25.7</c:v>
                </c:pt>
                <c:pt idx="36053">
                  <c:v>25.75</c:v>
                </c:pt>
                <c:pt idx="36054">
                  <c:v>25.7</c:v>
                </c:pt>
                <c:pt idx="36055">
                  <c:v>25.7</c:v>
                </c:pt>
                <c:pt idx="36056">
                  <c:v>25.7</c:v>
                </c:pt>
                <c:pt idx="36057">
                  <c:v>25.7</c:v>
                </c:pt>
                <c:pt idx="36058">
                  <c:v>25.7</c:v>
                </c:pt>
                <c:pt idx="36059">
                  <c:v>25.7</c:v>
                </c:pt>
                <c:pt idx="36060">
                  <c:v>25.7</c:v>
                </c:pt>
                <c:pt idx="36061">
                  <c:v>25.7</c:v>
                </c:pt>
                <c:pt idx="36062">
                  <c:v>25.7</c:v>
                </c:pt>
                <c:pt idx="36063">
                  <c:v>25.7</c:v>
                </c:pt>
                <c:pt idx="36064">
                  <c:v>25.7</c:v>
                </c:pt>
                <c:pt idx="36065">
                  <c:v>25.7</c:v>
                </c:pt>
                <c:pt idx="36066">
                  <c:v>25.7</c:v>
                </c:pt>
                <c:pt idx="36067">
                  <c:v>25.7</c:v>
                </c:pt>
                <c:pt idx="36068">
                  <c:v>25.7</c:v>
                </c:pt>
                <c:pt idx="36069">
                  <c:v>25.7</c:v>
                </c:pt>
                <c:pt idx="36070">
                  <c:v>25.7</c:v>
                </c:pt>
                <c:pt idx="36071">
                  <c:v>25.7</c:v>
                </c:pt>
                <c:pt idx="36072">
                  <c:v>25.7</c:v>
                </c:pt>
                <c:pt idx="36073">
                  <c:v>25.75</c:v>
                </c:pt>
                <c:pt idx="36074">
                  <c:v>25.7</c:v>
                </c:pt>
                <c:pt idx="36075">
                  <c:v>25.75</c:v>
                </c:pt>
                <c:pt idx="36076">
                  <c:v>25.7</c:v>
                </c:pt>
                <c:pt idx="36077">
                  <c:v>25.7</c:v>
                </c:pt>
                <c:pt idx="36078">
                  <c:v>25.75</c:v>
                </c:pt>
                <c:pt idx="36079">
                  <c:v>25.7</c:v>
                </c:pt>
                <c:pt idx="36080">
                  <c:v>25.7</c:v>
                </c:pt>
                <c:pt idx="36081">
                  <c:v>25.7</c:v>
                </c:pt>
                <c:pt idx="36082">
                  <c:v>25.7</c:v>
                </c:pt>
                <c:pt idx="36083">
                  <c:v>25.7</c:v>
                </c:pt>
                <c:pt idx="36084">
                  <c:v>25.7</c:v>
                </c:pt>
                <c:pt idx="36085">
                  <c:v>25.7</c:v>
                </c:pt>
                <c:pt idx="36086">
                  <c:v>25.7</c:v>
                </c:pt>
                <c:pt idx="36087">
                  <c:v>25.7</c:v>
                </c:pt>
                <c:pt idx="36088">
                  <c:v>25.7</c:v>
                </c:pt>
                <c:pt idx="36089">
                  <c:v>25.7</c:v>
                </c:pt>
                <c:pt idx="36090">
                  <c:v>25.7</c:v>
                </c:pt>
                <c:pt idx="36091">
                  <c:v>25.7</c:v>
                </c:pt>
                <c:pt idx="36092">
                  <c:v>25.7</c:v>
                </c:pt>
                <c:pt idx="36093">
                  <c:v>25.7</c:v>
                </c:pt>
                <c:pt idx="36094">
                  <c:v>25.7</c:v>
                </c:pt>
                <c:pt idx="36095">
                  <c:v>25.7</c:v>
                </c:pt>
                <c:pt idx="36096">
                  <c:v>25.7</c:v>
                </c:pt>
                <c:pt idx="36097">
                  <c:v>25.7</c:v>
                </c:pt>
                <c:pt idx="36098">
                  <c:v>25.7</c:v>
                </c:pt>
                <c:pt idx="36099">
                  <c:v>25.7</c:v>
                </c:pt>
                <c:pt idx="36100">
                  <c:v>25.7</c:v>
                </c:pt>
                <c:pt idx="36101">
                  <c:v>25.7</c:v>
                </c:pt>
                <c:pt idx="36102">
                  <c:v>25.7</c:v>
                </c:pt>
                <c:pt idx="36103">
                  <c:v>25.7</c:v>
                </c:pt>
                <c:pt idx="36104">
                  <c:v>25.7</c:v>
                </c:pt>
                <c:pt idx="36105">
                  <c:v>25.7</c:v>
                </c:pt>
                <c:pt idx="36106">
                  <c:v>25.7</c:v>
                </c:pt>
                <c:pt idx="36107">
                  <c:v>25.7</c:v>
                </c:pt>
                <c:pt idx="36108">
                  <c:v>25.7</c:v>
                </c:pt>
                <c:pt idx="36109">
                  <c:v>25.7</c:v>
                </c:pt>
                <c:pt idx="36110">
                  <c:v>25.7</c:v>
                </c:pt>
                <c:pt idx="36111">
                  <c:v>25.7</c:v>
                </c:pt>
                <c:pt idx="36112">
                  <c:v>25.7</c:v>
                </c:pt>
                <c:pt idx="36113">
                  <c:v>25.7</c:v>
                </c:pt>
                <c:pt idx="36114">
                  <c:v>25.7</c:v>
                </c:pt>
                <c:pt idx="36115">
                  <c:v>25.7</c:v>
                </c:pt>
                <c:pt idx="36116">
                  <c:v>25.7</c:v>
                </c:pt>
                <c:pt idx="36117">
                  <c:v>25.7</c:v>
                </c:pt>
                <c:pt idx="36118">
                  <c:v>25.7</c:v>
                </c:pt>
                <c:pt idx="36119">
                  <c:v>25.7</c:v>
                </c:pt>
                <c:pt idx="36120">
                  <c:v>25.7</c:v>
                </c:pt>
                <c:pt idx="36121">
                  <c:v>25.7</c:v>
                </c:pt>
                <c:pt idx="36122">
                  <c:v>25.7</c:v>
                </c:pt>
                <c:pt idx="36123">
                  <c:v>25.7</c:v>
                </c:pt>
                <c:pt idx="36124">
                  <c:v>25.7</c:v>
                </c:pt>
                <c:pt idx="36125">
                  <c:v>25.7</c:v>
                </c:pt>
                <c:pt idx="36126">
                  <c:v>25.7</c:v>
                </c:pt>
                <c:pt idx="36127">
                  <c:v>25.7</c:v>
                </c:pt>
                <c:pt idx="36128">
                  <c:v>25.7</c:v>
                </c:pt>
                <c:pt idx="36129">
                  <c:v>25.7</c:v>
                </c:pt>
                <c:pt idx="36130">
                  <c:v>25.7</c:v>
                </c:pt>
                <c:pt idx="36131">
                  <c:v>25.7</c:v>
                </c:pt>
                <c:pt idx="36132">
                  <c:v>25.7</c:v>
                </c:pt>
                <c:pt idx="36133">
                  <c:v>25.7</c:v>
                </c:pt>
                <c:pt idx="36134">
                  <c:v>25.7</c:v>
                </c:pt>
                <c:pt idx="36135">
                  <c:v>25.7</c:v>
                </c:pt>
                <c:pt idx="36136">
                  <c:v>25.7</c:v>
                </c:pt>
                <c:pt idx="36137">
                  <c:v>25.7</c:v>
                </c:pt>
                <c:pt idx="36138">
                  <c:v>25.7</c:v>
                </c:pt>
                <c:pt idx="36139">
                  <c:v>25.7</c:v>
                </c:pt>
                <c:pt idx="36140">
                  <c:v>25.7</c:v>
                </c:pt>
                <c:pt idx="36141">
                  <c:v>25.7</c:v>
                </c:pt>
                <c:pt idx="36142">
                  <c:v>25.7</c:v>
                </c:pt>
                <c:pt idx="36143">
                  <c:v>25.7</c:v>
                </c:pt>
                <c:pt idx="36144">
                  <c:v>25.7</c:v>
                </c:pt>
                <c:pt idx="36145">
                  <c:v>25.7</c:v>
                </c:pt>
                <c:pt idx="36146">
                  <c:v>25.7</c:v>
                </c:pt>
                <c:pt idx="36147">
                  <c:v>25.7</c:v>
                </c:pt>
                <c:pt idx="36148">
                  <c:v>25.7</c:v>
                </c:pt>
                <c:pt idx="36149">
                  <c:v>25.7</c:v>
                </c:pt>
                <c:pt idx="36150">
                  <c:v>25.7</c:v>
                </c:pt>
                <c:pt idx="36151">
                  <c:v>25.7</c:v>
                </c:pt>
                <c:pt idx="36152">
                  <c:v>25.7</c:v>
                </c:pt>
                <c:pt idx="36153">
                  <c:v>25.7</c:v>
                </c:pt>
                <c:pt idx="36154">
                  <c:v>25.7</c:v>
                </c:pt>
                <c:pt idx="36155">
                  <c:v>25.7</c:v>
                </c:pt>
                <c:pt idx="36156">
                  <c:v>25.7</c:v>
                </c:pt>
                <c:pt idx="36157">
                  <c:v>25.7</c:v>
                </c:pt>
                <c:pt idx="36158">
                  <c:v>25.7</c:v>
                </c:pt>
                <c:pt idx="36159">
                  <c:v>25.7</c:v>
                </c:pt>
                <c:pt idx="36160">
                  <c:v>25.7</c:v>
                </c:pt>
                <c:pt idx="36161">
                  <c:v>25.7</c:v>
                </c:pt>
                <c:pt idx="36162">
                  <c:v>25.7</c:v>
                </c:pt>
                <c:pt idx="36163">
                  <c:v>25.7</c:v>
                </c:pt>
                <c:pt idx="36164">
                  <c:v>25.7</c:v>
                </c:pt>
                <c:pt idx="36165">
                  <c:v>25.7</c:v>
                </c:pt>
                <c:pt idx="36166">
                  <c:v>25.7</c:v>
                </c:pt>
                <c:pt idx="36167">
                  <c:v>25.7</c:v>
                </c:pt>
                <c:pt idx="36168">
                  <c:v>25.7</c:v>
                </c:pt>
                <c:pt idx="36169">
                  <c:v>25.7</c:v>
                </c:pt>
                <c:pt idx="36170">
                  <c:v>25.7</c:v>
                </c:pt>
                <c:pt idx="36171">
                  <c:v>25.7</c:v>
                </c:pt>
                <c:pt idx="36172">
                  <c:v>25.7</c:v>
                </c:pt>
                <c:pt idx="36173">
                  <c:v>25.7</c:v>
                </c:pt>
                <c:pt idx="36174">
                  <c:v>25.7</c:v>
                </c:pt>
                <c:pt idx="36175">
                  <c:v>25.7</c:v>
                </c:pt>
                <c:pt idx="36176">
                  <c:v>25.7</c:v>
                </c:pt>
                <c:pt idx="36177">
                  <c:v>25.7</c:v>
                </c:pt>
                <c:pt idx="36178">
                  <c:v>25.7</c:v>
                </c:pt>
                <c:pt idx="36179">
                  <c:v>25.7</c:v>
                </c:pt>
                <c:pt idx="36180">
                  <c:v>25.7</c:v>
                </c:pt>
                <c:pt idx="36181">
                  <c:v>25.7</c:v>
                </c:pt>
                <c:pt idx="36182">
                  <c:v>25.7</c:v>
                </c:pt>
                <c:pt idx="36183">
                  <c:v>25.7</c:v>
                </c:pt>
                <c:pt idx="36184">
                  <c:v>25.7</c:v>
                </c:pt>
                <c:pt idx="36185">
                  <c:v>25.7</c:v>
                </c:pt>
                <c:pt idx="36186">
                  <c:v>25.7</c:v>
                </c:pt>
                <c:pt idx="36187">
                  <c:v>25.7</c:v>
                </c:pt>
                <c:pt idx="36188">
                  <c:v>25.7</c:v>
                </c:pt>
                <c:pt idx="36189">
                  <c:v>25.7</c:v>
                </c:pt>
                <c:pt idx="36190">
                  <c:v>25.7</c:v>
                </c:pt>
                <c:pt idx="36191">
                  <c:v>25.7</c:v>
                </c:pt>
                <c:pt idx="36192">
                  <c:v>25.7</c:v>
                </c:pt>
                <c:pt idx="36193">
                  <c:v>25.7</c:v>
                </c:pt>
                <c:pt idx="36194">
                  <c:v>25.7</c:v>
                </c:pt>
                <c:pt idx="36195">
                  <c:v>25.7</c:v>
                </c:pt>
                <c:pt idx="36196">
                  <c:v>25.7</c:v>
                </c:pt>
                <c:pt idx="36197">
                  <c:v>25.7</c:v>
                </c:pt>
                <c:pt idx="36198">
                  <c:v>25.7</c:v>
                </c:pt>
                <c:pt idx="36199">
                  <c:v>25.7</c:v>
                </c:pt>
                <c:pt idx="36200">
                  <c:v>25.7</c:v>
                </c:pt>
                <c:pt idx="36201">
                  <c:v>25.7</c:v>
                </c:pt>
                <c:pt idx="36202">
                  <c:v>25.7</c:v>
                </c:pt>
                <c:pt idx="36203">
                  <c:v>25.7</c:v>
                </c:pt>
                <c:pt idx="36204">
                  <c:v>25.7</c:v>
                </c:pt>
                <c:pt idx="36205">
                  <c:v>25.7</c:v>
                </c:pt>
                <c:pt idx="36206">
                  <c:v>25.7</c:v>
                </c:pt>
                <c:pt idx="36207">
                  <c:v>25.7</c:v>
                </c:pt>
                <c:pt idx="36208">
                  <c:v>25.7</c:v>
                </c:pt>
                <c:pt idx="36209">
                  <c:v>25.7</c:v>
                </c:pt>
                <c:pt idx="36210">
                  <c:v>25.7</c:v>
                </c:pt>
                <c:pt idx="36211">
                  <c:v>25.7</c:v>
                </c:pt>
                <c:pt idx="36212">
                  <c:v>25.7</c:v>
                </c:pt>
                <c:pt idx="36213">
                  <c:v>25.7</c:v>
                </c:pt>
                <c:pt idx="36214">
                  <c:v>25.7</c:v>
                </c:pt>
                <c:pt idx="36215">
                  <c:v>25.7</c:v>
                </c:pt>
                <c:pt idx="36216">
                  <c:v>25.7</c:v>
                </c:pt>
                <c:pt idx="36217">
                  <c:v>25.7</c:v>
                </c:pt>
                <c:pt idx="36218">
                  <c:v>25.7</c:v>
                </c:pt>
                <c:pt idx="36219">
                  <c:v>25.7</c:v>
                </c:pt>
                <c:pt idx="36220">
                  <c:v>25.7</c:v>
                </c:pt>
                <c:pt idx="36221">
                  <c:v>25.7</c:v>
                </c:pt>
                <c:pt idx="36222">
                  <c:v>25.7</c:v>
                </c:pt>
                <c:pt idx="36223">
                  <c:v>25.7</c:v>
                </c:pt>
                <c:pt idx="36224">
                  <c:v>25.7</c:v>
                </c:pt>
                <c:pt idx="36225">
                  <c:v>25.7</c:v>
                </c:pt>
                <c:pt idx="36226">
                  <c:v>25.7</c:v>
                </c:pt>
                <c:pt idx="36227">
                  <c:v>25.7</c:v>
                </c:pt>
                <c:pt idx="36228">
                  <c:v>25.7</c:v>
                </c:pt>
                <c:pt idx="36229">
                  <c:v>25.7</c:v>
                </c:pt>
                <c:pt idx="36230">
                  <c:v>25.7</c:v>
                </c:pt>
                <c:pt idx="36231">
                  <c:v>25.7</c:v>
                </c:pt>
                <c:pt idx="36232">
                  <c:v>25.7</c:v>
                </c:pt>
                <c:pt idx="36233">
                  <c:v>25.7</c:v>
                </c:pt>
                <c:pt idx="36234">
                  <c:v>25.7</c:v>
                </c:pt>
                <c:pt idx="36235">
                  <c:v>25.7</c:v>
                </c:pt>
                <c:pt idx="36236">
                  <c:v>25.7</c:v>
                </c:pt>
                <c:pt idx="36237">
                  <c:v>25.7</c:v>
                </c:pt>
                <c:pt idx="36238">
                  <c:v>25.7</c:v>
                </c:pt>
                <c:pt idx="36239">
                  <c:v>25.7</c:v>
                </c:pt>
                <c:pt idx="36240">
                  <c:v>25.7</c:v>
                </c:pt>
                <c:pt idx="36241">
                  <c:v>25.7</c:v>
                </c:pt>
                <c:pt idx="36242">
                  <c:v>25.7</c:v>
                </c:pt>
                <c:pt idx="36243">
                  <c:v>25.7</c:v>
                </c:pt>
                <c:pt idx="36244">
                  <c:v>25.7</c:v>
                </c:pt>
                <c:pt idx="36245">
                  <c:v>25.7</c:v>
                </c:pt>
                <c:pt idx="36246">
                  <c:v>25.7</c:v>
                </c:pt>
                <c:pt idx="36247">
                  <c:v>25.7</c:v>
                </c:pt>
                <c:pt idx="36248">
                  <c:v>25.7</c:v>
                </c:pt>
                <c:pt idx="36249">
                  <c:v>25.7</c:v>
                </c:pt>
                <c:pt idx="36250">
                  <c:v>25.7</c:v>
                </c:pt>
                <c:pt idx="36251">
                  <c:v>25.7</c:v>
                </c:pt>
                <c:pt idx="36252">
                  <c:v>25.7</c:v>
                </c:pt>
                <c:pt idx="36253">
                  <c:v>25.7</c:v>
                </c:pt>
                <c:pt idx="36254">
                  <c:v>25.7</c:v>
                </c:pt>
                <c:pt idx="36255">
                  <c:v>25.7</c:v>
                </c:pt>
                <c:pt idx="36256">
                  <c:v>25.7</c:v>
                </c:pt>
                <c:pt idx="36257">
                  <c:v>25.7</c:v>
                </c:pt>
                <c:pt idx="36258">
                  <c:v>25.7</c:v>
                </c:pt>
                <c:pt idx="36259">
                  <c:v>25.7</c:v>
                </c:pt>
                <c:pt idx="36260">
                  <c:v>25.7</c:v>
                </c:pt>
                <c:pt idx="36261">
                  <c:v>25.7</c:v>
                </c:pt>
                <c:pt idx="36262">
                  <c:v>25.7</c:v>
                </c:pt>
                <c:pt idx="36263">
                  <c:v>25.7</c:v>
                </c:pt>
                <c:pt idx="36264">
                  <c:v>25.7</c:v>
                </c:pt>
                <c:pt idx="36265">
                  <c:v>25.7</c:v>
                </c:pt>
                <c:pt idx="36266">
                  <c:v>25.7</c:v>
                </c:pt>
                <c:pt idx="36267">
                  <c:v>25.7</c:v>
                </c:pt>
                <c:pt idx="36268">
                  <c:v>25.7</c:v>
                </c:pt>
                <c:pt idx="36269">
                  <c:v>25.7</c:v>
                </c:pt>
                <c:pt idx="36270">
                  <c:v>25.7</c:v>
                </c:pt>
                <c:pt idx="36271">
                  <c:v>25.7</c:v>
                </c:pt>
                <c:pt idx="36272">
                  <c:v>25.7</c:v>
                </c:pt>
                <c:pt idx="36273">
                  <c:v>25.7</c:v>
                </c:pt>
                <c:pt idx="36274">
                  <c:v>25.7</c:v>
                </c:pt>
                <c:pt idx="36275">
                  <c:v>25.7</c:v>
                </c:pt>
                <c:pt idx="36276">
                  <c:v>25.7</c:v>
                </c:pt>
                <c:pt idx="36277">
                  <c:v>25.7</c:v>
                </c:pt>
                <c:pt idx="36278">
                  <c:v>25.7</c:v>
                </c:pt>
                <c:pt idx="36279">
                  <c:v>25.7</c:v>
                </c:pt>
                <c:pt idx="36280">
                  <c:v>25.7</c:v>
                </c:pt>
                <c:pt idx="36281">
                  <c:v>25.7</c:v>
                </c:pt>
                <c:pt idx="36282">
                  <c:v>25.7</c:v>
                </c:pt>
                <c:pt idx="36283">
                  <c:v>25.7</c:v>
                </c:pt>
                <c:pt idx="36284">
                  <c:v>25.7</c:v>
                </c:pt>
                <c:pt idx="36285">
                  <c:v>25.7</c:v>
                </c:pt>
                <c:pt idx="36286">
                  <c:v>25.7</c:v>
                </c:pt>
                <c:pt idx="36287">
                  <c:v>25.7</c:v>
                </c:pt>
                <c:pt idx="36288">
                  <c:v>25.7</c:v>
                </c:pt>
                <c:pt idx="36289">
                  <c:v>25.7</c:v>
                </c:pt>
                <c:pt idx="36290">
                  <c:v>25.7</c:v>
                </c:pt>
                <c:pt idx="36291">
                  <c:v>25.7</c:v>
                </c:pt>
                <c:pt idx="36292">
                  <c:v>25.7</c:v>
                </c:pt>
                <c:pt idx="36293">
                  <c:v>25.7</c:v>
                </c:pt>
                <c:pt idx="36294">
                  <c:v>25.7</c:v>
                </c:pt>
                <c:pt idx="36295">
                  <c:v>25.7</c:v>
                </c:pt>
                <c:pt idx="36296">
                  <c:v>25.7</c:v>
                </c:pt>
                <c:pt idx="36297">
                  <c:v>25.7</c:v>
                </c:pt>
                <c:pt idx="36298">
                  <c:v>25.7</c:v>
                </c:pt>
                <c:pt idx="36299">
                  <c:v>25.7</c:v>
                </c:pt>
                <c:pt idx="36300">
                  <c:v>25.7</c:v>
                </c:pt>
                <c:pt idx="36301">
                  <c:v>25.7</c:v>
                </c:pt>
                <c:pt idx="36302">
                  <c:v>25.7</c:v>
                </c:pt>
                <c:pt idx="36303">
                  <c:v>25.7</c:v>
                </c:pt>
                <c:pt idx="36304">
                  <c:v>25.7</c:v>
                </c:pt>
                <c:pt idx="36305">
                  <c:v>25.7</c:v>
                </c:pt>
                <c:pt idx="36306">
                  <c:v>25.7</c:v>
                </c:pt>
                <c:pt idx="36307">
                  <c:v>25.7</c:v>
                </c:pt>
                <c:pt idx="36308">
                  <c:v>25.7</c:v>
                </c:pt>
                <c:pt idx="36309">
                  <c:v>25.7</c:v>
                </c:pt>
                <c:pt idx="36310">
                  <c:v>25.7</c:v>
                </c:pt>
                <c:pt idx="36311">
                  <c:v>25.7</c:v>
                </c:pt>
                <c:pt idx="36312">
                  <c:v>25.7</c:v>
                </c:pt>
                <c:pt idx="36313">
                  <c:v>25.7</c:v>
                </c:pt>
                <c:pt idx="36314">
                  <c:v>25.7</c:v>
                </c:pt>
                <c:pt idx="36315">
                  <c:v>25.7</c:v>
                </c:pt>
                <c:pt idx="36316">
                  <c:v>25.7</c:v>
                </c:pt>
                <c:pt idx="36317">
                  <c:v>25.7</c:v>
                </c:pt>
                <c:pt idx="36318">
                  <c:v>25.7</c:v>
                </c:pt>
                <c:pt idx="36319">
                  <c:v>25.7</c:v>
                </c:pt>
                <c:pt idx="36320">
                  <c:v>25.7</c:v>
                </c:pt>
                <c:pt idx="36321">
                  <c:v>25.7</c:v>
                </c:pt>
                <c:pt idx="36322">
                  <c:v>25.7</c:v>
                </c:pt>
                <c:pt idx="36323">
                  <c:v>25.7</c:v>
                </c:pt>
                <c:pt idx="36324">
                  <c:v>25.7</c:v>
                </c:pt>
                <c:pt idx="36325">
                  <c:v>25.7</c:v>
                </c:pt>
                <c:pt idx="36326">
                  <c:v>25.7</c:v>
                </c:pt>
                <c:pt idx="36327">
                  <c:v>25.7</c:v>
                </c:pt>
                <c:pt idx="36328">
                  <c:v>25.7</c:v>
                </c:pt>
                <c:pt idx="36329">
                  <c:v>25.7</c:v>
                </c:pt>
                <c:pt idx="36330">
                  <c:v>25.7</c:v>
                </c:pt>
                <c:pt idx="36331">
                  <c:v>25.7</c:v>
                </c:pt>
                <c:pt idx="36332">
                  <c:v>25.7</c:v>
                </c:pt>
                <c:pt idx="36333">
                  <c:v>25.7</c:v>
                </c:pt>
                <c:pt idx="36334">
                  <c:v>25.7</c:v>
                </c:pt>
                <c:pt idx="36335">
                  <c:v>25.7</c:v>
                </c:pt>
                <c:pt idx="36336">
                  <c:v>25.7</c:v>
                </c:pt>
                <c:pt idx="36337">
                  <c:v>25.7</c:v>
                </c:pt>
                <c:pt idx="36338">
                  <c:v>25.7</c:v>
                </c:pt>
                <c:pt idx="36339">
                  <c:v>25.7</c:v>
                </c:pt>
                <c:pt idx="36340">
                  <c:v>25.7</c:v>
                </c:pt>
                <c:pt idx="36341">
                  <c:v>25.7</c:v>
                </c:pt>
                <c:pt idx="36342">
                  <c:v>25.7</c:v>
                </c:pt>
                <c:pt idx="36343">
                  <c:v>25.7</c:v>
                </c:pt>
                <c:pt idx="36344">
                  <c:v>25.7</c:v>
                </c:pt>
                <c:pt idx="36345">
                  <c:v>25.7</c:v>
                </c:pt>
                <c:pt idx="36346">
                  <c:v>25.7</c:v>
                </c:pt>
                <c:pt idx="36347">
                  <c:v>25.7</c:v>
                </c:pt>
                <c:pt idx="36348">
                  <c:v>25.7</c:v>
                </c:pt>
                <c:pt idx="36349">
                  <c:v>25.7</c:v>
                </c:pt>
                <c:pt idx="36350">
                  <c:v>25.7</c:v>
                </c:pt>
                <c:pt idx="36351">
                  <c:v>25.7</c:v>
                </c:pt>
                <c:pt idx="36352">
                  <c:v>25.7</c:v>
                </c:pt>
                <c:pt idx="36353">
                  <c:v>25.7</c:v>
                </c:pt>
                <c:pt idx="36354">
                  <c:v>25.7</c:v>
                </c:pt>
                <c:pt idx="36355">
                  <c:v>25.7</c:v>
                </c:pt>
                <c:pt idx="36356">
                  <c:v>25.7</c:v>
                </c:pt>
                <c:pt idx="36357">
                  <c:v>25.7</c:v>
                </c:pt>
                <c:pt idx="36358">
                  <c:v>25.7</c:v>
                </c:pt>
                <c:pt idx="36359">
                  <c:v>25.7</c:v>
                </c:pt>
                <c:pt idx="36360">
                  <c:v>25.7</c:v>
                </c:pt>
                <c:pt idx="36361">
                  <c:v>25.7</c:v>
                </c:pt>
                <c:pt idx="36362">
                  <c:v>25.7</c:v>
                </c:pt>
                <c:pt idx="36363">
                  <c:v>25.7</c:v>
                </c:pt>
                <c:pt idx="36364">
                  <c:v>25.7</c:v>
                </c:pt>
                <c:pt idx="36365">
                  <c:v>25.7</c:v>
                </c:pt>
                <c:pt idx="36366">
                  <c:v>25.7</c:v>
                </c:pt>
                <c:pt idx="36367">
                  <c:v>25.7</c:v>
                </c:pt>
                <c:pt idx="36368">
                  <c:v>25.7</c:v>
                </c:pt>
                <c:pt idx="36369">
                  <c:v>25.7</c:v>
                </c:pt>
                <c:pt idx="36370">
                  <c:v>25.7</c:v>
                </c:pt>
                <c:pt idx="36371">
                  <c:v>25.7</c:v>
                </c:pt>
                <c:pt idx="36372">
                  <c:v>25.7</c:v>
                </c:pt>
                <c:pt idx="36373">
                  <c:v>25.7</c:v>
                </c:pt>
                <c:pt idx="36374">
                  <c:v>25.7</c:v>
                </c:pt>
                <c:pt idx="36375">
                  <c:v>25.7</c:v>
                </c:pt>
                <c:pt idx="36376">
                  <c:v>25.7</c:v>
                </c:pt>
                <c:pt idx="36377">
                  <c:v>25.7</c:v>
                </c:pt>
                <c:pt idx="36378">
                  <c:v>25.7</c:v>
                </c:pt>
                <c:pt idx="36379">
                  <c:v>25.7</c:v>
                </c:pt>
                <c:pt idx="36380">
                  <c:v>25.7</c:v>
                </c:pt>
                <c:pt idx="36381">
                  <c:v>25.7</c:v>
                </c:pt>
                <c:pt idx="36382">
                  <c:v>25.7</c:v>
                </c:pt>
                <c:pt idx="36383">
                  <c:v>25.7</c:v>
                </c:pt>
                <c:pt idx="36384">
                  <c:v>25.7</c:v>
                </c:pt>
                <c:pt idx="36385">
                  <c:v>25.7</c:v>
                </c:pt>
                <c:pt idx="36386">
                  <c:v>25.7</c:v>
                </c:pt>
                <c:pt idx="36387">
                  <c:v>25.7</c:v>
                </c:pt>
                <c:pt idx="36388">
                  <c:v>25.65</c:v>
                </c:pt>
                <c:pt idx="36389">
                  <c:v>25.65</c:v>
                </c:pt>
                <c:pt idx="36390">
                  <c:v>25.65</c:v>
                </c:pt>
                <c:pt idx="36391">
                  <c:v>25.65</c:v>
                </c:pt>
                <c:pt idx="36392">
                  <c:v>25.65</c:v>
                </c:pt>
                <c:pt idx="36393">
                  <c:v>25.65</c:v>
                </c:pt>
                <c:pt idx="36394">
                  <c:v>25.7</c:v>
                </c:pt>
                <c:pt idx="36395">
                  <c:v>25.7</c:v>
                </c:pt>
                <c:pt idx="36396">
                  <c:v>25.7</c:v>
                </c:pt>
                <c:pt idx="36397">
                  <c:v>25.7</c:v>
                </c:pt>
                <c:pt idx="36398">
                  <c:v>25.7</c:v>
                </c:pt>
                <c:pt idx="36399">
                  <c:v>25.7</c:v>
                </c:pt>
                <c:pt idx="36400">
                  <c:v>25.7</c:v>
                </c:pt>
                <c:pt idx="36401">
                  <c:v>25.7</c:v>
                </c:pt>
                <c:pt idx="36402">
                  <c:v>25.7</c:v>
                </c:pt>
                <c:pt idx="36403">
                  <c:v>25.7</c:v>
                </c:pt>
                <c:pt idx="36404">
                  <c:v>25.7</c:v>
                </c:pt>
                <c:pt idx="36405">
                  <c:v>25.7</c:v>
                </c:pt>
                <c:pt idx="36406">
                  <c:v>25.7</c:v>
                </c:pt>
                <c:pt idx="36407">
                  <c:v>25.7</c:v>
                </c:pt>
                <c:pt idx="36408">
                  <c:v>25.7</c:v>
                </c:pt>
                <c:pt idx="36409">
                  <c:v>25.7</c:v>
                </c:pt>
                <c:pt idx="36410">
                  <c:v>25.7</c:v>
                </c:pt>
                <c:pt idx="36411">
                  <c:v>25.7</c:v>
                </c:pt>
                <c:pt idx="36412">
                  <c:v>25.7</c:v>
                </c:pt>
                <c:pt idx="36413">
                  <c:v>25.7</c:v>
                </c:pt>
                <c:pt idx="36414">
                  <c:v>25.7</c:v>
                </c:pt>
                <c:pt idx="36415">
                  <c:v>25.7</c:v>
                </c:pt>
                <c:pt idx="36416">
                  <c:v>25.65</c:v>
                </c:pt>
                <c:pt idx="36417">
                  <c:v>25.65</c:v>
                </c:pt>
                <c:pt idx="36418">
                  <c:v>25.65</c:v>
                </c:pt>
                <c:pt idx="36419">
                  <c:v>25.65</c:v>
                </c:pt>
                <c:pt idx="36420">
                  <c:v>25.65</c:v>
                </c:pt>
                <c:pt idx="36421">
                  <c:v>25.65</c:v>
                </c:pt>
                <c:pt idx="36422">
                  <c:v>25.65</c:v>
                </c:pt>
                <c:pt idx="36423">
                  <c:v>25.65</c:v>
                </c:pt>
                <c:pt idx="36424">
                  <c:v>25.65</c:v>
                </c:pt>
                <c:pt idx="36425">
                  <c:v>25.65</c:v>
                </c:pt>
                <c:pt idx="36426">
                  <c:v>25.65</c:v>
                </c:pt>
                <c:pt idx="36427">
                  <c:v>25.7</c:v>
                </c:pt>
                <c:pt idx="36428">
                  <c:v>25.65</c:v>
                </c:pt>
                <c:pt idx="36429">
                  <c:v>25.7</c:v>
                </c:pt>
                <c:pt idx="36430">
                  <c:v>25.7</c:v>
                </c:pt>
                <c:pt idx="36431">
                  <c:v>25.7</c:v>
                </c:pt>
                <c:pt idx="36432">
                  <c:v>25.7</c:v>
                </c:pt>
                <c:pt idx="36433">
                  <c:v>25.7</c:v>
                </c:pt>
                <c:pt idx="36434">
                  <c:v>25.7</c:v>
                </c:pt>
                <c:pt idx="36435">
                  <c:v>25.7</c:v>
                </c:pt>
                <c:pt idx="36436">
                  <c:v>25.7</c:v>
                </c:pt>
                <c:pt idx="36437">
                  <c:v>25.7</c:v>
                </c:pt>
                <c:pt idx="36438">
                  <c:v>25.7</c:v>
                </c:pt>
                <c:pt idx="36439">
                  <c:v>25.65</c:v>
                </c:pt>
                <c:pt idx="36440">
                  <c:v>25.65</c:v>
                </c:pt>
                <c:pt idx="36441">
                  <c:v>25.65</c:v>
                </c:pt>
                <c:pt idx="36442">
                  <c:v>25.65</c:v>
                </c:pt>
                <c:pt idx="36443">
                  <c:v>25.65</c:v>
                </c:pt>
                <c:pt idx="36444">
                  <c:v>25.65</c:v>
                </c:pt>
                <c:pt idx="36445">
                  <c:v>25.65</c:v>
                </c:pt>
                <c:pt idx="36446">
                  <c:v>25.65</c:v>
                </c:pt>
                <c:pt idx="36447">
                  <c:v>25.65</c:v>
                </c:pt>
                <c:pt idx="36448">
                  <c:v>25.65</c:v>
                </c:pt>
                <c:pt idx="36449">
                  <c:v>25.65</c:v>
                </c:pt>
                <c:pt idx="36450">
                  <c:v>25.65</c:v>
                </c:pt>
                <c:pt idx="36451">
                  <c:v>25.65</c:v>
                </c:pt>
                <c:pt idx="36452">
                  <c:v>25.65</c:v>
                </c:pt>
                <c:pt idx="36453">
                  <c:v>25.65</c:v>
                </c:pt>
                <c:pt idx="36454">
                  <c:v>25.65</c:v>
                </c:pt>
                <c:pt idx="36455">
                  <c:v>25.65</c:v>
                </c:pt>
                <c:pt idx="36456">
                  <c:v>25.65</c:v>
                </c:pt>
                <c:pt idx="36457">
                  <c:v>25.65</c:v>
                </c:pt>
                <c:pt idx="36458">
                  <c:v>25.65</c:v>
                </c:pt>
                <c:pt idx="36459">
                  <c:v>25.65</c:v>
                </c:pt>
                <c:pt idx="36460">
                  <c:v>25.65</c:v>
                </c:pt>
                <c:pt idx="36461">
                  <c:v>25.65</c:v>
                </c:pt>
                <c:pt idx="36462">
                  <c:v>25.65</c:v>
                </c:pt>
                <c:pt idx="36463">
                  <c:v>25.65</c:v>
                </c:pt>
                <c:pt idx="36464">
                  <c:v>25.65</c:v>
                </c:pt>
                <c:pt idx="36465">
                  <c:v>25.65</c:v>
                </c:pt>
                <c:pt idx="36466">
                  <c:v>25.65</c:v>
                </c:pt>
                <c:pt idx="36467">
                  <c:v>25.65</c:v>
                </c:pt>
                <c:pt idx="36468">
                  <c:v>25.65</c:v>
                </c:pt>
                <c:pt idx="36469">
                  <c:v>25.65</c:v>
                </c:pt>
                <c:pt idx="36470">
                  <c:v>25.65</c:v>
                </c:pt>
                <c:pt idx="36471">
                  <c:v>25.65</c:v>
                </c:pt>
                <c:pt idx="36472">
                  <c:v>25.65</c:v>
                </c:pt>
                <c:pt idx="36473">
                  <c:v>25.65</c:v>
                </c:pt>
                <c:pt idx="36474">
                  <c:v>25.65</c:v>
                </c:pt>
                <c:pt idx="36475">
                  <c:v>25.65</c:v>
                </c:pt>
                <c:pt idx="36476">
                  <c:v>25.65</c:v>
                </c:pt>
                <c:pt idx="36477">
                  <c:v>25.7</c:v>
                </c:pt>
                <c:pt idx="36478">
                  <c:v>25.65</c:v>
                </c:pt>
                <c:pt idx="36479">
                  <c:v>25.7</c:v>
                </c:pt>
                <c:pt idx="36480">
                  <c:v>25.7</c:v>
                </c:pt>
                <c:pt idx="36481">
                  <c:v>25.7</c:v>
                </c:pt>
                <c:pt idx="36482">
                  <c:v>25.7</c:v>
                </c:pt>
                <c:pt idx="36483">
                  <c:v>25.65</c:v>
                </c:pt>
                <c:pt idx="36484">
                  <c:v>25.7</c:v>
                </c:pt>
                <c:pt idx="36485">
                  <c:v>25.7</c:v>
                </c:pt>
                <c:pt idx="36486">
                  <c:v>25.7</c:v>
                </c:pt>
                <c:pt idx="36487">
                  <c:v>25.7</c:v>
                </c:pt>
                <c:pt idx="36488">
                  <c:v>25.7</c:v>
                </c:pt>
                <c:pt idx="36489">
                  <c:v>25.7</c:v>
                </c:pt>
                <c:pt idx="36490">
                  <c:v>25.7</c:v>
                </c:pt>
                <c:pt idx="36491">
                  <c:v>25.7</c:v>
                </c:pt>
                <c:pt idx="36492">
                  <c:v>25.65</c:v>
                </c:pt>
                <c:pt idx="36493">
                  <c:v>25.7</c:v>
                </c:pt>
                <c:pt idx="36494">
                  <c:v>25.7</c:v>
                </c:pt>
                <c:pt idx="36495">
                  <c:v>25.65</c:v>
                </c:pt>
                <c:pt idx="36496">
                  <c:v>25.65</c:v>
                </c:pt>
                <c:pt idx="36497">
                  <c:v>25.7</c:v>
                </c:pt>
                <c:pt idx="36498">
                  <c:v>25.7</c:v>
                </c:pt>
                <c:pt idx="36499">
                  <c:v>25.65</c:v>
                </c:pt>
                <c:pt idx="36500">
                  <c:v>25.65</c:v>
                </c:pt>
                <c:pt idx="36501">
                  <c:v>25.65</c:v>
                </c:pt>
                <c:pt idx="36502">
                  <c:v>25.7</c:v>
                </c:pt>
                <c:pt idx="36503">
                  <c:v>25.65</c:v>
                </c:pt>
                <c:pt idx="36504">
                  <c:v>25.65</c:v>
                </c:pt>
                <c:pt idx="36505">
                  <c:v>25.65</c:v>
                </c:pt>
                <c:pt idx="36506">
                  <c:v>25.65</c:v>
                </c:pt>
                <c:pt idx="36507">
                  <c:v>25.65</c:v>
                </c:pt>
                <c:pt idx="36508">
                  <c:v>25.65</c:v>
                </c:pt>
                <c:pt idx="36509">
                  <c:v>25.65</c:v>
                </c:pt>
                <c:pt idx="36510">
                  <c:v>25.65</c:v>
                </c:pt>
                <c:pt idx="36511">
                  <c:v>25.65</c:v>
                </c:pt>
                <c:pt idx="36512">
                  <c:v>25.65</c:v>
                </c:pt>
                <c:pt idx="36513">
                  <c:v>25.65</c:v>
                </c:pt>
                <c:pt idx="36514">
                  <c:v>25.65</c:v>
                </c:pt>
                <c:pt idx="36515">
                  <c:v>25.65</c:v>
                </c:pt>
                <c:pt idx="36516">
                  <c:v>25.65</c:v>
                </c:pt>
                <c:pt idx="36517">
                  <c:v>25.65</c:v>
                </c:pt>
                <c:pt idx="36518">
                  <c:v>25.65</c:v>
                </c:pt>
                <c:pt idx="36519">
                  <c:v>25.65</c:v>
                </c:pt>
                <c:pt idx="36520">
                  <c:v>25.65</c:v>
                </c:pt>
                <c:pt idx="36521">
                  <c:v>25.65</c:v>
                </c:pt>
                <c:pt idx="36522">
                  <c:v>25.65</c:v>
                </c:pt>
                <c:pt idx="36523">
                  <c:v>25.7</c:v>
                </c:pt>
                <c:pt idx="36524">
                  <c:v>25.7</c:v>
                </c:pt>
                <c:pt idx="36525">
                  <c:v>25.7</c:v>
                </c:pt>
                <c:pt idx="36526">
                  <c:v>25.7</c:v>
                </c:pt>
                <c:pt idx="36527">
                  <c:v>25.7</c:v>
                </c:pt>
                <c:pt idx="36528">
                  <c:v>25.7</c:v>
                </c:pt>
                <c:pt idx="36529">
                  <c:v>25.7</c:v>
                </c:pt>
                <c:pt idx="36530">
                  <c:v>25.65</c:v>
                </c:pt>
                <c:pt idx="36531">
                  <c:v>25.7</c:v>
                </c:pt>
                <c:pt idx="36532">
                  <c:v>25.65</c:v>
                </c:pt>
                <c:pt idx="36533">
                  <c:v>25.7</c:v>
                </c:pt>
                <c:pt idx="36534">
                  <c:v>25.65</c:v>
                </c:pt>
                <c:pt idx="36535">
                  <c:v>25.65</c:v>
                </c:pt>
                <c:pt idx="36536">
                  <c:v>25.65</c:v>
                </c:pt>
                <c:pt idx="36537">
                  <c:v>25.65</c:v>
                </c:pt>
                <c:pt idx="36538">
                  <c:v>25.65</c:v>
                </c:pt>
                <c:pt idx="36539">
                  <c:v>25.65</c:v>
                </c:pt>
                <c:pt idx="36540">
                  <c:v>25.65</c:v>
                </c:pt>
                <c:pt idx="36541">
                  <c:v>25.65</c:v>
                </c:pt>
                <c:pt idx="36542">
                  <c:v>25.65</c:v>
                </c:pt>
                <c:pt idx="36543">
                  <c:v>25.65</c:v>
                </c:pt>
                <c:pt idx="36544">
                  <c:v>25.65</c:v>
                </c:pt>
                <c:pt idx="36545">
                  <c:v>25.65</c:v>
                </c:pt>
                <c:pt idx="36546">
                  <c:v>25.65</c:v>
                </c:pt>
                <c:pt idx="36547">
                  <c:v>25.65</c:v>
                </c:pt>
                <c:pt idx="36548">
                  <c:v>25.65</c:v>
                </c:pt>
                <c:pt idx="36549">
                  <c:v>25.65</c:v>
                </c:pt>
                <c:pt idx="36550">
                  <c:v>25.65</c:v>
                </c:pt>
                <c:pt idx="36551">
                  <c:v>25.65</c:v>
                </c:pt>
                <c:pt idx="36552">
                  <c:v>25.65</c:v>
                </c:pt>
                <c:pt idx="36553">
                  <c:v>25.65</c:v>
                </c:pt>
                <c:pt idx="36554">
                  <c:v>25.65</c:v>
                </c:pt>
                <c:pt idx="36555">
                  <c:v>25.65</c:v>
                </c:pt>
                <c:pt idx="36556">
                  <c:v>25.65</c:v>
                </c:pt>
                <c:pt idx="36557">
                  <c:v>25.65</c:v>
                </c:pt>
                <c:pt idx="36558">
                  <c:v>25.65</c:v>
                </c:pt>
                <c:pt idx="36559">
                  <c:v>25.7</c:v>
                </c:pt>
                <c:pt idx="36560">
                  <c:v>25.65</c:v>
                </c:pt>
                <c:pt idx="36561">
                  <c:v>25.65</c:v>
                </c:pt>
                <c:pt idx="36562">
                  <c:v>25.65</c:v>
                </c:pt>
                <c:pt idx="36563">
                  <c:v>25.65</c:v>
                </c:pt>
                <c:pt idx="36564">
                  <c:v>25.65</c:v>
                </c:pt>
                <c:pt idx="36565">
                  <c:v>25.65</c:v>
                </c:pt>
                <c:pt idx="36566">
                  <c:v>25.65</c:v>
                </c:pt>
                <c:pt idx="36567">
                  <c:v>25.65</c:v>
                </c:pt>
                <c:pt idx="36568">
                  <c:v>25.65</c:v>
                </c:pt>
                <c:pt idx="36569">
                  <c:v>25.65</c:v>
                </c:pt>
                <c:pt idx="36570">
                  <c:v>25.65</c:v>
                </c:pt>
                <c:pt idx="36571">
                  <c:v>25.65</c:v>
                </c:pt>
                <c:pt idx="36572">
                  <c:v>25.65</c:v>
                </c:pt>
                <c:pt idx="36573">
                  <c:v>25.65</c:v>
                </c:pt>
                <c:pt idx="36574">
                  <c:v>25.65</c:v>
                </c:pt>
                <c:pt idx="36575">
                  <c:v>25.65</c:v>
                </c:pt>
                <c:pt idx="36576">
                  <c:v>25.65</c:v>
                </c:pt>
                <c:pt idx="36577">
                  <c:v>25.65</c:v>
                </c:pt>
                <c:pt idx="36578">
                  <c:v>25.65</c:v>
                </c:pt>
                <c:pt idx="36579">
                  <c:v>25.65</c:v>
                </c:pt>
                <c:pt idx="36580">
                  <c:v>25.65</c:v>
                </c:pt>
                <c:pt idx="36581">
                  <c:v>25.65</c:v>
                </c:pt>
                <c:pt idx="36582">
                  <c:v>25.65</c:v>
                </c:pt>
                <c:pt idx="36583">
                  <c:v>25.65</c:v>
                </c:pt>
                <c:pt idx="36584">
                  <c:v>25.65</c:v>
                </c:pt>
                <c:pt idx="36585">
                  <c:v>25.65</c:v>
                </c:pt>
                <c:pt idx="36586">
                  <c:v>25.65</c:v>
                </c:pt>
                <c:pt idx="36587">
                  <c:v>25.65</c:v>
                </c:pt>
                <c:pt idx="36588">
                  <c:v>25.65</c:v>
                </c:pt>
                <c:pt idx="36589">
                  <c:v>25.65</c:v>
                </c:pt>
                <c:pt idx="36590">
                  <c:v>25.65</c:v>
                </c:pt>
                <c:pt idx="36591">
                  <c:v>25.65</c:v>
                </c:pt>
                <c:pt idx="36592">
                  <c:v>25.65</c:v>
                </c:pt>
                <c:pt idx="36593">
                  <c:v>25.65</c:v>
                </c:pt>
                <c:pt idx="36594">
                  <c:v>25.65</c:v>
                </c:pt>
                <c:pt idx="36595">
                  <c:v>25.65</c:v>
                </c:pt>
                <c:pt idx="36596">
                  <c:v>25.65</c:v>
                </c:pt>
                <c:pt idx="36597">
                  <c:v>25.65</c:v>
                </c:pt>
                <c:pt idx="36598">
                  <c:v>25.65</c:v>
                </c:pt>
                <c:pt idx="36599">
                  <c:v>25.65</c:v>
                </c:pt>
                <c:pt idx="36600">
                  <c:v>25.65</c:v>
                </c:pt>
                <c:pt idx="36601">
                  <c:v>25.65</c:v>
                </c:pt>
                <c:pt idx="36602">
                  <c:v>25.65</c:v>
                </c:pt>
                <c:pt idx="36603">
                  <c:v>25.65</c:v>
                </c:pt>
                <c:pt idx="36604">
                  <c:v>25.65</c:v>
                </c:pt>
                <c:pt idx="36605">
                  <c:v>25.65</c:v>
                </c:pt>
                <c:pt idx="36606">
                  <c:v>25.65</c:v>
                </c:pt>
                <c:pt idx="36607">
                  <c:v>25.65</c:v>
                </c:pt>
                <c:pt idx="36608">
                  <c:v>25.65</c:v>
                </c:pt>
                <c:pt idx="36609">
                  <c:v>25.65</c:v>
                </c:pt>
                <c:pt idx="36610">
                  <c:v>25.65</c:v>
                </c:pt>
                <c:pt idx="36611">
                  <c:v>25.65</c:v>
                </c:pt>
                <c:pt idx="36612">
                  <c:v>25.65</c:v>
                </c:pt>
                <c:pt idx="36613">
                  <c:v>25.65</c:v>
                </c:pt>
                <c:pt idx="36614">
                  <c:v>25.65</c:v>
                </c:pt>
                <c:pt idx="36615">
                  <c:v>25.65</c:v>
                </c:pt>
                <c:pt idx="36616">
                  <c:v>25.65</c:v>
                </c:pt>
                <c:pt idx="36617">
                  <c:v>25.65</c:v>
                </c:pt>
                <c:pt idx="36618">
                  <c:v>25.65</c:v>
                </c:pt>
                <c:pt idx="36619">
                  <c:v>25.65</c:v>
                </c:pt>
                <c:pt idx="36620">
                  <c:v>25.65</c:v>
                </c:pt>
                <c:pt idx="36621">
                  <c:v>25.65</c:v>
                </c:pt>
                <c:pt idx="36622">
                  <c:v>25.65</c:v>
                </c:pt>
                <c:pt idx="36623">
                  <c:v>25.65</c:v>
                </c:pt>
                <c:pt idx="36624">
                  <c:v>25.65</c:v>
                </c:pt>
                <c:pt idx="36625">
                  <c:v>25.65</c:v>
                </c:pt>
                <c:pt idx="36626">
                  <c:v>25.65</c:v>
                </c:pt>
                <c:pt idx="36627">
                  <c:v>25.65</c:v>
                </c:pt>
                <c:pt idx="36628">
                  <c:v>25.65</c:v>
                </c:pt>
                <c:pt idx="36629">
                  <c:v>25.65</c:v>
                </c:pt>
                <c:pt idx="36630">
                  <c:v>25.65</c:v>
                </c:pt>
                <c:pt idx="36631">
                  <c:v>25.65</c:v>
                </c:pt>
                <c:pt idx="36632">
                  <c:v>25.65</c:v>
                </c:pt>
                <c:pt idx="36633">
                  <c:v>25.65</c:v>
                </c:pt>
                <c:pt idx="36634">
                  <c:v>25.65</c:v>
                </c:pt>
                <c:pt idx="36635">
                  <c:v>25.65</c:v>
                </c:pt>
                <c:pt idx="36636">
                  <c:v>25.65</c:v>
                </c:pt>
                <c:pt idx="36637">
                  <c:v>25.65</c:v>
                </c:pt>
                <c:pt idx="36638">
                  <c:v>25.65</c:v>
                </c:pt>
                <c:pt idx="36639">
                  <c:v>25.65</c:v>
                </c:pt>
                <c:pt idx="36640">
                  <c:v>25.65</c:v>
                </c:pt>
                <c:pt idx="36641">
                  <c:v>25.65</c:v>
                </c:pt>
                <c:pt idx="36642">
                  <c:v>25.65</c:v>
                </c:pt>
                <c:pt idx="36643">
                  <c:v>25.65</c:v>
                </c:pt>
                <c:pt idx="36644">
                  <c:v>25.6</c:v>
                </c:pt>
                <c:pt idx="36645">
                  <c:v>25.65</c:v>
                </c:pt>
                <c:pt idx="36646">
                  <c:v>25.65</c:v>
                </c:pt>
                <c:pt idx="36647">
                  <c:v>25.65</c:v>
                </c:pt>
                <c:pt idx="36648">
                  <c:v>25.65</c:v>
                </c:pt>
                <c:pt idx="36649">
                  <c:v>25.65</c:v>
                </c:pt>
                <c:pt idx="36650">
                  <c:v>25.65</c:v>
                </c:pt>
                <c:pt idx="36651">
                  <c:v>25.65</c:v>
                </c:pt>
                <c:pt idx="36652">
                  <c:v>25.65</c:v>
                </c:pt>
                <c:pt idx="36653">
                  <c:v>25.65</c:v>
                </c:pt>
                <c:pt idx="36654">
                  <c:v>25.65</c:v>
                </c:pt>
                <c:pt idx="36655">
                  <c:v>25.65</c:v>
                </c:pt>
                <c:pt idx="36656">
                  <c:v>25.65</c:v>
                </c:pt>
                <c:pt idx="36657">
                  <c:v>25.65</c:v>
                </c:pt>
                <c:pt idx="36658">
                  <c:v>25.65</c:v>
                </c:pt>
                <c:pt idx="36659">
                  <c:v>25.65</c:v>
                </c:pt>
                <c:pt idx="36660">
                  <c:v>25.65</c:v>
                </c:pt>
                <c:pt idx="36661">
                  <c:v>25.65</c:v>
                </c:pt>
                <c:pt idx="36662">
                  <c:v>25.65</c:v>
                </c:pt>
                <c:pt idx="36663">
                  <c:v>25.65</c:v>
                </c:pt>
                <c:pt idx="36664">
                  <c:v>25.65</c:v>
                </c:pt>
                <c:pt idx="36665">
                  <c:v>25.65</c:v>
                </c:pt>
                <c:pt idx="36666">
                  <c:v>25.65</c:v>
                </c:pt>
                <c:pt idx="36667">
                  <c:v>25.65</c:v>
                </c:pt>
                <c:pt idx="36668">
                  <c:v>25.65</c:v>
                </c:pt>
                <c:pt idx="36669">
                  <c:v>25.65</c:v>
                </c:pt>
                <c:pt idx="36670">
                  <c:v>25.65</c:v>
                </c:pt>
                <c:pt idx="36671">
                  <c:v>25.65</c:v>
                </c:pt>
                <c:pt idx="36672">
                  <c:v>25.65</c:v>
                </c:pt>
                <c:pt idx="36673">
                  <c:v>25.65</c:v>
                </c:pt>
                <c:pt idx="36674">
                  <c:v>25.65</c:v>
                </c:pt>
                <c:pt idx="36675">
                  <c:v>25.65</c:v>
                </c:pt>
                <c:pt idx="36676">
                  <c:v>25.65</c:v>
                </c:pt>
                <c:pt idx="36677">
                  <c:v>25.65</c:v>
                </c:pt>
                <c:pt idx="36678">
                  <c:v>25.65</c:v>
                </c:pt>
                <c:pt idx="36679">
                  <c:v>25.65</c:v>
                </c:pt>
                <c:pt idx="36680">
                  <c:v>25.65</c:v>
                </c:pt>
                <c:pt idx="36681">
                  <c:v>25.6</c:v>
                </c:pt>
                <c:pt idx="36682">
                  <c:v>25.65</c:v>
                </c:pt>
                <c:pt idx="36683">
                  <c:v>25.6</c:v>
                </c:pt>
                <c:pt idx="36684">
                  <c:v>25.6</c:v>
                </c:pt>
                <c:pt idx="36685">
                  <c:v>25.6</c:v>
                </c:pt>
                <c:pt idx="36686">
                  <c:v>25.6</c:v>
                </c:pt>
                <c:pt idx="36687">
                  <c:v>25.65</c:v>
                </c:pt>
                <c:pt idx="36688">
                  <c:v>25.65</c:v>
                </c:pt>
                <c:pt idx="36689">
                  <c:v>25.6</c:v>
                </c:pt>
                <c:pt idx="36690">
                  <c:v>25.65</c:v>
                </c:pt>
                <c:pt idx="36691">
                  <c:v>25.6</c:v>
                </c:pt>
                <c:pt idx="36692">
                  <c:v>25.6</c:v>
                </c:pt>
                <c:pt idx="36693">
                  <c:v>25.6</c:v>
                </c:pt>
                <c:pt idx="36694">
                  <c:v>25.6</c:v>
                </c:pt>
                <c:pt idx="36695">
                  <c:v>25.6</c:v>
                </c:pt>
                <c:pt idx="36696">
                  <c:v>25.6</c:v>
                </c:pt>
                <c:pt idx="36697">
                  <c:v>25.6</c:v>
                </c:pt>
                <c:pt idx="36698">
                  <c:v>25.6</c:v>
                </c:pt>
                <c:pt idx="36699">
                  <c:v>25.6</c:v>
                </c:pt>
                <c:pt idx="36700">
                  <c:v>25.6</c:v>
                </c:pt>
                <c:pt idx="36701">
                  <c:v>25.6</c:v>
                </c:pt>
                <c:pt idx="36702">
                  <c:v>25.6</c:v>
                </c:pt>
                <c:pt idx="36703">
                  <c:v>25.6</c:v>
                </c:pt>
                <c:pt idx="36704">
                  <c:v>25.6</c:v>
                </c:pt>
                <c:pt idx="36705">
                  <c:v>25.6</c:v>
                </c:pt>
                <c:pt idx="36706">
                  <c:v>25.6</c:v>
                </c:pt>
                <c:pt idx="36707">
                  <c:v>25.6</c:v>
                </c:pt>
                <c:pt idx="36708">
                  <c:v>25.6</c:v>
                </c:pt>
                <c:pt idx="36709">
                  <c:v>25.6</c:v>
                </c:pt>
                <c:pt idx="36710">
                  <c:v>25.6</c:v>
                </c:pt>
                <c:pt idx="36711">
                  <c:v>25.6</c:v>
                </c:pt>
                <c:pt idx="36712">
                  <c:v>25.6</c:v>
                </c:pt>
                <c:pt idx="36713">
                  <c:v>25.6</c:v>
                </c:pt>
                <c:pt idx="36714">
                  <c:v>25.6</c:v>
                </c:pt>
                <c:pt idx="36715">
                  <c:v>25.6</c:v>
                </c:pt>
                <c:pt idx="36716">
                  <c:v>25.6</c:v>
                </c:pt>
                <c:pt idx="36717">
                  <c:v>25.6</c:v>
                </c:pt>
                <c:pt idx="36718">
                  <c:v>25.6</c:v>
                </c:pt>
                <c:pt idx="36719">
                  <c:v>25.6</c:v>
                </c:pt>
                <c:pt idx="36720">
                  <c:v>25.6</c:v>
                </c:pt>
                <c:pt idx="36721">
                  <c:v>25.6</c:v>
                </c:pt>
                <c:pt idx="36722">
                  <c:v>25.6</c:v>
                </c:pt>
                <c:pt idx="36723">
                  <c:v>25.6</c:v>
                </c:pt>
                <c:pt idx="36724">
                  <c:v>25.6</c:v>
                </c:pt>
                <c:pt idx="36725">
                  <c:v>25.6</c:v>
                </c:pt>
                <c:pt idx="36726">
                  <c:v>25.6</c:v>
                </c:pt>
                <c:pt idx="36727">
                  <c:v>25.6</c:v>
                </c:pt>
                <c:pt idx="36728">
                  <c:v>25.6</c:v>
                </c:pt>
                <c:pt idx="36729">
                  <c:v>25.6</c:v>
                </c:pt>
                <c:pt idx="36730">
                  <c:v>25.6</c:v>
                </c:pt>
                <c:pt idx="36731">
                  <c:v>25.6</c:v>
                </c:pt>
                <c:pt idx="36732">
                  <c:v>25.6</c:v>
                </c:pt>
                <c:pt idx="36733">
                  <c:v>25.6</c:v>
                </c:pt>
                <c:pt idx="36734">
                  <c:v>25.6</c:v>
                </c:pt>
                <c:pt idx="36735">
                  <c:v>25.6</c:v>
                </c:pt>
                <c:pt idx="36736">
                  <c:v>25.6</c:v>
                </c:pt>
                <c:pt idx="36737">
                  <c:v>25.6</c:v>
                </c:pt>
                <c:pt idx="36738">
                  <c:v>25.6</c:v>
                </c:pt>
                <c:pt idx="36739">
                  <c:v>25.6</c:v>
                </c:pt>
                <c:pt idx="36740">
                  <c:v>25.6</c:v>
                </c:pt>
                <c:pt idx="36741">
                  <c:v>25.6</c:v>
                </c:pt>
                <c:pt idx="36742">
                  <c:v>25.6</c:v>
                </c:pt>
                <c:pt idx="36743">
                  <c:v>25.6</c:v>
                </c:pt>
                <c:pt idx="36744">
                  <c:v>25.6</c:v>
                </c:pt>
                <c:pt idx="36745">
                  <c:v>25.6</c:v>
                </c:pt>
                <c:pt idx="36746">
                  <c:v>25.6</c:v>
                </c:pt>
                <c:pt idx="36747">
                  <c:v>25.6</c:v>
                </c:pt>
                <c:pt idx="36748">
                  <c:v>25.6</c:v>
                </c:pt>
                <c:pt idx="36749">
                  <c:v>25.6</c:v>
                </c:pt>
                <c:pt idx="36750">
                  <c:v>25.6</c:v>
                </c:pt>
                <c:pt idx="36751">
                  <c:v>25.6</c:v>
                </c:pt>
                <c:pt idx="36752">
                  <c:v>25.6</c:v>
                </c:pt>
                <c:pt idx="36753">
                  <c:v>25.6</c:v>
                </c:pt>
                <c:pt idx="36754">
                  <c:v>25.6</c:v>
                </c:pt>
                <c:pt idx="36755">
                  <c:v>25.6</c:v>
                </c:pt>
                <c:pt idx="36756">
                  <c:v>25.6</c:v>
                </c:pt>
                <c:pt idx="36757">
                  <c:v>25.6</c:v>
                </c:pt>
                <c:pt idx="36758">
                  <c:v>25.6</c:v>
                </c:pt>
                <c:pt idx="36759">
                  <c:v>25.6</c:v>
                </c:pt>
                <c:pt idx="36760">
                  <c:v>25.6</c:v>
                </c:pt>
                <c:pt idx="36761">
                  <c:v>25.6</c:v>
                </c:pt>
                <c:pt idx="36762">
                  <c:v>25.6</c:v>
                </c:pt>
                <c:pt idx="36763">
                  <c:v>25.6</c:v>
                </c:pt>
                <c:pt idx="36764">
                  <c:v>25.6</c:v>
                </c:pt>
                <c:pt idx="36765">
                  <c:v>25.6</c:v>
                </c:pt>
                <c:pt idx="36766">
                  <c:v>25.6</c:v>
                </c:pt>
                <c:pt idx="36767">
                  <c:v>25.6</c:v>
                </c:pt>
                <c:pt idx="36768">
                  <c:v>25.6</c:v>
                </c:pt>
                <c:pt idx="36769">
                  <c:v>25.6</c:v>
                </c:pt>
                <c:pt idx="36770">
                  <c:v>25.6</c:v>
                </c:pt>
                <c:pt idx="36771">
                  <c:v>25.6</c:v>
                </c:pt>
                <c:pt idx="36772">
                  <c:v>25.6</c:v>
                </c:pt>
                <c:pt idx="36773">
                  <c:v>25.6</c:v>
                </c:pt>
                <c:pt idx="36774">
                  <c:v>25.6</c:v>
                </c:pt>
                <c:pt idx="36775">
                  <c:v>25.6</c:v>
                </c:pt>
                <c:pt idx="36776">
                  <c:v>25.6</c:v>
                </c:pt>
                <c:pt idx="36777">
                  <c:v>25.6</c:v>
                </c:pt>
                <c:pt idx="36778">
                  <c:v>25.6</c:v>
                </c:pt>
                <c:pt idx="36779">
                  <c:v>25.6</c:v>
                </c:pt>
                <c:pt idx="36780">
                  <c:v>25.6</c:v>
                </c:pt>
                <c:pt idx="36781">
                  <c:v>25.6</c:v>
                </c:pt>
                <c:pt idx="36782">
                  <c:v>25.6</c:v>
                </c:pt>
                <c:pt idx="36783">
                  <c:v>25.6</c:v>
                </c:pt>
                <c:pt idx="36784">
                  <c:v>25.6</c:v>
                </c:pt>
                <c:pt idx="36785">
                  <c:v>25.6</c:v>
                </c:pt>
                <c:pt idx="36786">
                  <c:v>25.6</c:v>
                </c:pt>
                <c:pt idx="36787">
                  <c:v>25.6</c:v>
                </c:pt>
                <c:pt idx="36788">
                  <c:v>25.6</c:v>
                </c:pt>
                <c:pt idx="36789">
                  <c:v>25.6</c:v>
                </c:pt>
                <c:pt idx="36790">
                  <c:v>25.6</c:v>
                </c:pt>
                <c:pt idx="36791">
                  <c:v>25.6</c:v>
                </c:pt>
                <c:pt idx="36792">
                  <c:v>25.6</c:v>
                </c:pt>
                <c:pt idx="36793">
                  <c:v>25.6</c:v>
                </c:pt>
                <c:pt idx="36794">
                  <c:v>25.6</c:v>
                </c:pt>
                <c:pt idx="36795">
                  <c:v>25.6</c:v>
                </c:pt>
                <c:pt idx="36796">
                  <c:v>25.6</c:v>
                </c:pt>
                <c:pt idx="36797">
                  <c:v>25.6</c:v>
                </c:pt>
                <c:pt idx="36798">
                  <c:v>25.6</c:v>
                </c:pt>
                <c:pt idx="36799">
                  <c:v>25.6</c:v>
                </c:pt>
                <c:pt idx="36800">
                  <c:v>25.6</c:v>
                </c:pt>
                <c:pt idx="36801">
                  <c:v>25.6</c:v>
                </c:pt>
                <c:pt idx="36802">
                  <c:v>25.6</c:v>
                </c:pt>
                <c:pt idx="36803">
                  <c:v>25.6</c:v>
                </c:pt>
                <c:pt idx="36804">
                  <c:v>25.6</c:v>
                </c:pt>
                <c:pt idx="36805">
                  <c:v>25.6</c:v>
                </c:pt>
                <c:pt idx="36806">
                  <c:v>25.6</c:v>
                </c:pt>
                <c:pt idx="36807">
                  <c:v>25.6</c:v>
                </c:pt>
                <c:pt idx="36808">
                  <c:v>25.6</c:v>
                </c:pt>
                <c:pt idx="36809">
                  <c:v>25.6</c:v>
                </c:pt>
                <c:pt idx="36810">
                  <c:v>25.6</c:v>
                </c:pt>
                <c:pt idx="36811">
                  <c:v>25.6</c:v>
                </c:pt>
                <c:pt idx="36812">
                  <c:v>25.6</c:v>
                </c:pt>
                <c:pt idx="36813">
                  <c:v>25.6</c:v>
                </c:pt>
                <c:pt idx="36814">
                  <c:v>25.6</c:v>
                </c:pt>
                <c:pt idx="36815">
                  <c:v>25.6</c:v>
                </c:pt>
                <c:pt idx="36816">
                  <c:v>25.6</c:v>
                </c:pt>
                <c:pt idx="36817">
                  <c:v>25.6</c:v>
                </c:pt>
                <c:pt idx="36818">
                  <c:v>25.6</c:v>
                </c:pt>
                <c:pt idx="36819">
                  <c:v>25.6</c:v>
                </c:pt>
                <c:pt idx="36820">
                  <c:v>25.6</c:v>
                </c:pt>
                <c:pt idx="36821">
                  <c:v>25.6</c:v>
                </c:pt>
                <c:pt idx="36822">
                  <c:v>25.6</c:v>
                </c:pt>
                <c:pt idx="36823">
                  <c:v>25.6</c:v>
                </c:pt>
                <c:pt idx="36824">
                  <c:v>25.6</c:v>
                </c:pt>
                <c:pt idx="36825">
                  <c:v>25.6</c:v>
                </c:pt>
                <c:pt idx="36826">
                  <c:v>25.6</c:v>
                </c:pt>
                <c:pt idx="36827">
                  <c:v>25.6</c:v>
                </c:pt>
                <c:pt idx="36828">
                  <c:v>25.6</c:v>
                </c:pt>
                <c:pt idx="36829">
                  <c:v>25.6</c:v>
                </c:pt>
                <c:pt idx="36830">
                  <c:v>25.6</c:v>
                </c:pt>
                <c:pt idx="36831">
                  <c:v>25.6</c:v>
                </c:pt>
                <c:pt idx="36832">
                  <c:v>25.6</c:v>
                </c:pt>
                <c:pt idx="36833">
                  <c:v>25.6</c:v>
                </c:pt>
                <c:pt idx="36834">
                  <c:v>25.6</c:v>
                </c:pt>
                <c:pt idx="36835">
                  <c:v>25.6</c:v>
                </c:pt>
                <c:pt idx="36836">
                  <c:v>25.6</c:v>
                </c:pt>
                <c:pt idx="36837">
                  <c:v>25.6</c:v>
                </c:pt>
                <c:pt idx="36838">
                  <c:v>25.6</c:v>
                </c:pt>
                <c:pt idx="36839">
                  <c:v>25.6</c:v>
                </c:pt>
                <c:pt idx="36840">
                  <c:v>25.6</c:v>
                </c:pt>
                <c:pt idx="36841">
                  <c:v>25.6</c:v>
                </c:pt>
                <c:pt idx="36842">
                  <c:v>25.6</c:v>
                </c:pt>
                <c:pt idx="36843">
                  <c:v>25.6</c:v>
                </c:pt>
                <c:pt idx="36844">
                  <c:v>25.6</c:v>
                </c:pt>
                <c:pt idx="36845">
                  <c:v>25.6</c:v>
                </c:pt>
                <c:pt idx="36846">
                  <c:v>25.6</c:v>
                </c:pt>
                <c:pt idx="36847">
                  <c:v>25.6</c:v>
                </c:pt>
                <c:pt idx="36848">
                  <c:v>25.6</c:v>
                </c:pt>
                <c:pt idx="36849">
                  <c:v>25.6</c:v>
                </c:pt>
                <c:pt idx="36850">
                  <c:v>25.6</c:v>
                </c:pt>
                <c:pt idx="36851">
                  <c:v>25.6</c:v>
                </c:pt>
                <c:pt idx="36852">
                  <c:v>25.6</c:v>
                </c:pt>
                <c:pt idx="36853">
                  <c:v>25.6</c:v>
                </c:pt>
                <c:pt idx="36854">
                  <c:v>25.6</c:v>
                </c:pt>
                <c:pt idx="36855">
                  <c:v>25.6</c:v>
                </c:pt>
                <c:pt idx="36856">
                  <c:v>25.6</c:v>
                </c:pt>
                <c:pt idx="36857">
                  <c:v>25.6</c:v>
                </c:pt>
                <c:pt idx="36858">
                  <c:v>25.6</c:v>
                </c:pt>
                <c:pt idx="36859">
                  <c:v>25.6</c:v>
                </c:pt>
                <c:pt idx="36860">
                  <c:v>25.6</c:v>
                </c:pt>
                <c:pt idx="36861">
                  <c:v>25.6</c:v>
                </c:pt>
                <c:pt idx="36862">
                  <c:v>25.6</c:v>
                </c:pt>
                <c:pt idx="36863">
                  <c:v>25.6</c:v>
                </c:pt>
                <c:pt idx="36864">
                  <c:v>25.6</c:v>
                </c:pt>
                <c:pt idx="36865">
                  <c:v>25.6</c:v>
                </c:pt>
                <c:pt idx="36866">
                  <c:v>25.6</c:v>
                </c:pt>
                <c:pt idx="36867">
                  <c:v>25.6</c:v>
                </c:pt>
                <c:pt idx="36868">
                  <c:v>25.6</c:v>
                </c:pt>
                <c:pt idx="36869">
                  <c:v>25.6</c:v>
                </c:pt>
                <c:pt idx="36870">
                  <c:v>25.6</c:v>
                </c:pt>
                <c:pt idx="36871">
                  <c:v>25.6</c:v>
                </c:pt>
                <c:pt idx="36872">
                  <c:v>25.6</c:v>
                </c:pt>
                <c:pt idx="36873">
                  <c:v>25.6</c:v>
                </c:pt>
                <c:pt idx="36874">
                  <c:v>25.6</c:v>
                </c:pt>
                <c:pt idx="36875">
                  <c:v>25.6</c:v>
                </c:pt>
                <c:pt idx="36876">
                  <c:v>25.6</c:v>
                </c:pt>
                <c:pt idx="36877">
                  <c:v>25.6</c:v>
                </c:pt>
                <c:pt idx="36878">
                  <c:v>25.6</c:v>
                </c:pt>
                <c:pt idx="36879">
                  <c:v>25.6</c:v>
                </c:pt>
                <c:pt idx="36880">
                  <c:v>25.6</c:v>
                </c:pt>
                <c:pt idx="36881">
                  <c:v>25.6</c:v>
                </c:pt>
                <c:pt idx="36882">
                  <c:v>25.6</c:v>
                </c:pt>
                <c:pt idx="36883">
                  <c:v>25.6</c:v>
                </c:pt>
                <c:pt idx="36884">
                  <c:v>25.6</c:v>
                </c:pt>
                <c:pt idx="36885">
                  <c:v>25.6</c:v>
                </c:pt>
                <c:pt idx="36886">
                  <c:v>25.6</c:v>
                </c:pt>
                <c:pt idx="36887">
                  <c:v>25.6</c:v>
                </c:pt>
                <c:pt idx="36888">
                  <c:v>25.6</c:v>
                </c:pt>
                <c:pt idx="36889">
                  <c:v>25.6</c:v>
                </c:pt>
                <c:pt idx="36890">
                  <c:v>25.6</c:v>
                </c:pt>
                <c:pt idx="36891">
                  <c:v>25.6</c:v>
                </c:pt>
                <c:pt idx="36892">
                  <c:v>25.6</c:v>
                </c:pt>
                <c:pt idx="36893">
                  <c:v>25.6</c:v>
                </c:pt>
                <c:pt idx="36894">
                  <c:v>25.6</c:v>
                </c:pt>
                <c:pt idx="36895">
                  <c:v>25.6</c:v>
                </c:pt>
                <c:pt idx="36896">
                  <c:v>25.6</c:v>
                </c:pt>
                <c:pt idx="36897">
                  <c:v>25.6</c:v>
                </c:pt>
                <c:pt idx="36898">
                  <c:v>25.6</c:v>
                </c:pt>
                <c:pt idx="36899">
                  <c:v>25.6</c:v>
                </c:pt>
                <c:pt idx="36900">
                  <c:v>25.6</c:v>
                </c:pt>
                <c:pt idx="36901">
                  <c:v>25.6</c:v>
                </c:pt>
                <c:pt idx="36902">
                  <c:v>25.6</c:v>
                </c:pt>
                <c:pt idx="36903">
                  <c:v>25.6</c:v>
                </c:pt>
                <c:pt idx="36904">
                  <c:v>25.6</c:v>
                </c:pt>
                <c:pt idx="36905">
                  <c:v>25.6</c:v>
                </c:pt>
                <c:pt idx="36906">
                  <c:v>25.6</c:v>
                </c:pt>
                <c:pt idx="36907">
                  <c:v>25.6</c:v>
                </c:pt>
                <c:pt idx="36908">
                  <c:v>25.6</c:v>
                </c:pt>
                <c:pt idx="36909">
                  <c:v>25.6</c:v>
                </c:pt>
                <c:pt idx="36910">
                  <c:v>25.6</c:v>
                </c:pt>
                <c:pt idx="36911">
                  <c:v>25.6</c:v>
                </c:pt>
                <c:pt idx="36912">
                  <c:v>25.6</c:v>
                </c:pt>
                <c:pt idx="36913">
                  <c:v>25.6</c:v>
                </c:pt>
                <c:pt idx="36914">
                  <c:v>25.6</c:v>
                </c:pt>
                <c:pt idx="36915">
                  <c:v>25.6</c:v>
                </c:pt>
                <c:pt idx="36916">
                  <c:v>25.6</c:v>
                </c:pt>
                <c:pt idx="36917">
                  <c:v>25.6</c:v>
                </c:pt>
                <c:pt idx="36918">
                  <c:v>25.6</c:v>
                </c:pt>
                <c:pt idx="36919">
                  <c:v>25.6</c:v>
                </c:pt>
                <c:pt idx="36920">
                  <c:v>25.6</c:v>
                </c:pt>
                <c:pt idx="36921">
                  <c:v>25.6</c:v>
                </c:pt>
                <c:pt idx="36922">
                  <c:v>25.6</c:v>
                </c:pt>
                <c:pt idx="36923">
                  <c:v>25.6</c:v>
                </c:pt>
                <c:pt idx="36924">
                  <c:v>25.6</c:v>
                </c:pt>
                <c:pt idx="36925">
                  <c:v>25.6</c:v>
                </c:pt>
                <c:pt idx="36926">
                  <c:v>25.6</c:v>
                </c:pt>
                <c:pt idx="36927">
                  <c:v>25.6</c:v>
                </c:pt>
                <c:pt idx="36928">
                  <c:v>25.6</c:v>
                </c:pt>
                <c:pt idx="36929">
                  <c:v>25.6</c:v>
                </c:pt>
                <c:pt idx="36930">
                  <c:v>25.6</c:v>
                </c:pt>
                <c:pt idx="36931">
                  <c:v>25.6</c:v>
                </c:pt>
                <c:pt idx="36932">
                  <c:v>25.6</c:v>
                </c:pt>
                <c:pt idx="36933">
                  <c:v>25.6</c:v>
                </c:pt>
                <c:pt idx="36934">
                  <c:v>25.6</c:v>
                </c:pt>
                <c:pt idx="36935">
                  <c:v>25.6</c:v>
                </c:pt>
                <c:pt idx="36936">
                  <c:v>25.6</c:v>
                </c:pt>
                <c:pt idx="36937">
                  <c:v>25.6</c:v>
                </c:pt>
                <c:pt idx="36938">
                  <c:v>25.6</c:v>
                </c:pt>
                <c:pt idx="36939">
                  <c:v>25.6</c:v>
                </c:pt>
                <c:pt idx="36940">
                  <c:v>25.6</c:v>
                </c:pt>
                <c:pt idx="36941">
                  <c:v>25.6</c:v>
                </c:pt>
                <c:pt idx="36942">
                  <c:v>25.6</c:v>
                </c:pt>
                <c:pt idx="36943">
                  <c:v>25.6</c:v>
                </c:pt>
                <c:pt idx="36944">
                  <c:v>25.6</c:v>
                </c:pt>
                <c:pt idx="36945">
                  <c:v>25.6</c:v>
                </c:pt>
                <c:pt idx="36946">
                  <c:v>25.6</c:v>
                </c:pt>
                <c:pt idx="36947">
                  <c:v>25.6</c:v>
                </c:pt>
                <c:pt idx="36948">
                  <c:v>25.6</c:v>
                </c:pt>
                <c:pt idx="36949">
                  <c:v>25.6</c:v>
                </c:pt>
                <c:pt idx="36950">
                  <c:v>25.6</c:v>
                </c:pt>
                <c:pt idx="36951">
                  <c:v>25.6</c:v>
                </c:pt>
                <c:pt idx="36952">
                  <c:v>25.6</c:v>
                </c:pt>
                <c:pt idx="36953">
                  <c:v>25.6</c:v>
                </c:pt>
                <c:pt idx="36954">
                  <c:v>25.6</c:v>
                </c:pt>
                <c:pt idx="36955">
                  <c:v>25.6</c:v>
                </c:pt>
                <c:pt idx="36956">
                  <c:v>25.6</c:v>
                </c:pt>
                <c:pt idx="36957">
                  <c:v>25.6</c:v>
                </c:pt>
                <c:pt idx="36958">
                  <c:v>25.6</c:v>
                </c:pt>
                <c:pt idx="36959">
                  <c:v>25.6</c:v>
                </c:pt>
                <c:pt idx="36960">
                  <c:v>25.6</c:v>
                </c:pt>
                <c:pt idx="36961">
                  <c:v>25.6</c:v>
                </c:pt>
                <c:pt idx="36962">
                  <c:v>25.6</c:v>
                </c:pt>
                <c:pt idx="36963">
                  <c:v>25.6</c:v>
                </c:pt>
                <c:pt idx="36964">
                  <c:v>25.6</c:v>
                </c:pt>
                <c:pt idx="36965">
                  <c:v>25.6</c:v>
                </c:pt>
                <c:pt idx="36966">
                  <c:v>25.6</c:v>
                </c:pt>
                <c:pt idx="36967">
                  <c:v>25.6</c:v>
                </c:pt>
                <c:pt idx="36968">
                  <c:v>25.6</c:v>
                </c:pt>
                <c:pt idx="36969">
                  <c:v>25.6</c:v>
                </c:pt>
                <c:pt idx="36970">
                  <c:v>25.6</c:v>
                </c:pt>
                <c:pt idx="36971">
                  <c:v>25.6</c:v>
                </c:pt>
                <c:pt idx="36972">
                  <c:v>25.6</c:v>
                </c:pt>
                <c:pt idx="36973">
                  <c:v>25.6</c:v>
                </c:pt>
                <c:pt idx="36974">
                  <c:v>25.6</c:v>
                </c:pt>
                <c:pt idx="36975">
                  <c:v>25.6</c:v>
                </c:pt>
                <c:pt idx="36976">
                  <c:v>25.6</c:v>
                </c:pt>
                <c:pt idx="36977">
                  <c:v>25.6</c:v>
                </c:pt>
                <c:pt idx="36978">
                  <c:v>25.6</c:v>
                </c:pt>
                <c:pt idx="36979">
                  <c:v>25.6</c:v>
                </c:pt>
                <c:pt idx="36980">
                  <c:v>25.6</c:v>
                </c:pt>
                <c:pt idx="36981">
                  <c:v>25.6</c:v>
                </c:pt>
                <c:pt idx="36982">
                  <c:v>25.6</c:v>
                </c:pt>
                <c:pt idx="36983">
                  <c:v>25.6</c:v>
                </c:pt>
                <c:pt idx="36984">
                  <c:v>25.6</c:v>
                </c:pt>
                <c:pt idx="36985">
                  <c:v>25.6</c:v>
                </c:pt>
                <c:pt idx="36986">
                  <c:v>25.6</c:v>
                </c:pt>
                <c:pt idx="36987">
                  <c:v>25.6</c:v>
                </c:pt>
                <c:pt idx="36988">
                  <c:v>25.6</c:v>
                </c:pt>
                <c:pt idx="36989">
                  <c:v>25.6</c:v>
                </c:pt>
                <c:pt idx="36990">
                  <c:v>25.6</c:v>
                </c:pt>
                <c:pt idx="36991">
                  <c:v>25.6</c:v>
                </c:pt>
                <c:pt idx="36992">
                  <c:v>25.6</c:v>
                </c:pt>
                <c:pt idx="36993">
                  <c:v>25.6</c:v>
                </c:pt>
                <c:pt idx="36994">
                  <c:v>25.6</c:v>
                </c:pt>
                <c:pt idx="36995">
                  <c:v>25.6</c:v>
                </c:pt>
                <c:pt idx="36996">
                  <c:v>25.6</c:v>
                </c:pt>
                <c:pt idx="36997">
                  <c:v>25.6</c:v>
                </c:pt>
                <c:pt idx="36998">
                  <c:v>25.6</c:v>
                </c:pt>
                <c:pt idx="36999">
                  <c:v>25.6</c:v>
                </c:pt>
                <c:pt idx="37000">
                  <c:v>25.6</c:v>
                </c:pt>
                <c:pt idx="37001">
                  <c:v>25.6</c:v>
                </c:pt>
                <c:pt idx="37002">
                  <c:v>25.6</c:v>
                </c:pt>
                <c:pt idx="37003">
                  <c:v>25.6</c:v>
                </c:pt>
                <c:pt idx="37004">
                  <c:v>25.6</c:v>
                </c:pt>
                <c:pt idx="37005">
                  <c:v>25.6</c:v>
                </c:pt>
                <c:pt idx="37006">
                  <c:v>25.6</c:v>
                </c:pt>
                <c:pt idx="37007">
                  <c:v>25.6</c:v>
                </c:pt>
                <c:pt idx="37008">
                  <c:v>25.6</c:v>
                </c:pt>
                <c:pt idx="37009">
                  <c:v>25.6</c:v>
                </c:pt>
                <c:pt idx="37010">
                  <c:v>25.6</c:v>
                </c:pt>
                <c:pt idx="37011">
                  <c:v>25.6</c:v>
                </c:pt>
                <c:pt idx="37012">
                  <c:v>25.6</c:v>
                </c:pt>
                <c:pt idx="37013">
                  <c:v>25.6</c:v>
                </c:pt>
                <c:pt idx="37014">
                  <c:v>25.6</c:v>
                </c:pt>
                <c:pt idx="37015">
                  <c:v>25.6</c:v>
                </c:pt>
                <c:pt idx="37016">
                  <c:v>25.6</c:v>
                </c:pt>
                <c:pt idx="37017">
                  <c:v>25.6</c:v>
                </c:pt>
                <c:pt idx="37018">
                  <c:v>25.6</c:v>
                </c:pt>
                <c:pt idx="37019">
                  <c:v>25.6</c:v>
                </c:pt>
                <c:pt idx="37020">
                  <c:v>25.6</c:v>
                </c:pt>
                <c:pt idx="37021">
                  <c:v>25.6</c:v>
                </c:pt>
                <c:pt idx="37022">
                  <c:v>25.6</c:v>
                </c:pt>
                <c:pt idx="37023">
                  <c:v>25.6</c:v>
                </c:pt>
                <c:pt idx="37024">
                  <c:v>25.6</c:v>
                </c:pt>
                <c:pt idx="37025">
                  <c:v>25.6</c:v>
                </c:pt>
                <c:pt idx="37026">
                  <c:v>25.6</c:v>
                </c:pt>
                <c:pt idx="37027">
                  <c:v>25.6</c:v>
                </c:pt>
                <c:pt idx="37028">
                  <c:v>25.6</c:v>
                </c:pt>
                <c:pt idx="37029">
                  <c:v>25.6</c:v>
                </c:pt>
                <c:pt idx="37030">
                  <c:v>25.6</c:v>
                </c:pt>
                <c:pt idx="37031">
                  <c:v>25.6</c:v>
                </c:pt>
                <c:pt idx="37032">
                  <c:v>25.6</c:v>
                </c:pt>
                <c:pt idx="37033">
                  <c:v>25.6</c:v>
                </c:pt>
                <c:pt idx="37034">
                  <c:v>25.6</c:v>
                </c:pt>
                <c:pt idx="37035">
                  <c:v>25.6</c:v>
                </c:pt>
                <c:pt idx="37036">
                  <c:v>25.6</c:v>
                </c:pt>
                <c:pt idx="37037">
                  <c:v>25.6</c:v>
                </c:pt>
                <c:pt idx="37038">
                  <c:v>25.6</c:v>
                </c:pt>
                <c:pt idx="37039">
                  <c:v>25.6</c:v>
                </c:pt>
                <c:pt idx="37040">
                  <c:v>25.6</c:v>
                </c:pt>
                <c:pt idx="37041">
                  <c:v>25.55</c:v>
                </c:pt>
                <c:pt idx="37042">
                  <c:v>25.55</c:v>
                </c:pt>
                <c:pt idx="37043">
                  <c:v>25.55</c:v>
                </c:pt>
                <c:pt idx="37044">
                  <c:v>25.6</c:v>
                </c:pt>
                <c:pt idx="37045">
                  <c:v>25.55</c:v>
                </c:pt>
                <c:pt idx="37046">
                  <c:v>25.55</c:v>
                </c:pt>
                <c:pt idx="37047">
                  <c:v>25.55</c:v>
                </c:pt>
                <c:pt idx="37048">
                  <c:v>25.55</c:v>
                </c:pt>
                <c:pt idx="37049">
                  <c:v>25.55</c:v>
                </c:pt>
                <c:pt idx="37050">
                  <c:v>25.55</c:v>
                </c:pt>
                <c:pt idx="37051">
                  <c:v>25.55</c:v>
                </c:pt>
                <c:pt idx="37052">
                  <c:v>25.55</c:v>
                </c:pt>
                <c:pt idx="37053">
                  <c:v>25.55</c:v>
                </c:pt>
                <c:pt idx="37054">
                  <c:v>25.55</c:v>
                </c:pt>
                <c:pt idx="37055">
                  <c:v>25.55</c:v>
                </c:pt>
                <c:pt idx="37056">
                  <c:v>25.55</c:v>
                </c:pt>
                <c:pt idx="37057">
                  <c:v>25.55</c:v>
                </c:pt>
                <c:pt idx="37058">
                  <c:v>25.55</c:v>
                </c:pt>
                <c:pt idx="37059">
                  <c:v>25.55</c:v>
                </c:pt>
                <c:pt idx="37060">
                  <c:v>25.55</c:v>
                </c:pt>
                <c:pt idx="37061">
                  <c:v>25.55</c:v>
                </c:pt>
                <c:pt idx="37062">
                  <c:v>25.55</c:v>
                </c:pt>
                <c:pt idx="37063">
                  <c:v>25.55</c:v>
                </c:pt>
                <c:pt idx="37064">
                  <c:v>25.55</c:v>
                </c:pt>
                <c:pt idx="37065">
                  <c:v>25.55</c:v>
                </c:pt>
                <c:pt idx="37066">
                  <c:v>25.55</c:v>
                </c:pt>
                <c:pt idx="37067">
                  <c:v>25.55</c:v>
                </c:pt>
                <c:pt idx="37068">
                  <c:v>25.55</c:v>
                </c:pt>
                <c:pt idx="37069">
                  <c:v>25.55</c:v>
                </c:pt>
                <c:pt idx="37070">
                  <c:v>25.55</c:v>
                </c:pt>
                <c:pt idx="37071">
                  <c:v>25.55</c:v>
                </c:pt>
                <c:pt idx="37072">
                  <c:v>25.55</c:v>
                </c:pt>
                <c:pt idx="37073">
                  <c:v>25.55</c:v>
                </c:pt>
                <c:pt idx="37074">
                  <c:v>25.55</c:v>
                </c:pt>
                <c:pt idx="37075">
                  <c:v>25.55</c:v>
                </c:pt>
                <c:pt idx="37076">
                  <c:v>25.6</c:v>
                </c:pt>
                <c:pt idx="37077">
                  <c:v>25.55</c:v>
                </c:pt>
                <c:pt idx="37078">
                  <c:v>25.6</c:v>
                </c:pt>
                <c:pt idx="37079">
                  <c:v>25.6</c:v>
                </c:pt>
                <c:pt idx="37080">
                  <c:v>25.55</c:v>
                </c:pt>
                <c:pt idx="37081">
                  <c:v>25.55</c:v>
                </c:pt>
                <c:pt idx="37082">
                  <c:v>25.6</c:v>
                </c:pt>
                <c:pt idx="37083">
                  <c:v>25.55</c:v>
                </c:pt>
                <c:pt idx="37084">
                  <c:v>25.55</c:v>
                </c:pt>
                <c:pt idx="37085">
                  <c:v>25.55</c:v>
                </c:pt>
                <c:pt idx="37086">
                  <c:v>25.55</c:v>
                </c:pt>
                <c:pt idx="37087">
                  <c:v>25.55</c:v>
                </c:pt>
                <c:pt idx="37088">
                  <c:v>25.55</c:v>
                </c:pt>
                <c:pt idx="37089">
                  <c:v>25.55</c:v>
                </c:pt>
                <c:pt idx="37090">
                  <c:v>25.55</c:v>
                </c:pt>
                <c:pt idx="37091">
                  <c:v>25.55</c:v>
                </c:pt>
                <c:pt idx="37092">
                  <c:v>25.55</c:v>
                </c:pt>
                <c:pt idx="37093">
                  <c:v>25.55</c:v>
                </c:pt>
                <c:pt idx="37094">
                  <c:v>25.55</c:v>
                </c:pt>
                <c:pt idx="37095">
                  <c:v>25.55</c:v>
                </c:pt>
                <c:pt idx="37096">
                  <c:v>25.55</c:v>
                </c:pt>
                <c:pt idx="37097">
                  <c:v>25.55</c:v>
                </c:pt>
                <c:pt idx="37098">
                  <c:v>25.6</c:v>
                </c:pt>
                <c:pt idx="37099">
                  <c:v>25.55</c:v>
                </c:pt>
                <c:pt idx="37100">
                  <c:v>25.6</c:v>
                </c:pt>
                <c:pt idx="37101">
                  <c:v>25.55</c:v>
                </c:pt>
                <c:pt idx="37102">
                  <c:v>25.55</c:v>
                </c:pt>
                <c:pt idx="37103">
                  <c:v>25.55</c:v>
                </c:pt>
                <c:pt idx="37104">
                  <c:v>25.6</c:v>
                </c:pt>
                <c:pt idx="37105">
                  <c:v>25.55</c:v>
                </c:pt>
                <c:pt idx="37106">
                  <c:v>25.6</c:v>
                </c:pt>
                <c:pt idx="37107">
                  <c:v>25.55</c:v>
                </c:pt>
                <c:pt idx="37108">
                  <c:v>25.6</c:v>
                </c:pt>
                <c:pt idx="37109">
                  <c:v>25.55</c:v>
                </c:pt>
                <c:pt idx="37110">
                  <c:v>25.55</c:v>
                </c:pt>
                <c:pt idx="37111">
                  <c:v>25.55</c:v>
                </c:pt>
                <c:pt idx="37112">
                  <c:v>25.55</c:v>
                </c:pt>
                <c:pt idx="37113">
                  <c:v>25.55</c:v>
                </c:pt>
                <c:pt idx="37114">
                  <c:v>25.55</c:v>
                </c:pt>
                <c:pt idx="37115">
                  <c:v>25.55</c:v>
                </c:pt>
                <c:pt idx="37116">
                  <c:v>25.55</c:v>
                </c:pt>
                <c:pt idx="37117">
                  <c:v>25.55</c:v>
                </c:pt>
                <c:pt idx="37118">
                  <c:v>25.55</c:v>
                </c:pt>
                <c:pt idx="37119">
                  <c:v>25.55</c:v>
                </c:pt>
                <c:pt idx="37120">
                  <c:v>25.55</c:v>
                </c:pt>
                <c:pt idx="37121">
                  <c:v>25.55</c:v>
                </c:pt>
                <c:pt idx="37122">
                  <c:v>25.55</c:v>
                </c:pt>
                <c:pt idx="37123">
                  <c:v>25.55</c:v>
                </c:pt>
                <c:pt idx="37124">
                  <c:v>25.55</c:v>
                </c:pt>
                <c:pt idx="37125">
                  <c:v>25.55</c:v>
                </c:pt>
                <c:pt idx="37126">
                  <c:v>25.55</c:v>
                </c:pt>
                <c:pt idx="37127">
                  <c:v>25.55</c:v>
                </c:pt>
                <c:pt idx="37128">
                  <c:v>25.55</c:v>
                </c:pt>
                <c:pt idx="37129">
                  <c:v>25.6</c:v>
                </c:pt>
                <c:pt idx="37130">
                  <c:v>25.55</c:v>
                </c:pt>
                <c:pt idx="37131">
                  <c:v>25.55</c:v>
                </c:pt>
                <c:pt idx="37132">
                  <c:v>25.55</c:v>
                </c:pt>
                <c:pt idx="37133">
                  <c:v>25.6</c:v>
                </c:pt>
                <c:pt idx="37134">
                  <c:v>25.6</c:v>
                </c:pt>
                <c:pt idx="37135">
                  <c:v>25.55</c:v>
                </c:pt>
                <c:pt idx="37136">
                  <c:v>25.55</c:v>
                </c:pt>
                <c:pt idx="37137">
                  <c:v>25.55</c:v>
                </c:pt>
                <c:pt idx="37138">
                  <c:v>25.6</c:v>
                </c:pt>
                <c:pt idx="37139">
                  <c:v>25.6</c:v>
                </c:pt>
                <c:pt idx="37140">
                  <c:v>25.55</c:v>
                </c:pt>
                <c:pt idx="37141">
                  <c:v>25.6</c:v>
                </c:pt>
                <c:pt idx="37142">
                  <c:v>25.6</c:v>
                </c:pt>
                <c:pt idx="37143">
                  <c:v>25.6</c:v>
                </c:pt>
                <c:pt idx="37144">
                  <c:v>25.6</c:v>
                </c:pt>
                <c:pt idx="37145">
                  <c:v>25.55</c:v>
                </c:pt>
                <c:pt idx="37146">
                  <c:v>25.6</c:v>
                </c:pt>
                <c:pt idx="37147">
                  <c:v>25.6</c:v>
                </c:pt>
                <c:pt idx="37148">
                  <c:v>25.6</c:v>
                </c:pt>
                <c:pt idx="37149">
                  <c:v>25.6</c:v>
                </c:pt>
                <c:pt idx="37150">
                  <c:v>25.6</c:v>
                </c:pt>
                <c:pt idx="37151">
                  <c:v>25.6</c:v>
                </c:pt>
                <c:pt idx="37152">
                  <c:v>25.55</c:v>
                </c:pt>
                <c:pt idx="37153">
                  <c:v>25.55</c:v>
                </c:pt>
                <c:pt idx="37154">
                  <c:v>25.55</c:v>
                </c:pt>
                <c:pt idx="37155">
                  <c:v>25.55</c:v>
                </c:pt>
                <c:pt idx="37156">
                  <c:v>25.55</c:v>
                </c:pt>
                <c:pt idx="37157">
                  <c:v>25.55</c:v>
                </c:pt>
                <c:pt idx="37158">
                  <c:v>25.55</c:v>
                </c:pt>
                <c:pt idx="37159">
                  <c:v>25.55</c:v>
                </c:pt>
                <c:pt idx="37160">
                  <c:v>25.55</c:v>
                </c:pt>
                <c:pt idx="37161">
                  <c:v>25.55</c:v>
                </c:pt>
                <c:pt idx="37162">
                  <c:v>25.55</c:v>
                </c:pt>
                <c:pt idx="37163">
                  <c:v>25.55</c:v>
                </c:pt>
                <c:pt idx="37164">
                  <c:v>25.55</c:v>
                </c:pt>
                <c:pt idx="37165">
                  <c:v>25.55</c:v>
                </c:pt>
                <c:pt idx="37166">
                  <c:v>25.55</c:v>
                </c:pt>
                <c:pt idx="37167">
                  <c:v>25.55</c:v>
                </c:pt>
                <c:pt idx="37168">
                  <c:v>25.55</c:v>
                </c:pt>
                <c:pt idx="37169">
                  <c:v>25.55</c:v>
                </c:pt>
                <c:pt idx="37170">
                  <c:v>25.55</c:v>
                </c:pt>
                <c:pt idx="37171">
                  <c:v>25.55</c:v>
                </c:pt>
                <c:pt idx="37172">
                  <c:v>25.55</c:v>
                </c:pt>
                <c:pt idx="37173">
                  <c:v>25.6</c:v>
                </c:pt>
                <c:pt idx="37174">
                  <c:v>25.6</c:v>
                </c:pt>
                <c:pt idx="37175">
                  <c:v>25.6</c:v>
                </c:pt>
                <c:pt idx="37176">
                  <c:v>25.55</c:v>
                </c:pt>
                <c:pt idx="37177">
                  <c:v>25.55</c:v>
                </c:pt>
                <c:pt idx="37178">
                  <c:v>25.55</c:v>
                </c:pt>
                <c:pt idx="37179">
                  <c:v>25.55</c:v>
                </c:pt>
                <c:pt idx="37180">
                  <c:v>25.55</c:v>
                </c:pt>
                <c:pt idx="37181">
                  <c:v>25.55</c:v>
                </c:pt>
                <c:pt idx="37182">
                  <c:v>25.55</c:v>
                </c:pt>
                <c:pt idx="37183">
                  <c:v>25.55</c:v>
                </c:pt>
                <c:pt idx="37184">
                  <c:v>25.55</c:v>
                </c:pt>
                <c:pt idx="37185">
                  <c:v>25.55</c:v>
                </c:pt>
                <c:pt idx="37186">
                  <c:v>25.55</c:v>
                </c:pt>
                <c:pt idx="37187">
                  <c:v>25.55</c:v>
                </c:pt>
                <c:pt idx="37188">
                  <c:v>25.55</c:v>
                </c:pt>
                <c:pt idx="37189">
                  <c:v>25.55</c:v>
                </c:pt>
                <c:pt idx="37190">
                  <c:v>25.55</c:v>
                </c:pt>
                <c:pt idx="37191">
                  <c:v>25.55</c:v>
                </c:pt>
                <c:pt idx="37192">
                  <c:v>25.55</c:v>
                </c:pt>
                <c:pt idx="37193">
                  <c:v>25.55</c:v>
                </c:pt>
                <c:pt idx="37194">
                  <c:v>25.55</c:v>
                </c:pt>
                <c:pt idx="37195">
                  <c:v>25.55</c:v>
                </c:pt>
                <c:pt idx="37196">
                  <c:v>25.55</c:v>
                </c:pt>
                <c:pt idx="37197">
                  <c:v>25.55</c:v>
                </c:pt>
                <c:pt idx="37198">
                  <c:v>25.55</c:v>
                </c:pt>
                <c:pt idx="37199">
                  <c:v>25.55</c:v>
                </c:pt>
                <c:pt idx="37200">
                  <c:v>25.55</c:v>
                </c:pt>
                <c:pt idx="37201">
                  <c:v>25.55</c:v>
                </c:pt>
                <c:pt idx="37202">
                  <c:v>25.55</c:v>
                </c:pt>
                <c:pt idx="37203">
                  <c:v>25.55</c:v>
                </c:pt>
                <c:pt idx="37204">
                  <c:v>25.55</c:v>
                </c:pt>
                <c:pt idx="37205">
                  <c:v>25.55</c:v>
                </c:pt>
                <c:pt idx="37206">
                  <c:v>25.55</c:v>
                </c:pt>
                <c:pt idx="37207">
                  <c:v>25.55</c:v>
                </c:pt>
                <c:pt idx="37208">
                  <c:v>25.55</c:v>
                </c:pt>
                <c:pt idx="37209">
                  <c:v>25.55</c:v>
                </c:pt>
                <c:pt idx="37210">
                  <c:v>25.55</c:v>
                </c:pt>
                <c:pt idx="37211">
                  <c:v>25.55</c:v>
                </c:pt>
                <c:pt idx="37212">
                  <c:v>25.55</c:v>
                </c:pt>
                <c:pt idx="37213">
                  <c:v>25.55</c:v>
                </c:pt>
                <c:pt idx="37214">
                  <c:v>25.55</c:v>
                </c:pt>
                <c:pt idx="37215">
                  <c:v>25.55</c:v>
                </c:pt>
                <c:pt idx="37216">
                  <c:v>25.55</c:v>
                </c:pt>
                <c:pt idx="37217">
                  <c:v>25.55</c:v>
                </c:pt>
                <c:pt idx="37218">
                  <c:v>25.55</c:v>
                </c:pt>
                <c:pt idx="37219">
                  <c:v>25.55</c:v>
                </c:pt>
                <c:pt idx="37220">
                  <c:v>25.55</c:v>
                </c:pt>
                <c:pt idx="37221">
                  <c:v>25.55</c:v>
                </c:pt>
                <c:pt idx="37222">
                  <c:v>25.55</c:v>
                </c:pt>
                <c:pt idx="37223">
                  <c:v>25.55</c:v>
                </c:pt>
                <c:pt idx="37224">
                  <c:v>25.55</c:v>
                </c:pt>
                <c:pt idx="37225">
                  <c:v>25.55</c:v>
                </c:pt>
                <c:pt idx="37226">
                  <c:v>25.55</c:v>
                </c:pt>
                <c:pt idx="37227">
                  <c:v>25.55</c:v>
                </c:pt>
                <c:pt idx="37228">
                  <c:v>25.55</c:v>
                </c:pt>
                <c:pt idx="37229">
                  <c:v>25.55</c:v>
                </c:pt>
                <c:pt idx="37230">
                  <c:v>25.55</c:v>
                </c:pt>
                <c:pt idx="37231">
                  <c:v>25.55</c:v>
                </c:pt>
                <c:pt idx="37232">
                  <c:v>25.55</c:v>
                </c:pt>
                <c:pt idx="37233">
                  <c:v>25.55</c:v>
                </c:pt>
                <c:pt idx="37234">
                  <c:v>25.55</c:v>
                </c:pt>
                <c:pt idx="37235">
                  <c:v>25.55</c:v>
                </c:pt>
                <c:pt idx="37236">
                  <c:v>25.55</c:v>
                </c:pt>
                <c:pt idx="37237">
                  <c:v>25.55</c:v>
                </c:pt>
                <c:pt idx="37238">
                  <c:v>25.55</c:v>
                </c:pt>
                <c:pt idx="37239">
                  <c:v>25.55</c:v>
                </c:pt>
                <c:pt idx="37240">
                  <c:v>25.55</c:v>
                </c:pt>
                <c:pt idx="37241">
                  <c:v>25.55</c:v>
                </c:pt>
                <c:pt idx="37242">
                  <c:v>25.55</c:v>
                </c:pt>
                <c:pt idx="37243">
                  <c:v>25.55</c:v>
                </c:pt>
                <c:pt idx="37244">
                  <c:v>25.55</c:v>
                </c:pt>
                <c:pt idx="37245">
                  <c:v>25.55</c:v>
                </c:pt>
                <c:pt idx="37246">
                  <c:v>25.55</c:v>
                </c:pt>
                <c:pt idx="37247">
                  <c:v>25.55</c:v>
                </c:pt>
                <c:pt idx="37248">
                  <c:v>25.55</c:v>
                </c:pt>
                <c:pt idx="37249">
                  <c:v>25.55</c:v>
                </c:pt>
                <c:pt idx="37250">
                  <c:v>25.55</c:v>
                </c:pt>
                <c:pt idx="37251">
                  <c:v>25.55</c:v>
                </c:pt>
                <c:pt idx="37252">
                  <c:v>25.55</c:v>
                </c:pt>
                <c:pt idx="37253">
                  <c:v>25.55</c:v>
                </c:pt>
                <c:pt idx="37254">
                  <c:v>25.55</c:v>
                </c:pt>
                <c:pt idx="37255">
                  <c:v>25.55</c:v>
                </c:pt>
                <c:pt idx="37256">
                  <c:v>25.55</c:v>
                </c:pt>
                <c:pt idx="37257">
                  <c:v>25.55</c:v>
                </c:pt>
                <c:pt idx="37258">
                  <c:v>25.55</c:v>
                </c:pt>
                <c:pt idx="37259">
                  <c:v>25.55</c:v>
                </c:pt>
                <c:pt idx="37260">
                  <c:v>25.55</c:v>
                </c:pt>
                <c:pt idx="37261">
                  <c:v>25.55</c:v>
                </c:pt>
                <c:pt idx="37262">
                  <c:v>25.55</c:v>
                </c:pt>
                <c:pt idx="37263">
                  <c:v>25.55</c:v>
                </c:pt>
                <c:pt idx="37264">
                  <c:v>25.55</c:v>
                </c:pt>
                <c:pt idx="37265">
                  <c:v>25.55</c:v>
                </c:pt>
                <c:pt idx="37266">
                  <c:v>25.55</c:v>
                </c:pt>
                <c:pt idx="37267">
                  <c:v>25.55</c:v>
                </c:pt>
                <c:pt idx="37268">
                  <c:v>25.55</c:v>
                </c:pt>
                <c:pt idx="37269">
                  <c:v>25.55</c:v>
                </c:pt>
                <c:pt idx="37270">
                  <c:v>25.55</c:v>
                </c:pt>
                <c:pt idx="37271">
                  <c:v>25.55</c:v>
                </c:pt>
                <c:pt idx="37272">
                  <c:v>25.55</c:v>
                </c:pt>
                <c:pt idx="37273">
                  <c:v>25.55</c:v>
                </c:pt>
                <c:pt idx="37274">
                  <c:v>25.55</c:v>
                </c:pt>
                <c:pt idx="37275">
                  <c:v>25.55</c:v>
                </c:pt>
                <c:pt idx="37276">
                  <c:v>25.55</c:v>
                </c:pt>
                <c:pt idx="37277">
                  <c:v>25.55</c:v>
                </c:pt>
                <c:pt idx="37278">
                  <c:v>25.55</c:v>
                </c:pt>
                <c:pt idx="37279">
                  <c:v>25.55</c:v>
                </c:pt>
                <c:pt idx="37280">
                  <c:v>25.55</c:v>
                </c:pt>
                <c:pt idx="37281">
                  <c:v>25.55</c:v>
                </c:pt>
                <c:pt idx="37282">
                  <c:v>25.55</c:v>
                </c:pt>
                <c:pt idx="37283">
                  <c:v>25.55</c:v>
                </c:pt>
                <c:pt idx="37284">
                  <c:v>25.55</c:v>
                </c:pt>
                <c:pt idx="37285">
                  <c:v>25.55</c:v>
                </c:pt>
                <c:pt idx="37286">
                  <c:v>25.55</c:v>
                </c:pt>
                <c:pt idx="37287">
                  <c:v>25.55</c:v>
                </c:pt>
                <c:pt idx="37288">
                  <c:v>25.55</c:v>
                </c:pt>
                <c:pt idx="37289">
                  <c:v>25.55</c:v>
                </c:pt>
                <c:pt idx="37290">
                  <c:v>25.55</c:v>
                </c:pt>
                <c:pt idx="37291">
                  <c:v>25.55</c:v>
                </c:pt>
                <c:pt idx="37292">
                  <c:v>25.55</c:v>
                </c:pt>
                <c:pt idx="37293">
                  <c:v>25.55</c:v>
                </c:pt>
                <c:pt idx="37294">
                  <c:v>25.55</c:v>
                </c:pt>
                <c:pt idx="37295">
                  <c:v>25.55</c:v>
                </c:pt>
                <c:pt idx="37296">
                  <c:v>25.55</c:v>
                </c:pt>
                <c:pt idx="37297">
                  <c:v>25.55</c:v>
                </c:pt>
                <c:pt idx="37298">
                  <c:v>25.55</c:v>
                </c:pt>
                <c:pt idx="37299">
                  <c:v>25.55</c:v>
                </c:pt>
                <c:pt idx="37300">
                  <c:v>25.55</c:v>
                </c:pt>
                <c:pt idx="37301">
                  <c:v>25.55</c:v>
                </c:pt>
                <c:pt idx="37302">
                  <c:v>25.55</c:v>
                </c:pt>
                <c:pt idx="37303">
                  <c:v>25.55</c:v>
                </c:pt>
                <c:pt idx="37304">
                  <c:v>25.55</c:v>
                </c:pt>
                <c:pt idx="37305">
                  <c:v>25.55</c:v>
                </c:pt>
                <c:pt idx="37306">
                  <c:v>25.55</c:v>
                </c:pt>
                <c:pt idx="37307">
                  <c:v>25.55</c:v>
                </c:pt>
                <c:pt idx="37308">
                  <c:v>25.55</c:v>
                </c:pt>
                <c:pt idx="37309">
                  <c:v>25.55</c:v>
                </c:pt>
                <c:pt idx="37310">
                  <c:v>25.55</c:v>
                </c:pt>
                <c:pt idx="37311">
                  <c:v>25.55</c:v>
                </c:pt>
                <c:pt idx="37312">
                  <c:v>25.55</c:v>
                </c:pt>
                <c:pt idx="37313">
                  <c:v>25.55</c:v>
                </c:pt>
                <c:pt idx="37314">
                  <c:v>25.55</c:v>
                </c:pt>
                <c:pt idx="37315">
                  <c:v>25.55</c:v>
                </c:pt>
                <c:pt idx="37316">
                  <c:v>25.55</c:v>
                </c:pt>
                <c:pt idx="37317">
                  <c:v>25.55</c:v>
                </c:pt>
                <c:pt idx="37318">
                  <c:v>25.55</c:v>
                </c:pt>
                <c:pt idx="37319">
                  <c:v>25.55</c:v>
                </c:pt>
                <c:pt idx="37320">
                  <c:v>25.55</c:v>
                </c:pt>
                <c:pt idx="37321">
                  <c:v>25.55</c:v>
                </c:pt>
                <c:pt idx="37322">
                  <c:v>25.55</c:v>
                </c:pt>
                <c:pt idx="37323">
                  <c:v>25.55</c:v>
                </c:pt>
                <c:pt idx="37324">
                  <c:v>25.55</c:v>
                </c:pt>
                <c:pt idx="37325">
                  <c:v>25.55</c:v>
                </c:pt>
                <c:pt idx="37326">
                  <c:v>25.55</c:v>
                </c:pt>
                <c:pt idx="37327">
                  <c:v>25.55</c:v>
                </c:pt>
                <c:pt idx="37328">
                  <c:v>25.55</c:v>
                </c:pt>
                <c:pt idx="37329">
                  <c:v>25.55</c:v>
                </c:pt>
                <c:pt idx="37330">
                  <c:v>25.55</c:v>
                </c:pt>
                <c:pt idx="37331">
                  <c:v>25.55</c:v>
                </c:pt>
                <c:pt idx="37332">
                  <c:v>25.55</c:v>
                </c:pt>
                <c:pt idx="37333">
                  <c:v>25.55</c:v>
                </c:pt>
                <c:pt idx="37334">
                  <c:v>25.55</c:v>
                </c:pt>
                <c:pt idx="37335">
                  <c:v>25.55</c:v>
                </c:pt>
                <c:pt idx="37336">
                  <c:v>25.55</c:v>
                </c:pt>
                <c:pt idx="37337">
                  <c:v>25.55</c:v>
                </c:pt>
                <c:pt idx="37338">
                  <c:v>25.55</c:v>
                </c:pt>
                <c:pt idx="37339">
                  <c:v>25.55</c:v>
                </c:pt>
                <c:pt idx="37340">
                  <c:v>25.55</c:v>
                </c:pt>
                <c:pt idx="37341">
                  <c:v>25.55</c:v>
                </c:pt>
                <c:pt idx="37342">
                  <c:v>25.55</c:v>
                </c:pt>
                <c:pt idx="37343">
                  <c:v>25.55</c:v>
                </c:pt>
                <c:pt idx="37344">
                  <c:v>25.55</c:v>
                </c:pt>
                <c:pt idx="37345">
                  <c:v>25.55</c:v>
                </c:pt>
                <c:pt idx="37346">
                  <c:v>25.55</c:v>
                </c:pt>
                <c:pt idx="37347">
                  <c:v>25.55</c:v>
                </c:pt>
                <c:pt idx="37348">
                  <c:v>25.55</c:v>
                </c:pt>
                <c:pt idx="37349">
                  <c:v>25.55</c:v>
                </c:pt>
                <c:pt idx="37350">
                  <c:v>25.55</c:v>
                </c:pt>
                <c:pt idx="37351">
                  <c:v>25.55</c:v>
                </c:pt>
                <c:pt idx="37352">
                  <c:v>25.55</c:v>
                </c:pt>
                <c:pt idx="37353">
                  <c:v>25.55</c:v>
                </c:pt>
                <c:pt idx="37354">
                  <c:v>25.55</c:v>
                </c:pt>
                <c:pt idx="37355">
                  <c:v>25.55</c:v>
                </c:pt>
                <c:pt idx="37356">
                  <c:v>25.55</c:v>
                </c:pt>
                <c:pt idx="37357">
                  <c:v>25.55</c:v>
                </c:pt>
                <c:pt idx="37358">
                  <c:v>25.55</c:v>
                </c:pt>
                <c:pt idx="37359">
                  <c:v>25.55</c:v>
                </c:pt>
                <c:pt idx="37360">
                  <c:v>25.55</c:v>
                </c:pt>
                <c:pt idx="37361">
                  <c:v>25.55</c:v>
                </c:pt>
                <c:pt idx="37362">
                  <c:v>25.55</c:v>
                </c:pt>
                <c:pt idx="37363">
                  <c:v>25.5</c:v>
                </c:pt>
                <c:pt idx="37364">
                  <c:v>25.55</c:v>
                </c:pt>
                <c:pt idx="37365">
                  <c:v>25.55</c:v>
                </c:pt>
                <c:pt idx="37366">
                  <c:v>25.55</c:v>
                </c:pt>
                <c:pt idx="37367">
                  <c:v>25.55</c:v>
                </c:pt>
                <c:pt idx="37368">
                  <c:v>25.55</c:v>
                </c:pt>
                <c:pt idx="37369">
                  <c:v>25.55</c:v>
                </c:pt>
                <c:pt idx="37370">
                  <c:v>25.55</c:v>
                </c:pt>
                <c:pt idx="37371">
                  <c:v>25.55</c:v>
                </c:pt>
                <c:pt idx="37372">
                  <c:v>25.55</c:v>
                </c:pt>
                <c:pt idx="37373">
                  <c:v>25.55</c:v>
                </c:pt>
                <c:pt idx="37374">
                  <c:v>25.55</c:v>
                </c:pt>
                <c:pt idx="37375">
                  <c:v>25.55</c:v>
                </c:pt>
                <c:pt idx="37376">
                  <c:v>25.55</c:v>
                </c:pt>
                <c:pt idx="37377">
                  <c:v>25.55</c:v>
                </c:pt>
                <c:pt idx="37378">
                  <c:v>25.55</c:v>
                </c:pt>
                <c:pt idx="37379">
                  <c:v>25.55</c:v>
                </c:pt>
                <c:pt idx="37380">
                  <c:v>25.55</c:v>
                </c:pt>
                <c:pt idx="37381">
                  <c:v>25.55</c:v>
                </c:pt>
                <c:pt idx="37382">
                  <c:v>25.55</c:v>
                </c:pt>
                <c:pt idx="37383">
                  <c:v>25.55</c:v>
                </c:pt>
                <c:pt idx="37384">
                  <c:v>25.55</c:v>
                </c:pt>
                <c:pt idx="37385">
                  <c:v>25.55</c:v>
                </c:pt>
                <c:pt idx="37386">
                  <c:v>25.55</c:v>
                </c:pt>
                <c:pt idx="37387">
                  <c:v>25.55</c:v>
                </c:pt>
                <c:pt idx="37388">
                  <c:v>25.5</c:v>
                </c:pt>
                <c:pt idx="37389">
                  <c:v>25.55</c:v>
                </c:pt>
                <c:pt idx="37390">
                  <c:v>25.5</c:v>
                </c:pt>
                <c:pt idx="37391">
                  <c:v>25.5</c:v>
                </c:pt>
                <c:pt idx="37392">
                  <c:v>25.5</c:v>
                </c:pt>
                <c:pt idx="37393">
                  <c:v>25.5</c:v>
                </c:pt>
                <c:pt idx="37394">
                  <c:v>25.5</c:v>
                </c:pt>
                <c:pt idx="37395">
                  <c:v>25.5</c:v>
                </c:pt>
                <c:pt idx="37396">
                  <c:v>25.5</c:v>
                </c:pt>
                <c:pt idx="37397">
                  <c:v>25.5</c:v>
                </c:pt>
                <c:pt idx="37398">
                  <c:v>25.55</c:v>
                </c:pt>
                <c:pt idx="37399">
                  <c:v>25.5</c:v>
                </c:pt>
                <c:pt idx="37400">
                  <c:v>25.55</c:v>
                </c:pt>
                <c:pt idx="37401">
                  <c:v>25.55</c:v>
                </c:pt>
                <c:pt idx="37402">
                  <c:v>25.55</c:v>
                </c:pt>
                <c:pt idx="37403">
                  <c:v>25.55</c:v>
                </c:pt>
                <c:pt idx="37404">
                  <c:v>25.55</c:v>
                </c:pt>
                <c:pt idx="37405">
                  <c:v>25.55</c:v>
                </c:pt>
                <c:pt idx="37406">
                  <c:v>25.55</c:v>
                </c:pt>
                <c:pt idx="37407">
                  <c:v>25.55</c:v>
                </c:pt>
                <c:pt idx="37408">
                  <c:v>25.55</c:v>
                </c:pt>
                <c:pt idx="37409">
                  <c:v>25.55</c:v>
                </c:pt>
                <c:pt idx="37410">
                  <c:v>25.55</c:v>
                </c:pt>
                <c:pt idx="37411">
                  <c:v>25.55</c:v>
                </c:pt>
                <c:pt idx="37412">
                  <c:v>25.55</c:v>
                </c:pt>
                <c:pt idx="37413">
                  <c:v>25.55</c:v>
                </c:pt>
                <c:pt idx="37414">
                  <c:v>25.55</c:v>
                </c:pt>
                <c:pt idx="37415">
                  <c:v>25.55</c:v>
                </c:pt>
                <c:pt idx="37416">
                  <c:v>25.55</c:v>
                </c:pt>
                <c:pt idx="37417">
                  <c:v>25.55</c:v>
                </c:pt>
                <c:pt idx="37418">
                  <c:v>25.55</c:v>
                </c:pt>
                <c:pt idx="37419">
                  <c:v>25.55</c:v>
                </c:pt>
                <c:pt idx="37420">
                  <c:v>25.55</c:v>
                </c:pt>
                <c:pt idx="37421">
                  <c:v>25.55</c:v>
                </c:pt>
                <c:pt idx="37422">
                  <c:v>25.55</c:v>
                </c:pt>
                <c:pt idx="37423">
                  <c:v>25.55</c:v>
                </c:pt>
                <c:pt idx="37424">
                  <c:v>25.55</c:v>
                </c:pt>
                <c:pt idx="37425">
                  <c:v>25.55</c:v>
                </c:pt>
                <c:pt idx="37426">
                  <c:v>25.55</c:v>
                </c:pt>
                <c:pt idx="37427">
                  <c:v>25.55</c:v>
                </c:pt>
                <c:pt idx="37428">
                  <c:v>25.55</c:v>
                </c:pt>
                <c:pt idx="37429">
                  <c:v>25.55</c:v>
                </c:pt>
                <c:pt idx="37430">
                  <c:v>25.55</c:v>
                </c:pt>
                <c:pt idx="37431">
                  <c:v>25.55</c:v>
                </c:pt>
                <c:pt idx="37432">
                  <c:v>25.55</c:v>
                </c:pt>
                <c:pt idx="37433">
                  <c:v>25.55</c:v>
                </c:pt>
                <c:pt idx="37434">
                  <c:v>25.55</c:v>
                </c:pt>
                <c:pt idx="37435">
                  <c:v>25.55</c:v>
                </c:pt>
                <c:pt idx="37436">
                  <c:v>25.5</c:v>
                </c:pt>
                <c:pt idx="37437">
                  <c:v>25.5</c:v>
                </c:pt>
                <c:pt idx="37438">
                  <c:v>25.5</c:v>
                </c:pt>
                <c:pt idx="37439">
                  <c:v>25.5</c:v>
                </c:pt>
                <c:pt idx="37440">
                  <c:v>25.5</c:v>
                </c:pt>
                <c:pt idx="37441">
                  <c:v>25.5</c:v>
                </c:pt>
                <c:pt idx="37442">
                  <c:v>25.5</c:v>
                </c:pt>
                <c:pt idx="37443">
                  <c:v>25.5</c:v>
                </c:pt>
                <c:pt idx="37444">
                  <c:v>25.5</c:v>
                </c:pt>
                <c:pt idx="37445">
                  <c:v>25.5</c:v>
                </c:pt>
                <c:pt idx="37446">
                  <c:v>25.5</c:v>
                </c:pt>
                <c:pt idx="37447">
                  <c:v>25.5</c:v>
                </c:pt>
                <c:pt idx="37448">
                  <c:v>25.5</c:v>
                </c:pt>
                <c:pt idx="37449">
                  <c:v>25.5</c:v>
                </c:pt>
                <c:pt idx="37450">
                  <c:v>25.55</c:v>
                </c:pt>
                <c:pt idx="37451">
                  <c:v>25.55</c:v>
                </c:pt>
                <c:pt idx="37452">
                  <c:v>25.55</c:v>
                </c:pt>
                <c:pt idx="37453">
                  <c:v>25.55</c:v>
                </c:pt>
                <c:pt idx="37454">
                  <c:v>25.55</c:v>
                </c:pt>
                <c:pt idx="37455">
                  <c:v>25.55</c:v>
                </c:pt>
                <c:pt idx="37456">
                  <c:v>25.55</c:v>
                </c:pt>
                <c:pt idx="37457">
                  <c:v>25.55</c:v>
                </c:pt>
                <c:pt idx="37458">
                  <c:v>25.55</c:v>
                </c:pt>
                <c:pt idx="37459">
                  <c:v>25.55</c:v>
                </c:pt>
                <c:pt idx="37460">
                  <c:v>25.5</c:v>
                </c:pt>
                <c:pt idx="37461">
                  <c:v>25.55</c:v>
                </c:pt>
                <c:pt idx="37462">
                  <c:v>25.5</c:v>
                </c:pt>
                <c:pt idx="37463">
                  <c:v>25.5</c:v>
                </c:pt>
                <c:pt idx="37464">
                  <c:v>25.5</c:v>
                </c:pt>
                <c:pt idx="37465">
                  <c:v>25.5</c:v>
                </c:pt>
                <c:pt idx="37466">
                  <c:v>25.5</c:v>
                </c:pt>
                <c:pt idx="37467">
                  <c:v>25.5</c:v>
                </c:pt>
                <c:pt idx="37468">
                  <c:v>25.5</c:v>
                </c:pt>
                <c:pt idx="37469">
                  <c:v>25.5</c:v>
                </c:pt>
                <c:pt idx="37470">
                  <c:v>25.5</c:v>
                </c:pt>
                <c:pt idx="37471">
                  <c:v>25.5</c:v>
                </c:pt>
                <c:pt idx="37472">
                  <c:v>25.5</c:v>
                </c:pt>
                <c:pt idx="37473">
                  <c:v>25.5</c:v>
                </c:pt>
                <c:pt idx="37474">
                  <c:v>25.5</c:v>
                </c:pt>
                <c:pt idx="37475">
                  <c:v>25.5</c:v>
                </c:pt>
                <c:pt idx="37476">
                  <c:v>25.5</c:v>
                </c:pt>
                <c:pt idx="37477">
                  <c:v>25.5</c:v>
                </c:pt>
                <c:pt idx="37478">
                  <c:v>25.5</c:v>
                </c:pt>
                <c:pt idx="37479">
                  <c:v>25.5</c:v>
                </c:pt>
                <c:pt idx="37480">
                  <c:v>25.5</c:v>
                </c:pt>
                <c:pt idx="37481">
                  <c:v>25.5</c:v>
                </c:pt>
                <c:pt idx="37482">
                  <c:v>25.5</c:v>
                </c:pt>
                <c:pt idx="37483">
                  <c:v>25.5</c:v>
                </c:pt>
                <c:pt idx="37484">
                  <c:v>25.5</c:v>
                </c:pt>
                <c:pt idx="37485">
                  <c:v>25.5</c:v>
                </c:pt>
                <c:pt idx="37486">
                  <c:v>25.5</c:v>
                </c:pt>
                <c:pt idx="37487">
                  <c:v>25.5</c:v>
                </c:pt>
                <c:pt idx="37488">
                  <c:v>25.5</c:v>
                </c:pt>
                <c:pt idx="37489">
                  <c:v>25.5</c:v>
                </c:pt>
                <c:pt idx="37490">
                  <c:v>25.5</c:v>
                </c:pt>
                <c:pt idx="37491">
                  <c:v>25.5</c:v>
                </c:pt>
                <c:pt idx="37492">
                  <c:v>25.5</c:v>
                </c:pt>
                <c:pt idx="37493">
                  <c:v>25.5</c:v>
                </c:pt>
                <c:pt idx="37494">
                  <c:v>25.5</c:v>
                </c:pt>
                <c:pt idx="37495">
                  <c:v>25.5</c:v>
                </c:pt>
                <c:pt idx="37496">
                  <c:v>25.5</c:v>
                </c:pt>
                <c:pt idx="37497">
                  <c:v>25.5</c:v>
                </c:pt>
                <c:pt idx="37498">
                  <c:v>25.5</c:v>
                </c:pt>
                <c:pt idx="37499">
                  <c:v>25.5</c:v>
                </c:pt>
                <c:pt idx="37500">
                  <c:v>25.5</c:v>
                </c:pt>
                <c:pt idx="37501">
                  <c:v>25.5</c:v>
                </c:pt>
                <c:pt idx="37502">
                  <c:v>25.5</c:v>
                </c:pt>
                <c:pt idx="37503">
                  <c:v>25.5</c:v>
                </c:pt>
                <c:pt idx="37504">
                  <c:v>25.5</c:v>
                </c:pt>
                <c:pt idx="37505">
                  <c:v>25.5</c:v>
                </c:pt>
                <c:pt idx="37506">
                  <c:v>25.5</c:v>
                </c:pt>
                <c:pt idx="37507">
                  <c:v>25.5</c:v>
                </c:pt>
                <c:pt idx="37508">
                  <c:v>25.5</c:v>
                </c:pt>
                <c:pt idx="37509">
                  <c:v>25.5</c:v>
                </c:pt>
                <c:pt idx="37510">
                  <c:v>25.5</c:v>
                </c:pt>
                <c:pt idx="37511">
                  <c:v>25.5</c:v>
                </c:pt>
                <c:pt idx="37512">
                  <c:v>25.5</c:v>
                </c:pt>
                <c:pt idx="37513">
                  <c:v>25.5</c:v>
                </c:pt>
                <c:pt idx="37514">
                  <c:v>25.5</c:v>
                </c:pt>
                <c:pt idx="37515">
                  <c:v>25.5</c:v>
                </c:pt>
                <c:pt idx="37516">
                  <c:v>25.5</c:v>
                </c:pt>
                <c:pt idx="37517">
                  <c:v>25.5</c:v>
                </c:pt>
                <c:pt idx="37518">
                  <c:v>25.5</c:v>
                </c:pt>
                <c:pt idx="37519">
                  <c:v>25.5</c:v>
                </c:pt>
                <c:pt idx="37520">
                  <c:v>25.5</c:v>
                </c:pt>
                <c:pt idx="37521">
                  <c:v>25.5</c:v>
                </c:pt>
                <c:pt idx="37522">
                  <c:v>25.5</c:v>
                </c:pt>
                <c:pt idx="37523">
                  <c:v>25.5</c:v>
                </c:pt>
                <c:pt idx="37524">
                  <c:v>25.5</c:v>
                </c:pt>
                <c:pt idx="37525">
                  <c:v>25.5</c:v>
                </c:pt>
                <c:pt idx="37526">
                  <c:v>25.5</c:v>
                </c:pt>
                <c:pt idx="37527">
                  <c:v>25.5</c:v>
                </c:pt>
                <c:pt idx="37528">
                  <c:v>25.5</c:v>
                </c:pt>
                <c:pt idx="37529">
                  <c:v>25.5</c:v>
                </c:pt>
                <c:pt idx="37530">
                  <c:v>25.5</c:v>
                </c:pt>
                <c:pt idx="37531">
                  <c:v>25.5</c:v>
                </c:pt>
                <c:pt idx="37532">
                  <c:v>25.5</c:v>
                </c:pt>
                <c:pt idx="37533">
                  <c:v>25.5</c:v>
                </c:pt>
                <c:pt idx="37534">
                  <c:v>25.5</c:v>
                </c:pt>
                <c:pt idx="37535">
                  <c:v>25.5</c:v>
                </c:pt>
                <c:pt idx="37536">
                  <c:v>25.5</c:v>
                </c:pt>
                <c:pt idx="37537">
                  <c:v>25.5</c:v>
                </c:pt>
                <c:pt idx="37538">
                  <c:v>25.5</c:v>
                </c:pt>
                <c:pt idx="37539">
                  <c:v>25.5</c:v>
                </c:pt>
                <c:pt idx="37540">
                  <c:v>25.5</c:v>
                </c:pt>
                <c:pt idx="37541">
                  <c:v>25.5</c:v>
                </c:pt>
                <c:pt idx="37542">
                  <c:v>25.5</c:v>
                </c:pt>
                <c:pt idx="37543">
                  <c:v>25.5</c:v>
                </c:pt>
                <c:pt idx="37544">
                  <c:v>25.5</c:v>
                </c:pt>
                <c:pt idx="37545">
                  <c:v>25.5</c:v>
                </c:pt>
                <c:pt idx="37546">
                  <c:v>25.5</c:v>
                </c:pt>
                <c:pt idx="37547">
                  <c:v>25.5</c:v>
                </c:pt>
                <c:pt idx="37548">
                  <c:v>25.5</c:v>
                </c:pt>
                <c:pt idx="37549">
                  <c:v>25.5</c:v>
                </c:pt>
                <c:pt idx="37550">
                  <c:v>25.5</c:v>
                </c:pt>
                <c:pt idx="37551">
                  <c:v>25.5</c:v>
                </c:pt>
                <c:pt idx="37552">
                  <c:v>25.5</c:v>
                </c:pt>
                <c:pt idx="37553">
                  <c:v>25.5</c:v>
                </c:pt>
                <c:pt idx="37554">
                  <c:v>25.5</c:v>
                </c:pt>
                <c:pt idx="37555">
                  <c:v>25.5</c:v>
                </c:pt>
                <c:pt idx="37556">
                  <c:v>25.5</c:v>
                </c:pt>
                <c:pt idx="37557">
                  <c:v>25.5</c:v>
                </c:pt>
                <c:pt idx="37558">
                  <c:v>25.5</c:v>
                </c:pt>
                <c:pt idx="37559">
                  <c:v>25.5</c:v>
                </c:pt>
                <c:pt idx="37560">
                  <c:v>25.5</c:v>
                </c:pt>
                <c:pt idx="37561">
                  <c:v>25.5</c:v>
                </c:pt>
                <c:pt idx="37562">
                  <c:v>25.5</c:v>
                </c:pt>
                <c:pt idx="37563">
                  <c:v>25.5</c:v>
                </c:pt>
                <c:pt idx="37564">
                  <c:v>25.5</c:v>
                </c:pt>
                <c:pt idx="37565">
                  <c:v>25.5</c:v>
                </c:pt>
                <c:pt idx="37566">
                  <c:v>25.5</c:v>
                </c:pt>
                <c:pt idx="37567">
                  <c:v>25.5</c:v>
                </c:pt>
                <c:pt idx="37568">
                  <c:v>25.5</c:v>
                </c:pt>
                <c:pt idx="37569">
                  <c:v>25.5</c:v>
                </c:pt>
                <c:pt idx="37570">
                  <c:v>25.5</c:v>
                </c:pt>
                <c:pt idx="37571">
                  <c:v>25.5</c:v>
                </c:pt>
                <c:pt idx="37572">
                  <c:v>25.5</c:v>
                </c:pt>
                <c:pt idx="37573">
                  <c:v>25.5</c:v>
                </c:pt>
                <c:pt idx="37574">
                  <c:v>25.5</c:v>
                </c:pt>
                <c:pt idx="37575">
                  <c:v>25.5</c:v>
                </c:pt>
                <c:pt idx="37576">
                  <c:v>25.5</c:v>
                </c:pt>
                <c:pt idx="37577">
                  <c:v>25.5</c:v>
                </c:pt>
                <c:pt idx="37578">
                  <c:v>25.5</c:v>
                </c:pt>
                <c:pt idx="37579">
                  <c:v>25.5</c:v>
                </c:pt>
                <c:pt idx="37580">
                  <c:v>25.5</c:v>
                </c:pt>
                <c:pt idx="37581">
                  <c:v>25.55</c:v>
                </c:pt>
                <c:pt idx="37582">
                  <c:v>25.5</c:v>
                </c:pt>
                <c:pt idx="37583">
                  <c:v>25.5</c:v>
                </c:pt>
                <c:pt idx="37584">
                  <c:v>25.5</c:v>
                </c:pt>
                <c:pt idx="37585">
                  <c:v>25.5</c:v>
                </c:pt>
                <c:pt idx="37586">
                  <c:v>25.5</c:v>
                </c:pt>
                <c:pt idx="37587">
                  <c:v>25.5</c:v>
                </c:pt>
                <c:pt idx="37588">
                  <c:v>25.5</c:v>
                </c:pt>
                <c:pt idx="37589">
                  <c:v>25.5</c:v>
                </c:pt>
                <c:pt idx="37590">
                  <c:v>25.5</c:v>
                </c:pt>
                <c:pt idx="37591">
                  <c:v>25.5</c:v>
                </c:pt>
                <c:pt idx="37592">
                  <c:v>25.5</c:v>
                </c:pt>
                <c:pt idx="37593">
                  <c:v>25.5</c:v>
                </c:pt>
                <c:pt idx="37594">
                  <c:v>25.5</c:v>
                </c:pt>
                <c:pt idx="37595">
                  <c:v>25.5</c:v>
                </c:pt>
                <c:pt idx="37596">
                  <c:v>25.5</c:v>
                </c:pt>
                <c:pt idx="37597">
                  <c:v>25.5</c:v>
                </c:pt>
                <c:pt idx="37598">
                  <c:v>25.5</c:v>
                </c:pt>
                <c:pt idx="37599">
                  <c:v>25.5</c:v>
                </c:pt>
                <c:pt idx="37600">
                  <c:v>25.5</c:v>
                </c:pt>
                <c:pt idx="37601">
                  <c:v>25.5</c:v>
                </c:pt>
                <c:pt idx="37602">
                  <c:v>25.5</c:v>
                </c:pt>
                <c:pt idx="37603">
                  <c:v>25.5</c:v>
                </c:pt>
                <c:pt idx="37604">
                  <c:v>25.5</c:v>
                </c:pt>
                <c:pt idx="37605">
                  <c:v>25.5</c:v>
                </c:pt>
                <c:pt idx="37606">
                  <c:v>25.5</c:v>
                </c:pt>
                <c:pt idx="37607">
                  <c:v>25.5</c:v>
                </c:pt>
                <c:pt idx="37608">
                  <c:v>25.5</c:v>
                </c:pt>
                <c:pt idx="37609">
                  <c:v>25.5</c:v>
                </c:pt>
                <c:pt idx="37610">
                  <c:v>25.5</c:v>
                </c:pt>
                <c:pt idx="37611">
                  <c:v>25.5</c:v>
                </c:pt>
                <c:pt idx="37612">
                  <c:v>25.5</c:v>
                </c:pt>
                <c:pt idx="37613">
                  <c:v>25.5</c:v>
                </c:pt>
                <c:pt idx="37614">
                  <c:v>25.5</c:v>
                </c:pt>
                <c:pt idx="37615">
                  <c:v>25.5</c:v>
                </c:pt>
                <c:pt idx="37616">
                  <c:v>25.5</c:v>
                </c:pt>
                <c:pt idx="37617">
                  <c:v>25.5</c:v>
                </c:pt>
                <c:pt idx="37618">
                  <c:v>25.5</c:v>
                </c:pt>
                <c:pt idx="37619">
                  <c:v>25.5</c:v>
                </c:pt>
                <c:pt idx="37620">
                  <c:v>25.5</c:v>
                </c:pt>
                <c:pt idx="37621">
                  <c:v>25.5</c:v>
                </c:pt>
                <c:pt idx="37622">
                  <c:v>25.5</c:v>
                </c:pt>
                <c:pt idx="37623">
                  <c:v>25.5</c:v>
                </c:pt>
                <c:pt idx="37624">
                  <c:v>25.5</c:v>
                </c:pt>
                <c:pt idx="37625">
                  <c:v>25.5</c:v>
                </c:pt>
                <c:pt idx="37626">
                  <c:v>25.5</c:v>
                </c:pt>
                <c:pt idx="37627">
                  <c:v>25.5</c:v>
                </c:pt>
                <c:pt idx="37628">
                  <c:v>25.5</c:v>
                </c:pt>
                <c:pt idx="37629">
                  <c:v>25.5</c:v>
                </c:pt>
                <c:pt idx="37630">
                  <c:v>25.5</c:v>
                </c:pt>
                <c:pt idx="37631">
                  <c:v>25.5</c:v>
                </c:pt>
                <c:pt idx="37632">
                  <c:v>25.5</c:v>
                </c:pt>
                <c:pt idx="37633">
                  <c:v>25.5</c:v>
                </c:pt>
                <c:pt idx="37634">
                  <c:v>25.5</c:v>
                </c:pt>
                <c:pt idx="37635">
                  <c:v>25.5</c:v>
                </c:pt>
                <c:pt idx="37636">
                  <c:v>25.5</c:v>
                </c:pt>
                <c:pt idx="37637">
                  <c:v>25.5</c:v>
                </c:pt>
                <c:pt idx="37638">
                  <c:v>25.5</c:v>
                </c:pt>
                <c:pt idx="37639">
                  <c:v>25.5</c:v>
                </c:pt>
                <c:pt idx="37640">
                  <c:v>25.5</c:v>
                </c:pt>
                <c:pt idx="37641">
                  <c:v>25.5</c:v>
                </c:pt>
                <c:pt idx="37642">
                  <c:v>25.5</c:v>
                </c:pt>
                <c:pt idx="37643">
                  <c:v>25.5</c:v>
                </c:pt>
                <c:pt idx="37644">
                  <c:v>25.5</c:v>
                </c:pt>
                <c:pt idx="37645">
                  <c:v>25.5</c:v>
                </c:pt>
                <c:pt idx="37646">
                  <c:v>25.5</c:v>
                </c:pt>
                <c:pt idx="37647">
                  <c:v>25.5</c:v>
                </c:pt>
                <c:pt idx="37648">
                  <c:v>25.5</c:v>
                </c:pt>
                <c:pt idx="37649">
                  <c:v>25.5</c:v>
                </c:pt>
                <c:pt idx="37650">
                  <c:v>25.5</c:v>
                </c:pt>
                <c:pt idx="37651">
                  <c:v>25.5</c:v>
                </c:pt>
                <c:pt idx="37652">
                  <c:v>25.5</c:v>
                </c:pt>
                <c:pt idx="37653">
                  <c:v>25.5</c:v>
                </c:pt>
                <c:pt idx="37654">
                  <c:v>25.5</c:v>
                </c:pt>
                <c:pt idx="37655">
                  <c:v>25.5</c:v>
                </c:pt>
                <c:pt idx="37656">
                  <c:v>25.5</c:v>
                </c:pt>
                <c:pt idx="37657">
                  <c:v>25.5</c:v>
                </c:pt>
                <c:pt idx="37658">
                  <c:v>25.5</c:v>
                </c:pt>
                <c:pt idx="37659">
                  <c:v>25.5</c:v>
                </c:pt>
                <c:pt idx="37660">
                  <c:v>25.5</c:v>
                </c:pt>
                <c:pt idx="37661">
                  <c:v>25.5</c:v>
                </c:pt>
                <c:pt idx="37662">
                  <c:v>25.5</c:v>
                </c:pt>
                <c:pt idx="37663">
                  <c:v>25.5</c:v>
                </c:pt>
                <c:pt idx="37664">
                  <c:v>25.5</c:v>
                </c:pt>
                <c:pt idx="37665">
                  <c:v>25.5</c:v>
                </c:pt>
                <c:pt idx="37666">
                  <c:v>25.5</c:v>
                </c:pt>
                <c:pt idx="37667">
                  <c:v>25.5</c:v>
                </c:pt>
                <c:pt idx="37668">
                  <c:v>25.5</c:v>
                </c:pt>
                <c:pt idx="37669">
                  <c:v>25.5</c:v>
                </c:pt>
                <c:pt idx="37670">
                  <c:v>25.5</c:v>
                </c:pt>
                <c:pt idx="37671">
                  <c:v>25.5</c:v>
                </c:pt>
                <c:pt idx="37672">
                  <c:v>25.5</c:v>
                </c:pt>
                <c:pt idx="37673">
                  <c:v>25.5</c:v>
                </c:pt>
                <c:pt idx="37674">
                  <c:v>25.5</c:v>
                </c:pt>
                <c:pt idx="37675">
                  <c:v>25.5</c:v>
                </c:pt>
                <c:pt idx="37676">
                  <c:v>25.5</c:v>
                </c:pt>
                <c:pt idx="37677">
                  <c:v>25.5</c:v>
                </c:pt>
                <c:pt idx="37678">
                  <c:v>25.5</c:v>
                </c:pt>
                <c:pt idx="37679">
                  <c:v>25.5</c:v>
                </c:pt>
                <c:pt idx="37680">
                  <c:v>25.5</c:v>
                </c:pt>
                <c:pt idx="37681">
                  <c:v>25.5</c:v>
                </c:pt>
                <c:pt idx="37682">
                  <c:v>25.5</c:v>
                </c:pt>
                <c:pt idx="37683">
                  <c:v>25.5</c:v>
                </c:pt>
                <c:pt idx="37684">
                  <c:v>25.5</c:v>
                </c:pt>
                <c:pt idx="37685">
                  <c:v>25.5</c:v>
                </c:pt>
                <c:pt idx="37686">
                  <c:v>25.5</c:v>
                </c:pt>
                <c:pt idx="37687">
                  <c:v>25.5</c:v>
                </c:pt>
                <c:pt idx="37688">
                  <c:v>25.5</c:v>
                </c:pt>
                <c:pt idx="37689">
                  <c:v>25.5</c:v>
                </c:pt>
                <c:pt idx="37690">
                  <c:v>25.5</c:v>
                </c:pt>
                <c:pt idx="37691">
                  <c:v>25.5</c:v>
                </c:pt>
                <c:pt idx="37692">
                  <c:v>25.5</c:v>
                </c:pt>
                <c:pt idx="37693">
                  <c:v>25.5</c:v>
                </c:pt>
                <c:pt idx="37694">
                  <c:v>25.5</c:v>
                </c:pt>
                <c:pt idx="37695">
                  <c:v>25.5</c:v>
                </c:pt>
                <c:pt idx="37696">
                  <c:v>25.5</c:v>
                </c:pt>
                <c:pt idx="37697">
                  <c:v>25.5</c:v>
                </c:pt>
                <c:pt idx="37698">
                  <c:v>25.5</c:v>
                </c:pt>
                <c:pt idx="37699">
                  <c:v>25.5</c:v>
                </c:pt>
                <c:pt idx="37700">
                  <c:v>25.5</c:v>
                </c:pt>
                <c:pt idx="37701">
                  <c:v>25.5</c:v>
                </c:pt>
                <c:pt idx="37702">
                  <c:v>25.5</c:v>
                </c:pt>
                <c:pt idx="37703">
                  <c:v>25.5</c:v>
                </c:pt>
                <c:pt idx="37704">
                  <c:v>25.5</c:v>
                </c:pt>
                <c:pt idx="37705">
                  <c:v>25.5</c:v>
                </c:pt>
                <c:pt idx="37706">
                  <c:v>25.5</c:v>
                </c:pt>
                <c:pt idx="37707">
                  <c:v>25.5</c:v>
                </c:pt>
                <c:pt idx="37708">
                  <c:v>25.5</c:v>
                </c:pt>
                <c:pt idx="37709">
                  <c:v>25.5</c:v>
                </c:pt>
                <c:pt idx="37710">
                  <c:v>25.5</c:v>
                </c:pt>
                <c:pt idx="37711">
                  <c:v>25.5</c:v>
                </c:pt>
                <c:pt idx="37712">
                  <c:v>25.5</c:v>
                </c:pt>
                <c:pt idx="37713">
                  <c:v>25.5</c:v>
                </c:pt>
                <c:pt idx="37714">
                  <c:v>25.5</c:v>
                </c:pt>
                <c:pt idx="37715">
                  <c:v>25.5</c:v>
                </c:pt>
                <c:pt idx="37716">
                  <c:v>25.5</c:v>
                </c:pt>
                <c:pt idx="37717">
                  <c:v>25.5</c:v>
                </c:pt>
                <c:pt idx="37718">
                  <c:v>25.5</c:v>
                </c:pt>
                <c:pt idx="37719">
                  <c:v>25.5</c:v>
                </c:pt>
                <c:pt idx="37720">
                  <c:v>25.5</c:v>
                </c:pt>
                <c:pt idx="37721">
                  <c:v>25.5</c:v>
                </c:pt>
                <c:pt idx="37722">
                  <c:v>25.5</c:v>
                </c:pt>
                <c:pt idx="37723">
                  <c:v>25.5</c:v>
                </c:pt>
                <c:pt idx="37724">
                  <c:v>25.5</c:v>
                </c:pt>
                <c:pt idx="37725">
                  <c:v>25.5</c:v>
                </c:pt>
                <c:pt idx="37726">
                  <c:v>25.5</c:v>
                </c:pt>
                <c:pt idx="37727">
                  <c:v>25.5</c:v>
                </c:pt>
                <c:pt idx="37728">
                  <c:v>25.5</c:v>
                </c:pt>
                <c:pt idx="37729">
                  <c:v>25.5</c:v>
                </c:pt>
                <c:pt idx="37730">
                  <c:v>25.5</c:v>
                </c:pt>
                <c:pt idx="37731">
                  <c:v>25.5</c:v>
                </c:pt>
                <c:pt idx="37732">
                  <c:v>25.5</c:v>
                </c:pt>
                <c:pt idx="37733">
                  <c:v>25.5</c:v>
                </c:pt>
                <c:pt idx="37734">
                  <c:v>25.5</c:v>
                </c:pt>
                <c:pt idx="37735">
                  <c:v>25.5</c:v>
                </c:pt>
                <c:pt idx="37736">
                  <c:v>25.5</c:v>
                </c:pt>
                <c:pt idx="37737">
                  <c:v>25.5</c:v>
                </c:pt>
                <c:pt idx="37738">
                  <c:v>25.5</c:v>
                </c:pt>
                <c:pt idx="37739">
                  <c:v>25.5</c:v>
                </c:pt>
                <c:pt idx="37740">
                  <c:v>25.5</c:v>
                </c:pt>
                <c:pt idx="37741">
                  <c:v>25.5</c:v>
                </c:pt>
                <c:pt idx="37742">
                  <c:v>25.5</c:v>
                </c:pt>
                <c:pt idx="37743">
                  <c:v>25.5</c:v>
                </c:pt>
                <c:pt idx="37744">
                  <c:v>25.5</c:v>
                </c:pt>
                <c:pt idx="37745">
                  <c:v>25.5</c:v>
                </c:pt>
                <c:pt idx="37746">
                  <c:v>25.5</c:v>
                </c:pt>
                <c:pt idx="37747">
                  <c:v>25.5</c:v>
                </c:pt>
                <c:pt idx="37748">
                  <c:v>25.5</c:v>
                </c:pt>
                <c:pt idx="37749">
                  <c:v>25.5</c:v>
                </c:pt>
                <c:pt idx="37750">
                  <c:v>25.5</c:v>
                </c:pt>
                <c:pt idx="37751">
                  <c:v>25.5</c:v>
                </c:pt>
                <c:pt idx="37752">
                  <c:v>25.5</c:v>
                </c:pt>
                <c:pt idx="37753">
                  <c:v>25.5</c:v>
                </c:pt>
                <c:pt idx="37754">
                  <c:v>25.5</c:v>
                </c:pt>
                <c:pt idx="37755">
                  <c:v>25.5</c:v>
                </c:pt>
                <c:pt idx="37756">
                  <c:v>25.5</c:v>
                </c:pt>
                <c:pt idx="37757">
                  <c:v>25.5</c:v>
                </c:pt>
                <c:pt idx="37758">
                  <c:v>25.5</c:v>
                </c:pt>
                <c:pt idx="37759">
                  <c:v>25.5</c:v>
                </c:pt>
                <c:pt idx="37760">
                  <c:v>25.5</c:v>
                </c:pt>
                <c:pt idx="37761">
                  <c:v>25.5</c:v>
                </c:pt>
                <c:pt idx="37762">
                  <c:v>25.5</c:v>
                </c:pt>
                <c:pt idx="37763">
                  <c:v>25.5</c:v>
                </c:pt>
                <c:pt idx="37764">
                  <c:v>25.5</c:v>
                </c:pt>
                <c:pt idx="37765">
                  <c:v>25.5</c:v>
                </c:pt>
                <c:pt idx="37766">
                  <c:v>25.5</c:v>
                </c:pt>
                <c:pt idx="37767">
                  <c:v>25.5</c:v>
                </c:pt>
                <c:pt idx="37768">
                  <c:v>25.5</c:v>
                </c:pt>
                <c:pt idx="37769">
                  <c:v>25.5</c:v>
                </c:pt>
                <c:pt idx="37770">
                  <c:v>25.5</c:v>
                </c:pt>
                <c:pt idx="37771">
                  <c:v>25.5</c:v>
                </c:pt>
                <c:pt idx="37772">
                  <c:v>25.5</c:v>
                </c:pt>
                <c:pt idx="37773">
                  <c:v>25.5</c:v>
                </c:pt>
                <c:pt idx="37774">
                  <c:v>25.5</c:v>
                </c:pt>
                <c:pt idx="37775">
                  <c:v>25.5</c:v>
                </c:pt>
                <c:pt idx="37776">
                  <c:v>25.5</c:v>
                </c:pt>
                <c:pt idx="37777">
                  <c:v>25.5</c:v>
                </c:pt>
                <c:pt idx="37778">
                  <c:v>25.5</c:v>
                </c:pt>
                <c:pt idx="37779">
                  <c:v>25.5</c:v>
                </c:pt>
                <c:pt idx="37780">
                  <c:v>25.5</c:v>
                </c:pt>
                <c:pt idx="37781">
                  <c:v>25.5</c:v>
                </c:pt>
                <c:pt idx="37782">
                  <c:v>25.5</c:v>
                </c:pt>
                <c:pt idx="37783">
                  <c:v>25.5</c:v>
                </c:pt>
                <c:pt idx="37784">
                  <c:v>25.5</c:v>
                </c:pt>
                <c:pt idx="37785">
                  <c:v>25.5</c:v>
                </c:pt>
                <c:pt idx="37786">
                  <c:v>25.5</c:v>
                </c:pt>
                <c:pt idx="37787">
                  <c:v>25.5</c:v>
                </c:pt>
                <c:pt idx="37788">
                  <c:v>25.5</c:v>
                </c:pt>
                <c:pt idx="37789">
                  <c:v>25.5</c:v>
                </c:pt>
                <c:pt idx="37790">
                  <c:v>25.5</c:v>
                </c:pt>
                <c:pt idx="37791">
                  <c:v>25.5</c:v>
                </c:pt>
                <c:pt idx="37792">
                  <c:v>25.5</c:v>
                </c:pt>
                <c:pt idx="37793">
                  <c:v>25.5</c:v>
                </c:pt>
                <c:pt idx="37794">
                  <c:v>25.5</c:v>
                </c:pt>
                <c:pt idx="37795">
                  <c:v>25.5</c:v>
                </c:pt>
                <c:pt idx="37796">
                  <c:v>25.5</c:v>
                </c:pt>
                <c:pt idx="37797">
                  <c:v>25.5</c:v>
                </c:pt>
                <c:pt idx="37798">
                  <c:v>25.5</c:v>
                </c:pt>
                <c:pt idx="37799">
                  <c:v>25.5</c:v>
                </c:pt>
                <c:pt idx="37800">
                  <c:v>25.5</c:v>
                </c:pt>
                <c:pt idx="37801">
                  <c:v>25.5</c:v>
                </c:pt>
                <c:pt idx="37802">
                  <c:v>25.5</c:v>
                </c:pt>
                <c:pt idx="37803">
                  <c:v>25.5</c:v>
                </c:pt>
                <c:pt idx="37804">
                  <c:v>25.5</c:v>
                </c:pt>
                <c:pt idx="37805">
                  <c:v>25.5</c:v>
                </c:pt>
                <c:pt idx="37806">
                  <c:v>25.5</c:v>
                </c:pt>
                <c:pt idx="37807">
                  <c:v>25.5</c:v>
                </c:pt>
                <c:pt idx="37808">
                  <c:v>25.5</c:v>
                </c:pt>
                <c:pt idx="37809">
                  <c:v>25.5</c:v>
                </c:pt>
                <c:pt idx="37810">
                  <c:v>25.5</c:v>
                </c:pt>
                <c:pt idx="37811">
                  <c:v>25.5</c:v>
                </c:pt>
                <c:pt idx="37812">
                  <c:v>25.5</c:v>
                </c:pt>
                <c:pt idx="37813">
                  <c:v>25.5</c:v>
                </c:pt>
                <c:pt idx="37814">
                  <c:v>25.5</c:v>
                </c:pt>
                <c:pt idx="37815">
                  <c:v>25.5</c:v>
                </c:pt>
                <c:pt idx="37816">
                  <c:v>25.5</c:v>
                </c:pt>
                <c:pt idx="37817">
                  <c:v>25.5</c:v>
                </c:pt>
                <c:pt idx="37818">
                  <c:v>25.5</c:v>
                </c:pt>
                <c:pt idx="37819">
                  <c:v>25.5</c:v>
                </c:pt>
                <c:pt idx="37820">
                  <c:v>25.5</c:v>
                </c:pt>
                <c:pt idx="37821">
                  <c:v>25.5</c:v>
                </c:pt>
                <c:pt idx="37822">
                  <c:v>25.5</c:v>
                </c:pt>
                <c:pt idx="37823">
                  <c:v>25.5</c:v>
                </c:pt>
                <c:pt idx="37824">
                  <c:v>25.5</c:v>
                </c:pt>
                <c:pt idx="37825">
                  <c:v>25.5</c:v>
                </c:pt>
                <c:pt idx="37826">
                  <c:v>25.5</c:v>
                </c:pt>
                <c:pt idx="37827">
                  <c:v>25.5</c:v>
                </c:pt>
                <c:pt idx="37828">
                  <c:v>25.5</c:v>
                </c:pt>
                <c:pt idx="37829">
                  <c:v>25.5</c:v>
                </c:pt>
                <c:pt idx="37830">
                  <c:v>25.5</c:v>
                </c:pt>
                <c:pt idx="37831">
                  <c:v>25.5</c:v>
                </c:pt>
                <c:pt idx="37832">
                  <c:v>25.5</c:v>
                </c:pt>
                <c:pt idx="37833">
                  <c:v>25.5</c:v>
                </c:pt>
                <c:pt idx="37834">
                  <c:v>25.5</c:v>
                </c:pt>
                <c:pt idx="37835">
                  <c:v>25.5</c:v>
                </c:pt>
                <c:pt idx="37836">
                  <c:v>25.5</c:v>
                </c:pt>
                <c:pt idx="37837">
                  <c:v>25.5</c:v>
                </c:pt>
                <c:pt idx="37838">
                  <c:v>25.5</c:v>
                </c:pt>
                <c:pt idx="37839">
                  <c:v>25.5</c:v>
                </c:pt>
                <c:pt idx="37840">
                  <c:v>25.5</c:v>
                </c:pt>
                <c:pt idx="37841">
                  <c:v>25.5</c:v>
                </c:pt>
                <c:pt idx="37842">
                  <c:v>25.5</c:v>
                </c:pt>
                <c:pt idx="37843">
                  <c:v>25.5</c:v>
                </c:pt>
                <c:pt idx="37844">
                  <c:v>25.5</c:v>
                </c:pt>
                <c:pt idx="37845">
                  <c:v>25.5</c:v>
                </c:pt>
                <c:pt idx="37846">
                  <c:v>25.5</c:v>
                </c:pt>
                <c:pt idx="37847">
                  <c:v>25.5</c:v>
                </c:pt>
                <c:pt idx="37848">
                  <c:v>25.5</c:v>
                </c:pt>
                <c:pt idx="37849">
                  <c:v>25.5</c:v>
                </c:pt>
                <c:pt idx="37850">
                  <c:v>25.5</c:v>
                </c:pt>
                <c:pt idx="37851">
                  <c:v>25.5</c:v>
                </c:pt>
                <c:pt idx="37852">
                  <c:v>25.5</c:v>
                </c:pt>
                <c:pt idx="37853">
                  <c:v>25.5</c:v>
                </c:pt>
                <c:pt idx="37854">
                  <c:v>25.5</c:v>
                </c:pt>
                <c:pt idx="37855">
                  <c:v>25.5</c:v>
                </c:pt>
                <c:pt idx="37856">
                  <c:v>25.5</c:v>
                </c:pt>
                <c:pt idx="37857">
                  <c:v>25.5</c:v>
                </c:pt>
                <c:pt idx="37858">
                  <c:v>25.5</c:v>
                </c:pt>
                <c:pt idx="37859">
                  <c:v>25.5</c:v>
                </c:pt>
                <c:pt idx="37860">
                  <c:v>25.5</c:v>
                </c:pt>
                <c:pt idx="37861">
                  <c:v>25.5</c:v>
                </c:pt>
                <c:pt idx="37862">
                  <c:v>25.5</c:v>
                </c:pt>
                <c:pt idx="37863">
                  <c:v>25.5</c:v>
                </c:pt>
                <c:pt idx="37864">
                  <c:v>25.5</c:v>
                </c:pt>
                <c:pt idx="37865">
                  <c:v>25.5</c:v>
                </c:pt>
                <c:pt idx="37866">
                  <c:v>25.5</c:v>
                </c:pt>
                <c:pt idx="37867">
                  <c:v>25.5</c:v>
                </c:pt>
                <c:pt idx="37868">
                  <c:v>25.5</c:v>
                </c:pt>
                <c:pt idx="37869">
                  <c:v>25.5</c:v>
                </c:pt>
                <c:pt idx="37870">
                  <c:v>25.5</c:v>
                </c:pt>
                <c:pt idx="37871">
                  <c:v>25.5</c:v>
                </c:pt>
                <c:pt idx="37872">
                  <c:v>25.5</c:v>
                </c:pt>
                <c:pt idx="37873">
                  <c:v>25.5</c:v>
                </c:pt>
                <c:pt idx="37874">
                  <c:v>25.5</c:v>
                </c:pt>
                <c:pt idx="37875">
                  <c:v>25.5</c:v>
                </c:pt>
                <c:pt idx="37876">
                  <c:v>25.5</c:v>
                </c:pt>
                <c:pt idx="37877">
                  <c:v>25.5</c:v>
                </c:pt>
                <c:pt idx="37878">
                  <c:v>25.5</c:v>
                </c:pt>
                <c:pt idx="37879">
                  <c:v>25.5</c:v>
                </c:pt>
                <c:pt idx="37880">
                  <c:v>25.5</c:v>
                </c:pt>
                <c:pt idx="37881">
                  <c:v>25.5</c:v>
                </c:pt>
                <c:pt idx="37882">
                  <c:v>25.5</c:v>
                </c:pt>
                <c:pt idx="37883">
                  <c:v>25.5</c:v>
                </c:pt>
                <c:pt idx="37884">
                  <c:v>25.5</c:v>
                </c:pt>
                <c:pt idx="37885">
                  <c:v>25.5</c:v>
                </c:pt>
                <c:pt idx="37886">
                  <c:v>25.5</c:v>
                </c:pt>
                <c:pt idx="37887">
                  <c:v>25.5</c:v>
                </c:pt>
                <c:pt idx="37888">
                  <c:v>25.5</c:v>
                </c:pt>
                <c:pt idx="37889">
                  <c:v>25.5</c:v>
                </c:pt>
                <c:pt idx="37890">
                  <c:v>25.5</c:v>
                </c:pt>
                <c:pt idx="37891">
                  <c:v>25.5</c:v>
                </c:pt>
                <c:pt idx="37892">
                  <c:v>25.5</c:v>
                </c:pt>
                <c:pt idx="37893">
                  <c:v>25.5</c:v>
                </c:pt>
                <c:pt idx="37894">
                  <c:v>25.5</c:v>
                </c:pt>
                <c:pt idx="37895">
                  <c:v>25.5</c:v>
                </c:pt>
                <c:pt idx="37896">
                  <c:v>25.5</c:v>
                </c:pt>
                <c:pt idx="37897">
                  <c:v>25.5</c:v>
                </c:pt>
                <c:pt idx="37898">
                  <c:v>25.5</c:v>
                </c:pt>
                <c:pt idx="37899">
                  <c:v>25.5</c:v>
                </c:pt>
                <c:pt idx="37900">
                  <c:v>25.5</c:v>
                </c:pt>
                <c:pt idx="37901">
                  <c:v>25.5</c:v>
                </c:pt>
                <c:pt idx="37902">
                  <c:v>25.5</c:v>
                </c:pt>
                <c:pt idx="37903">
                  <c:v>25.5</c:v>
                </c:pt>
                <c:pt idx="37904">
                  <c:v>25.5</c:v>
                </c:pt>
                <c:pt idx="37905">
                  <c:v>25.5</c:v>
                </c:pt>
                <c:pt idx="37906">
                  <c:v>25.5</c:v>
                </c:pt>
                <c:pt idx="37907">
                  <c:v>25.5</c:v>
                </c:pt>
                <c:pt idx="37908">
                  <c:v>25.5</c:v>
                </c:pt>
                <c:pt idx="37909">
                  <c:v>25.5</c:v>
                </c:pt>
                <c:pt idx="37910">
                  <c:v>25.5</c:v>
                </c:pt>
                <c:pt idx="37911">
                  <c:v>25.5</c:v>
                </c:pt>
                <c:pt idx="37912">
                  <c:v>25.5</c:v>
                </c:pt>
                <c:pt idx="37913">
                  <c:v>25.5</c:v>
                </c:pt>
                <c:pt idx="37914">
                  <c:v>25.5</c:v>
                </c:pt>
                <c:pt idx="37915">
                  <c:v>25.5</c:v>
                </c:pt>
                <c:pt idx="37916">
                  <c:v>25.5</c:v>
                </c:pt>
                <c:pt idx="37917">
                  <c:v>25.5</c:v>
                </c:pt>
                <c:pt idx="37918">
                  <c:v>25.5</c:v>
                </c:pt>
                <c:pt idx="37919">
                  <c:v>25.5</c:v>
                </c:pt>
                <c:pt idx="37920">
                  <c:v>25.5</c:v>
                </c:pt>
                <c:pt idx="37921">
                  <c:v>25.5</c:v>
                </c:pt>
                <c:pt idx="37922">
                  <c:v>25.5</c:v>
                </c:pt>
                <c:pt idx="37923">
                  <c:v>25.5</c:v>
                </c:pt>
                <c:pt idx="37924">
                  <c:v>25.5</c:v>
                </c:pt>
                <c:pt idx="37925">
                  <c:v>25.5</c:v>
                </c:pt>
                <c:pt idx="37926">
                  <c:v>25.5</c:v>
                </c:pt>
                <c:pt idx="37927">
                  <c:v>25.5</c:v>
                </c:pt>
                <c:pt idx="37928">
                  <c:v>25.5</c:v>
                </c:pt>
                <c:pt idx="37929">
                  <c:v>25.5</c:v>
                </c:pt>
                <c:pt idx="37930">
                  <c:v>25.5</c:v>
                </c:pt>
                <c:pt idx="37931">
                  <c:v>25.5</c:v>
                </c:pt>
                <c:pt idx="37932">
                  <c:v>25.5</c:v>
                </c:pt>
                <c:pt idx="37933">
                  <c:v>25.5</c:v>
                </c:pt>
                <c:pt idx="37934">
                  <c:v>25.5</c:v>
                </c:pt>
                <c:pt idx="37935">
                  <c:v>25.5</c:v>
                </c:pt>
                <c:pt idx="37936">
                  <c:v>25.5</c:v>
                </c:pt>
                <c:pt idx="37937">
                  <c:v>25.5</c:v>
                </c:pt>
                <c:pt idx="37938">
                  <c:v>25.5</c:v>
                </c:pt>
                <c:pt idx="37939">
                  <c:v>25.5</c:v>
                </c:pt>
                <c:pt idx="37940">
                  <c:v>25.5</c:v>
                </c:pt>
                <c:pt idx="37941">
                  <c:v>25.5</c:v>
                </c:pt>
                <c:pt idx="37942">
                  <c:v>25.5</c:v>
                </c:pt>
                <c:pt idx="37943">
                  <c:v>25.5</c:v>
                </c:pt>
                <c:pt idx="37944">
                  <c:v>25.5</c:v>
                </c:pt>
                <c:pt idx="37945">
                  <c:v>25.5</c:v>
                </c:pt>
                <c:pt idx="37946">
                  <c:v>25.5</c:v>
                </c:pt>
                <c:pt idx="37947">
                  <c:v>25.5</c:v>
                </c:pt>
                <c:pt idx="37948">
                  <c:v>25.5</c:v>
                </c:pt>
                <c:pt idx="37949">
                  <c:v>25.5</c:v>
                </c:pt>
                <c:pt idx="37950">
                  <c:v>25.5</c:v>
                </c:pt>
                <c:pt idx="37951">
                  <c:v>25.5</c:v>
                </c:pt>
                <c:pt idx="37952">
                  <c:v>25.5</c:v>
                </c:pt>
                <c:pt idx="37953">
                  <c:v>25.5</c:v>
                </c:pt>
                <c:pt idx="37954">
                  <c:v>25.5</c:v>
                </c:pt>
                <c:pt idx="37955">
                  <c:v>25.5</c:v>
                </c:pt>
                <c:pt idx="37956">
                  <c:v>25.5</c:v>
                </c:pt>
                <c:pt idx="37957">
                  <c:v>25.5</c:v>
                </c:pt>
                <c:pt idx="37958">
                  <c:v>25.5</c:v>
                </c:pt>
                <c:pt idx="37959">
                  <c:v>25.5</c:v>
                </c:pt>
                <c:pt idx="37960">
                  <c:v>25.5</c:v>
                </c:pt>
                <c:pt idx="37961">
                  <c:v>25.5</c:v>
                </c:pt>
                <c:pt idx="37962">
                  <c:v>25.5</c:v>
                </c:pt>
                <c:pt idx="37963">
                  <c:v>25.5</c:v>
                </c:pt>
                <c:pt idx="37964">
                  <c:v>25.5</c:v>
                </c:pt>
                <c:pt idx="37965">
                  <c:v>25.5</c:v>
                </c:pt>
                <c:pt idx="37966">
                  <c:v>25.5</c:v>
                </c:pt>
                <c:pt idx="37967">
                  <c:v>25.5</c:v>
                </c:pt>
                <c:pt idx="37968">
                  <c:v>25.5</c:v>
                </c:pt>
                <c:pt idx="37969">
                  <c:v>25.5</c:v>
                </c:pt>
                <c:pt idx="37970">
                  <c:v>25.5</c:v>
                </c:pt>
                <c:pt idx="37971">
                  <c:v>25.5</c:v>
                </c:pt>
                <c:pt idx="37972">
                  <c:v>25.5</c:v>
                </c:pt>
                <c:pt idx="37973">
                  <c:v>25.5</c:v>
                </c:pt>
                <c:pt idx="37974">
                  <c:v>25.5</c:v>
                </c:pt>
                <c:pt idx="37975">
                  <c:v>25.5</c:v>
                </c:pt>
                <c:pt idx="37976">
                  <c:v>25.5</c:v>
                </c:pt>
                <c:pt idx="37977">
                  <c:v>25.5</c:v>
                </c:pt>
                <c:pt idx="37978">
                  <c:v>25.5</c:v>
                </c:pt>
                <c:pt idx="37979">
                  <c:v>25.5</c:v>
                </c:pt>
                <c:pt idx="37980">
                  <c:v>25.5</c:v>
                </c:pt>
                <c:pt idx="37981">
                  <c:v>25.5</c:v>
                </c:pt>
                <c:pt idx="37982">
                  <c:v>25.5</c:v>
                </c:pt>
                <c:pt idx="37983">
                  <c:v>25.5</c:v>
                </c:pt>
                <c:pt idx="37984">
                  <c:v>25.5</c:v>
                </c:pt>
                <c:pt idx="37985">
                  <c:v>25.5</c:v>
                </c:pt>
                <c:pt idx="37986">
                  <c:v>25.5</c:v>
                </c:pt>
                <c:pt idx="37987">
                  <c:v>25.5</c:v>
                </c:pt>
                <c:pt idx="37988">
                  <c:v>25.5</c:v>
                </c:pt>
                <c:pt idx="37989">
                  <c:v>25.5</c:v>
                </c:pt>
                <c:pt idx="37990">
                  <c:v>25.5</c:v>
                </c:pt>
                <c:pt idx="37991">
                  <c:v>25.5</c:v>
                </c:pt>
                <c:pt idx="37992">
                  <c:v>25.5</c:v>
                </c:pt>
                <c:pt idx="37993">
                  <c:v>25.5</c:v>
                </c:pt>
                <c:pt idx="37994">
                  <c:v>25.5</c:v>
                </c:pt>
                <c:pt idx="37995">
                  <c:v>25.5</c:v>
                </c:pt>
                <c:pt idx="37996">
                  <c:v>25.5</c:v>
                </c:pt>
                <c:pt idx="37997">
                  <c:v>25.5</c:v>
                </c:pt>
                <c:pt idx="37998">
                  <c:v>25.5</c:v>
                </c:pt>
                <c:pt idx="37999">
                  <c:v>25.5</c:v>
                </c:pt>
                <c:pt idx="38000">
                  <c:v>25.45</c:v>
                </c:pt>
                <c:pt idx="38001">
                  <c:v>25.45</c:v>
                </c:pt>
                <c:pt idx="38002">
                  <c:v>25.45</c:v>
                </c:pt>
                <c:pt idx="38003">
                  <c:v>25.45</c:v>
                </c:pt>
                <c:pt idx="38004">
                  <c:v>25.45</c:v>
                </c:pt>
                <c:pt idx="38005">
                  <c:v>25.5</c:v>
                </c:pt>
                <c:pt idx="38006">
                  <c:v>25.5</c:v>
                </c:pt>
                <c:pt idx="38007">
                  <c:v>25.5</c:v>
                </c:pt>
                <c:pt idx="38008">
                  <c:v>25.5</c:v>
                </c:pt>
                <c:pt idx="38009">
                  <c:v>25.5</c:v>
                </c:pt>
                <c:pt idx="38010">
                  <c:v>25.5</c:v>
                </c:pt>
                <c:pt idx="38011">
                  <c:v>25.5</c:v>
                </c:pt>
                <c:pt idx="38012">
                  <c:v>25.5</c:v>
                </c:pt>
                <c:pt idx="38013">
                  <c:v>25.5</c:v>
                </c:pt>
                <c:pt idx="38014">
                  <c:v>25.5</c:v>
                </c:pt>
                <c:pt idx="38015">
                  <c:v>25.5</c:v>
                </c:pt>
                <c:pt idx="38016">
                  <c:v>25.5</c:v>
                </c:pt>
                <c:pt idx="38017">
                  <c:v>25.5</c:v>
                </c:pt>
                <c:pt idx="38018">
                  <c:v>25.5</c:v>
                </c:pt>
                <c:pt idx="38019">
                  <c:v>25.5</c:v>
                </c:pt>
                <c:pt idx="38020">
                  <c:v>25.5</c:v>
                </c:pt>
                <c:pt idx="38021">
                  <c:v>25.5</c:v>
                </c:pt>
                <c:pt idx="38022">
                  <c:v>25.5</c:v>
                </c:pt>
                <c:pt idx="38023">
                  <c:v>25.5</c:v>
                </c:pt>
                <c:pt idx="38024">
                  <c:v>25.5</c:v>
                </c:pt>
                <c:pt idx="38025">
                  <c:v>25.5</c:v>
                </c:pt>
                <c:pt idx="38026">
                  <c:v>25.5</c:v>
                </c:pt>
                <c:pt idx="38027">
                  <c:v>25.5</c:v>
                </c:pt>
                <c:pt idx="38028">
                  <c:v>25.5</c:v>
                </c:pt>
                <c:pt idx="38029">
                  <c:v>25.5</c:v>
                </c:pt>
                <c:pt idx="38030">
                  <c:v>25.5</c:v>
                </c:pt>
                <c:pt idx="38031">
                  <c:v>25.5</c:v>
                </c:pt>
                <c:pt idx="38032">
                  <c:v>25.5</c:v>
                </c:pt>
                <c:pt idx="38033">
                  <c:v>25.5</c:v>
                </c:pt>
                <c:pt idx="38034">
                  <c:v>25.5</c:v>
                </c:pt>
                <c:pt idx="38035">
                  <c:v>25.5</c:v>
                </c:pt>
                <c:pt idx="38036">
                  <c:v>25.45</c:v>
                </c:pt>
                <c:pt idx="38037">
                  <c:v>25.45</c:v>
                </c:pt>
                <c:pt idx="38038">
                  <c:v>25.5</c:v>
                </c:pt>
                <c:pt idx="38039">
                  <c:v>25.5</c:v>
                </c:pt>
                <c:pt idx="38040">
                  <c:v>25.5</c:v>
                </c:pt>
                <c:pt idx="38041">
                  <c:v>25.5</c:v>
                </c:pt>
                <c:pt idx="38042">
                  <c:v>25.5</c:v>
                </c:pt>
                <c:pt idx="38043">
                  <c:v>25.5</c:v>
                </c:pt>
                <c:pt idx="38044">
                  <c:v>25.5</c:v>
                </c:pt>
                <c:pt idx="38045">
                  <c:v>25.5</c:v>
                </c:pt>
                <c:pt idx="38046">
                  <c:v>25.5</c:v>
                </c:pt>
                <c:pt idx="38047">
                  <c:v>25.5</c:v>
                </c:pt>
                <c:pt idx="38048">
                  <c:v>25.5</c:v>
                </c:pt>
                <c:pt idx="38049">
                  <c:v>25.5</c:v>
                </c:pt>
                <c:pt idx="38050">
                  <c:v>25.5</c:v>
                </c:pt>
                <c:pt idx="38051">
                  <c:v>25.5</c:v>
                </c:pt>
                <c:pt idx="38052">
                  <c:v>25.5</c:v>
                </c:pt>
                <c:pt idx="38053">
                  <c:v>25.5</c:v>
                </c:pt>
                <c:pt idx="38054">
                  <c:v>25.5</c:v>
                </c:pt>
                <c:pt idx="38055">
                  <c:v>25.5</c:v>
                </c:pt>
                <c:pt idx="38056">
                  <c:v>25.5</c:v>
                </c:pt>
                <c:pt idx="38057">
                  <c:v>25.5</c:v>
                </c:pt>
                <c:pt idx="38058">
                  <c:v>25.5</c:v>
                </c:pt>
                <c:pt idx="38059">
                  <c:v>25.5</c:v>
                </c:pt>
                <c:pt idx="38060">
                  <c:v>25.5</c:v>
                </c:pt>
                <c:pt idx="38061">
                  <c:v>25.5</c:v>
                </c:pt>
                <c:pt idx="38062">
                  <c:v>25.5</c:v>
                </c:pt>
                <c:pt idx="38063">
                  <c:v>25.5</c:v>
                </c:pt>
                <c:pt idx="38064">
                  <c:v>25.5</c:v>
                </c:pt>
                <c:pt idx="38065">
                  <c:v>25.5</c:v>
                </c:pt>
                <c:pt idx="38066">
                  <c:v>25.5</c:v>
                </c:pt>
                <c:pt idx="38067">
                  <c:v>25.5</c:v>
                </c:pt>
                <c:pt idx="38068">
                  <c:v>25.5</c:v>
                </c:pt>
                <c:pt idx="38069">
                  <c:v>25.5</c:v>
                </c:pt>
                <c:pt idx="38070">
                  <c:v>25.5</c:v>
                </c:pt>
                <c:pt idx="38071">
                  <c:v>25.5</c:v>
                </c:pt>
                <c:pt idx="38072">
                  <c:v>25.5</c:v>
                </c:pt>
                <c:pt idx="38073">
                  <c:v>25.5</c:v>
                </c:pt>
                <c:pt idx="38074">
                  <c:v>25.5</c:v>
                </c:pt>
                <c:pt idx="38075">
                  <c:v>25.5</c:v>
                </c:pt>
                <c:pt idx="38076">
                  <c:v>25.5</c:v>
                </c:pt>
                <c:pt idx="38077">
                  <c:v>25.45</c:v>
                </c:pt>
                <c:pt idx="38078">
                  <c:v>25.5</c:v>
                </c:pt>
                <c:pt idx="38079">
                  <c:v>25.45</c:v>
                </c:pt>
                <c:pt idx="38080">
                  <c:v>25.5</c:v>
                </c:pt>
                <c:pt idx="38081">
                  <c:v>25.5</c:v>
                </c:pt>
                <c:pt idx="38082">
                  <c:v>25.45</c:v>
                </c:pt>
                <c:pt idx="38083">
                  <c:v>25.5</c:v>
                </c:pt>
                <c:pt idx="38084">
                  <c:v>25.5</c:v>
                </c:pt>
                <c:pt idx="38085">
                  <c:v>25.5</c:v>
                </c:pt>
                <c:pt idx="38086">
                  <c:v>25.5</c:v>
                </c:pt>
                <c:pt idx="38087">
                  <c:v>25.5</c:v>
                </c:pt>
                <c:pt idx="38088">
                  <c:v>25.5</c:v>
                </c:pt>
                <c:pt idx="38089">
                  <c:v>25.5</c:v>
                </c:pt>
                <c:pt idx="38090">
                  <c:v>25.5</c:v>
                </c:pt>
                <c:pt idx="38091">
                  <c:v>25.5</c:v>
                </c:pt>
                <c:pt idx="38092">
                  <c:v>25.5</c:v>
                </c:pt>
                <c:pt idx="38093">
                  <c:v>25.5</c:v>
                </c:pt>
                <c:pt idx="38094">
                  <c:v>25.5</c:v>
                </c:pt>
                <c:pt idx="38095">
                  <c:v>25.5</c:v>
                </c:pt>
                <c:pt idx="38096">
                  <c:v>25.5</c:v>
                </c:pt>
                <c:pt idx="38097">
                  <c:v>25.5</c:v>
                </c:pt>
                <c:pt idx="38098">
                  <c:v>25.5</c:v>
                </c:pt>
                <c:pt idx="38099">
                  <c:v>25.45</c:v>
                </c:pt>
                <c:pt idx="38100">
                  <c:v>25.45</c:v>
                </c:pt>
                <c:pt idx="38101">
                  <c:v>25.45</c:v>
                </c:pt>
                <c:pt idx="38102">
                  <c:v>25.45</c:v>
                </c:pt>
                <c:pt idx="38103">
                  <c:v>25.45</c:v>
                </c:pt>
                <c:pt idx="38104">
                  <c:v>25.45</c:v>
                </c:pt>
                <c:pt idx="38105">
                  <c:v>25.45</c:v>
                </c:pt>
                <c:pt idx="38106">
                  <c:v>25.45</c:v>
                </c:pt>
                <c:pt idx="38107">
                  <c:v>25.45</c:v>
                </c:pt>
                <c:pt idx="38108">
                  <c:v>25.45</c:v>
                </c:pt>
                <c:pt idx="38109">
                  <c:v>25.45</c:v>
                </c:pt>
                <c:pt idx="38110">
                  <c:v>25.5</c:v>
                </c:pt>
                <c:pt idx="38111">
                  <c:v>25.5</c:v>
                </c:pt>
                <c:pt idx="38112">
                  <c:v>25.5</c:v>
                </c:pt>
                <c:pt idx="38113">
                  <c:v>25.5</c:v>
                </c:pt>
                <c:pt idx="38114">
                  <c:v>25.5</c:v>
                </c:pt>
                <c:pt idx="38115">
                  <c:v>25.5</c:v>
                </c:pt>
                <c:pt idx="38116">
                  <c:v>25.5</c:v>
                </c:pt>
                <c:pt idx="38117">
                  <c:v>25.5</c:v>
                </c:pt>
                <c:pt idx="38118">
                  <c:v>25.5</c:v>
                </c:pt>
                <c:pt idx="38119">
                  <c:v>25.5</c:v>
                </c:pt>
                <c:pt idx="38120">
                  <c:v>25.5</c:v>
                </c:pt>
                <c:pt idx="38121">
                  <c:v>25.5</c:v>
                </c:pt>
                <c:pt idx="38122">
                  <c:v>25.5</c:v>
                </c:pt>
                <c:pt idx="38123">
                  <c:v>25.5</c:v>
                </c:pt>
                <c:pt idx="38124">
                  <c:v>25.45</c:v>
                </c:pt>
                <c:pt idx="38125">
                  <c:v>25.45</c:v>
                </c:pt>
                <c:pt idx="38126">
                  <c:v>25.45</c:v>
                </c:pt>
                <c:pt idx="38127">
                  <c:v>25.5</c:v>
                </c:pt>
                <c:pt idx="38128">
                  <c:v>25.45</c:v>
                </c:pt>
                <c:pt idx="38129">
                  <c:v>25.45</c:v>
                </c:pt>
                <c:pt idx="38130">
                  <c:v>25.5</c:v>
                </c:pt>
                <c:pt idx="38131">
                  <c:v>25.45</c:v>
                </c:pt>
                <c:pt idx="38132">
                  <c:v>25.45</c:v>
                </c:pt>
                <c:pt idx="38133">
                  <c:v>25.45</c:v>
                </c:pt>
                <c:pt idx="38134">
                  <c:v>25.45</c:v>
                </c:pt>
                <c:pt idx="38135">
                  <c:v>25.45</c:v>
                </c:pt>
                <c:pt idx="38136">
                  <c:v>25.45</c:v>
                </c:pt>
                <c:pt idx="38137">
                  <c:v>25.45</c:v>
                </c:pt>
                <c:pt idx="38138">
                  <c:v>25.45</c:v>
                </c:pt>
                <c:pt idx="38139">
                  <c:v>25.45</c:v>
                </c:pt>
                <c:pt idx="38140">
                  <c:v>25.45</c:v>
                </c:pt>
                <c:pt idx="38141">
                  <c:v>25.5</c:v>
                </c:pt>
                <c:pt idx="38142">
                  <c:v>25.5</c:v>
                </c:pt>
                <c:pt idx="38143">
                  <c:v>25.5</c:v>
                </c:pt>
                <c:pt idx="38144">
                  <c:v>25.5</c:v>
                </c:pt>
                <c:pt idx="38145">
                  <c:v>25.5</c:v>
                </c:pt>
                <c:pt idx="38146">
                  <c:v>25.5</c:v>
                </c:pt>
                <c:pt idx="38147">
                  <c:v>25.5</c:v>
                </c:pt>
                <c:pt idx="38148">
                  <c:v>25.5</c:v>
                </c:pt>
                <c:pt idx="38149">
                  <c:v>25.5</c:v>
                </c:pt>
                <c:pt idx="38150">
                  <c:v>25.5</c:v>
                </c:pt>
                <c:pt idx="38151">
                  <c:v>25.5</c:v>
                </c:pt>
                <c:pt idx="38152">
                  <c:v>25.5</c:v>
                </c:pt>
                <c:pt idx="38153">
                  <c:v>25.5</c:v>
                </c:pt>
                <c:pt idx="38154">
                  <c:v>25.5</c:v>
                </c:pt>
                <c:pt idx="38155">
                  <c:v>25.45</c:v>
                </c:pt>
                <c:pt idx="38156">
                  <c:v>25.45</c:v>
                </c:pt>
                <c:pt idx="38157">
                  <c:v>25.45</c:v>
                </c:pt>
                <c:pt idx="38158">
                  <c:v>25.45</c:v>
                </c:pt>
                <c:pt idx="38159">
                  <c:v>25.45</c:v>
                </c:pt>
                <c:pt idx="38160">
                  <c:v>25.45</c:v>
                </c:pt>
                <c:pt idx="38161">
                  <c:v>25.45</c:v>
                </c:pt>
                <c:pt idx="38162">
                  <c:v>25.45</c:v>
                </c:pt>
                <c:pt idx="38163">
                  <c:v>25.45</c:v>
                </c:pt>
                <c:pt idx="38164">
                  <c:v>25.45</c:v>
                </c:pt>
                <c:pt idx="38165">
                  <c:v>25.45</c:v>
                </c:pt>
                <c:pt idx="38166">
                  <c:v>25.45</c:v>
                </c:pt>
                <c:pt idx="38167">
                  <c:v>25.45</c:v>
                </c:pt>
                <c:pt idx="38168">
                  <c:v>25.45</c:v>
                </c:pt>
                <c:pt idx="38169">
                  <c:v>25.45</c:v>
                </c:pt>
                <c:pt idx="38170">
                  <c:v>25.45</c:v>
                </c:pt>
                <c:pt idx="38171">
                  <c:v>25.45</c:v>
                </c:pt>
                <c:pt idx="38172">
                  <c:v>25.45</c:v>
                </c:pt>
                <c:pt idx="38173">
                  <c:v>25.45</c:v>
                </c:pt>
                <c:pt idx="38174">
                  <c:v>25.45</c:v>
                </c:pt>
                <c:pt idx="38175">
                  <c:v>25.45</c:v>
                </c:pt>
                <c:pt idx="38176">
                  <c:v>25.45</c:v>
                </c:pt>
                <c:pt idx="38177">
                  <c:v>25.45</c:v>
                </c:pt>
                <c:pt idx="38178">
                  <c:v>25.45</c:v>
                </c:pt>
                <c:pt idx="38179">
                  <c:v>25.45</c:v>
                </c:pt>
                <c:pt idx="38180">
                  <c:v>25.45</c:v>
                </c:pt>
                <c:pt idx="38181">
                  <c:v>25.45</c:v>
                </c:pt>
                <c:pt idx="38182">
                  <c:v>25.45</c:v>
                </c:pt>
                <c:pt idx="38183">
                  <c:v>25.45</c:v>
                </c:pt>
                <c:pt idx="38184">
                  <c:v>25.5</c:v>
                </c:pt>
                <c:pt idx="38185">
                  <c:v>25.45</c:v>
                </c:pt>
                <c:pt idx="38186">
                  <c:v>25.45</c:v>
                </c:pt>
                <c:pt idx="38187">
                  <c:v>25.45</c:v>
                </c:pt>
                <c:pt idx="38188">
                  <c:v>25.45</c:v>
                </c:pt>
                <c:pt idx="38189">
                  <c:v>25.5</c:v>
                </c:pt>
                <c:pt idx="38190">
                  <c:v>25.45</c:v>
                </c:pt>
                <c:pt idx="38191">
                  <c:v>25.45</c:v>
                </c:pt>
                <c:pt idx="38192">
                  <c:v>25.5</c:v>
                </c:pt>
                <c:pt idx="38193">
                  <c:v>25.45</c:v>
                </c:pt>
                <c:pt idx="38194">
                  <c:v>25.45</c:v>
                </c:pt>
                <c:pt idx="38195">
                  <c:v>25.45</c:v>
                </c:pt>
                <c:pt idx="38196">
                  <c:v>25.5</c:v>
                </c:pt>
                <c:pt idx="38197">
                  <c:v>25.5</c:v>
                </c:pt>
                <c:pt idx="38198">
                  <c:v>25.45</c:v>
                </c:pt>
                <c:pt idx="38199">
                  <c:v>25.45</c:v>
                </c:pt>
                <c:pt idx="38200">
                  <c:v>25.45</c:v>
                </c:pt>
                <c:pt idx="38201">
                  <c:v>25.45</c:v>
                </c:pt>
                <c:pt idx="38202">
                  <c:v>25.45</c:v>
                </c:pt>
                <c:pt idx="38203">
                  <c:v>25.45</c:v>
                </c:pt>
                <c:pt idx="38204">
                  <c:v>25.45</c:v>
                </c:pt>
                <c:pt idx="38205">
                  <c:v>25.45</c:v>
                </c:pt>
                <c:pt idx="38206">
                  <c:v>25.45</c:v>
                </c:pt>
                <c:pt idx="38207">
                  <c:v>25.45</c:v>
                </c:pt>
                <c:pt idx="38208">
                  <c:v>25.45</c:v>
                </c:pt>
                <c:pt idx="38209">
                  <c:v>25.45</c:v>
                </c:pt>
                <c:pt idx="38210">
                  <c:v>25.45</c:v>
                </c:pt>
                <c:pt idx="38211">
                  <c:v>25.45</c:v>
                </c:pt>
                <c:pt idx="38212">
                  <c:v>25.45</c:v>
                </c:pt>
                <c:pt idx="38213">
                  <c:v>25.45</c:v>
                </c:pt>
                <c:pt idx="38214">
                  <c:v>25.45</c:v>
                </c:pt>
                <c:pt idx="38215">
                  <c:v>25.45</c:v>
                </c:pt>
                <c:pt idx="38216">
                  <c:v>25.45</c:v>
                </c:pt>
                <c:pt idx="38217">
                  <c:v>25.45</c:v>
                </c:pt>
                <c:pt idx="38218">
                  <c:v>25.45</c:v>
                </c:pt>
                <c:pt idx="38219">
                  <c:v>25.45</c:v>
                </c:pt>
                <c:pt idx="38220">
                  <c:v>25.5</c:v>
                </c:pt>
                <c:pt idx="38221">
                  <c:v>25.45</c:v>
                </c:pt>
                <c:pt idx="38222">
                  <c:v>25.5</c:v>
                </c:pt>
                <c:pt idx="38223">
                  <c:v>25.45</c:v>
                </c:pt>
                <c:pt idx="38224">
                  <c:v>25.45</c:v>
                </c:pt>
                <c:pt idx="38225">
                  <c:v>25.5</c:v>
                </c:pt>
                <c:pt idx="38226">
                  <c:v>25.45</c:v>
                </c:pt>
                <c:pt idx="38227">
                  <c:v>25.45</c:v>
                </c:pt>
                <c:pt idx="38228">
                  <c:v>25.45</c:v>
                </c:pt>
                <c:pt idx="38229">
                  <c:v>25.45</c:v>
                </c:pt>
                <c:pt idx="38230">
                  <c:v>25.45</c:v>
                </c:pt>
                <c:pt idx="38231">
                  <c:v>25.45</c:v>
                </c:pt>
                <c:pt idx="38232">
                  <c:v>25.45</c:v>
                </c:pt>
                <c:pt idx="38233">
                  <c:v>25.45</c:v>
                </c:pt>
                <c:pt idx="38234">
                  <c:v>25.45</c:v>
                </c:pt>
                <c:pt idx="38235">
                  <c:v>25.45</c:v>
                </c:pt>
                <c:pt idx="38236">
                  <c:v>25.45</c:v>
                </c:pt>
                <c:pt idx="38237">
                  <c:v>25.45</c:v>
                </c:pt>
                <c:pt idx="38238">
                  <c:v>25.45</c:v>
                </c:pt>
                <c:pt idx="38239">
                  <c:v>25.45</c:v>
                </c:pt>
                <c:pt idx="38240">
                  <c:v>25.45</c:v>
                </c:pt>
                <c:pt idx="38241">
                  <c:v>25.45</c:v>
                </c:pt>
                <c:pt idx="38242">
                  <c:v>25.45</c:v>
                </c:pt>
                <c:pt idx="38243">
                  <c:v>25.45</c:v>
                </c:pt>
                <c:pt idx="38244">
                  <c:v>25.45</c:v>
                </c:pt>
                <c:pt idx="38245">
                  <c:v>25.45</c:v>
                </c:pt>
                <c:pt idx="38246">
                  <c:v>25.45</c:v>
                </c:pt>
                <c:pt idx="38247">
                  <c:v>25.45</c:v>
                </c:pt>
                <c:pt idx="38248">
                  <c:v>25.45</c:v>
                </c:pt>
                <c:pt idx="38249">
                  <c:v>25.45</c:v>
                </c:pt>
                <c:pt idx="38250">
                  <c:v>25.45</c:v>
                </c:pt>
                <c:pt idx="38251">
                  <c:v>25.45</c:v>
                </c:pt>
                <c:pt idx="38252">
                  <c:v>25.45</c:v>
                </c:pt>
                <c:pt idx="38253">
                  <c:v>25.45</c:v>
                </c:pt>
                <c:pt idx="38254">
                  <c:v>25.45</c:v>
                </c:pt>
                <c:pt idx="38255">
                  <c:v>25.45</c:v>
                </c:pt>
                <c:pt idx="38256">
                  <c:v>25.45</c:v>
                </c:pt>
                <c:pt idx="38257">
                  <c:v>25.45</c:v>
                </c:pt>
                <c:pt idx="38258">
                  <c:v>25.45</c:v>
                </c:pt>
                <c:pt idx="38259">
                  <c:v>25.45</c:v>
                </c:pt>
                <c:pt idx="38260">
                  <c:v>25.45</c:v>
                </c:pt>
                <c:pt idx="38261">
                  <c:v>25.45</c:v>
                </c:pt>
                <c:pt idx="38262">
                  <c:v>25.45</c:v>
                </c:pt>
                <c:pt idx="38263">
                  <c:v>25.45</c:v>
                </c:pt>
                <c:pt idx="38264">
                  <c:v>25.45</c:v>
                </c:pt>
                <c:pt idx="38265">
                  <c:v>25.45</c:v>
                </c:pt>
                <c:pt idx="38266">
                  <c:v>25.45</c:v>
                </c:pt>
                <c:pt idx="38267">
                  <c:v>25.45</c:v>
                </c:pt>
                <c:pt idx="38268">
                  <c:v>25.5</c:v>
                </c:pt>
                <c:pt idx="38269">
                  <c:v>25.45</c:v>
                </c:pt>
                <c:pt idx="38270">
                  <c:v>25.45</c:v>
                </c:pt>
                <c:pt idx="38271">
                  <c:v>25.45</c:v>
                </c:pt>
                <c:pt idx="38272">
                  <c:v>25.45</c:v>
                </c:pt>
                <c:pt idx="38273">
                  <c:v>25.45</c:v>
                </c:pt>
                <c:pt idx="38274">
                  <c:v>25.45</c:v>
                </c:pt>
                <c:pt idx="38275">
                  <c:v>25.45</c:v>
                </c:pt>
                <c:pt idx="38276">
                  <c:v>25.45</c:v>
                </c:pt>
                <c:pt idx="38277">
                  <c:v>25.45</c:v>
                </c:pt>
                <c:pt idx="38278">
                  <c:v>25.45</c:v>
                </c:pt>
                <c:pt idx="38279">
                  <c:v>25.45</c:v>
                </c:pt>
                <c:pt idx="38280">
                  <c:v>25.45</c:v>
                </c:pt>
                <c:pt idx="38281">
                  <c:v>25.45</c:v>
                </c:pt>
                <c:pt idx="38282">
                  <c:v>25.45</c:v>
                </c:pt>
                <c:pt idx="38283">
                  <c:v>25.45</c:v>
                </c:pt>
                <c:pt idx="38284">
                  <c:v>25.45</c:v>
                </c:pt>
                <c:pt idx="38285">
                  <c:v>25.45</c:v>
                </c:pt>
                <c:pt idx="38286">
                  <c:v>25.45</c:v>
                </c:pt>
                <c:pt idx="38287">
                  <c:v>25.45</c:v>
                </c:pt>
                <c:pt idx="38288">
                  <c:v>25.45</c:v>
                </c:pt>
                <c:pt idx="38289">
                  <c:v>25.45</c:v>
                </c:pt>
                <c:pt idx="38290">
                  <c:v>25.45</c:v>
                </c:pt>
                <c:pt idx="38291">
                  <c:v>25.45</c:v>
                </c:pt>
                <c:pt idx="38292">
                  <c:v>25.45</c:v>
                </c:pt>
                <c:pt idx="38293">
                  <c:v>25.45</c:v>
                </c:pt>
                <c:pt idx="38294">
                  <c:v>25.45</c:v>
                </c:pt>
                <c:pt idx="38295">
                  <c:v>25.45</c:v>
                </c:pt>
                <c:pt idx="38296">
                  <c:v>25.45</c:v>
                </c:pt>
                <c:pt idx="38297">
                  <c:v>25.45</c:v>
                </c:pt>
                <c:pt idx="38298">
                  <c:v>25.45</c:v>
                </c:pt>
                <c:pt idx="38299">
                  <c:v>25.45</c:v>
                </c:pt>
                <c:pt idx="38300">
                  <c:v>25.45</c:v>
                </c:pt>
                <c:pt idx="38301">
                  <c:v>25.45</c:v>
                </c:pt>
                <c:pt idx="38302">
                  <c:v>25.45</c:v>
                </c:pt>
                <c:pt idx="38303">
                  <c:v>25.45</c:v>
                </c:pt>
                <c:pt idx="38304">
                  <c:v>25.45</c:v>
                </c:pt>
                <c:pt idx="38305">
                  <c:v>25.45</c:v>
                </c:pt>
                <c:pt idx="38306">
                  <c:v>25.45</c:v>
                </c:pt>
                <c:pt idx="38307">
                  <c:v>25.45</c:v>
                </c:pt>
                <c:pt idx="38308">
                  <c:v>25.45</c:v>
                </c:pt>
                <c:pt idx="38309">
                  <c:v>25.45</c:v>
                </c:pt>
                <c:pt idx="38310">
                  <c:v>25.45</c:v>
                </c:pt>
                <c:pt idx="38311">
                  <c:v>25.45</c:v>
                </c:pt>
                <c:pt idx="38312">
                  <c:v>25.45</c:v>
                </c:pt>
                <c:pt idx="38313">
                  <c:v>25.45</c:v>
                </c:pt>
                <c:pt idx="38314">
                  <c:v>25.45</c:v>
                </c:pt>
                <c:pt idx="38315">
                  <c:v>25.45</c:v>
                </c:pt>
                <c:pt idx="38316">
                  <c:v>25.45</c:v>
                </c:pt>
                <c:pt idx="38317">
                  <c:v>25.45</c:v>
                </c:pt>
                <c:pt idx="38318">
                  <c:v>25.45</c:v>
                </c:pt>
                <c:pt idx="38319">
                  <c:v>25.45</c:v>
                </c:pt>
                <c:pt idx="38320">
                  <c:v>25.45</c:v>
                </c:pt>
                <c:pt idx="38321">
                  <c:v>25.45</c:v>
                </c:pt>
                <c:pt idx="38322">
                  <c:v>25.45</c:v>
                </c:pt>
                <c:pt idx="38323">
                  <c:v>25.45</c:v>
                </c:pt>
                <c:pt idx="38324">
                  <c:v>25.45</c:v>
                </c:pt>
                <c:pt idx="38325">
                  <c:v>25.45</c:v>
                </c:pt>
                <c:pt idx="38326">
                  <c:v>25.45</c:v>
                </c:pt>
                <c:pt idx="38327">
                  <c:v>25.45</c:v>
                </c:pt>
                <c:pt idx="38328">
                  <c:v>25.45</c:v>
                </c:pt>
                <c:pt idx="38329">
                  <c:v>25.45</c:v>
                </c:pt>
                <c:pt idx="38330">
                  <c:v>25.45</c:v>
                </c:pt>
                <c:pt idx="38331">
                  <c:v>25.45</c:v>
                </c:pt>
                <c:pt idx="38332">
                  <c:v>25.45</c:v>
                </c:pt>
                <c:pt idx="38333">
                  <c:v>25.45</c:v>
                </c:pt>
                <c:pt idx="38334">
                  <c:v>25.45</c:v>
                </c:pt>
                <c:pt idx="38335">
                  <c:v>25.45</c:v>
                </c:pt>
                <c:pt idx="38336">
                  <c:v>25.45</c:v>
                </c:pt>
                <c:pt idx="38337">
                  <c:v>25.45</c:v>
                </c:pt>
                <c:pt idx="38338">
                  <c:v>25.45</c:v>
                </c:pt>
                <c:pt idx="38339">
                  <c:v>25.45</c:v>
                </c:pt>
                <c:pt idx="38340">
                  <c:v>25.45</c:v>
                </c:pt>
                <c:pt idx="38341">
                  <c:v>25.45</c:v>
                </c:pt>
                <c:pt idx="38342">
                  <c:v>25.45</c:v>
                </c:pt>
                <c:pt idx="38343">
                  <c:v>25.45</c:v>
                </c:pt>
                <c:pt idx="38344">
                  <c:v>25.45</c:v>
                </c:pt>
                <c:pt idx="38345">
                  <c:v>25.45</c:v>
                </c:pt>
                <c:pt idx="38346">
                  <c:v>25.45</c:v>
                </c:pt>
                <c:pt idx="38347">
                  <c:v>25.45</c:v>
                </c:pt>
                <c:pt idx="38348">
                  <c:v>25.45</c:v>
                </c:pt>
                <c:pt idx="38349">
                  <c:v>25.45</c:v>
                </c:pt>
                <c:pt idx="38350">
                  <c:v>25.45</c:v>
                </c:pt>
                <c:pt idx="38351">
                  <c:v>25.45</c:v>
                </c:pt>
                <c:pt idx="38352">
                  <c:v>25.45</c:v>
                </c:pt>
                <c:pt idx="38353">
                  <c:v>25.45</c:v>
                </c:pt>
                <c:pt idx="38354">
                  <c:v>25.45</c:v>
                </c:pt>
                <c:pt idx="38355">
                  <c:v>25.45</c:v>
                </c:pt>
                <c:pt idx="38356">
                  <c:v>25.45</c:v>
                </c:pt>
                <c:pt idx="38357">
                  <c:v>25.45</c:v>
                </c:pt>
                <c:pt idx="38358">
                  <c:v>25.45</c:v>
                </c:pt>
                <c:pt idx="38359">
                  <c:v>25.45</c:v>
                </c:pt>
                <c:pt idx="38360">
                  <c:v>25.45</c:v>
                </c:pt>
                <c:pt idx="38361">
                  <c:v>25.45</c:v>
                </c:pt>
                <c:pt idx="38362">
                  <c:v>25.45</c:v>
                </c:pt>
                <c:pt idx="38363">
                  <c:v>25.45</c:v>
                </c:pt>
                <c:pt idx="38364">
                  <c:v>25.45</c:v>
                </c:pt>
                <c:pt idx="38365">
                  <c:v>25.45</c:v>
                </c:pt>
                <c:pt idx="38366">
                  <c:v>25.45</c:v>
                </c:pt>
                <c:pt idx="38367">
                  <c:v>25.45</c:v>
                </c:pt>
                <c:pt idx="38368">
                  <c:v>25.45</c:v>
                </c:pt>
                <c:pt idx="38369">
                  <c:v>25.45</c:v>
                </c:pt>
                <c:pt idx="38370">
                  <c:v>25.45</c:v>
                </c:pt>
                <c:pt idx="38371">
                  <c:v>25.45</c:v>
                </c:pt>
                <c:pt idx="38372">
                  <c:v>25.45</c:v>
                </c:pt>
                <c:pt idx="38373">
                  <c:v>25.45</c:v>
                </c:pt>
                <c:pt idx="38374">
                  <c:v>25.45</c:v>
                </c:pt>
                <c:pt idx="38375">
                  <c:v>25.45</c:v>
                </c:pt>
                <c:pt idx="38376">
                  <c:v>25.45</c:v>
                </c:pt>
                <c:pt idx="38377">
                  <c:v>25.45</c:v>
                </c:pt>
                <c:pt idx="38378">
                  <c:v>25.45</c:v>
                </c:pt>
                <c:pt idx="38379">
                  <c:v>25.45</c:v>
                </c:pt>
                <c:pt idx="38380">
                  <c:v>25.45</c:v>
                </c:pt>
                <c:pt idx="38381">
                  <c:v>25.45</c:v>
                </c:pt>
                <c:pt idx="38382">
                  <c:v>25.45</c:v>
                </c:pt>
                <c:pt idx="38383">
                  <c:v>25.45</c:v>
                </c:pt>
                <c:pt idx="38384">
                  <c:v>25.45</c:v>
                </c:pt>
                <c:pt idx="38385">
                  <c:v>25.45</c:v>
                </c:pt>
                <c:pt idx="38386">
                  <c:v>25.45</c:v>
                </c:pt>
                <c:pt idx="38387">
                  <c:v>25.45</c:v>
                </c:pt>
                <c:pt idx="38388">
                  <c:v>25.45</c:v>
                </c:pt>
                <c:pt idx="38389">
                  <c:v>25.45</c:v>
                </c:pt>
                <c:pt idx="38390">
                  <c:v>25.45</c:v>
                </c:pt>
                <c:pt idx="38391">
                  <c:v>25.45</c:v>
                </c:pt>
                <c:pt idx="38392">
                  <c:v>25.45</c:v>
                </c:pt>
                <c:pt idx="38393">
                  <c:v>25.45</c:v>
                </c:pt>
                <c:pt idx="38394">
                  <c:v>25.45</c:v>
                </c:pt>
                <c:pt idx="38395">
                  <c:v>25.45</c:v>
                </c:pt>
                <c:pt idx="38396">
                  <c:v>25.45</c:v>
                </c:pt>
                <c:pt idx="38397">
                  <c:v>25.45</c:v>
                </c:pt>
                <c:pt idx="38398">
                  <c:v>25.45</c:v>
                </c:pt>
                <c:pt idx="38399">
                  <c:v>25.45</c:v>
                </c:pt>
                <c:pt idx="38400">
                  <c:v>25.45</c:v>
                </c:pt>
                <c:pt idx="38401">
                  <c:v>25.45</c:v>
                </c:pt>
                <c:pt idx="38402">
                  <c:v>25.45</c:v>
                </c:pt>
                <c:pt idx="38403">
                  <c:v>25.45</c:v>
                </c:pt>
                <c:pt idx="38404">
                  <c:v>25.45</c:v>
                </c:pt>
                <c:pt idx="38405">
                  <c:v>25.45</c:v>
                </c:pt>
                <c:pt idx="38406">
                  <c:v>25.45</c:v>
                </c:pt>
                <c:pt idx="38407">
                  <c:v>25.45</c:v>
                </c:pt>
                <c:pt idx="38408">
                  <c:v>25.45</c:v>
                </c:pt>
                <c:pt idx="38409">
                  <c:v>25.45</c:v>
                </c:pt>
                <c:pt idx="38410">
                  <c:v>25.45</c:v>
                </c:pt>
                <c:pt idx="38411">
                  <c:v>25.45</c:v>
                </c:pt>
                <c:pt idx="38412">
                  <c:v>25.45</c:v>
                </c:pt>
                <c:pt idx="38413">
                  <c:v>25.45</c:v>
                </c:pt>
                <c:pt idx="38414">
                  <c:v>25.45</c:v>
                </c:pt>
                <c:pt idx="38415">
                  <c:v>25.45</c:v>
                </c:pt>
                <c:pt idx="38416">
                  <c:v>25.45</c:v>
                </c:pt>
                <c:pt idx="38417">
                  <c:v>25.45</c:v>
                </c:pt>
                <c:pt idx="38418">
                  <c:v>25.45</c:v>
                </c:pt>
                <c:pt idx="38419">
                  <c:v>25.45</c:v>
                </c:pt>
                <c:pt idx="38420">
                  <c:v>25.45</c:v>
                </c:pt>
                <c:pt idx="38421">
                  <c:v>25.45</c:v>
                </c:pt>
                <c:pt idx="38422">
                  <c:v>25.45</c:v>
                </c:pt>
                <c:pt idx="38423">
                  <c:v>25.45</c:v>
                </c:pt>
                <c:pt idx="38424">
                  <c:v>25.45</c:v>
                </c:pt>
                <c:pt idx="38425">
                  <c:v>25.45</c:v>
                </c:pt>
                <c:pt idx="38426">
                  <c:v>25.45</c:v>
                </c:pt>
                <c:pt idx="38427">
                  <c:v>25.45</c:v>
                </c:pt>
                <c:pt idx="38428">
                  <c:v>25.45</c:v>
                </c:pt>
                <c:pt idx="38429">
                  <c:v>25.45</c:v>
                </c:pt>
                <c:pt idx="38430">
                  <c:v>25.45</c:v>
                </c:pt>
                <c:pt idx="38431">
                  <c:v>25.45</c:v>
                </c:pt>
                <c:pt idx="38432">
                  <c:v>25.45</c:v>
                </c:pt>
                <c:pt idx="38433">
                  <c:v>25.45</c:v>
                </c:pt>
                <c:pt idx="38434">
                  <c:v>25.45</c:v>
                </c:pt>
                <c:pt idx="38435">
                  <c:v>25.45</c:v>
                </c:pt>
                <c:pt idx="38436">
                  <c:v>25.4</c:v>
                </c:pt>
                <c:pt idx="38437">
                  <c:v>25.45</c:v>
                </c:pt>
                <c:pt idx="38438">
                  <c:v>25.4</c:v>
                </c:pt>
                <c:pt idx="38439">
                  <c:v>25.45</c:v>
                </c:pt>
                <c:pt idx="38440">
                  <c:v>25.45</c:v>
                </c:pt>
                <c:pt idx="38441">
                  <c:v>25.4</c:v>
                </c:pt>
                <c:pt idx="38442">
                  <c:v>25.45</c:v>
                </c:pt>
                <c:pt idx="38443">
                  <c:v>25.4</c:v>
                </c:pt>
                <c:pt idx="38444">
                  <c:v>25.45</c:v>
                </c:pt>
                <c:pt idx="38445">
                  <c:v>25.45</c:v>
                </c:pt>
                <c:pt idx="38446">
                  <c:v>25.45</c:v>
                </c:pt>
                <c:pt idx="38447">
                  <c:v>25.45</c:v>
                </c:pt>
                <c:pt idx="38448">
                  <c:v>25.45</c:v>
                </c:pt>
                <c:pt idx="38449">
                  <c:v>25.45</c:v>
                </c:pt>
                <c:pt idx="38450">
                  <c:v>25.45</c:v>
                </c:pt>
                <c:pt idx="38451">
                  <c:v>25.45</c:v>
                </c:pt>
                <c:pt idx="38452">
                  <c:v>25.45</c:v>
                </c:pt>
                <c:pt idx="38453">
                  <c:v>25.45</c:v>
                </c:pt>
                <c:pt idx="38454">
                  <c:v>25.45</c:v>
                </c:pt>
                <c:pt idx="38455">
                  <c:v>25.45</c:v>
                </c:pt>
                <c:pt idx="38456">
                  <c:v>25.45</c:v>
                </c:pt>
                <c:pt idx="38457">
                  <c:v>25.45</c:v>
                </c:pt>
                <c:pt idx="38458">
                  <c:v>25.45</c:v>
                </c:pt>
                <c:pt idx="38459">
                  <c:v>25.45</c:v>
                </c:pt>
                <c:pt idx="38460">
                  <c:v>25.45</c:v>
                </c:pt>
                <c:pt idx="38461">
                  <c:v>25.45</c:v>
                </c:pt>
                <c:pt idx="38462">
                  <c:v>25.45</c:v>
                </c:pt>
                <c:pt idx="38463">
                  <c:v>25.45</c:v>
                </c:pt>
                <c:pt idx="38464">
                  <c:v>25.45</c:v>
                </c:pt>
                <c:pt idx="38465">
                  <c:v>25.45</c:v>
                </c:pt>
                <c:pt idx="38466">
                  <c:v>25.45</c:v>
                </c:pt>
                <c:pt idx="38467">
                  <c:v>25.45</c:v>
                </c:pt>
                <c:pt idx="38468">
                  <c:v>25.45</c:v>
                </c:pt>
                <c:pt idx="38469">
                  <c:v>25.45</c:v>
                </c:pt>
                <c:pt idx="38470">
                  <c:v>25.45</c:v>
                </c:pt>
                <c:pt idx="38471">
                  <c:v>25.45</c:v>
                </c:pt>
                <c:pt idx="38472">
                  <c:v>25.45</c:v>
                </c:pt>
                <c:pt idx="38473">
                  <c:v>25.45</c:v>
                </c:pt>
                <c:pt idx="38474">
                  <c:v>25.45</c:v>
                </c:pt>
                <c:pt idx="38475">
                  <c:v>25.45</c:v>
                </c:pt>
                <c:pt idx="38476">
                  <c:v>25.45</c:v>
                </c:pt>
                <c:pt idx="38477">
                  <c:v>25.45</c:v>
                </c:pt>
                <c:pt idx="38478">
                  <c:v>25.45</c:v>
                </c:pt>
                <c:pt idx="38479">
                  <c:v>25.45</c:v>
                </c:pt>
                <c:pt idx="38480">
                  <c:v>25.45</c:v>
                </c:pt>
                <c:pt idx="38481">
                  <c:v>25.45</c:v>
                </c:pt>
                <c:pt idx="38482">
                  <c:v>25.45</c:v>
                </c:pt>
                <c:pt idx="38483">
                  <c:v>25.45</c:v>
                </c:pt>
                <c:pt idx="38484">
                  <c:v>25.45</c:v>
                </c:pt>
                <c:pt idx="38485">
                  <c:v>25.45</c:v>
                </c:pt>
                <c:pt idx="38486">
                  <c:v>25.45</c:v>
                </c:pt>
                <c:pt idx="38487">
                  <c:v>25.45</c:v>
                </c:pt>
                <c:pt idx="38488">
                  <c:v>25.45</c:v>
                </c:pt>
                <c:pt idx="38489">
                  <c:v>25.45</c:v>
                </c:pt>
                <c:pt idx="38490">
                  <c:v>25.45</c:v>
                </c:pt>
                <c:pt idx="38491">
                  <c:v>25.45</c:v>
                </c:pt>
                <c:pt idx="38492">
                  <c:v>25.45</c:v>
                </c:pt>
                <c:pt idx="38493">
                  <c:v>25.45</c:v>
                </c:pt>
                <c:pt idx="38494">
                  <c:v>25.45</c:v>
                </c:pt>
                <c:pt idx="38495">
                  <c:v>25.45</c:v>
                </c:pt>
                <c:pt idx="38496">
                  <c:v>25.45</c:v>
                </c:pt>
                <c:pt idx="38497">
                  <c:v>25.45</c:v>
                </c:pt>
                <c:pt idx="38498">
                  <c:v>25.45</c:v>
                </c:pt>
                <c:pt idx="38499">
                  <c:v>25.45</c:v>
                </c:pt>
                <c:pt idx="38500">
                  <c:v>25.45</c:v>
                </c:pt>
                <c:pt idx="38501">
                  <c:v>25.4</c:v>
                </c:pt>
                <c:pt idx="38502">
                  <c:v>25.45</c:v>
                </c:pt>
                <c:pt idx="38503">
                  <c:v>25.45</c:v>
                </c:pt>
                <c:pt idx="38504">
                  <c:v>25.45</c:v>
                </c:pt>
                <c:pt idx="38505">
                  <c:v>25.45</c:v>
                </c:pt>
                <c:pt idx="38506">
                  <c:v>25.4</c:v>
                </c:pt>
                <c:pt idx="38507">
                  <c:v>25.45</c:v>
                </c:pt>
                <c:pt idx="38508">
                  <c:v>25.4</c:v>
                </c:pt>
                <c:pt idx="38509">
                  <c:v>25.45</c:v>
                </c:pt>
                <c:pt idx="38510">
                  <c:v>25.4</c:v>
                </c:pt>
                <c:pt idx="38511">
                  <c:v>25.4</c:v>
                </c:pt>
                <c:pt idx="38512">
                  <c:v>25.4</c:v>
                </c:pt>
                <c:pt idx="38513">
                  <c:v>25.4</c:v>
                </c:pt>
                <c:pt idx="38514">
                  <c:v>25.4</c:v>
                </c:pt>
                <c:pt idx="38515">
                  <c:v>25.4</c:v>
                </c:pt>
                <c:pt idx="38516">
                  <c:v>25.4</c:v>
                </c:pt>
                <c:pt idx="38517">
                  <c:v>25.4</c:v>
                </c:pt>
                <c:pt idx="38518">
                  <c:v>25.4</c:v>
                </c:pt>
                <c:pt idx="38519">
                  <c:v>25.45</c:v>
                </c:pt>
                <c:pt idx="38520">
                  <c:v>25.4</c:v>
                </c:pt>
                <c:pt idx="38521">
                  <c:v>25.4</c:v>
                </c:pt>
                <c:pt idx="38522">
                  <c:v>25.45</c:v>
                </c:pt>
                <c:pt idx="38523">
                  <c:v>25.45</c:v>
                </c:pt>
                <c:pt idx="38524">
                  <c:v>25.4</c:v>
                </c:pt>
                <c:pt idx="38525">
                  <c:v>25.45</c:v>
                </c:pt>
                <c:pt idx="38526">
                  <c:v>25.45</c:v>
                </c:pt>
                <c:pt idx="38527">
                  <c:v>25.4</c:v>
                </c:pt>
                <c:pt idx="38528">
                  <c:v>25.45</c:v>
                </c:pt>
                <c:pt idx="38529">
                  <c:v>25.45</c:v>
                </c:pt>
                <c:pt idx="38530">
                  <c:v>25.45</c:v>
                </c:pt>
                <c:pt idx="38531">
                  <c:v>25.45</c:v>
                </c:pt>
                <c:pt idx="38532">
                  <c:v>25.45</c:v>
                </c:pt>
                <c:pt idx="38533">
                  <c:v>25.45</c:v>
                </c:pt>
                <c:pt idx="38534">
                  <c:v>25.45</c:v>
                </c:pt>
                <c:pt idx="38535">
                  <c:v>25.45</c:v>
                </c:pt>
                <c:pt idx="38536">
                  <c:v>25.45</c:v>
                </c:pt>
                <c:pt idx="38537">
                  <c:v>25.45</c:v>
                </c:pt>
                <c:pt idx="38538">
                  <c:v>25.45</c:v>
                </c:pt>
                <c:pt idx="38539">
                  <c:v>25.45</c:v>
                </c:pt>
                <c:pt idx="38540">
                  <c:v>25.45</c:v>
                </c:pt>
                <c:pt idx="38541">
                  <c:v>25.45</c:v>
                </c:pt>
                <c:pt idx="38542">
                  <c:v>25.45</c:v>
                </c:pt>
                <c:pt idx="38543">
                  <c:v>25.45</c:v>
                </c:pt>
                <c:pt idx="38544">
                  <c:v>25.45</c:v>
                </c:pt>
                <c:pt idx="38545">
                  <c:v>25.45</c:v>
                </c:pt>
                <c:pt idx="38546">
                  <c:v>25.45</c:v>
                </c:pt>
                <c:pt idx="38547">
                  <c:v>25.4</c:v>
                </c:pt>
                <c:pt idx="38548">
                  <c:v>25.45</c:v>
                </c:pt>
                <c:pt idx="38549">
                  <c:v>25.45</c:v>
                </c:pt>
                <c:pt idx="38550">
                  <c:v>25.45</c:v>
                </c:pt>
                <c:pt idx="38551">
                  <c:v>25.45</c:v>
                </c:pt>
                <c:pt idx="38552">
                  <c:v>25.4</c:v>
                </c:pt>
                <c:pt idx="38553">
                  <c:v>25.4</c:v>
                </c:pt>
                <c:pt idx="38554">
                  <c:v>25.4</c:v>
                </c:pt>
                <c:pt idx="38555">
                  <c:v>25.4</c:v>
                </c:pt>
                <c:pt idx="38556">
                  <c:v>25.4</c:v>
                </c:pt>
                <c:pt idx="38557">
                  <c:v>25.4</c:v>
                </c:pt>
                <c:pt idx="38558">
                  <c:v>25.4</c:v>
                </c:pt>
                <c:pt idx="38559">
                  <c:v>25.4</c:v>
                </c:pt>
                <c:pt idx="38560">
                  <c:v>25.4</c:v>
                </c:pt>
                <c:pt idx="38561">
                  <c:v>25.4</c:v>
                </c:pt>
                <c:pt idx="38562">
                  <c:v>25.4</c:v>
                </c:pt>
                <c:pt idx="38563">
                  <c:v>25.4</c:v>
                </c:pt>
                <c:pt idx="38564">
                  <c:v>25.4</c:v>
                </c:pt>
                <c:pt idx="38565">
                  <c:v>25.4</c:v>
                </c:pt>
                <c:pt idx="38566">
                  <c:v>25.4</c:v>
                </c:pt>
                <c:pt idx="38567">
                  <c:v>25.4</c:v>
                </c:pt>
                <c:pt idx="38568">
                  <c:v>25.4</c:v>
                </c:pt>
                <c:pt idx="38569">
                  <c:v>25.4</c:v>
                </c:pt>
                <c:pt idx="38570">
                  <c:v>25.4</c:v>
                </c:pt>
                <c:pt idx="38571">
                  <c:v>25.4</c:v>
                </c:pt>
                <c:pt idx="38572">
                  <c:v>25.4</c:v>
                </c:pt>
                <c:pt idx="38573">
                  <c:v>25.4</c:v>
                </c:pt>
                <c:pt idx="38574">
                  <c:v>25.45</c:v>
                </c:pt>
                <c:pt idx="38575">
                  <c:v>25.4</c:v>
                </c:pt>
                <c:pt idx="38576">
                  <c:v>25.45</c:v>
                </c:pt>
                <c:pt idx="38577">
                  <c:v>25.45</c:v>
                </c:pt>
                <c:pt idx="38578">
                  <c:v>25.45</c:v>
                </c:pt>
                <c:pt idx="38579">
                  <c:v>25.45</c:v>
                </c:pt>
                <c:pt idx="38580">
                  <c:v>25.45</c:v>
                </c:pt>
                <c:pt idx="38581">
                  <c:v>25.45</c:v>
                </c:pt>
                <c:pt idx="38582">
                  <c:v>25.45</c:v>
                </c:pt>
                <c:pt idx="38583">
                  <c:v>25.45</c:v>
                </c:pt>
                <c:pt idx="38584">
                  <c:v>25.45</c:v>
                </c:pt>
                <c:pt idx="38585">
                  <c:v>25.4</c:v>
                </c:pt>
                <c:pt idx="38586">
                  <c:v>25.4</c:v>
                </c:pt>
                <c:pt idx="38587">
                  <c:v>25.4</c:v>
                </c:pt>
                <c:pt idx="38588">
                  <c:v>25.45</c:v>
                </c:pt>
                <c:pt idx="38589">
                  <c:v>25.45</c:v>
                </c:pt>
                <c:pt idx="38590">
                  <c:v>25.4</c:v>
                </c:pt>
                <c:pt idx="38591">
                  <c:v>25.45</c:v>
                </c:pt>
                <c:pt idx="38592">
                  <c:v>25.45</c:v>
                </c:pt>
                <c:pt idx="38593">
                  <c:v>25.45</c:v>
                </c:pt>
                <c:pt idx="38594">
                  <c:v>25.45</c:v>
                </c:pt>
                <c:pt idx="38595">
                  <c:v>25.45</c:v>
                </c:pt>
                <c:pt idx="38596">
                  <c:v>25.45</c:v>
                </c:pt>
                <c:pt idx="38597">
                  <c:v>25.4</c:v>
                </c:pt>
                <c:pt idx="38598">
                  <c:v>25.45</c:v>
                </c:pt>
                <c:pt idx="38599">
                  <c:v>25.45</c:v>
                </c:pt>
                <c:pt idx="38600">
                  <c:v>25.4</c:v>
                </c:pt>
                <c:pt idx="38601">
                  <c:v>25.4</c:v>
                </c:pt>
                <c:pt idx="38602">
                  <c:v>25.4</c:v>
                </c:pt>
                <c:pt idx="38603">
                  <c:v>25.4</c:v>
                </c:pt>
                <c:pt idx="38604">
                  <c:v>25.4</c:v>
                </c:pt>
                <c:pt idx="38605">
                  <c:v>25.4</c:v>
                </c:pt>
                <c:pt idx="38606">
                  <c:v>25.4</c:v>
                </c:pt>
                <c:pt idx="38607">
                  <c:v>25.4</c:v>
                </c:pt>
                <c:pt idx="38608">
                  <c:v>25.4</c:v>
                </c:pt>
                <c:pt idx="38609">
                  <c:v>25.4</c:v>
                </c:pt>
                <c:pt idx="38610">
                  <c:v>25.4</c:v>
                </c:pt>
                <c:pt idx="38611">
                  <c:v>25.4</c:v>
                </c:pt>
                <c:pt idx="38612">
                  <c:v>25.4</c:v>
                </c:pt>
                <c:pt idx="38613">
                  <c:v>25.4</c:v>
                </c:pt>
                <c:pt idx="38614">
                  <c:v>25.4</c:v>
                </c:pt>
                <c:pt idx="38615">
                  <c:v>25.4</c:v>
                </c:pt>
                <c:pt idx="38616">
                  <c:v>25.4</c:v>
                </c:pt>
                <c:pt idx="38617">
                  <c:v>25.45</c:v>
                </c:pt>
                <c:pt idx="38618">
                  <c:v>25.4</c:v>
                </c:pt>
                <c:pt idx="38619">
                  <c:v>25.4</c:v>
                </c:pt>
                <c:pt idx="38620">
                  <c:v>25.4</c:v>
                </c:pt>
                <c:pt idx="38621">
                  <c:v>25.4</c:v>
                </c:pt>
                <c:pt idx="38622">
                  <c:v>25.45</c:v>
                </c:pt>
                <c:pt idx="38623">
                  <c:v>25.4</c:v>
                </c:pt>
                <c:pt idx="38624">
                  <c:v>25.45</c:v>
                </c:pt>
                <c:pt idx="38625">
                  <c:v>25.45</c:v>
                </c:pt>
                <c:pt idx="38626">
                  <c:v>25.45</c:v>
                </c:pt>
                <c:pt idx="38627">
                  <c:v>25.45</c:v>
                </c:pt>
                <c:pt idx="38628">
                  <c:v>25.45</c:v>
                </c:pt>
                <c:pt idx="38629">
                  <c:v>25.45</c:v>
                </c:pt>
                <c:pt idx="38630">
                  <c:v>25.45</c:v>
                </c:pt>
                <c:pt idx="38631">
                  <c:v>25.45</c:v>
                </c:pt>
                <c:pt idx="38632">
                  <c:v>25.45</c:v>
                </c:pt>
                <c:pt idx="38633">
                  <c:v>25.45</c:v>
                </c:pt>
                <c:pt idx="38634">
                  <c:v>25.45</c:v>
                </c:pt>
                <c:pt idx="38635">
                  <c:v>25.45</c:v>
                </c:pt>
                <c:pt idx="38636">
                  <c:v>25.4</c:v>
                </c:pt>
                <c:pt idx="38637">
                  <c:v>25.4</c:v>
                </c:pt>
                <c:pt idx="38638">
                  <c:v>25.4</c:v>
                </c:pt>
                <c:pt idx="38639">
                  <c:v>25.4</c:v>
                </c:pt>
                <c:pt idx="38640">
                  <c:v>25.4</c:v>
                </c:pt>
                <c:pt idx="38641">
                  <c:v>25.4</c:v>
                </c:pt>
                <c:pt idx="38642">
                  <c:v>25.4</c:v>
                </c:pt>
                <c:pt idx="38643">
                  <c:v>25.4</c:v>
                </c:pt>
                <c:pt idx="38644">
                  <c:v>25.4</c:v>
                </c:pt>
                <c:pt idx="38645">
                  <c:v>25.4</c:v>
                </c:pt>
                <c:pt idx="38646">
                  <c:v>25.4</c:v>
                </c:pt>
                <c:pt idx="38647">
                  <c:v>25.4</c:v>
                </c:pt>
                <c:pt idx="38648">
                  <c:v>25.4</c:v>
                </c:pt>
                <c:pt idx="38649">
                  <c:v>25.4</c:v>
                </c:pt>
                <c:pt idx="38650">
                  <c:v>25.4</c:v>
                </c:pt>
                <c:pt idx="38651">
                  <c:v>25.4</c:v>
                </c:pt>
                <c:pt idx="38652">
                  <c:v>25.4</c:v>
                </c:pt>
                <c:pt idx="38653">
                  <c:v>25.4</c:v>
                </c:pt>
                <c:pt idx="38654">
                  <c:v>25.4</c:v>
                </c:pt>
                <c:pt idx="38655">
                  <c:v>25.45</c:v>
                </c:pt>
                <c:pt idx="38656">
                  <c:v>25.4</c:v>
                </c:pt>
                <c:pt idx="38657">
                  <c:v>25.45</c:v>
                </c:pt>
                <c:pt idx="38658">
                  <c:v>25.4</c:v>
                </c:pt>
                <c:pt idx="38659">
                  <c:v>25.4</c:v>
                </c:pt>
                <c:pt idx="38660">
                  <c:v>25.45</c:v>
                </c:pt>
                <c:pt idx="38661">
                  <c:v>25.45</c:v>
                </c:pt>
                <c:pt idx="38662">
                  <c:v>25.4</c:v>
                </c:pt>
                <c:pt idx="38663">
                  <c:v>25.4</c:v>
                </c:pt>
                <c:pt idx="38664">
                  <c:v>25.4</c:v>
                </c:pt>
                <c:pt idx="38665">
                  <c:v>25.4</c:v>
                </c:pt>
                <c:pt idx="38666">
                  <c:v>25.4</c:v>
                </c:pt>
                <c:pt idx="38667">
                  <c:v>25.4</c:v>
                </c:pt>
                <c:pt idx="38668">
                  <c:v>25.4</c:v>
                </c:pt>
                <c:pt idx="38669">
                  <c:v>25.4</c:v>
                </c:pt>
                <c:pt idx="38670">
                  <c:v>25.45</c:v>
                </c:pt>
                <c:pt idx="38671">
                  <c:v>25.4</c:v>
                </c:pt>
                <c:pt idx="38672">
                  <c:v>25.4</c:v>
                </c:pt>
                <c:pt idx="38673">
                  <c:v>25.4</c:v>
                </c:pt>
                <c:pt idx="38674">
                  <c:v>25.4</c:v>
                </c:pt>
                <c:pt idx="38675">
                  <c:v>25.4</c:v>
                </c:pt>
                <c:pt idx="38676">
                  <c:v>25.4</c:v>
                </c:pt>
                <c:pt idx="38677">
                  <c:v>25.4</c:v>
                </c:pt>
                <c:pt idx="38678">
                  <c:v>25.4</c:v>
                </c:pt>
                <c:pt idx="38679">
                  <c:v>25.4</c:v>
                </c:pt>
                <c:pt idx="38680">
                  <c:v>25.4</c:v>
                </c:pt>
                <c:pt idx="38681">
                  <c:v>25.4</c:v>
                </c:pt>
                <c:pt idx="38682">
                  <c:v>25.4</c:v>
                </c:pt>
                <c:pt idx="38683">
                  <c:v>25.4</c:v>
                </c:pt>
                <c:pt idx="38684">
                  <c:v>25.4</c:v>
                </c:pt>
                <c:pt idx="38685">
                  <c:v>25.4</c:v>
                </c:pt>
                <c:pt idx="38686">
                  <c:v>25.4</c:v>
                </c:pt>
                <c:pt idx="38687">
                  <c:v>25.4</c:v>
                </c:pt>
                <c:pt idx="38688">
                  <c:v>25.4</c:v>
                </c:pt>
                <c:pt idx="38689">
                  <c:v>25.4</c:v>
                </c:pt>
                <c:pt idx="38690">
                  <c:v>25.4</c:v>
                </c:pt>
                <c:pt idx="38691">
                  <c:v>25.4</c:v>
                </c:pt>
                <c:pt idx="38692">
                  <c:v>25.4</c:v>
                </c:pt>
                <c:pt idx="38693">
                  <c:v>25.4</c:v>
                </c:pt>
                <c:pt idx="38694">
                  <c:v>25.4</c:v>
                </c:pt>
                <c:pt idx="38695">
                  <c:v>25.4</c:v>
                </c:pt>
                <c:pt idx="38696">
                  <c:v>25.4</c:v>
                </c:pt>
                <c:pt idx="38697">
                  <c:v>25.4</c:v>
                </c:pt>
                <c:pt idx="38698">
                  <c:v>25.4</c:v>
                </c:pt>
                <c:pt idx="38699">
                  <c:v>25.4</c:v>
                </c:pt>
                <c:pt idx="38700">
                  <c:v>25.4</c:v>
                </c:pt>
                <c:pt idx="38701">
                  <c:v>25.4</c:v>
                </c:pt>
                <c:pt idx="38702">
                  <c:v>25.4</c:v>
                </c:pt>
                <c:pt idx="38703">
                  <c:v>25.4</c:v>
                </c:pt>
                <c:pt idx="38704">
                  <c:v>25.4</c:v>
                </c:pt>
                <c:pt idx="38705">
                  <c:v>25.4</c:v>
                </c:pt>
                <c:pt idx="38706">
                  <c:v>25.4</c:v>
                </c:pt>
                <c:pt idx="38707">
                  <c:v>25.4</c:v>
                </c:pt>
                <c:pt idx="38708">
                  <c:v>25.4</c:v>
                </c:pt>
                <c:pt idx="38709">
                  <c:v>25.4</c:v>
                </c:pt>
                <c:pt idx="38710">
                  <c:v>25.4</c:v>
                </c:pt>
                <c:pt idx="38711">
                  <c:v>25.4</c:v>
                </c:pt>
                <c:pt idx="38712">
                  <c:v>25.4</c:v>
                </c:pt>
                <c:pt idx="38713">
                  <c:v>25.4</c:v>
                </c:pt>
                <c:pt idx="38714">
                  <c:v>25.4</c:v>
                </c:pt>
                <c:pt idx="38715">
                  <c:v>25.4</c:v>
                </c:pt>
                <c:pt idx="38716">
                  <c:v>25.4</c:v>
                </c:pt>
                <c:pt idx="38717">
                  <c:v>25.4</c:v>
                </c:pt>
                <c:pt idx="38718">
                  <c:v>25.4</c:v>
                </c:pt>
                <c:pt idx="38719">
                  <c:v>25.4</c:v>
                </c:pt>
                <c:pt idx="38720">
                  <c:v>25.4</c:v>
                </c:pt>
                <c:pt idx="38721">
                  <c:v>25.4</c:v>
                </c:pt>
                <c:pt idx="38722">
                  <c:v>25.4</c:v>
                </c:pt>
                <c:pt idx="38723">
                  <c:v>25.4</c:v>
                </c:pt>
                <c:pt idx="38724">
                  <c:v>25.4</c:v>
                </c:pt>
                <c:pt idx="38725">
                  <c:v>25.4</c:v>
                </c:pt>
                <c:pt idx="38726">
                  <c:v>25.4</c:v>
                </c:pt>
                <c:pt idx="38727">
                  <c:v>25.4</c:v>
                </c:pt>
                <c:pt idx="38728">
                  <c:v>25.4</c:v>
                </c:pt>
                <c:pt idx="38729">
                  <c:v>25.4</c:v>
                </c:pt>
                <c:pt idx="38730">
                  <c:v>25.4</c:v>
                </c:pt>
                <c:pt idx="38731">
                  <c:v>25.4</c:v>
                </c:pt>
                <c:pt idx="38732">
                  <c:v>25.4</c:v>
                </c:pt>
                <c:pt idx="38733">
                  <c:v>25.4</c:v>
                </c:pt>
                <c:pt idx="38734">
                  <c:v>25.4</c:v>
                </c:pt>
                <c:pt idx="38735">
                  <c:v>25.4</c:v>
                </c:pt>
                <c:pt idx="38736">
                  <c:v>25.4</c:v>
                </c:pt>
                <c:pt idx="38737">
                  <c:v>25.4</c:v>
                </c:pt>
                <c:pt idx="38738">
                  <c:v>25.4</c:v>
                </c:pt>
                <c:pt idx="38739">
                  <c:v>25.4</c:v>
                </c:pt>
                <c:pt idx="38740">
                  <c:v>25.4</c:v>
                </c:pt>
                <c:pt idx="38741">
                  <c:v>25.4</c:v>
                </c:pt>
                <c:pt idx="38742">
                  <c:v>25.4</c:v>
                </c:pt>
                <c:pt idx="38743">
                  <c:v>25.4</c:v>
                </c:pt>
                <c:pt idx="38744">
                  <c:v>25.4</c:v>
                </c:pt>
                <c:pt idx="38745">
                  <c:v>25.4</c:v>
                </c:pt>
                <c:pt idx="38746">
                  <c:v>25.4</c:v>
                </c:pt>
                <c:pt idx="38747">
                  <c:v>25.4</c:v>
                </c:pt>
                <c:pt idx="38748">
                  <c:v>25.4</c:v>
                </c:pt>
                <c:pt idx="38749">
                  <c:v>25.4</c:v>
                </c:pt>
                <c:pt idx="38750">
                  <c:v>25.4</c:v>
                </c:pt>
                <c:pt idx="38751">
                  <c:v>25.4</c:v>
                </c:pt>
                <c:pt idx="38752">
                  <c:v>25.4</c:v>
                </c:pt>
                <c:pt idx="38753">
                  <c:v>25.4</c:v>
                </c:pt>
                <c:pt idx="38754">
                  <c:v>25.4</c:v>
                </c:pt>
                <c:pt idx="38755">
                  <c:v>25.4</c:v>
                </c:pt>
                <c:pt idx="38756">
                  <c:v>25.4</c:v>
                </c:pt>
                <c:pt idx="38757">
                  <c:v>25.4</c:v>
                </c:pt>
                <c:pt idx="38758">
                  <c:v>25.4</c:v>
                </c:pt>
                <c:pt idx="38759">
                  <c:v>25.4</c:v>
                </c:pt>
                <c:pt idx="38760">
                  <c:v>25.4</c:v>
                </c:pt>
                <c:pt idx="38761">
                  <c:v>25.4</c:v>
                </c:pt>
                <c:pt idx="38762">
                  <c:v>25.4</c:v>
                </c:pt>
                <c:pt idx="38763">
                  <c:v>25.4</c:v>
                </c:pt>
                <c:pt idx="38764">
                  <c:v>25.4</c:v>
                </c:pt>
                <c:pt idx="38765">
                  <c:v>25.4</c:v>
                </c:pt>
                <c:pt idx="38766">
                  <c:v>25.4</c:v>
                </c:pt>
                <c:pt idx="38767">
                  <c:v>25.4</c:v>
                </c:pt>
                <c:pt idx="38768">
                  <c:v>25.4</c:v>
                </c:pt>
                <c:pt idx="38769">
                  <c:v>25.4</c:v>
                </c:pt>
                <c:pt idx="38770">
                  <c:v>25.4</c:v>
                </c:pt>
                <c:pt idx="38771">
                  <c:v>25.4</c:v>
                </c:pt>
                <c:pt idx="38772">
                  <c:v>25.4</c:v>
                </c:pt>
                <c:pt idx="38773">
                  <c:v>25.4</c:v>
                </c:pt>
                <c:pt idx="38774">
                  <c:v>25.4</c:v>
                </c:pt>
                <c:pt idx="38775">
                  <c:v>25.4</c:v>
                </c:pt>
                <c:pt idx="38776">
                  <c:v>25.4</c:v>
                </c:pt>
                <c:pt idx="38777">
                  <c:v>25.4</c:v>
                </c:pt>
                <c:pt idx="38778">
                  <c:v>25.4</c:v>
                </c:pt>
                <c:pt idx="38779">
                  <c:v>25.4</c:v>
                </c:pt>
                <c:pt idx="38780">
                  <c:v>25.4</c:v>
                </c:pt>
                <c:pt idx="38781">
                  <c:v>25.4</c:v>
                </c:pt>
                <c:pt idx="38782">
                  <c:v>25.4</c:v>
                </c:pt>
                <c:pt idx="38783">
                  <c:v>25.4</c:v>
                </c:pt>
                <c:pt idx="38784">
                  <c:v>25.4</c:v>
                </c:pt>
                <c:pt idx="38785">
                  <c:v>25.4</c:v>
                </c:pt>
                <c:pt idx="38786">
                  <c:v>25.4</c:v>
                </c:pt>
                <c:pt idx="38787">
                  <c:v>25.4</c:v>
                </c:pt>
                <c:pt idx="38788">
                  <c:v>25.4</c:v>
                </c:pt>
                <c:pt idx="38789">
                  <c:v>25.4</c:v>
                </c:pt>
                <c:pt idx="38790">
                  <c:v>25.4</c:v>
                </c:pt>
                <c:pt idx="38791">
                  <c:v>25.4</c:v>
                </c:pt>
                <c:pt idx="38792">
                  <c:v>25.4</c:v>
                </c:pt>
                <c:pt idx="38793">
                  <c:v>25.4</c:v>
                </c:pt>
                <c:pt idx="38794">
                  <c:v>25.4</c:v>
                </c:pt>
                <c:pt idx="38795">
                  <c:v>25.4</c:v>
                </c:pt>
                <c:pt idx="38796">
                  <c:v>25.4</c:v>
                </c:pt>
                <c:pt idx="38797">
                  <c:v>25.4</c:v>
                </c:pt>
                <c:pt idx="38798">
                  <c:v>25.4</c:v>
                </c:pt>
                <c:pt idx="38799">
                  <c:v>25.4</c:v>
                </c:pt>
                <c:pt idx="38800">
                  <c:v>25.4</c:v>
                </c:pt>
                <c:pt idx="38801">
                  <c:v>25.4</c:v>
                </c:pt>
                <c:pt idx="38802">
                  <c:v>25.4</c:v>
                </c:pt>
                <c:pt idx="38803">
                  <c:v>25.4</c:v>
                </c:pt>
                <c:pt idx="38804">
                  <c:v>25.4</c:v>
                </c:pt>
                <c:pt idx="38805">
                  <c:v>25.4</c:v>
                </c:pt>
                <c:pt idx="38806">
                  <c:v>25.4</c:v>
                </c:pt>
                <c:pt idx="38807">
                  <c:v>25.4</c:v>
                </c:pt>
                <c:pt idx="38808">
                  <c:v>25.4</c:v>
                </c:pt>
                <c:pt idx="38809">
                  <c:v>25.4</c:v>
                </c:pt>
                <c:pt idx="38810">
                  <c:v>25.4</c:v>
                </c:pt>
                <c:pt idx="38811">
                  <c:v>25.4</c:v>
                </c:pt>
                <c:pt idx="38812">
                  <c:v>25.4</c:v>
                </c:pt>
                <c:pt idx="38813">
                  <c:v>25.4</c:v>
                </c:pt>
                <c:pt idx="38814">
                  <c:v>25.4</c:v>
                </c:pt>
                <c:pt idx="38815">
                  <c:v>25.4</c:v>
                </c:pt>
                <c:pt idx="38816">
                  <c:v>25.4</c:v>
                </c:pt>
                <c:pt idx="38817">
                  <c:v>25.4</c:v>
                </c:pt>
                <c:pt idx="38818">
                  <c:v>25.4</c:v>
                </c:pt>
                <c:pt idx="38819">
                  <c:v>25.4</c:v>
                </c:pt>
                <c:pt idx="38820">
                  <c:v>25.4</c:v>
                </c:pt>
                <c:pt idx="38821">
                  <c:v>25.4</c:v>
                </c:pt>
                <c:pt idx="38822">
                  <c:v>25.4</c:v>
                </c:pt>
                <c:pt idx="38823">
                  <c:v>25.4</c:v>
                </c:pt>
                <c:pt idx="38824">
                  <c:v>25.4</c:v>
                </c:pt>
                <c:pt idx="38825">
                  <c:v>25.4</c:v>
                </c:pt>
                <c:pt idx="38826">
                  <c:v>25.4</c:v>
                </c:pt>
                <c:pt idx="38827">
                  <c:v>25.4</c:v>
                </c:pt>
                <c:pt idx="38828">
                  <c:v>25.4</c:v>
                </c:pt>
                <c:pt idx="38829">
                  <c:v>25.4</c:v>
                </c:pt>
                <c:pt idx="38830">
                  <c:v>25.4</c:v>
                </c:pt>
                <c:pt idx="38831">
                  <c:v>25.4</c:v>
                </c:pt>
                <c:pt idx="38832">
                  <c:v>25.4</c:v>
                </c:pt>
                <c:pt idx="38833">
                  <c:v>25.4</c:v>
                </c:pt>
                <c:pt idx="38834">
                  <c:v>25.4</c:v>
                </c:pt>
                <c:pt idx="38835">
                  <c:v>25.4</c:v>
                </c:pt>
                <c:pt idx="38836">
                  <c:v>25.4</c:v>
                </c:pt>
                <c:pt idx="38837">
                  <c:v>25.4</c:v>
                </c:pt>
                <c:pt idx="38838">
                  <c:v>25.4</c:v>
                </c:pt>
                <c:pt idx="38839">
                  <c:v>25.4</c:v>
                </c:pt>
                <c:pt idx="38840">
                  <c:v>25.4</c:v>
                </c:pt>
                <c:pt idx="38841">
                  <c:v>25.4</c:v>
                </c:pt>
                <c:pt idx="38842">
                  <c:v>25.4</c:v>
                </c:pt>
                <c:pt idx="38843">
                  <c:v>25.4</c:v>
                </c:pt>
                <c:pt idx="38844">
                  <c:v>25.4</c:v>
                </c:pt>
                <c:pt idx="38845">
                  <c:v>25.4</c:v>
                </c:pt>
                <c:pt idx="38846">
                  <c:v>25.4</c:v>
                </c:pt>
                <c:pt idx="38847">
                  <c:v>25.4</c:v>
                </c:pt>
                <c:pt idx="38848">
                  <c:v>25.4</c:v>
                </c:pt>
                <c:pt idx="38849">
                  <c:v>25.4</c:v>
                </c:pt>
                <c:pt idx="38850">
                  <c:v>25.4</c:v>
                </c:pt>
                <c:pt idx="38851">
                  <c:v>25.4</c:v>
                </c:pt>
                <c:pt idx="38852">
                  <c:v>25.4</c:v>
                </c:pt>
                <c:pt idx="38853">
                  <c:v>25.4</c:v>
                </c:pt>
                <c:pt idx="38854">
                  <c:v>25.4</c:v>
                </c:pt>
                <c:pt idx="38855">
                  <c:v>25.4</c:v>
                </c:pt>
                <c:pt idx="38856">
                  <c:v>25.4</c:v>
                </c:pt>
                <c:pt idx="38857">
                  <c:v>25.4</c:v>
                </c:pt>
                <c:pt idx="38858">
                  <c:v>25.4</c:v>
                </c:pt>
                <c:pt idx="38859">
                  <c:v>25.4</c:v>
                </c:pt>
                <c:pt idx="38860">
                  <c:v>25.4</c:v>
                </c:pt>
                <c:pt idx="38861">
                  <c:v>25.4</c:v>
                </c:pt>
                <c:pt idx="38862">
                  <c:v>25.4</c:v>
                </c:pt>
                <c:pt idx="38863">
                  <c:v>25.4</c:v>
                </c:pt>
                <c:pt idx="38864">
                  <c:v>25.4</c:v>
                </c:pt>
                <c:pt idx="38865">
                  <c:v>25.4</c:v>
                </c:pt>
                <c:pt idx="38866">
                  <c:v>25.4</c:v>
                </c:pt>
                <c:pt idx="38867">
                  <c:v>25.4</c:v>
                </c:pt>
                <c:pt idx="38868">
                  <c:v>25.4</c:v>
                </c:pt>
                <c:pt idx="38869">
                  <c:v>25.4</c:v>
                </c:pt>
                <c:pt idx="38870">
                  <c:v>25.4</c:v>
                </c:pt>
                <c:pt idx="38871">
                  <c:v>25.4</c:v>
                </c:pt>
                <c:pt idx="38872">
                  <c:v>25.4</c:v>
                </c:pt>
                <c:pt idx="38873">
                  <c:v>25.4</c:v>
                </c:pt>
                <c:pt idx="38874">
                  <c:v>25.4</c:v>
                </c:pt>
                <c:pt idx="38875">
                  <c:v>25.4</c:v>
                </c:pt>
                <c:pt idx="38876">
                  <c:v>25.4</c:v>
                </c:pt>
                <c:pt idx="38877">
                  <c:v>25.4</c:v>
                </c:pt>
                <c:pt idx="38878">
                  <c:v>25.4</c:v>
                </c:pt>
                <c:pt idx="38879">
                  <c:v>25.4</c:v>
                </c:pt>
                <c:pt idx="38880">
                  <c:v>25.4</c:v>
                </c:pt>
                <c:pt idx="38881">
                  <c:v>25.4</c:v>
                </c:pt>
                <c:pt idx="38882">
                  <c:v>25.4</c:v>
                </c:pt>
                <c:pt idx="38883">
                  <c:v>25.4</c:v>
                </c:pt>
                <c:pt idx="38884">
                  <c:v>25.4</c:v>
                </c:pt>
                <c:pt idx="38885">
                  <c:v>25.4</c:v>
                </c:pt>
                <c:pt idx="38886">
                  <c:v>25.4</c:v>
                </c:pt>
                <c:pt idx="38887">
                  <c:v>25.4</c:v>
                </c:pt>
                <c:pt idx="38888">
                  <c:v>25.4</c:v>
                </c:pt>
                <c:pt idx="38889">
                  <c:v>25.4</c:v>
                </c:pt>
                <c:pt idx="38890">
                  <c:v>25.4</c:v>
                </c:pt>
                <c:pt idx="38891">
                  <c:v>25.4</c:v>
                </c:pt>
                <c:pt idx="38892">
                  <c:v>25.4</c:v>
                </c:pt>
                <c:pt idx="38893">
                  <c:v>25.4</c:v>
                </c:pt>
                <c:pt idx="38894">
                  <c:v>25.4</c:v>
                </c:pt>
                <c:pt idx="38895">
                  <c:v>25.4</c:v>
                </c:pt>
                <c:pt idx="38896">
                  <c:v>25.4</c:v>
                </c:pt>
                <c:pt idx="38897">
                  <c:v>25.4</c:v>
                </c:pt>
                <c:pt idx="38898">
                  <c:v>25.4</c:v>
                </c:pt>
                <c:pt idx="38899">
                  <c:v>25.4</c:v>
                </c:pt>
                <c:pt idx="38900">
                  <c:v>25.4</c:v>
                </c:pt>
                <c:pt idx="38901">
                  <c:v>25.4</c:v>
                </c:pt>
                <c:pt idx="38902">
                  <c:v>25.4</c:v>
                </c:pt>
                <c:pt idx="38903">
                  <c:v>25.4</c:v>
                </c:pt>
                <c:pt idx="38904">
                  <c:v>25.4</c:v>
                </c:pt>
                <c:pt idx="38905">
                  <c:v>25.4</c:v>
                </c:pt>
                <c:pt idx="38906">
                  <c:v>25.4</c:v>
                </c:pt>
                <c:pt idx="38907">
                  <c:v>25.4</c:v>
                </c:pt>
                <c:pt idx="38908">
                  <c:v>25.4</c:v>
                </c:pt>
                <c:pt idx="38909">
                  <c:v>25.4</c:v>
                </c:pt>
                <c:pt idx="38910">
                  <c:v>25.4</c:v>
                </c:pt>
                <c:pt idx="38911">
                  <c:v>25.4</c:v>
                </c:pt>
                <c:pt idx="38912">
                  <c:v>25.4</c:v>
                </c:pt>
                <c:pt idx="38913">
                  <c:v>25.4</c:v>
                </c:pt>
                <c:pt idx="38914">
                  <c:v>25.4</c:v>
                </c:pt>
                <c:pt idx="38915">
                  <c:v>25.4</c:v>
                </c:pt>
                <c:pt idx="38916">
                  <c:v>25.4</c:v>
                </c:pt>
                <c:pt idx="38917">
                  <c:v>25.4</c:v>
                </c:pt>
                <c:pt idx="38918">
                  <c:v>25.4</c:v>
                </c:pt>
                <c:pt idx="38919">
                  <c:v>25.4</c:v>
                </c:pt>
                <c:pt idx="38920">
                  <c:v>25.4</c:v>
                </c:pt>
                <c:pt idx="38921">
                  <c:v>25.4</c:v>
                </c:pt>
                <c:pt idx="38922">
                  <c:v>25.4</c:v>
                </c:pt>
                <c:pt idx="38923">
                  <c:v>25.4</c:v>
                </c:pt>
                <c:pt idx="38924">
                  <c:v>25.4</c:v>
                </c:pt>
                <c:pt idx="38925">
                  <c:v>25.4</c:v>
                </c:pt>
                <c:pt idx="38926">
                  <c:v>25.4</c:v>
                </c:pt>
                <c:pt idx="38927">
                  <c:v>25.4</c:v>
                </c:pt>
                <c:pt idx="38928">
                  <c:v>25.4</c:v>
                </c:pt>
                <c:pt idx="38929">
                  <c:v>25.4</c:v>
                </c:pt>
                <c:pt idx="38930">
                  <c:v>25.4</c:v>
                </c:pt>
                <c:pt idx="38931">
                  <c:v>25.4</c:v>
                </c:pt>
                <c:pt idx="38932">
                  <c:v>25.4</c:v>
                </c:pt>
                <c:pt idx="38933">
                  <c:v>25.4</c:v>
                </c:pt>
                <c:pt idx="38934">
                  <c:v>25.4</c:v>
                </c:pt>
                <c:pt idx="38935">
                  <c:v>25.4</c:v>
                </c:pt>
                <c:pt idx="38936">
                  <c:v>25.4</c:v>
                </c:pt>
                <c:pt idx="38937">
                  <c:v>25.4</c:v>
                </c:pt>
                <c:pt idx="38938">
                  <c:v>25.4</c:v>
                </c:pt>
                <c:pt idx="38939">
                  <c:v>25.4</c:v>
                </c:pt>
                <c:pt idx="38940">
                  <c:v>25.4</c:v>
                </c:pt>
                <c:pt idx="38941">
                  <c:v>25.4</c:v>
                </c:pt>
                <c:pt idx="38942">
                  <c:v>25.4</c:v>
                </c:pt>
                <c:pt idx="38943">
                  <c:v>25.4</c:v>
                </c:pt>
                <c:pt idx="38944">
                  <c:v>25.4</c:v>
                </c:pt>
                <c:pt idx="38945">
                  <c:v>25.4</c:v>
                </c:pt>
                <c:pt idx="38946">
                  <c:v>25.4</c:v>
                </c:pt>
                <c:pt idx="38947">
                  <c:v>25.4</c:v>
                </c:pt>
                <c:pt idx="38948">
                  <c:v>25.4</c:v>
                </c:pt>
                <c:pt idx="38949">
                  <c:v>25.4</c:v>
                </c:pt>
                <c:pt idx="38950">
                  <c:v>25.4</c:v>
                </c:pt>
                <c:pt idx="38951">
                  <c:v>25.4</c:v>
                </c:pt>
                <c:pt idx="38952">
                  <c:v>25.4</c:v>
                </c:pt>
                <c:pt idx="38953">
                  <c:v>25.4</c:v>
                </c:pt>
                <c:pt idx="38954">
                  <c:v>25.4</c:v>
                </c:pt>
                <c:pt idx="38955">
                  <c:v>25.4</c:v>
                </c:pt>
                <c:pt idx="38956">
                  <c:v>25.4</c:v>
                </c:pt>
                <c:pt idx="38957">
                  <c:v>25.4</c:v>
                </c:pt>
                <c:pt idx="38958">
                  <c:v>25.4</c:v>
                </c:pt>
                <c:pt idx="38959">
                  <c:v>25.4</c:v>
                </c:pt>
                <c:pt idx="38960">
                  <c:v>25.4</c:v>
                </c:pt>
                <c:pt idx="38961">
                  <c:v>25.4</c:v>
                </c:pt>
                <c:pt idx="38962">
                  <c:v>25.4</c:v>
                </c:pt>
                <c:pt idx="38963">
                  <c:v>25.4</c:v>
                </c:pt>
                <c:pt idx="38964">
                  <c:v>25.4</c:v>
                </c:pt>
                <c:pt idx="38965">
                  <c:v>25.4</c:v>
                </c:pt>
                <c:pt idx="38966">
                  <c:v>25.4</c:v>
                </c:pt>
                <c:pt idx="38967">
                  <c:v>25.4</c:v>
                </c:pt>
                <c:pt idx="38968">
                  <c:v>25.4</c:v>
                </c:pt>
                <c:pt idx="38969">
                  <c:v>25.4</c:v>
                </c:pt>
                <c:pt idx="38970">
                  <c:v>25.4</c:v>
                </c:pt>
                <c:pt idx="38971">
                  <c:v>25.4</c:v>
                </c:pt>
                <c:pt idx="38972">
                  <c:v>25.4</c:v>
                </c:pt>
                <c:pt idx="38973">
                  <c:v>25.4</c:v>
                </c:pt>
                <c:pt idx="38974">
                  <c:v>25.4</c:v>
                </c:pt>
                <c:pt idx="38975">
                  <c:v>25.4</c:v>
                </c:pt>
                <c:pt idx="38976">
                  <c:v>25.4</c:v>
                </c:pt>
                <c:pt idx="38977">
                  <c:v>25.4</c:v>
                </c:pt>
                <c:pt idx="38978">
                  <c:v>25.4</c:v>
                </c:pt>
                <c:pt idx="38979">
                  <c:v>25.4</c:v>
                </c:pt>
                <c:pt idx="38980">
                  <c:v>25.4</c:v>
                </c:pt>
                <c:pt idx="38981">
                  <c:v>25.4</c:v>
                </c:pt>
                <c:pt idx="38982">
                  <c:v>25.4</c:v>
                </c:pt>
                <c:pt idx="38983">
                  <c:v>25.4</c:v>
                </c:pt>
                <c:pt idx="38984">
                  <c:v>25.4</c:v>
                </c:pt>
                <c:pt idx="38985">
                  <c:v>25.4</c:v>
                </c:pt>
                <c:pt idx="38986">
                  <c:v>25.4</c:v>
                </c:pt>
                <c:pt idx="38987">
                  <c:v>25.4</c:v>
                </c:pt>
                <c:pt idx="38988">
                  <c:v>25.4</c:v>
                </c:pt>
                <c:pt idx="38989">
                  <c:v>25.35</c:v>
                </c:pt>
                <c:pt idx="38990">
                  <c:v>25.35</c:v>
                </c:pt>
                <c:pt idx="38991">
                  <c:v>25.35</c:v>
                </c:pt>
                <c:pt idx="38992">
                  <c:v>25.35</c:v>
                </c:pt>
                <c:pt idx="38993">
                  <c:v>25.35</c:v>
                </c:pt>
                <c:pt idx="38994">
                  <c:v>25.35</c:v>
                </c:pt>
                <c:pt idx="38995">
                  <c:v>25.35</c:v>
                </c:pt>
                <c:pt idx="38996">
                  <c:v>25.35</c:v>
                </c:pt>
                <c:pt idx="38997">
                  <c:v>25.35</c:v>
                </c:pt>
                <c:pt idx="38998">
                  <c:v>25.35</c:v>
                </c:pt>
                <c:pt idx="38999">
                  <c:v>25.35</c:v>
                </c:pt>
                <c:pt idx="39000">
                  <c:v>25.35</c:v>
                </c:pt>
                <c:pt idx="39001">
                  <c:v>25.35</c:v>
                </c:pt>
                <c:pt idx="39002">
                  <c:v>25.35</c:v>
                </c:pt>
                <c:pt idx="39003">
                  <c:v>25.4</c:v>
                </c:pt>
                <c:pt idx="39004">
                  <c:v>25.4</c:v>
                </c:pt>
                <c:pt idx="39005">
                  <c:v>25.4</c:v>
                </c:pt>
                <c:pt idx="39006">
                  <c:v>25.4</c:v>
                </c:pt>
                <c:pt idx="39007">
                  <c:v>25.4</c:v>
                </c:pt>
                <c:pt idx="39008">
                  <c:v>25.35</c:v>
                </c:pt>
                <c:pt idx="39009">
                  <c:v>25.35</c:v>
                </c:pt>
                <c:pt idx="39010">
                  <c:v>25.35</c:v>
                </c:pt>
                <c:pt idx="39011">
                  <c:v>25.35</c:v>
                </c:pt>
                <c:pt idx="39012">
                  <c:v>25.35</c:v>
                </c:pt>
                <c:pt idx="39013">
                  <c:v>25.35</c:v>
                </c:pt>
                <c:pt idx="39014">
                  <c:v>25.35</c:v>
                </c:pt>
                <c:pt idx="39015">
                  <c:v>25.35</c:v>
                </c:pt>
                <c:pt idx="39016">
                  <c:v>25.35</c:v>
                </c:pt>
                <c:pt idx="39017">
                  <c:v>25.35</c:v>
                </c:pt>
                <c:pt idx="39018">
                  <c:v>25.35</c:v>
                </c:pt>
                <c:pt idx="39019">
                  <c:v>25.35</c:v>
                </c:pt>
                <c:pt idx="39020">
                  <c:v>25.35</c:v>
                </c:pt>
                <c:pt idx="39021">
                  <c:v>25.35</c:v>
                </c:pt>
                <c:pt idx="39022">
                  <c:v>25.35</c:v>
                </c:pt>
                <c:pt idx="39023">
                  <c:v>25.35</c:v>
                </c:pt>
                <c:pt idx="39024">
                  <c:v>25.35</c:v>
                </c:pt>
                <c:pt idx="39025">
                  <c:v>25.35</c:v>
                </c:pt>
                <c:pt idx="39026">
                  <c:v>25.35</c:v>
                </c:pt>
                <c:pt idx="39027">
                  <c:v>25.35</c:v>
                </c:pt>
                <c:pt idx="39028">
                  <c:v>25.35</c:v>
                </c:pt>
                <c:pt idx="39029">
                  <c:v>25.35</c:v>
                </c:pt>
                <c:pt idx="39030">
                  <c:v>25.35</c:v>
                </c:pt>
                <c:pt idx="39031">
                  <c:v>25.35</c:v>
                </c:pt>
                <c:pt idx="39032">
                  <c:v>25.35</c:v>
                </c:pt>
                <c:pt idx="39033">
                  <c:v>25.35</c:v>
                </c:pt>
                <c:pt idx="39034">
                  <c:v>25.35</c:v>
                </c:pt>
                <c:pt idx="39035">
                  <c:v>25.35</c:v>
                </c:pt>
                <c:pt idx="39036">
                  <c:v>25.35</c:v>
                </c:pt>
                <c:pt idx="39037">
                  <c:v>25.35</c:v>
                </c:pt>
                <c:pt idx="39038">
                  <c:v>25.35</c:v>
                </c:pt>
                <c:pt idx="39039">
                  <c:v>25.35</c:v>
                </c:pt>
                <c:pt idx="39040">
                  <c:v>25.35</c:v>
                </c:pt>
                <c:pt idx="39041">
                  <c:v>25.35</c:v>
                </c:pt>
                <c:pt idx="39042">
                  <c:v>25.35</c:v>
                </c:pt>
                <c:pt idx="39043">
                  <c:v>25.35</c:v>
                </c:pt>
                <c:pt idx="39044">
                  <c:v>25.35</c:v>
                </c:pt>
                <c:pt idx="39045">
                  <c:v>25.35</c:v>
                </c:pt>
                <c:pt idx="39046">
                  <c:v>25.35</c:v>
                </c:pt>
                <c:pt idx="39047">
                  <c:v>25.35</c:v>
                </c:pt>
                <c:pt idx="39048">
                  <c:v>25.35</c:v>
                </c:pt>
                <c:pt idx="39049">
                  <c:v>25.35</c:v>
                </c:pt>
                <c:pt idx="39050">
                  <c:v>25.35</c:v>
                </c:pt>
                <c:pt idx="39051">
                  <c:v>25.35</c:v>
                </c:pt>
                <c:pt idx="39052">
                  <c:v>25.35</c:v>
                </c:pt>
                <c:pt idx="39053">
                  <c:v>25.35</c:v>
                </c:pt>
                <c:pt idx="39054">
                  <c:v>25.35</c:v>
                </c:pt>
                <c:pt idx="39055">
                  <c:v>25.35</c:v>
                </c:pt>
                <c:pt idx="39056">
                  <c:v>25.35</c:v>
                </c:pt>
                <c:pt idx="39057">
                  <c:v>25.35</c:v>
                </c:pt>
                <c:pt idx="39058">
                  <c:v>25.35</c:v>
                </c:pt>
                <c:pt idx="39059">
                  <c:v>25.35</c:v>
                </c:pt>
                <c:pt idx="39060">
                  <c:v>25.35</c:v>
                </c:pt>
                <c:pt idx="39061">
                  <c:v>25.35</c:v>
                </c:pt>
                <c:pt idx="39062">
                  <c:v>25.35</c:v>
                </c:pt>
                <c:pt idx="39063">
                  <c:v>25.35</c:v>
                </c:pt>
                <c:pt idx="39064">
                  <c:v>25.35</c:v>
                </c:pt>
                <c:pt idx="39065">
                  <c:v>25.35</c:v>
                </c:pt>
                <c:pt idx="39066">
                  <c:v>25.35</c:v>
                </c:pt>
                <c:pt idx="39067">
                  <c:v>25.35</c:v>
                </c:pt>
                <c:pt idx="39068">
                  <c:v>25.35</c:v>
                </c:pt>
                <c:pt idx="39069">
                  <c:v>25.35</c:v>
                </c:pt>
                <c:pt idx="39070">
                  <c:v>25.35</c:v>
                </c:pt>
                <c:pt idx="39071">
                  <c:v>25.35</c:v>
                </c:pt>
                <c:pt idx="39072">
                  <c:v>25.35</c:v>
                </c:pt>
                <c:pt idx="39073">
                  <c:v>25.35</c:v>
                </c:pt>
                <c:pt idx="39074">
                  <c:v>25.35</c:v>
                </c:pt>
                <c:pt idx="39075">
                  <c:v>25.35</c:v>
                </c:pt>
                <c:pt idx="39076">
                  <c:v>25.35</c:v>
                </c:pt>
                <c:pt idx="39077">
                  <c:v>25.35</c:v>
                </c:pt>
                <c:pt idx="39078">
                  <c:v>25.35</c:v>
                </c:pt>
                <c:pt idx="39079">
                  <c:v>25.35</c:v>
                </c:pt>
                <c:pt idx="39080">
                  <c:v>25.35</c:v>
                </c:pt>
                <c:pt idx="39081">
                  <c:v>25.35</c:v>
                </c:pt>
                <c:pt idx="39082">
                  <c:v>25.35</c:v>
                </c:pt>
                <c:pt idx="39083">
                  <c:v>25.35</c:v>
                </c:pt>
                <c:pt idx="39084">
                  <c:v>25.35</c:v>
                </c:pt>
                <c:pt idx="39085">
                  <c:v>25.35</c:v>
                </c:pt>
                <c:pt idx="39086">
                  <c:v>25.35</c:v>
                </c:pt>
                <c:pt idx="39087">
                  <c:v>25.35</c:v>
                </c:pt>
                <c:pt idx="39088">
                  <c:v>25.35</c:v>
                </c:pt>
                <c:pt idx="39089">
                  <c:v>25.35</c:v>
                </c:pt>
                <c:pt idx="39090">
                  <c:v>25.35</c:v>
                </c:pt>
                <c:pt idx="39091">
                  <c:v>25.35</c:v>
                </c:pt>
                <c:pt idx="39092">
                  <c:v>25.35</c:v>
                </c:pt>
                <c:pt idx="39093">
                  <c:v>25.35</c:v>
                </c:pt>
                <c:pt idx="39094">
                  <c:v>25.35</c:v>
                </c:pt>
                <c:pt idx="39095">
                  <c:v>25.35</c:v>
                </c:pt>
                <c:pt idx="39096">
                  <c:v>25.35</c:v>
                </c:pt>
                <c:pt idx="39097">
                  <c:v>25.35</c:v>
                </c:pt>
                <c:pt idx="39098">
                  <c:v>25.35</c:v>
                </c:pt>
                <c:pt idx="39099">
                  <c:v>25.35</c:v>
                </c:pt>
                <c:pt idx="39100">
                  <c:v>25.35</c:v>
                </c:pt>
                <c:pt idx="39101">
                  <c:v>25.35</c:v>
                </c:pt>
                <c:pt idx="39102">
                  <c:v>25.35</c:v>
                </c:pt>
                <c:pt idx="39103">
                  <c:v>25.35</c:v>
                </c:pt>
                <c:pt idx="39104">
                  <c:v>25.35</c:v>
                </c:pt>
                <c:pt idx="39105">
                  <c:v>25.35</c:v>
                </c:pt>
                <c:pt idx="39106">
                  <c:v>25.35</c:v>
                </c:pt>
                <c:pt idx="39107">
                  <c:v>25.35</c:v>
                </c:pt>
                <c:pt idx="39108">
                  <c:v>25.35</c:v>
                </c:pt>
                <c:pt idx="39109">
                  <c:v>25.35</c:v>
                </c:pt>
                <c:pt idx="39110">
                  <c:v>25.35</c:v>
                </c:pt>
                <c:pt idx="39111">
                  <c:v>25.35</c:v>
                </c:pt>
                <c:pt idx="39112">
                  <c:v>25.35</c:v>
                </c:pt>
                <c:pt idx="39113">
                  <c:v>25.35</c:v>
                </c:pt>
                <c:pt idx="39114">
                  <c:v>25.35</c:v>
                </c:pt>
                <c:pt idx="39115">
                  <c:v>25.35</c:v>
                </c:pt>
                <c:pt idx="39116">
                  <c:v>25.35</c:v>
                </c:pt>
                <c:pt idx="39117">
                  <c:v>25.35</c:v>
                </c:pt>
                <c:pt idx="39118">
                  <c:v>25.35</c:v>
                </c:pt>
                <c:pt idx="39119">
                  <c:v>25.35</c:v>
                </c:pt>
                <c:pt idx="39120">
                  <c:v>25.35</c:v>
                </c:pt>
                <c:pt idx="39121">
                  <c:v>25.35</c:v>
                </c:pt>
                <c:pt idx="39122">
                  <c:v>25.35</c:v>
                </c:pt>
                <c:pt idx="39123">
                  <c:v>25.35</c:v>
                </c:pt>
                <c:pt idx="39124">
                  <c:v>25.35</c:v>
                </c:pt>
                <c:pt idx="39125">
                  <c:v>25.35</c:v>
                </c:pt>
                <c:pt idx="39126">
                  <c:v>25.35</c:v>
                </c:pt>
                <c:pt idx="39127">
                  <c:v>25.35</c:v>
                </c:pt>
                <c:pt idx="39128">
                  <c:v>25.35</c:v>
                </c:pt>
                <c:pt idx="39129">
                  <c:v>25.35</c:v>
                </c:pt>
                <c:pt idx="39130">
                  <c:v>25.35</c:v>
                </c:pt>
                <c:pt idx="39131">
                  <c:v>25.35</c:v>
                </c:pt>
                <c:pt idx="39132">
                  <c:v>25.35</c:v>
                </c:pt>
                <c:pt idx="39133">
                  <c:v>25.35</c:v>
                </c:pt>
                <c:pt idx="39134">
                  <c:v>25.35</c:v>
                </c:pt>
                <c:pt idx="39135">
                  <c:v>25.4</c:v>
                </c:pt>
                <c:pt idx="39136">
                  <c:v>25.35</c:v>
                </c:pt>
                <c:pt idx="39137">
                  <c:v>25.35</c:v>
                </c:pt>
                <c:pt idx="39138">
                  <c:v>25.35</c:v>
                </c:pt>
                <c:pt idx="39139">
                  <c:v>25.35</c:v>
                </c:pt>
                <c:pt idx="39140">
                  <c:v>25.35</c:v>
                </c:pt>
                <c:pt idx="39141">
                  <c:v>25.35</c:v>
                </c:pt>
                <c:pt idx="39142">
                  <c:v>25.35</c:v>
                </c:pt>
                <c:pt idx="39143">
                  <c:v>25.35</c:v>
                </c:pt>
                <c:pt idx="39144">
                  <c:v>25.35</c:v>
                </c:pt>
                <c:pt idx="39145">
                  <c:v>25.35</c:v>
                </c:pt>
                <c:pt idx="39146">
                  <c:v>25.35</c:v>
                </c:pt>
                <c:pt idx="39147">
                  <c:v>25.35</c:v>
                </c:pt>
                <c:pt idx="39148">
                  <c:v>25.35</c:v>
                </c:pt>
                <c:pt idx="39149">
                  <c:v>25.35</c:v>
                </c:pt>
                <c:pt idx="39150">
                  <c:v>25.35</c:v>
                </c:pt>
                <c:pt idx="39151">
                  <c:v>25.35</c:v>
                </c:pt>
                <c:pt idx="39152">
                  <c:v>25.35</c:v>
                </c:pt>
                <c:pt idx="39153">
                  <c:v>25.35</c:v>
                </c:pt>
                <c:pt idx="39154">
                  <c:v>25.35</c:v>
                </c:pt>
                <c:pt idx="39155">
                  <c:v>25.35</c:v>
                </c:pt>
                <c:pt idx="39156">
                  <c:v>25.35</c:v>
                </c:pt>
                <c:pt idx="39157">
                  <c:v>25.35</c:v>
                </c:pt>
                <c:pt idx="39158">
                  <c:v>25.35</c:v>
                </c:pt>
                <c:pt idx="39159">
                  <c:v>25.35</c:v>
                </c:pt>
                <c:pt idx="39160">
                  <c:v>25.35</c:v>
                </c:pt>
                <c:pt idx="39161">
                  <c:v>25.35</c:v>
                </c:pt>
                <c:pt idx="39162">
                  <c:v>25.35</c:v>
                </c:pt>
                <c:pt idx="39163">
                  <c:v>25.35</c:v>
                </c:pt>
                <c:pt idx="39164">
                  <c:v>25.35</c:v>
                </c:pt>
                <c:pt idx="39165">
                  <c:v>25.35</c:v>
                </c:pt>
                <c:pt idx="39166">
                  <c:v>25.35</c:v>
                </c:pt>
                <c:pt idx="39167">
                  <c:v>25.35</c:v>
                </c:pt>
                <c:pt idx="39168">
                  <c:v>25.35</c:v>
                </c:pt>
                <c:pt idx="39169">
                  <c:v>25.35</c:v>
                </c:pt>
                <c:pt idx="39170">
                  <c:v>25.35</c:v>
                </c:pt>
                <c:pt idx="39171">
                  <c:v>25.35</c:v>
                </c:pt>
                <c:pt idx="39172">
                  <c:v>25.35</c:v>
                </c:pt>
                <c:pt idx="39173">
                  <c:v>25.35</c:v>
                </c:pt>
                <c:pt idx="39174">
                  <c:v>25.35</c:v>
                </c:pt>
                <c:pt idx="39175">
                  <c:v>25.35</c:v>
                </c:pt>
                <c:pt idx="39176">
                  <c:v>25.35</c:v>
                </c:pt>
                <c:pt idx="39177">
                  <c:v>25.35</c:v>
                </c:pt>
                <c:pt idx="39178">
                  <c:v>25.35</c:v>
                </c:pt>
                <c:pt idx="39179">
                  <c:v>25.35</c:v>
                </c:pt>
                <c:pt idx="39180">
                  <c:v>25.35</c:v>
                </c:pt>
                <c:pt idx="39181">
                  <c:v>25.35</c:v>
                </c:pt>
                <c:pt idx="39182">
                  <c:v>25.35</c:v>
                </c:pt>
                <c:pt idx="39183">
                  <c:v>25.35</c:v>
                </c:pt>
                <c:pt idx="39184">
                  <c:v>25.35</c:v>
                </c:pt>
                <c:pt idx="39185">
                  <c:v>25.35</c:v>
                </c:pt>
                <c:pt idx="39186">
                  <c:v>25.35</c:v>
                </c:pt>
                <c:pt idx="39187">
                  <c:v>25.35</c:v>
                </c:pt>
                <c:pt idx="39188">
                  <c:v>25.35</c:v>
                </c:pt>
                <c:pt idx="39189">
                  <c:v>25.35</c:v>
                </c:pt>
                <c:pt idx="39190">
                  <c:v>25.35</c:v>
                </c:pt>
                <c:pt idx="39191">
                  <c:v>25.35</c:v>
                </c:pt>
                <c:pt idx="39192">
                  <c:v>25.35</c:v>
                </c:pt>
                <c:pt idx="39193">
                  <c:v>25.35</c:v>
                </c:pt>
                <c:pt idx="39194">
                  <c:v>25.35</c:v>
                </c:pt>
                <c:pt idx="39195">
                  <c:v>25.35</c:v>
                </c:pt>
                <c:pt idx="39196">
                  <c:v>25.35</c:v>
                </c:pt>
                <c:pt idx="39197">
                  <c:v>25.35</c:v>
                </c:pt>
                <c:pt idx="39198">
                  <c:v>25.35</c:v>
                </c:pt>
                <c:pt idx="39199">
                  <c:v>25.35</c:v>
                </c:pt>
                <c:pt idx="39200">
                  <c:v>25.35</c:v>
                </c:pt>
                <c:pt idx="39201">
                  <c:v>25.35</c:v>
                </c:pt>
                <c:pt idx="39202">
                  <c:v>25.35</c:v>
                </c:pt>
                <c:pt idx="39203">
                  <c:v>25.35</c:v>
                </c:pt>
                <c:pt idx="39204">
                  <c:v>25.35</c:v>
                </c:pt>
                <c:pt idx="39205">
                  <c:v>25.35</c:v>
                </c:pt>
                <c:pt idx="39206">
                  <c:v>25.35</c:v>
                </c:pt>
                <c:pt idx="39207">
                  <c:v>25.35</c:v>
                </c:pt>
                <c:pt idx="39208">
                  <c:v>25.35</c:v>
                </c:pt>
                <c:pt idx="39209">
                  <c:v>25.35</c:v>
                </c:pt>
                <c:pt idx="39210">
                  <c:v>25.35</c:v>
                </c:pt>
                <c:pt idx="39211">
                  <c:v>25.35</c:v>
                </c:pt>
                <c:pt idx="39212">
                  <c:v>25.35</c:v>
                </c:pt>
                <c:pt idx="39213">
                  <c:v>25.35</c:v>
                </c:pt>
                <c:pt idx="39214">
                  <c:v>25.35</c:v>
                </c:pt>
                <c:pt idx="39215">
                  <c:v>25.35</c:v>
                </c:pt>
                <c:pt idx="39216">
                  <c:v>25.35</c:v>
                </c:pt>
                <c:pt idx="39217">
                  <c:v>25.35</c:v>
                </c:pt>
                <c:pt idx="39218">
                  <c:v>25.35</c:v>
                </c:pt>
                <c:pt idx="39219">
                  <c:v>25.35</c:v>
                </c:pt>
                <c:pt idx="39220">
                  <c:v>25.35</c:v>
                </c:pt>
                <c:pt idx="39221">
                  <c:v>25.35</c:v>
                </c:pt>
                <c:pt idx="39222">
                  <c:v>25.35</c:v>
                </c:pt>
                <c:pt idx="39223">
                  <c:v>25.35</c:v>
                </c:pt>
                <c:pt idx="39224">
                  <c:v>25.35</c:v>
                </c:pt>
                <c:pt idx="39225">
                  <c:v>25.35</c:v>
                </c:pt>
                <c:pt idx="39226">
                  <c:v>25.35</c:v>
                </c:pt>
                <c:pt idx="39227">
                  <c:v>25.35</c:v>
                </c:pt>
                <c:pt idx="39228">
                  <c:v>25.35</c:v>
                </c:pt>
                <c:pt idx="39229">
                  <c:v>25.35</c:v>
                </c:pt>
                <c:pt idx="39230">
                  <c:v>25.35</c:v>
                </c:pt>
                <c:pt idx="39231">
                  <c:v>25.35</c:v>
                </c:pt>
                <c:pt idx="39232">
                  <c:v>25.35</c:v>
                </c:pt>
                <c:pt idx="39233">
                  <c:v>25.35</c:v>
                </c:pt>
                <c:pt idx="39234">
                  <c:v>25.35</c:v>
                </c:pt>
                <c:pt idx="39235">
                  <c:v>25.35</c:v>
                </c:pt>
                <c:pt idx="39236">
                  <c:v>25.35</c:v>
                </c:pt>
                <c:pt idx="39237">
                  <c:v>25.35</c:v>
                </c:pt>
                <c:pt idx="39238">
                  <c:v>25.35</c:v>
                </c:pt>
                <c:pt idx="39239">
                  <c:v>25.35</c:v>
                </c:pt>
                <c:pt idx="39240">
                  <c:v>25.35</c:v>
                </c:pt>
                <c:pt idx="39241">
                  <c:v>25.35</c:v>
                </c:pt>
                <c:pt idx="39242">
                  <c:v>25.35</c:v>
                </c:pt>
                <c:pt idx="39243">
                  <c:v>25.35</c:v>
                </c:pt>
                <c:pt idx="39244">
                  <c:v>25.35</c:v>
                </c:pt>
                <c:pt idx="39245">
                  <c:v>25.35</c:v>
                </c:pt>
                <c:pt idx="39246">
                  <c:v>25.35</c:v>
                </c:pt>
                <c:pt idx="39247">
                  <c:v>25.35</c:v>
                </c:pt>
                <c:pt idx="39248">
                  <c:v>25.35</c:v>
                </c:pt>
                <c:pt idx="39249">
                  <c:v>25.35</c:v>
                </c:pt>
                <c:pt idx="39250">
                  <c:v>25.35</c:v>
                </c:pt>
                <c:pt idx="39251">
                  <c:v>25.35</c:v>
                </c:pt>
                <c:pt idx="39252">
                  <c:v>25.35</c:v>
                </c:pt>
                <c:pt idx="39253">
                  <c:v>25.35</c:v>
                </c:pt>
                <c:pt idx="39254">
                  <c:v>25.35</c:v>
                </c:pt>
                <c:pt idx="39255">
                  <c:v>25.35</c:v>
                </c:pt>
                <c:pt idx="39256">
                  <c:v>25.35</c:v>
                </c:pt>
                <c:pt idx="39257">
                  <c:v>25.35</c:v>
                </c:pt>
                <c:pt idx="39258">
                  <c:v>25.35</c:v>
                </c:pt>
                <c:pt idx="39259">
                  <c:v>25.35</c:v>
                </c:pt>
                <c:pt idx="39260">
                  <c:v>25.35</c:v>
                </c:pt>
                <c:pt idx="39261">
                  <c:v>25.35</c:v>
                </c:pt>
                <c:pt idx="39262">
                  <c:v>25.35</c:v>
                </c:pt>
                <c:pt idx="39263">
                  <c:v>25.35</c:v>
                </c:pt>
                <c:pt idx="39264">
                  <c:v>25.35</c:v>
                </c:pt>
                <c:pt idx="39265">
                  <c:v>25.35</c:v>
                </c:pt>
                <c:pt idx="39266">
                  <c:v>25.35</c:v>
                </c:pt>
                <c:pt idx="39267">
                  <c:v>25.35</c:v>
                </c:pt>
                <c:pt idx="39268">
                  <c:v>25.35</c:v>
                </c:pt>
                <c:pt idx="39269">
                  <c:v>25.35</c:v>
                </c:pt>
                <c:pt idx="39270">
                  <c:v>25.35</c:v>
                </c:pt>
                <c:pt idx="39271">
                  <c:v>25.35</c:v>
                </c:pt>
                <c:pt idx="39272">
                  <c:v>25.35</c:v>
                </c:pt>
                <c:pt idx="39273">
                  <c:v>25.35</c:v>
                </c:pt>
                <c:pt idx="39274">
                  <c:v>25.35</c:v>
                </c:pt>
                <c:pt idx="39275">
                  <c:v>25.35</c:v>
                </c:pt>
                <c:pt idx="39276">
                  <c:v>25.35</c:v>
                </c:pt>
                <c:pt idx="39277">
                  <c:v>25.35</c:v>
                </c:pt>
                <c:pt idx="39278">
                  <c:v>25.35</c:v>
                </c:pt>
                <c:pt idx="39279">
                  <c:v>25.35</c:v>
                </c:pt>
                <c:pt idx="39280">
                  <c:v>25.35</c:v>
                </c:pt>
                <c:pt idx="39281">
                  <c:v>25.35</c:v>
                </c:pt>
                <c:pt idx="39282">
                  <c:v>25.35</c:v>
                </c:pt>
                <c:pt idx="39283">
                  <c:v>25.35</c:v>
                </c:pt>
                <c:pt idx="39284">
                  <c:v>25.35</c:v>
                </c:pt>
                <c:pt idx="39285">
                  <c:v>25.35</c:v>
                </c:pt>
                <c:pt idx="39286">
                  <c:v>25.35</c:v>
                </c:pt>
                <c:pt idx="39287">
                  <c:v>25.35</c:v>
                </c:pt>
                <c:pt idx="39288">
                  <c:v>25.35</c:v>
                </c:pt>
                <c:pt idx="39289">
                  <c:v>25.35</c:v>
                </c:pt>
                <c:pt idx="39290">
                  <c:v>25.35</c:v>
                </c:pt>
                <c:pt idx="39291">
                  <c:v>25.35</c:v>
                </c:pt>
                <c:pt idx="39292">
                  <c:v>25.35</c:v>
                </c:pt>
                <c:pt idx="39293">
                  <c:v>25.35</c:v>
                </c:pt>
                <c:pt idx="39294">
                  <c:v>25.35</c:v>
                </c:pt>
                <c:pt idx="39295">
                  <c:v>25.35</c:v>
                </c:pt>
                <c:pt idx="39296">
                  <c:v>25.35</c:v>
                </c:pt>
                <c:pt idx="39297">
                  <c:v>25.35</c:v>
                </c:pt>
                <c:pt idx="39298">
                  <c:v>25.35</c:v>
                </c:pt>
                <c:pt idx="39299">
                  <c:v>25.35</c:v>
                </c:pt>
                <c:pt idx="39300">
                  <c:v>25.35</c:v>
                </c:pt>
                <c:pt idx="39301">
                  <c:v>25.35</c:v>
                </c:pt>
                <c:pt idx="39302">
                  <c:v>25.35</c:v>
                </c:pt>
                <c:pt idx="39303">
                  <c:v>25.35</c:v>
                </c:pt>
                <c:pt idx="39304">
                  <c:v>25.35</c:v>
                </c:pt>
                <c:pt idx="39305">
                  <c:v>25.35</c:v>
                </c:pt>
                <c:pt idx="39306">
                  <c:v>25.35</c:v>
                </c:pt>
                <c:pt idx="39307">
                  <c:v>25.35</c:v>
                </c:pt>
                <c:pt idx="39308">
                  <c:v>25.35</c:v>
                </c:pt>
                <c:pt idx="39309">
                  <c:v>25.35</c:v>
                </c:pt>
                <c:pt idx="39310">
                  <c:v>25.35</c:v>
                </c:pt>
                <c:pt idx="39311">
                  <c:v>25.35</c:v>
                </c:pt>
                <c:pt idx="39312">
                  <c:v>25.35</c:v>
                </c:pt>
                <c:pt idx="39313">
                  <c:v>25.35</c:v>
                </c:pt>
                <c:pt idx="39314">
                  <c:v>25.35</c:v>
                </c:pt>
                <c:pt idx="39315">
                  <c:v>25.35</c:v>
                </c:pt>
                <c:pt idx="39316">
                  <c:v>25.35</c:v>
                </c:pt>
                <c:pt idx="39317">
                  <c:v>25.35</c:v>
                </c:pt>
                <c:pt idx="39318">
                  <c:v>25.35</c:v>
                </c:pt>
                <c:pt idx="39319">
                  <c:v>25.35</c:v>
                </c:pt>
                <c:pt idx="39320">
                  <c:v>25.35</c:v>
                </c:pt>
                <c:pt idx="39321">
                  <c:v>25.35</c:v>
                </c:pt>
                <c:pt idx="39322">
                  <c:v>25.35</c:v>
                </c:pt>
                <c:pt idx="39323">
                  <c:v>25.35</c:v>
                </c:pt>
                <c:pt idx="39324">
                  <c:v>25.35</c:v>
                </c:pt>
                <c:pt idx="39325">
                  <c:v>25.35</c:v>
                </c:pt>
                <c:pt idx="39326">
                  <c:v>25.35</c:v>
                </c:pt>
                <c:pt idx="39327">
                  <c:v>25.35</c:v>
                </c:pt>
                <c:pt idx="39328">
                  <c:v>25.35</c:v>
                </c:pt>
                <c:pt idx="39329">
                  <c:v>25.35</c:v>
                </c:pt>
                <c:pt idx="39330">
                  <c:v>25.35</c:v>
                </c:pt>
                <c:pt idx="39331">
                  <c:v>25.35</c:v>
                </c:pt>
                <c:pt idx="39332">
                  <c:v>25.35</c:v>
                </c:pt>
                <c:pt idx="39333">
                  <c:v>25.35</c:v>
                </c:pt>
                <c:pt idx="39334">
                  <c:v>25.35</c:v>
                </c:pt>
                <c:pt idx="39335">
                  <c:v>25.35</c:v>
                </c:pt>
                <c:pt idx="39336">
                  <c:v>25.35</c:v>
                </c:pt>
                <c:pt idx="39337">
                  <c:v>25.35</c:v>
                </c:pt>
                <c:pt idx="39338">
                  <c:v>25.35</c:v>
                </c:pt>
                <c:pt idx="39339">
                  <c:v>25.35</c:v>
                </c:pt>
                <c:pt idx="39340">
                  <c:v>25.35</c:v>
                </c:pt>
                <c:pt idx="39341">
                  <c:v>25.35</c:v>
                </c:pt>
                <c:pt idx="39342">
                  <c:v>25.35</c:v>
                </c:pt>
                <c:pt idx="39343">
                  <c:v>25.35</c:v>
                </c:pt>
                <c:pt idx="39344">
                  <c:v>25.35</c:v>
                </c:pt>
                <c:pt idx="39345">
                  <c:v>25.35</c:v>
                </c:pt>
                <c:pt idx="39346">
                  <c:v>25.35</c:v>
                </c:pt>
                <c:pt idx="39347">
                  <c:v>25.35</c:v>
                </c:pt>
                <c:pt idx="39348">
                  <c:v>25.35</c:v>
                </c:pt>
                <c:pt idx="39349">
                  <c:v>25.35</c:v>
                </c:pt>
                <c:pt idx="39350">
                  <c:v>25.35</c:v>
                </c:pt>
                <c:pt idx="39351">
                  <c:v>25.35</c:v>
                </c:pt>
                <c:pt idx="39352">
                  <c:v>25.35</c:v>
                </c:pt>
                <c:pt idx="39353">
                  <c:v>25.35</c:v>
                </c:pt>
                <c:pt idx="39354">
                  <c:v>25.35</c:v>
                </c:pt>
                <c:pt idx="39355">
                  <c:v>25.35</c:v>
                </c:pt>
                <c:pt idx="39356">
                  <c:v>25.35</c:v>
                </c:pt>
                <c:pt idx="39357">
                  <c:v>25.35</c:v>
                </c:pt>
                <c:pt idx="39358">
                  <c:v>25.35</c:v>
                </c:pt>
                <c:pt idx="39359">
                  <c:v>25.35</c:v>
                </c:pt>
                <c:pt idx="39360">
                  <c:v>25.35</c:v>
                </c:pt>
                <c:pt idx="39361">
                  <c:v>25.35</c:v>
                </c:pt>
                <c:pt idx="39362">
                  <c:v>25.35</c:v>
                </c:pt>
                <c:pt idx="39363">
                  <c:v>25.35</c:v>
                </c:pt>
                <c:pt idx="39364">
                  <c:v>25.35</c:v>
                </c:pt>
                <c:pt idx="39365">
                  <c:v>25.35</c:v>
                </c:pt>
                <c:pt idx="39366">
                  <c:v>25.35</c:v>
                </c:pt>
                <c:pt idx="39367">
                  <c:v>25.35</c:v>
                </c:pt>
                <c:pt idx="39368">
                  <c:v>25.35</c:v>
                </c:pt>
                <c:pt idx="39369">
                  <c:v>25.35</c:v>
                </c:pt>
                <c:pt idx="39370">
                  <c:v>25.35</c:v>
                </c:pt>
                <c:pt idx="39371">
                  <c:v>25.35</c:v>
                </c:pt>
                <c:pt idx="39372">
                  <c:v>25.35</c:v>
                </c:pt>
                <c:pt idx="39373">
                  <c:v>25.35</c:v>
                </c:pt>
                <c:pt idx="39374">
                  <c:v>25.35</c:v>
                </c:pt>
                <c:pt idx="39375">
                  <c:v>25.35</c:v>
                </c:pt>
                <c:pt idx="39376">
                  <c:v>25.35</c:v>
                </c:pt>
                <c:pt idx="39377">
                  <c:v>25.35</c:v>
                </c:pt>
                <c:pt idx="39378">
                  <c:v>25.35</c:v>
                </c:pt>
                <c:pt idx="39379">
                  <c:v>25.35</c:v>
                </c:pt>
                <c:pt idx="39380">
                  <c:v>25.35</c:v>
                </c:pt>
                <c:pt idx="39381">
                  <c:v>25.35</c:v>
                </c:pt>
                <c:pt idx="39382">
                  <c:v>25.35</c:v>
                </c:pt>
                <c:pt idx="39383">
                  <c:v>25.35</c:v>
                </c:pt>
                <c:pt idx="39384">
                  <c:v>25.35</c:v>
                </c:pt>
                <c:pt idx="39385">
                  <c:v>25.35</c:v>
                </c:pt>
                <c:pt idx="39386">
                  <c:v>25.35</c:v>
                </c:pt>
                <c:pt idx="39387">
                  <c:v>25.35</c:v>
                </c:pt>
                <c:pt idx="39388">
                  <c:v>25.35</c:v>
                </c:pt>
                <c:pt idx="39389">
                  <c:v>25.35</c:v>
                </c:pt>
                <c:pt idx="39390">
                  <c:v>25.35</c:v>
                </c:pt>
                <c:pt idx="39391">
                  <c:v>25.35</c:v>
                </c:pt>
                <c:pt idx="39392">
                  <c:v>25.35</c:v>
                </c:pt>
                <c:pt idx="39393">
                  <c:v>25.35</c:v>
                </c:pt>
                <c:pt idx="39394">
                  <c:v>25.35</c:v>
                </c:pt>
                <c:pt idx="39395">
                  <c:v>25.35</c:v>
                </c:pt>
                <c:pt idx="39396">
                  <c:v>25.35</c:v>
                </c:pt>
                <c:pt idx="39397">
                  <c:v>25.35</c:v>
                </c:pt>
                <c:pt idx="39398">
                  <c:v>25.35</c:v>
                </c:pt>
                <c:pt idx="39399">
                  <c:v>25.35</c:v>
                </c:pt>
                <c:pt idx="39400">
                  <c:v>25.35</c:v>
                </c:pt>
                <c:pt idx="39401">
                  <c:v>25.35</c:v>
                </c:pt>
                <c:pt idx="39402">
                  <c:v>25.35</c:v>
                </c:pt>
                <c:pt idx="39403">
                  <c:v>25.35</c:v>
                </c:pt>
                <c:pt idx="39404">
                  <c:v>25.35</c:v>
                </c:pt>
                <c:pt idx="39405">
                  <c:v>25.35</c:v>
                </c:pt>
                <c:pt idx="39406">
                  <c:v>25.35</c:v>
                </c:pt>
                <c:pt idx="39407">
                  <c:v>25.35</c:v>
                </c:pt>
                <c:pt idx="39408">
                  <c:v>25.35</c:v>
                </c:pt>
                <c:pt idx="39409">
                  <c:v>25.35</c:v>
                </c:pt>
                <c:pt idx="39410">
                  <c:v>25.35</c:v>
                </c:pt>
                <c:pt idx="39411">
                  <c:v>25.35</c:v>
                </c:pt>
                <c:pt idx="39412">
                  <c:v>25.35</c:v>
                </c:pt>
                <c:pt idx="39413">
                  <c:v>25.35</c:v>
                </c:pt>
                <c:pt idx="39414">
                  <c:v>25.35</c:v>
                </c:pt>
                <c:pt idx="39415">
                  <c:v>25.35</c:v>
                </c:pt>
                <c:pt idx="39416">
                  <c:v>25.35</c:v>
                </c:pt>
                <c:pt idx="39417">
                  <c:v>25.35</c:v>
                </c:pt>
                <c:pt idx="39418">
                  <c:v>25.35</c:v>
                </c:pt>
                <c:pt idx="39419">
                  <c:v>25.35</c:v>
                </c:pt>
                <c:pt idx="39420">
                  <c:v>25.35</c:v>
                </c:pt>
                <c:pt idx="39421">
                  <c:v>25.35</c:v>
                </c:pt>
                <c:pt idx="39422">
                  <c:v>25.35</c:v>
                </c:pt>
                <c:pt idx="39423">
                  <c:v>25.35</c:v>
                </c:pt>
                <c:pt idx="39424">
                  <c:v>25.35</c:v>
                </c:pt>
                <c:pt idx="39425">
                  <c:v>25.35</c:v>
                </c:pt>
                <c:pt idx="39426">
                  <c:v>25.35</c:v>
                </c:pt>
                <c:pt idx="39427">
                  <c:v>25.35</c:v>
                </c:pt>
                <c:pt idx="39428">
                  <c:v>25.35</c:v>
                </c:pt>
                <c:pt idx="39429">
                  <c:v>25.35</c:v>
                </c:pt>
                <c:pt idx="39430">
                  <c:v>25.35</c:v>
                </c:pt>
                <c:pt idx="39431">
                  <c:v>25.35</c:v>
                </c:pt>
                <c:pt idx="39432">
                  <c:v>25.35</c:v>
                </c:pt>
                <c:pt idx="39433">
                  <c:v>25.35</c:v>
                </c:pt>
                <c:pt idx="39434">
                  <c:v>25.35</c:v>
                </c:pt>
                <c:pt idx="39435">
                  <c:v>25.35</c:v>
                </c:pt>
                <c:pt idx="39436">
                  <c:v>25.35</c:v>
                </c:pt>
                <c:pt idx="39437">
                  <c:v>25.35</c:v>
                </c:pt>
                <c:pt idx="39438">
                  <c:v>25.35</c:v>
                </c:pt>
                <c:pt idx="39439">
                  <c:v>25.35</c:v>
                </c:pt>
                <c:pt idx="39440">
                  <c:v>25.35</c:v>
                </c:pt>
                <c:pt idx="39441">
                  <c:v>25.35</c:v>
                </c:pt>
                <c:pt idx="39442">
                  <c:v>25.35</c:v>
                </c:pt>
                <c:pt idx="39443">
                  <c:v>25.35</c:v>
                </c:pt>
                <c:pt idx="39444">
                  <c:v>25.35</c:v>
                </c:pt>
                <c:pt idx="39445">
                  <c:v>25.35</c:v>
                </c:pt>
                <c:pt idx="39446">
                  <c:v>25.35</c:v>
                </c:pt>
                <c:pt idx="39447">
                  <c:v>25.35</c:v>
                </c:pt>
                <c:pt idx="39448">
                  <c:v>25.35</c:v>
                </c:pt>
                <c:pt idx="39449">
                  <c:v>25.3</c:v>
                </c:pt>
                <c:pt idx="39450">
                  <c:v>25.35</c:v>
                </c:pt>
                <c:pt idx="39451">
                  <c:v>25.35</c:v>
                </c:pt>
                <c:pt idx="39452">
                  <c:v>25.35</c:v>
                </c:pt>
                <c:pt idx="39453">
                  <c:v>25.35</c:v>
                </c:pt>
                <c:pt idx="39454">
                  <c:v>25.3</c:v>
                </c:pt>
                <c:pt idx="39455">
                  <c:v>25.35</c:v>
                </c:pt>
                <c:pt idx="39456">
                  <c:v>25.35</c:v>
                </c:pt>
                <c:pt idx="39457">
                  <c:v>25.35</c:v>
                </c:pt>
                <c:pt idx="39458">
                  <c:v>25.35</c:v>
                </c:pt>
                <c:pt idx="39459">
                  <c:v>25.35</c:v>
                </c:pt>
                <c:pt idx="39460">
                  <c:v>25.35</c:v>
                </c:pt>
                <c:pt idx="39461">
                  <c:v>25.35</c:v>
                </c:pt>
                <c:pt idx="39462">
                  <c:v>25.35</c:v>
                </c:pt>
                <c:pt idx="39463">
                  <c:v>25.35</c:v>
                </c:pt>
                <c:pt idx="39464">
                  <c:v>25.35</c:v>
                </c:pt>
                <c:pt idx="39465">
                  <c:v>25.35</c:v>
                </c:pt>
                <c:pt idx="39466">
                  <c:v>25.35</c:v>
                </c:pt>
                <c:pt idx="39467">
                  <c:v>25.35</c:v>
                </c:pt>
                <c:pt idx="39468">
                  <c:v>25.35</c:v>
                </c:pt>
                <c:pt idx="39469">
                  <c:v>25.35</c:v>
                </c:pt>
                <c:pt idx="39470">
                  <c:v>25.35</c:v>
                </c:pt>
                <c:pt idx="39471">
                  <c:v>25.35</c:v>
                </c:pt>
                <c:pt idx="39472">
                  <c:v>25.35</c:v>
                </c:pt>
                <c:pt idx="39473">
                  <c:v>25.35</c:v>
                </c:pt>
                <c:pt idx="39474">
                  <c:v>25.35</c:v>
                </c:pt>
                <c:pt idx="39475">
                  <c:v>25.35</c:v>
                </c:pt>
                <c:pt idx="39476">
                  <c:v>25.35</c:v>
                </c:pt>
                <c:pt idx="39477">
                  <c:v>25.35</c:v>
                </c:pt>
                <c:pt idx="39478">
                  <c:v>25.35</c:v>
                </c:pt>
                <c:pt idx="39479">
                  <c:v>25.35</c:v>
                </c:pt>
                <c:pt idx="39480">
                  <c:v>25.35</c:v>
                </c:pt>
                <c:pt idx="39481">
                  <c:v>25.35</c:v>
                </c:pt>
                <c:pt idx="39482">
                  <c:v>25.35</c:v>
                </c:pt>
                <c:pt idx="39483">
                  <c:v>25.35</c:v>
                </c:pt>
                <c:pt idx="39484">
                  <c:v>25.35</c:v>
                </c:pt>
                <c:pt idx="39485">
                  <c:v>25.35</c:v>
                </c:pt>
                <c:pt idx="39486">
                  <c:v>25.3</c:v>
                </c:pt>
                <c:pt idx="39487">
                  <c:v>25.35</c:v>
                </c:pt>
                <c:pt idx="39488">
                  <c:v>25.35</c:v>
                </c:pt>
                <c:pt idx="39489">
                  <c:v>25.35</c:v>
                </c:pt>
                <c:pt idx="39490">
                  <c:v>25.35</c:v>
                </c:pt>
                <c:pt idx="39491">
                  <c:v>25.35</c:v>
                </c:pt>
                <c:pt idx="39492">
                  <c:v>25.35</c:v>
                </c:pt>
                <c:pt idx="39493">
                  <c:v>25.35</c:v>
                </c:pt>
                <c:pt idx="39494">
                  <c:v>25.35</c:v>
                </c:pt>
                <c:pt idx="39495">
                  <c:v>25.35</c:v>
                </c:pt>
                <c:pt idx="39496">
                  <c:v>25.3</c:v>
                </c:pt>
                <c:pt idx="39497">
                  <c:v>25.35</c:v>
                </c:pt>
                <c:pt idx="39498">
                  <c:v>25.3</c:v>
                </c:pt>
                <c:pt idx="39499">
                  <c:v>25.35</c:v>
                </c:pt>
                <c:pt idx="39500">
                  <c:v>25.3</c:v>
                </c:pt>
                <c:pt idx="39501">
                  <c:v>25.3</c:v>
                </c:pt>
                <c:pt idx="39502">
                  <c:v>25.3</c:v>
                </c:pt>
                <c:pt idx="39503">
                  <c:v>25.3</c:v>
                </c:pt>
                <c:pt idx="39504">
                  <c:v>25.3</c:v>
                </c:pt>
                <c:pt idx="39505">
                  <c:v>25.3</c:v>
                </c:pt>
                <c:pt idx="39506">
                  <c:v>25.3</c:v>
                </c:pt>
                <c:pt idx="39507">
                  <c:v>25.3</c:v>
                </c:pt>
                <c:pt idx="39508">
                  <c:v>25.3</c:v>
                </c:pt>
                <c:pt idx="39509">
                  <c:v>25.3</c:v>
                </c:pt>
                <c:pt idx="39510">
                  <c:v>25.3</c:v>
                </c:pt>
                <c:pt idx="39511">
                  <c:v>25.3</c:v>
                </c:pt>
                <c:pt idx="39512">
                  <c:v>25.3</c:v>
                </c:pt>
                <c:pt idx="39513">
                  <c:v>25.3</c:v>
                </c:pt>
                <c:pt idx="39514">
                  <c:v>25.3</c:v>
                </c:pt>
                <c:pt idx="39515">
                  <c:v>25.3</c:v>
                </c:pt>
                <c:pt idx="39516">
                  <c:v>25.3</c:v>
                </c:pt>
                <c:pt idx="39517">
                  <c:v>25.3</c:v>
                </c:pt>
                <c:pt idx="39518">
                  <c:v>25.3</c:v>
                </c:pt>
                <c:pt idx="39519">
                  <c:v>25.3</c:v>
                </c:pt>
                <c:pt idx="39520">
                  <c:v>25.3</c:v>
                </c:pt>
                <c:pt idx="39521">
                  <c:v>25.3</c:v>
                </c:pt>
                <c:pt idx="39522">
                  <c:v>25.3</c:v>
                </c:pt>
                <c:pt idx="39523">
                  <c:v>25.3</c:v>
                </c:pt>
                <c:pt idx="39524">
                  <c:v>25.3</c:v>
                </c:pt>
                <c:pt idx="39525">
                  <c:v>25.3</c:v>
                </c:pt>
                <c:pt idx="39526">
                  <c:v>25.3</c:v>
                </c:pt>
                <c:pt idx="39527">
                  <c:v>25.3</c:v>
                </c:pt>
                <c:pt idx="39528">
                  <c:v>25.3</c:v>
                </c:pt>
                <c:pt idx="39529">
                  <c:v>25.3</c:v>
                </c:pt>
                <c:pt idx="39530">
                  <c:v>25.3</c:v>
                </c:pt>
                <c:pt idx="39531">
                  <c:v>25.3</c:v>
                </c:pt>
                <c:pt idx="39532">
                  <c:v>25.3</c:v>
                </c:pt>
                <c:pt idx="39533">
                  <c:v>25.3</c:v>
                </c:pt>
                <c:pt idx="39534">
                  <c:v>25.3</c:v>
                </c:pt>
                <c:pt idx="39535">
                  <c:v>25.3</c:v>
                </c:pt>
                <c:pt idx="39536">
                  <c:v>25.3</c:v>
                </c:pt>
                <c:pt idx="39537">
                  <c:v>25.3</c:v>
                </c:pt>
                <c:pt idx="39538">
                  <c:v>25.3</c:v>
                </c:pt>
                <c:pt idx="39539">
                  <c:v>25.3</c:v>
                </c:pt>
                <c:pt idx="39540">
                  <c:v>25.3</c:v>
                </c:pt>
                <c:pt idx="39541">
                  <c:v>25.3</c:v>
                </c:pt>
                <c:pt idx="39542">
                  <c:v>25.3</c:v>
                </c:pt>
                <c:pt idx="39543">
                  <c:v>25.3</c:v>
                </c:pt>
                <c:pt idx="39544">
                  <c:v>25.3</c:v>
                </c:pt>
                <c:pt idx="39545">
                  <c:v>25.3</c:v>
                </c:pt>
                <c:pt idx="39546">
                  <c:v>25.3</c:v>
                </c:pt>
                <c:pt idx="39547">
                  <c:v>25.3</c:v>
                </c:pt>
                <c:pt idx="39548">
                  <c:v>25.3</c:v>
                </c:pt>
                <c:pt idx="39549">
                  <c:v>25.3</c:v>
                </c:pt>
                <c:pt idx="39550">
                  <c:v>25.3</c:v>
                </c:pt>
                <c:pt idx="39551">
                  <c:v>25.3</c:v>
                </c:pt>
                <c:pt idx="39552">
                  <c:v>25.3</c:v>
                </c:pt>
                <c:pt idx="39553">
                  <c:v>25.3</c:v>
                </c:pt>
                <c:pt idx="39554">
                  <c:v>25.3</c:v>
                </c:pt>
                <c:pt idx="39555">
                  <c:v>25.3</c:v>
                </c:pt>
                <c:pt idx="39556">
                  <c:v>25.3</c:v>
                </c:pt>
                <c:pt idx="39557">
                  <c:v>25.3</c:v>
                </c:pt>
                <c:pt idx="39558">
                  <c:v>25.3</c:v>
                </c:pt>
                <c:pt idx="39559">
                  <c:v>25.3</c:v>
                </c:pt>
                <c:pt idx="39560">
                  <c:v>25.3</c:v>
                </c:pt>
                <c:pt idx="39561">
                  <c:v>25.3</c:v>
                </c:pt>
                <c:pt idx="39562">
                  <c:v>25.3</c:v>
                </c:pt>
                <c:pt idx="39563">
                  <c:v>25.3</c:v>
                </c:pt>
                <c:pt idx="39564">
                  <c:v>25.3</c:v>
                </c:pt>
                <c:pt idx="39565">
                  <c:v>25.3</c:v>
                </c:pt>
                <c:pt idx="39566">
                  <c:v>25.3</c:v>
                </c:pt>
                <c:pt idx="39567">
                  <c:v>25.3</c:v>
                </c:pt>
                <c:pt idx="39568">
                  <c:v>25.3</c:v>
                </c:pt>
                <c:pt idx="39569">
                  <c:v>25.3</c:v>
                </c:pt>
                <c:pt idx="39570">
                  <c:v>25.3</c:v>
                </c:pt>
                <c:pt idx="39571">
                  <c:v>25.3</c:v>
                </c:pt>
                <c:pt idx="39572">
                  <c:v>25.3</c:v>
                </c:pt>
                <c:pt idx="39573">
                  <c:v>25.3</c:v>
                </c:pt>
                <c:pt idx="39574">
                  <c:v>25.3</c:v>
                </c:pt>
                <c:pt idx="39575">
                  <c:v>25.3</c:v>
                </c:pt>
                <c:pt idx="39576">
                  <c:v>25.3</c:v>
                </c:pt>
                <c:pt idx="39577">
                  <c:v>25.3</c:v>
                </c:pt>
                <c:pt idx="39578">
                  <c:v>25.3</c:v>
                </c:pt>
                <c:pt idx="39579">
                  <c:v>25.3</c:v>
                </c:pt>
                <c:pt idx="39580">
                  <c:v>25.3</c:v>
                </c:pt>
                <c:pt idx="39581">
                  <c:v>25.3</c:v>
                </c:pt>
                <c:pt idx="39582">
                  <c:v>25.3</c:v>
                </c:pt>
                <c:pt idx="39583">
                  <c:v>25.3</c:v>
                </c:pt>
                <c:pt idx="39584">
                  <c:v>25.3</c:v>
                </c:pt>
                <c:pt idx="39585">
                  <c:v>25.3</c:v>
                </c:pt>
                <c:pt idx="39586">
                  <c:v>25.3</c:v>
                </c:pt>
                <c:pt idx="39587">
                  <c:v>25.3</c:v>
                </c:pt>
                <c:pt idx="39588">
                  <c:v>25.3</c:v>
                </c:pt>
                <c:pt idx="39589">
                  <c:v>25.3</c:v>
                </c:pt>
                <c:pt idx="39590">
                  <c:v>25.3</c:v>
                </c:pt>
                <c:pt idx="39591">
                  <c:v>25.3</c:v>
                </c:pt>
                <c:pt idx="39592">
                  <c:v>25.3</c:v>
                </c:pt>
                <c:pt idx="39593">
                  <c:v>25.3</c:v>
                </c:pt>
                <c:pt idx="39594">
                  <c:v>25.3</c:v>
                </c:pt>
                <c:pt idx="39595">
                  <c:v>25.3</c:v>
                </c:pt>
                <c:pt idx="39596">
                  <c:v>25.3</c:v>
                </c:pt>
                <c:pt idx="39597">
                  <c:v>25.3</c:v>
                </c:pt>
                <c:pt idx="39598">
                  <c:v>25.3</c:v>
                </c:pt>
                <c:pt idx="39599">
                  <c:v>25.3</c:v>
                </c:pt>
                <c:pt idx="39600">
                  <c:v>25.3</c:v>
                </c:pt>
                <c:pt idx="39601">
                  <c:v>25.3</c:v>
                </c:pt>
                <c:pt idx="39602">
                  <c:v>25.3</c:v>
                </c:pt>
                <c:pt idx="39603">
                  <c:v>25.3</c:v>
                </c:pt>
                <c:pt idx="39604">
                  <c:v>25.3</c:v>
                </c:pt>
                <c:pt idx="39605">
                  <c:v>25.3</c:v>
                </c:pt>
                <c:pt idx="39606">
                  <c:v>25.3</c:v>
                </c:pt>
                <c:pt idx="39607">
                  <c:v>25.3</c:v>
                </c:pt>
                <c:pt idx="39608">
                  <c:v>25.3</c:v>
                </c:pt>
                <c:pt idx="39609">
                  <c:v>25.3</c:v>
                </c:pt>
                <c:pt idx="39610">
                  <c:v>25.3</c:v>
                </c:pt>
                <c:pt idx="39611">
                  <c:v>25.3</c:v>
                </c:pt>
                <c:pt idx="39612">
                  <c:v>25.3</c:v>
                </c:pt>
                <c:pt idx="39613">
                  <c:v>25.3</c:v>
                </c:pt>
                <c:pt idx="39614">
                  <c:v>25.3</c:v>
                </c:pt>
                <c:pt idx="39615">
                  <c:v>25.3</c:v>
                </c:pt>
                <c:pt idx="39616">
                  <c:v>25.3</c:v>
                </c:pt>
                <c:pt idx="39617">
                  <c:v>25.3</c:v>
                </c:pt>
                <c:pt idx="39618">
                  <c:v>25.3</c:v>
                </c:pt>
                <c:pt idx="39619">
                  <c:v>25.3</c:v>
                </c:pt>
                <c:pt idx="39620">
                  <c:v>25.3</c:v>
                </c:pt>
                <c:pt idx="39621">
                  <c:v>25.3</c:v>
                </c:pt>
                <c:pt idx="39622">
                  <c:v>25.3</c:v>
                </c:pt>
                <c:pt idx="39623">
                  <c:v>25.3</c:v>
                </c:pt>
                <c:pt idx="39624">
                  <c:v>25.3</c:v>
                </c:pt>
                <c:pt idx="39625">
                  <c:v>25.3</c:v>
                </c:pt>
                <c:pt idx="39626">
                  <c:v>25.3</c:v>
                </c:pt>
                <c:pt idx="39627">
                  <c:v>25.3</c:v>
                </c:pt>
                <c:pt idx="39628">
                  <c:v>25.3</c:v>
                </c:pt>
                <c:pt idx="39629">
                  <c:v>25.3</c:v>
                </c:pt>
                <c:pt idx="39630">
                  <c:v>25.3</c:v>
                </c:pt>
                <c:pt idx="39631">
                  <c:v>25.3</c:v>
                </c:pt>
                <c:pt idx="39632">
                  <c:v>25.3</c:v>
                </c:pt>
                <c:pt idx="39633">
                  <c:v>25.3</c:v>
                </c:pt>
                <c:pt idx="39634">
                  <c:v>25.3</c:v>
                </c:pt>
                <c:pt idx="39635">
                  <c:v>25.3</c:v>
                </c:pt>
                <c:pt idx="39636">
                  <c:v>25.3</c:v>
                </c:pt>
                <c:pt idx="39637">
                  <c:v>25.3</c:v>
                </c:pt>
                <c:pt idx="39638">
                  <c:v>25.3</c:v>
                </c:pt>
                <c:pt idx="39639">
                  <c:v>25.3</c:v>
                </c:pt>
                <c:pt idx="39640">
                  <c:v>25.3</c:v>
                </c:pt>
                <c:pt idx="39641">
                  <c:v>25.3</c:v>
                </c:pt>
                <c:pt idx="39642">
                  <c:v>25.3</c:v>
                </c:pt>
                <c:pt idx="39643">
                  <c:v>25.3</c:v>
                </c:pt>
                <c:pt idx="39644">
                  <c:v>25.3</c:v>
                </c:pt>
                <c:pt idx="39645">
                  <c:v>25.3</c:v>
                </c:pt>
                <c:pt idx="39646">
                  <c:v>25.3</c:v>
                </c:pt>
                <c:pt idx="39647">
                  <c:v>25.3</c:v>
                </c:pt>
                <c:pt idx="39648">
                  <c:v>25.3</c:v>
                </c:pt>
                <c:pt idx="39649">
                  <c:v>25.3</c:v>
                </c:pt>
                <c:pt idx="39650">
                  <c:v>25.3</c:v>
                </c:pt>
                <c:pt idx="39651">
                  <c:v>25.3</c:v>
                </c:pt>
                <c:pt idx="39652">
                  <c:v>25.3</c:v>
                </c:pt>
                <c:pt idx="39653">
                  <c:v>25.3</c:v>
                </c:pt>
                <c:pt idx="39654">
                  <c:v>25.3</c:v>
                </c:pt>
                <c:pt idx="39655">
                  <c:v>25.3</c:v>
                </c:pt>
                <c:pt idx="39656">
                  <c:v>25.3</c:v>
                </c:pt>
                <c:pt idx="39657">
                  <c:v>25.3</c:v>
                </c:pt>
                <c:pt idx="39658">
                  <c:v>25.3</c:v>
                </c:pt>
                <c:pt idx="39659">
                  <c:v>25.3</c:v>
                </c:pt>
                <c:pt idx="39660">
                  <c:v>25.3</c:v>
                </c:pt>
                <c:pt idx="39661">
                  <c:v>25.3</c:v>
                </c:pt>
                <c:pt idx="39662">
                  <c:v>25.3</c:v>
                </c:pt>
                <c:pt idx="39663">
                  <c:v>25.3</c:v>
                </c:pt>
                <c:pt idx="39664">
                  <c:v>25.3</c:v>
                </c:pt>
                <c:pt idx="39665">
                  <c:v>25.3</c:v>
                </c:pt>
                <c:pt idx="39666">
                  <c:v>25.3</c:v>
                </c:pt>
                <c:pt idx="39667">
                  <c:v>25.3</c:v>
                </c:pt>
                <c:pt idx="39668">
                  <c:v>25.3</c:v>
                </c:pt>
                <c:pt idx="39669">
                  <c:v>25.3</c:v>
                </c:pt>
                <c:pt idx="39670">
                  <c:v>25.3</c:v>
                </c:pt>
                <c:pt idx="39671">
                  <c:v>25.3</c:v>
                </c:pt>
                <c:pt idx="39672">
                  <c:v>25.3</c:v>
                </c:pt>
                <c:pt idx="39673">
                  <c:v>25.3</c:v>
                </c:pt>
                <c:pt idx="39674">
                  <c:v>25.3</c:v>
                </c:pt>
                <c:pt idx="39675">
                  <c:v>25.3</c:v>
                </c:pt>
                <c:pt idx="39676">
                  <c:v>25.3</c:v>
                </c:pt>
                <c:pt idx="39677">
                  <c:v>25.3</c:v>
                </c:pt>
                <c:pt idx="39678">
                  <c:v>25.3</c:v>
                </c:pt>
                <c:pt idx="39679">
                  <c:v>25.3</c:v>
                </c:pt>
                <c:pt idx="39680">
                  <c:v>25.3</c:v>
                </c:pt>
                <c:pt idx="39681">
                  <c:v>25.3</c:v>
                </c:pt>
                <c:pt idx="39682">
                  <c:v>25.3</c:v>
                </c:pt>
                <c:pt idx="39683">
                  <c:v>25.3</c:v>
                </c:pt>
                <c:pt idx="39684">
                  <c:v>25.3</c:v>
                </c:pt>
                <c:pt idx="39685">
                  <c:v>25.3</c:v>
                </c:pt>
                <c:pt idx="39686">
                  <c:v>25.3</c:v>
                </c:pt>
                <c:pt idx="39687">
                  <c:v>25.3</c:v>
                </c:pt>
                <c:pt idx="39688">
                  <c:v>25.3</c:v>
                </c:pt>
                <c:pt idx="39689">
                  <c:v>25.3</c:v>
                </c:pt>
                <c:pt idx="39690">
                  <c:v>25.3</c:v>
                </c:pt>
                <c:pt idx="39691">
                  <c:v>25.3</c:v>
                </c:pt>
                <c:pt idx="39692">
                  <c:v>25.3</c:v>
                </c:pt>
                <c:pt idx="39693">
                  <c:v>25.3</c:v>
                </c:pt>
                <c:pt idx="39694">
                  <c:v>25.3</c:v>
                </c:pt>
                <c:pt idx="39695">
                  <c:v>25.3</c:v>
                </c:pt>
                <c:pt idx="39696">
                  <c:v>25.3</c:v>
                </c:pt>
                <c:pt idx="39697">
                  <c:v>25.3</c:v>
                </c:pt>
                <c:pt idx="39698">
                  <c:v>25.3</c:v>
                </c:pt>
                <c:pt idx="39699">
                  <c:v>25.3</c:v>
                </c:pt>
                <c:pt idx="39700">
                  <c:v>25.3</c:v>
                </c:pt>
                <c:pt idx="39701">
                  <c:v>25.3</c:v>
                </c:pt>
                <c:pt idx="39702">
                  <c:v>25.3</c:v>
                </c:pt>
                <c:pt idx="39703">
                  <c:v>25.3</c:v>
                </c:pt>
                <c:pt idx="39704">
                  <c:v>25.3</c:v>
                </c:pt>
                <c:pt idx="39705">
                  <c:v>25.3</c:v>
                </c:pt>
                <c:pt idx="39706">
                  <c:v>25.3</c:v>
                </c:pt>
                <c:pt idx="39707">
                  <c:v>25.3</c:v>
                </c:pt>
                <c:pt idx="39708">
                  <c:v>25.3</c:v>
                </c:pt>
                <c:pt idx="39709">
                  <c:v>25.3</c:v>
                </c:pt>
                <c:pt idx="39710">
                  <c:v>25.3</c:v>
                </c:pt>
                <c:pt idx="39711">
                  <c:v>25.3</c:v>
                </c:pt>
                <c:pt idx="39712">
                  <c:v>25.3</c:v>
                </c:pt>
                <c:pt idx="39713">
                  <c:v>25.3</c:v>
                </c:pt>
                <c:pt idx="39714">
                  <c:v>25.3</c:v>
                </c:pt>
                <c:pt idx="39715">
                  <c:v>25.3</c:v>
                </c:pt>
                <c:pt idx="39716">
                  <c:v>25.3</c:v>
                </c:pt>
                <c:pt idx="39717">
                  <c:v>25.3</c:v>
                </c:pt>
                <c:pt idx="39718">
                  <c:v>25.3</c:v>
                </c:pt>
                <c:pt idx="39719">
                  <c:v>25.3</c:v>
                </c:pt>
                <c:pt idx="39720">
                  <c:v>25.3</c:v>
                </c:pt>
                <c:pt idx="39721">
                  <c:v>25.3</c:v>
                </c:pt>
                <c:pt idx="39722">
                  <c:v>25.3</c:v>
                </c:pt>
                <c:pt idx="39723">
                  <c:v>25.3</c:v>
                </c:pt>
                <c:pt idx="39724">
                  <c:v>25.3</c:v>
                </c:pt>
                <c:pt idx="39725">
                  <c:v>25.3</c:v>
                </c:pt>
                <c:pt idx="39726">
                  <c:v>25.3</c:v>
                </c:pt>
                <c:pt idx="39727">
                  <c:v>25.3</c:v>
                </c:pt>
                <c:pt idx="39728">
                  <c:v>25.3</c:v>
                </c:pt>
                <c:pt idx="39729">
                  <c:v>25.3</c:v>
                </c:pt>
                <c:pt idx="39730">
                  <c:v>25.3</c:v>
                </c:pt>
                <c:pt idx="39731">
                  <c:v>25.3</c:v>
                </c:pt>
                <c:pt idx="39732">
                  <c:v>25.3</c:v>
                </c:pt>
                <c:pt idx="39733">
                  <c:v>25.3</c:v>
                </c:pt>
                <c:pt idx="39734">
                  <c:v>25.3</c:v>
                </c:pt>
                <c:pt idx="39735">
                  <c:v>25.3</c:v>
                </c:pt>
                <c:pt idx="39736">
                  <c:v>25.3</c:v>
                </c:pt>
                <c:pt idx="39737">
                  <c:v>25.3</c:v>
                </c:pt>
                <c:pt idx="39738">
                  <c:v>25.3</c:v>
                </c:pt>
                <c:pt idx="39739">
                  <c:v>25.3</c:v>
                </c:pt>
                <c:pt idx="39740">
                  <c:v>25.3</c:v>
                </c:pt>
                <c:pt idx="39741">
                  <c:v>25.3</c:v>
                </c:pt>
                <c:pt idx="39742">
                  <c:v>25.3</c:v>
                </c:pt>
                <c:pt idx="39743">
                  <c:v>25.3</c:v>
                </c:pt>
                <c:pt idx="39744">
                  <c:v>25.3</c:v>
                </c:pt>
                <c:pt idx="39745">
                  <c:v>25.3</c:v>
                </c:pt>
                <c:pt idx="39746">
                  <c:v>25.3</c:v>
                </c:pt>
                <c:pt idx="39747">
                  <c:v>25.3</c:v>
                </c:pt>
                <c:pt idx="39748">
                  <c:v>25.3</c:v>
                </c:pt>
                <c:pt idx="39749">
                  <c:v>25.3</c:v>
                </c:pt>
                <c:pt idx="39750">
                  <c:v>25.3</c:v>
                </c:pt>
                <c:pt idx="39751">
                  <c:v>25.3</c:v>
                </c:pt>
                <c:pt idx="39752">
                  <c:v>25.3</c:v>
                </c:pt>
                <c:pt idx="39753">
                  <c:v>25.3</c:v>
                </c:pt>
                <c:pt idx="39754">
                  <c:v>25.3</c:v>
                </c:pt>
                <c:pt idx="39755">
                  <c:v>25.3</c:v>
                </c:pt>
                <c:pt idx="39756">
                  <c:v>25.3</c:v>
                </c:pt>
                <c:pt idx="39757">
                  <c:v>25.3</c:v>
                </c:pt>
                <c:pt idx="39758">
                  <c:v>25.3</c:v>
                </c:pt>
                <c:pt idx="39759">
                  <c:v>25.3</c:v>
                </c:pt>
                <c:pt idx="39760">
                  <c:v>25.3</c:v>
                </c:pt>
                <c:pt idx="39761">
                  <c:v>25.3</c:v>
                </c:pt>
                <c:pt idx="39762">
                  <c:v>25.3</c:v>
                </c:pt>
                <c:pt idx="39763">
                  <c:v>25.3</c:v>
                </c:pt>
                <c:pt idx="39764">
                  <c:v>25.3</c:v>
                </c:pt>
                <c:pt idx="39765">
                  <c:v>25.3</c:v>
                </c:pt>
                <c:pt idx="39766">
                  <c:v>25.3</c:v>
                </c:pt>
                <c:pt idx="39767">
                  <c:v>25.3</c:v>
                </c:pt>
                <c:pt idx="39768">
                  <c:v>25.3</c:v>
                </c:pt>
                <c:pt idx="39769">
                  <c:v>25.3</c:v>
                </c:pt>
                <c:pt idx="39770">
                  <c:v>25.3</c:v>
                </c:pt>
                <c:pt idx="39771">
                  <c:v>25.3</c:v>
                </c:pt>
                <c:pt idx="39772">
                  <c:v>25.3</c:v>
                </c:pt>
                <c:pt idx="39773">
                  <c:v>25.3</c:v>
                </c:pt>
                <c:pt idx="39774">
                  <c:v>25.3</c:v>
                </c:pt>
                <c:pt idx="39775">
                  <c:v>25.3</c:v>
                </c:pt>
                <c:pt idx="39776">
                  <c:v>25.3</c:v>
                </c:pt>
                <c:pt idx="39777">
                  <c:v>25.3</c:v>
                </c:pt>
                <c:pt idx="39778">
                  <c:v>25.3</c:v>
                </c:pt>
                <c:pt idx="39779">
                  <c:v>25.3</c:v>
                </c:pt>
                <c:pt idx="39780">
                  <c:v>25.3</c:v>
                </c:pt>
                <c:pt idx="39781">
                  <c:v>25.25</c:v>
                </c:pt>
                <c:pt idx="39782">
                  <c:v>25.3</c:v>
                </c:pt>
                <c:pt idx="39783">
                  <c:v>25.25</c:v>
                </c:pt>
                <c:pt idx="39784">
                  <c:v>25.25</c:v>
                </c:pt>
                <c:pt idx="39785">
                  <c:v>25.25</c:v>
                </c:pt>
                <c:pt idx="39786">
                  <c:v>25.3</c:v>
                </c:pt>
                <c:pt idx="39787">
                  <c:v>25.25</c:v>
                </c:pt>
                <c:pt idx="39788">
                  <c:v>25.3</c:v>
                </c:pt>
                <c:pt idx="39789">
                  <c:v>25.3</c:v>
                </c:pt>
                <c:pt idx="39790">
                  <c:v>25.3</c:v>
                </c:pt>
                <c:pt idx="39791">
                  <c:v>25.3</c:v>
                </c:pt>
                <c:pt idx="39792">
                  <c:v>25.3</c:v>
                </c:pt>
                <c:pt idx="39793">
                  <c:v>25.3</c:v>
                </c:pt>
                <c:pt idx="39794">
                  <c:v>25.3</c:v>
                </c:pt>
                <c:pt idx="39795">
                  <c:v>25.3</c:v>
                </c:pt>
                <c:pt idx="39796">
                  <c:v>25.3</c:v>
                </c:pt>
                <c:pt idx="39797">
                  <c:v>25.3</c:v>
                </c:pt>
                <c:pt idx="39798">
                  <c:v>25.3</c:v>
                </c:pt>
                <c:pt idx="39799">
                  <c:v>25.3</c:v>
                </c:pt>
                <c:pt idx="39800">
                  <c:v>25.3</c:v>
                </c:pt>
                <c:pt idx="39801">
                  <c:v>25.3</c:v>
                </c:pt>
                <c:pt idx="39802">
                  <c:v>25.3</c:v>
                </c:pt>
                <c:pt idx="39803">
                  <c:v>25.3</c:v>
                </c:pt>
                <c:pt idx="39804">
                  <c:v>25.3</c:v>
                </c:pt>
                <c:pt idx="39805">
                  <c:v>25.3</c:v>
                </c:pt>
                <c:pt idx="39806">
                  <c:v>25.3</c:v>
                </c:pt>
                <c:pt idx="39807">
                  <c:v>25.3</c:v>
                </c:pt>
                <c:pt idx="39808">
                  <c:v>25.3</c:v>
                </c:pt>
                <c:pt idx="39809">
                  <c:v>25.3</c:v>
                </c:pt>
                <c:pt idx="39810">
                  <c:v>25.3</c:v>
                </c:pt>
                <c:pt idx="39811">
                  <c:v>25.3</c:v>
                </c:pt>
                <c:pt idx="39812">
                  <c:v>25.3</c:v>
                </c:pt>
                <c:pt idx="39813">
                  <c:v>25.3</c:v>
                </c:pt>
                <c:pt idx="39814">
                  <c:v>25.3</c:v>
                </c:pt>
                <c:pt idx="39815">
                  <c:v>25.3</c:v>
                </c:pt>
                <c:pt idx="39816">
                  <c:v>25.25</c:v>
                </c:pt>
                <c:pt idx="39817">
                  <c:v>25.3</c:v>
                </c:pt>
                <c:pt idx="39818">
                  <c:v>25.25</c:v>
                </c:pt>
                <c:pt idx="39819">
                  <c:v>25.3</c:v>
                </c:pt>
                <c:pt idx="39820">
                  <c:v>25.25</c:v>
                </c:pt>
                <c:pt idx="39821">
                  <c:v>25.3</c:v>
                </c:pt>
                <c:pt idx="39822">
                  <c:v>25.3</c:v>
                </c:pt>
                <c:pt idx="39823">
                  <c:v>25.25</c:v>
                </c:pt>
                <c:pt idx="39824">
                  <c:v>25.25</c:v>
                </c:pt>
                <c:pt idx="39825">
                  <c:v>25.25</c:v>
                </c:pt>
                <c:pt idx="39826">
                  <c:v>25.25</c:v>
                </c:pt>
                <c:pt idx="39827">
                  <c:v>25.25</c:v>
                </c:pt>
                <c:pt idx="39828">
                  <c:v>25.25</c:v>
                </c:pt>
                <c:pt idx="39829">
                  <c:v>25.25</c:v>
                </c:pt>
                <c:pt idx="39830">
                  <c:v>25.25</c:v>
                </c:pt>
                <c:pt idx="39831">
                  <c:v>25.25</c:v>
                </c:pt>
                <c:pt idx="39832">
                  <c:v>25.25</c:v>
                </c:pt>
                <c:pt idx="39833">
                  <c:v>25.25</c:v>
                </c:pt>
                <c:pt idx="39834">
                  <c:v>25.25</c:v>
                </c:pt>
                <c:pt idx="39835">
                  <c:v>25.25</c:v>
                </c:pt>
                <c:pt idx="39836">
                  <c:v>25.25</c:v>
                </c:pt>
                <c:pt idx="39837">
                  <c:v>25.25</c:v>
                </c:pt>
                <c:pt idx="39838">
                  <c:v>25.3</c:v>
                </c:pt>
                <c:pt idx="39839">
                  <c:v>25.3</c:v>
                </c:pt>
                <c:pt idx="39840">
                  <c:v>25.3</c:v>
                </c:pt>
                <c:pt idx="39841">
                  <c:v>25.3</c:v>
                </c:pt>
                <c:pt idx="39842">
                  <c:v>25.3</c:v>
                </c:pt>
                <c:pt idx="39843">
                  <c:v>25.3</c:v>
                </c:pt>
                <c:pt idx="39844">
                  <c:v>25.3</c:v>
                </c:pt>
                <c:pt idx="39845">
                  <c:v>25.3</c:v>
                </c:pt>
                <c:pt idx="39846">
                  <c:v>25.3</c:v>
                </c:pt>
                <c:pt idx="39847">
                  <c:v>25.3</c:v>
                </c:pt>
                <c:pt idx="39848">
                  <c:v>25.3</c:v>
                </c:pt>
                <c:pt idx="39849">
                  <c:v>25.3</c:v>
                </c:pt>
                <c:pt idx="39850">
                  <c:v>25.3</c:v>
                </c:pt>
                <c:pt idx="39851">
                  <c:v>25.3</c:v>
                </c:pt>
                <c:pt idx="39852">
                  <c:v>25.3</c:v>
                </c:pt>
                <c:pt idx="39853">
                  <c:v>25.3</c:v>
                </c:pt>
                <c:pt idx="39854">
                  <c:v>25.3</c:v>
                </c:pt>
                <c:pt idx="39855">
                  <c:v>25.3</c:v>
                </c:pt>
                <c:pt idx="39856">
                  <c:v>25.3</c:v>
                </c:pt>
                <c:pt idx="39857">
                  <c:v>25.3</c:v>
                </c:pt>
                <c:pt idx="39858">
                  <c:v>25.3</c:v>
                </c:pt>
                <c:pt idx="39859">
                  <c:v>25.3</c:v>
                </c:pt>
                <c:pt idx="39860">
                  <c:v>25.3</c:v>
                </c:pt>
                <c:pt idx="39861">
                  <c:v>25.3</c:v>
                </c:pt>
                <c:pt idx="39862">
                  <c:v>25.25</c:v>
                </c:pt>
                <c:pt idx="39863">
                  <c:v>25.25</c:v>
                </c:pt>
                <c:pt idx="39864">
                  <c:v>25.3</c:v>
                </c:pt>
                <c:pt idx="39865">
                  <c:v>25.25</c:v>
                </c:pt>
                <c:pt idx="39866">
                  <c:v>25.25</c:v>
                </c:pt>
                <c:pt idx="39867">
                  <c:v>25.25</c:v>
                </c:pt>
                <c:pt idx="39868">
                  <c:v>25.25</c:v>
                </c:pt>
                <c:pt idx="39869">
                  <c:v>25.25</c:v>
                </c:pt>
                <c:pt idx="39870">
                  <c:v>25.25</c:v>
                </c:pt>
                <c:pt idx="39871">
                  <c:v>25.25</c:v>
                </c:pt>
                <c:pt idx="39872">
                  <c:v>25.25</c:v>
                </c:pt>
                <c:pt idx="39873">
                  <c:v>25.25</c:v>
                </c:pt>
                <c:pt idx="39874">
                  <c:v>25.25</c:v>
                </c:pt>
                <c:pt idx="39875">
                  <c:v>25.25</c:v>
                </c:pt>
                <c:pt idx="39876">
                  <c:v>25.25</c:v>
                </c:pt>
                <c:pt idx="39877">
                  <c:v>25.25</c:v>
                </c:pt>
                <c:pt idx="39878">
                  <c:v>25.25</c:v>
                </c:pt>
                <c:pt idx="39879">
                  <c:v>25.25</c:v>
                </c:pt>
                <c:pt idx="39880">
                  <c:v>25.25</c:v>
                </c:pt>
                <c:pt idx="39881">
                  <c:v>25.25</c:v>
                </c:pt>
                <c:pt idx="39882">
                  <c:v>25.25</c:v>
                </c:pt>
                <c:pt idx="39883">
                  <c:v>25.25</c:v>
                </c:pt>
                <c:pt idx="39884">
                  <c:v>25.25</c:v>
                </c:pt>
                <c:pt idx="39885">
                  <c:v>25.25</c:v>
                </c:pt>
                <c:pt idx="39886">
                  <c:v>25.3</c:v>
                </c:pt>
                <c:pt idx="39887">
                  <c:v>25.25</c:v>
                </c:pt>
                <c:pt idx="39888">
                  <c:v>25.3</c:v>
                </c:pt>
                <c:pt idx="39889">
                  <c:v>25.3</c:v>
                </c:pt>
                <c:pt idx="39890">
                  <c:v>25.3</c:v>
                </c:pt>
                <c:pt idx="39891">
                  <c:v>25.3</c:v>
                </c:pt>
                <c:pt idx="39892">
                  <c:v>25.3</c:v>
                </c:pt>
                <c:pt idx="39893">
                  <c:v>25.3</c:v>
                </c:pt>
                <c:pt idx="39894">
                  <c:v>25.3</c:v>
                </c:pt>
                <c:pt idx="39895">
                  <c:v>25.3</c:v>
                </c:pt>
                <c:pt idx="39896">
                  <c:v>25.3</c:v>
                </c:pt>
                <c:pt idx="39897">
                  <c:v>25.3</c:v>
                </c:pt>
                <c:pt idx="39898">
                  <c:v>25.3</c:v>
                </c:pt>
                <c:pt idx="39899">
                  <c:v>25.3</c:v>
                </c:pt>
                <c:pt idx="39900">
                  <c:v>25.3</c:v>
                </c:pt>
                <c:pt idx="39901">
                  <c:v>25.3</c:v>
                </c:pt>
                <c:pt idx="39902">
                  <c:v>25.3</c:v>
                </c:pt>
                <c:pt idx="39903">
                  <c:v>25.25</c:v>
                </c:pt>
                <c:pt idx="39904">
                  <c:v>25.25</c:v>
                </c:pt>
                <c:pt idx="39905">
                  <c:v>25.25</c:v>
                </c:pt>
                <c:pt idx="39906">
                  <c:v>25.25</c:v>
                </c:pt>
                <c:pt idx="39907">
                  <c:v>25.25</c:v>
                </c:pt>
                <c:pt idx="39908">
                  <c:v>25.25</c:v>
                </c:pt>
                <c:pt idx="39909">
                  <c:v>25.25</c:v>
                </c:pt>
                <c:pt idx="39910">
                  <c:v>25.25</c:v>
                </c:pt>
                <c:pt idx="39911">
                  <c:v>25.25</c:v>
                </c:pt>
                <c:pt idx="39912">
                  <c:v>25.25</c:v>
                </c:pt>
                <c:pt idx="39913">
                  <c:v>25.25</c:v>
                </c:pt>
                <c:pt idx="39914">
                  <c:v>25.25</c:v>
                </c:pt>
                <c:pt idx="39915">
                  <c:v>25.3</c:v>
                </c:pt>
                <c:pt idx="39916">
                  <c:v>25.3</c:v>
                </c:pt>
                <c:pt idx="39917">
                  <c:v>25.3</c:v>
                </c:pt>
                <c:pt idx="39918">
                  <c:v>25.3</c:v>
                </c:pt>
                <c:pt idx="39919">
                  <c:v>25.3</c:v>
                </c:pt>
                <c:pt idx="39920">
                  <c:v>25.3</c:v>
                </c:pt>
                <c:pt idx="39921">
                  <c:v>25.3</c:v>
                </c:pt>
                <c:pt idx="39922">
                  <c:v>25.3</c:v>
                </c:pt>
                <c:pt idx="39923">
                  <c:v>25.3</c:v>
                </c:pt>
                <c:pt idx="39924">
                  <c:v>25.3</c:v>
                </c:pt>
                <c:pt idx="39925">
                  <c:v>25.3</c:v>
                </c:pt>
                <c:pt idx="39926">
                  <c:v>25.3</c:v>
                </c:pt>
                <c:pt idx="39927">
                  <c:v>25.3</c:v>
                </c:pt>
                <c:pt idx="39928">
                  <c:v>25.3</c:v>
                </c:pt>
                <c:pt idx="39929">
                  <c:v>25.3</c:v>
                </c:pt>
                <c:pt idx="39930">
                  <c:v>25.3</c:v>
                </c:pt>
                <c:pt idx="39931">
                  <c:v>25.3</c:v>
                </c:pt>
                <c:pt idx="39932">
                  <c:v>25.3</c:v>
                </c:pt>
                <c:pt idx="39933">
                  <c:v>25.3</c:v>
                </c:pt>
                <c:pt idx="39934">
                  <c:v>25.3</c:v>
                </c:pt>
                <c:pt idx="39935">
                  <c:v>25.3</c:v>
                </c:pt>
                <c:pt idx="39936">
                  <c:v>25.3</c:v>
                </c:pt>
                <c:pt idx="39937">
                  <c:v>25.3</c:v>
                </c:pt>
                <c:pt idx="39938">
                  <c:v>25.3</c:v>
                </c:pt>
                <c:pt idx="39939">
                  <c:v>25.3</c:v>
                </c:pt>
                <c:pt idx="39940">
                  <c:v>25.3</c:v>
                </c:pt>
                <c:pt idx="39941">
                  <c:v>25.3</c:v>
                </c:pt>
                <c:pt idx="39942">
                  <c:v>25.3</c:v>
                </c:pt>
                <c:pt idx="39943">
                  <c:v>25.3</c:v>
                </c:pt>
                <c:pt idx="39944">
                  <c:v>25.25</c:v>
                </c:pt>
                <c:pt idx="39945">
                  <c:v>25.25</c:v>
                </c:pt>
                <c:pt idx="39946">
                  <c:v>25.25</c:v>
                </c:pt>
                <c:pt idx="39947">
                  <c:v>25.25</c:v>
                </c:pt>
                <c:pt idx="39948">
                  <c:v>25.25</c:v>
                </c:pt>
                <c:pt idx="39949">
                  <c:v>25.25</c:v>
                </c:pt>
                <c:pt idx="39950">
                  <c:v>25.25</c:v>
                </c:pt>
                <c:pt idx="39951">
                  <c:v>25.3</c:v>
                </c:pt>
                <c:pt idx="39952">
                  <c:v>25.25</c:v>
                </c:pt>
                <c:pt idx="39953">
                  <c:v>25.3</c:v>
                </c:pt>
                <c:pt idx="39954">
                  <c:v>25.3</c:v>
                </c:pt>
                <c:pt idx="39955">
                  <c:v>25.3</c:v>
                </c:pt>
                <c:pt idx="39956">
                  <c:v>25.3</c:v>
                </c:pt>
                <c:pt idx="39957">
                  <c:v>25.3</c:v>
                </c:pt>
                <c:pt idx="39958">
                  <c:v>25.3</c:v>
                </c:pt>
                <c:pt idx="39959">
                  <c:v>25.3</c:v>
                </c:pt>
                <c:pt idx="39960">
                  <c:v>25.3</c:v>
                </c:pt>
                <c:pt idx="39961">
                  <c:v>25.3</c:v>
                </c:pt>
                <c:pt idx="39962">
                  <c:v>25.3</c:v>
                </c:pt>
                <c:pt idx="39963">
                  <c:v>25.3</c:v>
                </c:pt>
                <c:pt idx="39964">
                  <c:v>25.3</c:v>
                </c:pt>
                <c:pt idx="39965">
                  <c:v>25.3</c:v>
                </c:pt>
                <c:pt idx="39966">
                  <c:v>25.3</c:v>
                </c:pt>
                <c:pt idx="39967">
                  <c:v>25.3</c:v>
                </c:pt>
                <c:pt idx="39968">
                  <c:v>25.3</c:v>
                </c:pt>
                <c:pt idx="39969">
                  <c:v>25.3</c:v>
                </c:pt>
                <c:pt idx="39970">
                  <c:v>25.3</c:v>
                </c:pt>
                <c:pt idx="39971">
                  <c:v>25.3</c:v>
                </c:pt>
                <c:pt idx="39972">
                  <c:v>25.3</c:v>
                </c:pt>
                <c:pt idx="39973">
                  <c:v>25.3</c:v>
                </c:pt>
                <c:pt idx="39974">
                  <c:v>25.3</c:v>
                </c:pt>
                <c:pt idx="39975">
                  <c:v>25.3</c:v>
                </c:pt>
                <c:pt idx="39976">
                  <c:v>25.3</c:v>
                </c:pt>
                <c:pt idx="39977">
                  <c:v>25.3</c:v>
                </c:pt>
                <c:pt idx="39978">
                  <c:v>25.3</c:v>
                </c:pt>
                <c:pt idx="39979">
                  <c:v>25.3</c:v>
                </c:pt>
                <c:pt idx="39980">
                  <c:v>25.3</c:v>
                </c:pt>
                <c:pt idx="39981">
                  <c:v>25.3</c:v>
                </c:pt>
                <c:pt idx="39982">
                  <c:v>25.3</c:v>
                </c:pt>
                <c:pt idx="39983">
                  <c:v>25.3</c:v>
                </c:pt>
                <c:pt idx="39984">
                  <c:v>25.3</c:v>
                </c:pt>
                <c:pt idx="39985">
                  <c:v>25.3</c:v>
                </c:pt>
                <c:pt idx="39986">
                  <c:v>25.3</c:v>
                </c:pt>
                <c:pt idx="39987">
                  <c:v>25.3</c:v>
                </c:pt>
                <c:pt idx="39988">
                  <c:v>25.3</c:v>
                </c:pt>
                <c:pt idx="39989">
                  <c:v>25.3</c:v>
                </c:pt>
                <c:pt idx="39990">
                  <c:v>25.3</c:v>
                </c:pt>
                <c:pt idx="39991">
                  <c:v>25.3</c:v>
                </c:pt>
                <c:pt idx="39992">
                  <c:v>25.3</c:v>
                </c:pt>
                <c:pt idx="39993">
                  <c:v>25.3</c:v>
                </c:pt>
                <c:pt idx="39994">
                  <c:v>25.3</c:v>
                </c:pt>
                <c:pt idx="39995">
                  <c:v>25.25</c:v>
                </c:pt>
                <c:pt idx="39996">
                  <c:v>25.3</c:v>
                </c:pt>
                <c:pt idx="39997">
                  <c:v>25.3</c:v>
                </c:pt>
                <c:pt idx="39998">
                  <c:v>25.25</c:v>
                </c:pt>
                <c:pt idx="39999">
                  <c:v>25.3</c:v>
                </c:pt>
                <c:pt idx="40000">
                  <c:v>25.3</c:v>
                </c:pt>
                <c:pt idx="40001">
                  <c:v>25.3</c:v>
                </c:pt>
                <c:pt idx="40002">
                  <c:v>25.3</c:v>
                </c:pt>
                <c:pt idx="40003">
                  <c:v>25.3</c:v>
                </c:pt>
                <c:pt idx="40004">
                  <c:v>25.25</c:v>
                </c:pt>
                <c:pt idx="40005">
                  <c:v>25.3</c:v>
                </c:pt>
                <c:pt idx="40006">
                  <c:v>25.3</c:v>
                </c:pt>
                <c:pt idx="40007">
                  <c:v>25.3</c:v>
                </c:pt>
                <c:pt idx="40008">
                  <c:v>25.3</c:v>
                </c:pt>
                <c:pt idx="40009">
                  <c:v>25.3</c:v>
                </c:pt>
                <c:pt idx="40010">
                  <c:v>25.3</c:v>
                </c:pt>
                <c:pt idx="40011">
                  <c:v>25.3</c:v>
                </c:pt>
                <c:pt idx="40012">
                  <c:v>25.3</c:v>
                </c:pt>
                <c:pt idx="40013">
                  <c:v>25.3</c:v>
                </c:pt>
                <c:pt idx="40014">
                  <c:v>25.3</c:v>
                </c:pt>
                <c:pt idx="40015">
                  <c:v>25.3</c:v>
                </c:pt>
                <c:pt idx="40016">
                  <c:v>25.3</c:v>
                </c:pt>
                <c:pt idx="40017">
                  <c:v>25.3</c:v>
                </c:pt>
                <c:pt idx="40018">
                  <c:v>25.3</c:v>
                </c:pt>
                <c:pt idx="40019">
                  <c:v>25.3</c:v>
                </c:pt>
                <c:pt idx="40020">
                  <c:v>25.3</c:v>
                </c:pt>
                <c:pt idx="40021">
                  <c:v>25.3</c:v>
                </c:pt>
                <c:pt idx="40022">
                  <c:v>25.3</c:v>
                </c:pt>
                <c:pt idx="40023">
                  <c:v>25.3</c:v>
                </c:pt>
                <c:pt idx="40024">
                  <c:v>25.3</c:v>
                </c:pt>
                <c:pt idx="40025">
                  <c:v>25.3</c:v>
                </c:pt>
                <c:pt idx="40026">
                  <c:v>25.3</c:v>
                </c:pt>
                <c:pt idx="40027">
                  <c:v>25.3</c:v>
                </c:pt>
                <c:pt idx="40028">
                  <c:v>25.3</c:v>
                </c:pt>
                <c:pt idx="40029">
                  <c:v>25.3</c:v>
                </c:pt>
                <c:pt idx="40030">
                  <c:v>25.3</c:v>
                </c:pt>
                <c:pt idx="40031">
                  <c:v>25.3</c:v>
                </c:pt>
                <c:pt idx="40032">
                  <c:v>25.3</c:v>
                </c:pt>
                <c:pt idx="40033">
                  <c:v>25.3</c:v>
                </c:pt>
                <c:pt idx="40034">
                  <c:v>25.3</c:v>
                </c:pt>
                <c:pt idx="40035">
                  <c:v>25.3</c:v>
                </c:pt>
                <c:pt idx="40036">
                  <c:v>25.3</c:v>
                </c:pt>
                <c:pt idx="40037">
                  <c:v>25.3</c:v>
                </c:pt>
                <c:pt idx="40038">
                  <c:v>25.3</c:v>
                </c:pt>
                <c:pt idx="40039">
                  <c:v>25.3</c:v>
                </c:pt>
                <c:pt idx="40040">
                  <c:v>25.3</c:v>
                </c:pt>
                <c:pt idx="40041">
                  <c:v>25.3</c:v>
                </c:pt>
                <c:pt idx="40042">
                  <c:v>25.3</c:v>
                </c:pt>
                <c:pt idx="40043">
                  <c:v>25.3</c:v>
                </c:pt>
                <c:pt idx="40044">
                  <c:v>25.3</c:v>
                </c:pt>
                <c:pt idx="40045">
                  <c:v>25.3</c:v>
                </c:pt>
                <c:pt idx="40046">
                  <c:v>25.3</c:v>
                </c:pt>
                <c:pt idx="40047">
                  <c:v>25.3</c:v>
                </c:pt>
                <c:pt idx="40048">
                  <c:v>25.3</c:v>
                </c:pt>
                <c:pt idx="40049">
                  <c:v>25.3</c:v>
                </c:pt>
                <c:pt idx="40050">
                  <c:v>25.25</c:v>
                </c:pt>
                <c:pt idx="40051">
                  <c:v>25.25</c:v>
                </c:pt>
                <c:pt idx="40052">
                  <c:v>25.25</c:v>
                </c:pt>
                <c:pt idx="40053">
                  <c:v>25.25</c:v>
                </c:pt>
                <c:pt idx="40054">
                  <c:v>25.25</c:v>
                </c:pt>
                <c:pt idx="40055">
                  <c:v>25.25</c:v>
                </c:pt>
                <c:pt idx="40056">
                  <c:v>25.25</c:v>
                </c:pt>
                <c:pt idx="40057">
                  <c:v>25.25</c:v>
                </c:pt>
                <c:pt idx="40058">
                  <c:v>25.25</c:v>
                </c:pt>
                <c:pt idx="40059">
                  <c:v>25.25</c:v>
                </c:pt>
                <c:pt idx="40060">
                  <c:v>25.25</c:v>
                </c:pt>
                <c:pt idx="40061">
                  <c:v>25.25</c:v>
                </c:pt>
                <c:pt idx="40062">
                  <c:v>25.25</c:v>
                </c:pt>
                <c:pt idx="40063">
                  <c:v>25.3</c:v>
                </c:pt>
                <c:pt idx="40064">
                  <c:v>25.25</c:v>
                </c:pt>
                <c:pt idx="40065">
                  <c:v>25.3</c:v>
                </c:pt>
                <c:pt idx="40066">
                  <c:v>25.25</c:v>
                </c:pt>
                <c:pt idx="40067">
                  <c:v>25.3</c:v>
                </c:pt>
                <c:pt idx="40068">
                  <c:v>25.3</c:v>
                </c:pt>
                <c:pt idx="40069">
                  <c:v>25.3</c:v>
                </c:pt>
                <c:pt idx="40070">
                  <c:v>25.3</c:v>
                </c:pt>
                <c:pt idx="40071">
                  <c:v>25.3</c:v>
                </c:pt>
                <c:pt idx="40072">
                  <c:v>25.3</c:v>
                </c:pt>
                <c:pt idx="40073">
                  <c:v>25.3</c:v>
                </c:pt>
                <c:pt idx="40074">
                  <c:v>25.3</c:v>
                </c:pt>
                <c:pt idx="40075">
                  <c:v>25.3</c:v>
                </c:pt>
                <c:pt idx="40076">
                  <c:v>25.3</c:v>
                </c:pt>
                <c:pt idx="40077">
                  <c:v>25.3</c:v>
                </c:pt>
                <c:pt idx="40078">
                  <c:v>25.3</c:v>
                </c:pt>
                <c:pt idx="40079">
                  <c:v>25.3</c:v>
                </c:pt>
                <c:pt idx="40080">
                  <c:v>25.3</c:v>
                </c:pt>
                <c:pt idx="40081">
                  <c:v>25.3</c:v>
                </c:pt>
                <c:pt idx="40082">
                  <c:v>25.3</c:v>
                </c:pt>
                <c:pt idx="40083">
                  <c:v>25.3</c:v>
                </c:pt>
                <c:pt idx="40084">
                  <c:v>25.3</c:v>
                </c:pt>
                <c:pt idx="40085">
                  <c:v>25.3</c:v>
                </c:pt>
                <c:pt idx="40086">
                  <c:v>25.3</c:v>
                </c:pt>
                <c:pt idx="40087">
                  <c:v>25.3</c:v>
                </c:pt>
                <c:pt idx="40088">
                  <c:v>25.3</c:v>
                </c:pt>
                <c:pt idx="40089">
                  <c:v>25.3</c:v>
                </c:pt>
                <c:pt idx="40090">
                  <c:v>25.3</c:v>
                </c:pt>
                <c:pt idx="40091">
                  <c:v>25.3</c:v>
                </c:pt>
                <c:pt idx="40092">
                  <c:v>25.3</c:v>
                </c:pt>
                <c:pt idx="40093">
                  <c:v>25.3</c:v>
                </c:pt>
                <c:pt idx="40094">
                  <c:v>25.3</c:v>
                </c:pt>
                <c:pt idx="40095">
                  <c:v>25.3</c:v>
                </c:pt>
                <c:pt idx="40096">
                  <c:v>25.3</c:v>
                </c:pt>
                <c:pt idx="40097">
                  <c:v>25.3</c:v>
                </c:pt>
                <c:pt idx="40098">
                  <c:v>25.3</c:v>
                </c:pt>
                <c:pt idx="40099">
                  <c:v>25.3</c:v>
                </c:pt>
                <c:pt idx="40100">
                  <c:v>25.3</c:v>
                </c:pt>
                <c:pt idx="40101">
                  <c:v>25.3</c:v>
                </c:pt>
                <c:pt idx="40102">
                  <c:v>25.3</c:v>
                </c:pt>
                <c:pt idx="40103">
                  <c:v>25.3</c:v>
                </c:pt>
                <c:pt idx="40104">
                  <c:v>25.3</c:v>
                </c:pt>
                <c:pt idx="40105">
                  <c:v>25.3</c:v>
                </c:pt>
                <c:pt idx="40106">
                  <c:v>25.3</c:v>
                </c:pt>
                <c:pt idx="40107">
                  <c:v>25.3</c:v>
                </c:pt>
                <c:pt idx="40108">
                  <c:v>25.3</c:v>
                </c:pt>
                <c:pt idx="40109">
                  <c:v>25.3</c:v>
                </c:pt>
                <c:pt idx="40110">
                  <c:v>25.3</c:v>
                </c:pt>
                <c:pt idx="40111">
                  <c:v>25.3</c:v>
                </c:pt>
                <c:pt idx="40112">
                  <c:v>25.3</c:v>
                </c:pt>
                <c:pt idx="40113">
                  <c:v>25.3</c:v>
                </c:pt>
                <c:pt idx="40114">
                  <c:v>25.3</c:v>
                </c:pt>
                <c:pt idx="40115">
                  <c:v>25.3</c:v>
                </c:pt>
                <c:pt idx="40116">
                  <c:v>25.3</c:v>
                </c:pt>
                <c:pt idx="40117">
                  <c:v>25.3</c:v>
                </c:pt>
                <c:pt idx="40118">
                  <c:v>25.3</c:v>
                </c:pt>
                <c:pt idx="40119">
                  <c:v>25.25</c:v>
                </c:pt>
                <c:pt idx="40120">
                  <c:v>25.25</c:v>
                </c:pt>
                <c:pt idx="40121">
                  <c:v>25.25</c:v>
                </c:pt>
                <c:pt idx="40122">
                  <c:v>25.25</c:v>
                </c:pt>
                <c:pt idx="40123">
                  <c:v>25.25</c:v>
                </c:pt>
                <c:pt idx="40124">
                  <c:v>25.25</c:v>
                </c:pt>
                <c:pt idx="40125">
                  <c:v>25.25</c:v>
                </c:pt>
                <c:pt idx="40126">
                  <c:v>25.25</c:v>
                </c:pt>
                <c:pt idx="40127">
                  <c:v>25.25</c:v>
                </c:pt>
                <c:pt idx="40128">
                  <c:v>25.25</c:v>
                </c:pt>
                <c:pt idx="40129">
                  <c:v>25.25</c:v>
                </c:pt>
                <c:pt idx="40130">
                  <c:v>25.25</c:v>
                </c:pt>
                <c:pt idx="40131">
                  <c:v>25.25</c:v>
                </c:pt>
                <c:pt idx="40132">
                  <c:v>25.25</c:v>
                </c:pt>
                <c:pt idx="40133">
                  <c:v>25.25</c:v>
                </c:pt>
                <c:pt idx="40134">
                  <c:v>25.25</c:v>
                </c:pt>
                <c:pt idx="40135">
                  <c:v>25.25</c:v>
                </c:pt>
                <c:pt idx="40136">
                  <c:v>25.25</c:v>
                </c:pt>
                <c:pt idx="40137">
                  <c:v>25.25</c:v>
                </c:pt>
                <c:pt idx="40138">
                  <c:v>25.25</c:v>
                </c:pt>
                <c:pt idx="40139">
                  <c:v>25.25</c:v>
                </c:pt>
                <c:pt idx="40140">
                  <c:v>25.25</c:v>
                </c:pt>
                <c:pt idx="40141">
                  <c:v>25.25</c:v>
                </c:pt>
                <c:pt idx="40142">
                  <c:v>25.25</c:v>
                </c:pt>
                <c:pt idx="40143">
                  <c:v>25.25</c:v>
                </c:pt>
                <c:pt idx="40144">
                  <c:v>25.3</c:v>
                </c:pt>
                <c:pt idx="40145">
                  <c:v>25.25</c:v>
                </c:pt>
                <c:pt idx="40146">
                  <c:v>25.3</c:v>
                </c:pt>
                <c:pt idx="40147">
                  <c:v>25.25</c:v>
                </c:pt>
                <c:pt idx="40148">
                  <c:v>25.25</c:v>
                </c:pt>
                <c:pt idx="40149">
                  <c:v>25.25</c:v>
                </c:pt>
                <c:pt idx="40150">
                  <c:v>25.25</c:v>
                </c:pt>
                <c:pt idx="40151">
                  <c:v>25.25</c:v>
                </c:pt>
                <c:pt idx="40152">
                  <c:v>25.25</c:v>
                </c:pt>
                <c:pt idx="40153">
                  <c:v>25.25</c:v>
                </c:pt>
                <c:pt idx="40154">
                  <c:v>25.25</c:v>
                </c:pt>
                <c:pt idx="40155">
                  <c:v>25.25</c:v>
                </c:pt>
                <c:pt idx="40156">
                  <c:v>25.25</c:v>
                </c:pt>
                <c:pt idx="40157">
                  <c:v>25.25</c:v>
                </c:pt>
                <c:pt idx="40158">
                  <c:v>25.25</c:v>
                </c:pt>
                <c:pt idx="40159">
                  <c:v>25.25</c:v>
                </c:pt>
                <c:pt idx="40160">
                  <c:v>25.25</c:v>
                </c:pt>
                <c:pt idx="40161">
                  <c:v>25.25</c:v>
                </c:pt>
                <c:pt idx="40162">
                  <c:v>25.25</c:v>
                </c:pt>
                <c:pt idx="40163">
                  <c:v>25.25</c:v>
                </c:pt>
                <c:pt idx="40164">
                  <c:v>25.25</c:v>
                </c:pt>
                <c:pt idx="40165">
                  <c:v>25.25</c:v>
                </c:pt>
                <c:pt idx="40166">
                  <c:v>25.25</c:v>
                </c:pt>
                <c:pt idx="40167">
                  <c:v>25.25</c:v>
                </c:pt>
                <c:pt idx="40168">
                  <c:v>25.25</c:v>
                </c:pt>
                <c:pt idx="40169">
                  <c:v>25.25</c:v>
                </c:pt>
                <c:pt idx="40170">
                  <c:v>25.25</c:v>
                </c:pt>
                <c:pt idx="40171">
                  <c:v>25.3</c:v>
                </c:pt>
                <c:pt idx="40172">
                  <c:v>25.25</c:v>
                </c:pt>
                <c:pt idx="40173">
                  <c:v>25.3</c:v>
                </c:pt>
                <c:pt idx="40174">
                  <c:v>25.25</c:v>
                </c:pt>
                <c:pt idx="40175">
                  <c:v>25.25</c:v>
                </c:pt>
                <c:pt idx="40176">
                  <c:v>25.25</c:v>
                </c:pt>
                <c:pt idx="40177">
                  <c:v>25.25</c:v>
                </c:pt>
                <c:pt idx="40178">
                  <c:v>25.25</c:v>
                </c:pt>
                <c:pt idx="40179">
                  <c:v>25.25</c:v>
                </c:pt>
                <c:pt idx="40180">
                  <c:v>25.25</c:v>
                </c:pt>
                <c:pt idx="40181">
                  <c:v>25.25</c:v>
                </c:pt>
                <c:pt idx="40182">
                  <c:v>25.25</c:v>
                </c:pt>
                <c:pt idx="40183">
                  <c:v>25.25</c:v>
                </c:pt>
                <c:pt idx="40184">
                  <c:v>25.25</c:v>
                </c:pt>
                <c:pt idx="40185">
                  <c:v>25.25</c:v>
                </c:pt>
                <c:pt idx="40186">
                  <c:v>25.25</c:v>
                </c:pt>
                <c:pt idx="40187">
                  <c:v>25.25</c:v>
                </c:pt>
                <c:pt idx="40188">
                  <c:v>25.25</c:v>
                </c:pt>
                <c:pt idx="40189">
                  <c:v>25.25</c:v>
                </c:pt>
                <c:pt idx="40190">
                  <c:v>25.25</c:v>
                </c:pt>
                <c:pt idx="40191">
                  <c:v>25.25</c:v>
                </c:pt>
                <c:pt idx="40192">
                  <c:v>25.25</c:v>
                </c:pt>
                <c:pt idx="40193">
                  <c:v>25.25</c:v>
                </c:pt>
                <c:pt idx="40194">
                  <c:v>25.25</c:v>
                </c:pt>
                <c:pt idx="40195">
                  <c:v>25.25</c:v>
                </c:pt>
                <c:pt idx="40196">
                  <c:v>25.25</c:v>
                </c:pt>
                <c:pt idx="40197">
                  <c:v>25.25</c:v>
                </c:pt>
                <c:pt idx="40198">
                  <c:v>25.25</c:v>
                </c:pt>
                <c:pt idx="40199">
                  <c:v>25.25</c:v>
                </c:pt>
                <c:pt idx="40200">
                  <c:v>25.25</c:v>
                </c:pt>
                <c:pt idx="40201">
                  <c:v>25.25</c:v>
                </c:pt>
                <c:pt idx="40202">
                  <c:v>25.25</c:v>
                </c:pt>
                <c:pt idx="40203">
                  <c:v>25.25</c:v>
                </c:pt>
                <c:pt idx="40204">
                  <c:v>25.25</c:v>
                </c:pt>
                <c:pt idx="40205">
                  <c:v>25.25</c:v>
                </c:pt>
                <c:pt idx="40206">
                  <c:v>25.25</c:v>
                </c:pt>
                <c:pt idx="40207">
                  <c:v>25.25</c:v>
                </c:pt>
                <c:pt idx="40208">
                  <c:v>25.25</c:v>
                </c:pt>
                <c:pt idx="40209">
                  <c:v>25.25</c:v>
                </c:pt>
                <c:pt idx="40210">
                  <c:v>25.25</c:v>
                </c:pt>
                <c:pt idx="40211">
                  <c:v>25.25</c:v>
                </c:pt>
                <c:pt idx="40212">
                  <c:v>25.25</c:v>
                </c:pt>
                <c:pt idx="40213">
                  <c:v>25.25</c:v>
                </c:pt>
                <c:pt idx="40214">
                  <c:v>25.25</c:v>
                </c:pt>
                <c:pt idx="40215">
                  <c:v>25.25</c:v>
                </c:pt>
                <c:pt idx="40216">
                  <c:v>25.25</c:v>
                </c:pt>
                <c:pt idx="40217">
                  <c:v>25.25</c:v>
                </c:pt>
                <c:pt idx="40218">
                  <c:v>25.25</c:v>
                </c:pt>
                <c:pt idx="40219">
                  <c:v>25.25</c:v>
                </c:pt>
                <c:pt idx="40220">
                  <c:v>25.25</c:v>
                </c:pt>
                <c:pt idx="40221">
                  <c:v>25.25</c:v>
                </c:pt>
                <c:pt idx="40222">
                  <c:v>25.25</c:v>
                </c:pt>
                <c:pt idx="40223">
                  <c:v>25.25</c:v>
                </c:pt>
                <c:pt idx="40224">
                  <c:v>25.25</c:v>
                </c:pt>
                <c:pt idx="40225">
                  <c:v>25.25</c:v>
                </c:pt>
                <c:pt idx="40226">
                  <c:v>25.25</c:v>
                </c:pt>
                <c:pt idx="40227">
                  <c:v>25.25</c:v>
                </c:pt>
                <c:pt idx="40228">
                  <c:v>25.25</c:v>
                </c:pt>
                <c:pt idx="40229">
                  <c:v>25.25</c:v>
                </c:pt>
                <c:pt idx="40230">
                  <c:v>25.25</c:v>
                </c:pt>
                <c:pt idx="40231">
                  <c:v>25.25</c:v>
                </c:pt>
                <c:pt idx="40232">
                  <c:v>25.25</c:v>
                </c:pt>
                <c:pt idx="40233">
                  <c:v>25.25</c:v>
                </c:pt>
                <c:pt idx="40234">
                  <c:v>25.25</c:v>
                </c:pt>
                <c:pt idx="40235">
                  <c:v>25.25</c:v>
                </c:pt>
                <c:pt idx="40236">
                  <c:v>25.25</c:v>
                </c:pt>
                <c:pt idx="40237">
                  <c:v>25.25</c:v>
                </c:pt>
                <c:pt idx="40238">
                  <c:v>25.25</c:v>
                </c:pt>
                <c:pt idx="40239">
                  <c:v>25.25</c:v>
                </c:pt>
                <c:pt idx="40240">
                  <c:v>25.25</c:v>
                </c:pt>
                <c:pt idx="40241">
                  <c:v>25.25</c:v>
                </c:pt>
                <c:pt idx="40242">
                  <c:v>25.25</c:v>
                </c:pt>
                <c:pt idx="40243">
                  <c:v>25.25</c:v>
                </c:pt>
                <c:pt idx="40244">
                  <c:v>25.25</c:v>
                </c:pt>
                <c:pt idx="40245">
                  <c:v>25.25</c:v>
                </c:pt>
                <c:pt idx="40246">
                  <c:v>25.25</c:v>
                </c:pt>
                <c:pt idx="40247">
                  <c:v>25.25</c:v>
                </c:pt>
                <c:pt idx="40248">
                  <c:v>25.25</c:v>
                </c:pt>
                <c:pt idx="40249">
                  <c:v>25.25</c:v>
                </c:pt>
                <c:pt idx="40250">
                  <c:v>25.25</c:v>
                </c:pt>
                <c:pt idx="40251">
                  <c:v>25.25</c:v>
                </c:pt>
                <c:pt idx="40252">
                  <c:v>25.25</c:v>
                </c:pt>
                <c:pt idx="40253">
                  <c:v>25.25</c:v>
                </c:pt>
                <c:pt idx="40254">
                  <c:v>25.25</c:v>
                </c:pt>
                <c:pt idx="40255">
                  <c:v>25.25</c:v>
                </c:pt>
                <c:pt idx="40256">
                  <c:v>25.25</c:v>
                </c:pt>
                <c:pt idx="40257">
                  <c:v>25.25</c:v>
                </c:pt>
                <c:pt idx="40258">
                  <c:v>25.25</c:v>
                </c:pt>
                <c:pt idx="40259">
                  <c:v>25.25</c:v>
                </c:pt>
                <c:pt idx="40260">
                  <c:v>25.25</c:v>
                </c:pt>
                <c:pt idx="40261">
                  <c:v>25.25</c:v>
                </c:pt>
                <c:pt idx="40262">
                  <c:v>25.25</c:v>
                </c:pt>
                <c:pt idx="40263">
                  <c:v>25.25</c:v>
                </c:pt>
                <c:pt idx="40264">
                  <c:v>25.25</c:v>
                </c:pt>
                <c:pt idx="40265">
                  <c:v>25.25</c:v>
                </c:pt>
                <c:pt idx="40266">
                  <c:v>25.25</c:v>
                </c:pt>
                <c:pt idx="40267">
                  <c:v>25.25</c:v>
                </c:pt>
                <c:pt idx="40268">
                  <c:v>25.25</c:v>
                </c:pt>
                <c:pt idx="40269">
                  <c:v>25.25</c:v>
                </c:pt>
                <c:pt idx="40270">
                  <c:v>25.25</c:v>
                </c:pt>
                <c:pt idx="40271">
                  <c:v>25.25</c:v>
                </c:pt>
                <c:pt idx="40272">
                  <c:v>25.25</c:v>
                </c:pt>
                <c:pt idx="40273">
                  <c:v>25.25</c:v>
                </c:pt>
                <c:pt idx="40274">
                  <c:v>25.25</c:v>
                </c:pt>
                <c:pt idx="40275">
                  <c:v>25.25</c:v>
                </c:pt>
                <c:pt idx="40276">
                  <c:v>25.25</c:v>
                </c:pt>
                <c:pt idx="40277">
                  <c:v>25.25</c:v>
                </c:pt>
                <c:pt idx="40278">
                  <c:v>25.25</c:v>
                </c:pt>
                <c:pt idx="40279">
                  <c:v>25.25</c:v>
                </c:pt>
                <c:pt idx="40280">
                  <c:v>25.25</c:v>
                </c:pt>
                <c:pt idx="40281">
                  <c:v>25.25</c:v>
                </c:pt>
                <c:pt idx="40282">
                  <c:v>25.25</c:v>
                </c:pt>
                <c:pt idx="40283">
                  <c:v>25.25</c:v>
                </c:pt>
                <c:pt idx="40284">
                  <c:v>25.25</c:v>
                </c:pt>
                <c:pt idx="40285">
                  <c:v>25.25</c:v>
                </c:pt>
                <c:pt idx="40286">
                  <c:v>25.25</c:v>
                </c:pt>
                <c:pt idx="40287">
                  <c:v>25.25</c:v>
                </c:pt>
                <c:pt idx="40288">
                  <c:v>25.25</c:v>
                </c:pt>
                <c:pt idx="40289">
                  <c:v>25.25</c:v>
                </c:pt>
                <c:pt idx="40290">
                  <c:v>25.25</c:v>
                </c:pt>
                <c:pt idx="40291">
                  <c:v>25.25</c:v>
                </c:pt>
                <c:pt idx="40292">
                  <c:v>25.25</c:v>
                </c:pt>
                <c:pt idx="40293">
                  <c:v>25.25</c:v>
                </c:pt>
                <c:pt idx="40294">
                  <c:v>25.25</c:v>
                </c:pt>
                <c:pt idx="40295">
                  <c:v>25.25</c:v>
                </c:pt>
                <c:pt idx="40296">
                  <c:v>25.25</c:v>
                </c:pt>
                <c:pt idx="40297">
                  <c:v>25.25</c:v>
                </c:pt>
                <c:pt idx="40298">
                  <c:v>25.25</c:v>
                </c:pt>
                <c:pt idx="40299">
                  <c:v>25.25</c:v>
                </c:pt>
                <c:pt idx="40300">
                  <c:v>25.25</c:v>
                </c:pt>
                <c:pt idx="40301">
                  <c:v>25.25</c:v>
                </c:pt>
                <c:pt idx="40302">
                  <c:v>25.25</c:v>
                </c:pt>
                <c:pt idx="40303">
                  <c:v>25.25</c:v>
                </c:pt>
                <c:pt idx="40304">
                  <c:v>25.25</c:v>
                </c:pt>
                <c:pt idx="40305">
                  <c:v>25.25</c:v>
                </c:pt>
                <c:pt idx="40306">
                  <c:v>25.25</c:v>
                </c:pt>
                <c:pt idx="40307">
                  <c:v>25.25</c:v>
                </c:pt>
                <c:pt idx="40308">
                  <c:v>25.25</c:v>
                </c:pt>
                <c:pt idx="40309">
                  <c:v>25.25</c:v>
                </c:pt>
                <c:pt idx="40310">
                  <c:v>25.25</c:v>
                </c:pt>
                <c:pt idx="40311">
                  <c:v>25.25</c:v>
                </c:pt>
                <c:pt idx="40312">
                  <c:v>25.25</c:v>
                </c:pt>
                <c:pt idx="40313">
                  <c:v>25.25</c:v>
                </c:pt>
                <c:pt idx="40314">
                  <c:v>25.25</c:v>
                </c:pt>
                <c:pt idx="40315">
                  <c:v>25.25</c:v>
                </c:pt>
                <c:pt idx="40316">
                  <c:v>25.25</c:v>
                </c:pt>
                <c:pt idx="40317">
                  <c:v>25.25</c:v>
                </c:pt>
                <c:pt idx="40318">
                  <c:v>25.25</c:v>
                </c:pt>
                <c:pt idx="40319">
                  <c:v>25.25</c:v>
                </c:pt>
                <c:pt idx="40320">
                  <c:v>25.25</c:v>
                </c:pt>
                <c:pt idx="40321">
                  <c:v>25.25</c:v>
                </c:pt>
                <c:pt idx="40322">
                  <c:v>25.25</c:v>
                </c:pt>
                <c:pt idx="40323">
                  <c:v>25.25</c:v>
                </c:pt>
                <c:pt idx="40324">
                  <c:v>25.25</c:v>
                </c:pt>
                <c:pt idx="40325">
                  <c:v>25.25</c:v>
                </c:pt>
                <c:pt idx="40326">
                  <c:v>25.25</c:v>
                </c:pt>
                <c:pt idx="40327">
                  <c:v>25.25</c:v>
                </c:pt>
                <c:pt idx="40328">
                  <c:v>25.25</c:v>
                </c:pt>
                <c:pt idx="40329">
                  <c:v>25.25</c:v>
                </c:pt>
                <c:pt idx="40330">
                  <c:v>25.25</c:v>
                </c:pt>
                <c:pt idx="40331">
                  <c:v>25.25</c:v>
                </c:pt>
                <c:pt idx="40332">
                  <c:v>25.25</c:v>
                </c:pt>
                <c:pt idx="40333">
                  <c:v>25.25</c:v>
                </c:pt>
                <c:pt idx="40334">
                  <c:v>25.25</c:v>
                </c:pt>
                <c:pt idx="40335">
                  <c:v>25.25</c:v>
                </c:pt>
                <c:pt idx="40336">
                  <c:v>25.25</c:v>
                </c:pt>
                <c:pt idx="40337">
                  <c:v>25.25</c:v>
                </c:pt>
                <c:pt idx="40338">
                  <c:v>25.25</c:v>
                </c:pt>
                <c:pt idx="40339">
                  <c:v>25.25</c:v>
                </c:pt>
                <c:pt idx="40340">
                  <c:v>25.25</c:v>
                </c:pt>
                <c:pt idx="40341">
                  <c:v>25.25</c:v>
                </c:pt>
                <c:pt idx="40342">
                  <c:v>25.25</c:v>
                </c:pt>
                <c:pt idx="40343">
                  <c:v>25.25</c:v>
                </c:pt>
                <c:pt idx="40344">
                  <c:v>25.25</c:v>
                </c:pt>
                <c:pt idx="40345">
                  <c:v>25.25</c:v>
                </c:pt>
                <c:pt idx="40346">
                  <c:v>25.25</c:v>
                </c:pt>
                <c:pt idx="40347">
                  <c:v>25.25</c:v>
                </c:pt>
                <c:pt idx="40348">
                  <c:v>25.25</c:v>
                </c:pt>
                <c:pt idx="40349">
                  <c:v>25.25</c:v>
                </c:pt>
                <c:pt idx="40350">
                  <c:v>25.25</c:v>
                </c:pt>
                <c:pt idx="40351">
                  <c:v>25.25</c:v>
                </c:pt>
                <c:pt idx="40352">
                  <c:v>25.25</c:v>
                </c:pt>
                <c:pt idx="40353">
                  <c:v>25.25</c:v>
                </c:pt>
                <c:pt idx="40354">
                  <c:v>25.25</c:v>
                </c:pt>
                <c:pt idx="40355">
                  <c:v>25.25</c:v>
                </c:pt>
                <c:pt idx="40356">
                  <c:v>25.25</c:v>
                </c:pt>
                <c:pt idx="40357">
                  <c:v>25.25</c:v>
                </c:pt>
                <c:pt idx="40358">
                  <c:v>25.25</c:v>
                </c:pt>
                <c:pt idx="40359">
                  <c:v>25.25</c:v>
                </c:pt>
                <c:pt idx="40360">
                  <c:v>25.25</c:v>
                </c:pt>
                <c:pt idx="40361">
                  <c:v>25.25</c:v>
                </c:pt>
                <c:pt idx="40362">
                  <c:v>25.25</c:v>
                </c:pt>
                <c:pt idx="40363">
                  <c:v>25.25</c:v>
                </c:pt>
                <c:pt idx="40364">
                  <c:v>25.25</c:v>
                </c:pt>
                <c:pt idx="40365">
                  <c:v>25.25</c:v>
                </c:pt>
                <c:pt idx="40366">
                  <c:v>25.25</c:v>
                </c:pt>
                <c:pt idx="40367">
                  <c:v>25.25</c:v>
                </c:pt>
                <c:pt idx="40368">
                  <c:v>25.25</c:v>
                </c:pt>
                <c:pt idx="40369">
                  <c:v>25.25</c:v>
                </c:pt>
                <c:pt idx="40370">
                  <c:v>25.25</c:v>
                </c:pt>
                <c:pt idx="40371">
                  <c:v>25.25</c:v>
                </c:pt>
                <c:pt idx="40372">
                  <c:v>25.25</c:v>
                </c:pt>
                <c:pt idx="40373">
                  <c:v>25.25</c:v>
                </c:pt>
                <c:pt idx="40374">
                  <c:v>25.25</c:v>
                </c:pt>
                <c:pt idx="40375">
                  <c:v>25.25</c:v>
                </c:pt>
                <c:pt idx="40376">
                  <c:v>25.25</c:v>
                </c:pt>
                <c:pt idx="40377">
                  <c:v>25.25</c:v>
                </c:pt>
                <c:pt idx="40378">
                  <c:v>25.25</c:v>
                </c:pt>
                <c:pt idx="40379">
                  <c:v>25.25</c:v>
                </c:pt>
                <c:pt idx="40380">
                  <c:v>25.25</c:v>
                </c:pt>
                <c:pt idx="40381">
                  <c:v>25.25</c:v>
                </c:pt>
                <c:pt idx="40382">
                  <c:v>25.25</c:v>
                </c:pt>
                <c:pt idx="40383">
                  <c:v>25.25</c:v>
                </c:pt>
                <c:pt idx="40384">
                  <c:v>25.25</c:v>
                </c:pt>
                <c:pt idx="40385">
                  <c:v>25.25</c:v>
                </c:pt>
                <c:pt idx="40386">
                  <c:v>25.25</c:v>
                </c:pt>
                <c:pt idx="40387">
                  <c:v>25.25</c:v>
                </c:pt>
                <c:pt idx="40388">
                  <c:v>25.25</c:v>
                </c:pt>
                <c:pt idx="40389">
                  <c:v>25.25</c:v>
                </c:pt>
                <c:pt idx="40390">
                  <c:v>25.25</c:v>
                </c:pt>
                <c:pt idx="40391">
                  <c:v>25.25</c:v>
                </c:pt>
                <c:pt idx="40392">
                  <c:v>25.25</c:v>
                </c:pt>
                <c:pt idx="40393">
                  <c:v>25.25</c:v>
                </c:pt>
                <c:pt idx="40394">
                  <c:v>25.25</c:v>
                </c:pt>
                <c:pt idx="40395">
                  <c:v>25.25</c:v>
                </c:pt>
                <c:pt idx="40396">
                  <c:v>25.25</c:v>
                </c:pt>
                <c:pt idx="40397">
                  <c:v>25.25</c:v>
                </c:pt>
                <c:pt idx="40398">
                  <c:v>25.25</c:v>
                </c:pt>
                <c:pt idx="40399">
                  <c:v>25.25</c:v>
                </c:pt>
                <c:pt idx="40400">
                  <c:v>25.25</c:v>
                </c:pt>
                <c:pt idx="40401">
                  <c:v>25.25</c:v>
                </c:pt>
                <c:pt idx="40402">
                  <c:v>25.25</c:v>
                </c:pt>
                <c:pt idx="40403">
                  <c:v>25.25</c:v>
                </c:pt>
                <c:pt idx="40404">
                  <c:v>25.25</c:v>
                </c:pt>
                <c:pt idx="40405">
                  <c:v>25.25</c:v>
                </c:pt>
                <c:pt idx="40406">
                  <c:v>25.25</c:v>
                </c:pt>
                <c:pt idx="40407">
                  <c:v>25.25</c:v>
                </c:pt>
                <c:pt idx="40408">
                  <c:v>25.25</c:v>
                </c:pt>
                <c:pt idx="40409">
                  <c:v>25.25</c:v>
                </c:pt>
                <c:pt idx="40410">
                  <c:v>25.25</c:v>
                </c:pt>
                <c:pt idx="40411">
                  <c:v>25.25</c:v>
                </c:pt>
                <c:pt idx="40412">
                  <c:v>25.25</c:v>
                </c:pt>
                <c:pt idx="40413">
                  <c:v>25.25</c:v>
                </c:pt>
                <c:pt idx="40414">
                  <c:v>25.25</c:v>
                </c:pt>
                <c:pt idx="40415">
                  <c:v>25.25</c:v>
                </c:pt>
                <c:pt idx="40416">
                  <c:v>25.25</c:v>
                </c:pt>
                <c:pt idx="40417">
                  <c:v>25.25</c:v>
                </c:pt>
                <c:pt idx="40418">
                  <c:v>25.25</c:v>
                </c:pt>
                <c:pt idx="40419">
                  <c:v>25.25</c:v>
                </c:pt>
                <c:pt idx="40420">
                  <c:v>25.25</c:v>
                </c:pt>
                <c:pt idx="40421">
                  <c:v>25.25</c:v>
                </c:pt>
                <c:pt idx="40422">
                  <c:v>25.25</c:v>
                </c:pt>
                <c:pt idx="40423">
                  <c:v>25.25</c:v>
                </c:pt>
                <c:pt idx="40424">
                  <c:v>25.25</c:v>
                </c:pt>
                <c:pt idx="40425">
                  <c:v>25.25</c:v>
                </c:pt>
                <c:pt idx="40426">
                  <c:v>25.25</c:v>
                </c:pt>
                <c:pt idx="40427">
                  <c:v>25.25</c:v>
                </c:pt>
                <c:pt idx="40428">
                  <c:v>25.25</c:v>
                </c:pt>
                <c:pt idx="40429">
                  <c:v>25.25</c:v>
                </c:pt>
                <c:pt idx="40430">
                  <c:v>25.25</c:v>
                </c:pt>
                <c:pt idx="40431">
                  <c:v>25.25</c:v>
                </c:pt>
                <c:pt idx="40432">
                  <c:v>25.25</c:v>
                </c:pt>
                <c:pt idx="40433">
                  <c:v>25.25</c:v>
                </c:pt>
                <c:pt idx="40434">
                  <c:v>25.25</c:v>
                </c:pt>
                <c:pt idx="40435">
                  <c:v>25.25</c:v>
                </c:pt>
                <c:pt idx="40436">
                  <c:v>25.25</c:v>
                </c:pt>
                <c:pt idx="40437">
                  <c:v>25.25</c:v>
                </c:pt>
                <c:pt idx="40438">
                  <c:v>25.25</c:v>
                </c:pt>
                <c:pt idx="40439">
                  <c:v>25.25</c:v>
                </c:pt>
                <c:pt idx="40440">
                  <c:v>25.25</c:v>
                </c:pt>
                <c:pt idx="40441">
                  <c:v>25.25</c:v>
                </c:pt>
                <c:pt idx="40442">
                  <c:v>25.25</c:v>
                </c:pt>
                <c:pt idx="40443">
                  <c:v>25.25</c:v>
                </c:pt>
                <c:pt idx="40444">
                  <c:v>25.25</c:v>
                </c:pt>
                <c:pt idx="40445">
                  <c:v>25.25</c:v>
                </c:pt>
                <c:pt idx="40446">
                  <c:v>25.25</c:v>
                </c:pt>
                <c:pt idx="40447">
                  <c:v>25.25</c:v>
                </c:pt>
                <c:pt idx="40448">
                  <c:v>25.25</c:v>
                </c:pt>
                <c:pt idx="40449">
                  <c:v>25.25</c:v>
                </c:pt>
                <c:pt idx="40450">
                  <c:v>25.25</c:v>
                </c:pt>
                <c:pt idx="40451">
                  <c:v>25.25</c:v>
                </c:pt>
                <c:pt idx="40452">
                  <c:v>25.25</c:v>
                </c:pt>
                <c:pt idx="40453">
                  <c:v>25.25</c:v>
                </c:pt>
                <c:pt idx="40454">
                  <c:v>25.25</c:v>
                </c:pt>
                <c:pt idx="40455">
                  <c:v>25.25</c:v>
                </c:pt>
                <c:pt idx="40456">
                  <c:v>25.25</c:v>
                </c:pt>
                <c:pt idx="40457">
                  <c:v>25.25</c:v>
                </c:pt>
                <c:pt idx="40458">
                  <c:v>25.25</c:v>
                </c:pt>
                <c:pt idx="40459">
                  <c:v>25.25</c:v>
                </c:pt>
                <c:pt idx="40460">
                  <c:v>25.25</c:v>
                </c:pt>
                <c:pt idx="40461">
                  <c:v>25.25</c:v>
                </c:pt>
                <c:pt idx="40462">
                  <c:v>25.25</c:v>
                </c:pt>
                <c:pt idx="40463">
                  <c:v>25.25</c:v>
                </c:pt>
                <c:pt idx="40464">
                  <c:v>25.25</c:v>
                </c:pt>
                <c:pt idx="40465">
                  <c:v>25.25</c:v>
                </c:pt>
                <c:pt idx="40466">
                  <c:v>25.25</c:v>
                </c:pt>
                <c:pt idx="40467">
                  <c:v>25.25</c:v>
                </c:pt>
                <c:pt idx="40468">
                  <c:v>25.25</c:v>
                </c:pt>
                <c:pt idx="40469">
                  <c:v>25.25</c:v>
                </c:pt>
                <c:pt idx="40470">
                  <c:v>25.25</c:v>
                </c:pt>
                <c:pt idx="40471">
                  <c:v>25.25</c:v>
                </c:pt>
                <c:pt idx="40472">
                  <c:v>25.25</c:v>
                </c:pt>
                <c:pt idx="40473">
                  <c:v>25.25</c:v>
                </c:pt>
                <c:pt idx="40474">
                  <c:v>25.25</c:v>
                </c:pt>
                <c:pt idx="40475">
                  <c:v>25.25</c:v>
                </c:pt>
                <c:pt idx="40476">
                  <c:v>25.25</c:v>
                </c:pt>
                <c:pt idx="40477">
                  <c:v>25.25</c:v>
                </c:pt>
                <c:pt idx="40478">
                  <c:v>25.25</c:v>
                </c:pt>
                <c:pt idx="40479">
                  <c:v>25.25</c:v>
                </c:pt>
                <c:pt idx="40480">
                  <c:v>25.25</c:v>
                </c:pt>
                <c:pt idx="40481">
                  <c:v>25.25</c:v>
                </c:pt>
                <c:pt idx="40482">
                  <c:v>25.25</c:v>
                </c:pt>
                <c:pt idx="40483">
                  <c:v>25.25</c:v>
                </c:pt>
                <c:pt idx="40484">
                  <c:v>25.25</c:v>
                </c:pt>
                <c:pt idx="40485">
                  <c:v>25.25</c:v>
                </c:pt>
                <c:pt idx="40486">
                  <c:v>25.25</c:v>
                </c:pt>
                <c:pt idx="40487">
                  <c:v>25.25</c:v>
                </c:pt>
                <c:pt idx="40488">
                  <c:v>25.25</c:v>
                </c:pt>
                <c:pt idx="40489">
                  <c:v>25.25</c:v>
                </c:pt>
                <c:pt idx="40490">
                  <c:v>25.2</c:v>
                </c:pt>
                <c:pt idx="40491">
                  <c:v>25.2</c:v>
                </c:pt>
                <c:pt idx="40492">
                  <c:v>25.25</c:v>
                </c:pt>
                <c:pt idx="40493">
                  <c:v>25.25</c:v>
                </c:pt>
                <c:pt idx="40494">
                  <c:v>25.25</c:v>
                </c:pt>
                <c:pt idx="40495">
                  <c:v>25.25</c:v>
                </c:pt>
                <c:pt idx="40496">
                  <c:v>25.25</c:v>
                </c:pt>
                <c:pt idx="40497">
                  <c:v>25.25</c:v>
                </c:pt>
                <c:pt idx="40498">
                  <c:v>25.25</c:v>
                </c:pt>
                <c:pt idx="40499">
                  <c:v>25.25</c:v>
                </c:pt>
                <c:pt idx="40500">
                  <c:v>25.25</c:v>
                </c:pt>
                <c:pt idx="40501">
                  <c:v>25.25</c:v>
                </c:pt>
                <c:pt idx="40502">
                  <c:v>25.25</c:v>
                </c:pt>
                <c:pt idx="40503">
                  <c:v>25.25</c:v>
                </c:pt>
                <c:pt idx="40504">
                  <c:v>25.25</c:v>
                </c:pt>
                <c:pt idx="40505">
                  <c:v>25.25</c:v>
                </c:pt>
                <c:pt idx="40506">
                  <c:v>25.25</c:v>
                </c:pt>
                <c:pt idx="40507">
                  <c:v>25.25</c:v>
                </c:pt>
                <c:pt idx="40508">
                  <c:v>25.2</c:v>
                </c:pt>
                <c:pt idx="40509">
                  <c:v>25.25</c:v>
                </c:pt>
                <c:pt idx="40510">
                  <c:v>25.25</c:v>
                </c:pt>
                <c:pt idx="40511">
                  <c:v>25.25</c:v>
                </c:pt>
                <c:pt idx="40512">
                  <c:v>25.2</c:v>
                </c:pt>
                <c:pt idx="40513">
                  <c:v>25.25</c:v>
                </c:pt>
                <c:pt idx="40514">
                  <c:v>25.25</c:v>
                </c:pt>
                <c:pt idx="40515">
                  <c:v>25.2</c:v>
                </c:pt>
                <c:pt idx="40516">
                  <c:v>25.25</c:v>
                </c:pt>
                <c:pt idx="40517">
                  <c:v>25.2</c:v>
                </c:pt>
                <c:pt idx="40518">
                  <c:v>25.2</c:v>
                </c:pt>
                <c:pt idx="40519">
                  <c:v>25.2</c:v>
                </c:pt>
                <c:pt idx="40520">
                  <c:v>25.2</c:v>
                </c:pt>
                <c:pt idx="40521">
                  <c:v>25.2</c:v>
                </c:pt>
                <c:pt idx="40522">
                  <c:v>25.2</c:v>
                </c:pt>
                <c:pt idx="40523">
                  <c:v>25.2</c:v>
                </c:pt>
                <c:pt idx="40524">
                  <c:v>25.25</c:v>
                </c:pt>
                <c:pt idx="40525">
                  <c:v>25.25</c:v>
                </c:pt>
                <c:pt idx="40526">
                  <c:v>25.25</c:v>
                </c:pt>
                <c:pt idx="40527">
                  <c:v>25.25</c:v>
                </c:pt>
                <c:pt idx="40528">
                  <c:v>25.25</c:v>
                </c:pt>
                <c:pt idx="40529">
                  <c:v>25.2</c:v>
                </c:pt>
                <c:pt idx="40530">
                  <c:v>25.25</c:v>
                </c:pt>
                <c:pt idx="40531">
                  <c:v>25.25</c:v>
                </c:pt>
                <c:pt idx="40532">
                  <c:v>25.25</c:v>
                </c:pt>
                <c:pt idx="40533">
                  <c:v>25.25</c:v>
                </c:pt>
                <c:pt idx="40534">
                  <c:v>25.25</c:v>
                </c:pt>
                <c:pt idx="40535">
                  <c:v>25.25</c:v>
                </c:pt>
                <c:pt idx="40536">
                  <c:v>25.25</c:v>
                </c:pt>
                <c:pt idx="40537">
                  <c:v>25.25</c:v>
                </c:pt>
                <c:pt idx="40538">
                  <c:v>25.25</c:v>
                </c:pt>
                <c:pt idx="40539">
                  <c:v>25.25</c:v>
                </c:pt>
                <c:pt idx="40540">
                  <c:v>25.25</c:v>
                </c:pt>
                <c:pt idx="40541">
                  <c:v>25.25</c:v>
                </c:pt>
                <c:pt idx="40542">
                  <c:v>25.25</c:v>
                </c:pt>
                <c:pt idx="40543">
                  <c:v>25.25</c:v>
                </c:pt>
                <c:pt idx="40544">
                  <c:v>25.25</c:v>
                </c:pt>
                <c:pt idx="40545">
                  <c:v>25.2</c:v>
                </c:pt>
                <c:pt idx="40546">
                  <c:v>25.2</c:v>
                </c:pt>
                <c:pt idx="40547">
                  <c:v>25.2</c:v>
                </c:pt>
                <c:pt idx="40548">
                  <c:v>25.2</c:v>
                </c:pt>
                <c:pt idx="40549">
                  <c:v>25.2</c:v>
                </c:pt>
                <c:pt idx="40550">
                  <c:v>25.2</c:v>
                </c:pt>
                <c:pt idx="40551">
                  <c:v>25.2</c:v>
                </c:pt>
                <c:pt idx="40552">
                  <c:v>25.25</c:v>
                </c:pt>
                <c:pt idx="40553">
                  <c:v>25.25</c:v>
                </c:pt>
                <c:pt idx="40554">
                  <c:v>25.25</c:v>
                </c:pt>
                <c:pt idx="40555">
                  <c:v>25.25</c:v>
                </c:pt>
                <c:pt idx="40556">
                  <c:v>25.25</c:v>
                </c:pt>
                <c:pt idx="40557">
                  <c:v>25.25</c:v>
                </c:pt>
                <c:pt idx="40558">
                  <c:v>25.25</c:v>
                </c:pt>
                <c:pt idx="40559">
                  <c:v>25.25</c:v>
                </c:pt>
                <c:pt idx="40560">
                  <c:v>25.25</c:v>
                </c:pt>
                <c:pt idx="40561">
                  <c:v>25.25</c:v>
                </c:pt>
                <c:pt idx="40562">
                  <c:v>25.25</c:v>
                </c:pt>
                <c:pt idx="40563">
                  <c:v>25.25</c:v>
                </c:pt>
                <c:pt idx="40564">
                  <c:v>25.25</c:v>
                </c:pt>
                <c:pt idx="40565">
                  <c:v>25.25</c:v>
                </c:pt>
                <c:pt idx="40566">
                  <c:v>25.25</c:v>
                </c:pt>
                <c:pt idx="40567">
                  <c:v>25.25</c:v>
                </c:pt>
                <c:pt idx="40568">
                  <c:v>25.25</c:v>
                </c:pt>
                <c:pt idx="40569">
                  <c:v>25.25</c:v>
                </c:pt>
                <c:pt idx="40570">
                  <c:v>25.25</c:v>
                </c:pt>
                <c:pt idx="40571">
                  <c:v>25.25</c:v>
                </c:pt>
                <c:pt idx="40572">
                  <c:v>25.2</c:v>
                </c:pt>
                <c:pt idx="40573">
                  <c:v>25.2</c:v>
                </c:pt>
                <c:pt idx="40574">
                  <c:v>25.2</c:v>
                </c:pt>
                <c:pt idx="40575">
                  <c:v>25.25</c:v>
                </c:pt>
                <c:pt idx="40576">
                  <c:v>25.25</c:v>
                </c:pt>
                <c:pt idx="40577">
                  <c:v>25.2</c:v>
                </c:pt>
                <c:pt idx="40578">
                  <c:v>25.25</c:v>
                </c:pt>
                <c:pt idx="40579">
                  <c:v>25.25</c:v>
                </c:pt>
                <c:pt idx="40580">
                  <c:v>25.25</c:v>
                </c:pt>
                <c:pt idx="40581">
                  <c:v>25.25</c:v>
                </c:pt>
                <c:pt idx="40582">
                  <c:v>25.25</c:v>
                </c:pt>
                <c:pt idx="40583">
                  <c:v>25.25</c:v>
                </c:pt>
                <c:pt idx="40584">
                  <c:v>25.25</c:v>
                </c:pt>
                <c:pt idx="40585">
                  <c:v>25.25</c:v>
                </c:pt>
                <c:pt idx="40586">
                  <c:v>25.25</c:v>
                </c:pt>
                <c:pt idx="40587">
                  <c:v>25.25</c:v>
                </c:pt>
                <c:pt idx="40588">
                  <c:v>25.25</c:v>
                </c:pt>
                <c:pt idx="40589">
                  <c:v>25.25</c:v>
                </c:pt>
                <c:pt idx="40590">
                  <c:v>25.25</c:v>
                </c:pt>
                <c:pt idx="40591">
                  <c:v>25.25</c:v>
                </c:pt>
                <c:pt idx="40592">
                  <c:v>25.25</c:v>
                </c:pt>
                <c:pt idx="40593">
                  <c:v>25.25</c:v>
                </c:pt>
                <c:pt idx="40594">
                  <c:v>25.25</c:v>
                </c:pt>
                <c:pt idx="40595">
                  <c:v>25.25</c:v>
                </c:pt>
                <c:pt idx="40596">
                  <c:v>25.25</c:v>
                </c:pt>
                <c:pt idx="40597">
                  <c:v>25.25</c:v>
                </c:pt>
                <c:pt idx="40598">
                  <c:v>25.25</c:v>
                </c:pt>
                <c:pt idx="40599">
                  <c:v>25.25</c:v>
                </c:pt>
                <c:pt idx="40600">
                  <c:v>25.25</c:v>
                </c:pt>
                <c:pt idx="40601">
                  <c:v>25.2</c:v>
                </c:pt>
                <c:pt idx="40602">
                  <c:v>25.25</c:v>
                </c:pt>
                <c:pt idx="40603">
                  <c:v>25.2</c:v>
                </c:pt>
                <c:pt idx="40604">
                  <c:v>25.25</c:v>
                </c:pt>
                <c:pt idx="40605">
                  <c:v>25.25</c:v>
                </c:pt>
                <c:pt idx="40606">
                  <c:v>25.2</c:v>
                </c:pt>
                <c:pt idx="40607">
                  <c:v>25.2</c:v>
                </c:pt>
                <c:pt idx="40608">
                  <c:v>25.25</c:v>
                </c:pt>
                <c:pt idx="40609">
                  <c:v>25.2</c:v>
                </c:pt>
                <c:pt idx="40610">
                  <c:v>25.2</c:v>
                </c:pt>
                <c:pt idx="40611">
                  <c:v>25.25</c:v>
                </c:pt>
                <c:pt idx="40612">
                  <c:v>25.25</c:v>
                </c:pt>
                <c:pt idx="40613">
                  <c:v>25.25</c:v>
                </c:pt>
                <c:pt idx="40614">
                  <c:v>25.25</c:v>
                </c:pt>
                <c:pt idx="40615">
                  <c:v>25.25</c:v>
                </c:pt>
                <c:pt idx="40616">
                  <c:v>25.25</c:v>
                </c:pt>
                <c:pt idx="40617">
                  <c:v>25.25</c:v>
                </c:pt>
                <c:pt idx="40618">
                  <c:v>25.25</c:v>
                </c:pt>
                <c:pt idx="40619">
                  <c:v>25.25</c:v>
                </c:pt>
                <c:pt idx="40620">
                  <c:v>25.25</c:v>
                </c:pt>
                <c:pt idx="40621">
                  <c:v>25.25</c:v>
                </c:pt>
                <c:pt idx="40622">
                  <c:v>25.25</c:v>
                </c:pt>
                <c:pt idx="40623">
                  <c:v>25.25</c:v>
                </c:pt>
                <c:pt idx="40624">
                  <c:v>25.25</c:v>
                </c:pt>
                <c:pt idx="40625">
                  <c:v>25.25</c:v>
                </c:pt>
                <c:pt idx="40626">
                  <c:v>25.25</c:v>
                </c:pt>
                <c:pt idx="40627">
                  <c:v>25.2</c:v>
                </c:pt>
                <c:pt idx="40628">
                  <c:v>25.2</c:v>
                </c:pt>
                <c:pt idx="40629">
                  <c:v>25.2</c:v>
                </c:pt>
                <c:pt idx="40630">
                  <c:v>25.2</c:v>
                </c:pt>
                <c:pt idx="40631">
                  <c:v>25.2</c:v>
                </c:pt>
                <c:pt idx="40632">
                  <c:v>25.2</c:v>
                </c:pt>
                <c:pt idx="40633">
                  <c:v>25.2</c:v>
                </c:pt>
                <c:pt idx="40634">
                  <c:v>25.2</c:v>
                </c:pt>
                <c:pt idx="40635">
                  <c:v>25.2</c:v>
                </c:pt>
                <c:pt idx="40636">
                  <c:v>25.2</c:v>
                </c:pt>
                <c:pt idx="40637">
                  <c:v>25.2</c:v>
                </c:pt>
                <c:pt idx="40638">
                  <c:v>25.25</c:v>
                </c:pt>
                <c:pt idx="40639">
                  <c:v>25.25</c:v>
                </c:pt>
                <c:pt idx="40640">
                  <c:v>25.2</c:v>
                </c:pt>
                <c:pt idx="40641">
                  <c:v>25.25</c:v>
                </c:pt>
                <c:pt idx="40642">
                  <c:v>25.25</c:v>
                </c:pt>
                <c:pt idx="40643">
                  <c:v>25.25</c:v>
                </c:pt>
                <c:pt idx="40644">
                  <c:v>25.25</c:v>
                </c:pt>
                <c:pt idx="40645">
                  <c:v>25.25</c:v>
                </c:pt>
                <c:pt idx="40646">
                  <c:v>25.25</c:v>
                </c:pt>
                <c:pt idx="40647">
                  <c:v>25.25</c:v>
                </c:pt>
                <c:pt idx="40648">
                  <c:v>25.25</c:v>
                </c:pt>
                <c:pt idx="40649">
                  <c:v>25.25</c:v>
                </c:pt>
                <c:pt idx="40650">
                  <c:v>25.25</c:v>
                </c:pt>
                <c:pt idx="40651">
                  <c:v>25.25</c:v>
                </c:pt>
                <c:pt idx="40652">
                  <c:v>25.25</c:v>
                </c:pt>
                <c:pt idx="40653">
                  <c:v>25.25</c:v>
                </c:pt>
                <c:pt idx="40654">
                  <c:v>25.2</c:v>
                </c:pt>
                <c:pt idx="40655">
                  <c:v>25.2</c:v>
                </c:pt>
                <c:pt idx="40656">
                  <c:v>25.2</c:v>
                </c:pt>
                <c:pt idx="40657">
                  <c:v>25.2</c:v>
                </c:pt>
                <c:pt idx="40658">
                  <c:v>25.2</c:v>
                </c:pt>
                <c:pt idx="40659">
                  <c:v>25.2</c:v>
                </c:pt>
                <c:pt idx="40660">
                  <c:v>25.2</c:v>
                </c:pt>
                <c:pt idx="40661">
                  <c:v>25.2</c:v>
                </c:pt>
                <c:pt idx="40662">
                  <c:v>25.2</c:v>
                </c:pt>
                <c:pt idx="40663">
                  <c:v>25.2</c:v>
                </c:pt>
                <c:pt idx="40664">
                  <c:v>25.2</c:v>
                </c:pt>
                <c:pt idx="40665">
                  <c:v>25.2</c:v>
                </c:pt>
                <c:pt idx="40666">
                  <c:v>25.2</c:v>
                </c:pt>
                <c:pt idx="40667">
                  <c:v>25.2</c:v>
                </c:pt>
                <c:pt idx="40668">
                  <c:v>25.2</c:v>
                </c:pt>
                <c:pt idx="40669">
                  <c:v>25.2</c:v>
                </c:pt>
                <c:pt idx="40670">
                  <c:v>25.2</c:v>
                </c:pt>
                <c:pt idx="40671">
                  <c:v>25.2</c:v>
                </c:pt>
                <c:pt idx="40672">
                  <c:v>25.2</c:v>
                </c:pt>
                <c:pt idx="40673">
                  <c:v>25.25</c:v>
                </c:pt>
                <c:pt idx="40674">
                  <c:v>25.25</c:v>
                </c:pt>
                <c:pt idx="40675">
                  <c:v>25.25</c:v>
                </c:pt>
                <c:pt idx="40676">
                  <c:v>25.25</c:v>
                </c:pt>
                <c:pt idx="40677">
                  <c:v>25.25</c:v>
                </c:pt>
                <c:pt idx="40678">
                  <c:v>25.25</c:v>
                </c:pt>
                <c:pt idx="40679">
                  <c:v>25.25</c:v>
                </c:pt>
                <c:pt idx="40680">
                  <c:v>25.25</c:v>
                </c:pt>
                <c:pt idx="40681">
                  <c:v>25.25</c:v>
                </c:pt>
                <c:pt idx="40682">
                  <c:v>25.25</c:v>
                </c:pt>
                <c:pt idx="40683">
                  <c:v>25.25</c:v>
                </c:pt>
                <c:pt idx="40684">
                  <c:v>25.25</c:v>
                </c:pt>
                <c:pt idx="40685">
                  <c:v>25.25</c:v>
                </c:pt>
                <c:pt idx="40686">
                  <c:v>25.2</c:v>
                </c:pt>
                <c:pt idx="40687">
                  <c:v>25.2</c:v>
                </c:pt>
                <c:pt idx="40688">
                  <c:v>25.2</c:v>
                </c:pt>
                <c:pt idx="40689">
                  <c:v>25.2</c:v>
                </c:pt>
                <c:pt idx="40690">
                  <c:v>25.2</c:v>
                </c:pt>
                <c:pt idx="40691">
                  <c:v>25.2</c:v>
                </c:pt>
                <c:pt idx="40692">
                  <c:v>25.2</c:v>
                </c:pt>
                <c:pt idx="40693">
                  <c:v>25.2</c:v>
                </c:pt>
                <c:pt idx="40694">
                  <c:v>25.2</c:v>
                </c:pt>
                <c:pt idx="40695">
                  <c:v>25.2</c:v>
                </c:pt>
                <c:pt idx="40696">
                  <c:v>25.2</c:v>
                </c:pt>
                <c:pt idx="40697">
                  <c:v>25.2</c:v>
                </c:pt>
                <c:pt idx="40698">
                  <c:v>25.2</c:v>
                </c:pt>
                <c:pt idx="40699">
                  <c:v>25.2</c:v>
                </c:pt>
                <c:pt idx="40700">
                  <c:v>25.25</c:v>
                </c:pt>
                <c:pt idx="40701">
                  <c:v>25.2</c:v>
                </c:pt>
                <c:pt idx="40702">
                  <c:v>25.2</c:v>
                </c:pt>
                <c:pt idx="40703">
                  <c:v>25.25</c:v>
                </c:pt>
                <c:pt idx="40704">
                  <c:v>25.25</c:v>
                </c:pt>
                <c:pt idx="40705">
                  <c:v>25.25</c:v>
                </c:pt>
                <c:pt idx="40706">
                  <c:v>25.25</c:v>
                </c:pt>
                <c:pt idx="40707">
                  <c:v>25.25</c:v>
                </c:pt>
                <c:pt idx="40708">
                  <c:v>25.25</c:v>
                </c:pt>
                <c:pt idx="40709">
                  <c:v>25.25</c:v>
                </c:pt>
                <c:pt idx="40710">
                  <c:v>25.25</c:v>
                </c:pt>
                <c:pt idx="40711">
                  <c:v>25.2</c:v>
                </c:pt>
                <c:pt idx="40712">
                  <c:v>25.2</c:v>
                </c:pt>
                <c:pt idx="40713">
                  <c:v>25.2</c:v>
                </c:pt>
                <c:pt idx="40714">
                  <c:v>25.2</c:v>
                </c:pt>
                <c:pt idx="40715">
                  <c:v>25.2</c:v>
                </c:pt>
                <c:pt idx="40716">
                  <c:v>25.2</c:v>
                </c:pt>
                <c:pt idx="40717">
                  <c:v>25.2</c:v>
                </c:pt>
                <c:pt idx="40718">
                  <c:v>25.2</c:v>
                </c:pt>
                <c:pt idx="40719">
                  <c:v>25.2</c:v>
                </c:pt>
                <c:pt idx="40720">
                  <c:v>25.2</c:v>
                </c:pt>
                <c:pt idx="40721">
                  <c:v>25.2</c:v>
                </c:pt>
                <c:pt idx="40722">
                  <c:v>25.2</c:v>
                </c:pt>
                <c:pt idx="40723">
                  <c:v>25.2</c:v>
                </c:pt>
                <c:pt idx="40724">
                  <c:v>25.2</c:v>
                </c:pt>
                <c:pt idx="40725">
                  <c:v>25.2</c:v>
                </c:pt>
                <c:pt idx="40726">
                  <c:v>25.2</c:v>
                </c:pt>
                <c:pt idx="40727">
                  <c:v>25.2</c:v>
                </c:pt>
                <c:pt idx="40728">
                  <c:v>25.25</c:v>
                </c:pt>
                <c:pt idx="40729">
                  <c:v>25.25</c:v>
                </c:pt>
                <c:pt idx="40730">
                  <c:v>25.25</c:v>
                </c:pt>
                <c:pt idx="40731">
                  <c:v>25.2</c:v>
                </c:pt>
                <c:pt idx="40732">
                  <c:v>25.25</c:v>
                </c:pt>
                <c:pt idx="40733">
                  <c:v>25.25</c:v>
                </c:pt>
                <c:pt idx="40734">
                  <c:v>25.2</c:v>
                </c:pt>
                <c:pt idx="40735">
                  <c:v>25.25</c:v>
                </c:pt>
                <c:pt idx="40736">
                  <c:v>25.25</c:v>
                </c:pt>
                <c:pt idx="40737">
                  <c:v>25.2</c:v>
                </c:pt>
                <c:pt idx="40738">
                  <c:v>25.25</c:v>
                </c:pt>
                <c:pt idx="40739">
                  <c:v>25.2</c:v>
                </c:pt>
                <c:pt idx="40740">
                  <c:v>25.2</c:v>
                </c:pt>
                <c:pt idx="40741">
                  <c:v>25.2</c:v>
                </c:pt>
                <c:pt idx="40742">
                  <c:v>25.25</c:v>
                </c:pt>
                <c:pt idx="40743">
                  <c:v>25.2</c:v>
                </c:pt>
                <c:pt idx="40744">
                  <c:v>25.2</c:v>
                </c:pt>
                <c:pt idx="40745">
                  <c:v>25.2</c:v>
                </c:pt>
                <c:pt idx="40746">
                  <c:v>25.2</c:v>
                </c:pt>
                <c:pt idx="40747">
                  <c:v>25.2</c:v>
                </c:pt>
                <c:pt idx="40748">
                  <c:v>25.2</c:v>
                </c:pt>
                <c:pt idx="40749">
                  <c:v>25.2</c:v>
                </c:pt>
                <c:pt idx="40750">
                  <c:v>25.25</c:v>
                </c:pt>
                <c:pt idx="40751">
                  <c:v>25.25</c:v>
                </c:pt>
                <c:pt idx="40752">
                  <c:v>25.25</c:v>
                </c:pt>
                <c:pt idx="40753">
                  <c:v>25.25</c:v>
                </c:pt>
                <c:pt idx="40754">
                  <c:v>25.25</c:v>
                </c:pt>
                <c:pt idx="40755">
                  <c:v>25.25</c:v>
                </c:pt>
                <c:pt idx="40756">
                  <c:v>25.25</c:v>
                </c:pt>
                <c:pt idx="40757">
                  <c:v>25.25</c:v>
                </c:pt>
                <c:pt idx="40758">
                  <c:v>25.25</c:v>
                </c:pt>
                <c:pt idx="40759">
                  <c:v>25.25</c:v>
                </c:pt>
                <c:pt idx="40760">
                  <c:v>25.25</c:v>
                </c:pt>
                <c:pt idx="40761">
                  <c:v>25.25</c:v>
                </c:pt>
                <c:pt idx="40762">
                  <c:v>25.25</c:v>
                </c:pt>
                <c:pt idx="40763">
                  <c:v>25.25</c:v>
                </c:pt>
                <c:pt idx="40764">
                  <c:v>25.25</c:v>
                </c:pt>
                <c:pt idx="40765">
                  <c:v>25.25</c:v>
                </c:pt>
                <c:pt idx="40766">
                  <c:v>25.25</c:v>
                </c:pt>
                <c:pt idx="40767">
                  <c:v>25.25</c:v>
                </c:pt>
                <c:pt idx="40768">
                  <c:v>25.25</c:v>
                </c:pt>
                <c:pt idx="40769">
                  <c:v>25.25</c:v>
                </c:pt>
                <c:pt idx="40770">
                  <c:v>25.25</c:v>
                </c:pt>
                <c:pt idx="40771">
                  <c:v>25.2</c:v>
                </c:pt>
                <c:pt idx="40772">
                  <c:v>25.25</c:v>
                </c:pt>
                <c:pt idx="40773">
                  <c:v>25.2</c:v>
                </c:pt>
                <c:pt idx="40774">
                  <c:v>25.2</c:v>
                </c:pt>
                <c:pt idx="40775">
                  <c:v>25.2</c:v>
                </c:pt>
                <c:pt idx="40776">
                  <c:v>25.2</c:v>
                </c:pt>
                <c:pt idx="40777">
                  <c:v>25.2</c:v>
                </c:pt>
                <c:pt idx="40778">
                  <c:v>25.2</c:v>
                </c:pt>
                <c:pt idx="40779">
                  <c:v>25.2</c:v>
                </c:pt>
                <c:pt idx="40780">
                  <c:v>25.25</c:v>
                </c:pt>
                <c:pt idx="40781">
                  <c:v>25.25</c:v>
                </c:pt>
                <c:pt idx="40782">
                  <c:v>25.25</c:v>
                </c:pt>
                <c:pt idx="40783">
                  <c:v>25.25</c:v>
                </c:pt>
                <c:pt idx="40784">
                  <c:v>25.25</c:v>
                </c:pt>
                <c:pt idx="40785">
                  <c:v>25.25</c:v>
                </c:pt>
                <c:pt idx="40786">
                  <c:v>25.25</c:v>
                </c:pt>
                <c:pt idx="40787">
                  <c:v>25.25</c:v>
                </c:pt>
                <c:pt idx="40788">
                  <c:v>25.25</c:v>
                </c:pt>
                <c:pt idx="40789">
                  <c:v>25.25</c:v>
                </c:pt>
                <c:pt idx="40790">
                  <c:v>25.25</c:v>
                </c:pt>
                <c:pt idx="40791">
                  <c:v>25.25</c:v>
                </c:pt>
                <c:pt idx="40792">
                  <c:v>25.25</c:v>
                </c:pt>
                <c:pt idx="40793">
                  <c:v>25.25</c:v>
                </c:pt>
                <c:pt idx="40794">
                  <c:v>25.25</c:v>
                </c:pt>
                <c:pt idx="40795">
                  <c:v>25.25</c:v>
                </c:pt>
                <c:pt idx="40796">
                  <c:v>25.25</c:v>
                </c:pt>
                <c:pt idx="40797">
                  <c:v>25.25</c:v>
                </c:pt>
                <c:pt idx="40798">
                  <c:v>25.25</c:v>
                </c:pt>
                <c:pt idx="40799">
                  <c:v>25.25</c:v>
                </c:pt>
                <c:pt idx="40800">
                  <c:v>25.25</c:v>
                </c:pt>
                <c:pt idx="40801">
                  <c:v>25.25</c:v>
                </c:pt>
                <c:pt idx="40802">
                  <c:v>25.25</c:v>
                </c:pt>
                <c:pt idx="40803">
                  <c:v>25.25</c:v>
                </c:pt>
                <c:pt idx="40804">
                  <c:v>25.25</c:v>
                </c:pt>
                <c:pt idx="40805">
                  <c:v>25.25</c:v>
                </c:pt>
                <c:pt idx="40806">
                  <c:v>25.25</c:v>
                </c:pt>
                <c:pt idx="40807">
                  <c:v>25.25</c:v>
                </c:pt>
                <c:pt idx="40808">
                  <c:v>25.25</c:v>
                </c:pt>
                <c:pt idx="40809">
                  <c:v>25.25</c:v>
                </c:pt>
                <c:pt idx="40810">
                  <c:v>25.25</c:v>
                </c:pt>
                <c:pt idx="40811">
                  <c:v>25.25</c:v>
                </c:pt>
                <c:pt idx="40812">
                  <c:v>25.25</c:v>
                </c:pt>
                <c:pt idx="40813">
                  <c:v>25.25</c:v>
                </c:pt>
                <c:pt idx="40814">
                  <c:v>25.25</c:v>
                </c:pt>
                <c:pt idx="40815">
                  <c:v>25.25</c:v>
                </c:pt>
                <c:pt idx="40816">
                  <c:v>25.25</c:v>
                </c:pt>
                <c:pt idx="40817">
                  <c:v>25.25</c:v>
                </c:pt>
                <c:pt idx="40818">
                  <c:v>25.25</c:v>
                </c:pt>
                <c:pt idx="40819">
                  <c:v>25.25</c:v>
                </c:pt>
                <c:pt idx="40820">
                  <c:v>25.25</c:v>
                </c:pt>
                <c:pt idx="40821">
                  <c:v>25.25</c:v>
                </c:pt>
                <c:pt idx="40822">
                  <c:v>25.25</c:v>
                </c:pt>
                <c:pt idx="40823">
                  <c:v>25.25</c:v>
                </c:pt>
                <c:pt idx="40824">
                  <c:v>25.25</c:v>
                </c:pt>
                <c:pt idx="40825">
                  <c:v>25.25</c:v>
                </c:pt>
                <c:pt idx="40826">
                  <c:v>25.25</c:v>
                </c:pt>
                <c:pt idx="40827">
                  <c:v>25.25</c:v>
                </c:pt>
                <c:pt idx="40828">
                  <c:v>25.25</c:v>
                </c:pt>
                <c:pt idx="40829">
                  <c:v>25.25</c:v>
                </c:pt>
                <c:pt idx="40830">
                  <c:v>25.25</c:v>
                </c:pt>
                <c:pt idx="40831">
                  <c:v>25.25</c:v>
                </c:pt>
                <c:pt idx="40832">
                  <c:v>25.25</c:v>
                </c:pt>
                <c:pt idx="40833">
                  <c:v>25.2</c:v>
                </c:pt>
                <c:pt idx="40834">
                  <c:v>25.2</c:v>
                </c:pt>
                <c:pt idx="40835">
                  <c:v>25.25</c:v>
                </c:pt>
                <c:pt idx="40836">
                  <c:v>25.25</c:v>
                </c:pt>
                <c:pt idx="40837">
                  <c:v>25.25</c:v>
                </c:pt>
                <c:pt idx="40838">
                  <c:v>25.25</c:v>
                </c:pt>
                <c:pt idx="40839">
                  <c:v>25.25</c:v>
                </c:pt>
                <c:pt idx="40840">
                  <c:v>25.25</c:v>
                </c:pt>
                <c:pt idx="40841">
                  <c:v>25.25</c:v>
                </c:pt>
                <c:pt idx="40842">
                  <c:v>25.25</c:v>
                </c:pt>
                <c:pt idx="40843">
                  <c:v>25.25</c:v>
                </c:pt>
                <c:pt idx="40844">
                  <c:v>25.25</c:v>
                </c:pt>
                <c:pt idx="40845">
                  <c:v>25.25</c:v>
                </c:pt>
                <c:pt idx="40846">
                  <c:v>25.25</c:v>
                </c:pt>
                <c:pt idx="40847">
                  <c:v>25.25</c:v>
                </c:pt>
                <c:pt idx="40848">
                  <c:v>25.25</c:v>
                </c:pt>
                <c:pt idx="40849">
                  <c:v>25.25</c:v>
                </c:pt>
                <c:pt idx="40850">
                  <c:v>25.25</c:v>
                </c:pt>
                <c:pt idx="40851">
                  <c:v>25.25</c:v>
                </c:pt>
                <c:pt idx="40852">
                  <c:v>25.25</c:v>
                </c:pt>
                <c:pt idx="40853">
                  <c:v>25.25</c:v>
                </c:pt>
                <c:pt idx="40854">
                  <c:v>25.25</c:v>
                </c:pt>
                <c:pt idx="40855">
                  <c:v>25.25</c:v>
                </c:pt>
                <c:pt idx="40856">
                  <c:v>25.25</c:v>
                </c:pt>
                <c:pt idx="40857">
                  <c:v>25.25</c:v>
                </c:pt>
                <c:pt idx="40858">
                  <c:v>25.25</c:v>
                </c:pt>
                <c:pt idx="40859">
                  <c:v>25.25</c:v>
                </c:pt>
                <c:pt idx="40860">
                  <c:v>25.25</c:v>
                </c:pt>
                <c:pt idx="40861">
                  <c:v>25.25</c:v>
                </c:pt>
                <c:pt idx="40862">
                  <c:v>25.2</c:v>
                </c:pt>
                <c:pt idx="40863">
                  <c:v>25.25</c:v>
                </c:pt>
                <c:pt idx="40864">
                  <c:v>25.25</c:v>
                </c:pt>
                <c:pt idx="40865">
                  <c:v>25.25</c:v>
                </c:pt>
                <c:pt idx="40866">
                  <c:v>25.25</c:v>
                </c:pt>
                <c:pt idx="40867">
                  <c:v>25.2</c:v>
                </c:pt>
                <c:pt idx="40868">
                  <c:v>25.25</c:v>
                </c:pt>
                <c:pt idx="40869">
                  <c:v>25.2</c:v>
                </c:pt>
                <c:pt idx="40870">
                  <c:v>25.25</c:v>
                </c:pt>
                <c:pt idx="40871">
                  <c:v>25.25</c:v>
                </c:pt>
                <c:pt idx="40872">
                  <c:v>25.25</c:v>
                </c:pt>
                <c:pt idx="40873">
                  <c:v>25.25</c:v>
                </c:pt>
                <c:pt idx="40874">
                  <c:v>25.25</c:v>
                </c:pt>
                <c:pt idx="40875">
                  <c:v>25.25</c:v>
                </c:pt>
                <c:pt idx="40876">
                  <c:v>25.25</c:v>
                </c:pt>
                <c:pt idx="40877">
                  <c:v>25.25</c:v>
                </c:pt>
                <c:pt idx="40878">
                  <c:v>25.25</c:v>
                </c:pt>
                <c:pt idx="40879">
                  <c:v>25.25</c:v>
                </c:pt>
                <c:pt idx="40880">
                  <c:v>25.25</c:v>
                </c:pt>
                <c:pt idx="40881">
                  <c:v>25.25</c:v>
                </c:pt>
                <c:pt idx="40882">
                  <c:v>25.2</c:v>
                </c:pt>
                <c:pt idx="40883">
                  <c:v>25.2</c:v>
                </c:pt>
                <c:pt idx="40884">
                  <c:v>25.2</c:v>
                </c:pt>
                <c:pt idx="40885">
                  <c:v>25.2</c:v>
                </c:pt>
                <c:pt idx="40886">
                  <c:v>25.2</c:v>
                </c:pt>
                <c:pt idx="40887">
                  <c:v>25.2</c:v>
                </c:pt>
                <c:pt idx="40888">
                  <c:v>25.2</c:v>
                </c:pt>
                <c:pt idx="40889">
                  <c:v>25.2</c:v>
                </c:pt>
                <c:pt idx="40890">
                  <c:v>25.2</c:v>
                </c:pt>
                <c:pt idx="40891">
                  <c:v>25.2</c:v>
                </c:pt>
                <c:pt idx="40892">
                  <c:v>25.2</c:v>
                </c:pt>
                <c:pt idx="40893">
                  <c:v>25.2</c:v>
                </c:pt>
                <c:pt idx="40894">
                  <c:v>25.2</c:v>
                </c:pt>
                <c:pt idx="40895">
                  <c:v>25.2</c:v>
                </c:pt>
                <c:pt idx="40896">
                  <c:v>25.2</c:v>
                </c:pt>
                <c:pt idx="40897">
                  <c:v>25.2</c:v>
                </c:pt>
                <c:pt idx="40898">
                  <c:v>25.2</c:v>
                </c:pt>
                <c:pt idx="40899">
                  <c:v>25.2</c:v>
                </c:pt>
                <c:pt idx="40900">
                  <c:v>25.2</c:v>
                </c:pt>
                <c:pt idx="40901">
                  <c:v>25.2</c:v>
                </c:pt>
                <c:pt idx="40902">
                  <c:v>25.2</c:v>
                </c:pt>
                <c:pt idx="40903">
                  <c:v>25.2</c:v>
                </c:pt>
                <c:pt idx="40904">
                  <c:v>25.2</c:v>
                </c:pt>
                <c:pt idx="40905">
                  <c:v>25.2</c:v>
                </c:pt>
                <c:pt idx="40906">
                  <c:v>25.2</c:v>
                </c:pt>
                <c:pt idx="40907">
                  <c:v>25.2</c:v>
                </c:pt>
                <c:pt idx="40908">
                  <c:v>25.2</c:v>
                </c:pt>
                <c:pt idx="40909">
                  <c:v>25.2</c:v>
                </c:pt>
                <c:pt idx="40910">
                  <c:v>25.2</c:v>
                </c:pt>
                <c:pt idx="40911">
                  <c:v>25.2</c:v>
                </c:pt>
                <c:pt idx="40912">
                  <c:v>25.2</c:v>
                </c:pt>
                <c:pt idx="40913">
                  <c:v>25.2</c:v>
                </c:pt>
                <c:pt idx="40914">
                  <c:v>25.2</c:v>
                </c:pt>
                <c:pt idx="40915">
                  <c:v>25.2</c:v>
                </c:pt>
                <c:pt idx="40916">
                  <c:v>25.2</c:v>
                </c:pt>
                <c:pt idx="40917">
                  <c:v>25.2</c:v>
                </c:pt>
                <c:pt idx="40918">
                  <c:v>25.2</c:v>
                </c:pt>
                <c:pt idx="40919">
                  <c:v>25.2</c:v>
                </c:pt>
                <c:pt idx="40920">
                  <c:v>25.2</c:v>
                </c:pt>
                <c:pt idx="40921">
                  <c:v>25.2</c:v>
                </c:pt>
                <c:pt idx="40922">
                  <c:v>25.2</c:v>
                </c:pt>
                <c:pt idx="40923">
                  <c:v>25.2</c:v>
                </c:pt>
                <c:pt idx="40924">
                  <c:v>25.2</c:v>
                </c:pt>
                <c:pt idx="40925">
                  <c:v>25.2</c:v>
                </c:pt>
                <c:pt idx="40926">
                  <c:v>25.2</c:v>
                </c:pt>
                <c:pt idx="40927">
                  <c:v>25.2</c:v>
                </c:pt>
                <c:pt idx="40928">
                  <c:v>25.2</c:v>
                </c:pt>
                <c:pt idx="40929">
                  <c:v>25.2</c:v>
                </c:pt>
                <c:pt idx="40930">
                  <c:v>25.2</c:v>
                </c:pt>
                <c:pt idx="40931">
                  <c:v>25.2</c:v>
                </c:pt>
                <c:pt idx="40932">
                  <c:v>25.2</c:v>
                </c:pt>
                <c:pt idx="40933">
                  <c:v>25.2</c:v>
                </c:pt>
                <c:pt idx="40934">
                  <c:v>25.2</c:v>
                </c:pt>
                <c:pt idx="40935">
                  <c:v>25.2</c:v>
                </c:pt>
                <c:pt idx="40936">
                  <c:v>25.2</c:v>
                </c:pt>
                <c:pt idx="40937">
                  <c:v>25.2</c:v>
                </c:pt>
                <c:pt idx="40938">
                  <c:v>25.2</c:v>
                </c:pt>
                <c:pt idx="40939">
                  <c:v>25.2</c:v>
                </c:pt>
                <c:pt idx="40940">
                  <c:v>25.2</c:v>
                </c:pt>
                <c:pt idx="40941">
                  <c:v>25.2</c:v>
                </c:pt>
                <c:pt idx="40942">
                  <c:v>25.2</c:v>
                </c:pt>
                <c:pt idx="40943">
                  <c:v>25.2</c:v>
                </c:pt>
                <c:pt idx="40944">
                  <c:v>25.2</c:v>
                </c:pt>
                <c:pt idx="40945">
                  <c:v>25.2</c:v>
                </c:pt>
                <c:pt idx="40946">
                  <c:v>25.2</c:v>
                </c:pt>
                <c:pt idx="40947">
                  <c:v>25.2</c:v>
                </c:pt>
                <c:pt idx="40948">
                  <c:v>25.2</c:v>
                </c:pt>
                <c:pt idx="40949">
                  <c:v>25.2</c:v>
                </c:pt>
                <c:pt idx="40950">
                  <c:v>25.2</c:v>
                </c:pt>
                <c:pt idx="40951">
                  <c:v>25.2</c:v>
                </c:pt>
                <c:pt idx="40952">
                  <c:v>25.2</c:v>
                </c:pt>
                <c:pt idx="40953">
                  <c:v>25.2</c:v>
                </c:pt>
                <c:pt idx="40954">
                  <c:v>25.2</c:v>
                </c:pt>
                <c:pt idx="40955">
                  <c:v>25.2</c:v>
                </c:pt>
                <c:pt idx="40956">
                  <c:v>25.2</c:v>
                </c:pt>
                <c:pt idx="40957">
                  <c:v>25.2</c:v>
                </c:pt>
                <c:pt idx="40958">
                  <c:v>25.2</c:v>
                </c:pt>
                <c:pt idx="40959">
                  <c:v>25.2</c:v>
                </c:pt>
                <c:pt idx="40960">
                  <c:v>25.2</c:v>
                </c:pt>
                <c:pt idx="40961">
                  <c:v>25.2</c:v>
                </c:pt>
                <c:pt idx="40962">
                  <c:v>25.2</c:v>
                </c:pt>
                <c:pt idx="40963">
                  <c:v>25.2</c:v>
                </c:pt>
                <c:pt idx="40964">
                  <c:v>25.2</c:v>
                </c:pt>
                <c:pt idx="40965">
                  <c:v>25.2</c:v>
                </c:pt>
                <c:pt idx="40966">
                  <c:v>25.2</c:v>
                </c:pt>
                <c:pt idx="40967">
                  <c:v>25.2</c:v>
                </c:pt>
                <c:pt idx="40968">
                  <c:v>25.2</c:v>
                </c:pt>
                <c:pt idx="40969">
                  <c:v>25.2</c:v>
                </c:pt>
                <c:pt idx="40970">
                  <c:v>25.2</c:v>
                </c:pt>
                <c:pt idx="40971">
                  <c:v>25.2</c:v>
                </c:pt>
                <c:pt idx="40972">
                  <c:v>25.2</c:v>
                </c:pt>
                <c:pt idx="40973">
                  <c:v>25.2</c:v>
                </c:pt>
                <c:pt idx="40974">
                  <c:v>25.2</c:v>
                </c:pt>
                <c:pt idx="40975">
                  <c:v>25.2</c:v>
                </c:pt>
                <c:pt idx="40976">
                  <c:v>25.2</c:v>
                </c:pt>
                <c:pt idx="40977">
                  <c:v>25.2</c:v>
                </c:pt>
                <c:pt idx="40978">
                  <c:v>25.2</c:v>
                </c:pt>
                <c:pt idx="40979">
                  <c:v>25.2</c:v>
                </c:pt>
                <c:pt idx="40980">
                  <c:v>25.2</c:v>
                </c:pt>
                <c:pt idx="40981">
                  <c:v>25.2</c:v>
                </c:pt>
                <c:pt idx="40982">
                  <c:v>25.2</c:v>
                </c:pt>
                <c:pt idx="40983">
                  <c:v>25.2</c:v>
                </c:pt>
                <c:pt idx="40984">
                  <c:v>25.2</c:v>
                </c:pt>
                <c:pt idx="40985">
                  <c:v>25.2</c:v>
                </c:pt>
                <c:pt idx="40986">
                  <c:v>25.2</c:v>
                </c:pt>
                <c:pt idx="40987">
                  <c:v>25.2</c:v>
                </c:pt>
                <c:pt idx="40988">
                  <c:v>25.2</c:v>
                </c:pt>
                <c:pt idx="40989">
                  <c:v>25.2</c:v>
                </c:pt>
                <c:pt idx="40990">
                  <c:v>25.2</c:v>
                </c:pt>
                <c:pt idx="40991">
                  <c:v>25.2</c:v>
                </c:pt>
                <c:pt idx="40992">
                  <c:v>25.2</c:v>
                </c:pt>
                <c:pt idx="40993">
                  <c:v>25.2</c:v>
                </c:pt>
                <c:pt idx="40994">
                  <c:v>25.2</c:v>
                </c:pt>
                <c:pt idx="40995">
                  <c:v>25.2</c:v>
                </c:pt>
                <c:pt idx="40996">
                  <c:v>25.2</c:v>
                </c:pt>
                <c:pt idx="40997">
                  <c:v>25.2</c:v>
                </c:pt>
                <c:pt idx="40998">
                  <c:v>25.2</c:v>
                </c:pt>
                <c:pt idx="40999">
                  <c:v>25.2</c:v>
                </c:pt>
                <c:pt idx="41000">
                  <c:v>25.2</c:v>
                </c:pt>
                <c:pt idx="41001">
                  <c:v>25.2</c:v>
                </c:pt>
                <c:pt idx="41002">
                  <c:v>25.2</c:v>
                </c:pt>
                <c:pt idx="41003">
                  <c:v>25.2</c:v>
                </c:pt>
                <c:pt idx="41004">
                  <c:v>25.2</c:v>
                </c:pt>
                <c:pt idx="41005">
                  <c:v>25.2</c:v>
                </c:pt>
                <c:pt idx="41006">
                  <c:v>25.2</c:v>
                </c:pt>
                <c:pt idx="41007">
                  <c:v>25.2</c:v>
                </c:pt>
                <c:pt idx="41008">
                  <c:v>25.2</c:v>
                </c:pt>
                <c:pt idx="41009">
                  <c:v>25.2</c:v>
                </c:pt>
                <c:pt idx="41010">
                  <c:v>25.2</c:v>
                </c:pt>
                <c:pt idx="41011">
                  <c:v>25.2</c:v>
                </c:pt>
                <c:pt idx="41012">
                  <c:v>25.2</c:v>
                </c:pt>
                <c:pt idx="41013">
                  <c:v>25.2</c:v>
                </c:pt>
                <c:pt idx="41014">
                  <c:v>25.2</c:v>
                </c:pt>
                <c:pt idx="41015">
                  <c:v>25.2</c:v>
                </c:pt>
                <c:pt idx="41016">
                  <c:v>25.2</c:v>
                </c:pt>
                <c:pt idx="41017">
                  <c:v>25.2</c:v>
                </c:pt>
                <c:pt idx="41018">
                  <c:v>25.2</c:v>
                </c:pt>
                <c:pt idx="41019">
                  <c:v>25.2</c:v>
                </c:pt>
                <c:pt idx="41020">
                  <c:v>25.2</c:v>
                </c:pt>
                <c:pt idx="41021">
                  <c:v>25.2</c:v>
                </c:pt>
                <c:pt idx="41022">
                  <c:v>25.2</c:v>
                </c:pt>
                <c:pt idx="41023">
                  <c:v>25.2</c:v>
                </c:pt>
                <c:pt idx="41024">
                  <c:v>25.2</c:v>
                </c:pt>
                <c:pt idx="41025">
                  <c:v>25.2</c:v>
                </c:pt>
                <c:pt idx="41026">
                  <c:v>25.2</c:v>
                </c:pt>
                <c:pt idx="41027">
                  <c:v>25.2</c:v>
                </c:pt>
                <c:pt idx="41028">
                  <c:v>25.2</c:v>
                </c:pt>
                <c:pt idx="41029">
                  <c:v>25.2</c:v>
                </c:pt>
                <c:pt idx="41030">
                  <c:v>25.2</c:v>
                </c:pt>
                <c:pt idx="41031">
                  <c:v>25.2</c:v>
                </c:pt>
                <c:pt idx="41032">
                  <c:v>25.2</c:v>
                </c:pt>
                <c:pt idx="41033">
                  <c:v>25.2</c:v>
                </c:pt>
                <c:pt idx="41034">
                  <c:v>25.2</c:v>
                </c:pt>
                <c:pt idx="41035">
                  <c:v>25.2</c:v>
                </c:pt>
                <c:pt idx="41036">
                  <c:v>25.2</c:v>
                </c:pt>
                <c:pt idx="41037">
                  <c:v>25.2</c:v>
                </c:pt>
                <c:pt idx="41038">
                  <c:v>25.2</c:v>
                </c:pt>
                <c:pt idx="41039">
                  <c:v>25.2</c:v>
                </c:pt>
                <c:pt idx="41040">
                  <c:v>25.2</c:v>
                </c:pt>
                <c:pt idx="41041">
                  <c:v>25.2</c:v>
                </c:pt>
                <c:pt idx="41042">
                  <c:v>25.2</c:v>
                </c:pt>
                <c:pt idx="41043">
                  <c:v>25.2</c:v>
                </c:pt>
                <c:pt idx="41044">
                  <c:v>25.2</c:v>
                </c:pt>
                <c:pt idx="41045">
                  <c:v>25.2</c:v>
                </c:pt>
                <c:pt idx="41046">
                  <c:v>25.2</c:v>
                </c:pt>
                <c:pt idx="41047">
                  <c:v>25.2</c:v>
                </c:pt>
                <c:pt idx="41048">
                  <c:v>25.2</c:v>
                </c:pt>
                <c:pt idx="41049">
                  <c:v>25.2</c:v>
                </c:pt>
                <c:pt idx="41050">
                  <c:v>25.2</c:v>
                </c:pt>
                <c:pt idx="41051">
                  <c:v>25.2</c:v>
                </c:pt>
                <c:pt idx="41052">
                  <c:v>25.2</c:v>
                </c:pt>
                <c:pt idx="41053">
                  <c:v>25.2</c:v>
                </c:pt>
                <c:pt idx="41054">
                  <c:v>25.2</c:v>
                </c:pt>
                <c:pt idx="41055">
                  <c:v>25.2</c:v>
                </c:pt>
                <c:pt idx="41056">
                  <c:v>25.2</c:v>
                </c:pt>
                <c:pt idx="41057">
                  <c:v>25.2</c:v>
                </c:pt>
                <c:pt idx="41058">
                  <c:v>25.2</c:v>
                </c:pt>
                <c:pt idx="41059">
                  <c:v>25.2</c:v>
                </c:pt>
                <c:pt idx="41060">
                  <c:v>25.2</c:v>
                </c:pt>
                <c:pt idx="41061">
                  <c:v>25.2</c:v>
                </c:pt>
                <c:pt idx="41062">
                  <c:v>25.2</c:v>
                </c:pt>
                <c:pt idx="41063">
                  <c:v>25.2</c:v>
                </c:pt>
                <c:pt idx="41064">
                  <c:v>25.2</c:v>
                </c:pt>
                <c:pt idx="41065">
                  <c:v>25.2</c:v>
                </c:pt>
                <c:pt idx="41066">
                  <c:v>25.2</c:v>
                </c:pt>
                <c:pt idx="41067">
                  <c:v>25.2</c:v>
                </c:pt>
                <c:pt idx="41068">
                  <c:v>25.2</c:v>
                </c:pt>
                <c:pt idx="41069">
                  <c:v>25.2</c:v>
                </c:pt>
                <c:pt idx="41070">
                  <c:v>25.2</c:v>
                </c:pt>
                <c:pt idx="41071">
                  <c:v>25.2</c:v>
                </c:pt>
                <c:pt idx="41072">
                  <c:v>25.2</c:v>
                </c:pt>
                <c:pt idx="41073">
                  <c:v>25.2</c:v>
                </c:pt>
                <c:pt idx="41074">
                  <c:v>25.2</c:v>
                </c:pt>
                <c:pt idx="41075">
                  <c:v>25.2</c:v>
                </c:pt>
                <c:pt idx="41076">
                  <c:v>25.2</c:v>
                </c:pt>
                <c:pt idx="41077">
                  <c:v>25.2</c:v>
                </c:pt>
                <c:pt idx="41078">
                  <c:v>25.2</c:v>
                </c:pt>
                <c:pt idx="41079">
                  <c:v>25.2</c:v>
                </c:pt>
                <c:pt idx="41080">
                  <c:v>25.2</c:v>
                </c:pt>
                <c:pt idx="41081">
                  <c:v>25.2</c:v>
                </c:pt>
                <c:pt idx="41082">
                  <c:v>25.2</c:v>
                </c:pt>
                <c:pt idx="41083">
                  <c:v>25.2</c:v>
                </c:pt>
                <c:pt idx="41084">
                  <c:v>25.2</c:v>
                </c:pt>
                <c:pt idx="41085">
                  <c:v>25.2</c:v>
                </c:pt>
                <c:pt idx="41086">
                  <c:v>25.2</c:v>
                </c:pt>
                <c:pt idx="41087">
                  <c:v>25.2</c:v>
                </c:pt>
                <c:pt idx="41088">
                  <c:v>25.2</c:v>
                </c:pt>
                <c:pt idx="41089">
                  <c:v>25.2</c:v>
                </c:pt>
                <c:pt idx="41090">
                  <c:v>25.2</c:v>
                </c:pt>
                <c:pt idx="41091">
                  <c:v>25.2</c:v>
                </c:pt>
                <c:pt idx="41092">
                  <c:v>25.2</c:v>
                </c:pt>
                <c:pt idx="41093">
                  <c:v>25.2</c:v>
                </c:pt>
                <c:pt idx="41094">
                  <c:v>25.2</c:v>
                </c:pt>
                <c:pt idx="41095">
                  <c:v>25.2</c:v>
                </c:pt>
                <c:pt idx="41096">
                  <c:v>25.2</c:v>
                </c:pt>
                <c:pt idx="41097">
                  <c:v>25.2</c:v>
                </c:pt>
                <c:pt idx="41098">
                  <c:v>25.2</c:v>
                </c:pt>
                <c:pt idx="41099">
                  <c:v>25.2</c:v>
                </c:pt>
                <c:pt idx="41100">
                  <c:v>25.2</c:v>
                </c:pt>
                <c:pt idx="41101">
                  <c:v>25.2</c:v>
                </c:pt>
                <c:pt idx="41102">
                  <c:v>25.2</c:v>
                </c:pt>
                <c:pt idx="41103">
                  <c:v>25.2</c:v>
                </c:pt>
                <c:pt idx="41104">
                  <c:v>25.2</c:v>
                </c:pt>
                <c:pt idx="41105">
                  <c:v>25.2</c:v>
                </c:pt>
                <c:pt idx="41106">
                  <c:v>25.2</c:v>
                </c:pt>
                <c:pt idx="41107">
                  <c:v>25.2</c:v>
                </c:pt>
                <c:pt idx="41108">
                  <c:v>25.2</c:v>
                </c:pt>
                <c:pt idx="41109">
                  <c:v>25.2</c:v>
                </c:pt>
                <c:pt idx="41110">
                  <c:v>25.2</c:v>
                </c:pt>
                <c:pt idx="41111">
                  <c:v>25.2</c:v>
                </c:pt>
                <c:pt idx="41112">
                  <c:v>25.2</c:v>
                </c:pt>
                <c:pt idx="41113">
                  <c:v>25.2</c:v>
                </c:pt>
                <c:pt idx="41114">
                  <c:v>25.2</c:v>
                </c:pt>
                <c:pt idx="41115">
                  <c:v>25.2</c:v>
                </c:pt>
                <c:pt idx="41116">
                  <c:v>25.2</c:v>
                </c:pt>
                <c:pt idx="41117">
                  <c:v>25.2</c:v>
                </c:pt>
                <c:pt idx="41118">
                  <c:v>25.2</c:v>
                </c:pt>
                <c:pt idx="41119">
                  <c:v>25.2</c:v>
                </c:pt>
                <c:pt idx="41120">
                  <c:v>25.2</c:v>
                </c:pt>
                <c:pt idx="41121">
                  <c:v>25.2</c:v>
                </c:pt>
                <c:pt idx="41122">
                  <c:v>25.2</c:v>
                </c:pt>
                <c:pt idx="41123">
                  <c:v>25.2</c:v>
                </c:pt>
                <c:pt idx="41124">
                  <c:v>25.2</c:v>
                </c:pt>
                <c:pt idx="41125">
                  <c:v>25.2</c:v>
                </c:pt>
                <c:pt idx="41126">
                  <c:v>25.2</c:v>
                </c:pt>
                <c:pt idx="41127">
                  <c:v>25.2</c:v>
                </c:pt>
                <c:pt idx="41128">
                  <c:v>25.2</c:v>
                </c:pt>
                <c:pt idx="41129">
                  <c:v>25.2</c:v>
                </c:pt>
                <c:pt idx="41130">
                  <c:v>25.2</c:v>
                </c:pt>
                <c:pt idx="41131">
                  <c:v>25.2</c:v>
                </c:pt>
                <c:pt idx="41132">
                  <c:v>25.2</c:v>
                </c:pt>
                <c:pt idx="41133">
                  <c:v>25.2</c:v>
                </c:pt>
                <c:pt idx="41134">
                  <c:v>25.2</c:v>
                </c:pt>
                <c:pt idx="41135">
                  <c:v>25.2</c:v>
                </c:pt>
                <c:pt idx="41136">
                  <c:v>25.2</c:v>
                </c:pt>
                <c:pt idx="41137">
                  <c:v>25.2</c:v>
                </c:pt>
                <c:pt idx="41138">
                  <c:v>25.2</c:v>
                </c:pt>
                <c:pt idx="41139">
                  <c:v>25.2</c:v>
                </c:pt>
                <c:pt idx="41140">
                  <c:v>25.2</c:v>
                </c:pt>
                <c:pt idx="41141">
                  <c:v>25.2</c:v>
                </c:pt>
                <c:pt idx="41142">
                  <c:v>25.2</c:v>
                </c:pt>
                <c:pt idx="41143">
                  <c:v>25.2</c:v>
                </c:pt>
                <c:pt idx="41144">
                  <c:v>25.2</c:v>
                </c:pt>
                <c:pt idx="41145">
                  <c:v>25.2</c:v>
                </c:pt>
                <c:pt idx="41146">
                  <c:v>25.2</c:v>
                </c:pt>
                <c:pt idx="41147">
                  <c:v>25.2</c:v>
                </c:pt>
                <c:pt idx="41148">
                  <c:v>25.2</c:v>
                </c:pt>
                <c:pt idx="41149">
                  <c:v>25.2</c:v>
                </c:pt>
                <c:pt idx="41150">
                  <c:v>25.2</c:v>
                </c:pt>
                <c:pt idx="41151">
                  <c:v>25.2</c:v>
                </c:pt>
                <c:pt idx="41152">
                  <c:v>25.2</c:v>
                </c:pt>
                <c:pt idx="41153">
                  <c:v>25.2</c:v>
                </c:pt>
                <c:pt idx="41154">
                  <c:v>25.2</c:v>
                </c:pt>
                <c:pt idx="41155">
                  <c:v>25.2</c:v>
                </c:pt>
                <c:pt idx="41156">
                  <c:v>25.2</c:v>
                </c:pt>
                <c:pt idx="41157">
                  <c:v>25.2</c:v>
                </c:pt>
                <c:pt idx="41158">
                  <c:v>25.2</c:v>
                </c:pt>
                <c:pt idx="41159">
                  <c:v>25.2</c:v>
                </c:pt>
                <c:pt idx="41160">
                  <c:v>25.2</c:v>
                </c:pt>
                <c:pt idx="41161">
                  <c:v>25.2</c:v>
                </c:pt>
                <c:pt idx="41162">
                  <c:v>25.2</c:v>
                </c:pt>
                <c:pt idx="41163">
                  <c:v>25.2</c:v>
                </c:pt>
                <c:pt idx="41164">
                  <c:v>25.2</c:v>
                </c:pt>
                <c:pt idx="41165">
                  <c:v>25.2</c:v>
                </c:pt>
                <c:pt idx="41166">
                  <c:v>25.2</c:v>
                </c:pt>
                <c:pt idx="41167">
                  <c:v>25.2</c:v>
                </c:pt>
                <c:pt idx="41168">
                  <c:v>25.2</c:v>
                </c:pt>
                <c:pt idx="41169">
                  <c:v>25.2</c:v>
                </c:pt>
                <c:pt idx="41170">
                  <c:v>25.15</c:v>
                </c:pt>
                <c:pt idx="41171">
                  <c:v>25.15</c:v>
                </c:pt>
                <c:pt idx="41172">
                  <c:v>25.15</c:v>
                </c:pt>
                <c:pt idx="41173">
                  <c:v>25.15</c:v>
                </c:pt>
                <c:pt idx="41174">
                  <c:v>25.15</c:v>
                </c:pt>
                <c:pt idx="41175">
                  <c:v>25.15</c:v>
                </c:pt>
                <c:pt idx="41176">
                  <c:v>25.2</c:v>
                </c:pt>
                <c:pt idx="41177">
                  <c:v>25.2</c:v>
                </c:pt>
                <c:pt idx="41178">
                  <c:v>25.2</c:v>
                </c:pt>
                <c:pt idx="41179">
                  <c:v>25.2</c:v>
                </c:pt>
                <c:pt idx="41180">
                  <c:v>25.2</c:v>
                </c:pt>
                <c:pt idx="41181">
                  <c:v>25.2</c:v>
                </c:pt>
                <c:pt idx="41182">
                  <c:v>25.2</c:v>
                </c:pt>
                <c:pt idx="41183">
                  <c:v>25.15</c:v>
                </c:pt>
                <c:pt idx="41184">
                  <c:v>25.2</c:v>
                </c:pt>
                <c:pt idx="41185">
                  <c:v>25.2</c:v>
                </c:pt>
                <c:pt idx="41186">
                  <c:v>25.2</c:v>
                </c:pt>
                <c:pt idx="41187">
                  <c:v>25.2</c:v>
                </c:pt>
                <c:pt idx="41188">
                  <c:v>25.15</c:v>
                </c:pt>
                <c:pt idx="41189">
                  <c:v>25.2</c:v>
                </c:pt>
                <c:pt idx="41190">
                  <c:v>25.2</c:v>
                </c:pt>
                <c:pt idx="41191">
                  <c:v>25.15</c:v>
                </c:pt>
                <c:pt idx="41192">
                  <c:v>25.15</c:v>
                </c:pt>
                <c:pt idx="41193">
                  <c:v>25.15</c:v>
                </c:pt>
                <c:pt idx="41194">
                  <c:v>25.15</c:v>
                </c:pt>
                <c:pt idx="41195">
                  <c:v>25.15</c:v>
                </c:pt>
                <c:pt idx="41196">
                  <c:v>25.15</c:v>
                </c:pt>
                <c:pt idx="41197">
                  <c:v>25.15</c:v>
                </c:pt>
                <c:pt idx="41198">
                  <c:v>25.15</c:v>
                </c:pt>
                <c:pt idx="41199">
                  <c:v>25.15</c:v>
                </c:pt>
                <c:pt idx="41200">
                  <c:v>25.15</c:v>
                </c:pt>
                <c:pt idx="41201">
                  <c:v>25.15</c:v>
                </c:pt>
                <c:pt idx="41202">
                  <c:v>25.2</c:v>
                </c:pt>
                <c:pt idx="41203">
                  <c:v>25.15</c:v>
                </c:pt>
                <c:pt idx="41204">
                  <c:v>25.2</c:v>
                </c:pt>
                <c:pt idx="41205">
                  <c:v>25.2</c:v>
                </c:pt>
                <c:pt idx="41206">
                  <c:v>25.2</c:v>
                </c:pt>
                <c:pt idx="41207">
                  <c:v>25.2</c:v>
                </c:pt>
                <c:pt idx="41208">
                  <c:v>25.2</c:v>
                </c:pt>
                <c:pt idx="41209">
                  <c:v>25.2</c:v>
                </c:pt>
                <c:pt idx="41210">
                  <c:v>25.2</c:v>
                </c:pt>
                <c:pt idx="41211">
                  <c:v>25.2</c:v>
                </c:pt>
                <c:pt idx="41212">
                  <c:v>25.15</c:v>
                </c:pt>
                <c:pt idx="41213">
                  <c:v>25.15</c:v>
                </c:pt>
                <c:pt idx="41214">
                  <c:v>25.15</c:v>
                </c:pt>
                <c:pt idx="41215">
                  <c:v>25.15</c:v>
                </c:pt>
                <c:pt idx="41216">
                  <c:v>25.15</c:v>
                </c:pt>
                <c:pt idx="41217">
                  <c:v>25.15</c:v>
                </c:pt>
                <c:pt idx="41218">
                  <c:v>25.15</c:v>
                </c:pt>
                <c:pt idx="41219">
                  <c:v>25.15</c:v>
                </c:pt>
                <c:pt idx="41220">
                  <c:v>25.15</c:v>
                </c:pt>
                <c:pt idx="41221">
                  <c:v>25.15</c:v>
                </c:pt>
                <c:pt idx="41222">
                  <c:v>25.15</c:v>
                </c:pt>
                <c:pt idx="41223">
                  <c:v>25.15</c:v>
                </c:pt>
                <c:pt idx="41224">
                  <c:v>25.15</c:v>
                </c:pt>
                <c:pt idx="41225">
                  <c:v>25.15</c:v>
                </c:pt>
                <c:pt idx="41226">
                  <c:v>25.15</c:v>
                </c:pt>
                <c:pt idx="41227">
                  <c:v>25.15</c:v>
                </c:pt>
                <c:pt idx="41228">
                  <c:v>25.2</c:v>
                </c:pt>
                <c:pt idx="41229">
                  <c:v>25.15</c:v>
                </c:pt>
                <c:pt idx="41230">
                  <c:v>25.2</c:v>
                </c:pt>
                <c:pt idx="41231">
                  <c:v>25.2</c:v>
                </c:pt>
                <c:pt idx="41232">
                  <c:v>25.15</c:v>
                </c:pt>
                <c:pt idx="41233">
                  <c:v>25.15</c:v>
                </c:pt>
                <c:pt idx="41234">
                  <c:v>25.15</c:v>
                </c:pt>
                <c:pt idx="41235">
                  <c:v>25.15</c:v>
                </c:pt>
                <c:pt idx="41236">
                  <c:v>25.15</c:v>
                </c:pt>
                <c:pt idx="41237">
                  <c:v>25.15</c:v>
                </c:pt>
                <c:pt idx="41238">
                  <c:v>25.15</c:v>
                </c:pt>
                <c:pt idx="41239">
                  <c:v>25.15</c:v>
                </c:pt>
                <c:pt idx="41240">
                  <c:v>25.15</c:v>
                </c:pt>
                <c:pt idx="41241">
                  <c:v>25.15</c:v>
                </c:pt>
                <c:pt idx="41242">
                  <c:v>25.15</c:v>
                </c:pt>
                <c:pt idx="41243">
                  <c:v>25.15</c:v>
                </c:pt>
                <c:pt idx="41244">
                  <c:v>25.15</c:v>
                </c:pt>
                <c:pt idx="41245">
                  <c:v>25.15</c:v>
                </c:pt>
                <c:pt idx="41246">
                  <c:v>25.15</c:v>
                </c:pt>
                <c:pt idx="41247">
                  <c:v>25.15</c:v>
                </c:pt>
                <c:pt idx="41248">
                  <c:v>25.15</c:v>
                </c:pt>
                <c:pt idx="41249">
                  <c:v>25.15</c:v>
                </c:pt>
                <c:pt idx="41250">
                  <c:v>25.2</c:v>
                </c:pt>
                <c:pt idx="41251">
                  <c:v>25.15</c:v>
                </c:pt>
                <c:pt idx="41252">
                  <c:v>25.2</c:v>
                </c:pt>
                <c:pt idx="41253">
                  <c:v>25.15</c:v>
                </c:pt>
                <c:pt idx="41254">
                  <c:v>25.15</c:v>
                </c:pt>
                <c:pt idx="41255">
                  <c:v>25.15</c:v>
                </c:pt>
                <c:pt idx="41256">
                  <c:v>25.15</c:v>
                </c:pt>
                <c:pt idx="41257">
                  <c:v>25.15</c:v>
                </c:pt>
                <c:pt idx="41258">
                  <c:v>25.15</c:v>
                </c:pt>
                <c:pt idx="41259">
                  <c:v>25.15</c:v>
                </c:pt>
                <c:pt idx="41260">
                  <c:v>25.15</c:v>
                </c:pt>
                <c:pt idx="41261">
                  <c:v>25.15</c:v>
                </c:pt>
                <c:pt idx="41262">
                  <c:v>25.15</c:v>
                </c:pt>
                <c:pt idx="41263">
                  <c:v>25.15</c:v>
                </c:pt>
                <c:pt idx="41264">
                  <c:v>25.15</c:v>
                </c:pt>
                <c:pt idx="41265">
                  <c:v>25.15</c:v>
                </c:pt>
                <c:pt idx="41266">
                  <c:v>25.15</c:v>
                </c:pt>
                <c:pt idx="41267">
                  <c:v>25.15</c:v>
                </c:pt>
                <c:pt idx="41268">
                  <c:v>25.15</c:v>
                </c:pt>
                <c:pt idx="41269">
                  <c:v>25.15</c:v>
                </c:pt>
                <c:pt idx="41270">
                  <c:v>25.15</c:v>
                </c:pt>
                <c:pt idx="41271">
                  <c:v>25.15</c:v>
                </c:pt>
                <c:pt idx="41272">
                  <c:v>25.15</c:v>
                </c:pt>
                <c:pt idx="41273">
                  <c:v>25.15</c:v>
                </c:pt>
                <c:pt idx="41274">
                  <c:v>25.15</c:v>
                </c:pt>
                <c:pt idx="41275">
                  <c:v>25.15</c:v>
                </c:pt>
                <c:pt idx="41276">
                  <c:v>25.15</c:v>
                </c:pt>
                <c:pt idx="41277">
                  <c:v>25.15</c:v>
                </c:pt>
                <c:pt idx="41278">
                  <c:v>25.15</c:v>
                </c:pt>
                <c:pt idx="41279">
                  <c:v>25.15</c:v>
                </c:pt>
                <c:pt idx="41280">
                  <c:v>25.15</c:v>
                </c:pt>
                <c:pt idx="41281">
                  <c:v>25.15</c:v>
                </c:pt>
                <c:pt idx="41282">
                  <c:v>25.15</c:v>
                </c:pt>
                <c:pt idx="41283">
                  <c:v>25.15</c:v>
                </c:pt>
                <c:pt idx="41284">
                  <c:v>25.15</c:v>
                </c:pt>
                <c:pt idx="41285">
                  <c:v>25.15</c:v>
                </c:pt>
                <c:pt idx="41286">
                  <c:v>25.15</c:v>
                </c:pt>
                <c:pt idx="41287">
                  <c:v>25.15</c:v>
                </c:pt>
                <c:pt idx="41288">
                  <c:v>25.15</c:v>
                </c:pt>
                <c:pt idx="41289">
                  <c:v>25.15</c:v>
                </c:pt>
                <c:pt idx="41290">
                  <c:v>25.15</c:v>
                </c:pt>
                <c:pt idx="41291">
                  <c:v>25.15</c:v>
                </c:pt>
                <c:pt idx="41292">
                  <c:v>25.15</c:v>
                </c:pt>
                <c:pt idx="41293">
                  <c:v>25.15</c:v>
                </c:pt>
                <c:pt idx="41294">
                  <c:v>25.15</c:v>
                </c:pt>
                <c:pt idx="41295">
                  <c:v>25.15</c:v>
                </c:pt>
                <c:pt idx="41296">
                  <c:v>25.15</c:v>
                </c:pt>
                <c:pt idx="41297">
                  <c:v>25.15</c:v>
                </c:pt>
                <c:pt idx="41298">
                  <c:v>25.15</c:v>
                </c:pt>
                <c:pt idx="41299">
                  <c:v>25.15</c:v>
                </c:pt>
                <c:pt idx="41300">
                  <c:v>25.15</c:v>
                </c:pt>
                <c:pt idx="41301">
                  <c:v>25.15</c:v>
                </c:pt>
                <c:pt idx="41302">
                  <c:v>25.15</c:v>
                </c:pt>
                <c:pt idx="41303">
                  <c:v>25.15</c:v>
                </c:pt>
                <c:pt idx="41304">
                  <c:v>25.15</c:v>
                </c:pt>
                <c:pt idx="41305">
                  <c:v>25.15</c:v>
                </c:pt>
                <c:pt idx="41306">
                  <c:v>25.15</c:v>
                </c:pt>
                <c:pt idx="41307">
                  <c:v>25.15</c:v>
                </c:pt>
                <c:pt idx="41308">
                  <c:v>25.15</c:v>
                </c:pt>
                <c:pt idx="41309">
                  <c:v>25.15</c:v>
                </c:pt>
                <c:pt idx="41310">
                  <c:v>25.15</c:v>
                </c:pt>
                <c:pt idx="41311">
                  <c:v>25.15</c:v>
                </c:pt>
                <c:pt idx="41312">
                  <c:v>25.15</c:v>
                </c:pt>
                <c:pt idx="41313">
                  <c:v>25.15</c:v>
                </c:pt>
                <c:pt idx="41314">
                  <c:v>25.15</c:v>
                </c:pt>
                <c:pt idx="41315">
                  <c:v>25.15</c:v>
                </c:pt>
                <c:pt idx="41316">
                  <c:v>25.15</c:v>
                </c:pt>
                <c:pt idx="41317">
                  <c:v>25.15</c:v>
                </c:pt>
                <c:pt idx="41318">
                  <c:v>25.15</c:v>
                </c:pt>
                <c:pt idx="41319">
                  <c:v>25.15</c:v>
                </c:pt>
                <c:pt idx="41320">
                  <c:v>25.15</c:v>
                </c:pt>
                <c:pt idx="41321">
                  <c:v>25.15</c:v>
                </c:pt>
                <c:pt idx="41322">
                  <c:v>25.15</c:v>
                </c:pt>
                <c:pt idx="41323">
                  <c:v>25.15</c:v>
                </c:pt>
                <c:pt idx="41324">
                  <c:v>25.15</c:v>
                </c:pt>
                <c:pt idx="41325">
                  <c:v>25.15</c:v>
                </c:pt>
                <c:pt idx="41326">
                  <c:v>25.15</c:v>
                </c:pt>
                <c:pt idx="41327">
                  <c:v>25.15</c:v>
                </c:pt>
                <c:pt idx="41328">
                  <c:v>25.15</c:v>
                </c:pt>
                <c:pt idx="41329">
                  <c:v>25.15</c:v>
                </c:pt>
                <c:pt idx="41330">
                  <c:v>25.15</c:v>
                </c:pt>
                <c:pt idx="41331">
                  <c:v>25.15</c:v>
                </c:pt>
                <c:pt idx="41332">
                  <c:v>25.15</c:v>
                </c:pt>
                <c:pt idx="41333">
                  <c:v>25.15</c:v>
                </c:pt>
                <c:pt idx="41334">
                  <c:v>25.15</c:v>
                </c:pt>
                <c:pt idx="41335">
                  <c:v>25.15</c:v>
                </c:pt>
                <c:pt idx="41336">
                  <c:v>25.15</c:v>
                </c:pt>
                <c:pt idx="41337">
                  <c:v>25.15</c:v>
                </c:pt>
                <c:pt idx="41338">
                  <c:v>25.15</c:v>
                </c:pt>
                <c:pt idx="41339">
                  <c:v>25.15</c:v>
                </c:pt>
                <c:pt idx="41340">
                  <c:v>25.15</c:v>
                </c:pt>
                <c:pt idx="41341">
                  <c:v>25.15</c:v>
                </c:pt>
                <c:pt idx="41342">
                  <c:v>25.15</c:v>
                </c:pt>
                <c:pt idx="41343">
                  <c:v>25.15</c:v>
                </c:pt>
                <c:pt idx="41344">
                  <c:v>25.15</c:v>
                </c:pt>
                <c:pt idx="41345">
                  <c:v>25.15</c:v>
                </c:pt>
                <c:pt idx="41346">
                  <c:v>25.15</c:v>
                </c:pt>
                <c:pt idx="41347">
                  <c:v>25.15</c:v>
                </c:pt>
                <c:pt idx="41348">
                  <c:v>25.15</c:v>
                </c:pt>
                <c:pt idx="41349">
                  <c:v>25.15</c:v>
                </c:pt>
                <c:pt idx="41350">
                  <c:v>25.15</c:v>
                </c:pt>
                <c:pt idx="41351">
                  <c:v>25.15</c:v>
                </c:pt>
                <c:pt idx="41352">
                  <c:v>25.15</c:v>
                </c:pt>
                <c:pt idx="41353">
                  <c:v>25.15</c:v>
                </c:pt>
                <c:pt idx="41354">
                  <c:v>25.15</c:v>
                </c:pt>
                <c:pt idx="41355">
                  <c:v>25.15</c:v>
                </c:pt>
                <c:pt idx="41356">
                  <c:v>25.15</c:v>
                </c:pt>
                <c:pt idx="41357">
                  <c:v>25.15</c:v>
                </c:pt>
                <c:pt idx="41358">
                  <c:v>25.15</c:v>
                </c:pt>
                <c:pt idx="41359">
                  <c:v>25.15</c:v>
                </c:pt>
                <c:pt idx="41360">
                  <c:v>25.15</c:v>
                </c:pt>
                <c:pt idx="41361">
                  <c:v>25.15</c:v>
                </c:pt>
                <c:pt idx="41362">
                  <c:v>25.15</c:v>
                </c:pt>
                <c:pt idx="41363">
                  <c:v>25.15</c:v>
                </c:pt>
                <c:pt idx="41364">
                  <c:v>25.15</c:v>
                </c:pt>
                <c:pt idx="41365">
                  <c:v>25.15</c:v>
                </c:pt>
                <c:pt idx="41366">
                  <c:v>25.15</c:v>
                </c:pt>
                <c:pt idx="41367">
                  <c:v>25.15</c:v>
                </c:pt>
                <c:pt idx="41368">
                  <c:v>25.15</c:v>
                </c:pt>
                <c:pt idx="41369">
                  <c:v>25.15</c:v>
                </c:pt>
                <c:pt idx="41370">
                  <c:v>25.15</c:v>
                </c:pt>
                <c:pt idx="41371">
                  <c:v>25.15</c:v>
                </c:pt>
                <c:pt idx="41372">
                  <c:v>25.15</c:v>
                </c:pt>
                <c:pt idx="41373">
                  <c:v>25.15</c:v>
                </c:pt>
                <c:pt idx="41374">
                  <c:v>25.15</c:v>
                </c:pt>
                <c:pt idx="41375">
                  <c:v>25.15</c:v>
                </c:pt>
                <c:pt idx="41376">
                  <c:v>25.15</c:v>
                </c:pt>
                <c:pt idx="41377">
                  <c:v>25.15</c:v>
                </c:pt>
                <c:pt idx="41378">
                  <c:v>25.15</c:v>
                </c:pt>
                <c:pt idx="41379">
                  <c:v>25.15</c:v>
                </c:pt>
                <c:pt idx="41380">
                  <c:v>25.15</c:v>
                </c:pt>
                <c:pt idx="41381">
                  <c:v>25.15</c:v>
                </c:pt>
                <c:pt idx="41382">
                  <c:v>25.15</c:v>
                </c:pt>
                <c:pt idx="41383">
                  <c:v>25.15</c:v>
                </c:pt>
                <c:pt idx="41384">
                  <c:v>25.15</c:v>
                </c:pt>
                <c:pt idx="41385">
                  <c:v>25.15</c:v>
                </c:pt>
                <c:pt idx="41386">
                  <c:v>25.15</c:v>
                </c:pt>
                <c:pt idx="41387">
                  <c:v>25.15</c:v>
                </c:pt>
                <c:pt idx="41388">
                  <c:v>25.15</c:v>
                </c:pt>
                <c:pt idx="41389">
                  <c:v>25.15</c:v>
                </c:pt>
                <c:pt idx="41390">
                  <c:v>25.15</c:v>
                </c:pt>
                <c:pt idx="41391">
                  <c:v>25.15</c:v>
                </c:pt>
                <c:pt idx="41392">
                  <c:v>25.15</c:v>
                </c:pt>
                <c:pt idx="41393">
                  <c:v>25.15</c:v>
                </c:pt>
                <c:pt idx="41394">
                  <c:v>25.15</c:v>
                </c:pt>
                <c:pt idx="41395">
                  <c:v>25.15</c:v>
                </c:pt>
                <c:pt idx="41396">
                  <c:v>25.15</c:v>
                </c:pt>
                <c:pt idx="41397">
                  <c:v>25.15</c:v>
                </c:pt>
                <c:pt idx="41398">
                  <c:v>25.15</c:v>
                </c:pt>
                <c:pt idx="41399">
                  <c:v>25.15</c:v>
                </c:pt>
                <c:pt idx="41400">
                  <c:v>25.15</c:v>
                </c:pt>
                <c:pt idx="41401">
                  <c:v>25.15</c:v>
                </c:pt>
                <c:pt idx="41402">
                  <c:v>25.15</c:v>
                </c:pt>
                <c:pt idx="41403">
                  <c:v>25.15</c:v>
                </c:pt>
                <c:pt idx="41404">
                  <c:v>25.15</c:v>
                </c:pt>
                <c:pt idx="41405">
                  <c:v>25.15</c:v>
                </c:pt>
                <c:pt idx="41406">
                  <c:v>25.15</c:v>
                </c:pt>
                <c:pt idx="41407">
                  <c:v>25.15</c:v>
                </c:pt>
                <c:pt idx="41408">
                  <c:v>25.15</c:v>
                </c:pt>
                <c:pt idx="41409">
                  <c:v>25.15</c:v>
                </c:pt>
                <c:pt idx="41410">
                  <c:v>25.15</c:v>
                </c:pt>
                <c:pt idx="41411">
                  <c:v>25.15</c:v>
                </c:pt>
                <c:pt idx="41412">
                  <c:v>25.15</c:v>
                </c:pt>
                <c:pt idx="41413">
                  <c:v>25.15</c:v>
                </c:pt>
                <c:pt idx="41414">
                  <c:v>25.15</c:v>
                </c:pt>
                <c:pt idx="41415">
                  <c:v>25.15</c:v>
                </c:pt>
                <c:pt idx="41416">
                  <c:v>25.15</c:v>
                </c:pt>
                <c:pt idx="41417">
                  <c:v>25.15</c:v>
                </c:pt>
                <c:pt idx="41418">
                  <c:v>25.15</c:v>
                </c:pt>
                <c:pt idx="41419">
                  <c:v>25.15</c:v>
                </c:pt>
                <c:pt idx="41420">
                  <c:v>25.15</c:v>
                </c:pt>
                <c:pt idx="41421">
                  <c:v>25.15</c:v>
                </c:pt>
                <c:pt idx="41422">
                  <c:v>25.15</c:v>
                </c:pt>
                <c:pt idx="41423">
                  <c:v>25.15</c:v>
                </c:pt>
                <c:pt idx="41424">
                  <c:v>25.15</c:v>
                </c:pt>
                <c:pt idx="41425">
                  <c:v>25.15</c:v>
                </c:pt>
                <c:pt idx="41426">
                  <c:v>25.15</c:v>
                </c:pt>
                <c:pt idx="41427">
                  <c:v>25.15</c:v>
                </c:pt>
                <c:pt idx="41428">
                  <c:v>25.15</c:v>
                </c:pt>
                <c:pt idx="41429">
                  <c:v>25.15</c:v>
                </c:pt>
                <c:pt idx="41430">
                  <c:v>25.15</c:v>
                </c:pt>
                <c:pt idx="41431">
                  <c:v>25.15</c:v>
                </c:pt>
                <c:pt idx="41432">
                  <c:v>25.15</c:v>
                </c:pt>
                <c:pt idx="41433">
                  <c:v>25.15</c:v>
                </c:pt>
                <c:pt idx="41434">
                  <c:v>25.15</c:v>
                </c:pt>
                <c:pt idx="41435">
                  <c:v>25.15</c:v>
                </c:pt>
                <c:pt idx="41436">
                  <c:v>25.15</c:v>
                </c:pt>
                <c:pt idx="41437">
                  <c:v>25.15</c:v>
                </c:pt>
                <c:pt idx="41438">
                  <c:v>25.15</c:v>
                </c:pt>
                <c:pt idx="41439">
                  <c:v>25.15</c:v>
                </c:pt>
                <c:pt idx="41440">
                  <c:v>25.15</c:v>
                </c:pt>
                <c:pt idx="41441">
                  <c:v>25.15</c:v>
                </c:pt>
                <c:pt idx="41442">
                  <c:v>25.15</c:v>
                </c:pt>
                <c:pt idx="41443">
                  <c:v>25.15</c:v>
                </c:pt>
                <c:pt idx="41444">
                  <c:v>25.15</c:v>
                </c:pt>
                <c:pt idx="41445">
                  <c:v>25.15</c:v>
                </c:pt>
                <c:pt idx="41446">
                  <c:v>25.15</c:v>
                </c:pt>
                <c:pt idx="41447">
                  <c:v>25.15</c:v>
                </c:pt>
                <c:pt idx="41448">
                  <c:v>25.15</c:v>
                </c:pt>
                <c:pt idx="41449">
                  <c:v>25.15</c:v>
                </c:pt>
                <c:pt idx="41450">
                  <c:v>25.15</c:v>
                </c:pt>
                <c:pt idx="41451">
                  <c:v>25.15</c:v>
                </c:pt>
                <c:pt idx="41452">
                  <c:v>25.15</c:v>
                </c:pt>
                <c:pt idx="41453">
                  <c:v>25.15</c:v>
                </c:pt>
                <c:pt idx="41454">
                  <c:v>25.15</c:v>
                </c:pt>
                <c:pt idx="41455">
                  <c:v>25.15</c:v>
                </c:pt>
                <c:pt idx="41456">
                  <c:v>25.15</c:v>
                </c:pt>
                <c:pt idx="41457">
                  <c:v>25.15</c:v>
                </c:pt>
                <c:pt idx="41458">
                  <c:v>25.15</c:v>
                </c:pt>
                <c:pt idx="41459">
                  <c:v>25.15</c:v>
                </c:pt>
                <c:pt idx="41460">
                  <c:v>25.15</c:v>
                </c:pt>
                <c:pt idx="41461">
                  <c:v>25.15</c:v>
                </c:pt>
                <c:pt idx="41462">
                  <c:v>25.15</c:v>
                </c:pt>
                <c:pt idx="41463">
                  <c:v>25.15</c:v>
                </c:pt>
                <c:pt idx="41464">
                  <c:v>25.15</c:v>
                </c:pt>
                <c:pt idx="41465">
                  <c:v>25.15</c:v>
                </c:pt>
                <c:pt idx="41466">
                  <c:v>25.15</c:v>
                </c:pt>
                <c:pt idx="41467">
                  <c:v>25.15</c:v>
                </c:pt>
                <c:pt idx="41468">
                  <c:v>25.15</c:v>
                </c:pt>
                <c:pt idx="41469">
                  <c:v>25.15</c:v>
                </c:pt>
                <c:pt idx="41470">
                  <c:v>25.15</c:v>
                </c:pt>
                <c:pt idx="41471">
                  <c:v>25.15</c:v>
                </c:pt>
                <c:pt idx="41472">
                  <c:v>25.15</c:v>
                </c:pt>
                <c:pt idx="41473">
                  <c:v>25.15</c:v>
                </c:pt>
                <c:pt idx="41474">
                  <c:v>25.15</c:v>
                </c:pt>
                <c:pt idx="41475">
                  <c:v>25.15</c:v>
                </c:pt>
                <c:pt idx="41476">
                  <c:v>25.15</c:v>
                </c:pt>
                <c:pt idx="41477">
                  <c:v>25.15</c:v>
                </c:pt>
                <c:pt idx="41478">
                  <c:v>25.15</c:v>
                </c:pt>
                <c:pt idx="41479">
                  <c:v>25.15</c:v>
                </c:pt>
                <c:pt idx="41480">
                  <c:v>25.15</c:v>
                </c:pt>
                <c:pt idx="41481">
                  <c:v>25.15</c:v>
                </c:pt>
                <c:pt idx="41482">
                  <c:v>25.15</c:v>
                </c:pt>
                <c:pt idx="41483">
                  <c:v>25.15</c:v>
                </c:pt>
                <c:pt idx="41484">
                  <c:v>25.15</c:v>
                </c:pt>
                <c:pt idx="41485">
                  <c:v>25.15</c:v>
                </c:pt>
                <c:pt idx="41486">
                  <c:v>25.15</c:v>
                </c:pt>
                <c:pt idx="41487">
                  <c:v>25.15</c:v>
                </c:pt>
                <c:pt idx="41488">
                  <c:v>25.15</c:v>
                </c:pt>
                <c:pt idx="41489">
                  <c:v>25.15</c:v>
                </c:pt>
                <c:pt idx="41490">
                  <c:v>25.15</c:v>
                </c:pt>
                <c:pt idx="41491">
                  <c:v>25.15</c:v>
                </c:pt>
                <c:pt idx="41492">
                  <c:v>25.15</c:v>
                </c:pt>
                <c:pt idx="41493">
                  <c:v>25.15</c:v>
                </c:pt>
                <c:pt idx="41494">
                  <c:v>25.15</c:v>
                </c:pt>
                <c:pt idx="41495">
                  <c:v>25.15</c:v>
                </c:pt>
                <c:pt idx="41496">
                  <c:v>25.15</c:v>
                </c:pt>
                <c:pt idx="41497">
                  <c:v>25.15</c:v>
                </c:pt>
                <c:pt idx="41498">
                  <c:v>25.15</c:v>
                </c:pt>
                <c:pt idx="41499">
                  <c:v>25.15</c:v>
                </c:pt>
                <c:pt idx="41500">
                  <c:v>25.15</c:v>
                </c:pt>
                <c:pt idx="41501">
                  <c:v>25.15</c:v>
                </c:pt>
                <c:pt idx="41502">
                  <c:v>25.15</c:v>
                </c:pt>
                <c:pt idx="41503">
                  <c:v>25.15</c:v>
                </c:pt>
                <c:pt idx="41504">
                  <c:v>25.15</c:v>
                </c:pt>
                <c:pt idx="41505">
                  <c:v>25.15</c:v>
                </c:pt>
                <c:pt idx="41506">
                  <c:v>25.15</c:v>
                </c:pt>
                <c:pt idx="41507">
                  <c:v>25.15</c:v>
                </c:pt>
                <c:pt idx="41508">
                  <c:v>25.15</c:v>
                </c:pt>
                <c:pt idx="41509">
                  <c:v>25.15</c:v>
                </c:pt>
                <c:pt idx="41510">
                  <c:v>25.15</c:v>
                </c:pt>
                <c:pt idx="41511">
                  <c:v>25.15</c:v>
                </c:pt>
                <c:pt idx="41512">
                  <c:v>25.15</c:v>
                </c:pt>
                <c:pt idx="41513">
                  <c:v>25.15</c:v>
                </c:pt>
                <c:pt idx="41514">
                  <c:v>25.15</c:v>
                </c:pt>
                <c:pt idx="41515">
                  <c:v>25.15</c:v>
                </c:pt>
                <c:pt idx="41516">
                  <c:v>25.15</c:v>
                </c:pt>
                <c:pt idx="41517">
                  <c:v>25.15</c:v>
                </c:pt>
                <c:pt idx="41518">
                  <c:v>25.15</c:v>
                </c:pt>
                <c:pt idx="41519">
                  <c:v>25.15</c:v>
                </c:pt>
                <c:pt idx="41520">
                  <c:v>25.15</c:v>
                </c:pt>
                <c:pt idx="41521">
                  <c:v>25.15</c:v>
                </c:pt>
                <c:pt idx="41522">
                  <c:v>25.15</c:v>
                </c:pt>
                <c:pt idx="41523">
                  <c:v>25.15</c:v>
                </c:pt>
                <c:pt idx="41524">
                  <c:v>25.15</c:v>
                </c:pt>
                <c:pt idx="41525">
                  <c:v>25.15</c:v>
                </c:pt>
                <c:pt idx="41526">
                  <c:v>25.15</c:v>
                </c:pt>
                <c:pt idx="41527">
                  <c:v>25.15</c:v>
                </c:pt>
                <c:pt idx="41528">
                  <c:v>25.15</c:v>
                </c:pt>
                <c:pt idx="41529">
                  <c:v>25.15</c:v>
                </c:pt>
                <c:pt idx="41530">
                  <c:v>25.15</c:v>
                </c:pt>
                <c:pt idx="41531">
                  <c:v>25.15</c:v>
                </c:pt>
                <c:pt idx="41532">
                  <c:v>25.15</c:v>
                </c:pt>
                <c:pt idx="41533">
                  <c:v>25.15</c:v>
                </c:pt>
                <c:pt idx="41534">
                  <c:v>25.15</c:v>
                </c:pt>
                <c:pt idx="41535">
                  <c:v>25.15</c:v>
                </c:pt>
                <c:pt idx="41536">
                  <c:v>25.15</c:v>
                </c:pt>
                <c:pt idx="41537">
                  <c:v>25.15</c:v>
                </c:pt>
                <c:pt idx="41538">
                  <c:v>25.15</c:v>
                </c:pt>
                <c:pt idx="41539">
                  <c:v>25.15</c:v>
                </c:pt>
                <c:pt idx="41540">
                  <c:v>25.15</c:v>
                </c:pt>
                <c:pt idx="41541">
                  <c:v>25.15</c:v>
                </c:pt>
                <c:pt idx="41542">
                  <c:v>25.15</c:v>
                </c:pt>
                <c:pt idx="41543">
                  <c:v>25.15</c:v>
                </c:pt>
                <c:pt idx="41544">
                  <c:v>25.15</c:v>
                </c:pt>
                <c:pt idx="41545">
                  <c:v>25.15</c:v>
                </c:pt>
                <c:pt idx="41546">
                  <c:v>25.15</c:v>
                </c:pt>
                <c:pt idx="41547">
                  <c:v>25.15</c:v>
                </c:pt>
                <c:pt idx="41548">
                  <c:v>25.15</c:v>
                </c:pt>
                <c:pt idx="41549">
                  <c:v>25.15</c:v>
                </c:pt>
                <c:pt idx="41550">
                  <c:v>25.15</c:v>
                </c:pt>
                <c:pt idx="41551">
                  <c:v>25.15</c:v>
                </c:pt>
                <c:pt idx="41552">
                  <c:v>25.15</c:v>
                </c:pt>
                <c:pt idx="41553">
                  <c:v>25.15</c:v>
                </c:pt>
                <c:pt idx="41554">
                  <c:v>25.15</c:v>
                </c:pt>
                <c:pt idx="41555">
                  <c:v>25.15</c:v>
                </c:pt>
                <c:pt idx="41556">
                  <c:v>25.15</c:v>
                </c:pt>
                <c:pt idx="41557">
                  <c:v>25.15</c:v>
                </c:pt>
                <c:pt idx="41558">
                  <c:v>25.15</c:v>
                </c:pt>
                <c:pt idx="41559">
                  <c:v>25.15</c:v>
                </c:pt>
                <c:pt idx="41560">
                  <c:v>25.15</c:v>
                </c:pt>
                <c:pt idx="41561">
                  <c:v>25.15</c:v>
                </c:pt>
                <c:pt idx="41562">
                  <c:v>25.15</c:v>
                </c:pt>
                <c:pt idx="41563">
                  <c:v>25.15</c:v>
                </c:pt>
                <c:pt idx="41564">
                  <c:v>25.15</c:v>
                </c:pt>
                <c:pt idx="41565">
                  <c:v>25.15</c:v>
                </c:pt>
                <c:pt idx="41566">
                  <c:v>25.15</c:v>
                </c:pt>
                <c:pt idx="41567">
                  <c:v>25.15</c:v>
                </c:pt>
                <c:pt idx="41568">
                  <c:v>25.15</c:v>
                </c:pt>
                <c:pt idx="41569">
                  <c:v>25.15</c:v>
                </c:pt>
                <c:pt idx="41570">
                  <c:v>25.15</c:v>
                </c:pt>
                <c:pt idx="41571">
                  <c:v>25.15</c:v>
                </c:pt>
                <c:pt idx="41572">
                  <c:v>25.15</c:v>
                </c:pt>
                <c:pt idx="41573">
                  <c:v>25.15</c:v>
                </c:pt>
                <c:pt idx="41574">
                  <c:v>25.15</c:v>
                </c:pt>
                <c:pt idx="41575">
                  <c:v>25.15</c:v>
                </c:pt>
                <c:pt idx="41576">
                  <c:v>25.15</c:v>
                </c:pt>
                <c:pt idx="41577">
                  <c:v>25.15</c:v>
                </c:pt>
                <c:pt idx="41578">
                  <c:v>25.15</c:v>
                </c:pt>
                <c:pt idx="41579">
                  <c:v>25.15</c:v>
                </c:pt>
                <c:pt idx="41580">
                  <c:v>25.15</c:v>
                </c:pt>
                <c:pt idx="41581">
                  <c:v>25.15</c:v>
                </c:pt>
                <c:pt idx="41582">
                  <c:v>25.15</c:v>
                </c:pt>
                <c:pt idx="41583">
                  <c:v>25.15</c:v>
                </c:pt>
                <c:pt idx="41584">
                  <c:v>25.15</c:v>
                </c:pt>
                <c:pt idx="41585">
                  <c:v>25.15</c:v>
                </c:pt>
                <c:pt idx="41586">
                  <c:v>25.15</c:v>
                </c:pt>
                <c:pt idx="41587">
                  <c:v>25.15</c:v>
                </c:pt>
                <c:pt idx="41588">
                  <c:v>25.15</c:v>
                </c:pt>
                <c:pt idx="41589">
                  <c:v>25.15</c:v>
                </c:pt>
                <c:pt idx="41590">
                  <c:v>25.15</c:v>
                </c:pt>
                <c:pt idx="41591">
                  <c:v>25.15</c:v>
                </c:pt>
                <c:pt idx="41592">
                  <c:v>25.15</c:v>
                </c:pt>
                <c:pt idx="41593">
                  <c:v>25.15</c:v>
                </c:pt>
                <c:pt idx="41594">
                  <c:v>25.15</c:v>
                </c:pt>
                <c:pt idx="41595">
                  <c:v>25.15</c:v>
                </c:pt>
                <c:pt idx="41596">
                  <c:v>25.15</c:v>
                </c:pt>
                <c:pt idx="41597">
                  <c:v>25.15</c:v>
                </c:pt>
                <c:pt idx="41598">
                  <c:v>25.15</c:v>
                </c:pt>
                <c:pt idx="41599">
                  <c:v>25.15</c:v>
                </c:pt>
                <c:pt idx="41600">
                  <c:v>25.15</c:v>
                </c:pt>
                <c:pt idx="41601">
                  <c:v>25.15</c:v>
                </c:pt>
                <c:pt idx="41602">
                  <c:v>25.15</c:v>
                </c:pt>
                <c:pt idx="41603">
                  <c:v>25.15</c:v>
                </c:pt>
                <c:pt idx="41604">
                  <c:v>25.15</c:v>
                </c:pt>
                <c:pt idx="41605">
                  <c:v>25.15</c:v>
                </c:pt>
                <c:pt idx="41606">
                  <c:v>25.15</c:v>
                </c:pt>
                <c:pt idx="41607">
                  <c:v>25.15</c:v>
                </c:pt>
                <c:pt idx="41608">
                  <c:v>25.15</c:v>
                </c:pt>
                <c:pt idx="41609">
                  <c:v>25.15</c:v>
                </c:pt>
                <c:pt idx="41610">
                  <c:v>25.15</c:v>
                </c:pt>
                <c:pt idx="41611">
                  <c:v>25.15</c:v>
                </c:pt>
                <c:pt idx="41612">
                  <c:v>25.15</c:v>
                </c:pt>
                <c:pt idx="41613">
                  <c:v>25.15</c:v>
                </c:pt>
                <c:pt idx="41614">
                  <c:v>25.15</c:v>
                </c:pt>
                <c:pt idx="41615">
                  <c:v>25.15</c:v>
                </c:pt>
                <c:pt idx="41616">
                  <c:v>25.15</c:v>
                </c:pt>
                <c:pt idx="41617">
                  <c:v>25.15</c:v>
                </c:pt>
                <c:pt idx="41618">
                  <c:v>25.15</c:v>
                </c:pt>
                <c:pt idx="41619">
                  <c:v>25.15</c:v>
                </c:pt>
                <c:pt idx="41620">
                  <c:v>25.15</c:v>
                </c:pt>
                <c:pt idx="41621">
                  <c:v>25.15</c:v>
                </c:pt>
                <c:pt idx="41622">
                  <c:v>25.15</c:v>
                </c:pt>
                <c:pt idx="41623">
                  <c:v>25.15</c:v>
                </c:pt>
                <c:pt idx="41624">
                  <c:v>25.15</c:v>
                </c:pt>
                <c:pt idx="41625">
                  <c:v>25.15</c:v>
                </c:pt>
                <c:pt idx="41626">
                  <c:v>25.15</c:v>
                </c:pt>
                <c:pt idx="41627">
                  <c:v>25.15</c:v>
                </c:pt>
                <c:pt idx="41628">
                  <c:v>25.15</c:v>
                </c:pt>
                <c:pt idx="41629">
                  <c:v>25.15</c:v>
                </c:pt>
                <c:pt idx="41630">
                  <c:v>25.15</c:v>
                </c:pt>
                <c:pt idx="41631">
                  <c:v>25.15</c:v>
                </c:pt>
                <c:pt idx="41632">
                  <c:v>25.15</c:v>
                </c:pt>
                <c:pt idx="41633">
                  <c:v>25.15</c:v>
                </c:pt>
                <c:pt idx="41634">
                  <c:v>25.15</c:v>
                </c:pt>
                <c:pt idx="41635">
                  <c:v>25.15</c:v>
                </c:pt>
                <c:pt idx="41636">
                  <c:v>25.15</c:v>
                </c:pt>
                <c:pt idx="41637">
                  <c:v>25.15</c:v>
                </c:pt>
                <c:pt idx="41638">
                  <c:v>25.15</c:v>
                </c:pt>
                <c:pt idx="41639">
                  <c:v>25.15</c:v>
                </c:pt>
                <c:pt idx="41640">
                  <c:v>25.15</c:v>
                </c:pt>
                <c:pt idx="41641">
                  <c:v>25.15</c:v>
                </c:pt>
                <c:pt idx="41642">
                  <c:v>25.15</c:v>
                </c:pt>
                <c:pt idx="41643">
                  <c:v>25.15</c:v>
                </c:pt>
                <c:pt idx="41644">
                  <c:v>25.15</c:v>
                </c:pt>
                <c:pt idx="41645">
                  <c:v>25.15</c:v>
                </c:pt>
                <c:pt idx="41646">
                  <c:v>25.15</c:v>
                </c:pt>
                <c:pt idx="41647">
                  <c:v>25.15</c:v>
                </c:pt>
                <c:pt idx="41648">
                  <c:v>25.15</c:v>
                </c:pt>
                <c:pt idx="41649">
                  <c:v>25.15</c:v>
                </c:pt>
                <c:pt idx="41650">
                  <c:v>25.15</c:v>
                </c:pt>
                <c:pt idx="41651">
                  <c:v>25.15</c:v>
                </c:pt>
                <c:pt idx="41652">
                  <c:v>25.15</c:v>
                </c:pt>
                <c:pt idx="41653">
                  <c:v>25.15</c:v>
                </c:pt>
                <c:pt idx="41654">
                  <c:v>25.15</c:v>
                </c:pt>
                <c:pt idx="41655">
                  <c:v>25.15</c:v>
                </c:pt>
                <c:pt idx="41656">
                  <c:v>25.15</c:v>
                </c:pt>
                <c:pt idx="41657">
                  <c:v>25.15</c:v>
                </c:pt>
                <c:pt idx="41658">
                  <c:v>25.15</c:v>
                </c:pt>
                <c:pt idx="41659">
                  <c:v>25.15</c:v>
                </c:pt>
                <c:pt idx="41660">
                  <c:v>25.15</c:v>
                </c:pt>
                <c:pt idx="41661">
                  <c:v>25.15</c:v>
                </c:pt>
                <c:pt idx="41662">
                  <c:v>25.15</c:v>
                </c:pt>
                <c:pt idx="41663">
                  <c:v>25.15</c:v>
                </c:pt>
                <c:pt idx="41664">
                  <c:v>25.15</c:v>
                </c:pt>
                <c:pt idx="41665">
                  <c:v>25.15</c:v>
                </c:pt>
                <c:pt idx="41666">
                  <c:v>25.15</c:v>
                </c:pt>
                <c:pt idx="41667">
                  <c:v>25.15</c:v>
                </c:pt>
                <c:pt idx="41668">
                  <c:v>25.15</c:v>
                </c:pt>
                <c:pt idx="41669">
                  <c:v>25.15</c:v>
                </c:pt>
                <c:pt idx="41670">
                  <c:v>25.15</c:v>
                </c:pt>
                <c:pt idx="41671">
                  <c:v>25.15</c:v>
                </c:pt>
                <c:pt idx="41672">
                  <c:v>25.15</c:v>
                </c:pt>
                <c:pt idx="41673">
                  <c:v>25.15</c:v>
                </c:pt>
                <c:pt idx="41674">
                  <c:v>25.15</c:v>
                </c:pt>
                <c:pt idx="41675">
                  <c:v>25.15</c:v>
                </c:pt>
                <c:pt idx="41676">
                  <c:v>25.15</c:v>
                </c:pt>
                <c:pt idx="41677">
                  <c:v>25.15</c:v>
                </c:pt>
                <c:pt idx="41678">
                  <c:v>25.15</c:v>
                </c:pt>
                <c:pt idx="41679">
                  <c:v>25.15</c:v>
                </c:pt>
                <c:pt idx="41680">
                  <c:v>25.15</c:v>
                </c:pt>
                <c:pt idx="41681">
                  <c:v>25.15</c:v>
                </c:pt>
                <c:pt idx="41682">
                  <c:v>25.15</c:v>
                </c:pt>
                <c:pt idx="41683">
                  <c:v>25.15</c:v>
                </c:pt>
                <c:pt idx="41684">
                  <c:v>25.15</c:v>
                </c:pt>
                <c:pt idx="41685">
                  <c:v>25.15</c:v>
                </c:pt>
                <c:pt idx="41686">
                  <c:v>25.15</c:v>
                </c:pt>
                <c:pt idx="41687">
                  <c:v>25.15</c:v>
                </c:pt>
                <c:pt idx="41688">
                  <c:v>25.15</c:v>
                </c:pt>
                <c:pt idx="41689">
                  <c:v>25.15</c:v>
                </c:pt>
                <c:pt idx="41690">
                  <c:v>25.15</c:v>
                </c:pt>
                <c:pt idx="41691">
                  <c:v>25.15</c:v>
                </c:pt>
                <c:pt idx="41692">
                  <c:v>25.15</c:v>
                </c:pt>
                <c:pt idx="41693">
                  <c:v>25.15</c:v>
                </c:pt>
                <c:pt idx="41694">
                  <c:v>25.15</c:v>
                </c:pt>
                <c:pt idx="41695">
                  <c:v>25.15</c:v>
                </c:pt>
                <c:pt idx="41696">
                  <c:v>25.15</c:v>
                </c:pt>
                <c:pt idx="41697">
                  <c:v>25.15</c:v>
                </c:pt>
                <c:pt idx="41698">
                  <c:v>25.15</c:v>
                </c:pt>
                <c:pt idx="41699">
                  <c:v>25.15</c:v>
                </c:pt>
                <c:pt idx="41700">
                  <c:v>25.15</c:v>
                </c:pt>
                <c:pt idx="41701">
                  <c:v>25.15</c:v>
                </c:pt>
                <c:pt idx="41702">
                  <c:v>25.15</c:v>
                </c:pt>
                <c:pt idx="41703">
                  <c:v>25.15</c:v>
                </c:pt>
                <c:pt idx="41704">
                  <c:v>25.15</c:v>
                </c:pt>
                <c:pt idx="41705">
                  <c:v>25.15</c:v>
                </c:pt>
                <c:pt idx="41706">
                  <c:v>25.15</c:v>
                </c:pt>
                <c:pt idx="41707">
                  <c:v>25.15</c:v>
                </c:pt>
                <c:pt idx="41708">
                  <c:v>25.15</c:v>
                </c:pt>
                <c:pt idx="41709">
                  <c:v>25.15</c:v>
                </c:pt>
                <c:pt idx="41710">
                  <c:v>25.15</c:v>
                </c:pt>
                <c:pt idx="41711">
                  <c:v>25.15</c:v>
                </c:pt>
                <c:pt idx="41712">
                  <c:v>25.15</c:v>
                </c:pt>
                <c:pt idx="41713">
                  <c:v>25.15</c:v>
                </c:pt>
                <c:pt idx="41714">
                  <c:v>25.15</c:v>
                </c:pt>
                <c:pt idx="41715">
                  <c:v>25.15</c:v>
                </c:pt>
                <c:pt idx="41716">
                  <c:v>25.15</c:v>
                </c:pt>
                <c:pt idx="41717">
                  <c:v>25.15</c:v>
                </c:pt>
                <c:pt idx="41718">
                  <c:v>25.15</c:v>
                </c:pt>
                <c:pt idx="41719">
                  <c:v>25.15</c:v>
                </c:pt>
                <c:pt idx="41720">
                  <c:v>25.15</c:v>
                </c:pt>
                <c:pt idx="41721">
                  <c:v>25.15</c:v>
                </c:pt>
                <c:pt idx="41722">
                  <c:v>25.15</c:v>
                </c:pt>
                <c:pt idx="41723">
                  <c:v>25.15</c:v>
                </c:pt>
                <c:pt idx="41724">
                  <c:v>25.15</c:v>
                </c:pt>
                <c:pt idx="41725">
                  <c:v>25.15</c:v>
                </c:pt>
                <c:pt idx="41726">
                  <c:v>25.15</c:v>
                </c:pt>
                <c:pt idx="41727">
                  <c:v>25.15</c:v>
                </c:pt>
                <c:pt idx="41728">
                  <c:v>25.15</c:v>
                </c:pt>
                <c:pt idx="41729">
                  <c:v>25.15</c:v>
                </c:pt>
                <c:pt idx="41730">
                  <c:v>25.15</c:v>
                </c:pt>
                <c:pt idx="41731">
                  <c:v>25.15</c:v>
                </c:pt>
                <c:pt idx="41732">
                  <c:v>25.15</c:v>
                </c:pt>
                <c:pt idx="41733">
                  <c:v>25.15</c:v>
                </c:pt>
                <c:pt idx="41734">
                  <c:v>25.15</c:v>
                </c:pt>
                <c:pt idx="41735">
                  <c:v>25.15</c:v>
                </c:pt>
                <c:pt idx="41736">
                  <c:v>25.15</c:v>
                </c:pt>
                <c:pt idx="41737">
                  <c:v>25.15</c:v>
                </c:pt>
                <c:pt idx="41738">
                  <c:v>25.15</c:v>
                </c:pt>
                <c:pt idx="41739">
                  <c:v>25.15</c:v>
                </c:pt>
                <c:pt idx="41740">
                  <c:v>25.15</c:v>
                </c:pt>
                <c:pt idx="41741">
                  <c:v>25.15</c:v>
                </c:pt>
                <c:pt idx="41742">
                  <c:v>25.15</c:v>
                </c:pt>
                <c:pt idx="41743">
                  <c:v>25.15</c:v>
                </c:pt>
                <c:pt idx="41744">
                  <c:v>25.15</c:v>
                </c:pt>
                <c:pt idx="41745">
                  <c:v>25.15</c:v>
                </c:pt>
                <c:pt idx="41746">
                  <c:v>25.15</c:v>
                </c:pt>
                <c:pt idx="41747">
                  <c:v>25.15</c:v>
                </c:pt>
                <c:pt idx="41748">
                  <c:v>25.15</c:v>
                </c:pt>
                <c:pt idx="41749">
                  <c:v>25.15</c:v>
                </c:pt>
                <c:pt idx="41750">
                  <c:v>25.15</c:v>
                </c:pt>
                <c:pt idx="41751">
                  <c:v>25.15</c:v>
                </c:pt>
                <c:pt idx="41752">
                  <c:v>25.15</c:v>
                </c:pt>
                <c:pt idx="41753">
                  <c:v>25.15</c:v>
                </c:pt>
                <c:pt idx="41754">
                  <c:v>25.15</c:v>
                </c:pt>
                <c:pt idx="41755">
                  <c:v>25.15</c:v>
                </c:pt>
                <c:pt idx="41756">
                  <c:v>25.15</c:v>
                </c:pt>
                <c:pt idx="41757">
                  <c:v>25.15</c:v>
                </c:pt>
                <c:pt idx="41758">
                  <c:v>25.15</c:v>
                </c:pt>
                <c:pt idx="41759">
                  <c:v>25.15</c:v>
                </c:pt>
                <c:pt idx="41760">
                  <c:v>25.15</c:v>
                </c:pt>
                <c:pt idx="41761">
                  <c:v>25.15</c:v>
                </c:pt>
                <c:pt idx="41762">
                  <c:v>25.15</c:v>
                </c:pt>
                <c:pt idx="41763">
                  <c:v>25.15</c:v>
                </c:pt>
                <c:pt idx="41764">
                  <c:v>25.15</c:v>
                </c:pt>
                <c:pt idx="41765">
                  <c:v>25.15</c:v>
                </c:pt>
                <c:pt idx="41766">
                  <c:v>25.15</c:v>
                </c:pt>
                <c:pt idx="41767">
                  <c:v>25.15</c:v>
                </c:pt>
                <c:pt idx="41768">
                  <c:v>25.15</c:v>
                </c:pt>
                <c:pt idx="41769">
                  <c:v>25.15</c:v>
                </c:pt>
                <c:pt idx="41770">
                  <c:v>25.15</c:v>
                </c:pt>
                <c:pt idx="41771">
                  <c:v>25.15</c:v>
                </c:pt>
                <c:pt idx="41772">
                  <c:v>25.15</c:v>
                </c:pt>
                <c:pt idx="41773">
                  <c:v>25.15</c:v>
                </c:pt>
                <c:pt idx="41774">
                  <c:v>25.15</c:v>
                </c:pt>
                <c:pt idx="41775">
                  <c:v>25.15</c:v>
                </c:pt>
                <c:pt idx="41776">
                  <c:v>25.15</c:v>
                </c:pt>
                <c:pt idx="41777">
                  <c:v>25.15</c:v>
                </c:pt>
                <c:pt idx="41778">
                  <c:v>25.15</c:v>
                </c:pt>
                <c:pt idx="41779">
                  <c:v>25.15</c:v>
                </c:pt>
                <c:pt idx="41780">
                  <c:v>25.15</c:v>
                </c:pt>
                <c:pt idx="41781">
                  <c:v>25.15</c:v>
                </c:pt>
                <c:pt idx="41782">
                  <c:v>25.15</c:v>
                </c:pt>
                <c:pt idx="41783">
                  <c:v>25.15</c:v>
                </c:pt>
                <c:pt idx="41784">
                  <c:v>25.15</c:v>
                </c:pt>
                <c:pt idx="41785">
                  <c:v>25.15</c:v>
                </c:pt>
                <c:pt idx="41786">
                  <c:v>25.15</c:v>
                </c:pt>
                <c:pt idx="41787">
                  <c:v>25.15</c:v>
                </c:pt>
                <c:pt idx="41788">
                  <c:v>25.15</c:v>
                </c:pt>
                <c:pt idx="41789">
                  <c:v>25.15</c:v>
                </c:pt>
                <c:pt idx="41790">
                  <c:v>25.15</c:v>
                </c:pt>
                <c:pt idx="41791">
                  <c:v>25.15</c:v>
                </c:pt>
                <c:pt idx="41792">
                  <c:v>25.15</c:v>
                </c:pt>
                <c:pt idx="41793">
                  <c:v>25.15</c:v>
                </c:pt>
                <c:pt idx="41794">
                  <c:v>25.15</c:v>
                </c:pt>
                <c:pt idx="41795">
                  <c:v>25.15</c:v>
                </c:pt>
                <c:pt idx="41796">
                  <c:v>25.15</c:v>
                </c:pt>
                <c:pt idx="41797">
                  <c:v>25.15</c:v>
                </c:pt>
                <c:pt idx="41798">
                  <c:v>25.15</c:v>
                </c:pt>
                <c:pt idx="41799">
                  <c:v>25.15</c:v>
                </c:pt>
                <c:pt idx="41800">
                  <c:v>25.15</c:v>
                </c:pt>
                <c:pt idx="41801">
                  <c:v>25.15</c:v>
                </c:pt>
                <c:pt idx="41802">
                  <c:v>25.15</c:v>
                </c:pt>
                <c:pt idx="41803">
                  <c:v>25.15</c:v>
                </c:pt>
                <c:pt idx="41804">
                  <c:v>25.15</c:v>
                </c:pt>
                <c:pt idx="41805">
                  <c:v>25.15</c:v>
                </c:pt>
                <c:pt idx="41806">
                  <c:v>25.15</c:v>
                </c:pt>
                <c:pt idx="41807">
                  <c:v>25.15</c:v>
                </c:pt>
                <c:pt idx="41808">
                  <c:v>25.15</c:v>
                </c:pt>
                <c:pt idx="41809">
                  <c:v>25.15</c:v>
                </c:pt>
                <c:pt idx="41810">
                  <c:v>25.15</c:v>
                </c:pt>
                <c:pt idx="41811">
                  <c:v>25.15</c:v>
                </c:pt>
                <c:pt idx="41812">
                  <c:v>25.15</c:v>
                </c:pt>
                <c:pt idx="41813">
                  <c:v>25.15</c:v>
                </c:pt>
                <c:pt idx="41814">
                  <c:v>25.15</c:v>
                </c:pt>
                <c:pt idx="41815">
                  <c:v>25.15</c:v>
                </c:pt>
                <c:pt idx="41816">
                  <c:v>25.15</c:v>
                </c:pt>
                <c:pt idx="41817">
                  <c:v>25.15</c:v>
                </c:pt>
                <c:pt idx="41818">
                  <c:v>25.15</c:v>
                </c:pt>
                <c:pt idx="41819">
                  <c:v>25.15</c:v>
                </c:pt>
                <c:pt idx="41820">
                  <c:v>25.15</c:v>
                </c:pt>
                <c:pt idx="41821">
                  <c:v>25.15</c:v>
                </c:pt>
                <c:pt idx="41822">
                  <c:v>25.15</c:v>
                </c:pt>
                <c:pt idx="41823">
                  <c:v>25.15</c:v>
                </c:pt>
                <c:pt idx="41824">
                  <c:v>25.15</c:v>
                </c:pt>
                <c:pt idx="41825">
                  <c:v>25.15</c:v>
                </c:pt>
                <c:pt idx="41826">
                  <c:v>25.15</c:v>
                </c:pt>
                <c:pt idx="41827">
                  <c:v>25.15</c:v>
                </c:pt>
                <c:pt idx="41828">
                  <c:v>25.15</c:v>
                </c:pt>
                <c:pt idx="41829">
                  <c:v>25.15</c:v>
                </c:pt>
                <c:pt idx="41830">
                  <c:v>25.15</c:v>
                </c:pt>
                <c:pt idx="41831">
                  <c:v>25.15</c:v>
                </c:pt>
                <c:pt idx="41832">
                  <c:v>25.15</c:v>
                </c:pt>
                <c:pt idx="41833">
                  <c:v>25.15</c:v>
                </c:pt>
                <c:pt idx="41834">
                  <c:v>25.15</c:v>
                </c:pt>
                <c:pt idx="41835">
                  <c:v>25.15</c:v>
                </c:pt>
                <c:pt idx="41836">
                  <c:v>25.15</c:v>
                </c:pt>
                <c:pt idx="41837">
                  <c:v>25.15</c:v>
                </c:pt>
                <c:pt idx="41838">
                  <c:v>25.15</c:v>
                </c:pt>
                <c:pt idx="41839">
                  <c:v>25.15</c:v>
                </c:pt>
                <c:pt idx="41840">
                  <c:v>25.15</c:v>
                </c:pt>
                <c:pt idx="41841">
                  <c:v>25.15</c:v>
                </c:pt>
                <c:pt idx="41842">
                  <c:v>25.15</c:v>
                </c:pt>
                <c:pt idx="41843">
                  <c:v>25.15</c:v>
                </c:pt>
                <c:pt idx="41844">
                  <c:v>25.15</c:v>
                </c:pt>
                <c:pt idx="41845">
                  <c:v>25.15</c:v>
                </c:pt>
                <c:pt idx="41846">
                  <c:v>25.15</c:v>
                </c:pt>
                <c:pt idx="41847">
                  <c:v>25.15</c:v>
                </c:pt>
                <c:pt idx="41848">
                  <c:v>25.15</c:v>
                </c:pt>
                <c:pt idx="41849">
                  <c:v>25.15</c:v>
                </c:pt>
                <c:pt idx="41850">
                  <c:v>25.15</c:v>
                </c:pt>
                <c:pt idx="41851">
                  <c:v>25.15</c:v>
                </c:pt>
                <c:pt idx="41852">
                  <c:v>25.15</c:v>
                </c:pt>
                <c:pt idx="41853">
                  <c:v>25.15</c:v>
                </c:pt>
                <c:pt idx="41854">
                  <c:v>25.1</c:v>
                </c:pt>
                <c:pt idx="41855">
                  <c:v>25.15</c:v>
                </c:pt>
                <c:pt idx="41856">
                  <c:v>25.1</c:v>
                </c:pt>
                <c:pt idx="41857">
                  <c:v>25.1</c:v>
                </c:pt>
                <c:pt idx="41858">
                  <c:v>25.1</c:v>
                </c:pt>
                <c:pt idx="41859">
                  <c:v>25.1</c:v>
                </c:pt>
                <c:pt idx="41860">
                  <c:v>25.1</c:v>
                </c:pt>
                <c:pt idx="41861">
                  <c:v>25.1</c:v>
                </c:pt>
                <c:pt idx="41862">
                  <c:v>25.1</c:v>
                </c:pt>
                <c:pt idx="41863">
                  <c:v>25.1</c:v>
                </c:pt>
                <c:pt idx="41864">
                  <c:v>25.1</c:v>
                </c:pt>
                <c:pt idx="41865">
                  <c:v>25.1</c:v>
                </c:pt>
                <c:pt idx="41866">
                  <c:v>25.1</c:v>
                </c:pt>
                <c:pt idx="41867">
                  <c:v>25.15</c:v>
                </c:pt>
                <c:pt idx="41868">
                  <c:v>25.15</c:v>
                </c:pt>
                <c:pt idx="41869">
                  <c:v>25.15</c:v>
                </c:pt>
                <c:pt idx="41870">
                  <c:v>25.15</c:v>
                </c:pt>
                <c:pt idx="41871">
                  <c:v>25.15</c:v>
                </c:pt>
                <c:pt idx="41872">
                  <c:v>25.15</c:v>
                </c:pt>
                <c:pt idx="41873">
                  <c:v>25.15</c:v>
                </c:pt>
                <c:pt idx="41874">
                  <c:v>25.15</c:v>
                </c:pt>
                <c:pt idx="41875">
                  <c:v>25.15</c:v>
                </c:pt>
                <c:pt idx="41876">
                  <c:v>25.15</c:v>
                </c:pt>
                <c:pt idx="41877">
                  <c:v>25.15</c:v>
                </c:pt>
                <c:pt idx="41878">
                  <c:v>25.15</c:v>
                </c:pt>
                <c:pt idx="41879">
                  <c:v>25.15</c:v>
                </c:pt>
                <c:pt idx="41880">
                  <c:v>25.15</c:v>
                </c:pt>
                <c:pt idx="41881">
                  <c:v>25.15</c:v>
                </c:pt>
                <c:pt idx="41882">
                  <c:v>25.1</c:v>
                </c:pt>
                <c:pt idx="41883">
                  <c:v>25.1</c:v>
                </c:pt>
                <c:pt idx="41884">
                  <c:v>25.15</c:v>
                </c:pt>
                <c:pt idx="41885">
                  <c:v>25.1</c:v>
                </c:pt>
                <c:pt idx="41886">
                  <c:v>25.1</c:v>
                </c:pt>
                <c:pt idx="41887">
                  <c:v>25.1</c:v>
                </c:pt>
                <c:pt idx="41888">
                  <c:v>25.1</c:v>
                </c:pt>
                <c:pt idx="41889">
                  <c:v>25.1</c:v>
                </c:pt>
                <c:pt idx="41890">
                  <c:v>25.1</c:v>
                </c:pt>
                <c:pt idx="41891">
                  <c:v>25.1</c:v>
                </c:pt>
                <c:pt idx="41892">
                  <c:v>25.1</c:v>
                </c:pt>
                <c:pt idx="41893">
                  <c:v>25.15</c:v>
                </c:pt>
                <c:pt idx="41894">
                  <c:v>25.1</c:v>
                </c:pt>
                <c:pt idx="41895">
                  <c:v>25.1</c:v>
                </c:pt>
                <c:pt idx="41896">
                  <c:v>25.1</c:v>
                </c:pt>
                <c:pt idx="41897">
                  <c:v>25.15</c:v>
                </c:pt>
                <c:pt idx="41898">
                  <c:v>25.15</c:v>
                </c:pt>
                <c:pt idx="41899">
                  <c:v>25.15</c:v>
                </c:pt>
                <c:pt idx="41900">
                  <c:v>25.15</c:v>
                </c:pt>
                <c:pt idx="41901">
                  <c:v>25.15</c:v>
                </c:pt>
                <c:pt idx="41902">
                  <c:v>25.15</c:v>
                </c:pt>
                <c:pt idx="41903">
                  <c:v>25.15</c:v>
                </c:pt>
                <c:pt idx="41904">
                  <c:v>25.15</c:v>
                </c:pt>
                <c:pt idx="41905">
                  <c:v>25.15</c:v>
                </c:pt>
                <c:pt idx="41906">
                  <c:v>25.15</c:v>
                </c:pt>
                <c:pt idx="41907">
                  <c:v>25.15</c:v>
                </c:pt>
                <c:pt idx="41908">
                  <c:v>25.1</c:v>
                </c:pt>
                <c:pt idx="41909">
                  <c:v>25.15</c:v>
                </c:pt>
                <c:pt idx="41910">
                  <c:v>25.1</c:v>
                </c:pt>
                <c:pt idx="41911">
                  <c:v>25.1</c:v>
                </c:pt>
                <c:pt idx="41912">
                  <c:v>25.1</c:v>
                </c:pt>
                <c:pt idx="41913">
                  <c:v>25.1</c:v>
                </c:pt>
                <c:pt idx="41914">
                  <c:v>25.1</c:v>
                </c:pt>
                <c:pt idx="41915">
                  <c:v>25.1</c:v>
                </c:pt>
                <c:pt idx="41916">
                  <c:v>25.1</c:v>
                </c:pt>
                <c:pt idx="41917">
                  <c:v>25.1</c:v>
                </c:pt>
                <c:pt idx="41918">
                  <c:v>25.1</c:v>
                </c:pt>
                <c:pt idx="41919">
                  <c:v>25.1</c:v>
                </c:pt>
                <c:pt idx="41920">
                  <c:v>25.1</c:v>
                </c:pt>
                <c:pt idx="41921">
                  <c:v>25.1</c:v>
                </c:pt>
                <c:pt idx="41922">
                  <c:v>25.15</c:v>
                </c:pt>
                <c:pt idx="41923">
                  <c:v>25.15</c:v>
                </c:pt>
                <c:pt idx="41924">
                  <c:v>25.15</c:v>
                </c:pt>
                <c:pt idx="41925">
                  <c:v>25.15</c:v>
                </c:pt>
                <c:pt idx="41926">
                  <c:v>25.15</c:v>
                </c:pt>
                <c:pt idx="41927">
                  <c:v>25.15</c:v>
                </c:pt>
                <c:pt idx="41928">
                  <c:v>25.15</c:v>
                </c:pt>
                <c:pt idx="41929">
                  <c:v>25.15</c:v>
                </c:pt>
                <c:pt idx="41930">
                  <c:v>25.15</c:v>
                </c:pt>
                <c:pt idx="41931">
                  <c:v>25.15</c:v>
                </c:pt>
                <c:pt idx="41932">
                  <c:v>25.15</c:v>
                </c:pt>
                <c:pt idx="41933">
                  <c:v>25.15</c:v>
                </c:pt>
                <c:pt idx="41934">
                  <c:v>25.15</c:v>
                </c:pt>
                <c:pt idx="41935">
                  <c:v>25.15</c:v>
                </c:pt>
                <c:pt idx="41936">
                  <c:v>25.15</c:v>
                </c:pt>
                <c:pt idx="41937">
                  <c:v>25.1</c:v>
                </c:pt>
                <c:pt idx="41938">
                  <c:v>25.1</c:v>
                </c:pt>
                <c:pt idx="41939">
                  <c:v>25.1</c:v>
                </c:pt>
                <c:pt idx="41940">
                  <c:v>25.1</c:v>
                </c:pt>
                <c:pt idx="41941">
                  <c:v>25.1</c:v>
                </c:pt>
                <c:pt idx="41942">
                  <c:v>25.1</c:v>
                </c:pt>
                <c:pt idx="41943">
                  <c:v>25.1</c:v>
                </c:pt>
                <c:pt idx="41944">
                  <c:v>25.1</c:v>
                </c:pt>
                <c:pt idx="41945">
                  <c:v>25.1</c:v>
                </c:pt>
                <c:pt idx="41946">
                  <c:v>25.1</c:v>
                </c:pt>
                <c:pt idx="41947">
                  <c:v>25.1</c:v>
                </c:pt>
                <c:pt idx="41948">
                  <c:v>25.1</c:v>
                </c:pt>
                <c:pt idx="41949">
                  <c:v>25.1</c:v>
                </c:pt>
                <c:pt idx="41950">
                  <c:v>25.1</c:v>
                </c:pt>
                <c:pt idx="41951">
                  <c:v>25.1</c:v>
                </c:pt>
                <c:pt idx="41952">
                  <c:v>25.15</c:v>
                </c:pt>
                <c:pt idx="41953">
                  <c:v>25.15</c:v>
                </c:pt>
                <c:pt idx="41954">
                  <c:v>25.15</c:v>
                </c:pt>
                <c:pt idx="41955">
                  <c:v>25.15</c:v>
                </c:pt>
                <c:pt idx="41956">
                  <c:v>25.15</c:v>
                </c:pt>
                <c:pt idx="41957">
                  <c:v>25.15</c:v>
                </c:pt>
                <c:pt idx="41958">
                  <c:v>25.15</c:v>
                </c:pt>
                <c:pt idx="41959">
                  <c:v>25.15</c:v>
                </c:pt>
                <c:pt idx="41960">
                  <c:v>25.15</c:v>
                </c:pt>
                <c:pt idx="41961">
                  <c:v>25.15</c:v>
                </c:pt>
                <c:pt idx="41962">
                  <c:v>25.15</c:v>
                </c:pt>
                <c:pt idx="41963">
                  <c:v>25.15</c:v>
                </c:pt>
                <c:pt idx="41964">
                  <c:v>25.15</c:v>
                </c:pt>
                <c:pt idx="41965">
                  <c:v>25.15</c:v>
                </c:pt>
                <c:pt idx="41966">
                  <c:v>25.1</c:v>
                </c:pt>
                <c:pt idx="41967">
                  <c:v>25.15</c:v>
                </c:pt>
                <c:pt idx="41968">
                  <c:v>25.1</c:v>
                </c:pt>
                <c:pt idx="41969">
                  <c:v>25.15</c:v>
                </c:pt>
                <c:pt idx="41970">
                  <c:v>25.1</c:v>
                </c:pt>
                <c:pt idx="41971">
                  <c:v>25.1</c:v>
                </c:pt>
                <c:pt idx="41972">
                  <c:v>25.1</c:v>
                </c:pt>
                <c:pt idx="41973">
                  <c:v>25.1</c:v>
                </c:pt>
                <c:pt idx="41974">
                  <c:v>25.1</c:v>
                </c:pt>
                <c:pt idx="41975">
                  <c:v>25.1</c:v>
                </c:pt>
                <c:pt idx="41976">
                  <c:v>25.1</c:v>
                </c:pt>
                <c:pt idx="41977">
                  <c:v>25.1</c:v>
                </c:pt>
                <c:pt idx="41978">
                  <c:v>25.1</c:v>
                </c:pt>
                <c:pt idx="41979">
                  <c:v>25.1</c:v>
                </c:pt>
                <c:pt idx="41980">
                  <c:v>25.15</c:v>
                </c:pt>
                <c:pt idx="41981">
                  <c:v>25.15</c:v>
                </c:pt>
                <c:pt idx="41982">
                  <c:v>25.15</c:v>
                </c:pt>
                <c:pt idx="41983">
                  <c:v>25.15</c:v>
                </c:pt>
                <c:pt idx="41984">
                  <c:v>25.15</c:v>
                </c:pt>
                <c:pt idx="41985">
                  <c:v>25.15</c:v>
                </c:pt>
                <c:pt idx="41986">
                  <c:v>25.15</c:v>
                </c:pt>
                <c:pt idx="41987">
                  <c:v>25.15</c:v>
                </c:pt>
                <c:pt idx="41988">
                  <c:v>25.15</c:v>
                </c:pt>
                <c:pt idx="41989">
                  <c:v>25.15</c:v>
                </c:pt>
                <c:pt idx="41990">
                  <c:v>25.15</c:v>
                </c:pt>
                <c:pt idx="41991">
                  <c:v>25.1</c:v>
                </c:pt>
                <c:pt idx="41992">
                  <c:v>25.1</c:v>
                </c:pt>
                <c:pt idx="41993">
                  <c:v>25.1</c:v>
                </c:pt>
                <c:pt idx="41994">
                  <c:v>25.15</c:v>
                </c:pt>
                <c:pt idx="41995">
                  <c:v>25.1</c:v>
                </c:pt>
                <c:pt idx="41996">
                  <c:v>25.1</c:v>
                </c:pt>
                <c:pt idx="41997">
                  <c:v>25.1</c:v>
                </c:pt>
                <c:pt idx="41998">
                  <c:v>25.1</c:v>
                </c:pt>
                <c:pt idx="41999">
                  <c:v>25.1</c:v>
                </c:pt>
                <c:pt idx="42000">
                  <c:v>25.1</c:v>
                </c:pt>
                <c:pt idx="42001">
                  <c:v>25.1</c:v>
                </c:pt>
                <c:pt idx="42002">
                  <c:v>25.1</c:v>
                </c:pt>
                <c:pt idx="42003">
                  <c:v>25.1</c:v>
                </c:pt>
                <c:pt idx="42004">
                  <c:v>25.1</c:v>
                </c:pt>
                <c:pt idx="42005">
                  <c:v>25.1</c:v>
                </c:pt>
                <c:pt idx="42006">
                  <c:v>25.1</c:v>
                </c:pt>
                <c:pt idx="42007">
                  <c:v>25.1</c:v>
                </c:pt>
                <c:pt idx="42008">
                  <c:v>25.1</c:v>
                </c:pt>
                <c:pt idx="42009">
                  <c:v>25.1</c:v>
                </c:pt>
                <c:pt idx="42010">
                  <c:v>25.15</c:v>
                </c:pt>
                <c:pt idx="42011">
                  <c:v>25.15</c:v>
                </c:pt>
                <c:pt idx="42012">
                  <c:v>25.15</c:v>
                </c:pt>
                <c:pt idx="42013">
                  <c:v>25.15</c:v>
                </c:pt>
                <c:pt idx="42014">
                  <c:v>25.15</c:v>
                </c:pt>
                <c:pt idx="42015">
                  <c:v>25.15</c:v>
                </c:pt>
                <c:pt idx="42016">
                  <c:v>25.15</c:v>
                </c:pt>
                <c:pt idx="42017">
                  <c:v>25.15</c:v>
                </c:pt>
                <c:pt idx="42018">
                  <c:v>25.15</c:v>
                </c:pt>
                <c:pt idx="42019">
                  <c:v>25.15</c:v>
                </c:pt>
                <c:pt idx="42020">
                  <c:v>25.1</c:v>
                </c:pt>
                <c:pt idx="42021">
                  <c:v>25.1</c:v>
                </c:pt>
                <c:pt idx="42022">
                  <c:v>25.1</c:v>
                </c:pt>
                <c:pt idx="42023">
                  <c:v>25.1</c:v>
                </c:pt>
                <c:pt idx="42024">
                  <c:v>25.1</c:v>
                </c:pt>
                <c:pt idx="42025">
                  <c:v>25.1</c:v>
                </c:pt>
                <c:pt idx="42026">
                  <c:v>25.1</c:v>
                </c:pt>
                <c:pt idx="42027">
                  <c:v>25.1</c:v>
                </c:pt>
                <c:pt idx="42028">
                  <c:v>25.1</c:v>
                </c:pt>
                <c:pt idx="42029">
                  <c:v>25.1</c:v>
                </c:pt>
                <c:pt idx="42030">
                  <c:v>25.1</c:v>
                </c:pt>
                <c:pt idx="42031">
                  <c:v>25.1</c:v>
                </c:pt>
                <c:pt idx="42032">
                  <c:v>25.1</c:v>
                </c:pt>
                <c:pt idx="42033">
                  <c:v>25.1</c:v>
                </c:pt>
                <c:pt idx="42034">
                  <c:v>25.1</c:v>
                </c:pt>
                <c:pt idx="42035">
                  <c:v>25.1</c:v>
                </c:pt>
                <c:pt idx="42036">
                  <c:v>25.1</c:v>
                </c:pt>
                <c:pt idx="42037">
                  <c:v>25.15</c:v>
                </c:pt>
                <c:pt idx="42038">
                  <c:v>25.1</c:v>
                </c:pt>
                <c:pt idx="42039">
                  <c:v>25.1</c:v>
                </c:pt>
                <c:pt idx="42040">
                  <c:v>25.15</c:v>
                </c:pt>
                <c:pt idx="42041">
                  <c:v>25.15</c:v>
                </c:pt>
                <c:pt idx="42042">
                  <c:v>25.15</c:v>
                </c:pt>
                <c:pt idx="42043">
                  <c:v>25.15</c:v>
                </c:pt>
                <c:pt idx="42044">
                  <c:v>25.15</c:v>
                </c:pt>
                <c:pt idx="42045">
                  <c:v>25.15</c:v>
                </c:pt>
                <c:pt idx="42046">
                  <c:v>25.15</c:v>
                </c:pt>
                <c:pt idx="42047">
                  <c:v>25.15</c:v>
                </c:pt>
                <c:pt idx="42048">
                  <c:v>25.15</c:v>
                </c:pt>
                <c:pt idx="42049">
                  <c:v>25.15</c:v>
                </c:pt>
                <c:pt idx="42050">
                  <c:v>25.15</c:v>
                </c:pt>
                <c:pt idx="42051">
                  <c:v>25.15</c:v>
                </c:pt>
                <c:pt idx="42052">
                  <c:v>25.15</c:v>
                </c:pt>
                <c:pt idx="42053">
                  <c:v>25.15</c:v>
                </c:pt>
                <c:pt idx="42054">
                  <c:v>25.15</c:v>
                </c:pt>
                <c:pt idx="42055">
                  <c:v>25.15</c:v>
                </c:pt>
                <c:pt idx="42056">
                  <c:v>25.15</c:v>
                </c:pt>
                <c:pt idx="42057">
                  <c:v>25.15</c:v>
                </c:pt>
                <c:pt idx="42058">
                  <c:v>25.15</c:v>
                </c:pt>
                <c:pt idx="42059">
                  <c:v>25.15</c:v>
                </c:pt>
                <c:pt idx="42060">
                  <c:v>25.15</c:v>
                </c:pt>
                <c:pt idx="42061">
                  <c:v>25.15</c:v>
                </c:pt>
                <c:pt idx="42062">
                  <c:v>25.15</c:v>
                </c:pt>
                <c:pt idx="42063">
                  <c:v>25.15</c:v>
                </c:pt>
                <c:pt idx="42064">
                  <c:v>25.15</c:v>
                </c:pt>
                <c:pt idx="42065">
                  <c:v>25.15</c:v>
                </c:pt>
                <c:pt idx="42066">
                  <c:v>25.15</c:v>
                </c:pt>
                <c:pt idx="42067">
                  <c:v>25.15</c:v>
                </c:pt>
                <c:pt idx="42068">
                  <c:v>25.15</c:v>
                </c:pt>
                <c:pt idx="42069">
                  <c:v>25.15</c:v>
                </c:pt>
                <c:pt idx="42070">
                  <c:v>25.15</c:v>
                </c:pt>
                <c:pt idx="42071">
                  <c:v>25.15</c:v>
                </c:pt>
                <c:pt idx="42072">
                  <c:v>25.15</c:v>
                </c:pt>
                <c:pt idx="42073">
                  <c:v>25.15</c:v>
                </c:pt>
                <c:pt idx="42074">
                  <c:v>25.15</c:v>
                </c:pt>
                <c:pt idx="42075">
                  <c:v>25.15</c:v>
                </c:pt>
                <c:pt idx="42076">
                  <c:v>25.15</c:v>
                </c:pt>
                <c:pt idx="42077">
                  <c:v>25.15</c:v>
                </c:pt>
                <c:pt idx="42078">
                  <c:v>25.15</c:v>
                </c:pt>
                <c:pt idx="42079">
                  <c:v>25.1</c:v>
                </c:pt>
                <c:pt idx="42080">
                  <c:v>25.15</c:v>
                </c:pt>
                <c:pt idx="42081">
                  <c:v>25.15</c:v>
                </c:pt>
                <c:pt idx="42082">
                  <c:v>25.15</c:v>
                </c:pt>
                <c:pt idx="42083">
                  <c:v>25.15</c:v>
                </c:pt>
                <c:pt idx="42084">
                  <c:v>25.15</c:v>
                </c:pt>
                <c:pt idx="42085">
                  <c:v>25.15</c:v>
                </c:pt>
                <c:pt idx="42086">
                  <c:v>25.15</c:v>
                </c:pt>
                <c:pt idx="42087">
                  <c:v>25.15</c:v>
                </c:pt>
                <c:pt idx="42088">
                  <c:v>25.15</c:v>
                </c:pt>
                <c:pt idx="42089">
                  <c:v>25.15</c:v>
                </c:pt>
                <c:pt idx="42090">
                  <c:v>25.15</c:v>
                </c:pt>
                <c:pt idx="42091">
                  <c:v>25.15</c:v>
                </c:pt>
                <c:pt idx="42092">
                  <c:v>25.15</c:v>
                </c:pt>
                <c:pt idx="42093">
                  <c:v>25.15</c:v>
                </c:pt>
                <c:pt idx="42094">
                  <c:v>25.15</c:v>
                </c:pt>
                <c:pt idx="42095">
                  <c:v>25.15</c:v>
                </c:pt>
                <c:pt idx="42096">
                  <c:v>25.15</c:v>
                </c:pt>
                <c:pt idx="42097">
                  <c:v>25.15</c:v>
                </c:pt>
                <c:pt idx="42098">
                  <c:v>25.15</c:v>
                </c:pt>
                <c:pt idx="42099">
                  <c:v>25.15</c:v>
                </c:pt>
                <c:pt idx="42100">
                  <c:v>25.15</c:v>
                </c:pt>
                <c:pt idx="42101">
                  <c:v>25.15</c:v>
                </c:pt>
                <c:pt idx="42102">
                  <c:v>25.15</c:v>
                </c:pt>
                <c:pt idx="42103">
                  <c:v>25.15</c:v>
                </c:pt>
                <c:pt idx="42104">
                  <c:v>25.15</c:v>
                </c:pt>
                <c:pt idx="42105">
                  <c:v>25.15</c:v>
                </c:pt>
                <c:pt idx="42106">
                  <c:v>25.1</c:v>
                </c:pt>
                <c:pt idx="42107">
                  <c:v>25.1</c:v>
                </c:pt>
                <c:pt idx="42108">
                  <c:v>25.1</c:v>
                </c:pt>
                <c:pt idx="42109">
                  <c:v>25.1</c:v>
                </c:pt>
                <c:pt idx="42110">
                  <c:v>25.1</c:v>
                </c:pt>
                <c:pt idx="42111">
                  <c:v>25.1</c:v>
                </c:pt>
                <c:pt idx="42112">
                  <c:v>25.1</c:v>
                </c:pt>
                <c:pt idx="42113">
                  <c:v>25.1</c:v>
                </c:pt>
                <c:pt idx="42114">
                  <c:v>25.1</c:v>
                </c:pt>
                <c:pt idx="42115">
                  <c:v>25.1</c:v>
                </c:pt>
                <c:pt idx="42116">
                  <c:v>25.1</c:v>
                </c:pt>
                <c:pt idx="42117">
                  <c:v>25.1</c:v>
                </c:pt>
                <c:pt idx="42118">
                  <c:v>25.1</c:v>
                </c:pt>
                <c:pt idx="42119">
                  <c:v>25.1</c:v>
                </c:pt>
                <c:pt idx="42120">
                  <c:v>25.15</c:v>
                </c:pt>
                <c:pt idx="42121">
                  <c:v>25.15</c:v>
                </c:pt>
                <c:pt idx="42122">
                  <c:v>25.1</c:v>
                </c:pt>
                <c:pt idx="42123">
                  <c:v>25.15</c:v>
                </c:pt>
                <c:pt idx="42124">
                  <c:v>25.15</c:v>
                </c:pt>
                <c:pt idx="42125">
                  <c:v>25.15</c:v>
                </c:pt>
                <c:pt idx="42126">
                  <c:v>25.15</c:v>
                </c:pt>
                <c:pt idx="42127">
                  <c:v>25.15</c:v>
                </c:pt>
                <c:pt idx="42128">
                  <c:v>25.15</c:v>
                </c:pt>
                <c:pt idx="42129">
                  <c:v>25.15</c:v>
                </c:pt>
                <c:pt idx="42130">
                  <c:v>25.15</c:v>
                </c:pt>
                <c:pt idx="42131">
                  <c:v>25.15</c:v>
                </c:pt>
                <c:pt idx="42132">
                  <c:v>25.15</c:v>
                </c:pt>
                <c:pt idx="42133">
                  <c:v>25.15</c:v>
                </c:pt>
                <c:pt idx="42134">
                  <c:v>25.15</c:v>
                </c:pt>
                <c:pt idx="42135">
                  <c:v>25.15</c:v>
                </c:pt>
                <c:pt idx="42136">
                  <c:v>25.15</c:v>
                </c:pt>
                <c:pt idx="42137">
                  <c:v>25.15</c:v>
                </c:pt>
                <c:pt idx="42138">
                  <c:v>25.15</c:v>
                </c:pt>
                <c:pt idx="42139">
                  <c:v>25.15</c:v>
                </c:pt>
                <c:pt idx="42140">
                  <c:v>25.15</c:v>
                </c:pt>
                <c:pt idx="42141">
                  <c:v>25.15</c:v>
                </c:pt>
                <c:pt idx="42142">
                  <c:v>25.15</c:v>
                </c:pt>
                <c:pt idx="42143">
                  <c:v>25.15</c:v>
                </c:pt>
                <c:pt idx="42144">
                  <c:v>25.15</c:v>
                </c:pt>
                <c:pt idx="42145">
                  <c:v>25.15</c:v>
                </c:pt>
                <c:pt idx="42146">
                  <c:v>25.15</c:v>
                </c:pt>
                <c:pt idx="42147">
                  <c:v>25.15</c:v>
                </c:pt>
                <c:pt idx="42148">
                  <c:v>25.15</c:v>
                </c:pt>
                <c:pt idx="42149">
                  <c:v>25.1</c:v>
                </c:pt>
                <c:pt idx="42150">
                  <c:v>25.1</c:v>
                </c:pt>
                <c:pt idx="42151">
                  <c:v>25.1</c:v>
                </c:pt>
                <c:pt idx="42152">
                  <c:v>25.1</c:v>
                </c:pt>
                <c:pt idx="42153">
                  <c:v>25.1</c:v>
                </c:pt>
                <c:pt idx="42154">
                  <c:v>25.1</c:v>
                </c:pt>
                <c:pt idx="42155">
                  <c:v>25.1</c:v>
                </c:pt>
                <c:pt idx="42156">
                  <c:v>25.1</c:v>
                </c:pt>
                <c:pt idx="42157">
                  <c:v>25.1</c:v>
                </c:pt>
                <c:pt idx="42158">
                  <c:v>25.1</c:v>
                </c:pt>
                <c:pt idx="42159">
                  <c:v>25.1</c:v>
                </c:pt>
                <c:pt idx="42160">
                  <c:v>25.1</c:v>
                </c:pt>
                <c:pt idx="42161">
                  <c:v>25.1</c:v>
                </c:pt>
                <c:pt idx="42162">
                  <c:v>25.1</c:v>
                </c:pt>
                <c:pt idx="42163">
                  <c:v>25.1</c:v>
                </c:pt>
                <c:pt idx="42164">
                  <c:v>25.1</c:v>
                </c:pt>
                <c:pt idx="42165">
                  <c:v>25.1</c:v>
                </c:pt>
                <c:pt idx="42166">
                  <c:v>25.1</c:v>
                </c:pt>
                <c:pt idx="42167">
                  <c:v>25.15</c:v>
                </c:pt>
                <c:pt idx="42168">
                  <c:v>25.15</c:v>
                </c:pt>
                <c:pt idx="42169">
                  <c:v>25.15</c:v>
                </c:pt>
                <c:pt idx="42170">
                  <c:v>25.15</c:v>
                </c:pt>
                <c:pt idx="42171">
                  <c:v>25.15</c:v>
                </c:pt>
                <c:pt idx="42172">
                  <c:v>25.15</c:v>
                </c:pt>
                <c:pt idx="42173">
                  <c:v>25.15</c:v>
                </c:pt>
                <c:pt idx="42174">
                  <c:v>25.15</c:v>
                </c:pt>
                <c:pt idx="42175">
                  <c:v>25.15</c:v>
                </c:pt>
                <c:pt idx="42176">
                  <c:v>25.15</c:v>
                </c:pt>
                <c:pt idx="42177">
                  <c:v>25.15</c:v>
                </c:pt>
                <c:pt idx="42178">
                  <c:v>25.15</c:v>
                </c:pt>
                <c:pt idx="42179">
                  <c:v>25.15</c:v>
                </c:pt>
                <c:pt idx="42180">
                  <c:v>25.15</c:v>
                </c:pt>
                <c:pt idx="42181">
                  <c:v>25.1</c:v>
                </c:pt>
                <c:pt idx="42182">
                  <c:v>25.1</c:v>
                </c:pt>
                <c:pt idx="42183">
                  <c:v>25.1</c:v>
                </c:pt>
                <c:pt idx="42184">
                  <c:v>25.1</c:v>
                </c:pt>
                <c:pt idx="42185">
                  <c:v>25.1</c:v>
                </c:pt>
                <c:pt idx="42186">
                  <c:v>25.1</c:v>
                </c:pt>
                <c:pt idx="42187">
                  <c:v>25.1</c:v>
                </c:pt>
                <c:pt idx="42188">
                  <c:v>25.1</c:v>
                </c:pt>
                <c:pt idx="42189">
                  <c:v>25.1</c:v>
                </c:pt>
                <c:pt idx="42190">
                  <c:v>25.1</c:v>
                </c:pt>
                <c:pt idx="42191">
                  <c:v>25.1</c:v>
                </c:pt>
                <c:pt idx="42192">
                  <c:v>25.1</c:v>
                </c:pt>
                <c:pt idx="42193">
                  <c:v>25.1</c:v>
                </c:pt>
                <c:pt idx="42194">
                  <c:v>25.1</c:v>
                </c:pt>
                <c:pt idx="42195">
                  <c:v>25.1</c:v>
                </c:pt>
                <c:pt idx="42196">
                  <c:v>25.1</c:v>
                </c:pt>
                <c:pt idx="42197">
                  <c:v>25.1</c:v>
                </c:pt>
                <c:pt idx="42198">
                  <c:v>25.1</c:v>
                </c:pt>
                <c:pt idx="42199">
                  <c:v>25.1</c:v>
                </c:pt>
                <c:pt idx="42200">
                  <c:v>25.1</c:v>
                </c:pt>
                <c:pt idx="42201">
                  <c:v>25.1</c:v>
                </c:pt>
                <c:pt idx="42202">
                  <c:v>25.1</c:v>
                </c:pt>
                <c:pt idx="42203">
                  <c:v>25.15</c:v>
                </c:pt>
                <c:pt idx="42204">
                  <c:v>25.15</c:v>
                </c:pt>
                <c:pt idx="42205">
                  <c:v>25.15</c:v>
                </c:pt>
                <c:pt idx="42206">
                  <c:v>25.15</c:v>
                </c:pt>
                <c:pt idx="42207">
                  <c:v>25.15</c:v>
                </c:pt>
                <c:pt idx="42208">
                  <c:v>25.1</c:v>
                </c:pt>
                <c:pt idx="42209">
                  <c:v>25.15</c:v>
                </c:pt>
                <c:pt idx="42210">
                  <c:v>25.15</c:v>
                </c:pt>
                <c:pt idx="42211">
                  <c:v>25.15</c:v>
                </c:pt>
                <c:pt idx="42212">
                  <c:v>25.15</c:v>
                </c:pt>
                <c:pt idx="42213">
                  <c:v>25.15</c:v>
                </c:pt>
                <c:pt idx="42214">
                  <c:v>25.1</c:v>
                </c:pt>
                <c:pt idx="42215">
                  <c:v>25.1</c:v>
                </c:pt>
                <c:pt idx="42216">
                  <c:v>25.1</c:v>
                </c:pt>
                <c:pt idx="42217">
                  <c:v>25.1</c:v>
                </c:pt>
                <c:pt idx="42218">
                  <c:v>25.1</c:v>
                </c:pt>
                <c:pt idx="42219">
                  <c:v>25.1</c:v>
                </c:pt>
                <c:pt idx="42220">
                  <c:v>25.1</c:v>
                </c:pt>
                <c:pt idx="42221">
                  <c:v>25.1</c:v>
                </c:pt>
                <c:pt idx="42222">
                  <c:v>25.1</c:v>
                </c:pt>
                <c:pt idx="42223">
                  <c:v>25.1</c:v>
                </c:pt>
                <c:pt idx="42224">
                  <c:v>25.1</c:v>
                </c:pt>
                <c:pt idx="42225">
                  <c:v>25.1</c:v>
                </c:pt>
                <c:pt idx="42226">
                  <c:v>25.1</c:v>
                </c:pt>
                <c:pt idx="42227">
                  <c:v>25.1</c:v>
                </c:pt>
                <c:pt idx="42228">
                  <c:v>25.1</c:v>
                </c:pt>
                <c:pt idx="42229">
                  <c:v>25.1</c:v>
                </c:pt>
                <c:pt idx="42230">
                  <c:v>25.1</c:v>
                </c:pt>
                <c:pt idx="42231">
                  <c:v>25.1</c:v>
                </c:pt>
                <c:pt idx="42232">
                  <c:v>25.1</c:v>
                </c:pt>
                <c:pt idx="42233">
                  <c:v>25.1</c:v>
                </c:pt>
                <c:pt idx="42234">
                  <c:v>25.1</c:v>
                </c:pt>
                <c:pt idx="42235">
                  <c:v>25.1</c:v>
                </c:pt>
                <c:pt idx="42236">
                  <c:v>25.1</c:v>
                </c:pt>
                <c:pt idx="42237">
                  <c:v>25.1</c:v>
                </c:pt>
                <c:pt idx="42238">
                  <c:v>25.15</c:v>
                </c:pt>
                <c:pt idx="42239">
                  <c:v>25.1</c:v>
                </c:pt>
                <c:pt idx="42240">
                  <c:v>25.15</c:v>
                </c:pt>
                <c:pt idx="42241">
                  <c:v>25.1</c:v>
                </c:pt>
                <c:pt idx="42242">
                  <c:v>25.1</c:v>
                </c:pt>
                <c:pt idx="42243">
                  <c:v>25.1</c:v>
                </c:pt>
                <c:pt idx="42244">
                  <c:v>25.1</c:v>
                </c:pt>
                <c:pt idx="42245">
                  <c:v>25.1</c:v>
                </c:pt>
                <c:pt idx="42246">
                  <c:v>25.1</c:v>
                </c:pt>
                <c:pt idx="42247">
                  <c:v>25.1</c:v>
                </c:pt>
                <c:pt idx="42248">
                  <c:v>25.1</c:v>
                </c:pt>
                <c:pt idx="42249">
                  <c:v>25.1</c:v>
                </c:pt>
                <c:pt idx="42250">
                  <c:v>25.15</c:v>
                </c:pt>
                <c:pt idx="42251">
                  <c:v>25.1</c:v>
                </c:pt>
                <c:pt idx="42252">
                  <c:v>25.1</c:v>
                </c:pt>
                <c:pt idx="42253">
                  <c:v>25.1</c:v>
                </c:pt>
                <c:pt idx="42254">
                  <c:v>25.15</c:v>
                </c:pt>
                <c:pt idx="42255">
                  <c:v>25.1</c:v>
                </c:pt>
                <c:pt idx="42256">
                  <c:v>25.1</c:v>
                </c:pt>
                <c:pt idx="42257">
                  <c:v>25.1</c:v>
                </c:pt>
                <c:pt idx="42258">
                  <c:v>25.1</c:v>
                </c:pt>
                <c:pt idx="42259">
                  <c:v>25.1</c:v>
                </c:pt>
                <c:pt idx="42260">
                  <c:v>25.1</c:v>
                </c:pt>
                <c:pt idx="42261">
                  <c:v>25.1</c:v>
                </c:pt>
                <c:pt idx="42262">
                  <c:v>25.1</c:v>
                </c:pt>
                <c:pt idx="42263">
                  <c:v>25.1</c:v>
                </c:pt>
                <c:pt idx="42264">
                  <c:v>25.1</c:v>
                </c:pt>
                <c:pt idx="42265">
                  <c:v>25.1</c:v>
                </c:pt>
                <c:pt idx="42266">
                  <c:v>25.1</c:v>
                </c:pt>
                <c:pt idx="42267">
                  <c:v>25.1</c:v>
                </c:pt>
                <c:pt idx="42268">
                  <c:v>25.1</c:v>
                </c:pt>
                <c:pt idx="42269">
                  <c:v>25.1</c:v>
                </c:pt>
                <c:pt idx="42270">
                  <c:v>25.1</c:v>
                </c:pt>
                <c:pt idx="42271">
                  <c:v>25.1</c:v>
                </c:pt>
                <c:pt idx="42272">
                  <c:v>25.1</c:v>
                </c:pt>
                <c:pt idx="42273">
                  <c:v>25.1</c:v>
                </c:pt>
                <c:pt idx="42274">
                  <c:v>25.1</c:v>
                </c:pt>
                <c:pt idx="42275">
                  <c:v>25.1</c:v>
                </c:pt>
                <c:pt idx="42276">
                  <c:v>25.15</c:v>
                </c:pt>
                <c:pt idx="42277">
                  <c:v>25.15</c:v>
                </c:pt>
                <c:pt idx="42278">
                  <c:v>25.1</c:v>
                </c:pt>
                <c:pt idx="42279">
                  <c:v>25.15</c:v>
                </c:pt>
                <c:pt idx="42280">
                  <c:v>25.1</c:v>
                </c:pt>
                <c:pt idx="42281">
                  <c:v>25.15</c:v>
                </c:pt>
                <c:pt idx="42282">
                  <c:v>25.15</c:v>
                </c:pt>
                <c:pt idx="42283">
                  <c:v>25.15</c:v>
                </c:pt>
                <c:pt idx="42284">
                  <c:v>25.15</c:v>
                </c:pt>
                <c:pt idx="42285">
                  <c:v>25.1</c:v>
                </c:pt>
                <c:pt idx="42286">
                  <c:v>25.1</c:v>
                </c:pt>
                <c:pt idx="42287">
                  <c:v>25.1</c:v>
                </c:pt>
                <c:pt idx="42288">
                  <c:v>25.15</c:v>
                </c:pt>
                <c:pt idx="42289">
                  <c:v>25.15</c:v>
                </c:pt>
                <c:pt idx="42290">
                  <c:v>25.1</c:v>
                </c:pt>
                <c:pt idx="42291">
                  <c:v>25.15</c:v>
                </c:pt>
                <c:pt idx="42292">
                  <c:v>25.1</c:v>
                </c:pt>
                <c:pt idx="42293">
                  <c:v>25.15</c:v>
                </c:pt>
                <c:pt idx="42294">
                  <c:v>25.15</c:v>
                </c:pt>
                <c:pt idx="42295">
                  <c:v>25.1</c:v>
                </c:pt>
                <c:pt idx="42296">
                  <c:v>25.15</c:v>
                </c:pt>
                <c:pt idx="42297">
                  <c:v>25.15</c:v>
                </c:pt>
                <c:pt idx="42298">
                  <c:v>25.15</c:v>
                </c:pt>
                <c:pt idx="42299">
                  <c:v>25.15</c:v>
                </c:pt>
                <c:pt idx="42300">
                  <c:v>25.15</c:v>
                </c:pt>
                <c:pt idx="42301">
                  <c:v>25.15</c:v>
                </c:pt>
                <c:pt idx="42302">
                  <c:v>25.15</c:v>
                </c:pt>
                <c:pt idx="42303">
                  <c:v>25.15</c:v>
                </c:pt>
                <c:pt idx="42304">
                  <c:v>25.15</c:v>
                </c:pt>
                <c:pt idx="42305">
                  <c:v>25.1</c:v>
                </c:pt>
                <c:pt idx="42306">
                  <c:v>25.1</c:v>
                </c:pt>
                <c:pt idx="42307">
                  <c:v>25.1</c:v>
                </c:pt>
                <c:pt idx="42308">
                  <c:v>25.1</c:v>
                </c:pt>
                <c:pt idx="42309">
                  <c:v>25.1</c:v>
                </c:pt>
                <c:pt idx="42310">
                  <c:v>25.1</c:v>
                </c:pt>
                <c:pt idx="42311">
                  <c:v>25.1</c:v>
                </c:pt>
                <c:pt idx="42312">
                  <c:v>25.1</c:v>
                </c:pt>
                <c:pt idx="42313">
                  <c:v>25.1</c:v>
                </c:pt>
                <c:pt idx="42314">
                  <c:v>25.1</c:v>
                </c:pt>
                <c:pt idx="42315">
                  <c:v>25.1</c:v>
                </c:pt>
                <c:pt idx="42316">
                  <c:v>25.1</c:v>
                </c:pt>
                <c:pt idx="42317">
                  <c:v>25.1</c:v>
                </c:pt>
                <c:pt idx="42318">
                  <c:v>25.1</c:v>
                </c:pt>
                <c:pt idx="42319">
                  <c:v>25.1</c:v>
                </c:pt>
                <c:pt idx="42320">
                  <c:v>25.1</c:v>
                </c:pt>
                <c:pt idx="42321">
                  <c:v>25.1</c:v>
                </c:pt>
                <c:pt idx="42322">
                  <c:v>25.1</c:v>
                </c:pt>
                <c:pt idx="42323">
                  <c:v>25.1</c:v>
                </c:pt>
                <c:pt idx="42324">
                  <c:v>25.1</c:v>
                </c:pt>
                <c:pt idx="42325">
                  <c:v>25.1</c:v>
                </c:pt>
                <c:pt idx="42326">
                  <c:v>25.1</c:v>
                </c:pt>
                <c:pt idx="42327">
                  <c:v>25.1</c:v>
                </c:pt>
                <c:pt idx="42328">
                  <c:v>25.1</c:v>
                </c:pt>
                <c:pt idx="42329">
                  <c:v>25.1</c:v>
                </c:pt>
                <c:pt idx="42330">
                  <c:v>25.1</c:v>
                </c:pt>
                <c:pt idx="42331">
                  <c:v>25.15</c:v>
                </c:pt>
                <c:pt idx="42332">
                  <c:v>25.1</c:v>
                </c:pt>
                <c:pt idx="42333">
                  <c:v>25.1</c:v>
                </c:pt>
                <c:pt idx="42334">
                  <c:v>25.1</c:v>
                </c:pt>
                <c:pt idx="42335">
                  <c:v>25.1</c:v>
                </c:pt>
                <c:pt idx="42336">
                  <c:v>25.1</c:v>
                </c:pt>
                <c:pt idx="42337">
                  <c:v>25.1</c:v>
                </c:pt>
                <c:pt idx="42338">
                  <c:v>25.1</c:v>
                </c:pt>
                <c:pt idx="42339">
                  <c:v>25.1</c:v>
                </c:pt>
                <c:pt idx="42340">
                  <c:v>25.1</c:v>
                </c:pt>
                <c:pt idx="42341">
                  <c:v>25.1</c:v>
                </c:pt>
                <c:pt idx="42342">
                  <c:v>25.1</c:v>
                </c:pt>
                <c:pt idx="42343">
                  <c:v>25.1</c:v>
                </c:pt>
                <c:pt idx="42344">
                  <c:v>25.1</c:v>
                </c:pt>
                <c:pt idx="42345">
                  <c:v>25.1</c:v>
                </c:pt>
                <c:pt idx="42346">
                  <c:v>25.1</c:v>
                </c:pt>
                <c:pt idx="42347">
                  <c:v>25.1</c:v>
                </c:pt>
                <c:pt idx="42348">
                  <c:v>25.1</c:v>
                </c:pt>
                <c:pt idx="42349">
                  <c:v>25.1</c:v>
                </c:pt>
                <c:pt idx="42350">
                  <c:v>25.1</c:v>
                </c:pt>
                <c:pt idx="42351">
                  <c:v>25.1</c:v>
                </c:pt>
                <c:pt idx="42352">
                  <c:v>25.1</c:v>
                </c:pt>
                <c:pt idx="42353">
                  <c:v>25.1</c:v>
                </c:pt>
                <c:pt idx="42354">
                  <c:v>25.1</c:v>
                </c:pt>
                <c:pt idx="42355">
                  <c:v>25.1</c:v>
                </c:pt>
                <c:pt idx="42356">
                  <c:v>25.15</c:v>
                </c:pt>
                <c:pt idx="42357">
                  <c:v>25.1</c:v>
                </c:pt>
                <c:pt idx="42358">
                  <c:v>25.1</c:v>
                </c:pt>
                <c:pt idx="42359">
                  <c:v>25.15</c:v>
                </c:pt>
                <c:pt idx="42360">
                  <c:v>25.15</c:v>
                </c:pt>
                <c:pt idx="42361">
                  <c:v>25.1</c:v>
                </c:pt>
                <c:pt idx="42362">
                  <c:v>25.1</c:v>
                </c:pt>
                <c:pt idx="42363">
                  <c:v>25.1</c:v>
                </c:pt>
                <c:pt idx="42364">
                  <c:v>25.1</c:v>
                </c:pt>
                <c:pt idx="42365">
                  <c:v>25.1</c:v>
                </c:pt>
                <c:pt idx="42366">
                  <c:v>25.1</c:v>
                </c:pt>
                <c:pt idx="42367">
                  <c:v>25.1</c:v>
                </c:pt>
                <c:pt idx="42368">
                  <c:v>25.1</c:v>
                </c:pt>
                <c:pt idx="42369">
                  <c:v>25.1</c:v>
                </c:pt>
                <c:pt idx="42370">
                  <c:v>25.1</c:v>
                </c:pt>
                <c:pt idx="42371">
                  <c:v>25.1</c:v>
                </c:pt>
                <c:pt idx="42372">
                  <c:v>25.1</c:v>
                </c:pt>
                <c:pt idx="42373">
                  <c:v>25.1</c:v>
                </c:pt>
                <c:pt idx="42374">
                  <c:v>25.1</c:v>
                </c:pt>
                <c:pt idx="42375">
                  <c:v>25.1</c:v>
                </c:pt>
                <c:pt idx="42376">
                  <c:v>25.1</c:v>
                </c:pt>
                <c:pt idx="42377">
                  <c:v>25.1</c:v>
                </c:pt>
                <c:pt idx="42378">
                  <c:v>25.1</c:v>
                </c:pt>
                <c:pt idx="42379">
                  <c:v>25.1</c:v>
                </c:pt>
                <c:pt idx="42380">
                  <c:v>25.1</c:v>
                </c:pt>
                <c:pt idx="42381">
                  <c:v>25.1</c:v>
                </c:pt>
                <c:pt idx="42382">
                  <c:v>25.1</c:v>
                </c:pt>
                <c:pt idx="42383">
                  <c:v>25.1</c:v>
                </c:pt>
                <c:pt idx="42384">
                  <c:v>25.1</c:v>
                </c:pt>
                <c:pt idx="42385">
                  <c:v>25.1</c:v>
                </c:pt>
                <c:pt idx="42386">
                  <c:v>25.1</c:v>
                </c:pt>
                <c:pt idx="42387">
                  <c:v>25.1</c:v>
                </c:pt>
                <c:pt idx="42388">
                  <c:v>25.1</c:v>
                </c:pt>
                <c:pt idx="42389">
                  <c:v>25.1</c:v>
                </c:pt>
                <c:pt idx="42390">
                  <c:v>25.1</c:v>
                </c:pt>
                <c:pt idx="42391">
                  <c:v>25.1</c:v>
                </c:pt>
                <c:pt idx="42392">
                  <c:v>25.1</c:v>
                </c:pt>
                <c:pt idx="42393">
                  <c:v>25.1</c:v>
                </c:pt>
                <c:pt idx="42394">
                  <c:v>25.1</c:v>
                </c:pt>
                <c:pt idx="42395">
                  <c:v>25.1</c:v>
                </c:pt>
                <c:pt idx="42396">
                  <c:v>25.1</c:v>
                </c:pt>
                <c:pt idx="42397">
                  <c:v>25.1</c:v>
                </c:pt>
                <c:pt idx="42398">
                  <c:v>25.1</c:v>
                </c:pt>
                <c:pt idx="42399">
                  <c:v>25.1</c:v>
                </c:pt>
                <c:pt idx="42400">
                  <c:v>25.1</c:v>
                </c:pt>
                <c:pt idx="42401">
                  <c:v>25.1</c:v>
                </c:pt>
                <c:pt idx="42402">
                  <c:v>25.1</c:v>
                </c:pt>
                <c:pt idx="42403">
                  <c:v>25.1</c:v>
                </c:pt>
                <c:pt idx="42404">
                  <c:v>25.1</c:v>
                </c:pt>
                <c:pt idx="42405">
                  <c:v>25.1</c:v>
                </c:pt>
                <c:pt idx="42406">
                  <c:v>25.1</c:v>
                </c:pt>
                <c:pt idx="42407">
                  <c:v>25.1</c:v>
                </c:pt>
                <c:pt idx="42408">
                  <c:v>25.1</c:v>
                </c:pt>
                <c:pt idx="42409">
                  <c:v>25.1</c:v>
                </c:pt>
                <c:pt idx="42410">
                  <c:v>25.1</c:v>
                </c:pt>
                <c:pt idx="42411">
                  <c:v>25.1</c:v>
                </c:pt>
                <c:pt idx="42412">
                  <c:v>25.1</c:v>
                </c:pt>
                <c:pt idx="42413">
                  <c:v>25.1</c:v>
                </c:pt>
                <c:pt idx="42414">
                  <c:v>25.1</c:v>
                </c:pt>
                <c:pt idx="42415">
                  <c:v>25.1</c:v>
                </c:pt>
                <c:pt idx="42416">
                  <c:v>25.1</c:v>
                </c:pt>
                <c:pt idx="42417">
                  <c:v>25.1</c:v>
                </c:pt>
                <c:pt idx="42418">
                  <c:v>25.1</c:v>
                </c:pt>
                <c:pt idx="42419">
                  <c:v>25.1</c:v>
                </c:pt>
                <c:pt idx="42420">
                  <c:v>25.1</c:v>
                </c:pt>
                <c:pt idx="42421">
                  <c:v>25.1</c:v>
                </c:pt>
                <c:pt idx="42422">
                  <c:v>25.1</c:v>
                </c:pt>
                <c:pt idx="42423">
                  <c:v>25.1</c:v>
                </c:pt>
                <c:pt idx="42424">
                  <c:v>25.1</c:v>
                </c:pt>
                <c:pt idx="42425">
                  <c:v>25.1</c:v>
                </c:pt>
                <c:pt idx="42426">
                  <c:v>25.1</c:v>
                </c:pt>
                <c:pt idx="42427">
                  <c:v>25.1</c:v>
                </c:pt>
                <c:pt idx="42428">
                  <c:v>25.1</c:v>
                </c:pt>
                <c:pt idx="42429">
                  <c:v>25.1</c:v>
                </c:pt>
                <c:pt idx="42430">
                  <c:v>25.1</c:v>
                </c:pt>
                <c:pt idx="42431">
                  <c:v>25.1</c:v>
                </c:pt>
                <c:pt idx="42432">
                  <c:v>25.1</c:v>
                </c:pt>
                <c:pt idx="42433">
                  <c:v>25.1</c:v>
                </c:pt>
                <c:pt idx="42434">
                  <c:v>25.1</c:v>
                </c:pt>
                <c:pt idx="42435">
                  <c:v>25.1</c:v>
                </c:pt>
                <c:pt idx="42436">
                  <c:v>25.1</c:v>
                </c:pt>
                <c:pt idx="42437">
                  <c:v>25.1</c:v>
                </c:pt>
                <c:pt idx="42438">
                  <c:v>25.1</c:v>
                </c:pt>
                <c:pt idx="42439">
                  <c:v>25.1</c:v>
                </c:pt>
                <c:pt idx="42440">
                  <c:v>25.1</c:v>
                </c:pt>
                <c:pt idx="42441">
                  <c:v>25.1</c:v>
                </c:pt>
                <c:pt idx="42442">
                  <c:v>25.1</c:v>
                </c:pt>
                <c:pt idx="42443">
                  <c:v>25.1</c:v>
                </c:pt>
                <c:pt idx="42444">
                  <c:v>25.1</c:v>
                </c:pt>
                <c:pt idx="42445">
                  <c:v>25.1</c:v>
                </c:pt>
                <c:pt idx="42446">
                  <c:v>25.1</c:v>
                </c:pt>
                <c:pt idx="42447">
                  <c:v>25.1</c:v>
                </c:pt>
                <c:pt idx="42448">
                  <c:v>25.1</c:v>
                </c:pt>
                <c:pt idx="42449">
                  <c:v>25.1</c:v>
                </c:pt>
                <c:pt idx="42450">
                  <c:v>25.1</c:v>
                </c:pt>
                <c:pt idx="42451">
                  <c:v>25.1</c:v>
                </c:pt>
                <c:pt idx="42452">
                  <c:v>25.1</c:v>
                </c:pt>
                <c:pt idx="42453">
                  <c:v>25.1</c:v>
                </c:pt>
                <c:pt idx="42454">
                  <c:v>25.1</c:v>
                </c:pt>
                <c:pt idx="42455">
                  <c:v>25.1</c:v>
                </c:pt>
                <c:pt idx="42456">
                  <c:v>25.1</c:v>
                </c:pt>
                <c:pt idx="42457">
                  <c:v>25.1</c:v>
                </c:pt>
                <c:pt idx="42458">
                  <c:v>25.1</c:v>
                </c:pt>
                <c:pt idx="42459">
                  <c:v>25.1</c:v>
                </c:pt>
                <c:pt idx="42460">
                  <c:v>25.1</c:v>
                </c:pt>
                <c:pt idx="42461">
                  <c:v>25.1</c:v>
                </c:pt>
                <c:pt idx="42462">
                  <c:v>25.1</c:v>
                </c:pt>
                <c:pt idx="42463">
                  <c:v>25.1</c:v>
                </c:pt>
                <c:pt idx="42464">
                  <c:v>25.1</c:v>
                </c:pt>
                <c:pt idx="42465">
                  <c:v>25.1</c:v>
                </c:pt>
                <c:pt idx="42466">
                  <c:v>25.1</c:v>
                </c:pt>
                <c:pt idx="42467">
                  <c:v>25.1</c:v>
                </c:pt>
                <c:pt idx="42468">
                  <c:v>25.1</c:v>
                </c:pt>
                <c:pt idx="42469">
                  <c:v>25.1</c:v>
                </c:pt>
                <c:pt idx="42470">
                  <c:v>25.1</c:v>
                </c:pt>
                <c:pt idx="42471">
                  <c:v>25.1</c:v>
                </c:pt>
                <c:pt idx="42472">
                  <c:v>25.1</c:v>
                </c:pt>
                <c:pt idx="42473">
                  <c:v>25.1</c:v>
                </c:pt>
                <c:pt idx="42474">
                  <c:v>25.1</c:v>
                </c:pt>
                <c:pt idx="42475">
                  <c:v>25.15</c:v>
                </c:pt>
                <c:pt idx="42476">
                  <c:v>25.1</c:v>
                </c:pt>
                <c:pt idx="42477">
                  <c:v>25.1</c:v>
                </c:pt>
                <c:pt idx="42478">
                  <c:v>25.1</c:v>
                </c:pt>
                <c:pt idx="42479">
                  <c:v>25.15</c:v>
                </c:pt>
                <c:pt idx="42480">
                  <c:v>25.1</c:v>
                </c:pt>
                <c:pt idx="42481">
                  <c:v>25.1</c:v>
                </c:pt>
                <c:pt idx="42482">
                  <c:v>25.1</c:v>
                </c:pt>
                <c:pt idx="42483">
                  <c:v>25.1</c:v>
                </c:pt>
                <c:pt idx="42484">
                  <c:v>25.1</c:v>
                </c:pt>
                <c:pt idx="42485">
                  <c:v>25.1</c:v>
                </c:pt>
                <c:pt idx="42486">
                  <c:v>25.1</c:v>
                </c:pt>
                <c:pt idx="42487">
                  <c:v>25.1</c:v>
                </c:pt>
                <c:pt idx="42488">
                  <c:v>25.1</c:v>
                </c:pt>
                <c:pt idx="42489">
                  <c:v>25.1</c:v>
                </c:pt>
                <c:pt idx="42490">
                  <c:v>25.1</c:v>
                </c:pt>
                <c:pt idx="42491">
                  <c:v>25.1</c:v>
                </c:pt>
                <c:pt idx="42492">
                  <c:v>25.1</c:v>
                </c:pt>
                <c:pt idx="42493">
                  <c:v>25.1</c:v>
                </c:pt>
                <c:pt idx="42494">
                  <c:v>25.1</c:v>
                </c:pt>
                <c:pt idx="42495">
                  <c:v>25.1</c:v>
                </c:pt>
                <c:pt idx="42496">
                  <c:v>25.1</c:v>
                </c:pt>
                <c:pt idx="42497">
                  <c:v>25.1</c:v>
                </c:pt>
                <c:pt idx="42498">
                  <c:v>25.1</c:v>
                </c:pt>
                <c:pt idx="42499">
                  <c:v>25.1</c:v>
                </c:pt>
                <c:pt idx="42500">
                  <c:v>25.1</c:v>
                </c:pt>
                <c:pt idx="42501">
                  <c:v>25.1</c:v>
                </c:pt>
                <c:pt idx="42502">
                  <c:v>25.1</c:v>
                </c:pt>
                <c:pt idx="42503">
                  <c:v>25.1</c:v>
                </c:pt>
                <c:pt idx="42504">
                  <c:v>25.1</c:v>
                </c:pt>
                <c:pt idx="42505">
                  <c:v>25.1</c:v>
                </c:pt>
                <c:pt idx="42506">
                  <c:v>25.1</c:v>
                </c:pt>
                <c:pt idx="42507">
                  <c:v>25.1</c:v>
                </c:pt>
                <c:pt idx="42508">
                  <c:v>25.1</c:v>
                </c:pt>
                <c:pt idx="42509">
                  <c:v>25.1</c:v>
                </c:pt>
                <c:pt idx="42510">
                  <c:v>25.1</c:v>
                </c:pt>
                <c:pt idx="42511">
                  <c:v>25.15</c:v>
                </c:pt>
                <c:pt idx="42512">
                  <c:v>25.1</c:v>
                </c:pt>
                <c:pt idx="42513">
                  <c:v>25.1</c:v>
                </c:pt>
                <c:pt idx="42514">
                  <c:v>25.1</c:v>
                </c:pt>
                <c:pt idx="42515">
                  <c:v>25.1</c:v>
                </c:pt>
                <c:pt idx="42516">
                  <c:v>25.1</c:v>
                </c:pt>
                <c:pt idx="42517">
                  <c:v>25.1</c:v>
                </c:pt>
                <c:pt idx="42518">
                  <c:v>25.1</c:v>
                </c:pt>
                <c:pt idx="42519">
                  <c:v>25.1</c:v>
                </c:pt>
                <c:pt idx="42520">
                  <c:v>25.1</c:v>
                </c:pt>
                <c:pt idx="42521">
                  <c:v>25.1</c:v>
                </c:pt>
                <c:pt idx="42522">
                  <c:v>25.1</c:v>
                </c:pt>
                <c:pt idx="42523">
                  <c:v>25.1</c:v>
                </c:pt>
                <c:pt idx="42524">
                  <c:v>25.05</c:v>
                </c:pt>
                <c:pt idx="42525">
                  <c:v>25.05</c:v>
                </c:pt>
                <c:pt idx="42526">
                  <c:v>25.05</c:v>
                </c:pt>
                <c:pt idx="42527">
                  <c:v>25.1</c:v>
                </c:pt>
                <c:pt idx="42528">
                  <c:v>25.1</c:v>
                </c:pt>
                <c:pt idx="42529">
                  <c:v>25.1</c:v>
                </c:pt>
                <c:pt idx="42530">
                  <c:v>25.1</c:v>
                </c:pt>
                <c:pt idx="42531">
                  <c:v>25.1</c:v>
                </c:pt>
                <c:pt idx="42532">
                  <c:v>25.05</c:v>
                </c:pt>
                <c:pt idx="42533">
                  <c:v>25.1</c:v>
                </c:pt>
                <c:pt idx="42534">
                  <c:v>25.1</c:v>
                </c:pt>
                <c:pt idx="42535">
                  <c:v>25.1</c:v>
                </c:pt>
                <c:pt idx="42536">
                  <c:v>25.1</c:v>
                </c:pt>
                <c:pt idx="42537">
                  <c:v>25.1</c:v>
                </c:pt>
                <c:pt idx="42538">
                  <c:v>25.1</c:v>
                </c:pt>
                <c:pt idx="42539">
                  <c:v>25.1</c:v>
                </c:pt>
                <c:pt idx="42540">
                  <c:v>25.1</c:v>
                </c:pt>
                <c:pt idx="42541">
                  <c:v>25.1</c:v>
                </c:pt>
                <c:pt idx="42542">
                  <c:v>25.1</c:v>
                </c:pt>
                <c:pt idx="42543">
                  <c:v>25.1</c:v>
                </c:pt>
                <c:pt idx="42544">
                  <c:v>25.1</c:v>
                </c:pt>
                <c:pt idx="42545">
                  <c:v>25.1</c:v>
                </c:pt>
                <c:pt idx="42546">
                  <c:v>25.1</c:v>
                </c:pt>
                <c:pt idx="42547">
                  <c:v>25.1</c:v>
                </c:pt>
                <c:pt idx="42548">
                  <c:v>25.1</c:v>
                </c:pt>
                <c:pt idx="42549">
                  <c:v>25.1</c:v>
                </c:pt>
                <c:pt idx="42550">
                  <c:v>25.1</c:v>
                </c:pt>
                <c:pt idx="42551">
                  <c:v>25.1</c:v>
                </c:pt>
                <c:pt idx="42552">
                  <c:v>25.1</c:v>
                </c:pt>
                <c:pt idx="42553">
                  <c:v>25.1</c:v>
                </c:pt>
                <c:pt idx="42554">
                  <c:v>25.1</c:v>
                </c:pt>
                <c:pt idx="42555">
                  <c:v>25.1</c:v>
                </c:pt>
                <c:pt idx="42556">
                  <c:v>25.1</c:v>
                </c:pt>
                <c:pt idx="42557">
                  <c:v>25.05</c:v>
                </c:pt>
                <c:pt idx="42558">
                  <c:v>25.05</c:v>
                </c:pt>
                <c:pt idx="42559">
                  <c:v>25.1</c:v>
                </c:pt>
                <c:pt idx="42560">
                  <c:v>25.05</c:v>
                </c:pt>
                <c:pt idx="42561">
                  <c:v>25.05</c:v>
                </c:pt>
                <c:pt idx="42562">
                  <c:v>25.05</c:v>
                </c:pt>
                <c:pt idx="42563">
                  <c:v>25.05</c:v>
                </c:pt>
                <c:pt idx="42564">
                  <c:v>25.05</c:v>
                </c:pt>
                <c:pt idx="42565">
                  <c:v>25.05</c:v>
                </c:pt>
                <c:pt idx="42566">
                  <c:v>25.05</c:v>
                </c:pt>
                <c:pt idx="42567">
                  <c:v>25.1</c:v>
                </c:pt>
                <c:pt idx="42568">
                  <c:v>25.1</c:v>
                </c:pt>
                <c:pt idx="42569">
                  <c:v>25.05</c:v>
                </c:pt>
                <c:pt idx="42570">
                  <c:v>25.1</c:v>
                </c:pt>
                <c:pt idx="42571">
                  <c:v>25.1</c:v>
                </c:pt>
                <c:pt idx="42572">
                  <c:v>25.1</c:v>
                </c:pt>
                <c:pt idx="42573">
                  <c:v>25.1</c:v>
                </c:pt>
                <c:pt idx="42574">
                  <c:v>25.1</c:v>
                </c:pt>
                <c:pt idx="42575">
                  <c:v>25.1</c:v>
                </c:pt>
                <c:pt idx="42576">
                  <c:v>25.1</c:v>
                </c:pt>
                <c:pt idx="42577">
                  <c:v>25.1</c:v>
                </c:pt>
                <c:pt idx="42578">
                  <c:v>25.1</c:v>
                </c:pt>
                <c:pt idx="42579">
                  <c:v>25.1</c:v>
                </c:pt>
                <c:pt idx="42580">
                  <c:v>25.1</c:v>
                </c:pt>
                <c:pt idx="42581">
                  <c:v>25.1</c:v>
                </c:pt>
                <c:pt idx="42582">
                  <c:v>25.1</c:v>
                </c:pt>
                <c:pt idx="42583">
                  <c:v>25.1</c:v>
                </c:pt>
                <c:pt idx="42584">
                  <c:v>25.1</c:v>
                </c:pt>
                <c:pt idx="42585">
                  <c:v>25.1</c:v>
                </c:pt>
                <c:pt idx="42586">
                  <c:v>25.1</c:v>
                </c:pt>
                <c:pt idx="42587">
                  <c:v>25.1</c:v>
                </c:pt>
                <c:pt idx="42588">
                  <c:v>25.1</c:v>
                </c:pt>
                <c:pt idx="42589">
                  <c:v>25.05</c:v>
                </c:pt>
                <c:pt idx="42590">
                  <c:v>25.1</c:v>
                </c:pt>
                <c:pt idx="42591">
                  <c:v>25.05</c:v>
                </c:pt>
                <c:pt idx="42592">
                  <c:v>25.1</c:v>
                </c:pt>
                <c:pt idx="42593">
                  <c:v>25.1</c:v>
                </c:pt>
                <c:pt idx="42594">
                  <c:v>25.1</c:v>
                </c:pt>
                <c:pt idx="42595">
                  <c:v>25.05</c:v>
                </c:pt>
                <c:pt idx="42596">
                  <c:v>25.05</c:v>
                </c:pt>
                <c:pt idx="42597">
                  <c:v>25.05</c:v>
                </c:pt>
                <c:pt idx="42598">
                  <c:v>25.05</c:v>
                </c:pt>
                <c:pt idx="42599">
                  <c:v>25.05</c:v>
                </c:pt>
                <c:pt idx="42600">
                  <c:v>25.05</c:v>
                </c:pt>
                <c:pt idx="42601">
                  <c:v>25.05</c:v>
                </c:pt>
                <c:pt idx="42602">
                  <c:v>25.05</c:v>
                </c:pt>
                <c:pt idx="42603">
                  <c:v>25.05</c:v>
                </c:pt>
                <c:pt idx="42604">
                  <c:v>25.1</c:v>
                </c:pt>
                <c:pt idx="42605">
                  <c:v>25.1</c:v>
                </c:pt>
                <c:pt idx="42606">
                  <c:v>25.1</c:v>
                </c:pt>
                <c:pt idx="42607">
                  <c:v>25.1</c:v>
                </c:pt>
                <c:pt idx="42608">
                  <c:v>25.1</c:v>
                </c:pt>
                <c:pt idx="42609">
                  <c:v>25.1</c:v>
                </c:pt>
                <c:pt idx="42610">
                  <c:v>25.1</c:v>
                </c:pt>
                <c:pt idx="42611">
                  <c:v>25.1</c:v>
                </c:pt>
                <c:pt idx="42612">
                  <c:v>25.1</c:v>
                </c:pt>
                <c:pt idx="42613">
                  <c:v>25.1</c:v>
                </c:pt>
                <c:pt idx="42614">
                  <c:v>25.1</c:v>
                </c:pt>
                <c:pt idx="42615">
                  <c:v>25.1</c:v>
                </c:pt>
                <c:pt idx="42616">
                  <c:v>25.1</c:v>
                </c:pt>
                <c:pt idx="42617">
                  <c:v>25.1</c:v>
                </c:pt>
                <c:pt idx="42618">
                  <c:v>25.1</c:v>
                </c:pt>
                <c:pt idx="42619">
                  <c:v>25.1</c:v>
                </c:pt>
                <c:pt idx="42620">
                  <c:v>25.1</c:v>
                </c:pt>
                <c:pt idx="42621">
                  <c:v>25.05</c:v>
                </c:pt>
                <c:pt idx="42622">
                  <c:v>25.05</c:v>
                </c:pt>
                <c:pt idx="42623">
                  <c:v>25.05</c:v>
                </c:pt>
                <c:pt idx="42624">
                  <c:v>25.05</c:v>
                </c:pt>
                <c:pt idx="42625">
                  <c:v>25.05</c:v>
                </c:pt>
                <c:pt idx="42626">
                  <c:v>25.05</c:v>
                </c:pt>
                <c:pt idx="42627">
                  <c:v>25.05</c:v>
                </c:pt>
                <c:pt idx="42628">
                  <c:v>25.05</c:v>
                </c:pt>
                <c:pt idx="42629">
                  <c:v>25.1</c:v>
                </c:pt>
                <c:pt idx="42630">
                  <c:v>25.1</c:v>
                </c:pt>
                <c:pt idx="42631">
                  <c:v>25.1</c:v>
                </c:pt>
                <c:pt idx="42632">
                  <c:v>25.1</c:v>
                </c:pt>
                <c:pt idx="42633">
                  <c:v>25.1</c:v>
                </c:pt>
                <c:pt idx="42634">
                  <c:v>25.1</c:v>
                </c:pt>
                <c:pt idx="42635">
                  <c:v>25.1</c:v>
                </c:pt>
                <c:pt idx="42636">
                  <c:v>25.1</c:v>
                </c:pt>
                <c:pt idx="42637">
                  <c:v>25.1</c:v>
                </c:pt>
                <c:pt idx="42638">
                  <c:v>25.1</c:v>
                </c:pt>
                <c:pt idx="42639">
                  <c:v>25.1</c:v>
                </c:pt>
                <c:pt idx="42640">
                  <c:v>25.1</c:v>
                </c:pt>
                <c:pt idx="42641">
                  <c:v>25.1</c:v>
                </c:pt>
                <c:pt idx="42642">
                  <c:v>25.1</c:v>
                </c:pt>
                <c:pt idx="42643">
                  <c:v>25.05</c:v>
                </c:pt>
                <c:pt idx="42644">
                  <c:v>25.1</c:v>
                </c:pt>
                <c:pt idx="42645">
                  <c:v>25.1</c:v>
                </c:pt>
                <c:pt idx="42646">
                  <c:v>25.05</c:v>
                </c:pt>
                <c:pt idx="42647">
                  <c:v>25.05</c:v>
                </c:pt>
                <c:pt idx="42648">
                  <c:v>25.05</c:v>
                </c:pt>
                <c:pt idx="42649">
                  <c:v>25.05</c:v>
                </c:pt>
                <c:pt idx="42650">
                  <c:v>25.05</c:v>
                </c:pt>
                <c:pt idx="42651">
                  <c:v>25.05</c:v>
                </c:pt>
                <c:pt idx="42652">
                  <c:v>25.05</c:v>
                </c:pt>
                <c:pt idx="42653">
                  <c:v>25.05</c:v>
                </c:pt>
                <c:pt idx="42654">
                  <c:v>25.1</c:v>
                </c:pt>
                <c:pt idx="42655">
                  <c:v>25.05</c:v>
                </c:pt>
                <c:pt idx="42656">
                  <c:v>25.1</c:v>
                </c:pt>
                <c:pt idx="42657">
                  <c:v>25.1</c:v>
                </c:pt>
                <c:pt idx="42658">
                  <c:v>25.1</c:v>
                </c:pt>
                <c:pt idx="42659">
                  <c:v>25.1</c:v>
                </c:pt>
                <c:pt idx="42660">
                  <c:v>25.1</c:v>
                </c:pt>
                <c:pt idx="42661">
                  <c:v>25.1</c:v>
                </c:pt>
                <c:pt idx="42662">
                  <c:v>25.1</c:v>
                </c:pt>
                <c:pt idx="42663">
                  <c:v>25.1</c:v>
                </c:pt>
                <c:pt idx="42664">
                  <c:v>25.1</c:v>
                </c:pt>
                <c:pt idx="42665">
                  <c:v>25.1</c:v>
                </c:pt>
                <c:pt idx="42666">
                  <c:v>25.05</c:v>
                </c:pt>
                <c:pt idx="42667">
                  <c:v>25.05</c:v>
                </c:pt>
                <c:pt idx="42668">
                  <c:v>25.05</c:v>
                </c:pt>
                <c:pt idx="42669">
                  <c:v>25.05</c:v>
                </c:pt>
                <c:pt idx="42670">
                  <c:v>25.05</c:v>
                </c:pt>
                <c:pt idx="42671">
                  <c:v>25.05</c:v>
                </c:pt>
                <c:pt idx="42672">
                  <c:v>25.05</c:v>
                </c:pt>
                <c:pt idx="42673">
                  <c:v>25.05</c:v>
                </c:pt>
                <c:pt idx="42674">
                  <c:v>25.05</c:v>
                </c:pt>
                <c:pt idx="42675">
                  <c:v>25.05</c:v>
                </c:pt>
                <c:pt idx="42676">
                  <c:v>25.05</c:v>
                </c:pt>
                <c:pt idx="42677">
                  <c:v>25.05</c:v>
                </c:pt>
                <c:pt idx="42678">
                  <c:v>25.05</c:v>
                </c:pt>
                <c:pt idx="42679">
                  <c:v>25.05</c:v>
                </c:pt>
                <c:pt idx="42680">
                  <c:v>25.05</c:v>
                </c:pt>
                <c:pt idx="42681">
                  <c:v>25.05</c:v>
                </c:pt>
                <c:pt idx="42682">
                  <c:v>25.05</c:v>
                </c:pt>
                <c:pt idx="42683">
                  <c:v>25.05</c:v>
                </c:pt>
                <c:pt idx="42684">
                  <c:v>25.05</c:v>
                </c:pt>
                <c:pt idx="42685">
                  <c:v>25.1</c:v>
                </c:pt>
                <c:pt idx="42686">
                  <c:v>25.1</c:v>
                </c:pt>
                <c:pt idx="42687">
                  <c:v>25.05</c:v>
                </c:pt>
                <c:pt idx="42688">
                  <c:v>25.1</c:v>
                </c:pt>
                <c:pt idx="42689">
                  <c:v>25.1</c:v>
                </c:pt>
                <c:pt idx="42690">
                  <c:v>25.05</c:v>
                </c:pt>
                <c:pt idx="42691">
                  <c:v>25.05</c:v>
                </c:pt>
                <c:pt idx="42692">
                  <c:v>25.05</c:v>
                </c:pt>
                <c:pt idx="42693">
                  <c:v>25.05</c:v>
                </c:pt>
                <c:pt idx="42694">
                  <c:v>25.05</c:v>
                </c:pt>
                <c:pt idx="42695">
                  <c:v>25.05</c:v>
                </c:pt>
                <c:pt idx="42696">
                  <c:v>25.05</c:v>
                </c:pt>
                <c:pt idx="42697">
                  <c:v>25.05</c:v>
                </c:pt>
                <c:pt idx="42698">
                  <c:v>25.05</c:v>
                </c:pt>
                <c:pt idx="42699">
                  <c:v>25.05</c:v>
                </c:pt>
                <c:pt idx="42700">
                  <c:v>25.05</c:v>
                </c:pt>
                <c:pt idx="42701">
                  <c:v>25.05</c:v>
                </c:pt>
                <c:pt idx="42702">
                  <c:v>25.05</c:v>
                </c:pt>
                <c:pt idx="42703">
                  <c:v>25.05</c:v>
                </c:pt>
                <c:pt idx="42704">
                  <c:v>25.05</c:v>
                </c:pt>
                <c:pt idx="42705">
                  <c:v>25.05</c:v>
                </c:pt>
                <c:pt idx="42706">
                  <c:v>25.05</c:v>
                </c:pt>
                <c:pt idx="42707">
                  <c:v>25.05</c:v>
                </c:pt>
                <c:pt idx="42708">
                  <c:v>25.05</c:v>
                </c:pt>
                <c:pt idx="42709">
                  <c:v>25.05</c:v>
                </c:pt>
                <c:pt idx="42710">
                  <c:v>25.1</c:v>
                </c:pt>
                <c:pt idx="42711">
                  <c:v>25.1</c:v>
                </c:pt>
                <c:pt idx="42712">
                  <c:v>25.1</c:v>
                </c:pt>
                <c:pt idx="42713">
                  <c:v>25.1</c:v>
                </c:pt>
                <c:pt idx="42714">
                  <c:v>25.1</c:v>
                </c:pt>
                <c:pt idx="42715">
                  <c:v>25.1</c:v>
                </c:pt>
                <c:pt idx="42716">
                  <c:v>25.05</c:v>
                </c:pt>
                <c:pt idx="42717">
                  <c:v>25.1</c:v>
                </c:pt>
                <c:pt idx="42718">
                  <c:v>25.1</c:v>
                </c:pt>
                <c:pt idx="42719">
                  <c:v>25.1</c:v>
                </c:pt>
                <c:pt idx="42720">
                  <c:v>25.1</c:v>
                </c:pt>
                <c:pt idx="42721">
                  <c:v>25.05</c:v>
                </c:pt>
                <c:pt idx="42722">
                  <c:v>25.05</c:v>
                </c:pt>
                <c:pt idx="42723">
                  <c:v>25.05</c:v>
                </c:pt>
                <c:pt idx="42724">
                  <c:v>25.05</c:v>
                </c:pt>
                <c:pt idx="42725">
                  <c:v>25.05</c:v>
                </c:pt>
                <c:pt idx="42726">
                  <c:v>25.05</c:v>
                </c:pt>
                <c:pt idx="42727">
                  <c:v>25.05</c:v>
                </c:pt>
                <c:pt idx="42728">
                  <c:v>25.05</c:v>
                </c:pt>
                <c:pt idx="42729">
                  <c:v>25.05</c:v>
                </c:pt>
                <c:pt idx="42730">
                  <c:v>25.05</c:v>
                </c:pt>
                <c:pt idx="42731">
                  <c:v>25.05</c:v>
                </c:pt>
                <c:pt idx="42732">
                  <c:v>25.05</c:v>
                </c:pt>
                <c:pt idx="42733">
                  <c:v>25.05</c:v>
                </c:pt>
                <c:pt idx="42734">
                  <c:v>25.05</c:v>
                </c:pt>
                <c:pt idx="42735">
                  <c:v>25.05</c:v>
                </c:pt>
                <c:pt idx="42736">
                  <c:v>25.05</c:v>
                </c:pt>
                <c:pt idx="42737">
                  <c:v>25.05</c:v>
                </c:pt>
                <c:pt idx="42738">
                  <c:v>25.05</c:v>
                </c:pt>
                <c:pt idx="42739">
                  <c:v>25.05</c:v>
                </c:pt>
                <c:pt idx="42740">
                  <c:v>25.05</c:v>
                </c:pt>
                <c:pt idx="42741">
                  <c:v>25.1</c:v>
                </c:pt>
                <c:pt idx="42742">
                  <c:v>25.05</c:v>
                </c:pt>
                <c:pt idx="42743">
                  <c:v>25.05</c:v>
                </c:pt>
                <c:pt idx="42744">
                  <c:v>25.1</c:v>
                </c:pt>
                <c:pt idx="42745">
                  <c:v>25.1</c:v>
                </c:pt>
                <c:pt idx="42746">
                  <c:v>25.1</c:v>
                </c:pt>
                <c:pt idx="42747">
                  <c:v>25.1</c:v>
                </c:pt>
                <c:pt idx="42748">
                  <c:v>25.1</c:v>
                </c:pt>
                <c:pt idx="42749">
                  <c:v>25.1</c:v>
                </c:pt>
                <c:pt idx="42750">
                  <c:v>25.1</c:v>
                </c:pt>
                <c:pt idx="42751">
                  <c:v>25.1</c:v>
                </c:pt>
                <c:pt idx="42752">
                  <c:v>25.1</c:v>
                </c:pt>
                <c:pt idx="42753">
                  <c:v>25.1</c:v>
                </c:pt>
                <c:pt idx="42754">
                  <c:v>25.1</c:v>
                </c:pt>
                <c:pt idx="42755">
                  <c:v>25.1</c:v>
                </c:pt>
                <c:pt idx="42756">
                  <c:v>25.1</c:v>
                </c:pt>
                <c:pt idx="42757">
                  <c:v>25.05</c:v>
                </c:pt>
                <c:pt idx="42758">
                  <c:v>25.1</c:v>
                </c:pt>
                <c:pt idx="42759">
                  <c:v>25.1</c:v>
                </c:pt>
                <c:pt idx="42760">
                  <c:v>25.05</c:v>
                </c:pt>
                <c:pt idx="42761">
                  <c:v>25.1</c:v>
                </c:pt>
                <c:pt idx="42762">
                  <c:v>25.05</c:v>
                </c:pt>
                <c:pt idx="42763">
                  <c:v>25.1</c:v>
                </c:pt>
                <c:pt idx="42764">
                  <c:v>25.1</c:v>
                </c:pt>
                <c:pt idx="42765">
                  <c:v>25.1</c:v>
                </c:pt>
                <c:pt idx="42766">
                  <c:v>25.1</c:v>
                </c:pt>
                <c:pt idx="42767">
                  <c:v>25.1</c:v>
                </c:pt>
                <c:pt idx="42768">
                  <c:v>25.1</c:v>
                </c:pt>
                <c:pt idx="42769">
                  <c:v>25.1</c:v>
                </c:pt>
                <c:pt idx="42770">
                  <c:v>25.1</c:v>
                </c:pt>
                <c:pt idx="42771">
                  <c:v>25.1</c:v>
                </c:pt>
                <c:pt idx="42772">
                  <c:v>25.1</c:v>
                </c:pt>
                <c:pt idx="42773">
                  <c:v>25.1</c:v>
                </c:pt>
                <c:pt idx="42774">
                  <c:v>25.1</c:v>
                </c:pt>
                <c:pt idx="42775">
                  <c:v>25.1</c:v>
                </c:pt>
                <c:pt idx="42776">
                  <c:v>25.1</c:v>
                </c:pt>
                <c:pt idx="42777">
                  <c:v>25.1</c:v>
                </c:pt>
                <c:pt idx="42778">
                  <c:v>25.1</c:v>
                </c:pt>
                <c:pt idx="42779">
                  <c:v>25.1</c:v>
                </c:pt>
                <c:pt idx="42780">
                  <c:v>25.1</c:v>
                </c:pt>
                <c:pt idx="42781">
                  <c:v>25.1</c:v>
                </c:pt>
                <c:pt idx="42782">
                  <c:v>25.1</c:v>
                </c:pt>
                <c:pt idx="42783">
                  <c:v>25.1</c:v>
                </c:pt>
                <c:pt idx="42784">
                  <c:v>25.1</c:v>
                </c:pt>
                <c:pt idx="42785">
                  <c:v>25.1</c:v>
                </c:pt>
                <c:pt idx="42786">
                  <c:v>25.1</c:v>
                </c:pt>
                <c:pt idx="42787">
                  <c:v>25.1</c:v>
                </c:pt>
                <c:pt idx="42788">
                  <c:v>25.1</c:v>
                </c:pt>
                <c:pt idx="42789">
                  <c:v>25.1</c:v>
                </c:pt>
                <c:pt idx="42790">
                  <c:v>25.1</c:v>
                </c:pt>
                <c:pt idx="42791">
                  <c:v>25.1</c:v>
                </c:pt>
                <c:pt idx="42792">
                  <c:v>25.1</c:v>
                </c:pt>
                <c:pt idx="42793">
                  <c:v>25.1</c:v>
                </c:pt>
                <c:pt idx="42794">
                  <c:v>25.1</c:v>
                </c:pt>
                <c:pt idx="42795">
                  <c:v>25.1</c:v>
                </c:pt>
                <c:pt idx="42796">
                  <c:v>25.1</c:v>
                </c:pt>
                <c:pt idx="42797">
                  <c:v>25.1</c:v>
                </c:pt>
                <c:pt idx="42798">
                  <c:v>25.1</c:v>
                </c:pt>
                <c:pt idx="42799">
                  <c:v>25.1</c:v>
                </c:pt>
                <c:pt idx="42800">
                  <c:v>25.1</c:v>
                </c:pt>
                <c:pt idx="42801">
                  <c:v>25.1</c:v>
                </c:pt>
                <c:pt idx="42802">
                  <c:v>25.1</c:v>
                </c:pt>
                <c:pt idx="42803">
                  <c:v>25.1</c:v>
                </c:pt>
                <c:pt idx="42804">
                  <c:v>25.1</c:v>
                </c:pt>
                <c:pt idx="42805">
                  <c:v>25.1</c:v>
                </c:pt>
                <c:pt idx="42806">
                  <c:v>25.1</c:v>
                </c:pt>
                <c:pt idx="42807">
                  <c:v>25.1</c:v>
                </c:pt>
                <c:pt idx="42808">
                  <c:v>25.1</c:v>
                </c:pt>
                <c:pt idx="42809">
                  <c:v>25.1</c:v>
                </c:pt>
                <c:pt idx="42810">
                  <c:v>25.1</c:v>
                </c:pt>
                <c:pt idx="42811">
                  <c:v>25.1</c:v>
                </c:pt>
                <c:pt idx="42812">
                  <c:v>25.1</c:v>
                </c:pt>
                <c:pt idx="42813">
                  <c:v>25.1</c:v>
                </c:pt>
                <c:pt idx="42814">
                  <c:v>25.1</c:v>
                </c:pt>
                <c:pt idx="42815">
                  <c:v>25.1</c:v>
                </c:pt>
                <c:pt idx="42816">
                  <c:v>25.1</c:v>
                </c:pt>
                <c:pt idx="42817">
                  <c:v>25.1</c:v>
                </c:pt>
                <c:pt idx="42818">
                  <c:v>25.05</c:v>
                </c:pt>
                <c:pt idx="42819">
                  <c:v>25.1</c:v>
                </c:pt>
                <c:pt idx="42820">
                  <c:v>25.1</c:v>
                </c:pt>
                <c:pt idx="42821">
                  <c:v>25.1</c:v>
                </c:pt>
                <c:pt idx="42822">
                  <c:v>25.1</c:v>
                </c:pt>
                <c:pt idx="42823">
                  <c:v>25.1</c:v>
                </c:pt>
                <c:pt idx="42824">
                  <c:v>25.1</c:v>
                </c:pt>
                <c:pt idx="42825">
                  <c:v>25.1</c:v>
                </c:pt>
                <c:pt idx="42826">
                  <c:v>25.1</c:v>
                </c:pt>
                <c:pt idx="42827">
                  <c:v>25.1</c:v>
                </c:pt>
                <c:pt idx="42828">
                  <c:v>25.1</c:v>
                </c:pt>
                <c:pt idx="42829">
                  <c:v>25.1</c:v>
                </c:pt>
                <c:pt idx="42830">
                  <c:v>25.1</c:v>
                </c:pt>
                <c:pt idx="42831">
                  <c:v>25.1</c:v>
                </c:pt>
                <c:pt idx="42832">
                  <c:v>25.1</c:v>
                </c:pt>
                <c:pt idx="42833">
                  <c:v>25.1</c:v>
                </c:pt>
                <c:pt idx="42834">
                  <c:v>25.1</c:v>
                </c:pt>
                <c:pt idx="42835">
                  <c:v>25.1</c:v>
                </c:pt>
                <c:pt idx="42836">
                  <c:v>25.1</c:v>
                </c:pt>
                <c:pt idx="42837">
                  <c:v>25.1</c:v>
                </c:pt>
                <c:pt idx="42838">
                  <c:v>25.1</c:v>
                </c:pt>
                <c:pt idx="42839">
                  <c:v>25.1</c:v>
                </c:pt>
                <c:pt idx="42840">
                  <c:v>25.1</c:v>
                </c:pt>
                <c:pt idx="42841">
                  <c:v>25.1</c:v>
                </c:pt>
                <c:pt idx="42842">
                  <c:v>25.1</c:v>
                </c:pt>
                <c:pt idx="42843">
                  <c:v>25.1</c:v>
                </c:pt>
                <c:pt idx="42844">
                  <c:v>25.1</c:v>
                </c:pt>
                <c:pt idx="42845">
                  <c:v>25.1</c:v>
                </c:pt>
                <c:pt idx="42846">
                  <c:v>25.1</c:v>
                </c:pt>
                <c:pt idx="42847">
                  <c:v>25.1</c:v>
                </c:pt>
                <c:pt idx="42848">
                  <c:v>25.1</c:v>
                </c:pt>
                <c:pt idx="42849">
                  <c:v>25.1</c:v>
                </c:pt>
                <c:pt idx="42850">
                  <c:v>25.1</c:v>
                </c:pt>
                <c:pt idx="42851">
                  <c:v>25.1</c:v>
                </c:pt>
                <c:pt idx="42852">
                  <c:v>25.1</c:v>
                </c:pt>
                <c:pt idx="42853">
                  <c:v>25.1</c:v>
                </c:pt>
                <c:pt idx="42854">
                  <c:v>25.1</c:v>
                </c:pt>
                <c:pt idx="42855">
                  <c:v>25.1</c:v>
                </c:pt>
                <c:pt idx="42856">
                  <c:v>25.1</c:v>
                </c:pt>
                <c:pt idx="42857">
                  <c:v>25.1</c:v>
                </c:pt>
                <c:pt idx="42858">
                  <c:v>25.1</c:v>
                </c:pt>
                <c:pt idx="42859">
                  <c:v>25.1</c:v>
                </c:pt>
                <c:pt idx="42860">
                  <c:v>25.1</c:v>
                </c:pt>
                <c:pt idx="42861">
                  <c:v>25.1</c:v>
                </c:pt>
                <c:pt idx="42862">
                  <c:v>25.1</c:v>
                </c:pt>
                <c:pt idx="42863">
                  <c:v>25.1</c:v>
                </c:pt>
                <c:pt idx="42864">
                  <c:v>25.1</c:v>
                </c:pt>
                <c:pt idx="42865">
                  <c:v>25.1</c:v>
                </c:pt>
                <c:pt idx="42866">
                  <c:v>25.1</c:v>
                </c:pt>
                <c:pt idx="42867">
                  <c:v>25.1</c:v>
                </c:pt>
                <c:pt idx="42868">
                  <c:v>25.1</c:v>
                </c:pt>
                <c:pt idx="42869">
                  <c:v>25.1</c:v>
                </c:pt>
                <c:pt idx="42870">
                  <c:v>25.1</c:v>
                </c:pt>
                <c:pt idx="42871">
                  <c:v>25.05</c:v>
                </c:pt>
                <c:pt idx="42872">
                  <c:v>25.05</c:v>
                </c:pt>
                <c:pt idx="42873">
                  <c:v>25.1</c:v>
                </c:pt>
                <c:pt idx="42874">
                  <c:v>25.05</c:v>
                </c:pt>
                <c:pt idx="42875">
                  <c:v>25.05</c:v>
                </c:pt>
                <c:pt idx="42876">
                  <c:v>25.05</c:v>
                </c:pt>
                <c:pt idx="42877">
                  <c:v>25.1</c:v>
                </c:pt>
                <c:pt idx="42878">
                  <c:v>25.1</c:v>
                </c:pt>
                <c:pt idx="42879">
                  <c:v>25.1</c:v>
                </c:pt>
                <c:pt idx="42880">
                  <c:v>25.1</c:v>
                </c:pt>
                <c:pt idx="42881">
                  <c:v>25.1</c:v>
                </c:pt>
                <c:pt idx="42882">
                  <c:v>25.1</c:v>
                </c:pt>
                <c:pt idx="42883">
                  <c:v>25.1</c:v>
                </c:pt>
                <c:pt idx="42884">
                  <c:v>25.1</c:v>
                </c:pt>
                <c:pt idx="42885">
                  <c:v>25.1</c:v>
                </c:pt>
                <c:pt idx="42886">
                  <c:v>25.1</c:v>
                </c:pt>
                <c:pt idx="42887">
                  <c:v>25.1</c:v>
                </c:pt>
                <c:pt idx="42888">
                  <c:v>25.1</c:v>
                </c:pt>
                <c:pt idx="42889">
                  <c:v>25.1</c:v>
                </c:pt>
                <c:pt idx="42890">
                  <c:v>25.1</c:v>
                </c:pt>
                <c:pt idx="42891">
                  <c:v>25.1</c:v>
                </c:pt>
                <c:pt idx="42892">
                  <c:v>25.1</c:v>
                </c:pt>
                <c:pt idx="42893">
                  <c:v>25.1</c:v>
                </c:pt>
                <c:pt idx="42894">
                  <c:v>25.05</c:v>
                </c:pt>
                <c:pt idx="42895">
                  <c:v>25.05</c:v>
                </c:pt>
                <c:pt idx="42896">
                  <c:v>25.05</c:v>
                </c:pt>
                <c:pt idx="42897">
                  <c:v>25.05</c:v>
                </c:pt>
                <c:pt idx="42898">
                  <c:v>25.05</c:v>
                </c:pt>
                <c:pt idx="42899">
                  <c:v>25.05</c:v>
                </c:pt>
                <c:pt idx="42900">
                  <c:v>25.05</c:v>
                </c:pt>
                <c:pt idx="42901">
                  <c:v>25.05</c:v>
                </c:pt>
                <c:pt idx="42902">
                  <c:v>25.05</c:v>
                </c:pt>
                <c:pt idx="42903">
                  <c:v>25.05</c:v>
                </c:pt>
                <c:pt idx="42904">
                  <c:v>25.05</c:v>
                </c:pt>
                <c:pt idx="42905">
                  <c:v>25.1</c:v>
                </c:pt>
                <c:pt idx="42906">
                  <c:v>25.05</c:v>
                </c:pt>
                <c:pt idx="42907">
                  <c:v>25.05</c:v>
                </c:pt>
                <c:pt idx="42908">
                  <c:v>25.1</c:v>
                </c:pt>
                <c:pt idx="42909">
                  <c:v>25.1</c:v>
                </c:pt>
                <c:pt idx="42910">
                  <c:v>25.1</c:v>
                </c:pt>
                <c:pt idx="42911">
                  <c:v>25.1</c:v>
                </c:pt>
                <c:pt idx="42912">
                  <c:v>25.1</c:v>
                </c:pt>
                <c:pt idx="42913">
                  <c:v>25.1</c:v>
                </c:pt>
                <c:pt idx="42914">
                  <c:v>25.1</c:v>
                </c:pt>
                <c:pt idx="42915">
                  <c:v>25.1</c:v>
                </c:pt>
                <c:pt idx="42916">
                  <c:v>25.1</c:v>
                </c:pt>
                <c:pt idx="42917">
                  <c:v>25.1</c:v>
                </c:pt>
                <c:pt idx="42918">
                  <c:v>25.1</c:v>
                </c:pt>
                <c:pt idx="42919">
                  <c:v>25.1</c:v>
                </c:pt>
                <c:pt idx="42920">
                  <c:v>25.05</c:v>
                </c:pt>
                <c:pt idx="42921">
                  <c:v>25.1</c:v>
                </c:pt>
                <c:pt idx="42922">
                  <c:v>25.05</c:v>
                </c:pt>
                <c:pt idx="42923">
                  <c:v>25.05</c:v>
                </c:pt>
                <c:pt idx="42924">
                  <c:v>25.05</c:v>
                </c:pt>
                <c:pt idx="42925">
                  <c:v>25.05</c:v>
                </c:pt>
                <c:pt idx="42926">
                  <c:v>25.05</c:v>
                </c:pt>
                <c:pt idx="42927">
                  <c:v>25.05</c:v>
                </c:pt>
                <c:pt idx="42928">
                  <c:v>25.05</c:v>
                </c:pt>
                <c:pt idx="42929">
                  <c:v>25.05</c:v>
                </c:pt>
                <c:pt idx="42930">
                  <c:v>25.05</c:v>
                </c:pt>
                <c:pt idx="42931">
                  <c:v>25.05</c:v>
                </c:pt>
                <c:pt idx="42932">
                  <c:v>25.05</c:v>
                </c:pt>
                <c:pt idx="42933">
                  <c:v>25.1</c:v>
                </c:pt>
                <c:pt idx="42934">
                  <c:v>25.05</c:v>
                </c:pt>
                <c:pt idx="42935">
                  <c:v>25.05</c:v>
                </c:pt>
                <c:pt idx="42936">
                  <c:v>25.1</c:v>
                </c:pt>
                <c:pt idx="42937">
                  <c:v>25.1</c:v>
                </c:pt>
                <c:pt idx="42938">
                  <c:v>25.1</c:v>
                </c:pt>
                <c:pt idx="42939">
                  <c:v>25.1</c:v>
                </c:pt>
                <c:pt idx="42940">
                  <c:v>25.1</c:v>
                </c:pt>
                <c:pt idx="42941">
                  <c:v>25.1</c:v>
                </c:pt>
                <c:pt idx="42942">
                  <c:v>25.1</c:v>
                </c:pt>
                <c:pt idx="42943">
                  <c:v>25.1</c:v>
                </c:pt>
                <c:pt idx="42944">
                  <c:v>25.1</c:v>
                </c:pt>
                <c:pt idx="42945">
                  <c:v>25.1</c:v>
                </c:pt>
                <c:pt idx="42946">
                  <c:v>25.1</c:v>
                </c:pt>
                <c:pt idx="42947">
                  <c:v>25.1</c:v>
                </c:pt>
                <c:pt idx="42948">
                  <c:v>25.1</c:v>
                </c:pt>
                <c:pt idx="42949">
                  <c:v>25.1</c:v>
                </c:pt>
                <c:pt idx="42950">
                  <c:v>25.1</c:v>
                </c:pt>
                <c:pt idx="42951">
                  <c:v>25.1</c:v>
                </c:pt>
                <c:pt idx="42952">
                  <c:v>25.1</c:v>
                </c:pt>
                <c:pt idx="42953">
                  <c:v>25.1</c:v>
                </c:pt>
                <c:pt idx="42954">
                  <c:v>25.1</c:v>
                </c:pt>
                <c:pt idx="42955">
                  <c:v>25.1</c:v>
                </c:pt>
                <c:pt idx="42956">
                  <c:v>25.1</c:v>
                </c:pt>
                <c:pt idx="42957">
                  <c:v>25.1</c:v>
                </c:pt>
                <c:pt idx="42958">
                  <c:v>25.05</c:v>
                </c:pt>
                <c:pt idx="42959">
                  <c:v>25.1</c:v>
                </c:pt>
                <c:pt idx="42960">
                  <c:v>25.1</c:v>
                </c:pt>
                <c:pt idx="42961">
                  <c:v>25.05</c:v>
                </c:pt>
                <c:pt idx="42962">
                  <c:v>25.05</c:v>
                </c:pt>
                <c:pt idx="42963">
                  <c:v>25.05</c:v>
                </c:pt>
                <c:pt idx="42964">
                  <c:v>25.05</c:v>
                </c:pt>
                <c:pt idx="42965">
                  <c:v>25.05</c:v>
                </c:pt>
                <c:pt idx="42966">
                  <c:v>25.05</c:v>
                </c:pt>
                <c:pt idx="42967">
                  <c:v>25.1</c:v>
                </c:pt>
                <c:pt idx="42968">
                  <c:v>25.05</c:v>
                </c:pt>
                <c:pt idx="42969">
                  <c:v>25.05</c:v>
                </c:pt>
                <c:pt idx="42970">
                  <c:v>25.1</c:v>
                </c:pt>
                <c:pt idx="42971">
                  <c:v>25.05</c:v>
                </c:pt>
                <c:pt idx="42972">
                  <c:v>25.05</c:v>
                </c:pt>
                <c:pt idx="42973">
                  <c:v>25.05</c:v>
                </c:pt>
                <c:pt idx="42974">
                  <c:v>25.05</c:v>
                </c:pt>
                <c:pt idx="42975">
                  <c:v>25.05</c:v>
                </c:pt>
                <c:pt idx="42976">
                  <c:v>25.05</c:v>
                </c:pt>
                <c:pt idx="42977">
                  <c:v>25.05</c:v>
                </c:pt>
                <c:pt idx="42978">
                  <c:v>25.05</c:v>
                </c:pt>
                <c:pt idx="42979">
                  <c:v>25.05</c:v>
                </c:pt>
                <c:pt idx="42980">
                  <c:v>25.05</c:v>
                </c:pt>
                <c:pt idx="42981">
                  <c:v>25.05</c:v>
                </c:pt>
                <c:pt idx="42982">
                  <c:v>25.05</c:v>
                </c:pt>
                <c:pt idx="42983">
                  <c:v>25.05</c:v>
                </c:pt>
                <c:pt idx="42984">
                  <c:v>25.05</c:v>
                </c:pt>
                <c:pt idx="42985">
                  <c:v>25.05</c:v>
                </c:pt>
                <c:pt idx="42986">
                  <c:v>25.05</c:v>
                </c:pt>
                <c:pt idx="42987">
                  <c:v>25.05</c:v>
                </c:pt>
                <c:pt idx="42988">
                  <c:v>25.05</c:v>
                </c:pt>
                <c:pt idx="42989">
                  <c:v>25.05</c:v>
                </c:pt>
                <c:pt idx="42990">
                  <c:v>25.05</c:v>
                </c:pt>
                <c:pt idx="42991">
                  <c:v>25.05</c:v>
                </c:pt>
                <c:pt idx="42992">
                  <c:v>25.05</c:v>
                </c:pt>
                <c:pt idx="42993">
                  <c:v>25.05</c:v>
                </c:pt>
                <c:pt idx="42994">
                  <c:v>25.05</c:v>
                </c:pt>
                <c:pt idx="42995">
                  <c:v>25.05</c:v>
                </c:pt>
                <c:pt idx="42996">
                  <c:v>25.05</c:v>
                </c:pt>
                <c:pt idx="42997">
                  <c:v>25.05</c:v>
                </c:pt>
                <c:pt idx="42998">
                  <c:v>25.05</c:v>
                </c:pt>
                <c:pt idx="42999">
                  <c:v>25.05</c:v>
                </c:pt>
                <c:pt idx="43000">
                  <c:v>25.05</c:v>
                </c:pt>
                <c:pt idx="43001">
                  <c:v>25.05</c:v>
                </c:pt>
                <c:pt idx="43002">
                  <c:v>25.05</c:v>
                </c:pt>
                <c:pt idx="43003">
                  <c:v>25.05</c:v>
                </c:pt>
                <c:pt idx="43004">
                  <c:v>25.05</c:v>
                </c:pt>
                <c:pt idx="43005">
                  <c:v>25.05</c:v>
                </c:pt>
                <c:pt idx="43006">
                  <c:v>25.05</c:v>
                </c:pt>
                <c:pt idx="43007">
                  <c:v>25.05</c:v>
                </c:pt>
                <c:pt idx="43008">
                  <c:v>25.05</c:v>
                </c:pt>
                <c:pt idx="43009">
                  <c:v>25.05</c:v>
                </c:pt>
                <c:pt idx="43010">
                  <c:v>25.05</c:v>
                </c:pt>
                <c:pt idx="43011">
                  <c:v>25.05</c:v>
                </c:pt>
                <c:pt idx="43012">
                  <c:v>25.05</c:v>
                </c:pt>
                <c:pt idx="43013">
                  <c:v>25.05</c:v>
                </c:pt>
                <c:pt idx="43014">
                  <c:v>25.05</c:v>
                </c:pt>
                <c:pt idx="43015">
                  <c:v>25.05</c:v>
                </c:pt>
                <c:pt idx="43016">
                  <c:v>25.05</c:v>
                </c:pt>
                <c:pt idx="43017">
                  <c:v>25.05</c:v>
                </c:pt>
                <c:pt idx="43018">
                  <c:v>25.05</c:v>
                </c:pt>
                <c:pt idx="43019">
                  <c:v>25.05</c:v>
                </c:pt>
                <c:pt idx="43020">
                  <c:v>25.05</c:v>
                </c:pt>
                <c:pt idx="43021">
                  <c:v>25.05</c:v>
                </c:pt>
                <c:pt idx="43022">
                  <c:v>25.05</c:v>
                </c:pt>
                <c:pt idx="43023">
                  <c:v>25.05</c:v>
                </c:pt>
                <c:pt idx="43024">
                  <c:v>25.05</c:v>
                </c:pt>
                <c:pt idx="43025">
                  <c:v>25.05</c:v>
                </c:pt>
                <c:pt idx="43026">
                  <c:v>25.05</c:v>
                </c:pt>
                <c:pt idx="43027">
                  <c:v>25.05</c:v>
                </c:pt>
                <c:pt idx="43028">
                  <c:v>25.05</c:v>
                </c:pt>
                <c:pt idx="43029">
                  <c:v>25.05</c:v>
                </c:pt>
                <c:pt idx="43030">
                  <c:v>25.05</c:v>
                </c:pt>
                <c:pt idx="43031">
                  <c:v>25.05</c:v>
                </c:pt>
                <c:pt idx="43032">
                  <c:v>25.05</c:v>
                </c:pt>
                <c:pt idx="43033">
                  <c:v>25.05</c:v>
                </c:pt>
                <c:pt idx="43034">
                  <c:v>25.05</c:v>
                </c:pt>
                <c:pt idx="43035">
                  <c:v>25.05</c:v>
                </c:pt>
                <c:pt idx="43036">
                  <c:v>25.05</c:v>
                </c:pt>
                <c:pt idx="43037">
                  <c:v>25.05</c:v>
                </c:pt>
                <c:pt idx="43038">
                  <c:v>25.05</c:v>
                </c:pt>
                <c:pt idx="43039">
                  <c:v>25.05</c:v>
                </c:pt>
                <c:pt idx="43040">
                  <c:v>25.05</c:v>
                </c:pt>
                <c:pt idx="43041">
                  <c:v>25.05</c:v>
                </c:pt>
                <c:pt idx="43042">
                  <c:v>25.05</c:v>
                </c:pt>
                <c:pt idx="43043">
                  <c:v>25.05</c:v>
                </c:pt>
                <c:pt idx="43044">
                  <c:v>25.05</c:v>
                </c:pt>
                <c:pt idx="43045">
                  <c:v>25.05</c:v>
                </c:pt>
                <c:pt idx="43046">
                  <c:v>25.05</c:v>
                </c:pt>
                <c:pt idx="43047">
                  <c:v>25.05</c:v>
                </c:pt>
                <c:pt idx="43048">
                  <c:v>25.05</c:v>
                </c:pt>
                <c:pt idx="43049">
                  <c:v>25.05</c:v>
                </c:pt>
                <c:pt idx="43050">
                  <c:v>25.05</c:v>
                </c:pt>
                <c:pt idx="43051">
                  <c:v>25.05</c:v>
                </c:pt>
                <c:pt idx="43052">
                  <c:v>25.05</c:v>
                </c:pt>
                <c:pt idx="43053">
                  <c:v>25.05</c:v>
                </c:pt>
                <c:pt idx="43054">
                  <c:v>25.05</c:v>
                </c:pt>
                <c:pt idx="43055">
                  <c:v>25.05</c:v>
                </c:pt>
                <c:pt idx="43056">
                  <c:v>25.05</c:v>
                </c:pt>
                <c:pt idx="43057">
                  <c:v>25.05</c:v>
                </c:pt>
                <c:pt idx="43058">
                  <c:v>25.05</c:v>
                </c:pt>
                <c:pt idx="43059">
                  <c:v>25.05</c:v>
                </c:pt>
                <c:pt idx="43060">
                  <c:v>25.05</c:v>
                </c:pt>
                <c:pt idx="43061">
                  <c:v>25.05</c:v>
                </c:pt>
                <c:pt idx="43062">
                  <c:v>25.05</c:v>
                </c:pt>
                <c:pt idx="43063">
                  <c:v>25.05</c:v>
                </c:pt>
                <c:pt idx="43064">
                  <c:v>25.05</c:v>
                </c:pt>
                <c:pt idx="43065">
                  <c:v>25.05</c:v>
                </c:pt>
                <c:pt idx="43066">
                  <c:v>25.05</c:v>
                </c:pt>
                <c:pt idx="43067">
                  <c:v>25.05</c:v>
                </c:pt>
                <c:pt idx="43068">
                  <c:v>25.05</c:v>
                </c:pt>
                <c:pt idx="43069">
                  <c:v>25.05</c:v>
                </c:pt>
                <c:pt idx="43070">
                  <c:v>25.05</c:v>
                </c:pt>
                <c:pt idx="43071">
                  <c:v>25.05</c:v>
                </c:pt>
                <c:pt idx="43072">
                  <c:v>25.05</c:v>
                </c:pt>
                <c:pt idx="43073">
                  <c:v>25.05</c:v>
                </c:pt>
                <c:pt idx="43074">
                  <c:v>25.05</c:v>
                </c:pt>
                <c:pt idx="43075">
                  <c:v>25.05</c:v>
                </c:pt>
                <c:pt idx="43076">
                  <c:v>25.05</c:v>
                </c:pt>
                <c:pt idx="43077">
                  <c:v>25.05</c:v>
                </c:pt>
                <c:pt idx="43078">
                  <c:v>25.05</c:v>
                </c:pt>
                <c:pt idx="43079">
                  <c:v>25.05</c:v>
                </c:pt>
                <c:pt idx="43080">
                  <c:v>25.05</c:v>
                </c:pt>
                <c:pt idx="43081">
                  <c:v>25.05</c:v>
                </c:pt>
                <c:pt idx="43082">
                  <c:v>25.05</c:v>
                </c:pt>
                <c:pt idx="43083">
                  <c:v>25.05</c:v>
                </c:pt>
                <c:pt idx="43084">
                  <c:v>25.05</c:v>
                </c:pt>
                <c:pt idx="43085">
                  <c:v>25.05</c:v>
                </c:pt>
                <c:pt idx="43086">
                  <c:v>25.05</c:v>
                </c:pt>
                <c:pt idx="43087">
                  <c:v>25.05</c:v>
                </c:pt>
                <c:pt idx="43088">
                  <c:v>25.05</c:v>
                </c:pt>
                <c:pt idx="43089">
                  <c:v>25.05</c:v>
                </c:pt>
                <c:pt idx="43090">
                  <c:v>25.05</c:v>
                </c:pt>
                <c:pt idx="43091">
                  <c:v>25.05</c:v>
                </c:pt>
                <c:pt idx="43092">
                  <c:v>25.05</c:v>
                </c:pt>
                <c:pt idx="43093">
                  <c:v>25.05</c:v>
                </c:pt>
                <c:pt idx="43094">
                  <c:v>25.05</c:v>
                </c:pt>
                <c:pt idx="43095">
                  <c:v>25.05</c:v>
                </c:pt>
                <c:pt idx="43096">
                  <c:v>25.05</c:v>
                </c:pt>
                <c:pt idx="43097">
                  <c:v>25.05</c:v>
                </c:pt>
                <c:pt idx="43098">
                  <c:v>25.05</c:v>
                </c:pt>
                <c:pt idx="43099">
                  <c:v>25.05</c:v>
                </c:pt>
                <c:pt idx="43100">
                  <c:v>25.05</c:v>
                </c:pt>
                <c:pt idx="43101">
                  <c:v>25.05</c:v>
                </c:pt>
                <c:pt idx="43102">
                  <c:v>25.05</c:v>
                </c:pt>
                <c:pt idx="43103">
                  <c:v>25.05</c:v>
                </c:pt>
                <c:pt idx="43104">
                  <c:v>25.05</c:v>
                </c:pt>
                <c:pt idx="43105">
                  <c:v>25.05</c:v>
                </c:pt>
                <c:pt idx="43106">
                  <c:v>25.05</c:v>
                </c:pt>
                <c:pt idx="43107">
                  <c:v>25.05</c:v>
                </c:pt>
                <c:pt idx="43108">
                  <c:v>25.05</c:v>
                </c:pt>
                <c:pt idx="43109">
                  <c:v>25.05</c:v>
                </c:pt>
                <c:pt idx="43110">
                  <c:v>25.05</c:v>
                </c:pt>
                <c:pt idx="43111">
                  <c:v>25.05</c:v>
                </c:pt>
                <c:pt idx="43112">
                  <c:v>25.05</c:v>
                </c:pt>
                <c:pt idx="43113">
                  <c:v>25.05</c:v>
                </c:pt>
                <c:pt idx="43114">
                  <c:v>25.05</c:v>
                </c:pt>
                <c:pt idx="43115">
                  <c:v>25.05</c:v>
                </c:pt>
                <c:pt idx="43116">
                  <c:v>25.05</c:v>
                </c:pt>
                <c:pt idx="43117">
                  <c:v>25.05</c:v>
                </c:pt>
                <c:pt idx="43118">
                  <c:v>25.05</c:v>
                </c:pt>
                <c:pt idx="43119">
                  <c:v>25.05</c:v>
                </c:pt>
                <c:pt idx="43120">
                  <c:v>25.05</c:v>
                </c:pt>
                <c:pt idx="43121">
                  <c:v>25.05</c:v>
                </c:pt>
                <c:pt idx="43122">
                  <c:v>25.05</c:v>
                </c:pt>
                <c:pt idx="43123">
                  <c:v>25.05</c:v>
                </c:pt>
                <c:pt idx="43124">
                  <c:v>25.05</c:v>
                </c:pt>
                <c:pt idx="43125">
                  <c:v>25.05</c:v>
                </c:pt>
                <c:pt idx="43126">
                  <c:v>25.05</c:v>
                </c:pt>
                <c:pt idx="43127">
                  <c:v>25.05</c:v>
                </c:pt>
                <c:pt idx="43128">
                  <c:v>25.05</c:v>
                </c:pt>
                <c:pt idx="43129">
                  <c:v>25.05</c:v>
                </c:pt>
                <c:pt idx="43130">
                  <c:v>25.05</c:v>
                </c:pt>
                <c:pt idx="43131">
                  <c:v>25.05</c:v>
                </c:pt>
                <c:pt idx="43132">
                  <c:v>25.05</c:v>
                </c:pt>
                <c:pt idx="43133">
                  <c:v>25.05</c:v>
                </c:pt>
                <c:pt idx="43134">
                  <c:v>25.05</c:v>
                </c:pt>
                <c:pt idx="43135">
                  <c:v>25.05</c:v>
                </c:pt>
                <c:pt idx="43136">
                  <c:v>25.05</c:v>
                </c:pt>
                <c:pt idx="43137">
                  <c:v>25.05</c:v>
                </c:pt>
                <c:pt idx="43138">
                  <c:v>25.05</c:v>
                </c:pt>
                <c:pt idx="43139">
                  <c:v>25.05</c:v>
                </c:pt>
                <c:pt idx="43140">
                  <c:v>25.05</c:v>
                </c:pt>
                <c:pt idx="43141">
                  <c:v>25.05</c:v>
                </c:pt>
                <c:pt idx="43142">
                  <c:v>25.05</c:v>
                </c:pt>
                <c:pt idx="43143">
                  <c:v>25.05</c:v>
                </c:pt>
                <c:pt idx="43144">
                  <c:v>25.05</c:v>
                </c:pt>
                <c:pt idx="43145">
                  <c:v>25.05</c:v>
                </c:pt>
                <c:pt idx="43146">
                  <c:v>25.05</c:v>
                </c:pt>
                <c:pt idx="43147">
                  <c:v>25.05</c:v>
                </c:pt>
                <c:pt idx="43148">
                  <c:v>25.05</c:v>
                </c:pt>
                <c:pt idx="43149">
                  <c:v>25.05</c:v>
                </c:pt>
                <c:pt idx="43150">
                  <c:v>25.05</c:v>
                </c:pt>
                <c:pt idx="43151">
                  <c:v>25.05</c:v>
                </c:pt>
                <c:pt idx="43152">
                  <c:v>25.05</c:v>
                </c:pt>
                <c:pt idx="43153">
                  <c:v>25.05</c:v>
                </c:pt>
                <c:pt idx="43154">
                  <c:v>25.05</c:v>
                </c:pt>
                <c:pt idx="43155">
                  <c:v>25.05</c:v>
                </c:pt>
                <c:pt idx="43156">
                  <c:v>25.05</c:v>
                </c:pt>
                <c:pt idx="43157">
                  <c:v>25.05</c:v>
                </c:pt>
                <c:pt idx="43158">
                  <c:v>25.05</c:v>
                </c:pt>
                <c:pt idx="43159">
                  <c:v>25.05</c:v>
                </c:pt>
                <c:pt idx="43160">
                  <c:v>25.05</c:v>
                </c:pt>
                <c:pt idx="43161">
                  <c:v>25.05</c:v>
                </c:pt>
                <c:pt idx="43162">
                  <c:v>25.05</c:v>
                </c:pt>
                <c:pt idx="43163">
                  <c:v>25.05</c:v>
                </c:pt>
                <c:pt idx="43164">
                  <c:v>25.05</c:v>
                </c:pt>
                <c:pt idx="43165">
                  <c:v>25.05</c:v>
                </c:pt>
                <c:pt idx="43166">
                  <c:v>25.05</c:v>
                </c:pt>
                <c:pt idx="43167">
                  <c:v>25.05</c:v>
                </c:pt>
                <c:pt idx="43168">
                  <c:v>25.05</c:v>
                </c:pt>
                <c:pt idx="43169">
                  <c:v>25.05</c:v>
                </c:pt>
                <c:pt idx="43170">
                  <c:v>25.05</c:v>
                </c:pt>
                <c:pt idx="43171">
                  <c:v>25.05</c:v>
                </c:pt>
                <c:pt idx="43172">
                  <c:v>25.05</c:v>
                </c:pt>
                <c:pt idx="43173">
                  <c:v>25.05</c:v>
                </c:pt>
                <c:pt idx="43174">
                  <c:v>25.05</c:v>
                </c:pt>
                <c:pt idx="43175">
                  <c:v>25.05</c:v>
                </c:pt>
                <c:pt idx="43176">
                  <c:v>25.05</c:v>
                </c:pt>
                <c:pt idx="43177">
                  <c:v>25.05</c:v>
                </c:pt>
                <c:pt idx="43178">
                  <c:v>25.05</c:v>
                </c:pt>
                <c:pt idx="43179">
                  <c:v>25.05</c:v>
                </c:pt>
                <c:pt idx="43180">
                  <c:v>25.05</c:v>
                </c:pt>
                <c:pt idx="43181">
                  <c:v>25.05</c:v>
                </c:pt>
                <c:pt idx="43182">
                  <c:v>25.05</c:v>
                </c:pt>
                <c:pt idx="43183">
                  <c:v>25.05</c:v>
                </c:pt>
                <c:pt idx="43184">
                  <c:v>25.05</c:v>
                </c:pt>
                <c:pt idx="43185">
                  <c:v>25.05</c:v>
                </c:pt>
                <c:pt idx="43186">
                  <c:v>25.05</c:v>
                </c:pt>
                <c:pt idx="43187">
                  <c:v>25.05</c:v>
                </c:pt>
                <c:pt idx="43188">
                  <c:v>25.05</c:v>
                </c:pt>
                <c:pt idx="43189">
                  <c:v>25.05</c:v>
                </c:pt>
                <c:pt idx="43190">
                  <c:v>25.05</c:v>
                </c:pt>
                <c:pt idx="43191">
                  <c:v>25.05</c:v>
                </c:pt>
                <c:pt idx="43192">
                  <c:v>25.05</c:v>
                </c:pt>
                <c:pt idx="43193">
                  <c:v>25.05</c:v>
                </c:pt>
                <c:pt idx="43194">
                  <c:v>25.05</c:v>
                </c:pt>
                <c:pt idx="43195">
                  <c:v>25.05</c:v>
                </c:pt>
                <c:pt idx="43196">
                  <c:v>25.05</c:v>
                </c:pt>
                <c:pt idx="43197">
                  <c:v>25</c:v>
                </c:pt>
                <c:pt idx="43198">
                  <c:v>25.05</c:v>
                </c:pt>
                <c:pt idx="43199">
                  <c:v>25.05</c:v>
                </c:pt>
                <c:pt idx="43200">
                  <c:v>25.05</c:v>
                </c:pt>
                <c:pt idx="43201">
                  <c:v>25.05</c:v>
                </c:pt>
                <c:pt idx="43202">
                  <c:v>25.05</c:v>
                </c:pt>
                <c:pt idx="43203">
                  <c:v>25.05</c:v>
                </c:pt>
                <c:pt idx="43204">
                  <c:v>25</c:v>
                </c:pt>
                <c:pt idx="43205">
                  <c:v>25.05</c:v>
                </c:pt>
                <c:pt idx="43206">
                  <c:v>25.05</c:v>
                </c:pt>
                <c:pt idx="43207">
                  <c:v>25.05</c:v>
                </c:pt>
                <c:pt idx="43208">
                  <c:v>25</c:v>
                </c:pt>
                <c:pt idx="43209">
                  <c:v>25.05</c:v>
                </c:pt>
                <c:pt idx="43210">
                  <c:v>25.05</c:v>
                </c:pt>
                <c:pt idx="43211">
                  <c:v>25.05</c:v>
                </c:pt>
                <c:pt idx="43212">
                  <c:v>25.05</c:v>
                </c:pt>
                <c:pt idx="43213">
                  <c:v>25.05</c:v>
                </c:pt>
                <c:pt idx="43214">
                  <c:v>25.05</c:v>
                </c:pt>
                <c:pt idx="43215">
                  <c:v>25.05</c:v>
                </c:pt>
                <c:pt idx="43216">
                  <c:v>25.05</c:v>
                </c:pt>
                <c:pt idx="43217">
                  <c:v>25.05</c:v>
                </c:pt>
                <c:pt idx="43218">
                  <c:v>25.05</c:v>
                </c:pt>
                <c:pt idx="43219">
                  <c:v>25.05</c:v>
                </c:pt>
                <c:pt idx="43220">
                  <c:v>25.05</c:v>
                </c:pt>
                <c:pt idx="43221">
                  <c:v>25.05</c:v>
                </c:pt>
                <c:pt idx="43222">
                  <c:v>25.05</c:v>
                </c:pt>
                <c:pt idx="43223">
                  <c:v>25.05</c:v>
                </c:pt>
                <c:pt idx="43224">
                  <c:v>25.05</c:v>
                </c:pt>
                <c:pt idx="43225">
                  <c:v>25.05</c:v>
                </c:pt>
                <c:pt idx="43226">
                  <c:v>25.05</c:v>
                </c:pt>
                <c:pt idx="43227">
                  <c:v>25.05</c:v>
                </c:pt>
                <c:pt idx="43228">
                  <c:v>25.05</c:v>
                </c:pt>
                <c:pt idx="43229">
                  <c:v>25.05</c:v>
                </c:pt>
                <c:pt idx="43230">
                  <c:v>25.05</c:v>
                </c:pt>
                <c:pt idx="43231">
                  <c:v>25.05</c:v>
                </c:pt>
                <c:pt idx="43232">
                  <c:v>25.05</c:v>
                </c:pt>
                <c:pt idx="43233">
                  <c:v>25.05</c:v>
                </c:pt>
                <c:pt idx="43234">
                  <c:v>25.05</c:v>
                </c:pt>
                <c:pt idx="43235">
                  <c:v>25.05</c:v>
                </c:pt>
                <c:pt idx="43236">
                  <c:v>25.05</c:v>
                </c:pt>
                <c:pt idx="43237">
                  <c:v>25.05</c:v>
                </c:pt>
                <c:pt idx="43238">
                  <c:v>25.05</c:v>
                </c:pt>
                <c:pt idx="43239">
                  <c:v>25</c:v>
                </c:pt>
                <c:pt idx="43240">
                  <c:v>25.05</c:v>
                </c:pt>
                <c:pt idx="43241">
                  <c:v>25.05</c:v>
                </c:pt>
                <c:pt idx="43242">
                  <c:v>25.05</c:v>
                </c:pt>
                <c:pt idx="43243">
                  <c:v>25.05</c:v>
                </c:pt>
                <c:pt idx="43244">
                  <c:v>25.05</c:v>
                </c:pt>
                <c:pt idx="43245">
                  <c:v>25.05</c:v>
                </c:pt>
                <c:pt idx="43246">
                  <c:v>25.05</c:v>
                </c:pt>
                <c:pt idx="43247">
                  <c:v>25.05</c:v>
                </c:pt>
                <c:pt idx="43248">
                  <c:v>25.05</c:v>
                </c:pt>
                <c:pt idx="43249">
                  <c:v>25.05</c:v>
                </c:pt>
                <c:pt idx="43250">
                  <c:v>25.05</c:v>
                </c:pt>
                <c:pt idx="43251">
                  <c:v>25.05</c:v>
                </c:pt>
                <c:pt idx="43252">
                  <c:v>25.05</c:v>
                </c:pt>
                <c:pt idx="43253">
                  <c:v>25.05</c:v>
                </c:pt>
                <c:pt idx="43254">
                  <c:v>25.05</c:v>
                </c:pt>
                <c:pt idx="43255">
                  <c:v>25.05</c:v>
                </c:pt>
                <c:pt idx="43256">
                  <c:v>25.05</c:v>
                </c:pt>
                <c:pt idx="43257">
                  <c:v>25.05</c:v>
                </c:pt>
                <c:pt idx="43258">
                  <c:v>25.05</c:v>
                </c:pt>
                <c:pt idx="43259">
                  <c:v>25.05</c:v>
                </c:pt>
                <c:pt idx="43260">
                  <c:v>25.05</c:v>
                </c:pt>
                <c:pt idx="43261">
                  <c:v>25.05</c:v>
                </c:pt>
                <c:pt idx="43262">
                  <c:v>25</c:v>
                </c:pt>
                <c:pt idx="43263">
                  <c:v>25</c:v>
                </c:pt>
                <c:pt idx="43264">
                  <c:v>25</c:v>
                </c:pt>
                <c:pt idx="43265">
                  <c:v>25</c:v>
                </c:pt>
                <c:pt idx="43266">
                  <c:v>25</c:v>
                </c:pt>
                <c:pt idx="43267">
                  <c:v>25</c:v>
                </c:pt>
                <c:pt idx="43268">
                  <c:v>25</c:v>
                </c:pt>
                <c:pt idx="43269">
                  <c:v>25</c:v>
                </c:pt>
                <c:pt idx="43270">
                  <c:v>25</c:v>
                </c:pt>
                <c:pt idx="43271">
                  <c:v>25</c:v>
                </c:pt>
                <c:pt idx="43272">
                  <c:v>25</c:v>
                </c:pt>
                <c:pt idx="43273">
                  <c:v>25.05</c:v>
                </c:pt>
                <c:pt idx="43274">
                  <c:v>25.05</c:v>
                </c:pt>
                <c:pt idx="43275">
                  <c:v>25.05</c:v>
                </c:pt>
                <c:pt idx="43276">
                  <c:v>25.05</c:v>
                </c:pt>
                <c:pt idx="43277">
                  <c:v>25.05</c:v>
                </c:pt>
                <c:pt idx="43278">
                  <c:v>25.05</c:v>
                </c:pt>
                <c:pt idx="43279">
                  <c:v>25.05</c:v>
                </c:pt>
                <c:pt idx="43280">
                  <c:v>25.05</c:v>
                </c:pt>
                <c:pt idx="43281">
                  <c:v>25.05</c:v>
                </c:pt>
                <c:pt idx="43282">
                  <c:v>25.05</c:v>
                </c:pt>
                <c:pt idx="43283">
                  <c:v>25.05</c:v>
                </c:pt>
                <c:pt idx="43284">
                  <c:v>25.05</c:v>
                </c:pt>
                <c:pt idx="43285">
                  <c:v>25.05</c:v>
                </c:pt>
                <c:pt idx="43286">
                  <c:v>25.05</c:v>
                </c:pt>
                <c:pt idx="43287">
                  <c:v>25</c:v>
                </c:pt>
                <c:pt idx="43288">
                  <c:v>25</c:v>
                </c:pt>
                <c:pt idx="43289">
                  <c:v>25</c:v>
                </c:pt>
                <c:pt idx="43290">
                  <c:v>25</c:v>
                </c:pt>
                <c:pt idx="43291">
                  <c:v>25</c:v>
                </c:pt>
                <c:pt idx="43292">
                  <c:v>25</c:v>
                </c:pt>
                <c:pt idx="43293">
                  <c:v>25</c:v>
                </c:pt>
                <c:pt idx="43294">
                  <c:v>25</c:v>
                </c:pt>
                <c:pt idx="43295">
                  <c:v>25</c:v>
                </c:pt>
                <c:pt idx="43296">
                  <c:v>25</c:v>
                </c:pt>
                <c:pt idx="43297">
                  <c:v>25</c:v>
                </c:pt>
                <c:pt idx="43298">
                  <c:v>25</c:v>
                </c:pt>
                <c:pt idx="43299">
                  <c:v>25</c:v>
                </c:pt>
                <c:pt idx="43300">
                  <c:v>25</c:v>
                </c:pt>
                <c:pt idx="43301">
                  <c:v>25</c:v>
                </c:pt>
                <c:pt idx="43302">
                  <c:v>25</c:v>
                </c:pt>
                <c:pt idx="43303">
                  <c:v>25</c:v>
                </c:pt>
                <c:pt idx="43304">
                  <c:v>25</c:v>
                </c:pt>
                <c:pt idx="43305">
                  <c:v>25.05</c:v>
                </c:pt>
                <c:pt idx="43306">
                  <c:v>25.05</c:v>
                </c:pt>
                <c:pt idx="43307">
                  <c:v>25.05</c:v>
                </c:pt>
                <c:pt idx="43308">
                  <c:v>25.05</c:v>
                </c:pt>
                <c:pt idx="43309">
                  <c:v>25.05</c:v>
                </c:pt>
                <c:pt idx="43310">
                  <c:v>25.05</c:v>
                </c:pt>
                <c:pt idx="43311">
                  <c:v>25.05</c:v>
                </c:pt>
                <c:pt idx="43312">
                  <c:v>25.05</c:v>
                </c:pt>
                <c:pt idx="43313">
                  <c:v>25.05</c:v>
                </c:pt>
                <c:pt idx="43314">
                  <c:v>25.05</c:v>
                </c:pt>
                <c:pt idx="43315">
                  <c:v>25.05</c:v>
                </c:pt>
                <c:pt idx="43316">
                  <c:v>25.05</c:v>
                </c:pt>
                <c:pt idx="43317">
                  <c:v>25</c:v>
                </c:pt>
                <c:pt idx="43318">
                  <c:v>25</c:v>
                </c:pt>
                <c:pt idx="43319">
                  <c:v>25</c:v>
                </c:pt>
                <c:pt idx="43320">
                  <c:v>25</c:v>
                </c:pt>
                <c:pt idx="43321">
                  <c:v>25</c:v>
                </c:pt>
                <c:pt idx="43322">
                  <c:v>25</c:v>
                </c:pt>
                <c:pt idx="43323">
                  <c:v>25</c:v>
                </c:pt>
                <c:pt idx="43324">
                  <c:v>25</c:v>
                </c:pt>
                <c:pt idx="43325">
                  <c:v>25</c:v>
                </c:pt>
                <c:pt idx="43326">
                  <c:v>25</c:v>
                </c:pt>
                <c:pt idx="43327">
                  <c:v>25</c:v>
                </c:pt>
                <c:pt idx="43328">
                  <c:v>25</c:v>
                </c:pt>
                <c:pt idx="43329">
                  <c:v>25</c:v>
                </c:pt>
                <c:pt idx="43330">
                  <c:v>25</c:v>
                </c:pt>
                <c:pt idx="43331">
                  <c:v>25</c:v>
                </c:pt>
                <c:pt idx="43332">
                  <c:v>25</c:v>
                </c:pt>
                <c:pt idx="43333">
                  <c:v>25</c:v>
                </c:pt>
                <c:pt idx="43334">
                  <c:v>25.05</c:v>
                </c:pt>
                <c:pt idx="43335">
                  <c:v>25.05</c:v>
                </c:pt>
                <c:pt idx="43336">
                  <c:v>25.05</c:v>
                </c:pt>
                <c:pt idx="43337">
                  <c:v>25.05</c:v>
                </c:pt>
                <c:pt idx="43338">
                  <c:v>25.05</c:v>
                </c:pt>
                <c:pt idx="43339">
                  <c:v>25.05</c:v>
                </c:pt>
                <c:pt idx="43340">
                  <c:v>25.05</c:v>
                </c:pt>
                <c:pt idx="43341">
                  <c:v>25.05</c:v>
                </c:pt>
                <c:pt idx="43342">
                  <c:v>25.05</c:v>
                </c:pt>
                <c:pt idx="43343">
                  <c:v>25.05</c:v>
                </c:pt>
                <c:pt idx="43344">
                  <c:v>25.05</c:v>
                </c:pt>
                <c:pt idx="43345">
                  <c:v>25.05</c:v>
                </c:pt>
                <c:pt idx="43346">
                  <c:v>25.05</c:v>
                </c:pt>
                <c:pt idx="43347">
                  <c:v>25.05</c:v>
                </c:pt>
                <c:pt idx="43348">
                  <c:v>25.05</c:v>
                </c:pt>
                <c:pt idx="43349">
                  <c:v>25.05</c:v>
                </c:pt>
                <c:pt idx="43350">
                  <c:v>25.05</c:v>
                </c:pt>
                <c:pt idx="43351">
                  <c:v>25.05</c:v>
                </c:pt>
                <c:pt idx="43352">
                  <c:v>25.05</c:v>
                </c:pt>
                <c:pt idx="43353">
                  <c:v>25.05</c:v>
                </c:pt>
                <c:pt idx="43354">
                  <c:v>25.05</c:v>
                </c:pt>
                <c:pt idx="43355">
                  <c:v>25.05</c:v>
                </c:pt>
                <c:pt idx="43356">
                  <c:v>25.05</c:v>
                </c:pt>
                <c:pt idx="43357">
                  <c:v>25.05</c:v>
                </c:pt>
                <c:pt idx="43358">
                  <c:v>25.05</c:v>
                </c:pt>
                <c:pt idx="43359">
                  <c:v>25.05</c:v>
                </c:pt>
                <c:pt idx="43360">
                  <c:v>25.05</c:v>
                </c:pt>
                <c:pt idx="43361">
                  <c:v>25.05</c:v>
                </c:pt>
                <c:pt idx="43362">
                  <c:v>25.05</c:v>
                </c:pt>
                <c:pt idx="43363">
                  <c:v>25.05</c:v>
                </c:pt>
                <c:pt idx="43364">
                  <c:v>25.05</c:v>
                </c:pt>
                <c:pt idx="43365">
                  <c:v>25.05</c:v>
                </c:pt>
                <c:pt idx="43366">
                  <c:v>25.05</c:v>
                </c:pt>
                <c:pt idx="43367">
                  <c:v>25.05</c:v>
                </c:pt>
                <c:pt idx="43368">
                  <c:v>25.05</c:v>
                </c:pt>
                <c:pt idx="43369">
                  <c:v>25.05</c:v>
                </c:pt>
                <c:pt idx="43370">
                  <c:v>25.05</c:v>
                </c:pt>
                <c:pt idx="43371">
                  <c:v>25.05</c:v>
                </c:pt>
                <c:pt idx="43372">
                  <c:v>25.05</c:v>
                </c:pt>
                <c:pt idx="43373">
                  <c:v>25.05</c:v>
                </c:pt>
                <c:pt idx="43374">
                  <c:v>25.05</c:v>
                </c:pt>
                <c:pt idx="43375">
                  <c:v>25.05</c:v>
                </c:pt>
                <c:pt idx="43376">
                  <c:v>25.05</c:v>
                </c:pt>
                <c:pt idx="43377">
                  <c:v>25</c:v>
                </c:pt>
                <c:pt idx="43378">
                  <c:v>25</c:v>
                </c:pt>
                <c:pt idx="43379">
                  <c:v>25</c:v>
                </c:pt>
                <c:pt idx="43380">
                  <c:v>25</c:v>
                </c:pt>
                <c:pt idx="43381">
                  <c:v>25</c:v>
                </c:pt>
                <c:pt idx="43382">
                  <c:v>25</c:v>
                </c:pt>
                <c:pt idx="43383">
                  <c:v>25</c:v>
                </c:pt>
                <c:pt idx="43384">
                  <c:v>25</c:v>
                </c:pt>
                <c:pt idx="43385">
                  <c:v>25</c:v>
                </c:pt>
                <c:pt idx="43386">
                  <c:v>25</c:v>
                </c:pt>
                <c:pt idx="43387">
                  <c:v>25</c:v>
                </c:pt>
                <c:pt idx="43388">
                  <c:v>25</c:v>
                </c:pt>
                <c:pt idx="43389">
                  <c:v>25</c:v>
                </c:pt>
                <c:pt idx="43390">
                  <c:v>25</c:v>
                </c:pt>
                <c:pt idx="43391">
                  <c:v>25</c:v>
                </c:pt>
                <c:pt idx="43392">
                  <c:v>25</c:v>
                </c:pt>
                <c:pt idx="43393">
                  <c:v>25</c:v>
                </c:pt>
                <c:pt idx="43394">
                  <c:v>25</c:v>
                </c:pt>
                <c:pt idx="43395">
                  <c:v>25.05</c:v>
                </c:pt>
                <c:pt idx="43396">
                  <c:v>25</c:v>
                </c:pt>
                <c:pt idx="43397">
                  <c:v>25</c:v>
                </c:pt>
                <c:pt idx="43398">
                  <c:v>25</c:v>
                </c:pt>
                <c:pt idx="43399">
                  <c:v>25</c:v>
                </c:pt>
                <c:pt idx="43400">
                  <c:v>25.05</c:v>
                </c:pt>
                <c:pt idx="43401">
                  <c:v>25</c:v>
                </c:pt>
                <c:pt idx="43402">
                  <c:v>25.05</c:v>
                </c:pt>
                <c:pt idx="43403">
                  <c:v>25.05</c:v>
                </c:pt>
                <c:pt idx="43404">
                  <c:v>25</c:v>
                </c:pt>
                <c:pt idx="43405">
                  <c:v>25</c:v>
                </c:pt>
                <c:pt idx="43406">
                  <c:v>25.05</c:v>
                </c:pt>
                <c:pt idx="43407">
                  <c:v>25</c:v>
                </c:pt>
                <c:pt idx="43408">
                  <c:v>25</c:v>
                </c:pt>
                <c:pt idx="43409">
                  <c:v>25</c:v>
                </c:pt>
                <c:pt idx="43410">
                  <c:v>25</c:v>
                </c:pt>
                <c:pt idx="43411">
                  <c:v>25</c:v>
                </c:pt>
                <c:pt idx="43412">
                  <c:v>25</c:v>
                </c:pt>
                <c:pt idx="43413">
                  <c:v>25</c:v>
                </c:pt>
                <c:pt idx="43414">
                  <c:v>25</c:v>
                </c:pt>
                <c:pt idx="43415">
                  <c:v>25</c:v>
                </c:pt>
                <c:pt idx="43416">
                  <c:v>25</c:v>
                </c:pt>
                <c:pt idx="43417">
                  <c:v>25</c:v>
                </c:pt>
                <c:pt idx="43418">
                  <c:v>25</c:v>
                </c:pt>
                <c:pt idx="43419">
                  <c:v>25</c:v>
                </c:pt>
                <c:pt idx="43420">
                  <c:v>25</c:v>
                </c:pt>
                <c:pt idx="43421">
                  <c:v>25</c:v>
                </c:pt>
                <c:pt idx="43422">
                  <c:v>25.05</c:v>
                </c:pt>
                <c:pt idx="43423">
                  <c:v>25.05</c:v>
                </c:pt>
                <c:pt idx="43424">
                  <c:v>25.05</c:v>
                </c:pt>
                <c:pt idx="43425">
                  <c:v>25.05</c:v>
                </c:pt>
                <c:pt idx="43426">
                  <c:v>25</c:v>
                </c:pt>
                <c:pt idx="43427">
                  <c:v>25.05</c:v>
                </c:pt>
                <c:pt idx="43428">
                  <c:v>25.05</c:v>
                </c:pt>
                <c:pt idx="43429">
                  <c:v>25.05</c:v>
                </c:pt>
                <c:pt idx="43430">
                  <c:v>25</c:v>
                </c:pt>
                <c:pt idx="43431">
                  <c:v>25</c:v>
                </c:pt>
                <c:pt idx="43432">
                  <c:v>25</c:v>
                </c:pt>
                <c:pt idx="43433">
                  <c:v>25</c:v>
                </c:pt>
                <c:pt idx="43434">
                  <c:v>25</c:v>
                </c:pt>
                <c:pt idx="43435">
                  <c:v>25</c:v>
                </c:pt>
                <c:pt idx="43436">
                  <c:v>25</c:v>
                </c:pt>
                <c:pt idx="43437">
                  <c:v>25</c:v>
                </c:pt>
                <c:pt idx="43438">
                  <c:v>25</c:v>
                </c:pt>
                <c:pt idx="43439">
                  <c:v>25</c:v>
                </c:pt>
                <c:pt idx="43440">
                  <c:v>25</c:v>
                </c:pt>
                <c:pt idx="43441">
                  <c:v>25</c:v>
                </c:pt>
                <c:pt idx="43442">
                  <c:v>25</c:v>
                </c:pt>
                <c:pt idx="43443">
                  <c:v>25</c:v>
                </c:pt>
                <c:pt idx="43444">
                  <c:v>25</c:v>
                </c:pt>
                <c:pt idx="43445">
                  <c:v>25</c:v>
                </c:pt>
                <c:pt idx="43446">
                  <c:v>25</c:v>
                </c:pt>
                <c:pt idx="43447">
                  <c:v>25</c:v>
                </c:pt>
                <c:pt idx="43448">
                  <c:v>25</c:v>
                </c:pt>
                <c:pt idx="43449">
                  <c:v>25</c:v>
                </c:pt>
                <c:pt idx="43450">
                  <c:v>25</c:v>
                </c:pt>
                <c:pt idx="43451">
                  <c:v>25</c:v>
                </c:pt>
                <c:pt idx="43452">
                  <c:v>25</c:v>
                </c:pt>
                <c:pt idx="43453">
                  <c:v>25</c:v>
                </c:pt>
                <c:pt idx="43454">
                  <c:v>25</c:v>
                </c:pt>
                <c:pt idx="43455">
                  <c:v>25</c:v>
                </c:pt>
                <c:pt idx="43456">
                  <c:v>25</c:v>
                </c:pt>
                <c:pt idx="43457">
                  <c:v>25</c:v>
                </c:pt>
                <c:pt idx="43458">
                  <c:v>25</c:v>
                </c:pt>
                <c:pt idx="43459">
                  <c:v>25</c:v>
                </c:pt>
                <c:pt idx="43460">
                  <c:v>25</c:v>
                </c:pt>
                <c:pt idx="43461">
                  <c:v>25</c:v>
                </c:pt>
                <c:pt idx="43462">
                  <c:v>25</c:v>
                </c:pt>
                <c:pt idx="43463">
                  <c:v>25</c:v>
                </c:pt>
                <c:pt idx="43464">
                  <c:v>25</c:v>
                </c:pt>
                <c:pt idx="43465">
                  <c:v>25</c:v>
                </c:pt>
                <c:pt idx="43466">
                  <c:v>25</c:v>
                </c:pt>
                <c:pt idx="43467">
                  <c:v>25</c:v>
                </c:pt>
                <c:pt idx="43468">
                  <c:v>25</c:v>
                </c:pt>
                <c:pt idx="43469">
                  <c:v>25</c:v>
                </c:pt>
                <c:pt idx="43470">
                  <c:v>25</c:v>
                </c:pt>
                <c:pt idx="43471">
                  <c:v>25</c:v>
                </c:pt>
                <c:pt idx="43472">
                  <c:v>25</c:v>
                </c:pt>
                <c:pt idx="43473">
                  <c:v>25.05</c:v>
                </c:pt>
                <c:pt idx="43474">
                  <c:v>25.05</c:v>
                </c:pt>
                <c:pt idx="43475">
                  <c:v>25.05</c:v>
                </c:pt>
                <c:pt idx="43476">
                  <c:v>25</c:v>
                </c:pt>
                <c:pt idx="43477">
                  <c:v>25</c:v>
                </c:pt>
                <c:pt idx="43478">
                  <c:v>25</c:v>
                </c:pt>
                <c:pt idx="43479">
                  <c:v>25</c:v>
                </c:pt>
                <c:pt idx="43480">
                  <c:v>25</c:v>
                </c:pt>
                <c:pt idx="43481">
                  <c:v>25</c:v>
                </c:pt>
                <c:pt idx="43482">
                  <c:v>25</c:v>
                </c:pt>
                <c:pt idx="43483">
                  <c:v>25</c:v>
                </c:pt>
                <c:pt idx="43484">
                  <c:v>25.05</c:v>
                </c:pt>
                <c:pt idx="43485">
                  <c:v>25</c:v>
                </c:pt>
                <c:pt idx="43486">
                  <c:v>25.05</c:v>
                </c:pt>
                <c:pt idx="43487">
                  <c:v>25.05</c:v>
                </c:pt>
                <c:pt idx="43488">
                  <c:v>25.05</c:v>
                </c:pt>
                <c:pt idx="43489">
                  <c:v>25</c:v>
                </c:pt>
                <c:pt idx="43490">
                  <c:v>25</c:v>
                </c:pt>
                <c:pt idx="43491">
                  <c:v>25</c:v>
                </c:pt>
                <c:pt idx="43492">
                  <c:v>25.05</c:v>
                </c:pt>
                <c:pt idx="43493">
                  <c:v>25.05</c:v>
                </c:pt>
                <c:pt idx="43494">
                  <c:v>25.05</c:v>
                </c:pt>
                <c:pt idx="43495">
                  <c:v>25.05</c:v>
                </c:pt>
                <c:pt idx="43496">
                  <c:v>25</c:v>
                </c:pt>
                <c:pt idx="43497">
                  <c:v>25</c:v>
                </c:pt>
                <c:pt idx="43498">
                  <c:v>25</c:v>
                </c:pt>
                <c:pt idx="43499">
                  <c:v>25</c:v>
                </c:pt>
                <c:pt idx="43500">
                  <c:v>25</c:v>
                </c:pt>
                <c:pt idx="43501">
                  <c:v>25</c:v>
                </c:pt>
                <c:pt idx="43502">
                  <c:v>25</c:v>
                </c:pt>
                <c:pt idx="43503">
                  <c:v>25</c:v>
                </c:pt>
                <c:pt idx="43504">
                  <c:v>25</c:v>
                </c:pt>
                <c:pt idx="43505">
                  <c:v>25</c:v>
                </c:pt>
                <c:pt idx="43506">
                  <c:v>25</c:v>
                </c:pt>
                <c:pt idx="43507">
                  <c:v>25</c:v>
                </c:pt>
                <c:pt idx="43508">
                  <c:v>25</c:v>
                </c:pt>
                <c:pt idx="43509">
                  <c:v>25</c:v>
                </c:pt>
                <c:pt idx="43510">
                  <c:v>25</c:v>
                </c:pt>
                <c:pt idx="43511">
                  <c:v>25</c:v>
                </c:pt>
                <c:pt idx="43512">
                  <c:v>25</c:v>
                </c:pt>
                <c:pt idx="43513">
                  <c:v>25</c:v>
                </c:pt>
                <c:pt idx="43514">
                  <c:v>25</c:v>
                </c:pt>
                <c:pt idx="43515">
                  <c:v>25</c:v>
                </c:pt>
                <c:pt idx="43516">
                  <c:v>25</c:v>
                </c:pt>
                <c:pt idx="43517">
                  <c:v>25</c:v>
                </c:pt>
                <c:pt idx="43518">
                  <c:v>25</c:v>
                </c:pt>
                <c:pt idx="43519">
                  <c:v>25</c:v>
                </c:pt>
                <c:pt idx="43520">
                  <c:v>25.05</c:v>
                </c:pt>
                <c:pt idx="43521">
                  <c:v>25.05</c:v>
                </c:pt>
                <c:pt idx="43522">
                  <c:v>25.05</c:v>
                </c:pt>
                <c:pt idx="43523">
                  <c:v>25.05</c:v>
                </c:pt>
                <c:pt idx="43524">
                  <c:v>25.05</c:v>
                </c:pt>
                <c:pt idx="43525">
                  <c:v>25.05</c:v>
                </c:pt>
                <c:pt idx="43526">
                  <c:v>25.05</c:v>
                </c:pt>
                <c:pt idx="43527">
                  <c:v>25.05</c:v>
                </c:pt>
                <c:pt idx="43528">
                  <c:v>25.05</c:v>
                </c:pt>
                <c:pt idx="43529">
                  <c:v>25.05</c:v>
                </c:pt>
                <c:pt idx="43530">
                  <c:v>25.05</c:v>
                </c:pt>
                <c:pt idx="43531">
                  <c:v>25.05</c:v>
                </c:pt>
                <c:pt idx="43532">
                  <c:v>25.05</c:v>
                </c:pt>
                <c:pt idx="43533">
                  <c:v>25.05</c:v>
                </c:pt>
                <c:pt idx="43534">
                  <c:v>25.05</c:v>
                </c:pt>
                <c:pt idx="43535">
                  <c:v>25.05</c:v>
                </c:pt>
                <c:pt idx="43536">
                  <c:v>25.05</c:v>
                </c:pt>
                <c:pt idx="43537">
                  <c:v>25.05</c:v>
                </c:pt>
                <c:pt idx="43538">
                  <c:v>25.05</c:v>
                </c:pt>
                <c:pt idx="43539">
                  <c:v>25</c:v>
                </c:pt>
                <c:pt idx="43540">
                  <c:v>25.05</c:v>
                </c:pt>
                <c:pt idx="43541">
                  <c:v>25</c:v>
                </c:pt>
                <c:pt idx="43542">
                  <c:v>25.05</c:v>
                </c:pt>
                <c:pt idx="43543">
                  <c:v>25.05</c:v>
                </c:pt>
                <c:pt idx="43544">
                  <c:v>25.05</c:v>
                </c:pt>
                <c:pt idx="43545">
                  <c:v>25.05</c:v>
                </c:pt>
                <c:pt idx="43546">
                  <c:v>25.05</c:v>
                </c:pt>
                <c:pt idx="43547">
                  <c:v>25.05</c:v>
                </c:pt>
                <c:pt idx="43548">
                  <c:v>25.05</c:v>
                </c:pt>
                <c:pt idx="43549">
                  <c:v>25.05</c:v>
                </c:pt>
                <c:pt idx="43550">
                  <c:v>25.05</c:v>
                </c:pt>
                <c:pt idx="43551">
                  <c:v>25.05</c:v>
                </c:pt>
                <c:pt idx="43552">
                  <c:v>25.05</c:v>
                </c:pt>
                <c:pt idx="43553">
                  <c:v>25.05</c:v>
                </c:pt>
                <c:pt idx="43554">
                  <c:v>25.05</c:v>
                </c:pt>
                <c:pt idx="43555">
                  <c:v>25.05</c:v>
                </c:pt>
                <c:pt idx="43556">
                  <c:v>25.05</c:v>
                </c:pt>
                <c:pt idx="43557">
                  <c:v>25.05</c:v>
                </c:pt>
                <c:pt idx="43558">
                  <c:v>25.05</c:v>
                </c:pt>
                <c:pt idx="43559">
                  <c:v>25.05</c:v>
                </c:pt>
                <c:pt idx="43560">
                  <c:v>25.05</c:v>
                </c:pt>
                <c:pt idx="43561">
                  <c:v>25.05</c:v>
                </c:pt>
                <c:pt idx="43562">
                  <c:v>25.05</c:v>
                </c:pt>
                <c:pt idx="43563">
                  <c:v>25.05</c:v>
                </c:pt>
                <c:pt idx="43564">
                  <c:v>25.05</c:v>
                </c:pt>
                <c:pt idx="43565">
                  <c:v>25</c:v>
                </c:pt>
                <c:pt idx="43566">
                  <c:v>25</c:v>
                </c:pt>
                <c:pt idx="43567">
                  <c:v>25</c:v>
                </c:pt>
                <c:pt idx="43568">
                  <c:v>25</c:v>
                </c:pt>
                <c:pt idx="43569">
                  <c:v>25.05</c:v>
                </c:pt>
                <c:pt idx="43570">
                  <c:v>25</c:v>
                </c:pt>
                <c:pt idx="43571">
                  <c:v>25</c:v>
                </c:pt>
                <c:pt idx="43572">
                  <c:v>25</c:v>
                </c:pt>
                <c:pt idx="43573">
                  <c:v>25</c:v>
                </c:pt>
                <c:pt idx="43574">
                  <c:v>25</c:v>
                </c:pt>
                <c:pt idx="43575">
                  <c:v>25.05</c:v>
                </c:pt>
                <c:pt idx="43576">
                  <c:v>25.05</c:v>
                </c:pt>
                <c:pt idx="43577">
                  <c:v>25</c:v>
                </c:pt>
                <c:pt idx="43578">
                  <c:v>25.05</c:v>
                </c:pt>
                <c:pt idx="43579">
                  <c:v>25.05</c:v>
                </c:pt>
                <c:pt idx="43580">
                  <c:v>25.05</c:v>
                </c:pt>
                <c:pt idx="43581">
                  <c:v>25.05</c:v>
                </c:pt>
                <c:pt idx="43582">
                  <c:v>25.05</c:v>
                </c:pt>
                <c:pt idx="43583">
                  <c:v>25.05</c:v>
                </c:pt>
                <c:pt idx="43584">
                  <c:v>25.05</c:v>
                </c:pt>
                <c:pt idx="43585">
                  <c:v>25.05</c:v>
                </c:pt>
                <c:pt idx="43586">
                  <c:v>25.05</c:v>
                </c:pt>
                <c:pt idx="43587">
                  <c:v>25.05</c:v>
                </c:pt>
                <c:pt idx="43588">
                  <c:v>25.05</c:v>
                </c:pt>
                <c:pt idx="43589">
                  <c:v>25.05</c:v>
                </c:pt>
                <c:pt idx="43590">
                  <c:v>25.05</c:v>
                </c:pt>
                <c:pt idx="43591">
                  <c:v>25.05</c:v>
                </c:pt>
                <c:pt idx="43592">
                  <c:v>25.05</c:v>
                </c:pt>
                <c:pt idx="43593">
                  <c:v>25.05</c:v>
                </c:pt>
                <c:pt idx="43594">
                  <c:v>25</c:v>
                </c:pt>
                <c:pt idx="43595">
                  <c:v>25</c:v>
                </c:pt>
                <c:pt idx="43596">
                  <c:v>25</c:v>
                </c:pt>
                <c:pt idx="43597">
                  <c:v>25</c:v>
                </c:pt>
                <c:pt idx="43598">
                  <c:v>25</c:v>
                </c:pt>
                <c:pt idx="43599">
                  <c:v>25</c:v>
                </c:pt>
                <c:pt idx="43600">
                  <c:v>25</c:v>
                </c:pt>
                <c:pt idx="43601">
                  <c:v>25.05</c:v>
                </c:pt>
                <c:pt idx="43602">
                  <c:v>25</c:v>
                </c:pt>
                <c:pt idx="43603">
                  <c:v>25</c:v>
                </c:pt>
                <c:pt idx="43604">
                  <c:v>25</c:v>
                </c:pt>
                <c:pt idx="43605">
                  <c:v>25.05</c:v>
                </c:pt>
                <c:pt idx="43606">
                  <c:v>25.05</c:v>
                </c:pt>
                <c:pt idx="43607">
                  <c:v>25.05</c:v>
                </c:pt>
                <c:pt idx="43608">
                  <c:v>25.05</c:v>
                </c:pt>
                <c:pt idx="43609">
                  <c:v>25.05</c:v>
                </c:pt>
                <c:pt idx="43610">
                  <c:v>25.05</c:v>
                </c:pt>
                <c:pt idx="43611">
                  <c:v>25.05</c:v>
                </c:pt>
                <c:pt idx="43612">
                  <c:v>25.05</c:v>
                </c:pt>
                <c:pt idx="43613">
                  <c:v>25.05</c:v>
                </c:pt>
                <c:pt idx="43614">
                  <c:v>25.05</c:v>
                </c:pt>
                <c:pt idx="43615">
                  <c:v>25.05</c:v>
                </c:pt>
                <c:pt idx="43616">
                  <c:v>25.05</c:v>
                </c:pt>
                <c:pt idx="43617">
                  <c:v>25.05</c:v>
                </c:pt>
                <c:pt idx="43618">
                  <c:v>25.05</c:v>
                </c:pt>
                <c:pt idx="43619">
                  <c:v>25.05</c:v>
                </c:pt>
                <c:pt idx="43620">
                  <c:v>25.05</c:v>
                </c:pt>
                <c:pt idx="43621">
                  <c:v>25</c:v>
                </c:pt>
                <c:pt idx="43622">
                  <c:v>25</c:v>
                </c:pt>
                <c:pt idx="43623">
                  <c:v>25.05</c:v>
                </c:pt>
                <c:pt idx="43624">
                  <c:v>25</c:v>
                </c:pt>
                <c:pt idx="43625">
                  <c:v>25</c:v>
                </c:pt>
                <c:pt idx="43626">
                  <c:v>25.05</c:v>
                </c:pt>
                <c:pt idx="43627">
                  <c:v>25</c:v>
                </c:pt>
                <c:pt idx="43628">
                  <c:v>25</c:v>
                </c:pt>
                <c:pt idx="43629">
                  <c:v>25</c:v>
                </c:pt>
                <c:pt idx="43630">
                  <c:v>25</c:v>
                </c:pt>
                <c:pt idx="43631">
                  <c:v>25.05</c:v>
                </c:pt>
                <c:pt idx="43632">
                  <c:v>25.05</c:v>
                </c:pt>
                <c:pt idx="43633">
                  <c:v>25</c:v>
                </c:pt>
                <c:pt idx="43634">
                  <c:v>25.05</c:v>
                </c:pt>
                <c:pt idx="43635">
                  <c:v>25.05</c:v>
                </c:pt>
                <c:pt idx="43636">
                  <c:v>25.05</c:v>
                </c:pt>
                <c:pt idx="43637">
                  <c:v>25.05</c:v>
                </c:pt>
                <c:pt idx="43638">
                  <c:v>25.05</c:v>
                </c:pt>
                <c:pt idx="43639">
                  <c:v>25.05</c:v>
                </c:pt>
                <c:pt idx="43640">
                  <c:v>25.05</c:v>
                </c:pt>
                <c:pt idx="43641">
                  <c:v>25.05</c:v>
                </c:pt>
                <c:pt idx="43642">
                  <c:v>25.05</c:v>
                </c:pt>
                <c:pt idx="43643">
                  <c:v>25.05</c:v>
                </c:pt>
                <c:pt idx="43644">
                  <c:v>25.05</c:v>
                </c:pt>
                <c:pt idx="43645">
                  <c:v>25.05</c:v>
                </c:pt>
                <c:pt idx="43646">
                  <c:v>25.05</c:v>
                </c:pt>
                <c:pt idx="43647">
                  <c:v>25.05</c:v>
                </c:pt>
                <c:pt idx="43648">
                  <c:v>25</c:v>
                </c:pt>
                <c:pt idx="43649">
                  <c:v>25</c:v>
                </c:pt>
                <c:pt idx="43650">
                  <c:v>25</c:v>
                </c:pt>
                <c:pt idx="43651">
                  <c:v>25</c:v>
                </c:pt>
                <c:pt idx="43652">
                  <c:v>25</c:v>
                </c:pt>
                <c:pt idx="43653">
                  <c:v>25</c:v>
                </c:pt>
                <c:pt idx="43654">
                  <c:v>25</c:v>
                </c:pt>
                <c:pt idx="43655">
                  <c:v>25</c:v>
                </c:pt>
                <c:pt idx="43656">
                  <c:v>25</c:v>
                </c:pt>
                <c:pt idx="43657">
                  <c:v>25</c:v>
                </c:pt>
                <c:pt idx="43658">
                  <c:v>25</c:v>
                </c:pt>
                <c:pt idx="43659">
                  <c:v>25</c:v>
                </c:pt>
                <c:pt idx="43660">
                  <c:v>25</c:v>
                </c:pt>
                <c:pt idx="43661">
                  <c:v>25.05</c:v>
                </c:pt>
                <c:pt idx="43662">
                  <c:v>25</c:v>
                </c:pt>
                <c:pt idx="43663">
                  <c:v>25.05</c:v>
                </c:pt>
                <c:pt idx="43664">
                  <c:v>25.05</c:v>
                </c:pt>
                <c:pt idx="43665">
                  <c:v>25.05</c:v>
                </c:pt>
                <c:pt idx="43666">
                  <c:v>25.05</c:v>
                </c:pt>
                <c:pt idx="43667">
                  <c:v>25.05</c:v>
                </c:pt>
                <c:pt idx="43668">
                  <c:v>25.05</c:v>
                </c:pt>
                <c:pt idx="43669">
                  <c:v>25.05</c:v>
                </c:pt>
                <c:pt idx="43670">
                  <c:v>25.05</c:v>
                </c:pt>
                <c:pt idx="43671">
                  <c:v>25</c:v>
                </c:pt>
                <c:pt idx="43672">
                  <c:v>25.05</c:v>
                </c:pt>
                <c:pt idx="43673">
                  <c:v>25.05</c:v>
                </c:pt>
                <c:pt idx="43674">
                  <c:v>25.05</c:v>
                </c:pt>
                <c:pt idx="43675">
                  <c:v>25.05</c:v>
                </c:pt>
                <c:pt idx="43676">
                  <c:v>25.05</c:v>
                </c:pt>
                <c:pt idx="43677">
                  <c:v>25</c:v>
                </c:pt>
                <c:pt idx="43678">
                  <c:v>25</c:v>
                </c:pt>
                <c:pt idx="43679">
                  <c:v>25</c:v>
                </c:pt>
                <c:pt idx="43680">
                  <c:v>25</c:v>
                </c:pt>
                <c:pt idx="43681">
                  <c:v>25</c:v>
                </c:pt>
                <c:pt idx="43682">
                  <c:v>25</c:v>
                </c:pt>
                <c:pt idx="43683">
                  <c:v>25</c:v>
                </c:pt>
                <c:pt idx="43684">
                  <c:v>25</c:v>
                </c:pt>
                <c:pt idx="43685">
                  <c:v>25</c:v>
                </c:pt>
                <c:pt idx="43686">
                  <c:v>25</c:v>
                </c:pt>
                <c:pt idx="43687">
                  <c:v>25</c:v>
                </c:pt>
                <c:pt idx="43688">
                  <c:v>25</c:v>
                </c:pt>
                <c:pt idx="43689">
                  <c:v>25</c:v>
                </c:pt>
                <c:pt idx="43690">
                  <c:v>25</c:v>
                </c:pt>
                <c:pt idx="43691">
                  <c:v>25</c:v>
                </c:pt>
                <c:pt idx="43692">
                  <c:v>25</c:v>
                </c:pt>
                <c:pt idx="43693">
                  <c:v>25</c:v>
                </c:pt>
                <c:pt idx="43694">
                  <c:v>25</c:v>
                </c:pt>
                <c:pt idx="43695">
                  <c:v>25</c:v>
                </c:pt>
                <c:pt idx="43696">
                  <c:v>25</c:v>
                </c:pt>
                <c:pt idx="43697">
                  <c:v>25</c:v>
                </c:pt>
                <c:pt idx="43698">
                  <c:v>25</c:v>
                </c:pt>
                <c:pt idx="43699">
                  <c:v>25</c:v>
                </c:pt>
                <c:pt idx="43700">
                  <c:v>25.05</c:v>
                </c:pt>
                <c:pt idx="43701">
                  <c:v>25.05</c:v>
                </c:pt>
                <c:pt idx="43702">
                  <c:v>25</c:v>
                </c:pt>
                <c:pt idx="43703">
                  <c:v>25.05</c:v>
                </c:pt>
                <c:pt idx="43704">
                  <c:v>25</c:v>
                </c:pt>
                <c:pt idx="43705">
                  <c:v>25.05</c:v>
                </c:pt>
                <c:pt idx="43706">
                  <c:v>25</c:v>
                </c:pt>
                <c:pt idx="43707">
                  <c:v>25</c:v>
                </c:pt>
                <c:pt idx="43708">
                  <c:v>25</c:v>
                </c:pt>
                <c:pt idx="43709">
                  <c:v>25</c:v>
                </c:pt>
                <c:pt idx="43710">
                  <c:v>25</c:v>
                </c:pt>
                <c:pt idx="43711">
                  <c:v>25</c:v>
                </c:pt>
                <c:pt idx="43712">
                  <c:v>25</c:v>
                </c:pt>
                <c:pt idx="43713">
                  <c:v>25</c:v>
                </c:pt>
                <c:pt idx="43714">
                  <c:v>25</c:v>
                </c:pt>
                <c:pt idx="43715">
                  <c:v>25</c:v>
                </c:pt>
                <c:pt idx="43716">
                  <c:v>25</c:v>
                </c:pt>
                <c:pt idx="43717">
                  <c:v>25</c:v>
                </c:pt>
                <c:pt idx="43718">
                  <c:v>25</c:v>
                </c:pt>
                <c:pt idx="43719">
                  <c:v>25</c:v>
                </c:pt>
                <c:pt idx="43720">
                  <c:v>25</c:v>
                </c:pt>
                <c:pt idx="43721">
                  <c:v>25</c:v>
                </c:pt>
                <c:pt idx="43722">
                  <c:v>25.05</c:v>
                </c:pt>
                <c:pt idx="43723">
                  <c:v>25.05</c:v>
                </c:pt>
                <c:pt idx="43724">
                  <c:v>25</c:v>
                </c:pt>
                <c:pt idx="43725">
                  <c:v>25.05</c:v>
                </c:pt>
                <c:pt idx="43726">
                  <c:v>25.05</c:v>
                </c:pt>
                <c:pt idx="43727">
                  <c:v>25.05</c:v>
                </c:pt>
                <c:pt idx="43728">
                  <c:v>25.05</c:v>
                </c:pt>
                <c:pt idx="43729">
                  <c:v>25.05</c:v>
                </c:pt>
                <c:pt idx="43730">
                  <c:v>25</c:v>
                </c:pt>
                <c:pt idx="43731">
                  <c:v>25.05</c:v>
                </c:pt>
                <c:pt idx="43732">
                  <c:v>25</c:v>
                </c:pt>
                <c:pt idx="43733">
                  <c:v>25</c:v>
                </c:pt>
                <c:pt idx="43734">
                  <c:v>25</c:v>
                </c:pt>
                <c:pt idx="43735">
                  <c:v>25</c:v>
                </c:pt>
                <c:pt idx="43736">
                  <c:v>25</c:v>
                </c:pt>
                <c:pt idx="43737">
                  <c:v>25</c:v>
                </c:pt>
                <c:pt idx="43738">
                  <c:v>25</c:v>
                </c:pt>
                <c:pt idx="43739">
                  <c:v>25</c:v>
                </c:pt>
                <c:pt idx="43740">
                  <c:v>25</c:v>
                </c:pt>
                <c:pt idx="43741">
                  <c:v>25</c:v>
                </c:pt>
                <c:pt idx="43742">
                  <c:v>25</c:v>
                </c:pt>
                <c:pt idx="43743">
                  <c:v>25</c:v>
                </c:pt>
                <c:pt idx="43744">
                  <c:v>25.05</c:v>
                </c:pt>
                <c:pt idx="43745">
                  <c:v>25</c:v>
                </c:pt>
                <c:pt idx="43746">
                  <c:v>25</c:v>
                </c:pt>
                <c:pt idx="43747">
                  <c:v>25</c:v>
                </c:pt>
                <c:pt idx="43748">
                  <c:v>25</c:v>
                </c:pt>
                <c:pt idx="43749">
                  <c:v>25.05</c:v>
                </c:pt>
                <c:pt idx="43750">
                  <c:v>25</c:v>
                </c:pt>
                <c:pt idx="43751">
                  <c:v>25.05</c:v>
                </c:pt>
                <c:pt idx="43752">
                  <c:v>25.05</c:v>
                </c:pt>
                <c:pt idx="43753">
                  <c:v>25.05</c:v>
                </c:pt>
                <c:pt idx="43754">
                  <c:v>25.05</c:v>
                </c:pt>
                <c:pt idx="43755">
                  <c:v>25</c:v>
                </c:pt>
                <c:pt idx="43756">
                  <c:v>25</c:v>
                </c:pt>
                <c:pt idx="43757">
                  <c:v>25</c:v>
                </c:pt>
                <c:pt idx="43758">
                  <c:v>25</c:v>
                </c:pt>
                <c:pt idx="43759">
                  <c:v>25</c:v>
                </c:pt>
                <c:pt idx="43760">
                  <c:v>25</c:v>
                </c:pt>
                <c:pt idx="43761">
                  <c:v>25</c:v>
                </c:pt>
                <c:pt idx="43762">
                  <c:v>25</c:v>
                </c:pt>
                <c:pt idx="43763">
                  <c:v>25</c:v>
                </c:pt>
                <c:pt idx="43764">
                  <c:v>25</c:v>
                </c:pt>
                <c:pt idx="43765">
                  <c:v>25</c:v>
                </c:pt>
                <c:pt idx="43766">
                  <c:v>25</c:v>
                </c:pt>
                <c:pt idx="43767">
                  <c:v>25</c:v>
                </c:pt>
                <c:pt idx="43768">
                  <c:v>25</c:v>
                </c:pt>
                <c:pt idx="43769">
                  <c:v>25</c:v>
                </c:pt>
                <c:pt idx="43770">
                  <c:v>25</c:v>
                </c:pt>
                <c:pt idx="43771">
                  <c:v>25</c:v>
                </c:pt>
                <c:pt idx="43772">
                  <c:v>25</c:v>
                </c:pt>
                <c:pt idx="43773">
                  <c:v>25</c:v>
                </c:pt>
                <c:pt idx="43774">
                  <c:v>25</c:v>
                </c:pt>
                <c:pt idx="43775">
                  <c:v>25</c:v>
                </c:pt>
                <c:pt idx="43776">
                  <c:v>25</c:v>
                </c:pt>
                <c:pt idx="43777">
                  <c:v>25</c:v>
                </c:pt>
                <c:pt idx="43778">
                  <c:v>25</c:v>
                </c:pt>
                <c:pt idx="43779">
                  <c:v>25</c:v>
                </c:pt>
                <c:pt idx="43780">
                  <c:v>25</c:v>
                </c:pt>
                <c:pt idx="43781">
                  <c:v>25</c:v>
                </c:pt>
                <c:pt idx="43782">
                  <c:v>25</c:v>
                </c:pt>
                <c:pt idx="43783">
                  <c:v>25</c:v>
                </c:pt>
                <c:pt idx="43784">
                  <c:v>25</c:v>
                </c:pt>
                <c:pt idx="43785">
                  <c:v>25</c:v>
                </c:pt>
                <c:pt idx="43786">
                  <c:v>25</c:v>
                </c:pt>
                <c:pt idx="43787">
                  <c:v>25</c:v>
                </c:pt>
                <c:pt idx="43788">
                  <c:v>25</c:v>
                </c:pt>
                <c:pt idx="43789">
                  <c:v>25</c:v>
                </c:pt>
                <c:pt idx="43790">
                  <c:v>25</c:v>
                </c:pt>
                <c:pt idx="43791">
                  <c:v>25</c:v>
                </c:pt>
                <c:pt idx="43792">
                  <c:v>25</c:v>
                </c:pt>
                <c:pt idx="43793">
                  <c:v>25</c:v>
                </c:pt>
                <c:pt idx="43794">
                  <c:v>25</c:v>
                </c:pt>
                <c:pt idx="43795">
                  <c:v>25</c:v>
                </c:pt>
                <c:pt idx="43796">
                  <c:v>25</c:v>
                </c:pt>
                <c:pt idx="43797">
                  <c:v>25</c:v>
                </c:pt>
                <c:pt idx="43798">
                  <c:v>25</c:v>
                </c:pt>
                <c:pt idx="43799">
                  <c:v>25</c:v>
                </c:pt>
                <c:pt idx="43800">
                  <c:v>25</c:v>
                </c:pt>
                <c:pt idx="43801">
                  <c:v>25</c:v>
                </c:pt>
                <c:pt idx="43802">
                  <c:v>25</c:v>
                </c:pt>
                <c:pt idx="43803">
                  <c:v>25</c:v>
                </c:pt>
                <c:pt idx="43804">
                  <c:v>25</c:v>
                </c:pt>
                <c:pt idx="43805">
                  <c:v>25</c:v>
                </c:pt>
                <c:pt idx="43806">
                  <c:v>25</c:v>
                </c:pt>
                <c:pt idx="43807">
                  <c:v>25</c:v>
                </c:pt>
                <c:pt idx="43808">
                  <c:v>25</c:v>
                </c:pt>
                <c:pt idx="43809">
                  <c:v>25</c:v>
                </c:pt>
                <c:pt idx="43810">
                  <c:v>25</c:v>
                </c:pt>
                <c:pt idx="43811">
                  <c:v>25</c:v>
                </c:pt>
                <c:pt idx="43812">
                  <c:v>25</c:v>
                </c:pt>
                <c:pt idx="43813">
                  <c:v>25</c:v>
                </c:pt>
                <c:pt idx="43814">
                  <c:v>25</c:v>
                </c:pt>
                <c:pt idx="43815">
                  <c:v>25</c:v>
                </c:pt>
                <c:pt idx="43816">
                  <c:v>25</c:v>
                </c:pt>
                <c:pt idx="43817">
                  <c:v>25</c:v>
                </c:pt>
                <c:pt idx="43818">
                  <c:v>25</c:v>
                </c:pt>
                <c:pt idx="43819">
                  <c:v>25</c:v>
                </c:pt>
                <c:pt idx="43820">
                  <c:v>25</c:v>
                </c:pt>
                <c:pt idx="43821">
                  <c:v>25</c:v>
                </c:pt>
                <c:pt idx="43822">
                  <c:v>25</c:v>
                </c:pt>
                <c:pt idx="43823">
                  <c:v>25</c:v>
                </c:pt>
                <c:pt idx="43824">
                  <c:v>25</c:v>
                </c:pt>
                <c:pt idx="43825">
                  <c:v>25</c:v>
                </c:pt>
                <c:pt idx="43826">
                  <c:v>25</c:v>
                </c:pt>
                <c:pt idx="43827">
                  <c:v>25</c:v>
                </c:pt>
                <c:pt idx="43828">
                  <c:v>25</c:v>
                </c:pt>
                <c:pt idx="43829">
                  <c:v>25</c:v>
                </c:pt>
                <c:pt idx="43830">
                  <c:v>25</c:v>
                </c:pt>
                <c:pt idx="43831">
                  <c:v>25</c:v>
                </c:pt>
                <c:pt idx="43832">
                  <c:v>25</c:v>
                </c:pt>
                <c:pt idx="43833">
                  <c:v>25</c:v>
                </c:pt>
                <c:pt idx="43834">
                  <c:v>25</c:v>
                </c:pt>
                <c:pt idx="43835">
                  <c:v>25</c:v>
                </c:pt>
                <c:pt idx="43836">
                  <c:v>25</c:v>
                </c:pt>
                <c:pt idx="43837">
                  <c:v>25</c:v>
                </c:pt>
                <c:pt idx="43838">
                  <c:v>25</c:v>
                </c:pt>
                <c:pt idx="43839">
                  <c:v>25</c:v>
                </c:pt>
                <c:pt idx="43840">
                  <c:v>25</c:v>
                </c:pt>
                <c:pt idx="43841">
                  <c:v>25</c:v>
                </c:pt>
                <c:pt idx="43842">
                  <c:v>25</c:v>
                </c:pt>
                <c:pt idx="43843">
                  <c:v>25</c:v>
                </c:pt>
                <c:pt idx="43844">
                  <c:v>25</c:v>
                </c:pt>
                <c:pt idx="43845">
                  <c:v>25</c:v>
                </c:pt>
                <c:pt idx="43846">
                  <c:v>25</c:v>
                </c:pt>
                <c:pt idx="43847">
                  <c:v>25</c:v>
                </c:pt>
                <c:pt idx="43848">
                  <c:v>25</c:v>
                </c:pt>
                <c:pt idx="43849">
                  <c:v>25</c:v>
                </c:pt>
                <c:pt idx="43850">
                  <c:v>25</c:v>
                </c:pt>
                <c:pt idx="43851">
                  <c:v>25</c:v>
                </c:pt>
                <c:pt idx="43852">
                  <c:v>25</c:v>
                </c:pt>
                <c:pt idx="43853">
                  <c:v>25</c:v>
                </c:pt>
                <c:pt idx="43854">
                  <c:v>25</c:v>
                </c:pt>
                <c:pt idx="43855">
                  <c:v>25</c:v>
                </c:pt>
                <c:pt idx="43856">
                  <c:v>25</c:v>
                </c:pt>
                <c:pt idx="43857">
                  <c:v>25</c:v>
                </c:pt>
                <c:pt idx="43858">
                  <c:v>25</c:v>
                </c:pt>
                <c:pt idx="43859">
                  <c:v>25</c:v>
                </c:pt>
                <c:pt idx="43860">
                  <c:v>25</c:v>
                </c:pt>
                <c:pt idx="43861">
                  <c:v>25</c:v>
                </c:pt>
                <c:pt idx="43862">
                  <c:v>25</c:v>
                </c:pt>
                <c:pt idx="43863">
                  <c:v>25</c:v>
                </c:pt>
                <c:pt idx="43864">
                  <c:v>25</c:v>
                </c:pt>
                <c:pt idx="43865">
                  <c:v>25</c:v>
                </c:pt>
                <c:pt idx="43866">
                  <c:v>25</c:v>
                </c:pt>
                <c:pt idx="43867">
                  <c:v>25</c:v>
                </c:pt>
                <c:pt idx="43868">
                  <c:v>25</c:v>
                </c:pt>
                <c:pt idx="43869">
                  <c:v>25</c:v>
                </c:pt>
                <c:pt idx="43870">
                  <c:v>25</c:v>
                </c:pt>
                <c:pt idx="43871">
                  <c:v>25</c:v>
                </c:pt>
                <c:pt idx="43872">
                  <c:v>25</c:v>
                </c:pt>
                <c:pt idx="43873">
                  <c:v>25</c:v>
                </c:pt>
                <c:pt idx="43874">
                  <c:v>25</c:v>
                </c:pt>
                <c:pt idx="43875">
                  <c:v>25</c:v>
                </c:pt>
                <c:pt idx="43876">
                  <c:v>25</c:v>
                </c:pt>
                <c:pt idx="43877">
                  <c:v>25</c:v>
                </c:pt>
                <c:pt idx="43878">
                  <c:v>25</c:v>
                </c:pt>
                <c:pt idx="43879">
                  <c:v>25</c:v>
                </c:pt>
                <c:pt idx="43880">
                  <c:v>25</c:v>
                </c:pt>
                <c:pt idx="43881">
                  <c:v>25</c:v>
                </c:pt>
                <c:pt idx="43882">
                  <c:v>25</c:v>
                </c:pt>
                <c:pt idx="43883">
                  <c:v>25</c:v>
                </c:pt>
                <c:pt idx="43884">
                  <c:v>25</c:v>
                </c:pt>
                <c:pt idx="43885">
                  <c:v>25</c:v>
                </c:pt>
                <c:pt idx="43886">
                  <c:v>25</c:v>
                </c:pt>
                <c:pt idx="43887">
                  <c:v>25</c:v>
                </c:pt>
                <c:pt idx="43888">
                  <c:v>25</c:v>
                </c:pt>
                <c:pt idx="43889">
                  <c:v>25</c:v>
                </c:pt>
                <c:pt idx="43890">
                  <c:v>25</c:v>
                </c:pt>
                <c:pt idx="43891">
                  <c:v>25</c:v>
                </c:pt>
                <c:pt idx="43892">
                  <c:v>25</c:v>
                </c:pt>
                <c:pt idx="43893">
                  <c:v>25</c:v>
                </c:pt>
                <c:pt idx="43894">
                  <c:v>25</c:v>
                </c:pt>
                <c:pt idx="43895">
                  <c:v>25</c:v>
                </c:pt>
                <c:pt idx="43896">
                  <c:v>25</c:v>
                </c:pt>
                <c:pt idx="43897">
                  <c:v>25</c:v>
                </c:pt>
                <c:pt idx="43898">
                  <c:v>25</c:v>
                </c:pt>
                <c:pt idx="43899">
                  <c:v>25</c:v>
                </c:pt>
                <c:pt idx="43900">
                  <c:v>25</c:v>
                </c:pt>
                <c:pt idx="43901">
                  <c:v>25</c:v>
                </c:pt>
                <c:pt idx="43902">
                  <c:v>25</c:v>
                </c:pt>
                <c:pt idx="43903">
                  <c:v>25</c:v>
                </c:pt>
                <c:pt idx="43904">
                  <c:v>25</c:v>
                </c:pt>
                <c:pt idx="43905">
                  <c:v>25</c:v>
                </c:pt>
                <c:pt idx="43906">
                  <c:v>25</c:v>
                </c:pt>
                <c:pt idx="43907">
                  <c:v>25</c:v>
                </c:pt>
                <c:pt idx="43908">
                  <c:v>25</c:v>
                </c:pt>
                <c:pt idx="43909">
                  <c:v>24.95</c:v>
                </c:pt>
                <c:pt idx="43910">
                  <c:v>24.95</c:v>
                </c:pt>
                <c:pt idx="43911">
                  <c:v>25</c:v>
                </c:pt>
                <c:pt idx="43912">
                  <c:v>25</c:v>
                </c:pt>
                <c:pt idx="43913">
                  <c:v>25</c:v>
                </c:pt>
                <c:pt idx="43914">
                  <c:v>25</c:v>
                </c:pt>
                <c:pt idx="43915">
                  <c:v>25</c:v>
                </c:pt>
                <c:pt idx="43916">
                  <c:v>25</c:v>
                </c:pt>
                <c:pt idx="43917">
                  <c:v>25</c:v>
                </c:pt>
                <c:pt idx="43918">
                  <c:v>25</c:v>
                </c:pt>
                <c:pt idx="43919">
                  <c:v>25</c:v>
                </c:pt>
                <c:pt idx="43920">
                  <c:v>25</c:v>
                </c:pt>
                <c:pt idx="43921">
                  <c:v>25</c:v>
                </c:pt>
                <c:pt idx="43922">
                  <c:v>25</c:v>
                </c:pt>
                <c:pt idx="43923">
                  <c:v>25</c:v>
                </c:pt>
                <c:pt idx="43924">
                  <c:v>25</c:v>
                </c:pt>
                <c:pt idx="43925">
                  <c:v>25</c:v>
                </c:pt>
                <c:pt idx="43926">
                  <c:v>25</c:v>
                </c:pt>
                <c:pt idx="43927">
                  <c:v>25</c:v>
                </c:pt>
                <c:pt idx="43928">
                  <c:v>25</c:v>
                </c:pt>
                <c:pt idx="43929">
                  <c:v>25</c:v>
                </c:pt>
                <c:pt idx="43930">
                  <c:v>25</c:v>
                </c:pt>
                <c:pt idx="43931">
                  <c:v>25</c:v>
                </c:pt>
                <c:pt idx="43932">
                  <c:v>25</c:v>
                </c:pt>
                <c:pt idx="43933">
                  <c:v>25</c:v>
                </c:pt>
                <c:pt idx="43934">
                  <c:v>25</c:v>
                </c:pt>
                <c:pt idx="43935">
                  <c:v>25</c:v>
                </c:pt>
                <c:pt idx="43936">
                  <c:v>25</c:v>
                </c:pt>
                <c:pt idx="43937">
                  <c:v>24.95</c:v>
                </c:pt>
                <c:pt idx="43938">
                  <c:v>25</c:v>
                </c:pt>
                <c:pt idx="43939">
                  <c:v>24.95</c:v>
                </c:pt>
                <c:pt idx="43940">
                  <c:v>25</c:v>
                </c:pt>
                <c:pt idx="43941">
                  <c:v>25</c:v>
                </c:pt>
                <c:pt idx="43942">
                  <c:v>25</c:v>
                </c:pt>
                <c:pt idx="43943">
                  <c:v>25</c:v>
                </c:pt>
                <c:pt idx="43944">
                  <c:v>25</c:v>
                </c:pt>
                <c:pt idx="43945">
                  <c:v>25</c:v>
                </c:pt>
                <c:pt idx="43946">
                  <c:v>25</c:v>
                </c:pt>
                <c:pt idx="43947">
                  <c:v>25</c:v>
                </c:pt>
                <c:pt idx="43948">
                  <c:v>25</c:v>
                </c:pt>
                <c:pt idx="43949">
                  <c:v>25</c:v>
                </c:pt>
                <c:pt idx="43950">
                  <c:v>25</c:v>
                </c:pt>
                <c:pt idx="43951">
                  <c:v>25</c:v>
                </c:pt>
                <c:pt idx="43952">
                  <c:v>25</c:v>
                </c:pt>
                <c:pt idx="43953">
                  <c:v>25</c:v>
                </c:pt>
                <c:pt idx="43954">
                  <c:v>25</c:v>
                </c:pt>
                <c:pt idx="43955">
                  <c:v>25</c:v>
                </c:pt>
                <c:pt idx="43956">
                  <c:v>25</c:v>
                </c:pt>
                <c:pt idx="43957">
                  <c:v>25</c:v>
                </c:pt>
                <c:pt idx="43958">
                  <c:v>25</c:v>
                </c:pt>
                <c:pt idx="43959">
                  <c:v>25</c:v>
                </c:pt>
                <c:pt idx="43960">
                  <c:v>25</c:v>
                </c:pt>
                <c:pt idx="43961">
                  <c:v>25</c:v>
                </c:pt>
                <c:pt idx="43962">
                  <c:v>25</c:v>
                </c:pt>
                <c:pt idx="43963">
                  <c:v>25</c:v>
                </c:pt>
                <c:pt idx="43964">
                  <c:v>25</c:v>
                </c:pt>
                <c:pt idx="43965">
                  <c:v>25</c:v>
                </c:pt>
                <c:pt idx="43966">
                  <c:v>25</c:v>
                </c:pt>
                <c:pt idx="43967">
                  <c:v>25</c:v>
                </c:pt>
                <c:pt idx="43968">
                  <c:v>25</c:v>
                </c:pt>
                <c:pt idx="43969">
                  <c:v>25</c:v>
                </c:pt>
                <c:pt idx="43970">
                  <c:v>25</c:v>
                </c:pt>
                <c:pt idx="43971">
                  <c:v>25</c:v>
                </c:pt>
                <c:pt idx="43972">
                  <c:v>25</c:v>
                </c:pt>
                <c:pt idx="43973">
                  <c:v>25</c:v>
                </c:pt>
                <c:pt idx="43974">
                  <c:v>25</c:v>
                </c:pt>
                <c:pt idx="43975">
                  <c:v>25</c:v>
                </c:pt>
                <c:pt idx="43976">
                  <c:v>25</c:v>
                </c:pt>
                <c:pt idx="43977">
                  <c:v>25</c:v>
                </c:pt>
                <c:pt idx="43978">
                  <c:v>25</c:v>
                </c:pt>
                <c:pt idx="43979">
                  <c:v>25</c:v>
                </c:pt>
                <c:pt idx="43980">
                  <c:v>25</c:v>
                </c:pt>
                <c:pt idx="43981">
                  <c:v>25</c:v>
                </c:pt>
                <c:pt idx="43982">
                  <c:v>25</c:v>
                </c:pt>
                <c:pt idx="43983">
                  <c:v>25</c:v>
                </c:pt>
                <c:pt idx="43984">
                  <c:v>25</c:v>
                </c:pt>
                <c:pt idx="43985">
                  <c:v>25</c:v>
                </c:pt>
                <c:pt idx="43986">
                  <c:v>25</c:v>
                </c:pt>
                <c:pt idx="43987">
                  <c:v>25</c:v>
                </c:pt>
                <c:pt idx="43988">
                  <c:v>25</c:v>
                </c:pt>
                <c:pt idx="43989">
                  <c:v>25</c:v>
                </c:pt>
                <c:pt idx="43990">
                  <c:v>25</c:v>
                </c:pt>
                <c:pt idx="43991">
                  <c:v>25</c:v>
                </c:pt>
                <c:pt idx="43992">
                  <c:v>25</c:v>
                </c:pt>
                <c:pt idx="43993">
                  <c:v>25</c:v>
                </c:pt>
                <c:pt idx="43994">
                  <c:v>25</c:v>
                </c:pt>
                <c:pt idx="43995">
                  <c:v>25</c:v>
                </c:pt>
                <c:pt idx="43996">
                  <c:v>25</c:v>
                </c:pt>
                <c:pt idx="43997">
                  <c:v>25</c:v>
                </c:pt>
                <c:pt idx="43998">
                  <c:v>25</c:v>
                </c:pt>
                <c:pt idx="43999">
                  <c:v>25</c:v>
                </c:pt>
                <c:pt idx="44000">
                  <c:v>25</c:v>
                </c:pt>
                <c:pt idx="44001">
                  <c:v>25</c:v>
                </c:pt>
                <c:pt idx="44002">
                  <c:v>25</c:v>
                </c:pt>
                <c:pt idx="44003">
                  <c:v>25</c:v>
                </c:pt>
                <c:pt idx="44004">
                  <c:v>25</c:v>
                </c:pt>
                <c:pt idx="44005">
                  <c:v>25</c:v>
                </c:pt>
                <c:pt idx="44006">
                  <c:v>25</c:v>
                </c:pt>
                <c:pt idx="44007">
                  <c:v>25</c:v>
                </c:pt>
                <c:pt idx="44008">
                  <c:v>25</c:v>
                </c:pt>
                <c:pt idx="44009">
                  <c:v>25</c:v>
                </c:pt>
                <c:pt idx="44010">
                  <c:v>25</c:v>
                </c:pt>
                <c:pt idx="44011">
                  <c:v>25</c:v>
                </c:pt>
                <c:pt idx="44012">
                  <c:v>25</c:v>
                </c:pt>
                <c:pt idx="44013">
                  <c:v>25</c:v>
                </c:pt>
                <c:pt idx="44014">
                  <c:v>25</c:v>
                </c:pt>
                <c:pt idx="44015">
                  <c:v>25</c:v>
                </c:pt>
                <c:pt idx="44016">
                  <c:v>25</c:v>
                </c:pt>
                <c:pt idx="44017">
                  <c:v>25</c:v>
                </c:pt>
                <c:pt idx="44018">
                  <c:v>25</c:v>
                </c:pt>
                <c:pt idx="44019">
                  <c:v>25</c:v>
                </c:pt>
                <c:pt idx="44020">
                  <c:v>25</c:v>
                </c:pt>
                <c:pt idx="44021">
                  <c:v>25</c:v>
                </c:pt>
                <c:pt idx="44022">
                  <c:v>25</c:v>
                </c:pt>
                <c:pt idx="44023">
                  <c:v>25</c:v>
                </c:pt>
                <c:pt idx="44024">
                  <c:v>25</c:v>
                </c:pt>
                <c:pt idx="44025">
                  <c:v>25</c:v>
                </c:pt>
                <c:pt idx="44026">
                  <c:v>25</c:v>
                </c:pt>
                <c:pt idx="44027">
                  <c:v>25</c:v>
                </c:pt>
                <c:pt idx="44028">
                  <c:v>25</c:v>
                </c:pt>
                <c:pt idx="44029">
                  <c:v>25</c:v>
                </c:pt>
                <c:pt idx="44030">
                  <c:v>25</c:v>
                </c:pt>
                <c:pt idx="44031">
                  <c:v>25</c:v>
                </c:pt>
                <c:pt idx="44032">
                  <c:v>25</c:v>
                </c:pt>
                <c:pt idx="44033">
                  <c:v>25.05</c:v>
                </c:pt>
                <c:pt idx="44034">
                  <c:v>25.05</c:v>
                </c:pt>
                <c:pt idx="44035">
                  <c:v>25.05</c:v>
                </c:pt>
                <c:pt idx="44036">
                  <c:v>25.05</c:v>
                </c:pt>
                <c:pt idx="44037">
                  <c:v>25</c:v>
                </c:pt>
                <c:pt idx="44038">
                  <c:v>25</c:v>
                </c:pt>
                <c:pt idx="44039">
                  <c:v>25.05</c:v>
                </c:pt>
                <c:pt idx="44040">
                  <c:v>25</c:v>
                </c:pt>
                <c:pt idx="44041">
                  <c:v>25</c:v>
                </c:pt>
                <c:pt idx="44042">
                  <c:v>25</c:v>
                </c:pt>
                <c:pt idx="44043">
                  <c:v>25</c:v>
                </c:pt>
                <c:pt idx="44044">
                  <c:v>25</c:v>
                </c:pt>
                <c:pt idx="44045">
                  <c:v>25</c:v>
                </c:pt>
                <c:pt idx="44046">
                  <c:v>25</c:v>
                </c:pt>
                <c:pt idx="44047">
                  <c:v>25</c:v>
                </c:pt>
                <c:pt idx="44048">
                  <c:v>25</c:v>
                </c:pt>
                <c:pt idx="44049">
                  <c:v>25</c:v>
                </c:pt>
                <c:pt idx="44050">
                  <c:v>25</c:v>
                </c:pt>
                <c:pt idx="44051">
                  <c:v>24.95</c:v>
                </c:pt>
                <c:pt idx="44052">
                  <c:v>25</c:v>
                </c:pt>
                <c:pt idx="44053">
                  <c:v>25</c:v>
                </c:pt>
                <c:pt idx="44054">
                  <c:v>25</c:v>
                </c:pt>
                <c:pt idx="44055">
                  <c:v>25</c:v>
                </c:pt>
                <c:pt idx="44056">
                  <c:v>25</c:v>
                </c:pt>
                <c:pt idx="44057">
                  <c:v>25</c:v>
                </c:pt>
                <c:pt idx="44058">
                  <c:v>25</c:v>
                </c:pt>
                <c:pt idx="44059">
                  <c:v>25</c:v>
                </c:pt>
                <c:pt idx="44060">
                  <c:v>25</c:v>
                </c:pt>
                <c:pt idx="44061">
                  <c:v>25</c:v>
                </c:pt>
                <c:pt idx="44062">
                  <c:v>25</c:v>
                </c:pt>
                <c:pt idx="44063">
                  <c:v>25</c:v>
                </c:pt>
                <c:pt idx="44064">
                  <c:v>25</c:v>
                </c:pt>
                <c:pt idx="44065">
                  <c:v>25</c:v>
                </c:pt>
                <c:pt idx="44066">
                  <c:v>25</c:v>
                </c:pt>
                <c:pt idx="44067">
                  <c:v>25</c:v>
                </c:pt>
                <c:pt idx="44068">
                  <c:v>25</c:v>
                </c:pt>
                <c:pt idx="44069">
                  <c:v>25</c:v>
                </c:pt>
                <c:pt idx="44070">
                  <c:v>25</c:v>
                </c:pt>
                <c:pt idx="44071">
                  <c:v>25</c:v>
                </c:pt>
                <c:pt idx="44072">
                  <c:v>25</c:v>
                </c:pt>
                <c:pt idx="44073">
                  <c:v>25</c:v>
                </c:pt>
                <c:pt idx="44074">
                  <c:v>25</c:v>
                </c:pt>
                <c:pt idx="44075">
                  <c:v>25</c:v>
                </c:pt>
                <c:pt idx="44076">
                  <c:v>25</c:v>
                </c:pt>
                <c:pt idx="44077">
                  <c:v>25</c:v>
                </c:pt>
                <c:pt idx="44078">
                  <c:v>24.95</c:v>
                </c:pt>
                <c:pt idx="44079">
                  <c:v>24.95</c:v>
                </c:pt>
                <c:pt idx="44080">
                  <c:v>24.95</c:v>
                </c:pt>
                <c:pt idx="44081">
                  <c:v>24.95</c:v>
                </c:pt>
                <c:pt idx="44082">
                  <c:v>24.95</c:v>
                </c:pt>
                <c:pt idx="44083">
                  <c:v>24.95</c:v>
                </c:pt>
                <c:pt idx="44084">
                  <c:v>24.95</c:v>
                </c:pt>
                <c:pt idx="44085">
                  <c:v>25</c:v>
                </c:pt>
                <c:pt idx="44086">
                  <c:v>25</c:v>
                </c:pt>
                <c:pt idx="44087">
                  <c:v>25</c:v>
                </c:pt>
                <c:pt idx="44088">
                  <c:v>25</c:v>
                </c:pt>
                <c:pt idx="44089">
                  <c:v>25</c:v>
                </c:pt>
                <c:pt idx="44090">
                  <c:v>25</c:v>
                </c:pt>
                <c:pt idx="44091">
                  <c:v>25</c:v>
                </c:pt>
                <c:pt idx="44092">
                  <c:v>25</c:v>
                </c:pt>
                <c:pt idx="44093">
                  <c:v>25</c:v>
                </c:pt>
                <c:pt idx="44094">
                  <c:v>25</c:v>
                </c:pt>
                <c:pt idx="44095">
                  <c:v>25</c:v>
                </c:pt>
                <c:pt idx="44096">
                  <c:v>25</c:v>
                </c:pt>
                <c:pt idx="44097">
                  <c:v>25</c:v>
                </c:pt>
                <c:pt idx="44098">
                  <c:v>25</c:v>
                </c:pt>
                <c:pt idx="44099">
                  <c:v>25</c:v>
                </c:pt>
                <c:pt idx="44100">
                  <c:v>25</c:v>
                </c:pt>
                <c:pt idx="44101">
                  <c:v>25</c:v>
                </c:pt>
                <c:pt idx="44102">
                  <c:v>25</c:v>
                </c:pt>
                <c:pt idx="44103">
                  <c:v>25</c:v>
                </c:pt>
                <c:pt idx="44104">
                  <c:v>25</c:v>
                </c:pt>
                <c:pt idx="44105">
                  <c:v>24.95</c:v>
                </c:pt>
                <c:pt idx="44106">
                  <c:v>24.95</c:v>
                </c:pt>
                <c:pt idx="44107">
                  <c:v>24.95</c:v>
                </c:pt>
                <c:pt idx="44108">
                  <c:v>24.95</c:v>
                </c:pt>
                <c:pt idx="44109">
                  <c:v>24.95</c:v>
                </c:pt>
                <c:pt idx="44110">
                  <c:v>24.95</c:v>
                </c:pt>
                <c:pt idx="44111">
                  <c:v>24.95</c:v>
                </c:pt>
                <c:pt idx="44112">
                  <c:v>24.95</c:v>
                </c:pt>
                <c:pt idx="44113">
                  <c:v>24.95</c:v>
                </c:pt>
                <c:pt idx="44114">
                  <c:v>25</c:v>
                </c:pt>
                <c:pt idx="44115">
                  <c:v>25</c:v>
                </c:pt>
                <c:pt idx="44116">
                  <c:v>25</c:v>
                </c:pt>
                <c:pt idx="44117">
                  <c:v>25</c:v>
                </c:pt>
                <c:pt idx="44118">
                  <c:v>25</c:v>
                </c:pt>
                <c:pt idx="44119">
                  <c:v>25</c:v>
                </c:pt>
                <c:pt idx="44120">
                  <c:v>25</c:v>
                </c:pt>
                <c:pt idx="44121">
                  <c:v>25</c:v>
                </c:pt>
                <c:pt idx="44122">
                  <c:v>25</c:v>
                </c:pt>
                <c:pt idx="44123">
                  <c:v>25</c:v>
                </c:pt>
                <c:pt idx="44124">
                  <c:v>25</c:v>
                </c:pt>
                <c:pt idx="44125">
                  <c:v>25</c:v>
                </c:pt>
                <c:pt idx="44126">
                  <c:v>25</c:v>
                </c:pt>
                <c:pt idx="44127">
                  <c:v>25</c:v>
                </c:pt>
                <c:pt idx="44128">
                  <c:v>25</c:v>
                </c:pt>
                <c:pt idx="44129">
                  <c:v>25</c:v>
                </c:pt>
                <c:pt idx="44130">
                  <c:v>25</c:v>
                </c:pt>
                <c:pt idx="44131">
                  <c:v>25</c:v>
                </c:pt>
                <c:pt idx="44132">
                  <c:v>24.95</c:v>
                </c:pt>
                <c:pt idx="44133">
                  <c:v>24.95</c:v>
                </c:pt>
                <c:pt idx="44134">
                  <c:v>24.95</c:v>
                </c:pt>
                <c:pt idx="44135">
                  <c:v>24.95</c:v>
                </c:pt>
                <c:pt idx="44136">
                  <c:v>24.95</c:v>
                </c:pt>
                <c:pt idx="44137">
                  <c:v>24.95</c:v>
                </c:pt>
                <c:pt idx="44138">
                  <c:v>24.95</c:v>
                </c:pt>
                <c:pt idx="44139">
                  <c:v>24.95</c:v>
                </c:pt>
                <c:pt idx="44140">
                  <c:v>24.95</c:v>
                </c:pt>
                <c:pt idx="44141">
                  <c:v>25</c:v>
                </c:pt>
                <c:pt idx="44142">
                  <c:v>24.95</c:v>
                </c:pt>
                <c:pt idx="44143">
                  <c:v>24.95</c:v>
                </c:pt>
                <c:pt idx="44144">
                  <c:v>24.95</c:v>
                </c:pt>
                <c:pt idx="44145">
                  <c:v>25</c:v>
                </c:pt>
                <c:pt idx="44146">
                  <c:v>25</c:v>
                </c:pt>
                <c:pt idx="44147">
                  <c:v>25</c:v>
                </c:pt>
                <c:pt idx="44148">
                  <c:v>25</c:v>
                </c:pt>
                <c:pt idx="44149">
                  <c:v>25</c:v>
                </c:pt>
                <c:pt idx="44150">
                  <c:v>25</c:v>
                </c:pt>
                <c:pt idx="44151">
                  <c:v>25</c:v>
                </c:pt>
                <c:pt idx="44152">
                  <c:v>25</c:v>
                </c:pt>
                <c:pt idx="44153">
                  <c:v>25</c:v>
                </c:pt>
                <c:pt idx="44154">
                  <c:v>25</c:v>
                </c:pt>
                <c:pt idx="44155">
                  <c:v>25</c:v>
                </c:pt>
                <c:pt idx="44156">
                  <c:v>25</c:v>
                </c:pt>
                <c:pt idx="44157">
                  <c:v>25</c:v>
                </c:pt>
                <c:pt idx="44158">
                  <c:v>25</c:v>
                </c:pt>
                <c:pt idx="44159">
                  <c:v>25</c:v>
                </c:pt>
                <c:pt idx="44160">
                  <c:v>25</c:v>
                </c:pt>
                <c:pt idx="44161">
                  <c:v>25</c:v>
                </c:pt>
                <c:pt idx="44162">
                  <c:v>25</c:v>
                </c:pt>
                <c:pt idx="44163">
                  <c:v>25</c:v>
                </c:pt>
                <c:pt idx="44164">
                  <c:v>25</c:v>
                </c:pt>
                <c:pt idx="44165">
                  <c:v>24.95</c:v>
                </c:pt>
                <c:pt idx="44166">
                  <c:v>25</c:v>
                </c:pt>
                <c:pt idx="44167">
                  <c:v>24.95</c:v>
                </c:pt>
                <c:pt idx="44168">
                  <c:v>24.95</c:v>
                </c:pt>
                <c:pt idx="44169">
                  <c:v>24.95</c:v>
                </c:pt>
                <c:pt idx="44170">
                  <c:v>24.95</c:v>
                </c:pt>
                <c:pt idx="44171">
                  <c:v>25</c:v>
                </c:pt>
                <c:pt idx="44172">
                  <c:v>25</c:v>
                </c:pt>
                <c:pt idx="44173">
                  <c:v>24.95</c:v>
                </c:pt>
                <c:pt idx="44174">
                  <c:v>25</c:v>
                </c:pt>
                <c:pt idx="44175">
                  <c:v>25</c:v>
                </c:pt>
                <c:pt idx="44176">
                  <c:v>25</c:v>
                </c:pt>
                <c:pt idx="44177">
                  <c:v>25</c:v>
                </c:pt>
                <c:pt idx="44178">
                  <c:v>24.95</c:v>
                </c:pt>
                <c:pt idx="44179">
                  <c:v>25</c:v>
                </c:pt>
                <c:pt idx="44180">
                  <c:v>25</c:v>
                </c:pt>
                <c:pt idx="44181">
                  <c:v>25</c:v>
                </c:pt>
                <c:pt idx="44182">
                  <c:v>25</c:v>
                </c:pt>
                <c:pt idx="44183">
                  <c:v>25</c:v>
                </c:pt>
                <c:pt idx="44184">
                  <c:v>25</c:v>
                </c:pt>
                <c:pt idx="44185">
                  <c:v>25</c:v>
                </c:pt>
                <c:pt idx="44186">
                  <c:v>25</c:v>
                </c:pt>
                <c:pt idx="44187">
                  <c:v>25</c:v>
                </c:pt>
                <c:pt idx="44188">
                  <c:v>25</c:v>
                </c:pt>
                <c:pt idx="44189">
                  <c:v>25</c:v>
                </c:pt>
                <c:pt idx="44190">
                  <c:v>25</c:v>
                </c:pt>
                <c:pt idx="44191">
                  <c:v>25</c:v>
                </c:pt>
                <c:pt idx="44192">
                  <c:v>25</c:v>
                </c:pt>
                <c:pt idx="44193">
                  <c:v>25</c:v>
                </c:pt>
                <c:pt idx="44194">
                  <c:v>25</c:v>
                </c:pt>
                <c:pt idx="44195">
                  <c:v>25</c:v>
                </c:pt>
                <c:pt idx="44196">
                  <c:v>25</c:v>
                </c:pt>
                <c:pt idx="44197">
                  <c:v>24.95</c:v>
                </c:pt>
                <c:pt idx="44198">
                  <c:v>25</c:v>
                </c:pt>
                <c:pt idx="44199">
                  <c:v>25</c:v>
                </c:pt>
                <c:pt idx="44200">
                  <c:v>25</c:v>
                </c:pt>
                <c:pt idx="44201">
                  <c:v>25</c:v>
                </c:pt>
                <c:pt idx="44202">
                  <c:v>24.95</c:v>
                </c:pt>
                <c:pt idx="44203">
                  <c:v>25</c:v>
                </c:pt>
                <c:pt idx="44204">
                  <c:v>25</c:v>
                </c:pt>
                <c:pt idx="44205">
                  <c:v>25</c:v>
                </c:pt>
                <c:pt idx="44206">
                  <c:v>25</c:v>
                </c:pt>
                <c:pt idx="44207">
                  <c:v>25</c:v>
                </c:pt>
                <c:pt idx="44208">
                  <c:v>25</c:v>
                </c:pt>
                <c:pt idx="44209">
                  <c:v>25</c:v>
                </c:pt>
                <c:pt idx="44210">
                  <c:v>25</c:v>
                </c:pt>
                <c:pt idx="44211">
                  <c:v>25</c:v>
                </c:pt>
                <c:pt idx="44212">
                  <c:v>25</c:v>
                </c:pt>
                <c:pt idx="44213">
                  <c:v>25</c:v>
                </c:pt>
                <c:pt idx="44214">
                  <c:v>25</c:v>
                </c:pt>
                <c:pt idx="44215">
                  <c:v>25</c:v>
                </c:pt>
                <c:pt idx="44216">
                  <c:v>25</c:v>
                </c:pt>
                <c:pt idx="44217">
                  <c:v>25</c:v>
                </c:pt>
                <c:pt idx="44218">
                  <c:v>25</c:v>
                </c:pt>
                <c:pt idx="44219">
                  <c:v>25</c:v>
                </c:pt>
                <c:pt idx="44220">
                  <c:v>25</c:v>
                </c:pt>
                <c:pt idx="44221">
                  <c:v>25</c:v>
                </c:pt>
                <c:pt idx="44222">
                  <c:v>25</c:v>
                </c:pt>
                <c:pt idx="44223">
                  <c:v>25</c:v>
                </c:pt>
                <c:pt idx="44224">
                  <c:v>25</c:v>
                </c:pt>
                <c:pt idx="44225">
                  <c:v>25</c:v>
                </c:pt>
                <c:pt idx="44226">
                  <c:v>25</c:v>
                </c:pt>
                <c:pt idx="44227">
                  <c:v>25</c:v>
                </c:pt>
                <c:pt idx="44228">
                  <c:v>25</c:v>
                </c:pt>
                <c:pt idx="44229">
                  <c:v>25</c:v>
                </c:pt>
                <c:pt idx="44230">
                  <c:v>25</c:v>
                </c:pt>
                <c:pt idx="44231">
                  <c:v>25</c:v>
                </c:pt>
                <c:pt idx="44232">
                  <c:v>25</c:v>
                </c:pt>
                <c:pt idx="44233">
                  <c:v>25</c:v>
                </c:pt>
                <c:pt idx="44234">
                  <c:v>25</c:v>
                </c:pt>
                <c:pt idx="44235">
                  <c:v>25</c:v>
                </c:pt>
                <c:pt idx="44236">
                  <c:v>25</c:v>
                </c:pt>
                <c:pt idx="44237">
                  <c:v>25</c:v>
                </c:pt>
                <c:pt idx="44238">
                  <c:v>25</c:v>
                </c:pt>
                <c:pt idx="44239">
                  <c:v>25</c:v>
                </c:pt>
                <c:pt idx="44240">
                  <c:v>25</c:v>
                </c:pt>
                <c:pt idx="44241">
                  <c:v>25</c:v>
                </c:pt>
                <c:pt idx="44242">
                  <c:v>25</c:v>
                </c:pt>
                <c:pt idx="44243">
                  <c:v>25</c:v>
                </c:pt>
                <c:pt idx="44244">
                  <c:v>25</c:v>
                </c:pt>
                <c:pt idx="44245">
                  <c:v>25</c:v>
                </c:pt>
                <c:pt idx="44246">
                  <c:v>25</c:v>
                </c:pt>
                <c:pt idx="44247">
                  <c:v>25</c:v>
                </c:pt>
                <c:pt idx="44248">
                  <c:v>25</c:v>
                </c:pt>
                <c:pt idx="44249">
                  <c:v>25</c:v>
                </c:pt>
                <c:pt idx="44250">
                  <c:v>25</c:v>
                </c:pt>
                <c:pt idx="44251">
                  <c:v>25</c:v>
                </c:pt>
                <c:pt idx="44252">
                  <c:v>25</c:v>
                </c:pt>
                <c:pt idx="44253">
                  <c:v>25</c:v>
                </c:pt>
                <c:pt idx="44254">
                  <c:v>25</c:v>
                </c:pt>
                <c:pt idx="44255">
                  <c:v>24.95</c:v>
                </c:pt>
                <c:pt idx="44256">
                  <c:v>25</c:v>
                </c:pt>
                <c:pt idx="44257">
                  <c:v>25</c:v>
                </c:pt>
                <c:pt idx="44258">
                  <c:v>25</c:v>
                </c:pt>
                <c:pt idx="44259">
                  <c:v>24.95</c:v>
                </c:pt>
                <c:pt idx="44260">
                  <c:v>25</c:v>
                </c:pt>
                <c:pt idx="44261">
                  <c:v>25</c:v>
                </c:pt>
                <c:pt idx="44262">
                  <c:v>25</c:v>
                </c:pt>
                <c:pt idx="44263">
                  <c:v>25</c:v>
                </c:pt>
                <c:pt idx="44264">
                  <c:v>25</c:v>
                </c:pt>
                <c:pt idx="44265">
                  <c:v>25</c:v>
                </c:pt>
                <c:pt idx="44266">
                  <c:v>25</c:v>
                </c:pt>
                <c:pt idx="44267">
                  <c:v>25</c:v>
                </c:pt>
                <c:pt idx="44268">
                  <c:v>25</c:v>
                </c:pt>
                <c:pt idx="44269">
                  <c:v>25</c:v>
                </c:pt>
                <c:pt idx="44270">
                  <c:v>25</c:v>
                </c:pt>
                <c:pt idx="44271">
                  <c:v>25</c:v>
                </c:pt>
                <c:pt idx="44272">
                  <c:v>25</c:v>
                </c:pt>
                <c:pt idx="44273">
                  <c:v>25</c:v>
                </c:pt>
                <c:pt idx="44274">
                  <c:v>25</c:v>
                </c:pt>
                <c:pt idx="44275">
                  <c:v>24.95</c:v>
                </c:pt>
                <c:pt idx="44276">
                  <c:v>25</c:v>
                </c:pt>
                <c:pt idx="44277">
                  <c:v>24.95</c:v>
                </c:pt>
                <c:pt idx="44278">
                  <c:v>25</c:v>
                </c:pt>
                <c:pt idx="44279">
                  <c:v>24.95</c:v>
                </c:pt>
                <c:pt idx="44280">
                  <c:v>24.95</c:v>
                </c:pt>
                <c:pt idx="44281">
                  <c:v>25</c:v>
                </c:pt>
                <c:pt idx="44282">
                  <c:v>25</c:v>
                </c:pt>
                <c:pt idx="44283">
                  <c:v>25</c:v>
                </c:pt>
                <c:pt idx="44284">
                  <c:v>25</c:v>
                </c:pt>
                <c:pt idx="44285">
                  <c:v>25</c:v>
                </c:pt>
                <c:pt idx="44286">
                  <c:v>25</c:v>
                </c:pt>
                <c:pt idx="44287">
                  <c:v>25</c:v>
                </c:pt>
                <c:pt idx="44288">
                  <c:v>25</c:v>
                </c:pt>
                <c:pt idx="44289">
                  <c:v>25</c:v>
                </c:pt>
                <c:pt idx="44290">
                  <c:v>25</c:v>
                </c:pt>
                <c:pt idx="44291">
                  <c:v>25</c:v>
                </c:pt>
                <c:pt idx="44292">
                  <c:v>25</c:v>
                </c:pt>
                <c:pt idx="44293">
                  <c:v>25</c:v>
                </c:pt>
                <c:pt idx="44294">
                  <c:v>25</c:v>
                </c:pt>
                <c:pt idx="44295">
                  <c:v>25</c:v>
                </c:pt>
                <c:pt idx="44296">
                  <c:v>25</c:v>
                </c:pt>
                <c:pt idx="44297">
                  <c:v>25</c:v>
                </c:pt>
                <c:pt idx="44298">
                  <c:v>25</c:v>
                </c:pt>
                <c:pt idx="44299">
                  <c:v>25</c:v>
                </c:pt>
                <c:pt idx="44300">
                  <c:v>25</c:v>
                </c:pt>
                <c:pt idx="44301">
                  <c:v>25</c:v>
                </c:pt>
                <c:pt idx="44302">
                  <c:v>25</c:v>
                </c:pt>
                <c:pt idx="44303">
                  <c:v>25</c:v>
                </c:pt>
                <c:pt idx="44304">
                  <c:v>25</c:v>
                </c:pt>
                <c:pt idx="44305">
                  <c:v>25</c:v>
                </c:pt>
                <c:pt idx="44306">
                  <c:v>25</c:v>
                </c:pt>
                <c:pt idx="44307">
                  <c:v>25</c:v>
                </c:pt>
                <c:pt idx="44308">
                  <c:v>25</c:v>
                </c:pt>
                <c:pt idx="44309">
                  <c:v>25</c:v>
                </c:pt>
                <c:pt idx="44310">
                  <c:v>25</c:v>
                </c:pt>
                <c:pt idx="44311">
                  <c:v>25</c:v>
                </c:pt>
                <c:pt idx="44312">
                  <c:v>25</c:v>
                </c:pt>
                <c:pt idx="44313">
                  <c:v>25</c:v>
                </c:pt>
                <c:pt idx="44314">
                  <c:v>25</c:v>
                </c:pt>
                <c:pt idx="44315">
                  <c:v>25</c:v>
                </c:pt>
                <c:pt idx="44316">
                  <c:v>25</c:v>
                </c:pt>
                <c:pt idx="44317">
                  <c:v>25</c:v>
                </c:pt>
                <c:pt idx="44318">
                  <c:v>25</c:v>
                </c:pt>
                <c:pt idx="44319">
                  <c:v>25</c:v>
                </c:pt>
                <c:pt idx="44320">
                  <c:v>25</c:v>
                </c:pt>
                <c:pt idx="44321">
                  <c:v>25</c:v>
                </c:pt>
                <c:pt idx="44322">
                  <c:v>25</c:v>
                </c:pt>
                <c:pt idx="44323">
                  <c:v>25</c:v>
                </c:pt>
                <c:pt idx="44324">
                  <c:v>25</c:v>
                </c:pt>
                <c:pt idx="44325">
                  <c:v>25</c:v>
                </c:pt>
                <c:pt idx="44326">
                  <c:v>25</c:v>
                </c:pt>
                <c:pt idx="44327">
                  <c:v>25</c:v>
                </c:pt>
                <c:pt idx="44328">
                  <c:v>25</c:v>
                </c:pt>
                <c:pt idx="44329">
                  <c:v>25</c:v>
                </c:pt>
                <c:pt idx="44330">
                  <c:v>25</c:v>
                </c:pt>
                <c:pt idx="44331">
                  <c:v>25</c:v>
                </c:pt>
                <c:pt idx="44332">
                  <c:v>25</c:v>
                </c:pt>
                <c:pt idx="44333">
                  <c:v>25</c:v>
                </c:pt>
                <c:pt idx="44334">
                  <c:v>25</c:v>
                </c:pt>
                <c:pt idx="44335">
                  <c:v>25</c:v>
                </c:pt>
                <c:pt idx="44336">
                  <c:v>25</c:v>
                </c:pt>
                <c:pt idx="44337">
                  <c:v>25</c:v>
                </c:pt>
                <c:pt idx="44338">
                  <c:v>25</c:v>
                </c:pt>
                <c:pt idx="44339">
                  <c:v>25</c:v>
                </c:pt>
                <c:pt idx="44340">
                  <c:v>25</c:v>
                </c:pt>
                <c:pt idx="44341">
                  <c:v>25</c:v>
                </c:pt>
                <c:pt idx="44342">
                  <c:v>25</c:v>
                </c:pt>
                <c:pt idx="44343">
                  <c:v>25</c:v>
                </c:pt>
                <c:pt idx="44344">
                  <c:v>25</c:v>
                </c:pt>
                <c:pt idx="44345">
                  <c:v>25</c:v>
                </c:pt>
                <c:pt idx="44346">
                  <c:v>25</c:v>
                </c:pt>
                <c:pt idx="44347">
                  <c:v>25</c:v>
                </c:pt>
                <c:pt idx="44348">
                  <c:v>25</c:v>
                </c:pt>
                <c:pt idx="44349">
                  <c:v>25</c:v>
                </c:pt>
                <c:pt idx="44350">
                  <c:v>25</c:v>
                </c:pt>
                <c:pt idx="44351">
                  <c:v>25</c:v>
                </c:pt>
                <c:pt idx="44352">
                  <c:v>25</c:v>
                </c:pt>
                <c:pt idx="44353">
                  <c:v>25</c:v>
                </c:pt>
                <c:pt idx="44354">
                  <c:v>25</c:v>
                </c:pt>
                <c:pt idx="44355">
                  <c:v>25</c:v>
                </c:pt>
                <c:pt idx="44356">
                  <c:v>25</c:v>
                </c:pt>
                <c:pt idx="44357">
                  <c:v>25</c:v>
                </c:pt>
                <c:pt idx="44358">
                  <c:v>25</c:v>
                </c:pt>
                <c:pt idx="44359">
                  <c:v>25</c:v>
                </c:pt>
                <c:pt idx="44360">
                  <c:v>25</c:v>
                </c:pt>
                <c:pt idx="44361">
                  <c:v>25</c:v>
                </c:pt>
                <c:pt idx="44362">
                  <c:v>25</c:v>
                </c:pt>
                <c:pt idx="44363">
                  <c:v>25</c:v>
                </c:pt>
                <c:pt idx="44364">
                  <c:v>25</c:v>
                </c:pt>
                <c:pt idx="44365">
                  <c:v>25</c:v>
                </c:pt>
                <c:pt idx="44366">
                  <c:v>25</c:v>
                </c:pt>
                <c:pt idx="44367">
                  <c:v>25</c:v>
                </c:pt>
                <c:pt idx="44368">
                  <c:v>25</c:v>
                </c:pt>
                <c:pt idx="44369">
                  <c:v>25</c:v>
                </c:pt>
                <c:pt idx="44370">
                  <c:v>25</c:v>
                </c:pt>
                <c:pt idx="44371">
                  <c:v>25</c:v>
                </c:pt>
                <c:pt idx="44372">
                  <c:v>25</c:v>
                </c:pt>
                <c:pt idx="44373">
                  <c:v>25</c:v>
                </c:pt>
                <c:pt idx="44374">
                  <c:v>25</c:v>
                </c:pt>
                <c:pt idx="44375">
                  <c:v>25</c:v>
                </c:pt>
                <c:pt idx="44376">
                  <c:v>25</c:v>
                </c:pt>
                <c:pt idx="44377">
                  <c:v>25</c:v>
                </c:pt>
                <c:pt idx="44378">
                  <c:v>25</c:v>
                </c:pt>
                <c:pt idx="44379">
                  <c:v>25</c:v>
                </c:pt>
                <c:pt idx="44380">
                  <c:v>25</c:v>
                </c:pt>
                <c:pt idx="44381">
                  <c:v>25</c:v>
                </c:pt>
                <c:pt idx="44382">
                  <c:v>25</c:v>
                </c:pt>
                <c:pt idx="44383">
                  <c:v>25</c:v>
                </c:pt>
                <c:pt idx="44384">
                  <c:v>25</c:v>
                </c:pt>
                <c:pt idx="44385">
                  <c:v>25</c:v>
                </c:pt>
                <c:pt idx="44386">
                  <c:v>25</c:v>
                </c:pt>
                <c:pt idx="44387">
                  <c:v>25</c:v>
                </c:pt>
                <c:pt idx="44388">
                  <c:v>25</c:v>
                </c:pt>
                <c:pt idx="44389">
                  <c:v>25</c:v>
                </c:pt>
                <c:pt idx="44390">
                  <c:v>25</c:v>
                </c:pt>
                <c:pt idx="44391">
                  <c:v>25</c:v>
                </c:pt>
                <c:pt idx="44392">
                  <c:v>25</c:v>
                </c:pt>
                <c:pt idx="44393">
                  <c:v>25</c:v>
                </c:pt>
                <c:pt idx="44394">
                  <c:v>25</c:v>
                </c:pt>
                <c:pt idx="44395">
                  <c:v>25</c:v>
                </c:pt>
                <c:pt idx="44396">
                  <c:v>25</c:v>
                </c:pt>
                <c:pt idx="44397">
                  <c:v>25</c:v>
                </c:pt>
                <c:pt idx="44398">
                  <c:v>25</c:v>
                </c:pt>
                <c:pt idx="44399">
                  <c:v>25</c:v>
                </c:pt>
                <c:pt idx="44400">
                  <c:v>25</c:v>
                </c:pt>
                <c:pt idx="44401">
                  <c:v>25</c:v>
                </c:pt>
                <c:pt idx="44402">
                  <c:v>25</c:v>
                </c:pt>
                <c:pt idx="44403">
                  <c:v>25</c:v>
                </c:pt>
                <c:pt idx="44404">
                  <c:v>25</c:v>
                </c:pt>
                <c:pt idx="44405">
                  <c:v>25</c:v>
                </c:pt>
                <c:pt idx="44406">
                  <c:v>25</c:v>
                </c:pt>
                <c:pt idx="44407">
                  <c:v>25</c:v>
                </c:pt>
                <c:pt idx="44408">
                  <c:v>25</c:v>
                </c:pt>
                <c:pt idx="44409">
                  <c:v>25</c:v>
                </c:pt>
                <c:pt idx="44410">
                  <c:v>25</c:v>
                </c:pt>
                <c:pt idx="44411">
                  <c:v>25</c:v>
                </c:pt>
                <c:pt idx="44412">
                  <c:v>25</c:v>
                </c:pt>
                <c:pt idx="44413">
                  <c:v>25</c:v>
                </c:pt>
                <c:pt idx="44414">
                  <c:v>25</c:v>
                </c:pt>
                <c:pt idx="44415">
                  <c:v>25</c:v>
                </c:pt>
                <c:pt idx="44416">
                  <c:v>25</c:v>
                </c:pt>
                <c:pt idx="44417">
                  <c:v>25</c:v>
                </c:pt>
                <c:pt idx="44418">
                  <c:v>25</c:v>
                </c:pt>
                <c:pt idx="44419">
                  <c:v>25</c:v>
                </c:pt>
                <c:pt idx="44420">
                  <c:v>25</c:v>
                </c:pt>
                <c:pt idx="44421">
                  <c:v>25</c:v>
                </c:pt>
                <c:pt idx="44422">
                  <c:v>25</c:v>
                </c:pt>
                <c:pt idx="44423">
                  <c:v>25</c:v>
                </c:pt>
                <c:pt idx="44424">
                  <c:v>25</c:v>
                </c:pt>
                <c:pt idx="44425">
                  <c:v>25</c:v>
                </c:pt>
                <c:pt idx="44426">
                  <c:v>25</c:v>
                </c:pt>
                <c:pt idx="44427">
                  <c:v>25</c:v>
                </c:pt>
                <c:pt idx="44428">
                  <c:v>25</c:v>
                </c:pt>
                <c:pt idx="44429">
                  <c:v>25</c:v>
                </c:pt>
                <c:pt idx="44430">
                  <c:v>25</c:v>
                </c:pt>
                <c:pt idx="44431">
                  <c:v>25</c:v>
                </c:pt>
                <c:pt idx="44432">
                  <c:v>25</c:v>
                </c:pt>
                <c:pt idx="44433">
                  <c:v>25</c:v>
                </c:pt>
                <c:pt idx="44434">
                  <c:v>25</c:v>
                </c:pt>
                <c:pt idx="44435">
                  <c:v>25</c:v>
                </c:pt>
                <c:pt idx="44436">
                  <c:v>25</c:v>
                </c:pt>
                <c:pt idx="44437">
                  <c:v>25</c:v>
                </c:pt>
                <c:pt idx="44438">
                  <c:v>25</c:v>
                </c:pt>
                <c:pt idx="44439">
                  <c:v>25</c:v>
                </c:pt>
                <c:pt idx="44440">
                  <c:v>25</c:v>
                </c:pt>
                <c:pt idx="44441">
                  <c:v>25</c:v>
                </c:pt>
                <c:pt idx="44442">
                  <c:v>25</c:v>
                </c:pt>
                <c:pt idx="44443">
                  <c:v>25</c:v>
                </c:pt>
                <c:pt idx="44444">
                  <c:v>25</c:v>
                </c:pt>
                <c:pt idx="44445">
                  <c:v>25</c:v>
                </c:pt>
                <c:pt idx="44446">
                  <c:v>25</c:v>
                </c:pt>
                <c:pt idx="44447">
                  <c:v>25</c:v>
                </c:pt>
                <c:pt idx="44448">
                  <c:v>25</c:v>
                </c:pt>
                <c:pt idx="44449">
                  <c:v>25</c:v>
                </c:pt>
                <c:pt idx="44450">
                  <c:v>25</c:v>
                </c:pt>
                <c:pt idx="44451">
                  <c:v>25</c:v>
                </c:pt>
                <c:pt idx="44452">
                  <c:v>25</c:v>
                </c:pt>
                <c:pt idx="44453">
                  <c:v>25</c:v>
                </c:pt>
                <c:pt idx="44454">
                  <c:v>25</c:v>
                </c:pt>
                <c:pt idx="44455">
                  <c:v>25</c:v>
                </c:pt>
                <c:pt idx="44456">
                  <c:v>25</c:v>
                </c:pt>
                <c:pt idx="44457">
                  <c:v>25</c:v>
                </c:pt>
                <c:pt idx="44458">
                  <c:v>25</c:v>
                </c:pt>
                <c:pt idx="44459">
                  <c:v>25</c:v>
                </c:pt>
                <c:pt idx="44460">
                  <c:v>25</c:v>
                </c:pt>
                <c:pt idx="44461">
                  <c:v>25</c:v>
                </c:pt>
                <c:pt idx="44462">
                  <c:v>25</c:v>
                </c:pt>
                <c:pt idx="44463">
                  <c:v>25</c:v>
                </c:pt>
                <c:pt idx="44464">
                  <c:v>25</c:v>
                </c:pt>
                <c:pt idx="44465">
                  <c:v>25</c:v>
                </c:pt>
                <c:pt idx="44466">
                  <c:v>25</c:v>
                </c:pt>
                <c:pt idx="44467">
                  <c:v>25</c:v>
                </c:pt>
                <c:pt idx="44468">
                  <c:v>25</c:v>
                </c:pt>
                <c:pt idx="44469">
                  <c:v>25</c:v>
                </c:pt>
                <c:pt idx="44470">
                  <c:v>25</c:v>
                </c:pt>
                <c:pt idx="44471">
                  <c:v>25</c:v>
                </c:pt>
                <c:pt idx="44472">
                  <c:v>25</c:v>
                </c:pt>
                <c:pt idx="44473">
                  <c:v>25</c:v>
                </c:pt>
                <c:pt idx="44474">
                  <c:v>25</c:v>
                </c:pt>
                <c:pt idx="44475">
                  <c:v>25</c:v>
                </c:pt>
                <c:pt idx="44476">
                  <c:v>25</c:v>
                </c:pt>
                <c:pt idx="44477">
                  <c:v>25</c:v>
                </c:pt>
                <c:pt idx="44478">
                  <c:v>25</c:v>
                </c:pt>
                <c:pt idx="44479">
                  <c:v>25</c:v>
                </c:pt>
                <c:pt idx="44480">
                  <c:v>25</c:v>
                </c:pt>
                <c:pt idx="44481">
                  <c:v>25</c:v>
                </c:pt>
                <c:pt idx="44482">
                  <c:v>25</c:v>
                </c:pt>
                <c:pt idx="44483">
                  <c:v>24.95</c:v>
                </c:pt>
                <c:pt idx="44484">
                  <c:v>25</c:v>
                </c:pt>
                <c:pt idx="44485">
                  <c:v>25</c:v>
                </c:pt>
                <c:pt idx="44486">
                  <c:v>25</c:v>
                </c:pt>
                <c:pt idx="44487">
                  <c:v>25</c:v>
                </c:pt>
                <c:pt idx="44488">
                  <c:v>25</c:v>
                </c:pt>
                <c:pt idx="44489">
                  <c:v>25</c:v>
                </c:pt>
                <c:pt idx="44490">
                  <c:v>25</c:v>
                </c:pt>
                <c:pt idx="44491">
                  <c:v>25</c:v>
                </c:pt>
                <c:pt idx="44492">
                  <c:v>25</c:v>
                </c:pt>
                <c:pt idx="44493">
                  <c:v>25</c:v>
                </c:pt>
                <c:pt idx="44494">
                  <c:v>25</c:v>
                </c:pt>
                <c:pt idx="44495">
                  <c:v>25</c:v>
                </c:pt>
                <c:pt idx="44496">
                  <c:v>25</c:v>
                </c:pt>
                <c:pt idx="44497">
                  <c:v>25</c:v>
                </c:pt>
                <c:pt idx="44498">
                  <c:v>25</c:v>
                </c:pt>
                <c:pt idx="44499">
                  <c:v>25</c:v>
                </c:pt>
                <c:pt idx="44500">
                  <c:v>25</c:v>
                </c:pt>
                <c:pt idx="44501">
                  <c:v>25</c:v>
                </c:pt>
                <c:pt idx="44502">
                  <c:v>25</c:v>
                </c:pt>
                <c:pt idx="44503">
                  <c:v>25</c:v>
                </c:pt>
                <c:pt idx="44504">
                  <c:v>25</c:v>
                </c:pt>
                <c:pt idx="44505">
                  <c:v>25</c:v>
                </c:pt>
                <c:pt idx="44506">
                  <c:v>25</c:v>
                </c:pt>
                <c:pt idx="44507">
                  <c:v>24.95</c:v>
                </c:pt>
                <c:pt idx="44508">
                  <c:v>25</c:v>
                </c:pt>
                <c:pt idx="44509">
                  <c:v>24.95</c:v>
                </c:pt>
                <c:pt idx="44510">
                  <c:v>24.95</c:v>
                </c:pt>
                <c:pt idx="44511">
                  <c:v>24.95</c:v>
                </c:pt>
                <c:pt idx="44512">
                  <c:v>24.95</c:v>
                </c:pt>
                <c:pt idx="44513">
                  <c:v>24.95</c:v>
                </c:pt>
                <c:pt idx="44514">
                  <c:v>24.95</c:v>
                </c:pt>
                <c:pt idx="44515">
                  <c:v>25</c:v>
                </c:pt>
                <c:pt idx="44516">
                  <c:v>24.95</c:v>
                </c:pt>
                <c:pt idx="44517">
                  <c:v>25</c:v>
                </c:pt>
                <c:pt idx="44518">
                  <c:v>25</c:v>
                </c:pt>
                <c:pt idx="44519">
                  <c:v>25</c:v>
                </c:pt>
                <c:pt idx="44520">
                  <c:v>25</c:v>
                </c:pt>
                <c:pt idx="44521">
                  <c:v>25</c:v>
                </c:pt>
                <c:pt idx="44522">
                  <c:v>25</c:v>
                </c:pt>
                <c:pt idx="44523">
                  <c:v>25</c:v>
                </c:pt>
                <c:pt idx="44524">
                  <c:v>25</c:v>
                </c:pt>
                <c:pt idx="44525">
                  <c:v>25</c:v>
                </c:pt>
                <c:pt idx="44526">
                  <c:v>25</c:v>
                </c:pt>
                <c:pt idx="44527">
                  <c:v>25</c:v>
                </c:pt>
                <c:pt idx="44528">
                  <c:v>25</c:v>
                </c:pt>
                <c:pt idx="44529">
                  <c:v>25</c:v>
                </c:pt>
                <c:pt idx="44530">
                  <c:v>25</c:v>
                </c:pt>
                <c:pt idx="44531">
                  <c:v>25</c:v>
                </c:pt>
                <c:pt idx="44532">
                  <c:v>25</c:v>
                </c:pt>
                <c:pt idx="44533">
                  <c:v>25</c:v>
                </c:pt>
                <c:pt idx="44534">
                  <c:v>24.95</c:v>
                </c:pt>
                <c:pt idx="44535">
                  <c:v>24.95</c:v>
                </c:pt>
                <c:pt idx="44536">
                  <c:v>24.95</c:v>
                </c:pt>
                <c:pt idx="44537">
                  <c:v>24.95</c:v>
                </c:pt>
                <c:pt idx="44538">
                  <c:v>24.95</c:v>
                </c:pt>
                <c:pt idx="44539">
                  <c:v>24.95</c:v>
                </c:pt>
                <c:pt idx="44540">
                  <c:v>24.95</c:v>
                </c:pt>
                <c:pt idx="44541">
                  <c:v>24.95</c:v>
                </c:pt>
                <c:pt idx="44542">
                  <c:v>24.95</c:v>
                </c:pt>
                <c:pt idx="44543">
                  <c:v>24.95</c:v>
                </c:pt>
                <c:pt idx="44544">
                  <c:v>24.95</c:v>
                </c:pt>
                <c:pt idx="44545">
                  <c:v>24.95</c:v>
                </c:pt>
                <c:pt idx="44546">
                  <c:v>24.95</c:v>
                </c:pt>
                <c:pt idx="44547">
                  <c:v>24.95</c:v>
                </c:pt>
                <c:pt idx="44548">
                  <c:v>25</c:v>
                </c:pt>
                <c:pt idx="44549">
                  <c:v>25</c:v>
                </c:pt>
                <c:pt idx="44550">
                  <c:v>25</c:v>
                </c:pt>
                <c:pt idx="44551">
                  <c:v>25</c:v>
                </c:pt>
                <c:pt idx="44552">
                  <c:v>25</c:v>
                </c:pt>
                <c:pt idx="44553">
                  <c:v>25</c:v>
                </c:pt>
                <c:pt idx="44554">
                  <c:v>25</c:v>
                </c:pt>
                <c:pt idx="44555">
                  <c:v>25</c:v>
                </c:pt>
                <c:pt idx="44556">
                  <c:v>25</c:v>
                </c:pt>
                <c:pt idx="44557">
                  <c:v>25</c:v>
                </c:pt>
                <c:pt idx="44558">
                  <c:v>25</c:v>
                </c:pt>
                <c:pt idx="44559">
                  <c:v>25</c:v>
                </c:pt>
                <c:pt idx="44560">
                  <c:v>25</c:v>
                </c:pt>
                <c:pt idx="44561">
                  <c:v>25</c:v>
                </c:pt>
                <c:pt idx="44562">
                  <c:v>25</c:v>
                </c:pt>
                <c:pt idx="44563">
                  <c:v>24.95</c:v>
                </c:pt>
                <c:pt idx="44564">
                  <c:v>24.95</c:v>
                </c:pt>
                <c:pt idx="44565">
                  <c:v>24.95</c:v>
                </c:pt>
                <c:pt idx="44566">
                  <c:v>24.95</c:v>
                </c:pt>
                <c:pt idx="44567">
                  <c:v>24.95</c:v>
                </c:pt>
                <c:pt idx="44568">
                  <c:v>24.95</c:v>
                </c:pt>
                <c:pt idx="44569">
                  <c:v>24.95</c:v>
                </c:pt>
                <c:pt idx="44570">
                  <c:v>24.95</c:v>
                </c:pt>
                <c:pt idx="44571">
                  <c:v>24.95</c:v>
                </c:pt>
                <c:pt idx="44572">
                  <c:v>24.95</c:v>
                </c:pt>
                <c:pt idx="44573">
                  <c:v>24.95</c:v>
                </c:pt>
                <c:pt idx="44574">
                  <c:v>24.95</c:v>
                </c:pt>
                <c:pt idx="44575">
                  <c:v>24.95</c:v>
                </c:pt>
                <c:pt idx="44576">
                  <c:v>24.95</c:v>
                </c:pt>
                <c:pt idx="44577">
                  <c:v>24.95</c:v>
                </c:pt>
                <c:pt idx="44578">
                  <c:v>24.95</c:v>
                </c:pt>
                <c:pt idx="44579">
                  <c:v>25</c:v>
                </c:pt>
                <c:pt idx="44580">
                  <c:v>25</c:v>
                </c:pt>
                <c:pt idx="44581">
                  <c:v>25</c:v>
                </c:pt>
                <c:pt idx="44582">
                  <c:v>25</c:v>
                </c:pt>
                <c:pt idx="44583">
                  <c:v>25</c:v>
                </c:pt>
                <c:pt idx="44584">
                  <c:v>25</c:v>
                </c:pt>
                <c:pt idx="44585">
                  <c:v>25</c:v>
                </c:pt>
                <c:pt idx="44586">
                  <c:v>25</c:v>
                </c:pt>
                <c:pt idx="44587">
                  <c:v>25</c:v>
                </c:pt>
                <c:pt idx="44588">
                  <c:v>25</c:v>
                </c:pt>
                <c:pt idx="44589">
                  <c:v>25</c:v>
                </c:pt>
                <c:pt idx="44590">
                  <c:v>25</c:v>
                </c:pt>
                <c:pt idx="44591">
                  <c:v>25</c:v>
                </c:pt>
                <c:pt idx="44592">
                  <c:v>24.95</c:v>
                </c:pt>
                <c:pt idx="44593">
                  <c:v>24.95</c:v>
                </c:pt>
                <c:pt idx="44594">
                  <c:v>24.95</c:v>
                </c:pt>
                <c:pt idx="44595">
                  <c:v>24.95</c:v>
                </c:pt>
                <c:pt idx="44596">
                  <c:v>24.95</c:v>
                </c:pt>
                <c:pt idx="44597">
                  <c:v>24.95</c:v>
                </c:pt>
                <c:pt idx="44598">
                  <c:v>24.95</c:v>
                </c:pt>
                <c:pt idx="44599">
                  <c:v>24.95</c:v>
                </c:pt>
                <c:pt idx="44600">
                  <c:v>24.95</c:v>
                </c:pt>
                <c:pt idx="44601">
                  <c:v>24.95</c:v>
                </c:pt>
                <c:pt idx="44602">
                  <c:v>24.95</c:v>
                </c:pt>
                <c:pt idx="44603">
                  <c:v>24.95</c:v>
                </c:pt>
                <c:pt idx="44604">
                  <c:v>24.95</c:v>
                </c:pt>
                <c:pt idx="44605">
                  <c:v>24.95</c:v>
                </c:pt>
                <c:pt idx="44606">
                  <c:v>24.95</c:v>
                </c:pt>
                <c:pt idx="44607">
                  <c:v>24.95</c:v>
                </c:pt>
                <c:pt idx="44608">
                  <c:v>24.95</c:v>
                </c:pt>
                <c:pt idx="44609">
                  <c:v>24.95</c:v>
                </c:pt>
                <c:pt idx="44610">
                  <c:v>24.95</c:v>
                </c:pt>
                <c:pt idx="44611">
                  <c:v>24.95</c:v>
                </c:pt>
                <c:pt idx="44612">
                  <c:v>24.95</c:v>
                </c:pt>
                <c:pt idx="44613">
                  <c:v>24.95</c:v>
                </c:pt>
                <c:pt idx="44614">
                  <c:v>24.95</c:v>
                </c:pt>
                <c:pt idx="44615">
                  <c:v>24.95</c:v>
                </c:pt>
                <c:pt idx="44616">
                  <c:v>24.95</c:v>
                </c:pt>
                <c:pt idx="44617">
                  <c:v>24.95</c:v>
                </c:pt>
                <c:pt idx="44618">
                  <c:v>25</c:v>
                </c:pt>
                <c:pt idx="44619">
                  <c:v>24.95</c:v>
                </c:pt>
                <c:pt idx="44620">
                  <c:v>25</c:v>
                </c:pt>
                <c:pt idx="44621">
                  <c:v>25</c:v>
                </c:pt>
                <c:pt idx="44622">
                  <c:v>25</c:v>
                </c:pt>
                <c:pt idx="44623">
                  <c:v>25</c:v>
                </c:pt>
                <c:pt idx="44624">
                  <c:v>25</c:v>
                </c:pt>
                <c:pt idx="44625">
                  <c:v>25</c:v>
                </c:pt>
                <c:pt idx="44626">
                  <c:v>24.95</c:v>
                </c:pt>
                <c:pt idx="44627">
                  <c:v>24.95</c:v>
                </c:pt>
                <c:pt idx="44628">
                  <c:v>24.95</c:v>
                </c:pt>
                <c:pt idx="44629">
                  <c:v>24.95</c:v>
                </c:pt>
                <c:pt idx="44630">
                  <c:v>24.95</c:v>
                </c:pt>
                <c:pt idx="44631">
                  <c:v>24.95</c:v>
                </c:pt>
                <c:pt idx="44632">
                  <c:v>24.95</c:v>
                </c:pt>
                <c:pt idx="44633">
                  <c:v>24.95</c:v>
                </c:pt>
                <c:pt idx="44634">
                  <c:v>24.95</c:v>
                </c:pt>
                <c:pt idx="44635">
                  <c:v>24.95</c:v>
                </c:pt>
                <c:pt idx="44636">
                  <c:v>24.95</c:v>
                </c:pt>
                <c:pt idx="44637">
                  <c:v>24.95</c:v>
                </c:pt>
                <c:pt idx="44638">
                  <c:v>24.95</c:v>
                </c:pt>
                <c:pt idx="44639">
                  <c:v>24.95</c:v>
                </c:pt>
                <c:pt idx="44640">
                  <c:v>24.95</c:v>
                </c:pt>
                <c:pt idx="44641">
                  <c:v>24.95</c:v>
                </c:pt>
                <c:pt idx="44642">
                  <c:v>24.95</c:v>
                </c:pt>
                <c:pt idx="44643">
                  <c:v>24.95</c:v>
                </c:pt>
                <c:pt idx="44644">
                  <c:v>24.95</c:v>
                </c:pt>
                <c:pt idx="44645">
                  <c:v>24.95</c:v>
                </c:pt>
                <c:pt idx="44646">
                  <c:v>24.95</c:v>
                </c:pt>
                <c:pt idx="44647">
                  <c:v>24.95</c:v>
                </c:pt>
                <c:pt idx="44648">
                  <c:v>24.95</c:v>
                </c:pt>
                <c:pt idx="44649">
                  <c:v>24.95</c:v>
                </c:pt>
                <c:pt idx="44650">
                  <c:v>24.95</c:v>
                </c:pt>
                <c:pt idx="44651">
                  <c:v>24.95</c:v>
                </c:pt>
                <c:pt idx="44652">
                  <c:v>24.95</c:v>
                </c:pt>
                <c:pt idx="44653">
                  <c:v>24.95</c:v>
                </c:pt>
                <c:pt idx="44654">
                  <c:v>24.95</c:v>
                </c:pt>
                <c:pt idx="44655">
                  <c:v>24.95</c:v>
                </c:pt>
                <c:pt idx="44656">
                  <c:v>24.95</c:v>
                </c:pt>
                <c:pt idx="44657">
                  <c:v>24.95</c:v>
                </c:pt>
                <c:pt idx="44658">
                  <c:v>24.95</c:v>
                </c:pt>
                <c:pt idx="44659">
                  <c:v>24.95</c:v>
                </c:pt>
                <c:pt idx="44660">
                  <c:v>24.95</c:v>
                </c:pt>
                <c:pt idx="44661">
                  <c:v>24.95</c:v>
                </c:pt>
                <c:pt idx="44662">
                  <c:v>24.95</c:v>
                </c:pt>
                <c:pt idx="44663">
                  <c:v>24.95</c:v>
                </c:pt>
                <c:pt idx="44664">
                  <c:v>24.95</c:v>
                </c:pt>
                <c:pt idx="44665">
                  <c:v>24.95</c:v>
                </c:pt>
                <c:pt idx="44666">
                  <c:v>24.95</c:v>
                </c:pt>
                <c:pt idx="44667">
                  <c:v>24.95</c:v>
                </c:pt>
                <c:pt idx="44668">
                  <c:v>24.95</c:v>
                </c:pt>
                <c:pt idx="44669">
                  <c:v>24.95</c:v>
                </c:pt>
                <c:pt idx="44670">
                  <c:v>24.95</c:v>
                </c:pt>
                <c:pt idx="44671">
                  <c:v>24.95</c:v>
                </c:pt>
                <c:pt idx="44672">
                  <c:v>24.95</c:v>
                </c:pt>
                <c:pt idx="44673">
                  <c:v>24.95</c:v>
                </c:pt>
                <c:pt idx="44674">
                  <c:v>24.95</c:v>
                </c:pt>
                <c:pt idx="44675">
                  <c:v>24.95</c:v>
                </c:pt>
                <c:pt idx="44676">
                  <c:v>24.95</c:v>
                </c:pt>
                <c:pt idx="44677">
                  <c:v>24.95</c:v>
                </c:pt>
                <c:pt idx="44678">
                  <c:v>24.95</c:v>
                </c:pt>
                <c:pt idx="44679">
                  <c:v>24.95</c:v>
                </c:pt>
                <c:pt idx="44680">
                  <c:v>24.95</c:v>
                </c:pt>
                <c:pt idx="44681">
                  <c:v>24.95</c:v>
                </c:pt>
                <c:pt idx="44682">
                  <c:v>24.95</c:v>
                </c:pt>
                <c:pt idx="44683">
                  <c:v>24.95</c:v>
                </c:pt>
                <c:pt idx="44684">
                  <c:v>24.95</c:v>
                </c:pt>
                <c:pt idx="44685">
                  <c:v>24.95</c:v>
                </c:pt>
                <c:pt idx="44686">
                  <c:v>24.95</c:v>
                </c:pt>
                <c:pt idx="44687">
                  <c:v>24.95</c:v>
                </c:pt>
                <c:pt idx="44688">
                  <c:v>24.95</c:v>
                </c:pt>
                <c:pt idx="44689">
                  <c:v>24.95</c:v>
                </c:pt>
                <c:pt idx="44690">
                  <c:v>24.95</c:v>
                </c:pt>
                <c:pt idx="44691">
                  <c:v>24.95</c:v>
                </c:pt>
                <c:pt idx="44692">
                  <c:v>24.95</c:v>
                </c:pt>
                <c:pt idx="44693">
                  <c:v>24.95</c:v>
                </c:pt>
                <c:pt idx="44694">
                  <c:v>24.95</c:v>
                </c:pt>
                <c:pt idx="44695">
                  <c:v>24.95</c:v>
                </c:pt>
                <c:pt idx="44696">
                  <c:v>24.95</c:v>
                </c:pt>
                <c:pt idx="44697">
                  <c:v>24.95</c:v>
                </c:pt>
                <c:pt idx="44698">
                  <c:v>24.95</c:v>
                </c:pt>
                <c:pt idx="44699">
                  <c:v>24.95</c:v>
                </c:pt>
                <c:pt idx="44700">
                  <c:v>24.95</c:v>
                </c:pt>
                <c:pt idx="44701">
                  <c:v>24.95</c:v>
                </c:pt>
                <c:pt idx="44702">
                  <c:v>24.95</c:v>
                </c:pt>
                <c:pt idx="44703">
                  <c:v>24.95</c:v>
                </c:pt>
                <c:pt idx="44704">
                  <c:v>24.95</c:v>
                </c:pt>
                <c:pt idx="44705">
                  <c:v>24.95</c:v>
                </c:pt>
                <c:pt idx="44706">
                  <c:v>24.95</c:v>
                </c:pt>
                <c:pt idx="44707">
                  <c:v>24.95</c:v>
                </c:pt>
                <c:pt idx="44708">
                  <c:v>24.95</c:v>
                </c:pt>
                <c:pt idx="44709">
                  <c:v>24.95</c:v>
                </c:pt>
                <c:pt idx="44710">
                  <c:v>24.95</c:v>
                </c:pt>
                <c:pt idx="44711">
                  <c:v>24.95</c:v>
                </c:pt>
                <c:pt idx="44712">
                  <c:v>24.95</c:v>
                </c:pt>
                <c:pt idx="44713">
                  <c:v>24.95</c:v>
                </c:pt>
                <c:pt idx="44714">
                  <c:v>24.95</c:v>
                </c:pt>
                <c:pt idx="44715">
                  <c:v>24.95</c:v>
                </c:pt>
                <c:pt idx="44716">
                  <c:v>24.95</c:v>
                </c:pt>
                <c:pt idx="44717">
                  <c:v>24.95</c:v>
                </c:pt>
                <c:pt idx="44718">
                  <c:v>24.95</c:v>
                </c:pt>
                <c:pt idx="44719">
                  <c:v>24.95</c:v>
                </c:pt>
                <c:pt idx="44720">
                  <c:v>24.95</c:v>
                </c:pt>
                <c:pt idx="44721">
                  <c:v>24.95</c:v>
                </c:pt>
                <c:pt idx="44722">
                  <c:v>24.95</c:v>
                </c:pt>
                <c:pt idx="44723">
                  <c:v>24.95</c:v>
                </c:pt>
                <c:pt idx="44724">
                  <c:v>24.95</c:v>
                </c:pt>
                <c:pt idx="44725">
                  <c:v>24.95</c:v>
                </c:pt>
                <c:pt idx="44726">
                  <c:v>24.95</c:v>
                </c:pt>
                <c:pt idx="44727">
                  <c:v>24.95</c:v>
                </c:pt>
                <c:pt idx="44728">
                  <c:v>24.95</c:v>
                </c:pt>
                <c:pt idx="44729">
                  <c:v>25</c:v>
                </c:pt>
                <c:pt idx="44730">
                  <c:v>24.95</c:v>
                </c:pt>
                <c:pt idx="44731">
                  <c:v>24.95</c:v>
                </c:pt>
                <c:pt idx="44732">
                  <c:v>24.95</c:v>
                </c:pt>
                <c:pt idx="44733">
                  <c:v>24.95</c:v>
                </c:pt>
                <c:pt idx="44734">
                  <c:v>24.95</c:v>
                </c:pt>
                <c:pt idx="44735">
                  <c:v>25</c:v>
                </c:pt>
                <c:pt idx="44736">
                  <c:v>25</c:v>
                </c:pt>
                <c:pt idx="44737">
                  <c:v>24.95</c:v>
                </c:pt>
                <c:pt idx="44738">
                  <c:v>24.95</c:v>
                </c:pt>
                <c:pt idx="44739">
                  <c:v>24.95</c:v>
                </c:pt>
                <c:pt idx="44740">
                  <c:v>24.95</c:v>
                </c:pt>
                <c:pt idx="44741">
                  <c:v>24.95</c:v>
                </c:pt>
                <c:pt idx="44742">
                  <c:v>24.95</c:v>
                </c:pt>
                <c:pt idx="44743">
                  <c:v>24.95</c:v>
                </c:pt>
                <c:pt idx="44744">
                  <c:v>24.95</c:v>
                </c:pt>
                <c:pt idx="44745">
                  <c:v>24.95</c:v>
                </c:pt>
                <c:pt idx="44746">
                  <c:v>24.95</c:v>
                </c:pt>
                <c:pt idx="44747">
                  <c:v>24.95</c:v>
                </c:pt>
                <c:pt idx="44748">
                  <c:v>24.95</c:v>
                </c:pt>
                <c:pt idx="44749">
                  <c:v>24.95</c:v>
                </c:pt>
                <c:pt idx="44750">
                  <c:v>24.95</c:v>
                </c:pt>
                <c:pt idx="44751">
                  <c:v>24.95</c:v>
                </c:pt>
                <c:pt idx="44752">
                  <c:v>24.95</c:v>
                </c:pt>
                <c:pt idx="44753">
                  <c:v>24.95</c:v>
                </c:pt>
                <c:pt idx="44754">
                  <c:v>24.95</c:v>
                </c:pt>
                <c:pt idx="44755">
                  <c:v>24.95</c:v>
                </c:pt>
                <c:pt idx="44756">
                  <c:v>24.95</c:v>
                </c:pt>
                <c:pt idx="44757">
                  <c:v>24.95</c:v>
                </c:pt>
                <c:pt idx="44758">
                  <c:v>24.95</c:v>
                </c:pt>
                <c:pt idx="44759">
                  <c:v>24.95</c:v>
                </c:pt>
                <c:pt idx="44760">
                  <c:v>24.95</c:v>
                </c:pt>
                <c:pt idx="44761">
                  <c:v>24.95</c:v>
                </c:pt>
                <c:pt idx="44762">
                  <c:v>24.95</c:v>
                </c:pt>
                <c:pt idx="44763">
                  <c:v>24.95</c:v>
                </c:pt>
                <c:pt idx="44764">
                  <c:v>24.95</c:v>
                </c:pt>
                <c:pt idx="44765">
                  <c:v>24.95</c:v>
                </c:pt>
                <c:pt idx="44766">
                  <c:v>24.95</c:v>
                </c:pt>
                <c:pt idx="44767">
                  <c:v>24.95</c:v>
                </c:pt>
                <c:pt idx="44768">
                  <c:v>24.95</c:v>
                </c:pt>
                <c:pt idx="44769">
                  <c:v>24.95</c:v>
                </c:pt>
                <c:pt idx="44770">
                  <c:v>24.95</c:v>
                </c:pt>
                <c:pt idx="44771">
                  <c:v>24.95</c:v>
                </c:pt>
                <c:pt idx="44772">
                  <c:v>24.95</c:v>
                </c:pt>
                <c:pt idx="44773">
                  <c:v>24.95</c:v>
                </c:pt>
                <c:pt idx="44774">
                  <c:v>24.95</c:v>
                </c:pt>
                <c:pt idx="44775">
                  <c:v>24.95</c:v>
                </c:pt>
                <c:pt idx="44776">
                  <c:v>24.95</c:v>
                </c:pt>
                <c:pt idx="44777">
                  <c:v>24.95</c:v>
                </c:pt>
                <c:pt idx="44778">
                  <c:v>24.95</c:v>
                </c:pt>
                <c:pt idx="44779">
                  <c:v>24.95</c:v>
                </c:pt>
                <c:pt idx="44780">
                  <c:v>24.95</c:v>
                </c:pt>
                <c:pt idx="44781">
                  <c:v>24.95</c:v>
                </c:pt>
                <c:pt idx="44782">
                  <c:v>24.95</c:v>
                </c:pt>
                <c:pt idx="44783">
                  <c:v>24.95</c:v>
                </c:pt>
                <c:pt idx="44784">
                  <c:v>24.95</c:v>
                </c:pt>
                <c:pt idx="44785">
                  <c:v>24.95</c:v>
                </c:pt>
                <c:pt idx="44786">
                  <c:v>24.95</c:v>
                </c:pt>
                <c:pt idx="44787">
                  <c:v>24.95</c:v>
                </c:pt>
                <c:pt idx="44788">
                  <c:v>24.95</c:v>
                </c:pt>
                <c:pt idx="44789">
                  <c:v>24.95</c:v>
                </c:pt>
                <c:pt idx="44790">
                  <c:v>24.95</c:v>
                </c:pt>
                <c:pt idx="44791">
                  <c:v>24.95</c:v>
                </c:pt>
                <c:pt idx="44792">
                  <c:v>24.95</c:v>
                </c:pt>
                <c:pt idx="44793">
                  <c:v>24.95</c:v>
                </c:pt>
                <c:pt idx="44794">
                  <c:v>24.95</c:v>
                </c:pt>
                <c:pt idx="44795">
                  <c:v>24.95</c:v>
                </c:pt>
                <c:pt idx="44796">
                  <c:v>24.95</c:v>
                </c:pt>
                <c:pt idx="44797">
                  <c:v>24.95</c:v>
                </c:pt>
                <c:pt idx="44798">
                  <c:v>24.95</c:v>
                </c:pt>
                <c:pt idx="44799">
                  <c:v>24.95</c:v>
                </c:pt>
                <c:pt idx="44800">
                  <c:v>24.95</c:v>
                </c:pt>
                <c:pt idx="44801">
                  <c:v>24.95</c:v>
                </c:pt>
                <c:pt idx="44802">
                  <c:v>24.95</c:v>
                </c:pt>
                <c:pt idx="44803">
                  <c:v>24.95</c:v>
                </c:pt>
                <c:pt idx="44804">
                  <c:v>24.95</c:v>
                </c:pt>
                <c:pt idx="44805">
                  <c:v>24.95</c:v>
                </c:pt>
                <c:pt idx="44806">
                  <c:v>24.95</c:v>
                </c:pt>
                <c:pt idx="44807">
                  <c:v>24.95</c:v>
                </c:pt>
                <c:pt idx="44808">
                  <c:v>24.95</c:v>
                </c:pt>
                <c:pt idx="44809">
                  <c:v>24.95</c:v>
                </c:pt>
                <c:pt idx="44810">
                  <c:v>24.95</c:v>
                </c:pt>
                <c:pt idx="44811">
                  <c:v>24.95</c:v>
                </c:pt>
                <c:pt idx="44812">
                  <c:v>24.95</c:v>
                </c:pt>
                <c:pt idx="44813">
                  <c:v>24.95</c:v>
                </c:pt>
                <c:pt idx="44814">
                  <c:v>24.95</c:v>
                </c:pt>
                <c:pt idx="44815">
                  <c:v>25</c:v>
                </c:pt>
                <c:pt idx="44816">
                  <c:v>24.95</c:v>
                </c:pt>
                <c:pt idx="44817">
                  <c:v>24.95</c:v>
                </c:pt>
                <c:pt idx="44818">
                  <c:v>24.95</c:v>
                </c:pt>
                <c:pt idx="44819">
                  <c:v>24.95</c:v>
                </c:pt>
                <c:pt idx="44820">
                  <c:v>24.95</c:v>
                </c:pt>
                <c:pt idx="44821">
                  <c:v>24.95</c:v>
                </c:pt>
                <c:pt idx="44822">
                  <c:v>24.95</c:v>
                </c:pt>
                <c:pt idx="44823">
                  <c:v>24.95</c:v>
                </c:pt>
                <c:pt idx="44824">
                  <c:v>24.95</c:v>
                </c:pt>
                <c:pt idx="44825">
                  <c:v>24.95</c:v>
                </c:pt>
                <c:pt idx="44826">
                  <c:v>24.95</c:v>
                </c:pt>
                <c:pt idx="44827">
                  <c:v>24.95</c:v>
                </c:pt>
                <c:pt idx="44828">
                  <c:v>24.95</c:v>
                </c:pt>
                <c:pt idx="44829">
                  <c:v>24.95</c:v>
                </c:pt>
                <c:pt idx="44830">
                  <c:v>24.95</c:v>
                </c:pt>
                <c:pt idx="44831">
                  <c:v>24.95</c:v>
                </c:pt>
                <c:pt idx="44832">
                  <c:v>24.95</c:v>
                </c:pt>
                <c:pt idx="44833">
                  <c:v>24.95</c:v>
                </c:pt>
                <c:pt idx="44834">
                  <c:v>24.95</c:v>
                </c:pt>
                <c:pt idx="44835">
                  <c:v>24.95</c:v>
                </c:pt>
                <c:pt idx="44836">
                  <c:v>24.95</c:v>
                </c:pt>
                <c:pt idx="44837">
                  <c:v>24.95</c:v>
                </c:pt>
                <c:pt idx="44838">
                  <c:v>24.95</c:v>
                </c:pt>
                <c:pt idx="44839">
                  <c:v>24.95</c:v>
                </c:pt>
                <c:pt idx="44840">
                  <c:v>24.95</c:v>
                </c:pt>
                <c:pt idx="44841">
                  <c:v>24.95</c:v>
                </c:pt>
                <c:pt idx="44842">
                  <c:v>24.95</c:v>
                </c:pt>
                <c:pt idx="44843">
                  <c:v>24.95</c:v>
                </c:pt>
                <c:pt idx="44844">
                  <c:v>24.95</c:v>
                </c:pt>
                <c:pt idx="44845">
                  <c:v>24.95</c:v>
                </c:pt>
                <c:pt idx="44846">
                  <c:v>24.95</c:v>
                </c:pt>
                <c:pt idx="44847">
                  <c:v>24.95</c:v>
                </c:pt>
                <c:pt idx="44848">
                  <c:v>24.95</c:v>
                </c:pt>
                <c:pt idx="44849">
                  <c:v>24.95</c:v>
                </c:pt>
                <c:pt idx="44850">
                  <c:v>24.95</c:v>
                </c:pt>
                <c:pt idx="44851">
                  <c:v>24.95</c:v>
                </c:pt>
                <c:pt idx="44852">
                  <c:v>24.95</c:v>
                </c:pt>
                <c:pt idx="44853">
                  <c:v>24.95</c:v>
                </c:pt>
                <c:pt idx="44854">
                  <c:v>24.95</c:v>
                </c:pt>
                <c:pt idx="44855">
                  <c:v>24.95</c:v>
                </c:pt>
                <c:pt idx="44856">
                  <c:v>24.95</c:v>
                </c:pt>
                <c:pt idx="44857">
                  <c:v>24.95</c:v>
                </c:pt>
                <c:pt idx="44858">
                  <c:v>24.95</c:v>
                </c:pt>
                <c:pt idx="44859">
                  <c:v>24.95</c:v>
                </c:pt>
                <c:pt idx="44860">
                  <c:v>24.95</c:v>
                </c:pt>
                <c:pt idx="44861">
                  <c:v>24.95</c:v>
                </c:pt>
                <c:pt idx="44862">
                  <c:v>24.95</c:v>
                </c:pt>
                <c:pt idx="44863">
                  <c:v>24.95</c:v>
                </c:pt>
                <c:pt idx="44864">
                  <c:v>24.95</c:v>
                </c:pt>
                <c:pt idx="44865">
                  <c:v>24.95</c:v>
                </c:pt>
                <c:pt idx="44866">
                  <c:v>24.95</c:v>
                </c:pt>
                <c:pt idx="44867">
                  <c:v>24.95</c:v>
                </c:pt>
                <c:pt idx="44868">
                  <c:v>24.95</c:v>
                </c:pt>
                <c:pt idx="44869">
                  <c:v>24.95</c:v>
                </c:pt>
                <c:pt idx="44870">
                  <c:v>24.95</c:v>
                </c:pt>
                <c:pt idx="44871">
                  <c:v>24.95</c:v>
                </c:pt>
                <c:pt idx="44872">
                  <c:v>24.95</c:v>
                </c:pt>
                <c:pt idx="44873">
                  <c:v>24.95</c:v>
                </c:pt>
                <c:pt idx="44874">
                  <c:v>24.95</c:v>
                </c:pt>
                <c:pt idx="44875">
                  <c:v>24.95</c:v>
                </c:pt>
                <c:pt idx="44876">
                  <c:v>24.95</c:v>
                </c:pt>
                <c:pt idx="44877">
                  <c:v>24.95</c:v>
                </c:pt>
                <c:pt idx="44878">
                  <c:v>24.95</c:v>
                </c:pt>
                <c:pt idx="44879">
                  <c:v>24.95</c:v>
                </c:pt>
                <c:pt idx="44880">
                  <c:v>24.95</c:v>
                </c:pt>
                <c:pt idx="44881">
                  <c:v>24.95</c:v>
                </c:pt>
                <c:pt idx="44882">
                  <c:v>24.95</c:v>
                </c:pt>
                <c:pt idx="44883">
                  <c:v>24.95</c:v>
                </c:pt>
                <c:pt idx="44884">
                  <c:v>24.95</c:v>
                </c:pt>
                <c:pt idx="44885">
                  <c:v>24.95</c:v>
                </c:pt>
                <c:pt idx="44886">
                  <c:v>24.95</c:v>
                </c:pt>
                <c:pt idx="44887">
                  <c:v>24.95</c:v>
                </c:pt>
                <c:pt idx="44888">
                  <c:v>24.95</c:v>
                </c:pt>
                <c:pt idx="44889">
                  <c:v>24.95</c:v>
                </c:pt>
                <c:pt idx="44890">
                  <c:v>24.95</c:v>
                </c:pt>
                <c:pt idx="44891">
                  <c:v>24.95</c:v>
                </c:pt>
                <c:pt idx="44892">
                  <c:v>24.95</c:v>
                </c:pt>
                <c:pt idx="44893">
                  <c:v>24.95</c:v>
                </c:pt>
                <c:pt idx="44894">
                  <c:v>24.95</c:v>
                </c:pt>
                <c:pt idx="44895">
                  <c:v>24.95</c:v>
                </c:pt>
                <c:pt idx="44896">
                  <c:v>24.95</c:v>
                </c:pt>
                <c:pt idx="44897">
                  <c:v>24.95</c:v>
                </c:pt>
                <c:pt idx="44898">
                  <c:v>24.95</c:v>
                </c:pt>
                <c:pt idx="44899">
                  <c:v>24.95</c:v>
                </c:pt>
                <c:pt idx="44900">
                  <c:v>24.95</c:v>
                </c:pt>
                <c:pt idx="44901">
                  <c:v>24.95</c:v>
                </c:pt>
                <c:pt idx="44902">
                  <c:v>24.95</c:v>
                </c:pt>
                <c:pt idx="44903">
                  <c:v>24.95</c:v>
                </c:pt>
                <c:pt idx="44904">
                  <c:v>24.95</c:v>
                </c:pt>
                <c:pt idx="44905">
                  <c:v>24.95</c:v>
                </c:pt>
                <c:pt idx="44906">
                  <c:v>24.95</c:v>
                </c:pt>
                <c:pt idx="44907">
                  <c:v>24.95</c:v>
                </c:pt>
                <c:pt idx="44908">
                  <c:v>24.95</c:v>
                </c:pt>
                <c:pt idx="44909">
                  <c:v>24.95</c:v>
                </c:pt>
                <c:pt idx="44910">
                  <c:v>24.95</c:v>
                </c:pt>
                <c:pt idx="44911">
                  <c:v>24.95</c:v>
                </c:pt>
                <c:pt idx="44912">
                  <c:v>24.95</c:v>
                </c:pt>
                <c:pt idx="44913">
                  <c:v>24.95</c:v>
                </c:pt>
                <c:pt idx="44914">
                  <c:v>24.95</c:v>
                </c:pt>
                <c:pt idx="44915">
                  <c:v>24.95</c:v>
                </c:pt>
                <c:pt idx="44916">
                  <c:v>24.95</c:v>
                </c:pt>
                <c:pt idx="44917">
                  <c:v>24.95</c:v>
                </c:pt>
                <c:pt idx="44918">
                  <c:v>24.95</c:v>
                </c:pt>
                <c:pt idx="44919">
                  <c:v>24.95</c:v>
                </c:pt>
                <c:pt idx="44920">
                  <c:v>24.95</c:v>
                </c:pt>
                <c:pt idx="44921">
                  <c:v>24.95</c:v>
                </c:pt>
                <c:pt idx="44922">
                  <c:v>24.95</c:v>
                </c:pt>
                <c:pt idx="44923">
                  <c:v>24.95</c:v>
                </c:pt>
                <c:pt idx="44924">
                  <c:v>24.95</c:v>
                </c:pt>
                <c:pt idx="44925">
                  <c:v>24.95</c:v>
                </c:pt>
                <c:pt idx="44926">
                  <c:v>24.95</c:v>
                </c:pt>
                <c:pt idx="44927">
                  <c:v>24.95</c:v>
                </c:pt>
                <c:pt idx="44928">
                  <c:v>24.95</c:v>
                </c:pt>
                <c:pt idx="44929">
                  <c:v>24.95</c:v>
                </c:pt>
                <c:pt idx="44930">
                  <c:v>24.95</c:v>
                </c:pt>
                <c:pt idx="44931">
                  <c:v>24.95</c:v>
                </c:pt>
                <c:pt idx="44932">
                  <c:v>24.95</c:v>
                </c:pt>
                <c:pt idx="44933">
                  <c:v>24.95</c:v>
                </c:pt>
                <c:pt idx="44934">
                  <c:v>24.95</c:v>
                </c:pt>
                <c:pt idx="44935">
                  <c:v>24.95</c:v>
                </c:pt>
                <c:pt idx="44936">
                  <c:v>24.95</c:v>
                </c:pt>
                <c:pt idx="44937">
                  <c:v>24.95</c:v>
                </c:pt>
                <c:pt idx="44938">
                  <c:v>24.95</c:v>
                </c:pt>
                <c:pt idx="44939">
                  <c:v>24.95</c:v>
                </c:pt>
                <c:pt idx="44940">
                  <c:v>24.95</c:v>
                </c:pt>
                <c:pt idx="44941">
                  <c:v>24.95</c:v>
                </c:pt>
                <c:pt idx="44942">
                  <c:v>24.95</c:v>
                </c:pt>
                <c:pt idx="44943">
                  <c:v>24.95</c:v>
                </c:pt>
                <c:pt idx="44944">
                  <c:v>24.95</c:v>
                </c:pt>
                <c:pt idx="44945">
                  <c:v>24.95</c:v>
                </c:pt>
                <c:pt idx="44946">
                  <c:v>24.95</c:v>
                </c:pt>
                <c:pt idx="44947">
                  <c:v>24.95</c:v>
                </c:pt>
                <c:pt idx="44948">
                  <c:v>24.95</c:v>
                </c:pt>
                <c:pt idx="44949">
                  <c:v>24.95</c:v>
                </c:pt>
                <c:pt idx="44950">
                  <c:v>24.95</c:v>
                </c:pt>
                <c:pt idx="44951">
                  <c:v>24.95</c:v>
                </c:pt>
                <c:pt idx="44952">
                  <c:v>24.95</c:v>
                </c:pt>
                <c:pt idx="44953">
                  <c:v>24.95</c:v>
                </c:pt>
                <c:pt idx="44954">
                  <c:v>24.95</c:v>
                </c:pt>
                <c:pt idx="44955">
                  <c:v>24.95</c:v>
                </c:pt>
                <c:pt idx="44956">
                  <c:v>24.95</c:v>
                </c:pt>
                <c:pt idx="44957">
                  <c:v>24.95</c:v>
                </c:pt>
                <c:pt idx="44958">
                  <c:v>24.95</c:v>
                </c:pt>
                <c:pt idx="44959">
                  <c:v>24.95</c:v>
                </c:pt>
                <c:pt idx="44960">
                  <c:v>24.95</c:v>
                </c:pt>
                <c:pt idx="44961">
                  <c:v>24.95</c:v>
                </c:pt>
                <c:pt idx="44962">
                  <c:v>24.95</c:v>
                </c:pt>
                <c:pt idx="44963">
                  <c:v>24.95</c:v>
                </c:pt>
                <c:pt idx="44964">
                  <c:v>24.95</c:v>
                </c:pt>
                <c:pt idx="44965">
                  <c:v>24.95</c:v>
                </c:pt>
                <c:pt idx="44966">
                  <c:v>24.95</c:v>
                </c:pt>
                <c:pt idx="44967">
                  <c:v>24.95</c:v>
                </c:pt>
                <c:pt idx="44968">
                  <c:v>24.95</c:v>
                </c:pt>
                <c:pt idx="44969">
                  <c:v>24.95</c:v>
                </c:pt>
                <c:pt idx="44970">
                  <c:v>24.95</c:v>
                </c:pt>
                <c:pt idx="44971">
                  <c:v>24.95</c:v>
                </c:pt>
                <c:pt idx="44972">
                  <c:v>24.95</c:v>
                </c:pt>
                <c:pt idx="44973">
                  <c:v>24.95</c:v>
                </c:pt>
                <c:pt idx="44974">
                  <c:v>24.95</c:v>
                </c:pt>
                <c:pt idx="44975">
                  <c:v>24.95</c:v>
                </c:pt>
                <c:pt idx="44976">
                  <c:v>24.95</c:v>
                </c:pt>
                <c:pt idx="44977">
                  <c:v>24.95</c:v>
                </c:pt>
                <c:pt idx="44978">
                  <c:v>24.95</c:v>
                </c:pt>
                <c:pt idx="44979">
                  <c:v>24.95</c:v>
                </c:pt>
                <c:pt idx="44980">
                  <c:v>24.95</c:v>
                </c:pt>
                <c:pt idx="44981">
                  <c:v>24.95</c:v>
                </c:pt>
                <c:pt idx="44982">
                  <c:v>24.95</c:v>
                </c:pt>
                <c:pt idx="44983">
                  <c:v>24.95</c:v>
                </c:pt>
                <c:pt idx="44984">
                  <c:v>24.95</c:v>
                </c:pt>
                <c:pt idx="44985">
                  <c:v>24.95</c:v>
                </c:pt>
                <c:pt idx="44986">
                  <c:v>24.95</c:v>
                </c:pt>
                <c:pt idx="44987">
                  <c:v>24.95</c:v>
                </c:pt>
                <c:pt idx="44988">
                  <c:v>24.95</c:v>
                </c:pt>
                <c:pt idx="44989">
                  <c:v>24.95</c:v>
                </c:pt>
                <c:pt idx="44990">
                  <c:v>24.95</c:v>
                </c:pt>
                <c:pt idx="44991">
                  <c:v>24.95</c:v>
                </c:pt>
                <c:pt idx="44992">
                  <c:v>24.95</c:v>
                </c:pt>
                <c:pt idx="44993">
                  <c:v>24.95</c:v>
                </c:pt>
                <c:pt idx="44994">
                  <c:v>24.95</c:v>
                </c:pt>
                <c:pt idx="44995">
                  <c:v>24.95</c:v>
                </c:pt>
                <c:pt idx="44996">
                  <c:v>24.95</c:v>
                </c:pt>
                <c:pt idx="44997">
                  <c:v>24.95</c:v>
                </c:pt>
                <c:pt idx="44998">
                  <c:v>24.95</c:v>
                </c:pt>
                <c:pt idx="44999">
                  <c:v>24.95</c:v>
                </c:pt>
                <c:pt idx="45000">
                  <c:v>24.95</c:v>
                </c:pt>
                <c:pt idx="45001">
                  <c:v>24.95</c:v>
                </c:pt>
                <c:pt idx="45002">
                  <c:v>24.95</c:v>
                </c:pt>
                <c:pt idx="45003">
                  <c:v>24.95</c:v>
                </c:pt>
                <c:pt idx="45004">
                  <c:v>24.95</c:v>
                </c:pt>
                <c:pt idx="45005">
                  <c:v>24.95</c:v>
                </c:pt>
                <c:pt idx="45006">
                  <c:v>24.95</c:v>
                </c:pt>
                <c:pt idx="45007">
                  <c:v>24.95</c:v>
                </c:pt>
                <c:pt idx="45008">
                  <c:v>24.95</c:v>
                </c:pt>
                <c:pt idx="45009">
                  <c:v>24.95</c:v>
                </c:pt>
                <c:pt idx="45010">
                  <c:v>24.95</c:v>
                </c:pt>
                <c:pt idx="45011">
                  <c:v>24.95</c:v>
                </c:pt>
                <c:pt idx="45012">
                  <c:v>24.95</c:v>
                </c:pt>
                <c:pt idx="45013">
                  <c:v>24.95</c:v>
                </c:pt>
                <c:pt idx="45014">
                  <c:v>24.95</c:v>
                </c:pt>
                <c:pt idx="45015">
                  <c:v>24.95</c:v>
                </c:pt>
                <c:pt idx="45016">
                  <c:v>24.95</c:v>
                </c:pt>
                <c:pt idx="45017">
                  <c:v>24.95</c:v>
                </c:pt>
                <c:pt idx="45018">
                  <c:v>24.95</c:v>
                </c:pt>
                <c:pt idx="45019">
                  <c:v>24.95</c:v>
                </c:pt>
                <c:pt idx="45020">
                  <c:v>24.95</c:v>
                </c:pt>
                <c:pt idx="45021">
                  <c:v>24.95</c:v>
                </c:pt>
                <c:pt idx="45022">
                  <c:v>24.95</c:v>
                </c:pt>
                <c:pt idx="45023">
                  <c:v>24.95</c:v>
                </c:pt>
                <c:pt idx="45024">
                  <c:v>24.95</c:v>
                </c:pt>
                <c:pt idx="45025">
                  <c:v>24.95</c:v>
                </c:pt>
                <c:pt idx="45026">
                  <c:v>24.95</c:v>
                </c:pt>
                <c:pt idx="45027">
                  <c:v>24.95</c:v>
                </c:pt>
                <c:pt idx="45028">
                  <c:v>24.95</c:v>
                </c:pt>
                <c:pt idx="45029">
                  <c:v>24.95</c:v>
                </c:pt>
                <c:pt idx="45030">
                  <c:v>24.95</c:v>
                </c:pt>
                <c:pt idx="45031">
                  <c:v>24.95</c:v>
                </c:pt>
                <c:pt idx="45032">
                  <c:v>24.95</c:v>
                </c:pt>
                <c:pt idx="45033">
                  <c:v>24.95</c:v>
                </c:pt>
                <c:pt idx="45034">
                  <c:v>24.95</c:v>
                </c:pt>
                <c:pt idx="45035">
                  <c:v>24.95</c:v>
                </c:pt>
                <c:pt idx="45036">
                  <c:v>24.95</c:v>
                </c:pt>
                <c:pt idx="45037">
                  <c:v>24.95</c:v>
                </c:pt>
                <c:pt idx="45038">
                  <c:v>24.95</c:v>
                </c:pt>
                <c:pt idx="45039">
                  <c:v>24.95</c:v>
                </c:pt>
                <c:pt idx="45040">
                  <c:v>24.95</c:v>
                </c:pt>
                <c:pt idx="45041">
                  <c:v>24.95</c:v>
                </c:pt>
                <c:pt idx="45042">
                  <c:v>24.95</c:v>
                </c:pt>
                <c:pt idx="45043">
                  <c:v>24.95</c:v>
                </c:pt>
                <c:pt idx="45044">
                  <c:v>24.95</c:v>
                </c:pt>
                <c:pt idx="45045">
                  <c:v>24.95</c:v>
                </c:pt>
                <c:pt idx="45046">
                  <c:v>24.95</c:v>
                </c:pt>
                <c:pt idx="45047">
                  <c:v>24.95</c:v>
                </c:pt>
                <c:pt idx="45048">
                  <c:v>24.95</c:v>
                </c:pt>
                <c:pt idx="45049">
                  <c:v>24.95</c:v>
                </c:pt>
                <c:pt idx="45050">
                  <c:v>24.95</c:v>
                </c:pt>
                <c:pt idx="45051">
                  <c:v>24.95</c:v>
                </c:pt>
                <c:pt idx="45052">
                  <c:v>24.95</c:v>
                </c:pt>
                <c:pt idx="45053">
                  <c:v>24.95</c:v>
                </c:pt>
                <c:pt idx="45054">
                  <c:v>24.95</c:v>
                </c:pt>
                <c:pt idx="45055">
                  <c:v>24.95</c:v>
                </c:pt>
                <c:pt idx="45056">
                  <c:v>24.95</c:v>
                </c:pt>
                <c:pt idx="45057">
                  <c:v>24.95</c:v>
                </c:pt>
                <c:pt idx="45058">
                  <c:v>24.95</c:v>
                </c:pt>
                <c:pt idx="45059">
                  <c:v>24.95</c:v>
                </c:pt>
                <c:pt idx="45060">
                  <c:v>24.95</c:v>
                </c:pt>
                <c:pt idx="45061">
                  <c:v>24.95</c:v>
                </c:pt>
                <c:pt idx="45062">
                  <c:v>24.95</c:v>
                </c:pt>
                <c:pt idx="45063">
                  <c:v>24.95</c:v>
                </c:pt>
                <c:pt idx="45064">
                  <c:v>24.95</c:v>
                </c:pt>
                <c:pt idx="45065">
                  <c:v>24.95</c:v>
                </c:pt>
                <c:pt idx="45066">
                  <c:v>24.95</c:v>
                </c:pt>
                <c:pt idx="45067">
                  <c:v>24.95</c:v>
                </c:pt>
                <c:pt idx="45068">
                  <c:v>24.95</c:v>
                </c:pt>
                <c:pt idx="45069">
                  <c:v>24.95</c:v>
                </c:pt>
                <c:pt idx="45070">
                  <c:v>24.95</c:v>
                </c:pt>
                <c:pt idx="45071">
                  <c:v>24.95</c:v>
                </c:pt>
                <c:pt idx="45072">
                  <c:v>24.95</c:v>
                </c:pt>
                <c:pt idx="45073">
                  <c:v>24.95</c:v>
                </c:pt>
                <c:pt idx="45074">
                  <c:v>24.95</c:v>
                </c:pt>
                <c:pt idx="45075">
                  <c:v>24.95</c:v>
                </c:pt>
                <c:pt idx="45076">
                  <c:v>24.95</c:v>
                </c:pt>
                <c:pt idx="45077">
                  <c:v>24.95</c:v>
                </c:pt>
                <c:pt idx="45078">
                  <c:v>24.95</c:v>
                </c:pt>
                <c:pt idx="45079">
                  <c:v>24.95</c:v>
                </c:pt>
                <c:pt idx="45080">
                  <c:v>24.95</c:v>
                </c:pt>
                <c:pt idx="45081">
                  <c:v>24.95</c:v>
                </c:pt>
                <c:pt idx="45082">
                  <c:v>24.95</c:v>
                </c:pt>
                <c:pt idx="45083">
                  <c:v>24.95</c:v>
                </c:pt>
                <c:pt idx="45084">
                  <c:v>24.95</c:v>
                </c:pt>
                <c:pt idx="45085">
                  <c:v>24.95</c:v>
                </c:pt>
                <c:pt idx="45086">
                  <c:v>24.95</c:v>
                </c:pt>
                <c:pt idx="45087">
                  <c:v>24.95</c:v>
                </c:pt>
                <c:pt idx="45088">
                  <c:v>24.95</c:v>
                </c:pt>
                <c:pt idx="45089">
                  <c:v>24.95</c:v>
                </c:pt>
                <c:pt idx="45090">
                  <c:v>24.95</c:v>
                </c:pt>
                <c:pt idx="45091">
                  <c:v>24.95</c:v>
                </c:pt>
                <c:pt idx="45092">
                  <c:v>24.95</c:v>
                </c:pt>
                <c:pt idx="45093">
                  <c:v>24.95</c:v>
                </c:pt>
                <c:pt idx="45094">
                  <c:v>24.95</c:v>
                </c:pt>
                <c:pt idx="45095">
                  <c:v>24.95</c:v>
                </c:pt>
                <c:pt idx="45096">
                  <c:v>24.95</c:v>
                </c:pt>
                <c:pt idx="45097">
                  <c:v>24.95</c:v>
                </c:pt>
                <c:pt idx="45098">
                  <c:v>24.95</c:v>
                </c:pt>
                <c:pt idx="45099">
                  <c:v>24.95</c:v>
                </c:pt>
                <c:pt idx="45100">
                  <c:v>24.95</c:v>
                </c:pt>
                <c:pt idx="45101">
                  <c:v>24.95</c:v>
                </c:pt>
                <c:pt idx="45102">
                  <c:v>24.95</c:v>
                </c:pt>
                <c:pt idx="45103">
                  <c:v>24.95</c:v>
                </c:pt>
                <c:pt idx="45104">
                  <c:v>24.95</c:v>
                </c:pt>
                <c:pt idx="45105">
                  <c:v>24.95</c:v>
                </c:pt>
                <c:pt idx="45106">
                  <c:v>24.95</c:v>
                </c:pt>
                <c:pt idx="45107">
                  <c:v>24.95</c:v>
                </c:pt>
                <c:pt idx="45108">
                  <c:v>24.95</c:v>
                </c:pt>
                <c:pt idx="45109">
                  <c:v>24.95</c:v>
                </c:pt>
                <c:pt idx="45110">
                  <c:v>24.95</c:v>
                </c:pt>
                <c:pt idx="45111">
                  <c:v>24.95</c:v>
                </c:pt>
                <c:pt idx="45112">
                  <c:v>24.95</c:v>
                </c:pt>
                <c:pt idx="45113">
                  <c:v>24.95</c:v>
                </c:pt>
                <c:pt idx="45114">
                  <c:v>24.95</c:v>
                </c:pt>
                <c:pt idx="45115">
                  <c:v>24.95</c:v>
                </c:pt>
                <c:pt idx="45116">
                  <c:v>24.95</c:v>
                </c:pt>
                <c:pt idx="45117">
                  <c:v>24.95</c:v>
                </c:pt>
                <c:pt idx="45118">
                  <c:v>24.95</c:v>
                </c:pt>
                <c:pt idx="45119">
                  <c:v>24.95</c:v>
                </c:pt>
                <c:pt idx="45120">
                  <c:v>24.95</c:v>
                </c:pt>
                <c:pt idx="45121">
                  <c:v>24.95</c:v>
                </c:pt>
                <c:pt idx="45122">
                  <c:v>24.95</c:v>
                </c:pt>
                <c:pt idx="45123">
                  <c:v>24.95</c:v>
                </c:pt>
                <c:pt idx="45124">
                  <c:v>24.95</c:v>
                </c:pt>
                <c:pt idx="45125">
                  <c:v>24.95</c:v>
                </c:pt>
                <c:pt idx="45126">
                  <c:v>24.95</c:v>
                </c:pt>
                <c:pt idx="45127">
                  <c:v>24.95</c:v>
                </c:pt>
                <c:pt idx="45128">
                  <c:v>24.95</c:v>
                </c:pt>
                <c:pt idx="45129">
                  <c:v>24.95</c:v>
                </c:pt>
                <c:pt idx="45130">
                  <c:v>24.95</c:v>
                </c:pt>
                <c:pt idx="45131">
                  <c:v>24.95</c:v>
                </c:pt>
                <c:pt idx="45132">
                  <c:v>24.95</c:v>
                </c:pt>
                <c:pt idx="45133">
                  <c:v>24.95</c:v>
                </c:pt>
                <c:pt idx="45134">
                  <c:v>24.95</c:v>
                </c:pt>
                <c:pt idx="45135">
                  <c:v>24.95</c:v>
                </c:pt>
                <c:pt idx="45136">
                  <c:v>24.95</c:v>
                </c:pt>
                <c:pt idx="45137">
                  <c:v>24.95</c:v>
                </c:pt>
                <c:pt idx="45138">
                  <c:v>24.95</c:v>
                </c:pt>
                <c:pt idx="45139">
                  <c:v>24.95</c:v>
                </c:pt>
                <c:pt idx="45140">
                  <c:v>24.95</c:v>
                </c:pt>
                <c:pt idx="45141">
                  <c:v>24.95</c:v>
                </c:pt>
                <c:pt idx="45142">
                  <c:v>24.95</c:v>
                </c:pt>
                <c:pt idx="45143">
                  <c:v>24.95</c:v>
                </c:pt>
                <c:pt idx="45144">
                  <c:v>24.95</c:v>
                </c:pt>
                <c:pt idx="45145">
                  <c:v>24.95</c:v>
                </c:pt>
                <c:pt idx="45146">
                  <c:v>24.95</c:v>
                </c:pt>
                <c:pt idx="45147">
                  <c:v>24.95</c:v>
                </c:pt>
                <c:pt idx="45148">
                  <c:v>24.95</c:v>
                </c:pt>
                <c:pt idx="45149">
                  <c:v>24.95</c:v>
                </c:pt>
                <c:pt idx="45150">
                  <c:v>24.95</c:v>
                </c:pt>
                <c:pt idx="45151">
                  <c:v>24.95</c:v>
                </c:pt>
                <c:pt idx="45152">
                  <c:v>24.95</c:v>
                </c:pt>
                <c:pt idx="45153">
                  <c:v>24.95</c:v>
                </c:pt>
                <c:pt idx="45154">
                  <c:v>24.95</c:v>
                </c:pt>
                <c:pt idx="45155">
                  <c:v>24.95</c:v>
                </c:pt>
                <c:pt idx="45156">
                  <c:v>24.95</c:v>
                </c:pt>
                <c:pt idx="45157">
                  <c:v>24.95</c:v>
                </c:pt>
                <c:pt idx="45158">
                  <c:v>24.95</c:v>
                </c:pt>
                <c:pt idx="45159">
                  <c:v>24.95</c:v>
                </c:pt>
                <c:pt idx="45160">
                  <c:v>24.95</c:v>
                </c:pt>
                <c:pt idx="45161">
                  <c:v>24.95</c:v>
                </c:pt>
                <c:pt idx="45162">
                  <c:v>24.95</c:v>
                </c:pt>
                <c:pt idx="45163">
                  <c:v>24.95</c:v>
                </c:pt>
                <c:pt idx="45164">
                  <c:v>24.95</c:v>
                </c:pt>
                <c:pt idx="45165">
                  <c:v>24.95</c:v>
                </c:pt>
                <c:pt idx="45166">
                  <c:v>24.95</c:v>
                </c:pt>
                <c:pt idx="45167">
                  <c:v>24.95</c:v>
                </c:pt>
                <c:pt idx="45168">
                  <c:v>24.95</c:v>
                </c:pt>
                <c:pt idx="45169">
                  <c:v>24.95</c:v>
                </c:pt>
                <c:pt idx="45170">
                  <c:v>24.95</c:v>
                </c:pt>
                <c:pt idx="45171">
                  <c:v>24.95</c:v>
                </c:pt>
                <c:pt idx="45172">
                  <c:v>24.95</c:v>
                </c:pt>
                <c:pt idx="45173">
                  <c:v>24.95</c:v>
                </c:pt>
                <c:pt idx="45174">
                  <c:v>24.95</c:v>
                </c:pt>
                <c:pt idx="45175">
                  <c:v>24.95</c:v>
                </c:pt>
                <c:pt idx="45176">
                  <c:v>24.95</c:v>
                </c:pt>
                <c:pt idx="45177">
                  <c:v>24.95</c:v>
                </c:pt>
                <c:pt idx="45178">
                  <c:v>24.95</c:v>
                </c:pt>
                <c:pt idx="45179">
                  <c:v>24.95</c:v>
                </c:pt>
                <c:pt idx="45180">
                  <c:v>24.95</c:v>
                </c:pt>
                <c:pt idx="45181">
                  <c:v>24.95</c:v>
                </c:pt>
                <c:pt idx="45182">
                  <c:v>24.95</c:v>
                </c:pt>
                <c:pt idx="45183">
                  <c:v>24.95</c:v>
                </c:pt>
                <c:pt idx="45184">
                  <c:v>24.95</c:v>
                </c:pt>
                <c:pt idx="45185">
                  <c:v>24.95</c:v>
                </c:pt>
                <c:pt idx="45186">
                  <c:v>24.95</c:v>
                </c:pt>
                <c:pt idx="45187">
                  <c:v>24.95</c:v>
                </c:pt>
                <c:pt idx="45188">
                  <c:v>24.95</c:v>
                </c:pt>
                <c:pt idx="45189">
                  <c:v>24.95</c:v>
                </c:pt>
                <c:pt idx="45190">
                  <c:v>24.95</c:v>
                </c:pt>
                <c:pt idx="45191">
                  <c:v>24.95</c:v>
                </c:pt>
                <c:pt idx="45192">
                  <c:v>24.95</c:v>
                </c:pt>
                <c:pt idx="45193">
                  <c:v>24.95</c:v>
                </c:pt>
                <c:pt idx="45194">
                  <c:v>24.95</c:v>
                </c:pt>
                <c:pt idx="45195">
                  <c:v>24.95</c:v>
                </c:pt>
                <c:pt idx="45196">
                  <c:v>24.95</c:v>
                </c:pt>
                <c:pt idx="45197">
                  <c:v>24.95</c:v>
                </c:pt>
                <c:pt idx="45198">
                  <c:v>24.95</c:v>
                </c:pt>
                <c:pt idx="45199">
                  <c:v>24.95</c:v>
                </c:pt>
                <c:pt idx="45200">
                  <c:v>24.95</c:v>
                </c:pt>
                <c:pt idx="45201">
                  <c:v>24.95</c:v>
                </c:pt>
                <c:pt idx="45202">
                  <c:v>24.95</c:v>
                </c:pt>
                <c:pt idx="45203">
                  <c:v>24.95</c:v>
                </c:pt>
                <c:pt idx="45204">
                  <c:v>24.95</c:v>
                </c:pt>
                <c:pt idx="45205">
                  <c:v>24.95</c:v>
                </c:pt>
                <c:pt idx="45206">
                  <c:v>24.95</c:v>
                </c:pt>
                <c:pt idx="45207">
                  <c:v>24.95</c:v>
                </c:pt>
                <c:pt idx="45208">
                  <c:v>24.95</c:v>
                </c:pt>
                <c:pt idx="45209">
                  <c:v>24.95</c:v>
                </c:pt>
                <c:pt idx="45210">
                  <c:v>24.95</c:v>
                </c:pt>
                <c:pt idx="45211">
                  <c:v>24.95</c:v>
                </c:pt>
                <c:pt idx="45212">
                  <c:v>24.95</c:v>
                </c:pt>
                <c:pt idx="45213">
                  <c:v>24.95</c:v>
                </c:pt>
                <c:pt idx="45214">
                  <c:v>24.95</c:v>
                </c:pt>
                <c:pt idx="45215">
                  <c:v>24.95</c:v>
                </c:pt>
                <c:pt idx="45216">
                  <c:v>24.95</c:v>
                </c:pt>
                <c:pt idx="45217">
                  <c:v>24.95</c:v>
                </c:pt>
                <c:pt idx="45218">
                  <c:v>24.95</c:v>
                </c:pt>
                <c:pt idx="45219">
                  <c:v>24.95</c:v>
                </c:pt>
                <c:pt idx="45220">
                  <c:v>24.95</c:v>
                </c:pt>
                <c:pt idx="45221">
                  <c:v>24.95</c:v>
                </c:pt>
                <c:pt idx="45222">
                  <c:v>24.95</c:v>
                </c:pt>
                <c:pt idx="45223">
                  <c:v>24.95</c:v>
                </c:pt>
                <c:pt idx="45224">
                  <c:v>24.95</c:v>
                </c:pt>
                <c:pt idx="45225">
                  <c:v>24.95</c:v>
                </c:pt>
                <c:pt idx="45226">
                  <c:v>24.95</c:v>
                </c:pt>
                <c:pt idx="45227">
                  <c:v>24.95</c:v>
                </c:pt>
                <c:pt idx="45228">
                  <c:v>24.95</c:v>
                </c:pt>
                <c:pt idx="45229">
                  <c:v>24.95</c:v>
                </c:pt>
                <c:pt idx="45230">
                  <c:v>24.95</c:v>
                </c:pt>
                <c:pt idx="45231">
                  <c:v>24.95</c:v>
                </c:pt>
                <c:pt idx="45232">
                  <c:v>24.95</c:v>
                </c:pt>
                <c:pt idx="45233">
                  <c:v>24.95</c:v>
                </c:pt>
                <c:pt idx="45234">
                  <c:v>24.95</c:v>
                </c:pt>
                <c:pt idx="45235">
                  <c:v>24.95</c:v>
                </c:pt>
                <c:pt idx="45236">
                  <c:v>24.95</c:v>
                </c:pt>
                <c:pt idx="45237">
                  <c:v>24.95</c:v>
                </c:pt>
                <c:pt idx="45238">
                  <c:v>24.95</c:v>
                </c:pt>
                <c:pt idx="45239">
                  <c:v>24.95</c:v>
                </c:pt>
                <c:pt idx="45240">
                  <c:v>24.95</c:v>
                </c:pt>
                <c:pt idx="45241">
                  <c:v>24.95</c:v>
                </c:pt>
                <c:pt idx="45242">
                  <c:v>24.95</c:v>
                </c:pt>
                <c:pt idx="45243">
                  <c:v>24.95</c:v>
                </c:pt>
                <c:pt idx="45244">
                  <c:v>24.95</c:v>
                </c:pt>
                <c:pt idx="45245">
                  <c:v>24.95</c:v>
                </c:pt>
                <c:pt idx="45246">
                  <c:v>24.95</c:v>
                </c:pt>
                <c:pt idx="45247">
                  <c:v>24.95</c:v>
                </c:pt>
                <c:pt idx="45248">
                  <c:v>24.95</c:v>
                </c:pt>
                <c:pt idx="45249">
                  <c:v>24.95</c:v>
                </c:pt>
                <c:pt idx="45250">
                  <c:v>24.95</c:v>
                </c:pt>
                <c:pt idx="45251">
                  <c:v>24.95</c:v>
                </c:pt>
                <c:pt idx="45252">
                  <c:v>24.95</c:v>
                </c:pt>
                <c:pt idx="45253">
                  <c:v>24.95</c:v>
                </c:pt>
                <c:pt idx="45254">
                  <c:v>24.95</c:v>
                </c:pt>
                <c:pt idx="45255">
                  <c:v>24.95</c:v>
                </c:pt>
                <c:pt idx="45256">
                  <c:v>24.95</c:v>
                </c:pt>
                <c:pt idx="45257">
                  <c:v>24.95</c:v>
                </c:pt>
                <c:pt idx="45258">
                  <c:v>24.95</c:v>
                </c:pt>
                <c:pt idx="45259">
                  <c:v>24.95</c:v>
                </c:pt>
                <c:pt idx="45260">
                  <c:v>24.95</c:v>
                </c:pt>
                <c:pt idx="45261">
                  <c:v>24.95</c:v>
                </c:pt>
                <c:pt idx="45262">
                  <c:v>24.95</c:v>
                </c:pt>
                <c:pt idx="45263">
                  <c:v>24.95</c:v>
                </c:pt>
                <c:pt idx="45264">
                  <c:v>24.95</c:v>
                </c:pt>
                <c:pt idx="45265">
                  <c:v>24.95</c:v>
                </c:pt>
                <c:pt idx="45266">
                  <c:v>24.95</c:v>
                </c:pt>
                <c:pt idx="45267">
                  <c:v>24.95</c:v>
                </c:pt>
                <c:pt idx="45268">
                  <c:v>24.95</c:v>
                </c:pt>
                <c:pt idx="45269">
                  <c:v>24.95</c:v>
                </c:pt>
                <c:pt idx="45270">
                  <c:v>24.95</c:v>
                </c:pt>
                <c:pt idx="45271">
                  <c:v>24.95</c:v>
                </c:pt>
                <c:pt idx="45272">
                  <c:v>24.95</c:v>
                </c:pt>
                <c:pt idx="45273">
                  <c:v>24.95</c:v>
                </c:pt>
                <c:pt idx="45274">
                  <c:v>24.95</c:v>
                </c:pt>
                <c:pt idx="45275">
                  <c:v>24.95</c:v>
                </c:pt>
                <c:pt idx="45276">
                  <c:v>24.95</c:v>
                </c:pt>
                <c:pt idx="45277">
                  <c:v>24.95</c:v>
                </c:pt>
                <c:pt idx="45278">
                  <c:v>24.95</c:v>
                </c:pt>
                <c:pt idx="45279">
                  <c:v>24.95</c:v>
                </c:pt>
                <c:pt idx="45280">
                  <c:v>24.95</c:v>
                </c:pt>
                <c:pt idx="45281">
                  <c:v>24.95</c:v>
                </c:pt>
                <c:pt idx="45282">
                  <c:v>24.95</c:v>
                </c:pt>
                <c:pt idx="45283">
                  <c:v>24.95</c:v>
                </c:pt>
                <c:pt idx="45284">
                  <c:v>24.95</c:v>
                </c:pt>
                <c:pt idx="45285">
                  <c:v>24.95</c:v>
                </c:pt>
                <c:pt idx="45286">
                  <c:v>24.95</c:v>
                </c:pt>
                <c:pt idx="45287">
                  <c:v>24.95</c:v>
                </c:pt>
                <c:pt idx="45288">
                  <c:v>24.95</c:v>
                </c:pt>
                <c:pt idx="45289">
                  <c:v>24.95</c:v>
                </c:pt>
                <c:pt idx="45290">
                  <c:v>24.95</c:v>
                </c:pt>
                <c:pt idx="45291">
                  <c:v>24.95</c:v>
                </c:pt>
                <c:pt idx="45292">
                  <c:v>24.95</c:v>
                </c:pt>
                <c:pt idx="45293">
                  <c:v>24.95</c:v>
                </c:pt>
                <c:pt idx="45294">
                  <c:v>24.95</c:v>
                </c:pt>
                <c:pt idx="45295">
                  <c:v>24.95</c:v>
                </c:pt>
                <c:pt idx="45296">
                  <c:v>24.95</c:v>
                </c:pt>
                <c:pt idx="45297">
                  <c:v>24.95</c:v>
                </c:pt>
                <c:pt idx="45298">
                  <c:v>24.95</c:v>
                </c:pt>
                <c:pt idx="45299">
                  <c:v>24.95</c:v>
                </c:pt>
                <c:pt idx="45300">
                  <c:v>24.95</c:v>
                </c:pt>
                <c:pt idx="45301">
                  <c:v>24.95</c:v>
                </c:pt>
                <c:pt idx="45302">
                  <c:v>24.95</c:v>
                </c:pt>
                <c:pt idx="45303">
                  <c:v>24.95</c:v>
                </c:pt>
                <c:pt idx="45304">
                  <c:v>24.95</c:v>
                </c:pt>
                <c:pt idx="45305">
                  <c:v>24.95</c:v>
                </c:pt>
                <c:pt idx="45306">
                  <c:v>24.95</c:v>
                </c:pt>
                <c:pt idx="45307">
                  <c:v>24.95</c:v>
                </c:pt>
                <c:pt idx="45308">
                  <c:v>24.95</c:v>
                </c:pt>
                <c:pt idx="45309">
                  <c:v>24.95</c:v>
                </c:pt>
                <c:pt idx="45310">
                  <c:v>24.95</c:v>
                </c:pt>
                <c:pt idx="45311">
                  <c:v>24.95</c:v>
                </c:pt>
                <c:pt idx="45312">
                  <c:v>24.95</c:v>
                </c:pt>
                <c:pt idx="45313">
                  <c:v>24.95</c:v>
                </c:pt>
                <c:pt idx="45314">
                  <c:v>24.95</c:v>
                </c:pt>
                <c:pt idx="45315">
                  <c:v>24.95</c:v>
                </c:pt>
                <c:pt idx="45316">
                  <c:v>24.95</c:v>
                </c:pt>
                <c:pt idx="45317">
                  <c:v>24.95</c:v>
                </c:pt>
                <c:pt idx="45318">
                  <c:v>24.95</c:v>
                </c:pt>
                <c:pt idx="45319">
                  <c:v>24.95</c:v>
                </c:pt>
                <c:pt idx="45320">
                  <c:v>24.95</c:v>
                </c:pt>
                <c:pt idx="45321">
                  <c:v>24.95</c:v>
                </c:pt>
                <c:pt idx="45322">
                  <c:v>24.95</c:v>
                </c:pt>
                <c:pt idx="45323">
                  <c:v>24.95</c:v>
                </c:pt>
                <c:pt idx="45324">
                  <c:v>24.95</c:v>
                </c:pt>
                <c:pt idx="45325">
                  <c:v>24.95</c:v>
                </c:pt>
                <c:pt idx="45326">
                  <c:v>24.95</c:v>
                </c:pt>
                <c:pt idx="45327">
                  <c:v>24.95</c:v>
                </c:pt>
                <c:pt idx="45328">
                  <c:v>24.95</c:v>
                </c:pt>
                <c:pt idx="45329">
                  <c:v>24.95</c:v>
                </c:pt>
                <c:pt idx="45330">
                  <c:v>24.95</c:v>
                </c:pt>
                <c:pt idx="45331">
                  <c:v>24.95</c:v>
                </c:pt>
                <c:pt idx="45332">
                  <c:v>24.95</c:v>
                </c:pt>
                <c:pt idx="45333">
                  <c:v>24.95</c:v>
                </c:pt>
                <c:pt idx="45334">
                  <c:v>24.95</c:v>
                </c:pt>
                <c:pt idx="45335">
                  <c:v>24.95</c:v>
                </c:pt>
                <c:pt idx="45336">
                  <c:v>24.95</c:v>
                </c:pt>
                <c:pt idx="45337">
                  <c:v>24.95</c:v>
                </c:pt>
                <c:pt idx="45338">
                  <c:v>24.95</c:v>
                </c:pt>
                <c:pt idx="45339">
                  <c:v>24.95</c:v>
                </c:pt>
                <c:pt idx="45340">
                  <c:v>24.95</c:v>
                </c:pt>
                <c:pt idx="45341">
                  <c:v>24.95</c:v>
                </c:pt>
                <c:pt idx="45342">
                  <c:v>24.95</c:v>
                </c:pt>
                <c:pt idx="45343">
                  <c:v>24.95</c:v>
                </c:pt>
                <c:pt idx="45344">
                  <c:v>24.95</c:v>
                </c:pt>
                <c:pt idx="45345">
                  <c:v>24.95</c:v>
                </c:pt>
                <c:pt idx="45346">
                  <c:v>24.95</c:v>
                </c:pt>
                <c:pt idx="45347">
                  <c:v>24.95</c:v>
                </c:pt>
                <c:pt idx="45348">
                  <c:v>24.95</c:v>
                </c:pt>
                <c:pt idx="45349">
                  <c:v>24.95</c:v>
                </c:pt>
                <c:pt idx="45350">
                  <c:v>24.95</c:v>
                </c:pt>
                <c:pt idx="45351">
                  <c:v>24.95</c:v>
                </c:pt>
                <c:pt idx="45352">
                  <c:v>24.95</c:v>
                </c:pt>
                <c:pt idx="45353">
                  <c:v>24.95</c:v>
                </c:pt>
                <c:pt idx="45354">
                  <c:v>24.95</c:v>
                </c:pt>
                <c:pt idx="45355">
                  <c:v>24.95</c:v>
                </c:pt>
                <c:pt idx="45356">
                  <c:v>24.95</c:v>
                </c:pt>
                <c:pt idx="45357">
                  <c:v>24.95</c:v>
                </c:pt>
                <c:pt idx="45358">
                  <c:v>24.95</c:v>
                </c:pt>
                <c:pt idx="45359">
                  <c:v>24.95</c:v>
                </c:pt>
                <c:pt idx="45360">
                  <c:v>24.95</c:v>
                </c:pt>
                <c:pt idx="45361">
                  <c:v>24.95</c:v>
                </c:pt>
                <c:pt idx="45362">
                  <c:v>24.95</c:v>
                </c:pt>
                <c:pt idx="45363">
                  <c:v>24.95</c:v>
                </c:pt>
                <c:pt idx="45364">
                  <c:v>24.95</c:v>
                </c:pt>
                <c:pt idx="45365">
                  <c:v>24.95</c:v>
                </c:pt>
                <c:pt idx="45366">
                  <c:v>24.95</c:v>
                </c:pt>
                <c:pt idx="45367">
                  <c:v>24.95</c:v>
                </c:pt>
                <c:pt idx="45368">
                  <c:v>24.95</c:v>
                </c:pt>
                <c:pt idx="45369">
                  <c:v>24.95</c:v>
                </c:pt>
                <c:pt idx="45370">
                  <c:v>24.95</c:v>
                </c:pt>
                <c:pt idx="45371">
                  <c:v>24.95</c:v>
                </c:pt>
                <c:pt idx="45372">
                  <c:v>24.95</c:v>
                </c:pt>
                <c:pt idx="45373">
                  <c:v>24.95</c:v>
                </c:pt>
                <c:pt idx="45374">
                  <c:v>24.95</c:v>
                </c:pt>
                <c:pt idx="45375">
                  <c:v>24.95</c:v>
                </c:pt>
                <c:pt idx="45376">
                  <c:v>24.95</c:v>
                </c:pt>
                <c:pt idx="45377">
                  <c:v>24.95</c:v>
                </c:pt>
                <c:pt idx="45378">
                  <c:v>24.95</c:v>
                </c:pt>
                <c:pt idx="45379">
                  <c:v>24.95</c:v>
                </c:pt>
                <c:pt idx="45380">
                  <c:v>24.95</c:v>
                </c:pt>
                <c:pt idx="45381">
                  <c:v>24.95</c:v>
                </c:pt>
                <c:pt idx="45382">
                  <c:v>24.95</c:v>
                </c:pt>
                <c:pt idx="45383">
                  <c:v>24.95</c:v>
                </c:pt>
                <c:pt idx="45384">
                  <c:v>24.95</c:v>
                </c:pt>
                <c:pt idx="45385">
                  <c:v>24.95</c:v>
                </c:pt>
                <c:pt idx="45386">
                  <c:v>24.95</c:v>
                </c:pt>
                <c:pt idx="45387">
                  <c:v>24.95</c:v>
                </c:pt>
                <c:pt idx="45388">
                  <c:v>24.95</c:v>
                </c:pt>
                <c:pt idx="45389">
                  <c:v>24.95</c:v>
                </c:pt>
                <c:pt idx="45390">
                  <c:v>24.95</c:v>
                </c:pt>
                <c:pt idx="45391">
                  <c:v>24.95</c:v>
                </c:pt>
                <c:pt idx="45392">
                  <c:v>24.95</c:v>
                </c:pt>
                <c:pt idx="45393">
                  <c:v>24.95</c:v>
                </c:pt>
                <c:pt idx="45394">
                  <c:v>24.95</c:v>
                </c:pt>
                <c:pt idx="45395">
                  <c:v>24.95</c:v>
                </c:pt>
                <c:pt idx="45396">
                  <c:v>24.95</c:v>
                </c:pt>
                <c:pt idx="45397">
                  <c:v>24.95</c:v>
                </c:pt>
                <c:pt idx="45398">
                  <c:v>24.95</c:v>
                </c:pt>
                <c:pt idx="45399">
                  <c:v>24.95</c:v>
                </c:pt>
                <c:pt idx="45400">
                  <c:v>24.95</c:v>
                </c:pt>
                <c:pt idx="45401">
                  <c:v>24.95</c:v>
                </c:pt>
                <c:pt idx="45402">
                  <c:v>24.95</c:v>
                </c:pt>
                <c:pt idx="45403">
                  <c:v>24.95</c:v>
                </c:pt>
                <c:pt idx="45404">
                  <c:v>24.95</c:v>
                </c:pt>
                <c:pt idx="45405">
                  <c:v>24.95</c:v>
                </c:pt>
                <c:pt idx="45406">
                  <c:v>24.95</c:v>
                </c:pt>
                <c:pt idx="45407">
                  <c:v>24.95</c:v>
                </c:pt>
                <c:pt idx="45408">
                  <c:v>24.95</c:v>
                </c:pt>
                <c:pt idx="45409">
                  <c:v>24.95</c:v>
                </c:pt>
                <c:pt idx="45410">
                  <c:v>24.95</c:v>
                </c:pt>
                <c:pt idx="45411">
                  <c:v>24.95</c:v>
                </c:pt>
                <c:pt idx="45412">
                  <c:v>24.95</c:v>
                </c:pt>
                <c:pt idx="45413">
                  <c:v>24.95</c:v>
                </c:pt>
                <c:pt idx="45414">
                  <c:v>24.95</c:v>
                </c:pt>
                <c:pt idx="45415">
                  <c:v>24.95</c:v>
                </c:pt>
                <c:pt idx="45416">
                  <c:v>24.95</c:v>
                </c:pt>
                <c:pt idx="45417">
                  <c:v>24.95</c:v>
                </c:pt>
                <c:pt idx="45418">
                  <c:v>24.9</c:v>
                </c:pt>
                <c:pt idx="45419">
                  <c:v>24.95</c:v>
                </c:pt>
                <c:pt idx="45420">
                  <c:v>24.95</c:v>
                </c:pt>
                <c:pt idx="45421">
                  <c:v>24.95</c:v>
                </c:pt>
                <c:pt idx="45422">
                  <c:v>24.95</c:v>
                </c:pt>
                <c:pt idx="45423">
                  <c:v>24.95</c:v>
                </c:pt>
                <c:pt idx="45424">
                  <c:v>24.95</c:v>
                </c:pt>
                <c:pt idx="45425">
                  <c:v>24.95</c:v>
                </c:pt>
                <c:pt idx="45426">
                  <c:v>24.95</c:v>
                </c:pt>
                <c:pt idx="45427">
                  <c:v>24.95</c:v>
                </c:pt>
                <c:pt idx="45428">
                  <c:v>24.95</c:v>
                </c:pt>
                <c:pt idx="45429">
                  <c:v>24.95</c:v>
                </c:pt>
                <c:pt idx="45430">
                  <c:v>24.95</c:v>
                </c:pt>
                <c:pt idx="45431">
                  <c:v>24.95</c:v>
                </c:pt>
                <c:pt idx="45432">
                  <c:v>24.95</c:v>
                </c:pt>
                <c:pt idx="45433">
                  <c:v>24.95</c:v>
                </c:pt>
                <c:pt idx="45434">
                  <c:v>24.95</c:v>
                </c:pt>
                <c:pt idx="45435">
                  <c:v>24.95</c:v>
                </c:pt>
                <c:pt idx="45436">
                  <c:v>24.95</c:v>
                </c:pt>
                <c:pt idx="45437">
                  <c:v>24.95</c:v>
                </c:pt>
                <c:pt idx="45438">
                  <c:v>24.95</c:v>
                </c:pt>
                <c:pt idx="45439">
                  <c:v>24.95</c:v>
                </c:pt>
                <c:pt idx="45440">
                  <c:v>24.95</c:v>
                </c:pt>
                <c:pt idx="45441">
                  <c:v>24.95</c:v>
                </c:pt>
                <c:pt idx="45442">
                  <c:v>24.95</c:v>
                </c:pt>
                <c:pt idx="45443">
                  <c:v>24.95</c:v>
                </c:pt>
                <c:pt idx="45444">
                  <c:v>24.95</c:v>
                </c:pt>
                <c:pt idx="45445">
                  <c:v>24.95</c:v>
                </c:pt>
                <c:pt idx="45446">
                  <c:v>24.95</c:v>
                </c:pt>
                <c:pt idx="45447">
                  <c:v>24.95</c:v>
                </c:pt>
                <c:pt idx="45448">
                  <c:v>24.95</c:v>
                </c:pt>
                <c:pt idx="45449">
                  <c:v>24.95</c:v>
                </c:pt>
                <c:pt idx="45450">
                  <c:v>24.95</c:v>
                </c:pt>
                <c:pt idx="45451">
                  <c:v>24.95</c:v>
                </c:pt>
                <c:pt idx="45452">
                  <c:v>24.95</c:v>
                </c:pt>
                <c:pt idx="45453">
                  <c:v>24.95</c:v>
                </c:pt>
                <c:pt idx="45454">
                  <c:v>24.95</c:v>
                </c:pt>
                <c:pt idx="45455">
                  <c:v>24.95</c:v>
                </c:pt>
                <c:pt idx="45456">
                  <c:v>24.95</c:v>
                </c:pt>
                <c:pt idx="45457">
                  <c:v>24.95</c:v>
                </c:pt>
                <c:pt idx="45458">
                  <c:v>24.95</c:v>
                </c:pt>
                <c:pt idx="45459">
                  <c:v>24.95</c:v>
                </c:pt>
                <c:pt idx="45460">
                  <c:v>24.95</c:v>
                </c:pt>
                <c:pt idx="45461">
                  <c:v>24.95</c:v>
                </c:pt>
                <c:pt idx="45462">
                  <c:v>24.95</c:v>
                </c:pt>
                <c:pt idx="45463">
                  <c:v>24.95</c:v>
                </c:pt>
                <c:pt idx="45464">
                  <c:v>24.95</c:v>
                </c:pt>
                <c:pt idx="45465">
                  <c:v>24.95</c:v>
                </c:pt>
                <c:pt idx="45466">
                  <c:v>24.95</c:v>
                </c:pt>
                <c:pt idx="45467">
                  <c:v>24.95</c:v>
                </c:pt>
                <c:pt idx="45468">
                  <c:v>24.95</c:v>
                </c:pt>
                <c:pt idx="45469">
                  <c:v>24.95</c:v>
                </c:pt>
                <c:pt idx="45470">
                  <c:v>24.95</c:v>
                </c:pt>
                <c:pt idx="45471">
                  <c:v>24.95</c:v>
                </c:pt>
                <c:pt idx="45472">
                  <c:v>24.95</c:v>
                </c:pt>
                <c:pt idx="45473">
                  <c:v>24.95</c:v>
                </c:pt>
                <c:pt idx="45474">
                  <c:v>24.95</c:v>
                </c:pt>
                <c:pt idx="45475">
                  <c:v>24.95</c:v>
                </c:pt>
                <c:pt idx="45476">
                  <c:v>24.95</c:v>
                </c:pt>
                <c:pt idx="45477">
                  <c:v>24.95</c:v>
                </c:pt>
                <c:pt idx="45478">
                  <c:v>24.95</c:v>
                </c:pt>
                <c:pt idx="45479">
                  <c:v>24.95</c:v>
                </c:pt>
                <c:pt idx="45480">
                  <c:v>24.95</c:v>
                </c:pt>
                <c:pt idx="45481">
                  <c:v>24.95</c:v>
                </c:pt>
                <c:pt idx="45482">
                  <c:v>24.95</c:v>
                </c:pt>
                <c:pt idx="45483">
                  <c:v>24.95</c:v>
                </c:pt>
                <c:pt idx="45484">
                  <c:v>24.95</c:v>
                </c:pt>
                <c:pt idx="45485">
                  <c:v>24.95</c:v>
                </c:pt>
                <c:pt idx="45486">
                  <c:v>24.95</c:v>
                </c:pt>
                <c:pt idx="45487">
                  <c:v>24.95</c:v>
                </c:pt>
                <c:pt idx="45488">
                  <c:v>24.95</c:v>
                </c:pt>
                <c:pt idx="45489">
                  <c:v>24.95</c:v>
                </c:pt>
                <c:pt idx="45490">
                  <c:v>24.95</c:v>
                </c:pt>
                <c:pt idx="45491">
                  <c:v>24.95</c:v>
                </c:pt>
                <c:pt idx="45492">
                  <c:v>24.95</c:v>
                </c:pt>
                <c:pt idx="45493">
                  <c:v>24.95</c:v>
                </c:pt>
                <c:pt idx="45494">
                  <c:v>24.95</c:v>
                </c:pt>
                <c:pt idx="45495">
                  <c:v>24.95</c:v>
                </c:pt>
                <c:pt idx="45496">
                  <c:v>24.95</c:v>
                </c:pt>
                <c:pt idx="45497">
                  <c:v>24.95</c:v>
                </c:pt>
                <c:pt idx="45498">
                  <c:v>24.95</c:v>
                </c:pt>
                <c:pt idx="45499">
                  <c:v>24.95</c:v>
                </c:pt>
                <c:pt idx="45500">
                  <c:v>24.95</c:v>
                </c:pt>
                <c:pt idx="45501">
                  <c:v>24.95</c:v>
                </c:pt>
                <c:pt idx="45502">
                  <c:v>24.95</c:v>
                </c:pt>
                <c:pt idx="45503">
                  <c:v>24.95</c:v>
                </c:pt>
                <c:pt idx="45504">
                  <c:v>24.95</c:v>
                </c:pt>
                <c:pt idx="45505">
                  <c:v>24.95</c:v>
                </c:pt>
                <c:pt idx="45506">
                  <c:v>24.95</c:v>
                </c:pt>
                <c:pt idx="45507">
                  <c:v>24.95</c:v>
                </c:pt>
                <c:pt idx="45508">
                  <c:v>24.95</c:v>
                </c:pt>
                <c:pt idx="45509">
                  <c:v>24.95</c:v>
                </c:pt>
                <c:pt idx="45510">
                  <c:v>24.95</c:v>
                </c:pt>
                <c:pt idx="45511">
                  <c:v>24.95</c:v>
                </c:pt>
                <c:pt idx="45512">
                  <c:v>24.95</c:v>
                </c:pt>
                <c:pt idx="45513">
                  <c:v>24.95</c:v>
                </c:pt>
                <c:pt idx="45514">
                  <c:v>24.95</c:v>
                </c:pt>
                <c:pt idx="45515">
                  <c:v>24.95</c:v>
                </c:pt>
                <c:pt idx="45516">
                  <c:v>24.95</c:v>
                </c:pt>
                <c:pt idx="45517">
                  <c:v>24.95</c:v>
                </c:pt>
                <c:pt idx="45518">
                  <c:v>24.95</c:v>
                </c:pt>
                <c:pt idx="45519">
                  <c:v>24.95</c:v>
                </c:pt>
                <c:pt idx="45520">
                  <c:v>24.95</c:v>
                </c:pt>
                <c:pt idx="45521">
                  <c:v>24.95</c:v>
                </c:pt>
                <c:pt idx="45522">
                  <c:v>24.95</c:v>
                </c:pt>
                <c:pt idx="45523">
                  <c:v>24.95</c:v>
                </c:pt>
                <c:pt idx="45524">
                  <c:v>24.95</c:v>
                </c:pt>
                <c:pt idx="45525">
                  <c:v>24.95</c:v>
                </c:pt>
                <c:pt idx="45526">
                  <c:v>24.95</c:v>
                </c:pt>
                <c:pt idx="45527">
                  <c:v>24.95</c:v>
                </c:pt>
                <c:pt idx="45528">
                  <c:v>24.95</c:v>
                </c:pt>
                <c:pt idx="45529">
                  <c:v>24.95</c:v>
                </c:pt>
                <c:pt idx="45530">
                  <c:v>24.95</c:v>
                </c:pt>
                <c:pt idx="45531">
                  <c:v>24.95</c:v>
                </c:pt>
                <c:pt idx="45532">
                  <c:v>24.95</c:v>
                </c:pt>
                <c:pt idx="45533">
                  <c:v>24.95</c:v>
                </c:pt>
                <c:pt idx="45534">
                  <c:v>24.95</c:v>
                </c:pt>
                <c:pt idx="45535">
                  <c:v>24.95</c:v>
                </c:pt>
                <c:pt idx="45536">
                  <c:v>24.95</c:v>
                </c:pt>
                <c:pt idx="45537">
                  <c:v>24.95</c:v>
                </c:pt>
                <c:pt idx="45538">
                  <c:v>24.95</c:v>
                </c:pt>
                <c:pt idx="45539">
                  <c:v>24.95</c:v>
                </c:pt>
                <c:pt idx="45540">
                  <c:v>24.95</c:v>
                </c:pt>
                <c:pt idx="45541">
                  <c:v>24.95</c:v>
                </c:pt>
                <c:pt idx="45542">
                  <c:v>24.95</c:v>
                </c:pt>
                <c:pt idx="45543">
                  <c:v>24.95</c:v>
                </c:pt>
                <c:pt idx="45544">
                  <c:v>24.95</c:v>
                </c:pt>
                <c:pt idx="45545">
                  <c:v>24.9</c:v>
                </c:pt>
                <c:pt idx="45546">
                  <c:v>24.9</c:v>
                </c:pt>
                <c:pt idx="45547">
                  <c:v>24.9</c:v>
                </c:pt>
                <c:pt idx="45548">
                  <c:v>24.95</c:v>
                </c:pt>
                <c:pt idx="45549">
                  <c:v>24.95</c:v>
                </c:pt>
                <c:pt idx="45550">
                  <c:v>24.95</c:v>
                </c:pt>
                <c:pt idx="45551">
                  <c:v>24.95</c:v>
                </c:pt>
                <c:pt idx="45552">
                  <c:v>24.9</c:v>
                </c:pt>
                <c:pt idx="45553">
                  <c:v>24.9</c:v>
                </c:pt>
                <c:pt idx="45554">
                  <c:v>24.9</c:v>
                </c:pt>
                <c:pt idx="45555">
                  <c:v>24.9</c:v>
                </c:pt>
                <c:pt idx="45556">
                  <c:v>24.9</c:v>
                </c:pt>
                <c:pt idx="45557">
                  <c:v>24.9</c:v>
                </c:pt>
                <c:pt idx="45558">
                  <c:v>24.9</c:v>
                </c:pt>
                <c:pt idx="45559">
                  <c:v>24.9</c:v>
                </c:pt>
                <c:pt idx="45560">
                  <c:v>24.9</c:v>
                </c:pt>
                <c:pt idx="45561">
                  <c:v>24.9</c:v>
                </c:pt>
                <c:pt idx="45562">
                  <c:v>24.9</c:v>
                </c:pt>
                <c:pt idx="45563">
                  <c:v>24.9</c:v>
                </c:pt>
                <c:pt idx="45564">
                  <c:v>24.9</c:v>
                </c:pt>
                <c:pt idx="45565">
                  <c:v>24.95</c:v>
                </c:pt>
                <c:pt idx="45566">
                  <c:v>24.95</c:v>
                </c:pt>
                <c:pt idx="45567">
                  <c:v>24.95</c:v>
                </c:pt>
                <c:pt idx="45568">
                  <c:v>24.9</c:v>
                </c:pt>
                <c:pt idx="45569">
                  <c:v>24.9</c:v>
                </c:pt>
                <c:pt idx="45570">
                  <c:v>24.9</c:v>
                </c:pt>
                <c:pt idx="45571">
                  <c:v>24.95</c:v>
                </c:pt>
                <c:pt idx="45572">
                  <c:v>24.9</c:v>
                </c:pt>
                <c:pt idx="45573">
                  <c:v>24.95</c:v>
                </c:pt>
                <c:pt idx="45574">
                  <c:v>24.9</c:v>
                </c:pt>
                <c:pt idx="45575">
                  <c:v>24.9</c:v>
                </c:pt>
                <c:pt idx="45576">
                  <c:v>24.9</c:v>
                </c:pt>
                <c:pt idx="45577">
                  <c:v>24.9</c:v>
                </c:pt>
                <c:pt idx="45578">
                  <c:v>24.9</c:v>
                </c:pt>
                <c:pt idx="45579">
                  <c:v>24.9</c:v>
                </c:pt>
                <c:pt idx="45580">
                  <c:v>24.9</c:v>
                </c:pt>
                <c:pt idx="45581">
                  <c:v>24.9</c:v>
                </c:pt>
                <c:pt idx="45582">
                  <c:v>24.9</c:v>
                </c:pt>
                <c:pt idx="45583">
                  <c:v>24.9</c:v>
                </c:pt>
                <c:pt idx="45584">
                  <c:v>24.9</c:v>
                </c:pt>
                <c:pt idx="45585">
                  <c:v>24.9</c:v>
                </c:pt>
                <c:pt idx="45586">
                  <c:v>24.9</c:v>
                </c:pt>
                <c:pt idx="45587">
                  <c:v>24.9</c:v>
                </c:pt>
                <c:pt idx="45588">
                  <c:v>24.9</c:v>
                </c:pt>
                <c:pt idx="45589">
                  <c:v>24.9</c:v>
                </c:pt>
                <c:pt idx="45590">
                  <c:v>24.9</c:v>
                </c:pt>
                <c:pt idx="45591">
                  <c:v>24.9</c:v>
                </c:pt>
                <c:pt idx="45592">
                  <c:v>24.9</c:v>
                </c:pt>
                <c:pt idx="45593">
                  <c:v>24.9</c:v>
                </c:pt>
                <c:pt idx="45594">
                  <c:v>24.9</c:v>
                </c:pt>
                <c:pt idx="45595">
                  <c:v>24.9</c:v>
                </c:pt>
                <c:pt idx="45596">
                  <c:v>24.9</c:v>
                </c:pt>
                <c:pt idx="45597">
                  <c:v>24.9</c:v>
                </c:pt>
                <c:pt idx="45598">
                  <c:v>24.9</c:v>
                </c:pt>
                <c:pt idx="45599">
                  <c:v>24.9</c:v>
                </c:pt>
                <c:pt idx="45600">
                  <c:v>24.9</c:v>
                </c:pt>
                <c:pt idx="45601">
                  <c:v>24.9</c:v>
                </c:pt>
                <c:pt idx="45602">
                  <c:v>24.9</c:v>
                </c:pt>
                <c:pt idx="45603">
                  <c:v>24.9</c:v>
                </c:pt>
                <c:pt idx="45604">
                  <c:v>24.9</c:v>
                </c:pt>
                <c:pt idx="45605">
                  <c:v>24.9</c:v>
                </c:pt>
                <c:pt idx="45606">
                  <c:v>24.9</c:v>
                </c:pt>
                <c:pt idx="45607">
                  <c:v>24.9</c:v>
                </c:pt>
                <c:pt idx="45608">
                  <c:v>24.9</c:v>
                </c:pt>
                <c:pt idx="45609">
                  <c:v>24.9</c:v>
                </c:pt>
                <c:pt idx="45610">
                  <c:v>24.9</c:v>
                </c:pt>
                <c:pt idx="45611">
                  <c:v>24.9</c:v>
                </c:pt>
                <c:pt idx="45612">
                  <c:v>24.9</c:v>
                </c:pt>
                <c:pt idx="45613">
                  <c:v>24.9</c:v>
                </c:pt>
                <c:pt idx="45614">
                  <c:v>24.9</c:v>
                </c:pt>
                <c:pt idx="45615">
                  <c:v>24.9</c:v>
                </c:pt>
                <c:pt idx="45616">
                  <c:v>24.9</c:v>
                </c:pt>
                <c:pt idx="45617">
                  <c:v>24.9</c:v>
                </c:pt>
                <c:pt idx="45618">
                  <c:v>24.9</c:v>
                </c:pt>
                <c:pt idx="45619">
                  <c:v>24.9</c:v>
                </c:pt>
                <c:pt idx="45620">
                  <c:v>24.9</c:v>
                </c:pt>
                <c:pt idx="45621">
                  <c:v>24.9</c:v>
                </c:pt>
                <c:pt idx="45622">
                  <c:v>24.9</c:v>
                </c:pt>
                <c:pt idx="45623">
                  <c:v>24.9</c:v>
                </c:pt>
                <c:pt idx="45624">
                  <c:v>24.9</c:v>
                </c:pt>
                <c:pt idx="45625">
                  <c:v>24.9</c:v>
                </c:pt>
                <c:pt idx="45626">
                  <c:v>24.9</c:v>
                </c:pt>
                <c:pt idx="45627">
                  <c:v>24.9</c:v>
                </c:pt>
                <c:pt idx="45628">
                  <c:v>24.9</c:v>
                </c:pt>
                <c:pt idx="45629">
                  <c:v>24.9</c:v>
                </c:pt>
                <c:pt idx="45630">
                  <c:v>24.9</c:v>
                </c:pt>
                <c:pt idx="45631">
                  <c:v>24.9</c:v>
                </c:pt>
                <c:pt idx="45632">
                  <c:v>24.9</c:v>
                </c:pt>
                <c:pt idx="45633">
                  <c:v>24.9</c:v>
                </c:pt>
                <c:pt idx="45634">
                  <c:v>24.9</c:v>
                </c:pt>
                <c:pt idx="45635">
                  <c:v>24.9</c:v>
                </c:pt>
                <c:pt idx="45636">
                  <c:v>24.9</c:v>
                </c:pt>
                <c:pt idx="45637">
                  <c:v>24.9</c:v>
                </c:pt>
                <c:pt idx="45638">
                  <c:v>24.9</c:v>
                </c:pt>
                <c:pt idx="45639">
                  <c:v>24.9</c:v>
                </c:pt>
                <c:pt idx="45640">
                  <c:v>24.9</c:v>
                </c:pt>
                <c:pt idx="45641">
                  <c:v>24.9</c:v>
                </c:pt>
                <c:pt idx="45642">
                  <c:v>24.9</c:v>
                </c:pt>
                <c:pt idx="45643">
                  <c:v>24.9</c:v>
                </c:pt>
                <c:pt idx="45644">
                  <c:v>24.9</c:v>
                </c:pt>
                <c:pt idx="45645">
                  <c:v>24.9</c:v>
                </c:pt>
                <c:pt idx="45646">
                  <c:v>24.9</c:v>
                </c:pt>
                <c:pt idx="45647">
                  <c:v>24.9</c:v>
                </c:pt>
                <c:pt idx="45648">
                  <c:v>24.9</c:v>
                </c:pt>
                <c:pt idx="45649">
                  <c:v>24.9</c:v>
                </c:pt>
                <c:pt idx="45650">
                  <c:v>24.9</c:v>
                </c:pt>
                <c:pt idx="45651">
                  <c:v>24.9</c:v>
                </c:pt>
                <c:pt idx="45652">
                  <c:v>24.9</c:v>
                </c:pt>
                <c:pt idx="45653">
                  <c:v>24.9</c:v>
                </c:pt>
                <c:pt idx="45654">
                  <c:v>24.9</c:v>
                </c:pt>
                <c:pt idx="45655">
                  <c:v>24.9</c:v>
                </c:pt>
                <c:pt idx="45656">
                  <c:v>24.9</c:v>
                </c:pt>
                <c:pt idx="45657">
                  <c:v>24.9</c:v>
                </c:pt>
                <c:pt idx="45658">
                  <c:v>24.9</c:v>
                </c:pt>
                <c:pt idx="45659">
                  <c:v>24.9</c:v>
                </c:pt>
                <c:pt idx="45660">
                  <c:v>24.9</c:v>
                </c:pt>
                <c:pt idx="45661">
                  <c:v>24.9</c:v>
                </c:pt>
                <c:pt idx="45662">
                  <c:v>24.9</c:v>
                </c:pt>
                <c:pt idx="45663">
                  <c:v>24.9</c:v>
                </c:pt>
                <c:pt idx="45664">
                  <c:v>24.9</c:v>
                </c:pt>
                <c:pt idx="45665">
                  <c:v>24.9</c:v>
                </c:pt>
                <c:pt idx="45666">
                  <c:v>24.9</c:v>
                </c:pt>
                <c:pt idx="45667">
                  <c:v>24.9</c:v>
                </c:pt>
                <c:pt idx="45668">
                  <c:v>24.9</c:v>
                </c:pt>
                <c:pt idx="45669">
                  <c:v>24.9</c:v>
                </c:pt>
                <c:pt idx="45670">
                  <c:v>24.9</c:v>
                </c:pt>
                <c:pt idx="45671">
                  <c:v>24.9</c:v>
                </c:pt>
                <c:pt idx="45672">
                  <c:v>24.9</c:v>
                </c:pt>
                <c:pt idx="45673">
                  <c:v>24.9</c:v>
                </c:pt>
                <c:pt idx="45674">
                  <c:v>24.9</c:v>
                </c:pt>
                <c:pt idx="45675">
                  <c:v>24.9</c:v>
                </c:pt>
                <c:pt idx="45676">
                  <c:v>24.9</c:v>
                </c:pt>
                <c:pt idx="45677">
                  <c:v>24.9</c:v>
                </c:pt>
                <c:pt idx="45678">
                  <c:v>24.9</c:v>
                </c:pt>
                <c:pt idx="45679">
                  <c:v>24.9</c:v>
                </c:pt>
                <c:pt idx="45680">
                  <c:v>24.9</c:v>
                </c:pt>
                <c:pt idx="45681">
                  <c:v>24.9</c:v>
                </c:pt>
                <c:pt idx="45682">
                  <c:v>24.9</c:v>
                </c:pt>
                <c:pt idx="45683">
                  <c:v>24.9</c:v>
                </c:pt>
                <c:pt idx="45684">
                  <c:v>24.9</c:v>
                </c:pt>
                <c:pt idx="45685">
                  <c:v>24.9</c:v>
                </c:pt>
                <c:pt idx="45686">
                  <c:v>24.9</c:v>
                </c:pt>
                <c:pt idx="45687">
                  <c:v>24.9</c:v>
                </c:pt>
                <c:pt idx="45688">
                  <c:v>24.9</c:v>
                </c:pt>
                <c:pt idx="45689">
                  <c:v>24.9</c:v>
                </c:pt>
                <c:pt idx="45690">
                  <c:v>24.9</c:v>
                </c:pt>
                <c:pt idx="45691">
                  <c:v>24.9</c:v>
                </c:pt>
                <c:pt idx="45692">
                  <c:v>24.9</c:v>
                </c:pt>
                <c:pt idx="45693">
                  <c:v>24.9</c:v>
                </c:pt>
                <c:pt idx="45694">
                  <c:v>24.9</c:v>
                </c:pt>
                <c:pt idx="45695">
                  <c:v>24.9</c:v>
                </c:pt>
                <c:pt idx="45696">
                  <c:v>24.9</c:v>
                </c:pt>
                <c:pt idx="45697">
                  <c:v>24.9</c:v>
                </c:pt>
                <c:pt idx="45698">
                  <c:v>24.9</c:v>
                </c:pt>
                <c:pt idx="45699">
                  <c:v>24.9</c:v>
                </c:pt>
                <c:pt idx="45700">
                  <c:v>24.9</c:v>
                </c:pt>
                <c:pt idx="45701">
                  <c:v>24.9</c:v>
                </c:pt>
                <c:pt idx="45702">
                  <c:v>24.9</c:v>
                </c:pt>
                <c:pt idx="45703">
                  <c:v>24.9</c:v>
                </c:pt>
                <c:pt idx="45704">
                  <c:v>24.95</c:v>
                </c:pt>
                <c:pt idx="45705">
                  <c:v>24.9</c:v>
                </c:pt>
                <c:pt idx="45706">
                  <c:v>24.95</c:v>
                </c:pt>
                <c:pt idx="45707">
                  <c:v>24.9</c:v>
                </c:pt>
                <c:pt idx="45708">
                  <c:v>24.9</c:v>
                </c:pt>
                <c:pt idx="45709">
                  <c:v>24.9</c:v>
                </c:pt>
                <c:pt idx="45710">
                  <c:v>24.9</c:v>
                </c:pt>
                <c:pt idx="45711">
                  <c:v>24.9</c:v>
                </c:pt>
                <c:pt idx="45712">
                  <c:v>24.95</c:v>
                </c:pt>
                <c:pt idx="45713">
                  <c:v>24.9</c:v>
                </c:pt>
                <c:pt idx="45714">
                  <c:v>24.9</c:v>
                </c:pt>
                <c:pt idx="45715">
                  <c:v>24.9</c:v>
                </c:pt>
                <c:pt idx="45716">
                  <c:v>24.9</c:v>
                </c:pt>
                <c:pt idx="45717">
                  <c:v>24.9</c:v>
                </c:pt>
                <c:pt idx="45718">
                  <c:v>24.9</c:v>
                </c:pt>
                <c:pt idx="45719">
                  <c:v>24.9</c:v>
                </c:pt>
                <c:pt idx="45720">
                  <c:v>24.9</c:v>
                </c:pt>
                <c:pt idx="45721">
                  <c:v>24.9</c:v>
                </c:pt>
                <c:pt idx="45722">
                  <c:v>24.9</c:v>
                </c:pt>
                <c:pt idx="45723">
                  <c:v>24.9</c:v>
                </c:pt>
                <c:pt idx="45724">
                  <c:v>24.9</c:v>
                </c:pt>
                <c:pt idx="45725">
                  <c:v>24.9</c:v>
                </c:pt>
                <c:pt idx="45726">
                  <c:v>24.9</c:v>
                </c:pt>
                <c:pt idx="45727">
                  <c:v>24.9</c:v>
                </c:pt>
                <c:pt idx="45728">
                  <c:v>24.9</c:v>
                </c:pt>
                <c:pt idx="45729">
                  <c:v>24.9</c:v>
                </c:pt>
                <c:pt idx="45730">
                  <c:v>24.9</c:v>
                </c:pt>
                <c:pt idx="45731">
                  <c:v>24.9</c:v>
                </c:pt>
                <c:pt idx="45732">
                  <c:v>24.9</c:v>
                </c:pt>
                <c:pt idx="45733">
                  <c:v>24.9</c:v>
                </c:pt>
                <c:pt idx="45734">
                  <c:v>24.9</c:v>
                </c:pt>
                <c:pt idx="45735">
                  <c:v>24.9</c:v>
                </c:pt>
                <c:pt idx="45736">
                  <c:v>24.9</c:v>
                </c:pt>
                <c:pt idx="45737">
                  <c:v>24.9</c:v>
                </c:pt>
                <c:pt idx="45738">
                  <c:v>24.9</c:v>
                </c:pt>
                <c:pt idx="45739">
                  <c:v>24.9</c:v>
                </c:pt>
                <c:pt idx="45740">
                  <c:v>24.9</c:v>
                </c:pt>
                <c:pt idx="45741">
                  <c:v>24.9</c:v>
                </c:pt>
                <c:pt idx="45742">
                  <c:v>24.9</c:v>
                </c:pt>
                <c:pt idx="45743">
                  <c:v>24.9</c:v>
                </c:pt>
                <c:pt idx="45744">
                  <c:v>24.9</c:v>
                </c:pt>
                <c:pt idx="45745">
                  <c:v>24.9</c:v>
                </c:pt>
                <c:pt idx="45746">
                  <c:v>24.9</c:v>
                </c:pt>
                <c:pt idx="45747">
                  <c:v>24.9</c:v>
                </c:pt>
                <c:pt idx="45748">
                  <c:v>24.9</c:v>
                </c:pt>
                <c:pt idx="45749">
                  <c:v>24.9</c:v>
                </c:pt>
                <c:pt idx="45750">
                  <c:v>24.9</c:v>
                </c:pt>
                <c:pt idx="45751">
                  <c:v>24.9</c:v>
                </c:pt>
                <c:pt idx="45752">
                  <c:v>24.9</c:v>
                </c:pt>
                <c:pt idx="45753">
                  <c:v>24.9</c:v>
                </c:pt>
                <c:pt idx="45754">
                  <c:v>24.9</c:v>
                </c:pt>
                <c:pt idx="45755">
                  <c:v>24.9</c:v>
                </c:pt>
                <c:pt idx="45756">
                  <c:v>24.9</c:v>
                </c:pt>
                <c:pt idx="45757">
                  <c:v>24.9</c:v>
                </c:pt>
                <c:pt idx="45758">
                  <c:v>24.9</c:v>
                </c:pt>
                <c:pt idx="45759">
                  <c:v>24.9</c:v>
                </c:pt>
                <c:pt idx="45760">
                  <c:v>24.9</c:v>
                </c:pt>
                <c:pt idx="45761">
                  <c:v>24.9</c:v>
                </c:pt>
                <c:pt idx="45762">
                  <c:v>24.9</c:v>
                </c:pt>
                <c:pt idx="45763">
                  <c:v>24.9</c:v>
                </c:pt>
                <c:pt idx="45764">
                  <c:v>24.9</c:v>
                </c:pt>
                <c:pt idx="45765">
                  <c:v>24.9</c:v>
                </c:pt>
                <c:pt idx="45766">
                  <c:v>24.9</c:v>
                </c:pt>
                <c:pt idx="45767">
                  <c:v>24.9</c:v>
                </c:pt>
                <c:pt idx="45768">
                  <c:v>24.9</c:v>
                </c:pt>
                <c:pt idx="45769">
                  <c:v>24.9</c:v>
                </c:pt>
                <c:pt idx="45770">
                  <c:v>24.9</c:v>
                </c:pt>
                <c:pt idx="45771">
                  <c:v>24.9</c:v>
                </c:pt>
                <c:pt idx="45772">
                  <c:v>24.9</c:v>
                </c:pt>
                <c:pt idx="45773">
                  <c:v>24.9</c:v>
                </c:pt>
                <c:pt idx="45774">
                  <c:v>24.9</c:v>
                </c:pt>
                <c:pt idx="45775">
                  <c:v>24.9</c:v>
                </c:pt>
                <c:pt idx="45776">
                  <c:v>24.9</c:v>
                </c:pt>
                <c:pt idx="45777">
                  <c:v>24.9</c:v>
                </c:pt>
                <c:pt idx="45778">
                  <c:v>24.9</c:v>
                </c:pt>
                <c:pt idx="45779">
                  <c:v>24.9</c:v>
                </c:pt>
                <c:pt idx="45780">
                  <c:v>24.9</c:v>
                </c:pt>
                <c:pt idx="45781">
                  <c:v>24.9</c:v>
                </c:pt>
                <c:pt idx="45782">
                  <c:v>24.9</c:v>
                </c:pt>
                <c:pt idx="45783">
                  <c:v>24.9</c:v>
                </c:pt>
                <c:pt idx="45784">
                  <c:v>24.9</c:v>
                </c:pt>
                <c:pt idx="45785">
                  <c:v>24.9</c:v>
                </c:pt>
                <c:pt idx="45786">
                  <c:v>24.9</c:v>
                </c:pt>
                <c:pt idx="45787">
                  <c:v>24.95</c:v>
                </c:pt>
                <c:pt idx="45788">
                  <c:v>24.95</c:v>
                </c:pt>
                <c:pt idx="45789">
                  <c:v>24.95</c:v>
                </c:pt>
                <c:pt idx="45790">
                  <c:v>24.9</c:v>
                </c:pt>
                <c:pt idx="45791">
                  <c:v>24.95</c:v>
                </c:pt>
                <c:pt idx="45792">
                  <c:v>24.95</c:v>
                </c:pt>
                <c:pt idx="45793">
                  <c:v>24.95</c:v>
                </c:pt>
                <c:pt idx="45794">
                  <c:v>24.9</c:v>
                </c:pt>
                <c:pt idx="45795">
                  <c:v>24.95</c:v>
                </c:pt>
                <c:pt idx="45796">
                  <c:v>24.95</c:v>
                </c:pt>
                <c:pt idx="45797">
                  <c:v>24.9</c:v>
                </c:pt>
                <c:pt idx="45798">
                  <c:v>24.9</c:v>
                </c:pt>
                <c:pt idx="45799">
                  <c:v>24.9</c:v>
                </c:pt>
                <c:pt idx="45800">
                  <c:v>24.9</c:v>
                </c:pt>
                <c:pt idx="45801">
                  <c:v>24.9</c:v>
                </c:pt>
                <c:pt idx="45802">
                  <c:v>24.9</c:v>
                </c:pt>
                <c:pt idx="45803">
                  <c:v>24.9</c:v>
                </c:pt>
                <c:pt idx="45804">
                  <c:v>24.9</c:v>
                </c:pt>
                <c:pt idx="45805">
                  <c:v>24.9</c:v>
                </c:pt>
                <c:pt idx="45806">
                  <c:v>24.9</c:v>
                </c:pt>
                <c:pt idx="45807">
                  <c:v>24.9</c:v>
                </c:pt>
                <c:pt idx="45808">
                  <c:v>24.9</c:v>
                </c:pt>
                <c:pt idx="45809">
                  <c:v>24.9</c:v>
                </c:pt>
                <c:pt idx="45810">
                  <c:v>24.9</c:v>
                </c:pt>
                <c:pt idx="45811">
                  <c:v>24.9</c:v>
                </c:pt>
                <c:pt idx="45812">
                  <c:v>24.9</c:v>
                </c:pt>
                <c:pt idx="45813">
                  <c:v>24.9</c:v>
                </c:pt>
                <c:pt idx="45814">
                  <c:v>24.9</c:v>
                </c:pt>
                <c:pt idx="45815">
                  <c:v>24.9</c:v>
                </c:pt>
                <c:pt idx="45816">
                  <c:v>24.9</c:v>
                </c:pt>
                <c:pt idx="45817">
                  <c:v>24.9</c:v>
                </c:pt>
                <c:pt idx="45818">
                  <c:v>24.95</c:v>
                </c:pt>
                <c:pt idx="45819">
                  <c:v>24.9</c:v>
                </c:pt>
                <c:pt idx="45820">
                  <c:v>24.95</c:v>
                </c:pt>
                <c:pt idx="45821">
                  <c:v>24.9</c:v>
                </c:pt>
                <c:pt idx="45822">
                  <c:v>24.9</c:v>
                </c:pt>
                <c:pt idx="45823">
                  <c:v>24.95</c:v>
                </c:pt>
                <c:pt idx="45824">
                  <c:v>24.95</c:v>
                </c:pt>
                <c:pt idx="45825">
                  <c:v>24.95</c:v>
                </c:pt>
                <c:pt idx="45826">
                  <c:v>24.95</c:v>
                </c:pt>
                <c:pt idx="45827">
                  <c:v>24.95</c:v>
                </c:pt>
                <c:pt idx="45828">
                  <c:v>24.95</c:v>
                </c:pt>
                <c:pt idx="45829">
                  <c:v>24.95</c:v>
                </c:pt>
                <c:pt idx="45830">
                  <c:v>24.95</c:v>
                </c:pt>
                <c:pt idx="45831">
                  <c:v>24.95</c:v>
                </c:pt>
                <c:pt idx="45832">
                  <c:v>24.95</c:v>
                </c:pt>
                <c:pt idx="45833">
                  <c:v>24.95</c:v>
                </c:pt>
                <c:pt idx="45834">
                  <c:v>24.95</c:v>
                </c:pt>
                <c:pt idx="45835">
                  <c:v>24.95</c:v>
                </c:pt>
                <c:pt idx="45836">
                  <c:v>24.95</c:v>
                </c:pt>
                <c:pt idx="45837">
                  <c:v>24.95</c:v>
                </c:pt>
                <c:pt idx="45838">
                  <c:v>24.95</c:v>
                </c:pt>
                <c:pt idx="45839">
                  <c:v>24.95</c:v>
                </c:pt>
                <c:pt idx="45840">
                  <c:v>24.95</c:v>
                </c:pt>
                <c:pt idx="45841">
                  <c:v>24.95</c:v>
                </c:pt>
                <c:pt idx="45842">
                  <c:v>24.95</c:v>
                </c:pt>
                <c:pt idx="45843">
                  <c:v>24.95</c:v>
                </c:pt>
                <c:pt idx="45844">
                  <c:v>24.9</c:v>
                </c:pt>
                <c:pt idx="45845">
                  <c:v>24.95</c:v>
                </c:pt>
                <c:pt idx="45846">
                  <c:v>24.9</c:v>
                </c:pt>
                <c:pt idx="45847">
                  <c:v>24.9</c:v>
                </c:pt>
                <c:pt idx="45848">
                  <c:v>24.9</c:v>
                </c:pt>
                <c:pt idx="45849">
                  <c:v>24.95</c:v>
                </c:pt>
                <c:pt idx="45850">
                  <c:v>24.9</c:v>
                </c:pt>
                <c:pt idx="45851">
                  <c:v>24.9</c:v>
                </c:pt>
                <c:pt idx="45852">
                  <c:v>24.9</c:v>
                </c:pt>
                <c:pt idx="45853">
                  <c:v>24.9</c:v>
                </c:pt>
                <c:pt idx="45854">
                  <c:v>24.95</c:v>
                </c:pt>
                <c:pt idx="45855">
                  <c:v>24.9</c:v>
                </c:pt>
                <c:pt idx="45856">
                  <c:v>24.9</c:v>
                </c:pt>
                <c:pt idx="45857">
                  <c:v>24.9</c:v>
                </c:pt>
                <c:pt idx="45858">
                  <c:v>24.9</c:v>
                </c:pt>
                <c:pt idx="45859">
                  <c:v>24.9</c:v>
                </c:pt>
                <c:pt idx="45860">
                  <c:v>24.95</c:v>
                </c:pt>
                <c:pt idx="45861">
                  <c:v>24.9</c:v>
                </c:pt>
                <c:pt idx="45862">
                  <c:v>24.9</c:v>
                </c:pt>
                <c:pt idx="45863">
                  <c:v>24.9</c:v>
                </c:pt>
                <c:pt idx="45864">
                  <c:v>24.9</c:v>
                </c:pt>
                <c:pt idx="45865">
                  <c:v>24.9</c:v>
                </c:pt>
                <c:pt idx="45866">
                  <c:v>24.9</c:v>
                </c:pt>
                <c:pt idx="45867">
                  <c:v>24.9</c:v>
                </c:pt>
                <c:pt idx="45868">
                  <c:v>24.9</c:v>
                </c:pt>
                <c:pt idx="45869">
                  <c:v>24.9</c:v>
                </c:pt>
                <c:pt idx="45870">
                  <c:v>24.9</c:v>
                </c:pt>
                <c:pt idx="45871">
                  <c:v>24.9</c:v>
                </c:pt>
                <c:pt idx="45872">
                  <c:v>24.9</c:v>
                </c:pt>
                <c:pt idx="45873">
                  <c:v>24.9</c:v>
                </c:pt>
                <c:pt idx="45874">
                  <c:v>24.9</c:v>
                </c:pt>
                <c:pt idx="45875">
                  <c:v>24.95</c:v>
                </c:pt>
                <c:pt idx="45876">
                  <c:v>24.9</c:v>
                </c:pt>
                <c:pt idx="45877">
                  <c:v>24.9</c:v>
                </c:pt>
                <c:pt idx="45878">
                  <c:v>24.9</c:v>
                </c:pt>
                <c:pt idx="45879">
                  <c:v>24.9</c:v>
                </c:pt>
                <c:pt idx="45880">
                  <c:v>24.9</c:v>
                </c:pt>
                <c:pt idx="45881">
                  <c:v>24.9</c:v>
                </c:pt>
                <c:pt idx="45882">
                  <c:v>24.9</c:v>
                </c:pt>
                <c:pt idx="45883">
                  <c:v>24.9</c:v>
                </c:pt>
                <c:pt idx="45884">
                  <c:v>24.9</c:v>
                </c:pt>
                <c:pt idx="45885">
                  <c:v>24.9</c:v>
                </c:pt>
                <c:pt idx="45886">
                  <c:v>24.9</c:v>
                </c:pt>
                <c:pt idx="45887">
                  <c:v>24.9</c:v>
                </c:pt>
                <c:pt idx="45888">
                  <c:v>24.9</c:v>
                </c:pt>
                <c:pt idx="45889">
                  <c:v>24.9</c:v>
                </c:pt>
                <c:pt idx="45890">
                  <c:v>24.9</c:v>
                </c:pt>
                <c:pt idx="45891">
                  <c:v>24.9</c:v>
                </c:pt>
                <c:pt idx="45892">
                  <c:v>24.9</c:v>
                </c:pt>
                <c:pt idx="45893">
                  <c:v>24.9</c:v>
                </c:pt>
                <c:pt idx="45894">
                  <c:v>24.9</c:v>
                </c:pt>
                <c:pt idx="45895">
                  <c:v>24.9</c:v>
                </c:pt>
                <c:pt idx="45896">
                  <c:v>24.9</c:v>
                </c:pt>
                <c:pt idx="45897">
                  <c:v>24.9</c:v>
                </c:pt>
                <c:pt idx="45898">
                  <c:v>24.9</c:v>
                </c:pt>
                <c:pt idx="45899">
                  <c:v>24.9</c:v>
                </c:pt>
                <c:pt idx="45900">
                  <c:v>24.9</c:v>
                </c:pt>
                <c:pt idx="45901">
                  <c:v>24.9</c:v>
                </c:pt>
                <c:pt idx="45902">
                  <c:v>24.9</c:v>
                </c:pt>
                <c:pt idx="45903">
                  <c:v>24.9</c:v>
                </c:pt>
                <c:pt idx="45904">
                  <c:v>24.9</c:v>
                </c:pt>
                <c:pt idx="45905">
                  <c:v>24.9</c:v>
                </c:pt>
                <c:pt idx="45906">
                  <c:v>24.9</c:v>
                </c:pt>
                <c:pt idx="45907">
                  <c:v>24.9</c:v>
                </c:pt>
                <c:pt idx="45908">
                  <c:v>24.9</c:v>
                </c:pt>
                <c:pt idx="45909">
                  <c:v>24.9</c:v>
                </c:pt>
                <c:pt idx="45910">
                  <c:v>24.9</c:v>
                </c:pt>
                <c:pt idx="45911">
                  <c:v>24.9</c:v>
                </c:pt>
                <c:pt idx="45912">
                  <c:v>24.9</c:v>
                </c:pt>
                <c:pt idx="45913">
                  <c:v>24.9</c:v>
                </c:pt>
                <c:pt idx="45914">
                  <c:v>24.9</c:v>
                </c:pt>
                <c:pt idx="45915">
                  <c:v>24.9</c:v>
                </c:pt>
                <c:pt idx="45916">
                  <c:v>24.9</c:v>
                </c:pt>
                <c:pt idx="45917">
                  <c:v>24.9</c:v>
                </c:pt>
                <c:pt idx="45918">
                  <c:v>24.9</c:v>
                </c:pt>
                <c:pt idx="45919">
                  <c:v>24.9</c:v>
                </c:pt>
                <c:pt idx="45920">
                  <c:v>24.9</c:v>
                </c:pt>
                <c:pt idx="45921">
                  <c:v>24.9</c:v>
                </c:pt>
                <c:pt idx="45922">
                  <c:v>24.9</c:v>
                </c:pt>
                <c:pt idx="45923">
                  <c:v>24.9</c:v>
                </c:pt>
                <c:pt idx="45924">
                  <c:v>24.9</c:v>
                </c:pt>
                <c:pt idx="45925">
                  <c:v>24.9</c:v>
                </c:pt>
                <c:pt idx="45926">
                  <c:v>24.9</c:v>
                </c:pt>
                <c:pt idx="45927">
                  <c:v>24.9</c:v>
                </c:pt>
                <c:pt idx="45928">
                  <c:v>24.9</c:v>
                </c:pt>
                <c:pt idx="45929">
                  <c:v>24.9</c:v>
                </c:pt>
                <c:pt idx="45930">
                  <c:v>24.9</c:v>
                </c:pt>
                <c:pt idx="45931">
                  <c:v>24.9</c:v>
                </c:pt>
                <c:pt idx="45932">
                  <c:v>24.9</c:v>
                </c:pt>
                <c:pt idx="45933">
                  <c:v>24.9</c:v>
                </c:pt>
                <c:pt idx="45934">
                  <c:v>24.9</c:v>
                </c:pt>
                <c:pt idx="45935">
                  <c:v>24.9</c:v>
                </c:pt>
                <c:pt idx="45936">
                  <c:v>24.9</c:v>
                </c:pt>
                <c:pt idx="45937">
                  <c:v>24.9</c:v>
                </c:pt>
                <c:pt idx="45938">
                  <c:v>24.9</c:v>
                </c:pt>
                <c:pt idx="45939">
                  <c:v>24.9</c:v>
                </c:pt>
                <c:pt idx="45940">
                  <c:v>24.9</c:v>
                </c:pt>
                <c:pt idx="45941">
                  <c:v>24.9</c:v>
                </c:pt>
                <c:pt idx="45942">
                  <c:v>24.9</c:v>
                </c:pt>
                <c:pt idx="45943">
                  <c:v>24.9</c:v>
                </c:pt>
                <c:pt idx="45944">
                  <c:v>24.9</c:v>
                </c:pt>
                <c:pt idx="45945">
                  <c:v>24.9</c:v>
                </c:pt>
                <c:pt idx="45946">
                  <c:v>24.9</c:v>
                </c:pt>
                <c:pt idx="45947">
                  <c:v>24.9</c:v>
                </c:pt>
                <c:pt idx="45948">
                  <c:v>24.9</c:v>
                </c:pt>
                <c:pt idx="45949">
                  <c:v>24.9</c:v>
                </c:pt>
                <c:pt idx="45950">
                  <c:v>24.9</c:v>
                </c:pt>
                <c:pt idx="45951">
                  <c:v>24.9</c:v>
                </c:pt>
                <c:pt idx="45952">
                  <c:v>24.9</c:v>
                </c:pt>
                <c:pt idx="45953">
                  <c:v>24.9</c:v>
                </c:pt>
                <c:pt idx="45954">
                  <c:v>24.9</c:v>
                </c:pt>
                <c:pt idx="45955">
                  <c:v>24.9</c:v>
                </c:pt>
                <c:pt idx="45956">
                  <c:v>24.9</c:v>
                </c:pt>
                <c:pt idx="45957">
                  <c:v>24.9</c:v>
                </c:pt>
                <c:pt idx="45958">
                  <c:v>24.9</c:v>
                </c:pt>
                <c:pt idx="45959">
                  <c:v>24.9</c:v>
                </c:pt>
                <c:pt idx="45960">
                  <c:v>24.9</c:v>
                </c:pt>
                <c:pt idx="45961">
                  <c:v>24.9</c:v>
                </c:pt>
                <c:pt idx="45962">
                  <c:v>24.9</c:v>
                </c:pt>
                <c:pt idx="45963">
                  <c:v>24.9</c:v>
                </c:pt>
                <c:pt idx="45964">
                  <c:v>24.9</c:v>
                </c:pt>
                <c:pt idx="45965">
                  <c:v>24.9</c:v>
                </c:pt>
                <c:pt idx="45966">
                  <c:v>24.9</c:v>
                </c:pt>
                <c:pt idx="45967">
                  <c:v>24.9</c:v>
                </c:pt>
                <c:pt idx="45968">
                  <c:v>24.9</c:v>
                </c:pt>
                <c:pt idx="45969">
                  <c:v>24.9</c:v>
                </c:pt>
                <c:pt idx="45970">
                  <c:v>24.9</c:v>
                </c:pt>
                <c:pt idx="45971">
                  <c:v>24.9</c:v>
                </c:pt>
                <c:pt idx="45972">
                  <c:v>24.9</c:v>
                </c:pt>
                <c:pt idx="45973">
                  <c:v>24.9</c:v>
                </c:pt>
                <c:pt idx="45974">
                  <c:v>24.9</c:v>
                </c:pt>
                <c:pt idx="45975">
                  <c:v>24.9</c:v>
                </c:pt>
                <c:pt idx="45976">
                  <c:v>24.9</c:v>
                </c:pt>
                <c:pt idx="45977">
                  <c:v>24.9</c:v>
                </c:pt>
                <c:pt idx="45978">
                  <c:v>24.9</c:v>
                </c:pt>
                <c:pt idx="45979">
                  <c:v>24.9</c:v>
                </c:pt>
                <c:pt idx="45980">
                  <c:v>24.9</c:v>
                </c:pt>
                <c:pt idx="45981">
                  <c:v>24.9</c:v>
                </c:pt>
                <c:pt idx="45982">
                  <c:v>24.9</c:v>
                </c:pt>
                <c:pt idx="45983">
                  <c:v>24.9</c:v>
                </c:pt>
                <c:pt idx="45984">
                  <c:v>24.9</c:v>
                </c:pt>
                <c:pt idx="45985">
                  <c:v>24.9</c:v>
                </c:pt>
                <c:pt idx="45986">
                  <c:v>24.9</c:v>
                </c:pt>
                <c:pt idx="45987">
                  <c:v>24.9</c:v>
                </c:pt>
                <c:pt idx="45988">
                  <c:v>24.9</c:v>
                </c:pt>
                <c:pt idx="45989">
                  <c:v>24.9</c:v>
                </c:pt>
                <c:pt idx="45990">
                  <c:v>24.9</c:v>
                </c:pt>
                <c:pt idx="45991">
                  <c:v>24.9</c:v>
                </c:pt>
                <c:pt idx="45992">
                  <c:v>24.9</c:v>
                </c:pt>
                <c:pt idx="45993">
                  <c:v>24.9</c:v>
                </c:pt>
                <c:pt idx="45994">
                  <c:v>24.9</c:v>
                </c:pt>
                <c:pt idx="45995">
                  <c:v>24.9</c:v>
                </c:pt>
                <c:pt idx="45996">
                  <c:v>24.9</c:v>
                </c:pt>
                <c:pt idx="45997">
                  <c:v>24.9</c:v>
                </c:pt>
                <c:pt idx="45998">
                  <c:v>24.9</c:v>
                </c:pt>
                <c:pt idx="45999">
                  <c:v>24.9</c:v>
                </c:pt>
                <c:pt idx="46000">
                  <c:v>24.9</c:v>
                </c:pt>
                <c:pt idx="46001">
                  <c:v>24.9</c:v>
                </c:pt>
                <c:pt idx="46002">
                  <c:v>24.9</c:v>
                </c:pt>
                <c:pt idx="46003">
                  <c:v>24.9</c:v>
                </c:pt>
                <c:pt idx="46004">
                  <c:v>24.9</c:v>
                </c:pt>
                <c:pt idx="46005">
                  <c:v>24.9</c:v>
                </c:pt>
                <c:pt idx="46006">
                  <c:v>24.9</c:v>
                </c:pt>
                <c:pt idx="46007">
                  <c:v>24.9</c:v>
                </c:pt>
                <c:pt idx="46008">
                  <c:v>24.9</c:v>
                </c:pt>
                <c:pt idx="46009">
                  <c:v>24.9</c:v>
                </c:pt>
                <c:pt idx="46010">
                  <c:v>24.9</c:v>
                </c:pt>
                <c:pt idx="46011">
                  <c:v>24.9</c:v>
                </c:pt>
                <c:pt idx="46012">
                  <c:v>24.9</c:v>
                </c:pt>
                <c:pt idx="46013">
                  <c:v>24.9</c:v>
                </c:pt>
                <c:pt idx="46014">
                  <c:v>24.9</c:v>
                </c:pt>
                <c:pt idx="46015">
                  <c:v>24.9</c:v>
                </c:pt>
                <c:pt idx="46016">
                  <c:v>24.9</c:v>
                </c:pt>
                <c:pt idx="46017">
                  <c:v>24.9</c:v>
                </c:pt>
                <c:pt idx="46018">
                  <c:v>24.9</c:v>
                </c:pt>
                <c:pt idx="46019">
                  <c:v>24.9</c:v>
                </c:pt>
                <c:pt idx="46020">
                  <c:v>24.9</c:v>
                </c:pt>
                <c:pt idx="46021">
                  <c:v>24.9</c:v>
                </c:pt>
                <c:pt idx="46022">
                  <c:v>24.9</c:v>
                </c:pt>
                <c:pt idx="46023">
                  <c:v>24.9</c:v>
                </c:pt>
                <c:pt idx="46024">
                  <c:v>24.9</c:v>
                </c:pt>
                <c:pt idx="46025">
                  <c:v>24.9</c:v>
                </c:pt>
                <c:pt idx="46026">
                  <c:v>24.9</c:v>
                </c:pt>
                <c:pt idx="46027">
                  <c:v>24.9</c:v>
                </c:pt>
                <c:pt idx="46028">
                  <c:v>24.9</c:v>
                </c:pt>
                <c:pt idx="46029">
                  <c:v>24.9</c:v>
                </c:pt>
                <c:pt idx="46030">
                  <c:v>24.9</c:v>
                </c:pt>
                <c:pt idx="46031">
                  <c:v>24.9</c:v>
                </c:pt>
                <c:pt idx="46032">
                  <c:v>24.9</c:v>
                </c:pt>
                <c:pt idx="46033">
                  <c:v>24.9</c:v>
                </c:pt>
                <c:pt idx="46034">
                  <c:v>24.9</c:v>
                </c:pt>
                <c:pt idx="46035">
                  <c:v>24.9</c:v>
                </c:pt>
                <c:pt idx="46036">
                  <c:v>24.9</c:v>
                </c:pt>
                <c:pt idx="46037">
                  <c:v>24.9</c:v>
                </c:pt>
                <c:pt idx="46038">
                  <c:v>24.9</c:v>
                </c:pt>
                <c:pt idx="46039">
                  <c:v>24.9</c:v>
                </c:pt>
                <c:pt idx="46040">
                  <c:v>24.9</c:v>
                </c:pt>
                <c:pt idx="46041">
                  <c:v>24.9</c:v>
                </c:pt>
                <c:pt idx="46042">
                  <c:v>24.9</c:v>
                </c:pt>
                <c:pt idx="46043">
                  <c:v>24.9</c:v>
                </c:pt>
                <c:pt idx="46044">
                  <c:v>24.9</c:v>
                </c:pt>
                <c:pt idx="46045">
                  <c:v>24.9</c:v>
                </c:pt>
                <c:pt idx="46046">
                  <c:v>24.9</c:v>
                </c:pt>
                <c:pt idx="46047">
                  <c:v>24.9</c:v>
                </c:pt>
                <c:pt idx="46048">
                  <c:v>24.9</c:v>
                </c:pt>
                <c:pt idx="46049">
                  <c:v>24.9</c:v>
                </c:pt>
                <c:pt idx="46050">
                  <c:v>24.9</c:v>
                </c:pt>
                <c:pt idx="46051">
                  <c:v>24.9</c:v>
                </c:pt>
                <c:pt idx="46052">
                  <c:v>24.9</c:v>
                </c:pt>
                <c:pt idx="46053">
                  <c:v>24.9</c:v>
                </c:pt>
                <c:pt idx="46054">
                  <c:v>24.9</c:v>
                </c:pt>
                <c:pt idx="46055">
                  <c:v>24.9</c:v>
                </c:pt>
                <c:pt idx="46056">
                  <c:v>24.9</c:v>
                </c:pt>
                <c:pt idx="46057">
                  <c:v>24.9</c:v>
                </c:pt>
                <c:pt idx="46058">
                  <c:v>24.9</c:v>
                </c:pt>
                <c:pt idx="46059">
                  <c:v>24.9</c:v>
                </c:pt>
                <c:pt idx="46060">
                  <c:v>24.9</c:v>
                </c:pt>
                <c:pt idx="46061">
                  <c:v>24.9</c:v>
                </c:pt>
                <c:pt idx="46062">
                  <c:v>24.9</c:v>
                </c:pt>
                <c:pt idx="46063">
                  <c:v>24.9</c:v>
                </c:pt>
                <c:pt idx="46064">
                  <c:v>24.9</c:v>
                </c:pt>
                <c:pt idx="46065">
                  <c:v>24.9</c:v>
                </c:pt>
                <c:pt idx="46066">
                  <c:v>24.9</c:v>
                </c:pt>
                <c:pt idx="46067">
                  <c:v>24.9</c:v>
                </c:pt>
                <c:pt idx="46068">
                  <c:v>24.9</c:v>
                </c:pt>
                <c:pt idx="46069">
                  <c:v>24.9</c:v>
                </c:pt>
                <c:pt idx="46070">
                  <c:v>24.9</c:v>
                </c:pt>
                <c:pt idx="46071">
                  <c:v>24.9</c:v>
                </c:pt>
                <c:pt idx="46072">
                  <c:v>24.9</c:v>
                </c:pt>
                <c:pt idx="46073">
                  <c:v>24.9</c:v>
                </c:pt>
                <c:pt idx="46074">
                  <c:v>24.9</c:v>
                </c:pt>
                <c:pt idx="46075">
                  <c:v>24.9</c:v>
                </c:pt>
                <c:pt idx="46076">
                  <c:v>24.9</c:v>
                </c:pt>
                <c:pt idx="46077">
                  <c:v>24.9</c:v>
                </c:pt>
                <c:pt idx="46078">
                  <c:v>24.9</c:v>
                </c:pt>
                <c:pt idx="46079">
                  <c:v>24.9</c:v>
                </c:pt>
                <c:pt idx="46080">
                  <c:v>24.9</c:v>
                </c:pt>
                <c:pt idx="46081">
                  <c:v>24.9</c:v>
                </c:pt>
                <c:pt idx="46082">
                  <c:v>24.9</c:v>
                </c:pt>
                <c:pt idx="46083">
                  <c:v>24.9</c:v>
                </c:pt>
                <c:pt idx="46084">
                  <c:v>24.9</c:v>
                </c:pt>
                <c:pt idx="46085">
                  <c:v>24.9</c:v>
                </c:pt>
                <c:pt idx="46086">
                  <c:v>24.9</c:v>
                </c:pt>
                <c:pt idx="46087">
                  <c:v>24.9</c:v>
                </c:pt>
                <c:pt idx="46088">
                  <c:v>24.9</c:v>
                </c:pt>
                <c:pt idx="46089">
                  <c:v>24.9</c:v>
                </c:pt>
                <c:pt idx="46090">
                  <c:v>24.9</c:v>
                </c:pt>
                <c:pt idx="46091">
                  <c:v>24.9</c:v>
                </c:pt>
                <c:pt idx="46092">
                  <c:v>24.9</c:v>
                </c:pt>
                <c:pt idx="46093">
                  <c:v>24.9</c:v>
                </c:pt>
                <c:pt idx="46094">
                  <c:v>24.9</c:v>
                </c:pt>
                <c:pt idx="46095">
                  <c:v>24.9</c:v>
                </c:pt>
                <c:pt idx="46096">
                  <c:v>24.9</c:v>
                </c:pt>
                <c:pt idx="46097">
                  <c:v>24.9</c:v>
                </c:pt>
                <c:pt idx="46098">
                  <c:v>24.9</c:v>
                </c:pt>
                <c:pt idx="46099">
                  <c:v>24.9</c:v>
                </c:pt>
                <c:pt idx="46100">
                  <c:v>24.9</c:v>
                </c:pt>
                <c:pt idx="46101">
                  <c:v>24.9</c:v>
                </c:pt>
                <c:pt idx="46102">
                  <c:v>24.9</c:v>
                </c:pt>
                <c:pt idx="46103">
                  <c:v>24.9</c:v>
                </c:pt>
                <c:pt idx="46104">
                  <c:v>24.9</c:v>
                </c:pt>
                <c:pt idx="46105">
                  <c:v>24.9</c:v>
                </c:pt>
                <c:pt idx="46106">
                  <c:v>24.9</c:v>
                </c:pt>
                <c:pt idx="46107">
                  <c:v>24.9</c:v>
                </c:pt>
                <c:pt idx="46108">
                  <c:v>24.9</c:v>
                </c:pt>
                <c:pt idx="46109">
                  <c:v>24.9</c:v>
                </c:pt>
                <c:pt idx="46110">
                  <c:v>24.9</c:v>
                </c:pt>
                <c:pt idx="46111">
                  <c:v>24.9</c:v>
                </c:pt>
                <c:pt idx="46112">
                  <c:v>24.9</c:v>
                </c:pt>
                <c:pt idx="46113">
                  <c:v>24.9</c:v>
                </c:pt>
                <c:pt idx="46114">
                  <c:v>24.9</c:v>
                </c:pt>
                <c:pt idx="46115">
                  <c:v>24.9</c:v>
                </c:pt>
                <c:pt idx="46116">
                  <c:v>24.9</c:v>
                </c:pt>
                <c:pt idx="46117">
                  <c:v>24.9</c:v>
                </c:pt>
                <c:pt idx="46118">
                  <c:v>24.9</c:v>
                </c:pt>
                <c:pt idx="46119">
                  <c:v>24.9</c:v>
                </c:pt>
                <c:pt idx="46120">
                  <c:v>24.9</c:v>
                </c:pt>
                <c:pt idx="46121">
                  <c:v>24.9</c:v>
                </c:pt>
                <c:pt idx="46122">
                  <c:v>24.9</c:v>
                </c:pt>
                <c:pt idx="46123">
                  <c:v>24.9</c:v>
                </c:pt>
                <c:pt idx="46124">
                  <c:v>24.9</c:v>
                </c:pt>
                <c:pt idx="46125">
                  <c:v>24.9</c:v>
                </c:pt>
                <c:pt idx="46126">
                  <c:v>24.9</c:v>
                </c:pt>
                <c:pt idx="46127">
                  <c:v>24.9</c:v>
                </c:pt>
                <c:pt idx="46128">
                  <c:v>24.9</c:v>
                </c:pt>
                <c:pt idx="46129">
                  <c:v>24.9</c:v>
                </c:pt>
                <c:pt idx="46130">
                  <c:v>24.9</c:v>
                </c:pt>
                <c:pt idx="46131">
                  <c:v>24.9</c:v>
                </c:pt>
                <c:pt idx="46132">
                  <c:v>24.9</c:v>
                </c:pt>
                <c:pt idx="46133">
                  <c:v>24.9</c:v>
                </c:pt>
                <c:pt idx="46134">
                  <c:v>24.9</c:v>
                </c:pt>
                <c:pt idx="46135">
                  <c:v>24.9</c:v>
                </c:pt>
                <c:pt idx="46136">
                  <c:v>24.9</c:v>
                </c:pt>
                <c:pt idx="46137">
                  <c:v>24.9</c:v>
                </c:pt>
                <c:pt idx="46138">
                  <c:v>24.9</c:v>
                </c:pt>
                <c:pt idx="46139">
                  <c:v>24.9</c:v>
                </c:pt>
                <c:pt idx="46140">
                  <c:v>24.9</c:v>
                </c:pt>
                <c:pt idx="46141">
                  <c:v>24.9</c:v>
                </c:pt>
                <c:pt idx="46142">
                  <c:v>24.9</c:v>
                </c:pt>
                <c:pt idx="46143">
                  <c:v>24.9</c:v>
                </c:pt>
                <c:pt idx="46144">
                  <c:v>24.9</c:v>
                </c:pt>
                <c:pt idx="46145">
                  <c:v>24.9</c:v>
                </c:pt>
                <c:pt idx="46146">
                  <c:v>24.9</c:v>
                </c:pt>
                <c:pt idx="46147">
                  <c:v>24.9</c:v>
                </c:pt>
                <c:pt idx="46148">
                  <c:v>24.9</c:v>
                </c:pt>
                <c:pt idx="46149">
                  <c:v>24.9</c:v>
                </c:pt>
                <c:pt idx="46150">
                  <c:v>24.9</c:v>
                </c:pt>
                <c:pt idx="46151">
                  <c:v>24.9</c:v>
                </c:pt>
                <c:pt idx="46152">
                  <c:v>24.9</c:v>
                </c:pt>
                <c:pt idx="46153">
                  <c:v>24.9</c:v>
                </c:pt>
                <c:pt idx="46154">
                  <c:v>24.9</c:v>
                </c:pt>
                <c:pt idx="46155">
                  <c:v>24.9</c:v>
                </c:pt>
                <c:pt idx="46156">
                  <c:v>24.9</c:v>
                </c:pt>
                <c:pt idx="46157">
                  <c:v>24.9</c:v>
                </c:pt>
                <c:pt idx="46158">
                  <c:v>24.9</c:v>
                </c:pt>
                <c:pt idx="46159">
                  <c:v>24.9</c:v>
                </c:pt>
                <c:pt idx="46160">
                  <c:v>24.9</c:v>
                </c:pt>
                <c:pt idx="46161">
                  <c:v>24.9</c:v>
                </c:pt>
                <c:pt idx="46162">
                  <c:v>24.9</c:v>
                </c:pt>
                <c:pt idx="46163">
                  <c:v>24.9</c:v>
                </c:pt>
                <c:pt idx="46164">
                  <c:v>24.9</c:v>
                </c:pt>
                <c:pt idx="46165">
                  <c:v>24.9</c:v>
                </c:pt>
                <c:pt idx="46166">
                  <c:v>24.9</c:v>
                </c:pt>
                <c:pt idx="46167">
                  <c:v>24.9</c:v>
                </c:pt>
                <c:pt idx="46168">
                  <c:v>24.9</c:v>
                </c:pt>
                <c:pt idx="46169">
                  <c:v>24.9</c:v>
                </c:pt>
                <c:pt idx="46170">
                  <c:v>24.9</c:v>
                </c:pt>
                <c:pt idx="46171">
                  <c:v>24.9</c:v>
                </c:pt>
                <c:pt idx="46172">
                  <c:v>24.9</c:v>
                </c:pt>
                <c:pt idx="46173">
                  <c:v>24.9</c:v>
                </c:pt>
                <c:pt idx="46174">
                  <c:v>24.9</c:v>
                </c:pt>
                <c:pt idx="46175">
                  <c:v>24.9</c:v>
                </c:pt>
                <c:pt idx="46176">
                  <c:v>24.9</c:v>
                </c:pt>
                <c:pt idx="46177">
                  <c:v>24.9</c:v>
                </c:pt>
                <c:pt idx="46178">
                  <c:v>24.9</c:v>
                </c:pt>
                <c:pt idx="46179">
                  <c:v>24.9</c:v>
                </c:pt>
                <c:pt idx="46180">
                  <c:v>24.9</c:v>
                </c:pt>
                <c:pt idx="46181">
                  <c:v>24.9</c:v>
                </c:pt>
                <c:pt idx="46182">
                  <c:v>24.9</c:v>
                </c:pt>
                <c:pt idx="46183">
                  <c:v>24.9</c:v>
                </c:pt>
                <c:pt idx="46184">
                  <c:v>24.9</c:v>
                </c:pt>
                <c:pt idx="46185">
                  <c:v>24.9</c:v>
                </c:pt>
                <c:pt idx="46186">
                  <c:v>24.9</c:v>
                </c:pt>
                <c:pt idx="46187">
                  <c:v>24.9</c:v>
                </c:pt>
                <c:pt idx="46188">
                  <c:v>24.9</c:v>
                </c:pt>
                <c:pt idx="46189">
                  <c:v>24.9</c:v>
                </c:pt>
                <c:pt idx="46190">
                  <c:v>24.9</c:v>
                </c:pt>
                <c:pt idx="46191">
                  <c:v>24.9</c:v>
                </c:pt>
                <c:pt idx="46192">
                  <c:v>24.9</c:v>
                </c:pt>
                <c:pt idx="46193">
                  <c:v>24.9</c:v>
                </c:pt>
                <c:pt idx="46194">
                  <c:v>24.9</c:v>
                </c:pt>
                <c:pt idx="46195">
                  <c:v>24.9</c:v>
                </c:pt>
                <c:pt idx="46196">
                  <c:v>24.9</c:v>
                </c:pt>
                <c:pt idx="46197">
                  <c:v>24.9</c:v>
                </c:pt>
                <c:pt idx="46198">
                  <c:v>24.9</c:v>
                </c:pt>
                <c:pt idx="46199">
                  <c:v>24.9</c:v>
                </c:pt>
                <c:pt idx="46200">
                  <c:v>24.9</c:v>
                </c:pt>
                <c:pt idx="46201">
                  <c:v>24.9</c:v>
                </c:pt>
                <c:pt idx="46202">
                  <c:v>24.9</c:v>
                </c:pt>
                <c:pt idx="46203">
                  <c:v>24.9</c:v>
                </c:pt>
                <c:pt idx="46204">
                  <c:v>24.9</c:v>
                </c:pt>
                <c:pt idx="46205">
                  <c:v>24.9</c:v>
                </c:pt>
                <c:pt idx="46206">
                  <c:v>24.9</c:v>
                </c:pt>
                <c:pt idx="46207">
                  <c:v>24.9</c:v>
                </c:pt>
                <c:pt idx="46208">
                  <c:v>24.9</c:v>
                </c:pt>
                <c:pt idx="46209">
                  <c:v>24.9</c:v>
                </c:pt>
                <c:pt idx="46210">
                  <c:v>24.9</c:v>
                </c:pt>
                <c:pt idx="46211">
                  <c:v>24.9</c:v>
                </c:pt>
                <c:pt idx="46212">
                  <c:v>24.9</c:v>
                </c:pt>
                <c:pt idx="46213">
                  <c:v>24.9</c:v>
                </c:pt>
                <c:pt idx="46214">
                  <c:v>24.9</c:v>
                </c:pt>
                <c:pt idx="46215">
                  <c:v>24.9</c:v>
                </c:pt>
                <c:pt idx="46216">
                  <c:v>24.9</c:v>
                </c:pt>
                <c:pt idx="46217">
                  <c:v>24.9</c:v>
                </c:pt>
                <c:pt idx="46218">
                  <c:v>24.9</c:v>
                </c:pt>
                <c:pt idx="46219">
                  <c:v>24.9</c:v>
                </c:pt>
                <c:pt idx="46220">
                  <c:v>24.9</c:v>
                </c:pt>
                <c:pt idx="46221">
                  <c:v>24.9</c:v>
                </c:pt>
                <c:pt idx="46222">
                  <c:v>24.9</c:v>
                </c:pt>
                <c:pt idx="46223">
                  <c:v>24.9</c:v>
                </c:pt>
                <c:pt idx="46224">
                  <c:v>24.9</c:v>
                </c:pt>
                <c:pt idx="46225">
                  <c:v>24.9</c:v>
                </c:pt>
                <c:pt idx="46226">
                  <c:v>24.9</c:v>
                </c:pt>
                <c:pt idx="46227">
                  <c:v>24.9</c:v>
                </c:pt>
                <c:pt idx="46228">
                  <c:v>24.9</c:v>
                </c:pt>
                <c:pt idx="46229">
                  <c:v>24.9</c:v>
                </c:pt>
                <c:pt idx="46230">
                  <c:v>24.9</c:v>
                </c:pt>
                <c:pt idx="46231">
                  <c:v>24.9</c:v>
                </c:pt>
                <c:pt idx="46232">
                  <c:v>24.9</c:v>
                </c:pt>
                <c:pt idx="46233">
                  <c:v>24.9</c:v>
                </c:pt>
                <c:pt idx="46234">
                  <c:v>24.9</c:v>
                </c:pt>
                <c:pt idx="46235">
                  <c:v>24.9</c:v>
                </c:pt>
                <c:pt idx="46236">
                  <c:v>24.9</c:v>
                </c:pt>
                <c:pt idx="46237">
                  <c:v>24.9</c:v>
                </c:pt>
                <c:pt idx="46238">
                  <c:v>24.9</c:v>
                </c:pt>
                <c:pt idx="46239">
                  <c:v>24.9</c:v>
                </c:pt>
                <c:pt idx="46240">
                  <c:v>24.9</c:v>
                </c:pt>
                <c:pt idx="46241">
                  <c:v>24.9</c:v>
                </c:pt>
                <c:pt idx="46242">
                  <c:v>24.9</c:v>
                </c:pt>
                <c:pt idx="46243">
                  <c:v>24.9</c:v>
                </c:pt>
                <c:pt idx="46244">
                  <c:v>24.9</c:v>
                </c:pt>
                <c:pt idx="46245">
                  <c:v>24.9</c:v>
                </c:pt>
                <c:pt idx="46246">
                  <c:v>24.9</c:v>
                </c:pt>
                <c:pt idx="46247">
                  <c:v>24.9</c:v>
                </c:pt>
                <c:pt idx="46248">
                  <c:v>24.9</c:v>
                </c:pt>
                <c:pt idx="46249">
                  <c:v>24.9</c:v>
                </c:pt>
                <c:pt idx="46250">
                  <c:v>24.9</c:v>
                </c:pt>
                <c:pt idx="46251">
                  <c:v>24.9</c:v>
                </c:pt>
                <c:pt idx="46252">
                  <c:v>24.9</c:v>
                </c:pt>
                <c:pt idx="46253">
                  <c:v>24.9</c:v>
                </c:pt>
                <c:pt idx="46254">
                  <c:v>24.9</c:v>
                </c:pt>
                <c:pt idx="46255">
                  <c:v>24.9</c:v>
                </c:pt>
                <c:pt idx="46256">
                  <c:v>24.9</c:v>
                </c:pt>
                <c:pt idx="46257">
                  <c:v>24.9</c:v>
                </c:pt>
                <c:pt idx="46258">
                  <c:v>24.9</c:v>
                </c:pt>
                <c:pt idx="46259">
                  <c:v>24.9</c:v>
                </c:pt>
                <c:pt idx="46260">
                  <c:v>24.9</c:v>
                </c:pt>
                <c:pt idx="46261">
                  <c:v>24.9</c:v>
                </c:pt>
                <c:pt idx="46262">
                  <c:v>24.9</c:v>
                </c:pt>
                <c:pt idx="46263">
                  <c:v>24.9</c:v>
                </c:pt>
                <c:pt idx="46264">
                  <c:v>24.9</c:v>
                </c:pt>
                <c:pt idx="46265">
                  <c:v>24.9</c:v>
                </c:pt>
                <c:pt idx="46266">
                  <c:v>24.9</c:v>
                </c:pt>
                <c:pt idx="46267">
                  <c:v>24.9</c:v>
                </c:pt>
                <c:pt idx="46268">
                  <c:v>24.9</c:v>
                </c:pt>
                <c:pt idx="46269">
                  <c:v>24.9</c:v>
                </c:pt>
                <c:pt idx="46270">
                  <c:v>24.9</c:v>
                </c:pt>
                <c:pt idx="46271">
                  <c:v>24.9</c:v>
                </c:pt>
                <c:pt idx="46272">
                  <c:v>24.9</c:v>
                </c:pt>
                <c:pt idx="46273">
                  <c:v>24.9</c:v>
                </c:pt>
                <c:pt idx="46274">
                  <c:v>24.9</c:v>
                </c:pt>
                <c:pt idx="46275">
                  <c:v>24.9</c:v>
                </c:pt>
                <c:pt idx="46276">
                  <c:v>24.9</c:v>
                </c:pt>
                <c:pt idx="46277">
                  <c:v>24.9</c:v>
                </c:pt>
                <c:pt idx="46278">
                  <c:v>24.9</c:v>
                </c:pt>
                <c:pt idx="46279">
                  <c:v>24.9</c:v>
                </c:pt>
                <c:pt idx="46280">
                  <c:v>24.9</c:v>
                </c:pt>
                <c:pt idx="46281">
                  <c:v>24.9</c:v>
                </c:pt>
                <c:pt idx="46282">
                  <c:v>24.9</c:v>
                </c:pt>
                <c:pt idx="46283">
                  <c:v>24.9</c:v>
                </c:pt>
                <c:pt idx="46284">
                  <c:v>24.9</c:v>
                </c:pt>
                <c:pt idx="46285">
                  <c:v>24.9</c:v>
                </c:pt>
                <c:pt idx="46286">
                  <c:v>24.9</c:v>
                </c:pt>
                <c:pt idx="46287">
                  <c:v>24.9</c:v>
                </c:pt>
                <c:pt idx="46288">
                  <c:v>24.9</c:v>
                </c:pt>
                <c:pt idx="46289">
                  <c:v>24.9</c:v>
                </c:pt>
                <c:pt idx="46290">
                  <c:v>24.9</c:v>
                </c:pt>
                <c:pt idx="46291">
                  <c:v>24.9</c:v>
                </c:pt>
                <c:pt idx="46292">
                  <c:v>24.9</c:v>
                </c:pt>
                <c:pt idx="46293">
                  <c:v>24.9</c:v>
                </c:pt>
                <c:pt idx="46294">
                  <c:v>24.9</c:v>
                </c:pt>
                <c:pt idx="46295">
                  <c:v>24.9</c:v>
                </c:pt>
                <c:pt idx="46296">
                  <c:v>24.9</c:v>
                </c:pt>
                <c:pt idx="46297">
                  <c:v>24.9</c:v>
                </c:pt>
                <c:pt idx="46298">
                  <c:v>24.9</c:v>
                </c:pt>
                <c:pt idx="46299">
                  <c:v>24.9</c:v>
                </c:pt>
                <c:pt idx="46300">
                  <c:v>24.9</c:v>
                </c:pt>
                <c:pt idx="46301">
                  <c:v>24.9</c:v>
                </c:pt>
                <c:pt idx="46302">
                  <c:v>24.9</c:v>
                </c:pt>
                <c:pt idx="46303">
                  <c:v>24.9</c:v>
                </c:pt>
                <c:pt idx="46304">
                  <c:v>24.9</c:v>
                </c:pt>
                <c:pt idx="46305">
                  <c:v>24.9</c:v>
                </c:pt>
                <c:pt idx="46306">
                  <c:v>24.9</c:v>
                </c:pt>
                <c:pt idx="46307">
                  <c:v>24.9</c:v>
                </c:pt>
                <c:pt idx="46308">
                  <c:v>24.9</c:v>
                </c:pt>
                <c:pt idx="46309">
                  <c:v>24.9</c:v>
                </c:pt>
                <c:pt idx="46310">
                  <c:v>24.9</c:v>
                </c:pt>
                <c:pt idx="46311">
                  <c:v>24.9</c:v>
                </c:pt>
                <c:pt idx="46312">
                  <c:v>24.9</c:v>
                </c:pt>
                <c:pt idx="46313">
                  <c:v>24.9</c:v>
                </c:pt>
                <c:pt idx="46314">
                  <c:v>24.9</c:v>
                </c:pt>
                <c:pt idx="46315">
                  <c:v>24.9</c:v>
                </c:pt>
                <c:pt idx="46316">
                  <c:v>24.9</c:v>
                </c:pt>
                <c:pt idx="46317">
                  <c:v>24.9</c:v>
                </c:pt>
                <c:pt idx="46318">
                  <c:v>24.9</c:v>
                </c:pt>
                <c:pt idx="46319">
                  <c:v>24.9</c:v>
                </c:pt>
                <c:pt idx="46320">
                  <c:v>24.9</c:v>
                </c:pt>
                <c:pt idx="46321">
                  <c:v>24.9</c:v>
                </c:pt>
                <c:pt idx="46322">
                  <c:v>24.9</c:v>
                </c:pt>
                <c:pt idx="46323">
                  <c:v>24.9</c:v>
                </c:pt>
                <c:pt idx="46324">
                  <c:v>24.9</c:v>
                </c:pt>
                <c:pt idx="46325">
                  <c:v>24.9</c:v>
                </c:pt>
                <c:pt idx="46326">
                  <c:v>24.9</c:v>
                </c:pt>
                <c:pt idx="46327">
                  <c:v>24.9</c:v>
                </c:pt>
                <c:pt idx="46328">
                  <c:v>24.9</c:v>
                </c:pt>
                <c:pt idx="46329">
                  <c:v>24.9</c:v>
                </c:pt>
                <c:pt idx="46330">
                  <c:v>24.9</c:v>
                </c:pt>
                <c:pt idx="46331">
                  <c:v>24.9</c:v>
                </c:pt>
                <c:pt idx="46332">
                  <c:v>24.9</c:v>
                </c:pt>
                <c:pt idx="46333">
                  <c:v>24.9</c:v>
                </c:pt>
                <c:pt idx="46334">
                  <c:v>24.9</c:v>
                </c:pt>
                <c:pt idx="46335">
                  <c:v>24.9</c:v>
                </c:pt>
                <c:pt idx="46336">
                  <c:v>24.9</c:v>
                </c:pt>
                <c:pt idx="46337">
                  <c:v>24.9</c:v>
                </c:pt>
                <c:pt idx="46338">
                  <c:v>24.9</c:v>
                </c:pt>
                <c:pt idx="46339">
                  <c:v>24.9</c:v>
                </c:pt>
                <c:pt idx="46340">
                  <c:v>24.9</c:v>
                </c:pt>
                <c:pt idx="46341">
                  <c:v>24.9</c:v>
                </c:pt>
                <c:pt idx="46342">
                  <c:v>24.9</c:v>
                </c:pt>
                <c:pt idx="46343">
                  <c:v>24.9</c:v>
                </c:pt>
                <c:pt idx="46344">
                  <c:v>24.9</c:v>
                </c:pt>
                <c:pt idx="46345">
                  <c:v>24.9</c:v>
                </c:pt>
                <c:pt idx="46346">
                  <c:v>24.9</c:v>
                </c:pt>
                <c:pt idx="46347">
                  <c:v>24.9</c:v>
                </c:pt>
                <c:pt idx="46348">
                  <c:v>24.9</c:v>
                </c:pt>
                <c:pt idx="46349">
                  <c:v>24.9</c:v>
                </c:pt>
                <c:pt idx="46350">
                  <c:v>24.9</c:v>
                </c:pt>
                <c:pt idx="46351">
                  <c:v>24.9</c:v>
                </c:pt>
                <c:pt idx="46352">
                  <c:v>24.9</c:v>
                </c:pt>
                <c:pt idx="46353">
                  <c:v>24.9</c:v>
                </c:pt>
                <c:pt idx="46354">
                  <c:v>24.9</c:v>
                </c:pt>
                <c:pt idx="46355">
                  <c:v>24.9</c:v>
                </c:pt>
                <c:pt idx="46356">
                  <c:v>24.9</c:v>
                </c:pt>
                <c:pt idx="46357">
                  <c:v>24.9</c:v>
                </c:pt>
                <c:pt idx="46358">
                  <c:v>24.9</c:v>
                </c:pt>
                <c:pt idx="46359">
                  <c:v>24.9</c:v>
                </c:pt>
                <c:pt idx="46360">
                  <c:v>24.9</c:v>
                </c:pt>
                <c:pt idx="46361">
                  <c:v>24.9</c:v>
                </c:pt>
                <c:pt idx="46362">
                  <c:v>24.9</c:v>
                </c:pt>
                <c:pt idx="46363">
                  <c:v>24.9</c:v>
                </c:pt>
                <c:pt idx="46364">
                  <c:v>24.9</c:v>
                </c:pt>
                <c:pt idx="46365">
                  <c:v>24.9</c:v>
                </c:pt>
                <c:pt idx="46366">
                  <c:v>24.9</c:v>
                </c:pt>
                <c:pt idx="46367">
                  <c:v>24.9</c:v>
                </c:pt>
                <c:pt idx="46368">
                  <c:v>24.9</c:v>
                </c:pt>
                <c:pt idx="46369">
                  <c:v>24.9</c:v>
                </c:pt>
                <c:pt idx="46370">
                  <c:v>24.9</c:v>
                </c:pt>
                <c:pt idx="46371">
                  <c:v>24.9</c:v>
                </c:pt>
                <c:pt idx="46372">
                  <c:v>24.9</c:v>
                </c:pt>
                <c:pt idx="46373">
                  <c:v>24.9</c:v>
                </c:pt>
                <c:pt idx="46374">
                  <c:v>24.9</c:v>
                </c:pt>
                <c:pt idx="46375">
                  <c:v>24.9</c:v>
                </c:pt>
                <c:pt idx="46376">
                  <c:v>24.9</c:v>
                </c:pt>
                <c:pt idx="46377">
                  <c:v>24.9</c:v>
                </c:pt>
                <c:pt idx="46378">
                  <c:v>24.9</c:v>
                </c:pt>
                <c:pt idx="46379">
                  <c:v>24.9</c:v>
                </c:pt>
                <c:pt idx="46380">
                  <c:v>24.9</c:v>
                </c:pt>
                <c:pt idx="46381">
                  <c:v>24.9</c:v>
                </c:pt>
                <c:pt idx="46382">
                  <c:v>24.9</c:v>
                </c:pt>
                <c:pt idx="46383">
                  <c:v>24.9</c:v>
                </c:pt>
                <c:pt idx="46384">
                  <c:v>24.9</c:v>
                </c:pt>
                <c:pt idx="46385">
                  <c:v>24.9</c:v>
                </c:pt>
                <c:pt idx="46386">
                  <c:v>24.9</c:v>
                </c:pt>
                <c:pt idx="46387">
                  <c:v>24.9</c:v>
                </c:pt>
                <c:pt idx="46388">
                  <c:v>24.9</c:v>
                </c:pt>
                <c:pt idx="46389">
                  <c:v>24.9</c:v>
                </c:pt>
                <c:pt idx="46390">
                  <c:v>24.9</c:v>
                </c:pt>
                <c:pt idx="46391">
                  <c:v>24.9</c:v>
                </c:pt>
                <c:pt idx="46392">
                  <c:v>24.9</c:v>
                </c:pt>
                <c:pt idx="46393">
                  <c:v>24.9</c:v>
                </c:pt>
                <c:pt idx="46394">
                  <c:v>24.9</c:v>
                </c:pt>
                <c:pt idx="46395">
                  <c:v>24.9</c:v>
                </c:pt>
                <c:pt idx="46396">
                  <c:v>24.9</c:v>
                </c:pt>
                <c:pt idx="46397">
                  <c:v>24.9</c:v>
                </c:pt>
                <c:pt idx="46398">
                  <c:v>24.9</c:v>
                </c:pt>
                <c:pt idx="46399">
                  <c:v>24.9</c:v>
                </c:pt>
                <c:pt idx="46400">
                  <c:v>24.9</c:v>
                </c:pt>
                <c:pt idx="46401">
                  <c:v>24.9</c:v>
                </c:pt>
                <c:pt idx="46402">
                  <c:v>24.9</c:v>
                </c:pt>
                <c:pt idx="46403">
                  <c:v>24.9</c:v>
                </c:pt>
                <c:pt idx="46404">
                  <c:v>24.9</c:v>
                </c:pt>
                <c:pt idx="46405">
                  <c:v>24.9</c:v>
                </c:pt>
                <c:pt idx="46406">
                  <c:v>24.9</c:v>
                </c:pt>
                <c:pt idx="46407">
                  <c:v>24.9</c:v>
                </c:pt>
                <c:pt idx="46408">
                  <c:v>24.9</c:v>
                </c:pt>
                <c:pt idx="46409">
                  <c:v>24.9</c:v>
                </c:pt>
                <c:pt idx="46410">
                  <c:v>24.9</c:v>
                </c:pt>
                <c:pt idx="46411">
                  <c:v>24.9</c:v>
                </c:pt>
                <c:pt idx="46412">
                  <c:v>24.9</c:v>
                </c:pt>
                <c:pt idx="46413">
                  <c:v>24.9</c:v>
                </c:pt>
                <c:pt idx="46414">
                  <c:v>24.9</c:v>
                </c:pt>
                <c:pt idx="46415">
                  <c:v>24.9</c:v>
                </c:pt>
                <c:pt idx="46416">
                  <c:v>24.9</c:v>
                </c:pt>
                <c:pt idx="46417">
                  <c:v>24.9</c:v>
                </c:pt>
                <c:pt idx="46418">
                  <c:v>24.9</c:v>
                </c:pt>
                <c:pt idx="46419">
                  <c:v>24.9</c:v>
                </c:pt>
                <c:pt idx="46420">
                  <c:v>24.9</c:v>
                </c:pt>
                <c:pt idx="46421">
                  <c:v>24.9</c:v>
                </c:pt>
                <c:pt idx="46422">
                  <c:v>24.9</c:v>
                </c:pt>
                <c:pt idx="46423">
                  <c:v>24.9</c:v>
                </c:pt>
                <c:pt idx="46424">
                  <c:v>24.9</c:v>
                </c:pt>
                <c:pt idx="46425">
                  <c:v>24.9</c:v>
                </c:pt>
                <c:pt idx="46426">
                  <c:v>24.9</c:v>
                </c:pt>
                <c:pt idx="46427">
                  <c:v>24.9</c:v>
                </c:pt>
                <c:pt idx="46428">
                  <c:v>24.9</c:v>
                </c:pt>
                <c:pt idx="46429">
                  <c:v>24.9</c:v>
                </c:pt>
                <c:pt idx="46430">
                  <c:v>24.9</c:v>
                </c:pt>
                <c:pt idx="46431">
                  <c:v>24.9</c:v>
                </c:pt>
                <c:pt idx="46432">
                  <c:v>24.9</c:v>
                </c:pt>
                <c:pt idx="46433">
                  <c:v>24.9</c:v>
                </c:pt>
                <c:pt idx="46434">
                  <c:v>24.9</c:v>
                </c:pt>
                <c:pt idx="46435">
                  <c:v>24.9</c:v>
                </c:pt>
                <c:pt idx="46436">
                  <c:v>24.9</c:v>
                </c:pt>
                <c:pt idx="46437">
                  <c:v>24.9</c:v>
                </c:pt>
                <c:pt idx="46438">
                  <c:v>24.9</c:v>
                </c:pt>
                <c:pt idx="46439">
                  <c:v>24.9</c:v>
                </c:pt>
                <c:pt idx="46440">
                  <c:v>24.9</c:v>
                </c:pt>
                <c:pt idx="46441">
                  <c:v>24.9</c:v>
                </c:pt>
                <c:pt idx="46442">
                  <c:v>24.9</c:v>
                </c:pt>
                <c:pt idx="46443">
                  <c:v>24.9</c:v>
                </c:pt>
                <c:pt idx="46444">
                  <c:v>24.9</c:v>
                </c:pt>
                <c:pt idx="46445">
                  <c:v>24.9</c:v>
                </c:pt>
                <c:pt idx="46446">
                  <c:v>24.9</c:v>
                </c:pt>
                <c:pt idx="46447">
                  <c:v>24.9</c:v>
                </c:pt>
                <c:pt idx="46448">
                  <c:v>24.9</c:v>
                </c:pt>
                <c:pt idx="46449">
                  <c:v>24.9</c:v>
                </c:pt>
                <c:pt idx="46450">
                  <c:v>24.9</c:v>
                </c:pt>
                <c:pt idx="46451">
                  <c:v>24.9</c:v>
                </c:pt>
                <c:pt idx="46452">
                  <c:v>24.9</c:v>
                </c:pt>
                <c:pt idx="46453">
                  <c:v>24.9</c:v>
                </c:pt>
                <c:pt idx="46454">
                  <c:v>24.9</c:v>
                </c:pt>
                <c:pt idx="46455">
                  <c:v>24.9</c:v>
                </c:pt>
                <c:pt idx="46456">
                  <c:v>24.9</c:v>
                </c:pt>
                <c:pt idx="46457">
                  <c:v>24.9</c:v>
                </c:pt>
                <c:pt idx="46458">
                  <c:v>24.9</c:v>
                </c:pt>
                <c:pt idx="46459">
                  <c:v>24.9</c:v>
                </c:pt>
                <c:pt idx="46460">
                  <c:v>24.9</c:v>
                </c:pt>
                <c:pt idx="46461">
                  <c:v>24.9</c:v>
                </c:pt>
                <c:pt idx="46462">
                  <c:v>24.9</c:v>
                </c:pt>
                <c:pt idx="46463">
                  <c:v>24.9</c:v>
                </c:pt>
                <c:pt idx="46464">
                  <c:v>24.9</c:v>
                </c:pt>
                <c:pt idx="46465">
                  <c:v>24.9</c:v>
                </c:pt>
                <c:pt idx="46466">
                  <c:v>24.9</c:v>
                </c:pt>
                <c:pt idx="46467">
                  <c:v>24.9</c:v>
                </c:pt>
                <c:pt idx="46468">
                  <c:v>24.9</c:v>
                </c:pt>
                <c:pt idx="46469">
                  <c:v>24.9</c:v>
                </c:pt>
                <c:pt idx="46470">
                  <c:v>24.9</c:v>
                </c:pt>
                <c:pt idx="46471">
                  <c:v>24.9</c:v>
                </c:pt>
                <c:pt idx="46472">
                  <c:v>24.9</c:v>
                </c:pt>
                <c:pt idx="46473">
                  <c:v>24.9</c:v>
                </c:pt>
                <c:pt idx="46474">
                  <c:v>24.9</c:v>
                </c:pt>
                <c:pt idx="46475">
                  <c:v>24.9</c:v>
                </c:pt>
                <c:pt idx="46476">
                  <c:v>24.9</c:v>
                </c:pt>
                <c:pt idx="46477">
                  <c:v>24.9</c:v>
                </c:pt>
                <c:pt idx="46478">
                  <c:v>24.9</c:v>
                </c:pt>
                <c:pt idx="46479">
                  <c:v>24.9</c:v>
                </c:pt>
                <c:pt idx="46480">
                  <c:v>24.9</c:v>
                </c:pt>
                <c:pt idx="46481">
                  <c:v>24.9</c:v>
                </c:pt>
                <c:pt idx="46482">
                  <c:v>24.9</c:v>
                </c:pt>
                <c:pt idx="46483">
                  <c:v>24.9</c:v>
                </c:pt>
                <c:pt idx="46484">
                  <c:v>24.9</c:v>
                </c:pt>
                <c:pt idx="46485">
                  <c:v>24.9</c:v>
                </c:pt>
                <c:pt idx="46486">
                  <c:v>24.9</c:v>
                </c:pt>
                <c:pt idx="46487">
                  <c:v>24.9</c:v>
                </c:pt>
                <c:pt idx="46488">
                  <c:v>24.9</c:v>
                </c:pt>
                <c:pt idx="46489">
                  <c:v>24.9</c:v>
                </c:pt>
                <c:pt idx="46490">
                  <c:v>24.9</c:v>
                </c:pt>
                <c:pt idx="46491">
                  <c:v>24.9</c:v>
                </c:pt>
                <c:pt idx="46492">
                  <c:v>24.9</c:v>
                </c:pt>
                <c:pt idx="46493">
                  <c:v>24.9</c:v>
                </c:pt>
                <c:pt idx="46494">
                  <c:v>24.9</c:v>
                </c:pt>
                <c:pt idx="46495">
                  <c:v>24.9</c:v>
                </c:pt>
                <c:pt idx="46496">
                  <c:v>24.9</c:v>
                </c:pt>
                <c:pt idx="46497">
                  <c:v>24.9</c:v>
                </c:pt>
                <c:pt idx="46498">
                  <c:v>24.9</c:v>
                </c:pt>
                <c:pt idx="46499">
                  <c:v>24.9</c:v>
                </c:pt>
                <c:pt idx="46500">
                  <c:v>24.9</c:v>
                </c:pt>
                <c:pt idx="46501">
                  <c:v>24.9</c:v>
                </c:pt>
                <c:pt idx="46502">
                  <c:v>24.9</c:v>
                </c:pt>
                <c:pt idx="46503">
                  <c:v>24.9</c:v>
                </c:pt>
                <c:pt idx="46504">
                  <c:v>24.9</c:v>
                </c:pt>
                <c:pt idx="46505">
                  <c:v>24.9</c:v>
                </c:pt>
                <c:pt idx="46506">
                  <c:v>24.9</c:v>
                </c:pt>
                <c:pt idx="46507">
                  <c:v>24.9</c:v>
                </c:pt>
                <c:pt idx="46508">
                  <c:v>24.9</c:v>
                </c:pt>
                <c:pt idx="46509">
                  <c:v>24.9</c:v>
                </c:pt>
                <c:pt idx="46510">
                  <c:v>24.9</c:v>
                </c:pt>
                <c:pt idx="46511">
                  <c:v>24.9</c:v>
                </c:pt>
                <c:pt idx="46512">
                  <c:v>24.9</c:v>
                </c:pt>
                <c:pt idx="46513">
                  <c:v>24.9</c:v>
                </c:pt>
                <c:pt idx="46514">
                  <c:v>24.9</c:v>
                </c:pt>
                <c:pt idx="46515">
                  <c:v>24.9</c:v>
                </c:pt>
                <c:pt idx="46516">
                  <c:v>24.9</c:v>
                </c:pt>
                <c:pt idx="46517">
                  <c:v>24.9</c:v>
                </c:pt>
                <c:pt idx="46518">
                  <c:v>24.9</c:v>
                </c:pt>
                <c:pt idx="46519">
                  <c:v>24.9</c:v>
                </c:pt>
                <c:pt idx="46520">
                  <c:v>24.9</c:v>
                </c:pt>
                <c:pt idx="46521">
                  <c:v>24.9</c:v>
                </c:pt>
                <c:pt idx="46522">
                  <c:v>24.9</c:v>
                </c:pt>
                <c:pt idx="46523">
                  <c:v>24.9</c:v>
                </c:pt>
                <c:pt idx="46524">
                  <c:v>24.9</c:v>
                </c:pt>
                <c:pt idx="46525">
                  <c:v>24.9</c:v>
                </c:pt>
                <c:pt idx="46526">
                  <c:v>24.9</c:v>
                </c:pt>
                <c:pt idx="46527">
                  <c:v>24.9</c:v>
                </c:pt>
                <c:pt idx="46528">
                  <c:v>24.9</c:v>
                </c:pt>
                <c:pt idx="46529">
                  <c:v>24.9</c:v>
                </c:pt>
                <c:pt idx="46530">
                  <c:v>24.9</c:v>
                </c:pt>
                <c:pt idx="46531">
                  <c:v>24.9</c:v>
                </c:pt>
                <c:pt idx="46532">
                  <c:v>24.9</c:v>
                </c:pt>
                <c:pt idx="46533">
                  <c:v>24.9</c:v>
                </c:pt>
                <c:pt idx="46534">
                  <c:v>24.9</c:v>
                </c:pt>
                <c:pt idx="46535">
                  <c:v>24.9</c:v>
                </c:pt>
                <c:pt idx="46536">
                  <c:v>24.9</c:v>
                </c:pt>
                <c:pt idx="46537">
                  <c:v>24.9</c:v>
                </c:pt>
                <c:pt idx="46538">
                  <c:v>24.9</c:v>
                </c:pt>
                <c:pt idx="46539">
                  <c:v>24.9</c:v>
                </c:pt>
                <c:pt idx="46540">
                  <c:v>24.9</c:v>
                </c:pt>
                <c:pt idx="46541">
                  <c:v>24.9</c:v>
                </c:pt>
                <c:pt idx="46542">
                  <c:v>24.9</c:v>
                </c:pt>
                <c:pt idx="46543">
                  <c:v>24.9</c:v>
                </c:pt>
                <c:pt idx="46544">
                  <c:v>24.9</c:v>
                </c:pt>
                <c:pt idx="46545">
                  <c:v>24.9</c:v>
                </c:pt>
                <c:pt idx="46546">
                  <c:v>24.9</c:v>
                </c:pt>
                <c:pt idx="46547">
                  <c:v>24.9</c:v>
                </c:pt>
                <c:pt idx="46548">
                  <c:v>24.9</c:v>
                </c:pt>
                <c:pt idx="46549">
                  <c:v>24.9</c:v>
                </c:pt>
                <c:pt idx="46550">
                  <c:v>24.9</c:v>
                </c:pt>
                <c:pt idx="46551">
                  <c:v>24.9</c:v>
                </c:pt>
                <c:pt idx="46552">
                  <c:v>24.9</c:v>
                </c:pt>
                <c:pt idx="46553">
                  <c:v>24.9</c:v>
                </c:pt>
                <c:pt idx="46554">
                  <c:v>24.9</c:v>
                </c:pt>
                <c:pt idx="46555">
                  <c:v>24.9</c:v>
                </c:pt>
                <c:pt idx="46556">
                  <c:v>24.9</c:v>
                </c:pt>
                <c:pt idx="46557">
                  <c:v>24.9</c:v>
                </c:pt>
                <c:pt idx="46558">
                  <c:v>24.9</c:v>
                </c:pt>
                <c:pt idx="46559">
                  <c:v>24.9</c:v>
                </c:pt>
                <c:pt idx="46560">
                  <c:v>24.9</c:v>
                </c:pt>
                <c:pt idx="46561">
                  <c:v>24.9</c:v>
                </c:pt>
                <c:pt idx="46562">
                  <c:v>24.9</c:v>
                </c:pt>
                <c:pt idx="46563">
                  <c:v>24.9</c:v>
                </c:pt>
                <c:pt idx="46564">
                  <c:v>24.9</c:v>
                </c:pt>
                <c:pt idx="46565">
                  <c:v>24.9</c:v>
                </c:pt>
                <c:pt idx="46566">
                  <c:v>24.9</c:v>
                </c:pt>
                <c:pt idx="46567">
                  <c:v>24.9</c:v>
                </c:pt>
                <c:pt idx="46568">
                  <c:v>24.9</c:v>
                </c:pt>
                <c:pt idx="46569">
                  <c:v>24.9</c:v>
                </c:pt>
                <c:pt idx="46570">
                  <c:v>24.9</c:v>
                </c:pt>
                <c:pt idx="46571">
                  <c:v>24.9</c:v>
                </c:pt>
                <c:pt idx="46572">
                  <c:v>24.9</c:v>
                </c:pt>
                <c:pt idx="46573">
                  <c:v>24.9</c:v>
                </c:pt>
                <c:pt idx="46574">
                  <c:v>24.9</c:v>
                </c:pt>
                <c:pt idx="46575">
                  <c:v>24.9</c:v>
                </c:pt>
                <c:pt idx="46576">
                  <c:v>24.9</c:v>
                </c:pt>
                <c:pt idx="46577">
                  <c:v>24.9</c:v>
                </c:pt>
                <c:pt idx="46578">
                  <c:v>24.9</c:v>
                </c:pt>
                <c:pt idx="46579">
                  <c:v>24.9</c:v>
                </c:pt>
                <c:pt idx="46580">
                  <c:v>24.9</c:v>
                </c:pt>
                <c:pt idx="46581">
                  <c:v>24.9</c:v>
                </c:pt>
                <c:pt idx="46582">
                  <c:v>24.9</c:v>
                </c:pt>
                <c:pt idx="46583">
                  <c:v>24.9</c:v>
                </c:pt>
                <c:pt idx="46584">
                  <c:v>24.9</c:v>
                </c:pt>
                <c:pt idx="46585">
                  <c:v>24.9</c:v>
                </c:pt>
                <c:pt idx="46586">
                  <c:v>24.9</c:v>
                </c:pt>
                <c:pt idx="46587">
                  <c:v>24.9</c:v>
                </c:pt>
                <c:pt idx="46588">
                  <c:v>24.9</c:v>
                </c:pt>
                <c:pt idx="46589">
                  <c:v>24.9</c:v>
                </c:pt>
                <c:pt idx="46590">
                  <c:v>24.9</c:v>
                </c:pt>
                <c:pt idx="46591">
                  <c:v>24.9</c:v>
                </c:pt>
                <c:pt idx="46592">
                  <c:v>24.9</c:v>
                </c:pt>
                <c:pt idx="46593">
                  <c:v>24.9</c:v>
                </c:pt>
                <c:pt idx="46594">
                  <c:v>24.9</c:v>
                </c:pt>
                <c:pt idx="46595">
                  <c:v>24.9</c:v>
                </c:pt>
                <c:pt idx="46596">
                  <c:v>24.9</c:v>
                </c:pt>
                <c:pt idx="46597">
                  <c:v>24.9</c:v>
                </c:pt>
                <c:pt idx="46598">
                  <c:v>24.9</c:v>
                </c:pt>
                <c:pt idx="46599">
                  <c:v>24.9</c:v>
                </c:pt>
                <c:pt idx="46600">
                  <c:v>24.9</c:v>
                </c:pt>
                <c:pt idx="46601">
                  <c:v>24.9</c:v>
                </c:pt>
                <c:pt idx="46602">
                  <c:v>24.9</c:v>
                </c:pt>
                <c:pt idx="46603">
                  <c:v>24.9</c:v>
                </c:pt>
                <c:pt idx="46604">
                  <c:v>24.9</c:v>
                </c:pt>
                <c:pt idx="46605">
                  <c:v>24.9</c:v>
                </c:pt>
                <c:pt idx="46606">
                  <c:v>24.9</c:v>
                </c:pt>
                <c:pt idx="46607">
                  <c:v>24.9</c:v>
                </c:pt>
                <c:pt idx="46608">
                  <c:v>24.9</c:v>
                </c:pt>
                <c:pt idx="46609">
                  <c:v>24.9</c:v>
                </c:pt>
                <c:pt idx="46610">
                  <c:v>24.9</c:v>
                </c:pt>
                <c:pt idx="46611">
                  <c:v>24.9</c:v>
                </c:pt>
                <c:pt idx="46612">
                  <c:v>24.9</c:v>
                </c:pt>
                <c:pt idx="46613">
                  <c:v>24.9</c:v>
                </c:pt>
                <c:pt idx="46614">
                  <c:v>24.9</c:v>
                </c:pt>
                <c:pt idx="46615">
                  <c:v>24.9</c:v>
                </c:pt>
                <c:pt idx="46616">
                  <c:v>24.9</c:v>
                </c:pt>
                <c:pt idx="46617">
                  <c:v>24.9</c:v>
                </c:pt>
                <c:pt idx="46618">
                  <c:v>24.9</c:v>
                </c:pt>
                <c:pt idx="46619">
                  <c:v>24.9</c:v>
                </c:pt>
                <c:pt idx="46620">
                  <c:v>24.9</c:v>
                </c:pt>
                <c:pt idx="46621">
                  <c:v>24.85</c:v>
                </c:pt>
                <c:pt idx="46622">
                  <c:v>24.9</c:v>
                </c:pt>
                <c:pt idx="46623">
                  <c:v>24.9</c:v>
                </c:pt>
                <c:pt idx="46624">
                  <c:v>24.9</c:v>
                </c:pt>
                <c:pt idx="46625">
                  <c:v>24.9</c:v>
                </c:pt>
                <c:pt idx="46626">
                  <c:v>24.9</c:v>
                </c:pt>
                <c:pt idx="46627">
                  <c:v>24.9</c:v>
                </c:pt>
                <c:pt idx="46628">
                  <c:v>24.9</c:v>
                </c:pt>
                <c:pt idx="46629">
                  <c:v>24.9</c:v>
                </c:pt>
                <c:pt idx="46630">
                  <c:v>24.9</c:v>
                </c:pt>
                <c:pt idx="46631">
                  <c:v>24.9</c:v>
                </c:pt>
                <c:pt idx="46632">
                  <c:v>24.9</c:v>
                </c:pt>
                <c:pt idx="46633">
                  <c:v>24.9</c:v>
                </c:pt>
                <c:pt idx="46634">
                  <c:v>24.9</c:v>
                </c:pt>
                <c:pt idx="46635">
                  <c:v>24.9</c:v>
                </c:pt>
                <c:pt idx="46636">
                  <c:v>24.9</c:v>
                </c:pt>
                <c:pt idx="46637">
                  <c:v>24.9</c:v>
                </c:pt>
                <c:pt idx="46638">
                  <c:v>24.9</c:v>
                </c:pt>
                <c:pt idx="46639">
                  <c:v>24.9</c:v>
                </c:pt>
                <c:pt idx="46640">
                  <c:v>24.9</c:v>
                </c:pt>
                <c:pt idx="46641">
                  <c:v>24.9</c:v>
                </c:pt>
                <c:pt idx="46642">
                  <c:v>24.9</c:v>
                </c:pt>
                <c:pt idx="46643">
                  <c:v>24.9</c:v>
                </c:pt>
                <c:pt idx="46644">
                  <c:v>24.9</c:v>
                </c:pt>
                <c:pt idx="46645">
                  <c:v>24.9</c:v>
                </c:pt>
                <c:pt idx="46646">
                  <c:v>24.9</c:v>
                </c:pt>
                <c:pt idx="46647">
                  <c:v>24.9</c:v>
                </c:pt>
                <c:pt idx="46648">
                  <c:v>24.9</c:v>
                </c:pt>
                <c:pt idx="46649">
                  <c:v>24.9</c:v>
                </c:pt>
                <c:pt idx="46650">
                  <c:v>24.85</c:v>
                </c:pt>
                <c:pt idx="46651">
                  <c:v>24.85</c:v>
                </c:pt>
                <c:pt idx="46652">
                  <c:v>24.85</c:v>
                </c:pt>
                <c:pt idx="46653">
                  <c:v>24.9</c:v>
                </c:pt>
                <c:pt idx="46654">
                  <c:v>24.9</c:v>
                </c:pt>
                <c:pt idx="46655">
                  <c:v>24.9</c:v>
                </c:pt>
                <c:pt idx="46656">
                  <c:v>24.9</c:v>
                </c:pt>
                <c:pt idx="46657">
                  <c:v>24.9</c:v>
                </c:pt>
                <c:pt idx="46658">
                  <c:v>24.9</c:v>
                </c:pt>
                <c:pt idx="46659">
                  <c:v>24.9</c:v>
                </c:pt>
                <c:pt idx="46660">
                  <c:v>24.9</c:v>
                </c:pt>
                <c:pt idx="46661">
                  <c:v>24.9</c:v>
                </c:pt>
                <c:pt idx="46662">
                  <c:v>24.9</c:v>
                </c:pt>
                <c:pt idx="46663">
                  <c:v>24.9</c:v>
                </c:pt>
                <c:pt idx="46664">
                  <c:v>24.9</c:v>
                </c:pt>
                <c:pt idx="46665">
                  <c:v>24.9</c:v>
                </c:pt>
                <c:pt idx="46666">
                  <c:v>24.9</c:v>
                </c:pt>
                <c:pt idx="46667">
                  <c:v>24.9</c:v>
                </c:pt>
                <c:pt idx="46668">
                  <c:v>24.9</c:v>
                </c:pt>
                <c:pt idx="46669">
                  <c:v>24.9</c:v>
                </c:pt>
                <c:pt idx="46670">
                  <c:v>24.9</c:v>
                </c:pt>
                <c:pt idx="46671">
                  <c:v>24.9</c:v>
                </c:pt>
                <c:pt idx="46672">
                  <c:v>24.9</c:v>
                </c:pt>
                <c:pt idx="46673">
                  <c:v>24.9</c:v>
                </c:pt>
                <c:pt idx="46674">
                  <c:v>24.9</c:v>
                </c:pt>
                <c:pt idx="46675">
                  <c:v>24.9</c:v>
                </c:pt>
                <c:pt idx="46676">
                  <c:v>24.85</c:v>
                </c:pt>
                <c:pt idx="46677">
                  <c:v>24.85</c:v>
                </c:pt>
                <c:pt idx="46678">
                  <c:v>24.85</c:v>
                </c:pt>
                <c:pt idx="46679">
                  <c:v>24.85</c:v>
                </c:pt>
                <c:pt idx="46680">
                  <c:v>24.85</c:v>
                </c:pt>
                <c:pt idx="46681">
                  <c:v>24.9</c:v>
                </c:pt>
                <c:pt idx="46682">
                  <c:v>24.85</c:v>
                </c:pt>
                <c:pt idx="46683">
                  <c:v>24.85</c:v>
                </c:pt>
                <c:pt idx="46684">
                  <c:v>24.85</c:v>
                </c:pt>
                <c:pt idx="46685">
                  <c:v>24.9</c:v>
                </c:pt>
                <c:pt idx="46686">
                  <c:v>24.9</c:v>
                </c:pt>
                <c:pt idx="46687">
                  <c:v>24.9</c:v>
                </c:pt>
                <c:pt idx="46688">
                  <c:v>24.9</c:v>
                </c:pt>
                <c:pt idx="46689">
                  <c:v>24.9</c:v>
                </c:pt>
                <c:pt idx="46690">
                  <c:v>24.9</c:v>
                </c:pt>
                <c:pt idx="46691">
                  <c:v>24.9</c:v>
                </c:pt>
                <c:pt idx="46692">
                  <c:v>24.9</c:v>
                </c:pt>
                <c:pt idx="46693">
                  <c:v>24.9</c:v>
                </c:pt>
                <c:pt idx="46694">
                  <c:v>24.9</c:v>
                </c:pt>
                <c:pt idx="46695">
                  <c:v>24.9</c:v>
                </c:pt>
                <c:pt idx="46696">
                  <c:v>24.9</c:v>
                </c:pt>
                <c:pt idx="46697">
                  <c:v>24.9</c:v>
                </c:pt>
                <c:pt idx="46698">
                  <c:v>24.9</c:v>
                </c:pt>
                <c:pt idx="46699">
                  <c:v>24.9</c:v>
                </c:pt>
                <c:pt idx="46700">
                  <c:v>24.9</c:v>
                </c:pt>
                <c:pt idx="46701">
                  <c:v>24.9</c:v>
                </c:pt>
                <c:pt idx="46702">
                  <c:v>24.9</c:v>
                </c:pt>
                <c:pt idx="46703">
                  <c:v>24.9</c:v>
                </c:pt>
                <c:pt idx="46704">
                  <c:v>24.9</c:v>
                </c:pt>
                <c:pt idx="46705">
                  <c:v>24.85</c:v>
                </c:pt>
                <c:pt idx="46706">
                  <c:v>24.85</c:v>
                </c:pt>
                <c:pt idx="46707">
                  <c:v>24.85</c:v>
                </c:pt>
                <c:pt idx="46708">
                  <c:v>24.85</c:v>
                </c:pt>
                <c:pt idx="46709">
                  <c:v>24.85</c:v>
                </c:pt>
                <c:pt idx="46710">
                  <c:v>24.85</c:v>
                </c:pt>
                <c:pt idx="46711">
                  <c:v>24.9</c:v>
                </c:pt>
                <c:pt idx="46712">
                  <c:v>24.9</c:v>
                </c:pt>
                <c:pt idx="46713">
                  <c:v>24.9</c:v>
                </c:pt>
                <c:pt idx="46714">
                  <c:v>24.85</c:v>
                </c:pt>
                <c:pt idx="46715">
                  <c:v>24.9</c:v>
                </c:pt>
                <c:pt idx="46716">
                  <c:v>24.9</c:v>
                </c:pt>
                <c:pt idx="46717">
                  <c:v>24.9</c:v>
                </c:pt>
                <c:pt idx="46718">
                  <c:v>24.9</c:v>
                </c:pt>
                <c:pt idx="46719">
                  <c:v>24.9</c:v>
                </c:pt>
                <c:pt idx="46720">
                  <c:v>24.9</c:v>
                </c:pt>
                <c:pt idx="46721">
                  <c:v>24.9</c:v>
                </c:pt>
                <c:pt idx="46722">
                  <c:v>24.9</c:v>
                </c:pt>
                <c:pt idx="46723">
                  <c:v>24.9</c:v>
                </c:pt>
                <c:pt idx="46724">
                  <c:v>24.9</c:v>
                </c:pt>
                <c:pt idx="46725">
                  <c:v>24.9</c:v>
                </c:pt>
                <c:pt idx="46726">
                  <c:v>24.9</c:v>
                </c:pt>
                <c:pt idx="46727">
                  <c:v>24.9</c:v>
                </c:pt>
                <c:pt idx="46728">
                  <c:v>24.85</c:v>
                </c:pt>
                <c:pt idx="46729">
                  <c:v>24.85</c:v>
                </c:pt>
                <c:pt idx="46730">
                  <c:v>24.9</c:v>
                </c:pt>
                <c:pt idx="46731">
                  <c:v>24.85</c:v>
                </c:pt>
                <c:pt idx="46732">
                  <c:v>24.85</c:v>
                </c:pt>
                <c:pt idx="46733">
                  <c:v>24.85</c:v>
                </c:pt>
                <c:pt idx="46734">
                  <c:v>24.85</c:v>
                </c:pt>
                <c:pt idx="46735">
                  <c:v>24.85</c:v>
                </c:pt>
                <c:pt idx="46736">
                  <c:v>24.85</c:v>
                </c:pt>
                <c:pt idx="46737">
                  <c:v>24.85</c:v>
                </c:pt>
                <c:pt idx="46738">
                  <c:v>24.85</c:v>
                </c:pt>
                <c:pt idx="46739">
                  <c:v>24.85</c:v>
                </c:pt>
                <c:pt idx="46740">
                  <c:v>24.85</c:v>
                </c:pt>
                <c:pt idx="46741">
                  <c:v>24.85</c:v>
                </c:pt>
                <c:pt idx="46742">
                  <c:v>24.85</c:v>
                </c:pt>
                <c:pt idx="46743">
                  <c:v>24.9</c:v>
                </c:pt>
                <c:pt idx="46744">
                  <c:v>24.9</c:v>
                </c:pt>
                <c:pt idx="46745">
                  <c:v>24.9</c:v>
                </c:pt>
                <c:pt idx="46746">
                  <c:v>24.9</c:v>
                </c:pt>
                <c:pt idx="46747">
                  <c:v>24.9</c:v>
                </c:pt>
                <c:pt idx="46748">
                  <c:v>24.85</c:v>
                </c:pt>
                <c:pt idx="46749">
                  <c:v>24.9</c:v>
                </c:pt>
                <c:pt idx="46750">
                  <c:v>24.9</c:v>
                </c:pt>
                <c:pt idx="46751">
                  <c:v>24.9</c:v>
                </c:pt>
                <c:pt idx="46752">
                  <c:v>24.9</c:v>
                </c:pt>
                <c:pt idx="46753">
                  <c:v>24.9</c:v>
                </c:pt>
                <c:pt idx="46754">
                  <c:v>24.85</c:v>
                </c:pt>
                <c:pt idx="46755">
                  <c:v>24.85</c:v>
                </c:pt>
                <c:pt idx="46756">
                  <c:v>24.85</c:v>
                </c:pt>
                <c:pt idx="46757">
                  <c:v>24.85</c:v>
                </c:pt>
                <c:pt idx="46758">
                  <c:v>24.85</c:v>
                </c:pt>
                <c:pt idx="46759">
                  <c:v>24.85</c:v>
                </c:pt>
                <c:pt idx="46760">
                  <c:v>24.85</c:v>
                </c:pt>
                <c:pt idx="46761">
                  <c:v>24.85</c:v>
                </c:pt>
                <c:pt idx="46762">
                  <c:v>24.85</c:v>
                </c:pt>
                <c:pt idx="46763">
                  <c:v>24.85</c:v>
                </c:pt>
                <c:pt idx="46764">
                  <c:v>24.85</c:v>
                </c:pt>
                <c:pt idx="46765">
                  <c:v>24.85</c:v>
                </c:pt>
                <c:pt idx="46766">
                  <c:v>24.85</c:v>
                </c:pt>
                <c:pt idx="46767">
                  <c:v>24.85</c:v>
                </c:pt>
                <c:pt idx="46768">
                  <c:v>24.85</c:v>
                </c:pt>
                <c:pt idx="46769">
                  <c:v>24.85</c:v>
                </c:pt>
                <c:pt idx="46770">
                  <c:v>24.85</c:v>
                </c:pt>
                <c:pt idx="46771">
                  <c:v>24.85</c:v>
                </c:pt>
                <c:pt idx="46772">
                  <c:v>24.85</c:v>
                </c:pt>
                <c:pt idx="46773">
                  <c:v>24.85</c:v>
                </c:pt>
                <c:pt idx="46774">
                  <c:v>24.85</c:v>
                </c:pt>
                <c:pt idx="46775">
                  <c:v>24.85</c:v>
                </c:pt>
                <c:pt idx="46776">
                  <c:v>24.9</c:v>
                </c:pt>
                <c:pt idx="46777">
                  <c:v>24.9</c:v>
                </c:pt>
                <c:pt idx="46778">
                  <c:v>24.85</c:v>
                </c:pt>
                <c:pt idx="46779">
                  <c:v>24.85</c:v>
                </c:pt>
                <c:pt idx="46780">
                  <c:v>24.85</c:v>
                </c:pt>
                <c:pt idx="46781">
                  <c:v>24.9</c:v>
                </c:pt>
                <c:pt idx="46782">
                  <c:v>24.9</c:v>
                </c:pt>
                <c:pt idx="46783">
                  <c:v>24.9</c:v>
                </c:pt>
                <c:pt idx="46784">
                  <c:v>24.85</c:v>
                </c:pt>
                <c:pt idx="46785">
                  <c:v>24.85</c:v>
                </c:pt>
                <c:pt idx="46786">
                  <c:v>24.85</c:v>
                </c:pt>
                <c:pt idx="46787">
                  <c:v>24.85</c:v>
                </c:pt>
                <c:pt idx="46788">
                  <c:v>24.85</c:v>
                </c:pt>
                <c:pt idx="46789">
                  <c:v>24.85</c:v>
                </c:pt>
                <c:pt idx="46790">
                  <c:v>24.85</c:v>
                </c:pt>
                <c:pt idx="46791">
                  <c:v>24.85</c:v>
                </c:pt>
                <c:pt idx="46792">
                  <c:v>24.85</c:v>
                </c:pt>
                <c:pt idx="46793">
                  <c:v>24.85</c:v>
                </c:pt>
                <c:pt idx="46794">
                  <c:v>24.85</c:v>
                </c:pt>
                <c:pt idx="46795">
                  <c:v>24.85</c:v>
                </c:pt>
                <c:pt idx="46796">
                  <c:v>24.85</c:v>
                </c:pt>
                <c:pt idx="46797">
                  <c:v>24.85</c:v>
                </c:pt>
                <c:pt idx="46798">
                  <c:v>24.85</c:v>
                </c:pt>
                <c:pt idx="46799">
                  <c:v>24.85</c:v>
                </c:pt>
                <c:pt idx="46800">
                  <c:v>24.85</c:v>
                </c:pt>
                <c:pt idx="46801">
                  <c:v>24.85</c:v>
                </c:pt>
                <c:pt idx="46802">
                  <c:v>24.85</c:v>
                </c:pt>
                <c:pt idx="46803">
                  <c:v>24.85</c:v>
                </c:pt>
                <c:pt idx="46804">
                  <c:v>24.85</c:v>
                </c:pt>
                <c:pt idx="46805">
                  <c:v>24.85</c:v>
                </c:pt>
                <c:pt idx="46806">
                  <c:v>24.9</c:v>
                </c:pt>
                <c:pt idx="46807">
                  <c:v>24.9</c:v>
                </c:pt>
                <c:pt idx="46808">
                  <c:v>24.9</c:v>
                </c:pt>
                <c:pt idx="46809">
                  <c:v>24.85</c:v>
                </c:pt>
                <c:pt idx="46810">
                  <c:v>24.9</c:v>
                </c:pt>
                <c:pt idx="46811">
                  <c:v>24.85</c:v>
                </c:pt>
                <c:pt idx="46812">
                  <c:v>24.85</c:v>
                </c:pt>
                <c:pt idx="46813">
                  <c:v>24.85</c:v>
                </c:pt>
                <c:pt idx="46814">
                  <c:v>24.85</c:v>
                </c:pt>
                <c:pt idx="46815">
                  <c:v>24.85</c:v>
                </c:pt>
                <c:pt idx="46816">
                  <c:v>24.85</c:v>
                </c:pt>
                <c:pt idx="46817">
                  <c:v>24.85</c:v>
                </c:pt>
                <c:pt idx="46818">
                  <c:v>24.85</c:v>
                </c:pt>
                <c:pt idx="46819">
                  <c:v>24.85</c:v>
                </c:pt>
                <c:pt idx="46820">
                  <c:v>24.85</c:v>
                </c:pt>
                <c:pt idx="46821">
                  <c:v>24.85</c:v>
                </c:pt>
                <c:pt idx="46822">
                  <c:v>24.85</c:v>
                </c:pt>
                <c:pt idx="46823">
                  <c:v>24.85</c:v>
                </c:pt>
                <c:pt idx="46824">
                  <c:v>24.85</c:v>
                </c:pt>
                <c:pt idx="46825">
                  <c:v>24.85</c:v>
                </c:pt>
                <c:pt idx="46826">
                  <c:v>24.85</c:v>
                </c:pt>
                <c:pt idx="46827">
                  <c:v>24.85</c:v>
                </c:pt>
                <c:pt idx="46828">
                  <c:v>24.85</c:v>
                </c:pt>
                <c:pt idx="46829">
                  <c:v>24.85</c:v>
                </c:pt>
                <c:pt idx="46830">
                  <c:v>24.85</c:v>
                </c:pt>
                <c:pt idx="46831">
                  <c:v>24.85</c:v>
                </c:pt>
                <c:pt idx="46832">
                  <c:v>24.85</c:v>
                </c:pt>
                <c:pt idx="46833">
                  <c:v>24.85</c:v>
                </c:pt>
                <c:pt idx="46834">
                  <c:v>24.9</c:v>
                </c:pt>
                <c:pt idx="46835">
                  <c:v>24.9</c:v>
                </c:pt>
                <c:pt idx="46836">
                  <c:v>24.9</c:v>
                </c:pt>
                <c:pt idx="46837">
                  <c:v>24.9</c:v>
                </c:pt>
                <c:pt idx="46838">
                  <c:v>24.9</c:v>
                </c:pt>
                <c:pt idx="46839">
                  <c:v>24.85</c:v>
                </c:pt>
                <c:pt idx="46840">
                  <c:v>24.85</c:v>
                </c:pt>
                <c:pt idx="46841">
                  <c:v>24.85</c:v>
                </c:pt>
                <c:pt idx="46842">
                  <c:v>24.85</c:v>
                </c:pt>
                <c:pt idx="46843">
                  <c:v>24.85</c:v>
                </c:pt>
                <c:pt idx="46844">
                  <c:v>24.85</c:v>
                </c:pt>
                <c:pt idx="46845">
                  <c:v>24.85</c:v>
                </c:pt>
                <c:pt idx="46846">
                  <c:v>24.85</c:v>
                </c:pt>
                <c:pt idx="46847">
                  <c:v>24.85</c:v>
                </c:pt>
                <c:pt idx="46848">
                  <c:v>24.85</c:v>
                </c:pt>
                <c:pt idx="46849">
                  <c:v>24.85</c:v>
                </c:pt>
                <c:pt idx="46850">
                  <c:v>24.85</c:v>
                </c:pt>
                <c:pt idx="46851">
                  <c:v>24.85</c:v>
                </c:pt>
                <c:pt idx="46852">
                  <c:v>24.85</c:v>
                </c:pt>
                <c:pt idx="46853">
                  <c:v>24.85</c:v>
                </c:pt>
                <c:pt idx="46854">
                  <c:v>24.85</c:v>
                </c:pt>
                <c:pt idx="46855">
                  <c:v>24.85</c:v>
                </c:pt>
                <c:pt idx="46856">
                  <c:v>24.85</c:v>
                </c:pt>
                <c:pt idx="46857">
                  <c:v>24.85</c:v>
                </c:pt>
                <c:pt idx="46858">
                  <c:v>24.85</c:v>
                </c:pt>
                <c:pt idx="46859">
                  <c:v>24.85</c:v>
                </c:pt>
                <c:pt idx="46860">
                  <c:v>24.85</c:v>
                </c:pt>
                <c:pt idx="46861">
                  <c:v>24.9</c:v>
                </c:pt>
                <c:pt idx="46862">
                  <c:v>24.85</c:v>
                </c:pt>
                <c:pt idx="46863">
                  <c:v>24.85</c:v>
                </c:pt>
                <c:pt idx="46864">
                  <c:v>24.85</c:v>
                </c:pt>
                <c:pt idx="46865">
                  <c:v>24.85</c:v>
                </c:pt>
                <c:pt idx="46866">
                  <c:v>24.9</c:v>
                </c:pt>
                <c:pt idx="46867">
                  <c:v>24.85</c:v>
                </c:pt>
                <c:pt idx="46868">
                  <c:v>24.85</c:v>
                </c:pt>
                <c:pt idx="46869">
                  <c:v>24.85</c:v>
                </c:pt>
                <c:pt idx="46870">
                  <c:v>24.85</c:v>
                </c:pt>
                <c:pt idx="46871">
                  <c:v>24.85</c:v>
                </c:pt>
                <c:pt idx="46872">
                  <c:v>24.85</c:v>
                </c:pt>
                <c:pt idx="46873">
                  <c:v>24.85</c:v>
                </c:pt>
                <c:pt idx="46874">
                  <c:v>24.85</c:v>
                </c:pt>
                <c:pt idx="46875">
                  <c:v>24.85</c:v>
                </c:pt>
                <c:pt idx="46876">
                  <c:v>24.85</c:v>
                </c:pt>
                <c:pt idx="46877">
                  <c:v>24.85</c:v>
                </c:pt>
                <c:pt idx="46878">
                  <c:v>24.85</c:v>
                </c:pt>
                <c:pt idx="46879">
                  <c:v>24.85</c:v>
                </c:pt>
                <c:pt idx="46880">
                  <c:v>24.85</c:v>
                </c:pt>
                <c:pt idx="46881">
                  <c:v>24.85</c:v>
                </c:pt>
                <c:pt idx="46882">
                  <c:v>24.85</c:v>
                </c:pt>
                <c:pt idx="46883">
                  <c:v>24.85</c:v>
                </c:pt>
                <c:pt idx="46884">
                  <c:v>24.85</c:v>
                </c:pt>
                <c:pt idx="46885">
                  <c:v>24.85</c:v>
                </c:pt>
                <c:pt idx="46886">
                  <c:v>24.85</c:v>
                </c:pt>
                <c:pt idx="46887">
                  <c:v>24.85</c:v>
                </c:pt>
                <c:pt idx="46888">
                  <c:v>24.85</c:v>
                </c:pt>
                <c:pt idx="46889">
                  <c:v>24.85</c:v>
                </c:pt>
                <c:pt idx="46890">
                  <c:v>24.85</c:v>
                </c:pt>
                <c:pt idx="46891">
                  <c:v>24.85</c:v>
                </c:pt>
                <c:pt idx="46892">
                  <c:v>24.85</c:v>
                </c:pt>
                <c:pt idx="46893">
                  <c:v>24.85</c:v>
                </c:pt>
                <c:pt idx="46894">
                  <c:v>24.85</c:v>
                </c:pt>
                <c:pt idx="46895">
                  <c:v>24.85</c:v>
                </c:pt>
                <c:pt idx="46896">
                  <c:v>24.85</c:v>
                </c:pt>
                <c:pt idx="46897">
                  <c:v>24.85</c:v>
                </c:pt>
                <c:pt idx="46898">
                  <c:v>24.85</c:v>
                </c:pt>
                <c:pt idx="46899">
                  <c:v>24.85</c:v>
                </c:pt>
                <c:pt idx="46900">
                  <c:v>24.85</c:v>
                </c:pt>
                <c:pt idx="46901">
                  <c:v>24.85</c:v>
                </c:pt>
                <c:pt idx="46902">
                  <c:v>24.85</c:v>
                </c:pt>
                <c:pt idx="46903">
                  <c:v>24.85</c:v>
                </c:pt>
                <c:pt idx="46904">
                  <c:v>24.85</c:v>
                </c:pt>
                <c:pt idx="46905">
                  <c:v>24.85</c:v>
                </c:pt>
                <c:pt idx="46906">
                  <c:v>24.85</c:v>
                </c:pt>
                <c:pt idx="46907">
                  <c:v>24.85</c:v>
                </c:pt>
                <c:pt idx="46908">
                  <c:v>24.85</c:v>
                </c:pt>
                <c:pt idx="46909">
                  <c:v>24.85</c:v>
                </c:pt>
                <c:pt idx="46910">
                  <c:v>24.85</c:v>
                </c:pt>
                <c:pt idx="46911">
                  <c:v>24.85</c:v>
                </c:pt>
                <c:pt idx="46912">
                  <c:v>24.85</c:v>
                </c:pt>
                <c:pt idx="46913">
                  <c:v>24.85</c:v>
                </c:pt>
                <c:pt idx="46914">
                  <c:v>24.85</c:v>
                </c:pt>
                <c:pt idx="46915">
                  <c:v>24.85</c:v>
                </c:pt>
                <c:pt idx="46916">
                  <c:v>24.85</c:v>
                </c:pt>
                <c:pt idx="46917">
                  <c:v>24.85</c:v>
                </c:pt>
                <c:pt idx="46918">
                  <c:v>24.85</c:v>
                </c:pt>
                <c:pt idx="46919">
                  <c:v>24.85</c:v>
                </c:pt>
                <c:pt idx="46920">
                  <c:v>24.85</c:v>
                </c:pt>
                <c:pt idx="46921">
                  <c:v>24.85</c:v>
                </c:pt>
                <c:pt idx="46922">
                  <c:v>24.85</c:v>
                </c:pt>
                <c:pt idx="46923">
                  <c:v>24.85</c:v>
                </c:pt>
                <c:pt idx="46924">
                  <c:v>24.85</c:v>
                </c:pt>
                <c:pt idx="46925">
                  <c:v>24.9</c:v>
                </c:pt>
                <c:pt idx="46926">
                  <c:v>24.85</c:v>
                </c:pt>
                <c:pt idx="46927">
                  <c:v>24.85</c:v>
                </c:pt>
                <c:pt idx="46928">
                  <c:v>24.85</c:v>
                </c:pt>
                <c:pt idx="46929">
                  <c:v>24.85</c:v>
                </c:pt>
                <c:pt idx="46930">
                  <c:v>24.85</c:v>
                </c:pt>
                <c:pt idx="46931">
                  <c:v>24.85</c:v>
                </c:pt>
                <c:pt idx="46932">
                  <c:v>24.85</c:v>
                </c:pt>
                <c:pt idx="46933">
                  <c:v>24.85</c:v>
                </c:pt>
                <c:pt idx="46934">
                  <c:v>24.9</c:v>
                </c:pt>
                <c:pt idx="46935">
                  <c:v>24.85</c:v>
                </c:pt>
                <c:pt idx="46936">
                  <c:v>24.85</c:v>
                </c:pt>
                <c:pt idx="46937">
                  <c:v>24.85</c:v>
                </c:pt>
                <c:pt idx="46938">
                  <c:v>24.85</c:v>
                </c:pt>
                <c:pt idx="46939">
                  <c:v>24.85</c:v>
                </c:pt>
                <c:pt idx="46940">
                  <c:v>24.9</c:v>
                </c:pt>
                <c:pt idx="46941">
                  <c:v>24.85</c:v>
                </c:pt>
                <c:pt idx="46942">
                  <c:v>24.85</c:v>
                </c:pt>
                <c:pt idx="46943">
                  <c:v>24.85</c:v>
                </c:pt>
                <c:pt idx="46944">
                  <c:v>24.85</c:v>
                </c:pt>
                <c:pt idx="46945">
                  <c:v>24.85</c:v>
                </c:pt>
                <c:pt idx="46946">
                  <c:v>24.85</c:v>
                </c:pt>
                <c:pt idx="46947">
                  <c:v>24.85</c:v>
                </c:pt>
                <c:pt idx="46948">
                  <c:v>24.85</c:v>
                </c:pt>
                <c:pt idx="46949">
                  <c:v>24.9</c:v>
                </c:pt>
                <c:pt idx="46950">
                  <c:v>24.85</c:v>
                </c:pt>
                <c:pt idx="46951">
                  <c:v>24.85</c:v>
                </c:pt>
                <c:pt idx="46952">
                  <c:v>24.85</c:v>
                </c:pt>
                <c:pt idx="46953">
                  <c:v>24.85</c:v>
                </c:pt>
                <c:pt idx="46954">
                  <c:v>24.85</c:v>
                </c:pt>
                <c:pt idx="46955">
                  <c:v>24.85</c:v>
                </c:pt>
                <c:pt idx="46956">
                  <c:v>24.85</c:v>
                </c:pt>
                <c:pt idx="46957">
                  <c:v>24.85</c:v>
                </c:pt>
                <c:pt idx="46958">
                  <c:v>24.85</c:v>
                </c:pt>
                <c:pt idx="46959">
                  <c:v>24.85</c:v>
                </c:pt>
                <c:pt idx="46960">
                  <c:v>24.9</c:v>
                </c:pt>
                <c:pt idx="46961">
                  <c:v>24.85</c:v>
                </c:pt>
                <c:pt idx="46962">
                  <c:v>24.85</c:v>
                </c:pt>
                <c:pt idx="46963">
                  <c:v>24.85</c:v>
                </c:pt>
                <c:pt idx="46964">
                  <c:v>24.9</c:v>
                </c:pt>
                <c:pt idx="46965">
                  <c:v>24.9</c:v>
                </c:pt>
                <c:pt idx="46966">
                  <c:v>24.9</c:v>
                </c:pt>
                <c:pt idx="46967">
                  <c:v>24.9</c:v>
                </c:pt>
                <c:pt idx="46968">
                  <c:v>24.9</c:v>
                </c:pt>
                <c:pt idx="46969">
                  <c:v>24.9</c:v>
                </c:pt>
                <c:pt idx="46970">
                  <c:v>24.9</c:v>
                </c:pt>
                <c:pt idx="46971">
                  <c:v>24.9</c:v>
                </c:pt>
                <c:pt idx="46972">
                  <c:v>24.9</c:v>
                </c:pt>
                <c:pt idx="46973">
                  <c:v>24.9</c:v>
                </c:pt>
                <c:pt idx="46974">
                  <c:v>24.9</c:v>
                </c:pt>
                <c:pt idx="46975">
                  <c:v>24.9</c:v>
                </c:pt>
                <c:pt idx="46976">
                  <c:v>24.9</c:v>
                </c:pt>
                <c:pt idx="46977">
                  <c:v>24.9</c:v>
                </c:pt>
                <c:pt idx="46978">
                  <c:v>24.9</c:v>
                </c:pt>
                <c:pt idx="46979">
                  <c:v>24.9</c:v>
                </c:pt>
                <c:pt idx="46980">
                  <c:v>24.9</c:v>
                </c:pt>
                <c:pt idx="46981">
                  <c:v>24.9</c:v>
                </c:pt>
                <c:pt idx="46982">
                  <c:v>24.9</c:v>
                </c:pt>
                <c:pt idx="46983">
                  <c:v>24.9</c:v>
                </c:pt>
                <c:pt idx="46984">
                  <c:v>24.9</c:v>
                </c:pt>
                <c:pt idx="46985">
                  <c:v>24.9</c:v>
                </c:pt>
                <c:pt idx="46986">
                  <c:v>24.9</c:v>
                </c:pt>
                <c:pt idx="46987">
                  <c:v>24.9</c:v>
                </c:pt>
                <c:pt idx="46988">
                  <c:v>24.9</c:v>
                </c:pt>
                <c:pt idx="46989">
                  <c:v>24.9</c:v>
                </c:pt>
                <c:pt idx="46990">
                  <c:v>24.9</c:v>
                </c:pt>
                <c:pt idx="46991">
                  <c:v>24.9</c:v>
                </c:pt>
                <c:pt idx="46992">
                  <c:v>24.9</c:v>
                </c:pt>
                <c:pt idx="46993">
                  <c:v>24.9</c:v>
                </c:pt>
                <c:pt idx="46994">
                  <c:v>24.9</c:v>
                </c:pt>
                <c:pt idx="46995">
                  <c:v>24.9</c:v>
                </c:pt>
                <c:pt idx="46996">
                  <c:v>24.9</c:v>
                </c:pt>
                <c:pt idx="46997">
                  <c:v>24.9</c:v>
                </c:pt>
                <c:pt idx="46998">
                  <c:v>24.9</c:v>
                </c:pt>
                <c:pt idx="46999">
                  <c:v>24.9</c:v>
                </c:pt>
                <c:pt idx="47000">
                  <c:v>24.9</c:v>
                </c:pt>
                <c:pt idx="47001">
                  <c:v>24.85</c:v>
                </c:pt>
                <c:pt idx="47002">
                  <c:v>24.9</c:v>
                </c:pt>
                <c:pt idx="47003">
                  <c:v>24.9</c:v>
                </c:pt>
                <c:pt idx="47004">
                  <c:v>24.9</c:v>
                </c:pt>
                <c:pt idx="47005">
                  <c:v>24.9</c:v>
                </c:pt>
                <c:pt idx="47006">
                  <c:v>24.9</c:v>
                </c:pt>
                <c:pt idx="47007">
                  <c:v>24.9</c:v>
                </c:pt>
                <c:pt idx="47008">
                  <c:v>24.9</c:v>
                </c:pt>
                <c:pt idx="47009">
                  <c:v>24.9</c:v>
                </c:pt>
                <c:pt idx="47010">
                  <c:v>24.9</c:v>
                </c:pt>
                <c:pt idx="47011">
                  <c:v>24.9</c:v>
                </c:pt>
                <c:pt idx="47012">
                  <c:v>24.9</c:v>
                </c:pt>
                <c:pt idx="47013">
                  <c:v>24.9</c:v>
                </c:pt>
                <c:pt idx="47014">
                  <c:v>24.9</c:v>
                </c:pt>
                <c:pt idx="47015">
                  <c:v>24.9</c:v>
                </c:pt>
                <c:pt idx="47016">
                  <c:v>24.9</c:v>
                </c:pt>
                <c:pt idx="47017">
                  <c:v>24.9</c:v>
                </c:pt>
                <c:pt idx="47018">
                  <c:v>24.85</c:v>
                </c:pt>
                <c:pt idx="47019">
                  <c:v>24.9</c:v>
                </c:pt>
                <c:pt idx="47020">
                  <c:v>24.85</c:v>
                </c:pt>
                <c:pt idx="47021">
                  <c:v>24.85</c:v>
                </c:pt>
                <c:pt idx="47022">
                  <c:v>24.85</c:v>
                </c:pt>
                <c:pt idx="47023">
                  <c:v>24.85</c:v>
                </c:pt>
                <c:pt idx="47024">
                  <c:v>24.85</c:v>
                </c:pt>
                <c:pt idx="47025">
                  <c:v>24.85</c:v>
                </c:pt>
                <c:pt idx="47026">
                  <c:v>24.85</c:v>
                </c:pt>
                <c:pt idx="47027">
                  <c:v>24.85</c:v>
                </c:pt>
                <c:pt idx="47028">
                  <c:v>24.85</c:v>
                </c:pt>
                <c:pt idx="47029">
                  <c:v>24.85</c:v>
                </c:pt>
                <c:pt idx="47030">
                  <c:v>24.85</c:v>
                </c:pt>
                <c:pt idx="47031">
                  <c:v>24.85</c:v>
                </c:pt>
                <c:pt idx="47032">
                  <c:v>24.85</c:v>
                </c:pt>
                <c:pt idx="47033">
                  <c:v>24.85</c:v>
                </c:pt>
                <c:pt idx="47034">
                  <c:v>24.85</c:v>
                </c:pt>
                <c:pt idx="47035">
                  <c:v>24.85</c:v>
                </c:pt>
                <c:pt idx="47036">
                  <c:v>24.85</c:v>
                </c:pt>
                <c:pt idx="47037">
                  <c:v>24.85</c:v>
                </c:pt>
                <c:pt idx="47038">
                  <c:v>24.85</c:v>
                </c:pt>
                <c:pt idx="47039">
                  <c:v>24.85</c:v>
                </c:pt>
                <c:pt idx="47040">
                  <c:v>24.85</c:v>
                </c:pt>
                <c:pt idx="47041">
                  <c:v>24.85</c:v>
                </c:pt>
                <c:pt idx="47042">
                  <c:v>24.85</c:v>
                </c:pt>
                <c:pt idx="47043">
                  <c:v>24.85</c:v>
                </c:pt>
                <c:pt idx="47044">
                  <c:v>24.85</c:v>
                </c:pt>
                <c:pt idx="47045">
                  <c:v>24.85</c:v>
                </c:pt>
                <c:pt idx="47046">
                  <c:v>24.85</c:v>
                </c:pt>
                <c:pt idx="47047">
                  <c:v>24.85</c:v>
                </c:pt>
                <c:pt idx="47048">
                  <c:v>24.85</c:v>
                </c:pt>
                <c:pt idx="47049">
                  <c:v>24.85</c:v>
                </c:pt>
                <c:pt idx="47050">
                  <c:v>24.85</c:v>
                </c:pt>
                <c:pt idx="47051">
                  <c:v>24.85</c:v>
                </c:pt>
                <c:pt idx="47052">
                  <c:v>24.85</c:v>
                </c:pt>
                <c:pt idx="47053">
                  <c:v>24.85</c:v>
                </c:pt>
                <c:pt idx="47054">
                  <c:v>24.9</c:v>
                </c:pt>
                <c:pt idx="47055">
                  <c:v>24.9</c:v>
                </c:pt>
                <c:pt idx="47056">
                  <c:v>24.9</c:v>
                </c:pt>
                <c:pt idx="47057">
                  <c:v>24.9</c:v>
                </c:pt>
                <c:pt idx="47058">
                  <c:v>24.9</c:v>
                </c:pt>
                <c:pt idx="47059">
                  <c:v>24.9</c:v>
                </c:pt>
                <c:pt idx="47060">
                  <c:v>24.9</c:v>
                </c:pt>
                <c:pt idx="47061">
                  <c:v>24.9</c:v>
                </c:pt>
                <c:pt idx="47062">
                  <c:v>24.9</c:v>
                </c:pt>
                <c:pt idx="47063">
                  <c:v>24.9</c:v>
                </c:pt>
                <c:pt idx="47064">
                  <c:v>24.9</c:v>
                </c:pt>
                <c:pt idx="47065">
                  <c:v>24.9</c:v>
                </c:pt>
                <c:pt idx="47066">
                  <c:v>24.9</c:v>
                </c:pt>
                <c:pt idx="47067">
                  <c:v>24.9</c:v>
                </c:pt>
                <c:pt idx="47068">
                  <c:v>24.9</c:v>
                </c:pt>
                <c:pt idx="47069">
                  <c:v>24.9</c:v>
                </c:pt>
                <c:pt idx="47070">
                  <c:v>24.85</c:v>
                </c:pt>
                <c:pt idx="47071">
                  <c:v>24.85</c:v>
                </c:pt>
                <c:pt idx="47072">
                  <c:v>24.85</c:v>
                </c:pt>
                <c:pt idx="47073">
                  <c:v>24.85</c:v>
                </c:pt>
                <c:pt idx="47074">
                  <c:v>24.85</c:v>
                </c:pt>
                <c:pt idx="47075">
                  <c:v>24.85</c:v>
                </c:pt>
                <c:pt idx="47076">
                  <c:v>24.85</c:v>
                </c:pt>
                <c:pt idx="47077">
                  <c:v>24.85</c:v>
                </c:pt>
                <c:pt idx="47078">
                  <c:v>24.85</c:v>
                </c:pt>
                <c:pt idx="47079">
                  <c:v>24.85</c:v>
                </c:pt>
                <c:pt idx="47080">
                  <c:v>24.85</c:v>
                </c:pt>
                <c:pt idx="47081">
                  <c:v>24.85</c:v>
                </c:pt>
                <c:pt idx="47082">
                  <c:v>24.85</c:v>
                </c:pt>
                <c:pt idx="47083">
                  <c:v>24.85</c:v>
                </c:pt>
                <c:pt idx="47084">
                  <c:v>24.9</c:v>
                </c:pt>
                <c:pt idx="47085">
                  <c:v>24.9</c:v>
                </c:pt>
                <c:pt idx="47086">
                  <c:v>24.9</c:v>
                </c:pt>
                <c:pt idx="47087">
                  <c:v>24.9</c:v>
                </c:pt>
                <c:pt idx="47088">
                  <c:v>24.9</c:v>
                </c:pt>
                <c:pt idx="47089">
                  <c:v>24.9</c:v>
                </c:pt>
                <c:pt idx="47090">
                  <c:v>24.9</c:v>
                </c:pt>
                <c:pt idx="47091">
                  <c:v>24.9</c:v>
                </c:pt>
                <c:pt idx="47092">
                  <c:v>24.9</c:v>
                </c:pt>
                <c:pt idx="47093">
                  <c:v>24.9</c:v>
                </c:pt>
                <c:pt idx="47094">
                  <c:v>24.9</c:v>
                </c:pt>
                <c:pt idx="47095">
                  <c:v>24.9</c:v>
                </c:pt>
                <c:pt idx="47096">
                  <c:v>24.9</c:v>
                </c:pt>
                <c:pt idx="47097">
                  <c:v>24.9</c:v>
                </c:pt>
                <c:pt idx="47098">
                  <c:v>24.9</c:v>
                </c:pt>
                <c:pt idx="47099">
                  <c:v>24.9</c:v>
                </c:pt>
                <c:pt idx="47100">
                  <c:v>24.9</c:v>
                </c:pt>
                <c:pt idx="47101">
                  <c:v>24.9</c:v>
                </c:pt>
                <c:pt idx="47102">
                  <c:v>24.9</c:v>
                </c:pt>
                <c:pt idx="47103">
                  <c:v>24.9</c:v>
                </c:pt>
                <c:pt idx="47104">
                  <c:v>24.9</c:v>
                </c:pt>
                <c:pt idx="47105">
                  <c:v>24.9</c:v>
                </c:pt>
                <c:pt idx="47106">
                  <c:v>24.9</c:v>
                </c:pt>
                <c:pt idx="47107">
                  <c:v>24.9</c:v>
                </c:pt>
                <c:pt idx="47108">
                  <c:v>24.9</c:v>
                </c:pt>
                <c:pt idx="47109">
                  <c:v>24.9</c:v>
                </c:pt>
                <c:pt idx="47110">
                  <c:v>24.9</c:v>
                </c:pt>
                <c:pt idx="47111">
                  <c:v>24.9</c:v>
                </c:pt>
                <c:pt idx="47112">
                  <c:v>24.9</c:v>
                </c:pt>
                <c:pt idx="47113">
                  <c:v>24.9</c:v>
                </c:pt>
                <c:pt idx="47114">
                  <c:v>24.9</c:v>
                </c:pt>
                <c:pt idx="47115">
                  <c:v>24.9</c:v>
                </c:pt>
                <c:pt idx="47116">
                  <c:v>24.9</c:v>
                </c:pt>
                <c:pt idx="47117">
                  <c:v>24.9</c:v>
                </c:pt>
                <c:pt idx="47118">
                  <c:v>24.9</c:v>
                </c:pt>
                <c:pt idx="47119">
                  <c:v>24.9</c:v>
                </c:pt>
                <c:pt idx="47120">
                  <c:v>24.9</c:v>
                </c:pt>
                <c:pt idx="47121">
                  <c:v>24.9</c:v>
                </c:pt>
                <c:pt idx="47122">
                  <c:v>24.9</c:v>
                </c:pt>
                <c:pt idx="47123">
                  <c:v>24.9</c:v>
                </c:pt>
                <c:pt idx="47124">
                  <c:v>24.9</c:v>
                </c:pt>
                <c:pt idx="47125">
                  <c:v>24.9</c:v>
                </c:pt>
                <c:pt idx="47126">
                  <c:v>24.9</c:v>
                </c:pt>
                <c:pt idx="47127">
                  <c:v>24.9</c:v>
                </c:pt>
                <c:pt idx="47128">
                  <c:v>24.9</c:v>
                </c:pt>
                <c:pt idx="47129">
                  <c:v>24.9</c:v>
                </c:pt>
                <c:pt idx="47130">
                  <c:v>24.9</c:v>
                </c:pt>
                <c:pt idx="47131">
                  <c:v>24.9</c:v>
                </c:pt>
                <c:pt idx="47132">
                  <c:v>24.9</c:v>
                </c:pt>
                <c:pt idx="47133">
                  <c:v>24.9</c:v>
                </c:pt>
                <c:pt idx="47134">
                  <c:v>24.9</c:v>
                </c:pt>
                <c:pt idx="47135">
                  <c:v>24.9</c:v>
                </c:pt>
                <c:pt idx="47136">
                  <c:v>24.9</c:v>
                </c:pt>
                <c:pt idx="47137">
                  <c:v>24.9</c:v>
                </c:pt>
                <c:pt idx="47138">
                  <c:v>24.9</c:v>
                </c:pt>
                <c:pt idx="47139">
                  <c:v>24.9</c:v>
                </c:pt>
                <c:pt idx="47140">
                  <c:v>24.9</c:v>
                </c:pt>
                <c:pt idx="47141">
                  <c:v>24.9</c:v>
                </c:pt>
                <c:pt idx="47142">
                  <c:v>24.9</c:v>
                </c:pt>
                <c:pt idx="47143">
                  <c:v>24.9</c:v>
                </c:pt>
                <c:pt idx="47144">
                  <c:v>24.9</c:v>
                </c:pt>
                <c:pt idx="47145">
                  <c:v>24.9</c:v>
                </c:pt>
                <c:pt idx="47146">
                  <c:v>24.9</c:v>
                </c:pt>
                <c:pt idx="47147">
                  <c:v>24.9</c:v>
                </c:pt>
                <c:pt idx="47148">
                  <c:v>24.9</c:v>
                </c:pt>
                <c:pt idx="47149">
                  <c:v>24.9</c:v>
                </c:pt>
                <c:pt idx="47150">
                  <c:v>24.9</c:v>
                </c:pt>
                <c:pt idx="47151">
                  <c:v>24.9</c:v>
                </c:pt>
                <c:pt idx="47152">
                  <c:v>24.9</c:v>
                </c:pt>
                <c:pt idx="47153">
                  <c:v>24.9</c:v>
                </c:pt>
                <c:pt idx="47154">
                  <c:v>24.9</c:v>
                </c:pt>
                <c:pt idx="47155">
                  <c:v>24.9</c:v>
                </c:pt>
                <c:pt idx="47156">
                  <c:v>24.9</c:v>
                </c:pt>
                <c:pt idx="47157">
                  <c:v>24.9</c:v>
                </c:pt>
                <c:pt idx="47158">
                  <c:v>24.9</c:v>
                </c:pt>
                <c:pt idx="47159">
                  <c:v>24.9</c:v>
                </c:pt>
                <c:pt idx="47160">
                  <c:v>24.9</c:v>
                </c:pt>
                <c:pt idx="47161">
                  <c:v>24.9</c:v>
                </c:pt>
                <c:pt idx="47162">
                  <c:v>24.9</c:v>
                </c:pt>
                <c:pt idx="47163">
                  <c:v>24.9</c:v>
                </c:pt>
                <c:pt idx="47164">
                  <c:v>24.9</c:v>
                </c:pt>
                <c:pt idx="47165">
                  <c:v>24.9</c:v>
                </c:pt>
                <c:pt idx="47166">
                  <c:v>24.9</c:v>
                </c:pt>
                <c:pt idx="47167">
                  <c:v>24.9</c:v>
                </c:pt>
                <c:pt idx="47168">
                  <c:v>24.9</c:v>
                </c:pt>
                <c:pt idx="47169">
                  <c:v>24.9</c:v>
                </c:pt>
                <c:pt idx="47170">
                  <c:v>24.9</c:v>
                </c:pt>
                <c:pt idx="47171">
                  <c:v>24.9</c:v>
                </c:pt>
                <c:pt idx="47172">
                  <c:v>24.9</c:v>
                </c:pt>
                <c:pt idx="47173">
                  <c:v>24.9</c:v>
                </c:pt>
                <c:pt idx="47174">
                  <c:v>24.9</c:v>
                </c:pt>
                <c:pt idx="47175">
                  <c:v>24.9</c:v>
                </c:pt>
                <c:pt idx="47176">
                  <c:v>24.9</c:v>
                </c:pt>
                <c:pt idx="47177">
                  <c:v>24.9</c:v>
                </c:pt>
                <c:pt idx="47178">
                  <c:v>24.85</c:v>
                </c:pt>
                <c:pt idx="47179">
                  <c:v>24.9</c:v>
                </c:pt>
                <c:pt idx="47180">
                  <c:v>24.9</c:v>
                </c:pt>
                <c:pt idx="47181">
                  <c:v>24.9</c:v>
                </c:pt>
                <c:pt idx="47182">
                  <c:v>24.9</c:v>
                </c:pt>
                <c:pt idx="47183">
                  <c:v>24.9</c:v>
                </c:pt>
                <c:pt idx="47184">
                  <c:v>24.9</c:v>
                </c:pt>
                <c:pt idx="47185">
                  <c:v>24.9</c:v>
                </c:pt>
                <c:pt idx="47186">
                  <c:v>24.9</c:v>
                </c:pt>
                <c:pt idx="47187">
                  <c:v>24.9</c:v>
                </c:pt>
                <c:pt idx="47188">
                  <c:v>24.9</c:v>
                </c:pt>
                <c:pt idx="47189">
                  <c:v>24.85</c:v>
                </c:pt>
                <c:pt idx="47190">
                  <c:v>24.85</c:v>
                </c:pt>
                <c:pt idx="47191">
                  <c:v>24.9</c:v>
                </c:pt>
                <c:pt idx="47192">
                  <c:v>24.9</c:v>
                </c:pt>
                <c:pt idx="47193">
                  <c:v>24.9</c:v>
                </c:pt>
                <c:pt idx="47194">
                  <c:v>24.9</c:v>
                </c:pt>
                <c:pt idx="47195">
                  <c:v>24.9</c:v>
                </c:pt>
                <c:pt idx="47196">
                  <c:v>24.9</c:v>
                </c:pt>
                <c:pt idx="47197">
                  <c:v>24.9</c:v>
                </c:pt>
                <c:pt idx="47198">
                  <c:v>24.9</c:v>
                </c:pt>
                <c:pt idx="47199">
                  <c:v>24.9</c:v>
                </c:pt>
                <c:pt idx="47200">
                  <c:v>24.9</c:v>
                </c:pt>
                <c:pt idx="47201">
                  <c:v>24.9</c:v>
                </c:pt>
                <c:pt idx="47202">
                  <c:v>24.9</c:v>
                </c:pt>
                <c:pt idx="47203">
                  <c:v>24.9</c:v>
                </c:pt>
                <c:pt idx="47204">
                  <c:v>24.9</c:v>
                </c:pt>
                <c:pt idx="47205">
                  <c:v>24.9</c:v>
                </c:pt>
                <c:pt idx="47206">
                  <c:v>24.9</c:v>
                </c:pt>
                <c:pt idx="47207">
                  <c:v>24.9</c:v>
                </c:pt>
                <c:pt idx="47208">
                  <c:v>24.9</c:v>
                </c:pt>
                <c:pt idx="47209">
                  <c:v>24.9</c:v>
                </c:pt>
                <c:pt idx="47210">
                  <c:v>24.9</c:v>
                </c:pt>
                <c:pt idx="47211">
                  <c:v>24.9</c:v>
                </c:pt>
                <c:pt idx="47212">
                  <c:v>24.9</c:v>
                </c:pt>
                <c:pt idx="47213">
                  <c:v>24.9</c:v>
                </c:pt>
                <c:pt idx="47214">
                  <c:v>24.9</c:v>
                </c:pt>
                <c:pt idx="47215">
                  <c:v>24.9</c:v>
                </c:pt>
                <c:pt idx="47216">
                  <c:v>24.9</c:v>
                </c:pt>
                <c:pt idx="47217">
                  <c:v>24.9</c:v>
                </c:pt>
                <c:pt idx="47218">
                  <c:v>24.9</c:v>
                </c:pt>
                <c:pt idx="47219">
                  <c:v>24.9</c:v>
                </c:pt>
                <c:pt idx="47220">
                  <c:v>24.9</c:v>
                </c:pt>
                <c:pt idx="47221">
                  <c:v>24.9</c:v>
                </c:pt>
                <c:pt idx="47222">
                  <c:v>24.9</c:v>
                </c:pt>
                <c:pt idx="47223">
                  <c:v>24.9</c:v>
                </c:pt>
                <c:pt idx="47224">
                  <c:v>24.9</c:v>
                </c:pt>
                <c:pt idx="47225">
                  <c:v>24.9</c:v>
                </c:pt>
                <c:pt idx="47226">
                  <c:v>24.9</c:v>
                </c:pt>
                <c:pt idx="47227">
                  <c:v>24.9</c:v>
                </c:pt>
                <c:pt idx="47228">
                  <c:v>24.9</c:v>
                </c:pt>
                <c:pt idx="47229">
                  <c:v>24.9</c:v>
                </c:pt>
                <c:pt idx="47230">
                  <c:v>24.9</c:v>
                </c:pt>
                <c:pt idx="47231">
                  <c:v>24.9</c:v>
                </c:pt>
                <c:pt idx="47232">
                  <c:v>24.9</c:v>
                </c:pt>
                <c:pt idx="47233">
                  <c:v>24.9</c:v>
                </c:pt>
                <c:pt idx="47234">
                  <c:v>24.9</c:v>
                </c:pt>
                <c:pt idx="47235">
                  <c:v>24.9</c:v>
                </c:pt>
                <c:pt idx="47236">
                  <c:v>24.9</c:v>
                </c:pt>
                <c:pt idx="47237">
                  <c:v>24.9</c:v>
                </c:pt>
                <c:pt idx="47238">
                  <c:v>24.9</c:v>
                </c:pt>
                <c:pt idx="47239">
                  <c:v>24.9</c:v>
                </c:pt>
                <c:pt idx="47240">
                  <c:v>24.9</c:v>
                </c:pt>
                <c:pt idx="47241">
                  <c:v>24.9</c:v>
                </c:pt>
                <c:pt idx="47242">
                  <c:v>24.9</c:v>
                </c:pt>
                <c:pt idx="47243">
                  <c:v>24.9</c:v>
                </c:pt>
                <c:pt idx="47244">
                  <c:v>24.9</c:v>
                </c:pt>
                <c:pt idx="47245">
                  <c:v>24.9</c:v>
                </c:pt>
                <c:pt idx="47246">
                  <c:v>24.85</c:v>
                </c:pt>
                <c:pt idx="47247">
                  <c:v>24.85</c:v>
                </c:pt>
                <c:pt idx="47248">
                  <c:v>24.85</c:v>
                </c:pt>
                <c:pt idx="47249">
                  <c:v>24.85</c:v>
                </c:pt>
                <c:pt idx="47250">
                  <c:v>24.85</c:v>
                </c:pt>
                <c:pt idx="47251">
                  <c:v>24.85</c:v>
                </c:pt>
                <c:pt idx="47252">
                  <c:v>24.85</c:v>
                </c:pt>
                <c:pt idx="47253">
                  <c:v>24.85</c:v>
                </c:pt>
                <c:pt idx="47254">
                  <c:v>24.9</c:v>
                </c:pt>
                <c:pt idx="47255">
                  <c:v>24.85</c:v>
                </c:pt>
                <c:pt idx="47256">
                  <c:v>24.85</c:v>
                </c:pt>
                <c:pt idx="47257">
                  <c:v>24.85</c:v>
                </c:pt>
                <c:pt idx="47258">
                  <c:v>24.85</c:v>
                </c:pt>
                <c:pt idx="47259">
                  <c:v>24.85</c:v>
                </c:pt>
                <c:pt idx="47260">
                  <c:v>24.85</c:v>
                </c:pt>
                <c:pt idx="47261">
                  <c:v>24.85</c:v>
                </c:pt>
                <c:pt idx="47262">
                  <c:v>24.85</c:v>
                </c:pt>
                <c:pt idx="47263">
                  <c:v>24.85</c:v>
                </c:pt>
                <c:pt idx="47264">
                  <c:v>24.85</c:v>
                </c:pt>
                <c:pt idx="47265">
                  <c:v>24.85</c:v>
                </c:pt>
                <c:pt idx="47266">
                  <c:v>24.85</c:v>
                </c:pt>
                <c:pt idx="47267">
                  <c:v>24.9</c:v>
                </c:pt>
                <c:pt idx="47268">
                  <c:v>24.9</c:v>
                </c:pt>
                <c:pt idx="47269">
                  <c:v>24.85</c:v>
                </c:pt>
                <c:pt idx="47270">
                  <c:v>24.9</c:v>
                </c:pt>
                <c:pt idx="47271">
                  <c:v>24.9</c:v>
                </c:pt>
                <c:pt idx="47272">
                  <c:v>24.9</c:v>
                </c:pt>
                <c:pt idx="47273">
                  <c:v>24.9</c:v>
                </c:pt>
                <c:pt idx="47274">
                  <c:v>24.9</c:v>
                </c:pt>
                <c:pt idx="47275">
                  <c:v>24.9</c:v>
                </c:pt>
                <c:pt idx="47276">
                  <c:v>24.9</c:v>
                </c:pt>
                <c:pt idx="47277">
                  <c:v>24.9</c:v>
                </c:pt>
                <c:pt idx="47278">
                  <c:v>24.9</c:v>
                </c:pt>
                <c:pt idx="47279">
                  <c:v>24.9</c:v>
                </c:pt>
                <c:pt idx="47280">
                  <c:v>24.9</c:v>
                </c:pt>
                <c:pt idx="47281">
                  <c:v>24.9</c:v>
                </c:pt>
                <c:pt idx="47282">
                  <c:v>24.9</c:v>
                </c:pt>
                <c:pt idx="47283">
                  <c:v>24.9</c:v>
                </c:pt>
                <c:pt idx="47284">
                  <c:v>24.9</c:v>
                </c:pt>
                <c:pt idx="47285">
                  <c:v>24.9</c:v>
                </c:pt>
                <c:pt idx="47286">
                  <c:v>24.9</c:v>
                </c:pt>
                <c:pt idx="47287">
                  <c:v>24.9</c:v>
                </c:pt>
                <c:pt idx="47288">
                  <c:v>24.9</c:v>
                </c:pt>
                <c:pt idx="47289">
                  <c:v>24.9</c:v>
                </c:pt>
                <c:pt idx="47290">
                  <c:v>24.9</c:v>
                </c:pt>
                <c:pt idx="47291">
                  <c:v>24.9</c:v>
                </c:pt>
                <c:pt idx="47292">
                  <c:v>24.9</c:v>
                </c:pt>
                <c:pt idx="47293">
                  <c:v>24.9</c:v>
                </c:pt>
                <c:pt idx="47294">
                  <c:v>24.9</c:v>
                </c:pt>
                <c:pt idx="47295">
                  <c:v>24.85</c:v>
                </c:pt>
                <c:pt idx="47296">
                  <c:v>24.85</c:v>
                </c:pt>
                <c:pt idx="47297">
                  <c:v>24.85</c:v>
                </c:pt>
                <c:pt idx="47298">
                  <c:v>24.85</c:v>
                </c:pt>
                <c:pt idx="47299">
                  <c:v>24.85</c:v>
                </c:pt>
                <c:pt idx="47300">
                  <c:v>24.85</c:v>
                </c:pt>
                <c:pt idx="47301">
                  <c:v>24.85</c:v>
                </c:pt>
                <c:pt idx="47302">
                  <c:v>24.85</c:v>
                </c:pt>
                <c:pt idx="47303">
                  <c:v>24.85</c:v>
                </c:pt>
                <c:pt idx="47304">
                  <c:v>24.85</c:v>
                </c:pt>
                <c:pt idx="47305">
                  <c:v>24.85</c:v>
                </c:pt>
                <c:pt idx="47306">
                  <c:v>24.85</c:v>
                </c:pt>
                <c:pt idx="47307">
                  <c:v>24.85</c:v>
                </c:pt>
                <c:pt idx="47308">
                  <c:v>24.85</c:v>
                </c:pt>
                <c:pt idx="47309">
                  <c:v>24.85</c:v>
                </c:pt>
                <c:pt idx="47310">
                  <c:v>24.85</c:v>
                </c:pt>
                <c:pt idx="47311">
                  <c:v>24.85</c:v>
                </c:pt>
                <c:pt idx="47312">
                  <c:v>24.85</c:v>
                </c:pt>
                <c:pt idx="47313">
                  <c:v>24.85</c:v>
                </c:pt>
                <c:pt idx="47314">
                  <c:v>24.9</c:v>
                </c:pt>
                <c:pt idx="47315">
                  <c:v>24.9</c:v>
                </c:pt>
                <c:pt idx="47316">
                  <c:v>24.9</c:v>
                </c:pt>
                <c:pt idx="47317">
                  <c:v>24.85</c:v>
                </c:pt>
                <c:pt idx="47318">
                  <c:v>24.9</c:v>
                </c:pt>
                <c:pt idx="47319">
                  <c:v>24.9</c:v>
                </c:pt>
                <c:pt idx="47320">
                  <c:v>24.9</c:v>
                </c:pt>
                <c:pt idx="47321">
                  <c:v>24.9</c:v>
                </c:pt>
                <c:pt idx="47322">
                  <c:v>24.9</c:v>
                </c:pt>
                <c:pt idx="47323">
                  <c:v>24.9</c:v>
                </c:pt>
                <c:pt idx="47324">
                  <c:v>24.9</c:v>
                </c:pt>
                <c:pt idx="47325">
                  <c:v>24.9</c:v>
                </c:pt>
                <c:pt idx="47326">
                  <c:v>24.9</c:v>
                </c:pt>
                <c:pt idx="47327">
                  <c:v>24.9</c:v>
                </c:pt>
                <c:pt idx="47328">
                  <c:v>24.9</c:v>
                </c:pt>
                <c:pt idx="47329">
                  <c:v>24.9</c:v>
                </c:pt>
                <c:pt idx="47330">
                  <c:v>24.9</c:v>
                </c:pt>
                <c:pt idx="47331">
                  <c:v>24.9</c:v>
                </c:pt>
                <c:pt idx="47332">
                  <c:v>24.9</c:v>
                </c:pt>
                <c:pt idx="47333">
                  <c:v>24.9</c:v>
                </c:pt>
                <c:pt idx="47334">
                  <c:v>24.9</c:v>
                </c:pt>
                <c:pt idx="47335">
                  <c:v>24.9</c:v>
                </c:pt>
                <c:pt idx="47336">
                  <c:v>24.9</c:v>
                </c:pt>
                <c:pt idx="47337">
                  <c:v>24.9</c:v>
                </c:pt>
                <c:pt idx="47338">
                  <c:v>24.9</c:v>
                </c:pt>
                <c:pt idx="47339">
                  <c:v>24.9</c:v>
                </c:pt>
                <c:pt idx="47340">
                  <c:v>24.9</c:v>
                </c:pt>
                <c:pt idx="47341">
                  <c:v>24.9</c:v>
                </c:pt>
                <c:pt idx="47342">
                  <c:v>24.9</c:v>
                </c:pt>
                <c:pt idx="47343">
                  <c:v>24.85</c:v>
                </c:pt>
                <c:pt idx="47344">
                  <c:v>24.85</c:v>
                </c:pt>
                <c:pt idx="47345">
                  <c:v>24.85</c:v>
                </c:pt>
                <c:pt idx="47346">
                  <c:v>24.85</c:v>
                </c:pt>
                <c:pt idx="47347">
                  <c:v>24.85</c:v>
                </c:pt>
                <c:pt idx="47348">
                  <c:v>24.85</c:v>
                </c:pt>
                <c:pt idx="47349">
                  <c:v>24.85</c:v>
                </c:pt>
                <c:pt idx="47350">
                  <c:v>24.85</c:v>
                </c:pt>
                <c:pt idx="47351">
                  <c:v>24.85</c:v>
                </c:pt>
                <c:pt idx="47352">
                  <c:v>24.85</c:v>
                </c:pt>
                <c:pt idx="47353">
                  <c:v>24.85</c:v>
                </c:pt>
                <c:pt idx="47354">
                  <c:v>24.9</c:v>
                </c:pt>
                <c:pt idx="47355">
                  <c:v>24.9</c:v>
                </c:pt>
                <c:pt idx="47356">
                  <c:v>24.9</c:v>
                </c:pt>
                <c:pt idx="47357">
                  <c:v>24.9</c:v>
                </c:pt>
                <c:pt idx="47358">
                  <c:v>24.9</c:v>
                </c:pt>
                <c:pt idx="47359">
                  <c:v>24.9</c:v>
                </c:pt>
                <c:pt idx="47360">
                  <c:v>24.9</c:v>
                </c:pt>
                <c:pt idx="47361">
                  <c:v>24.9</c:v>
                </c:pt>
                <c:pt idx="47362">
                  <c:v>24.9</c:v>
                </c:pt>
                <c:pt idx="47363">
                  <c:v>24.9</c:v>
                </c:pt>
                <c:pt idx="47364">
                  <c:v>24.9</c:v>
                </c:pt>
                <c:pt idx="47365">
                  <c:v>24.9</c:v>
                </c:pt>
                <c:pt idx="47366">
                  <c:v>24.9</c:v>
                </c:pt>
                <c:pt idx="47367">
                  <c:v>24.9</c:v>
                </c:pt>
                <c:pt idx="47368">
                  <c:v>24.85</c:v>
                </c:pt>
                <c:pt idx="47369">
                  <c:v>24.9</c:v>
                </c:pt>
                <c:pt idx="47370">
                  <c:v>24.85</c:v>
                </c:pt>
                <c:pt idx="47371">
                  <c:v>24.85</c:v>
                </c:pt>
                <c:pt idx="47372">
                  <c:v>24.85</c:v>
                </c:pt>
                <c:pt idx="47373">
                  <c:v>24.85</c:v>
                </c:pt>
                <c:pt idx="47374">
                  <c:v>24.85</c:v>
                </c:pt>
                <c:pt idx="47375">
                  <c:v>24.85</c:v>
                </c:pt>
                <c:pt idx="47376">
                  <c:v>24.85</c:v>
                </c:pt>
                <c:pt idx="47377">
                  <c:v>24.85</c:v>
                </c:pt>
                <c:pt idx="47378">
                  <c:v>24.85</c:v>
                </c:pt>
                <c:pt idx="47379">
                  <c:v>24.85</c:v>
                </c:pt>
                <c:pt idx="47380">
                  <c:v>24.85</c:v>
                </c:pt>
                <c:pt idx="47381">
                  <c:v>24.85</c:v>
                </c:pt>
                <c:pt idx="47382">
                  <c:v>24.9</c:v>
                </c:pt>
                <c:pt idx="47383">
                  <c:v>24.9</c:v>
                </c:pt>
                <c:pt idx="47384">
                  <c:v>24.9</c:v>
                </c:pt>
                <c:pt idx="47385">
                  <c:v>24.9</c:v>
                </c:pt>
                <c:pt idx="47386">
                  <c:v>24.9</c:v>
                </c:pt>
                <c:pt idx="47387">
                  <c:v>24.9</c:v>
                </c:pt>
                <c:pt idx="47388">
                  <c:v>24.9</c:v>
                </c:pt>
                <c:pt idx="47389">
                  <c:v>24.9</c:v>
                </c:pt>
                <c:pt idx="47390">
                  <c:v>24.9</c:v>
                </c:pt>
                <c:pt idx="47391">
                  <c:v>24.9</c:v>
                </c:pt>
                <c:pt idx="47392">
                  <c:v>24.9</c:v>
                </c:pt>
                <c:pt idx="47393">
                  <c:v>24.9</c:v>
                </c:pt>
                <c:pt idx="47394">
                  <c:v>24.9</c:v>
                </c:pt>
                <c:pt idx="47395">
                  <c:v>24.9</c:v>
                </c:pt>
                <c:pt idx="47396">
                  <c:v>24.9</c:v>
                </c:pt>
                <c:pt idx="47397">
                  <c:v>24.9</c:v>
                </c:pt>
                <c:pt idx="47398">
                  <c:v>24.9</c:v>
                </c:pt>
                <c:pt idx="47399">
                  <c:v>24.9</c:v>
                </c:pt>
                <c:pt idx="47400">
                  <c:v>24.9</c:v>
                </c:pt>
                <c:pt idx="47401">
                  <c:v>24.9</c:v>
                </c:pt>
                <c:pt idx="47402">
                  <c:v>24.9</c:v>
                </c:pt>
                <c:pt idx="47403">
                  <c:v>24.9</c:v>
                </c:pt>
                <c:pt idx="47404">
                  <c:v>24.9</c:v>
                </c:pt>
                <c:pt idx="47405">
                  <c:v>24.9</c:v>
                </c:pt>
                <c:pt idx="47406">
                  <c:v>24.9</c:v>
                </c:pt>
                <c:pt idx="47407">
                  <c:v>24.9</c:v>
                </c:pt>
                <c:pt idx="47408">
                  <c:v>24.9</c:v>
                </c:pt>
                <c:pt idx="47409">
                  <c:v>24.9</c:v>
                </c:pt>
                <c:pt idx="47410">
                  <c:v>24.9</c:v>
                </c:pt>
                <c:pt idx="47411">
                  <c:v>24.9</c:v>
                </c:pt>
                <c:pt idx="47412">
                  <c:v>24.9</c:v>
                </c:pt>
                <c:pt idx="47413">
                  <c:v>24.9</c:v>
                </c:pt>
                <c:pt idx="47414">
                  <c:v>24.9</c:v>
                </c:pt>
                <c:pt idx="47415">
                  <c:v>24.9</c:v>
                </c:pt>
                <c:pt idx="47416">
                  <c:v>24.9</c:v>
                </c:pt>
                <c:pt idx="47417">
                  <c:v>24.9</c:v>
                </c:pt>
                <c:pt idx="47418">
                  <c:v>24.9</c:v>
                </c:pt>
                <c:pt idx="47419">
                  <c:v>24.9</c:v>
                </c:pt>
                <c:pt idx="47420">
                  <c:v>24.9</c:v>
                </c:pt>
                <c:pt idx="47421">
                  <c:v>24.9</c:v>
                </c:pt>
                <c:pt idx="47422">
                  <c:v>24.9</c:v>
                </c:pt>
                <c:pt idx="47423">
                  <c:v>24.85</c:v>
                </c:pt>
                <c:pt idx="47424">
                  <c:v>24.9</c:v>
                </c:pt>
                <c:pt idx="47425">
                  <c:v>24.85</c:v>
                </c:pt>
                <c:pt idx="47426">
                  <c:v>24.85</c:v>
                </c:pt>
                <c:pt idx="47427">
                  <c:v>24.85</c:v>
                </c:pt>
                <c:pt idx="47428">
                  <c:v>24.9</c:v>
                </c:pt>
                <c:pt idx="47429">
                  <c:v>24.85</c:v>
                </c:pt>
                <c:pt idx="47430">
                  <c:v>24.9</c:v>
                </c:pt>
                <c:pt idx="47431">
                  <c:v>24.9</c:v>
                </c:pt>
                <c:pt idx="47432">
                  <c:v>24.9</c:v>
                </c:pt>
                <c:pt idx="47433">
                  <c:v>24.9</c:v>
                </c:pt>
                <c:pt idx="47434">
                  <c:v>24.9</c:v>
                </c:pt>
                <c:pt idx="47435">
                  <c:v>24.9</c:v>
                </c:pt>
                <c:pt idx="47436">
                  <c:v>24.9</c:v>
                </c:pt>
                <c:pt idx="47437">
                  <c:v>24.9</c:v>
                </c:pt>
                <c:pt idx="47438">
                  <c:v>24.9</c:v>
                </c:pt>
                <c:pt idx="47439">
                  <c:v>24.9</c:v>
                </c:pt>
                <c:pt idx="47440">
                  <c:v>24.9</c:v>
                </c:pt>
                <c:pt idx="47441">
                  <c:v>24.9</c:v>
                </c:pt>
                <c:pt idx="47442">
                  <c:v>24.9</c:v>
                </c:pt>
                <c:pt idx="47443">
                  <c:v>24.9</c:v>
                </c:pt>
                <c:pt idx="47444">
                  <c:v>24.9</c:v>
                </c:pt>
                <c:pt idx="47445">
                  <c:v>24.9</c:v>
                </c:pt>
                <c:pt idx="47446">
                  <c:v>24.9</c:v>
                </c:pt>
                <c:pt idx="47447">
                  <c:v>24.9</c:v>
                </c:pt>
                <c:pt idx="47448">
                  <c:v>24.9</c:v>
                </c:pt>
                <c:pt idx="47449">
                  <c:v>24.9</c:v>
                </c:pt>
                <c:pt idx="47450">
                  <c:v>24.9</c:v>
                </c:pt>
                <c:pt idx="47451">
                  <c:v>24.9</c:v>
                </c:pt>
                <c:pt idx="47452">
                  <c:v>24.9</c:v>
                </c:pt>
                <c:pt idx="47453">
                  <c:v>24.85</c:v>
                </c:pt>
                <c:pt idx="47454">
                  <c:v>24.85</c:v>
                </c:pt>
                <c:pt idx="47455">
                  <c:v>24.85</c:v>
                </c:pt>
                <c:pt idx="47456">
                  <c:v>24.85</c:v>
                </c:pt>
                <c:pt idx="47457">
                  <c:v>24.85</c:v>
                </c:pt>
                <c:pt idx="47458">
                  <c:v>24.85</c:v>
                </c:pt>
                <c:pt idx="47459">
                  <c:v>24.85</c:v>
                </c:pt>
                <c:pt idx="47460">
                  <c:v>24.85</c:v>
                </c:pt>
                <c:pt idx="47461">
                  <c:v>24.85</c:v>
                </c:pt>
                <c:pt idx="47462">
                  <c:v>24.85</c:v>
                </c:pt>
                <c:pt idx="47463">
                  <c:v>24.85</c:v>
                </c:pt>
                <c:pt idx="47464">
                  <c:v>24.85</c:v>
                </c:pt>
                <c:pt idx="47465">
                  <c:v>24.9</c:v>
                </c:pt>
                <c:pt idx="47466">
                  <c:v>24.85</c:v>
                </c:pt>
                <c:pt idx="47467">
                  <c:v>24.85</c:v>
                </c:pt>
                <c:pt idx="47468">
                  <c:v>24.85</c:v>
                </c:pt>
                <c:pt idx="47469">
                  <c:v>24.9</c:v>
                </c:pt>
                <c:pt idx="47470">
                  <c:v>24.85</c:v>
                </c:pt>
                <c:pt idx="47471">
                  <c:v>24.85</c:v>
                </c:pt>
                <c:pt idx="47472">
                  <c:v>24.85</c:v>
                </c:pt>
                <c:pt idx="47473">
                  <c:v>24.85</c:v>
                </c:pt>
                <c:pt idx="47474">
                  <c:v>24.85</c:v>
                </c:pt>
                <c:pt idx="47475">
                  <c:v>24.85</c:v>
                </c:pt>
                <c:pt idx="47476">
                  <c:v>24.85</c:v>
                </c:pt>
                <c:pt idx="47477">
                  <c:v>24.85</c:v>
                </c:pt>
                <c:pt idx="47478">
                  <c:v>24.85</c:v>
                </c:pt>
                <c:pt idx="47479">
                  <c:v>24.85</c:v>
                </c:pt>
                <c:pt idx="47480">
                  <c:v>24.85</c:v>
                </c:pt>
                <c:pt idx="47481">
                  <c:v>24.85</c:v>
                </c:pt>
                <c:pt idx="47482">
                  <c:v>24.85</c:v>
                </c:pt>
                <c:pt idx="47483">
                  <c:v>24.85</c:v>
                </c:pt>
                <c:pt idx="47484">
                  <c:v>24.85</c:v>
                </c:pt>
                <c:pt idx="47485">
                  <c:v>24.85</c:v>
                </c:pt>
                <c:pt idx="47486">
                  <c:v>24.85</c:v>
                </c:pt>
                <c:pt idx="47487">
                  <c:v>24.85</c:v>
                </c:pt>
                <c:pt idx="47488">
                  <c:v>24.85</c:v>
                </c:pt>
                <c:pt idx="47489">
                  <c:v>24.85</c:v>
                </c:pt>
                <c:pt idx="47490">
                  <c:v>24.85</c:v>
                </c:pt>
                <c:pt idx="47491">
                  <c:v>24.85</c:v>
                </c:pt>
                <c:pt idx="47492">
                  <c:v>24.85</c:v>
                </c:pt>
                <c:pt idx="47493">
                  <c:v>24.85</c:v>
                </c:pt>
                <c:pt idx="47494">
                  <c:v>24.85</c:v>
                </c:pt>
                <c:pt idx="47495">
                  <c:v>24.85</c:v>
                </c:pt>
                <c:pt idx="47496">
                  <c:v>24.85</c:v>
                </c:pt>
                <c:pt idx="47497">
                  <c:v>24.9</c:v>
                </c:pt>
                <c:pt idx="47498">
                  <c:v>24.85</c:v>
                </c:pt>
                <c:pt idx="47499">
                  <c:v>24.85</c:v>
                </c:pt>
                <c:pt idx="47500">
                  <c:v>24.85</c:v>
                </c:pt>
                <c:pt idx="47501">
                  <c:v>24.85</c:v>
                </c:pt>
                <c:pt idx="47502">
                  <c:v>24.85</c:v>
                </c:pt>
                <c:pt idx="47503">
                  <c:v>24.85</c:v>
                </c:pt>
                <c:pt idx="47504">
                  <c:v>24.85</c:v>
                </c:pt>
                <c:pt idx="47505">
                  <c:v>24.85</c:v>
                </c:pt>
                <c:pt idx="47506">
                  <c:v>24.85</c:v>
                </c:pt>
                <c:pt idx="47507">
                  <c:v>24.85</c:v>
                </c:pt>
                <c:pt idx="47508">
                  <c:v>24.85</c:v>
                </c:pt>
                <c:pt idx="47509">
                  <c:v>24.85</c:v>
                </c:pt>
                <c:pt idx="47510">
                  <c:v>24.85</c:v>
                </c:pt>
                <c:pt idx="47511">
                  <c:v>24.85</c:v>
                </c:pt>
                <c:pt idx="47512">
                  <c:v>24.85</c:v>
                </c:pt>
                <c:pt idx="47513">
                  <c:v>24.85</c:v>
                </c:pt>
                <c:pt idx="47514">
                  <c:v>24.85</c:v>
                </c:pt>
                <c:pt idx="47515">
                  <c:v>24.85</c:v>
                </c:pt>
                <c:pt idx="47516">
                  <c:v>24.85</c:v>
                </c:pt>
                <c:pt idx="47517">
                  <c:v>24.85</c:v>
                </c:pt>
                <c:pt idx="47518">
                  <c:v>24.85</c:v>
                </c:pt>
                <c:pt idx="47519">
                  <c:v>24.85</c:v>
                </c:pt>
                <c:pt idx="47520">
                  <c:v>24.85</c:v>
                </c:pt>
                <c:pt idx="47521">
                  <c:v>24.85</c:v>
                </c:pt>
                <c:pt idx="47522">
                  <c:v>24.85</c:v>
                </c:pt>
                <c:pt idx="47523">
                  <c:v>24.85</c:v>
                </c:pt>
                <c:pt idx="47524">
                  <c:v>24.85</c:v>
                </c:pt>
                <c:pt idx="47525">
                  <c:v>24.85</c:v>
                </c:pt>
                <c:pt idx="47526">
                  <c:v>24.85</c:v>
                </c:pt>
                <c:pt idx="47527">
                  <c:v>24.85</c:v>
                </c:pt>
                <c:pt idx="47528">
                  <c:v>24.85</c:v>
                </c:pt>
                <c:pt idx="47529">
                  <c:v>24.85</c:v>
                </c:pt>
                <c:pt idx="47530">
                  <c:v>24.85</c:v>
                </c:pt>
                <c:pt idx="47531">
                  <c:v>24.85</c:v>
                </c:pt>
                <c:pt idx="47532">
                  <c:v>24.85</c:v>
                </c:pt>
                <c:pt idx="47533">
                  <c:v>24.85</c:v>
                </c:pt>
                <c:pt idx="47534">
                  <c:v>24.85</c:v>
                </c:pt>
                <c:pt idx="47535">
                  <c:v>24.85</c:v>
                </c:pt>
                <c:pt idx="47536">
                  <c:v>24.85</c:v>
                </c:pt>
                <c:pt idx="47537">
                  <c:v>24.9</c:v>
                </c:pt>
                <c:pt idx="47538">
                  <c:v>24.9</c:v>
                </c:pt>
                <c:pt idx="47539">
                  <c:v>24.9</c:v>
                </c:pt>
                <c:pt idx="47540">
                  <c:v>24.85</c:v>
                </c:pt>
                <c:pt idx="47541">
                  <c:v>24.85</c:v>
                </c:pt>
                <c:pt idx="47542">
                  <c:v>24.85</c:v>
                </c:pt>
                <c:pt idx="47543">
                  <c:v>24.85</c:v>
                </c:pt>
                <c:pt idx="47544">
                  <c:v>24.85</c:v>
                </c:pt>
                <c:pt idx="47545">
                  <c:v>24.85</c:v>
                </c:pt>
                <c:pt idx="47546">
                  <c:v>24.85</c:v>
                </c:pt>
                <c:pt idx="47547">
                  <c:v>24.85</c:v>
                </c:pt>
                <c:pt idx="47548">
                  <c:v>24.85</c:v>
                </c:pt>
                <c:pt idx="47549">
                  <c:v>24.85</c:v>
                </c:pt>
                <c:pt idx="47550">
                  <c:v>24.85</c:v>
                </c:pt>
                <c:pt idx="47551">
                  <c:v>24.85</c:v>
                </c:pt>
                <c:pt idx="47552">
                  <c:v>24.85</c:v>
                </c:pt>
                <c:pt idx="47553">
                  <c:v>24.85</c:v>
                </c:pt>
                <c:pt idx="47554">
                  <c:v>24.85</c:v>
                </c:pt>
                <c:pt idx="47555">
                  <c:v>24.85</c:v>
                </c:pt>
                <c:pt idx="47556">
                  <c:v>24.85</c:v>
                </c:pt>
                <c:pt idx="47557">
                  <c:v>24.85</c:v>
                </c:pt>
                <c:pt idx="47558">
                  <c:v>24.85</c:v>
                </c:pt>
                <c:pt idx="47559">
                  <c:v>24.85</c:v>
                </c:pt>
                <c:pt idx="47560">
                  <c:v>24.85</c:v>
                </c:pt>
                <c:pt idx="47561">
                  <c:v>24.85</c:v>
                </c:pt>
                <c:pt idx="47562">
                  <c:v>24.85</c:v>
                </c:pt>
                <c:pt idx="47563">
                  <c:v>24.85</c:v>
                </c:pt>
                <c:pt idx="47564">
                  <c:v>24.85</c:v>
                </c:pt>
                <c:pt idx="47565">
                  <c:v>24.85</c:v>
                </c:pt>
                <c:pt idx="47566">
                  <c:v>24.85</c:v>
                </c:pt>
                <c:pt idx="47567">
                  <c:v>24.85</c:v>
                </c:pt>
                <c:pt idx="47568">
                  <c:v>24.85</c:v>
                </c:pt>
                <c:pt idx="47569">
                  <c:v>24.85</c:v>
                </c:pt>
                <c:pt idx="47570">
                  <c:v>24.85</c:v>
                </c:pt>
                <c:pt idx="47571">
                  <c:v>24.85</c:v>
                </c:pt>
                <c:pt idx="47572">
                  <c:v>24.85</c:v>
                </c:pt>
                <c:pt idx="47573">
                  <c:v>24.85</c:v>
                </c:pt>
                <c:pt idx="47574">
                  <c:v>24.85</c:v>
                </c:pt>
                <c:pt idx="47575">
                  <c:v>24.85</c:v>
                </c:pt>
                <c:pt idx="47576">
                  <c:v>24.85</c:v>
                </c:pt>
                <c:pt idx="47577">
                  <c:v>24.85</c:v>
                </c:pt>
                <c:pt idx="47578">
                  <c:v>24.85</c:v>
                </c:pt>
                <c:pt idx="47579">
                  <c:v>24.85</c:v>
                </c:pt>
                <c:pt idx="47580">
                  <c:v>24.85</c:v>
                </c:pt>
                <c:pt idx="47581">
                  <c:v>24.85</c:v>
                </c:pt>
                <c:pt idx="47582">
                  <c:v>24.85</c:v>
                </c:pt>
                <c:pt idx="47583">
                  <c:v>24.85</c:v>
                </c:pt>
                <c:pt idx="47584">
                  <c:v>24.85</c:v>
                </c:pt>
                <c:pt idx="47585">
                  <c:v>24.85</c:v>
                </c:pt>
                <c:pt idx="47586">
                  <c:v>24.85</c:v>
                </c:pt>
                <c:pt idx="47587">
                  <c:v>24.85</c:v>
                </c:pt>
                <c:pt idx="47588">
                  <c:v>24.85</c:v>
                </c:pt>
                <c:pt idx="47589">
                  <c:v>24.85</c:v>
                </c:pt>
                <c:pt idx="47590">
                  <c:v>24.85</c:v>
                </c:pt>
                <c:pt idx="47591">
                  <c:v>24.9</c:v>
                </c:pt>
                <c:pt idx="47592">
                  <c:v>24.9</c:v>
                </c:pt>
                <c:pt idx="47593">
                  <c:v>24.9</c:v>
                </c:pt>
                <c:pt idx="47594">
                  <c:v>24.9</c:v>
                </c:pt>
                <c:pt idx="47595">
                  <c:v>24.9</c:v>
                </c:pt>
                <c:pt idx="47596">
                  <c:v>24.9</c:v>
                </c:pt>
                <c:pt idx="47597">
                  <c:v>24.9</c:v>
                </c:pt>
                <c:pt idx="47598">
                  <c:v>24.9</c:v>
                </c:pt>
                <c:pt idx="47599">
                  <c:v>24.9</c:v>
                </c:pt>
                <c:pt idx="47600">
                  <c:v>24.9</c:v>
                </c:pt>
                <c:pt idx="47601">
                  <c:v>24.9</c:v>
                </c:pt>
                <c:pt idx="47602">
                  <c:v>24.9</c:v>
                </c:pt>
                <c:pt idx="47603">
                  <c:v>24.9</c:v>
                </c:pt>
                <c:pt idx="47604">
                  <c:v>24.85</c:v>
                </c:pt>
                <c:pt idx="47605">
                  <c:v>24.85</c:v>
                </c:pt>
                <c:pt idx="47606">
                  <c:v>24.85</c:v>
                </c:pt>
                <c:pt idx="47607">
                  <c:v>24.85</c:v>
                </c:pt>
                <c:pt idx="47608">
                  <c:v>24.85</c:v>
                </c:pt>
                <c:pt idx="47609">
                  <c:v>24.85</c:v>
                </c:pt>
                <c:pt idx="47610">
                  <c:v>24.9</c:v>
                </c:pt>
                <c:pt idx="47611">
                  <c:v>24.9</c:v>
                </c:pt>
                <c:pt idx="47612">
                  <c:v>24.9</c:v>
                </c:pt>
                <c:pt idx="47613">
                  <c:v>24.9</c:v>
                </c:pt>
                <c:pt idx="47614">
                  <c:v>24.9</c:v>
                </c:pt>
                <c:pt idx="47615">
                  <c:v>24.9</c:v>
                </c:pt>
                <c:pt idx="47616">
                  <c:v>24.9</c:v>
                </c:pt>
                <c:pt idx="47617">
                  <c:v>24.9</c:v>
                </c:pt>
                <c:pt idx="47618">
                  <c:v>24.9</c:v>
                </c:pt>
                <c:pt idx="47619">
                  <c:v>24.9</c:v>
                </c:pt>
                <c:pt idx="47620">
                  <c:v>24.9</c:v>
                </c:pt>
                <c:pt idx="47621">
                  <c:v>24.9</c:v>
                </c:pt>
                <c:pt idx="47622">
                  <c:v>24.9</c:v>
                </c:pt>
                <c:pt idx="47623">
                  <c:v>24.9</c:v>
                </c:pt>
                <c:pt idx="47624">
                  <c:v>24.9</c:v>
                </c:pt>
                <c:pt idx="47625">
                  <c:v>24.9</c:v>
                </c:pt>
                <c:pt idx="47626">
                  <c:v>24.9</c:v>
                </c:pt>
                <c:pt idx="47627">
                  <c:v>24.9</c:v>
                </c:pt>
                <c:pt idx="47628">
                  <c:v>24.9</c:v>
                </c:pt>
                <c:pt idx="47629">
                  <c:v>24.9</c:v>
                </c:pt>
                <c:pt idx="47630">
                  <c:v>24.9</c:v>
                </c:pt>
                <c:pt idx="47631">
                  <c:v>24.9</c:v>
                </c:pt>
                <c:pt idx="47632">
                  <c:v>24.85</c:v>
                </c:pt>
                <c:pt idx="47633">
                  <c:v>24.85</c:v>
                </c:pt>
                <c:pt idx="47634">
                  <c:v>24.9</c:v>
                </c:pt>
                <c:pt idx="47635">
                  <c:v>24.9</c:v>
                </c:pt>
                <c:pt idx="47636">
                  <c:v>24.9</c:v>
                </c:pt>
                <c:pt idx="47637">
                  <c:v>24.9</c:v>
                </c:pt>
                <c:pt idx="47638">
                  <c:v>24.9</c:v>
                </c:pt>
                <c:pt idx="47639">
                  <c:v>24.9</c:v>
                </c:pt>
                <c:pt idx="47640">
                  <c:v>24.9</c:v>
                </c:pt>
                <c:pt idx="47641">
                  <c:v>24.9</c:v>
                </c:pt>
                <c:pt idx="47642">
                  <c:v>24.9</c:v>
                </c:pt>
                <c:pt idx="47643">
                  <c:v>24.9</c:v>
                </c:pt>
                <c:pt idx="47644">
                  <c:v>24.9</c:v>
                </c:pt>
                <c:pt idx="47645">
                  <c:v>24.9</c:v>
                </c:pt>
                <c:pt idx="47646">
                  <c:v>24.9</c:v>
                </c:pt>
                <c:pt idx="47647">
                  <c:v>24.9</c:v>
                </c:pt>
                <c:pt idx="47648">
                  <c:v>24.9</c:v>
                </c:pt>
                <c:pt idx="47649">
                  <c:v>24.9</c:v>
                </c:pt>
                <c:pt idx="47650">
                  <c:v>24.9</c:v>
                </c:pt>
                <c:pt idx="47651">
                  <c:v>24.9</c:v>
                </c:pt>
                <c:pt idx="47652">
                  <c:v>24.9</c:v>
                </c:pt>
                <c:pt idx="47653">
                  <c:v>24.9</c:v>
                </c:pt>
                <c:pt idx="47654">
                  <c:v>24.9</c:v>
                </c:pt>
                <c:pt idx="47655">
                  <c:v>24.9</c:v>
                </c:pt>
                <c:pt idx="47656">
                  <c:v>24.9</c:v>
                </c:pt>
                <c:pt idx="47657">
                  <c:v>24.9</c:v>
                </c:pt>
                <c:pt idx="47658">
                  <c:v>24.9</c:v>
                </c:pt>
                <c:pt idx="47659">
                  <c:v>24.9</c:v>
                </c:pt>
                <c:pt idx="47660">
                  <c:v>24.9</c:v>
                </c:pt>
                <c:pt idx="47661">
                  <c:v>24.9</c:v>
                </c:pt>
                <c:pt idx="47662">
                  <c:v>24.9</c:v>
                </c:pt>
                <c:pt idx="47663">
                  <c:v>24.9</c:v>
                </c:pt>
                <c:pt idx="47664">
                  <c:v>24.9</c:v>
                </c:pt>
                <c:pt idx="47665">
                  <c:v>24.9</c:v>
                </c:pt>
                <c:pt idx="47666">
                  <c:v>24.9</c:v>
                </c:pt>
                <c:pt idx="47667">
                  <c:v>24.9</c:v>
                </c:pt>
                <c:pt idx="47668">
                  <c:v>24.9</c:v>
                </c:pt>
                <c:pt idx="47669">
                  <c:v>24.9</c:v>
                </c:pt>
                <c:pt idx="47670">
                  <c:v>24.9</c:v>
                </c:pt>
                <c:pt idx="47671">
                  <c:v>24.85</c:v>
                </c:pt>
                <c:pt idx="47672">
                  <c:v>24.85</c:v>
                </c:pt>
                <c:pt idx="47673">
                  <c:v>24.9</c:v>
                </c:pt>
                <c:pt idx="47674">
                  <c:v>24.9</c:v>
                </c:pt>
                <c:pt idx="47675">
                  <c:v>24.9</c:v>
                </c:pt>
                <c:pt idx="47676">
                  <c:v>24.9</c:v>
                </c:pt>
                <c:pt idx="47677">
                  <c:v>24.9</c:v>
                </c:pt>
                <c:pt idx="47678">
                  <c:v>24.85</c:v>
                </c:pt>
                <c:pt idx="47679">
                  <c:v>24.9</c:v>
                </c:pt>
                <c:pt idx="47680">
                  <c:v>24.9</c:v>
                </c:pt>
                <c:pt idx="47681">
                  <c:v>24.9</c:v>
                </c:pt>
                <c:pt idx="47682">
                  <c:v>24.9</c:v>
                </c:pt>
                <c:pt idx="47683">
                  <c:v>24.9</c:v>
                </c:pt>
                <c:pt idx="47684">
                  <c:v>24.9</c:v>
                </c:pt>
                <c:pt idx="47685">
                  <c:v>24.9</c:v>
                </c:pt>
                <c:pt idx="47686">
                  <c:v>24.9</c:v>
                </c:pt>
                <c:pt idx="47687">
                  <c:v>24.9</c:v>
                </c:pt>
                <c:pt idx="47688">
                  <c:v>24.9</c:v>
                </c:pt>
                <c:pt idx="47689">
                  <c:v>24.9</c:v>
                </c:pt>
                <c:pt idx="47690">
                  <c:v>24.85</c:v>
                </c:pt>
                <c:pt idx="47691">
                  <c:v>24.85</c:v>
                </c:pt>
                <c:pt idx="47692">
                  <c:v>24.85</c:v>
                </c:pt>
                <c:pt idx="47693">
                  <c:v>24.85</c:v>
                </c:pt>
                <c:pt idx="47694">
                  <c:v>24.85</c:v>
                </c:pt>
                <c:pt idx="47695">
                  <c:v>24.85</c:v>
                </c:pt>
                <c:pt idx="47696">
                  <c:v>24.85</c:v>
                </c:pt>
                <c:pt idx="47697">
                  <c:v>24.85</c:v>
                </c:pt>
                <c:pt idx="47698">
                  <c:v>24.85</c:v>
                </c:pt>
                <c:pt idx="47699">
                  <c:v>24.85</c:v>
                </c:pt>
                <c:pt idx="47700">
                  <c:v>24.85</c:v>
                </c:pt>
                <c:pt idx="47701">
                  <c:v>24.85</c:v>
                </c:pt>
                <c:pt idx="47702">
                  <c:v>24.85</c:v>
                </c:pt>
                <c:pt idx="47703">
                  <c:v>24.85</c:v>
                </c:pt>
                <c:pt idx="47704">
                  <c:v>24.85</c:v>
                </c:pt>
                <c:pt idx="47705">
                  <c:v>24.85</c:v>
                </c:pt>
                <c:pt idx="47706">
                  <c:v>24.85</c:v>
                </c:pt>
                <c:pt idx="47707">
                  <c:v>24.85</c:v>
                </c:pt>
                <c:pt idx="47708">
                  <c:v>24.85</c:v>
                </c:pt>
                <c:pt idx="47709">
                  <c:v>24.85</c:v>
                </c:pt>
                <c:pt idx="47710">
                  <c:v>24.85</c:v>
                </c:pt>
                <c:pt idx="47711">
                  <c:v>24.85</c:v>
                </c:pt>
                <c:pt idx="47712">
                  <c:v>24.85</c:v>
                </c:pt>
                <c:pt idx="47713">
                  <c:v>24.85</c:v>
                </c:pt>
                <c:pt idx="47714">
                  <c:v>24.85</c:v>
                </c:pt>
                <c:pt idx="47715">
                  <c:v>24.85</c:v>
                </c:pt>
                <c:pt idx="47716">
                  <c:v>24.85</c:v>
                </c:pt>
                <c:pt idx="47717">
                  <c:v>24.85</c:v>
                </c:pt>
                <c:pt idx="47718">
                  <c:v>24.85</c:v>
                </c:pt>
                <c:pt idx="47719">
                  <c:v>24.85</c:v>
                </c:pt>
                <c:pt idx="47720">
                  <c:v>24.85</c:v>
                </c:pt>
                <c:pt idx="47721">
                  <c:v>24.85</c:v>
                </c:pt>
                <c:pt idx="47722">
                  <c:v>24.85</c:v>
                </c:pt>
                <c:pt idx="47723">
                  <c:v>24.85</c:v>
                </c:pt>
                <c:pt idx="47724">
                  <c:v>24.85</c:v>
                </c:pt>
                <c:pt idx="47725">
                  <c:v>24.85</c:v>
                </c:pt>
                <c:pt idx="47726">
                  <c:v>24.85</c:v>
                </c:pt>
                <c:pt idx="47727">
                  <c:v>24.85</c:v>
                </c:pt>
                <c:pt idx="47728">
                  <c:v>24.85</c:v>
                </c:pt>
                <c:pt idx="47729">
                  <c:v>24.85</c:v>
                </c:pt>
                <c:pt idx="47730">
                  <c:v>24.85</c:v>
                </c:pt>
                <c:pt idx="47731">
                  <c:v>24.85</c:v>
                </c:pt>
                <c:pt idx="47732">
                  <c:v>24.85</c:v>
                </c:pt>
                <c:pt idx="47733">
                  <c:v>24.85</c:v>
                </c:pt>
                <c:pt idx="47734">
                  <c:v>24.85</c:v>
                </c:pt>
                <c:pt idx="47735">
                  <c:v>24.85</c:v>
                </c:pt>
                <c:pt idx="47736">
                  <c:v>24.85</c:v>
                </c:pt>
                <c:pt idx="47737">
                  <c:v>24.85</c:v>
                </c:pt>
                <c:pt idx="47738">
                  <c:v>24.85</c:v>
                </c:pt>
                <c:pt idx="47739">
                  <c:v>24.85</c:v>
                </c:pt>
                <c:pt idx="47740">
                  <c:v>24.85</c:v>
                </c:pt>
                <c:pt idx="47741">
                  <c:v>24.85</c:v>
                </c:pt>
                <c:pt idx="47742">
                  <c:v>24.85</c:v>
                </c:pt>
                <c:pt idx="47743">
                  <c:v>24.85</c:v>
                </c:pt>
                <c:pt idx="47744">
                  <c:v>24.85</c:v>
                </c:pt>
                <c:pt idx="47745">
                  <c:v>24.85</c:v>
                </c:pt>
                <c:pt idx="47746">
                  <c:v>24.85</c:v>
                </c:pt>
                <c:pt idx="47747">
                  <c:v>24.85</c:v>
                </c:pt>
                <c:pt idx="47748">
                  <c:v>24.85</c:v>
                </c:pt>
                <c:pt idx="47749">
                  <c:v>24.85</c:v>
                </c:pt>
                <c:pt idx="47750">
                  <c:v>24.85</c:v>
                </c:pt>
                <c:pt idx="47751">
                  <c:v>24.85</c:v>
                </c:pt>
                <c:pt idx="47752">
                  <c:v>24.85</c:v>
                </c:pt>
                <c:pt idx="47753">
                  <c:v>24.85</c:v>
                </c:pt>
                <c:pt idx="47754">
                  <c:v>24.85</c:v>
                </c:pt>
                <c:pt idx="47755">
                  <c:v>24.85</c:v>
                </c:pt>
                <c:pt idx="47756">
                  <c:v>24.85</c:v>
                </c:pt>
                <c:pt idx="47757">
                  <c:v>24.85</c:v>
                </c:pt>
                <c:pt idx="47758">
                  <c:v>24.85</c:v>
                </c:pt>
                <c:pt idx="47759">
                  <c:v>24.85</c:v>
                </c:pt>
                <c:pt idx="47760">
                  <c:v>24.85</c:v>
                </c:pt>
                <c:pt idx="47761">
                  <c:v>24.85</c:v>
                </c:pt>
                <c:pt idx="47762">
                  <c:v>24.85</c:v>
                </c:pt>
                <c:pt idx="47763">
                  <c:v>24.85</c:v>
                </c:pt>
                <c:pt idx="47764">
                  <c:v>24.85</c:v>
                </c:pt>
                <c:pt idx="47765">
                  <c:v>24.85</c:v>
                </c:pt>
                <c:pt idx="47766">
                  <c:v>24.85</c:v>
                </c:pt>
                <c:pt idx="47767">
                  <c:v>24.85</c:v>
                </c:pt>
                <c:pt idx="47768">
                  <c:v>24.85</c:v>
                </c:pt>
                <c:pt idx="47769">
                  <c:v>24.9</c:v>
                </c:pt>
                <c:pt idx="47770">
                  <c:v>24.9</c:v>
                </c:pt>
                <c:pt idx="47771">
                  <c:v>24.85</c:v>
                </c:pt>
                <c:pt idx="47772">
                  <c:v>24.85</c:v>
                </c:pt>
                <c:pt idx="47773">
                  <c:v>24.85</c:v>
                </c:pt>
                <c:pt idx="47774">
                  <c:v>24.85</c:v>
                </c:pt>
                <c:pt idx="47775">
                  <c:v>24.85</c:v>
                </c:pt>
                <c:pt idx="47776">
                  <c:v>24.85</c:v>
                </c:pt>
                <c:pt idx="47777">
                  <c:v>24.85</c:v>
                </c:pt>
                <c:pt idx="47778">
                  <c:v>24.85</c:v>
                </c:pt>
                <c:pt idx="47779">
                  <c:v>24.85</c:v>
                </c:pt>
                <c:pt idx="47780">
                  <c:v>24.85</c:v>
                </c:pt>
                <c:pt idx="47781">
                  <c:v>24.85</c:v>
                </c:pt>
                <c:pt idx="47782">
                  <c:v>24.85</c:v>
                </c:pt>
                <c:pt idx="47783">
                  <c:v>24.85</c:v>
                </c:pt>
                <c:pt idx="47784">
                  <c:v>24.85</c:v>
                </c:pt>
                <c:pt idx="47785">
                  <c:v>24.85</c:v>
                </c:pt>
                <c:pt idx="47786">
                  <c:v>24.85</c:v>
                </c:pt>
                <c:pt idx="47787">
                  <c:v>24.85</c:v>
                </c:pt>
                <c:pt idx="47788">
                  <c:v>24.85</c:v>
                </c:pt>
                <c:pt idx="47789">
                  <c:v>24.85</c:v>
                </c:pt>
                <c:pt idx="47790">
                  <c:v>24.85</c:v>
                </c:pt>
                <c:pt idx="47791">
                  <c:v>24.85</c:v>
                </c:pt>
                <c:pt idx="47792">
                  <c:v>24.85</c:v>
                </c:pt>
                <c:pt idx="47793">
                  <c:v>24.85</c:v>
                </c:pt>
                <c:pt idx="47794">
                  <c:v>24.85</c:v>
                </c:pt>
                <c:pt idx="47795">
                  <c:v>24.85</c:v>
                </c:pt>
                <c:pt idx="47796">
                  <c:v>24.85</c:v>
                </c:pt>
                <c:pt idx="47797">
                  <c:v>24.85</c:v>
                </c:pt>
                <c:pt idx="47798">
                  <c:v>24.85</c:v>
                </c:pt>
                <c:pt idx="47799">
                  <c:v>24.85</c:v>
                </c:pt>
                <c:pt idx="47800">
                  <c:v>24.85</c:v>
                </c:pt>
                <c:pt idx="47801">
                  <c:v>24.85</c:v>
                </c:pt>
                <c:pt idx="47802">
                  <c:v>24.85</c:v>
                </c:pt>
                <c:pt idx="47803">
                  <c:v>24.85</c:v>
                </c:pt>
                <c:pt idx="47804">
                  <c:v>24.85</c:v>
                </c:pt>
                <c:pt idx="47805">
                  <c:v>24.85</c:v>
                </c:pt>
                <c:pt idx="47806">
                  <c:v>24.85</c:v>
                </c:pt>
                <c:pt idx="47807">
                  <c:v>24.85</c:v>
                </c:pt>
                <c:pt idx="47808">
                  <c:v>24.85</c:v>
                </c:pt>
                <c:pt idx="47809">
                  <c:v>24.85</c:v>
                </c:pt>
                <c:pt idx="47810">
                  <c:v>24.85</c:v>
                </c:pt>
                <c:pt idx="47811">
                  <c:v>24.85</c:v>
                </c:pt>
                <c:pt idx="47812">
                  <c:v>24.85</c:v>
                </c:pt>
                <c:pt idx="47813">
                  <c:v>24.85</c:v>
                </c:pt>
                <c:pt idx="47814">
                  <c:v>24.85</c:v>
                </c:pt>
                <c:pt idx="47815">
                  <c:v>24.85</c:v>
                </c:pt>
                <c:pt idx="47816">
                  <c:v>24.85</c:v>
                </c:pt>
                <c:pt idx="47817">
                  <c:v>24.85</c:v>
                </c:pt>
                <c:pt idx="47818">
                  <c:v>24.85</c:v>
                </c:pt>
                <c:pt idx="47819">
                  <c:v>24.85</c:v>
                </c:pt>
                <c:pt idx="47820">
                  <c:v>24.85</c:v>
                </c:pt>
                <c:pt idx="47821">
                  <c:v>24.85</c:v>
                </c:pt>
                <c:pt idx="47822">
                  <c:v>24.85</c:v>
                </c:pt>
                <c:pt idx="47823">
                  <c:v>24.85</c:v>
                </c:pt>
                <c:pt idx="47824">
                  <c:v>24.85</c:v>
                </c:pt>
                <c:pt idx="47825">
                  <c:v>24.85</c:v>
                </c:pt>
                <c:pt idx="47826">
                  <c:v>24.85</c:v>
                </c:pt>
                <c:pt idx="47827">
                  <c:v>24.85</c:v>
                </c:pt>
                <c:pt idx="47828">
                  <c:v>24.85</c:v>
                </c:pt>
                <c:pt idx="47829">
                  <c:v>24.85</c:v>
                </c:pt>
                <c:pt idx="47830">
                  <c:v>24.85</c:v>
                </c:pt>
                <c:pt idx="47831">
                  <c:v>24.85</c:v>
                </c:pt>
                <c:pt idx="47832">
                  <c:v>24.85</c:v>
                </c:pt>
                <c:pt idx="47833">
                  <c:v>24.85</c:v>
                </c:pt>
                <c:pt idx="47834">
                  <c:v>24.85</c:v>
                </c:pt>
                <c:pt idx="47835">
                  <c:v>24.85</c:v>
                </c:pt>
                <c:pt idx="47836">
                  <c:v>24.85</c:v>
                </c:pt>
                <c:pt idx="47837">
                  <c:v>24.85</c:v>
                </c:pt>
                <c:pt idx="47838">
                  <c:v>24.85</c:v>
                </c:pt>
                <c:pt idx="47839">
                  <c:v>24.85</c:v>
                </c:pt>
                <c:pt idx="47840">
                  <c:v>24.85</c:v>
                </c:pt>
                <c:pt idx="47841">
                  <c:v>24.85</c:v>
                </c:pt>
                <c:pt idx="47842">
                  <c:v>24.85</c:v>
                </c:pt>
                <c:pt idx="47843">
                  <c:v>24.85</c:v>
                </c:pt>
                <c:pt idx="47844">
                  <c:v>24.85</c:v>
                </c:pt>
                <c:pt idx="47845">
                  <c:v>24.85</c:v>
                </c:pt>
                <c:pt idx="47846">
                  <c:v>24.85</c:v>
                </c:pt>
                <c:pt idx="47847">
                  <c:v>24.85</c:v>
                </c:pt>
                <c:pt idx="47848">
                  <c:v>24.85</c:v>
                </c:pt>
                <c:pt idx="47849">
                  <c:v>24.85</c:v>
                </c:pt>
                <c:pt idx="47850">
                  <c:v>24.85</c:v>
                </c:pt>
                <c:pt idx="47851">
                  <c:v>24.85</c:v>
                </c:pt>
                <c:pt idx="47852">
                  <c:v>24.85</c:v>
                </c:pt>
                <c:pt idx="47853">
                  <c:v>24.85</c:v>
                </c:pt>
                <c:pt idx="47854">
                  <c:v>24.85</c:v>
                </c:pt>
                <c:pt idx="47855">
                  <c:v>24.85</c:v>
                </c:pt>
                <c:pt idx="47856">
                  <c:v>24.85</c:v>
                </c:pt>
                <c:pt idx="47857">
                  <c:v>24.85</c:v>
                </c:pt>
                <c:pt idx="47858">
                  <c:v>24.85</c:v>
                </c:pt>
                <c:pt idx="47859">
                  <c:v>24.85</c:v>
                </c:pt>
                <c:pt idx="47860">
                  <c:v>24.85</c:v>
                </c:pt>
                <c:pt idx="47861">
                  <c:v>24.85</c:v>
                </c:pt>
                <c:pt idx="47862">
                  <c:v>24.85</c:v>
                </c:pt>
                <c:pt idx="47863">
                  <c:v>24.85</c:v>
                </c:pt>
                <c:pt idx="47864">
                  <c:v>24.85</c:v>
                </c:pt>
                <c:pt idx="47865">
                  <c:v>24.85</c:v>
                </c:pt>
                <c:pt idx="47866">
                  <c:v>24.85</c:v>
                </c:pt>
                <c:pt idx="47867">
                  <c:v>24.85</c:v>
                </c:pt>
                <c:pt idx="47868">
                  <c:v>24.85</c:v>
                </c:pt>
                <c:pt idx="47869">
                  <c:v>24.85</c:v>
                </c:pt>
                <c:pt idx="47870">
                  <c:v>24.85</c:v>
                </c:pt>
                <c:pt idx="47871">
                  <c:v>24.85</c:v>
                </c:pt>
                <c:pt idx="47872">
                  <c:v>24.85</c:v>
                </c:pt>
                <c:pt idx="47873">
                  <c:v>24.85</c:v>
                </c:pt>
                <c:pt idx="47874">
                  <c:v>24.85</c:v>
                </c:pt>
                <c:pt idx="47875">
                  <c:v>24.85</c:v>
                </c:pt>
                <c:pt idx="47876">
                  <c:v>24.85</c:v>
                </c:pt>
                <c:pt idx="47877">
                  <c:v>24.85</c:v>
                </c:pt>
                <c:pt idx="47878">
                  <c:v>24.85</c:v>
                </c:pt>
                <c:pt idx="47879">
                  <c:v>24.85</c:v>
                </c:pt>
                <c:pt idx="47880">
                  <c:v>24.85</c:v>
                </c:pt>
                <c:pt idx="47881">
                  <c:v>24.85</c:v>
                </c:pt>
                <c:pt idx="47882">
                  <c:v>24.85</c:v>
                </c:pt>
                <c:pt idx="47883">
                  <c:v>24.85</c:v>
                </c:pt>
                <c:pt idx="47884">
                  <c:v>24.85</c:v>
                </c:pt>
                <c:pt idx="47885">
                  <c:v>24.85</c:v>
                </c:pt>
                <c:pt idx="47886">
                  <c:v>24.85</c:v>
                </c:pt>
                <c:pt idx="47887">
                  <c:v>24.85</c:v>
                </c:pt>
                <c:pt idx="47888">
                  <c:v>24.85</c:v>
                </c:pt>
                <c:pt idx="47889">
                  <c:v>24.85</c:v>
                </c:pt>
                <c:pt idx="47890">
                  <c:v>24.85</c:v>
                </c:pt>
                <c:pt idx="47891">
                  <c:v>24.85</c:v>
                </c:pt>
                <c:pt idx="47892">
                  <c:v>24.85</c:v>
                </c:pt>
                <c:pt idx="47893">
                  <c:v>24.85</c:v>
                </c:pt>
                <c:pt idx="47894">
                  <c:v>24.85</c:v>
                </c:pt>
                <c:pt idx="47895">
                  <c:v>24.85</c:v>
                </c:pt>
                <c:pt idx="47896">
                  <c:v>24.85</c:v>
                </c:pt>
                <c:pt idx="47897">
                  <c:v>24.85</c:v>
                </c:pt>
                <c:pt idx="47898">
                  <c:v>24.85</c:v>
                </c:pt>
                <c:pt idx="47899">
                  <c:v>24.85</c:v>
                </c:pt>
                <c:pt idx="47900">
                  <c:v>24.85</c:v>
                </c:pt>
                <c:pt idx="47901">
                  <c:v>24.85</c:v>
                </c:pt>
                <c:pt idx="47902">
                  <c:v>24.85</c:v>
                </c:pt>
                <c:pt idx="47903">
                  <c:v>24.85</c:v>
                </c:pt>
                <c:pt idx="47904">
                  <c:v>24.85</c:v>
                </c:pt>
                <c:pt idx="47905">
                  <c:v>24.85</c:v>
                </c:pt>
                <c:pt idx="47906">
                  <c:v>24.85</c:v>
                </c:pt>
                <c:pt idx="47907">
                  <c:v>24.85</c:v>
                </c:pt>
                <c:pt idx="47908">
                  <c:v>24.85</c:v>
                </c:pt>
                <c:pt idx="47909">
                  <c:v>24.85</c:v>
                </c:pt>
                <c:pt idx="47910">
                  <c:v>24.85</c:v>
                </c:pt>
                <c:pt idx="47911">
                  <c:v>24.85</c:v>
                </c:pt>
                <c:pt idx="47912">
                  <c:v>24.85</c:v>
                </c:pt>
                <c:pt idx="47913">
                  <c:v>24.85</c:v>
                </c:pt>
                <c:pt idx="47914">
                  <c:v>24.85</c:v>
                </c:pt>
                <c:pt idx="47915">
                  <c:v>24.85</c:v>
                </c:pt>
                <c:pt idx="47916">
                  <c:v>24.85</c:v>
                </c:pt>
                <c:pt idx="47917">
                  <c:v>24.85</c:v>
                </c:pt>
                <c:pt idx="47918">
                  <c:v>24.85</c:v>
                </c:pt>
                <c:pt idx="47919">
                  <c:v>24.85</c:v>
                </c:pt>
                <c:pt idx="47920">
                  <c:v>24.85</c:v>
                </c:pt>
                <c:pt idx="47921">
                  <c:v>24.85</c:v>
                </c:pt>
                <c:pt idx="47922">
                  <c:v>24.85</c:v>
                </c:pt>
                <c:pt idx="47923">
                  <c:v>24.85</c:v>
                </c:pt>
                <c:pt idx="47924">
                  <c:v>24.85</c:v>
                </c:pt>
                <c:pt idx="47925">
                  <c:v>24.85</c:v>
                </c:pt>
                <c:pt idx="47926">
                  <c:v>24.85</c:v>
                </c:pt>
                <c:pt idx="47927">
                  <c:v>24.85</c:v>
                </c:pt>
                <c:pt idx="47928">
                  <c:v>24.8</c:v>
                </c:pt>
                <c:pt idx="47929">
                  <c:v>24.8</c:v>
                </c:pt>
                <c:pt idx="47930">
                  <c:v>24.85</c:v>
                </c:pt>
                <c:pt idx="47931">
                  <c:v>24.85</c:v>
                </c:pt>
                <c:pt idx="47932">
                  <c:v>24.85</c:v>
                </c:pt>
                <c:pt idx="47933">
                  <c:v>24.85</c:v>
                </c:pt>
                <c:pt idx="47934">
                  <c:v>24.85</c:v>
                </c:pt>
                <c:pt idx="47935">
                  <c:v>24.85</c:v>
                </c:pt>
                <c:pt idx="47936">
                  <c:v>24.85</c:v>
                </c:pt>
                <c:pt idx="47937">
                  <c:v>24.85</c:v>
                </c:pt>
                <c:pt idx="47938">
                  <c:v>24.85</c:v>
                </c:pt>
                <c:pt idx="47939">
                  <c:v>24.85</c:v>
                </c:pt>
                <c:pt idx="47940">
                  <c:v>24.85</c:v>
                </c:pt>
                <c:pt idx="47941">
                  <c:v>24.85</c:v>
                </c:pt>
                <c:pt idx="47942">
                  <c:v>24.85</c:v>
                </c:pt>
                <c:pt idx="47943">
                  <c:v>24.85</c:v>
                </c:pt>
                <c:pt idx="47944">
                  <c:v>24.85</c:v>
                </c:pt>
                <c:pt idx="47945">
                  <c:v>24.85</c:v>
                </c:pt>
                <c:pt idx="47946">
                  <c:v>24.85</c:v>
                </c:pt>
                <c:pt idx="47947">
                  <c:v>24.85</c:v>
                </c:pt>
                <c:pt idx="47948">
                  <c:v>24.85</c:v>
                </c:pt>
                <c:pt idx="47949">
                  <c:v>24.8</c:v>
                </c:pt>
                <c:pt idx="47950">
                  <c:v>24.85</c:v>
                </c:pt>
                <c:pt idx="47951">
                  <c:v>24.8</c:v>
                </c:pt>
                <c:pt idx="47952">
                  <c:v>24.8</c:v>
                </c:pt>
                <c:pt idx="47953">
                  <c:v>24.8</c:v>
                </c:pt>
                <c:pt idx="47954">
                  <c:v>24.8</c:v>
                </c:pt>
                <c:pt idx="47955">
                  <c:v>24.85</c:v>
                </c:pt>
                <c:pt idx="47956">
                  <c:v>24.85</c:v>
                </c:pt>
                <c:pt idx="47957">
                  <c:v>24.85</c:v>
                </c:pt>
                <c:pt idx="47958">
                  <c:v>24.85</c:v>
                </c:pt>
                <c:pt idx="47959">
                  <c:v>24.85</c:v>
                </c:pt>
                <c:pt idx="47960">
                  <c:v>24.85</c:v>
                </c:pt>
                <c:pt idx="47961">
                  <c:v>24.85</c:v>
                </c:pt>
                <c:pt idx="47962">
                  <c:v>24.85</c:v>
                </c:pt>
                <c:pt idx="47963">
                  <c:v>24.85</c:v>
                </c:pt>
                <c:pt idx="47964">
                  <c:v>24.85</c:v>
                </c:pt>
                <c:pt idx="47965">
                  <c:v>24.85</c:v>
                </c:pt>
                <c:pt idx="47966">
                  <c:v>24.85</c:v>
                </c:pt>
                <c:pt idx="47967">
                  <c:v>24.85</c:v>
                </c:pt>
                <c:pt idx="47968">
                  <c:v>24.85</c:v>
                </c:pt>
                <c:pt idx="47969">
                  <c:v>24.85</c:v>
                </c:pt>
                <c:pt idx="47970">
                  <c:v>24.85</c:v>
                </c:pt>
                <c:pt idx="47971">
                  <c:v>24.85</c:v>
                </c:pt>
                <c:pt idx="47972">
                  <c:v>24.8</c:v>
                </c:pt>
                <c:pt idx="47973">
                  <c:v>24.8</c:v>
                </c:pt>
                <c:pt idx="47974">
                  <c:v>24.8</c:v>
                </c:pt>
                <c:pt idx="47975">
                  <c:v>24.8</c:v>
                </c:pt>
                <c:pt idx="47976">
                  <c:v>24.8</c:v>
                </c:pt>
                <c:pt idx="47977">
                  <c:v>24.8</c:v>
                </c:pt>
                <c:pt idx="47978">
                  <c:v>24.8</c:v>
                </c:pt>
                <c:pt idx="47979">
                  <c:v>24.8</c:v>
                </c:pt>
                <c:pt idx="47980">
                  <c:v>24.85</c:v>
                </c:pt>
                <c:pt idx="47981">
                  <c:v>24.85</c:v>
                </c:pt>
                <c:pt idx="47982">
                  <c:v>24.85</c:v>
                </c:pt>
                <c:pt idx="47983">
                  <c:v>24.85</c:v>
                </c:pt>
                <c:pt idx="47984">
                  <c:v>24.85</c:v>
                </c:pt>
                <c:pt idx="47985">
                  <c:v>24.85</c:v>
                </c:pt>
                <c:pt idx="47986">
                  <c:v>24.85</c:v>
                </c:pt>
                <c:pt idx="47987">
                  <c:v>24.85</c:v>
                </c:pt>
                <c:pt idx="47988">
                  <c:v>24.85</c:v>
                </c:pt>
                <c:pt idx="47989">
                  <c:v>24.85</c:v>
                </c:pt>
                <c:pt idx="47990">
                  <c:v>24.85</c:v>
                </c:pt>
                <c:pt idx="47991">
                  <c:v>24.85</c:v>
                </c:pt>
                <c:pt idx="47992">
                  <c:v>24.85</c:v>
                </c:pt>
                <c:pt idx="47993">
                  <c:v>24.85</c:v>
                </c:pt>
                <c:pt idx="47994">
                  <c:v>24.85</c:v>
                </c:pt>
                <c:pt idx="47995">
                  <c:v>24.8</c:v>
                </c:pt>
                <c:pt idx="47996">
                  <c:v>24.8</c:v>
                </c:pt>
                <c:pt idx="47997">
                  <c:v>24.8</c:v>
                </c:pt>
                <c:pt idx="47998">
                  <c:v>24.8</c:v>
                </c:pt>
                <c:pt idx="47999">
                  <c:v>24.8</c:v>
                </c:pt>
                <c:pt idx="48000">
                  <c:v>24.8</c:v>
                </c:pt>
                <c:pt idx="48001">
                  <c:v>24.8</c:v>
                </c:pt>
                <c:pt idx="48002">
                  <c:v>24.8</c:v>
                </c:pt>
                <c:pt idx="48003">
                  <c:v>24.85</c:v>
                </c:pt>
                <c:pt idx="48004">
                  <c:v>24.85</c:v>
                </c:pt>
                <c:pt idx="48005">
                  <c:v>24.85</c:v>
                </c:pt>
                <c:pt idx="48006">
                  <c:v>24.85</c:v>
                </c:pt>
                <c:pt idx="48007">
                  <c:v>24.85</c:v>
                </c:pt>
                <c:pt idx="48008">
                  <c:v>24.85</c:v>
                </c:pt>
                <c:pt idx="48009">
                  <c:v>24.85</c:v>
                </c:pt>
                <c:pt idx="48010">
                  <c:v>24.85</c:v>
                </c:pt>
                <c:pt idx="48011">
                  <c:v>24.85</c:v>
                </c:pt>
                <c:pt idx="48012">
                  <c:v>24.85</c:v>
                </c:pt>
                <c:pt idx="48013">
                  <c:v>24.85</c:v>
                </c:pt>
                <c:pt idx="48014">
                  <c:v>24.85</c:v>
                </c:pt>
                <c:pt idx="48015">
                  <c:v>24.85</c:v>
                </c:pt>
                <c:pt idx="48016">
                  <c:v>24.85</c:v>
                </c:pt>
                <c:pt idx="48017">
                  <c:v>24.85</c:v>
                </c:pt>
                <c:pt idx="48018">
                  <c:v>24.85</c:v>
                </c:pt>
                <c:pt idx="48019">
                  <c:v>24.85</c:v>
                </c:pt>
                <c:pt idx="48020">
                  <c:v>24.85</c:v>
                </c:pt>
                <c:pt idx="48021">
                  <c:v>24.8</c:v>
                </c:pt>
                <c:pt idx="48022">
                  <c:v>24.8</c:v>
                </c:pt>
                <c:pt idx="48023">
                  <c:v>24.8</c:v>
                </c:pt>
                <c:pt idx="48024">
                  <c:v>24.85</c:v>
                </c:pt>
                <c:pt idx="48025">
                  <c:v>24.85</c:v>
                </c:pt>
                <c:pt idx="48026">
                  <c:v>24.85</c:v>
                </c:pt>
                <c:pt idx="48027">
                  <c:v>24.85</c:v>
                </c:pt>
                <c:pt idx="48028">
                  <c:v>24.85</c:v>
                </c:pt>
                <c:pt idx="48029">
                  <c:v>24.85</c:v>
                </c:pt>
                <c:pt idx="48030">
                  <c:v>24.85</c:v>
                </c:pt>
                <c:pt idx="48031">
                  <c:v>24.85</c:v>
                </c:pt>
                <c:pt idx="48032">
                  <c:v>24.85</c:v>
                </c:pt>
                <c:pt idx="48033">
                  <c:v>24.85</c:v>
                </c:pt>
                <c:pt idx="48034">
                  <c:v>24.85</c:v>
                </c:pt>
                <c:pt idx="48035">
                  <c:v>24.85</c:v>
                </c:pt>
                <c:pt idx="48036">
                  <c:v>24.85</c:v>
                </c:pt>
                <c:pt idx="48037">
                  <c:v>24.85</c:v>
                </c:pt>
                <c:pt idx="48038">
                  <c:v>24.85</c:v>
                </c:pt>
                <c:pt idx="48039">
                  <c:v>24.85</c:v>
                </c:pt>
                <c:pt idx="48040">
                  <c:v>24.8</c:v>
                </c:pt>
                <c:pt idx="48041">
                  <c:v>24.85</c:v>
                </c:pt>
                <c:pt idx="48042">
                  <c:v>24.85</c:v>
                </c:pt>
                <c:pt idx="48043">
                  <c:v>24.85</c:v>
                </c:pt>
                <c:pt idx="48044">
                  <c:v>24.8</c:v>
                </c:pt>
                <c:pt idx="48045">
                  <c:v>24.8</c:v>
                </c:pt>
                <c:pt idx="48046">
                  <c:v>24.8</c:v>
                </c:pt>
                <c:pt idx="48047">
                  <c:v>24.85</c:v>
                </c:pt>
                <c:pt idx="48048">
                  <c:v>24.8</c:v>
                </c:pt>
                <c:pt idx="48049">
                  <c:v>24.85</c:v>
                </c:pt>
                <c:pt idx="48050">
                  <c:v>24.85</c:v>
                </c:pt>
                <c:pt idx="48051">
                  <c:v>24.85</c:v>
                </c:pt>
                <c:pt idx="48052">
                  <c:v>24.85</c:v>
                </c:pt>
                <c:pt idx="48053">
                  <c:v>24.85</c:v>
                </c:pt>
                <c:pt idx="48054">
                  <c:v>24.85</c:v>
                </c:pt>
                <c:pt idx="48055">
                  <c:v>24.85</c:v>
                </c:pt>
                <c:pt idx="48056">
                  <c:v>24.85</c:v>
                </c:pt>
                <c:pt idx="48057">
                  <c:v>24.85</c:v>
                </c:pt>
                <c:pt idx="48058">
                  <c:v>24.85</c:v>
                </c:pt>
                <c:pt idx="48059">
                  <c:v>24.85</c:v>
                </c:pt>
                <c:pt idx="48060">
                  <c:v>24.85</c:v>
                </c:pt>
                <c:pt idx="48061">
                  <c:v>24.85</c:v>
                </c:pt>
                <c:pt idx="48062">
                  <c:v>24.85</c:v>
                </c:pt>
                <c:pt idx="48063">
                  <c:v>24.85</c:v>
                </c:pt>
                <c:pt idx="48064">
                  <c:v>24.85</c:v>
                </c:pt>
                <c:pt idx="48065">
                  <c:v>24.85</c:v>
                </c:pt>
                <c:pt idx="48066">
                  <c:v>24.85</c:v>
                </c:pt>
                <c:pt idx="48067">
                  <c:v>24.8</c:v>
                </c:pt>
                <c:pt idx="48068">
                  <c:v>24.8</c:v>
                </c:pt>
                <c:pt idx="48069">
                  <c:v>24.8</c:v>
                </c:pt>
                <c:pt idx="48070">
                  <c:v>24.8</c:v>
                </c:pt>
                <c:pt idx="48071">
                  <c:v>24.85</c:v>
                </c:pt>
                <c:pt idx="48072">
                  <c:v>24.8</c:v>
                </c:pt>
                <c:pt idx="48073">
                  <c:v>24.85</c:v>
                </c:pt>
                <c:pt idx="48074">
                  <c:v>24.85</c:v>
                </c:pt>
                <c:pt idx="48075">
                  <c:v>24.85</c:v>
                </c:pt>
                <c:pt idx="48076">
                  <c:v>24.85</c:v>
                </c:pt>
                <c:pt idx="48077">
                  <c:v>24.85</c:v>
                </c:pt>
                <c:pt idx="48078">
                  <c:v>24.85</c:v>
                </c:pt>
                <c:pt idx="48079">
                  <c:v>24.85</c:v>
                </c:pt>
                <c:pt idx="48080">
                  <c:v>24.85</c:v>
                </c:pt>
                <c:pt idx="48081">
                  <c:v>24.85</c:v>
                </c:pt>
                <c:pt idx="48082">
                  <c:v>24.85</c:v>
                </c:pt>
                <c:pt idx="48083">
                  <c:v>24.85</c:v>
                </c:pt>
                <c:pt idx="48084">
                  <c:v>24.85</c:v>
                </c:pt>
                <c:pt idx="48085">
                  <c:v>24.85</c:v>
                </c:pt>
                <c:pt idx="48086">
                  <c:v>24.85</c:v>
                </c:pt>
                <c:pt idx="48087">
                  <c:v>24.8</c:v>
                </c:pt>
                <c:pt idx="48088">
                  <c:v>24.8</c:v>
                </c:pt>
                <c:pt idx="48089">
                  <c:v>24.8</c:v>
                </c:pt>
                <c:pt idx="48090">
                  <c:v>24.8</c:v>
                </c:pt>
                <c:pt idx="48091">
                  <c:v>24.8</c:v>
                </c:pt>
                <c:pt idx="48092">
                  <c:v>24.85</c:v>
                </c:pt>
                <c:pt idx="48093">
                  <c:v>24.8</c:v>
                </c:pt>
                <c:pt idx="48094">
                  <c:v>24.85</c:v>
                </c:pt>
                <c:pt idx="48095">
                  <c:v>24.85</c:v>
                </c:pt>
                <c:pt idx="48096">
                  <c:v>24.85</c:v>
                </c:pt>
                <c:pt idx="48097">
                  <c:v>24.85</c:v>
                </c:pt>
                <c:pt idx="48098">
                  <c:v>24.85</c:v>
                </c:pt>
                <c:pt idx="48099">
                  <c:v>24.85</c:v>
                </c:pt>
                <c:pt idx="48100">
                  <c:v>24.85</c:v>
                </c:pt>
                <c:pt idx="48101">
                  <c:v>24.85</c:v>
                </c:pt>
                <c:pt idx="48102">
                  <c:v>24.85</c:v>
                </c:pt>
                <c:pt idx="48103">
                  <c:v>24.85</c:v>
                </c:pt>
                <c:pt idx="48104">
                  <c:v>24.85</c:v>
                </c:pt>
                <c:pt idx="48105">
                  <c:v>24.85</c:v>
                </c:pt>
                <c:pt idx="48106">
                  <c:v>24.85</c:v>
                </c:pt>
                <c:pt idx="48107">
                  <c:v>24.8</c:v>
                </c:pt>
                <c:pt idx="48108">
                  <c:v>24.8</c:v>
                </c:pt>
                <c:pt idx="48109">
                  <c:v>24.8</c:v>
                </c:pt>
                <c:pt idx="48110">
                  <c:v>24.8</c:v>
                </c:pt>
                <c:pt idx="48111">
                  <c:v>24.8</c:v>
                </c:pt>
                <c:pt idx="48112">
                  <c:v>24.85</c:v>
                </c:pt>
                <c:pt idx="48113">
                  <c:v>24.8</c:v>
                </c:pt>
                <c:pt idx="48114">
                  <c:v>24.8</c:v>
                </c:pt>
                <c:pt idx="48115">
                  <c:v>24.85</c:v>
                </c:pt>
                <c:pt idx="48116">
                  <c:v>24.85</c:v>
                </c:pt>
                <c:pt idx="48117">
                  <c:v>24.85</c:v>
                </c:pt>
                <c:pt idx="48118">
                  <c:v>24.85</c:v>
                </c:pt>
                <c:pt idx="48119">
                  <c:v>24.85</c:v>
                </c:pt>
                <c:pt idx="48120">
                  <c:v>24.85</c:v>
                </c:pt>
                <c:pt idx="48121">
                  <c:v>24.85</c:v>
                </c:pt>
                <c:pt idx="48122">
                  <c:v>24.85</c:v>
                </c:pt>
                <c:pt idx="48123">
                  <c:v>24.85</c:v>
                </c:pt>
                <c:pt idx="48124">
                  <c:v>24.85</c:v>
                </c:pt>
                <c:pt idx="48125">
                  <c:v>24.85</c:v>
                </c:pt>
                <c:pt idx="48126">
                  <c:v>24.85</c:v>
                </c:pt>
                <c:pt idx="48127">
                  <c:v>24.85</c:v>
                </c:pt>
                <c:pt idx="48128">
                  <c:v>24.8</c:v>
                </c:pt>
                <c:pt idx="48129">
                  <c:v>24.85</c:v>
                </c:pt>
                <c:pt idx="48130">
                  <c:v>24.8</c:v>
                </c:pt>
                <c:pt idx="48131">
                  <c:v>24.8</c:v>
                </c:pt>
                <c:pt idx="48132">
                  <c:v>24.8</c:v>
                </c:pt>
                <c:pt idx="48133">
                  <c:v>24.8</c:v>
                </c:pt>
                <c:pt idx="48134">
                  <c:v>24.8</c:v>
                </c:pt>
                <c:pt idx="48135">
                  <c:v>24.8</c:v>
                </c:pt>
                <c:pt idx="48136">
                  <c:v>24.8</c:v>
                </c:pt>
                <c:pt idx="48137">
                  <c:v>24.85</c:v>
                </c:pt>
                <c:pt idx="48138">
                  <c:v>24.85</c:v>
                </c:pt>
                <c:pt idx="48139">
                  <c:v>24.85</c:v>
                </c:pt>
                <c:pt idx="48140">
                  <c:v>24.85</c:v>
                </c:pt>
                <c:pt idx="48141">
                  <c:v>24.85</c:v>
                </c:pt>
                <c:pt idx="48142">
                  <c:v>24.85</c:v>
                </c:pt>
                <c:pt idx="48143">
                  <c:v>24.85</c:v>
                </c:pt>
                <c:pt idx="48144">
                  <c:v>24.85</c:v>
                </c:pt>
                <c:pt idx="48145">
                  <c:v>24.85</c:v>
                </c:pt>
                <c:pt idx="48146">
                  <c:v>24.85</c:v>
                </c:pt>
                <c:pt idx="48147">
                  <c:v>24.85</c:v>
                </c:pt>
                <c:pt idx="48148">
                  <c:v>24.85</c:v>
                </c:pt>
                <c:pt idx="48149">
                  <c:v>24.85</c:v>
                </c:pt>
                <c:pt idx="48150">
                  <c:v>24.85</c:v>
                </c:pt>
                <c:pt idx="48151">
                  <c:v>24.85</c:v>
                </c:pt>
                <c:pt idx="48152">
                  <c:v>24.85</c:v>
                </c:pt>
                <c:pt idx="48153">
                  <c:v>24.8</c:v>
                </c:pt>
                <c:pt idx="48154">
                  <c:v>24.85</c:v>
                </c:pt>
                <c:pt idx="48155">
                  <c:v>24.85</c:v>
                </c:pt>
                <c:pt idx="48156">
                  <c:v>24.85</c:v>
                </c:pt>
                <c:pt idx="48157">
                  <c:v>24.8</c:v>
                </c:pt>
                <c:pt idx="48158">
                  <c:v>24.8</c:v>
                </c:pt>
                <c:pt idx="48159">
                  <c:v>24.85</c:v>
                </c:pt>
                <c:pt idx="48160">
                  <c:v>24.85</c:v>
                </c:pt>
                <c:pt idx="48161">
                  <c:v>24.85</c:v>
                </c:pt>
                <c:pt idx="48162">
                  <c:v>24.85</c:v>
                </c:pt>
                <c:pt idx="48163">
                  <c:v>24.85</c:v>
                </c:pt>
                <c:pt idx="48164">
                  <c:v>24.85</c:v>
                </c:pt>
                <c:pt idx="48165">
                  <c:v>24.85</c:v>
                </c:pt>
                <c:pt idx="48166">
                  <c:v>24.85</c:v>
                </c:pt>
                <c:pt idx="48167">
                  <c:v>24.85</c:v>
                </c:pt>
                <c:pt idx="48168">
                  <c:v>24.85</c:v>
                </c:pt>
                <c:pt idx="48169">
                  <c:v>24.85</c:v>
                </c:pt>
                <c:pt idx="48170">
                  <c:v>24.85</c:v>
                </c:pt>
                <c:pt idx="48171">
                  <c:v>24.85</c:v>
                </c:pt>
                <c:pt idx="48172">
                  <c:v>24.85</c:v>
                </c:pt>
                <c:pt idx="48173">
                  <c:v>24.85</c:v>
                </c:pt>
                <c:pt idx="48174">
                  <c:v>24.85</c:v>
                </c:pt>
                <c:pt idx="48175">
                  <c:v>24.8</c:v>
                </c:pt>
                <c:pt idx="48176">
                  <c:v>24.8</c:v>
                </c:pt>
                <c:pt idx="48177">
                  <c:v>24.8</c:v>
                </c:pt>
                <c:pt idx="48178">
                  <c:v>24.85</c:v>
                </c:pt>
                <c:pt idx="48179">
                  <c:v>24.85</c:v>
                </c:pt>
                <c:pt idx="48180">
                  <c:v>24.85</c:v>
                </c:pt>
                <c:pt idx="48181">
                  <c:v>24.85</c:v>
                </c:pt>
                <c:pt idx="48182">
                  <c:v>24.85</c:v>
                </c:pt>
                <c:pt idx="48183">
                  <c:v>24.85</c:v>
                </c:pt>
                <c:pt idx="48184">
                  <c:v>24.85</c:v>
                </c:pt>
                <c:pt idx="48185">
                  <c:v>24.85</c:v>
                </c:pt>
                <c:pt idx="48186">
                  <c:v>24.85</c:v>
                </c:pt>
                <c:pt idx="48187">
                  <c:v>24.85</c:v>
                </c:pt>
                <c:pt idx="48188">
                  <c:v>24.85</c:v>
                </c:pt>
                <c:pt idx="48189">
                  <c:v>24.85</c:v>
                </c:pt>
                <c:pt idx="48190">
                  <c:v>24.85</c:v>
                </c:pt>
                <c:pt idx="48191">
                  <c:v>24.85</c:v>
                </c:pt>
                <c:pt idx="48192">
                  <c:v>24.85</c:v>
                </c:pt>
                <c:pt idx="48193">
                  <c:v>24.85</c:v>
                </c:pt>
                <c:pt idx="48194">
                  <c:v>24.8</c:v>
                </c:pt>
                <c:pt idx="48195">
                  <c:v>24.8</c:v>
                </c:pt>
                <c:pt idx="48196">
                  <c:v>24.85</c:v>
                </c:pt>
                <c:pt idx="48197">
                  <c:v>24.8</c:v>
                </c:pt>
                <c:pt idx="48198">
                  <c:v>24.85</c:v>
                </c:pt>
                <c:pt idx="48199">
                  <c:v>24.85</c:v>
                </c:pt>
                <c:pt idx="48200">
                  <c:v>24.85</c:v>
                </c:pt>
                <c:pt idx="48201">
                  <c:v>24.85</c:v>
                </c:pt>
                <c:pt idx="48202">
                  <c:v>24.85</c:v>
                </c:pt>
                <c:pt idx="48203">
                  <c:v>24.85</c:v>
                </c:pt>
                <c:pt idx="48204">
                  <c:v>24.85</c:v>
                </c:pt>
                <c:pt idx="48205">
                  <c:v>24.85</c:v>
                </c:pt>
                <c:pt idx="48206">
                  <c:v>24.85</c:v>
                </c:pt>
                <c:pt idx="48207">
                  <c:v>24.85</c:v>
                </c:pt>
                <c:pt idx="48208">
                  <c:v>24.85</c:v>
                </c:pt>
                <c:pt idx="48209">
                  <c:v>24.85</c:v>
                </c:pt>
                <c:pt idx="48210">
                  <c:v>24.85</c:v>
                </c:pt>
                <c:pt idx="48211">
                  <c:v>24.85</c:v>
                </c:pt>
                <c:pt idx="48212">
                  <c:v>24.8</c:v>
                </c:pt>
                <c:pt idx="48213">
                  <c:v>24.8</c:v>
                </c:pt>
                <c:pt idx="48214">
                  <c:v>24.8</c:v>
                </c:pt>
                <c:pt idx="48215">
                  <c:v>24.85</c:v>
                </c:pt>
                <c:pt idx="48216">
                  <c:v>24.8</c:v>
                </c:pt>
                <c:pt idx="48217">
                  <c:v>24.85</c:v>
                </c:pt>
                <c:pt idx="48218">
                  <c:v>24.8</c:v>
                </c:pt>
                <c:pt idx="48219">
                  <c:v>24.85</c:v>
                </c:pt>
                <c:pt idx="48220">
                  <c:v>24.85</c:v>
                </c:pt>
                <c:pt idx="48221">
                  <c:v>24.85</c:v>
                </c:pt>
                <c:pt idx="48222">
                  <c:v>24.85</c:v>
                </c:pt>
                <c:pt idx="48223">
                  <c:v>24.85</c:v>
                </c:pt>
                <c:pt idx="48224">
                  <c:v>24.85</c:v>
                </c:pt>
                <c:pt idx="48225">
                  <c:v>24.85</c:v>
                </c:pt>
                <c:pt idx="48226">
                  <c:v>24.85</c:v>
                </c:pt>
                <c:pt idx="48227">
                  <c:v>24.85</c:v>
                </c:pt>
                <c:pt idx="48228">
                  <c:v>24.85</c:v>
                </c:pt>
                <c:pt idx="48229">
                  <c:v>24.85</c:v>
                </c:pt>
                <c:pt idx="48230">
                  <c:v>24.85</c:v>
                </c:pt>
                <c:pt idx="48231">
                  <c:v>24.85</c:v>
                </c:pt>
                <c:pt idx="48232">
                  <c:v>24.85</c:v>
                </c:pt>
                <c:pt idx="48233">
                  <c:v>24.8</c:v>
                </c:pt>
                <c:pt idx="48234">
                  <c:v>24.85</c:v>
                </c:pt>
                <c:pt idx="48235">
                  <c:v>24.8</c:v>
                </c:pt>
                <c:pt idx="48236">
                  <c:v>24.8</c:v>
                </c:pt>
                <c:pt idx="48237">
                  <c:v>24.85</c:v>
                </c:pt>
                <c:pt idx="48238">
                  <c:v>24.8</c:v>
                </c:pt>
                <c:pt idx="48239">
                  <c:v>24.85</c:v>
                </c:pt>
                <c:pt idx="48240">
                  <c:v>24.85</c:v>
                </c:pt>
                <c:pt idx="48241">
                  <c:v>24.85</c:v>
                </c:pt>
                <c:pt idx="48242">
                  <c:v>24.85</c:v>
                </c:pt>
                <c:pt idx="48243">
                  <c:v>24.85</c:v>
                </c:pt>
                <c:pt idx="48244">
                  <c:v>24.85</c:v>
                </c:pt>
                <c:pt idx="48245">
                  <c:v>24.85</c:v>
                </c:pt>
                <c:pt idx="48246">
                  <c:v>24.85</c:v>
                </c:pt>
                <c:pt idx="48247">
                  <c:v>24.85</c:v>
                </c:pt>
                <c:pt idx="48248">
                  <c:v>24.85</c:v>
                </c:pt>
                <c:pt idx="48249">
                  <c:v>24.85</c:v>
                </c:pt>
                <c:pt idx="48250">
                  <c:v>24.85</c:v>
                </c:pt>
                <c:pt idx="48251">
                  <c:v>24.85</c:v>
                </c:pt>
                <c:pt idx="48252">
                  <c:v>24.85</c:v>
                </c:pt>
                <c:pt idx="48253">
                  <c:v>24.85</c:v>
                </c:pt>
                <c:pt idx="48254">
                  <c:v>24.85</c:v>
                </c:pt>
                <c:pt idx="48255">
                  <c:v>24.85</c:v>
                </c:pt>
                <c:pt idx="48256">
                  <c:v>24.85</c:v>
                </c:pt>
                <c:pt idx="48257">
                  <c:v>24.85</c:v>
                </c:pt>
                <c:pt idx="48258">
                  <c:v>24.85</c:v>
                </c:pt>
                <c:pt idx="48259">
                  <c:v>24.85</c:v>
                </c:pt>
                <c:pt idx="48260">
                  <c:v>24.85</c:v>
                </c:pt>
                <c:pt idx="48261">
                  <c:v>24.85</c:v>
                </c:pt>
                <c:pt idx="48262">
                  <c:v>24.85</c:v>
                </c:pt>
                <c:pt idx="48263">
                  <c:v>24.85</c:v>
                </c:pt>
                <c:pt idx="48264">
                  <c:v>24.85</c:v>
                </c:pt>
                <c:pt idx="48265">
                  <c:v>24.85</c:v>
                </c:pt>
                <c:pt idx="48266">
                  <c:v>24.85</c:v>
                </c:pt>
                <c:pt idx="48267">
                  <c:v>24.85</c:v>
                </c:pt>
                <c:pt idx="48268">
                  <c:v>24.85</c:v>
                </c:pt>
                <c:pt idx="48269">
                  <c:v>24.85</c:v>
                </c:pt>
                <c:pt idx="48270">
                  <c:v>24.85</c:v>
                </c:pt>
                <c:pt idx="48271">
                  <c:v>24.85</c:v>
                </c:pt>
                <c:pt idx="48272">
                  <c:v>24.85</c:v>
                </c:pt>
                <c:pt idx="48273">
                  <c:v>24.85</c:v>
                </c:pt>
                <c:pt idx="48274">
                  <c:v>24.85</c:v>
                </c:pt>
                <c:pt idx="48275">
                  <c:v>24.85</c:v>
                </c:pt>
                <c:pt idx="48276">
                  <c:v>24.85</c:v>
                </c:pt>
                <c:pt idx="48277">
                  <c:v>24.85</c:v>
                </c:pt>
                <c:pt idx="48278">
                  <c:v>24.85</c:v>
                </c:pt>
                <c:pt idx="48279">
                  <c:v>24.85</c:v>
                </c:pt>
                <c:pt idx="48280">
                  <c:v>24.85</c:v>
                </c:pt>
                <c:pt idx="48281">
                  <c:v>24.85</c:v>
                </c:pt>
                <c:pt idx="48282">
                  <c:v>24.85</c:v>
                </c:pt>
                <c:pt idx="48283">
                  <c:v>24.85</c:v>
                </c:pt>
                <c:pt idx="48284">
                  <c:v>24.85</c:v>
                </c:pt>
                <c:pt idx="48285">
                  <c:v>24.85</c:v>
                </c:pt>
                <c:pt idx="48286">
                  <c:v>24.85</c:v>
                </c:pt>
                <c:pt idx="48287">
                  <c:v>24.85</c:v>
                </c:pt>
                <c:pt idx="48288">
                  <c:v>24.85</c:v>
                </c:pt>
                <c:pt idx="48289">
                  <c:v>24.85</c:v>
                </c:pt>
                <c:pt idx="48290">
                  <c:v>24.85</c:v>
                </c:pt>
                <c:pt idx="48291">
                  <c:v>24.85</c:v>
                </c:pt>
                <c:pt idx="48292">
                  <c:v>24.85</c:v>
                </c:pt>
                <c:pt idx="48293">
                  <c:v>24.85</c:v>
                </c:pt>
                <c:pt idx="48294">
                  <c:v>24.85</c:v>
                </c:pt>
                <c:pt idx="48295">
                  <c:v>24.85</c:v>
                </c:pt>
                <c:pt idx="48296">
                  <c:v>24.85</c:v>
                </c:pt>
                <c:pt idx="48297">
                  <c:v>24.85</c:v>
                </c:pt>
                <c:pt idx="48298">
                  <c:v>24.85</c:v>
                </c:pt>
                <c:pt idx="48299">
                  <c:v>24.85</c:v>
                </c:pt>
                <c:pt idx="48300">
                  <c:v>24.85</c:v>
                </c:pt>
                <c:pt idx="48301">
                  <c:v>24.85</c:v>
                </c:pt>
                <c:pt idx="48302">
                  <c:v>24.85</c:v>
                </c:pt>
                <c:pt idx="48303">
                  <c:v>24.85</c:v>
                </c:pt>
                <c:pt idx="48304">
                  <c:v>24.85</c:v>
                </c:pt>
                <c:pt idx="48305">
                  <c:v>24.85</c:v>
                </c:pt>
                <c:pt idx="48306">
                  <c:v>24.85</c:v>
                </c:pt>
                <c:pt idx="48307">
                  <c:v>24.85</c:v>
                </c:pt>
                <c:pt idx="48308">
                  <c:v>24.85</c:v>
                </c:pt>
                <c:pt idx="48309">
                  <c:v>24.85</c:v>
                </c:pt>
                <c:pt idx="48310">
                  <c:v>24.85</c:v>
                </c:pt>
                <c:pt idx="48311">
                  <c:v>24.85</c:v>
                </c:pt>
                <c:pt idx="48312">
                  <c:v>24.85</c:v>
                </c:pt>
                <c:pt idx="48313">
                  <c:v>24.85</c:v>
                </c:pt>
                <c:pt idx="48314">
                  <c:v>24.85</c:v>
                </c:pt>
                <c:pt idx="48315">
                  <c:v>24.85</c:v>
                </c:pt>
                <c:pt idx="48316">
                  <c:v>24.85</c:v>
                </c:pt>
                <c:pt idx="48317">
                  <c:v>24.85</c:v>
                </c:pt>
                <c:pt idx="48318">
                  <c:v>24.85</c:v>
                </c:pt>
                <c:pt idx="48319">
                  <c:v>24.85</c:v>
                </c:pt>
                <c:pt idx="48320">
                  <c:v>24.85</c:v>
                </c:pt>
                <c:pt idx="48321">
                  <c:v>24.85</c:v>
                </c:pt>
                <c:pt idx="48322">
                  <c:v>24.85</c:v>
                </c:pt>
                <c:pt idx="48323">
                  <c:v>24.85</c:v>
                </c:pt>
                <c:pt idx="48324">
                  <c:v>24.85</c:v>
                </c:pt>
                <c:pt idx="48325">
                  <c:v>24.85</c:v>
                </c:pt>
                <c:pt idx="48326">
                  <c:v>24.85</c:v>
                </c:pt>
                <c:pt idx="48327">
                  <c:v>24.85</c:v>
                </c:pt>
                <c:pt idx="48328">
                  <c:v>24.85</c:v>
                </c:pt>
                <c:pt idx="48329">
                  <c:v>24.85</c:v>
                </c:pt>
                <c:pt idx="48330">
                  <c:v>24.85</c:v>
                </c:pt>
                <c:pt idx="48331">
                  <c:v>24.85</c:v>
                </c:pt>
                <c:pt idx="48332">
                  <c:v>24.85</c:v>
                </c:pt>
                <c:pt idx="48333">
                  <c:v>24.85</c:v>
                </c:pt>
                <c:pt idx="48334">
                  <c:v>24.85</c:v>
                </c:pt>
                <c:pt idx="48335">
                  <c:v>24.85</c:v>
                </c:pt>
                <c:pt idx="48336">
                  <c:v>24.85</c:v>
                </c:pt>
                <c:pt idx="48337">
                  <c:v>24.85</c:v>
                </c:pt>
                <c:pt idx="48338">
                  <c:v>24.85</c:v>
                </c:pt>
                <c:pt idx="48339">
                  <c:v>24.85</c:v>
                </c:pt>
                <c:pt idx="48340">
                  <c:v>24.85</c:v>
                </c:pt>
                <c:pt idx="48341">
                  <c:v>24.85</c:v>
                </c:pt>
                <c:pt idx="48342">
                  <c:v>24.85</c:v>
                </c:pt>
                <c:pt idx="48343">
                  <c:v>24.85</c:v>
                </c:pt>
                <c:pt idx="48344">
                  <c:v>24.85</c:v>
                </c:pt>
                <c:pt idx="48345">
                  <c:v>24.85</c:v>
                </c:pt>
                <c:pt idx="48346">
                  <c:v>24.85</c:v>
                </c:pt>
                <c:pt idx="48347">
                  <c:v>24.85</c:v>
                </c:pt>
                <c:pt idx="48348">
                  <c:v>24.85</c:v>
                </c:pt>
                <c:pt idx="48349">
                  <c:v>24.85</c:v>
                </c:pt>
                <c:pt idx="48350">
                  <c:v>24.85</c:v>
                </c:pt>
                <c:pt idx="48351">
                  <c:v>24.85</c:v>
                </c:pt>
                <c:pt idx="48352">
                  <c:v>24.85</c:v>
                </c:pt>
                <c:pt idx="48353">
                  <c:v>24.85</c:v>
                </c:pt>
                <c:pt idx="48354">
                  <c:v>24.85</c:v>
                </c:pt>
                <c:pt idx="48355">
                  <c:v>24.85</c:v>
                </c:pt>
                <c:pt idx="48356">
                  <c:v>24.85</c:v>
                </c:pt>
                <c:pt idx="48357">
                  <c:v>24.85</c:v>
                </c:pt>
                <c:pt idx="48358">
                  <c:v>24.85</c:v>
                </c:pt>
                <c:pt idx="48359">
                  <c:v>24.85</c:v>
                </c:pt>
                <c:pt idx="48360">
                  <c:v>24.85</c:v>
                </c:pt>
                <c:pt idx="48361">
                  <c:v>24.85</c:v>
                </c:pt>
                <c:pt idx="48362">
                  <c:v>24.85</c:v>
                </c:pt>
                <c:pt idx="48363">
                  <c:v>24.85</c:v>
                </c:pt>
                <c:pt idx="48364">
                  <c:v>24.85</c:v>
                </c:pt>
                <c:pt idx="48365">
                  <c:v>24.85</c:v>
                </c:pt>
                <c:pt idx="48366">
                  <c:v>24.85</c:v>
                </c:pt>
                <c:pt idx="48367">
                  <c:v>24.85</c:v>
                </c:pt>
                <c:pt idx="48368">
                  <c:v>24.85</c:v>
                </c:pt>
                <c:pt idx="48369">
                  <c:v>24.85</c:v>
                </c:pt>
                <c:pt idx="48370">
                  <c:v>24.85</c:v>
                </c:pt>
                <c:pt idx="48371">
                  <c:v>24.85</c:v>
                </c:pt>
                <c:pt idx="48372">
                  <c:v>24.85</c:v>
                </c:pt>
                <c:pt idx="48373">
                  <c:v>24.85</c:v>
                </c:pt>
                <c:pt idx="48374">
                  <c:v>24.85</c:v>
                </c:pt>
                <c:pt idx="48375">
                  <c:v>24.85</c:v>
                </c:pt>
                <c:pt idx="48376">
                  <c:v>24.85</c:v>
                </c:pt>
                <c:pt idx="48377">
                  <c:v>24.85</c:v>
                </c:pt>
                <c:pt idx="48378">
                  <c:v>24.85</c:v>
                </c:pt>
                <c:pt idx="48379">
                  <c:v>24.85</c:v>
                </c:pt>
                <c:pt idx="48380">
                  <c:v>24.85</c:v>
                </c:pt>
                <c:pt idx="48381">
                  <c:v>24.85</c:v>
                </c:pt>
                <c:pt idx="48382">
                  <c:v>24.85</c:v>
                </c:pt>
                <c:pt idx="48383">
                  <c:v>24.85</c:v>
                </c:pt>
                <c:pt idx="48384">
                  <c:v>24.85</c:v>
                </c:pt>
                <c:pt idx="48385">
                  <c:v>24.85</c:v>
                </c:pt>
                <c:pt idx="48386">
                  <c:v>24.85</c:v>
                </c:pt>
                <c:pt idx="48387">
                  <c:v>24.85</c:v>
                </c:pt>
                <c:pt idx="48388">
                  <c:v>24.85</c:v>
                </c:pt>
                <c:pt idx="48389">
                  <c:v>24.85</c:v>
                </c:pt>
                <c:pt idx="48390">
                  <c:v>24.85</c:v>
                </c:pt>
                <c:pt idx="48391">
                  <c:v>24.85</c:v>
                </c:pt>
                <c:pt idx="48392">
                  <c:v>24.85</c:v>
                </c:pt>
                <c:pt idx="48393">
                  <c:v>24.85</c:v>
                </c:pt>
                <c:pt idx="48394">
                  <c:v>24.85</c:v>
                </c:pt>
                <c:pt idx="48395">
                  <c:v>24.85</c:v>
                </c:pt>
                <c:pt idx="48396">
                  <c:v>24.85</c:v>
                </c:pt>
                <c:pt idx="48397">
                  <c:v>24.85</c:v>
                </c:pt>
                <c:pt idx="48398">
                  <c:v>24.85</c:v>
                </c:pt>
                <c:pt idx="48399">
                  <c:v>24.85</c:v>
                </c:pt>
                <c:pt idx="48400">
                  <c:v>24.85</c:v>
                </c:pt>
                <c:pt idx="48401">
                  <c:v>24.85</c:v>
                </c:pt>
                <c:pt idx="48402">
                  <c:v>24.85</c:v>
                </c:pt>
                <c:pt idx="48403">
                  <c:v>24.85</c:v>
                </c:pt>
                <c:pt idx="48404">
                  <c:v>24.85</c:v>
                </c:pt>
                <c:pt idx="48405">
                  <c:v>24.85</c:v>
                </c:pt>
                <c:pt idx="48406">
                  <c:v>24.85</c:v>
                </c:pt>
                <c:pt idx="48407">
                  <c:v>24.85</c:v>
                </c:pt>
                <c:pt idx="48408">
                  <c:v>24.85</c:v>
                </c:pt>
                <c:pt idx="48409">
                  <c:v>24.85</c:v>
                </c:pt>
                <c:pt idx="48410">
                  <c:v>24.85</c:v>
                </c:pt>
                <c:pt idx="48411">
                  <c:v>24.85</c:v>
                </c:pt>
                <c:pt idx="48412">
                  <c:v>24.85</c:v>
                </c:pt>
                <c:pt idx="48413">
                  <c:v>24.85</c:v>
                </c:pt>
                <c:pt idx="48414">
                  <c:v>24.85</c:v>
                </c:pt>
                <c:pt idx="48415">
                  <c:v>24.85</c:v>
                </c:pt>
                <c:pt idx="48416">
                  <c:v>24.85</c:v>
                </c:pt>
                <c:pt idx="48417">
                  <c:v>24.85</c:v>
                </c:pt>
                <c:pt idx="48418">
                  <c:v>24.85</c:v>
                </c:pt>
                <c:pt idx="48419">
                  <c:v>24.85</c:v>
                </c:pt>
                <c:pt idx="48420">
                  <c:v>24.85</c:v>
                </c:pt>
                <c:pt idx="48421">
                  <c:v>24.85</c:v>
                </c:pt>
                <c:pt idx="48422">
                  <c:v>24.85</c:v>
                </c:pt>
                <c:pt idx="48423">
                  <c:v>24.85</c:v>
                </c:pt>
                <c:pt idx="48424">
                  <c:v>24.85</c:v>
                </c:pt>
                <c:pt idx="48425">
                  <c:v>24.85</c:v>
                </c:pt>
                <c:pt idx="48426">
                  <c:v>24.85</c:v>
                </c:pt>
                <c:pt idx="48427">
                  <c:v>24.8</c:v>
                </c:pt>
                <c:pt idx="48428">
                  <c:v>24.8</c:v>
                </c:pt>
                <c:pt idx="48429">
                  <c:v>24.85</c:v>
                </c:pt>
                <c:pt idx="48430">
                  <c:v>24.85</c:v>
                </c:pt>
                <c:pt idx="48431">
                  <c:v>24.85</c:v>
                </c:pt>
                <c:pt idx="48432">
                  <c:v>24.85</c:v>
                </c:pt>
                <c:pt idx="48433">
                  <c:v>24.85</c:v>
                </c:pt>
                <c:pt idx="48434">
                  <c:v>24.85</c:v>
                </c:pt>
                <c:pt idx="48435">
                  <c:v>24.85</c:v>
                </c:pt>
                <c:pt idx="48436">
                  <c:v>24.85</c:v>
                </c:pt>
                <c:pt idx="48437">
                  <c:v>24.85</c:v>
                </c:pt>
                <c:pt idx="48438">
                  <c:v>24.85</c:v>
                </c:pt>
                <c:pt idx="48439">
                  <c:v>24.85</c:v>
                </c:pt>
                <c:pt idx="48440">
                  <c:v>24.85</c:v>
                </c:pt>
                <c:pt idx="48441">
                  <c:v>24.85</c:v>
                </c:pt>
                <c:pt idx="48442">
                  <c:v>24.85</c:v>
                </c:pt>
                <c:pt idx="48443">
                  <c:v>24.85</c:v>
                </c:pt>
                <c:pt idx="48444">
                  <c:v>24.85</c:v>
                </c:pt>
                <c:pt idx="48445">
                  <c:v>24.85</c:v>
                </c:pt>
                <c:pt idx="48446">
                  <c:v>24.85</c:v>
                </c:pt>
                <c:pt idx="48447">
                  <c:v>24.85</c:v>
                </c:pt>
                <c:pt idx="48448">
                  <c:v>24.85</c:v>
                </c:pt>
                <c:pt idx="48449">
                  <c:v>24.85</c:v>
                </c:pt>
                <c:pt idx="48450">
                  <c:v>24.85</c:v>
                </c:pt>
                <c:pt idx="48451">
                  <c:v>24.85</c:v>
                </c:pt>
                <c:pt idx="48452">
                  <c:v>24.8</c:v>
                </c:pt>
                <c:pt idx="48453">
                  <c:v>24.8</c:v>
                </c:pt>
                <c:pt idx="48454">
                  <c:v>24.85</c:v>
                </c:pt>
                <c:pt idx="48455">
                  <c:v>24.85</c:v>
                </c:pt>
                <c:pt idx="48456">
                  <c:v>24.8</c:v>
                </c:pt>
                <c:pt idx="48457">
                  <c:v>24.85</c:v>
                </c:pt>
                <c:pt idx="48458">
                  <c:v>24.85</c:v>
                </c:pt>
                <c:pt idx="48459">
                  <c:v>24.85</c:v>
                </c:pt>
                <c:pt idx="48460">
                  <c:v>24.85</c:v>
                </c:pt>
                <c:pt idx="48461">
                  <c:v>24.85</c:v>
                </c:pt>
                <c:pt idx="48462">
                  <c:v>24.85</c:v>
                </c:pt>
                <c:pt idx="48463">
                  <c:v>24.85</c:v>
                </c:pt>
                <c:pt idx="48464">
                  <c:v>24.85</c:v>
                </c:pt>
                <c:pt idx="48465">
                  <c:v>24.85</c:v>
                </c:pt>
                <c:pt idx="48466">
                  <c:v>24.85</c:v>
                </c:pt>
                <c:pt idx="48467">
                  <c:v>24.85</c:v>
                </c:pt>
                <c:pt idx="48468">
                  <c:v>24.85</c:v>
                </c:pt>
                <c:pt idx="48469">
                  <c:v>24.85</c:v>
                </c:pt>
                <c:pt idx="48470">
                  <c:v>24.85</c:v>
                </c:pt>
                <c:pt idx="48471">
                  <c:v>24.85</c:v>
                </c:pt>
                <c:pt idx="48472">
                  <c:v>24.85</c:v>
                </c:pt>
                <c:pt idx="48473">
                  <c:v>24.85</c:v>
                </c:pt>
                <c:pt idx="48474">
                  <c:v>24.85</c:v>
                </c:pt>
                <c:pt idx="48475">
                  <c:v>24.85</c:v>
                </c:pt>
                <c:pt idx="48476">
                  <c:v>24.85</c:v>
                </c:pt>
                <c:pt idx="48477">
                  <c:v>24.85</c:v>
                </c:pt>
                <c:pt idx="48478">
                  <c:v>24.85</c:v>
                </c:pt>
                <c:pt idx="48479">
                  <c:v>24.85</c:v>
                </c:pt>
                <c:pt idx="48480">
                  <c:v>24.85</c:v>
                </c:pt>
                <c:pt idx="48481">
                  <c:v>24.85</c:v>
                </c:pt>
                <c:pt idx="48482">
                  <c:v>24.85</c:v>
                </c:pt>
                <c:pt idx="48483">
                  <c:v>24.85</c:v>
                </c:pt>
                <c:pt idx="48484">
                  <c:v>24.85</c:v>
                </c:pt>
                <c:pt idx="48485">
                  <c:v>24.85</c:v>
                </c:pt>
                <c:pt idx="48486">
                  <c:v>24.85</c:v>
                </c:pt>
                <c:pt idx="48487">
                  <c:v>24.85</c:v>
                </c:pt>
                <c:pt idx="48488">
                  <c:v>24.85</c:v>
                </c:pt>
                <c:pt idx="48489">
                  <c:v>24.85</c:v>
                </c:pt>
                <c:pt idx="48490">
                  <c:v>24.85</c:v>
                </c:pt>
                <c:pt idx="48491">
                  <c:v>24.85</c:v>
                </c:pt>
                <c:pt idx="48492">
                  <c:v>24.85</c:v>
                </c:pt>
                <c:pt idx="48493">
                  <c:v>24.85</c:v>
                </c:pt>
                <c:pt idx="48494">
                  <c:v>24.85</c:v>
                </c:pt>
                <c:pt idx="48495">
                  <c:v>24.85</c:v>
                </c:pt>
                <c:pt idx="48496">
                  <c:v>24.85</c:v>
                </c:pt>
                <c:pt idx="48497">
                  <c:v>24.85</c:v>
                </c:pt>
                <c:pt idx="48498">
                  <c:v>24.85</c:v>
                </c:pt>
                <c:pt idx="48499">
                  <c:v>24.85</c:v>
                </c:pt>
                <c:pt idx="48500">
                  <c:v>24.85</c:v>
                </c:pt>
                <c:pt idx="48501">
                  <c:v>24.85</c:v>
                </c:pt>
                <c:pt idx="48502">
                  <c:v>24.85</c:v>
                </c:pt>
                <c:pt idx="48503">
                  <c:v>24.85</c:v>
                </c:pt>
                <c:pt idx="48504">
                  <c:v>24.85</c:v>
                </c:pt>
                <c:pt idx="48505">
                  <c:v>24.85</c:v>
                </c:pt>
                <c:pt idx="48506">
                  <c:v>24.85</c:v>
                </c:pt>
                <c:pt idx="48507">
                  <c:v>24.85</c:v>
                </c:pt>
                <c:pt idx="48508">
                  <c:v>24.85</c:v>
                </c:pt>
                <c:pt idx="48509">
                  <c:v>24.85</c:v>
                </c:pt>
                <c:pt idx="48510">
                  <c:v>24.85</c:v>
                </c:pt>
                <c:pt idx="48511">
                  <c:v>24.85</c:v>
                </c:pt>
                <c:pt idx="48512">
                  <c:v>24.85</c:v>
                </c:pt>
                <c:pt idx="48513">
                  <c:v>24.85</c:v>
                </c:pt>
                <c:pt idx="48514">
                  <c:v>24.85</c:v>
                </c:pt>
                <c:pt idx="48515">
                  <c:v>24.85</c:v>
                </c:pt>
                <c:pt idx="48516">
                  <c:v>24.85</c:v>
                </c:pt>
                <c:pt idx="48517">
                  <c:v>24.85</c:v>
                </c:pt>
                <c:pt idx="48518">
                  <c:v>24.85</c:v>
                </c:pt>
                <c:pt idx="48519">
                  <c:v>24.85</c:v>
                </c:pt>
                <c:pt idx="48520">
                  <c:v>24.85</c:v>
                </c:pt>
                <c:pt idx="48521">
                  <c:v>24.85</c:v>
                </c:pt>
                <c:pt idx="48522">
                  <c:v>24.85</c:v>
                </c:pt>
                <c:pt idx="48523">
                  <c:v>24.85</c:v>
                </c:pt>
                <c:pt idx="48524">
                  <c:v>24.85</c:v>
                </c:pt>
                <c:pt idx="48525">
                  <c:v>24.85</c:v>
                </c:pt>
                <c:pt idx="48526">
                  <c:v>24.85</c:v>
                </c:pt>
                <c:pt idx="48527">
                  <c:v>24.85</c:v>
                </c:pt>
                <c:pt idx="48528">
                  <c:v>24.85</c:v>
                </c:pt>
                <c:pt idx="48529">
                  <c:v>24.85</c:v>
                </c:pt>
                <c:pt idx="48530">
                  <c:v>24.85</c:v>
                </c:pt>
                <c:pt idx="48531">
                  <c:v>24.85</c:v>
                </c:pt>
                <c:pt idx="48532">
                  <c:v>24.85</c:v>
                </c:pt>
                <c:pt idx="48533">
                  <c:v>24.85</c:v>
                </c:pt>
                <c:pt idx="48534">
                  <c:v>24.85</c:v>
                </c:pt>
                <c:pt idx="48535">
                  <c:v>24.85</c:v>
                </c:pt>
                <c:pt idx="48536">
                  <c:v>24.85</c:v>
                </c:pt>
                <c:pt idx="48537">
                  <c:v>24.85</c:v>
                </c:pt>
                <c:pt idx="48538">
                  <c:v>24.85</c:v>
                </c:pt>
                <c:pt idx="48539">
                  <c:v>24.85</c:v>
                </c:pt>
                <c:pt idx="48540">
                  <c:v>24.85</c:v>
                </c:pt>
                <c:pt idx="48541">
                  <c:v>24.85</c:v>
                </c:pt>
                <c:pt idx="48542">
                  <c:v>24.85</c:v>
                </c:pt>
                <c:pt idx="48543">
                  <c:v>24.85</c:v>
                </c:pt>
                <c:pt idx="48544">
                  <c:v>24.85</c:v>
                </c:pt>
                <c:pt idx="48545">
                  <c:v>24.85</c:v>
                </c:pt>
                <c:pt idx="48546">
                  <c:v>24.85</c:v>
                </c:pt>
                <c:pt idx="48547">
                  <c:v>24.85</c:v>
                </c:pt>
                <c:pt idx="48548">
                  <c:v>24.85</c:v>
                </c:pt>
                <c:pt idx="48549">
                  <c:v>24.85</c:v>
                </c:pt>
                <c:pt idx="48550">
                  <c:v>24.85</c:v>
                </c:pt>
                <c:pt idx="48551">
                  <c:v>24.85</c:v>
                </c:pt>
                <c:pt idx="48552">
                  <c:v>24.85</c:v>
                </c:pt>
                <c:pt idx="48553">
                  <c:v>24.85</c:v>
                </c:pt>
                <c:pt idx="48554">
                  <c:v>24.85</c:v>
                </c:pt>
                <c:pt idx="48555">
                  <c:v>24.85</c:v>
                </c:pt>
                <c:pt idx="48556">
                  <c:v>24.85</c:v>
                </c:pt>
                <c:pt idx="48557">
                  <c:v>24.85</c:v>
                </c:pt>
                <c:pt idx="48558">
                  <c:v>24.85</c:v>
                </c:pt>
                <c:pt idx="48559">
                  <c:v>24.85</c:v>
                </c:pt>
                <c:pt idx="48560">
                  <c:v>24.85</c:v>
                </c:pt>
                <c:pt idx="48561">
                  <c:v>24.85</c:v>
                </c:pt>
                <c:pt idx="48562">
                  <c:v>24.85</c:v>
                </c:pt>
                <c:pt idx="48563">
                  <c:v>24.85</c:v>
                </c:pt>
                <c:pt idx="48564">
                  <c:v>24.85</c:v>
                </c:pt>
                <c:pt idx="48565">
                  <c:v>24.85</c:v>
                </c:pt>
                <c:pt idx="48566">
                  <c:v>24.85</c:v>
                </c:pt>
                <c:pt idx="48567">
                  <c:v>24.85</c:v>
                </c:pt>
                <c:pt idx="48568">
                  <c:v>24.85</c:v>
                </c:pt>
                <c:pt idx="48569">
                  <c:v>24.85</c:v>
                </c:pt>
                <c:pt idx="48570">
                  <c:v>24.85</c:v>
                </c:pt>
                <c:pt idx="48571">
                  <c:v>24.85</c:v>
                </c:pt>
                <c:pt idx="48572">
                  <c:v>24.85</c:v>
                </c:pt>
                <c:pt idx="48573">
                  <c:v>24.85</c:v>
                </c:pt>
                <c:pt idx="48574">
                  <c:v>24.85</c:v>
                </c:pt>
                <c:pt idx="48575">
                  <c:v>24.85</c:v>
                </c:pt>
                <c:pt idx="48576">
                  <c:v>24.85</c:v>
                </c:pt>
                <c:pt idx="48577">
                  <c:v>24.85</c:v>
                </c:pt>
                <c:pt idx="48578">
                  <c:v>24.85</c:v>
                </c:pt>
                <c:pt idx="48579">
                  <c:v>24.85</c:v>
                </c:pt>
                <c:pt idx="48580">
                  <c:v>24.85</c:v>
                </c:pt>
                <c:pt idx="48581">
                  <c:v>24.85</c:v>
                </c:pt>
                <c:pt idx="48582">
                  <c:v>24.85</c:v>
                </c:pt>
                <c:pt idx="48583">
                  <c:v>24.85</c:v>
                </c:pt>
                <c:pt idx="48584">
                  <c:v>24.85</c:v>
                </c:pt>
                <c:pt idx="48585">
                  <c:v>24.85</c:v>
                </c:pt>
                <c:pt idx="48586">
                  <c:v>24.85</c:v>
                </c:pt>
                <c:pt idx="48587">
                  <c:v>24.85</c:v>
                </c:pt>
                <c:pt idx="48588">
                  <c:v>24.85</c:v>
                </c:pt>
                <c:pt idx="48589">
                  <c:v>24.85</c:v>
                </c:pt>
                <c:pt idx="48590">
                  <c:v>24.85</c:v>
                </c:pt>
                <c:pt idx="48591">
                  <c:v>24.85</c:v>
                </c:pt>
                <c:pt idx="48592">
                  <c:v>24.85</c:v>
                </c:pt>
                <c:pt idx="48593">
                  <c:v>24.85</c:v>
                </c:pt>
                <c:pt idx="48594">
                  <c:v>24.85</c:v>
                </c:pt>
                <c:pt idx="48595">
                  <c:v>24.85</c:v>
                </c:pt>
                <c:pt idx="48596">
                  <c:v>24.85</c:v>
                </c:pt>
                <c:pt idx="48597">
                  <c:v>24.85</c:v>
                </c:pt>
                <c:pt idx="48598">
                  <c:v>24.85</c:v>
                </c:pt>
                <c:pt idx="48599">
                  <c:v>24.85</c:v>
                </c:pt>
                <c:pt idx="48600">
                  <c:v>24.85</c:v>
                </c:pt>
                <c:pt idx="48601">
                  <c:v>24.85</c:v>
                </c:pt>
                <c:pt idx="48602">
                  <c:v>24.85</c:v>
                </c:pt>
                <c:pt idx="48603">
                  <c:v>24.85</c:v>
                </c:pt>
                <c:pt idx="48604">
                  <c:v>24.85</c:v>
                </c:pt>
                <c:pt idx="48605">
                  <c:v>24.85</c:v>
                </c:pt>
                <c:pt idx="48606">
                  <c:v>24.85</c:v>
                </c:pt>
                <c:pt idx="48607">
                  <c:v>24.85</c:v>
                </c:pt>
                <c:pt idx="48608">
                  <c:v>24.85</c:v>
                </c:pt>
                <c:pt idx="48609">
                  <c:v>24.85</c:v>
                </c:pt>
                <c:pt idx="48610">
                  <c:v>24.85</c:v>
                </c:pt>
                <c:pt idx="48611">
                  <c:v>24.9</c:v>
                </c:pt>
                <c:pt idx="48612">
                  <c:v>24.9</c:v>
                </c:pt>
                <c:pt idx="48613">
                  <c:v>24.9</c:v>
                </c:pt>
                <c:pt idx="48614">
                  <c:v>24.9</c:v>
                </c:pt>
                <c:pt idx="48615">
                  <c:v>24.9</c:v>
                </c:pt>
                <c:pt idx="48616">
                  <c:v>24.9</c:v>
                </c:pt>
                <c:pt idx="48617">
                  <c:v>24.85</c:v>
                </c:pt>
                <c:pt idx="48618">
                  <c:v>24.9</c:v>
                </c:pt>
                <c:pt idx="48619">
                  <c:v>24.9</c:v>
                </c:pt>
                <c:pt idx="48620">
                  <c:v>24.9</c:v>
                </c:pt>
                <c:pt idx="48621">
                  <c:v>24.9</c:v>
                </c:pt>
                <c:pt idx="48622">
                  <c:v>24.9</c:v>
                </c:pt>
                <c:pt idx="48623">
                  <c:v>24.9</c:v>
                </c:pt>
                <c:pt idx="48624">
                  <c:v>24.9</c:v>
                </c:pt>
                <c:pt idx="48625">
                  <c:v>24.9</c:v>
                </c:pt>
                <c:pt idx="48626">
                  <c:v>24.9</c:v>
                </c:pt>
                <c:pt idx="48627">
                  <c:v>24.9</c:v>
                </c:pt>
                <c:pt idx="48628">
                  <c:v>24.9</c:v>
                </c:pt>
                <c:pt idx="48629">
                  <c:v>24.9</c:v>
                </c:pt>
                <c:pt idx="48630">
                  <c:v>24.9</c:v>
                </c:pt>
                <c:pt idx="48631">
                  <c:v>24.9</c:v>
                </c:pt>
                <c:pt idx="48632">
                  <c:v>24.9</c:v>
                </c:pt>
                <c:pt idx="48633">
                  <c:v>24.9</c:v>
                </c:pt>
                <c:pt idx="48634">
                  <c:v>24.9</c:v>
                </c:pt>
                <c:pt idx="48635">
                  <c:v>24.85</c:v>
                </c:pt>
                <c:pt idx="48636">
                  <c:v>24.9</c:v>
                </c:pt>
                <c:pt idx="48637">
                  <c:v>24.85</c:v>
                </c:pt>
                <c:pt idx="48638">
                  <c:v>24.9</c:v>
                </c:pt>
                <c:pt idx="48639">
                  <c:v>24.85</c:v>
                </c:pt>
                <c:pt idx="48640">
                  <c:v>24.9</c:v>
                </c:pt>
                <c:pt idx="48641">
                  <c:v>24.85</c:v>
                </c:pt>
                <c:pt idx="48642">
                  <c:v>24.85</c:v>
                </c:pt>
                <c:pt idx="48643">
                  <c:v>24.9</c:v>
                </c:pt>
                <c:pt idx="48644">
                  <c:v>24.85</c:v>
                </c:pt>
                <c:pt idx="48645">
                  <c:v>24.85</c:v>
                </c:pt>
                <c:pt idx="48646">
                  <c:v>24.9</c:v>
                </c:pt>
                <c:pt idx="48647">
                  <c:v>24.85</c:v>
                </c:pt>
                <c:pt idx="48648">
                  <c:v>24.85</c:v>
                </c:pt>
                <c:pt idx="48649">
                  <c:v>24.85</c:v>
                </c:pt>
                <c:pt idx="48650">
                  <c:v>24.85</c:v>
                </c:pt>
                <c:pt idx="48651">
                  <c:v>24.85</c:v>
                </c:pt>
                <c:pt idx="48652">
                  <c:v>24.85</c:v>
                </c:pt>
                <c:pt idx="48653">
                  <c:v>24.85</c:v>
                </c:pt>
                <c:pt idx="48654">
                  <c:v>24.85</c:v>
                </c:pt>
                <c:pt idx="48655">
                  <c:v>24.85</c:v>
                </c:pt>
                <c:pt idx="48656">
                  <c:v>24.85</c:v>
                </c:pt>
                <c:pt idx="48657">
                  <c:v>24.85</c:v>
                </c:pt>
                <c:pt idx="48658">
                  <c:v>24.85</c:v>
                </c:pt>
                <c:pt idx="48659">
                  <c:v>24.85</c:v>
                </c:pt>
                <c:pt idx="48660">
                  <c:v>24.85</c:v>
                </c:pt>
                <c:pt idx="48661">
                  <c:v>24.85</c:v>
                </c:pt>
                <c:pt idx="48662">
                  <c:v>24.85</c:v>
                </c:pt>
                <c:pt idx="48663">
                  <c:v>24.85</c:v>
                </c:pt>
                <c:pt idx="48664">
                  <c:v>24.85</c:v>
                </c:pt>
                <c:pt idx="48665">
                  <c:v>24.85</c:v>
                </c:pt>
                <c:pt idx="48666">
                  <c:v>24.85</c:v>
                </c:pt>
                <c:pt idx="48667">
                  <c:v>24.85</c:v>
                </c:pt>
                <c:pt idx="48668">
                  <c:v>24.85</c:v>
                </c:pt>
                <c:pt idx="48669">
                  <c:v>24.85</c:v>
                </c:pt>
                <c:pt idx="48670">
                  <c:v>24.85</c:v>
                </c:pt>
                <c:pt idx="48671">
                  <c:v>24.85</c:v>
                </c:pt>
                <c:pt idx="48672">
                  <c:v>24.85</c:v>
                </c:pt>
                <c:pt idx="48673">
                  <c:v>24.85</c:v>
                </c:pt>
                <c:pt idx="48674">
                  <c:v>24.85</c:v>
                </c:pt>
                <c:pt idx="48675">
                  <c:v>24.85</c:v>
                </c:pt>
                <c:pt idx="48676">
                  <c:v>24.85</c:v>
                </c:pt>
                <c:pt idx="48677">
                  <c:v>24.85</c:v>
                </c:pt>
                <c:pt idx="48678">
                  <c:v>24.85</c:v>
                </c:pt>
                <c:pt idx="48679">
                  <c:v>24.85</c:v>
                </c:pt>
                <c:pt idx="48680">
                  <c:v>24.85</c:v>
                </c:pt>
                <c:pt idx="48681">
                  <c:v>24.85</c:v>
                </c:pt>
                <c:pt idx="48682">
                  <c:v>24.85</c:v>
                </c:pt>
                <c:pt idx="48683">
                  <c:v>24.85</c:v>
                </c:pt>
                <c:pt idx="48684">
                  <c:v>24.85</c:v>
                </c:pt>
                <c:pt idx="48685">
                  <c:v>24.85</c:v>
                </c:pt>
                <c:pt idx="48686">
                  <c:v>24.85</c:v>
                </c:pt>
                <c:pt idx="48687">
                  <c:v>24.85</c:v>
                </c:pt>
                <c:pt idx="48688">
                  <c:v>24.85</c:v>
                </c:pt>
                <c:pt idx="48689">
                  <c:v>24.85</c:v>
                </c:pt>
                <c:pt idx="48690">
                  <c:v>24.85</c:v>
                </c:pt>
                <c:pt idx="48691">
                  <c:v>24.85</c:v>
                </c:pt>
                <c:pt idx="48692">
                  <c:v>24.85</c:v>
                </c:pt>
                <c:pt idx="48693">
                  <c:v>24.85</c:v>
                </c:pt>
                <c:pt idx="48694">
                  <c:v>24.85</c:v>
                </c:pt>
                <c:pt idx="48695">
                  <c:v>24.85</c:v>
                </c:pt>
                <c:pt idx="48696">
                  <c:v>24.85</c:v>
                </c:pt>
                <c:pt idx="48697">
                  <c:v>24.85</c:v>
                </c:pt>
                <c:pt idx="48698">
                  <c:v>24.85</c:v>
                </c:pt>
                <c:pt idx="48699">
                  <c:v>24.85</c:v>
                </c:pt>
                <c:pt idx="48700">
                  <c:v>24.85</c:v>
                </c:pt>
                <c:pt idx="48701">
                  <c:v>24.85</c:v>
                </c:pt>
                <c:pt idx="48702">
                  <c:v>24.85</c:v>
                </c:pt>
                <c:pt idx="48703">
                  <c:v>24.85</c:v>
                </c:pt>
                <c:pt idx="48704">
                  <c:v>24.85</c:v>
                </c:pt>
                <c:pt idx="48705">
                  <c:v>24.85</c:v>
                </c:pt>
                <c:pt idx="48706">
                  <c:v>24.85</c:v>
                </c:pt>
                <c:pt idx="48707">
                  <c:v>24.85</c:v>
                </c:pt>
                <c:pt idx="48708">
                  <c:v>24.85</c:v>
                </c:pt>
                <c:pt idx="48709">
                  <c:v>24.85</c:v>
                </c:pt>
                <c:pt idx="48710">
                  <c:v>24.85</c:v>
                </c:pt>
                <c:pt idx="48711">
                  <c:v>24.85</c:v>
                </c:pt>
                <c:pt idx="48712">
                  <c:v>24.85</c:v>
                </c:pt>
                <c:pt idx="48713">
                  <c:v>24.85</c:v>
                </c:pt>
                <c:pt idx="48714">
                  <c:v>24.85</c:v>
                </c:pt>
                <c:pt idx="48715">
                  <c:v>24.85</c:v>
                </c:pt>
                <c:pt idx="48716">
                  <c:v>24.85</c:v>
                </c:pt>
                <c:pt idx="48717">
                  <c:v>24.85</c:v>
                </c:pt>
                <c:pt idx="48718">
                  <c:v>24.85</c:v>
                </c:pt>
                <c:pt idx="48719">
                  <c:v>24.85</c:v>
                </c:pt>
                <c:pt idx="48720">
                  <c:v>24.85</c:v>
                </c:pt>
                <c:pt idx="48721">
                  <c:v>24.85</c:v>
                </c:pt>
                <c:pt idx="48722">
                  <c:v>24.85</c:v>
                </c:pt>
                <c:pt idx="48723">
                  <c:v>24.85</c:v>
                </c:pt>
                <c:pt idx="48724">
                  <c:v>24.85</c:v>
                </c:pt>
                <c:pt idx="48725">
                  <c:v>24.85</c:v>
                </c:pt>
                <c:pt idx="48726">
                  <c:v>24.85</c:v>
                </c:pt>
                <c:pt idx="48727">
                  <c:v>24.85</c:v>
                </c:pt>
                <c:pt idx="48728">
                  <c:v>24.85</c:v>
                </c:pt>
                <c:pt idx="48729">
                  <c:v>24.85</c:v>
                </c:pt>
                <c:pt idx="48730">
                  <c:v>24.85</c:v>
                </c:pt>
                <c:pt idx="48731">
                  <c:v>24.85</c:v>
                </c:pt>
                <c:pt idx="48732">
                  <c:v>24.85</c:v>
                </c:pt>
                <c:pt idx="48733">
                  <c:v>24.85</c:v>
                </c:pt>
                <c:pt idx="48734">
                  <c:v>24.85</c:v>
                </c:pt>
                <c:pt idx="48735">
                  <c:v>24.85</c:v>
                </c:pt>
                <c:pt idx="48736">
                  <c:v>24.85</c:v>
                </c:pt>
                <c:pt idx="48737">
                  <c:v>24.85</c:v>
                </c:pt>
                <c:pt idx="48738">
                  <c:v>24.85</c:v>
                </c:pt>
                <c:pt idx="48739">
                  <c:v>24.85</c:v>
                </c:pt>
                <c:pt idx="48740">
                  <c:v>24.85</c:v>
                </c:pt>
                <c:pt idx="48741">
                  <c:v>24.85</c:v>
                </c:pt>
                <c:pt idx="48742">
                  <c:v>24.85</c:v>
                </c:pt>
                <c:pt idx="48743">
                  <c:v>24.85</c:v>
                </c:pt>
                <c:pt idx="48744">
                  <c:v>24.85</c:v>
                </c:pt>
                <c:pt idx="48745">
                  <c:v>24.85</c:v>
                </c:pt>
                <c:pt idx="48746">
                  <c:v>24.85</c:v>
                </c:pt>
                <c:pt idx="48747">
                  <c:v>24.85</c:v>
                </c:pt>
                <c:pt idx="48748">
                  <c:v>24.85</c:v>
                </c:pt>
                <c:pt idx="48749">
                  <c:v>24.85</c:v>
                </c:pt>
                <c:pt idx="48750">
                  <c:v>24.85</c:v>
                </c:pt>
                <c:pt idx="48751">
                  <c:v>24.85</c:v>
                </c:pt>
                <c:pt idx="48752">
                  <c:v>24.85</c:v>
                </c:pt>
                <c:pt idx="48753">
                  <c:v>24.85</c:v>
                </c:pt>
                <c:pt idx="48754">
                  <c:v>24.85</c:v>
                </c:pt>
                <c:pt idx="48755">
                  <c:v>24.85</c:v>
                </c:pt>
                <c:pt idx="48756">
                  <c:v>24.85</c:v>
                </c:pt>
                <c:pt idx="48757">
                  <c:v>24.85</c:v>
                </c:pt>
                <c:pt idx="48758">
                  <c:v>24.8</c:v>
                </c:pt>
                <c:pt idx="48759">
                  <c:v>24.85</c:v>
                </c:pt>
                <c:pt idx="48760">
                  <c:v>24.8</c:v>
                </c:pt>
                <c:pt idx="48761">
                  <c:v>24.8</c:v>
                </c:pt>
                <c:pt idx="48762">
                  <c:v>24.85</c:v>
                </c:pt>
                <c:pt idx="48763">
                  <c:v>24.8</c:v>
                </c:pt>
                <c:pt idx="48764">
                  <c:v>24.8</c:v>
                </c:pt>
                <c:pt idx="48765">
                  <c:v>24.8</c:v>
                </c:pt>
                <c:pt idx="48766">
                  <c:v>24.8</c:v>
                </c:pt>
                <c:pt idx="48767">
                  <c:v>24.8</c:v>
                </c:pt>
                <c:pt idx="48768">
                  <c:v>24.8</c:v>
                </c:pt>
                <c:pt idx="48769">
                  <c:v>24.8</c:v>
                </c:pt>
                <c:pt idx="48770">
                  <c:v>24.8</c:v>
                </c:pt>
                <c:pt idx="48771">
                  <c:v>24.8</c:v>
                </c:pt>
                <c:pt idx="48772">
                  <c:v>24.8</c:v>
                </c:pt>
                <c:pt idx="48773">
                  <c:v>24.8</c:v>
                </c:pt>
                <c:pt idx="48774">
                  <c:v>24.8</c:v>
                </c:pt>
                <c:pt idx="48775">
                  <c:v>24.8</c:v>
                </c:pt>
                <c:pt idx="48776">
                  <c:v>24.8</c:v>
                </c:pt>
                <c:pt idx="48777">
                  <c:v>24.8</c:v>
                </c:pt>
                <c:pt idx="48778">
                  <c:v>24.8</c:v>
                </c:pt>
                <c:pt idx="48779">
                  <c:v>24.8</c:v>
                </c:pt>
                <c:pt idx="48780">
                  <c:v>24.8</c:v>
                </c:pt>
                <c:pt idx="48781">
                  <c:v>24.8</c:v>
                </c:pt>
                <c:pt idx="48782">
                  <c:v>24.8</c:v>
                </c:pt>
                <c:pt idx="48783">
                  <c:v>24.85</c:v>
                </c:pt>
                <c:pt idx="48784">
                  <c:v>24.85</c:v>
                </c:pt>
                <c:pt idx="48785">
                  <c:v>24.85</c:v>
                </c:pt>
                <c:pt idx="48786">
                  <c:v>24.85</c:v>
                </c:pt>
                <c:pt idx="48787">
                  <c:v>24.85</c:v>
                </c:pt>
                <c:pt idx="48788">
                  <c:v>24.85</c:v>
                </c:pt>
                <c:pt idx="48789">
                  <c:v>24.85</c:v>
                </c:pt>
                <c:pt idx="48790">
                  <c:v>24.8</c:v>
                </c:pt>
                <c:pt idx="48791">
                  <c:v>24.8</c:v>
                </c:pt>
                <c:pt idx="48792">
                  <c:v>24.8</c:v>
                </c:pt>
                <c:pt idx="48793">
                  <c:v>24.8</c:v>
                </c:pt>
                <c:pt idx="48794">
                  <c:v>24.8</c:v>
                </c:pt>
                <c:pt idx="48795">
                  <c:v>24.8</c:v>
                </c:pt>
                <c:pt idx="48796">
                  <c:v>24.8</c:v>
                </c:pt>
                <c:pt idx="48797">
                  <c:v>24.8</c:v>
                </c:pt>
                <c:pt idx="48798">
                  <c:v>24.8</c:v>
                </c:pt>
                <c:pt idx="48799">
                  <c:v>24.8</c:v>
                </c:pt>
                <c:pt idx="48800">
                  <c:v>24.8</c:v>
                </c:pt>
                <c:pt idx="48801">
                  <c:v>24.8</c:v>
                </c:pt>
                <c:pt idx="48802">
                  <c:v>24.8</c:v>
                </c:pt>
                <c:pt idx="48803">
                  <c:v>24.8</c:v>
                </c:pt>
                <c:pt idx="48804">
                  <c:v>24.8</c:v>
                </c:pt>
                <c:pt idx="48805">
                  <c:v>24.8</c:v>
                </c:pt>
                <c:pt idx="48806">
                  <c:v>24.8</c:v>
                </c:pt>
                <c:pt idx="48807">
                  <c:v>24.8</c:v>
                </c:pt>
                <c:pt idx="48808">
                  <c:v>24.8</c:v>
                </c:pt>
                <c:pt idx="48809">
                  <c:v>24.85</c:v>
                </c:pt>
                <c:pt idx="48810">
                  <c:v>24.85</c:v>
                </c:pt>
                <c:pt idx="48811">
                  <c:v>24.85</c:v>
                </c:pt>
                <c:pt idx="48812">
                  <c:v>24.8</c:v>
                </c:pt>
                <c:pt idx="48813">
                  <c:v>24.85</c:v>
                </c:pt>
                <c:pt idx="48814">
                  <c:v>24.85</c:v>
                </c:pt>
                <c:pt idx="48815">
                  <c:v>24.85</c:v>
                </c:pt>
                <c:pt idx="48816">
                  <c:v>24.85</c:v>
                </c:pt>
                <c:pt idx="48817">
                  <c:v>24.85</c:v>
                </c:pt>
                <c:pt idx="48818">
                  <c:v>24.85</c:v>
                </c:pt>
                <c:pt idx="48819">
                  <c:v>24.85</c:v>
                </c:pt>
                <c:pt idx="48820">
                  <c:v>24.85</c:v>
                </c:pt>
                <c:pt idx="48821">
                  <c:v>24.85</c:v>
                </c:pt>
                <c:pt idx="48822">
                  <c:v>24.85</c:v>
                </c:pt>
                <c:pt idx="48823">
                  <c:v>24.85</c:v>
                </c:pt>
                <c:pt idx="48824">
                  <c:v>24.8</c:v>
                </c:pt>
                <c:pt idx="48825">
                  <c:v>24.8</c:v>
                </c:pt>
                <c:pt idx="48826">
                  <c:v>24.8</c:v>
                </c:pt>
                <c:pt idx="48827">
                  <c:v>24.8</c:v>
                </c:pt>
                <c:pt idx="48828">
                  <c:v>24.8</c:v>
                </c:pt>
                <c:pt idx="48829">
                  <c:v>24.8</c:v>
                </c:pt>
                <c:pt idx="48830">
                  <c:v>24.8</c:v>
                </c:pt>
                <c:pt idx="48831">
                  <c:v>24.8</c:v>
                </c:pt>
                <c:pt idx="48832">
                  <c:v>24.8</c:v>
                </c:pt>
                <c:pt idx="48833">
                  <c:v>24.8</c:v>
                </c:pt>
                <c:pt idx="48834">
                  <c:v>24.8</c:v>
                </c:pt>
                <c:pt idx="48835">
                  <c:v>24.8</c:v>
                </c:pt>
                <c:pt idx="48836">
                  <c:v>24.8</c:v>
                </c:pt>
                <c:pt idx="48837">
                  <c:v>24.8</c:v>
                </c:pt>
                <c:pt idx="48838">
                  <c:v>24.8</c:v>
                </c:pt>
                <c:pt idx="48839">
                  <c:v>24.8</c:v>
                </c:pt>
                <c:pt idx="48840">
                  <c:v>24.85</c:v>
                </c:pt>
                <c:pt idx="48841">
                  <c:v>24.85</c:v>
                </c:pt>
                <c:pt idx="48842">
                  <c:v>24.85</c:v>
                </c:pt>
                <c:pt idx="48843">
                  <c:v>24.85</c:v>
                </c:pt>
                <c:pt idx="48844">
                  <c:v>24.85</c:v>
                </c:pt>
                <c:pt idx="48845">
                  <c:v>24.85</c:v>
                </c:pt>
                <c:pt idx="48846">
                  <c:v>24.85</c:v>
                </c:pt>
                <c:pt idx="48847">
                  <c:v>24.85</c:v>
                </c:pt>
                <c:pt idx="48848">
                  <c:v>24.85</c:v>
                </c:pt>
                <c:pt idx="48849">
                  <c:v>24.85</c:v>
                </c:pt>
                <c:pt idx="48850">
                  <c:v>24.85</c:v>
                </c:pt>
                <c:pt idx="48851">
                  <c:v>24.85</c:v>
                </c:pt>
                <c:pt idx="48852">
                  <c:v>24.8</c:v>
                </c:pt>
                <c:pt idx="48853">
                  <c:v>24.8</c:v>
                </c:pt>
                <c:pt idx="48854">
                  <c:v>24.8</c:v>
                </c:pt>
                <c:pt idx="48855">
                  <c:v>24.8</c:v>
                </c:pt>
                <c:pt idx="48856">
                  <c:v>24.8</c:v>
                </c:pt>
                <c:pt idx="48857">
                  <c:v>24.8</c:v>
                </c:pt>
                <c:pt idx="48858">
                  <c:v>24.8</c:v>
                </c:pt>
                <c:pt idx="48859">
                  <c:v>24.8</c:v>
                </c:pt>
                <c:pt idx="48860">
                  <c:v>24.8</c:v>
                </c:pt>
                <c:pt idx="48861">
                  <c:v>24.8</c:v>
                </c:pt>
                <c:pt idx="48862">
                  <c:v>24.8</c:v>
                </c:pt>
                <c:pt idx="48863">
                  <c:v>24.8</c:v>
                </c:pt>
                <c:pt idx="48864">
                  <c:v>24.8</c:v>
                </c:pt>
                <c:pt idx="48865">
                  <c:v>24.8</c:v>
                </c:pt>
                <c:pt idx="48866">
                  <c:v>24.8</c:v>
                </c:pt>
                <c:pt idx="48867">
                  <c:v>24.85</c:v>
                </c:pt>
                <c:pt idx="48868">
                  <c:v>24.8</c:v>
                </c:pt>
                <c:pt idx="48869">
                  <c:v>24.85</c:v>
                </c:pt>
                <c:pt idx="48870">
                  <c:v>24.85</c:v>
                </c:pt>
                <c:pt idx="48871">
                  <c:v>24.8</c:v>
                </c:pt>
                <c:pt idx="48872">
                  <c:v>24.85</c:v>
                </c:pt>
                <c:pt idx="48873">
                  <c:v>24.85</c:v>
                </c:pt>
                <c:pt idx="48874">
                  <c:v>24.85</c:v>
                </c:pt>
                <c:pt idx="48875">
                  <c:v>24.85</c:v>
                </c:pt>
                <c:pt idx="48876">
                  <c:v>24.85</c:v>
                </c:pt>
                <c:pt idx="48877">
                  <c:v>24.85</c:v>
                </c:pt>
                <c:pt idx="48878">
                  <c:v>24.85</c:v>
                </c:pt>
                <c:pt idx="48879">
                  <c:v>24.85</c:v>
                </c:pt>
                <c:pt idx="48880">
                  <c:v>24.85</c:v>
                </c:pt>
                <c:pt idx="48881">
                  <c:v>24.85</c:v>
                </c:pt>
                <c:pt idx="48882">
                  <c:v>24.85</c:v>
                </c:pt>
                <c:pt idx="48883">
                  <c:v>24.85</c:v>
                </c:pt>
                <c:pt idx="48884">
                  <c:v>24.85</c:v>
                </c:pt>
                <c:pt idx="48885">
                  <c:v>24.85</c:v>
                </c:pt>
                <c:pt idx="48886">
                  <c:v>24.85</c:v>
                </c:pt>
                <c:pt idx="48887">
                  <c:v>24.85</c:v>
                </c:pt>
                <c:pt idx="48888">
                  <c:v>24.85</c:v>
                </c:pt>
                <c:pt idx="48889">
                  <c:v>24.85</c:v>
                </c:pt>
                <c:pt idx="48890">
                  <c:v>24.85</c:v>
                </c:pt>
                <c:pt idx="48891">
                  <c:v>24.85</c:v>
                </c:pt>
                <c:pt idx="48892">
                  <c:v>24.85</c:v>
                </c:pt>
                <c:pt idx="48893">
                  <c:v>24.85</c:v>
                </c:pt>
                <c:pt idx="48894">
                  <c:v>24.85</c:v>
                </c:pt>
                <c:pt idx="48895">
                  <c:v>24.85</c:v>
                </c:pt>
                <c:pt idx="48896">
                  <c:v>24.85</c:v>
                </c:pt>
                <c:pt idx="48897">
                  <c:v>24.85</c:v>
                </c:pt>
                <c:pt idx="48898">
                  <c:v>24.85</c:v>
                </c:pt>
                <c:pt idx="48899">
                  <c:v>24.85</c:v>
                </c:pt>
                <c:pt idx="48900">
                  <c:v>24.85</c:v>
                </c:pt>
                <c:pt idx="48901">
                  <c:v>24.85</c:v>
                </c:pt>
                <c:pt idx="48902">
                  <c:v>24.85</c:v>
                </c:pt>
                <c:pt idx="48903">
                  <c:v>24.85</c:v>
                </c:pt>
                <c:pt idx="48904">
                  <c:v>24.85</c:v>
                </c:pt>
                <c:pt idx="48905">
                  <c:v>24.85</c:v>
                </c:pt>
                <c:pt idx="48906">
                  <c:v>24.85</c:v>
                </c:pt>
                <c:pt idx="48907">
                  <c:v>24.85</c:v>
                </c:pt>
                <c:pt idx="48908">
                  <c:v>24.85</c:v>
                </c:pt>
                <c:pt idx="48909">
                  <c:v>24.85</c:v>
                </c:pt>
                <c:pt idx="48910">
                  <c:v>24.85</c:v>
                </c:pt>
                <c:pt idx="48911">
                  <c:v>24.85</c:v>
                </c:pt>
                <c:pt idx="48912">
                  <c:v>24.85</c:v>
                </c:pt>
                <c:pt idx="48913">
                  <c:v>24.85</c:v>
                </c:pt>
                <c:pt idx="48914">
                  <c:v>24.85</c:v>
                </c:pt>
                <c:pt idx="48915">
                  <c:v>24.85</c:v>
                </c:pt>
                <c:pt idx="48916">
                  <c:v>24.85</c:v>
                </c:pt>
                <c:pt idx="48917">
                  <c:v>24.85</c:v>
                </c:pt>
                <c:pt idx="48918">
                  <c:v>24.85</c:v>
                </c:pt>
                <c:pt idx="48919">
                  <c:v>24.85</c:v>
                </c:pt>
                <c:pt idx="48920">
                  <c:v>24.85</c:v>
                </c:pt>
                <c:pt idx="48921">
                  <c:v>24.85</c:v>
                </c:pt>
                <c:pt idx="48922">
                  <c:v>24.85</c:v>
                </c:pt>
                <c:pt idx="48923">
                  <c:v>24.85</c:v>
                </c:pt>
                <c:pt idx="48924">
                  <c:v>24.85</c:v>
                </c:pt>
                <c:pt idx="48925">
                  <c:v>24.85</c:v>
                </c:pt>
                <c:pt idx="48926">
                  <c:v>24.85</c:v>
                </c:pt>
                <c:pt idx="48927">
                  <c:v>24.85</c:v>
                </c:pt>
                <c:pt idx="48928">
                  <c:v>24.85</c:v>
                </c:pt>
                <c:pt idx="48929">
                  <c:v>24.85</c:v>
                </c:pt>
                <c:pt idx="48930">
                  <c:v>24.85</c:v>
                </c:pt>
                <c:pt idx="48931">
                  <c:v>24.85</c:v>
                </c:pt>
                <c:pt idx="48932">
                  <c:v>24.85</c:v>
                </c:pt>
                <c:pt idx="48933">
                  <c:v>24.85</c:v>
                </c:pt>
                <c:pt idx="48934">
                  <c:v>24.85</c:v>
                </c:pt>
                <c:pt idx="48935">
                  <c:v>24.85</c:v>
                </c:pt>
                <c:pt idx="48936">
                  <c:v>24.8</c:v>
                </c:pt>
                <c:pt idx="48937">
                  <c:v>24.8</c:v>
                </c:pt>
                <c:pt idx="48938">
                  <c:v>24.8</c:v>
                </c:pt>
                <c:pt idx="48939">
                  <c:v>24.8</c:v>
                </c:pt>
                <c:pt idx="48940">
                  <c:v>24.8</c:v>
                </c:pt>
                <c:pt idx="48941">
                  <c:v>24.8</c:v>
                </c:pt>
                <c:pt idx="48942">
                  <c:v>24.8</c:v>
                </c:pt>
                <c:pt idx="48943">
                  <c:v>24.8</c:v>
                </c:pt>
                <c:pt idx="48944">
                  <c:v>24.8</c:v>
                </c:pt>
                <c:pt idx="48945">
                  <c:v>24.8</c:v>
                </c:pt>
                <c:pt idx="48946">
                  <c:v>24.8</c:v>
                </c:pt>
                <c:pt idx="48947">
                  <c:v>24.85</c:v>
                </c:pt>
                <c:pt idx="48948">
                  <c:v>24.85</c:v>
                </c:pt>
                <c:pt idx="48949">
                  <c:v>24.85</c:v>
                </c:pt>
                <c:pt idx="48950">
                  <c:v>24.85</c:v>
                </c:pt>
                <c:pt idx="48951">
                  <c:v>24.85</c:v>
                </c:pt>
                <c:pt idx="48952">
                  <c:v>24.85</c:v>
                </c:pt>
                <c:pt idx="48953">
                  <c:v>24.85</c:v>
                </c:pt>
                <c:pt idx="48954">
                  <c:v>24.85</c:v>
                </c:pt>
                <c:pt idx="48955">
                  <c:v>24.85</c:v>
                </c:pt>
                <c:pt idx="48956">
                  <c:v>24.8</c:v>
                </c:pt>
                <c:pt idx="48957">
                  <c:v>24.8</c:v>
                </c:pt>
                <c:pt idx="48958">
                  <c:v>24.85</c:v>
                </c:pt>
                <c:pt idx="48959">
                  <c:v>24.8</c:v>
                </c:pt>
                <c:pt idx="48960">
                  <c:v>24.8</c:v>
                </c:pt>
                <c:pt idx="48961">
                  <c:v>24.8</c:v>
                </c:pt>
                <c:pt idx="48962">
                  <c:v>24.8</c:v>
                </c:pt>
                <c:pt idx="48963">
                  <c:v>24.8</c:v>
                </c:pt>
                <c:pt idx="48964">
                  <c:v>24.8</c:v>
                </c:pt>
                <c:pt idx="48965">
                  <c:v>24.8</c:v>
                </c:pt>
                <c:pt idx="48966">
                  <c:v>24.8</c:v>
                </c:pt>
                <c:pt idx="48967">
                  <c:v>24.8</c:v>
                </c:pt>
                <c:pt idx="48968">
                  <c:v>24.8</c:v>
                </c:pt>
                <c:pt idx="48969">
                  <c:v>24.8</c:v>
                </c:pt>
                <c:pt idx="48970">
                  <c:v>24.8</c:v>
                </c:pt>
                <c:pt idx="48971">
                  <c:v>24.85</c:v>
                </c:pt>
                <c:pt idx="48972">
                  <c:v>24.85</c:v>
                </c:pt>
                <c:pt idx="48973">
                  <c:v>24.8</c:v>
                </c:pt>
                <c:pt idx="48974">
                  <c:v>24.85</c:v>
                </c:pt>
                <c:pt idx="48975">
                  <c:v>24.8</c:v>
                </c:pt>
                <c:pt idx="48976">
                  <c:v>24.85</c:v>
                </c:pt>
                <c:pt idx="48977">
                  <c:v>24.85</c:v>
                </c:pt>
                <c:pt idx="48978">
                  <c:v>24.85</c:v>
                </c:pt>
                <c:pt idx="48979">
                  <c:v>24.85</c:v>
                </c:pt>
                <c:pt idx="48980">
                  <c:v>24.8</c:v>
                </c:pt>
                <c:pt idx="48981">
                  <c:v>24.8</c:v>
                </c:pt>
                <c:pt idx="48982">
                  <c:v>24.8</c:v>
                </c:pt>
                <c:pt idx="48983">
                  <c:v>24.8</c:v>
                </c:pt>
                <c:pt idx="48984">
                  <c:v>24.8</c:v>
                </c:pt>
                <c:pt idx="48985">
                  <c:v>24.8</c:v>
                </c:pt>
                <c:pt idx="48986">
                  <c:v>24.8</c:v>
                </c:pt>
                <c:pt idx="48987">
                  <c:v>24.8</c:v>
                </c:pt>
                <c:pt idx="48988">
                  <c:v>24.8</c:v>
                </c:pt>
                <c:pt idx="48989">
                  <c:v>24.8</c:v>
                </c:pt>
                <c:pt idx="48990">
                  <c:v>24.8</c:v>
                </c:pt>
                <c:pt idx="48991">
                  <c:v>24.8</c:v>
                </c:pt>
                <c:pt idx="48992">
                  <c:v>24.8</c:v>
                </c:pt>
                <c:pt idx="48993">
                  <c:v>24.8</c:v>
                </c:pt>
                <c:pt idx="48994">
                  <c:v>24.8</c:v>
                </c:pt>
                <c:pt idx="48995">
                  <c:v>24.8</c:v>
                </c:pt>
                <c:pt idx="48996">
                  <c:v>24.8</c:v>
                </c:pt>
                <c:pt idx="48997">
                  <c:v>24.85</c:v>
                </c:pt>
                <c:pt idx="48998">
                  <c:v>24.8</c:v>
                </c:pt>
                <c:pt idx="48999">
                  <c:v>24.8</c:v>
                </c:pt>
                <c:pt idx="49000">
                  <c:v>24.85</c:v>
                </c:pt>
                <c:pt idx="49001">
                  <c:v>24.8</c:v>
                </c:pt>
                <c:pt idx="49002">
                  <c:v>24.8</c:v>
                </c:pt>
                <c:pt idx="49003">
                  <c:v>24.8</c:v>
                </c:pt>
                <c:pt idx="49004">
                  <c:v>24.8</c:v>
                </c:pt>
                <c:pt idx="49005">
                  <c:v>24.8</c:v>
                </c:pt>
                <c:pt idx="49006">
                  <c:v>24.8</c:v>
                </c:pt>
                <c:pt idx="49007">
                  <c:v>24.8</c:v>
                </c:pt>
                <c:pt idx="49008">
                  <c:v>24.8</c:v>
                </c:pt>
                <c:pt idx="49009">
                  <c:v>24.8</c:v>
                </c:pt>
                <c:pt idx="49010">
                  <c:v>24.8</c:v>
                </c:pt>
                <c:pt idx="49011">
                  <c:v>24.8</c:v>
                </c:pt>
                <c:pt idx="49012">
                  <c:v>24.8</c:v>
                </c:pt>
                <c:pt idx="49013">
                  <c:v>24.8</c:v>
                </c:pt>
                <c:pt idx="49014">
                  <c:v>24.8</c:v>
                </c:pt>
                <c:pt idx="49015">
                  <c:v>24.8</c:v>
                </c:pt>
                <c:pt idx="49016">
                  <c:v>24.8</c:v>
                </c:pt>
                <c:pt idx="49017">
                  <c:v>24.8</c:v>
                </c:pt>
                <c:pt idx="49018">
                  <c:v>24.8</c:v>
                </c:pt>
                <c:pt idx="49019">
                  <c:v>24.8</c:v>
                </c:pt>
                <c:pt idx="49020">
                  <c:v>24.8</c:v>
                </c:pt>
                <c:pt idx="49021">
                  <c:v>24.8</c:v>
                </c:pt>
                <c:pt idx="49022">
                  <c:v>24.8</c:v>
                </c:pt>
                <c:pt idx="49023">
                  <c:v>24.8</c:v>
                </c:pt>
                <c:pt idx="49024">
                  <c:v>24.8</c:v>
                </c:pt>
                <c:pt idx="49025">
                  <c:v>24.8</c:v>
                </c:pt>
                <c:pt idx="49026">
                  <c:v>24.8</c:v>
                </c:pt>
                <c:pt idx="49027">
                  <c:v>24.8</c:v>
                </c:pt>
                <c:pt idx="49028">
                  <c:v>24.8</c:v>
                </c:pt>
                <c:pt idx="49029">
                  <c:v>24.8</c:v>
                </c:pt>
                <c:pt idx="49030">
                  <c:v>24.8</c:v>
                </c:pt>
                <c:pt idx="49031">
                  <c:v>24.8</c:v>
                </c:pt>
                <c:pt idx="49032">
                  <c:v>24.8</c:v>
                </c:pt>
                <c:pt idx="49033">
                  <c:v>24.8</c:v>
                </c:pt>
                <c:pt idx="49034">
                  <c:v>24.8</c:v>
                </c:pt>
                <c:pt idx="49035">
                  <c:v>24.8</c:v>
                </c:pt>
                <c:pt idx="49036">
                  <c:v>24.8</c:v>
                </c:pt>
                <c:pt idx="49037">
                  <c:v>24.8</c:v>
                </c:pt>
                <c:pt idx="49038">
                  <c:v>24.8</c:v>
                </c:pt>
                <c:pt idx="49039">
                  <c:v>24.8</c:v>
                </c:pt>
                <c:pt idx="49040">
                  <c:v>24.8</c:v>
                </c:pt>
                <c:pt idx="49041">
                  <c:v>24.8</c:v>
                </c:pt>
                <c:pt idx="49042">
                  <c:v>24.8</c:v>
                </c:pt>
                <c:pt idx="49043">
                  <c:v>24.8</c:v>
                </c:pt>
                <c:pt idx="49044">
                  <c:v>24.8</c:v>
                </c:pt>
                <c:pt idx="49045">
                  <c:v>24.8</c:v>
                </c:pt>
                <c:pt idx="49046">
                  <c:v>24.8</c:v>
                </c:pt>
                <c:pt idx="49047">
                  <c:v>24.8</c:v>
                </c:pt>
                <c:pt idx="49048">
                  <c:v>24.8</c:v>
                </c:pt>
                <c:pt idx="49049">
                  <c:v>24.8</c:v>
                </c:pt>
                <c:pt idx="49050">
                  <c:v>24.8</c:v>
                </c:pt>
                <c:pt idx="49051">
                  <c:v>24.8</c:v>
                </c:pt>
                <c:pt idx="49052">
                  <c:v>24.8</c:v>
                </c:pt>
                <c:pt idx="49053">
                  <c:v>24.8</c:v>
                </c:pt>
                <c:pt idx="49054">
                  <c:v>24.8</c:v>
                </c:pt>
                <c:pt idx="49055">
                  <c:v>24.8</c:v>
                </c:pt>
                <c:pt idx="49056">
                  <c:v>24.8</c:v>
                </c:pt>
                <c:pt idx="49057">
                  <c:v>24.8</c:v>
                </c:pt>
                <c:pt idx="49058">
                  <c:v>24.8</c:v>
                </c:pt>
                <c:pt idx="49059">
                  <c:v>24.8</c:v>
                </c:pt>
                <c:pt idx="49060">
                  <c:v>24.8</c:v>
                </c:pt>
                <c:pt idx="49061">
                  <c:v>24.8</c:v>
                </c:pt>
                <c:pt idx="49062">
                  <c:v>24.8</c:v>
                </c:pt>
                <c:pt idx="49063">
                  <c:v>24.8</c:v>
                </c:pt>
                <c:pt idx="49064">
                  <c:v>24.8</c:v>
                </c:pt>
                <c:pt idx="49065">
                  <c:v>24.8</c:v>
                </c:pt>
                <c:pt idx="49066">
                  <c:v>24.8</c:v>
                </c:pt>
                <c:pt idx="49067">
                  <c:v>24.8</c:v>
                </c:pt>
                <c:pt idx="49068">
                  <c:v>24.8</c:v>
                </c:pt>
                <c:pt idx="49069">
                  <c:v>24.8</c:v>
                </c:pt>
                <c:pt idx="49070">
                  <c:v>24.8</c:v>
                </c:pt>
                <c:pt idx="49071">
                  <c:v>24.8</c:v>
                </c:pt>
                <c:pt idx="49072">
                  <c:v>24.8</c:v>
                </c:pt>
                <c:pt idx="49073">
                  <c:v>24.8</c:v>
                </c:pt>
                <c:pt idx="49074">
                  <c:v>24.8</c:v>
                </c:pt>
                <c:pt idx="49075">
                  <c:v>24.8</c:v>
                </c:pt>
                <c:pt idx="49076">
                  <c:v>24.8</c:v>
                </c:pt>
                <c:pt idx="49077">
                  <c:v>24.8</c:v>
                </c:pt>
                <c:pt idx="49078">
                  <c:v>24.8</c:v>
                </c:pt>
                <c:pt idx="49079">
                  <c:v>24.8</c:v>
                </c:pt>
                <c:pt idx="49080">
                  <c:v>24.8</c:v>
                </c:pt>
                <c:pt idx="49081">
                  <c:v>24.8</c:v>
                </c:pt>
                <c:pt idx="49082">
                  <c:v>24.8</c:v>
                </c:pt>
                <c:pt idx="49083">
                  <c:v>24.8</c:v>
                </c:pt>
                <c:pt idx="49084">
                  <c:v>24.8</c:v>
                </c:pt>
                <c:pt idx="49085">
                  <c:v>24.8</c:v>
                </c:pt>
                <c:pt idx="49086">
                  <c:v>24.8</c:v>
                </c:pt>
                <c:pt idx="49087">
                  <c:v>24.8</c:v>
                </c:pt>
                <c:pt idx="49088">
                  <c:v>24.8</c:v>
                </c:pt>
                <c:pt idx="49089">
                  <c:v>24.8</c:v>
                </c:pt>
                <c:pt idx="49090">
                  <c:v>24.8</c:v>
                </c:pt>
                <c:pt idx="49091">
                  <c:v>24.8</c:v>
                </c:pt>
                <c:pt idx="49092">
                  <c:v>24.8</c:v>
                </c:pt>
                <c:pt idx="49093">
                  <c:v>24.85</c:v>
                </c:pt>
                <c:pt idx="49094">
                  <c:v>24.85</c:v>
                </c:pt>
                <c:pt idx="49095">
                  <c:v>24.85</c:v>
                </c:pt>
                <c:pt idx="49096">
                  <c:v>24.85</c:v>
                </c:pt>
                <c:pt idx="49097">
                  <c:v>24.85</c:v>
                </c:pt>
                <c:pt idx="49098">
                  <c:v>24.85</c:v>
                </c:pt>
                <c:pt idx="49099">
                  <c:v>24.85</c:v>
                </c:pt>
                <c:pt idx="49100">
                  <c:v>24.85</c:v>
                </c:pt>
                <c:pt idx="49101">
                  <c:v>24.85</c:v>
                </c:pt>
                <c:pt idx="49102">
                  <c:v>24.85</c:v>
                </c:pt>
                <c:pt idx="49103">
                  <c:v>24.85</c:v>
                </c:pt>
                <c:pt idx="49104">
                  <c:v>24.85</c:v>
                </c:pt>
                <c:pt idx="49105">
                  <c:v>24.8</c:v>
                </c:pt>
                <c:pt idx="49106">
                  <c:v>24.85</c:v>
                </c:pt>
                <c:pt idx="49107">
                  <c:v>24.8</c:v>
                </c:pt>
                <c:pt idx="49108">
                  <c:v>24.8</c:v>
                </c:pt>
                <c:pt idx="49109">
                  <c:v>24.85</c:v>
                </c:pt>
                <c:pt idx="49110">
                  <c:v>24.85</c:v>
                </c:pt>
                <c:pt idx="49111">
                  <c:v>24.85</c:v>
                </c:pt>
                <c:pt idx="49112">
                  <c:v>24.85</c:v>
                </c:pt>
                <c:pt idx="49113">
                  <c:v>24.85</c:v>
                </c:pt>
                <c:pt idx="49114">
                  <c:v>24.85</c:v>
                </c:pt>
                <c:pt idx="49115">
                  <c:v>24.85</c:v>
                </c:pt>
                <c:pt idx="49116">
                  <c:v>24.85</c:v>
                </c:pt>
                <c:pt idx="49117">
                  <c:v>24.8</c:v>
                </c:pt>
                <c:pt idx="49118">
                  <c:v>24.8</c:v>
                </c:pt>
                <c:pt idx="49119">
                  <c:v>24.8</c:v>
                </c:pt>
                <c:pt idx="49120">
                  <c:v>24.8</c:v>
                </c:pt>
                <c:pt idx="49121">
                  <c:v>24.8</c:v>
                </c:pt>
                <c:pt idx="49122">
                  <c:v>24.8</c:v>
                </c:pt>
                <c:pt idx="49123">
                  <c:v>24.8</c:v>
                </c:pt>
                <c:pt idx="49124">
                  <c:v>24.8</c:v>
                </c:pt>
                <c:pt idx="49125">
                  <c:v>24.8</c:v>
                </c:pt>
                <c:pt idx="49126">
                  <c:v>24.8</c:v>
                </c:pt>
                <c:pt idx="49127">
                  <c:v>24.8</c:v>
                </c:pt>
                <c:pt idx="49128">
                  <c:v>24.8</c:v>
                </c:pt>
                <c:pt idx="49129">
                  <c:v>24.8</c:v>
                </c:pt>
                <c:pt idx="49130">
                  <c:v>24.8</c:v>
                </c:pt>
                <c:pt idx="49131">
                  <c:v>24.85</c:v>
                </c:pt>
                <c:pt idx="49132">
                  <c:v>24.85</c:v>
                </c:pt>
                <c:pt idx="49133">
                  <c:v>24.85</c:v>
                </c:pt>
                <c:pt idx="49134">
                  <c:v>24.85</c:v>
                </c:pt>
                <c:pt idx="49135">
                  <c:v>24.85</c:v>
                </c:pt>
                <c:pt idx="49136">
                  <c:v>24.85</c:v>
                </c:pt>
                <c:pt idx="49137">
                  <c:v>24.85</c:v>
                </c:pt>
                <c:pt idx="49138">
                  <c:v>24.85</c:v>
                </c:pt>
                <c:pt idx="49139">
                  <c:v>24.85</c:v>
                </c:pt>
                <c:pt idx="49140">
                  <c:v>24.85</c:v>
                </c:pt>
                <c:pt idx="49141">
                  <c:v>24.85</c:v>
                </c:pt>
                <c:pt idx="49142">
                  <c:v>24.85</c:v>
                </c:pt>
                <c:pt idx="49143">
                  <c:v>24.85</c:v>
                </c:pt>
                <c:pt idx="49144">
                  <c:v>24.85</c:v>
                </c:pt>
                <c:pt idx="49145">
                  <c:v>24.85</c:v>
                </c:pt>
                <c:pt idx="49146">
                  <c:v>24.85</c:v>
                </c:pt>
                <c:pt idx="49147">
                  <c:v>24.85</c:v>
                </c:pt>
                <c:pt idx="49148">
                  <c:v>24.85</c:v>
                </c:pt>
                <c:pt idx="49149">
                  <c:v>24.85</c:v>
                </c:pt>
                <c:pt idx="49150">
                  <c:v>24.85</c:v>
                </c:pt>
                <c:pt idx="49151">
                  <c:v>24.85</c:v>
                </c:pt>
                <c:pt idx="49152">
                  <c:v>24.85</c:v>
                </c:pt>
                <c:pt idx="49153">
                  <c:v>24.85</c:v>
                </c:pt>
                <c:pt idx="49154">
                  <c:v>24.85</c:v>
                </c:pt>
                <c:pt idx="49155">
                  <c:v>24.85</c:v>
                </c:pt>
                <c:pt idx="49156">
                  <c:v>24.85</c:v>
                </c:pt>
                <c:pt idx="49157">
                  <c:v>24.85</c:v>
                </c:pt>
                <c:pt idx="49158">
                  <c:v>24.85</c:v>
                </c:pt>
                <c:pt idx="49159">
                  <c:v>24.85</c:v>
                </c:pt>
                <c:pt idx="49160">
                  <c:v>24.85</c:v>
                </c:pt>
                <c:pt idx="49161">
                  <c:v>24.85</c:v>
                </c:pt>
                <c:pt idx="49162">
                  <c:v>24.85</c:v>
                </c:pt>
                <c:pt idx="49163">
                  <c:v>24.85</c:v>
                </c:pt>
                <c:pt idx="49164">
                  <c:v>24.85</c:v>
                </c:pt>
                <c:pt idx="49165">
                  <c:v>24.85</c:v>
                </c:pt>
                <c:pt idx="49166">
                  <c:v>24.85</c:v>
                </c:pt>
                <c:pt idx="49167">
                  <c:v>24.85</c:v>
                </c:pt>
                <c:pt idx="49168">
                  <c:v>24.85</c:v>
                </c:pt>
                <c:pt idx="49169">
                  <c:v>24.85</c:v>
                </c:pt>
                <c:pt idx="49170">
                  <c:v>24.85</c:v>
                </c:pt>
                <c:pt idx="49171">
                  <c:v>24.85</c:v>
                </c:pt>
                <c:pt idx="49172">
                  <c:v>24.85</c:v>
                </c:pt>
                <c:pt idx="49173">
                  <c:v>24.85</c:v>
                </c:pt>
                <c:pt idx="49174">
                  <c:v>24.85</c:v>
                </c:pt>
                <c:pt idx="49175">
                  <c:v>24.85</c:v>
                </c:pt>
                <c:pt idx="49176">
                  <c:v>24.85</c:v>
                </c:pt>
                <c:pt idx="49177">
                  <c:v>24.85</c:v>
                </c:pt>
                <c:pt idx="49178">
                  <c:v>24.85</c:v>
                </c:pt>
                <c:pt idx="49179">
                  <c:v>24.85</c:v>
                </c:pt>
                <c:pt idx="49180">
                  <c:v>24.85</c:v>
                </c:pt>
                <c:pt idx="49181">
                  <c:v>24.85</c:v>
                </c:pt>
                <c:pt idx="49182">
                  <c:v>24.85</c:v>
                </c:pt>
                <c:pt idx="49183">
                  <c:v>24.85</c:v>
                </c:pt>
                <c:pt idx="49184">
                  <c:v>24.85</c:v>
                </c:pt>
                <c:pt idx="49185">
                  <c:v>24.85</c:v>
                </c:pt>
                <c:pt idx="49186">
                  <c:v>24.85</c:v>
                </c:pt>
                <c:pt idx="49187">
                  <c:v>24.85</c:v>
                </c:pt>
                <c:pt idx="49188">
                  <c:v>24.85</c:v>
                </c:pt>
                <c:pt idx="49189">
                  <c:v>24.85</c:v>
                </c:pt>
                <c:pt idx="49190">
                  <c:v>24.85</c:v>
                </c:pt>
                <c:pt idx="49191">
                  <c:v>24.85</c:v>
                </c:pt>
                <c:pt idx="49192">
                  <c:v>24.8</c:v>
                </c:pt>
                <c:pt idx="49193">
                  <c:v>24.85</c:v>
                </c:pt>
                <c:pt idx="49194">
                  <c:v>24.8</c:v>
                </c:pt>
                <c:pt idx="49195">
                  <c:v>24.8</c:v>
                </c:pt>
                <c:pt idx="49196">
                  <c:v>24.8</c:v>
                </c:pt>
                <c:pt idx="49197">
                  <c:v>24.8</c:v>
                </c:pt>
                <c:pt idx="49198">
                  <c:v>24.8</c:v>
                </c:pt>
                <c:pt idx="49199">
                  <c:v>24.8</c:v>
                </c:pt>
                <c:pt idx="49200">
                  <c:v>24.8</c:v>
                </c:pt>
                <c:pt idx="49201">
                  <c:v>24.8</c:v>
                </c:pt>
                <c:pt idx="49202">
                  <c:v>24.85</c:v>
                </c:pt>
                <c:pt idx="49203">
                  <c:v>24.85</c:v>
                </c:pt>
                <c:pt idx="49204">
                  <c:v>24.85</c:v>
                </c:pt>
                <c:pt idx="49205">
                  <c:v>24.85</c:v>
                </c:pt>
                <c:pt idx="49206">
                  <c:v>24.85</c:v>
                </c:pt>
                <c:pt idx="49207">
                  <c:v>24.85</c:v>
                </c:pt>
                <c:pt idx="49208">
                  <c:v>24.85</c:v>
                </c:pt>
                <c:pt idx="49209">
                  <c:v>24.85</c:v>
                </c:pt>
                <c:pt idx="49210">
                  <c:v>24.85</c:v>
                </c:pt>
                <c:pt idx="49211">
                  <c:v>24.85</c:v>
                </c:pt>
                <c:pt idx="49212">
                  <c:v>24.85</c:v>
                </c:pt>
                <c:pt idx="49213">
                  <c:v>24.85</c:v>
                </c:pt>
                <c:pt idx="49214">
                  <c:v>24.85</c:v>
                </c:pt>
                <c:pt idx="49215">
                  <c:v>24.85</c:v>
                </c:pt>
                <c:pt idx="49216">
                  <c:v>24.85</c:v>
                </c:pt>
                <c:pt idx="49217">
                  <c:v>24.85</c:v>
                </c:pt>
                <c:pt idx="49218">
                  <c:v>24.85</c:v>
                </c:pt>
                <c:pt idx="49219">
                  <c:v>24.85</c:v>
                </c:pt>
                <c:pt idx="49220">
                  <c:v>24.85</c:v>
                </c:pt>
                <c:pt idx="49221">
                  <c:v>24.85</c:v>
                </c:pt>
                <c:pt idx="49222">
                  <c:v>24.85</c:v>
                </c:pt>
                <c:pt idx="49223">
                  <c:v>24.85</c:v>
                </c:pt>
                <c:pt idx="49224">
                  <c:v>24.85</c:v>
                </c:pt>
                <c:pt idx="49225">
                  <c:v>24.85</c:v>
                </c:pt>
                <c:pt idx="49226">
                  <c:v>24.85</c:v>
                </c:pt>
                <c:pt idx="49227">
                  <c:v>24.85</c:v>
                </c:pt>
                <c:pt idx="49228">
                  <c:v>24.85</c:v>
                </c:pt>
                <c:pt idx="49229">
                  <c:v>24.85</c:v>
                </c:pt>
                <c:pt idx="49230">
                  <c:v>24.85</c:v>
                </c:pt>
                <c:pt idx="49231">
                  <c:v>24.85</c:v>
                </c:pt>
                <c:pt idx="49232">
                  <c:v>24.85</c:v>
                </c:pt>
                <c:pt idx="49233">
                  <c:v>24.85</c:v>
                </c:pt>
                <c:pt idx="49234">
                  <c:v>24.85</c:v>
                </c:pt>
                <c:pt idx="49235">
                  <c:v>24.85</c:v>
                </c:pt>
                <c:pt idx="49236">
                  <c:v>24.85</c:v>
                </c:pt>
                <c:pt idx="49237">
                  <c:v>24.85</c:v>
                </c:pt>
                <c:pt idx="49238">
                  <c:v>24.85</c:v>
                </c:pt>
                <c:pt idx="49239">
                  <c:v>24.85</c:v>
                </c:pt>
                <c:pt idx="49240">
                  <c:v>24.85</c:v>
                </c:pt>
                <c:pt idx="49241">
                  <c:v>24.85</c:v>
                </c:pt>
                <c:pt idx="49242">
                  <c:v>24.85</c:v>
                </c:pt>
                <c:pt idx="49243">
                  <c:v>24.85</c:v>
                </c:pt>
                <c:pt idx="49244">
                  <c:v>24.85</c:v>
                </c:pt>
                <c:pt idx="49245">
                  <c:v>24.85</c:v>
                </c:pt>
                <c:pt idx="49246">
                  <c:v>24.85</c:v>
                </c:pt>
                <c:pt idx="49247">
                  <c:v>24.85</c:v>
                </c:pt>
                <c:pt idx="49248">
                  <c:v>24.85</c:v>
                </c:pt>
                <c:pt idx="49249">
                  <c:v>24.85</c:v>
                </c:pt>
                <c:pt idx="49250">
                  <c:v>24.85</c:v>
                </c:pt>
                <c:pt idx="49251">
                  <c:v>24.85</c:v>
                </c:pt>
                <c:pt idx="49252">
                  <c:v>24.85</c:v>
                </c:pt>
                <c:pt idx="49253">
                  <c:v>24.85</c:v>
                </c:pt>
                <c:pt idx="49254">
                  <c:v>24.85</c:v>
                </c:pt>
                <c:pt idx="49255">
                  <c:v>24.85</c:v>
                </c:pt>
                <c:pt idx="49256">
                  <c:v>24.85</c:v>
                </c:pt>
                <c:pt idx="49257">
                  <c:v>24.85</c:v>
                </c:pt>
                <c:pt idx="49258">
                  <c:v>24.85</c:v>
                </c:pt>
                <c:pt idx="49259">
                  <c:v>24.85</c:v>
                </c:pt>
                <c:pt idx="49260">
                  <c:v>24.85</c:v>
                </c:pt>
                <c:pt idx="49261">
                  <c:v>24.85</c:v>
                </c:pt>
                <c:pt idx="49262">
                  <c:v>24.85</c:v>
                </c:pt>
                <c:pt idx="49263">
                  <c:v>24.8</c:v>
                </c:pt>
                <c:pt idx="49264">
                  <c:v>24.8</c:v>
                </c:pt>
                <c:pt idx="49265">
                  <c:v>24.8</c:v>
                </c:pt>
                <c:pt idx="49266">
                  <c:v>24.8</c:v>
                </c:pt>
                <c:pt idx="49267">
                  <c:v>24.8</c:v>
                </c:pt>
                <c:pt idx="49268">
                  <c:v>24.8</c:v>
                </c:pt>
                <c:pt idx="49269">
                  <c:v>24.8</c:v>
                </c:pt>
                <c:pt idx="49270">
                  <c:v>24.8</c:v>
                </c:pt>
                <c:pt idx="49271">
                  <c:v>24.8</c:v>
                </c:pt>
                <c:pt idx="49272">
                  <c:v>24.8</c:v>
                </c:pt>
                <c:pt idx="49273">
                  <c:v>24.8</c:v>
                </c:pt>
                <c:pt idx="49274">
                  <c:v>24.8</c:v>
                </c:pt>
                <c:pt idx="49275">
                  <c:v>24.8</c:v>
                </c:pt>
                <c:pt idx="49276">
                  <c:v>24.8</c:v>
                </c:pt>
                <c:pt idx="49277">
                  <c:v>24.85</c:v>
                </c:pt>
                <c:pt idx="49278">
                  <c:v>24.85</c:v>
                </c:pt>
                <c:pt idx="49279">
                  <c:v>24.85</c:v>
                </c:pt>
                <c:pt idx="49280">
                  <c:v>24.85</c:v>
                </c:pt>
                <c:pt idx="49281">
                  <c:v>24.85</c:v>
                </c:pt>
                <c:pt idx="49282">
                  <c:v>24.85</c:v>
                </c:pt>
                <c:pt idx="49283">
                  <c:v>24.85</c:v>
                </c:pt>
                <c:pt idx="49284">
                  <c:v>24.85</c:v>
                </c:pt>
                <c:pt idx="49285">
                  <c:v>24.85</c:v>
                </c:pt>
                <c:pt idx="49286">
                  <c:v>24.85</c:v>
                </c:pt>
                <c:pt idx="49287">
                  <c:v>24.85</c:v>
                </c:pt>
                <c:pt idx="49288">
                  <c:v>24.85</c:v>
                </c:pt>
                <c:pt idx="49289">
                  <c:v>24.85</c:v>
                </c:pt>
                <c:pt idx="49290">
                  <c:v>24.85</c:v>
                </c:pt>
                <c:pt idx="49291">
                  <c:v>24.85</c:v>
                </c:pt>
                <c:pt idx="49292">
                  <c:v>24.85</c:v>
                </c:pt>
                <c:pt idx="49293">
                  <c:v>24.85</c:v>
                </c:pt>
                <c:pt idx="49294">
                  <c:v>24.85</c:v>
                </c:pt>
                <c:pt idx="49295">
                  <c:v>24.85</c:v>
                </c:pt>
                <c:pt idx="49296">
                  <c:v>24.85</c:v>
                </c:pt>
                <c:pt idx="49297">
                  <c:v>24.85</c:v>
                </c:pt>
                <c:pt idx="49298">
                  <c:v>24.85</c:v>
                </c:pt>
                <c:pt idx="49299">
                  <c:v>24.85</c:v>
                </c:pt>
                <c:pt idx="49300">
                  <c:v>24.85</c:v>
                </c:pt>
                <c:pt idx="49301">
                  <c:v>24.8</c:v>
                </c:pt>
                <c:pt idx="49302">
                  <c:v>24.8</c:v>
                </c:pt>
                <c:pt idx="49303">
                  <c:v>24.8</c:v>
                </c:pt>
                <c:pt idx="49304">
                  <c:v>24.8</c:v>
                </c:pt>
                <c:pt idx="49305">
                  <c:v>24.8</c:v>
                </c:pt>
                <c:pt idx="49306">
                  <c:v>24.8</c:v>
                </c:pt>
                <c:pt idx="49307">
                  <c:v>24.8</c:v>
                </c:pt>
                <c:pt idx="49308">
                  <c:v>24.8</c:v>
                </c:pt>
                <c:pt idx="49309">
                  <c:v>24.8</c:v>
                </c:pt>
                <c:pt idx="49310">
                  <c:v>24.8</c:v>
                </c:pt>
                <c:pt idx="49311">
                  <c:v>24.8</c:v>
                </c:pt>
                <c:pt idx="49312">
                  <c:v>24.8</c:v>
                </c:pt>
                <c:pt idx="49313">
                  <c:v>24.8</c:v>
                </c:pt>
                <c:pt idx="49314">
                  <c:v>24.8</c:v>
                </c:pt>
                <c:pt idx="49315">
                  <c:v>24.8</c:v>
                </c:pt>
                <c:pt idx="49316">
                  <c:v>24.8</c:v>
                </c:pt>
                <c:pt idx="49317">
                  <c:v>24.8</c:v>
                </c:pt>
                <c:pt idx="49318">
                  <c:v>24.8</c:v>
                </c:pt>
                <c:pt idx="49319">
                  <c:v>24.8</c:v>
                </c:pt>
                <c:pt idx="49320">
                  <c:v>24.8</c:v>
                </c:pt>
                <c:pt idx="49321">
                  <c:v>24.85</c:v>
                </c:pt>
                <c:pt idx="49322">
                  <c:v>24.8</c:v>
                </c:pt>
                <c:pt idx="49323">
                  <c:v>24.8</c:v>
                </c:pt>
                <c:pt idx="49324">
                  <c:v>24.8</c:v>
                </c:pt>
                <c:pt idx="49325">
                  <c:v>24.8</c:v>
                </c:pt>
                <c:pt idx="49326">
                  <c:v>24.8</c:v>
                </c:pt>
                <c:pt idx="49327">
                  <c:v>24.8</c:v>
                </c:pt>
                <c:pt idx="49328">
                  <c:v>24.8</c:v>
                </c:pt>
                <c:pt idx="49329">
                  <c:v>24.8</c:v>
                </c:pt>
                <c:pt idx="49330">
                  <c:v>24.8</c:v>
                </c:pt>
                <c:pt idx="49331">
                  <c:v>24.8</c:v>
                </c:pt>
                <c:pt idx="49332">
                  <c:v>24.8</c:v>
                </c:pt>
                <c:pt idx="49333">
                  <c:v>24.8</c:v>
                </c:pt>
                <c:pt idx="49334">
                  <c:v>24.8</c:v>
                </c:pt>
                <c:pt idx="49335">
                  <c:v>24.85</c:v>
                </c:pt>
                <c:pt idx="49336">
                  <c:v>24.85</c:v>
                </c:pt>
                <c:pt idx="49337">
                  <c:v>24.8</c:v>
                </c:pt>
                <c:pt idx="49338">
                  <c:v>24.85</c:v>
                </c:pt>
                <c:pt idx="49339">
                  <c:v>24.85</c:v>
                </c:pt>
                <c:pt idx="49340">
                  <c:v>24.85</c:v>
                </c:pt>
                <c:pt idx="49341">
                  <c:v>24.85</c:v>
                </c:pt>
                <c:pt idx="49342">
                  <c:v>24.8</c:v>
                </c:pt>
                <c:pt idx="49343">
                  <c:v>24.8</c:v>
                </c:pt>
                <c:pt idx="49344">
                  <c:v>24.8</c:v>
                </c:pt>
                <c:pt idx="49345">
                  <c:v>24.8</c:v>
                </c:pt>
                <c:pt idx="49346">
                  <c:v>24.8</c:v>
                </c:pt>
                <c:pt idx="49347">
                  <c:v>24.8</c:v>
                </c:pt>
                <c:pt idx="49348">
                  <c:v>24.8</c:v>
                </c:pt>
                <c:pt idx="49349">
                  <c:v>24.8</c:v>
                </c:pt>
                <c:pt idx="49350">
                  <c:v>24.8</c:v>
                </c:pt>
                <c:pt idx="49351">
                  <c:v>24.8</c:v>
                </c:pt>
                <c:pt idx="49352">
                  <c:v>24.8</c:v>
                </c:pt>
                <c:pt idx="49353">
                  <c:v>24.8</c:v>
                </c:pt>
                <c:pt idx="49354">
                  <c:v>24.8</c:v>
                </c:pt>
                <c:pt idx="49355">
                  <c:v>24.8</c:v>
                </c:pt>
                <c:pt idx="49356">
                  <c:v>24.8</c:v>
                </c:pt>
                <c:pt idx="49357">
                  <c:v>24.8</c:v>
                </c:pt>
                <c:pt idx="49358">
                  <c:v>24.8</c:v>
                </c:pt>
                <c:pt idx="49359">
                  <c:v>24.8</c:v>
                </c:pt>
                <c:pt idx="49360">
                  <c:v>24.8</c:v>
                </c:pt>
                <c:pt idx="49361">
                  <c:v>24.8</c:v>
                </c:pt>
                <c:pt idx="49362">
                  <c:v>24.8</c:v>
                </c:pt>
                <c:pt idx="49363">
                  <c:v>24.8</c:v>
                </c:pt>
                <c:pt idx="49364">
                  <c:v>24.8</c:v>
                </c:pt>
                <c:pt idx="49365">
                  <c:v>24.8</c:v>
                </c:pt>
                <c:pt idx="49366">
                  <c:v>24.8</c:v>
                </c:pt>
                <c:pt idx="49367">
                  <c:v>24.8</c:v>
                </c:pt>
                <c:pt idx="49368">
                  <c:v>24.8</c:v>
                </c:pt>
                <c:pt idx="49369">
                  <c:v>24.8</c:v>
                </c:pt>
                <c:pt idx="49370">
                  <c:v>24.8</c:v>
                </c:pt>
                <c:pt idx="49371">
                  <c:v>24.8</c:v>
                </c:pt>
                <c:pt idx="49372">
                  <c:v>24.8</c:v>
                </c:pt>
                <c:pt idx="49373">
                  <c:v>24.8</c:v>
                </c:pt>
                <c:pt idx="49374">
                  <c:v>24.8</c:v>
                </c:pt>
                <c:pt idx="49375">
                  <c:v>24.8</c:v>
                </c:pt>
                <c:pt idx="49376">
                  <c:v>24.8</c:v>
                </c:pt>
                <c:pt idx="49377">
                  <c:v>24.8</c:v>
                </c:pt>
                <c:pt idx="49378">
                  <c:v>24.8</c:v>
                </c:pt>
                <c:pt idx="49379">
                  <c:v>24.8</c:v>
                </c:pt>
                <c:pt idx="49380">
                  <c:v>24.8</c:v>
                </c:pt>
                <c:pt idx="49381">
                  <c:v>24.8</c:v>
                </c:pt>
                <c:pt idx="49382">
                  <c:v>24.8</c:v>
                </c:pt>
                <c:pt idx="49383">
                  <c:v>24.8</c:v>
                </c:pt>
                <c:pt idx="49384">
                  <c:v>24.8</c:v>
                </c:pt>
                <c:pt idx="49385">
                  <c:v>24.8</c:v>
                </c:pt>
                <c:pt idx="49386">
                  <c:v>24.8</c:v>
                </c:pt>
                <c:pt idx="49387">
                  <c:v>24.8</c:v>
                </c:pt>
                <c:pt idx="49388">
                  <c:v>24.8</c:v>
                </c:pt>
                <c:pt idx="49389">
                  <c:v>24.8</c:v>
                </c:pt>
                <c:pt idx="49390">
                  <c:v>24.8</c:v>
                </c:pt>
                <c:pt idx="49391">
                  <c:v>24.8</c:v>
                </c:pt>
                <c:pt idx="49392">
                  <c:v>24.8</c:v>
                </c:pt>
                <c:pt idx="49393">
                  <c:v>24.8</c:v>
                </c:pt>
                <c:pt idx="49394">
                  <c:v>24.8</c:v>
                </c:pt>
                <c:pt idx="49395">
                  <c:v>24.8</c:v>
                </c:pt>
                <c:pt idx="49396">
                  <c:v>24.8</c:v>
                </c:pt>
                <c:pt idx="49397">
                  <c:v>24.8</c:v>
                </c:pt>
                <c:pt idx="49398">
                  <c:v>24.8</c:v>
                </c:pt>
                <c:pt idx="49399">
                  <c:v>24.8</c:v>
                </c:pt>
                <c:pt idx="49400">
                  <c:v>24.8</c:v>
                </c:pt>
                <c:pt idx="49401">
                  <c:v>24.8</c:v>
                </c:pt>
                <c:pt idx="49402">
                  <c:v>24.8</c:v>
                </c:pt>
                <c:pt idx="49403">
                  <c:v>24.8</c:v>
                </c:pt>
                <c:pt idx="49404">
                  <c:v>24.8</c:v>
                </c:pt>
                <c:pt idx="49405">
                  <c:v>24.8</c:v>
                </c:pt>
                <c:pt idx="49406">
                  <c:v>24.8</c:v>
                </c:pt>
                <c:pt idx="49407">
                  <c:v>24.8</c:v>
                </c:pt>
                <c:pt idx="49408">
                  <c:v>24.8</c:v>
                </c:pt>
                <c:pt idx="49409">
                  <c:v>24.8</c:v>
                </c:pt>
                <c:pt idx="49410">
                  <c:v>24.8</c:v>
                </c:pt>
                <c:pt idx="49411">
                  <c:v>24.8</c:v>
                </c:pt>
                <c:pt idx="49412">
                  <c:v>24.8</c:v>
                </c:pt>
                <c:pt idx="49413">
                  <c:v>24.8</c:v>
                </c:pt>
                <c:pt idx="49414">
                  <c:v>24.8</c:v>
                </c:pt>
                <c:pt idx="49415">
                  <c:v>24.8</c:v>
                </c:pt>
                <c:pt idx="49416">
                  <c:v>24.8</c:v>
                </c:pt>
                <c:pt idx="49417">
                  <c:v>24.8</c:v>
                </c:pt>
                <c:pt idx="49418">
                  <c:v>24.8</c:v>
                </c:pt>
                <c:pt idx="49419">
                  <c:v>24.8</c:v>
                </c:pt>
                <c:pt idx="49420">
                  <c:v>24.85</c:v>
                </c:pt>
                <c:pt idx="49421">
                  <c:v>24.8</c:v>
                </c:pt>
                <c:pt idx="49422">
                  <c:v>24.8</c:v>
                </c:pt>
                <c:pt idx="49423">
                  <c:v>24.8</c:v>
                </c:pt>
                <c:pt idx="49424">
                  <c:v>24.8</c:v>
                </c:pt>
                <c:pt idx="49425">
                  <c:v>24.8</c:v>
                </c:pt>
                <c:pt idx="49426">
                  <c:v>24.8</c:v>
                </c:pt>
                <c:pt idx="49427">
                  <c:v>24.8</c:v>
                </c:pt>
                <c:pt idx="49428">
                  <c:v>24.8</c:v>
                </c:pt>
                <c:pt idx="49429">
                  <c:v>24.8</c:v>
                </c:pt>
                <c:pt idx="49430">
                  <c:v>24.8</c:v>
                </c:pt>
                <c:pt idx="49431">
                  <c:v>24.8</c:v>
                </c:pt>
                <c:pt idx="49432">
                  <c:v>24.8</c:v>
                </c:pt>
                <c:pt idx="49433">
                  <c:v>24.8</c:v>
                </c:pt>
                <c:pt idx="49434">
                  <c:v>24.8</c:v>
                </c:pt>
                <c:pt idx="49435">
                  <c:v>24.8</c:v>
                </c:pt>
                <c:pt idx="49436">
                  <c:v>24.8</c:v>
                </c:pt>
                <c:pt idx="49437">
                  <c:v>24.8</c:v>
                </c:pt>
                <c:pt idx="49438">
                  <c:v>24.8</c:v>
                </c:pt>
                <c:pt idx="49439">
                  <c:v>24.8</c:v>
                </c:pt>
                <c:pt idx="49440">
                  <c:v>24.8</c:v>
                </c:pt>
                <c:pt idx="49441">
                  <c:v>24.8</c:v>
                </c:pt>
                <c:pt idx="49442">
                  <c:v>24.8</c:v>
                </c:pt>
                <c:pt idx="49443">
                  <c:v>24.8</c:v>
                </c:pt>
                <c:pt idx="49444">
                  <c:v>24.8</c:v>
                </c:pt>
                <c:pt idx="49445">
                  <c:v>24.8</c:v>
                </c:pt>
                <c:pt idx="49446">
                  <c:v>24.8</c:v>
                </c:pt>
                <c:pt idx="49447">
                  <c:v>24.8</c:v>
                </c:pt>
                <c:pt idx="49448">
                  <c:v>24.8</c:v>
                </c:pt>
                <c:pt idx="49449">
                  <c:v>24.8</c:v>
                </c:pt>
                <c:pt idx="49450">
                  <c:v>24.8</c:v>
                </c:pt>
                <c:pt idx="49451">
                  <c:v>24.85</c:v>
                </c:pt>
                <c:pt idx="49452">
                  <c:v>24.8</c:v>
                </c:pt>
                <c:pt idx="49453">
                  <c:v>24.85</c:v>
                </c:pt>
                <c:pt idx="49454">
                  <c:v>24.85</c:v>
                </c:pt>
                <c:pt idx="49455">
                  <c:v>24.85</c:v>
                </c:pt>
                <c:pt idx="49456">
                  <c:v>24.8</c:v>
                </c:pt>
                <c:pt idx="49457">
                  <c:v>24.8</c:v>
                </c:pt>
                <c:pt idx="49458">
                  <c:v>24.8</c:v>
                </c:pt>
                <c:pt idx="49459">
                  <c:v>24.8</c:v>
                </c:pt>
                <c:pt idx="49460">
                  <c:v>24.8</c:v>
                </c:pt>
                <c:pt idx="49461">
                  <c:v>24.8</c:v>
                </c:pt>
                <c:pt idx="49462">
                  <c:v>24.8</c:v>
                </c:pt>
                <c:pt idx="49463">
                  <c:v>24.8</c:v>
                </c:pt>
                <c:pt idx="49464">
                  <c:v>24.8</c:v>
                </c:pt>
                <c:pt idx="49465">
                  <c:v>24.8</c:v>
                </c:pt>
                <c:pt idx="49466">
                  <c:v>24.8</c:v>
                </c:pt>
                <c:pt idx="49467">
                  <c:v>24.8</c:v>
                </c:pt>
                <c:pt idx="49468">
                  <c:v>24.8</c:v>
                </c:pt>
                <c:pt idx="49469">
                  <c:v>24.8</c:v>
                </c:pt>
                <c:pt idx="49470">
                  <c:v>24.8</c:v>
                </c:pt>
                <c:pt idx="49471">
                  <c:v>24.8</c:v>
                </c:pt>
                <c:pt idx="49472">
                  <c:v>24.8</c:v>
                </c:pt>
                <c:pt idx="49473">
                  <c:v>24.8</c:v>
                </c:pt>
                <c:pt idx="49474">
                  <c:v>24.8</c:v>
                </c:pt>
                <c:pt idx="49475">
                  <c:v>24.8</c:v>
                </c:pt>
                <c:pt idx="49476">
                  <c:v>24.85</c:v>
                </c:pt>
                <c:pt idx="49477">
                  <c:v>24.8</c:v>
                </c:pt>
                <c:pt idx="49478">
                  <c:v>24.85</c:v>
                </c:pt>
                <c:pt idx="49479">
                  <c:v>24.85</c:v>
                </c:pt>
                <c:pt idx="49480">
                  <c:v>24.85</c:v>
                </c:pt>
                <c:pt idx="49481">
                  <c:v>24.85</c:v>
                </c:pt>
                <c:pt idx="49482">
                  <c:v>24.85</c:v>
                </c:pt>
                <c:pt idx="49483">
                  <c:v>24.85</c:v>
                </c:pt>
                <c:pt idx="49484">
                  <c:v>24.85</c:v>
                </c:pt>
                <c:pt idx="49485">
                  <c:v>24.85</c:v>
                </c:pt>
                <c:pt idx="49486">
                  <c:v>24.85</c:v>
                </c:pt>
                <c:pt idx="49487">
                  <c:v>24.85</c:v>
                </c:pt>
                <c:pt idx="49488">
                  <c:v>24.85</c:v>
                </c:pt>
                <c:pt idx="49489">
                  <c:v>24.85</c:v>
                </c:pt>
                <c:pt idx="49490">
                  <c:v>24.85</c:v>
                </c:pt>
                <c:pt idx="49491">
                  <c:v>24.85</c:v>
                </c:pt>
                <c:pt idx="49492">
                  <c:v>24.85</c:v>
                </c:pt>
                <c:pt idx="49493">
                  <c:v>24.85</c:v>
                </c:pt>
                <c:pt idx="49494">
                  <c:v>24.85</c:v>
                </c:pt>
                <c:pt idx="49495">
                  <c:v>24.85</c:v>
                </c:pt>
                <c:pt idx="49496">
                  <c:v>24.85</c:v>
                </c:pt>
                <c:pt idx="49497">
                  <c:v>24.85</c:v>
                </c:pt>
                <c:pt idx="49498">
                  <c:v>24.85</c:v>
                </c:pt>
                <c:pt idx="49499">
                  <c:v>24.85</c:v>
                </c:pt>
                <c:pt idx="49500">
                  <c:v>24.85</c:v>
                </c:pt>
                <c:pt idx="49501">
                  <c:v>24.85</c:v>
                </c:pt>
                <c:pt idx="49502">
                  <c:v>24.85</c:v>
                </c:pt>
                <c:pt idx="49503">
                  <c:v>24.85</c:v>
                </c:pt>
                <c:pt idx="49504">
                  <c:v>24.85</c:v>
                </c:pt>
                <c:pt idx="49505">
                  <c:v>24.85</c:v>
                </c:pt>
                <c:pt idx="49506">
                  <c:v>24.85</c:v>
                </c:pt>
                <c:pt idx="49507">
                  <c:v>24.85</c:v>
                </c:pt>
                <c:pt idx="49508">
                  <c:v>24.85</c:v>
                </c:pt>
                <c:pt idx="49509">
                  <c:v>24.8</c:v>
                </c:pt>
                <c:pt idx="49510">
                  <c:v>24.8</c:v>
                </c:pt>
                <c:pt idx="49511">
                  <c:v>24.8</c:v>
                </c:pt>
                <c:pt idx="49512">
                  <c:v>24.8</c:v>
                </c:pt>
                <c:pt idx="49513">
                  <c:v>24.8</c:v>
                </c:pt>
                <c:pt idx="49514">
                  <c:v>24.8</c:v>
                </c:pt>
                <c:pt idx="49515">
                  <c:v>24.8</c:v>
                </c:pt>
                <c:pt idx="49516">
                  <c:v>24.8</c:v>
                </c:pt>
                <c:pt idx="49517">
                  <c:v>24.8</c:v>
                </c:pt>
                <c:pt idx="49518">
                  <c:v>24.8</c:v>
                </c:pt>
                <c:pt idx="49519">
                  <c:v>24.8</c:v>
                </c:pt>
                <c:pt idx="49520">
                  <c:v>24.8</c:v>
                </c:pt>
                <c:pt idx="49521">
                  <c:v>24.8</c:v>
                </c:pt>
                <c:pt idx="49522">
                  <c:v>24.8</c:v>
                </c:pt>
                <c:pt idx="49523">
                  <c:v>24.8</c:v>
                </c:pt>
                <c:pt idx="49524">
                  <c:v>24.8</c:v>
                </c:pt>
                <c:pt idx="49525">
                  <c:v>24.8</c:v>
                </c:pt>
                <c:pt idx="49526">
                  <c:v>24.8</c:v>
                </c:pt>
                <c:pt idx="49527">
                  <c:v>24.8</c:v>
                </c:pt>
                <c:pt idx="49528">
                  <c:v>24.85</c:v>
                </c:pt>
                <c:pt idx="49529">
                  <c:v>24.8</c:v>
                </c:pt>
                <c:pt idx="49530">
                  <c:v>24.8</c:v>
                </c:pt>
                <c:pt idx="49531">
                  <c:v>24.8</c:v>
                </c:pt>
                <c:pt idx="49532">
                  <c:v>24.8</c:v>
                </c:pt>
                <c:pt idx="49533">
                  <c:v>24.8</c:v>
                </c:pt>
                <c:pt idx="49534">
                  <c:v>24.85</c:v>
                </c:pt>
                <c:pt idx="49535">
                  <c:v>24.85</c:v>
                </c:pt>
                <c:pt idx="49536">
                  <c:v>24.8</c:v>
                </c:pt>
                <c:pt idx="49537">
                  <c:v>24.85</c:v>
                </c:pt>
                <c:pt idx="49538">
                  <c:v>24.8</c:v>
                </c:pt>
                <c:pt idx="49539">
                  <c:v>24.8</c:v>
                </c:pt>
                <c:pt idx="49540">
                  <c:v>24.8</c:v>
                </c:pt>
                <c:pt idx="49541">
                  <c:v>24.8</c:v>
                </c:pt>
                <c:pt idx="49542">
                  <c:v>24.8</c:v>
                </c:pt>
                <c:pt idx="49543">
                  <c:v>24.8</c:v>
                </c:pt>
                <c:pt idx="49544">
                  <c:v>24.8</c:v>
                </c:pt>
                <c:pt idx="49545">
                  <c:v>24.8</c:v>
                </c:pt>
                <c:pt idx="49546">
                  <c:v>24.8</c:v>
                </c:pt>
                <c:pt idx="49547">
                  <c:v>24.8</c:v>
                </c:pt>
                <c:pt idx="49548">
                  <c:v>24.8</c:v>
                </c:pt>
                <c:pt idx="49549">
                  <c:v>24.8</c:v>
                </c:pt>
                <c:pt idx="49550">
                  <c:v>24.8</c:v>
                </c:pt>
                <c:pt idx="49551">
                  <c:v>24.8</c:v>
                </c:pt>
                <c:pt idx="49552">
                  <c:v>24.8</c:v>
                </c:pt>
                <c:pt idx="49553">
                  <c:v>24.8</c:v>
                </c:pt>
                <c:pt idx="49554">
                  <c:v>24.8</c:v>
                </c:pt>
                <c:pt idx="49555">
                  <c:v>24.8</c:v>
                </c:pt>
                <c:pt idx="49556">
                  <c:v>24.8</c:v>
                </c:pt>
                <c:pt idx="49557">
                  <c:v>24.8</c:v>
                </c:pt>
                <c:pt idx="49558">
                  <c:v>24.8</c:v>
                </c:pt>
                <c:pt idx="49559">
                  <c:v>24.8</c:v>
                </c:pt>
                <c:pt idx="49560">
                  <c:v>24.8</c:v>
                </c:pt>
                <c:pt idx="49561">
                  <c:v>24.8</c:v>
                </c:pt>
                <c:pt idx="49562">
                  <c:v>24.85</c:v>
                </c:pt>
                <c:pt idx="49563">
                  <c:v>24.85</c:v>
                </c:pt>
                <c:pt idx="49564">
                  <c:v>24.85</c:v>
                </c:pt>
                <c:pt idx="49565">
                  <c:v>24.85</c:v>
                </c:pt>
                <c:pt idx="49566">
                  <c:v>24.85</c:v>
                </c:pt>
                <c:pt idx="49567">
                  <c:v>24.85</c:v>
                </c:pt>
                <c:pt idx="49568">
                  <c:v>24.85</c:v>
                </c:pt>
                <c:pt idx="49569">
                  <c:v>24.85</c:v>
                </c:pt>
                <c:pt idx="49570">
                  <c:v>24.85</c:v>
                </c:pt>
                <c:pt idx="49571">
                  <c:v>24.85</c:v>
                </c:pt>
                <c:pt idx="49572">
                  <c:v>24.85</c:v>
                </c:pt>
                <c:pt idx="49573">
                  <c:v>24.85</c:v>
                </c:pt>
                <c:pt idx="49574">
                  <c:v>24.8</c:v>
                </c:pt>
                <c:pt idx="49575">
                  <c:v>24.85</c:v>
                </c:pt>
                <c:pt idx="49576">
                  <c:v>24.85</c:v>
                </c:pt>
                <c:pt idx="49577">
                  <c:v>24.85</c:v>
                </c:pt>
                <c:pt idx="49578">
                  <c:v>24.85</c:v>
                </c:pt>
                <c:pt idx="49579">
                  <c:v>24.85</c:v>
                </c:pt>
                <c:pt idx="49580">
                  <c:v>24.85</c:v>
                </c:pt>
                <c:pt idx="49581">
                  <c:v>24.8</c:v>
                </c:pt>
                <c:pt idx="49582">
                  <c:v>24.85</c:v>
                </c:pt>
                <c:pt idx="49583">
                  <c:v>24.85</c:v>
                </c:pt>
                <c:pt idx="49584">
                  <c:v>24.85</c:v>
                </c:pt>
                <c:pt idx="49585">
                  <c:v>24.8</c:v>
                </c:pt>
                <c:pt idx="49586">
                  <c:v>24.85</c:v>
                </c:pt>
                <c:pt idx="49587">
                  <c:v>24.85</c:v>
                </c:pt>
                <c:pt idx="49588">
                  <c:v>24.85</c:v>
                </c:pt>
                <c:pt idx="49589">
                  <c:v>24.85</c:v>
                </c:pt>
                <c:pt idx="49590">
                  <c:v>24.8</c:v>
                </c:pt>
                <c:pt idx="49591">
                  <c:v>24.8</c:v>
                </c:pt>
                <c:pt idx="49592">
                  <c:v>24.85</c:v>
                </c:pt>
                <c:pt idx="49593">
                  <c:v>24.85</c:v>
                </c:pt>
                <c:pt idx="49594">
                  <c:v>24.8</c:v>
                </c:pt>
                <c:pt idx="49595">
                  <c:v>24.85</c:v>
                </c:pt>
                <c:pt idx="49596">
                  <c:v>24.8</c:v>
                </c:pt>
                <c:pt idx="49597">
                  <c:v>24.85</c:v>
                </c:pt>
                <c:pt idx="49598">
                  <c:v>24.85</c:v>
                </c:pt>
                <c:pt idx="49599">
                  <c:v>24.85</c:v>
                </c:pt>
                <c:pt idx="49600">
                  <c:v>24.85</c:v>
                </c:pt>
                <c:pt idx="49601">
                  <c:v>24.85</c:v>
                </c:pt>
                <c:pt idx="49602">
                  <c:v>24.85</c:v>
                </c:pt>
                <c:pt idx="49603">
                  <c:v>24.85</c:v>
                </c:pt>
                <c:pt idx="49604">
                  <c:v>24.8</c:v>
                </c:pt>
                <c:pt idx="49605">
                  <c:v>24.85</c:v>
                </c:pt>
                <c:pt idx="49606">
                  <c:v>24.85</c:v>
                </c:pt>
                <c:pt idx="49607">
                  <c:v>24.8</c:v>
                </c:pt>
                <c:pt idx="49608">
                  <c:v>24.8</c:v>
                </c:pt>
                <c:pt idx="49609">
                  <c:v>24.8</c:v>
                </c:pt>
                <c:pt idx="49610">
                  <c:v>24.8</c:v>
                </c:pt>
                <c:pt idx="49611">
                  <c:v>24.8</c:v>
                </c:pt>
                <c:pt idx="49612">
                  <c:v>24.8</c:v>
                </c:pt>
                <c:pt idx="49613">
                  <c:v>24.8</c:v>
                </c:pt>
                <c:pt idx="49614">
                  <c:v>24.8</c:v>
                </c:pt>
                <c:pt idx="49615">
                  <c:v>24.8</c:v>
                </c:pt>
                <c:pt idx="49616">
                  <c:v>24.8</c:v>
                </c:pt>
                <c:pt idx="49617">
                  <c:v>24.8</c:v>
                </c:pt>
                <c:pt idx="49618">
                  <c:v>24.8</c:v>
                </c:pt>
                <c:pt idx="49619">
                  <c:v>24.8</c:v>
                </c:pt>
                <c:pt idx="49620">
                  <c:v>24.8</c:v>
                </c:pt>
                <c:pt idx="49621">
                  <c:v>24.85</c:v>
                </c:pt>
                <c:pt idx="49622">
                  <c:v>24.85</c:v>
                </c:pt>
                <c:pt idx="49623">
                  <c:v>24.85</c:v>
                </c:pt>
                <c:pt idx="49624">
                  <c:v>24.85</c:v>
                </c:pt>
                <c:pt idx="49625">
                  <c:v>24.85</c:v>
                </c:pt>
                <c:pt idx="49626">
                  <c:v>24.85</c:v>
                </c:pt>
                <c:pt idx="49627">
                  <c:v>24.85</c:v>
                </c:pt>
                <c:pt idx="49628">
                  <c:v>24.8</c:v>
                </c:pt>
                <c:pt idx="49629">
                  <c:v>24.8</c:v>
                </c:pt>
                <c:pt idx="49630">
                  <c:v>24.8</c:v>
                </c:pt>
                <c:pt idx="49631">
                  <c:v>24.8</c:v>
                </c:pt>
                <c:pt idx="49632">
                  <c:v>24.8</c:v>
                </c:pt>
                <c:pt idx="49633">
                  <c:v>24.8</c:v>
                </c:pt>
                <c:pt idx="49634">
                  <c:v>24.8</c:v>
                </c:pt>
                <c:pt idx="49635">
                  <c:v>24.8</c:v>
                </c:pt>
                <c:pt idx="49636">
                  <c:v>24.8</c:v>
                </c:pt>
                <c:pt idx="49637">
                  <c:v>24.8</c:v>
                </c:pt>
                <c:pt idx="49638">
                  <c:v>24.8</c:v>
                </c:pt>
                <c:pt idx="49639">
                  <c:v>24.8</c:v>
                </c:pt>
                <c:pt idx="49640">
                  <c:v>24.8</c:v>
                </c:pt>
                <c:pt idx="49641">
                  <c:v>24.8</c:v>
                </c:pt>
                <c:pt idx="49642">
                  <c:v>24.8</c:v>
                </c:pt>
                <c:pt idx="49643">
                  <c:v>24.8</c:v>
                </c:pt>
                <c:pt idx="49644">
                  <c:v>24.8</c:v>
                </c:pt>
                <c:pt idx="49645">
                  <c:v>24.85</c:v>
                </c:pt>
                <c:pt idx="49646">
                  <c:v>24.85</c:v>
                </c:pt>
                <c:pt idx="49647">
                  <c:v>24.85</c:v>
                </c:pt>
                <c:pt idx="49648">
                  <c:v>24.85</c:v>
                </c:pt>
                <c:pt idx="49649">
                  <c:v>24.85</c:v>
                </c:pt>
                <c:pt idx="49650">
                  <c:v>24.85</c:v>
                </c:pt>
                <c:pt idx="49651">
                  <c:v>24.85</c:v>
                </c:pt>
                <c:pt idx="49652">
                  <c:v>24.85</c:v>
                </c:pt>
                <c:pt idx="49653">
                  <c:v>24.85</c:v>
                </c:pt>
                <c:pt idx="49654">
                  <c:v>24.85</c:v>
                </c:pt>
                <c:pt idx="49655">
                  <c:v>24.85</c:v>
                </c:pt>
                <c:pt idx="49656">
                  <c:v>24.85</c:v>
                </c:pt>
                <c:pt idx="49657">
                  <c:v>24.8</c:v>
                </c:pt>
                <c:pt idx="49658">
                  <c:v>24.85</c:v>
                </c:pt>
                <c:pt idx="49659">
                  <c:v>24.8</c:v>
                </c:pt>
                <c:pt idx="49660">
                  <c:v>24.8</c:v>
                </c:pt>
                <c:pt idx="49661">
                  <c:v>24.8</c:v>
                </c:pt>
                <c:pt idx="49662">
                  <c:v>24.8</c:v>
                </c:pt>
                <c:pt idx="49663">
                  <c:v>24.8</c:v>
                </c:pt>
                <c:pt idx="49664">
                  <c:v>24.8</c:v>
                </c:pt>
                <c:pt idx="49665">
                  <c:v>24.8</c:v>
                </c:pt>
                <c:pt idx="49666">
                  <c:v>24.8</c:v>
                </c:pt>
                <c:pt idx="49667">
                  <c:v>24.8</c:v>
                </c:pt>
                <c:pt idx="49668">
                  <c:v>24.8</c:v>
                </c:pt>
                <c:pt idx="49669">
                  <c:v>24.8</c:v>
                </c:pt>
                <c:pt idx="49670">
                  <c:v>24.8</c:v>
                </c:pt>
                <c:pt idx="49671">
                  <c:v>24.8</c:v>
                </c:pt>
                <c:pt idx="49672">
                  <c:v>24.8</c:v>
                </c:pt>
                <c:pt idx="49673">
                  <c:v>24.8</c:v>
                </c:pt>
                <c:pt idx="49674">
                  <c:v>24.8</c:v>
                </c:pt>
                <c:pt idx="49675">
                  <c:v>24.85</c:v>
                </c:pt>
                <c:pt idx="49676">
                  <c:v>24.85</c:v>
                </c:pt>
                <c:pt idx="49677">
                  <c:v>24.85</c:v>
                </c:pt>
                <c:pt idx="49678">
                  <c:v>24.85</c:v>
                </c:pt>
                <c:pt idx="49679">
                  <c:v>24.85</c:v>
                </c:pt>
                <c:pt idx="49680">
                  <c:v>24.85</c:v>
                </c:pt>
                <c:pt idx="49681">
                  <c:v>24.85</c:v>
                </c:pt>
                <c:pt idx="49682">
                  <c:v>24.85</c:v>
                </c:pt>
                <c:pt idx="49683">
                  <c:v>24.85</c:v>
                </c:pt>
                <c:pt idx="49684">
                  <c:v>24.85</c:v>
                </c:pt>
                <c:pt idx="49685">
                  <c:v>24.85</c:v>
                </c:pt>
                <c:pt idx="49686">
                  <c:v>24.8</c:v>
                </c:pt>
                <c:pt idx="49687">
                  <c:v>24.8</c:v>
                </c:pt>
                <c:pt idx="49688">
                  <c:v>24.8</c:v>
                </c:pt>
                <c:pt idx="49689">
                  <c:v>24.8</c:v>
                </c:pt>
                <c:pt idx="49690">
                  <c:v>24.8</c:v>
                </c:pt>
                <c:pt idx="49691">
                  <c:v>24.8</c:v>
                </c:pt>
                <c:pt idx="49692">
                  <c:v>24.8</c:v>
                </c:pt>
                <c:pt idx="49693">
                  <c:v>24.8</c:v>
                </c:pt>
                <c:pt idx="49694">
                  <c:v>24.8</c:v>
                </c:pt>
                <c:pt idx="49695">
                  <c:v>24.8</c:v>
                </c:pt>
                <c:pt idx="49696">
                  <c:v>24.8</c:v>
                </c:pt>
                <c:pt idx="49697">
                  <c:v>24.85</c:v>
                </c:pt>
                <c:pt idx="49698">
                  <c:v>24.85</c:v>
                </c:pt>
                <c:pt idx="49699">
                  <c:v>24.85</c:v>
                </c:pt>
                <c:pt idx="49700">
                  <c:v>24.85</c:v>
                </c:pt>
                <c:pt idx="49701">
                  <c:v>24.85</c:v>
                </c:pt>
                <c:pt idx="49702">
                  <c:v>24.85</c:v>
                </c:pt>
                <c:pt idx="49703">
                  <c:v>24.85</c:v>
                </c:pt>
                <c:pt idx="49704">
                  <c:v>24.85</c:v>
                </c:pt>
                <c:pt idx="49705">
                  <c:v>24.85</c:v>
                </c:pt>
                <c:pt idx="49706">
                  <c:v>24.85</c:v>
                </c:pt>
                <c:pt idx="49707">
                  <c:v>24.85</c:v>
                </c:pt>
                <c:pt idx="49708">
                  <c:v>24.85</c:v>
                </c:pt>
                <c:pt idx="49709">
                  <c:v>24.85</c:v>
                </c:pt>
                <c:pt idx="49710">
                  <c:v>24.85</c:v>
                </c:pt>
                <c:pt idx="49711">
                  <c:v>24.85</c:v>
                </c:pt>
                <c:pt idx="49712">
                  <c:v>24.85</c:v>
                </c:pt>
                <c:pt idx="49713">
                  <c:v>24.85</c:v>
                </c:pt>
                <c:pt idx="49714">
                  <c:v>24.85</c:v>
                </c:pt>
                <c:pt idx="49715">
                  <c:v>24.8</c:v>
                </c:pt>
                <c:pt idx="49716">
                  <c:v>24.8</c:v>
                </c:pt>
                <c:pt idx="49717">
                  <c:v>24.8</c:v>
                </c:pt>
                <c:pt idx="49718">
                  <c:v>24.8</c:v>
                </c:pt>
                <c:pt idx="49719">
                  <c:v>24.8</c:v>
                </c:pt>
                <c:pt idx="49720">
                  <c:v>24.8</c:v>
                </c:pt>
                <c:pt idx="49721">
                  <c:v>24.8</c:v>
                </c:pt>
                <c:pt idx="49722">
                  <c:v>24.8</c:v>
                </c:pt>
                <c:pt idx="49723">
                  <c:v>24.8</c:v>
                </c:pt>
                <c:pt idx="49724">
                  <c:v>24.8</c:v>
                </c:pt>
                <c:pt idx="49725">
                  <c:v>24.8</c:v>
                </c:pt>
                <c:pt idx="49726">
                  <c:v>24.8</c:v>
                </c:pt>
                <c:pt idx="49727">
                  <c:v>24.8</c:v>
                </c:pt>
                <c:pt idx="49728">
                  <c:v>24.8</c:v>
                </c:pt>
                <c:pt idx="49729">
                  <c:v>24.8</c:v>
                </c:pt>
                <c:pt idx="49730">
                  <c:v>24.85</c:v>
                </c:pt>
                <c:pt idx="49731">
                  <c:v>24.85</c:v>
                </c:pt>
                <c:pt idx="49732">
                  <c:v>24.85</c:v>
                </c:pt>
                <c:pt idx="49733">
                  <c:v>24.85</c:v>
                </c:pt>
                <c:pt idx="49734">
                  <c:v>24.85</c:v>
                </c:pt>
                <c:pt idx="49735">
                  <c:v>24.85</c:v>
                </c:pt>
                <c:pt idx="49736">
                  <c:v>24.85</c:v>
                </c:pt>
                <c:pt idx="49737">
                  <c:v>24.85</c:v>
                </c:pt>
                <c:pt idx="49738">
                  <c:v>24.85</c:v>
                </c:pt>
                <c:pt idx="49739">
                  <c:v>24.85</c:v>
                </c:pt>
                <c:pt idx="49740">
                  <c:v>24.85</c:v>
                </c:pt>
                <c:pt idx="49741">
                  <c:v>24.85</c:v>
                </c:pt>
                <c:pt idx="49742">
                  <c:v>24.85</c:v>
                </c:pt>
                <c:pt idx="49743">
                  <c:v>24.8</c:v>
                </c:pt>
                <c:pt idx="49744">
                  <c:v>24.8</c:v>
                </c:pt>
                <c:pt idx="49745">
                  <c:v>24.8</c:v>
                </c:pt>
                <c:pt idx="49746">
                  <c:v>24.8</c:v>
                </c:pt>
                <c:pt idx="49747">
                  <c:v>24.8</c:v>
                </c:pt>
                <c:pt idx="49748">
                  <c:v>24.8</c:v>
                </c:pt>
                <c:pt idx="49749">
                  <c:v>24.8</c:v>
                </c:pt>
                <c:pt idx="49750">
                  <c:v>24.8</c:v>
                </c:pt>
                <c:pt idx="49751">
                  <c:v>24.8</c:v>
                </c:pt>
                <c:pt idx="49752">
                  <c:v>24.8</c:v>
                </c:pt>
                <c:pt idx="49753">
                  <c:v>24.8</c:v>
                </c:pt>
                <c:pt idx="49754">
                  <c:v>24.8</c:v>
                </c:pt>
                <c:pt idx="49755">
                  <c:v>24.8</c:v>
                </c:pt>
                <c:pt idx="49756">
                  <c:v>24.8</c:v>
                </c:pt>
                <c:pt idx="49757">
                  <c:v>24.8</c:v>
                </c:pt>
                <c:pt idx="49758">
                  <c:v>24.8</c:v>
                </c:pt>
                <c:pt idx="49759">
                  <c:v>24.8</c:v>
                </c:pt>
                <c:pt idx="49760">
                  <c:v>24.8</c:v>
                </c:pt>
                <c:pt idx="49761">
                  <c:v>24.85</c:v>
                </c:pt>
                <c:pt idx="49762">
                  <c:v>24.8</c:v>
                </c:pt>
                <c:pt idx="49763">
                  <c:v>24.85</c:v>
                </c:pt>
                <c:pt idx="49764">
                  <c:v>24.85</c:v>
                </c:pt>
                <c:pt idx="49765">
                  <c:v>24.85</c:v>
                </c:pt>
                <c:pt idx="49766">
                  <c:v>24.85</c:v>
                </c:pt>
                <c:pt idx="49767">
                  <c:v>24.85</c:v>
                </c:pt>
                <c:pt idx="49768">
                  <c:v>24.85</c:v>
                </c:pt>
                <c:pt idx="49769">
                  <c:v>24.8</c:v>
                </c:pt>
                <c:pt idx="49770">
                  <c:v>24.8</c:v>
                </c:pt>
                <c:pt idx="49771">
                  <c:v>24.8</c:v>
                </c:pt>
                <c:pt idx="49772">
                  <c:v>24.8</c:v>
                </c:pt>
                <c:pt idx="49773">
                  <c:v>24.8</c:v>
                </c:pt>
                <c:pt idx="49774">
                  <c:v>24.8</c:v>
                </c:pt>
                <c:pt idx="49775">
                  <c:v>24.8</c:v>
                </c:pt>
                <c:pt idx="49776">
                  <c:v>24.8</c:v>
                </c:pt>
                <c:pt idx="49777">
                  <c:v>24.8</c:v>
                </c:pt>
                <c:pt idx="49778">
                  <c:v>24.8</c:v>
                </c:pt>
                <c:pt idx="49779">
                  <c:v>24.8</c:v>
                </c:pt>
                <c:pt idx="49780">
                  <c:v>24.8</c:v>
                </c:pt>
                <c:pt idx="49781">
                  <c:v>24.8</c:v>
                </c:pt>
                <c:pt idx="49782">
                  <c:v>24.8</c:v>
                </c:pt>
                <c:pt idx="49783">
                  <c:v>24.8</c:v>
                </c:pt>
                <c:pt idx="49784">
                  <c:v>24.8</c:v>
                </c:pt>
                <c:pt idx="49785">
                  <c:v>24.8</c:v>
                </c:pt>
                <c:pt idx="49786">
                  <c:v>24.8</c:v>
                </c:pt>
                <c:pt idx="49787">
                  <c:v>24.8</c:v>
                </c:pt>
                <c:pt idx="49788">
                  <c:v>24.8</c:v>
                </c:pt>
                <c:pt idx="49789">
                  <c:v>24.8</c:v>
                </c:pt>
                <c:pt idx="49790">
                  <c:v>24.8</c:v>
                </c:pt>
                <c:pt idx="49791">
                  <c:v>24.8</c:v>
                </c:pt>
                <c:pt idx="49792">
                  <c:v>24.8</c:v>
                </c:pt>
                <c:pt idx="49793">
                  <c:v>24.8</c:v>
                </c:pt>
                <c:pt idx="49794">
                  <c:v>24.8</c:v>
                </c:pt>
                <c:pt idx="49795">
                  <c:v>24.8</c:v>
                </c:pt>
                <c:pt idx="49796">
                  <c:v>24.8</c:v>
                </c:pt>
                <c:pt idx="49797">
                  <c:v>24.8</c:v>
                </c:pt>
                <c:pt idx="49798">
                  <c:v>24.8</c:v>
                </c:pt>
                <c:pt idx="49799">
                  <c:v>24.8</c:v>
                </c:pt>
                <c:pt idx="49800">
                  <c:v>24.8</c:v>
                </c:pt>
                <c:pt idx="49801">
                  <c:v>24.8</c:v>
                </c:pt>
                <c:pt idx="49802">
                  <c:v>24.8</c:v>
                </c:pt>
                <c:pt idx="49803">
                  <c:v>24.8</c:v>
                </c:pt>
                <c:pt idx="49804">
                  <c:v>24.8</c:v>
                </c:pt>
                <c:pt idx="49805">
                  <c:v>24.8</c:v>
                </c:pt>
                <c:pt idx="49806">
                  <c:v>24.8</c:v>
                </c:pt>
                <c:pt idx="49807">
                  <c:v>24.8</c:v>
                </c:pt>
                <c:pt idx="49808">
                  <c:v>24.8</c:v>
                </c:pt>
                <c:pt idx="49809">
                  <c:v>24.8</c:v>
                </c:pt>
                <c:pt idx="49810">
                  <c:v>24.8</c:v>
                </c:pt>
                <c:pt idx="49811">
                  <c:v>24.8</c:v>
                </c:pt>
                <c:pt idx="49812">
                  <c:v>24.8</c:v>
                </c:pt>
                <c:pt idx="49813">
                  <c:v>24.8</c:v>
                </c:pt>
                <c:pt idx="49814">
                  <c:v>24.8</c:v>
                </c:pt>
                <c:pt idx="49815">
                  <c:v>24.8</c:v>
                </c:pt>
                <c:pt idx="49816">
                  <c:v>24.8</c:v>
                </c:pt>
                <c:pt idx="49817">
                  <c:v>24.8</c:v>
                </c:pt>
                <c:pt idx="49818">
                  <c:v>24.8</c:v>
                </c:pt>
                <c:pt idx="49819">
                  <c:v>24.8</c:v>
                </c:pt>
                <c:pt idx="49820">
                  <c:v>24.8</c:v>
                </c:pt>
                <c:pt idx="49821">
                  <c:v>24.8</c:v>
                </c:pt>
                <c:pt idx="49822">
                  <c:v>24.8</c:v>
                </c:pt>
                <c:pt idx="49823">
                  <c:v>24.8</c:v>
                </c:pt>
                <c:pt idx="49824">
                  <c:v>24.8</c:v>
                </c:pt>
                <c:pt idx="49825">
                  <c:v>24.8</c:v>
                </c:pt>
                <c:pt idx="49826">
                  <c:v>24.8</c:v>
                </c:pt>
                <c:pt idx="49827">
                  <c:v>24.8</c:v>
                </c:pt>
                <c:pt idx="49828">
                  <c:v>24.8</c:v>
                </c:pt>
                <c:pt idx="49829">
                  <c:v>24.8</c:v>
                </c:pt>
                <c:pt idx="49830">
                  <c:v>24.8</c:v>
                </c:pt>
                <c:pt idx="49831">
                  <c:v>24.8</c:v>
                </c:pt>
                <c:pt idx="49832">
                  <c:v>24.8</c:v>
                </c:pt>
                <c:pt idx="49833">
                  <c:v>24.8</c:v>
                </c:pt>
                <c:pt idx="49834">
                  <c:v>24.8</c:v>
                </c:pt>
                <c:pt idx="49835">
                  <c:v>24.8</c:v>
                </c:pt>
                <c:pt idx="49836">
                  <c:v>24.8</c:v>
                </c:pt>
                <c:pt idx="49837">
                  <c:v>24.8</c:v>
                </c:pt>
                <c:pt idx="49838">
                  <c:v>24.8</c:v>
                </c:pt>
                <c:pt idx="49839">
                  <c:v>24.8</c:v>
                </c:pt>
                <c:pt idx="49840">
                  <c:v>24.8</c:v>
                </c:pt>
                <c:pt idx="49841">
                  <c:v>24.8</c:v>
                </c:pt>
                <c:pt idx="49842">
                  <c:v>24.8</c:v>
                </c:pt>
                <c:pt idx="49843">
                  <c:v>24.8</c:v>
                </c:pt>
                <c:pt idx="49844">
                  <c:v>24.8</c:v>
                </c:pt>
                <c:pt idx="49845">
                  <c:v>24.8</c:v>
                </c:pt>
                <c:pt idx="49846">
                  <c:v>24.8</c:v>
                </c:pt>
                <c:pt idx="49847">
                  <c:v>24.8</c:v>
                </c:pt>
                <c:pt idx="49848">
                  <c:v>24.8</c:v>
                </c:pt>
                <c:pt idx="49849">
                  <c:v>24.8</c:v>
                </c:pt>
                <c:pt idx="49850">
                  <c:v>24.8</c:v>
                </c:pt>
                <c:pt idx="49851">
                  <c:v>24.8</c:v>
                </c:pt>
                <c:pt idx="49852">
                  <c:v>24.8</c:v>
                </c:pt>
                <c:pt idx="49853">
                  <c:v>24.8</c:v>
                </c:pt>
                <c:pt idx="49854">
                  <c:v>24.8</c:v>
                </c:pt>
                <c:pt idx="49855">
                  <c:v>24.8</c:v>
                </c:pt>
                <c:pt idx="49856">
                  <c:v>24.8</c:v>
                </c:pt>
                <c:pt idx="49857">
                  <c:v>24.8</c:v>
                </c:pt>
                <c:pt idx="49858">
                  <c:v>24.8</c:v>
                </c:pt>
                <c:pt idx="49859">
                  <c:v>24.8</c:v>
                </c:pt>
                <c:pt idx="49860">
                  <c:v>24.8</c:v>
                </c:pt>
                <c:pt idx="49861">
                  <c:v>24.8</c:v>
                </c:pt>
                <c:pt idx="49862">
                  <c:v>24.8</c:v>
                </c:pt>
                <c:pt idx="49863">
                  <c:v>24.8</c:v>
                </c:pt>
                <c:pt idx="49864">
                  <c:v>24.8</c:v>
                </c:pt>
                <c:pt idx="49865">
                  <c:v>24.8</c:v>
                </c:pt>
                <c:pt idx="49866">
                  <c:v>24.8</c:v>
                </c:pt>
                <c:pt idx="49867">
                  <c:v>24.8</c:v>
                </c:pt>
                <c:pt idx="49868">
                  <c:v>24.8</c:v>
                </c:pt>
                <c:pt idx="49869">
                  <c:v>24.8</c:v>
                </c:pt>
                <c:pt idx="49870">
                  <c:v>24.8</c:v>
                </c:pt>
                <c:pt idx="49871">
                  <c:v>24.8</c:v>
                </c:pt>
                <c:pt idx="49872">
                  <c:v>24.8</c:v>
                </c:pt>
                <c:pt idx="49873">
                  <c:v>24.8</c:v>
                </c:pt>
                <c:pt idx="49874">
                  <c:v>24.8</c:v>
                </c:pt>
                <c:pt idx="49875">
                  <c:v>24.8</c:v>
                </c:pt>
                <c:pt idx="49876">
                  <c:v>24.8</c:v>
                </c:pt>
                <c:pt idx="49877">
                  <c:v>24.8</c:v>
                </c:pt>
                <c:pt idx="49878">
                  <c:v>24.8</c:v>
                </c:pt>
                <c:pt idx="49879">
                  <c:v>24.8</c:v>
                </c:pt>
                <c:pt idx="49880">
                  <c:v>24.8</c:v>
                </c:pt>
                <c:pt idx="49881">
                  <c:v>24.8</c:v>
                </c:pt>
                <c:pt idx="49882">
                  <c:v>24.8</c:v>
                </c:pt>
                <c:pt idx="49883">
                  <c:v>24.8</c:v>
                </c:pt>
                <c:pt idx="49884">
                  <c:v>24.8</c:v>
                </c:pt>
                <c:pt idx="49885">
                  <c:v>24.8</c:v>
                </c:pt>
                <c:pt idx="49886">
                  <c:v>24.8</c:v>
                </c:pt>
                <c:pt idx="49887">
                  <c:v>24.8</c:v>
                </c:pt>
                <c:pt idx="49888">
                  <c:v>24.8</c:v>
                </c:pt>
                <c:pt idx="49889">
                  <c:v>24.8</c:v>
                </c:pt>
                <c:pt idx="49890">
                  <c:v>24.8</c:v>
                </c:pt>
                <c:pt idx="49891">
                  <c:v>24.8</c:v>
                </c:pt>
                <c:pt idx="49892">
                  <c:v>24.8</c:v>
                </c:pt>
                <c:pt idx="49893">
                  <c:v>24.8</c:v>
                </c:pt>
                <c:pt idx="49894">
                  <c:v>24.8</c:v>
                </c:pt>
                <c:pt idx="49895">
                  <c:v>24.8</c:v>
                </c:pt>
                <c:pt idx="49896">
                  <c:v>24.8</c:v>
                </c:pt>
                <c:pt idx="49897">
                  <c:v>24.8</c:v>
                </c:pt>
                <c:pt idx="49898">
                  <c:v>24.8</c:v>
                </c:pt>
                <c:pt idx="49899">
                  <c:v>24.8</c:v>
                </c:pt>
                <c:pt idx="49900">
                  <c:v>24.8</c:v>
                </c:pt>
                <c:pt idx="49901">
                  <c:v>24.8</c:v>
                </c:pt>
                <c:pt idx="49902">
                  <c:v>24.8</c:v>
                </c:pt>
                <c:pt idx="49903">
                  <c:v>24.8</c:v>
                </c:pt>
                <c:pt idx="49904">
                  <c:v>24.8</c:v>
                </c:pt>
                <c:pt idx="49905">
                  <c:v>24.8</c:v>
                </c:pt>
                <c:pt idx="49906">
                  <c:v>24.8</c:v>
                </c:pt>
                <c:pt idx="49907">
                  <c:v>24.8</c:v>
                </c:pt>
                <c:pt idx="49908">
                  <c:v>24.8</c:v>
                </c:pt>
                <c:pt idx="49909">
                  <c:v>24.8</c:v>
                </c:pt>
                <c:pt idx="49910">
                  <c:v>24.8</c:v>
                </c:pt>
                <c:pt idx="49911">
                  <c:v>24.8</c:v>
                </c:pt>
                <c:pt idx="49912">
                  <c:v>24.8</c:v>
                </c:pt>
                <c:pt idx="49913">
                  <c:v>24.8</c:v>
                </c:pt>
                <c:pt idx="49914">
                  <c:v>24.8</c:v>
                </c:pt>
                <c:pt idx="49915">
                  <c:v>24.8</c:v>
                </c:pt>
                <c:pt idx="49916">
                  <c:v>24.8</c:v>
                </c:pt>
                <c:pt idx="49917">
                  <c:v>24.8</c:v>
                </c:pt>
                <c:pt idx="49918">
                  <c:v>24.8</c:v>
                </c:pt>
                <c:pt idx="49919">
                  <c:v>24.8</c:v>
                </c:pt>
                <c:pt idx="49920">
                  <c:v>24.8</c:v>
                </c:pt>
                <c:pt idx="49921">
                  <c:v>24.8</c:v>
                </c:pt>
                <c:pt idx="49922">
                  <c:v>24.8</c:v>
                </c:pt>
                <c:pt idx="49923">
                  <c:v>24.8</c:v>
                </c:pt>
                <c:pt idx="49924">
                  <c:v>24.8</c:v>
                </c:pt>
                <c:pt idx="49925">
                  <c:v>24.85</c:v>
                </c:pt>
                <c:pt idx="49926">
                  <c:v>24.85</c:v>
                </c:pt>
                <c:pt idx="49927">
                  <c:v>24.85</c:v>
                </c:pt>
                <c:pt idx="49928">
                  <c:v>24.85</c:v>
                </c:pt>
                <c:pt idx="49929">
                  <c:v>24.85</c:v>
                </c:pt>
                <c:pt idx="49930">
                  <c:v>24.8</c:v>
                </c:pt>
                <c:pt idx="49931">
                  <c:v>24.8</c:v>
                </c:pt>
                <c:pt idx="49932">
                  <c:v>24.8</c:v>
                </c:pt>
                <c:pt idx="49933">
                  <c:v>24.8</c:v>
                </c:pt>
                <c:pt idx="49934">
                  <c:v>24.8</c:v>
                </c:pt>
                <c:pt idx="49935">
                  <c:v>24.8</c:v>
                </c:pt>
                <c:pt idx="49936">
                  <c:v>24.8</c:v>
                </c:pt>
                <c:pt idx="49937">
                  <c:v>24.8</c:v>
                </c:pt>
                <c:pt idx="49938">
                  <c:v>24.8</c:v>
                </c:pt>
                <c:pt idx="49939">
                  <c:v>24.8</c:v>
                </c:pt>
                <c:pt idx="49940">
                  <c:v>24.8</c:v>
                </c:pt>
                <c:pt idx="49941">
                  <c:v>24.8</c:v>
                </c:pt>
                <c:pt idx="49942">
                  <c:v>24.8</c:v>
                </c:pt>
                <c:pt idx="49943">
                  <c:v>24.8</c:v>
                </c:pt>
                <c:pt idx="49944">
                  <c:v>24.8</c:v>
                </c:pt>
                <c:pt idx="49945">
                  <c:v>24.8</c:v>
                </c:pt>
                <c:pt idx="49946">
                  <c:v>24.8</c:v>
                </c:pt>
                <c:pt idx="49947">
                  <c:v>24.8</c:v>
                </c:pt>
                <c:pt idx="49948">
                  <c:v>24.8</c:v>
                </c:pt>
                <c:pt idx="49949">
                  <c:v>24.8</c:v>
                </c:pt>
                <c:pt idx="49950">
                  <c:v>24.8</c:v>
                </c:pt>
                <c:pt idx="49951">
                  <c:v>24.8</c:v>
                </c:pt>
                <c:pt idx="49952">
                  <c:v>24.8</c:v>
                </c:pt>
                <c:pt idx="49953">
                  <c:v>24.8</c:v>
                </c:pt>
                <c:pt idx="49954">
                  <c:v>24.8</c:v>
                </c:pt>
                <c:pt idx="49955">
                  <c:v>24.8</c:v>
                </c:pt>
                <c:pt idx="49956">
                  <c:v>24.8</c:v>
                </c:pt>
                <c:pt idx="49957">
                  <c:v>24.8</c:v>
                </c:pt>
                <c:pt idx="49958">
                  <c:v>24.8</c:v>
                </c:pt>
                <c:pt idx="49959">
                  <c:v>24.8</c:v>
                </c:pt>
                <c:pt idx="49960">
                  <c:v>24.8</c:v>
                </c:pt>
                <c:pt idx="49961">
                  <c:v>24.8</c:v>
                </c:pt>
                <c:pt idx="49962">
                  <c:v>24.8</c:v>
                </c:pt>
                <c:pt idx="49963">
                  <c:v>24.8</c:v>
                </c:pt>
                <c:pt idx="49964">
                  <c:v>24.8</c:v>
                </c:pt>
                <c:pt idx="49965">
                  <c:v>24.8</c:v>
                </c:pt>
                <c:pt idx="49966">
                  <c:v>24.8</c:v>
                </c:pt>
                <c:pt idx="49967">
                  <c:v>24.8</c:v>
                </c:pt>
                <c:pt idx="49968">
                  <c:v>24.8</c:v>
                </c:pt>
                <c:pt idx="49969">
                  <c:v>24.8</c:v>
                </c:pt>
                <c:pt idx="49970">
                  <c:v>24.8</c:v>
                </c:pt>
                <c:pt idx="49971">
                  <c:v>24.8</c:v>
                </c:pt>
                <c:pt idx="49972">
                  <c:v>24.8</c:v>
                </c:pt>
                <c:pt idx="49973">
                  <c:v>24.8</c:v>
                </c:pt>
                <c:pt idx="49974">
                  <c:v>24.8</c:v>
                </c:pt>
                <c:pt idx="49975">
                  <c:v>24.8</c:v>
                </c:pt>
                <c:pt idx="49976">
                  <c:v>24.8</c:v>
                </c:pt>
                <c:pt idx="49977">
                  <c:v>24.8</c:v>
                </c:pt>
                <c:pt idx="49978">
                  <c:v>24.8</c:v>
                </c:pt>
                <c:pt idx="49979">
                  <c:v>24.8</c:v>
                </c:pt>
                <c:pt idx="49980">
                  <c:v>24.8</c:v>
                </c:pt>
                <c:pt idx="49981">
                  <c:v>24.8</c:v>
                </c:pt>
                <c:pt idx="49982">
                  <c:v>24.8</c:v>
                </c:pt>
                <c:pt idx="49983">
                  <c:v>24.8</c:v>
                </c:pt>
                <c:pt idx="49984">
                  <c:v>24.8</c:v>
                </c:pt>
                <c:pt idx="49985">
                  <c:v>24.8</c:v>
                </c:pt>
                <c:pt idx="49986">
                  <c:v>24.8</c:v>
                </c:pt>
                <c:pt idx="49987">
                  <c:v>24.8</c:v>
                </c:pt>
                <c:pt idx="49988">
                  <c:v>24.8</c:v>
                </c:pt>
                <c:pt idx="49989">
                  <c:v>24.8</c:v>
                </c:pt>
                <c:pt idx="49990">
                  <c:v>24.8</c:v>
                </c:pt>
                <c:pt idx="49991">
                  <c:v>24.8</c:v>
                </c:pt>
                <c:pt idx="49992">
                  <c:v>24.8</c:v>
                </c:pt>
                <c:pt idx="49993">
                  <c:v>24.8</c:v>
                </c:pt>
                <c:pt idx="49994">
                  <c:v>24.8</c:v>
                </c:pt>
                <c:pt idx="49995">
                  <c:v>24.8</c:v>
                </c:pt>
                <c:pt idx="49996">
                  <c:v>24.8</c:v>
                </c:pt>
                <c:pt idx="49997">
                  <c:v>24.8</c:v>
                </c:pt>
                <c:pt idx="49998">
                  <c:v>24.8</c:v>
                </c:pt>
                <c:pt idx="49999">
                  <c:v>24.8</c:v>
                </c:pt>
                <c:pt idx="50000">
                  <c:v>24.8</c:v>
                </c:pt>
                <c:pt idx="50001">
                  <c:v>24.8</c:v>
                </c:pt>
                <c:pt idx="50002">
                  <c:v>24.8</c:v>
                </c:pt>
                <c:pt idx="50003">
                  <c:v>24.8</c:v>
                </c:pt>
                <c:pt idx="50004">
                  <c:v>24.8</c:v>
                </c:pt>
                <c:pt idx="50005">
                  <c:v>24.8</c:v>
                </c:pt>
                <c:pt idx="50006">
                  <c:v>24.8</c:v>
                </c:pt>
                <c:pt idx="50007">
                  <c:v>24.8</c:v>
                </c:pt>
                <c:pt idx="50008">
                  <c:v>24.8</c:v>
                </c:pt>
                <c:pt idx="50009">
                  <c:v>24.8</c:v>
                </c:pt>
                <c:pt idx="50010">
                  <c:v>24.8</c:v>
                </c:pt>
                <c:pt idx="50011">
                  <c:v>24.8</c:v>
                </c:pt>
                <c:pt idx="50012">
                  <c:v>24.8</c:v>
                </c:pt>
                <c:pt idx="50013">
                  <c:v>24.8</c:v>
                </c:pt>
                <c:pt idx="50014">
                  <c:v>24.8</c:v>
                </c:pt>
                <c:pt idx="50015">
                  <c:v>24.8</c:v>
                </c:pt>
                <c:pt idx="50016">
                  <c:v>24.8</c:v>
                </c:pt>
                <c:pt idx="50017">
                  <c:v>24.8</c:v>
                </c:pt>
                <c:pt idx="50018">
                  <c:v>24.8</c:v>
                </c:pt>
                <c:pt idx="50019">
                  <c:v>24.8</c:v>
                </c:pt>
                <c:pt idx="50020">
                  <c:v>24.8</c:v>
                </c:pt>
                <c:pt idx="50021">
                  <c:v>24.8</c:v>
                </c:pt>
                <c:pt idx="50022">
                  <c:v>24.8</c:v>
                </c:pt>
                <c:pt idx="50023">
                  <c:v>24.8</c:v>
                </c:pt>
                <c:pt idx="50024">
                  <c:v>24.8</c:v>
                </c:pt>
                <c:pt idx="50025">
                  <c:v>24.8</c:v>
                </c:pt>
                <c:pt idx="50026">
                  <c:v>24.8</c:v>
                </c:pt>
                <c:pt idx="50027">
                  <c:v>24.8</c:v>
                </c:pt>
                <c:pt idx="50028">
                  <c:v>24.8</c:v>
                </c:pt>
                <c:pt idx="50029">
                  <c:v>24.8</c:v>
                </c:pt>
                <c:pt idx="50030">
                  <c:v>24.8</c:v>
                </c:pt>
                <c:pt idx="50031">
                  <c:v>24.8</c:v>
                </c:pt>
                <c:pt idx="50032">
                  <c:v>24.8</c:v>
                </c:pt>
                <c:pt idx="50033">
                  <c:v>24.8</c:v>
                </c:pt>
                <c:pt idx="50034">
                  <c:v>24.8</c:v>
                </c:pt>
                <c:pt idx="50035">
                  <c:v>24.8</c:v>
                </c:pt>
                <c:pt idx="50036">
                  <c:v>24.8</c:v>
                </c:pt>
                <c:pt idx="50037">
                  <c:v>24.8</c:v>
                </c:pt>
                <c:pt idx="50038">
                  <c:v>24.8</c:v>
                </c:pt>
                <c:pt idx="50039">
                  <c:v>24.8</c:v>
                </c:pt>
                <c:pt idx="50040">
                  <c:v>24.8</c:v>
                </c:pt>
                <c:pt idx="50041">
                  <c:v>24.8</c:v>
                </c:pt>
                <c:pt idx="50042">
                  <c:v>24.8</c:v>
                </c:pt>
                <c:pt idx="50043">
                  <c:v>24.8</c:v>
                </c:pt>
                <c:pt idx="50044">
                  <c:v>24.8</c:v>
                </c:pt>
                <c:pt idx="50045">
                  <c:v>24.8</c:v>
                </c:pt>
                <c:pt idx="50046">
                  <c:v>24.8</c:v>
                </c:pt>
                <c:pt idx="50047">
                  <c:v>24.8</c:v>
                </c:pt>
                <c:pt idx="50048">
                  <c:v>24.8</c:v>
                </c:pt>
                <c:pt idx="50049">
                  <c:v>24.8</c:v>
                </c:pt>
                <c:pt idx="50050">
                  <c:v>24.8</c:v>
                </c:pt>
                <c:pt idx="50051">
                  <c:v>24.8</c:v>
                </c:pt>
                <c:pt idx="50052">
                  <c:v>24.8</c:v>
                </c:pt>
                <c:pt idx="50053">
                  <c:v>24.8</c:v>
                </c:pt>
                <c:pt idx="50054">
                  <c:v>24.8</c:v>
                </c:pt>
                <c:pt idx="50055">
                  <c:v>24.8</c:v>
                </c:pt>
                <c:pt idx="50056">
                  <c:v>24.8</c:v>
                </c:pt>
                <c:pt idx="50057">
                  <c:v>24.8</c:v>
                </c:pt>
                <c:pt idx="50058">
                  <c:v>24.8</c:v>
                </c:pt>
                <c:pt idx="50059">
                  <c:v>24.8</c:v>
                </c:pt>
                <c:pt idx="50060">
                  <c:v>24.8</c:v>
                </c:pt>
                <c:pt idx="50061">
                  <c:v>24.8</c:v>
                </c:pt>
                <c:pt idx="50062">
                  <c:v>24.8</c:v>
                </c:pt>
                <c:pt idx="50063">
                  <c:v>24.8</c:v>
                </c:pt>
                <c:pt idx="50064">
                  <c:v>24.8</c:v>
                </c:pt>
                <c:pt idx="50065">
                  <c:v>24.8</c:v>
                </c:pt>
                <c:pt idx="50066">
                  <c:v>24.8</c:v>
                </c:pt>
                <c:pt idx="50067">
                  <c:v>24.8</c:v>
                </c:pt>
                <c:pt idx="50068">
                  <c:v>24.8</c:v>
                </c:pt>
                <c:pt idx="50069">
                  <c:v>24.8</c:v>
                </c:pt>
                <c:pt idx="50070">
                  <c:v>24.8</c:v>
                </c:pt>
                <c:pt idx="50071">
                  <c:v>24.8</c:v>
                </c:pt>
                <c:pt idx="50072">
                  <c:v>24.8</c:v>
                </c:pt>
                <c:pt idx="50073">
                  <c:v>24.8</c:v>
                </c:pt>
                <c:pt idx="50074">
                  <c:v>24.8</c:v>
                </c:pt>
                <c:pt idx="50075">
                  <c:v>24.8</c:v>
                </c:pt>
                <c:pt idx="50076">
                  <c:v>24.8</c:v>
                </c:pt>
                <c:pt idx="50077">
                  <c:v>24.8</c:v>
                </c:pt>
                <c:pt idx="50078">
                  <c:v>24.8</c:v>
                </c:pt>
                <c:pt idx="50079">
                  <c:v>24.8</c:v>
                </c:pt>
                <c:pt idx="50080">
                  <c:v>24.8</c:v>
                </c:pt>
                <c:pt idx="50081">
                  <c:v>24.8</c:v>
                </c:pt>
                <c:pt idx="50082">
                  <c:v>24.8</c:v>
                </c:pt>
                <c:pt idx="50083">
                  <c:v>24.8</c:v>
                </c:pt>
                <c:pt idx="50084">
                  <c:v>24.8</c:v>
                </c:pt>
                <c:pt idx="50085">
                  <c:v>24.8</c:v>
                </c:pt>
                <c:pt idx="50086">
                  <c:v>24.8</c:v>
                </c:pt>
                <c:pt idx="50087">
                  <c:v>24.8</c:v>
                </c:pt>
                <c:pt idx="50088">
                  <c:v>24.8</c:v>
                </c:pt>
                <c:pt idx="50089">
                  <c:v>24.8</c:v>
                </c:pt>
                <c:pt idx="50090">
                  <c:v>24.8</c:v>
                </c:pt>
                <c:pt idx="50091">
                  <c:v>24.8</c:v>
                </c:pt>
                <c:pt idx="50092">
                  <c:v>24.8</c:v>
                </c:pt>
                <c:pt idx="50093">
                  <c:v>24.8</c:v>
                </c:pt>
                <c:pt idx="50094">
                  <c:v>24.8</c:v>
                </c:pt>
                <c:pt idx="50095">
                  <c:v>24.8</c:v>
                </c:pt>
                <c:pt idx="50096">
                  <c:v>24.8</c:v>
                </c:pt>
                <c:pt idx="50097">
                  <c:v>24.8</c:v>
                </c:pt>
                <c:pt idx="50098">
                  <c:v>24.8</c:v>
                </c:pt>
                <c:pt idx="50099">
                  <c:v>24.8</c:v>
                </c:pt>
                <c:pt idx="50100">
                  <c:v>24.8</c:v>
                </c:pt>
                <c:pt idx="50101">
                  <c:v>24.8</c:v>
                </c:pt>
                <c:pt idx="50102">
                  <c:v>24.8</c:v>
                </c:pt>
                <c:pt idx="50103">
                  <c:v>24.8</c:v>
                </c:pt>
                <c:pt idx="50104">
                  <c:v>24.8</c:v>
                </c:pt>
                <c:pt idx="50105">
                  <c:v>24.8</c:v>
                </c:pt>
                <c:pt idx="50106">
                  <c:v>24.8</c:v>
                </c:pt>
                <c:pt idx="50107">
                  <c:v>24.8</c:v>
                </c:pt>
                <c:pt idx="50108">
                  <c:v>24.8</c:v>
                </c:pt>
                <c:pt idx="50109">
                  <c:v>24.8</c:v>
                </c:pt>
                <c:pt idx="50110">
                  <c:v>24.8</c:v>
                </c:pt>
                <c:pt idx="50111">
                  <c:v>24.8</c:v>
                </c:pt>
                <c:pt idx="50112">
                  <c:v>24.8</c:v>
                </c:pt>
                <c:pt idx="50113">
                  <c:v>24.8</c:v>
                </c:pt>
                <c:pt idx="50114">
                  <c:v>24.8</c:v>
                </c:pt>
                <c:pt idx="50115">
                  <c:v>24.8</c:v>
                </c:pt>
                <c:pt idx="50116">
                  <c:v>24.8</c:v>
                </c:pt>
                <c:pt idx="50117">
                  <c:v>24.8</c:v>
                </c:pt>
                <c:pt idx="50118">
                  <c:v>24.8</c:v>
                </c:pt>
                <c:pt idx="50119">
                  <c:v>24.8</c:v>
                </c:pt>
                <c:pt idx="50120">
                  <c:v>24.8</c:v>
                </c:pt>
                <c:pt idx="50121">
                  <c:v>24.8</c:v>
                </c:pt>
                <c:pt idx="50122">
                  <c:v>24.8</c:v>
                </c:pt>
                <c:pt idx="50123">
                  <c:v>24.8</c:v>
                </c:pt>
                <c:pt idx="50124">
                  <c:v>24.8</c:v>
                </c:pt>
                <c:pt idx="50125">
                  <c:v>24.8</c:v>
                </c:pt>
                <c:pt idx="50126">
                  <c:v>24.8</c:v>
                </c:pt>
                <c:pt idx="50127">
                  <c:v>24.8</c:v>
                </c:pt>
                <c:pt idx="50128">
                  <c:v>24.8</c:v>
                </c:pt>
                <c:pt idx="50129">
                  <c:v>24.8</c:v>
                </c:pt>
                <c:pt idx="50130">
                  <c:v>24.8</c:v>
                </c:pt>
                <c:pt idx="50131">
                  <c:v>24.8</c:v>
                </c:pt>
                <c:pt idx="50132">
                  <c:v>24.8</c:v>
                </c:pt>
                <c:pt idx="50133">
                  <c:v>24.8</c:v>
                </c:pt>
                <c:pt idx="50134">
                  <c:v>24.8</c:v>
                </c:pt>
                <c:pt idx="50135">
                  <c:v>24.8</c:v>
                </c:pt>
                <c:pt idx="50136">
                  <c:v>24.8</c:v>
                </c:pt>
                <c:pt idx="50137">
                  <c:v>24.8</c:v>
                </c:pt>
                <c:pt idx="50138">
                  <c:v>24.8</c:v>
                </c:pt>
                <c:pt idx="50139">
                  <c:v>24.8</c:v>
                </c:pt>
                <c:pt idx="50140">
                  <c:v>24.8</c:v>
                </c:pt>
                <c:pt idx="50141">
                  <c:v>24.8</c:v>
                </c:pt>
                <c:pt idx="50142">
                  <c:v>24.8</c:v>
                </c:pt>
                <c:pt idx="50143">
                  <c:v>24.8</c:v>
                </c:pt>
                <c:pt idx="50144">
                  <c:v>24.8</c:v>
                </c:pt>
                <c:pt idx="50145">
                  <c:v>24.8</c:v>
                </c:pt>
                <c:pt idx="50146">
                  <c:v>24.8</c:v>
                </c:pt>
                <c:pt idx="50147">
                  <c:v>24.8</c:v>
                </c:pt>
                <c:pt idx="50148">
                  <c:v>24.8</c:v>
                </c:pt>
                <c:pt idx="50149">
                  <c:v>24.8</c:v>
                </c:pt>
                <c:pt idx="50150">
                  <c:v>24.8</c:v>
                </c:pt>
                <c:pt idx="50151">
                  <c:v>24.8</c:v>
                </c:pt>
                <c:pt idx="50152">
                  <c:v>24.8</c:v>
                </c:pt>
                <c:pt idx="50153">
                  <c:v>24.8</c:v>
                </c:pt>
                <c:pt idx="50154">
                  <c:v>24.8</c:v>
                </c:pt>
                <c:pt idx="50155">
                  <c:v>24.8</c:v>
                </c:pt>
                <c:pt idx="50156">
                  <c:v>24.8</c:v>
                </c:pt>
                <c:pt idx="50157">
                  <c:v>24.8</c:v>
                </c:pt>
                <c:pt idx="50158">
                  <c:v>24.8</c:v>
                </c:pt>
                <c:pt idx="50159">
                  <c:v>24.8</c:v>
                </c:pt>
                <c:pt idx="50160">
                  <c:v>24.8</c:v>
                </c:pt>
                <c:pt idx="50161">
                  <c:v>24.8</c:v>
                </c:pt>
                <c:pt idx="50162">
                  <c:v>24.8</c:v>
                </c:pt>
                <c:pt idx="50163">
                  <c:v>24.8</c:v>
                </c:pt>
                <c:pt idx="50164">
                  <c:v>24.8</c:v>
                </c:pt>
                <c:pt idx="50165">
                  <c:v>24.8</c:v>
                </c:pt>
                <c:pt idx="50166">
                  <c:v>24.8</c:v>
                </c:pt>
                <c:pt idx="50167">
                  <c:v>24.8</c:v>
                </c:pt>
                <c:pt idx="50168">
                  <c:v>24.8</c:v>
                </c:pt>
                <c:pt idx="50169">
                  <c:v>24.8</c:v>
                </c:pt>
                <c:pt idx="50170">
                  <c:v>24.8</c:v>
                </c:pt>
                <c:pt idx="50171">
                  <c:v>24.8</c:v>
                </c:pt>
                <c:pt idx="50172">
                  <c:v>24.8</c:v>
                </c:pt>
                <c:pt idx="50173">
                  <c:v>24.8</c:v>
                </c:pt>
                <c:pt idx="50174">
                  <c:v>24.8</c:v>
                </c:pt>
                <c:pt idx="50175">
                  <c:v>24.8</c:v>
                </c:pt>
                <c:pt idx="50176">
                  <c:v>24.8</c:v>
                </c:pt>
                <c:pt idx="50177">
                  <c:v>24.8</c:v>
                </c:pt>
                <c:pt idx="50178">
                  <c:v>24.8</c:v>
                </c:pt>
                <c:pt idx="50179">
                  <c:v>24.8</c:v>
                </c:pt>
                <c:pt idx="50180">
                  <c:v>24.8</c:v>
                </c:pt>
                <c:pt idx="50181">
                  <c:v>24.8</c:v>
                </c:pt>
                <c:pt idx="50182">
                  <c:v>24.8</c:v>
                </c:pt>
                <c:pt idx="50183">
                  <c:v>24.8</c:v>
                </c:pt>
                <c:pt idx="50184">
                  <c:v>24.8</c:v>
                </c:pt>
                <c:pt idx="50185">
                  <c:v>24.8</c:v>
                </c:pt>
                <c:pt idx="50186">
                  <c:v>24.8</c:v>
                </c:pt>
                <c:pt idx="50187">
                  <c:v>24.8</c:v>
                </c:pt>
                <c:pt idx="50188">
                  <c:v>24.8</c:v>
                </c:pt>
                <c:pt idx="50189">
                  <c:v>24.8</c:v>
                </c:pt>
                <c:pt idx="50190">
                  <c:v>24.8</c:v>
                </c:pt>
                <c:pt idx="50191">
                  <c:v>24.8</c:v>
                </c:pt>
                <c:pt idx="50192">
                  <c:v>24.8</c:v>
                </c:pt>
                <c:pt idx="50193">
                  <c:v>24.8</c:v>
                </c:pt>
                <c:pt idx="50194">
                  <c:v>24.8</c:v>
                </c:pt>
                <c:pt idx="50195">
                  <c:v>24.8</c:v>
                </c:pt>
                <c:pt idx="50196">
                  <c:v>24.8</c:v>
                </c:pt>
                <c:pt idx="50197">
                  <c:v>24.8</c:v>
                </c:pt>
                <c:pt idx="50198">
                  <c:v>24.8</c:v>
                </c:pt>
                <c:pt idx="50199">
                  <c:v>24.8</c:v>
                </c:pt>
                <c:pt idx="50200">
                  <c:v>24.8</c:v>
                </c:pt>
                <c:pt idx="50201">
                  <c:v>24.8</c:v>
                </c:pt>
                <c:pt idx="50202">
                  <c:v>24.8</c:v>
                </c:pt>
                <c:pt idx="50203">
                  <c:v>24.8</c:v>
                </c:pt>
                <c:pt idx="50204">
                  <c:v>24.8</c:v>
                </c:pt>
                <c:pt idx="50205">
                  <c:v>24.8</c:v>
                </c:pt>
                <c:pt idx="50206">
                  <c:v>24.8</c:v>
                </c:pt>
                <c:pt idx="50207">
                  <c:v>24.8</c:v>
                </c:pt>
                <c:pt idx="50208">
                  <c:v>24.8</c:v>
                </c:pt>
                <c:pt idx="50209">
                  <c:v>24.8</c:v>
                </c:pt>
                <c:pt idx="50210">
                  <c:v>24.8</c:v>
                </c:pt>
                <c:pt idx="50211">
                  <c:v>24.8</c:v>
                </c:pt>
                <c:pt idx="50212">
                  <c:v>24.8</c:v>
                </c:pt>
                <c:pt idx="50213">
                  <c:v>24.75</c:v>
                </c:pt>
                <c:pt idx="50214">
                  <c:v>24.8</c:v>
                </c:pt>
                <c:pt idx="50215">
                  <c:v>24.8</c:v>
                </c:pt>
                <c:pt idx="50216">
                  <c:v>24.8</c:v>
                </c:pt>
                <c:pt idx="50217">
                  <c:v>24.8</c:v>
                </c:pt>
                <c:pt idx="50218">
                  <c:v>24.8</c:v>
                </c:pt>
                <c:pt idx="50219">
                  <c:v>24.8</c:v>
                </c:pt>
                <c:pt idx="50220">
                  <c:v>24.8</c:v>
                </c:pt>
                <c:pt idx="50221">
                  <c:v>24.8</c:v>
                </c:pt>
                <c:pt idx="50222">
                  <c:v>24.8</c:v>
                </c:pt>
                <c:pt idx="50223">
                  <c:v>24.75</c:v>
                </c:pt>
                <c:pt idx="50224">
                  <c:v>24.8</c:v>
                </c:pt>
                <c:pt idx="50225">
                  <c:v>24.8</c:v>
                </c:pt>
                <c:pt idx="50226">
                  <c:v>24.8</c:v>
                </c:pt>
                <c:pt idx="50227">
                  <c:v>24.8</c:v>
                </c:pt>
                <c:pt idx="50228">
                  <c:v>24.8</c:v>
                </c:pt>
                <c:pt idx="50229">
                  <c:v>24.8</c:v>
                </c:pt>
                <c:pt idx="50230">
                  <c:v>24.8</c:v>
                </c:pt>
                <c:pt idx="50231">
                  <c:v>24.8</c:v>
                </c:pt>
                <c:pt idx="50232">
                  <c:v>24.8</c:v>
                </c:pt>
                <c:pt idx="50233">
                  <c:v>24.8</c:v>
                </c:pt>
                <c:pt idx="50234">
                  <c:v>24.8</c:v>
                </c:pt>
                <c:pt idx="50235">
                  <c:v>24.8</c:v>
                </c:pt>
                <c:pt idx="50236">
                  <c:v>24.8</c:v>
                </c:pt>
                <c:pt idx="50237">
                  <c:v>24.8</c:v>
                </c:pt>
                <c:pt idx="50238">
                  <c:v>24.8</c:v>
                </c:pt>
                <c:pt idx="50239">
                  <c:v>24.8</c:v>
                </c:pt>
                <c:pt idx="50240">
                  <c:v>24.8</c:v>
                </c:pt>
                <c:pt idx="50241">
                  <c:v>24.8</c:v>
                </c:pt>
                <c:pt idx="50242">
                  <c:v>24.8</c:v>
                </c:pt>
                <c:pt idx="50243">
                  <c:v>24.8</c:v>
                </c:pt>
                <c:pt idx="50244">
                  <c:v>24.8</c:v>
                </c:pt>
                <c:pt idx="50245">
                  <c:v>24.8</c:v>
                </c:pt>
                <c:pt idx="50246">
                  <c:v>24.8</c:v>
                </c:pt>
                <c:pt idx="50247">
                  <c:v>24.8</c:v>
                </c:pt>
                <c:pt idx="50248">
                  <c:v>24.8</c:v>
                </c:pt>
                <c:pt idx="50249">
                  <c:v>24.8</c:v>
                </c:pt>
                <c:pt idx="50250">
                  <c:v>24.8</c:v>
                </c:pt>
                <c:pt idx="50251">
                  <c:v>24.8</c:v>
                </c:pt>
                <c:pt idx="50252">
                  <c:v>24.8</c:v>
                </c:pt>
                <c:pt idx="50253">
                  <c:v>24.8</c:v>
                </c:pt>
                <c:pt idx="50254">
                  <c:v>24.8</c:v>
                </c:pt>
                <c:pt idx="50255">
                  <c:v>24.8</c:v>
                </c:pt>
                <c:pt idx="50256">
                  <c:v>24.8</c:v>
                </c:pt>
                <c:pt idx="50257">
                  <c:v>24.8</c:v>
                </c:pt>
                <c:pt idx="50258">
                  <c:v>24.8</c:v>
                </c:pt>
                <c:pt idx="50259">
                  <c:v>24.8</c:v>
                </c:pt>
                <c:pt idx="50260">
                  <c:v>24.8</c:v>
                </c:pt>
                <c:pt idx="50261">
                  <c:v>24.8</c:v>
                </c:pt>
                <c:pt idx="50262">
                  <c:v>24.8</c:v>
                </c:pt>
                <c:pt idx="50263">
                  <c:v>24.8</c:v>
                </c:pt>
                <c:pt idx="50264">
                  <c:v>24.8</c:v>
                </c:pt>
                <c:pt idx="50265">
                  <c:v>24.8</c:v>
                </c:pt>
                <c:pt idx="50266">
                  <c:v>24.8</c:v>
                </c:pt>
                <c:pt idx="50267">
                  <c:v>24.8</c:v>
                </c:pt>
                <c:pt idx="50268">
                  <c:v>24.8</c:v>
                </c:pt>
                <c:pt idx="50269">
                  <c:v>24.8</c:v>
                </c:pt>
                <c:pt idx="50270">
                  <c:v>24.8</c:v>
                </c:pt>
                <c:pt idx="50271">
                  <c:v>24.8</c:v>
                </c:pt>
                <c:pt idx="50272">
                  <c:v>24.8</c:v>
                </c:pt>
                <c:pt idx="50273">
                  <c:v>24.8</c:v>
                </c:pt>
                <c:pt idx="50274">
                  <c:v>24.8</c:v>
                </c:pt>
                <c:pt idx="50275">
                  <c:v>24.8</c:v>
                </c:pt>
                <c:pt idx="50276">
                  <c:v>24.8</c:v>
                </c:pt>
                <c:pt idx="50277">
                  <c:v>24.8</c:v>
                </c:pt>
                <c:pt idx="50278">
                  <c:v>24.8</c:v>
                </c:pt>
                <c:pt idx="50279">
                  <c:v>24.8</c:v>
                </c:pt>
                <c:pt idx="50280">
                  <c:v>24.8</c:v>
                </c:pt>
                <c:pt idx="50281">
                  <c:v>24.8</c:v>
                </c:pt>
                <c:pt idx="50282">
                  <c:v>24.8</c:v>
                </c:pt>
                <c:pt idx="50283">
                  <c:v>24.8</c:v>
                </c:pt>
                <c:pt idx="50284">
                  <c:v>24.8</c:v>
                </c:pt>
                <c:pt idx="50285">
                  <c:v>24.8</c:v>
                </c:pt>
                <c:pt idx="50286">
                  <c:v>24.8</c:v>
                </c:pt>
                <c:pt idx="50287">
                  <c:v>24.8</c:v>
                </c:pt>
                <c:pt idx="50288">
                  <c:v>24.8</c:v>
                </c:pt>
                <c:pt idx="50289">
                  <c:v>24.8</c:v>
                </c:pt>
                <c:pt idx="50290">
                  <c:v>24.8</c:v>
                </c:pt>
                <c:pt idx="50291">
                  <c:v>24.8</c:v>
                </c:pt>
                <c:pt idx="50292">
                  <c:v>24.8</c:v>
                </c:pt>
                <c:pt idx="50293">
                  <c:v>24.8</c:v>
                </c:pt>
                <c:pt idx="50294">
                  <c:v>24.8</c:v>
                </c:pt>
                <c:pt idx="50295">
                  <c:v>24.8</c:v>
                </c:pt>
                <c:pt idx="50296">
                  <c:v>24.8</c:v>
                </c:pt>
                <c:pt idx="50297">
                  <c:v>24.8</c:v>
                </c:pt>
                <c:pt idx="50298">
                  <c:v>24.75</c:v>
                </c:pt>
                <c:pt idx="50299">
                  <c:v>24.75</c:v>
                </c:pt>
                <c:pt idx="50300">
                  <c:v>24.75</c:v>
                </c:pt>
                <c:pt idx="50301">
                  <c:v>24.75</c:v>
                </c:pt>
                <c:pt idx="50302">
                  <c:v>24.75</c:v>
                </c:pt>
                <c:pt idx="50303">
                  <c:v>24.75</c:v>
                </c:pt>
                <c:pt idx="50304">
                  <c:v>24.75</c:v>
                </c:pt>
                <c:pt idx="50305">
                  <c:v>24.75</c:v>
                </c:pt>
                <c:pt idx="50306">
                  <c:v>24.8</c:v>
                </c:pt>
                <c:pt idx="50307">
                  <c:v>24.8</c:v>
                </c:pt>
                <c:pt idx="50308">
                  <c:v>24.8</c:v>
                </c:pt>
                <c:pt idx="50309">
                  <c:v>24.8</c:v>
                </c:pt>
                <c:pt idx="50310">
                  <c:v>24.8</c:v>
                </c:pt>
                <c:pt idx="50311">
                  <c:v>24.8</c:v>
                </c:pt>
                <c:pt idx="50312">
                  <c:v>24.8</c:v>
                </c:pt>
                <c:pt idx="50313">
                  <c:v>24.8</c:v>
                </c:pt>
                <c:pt idx="50314">
                  <c:v>24.8</c:v>
                </c:pt>
                <c:pt idx="50315">
                  <c:v>24.8</c:v>
                </c:pt>
                <c:pt idx="50316">
                  <c:v>24.8</c:v>
                </c:pt>
                <c:pt idx="50317">
                  <c:v>24.8</c:v>
                </c:pt>
                <c:pt idx="50318">
                  <c:v>24.8</c:v>
                </c:pt>
                <c:pt idx="50319">
                  <c:v>24.8</c:v>
                </c:pt>
                <c:pt idx="50320">
                  <c:v>24.8</c:v>
                </c:pt>
                <c:pt idx="50321">
                  <c:v>24.8</c:v>
                </c:pt>
                <c:pt idx="50322">
                  <c:v>24.75</c:v>
                </c:pt>
                <c:pt idx="50323">
                  <c:v>24.75</c:v>
                </c:pt>
                <c:pt idx="50324">
                  <c:v>24.8</c:v>
                </c:pt>
                <c:pt idx="50325">
                  <c:v>24.75</c:v>
                </c:pt>
                <c:pt idx="50326">
                  <c:v>24.75</c:v>
                </c:pt>
                <c:pt idx="50327">
                  <c:v>24.75</c:v>
                </c:pt>
                <c:pt idx="50328">
                  <c:v>24.75</c:v>
                </c:pt>
                <c:pt idx="50329">
                  <c:v>24.75</c:v>
                </c:pt>
                <c:pt idx="50330">
                  <c:v>24.75</c:v>
                </c:pt>
                <c:pt idx="50331">
                  <c:v>24.75</c:v>
                </c:pt>
                <c:pt idx="50332">
                  <c:v>24.75</c:v>
                </c:pt>
                <c:pt idx="50333">
                  <c:v>24.75</c:v>
                </c:pt>
                <c:pt idx="50334">
                  <c:v>24.75</c:v>
                </c:pt>
                <c:pt idx="50335">
                  <c:v>24.75</c:v>
                </c:pt>
                <c:pt idx="50336">
                  <c:v>24.75</c:v>
                </c:pt>
                <c:pt idx="50337">
                  <c:v>24.75</c:v>
                </c:pt>
                <c:pt idx="50338">
                  <c:v>24.75</c:v>
                </c:pt>
                <c:pt idx="50339">
                  <c:v>24.75</c:v>
                </c:pt>
                <c:pt idx="50340">
                  <c:v>24.75</c:v>
                </c:pt>
                <c:pt idx="50341">
                  <c:v>24.75</c:v>
                </c:pt>
                <c:pt idx="50342">
                  <c:v>24.8</c:v>
                </c:pt>
                <c:pt idx="50343">
                  <c:v>24.75</c:v>
                </c:pt>
                <c:pt idx="50344">
                  <c:v>24.8</c:v>
                </c:pt>
                <c:pt idx="50345">
                  <c:v>24.75</c:v>
                </c:pt>
                <c:pt idx="50346">
                  <c:v>24.8</c:v>
                </c:pt>
                <c:pt idx="50347">
                  <c:v>24.8</c:v>
                </c:pt>
                <c:pt idx="50348">
                  <c:v>24.8</c:v>
                </c:pt>
                <c:pt idx="50349">
                  <c:v>24.8</c:v>
                </c:pt>
                <c:pt idx="50350">
                  <c:v>24.8</c:v>
                </c:pt>
                <c:pt idx="50351">
                  <c:v>24.8</c:v>
                </c:pt>
                <c:pt idx="50352">
                  <c:v>24.75</c:v>
                </c:pt>
                <c:pt idx="50353">
                  <c:v>24.75</c:v>
                </c:pt>
                <c:pt idx="50354">
                  <c:v>24.75</c:v>
                </c:pt>
                <c:pt idx="50355">
                  <c:v>24.75</c:v>
                </c:pt>
                <c:pt idx="50356">
                  <c:v>24.8</c:v>
                </c:pt>
                <c:pt idx="50357">
                  <c:v>24.75</c:v>
                </c:pt>
                <c:pt idx="50358">
                  <c:v>24.75</c:v>
                </c:pt>
                <c:pt idx="50359">
                  <c:v>24.8</c:v>
                </c:pt>
                <c:pt idx="50360">
                  <c:v>24.75</c:v>
                </c:pt>
                <c:pt idx="50361">
                  <c:v>24.75</c:v>
                </c:pt>
                <c:pt idx="50362">
                  <c:v>24.75</c:v>
                </c:pt>
                <c:pt idx="50363">
                  <c:v>24.75</c:v>
                </c:pt>
                <c:pt idx="50364">
                  <c:v>24.8</c:v>
                </c:pt>
                <c:pt idx="50365">
                  <c:v>24.8</c:v>
                </c:pt>
                <c:pt idx="50366">
                  <c:v>24.75</c:v>
                </c:pt>
                <c:pt idx="50367">
                  <c:v>24.8</c:v>
                </c:pt>
                <c:pt idx="50368">
                  <c:v>24.75</c:v>
                </c:pt>
                <c:pt idx="50369">
                  <c:v>24.75</c:v>
                </c:pt>
                <c:pt idx="50370">
                  <c:v>24.75</c:v>
                </c:pt>
                <c:pt idx="50371">
                  <c:v>24.75</c:v>
                </c:pt>
                <c:pt idx="50372">
                  <c:v>24.8</c:v>
                </c:pt>
                <c:pt idx="50373">
                  <c:v>24.75</c:v>
                </c:pt>
                <c:pt idx="50374">
                  <c:v>24.8</c:v>
                </c:pt>
                <c:pt idx="50375">
                  <c:v>24.75</c:v>
                </c:pt>
                <c:pt idx="50376">
                  <c:v>24.8</c:v>
                </c:pt>
                <c:pt idx="50377">
                  <c:v>24.8</c:v>
                </c:pt>
                <c:pt idx="50378">
                  <c:v>24.75</c:v>
                </c:pt>
                <c:pt idx="50379">
                  <c:v>24.8</c:v>
                </c:pt>
                <c:pt idx="50380">
                  <c:v>24.75</c:v>
                </c:pt>
                <c:pt idx="50381">
                  <c:v>24.8</c:v>
                </c:pt>
                <c:pt idx="50382">
                  <c:v>24.75</c:v>
                </c:pt>
                <c:pt idx="50383">
                  <c:v>24.75</c:v>
                </c:pt>
                <c:pt idx="50384">
                  <c:v>24.8</c:v>
                </c:pt>
                <c:pt idx="50385">
                  <c:v>24.8</c:v>
                </c:pt>
                <c:pt idx="50386">
                  <c:v>24.8</c:v>
                </c:pt>
                <c:pt idx="50387">
                  <c:v>24.8</c:v>
                </c:pt>
                <c:pt idx="50388">
                  <c:v>24.8</c:v>
                </c:pt>
                <c:pt idx="50389">
                  <c:v>24.8</c:v>
                </c:pt>
                <c:pt idx="50390">
                  <c:v>24.8</c:v>
                </c:pt>
                <c:pt idx="50391">
                  <c:v>24.8</c:v>
                </c:pt>
                <c:pt idx="50392">
                  <c:v>24.8</c:v>
                </c:pt>
                <c:pt idx="50393">
                  <c:v>24.8</c:v>
                </c:pt>
                <c:pt idx="50394">
                  <c:v>24.8</c:v>
                </c:pt>
                <c:pt idx="50395">
                  <c:v>24.8</c:v>
                </c:pt>
                <c:pt idx="50396">
                  <c:v>24.8</c:v>
                </c:pt>
                <c:pt idx="50397">
                  <c:v>24.8</c:v>
                </c:pt>
                <c:pt idx="50398">
                  <c:v>24.8</c:v>
                </c:pt>
                <c:pt idx="50399">
                  <c:v>24.8</c:v>
                </c:pt>
                <c:pt idx="50400">
                  <c:v>24.8</c:v>
                </c:pt>
                <c:pt idx="50401">
                  <c:v>24.8</c:v>
                </c:pt>
                <c:pt idx="50402">
                  <c:v>24.8</c:v>
                </c:pt>
                <c:pt idx="50403">
                  <c:v>24.8</c:v>
                </c:pt>
                <c:pt idx="50404">
                  <c:v>24.8</c:v>
                </c:pt>
                <c:pt idx="50405">
                  <c:v>24.8</c:v>
                </c:pt>
                <c:pt idx="50406">
                  <c:v>24.8</c:v>
                </c:pt>
                <c:pt idx="50407">
                  <c:v>24.8</c:v>
                </c:pt>
                <c:pt idx="50408">
                  <c:v>24.8</c:v>
                </c:pt>
                <c:pt idx="50409">
                  <c:v>24.8</c:v>
                </c:pt>
                <c:pt idx="50410">
                  <c:v>24.8</c:v>
                </c:pt>
                <c:pt idx="50411">
                  <c:v>24.8</c:v>
                </c:pt>
                <c:pt idx="50412">
                  <c:v>24.8</c:v>
                </c:pt>
                <c:pt idx="50413">
                  <c:v>24.8</c:v>
                </c:pt>
                <c:pt idx="50414">
                  <c:v>24.8</c:v>
                </c:pt>
                <c:pt idx="50415">
                  <c:v>24.8</c:v>
                </c:pt>
                <c:pt idx="50416">
                  <c:v>24.8</c:v>
                </c:pt>
                <c:pt idx="50417">
                  <c:v>24.8</c:v>
                </c:pt>
                <c:pt idx="50418">
                  <c:v>24.8</c:v>
                </c:pt>
                <c:pt idx="50419">
                  <c:v>24.8</c:v>
                </c:pt>
                <c:pt idx="50420">
                  <c:v>24.8</c:v>
                </c:pt>
                <c:pt idx="50421">
                  <c:v>24.8</c:v>
                </c:pt>
                <c:pt idx="50422">
                  <c:v>24.8</c:v>
                </c:pt>
                <c:pt idx="50423">
                  <c:v>24.8</c:v>
                </c:pt>
                <c:pt idx="50424">
                  <c:v>24.8</c:v>
                </c:pt>
                <c:pt idx="50425">
                  <c:v>24.8</c:v>
                </c:pt>
                <c:pt idx="50426">
                  <c:v>24.8</c:v>
                </c:pt>
                <c:pt idx="50427">
                  <c:v>24.8</c:v>
                </c:pt>
                <c:pt idx="50428">
                  <c:v>24.8</c:v>
                </c:pt>
                <c:pt idx="50429">
                  <c:v>24.8</c:v>
                </c:pt>
                <c:pt idx="50430">
                  <c:v>24.75</c:v>
                </c:pt>
                <c:pt idx="50431">
                  <c:v>24.8</c:v>
                </c:pt>
                <c:pt idx="50432">
                  <c:v>24.8</c:v>
                </c:pt>
                <c:pt idx="50433">
                  <c:v>24.8</c:v>
                </c:pt>
                <c:pt idx="50434">
                  <c:v>24.8</c:v>
                </c:pt>
                <c:pt idx="50435">
                  <c:v>24.8</c:v>
                </c:pt>
                <c:pt idx="50436">
                  <c:v>24.8</c:v>
                </c:pt>
                <c:pt idx="50437">
                  <c:v>24.8</c:v>
                </c:pt>
                <c:pt idx="50438">
                  <c:v>24.8</c:v>
                </c:pt>
                <c:pt idx="50439">
                  <c:v>24.8</c:v>
                </c:pt>
                <c:pt idx="50440">
                  <c:v>24.8</c:v>
                </c:pt>
                <c:pt idx="50441">
                  <c:v>24.8</c:v>
                </c:pt>
                <c:pt idx="50442">
                  <c:v>24.8</c:v>
                </c:pt>
                <c:pt idx="50443">
                  <c:v>24.8</c:v>
                </c:pt>
                <c:pt idx="50444">
                  <c:v>24.8</c:v>
                </c:pt>
                <c:pt idx="50445">
                  <c:v>24.8</c:v>
                </c:pt>
                <c:pt idx="50446">
                  <c:v>24.8</c:v>
                </c:pt>
                <c:pt idx="50447">
                  <c:v>24.8</c:v>
                </c:pt>
                <c:pt idx="50448">
                  <c:v>24.8</c:v>
                </c:pt>
                <c:pt idx="50449">
                  <c:v>24.8</c:v>
                </c:pt>
                <c:pt idx="50450">
                  <c:v>24.8</c:v>
                </c:pt>
                <c:pt idx="50451">
                  <c:v>24.8</c:v>
                </c:pt>
                <c:pt idx="50452">
                  <c:v>24.8</c:v>
                </c:pt>
                <c:pt idx="50453">
                  <c:v>24.8</c:v>
                </c:pt>
                <c:pt idx="50454">
                  <c:v>24.8</c:v>
                </c:pt>
                <c:pt idx="50455">
                  <c:v>24.8</c:v>
                </c:pt>
                <c:pt idx="50456">
                  <c:v>24.8</c:v>
                </c:pt>
                <c:pt idx="50457">
                  <c:v>24.8</c:v>
                </c:pt>
                <c:pt idx="50458">
                  <c:v>24.8</c:v>
                </c:pt>
                <c:pt idx="50459">
                  <c:v>24.8</c:v>
                </c:pt>
                <c:pt idx="50460">
                  <c:v>24.8</c:v>
                </c:pt>
                <c:pt idx="50461">
                  <c:v>24.8</c:v>
                </c:pt>
                <c:pt idx="50462">
                  <c:v>24.8</c:v>
                </c:pt>
                <c:pt idx="50463">
                  <c:v>24.8</c:v>
                </c:pt>
                <c:pt idx="50464">
                  <c:v>24.8</c:v>
                </c:pt>
                <c:pt idx="50465">
                  <c:v>24.8</c:v>
                </c:pt>
                <c:pt idx="50466">
                  <c:v>24.8</c:v>
                </c:pt>
                <c:pt idx="50467">
                  <c:v>24.8</c:v>
                </c:pt>
                <c:pt idx="50468">
                  <c:v>24.8</c:v>
                </c:pt>
                <c:pt idx="50469">
                  <c:v>24.8</c:v>
                </c:pt>
                <c:pt idx="50470">
                  <c:v>24.8</c:v>
                </c:pt>
                <c:pt idx="50471">
                  <c:v>24.8</c:v>
                </c:pt>
                <c:pt idx="50472">
                  <c:v>24.8</c:v>
                </c:pt>
                <c:pt idx="50473">
                  <c:v>24.8</c:v>
                </c:pt>
                <c:pt idx="50474">
                  <c:v>24.8</c:v>
                </c:pt>
                <c:pt idx="50475">
                  <c:v>24.8</c:v>
                </c:pt>
                <c:pt idx="50476">
                  <c:v>24.8</c:v>
                </c:pt>
                <c:pt idx="50477">
                  <c:v>24.8</c:v>
                </c:pt>
                <c:pt idx="50478">
                  <c:v>24.8</c:v>
                </c:pt>
                <c:pt idx="50479">
                  <c:v>24.8</c:v>
                </c:pt>
                <c:pt idx="50480">
                  <c:v>24.8</c:v>
                </c:pt>
                <c:pt idx="50481">
                  <c:v>24.8</c:v>
                </c:pt>
                <c:pt idx="50482">
                  <c:v>24.8</c:v>
                </c:pt>
                <c:pt idx="50483">
                  <c:v>24.8</c:v>
                </c:pt>
                <c:pt idx="50484">
                  <c:v>24.8</c:v>
                </c:pt>
                <c:pt idx="50485">
                  <c:v>24.8</c:v>
                </c:pt>
                <c:pt idx="50486">
                  <c:v>24.8</c:v>
                </c:pt>
                <c:pt idx="50487">
                  <c:v>24.8</c:v>
                </c:pt>
                <c:pt idx="50488">
                  <c:v>24.8</c:v>
                </c:pt>
                <c:pt idx="50489">
                  <c:v>24.8</c:v>
                </c:pt>
                <c:pt idx="50490">
                  <c:v>24.8</c:v>
                </c:pt>
                <c:pt idx="50491">
                  <c:v>24.8</c:v>
                </c:pt>
                <c:pt idx="50492">
                  <c:v>24.8</c:v>
                </c:pt>
                <c:pt idx="50493">
                  <c:v>24.8</c:v>
                </c:pt>
                <c:pt idx="50494">
                  <c:v>24.8</c:v>
                </c:pt>
                <c:pt idx="50495">
                  <c:v>24.8</c:v>
                </c:pt>
                <c:pt idx="50496">
                  <c:v>24.8</c:v>
                </c:pt>
                <c:pt idx="50497">
                  <c:v>24.8</c:v>
                </c:pt>
                <c:pt idx="50498">
                  <c:v>24.8</c:v>
                </c:pt>
                <c:pt idx="50499">
                  <c:v>24.8</c:v>
                </c:pt>
                <c:pt idx="50500">
                  <c:v>24.8</c:v>
                </c:pt>
                <c:pt idx="50501">
                  <c:v>24.8</c:v>
                </c:pt>
                <c:pt idx="50502">
                  <c:v>24.8</c:v>
                </c:pt>
                <c:pt idx="50503">
                  <c:v>24.8</c:v>
                </c:pt>
                <c:pt idx="50504">
                  <c:v>24.8</c:v>
                </c:pt>
                <c:pt idx="50505">
                  <c:v>24.8</c:v>
                </c:pt>
                <c:pt idx="50506">
                  <c:v>24.8</c:v>
                </c:pt>
                <c:pt idx="50507">
                  <c:v>24.8</c:v>
                </c:pt>
                <c:pt idx="50508">
                  <c:v>24.8</c:v>
                </c:pt>
                <c:pt idx="50509">
                  <c:v>24.8</c:v>
                </c:pt>
                <c:pt idx="50510">
                  <c:v>24.8</c:v>
                </c:pt>
                <c:pt idx="50511">
                  <c:v>24.8</c:v>
                </c:pt>
                <c:pt idx="50512">
                  <c:v>24.8</c:v>
                </c:pt>
                <c:pt idx="50513">
                  <c:v>24.8</c:v>
                </c:pt>
                <c:pt idx="50514">
                  <c:v>24.8</c:v>
                </c:pt>
                <c:pt idx="50515">
                  <c:v>24.8</c:v>
                </c:pt>
                <c:pt idx="50516">
                  <c:v>24.8</c:v>
                </c:pt>
                <c:pt idx="50517">
                  <c:v>24.8</c:v>
                </c:pt>
                <c:pt idx="50518">
                  <c:v>24.8</c:v>
                </c:pt>
                <c:pt idx="50519">
                  <c:v>24.8</c:v>
                </c:pt>
                <c:pt idx="50520">
                  <c:v>24.8</c:v>
                </c:pt>
                <c:pt idx="50521">
                  <c:v>24.8</c:v>
                </c:pt>
                <c:pt idx="50522">
                  <c:v>24.8</c:v>
                </c:pt>
                <c:pt idx="50523">
                  <c:v>24.8</c:v>
                </c:pt>
                <c:pt idx="50524">
                  <c:v>24.8</c:v>
                </c:pt>
                <c:pt idx="50525">
                  <c:v>24.8</c:v>
                </c:pt>
                <c:pt idx="50526">
                  <c:v>24.8</c:v>
                </c:pt>
                <c:pt idx="50527">
                  <c:v>24.8</c:v>
                </c:pt>
                <c:pt idx="50528">
                  <c:v>24.8</c:v>
                </c:pt>
                <c:pt idx="50529">
                  <c:v>24.8</c:v>
                </c:pt>
                <c:pt idx="50530">
                  <c:v>24.8</c:v>
                </c:pt>
                <c:pt idx="50531">
                  <c:v>24.8</c:v>
                </c:pt>
                <c:pt idx="50532">
                  <c:v>24.8</c:v>
                </c:pt>
                <c:pt idx="50533">
                  <c:v>24.8</c:v>
                </c:pt>
                <c:pt idx="50534">
                  <c:v>24.8</c:v>
                </c:pt>
                <c:pt idx="50535">
                  <c:v>24.8</c:v>
                </c:pt>
                <c:pt idx="50536">
                  <c:v>24.8</c:v>
                </c:pt>
                <c:pt idx="50537">
                  <c:v>24.8</c:v>
                </c:pt>
                <c:pt idx="50538">
                  <c:v>24.8</c:v>
                </c:pt>
                <c:pt idx="50539">
                  <c:v>24.8</c:v>
                </c:pt>
                <c:pt idx="50540">
                  <c:v>24.8</c:v>
                </c:pt>
                <c:pt idx="50541">
                  <c:v>24.8</c:v>
                </c:pt>
                <c:pt idx="50542">
                  <c:v>24.8</c:v>
                </c:pt>
                <c:pt idx="50543">
                  <c:v>24.8</c:v>
                </c:pt>
                <c:pt idx="50544">
                  <c:v>24.8</c:v>
                </c:pt>
                <c:pt idx="50545">
                  <c:v>24.8</c:v>
                </c:pt>
                <c:pt idx="50546">
                  <c:v>24.8</c:v>
                </c:pt>
                <c:pt idx="50547">
                  <c:v>24.8</c:v>
                </c:pt>
                <c:pt idx="50548">
                  <c:v>24.8</c:v>
                </c:pt>
                <c:pt idx="50549">
                  <c:v>24.8</c:v>
                </c:pt>
                <c:pt idx="50550">
                  <c:v>24.8</c:v>
                </c:pt>
                <c:pt idx="50551">
                  <c:v>24.8</c:v>
                </c:pt>
                <c:pt idx="50552">
                  <c:v>24.8</c:v>
                </c:pt>
                <c:pt idx="50553">
                  <c:v>24.8</c:v>
                </c:pt>
                <c:pt idx="50554">
                  <c:v>24.8</c:v>
                </c:pt>
                <c:pt idx="50555">
                  <c:v>24.8</c:v>
                </c:pt>
                <c:pt idx="50556">
                  <c:v>24.8</c:v>
                </c:pt>
                <c:pt idx="50557">
                  <c:v>24.8</c:v>
                </c:pt>
                <c:pt idx="50558">
                  <c:v>24.8</c:v>
                </c:pt>
                <c:pt idx="50559">
                  <c:v>24.8</c:v>
                </c:pt>
                <c:pt idx="50560">
                  <c:v>24.8</c:v>
                </c:pt>
                <c:pt idx="50561">
                  <c:v>24.8</c:v>
                </c:pt>
                <c:pt idx="50562">
                  <c:v>24.8</c:v>
                </c:pt>
                <c:pt idx="50563">
                  <c:v>24.8</c:v>
                </c:pt>
                <c:pt idx="50564">
                  <c:v>24.8</c:v>
                </c:pt>
                <c:pt idx="50565">
                  <c:v>24.8</c:v>
                </c:pt>
                <c:pt idx="50566">
                  <c:v>24.8</c:v>
                </c:pt>
                <c:pt idx="50567">
                  <c:v>24.8</c:v>
                </c:pt>
                <c:pt idx="50568">
                  <c:v>24.8</c:v>
                </c:pt>
                <c:pt idx="50569">
                  <c:v>24.8</c:v>
                </c:pt>
                <c:pt idx="50570">
                  <c:v>24.8</c:v>
                </c:pt>
                <c:pt idx="50571">
                  <c:v>24.8</c:v>
                </c:pt>
                <c:pt idx="50572">
                  <c:v>24.8</c:v>
                </c:pt>
                <c:pt idx="50573">
                  <c:v>24.8</c:v>
                </c:pt>
                <c:pt idx="50574">
                  <c:v>24.8</c:v>
                </c:pt>
                <c:pt idx="50575">
                  <c:v>24.75</c:v>
                </c:pt>
                <c:pt idx="50576">
                  <c:v>24.8</c:v>
                </c:pt>
                <c:pt idx="50577">
                  <c:v>24.75</c:v>
                </c:pt>
                <c:pt idx="50578">
                  <c:v>24.75</c:v>
                </c:pt>
                <c:pt idx="50579">
                  <c:v>24.75</c:v>
                </c:pt>
                <c:pt idx="50580">
                  <c:v>24.75</c:v>
                </c:pt>
                <c:pt idx="50581">
                  <c:v>24.8</c:v>
                </c:pt>
                <c:pt idx="50582">
                  <c:v>24.8</c:v>
                </c:pt>
                <c:pt idx="50583">
                  <c:v>24.8</c:v>
                </c:pt>
                <c:pt idx="50584">
                  <c:v>24.8</c:v>
                </c:pt>
                <c:pt idx="50585">
                  <c:v>24.8</c:v>
                </c:pt>
                <c:pt idx="50586">
                  <c:v>24.8</c:v>
                </c:pt>
                <c:pt idx="50587">
                  <c:v>24.8</c:v>
                </c:pt>
                <c:pt idx="50588">
                  <c:v>24.8</c:v>
                </c:pt>
                <c:pt idx="50589">
                  <c:v>24.8</c:v>
                </c:pt>
                <c:pt idx="50590">
                  <c:v>24.8</c:v>
                </c:pt>
                <c:pt idx="50591">
                  <c:v>24.8</c:v>
                </c:pt>
                <c:pt idx="50592">
                  <c:v>24.8</c:v>
                </c:pt>
                <c:pt idx="50593">
                  <c:v>24.8</c:v>
                </c:pt>
                <c:pt idx="50594">
                  <c:v>24.8</c:v>
                </c:pt>
                <c:pt idx="50595">
                  <c:v>24.8</c:v>
                </c:pt>
                <c:pt idx="50596">
                  <c:v>24.8</c:v>
                </c:pt>
                <c:pt idx="50597">
                  <c:v>24.8</c:v>
                </c:pt>
                <c:pt idx="50598">
                  <c:v>24.8</c:v>
                </c:pt>
                <c:pt idx="50599">
                  <c:v>24.8</c:v>
                </c:pt>
                <c:pt idx="50600">
                  <c:v>24.8</c:v>
                </c:pt>
                <c:pt idx="50601">
                  <c:v>24.8</c:v>
                </c:pt>
                <c:pt idx="50602">
                  <c:v>24.8</c:v>
                </c:pt>
                <c:pt idx="50603">
                  <c:v>24.8</c:v>
                </c:pt>
                <c:pt idx="50604">
                  <c:v>24.8</c:v>
                </c:pt>
                <c:pt idx="50605">
                  <c:v>24.8</c:v>
                </c:pt>
                <c:pt idx="50606">
                  <c:v>24.8</c:v>
                </c:pt>
                <c:pt idx="50607">
                  <c:v>24.8</c:v>
                </c:pt>
                <c:pt idx="50608">
                  <c:v>24.8</c:v>
                </c:pt>
                <c:pt idx="50609">
                  <c:v>24.8</c:v>
                </c:pt>
                <c:pt idx="50610">
                  <c:v>24.8</c:v>
                </c:pt>
                <c:pt idx="50611">
                  <c:v>24.8</c:v>
                </c:pt>
                <c:pt idx="50612">
                  <c:v>24.8</c:v>
                </c:pt>
                <c:pt idx="50613">
                  <c:v>24.8</c:v>
                </c:pt>
                <c:pt idx="50614">
                  <c:v>24.8</c:v>
                </c:pt>
                <c:pt idx="50615">
                  <c:v>24.8</c:v>
                </c:pt>
                <c:pt idx="50616">
                  <c:v>24.8</c:v>
                </c:pt>
                <c:pt idx="50617">
                  <c:v>24.8</c:v>
                </c:pt>
                <c:pt idx="50618">
                  <c:v>24.8</c:v>
                </c:pt>
                <c:pt idx="50619">
                  <c:v>24.8</c:v>
                </c:pt>
                <c:pt idx="50620">
                  <c:v>24.8</c:v>
                </c:pt>
                <c:pt idx="50621">
                  <c:v>24.8</c:v>
                </c:pt>
                <c:pt idx="50622">
                  <c:v>24.8</c:v>
                </c:pt>
                <c:pt idx="50623">
                  <c:v>24.8</c:v>
                </c:pt>
                <c:pt idx="50624">
                  <c:v>24.8</c:v>
                </c:pt>
                <c:pt idx="50625">
                  <c:v>24.8</c:v>
                </c:pt>
                <c:pt idx="50626">
                  <c:v>24.8</c:v>
                </c:pt>
                <c:pt idx="50627">
                  <c:v>24.8</c:v>
                </c:pt>
                <c:pt idx="50628">
                  <c:v>24.8</c:v>
                </c:pt>
                <c:pt idx="50629">
                  <c:v>24.8</c:v>
                </c:pt>
                <c:pt idx="50630">
                  <c:v>24.8</c:v>
                </c:pt>
                <c:pt idx="50631">
                  <c:v>24.8</c:v>
                </c:pt>
                <c:pt idx="50632">
                  <c:v>24.8</c:v>
                </c:pt>
                <c:pt idx="50633">
                  <c:v>24.8</c:v>
                </c:pt>
                <c:pt idx="50634">
                  <c:v>24.8</c:v>
                </c:pt>
                <c:pt idx="50635">
                  <c:v>24.8</c:v>
                </c:pt>
                <c:pt idx="50636">
                  <c:v>24.8</c:v>
                </c:pt>
                <c:pt idx="50637">
                  <c:v>24.8</c:v>
                </c:pt>
                <c:pt idx="50638">
                  <c:v>24.8</c:v>
                </c:pt>
                <c:pt idx="50639">
                  <c:v>24.8</c:v>
                </c:pt>
                <c:pt idx="50640">
                  <c:v>24.8</c:v>
                </c:pt>
                <c:pt idx="50641">
                  <c:v>24.8</c:v>
                </c:pt>
                <c:pt idx="50642">
                  <c:v>24.8</c:v>
                </c:pt>
                <c:pt idx="50643">
                  <c:v>24.8</c:v>
                </c:pt>
                <c:pt idx="50644">
                  <c:v>24.8</c:v>
                </c:pt>
                <c:pt idx="50645">
                  <c:v>24.8</c:v>
                </c:pt>
                <c:pt idx="50646">
                  <c:v>24.8</c:v>
                </c:pt>
                <c:pt idx="50647">
                  <c:v>24.8</c:v>
                </c:pt>
                <c:pt idx="50648">
                  <c:v>24.8</c:v>
                </c:pt>
                <c:pt idx="50649">
                  <c:v>24.8</c:v>
                </c:pt>
                <c:pt idx="50650">
                  <c:v>24.8</c:v>
                </c:pt>
                <c:pt idx="50651">
                  <c:v>24.8</c:v>
                </c:pt>
                <c:pt idx="50652">
                  <c:v>24.8</c:v>
                </c:pt>
                <c:pt idx="50653">
                  <c:v>24.8</c:v>
                </c:pt>
                <c:pt idx="50654">
                  <c:v>24.8</c:v>
                </c:pt>
                <c:pt idx="50655">
                  <c:v>24.8</c:v>
                </c:pt>
                <c:pt idx="50656">
                  <c:v>24.8</c:v>
                </c:pt>
                <c:pt idx="50657">
                  <c:v>24.8</c:v>
                </c:pt>
                <c:pt idx="50658">
                  <c:v>24.8</c:v>
                </c:pt>
                <c:pt idx="50659">
                  <c:v>24.8</c:v>
                </c:pt>
                <c:pt idx="50660">
                  <c:v>24.8</c:v>
                </c:pt>
                <c:pt idx="50661">
                  <c:v>24.8</c:v>
                </c:pt>
                <c:pt idx="50662">
                  <c:v>24.8</c:v>
                </c:pt>
                <c:pt idx="50663">
                  <c:v>24.8</c:v>
                </c:pt>
                <c:pt idx="50664">
                  <c:v>24.8</c:v>
                </c:pt>
                <c:pt idx="50665">
                  <c:v>24.8</c:v>
                </c:pt>
                <c:pt idx="50666">
                  <c:v>24.8</c:v>
                </c:pt>
                <c:pt idx="50667">
                  <c:v>24.8</c:v>
                </c:pt>
                <c:pt idx="50668">
                  <c:v>24.8</c:v>
                </c:pt>
                <c:pt idx="50669">
                  <c:v>24.8</c:v>
                </c:pt>
                <c:pt idx="50670">
                  <c:v>24.8</c:v>
                </c:pt>
                <c:pt idx="50671">
                  <c:v>24.8</c:v>
                </c:pt>
                <c:pt idx="50672">
                  <c:v>24.8</c:v>
                </c:pt>
                <c:pt idx="50673">
                  <c:v>24.8</c:v>
                </c:pt>
                <c:pt idx="50674">
                  <c:v>24.8</c:v>
                </c:pt>
                <c:pt idx="50675">
                  <c:v>24.8</c:v>
                </c:pt>
                <c:pt idx="50676">
                  <c:v>24.8</c:v>
                </c:pt>
                <c:pt idx="50677">
                  <c:v>24.8</c:v>
                </c:pt>
                <c:pt idx="50678">
                  <c:v>24.8</c:v>
                </c:pt>
                <c:pt idx="50679">
                  <c:v>24.8</c:v>
                </c:pt>
                <c:pt idx="50680">
                  <c:v>24.8</c:v>
                </c:pt>
                <c:pt idx="50681">
                  <c:v>24.8</c:v>
                </c:pt>
                <c:pt idx="50682">
                  <c:v>24.8</c:v>
                </c:pt>
                <c:pt idx="50683">
                  <c:v>24.8</c:v>
                </c:pt>
                <c:pt idx="50684">
                  <c:v>24.8</c:v>
                </c:pt>
                <c:pt idx="50685">
                  <c:v>24.8</c:v>
                </c:pt>
                <c:pt idx="50686">
                  <c:v>24.8</c:v>
                </c:pt>
                <c:pt idx="50687">
                  <c:v>24.8</c:v>
                </c:pt>
                <c:pt idx="50688">
                  <c:v>24.8</c:v>
                </c:pt>
                <c:pt idx="50689">
                  <c:v>24.8</c:v>
                </c:pt>
                <c:pt idx="50690">
                  <c:v>24.8</c:v>
                </c:pt>
                <c:pt idx="50691">
                  <c:v>24.8</c:v>
                </c:pt>
                <c:pt idx="50692">
                  <c:v>24.8</c:v>
                </c:pt>
                <c:pt idx="50693">
                  <c:v>24.8</c:v>
                </c:pt>
                <c:pt idx="50694">
                  <c:v>24.8</c:v>
                </c:pt>
                <c:pt idx="50695">
                  <c:v>24.8</c:v>
                </c:pt>
                <c:pt idx="50696">
                  <c:v>24.8</c:v>
                </c:pt>
                <c:pt idx="50697">
                  <c:v>24.8</c:v>
                </c:pt>
                <c:pt idx="50698">
                  <c:v>24.8</c:v>
                </c:pt>
                <c:pt idx="50699">
                  <c:v>24.8</c:v>
                </c:pt>
                <c:pt idx="50700">
                  <c:v>24.8</c:v>
                </c:pt>
                <c:pt idx="50701">
                  <c:v>24.8</c:v>
                </c:pt>
                <c:pt idx="50702">
                  <c:v>24.8</c:v>
                </c:pt>
                <c:pt idx="50703">
                  <c:v>24.8</c:v>
                </c:pt>
                <c:pt idx="50704">
                  <c:v>24.8</c:v>
                </c:pt>
                <c:pt idx="50705">
                  <c:v>24.8</c:v>
                </c:pt>
                <c:pt idx="50706">
                  <c:v>24.8</c:v>
                </c:pt>
                <c:pt idx="50707">
                  <c:v>24.8</c:v>
                </c:pt>
                <c:pt idx="50708">
                  <c:v>24.8</c:v>
                </c:pt>
                <c:pt idx="50709">
                  <c:v>24.8</c:v>
                </c:pt>
                <c:pt idx="50710">
                  <c:v>24.8</c:v>
                </c:pt>
                <c:pt idx="50711">
                  <c:v>24.8</c:v>
                </c:pt>
                <c:pt idx="50712">
                  <c:v>24.8</c:v>
                </c:pt>
                <c:pt idx="50713">
                  <c:v>24.8</c:v>
                </c:pt>
                <c:pt idx="50714">
                  <c:v>24.8</c:v>
                </c:pt>
                <c:pt idx="50715">
                  <c:v>24.8</c:v>
                </c:pt>
                <c:pt idx="50716">
                  <c:v>24.8</c:v>
                </c:pt>
                <c:pt idx="50717">
                  <c:v>24.8</c:v>
                </c:pt>
                <c:pt idx="50718">
                  <c:v>24.8</c:v>
                </c:pt>
                <c:pt idx="50719">
                  <c:v>24.8</c:v>
                </c:pt>
                <c:pt idx="50720">
                  <c:v>24.8</c:v>
                </c:pt>
                <c:pt idx="50721">
                  <c:v>24.8</c:v>
                </c:pt>
                <c:pt idx="50722">
                  <c:v>24.8</c:v>
                </c:pt>
                <c:pt idx="50723">
                  <c:v>24.8</c:v>
                </c:pt>
                <c:pt idx="50724">
                  <c:v>24.8</c:v>
                </c:pt>
                <c:pt idx="50725">
                  <c:v>24.8</c:v>
                </c:pt>
                <c:pt idx="50726">
                  <c:v>24.8</c:v>
                </c:pt>
                <c:pt idx="50727">
                  <c:v>24.8</c:v>
                </c:pt>
                <c:pt idx="50728">
                  <c:v>24.8</c:v>
                </c:pt>
                <c:pt idx="50729">
                  <c:v>24.8</c:v>
                </c:pt>
                <c:pt idx="50730">
                  <c:v>24.8</c:v>
                </c:pt>
                <c:pt idx="50731">
                  <c:v>24.8</c:v>
                </c:pt>
                <c:pt idx="50732">
                  <c:v>24.8</c:v>
                </c:pt>
                <c:pt idx="50733">
                  <c:v>24.8</c:v>
                </c:pt>
                <c:pt idx="50734">
                  <c:v>24.8</c:v>
                </c:pt>
                <c:pt idx="50735">
                  <c:v>24.8</c:v>
                </c:pt>
                <c:pt idx="50736">
                  <c:v>24.8</c:v>
                </c:pt>
                <c:pt idx="50737">
                  <c:v>24.8</c:v>
                </c:pt>
                <c:pt idx="50738">
                  <c:v>24.8</c:v>
                </c:pt>
                <c:pt idx="50739">
                  <c:v>24.8</c:v>
                </c:pt>
                <c:pt idx="50740">
                  <c:v>24.8</c:v>
                </c:pt>
                <c:pt idx="50741">
                  <c:v>24.8</c:v>
                </c:pt>
                <c:pt idx="50742">
                  <c:v>24.8</c:v>
                </c:pt>
                <c:pt idx="50743">
                  <c:v>24.8</c:v>
                </c:pt>
                <c:pt idx="50744">
                  <c:v>24.8</c:v>
                </c:pt>
                <c:pt idx="50745">
                  <c:v>24.8</c:v>
                </c:pt>
                <c:pt idx="50746">
                  <c:v>24.8</c:v>
                </c:pt>
                <c:pt idx="50747">
                  <c:v>24.8</c:v>
                </c:pt>
                <c:pt idx="50748">
                  <c:v>24.8</c:v>
                </c:pt>
                <c:pt idx="50749">
                  <c:v>24.8</c:v>
                </c:pt>
                <c:pt idx="50750">
                  <c:v>24.8</c:v>
                </c:pt>
                <c:pt idx="50751">
                  <c:v>24.8</c:v>
                </c:pt>
                <c:pt idx="50752">
                  <c:v>24.8</c:v>
                </c:pt>
                <c:pt idx="50753">
                  <c:v>24.8</c:v>
                </c:pt>
                <c:pt idx="50754">
                  <c:v>24.8</c:v>
                </c:pt>
                <c:pt idx="50755">
                  <c:v>24.8</c:v>
                </c:pt>
                <c:pt idx="50756">
                  <c:v>24.8</c:v>
                </c:pt>
                <c:pt idx="50757">
                  <c:v>24.8</c:v>
                </c:pt>
                <c:pt idx="50758">
                  <c:v>24.8</c:v>
                </c:pt>
                <c:pt idx="50759">
                  <c:v>24.8</c:v>
                </c:pt>
                <c:pt idx="50760">
                  <c:v>24.8</c:v>
                </c:pt>
                <c:pt idx="50761">
                  <c:v>24.8</c:v>
                </c:pt>
                <c:pt idx="50762">
                  <c:v>24.8</c:v>
                </c:pt>
                <c:pt idx="50763">
                  <c:v>24.8</c:v>
                </c:pt>
                <c:pt idx="50764">
                  <c:v>24.8</c:v>
                </c:pt>
                <c:pt idx="50765">
                  <c:v>24.8</c:v>
                </c:pt>
                <c:pt idx="50766">
                  <c:v>24.8</c:v>
                </c:pt>
                <c:pt idx="50767">
                  <c:v>24.8</c:v>
                </c:pt>
                <c:pt idx="50768">
                  <c:v>24.8</c:v>
                </c:pt>
                <c:pt idx="50769">
                  <c:v>24.8</c:v>
                </c:pt>
                <c:pt idx="50770">
                  <c:v>24.8</c:v>
                </c:pt>
                <c:pt idx="50771">
                  <c:v>24.8</c:v>
                </c:pt>
                <c:pt idx="50772">
                  <c:v>24.8</c:v>
                </c:pt>
                <c:pt idx="50773">
                  <c:v>24.8</c:v>
                </c:pt>
                <c:pt idx="50774">
                  <c:v>24.8</c:v>
                </c:pt>
                <c:pt idx="50775">
                  <c:v>24.8</c:v>
                </c:pt>
                <c:pt idx="50776">
                  <c:v>24.8</c:v>
                </c:pt>
                <c:pt idx="50777">
                  <c:v>24.8</c:v>
                </c:pt>
                <c:pt idx="50778">
                  <c:v>24.8</c:v>
                </c:pt>
                <c:pt idx="50779">
                  <c:v>24.8</c:v>
                </c:pt>
                <c:pt idx="50780">
                  <c:v>24.8</c:v>
                </c:pt>
                <c:pt idx="50781">
                  <c:v>24.8</c:v>
                </c:pt>
                <c:pt idx="50782">
                  <c:v>24.8</c:v>
                </c:pt>
                <c:pt idx="50783">
                  <c:v>24.8</c:v>
                </c:pt>
                <c:pt idx="50784">
                  <c:v>24.8</c:v>
                </c:pt>
                <c:pt idx="50785">
                  <c:v>24.8</c:v>
                </c:pt>
                <c:pt idx="50786">
                  <c:v>24.8</c:v>
                </c:pt>
                <c:pt idx="50787">
                  <c:v>24.8</c:v>
                </c:pt>
                <c:pt idx="50788">
                  <c:v>24.8</c:v>
                </c:pt>
                <c:pt idx="50789">
                  <c:v>24.8</c:v>
                </c:pt>
                <c:pt idx="50790">
                  <c:v>24.8</c:v>
                </c:pt>
                <c:pt idx="50791">
                  <c:v>24.8</c:v>
                </c:pt>
                <c:pt idx="50792">
                  <c:v>24.8</c:v>
                </c:pt>
                <c:pt idx="50793">
                  <c:v>24.8</c:v>
                </c:pt>
                <c:pt idx="50794">
                  <c:v>24.8</c:v>
                </c:pt>
                <c:pt idx="50795">
                  <c:v>24.8</c:v>
                </c:pt>
                <c:pt idx="50796">
                  <c:v>24.8</c:v>
                </c:pt>
                <c:pt idx="50797">
                  <c:v>24.8</c:v>
                </c:pt>
                <c:pt idx="50798">
                  <c:v>24.8</c:v>
                </c:pt>
                <c:pt idx="50799">
                  <c:v>24.8</c:v>
                </c:pt>
                <c:pt idx="50800">
                  <c:v>24.8</c:v>
                </c:pt>
                <c:pt idx="50801">
                  <c:v>24.75</c:v>
                </c:pt>
                <c:pt idx="50802">
                  <c:v>24.8</c:v>
                </c:pt>
                <c:pt idx="50803">
                  <c:v>24.8</c:v>
                </c:pt>
                <c:pt idx="50804">
                  <c:v>24.8</c:v>
                </c:pt>
                <c:pt idx="50805">
                  <c:v>24.8</c:v>
                </c:pt>
                <c:pt idx="50806">
                  <c:v>24.75</c:v>
                </c:pt>
                <c:pt idx="50807">
                  <c:v>24.8</c:v>
                </c:pt>
                <c:pt idx="50808">
                  <c:v>24.8</c:v>
                </c:pt>
                <c:pt idx="50809">
                  <c:v>24.8</c:v>
                </c:pt>
                <c:pt idx="50810">
                  <c:v>24.8</c:v>
                </c:pt>
                <c:pt idx="50811">
                  <c:v>24.8</c:v>
                </c:pt>
                <c:pt idx="50812">
                  <c:v>24.8</c:v>
                </c:pt>
                <c:pt idx="50813">
                  <c:v>24.8</c:v>
                </c:pt>
                <c:pt idx="50814">
                  <c:v>24.8</c:v>
                </c:pt>
                <c:pt idx="50815">
                  <c:v>24.8</c:v>
                </c:pt>
                <c:pt idx="50816">
                  <c:v>24.8</c:v>
                </c:pt>
                <c:pt idx="50817">
                  <c:v>24.8</c:v>
                </c:pt>
                <c:pt idx="50818">
                  <c:v>24.8</c:v>
                </c:pt>
                <c:pt idx="50819">
                  <c:v>24.8</c:v>
                </c:pt>
                <c:pt idx="50820">
                  <c:v>24.8</c:v>
                </c:pt>
                <c:pt idx="50821">
                  <c:v>24.8</c:v>
                </c:pt>
                <c:pt idx="50822">
                  <c:v>24.8</c:v>
                </c:pt>
                <c:pt idx="50823">
                  <c:v>24.8</c:v>
                </c:pt>
                <c:pt idx="50824">
                  <c:v>24.8</c:v>
                </c:pt>
                <c:pt idx="50825">
                  <c:v>24.8</c:v>
                </c:pt>
                <c:pt idx="50826">
                  <c:v>24.8</c:v>
                </c:pt>
                <c:pt idx="50827">
                  <c:v>24.8</c:v>
                </c:pt>
                <c:pt idx="50828">
                  <c:v>24.8</c:v>
                </c:pt>
                <c:pt idx="50829">
                  <c:v>24.8</c:v>
                </c:pt>
                <c:pt idx="50830">
                  <c:v>24.8</c:v>
                </c:pt>
                <c:pt idx="50831">
                  <c:v>24.8</c:v>
                </c:pt>
                <c:pt idx="50832">
                  <c:v>24.8</c:v>
                </c:pt>
                <c:pt idx="50833">
                  <c:v>24.8</c:v>
                </c:pt>
                <c:pt idx="50834">
                  <c:v>24.8</c:v>
                </c:pt>
                <c:pt idx="50835">
                  <c:v>24.8</c:v>
                </c:pt>
                <c:pt idx="50836">
                  <c:v>24.8</c:v>
                </c:pt>
                <c:pt idx="50837">
                  <c:v>24.75</c:v>
                </c:pt>
                <c:pt idx="50838">
                  <c:v>24.75</c:v>
                </c:pt>
                <c:pt idx="50839">
                  <c:v>24.75</c:v>
                </c:pt>
                <c:pt idx="50840">
                  <c:v>24.75</c:v>
                </c:pt>
                <c:pt idx="50841">
                  <c:v>24.8</c:v>
                </c:pt>
                <c:pt idx="50842">
                  <c:v>24.8</c:v>
                </c:pt>
                <c:pt idx="50843">
                  <c:v>24.8</c:v>
                </c:pt>
                <c:pt idx="50844">
                  <c:v>24.8</c:v>
                </c:pt>
                <c:pt idx="50845">
                  <c:v>24.8</c:v>
                </c:pt>
                <c:pt idx="50846">
                  <c:v>24.8</c:v>
                </c:pt>
                <c:pt idx="50847">
                  <c:v>24.8</c:v>
                </c:pt>
                <c:pt idx="50848">
                  <c:v>24.8</c:v>
                </c:pt>
                <c:pt idx="50849">
                  <c:v>24.8</c:v>
                </c:pt>
                <c:pt idx="50850">
                  <c:v>24.8</c:v>
                </c:pt>
                <c:pt idx="50851">
                  <c:v>24.8</c:v>
                </c:pt>
                <c:pt idx="50852">
                  <c:v>24.8</c:v>
                </c:pt>
                <c:pt idx="50853">
                  <c:v>24.8</c:v>
                </c:pt>
                <c:pt idx="50854">
                  <c:v>24.8</c:v>
                </c:pt>
                <c:pt idx="50855">
                  <c:v>24.8</c:v>
                </c:pt>
                <c:pt idx="50856">
                  <c:v>24.8</c:v>
                </c:pt>
                <c:pt idx="50857">
                  <c:v>24.8</c:v>
                </c:pt>
                <c:pt idx="50858">
                  <c:v>24.8</c:v>
                </c:pt>
                <c:pt idx="50859">
                  <c:v>24.8</c:v>
                </c:pt>
                <c:pt idx="50860">
                  <c:v>24.8</c:v>
                </c:pt>
                <c:pt idx="50861">
                  <c:v>24.8</c:v>
                </c:pt>
                <c:pt idx="50862">
                  <c:v>24.8</c:v>
                </c:pt>
                <c:pt idx="50863">
                  <c:v>24.8</c:v>
                </c:pt>
                <c:pt idx="50864">
                  <c:v>24.8</c:v>
                </c:pt>
                <c:pt idx="50865">
                  <c:v>24.8</c:v>
                </c:pt>
                <c:pt idx="50866">
                  <c:v>24.8</c:v>
                </c:pt>
                <c:pt idx="50867">
                  <c:v>24.8</c:v>
                </c:pt>
                <c:pt idx="50868">
                  <c:v>24.8</c:v>
                </c:pt>
                <c:pt idx="50869">
                  <c:v>24.8</c:v>
                </c:pt>
                <c:pt idx="50870">
                  <c:v>24.8</c:v>
                </c:pt>
                <c:pt idx="50871">
                  <c:v>24.8</c:v>
                </c:pt>
                <c:pt idx="50872">
                  <c:v>24.8</c:v>
                </c:pt>
                <c:pt idx="50873">
                  <c:v>24.8</c:v>
                </c:pt>
                <c:pt idx="50874">
                  <c:v>24.8</c:v>
                </c:pt>
                <c:pt idx="50875">
                  <c:v>24.8</c:v>
                </c:pt>
                <c:pt idx="50876">
                  <c:v>24.8</c:v>
                </c:pt>
                <c:pt idx="50877">
                  <c:v>24.8</c:v>
                </c:pt>
                <c:pt idx="50878">
                  <c:v>24.8</c:v>
                </c:pt>
                <c:pt idx="50879">
                  <c:v>24.8</c:v>
                </c:pt>
                <c:pt idx="50880">
                  <c:v>24.8</c:v>
                </c:pt>
                <c:pt idx="50881">
                  <c:v>24.8</c:v>
                </c:pt>
                <c:pt idx="50882">
                  <c:v>24.8</c:v>
                </c:pt>
                <c:pt idx="50883">
                  <c:v>24.8</c:v>
                </c:pt>
                <c:pt idx="50884">
                  <c:v>24.8</c:v>
                </c:pt>
                <c:pt idx="50885">
                  <c:v>24.8</c:v>
                </c:pt>
                <c:pt idx="50886">
                  <c:v>24.8</c:v>
                </c:pt>
                <c:pt idx="50887">
                  <c:v>24.8</c:v>
                </c:pt>
                <c:pt idx="50888">
                  <c:v>24.8</c:v>
                </c:pt>
                <c:pt idx="50889">
                  <c:v>24.8</c:v>
                </c:pt>
                <c:pt idx="50890">
                  <c:v>24.8</c:v>
                </c:pt>
                <c:pt idx="50891">
                  <c:v>24.8</c:v>
                </c:pt>
                <c:pt idx="50892">
                  <c:v>24.8</c:v>
                </c:pt>
                <c:pt idx="50893">
                  <c:v>24.8</c:v>
                </c:pt>
                <c:pt idx="50894">
                  <c:v>24.8</c:v>
                </c:pt>
                <c:pt idx="50895">
                  <c:v>24.8</c:v>
                </c:pt>
                <c:pt idx="50896">
                  <c:v>24.8</c:v>
                </c:pt>
                <c:pt idx="50897">
                  <c:v>24.8</c:v>
                </c:pt>
                <c:pt idx="50898">
                  <c:v>24.8</c:v>
                </c:pt>
                <c:pt idx="50899">
                  <c:v>24.8</c:v>
                </c:pt>
                <c:pt idx="50900">
                  <c:v>24.8</c:v>
                </c:pt>
                <c:pt idx="50901">
                  <c:v>24.8</c:v>
                </c:pt>
                <c:pt idx="50902">
                  <c:v>24.8</c:v>
                </c:pt>
                <c:pt idx="50903">
                  <c:v>24.8</c:v>
                </c:pt>
                <c:pt idx="50904">
                  <c:v>24.8</c:v>
                </c:pt>
                <c:pt idx="50905">
                  <c:v>24.8</c:v>
                </c:pt>
                <c:pt idx="50906">
                  <c:v>24.8</c:v>
                </c:pt>
                <c:pt idx="50907">
                  <c:v>24.8</c:v>
                </c:pt>
                <c:pt idx="50908">
                  <c:v>24.8</c:v>
                </c:pt>
                <c:pt idx="50909">
                  <c:v>24.8</c:v>
                </c:pt>
                <c:pt idx="50910">
                  <c:v>24.8</c:v>
                </c:pt>
                <c:pt idx="50911">
                  <c:v>24.8</c:v>
                </c:pt>
                <c:pt idx="50912">
                  <c:v>24.8</c:v>
                </c:pt>
                <c:pt idx="50913">
                  <c:v>24.8</c:v>
                </c:pt>
                <c:pt idx="50914">
                  <c:v>24.8</c:v>
                </c:pt>
                <c:pt idx="50915">
                  <c:v>24.8</c:v>
                </c:pt>
                <c:pt idx="50916">
                  <c:v>24.8</c:v>
                </c:pt>
                <c:pt idx="50917">
                  <c:v>24.8</c:v>
                </c:pt>
                <c:pt idx="50918">
                  <c:v>24.8</c:v>
                </c:pt>
                <c:pt idx="50919">
                  <c:v>24.8</c:v>
                </c:pt>
                <c:pt idx="50920">
                  <c:v>24.8</c:v>
                </c:pt>
                <c:pt idx="50921">
                  <c:v>24.8</c:v>
                </c:pt>
                <c:pt idx="50922">
                  <c:v>24.8</c:v>
                </c:pt>
                <c:pt idx="50923">
                  <c:v>24.8</c:v>
                </c:pt>
                <c:pt idx="50924">
                  <c:v>24.8</c:v>
                </c:pt>
                <c:pt idx="50925">
                  <c:v>24.8</c:v>
                </c:pt>
                <c:pt idx="50926">
                  <c:v>24.8</c:v>
                </c:pt>
                <c:pt idx="50927">
                  <c:v>24.8</c:v>
                </c:pt>
                <c:pt idx="50928">
                  <c:v>24.8</c:v>
                </c:pt>
                <c:pt idx="50929">
                  <c:v>24.8</c:v>
                </c:pt>
                <c:pt idx="50930">
                  <c:v>24.8</c:v>
                </c:pt>
                <c:pt idx="50931">
                  <c:v>24.8</c:v>
                </c:pt>
                <c:pt idx="50932">
                  <c:v>24.8</c:v>
                </c:pt>
                <c:pt idx="50933">
                  <c:v>24.8</c:v>
                </c:pt>
                <c:pt idx="50934">
                  <c:v>24.8</c:v>
                </c:pt>
                <c:pt idx="50935">
                  <c:v>24.8</c:v>
                </c:pt>
                <c:pt idx="50936">
                  <c:v>24.8</c:v>
                </c:pt>
                <c:pt idx="50937">
                  <c:v>24.8</c:v>
                </c:pt>
                <c:pt idx="50938">
                  <c:v>24.8</c:v>
                </c:pt>
                <c:pt idx="50939">
                  <c:v>24.8</c:v>
                </c:pt>
                <c:pt idx="50940">
                  <c:v>24.8</c:v>
                </c:pt>
                <c:pt idx="50941">
                  <c:v>24.8</c:v>
                </c:pt>
                <c:pt idx="50942">
                  <c:v>24.8</c:v>
                </c:pt>
                <c:pt idx="50943">
                  <c:v>24.8</c:v>
                </c:pt>
                <c:pt idx="50944">
                  <c:v>24.8</c:v>
                </c:pt>
                <c:pt idx="50945">
                  <c:v>24.8</c:v>
                </c:pt>
                <c:pt idx="50946">
                  <c:v>24.8</c:v>
                </c:pt>
                <c:pt idx="50947">
                  <c:v>24.8</c:v>
                </c:pt>
                <c:pt idx="50948">
                  <c:v>24.8</c:v>
                </c:pt>
                <c:pt idx="50949">
                  <c:v>24.8</c:v>
                </c:pt>
                <c:pt idx="50950">
                  <c:v>24.8</c:v>
                </c:pt>
                <c:pt idx="50951">
                  <c:v>24.8</c:v>
                </c:pt>
                <c:pt idx="50952">
                  <c:v>24.8</c:v>
                </c:pt>
                <c:pt idx="50953">
                  <c:v>24.8</c:v>
                </c:pt>
                <c:pt idx="50954">
                  <c:v>24.8</c:v>
                </c:pt>
                <c:pt idx="50955">
                  <c:v>24.8</c:v>
                </c:pt>
                <c:pt idx="50956">
                  <c:v>24.8</c:v>
                </c:pt>
                <c:pt idx="50957">
                  <c:v>24.8</c:v>
                </c:pt>
                <c:pt idx="50958">
                  <c:v>24.8</c:v>
                </c:pt>
                <c:pt idx="50959">
                  <c:v>24.75</c:v>
                </c:pt>
                <c:pt idx="50960">
                  <c:v>24.75</c:v>
                </c:pt>
                <c:pt idx="50961">
                  <c:v>24.75</c:v>
                </c:pt>
                <c:pt idx="50962">
                  <c:v>24.8</c:v>
                </c:pt>
                <c:pt idx="50963">
                  <c:v>24.75</c:v>
                </c:pt>
                <c:pt idx="50964">
                  <c:v>24.75</c:v>
                </c:pt>
                <c:pt idx="50965">
                  <c:v>24.75</c:v>
                </c:pt>
                <c:pt idx="50966">
                  <c:v>24.75</c:v>
                </c:pt>
                <c:pt idx="50967">
                  <c:v>24.75</c:v>
                </c:pt>
                <c:pt idx="50968">
                  <c:v>24.8</c:v>
                </c:pt>
                <c:pt idx="50969">
                  <c:v>24.75</c:v>
                </c:pt>
                <c:pt idx="50970">
                  <c:v>24.75</c:v>
                </c:pt>
                <c:pt idx="50971">
                  <c:v>24.75</c:v>
                </c:pt>
                <c:pt idx="50972">
                  <c:v>24.8</c:v>
                </c:pt>
                <c:pt idx="50973">
                  <c:v>24.8</c:v>
                </c:pt>
                <c:pt idx="50974">
                  <c:v>24.8</c:v>
                </c:pt>
                <c:pt idx="50975">
                  <c:v>24.8</c:v>
                </c:pt>
                <c:pt idx="50976">
                  <c:v>24.8</c:v>
                </c:pt>
                <c:pt idx="50977">
                  <c:v>24.8</c:v>
                </c:pt>
                <c:pt idx="50978">
                  <c:v>24.8</c:v>
                </c:pt>
                <c:pt idx="50979">
                  <c:v>24.8</c:v>
                </c:pt>
                <c:pt idx="50980">
                  <c:v>24.8</c:v>
                </c:pt>
                <c:pt idx="50981">
                  <c:v>24.8</c:v>
                </c:pt>
                <c:pt idx="50982">
                  <c:v>24.8</c:v>
                </c:pt>
                <c:pt idx="50983">
                  <c:v>24.8</c:v>
                </c:pt>
                <c:pt idx="50984">
                  <c:v>24.8</c:v>
                </c:pt>
                <c:pt idx="50985">
                  <c:v>24.75</c:v>
                </c:pt>
                <c:pt idx="50986">
                  <c:v>24.8</c:v>
                </c:pt>
                <c:pt idx="50987">
                  <c:v>24.75</c:v>
                </c:pt>
                <c:pt idx="50988">
                  <c:v>24.75</c:v>
                </c:pt>
                <c:pt idx="50989">
                  <c:v>24.75</c:v>
                </c:pt>
                <c:pt idx="50990">
                  <c:v>24.75</c:v>
                </c:pt>
                <c:pt idx="50991">
                  <c:v>24.75</c:v>
                </c:pt>
                <c:pt idx="50992">
                  <c:v>24.75</c:v>
                </c:pt>
                <c:pt idx="50993">
                  <c:v>24.75</c:v>
                </c:pt>
                <c:pt idx="50994">
                  <c:v>24.75</c:v>
                </c:pt>
                <c:pt idx="50995">
                  <c:v>24.75</c:v>
                </c:pt>
                <c:pt idx="50996">
                  <c:v>24.75</c:v>
                </c:pt>
                <c:pt idx="50997">
                  <c:v>24.75</c:v>
                </c:pt>
                <c:pt idx="50998">
                  <c:v>24.75</c:v>
                </c:pt>
                <c:pt idx="50999">
                  <c:v>24.75</c:v>
                </c:pt>
                <c:pt idx="51000">
                  <c:v>24.75</c:v>
                </c:pt>
                <c:pt idx="51001">
                  <c:v>24.75</c:v>
                </c:pt>
                <c:pt idx="51002">
                  <c:v>24.75</c:v>
                </c:pt>
                <c:pt idx="51003">
                  <c:v>24.75</c:v>
                </c:pt>
                <c:pt idx="51004">
                  <c:v>24.75</c:v>
                </c:pt>
                <c:pt idx="51005">
                  <c:v>24.75</c:v>
                </c:pt>
                <c:pt idx="51006">
                  <c:v>24.75</c:v>
                </c:pt>
                <c:pt idx="51007">
                  <c:v>24.75</c:v>
                </c:pt>
                <c:pt idx="51008">
                  <c:v>24.75</c:v>
                </c:pt>
                <c:pt idx="51009">
                  <c:v>24.75</c:v>
                </c:pt>
                <c:pt idx="51010">
                  <c:v>24.75</c:v>
                </c:pt>
                <c:pt idx="51011">
                  <c:v>24.75</c:v>
                </c:pt>
                <c:pt idx="51012">
                  <c:v>24.75</c:v>
                </c:pt>
                <c:pt idx="51013">
                  <c:v>24.8</c:v>
                </c:pt>
                <c:pt idx="51014">
                  <c:v>24.75</c:v>
                </c:pt>
                <c:pt idx="51015">
                  <c:v>24.8</c:v>
                </c:pt>
                <c:pt idx="51016">
                  <c:v>24.8</c:v>
                </c:pt>
                <c:pt idx="51017">
                  <c:v>24.8</c:v>
                </c:pt>
                <c:pt idx="51018">
                  <c:v>24.8</c:v>
                </c:pt>
                <c:pt idx="51019">
                  <c:v>24.75</c:v>
                </c:pt>
                <c:pt idx="51020">
                  <c:v>24.8</c:v>
                </c:pt>
                <c:pt idx="51021">
                  <c:v>24.75</c:v>
                </c:pt>
                <c:pt idx="51022">
                  <c:v>24.8</c:v>
                </c:pt>
                <c:pt idx="51023">
                  <c:v>24.75</c:v>
                </c:pt>
                <c:pt idx="51024">
                  <c:v>24.75</c:v>
                </c:pt>
                <c:pt idx="51025">
                  <c:v>24.75</c:v>
                </c:pt>
                <c:pt idx="51026">
                  <c:v>24.75</c:v>
                </c:pt>
                <c:pt idx="51027">
                  <c:v>24.75</c:v>
                </c:pt>
                <c:pt idx="51028">
                  <c:v>24.75</c:v>
                </c:pt>
                <c:pt idx="51029">
                  <c:v>24.75</c:v>
                </c:pt>
                <c:pt idx="51030">
                  <c:v>24.75</c:v>
                </c:pt>
                <c:pt idx="51031">
                  <c:v>24.75</c:v>
                </c:pt>
                <c:pt idx="51032">
                  <c:v>24.75</c:v>
                </c:pt>
                <c:pt idx="51033">
                  <c:v>24.75</c:v>
                </c:pt>
                <c:pt idx="51034">
                  <c:v>24.75</c:v>
                </c:pt>
                <c:pt idx="51035">
                  <c:v>24.75</c:v>
                </c:pt>
                <c:pt idx="51036">
                  <c:v>24.75</c:v>
                </c:pt>
                <c:pt idx="51037">
                  <c:v>24.75</c:v>
                </c:pt>
                <c:pt idx="51038">
                  <c:v>24.75</c:v>
                </c:pt>
                <c:pt idx="51039">
                  <c:v>24.75</c:v>
                </c:pt>
                <c:pt idx="51040">
                  <c:v>24.75</c:v>
                </c:pt>
                <c:pt idx="51041">
                  <c:v>24.75</c:v>
                </c:pt>
                <c:pt idx="51042">
                  <c:v>24.75</c:v>
                </c:pt>
                <c:pt idx="51043">
                  <c:v>24.75</c:v>
                </c:pt>
                <c:pt idx="51044">
                  <c:v>24.75</c:v>
                </c:pt>
                <c:pt idx="51045">
                  <c:v>24.75</c:v>
                </c:pt>
                <c:pt idx="51046">
                  <c:v>24.75</c:v>
                </c:pt>
                <c:pt idx="51047">
                  <c:v>24.75</c:v>
                </c:pt>
                <c:pt idx="51048">
                  <c:v>24.75</c:v>
                </c:pt>
                <c:pt idx="51049">
                  <c:v>24.75</c:v>
                </c:pt>
                <c:pt idx="51050">
                  <c:v>24.75</c:v>
                </c:pt>
                <c:pt idx="51051">
                  <c:v>24.75</c:v>
                </c:pt>
                <c:pt idx="51052">
                  <c:v>24.75</c:v>
                </c:pt>
                <c:pt idx="51053">
                  <c:v>24.75</c:v>
                </c:pt>
                <c:pt idx="51054">
                  <c:v>24.75</c:v>
                </c:pt>
                <c:pt idx="51055">
                  <c:v>24.75</c:v>
                </c:pt>
                <c:pt idx="51056">
                  <c:v>24.75</c:v>
                </c:pt>
                <c:pt idx="51057">
                  <c:v>24.75</c:v>
                </c:pt>
                <c:pt idx="51058">
                  <c:v>24.75</c:v>
                </c:pt>
                <c:pt idx="51059">
                  <c:v>24.75</c:v>
                </c:pt>
                <c:pt idx="51060">
                  <c:v>24.75</c:v>
                </c:pt>
                <c:pt idx="51061">
                  <c:v>24.75</c:v>
                </c:pt>
                <c:pt idx="51062">
                  <c:v>24.75</c:v>
                </c:pt>
                <c:pt idx="51063">
                  <c:v>24.75</c:v>
                </c:pt>
                <c:pt idx="51064">
                  <c:v>24.75</c:v>
                </c:pt>
                <c:pt idx="51065">
                  <c:v>24.75</c:v>
                </c:pt>
                <c:pt idx="51066">
                  <c:v>24.75</c:v>
                </c:pt>
                <c:pt idx="51067">
                  <c:v>24.75</c:v>
                </c:pt>
                <c:pt idx="51068">
                  <c:v>24.75</c:v>
                </c:pt>
                <c:pt idx="51069">
                  <c:v>24.75</c:v>
                </c:pt>
                <c:pt idx="51070">
                  <c:v>24.75</c:v>
                </c:pt>
                <c:pt idx="51071">
                  <c:v>24.75</c:v>
                </c:pt>
                <c:pt idx="51072">
                  <c:v>24.75</c:v>
                </c:pt>
                <c:pt idx="51073">
                  <c:v>24.75</c:v>
                </c:pt>
                <c:pt idx="51074">
                  <c:v>24.75</c:v>
                </c:pt>
                <c:pt idx="51075">
                  <c:v>24.8</c:v>
                </c:pt>
                <c:pt idx="51076">
                  <c:v>24.75</c:v>
                </c:pt>
                <c:pt idx="51077">
                  <c:v>24.75</c:v>
                </c:pt>
                <c:pt idx="51078">
                  <c:v>24.75</c:v>
                </c:pt>
                <c:pt idx="51079">
                  <c:v>24.8</c:v>
                </c:pt>
                <c:pt idx="51080">
                  <c:v>24.8</c:v>
                </c:pt>
                <c:pt idx="51081">
                  <c:v>24.75</c:v>
                </c:pt>
                <c:pt idx="51082">
                  <c:v>24.8</c:v>
                </c:pt>
                <c:pt idx="51083">
                  <c:v>24.8</c:v>
                </c:pt>
                <c:pt idx="51084">
                  <c:v>24.8</c:v>
                </c:pt>
                <c:pt idx="51085">
                  <c:v>24.8</c:v>
                </c:pt>
                <c:pt idx="51086">
                  <c:v>24.8</c:v>
                </c:pt>
                <c:pt idx="51087">
                  <c:v>24.75</c:v>
                </c:pt>
                <c:pt idx="51088">
                  <c:v>24.75</c:v>
                </c:pt>
                <c:pt idx="51089">
                  <c:v>24.8</c:v>
                </c:pt>
                <c:pt idx="51090">
                  <c:v>24.8</c:v>
                </c:pt>
                <c:pt idx="51091">
                  <c:v>24.8</c:v>
                </c:pt>
                <c:pt idx="51092">
                  <c:v>24.75</c:v>
                </c:pt>
                <c:pt idx="51093">
                  <c:v>24.75</c:v>
                </c:pt>
                <c:pt idx="51094">
                  <c:v>24.8</c:v>
                </c:pt>
                <c:pt idx="51095">
                  <c:v>24.75</c:v>
                </c:pt>
                <c:pt idx="51096">
                  <c:v>24.75</c:v>
                </c:pt>
                <c:pt idx="51097">
                  <c:v>24.75</c:v>
                </c:pt>
                <c:pt idx="51098">
                  <c:v>24.75</c:v>
                </c:pt>
                <c:pt idx="51099">
                  <c:v>24.75</c:v>
                </c:pt>
                <c:pt idx="51100">
                  <c:v>24.75</c:v>
                </c:pt>
                <c:pt idx="51101">
                  <c:v>24.75</c:v>
                </c:pt>
                <c:pt idx="51102">
                  <c:v>24.75</c:v>
                </c:pt>
                <c:pt idx="51103">
                  <c:v>24.75</c:v>
                </c:pt>
                <c:pt idx="51104">
                  <c:v>24.75</c:v>
                </c:pt>
                <c:pt idx="51105">
                  <c:v>24.75</c:v>
                </c:pt>
                <c:pt idx="51106">
                  <c:v>24.75</c:v>
                </c:pt>
                <c:pt idx="51107">
                  <c:v>24.75</c:v>
                </c:pt>
                <c:pt idx="51108">
                  <c:v>24.75</c:v>
                </c:pt>
                <c:pt idx="51109">
                  <c:v>24.75</c:v>
                </c:pt>
                <c:pt idx="51110">
                  <c:v>24.75</c:v>
                </c:pt>
                <c:pt idx="51111">
                  <c:v>24.75</c:v>
                </c:pt>
                <c:pt idx="51112">
                  <c:v>24.75</c:v>
                </c:pt>
                <c:pt idx="51113">
                  <c:v>24.75</c:v>
                </c:pt>
                <c:pt idx="51114">
                  <c:v>24.75</c:v>
                </c:pt>
                <c:pt idx="51115">
                  <c:v>24.75</c:v>
                </c:pt>
                <c:pt idx="51116">
                  <c:v>24.75</c:v>
                </c:pt>
                <c:pt idx="51117">
                  <c:v>24.75</c:v>
                </c:pt>
                <c:pt idx="51118">
                  <c:v>24.75</c:v>
                </c:pt>
                <c:pt idx="51119">
                  <c:v>24.75</c:v>
                </c:pt>
                <c:pt idx="51120">
                  <c:v>24.75</c:v>
                </c:pt>
                <c:pt idx="51121">
                  <c:v>24.75</c:v>
                </c:pt>
                <c:pt idx="51122">
                  <c:v>24.75</c:v>
                </c:pt>
                <c:pt idx="51123">
                  <c:v>24.75</c:v>
                </c:pt>
                <c:pt idx="51124">
                  <c:v>24.75</c:v>
                </c:pt>
                <c:pt idx="51125">
                  <c:v>24.75</c:v>
                </c:pt>
                <c:pt idx="51126">
                  <c:v>24.75</c:v>
                </c:pt>
                <c:pt idx="51127">
                  <c:v>24.75</c:v>
                </c:pt>
                <c:pt idx="51128">
                  <c:v>24.75</c:v>
                </c:pt>
                <c:pt idx="51129">
                  <c:v>24.75</c:v>
                </c:pt>
                <c:pt idx="51130">
                  <c:v>24.75</c:v>
                </c:pt>
                <c:pt idx="51131">
                  <c:v>24.75</c:v>
                </c:pt>
                <c:pt idx="51132">
                  <c:v>24.75</c:v>
                </c:pt>
                <c:pt idx="51133">
                  <c:v>24.8</c:v>
                </c:pt>
                <c:pt idx="51134">
                  <c:v>24.75</c:v>
                </c:pt>
                <c:pt idx="51135">
                  <c:v>24.75</c:v>
                </c:pt>
                <c:pt idx="51136">
                  <c:v>24.75</c:v>
                </c:pt>
                <c:pt idx="51137">
                  <c:v>24.75</c:v>
                </c:pt>
                <c:pt idx="51138">
                  <c:v>24.75</c:v>
                </c:pt>
                <c:pt idx="51139">
                  <c:v>24.75</c:v>
                </c:pt>
                <c:pt idx="51140">
                  <c:v>24.75</c:v>
                </c:pt>
                <c:pt idx="51141">
                  <c:v>24.75</c:v>
                </c:pt>
                <c:pt idx="51142">
                  <c:v>24.75</c:v>
                </c:pt>
                <c:pt idx="51143">
                  <c:v>24.8</c:v>
                </c:pt>
                <c:pt idx="51144">
                  <c:v>24.75</c:v>
                </c:pt>
                <c:pt idx="51145">
                  <c:v>24.8</c:v>
                </c:pt>
                <c:pt idx="51146">
                  <c:v>24.8</c:v>
                </c:pt>
                <c:pt idx="51147">
                  <c:v>24.8</c:v>
                </c:pt>
                <c:pt idx="51148">
                  <c:v>24.75</c:v>
                </c:pt>
                <c:pt idx="51149">
                  <c:v>24.8</c:v>
                </c:pt>
                <c:pt idx="51150">
                  <c:v>24.8</c:v>
                </c:pt>
                <c:pt idx="51151">
                  <c:v>24.8</c:v>
                </c:pt>
                <c:pt idx="51152">
                  <c:v>24.8</c:v>
                </c:pt>
                <c:pt idx="51153">
                  <c:v>24.8</c:v>
                </c:pt>
                <c:pt idx="51154">
                  <c:v>24.75</c:v>
                </c:pt>
                <c:pt idx="51155">
                  <c:v>24.75</c:v>
                </c:pt>
                <c:pt idx="51156">
                  <c:v>24.75</c:v>
                </c:pt>
                <c:pt idx="51157">
                  <c:v>24.75</c:v>
                </c:pt>
                <c:pt idx="51158">
                  <c:v>24.75</c:v>
                </c:pt>
                <c:pt idx="51159">
                  <c:v>24.8</c:v>
                </c:pt>
                <c:pt idx="51160">
                  <c:v>24.75</c:v>
                </c:pt>
                <c:pt idx="51161">
                  <c:v>24.75</c:v>
                </c:pt>
                <c:pt idx="51162">
                  <c:v>24.75</c:v>
                </c:pt>
                <c:pt idx="51163">
                  <c:v>24.75</c:v>
                </c:pt>
                <c:pt idx="51164">
                  <c:v>24.8</c:v>
                </c:pt>
                <c:pt idx="51165">
                  <c:v>24.75</c:v>
                </c:pt>
                <c:pt idx="51166">
                  <c:v>24.75</c:v>
                </c:pt>
                <c:pt idx="51167">
                  <c:v>24.75</c:v>
                </c:pt>
                <c:pt idx="51168">
                  <c:v>24.75</c:v>
                </c:pt>
                <c:pt idx="51169">
                  <c:v>24.8</c:v>
                </c:pt>
                <c:pt idx="51170">
                  <c:v>24.8</c:v>
                </c:pt>
                <c:pt idx="51171">
                  <c:v>24.8</c:v>
                </c:pt>
                <c:pt idx="51172">
                  <c:v>24.8</c:v>
                </c:pt>
                <c:pt idx="51173">
                  <c:v>24.8</c:v>
                </c:pt>
                <c:pt idx="51174">
                  <c:v>24.8</c:v>
                </c:pt>
                <c:pt idx="51175">
                  <c:v>24.8</c:v>
                </c:pt>
                <c:pt idx="51176">
                  <c:v>24.8</c:v>
                </c:pt>
                <c:pt idx="51177">
                  <c:v>24.8</c:v>
                </c:pt>
                <c:pt idx="51178">
                  <c:v>24.8</c:v>
                </c:pt>
                <c:pt idx="51179">
                  <c:v>24.8</c:v>
                </c:pt>
                <c:pt idx="51180">
                  <c:v>24.8</c:v>
                </c:pt>
                <c:pt idx="51181">
                  <c:v>24.8</c:v>
                </c:pt>
                <c:pt idx="51182">
                  <c:v>24.8</c:v>
                </c:pt>
                <c:pt idx="51183">
                  <c:v>24.8</c:v>
                </c:pt>
                <c:pt idx="51184">
                  <c:v>24.8</c:v>
                </c:pt>
                <c:pt idx="51185">
                  <c:v>24.8</c:v>
                </c:pt>
                <c:pt idx="51186">
                  <c:v>24.8</c:v>
                </c:pt>
                <c:pt idx="51187">
                  <c:v>24.8</c:v>
                </c:pt>
                <c:pt idx="51188">
                  <c:v>24.8</c:v>
                </c:pt>
                <c:pt idx="51189">
                  <c:v>24.8</c:v>
                </c:pt>
                <c:pt idx="51190">
                  <c:v>24.8</c:v>
                </c:pt>
                <c:pt idx="51191">
                  <c:v>24.8</c:v>
                </c:pt>
                <c:pt idx="51192">
                  <c:v>24.8</c:v>
                </c:pt>
                <c:pt idx="51193">
                  <c:v>24.8</c:v>
                </c:pt>
                <c:pt idx="51194">
                  <c:v>24.8</c:v>
                </c:pt>
                <c:pt idx="51195">
                  <c:v>24.8</c:v>
                </c:pt>
                <c:pt idx="51196">
                  <c:v>24.8</c:v>
                </c:pt>
                <c:pt idx="51197">
                  <c:v>24.8</c:v>
                </c:pt>
                <c:pt idx="51198">
                  <c:v>24.8</c:v>
                </c:pt>
                <c:pt idx="51199">
                  <c:v>24.8</c:v>
                </c:pt>
                <c:pt idx="51200">
                  <c:v>24.8</c:v>
                </c:pt>
                <c:pt idx="51201">
                  <c:v>24.8</c:v>
                </c:pt>
                <c:pt idx="51202">
                  <c:v>24.8</c:v>
                </c:pt>
                <c:pt idx="51203">
                  <c:v>24.8</c:v>
                </c:pt>
                <c:pt idx="51204">
                  <c:v>24.8</c:v>
                </c:pt>
                <c:pt idx="51205">
                  <c:v>24.8</c:v>
                </c:pt>
                <c:pt idx="51206">
                  <c:v>24.8</c:v>
                </c:pt>
                <c:pt idx="51207">
                  <c:v>24.8</c:v>
                </c:pt>
                <c:pt idx="51208">
                  <c:v>24.8</c:v>
                </c:pt>
                <c:pt idx="51209">
                  <c:v>24.8</c:v>
                </c:pt>
                <c:pt idx="51210">
                  <c:v>24.8</c:v>
                </c:pt>
                <c:pt idx="51211">
                  <c:v>24.8</c:v>
                </c:pt>
                <c:pt idx="51212">
                  <c:v>24.8</c:v>
                </c:pt>
                <c:pt idx="51213">
                  <c:v>24.8</c:v>
                </c:pt>
                <c:pt idx="51214">
                  <c:v>24.75</c:v>
                </c:pt>
                <c:pt idx="51215">
                  <c:v>24.75</c:v>
                </c:pt>
                <c:pt idx="51216">
                  <c:v>24.8</c:v>
                </c:pt>
                <c:pt idx="51217">
                  <c:v>24.75</c:v>
                </c:pt>
                <c:pt idx="51218">
                  <c:v>24.75</c:v>
                </c:pt>
                <c:pt idx="51219">
                  <c:v>24.75</c:v>
                </c:pt>
                <c:pt idx="51220">
                  <c:v>24.75</c:v>
                </c:pt>
                <c:pt idx="51221">
                  <c:v>24.75</c:v>
                </c:pt>
                <c:pt idx="51222">
                  <c:v>24.75</c:v>
                </c:pt>
                <c:pt idx="51223">
                  <c:v>24.75</c:v>
                </c:pt>
                <c:pt idx="51224">
                  <c:v>24.75</c:v>
                </c:pt>
                <c:pt idx="51225">
                  <c:v>24.75</c:v>
                </c:pt>
                <c:pt idx="51226">
                  <c:v>24.75</c:v>
                </c:pt>
                <c:pt idx="51227">
                  <c:v>24.75</c:v>
                </c:pt>
                <c:pt idx="51228">
                  <c:v>24.8</c:v>
                </c:pt>
                <c:pt idx="51229">
                  <c:v>24.8</c:v>
                </c:pt>
                <c:pt idx="51230">
                  <c:v>24.8</c:v>
                </c:pt>
                <c:pt idx="51231">
                  <c:v>24.8</c:v>
                </c:pt>
                <c:pt idx="51232">
                  <c:v>24.8</c:v>
                </c:pt>
                <c:pt idx="51233">
                  <c:v>24.8</c:v>
                </c:pt>
                <c:pt idx="51234">
                  <c:v>24.8</c:v>
                </c:pt>
                <c:pt idx="51235">
                  <c:v>24.8</c:v>
                </c:pt>
                <c:pt idx="51236">
                  <c:v>24.8</c:v>
                </c:pt>
                <c:pt idx="51237">
                  <c:v>24.8</c:v>
                </c:pt>
                <c:pt idx="51238">
                  <c:v>24.8</c:v>
                </c:pt>
                <c:pt idx="51239">
                  <c:v>24.8</c:v>
                </c:pt>
                <c:pt idx="51240">
                  <c:v>24.8</c:v>
                </c:pt>
                <c:pt idx="51241">
                  <c:v>24.8</c:v>
                </c:pt>
                <c:pt idx="51242">
                  <c:v>24.8</c:v>
                </c:pt>
                <c:pt idx="51243">
                  <c:v>24.75</c:v>
                </c:pt>
                <c:pt idx="51244">
                  <c:v>24.8</c:v>
                </c:pt>
                <c:pt idx="51245">
                  <c:v>24.8</c:v>
                </c:pt>
                <c:pt idx="51246">
                  <c:v>24.8</c:v>
                </c:pt>
                <c:pt idx="51247">
                  <c:v>24.8</c:v>
                </c:pt>
                <c:pt idx="51248">
                  <c:v>24.8</c:v>
                </c:pt>
                <c:pt idx="51249">
                  <c:v>24.8</c:v>
                </c:pt>
                <c:pt idx="51250">
                  <c:v>24.8</c:v>
                </c:pt>
                <c:pt idx="51251">
                  <c:v>24.8</c:v>
                </c:pt>
                <c:pt idx="51252">
                  <c:v>24.8</c:v>
                </c:pt>
                <c:pt idx="51253">
                  <c:v>24.8</c:v>
                </c:pt>
                <c:pt idx="51254">
                  <c:v>24.8</c:v>
                </c:pt>
                <c:pt idx="51255">
                  <c:v>24.8</c:v>
                </c:pt>
                <c:pt idx="51256">
                  <c:v>24.8</c:v>
                </c:pt>
                <c:pt idx="51257">
                  <c:v>24.8</c:v>
                </c:pt>
                <c:pt idx="51258">
                  <c:v>24.8</c:v>
                </c:pt>
                <c:pt idx="51259">
                  <c:v>24.8</c:v>
                </c:pt>
                <c:pt idx="51260">
                  <c:v>24.8</c:v>
                </c:pt>
                <c:pt idx="51261">
                  <c:v>24.8</c:v>
                </c:pt>
                <c:pt idx="51262">
                  <c:v>24.8</c:v>
                </c:pt>
                <c:pt idx="51263">
                  <c:v>24.8</c:v>
                </c:pt>
                <c:pt idx="51264">
                  <c:v>24.8</c:v>
                </c:pt>
                <c:pt idx="51265">
                  <c:v>24.8</c:v>
                </c:pt>
                <c:pt idx="51266">
                  <c:v>24.8</c:v>
                </c:pt>
                <c:pt idx="51267">
                  <c:v>24.8</c:v>
                </c:pt>
                <c:pt idx="51268">
                  <c:v>24.8</c:v>
                </c:pt>
                <c:pt idx="51269">
                  <c:v>24.8</c:v>
                </c:pt>
                <c:pt idx="51270">
                  <c:v>24.8</c:v>
                </c:pt>
                <c:pt idx="51271">
                  <c:v>24.8</c:v>
                </c:pt>
                <c:pt idx="51272">
                  <c:v>24.8</c:v>
                </c:pt>
                <c:pt idx="51273">
                  <c:v>24.8</c:v>
                </c:pt>
                <c:pt idx="51274">
                  <c:v>24.8</c:v>
                </c:pt>
                <c:pt idx="51275">
                  <c:v>24.8</c:v>
                </c:pt>
                <c:pt idx="51276">
                  <c:v>24.8</c:v>
                </c:pt>
                <c:pt idx="51277">
                  <c:v>24.8</c:v>
                </c:pt>
                <c:pt idx="51278">
                  <c:v>24.8</c:v>
                </c:pt>
                <c:pt idx="51279">
                  <c:v>24.8</c:v>
                </c:pt>
                <c:pt idx="51280">
                  <c:v>24.8</c:v>
                </c:pt>
                <c:pt idx="51281">
                  <c:v>24.8</c:v>
                </c:pt>
                <c:pt idx="51282">
                  <c:v>24.8</c:v>
                </c:pt>
                <c:pt idx="51283">
                  <c:v>24.8</c:v>
                </c:pt>
                <c:pt idx="51284">
                  <c:v>24.8</c:v>
                </c:pt>
                <c:pt idx="51285">
                  <c:v>24.8</c:v>
                </c:pt>
                <c:pt idx="51286">
                  <c:v>24.8</c:v>
                </c:pt>
                <c:pt idx="51287">
                  <c:v>24.8</c:v>
                </c:pt>
                <c:pt idx="51288">
                  <c:v>24.8</c:v>
                </c:pt>
                <c:pt idx="51289">
                  <c:v>24.8</c:v>
                </c:pt>
                <c:pt idx="51290">
                  <c:v>24.8</c:v>
                </c:pt>
                <c:pt idx="51291">
                  <c:v>24.8</c:v>
                </c:pt>
                <c:pt idx="51292">
                  <c:v>24.8</c:v>
                </c:pt>
                <c:pt idx="51293">
                  <c:v>24.8</c:v>
                </c:pt>
                <c:pt idx="51294">
                  <c:v>24.8</c:v>
                </c:pt>
                <c:pt idx="51295">
                  <c:v>24.8</c:v>
                </c:pt>
                <c:pt idx="51296">
                  <c:v>24.8</c:v>
                </c:pt>
                <c:pt idx="51297">
                  <c:v>24.8</c:v>
                </c:pt>
                <c:pt idx="51298">
                  <c:v>24.8</c:v>
                </c:pt>
                <c:pt idx="51299">
                  <c:v>24.8</c:v>
                </c:pt>
                <c:pt idx="51300">
                  <c:v>24.8</c:v>
                </c:pt>
                <c:pt idx="51301">
                  <c:v>24.8</c:v>
                </c:pt>
                <c:pt idx="51302">
                  <c:v>24.8</c:v>
                </c:pt>
                <c:pt idx="51303">
                  <c:v>24.8</c:v>
                </c:pt>
                <c:pt idx="51304">
                  <c:v>24.8</c:v>
                </c:pt>
                <c:pt idx="51305">
                  <c:v>24.8</c:v>
                </c:pt>
                <c:pt idx="51306">
                  <c:v>24.8</c:v>
                </c:pt>
                <c:pt idx="51307">
                  <c:v>24.8</c:v>
                </c:pt>
                <c:pt idx="51308">
                  <c:v>24.8</c:v>
                </c:pt>
                <c:pt idx="51309">
                  <c:v>24.8</c:v>
                </c:pt>
                <c:pt idx="51310">
                  <c:v>24.8</c:v>
                </c:pt>
                <c:pt idx="51311">
                  <c:v>24.8</c:v>
                </c:pt>
                <c:pt idx="51312">
                  <c:v>24.8</c:v>
                </c:pt>
                <c:pt idx="51313">
                  <c:v>24.8</c:v>
                </c:pt>
                <c:pt idx="51314">
                  <c:v>24.8</c:v>
                </c:pt>
                <c:pt idx="51315">
                  <c:v>24.8</c:v>
                </c:pt>
                <c:pt idx="51316">
                  <c:v>24.8</c:v>
                </c:pt>
                <c:pt idx="51317">
                  <c:v>24.8</c:v>
                </c:pt>
                <c:pt idx="51318">
                  <c:v>24.8</c:v>
                </c:pt>
                <c:pt idx="51319">
                  <c:v>24.8</c:v>
                </c:pt>
                <c:pt idx="51320">
                  <c:v>24.8</c:v>
                </c:pt>
                <c:pt idx="51321">
                  <c:v>24.8</c:v>
                </c:pt>
                <c:pt idx="51322">
                  <c:v>24.8</c:v>
                </c:pt>
                <c:pt idx="51323">
                  <c:v>24.8</c:v>
                </c:pt>
                <c:pt idx="51324">
                  <c:v>24.8</c:v>
                </c:pt>
                <c:pt idx="51325">
                  <c:v>24.8</c:v>
                </c:pt>
                <c:pt idx="51326">
                  <c:v>24.8</c:v>
                </c:pt>
                <c:pt idx="51327">
                  <c:v>24.8</c:v>
                </c:pt>
                <c:pt idx="51328">
                  <c:v>24.8</c:v>
                </c:pt>
                <c:pt idx="51329">
                  <c:v>24.8</c:v>
                </c:pt>
                <c:pt idx="51330">
                  <c:v>24.8</c:v>
                </c:pt>
                <c:pt idx="51331">
                  <c:v>24.8</c:v>
                </c:pt>
                <c:pt idx="51332">
                  <c:v>24.8</c:v>
                </c:pt>
                <c:pt idx="51333">
                  <c:v>24.8</c:v>
                </c:pt>
                <c:pt idx="51334">
                  <c:v>24.8</c:v>
                </c:pt>
                <c:pt idx="51335">
                  <c:v>24.8</c:v>
                </c:pt>
                <c:pt idx="51336">
                  <c:v>24.75</c:v>
                </c:pt>
                <c:pt idx="51337">
                  <c:v>24.8</c:v>
                </c:pt>
                <c:pt idx="51338">
                  <c:v>24.8</c:v>
                </c:pt>
                <c:pt idx="51339">
                  <c:v>24.8</c:v>
                </c:pt>
                <c:pt idx="51340">
                  <c:v>24.8</c:v>
                </c:pt>
                <c:pt idx="51341">
                  <c:v>24.8</c:v>
                </c:pt>
                <c:pt idx="51342">
                  <c:v>24.8</c:v>
                </c:pt>
                <c:pt idx="51343">
                  <c:v>24.8</c:v>
                </c:pt>
                <c:pt idx="51344">
                  <c:v>24.8</c:v>
                </c:pt>
                <c:pt idx="51345">
                  <c:v>24.8</c:v>
                </c:pt>
                <c:pt idx="51346">
                  <c:v>24.8</c:v>
                </c:pt>
                <c:pt idx="51347">
                  <c:v>24.8</c:v>
                </c:pt>
                <c:pt idx="51348">
                  <c:v>24.8</c:v>
                </c:pt>
                <c:pt idx="51349">
                  <c:v>24.8</c:v>
                </c:pt>
                <c:pt idx="51350">
                  <c:v>24.8</c:v>
                </c:pt>
                <c:pt idx="51351">
                  <c:v>24.8</c:v>
                </c:pt>
                <c:pt idx="51352">
                  <c:v>24.8</c:v>
                </c:pt>
                <c:pt idx="51353">
                  <c:v>24.8</c:v>
                </c:pt>
                <c:pt idx="51354">
                  <c:v>24.8</c:v>
                </c:pt>
                <c:pt idx="51355">
                  <c:v>24.8</c:v>
                </c:pt>
                <c:pt idx="51356">
                  <c:v>24.8</c:v>
                </c:pt>
                <c:pt idx="51357">
                  <c:v>24.8</c:v>
                </c:pt>
                <c:pt idx="51358">
                  <c:v>24.8</c:v>
                </c:pt>
                <c:pt idx="51359">
                  <c:v>24.8</c:v>
                </c:pt>
                <c:pt idx="51360">
                  <c:v>24.8</c:v>
                </c:pt>
                <c:pt idx="51361">
                  <c:v>24.8</c:v>
                </c:pt>
                <c:pt idx="51362">
                  <c:v>24.8</c:v>
                </c:pt>
                <c:pt idx="51363">
                  <c:v>24.8</c:v>
                </c:pt>
                <c:pt idx="51364">
                  <c:v>24.8</c:v>
                </c:pt>
                <c:pt idx="51365">
                  <c:v>24.8</c:v>
                </c:pt>
                <c:pt idx="51366">
                  <c:v>24.8</c:v>
                </c:pt>
                <c:pt idx="51367">
                  <c:v>24.75</c:v>
                </c:pt>
                <c:pt idx="51368">
                  <c:v>24.8</c:v>
                </c:pt>
                <c:pt idx="51369">
                  <c:v>24.8</c:v>
                </c:pt>
                <c:pt idx="51370">
                  <c:v>24.8</c:v>
                </c:pt>
                <c:pt idx="51371">
                  <c:v>24.8</c:v>
                </c:pt>
                <c:pt idx="51372">
                  <c:v>24.8</c:v>
                </c:pt>
                <c:pt idx="51373">
                  <c:v>24.8</c:v>
                </c:pt>
                <c:pt idx="51374">
                  <c:v>24.8</c:v>
                </c:pt>
                <c:pt idx="51375">
                  <c:v>24.8</c:v>
                </c:pt>
                <c:pt idx="51376">
                  <c:v>24.8</c:v>
                </c:pt>
                <c:pt idx="51377">
                  <c:v>24.8</c:v>
                </c:pt>
                <c:pt idx="51378">
                  <c:v>24.8</c:v>
                </c:pt>
                <c:pt idx="51379">
                  <c:v>24.8</c:v>
                </c:pt>
                <c:pt idx="51380">
                  <c:v>24.8</c:v>
                </c:pt>
                <c:pt idx="51381">
                  <c:v>24.8</c:v>
                </c:pt>
                <c:pt idx="51382">
                  <c:v>24.8</c:v>
                </c:pt>
                <c:pt idx="51383">
                  <c:v>24.8</c:v>
                </c:pt>
                <c:pt idx="51384">
                  <c:v>24.8</c:v>
                </c:pt>
                <c:pt idx="51385">
                  <c:v>24.8</c:v>
                </c:pt>
                <c:pt idx="51386">
                  <c:v>24.75</c:v>
                </c:pt>
                <c:pt idx="51387">
                  <c:v>24.75</c:v>
                </c:pt>
                <c:pt idx="51388">
                  <c:v>24.75</c:v>
                </c:pt>
                <c:pt idx="51389">
                  <c:v>24.8</c:v>
                </c:pt>
                <c:pt idx="51390">
                  <c:v>24.75</c:v>
                </c:pt>
                <c:pt idx="51391">
                  <c:v>24.75</c:v>
                </c:pt>
                <c:pt idx="51392">
                  <c:v>24.75</c:v>
                </c:pt>
                <c:pt idx="51393">
                  <c:v>24.75</c:v>
                </c:pt>
                <c:pt idx="51394">
                  <c:v>24.75</c:v>
                </c:pt>
                <c:pt idx="51395">
                  <c:v>24.75</c:v>
                </c:pt>
                <c:pt idx="51396">
                  <c:v>24.75</c:v>
                </c:pt>
                <c:pt idx="51397">
                  <c:v>24.75</c:v>
                </c:pt>
                <c:pt idx="51398">
                  <c:v>24.75</c:v>
                </c:pt>
                <c:pt idx="51399">
                  <c:v>24.75</c:v>
                </c:pt>
                <c:pt idx="51400">
                  <c:v>24.75</c:v>
                </c:pt>
                <c:pt idx="51401">
                  <c:v>24.75</c:v>
                </c:pt>
                <c:pt idx="51402">
                  <c:v>24.75</c:v>
                </c:pt>
                <c:pt idx="51403">
                  <c:v>24.75</c:v>
                </c:pt>
                <c:pt idx="51404">
                  <c:v>24.8</c:v>
                </c:pt>
                <c:pt idx="51405">
                  <c:v>24.75</c:v>
                </c:pt>
                <c:pt idx="51406">
                  <c:v>24.75</c:v>
                </c:pt>
                <c:pt idx="51407">
                  <c:v>24.75</c:v>
                </c:pt>
                <c:pt idx="51408">
                  <c:v>24.75</c:v>
                </c:pt>
                <c:pt idx="51409">
                  <c:v>24.75</c:v>
                </c:pt>
                <c:pt idx="51410">
                  <c:v>24.75</c:v>
                </c:pt>
                <c:pt idx="51411">
                  <c:v>24.75</c:v>
                </c:pt>
                <c:pt idx="51412">
                  <c:v>24.75</c:v>
                </c:pt>
                <c:pt idx="51413">
                  <c:v>24.75</c:v>
                </c:pt>
                <c:pt idx="51414">
                  <c:v>24.75</c:v>
                </c:pt>
                <c:pt idx="51415">
                  <c:v>24.75</c:v>
                </c:pt>
                <c:pt idx="51416">
                  <c:v>24.75</c:v>
                </c:pt>
                <c:pt idx="51417">
                  <c:v>24.75</c:v>
                </c:pt>
                <c:pt idx="51418">
                  <c:v>24.75</c:v>
                </c:pt>
                <c:pt idx="51419">
                  <c:v>24.75</c:v>
                </c:pt>
                <c:pt idx="51420">
                  <c:v>24.75</c:v>
                </c:pt>
                <c:pt idx="51421">
                  <c:v>24.75</c:v>
                </c:pt>
                <c:pt idx="51422">
                  <c:v>24.75</c:v>
                </c:pt>
                <c:pt idx="51423">
                  <c:v>24.75</c:v>
                </c:pt>
                <c:pt idx="51424">
                  <c:v>24.75</c:v>
                </c:pt>
                <c:pt idx="51425">
                  <c:v>24.75</c:v>
                </c:pt>
                <c:pt idx="51426">
                  <c:v>24.75</c:v>
                </c:pt>
                <c:pt idx="51427">
                  <c:v>24.75</c:v>
                </c:pt>
                <c:pt idx="51428">
                  <c:v>24.75</c:v>
                </c:pt>
                <c:pt idx="51429">
                  <c:v>24.75</c:v>
                </c:pt>
                <c:pt idx="51430">
                  <c:v>24.75</c:v>
                </c:pt>
                <c:pt idx="51431">
                  <c:v>24.75</c:v>
                </c:pt>
                <c:pt idx="51432">
                  <c:v>24.75</c:v>
                </c:pt>
                <c:pt idx="51433">
                  <c:v>24.75</c:v>
                </c:pt>
                <c:pt idx="51434">
                  <c:v>24.75</c:v>
                </c:pt>
                <c:pt idx="51435">
                  <c:v>24.75</c:v>
                </c:pt>
                <c:pt idx="51436">
                  <c:v>24.75</c:v>
                </c:pt>
                <c:pt idx="51437">
                  <c:v>24.75</c:v>
                </c:pt>
                <c:pt idx="51438">
                  <c:v>24.75</c:v>
                </c:pt>
                <c:pt idx="51439">
                  <c:v>24.75</c:v>
                </c:pt>
                <c:pt idx="51440">
                  <c:v>24.75</c:v>
                </c:pt>
                <c:pt idx="51441">
                  <c:v>24.75</c:v>
                </c:pt>
                <c:pt idx="51442">
                  <c:v>24.75</c:v>
                </c:pt>
                <c:pt idx="51443">
                  <c:v>24.75</c:v>
                </c:pt>
                <c:pt idx="51444">
                  <c:v>24.75</c:v>
                </c:pt>
                <c:pt idx="51445">
                  <c:v>24.75</c:v>
                </c:pt>
                <c:pt idx="51446">
                  <c:v>24.75</c:v>
                </c:pt>
                <c:pt idx="51447">
                  <c:v>24.75</c:v>
                </c:pt>
                <c:pt idx="51448">
                  <c:v>24.8</c:v>
                </c:pt>
                <c:pt idx="51449">
                  <c:v>24.75</c:v>
                </c:pt>
                <c:pt idx="51450">
                  <c:v>24.75</c:v>
                </c:pt>
                <c:pt idx="51451">
                  <c:v>24.75</c:v>
                </c:pt>
                <c:pt idx="51452">
                  <c:v>24.75</c:v>
                </c:pt>
                <c:pt idx="51453">
                  <c:v>24.75</c:v>
                </c:pt>
                <c:pt idx="51454">
                  <c:v>24.75</c:v>
                </c:pt>
                <c:pt idx="51455">
                  <c:v>24.75</c:v>
                </c:pt>
                <c:pt idx="51456">
                  <c:v>24.75</c:v>
                </c:pt>
                <c:pt idx="51457">
                  <c:v>24.75</c:v>
                </c:pt>
                <c:pt idx="51458">
                  <c:v>24.75</c:v>
                </c:pt>
                <c:pt idx="51459">
                  <c:v>24.75</c:v>
                </c:pt>
                <c:pt idx="51460">
                  <c:v>24.75</c:v>
                </c:pt>
                <c:pt idx="51461">
                  <c:v>24.75</c:v>
                </c:pt>
                <c:pt idx="51462">
                  <c:v>24.8</c:v>
                </c:pt>
                <c:pt idx="51463">
                  <c:v>24.75</c:v>
                </c:pt>
                <c:pt idx="51464">
                  <c:v>24.75</c:v>
                </c:pt>
                <c:pt idx="51465">
                  <c:v>24.75</c:v>
                </c:pt>
                <c:pt idx="51466">
                  <c:v>24.75</c:v>
                </c:pt>
                <c:pt idx="51467">
                  <c:v>24.75</c:v>
                </c:pt>
                <c:pt idx="51468">
                  <c:v>24.75</c:v>
                </c:pt>
                <c:pt idx="51469">
                  <c:v>24.8</c:v>
                </c:pt>
                <c:pt idx="51470">
                  <c:v>24.75</c:v>
                </c:pt>
                <c:pt idx="51471">
                  <c:v>24.75</c:v>
                </c:pt>
                <c:pt idx="51472">
                  <c:v>24.75</c:v>
                </c:pt>
                <c:pt idx="51473">
                  <c:v>24.75</c:v>
                </c:pt>
                <c:pt idx="51474">
                  <c:v>24.75</c:v>
                </c:pt>
                <c:pt idx="51475">
                  <c:v>24.75</c:v>
                </c:pt>
                <c:pt idx="51476">
                  <c:v>24.75</c:v>
                </c:pt>
                <c:pt idx="51477">
                  <c:v>24.75</c:v>
                </c:pt>
                <c:pt idx="51478">
                  <c:v>24.75</c:v>
                </c:pt>
                <c:pt idx="51479">
                  <c:v>24.75</c:v>
                </c:pt>
                <c:pt idx="51480">
                  <c:v>24.75</c:v>
                </c:pt>
                <c:pt idx="51481">
                  <c:v>24.75</c:v>
                </c:pt>
                <c:pt idx="51482">
                  <c:v>24.75</c:v>
                </c:pt>
                <c:pt idx="51483">
                  <c:v>24.75</c:v>
                </c:pt>
                <c:pt idx="51484">
                  <c:v>24.75</c:v>
                </c:pt>
                <c:pt idx="51485">
                  <c:v>24.75</c:v>
                </c:pt>
                <c:pt idx="51486">
                  <c:v>24.75</c:v>
                </c:pt>
                <c:pt idx="51487">
                  <c:v>24.75</c:v>
                </c:pt>
                <c:pt idx="51488">
                  <c:v>24.75</c:v>
                </c:pt>
                <c:pt idx="51489">
                  <c:v>24.75</c:v>
                </c:pt>
                <c:pt idx="51490">
                  <c:v>24.75</c:v>
                </c:pt>
                <c:pt idx="51491">
                  <c:v>24.75</c:v>
                </c:pt>
                <c:pt idx="51492">
                  <c:v>24.75</c:v>
                </c:pt>
                <c:pt idx="51493">
                  <c:v>24.75</c:v>
                </c:pt>
                <c:pt idx="51494">
                  <c:v>24.75</c:v>
                </c:pt>
                <c:pt idx="51495">
                  <c:v>24.75</c:v>
                </c:pt>
                <c:pt idx="51496">
                  <c:v>24.75</c:v>
                </c:pt>
                <c:pt idx="51497">
                  <c:v>24.75</c:v>
                </c:pt>
                <c:pt idx="51498">
                  <c:v>24.75</c:v>
                </c:pt>
                <c:pt idx="51499">
                  <c:v>24.75</c:v>
                </c:pt>
                <c:pt idx="51500">
                  <c:v>24.75</c:v>
                </c:pt>
                <c:pt idx="51501">
                  <c:v>24.75</c:v>
                </c:pt>
                <c:pt idx="51502">
                  <c:v>24.75</c:v>
                </c:pt>
                <c:pt idx="51503">
                  <c:v>24.75</c:v>
                </c:pt>
                <c:pt idx="51504">
                  <c:v>24.75</c:v>
                </c:pt>
                <c:pt idx="51505">
                  <c:v>24.75</c:v>
                </c:pt>
                <c:pt idx="51506">
                  <c:v>24.75</c:v>
                </c:pt>
                <c:pt idx="51507">
                  <c:v>24.75</c:v>
                </c:pt>
                <c:pt idx="51508">
                  <c:v>24.75</c:v>
                </c:pt>
                <c:pt idx="51509">
                  <c:v>24.75</c:v>
                </c:pt>
                <c:pt idx="51510">
                  <c:v>24.75</c:v>
                </c:pt>
                <c:pt idx="51511">
                  <c:v>24.75</c:v>
                </c:pt>
                <c:pt idx="51512">
                  <c:v>24.75</c:v>
                </c:pt>
                <c:pt idx="51513">
                  <c:v>24.75</c:v>
                </c:pt>
                <c:pt idx="51514">
                  <c:v>24.75</c:v>
                </c:pt>
                <c:pt idx="51515">
                  <c:v>24.75</c:v>
                </c:pt>
                <c:pt idx="51516">
                  <c:v>24.75</c:v>
                </c:pt>
                <c:pt idx="51517">
                  <c:v>24.75</c:v>
                </c:pt>
                <c:pt idx="51518">
                  <c:v>24.75</c:v>
                </c:pt>
                <c:pt idx="51519">
                  <c:v>24.75</c:v>
                </c:pt>
                <c:pt idx="51520">
                  <c:v>24.75</c:v>
                </c:pt>
                <c:pt idx="51521">
                  <c:v>24.75</c:v>
                </c:pt>
                <c:pt idx="51522">
                  <c:v>24.75</c:v>
                </c:pt>
                <c:pt idx="51523">
                  <c:v>24.75</c:v>
                </c:pt>
                <c:pt idx="51524">
                  <c:v>24.75</c:v>
                </c:pt>
                <c:pt idx="51525">
                  <c:v>24.75</c:v>
                </c:pt>
                <c:pt idx="51526">
                  <c:v>24.75</c:v>
                </c:pt>
                <c:pt idx="51527">
                  <c:v>24.75</c:v>
                </c:pt>
                <c:pt idx="51528">
                  <c:v>24.75</c:v>
                </c:pt>
                <c:pt idx="51529">
                  <c:v>24.75</c:v>
                </c:pt>
                <c:pt idx="51530">
                  <c:v>24.75</c:v>
                </c:pt>
                <c:pt idx="51531">
                  <c:v>24.75</c:v>
                </c:pt>
                <c:pt idx="51532">
                  <c:v>24.75</c:v>
                </c:pt>
                <c:pt idx="51533">
                  <c:v>24.75</c:v>
                </c:pt>
                <c:pt idx="51534">
                  <c:v>24.75</c:v>
                </c:pt>
                <c:pt idx="51535">
                  <c:v>24.75</c:v>
                </c:pt>
                <c:pt idx="51536">
                  <c:v>24.75</c:v>
                </c:pt>
                <c:pt idx="51537">
                  <c:v>24.75</c:v>
                </c:pt>
                <c:pt idx="51538">
                  <c:v>24.75</c:v>
                </c:pt>
                <c:pt idx="51539">
                  <c:v>24.75</c:v>
                </c:pt>
                <c:pt idx="51540">
                  <c:v>24.75</c:v>
                </c:pt>
                <c:pt idx="51541">
                  <c:v>24.75</c:v>
                </c:pt>
                <c:pt idx="51542">
                  <c:v>24.75</c:v>
                </c:pt>
                <c:pt idx="51543">
                  <c:v>24.75</c:v>
                </c:pt>
                <c:pt idx="51544">
                  <c:v>24.75</c:v>
                </c:pt>
                <c:pt idx="51545">
                  <c:v>24.75</c:v>
                </c:pt>
                <c:pt idx="51546">
                  <c:v>24.75</c:v>
                </c:pt>
                <c:pt idx="51547">
                  <c:v>24.75</c:v>
                </c:pt>
                <c:pt idx="51548">
                  <c:v>24.75</c:v>
                </c:pt>
                <c:pt idx="51549">
                  <c:v>24.75</c:v>
                </c:pt>
                <c:pt idx="51550">
                  <c:v>24.75</c:v>
                </c:pt>
                <c:pt idx="51551">
                  <c:v>24.75</c:v>
                </c:pt>
                <c:pt idx="51552">
                  <c:v>24.75</c:v>
                </c:pt>
                <c:pt idx="51553">
                  <c:v>24.75</c:v>
                </c:pt>
                <c:pt idx="51554">
                  <c:v>24.75</c:v>
                </c:pt>
                <c:pt idx="51555">
                  <c:v>24.75</c:v>
                </c:pt>
                <c:pt idx="51556">
                  <c:v>24.75</c:v>
                </c:pt>
                <c:pt idx="51557">
                  <c:v>24.75</c:v>
                </c:pt>
                <c:pt idx="51558">
                  <c:v>24.75</c:v>
                </c:pt>
                <c:pt idx="51559">
                  <c:v>24.75</c:v>
                </c:pt>
                <c:pt idx="51560">
                  <c:v>24.75</c:v>
                </c:pt>
                <c:pt idx="51561">
                  <c:v>24.75</c:v>
                </c:pt>
                <c:pt idx="51562">
                  <c:v>24.75</c:v>
                </c:pt>
                <c:pt idx="51563">
                  <c:v>24.75</c:v>
                </c:pt>
                <c:pt idx="51564">
                  <c:v>24.75</c:v>
                </c:pt>
                <c:pt idx="51565">
                  <c:v>24.75</c:v>
                </c:pt>
                <c:pt idx="51566">
                  <c:v>24.75</c:v>
                </c:pt>
                <c:pt idx="51567">
                  <c:v>24.75</c:v>
                </c:pt>
                <c:pt idx="51568">
                  <c:v>24.75</c:v>
                </c:pt>
                <c:pt idx="51569">
                  <c:v>24.75</c:v>
                </c:pt>
                <c:pt idx="51570">
                  <c:v>24.75</c:v>
                </c:pt>
                <c:pt idx="51571">
                  <c:v>24.75</c:v>
                </c:pt>
                <c:pt idx="51572">
                  <c:v>24.75</c:v>
                </c:pt>
                <c:pt idx="51573">
                  <c:v>24.75</c:v>
                </c:pt>
                <c:pt idx="51574">
                  <c:v>24.75</c:v>
                </c:pt>
                <c:pt idx="51575">
                  <c:v>24.75</c:v>
                </c:pt>
                <c:pt idx="51576">
                  <c:v>24.75</c:v>
                </c:pt>
                <c:pt idx="51577">
                  <c:v>24.75</c:v>
                </c:pt>
                <c:pt idx="51578">
                  <c:v>24.75</c:v>
                </c:pt>
                <c:pt idx="51579">
                  <c:v>24.75</c:v>
                </c:pt>
                <c:pt idx="51580">
                  <c:v>24.75</c:v>
                </c:pt>
                <c:pt idx="51581">
                  <c:v>24.75</c:v>
                </c:pt>
                <c:pt idx="51582">
                  <c:v>24.75</c:v>
                </c:pt>
                <c:pt idx="51583">
                  <c:v>24.75</c:v>
                </c:pt>
                <c:pt idx="51584">
                  <c:v>24.75</c:v>
                </c:pt>
                <c:pt idx="51585">
                  <c:v>24.75</c:v>
                </c:pt>
                <c:pt idx="51586">
                  <c:v>24.75</c:v>
                </c:pt>
                <c:pt idx="51587">
                  <c:v>24.75</c:v>
                </c:pt>
                <c:pt idx="51588">
                  <c:v>24.75</c:v>
                </c:pt>
                <c:pt idx="51589">
                  <c:v>24.75</c:v>
                </c:pt>
                <c:pt idx="51590">
                  <c:v>24.75</c:v>
                </c:pt>
                <c:pt idx="51591">
                  <c:v>24.75</c:v>
                </c:pt>
                <c:pt idx="51592">
                  <c:v>24.75</c:v>
                </c:pt>
                <c:pt idx="51593">
                  <c:v>24.75</c:v>
                </c:pt>
                <c:pt idx="51594">
                  <c:v>24.75</c:v>
                </c:pt>
                <c:pt idx="51595">
                  <c:v>24.75</c:v>
                </c:pt>
                <c:pt idx="51596">
                  <c:v>24.75</c:v>
                </c:pt>
                <c:pt idx="51597">
                  <c:v>24.75</c:v>
                </c:pt>
                <c:pt idx="51598">
                  <c:v>24.75</c:v>
                </c:pt>
                <c:pt idx="51599">
                  <c:v>24.75</c:v>
                </c:pt>
                <c:pt idx="51600">
                  <c:v>24.75</c:v>
                </c:pt>
                <c:pt idx="51601">
                  <c:v>24.75</c:v>
                </c:pt>
                <c:pt idx="51602">
                  <c:v>24.75</c:v>
                </c:pt>
                <c:pt idx="51603">
                  <c:v>24.75</c:v>
                </c:pt>
                <c:pt idx="51604">
                  <c:v>24.75</c:v>
                </c:pt>
                <c:pt idx="51605">
                  <c:v>24.75</c:v>
                </c:pt>
                <c:pt idx="51606">
                  <c:v>24.75</c:v>
                </c:pt>
                <c:pt idx="51607">
                  <c:v>24.75</c:v>
                </c:pt>
                <c:pt idx="51608">
                  <c:v>24.75</c:v>
                </c:pt>
                <c:pt idx="51609">
                  <c:v>24.75</c:v>
                </c:pt>
                <c:pt idx="51610">
                  <c:v>24.75</c:v>
                </c:pt>
                <c:pt idx="51611">
                  <c:v>24.75</c:v>
                </c:pt>
                <c:pt idx="51612">
                  <c:v>24.75</c:v>
                </c:pt>
                <c:pt idx="51613">
                  <c:v>24.75</c:v>
                </c:pt>
                <c:pt idx="51614">
                  <c:v>24.75</c:v>
                </c:pt>
                <c:pt idx="51615">
                  <c:v>24.75</c:v>
                </c:pt>
                <c:pt idx="51616">
                  <c:v>24.75</c:v>
                </c:pt>
                <c:pt idx="51617">
                  <c:v>24.75</c:v>
                </c:pt>
                <c:pt idx="51618">
                  <c:v>24.75</c:v>
                </c:pt>
                <c:pt idx="51619">
                  <c:v>24.75</c:v>
                </c:pt>
                <c:pt idx="51620">
                  <c:v>24.75</c:v>
                </c:pt>
                <c:pt idx="51621">
                  <c:v>24.75</c:v>
                </c:pt>
                <c:pt idx="51622">
                  <c:v>24.75</c:v>
                </c:pt>
                <c:pt idx="51623">
                  <c:v>24.75</c:v>
                </c:pt>
                <c:pt idx="51624">
                  <c:v>24.75</c:v>
                </c:pt>
                <c:pt idx="51625">
                  <c:v>24.75</c:v>
                </c:pt>
                <c:pt idx="51626">
                  <c:v>24.75</c:v>
                </c:pt>
                <c:pt idx="51627">
                  <c:v>24.75</c:v>
                </c:pt>
                <c:pt idx="51628">
                  <c:v>24.75</c:v>
                </c:pt>
                <c:pt idx="51629">
                  <c:v>24.75</c:v>
                </c:pt>
                <c:pt idx="51630">
                  <c:v>24.75</c:v>
                </c:pt>
                <c:pt idx="51631">
                  <c:v>24.75</c:v>
                </c:pt>
                <c:pt idx="51632">
                  <c:v>24.75</c:v>
                </c:pt>
                <c:pt idx="51633">
                  <c:v>24.75</c:v>
                </c:pt>
                <c:pt idx="51634">
                  <c:v>24.75</c:v>
                </c:pt>
                <c:pt idx="51635">
                  <c:v>24.75</c:v>
                </c:pt>
                <c:pt idx="51636">
                  <c:v>24.75</c:v>
                </c:pt>
                <c:pt idx="51637">
                  <c:v>24.75</c:v>
                </c:pt>
                <c:pt idx="51638">
                  <c:v>24.75</c:v>
                </c:pt>
                <c:pt idx="51639">
                  <c:v>24.75</c:v>
                </c:pt>
                <c:pt idx="51640">
                  <c:v>24.75</c:v>
                </c:pt>
                <c:pt idx="51641">
                  <c:v>24.75</c:v>
                </c:pt>
                <c:pt idx="51642">
                  <c:v>24.75</c:v>
                </c:pt>
                <c:pt idx="51643">
                  <c:v>24.75</c:v>
                </c:pt>
                <c:pt idx="51644">
                  <c:v>24.75</c:v>
                </c:pt>
                <c:pt idx="51645">
                  <c:v>24.75</c:v>
                </c:pt>
                <c:pt idx="51646">
                  <c:v>24.75</c:v>
                </c:pt>
                <c:pt idx="51647">
                  <c:v>24.75</c:v>
                </c:pt>
                <c:pt idx="51648">
                  <c:v>24.75</c:v>
                </c:pt>
                <c:pt idx="51649">
                  <c:v>24.75</c:v>
                </c:pt>
                <c:pt idx="51650">
                  <c:v>24.75</c:v>
                </c:pt>
                <c:pt idx="51651">
                  <c:v>24.75</c:v>
                </c:pt>
                <c:pt idx="51652">
                  <c:v>24.75</c:v>
                </c:pt>
                <c:pt idx="51653">
                  <c:v>24.75</c:v>
                </c:pt>
                <c:pt idx="51654">
                  <c:v>24.75</c:v>
                </c:pt>
                <c:pt idx="51655">
                  <c:v>24.8</c:v>
                </c:pt>
                <c:pt idx="51656">
                  <c:v>24.75</c:v>
                </c:pt>
                <c:pt idx="51657">
                  <c:v>24.8</c:v>
                </c:pt>
                <c:pt idx="51658">
                  <c:v>24.8</c:v>
                </c:pt>
                <c:pt idx="51659">
                  <c:v>24.8</c:v>
                </c:pt>
                <c:pt idx="51660">
                  <c:v>24.8</c:v>
                </c:pt>
                <c:pt idx="51661">
                  <c:v>24.8</c:v>
                </c:pt>
                <c:pt idx="51662">
                  <c:v>24.8</c:v>
                </c:pt>
                <c:pt idx="51663">
                  <c:v>24.8</c:v>
                </c:pt>
                <c:pt idx="51664">
                  <c:v>24.8</c:v>
                </c:pt>
                <c:pt idx="51665">
                  <c:v>24.8</c:v>
                </c:pt>
                <c:pt idx="51666">
                  <c:v>24.8</c:v>
                </c:pt>
                <c:pt idx="51667">
                  <c:v>24.8</c:v>
                </c:pt>
                <c:pt idx="51668">
                  <c:v>24.8</c:v>
                </c:pt>
                <c:pt idx="51669">
                  <c:v>24.8</c:v>
                </c:pt>
                <c:pt idx="51670">
                  <c:v>24.8</c:v>
                </c:pt>
                <c:pt idx="51671">
                  <c:v>24.8</c:v>
                </c:pt>
                <c:pt idx="51672">
                  <c:v>24.8</c:v>
                </c:pt>
                <c:pt idx="51673">
                  <c:v>24.8</c:v>
                </c:pt>
                <c:pt idx="51674">
                  <c:v>24.8</c:v>
                </c:pt>
                <c:pt idx="51675">
                  <c:v>24.8</c:v>
                </c:pt>
                <c:pt idx="51676">
                  <c:v>24.8</c:v>
                </c:pt>
                <c:pt idx="51677">
                  <c:v>24.8</c:v>
                </c:pt>
                <c:pt idx="51678">
                  <c:v>24.8</c:v>
                </c:pt>
                <c:pt idx="51679">
                  <c:v>24.8</c:v>
                </c:pt>
                <c:pt idx="51680">
                  <c:v>24.8</c:v>
                </c:pt>
                <c:pt idx="51681">
                  <c:v>24.8</c:v>
                </c:pt>
                <c:pt idx="51682">
                  <c:v>24.8</c:v>
                </c:pt>
                <c:pt idx="51683">
                  <c:v>24.8</c:v>
                </c:pt>
                <c:pt idx="51684">
                  <c:v>24.8</c:v>
                </c:pt>
                <c:pt idx="51685">
                  <c:v>24.75</c:v>
                </c:pt>
                <c:pt idx="51686">
                  <c:v>24.8</c:v>
                </c:pt>
                <c:pt idx="51687">
                  <c:v>24.75</c:v>
                </c:pt>
                <c:pt idx="51688">
                  <c:v>24.75</c:v>
                </c:pt>
                <c:pt idx="51689">
                  <c:v>24.75</c:v>
                </c:pt>
                <c:pt idx="51690">
                  <c:v>24.75</c:v>
                </c:pt>
                <c:pt idx="51691">
                  <c:v>24.75</c:v>
                </c:pt>
                <c:pt idx="51692">
                  <c:v>24.75</c:v>
                </c:pt>
                <c:pt idx="51693">
                  <c:v>24.75</c:v>
                </c:pt>
                <c:pt idx="51694">
                  <c:v>24.75</c:v>
                </c:pt>
                <c:pt idx="51695">
                  <c:v>24.8</c:v>
                </c:pt>
                <c:pt idx="51696">
                  <c:v>24.8</c:v>
                </c:pt>
                <c:pt idx="51697">
                  <c:v>24.8</c:v>
                </c:pt>
                <c:pt idx="51698">
                  <c:v>24.8</c:v>
                </c:pt>
                <c:pt idx="51699">
                  <c:v>24.8</c:v>
                </c:pt>
                <c:pt idx="51700">
                  <c:v>24.8</c:v>
                </c:pt>
                <c:pt idx="51701">
                  <c:v>24.8</c:v>
                </c:pt>
                <c:pt idx="51702">
                  <c:v>24.8</c:v>
                </c:pt>
                <c:pt idx="51703">
                  <c:v>24.8</c:v>
                </c:pt>
                <c:pt idx="51704">
                  <c:v>24.8</c:v>
                </c:pt>
                <c:pt idx="51705">
                  <c:v>24.8</c:v>
                </c:pt>
                <c:pt idx="51706">
                  <c:v>24.8</c:v>
                </c:pt>
                <c:pt idx="51707">
                  <c:v>24.8</c:v>
                </c:pt>
                <c:pt idx="51708">
                  <c:v>24.8</c:v>
                </c:pt>
                <c:pt idx="51709">
                  <c:v>24.8</c:v>
                </c:pt>
                <c:pt idx="51710">
                  <c:v>24.8</c:v>
                </c:pt>
                <c:pt idx="51711">
                  <c:v>24.8</c:v>
                </c:pt>
                <c:pt idx="51712">
                  <c:v>24.8</c:v>
                </c:pt>
                <c:pt idx="51713">
                  <c:v>24.8</c:v>
                </c:pt>
                <c:pt idx="51714">
                  <c:v>24.8</c:v>
                </c:pt>
                <c:pt idx="51715">
                  <c:v>24.8</c:v>
                </c:pt>
                <c:pt idx="51716">
                  <c:v>24.75</c:v>
                </c:pt>
                <c:pt idx="51717">
                  <c:v>24.8</c:v>
                </c:pt>
                <c:pt idx="51718">
                  <c:v>24.8</c:v>
                </c:pt>
                <c:pt idx="51719">
                  <c:v>24.8</c:v>
                </c:pt>
                <c:pt idx="51720">
                  <c:v>24.8</c:v>
                </c:pt>
                <c:pt idx="51721">
                  <c:v>24.8</c:v>
                </c:pt>
                <c:pt idx="51722">
                  <c:v>24.8</c:v>
                </c:pt>
                <c:pt idx="51723">
                  <c:v>24.8</c:v>
                </c:pt>
                <c:pt idx="51724">
                  <c:v>24.8</c:v>
                </c:pt>
                <c:pt idx="51725">
                  <c:v>24.8</c:v>
                </c:pt>
                <c:pt idx="51726">
                  <c:v>24.8</c:v>
                </c:pt>
                <c:pt idx="51727">
                  <c:v>24.8</c:v>
                </c:pt>
                <c:pt idx="51728">
                  <c:v>24.8</c:v>
                </c:pt>
                <c:pt idx="51729">
                  <c:v>24.8</c:v>
                </c:pt>
                <c:pt idx="51730">
                  <c:v>24.8</c:v>
                </c:pt>
                <c:pt idx="51731">
                  <c:v>24.8</c:v>
                </c:pt>
                <c:pt idx="51732">
                  <c:v>24.8</c:v>
                </c:pt>
                <c:pt idx="51733">
                  <c:v>24.8</c:v>
                </c:pt>
                <c:pt idx="51734">
                  <c:v>24.75</c:v>
                </c:pt>
                <c:pt idx="51735">
                  <c:v>24.75</c:v>
                </c:pt>
                <c:pt idx="51736">
                  <c:v>24.75</c:v>
                </c:pt>
                <c:pt idx="51737">
                  <c:v>24.75</c:v>
                </c:pt>
                <c:pt idx="51738">
                  <c:v>24.75</c:v>
                </c:pt>
                <c:pt idx="51739">
                  <c:v>24.75</c:v>
                </c:pt>
                <c:pt idx="51740">
                  <c:v>24.75</c:v>
                </c:pt>
                <c:pt idx="51741">
                  <c:v>24.75</c:v>
                </c:pt>
                <c:pt idx="51742">
                  <c:v>24.75</c:v>
                </c:pt>
                <c:pt idx="51743">
                  <c:v>24.75</c:v>
                </c:pt>
                <c:pt idx="51744">
                  <c:v>24.75</c:v>
                </c:pt>
                <c:pt idx="51745">
                  <c:v>24.75</c:v>
                </c:pt>
                <c:pt idx="51746">
                  <c:v>24.75</c:v>
                </c:pt>
                <c:pt idx="51747">
                  <c:v>24.75</c:v>
                </c:pt>
                <c:pt idx="51748">
                  <c:v>24.75</c:v>
                </c:pt>
                <c:pt idx="51749">
                  <c:v>24.75</c:v>
                </c:pt>
                <c:pt idx="51750">
                  <c:v>24.75</c:v>
                </c:pt>
                <c:pt idx="51751">
                  <c:v>24.75</c:v>
                </c:pt>
                <c:pt idx="51752">
                  <c:v>24.75</c:v>
                </c:pt>
                <c:pt idx="51753">
                  <c:v>24.8</c:v>
                </c:pt>
                <c:pt idx="51754">
                  <c:v>24.8</c:v>
                </c:pt>
                <c:pt idx="51755">
                  <c:v>24.8</c:v>
                </c:pt>
                <c:pt idx="51756">
                  <c:v>24.8</c:v>
                </c:pt>
                <c:pt idx="51757">
                  <c:v>24.8</c:v>
                </c:pt>
                <c:pt idx="51758">
                  <c:v>24.8</c:v>
                </c:pt>
                <c:pt idx="51759">
                  <c:v>24.8</c:v>
                </c:pt>
                <c:pt idx="51760">
                  <c:v>24.8</c:v>
                </c:pt>
                <c:pt idx="51761">
                  <c:v>24.8</c:v>
                </c:pt>
                <c:pt idx="51762">
                  <c:v>24.8</c:v>
                </c:pt>
                <c:pt idx="51763">
                  <c:v>24.8</c:v>
                </c:pt>
                <c:pt idx="51764">
                  <c:v>24.8</c:v>
                </c:pt>
                <c:pt idx="51765">
                  <c:v>24.8</c:v>
                </c:pt>
                <c:pt idx="51766">
                  <c:v>24.8</c:v>
                </c:pt>
                <c:pt idx="51767">
                  <c:v>24.8</c:v>
                </c:pt>
                <c:pt idx="51768">
                  <c:v>24.8</c:v>
                </c:pt>
                <c:pt idx="51769">
                  <c:v>24.8</c:v>
                </c:pt>
                <c:pt idx="51770">
                  <c:v>24.8</c:v>
                </c:pt>
                <c:pt idx="51771">
                  <c:v>24.8</c:v>
                </c:pt>
                <c:pt idx="51772">
                  <c:v>24.8</c:v>
                </c:pt>
                <c:pt idx="51773">
                  <c:v>24.8</c:v>
                </c:pt>
                <c:pt idx="51774">
                  <c:v>24.8</c:v>
                </c:pt>
                <c:pt idx="51775">
                  <c:v>24.8</c:v>
                </c:pt>
                <c:pt idx="51776">
                  <c:v>24.8</c:v>
                </c:pt>
                <c:pt idx="51777">
                  <c:v>24.8</c:v>
                </c:pt>
                <c:pt idx="51778">
                  <c:v>24.75</c:v>
                </c:pt>
                <c:pt idx="51779">
                  <c:v>24.75</c:v>
                </c:pt>
                <c:pt idx="51780">
                  <c:v>24.75</c:v>
                </c:pt>
                <c:pt idx="51781">
                  <c:v>24.75</c:v>
                </c:pt>
                <c:pt idx="51782">
                  <c:v>24.75</c:v>
                </c:pt>
                <c:pt idx="51783">
                  <c:v>24.75</c:v>
                </c:pt>
                <c:pt idx="51784">
                  <c:v>24.75</c:v>
                </c:pt>
                <c:pt idx="51785">
                  <c:v>24.75</c:v>
                </c:pt>
                <c:pt idx="51786">
                  <c:v>24.8</c:v>
                </c:pt>
                <c:pt idx="51787">
                  <c:v>24.75</c:v>
                </c:pt>
                <c:pt idx="51788">
                  <c:v>24.75</c:v>
                </c:pt>
                <c:pt idx="51789">
                  <c:v>24.8</c:v>
                </c:pt>
                <c:pt idx="51790">
                  <c:v>24.8</c:v>
                </c:pt>
                <c:pt idx="51791">
                  <c:v>24.8</c:v>
                </c:pt>
                <c:pt idx="51792">
                  <c:v>24.8</c:v>
                </c:pt>
                <c:pt idx="51793">
                  <c:v>24.8</c:v>
                </c:pt>
                <c:pt idx="51794">
                  <c:v>24.8</c:v>
                </c:pt>
                <c:pt idx="51795">
                  <c:v>24.8</c:v>
                </c:pt>
                <c:pt idx="51796">
                  <c:v>24.8</c:v>
                </c:pt>
                <c:pt idx="51797">
                  <c:v>24.8</c:v>
                </c:pt>
                <c:pt idx="51798">
                  <c:v>24.8</c:v>
                </c:pt>
                <c:pt idx="51799">
                  <c:v>24.8</c:v>
                </c:pt>
                <c:pt idx="51800">
                  <c:v>24.8</c:v>
                </c:pt>
                <c:pt idx="51801">
                  <c:v>24.8</c:v>
                </c:pt>
                <c:pt idx="51802">
                  <c:v>24.8</c:v>
                </c:pt>
                <c:pt idx="51803">
                  <c:v>24.8</c:v>
                </c:pt>
                <c:pt idx="51804">
                  <c:v>24.8</c:v>
                </c:pt>
                <c:pt idx="51805">
                  <c:v>24.8</c:v>
                </c:pt>
                <c:pt idx="51806">
                  <c:v>24.8</c:v>
                </c:pt>
                <c:pt idx="51807">
                  <c:v>24.75</c:v>
                </c:pt>
                <c:pt idx="51808">
                  <c:v>24.8</c:v>
                </c:pt>
                <c:pt idx="51809">
                  <c:v>24.75</c:v>
                </c:pt>
                <c:pt idx="51810">
                  <c:v>24.75</c:v>
                </c:pt>
                <c:pt idx="51811">
                  <c:v>24.75</c:v>
                </c:pt>
                <c:pt idx="51812">
                  <c:v>24.75</c:v>
                </c:pt>
                <c:pt idx="51813">
                  <c:v>24.75</c:v>
                </c:pt>
                <c:pt idx="51814">
                  <c:v>24.75</c:v>
                </c:pt>
                <c:pt idx="51815">
                  <c:v>24.75</c:v>
                </c:pt>
                <c:pt idx="51816">
                  <c:v>24.75</c:v>
                </c:pt>
                <c:pt idx="51817">
                  <c:v>24.75</c:v>
                </c:pt>
                <c:pt idx="51818">
                  <c:v>24.75</c:v>
                </c:pt>
                <c:pt idx="51819">
                  <c:v>24.75</c:v>
                </c:pt>
                <c:pt idx="51820">
                  <c:v>24.75</c:v>
                </c:pt>
                <c:pt idx="51821">
                  <c:v>24.75</c:v>
                </c:pt>
                <c:pt idx="51822">
                  <c:v>24.75</c:v>
                </c:pt>
                <c:pt idx="51823">
                  <c:v>24.75</c:v>
                </c:pt>
                <c:pt idx="51824">
                  <c:v>24.75</c:v>
                </c:pt>
                <c:pt idx="51825">
                  <c:v>24.75</c:v>
                </c:pt>
                <c:pt idx="51826">
                  <c:v>24.75</c:v>
                </c:pt>
                <c:pt idx="51827">
                  <c:v>24.8</c:v>
                </c:pt>
                <c:pt idx="51828">
                  <c:v>24.75</c:v>
                </c:pt>
                <c:pt idx="51829">
                  <c:v>24.8</c:v>
                </c:pt>
                <c:pt idx="51830">
                  <c:v>24.8</c:v>
                </c:pt>
                <c:pt idx="51831">
                  <c:v>24.8</c:v>
                </c:pt>
                <c:pt idx="51832">
                  <c:v>24.8</c:v>
                </c:pt>
                <c:pt idx="51833">
                  <c:v>24.75</c:v>
                </c:pt>
                <c:pt idx="51834">
                  <c:v>24.8</c:v>
                </c:pt>
                <c:pt idx="51835">
                  <c:v>24.8</c:v>
                </c:pt>
                <c:pt idx="51836">
                  <c:v>24.8</c:v>
                </c:pt>
                <c:pt idx="51837">
                  <c:v>24.8</c:v>
                </c:pt>
                <c:pt idx="51838">
                  <c:v>24.8</c:v>
                </c:pt>
                <c:pt idx="51839">
                  <c:v>24.75</c:v>
                </c:pt>
                <c:pt idx="51840">
                  <c:v>24.75</c:v>
                </c:pt>
                <c:pt idx="51841">
                  <c:v>24.75</c:v>
                </c:pt>
                <c:pt idx="51842">
                  <c:v>24.75</c:v>
                </c:pt>
                <c:pt idx="51843">
                  <c:v>24.75</c:v>
                </c:pt>
                <c:pt idx="51844">
                  <c:v>24.75</c:v>
                </c:pt>
                <c:pt idx="51845">
                  <c:v>24.75</c:v>
                </c:pt>
                <c:pt idx="51846">
                  <c:v>24.75</c:v>
                </c:pt>
                <c:pt idx="51847">
                  <c:v>24.75</c:v>
                </c:pt>
                <c:pt idx="51848">
                  <c:v>24.75</c:v>
                </c:pt>
                <c:pt idx="51849">
                  <c:v>24.75</c:v>
                </c:pt>
                <c:pt idx="51850">
                  <c:v>24.75</c:v>
                </c:pt>
                <c:pt idx="51851">
                  <c:v>24.75</c:v>
                </c:pt>
                <c:pt idx="51852">
                  <c:v>24.75</c:v>
                </c:pt>
                <c:pt idx="51853">
                  <c:v>24.75</c:v>
                </c:pt>
                <c:pt idx="51854">
                  <c:v>24.75</c:v>
                </c:pt>
                <c:pt idx="51855">
                  <c:v>24.75</c:v>
                </c:pt>
                <c:pt idx="51856">
                  <c:v>24.75</c:v>
                </c:pt>
                <c:pt idx="51857">
                  <c:v>24.75</c:v>
                </c:pt>
                <c:pt idx="51858">
                  <c:v>24.75</c:v>
                </c:pt>
                <c:pt idx="51859">
                  <c:v>24.75</c:v>
                </c:pt>
                <c:pt idx="51860">
                  <c:v>24.75</c:v>
                </c:pt>
                <c:pt idx="51861">
                  <c:v>24.75</c:v>
                </c:pt>
                <c:pt idx="51862">
                  <c:v>24.8</c:v>
                </c:pt>
                <c:pt idx="51863">
                  <c:v>24.8</c:v>
                </c:pt>
                <c:pt idx="51864">
                  <c:v>24.75</c:v>
                </c:pt>
                <c:pt idx="51865">
                  <c:v>24.8</c:v>
                </c:pt>
                <c:pt idx="51866">
                  <c:v>24.8</c:v>
                </c:pt>
                <c:pt idx="51867">
                  <c:v>24.8</c:v>
                </c:pt>
                <c:pt idx="51868">
                  <c:v>24.8</c:v>
                </c:pt>
                <c:pt idx="51869">
                  <c:v>24.75</c:v>
                </c:pt>
                <c:pt idx="51870">
                  <c:v>24.8</c:v>
                </c:pt>
                <c:pt idx="51871">
                  <c:v>24.8</c:v>
                </c:pt>
                <c:pt idx="51872">
                  <c:v>24.75</c:v>
                </c:pt>
                <c:pt idx="51873">
                  <c:v>24.75</c:v>
                </c:pt>
                <c:pt idx="51874">
                  <c:v>24.75</c:v>
                </c:pt>
                <c:pt idx="51875">
                  <c:v>24.75</c:v>
                </c:pt>
                <c:pt idx="51876">
                  <c:v>24.75</c:v>
                </c:pt>
                <c:pt idx="51877">
                  <c:v>24.75</c:v>
                </c:pt>
                <c:pt idx="51878">
                  <c:v>24.75</c:v>
                </c:pt>
                <c:pt idx="51879">
                  <c:v>24.75</c:v>
                </c:pt>
                <c:pt idx="51880">
                  <c:v>24.75</c:v>
                </c:pt>
                <c:pt idx="51881">
                  <c:v>24.75</c:v>
                </c:pt>
                <c:pt idx="51882">
                  <c:v>24.75</c:v>
                </c:pt>
                <c:pt idx="51883">
                  <c:v>24.75</c:v>
                </c:pt>
                <c:pt idx="51884">
                  <c:v>24.75</c:v>
                </c:pt>
                <c:pt idx="51885">
                  <c:v>24.75</c:v>
                </c:pt>
                <c:pt idx="51886">
                  <c:v>24.75</c:v>
                </c:pt>
                <c:pt idx="51887">
                  <c:v>24.75</c:v>
                </c:pt>
                <c:pt idx="51888">
                  <c:v>24.75</c:v>
                </c:pt>
                <c:pt idx="51889">
                  <c:v>24.75</c:v>
                </c:pt>
                <c:pt idx="51890">
                  <c:v>24.75</c:v>
                </c:pt>
                <c:pt idx="51891">
                  <c:v>24.75</c:v>
                </c:pt>
                <c:pt idx="51892">
                  <c:v>24.8</c:v>
                </c:pt>
                <c:pt idx="51893">
                  <c:v>24.8</c:v>
                </c:pt>
                <c:pt idx="51894">
                  <c:v>24.75</c:v>
                </c:pt>
                <c:pt idx="51895">
                  <c:v>24.8</c:v>
                </c:pt>
                <c:pt idx="51896">
                  <c:v>24.8</c:v>
                </c:pt>
                <c:pt idx="51897">
                  <c:v>24.8</c:v>
                </c:pt>
                <c:pt idx="51898">
                  <c:v>24.8</c:v>
                </c:pt>
                <c:pt idx="51899">
                  <c:v>24.8</c:v>
                </c:pt>
                <c:pt idx="51900">
                  <c:v>24.75</c:v>
                </c:pt>
                <c:pt idx="51901">
                  <c:v>24.8</c:v>
                </c:pt>
                <c:pt idx="51902">
                  <c:v>24.8</c:v>
                </c:pt>
                <c:pt idx="51903">
                  <c:v>24.8</c:v>
                </c:pt>
                <c:pt idx="51904">
                  <c:v>24.8</c:v>
                </c:pt>
                <c:pt idx="51905">
                  <c:v>24.8</c:v>
                </c:pt>
                <c:pt idx="51906">
                  <c:v>24.8</c:v>
                </c:pt>
                <c:pt idx="51907">
                  <c:v>24.8</c:v>
                </c:pt>
                <c:pt idx="51908">
                  <c:v>24.8</c:v>
                </c:pt>
                <c:pt idx="51909">
                  <c:v>24.8</c:v>
                </c:pt>
                <c:pt idx="51910">
                  <c:v>24.75</c:v>
                </c:pt>
                <c:pt idx="51911">
                  <c:v>24.8</c:v>
                </c:pt>
                <c:pt idx="51912">
                  <c:v>24.8</c:v>
                </c:pt>
                <c:pt idx="51913">
                  <c:v>24.75</c:v>
                </c:pt>
                <c:pt idx="51914">
                  <c:v>24.75</c:v>
                </c:pt>
                <c:pt idx="51915">
                  <c:v>24.8</c:v>
                </c:pt>
                <c:pt idx="51916">
                  <c:v>24.8</c:v>
                </c:pt>
                <c:pt idx="51917">
                  <c:v>24.75</c:v>
                </c:pt>
                <c:pt idx="51918">
                  <c:v>24.75</c:v>
                </c:pt>
                <c:pt idx="51919">
                  <c:v>24.75</c:v>
                </c:pt>
                <c:pt idx="51920">
                  <c:v>24.75</c:v>
                </c:pt>
                <c:pt idx="51921">
                  <c:v>24.75</c:v>
                </c:pt>
                <c:pt idx="51922">
                  <c:v>24.75</c:v>
                </c:pt>
                <c:pt idx="51923">
                  <c:v>24.75</c:v>
                </c:pt>
                <c:pt idx="51924">
                  <c:v>24.75</c:v>
                </c:pt>
                <c:pt idx="51925">
                  <c:v>24.75</c:v>
                </c:pt>
                <c:pt idx="51926">
                  <c:v>24.75</c:v>
                </c:pt>
                <c:pt idx="51927">
                  <c:v>24.75</c:v>
                </c:pt>
                <c:pt idx="51928">
                  <c:v>24.8</c:v>
                </c:pt>
                <c:pt idx="51929">
                  <c:v>24.8</c:v>
                </c:pt>
                <c:pt idx="51930">
                  <c:v>24.75</c:v>
                </c:pt>
                <c:pt idx="51931">
                  <c:v>24.8</c:v>
                </c:pt>
                <c:pt idx="51932">
                  <c:v>24.8</c:v>
                </c:pt>
                <c:pt idx="51933">
                  <c:v>24.8</c:v>
                </c:pt>
                <c:pt idx="51934">
                  <c:v>24.75</c:v>
                </c:pt>
                <c:pt idx="51935">
                  <c:v>24.8</c:v>
                </c:pt>
                <c:pt idx="51936">
                  <c:v>24.75</c:v>
                </c:pt>
                <c:pt idx="51937">
                  <c:v>24.75</c:v>
                </c:pt>
                <c:pt idx="51938">
                  <c:v>24.75</c:v>
                </c:pt>
                <c:pt idx="51939">
                  <c:v>24.75</c:v>
                </c:pt>
                <c:pt idx="51940">
                  <c:v>24.75</c:v>
                </c:pt>
                <c:pt idx="51941">
                  <c:v>24.75</c:v>
                </c:pt>
                <c:pt idx="51942">
                  <c:v>24.75</c:v>
                </c:pt>
                <c:pt idx="51943">
                  <c:v>24.75</c:v>
                </c:pt>
                <c:pt idx="51944">
                  <c:v>24.75</c:v>
                </c:pt>
                <c:pt idx="51945">
                  <c:v>24.75</c:v>
                </c:pt>
                <c:pt idx="51946">
                  <c:v>24.75</c:v>
                </c:pt>
                <c:pt idx="51947">
                  <c:v>24.75</c:v>
                </c:pt>
                <c:pt idx="51948">
                  <c:v>24.75</c:v>
                </c:pt>
                <c:pt idx="51949">
                  <c:v>24.75</c:v>
                </c:pt>
                <c:pt idx="51950">
                  <c:v>24.8</c:v>
                </c:pt>
                <c:pt idx="51951">
                  <c:v>24.8</c:v>
                </c:pt>
                <c:pt idx="51952">
                  <c:v>24.8</c:v>
                </c:pt>
                <c:pt idx="51953">
                  <c:v>24.8</c:v>
                </c:pt>
                <c:pt idx="51954">
                  <c:v>24.8</c:v>
                </c:pt>
                <c:pt idx="51955">
                  <c:v>24.8</c:v>
                </c:pt>
                <c:pt idx="51956">
                  <c:v>24.8</c:v>
                </c:pt>
                <c:pt idx="51957">
                  <c:v>24.8</c:v>
                </c:pt>
                <c:pt idx="51958">
                  <c:v>24.8</c:v>
                </c:pt>
                <c:pt idx="51959">
                  <c:v>24.8</c:v>
                </c:pt>
                <c:pt idx="51960">
                  <c:v>24.8</c:v>
                </c:pt>
                <c:pt idx="51961">
                  <c:v>24.8</c:v>
                </c:pt>
                <c:pt idx="51962">
                  <c:v>24.8</c:v>
                </c:pt>
                <c:pt idx="51963">
                  <c:v>24.8</c:v>
                </c:pt>
                <c:pt idx="51964">
                  <c:v>24.8</c:v>
                </c:pt>
                <c:pt idx="51965">
                  <c:v>24.8</c:v>
                </c:pt>
                <c:pt idx="51966">
                  <c:v>24.8</c:v>
                </c:pt>
                <c:pt idx="51967">
                  <c:v>24.8</c:v>
                </c:pt>
                <c:pt idx="51968">
                  <c:v>24.8</c:v>
                </c:pt>
                <c:pt idx="51969">
                  <c:v>24.8</c:v>
                </c:pt>
                <c:pt idx="51970">
                  <c:v>24.8</c:v>
                </c:pt>
                <c:pt idx="51971">
                  <c:v>24.8</c:v>
                </c:pt>
                <c:pt idx="51972">
                  <c:v>24.8</c:v>
                </c:pt>
                <c:pt idx="51973">
                  <c:v>24.8</c:v>
                </c:pt>
                <c:pt idx="51974">
                  <c:v>24.8</c:v>
                </c:pt>
                <c:pt idx="51975">
                  <c:v>24.8</c:v>
                </c:pt>
                <c:pt idx="51976">
                  <c:v>24.8</c:v>
                </c:pt>
                <c:pt idx="51977">
                  <c:v>24.8</c:v>
                </c:pt>
                <c:pt idx="51978">
                  <c:v>24.8</c:v>
                </c:pt>
                <c:pt idx="51979">
                  <c:v>24.8</c:v>
                </c:pt>
                <c:pt idx="51980">
                  <c:v>24.75</c:v>
                </c:pt>
                <c:pt idx="51981">
                  <c:v>24.8</c:v>
                </c:pt>
                <c:pt idx="51982">
                  <c:v>24.75</c:v>
                </c:pt>
                <c:pt idx="51983">
                  <c:v>24.75</c:v>
                </c:pt>
                <c:pt idx="51984">
                  <c:v>24.75</c:v>
                </c:pt>
                <c:pt idx="51985">
                  <c:v>24.75</c:v>
                </c:pt>
                <c:pt idx="51986">
                  <c:v>24.75</c:v>
                </c:pt>
                <c:pt idx="51987">
                  <c:v>24.75</c:v>
                </c:pt>
                <c:pt idx="51988">
                  <c:v>24.8</c:v>
                </c:pt>
                <c:pt idx="51989">
                  <c:v>24.75</c:v>
                </c:pt>
                <c:pt idx="51990">
                  <c:v>24.8</c:v>
                </c:pt>
                <c:pt idx="51991">
                  <c:v>24.8</c:v>
                </c:pt>
                <c:pt idx="51992">
                  <c:v>24.8</c:v>
                </c:pt>
                <c:pt idx="51993">
                  <c:v>24.8</c:v>
                </c:pt>
                <c:pt idx="51994">
                  <c:v>24.8</c:v>
                </c:pt>
                <c:pt idx="51995">
                  <c:v>24.8</c:v>
                </c:pt>
                <c:pt idx="51996">
                  <c:v>24.8</c:v>
                </c:pt>
                <c:pt idx="51997">
                  <c:v>24.8</c:v>
                </c:pt>
                <c:pt idx="51998">
                  <c:v>24.8</c:v>
                </c:pt>
                <c:pt idx="51999">
                  <c:v>24.8</c:v>
                </c:pt>
                <c:pt idx="52000">
                  <c:v>24.8</c:v>
                </c:pt>
                <c:pt idx="52001">
                  <c:v>24.75</c:v>
                </c:pt>
                <c:pt idx="52002">
                  <c:v>24.8</c:v>
                </c:pt>
                <c:pt idx="52003">
                  <c:v>24.75</c:v>
                </c:pt>
                <c:pt idx="52004">
                  <c:v>24.75</c:v>
                </c:pt>
                <c:pt idx="52005">
                  <c:v>24.75</c:v>
                </c:pt>
                <c:pt idx="52006">
                  <c:v>24.75</c:v>
                </c:pt>
                <c:pt idx="52007">
                  <c:v>24.75</c:v>
                </c:pt>
                <c:pt idx="52008">
                  <c:v>24.75</c:v>
                </c:pt>
                <c:pt idx="52009">
                  <c:v>24.75</c:v>
                </c:pt>
                <c:pt idx="52010">
                  <c:v>24.75</c:v>
                </c:pt>
                <c:pt idx="52011">
                  <c:v>24.75</c:v>
                </c:pt>
                <c:pt idx="52012">
                  <c:v>24.75</c:v>
                </c:pt>
                <c:pt idx="52013">
                  <c:v>24.75</c:v>
                </c:pt>
                <c:pt idx="52014">
                  <c:v>24.75</c:v>
                </c:pt>
                <c:pt idx="52015">
                  <c:v>24.75</c:v>
                </c:pt>
                <c:pt idx="52016">
                  <c:v>24.75</c:v>
                </c:pt>
                <c:pt idx="52017">
                  <c:v>24.75</c:v>
                </c:pt>
                <c:pt idx="52018">
                  <c:v>24.75</c:v>
                </c:pt>
                <c:pt idx="52019">
                  <c:v>24.75</c:v>
                </c:pt>
                <c:pt idx="52020">
                  <c:v>24.75</c:v>
                </c:pt>
                <c:pt idx="52021">
                  <c:v>24.75</c:v>
                </c:pt>
                <c:pt idx="52022">
                  <c:v>24.75</c:v>
                </c:pt>
                <c:pt idx="52023">
                  <c:v>24.75</c:v>
                </c:pt>
                <c:pt idx="52024">
                  <c:v>24.75</c:v>
                </c:pt>
                <c:pt idx="52025">
                  <c:v>24.75</c:v>
                </c:pt>
                <c:pt idx="52026">
                  <c:v>24.75</c:v>
                </c:pt>
                <c:pt idx="52027">
                  <c:v>24.75</c:v>
                </c:pt>
                <c:pt idx="52028">
                  <c:v>24.75</c:v>
                </c:pt>
                <c:pt idx="52029">
                  <c:v>24.75</c:v>
                </c:pt>
                <c:pt idx="52030">
                  <c:v>24.75</c:v>
                </c:pt>
                <c:pt idx="52031">
                  <c:v>24.75</c:v>
                </c:pt>
                <c:pt idx="52032">
                  <c:v>24.75</c:v>
                </c:pt>
                <c:pt idx="52033">
                  <c:v>24.75</c:v>
                </c:pt>
                <c:pt idx="52034">
                  <c:v>24.75</c:v>
                </c:pt>
                <c:pt idx="52035">
                  <c:v>24.75</c:v>
                </c:pt>
                <c:pt idx="52036">
                  <c:v>24.75</c:v>
                </c:pt>
                <c:pt idx="52037">
                  <c:v>24.75</c:v>
                </c:pt>
                <c:pt idx="52038">
                  <c:v>24.75</c:v>
                </c:pt>
                <c:pt idx="52039">
                  <c:v>24.75</c:v>
                </c:pt>
                <c:pt idx="52040">
                  <c:v>24.75</c:v>
                </c:pt>
                <c:pt idx="52041">
                  <c:v>24.75</c:v>
                </c:pt>
                <c:pt idx="52042">
                  <c:v>24.75</c:v>
                </c:pt>
                <c:pt idx="52043">
                  <c:v>24.75</c:v>
                </c:pt>
                <c:pt idx="52044">
                  <c:v>24.75</c:v>
                </c:pt>
                <c:pt idx="52045">
                  <c:v>24.75</c:v>
                </c:pt>
                <c:pt idx="52046">
                  <c:v>24.75</c:v>
                </c:pt>
                <c:pt idx="52047">
                  <c:v>24.75</c:v>
                </c:pt>
                <c:pt idx="52048">
                  <c:v>24.75</c:v>
                </c:pt>
                <c:pt idx="52049">
                  <c:v>24.75</c:v>
                </c:pt>
                <c:pt idx="52050">
                  <c:v>24.75</c:v>
                </c:pt>
                <c:pt idx="52051">
                  <c:v>24.75</c:v>
                </c:pt>
                <c:pt idx="52052">
                  <c:v>24.75</c:v>
                </c:pt>
                <c:pt idx="52053">
                  <c:v>24.75</c:v>
                </c:pt>
                <c:pt idx="52054">
                  <c:v>24.75</c:v>
                </c:pt>
                <c:pt idx="52055">
                  <c:v>24.75</c:v>
                </c:pt>
                <c:pt idx="52056">
                  <c:v>24.75</c:v>
                </c:pt>
                <c:pt idx="52057">
                  <c:v>24.75</c:v>
                </c:pt>
                <c:pt idx="52058">
                  <c:v>24.75</c:v>
                </c:pt>
                <c:pt idx="52059">
                  <c:v>24.75</c:v>
                </c:pt>
                <c:pt idx="52060">
                  <c:v>24.75</c:v>
                </c:pt>
                <c:pt idx="52061">
                  <c:v>24.75</c:v>
                </c:pt>
                <c:pt idx="52062">
                  <c:v>24.75</c:v>
                </c:pt>
                <c:pt idx="52063">
                  <c:v>24.75</c:v>
                </c:pt>
                <c:pt idx="52064">
                  <c:v>24.75</c:v>
                </c:pt>
                <c:pt idx="52065">
                  <c:v>24.75</c:v>
                </c:pt>
                <c:pt idx="52066">
                  <c:v>24.75</c:v>
                </c:pt>
                <c:pt idx="52067">
                  <c:v>24.75</c:v>
                </c:pt>
                <c:pt idx="52068">
                  <c:v>24.75</c:v>
                </c:pt>
                <c:pt idx="52069">
                  <c:v>24.75</c:v>
                </c:pt>
                <c:pt idx="52070">
                  <c:v>24.75</c:v>
                </c:pt>
                <c:pt idx="52071">
                  <c:v>24.75</c:v>
                </c:pt>
                <c:pt idx="52072">
                  <c:v>24.75</c:v>
                </c:pt>
                <c:pt idx="52073">
                  <c:v>24.75</c:v>
                </c:pt>
                <c:pt idx="52074">
                  <c:v>24.75</c:v>
                </c:pt>
                <c:pt idx="52075">
                  <c:v>24.75</c:v>
                </c:pt>
                <c:pt idx="52076">
                  <c:v>24.75</c:v>
                </c:pt>
                <c:pt idx="52077">
                  <c:v>24.75</c:v>
                </c:pt>
                <c:pt idx="52078">
                  <c:v>24.75</c:v>
                </c:pt>
                <c:pt idx="52079">
                  <c:v>24.75</c:v>
                </c:pt>
                <c:pt idx="52080">
                  <c:v>24.75</c:v>
                </c:pt>
                <c:pt idx="52081">
                  <c:v>24.75</c:v>
                </c:pt>
                <c:pt idx="52082">
                  <c:v>24.75</c:v>
                </c:pt>
                <c:pt idx="52083">
                  <c:v>24.75</c:v>
                </c:pt>
                <c:pt idx="52084">
                  <c:v>24.75</c:v>
                </c:pt>
                <c:pt idx="52085">
                  <c:v>24.75</c:v>
                </c:pt>
                <c:pt idx="52086">
                  <c:v>24.75</c:v>
                </c:pt>
                <c:pt idx="52087">
                  <c:v>24.75</c:v>
                </c:pt>
                <c:pt idx="52088">
                  <c:v>24.75</c:v>
                </c:pt>
                <c:pt idx="52089">
                  <c:v>24.75</c:v>
                </c:pt>
                <c:pt idx="52090">
                  <c:v>24.75</c:v>
                </c:pt>
                <c:pt idx="52091">
                  <c:v>24.75</c:v>
                </c:pt>
                <c:pt idx="52092">
                  <c:v>24.75</c:v>
                </c:pt>
                <c:pt idx="52093">
                  <c:v>24.75</c:v>
                </c:pt>
                <c:pt idx="52094">
                  <c:v>24.75</c:v>
                </c:pt>
                <c:pt idx="52095">
                  <c:v>24.75</c:v>
                </c:pt>
                <c:pt idx="52096">
                  <c:v>24.75</c:v>
                </c:pt>
                <c:pt idx="52097">
                  <c:v>24.75</c:v>
                </c:pt>
                <c:pt idx="52098">
                  <c:v>24.75</c:v>
                </c:pt>
                <c:pt idx="52099">
                  <c:v>24.75</c:v>
                </c:pt>
                <c:pt idx="52100">
                  <c:v>24.75</c:v>
                </c:pt>
                <c:pt idx="52101">
                  <c:v>24.75</c:v>
                </c:pt>
                <c:pt idx="52102">
                  <c:v>24.75</c:v>
                </c:pt>
                <c:pt idx="52103">
                  <c:v>24.75</c:v>
                </c:pt>
                <c:pt idx="52104">
                  <c:v>24.75</c:v>
                </c:pt>
                <c:pt idx="52105">
                  <c:v>24.75</c:v>
                </c:pt>
                <c:pt idx="52106">
                  <c:v>24.75</c:v>
                </c:pt>
                <c:pt idx="52107">
                  <c:v>24.75</c:v>
                </c:pt>
                <c:pt idx="52108">
                  <c:v>24.75</c:v>
                </c:pt>
                <c:pt idx="52109">
                  <c:v>24.75</c:v>
                </c:pt>
                <c:pt idx="52110">
                  <c:v>24.75</c:v>
                </c:pt>
                <c:pt idx="52111">
                  <c:v>24.75</c:v>
                </c:pt>
                <c:pt idx="52112">
                  <c:v>24.75</c:v>
                </c:pt>
                <c:pt idx="52113">
                  <c:v>24.75</c:v>
                </c:pt>
                <c:pt idx="52114">
                  <c:v>24.75</c:v>
                </c:pt>
                <c:pt idx="52115">
                  <c:v>24.75</c:v>
                </c:pt>
                <c:pt idx="52116">
                  <c:v>24.75</c:v>
                </c:pt>
                <c:pt idx="52117">
                  <c:v>24.75</c:v>
                </c:pt>
                <c:pt idx="52118">
                  <c:v>24.75</c:v>
                </c:pt>
                <c:pt idx="52119">
                  <c:v>24.75</c:v>
                </c:pt>
                <c:pt idx="52120">
                  <c:v>24.75</c:v>
                </c:pt>
                <c:pt idx="52121">
                  <c:v>24.75</c:v>
                </c:pt>
                <c:pt idx="52122">
                  <c:v>24.75</c:v>
                </c:pt>
                <c:pt idx="52123">
                  <c:v>24.75</c:v>
                </c:pt>
                <c:pt idx="52124">
                  <c:v>24.75</c:v>
                </c:pt>
                <c:pt idx="52125">
                  <c:v>24.75</c:v>
                </c:pt>
                <c:pt idx="52126">
                  <c:v>24.75</c:v>
                </c:pt>
                <c:pt idx="52127">
                  <c:v>24.75</c:v>
                </c:pt>
                <c:pt idx="52128">
                  <c:v>24.75</c:v>
                </c:pt>
                <c:pt idx="52129">
                  <c:v>24.75</c:v>
                </c:pt>
                <c:pt idx="52130">
                  <c:v>24.75</c:v>
                </c:pt>
                <c:pt idx="52131">
                  <c:v>24.75</c:v>
                </c:pt>
                <c:pt idx="52132">
                  <c:v>24.75</c:v>
                </c:pt>
                <c:pt idx="52133">
                  <c:v>24.75</c:v>
                </c:pt>
                <c:pt idx="52134">
                  <c:v>24.75</c:v>
                </c:pt>
                <c:pt idx="52135">
                  <c:v>24.75</c:v>
                </c:pt>
                <c:pt idx="52136">
                  <c:v>24.75</c:v>
                </c:pt>
                <c:pt idx="52137">
                  <c:v>24.75</c:v>
                </c:pt>
                <c:pt idx="52138">
                  <c:v>24.75</c:v>
                </c:pt>
                <c:pt idx="52139">
                  <c:v>24.75</c:v>
                </c:pt>
                <c:pt idx="52140">
                  <c:v>24.75</c:v>
                </c:pt>
                <c:pt idx="52141">
                  <c:v>24.75</c:v>
                </c:pt>
                <c:pt idx="52142">
                  <c:v>24.75</c:v>
                </c:pt>
                <c:pt idx="52143">
                  <c:v>24.75</c:v>
                </c:pt>
                <c:pt idx="52144">
                  <c:v>24.75</c:v>
                </c:pt>
                <c:pt idx="52145">
                  <c:v>24.75</c:v>
                </c:pt>
                <c:pt idx="52146">
                  <c:v>24.75</c:v>
                </c:pt>
                <c:pt idx="52147">
                  <c:v>24.75</c:v>
                </c:pt>
                <c:pt idx="52148">
                  <c:v>24.75</c:v>
                </c:pt>
                <c:pt idx="52149">
                  <c:v>24.75</c:v>
                </c:pt>
                <c:pt idx="52150">
                  <c:v>24.75</c:v>
                </c:pt>
                <c:pt idx="52151">
                  <c:v>24.75</c:v>
                </c:pt>
                <c:pt idx="52152">
                  <c:v>24.8</c:v>
                </c:pt>
                <c:pt idx="52153">
                  <c:v>24.8</c:v>
                </c:pt>
                <c:pt idx="52154">
                  <c:v>24.8</c:v>
                </c:pt>
                <c:pt idx="52155">
                  <c:v>24.75</c:v>
                </c:pt>
                <c:pt idx="52156">
                  <c:v>24.8</c:v>
                </c:pt>
                <c:pt idx="52157">
                  <c:v>24.8</c:v>
                </c:pt>
                <c:pt idx="52158">
                  <c:v>24.8</c:v>
                </c:pt>
                <c:pt idx="52159">
                  <c:v>24.8</c:v>
                </c:pt>
                <c:pt idx="52160">
                  <c:v>24.8</c:v>
                </c:pt>
                <c:pt idx="52161">
                  <c:v>24.8</c:v>
                </c:pt>
                <c:pt idx="52162">
                  <c:v>24.8</c:v>
                </c:pt>
                <c:pt idx="52163">
                  <c:v>24.75</c:v>
                </c:pt>
                <c:pt idx="52164">
                  <c:v>24.8</c:v>
                </c:pt>
                <c:pt idx="52165">
                  <c:v>24.8</c:v>
                </c:pt>
                <c:pt idx="52166">
                  <c:v>24.75</c:v>
                </c:pt>
                <c:pt idx="52167">
                  <c:v>24.75</c:v>
                </c:pt>
                <c:pt idx="52168">
                  <c:v>24.8</c:v>
                </c:pt>
                <c:pt idx="52169">
                  <c:v>24.8</c:v>
                </c:pt>
                <c:pt idx="52170">
                  <c:v>24.8</c:v>
                </c:pt>
                <c:pt idx="52171">
                  <c:v>24.8</c:v>
                </c:pt>
                <c:pt idx="52172">
                  <c:v>24.8</c:v>
                </c:pt>
                <c:pt idx="52173">
                  <c:v>24.75</c:v>
                </c:pt>
                <c:pt idx="52174">
                  <c:v>24.75</c:v>
                </c:pt>
                <c:pt idx="52175">
                  <c:v>24.8</c:v>
                </c:pt>
                <c:pt idx="52176">
                  <c:v>24.75</c:v>
                </c:pt>
                <c:pt idx="52177">
                  <c:v>24.75</c:v>
                </c:pt>
                <c:pt idx="52178">
                  <c:v>24.8</c:v>
                </c:pt>
                <c:pt idx="52179">
                  <c:v>24.8</c:v>
                </c:pt>
                <c:pt idx="52180">
                  <c:v>24.8</c:v>
                </c:pt>
                <c:pt idx="52181">
                  <c:v>24.8</c:v>
                </c:pt>
                <c:pt idx="52182">
                  <c:v>24.8</c:v>
                </c:pt>
                <c:pt idx="52183">
                  <c:v>24.8</c:v>
                </c:pt>
                <c:pt idx="52184">
                  <c:v>24.8</c:v>
                </c:pt>
                <c:pt idx="52185">
                  <c:v>24.8</c:v>
                </c:pt>
                <c:pt idx="52186">
                  <c:v>24.8</c:v>
                </c:pt>
                <c:pt idx="52187">
                  <c:v>24.8</c:v>
                </c:pt>
                <c:pt idx="52188">
                  <c:v>24.8</c:v>
                </c:pt>
                <c:pt idx="52189">
                  <c:v>24.8</c:v>
                </c:pt>
                <c:pt idx="52190">
                  <c:v>24.8</c:v>
                </c:pt>
                <c:pt idx="52191">
                  <c:v>24.8</c:v>
                </c:pt>
                <c:pt idx="52192">
                  <c:v>24.8</c:v>
                </c:pt>
                <c:pt idx="52193">
                  <c:v>24.8</c:v>
                </c:pt>
                <c:pt idx="52194">
                  <c:v>24.8</c:v>
                </c:pt>
                <c:pt idx="52195">
                  <c:v>24.8</c:v>
                </c:pt>
                <c:pt idx="52196">
                  <c:v>24.8</c:v>
                </c:pt>
                <c:pt idx="52197">
                  <c:v>24.75</c:v>
                </c:pt>
                <c:pt idx="52198">
                  <c:v>24.75</c:v>
                </c:pt>
                <c:pt idx="52199">
                  <c:v>24.8</c:v>
                </c:pt>
                <c:pt idx="52200">
                  <c:v>24.8</c:v>
                </c:pt>
                <c:pt idx="52201">
                  <c:v>24.75</c:v>
                </c:pt>
                <c:pt idx="52202">
                  <c:v>24.75</c:v>
                </c:pt>
                <c:pt idx="52203">
                  <c:v>24.75</c:v>
                </c:pt>
                <c:pt idx="52204">
                  <c:v>24.75</c:v>
                </c:pt>
                <c:pt idx="52205">
                  <c:v>24.75</c:v>
                </c:pt>
                <c:pt idx="52206">
                  <c:v>24.75</c:v>
                </c:pt>
                <c:pt idx="52207">
                  <c:v>24.75</c:v>
                </c:pt>
                <c:pt idx="52208">
                  <c:v>24.75</c:v>
                </c:pt>
                <c:pt idx="52209">
                  <c:v>24.75</c:v>
                </c:pt>
                <c:pt idx="52210">
                  <c:v>24.75</c:v>
                </c:pt>
                <c:pt idx="52211">
                  <c:v>24.75</c:v>
                </c:pt>
                <c:pt idx="52212">
                  <c:v>24.75</c:v>
                </c:pt>
                <c:pt idx="52213">
                  <c:v>24.75</c:v>
                </c:pt>
                <c:pt idx="52214">
                  <c:v>24.75</c:v>
                </c:pt>
                <c:pt idx="52215">
                  <c:v>24.75</c:v>
                </c:pt>
                <c:pt idx="52216">
                  <c:v>24.75</c:v>
                </c:pt>
                <c:pt idx="52217">
                  <c:v>24.75</c:v>
                </c:pt>
                <c:pt idx="52218">
                  <c:v>24.75</c:v>
                </c:pt>
                <c:pt idx="52219">
                  <c:v>24.8</c:v>
                </c:pt>
                <c:pt idx="52220">
                  <c:v>24.75</c:v>
                </c:pt>
                <c:pt idx="52221">
                  <c:v>24.75</c:v>
                </c:pt>
                <c:pt idx="52222">
                  <c:v>24.75</c:v>
                </c:pt>
                <c:pt idx="52223">
                  <c:v>24.75</c:v>
                </c:pt>
                <c:pt idx="52224">
                  <c:v>24.8</c:v>
                </c:pt>
                <c:pt idx="52225">
                  <c:v>24.8</c:v>
                </c:pt>
                <c:pt idx="52226">
                  <c:v>24.8</c:v>
                </c:pt>
                <c:pt idx="52227">
                  <c:v>24.8</c:v>
                </c:pt>
                <c:pt idx="52228">
                  <c:v>24.8</c:v>
                </c:pt>
                <c:pt idx="52229">
                  <c:v>24.8</c:v>
                </c:pt>
                <c:pt idx="52230">
                  <c:v>24.8</c:v>
                </c:pt>
                <c:pt idx="52231">
                  <c:v>24.8</c:v>
                </c:pt>
                <c:pt idx="52232">
                  <c:v>24.8</c:v>
                </c:pt>
                <c:pt idx="52233">
                  <c:v>24.8</c:v>
                </c:pt>
                <c:pt idx="52234">
                  <c:v>24.8</c:v>
                </c:pt>
                <c:pt idx="52235">
                  <c:v>24.8</c:v>
                </c:pt>
                <c:pt idx="52236">
                  <c:v>24.8</c:v>
                </c:pt>
                <c:pt idx="52237">
                  <c:v>24.8</c:v>
                </c:pt>
                <c:pt idx="52238">
                  <c:v>24.8</c:v>
                </c:pt>
                <c:pt idx="52239">
                  <c:v>24.8</c:v>
                </c:pt>
                <c:pt idx="52240">
                  <c:v>24.8</c:v>
                </c:pt>
                <c:pt idx="52241">
                  <c:v>24.8</c:v>
                </c:pt>
                <c:pt idx="52242">
                  <c:v>24.8</c:v>
                </c:pt>
                <c:pt idx="52243">
                  <c:v>24.8</c:v>
                </c:pt>
                <c:pt idx="52244">
                  <c:v>24.8</c:v>
                </c:pt>
                <c:pt idx="52245">
                  <c:v>24.8</c:v>
                </c:pt>
                <c:pt idx="52246">
                  <c:v>24.8</c:v>
                </c:pt>
                <c:pt idx="52247">
                  <c:v>24.8</c:v>
                </c:pt>
                <c:pt idx="52248">
                  <c:v>24.8</c:v>
                </c:pt>
                <c:pt idx="52249">
                  <c:v>24.8</c:v>
                </c:pt>
                <c:pt idx="52250">
                  <c:v>24.8</c:v>
                </c:pt>
                <c:pt idx="52251">
                  <c:v>24.8</c:v>
                </c:pt>
                <c:pt idx="52252">
                  <c:v>24.8</c:v>
                </c:pt>
                <c:pt idx="52253">
                  <c:v>24.8</c:v>
                </c:pt>
                <c:pt idx="52254">
                  <c:v>24.8</c:v>
                </c:pt>
                <c:pt idx="52255">
                  <c:v>24.8</c:v>
                </c:pt>
                <c:pt idx="52256">
                  <c:v>24.8</c:v>
                </c:pt>
                <c:pt idx="52257">
                  <c:v>24.75</c:v>
                </c:pt>
                <c:pt idx="52258">
                  <c:v>24.75</c:v>
                </c:pt>
                <c:pt idx="52259">
                  <c:v>24.75</c:v>
                </c:pt>
                <c:pt idx="52260">
                  <c:v>24.8</c:v>
                </c:pt>
                <c:pt idx="52261">
                  <c:v>24.75</c:v>
                </c:pt>
                <c:pt idx="52262">
                  <c:v>24.75</c:v>
                </c:pt>
                <c:pt idx="52263">
                  <c:v>24.75</c:v>
                </c:pt>
                <c:pt idx="52264">
                  <c:v>24.75</c:v>
                </c:pt>
                <c:pt idx="52265">
                  <c:v>24.75</c:v>
                </c:pt>
                <c:pt idx="52266">
                  <c:v>24.75</c:v>
                </c:pt>
                <c:pt idx="52267">
                  <c:v>24.75</c:v>
                </c:pt>
                <c:pt idx="52268">
                  <c:v>24.75</c:v>
                </c:pt>
                <c:pt idx="52269">
                  <c:v>24.75</c:v>
                </c:pt>
                <c:pt idx="52270">
                  <c:v>24.75</c:v>
                </c:pt>
                <c:pt idx="52271">
                  <c:v>24.8</c:v>
                </c:pt>
                <c:pt idx="52272">
                  <c:v>24.75</c:v>
                </c:pt>
                <c:pt idx="52273">
                  <c:v>24.8</c:v>
                </c:pt>
                <c:pt idx="52274">
                  <c:v>24.8</c:v>
                </c:pt>
                <c:pt idx="52275">
                  <c:v>24.75</c:v>
                </c:pt>
                <c:pt idx="52276">
                  <c:v>24.8</c:v>
                </c:pt>
                <c:pt idx="52277">
                  <c:v>24.8</c:v>
                </c:pt>
                <c:pt idx="52278">
                  <c:v>24.8</c:v>
                </c:pt>
                <c:pt idx="52279">
                  <c:v>24.8</c:v>
                </c:pt>
                <c:pt idx="52280">
                  <c:v>24.8</c:v>
                </c:pt>
                <c:pt idx="52281">
                  <c:v>24.8</c:v>
                </c:pt>
                <c:pt idx="52282">
                  <c:v>24.8</c:v>
                </c:pt>
                <c:pt idx="52283">
                  <c:v>24.8</c:v>
                </c:pt>
                <c:pt idx="52284">
                  <c:v>24.8</c:v>
                </c:pt>
                <c:pt idx="52285">
                  <c:v>24.8</c:v>
                </c:pt>
                <c:pt idx="52286">
                  <c:v>24.8</c:v>
                </c:pt>
                <c:pt idx="52287">
                  <c:v>24.8</c:v>
                </c:pt>
                <c:pt idx="52288">
                  <c:v>24.8</c:v>
                </c:pt>
                <c:pt idx="52289">
                  <c:v>24.8</c:v>
                </c:pt>
                <c:pt idx="52290">
                  <c:v>24.8</c:v>
                </c:pt>
                <c:pt idx="52291">
                  <c:v>24.8</c:v>
                </c:pt>
                <c:pt idx="52292">
                  <c:v>24.8</c:v>
                </c:pt>
                <c:pt idx="52293">
                  <c:v>24.8</c:v>
                </c:pt>
                <c:pt idx="52294">
                  <c:v>24.8</c:v>
                </c:pt>
                <c:pt idx="52295">
                  <c:v>24.8</c:v>
                </c:pt>
                <c:pt idx="52296">
                  <c:v>24.8</c:v>
                </c:pt>
                <c:pt idx="52297">
                  <c:v>24.8</c:v>
                </c:pt>
                <c:pt idx="52298">
                  <c:v>24.8</c:v>
                </c:pt>
                <c:pt idx="52299">
                  <c:v>24.8</c:v>
                </c:pt>
                <c:pt idx="52300">
                  <c:v>24.8</c:v>
                </c:pt>
                <c:pt idx="52301">
                  <c:v>24.8</c:v>
                </c:pt>
                <c:pt idx="52302">
                  <c:v>24.8</c:v>
                </c:pt>
                <c:pt idx="52303">
                  <c:v>24.8</c:v>
                </c:pt>
                <c:pt idx="52304">
                  <c:v>24.8</c:v>
                </c:pt>
                <c:pt idx="52305">
                  <c:v>24.8</c:v>
                </c:pt>
                <c:pt idx="52306">
                  <c:v>24.8</c:v>
                </c:pt>
                <c:pt idx="52307">
                  <c:v>24.8</c:v>
                </c:pt>
                <c:pt idx="52308">
                  <c:v>24.8</c:v>
                </c:pt>
                <c:pt idx="52309">
                  <c:v>24.8</c:v>
                </c:pt>
                <c:pt idx="52310">
                  <c:v>24.8</c:v>
                </c:pt>
                <c:pt idx="52311">
                  <c:v>24.8</c:v>
                </c:pt>
                <c:pt idx="52312">
                  <c:v>24.8</c:v>
                </c:pt>
                <c:pt idx="52313">
                  <c:v>24.8</c:v>
                </c:pt>
                <c:pt idx="52314">
                  <c:v>24.75</c:v>
                </c:pt>
                <c:pt idx="52315">
                  <c:v>24.75</c:v>
                </c:pt>
                <c:pt idx="52316">
                  <c:v>24.8</c:v>
                </c:pt>
                <c:pt idx="52317">
                  <c:v>24.75</c:v>
                </c:pt>
                <c:pt idx="52318">
                  <c:v>24.75</c:v>
                </c:pt>
                <c:pt idx="52319">
                  <c:v>24.75</c:v>
                </c:pt>
                <c:pt idx="52320">
                  <c:v>24.75</c:v>
                </c:pt>
                <c:pt idx="52321">
                  <c:v>24.75</c:v>
                </c:pt>
                <c:pt idx="52322">
                  <c:v>24.75</c:v>
                </c:pt>
                <c:pt idx="52323">
                  <c:v>24.75</c:v>
                </c:pt>
                <c:pt idx="52324">
                  <c:v>24.75</c:v>
                </c:pt>
                <c:pt idx="52325">
                  <c:v>24.75</c:v>
                </c:pt>
                <c:pt idx="52326">
                  <c:v>24.75</c:v>
                </c:pt>
                <c:pt idx="52327">
                  <c:v>24.75</c:v>
                </c:pt>
                <c:pt idx="52328">
                  <c:v>24.75</c:v>
                </c:pt>
                <c:pt idx="52329">
                  <c:v>24.75</c:v>
                </c:pt>
                <c:pt idx="52330">
                  <c:v>24.75</c:v>
                </c:pt>
                <c:pt idx="52331">
                  <c:v>24.75</c:v>
                </c:pt>
                <c:pt idx="52332">
                  <c:v>24.8</c:v>
                </c:pt>
                <c:pt idx="52333">
                  <c:v>24.8</c:v>
                </c:pt>
                <c:pt idx="52334">
                  <c:v>24.8</c:v>
                </c:pt>
                <c:pt idx="52335">
                  <c:v>24.8</c:v>
                </c:pt>
                <c:pt idx="52336">
                  <c:v>24.8</c:v>
                </c:pt>
                <c:pt idx="52337">
                  <c:v>24.75</c:v>
                </c:pt>
                <c:pt idx="52338">
                  <c:v>24.8</c:v>
                </c:pt>
                <c:pt idx="52339">
                  <c:v>24.8</c:v>
                </c:pt>
                <c:pt idx="52340">
                  <c:v>24.8</c:v>
                </c:pt>
                <c:pt idx="52341">
                  <c:v>24.8</c:v>
                </c:pt>
                <c:pt idx="52342">
                  <c:v>24.75</c:v>
                </c:pt>
                <c:pt idx="52343">
                  <c:v>24.8</c:v>
                </c:pt>
                <c:pt idx="52344">
                  <c:v>24.8</c:v>
                </c:pt>
                <c:pt idx="52345">
                  <c:v>24.8</c:v>
                </c:pt>
                <c:pt idx="52346">
                  <c:v>24.8</c:v>
                </c:pt>
                <c:pt idx="52347">
                  <c:v>24.8</c:v>
                </c:pt>
                <c:pt idx="52348">
                  <c:v>24.8</c:v>
                </c:pt>
                <c:pt idx="52349">
                  <c:v>24.8</c:v>
                </c:pt>
                <c:pt idx="52350">
                  <c:v>24.8</c:v>
                </c:pt>
                <c:pt idx="52351">
                  <c:v>24.8</c:v>
                </c:pt>
                <c:pt idx="52352">
                  <c:v>24.8</c:v>
                </c:pt>
                <c:pt idx="52353">
                  <c:v>24.75</c:v>
                </c:pt>
                <c:pt idx="52354">
                  <c:v>24.8</c:v>
                </c:pt>
                <c:pt idx="52355">
                  <c:v>24.75</c:v>
                </c:pt>
                <c:pt idx="52356">
                  <c:v>24.8</c:v>
                </c:pt>
                <c:pt idx="52357">
                  <c:v>24.75</c:v>
                </c:pt>
                <c:pt idx="52358">
                  <c:v>24.75</c:v>
                </c:pt>
                <c:pt idx="52359">
                  <c:v>24.75</c:v>
                </c:pt>
                <c:pt idx="52360">
                  <c:v>24.75</c:v>
                </c:pt>
                <c:pt idx="52361">
                  <c:v>24.75</c:v>
                </c:pt>
                <c:pt idx="52362">
                  <c:v>24.75</c:v>
                </c:pt>
                <c:pt idx="52363">
                  <c:v>24.75</c:v>
                </c:pt>
                <c:pt idx="52364">
                  <c:v>24.75</c:v>
                </c:pt>
                <c:pt idx="52365">
                  <c:v>24.75</c:v>
                </c:pt>
                <c:pt idx="52366">
                  <c:v>24.75</c:v>
                </c:pt>
                <c:pt idx="52367">
                  <c:v>24.75</c:v>
                </c:pt>
                <c:pt idx="52368">
                  <c:v>24.75</c:v>
                </c:pt>
                <c:pt idx="52369">
                  <c:v>24.8</c:v>
                </c:pt>
                <c:pt idx="52370">
                  <c:v>24.75</c:v>
                </c:pt>
                <c:pt idx="52371">
                  <c:v>24.75</c:v>
                </c:pt>
                <c:pt idx="52372">
                  <c:v>24.75</c:v>
                </c:pt>
                <c:pt idx="52373">
                  <c:v>24.75</c:v>
                </c:pt>
                <c:pt idx="52374">
                  <c:v>24.75</c:v>
                </c:pt>
                <c:pt idx="52375">
                  <c:v>24.8</c:v>
                </c:pt>
                <c:pt idx="52376">
                  <c:v>24.75</c:v>
                </c:pt>
                <c:pt idx="52377">
                  <c:v>24.8</c:v>
                </c:pt>
                <c:pt idx="52378">
                  <c:v>24.8</c:v>
                </c:pt>
                <c:pt idx="52379">
                  <c:v>24.8</c:v>
                </c:pt>
                <c:pt idx="52380">
                  <c:v>24.8</c:v>
                </c:pt>
                <c:pt idx="52381">
                  <c:v>24.75</c:v>
                </c:pt>
                <c:pt idx="52382">
                  <c:v>24.75</c:v>
                </c:pt>
                <c:pt idx="52383">
                  <c:v>24.75</c:v>
                </c:pt>
                <c:pt idx="52384">
                  <c:v>24.75</c:v>
                </c:pt>
                <c:pt idx="52385">
                  <c:v>24.75</c:v>
                </c:pt>
                <c:pt idx="52386">
                  <c:v>24.75</c:v>
                </c:pt>
                <c:pt idx="52387">
                  <c:v>24.75</c:v>
                </c:pt>
                <c:pt idx="52388">
                  <c:v>24.75</c:v>
                </c:pt>
                <c:pt idx="52389">
                  <c:v>24.75</c:v>
                </c:pt>
                <c:pt idx="52390">
                  <c:v>24.75</c:v>
                </c:pt>
                <c:pt idx="52391">
                  <c:v>24.75</c:v>
                </c:pt>
                <c:pt idx="52392">
                  <c:v>24.75</c:v>
                </c:pt>
                <c:pt idx="52393">
                  <c:v>24.75</c:v>
                </c:pt>
                <c:pt idx="52394">
                  <c:v>24.75</c:v>
                </c:pt>
                <c:pt idx="52395">
                  <c:v>24.75</c:v>
                </c:pt>
                <c:pt idx="52396">
                  <c:v>24.75</c:v>
                </c:pt>
                <c:pt idx="52397">
                  <c:v>24.75</c:v>
                </c:pt>
                <c:pt idx="52398">
                  <c:v>24.75</c:v>
                </c:pt>
                <c:pt idx="52399">
                  <c:v>24.75</c:v>
                </c:pt>
                <c:pt idx="52400">
                  <c:v>24.8</c:v>
                </c:pt>
                <c:pt idx="52401">
                  <c:v>24.8</c:v>
                </c:pt>
                <c:pt idx="52402">
                  <c:v>24.75</c:v>
                </c:pt>
                <c:pt idx="52403">
                  <c:v>24.75</c:v>
                </c:pt>
                <c:pt idx="52404">
                  <c:v>24.75</c:v>
                </c:pt>
                <c:pt idx="52405">
                  <c:v>24.75</c:v>
                </c:pt>
                <c:pt idx="52406">
                  <c:v>24.75</c:v>
                </c:pt>
                <c:pt idx="52407">
                  <c:v>24.75</c:v>
                </c:pt>
                <c:pt idx="52408">
                  <c:v>24.75</c:v>
                </c:pt>
                <c:pt idx="52409">
                  <c:v>24.75</c:v>
                </c:pt>
                <c:pt idx="52410">
                  <c:v>24.75</c:v>
                </c:pt>
                <c:pt idx="52411">
                  <c:v>24.75</c:v>
                </c:pt>
                <c:pt idx="52412">
                  <c:v>24.75</c:v>
                </c:pt>
                <c:pt idx="52413">
                  <c:v>24.75</c:v>
                </c:pt>
                <c:pt idx="52414">
                  <c:v>24.75</c:v>
                </c:pt>
                <c:pt idx="52415">
                  <c:v>24.75</c:v>
                </c:pt>
                <c:pt idx="52416">
                  <c:v>24.75</c:v>
                </c:pt>
                <c:pt idx="52417">
                  <c:v>24.75</c:v>
                </c:pt>
                <c:pt idx="52418">
                  <c:v>24.75</c:v>
                </c:pt>
                <c:pt idx="52419">
                  <c:v>24.75</c:v>
                </c:pt>
                <c:pt idx="52420">
                  <c:v>24.75</c:v>
                </c:pt>
                <c:pt idx="52421">
                  <c:v>24.75</c:v>
                </c:pt>
                <c:pt idx="52422">
                  <c:v>24.75</c:v>
                </c:pt>
                <c:pt idx="52423">
                  <c:v>24.75</c:v>
                </c:pt>
                <c:pt idx="52424">
                  <c:v>24.75</c:v>
                </c:pt>
                <c:pt idx="52425">
                  <c:v>24.75</c:v>
                </c:pt>
                <c:pt idx="52426">
                  <c:v>24.75</c:v>
                </c:pt>
                <c:pt idx="52427">
                  <c:v>24.75</c:v>
                </c:pt>
                <c:pt idx="52428">
                  <c:v>24.75</c:v>
                </c:pt>
                <c:pt idx="52429">
                  <c:v>24.75</c:v>
                </c:pt>
                <c:pt idx="52430">
                  <c:v>24.75</c:v>
                </c:pt>
                <c:pt idx="52431">
                  <c:v>24.75</c:v>
                </c:pt>
                <c:pt idx="52432">
                  <c:v>24.75</c:v>
                </c:pt>
                <c:pt idx="52433">
                  <c:v>24.75</c:v>
                </c:pt>
                <c:pt idx="52434">
                  <c:v>24.75</c:v>
                </c:pt>
                <c:pt idx="52435">
                  <c:v>24.75</c:v>
                </c:pt>
                <c:pt idx="52436">
                  <c:v>24.75</c:v>
                </c:pt>
                <c:pt idx="52437">
                  <c:v>24.75</c:v>
                </c:pt>
                <c:pt idx="52438">
                  <c:v>24.75</c:v>
                </c:pt>
                <c:pt idx="52439">
                  <c:v>24.75</c:v>
                </c:pt>
                <c:pt idx="52440">
                  <c:v>24.75</c:v>
                </c:pt>
                <c:pt idx="52441">
                  <c:v>24.75</c:v>
                </c:pt>
                <c:pt idx="52442">
                  <c:v>24.75</c:v>
                </c:pt>
                <c:pt idx="52443">
                  <c:v>24.75</c:v>
                </c:pt>
                <c:pt idx="52444">
                  <c:v>24.75</c:v>
                </c:pt>
                <c:pt idx="52445">
                  <c:v>24.75</c:v>
                </c:pt>
                <c:pt idx="52446">
                  <c:v>24.75</c:v>
                </c:pt>
                <c:pt idx="52447">
                  <c:v>24.75</c:v>
                </c:pt>
                <c:pt idx="52448">
                  <c:v>24.75</c:v>
                </c:pt>
                <c:pt idx="52449">
                  <c:v>24.75</c:v>
                </c:pt>
                <c:pt idx="52450">
                  <c:v>24.75</c:v>
                </c:pt>
                <c:pt idx="52451">
                  <c:v>24.75</c:v>
                </c:pt>
                <c:pt idx="52452">
                  <c:v>24.75</c:v>
                </c:pt>
                <c:pt idx="52453">
                  <c:v>24.75</c:v>
                </c:pt>
                <c:pt idx="52454">
                  <c:v>24.75</c:v>
                </c:pt>
                <c:pt idx="52455">
                  <c:v>24.75</c:v>
                </c:pt>
                <c:pt idx="52456">
                  <c:v>24.75</c:v>
                </c:pt>
                <c:pt idx="52457">
                  <c:v>24.75</c:v>
                </c:pt>
                <c:pt idx="52458">
                  <c:v>24.75</c:v>
                </c:pt>
                <c:pt idx="52459">
                  <c:v>24.75</c:v>
                </c:pt>
                <c:pt idx="52460">
                  <c:v>24.75</c:v>
                </c:pt>
                <c:pt idx="52461">
                  <c:v>24.75</c:v>
                </c:pt>
                <c:pt idx="52462">
                  <c:v>24.75</c:v>
                </c:pt>
                <c:pt idx="52463">
                  <c:v>24.75</c:v>
                </c:pt>
                <c:pt idx="52464">
                  <c:v>24.75</c:v>
                </c:pt>
                <c:pt idx="52465">
                  <c:v>24.75</c:v>
                </c:pt>
                <c:pt idx="52466">
                  <c:v>24.75</c:v>
                </c:pt>
                <c:pt idx="52467">
                  <c:v>24.75</c:v>
                </c:pt>
                <c:pt idx="52468">
                  <c:v>24.75</c:v>
                </c:pt>
                <c:pt idx="52469">
                  <c:v>24.75</c:v>
                </c:pt>
                <c:pt idx="52470">
                  <c:v>24.75</c:v>
                </c:pt>
                <c:pt idx="52471">
                  <c:v>24.75</c:v>
                </c:pt>
                <c:pt idx="52472">
                  <c:v>24.75</c:v>
                </c:pt>
                <c:pt idx="52473">
                  <c:v>24.75</c:v>
                </c:pt>
                <c:pt idx="52474">
                  <c:v>24.75</c:v>
                </c:pt>
                <c:pt idx="52475">
                  <c:v>24.75</c:v>
                </c:pt>
                <c:pt idx="52476">
                  <c:v>24.75</c:v>
                </c:pt>
                <c:pt idx="52477">
                  <c:v>24.75</c:v>
                </c:pt>
                <c:pt idx="52478">
                  <c:v>24.75</c:v>
                </c:pt>
                <c:pt idx="52479">
                  <c:v>24.75</c:v>
                </c:pt>
                <c:pt idx="52480">
                  <c:v>24.75</c:v>
                </c:pt>
                <c:pt idx="52481">
                  <c:v>24.75</c:v>
                </c:pt>
                <c:pt idx="52482">
                  <c:v>24.75</c:v>
                </c:pt>
                <c:pt idx="52483">
                  <c:v>24.75</c:v>
                </c:pt>
                <c:pt idx="52484">
                  <c:v>24.75</c:v>
                </c:pt>
                <c:pt idx="52485">
                  <c:v>24.75</c:v>
                </c:pt>
                <c:pt idx="52486">
                  <c:v>24.75</c:v>
                </c:pt>
                <c:pt idx="52487">
                  <c:v>24.75</c:v>
                </c:pt>
                <c:pt idx="52488">
                  <c:v>24.75</c:v>
                </c:pt>
                <c:pt idx="52489">
                  <c:v>24.75</c:v>
                </c:pt>
                <c:pt idx="52490">
                  <c:v>24.75</c:v>
                </c:pt>
                <c:pt idx="52491">
                  <c:v>24.75</c:v>
                </c:pt>
                <c:pt idx="52492">
                  <c:v>24.75</c:v>
                </c:pt>
                <c:pt idx="52493">
                  <c:v>24.75</c:v>
                </c:pt>
                <c:pt idx="52494">
                  <c:v>24.75</c:v>
                </c:pt>
                <c:pt idx="52495">
                  <c:v>24.75</c:v>
                </c:pt>
                <c:pt idx="52496">
                  <c:v>24.75</c:v>
                </c:pt>
                <c:pt idx="52497">
                  <c:v>24.75</c:v>
                </c:pt>
                <c:pt idx="52498">
                  <c:v>24.75</c:v>
                </c:pt>
                <c:pt idx="52499">
                  <c:v>24.75</c:v>
                </c:pt>
                <c:pt idx="52500">
                  <c:v>24.75</c:v>
                </c:pt>
                <c:pt idx="52501">
                  <c:v>24.75</c:v>
                </c:pt>
                <c:pt idx="52502">
                  <c:v>24.75</c:v>
                </c:pt>
                <c:pt idx="52503">
                  <c:v>24.75</c:v>
                </c:pt>
                <c:pt idx="52504">
                  <c:v>24.75</c:v>
                </c:pt>
                <c:pt idx="52505">
                  <c:v>24.75</c:v>
                </c:pt>
                <c:pt idx="52506">
                  <c:v>24.75</c:v>
                </c:pt>
                <c:pt idx="52507">
                  <c:v>24.75</c:v>
                </c:pt>
                <c:pt idx="52508">
                  <c:v>24.75</c:v>
                </c:pt>
                <c:pt idx="52509">
                  <c:v>24.75</c:v>
                </c:pt>
                <c:pt idx="52510">
                  <c:v>24.75</c:v>
                </c:pt>
                <c:pt idx="52511">
                  <c:v>24.75</c:v>
                </c:pt>
                <c:pt idx="52512">
                  <c:v>24.75</c:v>
                </c:pt>
                <c:pt idx="52513">
                  <c:v>24.75</c:v>
                </c:pt>
                <c:pt idx="52514">
                  <c:v>24.75</c:v>
                </c:pt>
                <c:pt idx="52515">
                  <c:v>24.75</c:v>
                </c:pt>
                <c:pt idx="52516">
                  <c:v>24.75</c:v>
                </c:pt>
                <c:pt idx="52517">
                  <c:v>24.75</c:v>
                </c:pt>
                <c:pt idx="52518">
                  <c:v>24.75</c:v>
                </c:pt>
                <c:pt idx="52519">
                  <c:v>24.75</c:v>
                </c:pt>
                <c:pt idx="52520">
                  <c:v>24.75</c:v>
                </c:pt>
                <c:pt idx="52521">
                  <c:v>24.75</c:v>
                </c:pt>
                <c:pt idx="52522">
                  <c:v>24.75</c:v>
                </c:pt>
                <c:pt idx="52523">
                  <c:v>24.75</c:v>
                </c:pt>
                <c:pt idx="52524">
                  <c:v>24.75</c:v>
                </c:pt>
                <c:pt idx="52525">
                  <c:v>24.75</c:v>
                </c:pt>
                <c:pt idx="52526">
                  <c:v>24.75</c:v>
                </c:pt>
                <c:pt idx="52527">
                  <c:v>24.75</c:v>
                </c:pt>
                <c:pt idx="52528">
                  <c:v>24.75</c:v>
                </c:pt>
                <c:pt idx="52529">
                  <c:v>24.75</c:v>
                </c:pt>
                <c:pt idx="52530">
                  <c:v>24.75</c:v>
                </c:pt>
                <c:pt idx="52531">
                  <c:v>24.75</c:v>
                </c:pt>
                <c:pt idx="52532">
                  <c:v>24.75</c:v>
                </c:pt>
                <c:pt idx="52533">
                  <c:v>24.75</c:v>
                </c:pt>
                <c:pt idx="52534">
                  <c:v>24.75</c:v>
                </c:pt>
                <c:pt idx="52535">
                  <c:v>24.75</c:v>
                </c:pt>
                <c:pt idx="52536">
                  <c:v>24.75</c:v>
                </c:pt>
                <c:pt idx="52537">
                  <c:v>24.75</c:v>
                </c:pt>
                <c:pt idx="52538">
                  <c:v>24.75</c:v>
                </c:pt>
                <c:pt idx="52539">
                  <c:v>24.75</c:v>
                </c:pt>
                <c:pt idx="52540">
                  <c:v>24.75</c:v>
                </c:pt>
                <c:pt idx="52541">
                  <c:v>24.75</c:v>
                </c:pt>
                <c:pt idx="52542">
                  <c:v>24.75</c:v>
                </c:pt>
                <c:pt idx="52543">
                  <c:v>24.75</c:v>
                </c:pt>
                <c:pt idx="52544">
                  <c:v>24.75</c:v>
                </c:pt>
                <c:pt idx="52545">
                  <c:v>24.75</c:v>
                </c:pt>
                <c:pt idx="52546">
                  <c:v>24.75</c:v>
                </c:pt>
                <c:pt idx="52547">
                  <c:v>24.75</c:v>
                </c:pt>
                <c:pt idx="52548">
                  <c:v>24.75</c:v>
                </c:pt>
                <c:pt idx="52549">
                  <c:v>24.75</c:v>
                </c:pt>
                <c:pt idx="52550">
                  <c:v>24.75</c:v>
                </c:pt>
                <c:pt idx="52551">
                  <c:v>24.75</c:v>
                </c:pt>
                <c:pt idx="52552">
                  <c:v>24.75</c:v>
                </c:pt>
                <c:pt idx="52553">
                  <c:v>24.75</c:v>
                </c:pt>
                <c:pt idx="52554">
                  <c:v>24.75</c:v>
                </c:pt>
                <c:pt idx="52555">
                  <c:v>24.75</c:v>
                </c:pt>
                <c:pt idx="52556">
                  <c:v>24.75</c:v>
                </c:pt>
                <c:pt idx="52557">
                  <c:v>24.75</c:v>
                </c:pt>
                <c:pt idx="52558">
                  <c:v>24.75</c:v>
                </c:pt>
                <c:pt idx="52559">
                  <c:v>24.75</c:v>
                </c:pt>
                <c:pt idx="52560">
                  <c:v>24.75</c:v>
                </c:pt>
                <c:pt idx="52561">
                  <c:v>24.75</c:v>
                </c:pt>
                <c:pt idx="52562">
                  <c:v>24.75</c:v>
                </c:pt>
                <c:pt idx="52563">
                  <c:v>24.75</c:v>
                </c:pt>
                <c:pt idx="52564">
                  <c:v>24.75</c:v>
                </c:pt>
                <c:pt idx="52565">
                  <c:v>24.75</c:v>
                </c:pt>
                <c:pt idx="52566">
                  <c:v>24.75</c:v>
                </c:pt>
                <c:pt idx="52567">
                  <c:v>24.75</c:v>
                </c:pt>
                <c:pt idx="52568">
                  <c:v>24.75</c:v>
                </c:pt>
                <c:pt idx="52569">
                  <c:v>24.75</c:v>
                </c:pt>
                <c:pt idx="52570">
                  <c:v>24.75</c:v>
                </c:pt>
                <c:pt idx="52571">
                  <c:v>24.75</c:v>
                </c:pt>
                <c:pt idx="52572">
                  <c:v>24.75</c:v>
                </c:pt>
                <c:pt idx="52573">
                  <c:v>24.75</c:v>
                </c:pt>
                <c:pt idx="52574">
                  <c:v>24.75</c:v>
                </c:pt>
                <c:pt idx="52575">
                  <c:v>24.75</c:v>
                </c:pt>
                <c:pt idx="52576">
                  <c:v>24.75</c:v>
                </c:pt>
                <c:pt idx="52577">
                  <c:v>24.75</c:v>
                </c:pt>
                <c:pt idx="52578">
                  <c:v>24.75</c:v>
                </c:pt>
                <c:pt idx="52579">
                  <c:v>24.75</c:v>
                </c:pt>
                <c:pt idx="52580">
                  <c:v>24.75</c:v>
                </c:pt>
                <c:pt idx="52581">
                  <c:v>24.75</c:v>
                </c:pt>
                <c:pt idx="52582">
                  <c:v>24.75</c:v>
                </c:pt>
                <c:pt idx="52583">
                  <c:v>24.75</c:v>
                </c:pt>
                <c:pt idx="52584">
                  <c:v>24.75</c:v>
                </c:pt>
                <c:pt idx="52585">
                  <c:v>24.75</c:v>
                </c:pt>
                <c:pt idx="52586">
                  <c:v>24.75</c:v>
                </c:pt>
                <c:pt idx="52587">
                  <c:v>24.75</c:v>
                </c:pt>
                <c:pt idx="52588">
                  <c:v>24.75</c:v>
                </c:pt>
                <c:pt idx="52589">
                  <c:v>24.75</c:v>
                </c:pt>
                <c:pt idx="52590">
                  <c:v>24.75</c:v>
                </c:pt>
                <c:pt idx="52591">
                  <c:v>24.75</c:v>
                </c:pt>
                <c:pt idx="52592">
                  <c:v>24.75</c:v>
                </c:pt>
                <c:pt idx="52593">
                  <c:v>24.75</c:v>
                </c:pt>
                <c:pt idx="52594">
                  <c:v>24.75</c:v>
                </c:pt>
                <c:pt idx="52595">
                  <c:v>24.75</c:v>
                </c:pt>
                <c:pt idx="52596">
                  <c:v>24.75</c:v>
                </c:pt>
                <c:pt idx="52597">
                  <c:v>24.75</c:v>
                </c:pt>
                <c:pt idx="52598">
                  <c:v>24.75</c:v>
                </c:pt>
                <c:pt idx="52599">
                  <c:v>24.75</c:v>
                </c:pt>
                <c:pt idx="52600">
                  <c:v>24.75</c:v>
                </c:pt>
                <c:pt idx="52601">
                  <c:v>24.75</c:v>
                </c:pt>
                <c:pt idx="52602">
                  <c:v>24.75</c:v>
                </c:pt>
                <c:pt idx="52603">
                  <c:v>24.75</c:v>
                </c:pt>
                <c:pt idx="52604">
                  <c:v>24.75</c:v>
                </c:pt>
                <c:pt idx="52605">
                  <c:v>24.75</c:v>
                </c:pt>
                <c:pt idx="52606">
                  <c:v>24.75</c:v>
                </c:pt>
                <c:pt idx="52607">
                  <c:v>24.75</c:v>
                </c:pt>
                <c:pt idx="52608">
                  <c:v>24.75</c:v>
                </c:pt>
                <c:pt idx="52609">
                  <c:v>24.75</c:v>
                </c:pt>
                <c:pt idx="52610">
                  <c:v>24.75</c:v>
                </c:pt>
                <c:pt idx="52611">
                  <c:v>24.75</c:v>
                </c:pt>
                <c:pt idx="52612">
                  <c:v>24.75</c:v>
                </c:pt>
                <c:pt idx="52613">
                  <c:v>24.75</c:v>
                </c:pt>
                <c:pt idx="52614">
                  <c:v>24.75</c:v>
                </c:pt>
                <c:pt idx="52615">
                  <c:v>24.75</c:v>
                </c:pt>
                <c:pt idx="52616">
                  <c:v>24.75</c:v>
                </c:pt>
                <c:pt idx="52617">
                  <c:v>24.75</c:v>
                </c:pt>
                <c:pt idx="52618">
                  <c:v>24.75</c:v>
                </c:pt>
                <c:pt idx="52619">
                  <c:v>24.75</c:v>
                </c:pt>
                <c:pt idx="52620">
                  <c:v>24.75</c:v>
                </c:pt>
                <c:pt idx="52621">
                  <c:v>24.75</c:v>
                </c:pt>
                <c:pt idx="52622">
                  <c:v>24.75</c:v>
                </c:pt>
                <c:pt idx="52623">
                  <c:v>24.75</c:v>
                </c:pt>
                <c:pt idx="52624">
                  <c:v>24.75</c:v>
                </c:pt>
                <c:pt idx="52625">
                  <c:v>24.75</c:v>
                </c:pt>
                <c:pt idx="52626">
                  <c:v>24.75</c:v>
                </c:pt>
                <c:pt idx="52627">
                  <c:v>24.75</c:v>
                </c:pt>
                <c:pt idx="52628">
                  <c:v>24.75</c:v>
                </c:pt>
                <c:pt idx="52629">
                  <c:v>24.75</c:v>
                </c:pt>
                <c:pt idx="52630">
                  <c:v>24.75</c:v>
                </c:pt>
                <c:pt idx="52631">
                  <c:v>24.75</c:v>
                </c:pt>
                <c:pt idx="52632">
                  <c:v>24.75</c:v>
                </c:pt>
                <c:pt idx="52633">
                  <c:v>24.75</c:v>
                </c:pt>
                <c:pt idx="52634">
                  <c:v>24.75</c:v>
                </c:pt>
                <c:pt idx="52635">
                  <c:v>24.75</c:v>
                </c:pt>
                <c:pt idx="52636">
                  <c:v>24.75</c:v>
                </c:pt>
                <c:pt idx="52637">
                  <c:v>24.75</c:v>
                </c:pt>
                <c:pt idx="52638">
                  <c:v>24.75</c:v>
                </c:pt>
                <c:pt idx="52639">
                  <c:v>24.75</c:v>
                </c:pt>
                <c:pt idx="52640">
                  <c:v>24.75</c:v>
                </c:pt>
                <c:pt idx="52641">
                  <c:v>24.75</c:v>
                </c:pt>
                <c:pt idx="52642">
                  <c:v>24.75</c:v>
                </c:pt>
                <c:pt idx="52643">
                  <c:v>24.75</c:v>
                </c:pt>
                <c:pt idx="52644">
                  <c:v>24.75</c:v>
                </c:pt>
                <c:pt idx="52645">
                  <c:v>24.75</c:v>
                </c:pt>
                <c:pt idx="52646">
                  <c:v>24.75</c:v>
                </c:pt>
                <c:pt idx="52647">
                  <c:v>24.75</c:v>
                </c:pt>
                <c:pt idx="52648">
                  <c:v>24.75</c:v>
                </c:pt>
                <c:pt idx="52649">
                  <c:v>24.75</c:v>
                </c:pt>
                <c:pt idx="52650">
                  <c:v>24.75</c:v>
                </c:pt>
                <c:pt idx="52651">
                  <c:v>24.75</c:v>
                </c:pt>
                <c:pt idx="52652">
                  <c:v>24.75</c:v>
                </c:pt>
                <c:pt idx="52653">
                  <c:v>24.75</c:v>
                </c:pt>
                <c:pt idx="52654">
                  <c:v>24.75</c:v>
                </c:pt>
                <c:pt idx="52655">
                  <c:v>24.75</c:v>
                </c:pt>
                <c:pt idx="52656">
                  <c:v>24.75</c:v>
                </c:pt>
                <c:pt idx="52657">
                  <c:v>24.75</c:v>
                </c:pt>
                <c:pt idx="52658">
                  <c:v>24.75</c:v>
                </c:pt>
                <c:pt idx="52659">
                  <c:v>24.75</c:v>
                </c:pt>
                <c:pt idx="52660">
                  <c:v>24.75</c:v>
                </c:pt>
                <c:pt idx="52661">
                  <c:v>24.75</c:v>
                </c:pt>
                <c:pt idx="52662">
                  <c:v>24.75</c:v>
                </c:pt>
                <c:pt idx="52663">
                  <c:v>24.75</c:v>
                </c:pt>
                <c:pt idx="52664">
                  <c:v>24.75</c:v>
                </c:pt>
                <c:pt idx="52665">
                  <c:v>24.75</c:v>
                </c:pt>
                <c:pt idx="52666">
                  <c:v>24.75</c:v>
                </c:pt>
                <c:pt idx="52667">
                  <c:v>24.75</c:v>
                </c:pt>
                <c:pt idx="52668">
                  <c:v>24.75</c:v>
                </c:pt>
                <c:pt idx="52669">
                  <c:v>24.75</c:v>
                </c:pt>
                <c:pt idx="52670">
                  <c:v>24.75</c:v>
                </c:pt>
                <c:pt idx="52671">
                  <c:v>24.75</c:v>
                </c:pt>
                <c:pt idx="52672">
                  <c:v>24.75</c:v>
                </c:pt>
                <c:pt idx="52673">
                  <c:v>24.75</c:v>
                </c:pt>
                <c:pt idx="52674">
                  <c:v>24.75</c:v>
                </c:pt>
                <c:pt idx="52675">
                  <c:v>24.75</c:v>
                </c:pt>
                <c:pt idx="52676">
                  <c:v>24.75</c:v>
                </c:pt>
                <c:pt idx="52677">
                  <c:v>24.75</c:v>
                </c:pt>
                <c:pt idx="52678">
                  <c:v>24.75</c:v>
                </c:pt>
                <c:pt idx="52679">
                  <c:v>24.75</c:v>
                </c:pt>
                <c:pt idx="52680">
                  <c:v>24.75</c:v>
                </c:pt>
                <c:pt idx="52681">
                  <c:v>24.75</c:v>
                </c:pt>
                <c:pt idx="52682">
                  <c:v>24.75</c:v>
                </c:pt>
                <c:pt idx="52683">
                  <c:v>24.75</c:v>
                </c:pt>
                <c:pt idx="52684">
                  <c:v>24.75</c:v>
                </c:pt>
                <c:pt idx="52685">
                  <c:v>24.75</c:v>
                </c:pt>
                <c:pt idx="52686">
                  <c:v>24.75</c:v>
                </c:pt>
                <c:pt idx="52687">
                  <c:v>24.75</c:v>
                </c:pt>
                <c:pt idx="52688">
                  <c:v>24.75</c:v>
                </c:pt>
                <c:pt idx="52689">
                  <c:v>24.75</c:v>
                </c:pt>
                <c:pt idx="52690">
                  <c:v>24.75</c:v>
                </c:pt>
                <c:pt idx="52691">
                  <c:v>24.75</c:v>
                </c:pt>
                <c:pt idx="52692">
                  <c:v>24.75</c:v>
                </c:pt>
                <c:pt idx="52693">
                  <c:v>24.75</c:v>
                </c:pt>
                <c:pt idx="52694">
                  <c:v>24.75</c:v>
                </c:pt>
                <c:pt idx="52695">
                  <c:v>24.75</c:v>
                </c:pt>
                <c:pt idx="52696">
                  <c:v>24.75</c:v>
                </c:pt>
                <c:pt idx="52697">
                  <c:v>24.75</c:v>
                </c:pt>
                <c:pt idx="52698">
                  <c:v>24.75</c:v>
                </c:pt>
                <c:pt idx="52699">
                  <c:v>24.75</c:v>
                </c:pt>
                <c:pt idx="52700">
                  <c:v>24.75</c:v>
                </c:pt>
                <c:pt idx="52701">
                  <c:v>24.75</c:v>
                </c:pt>
                <c:pt idx="52702">
                  <c:v>24.75</c:v>
                </c:pt>
                <c:pt idx="52703">
                  <c:v>24.75</c:v>
                </c:pt>
                <c:pt idx="52704">
                  <c:v>24.75</c:v>
                </c:pt>
                <c:pt idx="52705">
                  <c:v>24.75</c:v>
                </c:pt>
                <c:pt idx="52706">
                  <c:v>24.75</c:v>
                </c:pt>
                <c:pt idx="52707">
                  <c:v>24.75</c:v>
                </c:pt>
                <c:pt idx="52708">
                  <c:v>24.75</c:v>
                </c:pt>
                <c:pt idx="52709">
                  <c:v>24.75</c:v>
                </c:pt>
                <c:pt idx="52710">
                  <c:v>24.75</c:v>
                </c:pt>
                <c:pt idx="52711">
                  <c:v>24.75</c:v>
                </c:pt>
                <c:pt idx="52712">
                  <c:v>24.75</c:v>
                </c:pt>
                <c:pt idx="52713">
                  <c:v>24.75</c:v>
                </c:pt>
                <c:pt idx="52714">
                  <c:v>24.75</c:v>
                </c:pt>
                <c:pt idx="52715">
                  <c:v>24.75</c:v>
                </c:pt>
                <c:pt idx="52716">
                  <c:v>24.75</c:v>
                </c:pt>
                <c:pt idx="52717">
                  <c:v>24.75</c:v>
                </c:pt>
                <c:pt idx="52718">
                  <c:v>24.75</c:v>
                </c:pt>
                <c:pt idx="52719">
                  <c:v>24.75</c:v>
                </c:pt>
                <c:pt idx="52720">
                  <c:v>24.75</c:v>
                </c:pt>
                <c:pt idx="52721">
                  <c:v>24.75</c:v>
                </c:pt>
                <c:pt idx="52722">
                  <c:v>24.75</c:v>
                </c:pt>
                <c:pt idx="52723">
                  <c:v>24.75</c:v>
                </c:pt>
                <c:pt idx="52724">
                  <c:v>24.75</c:v>
                </c:pt>
                <c:pt idx="52725">
                  <c:v>24.75</c:v>
                </c:pt>
                <c:pt idx="52726">
                  <c:v>24.75</c:v>
                </c:pt>
                <c:pt idx="52727">
                  <c:v>24.75</c:v>
                </c:pt>
                <c:pt idx="52728">
                  <c:v>24.75</c:v>
                </c:pt>
                <c:pt idx="52729">
                  <c:v>24.75</c:v>
                </c:pt>
                <c:pt idx="52730">
                  <c:v>24.75</c:v>
                </c:pt>
                <c:pt idx="52731">
                  <c:v>24.75</c:v>
                </c:pt>
                <c:pt idx="52732">
                  <c:v>24.75</c:v>
                </c:pt>
                <c:pt idx="52733">
                  <c:v>24.75</c:v>
                </c:pt>
                <c:pt idx="52734">
                  <c:v>24.75</c:v>
                </c:pt>
                <c:pt idx="52735">
                  <c:v>24.75</c:v>
                </c:pt>
                <c:pt idx="52736">
                  <c:v>24.75</c:v>
                </c:pt>
                <c:pt idx="52737">
                  <c:v>24.75</c:v>
                </c:pt>
                <c:pt idx="52738">
                  <c:v>24.75</c:v>
                </c:pt>
                <c:pt idx="52739">
                  <c:v>24.75</c:v>
                </c:pt>
                <c:pt idx="52740">
                  <c:v>24.75</c:v>
                </c:pt>
                <c:pt idx="52741">
                  <c:v>24.75</c:v>
                </c:pt>
                <c:pt idx="52742">
                  <c:v>24.75</c:v>
                </c:pt>
                <c:pt idx="52743">
                  <c:v>24.75</c:v>
                </c:pt>
                <c:pt idx="52744">
                  <c:v>24.75</c:v>
                </c:pt>
                <c:pt idx="52745">
                  <c:v>24.75</c:v>
                </c:pt>
                <c:pt idx="52746">
                  <c:v>24.75</c:v>
                </c:pt>
                <c:pt idx="52747">
                  <c:v>24.75</c:v>
                </c:pt>
                <c:pt idx="52748">
                  <c:v>24.75</c:v>
                </c:pt>
                <c:pt idx="52749">
                  <c:v>24.75</c:v>
                </c:pt>
                <c:pt idx="52750">
                  <c:v>24.75</c:v>
                </c:pt>
                <c:pt idx="52751">
                  <c:v>24.75</c:v>
                </c:pt>
                <c:pt idx="52752">
                  <c:v>24.75</c:v>
                </c:pt>
                <c:pt idx="52753">
                  <c:v>24.75</c:v>
                </c:pt>
                <c:pt idx="52754">
                  <c:v>24.75</c:v>
                </c:pt>
                <c:pt idx="52755">
                  <c:v>24.75</c:v>
                </c:pt>
                <c:pt idx="52756">
                  <c:v>24.75</c:v>
                </c:pt>
                <c:pt idx="52757">
                  <c:v>24.75</c:v>
                </c:pt>
                <c:pt idx="52758">
                  <c:v>24.75</c:v>
                </c:pt>
                <c:pt idx="52759">
                  <c:v>24.75</c:v>
                </c:pt>
                <c:pt idx="52760">
                  <c:v>24.75</c:v>
                </c:pt>
                <c:pt idx="52761">
                  <c:v>24.75</c:v>
                </c:pt>
                <c:pt idx="52762">
                  <c:v>24.75</c:v>
                </c:pt>
                <c:pt idx="52763">
                  <c:v>24.75</c:v>
                </c:pt>
                <c:pt idx="52764">
                  <c:v>24.75</c:v>
                </c:pt>
                <c:pt idx="52765">
                  <c:v>24.75</c:v>
                </c:pt>
                <c:pt idx="52766">
                  <c:v>24.75</c:v>
                </c:pt>
                <c:pt idx="52767">
                  <c:v>24.75</c:v>
                </c:pt>
                <c:pt idx="52768">
                  <c:v>24.75</c:v>
                </c:pt>
                <c:pt idx="52769">
                  <c:v>24.75</c:v>
                </c:pt>
                <c:pt idx="52770">
                  <c:v>24.75</c:v>
                </c:pt>
                <c:pt idx="52771">
                  <c:v>24.75</c:v>
                </c:pt>
                <c:pt idx="52772">
                  <c:v>24.75</c:v>
                </c:pt>
                <c:pt idx="52773">
                  <c:v>24.75</c:v>
                </c:pt>
                <c:pt idx="52774">
                  <c:v>24.75</c:v>
                </c:pt>
                <c:pt idx="52775">
                  <c:v>24.75</c:v>
                </c:pt>
                <c:pt idx="52776">
                  <c:v>24.75</c:v>
                </c:pt>
                <c:pt idx="52777">
                  <c:v>24.75</c:v>
                </c:pt>
                <c:pt idx="52778">
                  <c:v>24.75</c:v>
                </c:pt>
                <c:pt idx="52779">
                  <c:v>24.75</c:v>
                </c:pt>
                <c:pt idx="52780">
                  <c:v>24.75</c:v>
                </c:pt>
                <c:pt idx="52781">
                  <c:v>24.75</c:v>
                </c:pt>
                <c:pt idx="52782">
                  <c:v>24.75</c:v>
                </c:pt>
                <c:pt idx="52783">
                  <c:v>24.75</c:v>
                </c:pt>
                <c:pt idx="52784">
                  <c:v>24.75</c:v>
                </c:pt>
                <c:pt idx="52785">
                  <c:v>24.75</c:v>
                </c:pt>
                <c:pt idx="52786">
                  <c:v>24.75</c:v>
                </c:pt>
                <c:pt idx="52787">
                  <c:v>24.75</c:v>
                </c:pt>
                <c:pt idx="52788">
                  <c:v>24.75</c:v>
                </c:pt>
                <c:pt idx="52789">
                  <c:v>24.75</c:v>
                </c:pt>
                <c:pt idx="52790">
                  <c:v>24.75</c:v>
                </c:pt>
                <c:pt idx="52791">
                  <c:v>24.75</c:v>
                </c:pt>
                <c:pt idx="52792">
                  <c:v>24.75</c:v>
                </c:pt>
                <c:pt idx="52793">
                  <c:v>24.75</c:v>
                </c:pt>
                <c:pt idx="52794">
                  <c:v>24.75</c:v>
                </c:pt>
                <c:pt idx="52795">
                  <c:v>24.75</c:v>
                </c:pt>
                <c:pt idx="52796">
                  <c:v>24.75</c:v>
                </c:pt>
                <c:pt idx="52797">
                  <c:v>24.75</c:v>
                </c:pt>
                <c:pt idx="52798">
                  <c:v>24.75</c:v>
                </c:pt>
                <c:pt idx="52799">
                  <c:v>24.75</c:v>
                </c:pt>
                <c:pt idx="52800">
                  <c:v>24.75</c:v>
                </c:pt>
                <c:pt idx="52801">
                  <c:v>24.75</c:v>
                </c:pt>
                <c:pt idx="52802">
                  <c:v>24.75</c:v>
                </c:pt>
                <c:pt idx="52803">
                  <c:v>24.75</c:v>
                </c:pt>
                <c:pt idx="52804">
                  <c:v>24.75</c:v>
                </c:pt>
                <c:pt idx="52805">
                  <c:v>24.75</c:v>
                </c:pt>
                <c:pt idx="52806">
                  <c:v>24.75</c:v>
                </c:pt>
                <c:pt idx="52807">
                  <c:v>24.75</c:v>
                </c:pt>
                <c:pt idx="52808">
                  <c:v>24.75</c:v>
                </c:pt>
                <c:pt idx="52809">
                  <c:v>24.75</c:v>
                </c:pt>
                <c:pt idx="52810">
                  <c:v>24.75</c:v>
                </c:pt>
                <c:pt idx="52811">
                  <c:v>24.75</c:v>
                </c:pt>
                <c:pt idx="52812">
                  <c:v>24.75</c:v>
                </c:pt>
                <c:pt idx="52813">
                  <c:v>24.75</c:v>
                </c:pt>
                <c:pt idx="52814">
                  <c:v>24.75</c:v>
                </c:pt>
                <c:pt idx="52815">
                  <c:v>24.75</c:v>
                </c:pt>
                <c:pt idx="52816">
                  <c:v>24.75</c:v>
                </c:pt>
                <c:pt idx="52817">
                  <c:v>24.75</c:v>
                </c:pt>
                <c:pt idx="52818">
                  <c:v>24.75</c:v>
                </c:pt>
                <c:pt idx="52819">
                  <c:v>24.75</c:v>
                </c:pt>
                <c:pt idx="52820">
                  <c:v>24.75</c:v>
                </c:pt>
                <c:pt idx="52821">
                  <c:v>24.75</c:v>
                </c:pt>
                <c:pt idx="52822">
                  <c:v>24.75</c:v>
                </c:pt>
                <c:pt idx="52823">
                  <c:v>24.75</c:v>
                </c:pt>
                <c:pt idx="52824">
                  <c:v>24.75</c:v>
                </c:pt>
                <c:pt idx="52825">
                  <c:v>24.75</c:v>
                </c:pt>
                <c:pt idx="52826">
                  <c:v>24.75</c:v>
                </c:pt>
                <c:pt idx="52827">
                  <c:v>24.75</c:v>
                </c:pt>
                <c:pt idx="52828">
                  <c:v>24.75</c:v>
                </c:pt>
                <c:pt idx="52829">
                  <c:v>24.75</c:v>
                </c:pt>
                <c:pt idx="52830">
                  <c:v>24.75</c:v>
                </c:pt>
                <c:pt idx="52831">
                  <c:v>24.75</c:v>
                </c:pt>
                <c:pt idx="52832">
                  <c:v>24.75</c:v>
                </c:pt>
                <c:pt idx="52833">
                  <c:v>24.75</c:v>
                </c:pt>
                <c:pt idx="52834">
                  <c:v>24.75</c:v>
                </c:pt>
                <c:pt idx="52835">
                  <c:v>24.75</c:v>
                </c:pt>
                <c:pt idx="52836">
                  <c:v>24.75</c:v>
                </c:pt>
                <c:pt idx="52837">
                  <c:v>24.75</c:v>
                </c:pt>
                <c:pt idx="52838">
                  <c:v>24.75</c:v>
                </c:pt>
                <c:pt idx="52839">
                  <c:v>24.75</c:v>
                </c:pt>
                <c:pt idx="52840">
                  <c:v>24.75</c:v>
                </c:pt>
                <c:pt idx="52841">
                  <c:v>24.75</c:v>
                </c:pt>
                <c:pt idx="52842">
                  <c:v>24.75</c:v>
                </c:pt>
                <c:pt idx="52843">
                  <c:v>24.75</c:v>
                </c:pt>
                <c:pt idx="52844">
                  <c:v>24.75</c:v>
                </c:pt>
                <c:pt idx="52845">
                  <c:v>24.75</c:v>
                </c:pt>
                <c:pt idx="52846">
                  <c:v>24.75</c:v>
                </c:pt>
                <c:pt idx="52847">
                  <c:v>24.75</c:v>
                </c:pt>
                <c:pt idx="52848">
                  <c:v>24.75</c:v>
                </c:pt>
                <c:pt idx="52849">
                  <c:v>24.75</c:v>
                </c:pt>
                <c:pt idx="52850">
                  <c:v>24.75</c:v>
                </c:pt>
                <c:pt idx="52851">
                  <c:v>24.75</c:v>
                </c:pt>
                <c:pt idx="52852">
                  <c:v>24.75</c:v>
                </c:pt>
                <c:pt idx="52853">
                  <c:v>24.75</c:v>
                </c:pt>
                <c:pt idx="52854">
                  <c:v>24.75</c:v>
                </c:pt>
                <c:pt idx="52855">
                  <c:v>24.75</c:v>
                </c:pt>
                <c:pt idx="52856">
                  <c:v>24.75</c:v>
                </c:pt>
                <c:pt idx="52857">
                  <c:v>24.75</c:v>
                </c:pt>
                <c:pt idx="52858">
                  <c:v>24.75</c:v>
                </c:pt>
                <c:pt idx="52859">
                  <c:v>24.75</c:v>
                </c:pt>
                <c:pt idx="52860">
                  <c:v>24.75</c:v>
                </c:pt>
                <c:pt idx="52861">
                  <c:v>24.75</c:v>
                </c:pt>
                <c:pt idx="52862">
                  <c:v>24.75</c:v>
                </c:pt>
                <c:pt idx="52863">
                  <c:v>24.75</c:v>
                </c:pt>
                <c:pt idx="52864">
                  <c:v>24.75</c:v>
                </c:pt>
                <c:pt idx="52865">
                  <c:v>24.75</c:v>
                </c:pt>
                <c:pt idx="52866">
                  <c:v>24.75</c:v>
                </c:pt>
                <c:pt idx="52867">
                  <c:v>24.75</c:v>
                </c:pt>
                <c:pt idx="52868">
                  <c:v>24.75</c:v>
                </c:pt>
                <c:pt idx="52869">
                  <c:v>24.75</c:v>
                </c:pt>
                <c:pt idx="52870">
                  <c:v>24.75</c:v>
                </c:pt>
                <c:pt idx="52871">
                  <c:v>24.75</c:v>
                </c:pt>
                <c:pt idx="52872">
                  <c:v>24.75</c:v>
                </c:pt>
                <c:pt idx="52873">
                  <c:v>24.75</c:v>
                </c:pt>
                <c:pt idx="52874">
                  <c:v>24.75</c:v>
                </c:pt>
                <c:pt idx="52875">
                  <c:v>24.75</c:v>
                </c:pt>
                <c:pt idx="52876">
                  <c:v>24.75</c:v>
                </c:pt>
                <c:pt idx="52877">
                  <c:v>24.75</c:v>
                </c:pt>
                <c:pt idx="52878">
                  <c:v>24.75</c:v>
                </c:pt>
                <c:pt idx="52879">
                  <c:v>24.75</c:v>
                </c:pt>
                <c:pt idx="52880">
                  <c:v>24.75</c:v>
                </c:pt>
                <c:pt idx="52881">
                  <c:v>24.75</c:v>
                </c:pt>
                <c:pt idx="52882">
                  <c:v>24.75</c:v>
                </c:pt>
                <c:pt idx="52883">
                  <c:v>24.75</c:v>
                </c:pt>
                <c:pt idx="52884">
                  <c:v>24.75</c:v>
                </c:pt>
                <c:pt idx="52885">
                  <c:v>24.75</c:v>
                </c:pt>
                <c:pt idx="52886">
                  <c:v>24.75</c:v>
                </c:pt>
                <c:pt idx="52887">
                  <c:v>24.75</c:v>
                </c:pt>
                <c:pt idx="52888">
                  <c:v>24.75</c:v>
                </c:pt>
                <c:pt idx="52889">
                  <c:v>24.75</c:v>
                </c:pt>
                <c:pt idx="52890">
                  <c:v>24.75</c:v>
                </c:pt>
                <c:pt idx="52891">
                  <c:v>24.75</c:v>
                </c:pt>
                <c:pt idx="52892">
                  <c:v>24.75</c:v>
                </c:pt>
                <c:pt idx="52893">
                  <c:v>24.75</c:v>
                </c:pt>
                <c:pt idx="52894">
                  <c:v>24.75</c:v>
                </c:pt>
                <c:pt idx="52895">
                  <c:v>24.75</c:v>
                </c:pt>
                <c:pt idx="52896">
                  <c:v>24.75</c:v>
                </c:pt>
                <c:pt idx="52897">
                  <c:v>24.75</c:v>
                </c:pt>
                <c:pt idx="52898">
                  <c:v>24.75</c:v>
                </c:pt>
                <c:pt idx="52899">
                  <c:v>24.75</c:v>
                </c:pt>
                <c:pt idx="52900">
                  <c:v>24.75</c:v>
                </c:pt>
                <c:pt idx="52901">
                  <c:v>24.75</c:v>
                </c:pt>
                <c:pt idx="52902">
                  <c:v>24.75</c:v>
                </c:pt>
                <c:pt idx="52903">
                  <c:v>24.75</c:v>
                </c:pt>
                <c:pt idx="52904">
                  <c:v>24.75</c:v>
                </c:pt>
                <c:pt idx="52905">
                  <c:v>24.75</c:v>
                </c:pt>
                <c:pt idx="52906">
                  <c:v>24.75</c:v>
                </c:pt>
                <c:pt idx="52907">
                  <c:v>24.75</c:v>
                </c:pt>
                <c:pt idx="52908">
                  <c:v>24.75</c:v>
                </c:pt>
                <c:pt idx="52909">
                  <c:v>24.75</c:v>
                </c:pt>
                <c:pt idx="52910">
                  <c:v>24.75</c:v>
                </c:pt>
                <c:pt idx="52911">
                  <c:v>24.75</c:v>
                </c:pt>
                <c:pt idx="52912">
                  <c:v>24.75</c:v>
                </c:pt>
                <c:pt idx="52913">
                  <c:v>24.75</c:v>
                </c:pt>
                <c:pt idx="52914">
                  <c:v>24.75</c:v>
                </c:pt>
                <c:pt idx="52915">
                  <c:v>24.75</c:v>
                </c:pt>
                <c:pt idx="52916">
                  <c:v>24.75</c:v>
                </c:pt>
                <c:pt idx="52917">
                  <c:v>24.75</c:v>
                </c:pt>
                <c:pt idx="52918">
                  <c:v>24.75</c:v>
                </c:pt>
                <c:pt idx="52919">
                  <c:v>24.75</c:v>
                </c:pt>
                <c:pt idx="52920">
                  <c:v>24.75</c:v>
                </c:pt>
                <c:pt idx="52921">
                  <c:v>24.75</c:v>
                </c:pt>
                <c:pt idx="52922">
                  <c:v>24.75</c:v>
                </c:pt>
                <c:pt idx="52923">
                  <c:v>24.75</c:v>
                </c:pt>
                <c:pt idx="52924">
                  <c:v>24.75</c:v>
                </c:pt>
                <c:pt idx="52925">
                  <c:v>24.75</c:v>
                </c:pt>
                <c:pt idx="52926">
                  <c:v>24.75</c:v>
                </c:pt>
                <c:pt idx="52927">
                  <c:v>24.75</c:v>
                </c:pt>
                <c:pt idx="52928">
                  <c:v>24.75</c:v>
                </c:pt>
                <c:pt idx="52929">
                  <c:v>24.75</c:v>
                </c:pt>
                <c:pt idx="52930">
                  <c:v>24.75</c:v>
                </c:pt>
                <c:pt idx="52931">
                  <c:v>24.75</c:v>
                </c:pt>
                <c:pt idx="52932">
                  <c:v>24.75</c:v>
                </c:pt>
                <c:pt idx="52933">
                  <c:v>24.75</c:v>
                </c:pt>
                <c:pt idx="52934">
                  <c:v>24.75</c:v>
                </c:pt>
                <c:pt idx="52935">
                  <c:v>24.75</c:v>
                </c:pt>
                <c:pt idx="52936">
                  <c:v>24.75</c:v>
                </c:pt>
                <c:pt idx="52937">
                  <c:v>24.75</c:v>
                </c:pt>
                <c:pt idx="52938">
                  <c:v>24.75</c:v>
                </c:pt>
                <c:pt idx="52939">
                  <c:v>24.75</c:v>
                </c:pt>
                <c:pt idx="52940">
                  <c:v>24.75</c:v>
                </c:pt>
                <c:pt idx="52941">
                  <c:v>24.75</c:v>
                </c:pt>
                <c:pt idx="52942">
                  <c:v>24.75</c:v>
                </c:pt>
                <c:pt idx="52943">
                  <c:v>24.75</c:v>
                </c:pt>
                <c:pt idx="52944">
                  <c:v>24.75</c:v>
                </c:pt>
                <c:pt idx="52945">
                  <c:v>24.75</c:v>
                </c:pt>
                <c:pt idx="52946">
                  <c:v>24.75</c:v>
                </c:pt>
                <c:pt idx="52947">
                  <c:v>24.75</c:v>
                </c:pt>
                <c:pt idx="52948">
                  <c:v>24.75</c:v>
                </c:pt>
                <c:pt idx="52949">
                  <c:v>24.75</c:v>
                </c:pt>
                <c:pt idx="52950">
                  <c:v>24.75</c:v>
                </c:pt>
                <c:pt idx="52951">
                  <c:v>24.75</c:v>
                </c:pt>
                <c:pt idx="52952">
                  <c:v>24.75</c:v>
                </c:pt>
                <c:pt idx="52953">
                  <c:v>24.75</c:v>
                </c:pt>
                <c:pt idx="52954">
                  <c:v>24.75</c:v>
                </c:pt>
                <c:pt idx="52955">
                  <c:v>24.75</c:v>
                </c:pt>
                <c:pt idx="52956">
                  <c:v>24.75</c:v>
                </c:pt>
                <c:pt idx="52957">
                  <c:v>24.75</c:v>
                </c:pt>
                <c:pt idx="52958">
                  <c:v>24.75</c:v>
                </c:pt>
                <c:pt idx="52959">
                  <c:v>24.75</c:v>
                </c:pt>
                <c:pt idx="52960">
                  <c:v>24.75</c:v>
                </c:pt>
                <c:pt idx="52961">
                  <c:v>24.75</c:v>
                </c:pt>
                <c:pt idx="52962">
                  <c:v>24.75</c:v>
                </c:pt>
                <c:pt idx="52963">
                  <c:v>24.75</c:v>
                </c:pt>
                <c:pt idx="52964">
                  <c:v>24.75</c:v>
                </c:pt>
                <c:pt idx="52965">
                  <c:v>24.75</c:v>
                </c:pt>
                <c:pt idx="52966">
                  <c:v>24.75</c:v>
                </c:pt>
                <c:pt idx="52967">
                  <c:v>24.75</c:v>
                </c:pt>
                <c:pt idx="52968">
                  <c:v>24.75</c:v>
                </c:pt>
                <c:pt idx="52969">
                  <c:v>24.75</c:v>
                </c:pt>
                <c:pt idx="52970">
                  <c:v>24.75</c:v>
                </c:pt>
                <c:pt idx="52971">
                  <c:v>24.75</c:v>
                </c:pt>
                <c:pt idx="52972">
                  <c:v>24.75</c:v>
                </c:pt>
                <c:pt idx="52973">
                  <c:v>24.75</c:v>
                </c:pt>
                <c:pt idx="52974">
                  <c:v>24.75</c:v>
                </c:pt>
                <c:pt idx="52975">
                  <c:v>24.75</c:v>
                </c:pt>
                <c:pt idx="52976">
                  <c:v>24.75</c:v>
                </c:pt>
                <c:pt idx="52977">
                  <c:v>24.75</c:v>
                </c:pt>
                <c:pt idx="52978">
                  <c:v>24.75</c:v>
                </c:pt>
                <c:pt idx="52979">
                  <c:v>24.75</c:v>
                </c:pt>
                <c:pt idx="52980">
                  <c:v>24.75</c:v>
                </c:pt>
                <c:pt idx="52981">
                  <c:v>24.75</c:v>
                </c:pt>
                <c:pt idx="52982">
                  <c:v>24.75</c:v>
                </c:pt>
                <c:pt idx="52983">
                  <c:v>24.75</c:v>
                </c:pt>
                <c:pt idx="52984">
                  <c:v>24.75</c:v>
                </c:pt>
                <c:pt idx="52985">
                  <c:v>24.75</c:v>
                </c:pt>
                <c:pt idx="52986">
                  <c:v>24.75</c:v>
                </c:pt>
                <c:pt idx="52987">
                  <c:v>24.75</c:v>
                </c:pt>
                <c:pt idx="52988">
                  <c:v>24.75</c:v>
                </c:pt>
                <c:pt idx="52989">
                  <c:v>24.75</c:v>
                </c:pt>
                <c:pt idx="52990">
                  <c:v>24.75</c:v>
                </c:pt>
                <c:pt idx="52991">
                  <c:v>24.75</c:v>
                </c:pt>
                <c:pt idx="52992">
                  <c:v>24.75</c:v>
                </c:pt>
                <c:pt idx="52993">
                  <c:v>24.75</c:v>
                </c:pt>
                <c:pt idx="52994">
                  <c:v>24.75</c:v>
                </c:pt>
                <c:pt idx="52995">
                  <c:v>24.75</c:v>
                </c:pt>
                <c:pt idx="52996">
                  <c:v>24.75</c:v>
                </c:pt>
                <c:pt idx="52997">
                  <c:v>24.75</c:v>
                </c:pt>
                <c:pt idx="52998">
                  <c:v>24.75</c:v>
                </c:pt>
                <c:pt idx="52999">
                  <c:v>24.75</c:v>
                </c:pt>
                <c:pt idx="53000">
                  <c:v>24.75</c:v>
                </c:pt>
                <c:pt idx="53001">
                  <c:v>24.75</c:v>
                </c:pt>
                <c:pt idx="53002">
                  <c:v>24.75</c:v>
                </c:pt>
                <c:pt idx="53003">
                  <c:v>24.75</c:v>
                </c:pt>
                <c:pt idx="53004">
                  <c:v>24.75</c:v>
                </c:pt>
                <c:pt idx="53005">
                  <c:v>24.75</c:v>
                </c:pt>
                <c:pt idx="53006">
                  <c:v>24.75</c:v>
                </c:pt>
                <c:pt idx="53007">
                  <c:v>24.75</c:v>
                </c:pt>
                <c:pt idx="53008">
                  <c:v>24.75</c:v>
                </c:pt>
                <c:pt idx="53009">
                  <c:v>24.75</c:v>
                </c:pt>
                <c:pt idx="53010">
                  <c:v>24.75</c:v>
                </c:pt>
                <c:pt idx="53011">
                  <c:v>24.75</c:v>
                </c:pt>
                <c:pt idx="53012">
                  <c:v>24.75</c:v>
                </c:pt>
                <c:pt idx="53013">
                  <c:v>24.75</c:v>
                </c:pt>
                <c:pt idx="53014">
                  <c:v>24.75</c:v>
                </c:pt>
                <c:pt idx="53015">
                  <c:v>24.75</c:v>
                </c:pt>
                <c:pt idx="53016">
                  <c:v>24.75</c:v>
                </c:pt>
                <c:pt idx="53017">
                  <c:v>24.75</c:v>
                </c:pt>
                <c:pt idx="53018">
                  <c:v>24.75</c:v>
                </c:pt>
                <c:pt idx="53019">
                  <c:v>24.75</c:v>
                </c:pt>
                <c:pt idx="53020">
                  <c:v>24.75</c:v>
                </c:pt>
                <c:pt idx="53021">
                  <c:v>24.75</c:v>
                </c:pt>
                <c:pt idx="53022">
                  <c:v>24.75</c:v>
                </c:pt>
                <c:pt idx="53023">
                  <c:v>24.75</c:v>
                </c:pt>
                <c:pt idx="53024">
                  <c:v>24.75</c:v>
                </c:pt>
                <c:pt idx="53025">
                  <c:v>24.75</c:v>
                </c:pt>
                <c:pt idx="53026">
                  <c:v>24.75</c:v>
                </c:pt>
                <c:pt idx="53027">
                  <c:v>24.75</c:v>
                </c:pt>
                <c:pt idx="53028">
                  <c:v>24.75</c:v>
                </c:pt>
                <c:pt idx="53029">
                  <c:v>24.75</c:v>
                </c:pt>
                <c:pt idx="53030">
                  <c:v>24.75</c:v>
                </c:pt>
                <c:pt idx="53031">
                  <c:v>24.75</c:v>
                </c:pt>
                <c:pt idx="53032">
                  <c:v>24.75</c:v>
                </c:pt>
                <c:pt idx="53033">
                  <c:v>24.75</c:v>
                </c:pt>
                <c:pt idx="53034">
                  <c:v>24.75</c:v>
                </c:pt>
                <c:pt idx="53035">
                  <c:v>24.75</c:v>
                </c:pt>
                <c:pt idx="53036">
                  <c:v>24.75</c:v>
                </c:pt>
                <c:pt idx="53037">
                  <c:v>24.75</c:v>
                </c:pt>
                <c:pt idx="53038">
                  <c:v>24.75</c:v>
                </c:pt>
                <c:pt idx="53039">
                  <c:v>24.75</c:v>
                </c:pt>
                <c:pt idx="53040">
                  <c:v>24.75</c:v>
                </c:pt>
                <c:pt idx="53041">
                  <c:v>24.75</c:v>
                </c:pt>
                <c:pt idx="53042">
                  <c:v>24.75</c:v>
                </c:pt>
                <c:pt idx="53043">
                  <c:v>24.75</c:v>
                </c:pt>
                <c:pt idx="53044">
                  <c:v>24.75</c:v>
                </c:pt>
                <c:pt idx="53045">
                  <c:v>24.75</c:v>
                </c:pt>
                <c:pt idx="53046">
                  <c:v>24.75</c:v>
                </c:pt>
                <c:pt idx="53047">
                  <c:v>24.75</c:v>
                </c:pt>
                <c:pt idx="53048">
                  <c:v>24.75</c:v>
                </c:pt>
                <c:pt idx="53049">
                  <c:v>24.75</c:v>
                </c:pt>
                <c:pt idx="53050">
                  <c:v>24.75</c:v>
                </c:pt>
                <c:pt idx="53051">
                  <c:v>24.75</c:v>
                </c:pt>
                <c:pt idx="53052">
                  <c:v>24.75</c:v>
                </c:pt>
                <c:pt idx="53053">
                  <c:v>24.75</c:v>
                </c:pt>
                <c:pt idx="53054">
                  <c:v>24.75</c:v>
                </c:pt>
                <c:pt idx="53055">
                  <c:v>24.75</c:v>
                </c:pt>
                <c:pt idx="53056">
                  <c:v>24.75</c:v>
                </c:pt>
                <c:pt idx="53057">
                  <c:v>24.75</c:v>
                </c:pt>
                <c:pt idx="53058">
                  <c:v>24.75</c:v>
                </c:pt>
                <c:pt idx="53059">
                  <c:v>24.75</c:v>
                </c:pt>
                <c:pt idx="53060">
                  <c:v>24.75</c:v>
                </c:pt>
                <c:pt idx="53061">
                  <c:v>24.75</c:v>
                </c:pt>
                <c:pt idx="53062">
                  <c:v>24.75</c:v>
                </c:pt>
                <c:pt idx="53063">
                  <c:v>24.75</c:v>
                </c:pt>
                <c:pt idx="53064">
                  <c:v>24.75</c:v>
                </c:pt>
                <c:pt idx="53065">
                  <c:v>24.75</c:v>
                </c:pt>
                <c:pt idx="53066">
                  <c:v>24.75</c:v>
                </c:pt>
                <c:pt idx="53067">
                  <c:v>24.75</c:v>
                </c:pt>
                <c:pt idx="53068">
                  <c:v>24.75</c:v>
                </c:pt>
                <c:pt idx="53069">
                  <c:v>24.75</c:v>
                </c:pt>
                <c:pt idx="53070">
                  <c:v>24.75</c:v>
                </c:pt>
                <c:pt idx="53071">
                  <c:v>24.75</c:v>
                </c:pt>
                <c:pt idx="53072">
                  <c:v>24.75</c:v>
                </c:pt>
                <c:pt idx="53073">
                  <c:v>24.75</c:v>
                </c:pt>
                <c:pt idx="53074">
                  <c:v>24.75</c:v>
                </c:pt>
                <c:pt idx="53075">
                  <c:v>24.75</c:v>
                </c:pt>
                <c:pt idx="53076">
                  <c:v>24.75</c:v>
                </c:pt>
                <c:pt idx="53077">
                  <c:v>24.75</c:v>
                </c:pt>
                <c:pt idx="53078">
                  <c:v>24.75</c:v>
                </c:pt>
                <c:pt idx="53079">
                  <c:v>24.75</c:v>
                </c:pt>
                <c:pt idx="53080">
                  <c:v>24.75</c:v>
                </c:pt>
                <c:pt idx="53081">
                  <c:v>24.75</c:v>
                </c:pt>
                <c:pt idx="53082">
                  <c:v>24.75</c:v>
                </c:pt>
                <c:pt idx="53083">
                  <c:v>24.75</c:v>
                </c:pt>
                <c:pt idx="53084">
                  <c:v>24.75</c:v>
                </c:pt>
                <c:pt idx="53085">
                  <c:v>24.75</c:v>
                </c:pt>
                <c:pt idx="53086">
                  <c:v>24.75</c:v>
                </c:pt>
                <c:pt idx="53087">
                  <c:v>24.75</c:v>
                </c:pt>
                <c:pt idx="53088">
                  <c:v>24.75</c:v>
                </c:pt>
                <c:pt idx="53089">
                  <c:v>24.75</c:v>
                </c:pt>
                <c:pt idx="53090">
                  <c:v>24.75</c:v>
                </c:pt>
                <c:pt idx="53091">
                  <c:v>24.75</c:v>
                </c:pt>
                <c:pt idx="53092">
                  <c:v>24.75</c:v>
                </c:pt>
                <c:pt idx="53093">
                  <c:v>24.75</c:v>
                </c:pt>
                <c:pt idx="53094">
                  <c:v>24.75</c:v>
                </c:pt>
                <c:pt idx="53095">
                  <c:v>24.75</c:v>
                </c:pt>
                <c:pt idx="53096">
                  <c:v>24.75</c:v>
                </c:pt>
                <c:pt idx="53097">
                  <c:v>24.75</c:v>
                </c:pt>
                <c:pt idx="53098">
                  <c:v>24.75</c:v>
                </c:pt>
                <c:pt idx="53099">
                  <c:v>24.75</c:v>
                </c:pt>
                <c:pt idx="53100">
                  <c:v>24.75</c:v>
                </c:pt>
                <c:pt idx="53101">
                  <c:v>24.75</c:v>
                </c:pt>
                <c:pt idx="53102">
                  <c:v>24.75</c:v>
                </c:pt>
                <c:pt idx="53103">
                  <c:v>24.75</c:v>
                </c:pt>
                <c:pt idx="53104">
                  <c:v>24.75</c:v>
                </c:pt>
                <c:pt idx="53105">
                  <c:v>24.75</c:v>
                </c:pt>
                <c:pt idx="53106">
                  <c:v>24.75</c:v>
                </c:pt>
                <c:pt idx="53107">
                  <c:v>24.75</c:v>
                </c:pt>
                <c:pt idx="53108">
                  <c:v>24.75</c:v>
                </c:pt>
                <c:pt idx="53109">
                  <c:v>24.75</c:v>
                </c:pt>
                <c:pt idx="53110">
                  <c:v>24.75</c:v>
                </c:pt>
                <c:pt idx="53111">
                  <c:v>24.75</c:v>
                </c:pt>
                <c:pt idx="53112">
                  <c:v>24.75</c:v>
                </c:pt>
                <c:pt idx="53113">
                  <c:v>24.75</c:v>
                </c:pt>
                <c:pt idx="53114">
                  <c:v>24.75</c:v>
                </c:pt>
                <c:pt idx="53115">
                  <c:v>24.75</c:v>
                </c:pt>
                <c:pt idx="53116">
                  <c:v>24.75</c:v>
                </c:pt>
                <c:pt idx="53117">
                  <c:v>24.75</c:v>
                </c:pt>
                <c:pt idx="53118">
                  <c:v>24.75</c:v>
                </c:pt>
                <c:pt idx="53119">
                  <c:v>24.75</c:v>
                </c:pt>
                <c:pt idx="53120">
                  <c:v>24.75</c:v>
                </c:pt>
                <c:pt idx="53121">
                  <c:v>24.75</c:v>
                </c:pt>
                <c:pt idx="53122">
                  <c:v>24.75</c:v>
                </c:pt>
                <c:pt idx="53123">
                  <c:v>24.75</c:v>
                </c:pt>
                <c:pt idx="53124">
                  <c:v>24.75</c:v>
                </c:pt>
                <c:pt idx="53125">
                  <c:v>24.75</c:v>
                </c:pt>
                <c:pt idx="53126">
                  <c:v>24.75</c:v>
                </c:pt>
                <c:pt idx="53127">
                  <c:v>24.75</c:v>
                </c:pt>
                <c:pt idx="53128">
                  <c:v>24.75</c:v>
                </c:pt>
                <c:pt idx="53129">
                  <c:v>24.75</c:v>
                </c:pt>
                <c:pt idx="53130">
                  <c:v>24.75</c:v>
                </c:pt>
                <c:pt idx="53131">
                  <c:v>24.75</c:v>
                </c:pt>
                <c:pt idx="53132">
                  <c:v>24.75</c:v>
                </c:pt>
                <c:pt idx="53133">
                  <c:v>24.75</c:v>
                </c:pt>
                <c:pt idx="53134">
                  <c:v>24.75</c:v>
                </c:pt>
                <c:pt idx="53135">
                  <c:v>24.75</c:v>
                </c:pt>
                <c:pt idx="53136">
                  <c:v>24.75</c:v>
                </c:pt>
                <c:pt idx="53137">
                  <c:v>24.75</c:v>
                </c:pt>
                <c:pt idx="53138">
                  <c:v>24.75</c:v>
                </c:pt>
                <c:pt idx="53139">
                  <c:v>24.75</c:v>
                </c:pt>
                <c:pt idx="53140">
                  <c:v>24.75</c:v>
                </c:pt>
                <c:pt idx="53141">
                  <c:v>24.75</c:v>
                </c:pt>
                <c:pt idx="53142">
                  <c:v>24.75</c:v>
                </c:pt>
                <c:pt idx="53143">
                  <c:v>24.75</c:v>
                </c:pt>
                <c:pt idx="53144">
                  <c:v>24.75</c:v>
                </c:pt>
                <c:pt idx="53145">
                  <c:v>24.75</c:v>
                </c:pt>
                <c:pt idx="53146">
                  <c:v>24.75</c:v>
                </c:pt>
                <c:pt idx="53147">
                  <c:v>24.75</c:v>
                </c:pt>
                <c:pt idx="53148">
                  <c:v>24.75</c:v>
                </c:pt>
                <c:pt idx="53149">
                  <c:v>24.75</c:v>
                </c:pt>
                <c:pt idx="53150">
                  <c:v>24.75</c:v>
                </c:pt>
                <c:pt idx="53151">
                  <c:v>24.75</c:v>
                </c:pt>
                <c:pt idx="53152">
                  <c:v>24.75</c:v>
                </c:pt>
                <c:pt idx="53153">
                  <c:v>24.75</c:v>
                </c:pt>
                <c:pt idx="53154">
                  <c:v>24.75</c:v>
                </c:pt>
                <c:pt idx="53155">
                  <c:v>24.75</c:v>
                </c:pt>
                <c:pt idx="53156">
                  <c:v>24.75</c:v>
                </c:pt>
                <c:pt idx="53157">
                  <c:v>24.75</c:v>
                </c:pt>
                <c:pt idx="53158">
                  <c:v>24.75</c:v>
                </c:pt>
                <c:pt idx="53159">
                  <c:v>24.75</c:v>
                </c:pt>
                <c:pt idx="53160">
                  <c:v>24.75</c:v>
                </c:pt>
                <c:pt idx="53161">
                  <c:v>24.75</c:v>
                </c:pt>
                <c:pt idx="53162">
                  <c:v>24.75</c:v>
                </c:pt>
                <c:pt idx="53163">
                  <c:v>24.75</c:v>
                </c:pt>
                <c:pt idx="53164">
                  <c:v>24.75</c:v>
                </c:pt>
                <c:pt idx="53165">
                  <c:v>24.75</c:v>
                </c:pt>
                <c:pt idx="53166">
                  <c:v>24.75</c:v>
                </c:pt>
                <c:pt idx="53167">
                  <c:v>24.75</c:v>
                </c:pt>
                <c:pt idx="53168">
                  <c:v>24.75</c:v>
                </c:pt>
                <c:pt idx="53169">
                  <c:v>24.75</c:v>
                </c:pt>
                <c:pt idx="53170">
                  <c:v>24.75</c:v>
                </c:pt>
                <c:pt idx="53171">
                  <c:v>24.75</c:v>
                </c:pt>
                <c:pt idx="53172">
                  <c:v>24.75</c:v>
                </c:pt>
                <c:pt idx="53173">
                  <c:v>24.75</c:v>
                </c:pt>
                <c:pt idx="53174">
                  <c:v>24.75</c:v>
                </c:pt>
                <c:pt idx="53175">
                  <c:v>24.75</c:v>
                </c:pt>
                <c:pt idx="53176">
                  <c:v>24.75</c:v>
                </c:pt>
                <c:pt idx="53177">
                  <c:v>24.75</c:v>
                </c:pt>
                <c:pt idx="53178">
                  <c:v>24.75</c:v>
                </c:pt>
                <c:pt idx="53179">
                  <c:v>24.75</c:v>
                </c:pt>
                <c:pt idx="53180">
                  <c:v>24.75</c:v>
                </c:pt>
                <c:pt idx="53181">
                  <c:v>24.75</c:v>
                </c:pt>
                <c:pt idx="53182">
                  <c:v>24.75</c:v>
                </c:pt>
                <c:pt idx="53183">
                  <c:v>24.75</c:v>
                </c:pt>
                <c:pt idx="53184">
                  <c:v>24.75</c:v>
                </c:pt>
                <c:pt idx="53185">
                  <c:v>24.75</c:v>
                </c:pt>
                <c:pt idx="53186">
                  <c:v>24.75</c:v>
                </c:pt>
                <c:pt idx="53187">
                  <c:v>24.75</c:v>
                </c:pt>
                <c:pt idx="53188">
                  <c:v>24.75</c:v>
                </c:pt>
                <c:pt idx="53189">
                  <c:v>24.75</c:v>
                </c:pt>
                <c:pt idx="53190">
                  <c:v>24.75</c:v>
                </c:pt>
                <c:pt idx="53191">
                  <c:v>24.75</c:v>
                </c:pt>
                <c:pt idx="53192">
                  <c:v>24.75</c:v>
                </c:pt>
                <c:pt idx="53193">
                  <c:v>24.75</c:v>
                </c:pt>
                <c:pt idx="53194">
                  <c:v>24.75</c:v>
                </c:pt>
                <c:pt idx="53195">
                  <c:v>24.75</c:v>
                </c:pt>
                <c:pt idx="53196">
                  <c:v>24.75</c:v>
                </c:pt>
                <c:pt idx="53197">
                  <c:v>24.75</c:v>
                </c:pt>
                <c:pt idx="53198">
                  <c:v>24.75</c:v>
                </c:pt>
                <c:pt idx="53199">
                  <c:v>24.75</c:v>
                </c:pt>
                <c:pt idx="53200">
                  <c:v>24.75</c:v>
                </c:pt>
                <c:pt idx="53201">
                  <c:v>24.75</c:v>
                </c:pt>
                <c:pt idx="53202">
                  <c:v>24.75</c:v>
                </c:pt>
                <c:pt idx="53203">
                  <c:v>24.75</c:v>
                </c:pt>
                <c:pt idx="53204">
                  <c:v>24.75</c:v>
                </c:pt>
                <c:pt idx="53205">
                  <c:v>24.75</c:v>
                </c:pt>
                <c:pt idx="53206">
                  <c:v>24.75</c:v>
                </c:pt>
                <c:pt idx="53207">
                  <c:v>24.75</c:v>
                </c:pt>
                <c:pt idx="53208">
                  <c:v>24.75</c:v>
                </c:pt>
                <c:pt idx="53209">
                  <c:v>24.75</c:v>
                </c:pt>
                <c:pt idx="53210">
                  <c:v>24.75</c:v>
                </c:pt>
                <c:pt idx="53211">
                  <c:v>24.75</c:v>
                </c:pt>
                <c:pt idx="53212">
                  <c:v>24.75</c:v>
                </c:pt>
                <c:pt idx="53213">
                  <c:v>24.75</c:v>
                </c:pt>
                <c:pt idx="53214">
                  <c:v>24.75</c:v>
                </c:pt>
                <c:pt idx="53215">
                  <c:v>24.75</c:v>
                </c:pt>
                <c:pt idx="53216">
                  <c:v>24.75</c:v>
                </c:pt>
                <c:pt idx="53217">
                  <c:v>24.75</c:v>
                </c:pt>
                <c:pt idx="53218">
                  <c:v>24.75</c:v>
                </c:pt>
                <c:pt idx="53219">
                  <c:v>24.75</c:v>
                </c:pt>
                <c:pt idx="53220">
                  <c:v>24.75</c:v>
                </c:pt>
                <c:pt idx="53221">
                  <c:v>24.75</c:v>
                </c:pt>
                <c:pt idx="53222">
                  <c:v>24.75</c:v>
                </c:pt>
                <c:pt idx="53223">
                  <c:v>24.75</c:v>
                </c:pt>
                <c:pt idx="53224">
                  <c:v>24.75</c:v>
                </c:pt>
                <c:pt idx="53225">
                  <c:v>24.75</c:v>
                </c:pt>
                <c:pt idx="53226">
                  <c:v>24.75</c:v>
                </c:pt>
                <c:pt idx="53227">
                  <c:v>24.75</c:v>
                </c:pt>
                <c:pt idx="53228">
                  <c:v>24.75</c:v>
                </c:pt>
                <c:pt idx="53229">
                  <c:v>24.75</c:v>
                </c:pt>
                <c:pt idx="53230">
                  <c:v>24.75</c:v>
                </c:pt>
                <c:pt idx="53231">
                  <c:v>24.75</c:v>
                </c:pt>
                <c:pt idx="53232">
                  <c:v>24.75</c:v>
                </c:pt>
                <c:pt idx="53233">
                  <c:v>24.75</c:v>
                </c:pt>
                <c:pt idx="53234">
                  <c:v>24.75</c:v>
                </c:pt>
                <c:pt idx="53235">
                  <c:v>24.75</c:v>
                </c:pt>
                <c:pt idx="53236">
                  <c:v>24.75</c:v>
                </c:pt>
                <c:pt idx="53237">
                  <c:v>24.75</c:v>
                </c:pt>
                <c:pt idx="53238">
                  <c:v>24.75</c:v>
                </c:pt>
                <c:pt idx="53239">
                  <c:v>24.75</c:v>
                </c:pt>
                <c:pt idx="53240">
                  <c:v>24.75</c:v>
                </c:pt>
                <c:pt idx="53241">
                  <c:v>24.75</c:v>
                </c:pt>
                <c:pt idx="53242">
                  <c:v>24.75</c:v>
                </c:pt>
                <c:pt idx="53243">
                  <c:v>24.75</c:v>
                </c:pt>
                <c:pt idx="53244">
                  <c:v>24.75</c:v>
                </c:pt>
                <c:pt idx="53245">
                  <c:v>24.75</c:v>
                </c:pt>
                <c:pt idx="53246">
                  <c:v>24.75</c:v>
                </c:pt>
                <c:pt idx="53247">
                  <c:v>24.75</c:v>
                </c:pt>
                <c:pt idx="53248">
                  <c:v>24.75</c:v>
                </c:pt>
                <c:pt idx="53249">
                  <c:v>24.75</c:v>
                </c:pt>
                <c:pt idx="53250">
                  <c:v>24.75</c:v>
                </c:pt>
                <c:pt idx="53251">
                  <c:v>24.75</c:v>
                </c:pt>
                <c:pt idx="53252">
                  <c:v>24.75</c:v>
                </c:pt>
                <c:pt idx="53253">
                  <c:v>24.75</c:v>
                </c:pt>
                <c:pt idx="53254">
                  <c:v>24.75</c:v>
                </c:pt>
                <c:pt idx="53255">
                  <c:v>24.75</c:v>
                </c:pt>
                <c:pt idx="53256">
                  <c:v>24.75</c:v>
                </c:pt>
                <c:pt idx="53257">
                  <c:v>24.75</c:v>
                </c:pt>
                <c:pt idx="53258">
                  <c:v>24.75</c:v>
                </c:pt>
                <c:pt idx="53259">
                  <c:v>24.75</c:v>
                </c:pt>
                <c:pt idx="53260">
                  <c:v>24.75</c:v>
                </c:pt>
                <c:pt idx="53261">
                  <c:v>24.75</c:v>
                </c:pt>
                <c:pt idx="53262">
                  <c:v>24.75</c:v>
                </c:pt>
                <c:pt idx="53263">
                  <c:v>24.75</c:v>
                </c:pt>
                <c:pt idx="53264">
                  <c:v>24.75</c:v>
                </c:pt>
                <c:pt idx="53265">
                  <c:v>24.75</c:v>
                </c:pt>
                <c:pt idx="53266">
                  <c:v>24.75</c:v>
                </c:pt>
                <c:pt idx="53267">
                  <c:v>24.75</c:v>
                </c:pt>
                <c:pt idx="53268">
                  <c:v>24.75</c:v>
                </c:pt>
                <c:pt idx="53269">
                  <c:v>24.75</c:v>
                </c:pt>
                <c:pt idx="53270">
                  <c:v>24.75</c:v>
                </c:pt>
                <c:pt idx="53271">
                  <c:v>24.75</c:v>
                </c:pt>
                <c:pt idx="53272">
                  <c:v>24.75</c:v>
                </c:pt>
                <c:pt idx="53273">
                  <c:v>24.75</c:v>
                </c:pt>
                <c:pt idx="53274">
                  <c:v>24.75</c:v>
                </c:pt>
                <c:pt idx="53275">
                  <c:v>24.75</c:v>
                </c:pt>
                <c:pt idx="53276">
                  <c:v>24.75</c:v>
                </c:pt>
                <c:pt idx="53277">
                  <c:v>24.75</c:v>
                </c:pt>
                <c:pt idx="53278">
                  <c:v>24.75</c:v>
                </c:pt>
                <c:pt idx="53279">
                  <c:v>24.75</c:v>
                </c:pt>
                <c:pt idx="53280">
                  <c:v>24.75</c:v>
                </c:pt>
                <c:pt idx="53281">
                  <c:v>24.75</c:v>
                </c:pt>
                <c:pt idx="53282">
                  <c:v>24.75</c:v>
                </c:pt>
                <c:pt idx="53283">
                  <c:v>24.75</c:v>
                </c:pt>
                <c:pt idx="53284">
                  <c:v>24.75</c:v>
                </c:pt>
                <c:pt idx="53285">
                  <c:v>24.75</c:v>
                </c:pt>
                <c:pt idx="53286">
                  <c:v>24.75</c:v>
                </c:pt>
                <c:pt idx="53287">
                  <c:v>24.75</c:v>
                </c:pt>
                <c:pt idx="53288">
                  <c:v>24.75</c:v>
                </c:pt>
                <c:pt idx="53289">
                  <c:v>24.75</c:v>
                </c:pt>
                <c:pt idx="53290">
                  <c:v>24.75</c:v>
                </c:pt>
                <c:pt idx="53291">
                  <c:v>24.75</c:v>
                </c:pt>
                <c:pt idx="53292">
                  <c:v>24.75</c:v>
                </c:pt>
                <c:pt idx="53293">
                  <c:v>24.75</c:v>
                </c:pt>
                <c:pt idx="53294">
                  <c:v>24.75</c:v>
                </c:pt>
                <c:pt idx="53295">
                  <c:v>24.75</c:v>
                </c:pt>
                <c:pt idx="53296">
                  <c:v>24.75</c:v>
                </c:pt>
                <c:pt idx="53297">
                  <c:v>24.75</c:v>
                </c:pt>
                <c:pt idx="53298">
                  <c:v>24.75</c:v>
                </c:pt>
                <c:pt idx="53299">
                  <c:v>24.75</c:v>
                </c:pt>
                <c:pt idx="53300">
                  <c:v>24.75</c:v>
                </c:pt>
                <c:pt idx="53301">
                  <c:v>24.75</c:v>
                </c:pt>
                <c:pt idx="53302">
                  <c:v>24.75</c:v>
                </c:pt>
                <c:pt idx="53303">
                  <c:v>24.75</c:v>
                </c:pt>
                <c:pt idx="53304">
                  <c:v>24.75</c:v>
                </c:pt>
                <c:pt idx="53305">
                  <c:v>24.75</c:v>
                </c:pt>
                <c:pt idx="53306">
                  <c:v>24.75</c:v>
                </c:pt>
                <c:pt idx="53307">
                  <c:v>24.75</c:v>
                </c:pt>
                <c:pt idx="53308">
                  <c:v>24.75</c:v>
                </c:pt>
                <c:pt idx="53309">
                  <c:v>24.75</c:v>
                </c:pt>
                <c:pt idx="53310">
                  <c:v>24.75</c:v>
                </c:pt>
                <c:pt idx="53311">
                  <c:v>24.75</c:v>
                </c:pt>
                <c:pt idx="53312">
                  <c:v>24.75</c:v>
                </c:pt>
                <c:pt idx="53313">
                  <c:v>24.75</c:v>
                </c:pt>
                <c:pt idx="53314">
                  <c:v>24.75</c:v>
                </c:pt>
                <c:pt idx="53315">
                  <c:v>24.75</c:v>
                </c:pt>
                <c:pt idx="53316">
                  <c:v>24.75</c:v>
                </c:pt>
                <c:pt idx="53317">
                  <c:v>24.75</c:v>
                </c:pt>
                <c:pt idx="53318">
                  <c:v>24.75</c:v>
                </c:pt>
                <c:pt idx="53319">
                  <c:v>24.75</c:v>
                </c:pt>
                <c:pt idx="53320">
                  <c:v>24.75</c:v>
                </c:pt>
                <c:pt idx="53321">
                  <c:v>24.75</c:v>
                </c:pt>
                <c:pt idx="53322">
                  <c:v>24.75</c:v>
                </c:pt>
                <c:pt idx="53323">
                  <c:v>24.75</c:v>
                </c:pt>
                <c:pt idx="53324">
                  <c:v>24.75</c:v>
                </c:pt>
                <c:pt idx="53325">
                  <c:v>24.75</c:v>
                </c:pt>
                <c:pt idx="53326">
                  <c:v>24.75</c:v>
                </c:pt>
                <c:pt idx="53327">
                  <c:v>24.75</c:v>
                </c:pt>
                <c:pt idx="53328">
                  <c:v>24.75</c:v>
                </c:pt>
                <c:pt idx="53329">
                  <c:v>24.75</c:v>
                </c:pt>
                <c:pt idx="53330">
                  <c:v>24.75</c:v>
                </c:pt>
                <c:pt idx="53331">
                  <c:v>24.75</c:v>
                </c:pt>
                <c:pt idx="53332">
                  <c:v>24.75</c:v>
                </c:pt>
                <c:pt idx="53333">
                  <c:v>24.75</c:v>
                </c:pt>
                <c:pt idx="53334">
                  <c:v>24.75</c:v>
                </c:pt>
                <c:pt idx="53335">
                  <c:v>24.75</c:v>
                </c:pt>
                <c:pt idx="53336">
                  <c:v>24.75</c:v>
                </c:pt>
                <c:pt idx="53337">
                  <c:v>24.75</c:v>
                </c:pt>
                <c:pt idx="53338">
                  <c:v>24.75</c:v>
                </c:pt>
                <c:pt idx="53339">
                  <c:v>24.75</c:v>
                </c:pt>
                <c:pt idx="53340">
                  <c:v>24.75</c:v>
                </c:pt>
                <c:pt idx="53341">
                  <c:v>24.75</c:v>
                </c:pt>
                <c:pt idx="53342">
                  <c:v>24.75</c:v>
                </c:pt>
                <c:pt idx="53343">
                  <c:v>24.75</c:v>
                </c:pt>
                <c:pt idx="53344">
                  <c:v>24.75</c:v>
                </c:pt>
                <c:pt idx="53345">
                  <c:v>24.7</c:v>
                </c:pt>
                <c:pt idx="53346">
                  <c:v>24.75</c:v>
                </c:pt>
                <c:pt idx="53347">
                  <c:v>24.75</c:v>
                </c:pt>
                <c:pt idx="53348">
                  <c:v>24.75</c:v>
                </c:pt>
                <c:pt idx="53349">
                  <c:v>24.75</c:v>
                </c:pt>
                <c:pt idx="53350">
                  <c:v>24.75</c:v>
                </c:pt>
                <c:pt idx="53351">
                  <c:v>24.7</c:v>
                </c:pt>
                <c:pt idx="53352">
                  <c:v>24.75</c:v>
                </c:pt>
                <c:pt idx="53353">
                  <c:v>24.75</c:v>
                </c:pt>
                <c:pt idx="53354">
                  <c:v>24.75</c:v>
                </c:pt>
                <c:pt idx="53355">
                  <c:v>24.75</c:v>
                </c:pt>
                <c:pt idx="53356">
                  <c:v>24.75</c:v>
                </c:pt>
                <c:pt idx="53357">
                  <c:v>24.75</c:v>
                </c:pt>
                <c:pt idx="53358">
                  <c:v>24.75</c:v>
                </c:pt>
                <c:pt idx="53359">
                  <c:v>24.75</c:v>
                </c:pt>
                <c:pt idx="53360">
                  <c:v>24.75</c:v>
                </c:pt>
                <c:pt idx="53361">
                  <c:v>24.75</c:v>
                </c:pt>
                <c:pt idx="53362">
                  <c:v>24.75</c:v>
                </c:pt>
                <c:pt idx="53363">
                  <c:v>24.75</c:v>
                </c:pt>
                <c:pt idx="53364">
                  <c:v>24.75</c:v>
                </c:pt>
                <c:pt idx="53365">
                  <c:v>24.75</c:v>
                </c:pt>
                <c:pt idx="53366">
                  <c:v>24.75</c:v>
                </c:pt>
                <c:pt idx="53367">
                  <c:v>24.7</c:v>
                </c:pt>
                <c:pt idx="53368">
                  <c:v>24.75</c:v>
                </c:pt>
                <c:pt idx="53369">
                  <c:v>24.7</c:v>
                </c:pt>
                <c:pt idx="53370">
                  <c:v>24.7</c:v>
                </c:pt>
                <c:pt idx="53371">
                  <c:v>24.7</c:v>
                </c:pt>
                <c:pt idx="53372">
                  <c:v>24.7</c:v>
                </c:pt>
                <c:pt idx="53373">
                  <c:v>24.7</c:v>
                </c:pt>
                <c:pt idx="53374">
                  <c:v>24.7</c:v>
                </c:pt>
                <c:pt idx="53375">
                  <c:v>24.75</c:v>
                </c:pt>
                <c:pt idx="53376">
                  <c:v>24.75</c:v>
                </c:pt>
                <c:pt idx="53377">
                  <c:v>24.75</c:v>
                </c:pt>
                <c:pt idx="53378">
                  <c:v>24.75</c:v>
                </c:pt>
                <c:pt idx="53379">
                  <c:v>24.75</c:v>
                </c:pt>
                <c:pt idx="53380">
                  <c:v>24.75</c:v>
                </c:pt>
                <c:pt idx="53381">
                  <c:v>24.75</c:v>
                </c:pt>
                <c:pt idx="53382">
                  <c:v>24.75</c:v>
                </c:pt>
                <c:pt idx="53383">
                  <c:v>24.75</c:v>
                </c:pt>
                <c:pt idx="53384">
                  <c:v>24.75</c:v>
                </c:pt>
                <c:pt idx="53385">
                  <c:v>24.75</c:v>
                </c:pt>
                <c:pt idx="53386">
                  <c:v>24.75</c:v>
                </c:pt>
                <c:pt idx="53387">
                  <c:v>24.75</c:v>
                </c:pt>
                <c:pt idx="53388">
                  <c:v>24.75</c:v>
                </c:pt>
                <c:pt idx="53389">
                  <c:v>24.75</c:v>
                </c:pt>
                <c:pt idx="53390">
                  <c:v>24.75</c:v>
                </c:pt>
                <c:pt idx="53391">
                  <c:v>24.7</c:v>
                </c:pt>
                <c:pt idx="53392">
                  <c:v>24.7</c:v>
                </c:pt>
                <c:pt idx="53393">
                  <c:v>24.7</c:v>
                </c:pt>
                <c:pt idx="53394">
                  <c:v>24.7</c:v>
                </c:pt>
                <c:pt idx="53395">
                  <c:v>24.7</c:v>
                </c:pt>
                <c:pt idx="53396">
                  <c:v>24.7</c:v>
                </c:pt>
                <c:pt idx="53397">
                  <c:v>24.7</c:v>
                </c:pt>
                <c:pt idx="53398">
                  <c:v>24.7</c:v>
                </c:pt>
                <c:pt idx="53399">
                  <c:v>24.7</c:v>
                </c:pt>
                <c:pt idx="53400">
                  <c:v>24.7</c:v>
                </c:pt>
                <c:pt idx="53401">
                  <c:v>24.7</c:v>
                </c:pt>
                <c:pt idx="53402">
                  <c:v>24.7</c:v>
                </c:pt>
                <c:pt idx="53403">
                  <c:v>24.75</c:v>
                </c:pt>
                <c:pt idx="53404">
                  <c:v>24.75</c:v>
                </c:pt>
                <c:pt idx="53405">
                  <c:v>24.75</c:v>
                </c:pt>
                <c:pt idx="53406">
                  <c:v>24.75</c:v>
                </c:pt>
                <c:pt idx="53407">
                  <c:v>24.75</c:v>
                </c:pt>
                <c:pt idx="53408">
                  <c:v>24.75</c:v>
                </c:pt>
                <c:pt idx="53409">
                  <c:v>24.75</c:v>
                </c:pt>
                <c:pt idx="53410">
                  <c:v>24.75</c:v>
                </c:pt>
                <c:pt idx="53411">
                  <c:v>24.75</c:v>
                </c:pt>
                <c:pt idx="53412">
                  <c:v>24.75</c:v>
                </c:pt>
                <c:pt idx="53413">
                  <c:v>24.75</c:v>
                </c:pt>
                <c:pt idx="53414">
                  <c:v>24.75</c:v>
                </c:pt>
                <c:pt idx="53415">
                  <c:v>24.75</c:v>
                </c:pt>
                <c:pt idx="53416">
                  <c:v>24.75</c:v>
                </c:pt>
                <c:pt idx="53417">
                  <c:v>24.75</c:v>
                </c:pt>
                <c:pt idx="53418">
                  <c:v>24.75</c:v>
                </c:pt>
                <c:pt idx="53419">
                  <c:v>24.75</c:v>
                </c:pt>
                <c:pt idx="53420">
                  <c:v>24.75</c:v>
                </c:pt>
                <c:pt idx="53421">
                  <c:v>24.7</c:v>
                </c:pt>
                <c:pt idx="53422">
                  <c:v>24.7</c:v>
                </c:pt>
                <c:pt idx="53423">
                  <c:v>24.7</c:v>
                </c:pt>
                <c:pt idx="53424">
                  <c:v>24.7</c:v>
                </c:pt>
                <c:pt idx="53425">
                  <c:v>24.7</c:v>
                </c:pt>
                <c:pt idx="53426">
                  <c:v>24.7</c:v>
                </c:pt>
                <c:pt idx="53427">
                  <c:v>24.7</c:v>
                </c:pt>
                <c:pt idx="53428">
                  <c:v>24.7</c:v>
                </c:pt>
                <c:pt idx="53429">
                  <c:v>24.7</c:v>
                </c:pt>
                <c:pt idx="53430">
                  <c:v>24.7</c:v>
                </c:pt>
                <c:pt idx="53431">
                  <c:v>24.75</c:v>
                </c:pt>
                <c:pt idx="53432">
                  <c:v>24.7</c:v>
                </c:pt>
                <c:pt idx="53433">
                  <c:v>24.7</c:v>
                </c:pt>
                <c:pt idx="53434">
                  <c:v>24.7</c:v>
                </c:pt>
                <c:pt idx="53435">
                  <c:v>24.7</c:v>
                </c:pt>
                <c:pt idx="53436">
                  <c:v>24.7</c:v>
                </c:pt>
                <c:pt idx="53437">
                  <c:v>24.7</c:v>
                </c:pt>
                <c:pt idx="53438">
                  <c:v>24.75</c:v>
                </c:pt>
                <c:pt idx="53439">
                  <c:v>24.75</c:v>
                </c:pt>
                <c:pt idx="53440">
                  <c:v>24.75</c:v>
                </c:pt>
                <c:pt idx="53441">
                  <c:v>24.75</c:v>
                </c:pt>
                <c:pt idx="53442">
                  <c:v>24.75</c:v>
                </c:pt>
                <c:pt idx="53443">
                  <c:v>24.75</c:v>
                </c:pt>
                <c:pt idx="53444">
                  <c:v>24.75</c:v>
                </c:pt>
                <c:pt idx="53445">
                  <c:v>24.75</c:v>
                </c:pt>
                <c:pt idx="53446">
                  <c:v>24.75</c:v>
                </c:pt>
                <c:pt idx="53447">
                  <c:v>24.75</c:v>
                </c:pt>
                <c:pt idx="53448">
                  <c:v>24.75</c:v>
                </c:pt>
                <c:pt idx="53449">
                  <c:v>24.7</c:v>
                </c:pt>
                <c:pt idx="53450">
                  <c:v>24.7</c:v>
                </c:pt>
                <c:pt idx="53451">
                  <c:v>24.7</c:v>
                </c:pt>
                <c:pt idx="53452">
                  <c:v>24.7</c:v>
                </c:pt>
                <c:pt idx="53453">
                  <c:v>24.7</c:v>
                </c:pt>
                <c:pt idx="53454">
                  <c:v>24.7</c:v>
                </c:pt>
                <c:pt idx="53455">
                  <c:v>24.7</c:v>
                </c:pt>
                <c:pt idx="53456">
                  <c:v>24.7</c:v>
                </c:pt>
                <c:pt idx="53457">
                  <c:v>24.7</c:v>
                </c:pt>
                <c:pt idx="53458">
                  <c:v>24.7</c:v>
                </c:pt>
                <c:pt idx="53459">
                  <c:v>24.7</c:v>
                </c:pt>
                <c:pt idx="53460">
                  <c:v>24.7</c:v>
                </c:pt>
                <c:pt idx="53461">
                  <c:v>24.7</c:v>
                </c:pt>
                <c:pt idx="53462">
                  <c:v>24.75</c:v>
                </c:pt>
                <c:pt idx="53463">
                  <c:v>24.75</c:v>
                </c:pt>
                <c:pt idx="53464">
                  <c:v>24.75</c:v>
                </c:pt>
                <c:pt idx="53465">
                  <c:v>24.75</c:v>
                </c:pt>
                <c:pt idx="53466">
                  <c:v>24.75</c:v>
                </c:pt>
                <c:pt idx="53467">
                  <c:v>24.75</c:v>
                </c:pt>
                <c:pt idx="53468">
                  <c:v>24.75</c:v>
                </c:pt>
                <c:pt idx="53469">
                  <c:v>24.75</c:v>
                </c:pt>
                <c:pt idx="53470">
                  <c:v>24.75</c:v>
                </c:pt>
                <c:pt idx="53471">
                  <c:v>24.75</c:v>
                </c:pt>
                <c:pt idx="53472">
                  <c:v>24.75</c:v>
                </c:pt>
                <c:pt idx="53473">
                  <c:v>24.75</c:v>
                </c:pt>
                <c:pt idx="53474">
                  <c:v>24.75</c:v>
                </c:pt>
                <c:pt idx="53475">
                  <c:v>24.7</c:v>
                </c:pt>
                <c:pt idx="53476">
                  <c:v>24.75</c:v>
                </c:pt>
                <c:pt idx="53477">
                  <c:v>24.7</c:v>
                </c:pt>
                <c:pt idx="53478">
                  <c:v>24.7</c:v>
                </c:pt>
                <c:pt idx="53479">
                  <c:v>24.7</c:v>
                </c:pt>
                <c:pt idx="53480">
                  <c:v>24.7</c:v>
                </c:pt>
                <c:pt idx="53481">
                  <c:v>24.7</c:v>
                </c:pt>
                <c:pt idx="53482">
                  <c:v>24.7</c:v>
                </c:pt>
                <c:pt idx="53483">
                  <c:v>24.7</c:v>
                </c:pt>
                <c:pt idx="53484">
                  <c:v>24.7</c:v>
                </c:pt>
                <c:pt idx="53485">
                  <c:v>24.7</c:v>
                </c:pt>
                <c:pt idx="53486">
                  <c:v>24.7</c:v>
                </c:pt>
                <c:pt idx="53487">
                  <c:v>24.7</c:v>
                </c:pt>
                <c:pt idx="53488">
                  <c:v>24.7</c:v>
                </c:pt>
                <c:pt idx="53489">
                  <c:v>24.75</c:v>
                </c:pt>
                <c:pt idx="53490">
                  <c:v>24.75</c:v>
                </c:pt>
                <c:pt idx="53491">
                  <c:v>24.75</c:v>
                </c:pt>
                <c:pt idx="53492">
                  <c:v>24.75</c:v>
                </c:pt>
                <c:pt idx="53493">
                  <c:v>24.75</c:v>
                </c:pt>
                <c:pt idx="53494">
                  <c:v>24.75</c:v>
                </c:pt>
                <c:pt idx="53495">
                  <c:v>24.75</c:v>
                </c:pt>
                <c:pt idx="53496">
                  <c:v>24.75</c:v>
                </c:pt>
                <c:pt idx="53497">
                  <c:v>24.75</c:v>
                </c:pt>
                <c:pt idx="53498">
                  <c:v>24.75</c:v>
                </c:pt>
                <c:pt idx="53499">
                  <c:v>24.75</c:v>
                </c:pt>
                <c:pt idx="53500">
                  <c:v>24.75</c:v>
                </c:pt>
                <c:pt idx="53501">
                  <c:v>24.75</c:v>
                </c:pt>
                <c:pt idx="53502">
                  <c:v>24.75</c:v>
                </c:pt>
                <c:pt idx="53503">
                  <c:v>24.75</c:v>
                </c:pt>
                <c:pt idx="53504">
                  <c:v>24.75</c:v>
                </c:pt>
                <c:pt idx="53505">
                  <c:v>24.75</c:v>
                </c:pt>
                <c:pt idx="53506">
                  <c:v>24.75</c:v>
                </c:pt>
                <c:pt idx="53507">
                  <c:v>24.75</c:v>
                </c:pt>
                <c:pt idx="53508">
                  <c:v>24.75</c:v>
                </c:pt>
                <c:pt idx="53509">
                  <c:v>24.75</c:v>
                </c:pt>
                <c:pt idx="53510">
                  <c:v>24.75</c:v>
                </c:pt>
                <c:pt idx="53511">
                  <c:v>24.75</c:v>
                </c:pt>
                <c:pt idx="53512">
                  <c:v>24.75</c:v>
                </c:pt>
                <c:pt idx="53513">
                  <c:v>24.75</c:v>
                </c:pt>
                <c:pt idx="53514">
                  <c:v>24.7</c:v>
                </c:pt>
                <c:pt idx="53515">
                  <c:v>24.7</c:v>
                </c:pt>
                <c:pt idx="53516">
                  <c:v>24.7</c:v>
                </c:pt>
                <c:pt idx="53517">
                  <c:v>24.7</c:v>
                </c:pt>
                <c:pt idx="53518">
                  <c:v>24.7</c:v>
                </c:pt>
                <c:pt idx="53519">
                  <c:v>24.7</c:v>
                </c:pt>
                <c:pt idx="53520">
                  <c:v>24.7</c:v>
                </c:pt>
                <c:pt idx="53521">
                  <c:v>24.75</c:v>
                </c:pt>
                <c:pt idx="53522">
                  <c:v>24.7</c:v>
                </c:pt>
                <c:pt idx="53523">
                  <c:v>24.75</c:v>
                </c:pt>
                <c:pt idx="53524">
                  <c:v>24.75</c:v>
                </c:pt>
                <c:pt idx="53525">
                  <c:v>24.75</c:v>
                </c:pt>
                <c:pt idx="53526">
                  <c:v>24.75</c:v>
                </c:pt>
                <c:pt idx="53527">
                  <c:v>24.7</c:v>
                </c:pt>
                <c:pt idx="53528">
                  <c:v>24.75</c:v>
                </c:pt>
                <c:pt idx="53529">
                  <c:v>24.75</c:v>
                </c:pt>
                <c:pt idx="53530">
                  <c:v>24.75</c:v>
                </c:pt>
                <c:pt idx="53531">
                  <c:v>24.75</c:v>
                </c:pt>
                <c:pt idx="53532">
                  <c:v>24.7</c:v>
                </c:pt>
                <c:pt idx="53533">
                  <c:v>24.75</c:v>
                </c:pt>
                <c:pt idx="53534">
                  <c:v>24.75</c:v>
                </c:pt>
                <c:pt idx="53535">
                  <c:v>24.75</c:v>
                </c:pt>
                <c:pt idx="53536">
                  <c:v>24.75</c:v>
                </c:pt>
                <c:pt idx="53537">
                  <c:v>24.75</c:v>
                </c:pt>
                <c:pt idx="53538">
                  <c:v>24.75</c:v>
                </c:pt>
                <c:pt idx="53539">
                  <c:v>24.7</c:v>
                </c:pt>
                <c:pt idx="53540">
                  <c:v>24.75</c:v>
                </c:pt>
                <c:pt idx="53541">
                  <c:v>24.75</c:v>
                </c:pt>
                <c:pt idx="53542">
                  <c:v>24.75</c:v>
                </c:pt>
                <c:pt idx="53543">
                  <c:v>24.75</c:v>
                </c:pt>
                <c:pt idx="53544">
                  <c:v>24.75</c:v>
                </c:pt>
                <c:pt idx="53545">
                  <c:v>24.75</c:v>
                </c:pt>
                <c:pt idx="53546">
                  <c:v>24.75</c:v>
                </c:pt>
                <c:pt idx="53547">
                  <c:v>24.75</c:v>
                </c:pt>
                <c:pt idx="53548">
                  <c:v>24.75</c:v>
                </c:pt>
                <c:pt idx="53549">
                  <c:v>24.75</c:v>
                </c:pt>
                <c:pt idx="53550">
                  <c:v>24.75</c:v>
                </c:pt>
                <c:pt idx="53551">
                  <c:v>24.75</c:v>
                </c:pt>
                <c:pt idx="53552">
                  <c:v>24.75</c:v>
                </c:pt>
                <c:pt idx="53553">
                  <c:v>24.75</c:v>
                </c:pt>
                <c:pt idx="53554">
                  <c:v>24.75</c:v>
                </c:pt>
                <c:pt idx="53555">
                  <c:v>24.75</c:v>
                </c:pt>
                <c:pt idx="53556">
                  <c:v>24.75</c:v>
                </c:pt>
                <c:pt idx="53557">
                  <c:v>24.75</c:v>
                </c:pt>
                <c:pt idx="53558">
                  <c:v>24.75</c:v>
                </c:pt>
                <c:pt idx="53559">
                  <c:v>24.75</c:v>
                </c:pt>
                <c:pt idx="53560">
                  <c:v>24.75</c:v>
                </c:pt>
                <c:pt idx="53561">
                  <c:v>24.75</c:v>
                </c:pt>
                <c:pt idx="53562">
                  <c:v>24.75</c:v>
                </c:pt>
                <c:pt idx="53563">
                  <c:v>24.75</c:v>
                </c:pt>
                <c:pt idx="53564">
                  <c:v>24.75</c:v>
                </c:pt>
                <c:pt idx="53565">
                  <c:v>24.75</c:v>
                </c:pt>
                <c:pt idx="53566">
                  <c:v>24.75</c:v>
                </c:pt>
                <c:pt idx="53567">
                  <c:v>24.75</c:v>
                </c:pt>
                <c:pt idx="53568">
                  <c:v>24.75</c:v>
                </c:pt>
                <c:pt idx="53569">
                  <c:v>24.75</c:v>
                </c:pt>
                <c:pt idx="53570">
                  <c:v>24.75</c:v>
                </c:pt>
                <c:pt idx="53571">
                  <c:v>24.75</c:v>
                </c:pt>
                <c:pt idx="53572">
                  <c:v>24.75</c:v>
                </c:pt>
                <c:pt idx="53573">
                  <c:v>24.7</c:v>
                </c:pt>
                <c:pt idx="53574">
                  <c:v>24.7</c:v>
                </c:pt>
                <c:pt idx="53575">
                  <c:v>24.7</c:v>
                </c:pt>
                <c:pt idx="53576">
                  <c:v>24.7</c:v>
                </c:pt>
                <c:pt idx="53577">
                  <c:v>24.7</c:v>
                </c:pt>
                <c:pt idx="53578">
                  <c:v>24.7</c:v>
                </c:pt>
                <c:pt idx="53579">
                  <c:v>24.7</c:v>
                </c:pt>
                <c:pt idx="53580">
                  <c:v>24.7</c:v>
                </c:pt>
                <c:pt idx="53581">
                  <c:v>24.7</c:v>
                </c:pt>
                <c:pt idx="53582">
                  <c:v>24.7</c:v>
                </c:pt>
                <c:pt idx="53583">
                  <c:v>24.7</c:v>
                </c:pt>
                <c:pt idx="53584">
                  <c:v>24.7</c:v>
                </c:pt>
                <c:pt idx="53585">
                  <c:v>24.7</c:v>
                </c:pt>
                <c:pt idx="53586">
                  <c:v>24.7</c:v>
                </c:pt>
                <c:pt idx="53587">
                  <c:v>24.7</c:v>
                </c:pt>
                <c:pt idx="53588">
                  <c:v>24.7</c:v>
                </c:pt>
                <c:pt idx="53589">
                  <c:v>24.7</c:v>
                </c:pt>
                <c:pt idx="53590">
                  <c:v>24.75</c:v>
                </c:pt>
                <c:pt idx="53591">
                  <c:v>24.7</c:v>
                </c:pt>
                <c:pt idx="53592">
                  <c:v>24.75</c:v>
                </c:pt>
                <c:pt idx="53593">
                  <c:v>24.75</c:v>
                </c:pt>
                <c:pt idx="53594">
                  <c:v>24.75</c:v>
                </c:pt>
                <c:pt idx="53595">
                  <c:v>24.7</c:v>
                </c:pt>
                <c:pt idx="53596">
                  <c:v>24.7</c:v>
                </c:pt>
                <c:pt idx="53597">
                  <c:v>24.75</c:v>
                </c:pt>
                <c:pt idx="53598">
                  <c:v>24.75</c:v>
                </c:pt>
                <c:pt idx="53599">
                  <c:v>24.75</c:v>
                </c:pt>
                <c:pt idx="53600">
                  <c:v>24.7</c:v>
                </c:pt>
                <c:pt idx="53601">
                  <c:v>24.75</c:v>
                </c:pt>
                <c:pt idx="53602">
                  <c:v>24.7</c:v>
                </c:pt>
                <c:pt idx="53603">
                  <c:v>24.7</c:v>
                </c:pt>
                <c:pt idx="53604">
                  <c:v>24.7</c:v>
                </c:pt>
                <c:pt idx="53605">
                  <c:v>24.7</c:v>
                </c:pt>
                <c:pt idx="53606">
                  <c:v>24.7</c:v>
                </c:pt>
                <c:pt idx="53607">
                  <c:v>24.7</c:v>
                </c:pt>
                <c:pt idx="53608">
                  <c:v>24.7</c:v>
                </c:pt>
                <c:pt idx="53609">
                  <c:v>24.7</c:v>
                </c:pt>
                <c:pt idx="53610">
                  <c:v>24.7</c:v>
                </c:pt>
                <c:pt idx="53611">
                  <c:v>24.7</c:v>
                </c:pt>
                <c:pt idx="53612">
                  <c:v>24.7</c:v>
                </c:pt>
                <c:pt idx="53613">
                  <c:v>24.7</c:v>
                </c:pt>
                <c:pt idx="53614">
                  <c:v>24.7</c:v>
                </c:pt>
                <c:pt idx="53615">
                  <c:v>24.7</c:v>
                </c:pt>
                <c:pt idx="53616">
                  <c:v>24.7</c:v>
                </c:pt>
                <c:pt idx="53617">
                  <c:v>24.7</c:v>
                </c:pt>
                <c:pt idx="53618">
                  <c:v>24.7</c:v>
                </c:pt>
                <c:pt idx="53619">
                  <c:v>24.7</c:v>
                </c:pt>
                <c:pt idx="53620">
                  <c:v>24.7</c:v>
                </c:pt>
                <c:pt idx="53621">
                  <c:v>24.7</c:v>
                </c:pt>
                <c:pt idx="53622">
                  <c:v>24.7</c:v>
                </c:pt>
                <c:pt idx="53623">
                  <c:v>24.7</c:v>
                </c:pt>
                <c:pt idx="53624">
                  <c:v>24.7</c:v>
                </c:pt>
                <c:pt idx="53625">
                  <c:v>24.7</c:v>
                </c:pt>
                <c:pt idx="53626">
                  <c:v>24.7</c:v>
                </c:pt>
                <c:pt idx="53627">
                  <c:v>24.75</c:v>
                </c:pt>
                <c:pt idx="53628">
                  <c:v>24.75</c:v>
                </c:pt>
                <c:pt idx="53629">
                  <c:v>24.75</c:v>
                </c:pt>
                <c:pt idx="53630">
                  <c:v>24.75</c:v>
                </c:pt>
                <c:pt idx="53631">
                  <c:v>24.75</c:v>
                </c:pt>
                <c:pt idx="53632">
                  <c:v>24.75</c:v>
                </c:pt>
                <c:pt idx="53633">
                  <c:v>24.75</c:v>
                </c:pt>
                <c:pt idx="53634">
                  <c:v>24.75</c:v>
                </c:pt>
                <c:pt idx="53635">
                  <c:v>24.75</c:v>
                </c:pt>
                <c:pt idx="53636">
                  <c:v>24.7</c:v>
                </c:pt>
                <c:pt idx="53637">
                  <c:v>24.7</c:v>
                </c:pt>
                <c:pt idx="53638">
                  <c:v>24.7</c:v>
                </c:pt>
                <c:pt idx="53639">
                  <c:v>24.7</c:v>
                </c:pt>
                <c:pt idx="53640">
                  <c:v>24.7</c:v>
                </c:pt>
                <c:pt idx="53641">
                  <c:v>24.7</c:v>
                </c:pt>
                <c:pt idx="53642">
                  <c:v>24.7</c:v>
                </c:pt>
                <c:pt idx="53643">
                  <c:v>24.7</c:v>
                </c:pt>
                <c:pt idx="53644">
                  <c:v>24.7</c:v>
                </c:pt>
                <c:pt idx="53645">
                  <c:v>24.7</c:v>
                </c:pt>
                <c:pt idx="53646">
                  <c:v>24.7</c:v>
                </c:pt>
                <c:pt idx="53647">
                  <c:v>24.7</c:v>
                </c:pt>
                <c:pt idx="53648">
                  <c:v>24.7</c:v>
                </c:pt>
                <c:pt idx="53649">
                  <c:v>24.7</c:v>
                </c:pt>
                <c:pt idx="53650">
                  <c:v>24.7</c:v>
                </c:pt>
                <c:pt idx="53651">
                  <c:v>24.7</c:v>
                </c:pt>
                <c:pt idx="53652">
                  <c:v>24.7</c:v>
                </c:pt>
                <c:pt idx="53653">
                  <c:v>24.7</c:v>
                </c:pt>
                <c:pt idx="53654">
                  <c:v>24.7</c:v>
                </c:pt>
                <c:pt idx="53655">
                  <c:v>24.7</c:v>
                </c:pt>
                <c:pt idx="53656">
                  <c:v>24.7</c:v>
                </c:pt>
                <c:pt idx="53657">
                  <c:v>24.7</c:v>
                </c:pt>
                <c:pt idx="53658">
                  <c:v>24.7</c:v>
                </c:pt>
                <c:pt idx="53659">
                  <c:v>24.7</c:v>
                </c:pt>
                <c:pt idx="53660">
                  <c:v>24.7</c:v>
                </c:pt>
                <c:pt idx="53661">
                  <c:v>24.7</c:v>
                </c:pt>
                <c:pt idx="53662">
                  <c:v>24.7</c:v>
                </c:pt>
                <c:pt idx="53663">
                  <c:v>24.7</c:v>
                </c:pt>
                <c:pt idx="53664">
                  <c:v>24.75</c:v>
                </c:pt>
                <c:pt idx="53665">
                  <c:v>24.75</c:v>
                </c:pt>
                <c:pt idx="53666">
                  <c:v>24.75</c:v>
                </c:pt>
                <c:pt idx="53667">
                  <c:v>24.75</c:v>
                </c:pt>
                <c:pt idx="53668">
                  <c:v>24.75</c:v>
                </c:pt>
                <c:pt idx="53669">
                  <c:v>24.75</c:v>
                </c:pt>
                <c:pt idx="53670">
                  <c:v>24.75</c:v>
                </c:pt>
                <c:pt idx="53671">
                  <c:v>24.75</c:v>
                </c:pt>
                <c:pt idx="53672">
                  <c:v>24.75</c:v>
                </c:pt>
                <c:pt idx="53673">
                  <c:v>24.75</c:v>
                </c:pt>
                <c:pt idx="53674">
                  <c:v>24.7</c:v>
                </c:pt>
                <c:pt idx="53675">
                  <c:v>24.7</c:v>
                </c:pt>
                <c:pt idx="53676">
                  <c:v>24.7</c:v>
                </c:pt>
                <c:pt idx="53677">
                  <c:v>24.7</c:v>
                </c:pt>
                <c:pt idx="53678">
                  <c:v>24.7</c:v>
                </c:pt>
                <c:pt idx="53679">
                  <c:v>24.7</c:v>
                </c:pt>
                <c:pt idx="53680">
                  <c:v>24.7</c:v>
                </c:pt>
                <c:pt idx="53681">
                  <c:v>24.7</c:v>
                </c:pt>
                <c:pt idx="53682">
                  <c:v>24.7</c:v>
                </c:pt>
                <c:pt idx="53683">
                  <c:v>24.7</c:v>
                </c:pt>
                <c:pt idx="53684">
                  <c:v>24.7</c:v>
                </c:pt>
                <c:pt idx="53685">
                  <c:v>24.7</c:v>
                </c:pt>
                <c:pt idx="53686">
                  <c:v>24.7</c:v>
                </c:pt>
                <c:pt idx="53687">
                  <c:v>24.7</c:v>
                </c:pt>
                <c:pt idx="53688">
                  <c:v>24.7</c:v>
                </c:pt>
                <c:pt idx="53689">
                  <c:v>24.7</c:v>
                </c:pt>
                <c:pt idx="53690">
                  <c:v>24.7</c:v>
                </c:pt>
                <c:pt idx="53691">
                  <c:v>24.75</c:v>
                </c:pt>
                <c:pt idx="53692">
                  <c:v>24.75</c:v>
                </c:pt>
                <c:pt idx="53693">
                  <c:v>24.7</c:v>
                </c:pt>
                <c:pt idx="53694">
                  <c:v>24.75</c:v>
                </c:pt>
                <c:pt idx="53695">
                  <c:v>24.7</c:v>
                </c:pt>
                <c:pt idx="53696">
                  <c:v>24.75</c:v>
                </c:pt>
                <c:pt idx="53697">
                  <c:v>24.7</c:v>
                </c:pt>
                <c:pt idx="53698">
                  <c:v>24.75</c:v>
                </c:pt>
                <c:pt idx="53699">
                  <c:v>24.75</c:v>
                </c:pt>
                <c:pt idx="53700">
                  <c:v>24.75</c:v>
                </c:pt>
                <c:pt idx="53701">
                  <c:v>24.75</c:v>
                </c:pt>
                <c:pt idx="53702">
                  <c:v>24.75</c:v>
                </c:pt>
                <c:pt idx="53703">
                  <c:v>24.75</c:v>
                </c:pt>
                <c:pt idx="53704">
                  <c:v>24.75</c:v>
                </c:pt>
                <c:pt idx="53705">
                  <c:v>24.75</c:v>
                </c:pt>
                <c:pt idx="53706">
                  <c:v>24.75</c:v>
                </c:pt>
                <c:pt idx="53707">
                  <c:v>24.75</c:v>
                </c:pt>
                <c:pt idx="53708">
                  <c:v>24.75</c:v>
                </c:pt>
                <c:pt idx="53709">
                  <c:v>24.7</c:v>
                </c:pt>
                <c:pt idx="53710">
                  <c:v>24.7</c:v>
                </c:pt>
                <c:pt idx="53711">
                  <c:v>24.7</c:v>
                </c:pt>
                <c:pt idx="53712">
                  <c:v>24.75</c:v>
                </c:pt>
                <c:pt idx="53713">
                  <c:v>24.7</c:v>
                </c:pt>
                <c:pt idx="53714">
                  <c:v>24.7</c:v>
                </c:pt>
                <c:pt idx="53715">
                  <c:v>24.7</c:v>
                </c:pt>
                <c:pt idx="53716">
                  <c:v>24.7</c:v>
                </c:pt>
                <c:pt idx="53717">
                  <c:v>24.7</c:v>
                </c:pt>
                <c:pt idx="53718">
                  <c:v>24.7</c:v>
                </c:pt>
                <c:pt idx="53719">
                  <c:v>24.7</c:v>
                </c:pt>
                <c:pt idx="53720">
                  <c:v>24.7</c:v>
                </c:pt>
                <c:pt idx="53721">
                  <c:v>24.7</c:v>
                </c:pt>
                <c:pt idx="53722">
                  <c:v>24.7</c:v>
                </c:pt>
                <c:pt idx="53723">
                  <c:v>24.7</c:v>
                </c:pt>
                <c:pt idx="53724">
                  <c:v>24.75</c:v>
                </c:pt>
                <c:pt idx="53725">
                  <c:v>24.75</c:v>
                </c:pt>
                <c:pt idx="53726">
                  <c:v>24.75</c:v>
                </c:pt>
                <c:pt idx="53727">
                  <c:v>24.75</c:v>
                </c:pt>
                <c:pt idx="53728">
                  <c:v>24.75</c:v>
                </c:pt>
                <c:pt idx="53729">
                  <c:v>24.75</c:v>
                </c:pt>
                <c:pt idx="53730">
                  <c:v>24.75</c:v>
                </c:pt>
                <c:pt idx="53731">
                  <c:v>24.75</c:v>
                </c:pt>
                <c:pt idx="53732">
                  <c:v>24.75</c:v>
                </c:pt>
                <c:pt idx="53733">
                  <c:v>24.75</c:v>
                </c:pt>
                <c:pt idx="53734">
                  <c:v>24.75</c:v>
                </c:pt>
                <c:pt idx="53735">
                  <c:v>24.75</c:v>
                </c:pt>
                <c:pt idx="53736">
                  <c:v>24.75</c:v>
                </c:pt>
                <c:pt idx="53737">
                  <c:v>24.75</c:v>
                </c:pt>
                <c:pt idx="53738">
                  <c:v>24.75</c:v>
                </c:pt>
                <c:pt idx="53739">
                  <c:v>24.75</c:v>
                </c:pt>
                <c:pt idx="53740">
                  <c:v>24.75</c:v>
                </c:pt>
                <c:pt idx="53741">
                  <c:v>24.75</c:v>
                </c:pt>
                <c:pt idx="53742">
                  <c:v>24.75</c:v>
                </c:pt>
                <c:pt idx="53743">
                  <c:v>24.75</c:v>
                </c:pt>
                <c:pt idx="53744">
                  <c:v>24.75</c:v>
                </c:pt>
                <c:pt idx="53745">
                  <c:v>24.7</c:v>
                </c:pt>
                <c:pt idx="53746">
                  <c:v>24.75</c:v>
                </c:pt>
                <c:pt idx="53747">
                  <c:v>24.75</c:v>
                </c:pt>
                <c:pt idx="53748">
                  <c:v>24.75</c:v>
                </c:pt>
                <c:pt idx="53749">
                  <c:v>24.75</c:v>
                </c:pt>
                <c:pt idx="53750">
                  <c:v>24.75</c:v>
                </c:pt>
                <c:pt idx="53751">
                  <c:v>24.75</c:v>
                </c:pt>
                <c:pt idx="53752">
                  <c:v>24.75</c:v>
                </c:pt>
                <c:pt idx="53753">
                  <c:v>24.75</c:v>
                </c:pt>
                <c:pt idx="53754">
                  <c:v>24.75</c:v>
                </c:pt>
                <c:pt idx="53755">
                  <c:v>24.75</c:v>
                </c:pt>
                <c:pt idx="53756">
                  <c:v>24.75</c:v>
                </c:pt>
                <c:pt idx="53757">
                  <c:v>24.75</c:v>
                </c:pt>
                <c:pt idx="53758">
                  <c:v>24.75</c:v>
                </c:pt>
                <c:pt idx="53759">
                  <c:v>24.75</c:v>
                </c:pt>
                <c:pt idx="53760">
                  <c:v>24.75</c:v>
                </c:pt>
                <c:pt idx="53761">
                  <c:v>24.75</c:v>
                </c:pt>
                <c:pt idx="53762">
                  <c:v>24.75</c:v>
                </c:pt>
                <c:pt idx="53763">
                  <c:v>24.75</c:v>
                </c:pt>
                <c:pt idx="53764">
                  <c:v>24.75</c:v>
                </c:pt>
                <c:pt idx="53765">
                  <c:v>24.75</c:v>
                </c:pt>
                <c:pt idx="53766">
                  <c:v>24.75</c:v>
                </c:pt>
                <c:pt idx="53767">
                  <c:v>24.7</c:v>
                </c:pt>
                <c:pt idx="53768">
                  <c:v>24.75</c:v>
                </c:pt>
                <c:pt idx="53769">
                  <c:v>24.7</c:v>
                </c:pt>
                <c:pt idx="53770">
                  <c:v>24.75</c:v>
                </c:pt>
                <c:pt idx="53771">
                  <c:v>24.75</c:v>
                </c:pt>
                <c:pt idx="53772">
                  <c:v>24.75</c:v>
                </c:pt>
                <c:pt idx="53773">
                  <c:v>24.75</c:v>
                </c:pt>
                <c:pt idx="53774">
                  <c:v>24.75</c:v>
                </c:pt>
                <c:pt idx="53775">
                  <c:v>24.75</c:v>
                </c:pt>
                <c:pt idx="53776">
                  <c:v>24.75</c:v>
                </c:pt>
                <c:pt idx="53777">
                  <c:v>24.75</c:v>
                </c:pt>
                <c:pt idx="53778">
                  <c:v>24.75</c:v>
                </c:pt>
                <c:pt idx="53779">
                  <c:v>24.75</c:v>
                </c:pt>
                <c:pt idx="53780">
                  <c:v>24.75</c:v>
                </c:pt>
                <c:pt idx="53781">
                  <c:v>24.75</c:v>
                </c:pt>
                <c:pt idx="53782">
                  <c:v>24.75</c:v>
                </c:pt>
                <c:pt idx="53783">
                  <c:v>24.75</c:v>
                </c:pt>
                <c:pt idx="53784">
                  <c:v>24.75</c:v>
                </c:pt>
                <c:pt idx="53785">
                  <c:v>24.75</c:v>
                </c:pt>
                <c:pt idx="53786">
                  <c:v>24.75</c:v>
                </c:pt>
                <c:pt idx="53787">
                  <c:v>24.75</c:v>
                </c:pt>
                <c:pt idx="53788">
                  <c:v>24.75</c:v>
                </c:pt>
                <c:pt idx="53789">
                  <c:v>24.75</c:v>
                </c:pt>
                <c:pt idx="53790">
                  <c:v>24.75</c:v>
                </c:pt>
                <c:pt idx="53791">
                  <c:v>24.75</c:v>
                </c:pt>
                <c:pt idx="53792">
                  <c:v>24.75</c:v>
                </c:pt>
                <c:pt idx="53793">
                  <c:v>24.75</c:v>
                </c:pt>
                <c:pt idx="53794">
                  <c:v>24.75</c:v>
                </c:pt>
                <c:pt idx="53795">
                  <c:v>24.75</c:v>
                </c:pt>
                <c:pt idx="53796">
                  <c:v>24.75</c:v>
                </c:pt>
                <c:pt idx="53797">
                  <c:v>24.75</c:v>
                </c:pt>
                <c:pt idx="53798">
                  <c:v>24.7</c:v>
                </c:pt>
                <c:pt idx="53799">
                  <c:v>24.75</c:v>
                </c:pt>
                <c:pt idx="53800">
                  <c:v>24.75</c:v>
                </c:pt>
                <c:pt idx="53801">
                  <c:v>24.75</c:v>
                </c:pt>
                <c:pt idx="53802">
                  <c:v>24.75</c:v>
                </c:pt>
                <c:pt idx="53803">
                  <c:v>24.75</c:v>
                </c:pt>
                <c:pt idx="53804">
                  <c:v>24.75</c:v>
                </c:pt>
                <c:pt idx="53805">
                  <c:v>24.75</c:v>
                </c:pt>
                <c:pt idx="53806">
                  <c:v>24.75</c:v>
                </c:pt>
                <c:pt idx="53807">
                  <c:v>24.75</c:v>
                </c:pt>
                <c:pt idx="53808">
                  <c:v>24.75</c:v>
                </c:pt>
                <c:pt idx="53809">
                  <c:v>24.75</c:v>
                </c:pt>
                <c:pt idx="53810">
                  <c:v>24.75</c:v>
                </c:pt>
                <c:pt idx="53811">
                  <c:v>24.75</c:v>
                </c:pt>
                <c:pt idx="53812">
                  <c:v>24.75</c:v>
                </c:pt>
                <c:pt idx="53813">
                  <c:v>24.75</c:v>
                </c:pt>
                <c:pt idx="53814">
                  <c:v>24.75</c:v>
                </c:pt>
                <c:pt idx="53815">
                  <c:v>24.75</c:v>
                </c:pt>
                <c:pt idx="53816">
                  <c:v>24.75</c:v>
                </c:pt>
                <c:pt idx="53817">
                  <c:v>24.75</c:v>
                </c:pt>
                <c:pt idx="53818">
                  <c:v>24.75</c:v>
                </c:pt>
                <c:pt idx="53819">
                  <c:v>24.75</c:v>
                </c:pt>
                <c:pt idx="53820">
                  <c:v>24.7</c:v>
                </c:pt>
                <c:pt idx="53821">
                  <c:v>24.75</c:v>
                </c:pt>
                <c:pt idx="53822">
                  <c:v>24.7</c:v>
                </c:pt>
                <c:pt idx="53823">
                  <c:v>24.7</c:v>
                </c:pt>
                <c:pt idx="53824">
                  <c:v>24.75</c:v>
                </c:pt>
                <c:pt idx="53825">
                  <c:v>24.7</c:v>
                </c:pt>
                <c:pt idx="53826">
                  <c:v>24.7</c:v>
                </c:pt>
                <c:pt idx="53827">
                  <c:v>24.7</c:v>
                </c:pt>
                <c:pt idx="53828">
                  <c:v>24.75</c:v>
                </c:pt>
                <c:pt idx="53829">
                  <c:v>24.75</c:v>
                </c:pt>
                <c:pt idx="53830">
                  <c:v>24.75</c:v>
                </c:pt>
                <c:pt idx="53831">
                  <c:v>24.75</c:v>
                </c:pt>
                <c:pt idx="53832">
                  <c:v>24.75</c:v>
                </c:pt>
                <c:pt idx="53833">
                  <c:v>24.75</c:v>
                </c:pt>
                <c:pt idx="53834">
                  <c:v>24.75</c:v>
                </c:pt>
                <c:pt idx="53835">
                  <c:v>24.75</c:v>
                </c:pt>
                <c:pt idx="53836">
                  <c:v>24.75</c:v>
                </c:pt>
                <c:pt idx="53837">
                  <c:v>24.75</c:v>
                </c:pt>
                <c:pt idx="53838">
                  <c:v>24.75</c:v>
                </c:pt>
                <c:pt idx="53839">
                  <c:v>24.75</c:v>
                </c:pt>
                <c:pt idx="53840">
                  <c:v>24.75</c:v>
                </c:pt>
                <c:pt idx="53841">
                  <c:v>24.75</c:v>
                </c:pt>
                <c:pt idx="53842">
                  <c:v>24.75</c:v>
                </c:pt>
                <c:pt idx="53843">
                  <c:v>24.75</c:v>
                </c:pt>
                <c:pt idx="53844">
                  <c:v>24.75</c:v>
                </c:pt>
                <c:pt idx="53845">
                  <c:v>24.75</c:v>
                </c:pt>
                <c:pt idx="53846">
                  <c:v>24.75</c:v>
                </c:pt>
                <c:pt idx="53847">
                  <c:v>24.75</c:v>
                </c:pt>
                <c:pt idx="53848">
                  <c:v>24.75</c:v>
                </c:pt>
                <c:pt idx="53849">
                  <c:v>24.75</c:v>
                </c:pt>
                <c:pt idx="53850">
                  <c:v>24.75</c:v>
                </c:pt>
                <c:pt idx="53851">
                  <c:v>24.7</c:v>
                </c:pt>
                <c:pt idx="53852">
                  <c:v>24.7</c:v>
                </c:pt>
                <c:pt idx="53853">
                  <c:v>24.7</c:v>
                </c:pt>
                <c:pt idx="53854">
                  <c:v>24.7</c:v>
                </c:pt>
                <c:pt idx="53855">
                  <c:v>24.7</c:v>
                </c:pt>
                <c:pt idx="53856">
                  <c:v>24.7</c:v>
                </c:pt>
                <c:pt idx="53857">
                  <c:v>24.7</c:v>
                </c:pt>
                <c:pt idx="53858">
                  <c:v>24.7</c:v>
                </c:pt>
                <c:pt idx="53859">
                  <c:v>24.7</c:v>
                </c:pt>
                <c:pt idx="53860">
                  <c:v>24.7</c:v>
                </c:pt>
                <c:pt idx="53861">
                  <c:v>24.7</c:v>
                </c:pt>
                <c:pt idx="53862">
                  <c:v>24.7</c:v>
                </c:pt>
                <c:pt idx="53863">
                  <c:v>24.7</c:v>
                </c:pt>
                <c:pt idx="53864">
                  <c:v>24.7</c:v>
                </c:pt>
                <c:pt idx="53865">
                  <c:v>24.7</c:v>
                </c:pt>
                <c:pt idx="53866">
                  <c:v>24.7</c:v>
                </c:pt>
                <c:pt idx="53867">
                  <c:v>24.75</c:v>
                </c:pt>
                <c:pt idx="53868">
                  <c:v>24.75</c:v>
                </c:pt>
                <c:pt idx="53869">
                  <c:v>24.75</c:v>
                </c:pt>
                <c:pt idx="53870">
                  <c:v>24.75</c:v>
                </c:pt>
                <c:pt idx="53871">
                  <c:v>24.75</c:v>
                </c:pt>
                <c:pt idx="53872">
                  <c:v>24.75</c:v>
                </c:pt>
                <c:pt idx="53873">
                  <c:v>24.75</c:v>
                </c:pt>
                <c:pt idx="53874">
                  <c:v>24.75</c:v>
                </c:pt>
                <c:pt idx="53875">
                  <c:v>24.75</c:v>
                </c:pt>
                <c:pt idx="53876">
                  <c:v>24.75</c:v>
                </c:pt>
                <c:pt idx="53877">
                  <c:v>24.75</c:v>
                </c:pt>
                <c:pt idx="53878">
                  <c:v>24.75</c:v>
                </c:pt>
                <c:pt idx="53879">
                  <c:v>24.75</c:v>
                </c:pt>
                <c:pt idx="53880">
                  <c:v>24.75</c:v>
                </c:pt>
                <c:pt idx="53881">
                  <c:v>24.75</c:v>
                </c:pt>
                <c:pt idx="53882">
                  <c:v>24.75</c:v>
                </c:pt>
                <c:pt idx="53883">
                  <c:v>24.75</c:v>
                </c:pt>
                <c:pt idx="53884">
                  <c:v>24.75</c:v>
                </c:pt>
                <c:pt idx="53885">
                  <c:v>24.75</c:v>
                </c:pt>
                <c:pt idx="53886">
                  <c:v>24.75</c:v>
                </c:pt>
                <c:pt idx="53887">
                  <c:v>24.7</c:v>
                </c:pt>
                <c:pt idx="53888">
                  <c:v>24.7</c:v>
                </c:pt>
                <c:pt idx="53889">
                  <c:v>24.7</c:v>
                </c:pt>
                <c:pt idx="53890">
                  <c:v>24.7</c:v>
                </c:pt>
                <c:pt idx="53891">
                  <c:v>24.7</c:v>
                </c:pt>
                <c:pt idx="53892">
                  <c:v>24.7</c:v>
                </c:pt>
                <c:pt idx="53893">
                  <c:v>24.7</c:v>
                </c:pt>
                <c:pt idx="53894">
                  <c:v>24.7</c:v>
                </c:pt>
                <c:pt idx="53895">
                  <c:v>24.7</c:v>
                </c:pt>
                <c:pt idx="53896">
                  <c:v>24.7</c:v>
                </c:pt>
                <c:pt idx="53897">
                  <c:v>24.75</c:v>
                </c:pt>
                <c:pt idx="53898">
                  <c:v>24.7</c:v>
                </c:pt>
                <c:pt idx="53899">
                  <c:v>24.7</c:v>
                </c:pt>
                <c:pt idx="53900">
                  <c:v>24.7</c:v>
                </c:pt>
                <c:pt idx="53901">
                  <c:v>24.7</c:v>
                </c:pt>
                <c:pt idx="53902">
                  <c:v>24.7</c:v>
                </c:pt>
                <c:pt idx="53903">
                  <c:v>24.75</c:v>
                </c:pt>
                <c:pt idx="53904">
                  <c:v>24.7</c:v>
                </c:pt>
                <c:pt idx="53905">
                  <c:v>24.75</c:v>
                </c:pt>
                <c:pt idx="53906">
                  <c:v>24.75</c:v>
                </c:pt>
                <c:pt idx="53907">
                  <c:v>24.7</c:v>
                </c:pt>
                <c:pt idx="53908">
                  <c:v>24.7</c:v>
                </c:pt>
                <c:pt idx="53909">
                  <c:v>24.7</c:v>
                </c:pt>
                <c:pt idx="53910">
                  <c:v>24.75</c:v>
                </c:pt>
                <c:pt idx="53911">
                  <c:v>24.75</c:v>
                </c:pt>
                <c:pt idx="53912">
                  <c:v>24.75</c:v>
                </c:pt>
                <c:pt idx="53913">
                  <c:v>24.7</c:v>
                </c:pt>
                <c:pt idx="53914">
                  <c:v>24.7</c:v>
                </c:pt>
                <c:pt idx="53915">
                  <c:v>24.7</c:v>
                </c:pt>
                <c:pt idx="53916">
                  <c:v>24.7</c:v>
                </c:pt>
                <c:pt idx="53917">
                  <c:v>24.75</c:v>
                </c:pt>
                <c:pt idx="53918">
                  <c:v>24.75</c:v>
                </c:pt>
                <c:pt idx="53919">
                  <c:v>24.7</c:v>
                </c:pt>
                <c:pt idx="53920">
                  <c:v>24.75</c:v>
                </c:pt>
                <c:pt idx="53921">
                  <c:v>24.75</c:v>
                </c:pt>
                <c:pt idx="53922">
                  <c:v>24.75</c:v>
                </c:pt>
                <c:pt idx="53923">
                  <c:v>24.75</c:v>
                </c:pt>
                <c:pt idx="53924">
                  <c:v>24.75</c:v>
                </c:pt>
                <c:pt idx="53925">
                  <c:v>24.75</c:v>
                </c:pt>
                <c:pt idx="53926">
                  <c:v>24.75</c:v>
                </c:pt>
                <c:pt idx="53927">
                  <c:v>24.75</c:v>
                </c:pt>
                <c:pt idx="53928">
                  <c:v>24.7</c:v>
                </c:pt>
                <c:pt idx="53929">
                  <c:v>24.75</c:v>
                </c:pt>
                <c:pt idx="53930">
                  <c:v>24.7</c:v>
                </c:pt>
                <c:pt idx="53931">
                  <c:v>24.7</c:v>
                </c:pt>
                <c:pt idx="53932">
                  <c:v>24.7</c:v>
                </c:pt>
                <c:pt idx="53933">
                  <c:v>24.7</c:v>
                </c:pt>
                <c:pt idx="53934">
                  <c:v>24.7</c:v>
                </c:pt>
                <c:pt idx="53935">
                  <c:v>24.7</c:v>
                </c:pt>
                <c:pt idx="53936">
                  <c:v>24.75</c:v>
                </c:pt>
                <c:pt idx="53937">
                  <c:v>24.7</c:v>
                </c:pt>
                <c:pt idx="53938">
                  <c:v>24.7</c:v>
                </c:pt>
                <c:pt idx="53939">
                  <c:v>24.7</c:v>
                </c:pt>
                <c:pt idx="53940">
                  <c:v>24.7</c:v>
                </c:pt>
                <c:pt idx="53941">
                  <c:v>24.75</c:v>
                </c:pt>
                <c:pt idx="53942">
                  <c:v>24.75</c:v>
                </c:pt>
                <c:pt idx="53943">
                  <c:v>24.75</c:v>
                </c:pt>
                <c:pt idx="53944">
                  <c:v>24.75</c:v>
                </c:pt>
                <c:pt idx="53945">
                  <c:v>24.75</c:v>
                </c:pt>
                <c:pt idx="53946">
                  <c:v>24.75</c:v>
                </c:pt>
                <c:pt idx="53947">
                  <c:v>24.75</c:v>
                </c:pt>
                <c:pt idx="53948">
                  <c:v>24.75</c:v>
                </c:pt>
                <c:pt idx="53949">
                  <c:v>24.75</c:v>
                </c:pt>
                <c:pt idx="53950">
                  <c:v>24.75</c:v>
                </c:pt>
                <c:pt idx="53951">
                  <c:v>24.75</c:v>
                </c:pt>
                <c:pt idx="53952">
                  <c:v>24.75</c:v>
                </c:pt>
                <c:pt idx="53953">
                  <c:v>24.75</c:v>
                </c:pt>
                <c:pt idx="53954">
                  <c:v>24.75</c:v>
                </c:pt>
                <c:pt idx="53955">
                  <c:v>24.75</c:v>
                </c:pt>
                <c:pt idx="53956">
                  <c:v>24.75</c:v>
                </c:pt>
                <c:pt idx="53957">
                  <c:v>24.75</c:v>
                </c:pt>
                <c:pt idx="53958">
                  <c:v>24.75</c:v>
                </c:pt>
                <c:pt idx="53959">
                  <c:v>24.75</c:v>
                </c:pt>
                <c:pt idx="53960">
                  <c:v>24.75</c:v>
                </c:pt>
                <c:pt idx="53961">
                  <c:v>24.75</c:v>
                </c:pt>
                <c:pt idx="53962">
                  <c:v>24.75</c:v>
                </c:pt>
                <c:pt idx="53963">
                  <c:v>24.75</c:v>
                </c:pt>
                <c:pt idx="53964">
                  <c:v>24.75</c:v>
                </c:pt>
                <c:pt idx="53965">
                  <c:v>24.75</c:v>
                </c:pt>
                <c:pt idx="53966">
                  <c:v>24.75</c:v>
                </c:pt>
                <c:pt idx="53967">
                  <c:v>24.75</c:v>
                </c:pt>
                <c:pt idx="53968">
                  <c:v>24.75</c:v>
                </c:pt>
                <c:pt idx="53969">
                  <c:v>24.75</c:v>
                </c:pt>
                <c:pt idx="53970">
                  <c:v>24.75</c:v>
                </c:pt>
                <c:pt idx="53971">
                  <c:v>24.75</c:v>
                </c:pt>
                <c:pt idx="53972">
                  <c:v>24.75</c:v>
                </c:pt>
                <c:pt idx="53973">
                  <c:v>24.75</c:v>
                </c:pt>
                <c:pt idx="53974">
                  <c:v>24.75</c:v>
                </c:pt>
                <c:pt idx="53975">
                  <c:v>24.75</c:v>
                </c:pt>
                <c:pt idx="53976">
                  <c:v>24.75</c:v>
                </c:pt>
                <c:pt idx="53977">
                  <c:v>24.75</c:v>
                </c:pt>
                <c:pt idx="53978">
                  <c:v>24.75</c:v>
                </c:pt>
                <c:pt idx="53979">
                  <c:v>24.75</c:v>
                </c:pt>
                <c:pt idx="53980">
                  <c:v>24.75</c:v>
                </c:pt>
                <c:pt idx="53981">
                  <c:v>24.75</c:v>
                </c:pt>
                <c:pt idx="53982">
                  <c:v>24.75</c:v>
                </c:pt>
                <c:pt idx="53983">
                  <c:v>24.75</c:v>
                </c:pt>
                <c:pt idx="53984">
                  <c:v>24.75</c:v>
                </c:pt>
                <c:pt idx="53985">
                  <c:v>24.75</c:v>
                </c:pt>
                <c:pt idx="53986">
                  <c:v>24.75</c:v>
                </c:pt>
                <c:pt idx="53987">
                  <c:v>24.75</c:v>
                </c:pt>
                <c:pt idx="53988">
                  <c:v>24.75</c:v>
                </c:pt>
                <c:pt idx="53989">
                  <c:v>24.75</c:v>
                </c:pt>
                <c:pt idx="53990">
                  <c:v>24.75</c:v>
                </c:pt>
                <c:pt idx="53991">
                  <c:v>24.75</c:v>
                </c:pt>
                <c:pt idx="53992">
                  <c:v>24.75</c:v>
                </c:pt>
                <c:pt idx="53993">
                  <c:v>24.75</c:v>
                </c:pt>
                <c:pt idx="53994">
                  <c:v>24.75</c:v>
                </c:pt>
                <c:pt idx="53995">
                  <c:v>24.75</c:v>
                </c:pt>
                <c:pt idx="53996">
                  <c:v>24.75</c:v>
                </c:pt>
                <c:pt idx="53997">
                  <c:v>24.75</c:v>
                </c:pt>
                <c:pt idx="53998">
                  <c:v>24.75</c:v>
                </c:pt>
                <c:pt idx="53999">
                  <c:v>24.75</c:v>
                </c:pt>
                <c:pt idx="54000">
                  <c:v>24.75</c:v>
                </c:pt>
                <c:pt idx="54001">
                  <c:v>24.75</c:v>
                </c:pt>
                <c:pt idx="54002">
                  <c:v>24.75</c:v>
                </c:pt>
                <c:pt idx="54003">
                  <c:v>24.75</c:v>
                </c:pt>
                <c:pt idx="54004">
                  <c:v>24.75</c:v>
                </c:pt>
                <c:pt idx="54005">
                  <c:v>24.75</c:v>
                </c:pt>
                <c:pt idx="54006">
                  <c:v>24.75</c:v>
                </c:pt>
                <c:pt idx="54007">
                  <c:v>24.75</c:v>
                </c:pt>
                <c:pt idx="54008">
                  <c:v>24.75</c:v>
                </c:pt>
                <c:pt idx="54009">
                  <c:v>24.75</c:v>
                </c:pt>
                <c:pt idx="54010">
                  <c:v>24.75</c:v>
                </c:pt>
                <c:pt idx="54011">
                  <c:v>24.75</c:v>
                </c:pt>
                <c:pt idx="54012">
                  <c:v>24.75</c:v>
                </c:pt>
                <c:pt idx="54013">
                  <c:v>24.75</c:v>
                </c:pt>
                <c:pt idx="54014">
                  <c:v>24.75</c:v>
                </c:pt>
                <c:pt idx="54015">
                  <c:v>24.75</c:v>
                </c:pt>
                <c:pt idx="54016">
                  <c:v>24.75</c:v>
                </c:pt>
                <c:pt idx="54017">
                  <c:v>24.75</c:v>
                </c:pt>
                <c:pt idx="54018">
                  <c:v>24.75</c:v>
                </c:pt>
                <c:pt idx="54019">
                  <c:v>24.75</c:v>
                </c:pt>
                <c:pt idx="54020">
                  <c:v>24.75</c:v>
                </c:pt>
                <c:pt idx="54021">
                  <c:v>24.75</c:v>
                </c:pt>
                <c:pt idx="54022">
                  <c:v>24.75</c:v>
                </c:pt>
                <c:pt idx="54023">
                  <c:v>24.75</c:v>
                </c:pt>
                <c:pt idx="54024">
                  <c:v>24.75</c:v>
                </c:pt>
                <c:pt idx="54025">
                  <c:v>24.75</c:v>
                </c:pt>
                <c:pt idx="54026">
                  <c:v>24.75</c:v>
                </c:pt>
                <c:pt idx="54027">
                  <c:v>24.75</c:v>
                </c:pt>
                <c:pt idx="54028">
                  <c:v>24.75</c:v>
                </c:pt>
                <c:pt idx="54029">
                  <c:v>24.75</c:v>
                </c:pt>
                <c:pt idx="54030">
                  <c:v>24.75</c:v>
                </c:pt>
                <c:pt idx="54031">
                  <c:v>24.75</c:v>
                </c:pt>
                <c:pt idx="54032">
                  <c:v>24.75</c:v>
                </c:pt>
                <c:pt idx="54033">
                  <c:v>24.75</c:v>
                </c:pt>
                <c:pt idx="54034">
                  <c:v>24.75</c:v>
                </c:pt>
                <c:pt idx="54035">
                  <c:v>24.75</c:v>
                </c:pt>
                <c:pt idx="54036">
                  <c:v>24.75</c:v>
                </c:pt>
                <c:pt idx="54037">
                  <c:v>24.75</c:v>
                </c:pt>
                <c:pt idx="54038">
                  <c:v>24.75</c:v>
                </c:pt>
                <c:pt idx="54039">
                  <c:v>24.75</c:v>
                </c:pt>
                <c:pt idx="54040">
                  <c:v>24.75</c:v>
                </c:pt>
                <c:pt idx="54041">
                  <c:v>24.75</c:v>
                </c:pt>
                <c:pt idx="54042">
                  <c:v>24.75</c:v>
                </c:pt>
                <c:pt idx="54043">
                  <c:v>24.75</c:v>
                </c:pt>
                <c:pt idx="54044">
                  <c:v>24.75</c:v>
                </c:pt>
                <c:pt idx="54045">
                  <c:v>24.75</c:v>
                </c:pt>
                <c:pt idx="54046">
                  <c:v>24.75</c:v>
                </c:pt>
                <c:pt idx="54047">
                  <c:v>24.7</c:v>
                </c:pt>
                <c:pt idx="54048">
                  <c:v>24.75</c:v>
                </c:pt>
                <c:pt idx="54049">
                  <c:v>24.75</c:v>
                </c:pt>
                <c:pt idx="54050">
                  <c:v>24.7</c:v>
                </c:pt>
                <c:pt idx="54051">
                  <c:v>24.75</c:v>
                </c:pt>
                <c:pt idx="54052">
                  <c:v>24.75</c:v>
                </c:pt>
                <c:pt idx="54053">
                  <c:v>24.75</c:v>
                </c:pt>
                <c:pt idx="54054">
                  <c:v>24.75</c:v>
                </c:pt>
                <c:pt idx="54055">
                  <c:v>24.75</c:v>
                </c:pt>
                <c:pt idx="54056">
                  <c:v>24.75</c:v>
                </c:pt>
                <c:pt idx="54057">
                  <c:v>24.75</c:v>
                </c:pt>
                <c:pt idx="54058">
                  <c:v>24.75</c:v>
                </c:pt>
                <c:pt idx="54059">
                  <c:v>24.75</c:v>
                </c:pt>
                <c:pt idx="54060">
                  <c:v>24.75</c:v>
                </c:pt>
                <c:pt idx="54061">
                  <c:v>24.75</c:v>
                </c:pt>
                <c:pt idx="54062">
                  <c:v>24.75</c:v>
                </c:pt>
                <c:pt idx="54063">
                  <c:v>24.75</c:v>
                </c:pt>
                <c:pt idx="54064">
                  <c:v>24.75</c:v>
                </c:pt>
                <c:pt idx="54065">
                  <c:v>24.75</c:v>
                </c:pt>
                <c:pt idx="54066">
                  <c:v>24.75</c:v>
                </c:pt>
                <c:pt idx="54067">
                  <c:v>24.75</c:v>
                </c:pt>
                <c:pt idx="54068">
                  <c:v>24.75</c:v>
                </c:pt>
                <c:pt idx="54069">
                  <c:v>24.75</c:v>
                </c:pt>
                <c:pt idx="54070">
                  <c:v>24.75</c:v>
                </c:pt>
                <c:pt idx="54071">
                  <c:v>24.75</c:v>
                </c:pt>
                <c:pt idx="54072">
                  <c:v>24.75</c:v>
                </c:pt>
                <c:pt idx="54073">
                  <c:v>24.75</c:v>
                </c:pt>
                <c:pt idx="54074">
                  <c:v>24.75</c:v>
                </c:pt>
                <c:pt idx="54075">
                  <c:v>24.75</c:v>
                </c:pt>
                <c:pt idx="54076">
                  <c:v>24.75</c:v>
                </c:pt>
                <c:pt idx="54077">
                  <c:v>24.75</c:v>
                </c:pt>
                <c:pt idx="54078">
                  <c:v>24.75</c:v>
                </c:pt>
                <c:pt idx="54079">
                  <c:v>24.75</c:v>
                </c:pt>
                <c:pt idx="54080">
                  <c:v>24.75</c:v>
                </c:pt>
                <c:pt idx="54081">
                  <c:v>24.75</c:v>
                </c:pt>
                <c:pt idx="54082">
                  <c:v>24.75</c:v>
                </c:pt>
                <c:pt idx="54083">
                  <c:v>24.75</c:v>
                </c:pt>
                <c:pt idx="54084">
                  <c:v>24.75</c:v>
                </c:pt>
                <c:pt idx="54085">
                  <c:v>24.7</c:v>
                </c:pt>
                <c:pt idx="54086">
                  <c:v>24.75</c:v>
                </c:pt>
                <c:pt idx="54087">
                  <c:v>24.75</c:v>
                </c:pt>
                <c:pt idx="54088">
                  <c:v>24.75</c:v>
                </c:pt>
                <c:pt idx="54089">
                  <c:v>24.75</c:v>
                </c:pt>
                <c:pt idx="54090">
                  <c:v>24.75</c:v>
                </c:pt>
                <c:pt idx="54091">
                  <c:v>24.75</c:v>
                </c:pt>
                <c:pt idx="54092">
                  <c:v>24.75</c:v>
                </c:pt>
                <c:pt idx="54093">
                  <c:v>24.75</c:v>
                </c:pt>
                <c:pt idx="54094">
                  <c:v>24.75</c:v>
                </c:pt>
                <c:pt idx="54095">
                  <c:v>24.75</c:v>
                </c:pt>
                <c:pt idx="54096">
                  <c:v>24.75</c:v>
                </c:pt>
                <c:pt idx="54097">
                  <c:v>24.75</c:v>
                </c:pt>
                <c:pt idx="54098">
                  <c:v>24.75</c:v>
                </c:pt>
                <c:pt idx="54099">
                  <c:v>24.75</c:v>
                </c:pt>
                <c:pt idx="54100">
                  <c:v>24.75</c:v>
                </c:pt>
                <c:pt idx="54101">
                  <c:v>24.75</c:v>
                </c:pt>
                <c:pt idx="54102">
                  <c:v>24.75</c:v>
                </c:pt>
                <c:pt idx="54103">
                  <c:v>24.75</c:v>
                </c:pt>
                <c:pt idx="54104">
                  <c:v>24.75</c:v>
                </c:pt>
                <c:pt idx="54105">
                  <c:v>24.75</c:v>
                </c:pt>
                <c:pt idx="54106">
                  <c:v>24.75</c:v>
                </c:pt>
                <c:pt idx="54107">
                  <c:v>24.75</c:v>
                </c:pt>
                <c:pt idx="54108">
                  <c:v>24.75</c:v>
                </c:pt>
                <c:pt idx="54109">
                  <c:v>24.75</c:v>
                </c:pt>
                <c:pt idx="54110">
                  <c:v>24.75</c:v>
                </c:pt>
                <c:pt idx="54111">
                  <c:v>24.75</c:v>
                </c:pt>
                <c:pt idx="54112">
                  <c:v>24.75</c:v>
                </c:pt>
                <c:pt idx="54113">
                  <c:v>24.75</c:v>
                </c:pt>
                <c:pt idx="54114">
                  <c:v>24.75</c:v>
                </c:pt>
                <c:pt idx="54115">
                  <c:v>24.75</c:v>
                </c:pt>
                <c:pt idx="54116">
                  <c:v>24.75</c:v>
                </c:pt>
                <c:pt idx="54117">
                  <c:v>24.75</c:v>
                </c:pt>
                <c:pt idx="54118">
                  <c:v>24.75</c:v>
                </c:pt>
                <c:pt idx="54119">
                  <c:v>24.75</c:v>
                </c:pt>
                <c:pt idx="54120">
                  <c:v>24.75</c:v>
                </c:pt>
                <c:pt idx="54121">
                  <c:v>24.75</c:v>
                </c:pt>
                <c:pt idx="54122">
                  <c:v>24.75</c:v>
                </c:pt>
                <c:pt idx="54123">
                  <c:v>24.75</c:v>
                </c:pt>
                <c:pt idx="54124">
                  <c:v>24.75</c:v>
                </c:pt>
                <c:pt idx="54125">
                  <c:v>24.75</c:v>
                </c:pt>
                <c:pt idx="54126">
                  <c:v>24.75</c:v>
                </c:pt>
                <c:pt idx="54127">
                  <c:v>24.75</c:v>
                </c:pt>
                <c:pt idx="54128">
                  <c:v>24.75</c:v>
                </c:pt>
                <c:pt idx="54129">
                  <c:v>24.75</c:v>
                </c:pt>
                <c:pt idx="54130">
                  <c:v>24.75</c:v>
                </c:pt>
                <c:pt idx="54131">
                  <c:v>24.75</c:v>
                </c:pt>
                <c:pt idx="54132">
                  <c:v>24.75</c:v>
                </c:pt>
                <c:pt idx="54133">
                  <c:v>24.75</c:v>
                </c:pt>
                <c:pt idx="54134">
                  <c:v>24.75</c:v>
                </c:pt>
                <c:pt idx="54135">
                  <c:v>24.75</c:v>
                </c:pt>
                <c:pt idx="54136">
                  <c:v>24.75</c:v>
                </c:pt>
                <c:pt idx="54137">
                  <c:v>24.75</c:v>
                </c:pt>
                <c:pt idx="54138">
                  <c:v>24.75</c:v>
                </c:pt>
                <c:pt idx="54139">
                  <c:v>24.75</c:v>
                </c:pt>
                <c:pt idx="54140">
                  <c:v>24.75</c:v>
                </c:pt>
                <c:pt idx="54141">
                  <c:v>24.75</c:v>
                </c:pt>
                <c:pt idx="54142">
                  <c:v>24.75</c:v>
                </c:pt>
                <c:pt idx="54143">
                  <c:v>24.75</c:v>
                </c:pt>
                <c:pt idx="54144">
                  <c:v>24.75</c:v>
                </c:pt>
                <c:pt idx="54145">
                  <c:v>24.75</c:v>
                </c:pt>
                <c:pt idx="54146">
                  <c:v>24.7</c:v>
                </c:pt>
                <c:pt idx="54147">
                  <c:v>24.7</c:v>
                </c:pt>
                <c:pt idx="54148">
                  <c:v>24.75</c:v>
                </c:pt>
                <c:pt idx="54149">
                  <c:v>24.7</c:v>
                </c:pt>
                <c:pt idx="54150">
                  <c:v>24.7</c:v>
                </c:pt>
                <c:pt idx="54151">
                  <c:v>24.75</c:v>
                </c:pt>
                <c:pt idx="54152">
                  <c:v>24.7</c:v>
                </c:pt>
                <c:pt idx="54153">
                  <c:v>24.7</c:v>
                </c:pt>
                <c:pt idx="54154">
                  <c:v>24.75</c:v>
                </c:pt>
                <c:pt idx="54155">
                  <c:v>24.75</c:v>
                </c:pt>
                <c:pt idx="54156">
                  <c:v>24.75</c:v>
                </c:pt>
                <c:pt idx="54157">
                  <c:v>24.75</c:v>
                </c:pt>
                <c:pt idx="54158">
                  <c:v>24.75</c:v>
                </c:pt>
                <c:pt idx="54159">
                  <c:v>24.75</c:v>
                </c:pt>
                <c:pt idx="54160">
                  <c:v>24.75</c:v>
                </c:pt>
                <c:pt idx="54161">
                  <c:v>24.75</c:v>
                </c:pt>
                <c:pt idx="54162">
                  <c:v>24.75</c:v>
                </c:pt>
                <c:pt idx="54163">
                  <c:v>24.75</c:v>
                </c:pt>
                <c:pt idx="54164">
                  <c:v>24.75</c:v>
                </c:pt>
                <c:pt idx="54165">
                  <c:v>24.75</c:v>
                </c:pt>
                <c:pt idx="54166">
                  <c:v>24.75</c:v>
                </c:pt>
                <c:pt idx="54167">
                  <c:v>24.75</c:v>
                </c:pt>
                <c:pt idx="54168">
                  <c:v>24.75</c:v>
                </c:pt>
                <c:pt idx="54169">
                  <c:v>24.75</c:v>
                </c:pt>
                <c:pt idx="54170">
                  <c:v>24.75</c:v>
                </c:pt>
                <c:pt idx="54171">
                  <c:v>24.75</c:v>
                </c:pt>
                <c:pt idx="54172">
                  <c:v>24.75</c:v>
                </c:pt>
                <c:pt idx="54173">
                  <c:v>24.75</c:v>
                </c:pt>
                <c:pt idx="54174">
                  <c:v>24.75</c:v>
                </c:pt>
                <c:pt idx="54175">
                  <c:v>24.75</c:v>
                </c:pt>
                <c:pt idx="54176">
                  <c:v>24.75</c:v>
                </c:pt>
                <c:pt idx="54177">
                  <c:v>24.75</c:v>
                </c:pt>
                <c:pt idx="54178">
                  <c:v>24.75</c:v>
                </c:pt>
                <c:pt idx="54179">
                  <c:v>24.75</c:v>
                </c:pt>
                <c:pt idx="54180">
                  <c:v>24.75</c:v>
                </c:pt>
                <c:pt idx="54181">
                  <c:v>24.75</c:v>
                </c:pt>
                <c:pt idx="54182">
                  <c:v>24.75</c:v>
                </c:pt>
                <c:pt idx="54183">
                  <c:v>24.7</c:v>
                </c:pt>
                <c:pt idx="54184">
                  <c:v>24.75</c:v>
                </c:pt>
                <c:pt idx="54185">
                  <c:v>24.7</c:v>
                </c:pt>
                <c:pt idx="54186">
                  <c:v>24.75</c:v>
                </c:pt>
                <c:pt idx="54187">
                  <c:v>24.75</c:v>
                </c:pt>
                <c:pt idx="54188">
                  <c:v>24.7</c:v>
                </c:pt>
                <c:pt idx="54189">
                  <c:v>24.75</c:v>
                </c:pt>
                <c:pt idx="54190">
                  <c:v>24.75</c:v>
                </c:pt>
                <c:pt idx="54191">
                  <c:v>24.75</c:v>
                </c:pt>
                <c:pt idx="54192">
                  <c:v>24.75</c:v>
                </c:pt>
                <c:pt idx="54193">
                  <c:v>24.75</c:v>
                </c:pt>
                <c:pt idx="54194">
                  <c:v>24.75</c:v>
                </c:pt>
                <c:pt idx="54195">
                  <c:v>24.75</c:v>
                </c:pt>
                <c:pt idx="54196">
                  <c:v>24.75</c:v>
                </c:pt>
                <c:pt idx="54197">
                  <c:v>24.75</c:v>
                </c:pt>
                <c:pt idx="54198">
                  <c:v>24.75</c:v>
                </c:pt>
                <c:pt idx="54199">
                  <c:v>24.75</c:v>
                </c:pt>
                <c:pt idx="54200">
                  <c:v>24.75</c:v>
                </c:pt>
                <c:pt idx="54201">
                  <c:v>24.75</c:v>
                </c:pt>
                <c:pt idx="54202">
                  <c:v>24.75</c:v>
                </c:pt>
                <c:pt idx="54203">
                  <c:v>24.75</c:v>
                </c:pt>
                <c:pt idx="54204">
                  <c:v>24.75</c:v>
                </c:pt>
                <c:pt idx="54205">
                  <c:v>24.75</c:v>
                </c:pt>
                <c:pt idx="54206">
                  <c:v>24.75</c:v>
                </c:pt>
                <c:pt idx="54207">
                  <c:v>24.75</c:v>
                </c:pt>
                <c:pt idx="54208">
                  <c:v>24.7</c:v>
                </c:pt>
                <c:pt idx="54209">
                  <c:v>24.7</c:v>
                </c:pt>
                <c:pt idx="54210">
                  <c:v>24.7</c:v>
                </c:pt>
                <c:pt idx="54211">
                  <c:v>24.7</c:v>
                </c:pt>
                <c:pt idx="54212">
                  <c:v>24.7</c:v>
                </c:pt>
                <c:pt idx="54213">
                  <c:v>24.7</c:v>
                </c:pt>
                <c:pt idx="54214">
                  <c:v>24.7</c:v>
                </c:pt>
                <c:pt idx="54215">
                  <c:v>24.7</c:v>
                </c:pt>
                <c:pt idx="54216">
                  <c:v>24.75</c:v>
                </c:pt>
                <c:pt idx="54217">
                  <c:v>24.75</c:v>
                </c:pt>
                <c:pt idx="54218">
                  <c:v>24.75</c:v>
                </c:pt>
                <c:pt idx="54219">
                  <c:v>24.75</c:v>
                </c:pt>
                <c:pt idx="54220">
                  <c:v>24.75</c:v>
                </c:pt>
                <c:pt idx="54221">
                  <c:v>24.75</c:v>
                </c:pt>
                <c:pt idx="54222">
                  <c:v>24.75</c:v>
                </c:pt>
                <c:pt idx="54223">
                  <c:v>24.75</c:v>
                </c:pt>
                <c:pt idx="54224">
                  <c:v>24.75</c:v>
                </c:pt>
                <c:pt idx="54225">
                  <c:v>24.75</c:v>
                </c:pt>
                <c:pt idx="54226">
                  <c:v>24.75</c:v>
                </c:pt>
                <c:pt idx="54227">
                  <c:v>24.75</c:v>
                </c:pt>
                <c:pt idx="54228">
                  <c:v>24.75</c:v>
                </c:pt>
                <c:pt idx="54229">
                  <c:v>24.75</c:v>
                </c:pt>
                <c:pt idx="54230">
                  <c:v>24.75</c:v>
                </c:pt>
                <c:pt idx="54231">
                  <c:v>24.75</c:v>
                </c:pt>
                <c:pt idx="54232">
                  <c:v>24.75</c:v>
                </c:pt>
                <c:pt idx="54233">
                  <c:v>24.75</c:v>
                </c:pt>
                <c:pt idx="54234">
                  <c:v>24.7</c:v>
                </c:pt>
                <c:pt idx="54235">
                  <c:v>24.7</c:v>
                </c:pt>
                <c:pt idx="54236">
                  <c:v>24.7</c:v>
                </c:pt>
                <c:pt idx="54237">
                  <c:v>24.7</c:v>
                </c:pt>
                <c:pt idx="54238">
                  <c:v>24.7</c:v>
                </c:pt>
                <c:pt idx="54239">
                  <c:v>24.7</c:v>
                </c:pt>
                <c:pt idx="54240">
                  <c:v>24.7</c:v>
                </c:pt>
                <c:pt idx="54241">
                  <c:v>24.7</c:v>
                </c:pt>
                <c:pt idx="54242">
                  <c:v>24.7</c:v>
                </c:pt>
                <c:pt idx="54243">
                  <c:v>24.7</c:v>
                </c:pt>
                <c:pt idx="54244">
                  <c:v>24.7</c:v>
                </c:pt>
                <c:pt idx="54245">
                  <c:v>24.7</c:v>
                </c:pt>
                <c:pt idx="54246">
                  <c:v>24.7</c:v>
                </c:pt>
                <c:pt idx="54247">
                  <c:v>24.7</c:v>
                </c:pt>
                <c:pt idx="54248">
                  <c:v>24.7</c:v>
                </c:pt>
                <c:pt idx="54249">
                  <c:v>24.7</c:v>
                </c:pt>
                <c:pt idx="54250">
                  <c:v>24.7</c:v>
                </c:pt>
                <c:pt idx="54251">
                  <c:v>24.75</c:v>
                </c:pt>
                <c:pt idx="54252">
                  <c:v>24.75</c:v>
                </c:pt>
                <c:pt idx="54253">
                  <c:v>24.75</c:v>
                </c:pt>
                <c:pt idx="54254">
                  <c:v>24.75</c:v>
                </c:pt>
                <c:pt idx="54255">
                  <c:v>24.75</c:v>
                </c:pt>
                <c:pt idx="54256">
                  <c:v>24.75</c:v>
                </c:pt>
                <c:pt idx="54257">
                  <c:v>24.75</c:v>
                </c:pt>
                <c:pt idx="54258">
                  <c:v>24.75</c:v>
                </c:pt>
                <c:pt idx="54259">
                  <c:v>24.75</c:v>
                </c:pt>
                <c:pt idx="54260">
                  <c:v>24.75</c:v>
                </c:pt>
                <c:pt idx="54261">
                  <c:v>24.75</c:v>
                </c:pt>
                <c:pt idx="54262">
                  <c:v>24.75</c:v>
                </c:pt>
                <c:pt idx="54263">
                  <c:v>24.75</c:v>
                </c:pt>
                <c:pt idx="54264">
                  <c:v>24.75</c:v>
                </c:pt>
                <c:pt idx="54265">
                  <c:v>24.75</c:v>
                </c:pt>
                <c:pt idx="54266">
                  <c:v>24.75</c:v>
                </c:pt>
                <c:pt idx="54267">
                  <c:v>24.75</c:v>
                </c:pt>
                <c:pt idx="54268">
                  <c:v>24.7</c:v>
                </c:pt>
                <c:pt idx="54269">
                  <c:v>24.75</c:v>
                </c:pt>
                <c:pt idx="54270">
                  <c:v>24.7</c:v>
                </c:pt>
                <c:pt idx="54271">
                  <c:v>24.7</c:v>
                </c:pt>
                <c:pt idx="54272">
                  <c:v>24.7</c:v>
                </c:pt>
                <c:pt idx="54273">
                  <c:v>24.7</c:v>
                </c:pt>
                <c:pt idx="54274">
                  <c:v>24.7</c:v>
                </c:pt>
                <c:pt idx="54275">
                  <c:v>24.7</c:v>
                </c:pt>
                <c:pt idx="54276">
                  <c:v>24.7</c:v>
                </c:pt>
                <c:pt idx="54277">
                  <c:v>24.7</c:v>
                </c:pt>
                <c:pt idx="54278">
                  <c:v>24.75</c:v>
                </c:pt>
                <c:pt idx="54279">
                  <c:v>24.75</c:v>
                </c:pt>
                <c:pt idx="54280">
                  <c:v>24.75</c:v>
                </c:pt>
                <c:pt idx="54281">
                  <c:v>24.75</c:v>
                </c:pt>
                <c:pt idx="54282">
                  <c:v>24.75</c:v>
                </c:pt>
                <c:pt idx="54283">
                  <c:v>24.75</c:v>
                </c:pt>
                <c:pt idx="54284">
                  <c:v>24.75</c:v>
                </c:pt>
                <c:pt idx="54285">
                  <c:v>24.75</c:v>
                </c:pt>
                <c:pt idx="54286">
                  <c:v>24.75</c:v>
                </c:pt>
                <c:pt idx="54287">
                  <c:v>24.75</c:v>
                </c:pt>
                <c:pt idx="54288">
                  <c:v>24.75</c:v>
                </c:pt>
                <c:pt idx="54289">
                  <c:v>24.75</c:v>
                </c:pt>
                <c:pt idx="54290">
                  <c:v>24.75</c:v>
                </c:pt>
                <c:pt idx="54291">
                  <c:v>24.75</c:v>
                </c:pt>
                <c:pt idx="54292">
                  <c:v>24.75</c:v>
                </c:pt>
                <c:pt idx="54293">
                  <c:v>24.75</c:v>
                </c:pt>
                <c:pt idx="54294">
                  <c:v>24.75</c:v>
                </c:pt>
                <c:pt idx="54295">
                  <c:v>24.75</c:v>
                </c:pt>
                <c:pt idx="54296">
                  <c:v>24.75</c:v>
                </c:pt>
                <c:pt idx="54297">
                  <c:v>24.75</c:v>
                </c:pt>
                <c:pt idx="54298">
                  <c:v>24.75</c:v>
                </c:pt>
                <c:pt idx="54299">
                  <c:v>24.75</c:v>
                </c:pt>
                <c:pt idx="54300">
                  <c:v>24.75</c:v>
                </c:pt>
                <c:pt idx="54301">
                  <c:v>24.75</c:v>
                </c:pt>
                <c:pt idx="54302">
                  <c:v>24.75</c:v>
                </c:pt>
                <c:pt idx="54303">
                  <c:v>24.75</c:v>
                </c:pt>
                <c:pt idx="54304">
                  <c:v>24.75</c:v>
                </c:pt>
                <c:pt idx="54305">
                  <c:v>24.75</c:v>
                </c:pt>
                <c:pt idx="54306">
                  <c:v>24.75</c:v>
                </c:pt>
                <c:pt idx="54307">
                  <c:v>24.75</c:v>
                </c:pt>
                <c:pt idx="54308">
                  <c:v>24.75</c:v>
                </c:pt>
                <c:pt idx="54309">
                  <c:v>24.75</c:v>
                </c:pt>
                <c:pt idx="54310">
                  <c:v>24.75</c:v>
                </c:pt>
                <c:pt idx="54311">
                  <c:v>24.75</c:v>
                </c:pt>
                <c:pt idx="54312">
                  <c:v>24.75</c:v>
                </c:pt>
                <c:pt idx="54313">
                  <c:v>24.75</c:v>
                </c:pt>
                <c:pt idx="54314">
                  <c:v>24.75</c:v>
                </c:pt>
                <c:pt idx="54315">
                  <c:v>24.75</c:v>
                </c:pt>
                <c:pt idx="54316">
                  <c:v>24.75</c:v>
                </c:pt>
                <c:pt idx="54317">
                  <c:v>24.75</c:v>
                </c:pt>
                <c:pt idx="54318">
                  <c:v>24.75</c:v>
                </c:pt>
                <c:pt idx="54319">
                  <c:v>24.75</c:v>
                </c:pt>
                <c:pt idx="54320">
                  <c:v>24.75</c:v>
                </c:pt>
                <c:pt idx="54321">
                  <c:v>24.75</c:v>
                </c:pt>
                <c:pt idx="54322">
                  <c:v>24.75</c:v>
                </c:pt>
                <c:pt idx="54323">
                  <c:v>24.75</c:v>
                </c:pt>
                <c:pt idx="54324">
                  <c:v>24.75</c:v>
                </c:pt>
                <c:pt idx="54325">
                  <c:v>24.75</c:v>
                </c:pt>
                <c:pt idx="54326">
                  <c:v>24.75</c:v>
                </c:pt>
                <c:pt idx="54327">
                  <c:v>24.75</c:v>
                </c:pt>
                <c:pt idx="54328">
                  <c:v>24.75</c:v>
                </c:pt>
                <c:pt idx="54329">
                  <c:v>24.75</c:v>
                </c:pt>
                <c:pt idx="54330">
                  <c:v>24.75</c:v>
                </c:pt>
                <c:pt idx="54331">
                  <c:v>24.75</c:v>
                </c:pt>
                <c:pt idx="54332">
                  <c:v>24.75</c:v>
                </c:pt>
                <c:pt idx="54333">
                  <c:v>24.75</c:v>
                </c:pt>
                <c:pt idx="54334">
                  <c:v>24.75</c:v>
                </c:pt>
                <c:pt idx="54335">
                  <c:v>24.75</c:v>
                </c:pt>
                <c:pt idx="54336">
                  <c:v>24.75</c:v>
                </c:pt>
                <c:pt idx="54337">
                  <c:v>24.75</c:v>
                </c:pt>
                <c:pt idx="54338">
                  <c:v>24.75</c:v>
                </c:pt>
                <c:pt idx="54339">
                  <c:v>24.75</c:v>
                </c:pt>
                <c:pt idx="54340">
                  <c:v>24.75</c:v>
                </c:pt>
                <c:pt idx="54341">
                  <c:v>24.75</c:v>
                </c:pt>
                <c:pt idx="54342">
                  <c:v>24.75</c:v>
                </c:pt>
                <c:pt idx="54343">
                  <c:v>24.75</c:v>
                </c:pt>
                <c:pt idx="54344">
                  <c:v>24.75</c:v>
                </c:pt>
                <c:pt idx="54345">
                  <c:v>24.75</c:v>
                </c:pt>
                <c:pt idx="54346">
                  <c:v>24.75</c:v>
                </c:pt>
                <c:pt idx="54347">
                  <c:v>24.75</c:v>
                </c:pt>
                <c:pt idx="54348">
                  <c:v>24.75</c:v>
                </c:pt>
                <c:pt idx="54349">
                  <c:v>24.75</c:v>
                </c:pt>
                <c:pt idx="54350">
                  <c:v>24.75</c:v>
                </c:pt>
                <c:pt idx="54351">
                  <c:v>24.75</c:v>
                </c:pt>
                <c:pt idx="54352">
                  <c:v>24.75</c:v>
                </c:pt>
                <c:pt idx="54353">
                  <c:v>24.75</c:v>
                </c:pt>
                <c:pt idx="54354">
                  <c:v>24.75</c:v>
                </c:pt>
                <c:pt idx="54355">
                  <c:v>24.75</c:v>
                </c:pt>
                <c:pt idx="54356">
                  <c:v>24.75</c:v>
                </c:pt>
                <c:pt idx="54357">
                  <c:v>24.75</c:v>
                </c:pt>
                <c:pt idx="54358">
                  <c:v>24.75</c:v>
                </c:pt>
                <c:pt idx="54359">
                  <c:v>24.75</c:v>
                </c:pt>
                <c:pt idx="54360">
                  <c:v>24.75</c:v>
                </c:pt>
                <c:pt idx="54361">
                  <c:v>24.75</c:v>
                </c:pt>
                <c:pt idx="54362">
                  <c:v>24.75</c:v>
                </c:pt>
                <c:pt idx="54363">
                  <c:v>24.75</c:v>
                </c:pt>
                <c:pt idx="54364">
                  <c:v>24.75</c:v>
                </c:pt>
                <c:pt idx="54365">
                  <c:v>24.75</c:v>
                </c:pt>
                <c:pt idx="54366">
                  <c:v>24.75</c:v>
                </c:pt>
                <c:pt idx="54367">
                  <c:v>24.75</c:v>
                </c:pt>
                <c:pt idx="54368">
                  <c:v>24.75</c:v>
                </c:pt>
                <c:pt idx="54369">
                  <c:v>24.75</c:v>
                </c:pt>
                <c:pt idx="54370">
                  <c:v>24.75</c:v>
                </c:pt>
                <c:pt idx="54371">
                  <c:v>24.75</c:v>
                </c:pt>
                <c:pt idx="54372">
                  <c:v>24.75</c:v>
                </c:pt>
                <c:pt idx="54373">
                  <c:v>24.75</c:v>
                </c:pt>
                <c:pt idx="54374">
                  <c:v>24.75</c:v>
                </c:pt>
                <c:pt idx="54375">
                  <c:v>24.75</c:v>
                </c:pt>
                <c:pt idx="54376">
                  <c:v>24.75</c:v>
                </c:pt>
                <c:pt idx="54377">
                  <c:v>24.75</c:v>
                </c:pt>
                <c:pt idx="54378">
                  <c:v>24.75</c:v>
                </c:pt>
                <c:pt idx="54379">
                  <c:v>24.75</c:v>
                </c:pt>
                <c:pt idx="54380">
                  <c:v>24.75</c:v>
                </c:pt>
                <c:pt idx="54381">
                  <c:v>24.75</c:v>
                </c:pt>
                <c:pt idx="54382">
                  <c:v>24.75</c:v>
                </c:pt>
                <c:pt idx="54383">
                  <c:v>24.75</c:v>
                </c:pt>
                <c:pt idx="54384">
                  <c:v>24.75</c:v>
                </c:pt>
                <c:pt idx="54385">
                  <c:v>24.75</c:v>
                </c:pt>
                <c:pt idx="54386">
                  <c:v>24.75</c:v>
                </c:pt>
                <c:pt idx="54387">
                  <c:v>24.75</c:v>
                </c:pt>
                <c:pt idx="54388">
                  <c:v>24.75</c:v>
                </c:pt>
                <c:pt idx="54389">
                  <c:v>24.75</c:v>
                </c:pt>
                <c:pt idx="54390">
                  <c:v>24.75</c:v>
                </c:pt>
                <c:pt idx="54391">
                  <c:v>24.75</c:v>
                </c:pt>
                <c:pt idx="54392">
                  <c:v>24.75</c:v>
                </c:pt>
                <c:pt idx="54393">
                  <c:v>24.75</c:v>
                </c:pt>
                <c:pt idx="54394">
                  <c:v>24.75</c:v>
                </c:pt>
                <c:pt idx="54395">
                  <c:v>24.75</c:v>
                </c:pt>
                <c:pt idx="54396">
                  <c:v>24.75</c:v>
                </c:pt>
                <c:pt idx="54397">
                  <c:v>24.75</c:v>
                </c:pt>
                <c:pt idx="54398">
                  <c:v>24.75</c:v>
                </c:pt>
                <c:pt idx="54399">
                  <c:v>24.75</c:v>
                </c:pt>
                <c:pt idx="54400">
                  <c:v>24.75</c:v>
                </c:pt>
                <c:pt idx="54401">
                  <c:v>24.75</c:v>
                </c:pt>
                <c:pt idx="54402">
                  <c:v>24.75</c:v>
                </c:pt>
                <c:pt idx="54403">
                  <c:v>24.75</c:v>
                </c:pt>
                <c:pt idx="54404">
                  <c:v>24.75</c:v>
                </c:pt>
                <c:pt idx="54405">
                  <c:v>24.75</c:v>
                </c:pt>
                <c:pt idx="54406">
                  <c:v>24.75</c:v>
                </c:pt>
                <c:pt idx="54407">
                  <c:v>24.75</c:v>
                </c:pt>
                <c:pt idx="54408">
                  <c:v>24.75</c:v>
                </c:pt>
                <c:pt idx="54409">
                  <c:v>24.75</c:v>
                </c:pt>
                <c:pt idx="54410">
                  <c:v>24.75</c:v>
                </c:pt>
                <c:pt idx="54411">
                  <c:v>24.75</c:v>
                </c:pt>
                <c:pt idx="54412">
                  <c:v>24.75</c:v>
                </c:pt>
                <c:pt idx="54413">
                  <c:v>24.75</c:v>
                </c:pt>
                <c:pt idx="54414">
                  <c:v>24.75</c:v>
                </c:pt>
                <c:pt idx="54415">
                  <c:v>24.75</c:v>
                </c:pt>
                <c:pt idx="54416">
                  <c:v>24.75</c:v>
                </c:pt>
                <c:pt idx="54417">
                  <c:v>24.75</c:v>
                </c:pt>
                <c:pt idx="54418">
                  <c:v>24.75</c:v>
                </c:pt>
                <c:pt idx="54419">
                  <c:v>24.75</c:v>
                </c:pt>
                <c:pt idx="54420">
                  <c:v>24.75</c:v>
                </c:pt>
                <c:pt idx="54421">
                  <c:v>24.75</c:v>
                </c:pt>
                <c:pt idx="54422">
                  <c:v>24.75</c:v>
                </c:pt>
                <c:pt idx="54423">
                  <c:v>24.75</c:v>
                </c:pt>
                <c:pt idx="54424">
                  <c:v>24.75</c:v>
                </c:pt>
                <c:pt idx="54425">
                  <c:v>24.75</c:v>
                </c:pt>
                <c:pt idx="54426">
                  <c:v>24.75</c:v>
                </c:pt>
                <c:pt idx="54427">
                  <c:v>24.75</c:v>
                </c:pt>
                <c:pt idx="54428">
                  <c:v>24.75</c:v>
                </c:pt>
                <c:pt idx="54429">
                  <c:v>24.75</c:v>
                </c:pt>
                <c:pt idx="54430">
                  <c:v>24.7</c:v>
                </c:pt>
                <c:pt idx="54431">
                  <c:v>24.75</c:v>
                </c:pt>
                <c:pt idx="54432">
                  <c:v>24.75</c:v>
                </c:pt>
                <c:pt idx="54433">
                  <c:v>24.75</c:v>
                </c:pt>
                <c:pt idx="54434">
                  <c:v>24.75</c:v>
                </c:pt>
                <c:pt idx="54435">
                  <c:v>24.75</c:v>
                </c:pt>
                <c:pt idx="54436">
                  <c:v>24.75</c:v>
                </c:pt>
                <c:pt idx="54437">
                  <c:v>24.75</c:v>
                </c:pt>
                <c:pt idx="54438">
                  <c:v>24.75</c:v>
                </c:pt>
                <c:pt idx="54439">
                  <c:v>24.75</c:v>
                </c:pt>
                <c:pt idx="54440">
                  <c:v>24.75</c:v>
                </c:pt>
                <c:pt idx="54441">
                  <c:v>24.75</c:v>
                </c:pt>
                <c:pt idx="54442">
                  <c:v>24.75</c:v>
                </c:pt>
                <c:pt idx="54443">
                  <c:v>24.75</c:v>
                </c:pt>
                <c:pt idx="54444">
                  <c:v>24.75</c:v>
                </c:pt>
                <c:pt idx="54445">
                  <c:v>24.75</c:v>
                </c:pt>
                <c:pt idx="54446">
                  <c:v>24.75</c:v>
                </c:pt>
                <c:pt idx="54447">
                  <c:v>24.75</c:v>
                </c:pt>
                <c:pt idx="54448">
                  <c:v>24.75</c:v>
                </c:pt>
                <c:pt idx="54449">
                  <c:v>24.75</c:v>
                </c:pt>
                <c:pt idx="54450">
                  <c:v>24.75</c:v>
                </c:pt>
                <c:pt idx="54451">
                  <c:v>24.75</c:v>
                </c:pt>
                <c:pt idx="54452">
                  <c:v>24.75</c:v>
                </c:pt>
                <c:pt idx="54453">
                  <c:v>24.75</c:v>
                </c:pt>
                <c:pt idx="54454">
                  <c:v>24.75</c:v>
                </c:pt>
                <c:pt idx="54455">
                  <c:v>24.75</c:v>
                </c:pt>
                <c:pt idx="54456">
                  <c:v>24.75</c:v>
                </c:pt>
                <c:pt idx="54457">
                  <c:v>24.75</c:v>
                </c:pt>
                <c:pt idx="54458">
                  <c:v>24.75</c:v>
                </c:pt>
                <c:pt idx="54459">
                  <c:v>24.75</c:v>
                </c:pt>
                <c:pt idx="54460">
                  <c:v>24.75</c:v>
                </c:pt>
                <c:pt idx="54461">
                  <c:v>24.75</c:v>
                </c:pt>
                <c:pt idx="54462">
                  <c:v>24.75</c:v>
                </c:pt>
                <c:pt idx="54463">
                  <c:v>24.75</c:v>
                </c:pt>
                <c:pt idx="54464">
                  <c:v>24.75</c:v>
                </c:pt>
                <c:pt idx="54465">
                  <c:v>24.75</c:v>
                </c:pt>
                <c:pt idx="54466">
                  <c:v>24.75</c:v>
                </c:pt>
                <c:pt idx="54467">
                  <c:v>24.75</c:v>
                </c:pt>
                <c:pt idx="54468">
                  <c:v>24.75</c:v>
                </c:pt>
                <c:pt idx="54469">
                  <c:v>24.75</c:v>
                </c:pt>
                <c:pt idx="54470">
                  <c:v>24.75</c:v>
                </c:pt>
                <c:pt idx="54471">
                  <c:v>24.75</c:v>
                </c:pt>
                <c:pt idx="54472">
                  <c:v>24.75</c:v>
                </c:pt>
                <c:pt idx="54473">
                  <c:v>24.75</c:v>
                </c:pt>
                <c:pt idx="54474">
                  <c:v>24.75</c:v>
                </c:pt>
                <c:pt idx="54475">
                  <c:v>24.75</c:v>
                </c:pt>
                <c:pt idx="54476">
                  <c:v>24.75</c:v>
                </c:pt>
                <c:pt idx="54477">
                  <c:v>24.75</c:v>
                </c:pt>
                <c:pt idx="54478">
                  <c:v>24.75</c:v>
                </c:pt>
                <c:pt idx="54479">
                  <c:v>24.75</c:v>
                </c:pt>
                <c:pt idx="54480">
                  <c:v>24.75</c:v>
                </c:pt>
                <c:pt idx="54481">
                  <c:v>24.75</c:v>
                </c:pt>
                <c:pt idx="54482">
                  <c:v>24.75</c:v>
                </c:pt>
                <c:pt idx="54483">
                  <c:v>24.75</c:v>
                </c:pt>
                <c:pt idx="54484">
                  <c:v>24.75</c:v>
                </c:pt>
                <c:pt idx="54485">
                  <c:v>24.75</c:v>
                </c:pt>
                <c:pt idx="54486">
                  <c:v>24.75</c:v>
                </c:pt>
                <c:pt idx="54487">
                  <c:v>24.75</c:v>
                </c:pt>
                <c:pt idx="54488">
                  <c:v>24.75</c:v>
                </c:pt>
                <c:pt idx="54489">
                  <c:v>24.75</c:v>
                </c:pt>
                <c:pt idx="54490">
                  <c:v>24.75</c:v>
                </c:pt>
                <c:pt idx="54491">
                  <c:v>24.75</c:v>
                </c:pt>
                <c:pt idx="54492">
                  <c:v>24.75</c:v>
                </c:pt>
                <c:pt idx="54493">
                  <c:v>24.75</c:v>
                </c:pt>
                <c:pt idx="54494">
                  <c:v>24.75</c:v>
                </c:pt>
                <c:pt idx="54495">
                  <c:v>24.75</c:v>
                </c:pt>
                <c:pt idx="54496">
                  <c:v>24.75</c:v>
                </c:pt>
                <c:pt idx="54497">
                  <c:v>24.75</c:v>
                </c:pt>
                <c:pt idx="54498">
                  <c:v>24.75</c:v>
                </c:pt>
                <c:pt idx="54499">
                  <c:v>24.75</c:v>
                </c:pt>
                <c:pt idx="54500">
                  <c:v>24.75</c:v>
                </c:pt>
                <c:pt idx="54501">
                  <c:v>24.75</c:v>
                </c:pt>
                <c:pt idx="54502">
                  <c:v>24.75</c:v>
                </c:pt>
                <c:pt idx="54503">
                  <c:v>24.75</c:v>
                </c:pt>
                <c:pt idx="54504">
                  <c:v>24.75</c:v>
                </c:pt>
                <c:pt idx="54505">
                  <c:v>24.75</c:v>
                </c:pt>
                <c:pt idx="54506">
                  <c:v>24.75</c:v>
                </c:pt>
                <c:pt idx="54507">
                  <c:v>24.75</c:v>
                </c:pt>
                <c:pt idx="54508">
                  <c:v>24.75</c:v>
                </c:pt>
                <c:pt idx="54509">
                  <c:v>24.75</c:v>
                </c:pt>
                <c:pt idx="54510">
                  <c:v>24.75</c:v>
                </c:pt>
                <c:pt idx="54511">
                  <c:v>24.75</c:v>
                </c:pt>
                <c:pt idx="54512">
                  <c:v>24.7</c:v>
                </c:pt>
                <c:pt idx="54513">
                  <c:v>24.7</c:v>
                </c:pt>
                <c:pt idx="54514">
                  <c:v>24.7</c:v>
                </c:pt>
                <c:pt idx="54515">
                  <c:v>24.7</c:v>
                </c:pt>
                <c:pt idx="54516">
                  <c:v>24.7</c:v>
                </c:pt>
                <c:pt idx="54517">
                  <c:v>24.7</c:v>
                </c:pt>
                <c:pt idx="54518">
                  <c:v>24.75</c:v>
                </c:pt>
                <c:pt idx="54519">
                  <c:v>24.75</c:v>
                </c:pt>
                <c:pt idx="54520">
                  <c:v>24.75</c:v>
                </c:pt>
                <c:pt idx="54521">
                  <c:v>24.75</c:v>
                </c:pt>
                <c:pt idx="54522">
                  <c:v>24.75</c:v>
                </c:pt>
                <c:pt idx="54523">
                  <c:v>24.75</c:v>
                </c:pt>
                <c:pt idx="54524">
                  <c:v>24.75</c:v>
                </c:pt>
                <c:pt idx="54525">
                  <c:v>24.75</c:v>
                </c:pt>
                <c:pt idx="54526">
                  <c:v>24.7</c:v>
                </c:pt>
                <c:pt idx="54527">
                  <c:v>24.7</c:v>
                </c:pt>
                <c:pt idx="54528">
                  <c:v>24.7</c:v>
                </c:pt>
                <c:pt idx="54529">
                  <c:v>24.7</c:v>
                </c:pt>
                <c:pt idx="54530">
                  <c:v>24.7</c:v>
                </c:pt>
                <c:pt idx="54531">
                  <c:v>24.7</c:v>
                </c:pt>
                <c:pt idx="54532">
                  <c:v>24.7</c:v>
                </c:pt>
                <c:pt idx="54533">
                  <c:v>24.7</c:v>
                </c:pt>
                <c:pt idx="54534">
                  <c:v>24.7</c:v>
                </c:pt>
                <c:pt idx="54535">
                  <c:v>24.7</c:v>
                </c:pt>
                <c:pt idx="54536">
                  <c:v>24.7</c:v>
                </c:pt>
                <c:pt idx="54537">
                  <c:v>24.7</c:v>
                </c:pt>
                <c:pt idx="54538">
                  <c:v>24.7</c:v>
                </c:pt>
                <c:pt idx="54539">
                  <c:v>24.7</c:v>
                </c:pt>
                <c:pt idx="54540">
                  <c:v>24.7</c:v>
                </c:pt>
                <c:pt idx="54541">
                  <c:v>24.7</c:v>
                </c:pt>
                <c:pt idx="54542">
                  <c:v>24.7</c:v>
                </c:pt>
                <c:pt idx="54543">
                  <c:v>24.7</c:v>
                </c:pt>
                <c:pt idx="54544">
                  <c:v>24.7</c:v>
                </c:pt>
                <c:pt idx="54545">
                  <c:v>24.7</c:v>
                </c:pt>
                <c:pt idx="54546">
                  <c:v>24.7</c:v>
                </c:pt>
                <c:pt idx="54547">
                  <c:v>24.75</c:v>
                </c:pt>
                <c:pt idx="54548">
                  <c:v>24.75</c:v>
                </c:pt>
                <c:pt idx="54549">
                  <c:v>24.75</c:v>
                </c:pt>
                <c:pt idx="54550">
                  <c:v>24.75</c:v>
                </c:pt>
                <c:pt idx="54551">
                  <c:v>24.75</c:v>
                </c:pt>
                <c:pt idx="54552">
                  <c:v>24.75</c:v>
                </c:pt>
                <c:pt idx="54553">
                  <c:v>24.75</c:v>
                </c:pt>
                <c:pt idx="54554">
                  <c:v>24.75</c:v>
                </c:pt>
                <c:pt idx="54555">
                  <c:v>24.7</c:v>
                </c:pt>
                <c:pt idx="54556">
                  <c:v>24.7</c:v>
                </c:pt>
                <c:pt idx="54557">
                  <c:v>24.7</c:v>
                </c:pt>
                <c:pt idx="54558">
                  <c:v>24.7</c:v>
                </c:pt>
                <c:pt idx="54559">
                  <c:v>24.7</c:v>
                </c:pt>
                <c:pt idx="54560">
                  <c:v>24.7</c:v>
                </c:pt>
                <c:pt idx="54561">
                  <c:v>24.7</c:v>
                </c:pt>
                <c:pt idx="54562">
                  <c:v>24.7</c:v>
                </c:pt>
                <c:pt idx="54563">
                  <c:v>24.7</c:v>
                </c:pt>
                <c:pt idx="54564">
                  <c:v>24.7</c:v>
                </c:pt>
                <c:pt idx="54565">
                  <c:v>24.7</c:v>
                </c:pt>
                <c:pt idx="54566">
                  <c:v>24.7</c:v>
                </c:pt>
                <c:pt idx="54567">
                  <c:v>24.7</c:v>
                </c:pt>
                <c:pt idx="54568">
                  <c:v>24.7</c:v>
                </c:pt>
                <c:pt idx="54569">
                  <c:v>24.7</c:v>
                </c:pt>
                <c:pt idx="54570">
                  <c:v>24.7</c:v>
                </c:pt>
                <c:pt idx="54571">
                  <c:v>24.7</c:v>
                </c:pt>
                <c:pt idx="54572">
                  <c:v>24.7</c:v>
                </c:pt>
                <c:pt idx="54573">
                  <c:v>24.7</c:v>
                </c:pt>
                <c:pt idx="54574">
                  <c:v>24.7</c:v>
                </c:pt>
                <c:pt idx="54575">
                  <c:v>24.7</c:v>
                </c:pt>
                <c:pt idx="54576">
                  <c:v>24.7</c:v>
                </c:pt>
                <c:pt idx="54577">
                  <c:v>24.7</c:v>
                </c:pt>
                <c:pt idx="54578">
                  <c:v>24.7</c:v>
                </c:pt>
                <c:pt idx="54579">
                  <c:v>24.75</c:v>
                </c:pt>
                <c:pt idx="54580">
                  <c:v>24.7</c:v>
                </c:pt>
                <c:pt idx="54581">
                  <c:v>24.7</c:v>
                </c:pt>
                <c:pt idx="54582">
                  <c:v>24.7</c:v>
                </c:pt>
                <c:pt idx="54583">
                  <c:v>24.7</c:v>
                </c:pt>
                <c:pt idx="54584">
                  <c:v>24.7</c:v>
                </c:pt>
                <c:pt idx="54585">
                  <c:v>24.7</c:v>
                </c:pt>
                <c:pt idx="54586">
                  <c:v>24.7</c:v>
                </c:pt>
                <c:pt idx="54587">
                  <c:v>24.7</c:v>
                </c:pt>
                <c:pt idx="54588">
                  <c:v>24.7</c:v>
                </c:pt>
                <c:pt idx="54589">
                  <c:v>24.7</c:v>
                </c:pt>
                <c:pt idx="54590">
                  <c:v>24.7</c:v>
                </c:pt>
                <c:pt idx="54591">
                  <c:v>24.7</c:v>
                </c:pt>
                <c:pt idx="54592">
                  <c:v>24.7</c:v>
                </c:pt>
                <c:pt idx="54593">
                  <c:v>24.7</c:v>
                </c:pt>
                <c:pt idx="54594">
                  <c:v>24.7</c:v>
                </c:pt>
                <c:pt idx="54595">
                  <c:v>24.7</c:v>
                </c:pt>
                <c:pt idx="54596">
                  <c:v>24.7</c:v>
                </c:pt>
                <c:pt idx="54597">
                  <c:v>24.7</c:v>
                </c:pt>
                <c:pt idx="54598">
                  <c:v>24.7</c:v>
                </c:pt>
                <c:pt idx="54599">
                  <c:v>24.7</c:v>
                </c:pt>
                <c:pt idx="54600">
                  <c:v>24.7</c:v>
                </c:pt>
                <c:pt idx="54601">
                  <c:v>24.7</c:v>
                </c:pt>
                <c:pt idx="54602">
                  <c:v>24.7</c:v>
                </c:pt>
                <c:pt idx="54603">
                  <c:v>24.7</c:v>
                </c:pt>
                <c:pt idx="54604">
                  <c:v>24.7</c:v>
                </c:pt>
                <c:pt idx="54605">
                  <c:v>24.7</c:v>
                </c:pt>
                <c:pt idx="54606">
                  <c:v>24.7</c:v>
                </c:pt>
                <c:pt idx="54607">
                  <c:v>24.7</c:v>
                </c:pt>
                <c:pt idx="54608">
                  <c:v>24.7</c:v>
                </c:pt>
                <c:pt idx="54609">
                  <c:v>24.7</c:v>
                </c:pt>
                <c:pt idx="54610">
                  <c:v>24.7</c:v>
                </c:pt>
                <c:pt idx="54611">
                  <c:v>24.7</c:v>
                </c:pt>
                <c:pt idx="54612">
                  <c:v>24.7</c:v>
                </c:pt>
                <c:pt idx="54613">
                  <c:v>24.7</c:v>
                </c:pt>
                <c:pt idx="54614">
                  <c:v>24.7</c:v>
                </c:pt>
                <c:pt idx="54615">
                  <c:v>24.7</c:v>
                </c:pt>
                <c:pt idx="54616">
                  <c:v>24.7</c:v>
                </c:pt>
                <c:pt idx="54617">
                  <c:v>24.7</c:v>
                </c:pt>
                <c:pt idx="54618">
                  <c:v>24.75</c:v>
                </c:pt>
                <c:pt idx="54619">
                  <c:v>24.7</c:v>
                </c:pt>
                <c:pt idx="54620">
                  <c:v>24.7</c:v>
                </c:pt>
                <c:pt idx="54621">
                  <c:v>24.7</c:v>
                </c:pt>
                <c:pt idx="54622">
                  <c:v>24.7</c:v>
                </c:pt>
                <c:pt idx="54623">
                  <c:v>24.7</c:v>
                </c:pt>
                <c:pt idx="54624">
                  <c:v>24.7</c:v>
                </c:pt>
                <c:pt idx="54625">
                  <c:v>24.7</c:v>
                </c:pt>
                <c:pt idx="54626">
                  <c:v>24.7</c:v>
                </c:pt>
                <c:pt idx="54627">
                  <c:v>24.7</c:v>
                </c:pt>
                <c:pt idx="54628">
                  <c:v>24.7</c:v>
                </c:pt>
                <c:pt idx="54629">
                  <c:v>24.7</c:v>
                </c:pt>
                <c:pt idx="54630">
                  <c:v>24.75</c:v>
                </c:pt>
                <c:pt idx="54631">
                  <c:v>24.7</c:v>
                </c:pt>
                <c:pt idx="54632">
                  <c:v>24.7</c:v>
                </c:pt>
                <c:pt idx="54633">
                  <c:v>24.7</c:v>
                </c:pt>
                <c:pt idx="54634">
                  <c:v>24.7</c:v>
                </c:pt>
                <c:pt idx="54635">
                  <c:v>24.7</c:v>
                </c:pt>
                <c:pt idx="54636">
                  <c:v>24.75</c:v>
                </c:pt>
                <c:pt idx="54637">
                  <c:v>24.7</c:v>
                </c:pt>
                <c:pt idx="54638">
                  <c:v>24.75</c:v>
                </c:pt>
                <c:pt idx="54639">
                  <c:v>24.7</c:v>
                </c:pt>
                <c:pt idx="54640">
                  <c:v>24.7</c:v>
                </c:pt>
                <c:pt idx="54641">
                  <c:v>24.7</c:v>
                </c:pt>
                <c:pt idx="54642">
                  <c:v>24.7</c:v>
                </c:pt>
                <c:pt idx="54643">
                  <c:v>24.7</c:v>
                </c:pt>
                <c:pt idx="54644">
                  <c:v>24.7</c:v>
                </c:pt>
                <c:pt idx="54645">
                  <c:v>24.7</c:v>
                </c:pt>
                <c:pt idx="54646">
                  <c:v>24.7</c:v>
                </c:pt>
                <c:pt idx="54647">
                  <c:v>24.7</c:v>
                </c:pt>
                <c:pt idx="54648">
                  <c:v>24.7</c:v>
                </c:pt>
                <c:pt idx="54649">
                  <c:v>24.7</c:v>
                </c:pt>
                <c:pt idx="54650">
                  <c:v>24.7</c:v>
                </c:pt>
                <c:pt idx="54651">
                  <c:v>24.7</c:v>
                </c:pt>
                <c:pt idx="54652">
                  <c:v>24.7</c:v>
                </c:pt>
                <c:pt idx="54653">
                  <c:v>24.7</c:v>
                </c:pt>
                <c:pt idx="54654">
                  <c:v>24.7</c:v>
                </c:pt>
                <c:pt idx="54655">
                  <c:v>24.7</c:v>
                </c:pt>
                <c:pt idx="54656">
                  <c:v>24.7</c:v>
                </c:pt>
                <c:pt idx="54657">
                  <c:v>24.7</c:v>
                </c:pt>
                <c:pt idx="54658">
                  <c:v>24.7</c:v>
                </c:pt>
                <c:pt idx="54659">
                  <c:v>24.7</c:v>
                </c:pt>
                <c:pt idx="54660">
                  <c:v>24.7</c:v>
                </c:pt>
                <c:pt idx="54661">
                  <c:v>24.7</c:v>
                </c:pt>
                <c:pt idx="54662">
                  <c:v>24.7</c:v>
                </c:pt>
                <c:pt idx="54663">
                  <c:v>24.7</c:v>
                </c:pt>
                <c:pt idx="54664">
                  <c:v>24.7</c:v>
                </c:pt>
                <c:pt idx="54665">
                  <c:v>24.7</c:v>
                </c:pt>
                <c:pt idx="54666">
                  <c:v>24.7</c:v>
                </c:pt>
                <c:pt idx="54667">
                  <c:v>24.7</c:v>
                </c:pt>
                <c:pt idx="54668">
                  <c:v>24.7</c:v>
                </c:pt>
                <c:pt idx="54669">
                  <c:v>24.7</c:v>
                </c:pt>
                <c:pt idx="54670">
                  <c:v>24.7</c:v>
                </c:pt>
                <c:pt idx="54671">
                  <c:v>24.7</c:v>
                </c:pt>
                <c:pt idx="54672">
                  <c:v>24.7</c:v>
                </c:pt>
                <c:pt idx="54673">
                  <c:v>24.7</c:v>
                </c:pt>
                <c:pt idx="54674">
                  <c:v>24.7</c:v>
                </c:pt>
                <c:pt idx="54675">
                  <c:v>24.7</c:v>
                </c:pt>
                <c:pt idx="54676">
                  <c:v>24.7</c:v>
                </c:pt>
                <c:pt idx="54677">
                  <c:v>24.7</c:v>
                </c:pt>
                <c:pt idx="54678">
                  <c:v>24.7</c:v>
                </c:pt>
                <c:pt idx="54679">
                  <c:v>24.7</c:v>
                </c:pt>
                <c:pt idx="54680">
                  <c:v>24.7</c:v>
                </c:pt>
                <c:pt idx="54681">
                  <c:v>24.7</c:v>
                </c:pt>
                <c:pt idx="54682">
                  <c:v>24.7</c:v>
                </c:pt>
                <c:pt idx="54683">
                  <c:v>24.7</c:v>
                </c:pt>
                <c:pt idx="54684">
                  <c:v>24.7</c:v>
                </c:pt>
                <c:pt idx="54685">
                  <c:v>24.7</c:v>
                </c:pt>
                <c:pt idx="54686">
                  <c:v>24.7</c:v>
                </c:pt>
                <c:pt idx="54687">
                  <c:v>24.7</c:v>
                </c:pt>
                <c:pt idx="54688">
                  <c:v>24.7</c:v>
                </c:pt>
                <c:pt idx="54689">
                  <c:v>24.7</c:v>
                </c:pt>
                <c:pt idx="54690">
                  <c:v>24.7</c:v>
                </c:pt>
                <c:pt idx="54691">
                  <c:v>24.7</c:v>
                </c:pt>
                <c:pt idx="54692">
                  <c:v>24.7</c:v>
                </c:pt>
                <c:pt idx="54693">
                  <c:v>24.7</c:v>
                </c:pt>
                <c:pt idx="54694">
                  <c:v>24.75</c:v>
                </c:pt>
                <c:pt idx="54695">
                  <c:v>24.7</c:v>
                </c:pt>
                <c:pt idx="54696">
                  <c:v>24.7</c:v>
                </c:pt>
                <c:pt idx="54697">
                  <c:v>24.7</c:v>
                </c:pt>
                <c:pt idx="54698">
                  <c:v>24.7</c:v>
                </c:pt>
                <c:pt idx="54699">
                  <c:v>24.7</c:v>
                </c:pt>
                <c:pt idx="54700">
                  <c:v>24.7</c:v>
                </c:pt>
                <c:pt idx="54701">
                  <c:v>24.7</c:v>
                </c:pt>
                <c:pt idx="54702">
                  <c:v>24.7</c:v>
                </c:pt>
                <c:pt idx="54703">
                  <c:v>24.7</c:v>
                </c:pt>
                <c:pt idx="54704">
                  <c:v>24.7</c:v>
                </c:pt>
                <c:pt idx="54705">
                  <c:v>24.7</c:v>
                </c:pt>
                <c:pt idx="54706">
                  <c:v>24.7</c:v>
                </c:pt>
                <c:pt idx="54707">
                  <c:v>24.7</c:v>
                </c:pt>
                <c:pt idx="54708">
                  <c:v>24.7</c:v>
                </c:pt>
                <c:pt idx="54709">
                  <c:v>24.7</c:v>
                </c:pt>
                <c:pt idx="54710">
                  <c:v>24.7</c:v>
                </c:pt>
                <c:pt idx="54711">
                  <c:v>24.7</c:v>
                </c:pt>
                <c:pt idx="54712">
                  <c:v>24.7</c:v>
                </c:pt>
                <c:pt idx="54713">
                  <c:v>24.7</c:v>
                </c:pt>
                <c:pt idx="54714">
                  <c:v>24.7</c:v>
                </c:pt>
                <c:pt idx="54715">
                  <c:v>24.7</c:v>
                </c:pt>
                <c:pt idx="54716">
                  <c:v>24.7</c:v>
                </c:pt>
                <c:pt idx="54717">
                  <c:v>24.7</c:v>
                </c:pt>
                <c:pt idx="54718">
                  <c:v>24.7</c:v>
                </c:pt>
                <c:pt idx="54719">
                  <c:v>24.7</c:v>
                </c:pt>
                <c:pt idx="54720">
                  <c:v>24.7</c:v>
                </c:pt>
                <c:pt idx="54721">
                  <c:v>24.75</c:v>
                </c:pt>
                <c:pt idx="54722">
                  <c:v>24.75</c:v>
                </c:pt>
                <c:pt idx="54723">
                  <c:v>24.75</c:v>
                </c:pt>
                <c:pt idx="54724">
                  <c:v>24.75</c:v>
                </c:pt>
                <c:pt idx="54725">
                  <c:v>24.75</c:v>
                </c:pt>
                <c:pt idx="54726">
                  <c:v>24.75</c:v>
                </c:pt>
                <c:pt idx="54727">
                  <c:v>24.75</c:v>
                </c:pt>
                <c:pt idx="54728">
                  <c:v>24.75</c:v>
                </c:pt>
                <c:pt idx="54729">
                  <c:v>24.75</c:v>
                </c:pt>
                <c:pt idx="54730">
                  <c:v>24.7</c:v>
                </c:pt>
                <c:pt idx="54731">
                  <c:v>24.7</c:v>
                </c:pt>
                <c:pt idx="54732">
                  <c:v>24.7</c:v>
                </c:pt>
                <c:pt idx="54733">
                  <c:v>24.7</c:v>
                </c:pt>
                <c:pt idx="54734">
                  <c:v>24.7</c:v>
                </c:pt>
                <c:pt idx="54735">
                  <c:v>24.7</c:v>
                </c:pt>
                <c:pt idx="54736">
                  <c:v>24.7</c:v>
                </c:pt>
                <c:pt idx="54737">
                  <c:v>24.7</c:v>
                </c:pt>
                <c:pt idx="54738">
                  <c:v>24.7</c:v>
                </c:pt>
                <c:pt idx="54739">
                  <c:v>24.7</c:v>
                </c:pt>
                <c:pt idx="54740">
                  <c:v>24.7</c:v>
                </c:pt>
                <c:pt idx="54741">
                  <c:v>24.7</c:v>
                </c:pt>
                <c:pt idx="54742">
                  <c:v>24.7</c:v>
                </c:pt>
                <c:pt idx="54743">
                  <c:v>24.7</c:v>
                </c:pt>
                <c:pt idx="54744">
                  <c:v>24.7</c:v>
                </c:pt>
                <c:pt idx="54745">
                  <c:v>24.7</c:v>
                </c:pt>
                <c:pt idx="54746">
                  <c:v>24.7</c:v>
                </c:pt>
                <c:pt idx="54747">
                  <c:v>24.7</c:v>
                </c:pt>
                <c:pt idx="54748">
                  <c:v>24.7</c:v>
                </c:pt>
                <c:pt idx="54749">
                  <c:v>24.7</c:v>
                </c:pt>
                <c:pt idx="54750">
                  <c:v>24.7</c:v>
                </c:pt>
                <c:pt idx="54751">
                  <c:v>24.7</c:v>
                </c:pt>
                <c:pt idx="54752">
                  <c:v>24.7</c:v>
                </c:pt>
                <c:pt idx="54753">
                  <c:v>24.75</c:v>
                </c:pt>
                <c:pt idx="54754">
                  <c:v>24.7</c:v>
                </c:pt>
                <c:pt idx="54755">
                  <c:v>24.75</c:v>
                </c:pt>
                <c:pt idx="54756">
                  <c:v>24.7</c:v>
                </c:pt>
                <c:pt idx="54757">
                  <c:v>24.7</c:v>
                </c:pt>
                <c:pt idx="54758">
                  <c:v>24.7</c:v>
                </c:pt>
                <c:pt idx="54759">
                  <c:v>24.7</c:v>
                </c:pt>
                <c:pt idx="54760">
                  <c:v>24.7</c:v>
                </c:pt>
                <c:pt idx="54761">
                  <c:v>24.7</c:v>
                </c:pt>
                <c:pt idx="54762">
                  <c:v>24.7</c:v>
                </c:pt>
                <c:pt idx="54763">
                  <c:v>24.7</c:v>
                </c:pt>
                <c:pt idx="54764">
                  <c:v>24.7</c:v>
                </c:pt>
                <c:pt idx="54765">
                  <c:v>24.7</c:v>
                </c:pt>
                <c:pt idx="54766">
                  <c:v>24.7</c:v>
                </c:pt>
                <c:pt idx="54767">
                  <c:v>24.7</c:v>
                </c:pt>
                <c:pt idx="54768">
                  <c:v>24.7</c:v>
                </c:pt>
                <c:pt idx="54769">
                  <c:v>24.7</c:v>
                </c:pt>
                <c:pt idx="54770">
                  <c:v>24.7</c:v>
                </c:pt>
                <c:pt idx="54771">
                  <c:v>24.7</c:v>
                </c:pt>
                <c:pt idx="54772">
                  <c:v>24.7</c:v>
                </c:pt>
                <c:pt idx="54773">
                  <c:v>24.7</c:v>
                </c:pt>
                <c:pt idx="54774">
                  <c:v>24.7</c:v>
                </c:pt>
                <c:pt idx="54775">
                  <c:v>24.7</c:v>
                </c:pt>
                <c:pt idx="54776">
                  <c:v>24.7</c:v>
                </c:pt>
                <c:pt idx="54777">
                  <c:v>24.7</c:v>
                </c:pt>
                <c:pt idx="54778">
                  <c:v>24.75</c:v>
                </c:pt>
                <c:pt idx="54779">
                  <c:v>24.7</c:v>
                </c:pt>
                <c:pt idx="54780">
                  <c:v>24.75</c:v>
                </c:pt>
                <c:pt idx="54781">
                  <c:v>24.75</c:v>
                </c:pt>
                <c:pt idx="54782">
                  <c:v>24.7</c:v>
                </c:pt>
                <c:pt idx="54783">
                  <c:v>24.7</c:v>
                </c:pt>
                <c:pt idx="54784">
                  <c:v>24.7</c:v>
                </c:pt>
                <c:pt idx="54785">
                  <c:v>24.7</c:v>
                </c:pt>
                <c:pt idx="54786">
                  <c:v>24.7</c:v>
                </c:pt>
                <c:pt idx="54787">
                  <c:v>24.7</c:v>
                </c:pt>
                <c:pt idx="54788">
                  <c:v>24.7</c:v>
                </c:pt>
                <c:pt idx="54789">
                  <c:v>24.7</c:v>
                </c:pt>
                <c:pt idx="54790">
                  <c:v>24.7</c:v>
                </c:pt>
                <c:pt idx="54791">
                  <c:v>24.7</c:v>
                </c:pt>
                <c:pt idx="54792">
                  <c:v>24.7</c:v>
                </c:pt>
                <c:pt idx="54793">
                  <c:v>24.7</c:v>
                </c:pt>
                <c:pt idx="54794">
                  <c:v>24.7</c:v>
                </c:pt>
                <c:pt idx="54795">
                  <c:v>24.7</c:v>
                </c:pt>
                <c:pt idx="54796">
                  <c:v>24.7</c:v>
                </c:pt>
                <c:pt idx="54797">
                  <c:v>24.7</c:v>
                </c:pt>
                <c:pt idx="54798">
                  <c:v>24.7</c:v>
                </c:pt>
                <c:pt idx="54799">
                  <c:v>24.7</c:v>
                </c:pt>
                <c:pt idx="54800">
                  <c:v>24.7</c:v>
                </c:pt>
                <c:pt idx="54801">
                  <c:v>24.7</c:v>
                </c:pt>
                <c:pt idx="54802">
                  <c:v>24.7</c:v>
                </c:pt>
                <c:pt idx="54803">
                  <c:v>24.7</c:v>
                </c:pt>
                <c:pt idx="54804">
                  <c:v>24.7</c:v>
                </c:pt>
                <c:pt idx="54805">
                  <c:v>24.7</c:v>
                </c:pt>
                <c:pt idx="54806">
                  <c:v>24.7</c:v>
                </c:pt>
                <c:pt idx="54807">
                  <c:v>24.7</c:v>
                </c:pt>
                <c:pt idx="54808">
                  <c:v>24.7</c:v>
                </c:pt>
                <c:pt idx="54809">
                  <c:v>24.7</c:v>
                </c:pt>
                <c:pt idx="54810">
                  <c:v>24.7</c:v>
                </c:pt>
                <c:pt idx="54811">
                  <c:v>24.7</c:v>
                </c:pt>
                <c:pt idx="54812">
                  <c:v>24.7</c:v>
                </c:pt>
                <c:pt idx="54813">
                  <c:v>24.7</c:v>
                </c:pt>
                <c:pt idx="54814">
                  <c:v>24.7</c:v>
                </c:pt>
                <c:pt idx="54815">
                  <c:v>24.7</c:v>
                </c:pt>
                <c:pt idx="54816">
                  <c:v>24.7</c:v>
                </c:pt>
                <c:pt idx="54817">
                  <c:v>24.7</c:v>
                </c:pt>
                <c:pt idx="54818">
                  <c:v>24.7</c:v>
                </c:pt>
                <c:pt idx="54819">
                  <c:v>24.7</c:v>
                </c:pt>
                <c:pt idx="54820">
                  <c:v>24.7</c:v>
                </c:pt>
                <c:pt idx="54821">
                  <c:v>24.7</c:v>
                </c:pt>
                <c:pt idx="54822">
                  <c:v>24.7</c:v>
                </c:pt>
                <c:pt idx="54823">
                  <c:v>24.7</c:v>
                </c:pt>
                <c:pt idx="54824">
                  <c:v>24.7</c:v>
                </c:pt>
                <c:pt idx="54825">
                  <c:v>24.7</c:v>
                </c:pt>
                <c:pt idx="54826">
                  <c:v>24.7</c:v>
                </c:pt>
                <c:pt idx="54827">
                  <c:v>24.7</c:v>
                </c:pt>
                <c:pt idx="54828">
                  <c:v>24.7</c:v>
                </c:pt>
                <c:pt idx="54829">
                  <c:v>24.7</c:v>
                </c:pt>
                <c:pt idx="54830">
                  <c:v>24.7</c:v>
                </c:pt>
                <c:pt idx="54831">
                  <c:v>24.7</c:v>
                </c:pt>
                <c:pt idx="54832">
                  <c:v>24.7</c:v>
                </c:pt>
                <c:pt idx="54833">
                  <c:v>24.7</c:v>
                </c:pt>
                <c:pt idx="54834">
                  <c:v>24.7</c:v>
                </c:pt>
                <c:pt idx="54835">
                  <c:v>24.7</c:v>
                </c:pt>
                <c:pt idx="54836">
                  <c:v>24.7</c:v>
                </c:pt>
                <c:pt idx="54837">
                  <c:v>24.7</c:v>
                </c:pt>
                <c:pt idx="54838">
                  <c:v>24.7</c:v>
                </c:pt>
                <c:pt idx="54839">
                  <c:v>24.7</c:v>
                </c:pt>
                <c:pt idx="54840">
                  <c:v>24.7</c:v>
                </c:pt>
                <c:pt idx="54841">
                  <c:v>24.7</c:v>
                </c:pt>
                <c:pt idx="54842">
                  <c:v>24.7</c:v>
                </c:pt>
                <c:pt idx="54843">
                  <c:v>24.7</c:v>
                </c:pt>
                <c:pt idx="54844">
                  <c:v>24.7</c:v>
                </c:pt>
                <c:pt idx="54845">
                  <c:v>24.7</c:v>
                </c:pt>
                <c:pt idx="54846">
                  <c:v>24.7</c:v>
                </c:pt>
                <c:pt idx="54847">
                  <c:v>24.7</c:v>
                </c:pt>
                <c:pt idx="54848">
                  <c:v>24.7</c:v>
                </c:pt>
                <c:pt idx="54849">
                  <c:v>24.7</c:v>
                </c:pt>
                <c:pt idx="54850">
                  <c:v>24.7</c:v>
                </c:pt>
                <c:pt idx="54851">
                  <c:v>24.7</c:v>
                </c:pt>
                <c:pt idx="54852">
                  <c:v>24.7</c:v>
                </c:pt>
                <c:pt idx="54853">
                  <c:v>24.75</c:v>
                </c:pt>
                <c:pt idx="54854">
                  <c:v>24.7</c:v>
                </c:pt>
                <c:pt idx="54855">
                  <c:v>24.7</c:v>
                </c:pt>
                <c:pt idx="54856">
                  <c:v>24.7</c:v>
                </c:pt>
                <c:pt idx="54857">
                  <c:v>24.7</c:v>
                </c:pt>
                <c:pt idx="54858">
                  <c:v>24.7</c:v>
                </c:pt>
                <c:pt idx="54859">
                  <c:v>24.7</c:v>
                </c:pt>
                <c:pt idx="54860">
                  <c:v>24.7</c:v>
                </c:pt>
                <c:pt idx="54861">
                  <c:v>24.7</c:v>
                </c:pt>
                <c:pt idx="54862">
                  <c:v>24.7</c:v>
                </c:pt>
                <c:pt idx="54863">
                  <c:v>24.7</c:v>
                </c:pt>
                <c:pt idx="54864">
                  <c:v>24.7</c:v>
                </c:pt>
                <c:pt idx="54865">
                  <c:v>24.7</c:v>
                </c:pt>
                <c:pt idx="54866">
                  <c:v>24.7</c:v>
                </c:pt>
                <c:pt idx="54867">
                  <c:v>24.7</c:v>
                </c:pt>
                <c:pt idx="54868">
                  <c:v>24.7</c:v>
                </c:pt>
                <c:pt idx="54869">
                  <c:v>24.7</c:v>
                </c:pt>
                <c:pt idx="54870">
                  <c:v>24.7</c:v>
                </c:pt>
                <c:pt idx="54871">
                  <c:v>24.7</c:v>
                </c:pt>
                <c:pt idx="54872">
                  <c:v>24.7</c:v>
                </c:pt>
                <c:pt idx="54873">
                  <c:v>24.7</c:v>
                </c:pt>
                <c:pt idx="54874">
                  <c:v>24.7</c:v>
                </c:pt>
                <c:pt idx="54875">
                  <c:v>24.7</c:v>
                </c:pt>
                <c:pt idx="54876">
                  <c:v>24.7</c:v>
                </c:pt>
                <c:pt idx="54877">
                  <c:v>24.7</c:v>
                </c:pt>
                <c:pt idx="54878">
                  <c:v>24.7</c:v>
                </c:pt>
                <c:pt idx="54879">
                  <c:v>24.7</c:v>
                </c:pt>
                <c:pt idx="54880">
                  <c:v>24.7</c:v>
                </c:pt>
                <c:pt idx="54881">
                  <c:v>24.7</c:v>
                </c:pt>
                <c:pt idx="54882">
                  <c:v>24.75</c:v>
                </c:pt>
                <c:pt idx="54883">
                  <c:v>24.7</c:v>
                </c:pt>
                <c:pt idx="54884">
                  <c:v>24.7</c:v>
                </c:pt>
                <c:pt idx="54885">
                  <c:v>24.7</c:v>
                </c:pt>
                <c:pt idx="54886">
                  <c:v>24.75</c:v>
                </c:pt>
                <c:pt idx="54887">
                  <c:v>24.7</c:v>
                </c:pt>
                <c:pt idx="54888">
                  <c:v>24.7</c:v>
                </c:pt>
                <c:pt idx="54889">
                  <c:v>24.7</c:v>
                </c:pt>
                <c:pt idx="54890">
                  <c:v>24.7</c:v>
                </c:pt>
                <c:pt idx="54891">
                  <c:v>24.7</c:v>
                </c:pt>
                <c:pt idx="54892">
                  <c:v>24.7</c:v>
                </c:pt>
                <c:pt idx="54893">
                  <c:v>24.7</c:v>
                </c:pt>
                <c:pt idx="54894">
                  <c:v>24.7</c:v>
                </c:pt>
                <c:pt idx="54895">
                  <c:v>24.7</c:v>
                </c:pt>
                <c:pt idx="54896">
                  <c:v>24.7</c:v>
                </c:pt>
                <c:pt idx="54897">
                  <c:v>24.7</c:v>
                </c:pt>
                <c:pt idx="54898">
                  <c:v>24.7</c:v>
                </c:pt>
                <c:pt idx="54899">
                  <c:v>24.7</c:v>
                </c:pt>
                <c:pt idx="54900">
                  <c:v>24.7</c:v>
                </c:pt>
                <c:pt idx="54901">
                  <c:v>24.7</c:v>
                </c:pt>
                <c:pt idx="54902">
                  <c:v>24.7</c:v>
                </c:pt>
                <c:pt idx="54903">
                  <c:v>24.7</c:v>
                </c:pt>
                <c:pt idx="54904">
                  <c:v>24.7</c:v>
                </c:pt>
                <c:pt idx="54905">
                  <c:v>24.7</c:v>
                </c:pt>
                <c:pt idx="54906">
                  <c:v>24.7</c:v>
                </c:pt>
                <c:pt idx="54907">
                  <c:v>24.7</c:v>
                </c:pt>
                <c:pt idx="54908">
                  <c:v>24.7</c:v>
                </c:pt>
                <c:pt idx="54909">
                  <c:v>24.7</c:v>
                </c:pt>
                <c:pt idx="54910">
                  <c:v>24.7</c:v>
                </c:pt>
                <c:pt idx="54911">
                  <c:v>24.7</c:v>
                </c:pt>
                <c:pt idx="54912">
                  <c:v>24.7</c:v>
                </c:pt>
                <c:pt idx="54913">
                  <c:v>24.75</c:v>
                </c:pt>
                <c:pt idx="54914">
                  <c:v>24.75</c:v>
                </c:pt>
                <c:pt idx="54915">
                  <c:v>24.7</c:v>
                </c:pt>
                <c:pt idx="54916">
                  <c:v>24.7</c:v>
                </c:pt>
                <c:pt idx="54917">
                  <c:v>24.7</c:v>
                </c:pt>
                <c:pt idx="54918">
                  <c:v>24.7</c:v>
                </c:pt>
                <c:pt idx="54919">
                  <c:v>24.7</c:v>
                </c:pt>
                <c:pt idx="54920">
                  <c:v>24.7</c:v>
                </c:pt>
                <c:pt idx="54921">
                  <c:v>24.7</c:v>
                </c:pt>
                <c:pt idx="54922">
                  <c:v>24.7</c:v>
                </c:pt>
                <c:pt idx="54923">
                  <c:v>24.7</c:v>
                </c:pt>
                <c:pt idx="54924">
                  <c:v>24.7</c:v>
                </c:pt>
                <c:pt idx="54925">
                  <c:v>24.7</c:v>
                </c:pt>
                <c:pt idx="54926">
                  <c:v>24.7</c:v>
                </c:pt>
                <c:pt idx="54927">
                  <c:v>24.7</c:v>
                </c:pt>
                <c:pt idx="54928">
                  <c:v>24.7</c:v>
                </c:pt>
                <c:pt idx="54929">
                  <c:v>24.7</c:v>
                </c:pt>
                <c:pt idx="54930">
                  <c:v>24.7</c:v>
                </c:pt>
                <c:pt idx="54931">
                  <c:v>24.7</c:v>
                </c:pt>
                <c:pt idx="54932">
                  <c:v>24.7</c:v>
                </c:pt>
                <c:pt idx="54933">
                  <c:v>24.7</c:v>
                </c:pt>
                <c:pt idx="54934">
                  <c:v>24.7</c:v>
                </c:pt>
                <c:pt idx="54935">
                  <c:v>24.7</c:v>
                </c:pt>
                <c:pt idx="54936">
                  <c:v>24.7</c:v>
                </c:pt>
                <c:pt idx="54937">
                  <c:v>24.7</c:v>
                </c:pt>
                <c:pt idx="54938">
                  <c:v>24.7</c:v>
                </c:pt>
                <c:pt idx="54939">
                  <c:v>24.7</c:v>
                </c:pt>
                <c:pt idx="54940">
                  <c:v>24.7</c:v>
                </c:pt>
                <c:pt idx="54941">
                  <c:v>24.7</c:v>
                </c:pt>
                <c:pt idx="54942">
                  <c:v>24.7</c:v>
                </c:pt>
                <c:pt idx="54943">
                  <c:v>24.7</c:v>
                </c:pt>
                <c:pt idx="54944">
                  <c:v>24.7</c:v>
                </c:pt>
                <c:pt idx="54945">
                  <c:v>24.7</c:v>
                </c:pt>
                <c:pt idx="54946">
                  <c:v>24.7</c:v>
                </c:pt>
                <c:pt idx="54947">
                  <c:v>24.7</c:v>
                </c:pt>
                <c:pt idx="54948">
                  <c:v>24.7</c:v>
                </c:pt>
                <c:pt idx="54949">
                  <c:v>24.7</c:v>
                </c:pt>
                <c:pt idx="54950">
                  <c:v>24.7</c:v>
                </c:pt>
                <c:pt idx="54951">
                  <c:v>24.7</c:v>
                </c:pt>
                <c:pt idx="54952">
                  <c:v>24.7</c:v>
                </c:pt>
                <c:pt idx="54953">
                  <c:v>24.7</c:v>
                </c:pt>
                <c:pt idx="54954">
                  <c:v>24.7</c:v>
                </c:pt>
                <c:pt idx="54955">
                  <c:v>24.7</c:v>
                </c:pt>
                <c:pt idx="54956">
                  <c:v>24.7</c:v>
                </c:pt>
                <c:pt idx="54957">
                  <c:v>24.7</c:v>
                </c:pt>
                <c:pt idx="54958">
                  <c:v>24.7</c:v>
                </c:pt>
                <c:pt idx="54959">
                  <c:v>24.7</c:v>
                </c:pt>
                <c:pt idx="54960">
                  <c:v>24.7</c:v>
                </c:pt>
                <c:pt idx="54961">
                  <c:v>24.7</c:v>
                </c:pt>
                <c:pt idx="54962">
                  <c:v>24.7</c:v>
                </c:pt>
                <c:pt idx="54963">
                  <c:v>24.7</c:v>
                </c:pt>
                <c:pt idx="54964">
                  <c:v>24.7</c:v>
                </c:pt>
                <c:pt idx="54965">
                  <c:v>24.7</c:v>
                </c:pt>
                <c:pt idx="54966">
                  <c:v>24.7</c:v>
                </c:pt>
                <c:pt idx="54967">
                  <c:v>24.7</c:v>
                </c:pt>
                <c:pt idx="54968">
                  <c:v>24.7</c:v>
                </c:pt>
                <c:pt idx="54969">
                  <c:v>24.7</c:v>
                </c:pt>
                <c:pt idx="54970">
                  <c:v>24.7</c:v>
                </c:pt>
                <c:pt idx="54971">
                  <c:v>24.7</c:v>
                </c:pt>
                <c:pt idx="54972">
                  <c:v>24.7</c:v>
                </c:pt>
                <c:pt idx="54973">
                  <c:v>24.7</c:v>
                </c:pt>
                <c:pt idx="54974">
                  <c:v>24.7</c:v>
                </c:pt>
                <c:pt idx="54975">
                  <c:v>24.7</c:v>
                </c:pt>
                <c:pt idx="54976">
                  <c:v>24.7</c:v>
                </c:pt>
                <c:pt idx="54977">
                  <c:v>24.7</c:v>
                </c:pt>
                <c:pt idx="54978">
                  <c:v>24.7</c:v>
                </c:pt>
                <c:pt idx="54979">
                  <c:v>24.7</c:v>
                </c:pt>
                <c:pt idx="54980">
                  <c:v>24.7</c:v>
                </c:pt>
                <c:pt idx="54981">
                  <c:v>24.7</c:v>
                </c:pt>
                <c:pt idx="54982">
                  <c:v>24.7</c:v>
                </c:pt>
                <c:pt idx="54983">
                  <c:v>24.7</c:v>
                </c:pt>
                <c:pt idx="54984">
                  <c:v>24.7</c:v>
                </c:pt>
                <c:pt idx="54985">
                  <c:v>24.7</c:v>
                </c:pt>
                <c:pt idx="54986">
                  <c:v>24.7</c:v>
                </c:pt>
                <c:pt idx="54987">
                  <c:v>24.7</c:v>
                </c:pt>
                <c:pt idx="54988">
                  <c:v>24.7</c:v>
                </c:pt>
                <c:pt idx="54989">
                  <c:v>24.7</c:v>
                </c:pt>
                <c:pt idx="54990">
                  <c:v>24.7</c:v>
                </c:pt>
                <c:pt idx="54991">
                  <c:v>24.7</c:v>
                </c:pt>
                <c:pt idx="54992">
                  <c:v>24.7</c:v>
                </c:pt>
                <c:pt idx="54993">
                  <c:v>24.7</c:v>
                </c:pt>
                <c:pt idx="54994">
                  <c:v>24.7</c:v>
                </c:pt>
                <c:pt idx="54995">
                  <c:v>24.7</c:v>
                </c:pt>
                <c:pt idx="54996">
                  <c:v>24.7</c:v>
                </c:pt>
                <c:pt idx="54997">
                  <c:v>24.7</c:v>
                </c:pt>
                <c:pt idx="54998">
                  <c:v>24.7</c:v>
                </c:pt>
                <c:pt idx="54999">
                  <c:v>24.7</c:v>
                </c:pt>
                <c:pt idx="55000">
                  <c:v>24.7</c:v>
                </c:pt>
                <c:pt idx="55001">
                  <c:v>24.7</c:v>
                </c:pt>
                <c:pt idx="55002">
                  <c:v>24.7</c:v>
                </c:pt>
                <c:pt idx="55003">
                  <c:v>24.7</c:v>
                </c:pt>
                <c:pt idx="55004">
                  <c:v>24.7</c:v>
                </c:pt>
                <c:pt idx="55005">
                  <c:v>24.7</c:v>
                </c:pt>
                <c:pt idx="55006">
                  <c:v>24.7</c:v>
                </c:pt>
                <c:pt idx="55007">
                  <c:v>24.7</c:v>
                </c:pt>
                <c:pt idx="55008">
                  <c:v>24.7</c:v>
                </c:pt>
                <c:pt idx="55009">
                  <c:v>24.7</c:v>
                </c:pt>
                <c:pt idx="55010">
                  <c:v>24.7</c:v>
                </c:pt>
                <c:pt idx="55011">
                  <c:v>24.7</c:v>
                </c:pt>
                <c:pt idx="55012">
                  <c:v>24.7</c:v>
                </c:pt>
                <c:pt idx="55013">
                  <c:v>24.7</c:v>
                </c:pt>
                <c:pt idx="55014">
                  <c:v>24.7</c:v>
                </c:pt>
                <c:pt idx="55015">
                  <c:v>24.7</c:v>
                </c:pt>
                <c:pt idx="55016">
                  <c:v>24.7</c:v>
                </c:pt>
                <c:pt idx="55017">
                  <c:v>24.7</c:v>
                </c:pt>
                <c:pt idx="55018">
                  <c:v>24.7</c:v>
                </c:pt>
                <c:pt idx="55019">
                  <c:v>24.7</c:v>
                </c:pt>
                <c:pt idx="55020">
                  <c:v>24.7</c:v>
                </c:pt>
                <c:pt idx="55021">
                  <c:v>24.7</c:v>
                </c:pt>
                <c:pt idx="55022">
                  <c:v>24.7</c:v>
                </c:pt>
                <c:pt idx="55023">
                  <c:v>24.7</c:v>
                </c:pt>
                <c:pt idx="55024">
                  <c:v>24.7</c:v>
                </c:pt>
                <c:pt idx="55025">
                  <c:v>24.7</c:v>
                </c:pt>
                <c:pt idx="55026">
                  <c:v>24.7</c:v>
                </c:pt>
                <c:pt idx="55027">
                  <c:v>24.7</c:v>
                </c:pt>
                <c:pt idx="55028">
                  <c:v>24.7</c:v>
                </c:pt>
                <c:pt idx="55029">
                  <c:v>24.7</c:v>
                </c:pt>
                <c:pt idx="55030">
                  <c:v>24.7</c:v>
                </c:pt>
                <c:pt idx="55031">
                  <c:v>24.7</c:v>
                </c:pt>
                <c:pt idx="55032">
                  <c:v>24.7</c:v>
                </c:pt>
                <c:pt idx="55033">
                  <c:v>24.7</c:v>
                </c:pt>
                <c:pt idx="55034">
                  <c:v>24.7</c:v>
                </c:pt>
                <c:pt idx="55035">
                  <c:v>24.7</c:v>
                </c:pt>
                <c:pt idx="55036">
                  <c:v>24.7</c:v>
                </c:pt>
                <c:pt idx="55037">
                  <c:v>24.7</c:v>
                </c:pt>
                <c:pt idx="55038">
                  <c:v>24.7</c:v>
                </c:pt>
                <c:pt idx="55039">
                  <c:v>24.7</c:v>
                </c:pt>
                <c:pt idx="55040">
                  <c:v>24.7</c:v>
                </c:pt>
                <c:pt idx="55041">
                  <c:v>24.7</c:v>
                </c:pt>
                <c:pt idx="55042">
                  <c:v>24.7</c:v>
                </c:pt>
                <c:pt idx="55043">
                  <c:v>24.7</c:v>
                </c:pt>
                <c:pt idx="55044">
                  <c:v>24.7</c:v>
                </c:pt>
                <c:pt idx="55045">
                  <c:v>24.7</c:v>
                </c:pt>
                <c:pt idx="55046">
                  <c:v>24.7</c:v>
                </c:pt>
                <c:pt idx="55047">
                  <c:v>24.7</c:v>
                </c:pt>
                <c:pt idx="55048">
                  <c:v>24.7</c:v>
                </c:pt>
                <c:pt idx="55049">
                  <c:v>24.7</c:v>
                </c:pt>
                <c:pt idx="55050">
                  <c:v>24.7</c:v>
                </c:pt>
                <c:pt idx="55051">
                  <c:v>24.7</c:v>
                </c:pt>
                <c:pt idx="55052">
                  <c:v>24.7</c:v>
                </c:pt>
                <c:pt idx="55053">
                  <c:v>24.7</c:v>
                </c:pt>
                <c:pt idx="55054">
                  <c:v>24.7</c:v>
                </c:pt>
                <c:pt idx="55055">
                  <c:v>24.7</c:v>
                </c:pt>
                <c:pt idx="55056">
                  <c:v>24.7</c:v>
                </c:pt>
                <c:pt idx="55057">
                  <c:v>24.7</c:v>
                </c:pt>
                <c:pt idx="55058">
                  <c:v>24.7</c:v>
                </c:pt>
                <c:pt idx="55059">
                  <c:v>24.7</c:v>
                </c:pt>
                <c:pt idx="55060">
                  <c:v>24.7</c:v>
                </c:pt>
                <c:pt idx="55061">
                  <c:v>24.7</c:v>
                </c:pt>
                <c:pt idx="55062">
                  <c:v>24.7</c:v>
                </c:pt>
                <c:pt idx="55063">
                  <c:v>24.7</c:v>
                </c:pt>
                <c:pt idx="55064">
                  <c:v>24.7</c:v>
                </c:pt>
                <c:pt idx="55065">
                  <c:v>24.7</c:v>
                </c:pt>
                <c:pt idx="55066">
                  <c:v>24.7</c:v>
                </c:pt>
                <c:pt idx="55067">
                  <c:v>24.7</c:v>
                </c:pt>
                <c:pt idx="55068">
                  <c:v>24.7</c:v>
                </c:pt>
                <c:pt idx="55069">
                  <c:v>24.7</c:v>
                </c:pt>
                <c:pt idx="55070">
                  <c:v>24.7</c:v>
                </c:pt>
                <c:pt idx="55071">
                  <c:v>24.7</c:v>
                </c:pt>
                <c:pt idx="55072">
                  <c:v>24.7</c:v>
                </c:pt>
                <c:pt idx="55073">
                  <c:v>24.7</c:v>
                </c:pt>
                <c:pt idx="55074">
                  <c:v>24.7</c:v>
                </c:pt>
                <c:pt idx="55075">
                  <c:v>24.7</c:v>
                </c:pt>
                <c:pt idx="55076">
                  <c:v>24.7</c:v>
                </c:pt>
                <c:pt idx="55077">
                  <c:v>24.7</c:v>
                </c:pt>
                <c:pt idx="55078">
                  <c:v>24.7</c:v>
                </c:pt>
                <c:pt idx="55079">
                  <c:v>24.7</c:v>
                </c:pt>
                <c:pt idx="55080">
                  <c:v>24.7</c:v>
                </c:pt>
                <c:pt idx="55081">
                  <c:v>24.7</c:v>
                </c:pt>
                <c:pt idx="55082">
                  <c:v>24.7</c:v>
                </c:pt>
                <c:pt idx="55083">
                  <c:v>24.7</c:v>
                </c:pt>
                <c:pt idx="55084">
                  <c:v>24.7</c:v>
                </c:pt>
                <c:pt idx="55085">
                  <c:v>24.7</c:v>
                </c:pt>
                <c:pt idx="55086">
                  <c:v>24.7</c:v>
                </c:pt>
                <c:pt idx="55087">
                  <c:v>24.7</c:v>
                </c:pt>
                <c:pt idx="55088">
                  <c:v>24.7</c:v>
                </c:pt>
                <c:pt idx="55089">
                  <c:v>24.7</c:v>
                </c:pt>
                <c:pt idx="55090">
                  <c:v>24.7</c:v>
                </c:pt>
                <c:pt idx="55091">
                  <c:v>24.7</c:v>
                </c:pt>
                <c:pt idx="55092">
                  <c:v>24.7</c:v>
                </c:pt>
                <c:pt idx="55093">
                  <c:v>24.7</c:v>
                </c:pt>
                <c:pt idx="55094">
                  <c:v>24.7</c:v>
                </c:pt>
                <c:pt idx="55095">
                  <c:v>24.7</c:v>
                </c:pt>
                <c:pt idx="55096">
                  <c:v>24.7</c:v>
                </c:pt>
                <c:pt idx="55097">
                  <c:v>24.7</c:v>
                </c:pt>
                <c:pt idx="55098">
                  <c:v>24.7</c:v>
                </c:pt>
                <c:pt idx="55099">
                  <c:v>24.7</c:v>
                </c:pt>
                <c:pt idx="55100">
                  <c:v>24.7</c:v>
                </c:pt>
                <c:pt idx="55101">
                  <c:v>24.7</c:v>
                </c:pt>
                <c:pt idx="55102">
                  <c:v>24.7</c:v>
                </c:pt>
                <c:pt idx="55103">
                  <c:v>24.7</c:v>
                </c:pt>
                <c:pt idx="55104">
                  <c:v>24.7</c:v>
                </c:pt>
                <c:pt idx="55105">
                  <c:v>24.7</c:v>
                </c:pt>
                <c:pt idx="55106">
                  <c:v>24.7</c:v>
                </c:pt>
                <c:pt idx="55107">
                  <c:v>24.7</c:v>
                </c:pt>
                <c:pt idx="55108">
                  <c:v>24.7</c:v>
                </c:pt>
                <c:pt idx="55109">
                  <c:v>24.7</c:v>
                </c:pt>
                <c:pt idx="55110">
                  <c:v>24.7</c:v>
                </c:pt>
                <c:pt idx="55111">
                  <c:v>24.7</c:v>
                </c:pt>
                <c:pt idx="55112">
                  <c:v>24.7</c:v>
                </c:pt>
                <c:pt idx="55113">
                  <c:v>24.7</c:v>
                </c:pt>
                <c:pt idx="55114">
                  <c:v>24.7</c:v>
                </c:pt>
                <c:pt idx="55115">
                  <c:v>24.7</c:v>
                </c:pt>
                <c:pt idx="55116">
                  <c:v>24.7</c:v>
                </c:pt>
                <c:pt idx="55117">
                  <c:v>24.7</c:v>
                </c:pt>
                <c:pt idx="55118">
                  <c:v>24.7</c:v>
                </c:pt>
                <c:pt idx="55119">
                  <c:v>24.7</c:v>
                </c:pt>
                <c:pt idx="55120">
                  <c:v>24.7</c:v>
                </c:pt>
                <c:pt idx="55121">
                  <c:v>24.7</c:v>
                </c:pt>
                <c:pt idx="55122">
                  <c:v>24.7</c:v>
                </c:pt>
                <c:pt idx="55123">
                  <c:v>24.7</c:v>
                </c:pt>
                <c:pt idx="55124">
                  <c:v>24.7</c:v>
                </c:pt>
                <c:pt idx="55125">
                  <c:v>24.7</c:v>
                </c:pt>
                <c:pt idx="55126">
                  <c:v>24.7</c:v>
                </c:pt>
                <c:pt idx="55127">
                  <c:v>24.7</c:v>
                </c:pt>
                <c:pt idx="55128">
                  <c:v>24.7</c:v>
                </c:pt>
                <c:pt idx="55129">
                  <c:v>24.7</c:v>
                </c:pt>
                <c:pt idx="55130">
                  <c:v>24.7</c:v>
                </c:pt>
                <c:pt idx="55131">
                  <c:v>24.7</c:v>
                </c:pt>
                <c:pt idx="55132">
                  <c:v>24.7</c:v>
                </c:pt>
                <c:pt idx="55133">
                  <c:v>24.7</c:v>
                </c:pt>
                <c:pt idx="55134">
                  <c:v>24.7</c:v>
                </c:pt>
                <c:pt idx="55135">
                  <c:v>24.7</c:v>
                </c:pt>
                <c:pt idx="55136">
                  <c:v>24.7</c:v>
                </c:pt>
                <c:pt idx="55137">
                  <c:v>24.7</c:v>
                </c:pt>
                <c:pt idx="55138">
                  <c:v>24.7</c:v>
                </c:pt>
                <c:pt idx="55139">
                  <c:v>24.7</c:v>
                </c:pt>
                <c:pt idx="55140">
                  <c:v>24.7</c:v>
                </c:pt>
                <c:pt idx="55141">
                  <c:v>24.7</c:v>
                </c:pt>
                <c:pt idx="55142">
                  <c:v>24.7</c:v>
                </c:pt>
                <c:pt idx="55143">
                  <c:v>24.7</c:v>
                </c:pt>
                <c:pt idx="55144">
                  <c:v>24.7</c:v>
                </c:pt>
                <c:pt idx="55145">
                  <c:v>24.7</c:v>
                </c:pt>
                <c:pt idx="55146">
                  <c:v>24.7</c:v>
                </c:pt>
                <c:pt idx="55147">
                  <c:v>24.7</c:v>
                </c:pt>
                <c:pt idx="55148">
                  <c:v>24.7</c:v>
                </c:pt>
                <c:pt idx="55149">
                  <c:v>24.7</c:v>
                </c:pt>
                <c:pt idx="55150">
                  <c:v>24.7</c:v>
                </c:pt>
                <c:pt idx="55151">
                  <c:v>24.7</c:v>
                </c:pt>
                <c:pt idx="55152">
                  <c:v>24.7</c:v>
                </c:pt>
                <c:pt idx="55153">
                  <c:v>24.7</c:v>
                </c:pt>
                <c:pt idx="55154">
                  <c:v>24.7</c:v>
                </c:pt>
                <c:pt idx="55155">
                  <c:v>24.7</c:v>
                </c:pt>
                <c:pt idx="55156">
                  <c:v>24.7</c:v>
                </c:pt>
                <c:pt idx="55157">
                  <c:v>24.7</c:v>
                </c:pt>
                <c:pt idx="55158">
                  <c:v>24.7</c:v>
                </c:pt>
                <c:pt idx="55159">
                  <c:v>24.7</c:v>
                </c:pt>
                <c:pt idx="55160">
                  <c:v>24.7</c:v>
                </c:pt>
                <c:pt idx="55161">
                  <c:v>24.7</c:v>
                </c:pt>
                <c:pt idx="55162">
                  <c:v>24.7</c:v>
                </c:pt>
                <c:pt idx="55163">
                  <c:v>24.7</c:v>
                </c:pt>
                <c:pt idx="55164">
                  <c:v>24.7</c:v>
                </c:pt>
                <c:pt idx="55165">
                  <c:v>24.7</c:v>
                </c:pt>
                <c:pt idx="55166">
                  <c:v>24.7</c:v>
                </c:pt>
                <c:pt idx="55167">
                  <c:v>24.7</c:v>
                </c:pt>
                <c:pt idx="55168">
                  <c:v>24.7</c:v>
                </c:pt>
                <c:pt idx="55169">
                  <c:v>24.7</c:v>
                </c:pt>
                <c:pt idx="55170">
                  <c:v>24.7</c:v>
                </c:pt>
                <c:pt idx="55171">
                  <c:v>24.7</c:v>
                </c:pt>
                <c:pt idx="55172">
                  <c:v>24.7</c:v>
                </c:pt>
                <c:pt idx="55173">
                  <c:v>24.7</c:v>
                </c:pt>
                <c:pt idx="55174">
                  <c:v>24.7</c:v>
                </c:pt>
                <c:pt idx="55175">
                  <c:v>24.7</c:v>
                </c:pt>
                <c:pt idx="55176">
                  <c:v>24.7</c:v>
                </c:pt>
                <c:pt idx="55177">
                  <c:v>24.7</c:v>
                </c:pt>
                <c:pt idx="55178">
                  <c:v>24.7</c:v>
                </c:pt>
                <c:pt idx="55179">
                  <c:v>24.7</c:v>
                </c:pt>
                <c:pt idx="55180">
                  <c:v>24.7</c:v>
                </c:pt>
                <c:pt idx="55181">
                  <c:v>24.7</c:v>
                </c:pt>
                <c:pt idx="55182">
                  <c:v>24.7</c:v>
                </c:pt>
                <c:pt idx="55183">
                  <c:v>24.7</c:v>
                </c:pt>
                <c:pt idx="55184">
                  <c:v>24.7</c:v>
                </c:pt>
                <c:pt idx="55185">
                  <c:v>24.7</c:v>
                </c:pt>
                <c:pt idx="55186">
                  <c:v>24.7</c:v>
                </c:pt>
                <c:pt idx="55187">
                  <c:v>24.7</c:v>
                </c:pt>
                <c:pt idx="55188">
                  <c:v>24.7</c:v>
                </c:pt>
                <c:pt idx="55189">
                  <c:v>24.7</c:v>
                </c:pt>
                <c:pt idx="55190">
                  <c:v>24.7</c:v>
                </c:pt>
                <c:pt idx="55191">
                  <c:v>24.7</c:v>
                </c:pt>
                <c:pt idx="55192">
                  <c:v>24.7</c:v>
                </c:pt>
                <c:pt idx="55193">
                  <c:v>24.7</c:v>
                </c:pt>
                <c:pt idx="55194">
                  <c:v>24.7</c:v>
                </c:pt>
                <c:pt idx="55195">
                  <c:v>24.7</c:v>
                </c:pt>
                <c:pt idx="55196">
                  <c:v>24.7</c:v>
                </c:pt>
                <c:pt idx="55197">
                  <c:v>24.7</c:v>
                </c:pt>
                <c:pt idx="55198">
                  <c:v>24.7</c:v>
                </c:pt>
                <c:pt idx="55199">
                  <c:v>24.7</c:v>
                </c:pt>
                <c:pt idx="55200">
                  <c:v>24.7</c:v>
                </c:pt>
                <c:pt idx="55201">
                  <c:v>24.7</c:v>
                </c:pt>
                <c:pt idx="55202">
                  <c:v>24.7</c:v>
                </c:pt>
                <c:pt idx="55203">
                  <c:v>24.7</c:v>
                </c:pt>
                <c:pt idx="55204">
                  <c:v>24.7</c:v>
                </c:pt>
                <c:pt idx="55205">
                  <c:v>24.7</c:v>
                </c:pt>
                <c:pt idx="55206">
                  <c:v>24.7</c:v>
                </c:pt>
                <c:pt idx="55207">
                  <c:v>24.7</c:v>
                </c:pt>
                <c:pt idx="55208">
                  <c:v>24.7</c:v>
                </c:pt>
                <c:pt idx="55209">
                  <c:v>24.7</c:v>
                </c:pt>
                <c:pt idx="55210">
                  <c:v>24.7</c:v>
                </c:pt>
                <c:pt idx="55211">
                  <c:v>24.7</c:v>
                </c:pt>
                <c:pt idx="55212">
                  <c:v>24.7</c:v>
                </c:pt>
                <c:pt idx="55213">
                  <c:v>24.7</c:v>
                </c:pt>
                <c:pt idx="55214">
                  <c:v>24.7</c:v>
                </c:pt>
                <c:pt idx="55215">
                  <c:v>24.7</c:v>
                </c:pt>
                <c:pt idx="55216">
                  <c:v>24.7</c:v>
                </c:pt>
                <c:pt idx="55217">
                  <c:v>24.7</c:v>
                </c:pt>
                <c:pt idx="55218">
                  <c:v>24.7</c:v>
                </c:pt>
                <c:pt idx="55219">
                  <c:v>24.7</c:v>
                </c:pt>
                <c:pt idx="55220">
                  <c:v>24.7</c:v>
                </c:pt>
                <c:pt idx="55221">
                  <c:v>24.7</c:v>
                </c:pt>
                <c:pt idx="55222">
                  <c:v>24.7</c:v>
                </c:pt>
                <c:pt idx="55223">
                  <c:v>24.7</c:v>
                </c:pt>
                <c:pt idx="55224">
                  <c:v>24.7</c:v>
                </c:pt>
                <c:pt idx="55225">
                  <c:v>24.7</c:v>
                </c:pt>
                <c:pt idx="55226">
                  <c:v>24.7</c:v>
                </c:pt>
                <c:pt idx="55227">
                  <c:v>24.7</c:v>
                </c:pt>
                <c:pt idx="55228">
                  <c:v>24.7</c:v>
                </c:pt>
                <c:pt idx="55229">
                  <c:v>24.7</c:v>
                </c:pt>
                <c:pt idx="55230">
                  <c:v>24.7</c:v>
                </c:pt>
                <c:pt idx="55231">
                  <c:v>24.7</c:v>
                </c:pt>
                <c:pt idx="55232">
                  <c:v>24.7</c:v>
                </c:pt>
                <c:pt idx="55233">
                  <c:v>24.7</c:v>
                </c:pt>
                <c:pt idx="55234">
                  <c:v>24.7</c:v>
                </c:pt>
                <c:pt idx="55235">
                  <c:v>24.7</c:v>
                </c:pt>
                <c:pt idx="55236">
                  <c:v>24.7</c:v>
                </c:pt>
                <c:pt idx="55237">
                  <c:v>24.7</c:v>
                </c:pt>
                <c:pt idx="55238">
                  <c:v>24.7</c:v>
                </c:pt>
                <c:pt idx="55239">
                  <c:v>24.7</c:v>
                </c:pt>
                <c:pt idx="55240">
                  <c:v>24.7</c:v>
                </c:pt>
                <c:pt idx="55241">
                  <c:v>24.7</c:v>
                </c:pt>
                <c:pt idx="55242">
                  <c:v>24.7</c:v>
                </c:pt>
                <c:pt idx="55243">
                  <c:v>24.7</c:v>
                </c:pt>
                <c:pt idx="55244">
                  <c:v>24.7</c:v>
                </c:pt>
                <c:pt idx="55245">
                  <c:v>24.7</c:v>
                </c:pt>
                <c:pt idx="55246">
                  <c:v>24.7</c:v>
                </c:pt>
                <c:pt idx="55247">
                  <c:v>24.7</c:v>
                </c:pt>
                <c:pt idx="55248">
                  <c:v>24.7</c:v>
                </c:pt>
                <c:pt idx="55249">
                  <c:v>24.7</c:v>
                </c:pt>
                <c:pt idx="55250">
                  <c:v>24.7</c:v>
                </c:pt>
                <c:pt idx="55251">
                  <c:v>24.7</c:v>
                </c:pt>
                <c:pt idx="55252">
                  <c:v>24.7</c:v>
                </c:pt>
                <c:pt idx="55253">
                  <c:v>24.7</c:v>
                </c:pt>
                <c:pt idx="55254">
                  <c:v>24.7</c:v>
                </c:pt>
                <c:pt idx="55255">
                  <c:v>24.7</c:v>
                </c:pt>
                <c:pt idx="55256">
                  <c:v>24.7</c:v>
                </c:pt>
                <c:pt idx="55257">
                  <c:v>24.7</c:v>
                </c:pt>
                <c:pt idx="55258">
                  <c:v>24.7</c:v>
                </c:pt>
                <c:pt idx="55259">
                  <c:v>24.7</c:v>
                </c:pt>
                <c:pt idx="55260">
                  <c:v>24.7</c:v>
                </c:pt>
                <c:pt idx="55261">
                  <c:v>24.7</c:v>
                </c:pt>
                <c:pt idx="55262">
                  <c:v>24.7</c:v>
                </c:pt>
                <c:pt idx="55263">
                  <c:v>24.7</c:v>
                </c:pt>
                <c:pt idx="55264">
                  <c:v>24.7</c:v>
                </c:pt>
                <c:pt idx="55265">
                  <c:v>24.7</c:v>
                </c:pt>
                <c:pt idx="55266">
                  <c:v>24.7</c:v>
                </c:pt>
                <c:pt idx="55267">
                  <c:v>24.7</c:v>
                </c:pt>
                <c:pt idx="55268">
                  <c:v>24.7</c:v>
                </c:pt>
                <c:pt idx="55269">
                  <c:v>24.7</c:v>
                </c:pt>
                <c:pt idx="55270">
                  <c:v>24.7</c:v>
                </c:pt>
                <c:pt idx="55271">
                  <c:v>24.7</c:v>
                </c:pt>
                <c:pt idx="55272">
                  <c:v>24.7</c:v>
                </c:pt>
                <c:pt idx="55273">
                  <c:v>24.7</c:v>
                </c:pt>
                <c:pt idx="55274">
                  <c:v>24.7</c:v>
                </c:pt>
                <c:pt idx="55275">
                  <c:v>24.7</c:v>
                </c:pt>
                <c:pt idx="55276">
                  <c:v>24.7</c:v>
                </c:pt>
                <c:pt idx="55277">
                  <c:v>24.7</c:v>
                </c:pt>
                <c:pt idx="55278">
                  <c:v>24.7</c:v>
                </c:pt>
                <c:pt idx="55279">
                  <c:v>24.7</c:v>
                </c:pt>
                <c:pt idx="55280">
                  <c:v>24.7</c:v>
                </c:pt>
                <c:pt idx="55281">
                  <c:v>24.7</c:v>
                </c:pt>
                <c:pt idx="55282">
                  <c:v>24.7</c:v>
                </c:pt>
                <c:pt idx="55283">
                  <c:v>24.7</c:v>
                </c:pt>
                <c:pt idx="55284">
                  <c:v>24.7</c:v>
                </c:pt>
                <c:pt idx="55285">
                  <c:v>24.7</c:v>
                </c:pt>
                <c:pt idx="55286">
                  <c:v>24.7</c:v>
                </c:pt>
                <c:pt idx="55287">
                  <c:v>24.7</c:v>
                </c:pt>
                <c:pt idx="55288">
                  <c:v>24.7</c:v>
                </c:pt>
                <c:pt idx="55289">
                  <c:v>24.7</c:v>
                </c:pt>
                <c:pt idx="55290">
                  <c:v>24.7</c:v>
                </c:pt>
                <c:pt idx="55291">
                  <c:v>24.7</c:v>
                </c:pt>
                <c:pt idx="55292">
                  <c:v>24.7</c:v>
                </c:pt>
                <c:pt idx="55293">
                  <c:v>24.7</c:v>
                </c:pt>
                <c:pt idx="55294">
                  <c:v>24.7</c:v>
                </c:pt>
                <c:pt idx="55295">
                  <c:v>24.7</c:v>
                </c:pt>
                <c:pt idx="55296">
                  <c:v>24.7</c:v>
                </c:pt>
                <c:pt idx="55297">
                  <c:v>24.7</c:v>
                </c:pt>
                <c:pt idx="55298">
                  <c:v>24.7</c:v>
                </c:pt>
                <c:pt idx="55299">
                  <c:v>24.7</c:v>
                </c:pt>
                <c:pt idx="55300">
                  <c:v>24.7</c:v>
                </c:pt>
                <c:pt idx="55301">
                  <c:v>24.7</c:v>
                </c:pt>
                <c:pt idx="55302">
                  <c:v>24.7</c:v>
                </c:pt>
                <c:pt idx="55303">
                  <c:v>24.7</c:v>
                </c:pt>
                <c:pt idx="55304">
                  <c:v>24.7</c:v>
                </c:pt>
                <c:pt idx="55305">
                  <c:v>24.7</c:v>
                </c:pt>
                <c:pt idx="55306">
                  <c:v>24.7</c:v>
                </c:pt>
                <c:pt idx="55307">
                  <c:v>24.7</c:v>
                </c:pt>
                <c:pt idx="55308">
                  <c:v>24.7</c:v>
                </c:pt>
                <c:pt idx="55309">
                  <c:v>24.7</c:v>
                </c:pt>
                <c:pt idx="55310">
                  <c:v>24.7</c:v>
                </c:pt>
                <c:pt idx="55311">
                  <c:v>24.7</c:v>
                </c:pt>
                <c:pt idx="55312">
                  <c:v>24.7</c:v>
                </c:pt>
                <c:pt idx="55313">
                  <c:v>24.7</c:v>
                </c:pt>
                <c:pt idx="55314">
                  <c:v>24.7</c:v>
                </c:pt>
                <c:pt idx="55315">
                  <c:v>24.7</c:v>
                </c:pt>
                <c:pt idx="55316">
                  <c:v>24.7</c:v>
                </c:pt>
                <c:pt idx="55317">
                  <c:v>24.7</c:v>
                </c:pt>
                <c:pt idx="55318">
                  <c:v>24.7</c:v>
                </c:pt>
                <c:pt idx="55319">
                  <c:v>24.7</c:v>
                </c:pt>
                <c:pt idx="55320">
                  <c:v>24.7</c:v>
                </c:pt>
                <c:pt idx="55321">
                  <c:v>24.7</c:v>
                </c:pt>
                <c:pt idx="55322">
                  <c:v>24.7</c:v>
                </c:pt>
                <c:pt idx="55323">
                  <c:v>24.7</c:v>
                </c:pt>
                <c:pt idx="55324">
                  <c:v>24.7</c:v>
                </c:pt>
                <c:pt idx="55325">
                  <c:v>24.7</c:v>
                </c:pt>
                <c:pt idx="55326">
                  <c:v>24.7</c:v>
                </c:pt>
                <c:pt idx="55327">
                  <c:v>24.7</c:v>
                </c:pt>
                <c:pt idx="55328">
                  <c:v>24.7</c:v>
                </c:pt>
                <c:pt idx="55329">
                  <c:v>24.7</c:v>
                </c:pt>
                <c:pt idx="55330">
                  <c:v>24.7</c:v>
                </c:pt>
                <c:pt idx="55331">
                  <c:v>24.7</c:v>
                </c:pt>
                <c:pt idx="55332">
                  <c:v>24.7</c:v>
                </c:pt>
                <c:pt idx="55333">
                  <c:v>24.7</c:v>
                </c:pt>
                <c:pt idx="55334">
                  <c:v>24.7</c:v>
                </c:pt>
                <c:pt idx="55335">
                  <c:v>24.7</c:v>
                </c:pt>
                <c:pt idx="55336">
                  <c:v>24.7</c:v>
                </c:pt>
                <c:pt idx="55337">
                  <c:v>24.7</c:v>
                </c:pt>
                <c:pt idx="55338">
                  <c:v>24.7</c:v>
                </c:pt>
                <c:pt idx="55339">
                  <c:v>24.7</c:v>
                </c:pt>
                <c:pt idx="55340">
                  <c:v>24.7</c:v>
                </c:pt>
                <c:pt idx="55341">
                  <c:v>24.7</c:v>
                </c:pt>
                <c:pt idx="55342">
                  <c:v>24.7</c:v>
                </c:pt>
                <c:pt idx="55343">
                  <c:v>24.7</c:v>
                </c:pt>
                <c:pt idx="55344">
                  <c:v>24.7</c:v>
                </c:pt>
                <c:pt idx="55345">
                  <c:v>24.7</c:v>
                </c:pt>
                <c:pt idx="55346">
                  <c:v>24.7</c:v>
                </c:pt>
                <c:pt idx="55347">
                  <c:v>24.7</c:v>
                </c:pt>
                <c:pt idx="55348">
                  <c:v>24.7</c:v>
                </c:pt>
                <c:pt idx="55349">
                  <c:v>24.7</c:v>
                </c:pt>
                <c:pt idx="55350">
                  <c:v>24.7</c:v>
                </c:pt>
                <c:pt idx="55351">
                  <c:v>24.7</c:v>
                </c:pt>
                <c:pt idx="55352">
                  <c:v>24.7</c:v>
                </c:pt>
                <c:pt idx="55353">
                  <c:v>24.7</c:v>
                </c:pt>
                <c:pt idx="55354">
                  <c:v>24.7</c:v>
                </c:pt>
                <c:pt idx="55355">
                  <c:v>24.7</c:v>
                </c:pt>
                <c:pt idx="55356">
                  <c:v>24.7</c:v>
                </c:pt>
                <c:pt idx="55357">
                  <c:v>24.7</c:v>
                </c:pt>
                <c:pt idx="55358">
                  <c:v>24.7</c:v>
                </c:pt>
                <c:pt idx="55359">
                  <c:v>24.7</c:v>
                </c:pt>
                <c:pt idx="55360">
                  <c:v>24.7</c:v>
                </c:pt>
                <c:pt idx="55361">
                  <c:v>24.7</c:v>
                </c:pt>
                <c:pt idx="55362">
                  <c:v>24.7</c:v>
                </c:pt>
                <c:pt idx="55363">
                  <c:v>24.7</c:v>
                </c:pt>
                <c:pt idx="55364">
                  <c:v>24.7</c:v>
                </c:pt>
                <c:pt idx="55365">
                  <c:v>24.7</c:v>
                </c:pt>
                <c:pt idx="55366">
                  <c:v>24.7</c:v>
                </c:pt>
                <c:pt idx="55367">
                  <c:v>24.7</c:v>
                </c:pt>
                <c:pt idx="55368">
                  <c:v>24.7</c:v>
                </c:pt>
                <c:pt idx="55369">
                  <c:v>24.7</c:v>
                </c:pt>
                <c:pt idx="55370">
                  <c:v>24.7</c:v>
                </c:pt>
                <c:pt idx="55371">
                  <c:v>24.7</c:v>
                </c:pt>
                <c:pt idx="55372">
                  <c:v>24.7</c:v>
                </c:pt>
                <c:pt idx="55373">
                  <c:v>24.7</c:v>
                </c:pt>
                <c:pt idx="55374">
                  <c:v>24.7</c:v>
                </c:pt>
                <c:pt idx="55375">
                  <c:v>24.7</c:v>
                </c:pt>
                <c:pt idx="55376">
                  <c:v>24.7</c:v>
                </c:pt>
                <c:pt idx="55377">
                  <c:v>24.7</c:v>
                </c:pt>
                <c:pt idx="55378">
                  <c:v>24.7</c:v>
                </c:pt>
                <c:pt idx="55379">
                  <c:v>24.7</c:v>
                </c:pt>
                <c:pt idx="55380">
                  <c:v>24.7</c:v>
                </c:pt>
                <c:pt idx="55381">
                  <c:v>24.7</c:v>
                </c:pt>
                <c:pt idx="55382">
                  <c:v>24.7</c:v>
                </c:pt>
                <c:pt idx="55383">
                  <c:v>24.7</c:v>
                </c:pt>
                <c:pt idx="55384">
                  <c:v>24.7</c:v>
                </c:pt>
                <c:pt idx="55385">
                  <c:v>24.7</c:v>
                </c:pt>
                <c:pt idx="55386">
                  <c:v>24.7</c:v>
                </c:pt>
                <c:pt idx="55387">
                  <c:v>24.7</c:v>
                </c:pt>
                <c:pt idx="55388">
                  <c:v>24.7</c:v>
                </c:pt>
                <c:pt idx="55389">
                  <c:v>24.7</c:v>
                </c:pt>
                <c:pt idx="55390">
                  <c:v>24.7</c:v>
                </c:pt>
                <c:pt idx="55391">
                  <c:v>24.7</c:v>
                </c:pt>
                <c:pt idx="55392">
                  <c:v>24.7</c:v>
                </c:pt>
                <c:pt idx="55393">
                  <c:v>24.7</c:v>
                </c:pt>
                <c:pt idx="55394">
                  <c:v>24.7</c:v>
                </c:pt>
                <c:pt idx="55395">
                  <c:v>24.7</c:v>
                </c:pt>
                <c:pt idx="55396">
                  <c:v>24.7</c:v>
                </c:pt>
                <c:pt idx="55397">
                  <c:v>24.7</c:v>
                </c:pt>
                <c:pt idx="55398">
                  <c:v>24.7</c:v>
                </c:pt>
                <c:pt idx="55399">
                  <c:v>24.7</c:v>
                </c:pt>
                <c:pt idx="55400">
                  <c:v>24.7</c:v>
                </c:pt>
                <c:pt idx="55401">
                  <c:v>24.7</c:v>
                </c:pt>
                <c:pt idx="55402">
                  <c:v>24.7</c:v>
                </c:pt>
                <c:pt idx="55403">
                  <c:v>24.7</c:v>
                </c:pt>
                <c:pt idx="55404">
                  <c:v>24.7</c:v>
                </c:pt>
                <c:pt idx="55405">
                  <c:v>24.7</c:v>
                </c:pt>
                <c:pt idx="55406">
                  <c:v>24.7</c:v>
                </c:pt>
                <c:pt idx="55407">
                  <c:v>24.7</c:v>
                </c:pt>
                <c:pt idx="55408">
                  <c:v>24.7</c:v>
                </c:pt>
                <c:pt idx="55409">
                  <c:v>24.7</c:v>
                </c:pt>
                <c:pt idx="55410">
                  <c:v>24.7</c:v>
                </c:pt>
                <c:pt idx="55411">
                  <c:v>24.7</c:v>
                </c:pt>
                <c:pt idx="55412">
                  <c:v>24.7</c:v>
                </c:pt>
                <c:pt idx="55413">
                  <c:v>24.7</c:v>
                </c:pt>
                <c:pt idx="55414">
                  <c:v>24.7</c:v>
                </c:pt>
                <c:pt idx="55415">
                  <c:v>24.7</c:v>
                </c:pt>
                <c:pt idx="55416">
                  <c:v>24.7</c:v>
                </c:pt>
                <c:pt idx="55417">
                  <c:v>24.7</c:v>
                </c:pt>
                <c:pt idx="55418">
                  <c:v>24.7</c:v>
                </c:pt>
                <c:pt idx="55419">
                  <c:v>24.7</c:v>
                </c:pt>
                <c:pt idx="55420">
                  <c:v>24.7</c:v>
                </c:pt>
                <c:pt idx="55421">
                  <c:v>24.7</c:v>
                </c:pt>
                <c:pt idx="55422">
                  <c:v>24.7</c:v>
                </c:pt>
                <c:pt idx="55423">
                  <c:v>24.7</c:v>
                </c:pt>
                <c:pt idx="55424">
                  <c:v>24.7</c:v>
                </c:pt>
                <c:pt idx="55425">
                  <c:v>24.7</c:v>
                </c:pt>
                <c:pt idx="55426">
                  <c:v>24.7</c:v>
                </c:pt>
                <c:pt idx="55427">
                  <c:v>24.7</c:v>
                </c:pt>
                <c:pt idx="55428">
                  <c:v>24.7</c:v>
                </c:pt>
                <c:pt idx="55429">
                  <c:v>24.7</c:v>
                </c:pt>
                <c:pt idx="55430">
                  <c:v>24.7</c:v>
                </c:pt>
                <c:pt idx="55431">
                  <c:v>24.7</c:v>
                </c:pt>
                <c:pt idx="55432">
                  <c:v>24.7</c:v>
                </c:pt>
                <c:pt idx="55433">
                  <c:v>24.7</c:v>
                </c:pt>
                <c:pt idx="55434">
                  <c:v>24.7</c:v>
                </c:pt>
                <c:pt idx="55435">
                  <c:v>24.7</c:v>
                </c:pt>
                <c:pt idx="55436">
                  <c:v>24.7</c:v>
                </c:pt>
                <c:pt idx="55437">
                  <c:v>24.7</c:v>
                </c:pt>
                <c:pt idx="55438">
                  <c:v>24.7</c:v>
                </c:pt>
                <c:pt idx="55439">
                  <c:v>24.7</c:v>
                </c:pt>
                <c:pt idx="55440">
                  <c:v>24.7</c:v>
                </c:pt>
                <c:pt idx="55441">
                  <c:v>24.7</c:v>
                </c:pt>
                <c:pt idx="55442">
                  <c:v>24.7</c:v>
                </c:pt>
                <c:pt idx="55443">
                  <c:v>24.7</c:v>
                </c:pt>
                <c:pt idx="55444">
                  <c:v>24.7</c:v>
                </c:pt>
                <c:pt idx="55445">
                  <c:v>24.7</c:v>
                </c:pt>
                <c:pt idx="55446">
                  <c:v>24.7</c:v>
                </c:pt>
                <c:pt idx="55447">
                  <c:v>24.7</c:v>
                </c:pt>
                <c:pt idx="55448">
                  <c:v>24.7</c:v>
                </c:pt>
                <c:pt idx="55449">
                  <c:v>24.7</c:v>
                </c:pt>
                <c:pt idx="55450">
                  <c:v>24.7</c:v>
                </c:pt>
                <c:pt idx="55451">
                  <c:v>24.7</c:v>
                </c:pt>
                <c:pt idx="55452">
                  <c:v>24.7</c:v>
                </c:pt>
                <c:pt idx="55453">
                  <c:v>24.7</c:v>
                </c:pt>
                <c:pt idx="55454">
                  <c:v>24.7</c:v>
                </c:pt>
                <c:pt idx="55455">
                  <c:v>24.7</c:v>
                </c:pt>
                <c:pt idx="55456">
                  <c:v>24.7</c:v>
                </c:pt>
                <c:pt idx="55457">
                  <c:v>24.7</c:v>
                </c:pt>
                <c:pt idx="55458">
                  <c:v>24.7</c:v>
                </c:pt>
                <c:pt idx="55459">
                  <c:v>24.7</c:v>
                </c:pt>
                <c:pt idx="55460">
                  <c:v>24.7</c:v>
                </c:pt>
                <c:pt idx="55461">
                  <c:v>24.7</c:v>
                </c:pt>
                <c:pt idx="55462">
                  <c:v>24.7</c:v>
                </c:pt>
                <c:pt idx="55463">
                  <c:v>24.7</c:v>
                </c:pt>
                <c:pt idx="55464">
                  <c:v>24.7</c:v>
                </c:pt>
                <c:pt idx="55465">
                  <c:v>24.7</c:v>
                </c:pt>
                <c:pt idx="55466">
                  <c:v>24.7</c:v>
                </c:pt>
                <c:pt idx="55467">
                  <c:v>24.7</c:v>
                </c:pt>
                <c:pt idx="55468">
                  <c:v>24.7</c:v>
                </c:pt>
                <c:pt idx="55469">
                  <c:v>24.7</c:v>
                </c:pt>
                <c:pt idx="55470">
                  <c:v>24.7</c:v>
                </c:pt>
                <c:pt idx="55471">
                  <c:v>24.7</c:v>
                </c:pt>
                <c:pt idx="55472">
                  <c:v>24.7</c:v>
                </c:pt>
                <c:pt idx="55473">
                  <c:v>24.7</c:v>
                </c:pt>
                <c:pt idx="55474">
                  <c:v>24.7</c:v>
                </c:pt>
                <c:pt idx="55475">
                  <c:v>24.7</c:v>
                </c:pt>
                <c:pt idx="55476">
                  <c:v>24.7</c:v>
                </c:pt>
                <c:pt idx="55477">
                  <c:v>24.7</c:v>
                </c:pt>
                <c:pt idx="55478">
                  <c:v>24.7</c:v>
                </c:pt>
                <c:pt idx="55479">
                  <c:v>24.7</c:v>
                </c:pt>
                <c:pt idx="55480">
                  <c:v>24.7</c:v>
                </c:pt>
                <c:pt idx="55481">
                  <c:v>24.7</c:v>
                </c:pt>
                <c:pt idx="55482">
                  <c:v>24.7</c:v>
                </c:pt>
                <c:pt idx="55483">
                  <c:v>24.7</c:v>
                </c:pt>
                <c:pt idx="55484">
                  <c:v>24.7</c:v>
                </c:pt>
                <c:pt idx="55485">
                  <c:v>24.7</c:v>
                </c:pt>
                <c:pt idx="55486">
                  <c:v>24.7</c:v>
                </c:pt>
                <c:pt idx="55487">
                  <c:v>24.7</c:v>
                </c:pt>
                <c:pt idx="55488">
                  <c:v>24.7</c:v>
                </c:pt>
                <c:pt idx="55489">
                  <c:v>24.7</c:v>
                </c:pt>
                <c:pt idx="55490">
                  <c:v>24.7</c:v>
                </c:pt>
                <c:pt idx="55491">
                  <c:v>24.7</c:v>
                </c:pt>
                <c:pt idx="55492">
                  <c:v>24.7</c:v>
                </c:pt>
                <c:pt idx="55493">
                  <c:v>24.7</c:v>
                </c:pt>
                <c:pt idx="55494">
                  <c:v>24.7</c:v>
                </c:pt>
                <c:pt idx="55495">
                  <c:v>24.7</c:v>
                </c:pt>
                <c:pt idx="55496">
                  <c:v>24.7</c:v>
                </c:pt>
                <c:pt idx="55497">
                  <c:v>24.7</c:v>
                </c:pt>
                <c:pt idx="55498">
                  <c:v>24.7</c:v>
                </c:pt>
                <c:pt idx="55499">
                  <c:v>24.7</c:v>
                </c:pt>
                <c:pt idx="55500">
                  <c:v>24.7</c:v>
                </c:pt>
                <c:pt idx="55501">
                  <c:v>24.7</c:v>
                </c:pt>
                <c:pt idx="55502">
                  <c:v>24.7</c:v>
                </c:pt>
                <c:pt idx="55503">
                  <c:v>24.7</c:v>
                </c:pt>
                <c:pt idx="55504">
                  <c:v>24.7</c:v>
                </c:pt>
                <c:pt idx="55505">
                  <c:v>24.7</c:v>
                </c:pt>
                <c:pt idx="55506">
                  <c:v>24.7</c:v>
                </c:pt>
                <c:pt idx="55507">
                  <c:v>24.7</c:v>
                </c:pt>
                <c:pt idx="55508">
                  <c:v>24.7</c:v>
                </c:pt>
                <c:pt idx="55509">
                  <c:v>24.7</c:v>
                </c:pt>
                <c:pt idx="55510">
                  <c:v>24.7</c:v>
                </c:pt>
                <c:pt idx="55511">
                  <c:v>24.7</c:v>
                </c:pt>
                <c:pt idx="55512">
                  <c:v>24.7</c:v>
                </c:pt>
                <c:pt idx="55513">
                  <c:v>24.7</c:v>
                </c:pt>
                <c:pt idx="55514">
                  <c:v>24.7</c:v>
                </c:pt>
                <c:pt idx="55515">
                  <c:v>24.7</c:v>
                </c:pt>
                <c:pt idx="55516">
                  <c:v>24.7</c:v>
                </c:pt>
                <c:pt idx="55517">
                  <c:v>24.7</c:v>
                </c:pt>
                <c:pt idx="55518">
                  <c:v>24.7</c:v>
                </c:pt>
                <c:pt idx="55519">
                  <c:v>24.7</c:v>
                </c:pt>
                <c:pt idx="55520">
                  <c:v>24.7</c:v>
                </c:pt>
                <c:pt idx="55521">
                  <c:v>24.7</c:v>
                </c:pt>
                <c:pt idx="55522">
                  <c:v>24.7</c:v>
                </c:pt>
                <c:pt idx="55523">
                  <c:v>24.7</c:v>
                </c:pt>
                <c:pt idx="55524">
                  <c:v>24.7</c:v>
                </c:pt>
                <c:pt idx="55525">
                  <c:v>24.7</c:v>
                </c:pt>
                <c:pt idx="55526">
                  <c:v>24.7</c:v>
                </c:pt>
                <c:pt idx="55527">
                  <c:v>24.7</c:v>
                </c:pt>
                <c:pt idx="55528">
                  <c:v>24.75</c:v>
                </c:pt>
                <c:pt idx="55529">
                  <c:v>24.75</c:v>
                </c:pt>
                <c:pt idx="55530">
                  <c:v>24.75</c:v>
                </c:pt>
                <c:pt idx="55531">
                  <c:v>24.75</c:v>
                </c:pt>
                <c:pt idx="55532">
                  <c:v>24.75</c:v>
                </c:pt>
                <c:pt idx="55533">
                  <c:v>24.75</c:v>
                </c:pt>
                <c:pt idx="55534">
                  <c:v>24.75</c:v>
                </c:pt>
                <c:pt idx="55535">
                  <c:v>24.75</c:v>
                </c:pt>
                <c:pt idx="55536">
                  <c:v>24.75</c:v>
                </c:pt>
                <c:pt idx="55537">
                  <c:v>24.7</c:v>
                </c:pt>
                <c:pt idx="55538">
                  <c:v>24.7</c:v>
                </c:pt>
                <c:pt idx="55539">
                  <c:v>24.7</c:v>
                </c:pt>
                <c:pt idx="55540">
                  <c:v>24.7</c:v>
                </c:pt>
                <c:pt idx="55541">
                  <c:v>24.7</c:v>
                </c:pt>
                <c:pt idx="55542">
                  <c:v>24.7</c:v>
                </c:pt>
                <c:pt idx="55543">
                  <c:v>24.7</c:v>
                </c:pt>
                <c:pt idx="55544">
                  <c:v>24.7</c:v>
                </c:pt>
                <c:pt idx="55545">
                  <c:v>24.7</c:v>
                </c:pt>
                <c:pt idx="55546">
                  <c:v>24.7</c:v>
                </c:pt>
                <c:pt idx="55547">
                  <c:v>24.7</c:v>
                </c:pt>
                <c:pt idx="55548">
                  <c:v>24.7</c:v>
                </c:pt>
                <c:pt idx="55549">
                  <c:v>24.7</c:v>
                </c:pt>
                <c:pt idx="55550">
                  <c:v>24.7</c:v>
                </c:pt>
                <c:pt idx="55551">
                  <c:v>24.7</c:v>
                </c:pt>
                <c:pt idx="55552">
                  <c:v>24.7</c:v>
                </c:pt>
                <c:pt idx="55553">
                  <c:v>24.7</c:v>
                </c:pt>
                <c:pt idx="55554">
                  <c:v>24.7</c:v>
                </c:pt>
                <c:pt idx="55555">
                  <c:v>24.7</c:v>
                </c:pt>
                <c:pt idx="55556">
                  <c:v>24.75</c:v>
                </c:pt>
                <c:pt idx="55557">
                  <c:v>24.75</c:v>
                </c:pt>
                <c:pt idx="55558">
                  <c:v>24.75</c:v>
                </c:pt>
                <c:pt idx="55559">
                  <c:v>24.75</c:v>
                </c:pt>
                <c:pt idx="55560">
                  <c:v>24.75</c:v>
                </c:pt>
                <c:pt idx="55561">
                  <c:v>24.75</c:v>
                </c:pt>
                <c:pt idx="55562">
                  <c:v>24.75</c:v>
                </c:pt>
                <c:pt idx="55563">
                  <c:v>24.75</c:v>
                </c:pt>
                <c:pt idx="55564">
                  <c:v>24.75</c:v>
                </c:pt>
                <c:pt idx="55565">
                  <c:v>24.75</c:v>
                </c:pt>
                <c:pt idx="55566">
                  <c:v>24.7</c:v>
                </c:pt>
                <c:pt idx="55567">
                  <c:v>24.7</c:v>
                </c:pt>
                <c:pt idx="55568">
                  <c:v>24.7</c:v>
                </c:pt>
                <c:pt idx="55569">
                  <c:v>24.7</c:v>
                </c:pt>
                <c:pt idx="55570">
                  <c:v>24.7</c:v>
                </c:pt>
                <c:pt idx="55571">
                  <c:v>24.7</c:v>
                </c:pt>
                <c:pt idx="55572">
                  <c:v>24.7</c:v>
                </c:pt>
                <c:pt idx="55573">
                  <c:v>24.7</c:v>
                </c:pt>
                <c:pt idx="55574">
                  <c:v>24.7</c:v>
                </c:pt>
                <c:pt idx="55575">
                  <c:v>24.7</c:v>
                </c:pt>
                <c:pt idx="55576">
                  <c:v>24.7</c:v>
                </c:pt>
                <c:pt idx="55577">
                  <c:v>24.7</c:v>
                </c:pt>
                <c:pt idx="55578">
                  <c:v>24.7</c:v>
                </c:pt>
                <c:pt idx="55579">
                  <c:v>24.7</c:v>
                </c:pt>
                <c:pt idx="55580">
                  <c:v>24.7</c:v>
                </c:pt>
                <c:pt idx="55581">
                  <c:v>24.7</c:v>
                </c:pt>
                <c:pt idx="55582">
                  <c:v>24.75</c:v>
                </c:pt>
                <c:pt idx="55583">
                  <c:v>24.7</c:v>
                </c:pt>
                <c:pt idx="55584">
                  <c:v>24.7</c:v>
                </c:pt>
                <c:pt idx="55585">
                  <c:v>24.7</c:v>
                </c:pt>
                <c:pt idx="55586">
                  <c:v>24.75</c:v>
                </c:pt>
                <c:pt idx="55587">
                  <c:v>24.75</c:v>
                </c:pt>
                <c:pt idx="55588">
                  <c:v>24.75</c:v>
                </c:pt>
                <c:pt idx="55589">
                  <c:v>24.75</c:v>
                </c:pt>
                <c:pt idx="55590">
                  <c:v>24.75</c:v>
                </c:pt>
                <c:pt idx="55591">
                  <c:v>24.75</c:v>
                </c:pt>
                <c:pt idx="55592">
                  <c:v>24.75</c:v>
                </c:pt>
                <c:pt idx="55593">
                  <c:v>24.75</c:v>
                </c:pt>
                <c:pt idx="55594">
                  <c:v>24.75</c:v>
                </c:pt>
                <c:pt idx="55595">
                  <c:v>24.7</c:v>
                </c:pt>
                <c:pt idx="55596">
                  <c:v>24.7</c:v>
                </c:pt>
                <c:pt idx="55597">
                  <c:v>24.7</c:v>
                </c:pt>
                <c:pt idx="55598">
                  <c:v>24.7</c:v>
                </c:pt>
                <c:pt idx="55599">
                  <c:v>24.7</c:v>
                </c:pt>
                <c:pt idx="55600">
                  <c:v>24.7</c:v>
                </c:pt>
                <c:pt idx="55601">
                  <c:v>24.7</c:v>
                </c:pt>
                <c:pt idx="55602">
                  <c:v>24.7</c:v>
                </c:pt>
                <c:pt idx="55603">
                  <c:v>24.7</c:v>
                </c:pt>
                <c:pt idx="55604">
                  <c:v>24.7</c:v>
                </c:pt>
                <c:pt idx="55605">
                  <c:v>24.7</c:v>
                </c:pt>
                <c:pt idx="55606">
                  <c:v>24.7</c:v>
                </c:pt>
                <c:pt idx="55607">
                  <c:v>24.7</c:v>
                </c:pt>
                <c:pt idx="55608">
                  <c:v>24.7</c:v>
                </c:pt>
                <c:pt idx="55609">
                  <c:v>24.7</c:v>
                </c:pt>
                <c:pt idx="55610">
                  <c:v>24.7</c:v>
                </c:pt>
                <c:pt idx="55611">
                  <c:v>24.7</c:v>
                </c:pt>
                <c:pt idx="55612">
                  <c:v>24.7</c:v>
                </c:pt>
                <c:pt idx="55613">
                  <c:v>24.7</c:v>
                </c:pt>
                <c:pt idx="55614">
                  <c:v>24.7</c:v>
                </c:pt>
                <c:pt idx="55615">
                  <c:v>24.7</c:v>
                </c:pt>
                <c:pt idx="55616">
                  <c:v>24.7</c:v>
                </c:pt>
                <c:pt idx="55617">
                  <c:v>24.75</c:v>
                </c:pt>
                <c:pt idx="55618">
                  <c:v>24.7</c:v>
                </c:pt>
                <c:pt idx="55619">
                  <c:v>24.75</c:v>
                </c:pt>
                <c:pt idx="55620">
                  <c:v>24.75</c:v>
                </c:pt>
                <c:pt idx="55621">
                  <c:v>24.75</c:v>
                </c:pt>
                <c:pt idx="55622">
                  <c:v>24.75</c:v>
                </c:pt>
                <c:pt idx="55623">
                  <c:v>24.75</c:v>
                </c:pt>
                <c:pt idx="55624">
                  <c:v>24.75</c:v>
                </c:pt>
                <c:pt idx="55625">
                  <c:v>24.75</c:v>
                </c:pt>
                <c:pt idx="55626">
                  <c:v>24.75</c:v>
                </c:pt>
                <c:pt idx="55627">
                  <c:v>24.75</c:v>
                </c:pt>
                <c:pt idx="55628">
                  <c:v>24.75</c:v>
                </c:pt>
                <c:pt idx="55629">
                  <c:v>24.75</c:v>
                </c:pt>
                <c:pt idx="55630">
                  <c:v>24.75</c:v>
                </c:pt>
                <c:pt idx="55631">
                  <c:v>24.7</c:v>
                </c:pt>
                <c:pt idx="55632">
                  <c:v>24.75</c:v>
                </c:pt>
                <c:pt idx="55633">
                  <c:v>24.7</c:v>
                </c:pt>
                <c:pt idx="55634">
                  <c:v>24.7</c:v>
                </c:pt>
                <c:pt idx="55635">
                  <c:v>24.75</c:v>
                </c:pt>
                <c:pt idx="55636">
                  <c:v>24.7</c:v>
                </c:pt>
                <c:pt idx="55637">
                  <c:v>24.7</c:v>
                </c:pt>
                <c:pt idx="55638">
                  <c:v>24.7</c:v>
                </c:pt>
                <c:pt idx="55639">
                  <c:v>24.7</c:v>
                </c:pt>
                <c:pt idx="55640">
                  <c:v>24.7</c:v>
                </c:pt>
                <c:pt idx="55641">
                  <c:v>24.7</c:v>
                </c:pt>
                <c:pt idx="55642">
                  <c:v>24.7</c:v>
                </c:pt>
                <c:pt idx="55643">
                  <c:v>24.7</c:v>
                </c:pt>
                <c:pt idx="55644">
                  <c:v>24.7</c:v>
                </c:pt>
                <c:pt idx="55645">
                  <c:v>24.7</c:v>
                </c:pt>
                <c:pt idx="55646">
                  <c:v>24.75</c:v>
                </c:pt>
                <c:pt idx="55647">
                  <c:v>24.75</c:v>
                </c:pt>
                <c:pt idx="55648">
                  <c:v>24.75</c:v>
                </c:pt>
                <c:pt idx="55649">
                  <c:v>24.75</c:v>
                </c:pt>
                <c:pt idx="55650">
                  <c:v>24.75</c:v>
                </c:pt>
                <c:pt idx="55651">
                  <c:v>24.75</c:v>
                </c:pt>
                <c:pt idx="55652">
                  <c:v>24.75</c:v>
                </c:pt>
                <c:pt idx="55653">
                  <c:v>24.75</c:v>
                </c:pt>
                <c:pt idx="55654">
                  <c:v>24.75</c:v>
                </c:pt>
                <c:pt idx="55655">
                  <c:v>24.75</c:v>
                </c:pt>
                <c:pt idx="55656">
                  <c:v>24.75</c:v>
                </c:pt>
                <c:pt idx="55657">
                  <c:v>24.75</c:v>
                </c:pt>
                <c:pt idx="55658">
                  <c:v>24.75</c:v>
                </c:pt>
                <c:pt idx="55659">
                  <c:v>24.75</c:v>
                </c:pt>
                <c:pt idx="55660">
                  <c:v>24.75</c:v>
                </c:pt>
                <c:pt idx="55661">
                  <c:v>24.75</c:v>
                </c:pt>
                <c:pt idx="55662">
                  <c:v>24.75</c:v>
                </c:pt>
                <c:pt idx="55663">
                  <c:v>24.75</c:v>
                </c:pt>
                <c:pt idx="55664">
                  <c:v>24.75</c:v>
                </c:pt>
                <c:pt idx="55665">
                  <c:v>24.75</c:v>
                </c:pt>
                <c:pt idx="55666">
                  <c:v>24.75</c:v>
                </c:pt>
                <c:pt idx="55667">
                  <c:v>24.75</c:v>
                </c:pt>
                <c:pt idx="55668">
                  <c:v>24.75</c:v>
                </c:pt>
                <c:pt idx="55669">
                  <c:v>24.75</c:v>
                </c:pt>
                <c:pt idx="55670">
                  <c:v>24.75</c:v>
                </c:pt>
                <c:pt idx="55671">
                  <c:v>24.75</c:v>
                </c:pt>
                <c:pt idx="55672">
                  <c:v>24.75</c:v>
                </c:pt>
                <c:pt idx="55673">
                  <c:v>24.75</c:v>
                </c:pt>
                <c:pt idx="55674">
                  <c:v>24.75</c:v>
                </c:pt>
                <c:pt idx="55675">
                  <c:v>24.75</c:v>
                </c:pt>
                <c:pt idx="55676">
                  <c:v>24.75</c:v>
                </c:pt>
                <c:pt idx="55677">
                  <c:v>24.75</c:v>
                </c:pt>
                <c:pt idx="55678">
                  <c:v>24.75</c:v>
                </c:pt>
                <c:pt idx="55679">
                  <c:v>24.75</c:v>
                </c:pt>
                <c:pt idx="55680">
                  <c:v>24.75</c:v>
                </c:pt>
                <c:pt idx="55681">
                  <c:v>24.75</c:v>
                </c:pt>
                <c:pt idx="55682">
                  <c:v>24.75</c:v>
                </c:pt>
                <c:pt idx="55683">
                  <c:v>24.75</c:v>
                </c:pt>
                <c:pt idx="55684">
                  <c:v>24.75</c:v>
                </c:pt>
                <c:pt idx="55685">
                  <c:v>24.75</c:v>
                </c:pt>
                <c:pt idx="55686">
                  <c:v>24.75</c:v>
                </c:pt>
                <c:pt idx="55687">
                  <c:v>24.75</c:v>
                </c:pt>
                <c:pt idx="55688">
                  <c:v>24.75</c:v>
                </c:pt>
                <c:pt idx="55689">
                  <c:v>24.75</c:v>
                </c:pt>
                <c:pt idx="55690">
                  <c:v>24.75</c:v>
                </c:pt>
                <c:pt idx="55691">
                  <c:v>24.75</c:v>
                </c:pt>
                <c:pt idx="55692">
                  <c:v>24.7</c:v>
                </c:pt>
                <c:pt idx="55693">
                  <c:v>24.75</c:v>
                </c:pt>
                <c:pt idx="55694">
                  <c:v>24.75</c:v>
                </c:pt>
                <c:pt idx="55695">
                  <c:v>24.7</c:v>
                </c:pt>
                <c:pt idx="55696">
                  <c:v>24.7</c:v>
                </c:pt>
                <c:pt idx="55697">
                  <c:v>24.7</c:v>
                </c:pt>
                <c:pt idx="55698">
                  <c:v>24.7</c:v>
                </c:pt>
                <c:pt idx="55699">
                  <c:v>24.7</c:v>
                </c:pt>
                <c:pt idx="55700">
                  <c:v>24.7</c:v>
                </c:pt>
                <c:pt idx="55701">
                  <c:v>24.7</c:v>
                </c:pt>
                <c:pt idx="55702">
                  <c:v>24.7</c:v>
                </c:pt>
                <c:pt idx="55703">
                  <c:v>24.7</c:v>
                </c:pt>
                <c:pt idx="55704">
                  <c:v>24.7</c:v>
                </c:pt>
                <c:pt idx="55705">
                  <c:v>24.75</c:v>
                </c:pt>
                <c:pt idx="55706">
                  <c:v>24.75</c:v>
                </c:pt>
                <c:pt idx="55707">
                  <c:v>24.75</c:v>
                </c:pt>
                <c:pt idx="55708">
                  <c:v>24.75</c:v>
                </c:pt>
                <c:pt idx="55709">
                  <c:v>24.75</c:v>
                </c:pt>
                <c:pt idx="55710">
                  <c:v>24.75</c:v>
                </c:pt>
                <c:pt idx="55711">
                  <c:v>24.75</c:v>
                </c:pt>
                <c:pt idx="55712">
                  <c:v>24.75</c:v>
                </c:pt>
                <c:pt idx="55713">
                  <c:v>24.75</c:v>
                </c:pt>
                <c:pt idx="55714">
                  <c:v>24.75</c:v>
                </c:pt>
                <c:pt idx="55715">
                  <c:v>24.75</c:v>
                </c:pt>
                <c:pt idx="55716">
                  <c:v>24.75</c:v>
                </c:pt>
                <c:pt idx="55717">
                  <c:v>24.75</c:v>
                </c:pt>
                <c:pt idx="55718">
                  <c:v>24.75</c:v>
                </c:pt>
                <c:pt idx="55719">
                  <c:v>24.75</c:v>
                </c:pt>
                <c:pt idx="55720">
                  <c:v>24.75</c:v>
                </c:pt>
                <c:pt idx="55721">
                  <c:v>24.75</c:v>
                </c:pt>
                <c:pt idx="55722">
                  <c:v>24.75</c:v>
                </c:pt>
                <c:pt idx="55723">
                  <c:v>24.75</c:v>
                </c:pt>
                <c:pt idx="55724">
                  <c:v>24.75</c:v>
                </c:pt>
                <c:pt idx="55725">
                  <c:v>24.7</c:v>
                </c:pt>
                <c:pt idx="55726">
                  <c:v>24.75</c:v>
                </c:pt>
                <c:pt idx="55727">
                  <c:v>24.7</c:v>
                </c:pt>
                <c:pt idx="55728">
                  <c:v>24.7</c:v>
                </c:pt>
                <c:pt idx="55729">
                  <c:v>24.7</c:v>
                </c:pt>
                <c:pt idx="55730">
                  <c:v>24.7</c:v>
                </c:pt>
                <c:pt idx="55731">
                  <c:v>24.7</c:v>
                </c:pt>
                <c:pt idx="55732">
                  <c:v>24.75</c:v>
                </c:pt>
                <c:pt idx="55733">
                  <c:v>24.7</c:v>
                </c:pt>
                <c:pt idx="55734">
                  <c:v>24.7</c:v>
                </c:pt>
                <c:pt idx="55735">
                  <c:v>24.7</c:v>
                </c:pt>
                <c:pt idx="55736">
                  <c:v>24.75</c:v>
                </c:pt>
                <c:pt idx="55737">
                  <c:v>24.75</c:v>
                </c:pt>
                <c:pt idx="55738">
                  <c:v>24.7</c:v>
                </c:pt>
                <c:pt idx="55739">
                  <c:v>24.7</c:v>
                </c:pt>
                <c:pt idx="55740">
                  <c:v>24.7</c:v>
                </c:pt>
                <c:pt idx="55741">
                  <c:v>24.75</c:v>
                </c:pt>
                <c:pt idx="55742">
                  <c:v>24.75</c:v>
                </c:pt>
                <c:pt idx="55743">
                  <c:v>24.75</c:v>
                </c:pt>
                <c:pt idx="55744">
                  <c:v>24.75</c:v>
                </c:pt>
                <c:pt idx="55745">
                  <c:v>24.75</c:v>
                </c:pt>
                <c:pt idx="55746">
                  <c:v>24.75</c:v>
                </c:pt>
                <c:pt idx="55747">
                  <c:v>24.75</c:v>
                </c:pt>
                <c:pt idx="55748">
                  <c:v>24.75</c:v>
                </c:pt>
                <c:pt idx="55749">
                  <c:v>24.75</c:v>
                </c:pt>
                <c:pt idx="55750">
                  <c:v>24.7</c:v>
                </c:pt>
                <c:pt idx="55751">
                  <c:v>24.75</c:v>
                </c:pt>
                <c:pt idx="55752">
                  <c:v>24.75</c:v>
                </c:pt>
                <c:pt idx="55753">
                  <c:v>24.75</c:v>
                </c:pt>
                <c:pt idx="55754">
                  <c:v>24.75</c:v>
                </c:pt>
                <c:pt idx="55755">
                  <c:v>24.75</c:v>
                </c:pt>
                <c:pt idx="55756">
                  <c:v>24.75</c:v>
                </c:pt>
                <c:pt idx="55757">
                  <c:v>24.7</c:v>
                </c:pt>
                <c:pt idx="55758">
                  <c:v>24.75</c:v>
                </c:pt>
                <c:pt idx="55759">
                  <c:v>24.75</c:v>
                </c:pt>
                <c:pt idx="55760">
                  <c:v>24.75</c:v>
                </c:pt>
                <c:pt idx="55761">
                  <c:v>24.75</c:v>
                </c:pt>
                <c:pt idx="55762">
                  <c:v>24.75</c:v>
                </c:pt>
                <c:pt idx="55763">
                  <c:v>24.75</c:v>
                </c:pt>
                <c:pt idx="55764">
                  <c:v>24.7</c:v>
                </c:pt>
                <c:pt idx="55765">
                  <c:v>24.75</c:v>
                </c:pt>
                <c:pt idx="55766">
                  <c:v>24.7</c:v>
                </c:pt>
                <c:pt idx="55767">
                  <c:v>24.7</c:v>
                </c:pt>
                <c:pt idx="55768">
                  <c:v>24.75</c:v>
                </c:pt>
                <c:pt idx="55769">
                  <c:v>24.75</c:v>
                </c:pt>
                <c:pt idx="55770">
                  <c:v>24.75</c:v>
                </c:pt>
                <c:pt idx="55771">
                  <c:v>24.75</c:v>
                </c:pt>
                <c:pt idx="55772">
                  <c:v>24.7</c:v>
                </c:pt>
                <c:pt idx="55773">
                  <c:v>24.75</c:v>
                </c:pt>
                <c:pt idx="55774">
                  <c:v>24.7</c:v>
                </c:pt>
                <c:pt idx="55775">
                  <c:v>24.75</c:v>
                </c:pt>
                <c:pt idx="55776">
                  <c:v>24.7</c:v>
                </c:pt>
                <c:pt idx="55777">
                  <c:v>24.7</c:v>
                </c:pt>
                <c:pt idx="55778">
                  <c:v>24.7</c:v>
                </c:pt>
                <c:pt idx="55779">
                  <c:v>24.7</c:v>
                </c:pt>
                <c:pt idx="55780">
                  <c:v>24.7</c:v>
                </c:pt>
                <c:pt idx="55781">
                  <c:v>24.7</c:v>
                </c:pt>
                <c:pt idx="55782">
                  <c:v>24.7</c:v>
                </c:pt>
                <c:pt idx="55783">
                  <c:v>24.7</c:v>
                </c:pt>
                <c:pt idx="55784">
                  <c:v>24.7</c:v>
                </c:pt>
                <c:pt idx="55785">
                  <c:v>24.7</c:v>
                </c:pt>
                <c:pt idx="55786">
                  <c:v>24.7</c:v>
                </c:pt>
                <c:pt idx="55787">
                  <c:v>24.7</c:v>
                </c:pt>
                <c:pt idx="55788">
                  <c:v>24.7</c:v>
                </c:pt>
                <c:pt idx="55789">
                  <c:v>24.7</c:v>
                </c:pt>
                <c:pt idx="55790">
                  <c:v>24.7</c:v>
                </c:pt>
                <c:pt idx="55791">
                  <c:v>24.7</c:v>
                </c:pt>
                <c:pt idx="55792">
                  <c:v>24.7</c:v>
                </c:pt>
                <c:pt idx="55793">
                  <c:v>24.7</c:v>
                </c:pt>
                <c:pt idx="55794">
                  <c:v>24.7</c:v>
                </c:pt>
                <c:pt idx="55795">
                  <c:v>24.7</c:v>
                </c:pt>
                <c:pt idx="55796">
                  <c:v>24.7</c:v>
                </c:pt>
                <c:pt idx="55797">
                  <c:v>24.7</c:v>
                </c:pt>
                <c:pt idx="55798">
                  <c:v>24.7</c:v>
                </c:pt>
                <c:pt idx="55799">
                  <c:v>24.7</c:v>
                </c:pt>
                <c:pt idx="55800">
                  <c:v>24.7</c:v>
                </c:pt>
                <c:pt idx="55801">
                  <c:v>24.7</c:v>
                </c:pt>
                <c:pt idx="55802">
                  <c:v>24.7</c:v>
                </c:pt>
                <c:pt idx="55803">
                  <c:v>24.7</c:v>
                </c:pt>
                <c:pt idx="55804">
                  <c:v>24.7</c:v>
                </c:pt>
                <c:pt idx="55805">
                  <c:v>24.7</c:v>
                </c:pt>
                <c:pt idx="55806">
                  <c:v>24.7</c:v>
                </c:pt>
                <c:pt idx="55807">
                  <c:v>24.7</c:v>
                </c:pt>
                <c:pt idx="55808">
                  <c:v>24.75</c:v>
                </c:pt>
                <c:pt idx="55809">
                  <c:v>24.7</c:v>
                </c:pt>
                <c:pt idx="55810">
                  <c:v>24.7</c:v>
                </c:pt>
                <c:pt idx="55811">
                  <c:v>24.75</c:v>
                </c:pt>
                <c:pt idx="55812">
                  <c:v>24.7</c:v>
                </c:pt>
                <c:pt idx="55813">
                  <c:v>24.75</c:v>
                </c:pt>
                <c:pt idx="55814">
                  <c:v>24.75</c:v>
                </c:pt>
                <c:pt idx="55815">
                  <c:v>24.75</c:v>
                </c:pt>
                <c:pt idx="55816">
                  <c:v>24.75</c:v>
                </c:pt>
                <c:pt idx="55817">
                  <c:v>24.75</c:v>
                </c:pt>
                <c:pt idx="55818">
                  <c:v>24.75</c:v>
                </c:pt>
                <c:pt idx="55819">
                  <c:v>24.75</c:v>
                </c:pt>
                <c:pt idx="55820">
                  <c:v>24.75</c:v>
                </c:pt>
                <c:pt idx="55821">
                  <c:v>24.75</c:v>
                </c:pt>
                <c:pt idx="55822">
                  <c:v>24.7</c:v>
                </c:pt>
                <c:pt idx="55823">
                  <c:v>24.75</c:v>
                </c:pt>
                <c:pt idx="55824">
                  <c:v>24.7</c:v>
                </c:pt>
                <c:pt idx="55825">
                  <c:v>24.7</c:v>
                </c:pt>
                <c:pt idx="55826">
                  <c:v>24.7</c:v>
                </c:pt>
                <c:pt idx="55827">
                  <c:v>24.7</c:v>
                </c:pt>
                <c:pt idx="55828">
                  <c:v>24.7</c:v>
                </c:pt>
                <c:pt idx="55829">
                  <c:v>24.7</c:v>
                </c:pt>
                <c:pt idx="55830">
                  <c:v>24.7</c:v>
                </c:pt>
                <c:pt idx="55831">
                  <c:v>24.7</c:v>
                </c:pt>
                <c:pt idx="55832">
                  <c:v>24.7</c:v>
                </c:pt>
                <c:pt idx="55833">
                  <c:v>24.7</c:v>
                </c:pt>
                <c:pt idx="55834">
                  <c:v>24.7</c:v>
                </c:pt>
                <c:pt idx="55835">
                  <c:v>24.7</c:v>
                </c:pt>
                <c:pt idx="55836">
                  <c:v>24.7</c:v>
                </c:pt>
                <c:pt idx="55837">
                  <c:v>24.7</c:v>
                </c:pt>
                <c:pt idx="55838">
                  <c:v>24.7</c:v>
                </c:pt>
                <c:pt idx="55839">
                  <c:v>24.7</c:v>
                </c:pt>
                <c:pt idx="55840">
                  <c:v>24.7</c:v>
                </c:pt>
                <c:pt idx="55841">
                  <c:v>24.7</c:v>
                </c:pt>
                <c:pt idx="55842">
                  <c:v>24.7</c:v>
                </c:pt>
                <c:pt idx="55843">
                  <c:v>24.7</c:v>
                </c:pt>
                <c:pt idx="55844">
                  <c:v>24.7</c:v>
                </c:pt>
                <c:pt idx="55845">
                  <c:v>24.7</c:v>
                </c:pt>
                <c:pt idx="55846">
                  <c:v>24.7</c:v>
                </c:pt>
                <c:pt idx="55847">
                  <c:v>24.7</c:v>
                </c:pt>
                <c:pt idx="55848">
                  <c:v>24.7</c:v>
                </c:pt>
                <c:pt idx="55849">
                  <c:v>24.7</c:v>
                </c:pt>
                <c:pt idx="55850">
                  <c:v>24.7</c:v>
                </c:pt>
                <c:pt idx="55851">
                  <c:v>24.7</c:v>
                </c:pt>
                <c:pt idx="55852">
                  <c:v>24.7</c:v>
                </c:pt>
                <c:pt idx="55853">
                  <c:v>24.7</c:v>
                </c:pt>
                <c:pt idx="55854">
                  <c:v>24.7</c:v>
                </c:pt>
                <c:pt idx="55855">
                  <c:v>24.7</c:v>
                </c:pt>
                <c:pt idx="55856">
                  <c:v>24.7</c:v>
                </c:pt>
                <c:pt idx="55857">
                  <c:v>24.7</c:v>
                </c:pt>
                <c:pt idx="55858">
                  <c:v>24.7</c:v>
                </c:pt>
                <c:pt idx="55859">
                  <c:v>24.7</c:v>
                </c:pt>
                <c:pt idx="55860">
                  <c:v>24.75</c:v>
                </c:pt>
                <c:pt idx="55861">
                  <c:v>24.7</c:v>
                </c:pt>
                <c:pt idx="55862">
                  <c:v>24.75</c:v>
                </c:pt>
                <c:pt idx="55863">
                  <c:v>24.7</c:v>
                </c:pt>
                <c:pt idx="55864">
                  <c:v>24.7</c:v>
                </c:pt>
                <c:pt idx="55865">
                  <c:v>24.75</c:v>
                </c:pt>
                <c:pt idx="55866">
                  <c:v>24.75</c:v>
                </c:pt>
                <c:pt idx="55867">
                  <c:v>24.75</c:v>
                </c:pt>
                <c:pt idx="55868">
                  <c:v>24.75</c:v>
                </c:pt>
                <c:pt idx="55869">
                  <c:v>24.75</c:v>
                </c:pt>
                <c:pt idx="55870">
                  <c:v>24.75</c:v>
                </c:pt>
                <c:pt idx="55871">
                  <c:v>24.75</c:v>
                </c:pt>
                <c:pt idx="55872">
                  <c:v>24.75</c:v>
                </c:pt>
                <c:pt idx="55873">
                  <c:v>24.75</c:v>
                </c:pt>
                <c:pt idx="55874">
                  <c:v>24.7</c:v>
                </c:pt>
                <c:pt idx="55875">
                  <c:v>24.7</c:v>
                </c:pt>
                <c:pt idx="55876">
                  <c:v>24.7</c:v>
                </c:pt>
                <c:pt idx="55877">
                  <c:v>24.7</c:v>
                </c:pt>
                <c:pt idx="55878">
                  <c:v>24.7</c:v>
                </c:pt>
                <c:pt idx="55879">
                  <c:v>24.7</c:v>
                </c:pt>
                <c:pt idx="55880">
                  <c:v>24.7</c:v>
                </c:pt>
                <c:pt idx="55881">
                  <c:v>24.7</c:v>
                </c:pt>
                <c:pt idx="55882">
                  <c:v>24.7</c:v>
                </c:pt>
                <c:pt idx="55883">
                  <c:v>24.7</c:v>
                </c:pt>
                <c:pt idx="55884">
                  <c:v>24.7</c:v>
                </c:pt>
                <c:pt idx="55885">
                  <c:v>24.7</c:v>
                </c:pt>
                <c:pt idx="55886">
                  <c:v>24.7</c:v>
                </c:pt>
                <c:pt idx="55887">
                  <c:v>24.7</c:v>
                </c:pt>
                <c:pt idx="55888">
                  <c:v>24.7</c:v>
                </c:pt>
                <c:pt idx="55889">
                  <c:v>24.7</c:v>
                </c:pt>
                <c:pt idx="55890">
                  <c:v>24.7</c:v>
                </c:pt>
                <c:pt idx="55891">
                  <c:v>24.7</c:v>
                </c:pt>
                <c:pt idx="55892">
                  <c:v>24.7</c:v>
                </c:pt>
                <c:pt idx="55893">
                  <c:v>24.7</c:v>
                </c:pt>
                <c:pt idx="55894">
                  <c:v>24.7</c:v>
                </c:pt>
                <c:pt idx="55895">
                  <c:v>24.7</c:v>
                </c:pt>
                <c:pt idx="55896">
                  <c:v>24.75</c:v>
                </c:pt>
                <c:pt idx="55897">
                  <c:v>24.7</c:v>
                </c:pt>
                <c:pt idx="55898">
                  <c:v>24.75</c:v>
                </c:pt>
                <c:pt idx="55899">
                  <c:v>24.7</c:v>
                </c:pt>
                <c:pt idx="55900">
                  <c:v>24.75</c:v>
                </c:pt>
                <c:pt idx="55901">
                  <c:v>24.7</c:v>
                </c:pt>
                <c:pt idx="55902">
                  <c:v>24.7</c:v>
                </c:pt>
                <c:pt idx="55903">
                  <c:v>24.7</c:v>
                </c:pt>
                <c:pt idx="55904">
                  <c:v>24.7</c:v>
                </c:pt>
                <c:pt idx="55905">
                  <c:v>24.7</c:v>
                </c:pt>
                <c:pt idx="55906">
                  <c:v>24.7</c:v>
                </c:pt>
                <c:pt idx="55907">
                  <c:v>24.7</c:v>
                </c:pt>
                <c:pt idx="55908">
                  <c:v>24.7</c:v>
                </c:pt>
                <c:pt idx="55909">
                  <c:v>24.7</c:v>
                </c:pt>
                <c:pt idx="55910">
                  <c:v>24.7</c:v>
                </c:pt>
                <c:pt idx="55911">
                  <c:v>24.7</c:v>
                </c:pt>
                <c:pt idx="55912">
                  <c:v>24.7</c:v>
                </c:pt>
                <c:pt idx="55913">
                  <c:v>24.7</c:v>
                </c:pt>
                <c:pt idx="55914">
                  <c:v>24.7</c:v>
                </c:pt>
                <c:pt idx="55915">
                  <c:v>24.7</c:v>
                </c:pt>
                <c:pt idx="55916">
                  <c:v>24.7</c:v>
                </c:pt>
                <c:pt idx="55917">
                  <c:v>24.7</c:v>
                </c:pt>
                <c:pt idx="55918">
                  <c:v>24.7</c:v>
                </c:pt>
                <c:pt idx="55919">
                  <c:v>24.7</c:v>
                </c:pt>
                <c:pt idx="55920">
                  <c:v>24.7</c:v>
                </c:pt>
                <c:pt idx="55921">
                  <c:v>24.7</c:v>
                </c:pt>
                <c:pt idx="55922">
                  <c:v>24.7</c:v>
                </c:pt>
                <c:pt idx="55923">
                  <c:v>24.7</c:v>
                </c:pt>
                <c:pt idx="55924">
                  <c:v>24.7</c:v>
                </c:pt>
                <c:pt idx="55925">
                  <c:v>24.7</c:v>
                </c:pt>
                <c:pt idx="55926">
                  <c:v>24.7</c:v>
                </c:pt>
                <c:pt idx="55927">
                  <c:v>24.7</c:v>
                </c:pt>
                <c:pt idx="55928">
                  <c:v>24.7</c:v>
                </c:pt>
                <c:pt idx="55929">
                  <c:v>24.7</c:v>
                </c:pt>
                <c:pt idx="55930">
                  <c:v>24.7</c:v>
                </c:pt>
                <c:pt idx="55931">
                  <c:v>24.7</c:v>
                </c:pt>
                <c:pt idx="55932">
                  <c:v>24.7</c:v>
                </c:pt>
                <c:pt idx="55933">
                  <c:v>24.7</c:v>
                </c:pt>
                <c:pt idx="55934">
                  <c:v>24.7</c:v>
                </c:pt>
                <c:pt idx="55935">
                  <c:v>24.7</c:v>
                </c:pt>
                <c:pt idx="55936">
                  <c:v>24.7</c:v>
                </c:pt>
                <c:pt idx="55937">
                  <c:v>24.7</c:v>
                </c:pt>
                <c:pt idx="55938">
                  <c:v>24.7</c:v>
                </c:pt>
                <c:pt idx="55939">
                  <c:v>24.7</c:v>
                </c:pt>
                <c:pt idx="55940">
                  <c:v>24.75</c:v>
                </c:pt>
                <c:pt idx="55941">
                  <c:v>24.7</c:v>
                </c:pt>
                <c:pt idx="55942">
                  <c:v>24.7</c:v>
                </c:pt>
                <c:pt idx="55943">
                  <c:v>24.7</c:v>
                </c:pt>
                <c:pt idx="55944">
                  <c:v>24.7</c:v>
                </c:pt>
                <c:pt idx="55945">
                  <c:v>24.7</c:v>
                </c:pt>
                <c:pt idx="55946">
                  <c:v>24.7</c:v>
                </c:pt>
                <c:pt idx="55947">
                  <c:v>24.7</c:v>
                </c:pt>
                <c:pt idx="55948">
                  <c:v>24.7</c:v>
                </c:pt>
                <c:pt idx="55949">
                  <c:v>24.7</c:v>
                </c:pt>
                <c:pt idx="55950">
                  <c:v>24.7</c:v>
                </c:pt>
                <c:pt idx="55951">
                  <c:v>24.7</c:v>
                </c:pt>
                <c:pt idx="55952">
                  <c:v>24.7</c:v>
                </c:pt>
                <c:pt idx="55953">
                  <c:v>24.7</c:v>
                </c:pt>
                <c:pt idx="55954">
                  <c:v>24.7</c:v>
                </c:pt>
                <c:pt idx="55955">
                  <c:v>24.7</c:v>
                </c:pt>
                <c:pt idx="55956">
                  <c:v>24.7</c:v>
                </c:pt>
                <c:pt idx="55957">
                  <c:v>24.7</c:v>
                </c:pt>
                <c:pt idx="55958">
                  <c:v>24.7</c:v>
                </c:pt>
                <c:pt idx="55959">
                  <c:v>24.7</c:v>
                </c:pt>
                <c:pt idx="55960">
                  <c:v>24.7</c:v>
                </c:pt>
                <c:pt idx="55961">
                  <c:v>24.7</c:v>
                </c:pt>
                <c:pt idx="55962">
                  <c:v>24.7</c:v>
                </c:pt>
                <c:pt idx="55963">
                  <c:v>24.7</c:v>
                </c:pt>
                <c:pt idx="55964">
                  <c:v>24.7</c:v>
                </c:pt>
                <c:pt idx="55965">
                  <c:v>24.7</c:v>
                </c:pt>
                <c:pt idx="55966">
                  <c:v>24.7</c:v>
                </c:pt>
                <c:pt idx="55967">
                  <c:v>24.7</c:v>
                </c:pt>
                <c:pt idx="55968">
                  <c:v>24.7</c:v>
                </c:pt>
                <c:pt idx="55969">
                  <c:v>24.7</c:v>
                </c:pt>
                <c:pt idx="55970">
                  <c:v>24.7</c:v>
                </c:pt>
                <c:pt idx="55971">
                  <c:v>24.7</c:v>
                </c:pt>
                <c:pt idx="55972">
                  <c:v>24.7</c:v>
                </c:pt>
                <c:pt idx="55973">
                  <c:v>24.7</c:v>
                </c:pt>
                <c:pt idx="55974">
                  <c:v>24.7</c:v>
                </c:pt>
                <c:pt idx="55975">
                  <c:v>24.7</c:v>
                </c:pt>
                <c:pt idx="55976">
                  <c:v>24.7</c:v>
                </c:pt>
                <c:pt idx="55977">
                  <c:v>24.7</c:v>
                </c:pt>
                <c:pt idx="55978">
                  <c:v>24.7</c:v>
                </c:pt>
                <c:pt idx="55979">
                  <c:v>24.7</c:v>
                </c:pt>
                <c:pt idx="55980">
                  <c:v>24.7</c:v>
                </c:pt>
                <c:pt idx="55981">
                  <c:v>24.7</c:v>
                </c:pt>
                <c:pt idx="55982">
                  <c:v>24.7</c:v>
                </c:pt>
                <c:pt idx="55983">
                  <c:v>24.7</c:v>
                </c:pt>
                <c:pt idx="55984">
                  <c:v>24.7</c:v>
                </c:pt>
                <c:pt idx="55985">
                  <c:v>24.7</c:v>
                </c:pt>
                <c:pt idx="55986">
                  <c:v>24.7</c:v>
                </c:pt>
                <c:pt idx="55987">
                  <c:v>24.7</c:v>
                </c:pt>
                <c:pt idx="55988">
                  <c:v>24.7</c:v>
                </c:pt>
                <c:pt idx="55989">
                  <c:v>24.7</c:v>
                </c:pt>
                <c:pt idx="55990">
                  <c:v>24.7</c:v>
                </c:pt>
                <c:pt idx="55991">
                  <c:v>24.7</c:v>
                </c:pt>
                <c:pt idx="55992">
                  <c:v>24.7</c:v>
                </c:pt>
                <c:pt idx="55993">
                  <c:v>24.7</c:v>
                </c:pt>
                <c:pt idx="55994">
                  <c:v>24.7</c:v>
                </c:pt>
                <c:pt idx="55995">
                  <c:v>24.7</c:v>
                </c:pt>
                <c:pt idx="55996">
                  <c:v>24.7</c:v>
                </c:pt>
                <c:pt idx="55997">
                  <c:v>24.7</c:v>
                </c:pt>
                <c:pt idx="55998">
                  <c:v>24.7</c:v>
                </c:pt>
                <c:pt idx="55999">
                  <c:v>24.7</c:v>
                </c:pt>
                <c:pt idx="56000">
                  <c:v>24.7</c:v>
                </c:pt>
                <c:pt idx="56001">
                  <c:v>24.7</c:v>
                </c:pt>
                <c:pt idx="56002">
                  <c:v>24.7</c:v>
                </c:pt>
                <c:pt idx="56003">
                  <c:v>24.7</c:v>
                </c:pt>
                <c:pt idx="56004">
                  <c:v>24.7</c:v>
                </c:pt>
                <c:pt idx="56005">
                  <c:v>24.7</c:v>
                </c:pt>
                <c:pt idx="56006">
                  <c:v>24.7</c:v>
                </c:pt>
                <c:pt idx="56007">
                  <c:v>24.7</c:v>
                </c:pt>
                <c:pt idx="56008">
                  <c:v>24.7</c:v>
                </c:pt>
                <c:pt idx="56009">
                  <c:v>24.7</c:v>
                </c:pt>
                <c:pt idx="56010">
                  <c:v>24.7</c:v>
                </c:pt>
                <c:pt idx="56011">
                  <c:v>24.7</c:v>
                </c:pt>
                <c:pt idx="56012">
                  <c:v>24.7</c:v>
                </c:pt>
                <c:pt idx="56013">
                  <c:v>24.7</c:v>
                </c:pt>
                <c:pt idx="56014">
                  <c:v>24.7</c:v>
                </c:pt>
                <c:pt idx="56015">
                  <c:v>24.7</c:v>
                </c:pt>
                <c:pt idx="56016">
                  <c:v>24.7</c:v>
                </c:pt>
                <c:pt idx="56017">
                  <c:v>24.7</c:v>
                </c:pt>
                <c:pt idx="56018">
                  <c:v>24.7</c:v>
                </c:pt>
                <c:pt idx="56019">
                  <c:v>24.7</c:v>
                </c:pt>
                <c:pt idx="56020">
                  <c:v>24.7</c:v>
                </c:pt>
                <c:pt idx="56021">
                  <c:v>24.7</c:v>
                </c:pt>
                <c:pt idx="56022">
                  <c:v>24.7</c:v>
                </c:pt>
                <c:pt idx="56023">
                  <c:v>24.7</c:v>
                </c:pt>
                <c:pt idx="56024">
                  <c:v>24.7</c:v>
                </c:pt>
                <c:pt idx="56025">
                  <c:v>24.7</c:v>
                </c:pt>
                <c:pt idx="56026">
                  <c:v>24.7</c:v>
                </c:pt>
                <c:pt idx="56027">
                  <c:v>24.7</c:v>
                </c:pt>
                <c:pt idx="56028">
                  <c:v>24.7</c:v>
                </c:pt>
                <c:pt idx="56029">
                  <c:v>24.7</c:v>
                </c:pt>
                <c:pt idx="56030">
                  <c:v>24.7</c:v>
                </c:pt>
                <c:pt idx="56031">
                  <c:v>24.7</c:v>
                </c:pt>
                <c:pt idx="56032">
                  <c:v>24.7</c:v>
                </c:pt>
                <c:pt idx="56033">
                  <c:v>24.7</c:v>
                </c:pt>
                <c:pt idx="56034">
                  <c:v>24.7</c:v>
                </c:pt>
                <c:pt idx="56035">
                  <c:v>24.7</c:v>
                </c:pt>
                <c:pt idx="56036">
                  <c:v>24.7</c:v>
                </c:pt>
                <c:pt idx="56037">
                  <c:v>24.7</c:v>
                </c:pt>
                <c:pt idx="56038">
                  <c:v>24.7</c:v>
                </c:pt>
                <c:pt idx="56039">
                  <c:v>24.7</c:v>
                </c:pt>
                <c:pt idx="56040">
                  <c:v>24.7</c:v>
                </c:pt>
                <c:pt idx="56041">
                  <c:v>24.7</c:v>
                </c:pt>
                <c:pt idx="56042">
                  <c:v>24.7</c:v>
                </c:pt>
                <c:pt idx="56043">
                  <c:v>24.7</c:v>
                </c:pt>
                <c:pt idx="56044">
                  <c:v>24.7</c:v>
                </c:pt>
                <c:pt idx="56045">
                  <c:v>24.7</c:v>
                </c:pt>
                <c:pt idx="56046">
                  <c:v>24.7</c:v>
                </c:pt>
                <c:pt idx="56047">
                  <c:v>24.7</c:v>
                </c:pt>
                <c:pt idx="56048">
                  <c:v>24.7</c:v>
                </c:pt>
                <c:pt idx="56049">
                  <c:v>24.7</c:v>
                </c:pt>
                <c:pt idx="56050">
                  <c:v>24.7</c:v>
                </c:pt>
                <c:pt idx="56051">
                  <c:v>24.7</c:v>
                </c:pt>
                <c:pt idx="56052">
                  <c:v>24.7</c:v>
                </c:pt>
                <c:pt idx="56053">
                  <c:v>24.7</c:v>
                </c:pt>
                <c:pt idx="56054">
                  <c:v>24.7</c:v>
                </c:pt>
                <c:pt idx="56055">
                  <c:v>24.7</c:v>
                </c:pt>
                <c:pt idx="56056">
                  <c:v>24.7</c:v>
                </c:pt>
                <c:pt idx="56057">
                  <c:v>24.7</c:v>
                </c:pt>
                <c:pt idx="56058">
                  <c:v>24.7</c:v>
                </c:pt>
                <c:pt idx="56059">
                  <c:v>24.7</c:v>
                </c:pt>
                <c:pt idx="56060">
                  <c:v>24.7</c:v>
                </c:pt>
                <c:pt idx="56061">
                  <c:v>24.7</c:v>
                </c:pt>
                <c:pt idx="56062">
                  <c:v>24.7</c:v>
                </c:pt>
                <c:pt idx="56063">
                  <c:v>24.75</c:v>
                </c:pt>
                <c:pt idx="56064">
                  <c:v>24.7</c:v>
                </c:pt>
                <c:pt idx="56065">
                  <c:v>24.7</c:v>
                </c:pt>
                <c:pt idx="56066">
                  <c:v>24.75</c:v>
                </c:pt>
                <c:pt idx="56067">
                  <c:v>24.7</c:v>
                </c:pt>
                <c:pt idx="56068">
                  <c:v>24.7</c:v>
                </c:pt>
                <c:pt idx="56069">
                  <c:v>24.7</c:v>
                </c:pt>
                <c:pt idx="56070">
                  <c:v>24.7</c:v>
                </c:pt>
                <c:pt idx="56071">
                  <c:v>24.7</c:v>
                </c:pt>
                <c:pt idx="56072">
                  <c:v>24.7</c:v>
                </c:pt>
                <c:pt idx="56073">
                  <c:v>24.7</c:v>
                </c:pt>
                <c:pt idx="56074">
                  <c:v>24.7</c:v>
                </c:pt>
                <c:pt idx="56075">
                  <c:v>24.7</c:v>
                </c:pt>
                <c:pt idx="56076">
                  <c:v>24.7</c:v>
                </c:pt>
                <c:pt idx="56077">
                  <c:v>24.7</c:v>
                </c:pt>
                <c:pt idx="56078">
                  <c:v>24.7</c:v>
                </c:pt>
                <c:pt idx="56079">
                  <c:v>24.7</c:v>
                </c:pt>
                <c:pt idx="56080">
                  <c:v>24.7</c:v>
                </c:pt>
                <c:pt idx="56081">
                  <c:v>24.7</c:v>
                </c:pt>
                <c:pt idx="56082">
                  <c:v>24.7</c:v>
                </c:pt>
                <c:pt idx="56083">
                  <c:v>24.7</c:v>
                </c:pt>
                <c:pt idx="56084">
                  <c:v>24.75</c:v>
                </c:pt>
                <c:pt idx="56085">
                  <c:v>24.7</c:v>
                </c:pt>
                <c:pt idx="56086">
                  <c:v>24.75</c:v>
                </c:pt>
                <c:pt idx="56087">
                  <c:v>24.75</c:v>
                </c:pt>
                <c:pt idx="56088">
                  <c:v>24.75</c:v>
                </c:pt>
                <c:pt idx="56089">
                  <c:v>24.7</c:v>
                </c:pt>
                <c:pt idx="56090">
                  <c:v>24.75</c:v>
                </c:pt>
                <c:pt idx="56091">
                  <c:v>24.75</c:v>
                </c:pt>
                <c:pt idx="56092">
                  <c:v>24.75</c:v>
                </c:pt>
                <c:pt idx="56093">
                  <c:v>24.75</c:v>
                </c:pt>
                <c:pt idx="56094">
                  <c:v>24.75</c:v>
                </c:pt>
                <c:pt idx="56095">
                  <c:v>24.75</c:v>
                </c:pt>
                <c:pt idx="56096">
                  <c:v>24.7</c:v>
                </c:pt>
                <c:pt idx="56097">
                  <c:v>24.7</c:v>
                </c:pt>
                <c:pt idx="56098">
                  <c:v>24.75</c:v>
                </c:pt>
                <c:pt idx="56099">
                  <c:v>24.75</c:v>
                </c:pt>
                <c:pt idx="56100">
                  <c:v>24.75</c:v>
                </c:pt>
                <c:pt idx="56101">
                  <c:v>24.75</c:v>
                </c:pt>
                <c:pt idx="56102">
                  <c:v>24.75</c:v>
                </c:pt>
                <c:pt idx="56103">
                  <c:v>24.75</c:v>
                </c:pt>
                <c:pt idx="56104">
                  <c:v>24.75</c:v>
                </c:pt>
                <c:pt idx="56105">
                  <c:v>24.75</c:v>
                </c:pt>
                <c:pt idx="56106">
                  <c:v>24.7</c:v>
                </c:pt>
                <c:pt idx="56107">
                  <c:v>24.7</c:v>
                </c:pt>
                <c:pt idx="56108">
                  <c:v>24.7</c:v>
                </c:pt>
                <c:pt idx="56109">
                  <c:v>24.7</c:v>
                </c:pt>
                <c:pt idx="56110">
                  <c:v>24.7</c:v>
                </c:pt>
                <c:pt idx="56111">
                  <c:v>24.7</c:v>
                </c:pt>
                <c:pt idx="56112">
                  <c:v>24.7</c:v>
                </c:pt>
                <c:pt idx="56113">
                  <c:v>24.7</c:v>
                </c:pt>
                <c:pt idx="56114">
                  <c:v>24.7</c:v>
                </c:pt>
                <c:pt idx="56115">
                  <c:v>24.7</c:v>
                </c:pt>
                <c:pt idx="56116">
                  <c:v>24.7</c:v>
                </c:pt>
                <c:pt idx="56117">
                  <c:v>24.7</c:v>
                </c:pt>
                <c:pt idx="56118">
                  <c:v>24.7</c:v>
                </c:pt>
                <c:pt idx="56119">
                  <c:v>24.7</c:v>
                </c:pt>
                <c:pt idx="56120">
                  <c:v>24.7</c:v>
                </c:pt>
                <c:pt idx="56121">
                  <c:v>24.7</c:v>
                </c:pt>
                <c:pt idx="56122">
                  <c:v>24.7</c:v>
                </c:pt>
                <c:pt idx="56123">
                  <c:v>24.7</c:v>
                </c:pt>
                <c:pt idx="56124">
                  <c:v>24.7</c:v>
                </c:pt>
                <c:pt idx="56125">
                  <c:v>24.7</c:v>
                </c:pt>
                <c:pt idx="56126">
                  <c:v>24.7</c:v>
                </c:pt>
                <c:pt idx="56127">
                  <c:v>24.75</c:v>
                </c:pt>
                <c:pt idx="56128">
                  <c:v>24.7</c:v>
                </c:pt>
                <c:pt idx="56129">
                  <c:v>24.75</c:v>
                </c:pt>
                <c:pt idx="56130">
                  <c:v>24.75</c:v>
                </c:pt>
                <c:pt idx="56131">
                  <c:v>24.7</c:v>
                </c:pt>
                <c:pt idx="56132">
                  <c:v>24.75</c:v>
                </c:pt>
                <c:pt idx="56133">
                  <c:v>24.7</c:v>
                </c:pt>
                <c:pt idx="56134">
                  <c:v>24.7</c:v>
                </c:pt>
                <c:pt idx="56135">
                  <c:v>24.7</c:v>
                </c:pt>
                <c:pt idx="56136">
                  <c:v>24.7</c:v>
                </c:pt>
                <c:pt idx="56137">
                  <c:v>24.7</c:v>
                </c:pt>
                <c:pt idx="56138">
                  <c:v>24.7</c:v>
                </c:pt>
                <c:pt idx="56139">
                  <c:v>24.7</c:v>
                </c:pt>
                <c:pt idx="56140">
                  <c:v>24.7</c:v>
                </c:pt>
                <c:pt idx="56141">
                  <c:v>24.7</c:v>
                </c:pt>
                <c:pt idx="56142">
                  <c:v>24.7</c:v>
                </c:pt>
                <c:pt idx="56143">
                  <c:v>24.7</c:v>
                </c:pt>
                <c:pt idx="56144">
                  <c:v>24.7</c:v>
                </c:pt>
                <c:pt idx="56145">
                  <c:v>24.7</c:v>
                </c:pt>
                <c:pt idx="56146">
                  <c:v>24.7</c:v>
                </c:pt>
                <c:pt idx="56147">
                  <c:v>24.7</c:v>
                </c:pt>
                <c:pt idx="56148">
                  <c:v>24.7</c:v>
                </c:pt>
                <c:pt idx="56149">
                  <c:v>24.7</c:v>
                </c:pt>
                <c:pt idx="56150">
                  <c:v>24.7</c:v>
                </c:pt>
                <c:pt idx="56151">
                  <c:v>24.7</c:v>
                </c:pt>
                <c:pt idx="56152">
                  <c:v>24.7</c:v>
                </c:pt>
                <c:pt idx="56153">
                  <c:v>24.7</c:v>
                </c:pt>
                <c:pt idx="56154">
                  <c:v>24.7</c:v>
                </c:pt>
                <c:pt idx="56155">
                  <c:v>24.7</c:v>
                </c:pt>
                <c:pt idx="56156">
                  <c:v>24.7</c:v>
                </c:pt>
                <c:pt idx="56157">
                  <c:v>24.7</c:v>
                </c:pt>
                <c:pt idx="56158">
                  <c:v>24.7</c:v>
                </c:pt>
                <c:pt idx="56159">
                  <c:v>24.7</c:v>
                </c:pt>
                <c:pt idx="56160">
                  <c:v>24.7</c:v>
                </c:pt>
                <c:pt idx="56161">
                  <c:v>24.7</c:v>
                </c:pt>
                <c:pt idx="56162">
                  <c:v>24.7</c:v>
                </c:pt>
                <c:pt idx="56163">
                  <c:v>24.7</c:v>
                </c:pt>
                <c:pt idx="56164">
                  <c:v>24.7</c:v>
                </c:pt>
                <c:pt idx="56165">
                  <c:v>24.7</c:v>
                </c:pt>
                <c:pt idx="56166">
                  <c:v>24.7</c:v>
                </c:pt>
                <c:pt idx="56167">
                  <c:v>24.7</c:v>
                </c:pt>
                <c:pt idx="56168">
                  <c:v>24.7</c:v>
                </c:pt>
                <c:pt idx="56169">
                  <c:v>24.7</c:v>
                </c:pt>
                <c:pt idx="56170">
                  <c:v>24.7</c:v>
                </c:pt>
                <c:pt idx="56171">
                  <c:v>24.7</c:v>
                </c:pt>
                <c:pt idx="56172">
                  <c:v>24.7</c:v>
                </c:pt>
                <c:pt idx="56173">
                  <c:v>24.7</c:v>
                </c:pt>
                <c:pt idx="56174">
                  <c:v>24.7</c:v>
                </c:pt>
                <c:pt idx="56175">
                  <c:v>24.7</c:v>
                </c:pt>
                <c:pt idx="56176">
                  <c:v>24.7</c:v>
                </c:pt>
                <c:pt idx="56177">
                  <c:v>24.7</c:v>
                </c:pt>
                <c:pt idx="56178">
                  <c:v>24.7</c:v>
                </c:pt>
                <c:pt idx="56179">
                  <c:v>24.7</c:v>
                </c:pt>
                <c:pt idx="56180">
                  <c:v>24.7</c:v>
                </c:pt>
                <c:pt idx="56181">
                  <c:v>24.7</c:v>
                </c:pt>
                <c:pt idx="56182">
                  <c:v>24.7</c:v>
                </c:pt>
                <c:pt idx="56183">
                  <c:v>24.7</c:v>
                </c:pt>
                <c:pt idx="56184">
                  <c:v>24.7</c:v>
                </c:pt>
                <c:pt idx="56185">
                  <c:v>24.7</c:v>
                </c:pt>
                <c:pt idx="56186">
                  <c:v>24.7</c:v>
                </c:pt>
                <c:pt idx="56187">
                  <c:v>24.7</c:v>
                </c:pt>
                <c:pt idx="56188">
                  <c:v>24.7</c:v>
                </c:pt>
                <c:pt idx="56189">
                  <c:v>24.7</c:v>
                </c:pt>
                <c:pt idx="56190">
                  <c:v>24.7</c:v>
                </c:pt>
                <c:pt idx="56191">
                  <c:v>24.7</c:v>
                </c:pt>
                <c:pt idx="56192">
                  <c:v>24.7</c:v>
                </c:pt>
                <c:pt idx="56193">
                  <c:v>24.7</c:v>
                </c:pt>
                <c:pt idx="56194">
                  <c:v>24.7</c:v>
                </c:pt>
                <c:pt idx="56195">
                  <c:v>24.7</c:v>
                </c:pt>
                <c:pt idx="56196">
                  <c:v>24.7</c:v>
                </c:pt>
                <c:pt idx="56197">
                  <c:v>24.7</c:v>
                </c:pt>
                <c:pt idx="56198">
                  <c:v>24.7</c:v>
                </c:pt>
                <c:pt idx="56199">
                  <c:v>24.7</c:v>
                </c:pt>
                <c:pt idx="56200">
                  <c:v>24.7</c:v>
                </c:pt>
                <c:pt idx="56201">
                  <c:v>24.7</c:v>
                </c:pt>
                <c:pt idx="56202">
                  <c:v>24.7</c:v>
                </c:pt>
                <c:pt idx="56203">
                  <c:v>24.7</c:v>
                </c:pt>
                <c:pt idx="56204">
                  <c:v>24.7</c:v>
                </c:pt>
                <c:pt idx="56205">
                  <c:v>24.7</c:v>
                </c:pt>
                <c:pt idx="56206">
                  <c:v>24.7</c:v>
                </c:pt>
                <c:pt idx="56207">
                  <c:v>24.7</c:v>
                </c:pt>
                <c:pt idx="56208">
                  <c:v>24.7</c:v>
                </c:pt>
                <c:pt idx="56209">
                  <c:v>24.7</c:v>
                </c:pt>
                <c:pt idx="56210">
                  <c:v>24.7</c:v>
                </c:pt>
                <c:pt idx="56211">
                  <c:v>24.7</c:v>
                </c:pt>
                <c:pt idx="56212">
                  <c:v>24.7</c:v>
                </c:pt>
                <c:pt idx="56213">
                  <c:v>24.7</c:v>
                </c:pt>
                <c:pt idx="56214">
                  <c:v>24.7</c:v>
                </c:pt>
                <c:pt idx="56215">
                  <c:v>24.7</c:v>
                </c:pt>
                <c:pt idx="56216">
                  <c:v>24.7</c:v>
                </c:pt>
                <c:pt idx="56217">
                  <c:v>24.7</c:v>
                </c:pt>
                <c:pt idx="56218">
                  <c:v>24.7</c:v>
                </c:pt>
                <c:pt idx="56219">
                  <c:v>24.7</c:v>
                </c:pt>
                <c:pt idx="56220">
                  <c:v>24.7</c:v>
                </c:pt>
                <c:pt idx="56221">
                  <c:v>24.7</c:v>
                </c:pt>
                <c:pt idx="56222">
                  <c:v>24.7</c:v>
                </c:pt>
                <c:pt idx="56223">
                  <c:v>24.7</c:v>
                </c:pt>
                <c:pt idx="56224">
                  <c:v>24.7</c:v>
                </c:pt>
                <c:pt idx="56225">
                  <c:v>24.7</c:v>
                </c:pt>
                <c:pt idx="56226">
                  <c:v>24.7</c:v>
                </c:pt>
                <c:pt idx="56227">
                  <c:v>24.7</c:v>
                </c:pt>
                <c:pt idx="56228">
                  <c:v>24.7</c:v>
                </c:pt>
                <c:pt idx="56229">
                  <c:v>24.7</c:v>
                </c:pt>
                <c:pt idx="56230">
                  <c:v>24.7</c:v>
                </c:pt>
                <c:pt idx="56231">
                  <c:v>24.7</c:v>
                </c:pt>
                <c:pt idx="56232">
                  <c:v>24.7</c:v>
                </c:pt>
                <c:pt idx="56233">
                  <c:v>24.7</c:v>
                </c:pt>
                <c:pt idx="56234">
                  <c:v>24.7</c:v>
                </c:pt>
                <c:pt idx="56235">
                  <c:v>24.7</c:v>
                </c:pt>
                <c:pt idx="56236">
                  <c:v>24.7</c:v>
                </c:pt>
                <c:pt idx="56237">
                  <c:v>24.7</c:v>
                </c:pt>
                <c:pt idx="56238">
                  <c:v>24.7</c:v>
                </c:pt>
                <c:pt idx="56239">
                  <c:v>24.7</c:v>
                </c:pt>
                <c:pt idx="56240">
                  <c:v>24.7</c:v>
                </c:pt>
                <c:pt idx="56241">
                  <c:v>24.7</c:v>
                </c:pt>
                <c:pt idx="56242">
                  <c:v>24.7</c:v>
                </c:pt>
                <c:pt idx="56243">
                  <c:v>24.7</c:v>
                </c:pt>
                <c:pt idx="56244">
                  <c:v>24.7</c:v>
                </c:pt>
                <c:pt idx="56245">
                  <c:v>24.7</c:v>
                </c:pt>
                <c:pt idx="56246">
                  <c:v>24.7</c:v>
                </c:pt>
                <c:pt idx="56247">
                  <c:v>24.7</c:v>
                </c:pt>
                <c:pt idx="56248">
                  <c:v>24.7</c:v>
                </c:pt>
                <c:pt idx="56249">
                  <c:v>24.7</c:v>
                </c:pt>
                <c:pt idx="56250">
                  <c:v>24.7</c:v>
                </c:pt>
                <c:pt idx="56251">
                  <c:v>24.7</c:v>
                </c:pt>
                <c:pt idx="56252">
                  <c:v>24.7</c:v>
                </c:pt>
                <c:pt idx="56253">
                  <c:v>24.7</c:v>
                </c:pt>
                <c:pt idx="56254">
                  <c:v>24.7</c:v>
                </c:pt>
                <c:pt idx="56255">
                  <c:v>24.7</c:v>
                </c:pt>
                <c:pt idx="56256">
                  <c:v>24.7</c:v>
                </c:pt>
                <c:pt idx="56257">
                  <c:v>24.7</c:v>
                </c:pt>
                <c:pt idx="56258">
                  <c:v>24.7</c:v>
                </c:pt>
                <c:pt idx="56259">
                  <c:v>24.7</c:v>
                </c:pt>
                <c:pt idx="56260">
                  <c:v>24.7</c:v>
                </c:pt>
                <c:pt idx="56261">
                  <c:v>24.7</c:v>
                </c:pt>
                <c:pt idx="56262">
                  <c:v>24.7</c:v>
                </c:pt>
                <c:pt idx="56263">
                  <c:v>24.7</c:v>
                </c:pt>
                <c:pt idx="56264">
                  <c:v>24.7</c:v>
                </c:pt>
                <c:pt idx="56265">
                  <c:v>24.7</c:v>
                </c:pt>
                <c:pt idx="56266">
                  <c:v>24.7</c:v>
                </c:pt>
                <c:pt idx="56267">
                  <c:v>24.7</c:v>
                </c:pt>
                <c:pt idx="56268">
                  <c:v>24.7</c:v>
                </c:pt>
                <c:pt idx="56269">
                  <c:v>24.7</c:v>
                </c:pt>
                <c:pt idx="56270">
                  <c:v>24.7</c:v>
                </c:pt>
                <c:pt idx="56271">
                  <c:v>24.7</c:v>
                </c:pt>
                <c:pt idx="56272">
                  <c:v>24.7</c:v>
                </c:pt>
                <c:pt idx="56273">
                  <c:v>24.7</c:v>
                </c:pt>
                <c:pt idx="56274">
                  <c:v>24.7</c:v>
                </c:pt>
                <c:pt idx="56275">
                  <c:v>24.7</c:v>
                </c:pt>
                <c:pt idx="56276">
                  <c:v>24.7</c:v>
                </c:pt>
                <c:pt idx="56277">
                  <c:v>24.7</c:v>
                </c:pt>
                <c:pt idx="56278">
                  <c:v>24.7</c:v>
                </c:pt>
                <c:pt idx="56279">
                  <c:v>24.7</c:v>
                </c:pt>
                <c:pt idx="56280">
                  <c:v>24.7</c:v>
                </c:pt>
                <c:pt idx="56281">
                  <c:v>24.7</c:v>
                </c:pt>
                <c:pt idx="56282">
                  <c:v>24.7</c:v>
                </c:pt>
                <c:pt idx="56283">
                  <c:v>24.7</c:v>
                </c:pt>
                <c:pt idx="56284">
                  <c:v>24.7</c:v>
                </c:pt>
                <c:pt idx="56285">
                  <c:v>24.7</c:v>
                </c:pt>
                <c:pt idx="56286">
                  <c:v>24.7</c:v>
                </c:pt>
                <c:pt idx="56287">
                  <c:v>24.7</c:v>
                </c:pt>
                <c:pt idx="56288">
                  <c:v>24.7</c:v>
                </c:pt>
                <c:pt idx="56289">
                  <c:v>24.7</c:v>
                </c:pt>
                <c:pt idx="56290">
                  <c:v>24.7</c:v>
                </c:pt>
                <c:pt idx="56291">
                  <c:v>24.75</c:v>
                </c:pt>
                <c:pt idx="56292">
                  <c:v>24.7</c:v>
                </c:pt>
                <c:pt idx="56293">
                  <c:v>24.75</c:v>
                </c:pt>
                <c:pt idx="56294">
                  <c:v>24.75</c:v>
                </c:pt>
                <c:pt idx="56295">
                  <c:v>24.75</c:v>
                </c:pt>
                <c:pt idx="56296">
                  <c:v>24.75</c:v>
                </c:pt>
                <c:pt idx="56297">
                  <c:v>24.75</c:v>
                </c:pt>
                <c:pt idx="56298">
                  <c:v>24.75</c:v>
                </c:pt>
                <c:pt idx="56299">
                  <c:v>24.75</c:v>
                </c:pt>
                <c:pt idx="56300">
                  <c:v>24.75</c:v>
                </c:pt>
                <c:pt idx="56301">
                  <c:v>24.75</c:v>
                </c:pt>
                <c:pt idx="56302">
                  <c:v>24.75</c:v>
                </c:pt>
                <c:pt idx="56303">
                  <c:v>24.7</c:v>
                </c:pt>
                <c:pt idx="56304">
                  <c:v>24.7</c:v>
                </c:pt>
                <c:pt idx="56305">
                  <c:v>24.7</c:v>
                </c:pt>
                <c:pt idx="56306">
                  <c:v>24.7</c:v>
                </c:pt>
                <c:pt idx="56307">
                  <c:v>24.7</c:v>
                </c:pt>
                <c:pt idx="56308">
                  <c:v>24.7</c:v>
                </c:pt>
                <c:pt idx="56309">
                  <c:v>24.7</c:v>
                </c:pt>
                <c:pt idx="56310">
                  <c:v>24.7</c:v>
                </c:pt>
                <c:pt idx="56311">
                  <c:v>24.7</c:v>
                </c:pt>
                <c:pt idx="56312">
                  <c:v>24.7</c:v>
                </c:pt>
                <c:pt idx="56313">
                  <c:v>24.7</c:v>
                </c:pt>
                <c:pt idx="56314">
                  <c:v>24.7</c:v>
                </c:pt>
                <c:pt idx="56315">
                  <c:v>24.7</c:v>
                </c:pt>
                <c:pt idx="56316">
                  <c:v>24.7</c:v>
                </c:pt>
                <c:pt idx="56317">
                  <c:v>24.7</c:v>
                </c:pt>
                <c:pt idx="56318">
                  <c:v>24.7</c:v>
                </c:pt>
                <c:pt idx="56319">
                  <c:v>24.7</c:v>
                </c:pt>
                <c:pt idx="56320">
                  <c:v>24.7</c:v>
                </c:pt>
                <c:pt idx="56321">
                  <c:v>24.7</c:v>
                </c:pt>
                <c:pt idx="56322">
                  <c:v>24.7</c:v>
                </c:pt>
                <c:pt idx="56323">
                  <c:v>24.7</c:v>
                </c:pt>
                <c:pt idx="56324">
                  <c:v>24.7</c:v>
                </c:pt>
                <c:pt idx="56325">
                  <c:v>24.7</c:v>
                </c:pt>
                <c:pt idx="56326">
                  <c:v>24.7</c:v>
                </c:pt>
                <c:pt idx="56327">
                  <c:v>24.7</c:v>
                </c:pt>
                <c:pt idx="56328">
                  <c:v>24.7</c:v>
                </c:pt>
                <c:pt idx="56329">
                  <c:v>24.7</c:v>
                </c:pt>
                <c:pt idx="56330">
                  <c:v>24.7</c:v>
                </c:pt>
                <c:pt idx="56331">
                  <c:v>24.7</c:v>
                </c:pt>
                <c:pt idx="56332">
                  <c:v>24.7</c:v>
                </c:pt>
                <c:pt idx="56333">
                  <c:v>24.7</c:v>
                </c:pt>
                <c:pt idx="56334">
                  <c:v>24.7</c:v>
                </c:pt>
                <c:pt idx="56335">
                  <c:v>24.7</c:v>
                </c:pt>
                <c:pt idx="56336">
                  <c:v>24.7</c:v>
                </c:pt>
                <c:pt idx="56337">
                  <c:v>24.7</c:v>
                </c:pt>
                <c:pt idx="56338">
                  <c:v>24.7</c:v>
                </c:pt>
                <c:pt idx="56339">
                  <c:v>24.7</c:v>
                </c:pt>
                <c:pt idx="56340">
                  <c:v>24.7</c:v>
                </c:pt>
                <c:pt idx="56341">
                  <c:v>24.7</c:v>
                </c:pt>
                <c:pt idx="56342">
                  <c:v>24.7</c:v>
                </c:pt>
                <c:pt idx="56343">
                  <c:v>24.7</c:v>
                </c:pt>
                <c:pt idx="56344">
                  <c:v>24.7</c:v>
                </c:pt>
                <c:pt idx="56345">
                  <c:v>24.7</c:v>
                </c:pt>
                <c:pt idx="56346">
                  <c:v>24.7</c:v>
                </c:pt>
                <c:pt idx="56347">
                  <c:v>24.7</c:v>
                </c:pt>
                <c:pt idx="56348">
                  <c:v>24.7</c:v>
                </c:pt>
                <c:pt idx="56349">
                  <c:v>24.7</c:v>
                </c:pt>
                <c:pt idx="56350">
                  <c:v>24.7</c:v>
                </c:pt>
                <c:pt idx="56351">
                  <c:v>24.7</c:v>
                </c:pt>
                <c:pt idx="56352">
                  <c:v>24.7</c:v>
                </c:pt>
                <c:pt idx="56353">
                  <c:v>24.7</c:v>
                </c:pt>
                <c:pt idx="56354">
                  <c:v>24.7</c:v>
                </c:pt>
                <c:pt idx="56355">
                  <c:v>24.7</c:v>
                </c:pt>
                <c:pt idx="56356">
                  <c:v>24.7</c:v>
                </c:pt>
                <c:pt idx="56357">
                  <c:v>24.7</c:v>
                </c:pt>
                <c:pt idx="56358">
                  <c:v>24.7</c:v>
                </c:pt>
                <c:pt idx="56359">
                  <c:v>24.7</c:v>
                </c:pt>
                <c:pt idx="56360">
                  <c:v>24.7</c:v>
                </c:pt>
                <c:pt idx="56361">
                  <c:v>24.75</c:v>
                </c:pt>
                <c:pt idx="56362">
                  <c:v>24.7</c:v>
                </c:pt>
                <c:pt idx="56363">
                  <c:v>24.7</c:v>
                </c:pt>
                <c:pt idx="56364">
                  <c:v>24.7</c:v>
                </c:pt>
                <c:pt idx="56365">
                  <c:v>24.7</c:v>
                </c:pt>
                <c:pt idx="56366">
                  <c:v>24.7</c:v>
                </c:pt>
                <c:pt idx="56367">
                  <c:v>24.7</c:v>
                </c:pt>
                <c:pt idx="56368">
                  <c:v>24.7</c:v>
                </c:pt>
                <c:pt idx="56369">
                  <c:v>24.7</c:v>
                </c:pt>
                <c:pt idx="56370">
                  <c:v>24.75</c:v>
                </c:pt>
                <c:pt idx="56371">
                  <c:v>24.7</c:v>
                </c:pt>
                <c:pt idx="56372">
                  <c:v>24.7</c:v>
                </c:pt>
                <c:pt idx="56373">
                  <c:v>24.7</c:v>
                </c:pt>
                <c:pt idx="56374">
                  <c:v>24.7</c:v>
                </c:pt>
                <c:pt idx="56375">
                  <c:v>24.7</c:v>
                </c:pt>
                <c:pt idx="56376">
                  <c:v>24.7</c:v>
                </c:pt>
                <c:pt idx="56377">
                  <c:v>24.7</c:v>
                </c:pt>
                <c:pt idx="56378">
                  <c:v>24.7</c:v>
                </c:pt>
                <c:pt idx="56379">
                  <c:v>24.7</c:v>
                </c:pt>
                <c:pt idx="56380">
                  <c:v>24.7</c:v>
                </c:pt>
                <c:pt idx="56381">
                  <c:v>24.7</c:v>
                </c:pt>
                <c:pt idx="56382">
                  <c:v>24.7</c:v>
                </c:pt>
                <c:pt idx="56383">
                  <c:v>24.7</c:v>
                </c:pt>
                <c:pt idx="56384">
                  <c:v>24.7</c:v>
                </c:pt>
                <c:pt idx="56385">
                  <c:v>24.7</c:v>
                </c:pt>
                <c:pt idx="56386">
                  <c:v>24.7</c:v>
                </c:pt>
                <c:pt idx="56387">
                  <c:v>24.7</c:v>
                </c:pt>
                <c:pt idx="56388">
                  <c:v>24.7</c:v>
                </c:pt>
                <c:pt idx="56389">
                  <c:v>24.7</c:v>
                </c:pt>
                <c:pt idx="56390">
                  <c:v>24.7</c:v>
                </c:pt>
                <c:pt idx="56391">
                  <c:v>24.7</c:v>
                </c:pt>
                <c:pt idx="56392">
                  <c:v>24.7</c:v>
                </c:pt>
                <c:pt idx="56393">
                  <c:v>24.7</c:v>
                </c:pt>
                <c:pt idx="56394">
                  <c:v>24.7</c:v>
                </c:pt>
                <c:pt idx="56395">
                  <c:v>24.7</c:v>
                </c:pt>
                <c:pt idx="56396">
                  <c:v>24.7</c:v>
                </c:pt>
                <c:pt idx="56397">
                  <c:v>24.7</c:v>
                </c:pt>
                <c:pt idx="56398">
                  <c:v>24.7</c:v>
                </c:pt>
                <c:pt idx="56399">
                  <c:v>24.7</c:v>
                </c:pt>
                <c:pt idx="56400">
                  <c:v>24.7</c:v>
                </c:pt>
                <c:pt idx="56401">
                  <c:v>24.7</c:v>
                </c:pt>
                <c:pt idx="56402">
                  <c:v>24.7</c:v>
                </c:pt>
                <c:pt idx="56403">
                  <c:v>24.7</c:v>
                </c:pt>
                <c:pt idx="56404">
                  <c:v>24.7</c:v>
                </c:pt>
                <c:pt idx="56405">
                  <c:v>24.7</c:v>
                </c:pt>
                <c:pt idx="56406">
                  <c:v>24.7</c:v>
                </c:pt>
                <c:pt idx="56407">
                  <c:v>24.7</c:v>
                </c:pt>
                <c:pt idx="56408">
                  <c:v>24.7</c:v>
                </c:pt>
                <c:pt idx="56409">
                  <c:v>24.7</c:v>
                </c:pt>
                <c:pt idx="56410">
                  <c:v>24.7</c:v>
                </c:pt>
                <c:pt idx="56411">
                  <c:v>24.7</c:v>
                </c:pt>
                <c:pt idx="56412">
                  <c:v>24.7</c:v>
                </c:pt>
                <c:pt idx="56413">
                  <c:v>24.7</c:v>
                </c:pt>
                <c:pt idx="56414">
                  <c:v>24.7</c:v>
                </c:pt>
                <c:pt idx="56415">
                  <c:v>24.7</c:v>
                </c:pt>
                <c:pt idx="56416">
                  <c:v>24.7</c:v>
                </c:pt>
                <c:pt idx="56417">
                  <c:v>24.7</c:v>
                </c:pt>
                <c:pt idx="56418">
                  <c:v>24.7</c:v>
                </c:pt>
                <c:pt idx="56419">
                  <c:v>24.7</c:v>
                </c:pt>
                <c:pt idx="56420">
                  <c:v>24.7</c:v>
                </c:pt>
                <c:pt idx="56421">
                  <c:v>24.7</c:v>
                </c:pt>
                <c:pt idx="56422">
                  <c:v>24.7</c:v>
                </c:pt>
                <c:pt idx="56423">
                  <c:v>24.7</c:v>
                </c:pt>
                <c:pt idx="56424">
                  <c:v>24.7</c:v>
                </c:pt>
                <c:pt idx="56425">
                  <c:v>24.7</c:v>
                </c:pt>
                <c:pt idx="56426">
                  <c:v>24.7</c:v>
                </c:pt>
                <c:pt idx="56427">
                  <c:v>24.7</c:v>
                </c:pt>
                <c:pt idx="56428">
                  <c:v>24.7</c:v>
                </c:pt>
                <c:pt idx="56429">
                  <c:v>24.7</c:v>
                </c:pt>
                <c:pt idx="56430">
                  <c:v>24.7</c:v>
                </c:pt>
                <c:pt idx="56431">
                  <c:v>24.7</c:v>
                </c:pt>
                <c:pt idx="56432">
                  <c:v>24.7</c:v>
                </c:pt>
                <c:pt idx="56433">
                  <c:v>24.7</c:v>
                </c:pt>
                <c:pt idx="56434">
                  <c:v>24.7</c:v>
                </c:pt>
                <c:pt idx="56435">
                  <c:v>24.7</c:v>
                </c:pt>
                <c:pt idx="56436">
                  <c:v>24.7</c:v>
                </c:pt>
                <c:pt idx="56437">
                  <c:v>24.7</c:v>
                </c:pt>
                <c:pt idx="56438">
                  <c:v>24.7</c:v>
                </c:pt>
                <c:pt idx="56439">
                  <c:v>24.7</c:v>
                </c:pt>
                <c:pt idx="56440">
                  <c:v>24.7</c:v>
                </c:pt>
                <c:pt idx="56441">
                  <c:v>24.7</c:v>
                </c:pt>
                <c:pt idx="56442">
                  <c:v>24.7</c:v>
                </c:pt>
                <c:pt idx="56443">
                  <c:v>24.7</c:v>
                </c:pt>
                <c:pt idx="56444">
                  <c:v>24.7</c:v>
                </c:pt>
                <c:pt idx="56445">
                  <c:v>24.7</c:v>
                </c:pt>
                <c:pt idx="56446">
                  <c:v>24.7</c:v>
                </c:pt>
                <c:pt idx="56447">
                  <c:v>24.7</c:v>
                </c:pt>
                <c:pt idx="56448">
                  <c:v>24.7</c:v>
                </c:pt>
                <c:pt idx="56449">
                  <c:v>24.7</c:v>
                </c:pt>
                <c:pt idx="56450">
                  <c:v>24.7</c:v>
                </c:pt>
                <c:pt idx="56451">
                  <c:v>24.7</c:v>
                </c:pt>
                <c:pt idx="56452">
                  <c:v>24.7</c:v>
                </c:pt>
                <c:pt idx="56453">
                  <c:v>24.7</c:v>
                </c:pt>
                <c:pt idx="56454">
                  <c:v>24.7</c:v>
                </c:pt>
                <c:pt idx="56455">
                  <c:v>24.7</c:v>
                </c:pt>
                <c:pt idx="56456">
                  <c:v>24.7</c:v>
                </c:pt>
                <c:pt idx="56457">
                  <c:v>24.7</c:v>
                </c:pt>
                <c:pt idx="56458">
                  <c:v>24.7</c:v>
                </c:pt>
                <c:pt idx="56459">
                  <c:v>24.7</c:v>
                </c:pt>
                <c:pt idx="56460">
                  <c:v>24.7</c:v>
                </c:pt>
                <c:pt idx="56461">
                  <c:v>24.7</c:v>
                </c:pt>
                <c:pt idx="56462">
                  <c:v>24.7</c:v>
                </c:pt>
                <c:pt idx="56463">
                  <c:v>24.7</c:v>
                </c:pt>
                <c:pt idx="56464">
                  <c:v>24.7</c:v>
                </c:pt>
                <c:pt idx="56465">
                  <c:v>24.7</c:v>
                </c:pt>
                <c:pt idx="56466">
                  <c:v>24.7</c:v>
                </c:pt>
                <c:pt idx="56467">
                  <c:v>24.7</c:v>
                </c:pt>
                <c:pt idx="56468">
                  <c:v>24.7</c:v>
                </c:pt>
                <c:pt idx="56469">
                  <c:v>24.7</c:v>
                </c:pt>
                <c:pt idx="56470">
                  <c:v>24.7</c:v>
                </c:pt>
                <c:pt idx="56471">
                  <c:v>24.7</c:v>
                </c:pt>
                <c:pt idx="56472">
                  <c:v>24.7</c:v>
                </c:pt>
                <c:pt idx="56473">
                  <c:v>24.7</c:v>
                </c:pt>
                <c:pt idx="56474">
                  <c:v>24.7</c:v>
                </c:pt>
                <c:pt idx="56475">
                  <c:v>24.7</c:v>
                </c:pt>
                <c:pt idx="56476">
                  <c:v>24.7</c:v>
                </c:pt>
                <c:pt idx="56477">
                  <c:v>24.7</c:v>
                </c:pt>
                <c:pt idx="56478">
                  <c:v>24.7</c:v>
                </c:pt>
                <c:pt idx="56479">
                  <c:v>24.7</c:v>
                </c:pt>
                <c:pt idx="56480">
                  <c:v>24.7</c:v>
                </c:pt>
                <c:pt idx="56481">
                  <c:v>24.7</c:v>
                </c:pt>
                <c:pt idx="56482">
                  <c:v>24.7</c:v>
                </c:pt>
                <c:pt idx="56483">
                  <c:v>24.7</c:v>
                </c:pt>
                <c:pt idx="56484">
                  <c:v>24.7</c:v>
                </c:pt>
                <c:pt idx="56485">
                  <c:v>24.7</c:v>
                </c:pt>
                <c:pt idx="56486">
                  <c:v>24.7</c:v>
                </c:pt>
                <c:pt idx="56487">
                  <c:v>24.7</c:v>
                </c:pt>
                <c:pt idx="56488">
                  <c:v>24.7</c:v>
                </c:pt>
                <c:pt idx="56489">
                  <c:v>24.7</c:v>
                </c:pt>
                <c:pt idx="56490">
                  <c:v>24.7</c:v>
                </c:pt>
                <c:pt idx="56491">
                  <c:v>24.7</c:v>
                </c:pt>
                <c:pt idx="56492">
                  <c:v>24.7</c:v>
                </c:pt>
                <c:pt idx="56493">
                  <c:v>24.7</c:v>
                </c:pt>
                <c:pt idx="56494">
                  <c:v>24.7</c:v>
                </c:pt>
                <c:pt idx="56495">
                  <c:v>24.7</c:v>
                </c:pt>
                <c:pt idx="56496">
                  <c:v>24.7</c:v>
                </c:pt>
                <c:pt idx="56497">
                  <c:v>24.7</c:v>
                </c:pt>
                <c:pt idx="56498">
                  <c:v>24.7</c:v>
                </c:pt>
                <c:pt idx="56499">
                  <c:v>24.7</c:v>
                </c:pt>
                <c:pt idx="56500">
                  <c:v>24.7</c:v>
                </c:pt>
                <c:pt idx="56501">
                  <c:v>24.7</c:v>
                </c:pt>
                <c:pt idx="56502">
                  <c:v>24.7</c:v>
                </c:pt>
                <c:pt idx="56503">
                  <c:v>24.7</c:v>
                </c:pt>
                <c:pt idx="56504">
                  <c:v>24.7</c:v>
                </c:pt>
                <c:pt idx="56505">
                  <c:v>24.7</c:v>
                </c:pt>
                <c:pt idx="56506">
                  <c:v>24.7</c:v>
                </c:pt>
                <c:pt idx="56507">
                  <c:v>24.7</c:v>
                </c:pt>
                <c:pt idx="56508">
                  <c:v>24.7</c:v>
                </c:pt>
                <c:pt idx="56509">
                  <c:v>24.7</c:v>
                </c:pt>
                <c:pt idx="56510">
                  <c:v>24.7</c:v>
                </c:pt>
                <c:pt idx="56511">
                  <c:v>24.7</c:v>
                </c:pt>
                <c:pt idx="56512">
                  <c:v>24.7</c:v>
                </c:pt>
                <c:pt idx="56513">
                  <c:v>24.7</c:v>
                </c:pt>
                <c:pt idx="56514">
                  <c:v>24.7</c:v>
                </c:pt>
                <c:pt idx="56515">
                  <c:v>24.7</c:v>
                </c:pt>
                <c:pt idx="56516">
                  <c:v>24.7</c:v>
                </c:pt>
                <c:pt idx="56517">
                  <c:v>24.7</c:v>
                </c:pt>
                <c:pt idx="56518">
                  <c:v>24.7</c:v>
                </c:pt>
                <c:pt idx="56519">
                  <c:v>24.7</c:v>
                </c:pt>
                <c:pt idx="56520">
                  <c:v>24.7</c:v>
                </c:pt>
                <c:pt idx="56521">
                  <c:v>24.7</c:v>
                </c:pt>
                <c:pt idx="56522">
                  <c:v>24.7</c:v>
                </c:pt>
                <c:pt idx="56523">
                  <c:v>24.7</c:v>
                </c:pt>
                <c:pt idx="56524">
                  <c:v>24.7</c:v>
                </c:pt>
                <c:pt idx="56525">
                  <c:v>24.7</c:v>
                </c:pt>
                <c:pt idx="56526">
                  <c:v>24.7</c:v>
                </c:pt>
                <c:pt idx="56527">
                  <c:v>24.7</c:v>
                </c:pt>
                <c:pt idx="56528">
                  <c:v>24.7</c:v>
                </c:pt>
                <c:pt idx="56529">
                  <c:v>24.7</c:v>
                </c:pt>
                <c:pt idx="56530">
                  <c:v>24.7</c:v>
                </c:pt>
                <c:pt idx="56531">
                  <c:v>24.7</c:v>
                </c:pt>
                <c:pt idx="56532">
                  <c:v>24.7</c:v>
                </c:pt>
                <c:pt idx="56533">
                  <c:v>24.7</c:v>
                </c:pt>
                <c:pt idx="56534">
                  <c:v>24.7</c:v>
                </c:pt>
                <c:pt idx="56535">
                  <c:v>24.7</c:v>
                </c:pt>
                <c:pt idx="56536">
                  <c:v>24.7</c:v>
                </c:pt>
                <c:pt idx="56537">
                  <c:v>24.7</c:v>
                </c:pt>
                <c:pt idx="56538">
                  <c:v>24.7</c:v>
                </c:pt>
                <c:pt idx="56539">
                  <c:v>24.7</c:v>
                </c:pt>
                <c:pt idx="56540">
                  <c:v>24.7</c:v>
                </c:pt>
                <c:pt idx="56541">
                  <c:v>24.7</c:v>
                </c:pt>
                <c:pt idx="56542">
                  <c:v>24.75</c:v>
                </c:pt>
                <c:pt idx="56543">
                  <c:v>24.7</c:v>
                </c:pt>
                <c:pt idx="56544">
                  <c:v>24.75</c:v>
                </c:pt>
                <c:pt idx="56545">
                  <c:v>24.75</c:v>
                </c:pt>
                <c:pt idx="56546">
                  <c:v>24.75</c:v>
                </c:pt>
                <c:pt idx="56547">
                  <c:v>24.75</c:v>
                </c:pt>
                <c:pt idx="56548">
                  <c:v>24.75</c:v>
                </c:pt>
                <c:pt idx="56549">
                  <c:v>24.75</c:v>
                </c:pt>
                <c:pt idx="56550">
                  <c:v>24.75</c:v>
                </c:pt>
                <c:pt idx="56551">
                  <c:v>24.7</c:v>
                </c:pt>
                <c:pt idx="56552">
                  <c:v>24.7</c:v>
                </c:pt>
                <c:pt idx="56553">
                  <c:v>24.7</c:v>
                </c:pt>
                <c:pt idx="56554">
                  <c:v>24.7</c:v>
                </c:pt>
                <c:pt idx="56555">
                  <c:v>24.7</c:v>
                </c:pt>
                <c:pt idx="56556">
                  <c:v>24.7</c:v>
                </c:pt>
                <c:pt idx="56557">
                  <c:v>24.7</c:v>
                </c:pt>
                <c:pt idx="56558">
                  <c:v>24.7</c:v>
                </c:pt>
                <c:pt idx="56559">
                  <c:v>24.7</c:v>
                </c:pt>
                <c:pt idx="56560">
                  <c:v>24.7</c:v>
                </c:pt>
                <c:pt idx="56561">
                  <c:v>24.7</c:v>
                </c:pt>
                <c:pt idx="56562">
                  <c:v>24.75</c:v>
                </c:pt>
                <c:pt idx="56563">
                  <c:v>24.7</c:v>
                </c:pt>
                <c:pt idx="56564">
                  <c:v>24.7</c:v>
                </c:pt>
                <c:pt idx="56565">
                  <c:v>24.75</c:v>
                </c:pt>
                <c:pt idx="56566">
                  <c:v>24.75</c:v>
                </c:pt>
                <c:pt idx="56567">
                  <c:v>24.75</c:v>
                </c:pt>
                <c:pt idx="56568">
                  <c:v>24.75</c:v>
                </c:pt>
                <c:pt idx="56569">
                  <c:v>24.75</c:v>
                </c:pt>
                <c:pt idx="56570">
                  <c:v>24.75</c:v>
                </c:pt>
                <c:pt idx="56571">
                  <c:v>24.75</c:v>
                </c:pt>
                <c:pt idx="56572">
                  <c:v>24.75</c:v>
                </c:pt>
                <c:pt idx="56573">
                  <c:v>24.75</c:v>
                </c:pt>
                <c:pt idx="56574">
                  <c:v>24.75</c:v>
                </c:pt>
                <c:pt idx="56575">
                  <c:v>24.75</c:v>
                </c:pt>
                <c:pt idx="56576">
                  <c:v>24.75</c:v>
                </c:pt>
                <c:pt idx="56577">
                  <c:v>24.75</c:v>
                </c:pt>
                <c:pt idx="56578">
                  <c:v>24.75</c:v>
                </c:pt>
                <c:pt idx="56579">
                  <c:v>24.75</c:v>
                </c:pt>
                <c:pt idx="56580">
                  <c:v>24.75</c:v>
                </c:pt>
                <c:pt idx="56581">
                  <c:v>24.75</c:v>
                </c:pt>
                <c:pt idx="56582">
                  <c:v>24.75</c:v>
                </c:pt>
                <c:pt idx="56583">
                  <c:v>24.75</c:v>
                </c:pt>
                <c:pt idx="56584">
                  <c:v>24.75</c:v>
                </c:pt>
                <c:pt idx="56585">
                  <c:v>24.75</c:v>
                </c:pt>
                <c:pt idx="56586">
                  <c:v>24.75</c:v>
                </c:pt>
                <c:pt idx="56587">
                  <c:v>24.75</c:v>
                </c:pt>
                <c:pt idx="56588">
                  <c:v>24.75</c:v>
                </c:pt>
                <c:pt idx="56589">
                  <c:v>24.75</c:v>
                </c:pt>
                <c:pt idx="56590">
                  <c:v>24.75</c:v>
                </c:pt>
                <c:pt idx="56591">
                  <c:v>24.75</c:v>
                </c:pt>
                <c:pt idx="56592">
                  <c:v>24.75</c:v>
                </c:pt>
                <c:pt idx="56593">
                  <c:v>24.75</c:v>
                </c:pt>
                <c:pt idx="56594">
                  <c:v>24.75</c:v>
                </c:pt>
                <c:pt idx="56595">
                  <c:v>24.75</c:v>
                </c:pt>
                <c:pt idx="56596">
                  <c:v>24.75</c:v>
                </c:pt>
                <c:pt idx="56597">
                  <c:v>24.7</c:v>
                </c:pt>
                <c:pt idx="56598">
                  <c:v>24.7</c:v>
                </c:pt>
                <c:pt idx="56599">
                  <c:v>24.7</c:v>
                </c:pt>
                <c:pt idx="56600">
                  <c:v>24.7</c:v>
                </c:pt>
                <c:pt idx="56601">
                  <c:v>24.7</c:v>
                </c:pt>
                <c:pt idx="56602">
                  <c:v>24.7</c:v>
                </c:pt>
                <c:pt idx="56603">
                  <c:v>24.7</c:v>
                </c:pt>
                <c:pt idx="56604">
                  <c:v>24.7</c:v>
                </c:pt>
                <c:pt idx="56605">
                  <c:v>24.7</c:v>
                </c:pt>
                <c:pt idx="56606">
                  <c:v>24.7</c:v>
                </c:pt>
                <c:pt idx="56607">
                  <c:v>24.75</c:v>
                </c:pt>
                <c:pt idx="56608">
                  <c:v>24.75</c:v>
                </c:pt>
                <c:pt idx="56609">
                  <c:v>24.75</c:v>
                </c:pt>
                <c:pt idx="56610">
                  <c:v>24.75</c:v>
                </c:pt>
                <c:pt idx="56611">
                  <c:v>24.75</c:v>
                </c:pt>
                <c:pt idx="56612">
                  <c:v>24.75</c:v>
                </c:pt>
                <c:pt idx="56613">
                  <c:v>24.75</c:v>
                </c:pt>
                <c:pt idx="56614">
                  <c:v>24.75</c:v>
                </c:pt>
                <c:pt idx="56615">
                  <c:v>24.75</c:v>
                </c:pt>
                <c:pt idx="56616">
                  <c:v>24.75</c:v>
                </c:pt>
                <c:pt idx="56617">
                  <c:v>24.75</c:v>
                </c:pt>
                <c:pt idx="56618">
                  <c:v>24.75</c:v>
                </c:pt>
                <c:pt idx="56619">
                  <c:v>24.75</c:v>
                </c:pt>
                <c:pt idx="56620">
                  <c:v>24.75</c:v>
                </c:pt>
                <c:pt idx="56621">
                  <c:v>24.75</c:v>
                </c:pt>
                <c:pt idx="56622">
                  <c:v>24.75</c:v>
                </c:pt>
                <c:pt idx="56623">
                  <c:v>24.75</c:v>
                </c:pt>
                <c:pt idx="56624">
                  <c:v>24.75</c:v>
                </c:pt>
                <c:pt idx="56625">
                  <c:v>24.75</c:v>
                </c:pt>
                <c:pt idx="56626">
                  <c:v>24.75</c:v>
                </c:pt>
                <c:pt idx="56627">
                  <c:v>24.75</c:v>
                </c:pt>
                <c:pt idx="56628">
                  <c:v>24.75</c:v>
                </c:pt>
                <c:pt idx="56629">
                  <c:v>24.75</c:v>
                </c:pt>
                <c:pt idx="56630">
                  <c:v>24.75</c:v>
                </c:pt>
                <c:pt idx="56631">
                  <c:v>24.75</c:v>
                </c:pt>
                <c:pt idx="56632">
                  <c:v>24.75</c:v>
                </c:pt>
                <c:pt idx="56633">
                  <c:v>24.75</c:v>
                </c:pt>
                <c:pt idx="56634">
                  <c:v>24.75</c:v>
                </c:pt>
                <c:pt idx="56635">
                  <c:v>24.75</c:v>
                </c:pt>
                <c:pt idx="56636">
                  <c:v>24.75</c:v>
                </c:pt>
                <c:pt idx="56637">
                  <c:v>24.75</c:v>
                </c:pt>
                <c:pt idx="56638">
                  <c:v>24.75</c:v>
                </c:pt>
                <c:pt idx="56639">
                  <c:v>24.75</c:v>
                </c:pt>
                <c:pt idx="56640">
                  <c:v>24.75</c:v>
                </c:pt>
                <c:pt idx="56641">
                  <c:v>24.75</c:v>
                </c:pt>
                <c:pt idx="56642">
                  <c:v>24.75</c:v>
                </c:pt>
                <c:pt idx="56643">
                  <c:v>24.75</c:v>
                </c:pt>
                <c:pt idx="56644">
                  <c:v>24.75</c:v>
                </c:pt>
                <c:pt idx="56645">
                  <c:v>24.75</c:v>
                </c:pt>
                <c:pt idx="56646">
                  <c:v>24.75</c:v>
                </c:pt>
                <c:pt idx="56647">
                  <c:v>24.75</c:v>
                </c:pt>
                <c:pt idx="56648">
                  <c:v>24.75</c:v>
                </c:pt>
                <c:pt idx="56649">
                  <c:v>24.75</c:v>
                </c:pt>
                <c:pt idx="56650">
                  <c:v>24.75</c:v>
                </c:pt>
                <c:pt idx="56651">
                  <c:v>24.75</c:v>
                </c:pt>
                <c:pt idx="56652">
                  <c:v>24.75</c:v>
                </c:pt>
                <c:pt idx="56653">
                  <c:v>24.75</c:v>
                </c:pt>
                <c:pt idx="56654">
                  <c:v>24.75</c:v>
                </c:pt>
                <c:pt idx="56655">
                  <c:v>24.75</c:v>
                </c:pt>
                <c:pt idx="56656">
                  <c:v>24.75</c:v>
                </c:pt>
                <c:pt idx="56657">
                  <c:v>24.7</c:v>
                </c:pt>
                <c:pt idx="56658">
                  <c:v>24.75</c:v>
                </c:pt>
                <c:pt idx="56659">
                  <c:v>24.7</c:v>
                </c:pt>
                <c:pt idx="56660">
                  <c:v>24.75</c:v>
                </c:pt>
                <c:pt idx="56661">
                  <c:v>24.75</c:v>
                </c:pt>
                <c:pt idx="56662">
                  <c:v>24.75</c:v>
                </c:pt>
                <c:pt idx="56663">
                  <c:v>24.7</c:v>
                </c:pt>
                <c:pt idx="56664">
                  <c:v>24.7</c:v>
                </c:pt>
                <c:pt idx="56665">
                  <c:v>24.7</c:v>
                </c:pt>
                <c:pt idx="56666">
                  <c:v>24.7</c:v>
                </c:pt>
                <c:pt idx="56667">
                  <c:v>24.7</c:v>
                </c:pt>
                <c:pt idx="56668">
                  <c:v>24.7</c:v>
                </c:pt>
                <c:pt idx="56669">
                  <c:v>24.7</c:v>
                </c:pt>
                <c:pt idx="56670">
                  <c:v>24.7</c:v>
                </c:pt>
                <c:pt idx="56671">
                  <c:v>24.7</c:v>
                </c:pt>
                <c:pt idx="56672">
                  <c:v>24.7</c:v>
                </c:pt>
                <c:pt idx="56673">
                  <c:v>24.7</c:v>
                </c:pt>
                <c:pt idx="56674">
                  <c:v>24.7</c:v>
                </c:pt>
                <c:pt idx="56675">
                  <c:v>24.75</c:v>
                </c:pt>
                <c:pt idx="56676">
                  <c:v>24.7</c:v>
                </c:pt>
                <c:pt idx="56677">
                  <c:v>24.7</c:v>
                </c:pt>
                <c:pt idx="56678">
                  <c:v>24.7</c:v>
                </c:pt>
                <c:pt idx="56679">
                  <c:v>24.7</c:v>
                </c:pt>
                <c:pt idx="56680">
                  <c:v>24.75</c:v>
                </c:pt>
                <c:pt idx="56681">
                  <c:v>24.75</c:v>
                </c:pt>
                <c:pt idx="56682">
                  <c:v>24.75</c:v>
                </c:pt>
                <c:pt idx="56683">
                  <c:v>24.7</c:v>
                </c:pt>
                <c:pt idx="56684">
                  <c:v>24.75</c:v>
                </c:pt>
                <c:pt idx="56685">
                  <c:v>24.7</c:v>
                </c:pt>
                <c:pt idx="56686">
                  <c:v>24.7</c:v>
                </c:pt>
                <c:pt idx="56687">
                  <c:v>24.75</c:v>
                </c:pt>
                <c:pt idx="56688">
                  <c:v>24.7</c:v>
                </c:pt>
                <c:pt idx="56689">
                  <c:v>24.75</c:v>
                </c:pt>
                <c:pt idx="56690">
                  <c:v>24.75</c:v>
                </c:pt>
                <c:pt idx="56691">
                  <c:v>24.75</c:v>
                </c:pt>
                <c:pt idx="56692">
                  <c:v>24.75</c:v>
                </c:pt>
                <c:pt idx="56693">
                  <c:v>24.75</c:v>
                </c:pt>
                <c:pt idx="56694">
                  <c:v>24.75</c:v>
                </c:pt>
                <c:pt idx="56695">
                  <c:v>24.75</c:v>
                </c:pt>
                <c:pt idx="56696">
                  <c:v>24.75</c:v>
                </c:pt>
                <c:pt idx="56697">
                  <c:v>24.75</c:v>
                </c:pt>
                <c:pt idx="56698">
                  <c:v>24.75</c:v>
                </c:pt>
                <c:pt idx="56699">
                  <c:v>24.75</c:v>
                </c:pt>
                <c:pt idx="56700">
                  <c:v>24.75</c:v>
                </c:pt>
                <c:pt idx="56701">
                  <c:v>24.75</c:v>
                </c:pt>
                <c:pt idx="56702">
                  <c:v>24.7</c:v>
                </c:pt>
                <c:pt idx="56703">
                  <c:v>24.7</c:v>
                </c:pt>
                <c:pt idx="56704">
                  <c:v>24.7</c:v>
                </c:pt>
                <c:pt idx="56705">
                  <c:v>24.7</c:v>
                </c:pt>
                <c:pt idx="56706">
                  <c:v>24.7</c:v>
                </c:pt>
                <c:pt idx="56707">
                  <c:v>24.7</c:v>
                </c:pt>
                <c:pt idx="56708">
                  <c:v>24.7</c:v>
                </c:pt>
                <c:pt idx="56709">
                  <c:v>24.7</c:v>
                </c:pt>
                <c:pt idx="56710">
                  <c:v>24.7</c:v>
                </c:pt>
                <c:pt idx="56711">
                  <c:v>24.7</c:v>
                </c:pt>
                <c:pt idx="56712">
                  <c:v>24.7</c:v>
                </c:pt>
                <c:pt idx="56713">
                  <c:v>24.7</c:v>
                </c:pt>
                <c:pt idx="56714">
                  <c:v>24.7</c:v>
                </c:pt>
                <c:pt idx="56715">
                  <c:v>24.7</c:v>
                </c:pt>
                <c:pt idx="56716">
                  <c:v>24.7</c:v>
                </c:pt>
                <c:pt idx="56717">
                  <c:v>24.7</c:v>
                </c:pt>
                <c:pt idx="56718">
                  <c:v>24.7</c:v>
                </c:pt>
                <c:pt idx="56719">
                  <c:v>24.7</c:v>
                </c:pt>
                <c:pt idx="56720">
                  <c:v>24.7</c:v>
                </c:pt>
                <c:pt idx="56721">
                  <c:v>24.75</c:v>
                </c:pt>
                <c:pt idx="56722">
                  <c:v>24.7</c:v>
                </c:pt>
                <c:pt idx="56723">
                  <c:v>24.75</c:v>
                </c:pt>
                <c:pt idx="56724">
                  <c:v>24.75</c:v>
                </c:pt>
                <c:pt idx="56725">
                  <c:v>24.75</c:v>
                </c:pt>
                <c:pt idx="56726">
                  <c:v>24.75</c:v>
                </c:pt>
                <c:pt idx="56727">
                  <c:v>24.7</c:v>
                </c:pt>
                <c:pt idx="56728">
                  <c:v>24.75</c:v>
                </c:pt>
                <c:pt idx="56729">
                  <c:v>24.75</c:v>
                </c:pt>
                <c:pt idx="56730">
                  <c:v>24.75</c:v>
                </c:pt>
                <c:pt idx="56731">
                  <c:v>24.7</c:v>
                </c:pt>
                <c:pt idx="56732">
                  <c:v>24.7</c:v>
                </c:pt>
                <c:pt idx="56733">
                  <c:v>24.7</c:v>
                </c:pt>
                <c:pt idx="56734">
                  <c:v>24.7</c:v>
                </c:pt>
                <c:pt idx="56735">
                  <c:v>24.7</c:v>
                </c:pt>
                <c:pt idx="56736">
                  <c:v>24.7</c:v>
                </c:pt>
                <c:pt idx="56737">
                  <c:v>24.7</c:v>
                </c:pt>
                <c:pt idx="56738">
                  <c:v>24.7</c:v>
                </c:pt>
                <c:pt idx="56739">
                  <c:v>24.7</c:v>
                </c:pt>
                <c:pt idx="56740">
                  <c:v>24.7</c:v>
                </c:pt>
                <c:pt idx="56741">
                  <c:v>24.7</c:v>
                </c:pt>
                <c:pt idx="56742">
                  <c:v>24.7</c:v>
                </c:pt>
                <c:pt idx="56743">
                  <c:v>24.7</c:v>
                </c:pt>
                <c:pt idx="56744">
                  <c:v>24.7</c:v>
                </c:pt>
                <c:pt idx="56745">
                  <c:v>24.7</c:v>
                </c:pt>
                <c:pt idx="56746">
                  <c:v>24.7</c:v>
                </c:pt>
                <c:pt idx="56747">
                  <c:v>24.75</c:v>
                </c:pt>
                <c:pt idx="56748">
                  <c:v>24.75</c:v>
                </c:pt>
                <c:pt idx="56749">
                  <c:v>24.7</c:v>
                </c:pt>
                <c:pt idx="56750">
                  <c:v>24.75</c:v>
                </c:pt>
                <c:pt idx="56751">
                  <c:v>24.7</c:v>
                </c:pt>
                <c:pt idx="56752">
                  <c:v>24.75</c:v>
                </c:pt>
                <c:pt idx="56753">
                  <c:v>24.7</c:v>
                </c:pt>
                <c:pt idx="56754">
                  <c:v>24.7</c:v>
                </c:pt>
                <c:pt idx="56755">
                  <c:v>24.7</c:v>
                </c:pt>
                <c:pt idx="56756">
                  <c:v>24.7</c:v>
                </c:pt>
                <c:pt idx="56757">
                  <c:v>24.7</c:v>
                </c:pt>
                <c:pt idx="56758">
                  <c:v>24.7</c:v>
                </c:pt>
                <c:pt idx="56759">
                  <c:v>24.7</c:v>
                </c:pt>
                <c:pt idx="56760">
                  <c:v>24.7</c:v>
                </c:pt>
                <c:pt idx="56761">
                  <c:v>24.7</c:v>
                </c:pt>
                <c:pt idx="56762">
                  <c:v>24.7</c:v>
                </c:pt>
                <c:pt idx="56763">
                  <c:v>24.7</c:v>
                </c:pt>
                <c:pt idx="56764">
                  <c:v>24.7</c:v>
                </c:pt>
                <c:pt idx="56765">
                  <c:v>24.7</c:v>
                </c:pt>
                <c:pt idx="56766">
                  <c:v>24.7</c:v>
                </c:pt>
                <c:pt idx="56767">
                  <c:v>24.7</c:v>
                </c:pt>
                <c:pt idx="56768">
                  <c:v>24.7</c:v>
                </c:pt>
                <c:pt idx="56769">
                  <c:v>24.7</c:v>
                </c:pt>
                <c:pt idx="56770">
                  <c:v>24.7</c:v>
                </c:pt>
                <c:pt idx="56771">
                  <c:v>24.7</c:v>
                </c:pt>
                <c:pt idx="56772">
                  <c:v>24.7</c:v>
                </c:pt>
                <c:pt idx="56773">
                  <c:v>24.7</c:v>
                </c:pt>
                <c:pt idx="56774">
                  <c:v>24.7</c:v>
                </c:pt>
                <c:pt idx="56775">
                  <c:v>24.7</c:v>
                </c:pt>
                <c:pt idx="56776">
                  <c:v>24.7</c:v>
                </c:pt>
                <c:pt idx="56777">
                  <c:v>24.7</c:v>
                </c:pt>
                <c:pt idx="56778">
                  <c:v>24.7</c:v>
                </c:pt>
                <c:pt idx="56779">
                  <c:v>24.7</c:v>
                </c:pt>
                <c:pt idx="56780">
                  <c:v>24.7</c:v>
                </c:pt>
                <c:pt idx="56781">
                  <c:v>24.7</c:v>
                </c:pt>
                <c:pt idx="56782">
                  <c:v>24.7</c:v>
                </c:pt>
                <c:pt idx="56783">
                  <c:v>24.7</c:v>
                </c:pt>
                <c:pt idx="56784">
                  <c:v>24.7</c:v>
                </c:pt>
                <c:pt idx="56785">
                  <c:v>24.7</c:v>
                </c:pt>
                <c:pt idx="56786">
                  <c:v>24.7</c:v>
                </c:pt>
                <c:pt idx="56787">
                  <c:v>24.7</c:v>
                </c:pt>
                <c:pt idx="56788">
                  <c:v>24.7</c:v>
                </c:pt>
                <c:pt idx="56789">
                  <c:v>24.7</c:v>
                </c:pt>
                <c:pt idx="56790">
                  <c:v>24.7</c:v>
                </c:pt>
                <c:pt idx="56791">
                  <c:v>24.7</c:v>
                </c:pt>
                <c:pt idx="56792">
                  <c:v>24.7</c:v>
                </c:pt>
                <c:pt idx="56793">
                  <c:v>24.7</c:v>
                </c:pt>
                <c:pt idx="56794">
                  <c:v>24.7</c:v>
                </c:pt>
                <c:pt idx="56795">
                  <c:v>24.7</c:v>
                </c:pt>
                <c:pt idx="56796">
                  <c:v>24.7</c:v>
                </c:pt>
                <c:pt idx="56797">
                  <c:v>24.7</c:v>
                </c:pt>
                <c:pt idx="56798">
                  <c:v>24.7</c:v>
                </c:pt>
                <c:pt idx="56799">
                  <c:v>24.7</c:v>
                </c:pt>
                <c:pt idx="56800">
                  <c:v>24.7</c:v>
                </c:pt>
                <c:pt idx="56801">
                  <c:v>24.7</c:v>
                </c:pt>
                <c:pt idx="56802">
                  <c:v>24.7</c:v>
                </c:pt>
                <c:pt idx="56803">
                  <c:v>24.7</c:v>
                </c:pt>
                <c:pt idx="56804">
                  <c:v>24.7</c:v>
                </c:pt>
                <c:pt idx="56805">
                  <c:v>24.7</c:v>
                </c:pt>
                <c:pt idx="56806">
                  <c:v>24.7</c:v>
                </c:pt>
                <c:pt idx="56807">
                  <c:v>24.7</c:v>
                </c:pt>
                <c:pt idx="56808">
                  <c:v>24.7</c:v>
                </c:pt>
                <c:pt idx="56809">
                  <c:v>24.7</c:v>
                </c:pt>
                <c:pt idx="56810">
                  <c:v>24.7</c:v>
                </c:pt>
                <c:pt idx="56811">
                  <c:v>24.7</c:v>
                </c:pt>
                <c:pt idx="56812">
                  <c:v>24.7</c:v>
                </c:pt>
                <c:pt idx="56813">
                  <c:v>24.7</c:v>
                </c:pt>
                <c:pt idx="56814">
                  <c:v>24.7</c:v>
                </c:pt>
                <c:pt idx="56815">
                  <c:v>24.7</c:v>
                </c:pt>
                <c:pt idx="56816">
                  <c:v>24.7</c:v>
                </c:pt>
                <c:pt idx="56817">
                  <c:v>24.7</c:v>
                </c:pt>
                <c:pt idx="56818">
                  <c:v>24.7</c:v>
                </c:pt>
                <c:pt idx="56819">
                  <c:v>24.7</c:v>
                </c:pt>
                <c:pt idx="56820">
                  <c:v>24.7</c:v>
                </c:pt>
                <c:pt idx="56821">
                  <c:v>24.7</c:v>
                </c:pt>
                <c:pt idx="56822">
                  <c:v>24.7</c:v>
                </c:pt>
                <c:pt idx="56823">
                  <c:v>24.7</c:v>
                </c:pt>
                <c:pt idx="56824">
                  <c:v>24.7</c:v>
                </c:pt>
                <c:pt idx="56825">
                  <c:v>24.7</c:v>
                </c:pt>
                <c:pt idx="56826">
                  <c:v>24.7</c:v>
                </c:pt>
                <c:pt idx="56827">
                  <c:v>24.7</c:v>
                </c:pt>
                <c:pt idx="56828">
                  <c:v>24.7</c:v>
                </c:pt>
                <c:pt idx="56829">
                  <c:v>24.7</c:v>
                </c:pt>
                <c:pt idx="56830">
                  <c:v>24.7</c:v>
                </c:pt>
                <c:pt idx="56831">
                  <c:v>24.7</c:v>
                </c:pt>
                <c:pt idx="56832">
                  <c:v>24.7</c:v>
                </c:pt>
                <c:pt idx="56833">
                  <c:v>24.7</c:v>
                </c:pt>
                <c:pt idx="56834">
                  <c:v>24.7</c:v>
                </c:pt>
                <c:pt idx="56835">
                  <c:v>24.7</c:v>
                </c:pt>
                <c:pt idx="56836">
                  <c:v>24.7</c:v>
                </c:pt>
                <c:pt idx="56837">
                  <c:v>24.7</c:v>
                </c:pt>
                <c:pt idx="56838">
                  <c:v>24.7</c:v>
                </c:pt>
                <c:pt idx="56839">
                  <c:v>24.7</c:v>
                </c:pt>
                <c:pt idx="56840">
                  <c:v>24.7</c:v>
                </c:pt>
                <c:pt idx="56841">
                  <c:v>24.7</c:v>
                </c:pt>
                <c:pt idx="56842">
                  <c:v>24.7</c:v>
                </c:pt>
                <c:pt idx="56843">
                  <c:v>24.7</c:v>
                </c:pt>
                <c:pt idx="56844">
                  <c:v>24.7</c:v>
                </c:pt>
                <c:pt idx="56845">
                  <c:v>24.7</c:v>
                </c:pt>
                <c:pt idx="56846">
                  <c:v>24.7</c:v>
                </c:pt>
                <c:pt idx="56847">
                  <c:v>24.7</c:v>
                </c:pt>
                <c:pt idx="56848">
                  <c:v>24.7</c:v>
                </c:pt>
                <c:pt idx="56849">
                  <c:v>24.7</c:v>
                </c:pt>
                <c:pt idx="56850">
                  <c:v>24.7</c:v>
                </c:pt>
                <c:pt idx="56851">
                  <c:v>24.7</c:v>
                </c:pt>
                <c:pt idx="56852">
                  <c:v>24.7</c:v>
                </c:pt>
                <c:pt idx="56853">
                  <c:v>24.7</c:v>
                </c:pt>
                <c:pt idx="56854">
                  <c:v>24.7</c:v>
                </c:pt>
                <c:pt idx="56855">
                  <c:v>24.7</c:v>
                </c:pt>
                <c:pt idx="56856">
                  <c:v>24.7</c:v>
                </c:pt>
                <c:pt idx="56857">
                  <c:v>24.7</c:v>
                </c:pt>
                <c:pt idx="56858">
                  <c:v>24.7</c:v>
                </c:pt>
                <c:pt idx="56859">
                  <c:v>24.7</c:v>
                </c:pt>
                <c:pt idx="56860">
                  <c:v>24.7</c:v>
                </c:pt>
                <c:pt idx="56861">
                  <c:v>24.7</c:v>
                </c:pt>
                <c:pt idx="56862">
                  <c:v>24.7</c:v>
                </c:pt>
                <c:pt idx="56863">
                  <c:v>24.7</c:v>
                </c:pt>
                <c:pt idx="56864">
                  <c:v>24.7</c:v>
                </c:pt>
                <c:pt idx="56865">
                  <c:v>24.7</c:v>
                </c:pt>
                <c:pt idx="56866">
                  <c:v>24.7</c:v>
                </c:pt>
                <c:pt idx="56867">
                  <c:v>24.7</c:v>
                </c:pt>
                <c:pt idx="56868">
                  <c:v>24.7</c:v>
                </c:pt>
                <c:pt idx="56869">
                  <c:v>24.7</c:v>
                </c:pt>
                <c:pt idx="56870">
                  <c:v>24.7</c:v>
                </c:pt>
                <c:pt idx="56871">
                  <c:v>24.7</c:v>
                </c:pt>
                <c:pt idx="56872">
                  <c:v>24.7</c:v>
                </c:pt>
                <c:pt idx="56873">
                  <c:v>24.7</c:v>
                </c:pt>
                <c:pt idx="56874">
                  <c:v>24.7</c:v>
                </c:pt>
                <c:pt idx="56875">
                  <c:v>24.7</c:v>
                </c:pt>
                <c:pt idx="56876">
                  <c:v>24.7</c:v>
                </c:pt>
                <c:pt idx="56877">
                  <c:v>24.7</c:v>
                </c:pt>
                <c:pt idx="56878">
                  <c:v>24.7</c:v>
                </c:pt>
                <c:pt idx="56879">
                  <c:v>24.7</c:v>
                </c:pt>
                <c:pt idx="56880">
                  <c:v>24.7</c:v>
                </c:pt>
                <c:pt idx="56881">
                  <c:v>24.7</c:v>
                </c:pt>
                <c:pt idx="56882">
                  <c:v>24.7</c:v>
                </c:pt>
                <c:pt idx="56883">
                  <c:v>24.7</c:v>
                </c:pt>
                <c:pt idx="56884">
                  <c:v>24.7</c:v>
                </c:pt>
                <c:pt idx="56885">
                  <c:v>24.7</c:v>
                </c:pt>
                <c:pt idx="56886">
                  <c:v>24.7</c:v>
                </c:pt>
                <c:pt idx="56887">
                  <c:v>24.7</c:v>
                </c:pt>
                <c:pt idx="56888">
                  <c:v>24.7</c:v>
                </c:pt>
                <c:pt idx="56889">
                  <c:v>24.7</c:v>
                </c:pt>
                <c:pt idx="56890">
                  <c:v>24.7</c:v>
                </c:pt>
                <c:pt idx="56891">
                  <c:v>24.7</c:v>
                </c:pt>
                <c:pt idx="56892">
                  <c:v>24.7</c:v>
                </c:pt>
                <c:pt idx="56893">
                  <c:v>24.7</c:v>
                </c:pt>
                <c:pt idx="56894">
                  <c:v>24.7</c:v>
                </c:pt>
                <c:pt idx="56895">
                  <c:v>24.7</c:v>
                </c:pt>
                <c:pt idx="56896">
                  <c:v>24.7</c:v>
                </c:pt>
                <c:pt idx="56897">
                  <c:v>24.7</c:v>
                </c:pt>
                <c:pt idx="56898">
                  <c:v>24.7</c:v>
                </c:pt>
                <c:pt idx="56899">
                  <c:v>24.7</c:v>
                </c:pt>
                <c:pt idx="56900">
                  <c:v>24.7</c:v>
                </c:pt>
                <c:pt idx="56901">
                  <c:v>24.7</c:v>
                </c:pt>
                <c:pt idx="56902">
                  <c:v>24.7</c:v>
                </c:pt>
                <c:pt idx="56903">
                  <c:v>24.7</c:v>
                </c:pt>
                <c:pt idx="56904">
                  <c:v>24.7</c:v>
                </c:pt>
                <c:pt idx="56905">
                  <c:v>24.7</c:v>
                </c:pt>
                <c:pt idx="56906">
                  <c:v>24.7</c:v>
                </c:pt>
                <c:pt idx="56907">
                  <c:v>24.7</c:v>
                </c:pt>
                <c:pt idx="56908">
                  <c:v>24.7</c:v>
                </c:pt>
                <c:pt idx="56909">
                  <c:v>24.7</c:v>
                </c:pt>
                <c:pt idx="56910">
                  <c:v>24.7</c:v>
                </c:pt>
                <c:pt idx="56911">
                  <c:v>24.7</c:v>
                </c:pt>
                <c:pt idx="56912">
                  <c:v>24.7</c:v>
                </c:pt>
                <c:pt idx="56913">
                  <c:v>24.7</c:v>
                </c:pt>
                <c:pt idx="56914">
                  <c:v>24.7</c:v>
                </c:pt>
                <c:pt idx="56915">
                  <c:v>24.7</c:v>
                </c:pt>
                <c:pt idx="56916">
                  <c:v>24.7</c:v>
                </c:pt>
                <c:pt idx="56917">
                  <c:v>24.7</c:v>
                </c:pt>
                <c:pt idx="56918">
                  <c:v>24.7</c:v>
                </c:pt>
                <c:pt idx="56919">
                  <c:v>24.7</c:v>
                </c:pt>
                <c:pt idx="56920">
                  <c:v>24.7</c:v>
                </c:pt>
                <c:pt idx="56921">
                  <c:v>24.7</c:v>
                </c:pt>
                <c:pt idx="56922">
                  <c:v>24.7</c:v>
                </c:pt>
                <c:pt idx="56923">
                  <c:v>24.7</c:v>
                </c:pt>
                <c:pt idx="56924">
                  <c:v>24.7</c:v>
                </c:pt>
                <c:pt idx="56925">
                  <c:v>24.7</c:v>
                </c:pt>
                <c:pt idx="56926">
                  <c:v>24.7</c:v>
                </c:pt>
                <c:pt idx="56927">
                  <c:v>24.7</c:v>
                </c:pt>
                <c:pt idx="56928">
                  <c:v>24.7</c:v>
                </c:pt>
                <c:pt idx="56929">
                  <c:v>24.7</c:v>
                </c:pt>
                <c:pt idx="56930">
                  <c:v>24.7</c:v>
                </c:pt>
                <c:pt idx="56931">
                  <c:v>24.7</c:v>
                </c:pt>
                <c:pt idx="56932">
                  <c:v>24.7</c:v>
                </c:pt>
                <c:pt idx="56933">
                  <c:v>24.7</c:v>
                </c:pt>
                <c:pt idx="56934">
                  <c:v>24.7</c:v>
                </c:pt>
                <c:pt idx="56935">
                  <c:v>24.7</c:v>
                </c:pt>
                <c:pt idx="56936">
                  <c:v>24.7</c:v>
                </c:pt>
                <c:pt idx="56937">
                  <c:v>24.75</c:v>
                </c:pt>
                <c:pt idx="56938">
                  <c:v>24.75</c:v>
                </c:pt>
                <c:pt idx="56939">
                  <c:v>24.75</c:v>
                </c:pt>
                <c:pt idx="56940">
                  <c:v>24.75</c:v>
                </c:pt>
                <c:pt idx="56941">
                  <c:v>24.75</c:v>
                </c:pt>
                <c:pt idx="56942">
                  <c:v>24.75</c:v>
                </c:pt>
                <c:pt idx="56943">
                  <c:v>24.75</c:v>
                </c:pt>
                <c:pt idx="56944">
                  <c:v>24.75</c:v>
                </c:pt>
                <c:pt idx="56945">
                  <c:v>24.75</c:v>
                </c:pt>
                <c:pt idx="56946">
                  <c:v>24.75</c:v>
                </c:pt>
                <c:pt idx="56947">
                  <c:v>24.75</c:v>
                </c:pt>
                <c:pt idx="56948">
                  <c:v>24.75</c:v>
                </c:pt>
                <c:pt idx="56949">
                  <c:v>24.75</c:v>
                </c:pt>
                <c:pt idx="56950">
                  <c:v>24.75</c:v>
                </c:pt>
                <c:pt idx="56951">
                  <c:v>24.75</c:v>
                </c:pt>
                <c:pt idx="56952">
                  <c:v>24.75</c:v>
                </c:pt>
                <c:pt idx="56953">
                  <c:v>24.75</c:v>
                </c:pt>
                <c:pt idx="56954">
                  <c:v>24.75</c:v>
                </c:pt>
                <c:pt idx="56955">
                  <c:v>24.75</c:v>
                </c:pt>
                <c:pt idx="56956">
                  <c:v>24.75</c:v>
                </c:pt>
                <c:pt idx="56957">
                  <c:v>24.75</c:v>
                </c:pt>
                <c:pt idx="56958">
                  <c:v>24.75</c:v>
                </c:pt>
                <c:pt idx="56959">
                  <c:v>24.75</c:v>
                </c:pt>
                <c:pt idx="56960">
                  <c:v>24.75</c:v>
                </c:pt>
                <c:pt idx="56961">
                  <c:v>24.75</c:v>
                </c:pt>
                <c:pt idx="56962">
                  <c:v>24.75</c:v>
                </c:pt>
                <c:pt idx="56963">
                  <c:v>24.75</c:v>
                </c:pt>
                <c:pt idx="56964">
                  <c:v>24.75</c:v>
                </c:pt>
                <c:pt idx="56965">
                  <c:v>24.75</c:v>
                </c:pt>
                <c:pt idx="56966">
                  <c:v>24.75</c:v>
                </c:pt>
                <c:pt idx="56967">
                  <c:v>24.75</c:v>
                </c:pt>
                <c:pt idx="56968">
                  <c:v>24.75</c:v>
                </c:pt>
                <c:pt idx="56969">
                  <c:v>24.75</c:v>
                </c:pt>
                <c:pt idx="56970">
                  <c:v>24.75</c:v>
                </c:pt>
                <c:pt idx="56971">
                  <c:v>24.75</c:v>
                </c:pt>
                <c:pt idx="56972">
                  <c:v>24.75</c:v>
                </c:pt>
                <c:pt idx="56973">
                  <c:v>24.75</c:v>
                </c:pt>
                <c:pt idx="56974">
                  <c:v>24.75</c:v>
                </c:pt>
                <c:pt idx="56975">
                  <c:v>24.75</c:v>
                </c:pt>
                <c:pt idx="56976">
                  <c:v>24.75</c:v>
                </c:pt>
                <c:pt idx="56977">
                  <c:v>24.75</c:v>
                </c:pt>
                <c:pt idx="56978">
                  <c:v>24.75</c:v>
                </c:pt>
                <c:pt idx="56979">
                  <c:v>24.75</c:v>
                </c:pt>
                <c:pt idx="56980">
                  <c:v>24.75</c:v>
                </c:pt>
                <c:pt idx="56981">
                  <c:v>24.75</c:v>
                </c:pt>
                <c:pt idx="56982">
                  <c:v>24.75</c:v>
                </c:pt>
                <c:pt idx="56983">
                  <c:v>24.75</c:v>
                </c:pt>
                <c:pt idx="56984">
                  <c:v>24.75</c:v>
                </c:pt>
                <c:pt idx="56985">
                  <c:v>24.75</c:v>
                </c:pt>
                <c:pt idx="56986">
                  <c:v>24.75</c:v>
                </c:pt>
                <c:pt idx="56987">
                  <c:v>24.75</c:v>
                </c:pt>
                <c:pt idx="56988">
                  <c:v>24.75</c:v>
                </c:pt>
                <c:pt idx="56989">
                  <c:v>24.75</c:v>
                </c:pt>
                <c:pt idx="56990">
                  <c:v>24.75</c:v>
                </c:pt>
                <c:pt idx="56991">
                  <c:v>24.75</c:v>
                </c:pt>
                <c:pt idx="56992">
                  <c:v>24.75</c:v>
                </c:pt>
                <c:pt idx="56993">
                  <c:v>24.75</c:v>
                </c:pt>
                <c:pt idx="56994">
                  <c:v>24.75</c:v>
                </c:pt>
                <c:pt idx="56995">
                  <c:v>24.75</c:v>
                </c:pt>
                <c:pt idx="56996">
                  <c:v>24.75</c:v>
                </c:pt>
                <c:pt idx="56997">
                  <c:v>24.75</c:v>
                </c:pt>
                <c:pt idx="56998">
                  <c:v>24.75</c:v>
                </c:pt>
                <c:pt idx="56999">
                  <c:v>24.75</c:v>
                </c:pt>
                <c:pt idx="57000">
                  <c:v>24.75</c:v>
                </c:pt>
                <c:pt idx="57001">
                  <c:v>24.75</c:v>
                </c:pt>
                <c:pt idx="57002">
                  <c:v>24.75</c:v>
                </c:pt>
                <c:pt idx="57003">
                  <c:v>24.75</c:v>
                </c:pt>
                <c:pt idx="57004">
                  <c:v>24.75</c:v>
                </c:pt>
                <c:pt idx="57005">
                  <c:v>24.75</c:v>
                </c:pt>
                <c:pt idx="57006">
                  <c:v>24.75</c:v>
                </c:pt>
                <c:pt idx="57007">
                  <c:v>24.75</c:v>
                </c:pt>
                <c:pt idx="57008">
                  <c:v>24.7</c:v>
                </c:pt>
                <c:pt idx="57009">
                  <c:v>24.75</c:v>
                </c:pt>
                <c:pt idx="57010">
                  <c:v>24.75</c:v>
                </c:pt>
                <c:pt idx="57011">
                  <c:v>24.75</c:v>
                </c:pt>
                <c:pt idx="57012">
                  <c:v>24.75</c:v>
                </c:pt>
                <c:pt idx="57013">
                  <c:v>24.75</c:v>
                </c:pt>
                <c:pt idx="57014">
                  <c:v>24.75</c:v>
                </c:pt>
                <c:pt idx="57015">
                  <c:v>24.75</c:v>
                </c:pt>
                <c:pt idx="57016">
                  <c:v>24.75</c:v>
                </c:pt>
                <c:pt idx="57017">
                  <c:v>24.75</c:v>
                </c:pt>
                <c:pt idx="57018">
                  <c:v>24.75</c:v>
                </c:pt>
                <c:pt idx="57019">
                  <c:v>24.75</c:v>
                </c:pt>
                <c:pt idx="57020">
                  <c:v>24.75</c:v>
                </c:pt>
                <c:pt idx="57021">
                  <c:v>24.75</c:v>
                </c:pt>
                <c:pt idx="57022">
                  <c:v>24.75</c:v>
                </c:pt>
                <c:pt idx="57023">
                  <c:v>24.75</c:v>
                </c:pt>
                <c:pt idx="57024">
                  <c:v>24.75</c:v>
                </c:pt>
                <c:pt idx="57025">
                  <c:v>24.75</c:v>
                </c:pt>
                <c:pt idx="57026">
                  <c:v>24.75</c:v>
                </c:pt>
                <c:pt idx="57027">
                  <c:v>24.75</c:v>
                </c:pt>
                <c:pt idx="57028">
                  <c:v>24.75</c:v>
                </c:pt>
                <c:pt idx="57029">
                  <c:v>24.75</c:v>
                </c:pt>
                <c:pt idx="57030">
                  <c:v>24.75</c:v>
                </c:pt>
                <c:pt idx="57031">
                  <c:v>24.75</c:v>
                </c:pt>
                <c:pt idx="57032">
                  <c:v>24.75</c:v>
                </c:pt>
                <c:pt idx="57033">
                  <c:v>24.75</c:v>
                </c:pt>
                <c:pt idx="57034">
                  <c:v>24.75</c:v>
                </c:pt>
                <c:pt idx="57035">
                  <c:v>24.75</c:v>
                </c:pt>
                <c:pt idx="57036">
                  <c:v>24.75</c:v>
                </c:pt>
                <c:pt idx="57037">
                  <c:v>24.75</c:v>
                </c:pt>
                <c:pt idx="57038">
                  <c:v>24.75</c:v>
                </c:pt>
                <c:pt idx="57039">
                  <c:v>24.75</c:v>
                </c:pt>
                <c:pt idx="57040">
                  <c:v>24.75</c:v>
                </c:pt>
                <c:pt idx="57041">
                  <c:v>24.75</c:v>
                </c:pt>
                <c:pt idx="57042">
                  <c:v>24.75</c:v>
                </c:pt>
                <c:pt idx="57043">
                  <c:v>24.75</c:v>
                </c:pt>
                <c:pt idx="57044">
                  <c:v>24.75</c:v>
                </c:pt>
                <c:pt idx="57045">
                  <c:v>24.75</c:v>
                </c:pt>
                <c:pt idx="57046">
                  <c:v>24.7</c:v>
                </c:pt>
                <c:pt idx="57047">
                  <c:v>24.7</c:v>
                </c:pt>
                <c:pt idx="57048">
                  <c:v>24.7</c:v>
                </c:pt>
                <c:pt idx="57049">
                  <c:v>24.7</c:v>
                </c:pt>
                <c:pt idx="57050">
                  <c:v>24.7</c:v>
                </c:pt>
                <c:pt idx="57051">
                  <c:v>24.7</c:v>
                </c:pt>
                <c:pt idx="57052">
                  <c:v>24.75</c:v>
                </c:pt>
                <c:pt idx="57053">
                  <c:v>24.75</c:v>
                </c:pt>
                <c:pt idx="57054">
                  <c:v>24.75</c:v>
                </c:pt>
                <c:pt idx="57055">
                  <c:v>24.75</c:v>
                </c:pt>
                <c:pt idx="57056">
                  <c:v>24.75</c:v>
                </c:pt>
                <c:pt idx="57057">
                  <c:v>24.75</c:v>
                </c:pt>
                <c:pt idx="57058">
                  <c:v>24.75</c:v>
                </c:pt>
                <c:pt idx="57059">
                  <c:v>24.75</c:v>
                </c:pt>
                <c:pt idx="57060">
                  <c:v>24.75</c:v>
                </c:pt>
                <c:pt idx="57061">
                  <c:v>24.75</c:v>
                </c:pt>
                <c:pt idx="57062">
                  <c:v>24.75</c:v>
                </c:pt>
                <c:pt idx="57063">
                  <c:v>24.75</c:v>
                </c:pt>
                <c:pt idx="57064">
                  <c:v>24.75</c:v>
                </c:pt>
                <c:pt idx="57065">
                  <c:v>24.75</c:v>
                </c:pt>
                <c:pt idx="57066">
                  <c:v>24.75</c:v>
                </c:pt>
                <c:pt idx="57067">
                  <c:v>24.75</c:v>
                </c:pt>
                <c:pt idx="57068">
                  <c:v>24.75</c:v>
                </c:pt>
                <c:pt idx="57069">
                  <c:v>24.75</c:v>
                </c:pt>
                <c:pt idx="57070">
                  <c:v>24.75</c:v>
                </c:pt>
                <c:pt idx="57071">
                  <c:v>24.75</c:v>
                </c:pt>
                <c:pt idx="57072">
                  <c:v>24.75</c:v>
                </c:pt>
                <c:pt idx="57073">
                  <c:v>24.75</c:v>
                </c:pt>
                <c:pt idx="57074">
                  <c:v>24.75</c:v>
                </c:pt>
                <c:pt idx="57075">
                  <c:v>24.75</c:v>
                </c:pt>
                <c:pt idx="57076">
                  <c:v>24.75</c:v>
                </c:pt>
                <c:pt idx="57077">
                  <c:v>24.75</c:v>
                </c:pt>
                <c:pt idx="57078">
                  <c:v>24.75</c:v>
                </c:pt>
                <c:pt idx="57079">
                  <c:v>24.75</c:v>
                </c:pt>
                <c:pt idx="57080">
                  <c:v>24.75</c:v>
                </c:pt>
                <c:pt idx="57081">
                  <c:v>24.75</c:v>
                </c:pt>
                <c:pt idx="57082">
                  <c:v>24.75</c:v>
                </c:pt>
                <c:pt idx="57083">
                  <c:v>24.75</c:v>
                </c:pt>
                <c:pt idx="57084">
                  <c:v>24.75</c:v>
                </c:pt>
                <c:pt idx="57085">
                  <c:v>24.75</c:v>
                </c:pt>
                <c:pt idx="57086">
                  <c:v>24.75</c:v>
                </c:pt>
                <c:pt idx="57087">
                  <c:v>24.75</c:v>
                </c:pt>
                <c:pt idx="57088">
                  <c:v>24.75</c:v>
                </c:pt>
                <c:pt idx="57089">
                  <c:v>24.75</c:v>
                </c:pt>
                <c:pt idx="57090">
                  <c:v>24.75</c:v>
                </c:pt>
                <c:pt idx="57091">
                  <c:v>24.75</c:v>
                </c:pt>
                <c:pt idx="57092">
                  <c:v>24.75</c:v>
                </c:pt>
                <c:pt idx="57093">
                  <c:v>24.75</c:v>
                </c:pt>
                <c:pt idx="57094">
                  <c:v>24.75</c:v>
                </c:pt>
                <c:pt idx="57095">
                  <c:v>24.75</c:v>
                </c:pt>
                <c:pt idx="57096">
                  <c:v>24.75</c:v>
                </c:pt>
                <c:pt idx="57097">
                  <c:v>24.75</c:v>
                </c:pt>
                <c:pt idx="57098">
                  <c:v>24.75</c:v>
                </c:pt>
                <c:pt idx="57099">
                  <c:v>24.75</c:v>
                </c:pt>
                <c:pt idx="57100">
                  <c:v>24.75</c:v>
                </c:pt>
                <c:pt idx="57101">
                  <c:v>24.75</c:v>
                </c:pt>
                <c:pt idx="57102">
                  <c:v>24.75</c:v>
                </c:pt>
                <c:pt idx="57103">
                  <c:v>24.75</c:v>
                </c:pt>
                <c:pt idx="57104">
                  <c:v>24.75</c:v>
                </c:pt>
                <c:pt idx="57105">
                  <c:v>24.75</c:v>
                </c:pt>
                <c:pt idx="57106">
                  <c:v>24.7</c:v>
                </c:pt>
                <c:pt idx="57107">
                  <c:v>24.75</c:v>
                </c:pt>
                <c:pt idx="57108">
                  <c:v>24.75</c:v>
                </c:pt>
                <c:pt idx="57109">
                  <c:v>24.75</c:v>
                </c:pt>
                <c:pt idx="57110">
                  <c:v>24.7</c:v>
                </c:pt>
                <c:pt idx="57111">
                  <c:v>24.7</c:v>
                </c:pt>
                <c:pt idx="57112">
                  <c:v>24.75</c:v>
                </c:pt>
                <c:pt idx="57113">
                  <c:v>24.7</c:v>
                </c:pt>
                <c:pt idx="57114">
                  <c:v>24.7</c:v>
                </c:pt>
                <c:pt idx="57115">
                  <c:v>24.7</c:v>
                </c:pt>
                <c:pt idx="57116">
                  <c:v>24.7</c:v>
                </c:pt>
                <c:pt idx="57117">
                  <c:v>24.7</c:v>
                </c:pt>
                <c:pt idx="57118">
                  <c:v>24.7</c:v>
                </c:pt>
                <c:pt idx="57119">
                  <c:v>24.7</c:v>
                </c:pt>
                <c:pt idx="57120">
                  <c:v>24.7</c:v>
                </c:pt>
                <c:pt idx="57121">
                  <c:v>24.7</c:v>
                </c:pt>
                <c:pt idx="57122">
                  <c:v>24.7</c:v>
                </c:pt>
                <c:pt idx="57123">
                  <c:v>24.7</c:v>
                </c:pt>
                <c:pt idx="57124">
                  <c:v>24.7</c:v>
                </c:pt>
                <c:pt idx="57125">
                  <c:v>24.7</c:v>
                </c:pt>
                <c:pt idx="57126">
                  <c:v>24.7</c:v>
                </c:pt>
                <c:pt idx="57127">
                  <c:v>24.7</c:v>
                </c:pt>
                <c:pt idx="57128">
                  <c:v>24.7</c:v>
                </c:pt>
                <c:pt idx="57129">
                  <c:v>24.7</c:v>
                </c:pt>
                <c:pt idx="57130">
                  <c:v>24.7</c:v>
                </c:pt>
                <c:pt idx="57131">
                  <c:v>24.7</c:v>
                </c:pt>
                <c:pt idx="57132">
                  <c:v>24.7</c:v>
                </c:pt>
                <c:pt idx="57133">
                  <c:v>24.7</c:v>
                </c:pt>
                <c:pt idx="57134">
                  <c:v>24.7</c:v>
                </c:pt>
                <c:pt idx="57135">
                  <c:v>24.7</c:v>
                </c:pt>
                <c:pt idx="57136">
                  <c:v>24.7</c:v>
                </c:pt>
                <c:pt idx="57137">
                  <c:v>24.7</c:v>
                </c:pt>
                <c:pt idx="57138">
                  <c:v>24.7</c:v>
                </c:pt>
                <c:pt idx="57139">
                  <c:v>24.7</c:v>
                </c:pt>
                <c:pt idx="57140">
                  <c:v>24.7</c:v>
                </c:pt>
                <c:pt idx="57141">
                  <c:v>24.75</c:v>
                </c:pt>
                <c:pt idx="57142">
                  <c:v>24.75</c:v>
                </c:pt>
                <c:pt idx="57143">
                  <c:v>24.75</c:v>
                </c:pt>
                <c:pt idx="57144">
                  <c:v>24.75</c:v>
                </c:pt>
                <c:pt idx="57145">
                  <c:v>24.75</c:v>
                </c:pt>
                <c:pt idx="57146">
                  <c:v>24.75</c:v>
                </c:pt>
                <c:pt idx="57147">
                  <c:v>24.75</c:v>
                </c:pt>
                <c:pt idx="57148">
                  <c:v>24.75</c:v>
                </c:pt>
                <c:pt idx="57149">
                  <c:v>24.75</c:v>
                </c:pt>
                <c:pt idx="57150">
                  <c:v>24.75</c:v>
                </c:pt>
                <c:pt idx="57151">
                  <c:v>24.7</c:v>
                </c:pt>
                <c:pt idx="57152">
                  <c:v>24.7</c:v>
                </c:pt>
                <c:pt idx="57153">
                  <c:v>24.75</c:v>
                </c:pt>
                <c:pt idx="57154">
                  <c:v>24.7</c:v>
                </c:pt>
                <c:pt idx="57155">
                  <c:v>24.7</c:v>
                </c:pt>
                <c:pt idx="57156">
                  <c:v>24.7</c:v>
                </c:pt>
                <c:pt idx="57157">
                  <c:v>24.7</c:v>
                </c:pt>
                <c:pt idx="57158">
                  <c:v>24.7</c:v>
                </c:pt>
                <c:pt idx="57159">
                  <c:v>24.7</c:v>
                </c:pt>
                <c:pt idx="57160">
                  <c:v>24.7</c:v>
                </c:pt>
                <c:pt idx="57161">
                  <c:v>24.7</c:v>
                </c:pt>
                <c:pt idx="57162">
                  <c:v>24.7</c:v>
                </c:pt>
                <c:pt idx="57163">
                  <c:v>24.7</c:v>
                </c:pt>
                <c:pt idx="57164">
                  <c:v>24.7</c:v>
                </c:pt>
                <c:pt idx="57165">
                  <c:v>24.7</c:v>
                </c:pt>
                <c:pt idx="57166">
                  <c:v>24.7</c:v>
                </c:pt>
                <c:pt idx="57167">
                  <c:v>24.7</c:v>
                </c:pt>
                <c:pt idx="57168">
                  <c:v>24.7</c:v>
                </c:pt>
                <c:pt idx="57169">
                  <c:v>24.7</c:v>
                </c:pt>
                <c:pt idx="57170">
                  <c:v>24.7</c:v>
                </c:pt>
                <c:pt idx="57171">
                  <c:v>24.7</c:v>
                </c:pt>
                <c:pt idx="57172">
                  <c:v>24.7</c:v>
                </c:pt>
                <c:pt idx="57173">
                  <c:v>24.7</c:v>
                </c:pt>
                <c:pt idx="57174">
                  <c:v>24.7</c:v>
                </c:pt>
                <c:pt idx="57175">
                  <c:v>24.7</c:v>
                </c:pt>
                <c:pt idx="57176">
                  <c:v>24.7</c:v>
                </c:pt>
                <c:pt idx="57177">
                  <c:v>24.7</c:v>
                </c:pt>
                <c:pt idx="57178">
                  <c:v>24.75</c:v>
                </c:pt>
                <c:pt idx="57179">
                  <c:v>24.75</c:v>
                </c:pt>
                <c:pt idx="57180">
                  <c:v>24.75</c:v>
                </c:pt>
                <c:pt idx="57181">
                  <c:v>24.75</c:v>
                </c:pt>
                <c:pt idx="57182">
                  <c:v>24.75</c:v>
                </c:pt>
                <c:pt idx="57183">
                  <c:v>24.75</c:v>
                </c:pt>
                <c:pt idx="57184">
                  <c:v>24.75</c:v>
                </c:pt>
                <c:pt idx="57185">
                  <c:v>24.75</c:v>
                </c:pt>
                <c:pt idx="57186">
                  <c:v>24.75</c:v>
                </c:pt>
                <c:pt idx="57187">
                  <c:v>24.75</c:v>
                </c:pt>
                <c:pt idx="57188">
                  <c:v>24.75</c:v>
                </c:pt>
                <c:pt idx="57189">
                  <c:v>24.75</c:v>
                </c:pt>
                <c:pt idx="57190">
                  <c:v>24.75</c:v>
                </c:pt>
                <c:pt idx="57191">
                  <c:v>24.75</c:v>
                </c:pt>
                <c:pt idx="57192">
                  <c:v>24.75</c:v>
                </c:pt>
                <c:pt idx="57193">
                  <c:v>24.75</c:v>
                </c:pt>
                <c:pt idx="57194">
                  <c:v>24.7</c:v>
                </c:pt>
                <c:pt idx="57195">
                  <c:v>24.75</c:v>
                </c:pt>
                <c:pt idx="57196">
                  <c:v>24.75</c:v>
                </c:pt>
                <c:pt idx="57197">
                  <c:v>24.75</c:v>
                </c:pt>
                <c:pt idx="57198">
                  <c:v>24.75</c:v>
                </c:pt>
                <c:pt idx="57199">
                  <c:v>24.75</c:v>
                </c:pt>
                <c:pt idx="57200">
                  <c:v>24.7</c:v>
                </c:pt>
                <c:pt idx="57201">
                  <c:v>24.7</c:v>
                </c:pt>
                <c:pt idx="57202">
                  <c:v>24.7</c:v>
                </c:pt>
                <c:pt idx="57203">
                  <c:v>24.7</c:v>
                </c:pt>
                <c:pt idx="57204">
                  <c:v>24.7</c:v>
                </c:pt>
                <c:pt idx="57205">
                  <c:v>24.7</c:v>
                </c:pt>
                <c:pt idx="57206">
                  <c:v>24.7</c:v>
                </c:pt>
                <c:pt idx="57207">
                  <c:v>24.7</c:v>
                </c:pt>
                <c:pt idx="57208">
                  <c:v>24.7</c:v>
                </c:pt>
                <c:pt idx="57209">
                  <c:v>24.7</c:v>
                </c:pt>
                <c:pt idx="57210">
                  <c:v>24.7</c:v>
                </c:pt>
                <c:pt idx="57211">
                  <c:v>24.7</c:v>
                </c:pt>
                <c:pt idx="57212">
                  <c:v>24.7</c:v>
                </c:pt>
                <c:pt idx="57213">
                  <c:v>24.7</c:v>
                </c:pt>
                <c:pt idx="57214">
                  <c:v>24.7</c:v>
                </c:pt>
                <c:pt idx="57215">
                  <c:v>24.7</c:v>
                </c:pt>
                <c:pt idx="57216">
                  <c:v>24.75</c:v>
                </c:pt>
                <c:pt idx="57217">
                  <c:v>24.7</c:v>
                </c:pt>
                <c:pt idx="57218">
                  <c:v>24.75</c:v>
                </c:pt>
                <c:pt idx="57219">
                  <c:v>24.7</c:v>
                </c:pt>
                <c:pt idx="57220">
                  <c:v>24.7</c:v>
                </c:pt>
                <c:pt idx="57221">
                  <c:v>24.7</c:v>
                </c:pt>
                <c:pt idx="57222">
                  <c:v>24.7</c:v>
                </c:pt>
                <c:pt idx="57223">
                  <c:v>24.75</c:v>
                </c:pt>
                <c:pt idx="57224">
                  <c:v>24.7</c:v>
                </c:pt>
                <c:pt idx="57225">
                  <c:v>24.7</c:v>
                </c:pt>
                <c:pt idx="57226">
                  <c:v>24.7</c:v>
                </c:pt>
                <c:pt idx="57227">
                  <c:v>24.7</c:v>
                </c:pt>
                <c:pt idx="57228">
                  <c:v>24.7</c:v>
                </c:pt>
                <c:pt idx="57229">
                  <c:v>24.75</c:v>
                </c:pt>
                <c:pt idx="57230">
                  <c:v>24.75</c:v>
                </c:pt>
                <c:pt idx="57231">
                  <c:v>24.75</c:v>
                </c:pt>
                <c:pt idx="57232">
                  <c:v>24.75</c:v>
                </c:pt>
                <c:pt idx="57233">
                  <c:v>24.75</c:v>
                </c:pt>
                <c:pt idx="57234">
                  <c:v>24.75</c:v>
                </c:pt>
                <c:pt idx="57235">
                  <c:v>24.75</c:v>
                </c:pt>
                <c:pt idx="57236">
                  <c:v>24.75</c:v>
                </c:pt>
                <c:pt idx="57237">
                  <c:v>24.75</c:v>
                </c:pt>
                <c:pt idx="57238">
                  <c:v>24.75</c:v>
                </c:pt>
                <c:pt idx="57239">
                  <c:v>24.75</c:v>
                </c:pt>
                <c:pt idx="57240">
                  <c:v>24.75</c:v>
                </c:pt>
                <c:pt idx="57241">
                  <c:v>24.75</c:v>
                </c:pt>
                <c:pt idx="57242">
                  <c:v>24.75</c:v>
                </c:pt>
                <c:pt idx="57243">
                  <c:v>24.75</c:v>
                </c:pt>
                <c:pt idx="57244">
                  <c:v>24.7</c:v>
                </c:pt>
                <c:pt idx="57245">
                  <c:v>24.7</c:v>
                </c:pt>
                <c:pt idx="57246">
                  <c:v>24.7</c:v>
                </c:pt>
                <c:pt idx="57247">
                  <c:v>24.7</c:v>
                </c:pt>
                <c:pt idx="57248">
                  <c:v>24.75</c:v>
                </c:pt>
                <c:pt idx="57249">
                  <c:v>24.7</c:v>
                </c:pt>
                <c:pt idx="57250">
                  <c:v>24.7</c:v>
                </c:pt>
                <c:pt idx="57251">
                  <c:v>24.7</c:v>
                </c:pt>
                <c:pt idx="57252">
                  <c:v>24.7</c:v>
                </c:pt>
                <c:pt idx="57253">
                  <c:v>24.7</c:v>
                </c:pt>
                <c:pt idx="57254">
                  <c:v>24.7</c:v>
                </c:pt>
                <c:pt idx="57255">
                  <c:v>24.7</c:v>
                </c:pt>
                <c:pt idx="57256">
                  <c:v>24.7</c:v>
                </c:pt>
                <c:pt idx="57257">
                  <c:v>24.7</c:v>
                </c:pt>
                <c:pt idx="57258">
                  <c:v>24.7</c:v>
                </c:pt>
                <c:pt idx="57259">
                  <c:v>24.7</c:v>
                </c:pt>
                <c:pt idx="57260">
                  <c:v>24.7</c:v>
                </c:pt>
                <c:pt idx="57261">
                  <c:v>24.7</c:v>
                </c:pt>
                <c:pt idx="57262">
                  <c:v>24.7</c:v>
                </c:pt>
                <c:pt idx="57263">
                  <c:v>24.7</c:v>
                </c:pt>
                <c:pt idx="57264">
                  <c:v>24.7</c:v>
                </c:pt>
                <c:pt idx="57265">
                  <c:v>24.7</c:v>
                </c:pt>
                <c:pt idx="57266">
                  <c:v>24.7</c:v>
                </c:pt>
                <c:pt idx="57267">
                  <c:v>24.7</c:v>
                </c:pt>
                <c:pt idx="57268">
                  <c:v>24.7</c:v>
                </c:pt>
                <c:pt idx="57269">
                  <c:v>24.7</c:v>
                </c:pt>
                <c:pt idx="57270">
                  <c:v>24.7</c:v>
                </c:pt>
                <c:pt idx="57271">
                  <c:v>24.7</c:v>
                </c:pt>
                <c:pt idx="57272">
                  <c:v>24.7</c:v>
                </c:pt>
                <c:pt idx="57273">
                  <c:v>24.7</c:v>
                </c:pt>
                <c:pt idx="57274">
                  <c:v>24.7</c:v>
                </c:pt>
                <c:pt idx="57275">
                  <c:v>24.7</c:v>
                </c:pt>
                <c:pt idx="57276">
                  <c:v>24.7</c:v>
                </c:pt>
                <c:pt idx="57277">
                  <c:v>24.7</c:v>
                </c:pt>
                <c:pt idx="57278">
                  <c:v>24.7</c:v>
                </c:pt>
                <c:pt idx="57279">
                  <c:v>24.7</c:v>
                </c:pt>
                <c:pt idx="57280">
                  <c:v>24.7</c:v>
                </c:pt>
                <c:pt idx="57281">
                  <c:v>24.7</c:v>
                </c:pt>
                <c:pt idx="57282">
                  <c:v>24.7</c:v>
                </c:pt>
                <c:pt idx="57283">
                  <c:v>24.7</c:v>
                </c:pt>
                <c:pt idx="57284">
                  <c:v>24.7</c:v>
                </c:pt>
                <c:pt idx="57285">
                  <c:v>24.7</c:v>
                </c:pt>
                <c:pt idx="57286">
                  <c:v>24.7</c:v>
                </c:pt>
                <c:pt idx="57287">
                  <c:v>24.7</c:v>
                </c:pt>
                <c:pt idx="57288">
                  <c:v>24.7</c:v>
                </c:pt>
                <c:pt idx="57289">
                  <c:v>24.7</c:v>
                </c:pt>
                <c:pt idx="57290">
                  <c:v>24.7</c:v>
                </c:pt>
                <c:pt idx="57291">
                  <c:v>24.7</c:v>
                </c:pt>
                <c:pt idx="57292">
                  <c:v>24.7</c:v>
                </c:pt>
                <c:pt idx="57293">
                  <c:v>24.7</c:v>
                </c:pt>
                <c:pt idx="57294">
                  <c:v>24.7</c:v>
                </c:pt>
                <c:pt idx="57295">
                  <c:v>24.7</c:v>
                </c:pt>
                <c:pt idx="57296">
                  <c:v>24.7</c:v>
                </c:pt>
                <c:pt idx="57297">
                  <c:v>24.7</c:v>
                </c:pt>
                <c:pt idx="57298">
                  <c:v>24.7</c:v>
                </c:pt>
                <c:pt idx="57299">
                  <c:v>24.7</c:v>
                </c:pt>
                <c:pt idx="57300">
                  <c:v>24.7</c:v>
                </c:pt>
                <c:pt idx="57301">
                  <c:v>24.7</c:v>
                </c:pt>
                <c:pt idx="57302">
                  <c:v>24.7</c:v>
                </c:pt>
                <c:pt idx="57303">
                  <c:v>24.7</c:v>
                </c:pt>
                <c:pt idx="57304">
                  <c:v>24.7</c:v>
                </c:pt>
                <c:pt idx="57305">
                  <c:v>24.7</c:v>
                </c:pt>
                <c:pt idx="57306">
                  <c:v>24.7</c:v>
                </c:pt>
                <c:pt idx="57307">
                  <c:v>24.7</c:v>
                </c:pt>
                <c:pt idx="57308">
                  <c:v>24.7</c:v>
                </c:pt>
                <c:pt idx="57309">
                  <c:v>24.7</c:v>
                </c:pt>
                <c:pt idx="57310">
                  <c:v>24.7</c:v>
                </c:pt>
                <c:pt idx="57311">
                  <c:v>24.7</c:v>
                </c:pt>
                <c:pt idx="57312">
                  <c:v>24.7</c:v>
                </c:pt>
                <c:pt idx="57313">
                  <c:v>24.7</c:v>
                </c:pt>
                <c:pt idx="57314">
                  <c:v>24.7</c:v>
                </c:pt>
                <c:pt idx="57315">
                  <c:v>24.7</c:v>
                </c:pt>
                <c:pt idx="57316">
                  <c:v>24.7</c:v>
                </c:pt>
                <c:pt idx="57317">
                  <c:v>24.7</c:v>
                </c:pt>
                <c:pt idx="57318">
                  <c:v>24.7</c:v>
                </c:pt>
                <c:pt idx="57319">
                  <c:v>24.7</c:v>
                </c:pt>
                <c:pt idx="57320">
                  <c:v>24.7</c:v>
                </c:pt>
                <c:pt idx="57321">
                  <c:v>24.7</c:v>
                </c:pt>
                <c:pt idx="57322">
                  <c:v>24.7</c:v>
                </c:pt>
                <c:pt idx="57323">
                  <c:v>24.7</c:v>
                </c:pt>
                <c:pt idx="57324">
                  <c:v>24.7</c:v>
                </c:pt>
                <c:pt idx="57325">
                  <c:v>24.7</c:v>
                </c:pt>
                <c:pt idx="57326">
                  <c:v>24.7</c:v>
                </c:pt>
                <c:pt idx="57327">
                  <c:v>24.7</c:v>
                </c:pt>
                <c:pt idx="57328">
                  <c:v>24.7</c:v>
                </c:pt>
                <c:pt idx="57329">
                  <c:v>24.7</c:v>
                </c:pt>
                <c:pt idx="57330">
                  <c:v>24.7</c:v>
                </c:pt>
                <c:pt idx="57331">
                  <c:v>24.7</c:v>
                </c:pt>
                <c:pt idx="57332">
                  <c:v>24.7</c:v>
                </c:pt>
                <c:pt idx="57333">
                  <c:v>24.7</c:v>
                </c:pt>
                <c:pt idx="57334">
                  <c:v>24.7</c:v>
                </c:pt>
                <c:pt idx="57335">
                  <c:v>24.7</c:v>
                </c:pt>
                <c:pt idx="57336">
                  <c:v>24.7</c:v>
                </c:pt>
                <c:pt idx="57337">
                  <c:v>24.7</c:v>
                </c:pt>
                <c:pt idx="57338">
                  <c:v>24.7</c:v>
                </c:pt>
                <c:pt idx="57339">
                  <c:v>24.7</c:v>
                </c:pt>
                <c:pt idx="57340">
                  <c:v>24.7</c:v>
                </c:pt>
                <c:pt idx="57341">
                  <c:v>24.7</c:v>
                </c:pt>
                <c:pt idx="57342">
                  <c:v>24.7</c:v>
                </c:pt>
                <c:pt idx="57343">
                  <c:v>24.7</c:v>
                </c:pt>
                <c:pt idx="57344">
                  <c:v>24.7</c:v>
                </c:pt>
                <c:pt idx="57345">
                  <c:v>24.7</c:v>
                </c:pt>
                <c:pt idx="57346">
                  <c:v>24.7</c:v>
                </c:pt>
                <c:pt idx="57347">
                  <c:v>24.7</c:v>
                </c:pt>
                <c:pt idx="57348">
                  <c:v>24.7</c:v>
                </c:pt>
                <c:pt idx="57349">
                  <c:v>24.7</c:v>
                </c:pt>
                <c:pt idx="57350">
                  <c:v>24.7</c:v>
                </c:pt>
                <c:pt idx="57351">
                  <c:v>24.7</c:v>
                </c:pt>
                <c:pt idx="57352">
                  <c:v>24.7</c:v>
                </c:pt>
                <c:pt idx="57353">
                  <c:v>24.7</c:v>
                </c:pt>
                <c:pt idx="57354">
                  <c:v>24.7</c:v>
                </c:pt>
                <c:pt idx="57355">
                  <c:v>24.7</c:v>
                </c:pt>
                <c:pt idx="57356">
                  <c:v>24.7</c:v>
                </c:pt>
                <c:pt idx="57357">
                  <c:v>24.7</c:v>
                </c:pt>
                <c:pt idx="57358">
                  <c:v>24.7</c:v>
                </c:pt>
                <c:pt idx="57359">
                  <c:v>24.7</c:v>
                </c:pt>
                <c:pt idx="57360">
                  <c:v>24.7</c:v>
                </c:pt>
                <c:pt idx="57361">
                  <c:v>24.7</c:v>
                </c:pt>
                <c:pt idx="57362">
                  <c:v>24.7</c:v>
                </c:pt>
                <c:pt idx="57363">
                  <c:v>24.7</c:v>
                </c:pt>
                <c:pt idx="57364">
                  <c:v>24.7</c:v>
                </c:pt>
                <c:pt idx="57365">
                  <c:v>24.7</c:v>
                </c:pt>
                <c:pt idx="57366">
                  <c:v>24.7</c:v>
                </c:pt>
                <c:pt idx="57367">
                  <c:v>24.7</c:v>
                </c:pt>
                <c:pt idx="57368">
                  <c:v>24.7</c:v>
                </c:pt>
                <c:pt idx="57369">
                  <c:v>24.7</c:v>
                </c:pt>
                <c:pt idx="57370">
                  <c:v>24.7</c:v>
                </c:pt>
                <c:pt idx="57371">
                  <c:v>24.7</c:v>
                </c:pt>
                <c:pt idx="57372">
                  <c:v>24.7</c:v>
                </c:pt>
                <c:pt idx="57373">
                  <c:v>24.7</c:v>
                </c:pt>
                <c:pt idx="57374">
                  <c:v>24.7</c:v>
                </c:pt>
                <c:pt idx="57375">
                  <c:v>24.7</c:v>
                </c:pt>
                <c:pt idx="57376">
                  <c:v>24.7</c:v>
                </c:pt>
                <c:pt idx="57377">
                  <c:v>24.7</c:v>
                </c:pt>
                <c:pt idx="57378">
                  <c:v>24.7</c:v>
                </c:pt>
                <c:pt idx="57379">
                  <c:v>24.7</c:v>
                </c:pt>
                <c:pt idx="57380">
                  <c:v>24.7</c:v>
                </c:pt>
                <c:pt idx="57381">
                  <c:v>24.7</c:v>
                </c:pt>
                <c:pt idx="57382">
                  <c:v>24.7</c:v>
                </c:pt>
                <c:pt idx="57383">
                  <c:v>24.7</c:v>
                </c:pt>
                <c:pt idx="57384">
                  <c:v>24.7</c:v>
                </c:pt>
                <c:pt idx="57385">
                  <c:v>24.7</c:v>
                </c:pt>
                <c:pt idx="57386">
                  <c:v>24.7</c:v>
                </c:pt>
                <c:pt idx="57387">
                  <c:v>24.7</c:v>
                </c:pt>
                <c:pt idx="57388">
                  <c:v>24.7</c:v>
                </c:pt>
                <c:pt idx="57389">
                  <c:v>24.7</c:v>
                </c:pt>
                <c:pt idx="57390">
                  <c:v>24.7</c:v>
                </c:pt>
                <c:pt idx="57391">
                  <c:v>24.7</c:v>
                </c:pt>
                <c:pt idx="57392">
                  <c:v>24.7</c:v>
                </c:pt>
                <c:pt idx="57393">
                  <c:v>24.7</c:v>
                </c:pt>
                <c:pt idx="57394">
                  <c:v>24.7</c:v>
                </c:pt>
                <c:pt idx="57395">
                  <c:v>24.7</c:v>
                </c:pt>
                <c:pt idx="57396">
                  <c:v>24.7</c:v>
                </c:pt>
                <c:pt idx="57397">
                  <c:v>24.7</c:v>
                </c:pt>
                <c:pt idx="57398">
                  <c:v>24.7</c:v>
                </c:pt>
                <c:pt idx="57399">
                  <c:v>24.7</c:v>
                </c:pt>
                <c:pt idx="57400">
                  <c:v>24.7</c:v>
                </c:pt>
                <c:pt idx="57401">
                  <c:v>24.7</c:v>
                </c:pt>
                <c:pt idx="57402">
                  <c:v>24.7</c:v>
                </c:pt>
                <c:pt idx="57403">
                  <c:v>24.7</c:v>
                </c:pt>
                <c:pt idx="57404">
                  <c:v>24.7</c:v>
                </c:pt>
                <c:pt idx="57405">
                  <c:v>24.7</c:v>
                </c:pt>
                <c:pt idx="57406">
                  <c:v>24.7</c:v>
                </c:pt>
                <c:pt idx="57407">
                  <c:v>24.7</c:v>
                </c:pt>
                <c:pt idx="57408">
                  <c:v>24.7</c:v>
                </c:pt>
                <c:pt idx="57409">
                  <c:v>24.7</c:v>
                </c:pt>
                <c:pt idx="57410">
                  <c:v>24.7</c:v>
                </c:pt>
                <c:pt idx="57411">
                  <c:v>24.7</c:v>
                </c:pt>
                <c:pt idx="57412">
                  <c:v>24.7</c:v>
                </c:pt>
                <c:pt idx="57413">
                  <c:v>24.7</c:v>
                </c:pt>
                <c:pt idx="57414">
                  <c:v>24.7</c:v>
                </c:pt>
                <c:pt idx="57415">
                  <c:v>24.7</c:v>
                </c:pt>
                <c:pt idx="57416">
                  <c:v>24.7</c:v>
                </c:pt>
                <c:pt idx="57417">
                  <c:v>24.7</c:v>
                </c:pt>
                <c:pt idx="57418">
                  <c:v>24.7</c:v>
                </c:pt>
                <c:pt idx="57419">
                  <c:v>24.7</c:v>
                </c:pt>
                <c:pt idx="57420">
                  <c:v>24.7</c:v>
                </c:pt>
                <c:pt idx="57421">
                  <c:v>24.7</c:v>
                </c:pt>
                <c:pt idx="57422">
                  <c:v>24.7</c:v>
                </c:pt>
                <c:pt idx="57423">
                  <c:v>24.7</c:v>
                </c:pt>
                <c:pt idx="57424">
                  <c:v>24.7</c:v>
                </c:pt>
                <c:pt idx="57425">
                  <c:v>24.7</c:v>
                </c:pt>
                <c:pt idx="57426">
                  <c:v>24.7</c:v>
                </c:pt>
                <c:pt idx="57427">
                  <c:v>24.7</c:v>
                </c:pt>
                <c:pt idx="57428">
                  <c:v>24.7</c:v>
                </c:pt>
                <c:pt idx="57429">
                  <c:v>24.7</c:v>
                </c:pt>
                <c:pt idx="57430">
                  <c:v>24.7</c:v>
                </c:pt>
                <c:pt idx="57431">
                  <c:v>24.7</c:v>
                </c:pt>
                <c:pt idx="57432">
                  <c:v>24.7</c:v>
                </c:pt>
                <c:pt idx="57433">
                  <c:v>24.7</c:v>
                </c:pt>
                <c:pt idx="57434">
                  <c:v>24.7</c:v>
                </c:pt>
                <c:pt idx="57435">
                  <c:v>24.7</c:v>
                </c:pt>
                <c:pt idx="57436">
                  <c:v>24.7</c:v>
                </c:pt>
                <c:pt idx="57437">
                  <c:v>24.7</c:v>
                </c:pt>
                <c:pt idx="57438">
                  <c:v>24.7</c:v>
                </c:pt>
                <c:pt idx="57439">
                  <c:v>24.7</c:v>
                </c:pt>
                <c:pt idx="57440">
                  <c:v>24.7</c:v>
                </c:pt>
                <c:pt idx="57441">
                  <c:v>24.7</c:v>
                </c:pt>
                <c:pt idx="57442">
                  <c:v>24.7</c:v>
                </c:pt>
                <c:pt idx="57443">
                  <c:v>24.7</c:v>
                </c:pt>
                <c:pt idx="57444">
                  <c:v>24.7</c:v>
                </c:pt>
                <c:pt idx="57445">
                  <c:v>24.7</c:v>
                </c:pt>
                <c:pt idx="57446">
                  <c:v>24.7</c:v>
                </c:pt>
                <c:pt idx="57447">
                  <c:v>24.7</c:v>
                </c:pt>
                <c:pt idx="57448">
                  <c:v>24.7</c:v>
                </c:pt>
                <c:pt idx="57449">
                  <c:v>24.7</c:v>
                </c:pt>
                <c:pt idx="57450">
                  <c:v>24.7</c:v>
                </c:pt>
                <c:pt idx="57451">
                  <c:v>24.7</c:v>
                </c:pt>
                <c:pt idx="57452">
                  <c:v>24.7</c:v>
                </c:pt>
                <c:pt idx="57453">
                  <c:v>24.7</c:v>
                </c:pt>
                <c:pt idx="57454">
                  <c:v>24.7</c:v>
                </c:pt>
                <c:pt idx="57455">
                  <c:v>24.7</c:v>
                </c:pt>
                <c:pt idx="57456">
                  <c:v>24.7</c:v>
                </c:pt>
                <c:pt idx="57457">
                  <c:v>24.7</c:v>
                </c:pt>
                <c:pt idx="57458">
                  <c:v>24.7</c:v>
                </c:pt>
                <c:pt idx="57459">
                  <c:v>24.7</c:v>
                </c:pt>
                <c:pt idx="57460">
                  <c:v>24.7</c:v>
                </c:pt>
                <c:pt idx="57461">
                  <c:v>24.7</c:v>
                </c:pt>
                <c:pt idx="57462">
                  <c:v>24.7</c:v>
                </c:pt>
                <c:pt idx="57463">
                  <c:v>24.7</c:v>
                </c:pt>
                <c:pt idx="57464">
                  <c:v>24.7</c:v>
                </c:pt>
                <c:pt idx="57465">
                  <c:v>24.7</c:v>
                </c:pt>
                <c:pt idx="57466">
                  <c:v>24.7</c:v>
                </c:pt>
                <c:pt idx="57467">
                  <c:v>24.7</c:v>
                </c:pt>
                <c:pt idx="57468">
                  <c:v>24.7</c:v>
                </c:pt>
                <c:pt idx="57469">
                  <c:v>24.7</c:v>
                </c:pt>
                <c:pt idx="57470">
                  <c:v>24.7</c:v>
                </c:pt>
                <c:pt idx="57471">
                  <c:v>24.7</c:v>
                </c:pt>
                <c:pt idx="57472">
                  <c:v>24.7</c:v>
                </c:pt>
                <c:pt idx="57473">
                  <c:v>24.7</c:v>
                </c:pt>
                <c:pt idx="57474">
                  <c:v>24.7</c:v>
                </c:pt>
                <c:pt idx="57475">
                  <c:v>24.7</c:v>
                </c:pt>
                <c:pt idx="57476">
                  <c:v>24.7</c:v>
                </c:pt>
                <c:pt idx="57477">
                  <c:v>24.7</c:v>
                </c:pt>
                <c:pt idx="57478">
                  <c:v>24.7</c:v>
                </c:pt>
                <c:pt idx="57479">
                  <c:v>24.7</c:v>
                </c:pt>
                <c:pt idx="57480">
                  <c:v>24.7</c:v>
                </c:pt>
                <c:pt idx="57481">
                  <c:v>24.7</c:v>
                </c:pt>
                <c:pt idx="57482">
                  <c:v>24.7</c:v>
                </c:pt>
                <c:pt idx="57483">
                  <c:v>24.7</c:v>
                </c:pt>
                <c:pt idx="57484">
                  <c:v>24.7</c:v>
                </c:pt>
                <c:pt idx="57485">
                  <c:v>24.7</c:v>
                </c:pt>
                <c:pt idx="57486">
                  <c:v>24.7</c:v>
                </c:pt>
                <c:pt idx="57487">
                  <c:v>24.7</c:v>
                </c:pt>
                <c:pt idx="57488">
                  <c:v>24.7</c:v>
                </c:pt>
                <c:pt idx="57489">
                  <c:v>24.7</c:v>
                </c:pt>
                <c:pt idx="57490">
                  <c:v>24.7</c:v>
                </c:pt>
                <c:pt idx="57491">
                  <c:v>24.7</c:v>
                </c:pt>
                <c:pt idx="57492">
                  <c:v>24.7</c:v>
                </c:pt>
                <c:pt idx="57493">
                  <c:v>24.7</c:v>
                </c:pt>
                <c:pt idx="57494">
                  <c:v>24.7</c:v>
                </c:pt>
                <c:pt idx="57495">
                  <c:v>24.7</c:v>
                </c:pt>
                <c:pt idx="57496">
                  <c:v>24.7</c:v>
                </c:pt>
                <c:pt idx="57497">
                  <c:v>24.7</c:v>
                </c:pt>
                <c:pt idx="57498">
                  <c:v>24.7</c:v>
                </c:pt>
                <c:pt idx="57499">
                  <c:v>24.7</c:v>
                </c:pt>
                <c:pt idx="57500">
                  <c:v>24.7</c:v>
                </c:pt>
                <c:pt idx="57501">
                  <c:v>24.7</c:v>
                </c:pt>
                <c:pt idx="57502">
                  <c:v>24.7</c:v>
                </c:pt>
                <c:pt idx="57503">
                  <c:v>24.7</c:v>
                </c:pt>
                <c:pt idx="57504">
                  <c:v>24.7</c:v>
                </c:pt>
                <c:pt idx="57505">
                  <c:v>24.7</c:v>
                </c:pt>
                <c:pt idx="57506">
                  <c:v>24.7</c:v>
                </c:pt>
                <c:pt idx="57507">
                  <c:v>24.7</c:v>
                </c:pt>
                <c:pt idx="57508">
                  <c:v>24.7</c:v>
                </c:pt>
                <c:pt idx="57509">
                  <c:v>24.7</c:v>
                </c:pt>
                <c:pt idx="57510">
                  <c:v>24.7</c:v>
                </c:pt>
                <c:pt idx="57511">
                  <c:v>24.7</c:v>
                </c:pt>
                <c:pt idx="57512">
                  <c:v>24.7</c:v>
                </c:pt>
                <c:pt idx="57513">
                  <c:v>24.7</c:v>
                </c:pt>
                <c:pt idx="57514">
                  <c:v>24.7</c:v>
                </c:pt>
                <c:pt idx="57515">
                  <c:v>24.7</c:v>
                </c:pt>
                <c:pt idx="57516">
                  <c:v>24.7</c:v>
                </c:pt>
                <c:pt idx="57517">
                  <c:v>24.7</c:v>
                </c:pt>
                <c:pt idx="57518">
                  <c:v>24.7</c:v>
                </c:pt>
                <c:pt idx="57519">
                  <c:v>24.7</c:v>
                </c:pt>
                <c:pt idx="57520">
                  <c:v>24.7</c:v>
                </c:pt>
                <c:pt idx="57521">
                  <c:v>24.7</c:v>
                </c:pt>
                <c:pt idx="57522">
                  <c:v>24.7</c:v>
                </c:pt>
                <c:pt idx="57523">
                  <c:v>24.7</c:v>
                </c:pt>
                <c:pt idx="57524">
                  <c:v>24.7</c:v>
                </c:pt>
                <c:pt idx="57525">
                  <c:v>24.7</c:v>
                </c:pt>
                <c:pt idx="57526">
                  <c:v>24.7</c:v>
                </c:pt>
                <c:pt idx="57527">
                  <c:v>24.7</c:v>
                </c:pt>
                <c:pt idx="57528">
                  <c:v>24.7</c:v>
                </c:pt>
                <c:pt idx="57529">
                  <c:v>24.7</c:v>
                </c:pt>
                <c:pt idx="57530">
                  <c:v>24.7</c:v>
                </c:pt>
                <c:pt idx="57531">
                  <c:v>24.7</c:v>
                </c:pt>
                <c:pt idx="57532">
                  <c:v>24.7</c:v>
                </c:pt>
                <c:pt idx="57533">
                  <c:v>24.7</c:v>
                </c:pt>
                <c:pt idx="57534">
                  <c:v>24.7</c:v>
                </c:pt>
                <c:pt idx="57535">
                  <c:v>24.7</c:v>
                </c:pt>
                <c:pt idx="57536">
                  <c:v>24.7</c:v>
                </c:pt>
                <c:pt idx="57537">
                  <c:v>24.7</c:v>
                </c:pt>
                <c:pt idx="57538">
                  <c:v>24.7</c:v>
                </c:pt>
                <c:pt idx="57539">
                  <c:v>24.7</c:v>
                </c:pt>
                <c:pt idx="57540">
                  <c:v>24.7</c:v>
                </c:pt>
                <c:pt idx="57541">
                  <c:v>24.7</c:v>
                </c:pt>
                <c:pt idx="57542">
                  <c:v>24.7</c:v>
                </c:pt>
                <c:pt idx="57543">
                  <c:v>24.7</c:v>
                </c:pt>
                <c:pt idx="57544">
                  <c:v>24.7</c:v>
                </c:pt>
                <c:pt idx="57545">
                  <c:v>24.7</c:v>
                </c:pt>
                <c:pt idx="57546">
                  <c:v>24.7</c:v>
                </c:pt>
                <c:pt idx="57547">
                  <c:v>24.7</c:v>
                </c:pt>
                <c:pt idx="57548">
                  <c:v>24.7</c:v>
                </c:pt>
                <c:pt idx="57549">
                  <c:v>24.7</c:v>
                </c:pt>
                <c:pt idx="57550">
                  <c:v>24.7</c:v>
                </c:pt>
                <c:pt idx="57551">
                  <c:v>24.7</c:v>
                </c:pt>
                <c:pt idx="57552">
                  <c:v>24.7</c:v>
                </c:pt>
                <c:pt idx="57553">
                  <c:v>24.7</c:v>
                </c:pt>
                <c:pt idx="57554">
                  <c:v>24.7</c:v>
                </c:pt>
                <c:pt idx="57555">
                  <c:v>24.7</c:v>
                </c:pt>
                <c:pt idx="57556">
                  <c:v>24.7</c:v>
                </c:pt>
                <c:pt idx="57557">
                  <c:v>24.7</c:v>
                </c:pt>
                <c:pt idx="57558">
                  <c:v>24.7</c:v>
                </c:pt>
                <c:pt idx="57559">
                  <c:v>24.7</c:v>
                </c:pt>
                <c:pt idx="57560">
                  <c:v>24.7</c:v>
                </c:pt>
                <c:pt idx="57561">
                  <c:v>24.7</c:v>
                </c:pt>
                <c:pt idx="57562">
                  <c:v>24.7</c:v>
                </c:pt>
                <c:pt idx="57563">
                  <c:v>24.7</c:v>
                </c:pt>
                <c:pt idx="57564">
                  <c:v>24.7</c:v>
                </c:pt>
                <c:pt idx="57565">
                  <c:v>24.7</c:v>
                </c:pt>
                <c:pt idx="57566">
                  <c:v>24.7</c:v>
                </c:pt>
                <c:pt idx="57567">
                  <c:v>24.7</c:v>
                </c:pt>
                <c:pt idx="57568">
                  <c:v>24.7</c:v>
                </c:pt>
                <c:pt idx="57569">
                  <c:v>24.7</c:v>
                </c:pt>
                <c:pt idx="57570">
                  <c:v>24.7</c:v>
                </c:pt>
                <c:pt idx="57571">
                  <c:v>24.7</c:v>
                </c:pt>
                <c:pt idx="57572">
                  <c:v>24.7</c:v>
                </c:pt>
                <c:pt idx="57573">
                  <c:v>24.7</c:v>
                </c:pt>
                <c:pt idx="57574">
                  <c:v>24.7</c:v>
                </c:pt>
                <c:pt idx="57575">
                  <c:v>24.7</c:v>
                </c:pt>
                <c:pt idx="57576">
                  <c:v>24.7</c:v>
                </c:pt>
                <c:pt idx="57577">
                  <c:v>24.7</c:v>
                </c:pt>
                <c:pt idx="57578">
                  <c:v>24.7</c:v>
                </c:pt>
                <c:pt idx="57579">
                  <c:v>24.7</c:v>
                </c:pt>
                <c:pt idx="57580">
                  <c:v>24.7</c:v>
                </c:pt>
                <c:pt idx="57581">
                  <c:v>24.7</c:v>
                </c:pt>
                <c:pt idx="57582">
                  <c:v>24.7</c:v>
                </c:pt>
                <c:pt idx="57583">
                  <c:v>24.7</c:v>
                </c:pt>
                <c:pt idx="57584">
                  <c:v>24.7</c:v>
                </c:pt>
                <c:pt idx="57585">
                  <c:v>24.7</c:v>
                </c:pt>
                <c:pt idx="57586">
                  <c:v>24.7</c:v>
                </c:pt>
                <c:pt idx="57587">
                  <c:v>24.7</c:v>
                </c:pt>
                <c:pt idx="57588">
                  <c:v>24.7</c:v>
                </c:pt>
                <c:pt idx="57589">
                  <c:v>24.7</c:v>
                </c:pt>
                <c:pt idx="57590">
                  <c:v>24.7</c:v>
                </c:pt>
                <c:pt idx="57591">
                  <c:v>24.7</c:v>
                </c:pt>
                <c:pt idx="57592">
                  <c:v>24.7</c:v>
                </c:pt>
                <c:pt idx="57593">
                  <c:v>24.7</c:v>
                </c:pt>
                <c:pt idx="57594">
                  <c:v>24.7</c:v>
                </c:pt>
                <c:pt idx="57595">
                  <c:v>24.7</c:v>
                </c:pt>
                <c:pt idx="57596">
                  <c:v>24.7</c:v>
                </c:pt>
                <c:pt idx="57597">
                  <c:v>24.7</c:v>
                </c:pt>
                <c:pt idx="57598">
                  <c:v>24.7</c:v>
                </c:pt>
                <c:pt idx="57599">
                  <c:v>24.7</c:v>
                </c:pt>
                <c:pt idx="57600">
                  <c:v>24.7</c:v>
                </c:pt>
                <c:pt idx="57601">
                  <c:v>24.7</c:v>
                </c:pt>
                <c:pt idx="57602">
                  <c:v>24.7</c:v>
                </c:pt>
                <c:pt idx="57603">
                  <c:v>24.7</c:v>
                </c:pt>
                <c:pt idx="57604">
                  <c:v>24.7</c:v>
                </c:pt>
                <c:pt idx="57605">
                  <c:v>24.7</c:v>
                </c:pt>
                <c:pt idx="57606">
                  <c:v>24.7</c:v>
                </c:pt>
                <c:pt idx="57607">
                  <c:v>24.7</c:v>
                </c:pt>
                <c:pt idx="57608">
                  <c:v>24.7</c:v>
                </c:pt>
                <c:pt idx="57609">
                  <c:v>24.7</c:v>
                </c:pt>
                <c:pt idx="57610">
                  <c:v>24.7</c:v>
                </c:pt>
                <c:pt idx="57611">
                  <c:v>24.7</c:v>
                </c:pt>
                <c:pt idx="57612">
                  <c:v>24.7</c:v>
                </c:pt>
                <c:pt idx="57613">
                  <c:v>24.7</c:v>
                </c:pt>
                <c:pt idx="57614">
                  <c:v>24.7</c:v>
                </c:pt>
                <c:pt idx="57615">
                  <c:v>24.7</c:v>
                </c:pt>
                <c:pt idx="57616">
                  <c:v>24.7</c:v>
                </c:pt>
                <c:pt idx="57617">
                  <c:v>24.7</c:v>
                </c:pt>
                <c:pt idx="57618">
                  <c:v>24.7</c:v>
                </c:pt>
                <c:pt idx="57619">
                  <c:v>24.7</c:v>
                </c:pt>
                <c:pt idx="57620">
                  <c:v>24.7</c:v>
                </c:pt>
                <c:pt idx="57621">
                  <c:v>24.7</c:v>
                </c:pt>
                <c:pt idx="57622">
                  <c:v>24.7</c:v>
                </c:pt>
                <c:pt idx="57623">
                  <c:v>24.7</c:v>
                </c:pt>
                <c:pt idx="57624">
                  <c:v>24.7</c:v>
                </c:pt>
                <c:pt idx="57625">
                  <c:v>24.7</c:v>
                </c:pt>
                <c:pt idx="57626">
                  <c:v>24.7</c:v>
                </c:pt>
                <c:pt idx="57627">
                  <c:v>24.7</c:v>
                </c:pt>
                <c:pt idx="57628">
                  <c:v>24.7</c:v>
                </c:pt>
                <c:pt idx="57629">
                  <c:v>24.7</c:v>
                </c:pt>
                <c:pt idx="57630">
                  <c:v>24.7</c:v>
                </c:pt>
                <c:pt idx="57631">
                  <c:v>24.7</c:v>
                </c:pt>
                <c:pt idx="57632">
                  <c:v>24.7</c:v>
                </c:pt>
                <c:pt idx="57633">
                  <c:v>24.7</c:v>
                </c:pt>
                <c:pt idx="57634">
                  <c:v>24.7</c:v>
                </c:pt>
                <c:pt idx="57635">
                  <c:v>24.7</c:v>
                </c:pt>
                <c:pt idx="57636">
                  <c:v>24.7</c:v>
                </c:pt>
                <c:pt idx="57637">
                  <c:v>24.7</c:v>
                </c:pt>
                <c:pt idx="57638">
                  <c:v>24.7</c:v>
                </c:pt>
                <c:pt idx="57639">
                  <c:v>24.7</c:v>
                </c:pt>
                <c:pt idx="57640">
                  <c:v>24.7</c:v>
                </c:pt>
                <c:pt idx="57641">
                  <c:v>24.7</c:v>
                </c:pt>
                <c:pt idx="57642">
                  <c:v>24.7</c:v>
                </c:pt>
                <c:pt idx="57643">
                  <c:v>24.7</c:v>
                </c:pt>
                <c:pt idx="57644">
                  <c:v>24.7</c:v>
                </c:pt>
                <c:pt idx="57645">
                  <c:v>24.7</c:v>
                </c:pt>
                <c:pt idx="57646">
                  <c:v>24.7</c:v>
                </c:pt>
                <c:pt idx="57647">
                  <c:v>24.7</c:v>
                </c:pt>
                <c:pt idx="57648">
                  <c:v>24.7</c:v>
                </c:pt>
                <c:pt idx="57649">
                  <c:v>24.7</c:v>
                </c:pt>
                <c:pt idx="57650">
                  <c:v>24.7</c:v>
                </c:pt>
                <c:pt idx="57651">
                  <c:v>24.7</c:v>
                </c:pt>
                <c:pt idx="57652">
                  <c:v>24.7</c:v>
                </c:pt>
                <c:pt idx="57653">
                  <c:v>24.7</c:v>
                </c:pt>
                <c:pt idx="57654">
                  <c:v>24.7</c:v>
                </c:pt>
                <c:pt idx="57655">
                  <c:v>24.7</c:v>
                </c:pt>
                <c:pt idx="57656">
                  <c:v>24.7</c:v>
                </c:pt>
                <c:pt idx="57657">
                  <c:v>24.7</c:v>
                </c:pt>
                <c:pt idx="57658">
                  <c:v>24.7</c:v>
                </c:pt>
                <c:pt idx="57659">
                  <c:v>24.7</c:v>
                </c:pt>
                <c:pt idx="57660">
                  <c:v>24.7</c:v>
                </c:pt>
                <c:pt idx="57661">
                  <c:v>24.7</c:v>
                </c:pt>
                <c:pt idx="57662">
                  <c:v>24.7</c:v>
                </c:pt>
                <c:pt idx="57663">
                  <c:v>24.7</c:v>
                </c:pt>
                <c:pt idx="57664">
                  <c:v>24.7</c:v>
                </c:pt>
                <c:pt idx="57665">
                  <c:v>24.7</c:v>
                </c:pt>
                <c:pt idx="57666">
                  <c:v>24.7</c:v>
                </c:pt>
                <c:pt idx="57667">
                  <c:v>24.7</c:v>
                </c:pt>
                <c:pt idx="57668">
                  <c:v>24.7</c:v>
                </c:pt>
                <c:pt idx="57669">
                  <c:v>24.7</c:v>
                </c:pt>
                <c:pt idx="57670">
                  <c:v>24.7</c:v>
                </c:pt>
                <c:pt idx="57671">
                  <c:v>24.7</c:v>
                </c:pt>
                <c:pt idx="57672">
                  <c:v>24.7</c:v>
                </c:pt>
                <c:pt idx="57673">
                  <c:v>24.7</c:v>
                </c:pt>
                <c:pt idx="57674">
                  <c:v>24.7</c:v>
                </c:pt>
                <c:pt idx="57675">
                  <c:v>24.7</c:v>
                </c:pt>
                <c:pt idx="57676">
                  <c:v>24.7</c:v>
                </c:pt>
                <c:pt idx="57677">
                  <c:v>24.7</c:v>
                </c:pt>
                <c:pt idx="57678">
                  <c:v>24.7</c:v>
                </c:pt>
                <c:pt idx="57679">
                  <c:v>24.7</c:v>
                </c:pt>
                <c:pt idx="57680">
                  <c:v>24.7</c:v>
                </c:pt>
                <c:pt idx="57681">
                  <c:v>24.7</c:v>
                </c:pt>
                <c:pt idx="57682">
                  <c:v>24.7</c:v>
                </c:pt>
                <c:pt idx="57683">
                  <c:v>24.7</c:v>
                </c:pt>
                <c:pt idx="57684">
                  <c:v>24.7</c:v>
                </c:pt>
                <c:pt idx="57685">
                  <c:v>24.7</c:v>
                </c:pt>
                <c:pt idx="57686">
                  <c:v>24.7</c:v>
                </c:pt>
                <c:pt idx="57687">
                  <c:v>24.7</c:v>
                </c:pt>
                <c:pt idx="57688">
                  <c:v>24.7</c:v>
                </c:pt>
                <c:pt idx="57689">
                  <c:v>24.7</c:v>
                </c:pt>
                <c:pt idx="57690">
                  <c:v>24.7</c:v>
                </c:pt>
                <c:pt idx="57691">
                  <c:v>24.7</c:v>
                </c:pt>
                <c:pt idx="57692">
                  <c:v>24.7</c:v>
                </c:pt>
                <c:pt idx="57693">
                  <c:v>24.7</c:v>
                </c:pt>
                <c:pt idx="57694">
                  <c:v>24.7</c:v>
                </c:pt>
                <c:pt idx="57695">
                  <c:v>24.7</c:v>
                </c:pt>
                <c:pt idx="57696">
                  <c:v>24.7</c:v>
                </c:pt>
                <c:pt idx="57697">
                  <c:v>24.7</c:v>
                </c:pt>
                <c:pt idx="57698">
                  <c:v>24.7</c:v>
                </c:pt>
                <c:pt idx="57699">
                  <c:v>24.7</c:v>
                </c:pt>
                <c:pt idx="57700">
                  <c:v>24.7</c:v>
                </c:pt>
                <c:pt idx="57701">
                  <c:v>24.7</c:v>
                </c:pt>
                <c:pt idx="57702">
                  <c:v>24.7</c:v>
                </c:pt>
                <c:pt idx="57703">
                  <c:v>24.7</c:v>
                </c:pt>
                <c:pt idx="57704">
                  <c:v>24.7</c:v>
                </c:pt>
                <c:pt idx="57705">
                  <c:v>24.7</c:v>
                </c:pt>
                <c:pt idx="57706">
                  <c:v>24.7</c:v>
                </c:pt>
                <c:pt idx="57707">
                  <c:v>24.7</c:v>
                </c:pt>
                <c:pt idx="57708">
                  <c:v>24.7</c:v>
                </c:pt>
                <c:pt idx="57709">
                  <c:v>24.7</c:v>
                </c:pt>
                <c:pt idx="57710">
                  <c:v>24.7</c:v>
                </c:pt>
                <c:pt idx="57711">
                  <c:v>24.7</c:v>
                </c:pt>
                <c:pt idx="57712">
                  <c:v>24.7</c:v>
                </c:pt>
                <c:pt idx="57713">
                  <c:v>24.7</c:v>
                </c:pt>
                <c:pt idx="57714">
                  <c:v>24.7</c:v>
                </c:pt>
                <c:pt idx="57715">
                  <c:v>24.7</c:v>
                </c:pt>
                <c:pt idx="57716">
                  <c:v>24.7</c:v>
                </c:pt>
                <c:pt idx="57717">
                  <c:v>24.7</c:v>
                </c:pt>
                <c:pt idx="57718">
                  <c:v>24.7</c:v>
                </c:pt>
                <c:pt idx="57719">
                  <c:v>24.7</c:v>
                </c:pt>
                <c:pt idx="57720">
                  <c:v>24.7</c:v>
                </c:pt>
                <c:pt idx="57721">
                  <c:v>24.7</c:v>
                </c:pt>
                <c:pt idx="57722">
                  <c:v>24.7</c:v>
                </c:pt>
                <c:pt idx="57723">
                  <c:v>24.7</c:v>
                </c:pt>
                <c:pt idx="57724">
                  <c:v>24.7</c:v>
                </c:pt>
                <c:pt idx="57725">
                  <c:v>24.7</c:v>
                </c:pt>
                <c:pt idx="57726">
                  <c:v>24.7</c:v>
                </c:pt>
                <c:pt idx="57727">
                  <c:v>24.7</c:v>
                </c:pt>
                <c:pt idx="57728">
                  <c:v>24.7</c:v>
                </c:pt>
                <c:pt idx="57729">
                  <c:v>24.7</c:v>
                </c:pt>
                <c:pt idx="57730">
                  <c:v>24.7</c:v>
                </c:pt>
                <c:pt idx="57731">
                  <c:v>24.7</c:v>
                </c:pt>
                <c:pt idx="57732">
                  <c:v>24.7</c:v>
                </c:pt>
                <c:pt idx="57733">
                  <c:v>24.7</c:v>
                </c:pt>
                <c:pt idx="57734">
                  <c:v>24.7</c:v>
                </c:pt>
                <c:pt idx="57735">
                  <c:v>24.7</c:v>
                </c:pt>
                <c:pt idx="57736">
                  <c:v>24.7</c:v>
                </c:pt>
                <c:pt idx="57737">
                  <c:v>24.7</c:v>
                </c:pt>
                <c:pt idx="57738">
                  <c:v>24.7</c:v>
                </c:pt>
                <c:pt idx="57739">
                  <c:v>24.7</c:v>
                </c:pt>
                <c:pt idx="57740">
                  <c:v>24.7</c:v>
                </c:pt>
                <c:pt idx="57741">
                  <c:v>24.7</c:v>
                </c:pt>
                <c:pt idx="57742">
                  <c:v>24.7</c:v>
                </c:pt>
                <c:pt idx="57743">
                  <c:v>24.7</c:v>
                </c:pt>
                <c:pt idx="57744">
                  <c:v>24.7</c:v>
                </c:pt>
                <c:pt idx="57745">
                  <c:v>24.7</c:v>
                </c:pt>
                <c:pt idx="57746">
                  <c:v>24.7</c:v>
                </c:pt>
                <c:pt idx="57747">
                  <c:v>24.7</c:v>
                </c:pt>
                <c:pt idx="57748">
                  <c:v>24.7</c:v>
                </c:pt>
                <c:pt idx="57749">
                  <c:v>24.7</c:v>
                </c:pt>
                <c:pt idx="57750">
                  <c:v>24.7</c:v>
                </c:pt>
                <c:pt idx="57751">
                  <c:v>24.7</c:v>
                </c:pt>
                <c:pt idx="57752">
                  <c:v>24.7</c:v>
                </c:pt>
                <c:pt idx="57753">
                  <c:v>24.7</c:v>
                </c:pt>
                <c:pt idx="57754">
                  <c:v>24.7</c:v>
                </c:pt>
                <c:pt idx="57755">
                  <c:v>24.7</c:v>
                </c:pt>
                <c:pt idx="57756">
                  <c:v>24.7</c:v>
                </c:pt>
                <c:pt idx="57757">
                  <c:v>24.7</c:v>
                </c:pt>
                <c:pt idx="57758">
                  <c:v>24.7</c:v>
                </c:pt>
                <c:pt idx="57759">
                  <c:v>24.7</c:v>
                </c:pt>
                <c:pt idx="57760">
                  <c:v>24.7</c:v>
                </c:pt>
                <c:pt idx="57761">
                  <c:v>24.7</c:v>
                </c:pt>
                <c:pt idx="57762">
                  <c:v>24.7</c:v>
                </c:pt>
                <c:pt idx="57763">
                  <c:v>24.7</c:v>
                </c:pt>
                <c:pt idx="57764">
                  <c:v>24.7</c:v>
                </c:pt>
                <c:pt idx="57765">
                  <c:v>24.7</c:v>
                </c:pt>
                <c:pt idx="57766">
                  <c:v>24.7</c:v>
                </c:pt>
                <c:pt idx="57767">
                  <c:v>24.7</c:v>
                </c:pt>
                <c:pt idx="57768">
                  <c:v>24.7</c:v>
                </c:pt>
                <c:pt idx="57769">
                  <c:v>24.7</c:v>
                </c:pt>
                <c:pt idx="57770">
                  <c:v>24.7</c:v>
                </c:pt>
                <c:pt idx="57771">
                  <c:v>24.7</c:v>
                </c:pt>
                <c:pt idx="57772">
                  <c:v>24.7</c:v>
                </c:pt>
                <c:pt idx="57773">
                  <c:v>24.7</c:v>
                </c:pt>
                <c:pt idx="57774">
                  <c:v>24.7</c:v>
                </c:pt>
                <c:pt idx="57775">
                  <c:v>24.7</c:v>
                </c:pt>
                <c:pt idx="57776">
                  <c:v>24.7</c:v>
                </c:pt>
                <c:pt idx="57777">
                  <c:v>24.7</c:v>
                </c:pt>
                <c:pt idx="57778">
                  <c:v>24.7</c:v>
                </c:pt>
                <c:pt idx="57779">
                  <c:v>24.7</c:v>
                </c:pt>
                <c:pt idx="57780">
                  <c:v>24.7</c:v>
                </c:pt>
                <c:pt idx="57781">
                  <c:v>24.7</c:v>
                </c:pt>
                <c:pt idx="57782">
                  <c:v>24.7</c:v>
                </c:pt>
                <c:pt idx="57783">
                  <c:v>24.7</c:v>
                </c:pt>
                <c:pt idx="57784">
                  <c:v>24.7</c:v>
                </c:pt>
                <c:pt idx="57785">
                  <c:v>24.7</c:v>
                </c:pt>
                <c:pt idx="57786">
                  <c:v>24.7</c:v>
                </c:pt>
                <c:pt idx="57787">
                  <c:v>24.7</c:v>
                </c:pt>
                <c:pt idx="57788">
                  <c:v>24.7</c:v>
                </c:pt>
                <c:pt idx="57789">
                  <c:v>24.7</c:v>
                </c:pt>
                <c:pt idx="57790">
                  <c:v>24.7</c:v>
                </c:pt>
                <c:pt idx="57791">
                  <c:v>24.7</c:v>
                </c:pt>
                <c:pt idx="57792">
                  <c:v>24.7</c:v>
                </c:pt>
                <c:pt idx="57793">
                  <c:v>24.7</c:v>
                </c:pt>
                <c:pt idx="57794">
                  <c:v>24.7</c:v>
                </c:pt>
                <c:pt idx="57795">
                  <c:v>24.7</c:v>
                </c:pt>
                <c:pt idx="57796">
                  <c:v>24.7</c:v>
                </c:pt>
                <c:pt idx="57797">
                  <c:v>24.7</c:v>
                </c:pt>
                <c:pt idx="57798">
                  <c:v>24.7</c:v>
                </c:pt>
                <c:pt idx="57799">
                  <c:v>24.7</c:v>
                </c:pt>
                <c:pt idx="57800">
                  <c:v>24.7</c:v>
                </c:pt>
                <c:pt idx="57801">
                  <c:v>24.7</c:v>
                </c:pt>
                <c:pt idx="57802">
                  <c:v>24.7</c:v>
                </c:pt>
                <c:pt idx="57803">
                  <c:v>24.7</c:v>
                </c:pt>
                <c:pt idx="57804">
                  <c:v>24.7</c:v>
                </c:pt>
                <c:pt idx="57805">
                  <c:v>24.7</c:v>
                </c:pt>
                <c:pt idx="57806">
                  <c:v>24.7</c:v>
                </c:pt>
                <c:pt idx="57807">
                  <c:v>24.7</c:v>
                </c:pt>
                <c:pt idx="57808">
                  <c:v>24.7</c:v>
                </c:pt>
                <c:pt idx="57809">
                  <c:v>24.7</c:v>
                </c:pt>
                <c:pt idx="57810">
                  <c:v>24.7</c:v>
                </c:pt>
                <c:pt idx="57811">
                  <c:v>24.7</c:v>
                </c:pt>
                <c:pt idx="57812">
                  <c:v>24.7</c:v>
                </c:pt>
                <c:pt idx="57813">
                  <c:v>24.7</c:v>
                </c:pt>
                <c:pt idx="57814">
                  <c:v>24.7</c:v>
                </c:pt>
                <c:pt idx="57815">
                  <c:v>24.7</c:v>
                </c:pt>
                <c:pt idx="57816">
                  <c:v>24.7</c:v>
                </c:pt>
                <c:pt idx="57817">
                  <c:v>24.7</c:v>
                </c:pt>
                <c:pt idx="57818">
                  <c:v>24.7</c:v>
                </c:pt>
                <c:pt idx="57819">
                  <c:v>24.7</c:v>
                </c:pt>
                <c:pt idx="57820">
                  <c:v>24.7</c:v>
                </c:pt>
                <c:pt idx="57821">
                  <c:v>24.7</c:v>
                </c:pt>
                <c:pt idx="57822">
                  <c:v>24.7</c:v>
                </c:pt>
                <c:pt idx="57823">
                  <c:v>24.7</c:v>
                </c:pt>
                <c:pt idx="57824">
                  <c:v>24.7</c:v>
                </c:pt>
                <c:pt idx="57825">
                  <c:v>24.7</c:v>
                </c:pt>
                <c:pt idx="57826">
                  <c:v>24.7</c:v>
                </c:pt>
                <c:pt idx="57827">
                  <c:v>24.7</c:v>
                </c:pt>
                <c:pt idx="57828">
                  <c:v>24.7</c:v>
                </c:pt>
                <c:pt idx="57829">
                  <c:v>24.7</c:v>
                </c:pt>
                <c:pt idx="57830">
                  <c:v>24.7</c:v>
                </c:pt>
                <c:pt idx="57831">
                  <c:v>24.7</c:v>
                </c:pt>
                <c:pt idx="57832">
                  <c:v>24.7</c:v>
                </c:pt>
                <c:pt idx="57833">
                  <c:v>24.7</c:v>
                </c:pt>
                <c:pt idx="57834">
                  <c:v>24.7</c:v>
                </c:pt>
                <c:pt idx="57835">
                  <c:v>24.7</c:v>
                </c:pt>
                <c:pt idx="57836">
                  <c:v>24.7</c:v>
                </c:pt>
                <c:pt idx="57837">
                  <c:v>24.7</c:v>
                </c:pt>
                <c:pt idx="57838">
                  <c:v>24.7</c:v>
                </c:pt>
                <c:pt idx="57839">
                  <c:v>24.7</c:v>
                </c:pt>
                <c:pt idx="57840">
                  <c:v>24.7</c:v>
                </c:pt>
                <c:pt idx="57841">
                  <c:v>24.7</c:v>
                </c:pt>
                <c:pt idx="57842">
                  <c:v>24.7</c:v>
                </c:pt>
                <c:pt idx="57843">
                  <c:v>24.7</c:v>
                </c:pt>
                <c:pt idx="57844">
                  <c:v>24.7</c:v>
                </c:pt>
                <c:pt idx="57845">
                  <c:v>24.7</c:v>
                </c:pt>
                <c:pt idx="57846">
                  <c:v>24.7</c:v>
                </c:pt>
                <c:pt idx="57847">
                  <c:v>24.7</c:v>
                </c:pt>
                <c:pt idx="57848">
                  <c:v>24.7</c:v>
                </c:pt>
                <c:pt idx="57849">
                  <c:v>24.7</c:v>
                </c:pt>
                <c:pt idx="57850">
                  <c:v>24.7</c:v>
                </c:pt>
                <c:pt idx="57851">
                  <c:v>24.7</c:v>
                </c:pt>
                <c:pt idx="57852">
                  <c:v>24.7</c:v>
                </c:pt>
                <c:pt idx="57853">
                  <c:v>24.7</c:v>
                </c:pt>
                <c:pt idx="57854">
                  <c:v>24.7</c:v>
                </c:pt>
                <c:pt idx="57855">
                  <c:v>24.7</c:v>
                </c:pt>
                <c:pt idx="57856">
                  <c:v>24.7</c:v>
                </c:pt>
                <c:pt idx="57857">
                  <c:v>24.7</c:v>
                </c:pt>
                <c:pt idx="57858">
                  <c:v>24.7</c:v>
                </c:pt>
                <c:pt idx="57859">
                  <c:v>24.7</c:v>
                </c:pt>
                <c:pt idx="57860">
                  <c:v>24.7</c:v>
                </c:pt>
                <c:pt idx="57861">
                  <c:v>24.7</c:v>
                </c:pt>
                <c:pt idx="57862">
                  <c:v>24.7</c:v>
                </c:pt>
                <c:pt idx="57863">
                  <c:v>24.7</c:v>
                </c:pt>
                <c:pt idx="57864">
                  <c:v>24.7</c:v>
                </c:pt>
                <c:pt idx="57865">
                  <c:v>24.7</c:v>
                </c:pt>
                <c:pt idx="57866">
                  <c:v>24.7</c:v>
                </c:pt>
                <c:pt idx="57867">
                  <c:v>24.7</c:v>
                </c:pt>
                <c:pt idx="57868">
                  <c:v>24.7</c:v>
                </c:pt>
                <c:pt idx="57869">
                  <c:v>24.7</c:v>
                </c:pt>
                <c:pt idx="57870">
                  <c:v>24.7</c:v>
                </c:pt>
                <c:pt idx="57871">
                  <c:v>24.7</c:v>
                </c:pt>
                <c:pt idx="57872">
                  <c:v>24.7</c:v>
                </c:pt>
                <c:pt idx="57873">
                  <c:v>24.7</c:v>
                </c:pt>
                <c:pt idx="57874">
                  <c:v>24.7</c:v>
                </c:pt>
                <c:pt idx="57875">
                  <c:v>24.7</c:v>
                </c:pt>
                <c:pt idx="57876">
                  <c:v>24.7</c:v>
                </c:pt>
                <c:pt idx="57877">
                  <c:v>24.7</c:v>
                </c:pt>
                <c:pt idx="57878">
                  <c:v>24.7</c:v>
                </c:pt>
                <c:pt idx="57879">
                  <c:v>24.7</c:v>
                </c:pt>
                <c:pt idx="57880">
                  <c:v>24.7</c:v>
                </c:pt>
                <c:pt idx="57881">
                  <c:v>24.7</c:v>
                </c:pt>
                <c:pt idx="57882">
                  <c:v>24.7</c:v>
                </c:pt>
                <c:pt idx="57883">
                  <c:v>24.7</c:v>
                </c:pt>
                <c:pt idx="57884">
                  <c:v>24.7</c:v>
                </c:pt>
                <c:pt idx="57885">
                  <c:v>24.7</c:v>
                </c:pt>
                <c:pt idx="57886">
                  <c:v>24.7</c:v>
                </c:pt>
                <c:pt idx="57887">
                  <c:v>24.7</c:v>
                </c:pt>
                <c:pt idx="57888">
                  <c:v>24.7</c:v>
                </c:pt>
                <c:pt idx="57889">
                  <c:v>24.7</c:v>
                </c:pt>
                <c:pt idx="57890">
                  <c:v>24.7</c:v>
                </c:pt>
                <c:pt idx="57891">
                  <c:v>24.7</c:v>
                </c:pt>
                <c:pt idx="57892">
                  <c:v>24.7</c:v>
                </c:pt>
                <c:pt idx="57893">
                  <c:v>24.7</c:v>
                </c:pt>
                <c:pt idx="57894">
                  <c:v>24.7</c:v>
                </c:pt>
                <c:pt idx="57895">
                  <c:v>24.7</c:v>
                </c:pt>
                <c:pt idx="57896">
                  <c:v>24.7</c:v>
                </c:pt>
                <c:pt idx="57897">
                  <c:v>24.7</c:v>
                </c:pt>
                <c:pt idx="57898">
                  <c:v>24.7</c:v>
                </c:pt>
                <c:pt idx="57899">
                  <c:v>24.7</c:v>
                </c:pt>
                <c:pt idx="57900">
                  <c:v>24.7</c:v>
                </c:pt>
                <c:pt idx="57901">
                  <c:v>24.7</c:v>
                </c:pt>
                <c:pt idx="57902">
                  <c:v>24.7</c:v>
                </c:pt>
                <c:pt idx="57903">
                  <c:v>24.7</c:v>
                </c:pt>
                <c:pt idx="57904">
                  <c:v>24.7</c:v>
                </c:pt>
                <c:pt idx="57905">
                  <c:v>24.7</c:v>
                </c:pt>
                <c:pt idx="57906">
                  <c:v>24.7</c:v>
                </c:pt>
                <c:pt idx="57907">
                  <c:v>24.7</c:v>
                </c:pt>
                <c:pt idx="57908">
                  <c:v>24.7</c:v>
                </c:pt>
                <c:pt idx="57909">
                  <c:v>24.7</c:v>
                </c:pt>
                <c:pt idx="57910">
                  <c:v>24.7</c:v>
                </c:pt>
                <c:pt idx="57911">
                  <c:v>24.7</c:v>
                </c:pt>
                <c:pt idx="57912">
                  <c:v>24.7</c:v>
                </c:pt>
                <c:pt idx="57913">
                  <c:v>24.7</c:v>
                </c:pt>
                <c:pt idx="57914">
                  <c:v>24.7</c:v>
                </c:pt>
                <c:pt idx="57915">
                  <c:v>24.7</c:v>
                </c:pt>
                <c:pt idx="57916">
                  <c:v>24.7</c:v>
                </c:pt>
                <c:pt idx="57917">
                  <c:v>24.7</c:v>
                </c:pt>
                <c:pt idx="57918">
                  <c:v>24.7</c:v>
                </c:pt>
                <c:pt idx="57919">
                  <c:v>24.7</c:v>
                </c:pt>
                <c:pt idx="57920">
                  <c:v>24.7</c:v>
                </c:pt>
                <c:pt idx="57921">
                  <c:v>24.7</c:v>
                </c:pt>
                <c:pt idx="57922">
                  <c:v>24.7</c:v>
                </c:pt>
                <c:pt idx="57923">
                  <c:v>24.7</c:v>
                </c:pt>
                <c:pt idx="57924">
                  <c:v>24.7</c:v>
                </c:pt>
                <c:pt idx="57925">
                  <c:v>24.7</c:v>
                </c:pt>
                <c:pt idx="57926">
                  <c:v>24.7</c:v>
                </c:pt>
                <c:pt idx="57927">
                  <c:v>24.7</c:v>
                </c:pt>
                <c:pt idx="57928">
                  <c:v>24.7</c:v>
                </c:pt>
                <c:pt idx="57929">
                  <c:v>24.7</c:v>
                </c:pt>
                <c:pt idx="57930">
                  <c:v>24.7</c:v>
                </c:pt>
                <c:pt idx="57931">
                  <c:v>24.7</c:v>
                </c:pt>
                <c:pt idx="57932">
                  <c:v>24.7</c:v>
                </c:pt>
                <c:pt idx="57933">
                  <c:v>24.7</c:v>
                </c:pt>
                <c:pt idx="57934">
                  <c:v>24.7</c:v>
                </c:pt>
                <c:pt idx="57935">
                  <c:v>24.7</c:v>
                </c:pt>
                <c:pt idx="57936">
                  <c:v>24.7</c:v>
                </c:pt>
                <c:pt idx="57937">
                  <c:v>24.7</c:v>
                </c:pt>
                <c:pt idx="57938">
                  <c:v>24.7</c:v>
                </c:pt>
                <c:pt idx="57939">
                  <c:v>24.7</c:v>
                </c:pt>
                <c:pt idx="57940">
                  <c:v>24.7</c:v>
                </c:pt>
                <c:pt idx="57941">
                  <c:v>24.7</c:v>
                </c:pt>
                <c:pt idx="57942">
                  <c:v>24.7</c:v>
                </c:pt>
                <c:pt idx="57943">
                  <c:v>24.7</c:v>
                </c:pt>
                <c:pt idx="57944">
                  <c:v>24.7</c:v>
                </c:pt>
                <c:pt idx="57945">
                  <c:v>24.7</c:v>
                </c:pt>
                <c:pt idx="57946">
                  <c:v>24.7</c:v>
                </c:pt>
                <c:pt idx="57947">
                  <c:v>24.7</c:v>
                </c:pt>
                <c:pt idx="57948">
                  <c:v>24.7</c:v>
                </c:pt>
                <c:pt idx="57949">
                  <c:v>24.7</c:v>
                </c:pt>
                <c:pt idx="57950">
                  <c:v>24.7</c:v>
                </c:pt>
                <c:pt idx="57951">
                  <c:v>24.7</c:v>
                </c:pt>
                <c:pt idx="57952">
                  <c:v>24.7</c:v>
                </c:pt>
                <c:pt idx="57953">
                  <c:v>24.7</c:v>
                </c:pt>
                <c:pt idx="57954">
                  <c:v>24.7</c:v>
                </c:pt>
                <c:pt idx="57955">
                  <c:v>24.7</c:v>
                </c:pt>
                <c:pt idx="57956">
                  <c:v>24.7</c:v>
                </c:pt>
                <c:pt idx="57957">
                  <c:v>24.7</c:v>
                </c:pt>
                <c:pt idx="57958">
                  <c:v>24.7</c:v>
                </c:pt>
                <c:pt idx="57959">
                  <c:v>24.7</c:v>
                </c:pt>
                <c:pt idx="57960">
                  <c:v>24.7</c:v>
                </c:pt>
                <c:pt idx="57961">
                  <c:v>24.7</c:v>
                </c:pt>
                <c:pt idx="57962">
                  <c:v>24.7</c:v>
                </c:pt>
                <c:pt idx="57963">
                  <c:v>24.7</c:v>
                </c:pt>
                <c:pt idx="57964">
                  <c:v>24.7</c:v>
                </c:pt>
                <c:pt idx="57965">
                  <c:v>24.7</c:v>
                </c:pt>
                <c:pt idx="57966">
                  <c:v>24.7</c:v>
                </c:pt>
                <c:pt idx="57967">
                  <c:v>24.7</c:v>
                </c:pt>
                <c:pt idx="57968">
                  <c:v>24.7</c:v>
                </c:pt>
                <c:pt idx="57969">
                  <c:v>24.7</c:v>
                </c:pt>
                <c:pt idx="57970">
                  <c:v>24.7</c:v>
                </c:pt>
                <c:pt idx="57971">
                  <c:v>24.7</c:v>
                </c:pt>
                <c:pt idx="57972">
                  <c:v>24.7</c:v>
                </c:pt>
                <c:pt idx="57973">
                  <c:v>24.7</c:v>
                </c:pt>
                <c:pt idx="57974">
                  <c:v>24.7</c:v>
                </c:pt>
                <c:pt idx="57975">
                  <c:v>24.7</c:v>
                </c:pt>
                <c:pt idx="57976">
                  <c:v>24.7</c:v>
                </c:pt>
                <c:pt idx="57977">
                  <c:v>24.7</c:v>
                </c:pt>
                <c:pt idx="57978">
                  <c:v>24.7</c:v>
                </c:pt>
                <c:pt idx="57979">
                  <c:v>24.7</c:v>
                </c:pt>
                <c:pt idx="57980">
                  <c:v>24.7</c:v>
                </c:pt>
                <c:pt idx="57981">
                  <c:v>24.7</c:v>
                </c:pt>
                <c:pt idx="57982">
                  <c:v>24.7</c:v>
                </c:pt>
                <c:pt idx="57983">
                  <c:v>24.7</c:v>
                </c:pt>
                <c:pt idx="57984">
                  <c:v>24.7</c:v>
                </c:pt>
                <c:pt idx="57985">
                  <c:v>24.7</c:v>
                </c:pt>
                <c:pt idx="57986">
                  <c:v>24.7</c:v>
                </c:pt>
                <c:pt idx="57987">
                  <c:v>24.7</c:v>
                </c:pt>
                <c:pt idx="57988">
                  <c:v>24.7</c:v>
                </c:pt>
                <c:pt idx="57989">
                  <c:v>24.7</c:v>
                </c:pt>
                <c:pt idx="57990">
                  <c:v>24.7</c:v>
                </c:pt>
                <c:pt idx="57991">
                  <c:v>24.7</c:v>
                </c:pt>
                <c:pt idx="57992">
                  <c:v>24.7</c:v>
                </c:pt>
                <c:pt idx="57993">
                  <c:v>24.7</c:v>
                </c:pt>
                <c:pt idx="57994">
                  <c:v>24.7</c:v>
                </c:pt>
                <c:pt idx="57995">
                  <c:v>24.7</c:v>
                </c:pt>
                <c:pt idx="57996">
                  <c:v>24.7</c:v>
                </c:pt>
                <c:pt idx="57997">
                  <c:v>24.7</c:v>
                </c:pt>
                <c:pt idx="57998">
                  <c:v>24.7</c:v>
                </c:pt>
                <c:pt idx="57999">
                  <c:v>24.7</c:v>
                </c:pt>
                <c:pt idx="58000">
                  <c:v>24.7</c:v>
                </c:pt>
                <c:pt idx="58001">
                  <c:v>24.7</c:v>
                </c:pt>
                <c:pt idx="58002">
                  <c:v>24.7</c:v>
                </c:pt>
                <c:pt idx="58003">
                  <c:v>24.7</c:v>
                </c:pt>
                <c:pt idx="58004">
                  <c:v>24.7</c:v>
                </c:pt>
                <c:pt idx="58005">
                  <c:v>24.7</c:v>
                </c:pt>
                <c:pt idx="58006">
                  <c:v>24.7</c:v>
                </c:pt>
                <c:pt idx="58007">
                  <c:v>24.7</c:v>
                </c:pt>
                <c:pt idx="58008">
                  <c:v>24.7</c:v>
                </c:pt>
                <c:pt idx="58009">
                  <c:v>24.7</c:v>
                </c:pt>
                <c:pt idx="58010">
                  <c:v>24.7</c:v>
                </c:pt>
                <c:pt idx="58011">
                  <c:v>24.7</c:v>
                </c:pt>
                <c:pt idx="58012">
                  <c:v>24.7</c:v>
                </c:pt>
                <c:pt idx="58013">
                  <c:v>24.7</c:v>
                </c:pt>
                <c:pt idx="58014">
                  <c:v>24.7</c:v>
                </c:pt>
                <c:pt idx="58015">
                  <c:v>24.7</c:v>
                </c:pt>
                <c:pt idx="58016">
                  <c:v>24.7</c:v>
                </c:pt>
                <c:pt idx="58017">
                  <c:v>24.7</c:v>
                </c:pt>
                <c:pt idx="58018">
                  <c:v>24.7</c:v>
                </c:pt>
                <c:pt idx="58019">
                  <c:v>24.7</c:v>
                </c:pt>
                <c:pt idx="58020">
                  <c:v>24.7</c:v>
                </c:pt>
                <c:pt idx="58021">
                  <c:v>24.7</c:v>
                </c:pt>
                <c:pt idx="58022">
                  <c:v>24.7</c:v>
                </c:pt>
                <c:pt idx="58023">
                  <c:v>24.7</c:v>
                </c:pt>
                <c:pt idx="58024">
                  <c:v>24.7</c:v>
                </c:pt>
                <c:pt idx="58025">
                  <c:v>24.7</c:v>
                </c:pt>
                <c:pt idx="58026">
                  <c:v>24.7</c:v>
                </c:pt>
                <c:pt idx="58027">
                  <c:v>24.7</c:v>
                </c:pt>
                <c:pt idx="58028">
                  <c:v>24.7</c:v>
                </c:pt>
                <c:pt idx="58029">
                  <c:v>24.7</c:v>
                </c:pt>
                <c:pt idx="58030">
                  <c:v>24.7</c:v>
                </c:pt>
                <c:pt idx="58031">
                  <c:v>24.7</c:v>
                </c:pt>
                <c:pt idx="58032">
                  <c:v>24.7</c:v>
                </c:pt>
                <c:pt idx="58033">
                  <c:v>24.7</c:v>
                </c:pt>
                <c:pt idx="58034">
                  <c:v>24.7</c:v>
                </c:pt>
                <c:pt idx="58035">
                  <c:v>24.7</c:v>
                </c:pt>
                <c:pt idx="58036">
                  <c:v>24.7</c:v>
                </c:pt>
                <c:pt idx="58037">
                  <c:v>24.7</c:v>
                </c:pt>
                <c:pt idx="58038">
                  <c:v>24.7</c:v>
                </c:pt>
                <c:pt idx="58039">
                  <c:v>24.7</c:v>
                </c:pt>
                <c:pt idx="58040">
                  <c:v>24.7</c:v>
                </c:pt>
                <c:pt idx="58041">
                  <c:v>24.7</c:v>
                </c:pt>
                <c:pt idx="58042">
                  <c:v>24.7</c:v>
                </c:pt>
                <c:pt idx="58043">
                  <c:v>24.7</c:v>
                </c:pt>
                <c:pt idx="58044">
                  <c:v>24.7</c:v>
                </c:pt>
                <c:pt idx="58045">
                  <c:v>24.7</c:v>
                </c:pt>
                <c:pt idx="58046">
                  <c:v>24.7</c:v>
                </c:pt>
                <c:pt idx="58047">
                  <c:v>24.7</c:v>
                </c:pt>
                <c:pt idx="58048">
                  <c:v>24.7</c:v>
                </c:pt>
                <c:pt idx="58049">
                  <c:v>24.7</c:v>
                </c:pt>
                <c:pt idx="58050">
                  <c:v>24.7</c:v>
                </c:pt>
                <c:pt idx="58051">
                  <c:v>24.7</c:v>
                </c:pt>
                <c:pt idx="58052">
                  <c:v>24.7</c:v>
                </c:pt>
                <c:pt idx="58053">
                  <c:v>24.7</c:v>
                </c:pt>
                <c:pt idx="58054">
                  <c:v>24.7</c:v>
                </c:pt>
                <c:pt idx="58055">
                  <c:v>24.7</c:v>
                </c:pt>
                <c:pt idx="58056">
                  <c:v>24.7</c:v>
                </c:pt>
                <c:pt idx="58057">
                  <c:v>24.7</c:v>
                </c:pt>
                <c:pt idx="58058">
                  <c:v>24.7</c:v>
                </c:pt>
                <c:pt idx="58059">
                  <c:v>24.7</c:v>
                </c:pt>
                <c:pt idx="58060">
                  <c:v>24.7</c:v>
                </c:pt>
                <c:pt idx="58061">
                  <c:v>24.7</c:v>
                </c:pt>
                <c:pt idx="58062">
                  <c:v>24.7</c:v>
                </c:pt>
                <c:pt idx="58063">
                  <c:v>24.7</c:v>
                </c:pt>
                <c:pt idx="58064">
                  <c:v>24.7</c:v>
                </c:pt>
                <c:pt idx="58065">
                  <c:v>24.7</c:v>
                </c:pt>
                <c:pt idx="58066">
                  <c:v>24.7</c:v>
                </c:pt>
                <c:pt idx="58067">
                  <c:v>24.7</c:v>
                </c:pt>
                <c:pt idx="58068">
                  <c:v>24.7</c:v>
                </c:pt>
                <c:pt idx="58069">
                  <c:v>24.7</c:v>
                </c:pt>
                <c:pt idx="58070">
                  <c:v>24.7</c:v>
                </c:pt>
                <c:pt idx="58071">
                  <c:v>24.7</c:v>
                </c:pt>
                <c:pt idx="58072">
                  <c:v>24.7</c:v>
                </c:pt>
                <c:pt idx="58073">
                  <c:v>24.7</c:v>
                </c:pt>
                <c:pt idx="58074">
                  <c:v>24.7</c:v>
                </c:pt>
                <c:pt idx="58075">
                  <c:v>24.7</c:v>
                </c:pt>
                <c:pt idx="58076">
                  <c:v>24.7</c:v>
                </c:pt>
                <c:pt idx="58077">
                  <c:v>24.7</c:v>
                </c:pt>
                <c:pt idx="58078">
                  <c:v>24.7</c:v>
                </c:pt>
                <c:pt idx="58079">
                  <c:v>24.7</c:v>
                </c:pt>
                <c:pt idx="58080">
                  <c:v>24.7</c:v>
                </c:pt>
                <c:pt idx="58081">
                  <c:v>24.7</c:v>
                </c:pt>
                <c:pt idx="58082">
                  <c:v>24.7</c:v>
                </c:pt>
                <c:pt idx="58083">
                  <c:v>24.7</c:v>
                </c:pt>
                <c:pt idx="58084">
                  <c:v>24.7</c:v>
                </c:pt>
                <c:pt idx="58085">
                  <c:v>24.7</c:v>
                </c:pt>
                <c:pt idx="58086">
                  <c:v>24.7</c:v>
                </c:pt>
                <c:pt idx="58087">
                  <c:v>24.7</c:v>
                </c:pt>
                <c:pt idx="58088">
                  <c:v>24.7</c:v>
                </c:pt>
                <c:pt idx="58089">
                  <c:v>24.7</c:v>
                </c:pt>
                <c:pt idx="58090">
                  <c:v>24.7</c:v>
                </c:pt>
                <c:pt idx="58091">
                  <c:v>24.7</c:v>
                </c:pt>
                <c:pt idx="58092">
                  <c:v>24.7</c:v>
                </c:pt>
                <c:pt idx="58093">
                  <c:v>24.7</c:v>
                </c:pt>
                <c:pt idx="58094">
                  <c:v>24.7</c:v>
                </c:pt>
                <c:pt idx="58095">
                  <c:v>24.7</c:v>
                </c:pt>
                <c:pt idx="58096">
                  <c:v>24.7</c:v>
                </c:pt>
                <c:pt idx="58097">
                  <c:v>24.7</c:v>
                </c:pt>
                <c:pt idx="58098">
                  <c:v>24.7</c:v>
                </c:pt>
                <c:pt idx="58099">
                  <c:v>24.7</c:v>
                </c:pt>
                <c:pt idx="58100">
                  <c:v>24.7</c:v>
                </c:pt>
                <c:pt idx="58101">
                  <c:v>24.7</c:v>
                </c:pt>
                <c:pt idx="58102">
                  <c:v>24.7</c:v>
                </c:pt>
                <c:pt idx="58103">
                  <c:v>24.7</c:v>
                </c:pt>
                <c:pt idx="58104">
                  <c:v>24.7</c:v>
                </c:pt>
                <c:pt idx="58105">
                  <c:v>24.7</c:v>
                </c:pt>
                <c:pt idx="58106">
                  <c:v>24.7</c:v>
                </c:pt>
                <c:pt idx="58107">
                  <c:v>24.7</c:v>
                </c:pt>
                <c:pt idx="58108">
                  <c:v>24.7</c:v>
                </c:pt>
                <c:pt idx="58109">
                  <c:v>24.7</c:v>
                </c:pt>
                <c:pt idx="58110">
                  <c:v>24.7</c:v>
                </c:pt>
                <c:pt idx="58111">
                  <c:v>24.7</c:v>
                </c:pt>
                <c:pt idx="58112">
                  <c:v>24.7</c:v>
                </c:pt>
                <c:pt idx="58113">
                  <c:v>24.7</c:v>
                </c:pt>
                <c:pt idx="58114">
                  <c:v>24.7</c:v>
                </c:pt>
                <c:pt idx="58115">
                  <c:v>24.7</c:v>
                </c:pt>
                <c:pt idx="58116">
                  <c:v>24.7</c:v>
                </c:pt>
                <c:pt idx="58117">
                  <c:v>24.7</c:v>
                </c:pt>
                <c:pt idx="58118">
                  <c:v>24.7</c:v>
                </c:pt>
                <c:pt idx="58119">
                  <c:v>24.7</c:v>
                </c:pt>
                <c:pt idx="58120">
                  <c:v>24.7</c:v>
                </c:pt>
                <c:pt idx="58121">
                  <c:v>24.7</c:v>
                </c:pt>
                <c:pt idx="58122">
                  <c:v>24.7</c:v>
                </c:pt>
                <c:pt idx="58123">
                  <c:v>24.7</c:v>
                </c:pt>
                <c:pt idx="58124">
                  <c:v>24.7</c:v>
                </c:pt>
                <c:pt idx="58125">
                  <c:v>24.7</c:v>
                </c:pt>
                <c:pt idx="58126">
                  <c:v>24.7</c:v>
                </c:pt>
                <c:pt idx="58127">
                  <c:v>24.7</c:v>
                </c:pt>
                <c:pt idx="58128">
                  <c:v>24.7</c:v>
                </c:pt>
                <c:pt idx="58129">
                  <c:v>24.7</c:v>
                </c:pt>
                <c:pt idx="58130">
                  <c:v>24.7</c:v>
                </c:pt>
                <c:pt idx="58131">
                  <c:v>24.7</c:v>
                </c:pt>
                <c:pt idx="58132">
                  <c:v>24.7</c:v>
                </c:pt>
                <c:pt idx="58133">
                  <c:v>24.7</c:v>
                </c:pt>
                <c:pt idx="58134">
                  <c:v>24.7</c:v>
                </c:pt>
                <c:pt idx="58135">
                  <c:v>24.7</c:v>
                </c:pt>
                <c:pt idx="58136">
                  <c:v>24.7</c:v>
                </c:pt>
                <c:pt idx="58137">
                  <c:v>24.7</c:v>
                </c:pt>
                <c:pt idx="58138">
                  <c:v>24.7</c:v>
                </c:pt>
                <c:pt idx="58139">
                  <c:v>24.7</c:v>
                </c:pt>
                <c:pt idx="58140">
                  <c:v>24.7</c:v>
                </c:pt>
                <c:pt idx="58141">
                  <c:v>24.7</c:v>
                </c:pt>
                <c:pt idx="58142">
                  <c:v>24.7</c:v>
                </c:pt>
                <c:pt idx="58143">
                  <c:v>24.7</c:v>
                </c:pt>
                <c:pt idx="58144">
                  <c:v>24.7</c:v>
                </c:pt>
                <c:pt idx="58145">
                  <c:v>24.7</c:v>
                </c:pt>
                <c:pt idx="58146">
                  <c:v>24.7</c:v>
                </c:pt>
                <c:pt idx="58147">
                  <c:v>24.7</c:v>
                </c:pt>
                <c:pt idx="58148">
                  <c:v>24.7</c:v>
                </c:pt>
                <c:pt idx="58149">
                  <c:v>24.7</c:v>
                </c:pt>
                <c:pt idx="58150">
                  <c:v>24.7</c:v>
                </c:pt>
                <c:pt idx="58151">
                  <c:v>24.7</c:v>
                </c:pt>
                <c:pt idx="58152">
                  <c:v>24.7</c:v>
                </c:pt>
                <c:pt idx="58153">
                  <c:v>24.7</c:v>
                </c:pt>
                <c:pt idx="58154">
                  <c:v>24.7</c:v>
                </c:pt>
                <c:pt idx="58155">
                  <c:v>24.7</c:v>
                </c:pt>
                <c:pt idx="58156">
                  <c:v>24.7</c:v>
                </c:pt>
                <c:pt idx="58157">
                  <c:v>24.7</c:v>
                </c:pt>
                <c:pt idx="58158">
                  <c:v>24.7</c:v>
                </c:pt>
                <c:pt idx="58159">
                  <c:v>24.7</c:v>
                </c:pt>
                <c:pt idx="58160">
                  <c:v>24.7</c:v>
                </c:pt>
                <c:pt idx="58161">
                  <c:v>24.7</c:v>
                </c:pt>
                <c:pt idx="58162">
                  <c:v>24.7</c:v>
                </c:pt>
                <c:pt idx="58163">
                  <c:v>24.7</c:v>
                </c:pt>
                <c:pt idx="58164">
                  <c:v>24.7</c:v>
                </c:pt>
                <c:pt idx="58165">
                  <c:v>24.7</c:v>
                </c:pt>
                <c:pt idx="58166">
                  <c:v>24.7</c:v>
                </c:pt>
                <c:pt idx="58167">
                  <c:v>24.7</c:v>
                </c:pt>
                <c:pt idx="58168">
                  <c:v>24.7</c:v>
                </c:pt>
                <c:pt idx="58169">
                  <c:v>24.7</c:v>
                </c:pt>
                <c:pt idx="58170">
                  <c:v>24.7</c:v>
                </c:pt>
                <c:pt idx="58171">
                  <c:v>24.7</c:v>
                </c:pt>
                <c:pt idx="58172">
                  <c:v>24.7</c:v>
                </c:pt>
                <c:pt idx="58173">
                  <c:v>24.7</c:v>
                </c:pt>
                <c:pt idx="58174">
                  <c:v>24.7</c:v>
                </c:pt>
                <c:pt idx="58175">
                  <c:v>24.7</c:v>
                </c:pt>
                <c:pt idx="58176">
                  <c:v>24.7</c:v>
                </c:pt>
                <c:pt idx="58177">
                  <c:v>24.7</c:v>
                </c:pt>
                <c:pt idx="58178">
                  <c:v>24.7</c:v>
                </c:pt>
                <c:pt idx="58179">
                  <c:v>24.7</c:v>
                </c:pt>
                <c:pt idx="58180">
                  <c:v>24.7</c:v>
                </c:pt>
                <c:pt idx="58181">
                  <c:v>24.7</c:v>
                </c:pt>
                <c:pt idx="58182">
                  <c:v>24.7</c:v>
                </c:pt>
                <c:pt idx="58183">
                  <c:v>24.7</c:v>
                </c:pt>
                <c:pt idx="58184">
                  <c:v>24.7</c:v>
                </c:pt>
                <c:pt idx="58185">
                  <c:v>24.7</c:v>
                </c:pt>
                <c:pt idx="58186">
                  <c:v>24.7</c:v>
                </c:pt>
                <c:pt idx="58187">
                  <c:v>24.7</c:v>
                </c:pt>
                <c:pt idx="58188">
                  <c:v>24.7</c:v>
                </c:pt>
                <c:pt idx="58189">
                  <c:v>24.7</c:v>
                </c:pt>
                <c:pt idx="58190">
                  <c:v>24.7</c:v>
                </c:pt>
                <c:pt idx="58191">
                  <c:v>24.7</c:v>
                </c:pt>
                <c:pt idx="58192">
                  <c:v>24.7</c:v>
                </c:pt>
                <c:pt idx="58193">
                  <c:v>24.7</c:v>
                </c:pt>
                <c:pt idx="58194">
                  <c:v>24.7</c:v>
                </c:pt>
                <c:pt idx="58195">
                  <c:v>24.7</c:v>
                </c:pt>
                <c:pt idx="58196">
                  <c:v>24.7</c:v>
                </c:pt>
                <c:pt idx="58197">
                  <c:v>24.7</c:v>
                </c:pt>
                <c:pt idx="58198">
                  <c:v>24.7</c:v>
                </c:pt>
                <c:pt idx="58199">
                  <c:v>24.7</c:v>
                </c:pt>
                <c:pt idx="58200">
                  <c:v>24.7</c:v>
                </c:pt>
                <c:pt idx="58201">
                  <c:v>24.7</c:v>
                </c:pt>
                <c:pt idx="58202">
                  <c:v>24.7</c:v>
                </c:pt>
                <c:pt idx="58203">
                  <c:v>24.7</c:v>
                </c:pt>
                <c:pt idx="58204">
                  <c:v>24.7</c:v>
                </c:pt>
                <c:pt idx="58205">
                  <c:v>24.7</c:v>
                </c:pt>
                <c:pt idx="58206">
                  <c:v>24.7</c:v>
                </c:pt>
                <c:pt idx="58207">
                  <c:v>24.7</c:v>
                </c:pt>
                <c:pt idx="58208">
                  <c:v>24.7</c:v>
                </c:pt>
                <c:pt idx="58209">
                  <c:v>24.7</c:v>
                </c:pt>
                <c:pt idx="58210">
                  <c:v>24.7</c:v>
                </c:pt>
                <c:pt idx="58211">
                  <c:v>24.7</c:v>
                </c:pt>
                <c:pt idx="58212">
                  <c:v>24.7</c:v>
                </c:pt>
                <c:pt idx="58213">
                  <c:v>24.7</c:v>
                </c:pt>
                <c:pt idx="58214">
                  <c:v>24.7</c:v>
                </c:pt>
                <c:pt idx="58215">
                  <c:v>24.7</c:v>
                </c:pt>
                <c:pt idx="58216">
                  <c:v>24.7</c:v>
                </c:pt>
                <c:pt idx="58217">
                  <c:v>24.7</c:v>
                </c:pt>
                <c:pt idx="58218">
                  <c:v>24.7</c:v>
                </c:pt>
                <c:pt idx="58219">
                  <c:v>24.7</c:v>
                </c:pt>
                <c:pt idx="58220">
                  <c:v>24.7</c:v>
                </c:pt>
                <c:pt idx="58221">
                  <c:v>24.7</c:v>
                </c:pt>
                <c:pt idx="58222">
                  <c:v>24.7</c:v>
                </c:pt>
                <c:pt idx="58223">
                  <c:v>24.7</c:v>
                </c:pt>
                <c:pt idx="58224">
                  <c:v>24.7</c:v>
                </c:pt>
                <c:pt idx="58225">
                  <c:v>24.7</c:v>
                </c:pt>
                <c:pt idx="58226">
                  <c:v>24.7</c:v>
                </c:pt>
                <c:pt idx="58227">
                  <c:v>24.7</c:v>
                </c:pt>
                <c:pt idx="58228">
                  <c:v>24.7</c:v>
                </c:pt>
                <c:pt idx="58229">
                  <c:v>24.7</c:v>
                </c:pt>
                <c:pt idx="58230">
                  <c:v>24.7</c:v>
                </c:pt>
                <c:pt idx="58231">
                  <c:v>24.7</c:v>
                </c:pt>
                <c:pt idx="58232">
                  <c:v>24.7</c:v>
                </c:pt>
                <c:pt idx="58233">
                  <c:v>24.7</c:v>
                </c:pt>
                <c:pt idx="58234">
                  <c:v>24.7</c:v>
                </c:pt>
                <c:pt idx="58235">
                  <c:v>24.7</c:v>
                </c:pt>
                <c:pt idx="58236">
                  <c:v>24.7</c:v>
                </c:pt>
                <c:pt idx="58237">
                  <c:v>24.7</c:v>
                </c:pt>
                <c:pt idx="58238">
                  <c:v>24.7</c:v>
                </c:pt>
                <c:pt idx="58239">
                  <c:v>24.7</c:v>
                </c:pt>
                <c:pt idx="58240">
                  <c:v>24.7</c:v>
                </c:pt>
                <c:pt idx="58241">
                  <c:v>24.7</c:v>
                </c:pt>
                <c:pt idx="58242">
                  <c:v>24.7</c:v>
                </c:pt>
                <c:pt idx="58243">
                  <c:v>24.7</c:v>
                </c:pt>
                <c:pt idx="58244">
                  <c:v>24.7</c:v>
                </c:pt>
                <c:pt idx="58245">
                  <c:v>24.7</c:v>
                </c:pt>
                <c:pt idx="58246">
                  <c:v>24.7</c:v>
                </c:pt>
                <c:pt idx="58247">
                  <c:v>24.7</c:v>
                </c:pt>
                <c:pt idx="58248">
                  <c:v>24.7</c:v>
                </c:pt>
                <c:pt idx="58249">
                  <c:v>24.7</c:v>
                </c:pt>
                <c:pt idx="58250">
                  <c:v>24.7</c:v>
                </c:pt>
                <c:pt idx="58251">
                  <c:v>24.7</c:v>
                </c:pt>
                <c:pt idx="58252">
                  <c:v>24.7</c:v>
                </c:pt>
                <c:pt idx="58253">
                  <c:v>24.7</c:v>
                </c:pt>
                <c:pt idx="58254">
                  <c:v>24.7</c:v>
                </c:pt>
                <c:pt idx="58255">
                  <c:v>24.7</c:v>
                </c:pt>
                <c:pt idx="58256">
                  <c:v>24.7</c:v>
                </c:pt>
                <c:pt idx="58257">
                  <c:v>24.7</c:v>
                </c:pt>
                <c:pt idx="58258">
                  <c:v>24.7</c:v>
                </c:pt>
                <c:pt idx="58259">
                  <c:v>24.7</c:v>
                </c:pt>
                <c:pt idx="58260">
                  <c:v>24.7</c:v>
                </c:pt>
                <c:pt idx="58261">
                  <c:v>24.7</c:v>
                </c:pt>
                <c:pt idx="58262">
                  <c:v>24.7</c:v>
                </c:pt>
                <c:pt idx="58263">
                  <c:v>24.7</c:v>
                </c:pt>
                <c:pt idx="58264">
                  <c:v>24.7</c:v>
                </c:pt>
                <c:pt idx="58265">
                  <c:v>24.7</c:v>
                </c:pt>
                <c:pt idx="58266">
                  <c:v>24.7</c:v>
                </c:pt>
                <c:pt idx="58267">
                  <c:v>24.7</c:v>
                </c:pt>
                <c:pt idx="58268">
                  <c:v>24.7</c:v>
                </c:pt>
                <c:pt idx="58269">
                  <c:v>24.7</c:v>
                </c:pt>
                <c:pt idx="58270">
                  <c:v>24.7</c:v>
                </c:pt>
                <c:pt idx="58271">
                  <c:v>24.7</c:v>
                </c:pt>
                <c:pt idx="58272">
                  <c:v>24.7</c:v>
                </c:pt>
                <c:pt idx="58273">
                  <c:v>24.7</c:v>
                </c:pt>
                <c:pt idx="58274">
                  <c:v>24.7</c:v>
                </c:pt>
                <c:pt idx="58275">
                  <c:v>24.7</c:v>
                </c:pt>
                <c:pt idx="58276">
                  <c:v>24.7</c:v>
                </c:pt>
                <c:pt idx="58277">
                  <c:v>24.7</c:v>
                </c:pt>
                <c:pt idx="58278">
                  <c:v>24.7</c:v>
                </c:pt>
                <c:pt idx="58279">
                  <c:v>24.7</c:v>
                </c:pt>
                <c:pt idx="58280">
                  <c:v>24.7</c:v>
                </c:pt>
                <c:pt idx="58281">
                  <c:v>24.7</c:v>
                </c:pt>
                <c:pt idx="58282">
                  <c:v>24.7</c:v>
                </c:pt>
                <c:pt idx="58283">
                  <c:v>24.7</c:v>
                </c:pt>
                <c:pt idx="58284">
                  <c:v>24.7</c:v>
                </c:pt>
                <c:pt idx="58285">
                  <c:v>24.7</c:v>
                </c:pt>
                <c:pt idx="58286">
                  <c:v>24.7</c:v>
                </c:pt>
                <c:pt idx="58287">
                  <c:v>24.7</c:v>
                </c:pt>
                <c:pt idx="58288">
                  <c:v>24.7</c:v>
                </c:pt>
                <c:pt idx="58289">
                  <c:v>24.7</c:v>
                </c:pt>
                <c:pt idx="58290">
                  <c:v>24.7</c:v>
                </c:pt>
                <c:pt idx="58291">
                  <c:v>24.7</c:v>
                </c:pt>
                <c:pt idx="58292">
                  <c:v>24.7</c:v>
                </c:pt>
                <c:pt idx="58293">
                  <c:v>24.7</c:v>
                </c:pt>
                <c:pt idx="58294">
                  <c:v>24.7</c:v>
                </c:pt>
                <c:pt idx="58295">
                  <c:v>24.7</c:v>
                </c:pt>
                <c:pt idx="58296">
                  <c:v>24.7</c:v>
                </c:pt>
                <c:pt idx="58297">
                  <c:v>24.7</c:v>
                </c:pt>
                <c:pt idx="58298">
                  <c:v>24.7</c:v>
                </c:pt>
                <c:pt idx="58299">
                  <c:v>24.7</c:v>
                </c:pt>
                <c:pt idx="58300">
                  <c:v>24.7</c:v>
                </c:pt>
                <c:pt idx="58301">
                  <c:v>24.7</c:v>
                </c:pt>
                <c:pt idx="58302">
                  <c:v>24.7</c:v>
                </c:pt>
                <c:pt idx="58303">
                  <c:v>24.7</c:v>
                </c:pt>
                <c:pt idx="58304">
                  <c:v>24.7</c:v>
                </c:pt>
                <c:pt idx="58305">
                  <c:v>24.7</c:v>
                </c:pt>
                <c:pt idx="58306">
                  <c:v>24.7</c:v>
                </c:pt>
                <c:pt idx="58307">
                  <c:v>24.7</c:v>
                </c:pt>
                <c:pt idx="58308">
                  <c:v>24.7</c:v>
                </c:pt>
                <c:pt idx="58309">
                  <c:v>24.7</c:v>
                </c:pt>
                <c:pt idx="58310">
                  <c:v>24.7</c:v>
                </c:pt>
                <c:pt idx="58311">
                  <c:v>24.7</c:v>
                </c:pt>
                <c:pt idx="58312">
                  <c:v>24.7</c:v>
                </c:pt>
                <c:pt idx="58313">
                  <c:v>24.7</c:v>
                </c:pt>
                <c:pt idx="58314">
                  <c:v>24.7</c:v>
                </c:pt>
                <c:pt idx="58315">
                  <c:v>24.7</c:v>
                </c:pt>
                <c:pt idx="58316">
                  <c:v>24.7</c:v>
                </c:pt>
                <c:pt idx="58317">
                  <c:v>24.7</c:v>
                </c:pt>
                <c:pt idx="58318">
                  <c:v>24.7</c:v>
                </c:pt>
                <c:pt idx="58319">
                  <c:v>24.7</c:v>
                </c:pt>
                <c:pt idx="58320">
                  <c:v>24.7</c:v>
                </c:pt>
                <c:pt idx="58321">
                  <c:v>24.7</c:v>
                </c:pt>
                <c:pt idx="58322">
                  <c:v>24.7</c:v>
                </c:pt>
                <c:pt idx="58323">
                  <c:v>24.7</c:v>
                </c:pt>
                <c:pt idx="58324">
                  <c:v>24.7</c:v>
                </c:pt>
                <c:pt idx="58325">
                  <c:v>24.7</c:v>
                </c:pt>
                <c:pt idx="58326">
                  <c:v>24.7</c:v>
                </c:pt>
                <c:pt idx="58327">
                  <c:v>24.7</c:v>
                </c:pt>
                <c:pt idx="58328">
                  <c:v>24.7</c:v>
                </c:pt>
                <c:pt idx="58329">
                  <c:v>24.7</c:v>
                </c:pt>
                <c:pt idx="58330">
                  <c:v>24.7</c:v>
                </c:pt>
                <c:pt idx="58331">
                  <c:v>24.7</c:v>
                </c:pt>
                <c:pt idx="58332">
                  <c:v>24.7</c:v>
                </c:pt>
                <c:pt idx="58333">
                  <c:v>24.7</c:v>
                </c:pt>
                <c:pt idx="58334">
                  <c:v>24.7</c:v>
                </c:pt>
                <c:pt idx="58335">
                  <c:v>24.7</c:v>
                </c:pt>
                <c:pt idx="58336">
                  <c:v>24.7</c:v>
                </c:pt>
                <c:pt idx="58337">
                  <c:v>24.7</c:v>
                </c:pt>
                <c:pt idx="58338">
                  <c:v>24.7</c:v>
                </c:pt>
                <c:pt idx="58339">
                  <c:v>24.7</c:v>
                </c:pt>
                <c:pt idx="58340">
                  <c:v>24.7</c:v>
                </c:pt>
                <c:pt idx="58341">
                  <c:v>24.7</c:v>
                </c:pt>
                <c:pt idx="58342">
                  <c:v>24.7</c:v>
                </c:pt>
                <c:pt idx="58343">
                  <c:v>24.7</c:v>
                </c:pt>
                <c:pt idx="58344">
                  <c:v>24.7</c:v>
                </c:pt>
                <c:pt idx="58345">
                  <c:v>24.7</c:v>
                </c:pt>
                <c:pt idx="58346">
                  <c:v>24.7</c:v>
                </c:pt>
                <c:pt idx="58347">
                  <c:v>24.7</c:v>
                </c:pt>
                <c:pt idx="58348">
                  <c:v>24.7</c:v>
                </c:pt>
                <c:pt idx="58349">
                  <c:v>24.7</c:v>
                </c:pt>
                <c:pt idx="58350">
                  <c:v>24.7</c:v>
                </c:pt>
                <c:pt idx="58351">
                  <c:v>24.7</c:v>
                </c:pt>
                <c:pt idx="58352">
                  <c:v>24.7</c:v>
                </c:pt>
                <c:pt idx="58353">
                  <c:v>24.7</c:v>
                </c:pt>
                <c:pt idx="58354">
                  <c:v>24.7</c:v>
                </c:pt>
                <c:pt idx="58355">
                  <c:v>24.7</c:v>
                </c:pt>
                <c:pt idx="58356">
                  <c:v>24.7</c:v>
                </c:pt>
                <c:pt idx="58357">
                  <c:v>24.7</c:v>
                </c:pt>
                <c:pt idx="58358">
                  <c:v>24.7</c:v>
                </c:pt>
                <c:pt idx="58359">
                  <c:v>24.7</c:v>
                </c:pt>
                <c:pt idx="58360">
                  <c:v>24.7</c:v>
                </c:pt>
                <c:pt idx="58361">
                  <c:v>24.7</c:v>
                </c:pt>
                <c:pt idx="58362">
                  <c:v>24.7</c:v>
                </c:pt>
                <c:pt idx="58363">
                  <c:v>24.7</c:v>
                </c:pt>
                <c:pt idx="58364">
                  <c:v>24.7</c:v>
                </c:pt>
                <c:pt idx="58365">
                  <c:v>24.7</c:v>
                </c:pt>
                <c:pt idx="58366">
                  <c:v>24.7</c:v>
                </c:pt>
                <c:pt idx="58367">
                  <c:v>24.7</c:v>
                </c:pt>
                <c:pt idx="58368">
                  <c:v>24.7</c:v>
                </c:pt>
                <c:pt idx="58369">
                  <c:v>24.7</c:v>
                </c:pt>
                <c:pt idx="58370">
                  <c:v>24.7</c:v>
                </c:pt>
                <c:pt idx="58371">
                  <c:v>24.7</c:v>
                </c:pt>
                <c:pt idx="58372">
                  <c:v>24.7</c:v>
                </c:pt>
                <c:pt idx="58373">
                  <c:v>24.7</c:v>
                </c:pt>
                <c:pt idx="58374">
                  <c:v>24.7</c:v>
                </c:pt>
                <c:pt idx="58375">
                  <c:v>24.7</c:v>
                </c:pt>
                <c:pt idx="58376">
                  <c:v>24.7</c:v>
                </c:pt>
                <c:pt idx="58377">
                  <c:v>24.7</c:v>
                </c:pt>
                <c:pt idx="58378">
                  <c:v>24.7</c:v>
                </c:pt>
                <c:pt idx="58379">
                  <c:v>24.7</c:v>
                </c:pt>
                <c:pt idx="58380">
                  <c:v>24.7</c:v>
                </c:pt>
                <c:pt idx="58381">
                  <c:v>24.7</c:v>
                </c:pt>
                <c:pt idx="58382">
                  <c:v>24.7</c:v>
                </c:pt>
                <c:pt idx="58383">
                  <c:v>24.7</c:v>
                </c:pt>
                <c:pt idx="58384">
                  <c:v>24.7</c:v>
                </c:pt>
                <c:pt idx="58385">
                  <c:v>24.7</c:v>
                </c:pt>
                <c:pt idx="58386">
                  <c:v>24.7</c:v>
                </c:pt>
                <c:pt idx="58387">
                  <c:v>24.7</c:v>
                </c:pt>
                <c:pt idx="58388">
                  <c:v>24.7</c:v>
                </c:pt>
                <c:pt idx="58389">
                  <c:v>24.7</c:v>
                </c:pt>
                <c:pt idx="58390">
                  <c:v>24.7</c:v>
                </c:pt>
                <c:pt idx="58391">
                  <c:v>24.7</c:v>
                </c:pt>
                <c:pt idx="58392">
                  <c:v>24.7</c:v>
                </c:pt>
                <c:pt idx="58393">
                  <c:v>24.7</c:v>
                </c:pt>
                <c:pt idx="58394">
                  <c:v>24.7</c:v>
                </c:pt>
                <c:pt idx="58395">
                  <c:v>24.7</c:v>
                </c:pt>
                <c:pt idx="58396">
                  <c:v>24.7</c:v>
                </c:pt>
                <c:pt idx="58397">
                  <c:v>24.7</c:v>
                </c:pt>
                <c:pt idx="58398">
                  <c:v>24.7</c:v>
                </c:pt>
                <c:pt idx="58399">
                  <c:v>24.7</c:v>
                </c:pt>
                <c:pt idx="58400">
                  <c:v>24.7</c:v>
                </c:pt>
                <c:pt idx="58401">
                  <c:v>24.7</c:v>
                </c:pt>
                <c:pt idx="58402">
                  <c:v>24.7</c:v>
                </c:pt>
                <c:pt idx="58403">
                  <c:v>24.7</c:v>
                </c:pt>
                <c:pt idx="58404">
                  <c:v>24.7</c:v>
                </c:pt>
                <c:pt idx="58405">
                  <c:v>24.7</c:v>
                </c:pt>
                <c:pt idx="58406">
                  <c:v>24.7</c:v>
                </c:pt>
                <c:pt idx="58407">
                  <c:v>24.7</c:v>
                </c:pt>
                <c:pt idx="58408">
                  <c:v>24.7</c:v>
                </c:pt>
                <c:pt idx="58409">
                  <c:v>24.7</c:v>
                </c:pt>
                <c:pt idx="58410">
                  <c:v>24.7</c:v>
                </c:pt>
                <c:pt idx="58411">
                  <c:v>24.7</c:v>
                </c:pt>
                <c:pt idx="58412">
                  <c:v>24.7</c:v>
                </c:pt>
                <c:pt idx="58413">
                  <c:v>24.7</c:v>
                </c:pt>
                <c:pt idx="58414">
                  <c:v>24.7</c:v>
                </c:pt>
                <c:pt idx="58415">
                  <c:v>24.7</c:v>
                </c:pt>
                <c:pt idx="58416">
                  <c:v>24.7</c:v>
                </c:pt>
                <c:pt idx="58417">
                  <c:v>24.7</c:v>
                </c:pt>
                <c:pt idx="58418">
                  <c:v>24.7</c:v>
                </c:pt>
                <c:pt idx="58419">
                  <c:v>24.7</c:v>
                </c:pt>
                <c:pt idx="58420">
                  <c:v>24.7</c:v>
                </c:pt>
                <c:pt idx="58421">
                  <c:v>24.7</c:v>
                </c:pt>
                <c:pt idx="58422">
                  <c:v>24.7</c:v>
                </c:pt>
                <c:pt idx="58423">
                  <c:v>24.7</c:v>
                </c:pt>
                <c:pt idx="58424">
                  <c:v>24.7</c:v>
                </c:pt>
                <c:pt idx="58425">
                  <c:v>24.7</c:v>
                </c:pt>
                <c:pt idx="58426">
                  <c:v>24.7</c:v>
                </c:pt>
                <c:pt idx="58427">
                  <c:v>24.7</c:v>
                </c:pt>
                <c:pt idx="58428">
                  <c:v>24.7</c:v>
                </c:pt>
                <c:pt idx="58429">
                  <c:v>24.7</c:v>
                </c:pt>
                <c:pt idx="58430">
                  <c:v>24.7</c:v>
                </c:pt>
                <c:pt idx="58431">
                  <c:v>24.7</c:v>
                </c:pt>
                <c:pt idx="58432">
                  <c:v>24.7</c:v>
                </c:pt>
                <c:pt idx="58433">
                  <c:v>24.7</c:v>
                </c:pt>
                <c:pt idx="58434">
                  <c:v>24.7</c:v>
                </c:pt>
                <c:pt idx="58435">
                  <c:v>24.7</c:v>
                </c:pt>
                <c:pt idx="58436">
                  <c:v>24.7</c:v>
                </c:pt>
                <c:pt idx="58437">
                  <c:v>24.7</c:v>
                </c:pt>
                <c:pt idx="58438">
                  <c:v>24.7</c:v>
                </c:pt>
                <c:pt idx="58439">
                  <c:v>24.7</c:v>
                </c:pt>
                <c:pt idx="58440">
                  <c:v>24.7</c:v>
                </c:pt>
                <c:pt idx="58441">
                  <c:v>24.7</c:v>
                </c:pt>
                <c:pt idx="58442">
                  <c:v>24.7</c:v>
                </c:pt>
                <c:pt idx="58443">
                  <c:v>24.7</c:v>
                </c:pt>
                <c:pt idx="58444">
                  <c:v>24.7</c:v>
                </c:pt>
                <c:pt idx="58445">
                  <c:v>24.7</c:v>
                </c:pt>
                <c:pt idx="58446">
                  <c:v>24.7</c:v>
                </c:pt>
                <c:pt idx="58447">
                  <c:v>24.7</c:v>
                </c:pt>
                <c:pt idx="58448">
                  <c:v>24.7</c:v>
                </c:pt>
                <c:pt idx="58449">
                  <c:v>24.7</c:v>
                </c:pt>
                <c:pt idx="58450">
                  <c:v>24.7</c:v>
                </c:pt>
                <c:pt idx="58451">
                  <c:v>24.7</c:v>
                </c:pt>
                <c:pt idx="58452">
                  <c:v>24.7</c:v>
                </c:pt>
                <c:pt idx="58453">
                  <c:v>24.7</c:v>
                </c:pt>
                <c:pt idx="58454">
                  <c:v>24.7</c:v>
                </c:pt>
                <c:pt idx="58455">
                  <c:v>24.7</c:v>
                </c:pt>
                <c:pt idx="58456">
                  <c:v>24.7</c:v>
                </c:pt>
                <c:pt idx="58457">
                  <c:v>24.7</c:v>
                </c:pt>
                <c:pt idx="58458">
                  <c:v>24.7</c:v>
                </c:pt>
                <c:pt idx="58459">
                  <c:v>24.7</c:v>
                </c:pt>
                <c:pt idx="58460">
                  <c:v>24.7</c:v>
                </c:pt>
                <c:pt idx="58461">
                  <c:v>24.7</c:v>
                </c:pt>
                <c:pt idx="58462">
                  <c:v>24.7</c:v>
                </c:pt>
                <c:pt idx="58463">
                  <c:v>24.7</c:v>
                </c:pt>
                <c:pt idx="58464">
                  <c:v>24.7</c:v>
                </c:pt>
                <c:pt idx="58465">
                  <c:v>24.7</c:v>
                </c:pt>
                <c:pt idx="58466">
                  <c:v>24.7</c:v>
                </c:pt>
                <c:pt idx="58467">
                  <c:v>24.7</c:v>
                </c:pt>
                <c:pt idx="58468">
                  <c:v>24.7</c:v>
                </c:pt>
                <c:pt idx="58469">
                  <c:v>24.7</c:v>
                </c:pt>
                <c:pt idx="58470">
                  <c:v>24.7</c:v>
                </c:pt>
                <c:pt idx="58471">
                  <c:v>24.7</c:v>
                </c:pt>
                <c:pt idx="58472">
                  <c:v>24.7</c:v>
                </c:pt>
                <c:pt idx="58473">
                  <c:v>24.7</c:v>
                </c:pt>
                <c:pt idx="58474">
                  <c:v>24.7</c:v>
                </c:pt>
                <c:pt idx="58475">
                  <c:v>24.7</c:v>
                </c:pt>
                <c:pt idx="58476">
                  <c:v>24.7</c:v>
                </c:pt>
                <c:pt idx="58477">
                  <c:v>24.7</c:v>
                </c:pt>
                <c:pt idx="58478">
                  <c:v>24.7</c:v>
                </c:pt>
                <c:pt idx="58479">
                  <c:v>24.7</c:v>
                </c:pt>
                <c:pt idx="58480">
                  <c:v>24.7</c:v>
                </c:pt>
                <c:pt idx="58481">
                  <c:v>24.7</c:v>
                </c:pt>
                <c:pt idx="58482">
                  <c:v>24.7</c:v>
                </c:pt>
                <c:pt idx="58483">
                  <c:v>24.7</c:v>
                </c:pt>
                <c:pt idx="58484">
                  <c:v>24.7</c:v>
                </c:pt>
                <c:pt idx="58485">
                  <c:v>24.7</c:v>
                </c:pt>
                <c:pt idx="58486">
                  <c:v>24.7</c:v>
                </c:pt>
                <c:pt idx="58487">
                  <c:v>24.7</c:v>
                </c:pt>
                <c:pt idx="58488">
                  <c:v>24.7</c:v>
                </c:pt>
                <c:pt idx="58489">
                  <c:v>24.7</c:v>
                </c:pt>
                <c:pt idx="58490">
                  <c:v>24.7</c:v>
                </c:pt>
                <c:pt idx="58491">
                  <c:v>24.7</c:v>
                </c:pt>
                <c:pt idx="58492">
                  <c:v>24.7</c:v>
                </c:pt>
                <c:pt idx="58493">
                  <c:v>24.7</c:v>
                </c:pt>
                <c:pt idx="58494">
                  <c:v>24.7</c:v>
                </c:pt>
                <c:pt idx="58495">
                  <c:v>24.7</c:v>
                </c:pt>
                <c:pt idx="58496">
                  <c:v>24.7</c:v>
                </c:pt>
                <c:pt idx="58497">
                  <c:v>24.7</c:v>
                </c:pt>
                <c:pt idx="58498">
                  <c:v>24.75</c:v>
                </c:pt>
                <c:pt idx="58499">
                  <c:v>24.75</c:v>
                </c:pt>
                <c:pt idx="58500">
                  <c:v>24.7</c:v>
                </c:pt>
                <c:pt idx="58501">
                  <c:v>24.75</c:v>
                </c:pt>
                <c:pt idx="58502">
                  <c:v>24.7</c:v>
                </c:pt>
                <c:pt idx="58503">
                  <c:v>24.75</c:v>
                </c:pt>
                <c:pt idx="58504">
                  <c:v>24.75</c:v>
                </c:pt>
                <c:pt idx="58505">
                  <c:v>24.7</c:v>
                </c:pt>
                <c:pt idx="58506">
                  <c:v>24.7</c:v>
                </c:pt>
                <c:pt idx="58507">
                  <c:v>24.7</c:v>
                </c:pt>
                <c:pt idx="58508">
                  <c:v>24.7</c:v>
                </c:pt>
                <c:pt idx="58509">
                  <c:v>24.7</c:v>
                </c:pt>
                <c:pt idx="58510">
                  <c:v>24.7</c:v>
                </c:pt>
                <c:pt idx="58511">
                  <c:v>24.7</c:v>
                </c:pt>
                <c:pt idx="58512">
                  <c:v>24.7</c:v>
                </c:pt>
                <c:pt idx="58513">
                  <c:v>24.7</c:v>
                </c:pt>
                <c:pt idx="58514">
                  <c:v>24.7</c:v>
                </c:pt>
                <c:pt idx="58515">
                  <c:v>24.7</c:v>
                </c:pt>
                <c:pt idx="58516">
                  <c:v>24.7</c:v>
                </c:pt>
                <c:pt idx="58517">
                  <c:v>24.7</c:v>
                </c:pt>
                <c:pt idx="58518">
                  <c:v>24.7</c:v>
                </c:pt>
                <c:pt idx="58519">
                  <c:v>24.7</c:v>
                </c:pt>
                <c:pt idx="58520">
                  <c:v>24.7</c:v>
                </c:pt>
                <c:pt idx="58521">
                  <c:v>24.7</c:v>
                </c:pt>
                <c:pt idx="58522">
                  <c:v>24.7</c:v>
                </c:pt>
                <c:pt idx="58523">
                  <c:v>24.7</c:v>
                </c:pt>
                <c:pt idx="58524">
                  <c:v>24.7</c:v>
                </c:pt>
                <c:pt idx="58525">
                  <c:v>24.7</c:v>
                </c:pt>
                <c:pt idx="58526">
                  <c:v>24.7</c:v>
                </c:pt>
                <c:pt idx="58527">
                  <c:v>24.7</c:v>
                </c:pt>
                <c:pt idx="58528">
                  <c:v>24.7</c:v>
                </c:pt>
                <c:pt idx="58529">
                  <c:v>24.7</c:v>
                </c:pt>
                <c:pt idx="58530">
                  <c:v>24.7</c:v>
                </c:pt>
                <c:pt idx="58531">
                  <c:v>24.7</c:v>
                </c:pt>
                <c:pt idx="58532">
                  <c:v>24.7</c:v>
                </c:pt>
                <c:pt idx="58533">
                  <c:v>24.7</c:v>
                </c:pt>
                <c:pt idx="58534">
                  <c:v>24.7</c:v>
                </c:pt>
                <c:pt idx="58535">
                  <c:v>24.7</c:v>
                </c:pt>
                <c:pt idx="58536">
                  <c:v>24.7</c:v>
                </c:pt>
                <c:pt idx="58537">
                  <c:v>24.7</c:v>
                </c:pt>
                <c:pt idx="58538">
                  <c:v>24.7</c:v>
                </c:pt>
                <c:pt idx="58539">
                  <c:v>24.7</c:v>
                </c:pt>
                <c:pt idx="58540">
                  <c:v>24.7</c:v>
                </c:pt>
                <c:pt idx="58541">
                  <c:v>24.7</c:v>
                </c:pt>
                <c:pt idx="58542">
                  <c:v>24.7</c:v>
                </c:pt>
                <c:pt idx="58543">
                  <c:v>24.7</c:v>
                </c:pt>
                <c:pt idx="58544">
                  <c:v>24.7</c:v>
                </c:pt>
                <c:pt idx="58545">
                  <c:v>24.7</c:v>
                </c:pt>
                <c:pt idx="58546">
                  <c:v>24.7</c:v>
                </c:pt>
                <c:pt idx="58547">
                  <c:v>24.7</c:v>
                </c:pt>
                <c:pt idx="58548">
                  <c:v>24.7</c:v>
                </c:pt>
                <c:pt idx="58549">
                  <c:v>24.7</c:v>
                </c:pt>
                <c:pt idx="58550">
                  <c:v>24.7</c:v>
                </c:pt>
                <c:pt idx="58551">
                  <c:v>24.7</c:v>
                </c:pt>
                <c:pt idx="58552">
                  <c:v>24.7</c:v>
                </c:pt>
                <c:pt idx="58553">
                  <c:v>24.7</c:v>
                </c:pt>
                <c:pt idx="58554">
                  <c:v>24.7</c:v>
                </c:pt>
                <c:pt idx="58555">
                  <c:v>24.7</c:v>
                </c:pt>
                <c:pt idx="58556">
                  <c:v>24.7</c:v>
                </c:pt>
                <c:pt idx="58557">
                  <c:v>24.7</c:v>
                </c:pt>
                <c:pt idx="58558">
                  <c:v>24.7</c:v>
                </c:pt>
                <c:pt idx="58559">
                  <c:v>24.7</c:v>
                </c:pt>
                <c:pt idx="58560">
                  <c:v>24.7</c:v>
                </c:pt>
                <c:pt idx="58561">
                  <c:v>24.7</c:v>
                </c:pt>
                <c:pt idx="58562">
                  <c:v>24.7</c:v>
                </c:pt>
                <c:pt idx="58563">
                  <c:v>24.7</c:v>
                </c:pt>
                <c:pt idx="58564">
                  <c:v>24.7</c:v>
                </c:pt>
                <c:pt idx="58565">
                  <c:v>24.7</c:v>
                </c:pt>
                <c:pt idx="58566">
                  <c:v>24.7</c:v>
                </c:pt>
                <c:pt idx="58567">
                  <c:v>24.7</c:v>
                </c:pt>
                <c:pt idx="58568">
                  <c:v>24.7</c:v>
                </c:pt>
                <c:pt idx="58569">
                  <c:v>24.7</c:v>
                </c:pt>
                <c:pt idx="58570">
                  <c:v>24.7</c:v>
                </c:pt>
                <c:pt idx="58571">
                  <c:v>24.7</c:v>
                </c:pt>
                <c:pt idx="58572">
                  <c:v>24.7</c:v>
                </c:pt>
                <c:pt idx="58573">
                  <c:v>24.7</c:v>
                </c:pt>
                <c:pt idx="58574">
                  <c:v>24.7</c:v>
                </c:pt>
                <c:pt idx="58575">
                  <c:v>24.7</c:v>
                </c:pt>
                <c:pt idx="58576">
                  <c:v>24.7</c:v>
                </c:pt>
                <c:pt idx="58577">
                  <c:v>24.7</c:v>
                </c:pt>
                <c:pt idx="58578">
                  <c:v>24.7</c:v>
                </c:pt>
                <c:pt idx="58579">
                  <c:v>24.7</c:v>
                </c:pt>
                <c:pt idx="58580">
                  <c:v>24.7</c:v>
                </c:pt>
                <c:pt idx="58581">
                  <c:v>24.7</c:v>
                </c:pt>
                <c:pt idx="58582">
                  <c:v>24.7</c:v>
                </c:pt>
                <c:pt idx="58583">
                  <c:v>24.7</c:v>
                </c:pt>
                <c:pt idx="58584">
                  <c:v>24.7</c:v>
                </c:pt>
                <c:pt idx="58585">
                  <c:v>24.7</c:v>
                </c:pt>
                <c:pt idx="58586">
                  <c:v>24.7</c:v>
                </c:pt>
                <c:pt idx="58587">
                  <c:v>24.7</c:v>
                </c:pt>
                <c:pt idx="58588">
                  <c:v>24.7</c:v>
                </c:pt>
                <c:pt idx="58589">
                  <c:v>24.7</c:v>
                </c:pt>
                <c:pt idx="58590">
                  <c:v>24.7</c:v>
                </c:pt>
                <c:pt idx="58591">
                  <c:v>24.7</c:v>
                </c:pt>
                <c:pt idx="58592">
                  <c:v>24.7</c:v>
                </c:pt>
                <c:pt idx="58593">
                  <c:v>24.7</c:v>
                </c:pt>
                <c:pt idx="58594">
                  <c:v>24.7</c:v>
                </c:pt>
                <c:pt idx="58595">
                  <c:v>24.7</c:v>
                </c:pt>
                <c:pt idx="58596">
                  <c:v>24.7</c:v>
                </c:pt>
                <c:pt idx="58597">
                  <c:v>24.7</c:v>
                </c:pt>
                <c:pt idx="58598">
                  <c:v>24.7</c:v>
                </c:pt>
                <c:pt idx="58599">
                  <c:v>24.7</c:v>
                </c:pt>
                <c:pt idx="58600">
                  <c:v>24.7</c:v>
                </c:pt>
                <c:pt idx="58601">
                  <c:v>24.7</c:v>
                </c:pt>
                <c:pt idx="58602">
                  <c:v>24.7</c:v>
                </c:pt>
                <c:pt idx="58603">
                  <c:v>24.7</c:v>
                </c:pt>
                <c:pt idx="58604">
                  <c:v>24.7</c:v>
                </c:pt>
                <c:pt idx="58605">
                  <c:v>24.7</c:v>
                </c:pt>
                <c:pt idx="58606">
                  <c:v>24.7</c:v>
                </c:pt>
                <c:pt idx="58607">
                  <c:v>24.7</c:v>
                </c:pt>
                <c:pt idx="58608">
                  <c:v>24.7</c:v>
                </c:pt>
                <c:pt idx="58609">
                  <c:v>24.7</c:v>
                </c:pt>
                <c:pt idx="58610">
                  <c:v>24.7</c:v>
                </c:pt>
                <c:pt idx="58611">
                  <c:v>24.7</c:v>
                </c:pt>
                <c:pt idx="58612">
                  <c:v>24.7</c:v>
                </c:pt>
                <c:pt idx="58613">
                  <c:v>24.7</c:v>
                </c:pt>
                <c:pt idx="58614">
                  <c:v>24.7</c:v>
                </c:pt>
                <c:pt idx="58615">
                  <c:v>24.7</c:v>
                </c:pt>
                <c:pt idx="58616">
                  <c:v>24.7</c:v>
                </c:pt>
                <c:pt idx="58617">
                  <c:v>24.75</c:v>
                </c:pt>
                <c:pt idx="58618">
                  <c:v>24.7</c:v>
                </c:pt>
                <c:pt idx="58619">
                  <c:v>24.75</c:v>
                </c:pt>
                <c:pt idx="58620">
                  <c:v>24.7</c:v>
                </c:pt>
                <c:pt idx="58621">
                  <c:v>24.7</c:v>
                </c:pt>
                <c:pt idx="58622">
                  <c:v>24.7</c:v>
                </c:pt>
                <c:pt idx="58623">
                  <c:v>24.7</c:v>
                </c:pt>
                <c:pt idx="58624">
                  <c:v>24.7</c:v>
                </c:pt>
                <c:pt idx="58625">
                  <c:v>24.7</c:v>
                </c:pt>
                <c:pt idx="58626">
                  <c:v>24.7</c:v>
                </c:pt>
                <c:pt idx="58627">
                  <c:v>24.7</c:v>
                </c:pt>
                <c:pt idx="58628">
                  <c:v>24.7</c:v>
                </c:pt>
                <c:pt idx="58629">
                  <c:v>24.7</c:v>
                </c:pt>
                <c:pt idx="58630">
                  <c:v>24.7</c:v>
                </c:pt>
                <c:pt idx="58631">
                  <c:v>24.7</c:v>
                </c:pt>
                <c:pt idx="58632">
                  <c:v>24.7</c:v>
                </c:pt>
                <c:pt idx="58633">
                  <c:v>24.7</c:v>
                </c:pt>
                <c:pt idx="58634">
                  <c:v>24.7</c:v>
                </c:pt>
                <c:pt idx="58635">
                  <c:v>24.7</c:v>
                </c:pt>
                <c:pt idx="58636">
                  <c:v>24.7</c:v>
                </c:pt>
                <c:pt idx="58637">
                  <c:v>24.7</c:v>
                </c:pt>
                <c:pt idx="58638">
                  <c:v>24.7</c:v>
                </c:pt>
                <c:pt idx="58639">
                  <c:v>24.7</c:v>
                </c:pt>
                <c:pt idx="58640">
                  <c:v>24.7</c:v>
                </c:pt>
                <c:pt idx="58641">
                  <c:v>24.7</c:v>
                </c:pt>
                <c:pt idx="58642">
                  <c:v>24.7</c:v>
                </c:pt>
                <c:pt idx="58643">
                  <c:v>24.7</c:v>
                </c:pt>
                <c:pt idx="58644">
                  <c:v>24.7</c:v>
                </c:pt>
                <c:pt idx="58645">
                  <c:v>24.7</c:v>
                </c:pt>
                <c:pt idx="58646">
                  <c:v>24.7</c:v>
                </c:pt>
                <c:pt idx="58647">
                  <c:v>24.7</c:v>
                </c:pt>
                <c:pt idx="58648">
                  <c:v>24.7</c:v>
                </c:pt>
                <c:pt idx="58649">
                  <c:v>24.7</c:v>
                </c:pt>
                <c:pt idx="58650">
                  <c:v>24.7</c:v>
                </c:pt>
                <c:pt idx="58651">
                  <c:v>24.7</c:v>
                </c:pt>
                <c:pt idx="58652">
                  <c:v>24.7</c:v>
                </c:pt>
                <c:pt idx="58653">
                  <c:v>24.7</c:v>
                </c:pt>
                <c:pt idx="58654">
                  <c:v>24.7</c:v>
                </c:pt>
                <c:pt idx="58655">
                  <c:v>24.7</c:v>
                </c:pt>
                <c:pt idx="58656">
                  <c:v>24.7</c:v>
                </c:pt>
                <c:pt idx="58657">
                  <c:v>24.7</c:v>
                </c:pt>
                <c:pt idx="58658">
                  <c:v>24.7</c:v>
                </c:pt>
                <c:pt idx="58659">
                  <c:v>24.7</c:v>
                </c:pt>
                <c:pt idx="58660">
                  <c:v>24.7</c:v>
                </c:pt>
                <c:pt idx="58661">
                  <c:v>24.7</c:v>
                </c:pt>
                <c:pt idx="58662">
                  <c:v>24.7</c:v>
                </c:pt>
                <c:pt idx="58663">
                  <c:v>24.7</c:v>
                </c:pt>
                <c:pt idx="58664">
                  <c:v>24.7</c:v>
                </c:pt>
                <c:pt idx="58665">
                  <c:v>24.7</c:v>
                </c:pt>
                <c:pt idx="58666">
                  <c:v>24.7</c:v>
                </c:pt>
                <c:pt idx="58667">
                  <c:v>24.7</c:v>
                </c:pt>
                <c:pt idx="58668">
                  <c:v>24.7</c:v>
                </c:pt>
                <c:pt idx="58669">
                  <c:v>24.7</c:v>
                </c:pt>
                <c:pt idx="58670">
                  <c:v>24.7</c:v>
                </c:pt>
                <c:pt idx="58671">
                  <c:v>24.7</c:v>
                </c:pt>
                <c:pt idx="58672">
                  <c:v>24.7</c:v>
                </c:pt>
                <c:pt idx="58673">
                  <c:v>24.7</c:v>
                </c:pt>
                <c:pt idx="58674">
                  <c:v>24.7</c:v>
                </c:pt>
                <c:pt idx="58675">
                  <c:v>24.7</c:v>
                </c:pt>
                <c:pt idx="58676">
                  <c:v>24.7</c:v>
                </c:pt>
                <c:pt idx="58677">
                  <c:v>24.7</c:v>
                </c:pt>
                <c:pt idx="58678">
                  <c:v>24.7</c:v>
                </c:pt>
                <c:pt idx="58679">
                  <c:v>24.7</c:v>
                </c:pt>
                <c:pt idx="58680">
                  <c:v>24.7</c:v>
                </c:pt>
                <c:pt idx="58681">
                  <c:v>24.7</c:v>
                </c:pt>
                <c:pt idx="58682">
                  <c:v>24.7</c:v>
                </c:pt>
                <c:pt idx="58683">
                  <c:v>24.7</c:v>
                </c:pt>
                <c:pt idx="58684">
                  <c:v>24.7</c:v>
                </c:pt>
                <c:pt idx="58685">
                  <c:v>24.7</c:v>
                </c:pt>
                <c:pt idx="58686">
                  <c:v>24.7</c:v>
                </c:pt>
                <c:pt idx="58687">
                  <c:v>24.7</c:v>
                </c:pt>
                <c:pt idx="58688">
                  <c:v>24.7</c:v>
                </c:pt>
                <c:pt idx="58689">
                  <c:v>24.7</c:v>
                </c:pt>
                <c:pt idx="58690">
                  <c:v>24.7</c:v>
                </c:pt>
                <c:pt idx="58691">
                  <c:v>24.7</c:v>
                </c:pt>
                <c:pt idx="58692">
                  <c:v>24.7</c:v>
                </c:pt>
                <c:pt idx="58693">
                  <c:v>24.7</c:v>
                </c:pt>
                <c:pt idx="58694">
                  <c:v>24.7</c:v>
                </c:pt>
                <c:pt idx="58695">
                  <c:v>24.7</c:v>
                </c:pt>
                <c:pt idx="58696">
                  <c:v>24.7</c:v>
                </c:pt>
                <c:pt idx="58697">
                  <c:v>24.7</c:v>
                </c:pt>
                <c:pt idx="58698">
                  <c:v>24.7</c:v>
                </c:pt>
                <c:pt idx="58699">
                  <c:v>24.7</c:v>
                </c:pt>
                <c:pt idx="58700">
                  <c:v>24.7</c:v>
                </c:pt>
                <c:pt idx="58701">
                  <c:v>24.7</c:v>
                </c:pt>
                <c:pt idx="58702">
                  <c:v>24.7</c:v>
                </c:pt>
                <c:pt idx="58703">
                  <c:v>24.7</c:v>
                </c:pt>
                <c:pt idx="58704">
                  <c:v>24.7</c:v>
                </c:pt>
                <c:pt idx="58705">
                  <c:v>24.7</c:v>
                </c:pt>
                <c:pt idx="58706">
                  <c:v>24.7</c:v>
                </c:pt>
                <c:pt idx="58707">
                  <c:v>24.7</c:v>
                </c:pt>
                <c:pt idx="58708">
                  <c:v>24.7</c:v>
                </c:pt>
                <c:pt idx="58709">
                  <c:v>24.7</c:v>
                </c:pt>
                <c:pt idx="58710">
                  <c:v>24.7</c:v>
                </c:pt>
                <c:pt idx="58711">
                  <c:v>24.7</c:v>
                </c:pt>
                <c:pt idx="58712">
                  <c:v>24.7</c:v>
                </c:pt>
                <c:pt idx="58713">
                  <c:v>24.7</c:v>
                </c:pt>
                <c:pt idx="58714">
                  <c:v>24.7</c:v>
                </c:pt>
                <c:pt idx="58715">
                  <c:v>24.7</c:v>
                </c:pt>
                <c:pt idx="58716">
                  <c:v>24.7</c:v>
                </c:pt>
                <c:pt idx="58717">
                  <c:v>24.7</c:v>
                </c:pt>
                <c:pt idx="58718">
                  <c:v>24.7</c:v>
                </c:pt>
                <c:pt idx="58719">
                  <c:v>24.7</c:v>
                </c:pt>
                <c:pt idx="58720">
                  <c:v>24.7</c:v>
                </c:pt>
                <c:pt idx="58721">
                  <c:v>24.7</c:v>
                </c:pt>
                <c:pt idx="58722">
                  <c:v>24.7</c:v>
                </c:pt>
                <c:pt idx="58723">
                  <c:v>24.7</c:v>
                </c:pt>
                <c:pt idx="58724">
                  <c:v>24.7</c:v>
                </c:pt>
                <c:pt idx="58725">
                  <c:v>24.7</c:v>
                </c:pt>
                <c:pt idx="58726">
                  <c:v>24.7</c:v>
                </c:pt>
                <c:pt idx="58727">
                  <c:v>24.7</c:v>
                </c:pt>
                <c:pt idx="58728">
                  <c:v>24.7</c:v>
                </c:pt>
                <c:pt idx="58729">
                  <c:v>24.7</c:v>
                </c:pt>
                <c:pt idx="58730">
                  <c:v>24.7</c:v>
                </c:pt>
                <c:pt idx="58731">
                  <c:v>24.7</c:v>
                </c:pt>
                <c:pt idx="58732">
                  <c:v>24.7</c:v>
                </c:pt>
                <c:pt idx="58733">
                  <c:v>24.7</c:v>
                </c:pt>
                <c:pt idx="58734">
                  <c:v>24.7</c:v>
                </c:pt>
                <c:pt idx="58735">
                  <c:v>24.7</c:v>
                </c:pt>
                <c:pt idx="58736">
                  <c:v>24.7</c:v>
                </c:pt>
                <c:pt idx="58737">
                  <c:v>24.7</c:v>
                </c:pt>
                <c:pt idx="58738">
                  <c:v>24.7</c:v>
                </c:pt>
                <c:pt idx="58739">
                  <c:v>24.7</c:v>
                </c:pt>
                <c:pt idx="58740">
                  <c:v>24.7</c:v>
                </c:pt>
                <c:pt idx="58741">
                  <c:v>24.7</c:v>
                </c:pt>
                <c:pt idx="58742">
                  <c:v>24.65</c:v>
                </c:pt>
                <c:pt idx="58743">
                  <c:v>24.65</c:v>
                </c:pt>
                <c:pt idx="58744">
                  <c:v>24.65</c:v>
                </c:pt>
                <c:pt idx="58745">
                  <c:v>24.65</c:v>
                </c:pt>
                <c:pt idx="58746">
                  <c:v>24.65</c:v>
                </c:pt>
                <c:pt idx="58747">
                  <c:v>24.7</c:v>
                </c:pt>
                <c:pt idx="58748">
                  <c:v>24.7</c:v>
                </c:pt>
                <c:pt idx="58749">
                  <c:v>24.7</c:v>
                </c:pt>
                <c:pt idx="58750">
                  <c:v>24.7</c:v>
                </c:pt>
                <c:pt idx="58751">
                  <c:v>24.7</c:v>
                </c:pt>
                <c:pt idx="58752">
                  <c:v>24.7</c:v>
                </c:pt>
                <c:pt idx="58753">
                  <c:v>24.7</c:v>
                </c:pt>
                <c:pt idx="58754">
                  <c:v>24.7</c:v>
                </c:pt>
                <c:pt idx="58755">
                  <c:v>24.7</c:v>
                </c:pt>
                <c:pt idx="58756">
                  <c:v>24.7</c:v>
                </c:pt>
                <c:pt idx="58757">
                  <c:v>24.7</c:v>
                </c:pt>
                <c:pt idx="58758">
                  <c:v>24.7</c:v>
                </c:pt>
                <c:pt idx="58759">
                  <c:v>24.7</c:v>
                </c:pt>
                <c:pt idx="58760">
                  <c:v>24.75</c:v>
                </c:pt>
                <c:pt idx="58761">
                  <c:v>24.7</c:v>
                </c:pt>
                <c:pt idx="58762">
                  <c:v>24.7</c:v>
                </c:pt>
                <c:pt idx="58763">
                  <c:v>24.7</c:v>
                </c:pt>
                <c:pt idx="58764">
                  <c:v>24.7</c:v>
                </c:pt>
                <c:pt idx="58765">
                  <c:v>24.7</c:v>
                </c:pt>
                <c:pt idx="58766">
                  <c:v>24.7</c:v>
                </c:pt>
                <c:pt idx="58767">
                  <c:v>24.7</c:v>
                </c:pt>
                <c:pt idx="58768">
                  <c:v>24.7</c:v>
                </c:pt>
                <c:pt idx="58769">
                  <c:v>24.7</c:v>
                </c:pt>
                <c:pt idx="58770">
                  <c:v>24.7</c:v>
                </c:pt>
                <c:pt idx="58771">
                  <c:v>24.7</c:v>
                </c:pt>
                <c:pt idx="58772">
                  <c:v>24.7</c:v>
                </c:pt>
                <c:pt idx="58773">
                  <c:v>24.7</c:v>
                </c:pt>
                <c:pt idx="58774">
                  <c:v>24.7</c:v>
                </c:pt>
                <c:pt idx="58775">
                  <c:v>24.7</c:v>
                </c:pt>
                <c:pt idx="58776">
                  <c:v>24.7</c:v>
                </c:pt>
                <c:pt idx="58777">
                  <c:v>24.7</c:v>
                </c:pt>
                <c:pt idx="58778">
                  <c:v>24.7</c:v>
                </c:pt>
                <c:pt idx="58779">
                  <c:v>24.7</c:v>
                </c:pt>
                <c:pt idx="58780">
                  <c:v>24.7</c:v>
                </c:pt>
                <c:pt idx="58781">
                  <c:v>24.7</c:v>
                </c:pt>
                <c:pt idx="58782">
                  <c:v>24.7</c:v>
                </c:pt>
                <c:pt idx="58783">
                  <c:v>24.7</c:v>
                </c:pt>
                <c:pt idx="58784">
                  <c:v>24.7</c:v>
                </c:pt>
                <c:pt idx="58785">
                  <c:v>24.7</c:v>
                </c:pt>
                <c:pt idx="58786">
                  <c:v>24.7</c:v>
                </c:pt>
                <c:pt idx="58787">
                  <c:v>24.7</c:v>
                </c:pt>
                <c:pt idx="58788">
                  <c:v>24.7</c:v>
                </c:pt>
                <c:pt idx="58789">
                  <c:v>24.7</c:v>
                </c:pt>
                <c:pt idx="58790">
                  <c:v>24.7</c:v>
                </c:pt>
                <c:pt idx="58791">
                  <c:v>24.7</c:v>
                </c:pt>
                <c:pt idx="58792">
                  <c:v>24.7</c:v>
                </c:pt>
                <c:pt idx="58793">
                  <c:v>24.7</c:v>
                </c:pt>
                <c:pt idx="58794">
                  <c:v>24.7</c:v>
                </c:pt>
                <c:pt idx="58795">
                  <c:v>24.7</c:v>
                </c:pt>
                <c:pt idx="58796">
                  <c:v>24.7</c:v>
                </c:pt>
                <c:pt idx="58797">
                  <c:v>24.7</c:v>
                </c:pt>
                <c:pt idx="58798">
                  <c:v>24.7</c:v>
                </c:pt>
                <c:pt idx="58799">
                  <c:v>24.7</c:v>
                </c:pt>
                <c:pt idx="58800">
                  <c:v>24.7</c:v>
                </c:pt>
                <c:pt idx="58801">
                  <c:v>24.7</c:v>
                </c:pt>
                <c:pt idx="58802">
                  <c:v>24.7</c:v>
                </c:pt>
                <c:pt idx="58803">
                  <c:v>24.7</c:v>
                </c:pt>
                <c:pt idx="58804">
                  <c:v>24.7</c:v>
                </c:pt>
                <c:pt idx="58805">
                  <c:v>24.7</c:v>
                </c:pt>
                <c:pt idx="58806">
                  <c:v>24.65</c:v>
                </c:pt>
                <c:pt idx="58807">
                  <c:v>24.7</c:v>
                </c:pt>
                <c:pt idx="58808">
                  <c:v>24.7</c:v>
                </c:pt>
                <c:pt idx="58809">
                  <c:v>24.7</c:v>
                </c:pt>
                <c:pt idx="58810">
                  <c:v>24.7</c:v>
                </c:pt>
                <c:pt idx="58811">
                  <c:v>24.7</c:v>
                </c:pt>
                <c:pt idx="58812">
                  <c:v>24.7</c:v>
                </c:pt>
                <c:pt idx="58813">
                  <c:v>24.7</c:v>
                </c:pt>
                <c:pt idx="58814">
                  <c:v>24.7</c:v>
                </c:pt>
                <c:pt idx="58815">
                  <c:v>24.7</c:v>
                </c:pt>
                <c:pt idx="58816">
                  <c:v>24.7</c:v>
                </c:pt>
                <c:pt idx="58817">
                  <c:v>24.7</c:v>
                </c:pt>
                <c:pt idx="58818">
                  <c:v>24.7</c:v>
                </c:pt>
                <c:pt idx="58819">
                  <c:v>24.7</c:v>
                </c:pt>
                <c:pt idx="58820">
                  <c:v>24.7</c:v>
                </c:pt>
                <c:pt idx="58821">
                  <c:v>24.7</c:v>
                </c:pt>
                <c:pt idx="58822">
                  <c:v>24.7</c:v>
                </c:pt>
                <c:pt idx="58823">
                  <c:v>24.7</c:v>
                </c:pt>
                <c:pt idx="58824">
                  <c:v>24.7</c:v>
                </c:pt>
                <c:pt idx="58825">
                  <c:v>24.7</c:v>
                </c:pt>
                <c:pt idx="58826">
                  <c:v>24.7</c:v>
                </c:pt>
                <c:pt idx="58827">
                  <c:v>24.7</c:v>
                </c:pt>
                <c:pt idx="58828">
                  <c:v>24.7</c:v>
                </c:pt>
                <c:pt idx="58829">
                  <c:v>24.7</c:v>
                </c:pt>
                <c:pt idx="58830">
                  <c:v>24.7</c:v>
                </c:pt>
                <c:pt idx="58831">
                  <c:v>24.7</c:v>
                </c:pt>
                <c:pt idx="58832">
                  <c:v>24.7</c:v>
                </c:pt>
                <c:pt idx="58833">
                  <c:v>24.7</c:v>
                </c:pt>
                <c:pt idx="58834">
                  <c:v>24.7</c:v>
                </c:pt>
                <c:pt idx="58835">
                  <c:v>24.7</c:v>
                </c:pt>
                <c:pt idx="58836">
                  <c:v>24.7</c:v>
                </c:pt>
                <c:pt idx="58837">
                  <c:v>24.7</c:v>
                </c:pt>
                <c:pt idx="58838">
                  <c:v>24.7</c:v>
                </c:pt>
                <c:pt idx="58839">
                  <c:v>24.7</c:v>
                </c:pt>
                <c:pt idx="58840">
                  <c:v>24.7</c:v>
                </c:pt>
                <c:pt idx="58841">
                  <c:v>24.7</c:v>
                </c:pt>
                <c:pt idx="58842">
                  <c:v>24.7</c:v>
                </c:pt>
                <c:pt idx="58843">
                  <c:v>24.7</c:v>
                </c:pt>
                <c:pt idx="58844">
                  <c:v>24.7</c:v>
                </c:pt>
                <c:pt idx="58845">
                  <c:v>24.7</c:v>
                </c:pt>
                <c:pt idx="58846">
                  <c:v>24.7</c:v>
                </c:pt>
                <c:pt idx="58847">
                  <c:v>24.7</c:v>
                </c:pt>
                <c:pt idx="58848">
                  <c:v>24.7</c:v>
                </c:pt>
                <c:pt idx="58849">
                  <c:v>24.7</c:v>
                </c:pt>
                <c:pt idx="58850">
                  <c:v>24.7</c:v>
                </c:pt>
                <c:pt idx="58851">
                  <c:v>24.7</c:v>
                </c:pt>
                <c:pt idx="58852">
                  <c:v>24.7</c:v>
                </c:pt>
                <c:pt idx="58853">
                  <c:v>24.7</c:v>
                </c:pt>
                <c:pt idx="58854">
                  <c:v>24.7</c:v>
                </c:pt>
                <c:pt idx="58855">
                  <c:v>24.7</c:v>
                </c:pt>
                <c:pt idx="58856">
                  <c:v>24.7</c:v>
                </c:pt>
                <c:pt idx="58857">
                  <c:v>24.7</c:v>
                </c:pt>
                <c:pt idx="58858">
                  <c:v>24.7</c:v>
                </c:pt>
                <c:pt idx="58859">
                  <c:v>24.7</c:v>
                </c:pt>
                <c:pt idx="58860">
                  <c:v>24.7</c:v>
                </c:pt>
                <c:pt idx="58861">
                  <c:v>24.7</c:v>
                </c:pt>
                <c:pt idx="58862">
                  <c:v>24.7</c:v>
                </c:pt>
                <c:pt idx="58863">
                  <c:v>24.7</c:v>
                </c:pt>
                <c:pt idx="58864">
                  <c:v>24.7</c:v>
                </c:pt>
                <c:pt idx="58865">
                  <c:v>24.7</c:v>
                </c:pt>
                <c:pt idx="58866">
                  <c:v>24.7</c:v>
                </c:pt>
                <c:pt idx="58867">
                  <c:v>24.7</c:v>
                </c:pt>
                <c:pt idx="58868">
                  <c:v>24.7</c:v>
                </c:pt>
                <c:pt idx="58869">
                  <c:v>24.7</c:v>
                </c:pt>
                <c:pt idx="58870">
                  <c:v>24.7</c:v>
                </c:pt>
                <c:pt idx="58871">
                  <c:v>24.7</c:v>
                </c:pt>
                <c:pt idx="58872">
                  <c:v>24.7</c:v>
                </c:pt>
                <c:pt idx="58873">
                  <c:v>24.7</c:v>
                </c:pt>
                <c:pt idx="58874">
                  <c:v>24.7</c:v>
                </c:pt>
                <c:pt idx="58875">
                  <c:v>24.7</c:v>
                </c:pt>
                <c:pt idx="58876">
                  <c:v>24.7</c:v>
                </c:pt>
                <c:pt idx="58877">
                  <c:v>24.7</c:v>
                </c:pt>
                <c:pt idx="58878">
                  <c:v>24.7</c:v>
                </c:pt>
                <c:pt idx="58879">
                  <c:v>24.7</c:v>
                </c:pt>
                <c:pt idx="58880">
                  <c:v>24.7</c:v>
                </c:pt>
                <c:pt idx="58881">
                  <c:v>24.7</c:v>
                </c:pt>
                <c:pt idx="58882">
                  <c:v>24.7</c:v>
                </c:pt>
                <c:pt idx="58883">
                  <c:v>24.7</c:v>
                </c:pt>
                <c:pt idx="58884">
                  <c:v>24.7</c:v>
                </c:pt>
                <c:pt idx="58885">
                  <c:v>24.7</c:v>
                </c:pt>
                <c:pt idx="58886">
                  <c:v>24.7</c:v>
                </c:pt>
                <c:pt idx="58887">
                  <c:v>24.7</c:v>
                </c:pt>
                <c:pt idx="58888">
                  <c:v>24.7</c:v>
                </c:pt>
                <c:pt idx="58889">
                  <c:v>24.7</c:v>
                </c:pt>
                <c:pt idx="58890">
                  <c:v>24.7</c:v>
                </c:pt>
                <c:pt idx="58891">
                  <c:v>24.7</c:v>
                </c:pt>
                <c:pt idx="58892">
                  <c:v>24.65</c:v>
                </c:pt>
                <c:pt idx="58893">
                  <c:v>24.7</c:v>
                </c:pt>
                <c:pt idx="58894">
                  <c:v>24.7</c:v>
                </c:pt>
                <c:pt idx="58895">
                  <c:v>24.7</c:v>
                </c:pt>
                <c:pt idx="58896">
                  <c:v>24.7</c:v>
                </c:pt>
                <c:pt idx="58897">
                  <c:v>24.7</c:v>
                </c:pt>
                <c:pt idx="58898">
                  <c:v>24.7</c:v>
                </c:pt>
                <c:pt idx="58899">
                  <c:v>24.7</c:v>
                </c:pt>
                <c:pt idx="58900">
                  <c:v>24.7</c:v>
                </c:pt>
                <c:pt idx="58901">
                  <c:v>24.7</c:v>
                </c:pt>
                <c:pt idx="58902">
                  <c:v>24.7</c:v>
                </c:pt>
                <c:pt idx="58903">
                  <c:v>24.7</c:v>
                </c:pt>
                <c:pt idx="58904">
                  <c:v>24.7</c:v>
                </c:pt>
                <c:pt idx="58905">
                  <c:v>24.7</c:v>
                </c:pt>
                <c:pt idx="58906">
                  <c:v>24.7</c:v>
                </c:pt>
                <c:pt idx="58907">
                  <c:v>24.7</c:v>
                </c:pt>
                <c:pt idx="58908">
                  <c:v>24.7</c:v>
                </c:pt>
                <c:pt idx="58909">
                  <c:v>24.7</c:v>
                </c:pt>
                <c:pt idx="58910">
                  <c:v>24.7</c:v>
                </c:pt>
                <c:pt idx="58911">
                  <c:v>24.7</c:v>
                </c:pt>
                <c:pt idx="58912">
                  <c:v>24.7</c:v>
                </c:pt>
                <c:pt idx="58913">
                  <c:v>24.7</c:v>
                </c:pt>
                <c:pt idx="58914">
                  <c:v>24.7</c:v>
                </c:pt>
                <c:pt idx="58915">
                  <c:v>24.7</c:v>
                </c:pt>
                <c:pt idx="58916">
                  <c:v>24.7</c:v>
                </c:pt>
                <c:pt idx="58917">
                  <c:v>24.7</c:v>
                </c:pt>
                <c:pt idx="58918">
                  <c:v>24.7</c:v>
                </c:pt>
                <c:pt idx="58919">
                  <c:v>24.7</c:v>
                </c:pt>
                <c:pt idx="58920">
                  <c:v>24.7</c:v>
                </c:pt>
                <c:pt idx="58921">
                  <c:v>24.7</c:v>
                </c:pt>
                <c:pt idx="58922">
                  <c:v>24.7</c:v>
                </c:pt>
                <c:pt idx="58923">
                  <c:v>24.7</c:v>
                </c:pt>
                <c:pt idx="58924">
                  <c:v>24.7</c:v>
                </c:pt>
                <c:pt idx="58925">
                  <c:v>24.7</c:v>
                </c:pt>
                <c:pt idx="58926">
                  <c:v>24.7</c:v>
                </c:pt>
                <c:pt idx="58927">
                  <c:v>24.7</c:v>
                </c:pt>
                <c:pt idx="58928">
                  <c:v>24.7</c:v>
                </c:pt>
                <c:pt idx="58929">
                  <c:v>24.7</c:v>
                </c:pt>
                <c:pt idx="58930">
                  <c:v>24.7</c:v>
                </c:pt>
                <c:pt idx="58931">
                  <c:v>24.7</c:v>
                </c:pt>
                <c:pt idx="58932">
                  <c:v>24.7</c:v>
                </c:pt>
                <c:pt idx="58933">
                  <c:v>24.7</c:v>
                </c:pt>
                <c:pt idx="58934">
                  <c:v>24.7</c:v>
                </c:pt>
                <c:pt idx="58935">
                  <c:v>24.7</c:v>
                </c:pt>
                <c:pt idx="58936">
                  <c:v>24.7</c:v>
                </c:pt>
                <c:pt idx="58937">
                  <c:v>24.7</c:v>
                </c:pt>
                <c:pt idx="58938">
                  <c:v>24.7</c:v>
                </c:pt>
                <c:pt idx="58939">
                  <c:v>24.7</c:v>
                </c:pt>
                <c:pt idx="58940">
                  <c:v>24.7</c:v>
                </c:pt>
                <c:pt idx="58941">
                  <c:v>24.7</c:v>
                </c:pt>
                <c:pt idx="58942">
                  <c:v>24.7</c:v>
                </c:pt>
                <c:pt idx="58943">
                  <c:v>24.7</c:v>
                </c:pt>
                <c:pt idx="58944">
                  <c:v>24.7</c:v>
                </c:pt>
                <c:pt idx="58945">
                  <c:v>24.7</c:v>
                </c:pt>
                <c:pt idx="58946">
                  <c:v>24.7</c:v>
                </c:pt>
                <c:pt idx="58947">
                  <c:v>24.7</c:v>
                </c:pt>
                <c:pt idx="58948">
                  <c:v>24.7</c:v>
                </c:pt>
                <c:pt idx="58949">
                  <c:v>24.7</c:v>
                </c:pt>
                <c:pt idx="58950">
                  <c:v>24.7</c:v>
                </c:pt>
                <c:pt idx="58951">
                  <c:v>24.7</c:v>
                </c:pt>
                <c:pt idx="58952">
                  <c:v>24.7</c:v>
                </c:pt>
                <c:pt idx="58953">
                  <c:v>24.7</c:v>
                </c:pt>
                <c:pt idx="58954">
                  <c:v>24.7</c:v>
                </c:pt>
                <c:pt idx="58955">
                  <c:v>24.7</c:v>
                </c:pt>
                <c:pt idx="58956">
                  <c:v>24.7</c:v>
                </c:pt>
                <c:pt idx="58957">
                  <c:v>24.7</c:v>
                </c:pt>
                <c:pt idx="58958">
                  <c:v>24.7</c:v>
                </c:pt>
                <c:pt idx="58959">
                  <c:v>24.7</c:v>
                </c:pt>
                <c:pt idx="58960">
                  <c:v>24.7</c:v>
                </c:pt>
                <c:pt idx="58961">
                  <c:v>24.7</c:v>
                </c:pt>
                <c:pt idx="58962">
                  <c:v>24.7</c:v>
                </c:pt>
                <c:pt idx="58963">
                  <c:v>24.7</c:v>
                </c:pt>
                <c:pt idx="58964">
                  <c:v>24.7</c:v>
                </c:pt>
                <c:pt idx="58965">
                  <c:v>24.7</c:v>
                </c:pt>
                <c:pt idx="58966">
                  <c:v>24.7</c:v>
                </c:pt>
                <c:pt idx="58967">
                  <c:v>24.7</c:v>
                </c:pt>
                <c:pt idx="58968">
                  <c:v>24.7</c:v>
                </c:pt>
                <c:pt idx="58969">
                  <c:v>24.7</c:v>
                </c:pt>
                <c:pt idx="58970">
                  <c:v>24.7</c:v>
                </c:pt>
                <c:pt idx="58971">
                  <c:v>24.7</c:v>
                </c:pt>
                <c:pt idx="58972">
                  <c:v>24.7</c:v>
                </c:pt>
                <c:pt idx="58973">
                  <c:v>24.7</c:v>
                </c:pt>
                <c:pt idx="58974">
                  <c:v>24.7</c:v>
                </c:pt>
                <c:pt idx="58975">
                  <c:v>24.7</c:v>
                </c:pt>
                <c:pt idx="58976">
                  <c:v>24.7</c:v>
                </c:pt>
                <c:pt idx="58977">
                  <c:v>24.7</c:v>
                </c:pt>
                <c:pt idx="58978">
                  <c:v>24.7</c:v>
                </c:pt>
                <c:pt idx="58979">
                  <c:v>24.7</c:v>
                </c:pt>
                <c:pt idx="58980">
                  <c:v>24.7</c:v>
                </c:pt>
                <c:pt idx="58981">
                  <c:v>24.7</c:v>
                </c:pt>
                <c:pt idx="58982">
                  <c:v>24.7</c:v>
                </c:pt>
                <c:pt idx="58983">
                  <c:v>24.7</c:v>
                </c:pt>
                <c:pt idx="58984">
                  <c:v>24.7</c:v>
                </c:pt>
                <c:pt idx="58985">
                  <c:v>24.7</c:v>
                </c:pt>
                <c:pt idx="58986">
                  <c:v>24.7</c:v>
                </c:pt>
                <c:pt idx="58987">
                  <c:v>24.7</c:v>
                </c:pt>
                <c:pt idx="58988">
                  <c:v>24.7</c:v>
                </c:pt>
                <c:pt idx="58989">
                  <c:v>24.7</c:v>
                </c:pt>
                <c:pt idx="58990">
                  <c:v>24.7</c:v>
                </c:pt>
                <c:pt idx="58991">
                  <c:v>24.7</c:v>
                </c:pt>
                <c:pt idx="58992">
                  <c:v>24.7</c:v>
                </c:pt>
                <c:pt idx="58993">
                  <c:v>24.7</c:v>
                </c:pt>
                <c:pt idx="58994">
                  <c:v>24.7</c:v>
                </c:pt>
                <c:pt idx="58995">
                  <c:v>24.7</c:v>
                </c:pt>
                <c:pt idx="58996">
                  <c:v>24.7</c:v>
                </c:pt>
                <c:pt idx="58997">
                  <c:v>24.7</c:v>
                </c:pt>
                <c:pt idx="58998">
                  <c:v>24.7</c:v>
                </c:pt>
                <c:pt idx="58999">
                  <c:v>24.7</c:v>
                </c:pt>
                <c:pt idx="59000">
                  <c:v>24.7</c:v>
                </c:pt>
                <c:pt idx="59001">
                  <c:v>24.7</c:v>
                </c:pt>
                <c:pt idx="59002">
                  <c:v>24.7</c:v>
                </c:pt>
                <c:pt idx="59003">
                  <c:v>24.7</c:v>
                </c:pt>
                <c:pt idx="59004">
                  <c:v>24.7</c:v>
                </c:pt>
                <c:pt idx="59005">
                  <c:v>24.7</c:v>
                </c:pt>
                <c:pt idx="59006">
                  <c:v>24.7</c:v>
                </c:pt>
                <c:pt idx="59007">
                  <c:v>24.7</c:v>
                </c:pt>
                <c:pt idx="59008">
                  <c:v>24.7</c:v>
                </c:pt>
                <c:pt idx="59009">
                  <c:v>24.7</c:v>
                </c:pt>
                <c:pt idx="59010">
                  <c:v>24.7</c:v>
                </c:pt>
                <c:pt idx="59011">
                  <c:v>24.7</c:v>
                </c:pt>
                <c:pt idx="59012">
                  <c:v>24.7</c:v>
                </c:pt>
                <c:pt idx="59013">
                  <c:v>24.7</c:v>
                </c:pt>
                <c:pt idx="59014">
                  <c:v>24.7</c:v>
                </c:pt>
                <c:pt idx="59015">
                  <c:v>24.7</c:v>
                </c:pt>
                <c:pt idx="59016">
                  <c:v>24.7</c:v>
                </c:pt>
                <c:pt idx="59017">
                  <c:v>24.7</c:v>
                </c:pt>
                <c:pt idx="59018">
                  <c:v>24.7</c:v>
                </c:pt>
                <c:pt idx="59019">
                  <c:v>24.7</c:v>
                </c:pt>
                <c:pt idx="59020">
                  <c:v>24.7</c:v>
                </c:pt>
                <c:pt idx="59021">
                  <c:v>24.7</c:v>
                </c:pt>
                <c:pt idx="59022">
                  <c:v>24.7</c:v>
                </c:pt>
                <c:pt idx="59023">
                  <c:v>24.7</c:v>
                </c:pt>
                <c:pt idx="59024">
                  <c:v>24.7</c:v>
                </c:pt>
                <c:pt idx="59025">
                  <c:v>24.7</c:v>
                </c:pt>
                <c:pt idx="59026">
                  <c:v>24.7</c:v>
                </c:pt>
                <c:pt idx="59027">
                  <c:v>24.7</c:v>
                </c:pt>
                <c:pt idx="59028">
                  <c:v>24.7</c:v>
                </c:pt>
                <c:pt idx="59029">
                  <c:v>24.7</c:v>
                </c:pt>
                <c:pt idx="59030">
                  <c:v>24.7</c:v>
                </c:pt>
                <c:pt idx="59031">
                  <c:v>24.7</c:v>
                </c:pt>
                <c:pt idx="59032">
                  <c:v>24.7</c:v>
                </c:pt>
                <c:pt idx="59033">
                  <c:v>24.7</c:v>
                </c:pt>
                <c:pt idx="59034">
                  <c:v>24.7</c:v>
                </c:pt>
                <c:pt idx="59035">
                  <c:v>24.7</c:v>
                </c:pt>
                <c:pt idx="59036">
                  <c:v>24.7</c:v>
                </c:pt>
                <c:pt idx="59037">
                  <c:v>24.7</c:v>
                </c:pt>
                <c:pt idx="59038">
                  <c:v>24.7</c:v>
                </c:pt>
                <c:pt idx="59039">
                  <c:v>24.7</c:v>
                </c:pt>
                <c:pt idx="59040">
                  <c:v>24.7</c:v>
                </c:pt>
                <c:pt idx="59041">
                  <c:v>24.7</c:v>
                </c:pt>
                <c:pt idx="59042">
                  <c:v>24.7</c:v>
                </c:pt>
                <c:pt idx="59043">
                  <c:v>24.7</c:v>
                </c:pt>
                <c:pt idx="59044">
                  <c:v>24.7</c:v>
                </c:pt>
                <c:pt idx="59045">
                  <c:v>24.7</c:v>
                </c:pt>
                <c:pt idx="59046">
                  <c:v>24.7</c:v>
                </c:pt>
                <c:pt idx="59047">
                  <c:v>24.7</c:v>
                </c:pt>
                <c:pt idx="59048">
                  <c:v>24.7</c:v>
                </c:pt>
                <c:pt idx="59049">
                  <c:v>24.7</c:v>
                </c:pt>
                <c:pt idx="59050">
                  <c:v>24.7</c:v>
                </c:pt>
                <c:pt idx="59051">
                  <c:v>24.7</c:v>
                </c:pt>
                <c:pt idx="59052">
                  <c:v>24.7</c:v>
                </c:pt>
                <c:pt idx="59053">
                  <c:v>24.7</c:v>
                </c:pt>
                <c:pt idx="59054">
                  <c:v>24.7</c:v>
                </c:pt>
                <c:pt idx="59055">
                  <c:v>24.65</c:v>
                </c:pt>
                <c:pt idx="59056">
                  <c:v>24.7</c:v>
                </c:pt>
                <c:pt idx="59057">
                  <c:v>24.7</c:v>
                </c:pt>
                <c:pt idx="59058">
                  <c:v>24.7</c:v>
                </c:pt>
                <c:pt idx="59059">
                  <c:v>24.7</c:v>
                </c:pt>
                <c:pt idx="59060">
                  <c:v>24.7</c:v>
                </c:pt>
                <c:pt idx="59061">
                  <c:v>24.7</c:v>
                </c:pt>
                <c:pt idx="59062">
                  <c:v>24.7</c:v>
                </c:pt>
                <c:pt idx="59063">
                  <c:v>24.7</c:v>
                </c:pt>
                <c:pt idx="59064">
                  <c:v>24.7</c:v>
                </c:pt>
                <c:pt idx="59065">
                  <c:v>24.7</c:v>
                </c:pt>
                <c:pt idx="59066">
                  <c:v>24.7</c:v>
                </c:pt>
                <c:pt idx="59067">
                  <c:v>24.7</c:v>
                </c:pt>
                <c:pt idx="59068">
                  <c:v>24.7</c:v>
                </c:pt>
                <c:pt idx="59069">
                  <c:v>24.7</c:v>
                </c:pt>
                <c:pt idx="59070">
                  <c:v>24.7</c:v>
                </c:pt>
                <c:pt idx="59071">
                  <c:v>24.7</c:v>
                </c:pt>
                <c:pt idx="59072">
                  <c:v>24.7</c:v>
                </c:pt>
                <c:pt idx="59073">
                  <c:v>24.7</c:v>
                </c:pt>
                <c:pt idx="59074">
                  <c:v>24.7</c:v>
                </c:pt>
                <c:pt idx="59075">
                  <c:v>24.7</c:v>
                </c:pt>
                <c:pt idx="59076">
                  <c:v>24.7</c:v>
                </c:pt>
                <c:pt idx="59077">
                  <c:v>24.7</c:v>
                </c:pt>
                <c:pt idx="59078">
                  <c:v>24.7</c:v>
                </c:pt>
                <c:pt idx="59079">
                  <c:v>24.7</c:v>
                </c:pt>
                <c:pt idx="59080">
                  <c:v>24.7</c:v>
                </c:pt>
                <c:pt idx="59081">
                  <c:v>24.7</c:v>
                </c:pt>
                <c:pt idx="59082">
                  <c:v>24.7</c:v>
                </c:pt>
                <c:pt idx="59083">
                  <c:v>24.7</c:v>
                </c:pt>
                <c:pt idx="59084">
                  <c:v>24.7</c:v>
                </c:pt>
                <c:pt idx="59085">
                  <c:v>24.7</c:v>
                </c:pt>
                <c:pt idx="59086">
                  <c:v>24.7</c:v>
                </c:pt>
                <c:pt idx="59087">
                  <c:v>24.7</c:v>
                </c:pt>
                <c:pt idx="59088">
                  <c:v>24.7</c:v>
                </c:pt>
                <c:pt idx="59089">
                  <c:v>24.7</c:v>
                </c:pt>
                <c:pt idx="59090">
                  <c:v>24.7</c:v>
                </c:pt>
                <c:pt idx="59091">
                  <c:v>24.7</c:v>
                </c:pt>
                <c:pt idx="59092">
                  <c:v>24.7</c:v>
                </c:pt>
                <c:pt idx="59093">
                  <c:v>24.7</c:v>
                </c:pt>
                <c:pt idx="59094">
                  <c:v>24.7</c:v>
                </c:pt>
                <c:pt idx="59095">
                  <c:v>24.7</c:v>
                </c:pt>
                <c:pt idx="59096">
                  <c:v>24.7</c:v>
                </c:pt>
                <c:pt idx="59097">
                  <c:v>24.7</c:v>
                </c:pt>
                <c:pt idx="59098">
                  <c:v>24.7</c:v>
                </c:pt>
                <c:pt idx="59099">
                  <c:v>24.7</c:v>
                </c:pt>
                <c:pt idx="59100">
                  <c:v>24.7</c:v>
                </c:pt>
                <c:pt idx="59101">
                  <c:v>24.7</c:v>
                </c:pt>
                <c:pt idx="59102">
                  <c:v>24.7</c:v>
                </c:pt>
                <c:pt idx="59103">
                  <c:v>24.7</c:v>
                </c:pt>
                <c:pt idx="59104">
                  <c:v>24.7</c:v>
                </c:pt>
                <c:pt idx="59105">
                  <c:v>24.7</c:v>
                </c:pt>
                <c:pt idx="59106">
                  <c:v>24.7</c:v>
                </c:pt>
                <c:pt idx="59107">
                  <c:v>24.7</c:v>
                </c:pt>
                <c:pt idx="59108">
                  <c:v>24.7</c:v>
                </c:pt>
                <c:pt idx="59109">
                  <c:v>24.7</c:v>
                </c:pt>
                <c:pt idx="59110">
                  <c:v>24.7</c:v>
                </c:pt>
                <c:pt idx="59111">
                  <c:v>24.7</c:v>
                </c:pt>
                <c:pt idx="59112">
                  <c:v>24.7</c:v>
                </c:pt>
                <c:pt idx="59113">
                  <c:v>24.7</c:v>
                </c:pt>
                <c:pt idx="59114">
                  <c:v>24.65</c:v>
                </c:pt>
                <c:pt idx="59115">
                  <c:v>24.65</c:v>
                </c:pt>
                <c:pt idx="59116">
                  <c:v>24.7</c:v>
                </c:pt>
                <c:pt idx="59117">
                  <c:v>24.65</c:v>
                </c:pt>
                <c:pt idx="59118">
                  <c:v>24.7</c:v>
                </c:pt>
                <c:pt idx="59119">
                  <c:v>24.7</c:v>
                </c:pt>
                <c:pt idx="59120">
                  <c:v>24.7</c:v>
                </c:pt>
                <c:pt idx="59121">
                  <c:v>24.7</c:v>
                </c:pt>
                <c:pt idx="59122">
                  <c:v>24.7</c:v>
                </c:pt>
                <c:pt idx="59123">
                  <c:v>24.7</c:v>
                </c:pt>
                <c:pt idx="59124">
                  <c:v>24.7</c:v>
                </c:pt>
                <c:pt idx="59125">
                  <c:v>24.7</c:v>
                </c:pt>
                <c:pt idx="59126">
                  <c:v>24.65</c:v>
                </c:pt>
                <c:pt idx="59127">
                  <c:v>24.7</c:v>
                </c:pt>
                <c:pt idx="59128">
                  <c:v>24.7</c:v>
                </c:pt>
                <c:pt idx="59129">
                  <c:v>24.7</c:v>
                </c:pt>
                <c:pt idx="59130">
                  <c:v>24.7</c:v>
                </c:pt>
                <c:pt idx="59131">
                  <c:v>24.7</c:v>
                </c:pt>
                <c:pt idx="59132">
                  <c:v>24.7</c:v>
                </c:pt>
                <c:pt idx="59133">
                  <c:v>24.7</c:v>
                </c:pt>
                <c:pt idx="59134">
                  <c:v>24.7</c:v>
                </c:pt>
                <c:pt idx="59135">
                  <c:v>24.7</c:v>
                </c:pt>
                <c:pt idx="59136">
                  <c:v>24.7</c:v>
                </c:pt>
                <c:pt idx="59137">
                  <c:v>24.7</c:v>
                </c:pt>
                <c:pt idx="59138">
                  <c:v>24.7</c:v>
                </c:pt>
                <c:pt idx="59139">
                  <c:v>24.7</c:v>
                </c:pt>
                <c:pt idx="59140">
                  <c:v>24.7</c:v>
                </c:pt>
                <c:pt idx="59141">
                  <c:v>24.7</c:v>
                </c:pt>
                <c:pt idx="59142">
                  <c:v>24.7</c:v>
                </c:pt>
                <c:pt idx="59143">
                  <c:v>24.7</c:v>
                </c:pt>
                <c:pt idx="59144">
                  <c:v>24.7</c:v>
                </c:pt>
                <c:pt idx="59145">
                  <c:v>24.7</c:v>
                </c:pt>
                <c:pt idx="59146">
                  <c:v>24.7</c:v>
                </c:pt>
                <c:pt idx="59147">
                  <c:v>24.7</c:v>
                </c:pt>
                <c:pt idx="59148">
                  <c:v>24.7</c:v>
                </c:pt>
                <c:pt idx="59149">
                  <c:v>24.7</c:v>
                </c:pt>
                <c:pt idx="59150">
                  <c:v>24.7</c:v>
                </c:pt>
                <c:pt idx="59151">
                  <c:v>24.7</c:v>
                </c:pt>
                <c:pt idx="59152">
                  <c:v>24.7</c:v>
                </c:pt>
                <c:pt idx="59153">
                  <c:v>24.7</c:v>
                </c:pt>
                <c:pt idx="59154">
                  <c:v>24.7</c:v>
                </c:pt>
                <c:pt idx="59155">
                  <c:v>24.7</c:v>
                </c:pt>
                <c:pt idx="59156">
                  <c:v>24.7</c:v>
                </c:pt>
                <c:pt idx="59157">
                  <c:v>24.7</c:v>
                </c:pt>
                <c:pt idx="59158">
                  <c:v>24.7</c:v>
                </c:pt>
                <c:pt idx="59159">
                  <c:v>24.7</c:v>
                </c:pt>
                <c:pt idx="59160">
                  <c:v>24.7</c:v>
                </c:pt>
                <c:pt idx="59161">
                  <c:v>24.7</c:v>
                </c:pt>
                <c:pt idx="59162">
                  <c:v>24.7</c:v>
                </c:pt>
                <c:pt idx="59163">
                  <c:v>24.7</c:v>
                </c:pt>
                <c:pt idx="59164">
                  <c:v>24.7</c:v>
                </c:pt>
                <c:pt idx="59165">
                  <c:v>24.7</c:v>
                </c:pt>
                <c:pt idx="59166">
                  <c:v>24.7</c:v>
                </c:pt>
                <c:pt idx="59167">
                  <c:v>24.7</c:v>
                </c:pt>
                <c:pt idx="59168">
                  <c:v>24.7</c:v>
                </c:pt>
                <c:pt idx="59169">
                  <c:v>24.7</c:v>
                </c:pt>
                <c:pt idx="59170">
                  <c:v>24.7</c:v>
                </c:pt>
                <c:pt idx="59171">
                  <c:v>24.7</c:v>
                </c:pt>
                <c:pt idx="59172">
                  <c:v>24.7</c:v>
                </c:pt>
                <c:pt idx="59173">
                  <c:v>24.7</c:v>
                </c:pt>
                <c:pt idx="59174">
                  <c:v>24.7</c:v>
                </c:pt>
                <c:pt idx="59175">
                  <c:v>24.7</c:v>
                </c:pt>
                <c:pt idx="59176">
                  <c:v>24.7</c:v>
                </c:pt>
                <c:pt idx="59177">
                  <c:v>24.7</c:v>
                </c:pt>
                <c:pt idx="59178">
                  <c:v>24.7</c:v>
                </c:pt>
                <c:pt idx="59179">
                  <c:v>24.7</c:v>
                </c:pt>
                <c:pt idx="59180">
                  <c:v>24.7</c:v>
                </c:pt>
                <c:pt idx="59181">
                  <c:v>24.7</c:v>
                </c:pt>
                <c:pt idx="59182">
                  <c:v>24.7</c:v>
                </c:pt>
                <c:pt idx="59183">
                  <c:v>24.7</c:v>
                </c:pt>
                <c:pt idx="59184">
                  <c:v>24.7</c:v>
                </c:pt>
                <c:pt idx="59185">
                  <c:v>24.7</c:v>
                </c:pt>
                <c:pt idx="59186">
                  <c:v>24.7</c:v>
                </c:pt>
                <c:pt idx="59187">
                  <c:v>24.7</c:v>
                </c:pt>
                <c:pt idx="59188">
                  <c:v>24.7</c:v>
                </c:pt>
                <c:pt idx="59189">
                  <c:v>24.7</c:v>
                </c:pt>
                <c:pt idx="59190">
                  <c:v>24.7</c:v>
                </c:pt>
                <c:pt idx="59191">
                  <c:v>24.7</c:v>
                </c:pt>
                <c:pt idx="59192">
                  <c:v>24.7</c:v>
                </c:pt>
                <c:pt idx="59193">
                  <c:v>24.7</c:v>
                </c:pt>
                <c:pt idx="59194">
                  <c:v>24.7</c:v>
                </c:pt>
                <c:pt idx="59195">
                  <c:v>24.7</c:v>
                </c:pt>
                <c:pt idx="59196">
                  <c:v>24.7</c:v>
                </c:pt>
                <c:pt idx="59197">
                  <c:v>24.7</c:v>
                </c:pt>
                <c:pt idx="59198">
                  <c:v>24.7</c:v>
                </c:pt>
                <c:pt idx="59199">
                  <c:v>24.7</c:v>
                </c:pt>
                <c:pt idx="59200">
                  <c:v>24.7</c:v>
                </c:pt>
                <c:pt idx="59201">
                  <c:v>24.7</c:v>
                </c:pt>
                <c:pt idx="59202">
                  <c:v>24.7</c:v>
                </c:pt>
                <c:pt idx="59203">
                  <c:v>24.7</c:v>
                </c:pt>
                <c:pt idx="59204">
                  <c:v>24.7</c:v>
                </c:pt>
                <c:pt idx="59205">
                  <c:v>24.7</c:v>
                </c:pt>
                <c:pt idx="59206">
                  <c:v>24.7</c:v>
                </c:pt>
                <c:pt idx="59207">
                  <c:v>24.7</c:v>
                </c:pt>
                <c:pt idx="59208">
                  <c:v>24.7</c:v>
                </c:pt>
                <c:pt idx="59209">
                  <c:v>24.7</c:v>
                </c:pt>
                <c:pt idx="59210">
                  <c:v>24.7</c:v>
                </c:pt>
                <c:pt idx="59211">
                  <c:v>24.7</c:v>
                </c:pt>
                <c:pt idx="59212">
                  <c:v>24.7</c:v>
                </c:pt>
                <c:pt idx="59213">
                  <c:v>24.7</c:v>
                </c:pt>
                <c:pt idx="59214">
                  <c:v>24.7</c:v>
                </c:pt>
                <c:pt idx="59215">
                  <c:v>24.7</c:v>
                </c:pt>
                <c:pt idx="59216">
                  <c:v>24.7</c:v>
                </c:pt>
                <c:pt idx="59217">
                  <c:v>24.7</c:v>
                </c:pt>
                <c:pt idx="59218">
                  <c:v>24.7</c:v>
                </c:pt>
                <c:pt idx="59219">
                  <c:v>24.7</c:v>
                </c:pt>
                <c:pt idx="59220">
                  <c:v>24.7</c:v>
                </c:pt>
                <c:pt idx="59221">
                  <c:v>24.7</c:v>
                </c:pt>
                <c:pt idx="59222">
                  <c:v>24.7</c:v>
                </c:pt>
                <c:pt idx="59223">
                  <c:v>24.7</c:v>
                </c:pt>
                <c:pt idx="59224">
                  <c:v>24.7</c:v>
                </c:pt>
                <c:pt idx="59225">
                  <c:v>24.7</c:v>
                </c:pt>
                <c:pt idx="59226">
                  <c:v>24.7</c:v>
                </c:pt>
                <c:pt idx="59227">
                  <c:v>24.7</c:v>
                </c:pt>
                <c:pt idx="59228">
                  <c:v>24.7</c:v>
                </c:pt>
                <c:pt idx="59229">
                  <c:v>24.7</c:v>
                </c:pt>
                <c:pt idx="59230">
                  <c:v>24.7</c:v>
                </c:pt>
                <c:pt idx="59231">
                  <c:v>24.7</c:v>
                </c:pt>
                <c:pt idx="59232">
                  <c:v>24.7</c:v>
                </c:pt>
                <c:pt idx="59233">
                  <c:v>24.7</c:v>
                </c:pt>
                <c:pt idx="59234">
                  <c:v>24.7</c:v>
                </c:pt>
                <c:pt idx="59235">
                  <c:v>24.7</c:v>
                </c:pt>
                <c:pt idx="59236">
                  <c:v>24.7</c:v>
                </c:pt>
                <c:pt idx="59237">
                  <c:v>24.7</c:v>
                </c:pt>
                <c:pt idx="59238">
                  <c:v>24.7</c:v>
                </c:pt>
                <c:pt idx="59239">
                  <c:v>24.7</c:v>
                </c:pt>
                <c:pt idx="59240">
                  <c:v>24.7</c:v>
                </c:pt>
                <c:pt idx="59241">
                  <c:v>24.7</c:v>
                </c:pt>
                <c:pt idx="59242">
                  <c:v>24.7</c:v>
                </c:pt>
                <c:pt idx="59243">
                  <c:v>24.7</c:v>
                </c:pt>
                <c:pt idx="59244">
                  <c:v>24.7</c:v>
                </c:pt>
                <c:pt idx="59245">
                  <c:v>24.7</c:v>
                </c:pt>
                <c:pt idx="59246">
                  <c:v>24.7</c:v>
                </c:pt>
                <c:pt idx="59247">
                  <c:v>24.7</c:v>
                </c:pt>
                <c:pt idx="59248">
                  <c:v>24.7</c:v>
                </c:pt>
                <c:pt idx="59249">
                  <c:v>24.7</c:v>
                </c:pt>
                <c:pt idx="59250">
                  <c:v>24.7</c:v>
                </c:pt>
                <c:pt idx="59251">
                  <c:v>24.7</c:v>
                </c:pt>
                <c:pt idx="59252">
                  <c:v>24.7</c:v>
                </c:pt>
                <c:pt idx="59253">
                  <c:v>24.7</c:v>
                </c:pt>
                <c:pt idx="59254">
                  <c:v>24.7</c:v>
                </c:pt>
                <c:pt idx="59255">
                  <c:v>24.7</c:v>
                </c:pt>
                <c:pt idx="59256">
                  <c:v>24.7</c:v>
                </c:pt>
                <c:pt idx="59257">
                  <c:v>24.7</c:v>
                </c:pt>
                <c:pt idx="59258">
                  <c:v>24.7</c:v>
                </c:pt>
                <c:pt idx="59259">
                  <c:v>24.7</c:v>
                </c:pt>
                <c:pt idx="59260">
                  <c:v>24.7</c:v>
                </c:pt>
                <c:pt idx="59261">
                  <c:v>24.7</c:v>
                </c:pt>
                <c:pt idx="59262">
                  <c:v>24.7</c:v>
                </c:pt>
                <c:pt idx="59263">
                  <c:v>24.7</c:v>
                </c:pt>
                <c:pt idx="59264">
                  <c:v>24.7</c:v>
                </c:pt>
                <c:pt idx="59265">
                  <c:v>24.7</c:v>
                </c:pt>
                <c:pt idx="59266">
                  <c:v>24.7</c:v>
                </c:pt>
                <c:pt idx="59267">
                  <c:v>24.7</c:v>
                </c:pt>
                <c:pt idx="59268">
                  <c:v>24.7</c:v>
                </c:pt>
                <c:pt idx="59269">
                  <c:v>24.7</c:v>
                </c:pt>
                <c:pt idx="59270">
                  <c:v>24.7</c:v>
                </c:pt>
                <c:pt idx="59271">
                  <c:v>24.7</c:v>
                </c:pt>
                <c:pt idx="59272">
                  <c:v>24.7</c:v>
                </c:pt>
                <c:pt idx="59273">
                  <c:v>24.7</c:v>
                </c:pt>
                <c:pt idx="59274">
                  <c:v>24.7</c:v>
                </c:pt>
                <c:pt idx="59275">
                  <c:v>24.7</c:v>
                </c:pt>
                <c:pt idx="59276">
                  <c:v>24.7</c:v>
                </c:pt>
                <c:pt idx="59277">
                  <c:v>24.7</c:v>
                </c:pt>
                <c:pt idx="59278">
                  <c:v>24.7</c:v>
                </c:pt>
                <c:pt idx="59279">
                  <c:v>24.7</c:v>
                </c:pt>
                <c:pt idx="59280">
                  <c:v>24.7</c:v>
                </c:pt>
                <c:pt idx="59281">
                  <c:v>24.7</c:v>
                </c:pt>
                <c:pt idx="59282">
                  <c:v>24.7</c:v>
                </c:pt>
                <c:pt idx="59283">
                  <c:v>24.7</c:v>
                </c:pt>
                <c:pt idx="59284">
                  <c:v>24.7</c:v>
                </c:pt>
                <c:pt idx="59285">
                  <c:v>24.7</c:v>
                </c:pt>
                <c:pt idx="59286">
                  <c:v>24.7</c:v>
                </c:pt>
                <c:pt idx="59287">
                  <c:v>24.7</c:v>
                </c:pt>
                <c:pt idx="59288">
                  <c:v>24.7</c:v>
                </c:pt>
                <c:pt idx="59289">
                  <c:v>24.7</c:v>
                </c:pt>
                <c:pt idx="59290">
                  <c:v>24.7</c:v>
                </c:pt>
                <c:pt idx="59291">
                  <c:v>24.7</c:v>
                </c:pt>
                <c:pt idx="59292">
                  <c:v>24.7</c:v>
                </c:pt>
                <c:pt idx="59293">
                  <c:v>24.7</c:v>
                </c:pt>
                <c:pt idx="59294">
                  <c:v>24.7</c:v>
                </c:pt>
                <c:pt idx="59295">
                  <c:v>24.7</c:v>
                </c:pt>
                <c:pt idx="59296">
                  <c:v>24.7</c:v>
                </c:pt>
                <c:pt idx="59297">
                  <c:v>24.7</c:v>
                </c:pt>
                <c:pt idx="59298">
                  <c:v>24.7</c:v>
                </c:pt>
                <c:pt idx="59299">
                  <c:v>24.7</c:v>
                </c:pt>
                <c:pt idx="59300">
                  <c:v>24.7</c:v>
                </c:pt>
                <c:pt idx="59301">
                  <c:v>24.7</c:v>
                </c:pt>
                <c:pt idx="59302">
                  <c:v>24.7</c:v>
                </c:pt>
                <c:pt idx="59303">
                  <c:v>24.7</c:v>
                </c:pt>
                <c:pt idx="59304">
                  <c:v>24.7</c:v>
                </c:pt>
                <c:pt idx="59305">
                  <c:v>24.7</c:v>
                </c:pt>
                <c:pt idx="59306">
                  <c:v>24.7</c:v>
                </c:pt>
                <c:pt idx="59307">
                  <c:v>24.7</c:v>
                </c:pt>
                <c:pt idx="59308">
                  <c:v>24.7</c:v>
                </c:pt>
                <c:pt idx="59309">
                  <c:v>24.7</c:v>
                </c:pt>
                <c:pt idx="59310">
                  <c:v>24.7</c:v>
                </c:pt>
                <c:pt idx="59311">
                  <c:v>24.7</c:v>
                </c:pt>
                <c:pt idx="59312">
                  <c:v>24.7</c:v>
                </c:pt>
                <c:pt idx="59313">
                  <c:v>24.7</c:v>
                </c:pt>
                <c:pt idx="59314">
                  <c:v>24.7</c:v>
                </c:pt>
                <c:pt idx="59315">
                  <c:v>24.7</c:v>
                </c:pt>
                <c:pt idx="59316">
                  <c:v>24.7</c:v>
                </c:pt>
                <c:pt idx="59317">
                  <c:v>24.7</c:v>
                </c:pt>
                <c:pt idx="59318">
                  <c:v>24.7</c:v>
                </c:pt>
                <c:pt idx="59319">
                  <c:v>24.7</c:v>
                </c:pt>
                <c:pt idx="59320">
                  <c:v>24.7</c:v>
                </c:pt>
                <c:pt idx="59321">
                  <c:v>24.7</c:v>
                </c:pt>
                <c:pt idx="59322">
                  <c:v>24.7</c:v>
                </c:pt>
                <c:pt idx="59323">
                  <c:v>24.7</c:v>
                </c:pt>
                <c:pt idx="59324">
                  <c:v>24.7</c:v>
                </c:pt>
                <c:pt idx="59325">
                  <c:v>24.7</c:v>
                </c:pt>
                <c:pt idx="59326">
                  <c:v>24.7</c:v>
                </c:pt>
                <c:pt idx="59327">
                  <c:v>24.7</c:v>
                </c:pt>
                <c:pt idx="59328">
                  <c:v>24.7</c:v>
                </c:pt>
                <c:pt idx="59329">
                  <c:v>24.7</c:v>
                </c:pt>
                <c:pt idx="59330">
                  <c:v>24.7</c:v>
                </c:pt>
                <c:pt idx="59331">
                  <c:v>24.7</c:v>
                </c:pt>
                <c:pt idx="59332">
                  <c:v>24.7</c:v>
                </c:pt>
                <c:pt idx="59333">
                  <c:v>24.7</c:v>
                </c:pt>
                <c:pt idx="59334">
                  <c:v>24.7</c:v>
                </c:pt>
                <c:pt idx="59335">
                  <c:v>24.7</c:v>
                </c:pt>
                <c:pt idx="59336">
                  <c:v>24.7</c:v>
                </c:pt>
                <c:pt idx="59337">
                  <c:v>24.7</c:v>
                </c:pt>
                <c:pt idx="59338">
                  <c:v>24.7</c:v>
                </c:pt>
                <c:pt idx="59339">
                  <c:v>24.7</c:v>
                </c:pt>
                <c:pt idx="59340">
                  <c:v>24.7</c:v>
                </c:pt>
                <c:pt idx="59341">
                  <c:v>24.7</c:v>
                </c:pt>
                <c:pt idx="59342">
                  <c:v>24.7</c:v>
                </c:pt>
                <c:pt idx="59343">
                  <c:v>24.7</c:v>
                </c:pt>
                <c:pt idx="59344">
                  <c:v>24.7</c:v>
                </c:pt>
                <c:pt idx="59345">
                  <c:v>24.7</c:v>
                </c:pt>
                <c:pt idx="59346">
                  <c:v>24.7</c:v>
                </c:pt>
                <c:pt idx="59347">
                  <c:v>24.7</c:v>
                </c:pt>
                <c:pt idx="59348">
                  <c:v>24.7</c:v>
                </c:pt>
                <c:pt idx="59349">
                  <c:v>24.7</c:v>
                </c:pt>
                <c:pt idx="59350">
                  <c:v>24.7</c:v>
                </c:pt>
                <c:pt idx="59351">
                  <c:v>24.7</c:v>
                </c:pt>
                <c:pt idx="59352">
                  <c:v>24.7</c:v>
                </c:pt>
                <c:pt idx="59353">
                  <c:v>24.7</c:v>
                </c:pt>
                <c:pt idx="59354">
                  <c:v>24.7</c:v>
                </c:pt>
                <c:pt idx="59355">
                  <c:v>24.7</c:v>
                </c:pt>
                <c:pt idx="59356">
                  <c:v>24.7</c:v>
                </c:pt>
                <c:pt idx="59357">
                  <c:v>24.7</c:v>
                </c:pt>
                <c:pt idx="59358">
                  <c:v>24.7</c:v>
                </c:pt>
                <c:pt idx="59359">
                  <c:v>24.7</c:v>
                </c:pt>
                <c:pt idx="59360">
                  <c:v>24.7</c:v>
                </c:pt>
                <c:pt idx="59361">
                  <c:v>24.7</c:v>
                </c:pt>
                <c:pt idx="59362">
                  <c:v>24.7</c:v>
                </c:pt>
                <c:pt idx="59363">
                  <c:v>24.7</c:v>
                </c:pt>
                <c:pt idx="59364">
                  <c:v>24.7</c:v>
                </c:pt>
                <c:pt idx="59365">
                  <c:v>24.7</c:v>
                </c:pt>
                <c:pt idx="59366">
                  <c:v>24.7</c:v>
                </c:pt>
                <c:pt idx="59367">
                  <c:v>24.7</c:v>
                </c:pt>
                <c:pt idx="59368">
                  <c:v>24.7</c:v>
                </c:pt>
                <c:pt idx="59369">
                  <c:v>24.7</c:v>
                </c:pt>
                <c:pt idx="59370">
                  <c:v>24.7</c:v>
                </c:pt>
                <c:pt idx="59371">
                  <c:v>24.7</c:v>
                </c:pt>
                <c:pt idx="59372">
                  <c:v>24.7</c:v>
                </c:pt>
                <c:pt idx="59373">
                  <c:v>24.7</c:v>
                </c:pt>
                <c:pt idx="59374">
                  <c:v>24.7</c:v>
                </c:pt>
                <c:pt idx="59375">
                  <c:v>24.7</c:v>
                </c:pt>
                <c:pt idx="59376">
                  <c:v>24.7</c:v>
                </c:pt>
                <c:pt idx="59377">
                  <c:v>24.7</c:v>
                </c:pt>
                <c:pt idx="59378">
                  <c:v>24.7</c:v>
                </c:pt>
                <c:pt idx="59379">
                  <c:v>24.7</c:v>
                </c:pt>
                <c:pt idx="59380">
                  <c:v>24.7</c:v>
                </c:pt>
                <c:pt idx="59381">
                  <c:v>24.7</c:v>
                </c:pt>
                <c:pt idx="59382">
                  <c:v>24.7</c:v>
                </c:pt>
                <c:pt idx="59383">
                  <c:v>24.7</c:v>
                </c:pt>
                <c:pt idx="59384">
                  <c:v>24.7</c:v>
                </c:pt>
                <c:pt idx="59385">
                  <c:v>24.7</c:v>
                </c:pt>
                <c:pt idx="59386">
                  <c:v>24.7</c:v>
                </c:pt>
                <c:pt idx="59387">
                  <c:v>24.7</c:v>
                </c:pt>
                <c:pt idx="59388">
                  <c:v>24.7</c:v>
                </c:pt>
                <c:pt idx="59389">
                  <c:v>24.7</c:v>
                </c:pt>
                <c:pt idx="59390">
                  <c:v>24.7</c:v>
                </c:pt>
                <c:pt idx="59391">
                  <c:v>24.7</c:v>
                </c:pt>
                <c:pt idx="59392">
                  <c:v>24.7</c:v>
                </c:pt>
                <c:pt idx="59393">
                  <c:v>24.7</c:v>
                </c:pt>
                <c:pt idx="59394">
                  <c:v>24.7</c:v>
                </c:pt>
                <c:pt idx="59395">
                  <c:v>24.7</c:v>
                </c:pt>
                <c:pt idx="59396">
                  <c:v>24.7</c:v>
                </c:pt>
                <c:pt idx="59397">
                  <c:v>24.7</c:v>
                </c:pt>
                <c:pt idx="59398">
                  <c:v>24.7</c:v>
                </c:pt>
                <c:pt idx="59399">
                  <c:v>24.7</c:v>
                </c:pt>
                <c:pt idx="59400">
                  <c:v>24.7</c:v>
                </c:pt>
                <c:pt idx="59401">
                  <c:v>24.7</c:v>
                </c:pt>
                <c:pt idx="59402">
                  <c:v>24.7</c:v>
                </c:pt>
                <c:pt idx="59403">
                  <c:v>24.7</c:v>
                </c:pt>
                <c:pt idx="59404">
                  <c:v>24.7</c:v>
                </c:pt>
                <c:pt idx="59405">
                  <c:v>24.7</c:v>
                </c:pt>
                <c:pt idx="59406">
                  <c:v>24.7</c:v>
                </c:pt>
                <c:pt idx="59407">
                  <c:v>24.7</c:v>
                </c:pt>
                <c:pt idx="59408">
                  <c:v>24.7</c:v>
                </c:pt>
                <c:pt idx="59409">
                  <c:v>24.7</c:v>
                </c:pt>
                <c:pt idx="59410">
                  <c:v>24.7</c:v>
                </c:pt>
                <c:pt idx="59411">
                  <c:v>24.7</c:v>
                </c:pt>
                <c:pt idx="59412">
                  <c:v>24.7</c:v>
                </c:pt>
                <c:pt idx="59413">
                  <c:v>24.7</c:v>
                </c:pt>
                <c:pt idx="59414">
                  <c:v>24.7</c:v>
                </c:pt>
                <c:pt idx="59415">
                  <c:v>24.7</c:v>
                </c:pt>
                <c:pt idx="59416">
                  <c:v>24.7</c:v>
                </c:pt>
                <c:pt idx="59417">
                  <c:v>24.7</c:v>
                </c:pt>
                <c:pt idx="59418">
                  <c:v>24.7</c:v>
                </c:pt>
                <c:pt idx="59419">
                  <c:v>24.7</c:v>
                </c:pt>
                <c:pt idx="59420">
                  <c:v>24.7</c:v>
                </c:pt>
                <c:pt idx="59421">
                  <c:v>24.7</c:v>
                </c:pt>
                <c:pt idx="59422">
                  <c:v>24.7</c:v>
                </c:pt>
                <c:pt idx="59423">
                  <c:v>24.7</c:v>
                </c:pt>
                <c:pt idx="59424">
                  <c:v>24.7</c:v>
                </c:pt>
                <c:pt idx="59425">
                  <c:v>24.7</c:v>
                </c:pt>
                <c:pt idx="59426">
                  <c:v>24.7</c:v>
                </c:pt>
                <c:pt idx="59427">
                  <c:v>24.7</c:v>
                </c:pt>
                <c:pt idx="59428">
                  <c:v>24.7</c:v>
                </c:pt>
                <c:pt idx="59429">
                  <c:v>24.7</c:v>
                </c:pt>
                <c:pt idx="59430">
                  <c:v>24.7</c:v>
                </c:pt>
                <c:pt idx="59431">
                  <c:v>24.7</c:v>
                </c:pt>
                <c:pt idx="59432">
                  <c:v>24.7</c:v>
                </c:pt>
                <c:pt idx="59433">
                  <c:v>24.7</c:v>
                </c:pt>
                <c:pt idx="59434">
                  <c:v>24.7</c:v>
                </c:pt>
                <c:pt idx="59435">
                  <c:v>24.7</c:v>
                </c:pt>
                <c:pt idx="59436">
                  <c:v>24.7</c:v>
                </c:pt>
                <c:pt idx="59437">
                  <c:v>24.7</c:v>
                </c:pt>
                <c:pt idx="59438">
                  <c:v>24.7</c:v>
                </c:pt>
                <c:pt idx="59439">
                  <c:v>24.7</c:v>
                </c:pt>
                <c:pt idx="59440">
                  <c:v>24.7</c:v>
                </c:pt>
                <c:pt idx="59441">
                  <c:v>24.7</c:v>
                </c:pt>
                <c:pt idx="59442">
                  <c:v>24.7</c:v>
                </c:pt>
                <c:pt idx="59443">
                  <c:v>24.7</c:v>
                </c:pt>
                <c:pt idx="59444">
                  <c:v>24.7</c:v>
                </c:pt>
                <c:pt idx="59445">
                  <c:v>24.7</c:v>
                </c:pt>
                <c:pt idx="59446">
                  <c:v>24.7</c:v>
                </c:pt>
                <c:pt idx="59447">
                  <c:v>24.7</c:v>
                </c:pt>
                <c:pt idx="59448">
                  <c:v>24.7</c:v>
                </c:pt>
                <c:pt idx="59449">
                  <c:v>24.7</c:v>
                </c:pt>
                <c:pt idx="59450">
                  <c:v>24.7</c:v>
                </c:pt>
                <c:pt idx="59451">
                  <c:v>24.7</c:v>
                </c:pt>
                <c:pt idx="59452">
                  <c:v>24.7</c:v>
                </c:pt>
                <c:pt idx="59453">
                  <c:v>24.7</c:v>
                </c:pt>
                <c:pt idx="59454">
                  <c:v>24.7</c:v>
                </c:pt>
                <c:pt idx="59455">
                  <c:v>24.7</c:v>
                </c:pt>
                <c:pt idx="59456">
                  <c:v>24.7</c:v>
                </c:pt>
                <c:pt idx="59457">
                  <c:v>24.7</c:v>
                </c:pt>
                <c:pt idx="59458">
                  <c:v>24.7</c:v>
                </c:pt>
                <c:pt idx="59459">
                  <c:v>24.7</c:v>
                </c:pt>
                <c:pt idx="59460">
                  <c:v>24.7</c:v>
                </c:pt>
                <c:pt idx="59461">
                  <c:v>24.7</c:v>
                </c:pt>
                <c:pt idx="59462">
                  <c:v>24.7</c:v>
                </c:pt>
                <c:pt idx="59463">
                  <c:v>24.7</c:v>
                </c:pt>
                <c:pt idx="59464">
                  <c:v>24.7</c:v>
                </c:pt>
                <c:pt idx="59465">
                  <c:v>24.7</c:v>
                </c:pt>
                <c:pt idx="59466">
                  <c:v>24.7</c:v>
                </c:pt>
                <c:pt idx="59467">
                  <c:v>24.7</c:v>
                </c:pt>
                <c:pt idx="59468">
                  <c:v>24.7</c:v>
                </c:pt>
                <c:pt idx="59469">
                  <c:v>24.7</c:v>
                </c:pt>
                <c:pt idx="59470">
                  <c:v>24.7</c:v>
                </c:pt>
                <c:pt idx="59471">
                  <c:v>24.7</c:v>
                </c:pt>
                <c:pt idx="59472">
                  <c:v>24.7</c:v>
                </c:pt>
                <c:pt idx="59473">
                  <c:v>24.7</c:v>
                </c:pt>
                <c:pt idx="59474">
                  <c:v>24.7</c:v>
                </c:pt>
                <c:pt idx="59475">
                  <c:v>24.7</c:v>
                </c:pt>
                <c:pt idx="59476">
                  <c:v>24.7</c:v>
                </c:pt>
                <c:pt idx="59477">
                  <c:v>24.7</c:v>
                </c:pt>
                <c:pt idx="59478">
                  <c:v>24.7</c:v>
                </c:pt>
                <c:pt idx="59479">
                  <c:v>24.7</c:v>
                </c:pt>
                <c:pt idx="59480">
                  <c:v>24.7</c:v>
                </c:pt>
                <c:pt idx="59481">
                  <c:v>24.7</c:v>
                </c:pt>
                <c:pt idx="59482">
                  <c:v>24.7</c:v>
                </c:pt>
                <c:pt idx="59483">
                  <c:v>24.7</c:v>
                </c:pt>
                <c:pt idx="59484">
                  <c:v>24.7</c:v>
                </c:pt>
                <c:pt idx="59485">
                  <c:v>24.7</c:v>
                </c:pt>
                <c:pt idx="59486">
                  <c:v>24.7</c:v>
                </c:pt>
                <c:pt idx="59487">
                  <c:v>24.7</c:v>
                </c:pt>
                <c:pt idx="59488">
                  <c:v>24.7</c:v>
                </c:pt>
                <c:pt idx="59489">
                  <c:v>24.7</c:v>
                </c:pt>
                <c:pt idx="59490">
                  <c:v>24.7</c:v>
                </c:pt>
                <c:pt idx="59491">
                  <c:v>24.7</c:v>
                </c:pt>
                <c:pt idx="59492">
                  <c:v>24.7</c:v>
                </c:pt>
                <c:pt idx="59493">
                  <c:v>24.7</c:v>
                </c:pt>
                <c:pt idx="59494">
                  <c:v>24.7</c:v>
                </c:pt>
                <c:pt idx="59495">
                  <c:v>24.7</c:v>
                </c:pt>
                <c:pt idx="59496">
                  <c:v>24.7</c:v>
                </c:pt>
                <c:pt idx="59497">
                  <c:v>24.7</c:v>
                </c:pt>
                <c:pt idx="59498">
                  <c:v>24.7</c:v>
                </c:pt>
                <c:pt idx="59499">
                  <c:v>24.7</c:v>
                </c:pt>
                <c:pt idx="59500">
                  <c:v>24.7</c:v>
                </c:pt>
                <c:pt idx="59501">
                  <c:v>24.7</c:v>
                </c:pt>
                <c:pt idx="59502">
                  <c:v>24.7</c:v>
                </c:pt>
                <c:pt idx="59503">
                  <c:v>24.7</c:v>
                </c:pt>
                <c:pt idx="59504">
                  <c:v>24.7</c:v>
                </c:pt>
                <c:pt idx="59505">
                  <c:v>24.7</c:v>
                </c:pt>
                <c:pt idx="59506">
                  <c:v>24.7</c:v>
                </c:pt>
                <c:pt idx="59507">
                  <c:v>24.7</c:v>
                </c:pt>
                <c:pt idx="59508">
                  <c:v>24.7</c:v>
                </c:pt>
                <c:pt idx="59509">
                  <c:v>24.7</c:v>
                </c:pt>
                <c:pt idx="59510">
                  <c:v>24.7</c:v>
                </c:pt>
                <c:pt idx="59511">
                  <c:v>24.7</c:v>
                </c:pt>
                <c:pt idx="59512">
                  <c:v>24.7</c:v>
                </c:pt>
                <c:pt idx="59513">
                  <c:v>24.7</c:v>
                </c:pt>
                <c:pt idx="59514">
                  <c:v>24.7</c:v>
                </c:pt>
                <c:pt idx="59515">
                  <c:v>24.7</c:v>
                </c:pt>
                <c:pt idx="59516">
                  <c:v>24.7</c:v>
                </c:pt>
                <c:pt idx="59517">
                  <c:v>24.7</c:v>
                </c:pt>
                <c:pt idx="59518">
                  <c:v>24.7</c:v>
                </c:pt>
                <c:pt idx="59519">
                  <c:v>24.7</c:v>
                </c:pt>
                <c:pt idx="59520">
                  <c:v>24.7</c:v>
                </c:pt>
                <c:pt idx="59521">
                  <c:v>24.7</c:v>
                </c:pt>
                <c:pt idx="59522">
                  <c:v>24.7</c:v>
                </c:pt>
                <c:pt idx="59523">
                  <c:v>24.7</c:v>
                </c:pt>
                <c:pt idx="59524">
                  <c:v>24.7</c:v>
                </c:pt>
                <c:pt idx="59525">
                  <c:v>24.7</c:v>
                </c:pt>
                <c:pt idx="59526">
                  <c:v>24.7</c:v>
                </c:pt>
                <c:pt idx="59527">
                  <c:v>24.7</c:v>
                </c:pt>
                <c:pt idx="59528">
                  <c:v>24.7</c:v>
                </c:pt>
                <c:pt idx="59529">
                  <c:v>24.7</c:v>
                </c:pt>
                <c:pt idx="59530">
                  <c:v>24.7</c:v>
                </c:pt>
                <c:pt idx="59531">
                  <c:v>24.7</c:v>
                </c:pt>
                <c:pt idx="59532">
                  <c:v>24.7</c:v>
                </c:pt>
                <c:pt idx="59533">
                  <c:v>24.7</c:v>
                </c:pt>
                <c:pt idx="59534">
                  <c:v>24.7</c:v>
                </c:pt>
                <c:pt idx="59535">
                  <c:v>24.7</c:v>
                </c:pt>
                <c:pt idx="59536">
                  <c:v>24.7</c:v>
                </c:pt>
                <c:pt idx="59537">
                  <c:v>24.7</c:v>
                </c:pt>
                <c:pt idx="59538">
                  <c:v>24.7</c:v>
                </c:pt>
                <c:pt idx="59539">
                  <c:v>24.7</c:v>
                </c:pt>
                <c:pt idx="59540">
                  <c:v>24.7</c:v>
                </c:pt>
                <c:pt idx="59541">
                  <c:v>24.7</c:v>
                </c:pt>
                <c:pt idx="59542">
                  <c:v>24.7</c:v>
                </c:pt>
                <c:pt idx="59543">
                  <c:v>24.7</c:v>
                </c:pt>
                <c:pt idx="59544">
                  <c:v>24.7</c:v>
                </c:pt>
                <c:pt idx="59545">
                  <c:v>24.7</c:v>
                </c:pt>
                <c:pt idx="59546">
                  <c:v>24.7</c:v>
                </c:pt>
                <c:pt idx="59547">
                  <c:v>24.7</c:v>
                </c:pt>
                <c:pt idx="59548">
                  <c:v>24.7</c:v>
                </c:pt>
                <c:pt idx="59549">
                  <c:v>24.7</c:v>
                </c:pt>
                <c:pt idx="59550">
                  <c:v>24.7</c:v>
                </c:pt>
                <c:pt idx="59551">
                  <c:v>24.7</c:v>
                </c:pt>
                <c:pt idx="59552">
                  <c:v>24.7</c:v>
                </c:pt>
                <c:pt idx="59553">
                  <c:v>24.7</c:v>
                </c:pt>
                <c:pt idx="59554">
                  <c:v>24.7</c:v>
                </c:pt>
                <c:pt idx="59555">
                  <c:v>24.7</c:v>
                </c:pt>
                <c:pt idx="59556">
                  <c:v>24.7</c:v>
                </c:pt>
                <c:pt idx="59557">
                  <c:v>24.7</c:v>
                </c:pt>
                <c:pt idx="59558">
                  <c:v>24.7</c:v>
                </c:pt>
                <c:pt idx="59559">
                  <c:v>24.7</c:v>
                </c:pt>
                <c:pt idx="59560">
                  <c:v>24.7</c:v>
                </c:pt>
                <c:pt idx="59561">
                  <c:v>24.7</c:v>
                </c:pt>
                <c:pt idx="59562">
                  <c:v>24.7</c:v>
                </c:pt>
                <c:pt idx="59563">
                  <c:v>24.7</c:v>
                </c:pt>
                <c:pt idx="59564">
                  <c:v>24.7</c:v>
                </c:pt>
                <c:pt idx="59565">
                  <c:v>24.7</c:v>
                </c:pt>
                <c:pt idx="59566">
                  <c:v>24.7</c:v>
                </c:pt>
                <c:pt idx="59567">
                  <c:v>24.7</c:v>
                </c:pt>
                <c:pt idx="59568">
                  <c:v>24.7</c:v>
                </c:pt>
                <c:pt idx="59569">
                  <c:v>24.7</c:v>
                </c:pt>
                <c:pt idx="59570">
                  <c:v>24.7</c:v>
                </c:pt>
                <c:pt idx="59571">
                  <c:v>24.7</c:v>
                </c:pt>
                <c:pt idx="59572">
                  <c:v>24.7</c:v>
                </c:pt>
                <c:pt idx="59573">
                  <c:v>24.7</c:v>
                </c:pt>
                <c:pt idx="59574">
                  <c:v>24.7</c:v>
                </c:pt>
                <c:pt idx="59575">
                  <c:v>24.7</c:v>
                </c:pt>
                <c:pt idx="59576">
                  <c:v>24.7</c:v>
                </c:pt>
                <c:pt idx="59577">
                  <c:v>24.7</c:v>
                </c:pt>
                <c:pt idx="59578">
                  <c:v>24.7</c:v>
                </c:pt>
                <c:pt idx="59579">
                  <c:v>24.7</c:v>
                </c:pt>
                <c:pt idx="59580">
                  <c:v>24.7</c:v>
                </c:pt>
                <c:pt idx="59581">
                  <c:v>24.7</c:v>
                </c:pt>
                <c:pt idx="59582">
                  <c:v>24.7</c:v>
                </c:pt>
                <c:pt idx="59583">
                  <c:v>24.7</c:v>
                </c:pt>
                <c:pt idx="59584">
                  <c:v>24.7</c:v>
                </c:pt>
                <c:pt idx="59585">
                  <c:v>24.7</c:v>
                </c:pt>
                <c:pt idx="59586">
                  <c:v>24.7</c:v>
                </c:pt>
                <c:pt idx="59587">
                  <c:v>24.7</c:v>
                </c:pt>
                <c:pt idx="59588">
                  <c:v>24.7</c:v>
                </c:pt>
                <c:pt idx="59589">
                  <c:v>24.7</c:v>
                </c:pt>
                <c:pt idx="59590">
                  <c:v>24.7</c:v>
                </c:pt>
                <c:pt idx="59591">
                  <c:v>24.7</c:v>
                </c:pt>
                <c:pt idx="59592">
                  <c:v>24.7</c:v>
                </c:pt>
                <c:pt idx="59593">
                  <c:v>24.7</c:v>
                </c:pt>
                <c:pt idx="59594">
                  <c:v>24.7</c:v>
                </c:pt>
                <c:pt idx="59595">
                  <c:v>24.7</c:v>
                </c:pt>
                <c:pt idx="59596">
                  <c:v>24.7</c:v>
                </c:pt>
                <c:pt idx="59597">
                  <c:v>24.7</c:v>
                </c:pt>
                <c:pt idx="59598">
                  <c:v>24.7</c:v>
                </c:pt>
                <c:pt idx="59599">
                  <c:v>24.7</c:v>
                </c:pt>
                <c:pt idx="59600">
                  <c:v>24.7</c:v>
                </c:pt>
                <c:pt idx="59601">
                  <c:v>24.7</c:v>
                </c:pt>
                <c:pt idx="59602">
                  <c:v>24.7</c:v>
                </c:pt>
                <c:pt idx="59603">
                  <c:v>24.7</c:v>
                </c:pt>
                <c:pt idx="59604">
                  <c:v>24.7</c:v>
                </c:pt>
                <c:pt idx="59605">
                  <c:v>24.7</c:v>
                </c:pt>
                <c:pt idx="59606">
                  <c:v>24.7</c:v>
                </c:pt>
                <c:pt idx="59607">
                  <c:v>24.7</c:v>
                </c:pt>
                <c:pt idx="59608">
                  <c:v>24.7</c:v>
                </c:pt>
                <c:pt idx="59609">
                  <c:v>24.7</c:v>
                </c:pt>
                <c:pt idx="59610">
                  <c:v>24.7</c:v>
                </c:pt>
                <c:pt idx="59611">
                  <c:v>24.7</c:v>
                </c:pt>
                <c:pt idx="59612">
                  <c:v>24.7</c:v>
                </c:pt>
                <c:pt idx="59613">
                  <c:v>24.7</c:v>
                </c:pt>
                <c:pt idx="59614">
                  <c:v>24.7</c:v>
                </c:pt>
                <c:pt idx="59615">
                  <c:v>24.7</c:v>
                </c:pt>
                <c:pt idx="59616">
                  <c:v>24.7</c:v>
                </c:pt>
                <c:pt idx="59617">
                  <c:v>24.7</c:v>
                </c:pt>
                <c:pt idx="59618">
                  <c:v>24.7</c:v>
                </c:pt>
                <c:pt idx="59619">
                  <c:v>24.7</c:v>
                </c:pt>
                <c:pt idx="59620">
                  <c:v>24.7</c:v>
                </c:pt>
                <c:pt idx="59621">
                  <c:v>24.7</c:v>
                </c:pt>
                <c:pt idx="59622">
                  <c:v>24.7</c:v>
                </c:pt>
                <c:pt idx="59623">
                  <c:v>24.7</c:v>
                </c:pt>
                <c:pt idx="59624">
                  <c:v>24.7</c:v>
                </c:pt>
                <c:pt idx="59625">
                  <c:v>24.7</c:v>
                </c:pt>
                <c:pt idx="59626">
                  <c:v>24.7</c:v>
                </c:pt>
                <c:pt idx="59627">
                  <c:v>24.7</c:v>
                </c:pt>
                <c:pt idx="59628">
                  <c:v>24.7</c:v>
                </c:pt>
                <c:pt idx="59629">
                  <c:v>24.7</c:v>
                </c:pt>
                <c:pt idx="59630">
                  <c:v>24.7</c:v>
                </c:pt>
                <c:pt idx="59631">
                  <c:v>24.7</c:v>
                </c:pt>
                <c:pt idx="59632">
                  <c:v>24.7</c:v>
                </c:pt>
                <c:pt idx="59633">
                  <c:v>24.7</c:v>
                </c:pt>
                <c:pt idx="59634">
                  <c:v>24.7</c:v>
                </c:pt>
                <c:pt idx="59635">
                  <c:v>24.7</c:v>
                </c:pt>
                <c:pt idx="59636">
                  <c:v>24.7</c:v>
                </c:pt>
                <c:pt idx="59637">
                  <c:v>24.7</c:v>
                </c:pt>
                <c:pt idx="59638">
                  <c:v>24.7</c:v>
                </c:pt>
                <c:pt idx="59639">
                  <c:v>24.7</c:v>
                </c:pt>
                <c:pt idx="59640">
                  <c:v>24.7</c:v>
                </c:pt>
                <c:pt idx="59641">
                  <c:v>24.7</c:v>
                </c:pt>
                <c:pt idx="59642">
                  <c:v>24.7</c:v>
                </c:pt>
                <c:pt idx="59643">
                  <c:v>24.7</c:v>
                </c:pt>
                <c:pt idx="59644">
                  <c:v>24.7</c:v>
                </c:pt>
                <c:pt idx="59645">
                  <c:v>24.7</c:v>
                </c:pt>
                <c:pt idx="59646">
                  <c:v>24.7</c:v>
                </c:pt>
                <c:pt idx="59647">
                  <c:v>24.7</c:v>
                </c:pt>
                <c:pt idx="59648">
                  <c:v>24.7</c:v>
                </c:pt>
                <c:pt idx="59649">
                  <c:v>24.7</c:v>
                </c:pt>
                <c:pt idx="59650">
                  <c:v>24.7</c:v>
                </c:pt>
                <c:pt idx="59651">
                  <c:v>24.7</c:v>
                </c:pt>
                <c:pt idx="59652">
                  <c:v>24.7</c:v>
                </c:pt>
                <c:pt idx="59653">
                  <c:v>24.75</c:v>
                </c:pt>
                <c:pt idx="59654">
                  <c:v>24.75</c:v>
                </c:pt>
                <c:pt idx="59655">
                  <c:v>24.75</c:v>
                </c:pt>
                <c:pt idx="59656">
                  <c:v>24.75</c:v>
                </c:pt>
                <c:pt idx="59657">
                  <c:v>24.75</c:v>
                </c:pt>
                <c:pt idx="59658">
                  <c:v>24.75</c:v>
                </c:pt>
                <c:pt idx="59659">
                  <c:v>24.75</c:v>
                </c:pt>
                <c:pt idx="59660">
                  <c:v>24.75</c:v>
                </c:pt>
                <c:pt idx="59661">
                  <c:v>24.75</c:v>
                </c:pt>
                <c:pt idx="59662">
                  <c:v>24.7</c:v>
                </c:pt>
                <c:pt idx="59663">
                  <c:v>24.75</c:v>
                </c:pt>
                <c:pt idx="59664">
                  <c:v>24.75</c:v>
                </c:pt>
                <c:pt idx="59665">
                  <c:v>24.75</c:v>
                </c:pt>
                <c:pt idx="59666">
                  <c:v>24.75</c:v>
                </c:pt>
                <c:pt idx="59667">
                  <c:v>24.75</c:v>
                </c:pt>
                <c:pt idx="59668">
                  <c:v>24.75</c:v>
                </c:pt>
                <c:pt idx="59669">
                  <c:v>24.7</c:v>
                </c:pt>
                <c:pt idx="59670">
                  <c:v>24.75</c:v>
                </c:pt>
                <c:pt idx="59671">
                  <c:v>24.75</c:v>
                </c:pt>
                <c:pt idx="59672">
                  <c:v>24.75</c:v>
                </c:pt>
                <c:pt idx="59673">
                  <c:v>24.75</c:v>
                </c:pt>
                <c:pt idx="59674">
                  <c:v>24.75</c:v>
                </c:pt>
                <c:pt idx="59675">
                  <c:v>24.7</c:v>
                </c:pt>
                <c:pt idx="59676">
                  <c:v>24.7</c:v>
                </c:pt>
                <c:pt idx="59677">
                  <c:v>24.7</c:v>
                </c:pt>
                <c:pt idx="59678">
                  <c:v>24.7</c:v>
                </c:pt>
                <c:pt idx="59679">
                  <c:v>24.7</c:v>
                </c:pt>
                <c:pt idx="59680">
                  <c:v>24.7</c:v>
                </c:pt>
                <c:pt idx="59681">
                  <c:v>24.7</c:v>
                </c:pt>
                <c:pt idx="59682">
                  <c:v>24.7</c:v>
                </c:pt>
                <c:pt idx="59683">
                  <c:v>24.7</c:v>
                </c:pt>
                <c:pt idx="59684">
                  <c:v>24.7</c:v>
                </c:pt>
                <c:pt idx="59685">
                  <c:v>24.7</c:v>
                </c:pt>
                <c:pt idx="59686">
                  <c:v>24.7</c:v>
                </c:pt>
                <c:pt idx="59687">
                  <c:v>24.7</c:v>
                </c:pt>
                <c:pt idx="59688">
                  <c:v>24.7</c:v>
                </c:pt>
                <c:pt idx="59689">
                  <c:v>24.7</c:v>
                </c:pt>
                <c:pt idx="59690">
                  <c:v>24.7</c:v>
                </c:pt>
                <c:pt idx="59691">
                  <c:v>24.7</c:v>
                </c:pt>
                <c:pt idx="59692">
                  <c:v>24.7</c:v>
                </c:pt>
                <c:pt idx="59693">
                  <c:v>24.7</c:v>
                </c:pt>
                <c:pt idx="59694">
                  <c:v>24.7</c:v>
                </c:pt>
                <c:pt idx="59695">
                  <c:v>24.75</c:v>
                </c:pt>
                <c:pt idx="59696">
                  <c:v>24.7</c:v>
                </c:pt>
                <c:pt idx="59697">
                  <c:v>24.75</c:v>
                </c:pt>
                <c:pt idx="59698">
                  <c:v>24.75</c:v>
                </c:pt>
                <c:pt idx="59699">
                  <c:v>24.75</c:v>
                </c:pt>
                <c:pt idx="59700">
                  <c:v>24.75</c:v>
                </c:pt>
                <c:pt idx="59701">
                  <c:v>24.75</c:v>
                </c:pt>
                <c:pt idx="59702">
                  <c:v>24.75</c:v>
                </c:pt>
                <c:pt idx="59703">
                  <c:v>24.75</c:v>
                </c:pt>
                <c:pt idx="59704">
                  <c:v>24.75</c:v>
                </c:pt>
                <c:pt idx="59705">
                  <c:v>24.75</c:v>
                </c:pt>
                <c:pt idx="59706">
                  <c:v>24.75</c:v>
                </c:pt>
                <c:pt idx="59707">
                  <c:v>24.75</c:v>
                </c:pt>
                <c:pt idx="59708">
                  <c:v>24.75</c:v>
                </c:pt>
                <c:pt idx="59709">
                  <c:v>24.75</c:v>
                </c:pt>
                <c:pt idx="59710">
                  <c:v>24.75</c:v>
                </c:pt>
                <c:pt idx="59711">
                  <c:v>24.7</c:v>
                </c:pt>
                <c:pt idx="59712">
                  <c:v>24.75</c:v>
                </c:pt>
                <c:pt idx="59713">
                  <c:v>24.7</c:v>
                </c:pt>
                <c:pt idx="59714">
                  <c:v>24.75</c:v>
                </c:pt>
                <c:pt idx="59715">
                  <c:v>24.75</c:v>
                </c:pt>
                <c:pt idx="59716">
                  <c:v>24.75</c:v>
                </c:pt>
                <c:pt idx="59717">
                  <c:v>24.7</c:v>
                </c:pt>
                <c:pt idx="59718">
                  <c:v>24.7</c:v>
                </c:pt>
                <c:pt idx="59719">
                  <c:v>24.7</c:v>
                </c:pt>
                <c:pt idx="59720">
                  <c:v>24.7</c:v>
                </c:pt>
                <c:pt idx="59721">
                  <c:v>24.7</c:v>
                </c:pt>
                <c:pt idx="59722">
                  <c:v>24.7</c:v>
                </c:pt>
                <c:pt idx="59723">
                  <c:v>24.7</c:v>
                </c:pt>
                <c:pt idx="59724">
                  <c:v>24.7</c:v>
                </c:pt>
                <c:pt idx="59725">
                  <c:v>24.7</c:v>
                </c:pt>
                <c:pt idx="59726">
                  <c:v>24.7</c:v>
                </c:pt>
                <c:pt idx="59727">
                  <c:v>24.7</c:v>
                </c:pt>
                <c:pt idx="59728">
                  <c:v>24.7</c:v>
                </c:pt>
                <c:pt idx="59729">
                  <c:v>24.7</c:v>
                </c:pt>
                <c:pt idx="59730">
                  <c:v>24.7</c:v>
                </c:pt>
                <c:pt idx="59731">
                  <c:v>24.7</c:v>
                </c:pt>
                <c:pt idx="59732">
                  <c:v>24.7</c:v>
                </c:pt>
                <c:pt idx="59733">
                  <c:v>24.7</c:v>
                </c:pt>
                <c:pt idx="59734">
                  <c:v>24.7</c:v>
                </c:pt>
                <c:pt idx="59735">
                  <c:v>24.7</c:v>
                </c:pt>
                <c:pt idx="59736">
                  <c:v>24.7</c:v>
                </c:pt>
                <c:pt idx="59737">
                  <c:v>24.7</c:v>
                </c:pt>
                <c:pt idx="59738">
                  <c:v>24.7</c:v>
                </c:pt>
                <c:pt idx="59739">
                  <c:v>24.7</c:v>
                </c:pt>
                <c:pt idx="59740">
                  <c:v>24.7</c:v>
                </c:pt>
                <c:pt idx="59741">
                  <c:v>24.7</c:v>
                </c:pt>
                <c:pt idx="59742">
                  <c:v>24.7</c:v>
                </c:pt>
                <c:pt idx="59743">
                  <c:v>24.7</c:v>
                </c:pt>
                <c:pt idx="59744">
                  <c:v>24.7</c:v>
                </c:pt>
                <c:pt idx="59745">
                  <c:v>24.7</c:v>
                </c:pt>
                <c:pt idx="59746">
                  <c:v>24.7</c:v>
                </c:pt>
                <c:pt idx="59747">
                  <c:v>24.7</c:v>
                </c:pt>
                <c:pt idx="59748">
                  <c:v>24.7</c:v>
                </c:pt>
                <c:pt idx="59749">
                  <c:v>24.7</c:v>
                </c:pt>
                <c:pt idx="59750">
                  <c:v>24.7</c:v>
                </c:pt>
                <c:pt idx="59751">
                  <c:v>24.7</c:v>
                </c:pt>
                <c:pt idx="59752">
                  <c:v>24.7</c:v>
                </c:pt>
                <c:pt idx="59753">
                  <c:v>24.7</c:v>
                </c:pt>
                <c:pt idx="59754">
                  <c:v>24.7</c:v>
                </c:pt>
                <c:pt idx="59755">
                  <c:v>24.7</c:v>
                </c:pt>
                <c:pt idx="59756">
                  <c:v>24.7</c:v>
                </c:pt>
                <c:pt idx="59757">
                  <c:v>24.7</c:v>
                </c:pt>
                <c:pt idx="59758">
                  <c:v>24.7</c:v>
                </c:pt>
                <c:pt idx="59759">
                  <c:v>24.7</c:v>
                </c:pt>
                <c:pt idx="59760">
                  <c:v>24.7</c:v>
                </c:pt>
                <c:pt idx="59761">
                  <c:v>24.7</c:v>
                </c:pt>
                <c:pt idx="59762">
                  <c:v>24.7</c:v>
                </c:pt>
                <c:pt idx="59763">
                  <c:v>24.7</c:v>
                </c:pt>
                <c:pt idx="59764">
                  <c:v>24.7</c:v>
                </c:pt>
                <c:pt idx="59765">
                  <c:v>24.7</c:v>
                </c:pt>
                <c:pt idx="59766">
                  <c:v>24.7</c:v>
                </c:pt>
                <c:pt idx="59767">
                  <c:v>24.7</c:v>
                </c:pt>
                <c:pt idx="59768">
                  <c:v>24.7</c:v>
                </c:pt>
                <c:pt idx="59769">
                  <c:v>24.7</c:v>
                </c:pt>
                <c:pt idx="59770">
                  <c:v>24.7</c:v>
                </c:pt>
                <c:pt idx="59771">
                  <c:v>24.7</c:v>
                </c:pt>
                <c:pt idx="59772">
                  <c:v>24.7</c:v>
                </c:pt>
                <c:pt idx="59773">
                  <c:v>24.7</c:v>
                </c:pt>
                <c:pt idx="59774">
                  <c:v>24.7</c:v>
                </c:pt>
                <c:pt idx="59775">
                  <c:v>24.7</c:v>
                </c:pt>
                <c:pt idx="59776">
                  <c:v>24.7</c:v>
                </c:pt>
                <c:pt idx="59777">
                  <c:v>24.7</c:v>
                </c:pt>
                <c:pt idx="59778">
                  <c:v>24.7</c:v>
                </c:pt>
                <c:pt idx="59779">
                  <c:v>24.7</c:v>
                </c:pt>
                <c:pt idx="59780">
                  <c:v>24.7</c:v>
                </c:pt>
                <c:pt idx="59781">
                  <c:v>24.7</c:v>
                </c:pt>
                <c:pt idx="59782">
                  <c:v>24.7</c:v>
                </c:pt>
                <c:pt idx="59783">
                  <c:v>24.7</c:v>
                </c:pt>
                <c:pt idx="59784">
                  <c:v>24.7</c:v>
                </c:pt>
                <c:pt idx="59785">
                  <c:v>24.7</c:v>
                </c:pt>
                <c:pt idx="59786">
                  <c:v>24.7</c:v>
                </c:pt>
                <c:pt idx="59787">
                  <c:v>24.7</c:v>
                </c:pt>
                <c:pt idx="59788">
                  <c:v>24.7</c:v>
                </c:pt>
                <c:pt idx="59789">
                  <c:v>24.7</c:v>
                </c:pt>
                <c:pt idx="59790">
                  <c:v>24.7</c:v>
                </c:pt>
                <c:pt idx="59791">
                  <c:v>24.7</c:v>
                </c:pt>
                <c:pt idx="59792">
                  <c:v>24.7</c:v>
                </c:pt>
                <c:pt idx="59793">
                  <c:v>24.7</c:v>
                </c:pt>
                <c:pt idx="59794">
                  <c:v>24.7</c:v>
                </c:pt>
                <c:pt idx="59795">
                  <c:v>24.7</c:v>
                </c:pt>
                <c:pt idx="59796">
                  <c:v>24.7</c:v>
                </c:pt>
                <c:pt idx="59797">
                  <c:v>24.7</c:v>
                </c:pt>
                <c:pt idx="59798">
                  <c:v>24.7</c:v>
                </c:pt>
                <c:pt idx="59799">
                  <c:v>24.7</c:v>
                </c:pt>
                <c:pt idx="59800">
                  <c:v>24.7</c:v>
                </c:pt>
                <c:pt idx="59801">
                  <c:v>24.7</c:v>
                </c:pt>
                <c:pt idx="59802">
                  <c:v>24.7</c:v>
                </c:pt>
                <c:pt idx="59803">
                  <c:v>24.7</c:v>
                </c:pt>
                <c:pt idx="59804">
                  <c:v>24.7</c:v>
                </c:pt>
                <c:pt idx="59805">
                  <c:v>24.7</c:v>
                </c:pt>
                <c:pt idx="59806">
                  <c:v>24.7</c:v>
                </c:pt>
                <c:pt idx="59807">
                  <c:v>24.7</c:v>
                </c:pt>
                <c:pt idx="59808">
                  <c:v>24.7</c:v>
                </c:pt>
                <c:pt idx="59809">
                  <c:v>24.7</c:v>
                </c:pt>
                <c:pt idx="59810">
                  <c:v>24.7</c:v>
                </c:pt>
                <c:pt idx="59811">
                  <c:v>24.7</c:v>
                </c:pt>
                <c:pt idx="59812">
                  <c:v>24.7</c:v>
                </c:pt>
                <c:pt idx="59813">
                  <c:v>24.7</c:v>
                </c:pt>
                <c:pt idx="59814">
                  <c:v>24.7</c:v>
                </c:pt>
                <c:pt idx="59815">
                  <c:v>24.7</c:v>
                </c:pt>
                <c:pt idx="59816">
                  <c:v>24.7</c:v>
                </c:pt>
                <c:pt idx="59817">
                  <c:v>24.7</c:v>
                </c:pt>
                <c:pt idx="59818">
                  <c:v>24.7</c:v>
                </c:pt>
                <c:pt idx="59819">
                  <c:v>24.7</c:v>
                </c:pt>
                <c:pt idx="59820">
                  <c:v>24.7</c:v>
                </c:pt>
                <c:pt idx="59821">
                  <c:v>24.7</c:v>
                </c:pt>
                <c:pt idx="59822">
                  <c:v>24.7</c:v>
                </c:pt>
                <c:pt idx="59823">
                  <c:v>24.7</c:v>
                </c:pt>
                <c:pt idx="59824">
                  <c:v>24.7</c:v>
                </c:pt>
                <c:pt idx="59825">
                  <c:v>24.7</c:v>
                </c:pt>
                <c:pt idx="59826">
                  <c:v>24.7</c:v>
                </c:pt>
                <c:pt idx="59827">
                  <c:v>24.7</c:v>
                </c:pt>
                <c:pt idx="59828">
                  <c:v>24.7</c:v>
                </c:pt>
                <c:pt idx="59829">
                  <c:v>24.7</c:v>
                </c:pt>
                <c:pt idx="59830">
                  <c:v>24.7</c:v>
                </c:pt>
                <c:pt idx="59831">
                  <c:v>24.7</c:v>
                </c:pt>
                <c:pt idx="59832">
                  <c:v>24.7</c:v>
                </c:pt>
                <c:pt idx="59833">
                  <c:v>24.7</c:v>
                </c:pt>
                <c:pt idx="59834">
                  <c:v>24.7</c:v>
                </c:pt>
                <c:pt idx="59835">
                  <c:v>24.7</c:v>
                </c:pt>
                <c:pt idx="59836">
                  <c:v>24.7</c:v>
                </c:pt>
                <c:pt idx="59837">
                  <c:v>24.7</c:v>
                </c:pt>
                <c:pt idx="59838">
                  <c:v>24.7</c:v>
                </c:pt>
                <c:pt idx="59839">
                  <c:v>24.7</c:v>
                </c:pt>
                <c:pt idx="59840">
                  <c:v>24.7</c:v>
                </c:pt>
                <c:pt idx="59841">
                  <c:v>24.7</c:v>
                </c:pt>
                <c:pt idx="59842">
                  <c:v>24.7</c:v>
                </c:pt>
                <c:pt idx="59843">
                  <c:v>24.7</c:v>
                </c:pt>
                <c:pt idx="59844">
                  <c:v>24.7</c:v>
                </c:pt>
                <c:pt idx="59845">
                  <c:v>24.7</c:v>
                </c:pt>
                <c:pt idx="59846">
                  <c:v>24.7</c:v>
                </c:pt>
                <c:pt idx="59847">
                  <c:v>24.7</c:v>
                </c:pt>
                <c:pt idx="59848">
                  <c:v>24.7</c:v>
                </c:pt>
                <c:pt idx="59849">
                  <c:v>24.7</c:v>
                </c:pt>
                <c:pt idx="59850">
                  <c:v>24.7</c:v>
                </c:pt>
                <c:pt idx="59851">
                  <c:v>24.7</c:v>
                </c:pt>
                <c:pt idx="59852">
                  <c:v>24.7</c:v>
                </c:pt>
                <c:pt idx="59853">
                  <c:v>24.7</c:v>
                </c:pt>
                <c:pt idx="59854">
                  <c:v>24.7</c:v>
                </c:pt>
                <c:pt idx="59855">
                  <c:v>24.7</c:v>
                </c:pt>
                <c:pt idx="59856">
                  <c:v>24.7</c:v>
                </c:pt>
                <c:pt idx="59857">
                  <c:v>24.7</c:v>
                </c:pt>
                <c:pt idx="59858">
                  <c:v>24.7</c:v>
                </c:pt>
                <c:pt idx="59859">
                  <c:v>24.7</c:v>
                </c:pt>
                <c:pt idx="59860">
                  <c:v>24.7</c:v>
                </c:pt>
                <c:pt idx="59861">
                  <c:v>24.7</c:v>
                </c:pt>
                <c:pt idx="59862">
                  <c:v>24.7</c:v>
                </c:pt>
                <c:pt idx="59863">
                  <c:v>24.7</c:v>
                </c:pt>
                <c:pt idx="59864">
                  <c:v>24.7</c:v>
                </c:pt>
                <c:pt idx="59865">
                  <c:v>24.7</c:v>
                </c:pt>
                <c:pt idx="59866">
                  <c:v>24.7</c:v>
                </c:pt>
                <c:pt idx="59867">
                  <c:v>24.7</c:v>
                </c:pt>
                <c:pt idx="59868">
                  <c:v>24.7</c:v>
                </c:pt>
                <c:pt idx="59869">
                  <c:v>24.7</c:v>
                </c:pt>
                <c:pt idx="59870">
                  <c:v>24.7</c:v>
                </c:pt>
                <c:pt idx="59871">
                  <c:v>24.7</c:v>
                </c:pt>
                <c:pt idx="59872">
                  <c:v>24.7</c:v>
                </c:pt>
                <c:pt idx="59873">
                  <c:v>24.7</c:v>
                </c:pt>
                <c:pt idx="59874">
                  <c:v>24.7</c:v>
                </c:pt>
                <c:pt idx="59875">
                  <c:v>24.7</c:v>
                </c:pt>
                <c:pt idx="59876">
                  <c:v>24.7</c:v>
                </c:pt>
                <c:pt idx="59877">
                  <c:v>24.7</c:v>
                </c:pt>
                <c:pt idx="59878">
                  <c:v>24.7</c:v>
                </c:pt>
                <c:pt idx="59879">
                  <c:v>24.7</c:v>
                </c:pt>
                <c:pt idx="59880">
                  <c:v>24.7</c:v>
                </c:pt>
                <c:pt idx="59881">
                  <c:v>24.7</c:v>
                </c:pt>
                <c:pt idx="59882">
                  <c:v>24.7</c:v>
                </c:pt>
                <c:pt idx="59883">
                  <c:v>24.7</c:v>
                </c:pt>
                <c:pt idx="59884">
                  <c:v>24.7</c:v>
                </c:pt>
                <c:pt idx="59885">
                  <c:v>24.7</c:v>
                </c:pt>
                <c:pt idx="59886">
                  <c:v>24.7</c:v>
                </c:pt>
                <c:pt idx="59887">
                  <c:v>24.7</c:v>
                </c:pt>
                <c:pt idx="59888">
                  <c:v>24.7</c:v>
                </c:pt>
                <c:pt idx="59889">
                  <c:v>24.7</c:v>
                </c:pt>
                <c:pt idx="59890">
                  <c:v>24.7</c:v>
                </c:pt>
                <c:pt idx="59891">
                  <c:v>24.7</c:v>
                </c:pt>
                <c:pt idx="59892">
                  <c:v>24.7</c:v>
                </c:pt>
                <c:pt idx="59893">
                  <c:v>24.7</c:v>
                </c:pt>
                <c:pt idx="59894">
                  <c:v>24.7</c:v>
                </c:pt>
                <c:pt idx="59895">
                  <c:v>24.7</c:v>
                </c:pt>
                <c:pt idx="59896">
                  <c:v>24.7</c:v>
                </c:pt>
                <c:pt idx="59897">
                  <c:v>24.7</c:v>
                </c:pt>
                <c:pt idx="59898">
                  <c:v>24.7</c:v>
                </c:pt>
                <c:pt idx="59899">
                  <c:v>24.7</c:v>
                </c:pt>
                <c:pt idx="59900">
                  <c:v>24.7</c:v>
                </c:pt>
                <c:pt idx="59901">
                  <c:v>24.7</c:v>
                </c:pt>
                <c:pt idx="59902">
                  <c:v>24.7</c:v>
                </c:pt>
                <c:pt idx="59903">
                  <c:v>24.7</c:v>
                </c:pt>
                <c:pt idx="59904">
                  <c:v>24.7</c:v>
                </c:pt>
                <c:pt idx="59905">
                  <c:v>24.7</c:v>
                </c:pt>
                <c:pt idx="59906">
                  <c:v>24.7</c:v>
                </c:pt>
                <c:pt idx="59907">
                  <c:v>24.7</c:v>
                </c:pt>
                <c:pt idx="59908">
                  <c:v>24.7</c:v>
                </c:pt>
                <c:pt idx="59909">
                  <c:v>24.7</c:v>
                </c:pt>
                <c:pt idx="59910">
                  <c:v>24.7</c:v>
                </c:pt>
                <c:pt idx="59911">
                  <c:v>24.7</c:v>
                </c:pt>
                <c:pt idx="59912">
                  <c:v>24.7</c:v>
                </c:pt>
                <c:pt idx="59913">
                  <c:v>24.7</c:v>
                </c:pt>
                <c:pt idx="59914">
                  <c:v>24.7</c:v>
                </c:pt>
                <c:pt idx="59915">
                  <c:v>24.7</c:v>
                </c:pt>
                <c:pt idx="59916">
                  <c:v>24.7</c:v>
                </c:pt>
                <c:pt idx="59917">
                  <c:v>24.7</c:v>
                </c:pt>
                <c:pt idx="59918">
                  <c:v>24.7</c:v>
                </c:pt>
                <c:pt idx="59919">
                  <c:v>24.7</c:v>
                </c:pt>
                <c:pt idx="59920">
                  <c:v>24.7</c:v>
                </c:pt>
                <c:pt idx="59921">
                  <c:v>24.7</c:v>
                </c:pt>
                <c:pt idx="59922">
                  <c:v>24.7</c:v>
                </c:pt>
                <c:pt idx="59923">
                  <c:v>24.7</c:v>
                </c:pt>
                <c:pt idx="59924">
                  <c:v>24.7</c:v>
                </c:pt>
                <c:pt idx="59925">
                  <c:v>24.7</c:v>
                </c:pt>
                <c:pt idx="59926">
                  <c:v>24.7</c:v>
                </c:pt>
                <c:pt idx="59927">
                  <c:v>24.7</c:v>
                </c:pt>
                <c:pt idx="59928">
                  <c:v>24.7</c:v>
                </c:pt>
                <c:pt idx="59929">
                  <c:v>24.7</c:v>
                </c:pt>
                <c:pt idx="59930">
                  <c:v>24.7</c:v>
                </c:pt>
                <c:pt idx="59931">
                  <c:v>24.7</c:v>
                </c:pt>
                <c:pt idx="59932">
                  <c:v>24.7</c:v>
                </c:pt>
                <c:pt idx="59933">
                  <c:v>24.7</c:v>
                </c:pt>
                <c:pt idx="59934">
                  <c:v>24.7</c:v>
                </c:pt>
                <c:pt idx="59935">
                  <c:v>24.7</c:v>
                </c:pt>
                <c:pt idx="59936">
                  <c:v>24.7</c:v>
                </c:pt>
                <c:pt idx="59937">
                  <c:v>24.7</c:v>
                </c:pt>
                <c:pt idx="59938">
                  <c:v>24.7</c:v>
                </c:pt>
                <c:pt idx="59939">
                  <c:v>24.7</c:v>
                </c:pt>
                <c:pt idx="59940">
                  <c:v>24.7</c:v>
                </c:pt>
                <c:pt idx="59941">
                  <c:v>24.7</c:v>
                </c:pt>
                <c:pt idx="59942">
                  <c:v>24.7</c:v>
                </c:pt>
                <c:pt idx="59943">
                  <c:v>24.7</c:v>
                </c:pt>
                <c:pt idx="59944">
                  <c:v>24.7</c:v>
                </c:pt>
                <c:pt idx="59945">
                  <c:v>24.7</c:v>
                </c:pt>
                <c:pt idx="59946">
                  <c:v>24.7</c:v>
                </c:pt>
                <c:pt idx="59947">
                  <c:v>24.7</c:v>
                </c:pt>
                <c:pt idx="59948">
                  <c:v>24.7</c:v>
                </c:pt>
                <c:pt idx="59949">
                  <c:v>24.7</c:v>
                </c:pt>
                <c:pt idx="59950">
                  <c:v>24.7</c:v>
                </c:pt>
                <c:pt idx="59951">
                  <c:v>24.7</c:v>
                </c:pt>
                <c:pt idx="59952">
                  <c:v>24.7</c:v>
                </c:pt>
                <c:pt idx="59953">
                  <c:v>24.7</c:v>
                </c:pt>
                <c:pt idx="59954">
                  <c:v>24.7</c:v>
                </c:pt>
                <c:pt idx="59955">
                  <c:v>24.7</c:v>
                </c:pt>
                <c:pt idx="59956">
                  <c:v>24.7</c:v>
                </c:pt>
                <c:pt idx="59957">
                  <c:v>24.7</c:v>
                </c:pt>
                <c:pt idx="59958">
                  <c:v>24.7</c:v>
                </c:pt>
                <c:pt idx="59959">
                  <c:v>24.7</c:v>
                </c:pt>
                <c:pt idx="59960">
                  <c:v>24.7</c:v>
                </c:pt>
                <c:pt idx="59961">
                  <c:v>24.7</c:v>
                </c:pt>
                <c:pt idx="59962">
                  <c:v>24.7</c:v>
                </c:pt>
                <c:pt idx="59963">
                  <c:v>24.7</c:v>
                </c:pt>
                <c:pt idx="59964">
                  <c:v>24.7</c:v>
                </c:pt>
                <c:pt idx="59965">
                  <c:v>24.7</c:v>
                </c:pt>
                <c:pt idx="59966">
                  <c:v>24.7</c:v>
                </c:pt>
                <c:pt idx="59967">
                  <c:v>24.7</c:v>
                </c:pt>
                <c:pt idx="59968">
                  <c:v>24.7</c:v>
                </c:pt>
                <c:pt idx="59969">
                  <c:v>24.7</c:v>
                </c:pt>
                <c:pt idx="59970">
                  <c:v>24.7</c:v>
                </c:pt>
                <c:pt idx="59971">
                  <c:v>24.7</c:v>
                </c:pt>
                <c:pt idx="59972">
                  <c:v>24.7</c:v>
                </c:pt>
                <c:pt idx="59973">
                  <c:v>24.7</c:v>
                </c:pt>
                <c:pt idx="59974">
                  <c:v>24.7</c:v>
                </c:pt>
                <c:pt idx="59975">
                  <c:v>24.7</c:v>
                </c:pt>
                <c:pt idx="59976">
                  <c:v>24.7</c:v>
                </c:pt>
                <c:pt idx="59977">
                  <c:v>24.7</c:v>
                </c:pt>
                <c:pt idx="59978">
                  <c:v>24.7</c:v>
                </c:pt>
                <c:pt idx="59979">
                  <c:v>24.7</c:v>
                </c:pt>
                <c:pt idx="59980">
                  <c:v>24.7</c:v>
                </c:pt>
                <c:pt idx="59981">
                  <c:v>24.7</c:v>
                </c:pt>
                <c:pt idx="59982">
                  <c:v>24.7</c:v>
                </c:pt>
                <c:pt idx="59983">
                  <c:v>24.7</c:v>
                </c:pt>
                <c:pt idx="59984">
                  <c:v>24.7</c:v>
                </c:pt>
                <c:pt idx="59985">
                  <c:v>24.7</c:v>
                </c:pt>
                <c:pt idx="59986">
                  <c:v>24.7</c:v>
                </c:pt>
                <c:pt idx="59987">
                  <c:v>24.7</c:v>
                </c:pt>
                <c:pt idx="59988">
                  <c:v>24.7</c:v>
                </c:pt>
                <c:pt idx="59989">
                  <c:v>24.7</c:v>
                </c:pt>
                <c:pt idx="59990">
                  <c:v>24.7</c:v>
                </c:pt>
                <c:pt idx="59991">
                  <c:v>24.7</c:v>
                </c:pt>
                <c:pt idx="59992">
                  <c:v>24.7</c:v>
                </c:pt>
                <c:pt idx="59993">
                  <c:v>24.7</c:v>
                </c:pt>
                <c:pt idx="59994">
                  <c:v>24.7</c:v>
                </c:pt>
                <c:pt idx="59995">
                  <c:v>24.7</c:v>
                </c:pt>
                <c:pt idx="59996">
                  <c:v>24.7</c:v>
                </c:pt>
                <c:pt idx="59997">
                  <c:v>24.7</c:v>
                </c:pt>
                <c:pt idx="59998">
                  <c:v>24.7</c:v>
                </c:pt>
                <c:pt idx="59999">
                  <c:v>24.7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03-401B-BFF6-5423035BCA43}"/>
            </c:ext>
          </c:extLst>
        </c:ser>
        <c:ser>
          <c:idx val="1"/>
          <c:order val="1"/>
          <c:tx>
            <c:strRef>
              <c:f>V1_H1!$Q$4</c:f>
              <c:strCache>
                <c:ptCount val="1"/>
                <c:pt idx="0">
                  <c:v>T16</c:v>
                </c:pt>
              </c:strCache>
            </c:strRef>
          </c:tx>
          <c:spPr>
            <a:ln w="28575" cap="rnd">
              <a:solidFill>
                <a:schemeClr val="accent4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none"/>
          </c:marker>
          <c:cat>
            <c:numRef>
              <c:f>V1_H1!$A$5:$A$60004</c:f>
              <c:numCache>
                <c:formatCode>hh:mm:ss</c:formatCode>
                <c:ptCount val="60000"/>
                <c:pt idx="0">
                  <c:v>0</c:v>
                </c:pt>
                <c:pt idx="1">
                  <c:v>1.1574069503694773E-5</c:v>
                </c:pt>
                <c:pt idx="2">
                  <c:v>2.314814628334716E-5</c:v>
                </c:pt>
                <c:pt idx="3">
                  <c:v>3.4722223062999547E-5</c:v>
                </c:pt>
                <c:pt idx="4">
                  <c:v>4.6296292566694319E-5</c:v>
                </c:pt>
                <c:pt idx="5">
                  <c:v>5.7870369346346706E-5</c:v>
                </c:pt>
                <c:pt idx="6">
                  <c:v>6.9444438850041479E-5</c:v>
                </c:pt>
                <c:pt idx="7">
                  <c:v>8.1018515629693866E-5</c:v>
                </c:pt>
                <c:pt idx="8">
                  <c:v>9.2592592409346253E-5</c:v>
                </c:pt>
                <c:pt idx="9">
                  <c:v>1.0416666191304103E-4</c:v>
                </c:pt>
                <c:pt idx="10">
                  <c:v>1.1574073869269341E-4</c:v>
                </c:pt>
                <c:pt idx="11">
                  <c:v>1.273148154723458E-4</c:v>
                </c:pt>
                <c:pt idx="12">
                  <c:v>1.3888888497604057E-4</c:v>
                </c:pt>
                <c:pt idx="13">
                  <c:v>1.5046296175569296E-4</c:v>
                </c:pt>
                <c:pt idx="14">
                  <c:v>1.6203703125938773E-4</c:v>
                </c:pt>
                <c:pt idx="15">
                  <c:v>1.7361110803904012E-4</c:v>
                </c:pt>
                <c:pt idx="16">
                  <c:v>1.8518518481869251E-4</c:v>
                </c:pt>
                <c:pt idx="17">
                  <c:v>1.9675925432238728E-4</c:v>
                </c:pt>
                <c:pt idx="18">
                  <c:v>2.0833333110203966E-4</c:v>
                </c:pt>
                <c:pt idx="19">
                  <c:v>2.1990740788169205E-4</c:v>
                </c:pt>
                <c:pt idx="20">
                  <c:v>2.3148147738538682E-4</c:v>
                </c:pt>
                <c:pt idx="21">
                  <c:v>2.4305555416503921E-4</c:v>
                </c:pt>
                <c:pt idx="22">
                  <c:v>2.546296309446916E-4</c:v>
                </c:pt>
                <c:pt idx="23">
                  <c:v>2.6620370044838637E-4</c:v>
                </c:pt>
                <c:pt idx="24">
                  <c:v>2.7777777722803876E-4</c:v>
                </c:pt>
                <c:pt idx="25">
                  <c:v>2.8935184673173353E-4</c:v>
                </c:pt>
                <c:pt idx="26">
                  <c:v>3.0092592351138592E-4</c:v>
                </c:pt>
                <c:pt idx="27">
                  <c:v>3.125000002910383E-4</c:v>
                </c:pt>
                <c:pt idx="28">
                  <c:v>3.2407406979473308E-4</c:v>
                </c:pt>
                <c:pt idx="29">
                  <c:v>3.3564814657438546E-4</c:v>
                </c:pt>
                <c:pt idx="30">
                  <c:v>3.4722222335403785E-4</c:v>
                </c:pt>
                <c:pt idx="31">
                  <c:v>3.5879629285773262E-4</c:v>
                </c:pt>
                <c:pt idx="32">
                  <c:v>3.7037036963738501E-4</c:v>
                </c:pt>
                <c:pt idx="33">
                  <c:v>3.8194443914107978E-4</c:v>
                </c:pt>
                <c:pt idx="34">
                  <c:v>3.9351851592073217E-4</c:v>
                </c:pt>
                <c:pt idx="35">
                  <c:v>4.0509259270038456E-4</c:v>
                </c:pt>
                <c:pt idx="36">
                  <c:v>4.1666666220407933E-4</c:v>
                </c:pt>
                <c:pt idx="37">
                  <c:v>4.2824073898373172E-4</c:v>
                </c:pt>
                <c:pt idx="38">
                  <c:v>4.398148157633841E-4</c:v>
                </c:pt>
                <c:pt idx="39">
                  <c:v>4.5138888526707888E-4</c:v>
                </c:pt>
                <c:pt idx="40">
                  <c:v>4.6296296204673126E-4</c:v>
                </c:pt>
                <c:pt idx="41">
                  <c:v>4.7453703155042604E-4</c:v>
                </c:pt>
                <c:pt idx="42">
                  <c:v>4.8611110833007842E-4</c:v>
                </c:pt>
                <c:pt idx="43">
                  <c:v>4.9768518510973081E-4</c:v>
                </c:pt>
                <c:pt idx="44">
                  <c:v>5.0925925461342558E-4</c:v>
                </c:pt>
                <c:pt idx="45">
                  <c:v>5.2083333139307797E-4</c:v>
                </c:pt>
                <c:pt idx="46">
                  <c:v>5.3240740817273036E-4</c:v>
                </c:pt>
                <c:pt idx="47">
                  <c:v>5.4398147767642513E-4</c:v>
                </c:pt>
                <c:pt idx="48">
                  <c:v>5.5555555445607752E-4</c:v>
                </c:pt>
                <c:pt idx="49">
                  <c:v>5.6712962395977229E-4</c:v>
                </c:pt>
                <c:pt idx="50">
                  <c:v>5.7870370073942468E-4</c:v>
                </c:pt>
                <c:pt idx="51">
                  <c:v>5.9027777751907706E-4</c:v>
                </c:pt>
                <c:pt idx="52">
                  <c:v>6.0185184702277184E-4</c:v>
                </c:pt>
                <c:pt idx="53">
                  <c:v>6.1342592380242422E-4</c:v>
                </c:pt>
                <c:pt idx="54">
                  <c:v>6.2500000058207661E-4</c:v>
                </c:pt>
                <c:pt idx="55">
                  <c:v>6.3657407008577138E-4</c:v>
                </c:pt>
                <c:pt idx="56">
                  <c:v>6.4814814686542377E-4</c:v>
                </c:pt>
                <c:pt idx="57">
                  <c:v>6.5972221636911854E-4</c:v>
                </c:pt>
                <c:pt idx="58">
                  <c:v>6.7129629314877093E-4</c:v>
                </c:pt>
                <c:pt idx="59">
                  <c:v>6.8287036992842332E-4</c:v>
                </c:pt>
                <c:pt idx="60">
                  <c:v>6.9444443943211809E-4</c:v>
                </c:pt>
                <c:pt idx="61">
                  <c:v>7.0601851621177047E-4</c:v>
                </c:pt>
                <c:pt idx="62">
                  <c:v>7.1759259299142286E-4</c:v>
                </c:pt>
                <c:pt idx="63">
                  <c:v>7.2916666249511763E-4</c:v>
                </c:pt>
                <c:pt idx="64">
                  <c:v>7.4074073927477002E-4</c:v>
                </c:pt>
                <c:pt idx="65">
                  <c:v>7.5231481605442241E-4</c:v>
                </c:pt>
                <c:pt idx="66">
                  <c:v>7.6388888555811718E-4</c:v>
                </c:pt>
                <c:pt idx="67">
                  <c:v>7.7546296233776957E-4</c:v>
                </c:pt>
                <c:pt idx="68">
                  <c:v>7.8703703184146434E-4</c:v>
                </c:pt>
                <c:pt idx="69">
                  <c:v>7.9861110862111673E-4</c:v>
                </c:pt>
                <c:pt idx="70">
                  <c:v>8.1018518540076911E-4</c:v>
                </c:pt>
                <c:pt idx="71">
                  <c:v>8.2175925490446389E-4</c:v>
                </c:pt>
                <c:pt idx="72">
                  <c:v>8.3333333168411627E-4</c:v>
                </c:pt>
                <c:pt idx="73">
                  <c:v>8.4490740846376866E-4</c:v>
                </c:pt>
                <c:pt idx="74">
                  <c:v>8.5648147796746343E-4</c:v>
                </c:pt>
                <c:pt idx="75">
                  <c:v>8.6805555474711582E-4</c:v>
                </c:pt>
                <c:pt idx="76">
                  <c:v>8.7962962425081059E-4</c:v>
                </c:pt>
                <c:pt idx="77">
                  <c:v>8.9120370103046298E-4</c:v>
                </c:pt>
                <c:pt idx="78">
                  <c:v>9.0277777781011537E-4</c:v>
                </c:pt>
                <c:pt idx="79">
                  <c:v>9.1435184731381014E-4</c:v>
                </c:pt>
                <c:pt idx="80">
                  <c:v>9.2592592409346253E-4</c:v>
                </c:pt>
                <c:pt idx="81">
                  <c:v>9.3750000087311491E-4</c:v>
                </c:pt>
                <c:pt idx="82">
                  <c:v>9.4907407037680969E-4</c:v>
                </c:pt>
                <c:pt idx="83">
                  <c:v>9.6064814715646207E-4</c:v>
                </c:pt>
                <c:pt idx="84">
                  <c:v>9.7222221666015685E-4</c:v>
                </c:pt>
                <c:pt idx="85">
                  <c:v>9.8379629343980923E-4</c:v>
                </c:pt>
                <c:pt idx="86">
                  <c:v>9.9537037021946162E-4</c:v>
                </c:pt>
                <c:pt idx="87">
                  <c:v>1.0069444397231564E-3</c:v>
                </c:pt>
                <c:pt idx="88">
                  <c:v>1.0185185165028088E-3</c:v>
                </c:pt>
                <c:pt idx="89">
                  <c:v>1.0300925932824612E-3</c:v>
                </c:pt>
                <c:pt idx="90">
                  <c:v>1.0416666627861559E-3</c:v>
                </c:pt>
                <c:pt idx="91">
                  <c:v>1.0532407395658083E-3</c:v>
                </c:pt>
                <c:pt idx="92">
                  <c:v>1.0648148090695031E-3</c:v>
                </c:pt>
                <c:pt idx="93">
                  <c:v>1.0763888858491555E-3</c:v>
                </c:pt>
                <c:pt idx="94">
                  <c:v>1.0879629626288079E-3</c:v>
                </c:pt>
                <c:pt idx="95">
                  <c:v>1.0995370321325026E-3</c:v>
                </c:pt>
                <c:pt idx="96">
                  <c:v>1.111111108912155E-3</c:v>
                </c:pt>
                <c:pt idx="97">
                  <c:v>1.1226851856918074E-3</c:v>
                </c:pt>
                <c:pt idx="98">
                  <c:v>1.1342592551955022E-3</c:v>
                </c:pt>
                <c:pt idx="99">
                  <c:v>1.1458333319751546E-3</c:v>
                </c:pt>
                <c:pt idx="100">
                  <c:v>1.1574074014788494E-3</c:v>
                </c:pt>
                <c:pt idx="101">
                  <c:v>1.1689814782585017E-3</c:v>
                </c:pt>
                <c:pt idx="102">
                  <c:v>1.1805555550381541E-3</c:v>
                </c:pt>
                <c:pt idx="103">
                  <c:v>1.1921296245418489E-3</c:v>
                </c:pt>
                <c:pt idx="104">
                  <c:v>1.2037037013215013E-3</c:v>
                </c:pt>
                <c:pt idx="105">
                  <c:v>1.2152777781011537E-3</c:v>
                </c:pt>
                <c:pt idx="106">
                  <c:v>1.2268518476048484E-3</c:v>
                </c:pt>
                <c:pt idx="107">
                  <c:v>1.2384259243845008E-3</c:v>
                </c:pt>
                <c:pt idx="108">
                  <c:v>1.2500000011641532E-3</c:v>
                </c:pt>
                <c:pt idx="109">
                  <c:v>1.261574070667848E-3</c:v>
                </c:pt>
                <c:pt idx="110">
                  <c:v>1.2731481474475004E-3</c:v>
                </c:pt>
                <c:pt idx="111">
                  <c:v>1.2847222169511952E-3</c:v>
                </c:pt>
                <c:pt idx="112">
                  <c:v>1.2962962937308475E-3</c:v>
                </c:pt>
                <c:pt idx="113">
                  <c:v>1.3078703705104999E-3</c:v>
                </c:pt>
                <c:pt idx="114">
                  <c:v>1.3194444400141947E-3</c:v>
                </c:pt>
                <c:pt idx="115">
                  <c:v>1.3310185167938471E-3</c:v>
                </c:pt>
                <c:pt idx="116">
                  <c:v>1.3425925935734995E-3</c:v>
                </c:pt>
                <c:pt idx="117">
                  <c:v>1.3541666630771942E-3</c:v>
                </c:pt>
                <c:pt idx="118">
                  <c:v>1.3657407398568466E-3</c:v>
                </c:pt>
                <c:pt idx="119">
                  <c:v>1.3773148093605414E-3</c:v>
                </c:pt>
                <c:pt idx="120">
                  <c:v>1.3888888861401938E-3</c:v>
                </c:pt>
                <c:pt idx="121">
                  <c:v>1.4004629629198462E-3</c:v>
                </c:pt>
                <c:pt idx="122">
                  <c:v>1.4120370324235409E-3</c:v>
                </c:pt>
                <c:pt idx="123">
                  <c:v>1.4236111092031933E-3</c:v>
                </c:pt>
                <c:pt idx="124">
                  <c:v>1.4351851859828457E-3</c:v>
                </c:pt>
                <c:pt idx="125">
                  <c:v>1.4467592554865405E-3</c:v>
                </c:pt>
                <c:pt idx="126">
                  <c:v>1.4583333322661929E-3</c:v>
                </c:pt>
                <c:pt idx="127">
                  <c:v>1.4699074017698877E-3</c:v>
                </c:pt>
                <c:pt idx="128">
                  <c:v>1.48148147854954E-3</c:v>
                </c:pt>
                <c:pt idx="129">
                  <c:v>1.4930555553291924E-3</c:v>
                </c:pt>
                <c:pt idx="130">
                  <c:v>1.5046296248328872E-3</c:v>
                </c:pt>
                <c:pt idx="131">
                  <c:v>1.5162037016125396E-3</c:v>
                </c:pt>
                <c:pt idx="132">
                  <c:v>1.527777778392192E-3</c:v>
                </c:pt>
                <c:pt idx="133">
                  <c:v>1.5393518478958867E-3</c:v>
                </c:pt>
                <c:pt idx="134">
                  <c:v>1.5509259246755391E-3</c:v>
                </c:pt>
                <c:pt idx="135">
                  <c:v>1.5624999941792339E-3</c:v>
                </c:pt>
                <c:pt idx="136">
                  <c:v>1.5740740709588863E-3</c:v>
                </c:pt>
                <c:pt idx="137">
                  <c:v>1.5856481477385387E-3</c:v>
                </c:pt>
                <c:pt idx="138">
                  <c:v>1.5972222172422335E-3</c:v>
                </c:pt>
                <c:pt idx="139">
                  <c:v>1.6087962940218858E-3</c:v>
                </c:pt>
                <c:pt idx="140">
                  <c:v>1.6203703708015382E-3</c:v>
                </c:pt>
                <c:pt idx="141">
                  <c:v>1.631944440305233E-3</c:v>
                </c:pt>
                <c:pt idx="142">
                  <c:v>1.6435185170848854E-3</c:v>
                </c:pt>
                <c:pt idx="143">
                  <c:v>1.6550925938645378E-3</c:v>
                </c:pt>
                <c:pt idx="144">
                  <c:v>1.6666666633682325E-3</c:v>
                </c:pt>
                <c:pt idx="145">
                  <c:v>1.6782407401478849E-3</c:v>
                </c:pt>
                <c:pt idx="146">
                  <c:v>1.6898148096515797E-3</c:v>
                </c:pt>
                <c:pt idx="147">
                  <c:v>1.7013888864312321E-3</c:v>
                </c:pt>
                <c:pt idx="148">
                  <c:v>1.7129629632108845E-3</c:v>
                </c:pt>
                <c:pt idx="149">
                  <c:v>1.7245370327145793E-3</c:v>
                </c:pt>
                <c:pt idx="150">
                  <c:v>1.7361111094942316E-3</c:v>
                </c:pt>
                <c:pt idx="151">
                  <c:v>1.747685186273884E-3</c:v>
                </c:pt>
                <c:pt idx="152">
                  <c:v>1.7592592557775788E-3</c:v>
                </c:pt>
                <c:pt idx="153">
                  <c:v>1.7708333325572312E-3</c:v>
                </c:pt>
                <c:pt idx="154">
                  <c:v>1.782407402060926E-3</c:v>
                </c:pt>
                <c:pt idx="155">
                  <c:v>1.7939814788405783E-3</c:v>
                </c:pt>
                <c:pt idx="156">
                  <c:v>1.8055555556202307E-3</c:v>
                </c:pt>
                <c:pt idx="157">
                  <c:v>1.8171296251239255E-3</c:v>
                </c:pt>
                <c:pt idx="158">
                  <c:v>1.8287037019035779E-3</c:v>
                </c:pt>
                <c:pt idx="159">
                  <c:v>1.8402777786832303E-3</c:v>
                </c:pt>
                <c:pt idx="160">
                  <c:v>1.8518518481869251E-3</c:v>
                </c:pt>
                <c:pt idx="161">
                  <c:v>1.8634259249665774E-3</c:v>
                </c:pt>
                <c:pt idx="162">
                  <c:v>1.8749999944702722E-3</c:v>
                </c:pt>
                <c:pt idx="163">
                  <c:v>1.8865740712499246E-3</c:v>
                </c:pt>
                <c:pt idx="164">
                  <c:v>1.898148148029577E-3</c:v>
                </c:pt>
                <c:pt idx="165">
                  <c:v>1.9097222175332718E-3</c:v>
                </c:pt>
                <c:pt idx="166">
                  <c:v>1.9212962943129241E-3</c:v>
                </c:pt>
                <c:pt idx="167">
                  <c:v>1.9328703710925765E-3</c:v>
                </c:pt>
                <c:pt idx="168">
                  <c:v>1.9444444405962713E-3</c:v>
                </c:pt>
                <c:pt idx="169">
                  <c:v>1.9560185173759237E-3</c:v>
                </c:pt>
                <c:pt idx="170">
                  <c:v>1.9675925868796185E-3</c:v>
                </c:pt>
                <c:pt idx="171">
                  <c:v>1.9791666636592709E-3</c:v>
                </c:pt>
                <c:pt idx="172">
                  <c:v>1.9907407404389232E-3</c:v>
                </c:pt>
                <c:pt idx="173">
                  <c:v>2.002314809942618E-3</c:v>
                </c:pt>
                <c:pt idx="174">
                  <c:v>2.0138888867222704E-3</c:v>
                </c:pt>
                <c:pt idx="175">
                  <c:v>2.0254629635019228E-3</c:v>
                </c:pt>
                <c:pt idx="176">
                  <c:v>2.0370370330056176E-3</c:v>
                </c:pt>
                <c:pt idx="177">
                  <c:v>2.0486111097852699E-3</c:v>
                </c:pt>
                <c:pt idx="178">
                  <c:v>2.0601851792889647E-3</c:v>
                </c:pt>
                <c:pt idx="179">
                  <c:v>2.0717592560686171E-3</c:v>
                </c:pt>
                <c:pt idx="180">
                  <c:v>2.0833333328482695E-3</c:v>
                </c:pt>
                <c:pt idx="181">
                  <c:v>2.0949074023519643E-3</c:v>
                </c:pt>
                <c:pt idx="182">
                  <c:v>2.1064814791316167E-3</c:v>
                </c:pt>
                <c:pt idx="183">
                  <c:v>2.118055555911269E-3</c:v>
                </c:pt>
                <c:pt idx="184">
                  <c:v>2.1296296254149638E-3</c:v>
                </c:pt>
                <c:pt idx="185">
                  <c:v>2.1412037021946162E-3</c:v>
                </c:pt>
                <c:pt idx="186">
                  <c:v>2.1527777789742686E-3</c:v>
                </c:pt>
                <c:pt idx="187">
                  <c:v>2.1643518484779634E-3</c:v>
                </c:pt>
                <c:pt idx="188">
                  <c:v>2.1759259252576157E-3</c:v>
                </c:pt>
                <c:pt idx="189">
                  <c:v>2.1874999947613105E-3</c:v>
                </c:pt>
                <c:pt idx="190">
                  <c:v>2.1990740715409629E-3</c:v>
                </c:pt>
                <c:pt idx="191">
                  <c:v>2.2106481483206153E-3</c:v>
                </c:pt>
                <c:pt idx="192">
                  <c:v>2.2222222178243101E-3</c:v>
                </c:pt>
                <c:pt idx="193">
                  <c:v>2.2337962946039625E-3</c:v>
                </c:pt>
                <c:pt idx="194">
                  <c:v>2.2453703713836148E-3</c:v>
                </c:pt>
                <c:pt idx="195">
                  <c:v>2.2569444408873096E-3</c:v>
                </c:pt>
                <c:pt idx="196">
                  <c:v>2.268518517666962E-3</c:v>
                </c:pt>
                <c:pt idx="197">
                  <c:v>2.2800925871706568E-3</c:v>
                </c:pt>
                <c:pt idx="198">
                  <c:v>2.2916666639503092E-3</c:v>
                </c:pt>
                <c:pt idx="199">
                  <c:v>2.3032407407299615E-3</c:v>
                </c:pt>
                <c:pt idx="200">
                  <c:v>2.3148148102336563E-3</c:v>
                </c:pt>
                <c:pt idx="201">
                  <c:v>2.3263888870133087E-3</c:v>
                </c:pt>
                <c:pt idx="202">
                  <c:v>2.3379629637929611E-3</c:v>
                </c:pt>
                <c:pt idx="203">
                  <c:v>2.3495370332966559E-3</c:v>
                </c:pt>
                <c:pt idx="204">
                  <c:v>2.3611111100763083E-3</c:v>
                </c:pt>
                <c:pt idx="205">
                  <c:v>2.372685179580003E-3</c:v>
                </c:pt>
                <c:pt idx="206">
                  <c:v>2.3842592563596554E-3</c:v>
                </c:pt>
                <c:pt idx="207">
                  <c:v>2.3958333331393078E-3</c:v>
                </c:pt>
                <c:pt idx="208">
                  <c:v>2.4074074026430026E-3</c:v>
                </c:pt>
                <c:pt idx="209">
                  <c:v>2.418981479422655E-3</c:v>
                </c:pt>
                <c:pt idx="210">
                  <c:v>2.4305555562023073E-3</c:v>
                </c:pt>
                <c:pt idx="211">
                  <c:v>2.4421296257060021E-3</c:v>
                </c:pt>
                <c:pt idx="212">
                  <c:v>2.4537037024856545E-3</c:v>
                </c:pt>
                <c:pt idx="213">
                  <c:v>2.4652777719893493E-3</c:v>
                </c:pt>
                <c:pt idx="214">
                  <c:v>2.4768518487690017E-3</c:v>
                </c:pt>
                <c:pt idx="215">
                  <c:v>2.488425925548654E-3</c:v>
                </c:pt>
                <c:pt idx="216">
                  <c:v>2.4999999950523488E-3</c:v>
                </c:pt>
                <c:pt idx="217">
                  <c:v>2.5115740718320012E-3</c:v>
                </c:pt>
                <c:pt idx="218">
                  <c:v>2.5231481486116536E-3</c:v>
                </c:pt>
                <c:pt idx="219">
                  <c:v>2.5347222181153484E-3</c:v>
                </c:pt>
                <c:pt idx="220">
                  <c:v>2.5462962948950008E-3</c:v>
                </c:pt>
                <c:pt idx="221">
                  <c:v>2.5578703716746531E-3</c:v>
                </c:pt>
                <c:pt idx="222">
                  <c:v>2.5694444411783479E-3</c:v>
                </c:pt>
                <c:pt idx="223">
                  <c:v>2.5810185179580003E-3</c:v>
                </c:pt>
                <c:pt idx="224">
                  <c:v>2.5925925874616951E-3</c:v>
                </c:pt>
                <c:pt idx="225">
                  <c:v>2.6041666642413475E-3</c:v>
                </c:pt>
                <c:pt idx="226">
                  <c:v>2.6157407410209998E-3</c:v>
                </c:pt>
                <c:pt idx="227">
                  <c:v>2.6273148105246946E-3</c:v>
                </c:pt>
                <c:pt idx="228">
                  <c:v>2.638888887304347E-3</c:v>
                </c:pt>
                <c:pt idx="229">
                  <c:v>2.6504629640839994E-3</c:v>
                </c:pt>
                <c:pt idx="230">
                  <c:v>2.6620370335876942E-3</c:v>
                </c:pt>
                <c:pt idx="231">
                  <c:v>2.6736111103673466E-3</c:v>
                </c:pt>
                <c:pt idx="232">
                  <c:v>2.6851851798710413E-3</c:v>
                </c:pt>
                <c:pt idx="233">
                  <c:v>2.6967592566506937E-3</c:v>
                </c:pt>
                <c:pt idx="234">
                  <c:v>2.7083333334303461E-3</c:v>
                </c:pt>
                <c:pt idx="235">
                  <c:v>2.7199074029340409E-3</c:v>
                </c:pt>
                <c:pt idx="236">
                  <c:v>2.7314814797136933E-3</c:v>
                </c:pt>
                <c:pt idx="237">
                  <c:v>2.7430555564933456E-3</c:v>
                </c:pt>
                <c:pt idx="238">
                  <c:v>2.7546296259970404E-3</c:v>
                </c:pt>
                <c:pt idx="239">
                  <c:v>2.7662037027766928E-3</c:v>
                </c:pt>
                <c:pt idx="240">
                  <c:v>2.7777777722803876E-3</c:v>
                </c:pt>
                <c:pt idx="241">
                  <c:v>2.78935184906004E-3</c:v>
                </c:pt>
                <c:pt idx="242">
                  <c:v>2.8009259258396924E-3</c:v>
                </c:pt>
                <c:pt idx="243">
                  <c:v>2.8124999953433871E-3</c:v>
                </c:pt>
                <c:pt idx="244">
                  <c:v>2.8240740721230395E-3</c:v>
                </c:pt>
                <c:pt idx="245">
                  <c:v>2.8356481489026919E-3</c:v>
                </c:pt>
                <c:pt idx="246">
                  <c:v>2.8472222184063867E-3</c:v>
                </c:pt>
                <c:pt idx="247">
                  <c:v>2.8587962951860391E-3</c:v>
                </c:pt>
                <c:pt idx="248">
                  <c:v>2.8703703646897338E-3</c:v>
                </c:pt>
                <c:pt idx="249">
                  <c:v>2.8819444414693862E-3</c:v>
                </c:pt>
                <c:pt idx="250">
                  <c:v>2.8935185182490386E-3</c:v>
                </c:pt>
                <c:pt idx="251">
                  <c:v>2.9050925877527334E-3</c:v>
                </c:pt>
                <c:pt idx="252">
                  <c:v>2.9166666645323858E-3</c:v>
                </c:pt>
                <c:pt idx="253">
                  <c:v>2.9282407413120382E-3</c:v>
                </c:pt>
                <c:pt idx="254">
                  <c:v>2.9398148108157329E-3</c:v>
                </c:pt>
                <c:pt idx="255">
                  <c:v>2.9513888875953853E-3</c:v>
                </c:pt>
                <c:pt idx="256">
                  <c:v>2.9629629570990801E-3</c:v>
                </c:pt>
                <c:pt idx="257">
                  <c:v>2.9745370338787325E-3</c:v>
                </c:pt>
                <c:pt idx="258">
                  <c:v>2.9861111106583849E-3</c:v>
                </c:pt>
                <c:pt idx="259">
                  <c:v>2.9976851801620796E-3</c:v>
                </c:pt>
                <c:pt idx="260">
                  <c:v>3.009259256941732E-3</c:v>
                </c:pt>
                <c:pt idx="261">
                  <c:v>3.0208333337213844E-3</c:v>
                </c:pt>
                <c:pt idx="262">
                  <c:v>3.0324074032250792E-3</c:v>
                </c:pt>
                <c:pt idx="263">
                  <c:v>3.0439814800047316E-3</c:v>
                </c:pt>
                <c:pt idx="264">
                  <c:v>3.055555556784384E-3</c:v>
                </c:pt>
                <c:pt idx="265">
                  <c:v>3.0671296262880787E-3</c:v>
                </c:pt>
                <c:pt idx="266">
                  <c:v>3.0787037030677311E-3</c:v>
                </c:pt>
                <c:pt idx="267">
                  <c:v>3.0902777725714259E-3</c:v>
                </c:pt>
                <c:pt idx="268">
                  <c:v>3.1018518493510783E-3</c:v>
                </c:pt>
                <c:pt idx="269">
                  <c:v>3.1134259261307307E-3</c:v>
                </c:pt>
                <c:pt idx="270">
                  <c:v>3.1249999956344254E-3</c:v>
                </c:pt>
                <c:pt idx="271">
                  <c:v>3.1365740724140778E-3</c:v>
                </c:pt>
                <c:pt idx="272">
                  <c:v>3.1481481491937302E-3</c:v>
                </c:pt>
                <c:pt idx="273">
                  <c:v>3.159722218697425E-3</c:v>
                </c:pt>
                <c:pt idx="274">
                  <c:v>3.1712962954770774E-3</c:v>
                </c:pt>
                <c:pt idx="275">
                  <c:v>3.1828703649807721E-3</c:v>
                </c:pt>
                <c:pt idx="276">
                  <c:v>3.1944444417604245E-3</c:v>
                </c:pt>
                <c:pt idx="277">
                  <c:v>3.2060185185400769E-3</c:v>
                </c:pt>
                <c:pt idx="278">
                  <c:v>3.2175925880437717E-3</c:v>
                </c:pt>
                <c:pt idx="279">
                  <c:v>3.2291666648234241E-3</c:v>
                </c:pt>
                <c:pt idx="280">
                  <c:v>3.2407407416030765E-3</c:v>
                </c:pt>
                <c:pt idx="281">
                  <c:v>3.2523148111067712E-3</c:v>
                </c:pt>
                <c:pt idx="282">
                  <c:v>3.2638888878864236E-3</c:v>
                </c:pt>
                <c:pt idx="283">
                  <c:v>3.2754629573901184E-3</c:v>
                </c:pt>
                <c:pt idx="284">
                  <c:v>3.2870370341697708E-3</c:v>
                </c:pt>
                <c:pt idx="285">
                  <c:v>3.2986111109494232E-3</c:v>
                </c:pt>
                <c:pt idx="286">
                  <c:v>3.3101851804531179E-3</c:v>
                </c:pt>
                <c:pt idx="287">
                  <c:v>3.3217592572327703E-3</c:v>
                </c:pt>
                <c:pt idx="288">
                  <c:v>3.3333333340124227E-3</c:v>
                </c:pt>
                <c:pt idx="289">
                  <c:v>3.3449074035161175E-3</c:v>
                </c:pt>
                <c:pt idx="290">
                  <c:v>3.3564814802957699E-3</c:v>
                </c:pt>
                <c:pt idx="291">
                  <c:v>3.3680555497994646E-3</c:v>
                </c:pt>
                <c:pt idx="292">
                  <c:v>3.379629626579117E-3</c:v>
                </c:pt>
                <c:pt idx="293">
                  <c:v>3.3912037033587694E-3</c:v>
                </c:pt>
                <c:pt idx="294">
                  <c:v>3.4027777728624642E-3</c:v>
                </c:pt>
                <c:pt idx="295">
                  <c:v>3.4143518496421166E-3</c:v>
                </c:pt>
                <c:pt idx="296">
                  <c:v>3.425925926421769E-3</c:v>
                </c:pt>
                <c:pt idx="297">
                  <c:v>3.4374999959254637E-3</c:v>
                </c:pt>
                <c:pt idx="298">
                  <c:v>3.4490740727051161E-3</c:v>
                </c:pt>
                <c:pt idx="299">
                  <c:v>3.4606481494847685E-3</c:v>
                </c:pt>
                <c:pt idx="300">
                  <c:v>3.4722222189884633E-3</c:v>
                </c:pt>
                <c:pt idx="301">
                  <c:v>3.4837962957681157E-3</c:v>
                </c:pt>
                <c:pt idx="302">
                  <c:v>3.4953703652718104E-3</c:v>
                </c:pt>
                <c:pt idx="303">
                  <c:v>3.5069444420514628E-3</c:v>
                </c:pt>
                <c:pt idx="304">
                  <c:v>3.5185185188311152E-3</c:v>
                </c:pt>
                <c:pt idx="305">
                  <c:v>3.53009258833481E-3</c:v>
                </c:pt>
                <c:pt idx="306">
                  <c:v>3.5416666651144624E-3</c:v>
                </c:pt>
                <c:pt idx="307">
                  <c:v>3.5532407418941148E-3</c:v>
                </c:pt>
                <c:pt idx="308">
                  <c:v>3.5648148113978095E-3</c:v>
                </c:pt>
                <c:pt idx="309">
                  <c:v>3.5763888881774619E-3</c:v>
                </c:pt>
                <c:pt idx="310">
                  <c:v>3.5879629576811567E-3</c:v>
                </c:pt>
                <c:pt idx="311">
                  <c:v>3.5995370344608091E-3</c:v>
                </c:pt>
                <c:pt idx="312">
                  <c:v>3.6111111112404615E-3</c:v>
                </c:pt>
                <c:pt idx="313">
                  <c:v>3.6226851807441562E-3</c:v>
                </c:pt>
                <c:pt idx="314">
                  <c:v>3.6342592575238086E-3</c:v>
                </c:pt>
                <c:pt idx="315">
                  <c:v>3.645833334303461E-3</c:v>
                </c:pt>
                <c:pt idx="316">
                  <c:v>3.6574074038071558E-3</c:v>
                </c:pt>
                <c:pt idx="317">
                  <c:v>3.6689814805868082E-3</c:v>
                </c:pt>
                <c:pt idx="318">
                  <c:v>3.6805555500905029E-3</c:v>
                </c:pt>
                <c:pt idx="319">
                  <c:v>3.6921296268701553E-3</c:v>
                </c:pt>
                <c:pt idx="320">
                  <c:v>3.7037037036498077E-3</c:v>
                </c:pt>
                <c:pt idx="321">
                  <c:v>3.7152777731535025E-3</c:v>
                </c:pt>
                <c:pt idx="322">
                  <c:v>3.7268518499331549E-3</c:v>
                </c:pt>
                <c:pt idx="323">
                  <c:v>3.7384259267128073E-3</c:v>
                </c:pt>
                <c:pt idx="324">
                  <c:v>3.749999996216502E-3</c:v>
                </c:pt>
                <c:pt idx="325">
                  <c:v>3.7615740729961544E-3</c:v>
                </c:pt>
                <c:pt idx="326">
                  <c:v>3.7731481424998492E-3</c:v>
                </c:pt>
                <c:pt idx="327">
                  <c:v>3.7847222192795016E-3</c:v>
                </c:pt>
                <c:pt idx="328">
                  <c:v>3.796296296059154E-3</c:v>
                </c:pt>
                <c:pt idx="329">
                  <c:v>3.8078703655628487E-3</c:v>
                </c:pt>
                <c:pt idx="330">
                  <c:v>3.8194444423425011E-3</c:v>
                </c:pt>
                <c:pt idx="331">
                  <c:v>3.8310185191221535E-3</c:v>
                </c:pt>
                <c:pt idx="332">
                  <c:v>3.8425925886258483E-3</c:v>
                </c:pt>
                <c:pt idx="333">
                  <c:v>3.8541666654055007E-3</c:v>
                </c:pt>
                <c:pt idx="334">
                  <c:v>3.8657407349091955E-3</c:v>
                </c:pt>
                <c:pt idx="335">
                  <c:v>3.8773148116888478E-3</c:v>
                </c:pt>
                <c:pt idx="336">
                  <c:v>3.8888888884685002E-3</c:v>
                </c:pt>
                <c:pt idx="337">
                  <c:v>3.900462957972195E-3</c:v>
                </c:pt>
                <c:pt idx="338">
                  <c:v>3.9120370347518474E-3</c:v>
                </c:pt>
                <c:pt idx="339">
                  <c:v>3.9236111115314998E-3</c:v>
                </c:pt>
                <c:pt idx="340">
                  <c:v>3.9351851810351945E-3</c:v>
                </c:pt>
                <c:pt idx="341">
                  <c:v>3.9467592578148469E-3</c:v>
                </c:pt>
                <c:pt idx="342">
                  <c:v>3.9583333345944993E-3</c:v>
                </c:pt>
                <c:pt idx="343">
                  <c:v>3.9699074040981941E-3</c:v>
                </c:pt>
                <c:pt idx="344">
                  <c:v>3.9814814808778465E-3</c:v>
                </c:pt>
                <c:pt idx="345">
                  <c:v>3.9930555503815413E-3</c:v>
                </c:pt>
                <c:pt idx="346">
                  <c:v>4.0046296271611936E-3</c:v>
                </c:pt>
                <c:pt idx="347">
                  <c:v>4.016203703940846E-3</c:v>
                </c:pt>
                <c:pt idx="348">
                  <c:v>4.0277777734445408E-3</c:v>
                </c:pt>
                <c:pt idx="349">
                  <c:v>4.0393518502241932E-3</c:v>
                </c:pt>
                <c:pt idx="350">
                  <c:v>4.0509259270038456E-3</c:v>
                </c:pt>
                <c:pt idx="351">
                  <c:v>4.0624999965075403E-3</c:v>
                </c:pt>
                <c:pt idx="352">
                  <c:v>4.0740740732871927E-3</c:v>
                </c:pt>
                <c:pt idx="353">
                  <c:v>4.0856481427908875E-3</c:v>
                </c:pt>
                <c:pt idx="354">
                  <c:v>4.0972222195705399E-3</c:v>
                </c:pt>
                <c:pt idx="355">
                  <c:v>4.1087962963501923E-3</c:v>
                </c:pt>
                <c:pt idx="356">
                  <c:v>4.1203703658538871E-3</c:v>
                </c:pt>
                <c:pt idx="357">
                  <c:v>4.1319444426335394E-3</c:v>
                </c:pt>
                <c:pt idx="358">
                  <c:v>4.1435185194131918E-3</c:v>
                </c:pt>
                <c:pt idx="359">
                  <c:v>4.1550925889168866E-3</c:v>
                </c:pt>
                <c:pt idx="360">
                  <c:v>4.166666665696539E-3</c:v>
                </c:pt>
                <c:pt idx="361">
                  <c:v>4.1782407352002338E-3</c:v>
                </c:pt>
                <c:pt idx="362">
                  <c:v>4.1898148119798861E-3</c:v>
                </c:pt>
                <c:pt idx="363">
                  <c:v>4.2013888887595385E-3</c:v>
                </c:pt>
                <c:pt idx="364">
                  <c:v>4.2129629582632333E-3</c:v>
                </c:pt>
                <c:pt idx="365">
                  <c:v>4.2245370350428857E-3</c:v>
                </c:pt>
                <c:pt idx="366">
                  <c:v>4.2361111118225381E-3</c:v>
                </c:pt>
                <c:pt idx="367">
                  <c:v>4.2476851813262329E-3</c:v>
                </c:pt>
                <c:pt idx="368">
                  <c:v>4.2592592581058852E-3</c:v>
                </c:pt>
                <c:pt idx="369">
                  <c:v>4.27083332760958E-3</c:v>
                </c:pt>
                <c:pt idx="370">
                  <c:v>4.2824074043892324E-3</c:v>
                </c:pt>
                <c:pt idx="371">
                  <c:v>4.2939814811688848E-3</c:v>
                </c:pt>
                <c:pt idx="372">
                  <c:v>4.3055555506725796E-3</c:v>
                </c:pt>
                <c:pt idx="373">
                  <c:v>4.3171296274522319E-3</c:v>
                </c:pt>
                <c:pt idx="374">
                  <c:v>4.3287037042318843E-3</c:v>
                </c:pt>
                <c:pt idx="375">
                  <c:v>4.3402777737355791E-3</c:v>
                </c:pt>
                <c:pt idx="376">
                  <c:v>4.3518518505152315E-3</c:v>
                </c:pt>
                <c:pt idx="377">
                  <c:v>4.3634259200189263E-3</c:v>
                </c:pt>
                <c:pt idx="378">
                  <c:v>4.3749999967985786E-3</c:v>
                </c:pt>
                <c:pt idx="379">
                  <c:v>4.386574073578231E-3</c:v>
                </c:pt>
                <c:pt idx="380">
                  <c:v>4.3981481430819258E-3</c:v>
                </c:pt>
                <c:pt idx="381">
                  <c:v>4.4097222198615782E-3</c:v>
                </c:pt>
                <c:pt idx="382">
                  <c:v>4.4212962966412306E-3</c:v>
                </c:pt>
                <c:pt idx="383">
                  <c:v>4.4328703661449254E-3</c:v>
                </c:pt>
                <c:pt idx="384">
                  <c:v>4.4444444429245777E-3</c:v>
                </c:pt>
                <c:pt idx="385">
                  <c:v>4.4560185197042301E-3</c:v>
                </c:pt>
                <c:pt idx="386">
                  <c:v>4.4675925892079249E-3</c:v>
                </c:pt>
                <c:pt idx="387">
                  <c:v>4.4791666659875773E-3</c:v>
                </c:pt>
                <c:pt idx="388">
                  <c:v>4.4907407354912721E-3</c:v>
                </c:pt>
                <c:pt idx="389">
                  <c:v>4.5023148122709244E-3</c:v>
                </c:pt>
                <c:pt idx="390">
                  <c:v>4.5138888890505768E-3</c:v>
                </c:pt>
                <c:pt idx="391">
                  <c:v>4.5254629585542716E-3</c:v>
                </c:pt>
                <c:pt idx="392">
                  <c:v>4.537037035333924E-3</c:v>
                </c:pt>
                <c:pt idx="393">
                  <c:v>4.5486111121135764E-3</c:v>
                </c:pt>
                <c:pt idx="394">
                  <c:v>4.5601851816172712E-3</c:v>
                </c:pt>
                <c:pt idx="395">
                  <c:v>4.5717592583969235E-3</c:v>
                </c:pt>
                <c:pt idx="396">
                  <c:v>4.5833333279006183E-3</c:v>
                </c:pt>
                <c:pt idx="397">
                  <c:v>4.5949074046802707E-3</c:v>
                </c:pt>
                <c:pt idx="398">
                  <c:v>4.6064814814599231E-3</c:v>
                </c:pt>
                <c:pt idx="399">
                  <c:v>4.6180555509636179E-3</c:v>
                </c:pt>
                <c:pt idx="400">
                  <c:v>4.6296296277432702E-3</c:v>
                </c:pt>
                <c:pt idx="401">
                  <c:v>4.6412037045229226E-3</c:v>
                </c:pt>
                <c:pt idx="402">
                  <c:v>4.6527777740266174E-3</c:v>
                </c:pt>
                <c:pt idx="403">
                  <c:v>4.6643518508062698E-3</c:v>
                </c:pt>
                <c:pt idx="404">
                  <c:v>4.6759259203099646E-3</c:v>
                </c:pt>
                <c:pt idx="405">
                  <c:v>4.687499997089617E-3</c:v>
                </c:pt>
                <c:pt idx="406">
                  <c:v>4.6990740738692693E-3</c:v>
                </c:pt>
                <c:pt idx="407">
                  <c:v>4.7106481433729641E-3</c:v>
                </c:pt>
                <c:pt idx="408">
                  <c:v>4.7222222201526165E-3</c:v>
                </c:pt>
                <c:pt idx="409">
                  <c:v>4.7337962969322689E-3</c:v>
                </c:pt>
                <c:pt idx="410">
                  <c:v>4.7453703664359637E-3</c:v>
                </c:pt>
                <c:pt idx="411">
                  <c:v>4.756944443215616E-3</c:v>
                </c:pt>
                <c:pt idx="412">
                  <c:v>4.7685185127193108E-3</c:v>
                </c:pt>
                <c:pt idx="413">
                  <c:v>4.7800925894989632E-3</c:v>
                </c:pt>
                <c:pt idx="414">
                  <c:v>4.7916666662786156E-3</c:v>
                </c:pt>
                <c:pt idx="415">
                  <c:v>4.8032407357823104E-3</c:v>
                </c:pt>
                <c:pt idx="416">
                  <c:v>4.8148148125619628E-3</c:v>
                </c:pt>
                <c:pt idx="417">
                  <c:v>4.8263888893416151E-3</c:v>
                </c:pt>
                <c:pt idx="418">
                  <c:v>4.8379629588453099E-3</c:v>
                </c:pt>
                <c:pt idx="419">
                  <c:v>4.8495370356249623E-3</c:v>
                </c:pt>
                <c:pt idx="420">
                  <c:v>4.8611111124046147E-3</c:v>
                </c:pt>
                <c:pt idx="421">
                  <c:v>4.8726851819083095E-3</c:v>
                </c:pt>
                <c:pt idx="422">
                  <c:v>4.8842592586879618E-3</c:v>
                </c:pt>
                <c:pt idx="423">
                  <c:v>4.8958333281916566E-3</c:v>
                </c:pt>
                <c:pt idx="424">
                  <c:v>4.907407404971309E-3</c:v>
                </c:pt>
                <c:pt idx="425">
                  <c:v>4.9189814817509614E-3</c:v>
                </c:pt>
                <c:pt idx="426">
                  <c:v>4.9305555512546562E-3</c:v>
                </c:pt>
                <c:pt idx="427">
                  <c:v>4.9421296280343086E-3</c:v>
                </c:pt>
                <c:pt idx="428">
                  <c:v>4.9537037048139609E-3</c:v>
                </c:pt>
                <c:pt idx="429">
                  <c:v>4.9652777743176557E-3</c:v>
                </c:pt>
                <c:pt idx="430">
                  <c:v>4.9768518510973081E-3</c:v>
                </c:pt>
                <c:pt idx="431">
                  <c:v>4.9884259206010029E-3</c:v>
                </c:pt>
                <c:pt idx="432">
                  <c:v>4.9999999973806553E-3</c:v>
                </c:pt>
                <c:pt idx="433">
                  <c:v>5.0115740741603076E-3</c:v>
                </c:pt>
                <c:pt idx="434">
                  <c:v>5.0231481436640024E-3</c:v>
                </c:pt>
                <c:pt idx="435">
                  <c:v>5.0347222204436548E-3</c:v>
                </c:pt>
                <c:pt idx="436">
                  <c:v>5.0462962972233072E-3</c:v>
                </c:pt>
                <c:pt idx="437">
                  <c:v>5.057870366727002E-3</c:v>
                </c:pt>
                <c:pt idx="438">
                  <c:v>5.0694444435066544E-3</c:v>
                </c:pt>
                <c:pt idx="439">
                  <c:v>5.0810185130103491E-3</c:v>
                </c:pt>
                <c:pt idx="440">
                  <c:v>5.0925925897900015E-3</c:v>
                </c:pt>
                <c:pt idx="441">
                  <c:v>5.1041666665696539E-3</c:v>
                </c:pt>
                <c:pt idx="442">
                  <c:v>5.1157407360733487E-3</c:v>
                </c:pt>
                <c:pt idx="443">
                  <c:v>5.1273148128530011E-3</c:v>
                </c:pt>
                <c:pt idx="444">
                  <c:v>5.1388888896326534E-3</c:v>
                </c:pt>
                <c:pt idx="445">
                  <c:v>5.1504629591363482E-3</c:v>
                </c:pt>
                <c:pt idx="446">
                  <c:v>5.1620370359160006E-3</c:v>
                </c:pt>
                <c:pt idx="447">
                  <c:v>5.1736111054196954E-3</c:v>
                </c:pt>
                <c:pt idx="448">
                  <c:v>5.1851851821993478E-3</c:v>
                </c:pt>
                <c:pt idx="449">
                  <c:v>5.1967592589790002E-3</c:v>
                </c:pt>
                <c:pt idx="450">
                  <c:v>5.2083333284826949E-3</c:v>
                </c:pt>
                <c:pt idx="451">
                  <c:v>5.2199074052623473E-3</c:v>
                </c:pt>
                <c:pt idx="452">
                  <c:v>5.2314814820419997E-3</c:v>
                </c:pt>
                <c:pt idx="453">
                  <c:v>5.2430555515456945E-3</c:v>
                </c:pt>
                <c:pt idx="454">
                  <c:v>5.2546296283253469E-3</c:v>
                </c:pt>
                <c:pt idx="455">
                  <c:v>5.2662036978290416E-3</c:v>
                </c:pt>
                <c:pt idx="456">
                  <c:v>5.277777774608694E-3</c:v>
                </c:pt>
                <c:pt idx="457">
                  <c:v>5.2893518513883464E-3</c:v>
                </c:pt>
                <c:pt idx="458">
                  <c:v>5.3009259208920412E-3</c:v>
                </c:pt>
                <c:pt idx="459">
                  <c:v>5.3124999976716936E-3</c:v>
                </c:pt>
                <c:pt idx="460">
                  <c:v>5.324074074451346E-3</c:v>
                </c:pt>
                <c:pt idx="461">
                  <c:v>5.3356481439550407E-3</c:v>
                </c:pt>
                <c:pt idx="462">
                  <c:v>5.3472222207346931E-3</c:v>
                </c:pt>
                <c:pt idx="463">
                  <c:v>5.3587962975143455E-3</c:v>
                </c:pt>
                <c:pt idx="464">
                  <c:v>5.3703703670180403E-3</c:v>
                </c:pt>
                <c:pt idx="465">
                  <c:v>5.3819444437976927E-3</c:v>
                </c:pt>
                <c:pt idx="466">
                  <c:v>5.3935185133013874E-3</c:v>
                </c:pt>
                <c:pt idx="467">
                  <c:v>5.4050925900810398E-3</c:v>
                </c:pt>
                <c:pt idx="468">
                  <c:v>5.4166666668606922E-3</c:v>
                </c:pt>
                <c:pt idx="469">
                  <c:v>5.428240736364387E-3</c:v>
                </c:pt>
                <c:pt idx="470">
                  <c:v>5.4398148131440394E-3</c:v>
                </c:pt>
                <c:pt idx="471">
                  <c:v>5.4513888899236917E-3</c:v>
                </c:pt>
                <c:pt idx="472">
                  <c:v>5.4629629594273865E-3</c:v>
                </c:pt>
                <c:pt idx="473">
                  <c:v>5.4745370362070389E-3</c:v>
                </c:pt>
                <c:pt idx="474">
                  <c:v>5.4861111057107337E-3</c:v>
                </c:pt>
                <c:pt idx="475">
                  <c:v>5.4976851824903861E-3</c:v>
                </c:pt>
                <c:pt idx="476">
                  <c:v>5.5092592592700385E-3</c:v>
                </c:pt>
                <c:pt idx="477">
                  <c:v>5.5208333287737332E-3</c:v>
                </c:pt>
                <c:pt idx="478">
                  <c:v>5.5324074055533856E-3</c:v>
                </c:pt>
                <c:pt idx="479">
                  <c:v>5.543981482333038E-3</c:v>
                </c:pt>
                <c:pt idx="480">
                  <c:v>5.5555555518367328E-3</c:v>
                </c:pt>
                <c:pt idx="481">
                  <c:v>5.5671296286163852E-3</c:v>
                </c:pt>
                <c:pt idx="482">
                  <c:v>5.5787036981200799E-3</c:v>
                </c:pt>
                <c:pt idx="483">
                  <c:v>5.5902777748997323E-3</c:v>
                </c:pt>
                <c:pt idx="484">
                  <c:v>5.6018518516793847E-3</c:v>
                </c:pt>
                <c:pt idx="485">
                  <c:v>5.6134259211830795E-3</c:v>
                </c:pt>
                <c:pt idx="486">
                  <c:v>5.6249999979627319E-3</c:v>
                </c:pt>
                <c:pt idx="487">
                  <c:v>5.6365740747423843E-3</c:v>
                </c:pt>
                <c:pt idx="488">
                  <c:v>5.648148144246079E-3</c:v>
                </c:pt>
                <c:pt idx="489">
                  <c:v>5.6597222210257314E-3</c:v>
                </c:pt>
                <c:pt idx="490">
                  <c:v>5.6712962905294262E-3</c:v>
                </c:pt>
                <c:pt idx="491">
                  <c:v>5.6828703673090786E-3</c:v>
                </c:pt>
                <c:pt idx="492">
                  <c:v>5.694444444088731E-3</c:v>
                </c:pt>
                <c:pt idx="493">
                  <c:v>5.7060185135924257E-3</c:v>
                </c:pt>
                <c:pt idx="494">
                  <c:v>5.7175925903720781E-3</c:v>
                </c:pt>
                <c:pt idx="495">
                  <c:v>5.7291666671517305E-3</c:v>
                </c:pt>
                <c:pt idx="496">
                  <c:v>5.7407407366554253E-3</c:v>
                </c:pt>
                <c:pt idx="497">
                  <c:v>5.7523148134350777E-3</c:v>
                </c:pt>
                <c:pt idx="498">
                  <c:v>5.7638888902147301E-3</c:v>
                </c:pt>
                <c:pt idx="499">
                  <c:v>5.7754629597184248E-3</c:v>
                </c:pt>
                <c:pt idx="500">
                  <c:v>5.7870370364980772E-3</c:v>
                </c:pt>
                <c:pt idx="501">
                  <c:v>5.798611106001772E-3</c:v>
                </c:pt>
                <c:pt idx="502">
                  <c:v>5.8101851827814244E-3</c:v>
                </c:pt>
                <c:pt idx="503">
                  <c:v>5.8217592595610768E-3</c:v>
                </c:pt>
                <c:pt idx="504">
                  <c:v>5.8333333290647715E-3</c:v>
                </c:pt>
                <c:pt idx="505">
                  <c:v>5.8449074058444239E-3</c:v>
                </c:pt>
                <c:pt idx="506">
                  <c:v>5.8564814826240763E-3</c:v>
                </c:pt>
                <c:pt idx="507">
                  <c:v>5.8680555521277711E-3</c:v>
                </c:pt>
                <c:pt idx="508">
                  <c:v>5.8796296289074235E-3</c:v>
                </c:pt>
                <c:pt idx="509">
                  <c:v>5.8912036984111182E-3</c:v>
                </c:pt>
                <c:pt idx="510">
                  <c:v>5.9027777751907706E-3</c:v>
                </c:pt>
                <c:pt idx="511">
                  <c:v>5.914351851970423E-3</c:v>
                </c:pt>
                <c:pt idx="512">
                  <c:v>5.9259259214741178E-3</c:v>
                </c:pt>
                <c:pt idx="513">
                  <c:v>5.9374999982537702E-3</c:v>
                </c:pt>
                <c:pt idx="514">
                  <c:v>5.9490740750334226E-3</c:v>
                </c:pt>
                <c:pt idx="515">
                  <c:v>5.9606481445371173E-3</c:v>
                </c:pt>
                <c:pt idx="516">
                  <c:v>5.9722222213167697E-3</c:v>
                </c:pt>
                <c:pt idx="517">
                  <c:v>5.9837962908204645E-3</c:v>
                </c:pt>
                <c:pt idx="518">
                  <c:v>5.9953703676001169E-3</c:v>
                </c:pt>
                <c:pt idx="519">
                  <c:v>6.0069444443797693E-3</c:v>
                </c:pt>
                <c:pt idx="520">
                  <c:v>6.018518513883464E-3</c:v>
                </c:pt>
                <c:pt idx="521">
                  <c:v>6.0300925906631164E-3</c:v>
                </c:pt>
                <c:pt idx="522">
                  <c:v>6.0416666674427688E-3</c:v>
                </c:pt>
                <c:pt idx="523">
                  <c:v>6.0532407369464636E-3</c:v>
                </c:pt>
                <c:pt idx="524">
                  <c:v>6.064814813726116E-3</c:v>
                </c:pt>
                <c:pt idx="525">
                  <c:v>6.0763888832298107E-3</c:v>
                </c:pt>
                <c:pt idx="526">
                  <c:v>6.0879629600094631E-3</c:v>
                </c:pt>
                <c:pt idx="527">
                  <c:v>6.0995370367891155E-3</c:v>
                </c:pt>
                <c:pt idx="528">
                  <c:v>6.1111111062928103E-3</c:v>
                </c:pt>
                <c:pt idx="529">
                  <c:v>6.1226851830724627E-3</c:v>
                </c:pt>
                <c:pt idx="530">
                  <c:v>6.1342592598521151E-3</c:v>
                </c:pt>
                <c:pt idx="531">
                  <c:v>6.1458333293558098E-3</c:v>
                </c:pt>
                <c:pt idx="532">
                  <c:v>6.1574074061354622E-3</c:v>
                </c:pt>
                <c:pt idx="533">
                  <c:v>6.168981475639157E-3</c:v>
                </c:pt>
                <c:pt idx="534">
                  <c:v>6.1805555524188094E-3</c:v>
                </c:pt>
                <c:pt idx="535">
                  <c:v>6.1921296291984618E-3</c:v>
                </c:pt>
                <c:pt idx="536">
                  <c:v>6.2037036987021565E-3</c:v>
                </c:pt>
                <c:pt idx="537">
                  <c:v>6.2152777754818089E-3</c:v>
                </c:pt>
                <c:pt idx="538">
                  <c:v>6.2268518522614613E-3</c:v>
                </c:pt>
                <c:pt idx="539">
                  <c:v>6.2384259217651561E-3</c:v>
                </c:pt>
                <c:pt idx="540">
                  <c:v>6.2499999985448085E-3</c:v>
                </c:pt>
                <c:pt idx="541">
                  <c:v>6.2615740753244609E-3</c:v>
                </c:pt>
                <c:pt idx="542">
                  <c:v>6.2731481448281556E-3</c:v>
                </c:pt>
                <c:pt idx="543">
                  <c:v>6.284722221607808E-3</c:v>
                </c:pt>
                <c:pt idx="544">
                  <c:v>6.2962962911115028E-3</c:v>
                </c:pt>
                <c:pt idx="545">
                  <c:v>6.3078703678911552E-3</c:v>
                </c:pt>
                <c:pt idx="546">
                  <c:v>6.3194444446708076E-3</c:v>
                </c:pt>
                <c:pt idx="547">
                  <c:v>6.3310185141745023E-3</c:v>
                </c:pt>
                <c:pt idx="548">
                  <c:v>6.3425925909541547E-3</c:v>
                </c:pt>
                <c:pt idx="549">
                  <c:v>6.3541666677338071E-3</c:v>
                </c:pt>
                <c:pt idx="550">
                  <c:v>6.3657407372375019E-3</c:v>
                </c:pt>
                <c:pt idx="551">
                  <c:v>6.3773148140171543E-3</c:v>
                </c:pt>
                <c:pt idx="552">
                  <c:v>6.388888883520849E-3</c:v>
                </c:pt>
                <c:pt idx="553">
                  <c:v>6.4004629603005014E-3</c:v>
                </c:pt>
                <c:pt idx="554">
                  <c:v>6.4120370370801538E-3</c:v>
                </c:pt>
                <c:pt idx="555">
                  <c:v>6.4236111065838486E-3</c:v>
                </c:pt>
                <c:pt idx="556">
                  <c:v>6.435185183363501E-3</c:v>
                </c:pt>
                <c:pt idx="557">
                  <c:v>6.4467592601431534E-3</c:v>
                </c:pt>
                <c:pt idx="558">
                  <c:v>6.4583333296468481E-3</c:v>
                </c:pt>
                <c:pt idx="559">
                  <c:v>6.4699074064265005E-3</c:v>
                </c:pt>
                <c:pt idx="560">
                  <c:v>6.4814814759301953E-3</c:v>
                </c:pt>
                <c:pt idx="561">
                  <c:v>6.4930555527098477E-3</c:v>
                </c:pt>
                <c:pt idx="562">
                  <c:v>6.5046296294895001E-3</c:v>
                </c:pt>
                <c:pt idx="563">
                  <c:v>6.5162036989931948E-3</c:v>
                </c:pt>
                <c:pt idx="564">
                  <c:v>6.5277777757728472E-3</c:v>
                </c:pt>
                <c:pt idx="565">
                  <c:v>6.5393518525524996E-3</c:v>
                </c:pt>
                <c:pt idx="566">
                  <c:v>6.5509259220561944E-3</c:v>
                </c:pt>
                <c:pt idx="567">
                  <c:v>6.5624999988358468E-3</c:v>
                </c:pt>
                <c:pt idx="568">
                  <c:v>6.5740740683395416E-3</c:v>
                </c:pt>
                <c:pt idx="569">
                  <c:v>6.5856481451191939E-3</c:v>
                </c:pt>
                <c:pt idx="570">
                  <c:v>6.5972222218988463E-3</c:v>
                </c:pt>
                <c:pt idx="571">
                  <c:v>6.6087962914025411E-3</c:v>
                </c:pt>
                <c:pt idx="572">
                  <c:v>6.6203703681821935E-3</c:v>
                </c:pt>
                <c:pt idx="573">
                  <c:v>6.6319444449618459E-3</c:v>
                </c:pt>
                <c:pt idx="574">
                  <c:v>6.6435185144655406E-3</c:v>
                </c:pt>
                <c:pt idx="575">
                  <c:v>6.655092591245193E-3</c:v>
                </c:pt>
                <c:pt idx="576">
                  <c:v>6.6666666607488878E-3</c:v>
                </c:pt>
                <c:pt idx="577">
                  <c:v>6.6782407375285402E-3</c:v>
                </c:pt>
                <c:pt idx="578">
                  <c:v>6.6898148143081926E-3</c:v>
                </c:pt>
                <c:pt idx="579">
                  <c:v>6.7013888838118874E-3</c:v>
                </c:pt>
                <c:pt idx="580">
                  <c:v>6.7129629605915397E-3</c:v>
                </c:pt>
                <c:pt idx="581">
                  <c:v>6.7245370373711921E-3</c:v>
                </c:pt>
                <c:pt idx="582">
                  <c:v>6.7361111068748869E-3</c:v>
                </c:pt>
                <c:pt idx="583">
                  <c:v>6.7476851836545393E-3</c:v>
                </c:pt>
                <c:pt idx="584">
                  <c:v>6.7592592604341917E-3</c:v>
                </c:pt>
                <c:pt idx="585">
                  <c:v>6.7708333299378864E-3</c:v>
                </c:pt>
                <c:pt idx="586">
                  <c:v>6.7824074067175388E-3</c:v>
                </c:pt>
                <c:pt idx="587">
                  <c:v>6.7939814762212336E-3</c:v>
                </c:pt>
                <c:pt idx="588">
                  <c:v>6.805555553000886E-3</c:v>
                </c:pt>
                <c:pt idx="589">
                  <c:v>6.8171296297805384E-3</c:v>
                </c:pt>
                <c:pt idx="590">
                  <c:v>6.8287036992842332E-3</c:v>
                </c:pt>
                <c:pt idx="591">
                  <c:v>6.8402777760638855E-3</c:v>
                </c:pt>
                <c:pt idx="592">
                  <c:v>6.8518518528435379E-3</c:v>
                </c:pt>
                <c:pt idx="593">
                  <c:v>6.8634259223472327E-3</c:v>
                </c:pt>
                <c:pt idx="594">
                  <c:v>6.8749999991268851E-3</c:v>
                </c:pt>
                <c:pt idx="595">
                  <c:v>6.8865740686305799E-3</c:v>
                </c:pt>
                <c:pt idx="596">
                  <c:v>6.8981481454102322E-3</c:v>
                </c:pt>
                <c:pt idx="597">
                  <c:v>6.9097222221898846E-3</c:v>
                </c:pt>
                <c:pt idx="598">
                  <c:v>6.9212962916935794E-3</c:v>
                </c:pt>
                <c:pt idx="599">
                  <c:v>6.9328703684732318E-3</c:v>
                </c:pt>
                <c:pt idx="600">
                  <c:v>6.9444444452528842E-3</c:v>
                </c:pt>
                <c:pt idx="601">
                  <c:v>6.956018514756579E-3</c:v>
                </c:pt>
                <c:pt idx="602">
                  <c:v>6.9675925915362313E-3</c:v>
                </c:pt>
                <c:pt idx="603">
                  <c:v>6.9791666610399261E-3</c:v>
                </c:pt>
                <c:pt idx="604">
                  <c:v>6.9907407378195785E-3</c:v>
                </c:pt>
                <c:pt idx="605">
                  <c:v>7.0023148145992309E-3</c:v>
                </c:pt>
                <c:pt idx="606">
                  <c:v>7.0138888841029257E-3</c:v>
                </c:pt>
                <c:pt idx="607">
                  <c:v>7.025462960882578E-3</c:v>
                </c:pt>
                <c:pt idx="608">
                  <c:v>7.0370370376622304E-3</c:v>
                </c:pt>
                <c:pt idx="609">
                  <c:v>7.0486111071659252E-3</c:v>
                </c:pt>
                <c:pt idx="610">
                  <c:v>7.0601851839455776E-3</c:v>
                </c:pt>
                <c:pt idx="611">
                  <c:v>7.0717592534492724E-3</c:v>
                </c:pt>
                <c:pt idx="612">
                  <c:v>7.0833333302289248E-3</c:v>
                </c:pt>
                <c:pt idx="613">
                  <c:v>7.0949074070085771E-3</c:v>
                </c:pt>
                <c:pt idx="614">
                  <c:v>7.1064814765122719E-3</c:v>
                </c:pt>
                <c:pt idx="615">
                  <c:v>7.1180555532919243E-3</c:v>
                </c:pt>
                <c:pt idx="616">
                  <c:v>7.1296296300715767E-3</c:v>
                </c:pt>
                <c:pt idx="617">
                  <c:v>7.1412036995752715E-3</c:v>
                </c:pt>
                <c:pt idx="618">
                  <c:v>7.1527777763549238E-3</c:v>
                </c:pt>
                <c:pt idx="619">
                  <c:v>7.1643518531345762E-3</c:v>
                </c:pt>
                <c:pt idx="620">
                  <c:v>7.175925922638271E-3</c:v>
                </c:pt>
                <c:pt idx="621">
                  <c:v>7.1874999994179234E-3</c:v>
                </c:pt>
                <c:pt idx="622">
                  <c:v>7.1990740689216182E-3</c:v>
                </c:pt>
                <c:pt idx="623">
                  <c:v>7.2106481457012706E-3</c:v>
                </c:pt>
                <c:pt idx="624">
                  <c:v>7.2222222224809229E-3</c:v>
                </c:pt>
                <c:pt idx="625">
                  <c:v>7.2337962919846177E-3</c:v>
                </c:pt>
                <c:pt idx="626">
                  <c:v>7.2453703687642701E-3</c:v>
                </c:pt>
                <c:pt idx="627">
                  <c:v>7.2569444455439225E-3</c:v>
                </c:pt>
                <c:pt idx="628">
                  <c:v>7.2685185150476173E-3</c:v>
                </c:pt>
                <c:pt idx="629">
                  <c:v>7.2800925918272696E-3</c:v>
                </c:pt>
                <c:pt idx="630">
                  <c:v>7.2916666613309644E-3</c:v>
                </c:pt>
                <c:pt idx="631">
                  <c:v>7.3032407381106168E-3</c:v>
                </c:pt>
                <c:pt idx="632">
                  <c:v>7.3148148148902692E-3</c:v>
                </c:pt>
                <c:pt idx="633">
                  <c:v>7.326388884393964E-3</c:v>
                </c:pt>
                <c:pt idx="634">
                  <c:v>7.3379629611736163E-3</c:v>
                </c:pt>
                <c:pt idx="635">
                  <c:v>7.3495370379532687E-3</c:v>
                </c:pt>
                <c:pt idx="636">
                  <c:v>7.3611111074569635E-3</c:v>
                </c:pt>
                <c:pt idx="637">
                  <c:v>7.3726851842366159E-3</c:v>
                </c:pt>
                <c:pt idx="638">
                  <c:v>7.3842592537403107E-3</c:v>
                </c:pt>
                <c:pt idx="639">
                  <c:v>7.3958333305199631E-3</c:v>
                </c:pt>
                <c:pt idx="640">
                  <c:v>7.4074074072996154E-3</c:v>
                </c:pt>
                <c:pt idx="641">
                  <c:v>7.4189814768033102E-3</c:v>
                </c:pt>
                <c:pt idx="642">
                  <c:v>7.4305555535829626E-3</c:v>
                </c:pt>
                <c:pt idx="643">
                  <c:v>7.442129630362615E-3</c:v>
                </c:pt>
                <c:pt idx="644">
                  <c:v>7.4537036998663098E-3</c:v>
                </c:pt>
                <c:pt idx="645">
                  <c:v>7.4652777766459621E-3</c:v>
                </c:pt>
                <c:pt idx="646">
                  <c:v>7.4768518461496569E-3</c:v>
                </c:pt>
                <c:pt idx="647">
                  <c:v>7.4884259229293093E-3</c:v>
                </c:pt>
                <c:pt idx="648">
                  <c:v>7.4999999997089617E-3</c:v>
                </c:pt>
                <c:pt idx="649">
                  <c:v>7.5115740692126565E-3</c:v>
                </c:pt>
                <c:pt idx="650">
                  <c:v>7.5231481459923089E-3</c:v>
                </c:pt>
                <c:pt idx="651">
                  <c:v>7.5347222227719612E-3</c:v>
                </c:pt>
                <c:pt idx="652">
                  <c:v>7.546296292275656E-3</c:v>
                </c:pt>
                <c:pt idx="653">
                  <c:v>7.5578703690553084E-3</c:v>
                </c:pt>
                <c:pt idx="654">
                  <c:v>7.5694444385590032E-3</c:v>
                </c:pt>
                <c:pt idx="655">
                  <c:v>7.5810185153386556E-3</c:v>
                </c:pt>
                <c:pt idx="656">
                  <c:v>7.5925925921183079E-3</c:v>
                </c:pt>
                <c:pt idx="657">
                  <c:v>7.6041666616220027E-3</c:v>
                </c:pt>
                <c:pt idx="658">
                  <c:v>7.6157407384016551E-3</c:v>
                </c:pt>
                <c:pt idx="659">
                  <c:v>7.6273148151813075E-3</c:v>
                </c:pt>
                <c:pt idx="660">
                  <c:v>7.6388888846850023E-3</c:v>
                </c:pt>
                <c:pt idx="661">
                  <c:v>7.6504629614646547E-3</c:v>
                </c:pt>
                <c:pt idx="662">
                  <c:v>7.662037038244307E-3</c:v>
                </c:pt>
                <c:pt idx="663">
                  <c:v>7.6736111077480018E-3</c:v>
                </c:pt>
                <c:pt idx="664">
                  <c:v>7.6851851845276542E-3</c:v>
                </c:pt>
                <c:pt idx="665">
                  <c:v>7.696759254031349E-3</c:v>
                </c:pt>
                <c:pt idx="666">
                  <c:v>7.7083333308110014E-3</c:v>
                </c:pt>
                <c:pt idx="667">
                  <c:v>7.7199074075906537E-3</c:v>
                </c:pt>
                <c:pt idx="668">
                  <c:v>7.7314814770943485E-3</c:v>
                </c:pt>
                <c:pt idx="669">
                  <c:v>7.7430555538740009E-3</c:v>
                </c:pt>
                <c:pt idx="670">
                  <c:v>7.7546296306536533E-3</c:v>
                </c:pt>
                <c:pt idx="671">
                  <c:v>7.7662037001573481E-3</c:v>
                </c:pt>
                <c:pt idx="672">
                  <c:v>7.7777777769370005E-3</c:v>
                </c:pt>
                <c:pt idx="673">
                  <c:v>7.7893518464406952E-3</c:v>
                </c:pt>
                <c:pt idx="674">
                  <c:v>7.8009259232203476E-3</c:v>
                </c:pt>
                <c:pt idx="675">
                  <c:v>7.8125E-3</c:v>
                </c:pt>
                <c:pt idx="676">
                  <c:v>7.8240740695036948E-3</c:v>
                </c:pt>
                <c:pt idx="677">
                  <c:v>7.8356481462833472E-3</c:v>
                </c:pt>
                <c:pt idx="678">
                  <c:v>7.8472222230629995E-3</c:v>
                </c:pt>
                <c:pt idx="679">
                  <c:v>7.8587962925666943E-3</c:v>
                </c:pt>
                <c:pt idx="680">
                  <c:v>7.8703703693463467E-3</c:v>
                </c:pt>
                <c:pt idx="681">
                  <c:v>7.8819444388500415E-3</c:v>
                </c:pt>
                <c:pt idx="682">
                  <c:v>7.8935185156296939E-3</c:v>
                </c:pt>
                <c:pt idx="683">
                  <c:v>7.9050925924093463E-3</c:v>
                </c:pt>
                <c:pt idx="684">
                  <c:v>7.916666661913041E-3</c:v>
                </c:pt>
                <c:pt idx="685">
                  <c:v>7.9282407386926934E-3</c:v>
                </c:pt>
                <c:pt idx="686">
                  <c:v>7.9398148154723458E-3</c:v>
                </c:pt>
                <c:pt idx="687">
                  <c:v>7.9513888849760406E-3</c:v>
                </c:pt>
                <c:pt idx="688">
                  <c:v>7.962962961755693E-3</c:v>
                </c:pt>
                <c:pt idx="689">
                  <c:v>7.9745370312593877E-3</c:v>
                </c:pt>
                <c:pt idx="690">
                  <c:v>7.9861111080390401E-3</c:v>
                </c:pt>
                <c:pt idx="691">
                  <c:v>7.9976851848186925E-3</c:v>
                </c:pt>
                <c:pt idx="692">
                  <c:v>8.0092592543223873E-3</c:v>
                </c:pt>
                <c:pt idx="693">
                  <c:v>8.0208333311020397E-3</c:v>
                </c:pt>
                <c:pt idx="694">
                  <c:v>8.0324074078816921E-3</c:v>
                </c:pt>
                <c:pt idx="695">
                  <c:v>8.0439814773853868E-3</c:v>
                </c:pt>
                <c:pt idx="696">
                  <c:v>8.0555555541650392E-3</c:v>
                </c:pt>
                <c:pt idx="697">
                  <c:v>8.0671296309446916E-3</c:v>
                </c:pt>
                <c:pt idx="698">
                  <c:v>8.0787037004483864E-3</c:v>
                </c:pt>
                <c:pt idx="699">
                  <c:v>8.0902777772280388E-3</c:v>
                </c:pt>
                <c:pt idx="700">
                  <c:v>8.1018518467317335E-3</c:v>
                </c:pt>
                <c:pt idx="701">
                  <c:v>8.1134259235113859E-3</c:v>
                </c:pt>
                <c:pt idx="702">
                  <c:v>8.1250000002910383E-3</c:v>
                </c:pt>
                <c:pt idx="703">
                  <c:v>8.1365740697947331E-3</c:v>
                </c:pt>
                <c:pt idx="704">
                  <c:v>8.1481481465743855E-3</c:v>
                </c:pt>
                <c:pt idx="705">
                  <c:v>8.1597222233540379E-3</c:v>
                </c:pt>
                <c:pt idx="706">
                  <c:v>8.1712962928577326E-3</c:v>
                </c:pt>
                <c:pt idx="707">
                  <c:v>8.182870369637385E-3</c:v>
                </c:pt>
                <c:pt idx="708">
                  <c:v>8.1944444391410798E-3</c:v>
                </c:pt>
                <c:pt idx="709">
                  <c:v>8.2060185159207322E-3</c:v>
                </c:pt>
                <c:pt idx="710">
                  <c:v>8.2175925927003846E-3</c:v>
                </c:pt>
                <c:pt idx="711">
                  <c:v>8.2291666622040793E-3</c:v>
                </c:pt>
                <c:pt idx="712">
                  <c:v>8.2407407389837317E-3</c:v>
                </c:pt>
                <c:pt idx="713">
                  <c:v>8.2523148157633841E-3</c:v>
                </c:pt>
                <c:pt idx="714">
                  <c:v>8.2638888852670789E-3</c:v>
                </c:pt>
                <c:pt idx="715">
                  <c:v>8.2754629620467313E-3</c:v>
                </c:pt>
                <c:pt idx="716">
                  <c:v>8.287037031550426E-3</c:v>
                </c:pt>
                <c:pt idx="717">
                  <c:v>8.2986111083300784E-3</c:v>
                </c:pt>
                <c:pt idx="718">
                  <c:v>8.3101851851097308E-3</c:v>
                </c:pt>
                <c:pt idx="719">
                  <c:v>8.3217592546134256E-3</c:v>
                </c:pt>
                <c:pt idx="720">
                  <c:v>8.333333331393078E-3</c:v>
                </c:pt>
                <c:pt idx="721">
                  <c:v>8.3449074081727304E-3</c:v>
                </c:pt>
                <c:pt idx="722">
                  <c:v>8.3564814776764251E-3</c:v>
                </c:pt>
                <c:pt idx="723">
                  <c:v>8.3680555544560775E-3</c:v>
                </c:pt>
                <c:pt idx="724">
                  <c:v>8.3796296239597723E-3</c:v>
                </c:pt>
                <c:pt idx="725">
                  <c:v>8.3912037007394247E-3</c:v>
                </c:pt>
                <c:pt idx="726">
                  <c:v>8.4027777775190771E-3</c:v>
                </c:pt>
                <c:pt idx="727">
                  <c:v>8.4143518470227718E-3</c:v>
                </c:pt>
                <c:pt idx="728">
                  <c:v>8.4259259238024242E-3</c:v>
                </c:pt>
                <c:pt idx="729">
                  <c:v>8.4375000005820766E-3</c:v>
                </c:pt>
                <c:pt idx="730">
                  <c:v>8.4490740700857714E-3</c:v>
                </c:pt>
                <c:pt idx="731">
                  <c:v>8.4606481468654238E-3</c:v>
                </c:pt>
                <c:pt idx="732">
                  <c:v>8.4722222163691185E-3</c:v>
                </c:pt>
                <c:pt idx="733">
                  <c:v>8.4837962931487709E-3</c:v>
                </c:pt>
                <c:pt idx="734">
                  <c:v>8.4953703699284233E-3</c:v>
                </c:pt>
                <c:pt idx="735">
                  <c:v>8.5069444394321181E-3</c:v>
                </c:pt>
                <c:pt idx="736">
                  <c:v>8.5185185162117705E-3</c:v>
                </c:pt>
                <c:pt idx="737">
                  <c:v>8.5300925929914229E-3</c:v>
                </c:pt>
                <c:pt idx="738">
                  <c:v>8.5416666624951176E-3</c:v>
                </c:pt>
                <c:pt idx="739">
                  <c:v>8.55324073927477E-3</c:v>
                </c:pt>
                <c:pt idx="740">
                  <c:v>8.5648148160544224E-3</c:v>
                </c:pt>
                <c:pt idx="741">
                  <c:v>8.5763888855581172E-3</c:v>
                </c:pt>
                <c:pt idx="742">
                  <c:v>8.5879629623377696E-3</c:v>
                </c:pt>
                <c:pt idx="743">
                  <c:v>8.5995370318414643E-3</c:v>
                </c:pt>
                <c:pt idx="744">
                  <c:v>8.6111111086211167E-3</c:v>
                </c:pt>
                <c:pt idx="745">
                  <c:v>8.6226851854007691E-3</c:v>
                </c:pt>
                <c:pt idx="746">
                  <c:v>8.6342592549044639E-3</c:v>
                </c:pt>
                <c:pt idx="747">
                  <c:v>8.6458333316841163E-3</c:v>
                </c:pt>
                <c:pt idx="748">
                  <c:v>8.6574074084637687E-3</c:v>
                </c:pt>
                <c:pt idx="749">
                  <c:v>8.6689814779674634E-3</c:v>
                </c:pt>
                <c:pt idx="750">
                  <c:v>8.6805555547471158E-3</c:v>
                </c:pt>
                <c:pt idx="751">
                  <c:v>8.6921296242508106E-3</c:v>
                </c:pt>
                <c:pt idx="752">
                  <c:v>8.703703701030463E-3</c:v>
                </c:pt>
                <c:pt idx="753">
                  <c:v>8.7152777778101154E-3</c:v>
                </c:pt>
                <c:pt idx="754">
                  <c:v>8.7268518473138101E-3</c:v>
                </c:pt>
                <c:pt idx="755">
                  <c:v>8.7384259240934625E-3</c:v>
                </c:pt>
                <c:pt idx="756">
                  <c:v>8.7500000008731149E-3</c:v>
                </c:pt>
                <c:pt idx="757">
                  <c:v>8.7615740703768097E-3</c:v>
                </c:pt>
                <c:pt idx="758">
                  <c:v>8.7731481471564621E-3</c:v>
                </c:pt>
                <c:pt idx="759">
                  <c:v>8.7847222166601568E-3</c:v>
                </c:pt>
                <c:pt idx="760">
                  <c:v>8.7962962934398092E-3</c:v>
                </c:pt>
                <c:pt idx="761">
                  <c:v>8.8078703702194616E-3</c:v>
                </c:pt>
                <c:pt idx="762">
                  <c:v>8.8194444397231564E-3</c:v>
                </c:pt>
                <c:pt idx="763">
                  <c:v>8.8310185165028088E-3</c:v>
                </c:pt>
                <c:pt idx="764">
                  <c:v>8.8425925932824612E-3</c:v>
                </c:pt>
                <c:pt idx="765">
                  <c:v>8.8541666627861559E-3</c:v>
                </c:pt>
                <c:pt idx="766">
                  <c:v>8.8657407395658083E-3</c:v>
                </c:pt>
                <c:pt idx="767">
                  <c:v>8.8773148090695031E-3</c:v>
                </c:pt>
                <c:pt idx="768">
                  <c:v>8.8888888858491555E-3</c:v>
                </c:pt>
                <c:pt idx="769">
                  <c:v>8.9004629626288079E-3</c:v>
                </c:pt>
                <c:pt idx="770">
                  <c:v>8.9120370321325026E-3</c:v>
                </c:pt>
                <c:pt idx="771">
                  <c:v>8.923611108912155E-3</c:v>
                </c:pt>
                <c:pt idx="772">
                  <c:v>8.9351851856918074E-3</c:v>
                </c:pt>
                <c:pt idx="773">
                  <c:v>8.9467592551955022E-3</c:v>
                </c:pt>
                <c:pt idx="774">
                  <c:v>8.9583333319751546E-3</c:v>
                </c:pt>
                <c:pt idx="775">
                  <c:v>8.9699074014788494E-3</c:v>
                </c:pt>
                <c:pt idx="776">
                  <c:v>8.9814814782585017E-3</c:v>
                </c:pt>
                <c:pt idx="777">
                  <c:v>8.9930555550381541E-3</c:v>
                </c:pt>
                <c:pt idx="778">
                  <c:v>9.0046296245418489E-3</c:v>
                </c:pt>
                <c:pt idx="779">
                  <c:v>9.0162037013215013E-3</c:v>
                </c:pt>
                <c:pt idx="780">
                  <c:v>9.0277777781011537E-3</c:v>
                </c:pt>
                <c:pt idx="781">
                  <c:v>9.0393518476048484E-3</c:v>
                </c:pt>
                <c:pt idx="782">
                  <c:v>9.0509259243845008E-3</c:v>
                </c:pt>
                <c:pt idx="783">
                  <c:v>9.0625000011641532E-3</c:v>
                </c:pt>
                <c:pt idx="784">
                  <c:v>9.074074070667848E-3</c:v>
                </c:pt>
                <c:pt idx="785">
                  <c:v>9.0856481474475004E-3</c:v>
                </c:pt>
                <c:pt idx="786">
                  <c:v>9.0972222169511952E-3</c:v>
                </c:pt>
                <c:pt idx="787">
                  <c:v>9.1087962937308475E-3</c:v>
                </c:pt>
                <c:pt idx="788">
                  <c:v>9.1203703705104999E-3</c:v>
                </c:pt>
                <c:pt idx="789">
                  <c:v>9.1319444400141947E-3</c:v>
                </c:pt>
                <c:pt idx="790">
                  <c:v>9.1435185167938471E-3</c:v>
                </c:pt>
                <c:pt idx="791">
                  <c:v>9.1550925935734995E-3</c:v>
                </c:pt>
                <c:pt idx="792">
                  <c:v>9.1666666630771942E-3</c:v>
                </c:pt>
                <c:pt idx="793">
                  <c:v>9.1782407398568466E-3</c:v>
                </c:pt>
                <c:pt idx="794">
                  <c:v>9.1898148093605414E-3</c:v>
                </c:pt>
                <c:pt idx="795">
                  <c:v>9.2013888861401938E-3</c:v>
                </c:pt>
                <c:pt idx="796">
                  <c:v>9.2129629629198462E-3</c:v>
                </c:pt>
                <c:pt idx="797">
                  <c:v>9.2245370324235409E-3</c:v>
                </c:pt>
                <c:pt idx="798">
                  <c:v>9.2361111092031933E-3</c:v>
                </c:pt>
                <c:pt idx="799">
                  <c:v>9.2476851859828457E-3</c:v>
                </c:pt>
                <c:pt idx="800">
                  <c:v>9.2592592554865405E-3</c:v>
                </c:pt>
                <c:pt idx="801">
                  <c:v>9.2708333322661929E-3</c:v>
                </c:pt>
                <c:pt idx="802">
                  <c:v>9.2824074017698877E-3</c:v>
                </c:pt>
                <c:pt idx="803">
                  <c:v>9.29398147854954E-3</c:v>
                </c:pt>
                <c:pt idx="804">
                  <c:v>9.3055555553291924E-3</c:v>
                </c:pt>
                <c:pt idx="805">
                  <c:v>9.3171296248328872E-3</c:v>
                </c:pt>
                <c:pt idx="806">
                  <c:v>9.3287037016125396E-3</c:v>
                </c:pt>
                <c:pt idx="807">
                  <c:v>9.340277778392192E-3</c:v>
                </c:pt>
                <c:pt idx="808">
                  <c:v>9.3518518478958867E-3</c:v>
                </c:pt>
                <c:pt idx="809">
                  <c:v>9.3634259246755391E-3</c:v>
                </c:pt>
                <c:pt idx="810">
                  <c:v>9.3749999941792339E-3</c:v>
                </c:pt>
                <c:pt idx="811">
                  <c:v>9.3865740709588863E-3</c:v>
                </c:pt>
                <c:pt idx="812">
                  <c:v>9.3981481477385387E-3</c:v>
                </c:pt>
                <c:pt idx="813">
                  <c:v>9.4097222172422335E-3</c:v>
                </c:pt>
                <c:pt idx="814">
                  <c:v>9.4212962940218858E-3</c:v>
                </c:pt>
                <c:pt idx="815">
                  <c:v>9.4328703708015382E-3</c:v>
                </c:pt>
                <c:pt idx="816">
                  <c:v>9.444444440305233E-3</c:v>
                </c:pt>
                <c:pt idx="817">
                  <c:v>9.4560185170848854E-3</c:v>
                </c:pt>
                <c:pt idx="818">
                  <c:v>9.4675925938645378E-3</c:v>
                </c:pt>
                <c:pt idx="819">
                  <c:v>9.4791666633682325E-3</c:v>
                </c:pt>
                <c:pt idx="820">
                  <c:v>9.4907407401478849E-3</c:v>
                </c:pt>
                <c:pt idx="821">
                  <c:v>9.5023148096515797E-3</c:v>
                </c:pt>
                <c:pt idx="822">
                  <c:v>9.5138888864312321E-3</c:v>
                </c:pt>
                <c:pt idx="823">
                  <c:v>9.5254629632108845E-3</c:v>
                </c:pt>
                <c:pt idx="824">
                  <c:v>9.5370370327145793E-3</c:v>
                </c:pt>
                <c:pt idx="825">
                  <c:v>9.5486111094942316E-3</c:v>
                </c:pt>
                <c:pt idx="826">
                  <c:v>9.560185186273884E-3</c:v>
                </c:pt>
                <c:pt idx="827">
                  <c:v>9.5717592557775788E-3</c:v>
                </c:pt>
                <c:pt idx="828">
                  <c:v>9.5833333325572312E-3</c:v>
                </c:pt>
                <c:pt idx="829">
                  <c:v>9.594907402060926E-3</c:v>
                </c:pt>
                <c:pt idx="830">
                  <c:v>9.6064814788405783E-3</c:v>
                </c:pt>
                <c:pt idx="831">
                  <c:v>9.6180555556202307E-3</c:v>
                </c:pt>
                <c:pt idx="832">
                  <c:v>9.6296296251239255E-3</c:v>
                </c:pt>
                <c:pt idx="833">
                  <c:v>9.6412037019035779E-3</c:v>
                </c:pt>
                <c:pt idx="834">
                  <c:v>9.6527777786832303E-3</c:v>
                </c:pt>
                <c:pt idx="835">
                  <c:v>9.6643518481869251E-3</c:v>
                </c:pt>
                <c:pt idx="836">
                  <c:v>9.6759259249665774E-3</c:v>
                </c:pt>
                <c:pt idx="837">
                  <c:v>9.6874999944702722E-3</c:v>
                </c:pt>
                <c:pt idx="838">
                  <c:v>9.6990740712499246E-3</c:v>
                </c:pt>
                <c:pt idx="839">
                  <c:v>9.710648148029577E-3</c:v>
                </c:pt>
                <c:pt idx="840">
                  <c:v>9.7222222175332718E-3</c:v>
                </c:pt>
                <c:pt idx="841">
                  <c:v>9.7337962943129241E-3</c:v>
                </c:pt>
                <c:pt idx="842">
                  <c:v>9.7453703710925765E-3</c:v>
                </c:pt>
                <c:pt idx="843">
                  <c:v>9.7569444405962713E-3</c:v>
                </c:pt>
                <c:pt idx="844">
                  <c:v>9.7685185173759237E-3</c:v>
                </c:pt>
                <c:pt idx="845">
                  <c:v>9.7800925868796185E-3</c:v>
                </c:pt>
                <c:pt idx="846">
                  <c:v>9.7916666636592709E-3</c:v>
                </c:pt>
                <c:pt idx="847">
                  <c:v>9.8032407404389232E-3</c:v>
                </c:pt>
                <c:pt idx="848">
                  <c:v>9.814814809942618E-3</c:v>
                </c:pt>
                <c:pt idx="849">
                  <c:v>9.8263888867222704E-3</c:v>
                </c:pt>
                <c:pt idx="850">
                  <c:v>9.8379629635019228E-3</c:v>
                </c:pt>
                <c:pt idx="851">
                  <c:v>9.8495370330056176E-3</c:v>
                </c:pt>
                <c:pt idx="852">
                  <c:v>9.8611111097852699E-3</c:v>
                </c:pt>
                <c:pt idx="853">
                  <c:v>9.8726851792889647E-3</c:v>
                </c:pt>
                <c:pt idx="854">
                  <c:v>9.8842592560686171E-3</c:v>
                </c:pt>
                <c:pt idx="855">
                  <c:v>9.8958333328482695E-3</c:v>
                </c:pt>
                <c:pt idx="856">
                  <c:v>9.9074074023519643E-3</c:v>
                </c:pt>
                <c:pt idx="857">
                  <c:v>9.9189814791316167E-3</c:v>
                </c:pt>
                <c:pt idx="858">
                  <c:v>9.930555555911269E-3</c:v>
                </c:pt>
                <c:pt idx="859">
                  <c:v>9.9421296254149638E-3</c:v>
                </c:pt>
                <c:pt idx="860">
                  <c:v>9.9537037021946162E-3</c:v>
                </c:pt>
                <c:pt idx="861">
                  <c:v>9.9652777789742686E-3</c:v>
                </c:pt>
                <c:pt idx="862">
                  <c:v>9.9768518484779634E-3</c:v>
                </c:pt>
                <c:pt idx="863">
                  <c:v>9.9884259252576157E-3</c:v>
                </c:pt>
                <c:pt idx="864">
                  <c:v>9.9999999947613105E-3</c:v>
                </c:pt>
                <c:pt idx="865">
                  <c:v>1.0011574071540963E-2</c:v>
                </c:pt>
                <c:pt idx="866">
                  <c:v>1.0023148148320615E-2</c:v>
                </c:pt>
                <c:pt idx="867">
                  <c:v>1.003472221782431E-2</c:v>
                </c:pt>
                <c:pt idx="868">
                  <c:v>1.0046296294603962E-2</c:v>
                </c:pt>
                <c:pt idx="869">
                  <c:v>1.0057870371383615E-2</c:v>
                </c:pt>
                <c:pt idx="870">
                  <c:v>1.006944444088731E-2</c:v>
                </c:pt>
                <c:pt idx="871">
                  <c:v>1.0081018517666962E-2</c:v>
                </c:pt>
                <c:pt idx="872">
                  <c:v>1.0092592587170657E-2</c:v>
                </c:pt>
                <c:pt idx="873">
                  <c:v>1.0104166663950309E-2</c:v>
                </c:pt>
                <c:pt idx="874">
                  <c:v>1.0115740740729962E-2</c:v>
                </c:pt>
                <c:pt idx="875">
                  <c:v>1.0127314810233656E-2</c:v>
                </c:pt>
                <c:pt idx="876">
                  <c:v>1.0138888887013309E-2</c:v>
                </c:pt>
                <c:pt idx="877">
                  <c:v>1.0150462963792961E-2</c:v>
                </c:pt>
                <c:pt idx="878">
                  <c:v>1.0162037033296656E-2</c:v>
                </c:pt>
                <c:pt idx="879">
                  <c:v>1.0173611110076308E-2</c:v>
                </c:pt>
                <c:pt idx="880">
                  <c:v>1.0185185179580003E-2</c:v>
                </c:pt>
                <c:pt idx="881">
                  <c:v>1.0196759256359655E-2</c:v>
                </c:pt>
                <c:pt idx="882">
                  <c:v>1.0208333333139308E-2</c:v>
                </c:pt>
                <c:pt idx="883">
                  <c:v>1.0219907402643003E-2</c:v>
                </c:pt>
                <c:pt idx="884">
                  <c:v>1.0231481479422655E-2</c:v>
                </c:pt>
                <c:pt idx="885">
                  <c:v>1.0243055556202307E-2</c:v>
                </c:pt>
                <c:pt idx="886">
                  <c:v>1.0254629625706002E-2</c:v>
                </c:pt>
                <c:pt idx="887">
                  <c:v>1.0266203702485655E-2</c:v>
                </c:pt>
                <c:pt idx="888">
                  <c:v>1.0277777771989349E-2</c:v>
                </c:pt>
                <c:pt idx="889">
                  <c:v>1.0289351848769002E-2</c:v>
                </c:pt>
                <c:pt idx="890">
                  <c:v>1.0300925925548654E-2</c:v>
                </c:pt>
                <c:pt idx="891">
                  <c:v>1.0312499995052349E-2</c:v>
                </c:pt>
                <c:pt idx="892">
                  <c:v>1.0324074071832001E-2</c:v>
                </c:pt>
                <c:pt idx="893">
                  <c:v>1.0335648148611654E-2</c:v>
                </c:pt>
                <c:pt idx="894">
                  <c:v>1.0347222218115348E-2</c:v>
                </c:pt>
                <c:pt idx="895">
                  <c:v>1.0358796294895001E-2</c:v>
                </c:pt>
                <c:pt idx="896">
                  <c:v>1.0370370371674653E-2</c:v>
                </c:pt>
                <c:pt idx="897">
                  <c:v>1.0381944441178348E-2</c:v>
                </c:pt>
                <c:pt idx="898">
                  <c:v>1.0393518517958E-2</c:v>
                </c:pt>
                <c:pt idx="899">
                  <c:v>1.0405092587461695E-2</c:v>
                </c:pt>
                <c:pt idx="900">
                  <c:v>1.0416666664241347E-2</c:v>
                </c:pt>
                <c:pt idx="901">
                  <c:v>1.0428240741021E-2</c:v>
                </c:pt>
                <c:pt idx="902">
                  <c:v>1.0439814810524695E-2</c:v>
                </c:pt>
                <c:pt idx="903">
                  <c:v>1.0451388887304347E-2</c:v>
                </c:pt>
                <c:pt idx="904">
                  <c:v>1.0462962964083999E-2</c:v>
                </c:pt>
                <c:pt idx="905">
                  <c:v>1.0474537033587694E-2</c:v>
                </c:pt>
                <c:pt idx="906">
                  <c:v>1.0486111110367347E-2</c:v>
                </c:pt>
                <c:pt idx="907">
                  <c:v>1.0497685179871041E-2</c:v>
                </c:pt>
                <c:pt idx="908">
                  <c:v>1.0509259256650694E-2</c:v>
                </c:pt>
                <c:pt idx="909">
                  <c:v>1.0520833333430346E-2</c:v>
                </c:pt>
                <c:pt idx="910">
                  <c:v>1.0532407402934041E-2</c:v>
                </c:pt>
                <c:pt idx="911">
                  <c:v>1.0543981479713693E-2</c:v>
                </c:pt>
                <c:pt idx="912">
                  <c:v>1.0555555556493346E-2</c:v>
                </c:pt>
                <c:pt idx="913">
                  <c:v>1.056712962599704E-2</c:v>
                </c:pt>
                <c:pt idx="914">
                  <c:v>1.0578703702776693E-2</c:v>
                </c:pt>
                <c:pt idx="915">
                  <c:v>1.0590277772280388E-2</c:v>
                </c:pt>
                <c:pt idx="916">
                  <c:v>1.060185184906004E-2</c:v>
                </c:pt>
                <c:pt idx="917">
                  <c:v>1.0613425925839692E-2</c:v>
                </c:pt>
                <c:pt idx="918">
                  <c:v>1.0624999995343387E-2</c:v>
                </c:pt>
                <c:pt idx="919">
                  <c:v>1.063657407212304E-2</c:v>
                </c:pt>
                <c:pt idx="920">
                  <c:v>1.0648148148902692E-2</c:v>
                </c:pt>
                <c:pt idx="921">
                  <c:v>1.0659722218406387E-2</c:v>
                </c:pt>
                <c:pt idx="922">
                  <c:v>1.0671296295186039E-2</c:v>
                </c:pt>
                <c:pt idx="923">
                  <c:v>1.0682870364689734E-2</c:v>
                </c:pt>
                <c:pt idx="924">
                  <c:v>1.0694444441469386E-2</c:v>
                </c:pt>
                <c:pt idx="925">
                  <c:v>1.0706018518249039E-2</c:v>
                </c:pt>
                <c:pt idx="926">
                  <c:v>1.0717592587752733E-2</c:v>
                </c:pt>
                <c:pt idx="927">
                  <c:v>1.0729166664532386E-2</c:v>
                </c:pt>
                <c:pt idx="928">
                  <c:v>1.0740740741312038E-2</c:v>
                </c:pt>
                <c:pt idx="929">
                  <c:v>1.0752314810815733E-2</c:v>
                </c:pt>
                <c:pt idx="930">
                  <c:v>1.0763888887595385E-2</c:v>
                </c:pt>
                <c:pt idx="931">
                  <c:v>1.077546295709908E-2</c:v>
                </c:pt>
                <c:pt idx="932">
                  <c:v>1.0787037033878732E-2</c:v>
                </c:pt>
                <c:pt idx="933">
                  <c:v>1.0798611110658385E-2</c:v>
                </c:pt>
                <c:pt idx="934">
                  <c:v>1.081018518016208E-2</c:v>
                </c:pt>
                <c:pt idx="935">
                  <c:v>1.0821759256941732E-2</c:v>
                </c:pt>
                <c:pt idx="936">
                  <c:v>1.0833333333721384E-2</c:v>
                </c:pt>
                <c:pt idx="937">
                  <c:v>1.0844907403225079E-2</c:v>
                </c:pt>
                <c:pt idx="938">
                  <c:v>1.0856481480004732E-2</c:v>
                </c:pt>
                <c:pt idx="939">
                  <c:v>1.0868055556784384E-2</c:v>
                </c:pt>
                <c:pt idx="940">
                  <c:v>1.0879629626288079E-2</c:v>
                </c:pt>
                <c:pt idx="941">
                  <c:v>1.0891203703067731E-2</c:v>
                </c:pt>
                <c:pt idx="942">
                  <c:v>1.0902777772571426E-2</c:v>
                </c:pt>
                <c:pt idx="943">
                  <c:v>1.0914351849351078E-2</c:v>
                </c:pt>
                <c:pt idx="944">
                  <c:v>1.0925925926130731E-2</c:v>
                </c:pt>
                <c:pt idx="945">
                  <c:v>1.0937499995634425E-2</c:v>
                </c:pt>
                <c:pt idx="946">
                  <c:v>1.0949074072414078E-2</c:v>
                </c:pt>
                <c:pt idx="947">
                  <c:v>1.096064814919373E-2</c:v>
                </c:pt>
                <c:pt idx="948">
                  <c:v>1.0972222218697425E-2</c:v>
                </c:pt>
                <c:pt idx="949">
                  <c:v>1.0983796295477077E-2</c:v>
                </c:pt>
                <c:pt idx="950">
                  <c:v>1.0995370364980772E-2</c:v>
                </c:pt>
                <c:pt idx="951">
                  <c:v>1.1006944441760425E-2</c:v>
                </c:pt>
                <c:pt idx="952">
                  <c:v>1.1018518518540077E-2</c:v>
                </c:pt>
                <c:pt idx="953">
                  <c:v>1.1030092588043772E-2</c:v>
                </c:pt>
                <c:pt idx="954">
                  <c:v>1.1041666664823424E-2</c:v>
                </c:pt>
                <c:pt idx="955">
                  <c:v>1.1053240741603076E-2</c:v>
                </c:pt>
                <c:pt idx="956">
                  <c:v>1.1064814811106771E-2</c:v>
                </c:pt>
                <c:pt idx="957">
                  <c:v>1.1076388887886424E-2</c:v>
                </c:pt>
                <c:pt idx="958">
                  <c:v>1.1087962957390118E-2</c:v>
                </c:pt>
                <c:pt idx="959">
                  <c:v>1.1099537034169771E-2</c:v>
                </c:pt>
                <c:pt idx="960">
                  <c:v>1.1111111110949423E-2</c:v>
                </c:pt>
                <c:pt idx="961">
                  <c:v>1.1122685180453118E-2</c:v>
                </c:pt>
                <c:pt idx="962">
                  <c:v>1.113425925723277E-2</c:v>
                </c:pt>
                <c:pt idx="963">
                  <c:v>1.1145833334012423E-2</c:v>
                </c:pt>
                <c:pt idx="964">
                  <c:v>1.1157407403516117E-2</c:v>
                </c:pt>
                <c:pt idx="965">
                  <c:v>1.116898148029577E-2</c:v>
                </c:pt>
                <c:pt idx="966">
                  <c:v>1.1180555549799465E-2</c:v>
                </c:pt>
                <c:pt idx="967">
                  <c:v>1.1192129626579117E-2</c:v>
                </c:pt>
                <c:pt idx="968">
                  <c:v>1.1203703703358769E-2</c:v>
                </c:pt>
                <c:pt idx="969">
                  <c:v>1.1215277772862464E-2</c:v>
                </c:pt>
                <c:pt idx="970">
                  <c:v>1.1226851849642117E-2</c:v>
                </c:pt>
                <c:pt idx="971">
                  <c:v>1.1238425926421769E-2</c:v>
                </c:pt>
                <c:pt idx="972">
                  <c:v>1.1249999995925464E-2</c:v>
                </c:pt>
                <c:pt idx="973">
                  <c:v>1.1261574072705116E-2</c:v>
                </c:pt>
                <c:pt idx="974">
                  <c:v>1.1273148149484769E-2</c:v>
                </c:pt>
                <c:pt idx="975">
                  <c:v>1.1284722218988463E-2</c:v>
                </c:pt>
                <c:pt idx="976">
                  <c:v>1.1296296295768116E-2</c:v>
                </c:pt>
                <c:pt idx="977">
                  <c:v>1.130787036527181E-2</c:v>
                </c:pt>
                <c:pt idx="978">
                  <c:v>1.1319444442051463E-2</c:v>
                </c:pt>
                <c:pt idx="979">
                  <c:v>1.1331018518831115E-2</c:v>
                </c:pt>
                <c:pt idx="980">
                  <c:v>1.134259258833481E-2</c:v>
                </c:pt>
                <c:pt idx="981">
                  <c:v>1.1354166665114462E-2</c:v>
                </c:pt>
                <c:pt idx="982">
                  <c:v>1.1365740741894115E-2</c:v>
                </c:pt>
                <c:pt idx="983">
                  <c:v>1.137731481139781E-2</c:v>
                </c:pt>
                <c:pt idx="984">
                  <c:v>1.1388888888177462E-2</c:v>
                </c:pt>
                <c:pt idx="985">
                  <c:v>1.1400462957681157E-2</c:v>
                </c:pt>
                <c:pt idx="986">
                  <c:v>1.1412037034460809E-2</c:v>
                </c:pt>
                <c:pt idx="987">
                  <c:v>1.1423611111240461E-2</c:v>
                </c:pt>
                <c:pt idx="988">
                  <c:v>1.1435185180744156E-2</c:v>
                </c:pt>
                <c:pt idx="989">
                  <c:v>1.1446759257523809E-2</c:v>
                </c:pt>
                <c:pt idx="990">
                  <c:v>1.1458333334303461E-2</c:v>
                </c:pt>
                <c:pt idx="991">
                  <c:v>1.1469907403807156E-2</c:v>
                </c:pt>
                <c:pt idx="992">
                  <c:v>1.1481481480586808E-2</c:v>
                </c:pt>
                <c:pt idx="993">
                  <c:v>1.1493055550090503E-2</c:v>
                </c:pt>
                <c:pt idx="994">
                  <c:v>1.1504629626870155E-2</c:v>
                </c:pt>
                <c:pt idx="995">
                  <c:v>1.1516203703649808E-2</c:v>
                </c:pt>
                <c:pt idx="996">
                  <c:v>1.1527777773153502E-2</c:v>
                </c:pt>
                <c:pt idx="997">
                  <c:v>1.1539351849933155E-2</c:v>
                </c:pt>
                <c:pt idx="998">
                  <c:v>1.1550925926712807E-2</c:v>
                </c:pt>
                <c:pt idx="999">
                  <c:v>1.1562499996216502E-2</c:v>
                </c:pt>
                <c:pt idx="1000">
                  <c:v>1.1574074072996154E-2</c:v>
                </c:pt>
                <c:pt idx="1001">
                  <c:v>1.1585648142499849E-2</c:v>
                </c:pt>
                <c:pt idx="1002">
                  <c:v>1.1597222219279502E-2</c:v>
                </c:pt>
                <c:pt idx="1003">
                  <c:v>1.1608796296059154E-2</c:v>
                </c:pt>
                <c:pt idx="1004">
                  <c:v>1.1620370365562849E-2</c:v>
                </c:pt>
                <c:pt idx="1005">
                  <c:v>1.1631944442342501E-2</c:v>
                </c:pt>
                <c:pt idx="1006">
                  <c:v>1.1643518519122154E-2</c:v>
                </c:pt>
                <c:pt idx="1007">
                  <c:v>1.1655092588625848E-2</c:v>
                </c:pt>
                <c:pt idx="1008">
                  <c:v>1.1666666665405501E-2</c:v>
                </c:pt>
                <c:pt idx="1009">
                  <c:v>1.1678240734909195E-2</c:v>
                </c:pt>
                <c:pt idx="1010">
                  <c:v>1.1689814811688848E-2</c:v>
                </c:pt>
                <c:pt idx="1011">
                  <c:v>1.17013888884685E-2</c:v>
                </c:pt>
                <c:pt idx="1012">
                  <c:v>1.1712962957972195E-2</c:v>
                </c:pt>
                <c:pt idx="1013">
                  <c:v>1.1724537034751847E-2</c:v>
                </c:pt>
                <c:pt idx="1014">
                  <c:v>1.17361111115315E-2</c:v>
                </c:pt>
                <c:pt idx="1015">
                  <c:v>1.1747685181035195E-2</c:v>
                </c:pt>
                <c:pt idx="1016">
                  <c:v>1.1759259257814847E-2</c:v>
                </c:pt>
                <c:pt idx="1017">
                  <c:v>1.1770833334594499E-2</c:v>
                </c:pt>
                <c:pt idx="1018">
                  <c:v>1.1782407404098194E-2</c:v>
                </c:pt>
                <c:pt idx="1019">
                  <c:v>1.1793981480877846E-2</c:v>
                </c:pt>
                <c:pt idx="1020">
                  <c:v>1.1805555550381541E-2</c:v>
                </c:pt>
                <c:pt idx="1021">
                  <c:v>1.1817129627161194E-2</c:v>
                </c:pt>
                <c:pt idx="1022">
                  <c:v>1.1828703703940846E-2</c:v>
                </c:pt>
                <c:pt idx="1023">
                  <c:v>1.1840277773444541E-2</c:v>
                </c:pt>
                <c:pt idx="1024">
                  <c:v>1.1851851850224193E-2</c:v>
                </c:pt>
                <c:pt idx="1025">
                  <c:v>1.1863425927003846E-2</c:v>
                </c:pt>
                <c:pt idx="1026">
                  <c:v>1.187499999650754E-2</c:v>
                </c:pt>
                <c:pt idx="1027">
                  <c:v>1.1886574073287193E-2</c:v>
                </c:pt>
                <c:pt idx="1028">
                  <c:v>1.1898148142790888E-2</c:v>
                </c:pt>
                <c:pt idx="1029">
                  <c:v>1.190972221957054E-2</c:v>
                </c:pt>
                <c:pt idx="1030">
                  <c:v>1.1921296296350192E-2</c:v>
                </c:pt>
                <c:pt idx="1031">
                  <c:v>1.1932870365853887E-2</c:v>
                </c:pt>
                <c:pt idx="1032">
                  <c:v>1.1944444442633539E-2</c:v>
                </c:pt>
                <c:pt idx="1033">
                  <c:v>1.1956018519413192E-2</c:v>
                </c:pt>
                <c:pt idx="1034">
                  <c:v>1.1967592588916887E-2</c:v>
                </c:pt>
                <c:pt idx="1035">
                  <c:v>1.1979166665696539E-2</c:v>
                </c:pt>
                <c:pt idx="1036">
                  <c:v>1.1990740735200234E-2</c:v>
                </c:pt>
                <c:pt idx="1037">
                  <c:v>1.2002314811979886E-2</c:v>
                </c:pt>
                <c:pt idx="1038">
                  <c:v>1.2013888888759539E-2</c:v>
                </c:pt>
                <c:pt idx="1039">
                  <c:v>1.2025462958263233E-2</c:v>
                </c:pt>
                <c:pt idx="1040">
                  <c:v>1.2037037035042886E-2</c:v>
                </c:pt>
                <c:pt idx="1041">
                  <c:v>1.2048611111822538E-2</c:v>
                </c:pt>
                <c:pt idx="1042">
                  <c:v>1.2060185181326233E-2</c:v>
                </c:pt>
                <c:pt idx="1043">
                  <c:v>1.2071759258105885E-2</c:v>
                </c:pt>
                <c:pt idx="1044">
                  <c:v>1.208333332760958E-2</c:v>
                </c:pt>
                <c:pt idx="1045">
                  <c:v>1.2094907404389232E-2</c:v>
                </c:pt>
                <c:pt idx="1046">
                  <c:v>1.2106481481168885E-2</c:v>
                </c:pt>
                <c:pt idx="1047">
                  <c:v>1.211805555067258E-2</c:v>
                </c:pt>
                <c:pt idx="1048">
                  <c:v>1.2129629627452232E-2</c:v>
                </c:pt>
                <c:pt idx="1049">
                  <c:v>1.2141203704231884E-2</c:v>
                </c:pt>
                <c:pt idx="1050">
                  <c:v>1.2152777773735579E-2</c:v>
                </c:pt>
                <c:pt idx="1051">
                  <c:v>1.2164351850515231E-2</c:v>
                </c:pt>
                <c:pt idx="1052">
                  <c:v>1.2175925920018926E-2</c:v>
                </c:pt>
                <c:pt idx="1053">
                  <c:v>1.2187499996798579E-2</c:v>
                </c:pt>
                <c:pt idx="1054">
                  <c:v>1.2199074073578231E-2</c:v>
                </c:pt>
                <c:pt idx="1055">
                  <c:v>1.2210648143081926E-2</c:v>
                </c:pt>
                <c:pt idx="1056">
                  <c:v>1.2222222219861578E-2</c:v>
                </c:pt>
                <c:pt idx="1057">
                  <c:v>1.2233796296641231E-2</c:v>
                </c:pt>
                <c:pt idx="1058">
                  <c:v>1.2245370366144925E-2</c:v>
                </c:pt>
                <c:pt idx="1059">
                  <c:v>1.2256944442924578E-2</c:v>
                </c:pt>
                <c:pt idx="1060">
                  <c:v>1.226851851970423E-2</c:v>
                </c:pt>
                <c:pt idx="1061">
                  <c:v>1.2280092589207925E-2</c:v>
                </c:pt>
                <c:pt idx="1062">
                  <c:v>1.2291666665987577E-2</c:v>
                </c:pt>
                <c:pt idx="1063">
                  <c:v>1.2303240735491272E-2</c:v>
                </c:pt>
                <c:pt idx="1064">
                  <c:v>1.2314814812270924E-2</c:v>
                </c:pt>
                <c:pt idx="1065">
                  <c:v>1.2326388889050577E-2</c:v>
                </c:pt>
                <c:pt idx="1066">
                  <c:v>1.2337962958554272E-2</c:v>
                </c:pt>
                <c:pt idx="1067">
                  <c:v>1.2349537035333924E-2</c:v>
                </c:pt>
                <c:pt idx="1068">
                  <c:v>1.2361111112113576E-2</c:v>
                </c:pt>
                <c:pt idx="1069">
                  <c:v>1.2372685181617271E-2</c:v>
                </c:pt>
                <c:pt idx="1070">
                  <c:v>1.2384259258396924E-2</c:v>
                </c:pt>
                <c:pt idx="1071">
                  <c:v>1.2395833327900618E-2</c:v>
                </c:pt>
                <c:pt idx="1072">
                  <c:v>1.2407407404680271E-2</c:v>
                </c:pt>
                <c:pt idx="1073">
                  <c:v>1.2418981481459923E-2</c:v>
                </c:pt>
                <c:pt idx="1074">
                  <c:v>1.2430555550963618E-2</c:v>
                </c:pt>
                <c:pt idx="1075">
                  <c:v>1.244212962774327E-2</c:v>
                </c:pt>
                <c:pt idx="1076">
                  <c:v>1.2453703704522923E-2</c:v>
                </c:pt>
                <c:pt idx="1077">
                  <c:v>1.2465277774026617E-2</c:v>
                </c:pt>
                <c:pt idx="1078">
                  <c:v>1.247685185080627E-2</c:v>
                </c:pt>
                <c:pt idx="1079">
                  <c:v>1.2488425920309965E-2</c:v>
                </c:pt>
                <c:pt idx="1080">
                  <c:v>1.2499999997089617E-2</c:v>
                </c:pt>
                <c:pt idx="1081">
                  <c:v>1.2511574073869269E-2</c:v>
                </c:pt>
                <c:pt idx="1082">
                  <c:v>1.2523148143372964E-2</c:v>
                </c:pt>
                <c:pt idx="1083">
                  <c:v>1.2534722220152617E-2</c:v>
                </c:pt>
                <c:pt idx="1084">
                  <c:v>1.2546296296932269E-2</c:v>
                </c:pt>
                <c:pt idx="1085">
                  <c:v>1.2557870366435964E-2</c:v>
                </c:pt>
                <c:pt idx="1086">
                  <c:v>1.2569444443215616E-2</c:v>
                </c:pt>
                <c:pt idx="1087">
                  <c:v>1.2581018512719311E-2</c:v>
                </c:pt>
                <c:pt idx="1088">
                  <c:v>1.2592592589498963E-2</c:v>
                </c:pt>
                <c:pt idx="1089">
                  <c:v>1.2604166666278616E-2</c:v>
                </c:pt>
                <c:pt idx="1090">
                  <c:v>1.261574073578231E-2</c:v>
                </c:pt>
                <c:pt idx="1091">
                  <c:v>1.2627314812561963E-2</c:v>
                </c:pt>
                <c:pt idx="1092">
                  <c:v>1.2638888889341615E-2</c:v>
                </c:pt>
                <c:pt idx="1093">
                  <c:v>1.265046295884531E-2</c:v>
                </c:pt>
                <c:pt idx="1094">
                  <c:v>1.2662037035624962E-2</c:v>
                </c:pt>
                <c:pt idx="1095">
                  <c:v>1.2673611112404615E-2</c:v>
                </c:pt>
                <c:pt idx="1096">
                  <c:v>1.2685185181908309E-2</c:v>
                </c:pt>
                <c:pt idx="1097">
                  <c:v>1.2696759258687962E-2</c:v>
                </c:pt>
                <c:pt idx="1098">
                  <c:v>1.2708333328191657E-2</c:v>
                </c:pt>
                <c:pt idx="1099">
                  <c:v>1.2719907404971309E-2</c:v>
                </c:pt>
                <c:pt idx="1100">
                  <c:v>1.2731481481750961E-2</c:v>
                </c:pt>
                <c:pt idx="1101">
                  <c:v>1.2743055551254656E-2</c:v>
                </c:pt>
                <c:pt idx="1102">
                  <c:v>1.2754629628034309E-2</c:v>
                </c:pt>
                <c:pt idx="1103">
                  <c:v>1.2766203704813961E-2</c:v>
                </c:pt>
                <c:pt idx="1104">
                  <c:v>1.2777777774317656E-2</c:v>
                </c:pt>
                <c:pt idx="1105">
                  <c:v>1.2789351851097308E-2</c:v>
                </c:pt>
                <c:pt idx="1106">
                  <c:v>1.2800925920601003E-2</c:v>
                </c:pt>
                <c:pt idx="1107">
                  <c:v>1.2812499997380655E-2</c:v>
                </c:pt>
                <c:pt idx="1108">
                  <c:v>1.2824074074160308E-2</c:v>
                </c:pt>
                <c:pt idx="1109">
                  <c:v>1.2835648143664002E-2</c:v>
                </c:pt>
                <c:pt idx="1110">
                  <c:v>1.2847222220443655E-2</c:v>
                </c:pt>
                <c:pt idx="1111">
                  <c:v>1.2858796297223307E-2</c:v>
                </c:pt>
                <c:pt idx="1112">
                  <c:v>1.2870370366727002E-2</c:v>
                </c:pt>
                <c:pt idx="1113">
                  <c:v>1.2881944443506654E-2</c:v>
                </c:pt>
                <c:pt idx="1114">
                  <c:v>1.2893518513010349E-2</c:v>
                </c:pt>
                <c:pt idx="1115">
                  <c:v>1.2905092589790002E-2</c:v>
                </c:pt>
                <c:pt idx="1116">
                  <c:v>1.2916666666569654E-2</c:v>
                </c:pt>
                <c:pt idx="1117">
                  <c:v>1.2928240736073349E-2</c:v>
                </c:pt>
                <c:pt idx="1118">
                  <c:v>1.2939814812853001E-2</c:v>
                </c:pt>
                <c:pt idx="1119">
                  <c:v>1.2951388889632653E-2</c:v>
                </c:pt>
                <c:pt idx="1120">
                  <c:v>1.2962962959136348E-2</c:v>
                </c:pt>
                <c:pt idx="1121">
                  <c:v>1.2974537035916001E-2</c:v>
                </c:pt>
                <c:pt idx="1122">
                  <c:v>1.2986111105419695E-2</c:v>
                </c:pt>
                <c:pt idx="1123">
                  <c:v>1.2997685182199348E-2</c:v>
                </c:pt>
                <c:pt idx="1124">
                  <c:v>1.3009259258979E-2</c:v>
                </c:pt>
                <c:pt idx="1125">
                  <c:v>1.3020833328482695E-2</c:v>
                </c:pt>
                <c:pt idx="1126">
                  <c:v>1.3032407405262347E-2</c:v>
                </c:pt>
                <c:pt idx="1127">
                  <c:v>1.3043981482042E-2</c:v>
                </c:pt>
                <c:pt idx="1128">
                  <c:v>1.3055555551545694E-2</c:v>
                </c:pt>
                <c:pt idx="1129">
                  <c:v>1.3067129628325347E-2</c:v>
                </c:pt>
                <c:pt idx="1130">
                  <c:v>1.3078703697829042E-2</c:v>
                </c:pt>
                <c:pt idx="1131">
                  <c:v>1.3090277774608694E-2</c:v>
                </c:pt>
                <c:pt idx="1132">
                  <c:v>1.3101851851388346E-2</c:v>
                </c:pt>
                <c:pt idx="1133">
                  <c:v>1.3113425920892041E-2</c:v>
                </c:pt>
                <c:pt idx="1134">
                  <c:v>1.3124999997671694E-2</c:v>
                </c:pt>
                <c:pt idx="1135">
                  <c:v>1.3136574074451346E-2</c:v>
                </c:pt>
                <c:pt idx="1136">
                  <c:v>1.3148148143955041E-2</c:v>
                </c:pt>
                <c:pt idx="1137">
                  <c:v>1.3159722220734693E-2</c:v>
                </c:pt>
                <c:pt idx="1138">
                  <c:v>1.3171296297514345E-2</c:v>
                </c:pt>
                <c:pt idx="1139">
                  <c:v>1.318287036701804E-2</c:v>
                </c:pt>
                <c:pt idx="1140">
                  <c:v>1.3194444443797693E-2</c:v>
                </c:pt>
                <c:pt idx="1141">
                  <c:v>1.3206018513301387E-2</c:v>
                </c:pt>
                <c:pt idx="1142">
                  <c:v>1.321759259008104E-2</c:v>
                </c:pt>
                <c:pt idx="1143">
                  <c:v>1.3229166666860692E-2</c:v>
                </c:pt>
                <c:pt idx="1144">
                  <c:v>1.3240740736364387E-2</c:v>
                </c:pt>
                <c:pt idx="1145">
                  <c:v>1.3252314813144039E-2</c:v>
                </c:pt>
                <c:pt idx="1146">
                  <c:v>1.3263888889923692E-2</c:v>
                </c:pt>
                <c:pt idx="1147">
                  <c:v>1.3275462959427387E-2</c:v>
                </c:pt>
                <c:pt idx="1148">
                  <c:v>1.3287037036207039E-2</c:v>
                </c:pt>
                <c:pt idx="1149">
                  <c:v>1.3298611105710734E-2</c:v>
                </c:pt>
                <c:pt idx="1150">
                  <c:v>1.3310185182490386E-2</c:v>
                </c:pt>
                <c:pt idx="1151">
                  <c:v>1.3321759259270038E-2</c:v>
                </c:pt>
                <c:pt idx="1152">
                  <c:v>1.3333333328773733E-2</c:v>
                </c:pt>
                <c:pt idx="1153">
                  <c:v>1.3344907405553386E-2</c:v>
                </c:pt>
                <c:pt idx="1154">
                  <c:v>1.3356481482333038E-2</c:v>
                </c:pt>
                <c:pt idx="1155">
                  <c:v>1.3368055551836733E-2</c:v>
                </c:pt>
                <c:pt idx="1156">
                  <c:v>1.3379629628616385E-2</c:v>
                </c:pt>
                <c:pt idx="1157">
                  <c:v>1.339120369812008E-2</c:v>
                </c:pt>
                <c:pt idx="1158">
                  <c:v>1.3402777774899732E-2</c:v>
                </c:pt>
                <c:pt idx="1159">
                  <c:v>1.3414351851679385E-2</c:v>
                </c:pt>
                <c:pt idx="1160">
                  <c:v>1.3425925921183079E-2</c:v>
                </c:pt>
                <c:pt idx="1161">
                  <c:v>1.3437499997962732E-2</c:v>
                </c:pt>
                <c:pt idx="1162">
                  <c:v>1.3449074074742384E-2</c:v>
                </c:pt>
                <c:pt idx="1163">
                  <c:v>1.3460648144246079E-2</c:v>
                </c:pt>
                <c:pt idx="1164">
                  <c:v>1.3472222221025731E-2</c:v>
                </c:pt>
                <c:pt idx="1165">
                  <c:v>1.3483796290529426E-2</c:v>
                </c:pt>
                <c:pt idx="1166">
                  <c:v>1.3495370367309079E-2</c:v>
                </c:pt>
                <c:pt idx="1167">
                  <c:v>1.3506944444088731E-2</c:v>
                </c:pt>
                <c:pt idx="1168">
                  <c:v>1.3518518513592426E-2</c:v>
                </c:pt>
                <c:pt idx="1169">
                  <c:v>1.3530092590372078E-2</c:v>
                </c:pt>
                <c:pt idx="1170">
                  <c:v>1.3541666667151731E-2</c:v>
                </c:pt>
                <c:pt idx="1171">
                  <c:v>1.3553240736655425E-2</c:v>
                </c:pt>
                <c:pt idx="1172">
                  <c:v>1.3564814813435078E-2</c:v>
                </c:pt>
                <c:pt idx="1173">
                  <c:v>1.357638889021473E-2</c:v>
                </c:pt>
                <c:pt idx="1174">
                  <c:v>1.3587962959718425E-2</c:v>
                </c:pt>
                <c:pt idx="1175">
                  <c:v>1.3599537036498077E-2</c:v>
                </c:pt>
                <c:pt idx="1176">
                  <c:v>1.3611111106001772E-2</c:v>
                </c:pt>
                <c:pt idx="1177">
                  <c:v>1.3622685182781424E-2</c:v>
                </c:pt>
                <c:pt idx="1178">
                  <c:v>1.3634259259561077E-2</c:v>
                </c:pt>
                <c:pt idx="1179">
                  <c:v>1.3645833329064772E-2</c:v>
                </c:pt>
                <c:pt idx="1180">
                  <c:v>1.3657407405844424E-2</c:v>
                </c:pt>
                <c:pt idx="1181">
                  <c:v>1.3668981482624076E-2</c:v>
                </c:pt>
                <c:pt idx="1182">
                  <c:v>1.3680555552127771E-2</c:v>
                </c:pt>
                <c:pt idx="1183">
                  <c:v>1.3692129628907423E-2</c:v>
                </c:pt>
                <c:pt idx="1184">
                  <c:v>1.3703703698411118E-2</c:v>
                </c:pt>
                <c:pt idx="1185">
                  <c:v>1.3715277775190771E-2</c:v>
                </c:pt>
                <c:pt idx="1186">
                  <c:v>1.3726851851970423E-2</c:v>
                </c:pt>
                <c:pt idx="1187">
                  <c:v>1.3738425921474118E-2</c:v>
                </c:pt>
                <c:pt idx="1188">
                  <c:v>1.374999999825377E-2</c:v>
                </c:pt>
                <c:pt idx="1189">
                  <c:v>1.3761574075033423E-2</c:v>
                </c:pt>
                <c:pt idx="1190">
                  <c:v>1.3773148144537117E-2</c:v>
                </c:pt>
                <c:pt idx="1191">
                  <c:v>1.378472222131677E-2</c:v>
                </c:pt>
                <c:pt idx="1192">
                  <c:v>1.3796296290820464E-2</c:v>
                </c:pt>
                <c:pt idx="1193">
                  <c:v>1.3807870367600117E-2</c:v>
                </c:pt>
                <c:pt idx="1194">
                  <c:v>1.3819444444379769E-2</c:v>
                </c:pt>
                <c:pt idx="1195">
                  <c:v>1.3831018513883464E-2</c:v>
                </c:pt>
                <c:pt idx="1196">
                  <c:v>1.3842592590663116E-2</c:v>
                </c:pt>
                <c:pt idx="1197">
                  <c:v>1.3854166667442769E-2</c:v>
                </c:pt>
                <c:pt idx="1198">
                  <c:v>1.3865740736946464E-2</c:v>
                </c:pt>
                <c:pt idx="1199">
                  <c:v>1.3877314813726116E-2</c:v>
                </c:pt>
                <c:pt idx="1200">
                  <c:v>1.3888888883229811E-2</c:v>
                </c:pt>
                <c:pt idx="1201">
                  <c:v>1.3900462960009463E-2</c:v>
                </c:pt>
                <c:pt idx="1202">
                  <c:v>1.3912037036789116E-2</c:v>
                </c:pt>
                <c:pt idx="1203">
                  <c:v>1.392361110629281E-2</c:v>
                </c:pt>
                <c:pt idx="1204">
                  <c:v>1.3935185183072463E-2</c:v>
                </c:pt>
                <c:pt idx="1205">
                  <c:v>1.3946759259852115E-2</c:v>
                </c:pt>
                <c:pt idx="1206">
                  <c:v>1.395833332935581E-2</c:v>
                </c:pt>
                <c:pt idx="1207">
                  <c:v>1.3969907406135462E-2</c:v>
                </c:pt>
                <c:pt idx="1208">
                  <c:v>1.3981481475639157E-2</c:v>
                </c:pt>
                <c:pt idx="1209">
                  <c:v>1.3993055552418809E-2</c:v>
                </c:pt>
                <c:pt idx="1210">
                  <c:v>1.4004629629198462E-2</c:v>
                </c:pt>
                <c:pt idx="1211">
                  <c:v>1.4016203698702157E-2</c:v>
                </c:pt>
                <c:pt idx="1212">
                  <c:v>1.4027777775481809E-2</c:v>
                </c:pt>
                <c:pt idx="1213">
                  <c:v>1.4039351852261461E-2</c:v>
                </c:pt>
                <c:pt idx="1214">
                  <c:v>1.4050925921765156E-2</c:v>
                </c:pt>
                <c:pt idx="1215">
                  <c:v>1.4062499998544808E-2</c:v>
                </c:pt>
                <c:pt idx="1216">
                  <c:v>1.4074074075324461E-2</c:v>
                </c:pt>
                <c:pt idx="1217">
                  <c:v>1.4085648144828156E-2</c:v>
                </c:pt>
                <c:pt idx="1218">
                  <c:v>1.4097222221607808E-2</c:v>
                </c:pt>
                <c:pt idx="1219">
                  <c:v>1.4108796291111503E-2</c:v>
                </c:pt>
                <c:pt idx="1220">
                  <c:v>1.4120370367891155E-2</c:v>
                </c:pt>
                <c:pt idx="1221">
                  <c:v>1.4131944444670808E-2</c:v>
                </c:pt>
                <c:pt idx="1222">
                  <c:v>1.4143518514174502E-2</c:v>
                </c:pt>
                <c:pt idx="1223">
                  <c:v>1.4155092590954155E-2</c:v>
                </c:pt>
                <c:pt idx="1224">
                  <c:v>1.4166666667733807E-2</c:v>
                </c:pt>
                <c:pt idx="1225">
                  <c:v>1.4178240737237502E-2</c:v>
                </c:pt>
                <c:pt idx="1226">
                  <c:v>1.4189814814017154E-2</c:v>
                </c:pt>
                <c:pt idx="1227">
                  <c:v>1.4201388883520849E-2</c:v>
                </c:pt>
                <c:pt idx="1228">
                  <c:v>1.4212962960300501E-2</c:v>
                </c:pt>
                <c:pt idx="1229">
                  <c:v>1.4224537037080154E-2</c:v>
                </c:pt>
                <c:pt idx="1230">
                  <c:v>1.4236111106583849E-2</c:v>
                </c:pt>
                <c:pt idx="1231">
                  <c:v>1.4247685183363501E-2</c:v>
                </c:pt>
                <c:pt idx="1232">
                  <c:v>1.4259259260143153E-2</c:v>
                </c:pt>
                <c:pt idx="1233">
                  <c:v>1.4270833329646848E-2</c:v>
                </c:pt>
                <c:pt idx="1234">
                  <c:v>1.4282407406426501E-2</c:v>
                </c:pt>
                <c:pt idx="1235">
                  <c:v>1.4293981475930195E-2</c:v>
                </c:pt>
                <c:pt idx="1236">
                  <c:v>1.4305555552709848E-2</c:v>
                </c:pt>
                <c:pt idx="1237">
                  <c:v>1.43171296294895E-2</c:v>
                </c:pt>
                <c:pt idx="1238">
                  <c:v>1.4328703698993195E-2</c:v>
                </c:pt>
                <c:pt idx="1239">
                  <c:v>1.4340277775772847E-2</c:v>
                </c:pt>
                <c:pt idx="1240">
                  <c:v>1.43518518525525E-2</c:v>
                </c:pt>
                <c:pt idx="1241">
                  <c:v>1.4363425922056194E-2</c:v>
                </c:pt>
                <c:pt idx="1242">
                  <c:v>1.4374999998835847E-2</c:v>
                </c:pt>
                <c:pt idx="1243">
                  <c:v>1.4386574068339542E-2</c:v>
                </c:pt>
                <c:pt idx="1244">
                  <c:v>1.4398148145119194E-2</c:v>
                </c:pt>
                <c:pt idx="1245">
                  <c:v>1.4409722221898846E-2</c:v>
                </c:pt>
                <c:pt idx="1246">
                  <c:v>1.4421296291402541E-2</c:v>
                </c:pt>
                <c:pt idx="1247">
                  <c:v>1.4432870368182193E-2</c:v>
                </c:pt>
                <c:pt idx="1248">
                  <c:v>1.4444444444961846E-2</c:v>
                </c:pt>
                <c:pt idx="1249">
                  <c:v>1.4456018514465541E-2</c:v>
                </c:pt>
                <c:pt idx="1250">
                  <c:v>1.4467592591245193E-2</c:v>
                </c:pt>
                <c:pt idx="1251">
                  <c:v>1.4479166660748888E-2</c:v>
                </c:pt>
                <c:pt idx="1252">
                  <c:v>1.449074073752854E-2</c:v>
                </c:pt>
                <c:pt idx="1253">
                  <c:v>1.4502314814308193E-2</c:v>
                </c:pt>
                <c:pt idx="1254">
                  <c:v>1.4513888883811887E-2</c:v>
                </c:pt>
                <c:pt idx="1255">
                  <c:v>1.452546296059154E-2</c:v>
                </c:pt>
                <c:pt idx="1256">
                  <c:v>1.4537037037371192E-2</c:v>
                </c:pt>
                <c:pt idx="1257">
                  <c:v>1.4548611106874887E-2</c:v>
                </c:pt>
                <c:pt idx="1258">
                  <c:v>1.4560185183654539E-2</c:v>
                </c:pt>
                <c:pt idx="1259">
                  <c:v>1.4571759260434192E-2</c:v>
                </c:pt>
                <c:pt idx="1260">
                  <c:v>1.4583333329937886E-2</c:v>
                </c:pt>
                <c:pt idx="1261">
                  <c:v>1.4594907406717539E-2</c:v>
                </c:pt>
                <c:pt idx="1262">
                  <c:v>1.4606481476221234E-2</c:v>
                </c:pt>
                <c:pt idx="1263">
                  <c:v>1.4618055553000886E-2</c:v>
                </c:pt>
                <c:pt idx="1264">
                  <c:v>1.4629629629780538E-2</c:v>
                </c:pt>
                <c:pt idx="1265">
                  <c:v>1.4641203699284233E-2</c:v>
                </c:pt>
                <c:pt idx="1266">
                  <c:v>1.4652777776063886E-2</c:v>
                </c:pt>
                <c:pt idx="1267">
                  <c:v>1.4664351852843538E-2</c:v>
                </c:pt>
                <c:pt idx="1268">
                  <c:v>1.4675925922347233E-2</c:v>
                </c:pt>
                <c:pt idx="1269">
                  <c:v>1.4687499999126885E-2</c:v>
                </c:pt>
                <c:pt idx="1270">
                  <c:v>1.469907406863058E-2</c:v>
                </c:pt>
                <c:pt idx="1271">
                  <c:v>1.4710648145410232E-2</c:v>
                </c:pt>
                <c:pt idx="1272">
                  <c:v>1.4722222222189885E-2</c:v>
                </c:pt>
                <c:pt idx="1273">
                  <c:v>1.4733796291693579E-2</c:v>
                </c:pt>
                <c:pt idx="1274">
                  <c:v>1.4745370368473232E-2</c:v>
                </c:pt>
                <c:pt idx="1275">
                  <c:v>1.4756944445252884E-2</c:v>
                </c:pt>
                <c:pt idx="1276">
                  <c:v>1.4768518514756579E-2</c:v>
                </c:pt>
                <c:pt idx="1277">
                  <c:v>1.4780092591536231E-2</c:v>
                </c:pt>
                <c:pt idx="1278">
                  <c:v>1.4791666661039926E-2</c:v>
                </c:pt>
                <c:pt idx="1279">
                  <c:v>1.4803240737819578E-2</c:v>
                </c:pt>
                <c:pt idx="1280">
                  <c:v>1.4814814814599231E-2</c:v>
                </c:pt>
                <c:pt idx="1281">
                  <c:v>1.4826388884102926E-2</c:v>
                </c:pt>
                <c:pt idx="1282">
                  <c:v>1.4837962960882578E-2</c:v>
                </c:pt>
                <c:pt idx="1283">
                  <c:v>1.484953703766223E-2</c:v>
                </c:pt>
                <c:pt idx="1284">
                  <c:v>1.4861111107165925E-2</c:v>
                </c:pt>
                <c:pt idx="1285">
                  <c:v>1.4872685183945578E-2</c:v>
                </c:pt>
                <c:pt idx="1286">
                  <c:v>1.4884259253449272E-2</c:v>
                </c:pt>
                <c:pt idx="1287">
                  <c:v>1.4895833330228925E-2</c:v>
                </c:pt>
                <c:pt idx="1288">
                  <c:v>1.4907407407008577E-2</c:v>
                </c:pt>
                <c:pt idx="1289">
                  <c:v>1.4918981476512272E-2</c:v>
                </c:pt>
                <c:pt idx="1290">
                  <c:v>1.4930555553291924E-2</c:v>
                </c:pt>
                <c:pt idx="1291">
                  <c:v>1.4942129630071577E-2</c:v>
                </c:pt>
                <c:pt idx="1292">
                  <c:v>1.4953703699575271E-2</c:v>
                </c:pt>
                <c:pt idx="1293">
                  <c:v>1.4965277776354924E-2</c:v>
                </c:pt>
                <c:pt idx="1294">
                  <c:v>1.4976851853134576E-2</c:v>
                </c:pt>
                <c:pt idx="1295">
                  <c:v>1.4988425922638271E-2</c:v>
                </c:pt>
                <c:pt idx="1296">
                  <c:v>1.4999999999417923E-2</c:v>
                </c:pt>
                <c:pt idx="1297">
                  <c:v>1.5011574068921618E-2</c:v>
                </c:pt>
                <c:pt idx="1298">
                  <c:v>1.5023148145701271E-2</c:v>
                </c:pt>
                <c:pt idx="1299">
                  <c:v>1.5034722222480923E-2</c:v>
                </c:pt>
                <c:pt idx="1300">
                  <c:v>1.5046296291984618E-2</c:v>
                </c:pt>
                <c:pt idx="1301">
                  <c:v>1.505787036876427E-2</c:v>
                </c:pt>
                <c:pt idx="1302">
                  <c:v>1.5069444445543922E-2</c:v>
                </c:pt>
                <c:pt idx="1303">
                  <c:v>1.5081018515047617E-2</c:v>
                </c:pt>
                <c:pt idx="1304">
                  <c:v>1.509259259182727E-2</c:v>
                </c:pt>
                <c:pt idx="1305">
                  <c:v>1.5104166661330964E-2</c:v>
                </c:pt>
                <c:pt idx="1306">
                  <c:v>1.5115740738110617E-2</c:v>
                </c:pt>
                <c:pt idx="1307">
                  <c:v>1.5127314814890269E-2</c:v>
                </c:pt>
                <c:pt idx="1308">
                  <c:v>1.5138888884393964E-2</c:v>
                </c:pt>
                <c:pt idx="1309">
                  <c:v>1.5150462961173616E-2</c:v>
                </c:pt>
                <c:pt idx="1310">
                  <c:v>1.5162037037953269E-2</c:v>
                </c:pt>
                <c:pt idx="1311">
                  <c:v>1.5173611107456964E-2</c:v>
                </c:pt>
                <c:pt idx="1312">
                  <c:v>1.5185185184236616E-2</c:v>
                </c:pt>
                <c:pt idx="1313">
                  <c:v>1.5196759253740311E-2</c:v>
                </c:pt>
                <c:pt idx="1314">
                  <c:v>1.5208333330519963E-2</c:v>
                </c:pt>
                <c:pt idx="1315">
                  <c:v>1.5219907407299615E-2</c:v>
                </c:pt>
                <c:pt idx="1316">
                  <c:v>1.523148147680331E-2</c:v>
                </c:pt>
                <c:pt idx="1317">
                  <c:v>1.5243055553582963E-2</c:v>
                </c:pt>
                <c:pt idx="1318">
                  <c:v>1.5254629630362615E-2</c:v>
                </c:pt>
                <c:pt idx="1319">
                  <c:v>1.526620369986631E-2</c:v>
                </c:pt>
                <c:pt idx="1320">
                  <c:v>1.5277777776645962E-2</c:v>
                </c:pt>
                <c:pt idx="1321">
                  <c:v>1.5289351846149657E-2</c:v>
                </c:pt>
                <c:pt idx="1322">
                  <c:v>1.5300925922929309E-2</c:v>
                </c:pt>
                <c:pt idx="1323">
                  <c:v>1.5312499999708962E-2</c:v>
                </c:pt>
                <c:pt idx="1324">
                  <c:v>1.5324074069212656E-2</c:v>
                </c:pt>
                <c:pt idx="1325">
                  <c:v>1.5335648145992309E-2</c:v>
                </c:pt>
                <c:pt idx="1326">
                  <c:v>1.5347222222771961E-2</c:v>
                </c:pt>
                <c:pt idx="1327">
                  <c:v>1.5358796292275656E-2</c:v>
                </c:pt>
                <c:pt idx="1328">
                  <c:v>1.5370370369055308E-2</c:v>
                </c:pt>
                <c:pt idx="1329">
                  <c:v>1.5381944438559003E-2</c:v>
                </c:pt>
                <c:pt idx="1330">
                  <c:v>1.5393518515338656E-2</c:v>
                </c:pt>
                <c:pt idx="1331">
                  <c:v>1.5405092592118308E-2</c:v>
                </c:pt>
                <c:pt idx="1332">
                  <c:v>1.5416666661622003E-2</c:v>
                </c:pt>
                <c:pt idx="1333">
                  <c:v>1.5428240738401655E-2</c:v>
                </c:pt>
                <c:pt idx="1334">
                  <c:v>1.5439814815181307E-2</c:v>
                </c:pt>
                <c:pt idx="1335">
                  <c:v>1.5451388884685002E-2</c:v>
                </c:pt>
                <c:pt idx="1336">
                  <c:v>1.5462962961464655E-2</c:v>
                </c:pt>
                <c:pt idx="1337">
                  <c:v>1.5474537038244307E-2</c:v>
                </c:pt>
                <c:pt idx="1338">
                  <c:v>1.5486111107748002E-2</c:v>
                </c:pt>
                <c:pt idx="1339">
                  <c:v>1.5497685184527654E-2</c:v>
                </c:pt>
                <c:pt idx="1340">
                  <c:v>1.5509259254031349E-2</c:v>
                </c:pt>
                <c:pt idx="1341">
                  <c:v>1.5520833330811001E-2</c:v>
                </c:pt>
                <c:pt idx="1342">
                  <c:v>1.5532407407590654E-2</c:v>
                </c:pt>
                <c:pt idx="1343">
                  <c:v>1.5543981477094349E-2</c:v>
                </c:pt>
                <c:pt idx="1344">
                  <c:v>1.5555555553874001E-2</c:v>
                </c:pt>
                <c:pt idx="1345">
                  <c:v>1.5567129630653653E-2</c:v>
                </c:pt>
                <c:pt idx="1346">
                  <c:v>1.5578703700157348E-2</c:v>
                </c:pt>
                <c:pt idx="1347">
                  <c:v>1.5590277776937E-2</c:v>
                </c:pt>
                <c:pt idx="1348">
                  <c:v>1.5601851846440695E-2</c:v>
                </c:pt>
                <c:pt idx="1349">
                  <c:v>1.5613425923220348E-2</c:v>
                </c:pt>
                <c:pt idx="1350">
                  <c:v>1.5625E-2</c:v>
                </c:pt>
                <c:pt idx="1351">
                  <c:v>1.5636574069503695E-2</c:v>
                </c:pt>
                <c:pt idx="1352">
                  <c:v>1.5648148146283347E-2</c:v>
                </c:pt>
                <c:pt idx="1353">
                  <c:v>1.5659722223063E-2</c:v>
                </c:pt>
                <c:pt idx="1354">
                  <c:v>1.5671296292566694E-2</c:v>
                </c:pt>
                <c:pt idx="1355">
                  <c:v>1.5682870369346347E-2</c:v>
                </c:pt>
                <c:pt idx="1356">
                  <c:v>1.5694444438850041E-2</c:v>
                </c:pt>
                <c:pt idx="1357">
                  <c:v>1.5706018515629694E-2</c:v>
                </c:pt>
                <c:pt idx="1358">
                  <c:v>1.5717592592409346E-2</c:v>
                </c:pt>
                <c:pt idx="1359">
                  <c:v>1.5729166661913041E-2</c:v>
                </c:pt>
                <c:pt idx="1360">
                  <c:v>1.5740740738692693E-2</c:v>
                </c:pt>
                <c:pt idx="1361">
                  <c:v>1.5752314815472346E-2</c:v>
                </c:pt>
                <c:pt idx="1362">
                  <c:v>1.5763888884976041E-2</c:v>
                </c:pt>
                <c:pt idx="1363">
                  <c:v>1.5775462961755693E-2</c:v>
                </c:pt>
                <c:pt idx="1364">
                  <c:v>1.5787037031259388E-2</c:v>
                </c:pt>
                <c:pt idx="1365">
                  <c:v>1.579861110803904E-2</c:v>
                </c:pt>
                <c:pt idx="1366">
                  <c:v>1.5810185184818693E-2</c:v>
                </c:pt>
                <c:pt idx="1367">
                  <c:v>1.5821759254322387E-2</c:v>
                </c:pt>
                <c:pt idx="1368">
                  <c:v>1.583333333110204E-2</c:v>
                </c:pt>
                <c:pt idx="1369">
                  <c:v>1.5844907407881692E-2</c:v>
                </c:pt>
                <c:pt idx="1370">
                  <c:v>1.5856481477385387E-2</c:v>
                </c:pt>
                <c:pt idx="1371">
                  <c:v>1.5868055554165039E-2</c:v>
                </c:pt>
                <c:pt idx="1372">
                  <c:v>1.5879629630944692E-2</c:v>
                </c:pt>
                <c:pt idx="1373">
                  <c:v>1.5891203700448386E-2</c:v>
                </c:pt>
                <c:pt idx="1374">
                  <c:v>1.5902777777228039E-2</c:v>
                </c:pt>
                <c:pt idx="1375">
                  <c:v>1.5914351846731734E-2</c:v>
                </c:pt>
                <c:pt idx="1376">
                  <c:v>1.5925925923511386E-2</c:v>
                </c:pt>
                <c:pt idx="1377">
                  <c:v>1.5937500000291038E-2</c:v>
                </c:pt>
                <c:pt idx="1378">
                  <c:v>1.5949074069794733E-2</c:v>
                </c:pt>
                <c:pt idx="1379">
                  <c:v>1.5960648146574385E-2</c:v>
                </c:pt>
                <c:pt idx="1380">
                  <c:v>1.5972222223354038E-2</c:v>
                </c:pt>
                <c:pt idx="1381">
                  <c:v>1.5983796292857733E-2</c:v>
                </c:pt>
                <c:pt idx="1382">
                  <c:v>1.5995370369637385E-2</c:v>
                </c:pt>
                <c:pt idx="1383">
                  <c:v>1.600694443914108E-2</c:v>
                </c:pt>
                <c:pt idx="1384">
                  <c:v>1.6018518515920732E-2</c:v>
                </c:pt>
                <c:pt idx="1385">
                  <c:v>1.6030092592700385E-2</c:v>
                </c:pt>
                <c:pt idx="1386">
                  <c:v>1.6041666662204079E-2</c:v>
                </c:pt>
                <c:pt idx="1387">
                  <c:v>1.6053240738983732E-2</c:v>
                </c:pt>
                <c:pt idx="1388">
                  <c:v>1.6064814815763384E-2</c:v>
                </c:pt>
                <c:pt idx="1389">
                  <c:v>1.6076388885267079E-2</c:v>
                </c:pt>
                <c:pt idx="1390">
                  <c:v>1.6087962962046731E-2</c:v>
                </c:pt>
                <c:pt idx="1391">
                  <c:v>1.6099537031550426E-2</c:v>
                </c:pt>
                <c:pt idx="1392">
                  <c:v>1.6111111108330078E-2</c:v>
                </c:pt>
                <c:pt idx="1393">
                  <c:v>1.6122685185109731E-2</c:v>
                </c:pt>
                <c:pt idx="1394">
                  <c:v>1.6134259254613426E-2</c:v>
                </c:pt>
                <c:pt idx="1395">
                  <c:v>1.6145833331393078E-2</c:v>
                </c:pt>
                <c:pt idx="1396">
                  <c:v>1.615740740817273E-2</c:v>
                </c:pt>
                <c:pt idx="1397">
                  <c:v>1.6168981477676425E-2</c:v>
                </c:pt>
                <c:pt idx="1398">
                  <c:v>1.6180555554456078E-2</c:v>
                </c:pt>
                <c:pt idx="1399">
                  <c:v>1.6192129623959772E-2</c:v>
                </c:pt>
                <c:pt idx="1400">
                  <c:v>1.6203703700739425E-2</c:v>
                </c:pt>
                <c:pt idx="1401">
                  <c:v>1.6215277777519077E-2</c:v>
                </c:pt>
                <c:pt idx="1402">
                  <c:v>1.6226851847022772E-2</c:v>
                </c:pt>
                <c:pt idx="1403">
                  <c:v>1.6238425923802424E-2</c:v>
                </c:pt>
                <c:pt idx="1404">
                  <c:v>1.6250000000582077E-2</c:v>
                </c:pt>
                <c:pt idx="1405">
                  <c:v>1.6261574070085771E-2</c:v>
                </c:pt>
                <c:pt idx="1406">
                  <c:v>1.6273148146865424E-2</c:v>
                </c:pt>
                <c:pt idx="1407">
                  <c:v>1.6284722216369119E-2</c:v>
                </c:pt>
                <c:pt idx="1408">
                  <c:v>1.6296296293148771E-2</c:v>
                </c:pt>
                <c:pt idx="1409">
                  <c:v>1.6307870369928423E-2</c:v>
                </c:pt>
                <c:pt idx="1410">
                  <c:v>1.6319444439432118E-2</c:v>
                </c:pt>
                <c:pt idx="1411">
                  <c:v>1.633101851621177E-2</c:v>
                </c:pt>
                <c:pt idx="1412">
                  <c:v>1.6342592592991423E-2</c:v>
                </c:pt>
                <c:pt idx="1413">
                  <c:v>1.6354166662495118E-2</c:v>
                </c:pt>
                <c:pt idx="1414">
                  <c:v>1.636574073927477E-2</c:v>
                </c:pt>
                <c:pt idx="1415">
                  <c:v>1.6377314816054422E-2</c:v>
                </c:pt>
                <c:pt idx="1416">
                  <c:v>1.6388888885558117E-2</c:v>
                </c:pt>
                <c:pt idx="1417">
                  <c:v>1.640046296233777E-2</c:v>
                </c:pt>
                <c:pt idx="1418">
                  <c:v>1.6412037031841464E-2</c:v>
                </c:pt>
                <c:pt idx="1419">
                  <c:v>1.6423611108621117E-2</c:v>
                </c:pt>
                <c:pt idx="1420">
                  <c:v>1.6435185185400769E-2</c:v>
                </c:pt>
                <c:pt idx="1421">
                  <c:v>1.6446759254904464E-2</c:v>
                </c:pt>
                <c:pt idx="1422">
                  <c:v>1.6458333331684116E-2</c:v>
                </c:pt>
                <c:pt idx="1423">
                  <c:v>1.6469907408463769E-2</c:v>
                </c:pt>
                <c:pt idx="1424">
                  <c:v>1.6481481477967463E-2</c:v>
                </c:pt>
                <c:pt idx="1425">
                  <c:v>1.6493055554747116E-2</c:v>
                </c:pt>
                <c:pt idx="1426">
                  <c:v>1.6504629624250811E-2</c:v>
                </c:pt>
                <c:pt idx="1427">
                  <c:v>1.6516203701030463E-2</c:v>
                </c:pt>
                <c:pt idx="1428">
                  <c:v>1.6527777777810115E-2</c:v>
                </c:pt>
                <c:pt idx="1429">
                  <c:v>1.653935184731381E-2</c:v>
                </c:pt>
                <c:pt idx="1430">
                  <c:v>1.6550925924093463E-2</c:v>
                </c:pt>
                <c:pt idx="1431">
                  <c:v>1.6562500000873115E-2</c:v>
                </c:pt>
                <c:pt idx="1432">
                  <c:v>1.657407407037681E-2</c:v>
                </c:pt>
                <c:pt idx="1433">
                  <c:v>1.6585648147156462E-2</c:v>
                </c:pt>
                <c:pt idx="1434">
                  <c:v>1.6597222216660157E-2</c:v>
                </c:pt>
                <c:pt idx="1435">
                  <c:v>1.6608796293439809E-2</c:v>
                </c:pt>
                <c:pt idx="1436">
                  <c:v>1.6620370370219462E-2</c:v>
                </c:pt>
                <c:pt idx="1437">
                  <c:v>1.6631944439723156E-2</c:v>
                </c:pt>
                <c:pt idx="1438">
                  <c:v>1.6643518516502809E-2</c:v>
                </c:pt>
                <c:pt idx="1439">
                  <c:v>1.6655092593282461E-2</c:v>
                </c:pt>
                <c:pt idx="1440">
                  <c:v>1.6666666662786156E-2</c:v>
                </c:pt>
                <c:pt idx="1441">
                  <c:v>1.6678240739565808E-2</c:v>
                </c:pt>
                <c:pt idx="1442">
                  <c:v>1.6689814809069503E-2</c:v>
                </c:pt>
                <c:pt idx="1443">
                  <c:v>1.6701388885849155E-2</c:v>
                </c:pt>
                <c:pt idx="1444">
                  <c:v>1.6712962962628808E-2</c:v>
                </c:pt>
                <c:pt idx="1445">
                  <c:v>1.6724537032132503E-2</c:v>
                </c:pt>
                <c:pt idx="1446">
                  <c:v>1.6736111108912155E-2</c:v>
                </c:pt>
                <c:pt idx="1447">
                  <c:v>1.6747685185691807E-2</c:v>
                </c:pt>
                <c:pt idx="1448">
                  <c:v>1.6759259255195502E-2</c:v>
                </c:pt>
                <c:pt idx="1449">
                  <c:v>1.6770833331975155E-2</c:v>
                </c:pt>
                <c:pt idx="1450">
                  <c:v>1.6782407401478849E-2</c:v>
                </c:pt>
                <c:pt idx="1451">
                  <c:v>1.6793981478258502E-2</c:v>
                </c:pt>
                <c:pt idx="1452">
                  <c:v>1.6805555555038154E-2</c:v>
                </c:pt>
                <c:pt idx="1453">
                  <c:v>1.6817129624541849E-2</c:v>
                </c:pt>
                <c:pt idx="1454">
                  <c:v>1.6828703701321501E-2</c:v>
                </c:pt>
                <c:pt idx="1455">
                  <c:v>1.6840277778101154E-2</c:v>
                </c:pt>
                <c:pt idx="1456">
                  <c:v>1.6851851847604848E-2</c:v>
                </c:pt>
                <c:pt idx="1457">
                  <c:v>1.6863425924384501E-2</c:v>
                </c:pt>
                <c:pt idx="1458">
                  <c:v>1.6875000001164153E-2</c:v>
                </c:pt>
                <c:pt idx="1459">
                  <c:v>1.6886574070667848E-2</c:v>
                </c:pt>
                <c:pt idx="1460">
                  <c:v>1.68981481474475E-2</c:v>
                </c:pt>
                <c:pt idx="1461">
                  <c:v>1.6909722216951195E-2</c:v>
                </c:pt>
                <c:pt idx="1462">
                  <c:v>1.6921296293730848E-2</c:v>
                </c:pt>
                <c:pt idx="1463">
                  <c:v>1.69328703705105E-2</c:v>
                </c:pt>
                <c:pt idx="1464">
                  <c:v>1.6944444440014195E-2</c:v>
                </c:pt>
                <c:pt idx="1465">
                  <c:v>1.6956018516793847E-2</c:v>
                </c:pt>
                <c:pt idx="1466">
                  <c:v>1.6967592593573499E-2</c:v>
                </c:pt>
                <c:pt idx="1467">
                  <c:v>1.6979166663077194E-2</c:v>
                </c:pt>
                <c:pt idx="1468">
                  <c:v>1.6990740739856847E-2</c:v>
                </c:pt>
                <c:pt idx="1469">
                  <c:v>1.7002314809360541E-2</c:v>
                </c:pt>
                <c:pt idx="1470">
                  <c:v>1.7013888886140194E-2</c:v>
                </c:pt>
                <c:pt idx="1471">
                  <c:v>1.7025462962919846E-2</c:v>
                </c:pt>
                <c:pt idx="1472">
                  <c:v>1.7037037032423541E-2</c:v>
                </c:pt>
                <c:pt idx="1473">
                  <c:v>1.7048611109203193E-2</c:v>
                </c:pt>
                <c:pt idx="1474">
                  <c:v>1.7060185185982846E-2</c:v>
                </c:pt>
                <c:pt idx="1475">
                  <c:v>1.707175925548654E-2</c:v>
                </c:pt>
                <c:pt idx="1476">
                  <c:v>1.7083333332266193E-2</c:v>
                </c:pt>
                <c:pt idx="1477">
                  <c:v>1.7094907401769888E-2</c:v>
                </c:pt>
                <c:pt idx="1478">
                  <c:v>1.710648147854954E-2</c:v>
                </c:pt>
                <c:pt idx="1479">
                  <c:v>1.7118055555329192E-2</c:v>
                </c:pt>
                <c:pt idx="1480">
                  <c:v>1.7129629624832887E-2</c:v>
                </c:pt>
                <c:pt idx="1481">
                  <c:v>1.714120370161254E-2</c:v>
                </c:pt>
                <c:pt idx="1482">
                  <c:v>1.7152777778392192E-2</c:v>
                </c:pt>
                <c:pt idx="1483">
                  <c:v>1.7164351847895887E-2</c:v>
                </c:pt>
                <c:pt idx="1484">
                  <c:v>1.7175925924675539E-2</c:v>
                </c:pt>
                <c:pt idx="1485">
                  <c:v>1.7187499994179234E-2</c:v>
                </c:pt>
                <c:pt idx="1486">
                  <c:v>1.7199074070958886E-2</c:v>
                </c:pt>
                <c:pt idx="1487">
                  <c:v>1.7210648147738539E-2</c:v>
                </c:pt>
                <c:pt idx="1488">
                  <c:v>1.7222222217242233E-2</c:v>
                </c:pt>
                <c:pt idx="1489">
                  <c:v>1.7233796294021886E-2</c:v>
                </c:pt>
                <c:pt idx="1490">
                  <c:v>1.7245370370801538E-2</c:v>
                </c:pt>
                <c:pt idx="1491">
                  <c:v>1.7256944440305233E-2</c:v>
                </c:pt>
                <c:pt idx="1492">
                  <c:v>1.7268518517084885E-2</c:v>
                </c:pt>
                <c:pt idx="1493">
                  <c:v>1.7280092593864538E-2</c:v>
                </c:pt>
                <c:pt idx="1494">
                  <c:v>1.7291666663368233E-2</c:v>
                </c:pt>
                <c:pt idx="1495">
                  <c:v>1.7303240740147885E-2</c:v>
                </c:pt>
                <c:pt idx="1496">
                  <c:v>1.731481480965158E-2</c:v>
                </c:pt>
                <c:pt idx="1497">
                  <c:v>1.7326388886431232E-2</c:v>
                </c:pt>
                <c:pt idx="1498">
                  <c:v>1.7337962963210884E-2</c:v>
                </c:pt>
                <c:pt idx="1499">
                  <c:v>1.7349537032714579E-2</c:v>
                </c:pt>
                <c:pt idx="1500">
                  <c:v>1.7361111109494232E-2</c:v>
                </c:pt>
                <c:pt idx="1501">
                  <c:v>1.7372685186273884E-2</c:v>
                </c:pt>
                <c:pt idx="1502">
                  <c:v>1.7384259255777579E-2</c:v>
                </c:pt>
                <c:pt idx="1503">
                  <c:v>1.7395833332557231E-2</c:v>
                </c:pt>
                <c:pt idx="1504">
                  <c:v>1.7407407402060926E-2</c:v>
                </c:pt>
                <c:pt idx="1505">
                  <c:v>1.7418981478840578E-2</c:v>
                </c:pt>
                <c:pt idx="1506">
                  <c:v>1.7430555555620231E-2</c:v>
                </c:pt>
                <c:pt idx="1507">
                  <c:v>1.7442129625123926E-2</c:v>
                </c:pt>
                <c:pt idx="1508">
                  <c:v>1.7453703701903578E-2</c:v>
                </c:pt>
                <c:pt idx="1509">
                  <c:v>1.746527777868323E-2</c:v>
                </c:pt>
                <c:pt idx="1510">
                  <c:v>1.7476851848186925E-2</c:v>
                </c:pt>
                <c:pt idx="1511">
                  <c:v>1.7488425924966577E-2</c:v>
                </c:pt>
                <c:pt idx="1512">
                  <c:v>1.7499999994470272E-2</c:v>
                </c:pt>
                <c:pt idx="1513">
                  <c:v>1.7511574071249925E-2</c:v>
                </c:pt>
                <c:pt idx="1514">
                  <c:v>1.7523148148029577E-2</c:v>
                </c:pt>
                <c:pt idx="1515">
                  <c:v>1.7534722217533272E-2</c:v>
                </c:pt>
                <c:pt idx="1516">
                  <c:v>1.7546296294312924E-2</c:v>
                </c:pt>
                <c:pt idx="1517">
                  <c:v>1.7557870371092577E-2</c:v>
                </c:pt>
                <c:pt idx="1518">
                  <c:v>1.7569444440596271E-2</c:v>
                </c:pt>
                <c:pt idx="1519">
                  <c:v>1.7581018517375924E-2</c:v>
                </c:pt>
                <c:pt idx="1520">
                  <c:v>1.7592592586879618E-2</c:v>
                </c:pt>
                <c:pt idx="1521">
                  <c:v>1.7604166663659271E-2</c:v>
                </c:pt>
                <c:pt idx="1522">
                  <c:v>1.7615740740438923E-2</c:v>
                </c:pt>
                <c:pt idx="1523">
                  <c:v>1.7627314809942618E-2</c:v>
                </c:pt>
                <c:pt idx="1524">
                  <c:v>1.763888888672227E-2</c:v>
                </c:pt>
                <c:pt idx="1525">
                  <c:v>1.7650462963501923E-2</c:v>
                </c:pt>
                <c:pt idx="1526">
                  <c:v>1.7662037033005618E-2</c:v>
                </c:pt>
                <c:pt idx="1527">
                  <c:v>1.767361110978527E-2</c:v>
                </c:pt>
                <c:pt idx="1528">
                  <c:v>1.7685185179288965E-2</c:v>
                </c:pt>
                <c:pt idx="1529">
                  <c:v>1.7696759256068617E-2</c:v>
                </c:pt>
                <c:pt idx="1530">
                  <c:v>1.7708333332848269E-2</c:v>
                </c:pt>
                <c:pt idx="1531">
                  <c:v>1.7719907402351964E-2</c:v>
                </c:pt>
                <c:pt idx="1532">
                  <c:v>1.7731481479131617E-2</c:v>
                </c:pt>
                <c:pt idx="1533">
                  <c:v>1.7743055555911269E-2</c:v>
                </c:pt>
                <c:pt idx="1534">
                  <c:v>1.7754629625414964E-2</c:v>
                </c:pt>
                <c:pt idx="1535">
                  <c:v>1.7766203702194616E-2</c:v>
                </c:pt>
                <c:pt idx="1536">
                  <c:v>1.7777777778974269E-2</c:v>
                </c:pt>
                <c:pt idx="1537">
                  <c:v>1.7789351848477963E-2</c:v>
                </c:pt>
                <c:pt idx="1538">
                  <c:v>1.7800925925257616E-2</c:v>
                </c:pt>
                <c:pt idx="1539">
                  <c:v>1.7812499994761311E-2</c:v>
                </c:pt>
                <c:pt idx="1540">
                  <c:v>1.7824074071540963E-2</c:v>
                </c:pt>
                <c:pt idx="1541">
                  <c:v>1.7835648148320615E-2</c:v>
                </c:pt>
                <c:pt idx="1542">
                  <c:v>1.784722221782431E-2</c:v>
                </c:pt>
                <c:pt idx="1543">
                  <c:v>1.7858796294603962E-2</c:v>
                </c:pt>
                <c:pt idx="1544">
                  <c:v>1.7870370371383615E-2</c:v>
                </c:pt>
                <c:pt idx="1545">
                  <c:v>1.788194444088731E-2</c:v>
                </c:pt>
                <c:pt idx="1546">
                  <c:v>1.7893518517666962E-2</c:v>
                </c:pt>
                <c:pt idx="1547">
                  <c:v>1.7905092587170657E-2</c:v>
                </c:pt>
                <c:pt idx="1548">
                  <c:v>1.7916666663950309E-2</c:v>
                </c:pt>
                <c:pt idx="1549">
                  <c:v>1.7928240740729962E-2</c:v>
                </c:pt>
                <c:pt idx="1550">
                  <c:v>1.7939814810233656E-2</c:v>
                </c:pt>
                <c:pt idx="1551">
                  <c:v>1.7951388887013309E-2</c:v>
                </c:pt>
                <c:pt idx="1552">
                  <c:v>1.7962962963792961E-2</c:v>
                </c:pt>
                <c:pt idx="1553">
                  <c:v>1.7974537033296656E-2</c:v>
                </c:pt>
                <c:pt idx="1554">
                  <c:v>1.7986111110076308E-2</c:v>
                </c:pt>
                <c:pt idx="1555">
                  <c:v>1.7997685179580003E-2</c:v>
                </c:pt>
                <c:pt idx="1556">
                  <c:v>1.8009259256359655E-2</c:v>
                </c:pt>
                <c:pt idx="1557">
                  <c:v>1.8020833333139308E-2</c:v>
                </c:pt>
                <c:pt idx="1558">
                  <c:v>1.8032407402643003E-2</c:v>
                </c:pt>
                <c:pt idx="1559">
                  <c:v>1.8043981479422655E-2</c:v>
                </c:pt>
                <c:pt idx="1560">
                  <c:v>1.8055555556202307E-2</c:v>
                </c:pt>
                <c:pt idx="1561">
                  <c:v>1.8067129625706002E-2</c:v>
                </c:pt>
                <c:pt idx="1562">
                  <c:v>1.8078703702485655E-2</c:v>
                </c:pt>
                <c:pt idx="1563">
                  <c:v>1.8090277771989349E-2</c:v>
                </c:pt>
                <c:pt idx="1564">
                  <c:v>1.8101851848769002E-2</c:v>
                </c:pt>
                <c:pt idx="1565">
                  <c:v>1.8113425925548654E-2</c:v>
                </c:pt>
                <c:pt idx="1566">
                  <c:v>1.8124999995052349E-2</c:v>
                </c:pt>
                <c:pt idx="1567">
                  <c:v>1.8136574071832001E-2</c:v>
                </c:pt>
                <c:pt idx="1568">
                  <c:v>1.8148148148611654E-2</c:v>
                </c:pt>
                <c:pt idx="1569">
                  <c:v>1.8159722218115348E-2</c:v>
                </c:pt>
                <c:pt idx="1570">
                  <c:v>1.8171296294895001E-2</c:v>
                </c:pt>
                <c:pt idx="1571">
                  <c:v>1.8182870371674653E-2</c:v>
                </c:pt>
                <c:pt idx="1572">
                  <c:v>1.8194444441178348E-2</c:v>
                </c:pt>
                <c:pt idx="1573">
                  <c:v>1.8206018517958E-2</c:v>
                </c:pt>
                <c:pt idx="1574">
                  <c:v>1.8217592587461695E-2</c:v>
                </c:pt>
                <c:pt idx="1575">
                  <c:v>1.8229166664241347E-2</c:v>
                </c:pt>
                <c:pt idx="1576">
                  <c:v>1.8240740741021E-2</c:v>
                </c:pt>
                <c:pt idx="1577">
                  <c:v>1.8252314810524695E-2</c:v>
                </c:pt>
                <c:pt idx="1578">
                  <c:v>1.8263888887304347E-2</c:v>
                </c:pt>
                <c:pt idx="1579">
                  <c:v>1.8275462964083999E-2</c:v>
                </c:pt>
                <c:pt idx="1580">
                  <c:v>1.8287037033587694E-2</c:v>
                </c:pt>
                <c:pt idx="1581">
                  <c:v>1.8298611110367347E-2</c:v>
                </c:pt>
                <c:pt idx="1582">
                  <c:v>1.8310185179871041E-2</c:v>
                </c:pt>
                <c:pt idx="1583">
                  <c:v>1.8321759256650694E-2</c:v>
                </c:pt>
                <c:pt idx="1584">
                  <c:v>1.8333333333430346E-2</c:v>
                </c:pt>
                <c:pt idx="1585">
                  <c:v>1.8344907402934041E-2</c:v>
                </c:pt>
                <c:pt idx="1586">
                  <c:v>1.8356481479713693E-2</c:v>
                </c:pt>
                <c:pt idx="1587">
                  <c:v>1.8368055556493346E-2</c:v>
                </c:pt>
                <c:pt idx="1588">
                  <c:v>1.837962962599704E-2</c:v>
                </c:pt>
                <c:pt idx="1589">
                  <c:v>1.8391203702776693E-2</c:v>
                </c:pt>
                <c:pt idx="1590">
                  <c:v>1.8402777772280388E-2</c:v>
                </c:pt>
                <c:pt idx="1591">
                  <c:v>1.841435184906004E-2</c:v>
                </c:pt>
                <c:pt idx="1592">
                  <c:v>1.8425925925839692E-2</c:v>
                </c:pt>
                <c:pt idx="1593">
                  <c:v>1.8437499995343387E-2</c:v>
                </c:pt>
                <c:pt idx="1594">
                  <c:v>1.844907407212304E-2</c:v>
                </c:pt>
                <c:pt idx="1595">
                  <c:v>1.8460648148902692E-2</c:v>
                </c:pt>
                <c:pt idx="1596">
                  <c:v>1.8472222218406387E-2</c:v>
                </c:pt>
                <c:pt idx="1597">
                  <c:v>1.8483796295186039E-2</c:v>
                </c:pt>
                <c:pt idx="1598">
                  <c:v>1.8495370364689734E-2</c:v>
                </c:pt>
                <c:pt idx="1599">
                  <c:v>1.8506944441469386E-2</c:v>
                </c:pt>
                <c:pt idx="1600">
                  <c:v>1.8518518518249039E-2</c:v>
                </c:pt>
                <c:pt idx="1601">
                  <c:v>1.8530092587752733E-2</c:v>
                </c:pt>
                <c:pt idx="1602">
                  <c:v>1.8541666664532386E-2</c:v>
                </c:pt>
                <c:pt idx="1603">
                  <c:v>1.8553240741312038E-2</c:v>
                </c:pt>
                <c:pt idx="1604">
                  <c:v>1.8564814810815733E-2</c:v>
                </c:pt>
                <c:pt idx="1605">
                  <c:v>1.8576388887595385E-2</c:v>
                </c:pt>
                <c:pt idx="1606">
                  <c:v>1.858796295709908E-2</c:v>
                </c:pt>
                <c:pt idx="1607">
                  <c:v>1.8599537033878732E-2</c:v>
                </c:pt>
                <c:pt idx="1608">
                  <c:v>1.8611111110658385E-2</c:v>
                </c:pt>
                <c:pt idx="1609">
                  <c:v>1.862268518016208E-2</c:v>
                </c:pt>
                <c:pt idx="1610">
                  <c:v>1.8634259256941732E-2</c:v>
                </c:pt>
                <c:pt idx="1611">
                  <c:v>1.8645833333721384E-2</c:v>
                </c:pt>
                <c:pt idx="1612">
                  <c:v>1.8657407403225079E-2</c:v>
                </c:pt>
                <c:pt idx="1613">
                  <c:v>1.8668981480004732E-2</c:v>
                </c:pt>
                <c:pt idx="1614">
                  <c:v>1.8680555556784384E-2</c:v>
                </c:pt>
                <c:pt idx="1615">
                  <c:v>1.8692129626288079E-2</c:v>
                </c:pt>
                <c:pt idx="1616">
                  <c:v>1.8703703703067731E-2</c:v>
                </c:pt>
                <c:pt idx="1617">
                  <c:v>1.8715277772571426E-2</c:v>
                </c:pt>
                <c:pt idx="1618">
                  <c:v>1.8726851849351078E-2</c:v>
                </c:pt>
                <c:pt idx="1619">
                  <c:v>1.8738425926130731E-2</c:v>
                </c:pt>
                <c:pt idx="1620">
                  <c:v>1.8749999995634425E-2</c:v>
                </c:pt>
                <c:pt idx="1621">
                  <c:v>1.8761574072414078E-2</c:v>
                </c:pt>
                <c:pt idx="1622">
                  <c:v>1.877314814919373E-2</c:v>
                </c:pt>
                <c:pt idx="1623">
                  <c:v>1.8784722218697425E-2</c:v>
                </c:pt>
                <c:pt idx="1624">
                  <c:v>1.8796296295477077E-2</c:v>
                </c:pt>
                <c:pt idx="1625">
                  <c:v>1.8807870364980772E-2</c:v>
                </c:pt>
                <c:pt idx="1626">
                  <c:v>1.8819444441760425E-2</c:v>
                </c:pt>
                <c:pt idx="1627">
                  <c:v>1.8831018518540077E-2</c:v>
                </c:pt>
                <c:pt idx="1628">
                  <c:v>1.8842592588043772E-2</c:v>
                </c:pt>
                <c:pt idx="1629">
                  <c:v>1.8854166664823424E-2</c:v>
                </c:pt>
                <c:pt idx="1630">
                  <c:v>1.8865740741603076E-2</c:v>
                </c:pt>
                <c:pt idx="1631">
                  <c:v>1.8877314811106771E-2</c:v>
                </c:pt>
                <c:pt idx="1632">
                  <c:v>1.8888888887886424E-2</c:v>
                </c:pt>
                <c:pt idx="1633">
                  <c:v>1.8900462957390118E-2</c:v>
                </c:pt>
                <c:pt idx="1634">
                  <c:v>1.8912037034169771E-2</c:v>
                </c:pt>
                <c:pt idx="1635">
                  <c:v>1.8923611110949423E-2</c:v>
                </c:pt>
                <c:pt idx="1636">
                  <c:v>1.8935185180453118E-2</c:v>
                </c:pt>
                <c:pt idx="1637">
                  <c:v>1.894675925723277E-2</c:v>
                </c:pt>
                <c:pt idx="1638">
                  <c:v>1.8958333334012423E-2</c:v>
                </c:pt>
                <c:pt idx="1639">
                  <c:v>1.8969907403516117E-2</c:v>
                </c:pt>
                <c:pt idx="1640">
                  <c:v>1.898148148029577E-2</c:v>
                </c:pt>
                <c:pt idx="1641">
                  <c:v>1.8993055549799465E-2</c:v>
                </c:pt>
                <c:pt idx="1642">
                  <c:v>1.9004629626579117E-2</c:v>
                </c:pt>
                <c:pt idx="1643">
                  <c:v>1.9016203703358769E-2</c:v>
                </c:pt>
                <c:pt idx="1644">
                  <c:v>1.9027777772862464E-2</c:v>
                </c:pt>
                <c:pt idx="1645">
                  <c:v>1.9039351849642117E-2</c:v>
                </c:pt>
                <c:pt idx="1646">
                  <c:v>1.9050925926421769E-2</c:v>
                </c:pt>
                <c:pt idx="1647">
                  <c:v>1.9062499995925464E-2</c:v>
                </c:pt>
                <c:pt idx="1648">
                  <c:v>1.9074074072705116E-2</c:v>
                </c:pt>
                <c:pt idx="1649">
                  <c:v>1.9085648149484769E-2</c:v>
                </c:pt>
                <c:pt idx="1650">
                  <c:v>1.9097222218988463E-2</c:v>
                </c:pt>
                <c:pt idx="1651">
                  <c:v>1.9108796295768116E-2</c:v>
                </c:pt>
                <c:pt idx="1652">
                  <c:v>1.912037036527181E-2</c:v>
                </c:pt>
                <c:pt idx="1653">
                  <c:v>1.9131944442051463E-2</c:v>
                </c:pt>
                <c:pt idx="1654">
                  <c:v>1.9143518518831115E-2</c:v>
                </c:pt>
                <c:pt idx="1655">
                  <c:v>1.915509258833481E-2</c:v>
                </c:pt>
                <c:pt idx="1656">
                  <c:v>1.9166666665114462E-2</c:v>
                </c:pt>
                <c:pt idx="1657">
                  <c:v>1.9178240741894115E-2</c:v>
                </c:pt>
                <c:pt idx="1658">
                  <c:v>1.918981481139781E-2</c:v>
                </c:pt>
                <c:pt idx="1659">
                  <c:v>1.9201388888177462E-2</c:v>
                </c:pt>
                <c:pt idx="1660">
                  <c:v>1.9212962957681157E-2</c:v>
                </c:pt>
                <c:pt idx="1661">
                  <c:v>1.9224537034460809E-2</c:v>
                </c:pt>
                <c:pt idx="1662">
                  <c:v>1.9236111111240461E-2</c:v>
                </c:pt>
                <c:pt idx="1663">
                  <c:v>1.9247685180744156E-2</c:v>
                </c:pt>
                <c:pt idx="1664">
                  <c:v>1.9259259257523809E-2</c:v>
                </c:pt>
                <c:pt idx="1665">
                  <c:v>1.9270833334303461E-2</c:v>
                </c:pt>
                <c:pt idx="1666">
                  <c:v>1.9282407403807156E-2</c:v>
                </c:pt>
                <c:pt idx="1667">
                  <c:v>1.9293981480586808E-2</c:v>
                </c:pt>
                <c:pt idx="1668">
                  <c:v>1.9305555550090503E-2</c:v>
                </c:pt>
                <c:pt idx="1669">
                  <c:v>1.9317129626870155E-2</c:v>
                </c:pt>
                <c:pt idx="1670">
                  <c:v>1.9328703703649808E-2</c:v>
                </c:pt>
                <c:pt idx="1671">
                  <c:v>1.9340277773153502E-2</c:v>
                </c:pt>
                <c:pt idx="1672">
                  <c:v>1.9351851849933155E-2</c:v>
                </c:pt>
                <c:pt idx="1673">
                  <c:v>1.9363425926712807E-2</c:v>
                </c:pt>
                <c:pt idx="1674">
                  <c:v>1.9374999996216502E-2</c:v>
                </c:pt>
                <c:pt idx="1675">
                  <c:v>1.9386574072996154E-2</c:v>
                </c:pt>
                <c:pt idx="1676">
                  <c:v>1.9398148142499849E-2</c:v>
                </c:pt>
                <c:pt idx="1677">
                  <c:v>1.9409722219279502E-2</c:v>
                </c:pt>
                <c:pt idx="1678">
                  <c:v>1.9421296296059154E-2</c:v>
                </c:pt>
                <c:pt idx="1679">
                  <c:v>1.9432870365562849E-2</c:v>
                </c:pt>
                <c:pt idx="1680">
                  <c:v>1.9444444442342501E-2</c:v>
                </c:pt>
                <c:pt idx="1681">
                  <c:v>1.9456018519122154E-2</c:v>
                </c:pt>
                <c:pt idx="1682">
                  <c:v>1.9467592588625848E-2</c:v>
                </c:pt>
                <c:pt idx="1683">
                  <c:v>1.9479166665405501E-2</c:v>
                </c:pt>
                <c:pt idx="1684">
                  <c:v>1.9490740734909195E-2</c:v>
                </c:pt>
                <c:pt idx="1685">
                  <c:v>1.9502314811688848E-2</c:v>
                </c:pt>
                <c:pt idx="1686">
                  <c:v>1.95138888884685E-2</c:v>
                </c:pt>
                <c:pt idx="1687">
                  <c:v>1.9525462957972195E-2</c:v>
                </c:pt>
                <c:pt idx="1688">
                  <c:v>1.9537037034751847E-2</c:v>
                </c:pt>
                <c:pt idx="1689">
                  <c:v>1.95486111115315E-2</c:v>
                </c:pt>
                <c:pt idx="1690">
                  <c:v>1.9560185181035195E-2</c:v>
                </c:pt>
                <c:pt idx="1691">
                  <c:v>1.9571759257814847E-2</c:v>
                </c:pt>
                <c:pt idx="1692">
                  <c:v>1.9583333334594499E-2</c:v>
                </c:pt>
                <c:pt idx="1693">
                  <c:v>1.9594907404098194E-2</c:v>
                </c:pt>
                <c:pt idx="1694">
                  <c:v>1.9606481480877846E-2</c:v>
                </c:pt>
                <c:pt idx="1695">
                  <c:v>1.9618055550381541E-2</c:v>
                </c:pt>
                <c:pt idx="1696">
                  <c:v>1.9629629627161194E-2</c:v>
                </c:pt>
                <c:pt idx="1697">
                  <c:v>1.9641203703940846E-2</c:v>
                </c:pt>
                <c:pt idx="1698">
                  <c:v>1.9652777773444541E-2</c:v>
                </c:pt>
                <c:pt idx="1699">
                  <c:v>1.9664351850224193E-2</c:v>
                </c:pt>
                <c:pt idx="1700">
                  <c:v>1.9675925927003846E-2</c:v>
                </c:pt>
                <c:pt idx="1701">
                  <c:v>1.968749999650754E-2</c:v>
                </c:pt>
                <c:pt idx="1702">
                  <c:v>1.9699074073287193E-2</c:v>
                </c:pt>
                <c:pt idx="1703">
                  <c:v>1.9710648142790888E-2</c:v>
                </c:pt>
                <c:pt idx="1704">
                  <c:v>1.972222221957054E-2</c:v>
                </c:pt>
                <c:pt idx="1705">
                  <c:v>1.9733796296350192E-2</c:v>
                </c:pt>
                <c:pt idx="1706">
                  <c:v>1.9745370365853887E-2</c:v>
                </c:pt>
                <c:pt idx="1707">
                  <c:v>1.9756944442633539E-2</c:v>
                </c:pt>
                <c:pt idx="1708">
                  <c:v>1.9768518519413192E-2</c:v>
                </c:pt>
                <c:pt idx="1709">
                  <c:v>1.9780092588916887E-2</c:v>
                </c:pt>
                <c:pt idx="1710">
                  <c:v>1.9791666665696539E-2</c:v>
                </c:pt>
                <c:pt idx="1711">
                  <c:v>1.9803240735200234E-2</c:v>
                </c:pt>
                <c:pt idx="1712">
                  <c:v>1.9814814811979886E-2</c:v>
                </c:pt>
                <c:pt idx="1713">
                  <c:v>1.9826388888759539E-2</c:v>
                </c:pt>
                <c:pt idx="1714">
                  <c:v>1.9837962958263233E-2</c:v>
                </c:pt>
                <c:pt idx="1715">
                  <c:v>1.9849537035042886E-2</c:v>
                </c:pt>
                <c:pt idx="1716">
                  <c:v>1.9861111111822538E-2</c:v>
                </c:pt>
                <c:pt idx="1717">
                  <c:v>1.9872685181326233E-2</c:v>
                </c:pt>
                <c:pt idx="1718">
                  <c:v>1.9884259258105885E-2</c:v>
                </c:pt>
                <c:pt idx="1719">
                  <c:v>1.989583332760958E-2</c:v>
                </c:pt>
                <c:pt idx="1720">
                  <c:v>1.9907407404389232E-2</c:v>
                </c:pt>
                <c:pt idx="1721">
                  <c:v>1.9918981481168885E-2</c:v>
                </c:pt>
                <c:pt idx="1722">
                  <c:v>1.993055555067258E-2</c:v>
                </c:pt>
                <c:pt idx="1723">
                  <c:v>1.9942129627452232E-2</c:v>
                </c:pt>
                <c:pt idx="1724">
                  <c:v>1.9953703704231884E-2</c:v>
                </c:pt>
                <c:pt idx="1725">
                  <c:v>1.9965277773735579E-2</c:v>
                </c:pt>
                <c:pt idx="1726">
                  <c:v>1.9976851850515231E-2</c:v>
                </c:pt>
                <c:pt idx="1727">
                  <c:v>1.9988425920018926E-2</c:v>
                </c:pt>
                <c:pt idx="1728">
                  <c:v>1.9999999996798579E-2</c:v>
                </c:pt>
                <c:pt idx="1729">
                  <c:v>2.0011574073578231E-2</c:v>
                </c:pt>
                <c:pt idx="1730">
                  <c:v>2.0023148143081926E-2</c:v>
                </c:pt>
                <c:pt idx="1731">
                  <c:v>2.0034722219861578E-2</c:v>
                </c:pt>
                <c:pt idx="1732">
                  <c:v>2.0046296296641231E-2</c:v>
                </c:pt>
                <c:pt idx="1733">
                  <c:v>2.0057870366144925E-2</c:v>
                </c:pt>
                <c:pt idx="1734">
                  <c:v>2.0069444442924578E-2</c:v>
                </c:pt>
                <c:pt idx="1735">
                  <c:v>2.008101851970423E-2</c:v>
                </c:pt>
                <c:pt idx="1736">
                  <c:v>2.0092592589207925E-2</c:v>
                </c:pt>
                <c:pt idx="1737">
                  <c:v>2.0104166665987577E-2</c:v>
                </c:pt>
                <c:pt idx="1738">
                  <c:v>2.0115740735491272E-2</c:v>
                </c:pt>
                <c:pt idx="1739">
                  <c:v>2.0127314812270924E-2</c:v>
                </c:pt>
                <c:pt idx="1740">
                  <c:v>2.0138888889050577E-2</c:v>
                </c:pt>
                <c:pt idx="1741">
                  <c:v>2.0150462958554272E-2</c:v>
                </c:pt>
                <c:pt idx="1742">
                  <c:v>2.0162037035333924E-2</c:v>
                </c:pt>
                <c:pt idx="1743">
                  <c:v>2.0173611112113576E-2</c:v>
                </c:pt>
                <c:pt idx="1744">
                  <c:v>2.0185185181617271E-2</c:v>
                </c:pt>
                <c:pt idx="1745">
                  <c:v>2.0196759258396924E-2</c:v>
                </c:pt>
                <c:pt idx="1746">
                  <c:v>2.0208333327900618E-2</c:v>
                </c:pt>
                <c:pt idx="1747">
                  <c:v>2.0219907404680271E-2</c:v>
                </c:pt>
                <c:pt idx="1748">
                  <c:v>2.0231481481459923E-2</c:v>
                </c:pt>
                <c:pt idx="1749">
                  <c:v>2.0243055550963618E-2</c:v>
                </c:pt>
                <c:pt idx="1750">
                  <c:v>2.025462962774327E-2</c:v>
                </c:pt>
                <c:pt idx="1751">
                  <c:v>2.0266203704522923E-2</c:v>
                </c:pt>
                <c:pt idx="1752">
                  <c:v>2.0277777774026617E-2</c:v>
                </c:pt>
                <c:pt idx="1753">
                  <c:v>2.028935185080627E-2</c:v>
                </c:pt>
                <c:pt idx="1754">
                  <c:v>2.0300925920309965E-2</c:v>
                </c:pt>
                <c:pt idx="1755">
                  <c:v>2.0312499997089617E-2</c:v>
                </c:pt>
                <c:pt idx="1756">
                  <c:v>2.0324074073869269E-2</c:v>
                </c:pt>
                <c:pt idx="1757">
                  <c:v>2.0335648143372964E-2</c:v>
                </c:pt>
                <c:pt idx="1758">
                  <c:v>2.0347222220152617E-2</c:v>
                </c:pt>
                <c:pt idx="1759">
                  <c:v>2.0358796296932269E-2</c:v>
                </c:pt>
                <c:pt idx="1760">
                  <c:v>2.0370370366435964E-2</c:v>
                </c:pt>
                <c:pt idx="1761">
                  <c:v>2.0381944443215616E-2</c:v>
                </c:pt>
                <c:pt idx="1762">
                  <c:v>2.0393518512719311E-2</c:v>
                </c:pt>
                <c:pt idx="1763">
                  <c:v>2.0405092589498963E-2</c:v>
                </c:pt>
                <c:pt idx="1764">
                  <c:v>2.0416666666278616E-2</c:v>
                </c:pt>
                <c:pt idx="1765">
                  <c:v>2.042824073578231E-2</c:v>
                </c:pt>
                <c:pt idx="1766">
                  <c:v>2.0439814812561963E-2</c:v>
                </c:pt>
                <c:pt idx="1767">
                  <c:v>2.0451388889341615E-2</c:v>
                </c:pt>
                <c:pt idx="1768">
                  <c:v>2.046296295884531E-2</c:v>
                </c:pt>
                <c:pt idx="1769">
                  <c:v>2.0474537035624962E-2</c:v>
                </c:pt>
                <c:pt idx="1770">
                  <c:v>2.0486111112404615E-2</c:v>
                </c:pt>
                <c:pt idx="1771">
                  <c:v>2.0497685181908309E-2</c:v>
                </c:pt>
                <c:pt idx="1772">
                  <c:v>2.0509259258687962E-2</c:v>
                </c:pt>
                <c:pt idx="1773">
                  <c:v>2.0520833328191657E-2</c:v>
                </c:pt>
                <c:pt idx="1774">
                  <c:v>2.0532407404971309E-2</c:v>
                </c:pt>
                <c:pt idx="1775">
                  <c:v>2.0543981481750961E-2</c:v>
                </c:pt>
                <c:pt idx="1776">
                  <c:v>2.0555555551254656E-2</c:v>
                </c:pt>
                <c:pt idx="1777">
                  <c:v>2.0567129628034309E-2</c:v>
                </c:pt>
                <c:pt idx="1778">
                  <c:v>2.0578703704813961E-2</c:v>
                </c:pt>
                <c:pt idx="1779">
                  <c:v>2.0590277774317656E-2</c:v>
                </c:pt>
                <c:pt idx="1780">
                  <c:v>2.0601851851097308E-2</c:v>
                </c:pt>
                <c:pt idx="1781">
                  <c:v>2.0613425920601003E-2</c:v>
                </c:pt>
                <c:pt idx="1782">
                  <c:v>2.0624999997380655E-2</c:v>
                </c:pt>
                <c:pt idx="1783">
                  <c:v>2.0636574074160308E-2</c:v>
                </c:pt>
                <c:pt idx="1784">
                  <c:v>2.0648148143664002E-2</c:v>
                </c:pt>
                <c:pt idx="1785">
                  <c:v>2.0659722220443655E-2</c:v>
                </c:pt>
                <c:pt idx="1786">
                  <c:v>2.0671296297223307E-2</c:v>
                </c:pt>
                <c:pt idx="1787">
                  <c:v>2.0682870366727002E-2</c:v>
                </c:pt>
                <c:pt idx="1788">
                  <c:v>2.0694444443506654E-2</c:v>
                </c:pt>
                <c:pt idx="1789">
                  <c:v>2.0706018513010349E-2</c:v>
                </c:pt>
                <c:pt idx="1790">
                  <c:v>2.0717592589790002E-2</c:v>
                </c:pt>
                <c:pt idx="1791">
                  <c:v>2.0729166666569654E-2</c:v>
                </c:pt>
                <c:pt idx="1792">
                  <c:v>2.0740740736073349E-2</c:v>
                </c:pt>
                <c:pt idx="1793">
                  <c:v>2.0752314812853001E-2</c:v>
                </c:pt>
                <c:pt idx="1794">
                  <c:v>2.0763888889632653E-2</c:v>
                </c:pt>
                <c:pt idx="1795">
                  <c:v>2.0775462959136348E-2</c:v>
                </c:pt>
                <c:pt idx="1796">
                  <c:v>2.0787037035916001E-2</c:v>
                </c:pt>
                <c:pt idx="1797">
                  <c:v>2.0798611105419695E-2</c:v>
                </c:pt>
                <c:pt idx="1798">
                  <c:v>2.0810185182199348E-2</c:v>
                </c:pt>
                <c:pt idx="1799">
                  <c:v>2.0821759258979E-2</c:v>
                </c:pt>
                <c:pt idx="1800">
                  <c:v>2.0833333328482695E-2</c:v>
                </c:pt>
                <c:pt idx="1801">
                  <c:v>2.0844907405262347E-2</c:v>
                </c:pt>
                <c:pt idx="1802">
                  <c:v>2.0856481482042E-2</c:v>
                </c:pt>
                <c:pt idx="1803">
                  <c:v>2.0868055551545694E-2</c:v>
                </c:pt>
                <c:pt idx="1804">
                  <c:v>2.0879629628325347E-2</c:v>
                </c:pt>
                <c:pt idx="1805">
                  <c:v>2.0891203697829042E-2</c:v>
                </c:pt>
                <c:pt idx="1806">
                  <c:v>2.0902777774608694E-2</c:v>
                </c:pt>
                <c:pt idx="1807">
                  <c:v>2.0914351851388346E-2</c:v>
                </c:pt>
                <c:pt idx="1808">
                  <c:v>2.0925925920892041E-2</c:v>
                </c:pt>
                <c:pt idx="1809">
                  <c:v>2.0937499997671694E-2</c:v>
                </c:pt>
                <c:pt idx="1810">
                  <c:v>2.0949074074451346E-2</c:v>
                </c:pt>
                <c:pt idx="1811">
                  <c:v>2.0960648143955041E-2</c:v>
                </c:pt>
                <c:pt idx="1812">
                  <c:v>2.0972222220734693E-2</c:v>
                </c:pt>
                <c:pt idx="1813">
                  <c:v>2.0983796297514345E-2</c:v>
                </c:pt>
                <c:pt idx="1814">
                  <c:v>2.099537036701804E-2</c:v>
                </c:pt>
                <c:pt idx="1815">
                  <c:v>2.1006944443797693E-2</c:v>
                </c:pt>
                <c:pt idx="1816">
                  <c:v>2.1018518513301387E-2</c:v>
                </c:pt>
                <c:pt idx="1817">
                  <c:v>2.103009259008104E-2</c:v>
                </c:pt>
                <c:pt idx="1818">
                  <c:v>2.1041666666860692E-2</c:v>
                </c:pt>
                <c:pt idx="1819">
                  <c:v>2.1053240736364387E-2</c:v>
                </c:pt>
                <c:pt idx="1820">
                  <c:v>2.1064814813144039E-2</c:v>
                </c:pt>
                <c:pt idx="1821">
                  <c:v>2.1076388889923692E-2</c:v>
                </c:pt>
                <c:pt idx="1822">
                  <c:v>2.1087962959427387E-2</c:v>
                </c:pt>
                <c:pt idx="1823">
                  <c:v>2.1099537036207039E-2</c:v>
                </c:pt>
                <c:pt idx="1824">
                  <c:v>2.1111111105710734E-2</c:v>
                </c:pt>
                <c:pt idx="1825">
                  <c:v>2.1122685182490386E-2</c:v>
                </c:pt>
                <c:pt idx="1826">
                  <c:v>2.1134259259270038E-2</c:v>
                </c:pt>
                <c:pt idx="1827">
                  <c:v>2.1145833328773733E-2</c:v>
                </c:pt>
                <c:pt idx="1828">
                  <c:v>2.1157407405553386E-2</c:v>
                </c:pt>
                <c:pt idx="1829">
                  <c:v>2.1168981482333038E-2</c:v>
                </c:pt>
                <c:pt idx="1830">
                  <c:v>2.1180555551836733E-2</c:v>
                </c:pt>
                <c:pt idx="1831">
                  <c:v>2.1192129628616385E-2</c:v>
                </c:pt>
                <c:pt idx="1832">
                  <c:v>2.120370369812008E-2</c:v>
                </c:pt>
                <c:pt idx="1833">
                  <c:v>2.1215277774899732E-2</c:v>
                </c:pt>
                <c:pt idx="1834">
                  <c:v>2.1226851851679385E-2</c:v>
                </c:pt>
                <c:pt idx="1835">
                  <c:v>2.1238425921183079E-2</c:v>
                </c:pt>
                <c:pt idx="1836">
                  <c:v>2.1249999997962732E-2</c:v>
                </c:pt>
                <c:pt idx="1837">
                  <c:v>2.1261574074742384E-2</c:v>
                </c:pt>
                <c:pt idx="1838">
                  <c:v>2.1273148144246079E-2</c:v>
                </c:pt>
                <c:pt idx="1839">
                  <c:v>2.1284722221025731E-2</c:v>
                </c:pt>
                <c:pt idx="1840">
                  <c:v>2.1296296290529426E-2</c:v>
                </c:pt>
                <c:pt idx="1841">
                  <c:v>2.1307870367309079E-2</c:v>
                </c:pt>
                <c:pt idx="1842">
                  <c:v>2.1319444444088731E-2</c:v>
                </c:pt>
                <c:pt idx="1843">
                  <c:v>2.1331018513592426E-2</c:v>
                </c:pt>
                <c:pt idx="1844">
                  <c:v>2.1342592590372078E-2</c:v>
                </c:pt>
                <c:pt idx="1845">
                  <c:v>2.1354166667151731E-2</c:v>
                </c:pt>
                <c:pt idx="1846">
                  <c:v>2.1365740736655425E-2</c:v>
                </c:pt>
                <c:pt idx="1847">
                  <c:v>2.1377314813435078E-2</c:v>
                </c:pt>
                <c:pt idx="1848">
                  <c:v>2.138888889021473E-2</c:v>
                </c:pt>
                <c:pt idx="1849">
                  <c:v>2.1400462959718425E-2</c:v>
                </c:pt>
                <c:pt idx="1850">
                  <c:v>2.1412037036498077E-2</c:v>
                </c:pt>
                <c:pt idx="1851">
                  <c:v>2.1423611106001772E-2</c:v>
                </c:pt>
                <c:pt idx="1852">
                  <c:v>2.1435185182781424E-2</c:v>
                </c:pt>
                <c:pt idx="1853">
                  <c:v>2.1446759259561077E-2</c:v>
                </c:pt>
                <c:pt idx="1854">
                  <c:v>2.1458333329064772E-2</c:v>
                </c:pt>
                <c:pt idx="1855">
                  <c:v>2.1469907405844424E-2</c:v>
                </c:pt>
                <c:pt idx="1856">
                  <c:v>2.1481481482624076E-2</c:v>
                </c:pt>
                <c:pt idx="1857">
                  <c:v>2.1493055552127771E-2</c:v>
                </c:pt>
                <c:pt idx="1858">
                  <c:v>2.1504629628907423E-2</c:v>
                </c:pt>
                <c:pt idx="1859">
                  <c:v>2.1516203698411118E-2</c:v>
                </c:pt>
                <c:pt idx="1860">
                  <c:v>2.1527777775190771E-2</c:v>
                </c:pt>
                <c:pt idx="1861">
                  <c:v>2.1539351851970423E-2</c:v>
                </c:pt>
                <c:pt idx="1862">
                  <c:v>2.1550925921474118E-2</c:v>
                </c:pt>
                <c:pt idx="1863">
                  <c:v>2.156249999825377E-2</c:v>
                </c:pt>
                <c:pt idx="1864">
                  <c:v>2.1574074075033423E-2</c:v>
                </c:pt>
                <c:pt idx="1865">
                  <c:v>2.1585648144537117E-2</c:v>
                </c:pt>
                <c:pt idx="1866">
                  <c:v>2.159722222131677E-2</c:v>
                </c:pt>
                <c:pt idx="1867">
                  <c:v>2.1608796290820464E-2</c:v>
                </c:pt>
                <c:pt idx="1868">
                  <c:v>2.1620370367600117E-2</c:v>
                </c:pt>
                <c:pt idx="1869">
                  <c:v>2.1631944444379769E-2</c:v>
                </c:pt>
                <c:pt idx="1870">
                  <c:v>2.1643518513883464E-2</c:v>
                </c:pt>
                <c:pt idx="1871">
                  <c:v>2.1655092590663116E-2</c:v>
                </c:pt>
                <c:pt idx="1872">
                  <c:v>2.1666666667442769E-2</c:v>
                </c:pt>
                <c:pt idx="1873">
                  <c:v>2.1678240736946464E-2</c:v>
                </c:pt>
                <c:pt idx="1874">
                  <c:v>2.1689814813726116E-2</c:v>
                </c:pt>
                <c:pt idx="1875">
                  <c:v>2.1701388883229811E-2</c:v>
                </c:pt>
                <c:pt idx="1876">
                  <c:v>2.1712962960009463E-2</c:v>
                </c:pt>
                <c:pt idx="1877">
                  <c:v>2.1724537036789116E-2</c:v>
                </c:pt>
                <c:pt idx="1878">
                  <c:v>2.173611110629281E-2</c:v>
                </c:pt>
                <c:pt idx="1879">
                  <c:v>2.1747685183072463E-2</c:v>
                </c:pt>
                <c:pt idx="1880">
                  <c:v>2.1759259259852115E-2</c:v>
                </c:pt>
                <c:pt idx="1881">
                  <c:v>2.177083332935581E-2</c:v>
                </c:pt>
                <c:pt idx="1882">
                  <c:v>2.1782407406135462E-2</c:v>
                </c:pt>
                <c:pt idx="1883">
                  <c:v>2.1793981475639157E-2</c:v>
                </c:pt>
                <c:pt idx="1884">
                  <c:v>2.1805555552418809E-2</c:v>
                </c:pt>
                <c:pt idx="1885">
                  <c:v>2.1817129629198462E-2</c:v>
                </c:pt>
                <c:pt idx="1886">
                  <c:v>2.1828703698702157E-2</c:v>
                </c:pt>
                <c:pt idx="1887">
                  <c:v>2.1840277775481809E-2</c:v>
                </c:pt>
                <c:pt idx="1888">
                  <c:v>2.1851851852261461E-2</c:v>
                </c:pt>
                <c:pt idx="1889">
                  <c:v>2.1863425921765156E-2</c:v>
                </c:pt>
                <c:pt idx="1890">
                  <c:v>2.1874999998544808E-2</c:v>
                </c:pt>
                <c:pt idx="1891">
                  <c:v>2.1886574075324461E-2</c:v>
                </c:pt>
                <c:pt idx="1892">
                  <c:v>2.1898148144828156E-2</c:v>
                </c:pt>
                <c:pt idx="1893">
                  <c:v>2.1909722221607808E-2</c:v>
                </c:pt>
                <c:pt idx="1894">
                  <c:v>2.1921296291111503E-2</c:v>
                </c:pt>
                <c:pt idx="1895">
                  <c:v>2.1932870367891155E-2</c:v>
                </c:pt>
                <c:pt idx="1896">
                  <c:v>2.1944444444670808E-2</c:v>
                </c:pt>
                <c:pt idx="1897">
                  <c:v>2.1956018514174502E-2</c:v>
                </c:pt>
                <c:pt idx="1898">
                  <c:v>2.1967592590954155E-2</c:v>
                </c:pt>
                <c:pt idx="1899">
                  <c:v>2.1979166667733807E-2</c:v>
                </c:pt>
                <c:pt idx="1900">
                  <c:v>2.1990740737237502E-2</c:v>
                </c:pt>
                <c:pt idx="1901">
                  <c:v>2.2002314814017154E-2</c:v>
                </c:pt>
                <c:pt idx="1902">
                  <c:v>2.2013888883520849E-2</c:v>
                </c:pt>
                <c:pt idx="1903">
                  <c:v>2.2025462960300501E-2</c:v>
                </c:pt>
                <c:pt idx="1904">
                  <c:v>2.2037037037080154E-2</c:v>
                </c:pt>
                <c:pt idx="1905">
                  <c:v>2.2048611106583849E-2</c:v>
                </c:pt>
                <c:pt idx="1906">
                  <c:v>2.2060185183363501E-2</c:v>
                </c:pt>
                <c:pt idx="1907">
                  <c:v>2.2071759260143153E-2</c:v>
                </c:pt>
                <c:pt idx="1908">
                  <c:v>2.2083333329646848E-2</c:v>
                </c:pt>
                <c:pt idx="1909">
                  <c:v>2.2094907406426501E-2</c:v>
                </c:pt>
                <c:pt idx="1910">
                  <c:v>2.2106481475930195E-2</c:v>
                </c:pt>
                <c:pt idx="1911">
                  <c:v>2.2118055552709848E-2</c:v>
                </c:pt>
                <c:pt idx="1912">
                  <c:v>2.21296296294895E-2</c:v>
                </c:pt>
                <c:pt idx="1913">
                  <c:v>2.2141203698993195E-2</c:v>
                </c:pt>
                <c:pt idx="1914">
                  <c:v>2.2152777775772847E-2</c:v>
                </c:pt>
                <c:pt idx="1915">
                  <c:v>2.21643518525525E-2</c:v>
                </c:pt>
                <c:pt idx="1916">
                  <c:v>2.2175925922056194E-2</c:v>
                </c:pt>
                <c:pt idx="1917">
                  <c:v>2.2187499998835847E-2</c:v>
                </c:pt>
                <c:pt idx="1918">
                  <c:v>2.2199074068339542E-2</c:v>
                </c:pt>
                <c:pt idx="1919">
                  <c:v>2.2210648145119194E-2</c:v>
                </c:pt>
                <c:pt idx="1920">
                  <c:v>2.2222222221898846E-2</c:v>
                </c:pt>
                <c:pt idx="1921">
                  <c:v>2.2233796291402541E-2</c:v>
                </c:pt>
                <c:pt idx="1922">
                  <c:v>2.2245370368182193E-2</c:v>
                </c:pt>
                <c:pt idx="1923">
                  <c:v>2.2256944444961846E-2</c:v>
                </c:pt>
                <c:pt idx="1924">
                  <c:v>2.2268518514465541E-2</c:v>
                </c:pt>
                <c:pt idx="1925">
                  <c:v>2.2280092591245193E-2</c:v>
                </c:pt>
                <c:pt idx="1926">
                  <c:v>2.2291666660748888E-2</c:v>
                </c:pt>
                <c:pt idx="1927">
                  <c:v>2.230324073752854E-2</c:v>
                </c:pt>
                <c:pt idx="1928">
                  <c:v>2.2314814814308193E-2</c:v>
                </c:pt>
                <c:pt idx="1929">
                  <c:v>2.2326388883811887E-2</c:v>
                </c:pt>
                <c:pt idx="1930">
                  <c:v>2.233796296059154E-2</c:v>
                </c:pt>
                <c:pt idx="1931">
                  <c:v>2.2349537037371192E-2</c:v>
                </c:pt>
                <c:pt idx="1932">
                  <c:v>2.2361111106874887E-2</c:v>
                </c:pt>
                <c:pt idx="1933">
                  <c:v>2.2372685183654539E-2</c:v>
                </c:pt>
                <c:pt idx="1934">
                  <c:v>2.2384259260434192E-2</c:v>
                </c:pt>
                <c:pt idx="1935">
                  <c:v>2.2395833329937886E-2</c:v>
                </c:pt>
                <c:pt idx="1936">
                  <c:v>2.2407407406717539E-2</c:v>
                </c:pt>
                <c:pt idx="1937">
                  <c:v>2.2418981476221234E-2</c:v>
                </c:pt>
                <c:pt idx="1938">
                  <c:v>2.2430555553000886E-2</c:v>
                </c:pt>
                <c:pt idx="1939">
                  <c:v>2.2442129629780538E-2</c:v>
                </c:pt>
                <c:pt idx="1940">
                  <c:v>2.2453703699284233E-2</c:v>
                </c:pt>
                <c:pt idx="1941">
                  <c:v>2.2465277776063886E-2</c:v>
                </c:pt>
                <c:pt idx="1942">
                  <c:v>2.2476851852843538E-2</c:v>
                </c:pt>
                <c:pt idx="1943">
                  <c:v>2.2488425922347233E-2</c:v>
                </c:pt>
                <c:pt idx="1944">
                  <c:v>2.2499999999126885E-2</c:v>
                </c:pt>
                <c:pt idx="1945">
                  <c:v>2.251157406863058E-2</c:v>
                </c:pt>
                <c:pt idx="1946">
                  <c:v>2.2523148145410232E-2</c:v>
                </c:pt>
                <c:pt idx="1947">
                  <c:v>2.2534722222189885E-2</c:v>
                </c:pt>
                <c:pt idx="1948">
                  <c:v>2.2546296291693579E-2</c:v>
                </c:pt>
                <c:pt idx="1949">
                  <c:v>2.2557870368473232E-2</c:v>
                </c:pt>
                <c:pt idx="1950">
                  <c:v>2.2569444445252884E-2</c:v>
                </c:pt>
                <c:pt idx="1951">
                  <c:v>2.2581018514756579E-2</c:v>
                </c:pt>
                <c:pt idx="1952">
                  <c:v>2.2592592591536231E-2</c:v>
                </c:pt>
                <c:pt idx="1953">
                  <c:v>2.2604166661039926E-2</c:v>
                </c:pt>
                <c:pt idx="1954">
                  <c:v>2.2615740737819578E-2</c:v>
                </c:pt>
                <c:pt idx="1955">
                  <c:v>2.2627314814599231E-2</c:v>
                </c:pt>
                <c:pt idx="1956">
                  <c:v>2.2638888884102926E-2</c:v>
                </c:pt>
                <c:pt idx="1957">
                  <c:v>2.2650462960882578E-2</c:v>
                </c:pt>
                <c:pt idx="1958">
                  <c:v>2.266203703766223E-2</c:v>
                </c:pt>
                <c:pt idx="1959">
                  <c:v>2.2673611107165925E-2</c:v>
                </c:pt>
                <c:pt idx="1960">
                  <c:v>2.2685185183945578E-2</c:v>
                </c:pt>
                <c:pt idx="1961">
                  <c:v>2.2696759253449272E-2</c:v>
                </c:pt>
                <c:pt idx="1962">
                  <c:v>2.2708333330228925E-2</c:v>
                </c:pt>
                <c:pt idx="1963">
                  <c:v>2.2719907407008577E-2</c:v>
                </c:pt>
                <c:pt idx="1964">
                  <c:v>2.2731481476512272E-2</c:v>
                </c:pt>
                <c:pt idx="1965">
                  <c:v>2.2743055553291924E-2</c:v>
                </c:pt>
                <c:pt idx="1966">
                  <c:v>2.2754629630071577E-2</c:v>
                </c:pt>
                <c:pt idx="1967">
                  <c:v>2.2766203699575271E-2</c:v>
                </c:pt>
                <c:pt idx="1968">
                  <c:v>2.2777777776354924E-2</c:v>
                </c:pt>
                <c:pt idx="1969">
                  <c:v>2.2789351853134576E-2</c:v>
                </c:pt>
                <c:pt idx="1970">
                  <c:v>2.2800925922638271E-2</c:v>
                </c:pt>
                <c:pt idx="1971">
                  <c:v>2.2812499999417923E-2</c:v>
                </c:pt>
                <c:pt idx="1972">
                  <c:v>2.2824074068921618E-2</c:v>
                </c:pt>
                <c:pt idx="1973">
                  <c:v>2.2835648145701271E-2</c:v>
                </c:pt>
                <c:pt idx="1974">
                  <c:v>2.2847222222480923E-2</c:v>
                </c:pt>
                <c:pt idx="1975">
                  <c:v>2.2858796291984618E-2</c:v>
                </c:pt>
                <c:pt idx="1976">
                  <c:v>2.287037036876427E-2</c:v>
                </c:pt>
                <c:pt idx="1977">
                  <c:v>2.2881944445543922E-2</c:v>
                </c:pt>
                <c:pt idx="1978">
                  <c:v>2.2893518515047617E-2</c:v>
                </c:pt>
                <c:pt idx="1979">
                  <c:v>2.290509259182727E-2</c:v>
                </c:pt>
                <c:pt idx="1980">
                  <c:v>2.2916666661330964E-2</c:v>
                </c:pt>
                <c:pt idx="1981">
                  <c:v>2.2928240738110617E-2</c:v>
                </c:pt>
                <c:pt idx="1982">
                  <c:v>2.2939814814890269E-2</c:v>
                </c:pt>
                <c:pt idx="1983">
                  <c:v>2.2951388884393964E-2</c:v>
                </c:pt>
                <c:pt idx="1984">
                  <c:v>2.2962962961173616E-2</c:v>
                </c:pt>
                <c:pt idx="1985">
                  <c:v>2.2974537037953269E-2</c:v>
                </c:pt>
                <c:pt idx="1986">
                  <c:v>2.2986111107456964E-2</c:v>
                </c:pt>
                <c:pt idx="1987">
                  <c:v>2.2997685184236616E-2</c:v>
                </c:pt>
                <c:pt idx="1988">
                  <c:v>2.3009259253740311E-2</c:v>
                </c:pt>
                <c:pt idx="1989">
                  <c:v>2.3020833330519963E-2</c:v>
                </c:pt>
                <c:pt idx="1990">
                  <c:v>2.3032407407299615E-2</c:v>
                </c:pt>
                <c:pt idx="1991">
                  <c:v>2.304398147680331E-2</c:v>
                </c:pt>
                <c:pt idx="1992">
                  <c:v>2.3055555553582963E-2</c:v>
                </c:pt>
                <c:pt idx="1993">
                  <c:v>2.3067129630362615E-2</c:v>
                </c:pt>
                <c:pt idx="1994">
                  <c:v>2.307870369986631E-2</c:v>
                </c:pt>
                <c:pt idx="1995">
                  <c:v>2.3090277776645962E-2</c:v>
                </c:pt>
                <c:pt idx="1996">
                  <c:v>2.3101851846149657E-2</c:v>
                </c:pt>
                <c:pt idx="1997">
                  <c:v>2.3113425922929309E-2</c:v>
                </c:pt>
                <c:pt idx="1998">
                  <c:v>2.3124999999708962E-2</c:v>
                </c:pt>
                <c:pt idx="1999">
                  <c:v>2.3136574069212656E-2</c:v>
                </c:pt>
                <c:pt idx="2000">
                  <c:v>2.3148148145992309E-2</c:v>
                </c:pt>
                <c:pt idx="2001">
                  <c:v>2.3159722222771961E-2</c:v>
                </c:pt>
                <c:pt idx="2002">
                  <c:v>2.3171296292275656E-2</c:v>
                </c:pt>
                <c:pt idx="2003">
                  <c:v>2.3182870369055308E-2</c:v>
                </c:pt>
                <c:pt idx="2004">
                  <c:v>2.3194444438559003E-2</c:v>
                </c:pt>
                <c:pt idx="2005">
                  <c:v>2.3206018515338656E-2</c:v>
                </c:pt>
                <c:pt idx="2006">
                  <c:v>2.3217592592118308E-2</c:v>
                </c:pt>
                <c:pt idx="2007">
                  <c:v>2.3229166661622003E-2</c:v>
                </c:pt>
                <c:pt idx="2008">
                  <c:v>2.3240740738401655E-2</c:v>
                </c:pt>
                <c:pt idx="2009">
                  <c:v>2.3252314815181307E-2</c:v>
                </c:pt>
                <c:pt idx="2010">
                  <c:v>2.3263888884685002E-2</c:v>
                </c:pt>
                <c:pt idx="2011">
                  <c:v>2.3275462961464655E-2</c:v>
                </c:pt>
                <c:pt idx="2012">
                  <c:v>2.3287037038244307E-2</c:v>
                </c:pt>
                <c:pt idx="2013">
                  <c:v>2.3298611107748002E-2</c:v>
                </c:pt>
                <c:pt idx="2014">
                  <c:v>2.3310185184527654E-2</c:v>
                </c:pt>
                <c:pt idx="2015">
                  <c:v>2.3321759254031349E-2</c:v>
                </c:pt>
                <c:pt idx="2016">
                  <c:v>2.3333333330811001E-2</c:v>
                </c:pt>
                <c:pt idx="2017">
                  <c:v>2.3344907407590654E-2</c:v>
                </c:pt>
                <c:pt idx="2018">
                  <c:v>2.3356481477094349E-2</c:v>
                </c:pt>
                <c:pt idx="2019">
                  <c:v>2.3368055553874001E-2</c:v>
                </c:pt>
                <c:pt idx="2020">
                  <c:v>2.3379629630653653E-2</c:v>
                </c:pt>
                <c:pt idx="2021">
                  <c:v>2.3391203700157348E-2</c:v>
                </c:pt>
                <c:pt idx="2022">
                  <c:v>2.3402777776937E-2</c:v>
                </c:pt>
                <c:pt idx="2023">
                  <c:v>2.3414351846440695E-2</c:v>
                </c:pt>
                <c:pt idx="2024">
                  <c:v>2.3425925923220348E-2</c:v>
                </c:pt>
                <c:pt idx="2025">
                  <c:v>2.34375E-2</c:v>
                </c:pt>
                <c:pt idx="2026">
                  <c:v>2.3449074069503695E-2</c:v>
                </c:pt>
                <c:pt idx="2027">
                  <c:v>2.3460648146283347E-2</c:v>
                </c:pt>
                <c:pt idx="2028">
                  <c:v>2.3472222223063E-2</c:v>
                </c:pt>
                <c:pt idx="2029">
                  <c:v>2.3483796292566694E-2</c:v>
                </c:pt>
                <c:pt idx="2030">
                  <c:v>2.3495370369346347E-2</c:v>
                </c:pt>
                <c:pt idx="2031">
                  <c:v>2.3506944438850041E-2</c:v>
                </c:pt>
                <c:pt idx="2032">
                  <c:v>2.3518518515629694E-2</c:v>
                </c:pt>
                <c:pt idx="2033">
                  <c:v>2.3530092592409346E-2</c:v>
                </c:pt>
                <c:pt idx="2034">
                  <c:v>2.3541666661913041E-2</c:v>
                </c:pt>
                <c:pt idx="2035">
                  <c:v>2.3553240738692693E-2</c:v>
                </c:pt>
                <c:pt idx="2036">
                  <c:v>2.3564814815472346E-2</c:v>
                </c:pt>
                <c:pt idx="2037">
                  <c:v>2.3576388884976041E-2</c:v>
                </c:pt>
                <c:pt idx="2038">
                  <c:v>2.3587962961755693E-2</c:v>
                </c:pt>
                <c:pt idx="2039">
                  <c:v>2.3599537031259388E-2</c:v>
                </c:pt>
                <c:pt idx="2040">
                  <c:v>2.361111110803904E-2</c:v>
                </c:pt>
                <c:pt idx="2041">
                  <c:v>2.3622685184818693E-2</c:v>
                </c:pt>
                <c:pt idx="2042">
                  <c:v>2.3634259254322387E-2</c:v>
                </c:pt>
                <c:pt idx="2043">
                  <c:v>2.364583333110204E-2</c:v>
                </c:pt>
                <c:pt idx="2044">
                  <c:v>2.3657407407881692E-2</c:v>
                </c:pt>
                <c:pt idx="2045">
                  <c:v>2.3668981477385387E-2</c:v>
                </c:pt>
                <c:pt idx="2046">
                  <c:v>2.3680555554165039E-2</c:v>
                </c:pt>
                <c:pt idx="2047">
                  <c:v>2.3692129630944692E-2</c:v>
                </c:pt>
                <c:pt idx="2048">
                  <c:v>2.3703703700448386E-2</c:v>
                </c:pt>
                <c:pt idx="2049">
                  <c:v>2.3715277777228039E-2</c:v>
                </c:pt>
                <c:pt idx="2050">
                  <c:v>2.3726851846731734E-2</c:v>
                </c:pt>
                <c:pt idx="2051">
                  <c:v>2.3738425923511386E-2</c:v>
                </c:pt>
                <c:pt idx="2052">
                  <c:v>2.3750000000291038E-2</c:v>
                </c:pt>
                <c:pt idx="2053">
                  <c:v>2.3761574069794733E-2</c:v>
                </c:pt>
                <c:pt idx="2054">
                  <c:v>2.3773148146574385E-2</c:v>
                </c:pt>
                <c:pt idx="2055">
                  <c:v>2.3784722223354038E-2</c:v>
                </c:pt>
                <c:pt idx="2056">
                  <c:v>2.3796296292857733E-2</c:v>
                </c:pt>
                <c:pt idx="2057">
                  <c:v>2.3807870369637385E-2</c:v>
                </c:pt>
                <c:pt idx="2058">
                  <c:v>2.381944443914108E-2</c:v>
                </c:pt>
                <c:pt idx="2059">
                  <c:v>2.3831018515920732E-2</c:v>
                </c:pt>
                <c:pt idx="2060">
                  <c:v>2.3842592592700385E-2</c:v>
                </c:pt>
                <c:pt idx="2061">
                  <c:v>2.3854166662204079E-2</c:v>
                </c:pt>
                <c:pt idx="2062">
                  <c:v>2.3865740738983732E-2</c:v>
                </c:pt>
                <c:pt idx="2063">
                  <c:v>2.3877314815763384E-2</c:v>
                </c:pt>
                <c:pt idx="2064">
                  <c:v>2.3888888885267079E-2</c:v>
                </c:pt>
                <c:pt idx="2065">
                  <c:v>2.3900462962046731E-2</c:v>
                </c:pt>
                <c:pt idx="2066">
                  <c:v>2.3912037031550426E-2</c:v>
                </c:pt>
                <c:pt idx="2067">
                  <c:v>2.3923611108330078E-2</c:v>
                </c:pt>
                <c:pt idx="2068">
                  <c:v>2.3935185185109731E-2</c:v>
                </c:pt>
                <c:pt idx="2069">
                  <c:v>2.3946759254613426E-2</c:v>
                </c:pt>
                <c:pt idx="2070">
                  <c:v>2.3958333331393078E-2</c:v>
                </c:pt>
                <c:pt idx="2071">
                  <c:v>2.396990740817273E-2</c:v>
                </c:pt>
                <c:pt idx="2072">
                  <c:v>2.3981481477676425E-2</c:v>
                </c:pt>
                <c:pt idx="2073">
                  <c:v>2.3993055554456078E-2</c:v>
                </c:pt>
                <c:pt idx="2074">
                  <c:v>2.4004629623959772E-2</c:v>
                </c:pt>
                <c:pt idx="2075">
                  <c:v>2.4016203700739425E-2</c:v>
                </c:pt>
                <c:pt idx="2076">
                  <c:v>2.4027777777519077E-2</c:v>
                </c:pt>
                <c:pt idx="2077">
                  <c:v>2.4039351847022772E-2</c:v>
                </c:pt>
                <c:pt idx="2078">
                  <c:v>2.4050925923802424E-2</c:v>
                </c:pt>
                <c:pt idx="2079">
                  <c:v>2.4062500000582077E-2</c:v>
                </c:pt>
                <c:pt idx="2080">
                  <c:v>2.4074074070085771E-2</c:v>
                </c:pt>
                <c:pt idx="2081">
                  <c:v>2.4085648146865424E-2</c:v>
                </c:pt>
                <c:pt idx="2082">
                  <c:v>2.4097222216369119E-2</c:v>
                </c:pt>
                <c:pt idx="2083">
                  <c:v>2.4108796293148771E-2</c:v>
                </c:pt>
                <c:pt idx="2084">
                  <c:v>2.4120370369928423E-2</c:v>
                </c:pt>
                <c:pt idx="2085">
                  <c:v>2.4131944439432118E-2</c:v>
                </c:pt>
                <c:pt idx="2086">
                  <c:v>2.414351851621177E-2</c:v>
                </c:pt>
                <c:pt idx="2087">
                  <c:v>2.4155092592991423E-2</c:v>
                </c:pt>
                <c:pt idx="2088">
                  <c:v>2.4166666662495118E-2</c:v>
                </c:pt>
                <c:pt idx="2089">
                  <c:v>2.417824073927477E-2</c:v>
                </c:pt>
                <c:pt idx="2090">
                  <c:v>2.4189814816054422E-2</c:v>
                </c:pt>
                <c:pt idx="2091">
                  <c:v>2.4201388885558117E-2</c:v>
                </c:pt>
                <c:pt idx="2092">
                  <c:v>2.421296296233777E-2</c:v>
                </c:pt>
                <c:pt idx="2093">
                  <c:v>2.4224537031841464E-2</c:v>
                </c:pt>
                <c:pt idx="2094">
                  <c:v>2.4236111108621117E-2</c:v>
                </c:pt>
                <c:pt idx="2095">
                  <c:v>2.4247685185400769E-2</c:v>
                </c:pt>
                <c:pt idx="2096">
                  <c:v>2.4259259254904464E-2</c:v>
                </c:pt>
                <c:pt idx="2097">
                  <c:v>2.4270833331684116E-2</c:v>
                </c:pt>
                <c:pt idx="2098">
                  <c:v>2.4282407408463769E-2</c:v>
                </c:pt>
                <c:pt idx="2099">
                  <c:v>2.4293981477967463E-2</c:v>
                </c:pt>
                <c:pt idx="2100">
                  <c:v>2.4305555554747116E-2</c:v>
                </c:pt>
                <c:pt idx="2101">
                  <c:v>2.4317129624250811E-2</c:v>
                </c:pt>
                <c:pt idx="2102">
                  <c:v>2.4328703701030463E-2</c:v>
                </c:pt>
                <c:pt idx="2103">
                  <c:v>2.4340277777810115E-2</c:v>
                </c:pt>
                <c:pt idx="2104">
                  <c:v>2.435185184731381E-2</c:v>
                </c:pt>
                <c:pt idx="2105">
                  <c:v>2.4363425924093463E-2</c:v>
                </c:pt>
                <c:pt idx="2106">
                  <c:v>2.4375000000873115E-2</c:v>
                </c:pt>
                <c:pt idx="2107">
                  <c:v>2.438657407037681E-2</c:v>
                </c:pt>
                <c:pt idx="2108">
                  <c:v>2.4398148147156462E-2</c:v>
                </c:pt>
                <c:pt idx="2109">
                  <c:v>2.4409722216660157E-2</c:v>
                </c:pt>
                <c:pt idx="2110">
                  <c:v>2.4421296293439809E-2</c:v>
                </c:pt>
                <c:pt idx="2111">
                  <c:v>2.4432870370219462E-2</c:v>
                </c:pt>
                <c:pt idx="2112">
                  <c:v>2.4444444439723156E-2</c:v>
                </c:pt>
                <c:pt idx="2113">
                  <c:v>2.4456018516502809E-2</c:v>
                </c:pt>
                <c:pt idx="2114">
                  <c:v>2.4467592593282461E-2</c:v>
                </c:pt>
                <c:pt idx="2115">
                  <c:v>2.4479166662786156E-2</c:v>
                </c:pt>
                <c:pt idx="2116">
                  <c:v>2.4490740739565808E-2</c:v>
                </c:pt>
                <c:pt idx="2117">
                  <c:v>2.4502314809069503E-2</c:v>
                </c:pt>
                <c:pt idx="2118">
                  <c:v>2.4513888885849155E-2</c:v>
                </c:pt>
                <c:pt idx="2119">
                  <c:v>2.4525462962628808E-2</c:v>
                </c:pt>
                <c:pt idx="2120">
                  <c:v>2.4537037032132503E-2</c:v>
                </c:pt>
                <c:pt idx="2121">
                  <c:v>2.4548611108912155E-2</c:v>
                </c:pt>
                <c:pt idx="2122">
                  <c:v>2.4560185185691807E-2</c:v>
                </c:pt>
                <c:pt idx="2123">
                  <c:v>2.4571759255195502E-2</c:v>
                </c:pt>
                <c:pt idx="2124">
                  <c:v>2.4583333331975155E-2</c:v>
                </c:pt>
                <c:pt idx="2125">
                  <c:v>2.4594907401478849E-2</c:v>
                </c:pt>
                <c:pt idx="2126">
                  <c:v>2.4606481478258502E-2</c:v>
                </c:pt>
                <c:pt idx="2127">
                  <c:v>2.4618055555038154E-2</c:v>
                </c:pt>
                <c:pt idx="2128">
                  <c:v>2.4629629624541849E-2</c:v>
                </c:pt>
                <c:pt idx="2129">
                  <c:v>2.4641203701321501E-2</c:v>
                </c:pt>
                <c:pt idx="2130">
                  <c:v>2.4652777778101154E-2</c:v>
                </c:pt>
                <c:pt idx="2131">
                  <c:v>2.4664351847604848E-2</c:v>
                </c:pt>
                <c:pt idx="2132">
                  <c:v>2.4675925924384501E-2</c:v>
                </c:pt>
                <c:pt idx="2133">
                  <c:v>2.4687500001164153E-2</c:v>
                </c:pt>
                <c:pt idx="2134">
                  <c:v>2.4699074070667848E-2</c:v>
                </c:pt>
                <c:pt idx="2135">
                  <c:v>2.47106481474475E-2</c:v>
                </c:pt>
                <c:pt idx="2136">
                  <c:v>2.4722222216951195E-2</c:v>
                </c:pt>
                <c:pt idx="2137">
                  <c:v>2.4733796293730848E-2</c:v>
                </c:pt>
                <c:pt idx="2138">
                  <c:v>2.47453703705105E-2</c:v>
                </c:pt>
                <c:pt idx="2139">
                  <c:v>2.4756944440014195E-2</c:v>
                </c:pt>
                <c:pt idx="2140">
                  <c:v>2.4768518516793847E-2</c:v>
                </c:pt>
                <c:pt idx="2141">
                  <c:v>2.4780092593573499E-2</c:v>
                </c:pt>
                <c:pt idx="2142">
                  <c:v>2.4791666663077194E-2</c:v>
                </c:pt>
                <c:pt idx="2143">
                  <c:v>2.4803240739856847E-2</c:v>
                </c:pt>
                <c:pt idx="2144">
                  <c:v>2.4814814809360541E-2</c:v>
                </c:pt>
                <c:pt idx="2145">
                  <c:v>2.4826388886140194E-2</c:v>
                </c:pt>
                <c:pt idx="2146">
                  <c:v>2.4837962962919846E-2</c:v>
                </c:pt>
                <c:pt idx="2147">
                  <c:v>2.4849537032423541E-2</c:v>
                </c:pt>
                <c:pt idx="2148">
                  <c:v>2.4861111109203193E-2</c:v>
                </c:pt>
                <c:pt idx="2149">
                  <c:v>2.4872685185982846E-2</c:v>
                </c:pt>
                <c:pt idx="2150">
                  <c:v>2.488425925548654E-2</c:v>
                </c:pt>
                <c:pt idx="2151">
                  <c:v>2.4895833332266193E-2</c:v>
                </c:pt>
                <c:pt idx="2152">
                  <c:v>2.4907407401769888E-2</c:v>
                </c:pt>
                <c:pt idx="2153">
                  <c:v>2.491898147854954E-2</c:v>
                </c:pt>
                <c:pt idx="2154">
                  <c:v>2.4930555555329192E-2</c:v>
                </c:pt>
                <c:pt idx="2155">
                  <c:v>2.4942129624832887E-2</c:v>
                </c:pt>
                <c:pt idx="2156">
                  <c:v>2.495370370161254E-2</c:v>
                </c:pt>
                <c:pt idx="2157">
                  <c:v>2.4965277778392192E-2</c:v>
                </c:pt>
                <c:pt idx="2158">
                  <c:v>2.4976851847895887E-2</c:v>
                </c:pt>
                <c:pt idx="2159">
                  <c:v>2.4988425924675539E-2</c:v>
                </c:pt>
                <c:pt idx="2160">
                  <c:v>2.4999999994179234E-2</c:v>
                </c:pt>
                <c:pt idx="2161">
                  <c:v>2.5011574070958886E-2</c:v>
                </c:pt>
                <c:pt idx="2162">
                  <c:v>2.5023148147738539E-2</c:v>
                </c:pt>
                <c:pt idx="2163">
                  <c:v>2.5034722217242233E-2</c:v>
                </c:pt>
                <c:pt idx="2164">
                  <c:v>2.5046296294021886E-2</c:v>
                </c:pt>
                <c:pt idx="2165">
                  <c:v>2.5057870370801538E-2</c:v>
                </c:pt>
                <c:pt idx="2166">
                  <c:v>2.5069444440305233E-2</c:v>
                </c:pt>
                <c:pt idx="2167">
                  <c:v>2.5081018517084885E-2</c:v>
                </c:pt>
                <c:pt idx="2168">
                  <c:v>2.5092592593864538E-2</c:v>
                </c:pt>
                <c:pt idx="2169">
                  <c:v>2.5104166663368233E-2</c:v>
                </c:pt>
                <c:pt idx="2170">
                  <c:v>2.5115740740147885E-2</c:v>
                </c:pt>
                <c:pt idx="2171">
                  <c:v>2.512731480965158E-2</c:v>
                </c:pt>
                <c:pt idx="2172">
                  <c:v>2.5138888886431232E-2</c:v>
                </c:pt>
                <c:pt idx="2173">
                  <c:v>2.5150462963210884E-2</c:v>
                </c:pt>
                <c:pt idx="2174">
                  <c:v>2.5162037032714579E-2</c:v>
                </c:pt>
                <c:pt idx="2175">
                  <c:v>2.5173611109494232E-2</c:v>
                </c:pt>
                <c:pt idx="2176">
                  <c:v>2.5185185186273884E-2</c:v>
                </c:pt>
                <c:pt idx="2177">
                  <c:v>2.5196759255777579E-2</c:v>
                </c:pt>
                <c:pt idx="2178">
                  <c:v>2.5208333332557231E-2</c:v>
                </c:pt>
                <c:pt idx="2179">
                  <c:v>2.5219907402060926E-2</c:v>
                </c:pt>
                <c:pt idx="2180">
                  <c:v>2.5231481478840578E-2</c:v>
                </c:pt>
                <c:pt idx="2181">
                  <c:v>2.5243055555620231E-2</c:v>
                </c:pt>
                <c:pt idx="2182">
                  <c:v>2.5254629625123926E-2</c:v>
                </c:pt>
                <c:pt idx="2183">
                  <c:v>2.5266203701903578E-2</c:v>
                </c:pt>
                <c:pt idx="2184">
                  <c:v>2.527777777868323E-2</c:v>
                </c:pt>
                <c:pt idx="2185">
                  <c:v>2.5289351848186925E-2</c:v>
                </c:pt>
                <c:pt idx="2186">
                  <c:v>2.5300925924966577E-2</c:v>
                </c:pt>
                <c:pt idx="2187">
                  <c:v>2.5312499994470272E-2</c:v>
                </c:pt>
                <c:pt idx="2188">
                  <c:v>2.5324074071249925E-2</c:v>
                </c:pt>
                <c:pt idx="2189">
                  <c:v>2.5335648148029577E-2</c:v>
                </c:pt>
                <c:pt idx="2190">
                  <c:v>2.5347222217533272E-2</c:v>
                </c:pt>
                <c:pt idx="2191">
                  <c:v>2.5358796294312924E-2</c:v>
                </c:pt>
                <c:pt idx="2192">
                  <c:v>2.5370370371092577E-2</c:v>
                </c:pt>
                <c:pt idx="2193">
                  <c:v>2.5381944440596271E-2</c:v>
                </c:pt>
                <c:pt idx="2194">
                  <c:v>2.5393518517375924E-2</c:v>
                </c:pt>
                <c:pt idx="2195">
                  <c:v>2.5405092586879618E-2</c:v>
                </c:pt>
                <c:pt idx="2196">
                  <c:v>2.5416666663659271E-2</c:v>
                </c:pt>
                <c:pt idx="2197">
                  <c:v>2.5428240740438923E-2</c:v>
                </c:pt>
                <c:pt idx="2198">
                  <c:v>2.5439814809942618E-2</c:v>
                </c:pt>
                <c:pt idx="2199">
                  <c:v>2.545138888672227E-2</c:v>
                </c:pt>
                <c:pt idx="2200">
                  <c:v>2.5462962963501923E-2</c:v>
                </c:pt>
                <c:pt idx="2201">
                  <c:v>2.5474537033005618E-2</c:v>
                </c:pt>
                <c:pt idx="2202">
                  <c:v>2.548611110978527E-2</c:v>
                </c:pt>
                <c:pt idx="2203">
                  <c:v>2.5497685179288965E-2</c:v>
                </c:pt>
                <c:pt idx="2204">
                  <c:v>2.5509259256068617E-2</c:v>
                </c:pt>
                <c:pt idx="2205">
                  <c:v>2.5520833332848269E-2</c:v>
                </c:pt>
                <c:pt idx="2206">
                  <c:v>2.5532407402351964E-2</c:v>
                </c:pt>
                <c:pt idx="2207">
                  <c:v>2.5543981479131617E-2</c:v>
                </c:pt>
                <c:pt idx="2208">
                  <c:v>2.5555555555911269E-2</c:v>
                </c:pt>
                <c:pt idx="2209">
                  <c:v>2.5567129625414964E-2</c:v>
                </c:pt>
                <c:pt idx="2210">
                  <c:v>2.5578703702194616E-2</c:v>
                </c:pt>
                <c:pt idx="2211">
                  <c:v>2.5590277778974269E-2</c:v>
                </c:pt>
                <c:pt idx="2212">
                  <c:v>2.5601851848477963E-2</c:v>
                </c:pt>
                <c:pt idx="2213">
                  <c:v>2.5613425925257616E-2</c:v>
                </c:pt>
                <c:pt idx="2214">
                  <c:v>2.5624999994761311E-2</c:v>
                </c:pt>
                <c:pt idx="2215">
                  <c:v>2.5636574071540963E-2</c:v>
                </c:pt>
                <c:pt idx="2216">
                  <c:v>2.5648148148320615E-2</c:v>
                </c:pt>
                <c:pt idx="2217">
                  <c:v>2.565972221782431E-2</c:v>
                </c:pt>
                <c:pt idx="2218">
                  <c:v>2.5671296294603962E-2</c:v>
                </c:pt>
                <c:pt idx="2219">
                  <c:v>2.5682870371383615E-2</c:v>
                </c:pt>
                <c:pt idx="2220">
                  <c:v>2.569444444088731E-2</c:v>
                </c:pt>
                <c:pt idx="2221">
                  <c:v>2.5706018517666962E-2</c:v>
                </c:pt>
                <c:pt idx="2222">
                  <c:v>2.5717592587170657E-2</c:v>
                </c:pt>
                <c:pt idx="2223">
                  <c:v>2.5729166663950309E-2</c:v>
                </c:pt>
                <c:pt idx="2224">
                  <c:v>2.5740740740729962E-2</c:v>
                </c:pt>
                <c:pt idx="2225">
                  <c:v>2.5752314810233656E-2</c:v>
                </c:pt>
                <c:pt idx="2226">
                  <c:v>2.5763888887013309E-2</c:v>
                </c:pt>
                <c:pt idx="2227">
                  <c:v>2.5775462963792961E-2</c:v>
                </c:pt>
                <c:pt idx="2228">
                  <c:v>2.5787037033296656E-2</c:v>
                </c:pt>
                <c:pt idx="2229">
                  <c:v>2.5798611110076308E-2</c:v>
                </c:pt>
                <c:pt idx="2230">
                  <c:v>2.5810185179580003E-2</c:v>
                </c:pt>
                <c:pt idx="2231">
                  <c:v>2.5821759256359655E-2</c:v>
                </c:pt>
                <c:pt idx="2232">
                  <c:v>2.5833333333139308E-2</c:v>
                </c:pt>
                <c:pt idx="2233">
                  <c:v>2.5844907402643003E-2</c:v>
                </c:pt>
                <c:pt idx="2234">
                  <c:v>2.5856481479422655E-2</c:v>
                </c:pt>
                <c:pt idx="2235">
                  <c:v>2.5868055556202307E-2</c:v>
                </c:pt>
                <c:pt idx="2236">
                  <c:v>2.5879629625706002E-2</c:v>
                </c:pt>
                <c:pt idx="2237">
                  <c:v>2.5891203702485655E-2</c:v>
                </c:pt>
                <c:pt idx="2238">
                  <c:v>2.5902777771989349E-2</c:v>
                </c:pt>
                <c:pt idx="2239">
                  <c:v>2.5914351848769002E-2</c:v>
                </c:pt>
                <c:pt idx="2240">
                  <c:v>2.5925925925548654E-2</c:v>
                </c:pt>
                <c:pt idx="2241">
                  <c:v>2.5937499995052349E-2</c:v>
                </c:pt>
                <c:pt idx="2242">
                  <c:v>2.5949074071832001E-2</c:v>
                </c:pt>
                <c:pt idx="2243">
                  <c:v>2.5960648148611654E-2</c:v>
                </c:pt>
                <c:pt idx="2244">
                  <c:v>2.5972222218115348E-2</c:v>
                </c:pt>
                <c:pt idx="2245">
                  <c:v>2.5983796294895001E-2</c:v>
                </c:pt>
                <c:pt idx="2246">
                  <c:v>2.5995370371674653E-2</c:v>
                </c:pt>
                <c:pt idx="2247">
                  <c:v>2.6006944441178348E-2</c:v>
                </c:pt>
                <c:pt idx="2248">
                  <c:v>2.6018518517958E-2</c:v>
                </c:pt>
                <c:pt idx="2249">
                  <c:v>2.6030092587461695E-2</c:v>
                </c:pt>
                <c:pt idx="2250">
                  <c:v>2.6041666664241347E-2</c:v>
                </c:pt>
                <c:pt idx="2251">
                  <c:v>2.6053240741021E-2</c:v>
                </c:pt>
                <c:pt idx="2252">
                  <c:v>2.6064814810524695E-2</c:v>
                </c:pt>
                <c:pt idx="2253">
                  <c:v>2.6076388887304347E-2</c:v>
                </c:pt>
                <c:pt idx="2254">
                  <c:v>2.6087962964083999E-2</c:v>
                </c:pt>
                <c:pt idx="2255">
                  <c:v>2.6099537033587694E-2</c:v>
                </c:pt>
                <c:pt idx="2256">
                  <c:v>2.6111111110367347E-2</c:v>
                </c:pt>
                <c:pt idx="2257">
                  <c:v>2.6122685179871041E-2</c:v>
                </c:pt>
                <c:pt idx="2258">
                  <c:v>2.6134259256650694E-2</c:v>
                </c:pt>
                <c:pt idx="2259">
                  <c:v>2.6145833333430346E-2</c:v>
                </c:pt>
                <c:pt idx="2260">
                  <c:v>2.6157407402934041E-2</c:v>
                </c:pt>
                <c:pt idx="2261">
                  <c:v>2.6168981479713693E-2</c:v>
                </c:pt>
                <c:pt idx="2262">
                  <c:v>2.6180555556493346E-2</c:v>
                </c:pt>
                <c:pt idx="2263">
                  <c:v>2.619212962599704E-2</c:v>
                </c:pt>
                <c:pt idx="2264">
                  <c:v>2.6203703702776693E-2</c:v>
                </c:pt>
                <c:pt idx="2265">
                  <c:v>2.6215277772280388E-2</c:v>
                </c:pt>
                <c:pt idx="2266">
                  <c:v>2.622685184906004E-2</c:v>
                </c:pt>
                <c:pt idx="2267">
                  <c:v>2.6238425925839692E-2</c:v>
                </c:pt>
                <c:pt idx="2268">
                  <c:v>2.6249999995343387E-2</c:v>
                </c:pt>
                <c:pt idx="2269">
                  <c:v>2.626157407212304E-2</c:v>
                </c:pt>
                <c:pt idx="2270">
                  <c:v>2.6273148148902692E-2</c:v>
                </c:pt>
                <c:pt idx="2271">
                  <c:v>2.6284722218406387E-2</c:v>
                </c:pt>
                <c:pt idx="2272">
                  <c:v>2.6296296295186039E-2</c:v>
                </c:pt>
                <c:pt idx="2273">
                  <c:v>2.6307870364689734E-2</c:v>
                </c:pt>
                <c:pt idx="2274">
                  <c:v>2.6319444441469386E-2</c:v>
                </c:pt>
                <c:pt idx="2275">
                  <c:v>2.6331018518249039E-2</c:v>
                </c:pt>
                <c:pt idx="2276">
                  <c:v>2.6342592587752733E-2</c:v>
                </c:pt>
                <c:pt idx="2277">
                  <c:v>2.6354166664532386E-2</c:v>
                </c:pt>
                <c:pt idx="2278">
                  <c:v>2.6365740741312038E-2</c:v>
                </c:pt>
                <c:pt idx="2279">
                  <c:v>2.6377314810815733E-2</c:v>
                </c:pt>
                <c:pt idx="2280">
                  <c:v>2.6388888887595385E-2</c:v>
                </c:pt>
                <c:pt idx="2281">
                  <c:v>2.640046295709908E-2</c:v>
                </c:pt>
                <c:pt idx="2282">
                  <c:v>2.6412037033878732E-2</c:v>
                </c:pt>
                <c:pt idx="2283">
                  <c:v>2.6423611110658385E-2</c:v>
                </c:pt>
                <c:pt idx="2284">
                  <c:v>2.643518518016208E-2</c:v>
                </c:pt>
                <c:pt idx="2285">
                  <c:v>2.6446759256941732E-2</c:v>
                </c:pt>
                <c:pt idx="2286">
                  <c:v>2.6458333333721384E-2</c:v>
                </c:pt>
                <c:pt idx="2287">
                  <c:v>2.6469907403225079E-2</c:v>
                </c:pt>
                <c:pt idx="2288">
                  <c:v>2.6481481480004732E-2</c:v>
                </c:pt>
                <c:pt idx="2289">
                  <c:v>2.6493055556784384E-2</c:v>
                </c:pt>
                <c:pt idx="2290">
                  <c:v>2.6504629626288079E-2</c:v>
                </c:pt>
                <c:pt idx="2291">
                  <c:v>2.6516203703067731E-2</c:v>
                </c:pt>
                <c:pt idx="2292">
                  <c:v>2.6527777772571426E-2</c:v>
                </c:pt>
                <c:pt idx="2293">
                  <c:v>2.6539351849351078E-2</c:v>
                </c:pt>
                <c:pt idx="2294">
                  <c:v>2.6550925926130731E-2</c:v>
                </c:pt>
                <c:pt idx="2295">
                  <c:v>2.6562499995634425E-2</c:v>
                </c:pt>
                <c:pt idx="2296">
                  <c:v>2.6574074072414078E-2</c:v>
                </c:pt>
                <c:pt idx="2297">
                  <c:v>2.658564814919373E-2</c:v>
                </c:pt>
                <c:pt idx="2298">
                  <c:v>2.6597222218697425E-2</c:v>
                </c:pt>
                <c:pt idx="2299">
                  <c:v>2.6608796295477077E-2</c:v>
                </c:pt>
                <c:pt idx="2300">
                  <c:v>2.6620370364980772E-2</c:v>
                </c:pt>
                <c:pt idx="2301">
                  <c:v>2.6631944441760425E-2</c:v>
                </c:pt>
                <c:pt idx="2302">
                  <c:v>2.6643518518540077E-2</c:v>
                </c:pt>
                <c:pt idx="2303">
                  <c:v>2.6655092588043772E-2</c:v>
                </c:pt>
                <c:pt idx="2304">
                  <c:v>2.6666666664823424E-2</c:v>
                </c:pt>
                <c:pt idx="2305">
                  <c:v>2.6678240741603076E-2</c:v>
                </c:pt>
                <c:pt idx="2306">
                  <c:v>2.6689814811106771E-2</c:v>
                </c:pt>
                <c:pt idx="2307">
                  <c:v>2.6701388887886424E-2</c:v>
                </c:pt>
                <c:pt idx="2308">
                  <c:v>2.6712962957390118E-2</c:v>
                </c:pt>
                <c:pt idx="2309">
                  <c:v>2.6724537034169771E-2</c:v>
                </c:pt>
                <c:pt idx="2310">
                  <c:v>2.6736111110949423E-2</c:v>
                </c:pt>
                <c:pt idx="2311">
                  <c:v>2.6747685180453118E-2</c:v>
                </c:pt>
                <c:pt idx="2312">
                  <c:v>2.675925925723277E-2</c:v>
                </c:pt>
                <c:pt idx="2313">
                  <c:v>2.6770833334012423E-2</c:v>
                </c:pt>
                <c:pt idx="2314">
                  <c:v>2.6782407403516117E-2</c:v>
                </c:pt>
                <c:pt idx="2315">
                  <c:v>2.679398148029577E-2</c:v>
                </c:pt>
                <c:pt idx="2316">
                  <c:v>2.6805555549799465E-2</c:v>
                </c:pt>
                <c:pt idx="2317">
                  <c:v>2.6817129626579117E-2</c:v>
                </c:pt>
                <c:pt idx="2318">
                  <c:v>2.6828703703358769E-2</c:v>
                </c:pt>
                <c:pt idx="2319">
                  <c:v>2.6840277772862464E-2</c:v>
                </c:pt>
                <c:pt idx="2320">
                  <c:v>2.6851851849642117E-2</c:v>
                </c:pt>
                <c:pt idx="2321">
                  <c:v>2.6863425926421769E-2</c:v>
                </c:pt>
                <c:pt idx="2322">
                  <c:v>2.6874999995925464E-2</c:v>
                </c:pt>
                <c:pt idx="2323">
                  <c:v>2.6886574072705116E-2</c:v>
                </c:pt>
                <c:pt idx="2324">
                  <c:v>2.6898148149484769E-2</c:v>
                </c:pt>
                <c:pt idx="2325">
                  <c:v>2.6909722218988463E-2</c:v>
                </c:pt>
                <c:pt idx="2326">
                  <c:v>2.6921296295768116E-2</c:v>
                </c:pt>
                <c:pt idx="2327">
                  <c:v>2.693287036527181E-2</c:v>
                </c:pt>
                <c:pt idx="2328">
                  <c:v>2.6944444442051463E-2</c:v>
                </c:pt>
                <c:pt idx="2329">
                  <c:v>2.6956018518831115E-2</c:v>
                </c:pt>
                <c:pt idx="2330">
                  <c:v>2.696759258833481E-2</c:v>
                </c:pt>
                <c:pt idx="2331">
                  <c:v>2.6979166665114462E-2</c:v>
                </c:pt>
                <c:pt idx="2332">
                  <c:v>2.6990740741894115E-2</c:v>
                </c:pt>
                <c:pt idx="2333">
                  <c:v>2.700231481139781E-2</c:v>
                </c:pt>
                <c:pt idx="2334">
                  <c:v>2.7013888888177462E-2</c:v>
                </c:pt>
                <c:pt idx="2335">
                  <c:v>2.7025462957681157E-2</c:v>
                </c:pt>
                <c:pt idx="2336">
                  <c:v>2.7037037034460809E-2</c:v>
                </c:pt>
                <c:pt idx="2337">
                  <c:v>2.7048611111240461E-2</c:v>
                </c:pt>
                <c:pt idx="2338">
                  <c:v>2.7060185180744156E-2</c:v>
                </c:pt>
                <c:pt idx="2339">
                  <c:v>2.7071759257523809E-2</c:v>
                </c:pt>
                <c:pt idx="2340">
                  <c:v>2.7083333334303461E-2</c:v>
                </c:pt>
                <c:pt idx="2341">
                  <c:v>2.7094907403807156E-2</c:v>
                </c:pt>
                <c:pt idx="2342">
                  <c:v>2.7106481480586808E-2</c:v>
                </c:pt>
                <c:pt idx="2343">
                  <c:v>2.7118055550090503E-2</c:v>
                </c:pt>
                <c:pt idx="2344">
                  <c:v>2.7129629626870155E-2</c:v>
                </c:pt>
                <c:pt idx="2345">
                  <c:v>2.7141203703649808E-2</c:v>
                </c:pt>
                <c:pt idx="2346">
                  <c:v>2.7152777773153502E-2</c:v>
                </c:pt>
                <c:pt idx="2347">
                  <c:v>2.7164351849933155E-2</c:v>
                </c:pt>
                <c:pt idx="2348">
                  <c:v>2.7175925926712807E-2</c:v>
                </c:pt>
                <c:pt idx="2349">
                  <c:v>2.7187499996216502E-2</c:v>
                </c:pt>
                <c:pt idx="2350">
                  <c:v>2.7199074072996154E-2</c:v>
                </c:pt>
                <c:pt idx="2351">
                  <c:v>2.7210648142499849E-2</c:v>
                </c:pt>
                <c:pt idx="2352">
                  <c:v>2.7222222219279502E-2</c:v>
                </c:pt>
                <c:pt idx="2353">
                  <c:v>2.7233796296059154E-2</c:v>
                </c:pt>
                <c:pt idx="2354">
                  <c:v>2.7245370365562849E-2</c:v>
                </c:pt>
                <c:pt idx="2355">
                  <c:v>2.7256944442342501E-2</c:v>
                </c:pt>
                <c:pt idx="2356">
                  <c:v>2.7268518519122154E-2</c:v>
                </c:pt>
                <c:pt idx="2357">
                  <c:v>2.7280092588625848E-2</c:v>
                </c:pt>
                <c:pt idx="2358">
                  <c:v>2.7291666665405501E-2</c:v>
                </c:pt>
                <c:pt idx="2359">
                  <c:v>2.7303240734909195E-2</c:v>
                </c:pt>
                <c:pt idx="2360">
                  <c:v>2.7314814811688848E-2</c:v>
                </c:pt>
                <c:pt idx="2361">
                  <c:v>2.73263888884685E-2</c:v>
                </c:pt>
                <c:pt idx="2362">
                  <c:v>2.7337962957972195E-2</c:v>
                </c:pt>
                <c:pt idx="2363">
                  <c:v>2.7349537034751847E-2</c:v>
                </c:pt>
                <c:pt idx="2364">
                  <c:v>2.73611111115315E-2</c:v>
                </c:pt>
                <c:pt idx="2365">
                  <c:v>2.7372685181035195E-2</c:v>
                </c:pt>
                <c:pt idx="2366">
                  <c:v>2.7384259257814847E-2</c:v>
                </c:pt>
                <c:pt idx="2367">
                  <c:v>2.7395833334594499E-2</c:v>
                </c:pt>
                <c:pt idx="2368">
                  <c:v>2.7407407404098194E-2</c:v>
                </c:pt>
                <c:pt idx="2369">
                  <c:v>2.7418981480877846E-2</c:v>
                </c:pt>
                <c:pt idx="2370">
                  <c:v>2.7430555550381541E-2</c:v>
                </c:pt>
                <c:pt idx="2371">
                  <c:v>2.7442129627161194E-2</c:v>
                </c:pt>
                <c:pt idx="2372">
                  <c:v>2.7453703703940846E-2</c:v>
                </c:pt>
                <c:pt idx="2373">
                  <c:v>2.7465277773444541E-2</c:v>
                </c:pt>
                <c:pt idx="2374">
                  <c:v>2.7476851850224193E-2</c:v>
                </c:pt>
                <c:pt idx="2375">
                  <c:v>2.7488425927003846E-2</c:v>
                </c:pt>
                <c:pt idx="2376">
                  <c:v>2.749999999650754E-2</c:v>
                </c:pt>
                <c:pt idx="2377">
                  <c:v>2.7511574073287193E-2</c:v>
                </c:pt>
                <c:pt idx="2378">
                  <c:v>2.7523148142790888E-2</c:v>
                </c:pt>
                <c:pt idx="2379">
                  <c:v>2.753472221957054E-2</c:v>
                </c:pt>
                <c:pt idx="2380">
                  <c:v>2.7546296296350192E-2</c:v>
                </c:pt>
                <c:pt idx="2381">
                  <c:v>2.7557870365853887E-2</c:v>
                </c:pt>
                <c:pt idx="2382">
                  <c:v>2.7569444442633539E-2</c:v>
                </c:pt>
                <c:pt idx="2383">
                  <c:v>2.7581018519413192E-2</c:v>
                </c:pt>
                <c:pt idx="2384">
                  <c:v>2.7592592588916887E-2</c:v>
                </c:pt>
                <c:pt idx="2385">
                  <c:v>2.7604166665696539E-2</c:v>
                </c:pt>
                <c:pt idx="2386">
                  <c:v>2.7615740735200234E-2</c:v>
                </c:pt>
                <c:pt idx="2387">
                  <c:v>2.7627314811979886E-2</c:v>
                </c:pt>
                <c:pt idx="2388">
                  <c:v>2.7638888888759539E-2</c:v>
                </c:pt>
                <c:pt idx="2389">
                  <c:v>2.7650462958263233E-2</c:v>
                </c:pt>
                <c:pt idx="2390">
                  <c:v>2.7662037035042886E-2</c:v>
                </c:pt>
                <c:pt idx="2391">
                  <c:v>2.7673611111822538E-2</c:v>
                </c:pt>
                <c:pt idx="2392">
                  <c:v>2.7685185181326233E-2</c:v>
                </c:pt>
                <c:pt idx="2393">
                  <c:v>2.7696759258105885E-2</c:v>
                </c:pt>
                <c:pt idx="2394">
                  <c:v>2.770833332760958E-2</c:v>
                </c:pt>
                <c:pt idx="2395">
                  <c:v>2.7719907404389232E-2</c:v>
                </c:pt>
                <c:pt idx="2396">
                  <c:v>2.7731481481168885E-2</c:v>
                </c:pt>
                <c:pt idx="2397">
                  <c:v>2.774305555067258E-2</c:v>
                </c:pt>
                <c:pt idx="2398">
                  <c:v>2.7754629627452232E-2</c:v>
                </c:pt>
                <c:pt idx="2399">
                  <c:v>2.7766203704231884E-2</c:v>
                </c:pt>
                <c:pt idx="2400">
                  <c:v>2.7777777773735579E-2</c:v>
                </c:pt>
                <c:pt idx="2401">
                  <c:v>2.7789351850515231E-2</c:v>
                </c:pt>
                <c:pt idx="2402">
                  <c:v>2.7800925920018926E-2</c:v>
                </c:pt>
                <c:pt idx="2403">
                  <c:v>2.7812499996798579E-2</c:v>
                </c:pt>
                <c:pt idx="2404">
                  <c:v>2.7824074073578231E-2</c:v>
                </c:pt>
                <c:pt idx="2405">
                  <c:v>2.7835648143081926E-2</c:v>
                </c:pt>
                <c:pt idx="2406">
                  <c:v>2.7847222219861578E-2</c:v>
                </c:pt>
                <c:pt idx="2407">
                  <c:v>2.7858796296641231E-2</c:v>
                </c:pt>
                <c:pt idx="2408">
                  <c:v>2.7870370366144925E-2</c:v>
                </c:pt>
                <c:pt idx="2409">
                  <c:v>2.7881944442924578E-2</c:v>
                </c:pt>
                <c:pt idx="2410">
                  <c:v>2.789351851970423E-2</c:v>
                </c:pt>
                <c:pt idx="2411">
                  <c:v>2.7905092589207925E-2</c:v>
                </c:pt>
                <c:pt idx="2412">
                  <c:v>2.7916666665987577E-2</c:v>
                </c:pt>
                <c:pt idx="2413">
                  <c:v>2.7928240735491272E-2</c:v>
                </c:pt>
                <c:pt idx="2414">
                  <c:v>2.7939814812270924E-2</c:v>
                </c:pt>
                <c:pt idx="2415">
                  <c:v>2.7951388889050577E-2</c:v>
                </c:pt>
                <c:pt idx="2416">
                  <c:v>2.7962962958554272E-2</c:v>
                </c:pt>
                <c:pt idx="2417">
                  <c:v>2.7974537035333924E-2</c:v>
                </c:pt>
                <c:pt idx="2418">
                  <c:v>2.7986111112113576E-2</c:v>
                </c:pt>
                <c:pt idx="2419">
                  <c:v>2.7997685181617271E-2</c:v>
                </c:pt>
                <c:pt idx="2420">
                  <c:v>2.8009259258396924E-2</c:v>
                </c:pt>
                <c:pt idx="2421">
                  <c:v>2.8020833327900618E-2</c:v>
                </c:pt>
                <c:pt idx="2422">
                  <c:v>2.8032407404680271E-2</c:v>
                </c:pt>
                <c:pt idx="2423">
                  <c:v>2.8043981481459923E-2</c:v>
                </c:pt>
                <c:pt idx="2424">
                  <c:v>2.8055555550963618E-2</c:v>
                </c:pt>
                <c:pt idx="2425">
                  <c:v>2.806712962774327E-2</c:v>
                </c:pt>
                <c:pt idx="2426">
                  <c:v>2.8078703704522923E-2</c:v>
                </c:pt>
                <c:pt idx="2427">
                  <c:v>2.8090277774026617E-2</c:v>
                </c:pt>
                <c:pt idx="2428">
                  <c:v>2.810185185080627E-2</c:v>
                </c:pt>
                <c:pt idx="2429">
                  <c:v>2.8113425920309965E-2</c:v>
                </c:pt>
                <c:pt idx="2430">
                  <c:v>2.8124999997089617E-2</c:v>
                </c:pt>
                <c:pt idx="2431">
                  <c:v>2.8136574073869269E-2</c:v>
                </c:pt>
                <c:pt idx="2432">
                  <c:v>2.8148148143372964E-2</c:v>
                </c:pt>
                <c:pt idx="2433">
                  <c:v>2.8159722220152617E-2</c:v>
                </c:pt>
                <c:pt idx="2434">
                  <c:v>2.8171296296932269E-2</c:v>
                </c:pt>
                <c:pt idx="2435">
                  <c:v>2.8182870366435964E-2</c:v>
                </c:pt>
                <c:pt idx="2436">
                  <c:v>2.8194444443215616E-2</c:v>
                </c:pt>
                <c:pt idx="2437">
                  <c:v>2.8206018512719311E-2</c:v>
                </c:pt>
                <c:pt idx="2438">
                  <c:v>2.8217592589498963E-2</c:v>
                </c:pt>
                <c:pt idx="2439">
                  <c:v>2.8229166666278616E-2</c:v>
                </c:pt>
                <c:pt idx="2440">
                  <c:v>2.824074073578231E-2</c:v>
                </c:pt>
                <c:pt idx="2441">
                  <c:v>2.8252314812561963E-2</c:v>
                </c:pt>
                <c:pt idx="2442">
                  <c:v>2.8263888889341615E-2</c:v>
                </c:pt>
                <c:pt idx="2443">
                  <c:v>2.827546295884531E-2</c:v>
                </c:pt>
                <c:pt idx="2444">
                  <c:v>2.8287037035624962E-2</c:v>
                </c:pt>
                <c:pt idx="2445">
                  <c:v>2.8298611112404615E-2</c:v>
                </c:pt>
                <c:pt idx="2446">
                  <c:v>2.8310185181908309E-2</c:v>
                </c:pt>
                <c:pt idx="2447">
                  <c:v>2.8321759258687962E-2</c:v>
                </c:pt>
                <c:pt idx="2448">
                  <c:v>2.8333333328191657E-2</c:v>
                </c:pt>
                <c:pt idx="2449">
                  <c:v>2.8344907404971309E-2</c:v>
                </c:pt>
                <c:pt idx="2450">
                  <c:v>2.8356481481750961E-2</c:v>
                </c:pt>
                <c:pt idx="2451">
                  <c:v>2.8368055551254656E-2</c:v>
                </c:pt>
                <c:pt idx="2452">
                  <c:v>2.8379629628034309E-2</c:v>
                </c:pt>
                <c:pt idx="2453">
                  <c:v>2.8391203704813961E-2</c:v>
                </c:pt>
                <c:pt idx="2454">
                  <c:v>2.8402777774317656E-2</c:v>
                </c:pt>
                <c:pt idx="2455">
                  <c:v>2.8414351851097308E-2</c:v>
                </c:pt>
                <c:pt idx="2456">
                  <c:v>2.8425925920601003E-2</c:v>
                </c:pt>
                <c:pt idx="2457">
                  <c:v>2.8437499997380655E-2</c:v>
                </c:pt>
                <c:pt idx="2458">
                  <c:v>2.8449074074160308E-2</c:v>
                </c:pt>
                <c:pt idx="2459">
                  <c:v>2.8460648143664002E-2</c:v>
                </c:pt>
                <c:pt idx="2460">
                  <c:v>2.8472222220443655E-2</c:v>
                </c:pt>
                <c:pt idx="2461">
                  <c:v>2.8483796297223307E-2</c:v>
                </c:pt>
                <c:pt idx="2462">
                  <c:v>2.8495370366727002E-2</c:v>
                </c:pt>
                <c:pt idx="2463">
                  <c:v>2.8506944443506654E-2</c:v>
                </c:pt>
                <c:pt idx="2464">
                  <c:v>2.8518518513010349E-2</c:v>
                </c:pt>
                <c:pt idx="2465">
                  <c:v>2.8530092589790002E-2</c:v>
                </c:pt>
                <c:pt idx="2466">
                  <c:v>2.8541666666569654E-2</c:v>
                </c:pt>
                <c:pt idx="2467">
                  <c:v>2.8553240736073349E-2</c:v>
                </c:pt>
                <c:pt idx="2468">
                  <c:v>2.8564814812853001E-2</c:v>
                </c:pt>
                <c:pt idx="2469">
                  <c:v>2.8576388889632653E-2</c:v>
                </c:pt>
                <c:pt idx="2470">
                  <c:v>2.8587962959136348E-2</c:v>
                </c:pt>
                <c:pt idx="2471">
                  <c:v>2.8599537035916001E-2</c:v>
                </c:pt>
                <c:pt idx="2472">
                  <c:v>2.8611111105419695E-2</c:v>
                </c:pt>
                <c:pt idx="2473">
                  <c:v>2.8622685182199348E-2</c:v>
                </c:pt>
                <c:pt idx="2474">
                  <c:v>2.8634259258979E-2</c:v>
                </c:pt>
                <c:pt idx="2475">
                  <c:v>2.8645833328482695E-2</c:v>
                </c:pt>
                <c:pt idx="2476">
                  <c:v>2.8657407405262347E-2</c:v>
                </c:pt>
                <c:pt idx="2477">
                  <c:v>2.8668981482042E-2</c:v>
                </c:pt>
                <c:pt idx="2478">
                  <c:v>2.8680555551545694E-2</c:v>
                </c:pt>
                <c:pt idx="2479">
                  <c:v>2.8692129628325347E-2</c:v>
                </c:pt>
                <c:pt idx="2480">
                  <c:v>2.8703703697829042E-2</c:v>
                </c:pt>
                <c:pt idx="2481">
                  <c:v>2.8715277774608694E-2</c:v>
                </c:pt>
                <c:pt idx="2482">
                  <c:v>2.8726851851388346E-2</c:v>
                </c:pt>
                <c:pt idx="2483">
                  <c:v>2.8738425920892041E-2</c:v>
                </c:pt>
                <c:pt idx="2484">
                  <c:v>2.8749999997671694E-2</c:v>
                </c:pt>
                <c:pt idx="2485">
                  <c:v>2.8761574074451346E-2</c:v>
                </c:pt>
                <c:pt idx="2486">
                  <c:v>2.8773148143955041E-2</c:v>
                </c:pt>
                <c:pt idx="2487">
                  <c:v>2.8784722220734693E-2</c:v>
                </c:pt>
                <c:pt idx="2488">
                  <c:v>2.8796296297514345E-2</c:v>
                </c:pt>
                <c:pt idx="2489">
                  <c:v>2.880787036701804E-2</c:v>
                </c:pt>
                <c:pt idx="2490">
                  <c:v>2.8819444443797693E-2</c:v>
                </c:pt>
                <c:pt idx="2491">
                  <c:v>2.8831018513301387E-2</c:v>
                </c:pt>
                <c:pt idx="2492">
                  <c:v>2.884259259008104E-2</c:v>
                </c:pt>
                <c:pt idx="2493">
                  <c:v>2.8854166666860692E-2</c:v>
                </c:pt>
                <c:pt idx="2494">
                  <c:v>2.8865740736364387E-2</c:v>
                </c:pt>
                <c:pt idx="2495">
                  <c:v>2.8877314813144039E-2</c:v>
                </c:pt>
                <c:pt idx="2496">
                  <c:v>2.8888888889923692E-2</c:v>
                </c:pt>
                <c:pt idx="2497">
                  <c:v>2.8900462959427387E-2</c:v>
                </c:pt>
                <c:pt idx="2498">
                  <c:v>2.8912037036207039E-2</c:v>
                </c:pt>
                <c:pt idx="2499">
                  <c:v>2.8923611105710734E-2</c:v>
                </c:pt>
                <c:pt idx="2500">
                  <c:v>2.8935185182490386E-2</c:v>
                </c:pt>
                <c:pt idx="2501">
                  <c:v>2.8946759259270038E-2</c:v>
                </c:pt>
                <c:pt idx="2502">
                  <c:v>2.8958333328773733E-2</c:v>
                </c:pt>
                <c:pt idx="2503">
                  <c:v>2.8969907405553386E-2</c:v>
                </c:pt>
                <c:pt idx="2504">
                  <c:v>2.8981481482333038E-2</c:v>
                </c:pt>
                <c:pt idx="2505">
                  <c:v>2.8993055551836733E-2</c:v>
                </c:pt>
                <c:pt idx="2506">
                  <c:v>2.9004629628616385E-2</c:v>
                </c:pt>
                <c:pt idx="2507">
                  <c:v>2.901620369812008E-2</c:v>
                </c:pt>
                <c:pt idx="2508">
                  <c:v>2.9027777774899732E-2</c:v>
                </c:pt>
                <c:pt idx="2509">
                  <c:v>2.9039351851679385E-2</c:v>
                </c:pt>
                <c:pt idx="2510">
                  <c:v>2.9050925921183079E-2</c:v>
                </c:pt>
                <c:pt idx="2511">
                  <c:v>2.9062499997962732E-2</c:v>
                </c:pt>
                <c:pt idx="2512">
                  <c:v>2.9074074074742384E-2</c:v>
                </c:pt>
                <c:pt idx="2513">
                  <c:v>2.9085648144246079E-2</c:v>
                </c:pt>
                <c:pt idx="2514">
                  <c:v>2.9097222221025731E-2</c:v>
                </c:pt>
                <c:pt idx="2515">
                  <c:v>2.9108796290529426E-2</c:v>
                </c:pt>
                <c:pt idx="2516">
                  <c:v>2.9120370367309079E-2</c:v>
                </c:pt>
                <c:pt idx="2517">
                  <c:v>2.9131944444088731E-2</c:v>
                </c:pt>
                <c:pt idx="2518">
                  <c:v>2.9143518513592426E-2</c:v>
                </c:pt>
                <c:pt idx="2519">
                  <c:v>2.9155092590372078E-2</c:v>
                </c:pt>
                <c:pt idx="2520">
                  <c:v>2.9166666667151731E-2</c:v>
                </c:pt>
                <c:pt idx="2521">
                  <c:v>2.9178240736655425E-2</c:v>
                </c:pt>
                <c:pt idx="2522">
                  <c:v>2.9189814813435078E-2</c:v>
                </c:pt>
                <c:pt idx="2523">
                  <c:v>2.920138889021473E-2</c:v>
                </c:pt>
                <c:pt idx="2524">
                  <c:v>2.9212962959718425E-2</c:v>
                </c:pt>
                <c:pt idx="2525">
                  <c:v>2.9224537036498077E-2</c:v>
                </c:pt>
                <c:pt idx="2526">
                  <c:v>2.9236111106001772E-2</c:v>
                </c:pt>
                <c:pt idx="2527">
                  <c:v>2.9247685182781424E-2</c:v>
                </c:pt>
                <c:pt idx="2528">
                  <c:v>2.9259259259561077E-2</c:v>
                </c:pt>
                <c:pt idx="2529">
                  <c:v>2.9270833329064772E-2</c:v>
                </c:pt>
                <c:pt idx="2530">
                  <c:v>2.9282407405844424E-2</c:v>
                </c:pt>
                <c:pt idx="2531">
                  <c:v>2.9293981482624076E-2</c:v>
                </c:pt>
                <c:pt idx="2532">
                  <c:v>2.9305555552127771E-2</c:v>
                </c:pt>
                <c:pt idx="2533">
                  <c:v>2.9317129628907423E-2</c:v>
                </c:pt>
                <c:pt idx="2534">
                  <c:v>2.9328703698411118E-2</c:v>
                </c:pt>
                <c:pt idx="2535">
                  <c:v>2.9340277775190771E-2</c:v>
                </c:pt>
                <c:pt idx="2536">
                  <c:v>2.9351851851970423E-2</c:v>
                </c:pt>
                <c:pt idx="2537">
                  <c:v>2.9363425921474118E-2</c:v>
                </c:pt>
                <c:pt idx="2538">
                  <c:v>2.937499999825377E-2</c:v>
                </c:pt>
                <c:pt idx="2539">
                  <c:v>2.9386574075033423E-2</c:v>
                </c:pt>
                <c:pt idx="2540">
                  <c:v>2.9398148144537117E-2</c:v>
                </c:pt>
                <c:pt idx="2541">
                  <c:v>2.940972222131677E-2</c:v>
                </c:pt>
                <c:pt idx="2542">
                  <c:v>2.9421296290820464E-2</c:v>
                </c:pt>
                <c:pt idx="2543">
                  <c:v>2.9432870367600117E-2</c:v>
                </c:pt>
                <c:pt idx="2544">
                  <c:v>2.9444444444379769E-2</c:v>
                </c:pt>
                <c:pt idx="2545">
                  <c:v>2.9456018513883464E-2</c:v>
                </c:pt>
                <c:pt idx="2546">
                  <c:v>2.9467592590663116E-2</c:v>
                </c:pt>
                <c:pt idx="2547">
                  <c:v>2.9479166667442769E-2</c:v>
                </c:pt>
                <c:pt idx="2548">
                  <c:v>2.9490740736946464E-2</c:v>
                </c:pt>
                <c:pt idx="2549">
                  <c:v>2.9502314813726116E-2</c:v>
                </c:pt>
                <c:pt idx="2550">
                  <c:v>2.9513888883229811E-2</c:v>
                </c:pt>
                <c:pt idx="2551">
                  <c:v>2.9525462960009463E-2</c:v>
                </c:pt>
                <c:pt idx="2552">
                  <c:v>2.9537037036789116E-2</c:v>
                </c:pt>
                <c:pt idx="2553">
                  <c:v>2.954861110629281E-2</c:v>
                </c:pt>
                <c:pt idx="2554">
                  <c:v>2.9560185183072463E-2</c:v>
                </c:pt>
                <c:pt idx="2555">
                  <c:v>2.9571759259852115E-2</c:v>
                </c:pt>
                <c:pt idx="2556">
                  <c:v>2.958333332935581E-2</c:v>
                </c:pt>
                <c:pt idx="2557">
                  <c:v>2.9594907406135462E-2</c:v>
                </c:pt>
                <c:pt idx="2558">
                  <c:v>2.9606481475639157E-2</c:v>
                </c:pt>
                <c:pt idx="2559">
                  <c:v>2.9618055552418809E-2</c:v>
                </c:pt>
                <c:pt idx="2560">
                  <c:v>2.9629629629198462E-2</c:v>
                </c:pt>
                <c:pt idx="2561">
                  <c:v>2.9641203698702157E-2</c:v>
                </c:pt>
                <c:pt idx="2562">
                  <c:v>2.9652777775481809E-2</c:v>
                </c:pt>
                <c:pt idx="2563">
                  <c:v>2.9664351852261461E-2</c:v>
                </c:pt>
                <c:pt idx="2564">
                  <c:v>2.9675925921765156E-2</c:v>
                </c:pt>
                <c:pt idx="2565">
                  <c:v>2.9687499998544808E-2</c:v>
                </c:pt>
                <c:pt idx="2566">
                  <c:v>2.9699074075324461E-2</c:v>
                </c:pt>
                <c:pt idx="2567">
                  <c:v>2.9710648144828156E-2</c:v>
                </c:pt>
                <c:pt idx="2568">
                  <c:v>2.9722222221607808E-2</c:v>
                </c:pt>
                <c:pt idx="2569">
                  <c:v>2.9733796291111503E-2</c:v>
                </c:pt>
                <c:pt idx="2570">
                  <c:v>2.9745370367891155E-2</c:v>
                </c:pt>
                <c:pt idx="2571">
                  <c:v>2.9756944444670808E-2</c:v>
                </c:pt>
                <c:pt idx="2572">
                  <c:v>2.9768518514174502E-2</c:v>
                </c:pt>
                <c:pt idx="2573">
                  <c:v>2.9780092590954155E-2</c:v>
                </c:pt>
                <c:pt idx="2574">
                  <c:v>2.9791666667733807E-2</c:v>
                </c:pt>
                <c:pt idx="2575">
                  <c:v>2.9803240737237502E-2</c:v>
                </c:pt>
                <c:pt idx="2576">
                  <c:v>2.9814814814017154E-2</c:v>
                </c:pt>
                <c:pt idx="2577">
                  <c:v>2.9826388883520849E-2</c:v>
                </c:pt>
                <c:pt idx="2578">
                  <c:v>2.9837962960300501E-2</c:v>
                </c:pt>
                <c:pt idx="2579">
                  <c:v>2.9849537037080154E-2</c:v>
                </c:pt>
                <c:pt idx="2580">
                  <c:v>2.9861111106583849E-2</c:v>
                </c:pt>
                <c:pt idx="2581">
                  <c:v>2.9872685183363501E-2</c:v>
                </c:pt>
                <c:pt idx="2582">
                  <c:v>2.9884259260143153E-2</c:v>
                </c:pt>
                <c:pt idx="2583">
                  <c:v>2.9895833329646848E-2</c:v>
                </c:pt>
                <c:pt idx="2584">
                  <c:v>2.9907407406426501E-2</c:v>
                </c:pt>
                <c:pt idx="2585">
                  <c:v>2.9918981475930195E-2</c:v>
                </c:pt>
                <c:pt idx="2586">
                  <c:v>2.9930555552709848E-2</c:v>
                </c:pt>
                <c:pt idx="2587">
                  <c:v>2.99421296294895E-2</c:v>
                </c:pt>
                <c:pt idx="2588">
                  <c:v>2.9953703698993195E-2</c:v>
                </c:pt>
                <c:pt idx="2589">
                  <c:v>2.9965277775772847E-2</c:v>
                </c:pt>
                <c:pt idx="2590">
                  <c:v>2.99768518525525E-2</c:v>
                </c:pt>
                <c:pt idx="2591">
                  <c:v>2.9988425922056194E-2</c:v>
                </c:pt>
                <c:pt idx="2592">
                  <c:v>2.9999999998835847E-2</c:v>
                </c:pt>
                <c:pt idx="2593">
                  <c:v>3.0011574068339542E-2</c:v>
                </c:pt>
                <c:pt idx="2594">
                  <c:v>3.0023148145119194E-2</c:v>
                </c:pt>
                <c:pt idx="2595">
                  <c:v>3.0034722221898846E-2</c:v>
                </c:pt>
                <c:pt idx="2596">
                  <c:v>3.0046296291402541E-2</c:v>
                </c:pt>
                <c:pt idx="2597">
                  <c:v>3.0057870368182193E-2</c:v>
                </c:pt>
                <c:pt idx="2598">
                  <c:v>3.0069444444961846E-2</c:v>
                </c:pt>
                <c:pt idx="2599">
                  <c:v>3.0081018514465541E-2</c:v>
                </c:pt>
                <c:pt idx="2600">
                  <c:v>3.0092592591245193E-2</c:v>
                </c:pt>
                <c:pt idx="2601">
                  <c:v>3.0104166660748888E-2</c:v>
                </c:pt>
                <c:pt idx="2602">
                  <c:v>3.011574073752854E-2</c:v>
                </c:pt>
                <c:pt idx="2603">
                  <c:v>3.0127314814308193E-2</c:v>
                </c:pt>
                <c:pt idx="2604">
                  <c:v>3.0138888883811887E-2</c:v>
                </c:pt>
                <c:pt idx="2605">
                  <c:v>3.015046296059154E-2</c:v>
                </c:pt>
                <c:pt idx="2606">
                  <c:v>3.0162037037371192E-2</c:v>
                </c:pt>
                <c:pt idx="2607">
                  <c:v>3.0173611106874887E-2</c:v>
                </c:pt>
                <c:pt idx="2608">
                  <c:v>3.0185185183654539E-2</c:v>
                </c:pt>
                <c:pt idx="2609">
                  <c:v>3.0196759260434192E-2</c:v>
                </c:pt>
                <c:pt idx="2610">
                  <c:v>3.0208333329937886E-2</c:v>
                </c:pt>
                <c:pt idx="2611">
                  <c:v>3.0219907406717539E-2</c:v>
                </c:pt>
                <c:pt idx="2612">
                  <c:v>3.0231481476221234E-2</c:v>
                </c:pt>
                <c:pt idx="2613">
                  <c:v>3.0243055553000886E-2</c:v>
                </c:pt>
                <c:pt idx="2614">
                  <c:v>3.0254629629780538E-2</c:v>
                </c:pt>
                <c:pt idx="2615">
                  <c:v>3.0266203699284233E-2</c:v>
                </c:pt>
                <c:pt idx="2616">
                  <c:v>3.0277777776063886E-2</c:v>
                </c:pt>
                <c:pt idx="2617">
                  <c:v>3.0289351852843538E-2</c:v>
                </c:pt>
                <c:pt idx="2618">
                  <c:v>3.0300925922347233E-2</c:v>
                </c:pt>
                <c:pt idx="2619">
                  <c:v>3.0312499999126885E-2</c:v>
                </c:pt>
                <c:pt idx="2620">
                  <c:v>3.032407406863058E-2</c:v>
                </c:pt>
                <c:pt idx="2621">
                  <c:v>3.0335648145410232E-2</c:v>
                </c:pt>
                <c:pt idx="2622">
                  <c:v>3.0347222222189885E-2</c:v>
                </c:pt>
                <c:pt idx="2623">
                  <c:v>3.0358796291693579E-2</c:v>
                </c:pt>
                <c:pt idx="2624">
                  <c:v>3.0370370368473232E-2</c:v>
                </c:pt>
                <c:pt idx="2625">
                  <c:v>3.0381944445252884E-2</c:v>
                </c:pt>
                <c:pt idx="2626">
                  <c:v>3.0393518514756579E-2</c:v>
                </c:pt>
                <c:pt idx="2627">
                  <c:v>3.0405092591536231E-2</c:v>
                </c:pt>
                <c:pt idx="2628">
                  <c:v>3.0416666661039926E-2</c:v>
                </c:pt>
                <c:pt idx="2629">
                  <c:v>3.0428240737819578E-2</c:v>
                </c:pt>
                <c:pt idx="2630">
                  <c:v>3.0439814814599231E-2</c:v>
                </c:pt>
                <c:pt idx="2631">
                  <c:v>3.0451388884102926E-2</c:v>
                </c:pt>
                <c:pt idx="2632">
                  <c:v>3.0462962960882578E-2</c:v>
                </c:pt>
                <c:pt idx="2633">
                  <c:v>3.047453703766223E-2</c:v>
                </c:pt>
                <c:pt idx="2634">
                  <c:v>3.0486111107165925E-2</c:v>
                </c:pt>
                <c:pt idx="2635">
                  <c:v>3.0497685183945578E-2</c:v>
                </c:pt>
                <c:pt idx="2636">
                  <c:v>3.0509259253449272E-2</c:v>
                </c:pt>
                <c:pt idx="2637">
                  <c:v>3.0520833330228925E-2</c:v>
                </c:pt>
                <c:pt idx="2638">
                  <c:v>3.0532407407008577E-2</c:v>
                </c:pt>
                <c:pt idx="2639">
                  <c:v>3.0543981476512272E-2</c:v>
                </c:pt>
                <c:pt idx="2640">
                  <c:v>3.0555555553291924E-2</c:v>
                </c:pt>
                <c:pt idx="2641">
                  <c:v>3.0567129630071577E-2</c:v>
                </c:pt>
                <c:pt idx="2642">
                  <c:v>3.0578703699575271E-2</c:v>
                </c:pt>
                <c:pt idx="2643">
                  <c:v>3.0590277776354924E-2</c:v>
                </c:pt>
                <c:pt idx="2644">
                  <c:v>3.0601851853134576E-2</c:v>
                </c:pt>
                <c:pt idx="2645">
                  <c:v>3.0613425922638271E-2</c:v>
                </c:pt>
                <c:pt idx="2646">
                  <c:v>3.0624999999417923E-2</c:v>
                </c:pt>
                <c:pt idx="2647">
                  <c:v>3.0636574068921618E-2</c:v>
                </c:pt>
                <c:pt idx="2648">
                  <c:v>3.0648148145701271E-2</c:v>
                </c:pt>
                <c:pt idx="2649">
                  <c:v>3.0659722222480923E-2</c:v>
                </c:pt>
                <c:pt idx="2650">
                  <c:v>3.0671296291984618E-2</c:v>
                </c:pt>
                <c:pt idx="2651">
                  <c:v>3.068287036876427E-2</c:v>
                </c:pt>
                <c:pt idx="2652">
                  <c:v>3.0694444445543922E-2</c:v>
                </c:pt>
                <c:pt idx="2653">
                  <c:v>3.0706018515047617E-2</c:v>
                </c:pt>
                <c:pt idx="2654">
                  <c:v>3.071759259182727E-2</c:v>
                </c:pt>
                <c:pt idx="2655">
                  <c:v>3.0729166661330964E-2</c:v>
                </c:pt>
                <c:pt idx="2656">
                  <c:v>3.0740740738110617E-2</c:v>
                </c:pt>
                <c:pt idx="2657">
                  <c:v>3.0752314814890269E-2</c:v>
                </c:pt>
                <c:pt idx="2658">
                  <c:v>3.0763888884393964E-2</c:v>
                </c:pt>
                <c:pt idx="2659">
                  <c:v>3.0775462961173616E-2</c:v>
                </c:pt>
                <c:pt idx="2660">
                  <c:v>3.0787037037953269E-2</c:v>
                </c:pt>
                <c:pt idx="2661">
                  <c:v>3.0798611107456964E-2</c:v>
                </c:pt>
                <c:pt idx="2662">
                  <c:v>3.0810185184236616E-2</c:v>
                </c:pt>
                <c:pt idx="2663">
                  <c:v>3.0821759253740311E-2</c:v>
                </c:pt>
                <c:pt idx="2664">
                  <c:v>3.0833333330519963E-2</c:v>
                </c:pt>
                <c:pt idx="2665">
                  <c:v>3.0844907407299615E-2</c:v>
                </c:pt>
                <c:pt idx="2666">
                  <c:v>3.085648147680331E-2</c:v>
                </c:pt>
                <c:pt idx="2667">
                  <c:v>3.0868055553582963E-2</c:v>
                </c:pt>
                <c:pt idx="2668">
                  <c:v>3.0879629630362615E-2</c:v>
                </c:pt>
                <c:pt idx="2669">
                  <c:v>3.089120369986631E-2</c:v>
                </c:pt>
                <c:pt idx="2670">
                  <c:v>3.0902777776645962E-2</c:v>
                </c:pt>
                <c:pt idx="2671">
                  <c:v>3.0914351846149657E-2</c:v>
                </c:pt>
                <c:pt idx="2672">
                  <c:v>3.0925925922929309E-2</c:v>
                </c:pt>
                <c:pt idx="2673">
                  <c:v>3.0937499999708962E-2</c:v>
                </c:pt>
                <c:pt idx="2674">
                  <c:v>3.0949074069212656E-2</c:v>
                </c:pt>
                <c:pt idx="2675">
                  <c:v>3.0960648145992309E-2</c:v>
                </c:pt>
                <c:pt idx="2676">
                  <c:v>3.0972222222771961E-2</c:v>
                </c:pt>
                <c:pt idx="2677">
                  <c:v>3.0983796292275656E-2</c:v>
                </c:pt>
                <c:pt idx="2678">
                  <c:v>3.0995370369055308E-2</c:v>
                </c:pt>
                <c:pt idx="2679">
                  <c:v>3.1006944438559003E-2</c:v>
                </c:pt>
                <c:pt idx="2680">
                  <c:v>3.1018518515338656E-2</c:v>
                </c:pt>
                <c:pt idx="2681">
                  <c:v>3.1030092592118308E-2</c:v>
                </c:pt>
                <c:pt idx="2682">
                  <c:v>3.1041666661622003E-2</c:v>
                </c:pt>
                <c:pt idx="2683">
                  <c:v>3.1053240738401655E-2</c:v>
                </c:pt>
                <c:pt idx="2684">
                  <c:v>3.1064814815181307E-2</c:v>
                </c:pt>
                <c:pt idx="2685">
                  <c:v>3.1076388884685002E-2</c:v>
                </c:pt>
                <c:pt idx="2686">
                  <c:v>3.1087962961464655E-2</c:v>
                </c:pt>
                <c:pt idx="2687">
                  <c:v>3.1099537038244307E-2</c:v>
                </c:pt>
                <c:pt idx="2688">
                  <c:v>3.1111111107748002E-2</c:v>
                </c:pt>
                <c:pt idx="2689">
                  <c:v>3.1122685184527654E-2</c:v>
                </c:pt>
                <c:pt idx="2690">
                  <c:v>3.1134259254031349E-2</c:v>
                </c:pt>
                <c:pt idx="2691">
                  <c:v>3.1145833330811001E-2</c:v>
                </c:pt>
                <c:pt idx="2692">
                  <c:v>3.1157407407590654E-2</c:v>
                </c:pt>
                <c:pt idx="2693">
                  <c:v>3.1168981477094349E-2</c:v>
                </c:pt>
                <c:pt idx="2694">
                  <c:v>3.1180555553874001E-2</c:v>
                </c:pt>
                <c:pt idx="2695">
                  <c:v>3.1192129630653653E-2</c:v>
                </c:pt>
                <c:pt idx="2696">
                  <c:v>3.1203703700157348E-2</c:v>
                </c:pt>
                <c:pt idx="2697">
                  <c:v>3.1215277776937E-2</c:v>
                </c:pt>
                <c:pt idx="2698">
                  <c:v>3.1226851846440695E-2</c:v>
                </c:pt>
                <c:pt idx="2699">
                  <c:v>3.1238425923220348E-2</c:v>
                </c:pt>
                <c:pt idx="2700">
                  <c:v>3.125E-2</c:v>
                </c:pt>
                <c:pt idx="2701">
                  <c:v>3.1261574069503695E-2</c:v>
                </c:pt>
                <c:pt idx="2702">
                  <c:v>3.1273148146283347E-2</c:v>
                </c:pt>
                <c:pt idx="2703">
                  <c:v>3.1284722223063E-2</c:v>
                </c:pt>
                <c:pt idx="2704">
                  <c:v>3.1296296292566694E-2</c:v>
                </c:pt>
                <c:pt idx="2705">
                  <c:v>3.1307870369346347E-2</c:v>
                </c:pt>
                <c:pt idx="2706">
                  <c:v>3.1319444438850041E-2</c:v>
                </c:pt>
                <c:pt idx="2707">
                  <c:v>3.1331018515629694E-2</c:v>
                </c:pt>
                <c:pt idx="2708">
                  <c:v>3.1342592592409346E-2</c:v>
                </c:pt>
                <c:pt idx="2709">
                  <c:v>3.1354166661913041E-2</c:v>
                </c:pt>
                <c:pt idx="2710">
                  <c:v>3.1365740738692693E-2</c:v>
                </c:pt>
                <c:pt idx="2711">
                  <c:v>3.1377314815472346E-2</c:v>
                </c:pt>
                <c:pt idx="2712">
                  <c:v>3.1388888884976041E-2</c:v>
                </c:pt>
                <c:pt idx="2713">
                  <c:v>3.1400462961755693E-2</c:v>
                </c:pt>
                <c:pt idx="2714">
                  <c:v>3.1412037031259388E-2</c:v>
                </c:pt>
                <c:pt idx="2715">
                  <c:v>3.142361110803904E-2</c:v>
                </c:pt>
                <c:pt idx="2716">
                  <c:v>3.1435185184818693E-2</c:v>
                </c:pt>
                <c:pt idx="2717">
                  <c:v>3.1446759254322387E-2</c:v>
                </c:pt>
                <c:pt idx="2718">
                  <c:v>3.145833333110204E-2</c:v>
                </c:pt>
                <c:pt idx="2719">
                  <c:v>3.1469907407881692E-2</c:v>
                </c:pt>
                <c:pt idx="2720">
                  <c:v>3.1481481477385387E-2</c:v>
                </c:pt>
                <c:pt idx="2721">
                  <c:v>3.1493055554165039E-2</c:v>
                </c:pt>
                <c:pt idx="2722">
                  <c:v>3.1504629630944692E-2</c:v>
                </c:pt>
                <c:pt idx="2723">
                  <c:v>3.1516203700448386E-2</c:v>
                </c:pt>
                <c:pt idx="2724">
                  <c:v>3.1527777777228039E-2</c:v>
                </c:pt>
                <c:pt idx="2725">
                  <c:v>3.1539351846731734E-2</c:v>
                </c:pt>
                <c:pt idx="2726">
                  <c:v>3.1550925923511386E-2</c:v>
                </c:pt>
                <c:pt idx="2727">
                  <c:v>3.1562500000291038E-2</c:v>
                </c:pt>
                <c:pt idx="2728">
                  <c:v>3.1574074069794733E-2</c:v>
                </c:pt>
                <c:pt idx="2729">
                  <c:v>3.1585648146574385E-2</c:v>
                </c:pt>
                <c:pt idx="2730">
                  <c:v>3.1597222223354038E-2</c:v>
                </c:pt>
                <c:pt idx="2731">
                  <c:v>3.1608796292857733E-2</c:v>
                </c:pt>
                <c:pt idx="2732">
                  <c:v>3.1620370369637385E-2</c:v>
                </c:pt>
                <c:pt idx="2733">
                  <c:v>3.163194443914108E-2</c:v>
                </c:pt>
                <c:pt idx="2734">
                  <c:v>3.1643518515920732E-2</c:v>
                </c:pt>
                <c:pt idx="2735">
                  <c:v>3.1655092592700385E-2</c:v>
                </c:pt>
                <c:pt idx="2736">
                  <c:v>3.1666666662204079E-2</c:v>
                </c:pt>
                <c:pt idx="2737">
                  <c:v>3.1678240738983732E-2</c:v>
                </c:pt>
                <c:pt idx="2738">
                  <c:v>3.1689814815763384E-2</c:v>
                </c:pt>
                <c:pt idx="2739">
                  <c:v>3.1701388885267079E-2</c:v>
                </c:pt>
                <c:pt idx="2740">
                  <c:v>3.1712962962046731E-2</c:v>
                </c:pt>
                <c:pt idx="2741">
                  <c:v>3.1724537031550426E-2</c:v>
                </c:pt>
                <c:pt idx="2742">
                  <c:v>3.1736111108330078E-2</c:v>
                </c:pt>
                <c:pt idx="2743">
                  <c:v>3.1747685185109731E-2</c:v>
                </c:pt>
                <c:pt idx="2744">
                  <c:v>3.1759259254613426E-2</c:v>
                </c:pt>
                <c:pt idx="2745">
                  <c:v>3.1770833331393078E-2</c:v>
                </c:pt>
                <c:pt idx="2746">
                  <c:v>3.178240740817273E-2</c:v>
                </c:pt>
                <c:pt idx="2747">
                  <c:v>3.1793981477676425E-2</c:v>
                </c:pt>
                <c:pt idx="2748">
                  <c:v>3.1805555554456078E-2</c:v>
                </c:pt>
                <c:pt idx="2749">
                  <c:v>3.1817129623959772E-2</c:v>
                </c:pt>
                <c:pt idx="2750">
                  <c:v>3.1828703700739425E-2</c:v>
                </c:pt>
                <c:pt idx="2751">
                  <c:v>3.1840277777519077E-2</c:v>
                </c:pt>
                <c:pt idx="2752">
                  <c:v>3.1851851847022772E-2</c:v>
                </c:pt>
                <c:pt idx="2753">
                  <c:v>3.1863425923802424E-2</c:v>
                </c:pt>
                <c:pt idx="2754">
                  <c:v>3.1875000000582077E-2</c:v>
                </c:pt>
                <c:pt idx="2755">
                  <c:v>3.1886574070085771E-2</c:v>
                </c:pt>
                <c:pt idx="2756">
                  <c:v>3.1898148146865424E-2</c:v>
                </c:pt>
                <c:pt idx="2757">
                  <c:v>3.1909722216369119E-2</c:v>
                </c:pt>
                <c:pt idx="2758">
                  <c:v>3.1921296293148771E-2</c:v>
                </c:pt>
                <c:pt idx="2759">
                  <c:v>3.1932870369928423E-2</c:v>
                </c:pt>
                <c:pt idx="2760">
                  <c:v>3.1944444439432118E-2</c:v>
                </c:pt>
                <c:pt idx="2761">
                  <c:v>3.195601851621177E-2</c:v>
                </c:pt>
                <c:pt idx="2762">
                  <c:v>3.1967592592991423E-2</c:v>
                </c:pt>
                <c:pt idx="2763">
                  <c:v>3.1979166662495118E-2</c:v>
                </c:pt>
                <c:pt idx="2764">
                  <c:v>3.199074073927477E-2</c:v>
                </c:pt>
                <c:pt idx="2765">
                  <c:v>3.2002314816054422E-2</c:v>
                </c:pt>
                <c:pt idx="2766">
                  <c:v>3.2013888885558117E-2</c:v>
                </c:pt>
                <c:pt idx="2767">
                  <c:v>3.202546296233777E-2</c:v>
                </c:pt>
                <c:pt idx="2768">
                  <c:v>3.2037037031841464E-2</c:v>
                </c:pt>
                <c:pt idx="2769">
                  <c:v>3.2048611108621117E-2</c:v>
                </c:pt>
                <c:pt idx="2770">
                  <c:v>3.2060185185400769E-2</c:v>
                </c:pt>
                <c:pt idx="2771">
                  <c:v>3.2071759254904464E-2</c:v>
                </c:pt>
                <c:pt idx="2772">
                  <c:v>3.2083333331684116E-2</c:v>
                </c:pt>
                <c:pt idx="2773">
                  <c:v>3.2094907408463769E-2</c:v>
                </c:pt>
                <c:pt idx="2774">
                  <c:v>3.2106481477967463E-2</c:v>
                </c:pt>
                <c:pt idx="2775">
                  <c:v>3.2118055554747116E-2</c:v>
                </c:pt>
                <c:pt idx="2776">
                  <c:v>3.2129629624250811E-2</c:v>
                </c:pt>
                <c:pt idx="2777">
                  <c:v>3.2141203701030463E-2</c:v>
                </c:pt>
                <c:pt idx="2778">
                  <c:v>3.2152777777810115E-2</c:v>
                </c:pt>
                <c:pt idx="2779">
                  <c:v>3.216435184731381E-2</c:v>
                </c:pt>
                <c:pt idx="2780">
                  <c:v>3.2175925924093463E-2</c:v>
                </c:pt>
                <c:pt idx="2781">
                  <c:v>3.2187500000873115E-2</c:v>
                </c:pt>
                <c:pt idx="2782">
                  <c:v>3.219907407037681E-2</c:v>
                </c:pt>
                <c:pt idx="2783">
                  <c:v>3.2210648147156462E-2</c:v>
                </c:pt>
                <c:pt idx="2784">
                  <c:v>3.2222222216660157E-2</c:v>
                </c:pt>
                <c:pt idx="2785">
                  <c:v>3.2233796293439809E-2</c:v>
                </c:pt>
                <c:pt idx="2786">
                  <c:v>3.2245370370219462E-2</c:v>
                </c:pt>
                <c:pt idx="2787">
                  <c:v>3.2256944439723156E-2</c:v>
                </c:pt>
                <c:pt idx="2788">
                  <c:v>3.2268518516502809E-2</c:v>
                </c:pt>
                <c:pt idx="2789">
                  <c:v>3.2280092593282461E-2</c:v>
                </c:pt>
                <c:pt idx="2790">
                  <c:v>3.2291666662786156E-2</c:v>
                </c:pt>
                <c:pt idx="2791">
                  <c:v>3.2303240739565808E-2</c:v>
                </c:pt>
                <c:pt idx="2792">
                  <c:v>3.2314814809069503E-2</c:v>
                </c:pt>
                <c:pt idx="2793">
                  <c:v>3.2326388885849155E-2</c:v>
                </c:pt>
                <c:pt idx="2794">
                  <c:v>3.2337962962628808E-2</c:v>
                </c:pt>
                <c:pt idx="2795">
                  <c:v>3.2349537032132503E-2</c:v>
                </c:pt>
                <c:pt idx="2796">
                  <c:v>3.2361111108912155E-2</c:v>
                </c:pt>
                <c:pt idx="2797">
                  <c:v>3.2372685185691807E-2</c:v>
                </c:pt>
                <c:pt idx="2798">
                  <c:v>3.2384259255195502E-2</c:v>
                </c:pt>
                <c:pt idx="2799">
                  <c:v>3.2395833331975155E-2</c:v>
                </c:pt>
                <c:pt idx="2800">
                  <c:v>3.2407407401478849E-2</c:v>
                </c:pt>
                <c:pt idx="2801">
                  <c:v>3.2418981478258502E-2</c:v>
                </c:pt>
                <c:pt idx="2802">
                  <c:v>3.2430555555038154E-2</c:v>
                </c:pt>
                <c:pt idx="2803">
                  <c:v>3.2442129624541849E-2</c:v>
                </c:pt>
                <c:pt idx="2804">
                  <c:v>3.2453703701321501E-2</c:v>
                </c:pt>
                <c:pt idx="2805">
                  <c:v>3.2465277778101154E-2</c:v>
                </c:pt>
                <c:pt idx="2806">
                  <c:v>3.2476851847604848E-2</c:v>
                </c:pt>
                <c:pt idx="2807">
                  <c:v>3.2488425924384501E-2</c:v>
                </c:pt>
                <c:pt idx="2808">
                  <c:v>3.2500000001164153E-2</c:v>
                </c:pt>
                <c:pt idx="2809">
                  <c:v>3.2511574070667848E-2</c:v>
                </c:pt>
                <c:pt idx="2810">
                  <c:v>3.25231481474475E-2</c:v>
                </c:pt>
                <c:pt idx="2811">
                  <c:v>3.2534722216951195E-2</c:v>
                </c:pt>
                <c:pt idx="2812">
                  <c:v>3.2546296293730848E-2</c:v>
                </c:pt>
                <c:pt idx="2813">
                  <c:v>3.25578703705105E-2</c:v>
                </c:pt>
                <c:pt idx="2814">
                  <c:v>3.2569444440014195E-2</c:v>
                </c:pt>
                <c:pt idx="2815">
                  <c:v>3.2581018516793847E-2</c:v>
                </c:pt>
                <c:pt idx="2816">
                  <c:v>3.2592592593573499E-2</c:v>
                </c:pt>
                <c:pt idx="2817">
                  <c:v>3.2604166663077194E-2</c:v>
                </c:pt>
                <c:pt idx="2818">
                  <c:v>3.2615740739856847E-2</c:v>
                </c:pt>
                <c:pt idx="2819">
                  <c:v>3.2627314809360541E-2</c:v>
                </c:pt>
                <c:pt idx="2820">
                  <c:v>3.2638888886140194E-2</c:v>
                </c:pt>
                <c:pt idx="2821">
                  <c:v>3.2650462962919846E-2</c:v>
                </c:pt>
                <c:pt idx="2822">
                  <c:v>3.2662037032423541E-2</c:v>
                </c:pt>
                <c:pt idx="2823">
                  <c:v>3.2673611109203193E-2</c:v>
                </c:pt>
                <c:pt idx="2824">
                  <c:v>3.2685185185982846E-2</c:v>
                </c:pt>
                <c:pt idx="2825">
                  <c:v>3.269675925548654E-2</c:v>
                </c:pt>
                <c:pt idx="2826">
                  <c:v>3.2708333332266193E-2</c:v>
                </c:pt>
                <c:pt idx="2827">
                  <c:v>3.2719907401769888E-2</c:v>
                </c:pt>
                <c:pt idx="2828">
                  <c:v>3.273148147854954E-2</c:v>
                </c:pt>
                <c:pt idx="2829">
                  <c:v>3.2743055555329192E-2</c:v>
                </c:pt>
                <c:pt idx="2830">
                  <c:v>3.2754629624832887E-2</c:v>
                </c:pt>
                <c:pt idx="2831">
                  <c:v>3.276620370161254E-2</c:v>
                </c:pt>
                <c:pt idx="2832">
                  <c:v>3.2777777778392192E-2</c:v>
                </c:pt>
                <c:pt idx="2833">
                  <c:v>3.2789351847895887E-2</c:v>
                </c:pt>
                <c:pt idx="2834">
                  <c:v>3.2800925924675539E-2</c:v>
                </c:pt>
                <c:pt idx="2835">
                  <c:v>3.2812499994179234E-2</c:v>
                </c:pt>
                <c:pt idx="2836">
                  <c:v>3.2824074070958886E-2</c:v>
                </c:pt>
                <c:pt idx="2837">
                  <c:v>3.2835648147738539E-2</c:v>
                </c:pt>
                <c:pt idx="2838">
                  <c:v>3.2847222217242233E-2</c:v>
                </c:pt>
                <c:pt idx="2839">
                  <c:v>3.2858796294021886E-2</c:v>
                </c:pt>
                <c:pt idx="2840">
                  <c:v>3.2870370370801538E-2</c:v>
                </c:pt>
                <c:pt idx="2841">
                  <c:v>3.2881944440305233E-2</c:v>
                </c:pt>
                <c:pt idx="2842">
                  <c:v>3.2893518517084885E-2</c:v>
                </c:pt>
                <c:pt idx="2843">
                  <c:v>3.2905092593864538E-2</c:v>
                </c:pt>
                <c:pt idx="2844">
                  <c:v>3.2916666663368233E-2</c:v>
                </c:pt>
                <c:pt idx="2845">
                  <c:v>3.2928240740147885E-2</c:v>
                </c:pt>
                <c:pt idx="2846">
                  <c:v>3.293981480965158E-2</c:v>
                </c:pt>
                <c:pt idx="2847">
                  <c:v>3.2951388886431232E-2</c:v>
                </c:pt>
                <c:pt idx="2848">
                  <c:v>3.2962962963210884E-2</c:v>
                </c:pt>
                <c:pt idx="2849">
                  <c:v>3.2974537032714579E-2</c:v>
                </c:pt>
                <c:pt idx="2850">
                  <c:v>3.2986111109494232E-2</c:v>
                </c:pt>
                <c:pt idx="2851">
                  <c:v>3.2997685186273884E-2</c:v>
                </c:pt>
                <c:pt idx="2852">
                  <c:v>3.3009259255777579E-2</c:v>
                </c:pt>
                <c:pt idx="2853">
                  <c:v>3.3020833332557231E-2</c:v>
                </c:pt>
                <c:pt idx="2854">
                  <c:v>3.3032407402060926E-2</c:v>
                </c:pt>
                <c:pt idx="2855">
                  <c:v>3.3043981478840578E-2</c:v>
                </c:pt>
                <c:pt idx="2856">
                  <c:v>3.3055555555620231E-2</c:v>
                </c:pt>
                <c:pt idx="2857">
                  <c:v>3.3067129625123926E-2</c:v>
                </c:pt>
                <c:pt idx="2858">
                  <c:v>3.3078703701903578E-2</c:v>
                </c:pt>
                <c:pt idx="2859">
                  <c:v>3.309027777868323E-2</c:v>
                </c:pt>
                <c:pt idx="2860">
                  <c:v>3.3101851848186925E-2</c:v>
                </c:pt>
                <c:pt idx="2861">
                  <c:v>3.3113425924966577E-2</c:v>
                </c:pt>
                <c:pt idx="2862">
                  <c:v>3.3124999994470272E-2</c:v>
                </c:pt>
                <c:pt idx="2863">
                  <c:v>3.3136574071249925E-2</c:v>
                </c:pt>
                <c:pt idx="2864">
                  <c:v>3.3148148148029577E-2</c:v>
                </c:pt>
                <c:pt idx="2865">
                  <c:v>3.3159722217533272E-2</c:v>
                </c:pt>
                <c:pt idx="2866">
                  <c:v>3.3171296294312924E-2</c:v>
                </c:pt>
                <c:pt idx="2867">
                  <c:v>3.3182870371092577E-2</c:v>
                </c:pt>
                <c:pt idx="2868">
                  <c:v>3.3194444440596271E-2</c:v>
                </c:pt>
                <c:pt idx="2869">
                  <c:v>3.3206018517375924E-2</c:v>
                </c:pt>
                <c:pt idx="2870">
                  <c:v>3.3217592586879618E-2</c:v>
                </c:pt>
                <c:pt idx="2871">
                  <c:v>3.3229166663659271E-2</c:v>
                </c:pt>
                <c:pt idx="2872">
                  <c:v>3.3240740740438923E-2</c:v>
                </c:pt>
                <c:pt idx="2873">
                  <c:v>3.3252314809942618E-2</c:v>
                </c:pt>
                <c:pt idx="2874">
                  <c:v>3.326388888672227E-2</c:v>
                </c:pt>
                <c:pt idx="2875">
                  <c:v>3.3275462963501923E-2</c:v>
                </c:pt>
                <c:pt idx="2876">
                  <c:v>3.3287037033005618E-2</c:v>
                </c:pt>
                <c:pt idx="2877">
                  <c:v>3.329861110978527E-2</c:v>
                </c:pt>
                <c:pt idx="2878">
                  <c:v>3.3310185179288965E-2</c:v>
                </c:pt>
                <c:pt idx="2879">
                  <c:v>3.3321759256068617E-2</c:v>
                </c:pt>
                <c:pt idx="2880">
                  <c:v>3.3333333332848269E-2</c:v>
                </c:pt>
                <c:pt idx="2881">
                  <c:v>3.3344907402351964E-2</c:v>
                </c:pt>
                <c:pt idx="2882">
                  <c:v>3.3356481479131617E-2</c:v>
                </c:pt>
                <c:pt idx="2883">
                  <c:v>3.3368055555911269E-2</c:v>
                </c:pt>
                <c:pt idx="2884">
                  <c:v>3.3379629625414964E-2</c:v>
                </c:pt>
                <c:pt idx="2885">
                  <c:v>3.3391203702194616E-2</c:v>
                </c:pt>
                <c:pt idx="2886">
                  <c:v>3.3402777778974269E-2</c:v>
                </c:pt>
                <c:pt idx="2887">
                  <c:v>3.3414351848477963E-2</c:v>
                </c:pt>
                <c:pt idx="2888">
                  <c:v>3.3425925925257616E-2</c:v>
                </c:pt>
                <c:pt idx="2889">
                  <c:v>3.3437499994761311E-2</c:v>
                </c:pt>
                <c:pt idx="2890">
                  <c:v>3.3449074071540963E-2</c:v>
                </c:pt>
                <c:pt idx="2891">
                  <c:v>3.3460648148320615E-2</c:v>
                </c:pt>
                <c:pt idx="2892">
                  <c:v>3.347222221782431E-2</c:v>
                </c:pt>
                <c:pt idx="2893">
                  <c:v>3.3483796294603962E-2</c:v>
                </c:pt>
                <c:pt idx="2894">
                  <c:v>3.3495370371383615E-2</c:v>
                </c:pt>
                <c:pt idx="2895">
                  <c:v>3.350694444088731E-2</c:v>
                </c:pt>
                <c:pt idx="2896">
                  <c:v>3.3518518517666962E-2</c:v>
                </c:pt>
                <c:pt idx="2897">
                  <c:v>3.3530092587170657E-2</c:v>
                </c:pt>
                <c:pt idx="2898">
                  <c:v>3.3541666663950309E-2</c:v>
                </c:pt>
                <c:pt idx="2899">
                  <c:v>3.3553240740729962E-2</c:v>
                </c:pt>
                <c:pt idx="2900">
                  <c:v>3.3564814810233656E-2</c:v>
                </c:pt>
                <c:pt idx="2901">
                  <c:v>3.3576388887013309E-2</c:v>
                </c:pt>
                <c:pt idx="2902">
                  <c:v>3.3587962963792961E-2</c:v>
                </c:pt>
                <c:pt idx="2903">
                  <c:v>3.3599537033296656E-2</c:v>
                </c:pt>
                <c:pt idx="2904">
                  <c:v>3.3611111110076308E-2</c:v>
                </c:pt>
                <c:pt idx="2905">
                  <c:v>3.3622685179580003E-2</c:v>
                </c:pt>
                <c:pt idx="2906">
                  <c:v>3.3634259256359655E-2</c:v>
                </c:pt>
                <c:pt idx="2907">
                  <c:v>3.3645833333139308E-2</c:v>
                </c:pt>
                <c:pt idx="2908">
                  <c:v>3.3657407402643003E-2</c:v>
                </c:pt>
                <c:pt idx="2909">
                  <c:v>3.3668981479422655E-2</c:v>
                </c:pt>
                <c:pt idx="2910">
                  <c:v>3.3680555556202307E-2</c:v>
                </c:pt>
                <c:pt idx="2911">
                  <c:v>3.3692129625706002E-2</c:v>
                </c:pt>
                <c:pt idx="2912">
                  <c:v>3.3703703702485655E-2</c:v>
                </c:pt>
                <c:pt idx="2913">
                  <c:v>3.3715277771989349E-2</c:v>
                </c:pt>
                <c:pt idx="2914">
                  <c:v>3.3726851848769002E-2</c:v>
                </c:pt>
                <c:pt idx="2915">
                  <c:v>3.3738425925548654E-2</c:v>
                </c:pt>
                <c:pt idx="2916">
                  <c:v>3.3749999995052349E-2</c:v>
                </c:pt>
                <c:pt idx="2917">
                  <c:v>3.3761574071832001E-2</c:v>
                </c:pt>
                <c:pt idx="2918">
                  <c:v>3.3773148148611654E-2</c:v>
                </c:pt>
                <c:pt idx="2919">
                  <c:v>3.3784722218115348E-2</c:v>
                </c:pt>
                <c:pt idx="2920">
                  <c:v>3.3796296294895001E-2</c:v>
                </c:pt>
                <c:pt idx="2921">
                  <c:v>3.3807870371674653E-2</c:v>
                </c:pt>
                <c:pt idx="2922">
                  <c:v>3.3819444441178348E-2</c:v>
                </c:pt>
                <c:pt idx="2923">
                  <c:v>3.3831018517958E-2</c:v>
                </c:pt>
                <c:pt idx="2924">
                  <c:v>3.3842592587461695E-2</c:v>
                </c:pt>
                <c:pt idx="2925">
                  <c:v>3.3854166664241347E-2</c:v>
                </c:pt>
                <c:pt idx="2926">
                  <c:v>3.3865740741021E-2</c:v>
                </c:pt>
                <c:pt idx="2927">
                  <c:v>3.3877314810524695E-2</c:v>
                </c:pt>
                <c:pt idx="2928">
                  <c:v>3.3888888887304347E-2</c:v>
                </c:pt>
                <c:pt idx="2929">
                  <c:v>3.3900462964083999E-2</c:v>
                </c:pt>
                <c:pt idx="2930">
                  <c:v>3.3912037033587694E-2</c:v>
                </c:pt>
                <c:pt idx="2931">
                  <c:v>3.3923611110367347E-2</c:v>
                </c:pt>
                <c:pt idx="2932">
                  <c:v>3.3935185179871041E-2</c:v>
                </c:pt>
                <c:pt idx="2933">
                  <c:v>3.3946759256650694E-2</c:v>
                </c:pt>
                <c:pt idx="2934">
                  <c:v>3.3958333333430346E-2</c:v>
                </c:pt>
                <c:pt idx="2935">
                  <c:v>3.3969907402934041E-2</c:v>
                </c:pt>
                <c:pt idx="2936">
                  <c:v>3.3981481479713693E-2</c:v>
                </c:pt>
                <c:pt idx="2937">
                  <c:v>3.3993055556493346E-2</c:v>
                </c:pt>
                <c:pt idx="2938">
                  <c:v>3.400462962599704E-2</c:v>
                </c:pt>
                <c:pt idx="2939">
                  <c:v>3.4016203702776693E-2</c:v>
                </c:pt>
                <c:pt idx="2940">
                  <c:v>3.4027777772280388E-2</c:v>
                </c:pt>
                <c:pt idx="2941">
                  <c:v>3.403935184906004E-2</c:v>
                </c:pt>
                <c:pt idx="2942">
                  <c:v>3.4050925925839692E-2</c:v>
                </c:pt>
                <c:pt idx="2943">
                  <c:v>3.4062499995343387E-2</c:v>
                </c:pt>
                <c:pt idx="2944">
                  <c:v>3.407407407212304E-2</c:v>
                </c:pt>
                <c:pt idx="2945">
                  <c:v>3.4085648148902692E-2</c:v>
                </c:pt>
                <c:pt idx="2946">
                  <c:v>3.4097222218406387E-2</c:v>
                </c:pt>
                <c:pt idx="2947">
                  <c:v>3.4108796295186039E-2</c:v>
                </c:pt>
                <c:pt idx="2948">
                  <c:v>3.4120370364689734E-2</c:v>
                </c:pt>
                <c:pt idx="2949">
                  <c:v>3.4131944441469386E-2</c:v>
                </c:pt>
                <c:pt idx="2950">
                  <c:v>3.4143518518249039E-2</c:v>
                </c:pt>
                <c:pt idx="2951">
                  <c:v>3.4155092587752733E-2</c:v>
                </c:pt>
                <c:pt idx="2952">
                  <c:v>3.4166666664532386E-2</c:v>
                </c:pt>
                <c:pt idx="2953">
                  <c:v>3.4178240741312038E-2</c:v>
                </c:pt>
                <c:pt idx="2954">
                  <c:v>3.4189814810815733E-2</c:v>
                </c:pt>
                <c:pt idx="2955">
                  <c:v>3.4201388887595385E-2</c:v>
                </c:pt>
                <c:pt idx="2956">
                  <c:v>3.421296295709908E-2</c:v>
                </c:pt>
                <c:pt idx="2957">
                  <c:v>3.4224537033878732E-2</c:v>
                </c:pt>
                <c:pt idx="2958">
                  <c:v>3.4236111110658385E-2</c:v>
                </c:pt>
                <c:pt idx="2959">
                  <c:v>3.424768518016208E-2</c:v>
                </c:pt>
                <c:pt idx="2960">
                  <c:v>3.4259259256941732E-2</c:v>
                </c:pt>
                <c:pt idx="2961">
                  <c:v>3.4270833333721384E-2</c:v>
                </c:pt>
                <c:pt idx="2962">
                  <c:v>3.4282407403225079E-2</c:v>
                </c:pt>
                <c:pt idx="2963">
                  <c:v>3.4293981480004732E-2</c:v>
                </c:pt>
                <c:pt idx="2964">
                  <c:v>3.4305555556784384E-2</c:v>
                </c:pt>
                <c:pt idx="2965">
                  <c:v>3.4317129626288079E-2</c:v>
                </c:pt>
                <c:pt idx="2966">
                  <c:v>3.4328703703067731E-2</c:v>
                </c:pt>
                <c:pt idx="2967">
                  <c:v>3.4340277772571426E-2</c:v>
                </c:pt>
                <c:pt idx="2968">
                  <c:v>3.4351851849351078E-2</c:v>
                </c:pt>
                <c:pt idx="2969">
                  <c:v>3.4363425926130731E-2</c:v>
                </c:pt>
                <c:pt idx="2970">
                  <c:v>3.4374999995634425E-2</c:v>
                </c:pt>
                <c:pt idx="2971">
                  <c:v>3.4386574072414078E-2</c:v>
                </c:pt>
                <c:pt idx="2972">
                  <c:v>3.439814814919373E-2</c:v>
                </c:pt>
                <c:pt idx="2973">
                  <c:v>3.4409722218697425E-2</c:v>
                </c:pt>
                <c:pt idx="2974">
                  <c:v>3.4421296295477077E-2</c:v>
                </c:pt>
                <c:pt idx="2975">
                  <c:v>3.4432870364980772E-2</c:v>
                </c:pt>
                <c:pt idx="2976">
                  <c:v>3.4444444441760425E-2</c:v>
                </c:pt>
                <c:pt idx="2977">
                  <c:v>3.4456018518540077E-2</c:v>
                </c:pt>
                <c:pt idx="2978">
                  <c:v>3.4467592588043772E-2</c:v>
                </c:pt>
                <c:pt idx="2979">
                  <c:v>3.4479166664823424E-2</c:v>
                </c:pt>
                <c:pt idx="2980">
                  <c:v>3.4490740741603076E-2</c:v>
                </c:pt>
                <c:pt idx="2981">
                  <c:v>3.4502314811106771E-2</c:v>
                </c:pt>
                <c:pt idx="2982">
                  <c:v>3.4513888887886424E-2</c:v>
                </c:pt>
                <c:pt idx="2983">
                  <c:v>3.4525462957390118E-2</c:v>
                </c:pt>
                <c:pt idx="2984">
                  <c:v>3.4537037034169771E-2</c:v>
                </c:pt>
                <c:pt idx="2985">
                  <c:v>3.4548611110949423E-2</c:v>
                </c:pt>
                <c:pt idx="2986">
                  <c:v>3.4560185180453118E-2</c:v>
                </c:pt>
                <c:pt idx="2987">
                  <c:v>3.457175925723277E-2</c:v>
                </c:pt>
                <c:pt idx="2988">
                  <c:v>3.4583333334012423E-2</c:v>
                </c:pt>
                <c:pt idx="2989">
                  <c:v>3.4594907403516117E-2</c:v>
                </c:pt>
                <c:pt idx="2990">
                  <c:v>3.460648148029577E-2</c:v>
                </c:pt>
                <c:pt idx="2991">
                  <c:v>3.4618055549799465E-2</c:v>
                </c:pt>
                <c:pt idx="2992">
                  <c:v>3.4629629626579117E-2</c:v>
                </c:pt>
                <c:pt idx="2993">
                  <c:v>3.4641203703358769E-2</c:v>
                </c:pt>
                <c:pt idx="2994">
                  <c:v>3.4652777772862464E-2</c:v>
                </c:pt>
                <c:pt idx="2995">
                  <c:v>3.4664351849642117E-2</c:v>
                </c:pt>
                <c:pt idx="2996">
                  <c:v>3.4675925926421769E-2</c:v>
                </c:pt>
                <c:pt idx="2997">
                  <c:v>3.4687499995925464E-2</c:v>
                </c:pt>
                <c:pt idx="2998">
                  <c:v>3.4699074072705116E-2</c:v>
                </c:pt>
                <c:pt idx="2999">
                  <c:v>3.4710648149484769E-2</c:v>
                </c:pt>
                <c:pt idx="3000">
                  <c:v>3.4722222218988463E-2</c:v>
                </c:pt>
                <c:pt idx="3001">
                  <c:v>3.4733796295768116E-2</c:v>
                </c:pt>
                <c:pt idx="3002">
                  <c:v>3.474537036527181E-2</c:v>
                </c:pt>
                <c:pt idx="3003">
                  <c:v>3.4756944442051463E-2</c:v>
                </c:pt>
                <c:pt idx="3004">
                  <c:v>3.4768518518831115E-2</c:v>
                </c:pt>
                <c:pt idx="3005">
                  <c:v>3.478009258833481E-2</c:v>
                </c:pt>
                <c:pt idx="3006">
                  <c:v>3.4791666665114462E-2</c:v>
                </c:pt>
                <c:pt idx="3007">
                  <c:v>3.4803240741894115E-2</c:v>
                </c:pt>
                <c:pt idx="3008">
                  <c:v>3.481481481139781E-2</c:v>
                </c:pt>
                <c:pt idx="3009">
                  <c:v>3.4826388888177462E-2</c:v>
                </c:pt>
                <c:pt idx="3010">
                  <c:v>3.4837962957681157E-2</c:v>
                </c:pt>
                <c:pt idx="3011">
                  <c:v>3.4849537034460809E-2</c:v>
                </c:pt>
                <c:pt idx="3012">
                  <c:v>3.4861111111240461E-2</c:v>
                </c:pt>
                <c:pt idx="3013">
                  <c:v>3.4872685180744156E-2</c:v>
                </c:pt>
                <c:pt idx="3014">
                  <c:v>3.4884259257523809E-2</c:v>
                </c:pt>
                <c:pt idx="3015">
                  <c:v>3.4895833334303461E-2</c:v>
                </c:pt>
                <c:pt idx="3016">
                  <c:v>3.4907407403807156E-2</c:v>
                </c:pt>
                <c:pt idx="3017">
                  <c:v>3.4918981480586808E-2</c:v>
                </c:pt>
                <c:pt idx="3018">
                  <c:v>3.4930555550090503E-2</c:v>
                </c:pt>
                <c:pt idx="3019">
                  <c:v>3.4942129626870155E-2</c:v>
                </c:pt>
                <c:pt idx="3020">
                  <c:v>3.4953703703649808E-2</c:v>
                </c:pt>
                <c:pt idx="3021">
                  <c:v>3.4965277773153502E-2</c:v>
                </c:pt>
                <c:pt idx="3022">
                  <c:v>3.4976851849933155E-2</c:v>
                </c:pt>
                <c:pt idx="3023">
                  <c:v>3.4988425926712807E-2</c:v>
                </c:pt>
                <c:pt idx="3024">
                  <c:v>3.4999999996216502E-2</c:v>
                </c:pt>
                <c:pt idx="3025">
                  <c:v>3.5011574072996154E-2</c:v>
                </c:pt>
                <c:pt idx="3026">
                  <c:v>3.5023148142499849E-2</c:v>
                </c:pt>
                <c:pt idx="3027">
                  <c:v>3.5034722219279502E-2</c:v>
                </c:pt>
                <c:pt idx="3028">
                  <c:v>3.5046296296059154E-2</c:v>
                </c:pt>
                <c:pt idx="3029">
                  <c:v>3.5057870365562849E-2</c:v>
                </c:pt>
                <c:pt idx="3030">
                  <c:v>3.5069444442342501E-2</c:v>
                </c:pt>
                <c:pt idx="3031">
                  <c:v>3.5081018519122154E-2</c:v>
                </c:pt>
                <c:pt idx="3032">
                  <c:v>3.5092592588625848E-2</c:v>
                </c:pt>
                <c:pt idx="3033">
                  <c:v>3.5104166665405501E-2</c:v>
                </c:pt>
                <c:pt idx="3034">
                  <c:v>3.5115740734909195E-2</c:v>
                </c:pt>
                <c:pt idx="3035">
                  <c:v>3.5127314811688848E-2</c:v>
                </c:pt>
                <c:pt idx="3036">
                  <c:v>3.51388888884685E-2</c:v>
                </c:pt>
                <c:pt idx="3037">
                  <c:v>3.5150462957972195E-2</c:v>
                </c:pt>
                <c:pt idx="3038">
                  <c:v>3.5162037034751847E-2</c:v>
                </c:pt>
                <c:pt idx="3039">
                  <c:v>3.51736111115315E-2</c:v>
                </c:pt>
                <c:pt idx="3040">
                  <c:v>3.5185185181035195E-2</c:v>
                </c:pt>
                <c:pt idx="3041">
                  <c:v>3.5196759257814847E-2</c:v>
                </c:pt>
                <c:pt idx="3042">
                  <c:v>3.5208333334594499E-2</c:v>
                </c:pt>
                <c:pt idx="3043">
                  <c:v>3.5219907404098194E-2</c:v>
                </c:pt>
                <c:pt idx="3044">
                  <c:v>3.5231481480877846E-2</c:v>
                </c:pt>
                <c:pt idx="3045">
                  <c:v>3.5243055550381541E-2</c:v>
                </c:pt>
                <c:pt idx="3046">
                  <c:v>3.5254629627161194E-2</c:v>
                </c:pt>
                <c:pt idx="3047">
                  <c:v>3.5266203703940846E-2</c:v>
                </c:pt>
                <c:pt idx="3048">
                  <c:v>3.5277777773444541E-2</c:v>
                </c:pt>
                <c:pt idx="3049">
                  <c:v>3.5289351850224193E-2</c:v>
                </c:pt>
                <c:pt idx="3050">
                  <c:v>3.5300925927003846E-2</c:v>
                </c:pt>
                <c:pt idx="3051">
                  <c:v>3.531249999650754E-2</c:v>
                </c:pt>
                <c:pt idx="3052">
                  <c:v>3.5324074073287193E-2</c:v>
                </c:pt>
                <c:pt idx="3053">
                  <c:v>3.5335648142790888E-2</c:v>
                </c:pt>
                <c:pt idx="3054">
                  <c:v>3.534722221957054E-2</c:v>
                </c:pt>
                <c:pt idx="3055">
                  <c:v>3.5358796296350192E-2</c:v>
                </c:pt>
                <c:pt idx="3056">
                  <c:v>3.5370370365853887E-2</c:v>
                </c:pt>
                <c:pt idx="3057">
                  <c:v>3.5381944442633539E-2</c:v>
                </c:pt>
                <c:pt idx="3058">
                  <c:v>3.5393518519413192E-2</c:v>
                </c:pt>
                <c:pt idx="3059">
                  <c:v>3.5405092588916887E-2</c:v>
                </c:pt>
                <c:pt idx="3060">
                  <c:v>3.5416666665696539E-2</c:v>
                </c:pt>
                <c:pt idx="3061">
                  <c:v>3.5428240735200234E-2</c:v>
                </c:pt>
                <c:pt idx="3062">
                  <c:v>3.5439814811979886E-2</c:v>
                </c:pt>
                <c:pt idx="3063">
                  <c:v>3.5451388888759539E-2</c:v>
                </c:pt>
                <c:pt idx="3064">
                  <c:v>3.5462962958263233E-2</c:v>
                </c:pt>
                <c:pt idx="3065">
                  <c:v>3.5474537035042886E-2</c:v>
                </c:pt>
                <c:pt idx="3066">
                  <c:v>3.5486111111822538E-2</c:v>
                </c:pt>
                <c:pt idx="3067">
                  <c:v>3.5497685181326233E-2</c:v>
                </c:pt>
                <c:pt idx="3068">
                  <c:v>3.5509259258105885E-2</c:v>
                </c:pt>
                <c:pt idx="3069">
                  <c:v>3.552083332760958E-2</c:v>
                </c:pt>
                <c:pt idx="3070">
                  <c:v>3.5532407404389232E-2</c:v>
                </c:pt>
                <c:pt idx="3071">
                  <c:v>3.5543981481168885E-2</c:v>
                </c:pt>
                <c:pt idx="3072">
                  <c:v>3.555555555067258E-2</c:v>
                </c:pt>
                <c:pt idx="3073">
                  <c:v>3.5567129627452232E-2</c:v>
                </c:pt>
                <c:pt idx="3074">
                  <c:v>3.5578703704231884E-2</c:v>
                </c:pt>
                <c:pt idx="3075">
                  <c:v>3.5590277773735579E-2</c:v>
                </c:pt>
                <c:pt idx="3076">
                  <c:v>3.5601851850515231E-2</c:v>
                </c:pt>
                <c:pt idx="3077">
                  <c:v>3.5613425920018926E-2</c:v>
                </c:pt>
                <c:pt idx="3078">
                  <c:v>3.5624999996798579E-2</c:v>
                </c:pt>
                <c:pt idx="3079">
                  <c:v>3.5636574073578231E-2</c:v>
                </c:pt>
                <c:pt idx="3080">
                  <c:v>3.5648148143081926E-2</c:v>
                </c:pt>
                <c:pt idx="3081">
                  <c:v>3.5659722219861578E-2</c:v>
                </c:pt>
                <c:pt idx="3082">
                  <c:v>3.5671296296641231E-2</c:v>
                </c:pt>
                <c:pt idx="3083">
                  <c:v>3.5682870366144925E-2</c:v>
                </c:pt>
                <c:pt idx="3084">
                  <c:v>3.5694444442924578E-2</c:v>
                </c:pt>
                <c:pt idx="3085">
                  <c:v>3.570601851970423E-2</c:v>
                </c:pt>
                <c:pt idx="3086">
                  <c:v>3.5717592589207925E-2</c:v>
                </c:pt>
                <c:pt idx="3087">
                  <c:v>3.5729166665987577E-2</c:v>
                </c:pt>
                <c:pt idx="3088">
                  <c:v>3.5740740735491272E-2</c:v>
                </c:pt>
                <c:pt idx="3089">
                  <c:v>3.5752314812270924E-2</c:v>
                </c:pt>
                <c:pt idx="3090">
                  <c:v>3.5763888889050577E-2</c:v>
                </c:pt>
                <c:pt idx="3091">
                  <c:v>3.5775462958554272E-2</c:v>
                </c:pt>
                <c:pt idx="3092">
                  <c:v>3.5787037035333924E-2</c:v>
                </c:pt>
                <c:pt idx="3093">
                  <c:v>3.5798611112113576E-2</c:v>
                </c:pt>
                <c:pt idx="3094">
                  <c:v>3.5810185181617271E-2</c:v>
                </c:pt>
                <c:pt idx="3095">
                  <c:v>3.5821759258396924E-2</c:v>
                </c:pt>
                <c:pt idx="3096">
                  <c:v>3.5833333327900618E-2</c:v>
                </c:pt>
                <c:pt idx="3097">
                  <c:v>3.5844907404680271E-2</c:v>
                </c:pt>
                <c:pt idx="3098">
                  <c:v>3.5856481481459923E-2</c:v>
                </c:pt>
                <c:pt idx="3099">
                  <c:v>3.5868055550963618E-2</c:v>
                </c:pt>
                <c:pt idx="3100">
                  <c:v>3.587962962774327E-2</c:v>
                </c:pt>
                <c:pt idx="3101">
                  <c:v>3.5891203704522923E-2</c:v>
                </c:pt>
                <c:pt idx="3102">
                  <c:v>3.5902777774026617E-2</c:v>
                </c:pt>
                <c:pt idx="3103">
                  <c:v>3.591435185080627E-2</c:v>
                </c:pt>
                <c:pt idx="3104">
                  <c:v>3.5925925920309965E-2</c:v>
                </c:pt>
                <c:pt idx="3105">
                  <c:v>3.5937499997089617E-2</c:v>
                </c:pt>
                <c:pt idx="3106">
                  <c:v>3.5949074073869269E-2</c:v>
                </c:pt>
                <c:pt idx="3107">
                  <c:v>3.5960648143372964E-2</c:v>
                </c:pt>
                <c:pt idx="3108">
                  <c:v>3.5972222220152617E-2</c:v>
                </c:pt>
                <c:pt idx="3109">
                  <c:v>3.5983796296932269E-2</c:v>
                </c:pt>
                <c:pt idx="3110">
                  <c:v>3.5995370366435964E-2</c:v>
                </c:pt>
                <c:pt idx="3111">
                  <c:v>3.6006944443215616E-2</c:v>
                </c:pt>
                <c:pt idx="3112">
                  <c:v>3.6018518512719311E-2</c:v>
                </c:pt>
                <c:pt idx="3113">
                  <c:v>3.6030092589498963E-2</c:v>
                </c:pt>
                <c:pt idx="3114">
                  <c:v>3.6041666666278616E-2</c:v>
                </c:pt>
                <c:pt idx="3115">
                  <c:v>3.605324073578231E-2</c:v>
                </c:pt>
                <c:pt idx="3116">
                  <c:v>3.6064814812561963E-2</c:v>
                </c:pt>
                <c:pt idx="3117">
                  <c:v>3.6076388889341615E-2</c:v>
                </c:pt>
                <c:pt idx="3118">
                  <c:v>3.608796295884531E-2</c:v>
                </c:pt>
                <c:pt idx="3119">
                  <c:v>3.6099537035624962E-2</c:v>
                </c:pt>
                <c:pt idx="3120">
                  <c:v>3.6111111112404615E-2</c:v>
                </c:pt>
                <c:pt idx="3121">
                  <c:v>3.6122685181908309E-2</c:v>
                </c:pt>
                <c:pt idx="3122">
                  <c:v>3.6134259258687962E-2</c:v>
                </c:pt>
                <c:pt idx="3123">
                  <c:v>3.6145833328191657E-2</c:v>
                </c:pt>
                <c:pt idx="3124">
                  <c:v>3.6157407404971309E-2</c:v>
                </c:pt>
                <c:pt idx="3125">
                  <c:v>3.6168981481750961E-2</c:v>
                </c:pt>
                <c:pt idx="3126">
                  <c:v>3.6180555551254656E-2</c:v>
                </c:pt>
                <c:pt idx="3127">
                  <c:v>3.6192129628034309E-2</c:v>
                </c:pt>
                <c:pt idx="3128">
                  <c:v>3.6203703704813961E-2</c:v>
                </c:pt>
                <c:pt idx="3129">
                  <c:v>3.6215277774317656E-2</c:v>
                </c:pt>
                <c:pt idx="3130">
                  <c:v>3.6226851851097308E-2</c:v>
                </c:pt>
                <c:pt idx="3131">
                  <c:v>3.6238425920601003E-2</c:v>
                </c:pt>
                <c:pt idx="3132">
                  <c:v>3.6249999997380655E-2</c:v>
                </c:pt>
                <c:pt idx="3133">
                  <c:v>3.6261574074160308E-2</c:v>
                </c:pt>
                <c:pt idx="3134">
                  <c:v>3.6273148143664002E-2</c:v>
                </c:pt>
                <c:pt idx="3135">
                  <c:v>3.6284722220443655E-2</c:v>
                </c:pt>
                <c:pt idx="3136">
                  <c:v>3.6296296297223307E-2</c:v>
                </c:pt>
                <c:pt idx="3137">
                  <c:v>3.6307870366727002E-2</c:v>
                </c:pt>
                <c:pt idx="3138">
                  <c:v>3.6319444443506654E-2</c:v>
                </c:pt>
                <c:pt idx="3139">
                  <c:v>3.6331018513010349E-2</c:v>
                </c:pt>
                <c:pt idx="3140">
                  <c:v>3.6342592589790002E-2</c:v>
                </c:pt>
                <c:pt idx="3141">
                  <c:v>3.6354166666569654E-2</c:v>
                </c:pt>
                <c:pt idx="3142">
                  <c:v>3.6365740736073349E-2</c:v>
                </c:pt>
                <c:pt idx="3143">
                  <c:v>3.6377314812853001E-2</c:v>
                </c:pt>
                <c:pt idx="3144">
                  <c:v>3.6388888889632653E-2</c:v>
                </c:pt>
                <c:pt idx="3145">
                  <c:v>3.6400462959136348E-2</c:v>
                </c:pt>
                <c:pt idx="3146">
                  <c:v>3.6412037035916001E-2</c:v>
                </c:pt>
                <c:pt idx="3147">
                  <c:v>3.6423611105419695E-2</c:v>
                </c:pt>
                <c:pt idx="3148">
                  <c:v>3.6435185182199348E-2</c:v>
                </c:pt>
                <c:pt idx="3149">
                  <c:v>3.6446759258979E-2</c:v>
                </c:pt>
                <c:pt idx="3150">
                  <c:v>3.6458333328482695E-2</c:v>
                </c:pt>
                <c:pt idx="3151">
                  <c:v>3.6469907405262347E-2</c:v>
                </c:pt>
                <c:pt idx="3152">
                  <c:v>3.6481481482042E-2</c:v>
                </c:pt>
                <c:pt idx="3153">
                  <c:v>3.6493055551545694E-2</c:v>
                </c:pt>
                <c:pt idx="3154">
                  <c:v>3.6504629628325347E-2</c:v>
                </c:pt>
                <c:pt idx="3155">
                  <c:v>3.6516203697829042E-2</c:v>
                </c:pt>
                <c:pt idx="3156">
                  <c:v>3.6527777774608694E-2</c:v>
                </c:pt>
                <c:pt idx="3157">
                  <c:v>3.6539351851388346E-2</c:v>
                </c:pt>
                <c:pt idx="3158">
                  <c:v>3.6550925920892041E-2</c:v>
                </c:pt>
                <c:pt idx="3159">
                  <c:v>3.6562499997671694E-2</c:v>
                </c:pt>
                <c:pt idx="3160">
                  <c:v>3.6574074074451346E-2</c:v>
                </c:pt>
                <c:pt idx="3161">
                  <c:v>3.6585648143955041E-2</c:v>
                </c:pt>
                <c:pt idx="3162">
                  <c:v>3.6597222220734693E-2</c:v>
                </c:pt>
                <c:pt idx="3163">
                  <c:v>3.6608796297514345E-2</c:v>
                </c:pt>
                <c:pt idx="3164">
                  <c:v>3.662037036701804E-2</c:v>
                </c:pt>
                <c:pt idx="3165">
                  <c:v>3.6631944443797693E-2</c:v>
                </c:pt>
                <c:pt idx="3166">
                  <c:v>3.6643518513301387E-2</c:v>
                </c:pt>
                <c:pt idx="3167">
                  <c:v>3.665509259008104E-2</c:v>
                </c:pt>
                <c:pt idx="3168">
                  <c:v>3.6666666666860692E-2</c:v>
                </c:pt>
                <c:pt idx="3169">
                  <c:v>3.6678240736364387E-2</c:v>
                </c:pt>
                <c:pt idx="3170">
                  <c:v>3.6689814813144039E-2</c:v>
                </c:pt>
                <c:pt idx="3171">
                  <c:v>3.6701388889923692E-2</c:v>
                </c:pt>
                <c:pt idx="3172">
                  <c:v>3.6712962959427387E-2</c:v>
                </c:pt>
                <c:pt idx="3173">
                  <c:v>3.6724537036207039E-2</c:v>
                </c:pt>
                <c:pt idx="3174">
                  <c:v>3.6736111105710734E-2</c:v>
                </c:pt>
                <c:pt idx="3175">
                  <c:v>3.6747685182490386E-2</c:v>
                </c:pt>
                <c:pt idx="3176">
                  <c:v>3.6759259259270038E-2</c:v>
                </c:pt>
                <c:pt idx="3177">
                  <c:v>3.6770833328773733E-2</c:v>
                </c:pt>
                <c:pt idx="3178">
                  <c:v>3.6782407405553386E-2</c:v>
                </c:pt>
                <c:pt idx="3179">
                  <c:v>3.6793981482333038E-2</c:v>
                </c:pt>
                <c:pt idx="3180">
                  <c:v>3.6805555551836733E-2</c:v>
                </c:pt>
                <c:pt idx="3181">
                  <c:v>3.6817129628616385E-2</c:v>
                </c:pt>
                <c:pt idx="3182">
                  <c:v>3.682870369812008E-2</c:v>
                </c:pt>
                <c:pt idx="3183">
                  <c:v>3.6840277774899732E-2</c:v>
                </c:pt>
                <c:pt idx="3184">
                  <c:v>3.6851851851679385E-2</c:v>
                </c:pt>
                <c:pt idx="3185">
                  <c:v>3.6863425921183079E-2</c:v>
                </c:pt>
                <c:pt idx="3186">
                  <c:v>3.6874999997962732E-2</c:v>
                </c:pt>
                <c:pt idx="3187">
                  <c:v>3.6886574074742384E-2</c:v>
                </c:pt>
                <c:pt idx="3188">
                  <c:v>3.6898148144246079E-2</c:v>
                </c:pt>
                <c:pt idx="3189">
                  <c:v>3.6909722221025731E-2</c:v>
                </c:pt>
                <c:pt idx="3190">
                  <c:v>3.6921296290529426E-2</c:v>
                </c:pt>
                <c:pt idx="3191">
                  <c:v>3.6932870367309079E-2</c:v>
                </c:pt>
                <c:pt idx="3192">
                  <c:v>3.6944444444088731E-2</c:v>
                </c:pt>
                <c:pt idx="3193">
                  <c:v>3.6956018513592426E-2</c:v>
                </c:pt>
                <c:pt idx="3194">
                  <c:v>3.6967592590372078E-2</c:v>
                </c:pt>
                <c:pt idx="3195">
                  <c:v>3.6979166667151731E-2</c:v>
                </c:pt>
                <c:pt idx="3196">
                  <c:v>3.6990740736655425E-2</c:v>
                </c:pt>
                <c:pt idx="3197">
                  <c:v>3.7002314813435078E-2</c:v>
                </c:pt>
                <c:pt idx="3198">
                  <c:v>3.701388889021473E-2</c:v>
                </c:pt>
                <c:pt idx="3199">
                  <c:v>3.7025462959718425E-2</c:v>
                </c:pt>
                <c:pt idx="3200">
                  <c:v>3.7037037036498077E-2</c:v>
                </c:pt>
                <c:pt idx="3201">
                  <c:v>3.7048611106001772E-2</c:v>
                </c:pt>
                <c:pt idx="3202">
                  <c:v>3.7060185182781424E-2</c:v>
                </c:pt>
                <c:pt idx="3203">
                  <c:v>3.7071759259561077E-2</c:v>
                </c:pt>
                <c:pt idx="3204">
                  <c:v>3.7083333329064772E-2</c:v>
                </c:pt>
                <c:pt idx="3205">
                  <c:v>3.7094907405844424E-2</c:v>
                </c:pt>
                <c:pt idx="3206">
                  <c:v>3.7106481482624076E-2</c:v>
                </c:pt>
                <c:pt idx="3207">
                  <c:v>3.7118055552127771E-2</c:v>
                </c:pt>
                <c:pt idx="3208">
                  <c:v>3.7129629628907423E-2</c:v>
                </c:pt>
                <c:pt idx="3209">
                  <c:v>3.7141203698411118E-2</c:v>
                </c:pt>
                <c:pt idx="3210">
                  <c:v>3.7152777775190771E-2</c:v>
                </c:pt>
                <c:pt idx="3211">
                  <c:v>3.7164351851970423E-2</c:v>
                </c:pt>
                <c:pt idx="3212">
                  <c:v>3.7175925921474118E-2</c:v>
                </c:pt>
                <c:pt idx="3213">
                  <c:v>3.718749999825377E-2</c:v>
                </c:pt>
                <c:pt idx="3214">
                  <c:v>3.7199074075033423E-2</c:v>
                </c:pt>
                <c:pt idx="3215">
                  <c:v>3.7210648144537117E-2</c:v>
                </c:pt>
                <c:pt idx="3216">
                  <c:v>3.722222222131677E-2</c:v>
                </c:pt>
                <c:pt idx="3217">
                  <c:v>3.7233796290820464E-2</c:v>
                </c:pt>
                <c:pt idx="3218">
                  <c:v>3.7245370367600117E-2</c:v>
                </c:pt>
                <c:pt idx="3219">
                  <c:v>3.7256944444379769E-2</c:v>
                </c:pt>
                <c:pt idx="3220">
                  <c:v>3.7268518513883464E-2</c:v>
                </c:pt>
                <c:pt idx="3221">
                  <c:v>3.7280092590663116E-2</c:v>
                </c:pt>
                <c:pt idx="3222">
                  <c:v>3.7291666667442769E-2</c:v>
                </c:pt>
                <c:pt idx="3223">
                  <c:v>3.7303240736946464E-2</c:v>
                </c:pt>
                <c:pt idx="3224">
                  <c:v>3.7314814813726116E-2</c:v>
                </c:pt>
                <c:pt idx="3225">
                  <c:v>3.7326388883229811E-2</c:v>
                </c:pt>
                <c:pt idx="3226">
                  <c:v>3.7337962960009463E-2</c:v>
                </c:pt>
                <c:pt idx="3227">
                  <c:v>3.7349537036789116E-2</c:v>
                </c:pt>
                <c:pt idx="3228">
                  <c:v>3.736111110629281E-2</c:v>
                </c:pt>
                <c:pt idx="3229">
                  <c:v>3.7372685183072463E-2</c:v>
                </c:pt>
                <c:pt idx="3230">
                  <c:v>3.7384259259852115E-2</c:v>
                </c:pt>
                <c:pt idx="3231">
                  <c:v>3.739583332935581E-2</c:v>
                </c:pt>
                <c:pt idx="3232">
                  <c:v>3.7407407406135462E-2</c:v>
                </c:pt>
                <c:pt idx="3233">
                  <c:v>3.7418981475639157E-2</c:v>
                </c:pt>
                <c:pt idx="3234">
                  <c:v>3.7430555552418809E-2</c:v>
                </c:pt>
                <c:pt idx="3235">
                  <c:v>3.7442129629198462E-2</c:v>
                </c:pt>
                <c:pt idx="3236">
                  <c:v>3.7453703698702157E-2</c:v>
                </c:pt>
                <c:pt idx="3237">
                  <c:v>3.7465277775481809E-2</c:v>
                </c:pt>
                <c:pt idx="3238">
                  <c:v>3.7476851852261461E-2</c:v>
                </c:pt>
                <c:pt idx="3239">
                  <c:v>3.7488425921765156E-2</c:v>
                </c:pt>
                <c:pt idx="3240">
                  <c:v>3.7499999998544808E-2</c:v>
                </c:pt>
                <c:pt idx="3241">
                  <c:v>3.7511574075324461E-2</c:v>
                </c:pt>
                <c:pt idx="3242">
                  <c:v>3.7523148144828156E-2</c:v>
                </c:pt>
                <c:pt idx="3243">
                  <c:v>3.7534722221607808E-2</c:v>
                </c:pt>
                <c:pt idx="3244">
                  <c:v>3.7546296291111503E-2</c:v>
                </c:pt>
                <c:pt idx="3245">
                  <c:v>3.7557870367891155E-2</c:v>
                </c:pt>
                <c:pt idx="3246">
                  <c:v>3.7569444444670808E-2</c:v>
                </c:pt>
                <c:pt idx="3247">
                  <c:v>3.7581018514174502E-2</c:v>
                </c:pt>
                <c:pt idx="3248">
                  <c:v>3.7592592590954155E-2</c:v>
                </c:pt>
                <c:pt idx="3249">
                  <c:v>3.7604166667733807E-2</c:v>
                </c:pt>
                <c:pt idx="3250">
                  <c:v>3.7615740737237502E-2</c:v>
                </c:pt>
                <c:pt idx="3251">
                  <c:v>3.7627314814017154E-2</c:v>
                </c:pt>
                <c:pt idx="3252">
                  <c:v>3.7638888883520849E-2</c:v>
                </c:pt>
                <c:pt idx="3253">
                  <c:v>3.7650462960300501E-2</c:v>
                </c:pt>
                <c:pt idx="3254">
                  <c:v>3.7662037037080154E-2</c:v>
                </c:pt>
                <c:pt idx="3255">
                  <c:v>3.7673611106583849E-2</c:v>
                </c:pt>
                <c:pt idx="3256">
                  <c:v>3.7685185183363501E-2</c:v>
                </c:pt>
                <c:pt idx="3257">
                  <c:v>3.7696759260143153E-2</c:v>
                </c:pt>
                <c:pt idx="3258">
                  <c:v>3.7708333329646848E-2</c:v>
                </c:pt>
                <c:pt idx="3259">
                  <c:v>3.7719907406426501E-2</c:v>
                </c:pt>
                <c:pt idx="3260">
                  <c:v>3.7731481475930195E-2</c:v>
                </c:pt>
                <c:pt idx="3261">
                  <c:v>3.7743055552709848E-2</c:v>
                </c:pt>
                <c:pt idx="3262">
                  <c:v>3.77546296294895E-2</c:v>
                </c:pt>
                <c:pt idx="3263">
                  <c:v>3.7766203698993195E-2</c:v>
                </c:pt>
                <c:pt idx="3264">
                  <c:v>3.7777777775772847E-2</c:v>
                </c:pt>
                <c:pt idx="3265">
                  <c:v>3.77893518525525E-2</c:v>
                </c:pt>
                <c:pt idx="3266">
                  <c:v>3.7800925922056194E-2</c:v>
                </c:pt>
                <c:pt idx="3267">
                  <c:v>3.7812499998835847E-2</c:v>
                </c:pt>
                <c:pt idx="3268">
                  <c:v>3.7824074068339542E-2</c:v>
                </c:pt>
                <c:pt idx="3269">
                  <c:v>3.7835648145119194E-2</c:v>
                </c:pt>
                <c:pt idx="3270">
                  <c:v>3.7847222221898846E-2</c:v>
                </c:pt>
                <c:pt idx="3271">
                  <c:v>3.7858796291402541E-2</c:v>
                </c:pt>
                <c:pt idx="3272">
                  <c:v>3.7870370368182193E-2</c:v>
                </c:pt>
                <c:pt idx="3273">
                  <c:v>3.7881944444961846E-2</c:v>
                </c:pt>
                <c:pt idx="3274">
                  <c:v>3.7893518514465541E-2</c:v>
                </c:pt>
                <c:pt idx="3275">
                  <c:v>3.7905092591245193E-2</c:v>
                </c:pt>
                <c:pt idx="3276">
                  <c:v>3.7916666660748888E-2</c:v>
                </c:pt>
                <c:pt idx="3277">
                  <c:v>3.792824073752854E-2</c:v>
                </c:pt>
                <c:pt idx="3278">
                  <c:v>3.7939814814308193E-2</c:v>
                </c:pt>
                <c:pt idx="3279">
                  <c:v>3.7951388883811887E-2</c:v>
                </c:pt>
                <c:pt idx="3280">
                  <c:v>3.796296296059154E-2</c:v>
                </c:pt>
                <c:pt idx="3281">
                  <c:v>3.7974537037371192E-2</c:v>
                </c:pt>
                <c:pt idx="3282">
                  <c:v>3.7986111106874887E-2</c:v>
                </c:pt>
                <c:pt idx="3283">
                  <c:v>3.7997685183654539E-2</c:v>
                </c:pt>
                <c:pt idx="3284">
                  <c:v>3.8009259260434192E-2</c:v>
                </c:pt>
                <c:pt idx="3285">
                  <c:v>3.8020833329937886E-2</c:v>
                </c:pt>
                <c:pt idx="3286">
                  <c:v>3.8032407406717539E-2</c:v>
                </c:pt>
                <c:pt idx="3287">
                  <c:v>3.8043981476221234E-2</c:v>
                </c:pt>
                <c:pt idx="3288">
                  <c:v>3.8055555553000886E-2</c:v>
                </c:pt>
                <c:pt idx="3289">
                  <c:v>3.8067129629780538E-2</c:v>
                </c:pt>
                <c:pt idx="3290">
                  <c:v>3.8078703699284233E-2</c:v>
                </c:pt>
                <c:pt idx="3291">
                  <c:v>3.8090277776063886E-2</c:v>
                </c:pt>
                <c:pt idx="3292">
                  <c:v>3.8101851852843538E-2</c:v>
                </c:pt>
                <c:pt idx="3293">
                  <c:v>3.8113425922347233E-2</c:v>
                </c:pt>
                <c:pt idx="3294">
                  <c:v>3.8124999999126885E-2</c:v>
                </c:pt>
                <c:pt idx="3295">
                  <c:v>3.813657406863058E-2</c:v>
                </c:pt>
                <c:pt idx="3296">
                  <c:v>3.8148148145410232E-2</c:v>
                </c:pt>
                <c:pt idx="3297">
                  <c:v>3.8159722222189885E-2</c:v>
                </c:pt>
                <c:pt idx="3298">
                  <c:v>3.8171296291693579E-2</c:v>
                </c:pt>
                <c:pt idx="3299">
                  <c:v>3.8182870368473232E-2</c:v>
                </c:pt>
                <c:pt idx="3300">
                  <c:v>3.8194444445252884E-2</c:v>
                </c:pt>
                <c:pt idx="3301">
                  <c:v>3.8206018514756579E-2</c:v>
                </c:pt>
                <c:pt idx="3302">
                  <c:v>3.8217592591536231E-2</c:v>
                </c:pt>
                <c:pt idx="3303">
                  <c:v>3.8229166661039926E-2</c:v>
                </c:pt>
                <c:pt idx="3304">
                  <c:v>3.8240740737819578E-2</c:v>
                </c:pt>
                <c:pt idx="3305">
                  <c:v>3.8252314814599231E-2</c:v>
                </c:pt>
                <c:pt idx="3306">
                  <c:v>3.8263888884102926E-2</c:v>
                </c:pt>
                <c:pt idx="3307">
                  <c:v>3.8275462960882578E-2</c:v>
                </c:pt>
                <c:pt idx="3308">
                  <c:v>3.828703703766223E-2</c:v>
                </c:pt>
                <c:pt idx="3309">
                  <c:v>3.8298611107165925E-2</c:v>
                </c:pt>
                <c:pt idx="3310">
                  <c:v>3.8310185183945578E-2</c:v>
                </c:pt>
                <c:pt idx="3311">
                  <c:v>3.8321759253449272E-2</c:v>
                </c:pt>
                <c:pt idx="3312">
                  <c:v>3.8333333330228925E-2</c:v>
                </c:pt>
                <c:pt idx="3313">
                  <c:v>3.8344907407008577E-2</c:v>
                </c:pt>
                <c:pt idx="3314">
                  <c:v>3.8356481476512272E-2</c:v>
                </c:pt>
                <c:pt idx="3315">
                  <c:v>3.8368055553291924E-2</c:v>
                </c:pt>
                <c:pt idx="3316">
                  <c:v>3.8379629630071577E-2</c:v>
                </c:pt>
                <c:pt idx="3317">
                  <c:v>3.8391203699575271E-2</c:v>
                </c:pt>
                <c:pt idx="3318">
                  <c:v>3.8402777776354924E-2</c:v>
                </c:pt>
                <c:pt idx="3319">
                  <c:v>3.8414351853134576E-2</c:v>
                </c:pt>
                <c:pt idx="3320">
                  <c:v>3.8425925922638271E-2</c:v>
                </c:pt>
                <c:pt idx="3321">
                  <c:v>3.8437499999417923E-2</c:v>
                </c:pt>
                <c:pt idx="3322">
                  <c:v>3.8449074068921618E-2</c:v>
                </c:pt>
                <c:pt idx="3323">
                  <c:v>3.8460648145701271E-2</c:v>
                </c:pt>
                <c:pt idx="3324">
                  <c:v>3.8472222222480923E-2</c:v>
                </c:pt>
                <c:pt idx="3325">
                  <c:v>3.8483796291984618E-2</c:v>
                </c:pt>
                <c:pt idx="3326">
                  <c:v>3.849537036876427E-2</c:v>
                </c:pt>
                <c:pt idx="3327">
                  <c:v>3.8506944445543922E-2</c:v>
                </c:pt>
                <c:pt idx="3328">
                  <c:v>3.8518518515047617E-2</c:v>
                </c:pt>
                <c:pt idx="3329">
                  <c:v>3.853009259182727E-2</c:v>
                </c:pt>
                <c:pt idx="3330">
                  <c:v>3.8541666661330964E-2</c:v>
                </c:pt>
                <c:pt idx="3331">
                  <c:v>3.8553240738110617E-2</c:v>
                </c:pt>
                <c:pt idx="3332">
                  <c:v>3.8564814814890269E-2</c:v>
                </c:pt>
                <c:pt idx="3333">
                  <c:v>3.8576388884393964E-2</c:v>
                </c:pt>
                <c:pt idx="3334">
                  <c:v>3.8587962961173616E-2</c:v>
                </c:pt>
                <c:pt idx="3335">
                  <c:v>3.8599537037953269E-2</c:v>
                </c:pt>
                <c:pt idx="3336">
                  <c:v>3.8611111107456964E-2</c:v>
                </c:pt>
                <c:pt idx="3337">
                  <c:v>3.8622685184236616E-2</c:v>
                </c:pt>
                <c:pt idx="3338">
                  <c:v>3.8634259253740311E-2</c:v>
                </c:pt>
                <c:pt idx="3339">
                  <c:v>3.8645833330519963E-2</c:v>
                </c:pt>
                <c:pt idx="3340">
                  <c:v>3.8657407407299615E-2</c:v>
                </c:pt>
                <c:pt idx="3341">
                  <c:v>3.866898147680331E-2</c:v>
                </c:pt>
                <c:pt idx="3342">
                  <c:v>3.8680555553582963E-2</c:v>
                </c:pt>
                <c:pt idx="3343">
                  <c:v>3.8692129630362615E-2</c:v>
                </c:pt>
                <c:pt idx="3344">
                  <c:v>3.870370369986631E-2</c:v>
                </c:pt>
                <c:pt idx="3345">
                  <c:v>3.8715277776645962E-2</c:v>
                </c:pt>
                <c:pt idx="3346">
                  <c:v>3.8726851846149657E-2</c:v>
                </c:pt>
                <c:pt idx="3347">
                  <c:v>3.8738425922929309E-2</c:v>
                </c:pt>
                <c:pt idx="3348">
                  <c:v>3.8749999999708962E-2</c:v>
                </c:pt>
                <c:pt idx="3349">
                  <c:v>3.8761574069212656E-2</c:v>
                </c:pt>
                <c:pt idx="3350">
                  <c:v>3.8773148145992309E-2</c:v>
                </c:pt>
                <c:pt idx="3351">
                  <c:v>3.8784722222771961E-2</c:v>
                </c:pt>
                <c:pt idx="3352">
                  <c:v>3.8796296292275656E-2</c:v>
                </c:pt>
                <c:pt idx="3353">
                  <c:v>3.8807870369055308E-2</c:v>
                </c:pt>
                <c:pt idx="3354">
                  <c:v>3.8819444438559003E-2</c:v>
                </c:pt>
                <c:pt idx="3355">
                  <c:v>3.8831018515338656E-2</c:v>
                </c:pt>
                <c:pt idx="3356">
                  <c:v>3.8842592592118308E-2</c:v>
                </c:pt>
                <c:pt idx="3357">
                  <c:v>3.8854166661622003E-2</c:v>
                </c:pt>
                <c:pt idx="3358">
                  <c:v>3.8865740738401655E-2</c:v>
                </c:pt>
                <c:pt idx="3359">
                  <c:v>3.8877314815181307E-2</c:v>
                </c:pt>
                <c:pt idx="3360">
                  <c:v>3.8888888884685002E-2</c:v>
                </c:pt>
                <c:pt idx="3361">
                  <c:v>3.8900462961464655E-2</c:v>
                </c:pt>
                <c:pt idx="3362">
                  <c:v>3.8912037038244307E-2</c:v>
                </c:pt>
                <c:pt idx="3363">
                  <c:v>3.8923611107748002E-2</c:v>
                </c:pt>
                <c:pt idx="3364">
                  <c:v>3.8935185184527654E-2</c:v>
                </c:pt>
                <c:pt idx="3365">
                  <c:v>3.8946759254031349E-2</c:v>
                </c:pt>
                <c:pt idx="3366">
                  <c:v>3.8958333330811001E-2</c:v>
                </c:pt>
                <c:pt idx="3367">
                  <c:v>3.8969907407590654E-2</c:v>
                </c:pt>
                <c:pt idx="3368">
                  <c:v>3.8981481477094349E-2</c:v>
                </c:pt>
                <c:pt idx="3369">
                  <c:v>3.8993055553874001E-2</c:v>
                </c:pt>
                <c:pt idx="3370">
                  <c:v>3.9004629630653653E-2</c:v>
                </c:pt>
                <c:pt idx="3371">
                  <c:v>3.9016203700157348E-2</c:v>
                </c:pt>
                <c:pt idx="3372">
                  <c:v>3.9027777776937E-2</c:v>
                </c:pt>
                <c:pt idx="3373">
                  <c:v>3.9039351846440695E-2</c:v>
                </c:pt>
                <c:pt idx="3374">
                  <c:v>3.9050925923220348E-2</c:v>
                </c:pt>
                <c:pt idx="3375">
                  <c:v>3.90625E-2</c:v>
                </c:pt>
                <c:pt idx="3376">
                  <c:v>3.9074074069503695E-2</c:v>
                </c:pt>
                <c:pt idx="3377">
                  <c:v>3.9085648146283347E-2</c:v>
                </c:pt>
                <c:pt idx="3378">
                  <c:v>3.9097222223063E-2</c:v>
                </c:pt>
                <c:pt idx="3379">
                  <c:v>3.9108796292566694E-2</c:v>
                </c:pt>
                <c:pt idx="3380">
                  <c:v>3.9120370369346347E-2</c:v>
                </c:pt>
                <c:pt idx="3381">
                  <c:v>3.9131944438850041E-2</c:v>
                </c:pt>
                <c:pt idx="3382">
                  <c:v>3.9143518515629694E-2</c:v>
                </c:pt>
                <c:pt idx="3383">
                  <c:v>3.9155092592409346E-2</c:v>
                </c:pt>
                <c:pt idx="3384">
                  <c:v>3.9166666661913041E-2</c:v>
                </c:pt>
                <c:pt idx="3385">
                  <c:v>3.9178240738692693E-2</c:v>
                </c:pt>
                <c:pt idx="3386">
                  <c:v>3.9189814815472346E-2</c:v>
                </c:pt>
                <c:pt idx="3387">
                  <c:v>3.9201388884976041E-2</c:v>
                </c:pt>
                <c:pt idx="3388">
                  <c:v>3.9212962961755693E-2</c:v>
                </c:pt>
                <c:pt idx="3389">
                  <c:v>3.9224537031259388E-2</c:v>
                </c:pt>
                <c:pt idx="3390">
                  <c:v>3.923611110803904E-2</c:v>
                </c:pt>
                <c:pt idx="3391">
                  <c:v>3.9247685184818693E-2</c:v>
                </c:pt>
                <c:pt idx="3392">
                  <c:v>3.9259259254322387E-2</c:v>
                </c:pt>
                <c:pt idx="3393">
                  <c:v>3.927083333110204E-2</c:v>
                </c:pt>
                <c:pt idx="3394">
                  <c:v>3.9282407407881692E-2</c:v>
                </c:pt>
                <c:pt idx="3395">
                  <c:v>3.9293981477385387E-2</c:v>
                </c:pt>
                <c:pt idx="3396">
                  <c:v>3.9305555554165039E-2</c:v>
                </c:pt>
                <c:pt idx="3397">
                  <c:v>3.9317129630944692E-2</c:v>
                </c:pt>
                <c:pt idx="3398">
                  <c:v>3.9328703700448386E-2</c:v>
                </c:pt>
                <c:pt idx="3399">
                  <c:v>3.9340277777228039E-2</c:v>
                </c:pt>
                <c:pt idx="3400">
                  <c:v>3.9351851846731734E-2</c:v>
                </c:pt>
                <c:pt idx="3401">
                  <c:v>3.9363425923511386E-2</c:v>
                </c:pt>
                <c:pt idx="3402">
                  <c:v>3.9375000000291038E-2</c:v>
                </c:pt>
                <c:pt idx="3403">
                  <c:v>3.9386574069794733E-2</c:v>
                </c:pt>
                <c:pt idx="3404">
                  <c:v>3.9398148146574385E-2</c:v>
                </c:pt>
                <c:pt idx="3405">
                  <c:v>3.9409722223354038E-2</c:v>
                </c:pt>
                <c:pt idx="3406">
                  <c:v>3.9421296292857733E-2</c:v>
                </c:pt>
                <c:pt idx="3407">
                  <c:v>3.9432870369637385E-2</c:v>
                </c:pt>
                <c:pt idx="3408">
                  <c:v>3.944444443914108E-2</c:v>
                </c:pt>
                <c:pt idx="3409">
                  <c:v>3.9456018515920732E-2</c:v>
                </c:pt>
                <c:pt idx="3410">
                  <c:v>3.9467592592700385E-2</c:v>
                </c:pt>
                <c:pt idx="3411">
                  <c:v>3.9479166662204079E-2</c:v>
                </c:pt>
                <c:pt idx="3412">
                  <c:v>3.9490740738983732E-2</c:v>
                </c:pt>
                <c:pt idx="3413">
                  <c:v>3.9502314815763384E-2</c:v>
                </c:pt>
                <c:pt idx="3414">
                  <c:v>3.9513888885267079E-2</c:v>
                </c:pt>
                <c:pt idx="3415">
                  <c:v>3.9525462962046731E-2</c:v>
                </c:pt>
                <c:pt idx="3416">
                  <c:v>3.9537037031550426E-2</c:v>
                </c:pt>
                <c:pt idx="3417">
                  <c:v>3.9548611108330078E-2</c:v>
                </c:pt>
                <c:pt idx="3418">
                  <c:v>3.9560185185109731E-2</c:v>
                </c:pt>
                <c:pt idx="3419">
                  <c:v>3.9571759254613426E-2</c:v>
                </c:pt>
                <c:pt idx="3420">
                  <c:v>3.9583333331393078E-2</c:v>
                </c:pt>
                <c:pt idx="3421">
                  <c:v>3.959490740817273E-2</c:v>
                </c:pt>
                <c:pt idx="3422">
                  <c:v>3.9606481477676425E-2</c:v>
                </c:pt>
                <c:pt idx="3423">
                  <c:v>3.9618055554456078E-2</c:v>
                </c:pt>
                <c:pt idx="3424">
                  <c:v>3.9629629623959772E-2</c:v>
                </c:pt>
                <c:pt idx="3425">
                  <c:v>3.9641203700739425E-2</c:v>
                </c:pt>
                <c:pt idx="3426">
                  <c:v>3.9652777777519077E-2</c:v>
                </c:pt>
                <c:pt idx="3427">
                  <c:v>3.9664351847022772E-2</c:v>
                </c:pt>
                <c:pt idx="3428">
                  <c:v>3.9675925923802424E-2</c:v>
                </c:pt>
                <c:pt idx="3429">
                  <c:v>3.9687500000582077E-2</c:v>
                </c:pt>
                <c:pt idx="3430">
                  <c:v>3.9699074070085771E-2</c:v>
                </c:pt>
                <c:pt idx="3431">
                  <c:v>3.9710648146865424E-2</c:v>
                </c:pt>
                <c:pt idx="3432">
                  <c:v>3.9722222216369119E-2</c:v>
                </c:pt>
                <c:pt idx="3433">
                  <c:v>3.9733796293148771E-2</c:v>
                </c:pt>
                <c:pt idx="3434">
                  <c:v>3.9745370369928423E-2</c:v>
                </c:pt>
                <c:pt idx="3435">
                  <c:v>3.9756944439432118E-2</c:v>
                </c:pt>
                <c:pt idx="3436">
                  <c:v>3.976851851621177E-2</c:v>
                </c:pt>
                <c:pt idx="3437">
                  <c:v>3.9780092592991423E-2</c:v>
                </c:pt>
                <c:pt idx="3438">
                  <c:v>3.9791666662495118E-2</c:v>
                </c:pt>
                <c:pt idx="3439">
                  <c:v>3.980324073927477E-2</c:v>
                </c:pt>
                <c:pt idx="3440">
                  <c:v>3.9814814816054422E-2</c:v>
                </c:pt>
                <c:pt idx="3441">
                  <c:v>3.9826388885558117E-2</c:v>
                </c:pt>
                <c:pt idx="3442">
                  <c:v>3.983796296233777E-2</c:v>
                </c:pt>
                <c:pt idx="3443">
                  <c:v>3.9849537031841464E-2</c:v>
                </c:pt>
                <c:pt idx="3444">
                  <c:v>3.9861111108621117E-2</c:v>
                </c:pt>
                <c:pt idx="3445">
                  <c:v>3.9872685185400769E-2</c:v>
                </c:pt>
                <c:pt idx="3446">
                  <c:v>3.9884259254904464E-2</c:v>
                </c:pt>
                <c:pt idx="3447">
                  <c:v>3.9895833331684116E-2</c:v>
                </c:pt>
                <c:pt idx="3448">
                  <c:v>3.9907407408463769E-2</c:v>
                </c:pt>
                <c:pt idx="3449">
                  <c:v>3.9918981477967463E-2</c:v>
                </c:pt>
                <c:pt idx="3450">
                  <c:v>3.9930555554747116E-2</c:v>
                </c:pt>
                <c:pt idx="3451">
                  <c:v>3.9942129624250811E-2</c:v>
                </c:pt>
                <c:pt idx="3452">
                  <c:v>3.9953703701030463E-2</c:v>
                </c:pt>
                <c:pt idx="3453">
                  <c:v>3.9965277777810115E-2</c:v>
                </c:pt>
                <c:pt idx="3454">
                  <c:v>3.997685184731381E-2</c:v>
                </c:pt>
                <c:pt idx="3455">
                  <c:v>3.9988425924093463E-2</c:v>
                </c:pt>
                <c:pt idx="3456">
                  <c:v>4.0000000000873115E-2</c:v>
                </c:pt>
                <c:pt idx="3457">
                  <c:v>4.001157407037681E-2</c:v>
                </c:pt>
                <c:pt idx="3458">
                  <c:v>4.0023148147156462E-2</c:v>
                </c:pt>
                <c:pt idx="3459">
                  <c:v>4.0034722216660157E-2</c:v>
                </c:pt>
                <c:pt idx="3460">
                  <c:v>4.0046296293439809E-2</c:v>
                </c:pt>
                <c:pt idx="3461">
                  <c:v>4.0057870370219462E-2</c:v>
                </c:pt>
                <c:pt idx="3462">
                  <c:v>4.0069444439723156E-2</c:v>
                </c:pt>
                <c:pt idx="3463">
                  <c:v>4.0081018516502809E-2</c:v>
                </c:pt>
                <c:pt idx="3464">
                  <c:v>4.0092592593282461E-2</c:v>
                </c:pt>
                <c:pt idx="3465">
                  <c:v>4.0104166662786156E-2</c:v>
                </c:pt>
                <c:pt idx="3466">
                  <c:v>4.0115740739565808E-2</c:v>
                </c:pt>
                <c:pt idx="3467">
                  <c:v>4.0127314809069503E-2</c:v>
                </c:pt>
                <c:pt idx="3468">
                  <c:v>4.0138888885849155E-2</c:v>
                </c:pt>
                <c:pt idx="3469">
                  <c:v>4.0150462962628808E-2</c:v>
                </c:pt>
                <c:pt idx="3470">
                  <c:v>4.0162037032132503E-2</c:v>
                </c:pt>
                <c:pt idx="3471">
                  <c:v>4.0173611108912155E-2</c:v>
                </c:pt>
                <c:pt idx="3472">
                  <c:v>4.0185185185691807E-2</c:v>
                </c:pt>
                <c:pt idx="3473">
                  <c:v>4.0196759255195502E-2</c:v>
                </c:pt>
                <c:pt idx="3474">
                  <c:v>4.0208333331975155E-2</c:v>
                </c:pt>
                <c:pt idx="3475">
                  <c:v>4.0219907401478849E-2</c:v>
                </c:pt>
                <c:pt idx="3476">
                  <c:v>4.0231481478258502E-2</c:v>
                </c:pt>
                <c:pt idx="3477">
                  <c:v>4.0243055555038154E-2</c:v>
                </c:pt>
                <c:pt idx="3478">
                  <c:v>4.0254629624541849E-2</c:v>
                </c:pt>
                <c:pt idx="3479">
                  <c:v>4.0266203701321501E-2</c:v>
                </c:pt>
                <c:pt idx="3480">
                  <c:v>4.0277777778101154E-2</c:v>
                </c:pt>
                <c:pt idx="3481">
                  <c:v>4.0289351847604848E-2</c:v>
                </c:pt>
                <c:pt idx="3482">
                  <c:v>4.0300925924384501E-2</c:v>
                </c:pt>
                <c:pt idx="3483">
                  <c:v>4.0312500001164153E-2</c:v>
                </c:pt>
                <c:pt idx="3484">
                  <c:v>4.0324074070667848E-2</c:v>
                </c:pt>
                <c:pt idx="3485">
                  <c:v>4.03356481474475E-2</c:v>
                </c:pt>
                <c:pt idx="3486">
                  <c:v>4.0347222216951195E-2</c:v>
                </c:pt>
                <c:pt idx="3487">
                  <c:v>4.0358796293730848E-2</c:v>
                </c:pt>
                <c:pt idx="3488">
                  <c:v>4.03703703705105E-2</c:v>
                </c:pt>
                <c:pt idx="3489">
                  <c:v>4.0381944440014195E-2</c:v>
                </c:pt>
                <c:pt idx="3490">
                  <c:v>4.0393518516793847E-2</c:v>
                </c:pt>
                <c:pt idx="3491">
                  <c:v>4.0405092593573499E-2</c:v>
                </c:pt>
                <c:pt idx="3492">
                  <c:v>4.0416666663077194E-2</c:v>
                </c:pt>
                <c:pt idx="3493">
                  <c:v>4.0428240739856847E-2</c:v>
                </c:pt>
                <c:pt idx="3494">
                  <c:v>4.0439814809360541E-2</c:v>
                </c:pt>
                <c:pt idx="3495">
                  <c:v>4.0451388886140194E-2</c:v>
                </c:pt>
                <c:pt idx="3496">
                  <c:v>4.0462962962919846E-2</c:v>
                </c:pt>
                <c:pt idx="3497">
                  <c:v>4.0474537032423541E-2</c:v>
                </c:pt>
                <c:pt idx="3498">
                  <c:v>4.0486111109203193E-2</c:v>
                </c:pt>
                <c:pt idx="3499">
                  <c:v>4.0497685185982846E-2</c:v>
                </c:pt>
                <c:pt idx="3500">
                  <c:v>4.050925925548654E-2</c:v>
                </c:pt>
                <c:pt idx="3501">
                  <c:v>4.0520833332266193E-2</c:v>
                </c:pt>
                <c:pt idx="3502">
                  <c:v>4.0532407401769888E-2</c:v>
                </c:pt>
                <c:pt idx="3503">
                  <c:v>4.054398147854954E-2</c:v>
                </c:pt>
                <c:pt idx="3504">
                  <c:v>4.0555555555329192E-2</c:v>
                </c:pt>
                <c:pt idx="3505">
                  <c:v>4.0567129624832887E-2</c:v>
                </c:pt>
                <c:pt idx="3506">
                  <c:v>4.057870370161254E-2</c:v>
                </c:pt>
                <c:pt idx="3507">
                  <c:v>4.0590277778392192E-2</c:v>
                </c:pt>
                <c:pt idx="3508">
                  <c:v>4.0601851847895887E-2</c:v>
                </c:pt>
                <c:pt idx="3509">
                  <c:v>4.0613425924675539E-2</c:v>
                </c:pt>
                <c:pt idx="3510">
                  <c:v>4.0624999994179234E-2</c:v>
                </c:pt>
                <c:pt idx="3511">
                  <c:v>4.0636574070958886E-2</c:v>
                </c:pt>
                <c:pt idx="3512">
                  <c:v>4.0648148147738539E-2</c:v>
                </c:pt>
                <c:pt idx="3513">
                  <c:v>4.0659722217242233E-2</c:v>
                </c:pt>
                <c:pt idx="3514">
                  <c:v>4.0671296294021886E-2</c:v>
                </c:pt>
                <c:pt idx="3515">
                  <c:v>4.0682870370801538E-2</c:v>
                </c:pt>
                <c:pt idx="3516">
                  <c:v>4.0694444440305233E-2</c:v>
                </c:pt>
                <c:pt idx="3517">
                  <c:v>4.0706018517084885E-2</c:v>
                </c:pt>
                <c:pt idx="3518">
                  <c:v>4.0717592593864538E-2</c:v>
                </c:pt>
                <c:pt idx="3519">
                  <c:v>4.0729166663368233E-2</c:v>
                </c:pt>
                <c:pt idx="3520">
                  <c:v>4.0740740740147885E-2</c:v>
                </c:pt>
                <c:pt idx="3521">
                  <c:v>4.075231480965158E-2</c:v>
                </c:pt>
                <c:pt idx="3522">
                  <c:v>4.0763888886431232E-2</c:v>
                </c:pt>
                <c:pt idx="3523">
                  <c:v>4.0775462963210884E-2</c:v>
                </c:pt>
                <c:pt idx="3524">
                  <c:v>4.0787037032714579E-2</c:v>
                </c:pt>
                <c:pt idx="3525">
                  <c:v>4.0798611109494232E-2</c:v>
                </c:pt>
                <c:pt idx="3526">
                  <c:v>4.0810185186273884E-2</c:v>
                </c:pt>
                <c:pt idx="3527">
                  <c:v>4.0821759255777579E-2</c:v>
                </c:pt>
                <c:pt idx="3528">
                  <c:v>4.0833333332557231E-2</c:v>
                </c:pt>
                <c:pt idx="3529">
                  <c:v>4.0844907402060926E-2</c:v>
                </c:pt>
                <c:pt idx="3530">
                  <c:v>4.0856481478840578E-2</c:v>
                </c:pt>
                <c:pt idx="3531">
                  <c:v>4.0868055555620231E-2</c:v>
                </c:pt>
                <c:pt idx="3532">
                  <c:v>4.0879629625123926E-2</c:v>
                </c:pt>
                <c:pt idx="3533">
                  <c:v>4.0891203701903578E-2</c:v>
                </c:pt>
                <c:pt idx="3534">
                  <c:v>4.090277777868323E-2</c:v>
                </c:pt>
                <c:pt idx="3535">
                  <c:v>4.0914351848186925E-2</c:v>
                </c:pt>
                <c:pt idx="3536">
                  <c:v>4.0925925924966577E-2</c:v>
                </c:pt>
                <c:pt idx="3537">
                  <c:v>4.0937499994470272E-2</c:v>
                </c:pt>
                <c:pt idx="3538">
                  <c:v>4.0949074071249925E-2</c:v>
                </c:pt>
                <c:pt idx="3539">
                  <c:v>4.0960648148029577E-2</c:v>
                </c:pt>
                <c:pt idx="3540">
                  <c:v>4.0972222217533272E-2</c:v>
                </c:pt>
                <c:pt idx="3541">
                  <c:v>4.0983796294312924E-2</c:v>
                </c:pt>
                <c:pt idx="3542">
                  <c:v>4.0995370371092577E-2</c:v>
                </c:pt>
                <c:pt idx="3543">
                  <c:v>4.1006944440596271E-2</c:v>
                </c:pt>
                <c:pt idx="3544">
                  <c:v>4.1018518517375924E-2</c:v>
                </c:pt>
                <c:pt idx="3545">
                  <c:v>4.1030092586879618E-2</c:v>
                </c:pt>
                <c:pt idx="3546">
                  <c:v>4.1041666663659271E-2</c:v>
                </c:pt>
                <c:pt idx="3547">
                  <c:v>4.1053240740438923E-2</c:v>
                </c:pt>
                <c:pt idx="3548">
                  <c:v>4.1064814809942618E-2</c:v>
                </c:pt>
                <c:pt idx="3549">
                  <c:v>4.107638888672227E-2</c:v>
                </c:pt>
                <c:pt idx="3550">
                  <c:v>4.1087962963501923E-2</c:v>
                </c:pt>
                <c:pt idx="3551">
                  <c:v>4.1099537033005618E-2</c:v>
                </c:pt>
                <c:pt idx="3552">
                  <c:v>4.111111110978527E-2</c:v>
                </c:pt>
                <c:pt idx="3553">
                  <c:v>4.1122685179288965E-2</c:v>
                </c:pt>
                <c:pt idx="3554">
                  <c:v>4.1134259256068617E-2</c:v>
                </c:pt>
                <c:pt idx="3555">
                  <c:v>4.1145833332848269E-2</c:v>
                </c:pt>
                <c:pt idx="3556">
                  <c:v>4.1157407402351964E-2</c:v>
                </c:pt>
                <c:pt idx="3557">
                  <c:v>4.1168981479131617E-2</c:v>
                </c:pt>
                <c:pt idx="3558">
                  <c:v>4.1180555555911269E-2</c:v>
                </c:pt>
                <c:pt idx="3559">
                  <c:v>4.1192129625414964E-2</c:v>
                </c:pt>
                <c:pt idx="3560">
                  <c:v>4.1203703702194616E-2</c:v>
                </c:pt>
                <c:pt idx="3561">
                  <c:v>4.1215277778974269E-2</c:v>
                </c:pt>
                <c:pt idx="3562">
                  <c:v>4.1226851848477963E-2</c:v>
                </c:pt>
                <c:pt idx="3563">
                  <c:v>4.1238425925257616E-2</c:v>
                </c:pt>
                <c:pt idx="3564">
                  <c:v>4.1249999994761311E-2</c:v>
                </c:pt>
                <c:pt idx="3565">
                  <c:v>4.1261574071540963E-2</c:v>
                </c:pt>
                <c:pt idx="3566">
                  <c:v>4.1273148148320615E-2</c:v>
                </c:pt>
                <c:pt idx="3567">
                  <c:v>4.128472221782431E-2</c:v>
                </c:pt>
                <c:pt idx="3568">
                  <c:v>4.1296296294603962E-2</c:v>
                </c:pt>
                <c:pt idx="3569">
                  <c:v>4.1307870371383615E-2</c:v>
                </c:pt>
                <c:pt idx="3570">
                  <c:v>4.131944444088731E-2</c:v>
                </c:pt>
                <c:pt idx="3571">
                  <c:v>4.1331018517666962E-2</c:v>
                </c:pt>
                <c:pt idx="3572">
                  <c:v>4.1342592587170657E-2</c:v>
                </c:pt>
                <c:pt idx="3573">
                  <c:v>4.1354166663950309E-2</c:v>
                </c:pt>
                <c:pt idx="3574">
                  <c:v>4.1365740740729962E-2</c:v>
                </c:pt>
                <c:pt idx="3575">
                  <c:v>4.1377314810233656E-2</c:v>
                </c:pt>
                <c:pt idx="3576">
                  <c:v>4.1388888887013309E-2</c:v>
                </c:pt>
                <c:pt idx="3577">
                  <c:v>4.1400462963792961E-2</c:v>
                </c:pt>
                <c:pt idx="3578">
                  <c:v>4.1412037033296656E-2</c:v>
                </c:pt>
                <c:pt idx="3579">
                  <c:v>4.1423611110076308E-2</c:v>
                </c:pt>
                <c:pt idx="3580">
                  <c:v>4.1435185179580003E-2</c:v>
                </c:pt>
                <c:pt idx="3581">
                  <c:v>4.1446759256359655E-2</c:v>
                </c:pt>
                <c:pt idx="3582">
                  <c:v>4.1458333333139308E-2</c:v>
                </c:pt>
                <c:pt idx="3583">
                  <c:v>4.1469907402643003E-2</c:v>
                </c:pt>
                <c:pt idx="3584">
                  <c:v>4.1481481479422655E-2</c:v>
                </c:pt>
                <c:pt idx="3585">
                  <c:v>4.1493055556202307E-2</c:v>
                </c:pt>
                <c:pt idx="3586">
                  <c:v>4.1504629625706002E-2</c:v>
                </c:pt>
                <c:pt idx="3587">
                  <c:v>4.1516203702485655E-2</c:v>
                </c:pt>
                <c:pt idx="3588">
                  <c:v>4.1527777771989349E-2</c:v>
                </c:pt>
                <c:pt idx="3589">
                  <c:v>4.1539351848769002E-2</c:v>
                </c:pt>
                <c:pt idx="3590">
                  <c:v>4.1550925925548654E-2</c:v>
                </c:pt>
                <c:pt idx="3591">
                  <c:v>4.1562499995052349E-2</c:v>
                </c:pt>
                <c:pt idx="3592">
                  <c:v>4.1574074071832001E-2</c:v>
                </c:pt>
                <c:pt idx="3593">
                  <c:v>4.1585648148611654E-2</c:v>
                </c:pt>
                <c:pt idx="3594">
                  <c:v>4.1597222218115348E-2</c:v>
                </c:pt>
                <c:pt idx="3595">
                  <c:v>4.1608796294895001E-2</c:v>
                </c:pt>
                <c:pt idx="3596">
                  <c:v>4.1620370371674653E-2</c:v>
                </c:pt>
                <c:pt idx="3597">
                  <c:v>4.1631944441178348E-2</c:v>
                </c:pt>
                <c:pt idx="3598">
                  <c:v>4.1643518517958E-2</c:v>
                </c:pt>
                <c:pt idx="3599">
                  <c:v>4.1655092587461695E-2</c:v>
                </c:pt>
                <c:pt idx="3600">
                  <c:v>4.1666666664241347E-2</c:v>
                </c:pt>
                <c:pt idx="3601">
                  <c:v>4.1678240741021E-2</c:v>
                </c:pt>
                <c:pt idx="3602">
                  <c:v>4.1689814810524695E-2</c:v>
                </c:pt>
                <c:pt idx="3603">
                  <c:v>4.1701388887304347E-2</c:v>
                </c:pt>
                <c:pt idx="3604">
                  <c:v>4.1712962964083999E-2</c:v>
                </c:pt>
                <c:pt idx="3605">
                  <c:v>4.1724537033587694E-2</c:v>
                </c:pt>
                <c:pt idx="3606">
                  <c:v>4.1736111110367347E-2</c:v>
                </c:pt>
                <c:pt idx="3607">
                  <c:v>4.1747685179871041E-2</c:v>
                </c:pt>
                <c:pt idx="3608">
                  <c:v>4.1759259256650694E-2</c:v>
                </c:pt>
                <c:pt idx="3609">
                  <c:v>4.1770833333430346E-2</c:v>
                </c:pt>
                <c:pt idx="3610">
                  <c:v>4.1782407402934041E-2</c:v>
                </c:pt>
                <c:pt idx="3611">
                  <c:v>4.1793981479713693E-2</c:v>
                </c:pt>
                <c:pt idx="3612">
                  <c:v>4.1805555556493346E-2</c:v>
                </c:pt>
                <c:pt idx="3613">
                  <c:v>4.181712962599704E-2</c:v>
                </c:pt>
                <c:pt idx="3614">
                  <c:v>4.1828703702776693E-2</c:v>
                </c:pt>
                <c:pt idx="3615">
                  <c:v>4.1840277772280388E-2</c:v>
                </c:pt>
                <c:pt idx="3616">
                  <c:v>4.185185184906004E-2</c:v>
                </c:pt>
                <c:pt idx="3617">
                  <c:v>4.1863425925839692E-2</c:v>
                </c:pt>
                <c:pt idx="3618">
                  <c:v>4.1874999995343387E-2</c:v>
                </c:pt>
                <c:pt idx="3619">
                  <c:v>4.188657407212304E-2</c:v>
                </c:pt>
                <c:pt idx="3620">
                  <c:v>4.1898148148902692E-2</c:v>
                </c:pt>
                <c:pt idx="3621">
                  <c:v>4.1909722218406387E-2</c:v>
                </c:pt>
                <c:pt idx="3622">
                  <c:v>4.1921296295186039E-2</c:v>
                </c:pt>
                <c:pt idx="3623">
                  <c:v>4.1932870364689734E-2</c:v>
                </c:pt>
                <c:pt idx="3624">
                  <c:v>4.1944444441469386E-2</c:v>
                </c:pt>
                <c:pt idx="3625">
                  <c:v>4.1956018518249039E-2</c:v>
                </c:pt>
                <c:pt idx="3626">
                  <c:v>4.1967592587752733E-2</c:v>
                </c:pt>
                <c:pt idx="3627">
                  <c:v>4.1979166664532386E-2</c:v>
                </c:pt>
                <c:pt idx="3628">
                  <c:v>4.1990740741312038E-2</c:v>
                </c:pt>
                <c:pt idx="3629">
                  <c:v>4.2002314810815733E-2</c:v>
                </c:pt>
                <c:pt idx="3630">
                  <c:v>4.2013888887595385E-2</c:v>
                </c:pt>
                <c:pt idx="3631">
                  <c:v>4.202546295709908E-2</c:v>
                </c:pt>
                <c:pt idx="3632">
                  <c:v>4.2037037033878732E-2</c:v>
                </c:pt>
                <c:pt idx="3633">
                  <c:v>4.2048611110658385E-2</c:v>
                </c:pt>
                <c:pt idx="3634">
                  <c:v>4.206018518016208E-2</c:v>
                </c:pt>
                <c:pt idx="3635">
                  <c:v>4.2071759256941732E-2</c:v>
                </c:pt>
                <c:pt idx="3636">
                  <c:v>4.2083333333721384E-2</c:v>
                </c:pt>
                <c:pt idx="3637">
                  <c:v>4.2094907403225079E-2</c:v>
                </c:pt>
                <c:pt idx="3638">
                  <c:v>4.2106481480004732E-2</c:v>
                </c:pt>
                <c:pt idx="3639">
                  <c:v>4.2118055556784384E-2</c:v>
                </c:pt>
                <c:pt idx="3640">
                  <c:v>4.2129629626288079E-2</c:v>
                </c:pt>
                <c:pt idx="3641">
                  <c:v>4.2141203703067731E-2</c:v>
                </c:pt>
                <c:pt idx="3642">
                  <c:v>4.2152777772571426E-2</c:v>
                </c:pt>
                <c:pt idx="3643">
                  <c:v>4.2164351849351078E-2</c:v>
                </c:pt>
                <c:pt idx="3644">
                  <c:v>4.2175925926130731E-2</c:v>
                </c:pt>
                <c:pt idx="3645">
                  <c:v>4.2187499995634425E-2</c:v>
                </c:pt>
                <c:pt idx="3646">
                  <c:v>4.2199074072414078E-2</c:v>
                </c:pt>
                <c:pt idx="3647">
                  <c:v>4.221064814919373E-2</c:v>
                </c:pt>
                <c:pt idx="3648">
                  <c:v>4.2222222218697425E-2</c:v>
                </c:pt>
                <c:pt idx="3649">
                  <c:v>4.2233796295477077E-2</c:v>
                </c:pt>
                <c:pt idx="3650">
                  <c:v>4.2245370364980772E-2</c:v>
                </c:pt>
                <c:pt idx="3651">
                  <c:v>4.2256944441760425E-2</c:v>
                </c:pt>
                <c:pt idx="3652">
                  <c:v>4.2268518518540077E-2</c:v>
                </c:pt>
                <c:pt idx="3653">
                  <c:v>4.2280092588043772E-2</c:v>
                </c:pt>
                <c:pt idx="3654">
                  <c:v>4.2291666664823424E-2</c:v>
                </c:pt>
                <c:pt idx="3655">
                  <c:v>4.2303240741603076E-2</c:v>
                </c:pt>
                <c:pt idx="3656">
                  <c:v>4.2314814811106771E-2</c:v>
                </c:pt>
                <c:pt idx="3657">
                  <c:v>4.2326388887886424E-2</c:v>
                </c:pt>
                <c:pt idx="3658">
                  <c:v>4.2337962957390118E-2</c:v>
                </c:pt>
                <c:pt idx="3659">
                  <c:v>4.2349537034169771E-2</c:v>
                </c:pt>
                <c:pt idx="3660">
                  <c:v>4.2361111110949423E-2</c:v>
                </c:pt>
                <c:pt idx="3661">
                  <c:v>4.2372685180453118E-2</c:v>
                </c:pt>
                <c:pt idx="3662">
                  <c:v>4.238425925723277E-2</c:v>
                </c:pt>
                <c:pt idx="3663">
                  <c:v>4.2395833334012423E-2</c:v>
                </c:pt>
                <c:pt idx="3664">
                  <c:v>4.2407407403516117E-2</c:v>
                </c:pt>
                <c:pt idx="3665">
                  <c:v>4.241898148029577E-2</c:v>
                </c:pt>
                <c:pt idx="3666">
                  <c:v>4.2430555549799465E-2</c:v>
                </c:pt>
                <c:pt idx="3667">
                  <c:v>4.2442129626579117E-2</c:v>
                </c:pt>
                <c:pt idx="3668">
                  <c:v>4.2453703703358769E-2</c:v>
                </c:pt>
                <c:pt idx="3669">
                  <c:v>4.2465277772862464E-2</c:v>
                </c:pt>
                <c:pt idx="3670">
                  <c:v>4.2476851849642117E-2</c:v>
                </c:pt>
                <c:pt idx="3671">
                  <c:v>4.2488425926421769E-2</c:v>
                </c:pt>
                <c:pt idx="3672">
                  <c:v>4.2499999995925464E-2</c:v>
                </c:pt>
                <c:pt idx="3673">
                  <c:v>4.2511574072705116E-2</c:v>
                </c:pt>
                <c:pt idx="3674">
                  <c:v>4.2523148149484769E-2</c:v>
                </c:pt>
                <c:pt idx="3675">
                  <c:v>4.2534722218988463E-2</c:v>
                </c:pt>
                <c:pt idx="3676">
                  <c:v>4.2546296295768116E-2</c:v>
                </c:pt>
                <c:pt idx="3677">
                  <c:v>4.255787036527181E-2</c:v>
                </c:pt>
                <c:pt idx="3678">
                  <c:v>4.2569444442051463E-2</c:v>
                </c:pt>
                <c:pt idx="3679">
                  <c:v>4.2581018518831115E-2</c:v>
                </c:pt>
                <c:pt idx="3680">
                  <c:v>4.259259258833481E-2</c:v>
                </c:pt>
                <c:pt idx="3681">
                  <c:v>4.2604166665114462E-2</c:v>
                </c:pt>
                <c:pt idx="3682">
                  <c:v>4.2615740741894115E-2</c:v>
                </c:pt>
                <c:pt idx="3683">
                  <c:v>4.262731481139781E-2</c:v>
                </c:pt>
                <c:pt idx="3684">
                  <c:v>4.2638888888177462E-2</c:v>
                </c:pt>
                <c:pt idx="3685">
                  <c:v>4.2650462957681157E-2</c:v>
                </c:pt>
                <c:pt idx="3686">
                  <c:v>4.2662037034460809E-2</c:v>
                </c:pt>
                <c:pt idx="3687">
                  <c:v>4.2673611111240461E-2</c:v>
                </c:pt>
                <c:pt idx="3688">
                  <c:v>4.2685185180744156E-2</c:v>
                </c:pt>
                <c:pt idx="3689">
                  <c:v>4.2696759257523809E-2</c:v>
                </c:pt>
                <c:pt idx="3690">
                  <c:v>4.2708333334303461E-2</c:v>
                </c:pt>
                <c:pt idx="3691">
                  <c:v>4.2719907403807156E-2</c:v>
                </c:pt>
                <c:pt idx="3692">
                  <c:v>4.2731481480586808E-2</c:v>
                </c:pt>
                <c:pt idx="3693">
                  <c:v>4.2743055550090503E-2</c:v>
                </c:pt>
                <c:pt idx="3694">
                  <c:v>4.2754629626870155E-2</c:v>
                </c:pt>
                <c:pt idx="3695">
                  <c:v>4.2766203703649808E-2</c:v>
                </c:pt>
                <c:pt idx="3696">
                  <c:v>4.2777777773153502E-2</c:v>
                </c:pt>
                <c:pt idx="3697">
                  <c:v>4.2789351849933155E-2</c:v>
                </c:pt>
                <c:pt idx="3698">
                  <c:v>4.2800925926712807E-2</c:v>
                </c:pt>
                <c:pt idx="3699">
                  <c:v>4.2812499996216502E-2</c:v>
                </c:pt>
                <c:pt idx="3700">
                  <c:v>4.2824074072996154E-2</c:v>
                </c:pt>
                <c:pt idx="3701">
                  <c:v>4.2835648142499849E-2</c:v>
                </c:pt>
                <c:pt idx="3702">
                  <c:v>4.2847222219279502E-2</c:v>
                </c:pt>
                <c:pt idx="3703">
                  <c:v>4.2858796296059154E-2</c:v>
                </c:pt>
                <c:pt idx="3704">
                  <c:v>4.2870370365562849E-2</c:v>
                </c:pt>
                <c:pt idx="3705">
                  <c:v>4.2881944442342501E-2</c:v>
                </c:pt>
                <c:pt idx="3706">
                  <c:v>4.2893518519122154E-2</c:v>
                </c:pt>
                <c:pt idx="3707">
                  <c:v>4.2905092588625848E-2</c:v>
                </c:pt>
                <c:pt idx="3708">
                  <c:v>4.2916666665405501E-2</c:v>
                </c:pt>
                <c:pt idx="3709">
                  <c:v>4.2928240734909195E-2</c:v>
                </c:pt>
                <c:pt idx="3710">
                  <c:v>4.2939814811688848E-2</c:v>
                </c:pt>
                <c:pt idx="3711">
                  <c:v>4.29513888884685E-2</c:v>
                </c:pt>
                <c:pt idx="3712">
                  <c:v>4.2962962957972195E-2</c:v>
                </c:pt>
                <c:pt idx="3713">
                  <c:v>4.2974537034751847E-2</c:v>
                </c:pt>
                <c:pt idx="3714">
                  <c:v>4.29861111115315E-2</c:v>
                </c:pt>
                <c:pt idx="3715">
                  <c:v>4.2997685181035195E-2</c:v>
                </c:pt>
                <c:pt idx="3716">
                  <c:v>4.3009259257814847E-2</c:v>
                </c:pt>
                <c:pt idx="3717">
                  <c:v>4.3020833334594499E-2</c:v>
                </c:pt>
                <c:pt idx="3718">
                  <c:v>4.3032407404098194E-2</c:v>
                </c:pt>
                <c:pt idx="3719">
                  <c:v>4.3043981480877846E-2</c:v>
                </c:pt>
                <c:pt idx="3720">
                  <c:v>4.3055555550381541E-2</c:v>
                </c:pt>
                <c:pt idx="3721">
                  <c:v>4.3067129627161194E-2</c:v>
                </c:pt>
                <c:pt idx="3722">
                  <c:v>4.3078703703940846E-2</c:v>
                </c:pt>
                <c:pt idx="3723">
                  <c:v>4.3090277773444541E-2</c:v>
                </c:pt>
                <c:pt idx="3724">
                  <c:v>4.3101851850224193E-2</c:v>
                </c:pt>
                <c:pt idx="3725">
                  <c:v>4.3113425927003846E-2</c:v>
                </c:pt>
                <c:pt idx="3726">
                  <c:v>4.312499999650754E-2</c:v>
                </c:pt>
                <c:pt idx="3727">
                  <c:v>4.3136574073287193E-2</c:v>
                </c:pt>
                <c:pt idx="3728">
                  <c:v>4.3148148142790888E-2</c:v>
                </c:pt>
                <c:pt idx="3729">
                  <c:v>4.315972221957054E-2</c:v>
                </c:pt>
                <c:pt idx="3730">
                  <c:v>4.3171296296350192E-2</c:v>
                </c:pt>
                <c:pt idx="3731">
                  <c:v>4.3182870365853887E-2</c:v>
                </c:pt>
                <c:pt idx="3732">
                  <c:v>4.3194444442633539E-2</c:v>
                </c:pt>
                <c:pt idx="3733">
                  <c:v>4.3206018519413192E-2</c:v>
                </c:pt>
                <c:pt idx="3734">
                  <c:v>4.3217592588916887E-2</c:v>
                </c:pt>
                <c:pt idx="3735">
                  <c:v>4.3229166665696539E-2</c:v>
                </c:pt>
                <c:pt idx="3736">
                  <c:v>4.3240740735200234E-2</c:v>
                </c:pt>
                <c:pt idx="3737">
                  <c:v>4.3252314811979886E-2</c:v>
                </c:pt>
                <c:pt idx="3738">
                  <c:v>4.3263888888759539E-2</c:v>
                </c:pt>
                <c:pt idx="3739">
                  <c:v>4.3275462958263233E-2</c:v>
                </c:pt>
                <c:pt idx="3740">
                  <c:v>4.3287037035042886E-2</c:v>
                </c:pt>
                <c:pt idx="3741">
                  <c:v>4.3298611111822538E-2</c:v>
                </c:pt>
                <c:pt idx="3742">
                  <c:v>4.3310185181326233E-2</c:v>
                </c:pt>
                <c:pt idx="3743">
                  <c:v>4.3321759258105885E-2</c:v>
                </c:pt>
                <c:pt idx="3744">
                  <c:v>4.333333332760958E-2</c:v>
                </c:pt>
                <c:pt idx="3745">
                  <c:v>4.3344907404389232E-2</c:v>
                </c:pt>
                <c:pt idx="3746">
                  <c:v>4.3356481481168885E-2</c:v>
                </c:pt>
                <c:pt idx="3747">
                  <c:v>4.336805555067258E-2</c:v>
                </c:pt>
                <c:pt idx="3748">
                  <c:v>4.3379629627452232E-2</c:v>
                </c:pt>
                <c:pt idx="3749">
                  <c:v>4.3391203704231884E-2</c:v>
                </c:pt>
                <c:pt idx="3750">
                  <c:v>4.3402777773735579E-2</c:v>
                </c:pt>
                <c:pt idx="3751">
                  <c:v>4.3414351850515231E-2</c:v>
                </c:pt>
                <c:pt idx="3752">
                  <c:v>4.3425925920018926E-2</c:v>
                </c:pt>
                <c:pt idx="3753">
                  <c:v>4.3437499996798579E-2</c:v>
                </c:pt>
                <c:pt idx="3754">
                  <c:v>4.3449074073578231E-2</c:v>
                </c:pt>
                <c:pt idx="3755">
                  <c:v>4.3460648143081926E-2</c:v>
                </c:pt>
                <c:pt idx="3756">
                  <c:v>4.3472222219861578E-2</c:v>
                </c:pt>
                <c:pt idx="3757">
                  <c:v>4.3483796296641231E-2</c:v>
                </c:pt>
                <c:pt idx="3758">
                  <c:v>4.3495370366144925E-2</c:v>
                </c:pt>
                <c:pt idx="3759">
                  <c:v>4.3506944442924578E-2</c:v>
                </c:pt>
                <c:pt idx="3760">
                  <c:v>4.351851851970423E-2</c:v>
                </c:pt>
                <c:pt idx="3761">
                  <c:v>4.3530092589207925E-2</c:v>
                </c:pt>
                <c:pt idx="3762">
                  <c:v>4.3541666665987577E-2</c:v>
                </c:pt>
                <c:pt idx="3763">
                  <c:v>4.3553240735491272E-2</c:v>
                </c:pt>
                <c:pt idx="3764">
                  <c:v>4.3564814812270924E-2</c:v>
                </c:pt>
                <c:pt idx="3765">
                  <c:v>4.3576388889050577E-2</c:v>
                </c:pt>
                <c:pt idx="3766">
                  <c:v>4.3587962958554272E-2</c:v>
                </c:pt>
                <c:pt idx="3767">
                  <c:v>4.3599537035333924E-2</c:v>
                </c:pt>
                <c:pt idx="3768">
                  <c:v>4.3611111112113576E-2</c:v>
                </c:pt>
                <c:pt idx="3769">
                  <c:v>4.3622685181617271E-2</c:v>
                </c:pt>
                <c:pt idx="3770">
                  <c:v>4.3634259258396924E-2</c:v>
                </c:pt>
                <c:pt idx="3771">
                  <c:v>4.3645833327900618E-2</c:v>
                </c:pt>
                <c:pt idx="3772">
                  <c:v>4.3657407404680271E-2</c:v>
                </c:pt>
                <c:pt idx="3773">
                  <c:v>4.3668981481459923E-2</c:v>
                </c:pt>
                <c:pt idx="3774">
                  <c:v>4.3680555550963618E-2</c:v>
                </c:pt>
                <c:pt idx="3775">
                  <c:v>4.369212962774327E-2</c:v>
                </c:pt>
                <c:pt idx="3776">
                  <c:v>4.3703703704522923E-2</c:v>
                </c:pt>
                <c:pt idx="3777">
                  <c:v>4.3715277774026617E-2</c:v>
                </c:pt>
                <c:pt idx="3778">
                  <c:v>4.372685185080627E-2</c:v>
                </c:pt>
                <c:pt idx="3779">
                  <c:v>4.3738425920309965E-2</c:v>
                </c:pt>
                <c:pt idx="3780">
                  <c:v>4.3749999997089617E-2</c:v>
                </c:pt>
                <c:pt idx="3781">
                  <c:v>4.3761574073869269E-2</c:v>
                </c:pt>
                <c:pt idx="3782">
                  <c:v>4.3773148143372964E-2</c:v>
                </c:pt>
                <c:pt idx="3783">
                  <c:v>4.3784722220152617E-2</c:v>
                </c:pt>
                <c:pt idx="3784">
                  <c:v>4.3796296296932269E-2</c:v>
                </c:pt>
                <c:pt idx="3785">
                  <c:v>4.3807870366435964E-2</c:v>
                </c:pt>
                <c:pt idx="3786">
                  <c:v>4.3819444443215616E-2</c:v>
                </c:pt>
                <c:pt idx="3787">
                  <c:v>4.3831018512719311E-2</c:v>
                </c:pt>
                <c:pt idx="3788">
                  <c:v>4.3842592589498963E-2</c:v>
                </c:pt>
                <c:pt idx="3789">
                  <c:v>4.3854166666278616E-2</c:v>
                </c:pt>
                <c:pt idx="3790">
                  <c:v>4.386574073578231E-2</c:v>
                </c:pt>
                <c:pt idx="3791">
                  <c:v>4.3877314812561963E-2</c:v>
                </c:pt>
                <c:pt idx="3792">
                  <c:v>4.3888888889341615E-2</c:v>
                </c:pt>
                <c:pt idx="3793">
                  <c:v>4.390046295884531E-2</c:v>
                </c:pt>
                <c:pt idx="3794">
                  <c:v>4.3912037035624962E-2</c:v>
                </c:pt>
                <c:pt idx="3795">
                  <c:v>4.3923611112404615E-2</c:v>
                </c:pt>
                <c:pt idx="3796">
                  <c:v>4.3935185181908309E-2</c:v>
                </c:pt>
                <c:pt idx="3797">
                  <c:v>4.3946759258687962E-2</c:v>
                </c:pt>
                <c:pt idx="3798">
                  <c:v>4.3958333328191657E-2</c:v>
                </c:pt>
                <c:pt idx="3799">
                  <c:v>4.3969907404971309E-2</c:v>
                </c:pt>
                <c:pt idx="3800">
                  <c:v>4.3981481481750961E-2</c:v>
                </c:pt>
                <c:pt idx="3801">
                  <c:v>4.3993055551254656E-2</c:v>
                </c:pt>
                <c:pt idx="3802">
                  <c:v>4.4004629628034309E-2</c:v>
                </c:pt>
                <c:pt idx="3803">
                  <c:v>4.4016203704813961E-2</c:v>
                </c:pt>
                <c:pt idx="3804">
                  <c:v>4.4027777774317656E-2</c:v>
                </c:pt>
                <c:pt idx="3805">
                  <c:v>4.4039351851097308E-2</c:v>
                </c:pt>
                <c:pt idx="3806">
                  <c:v>4.4050925920601003E-2</c:v>
                </c:pt>
                <c:pt idx="3807">
                  <c:v>4.4062499997380655E-2</c:v>
                </c:pt>
                <c:pt idx="3808">
                  <c:v>4.4074074074160308E-2</c:v>
                </c:pt>
                <c:pt idx="3809">
                  <c:v>4.4085648143664002E-2</c:v>
                </c:pt>
                <c:pt idx="3810">
                  <c:v>4.4097222220443655E-2</c:v>
                </c:pt>
                <c:pt idx="3811">
                  <c:v>4.4108796297223307E-2</c:v>
                </c:pt>
                <c:pt idx="3812">
                  <c:v>4.4120370366727002E-2</c:v>
                </c:pt>
                <c:pt idx="3813">
                  <c:v>4.4131944443506654E-2</c:v>
                </c:pt>
                <c:pt idx="3814">
                  <c:v>4.4143518513010349E-2</c:v>
                </c:pt>
                <c:pt idx="3815">
                  <c:v>4.4155092589790002E-2</c:v>
                </c:pt>
                <c:pt idx="3816">
                  <c:v>4.4166666666569654E-2</c:v>
                </c:pt>
                <c:pt idx="3817">
                  <c:v>4.4178240736073349E-2</c:v>
                </c:pt>
                <c:pt idx="3818">
                  <c:v>4.4189814812853001E-2</c:v>
                </c:pt>
                <c:pt idx="3819">
                  <c:v>4.4201388889632653E-2</c:v>
                </c:pt>
                <c:pt idx="3820">
                  <c:v>4.4212962959136348E-2</c:v>
                </c:pt>
                <c:pt idx="3821">
                  <c:v>4.4224537035916001E-2</c:v>
                </c:pt>
                <c:pt idx="3822">
                  <c:v>4.4236111105419695E-2</c:v>
                </c:pt>
                <c:pt idx="3823">
                  <c:v>4.4247685182199348E-2</c:v>
                </c:pt>
                <c:pt idx="3824">
                  <c:v>4.4259259258979E-2</c:v>
                </c:pt>
                <c:pt idx="3825">
                  <c:v>4.4270833328482695E-2</c:v>
                </c:pt>
                <c:pt idx="3826">
                  <c:v>4.4282407405262347E-2</c:v>
                </c:pt>
                <c:pt idx="3827">
                  <c:v>4.4293981482042E-2</c:v>
                </c:pt>
                <c:pt idx="3828">
                  <c:v>4.4305555551545694E-2</c:v>
                </c:pt>
                <c:pt idx="3829">
                  <c:v>4.4317129628325347E-2</c:v>
                </c:pt>
                <c:pt idx="3830">
                  <c:v>4.4328703697829042E-2</c:v>
                </c:pt>
                <c:pt idx="3831">
                  <c:v>4.4340277774608694E-2</c:v>
                </c:pt>
                <c:pt idx="3832">
                  <c:v>4.4351851851388346E-2</c:v>
                </c:pt>
                <c:pt idx="3833">
                  <c:v>4.4363425920892041E-2</c:v>
                </c:pt>
                <c:pt idx="3834">
                  <c:v>4.4374999997671694E-2</c:v>
                </c:pt>
                <c:pt idx="3835">
                  <c:v>4.4386574074451346E-2</c:v>
                </c:pt>
                <c:pt idx="3836">
                  <c:v>4.4398148143955041E-2</c:v>
                </c:pt>
                <c:pt idx="3837">
                  <c:v>4.4409722220734693E-2</c:v>
                </c:pt>
                <c:pt idx="3838">
                  <c:v>4.4421296297514345E-2</c:v>
                </c:pt>
                <c:pt idx="3839">
                  <c:v>4.443287036701804E-2</c:v>
                </c:pt>
                <c:pt idx="3840">
                  <c:v>4.4444444443797693E-2</c:v>
                </c:pt>
                <c:pt idx="3841">
                  <c:v>4.4456018513301387E-2</c:v>
                </c:pt>
                <c:pt idx="3842">
                  <c:v>4.446759259008104E-2</c:v>
                </c:pt>
                <c:pt idx="3843">
                  <c:v>4.4479166666860692E-2</c:v>
                </c:pt>
                <c:pt idx="3844">
                  <c:v>4.4490740736364387E-2</c:v>
                </c:pt>
                <c:pt idx="3845">
                  <c:v>4.4502314813144039E-2</c:v>
                </c:pt>
                <c:pt idx="3846">
                  <c:v>4.4513888889923692E-2</c:v>
                </c:pt>
                <c:pt idx="3847">
                  <c:v>4.4525462959427387E-2</c:v>
                </c:pt>
                <c:pt idx="3848">
                  <c:v>4.4537037036207039E-2</c:v>
                </c:pt>
                <c:pt idx="3849">
                  <c:v>4.4548611105710734E-2</c:v>
                </c:pt>
                <c:pt idx="3850">
                  <c:v>4.4560185182490386E-2</c:v>
                </c:pt>
                <c:pt idx="3851">
                  <c:v>4.4571759259270038E-2</c:v>
                </c:pt>
                <c:pt idx="3852">
                  <c:v>4.4583333328773733E-2</c:v>
                </c:pt>
                <c:pt idx="3853">
                  <c:v>4.4594907405553386E-2</c:v>
                </c:pt>
                <c:pt idx="3854">
                  <c:v>4.4606481482333038E-2</c:v>
                </c:pt>
                <c:pt idx="3855">
                  <c:v>4.4618055551836733E-2</c:v>
                </c:pt>
                <c:pt idx="3856">
                  <c:v>4.4629629628616385E-2</c:v>
                </c:pt>
                <c:pt idx="3857">
                  <c:v>4.464120369812008E-2</c:v>
                </c:pt>
                <c:pt idx="3858">
                  <c:v>4.4652777774899732E-2</c:v>
                </c:pt>
                <c:pt idx="3859">
                  <c:v>4.4664351851679385E-2</c:v>
                </c:pt>
                <c:pt idx="3860">
                  <c:v>4.4675925921183079E-2</c:v>
                </c:pt>
                <c:pt idx="3861">
                  <c:v>4.4687499997962732E-2</c:v>
                </c:pt>
                <c:pt idx="3862">
                  <c:v>4.4699074074742384E-2</c:v>
                </c:pt>
                <c:pt idx="3863">
                  <c:v>4.4710648144246079E-2</c:v>
                </c:pt>
                <c:pt idx="3864">
                  <c:v>4.4722222221025731E-2</c:v>
                </c:pt>
                <c:pt idx="3865">
                  <c:v>4.4733796290529426E-2</c:v>
                </c:pt>
                <c:pt idx="3866">
                  <c:v>4.4745370367309079E-2</c:v>
                </c:pt>
                <c:pt idx="3867">
                  <c:v>4.4756944444088731E-2</c:v>
                </c:pt>
                <c:pt idx="3868">
                  <c:v>4.4768518513592426E-2</c:v>
                </c:pt>
                <c:pt idx="3869">
                  <c:v>4.4780092590372078E-2</c:v>
                </c:pt>
                <c:pt idx="3870">
                  <c:v>4.4791666667151731E-2</c:v>
                </c:pt>
                <c:pt idx="3871">
                  <c:v>4.4803240736655425E-2</c:v>
                </c:pt>
                <c:pt idx="3872">
                  <c:v>4.4814814813435078E-2</c:v>
                </c:pt>
                <c:pt idx="3873">
                  <c:v>4.482638889021473E-2</c:v>
                </c:pt>
                <c:pt idx="3874">
                  <c:v>4.4837962959718425E-2</c:v>
                </c:pt>
                <c:pt idx="3875">
                  <c:v>4.4849537036498077E-2</c:v>
                </c:pt>
                <c:pt idx="3876">
                  <c:v>4.4861111106001772E-2</c:v>
                </c:pt>
                <c:pt idx="3877">
                  <c:v>4.4872685182781424E-2</c:v>
                </c:pt>
                <c:pt idx="3878">
                  <c:v>4.4884259259561077E-2</c:v>
                </c:pt>
                <c:pt idx="3879">
                  <c:v>4.4895833329064772E-2</c:v>
                </c:pt>
                <c:pt idx="3880">
                  <c:v>4.4907407405844424E-2</c:v>
                </c:pt>
                <c:pt idx="3881">
                  <c:v>4.4918981482624076E-2</c:v>
                </c:pt>
                <c:pt idx="3882">
                  <c:v>4.4930555552127771E-2</c:v>
                </c:pt>
                <c:pt idx="3883">
                  <c:v>4.4942129628907423E-2</c:v>
                </c:pt>
                <c:pt idx="3884">
                  <c:v>4.4953703698411118E-2</c:v>
                </c:pt>
                <c:pt idx="3885">
                  <c:v>4.4965277775190771E-2</c:v>
                </c:pt>
                <c:pt idx="3886">
                  <c:v>4.4976851851970423E-2</c:v>
                </c:pt>
                <c:pt idx="3887">
                  <c:v>4.4988425921474118E-2</c:v>
                </c:pt>
                <c:pt idx="3888">
                  <c:v>4.499999999825377E-2</c:v>
                </c:pt>
                <c:pt idx="3889">
                  <c:v>4.5011574075033423E-2</c:v>
                </c:pt>
                <c:pt idx="3890">
                  <c:v>4.5023148144537117E-2</c:v>
                </c:pt>
                <c:pt idx="3891">
                  <c:v>4.503472222131677E-2</c:v>
                </c:pt>
                <c:pt idx="3892">
                  <c:v>4.5046296290820464E-2</c:v>
                </c:pt>
                <c:pt idx="3893">
                  <c:v>4.5057870367600117E-2</c:v>
                </c:pt>
                <c:pt idx="3894">
                  <c:v>4.5069444444379769E-2</c:v>
                </c:pt>
                <c:pt idx="3895">
                  <c:v>4.5081018513883464E-2</c:v>
                </c:pt>
                <c:pt idx="3896">
                  <c:v>4.5092592590663116E-2</c:v>
                </c:pt>
                <c:pt idx="3897">
                  <c:v>4.5104166667442769E-2</c:v>
                </c:pt>
                <c:pt idx="3898">
                  <c:v>4.5115740736946464E-2</c:v>
                </c:pt>
                <c:pt idx="3899">
                  <c:v>4.5127314813726116E-2</c:v>
                </c:pt>
                <c:pt idx="3900">
                  <c:v>4.5138888883229811E-2</c:v>
                </c:pt>
                <c:pt idx="3901">
                  <c:v>4.5150462960009463E-2</c:v>
                </c:pt>
                <c:pt idx="3902">
                  <c:v>4.5162037036789116E-2</c:v>
                </c:pt>
                <c:pt idx="3903">
                  <c:v>4.517361110629281E-2</c:v>
                </c:pt>
                <c:pt idx="3904">
                  <c:v>4.5185185183072463E-2</c:v>
                </c:pt>
                <c:pt idx="3905">
                  <c:v>4.5196759259852115E-2</c:v>
                </c:pt>
                <c:pt idx="3906">
                  <c:v>4.520833332935581E-2</c:v>
                </c:pt>
                <c:pt idx="3907">
                  <c:v>4.5219907406135462E-2</c:v>
                </c:pt>
                <c:pt idx="3908">
                  <c:v>4.5231481475639157E-2</c:v>
                </c:pt>
                <c:pt idx="3909">
                  <c:v>4.5243055552418809E-2</c:v>
                </c:pt>
                <c:pt idx="3910">
                  <c:v>4.5254629629198462E-2</c:v>
                </c:pt>
                <c:pt idx="3911">
                  <c:v>4.5266203698702157E-2</c:v>
                </c:pt>
                <c:pt idx="3912">
                  <c:v>4.5277777775481809E-2</c:v>
                </c:pt>
                <c:pt idx="3913">
                  <c:v>4.5289351852261461E-2</c:v>
                </c:pt>
                <c:pt idx="3914">
                  <c:v>4.5300925921765156E-2</c:v>
                </c:pt>
                <c:pt idx="3915">
                  <c:v>4.5312499998544808E-2</c:v>
                </c:pt>
                <c:pt idx="3916">
                  <c:v>4.5324074075324461E-2</c:v>
                </c:pt>
                <c:pt idx="3917">
                  <c:v>4.5335648144828156E-2</c:v>
                </c:pt>
                <c:pt idx="3918">
                  <c:v>4.5347222221607808E-2</c:v>
                </c:pt>
                <c:pt idx="3919">
                  <c:v>4.5358796291111503E-2</c:v>
                </c:pt>
                <c:pt idx="3920">
                  <c:v>4.5370370367891155E-2</c:v>
                </c:pt>
                <c:pt idx="3921">
                  <c:v>4.5381944444670808E-2</c:v>
                </c:pt>
                <c:pt idx="3922">
                  <c:v>4.5393518514174502E-2</c:v>
                </c:pt>
                <c:pt idx="3923">
                  <c:v>4.5405092590954155E-2</c:v>
                </c:pt>
                <c:pt idx="3924">
                  <c:v>4.5416666667733807E-2</c:v>
                </c:pt>
                <c:pt idx="3925">
                  <c:v>4.5428240737237502E-2</c:v>
                </c:pt>
                <c:pt idx="3926">
                  <c:v>4.5439814814017154E-2</c:v>
                </c:pt>
                <c:pt idx="3927">
                  <c:v>4.5451388883520849E-2</c:v>
                </c:pt>
                <c:pt idx="3928">
                  <c:v>4.5462962960300501E-2</c:v>
                </c:pt>
                <c:pt idx="3929">
                  <c:v>4.5474537037080154E-2</c:v>
                </c:pt>
                <c:pt idx="3930">
                  <c:v>4.5486111106583849E-2</c:v>
                </c:pt>
                <c:pt idx="3931">
                  <c:v>4.5497685183363501E-2</c:v>
                </c:pt>
                <c:pt idx="3932">
                  <c:v>4.5509259260143153E-2</c:v>
                </c:pt>
                <c:pt idx="3933">
                  <c:v>4.5520833329646848E-2</c:v>
                </c:pt>
                <c:pt idx="3934">
                  <c:v>4.5532407406426501E-2</c:v>
                </c:pt>
                <c:pt idx="3935">
                  <c:v>4.5543981475930195E-2</c:v>
                </c:pt>
                <c:pt idx="3936">
                  <c:v>4.5555555552709848E-2</c:v>
                </c:pt>
                <c:pt idx="3937">
                  <c:v>4.55671296294895E-2</c:v>
                </c:pt>
                <c:pt idx="3938">
                  <c:v>4.5578703698993195E-2</c:v>
                </c:pt>
                <c:pt idx="3939">
                  <c:v>4.5590277775772847E-2</c:v>
                </c:pt>
                <c:pt idx="3940">
                  <c:v>4.56018518525525E-2</c:v>
                </c:pt>
                <c:pt idx="3941">
                  <c:v>4.5613425922056194E-2</c:v>
                </c:pt>
                <c:pt idx="3942">
                  <c:v>4.5624999998835847E-2</c:v>
                </c:pt>
                <c:pt idx="3943">
                  <c:v>4.5636574068339542E-2</c:v>
                </c:pt>
                <c:pt idx="3944">
                  <c:v>4.5648148145119194E-2</c:v>
                </c:pt>
                <c:pt idx="3945">
                  <c:v>4.5659722221898846E-2</c:v>
                </c:pt>
                <c:pt idx="3946">
                  <c:v>4.5671296291402541E-2</c:v>
                </c:pt>
                <c:pt idx="3947">
                  <c:v>4.5682870368182193E-2</c:v>
                </c:pt>
                <c:pt idx="3948">
                  <c:v>4.5694444444961846E-2</c:v>
                </c:pt>
                <c:pt idx="3949">
                  <c:v>4.5706018514465541E-2</c:v>
                </c:pt>
                <c:pt idx="3950">
                  <c:v>4.5717592591245193E-2</c:v>
                </c:pt>
                <c:pt idx="3951">
                  <c:v>4.5729166660748888E-2</c:v>
                </c:pt>
                <c:pt idx="3952">
                  <c:v>4.574074073752854E-2</c:v>
                </c:pt>
                <c:pt idx="3953">
                  <c:v>4.5752314814308193E-2</c:v>
                </c:pt>
                <c:pt idx="3954">
                  <c:v>4.5763888883811887E-2</c:v>
                </c:pt>
                <c:pt idx="3955">
                  <c:v>4.577546296059154E-2</c:v>
                </c:pt>
                <c:pt idx="3956">
                  <c:v>4.5787037037371192E-2</c:v>
                </c:pt>
                <c:pt idx="3957">
                  <c:v>4.5798611106874887E-2</c:v>
                </c:pt>
                <c:pt idx="3958">
                  <c:v>4.5810185183654539E-2</c:v>
                </c:pt>
                <c:pt idx="3959">
                  <c:v>4.5821759260434192E-2</c:v>
                </c:pt>
                <c:pt idx="3960">
                  <c:v>4.5833333329937886E-2</c:v>
                </c:pt>
                <c:pt idx="3961">
                  <c:v>4.5844907406717539E-2</c:v>
                </c:pt>
                <c:pt idx="3962">
                  <c:v>4.5856481476221234E-2</c:v>
                </c:pt>
                <c:pt idx="3963">
                  <c:v>4.5868055553000886E-2</c:v>
                </c:pt>
                <c:pt idx="3964">
                  <c:v>4.5879629629780538E-2</c:v>
                </c:pt>
                <c:pt idx="3965">
                  <c:v>4.5891203699284233E-2</c:v>
                </c:pt>
                <c:pt idx="3966">
                  <c:v>4.5902777776063886E-2</c:v>
                </c:pt>
                <c:pt idx="3967">
                  <c:v>4.5914351852843538E-2</c:v>
                </c:pt>
                <c:pt idx="3968">
                  <c:v>4.5925925922347233E-2</c:v>
                </c:pt>
                <c:pt idx="3969">
                  <c:v>4.5937499999126885E-2</c:v>
                </c:pt>
                <c:pt idx="3970">
                  <c:v>4.594907406863058E-2</c:v>
                </c:pt>
                <c:pt idx="3971">
                  <c:v>4.5960648145410232E-2</c:v>
                </c:pt>
                <c:pt idx="3972">
                  <c:v>4.5972222222189885E-2</c:v>
                </c:pt>
                <c:pt idx="3973">
                  <c:v>4.5983796291693579E-2</c:v>
                </c:pt>
                <c:pt idx="3974">
                  <c:v>4.5995370368473232E-2</c:v>
                </c:pt>
                <c:pt idx="3975">
                  <c:v>4.6006944445252884E-2</c:v>
                </c:pt>
                <c:pt idx="3976">
                  <c:v>4.6018518514756579E-2</c:v>
                </c:pt>
                <c:pt idx="3977">
                  <c:v>4.6030092591536231E-2</c:v>
                </c:pt>
                <c:pt idx="3978">
                  <c:v>4.6041666661039926E-2</c:v>
                </c:pt>
                <c:pt idx="3979">
                  <c:v>4.6053240737819578E-2</c:v>
                </c:pt>
                <c:pt idx="3980">
                  <c:v>4.6064814814599231E-2</c:v>
                </c:pt>
                <c:pt idx="3981">
                  <c:v>4.6076388884102926E-2</c:v>
                </c:pt>
                <c:pt idx="3982">
                  <c:v>4.6087962960882578E-2</c:v>
                </c:pt>
                <c:pt idx="3983">
                  <c:v>4.609953703766223E-2</c:v>
                </c:pt>
                <c:pt idx="3984">
                  <c:v>4.6111111107165925E-2</c:v>
                </c:pt>
                <c:pt idx="3985">
                  <c:v>4.6122685183945578E-2</c:v>
                </c:pt>
                <c:pt idx="3986">
                  <c:v>4.6134259253449272E-2</c:v>
                </c:pt>
                <c:pt idx="3987">
                  <c:v>4.6145833330228925E-2</c:v>
                </c:pt>
                <c:pt idx="3988">
                  <c:v>4.6157407407008577E-2</c:v>
                </c:pt>
                <c:pt idx="3989">
                  <c:v>4.6168981476512272E-2</c:v>
                </c:pt>
                <c:pt idx="3990">
                  <c:v>4.6180555553291924E-2</c:v>
                </c:pt>
                <c:pt idx="3991">
                  <c:v>4.6192129630071577E-2</c:v>
                </c:pt>
                <c:pt idx="3992">
                  <c:v>4.6203703699575271E-2</c:v>
                </c:pt>
                <c:pt idx="3993">
                  <c:v>4.6215277776354924E-2</c:v>
                </c:pt>
                <c:pt idx="3994">
                  <c:v>4.6226851853134576E-2</c:v>
                </c:pt>
                <c:pt idx="3995">
                  <c:v>4.6238425922638271E-2</c:v>
                </c:pt>
                <c:pt idx="3996">
                  <c:v>4.6249999999417923E-2</c:v>
                </c:pt>
                <c:pt idx="3997">
                  <c:v>4.6261574068921618E-2</c:v>
                </c:pt>
                <c:pt idx="3998">
                  <c:v>4.6273148145701271E-2</c:v>
                </c:pt>
                <c:pt idx="3999">
                  <c:v>4.6284722222480923E-2</c:v>
                </c:pt>
                <c:pt idx="4000">
                  <c:v>4.6296296291984618E-2</c:v>
                </c:pt>
                <c:pt idx="4001">
                  <c:v>4.630787036876427E-2</c:v>
                </c:pt>
                <c:pt idx="4002">
                  <c:v>4.6319444445543922E-2</c:v>
                </c:pt>
                <c:pt idx="4003">
                  <c:v>4.6331018515047617E-2</c:v>
                </c:pt>
                <c:pt idx="4004">
                  <c:v>4.634259259182727E-2</c:v>
                </c:pt>
                <c:pt idx="4005">
                  <c:v>4.6354166661330964E-2</c:v>
                </c:pt>
                <c:pt idx="4006">
                  <c:v>4.6365740738110617E-2</c:v>
                </c:pt>
                <c:pt idx="4007">
                  <c:v>4.6377314814890269E-2</c:v>
                </c:pt>
                <c:pt idx="4008">
                  <c:v>4.6388888884393964E-2</c:v>
                </c:pt>
                <c:pt idx="4009">
                  <c:v>4.6400462961173616E-2</c:v>
                </c:pt>
                <c:pt idx="4010">
                  <c:v>4.6412037037953269E-2</c:v>
                </c:pt>
                <c:pt idx="4011">
                  <c:v>4.6423611107456964E-2</c:v>
                </c:pt>
                <c:pt idx="4012">
                  <c:v>4.6435185184236616E-2</c:v>
                </c:pt>
                <c:pt idx="4013">
                  <c:v>4.6446759253740311E-2</c:v>
                </c:pt>
                <c:pt idx="4014">
                  <c:v>4.6458333330519963E-2</c:v>
                </c:pt>
                <c:pt idx="4015">
                  <c:v>4.6469907407299615E-2</c:v>
                </c:pt>
                <c:pt idx="4016">
                  <c:v>4.648148147680331E-2</c:v>
                </c:pt>
                <c:pt idx="4017">
                  <c:v>4.6493055553582963E-2</c:v>
                </c:pt>
                <c:pt idx="4018">
                  <c:v>4.6504629630362615E-2</c:v>
                </c:pt>
                <c:pt idx="4019">
                  <c:v>4.651620369986631E-2</c:v>
                </c:pt>
                <c:pt idx="4020">
                  <c:v>4.6527777776645962E-2</c:v>
                </c:pt>
                <c:pt idx="4021">
                  <c:v>4.6539351846149657E-2</c:v>
                </c:pt>
                <c:pt idx="4022">
                  <c:v>4.6550925922929309E-2</c:v>
                </c:pt>
                <c:pt idx="4023">
                  <c:v>4.6562499999708962E-2</c:v>
                </c:pt>
                <c:pt idx="4024">
                  <c:v>4.6574074069212656E-2</c:v>
                </c:pt>
                <c:pt idx="4025">
                  <c:v>4.6585648145992309E-2</c:v>
                </c:pt>
                <c:pt idx="4026">
                  <c:v>4.6597222222771961E-2</c:v>
                </c:pt>
                <c:pt idx="4027">
                  <c:v>4.6608796292275656E-2</c:v>
                </c:pt>
                <c:pt idx="4028">
                  <c:v>4.6620370369055308E-2</c:v>
                </c:pt>
                <c:pt idx="4029">
                  <c:v>4.6631944438559003E-2</c:v>
                </c:pt>
                <c:pt idx="4030">
                  <c:v>4.6643518515338656E-2</c:v>
                </c:pt>
                <c:pt idx="4031">
                  <c:v>4.6655092592118308E-2</c:v>
                </c:pt>
                <c:pt idx="4032">
                  <c:v>4.6666666661622003E-2</c:v>
                </c:pt>
                <c:pt idx="4033">
                  <c:v>4.6678240738401655E-2</c:v>
                </c:pt>
                <c:pt idx="4034">
                  <c:v>4.6689814815181307E-2</c:v>
                </c:pt>
                <c:pt idx="4035">
                  <c:v>4.6701388884685002E-2</c:v>
                </c:pt>
                <c:pt idx="4036">
                  <c:v>4.6712962961464655E-2</c:v>
                </c:pt>
                <c:pt idx="4037">
                  <c:v>4.6724537038244307E-2</c:v>
                </c:pt>
                <c:pt idx="4038">
                  <c:v>4.6736111107748002E-2</c:v>
                </c:pt>
                <c:pt idx="4039">
                  <c:v>4.6747685184527654E-2</c:v>
                </c:pt>
                <c:pt idx="4040">
                  <c:v>4.6759259254031349E-2</c:v>
                </c:pt>
                <c:pt idx="4041">
                  <c:v>4.6770833330811001E-2</c:v>
                </c:pt>
                <c:pt idx="4042">
                  <c:v>4.6782407407590654E-2</c:v>
                </c:pt>
                <c:pt idx="4043">
                  <c:v>4.6793981477094349E-2</c:v>
                </c:pt>
                <c:pt idx="4044">
                  <c:v>4.6805555553874001E-2</c:v>
                </c:pt>
                <c:pt idx="4045">
                  <c:v>4.6817129630653653E-2</c:v>
                </c:pt>
                <c:pt idx="4046">
                  <c:v>4.6828703700157348E-2</c:v>
                </c:pt>
                <c:pt idx="4047">
                  <c:v>4.6840277776937E-2</c:v>
                </c:pt>
                <c:pt idx="4048">
                  <c:v>4.6851851846440695E-2</c:v>
                </c:pt>
                <c:pt idx="4049">
                  <c:v>4.6863425923220348E-2</c:v>
                </c:pt>
                <c:pt idx="4050">
                  <c:v>4.6875E-2</c:v>
                </c:pt>
                <c:pt idx="4051">
                  <c:v>4.6886574069503695E-2</c:v>
                </c:pt>
                <c:pt idx="4052">
                  <c:v>4.6898148146283347E-2</c:v>
                </c:pt>
                <c:pt idx="4053">
                  <c:v>4.6909722223063E-2</c:v>
                </c:pt>
                <c:pt idx="4054">
                  <c:v>4.6921296292566694E-2</c:v>
                </c:pt>
                <c:pt idx="4055">
                  <c:v>4.6932870369346347E-2</c:v>
                </c:pt>
                <c:pt idx="4056">
                  <c:v>4.6944444438850041E-2</c:v>
                </c:pt>
                <c:pt idx="4057">
                  <c:v>4.6956018515629694E-2</c:v>
                </c:pt>
                <c:pt idx="4058">
                  <c:v>4.6967592592409346E-2</c:v>
                </c:pt>
                <c:pt idx="4059">
                  <c:v>4.6979166661913041E-2</c:v>
                </c:pt>
                <c:pt idx="4060">
                  <c:v>4.6990740738692693E-2</c:v>
                </c:pt>
                <c:pt idx="4061">
                  <c:v>4.7002314815472346E-2</c:v>
                </c:pt>
                <c:pt idx="4062">
                  <c:v>4.7013888884976041E-2</c:v>
                </c:pt>
                <c:pt idx="4063">
                  <c:v>4.7025462961755693E-2</c:v>
                </c:pt>
                <c:pt idx="4064">
                  <c:v>4.7037037031259388E-2</c:v>
                </c:pt>
                <c:pt idx="4065">
                  <c:v>4.704861110803904E-2</c:v>
                </c:pt>
                <c:pt idx="4066">
                  <c:v>4.7060185184818693E-2</c:v>
                </c:pt>
                <c:pt idx="4067">
                  <c:v>4.7071759254322387E-2</c:v>
                </c:pt>
                <c:pt idx="4068">
                  <c:v>4.708333333110204E-2</c:v>
                </c:pt>
                <c:pt idx="4069">
                  <c:v>4.7094907407881692E-2</c:v>
                </c:pt>
                <c:pt idx="4070">
                  <c:v>4.7106481477385387E-2</c:v>
                </c:pt>
                <c:pt idx="4071">
                  <c:v>4.7118055554165039E-2</c:v>
                </c:pt>
                <c:pt idx="4072">
                  <c:v>4.7129629630944692E-2</c:v>
                </c:pt>
                <c:pt idx="4073">
                  <c:v>4.7141203700448386E-2</c:v>
                </c:pt>
                <c:pt idx="4074">
                  <c:v>4.7152777777228039E-2</c:v>
                </c:pt>
                <c:pt idx="4075">
                  <c:v>4.7164351846731734E-2</c:v>
                </c:pt>
                <c:pt idx="4076">
                  <c:v>4.7175925923511386E-2</c:v>
                </c:pt>
                <c:pt idx="4077">
                  <c:v>4.7187500000291038E-2</c:v>
                </c:pt>
                <c:pt idx="4078">
                  <c:v>4.7199074069794733E-2</c:v>
                </c:pt>
                <c:pt idx="4079">
                  <c:v>4.7210648146574385E-2</c:v>
                </c:pt>
                <c:pt idx="4080">
                  <c:v>4.7222222223354038E-2</c:v>
                </c:pt>
                <c:pt idx="4081">
                  <c:v>4.7233796292857733E-2</c:v>
                </c:pt>
                <c:pt idx="4082">
                  <c:v>4.7245370369637385E-2</c:v>
                </c:pt>
                <c:pt idx="4083">
                  <c:v>4.725694443914108E-2</c:v>
                </c:pt>
                <c:pt idx="4084">
                  <c:v>4.7268518515920732E-2</c:v>
                </c:pt>
                <c:pt idx="4085">
                  <c:v>4.7280092592700385E-2</c:v>
                </c:pt>
                <c:pt idx="4086">
                  <c:v>4.7291666662204079E-2</c:v>
                </c:pt>
                <c:pt idx="4087">
                  <c:v>4.7303240738983732E-2</c:v>
                </c:pt>
                <c:pt idx="4088">
                  <c:v>4.7314814815763384E-2</c:v>
                </c:pt>
                <c:pt idx="4089">
                  <c:v>4.7326388885267079E-2</c:v>
                </c:pt>
                <c:pt idx="4090">
                  <c:v>4.7337962962046731E-2</c:v>
                </c:pt>
                <c:pt idx="4091">
                  <c:v>4.7349537031550426E-2</c:v>
                </c:pt>
                <c:pt idx="4092">
                  <c:v>4.7361111108330078E-2</c:v>
                </c:pt>
                <c:pt idx="4093">
                  <c:v>4.7372685185109731E-2</c:v>
                </c:pt>
                <c:pt idx="4094">
                  <c:v>4.7384259254613426E-2</c:v>
                </c:pt>
                <c:pt idx="4095">
                  <c:v>4.7395833331393078E-2</c:v>
                </c:pt>
                <c:pt idx="4096">
                  <c:v>4.740740740817273E-2</c:v>
                </c:pt>
                <c:pt idx="4097">
                  <c:v>4.7418981477676425E-2</c:v>
                </c:pt>
                <c:pt idx="4098">
                  <c:v>4.7430555554456078E-2</c:v>
                </c:pt>
                <c:pt idx="4099">
                  <c:v>4.7442129623959772E-2</c:v>
                </c:pt>
                <c:pt idx="4100">
                  <c:v>4.7453703700739425E-2</c:v>
                </c:pt>
                <c:pt idx="4101">
                  <c:v>4.7465277777519077E-2</c:v>
                </c:pt>
                <c:pt idx="4102">
                  <c:v>4.7476851847022772E-2</c:v>
                </c:pt>
                <c:pt idx="4103">
                  <c:v>4.7488425923802424E-2</c:v>
                </c:pt>
                <c:pt idx="4104">
                  <c:v>4.7500000000582077E-2</c:v>
                </c:pt>
                <c:pt idx="4105">
                  <c:v>4.7511574070085771E-2</c:v>
                </c:pt>
                <c:pt idx="4106">
                  <c:v>4.7523148146865424E-2</c:v>
                </c:pt>
                <c:pt idx="4107">
                  <c:v>4.7534722216369119E-2</c:v>
                </c:pt>
                <c:pt idx="4108">
                  <c:v>4.7546296293148771E-2</c:v>
                </c:pt>
                <c:pt idx="4109">
                  <c:v>4.7557870369928423E-2</c:v>
                </c:pt>
                <c:pt idx="4110">
                  <c:v>4.7569444439432118E-2</c:v>
                </c:pt>
                <c:pt idx="4111">
                  <c:v>4.758101851621177E-2</c:v>
                </c:pt>
                <c:pt idx="4112">
                  <c:v>4.7592592592991423E-2</c:v>
                </c:pt>
                <c:pt idx="4113">
                  <c:v>4.7604166662495118E-2</c:v>
                </c:pt>
                <c:pt idx="4114">
                  <c:v>4.761574073927477E-2</c:v>
                </c:pt>
                <c:pt idx="4115">
                  <c:v>4.7627314816054422E-2</c:v>
                </c:pt>
                <c:pt idx="4116">
                  <c:v>4.7638888885558117E-2</c:v>
                </c:pt>
                <c:pt idx="4117">
                  <c:v>4.765046296233777E-2</c:v>
                </c:pt>
                <c:pt idx="4118">
                  <c:v>4.7662037031841464E-2</c:v>
                </c:pt>
                <c:pt idx="4119">
                  <c:v>4.7673611108621117E-2</c:v>
                </c:pt>
                <c:pt idx="4120">
                  <c:v>4.7685185185400769E-2</c:v>
                </c:pt>
                <c:pt idx="4121">
                  <c:v>4.7696759254904464E-2</c:v>
                </c:pt>
                <c:pt idx="4122">
                  <c:v>4.7708333331684116E-2</c:v>
                </c:pt>
                <c:pt idx="4123">
                  <c:v>4.7719907408463769E-2</c:v>
                </c:pt>
                <c:pt idx="4124">
                  <c:v>4.7731481477967463E-2</c:v>
                </c:pt>
                <c:pt idx="4125">
                  <c:v>4.7743055554747116E-2</c:v>
                </c:pt>
                <c:pt idx="4126">
                  <c:v>4.7754629624250811E-2</c:v>
                </c:pt>
                <c:pt idx="4127">
                  <c:v>4.7766203701030463E-2</c:v>
                </c:pt>
                <c:pt idx="4128">
                  <c:v>4.7777777777810115E-2</c:v>
                </c:pt>
                <c:pt idx="4129">
                  <c:v>4.778935184731381E-2</c:v>
                </c:pt>
                <c:pt idx="4130">
                  <c:v>4.7800925924093463E-2</c:v>
                </c:pt>
                <c:pt idx="4131">
                  <c:v>4.7812500000873115E-2</c:v>
                </c:pt>
                <c:pt idx="4132">
                  <c:v>4.782407407037681E-2</c:v>
                </c:pt>
                <c:pt idx="4133">
                  <c:v>4.7835648147156462E-2</c:v>
                </c:pt>
                <c:pt idx="4134">
                  <c:v>4.7847222216660157E-2</c:v>
                </c:pt>
                <c:pt idx="4135">
                  <c:v>4.7858796293439809E-2</c:v>
                </c:pt>
                <c:pt idx="4136">
                  <c:v>4.7870370370219462E-2</c:v>
                </c:pt>
                <c:pt idx="4137">
                  <c:v>4.7881944439723156E-2</c:v>
                </c:pt>
                <c:pt idx="4138">
                  <c:v>4.7893518516502809E-2</c:v>
                </c:pt>
                <c:pt idx="4139">
                  <c:v>4.7905092593282461E-2</c:v>
                </c:pt>
                <c:pt idx="4140">
                  <c:v>4.7916666662786156E-2</c:v>
                </c:pt>
                <c:pt idx="4141">
                  <c:v>4.7928240739565808E-2</c:v>
                </c:pt>
                <c:pt idx="4142">
                  <c:v>4.7939814809069503E-2</c:v>
                </c:pt>
                <c:pt idx="4143">
                  <c:v>4.7951388885849155E-2</c:v>
                </c:pt>
                <c:pt idx="4144">
                  <c:v>4.7962962962628808E-2</c:v>
                </c:pt>
                <c:pt idx="4145">
                  <c:v>4.7974537032132503E-2</c:v>
                </c:pt>
                <c:pt idx="4146">
                  <c:v>4.7986111108912155E-2</c:v>
                </c:pt>
                <c:pt idx="4147">
                  <c:v>4.7997685185691807E-2</c:v>
                </c:pt>
                <c:pt idx="4148">
                  <c:v>4.8009259255195502E-2</c:v>
                </c:pt>
                <c:pt idx="4149">
                  <c:v>4.8020833331975155E-2</c:v>
                </c:pt>
                <c:pt idx="4150">
                  <c:v>4.8032407401478849E-2</c:v>
                </c:pt>
                <c:pt idx="4151">
                  <c:v>4.8043981478258502E-2</c:v>
                </c:pt>
                <c:pt idx="4152">
                  <c:v>4.8055555555038154E-2</c:v>
                </c:pt>
                <c:pt idx="4153">
                  <c:v>4.8067129624541849E-2</c:v>
                </c:pt>
                <c:pt idx="4154">
                  <c:v>4.8078703701321501E-2</c:v>
                </c:pt>
                <c:pt idx="4155">
                  <c:v>4.8090277778101154E-2</c:v>
                </c:pt>
                <c:pt idx="4156">
                  <c:v>4.8101851847604848E-2</c:v>
                </c:pt>
                <c:pt idx="4157">
                  <c:v>4.8113425924384501E-2</c:v>
                </c:pt>
                <c:pt idx="4158">
                  <c:v>4.8125000001164153E-2</c:v>
                </c:pt>
                <c:pt idx="4159">
                  <c:v>4.8136574070667848E-2</c:v>
                </c:pt>
                <c:pt idx="4160">
                  <c:v>4.81481481474475E-2</c:v>
                </c:pt>
                <c:pt idx="4161">
                  <c:v>4.8159722216951195E-2</c:v>
                </c:pt>
                <c:pt idx="4162">
                  <c:v>4.8171296293730848E-2</c:v>
                </c:pt>
                <c:pt idx="4163">
                  <c:v>4.81828703705105E-2</c:v>
                </c:pt>
                <c:pt idx="4164">
                  <c:v>4.8194444440014195E-2</c:v>
                </c:pt>
                <c:pt idx="4165">
                  <c:v>4.8206018516793847E-2</c:v>
                </c:pt>
                <c:pt idx="4166">
                  <c:v>4.8217592593573499E-2</c:v>
                </c:pt>
                <c:pt idx="4167">
                  <c:v>4.8229166663077194E-2</c:v>
                </c:pt>
                <c:pt idx="4168">
                  <c:v>4.8240740739856847E-2</c:v>
                </c:pt>
                <c:pt idx="4169">
                  <c:v>4.8252314809360541E-2</c:v>
                </c:pt>
                <c:pt idx="4170">
                  <c:v>4.8263888886140194E-2</c:v>
                </c:pt>
                <c:pt idx="4171">
                  <c:v>4.8275462962919846E-2</c:v>
                </c:pt>
                <c:pt idx="4172">
                  <c:v>4.8287037032423541E-2</c:v>
                </c:pt>
                <c:pt idx="4173">
                  <c:v>4.8298611109203193E-2</c:v>
                </c:pt>
                <c:pt idx="4174">
                  <c:v>4.8310185185982846E-2</c:v>
                </c:pt>
                <c:pt idx="4175">
                  <c:v>4.832175925548654E-2</c:v>
                </c:pt>
                <c:pt idx="4176">
                  <c:v>4.8333333332266193E-2</c:v>
                </c:pt>
                <c:pt idx="4177">
                  <c:v>4.8344907401769888E-2</c:v>
                </c:pt>
                <c:pt idx="4178">
                  <c:v>4.835648147854954E-2</c:v>
                </c:pt>
                <c:pt idx="4179">
                  <c:v>4.8368055555329192E-2</c:v>
                </c:pt>
                <c:pt idx="4180">
                  <c:v>4.8379629624832887E-2</c:v>
                </c:pt>
                <c:pt idx="4181">
                  <c:v>4.839120370161254E-2</c:v>
                </c:pt>
                <c:pt idx="4182">
                  <c:v>4.8402777778392192E-2</c:v>
                </c:pt>
                <c:pt idx="4183">
                  <c:v>4.8414351847895887E-2</c:v>
                </c:pt>
                <c:pt idx="4184">
                  <c:v>4.8425925924675539E-2</c:v>
                </c:pt>
                <c:pt idx="4185">
                  <c:v>4.8437499994179234E-2</c:v>
                </c:pt>
                <c:pt idx="4186">
                  <c:v>4.8449074070958886E-2</c:v>
                </c:pt>
                <c:pt idx="4187">
                  <c:v>4.8460648147738539E-2</c:v>
                </c:pt>
                <c:pt idx="4188">
                  <c:v>4.8472222217242233E-2</c:v>
                </c:pt>
                <c:pt idx="4189">
                  <c:v>4.8483796294021886E-2</c:v>
                </c:pt>
                <c:pt idx="4190">
                  <c:v>4.8495370370801538E-2</c:v>
                </c:pt>
                <c:pt idx="4191">
                  <c:v>4.8506944440305233E-2</c:v>
                </c:pt>
                <c:pt idx="4192">
                  <c:v>4.8518518517084885E-2</c:v>
                </c:pt>
                <c:pt idx="4193">
                  <c:v>4.8530092593864538E-2</c:v>
                </c:pt>
                <c:pt idx="4194">
                  <c:v>4.8541666663368233E-2</c:v>
                </c:pt>
                <c:pt idx="4195">
                  <c:v>4.8553240740147885E-2</c:v>
                </c:pt>
                <c:pt idx="4196">
                  <c:v>4.856481480965158E-2</c:v>
                </c:pt>
                <c:pt idx="4197">
                  <c:v>4.8576388886431232E-2</c:v>
                </c:pt>
                <c:pt idx="4198">
                  <c:v>4.8587962963210884E-2</c:v>
                </c:pt>
                <c:pt idx="4199">
                  <c:v>4.8599537032714579E-2</c:v>
                </c:pt>
                <c:pt idx="4200">
                  <c:v>4.8611111109494232E-2</c:v>
                </c:pt>
                <c:pt idx="4201">
                  <c:v>4.8622685186273884E-2</c:v>
                </c:pt>
                <c:pt idx="4202">
                  <c:v>4.8634259255777579E-2</c:v>
                </c:pt>
                <c:pt idx="4203">
                  <c:v>4.8645833332557231E-2</c:v>
                </c:pt>
                <c:pt idx="4204">
                  <c:v>4.8657407402060926E-2</c:v>
                </c:pt>
                <c:pt idx="4205">
                  <c:v>4.8668981478840578E-2</c:v>
                </c:pt>
                <c:pt idx="4206">
                  <c:v>4.8680555555620231E-2</c:v>
                </c:pt>
                <c:pt idx="4207">
                  <c:v>4.8692129625123926E-2</c:v>
                </c:pt>
                <c:pt idx="4208">
                  <c:v>4.8703703701903578E-2</c:v>
                </c:pt>
                <c:pt idx="4209">
                  <c:v>4.871527777868323E-2</c:v>
                </c:pt>
                <c:pt idx="4210">
                  <c:v>4.8726851848186925E-2</c:v>
                </c:pt>
                <c:pt idx="4211">
                  <c:v>4.8738425924966577E-2</c:v>
                </c:pt>
                <c:pt idx="4212">
                  <c:v>4.8749999994470272E-2</c:v>
                </c:pt>
                <c:pt idx="4213">
                  <c:v>4.8761574071249925E-2</c:v>
                </c:pt>
                <c:pt idx="4214">
                  <c:v>4.8773148148029577E-2</c:v>
                </c:pt>
                <c:pt idx="4215">
                  <c:v>4.8784722217533272E-2</c:v>
                </c:pt>
                <c:pt idx="4216">
                  <c:v>4.8796296294312924E-2</c:v>
                </c:pt>
                <c:pt idx="4217">
                  <c:v>4.8807870371092577E-2</c:v>
                </c:pt>
                <c:pt idx="4218">
                  <c:v>4.8819444440596271E-2</c:v>
                </c:pt>
                <c:pt idx="4219">
                  <c:v>4.8831018517375924E-2</c:v>
                </c:pt>
                <c:pt idx="4220">
                  <c:v>4.8842592586879618E-2</c:v>
                </c:pt>
                <c:pt idx="4221">
                  <c:v>4.8854166663659271E-2</c:v>
                </c:pt>
                <c:pt idx="4222">
                  <c:v>4.8865740740438923E-2</c:v>
                </c:pt>
                <c:pt idx="4223">
                  <c:v>4.8877314809942618E-2</c:v>
                </c:pt>
                <c:pt idx="4224">
                  <c:v>4.888888888672227E-2</c:v>
                </c:pt>
                <c:pt idx="4225">
                  <c:v>4.8900462963501923E-2</c:v>
                </c:pt>
                <c:pt idx="4226">
                  <c:v>4.8912037033005618E-2</c:v>
                </c:pt>
                <c:pt idx="4227">
                  <c:v>4.892361110978527E-2</c:v>
                </c:pt>
                <c:pt idx="4228">
                  <c:v>4.8935185179288965E-2</c:v>
                </c:pt>
                <c:pt idx="4229">
                  <c:v>4.8946759256068617E-2</c:v>
                </c:pt>
                <c:pt idx="4230">
                  <c:v>4.8958333332848269E-2</c:v>
                </c:pt>
                <c:pt idx="4231">
                  <c:v>4.8969907402351964E-2</c:v>
                </c:pt>
                <c:pt idx="4232">
                  <c:v>4.8981481479131617E-2</c:v>
                </c:pt>
                <c:pt idx="4233">
                  <c:v>4.8993055555911269E-2</c:v>
                </c:pt>
                <c:pt idx="4234">
                  <c:v>4.9004629625414964E-2</c:v>
                </c:pt>
                <c:pt idx="4235">
                  <c:v>4.9016203702194616E-2</c:v>
                </c:pt>
                <c:pt idx="4236">
                  <c:v>4.9027777778974269E-2</c:v>
                </c:pt>
                <c:pt idx="4237">
                  <c:v>4.9039351848477963E-2</c:v>
                </c:pt>
                <c:pt idx="4238">
                  <c:v>4.9050925925257616E-2</c:v>
                </c:pt>
                <c:pt idx="4239">
                  <c:v>4.9062499994761311E-2</c:v>
                </c:pt>
                <c:pt idx="4240">
                  <c:v>4.9074074071540963E-2</c:v>
                </c:pt>
                <c:pt idx="4241">
                  <c:v>4.9085648148320615E-2</c:v>
                </c:pt>
                <c:pt idx="4242">
                  <c:v>4.909722221782431E-2</c:v>
                </c:pt>
                <c:pt idx="4243">
                  <c:v>4.9108796294603962E-2</c:v>
                </c:pt>
                <c:pt idx="4244">
                  <c:v>4.9120370371383615E-2</c:v>
                </c:pt>
                <c:pt idx="4245">
                  <c:v>4.913194444088731E-2</c:v>
                </c:pt>
                <c:pt idx="4246">
                  <c:v>4.9143518517666962E-2</c:v>
                </c:pt>
                <c:pt idx="4247">
                  <c:v>4.9155092587170657E-2</c:v>
                </c:pt>
                <c:pt idx="4248">
                  <c:v>4.9166666663950309E-2</c:v>
                </c:pt>
                <c:pt idx="4249">
                  <c:v>4.9178240740729962E-2</c:v>
                </c:pt>
                <c:pt idx="4250">
                  <c:v>4.9189814810233656E-2</c:v>
                </c:pt>
                <c:pt idx="4251">
                  <c:v>4.9201388887013309E-2</c:v>
                </c:pt>
                <c:pt idx="4252">
                  <c:v>4.9212962963792961E-2</c:v>
                </c:pt>
                <c:pt idx="4253">
                  <c:v>4.9224537033296656E-2</c:v>
                </c:pt>
                <c:pt idx="4254">
                  <c:v>4.9236111110076308E-2</c:v>
                </c:pt>
                <c:pt idx="4255">
                  <c:v>4.9247685179580003E-2</c:v>
                </c:pt>
                <c:pt idx="4256">
                  <c:v>4.9259259256359655E-2</c:v>
                </c:pt>
                <c:pt idx="4257">
                  <c:v>4.9270833333139308E-2</c:v>
                </c:pt>
                <c:pt idx="4258">
                  <c:v>4.9282407402643003E-2</c:v>
                </c:pt>
                <c:pt idx="4259">
                  <c:v>4.9293981479422655E-2</c:v>
                </c:pt>
                <c:pt idx="4260">
                  <c:v>4.9305555556202307E-2</c:v>
                </c:pt>
                <c:pt idx="4261">
                  <c:v>4.9317129625706002E-2</c:v>
                </c:pt>
                <c:pt idx="4262">
                  <c:v>4.9328703702485655E-2</c:v>
                </c:pt>
                <c:pt idx="4263">
                  <c:v>4.9340277771989349E-2</c:v>
                </c:pt>
                <c:pt idx="4264">
                  <c:v>4.9351851848769002E-2</c:v>
                </c:pt>
                <c:pt idx="4265">
                  <c:v>4.9363425925548654E-2</c:v>
                </c:pt>
                <c:pt idx="4266">
                  <c:v>4.9374999995052349E-2</c:v>
                </c:pt>
                <c:pt idx="4267">
                  <c:v>4.9386574071832001E-2</c:v>
                </c:pt>
                <c:pt idx="4268">
                  <c:v>4.9398148148611654E-2</c:v>
                </c:pt>
                <c:pt idx="4269">
                  <c:v>4.9409722218115348E-2</c:v>
                </c:pt>
                <c:pt idx="4270">
                  <c:v>4.9421296294895001E-2</c:v>
                </c:pt>
                <c:pt idx="4271">
                  <c:v>4.9432870371674653E-2</c:v>
                </c:pt>
                <c:pt idx="4272">
                  <c:v>4.9444444441178348E-2</c:v>
                </c:pt>
                <c:pt idx="4273">
                  <c:v>4.9456018517958E-2</c:v>
                </c:pt>
                <c:pt idx="4274">
                  <c:v>4.9467592587461695E-2</c:v>
                </c:pt>
                <c:pt idx="4275">
                  <c:v>4.9479166664241347E-2</c:v>
                </c:pt>
                <c:pt idx="4276">
                  <c:v>4.9490740741021E-2</c:v>
                </c:pt>
                <c:pt idx="4277">
                  <c:v>4.9502314810524695E-2</c:v>
                </c:pt>
                <c:pt idx="4278">
                  <c:v>4.9513888887304347E-2</c:v>
                </c:pt>
                <c:pt idx="4279">
                  <c:v>4.9525462964083999E-2</c:v>
                </c:pt>
                <c:pt idx="4280">
                  <c:v>4.9537037033587694E-2</c:v>
                </c:pt>
                <c:pt idx="4281">
                  <c:v>4.9548611110367347E-2</c:v>
                </c:pt>
                <c:pt idx="4282">
                  <c:v>4.9560185179871041E-2</c:v>
                </c:pt>
                <c:pt idx="4283">
                  <c:v>4.9571759256650694E-2</c:v>
                </c:pt>
                <c:pt idx="4284">
                  <c:v>4.9583333333430346E-2</c:v>
                </c:pt>
                <c:pt idx="4285">
                  <c:v>4.9594907402934041E-2</c:v>
                </c:pt>
                <c:pt idx="4286">
                  <c:v>4.9606481479713693E-2</c:v>
                </c:pt>
                <c:pt idx="4287">
                  <c:v>4.9618055556493346E-2</c:v>
                </c:pt>
                <c:pt idx="4288">
                  <c:v>4.962962962599704E-2</c:v>
                </c:pt>
                <c:pt idx="4289">
                  <c:v>4.9641203702776693E-2</c:v>
                </c:pt>
                <c:pt idx="4290">
                  <c:v>4.9652777772280388E-2</c:v>
                </c:pt>
                <c:pt idx="4291">
                  <c:v>4.966435184906004E-2</c:v>
                </c:pt>
                <c:pt idx="4292">
                  <c:v>4.9675925925839692E-2</c:v>
                </c:pt>
                <c:pt idx="4293">
                  <c:v>4.9687499995343387E-2</c:v>
                </c:pt>
                <c:pt idx="4294">
                  <c:v>4.969907407212304E-2</c:v>
                </c:pt>
                <c:pt idx="4295">
                  <c:v>4.9710648148902692E-2</c:v>
                </c:pt>
                <c:pt idx="4296">
                  <c:v>4.9722222218406387E-2</c:v>
                </c:pt>
                <c:pt idx="4297">
                  <c:v>4.9733796295186039E-2</c:v>
                </c:pt>
                <c:pt idx="4298">
                  <c:v>4.9745370364689734E-2</c:v>
                </c:pt>
                <c:pt idx="4299">
                  <c:v>4.9756944441469386E-2</c:v>
                </c:pt>
                <c:pt idx="4300">
                  <c:v>4.9768518518249039E-2</c:v>
                </c:pt>
                <c:pt idx="4301">
                  <c:v>4.9780092587752733E-2</c:v>
                </c:pt>
                <c:pt idx="4302">
                  <c:v>4.9791666664532386E-2</c:v>
                </c:pt>
                <c:pt idx="4303">
                  <c:v>4.9803240741312038E-2</c:v>
                </c:pt>
                <c:pt idx="4304">
                  <c:v>4.9814814810815733E-2</c:v>
                </c:pt>
                <c:pt idx="4305">
                  <c:v>4.9826388887595385E-2</c:v>
                </c:pt>
                <c:pt idx="4306">
                  <c:v>4.983796295709908E-2</c:v>
                </c:pt>
                <c:pt idx="4307">
                  <c:v>4.9849537033878732E-2</c:v>
                </c:pt>
                <c:pt idx="4308">
                  <c:v>4.9861111110658385E-2</c:v>
                </c:pt>
                <c:pt idx="4309">
                  <c:v>4.987268518016208E-2</c:v>
                </c:pt>
                <c:pt idx="4310">
                  <c:v>4.9884259256941732E-2</c:v>
                </c:pt>
                <c:pt idx="4311">
                  <c:v>4.9895833333721384E-2</c:v>
                </c:pt>
                <c:pt idx="4312">
                  <c:v>4.9907407403225079E-2</c:v>
                </c:pt>
                <c:pt idx="4313">
                  <c:v>4.9918981480004732E-2</c:v>
                </c:pt>
                <c:pt idx="4314">
                  <c:v>4.9930555556784384E-2</c:v>
                </c:pt>
                <c:pt idx="4315">
                  <c:v>4.9942129626288079E-2</c:v>
                </c:pt>
                <c:pt idx="4316">
                  <c:v>4.9953703703067731E-2</c:v>
                </c:pt>
                <c:pt idx="4317">
                  <c:v>4.9965277772571426E-2</c:v>
                </c:pt>
                <c:pt idx="4318">
                  <c:v>4.9976851849351078E-2</c:v>
                </c:pt>
                <c:pt idx="4319">
                  <c:v>4.9988425926130731E-2</c:v>
                </c:pt>
                <c:pt idx="4320">
                  <c:v>4.9999999995634425E-2</c:v>
                </c:pt>
                <c:pt idx="4321">
                  <c:v>5.0011574072414078E-2</c:v>
                </c:pt>
                <c:pt idx="4322">
                  <c:v>5.002314814919373E-2</c:v>
                </c:pt>
                <c:pt idx="4323">
                  <c:v>5.0034722218697425E-2</c:v>
                </c:pt>
                <c:pt idx="4324">
                  <c:v>5.0046296295477077E-2</c:v>
                </c:pt>
                <c:pt idx="4325">
                  <c:v>5.0057870364980772E-2</c:v>
                </c:pt>
                <c:pt idx="4326">
                  <c:v>5.0069444441760425E-2</c:v>
                </c:pt>
                <c:pt idx="4327">
                  <c:v>5.0081018518540077E-2</c:v>
                </c:pt>
                <c:pt idx="4328">
                  <c:v>5.0092592588043772E-2</c:v>
                </c:pt>
                <c:pt idx="4329">
                  <c:v>5.0104166664823424E-2</c:v>
                </c:pt>
                <c:pt idx="4330">
                  <c:v>5.0115740741603076E-2</c:v>
                </c:pt>
                <c:pt idx="4331">
                  <c:v>5.0127314811106771E-2</c:v>
                </c:pt>
                <c:pt idx="4332">
                  <c:v>5.0138888887886424E-2</c:v>
                </c:pt>
                <c:pt idx="4333">
                  <c:v>5.0150462957390118E-2</c:v>
                </c:pt>
                <c:pt idx="4334">
                  <c:v>5.0162037034169771E-2</c:v>
                </c:pt>
                <c:pt idx="4335">
                  <c:v>5.0173611110949423E-2</c:v>
                </c:pt>
                <c:pt idx="4336">
                  <c:v>5.0185185180453118E-2</c:v>
                </c:pt>
                <c:pt idx="4337">
                  <c:v>5.019675925723277E-2</c:v>
                </c:pt>
                <c:pt idx="4338">
                  <c:v>5.0208333334012423E-2</c:v>
                </c:pt>
                <c:pt idx="4339">
                  <c:v>5.0219907403516117E-2</c:v>
                </c:pt>
                <c:pt idx="4340">
                  <c:v>5.023148148029577E-2</c:v>
                </c:pt>
                <c:pt idx="4341">
                  <c:v>5.0243055549799465E-2</c:v>
                </c:pt>
                <c:pt idx="4342">
                  <c:v>5.0254629626579117E-2</c:v>
                </c:pt>
                <c:pt idx="4343">
                  <c:v>5.0266203703358769E-2</c:v>
                </c:pt>
                <c:pt idx="4344">
                  <c:v>5.0277777772862464E-2</c:v>
                </c:pt>
                <c:pt idx="4345">
                  <c:v>5.0289351849642117E-2</c:v>
                </c:pt>
                <c:pt idx="4346">
                  <c:v>5.0300925926421769E-2</c:v>
                </c:pt>
                <c:pt idx="4347">
                  <c:v>5.0312499995925464E-2</c:v>
                </c:pt>
                <c:pt idx="4348">
                  <c:v>5.0324074072705116E-2</c:v>
                </c:pt>
                <c:pt idx="4349">
                  <c:v>5.0335648149484769E-2</c:v>
                </c:pt>
                <c:pt idx="4350">
                  <c:v>5.0347222218988463E-2</c:v>
                </c:pt>
                <c:pt idx="4351">
                  <c:v>5.0358796295768116E-2</c:v>
                </c:pt>
                <c:pt idx="4352">
                  <c:v>5.037037036527181E-2</c:v>
                </c:pt>
                <c:pt idx="4353">
                  <c:v>5.0381944442051463E-2</c:v>
                </c:pt>
                <c:pt idx="4354">
                  <c:v>5.0393518518831115E-2</c:v>
                </c:pt>
                <c:pt idx="4355">
                  <c:v>5.040509258833481E-2</c:v>
                </c:pt>
                <c:pt idx="4356">
                  <c:v>5.0416666665114462E-2</c:v>
                </c:pt>
                <c:pt idx="4357">
                  <c:v>5.0428240741894115E-2</c:v>
                </c:pt>
                <c:pt idx="4358">
                  <c:v>5.043981481139781E-2</c:v>
                </c:pt>
                <c:pt idx="4359">
                  <c:v>5.0451388888177462E-2</c:v>
                </c:pt>
                <c:pt idx="4360">
                  <c:v>5.0462962957681157E-2</c:v>
                </c:pt>
                <c:pt idx="4361">
                  <c:v>5.0474537034460809E-2</c:v>
                </c:pt>
                <c:pt idx="4362">
                  <c:v>5.0486111111240461E-2</c:v>
                </c:pt>
                <c:pt idx="4363">
                  <c:v>5.0497685180744156E-2</c:v>
                </c:pt>
                <c:pt idx="4364">
                  <c:v>5.0509259257523809E-2</c:v>
                </c:pt>
                <c:pt idx="4365">
                  <c:v>5.0520833334303461E-2</c:v>
                </c:pt>
                <c:pt idx="4366">
                  <c:v>5.0532407403807156E-2</c:v>
                </c:pt>
                <c:pt idx="4367">
                  <c:v>5.0543981480586808E-2</c:v>
                </c:pt>
                <c:pt idx="4368">
                  <c:v>5.0555555550090503E-2</c:v>
                </c:pt>
                <c:pt idx="4369">
                  <c:v>5.0567129626870155E-2</c:v>
                </c:pt>
                <c:pt idx="4370">
                  <c:v>5.0578703703649808E-2</c:v>
                </c:pt>
                <c:pt idx="4371">
                  <c:v>5.0590277773153502E-2</c:v>
                </c:pt>
                <c:pt idx="4372">
                  <c:v>5.0601851849933155E-2</c:v>
                </c:pt>
                <c:pt idx="4373">
                  <c:v>5.0613425926712807E-2</c:v>
                </c:pt>
                <c:pt idx="4374">
                  <c:v>5.0624999996216502E-2</c:v>
                </c:pt>
                <c:pt idx="4375">
                  <c:v>5.0636574072996154E-2</c:v>
                </c:pt>
                <c:pt idx="4376">
                  <c:v>5.0648148142499849E-2</c:v>
                </c:pt>
                <c:pt idx="4377">
                  <c:v>5.0659722219279502E-2</c:v>
                </c:pt>
                <c:pt idx="4378">
                  <c:v>5.0671296296059154E-2</c:v>
                </c:pt>
                <c:pt idx="4379">
                  <c:v>5.0682870365562849E-2</c:v>
                </c:pt>
                <c:pt idx="4380">
                  <c:v>5.0694444442342501E-2</c:v>
                </c:pt>
                <c:pt idx="4381">
                  <c:v>5.0706018519122154E-2</c:v>
                </c:pt>
                <c:pt idx="4382">
                  <c:v>5.0717592588625848E-2</c:v>
                </c:pt>
                <c:pt idx="4383">
                  <c:v>5.0729166665405501E-2</c:v>
                </c:pt>
                <c:pt idx="4384">
                  <c:v>5.0740740734909195E-2</c:v>
                </c:pt>
                <c:pt idx="4385">
                  <c:v>5.0752314811688848E-2</c:v>
                </c:pt>
                <c:pt idx="4386">
                  <c:v>5.07638888884685E-2</c:v>
                </c:pt>
                <c:pt idx="4387">
                  <c:v>5.0775462957972195E-2</c:v>
                </c:pt>
                <c:pt idx="4388">
                  <c:v>5.0787037034751847E-2</c:v>
                </c:pt>
                <c:pt idx="4389">
                  <c:v>5.07986111115315E-2</c:v>
                </c:pt>
                <c:pt idx="4390">
                  <c:v>5.0810185181035195E-2</c:v>
                </c:pt>
                <c:pt idx="4391">
                  <c:v>5.0821759257814847E-2</c:v>
                </c:pt>
                <c:pt idx="4392">
                  <c:v>5.0833333334594499E-2</c:v>
                </c:pt>
                <c:pt idx="4393">
                  <c:v>5.0844907404098194E-2</c:v>
                </c:pt>
                <c:pt idx="4394">
                  <c:v>5.0856481480877846E-2</c:v>
                </c:pt>
                <c:pt idx="4395">
                  <c:v>5.0868055550381541E-2</c:v>
                </c:pt>
                <c:pt idx="4396">
                  <c:v>5.0879629627161194E-2</c:v>
                </c:pt>
                <c:pt idx="4397">
                  <c:v>5.0891203703940846E-2</c:v>
                </c:pt>
                <c:pt idx="4398">
                  <c:v>5.0902777773444541E-2</c:v>
                </c:pt>
                <c:pt idx="4399">
                  <c:v>5.0914351850224193E-2</c:v>
                </c:pt>
                <c:pt idx="4400">
                  <c:v>5.0925925927003846E-2</c:v>
                </c:pt>
                <c:pt idx="4401">
                  <c:v>5.093749999650754E-2</c:v>
                </c:pt>
                <c:pt idx="4402">
                  <c:v>5.0949074073287193E-2</c:v>
                </c:pt>
                <c:pt idx="4403">
                  <c:v>5.0960648142790888E-2</c:v>
                </c:pt>
                <c:pt idx="4404">
                  <c:v>5.097222221957054E-2</c:v>
                </c:pt>
                <c:pt idx="4405">
                  <c:v>5.0983796296350192E-2</c:v>
                </c:pt>
                <c:pt idx="4406">
                  <c:v>5.0995370365853887E-2</c:v>
                </c:pt>
                <c:pt idx="4407">
                  <c:v>5.1006944442633539E-2</c:v>
                </c:pt>
                <c:pt idx="4408">
                  <c:v>5.1018518519413192E-2</c:v>
                </c:pt>
                <c:pt idx="4409">
                  <c:v>5.1030092588916887E-2</c:v>
                </c:pt>
                <c:pt idx="4410">
                  <c:v>5.1041666665696539E-2</c:v>
                </c:pt>
                <c:pt idx="4411">
                  <c:v>5.1053240735200234E-2</c:v>
                </c:pt>
                <c:pt idx="4412">
                  <c:v>5.1064814811979886E-2</c:v>
                </c:pt>
                <c:pt idx="4413">
                  <c:v>5.1076388888759539E-2</c:v>
                </c:pt>
                <c:pt idx="4414">
                  <c:v>5.1087962958263233E-2</c:v>
                </c:pt>
                <c:pt idx="4415">
                  <c:v>5.1099537035042886E-2</c:v>
                </c:pt>
                <c:pt idx="4416">
                  <c:v>5.1111111111822538E-2</c:v>
                </c:pt>
                <c:pt idx="4417">
                  <c:v>5.1122685181326233E-2</c:v>
                </c:pt>
                <c:pt idx="4418">
                  <c:v>5.1134259258105885E-2</c:v>
                </c:pt>
                <c:pt idx="4419">
                  <c:v>5.114583332760958E-2</c:v>
                </c:pt>
                <c:pt idx="4420">
                  <c:v>5.1157407404389232E-2</c:v>
                </c:pt>
                <c:pt idx="4421">
                  <c:v>5.1168981481168885E-2</c:v>
                </c:pt>
                <c:pt idx="4422">
                  <c:v>5.118055555067258E-2</c:v>
                </c:pt>
                <c:pt idx="4423">
                  <c:v>5.1192129627452232E-2</c:v>
                </c:pt>
                <c:pt idx="4424">
                  <c:v>5.1203703704231884E-2</c:v>
                </c:pt>
                <c:pt idx="4425">
                  <c:v>5.1215277773735579E-2</c:v>
                </c:pt>
                <c:pt idx="4426">
                  <c:v>5.1226851850515231E-2</c:v>
                </c:pt>
                <c:pt idx="4427">
                  <c:v>5.1238425920018926E-2</c:v>
                </c:pt>
                <c:pt idx="4428">
                  <c:v>5.1249999996798579E-2</c:v>
                </c:pt>
                <c:pt idx="4429">
                  <c:v>5.1261574073578231E-2</c:v>
                </c:pt>
                <c:pt idx="4430">
                  <c:v>5.1273148143081926E-2</c:v>
                </c:pt>
                <c:pt idx="4431">
                  <c:v>5.1284722219861578E-2</c:v>
                </c:pt>
                <c:pt idx="4432">
                  <c:v>5.1296296296641231E-2</c:v>
                </c:pt>
                <c:pt idx="4433">
                  <c:v>5.1307870366144925E-2</c:v>
                </c:pt>
                <c:pt idx="4434">
                  <c:v>5.1319444442924578E-2</c:v>
                </c:pt>
                <c:pt idx="4435">
                  <c:v>5.133101851970423E-2</c:v>
                </c:pt>
                <c:pt idx="4436">
                  <c:v>5.1342592589207925E-2</c:v>
                </c:pt>
                <c:pt idx="4437">
                  <c:v>5.1354166665987577E-2</c:v>
                </c:pt>
                <c:pt idx="4438">
                  <c:v>5.1365740735491272E-2</c:v>
                </c:pt>
                <c:pt idx="4439">
                  <c:v>5.1377314812270924E-2</c:v>
                </c:pt>
                <c:pt idx="4440">
                  <c:v>5.1388888889050577E-2</c:v>
                </c:pt>
                <c:pt idx="4441">
                  <c:v>5.1400462958554272E-2</c:v>
                </c:pt>
                <c:pt idx="4442">
                  <c:v>5.1412037035333924E-2</c:v>
                </c:pt>
                <c:pt idx="4443">
                  <c:v>5.1423611112113576E-2</c:v>
                </c:pt>
                <c:pt idx="4444">
                  <c:v>5.1435185181617271E-2</c:v>
                </c:pt>
                <c:pt idx="4445">
                  <c:v>5.1446759258396924E-2</c:v>
                </c:pt>
                <c:pt idx="4446">
                  <c:v>5.1458333327900618E-2</c:v>
                </c:pt>
                <c:pt idx="4447">
                  <c:v>5.1469907404680271E-2</c:v>
                </c:pt>
                <c:pt idx="4448">
                  <c:v>5.1481481481459923E-2</c:v>
                </c:pt>
                <c:pt idx="4449">
                  <c:v>5.1493055550963618E-2</c:v>
                </c:pt>
                <c:pt idx="4450">
                  <c:v>5.150462962774327E-2</c:v>
                </c:pt>
                <c:pt idx="4451">
                  <c:v>5.1516203704522923E-2</c:v>
                </c:pt>
                <c:pt idx="4452">
                  <c:v>5.1527777774026617E-2</c:v>
                </c:pt>
                <c:pt idx="4453">
                  <c:v>5.153935185080627E-2</c:v>
                </c:pt>
                <c:pt idx="4454">
                  <c:v>5.1550925920309965E-2</c:v>
                </c:pt>
                <c:pt idx="4455">
                  <c:v>5.1562499997089617E-2</c:v>
                </c:pt>
                <c:pt idx="4456">
                  <c:v>5.1574074073869269E-2</c:v>
                </c:pt>
                <c:pt idx="4457">
                  <c:v>5.1585648143372964E-2</c:v>
                </c:pt>
                <c:pt idx="4458">
                  <c:v>5.1597222220152617E-2</c:v>
                </c:pt>
                <c:pt idx="4459">
                  <c:v>5.1608796296932269E-2</c:v>
                </c:pt>
                <c:pt idx="4460">
                  <c:v>5.1620370366435964E-2</c:v>
                </c:pt>
                <c:pt idx="4461">
                  <c:v>5.1631944443215616E-2</c:v>
                </c:pt>
                <c:pt idx="4462">
                  <c:v>5.1643518512719311E-2</c:v>
                </c:pt>
                <c:pt idx="4463">
                  <c:v>5.1655092589498963E-2</c:v>
                </c:pt>
                <c:pt idx="4464">
                  <c:v>5.1666666666278616E-2</c:v>
                </c:pt>
                <c:pt idx="4465">
                  <c:v>5.167824073578231E-2</c:v>
                </c:pt>
                <c:pt idx="4466">
                  <c:v>5.1689814812561963E-2</c:v>
                </c:pt>
                <c:pt idx="4467">
                  <c:v>5.1701388889341615E-2</c:v>
                </c:pt>
                <c:pt idx="4468">
                  <c:v>5.171296295884531E-2</c:v>
                </c:pt>
                <c:pt idx="4469">
                  <c:v>5.1724537035624962E-2</c:v>
                </c:pt>
                <c:pt idx="4470">
                  <c:v>5.1736111112404615E-2</c:v>
                </c:pt>
                <c:pt idx="4471">
                  <c:v>5.1747685181908309E-2</c:v>
                </c:pt>
                <c:pt idx="4472">
                  <c:v>5.1759259258687962E-2</c:v>
                </c:pt>
                <c:pt idx="4473">
                  <c:v>5.1770833328191657E-2</c:v>
                </c:pt>
                <c:pt idx="4474">
                  <c:v>5.1782407404971309E-2</c:v>
                </c:pt>
                <c:pt idx="4475">
                  <c:v>5.1793981481750961E-2</c:v>
                </c:pt>
                <c:pt idx="4476">
                  <c:v>5.1805555551254656E-2</c:v>
                </c:pt>
                <c:pt idx="4477">
                  <c:v>5.1817129628034309E-2</c:v>
                </c:pt>
                <c:pt idx="4478">
                  <c:v>5.1828703704813961E-2</c:v>
                </c:pt>
                <c:pt idx="4479">
                  <c:v>5.1840277774317656E-2</c:v>
                </c:pt>
                <c:pt idx="4480">
                  <c:v>5.1851851851097308E-2</c:v>
                </c:pt>
                <c:pt idx="4481">
                  <c:v>5.1863425920601003E-2</c:v>
                </c:pt>
                <c:pt idx="4482">
                  <c:v>5.1874999997380655E-2</c:v>
                </c:pt>
                <c:pt idx="4483">
                  <c:v>5.1886574074160308E-2</c:v>
                </c:pt>
                <c:pt idx="4484">
                  <c:v>5.1898148143664002E-2</c:v>
                </c:pt>
                <c:pt idx="4485">
                  <c:v>5.1909722220443655E-2</c:v>
                </c:pt>
                <c:pt idx="4486">
                  <c:v>5.1921296297223307E-2</c:v>
                </c:pt>
                <c:pt idx="4487">
                  <c:v>5.1932870366727002E-2</c:v>
                </c:pt>
                <c:pt idx="4488">
                  <c:v>5.1944444443506654E-2</c:v>
                </c:pt>
                <c:pt idx="4489">
                  <c:v>5.1956018513010349E-2</c:v>
                </c:pt>
                <c:pt idx="4490">
                  <c:v>5.1967592589790002E-2</c:v>
                </c:pt>
                <c:pt idx="4491">
                  <c:v>5.1979166666569654E-2</c:v>
                </c:pt>
                <c:pt idx="4492">
                  <c:v>5.1990740736073349E-2</c:v>
                </c:pt>
                <c:pt idx="4493">
                  <c:v>5.2002314812853001E-2</c:v>
                </c:pt>
                <c:pt idx="4494">
                  <c:v>5.2013888889632653E-2</c:v>
                </c:pt>
                <c:pt idx="4495">
                  <c:v>5.2025462959136348E-2</c:v>
                </c:pt>
                <c:pt idx="4496">
                  <c:v>5.2037037035916001E-2</c:v>
                </c:pt>
                <c:pt idx="4497">
                  <c:v>5.2048611105419695E-2</c:v>
                </c:pt>
                <c:pt idx="4498">
                  <c:v>5.2060185182199348E-2</c:v>
                </c:pt>
                <c:pt idx="4499">
                  <c:v>5.2071759258979E-2</c:v>
                </c:pt>
                <c:pt idx="4500">
                  <c:v>5.2083333328482695E-2</c:v>
                </c:pt>
                <c:pt idx="4501">
                  <c:v>5.2094907405262347E-2</c:v>
                </c:pt>
                <c:pt idx="4502">
                  <c:v>5.2106481482042E-2</c:v>
                </c:pt>
                <c:pt idx="4503">
                  <c:v>5.2118055551545694E-2</c:v>
                </c:pt>
                <c:pt idx="4504">
                  <c:v>5.2129629628325347E-2</c:v>
                </c:pt>
                <c:pt idx="4505">
                  <c:v>5.2141203697829042E-2</c:v>
                </c:pt>
                <c:pt idx="4506">
                  <c:v>5.2152777774608694E-2</c:v>
                </c:pt>
                <c:pt idx="4507">
                  <c:v>5.2164351851388346E-2</c:v>
                </c:pt>
                <c:pt idx="4508">
                  <c:v>5.2175925920892041E-2</c:v>
                </c:pt>
                <c:pt idx="4509">
                  <c:v>5.2187499997671694E-2</c:v>
                </c:pt>
                <c:pt idx="4510">
                  <c:v>5.2199074074451346E-2</c:v>
                </c:pt>
                <c:pt idx="4511">
                  <c:v>5.2210648143955041E-2</c:v>
                </c:pt>
                <c:pt idx="4512">
                  <c:v>5.2222222220734693E-2</c:v>
                </c:pt>
                <c:pt idx="4513">
                  <c:v>5.2233796297514345E-2</c:v>
                </c:pt>
                <c:pt idx="4514">
                  <c:v>5.224537036701804E-2</c:v>
                </c:pt>
                <c:pt idx="4515">
                  <c:v>5.2256944443797693E-2</c:v>
                </c:pt>
                <c:pt idx="4516">
                  <c:v>5.2268518513301387E-2</c:v>
                </c:pt>
                <c:pt idx="4517">
                  <c:v>5.228009259008104E-2</c:v>
                </c:pt>
                <c:pt idx="4518">
                  <c:v>5.2291666666860692E-2</c:v>
                </c:pt>
                <c:pt idx="4519">
                  <c:v>5.2303240736364387E-2</c:v>
                </c:pt>
                <c:pt idx="4520">
                  <c:v>5.2314814813144039E-2</c:v>
                </c:pt>
                <c:pt idx="4521">
                  <c:v>5.2326388889923692E-2</c:v>
                </c:pt>
                <c:pt idx="4522">
                  <c:v>5.2337962959427387E-2</c:v>
                </c:pt>
                <c:pt idx="4523">
                  <c:v>5.2349537036207039E-2</c:v>
                </c:pt>
                <c:pt idx="4524">
                  <c:v>5.2361111105710734E-2</c:v>
                </c:pt>
                <c:pt idx="4525">
                  <c:v>5.2372685182490386E-2</c:v>
                </c:pt>
                <c:pt idx="4526">
                  <c:v>5.2384259259270038E-2</c:v>
                </c:pt>
                <c:pt idx="4527">
                  <c:v>5.2395833328773733E-2</c:v>
                </c:pt>
                <c:pt idx="4528">
                  <c:v>5.2407407405553386E-2</c:v>
                </c:pt>
                <c:pt idx="4529">
                  <c:v>5.2418981482333038E-2</c:v>
                </c:pt>
                <c:pt idx="4530">
                  <c:v>5.2430555551836733E-2</c:v>
                </c:pt>
                <c:pt idx="4531">
                  <c:v>5.2442129628616385E-2</c:v>
                </c:pt>
                <c:pt idx="4532">
                  <c:v>5.245370369812008E-2</c:v>
                </c:pt>
                <c:pt idx="4533">
                  <c:v>5.2465277774899732E-2</c:v>
                </c:pt>
                <c:pt idx="4534">
                  <c:v>5.2476851851679385E-2</c:v>
                </c:pt>
                <c:pt idx="4535">
                  <c:v>5.2488425921183079E-2</c:v>
                </c:pt>
                <c:pt idx="4536">
                  <c:v>5.2499999997962732E-2</c:v>
                </c:pt>
                <c:pt idx="4537">
                  <c:v>5.2511574074742384E-2</c:v>
                </c:pt>
                <c:pt idx="4538">
                  <c:v>5.2523148144246079E-2</c:v>
                </c:pt>
                <c:pt idx="4539">
                  <c:v>5.2534722221025731E-2</c:v>
                </c:pt>
                <c:pt idx="4540">
                  <c:v>5.2546296290529426E-2</c:v>
                </c:pt>
                <c:pt idx="4541">
                  <c:v>5.2557870367309079E-2</c:v>
                </c:pt>
                <c:pt idx="4542">
                  <c:v>5.2569444444088731E-2</c:v>
                </c:pt>
                <c:pt idx="4543">
                  <c:v>5.2581018513592426E-2</c:v>
                </c:pt>
                <c:pt idx="4544">
                  <c:v>5.2592592590372078E-2</c:v>
                </c:pt>
                <c:pt idx="4545">
                  <c:v>5.2604166667151731E-2</c:v>
                </c:pt>
                <c:pt idx="4546">
                  <c:v>5.2615740736655425E-2</c:v>
                </c:pt>
                <c:pt idx="4547">
                  <c:v>5.2627314813435078E-2</c:v>
                </c:pt>
                <c:pt idx="4548">
                  <c:v>5.263888889021473E-2</c:v>
                </c:pt>
                <c:pt idx="4549">
                  <c:v>5.2650462959718425E-2</c:v>
                </c:pt>
                <c:pt idx="4550">
                  <c:v>5.2662037036498077E-2</c:v>
                </c:pt>
                <c:pt idx="4551">
                  <c:v>5.2673611106001772E-2</c:v>
                </c:pt>
                <c:pt idx="4552">
                  <c:v>5.2685185182781424E-2</c:v>
                </c:pt>
                <c:pt idx="4553">
                  <c:v>5.2696759259561077E-2</c:v>
                </c:pt>
                <c:pt idx="4554">
                  <c:v>5.2708333329064772E-2</c:v>
                </c:pt>
                <c:pt idx="4555">
                  <c:v>5.2719907405844424E-2</c:v>
                </c:pt>
                <c:pt idx="4556">
                  <c:v>5.2731481482624076E-2</c:v>
                </c:pt>
                <c:pt idx="4557">
                  <c:v>5.2743055552127771E-2</c:v>
                </c:pt>
                <c:pt idx="4558">
                  <c:v>5.2754629628907423E-2</c:v>
                </c:pt>
                <c:pt idx="4559">
                  <c:v>5.2766203698411118E-2</c:v>
                </c:pt>
                <c:pt idx="4560">
                  <c:v>5.2777777775190771E-2</c:v>
                </c:pt>
                <c:pt idx="4561">
                  <c:v>5.2789351851970423E-2</c:v>
                </c:pt>
                <c:pt idx="4562">
                  <c:v>5.2800925921474118E-2</c:v>
                </c:pt>
                <c:pt idx="4563">
                  <c:v>5.281249999825377E-2</c:v>
                </c:pt>
                <c:pt idx="4564">
                  <c:v>5.2824074075033423E-2</c:v>
                </c:pt>
                <c:pt idx="4565">
                  <c:v>5.2835648144537117E-2</c:v>
                </c:pt>
                <c:pt idx="4566">
                  <c:v>5.284722222131677E-2</c:v>
                </c:pt>
                <c:pt idx="4567">
                  <c:v>5.2858796290820464E-2</c:v>
                </c:pt>
                <c:pt idx="4568">
                  <c:v>5.2870370367600117E-2</c:v>
                </c:pt>
                <c:pt idx="4569">
                  <c:v>5.2881944444379769E-2</c:v>
                </c:pt>
                <c:pt idx="4570">
                  <c:v>5.2893518513883464E-2</c:v>
                </c:pt>
                <c:pt idx="4571">
                  <c:v>5.2905092590663116E-2</c:v>
                </c:pt>
                <c:pt idx="4572">
                  <c:v>5.2916666667442769E-2</c:v>
                </c:pt>
                <c:pt idx="4573">
                  <c:v>5.2928240736946464E-2</c:v>
                </c:pt>
                <c:pt idx="4574">
                  <c:v>5.2939814813726116E-2</c:v>
                </c:pt>
                <c:pt idx="4575">
                  <c:v>5.2951388883229811E-2</c:v>
                </c:pt>
                <c:pt idx="4576">
                  <c:v>5.2962962960009463E-2</c:v>
                </c:pt>
                <c:pt idx="4577">
                  <c:v>5.2974537036789116E-2</c:v>
                </c:pt>
                <c:pt idx="4578">
                  <c:v>5.298611110629281E-2</c:v>
                </c:pt>
                <c:pt idx="4579">
                  <c:v>5.2997685183072463E-2</c:v>
                </c:pt>
                <c:pt idx="4580">
                  <c:v>5.3009259259852115E-2</c:v>
                </c:pt>
                <c:pt idx="4581">
                  <c:v>5.302083332935581E-2</c:v>
                </c:pt>
                <c:pt idx="4582">
                  <c:v>5.3032407406135462E-2</c:v>
                </c:pt>
                <c:pt idx="4583">
                  <c:v>5.3043981475639157E-2</c:v>
                </c:pt>
                <c:pt idx="4584">
                  <c:v>5.3055555552418809E-2</c:v>
                </c:pt>
                <c:pt idx="4585">
                  <c:v>5.3067129629198462E-2</c:v>
                </c:pt>
                <c:pt idx="4586">
                  <c:v>5.3078703698702157E-2</c:v>
                </c:pt>
                <c:pt idx="4587">
                  <c:v>5.3090277775481809E-2</c:v>
                </c:pt>
                <c:pt idx="4588">
                  <c:v>5.3101851852261461E-2</c:v>
                </c:pt>
                <c:pt idx="4589">
                  <c:v>5.3113425921765156E-2</c:v>
                </c:pt>
                <c:pt idx="4590">
                  <c:v>5.3124999998544808E-2</c:v>
                </c:pt>
                <c:pt idx="4591">
                  <c:v>5.3136574075324461E-2</c:v>
                </c:pt>
                <c:pt idx="4592">
                  <c:v>5.3148148144828156E-2</c:v>
                </c:pt>
                <c:pt idx="4593">
                  <c:v>5.3159722221607808E-2</c:v>
                </c:pt>
                <c:pt idx="4594">
                  <c:v>5.3171296291111503E-2</c:v>
                </c:pt>
                <c:pt idx="4595">
                  <c:v>5.3182870367891155E-2</c:v>
                </c:pt>
                <c:pt idx="4596">
                  <c:v>5.3194444444670808E-2</c:v>
                </c:pt>
                <c:pt idx="4597">
                  <c:v>5.3206018514174502E-2</c:v>
                </c:pt>
                <c:pt idx="4598">
                  <c:v>5.3217592590954155E-2</c:v>
                </c:pt>
                <c:pt idx="4599">
                  <c:v>5.3229166667733807E-2</c:v>
                </c:pt>
                <c:pt idx="4600">
                  <c:v>5.3240740737237502E-2</c:v>
                </c:pt>
                <c:pt idx="4601">
                  <c:v>5.3252314814017154E-2</c:v>
                </c:pt>
                <c:pt idx="4602">
                  <c:v>5.3263888883520849E-2</c:v>
                </c:pt>
                <c:pt idx="4603">
                  <c:v>5.3275462960300501E-2</c:v>
                </c:pt>
                <c:pt idx="4604">
                  <c:v>5.3287037037080154E-2</c:v>
                </c:pt>
                <c:pt idx="4605">
                  <c:v>5.3298611106583849E-2</c:v>
                </c:pt>
                <c:pt idx="4606">
                  <c:v>5.3310185183363501E-2</c:v>
                </c:pt>
                <c:pt idx="4607">
                  <c:v>5.3321759260143153E-2</c:v>
                </c:pt>
                <c:pt idx="4608">
                  <c:v>5.3333333329646848E-2</c:v>
                </c:pt>
                <c:pt idx="4609">
                  <c:v>5.3344907406426501E-2</c:v>
                </c:pt>
                <c:pt idx="4610">
                  <c:v>5.3356481475930195E-2</c:v>
                </c:pt>
                <c:pt idx="4611">
                  <c:v>5.3368055552709848E-2</c:v>
                </c:pt>
                <c:pt idx="4612">
                  <c:v>5.33796296294895E-2</c:v>
                </c:pt>
                <c:pt idx="4613">
                  <c:v>5.3391203698993195E-2</c:v>
                </c:pt>
                <c:pt idx="4614">
                  <c:v>5.3402777775772847E-2</c:v>
                </c:pt>
                <c:pt idx="4615">
                  <c:v>5.34143518525525E-2</c:v>
                </c:pt>
                <c:pt idx="4616">
                  <c:v>5.3425925922056194E-2</c:v>
                </c:pt>
                <c:pt idx="4617">
                  <c:v>5.3437499998835847E-2</c:v>
                </c:pt>
                <c:pt idx="4618">
                  <c:v>5.3449074068339542E-2</c:v>
                </c:pt>
                <c:pt idx="4619">
                  <c:v>5.3460648145119194E-2</c:v>
                </c:pt>
                <c:pt idx="4620">
                  <c:v>5.3472222221898846E-2</c:v>
                </c:pt>
                <c:pt idx="4621">
                  <c:v>5.3483796291402541E-2</c:v>
                </c:pt>
                <c:pt idx="4622">
                  <c:v>5.3495370368182193E-2</c:v>
                </c:pt>
                <c:pt idx="4623">
                  <c:v>5.3506944444961846E-2</c:v>
                </c:pt>
                <c:pt idx="4624">
                  <c:v>5.3518518514465541E-2</c:v>
                </c:pt>
                <c:pt idx="4625">
                  <c:v>5.3530092591245193E-2</c:v>
                </c:pt>
                <c:pt idx="4626">
                  <c:v>5.3541666660748888E-2</c:v>
                </c:pt>
                <c:pt idx="4627">
                  <c:v>5.355324073752854E-2</c:v>
                </c:pt>
                <c:pt idx="4628">
                  <c:v>5.3564814814308193E-2</c:v>
                </c:pt>
                <c:pt idx="4629">
                  <c:v>5.3576388883811887E-2</c:v>
                </c:pt>
                <c:pt idx="4630">
                  <c:v>5.358796296059154E-2</c:v>
                </c:pt>
                <c:pt idx="4631">
                  <c:v>5.3599537037371192E-2</c:v>
                </c:pt>
                <c:pt idx="4632">
                  <c:v>5.3611111106874887E-2</c:v>
                </c:pt>
                <c:pt idx="4633">
                  <c:v>5.3622685183654539E-2</c:v>
                </c:pt>
                <c:pt idx="4634">
                  <c:v>5.3634259260434192E-2</c:v>
                </c:pt>
                <c:pt idx="4635">
                  <c:v>5.3645833329937886E-2</c:v>
                </c:pt>
                <c:pt idx="4636">
                  <c:v>5.3657407406717539E-2</c:v>
                </c:pt>
                <c:pt idx="4637">
                  <c:v>5.3668981476221234E-2</c:v>
                </c:pt>
                <c:pt idx="4638">
                  <c:v>5.3680555553000886E-2</c:v>
                </c:pt>
                <c:pt idx="4639">
                  <c:v>5.3692129629780538E-2</c:v>
                </c:pt>
                <c:pt idx="4640">
                  <c:v>5.3703703699284233E-2</c:v>
                </c:pt>
                <c:pt idx="4641">
                  <c:v>5.3715277776063886E-2</c:v>
                </c:pt>
                <c:pt idx="4642">
                  <c:v>5.3726851852843538E-2</c:v>
                </c:pt>
                <c:pt idx="4643">
                  <c:v>5.3738425922347233E-2</c:v>
                </c:pt>
                <c:pt idx="4644">
                  <c:v>5.3749999999126885E-2</c:v>
                </c:pt>
                <c:pt idx="4645">
                  <c:v>5.376157406863058E-2</c:v>
                </c:pt>
                <c:pt idx="4646">
                  <c:v>5.3773148145410232E-2</c:v>
                </c:pt>
                <c:pt idx="4647">
                  <c:v>5.3784722222189885E-2</c:v>
                </c:pt>
                <c:pt idx="4648">
                  <c:v>5.3796296291693579E-2</c:v>
                </c:pt>
                <c:pt idx="4649">
                  <c:v>5.3807870368473232E-2</c:v>
                </c:pt>
                <c:pt idx="4650">
                  <c:v>5.3819444445252884E-2</c:v>
                </c:pt>
                <c:pt idx="4651">
                  <c:v>5.3831018514756579E-2</c:v>
                </c:pt>
                <c:pt idx="4652">
                  <c:v>5.3842592591536231E-2</c:v>
                </c:pt>
                <c:pt idx="4653">
                  <c:v>5.3854166661039926E-2</c:v>
                </c:pt>
                <c:pt idx="4654">
                  <c:v>5.3865740737819578E-2</c:v>
                </c:pt>
                <c:pt idx="4655">
                  <c:v>5.3877314814599231E-2</c:v>
                </c:pt>
                <c:pt idx="4656">
                  <c:v>5.3888888884102926E-2</c:v>
                </c:pt>
                <c:pt idx="4657">
                  <c:v>5.3900462960882578E-2</c:v>
                </c:pt>
                <c:pt idx="4658">
                  <c:v>5.391203703766223E-2</c:v>
                </c:pt>
                <c:pt idx="4659">
                  <c:v>5.3923611107165925E-2</c:v>
                </c:pt>
                <c:pt idx="4660">
                  <c:v>5.3935185183945578E-2</c:v>
                </c:pt>
                <c:pt idx="4661">
                  <c:v>5.3946759253449272E-2</c:v>
                </c:pt>
                <c:pt idx="4662">
                  <c:v>5.3958333330228925E-2</c:v>
                </c:pt>
                <c:pt idx="4663">
                  <c:v>5.3969907407008577E-2</c:v>
                </c:pt>
                <c:pt idx="4664">
                  <c:v>5.3981481476512272E-2</c:v>
                </c:pt>
                <c:pt idx="4665">
                  <c:v>5.3993055553291924E-2</c:v>
                </c:pt>
                <c:pt idx="4666">
                  <c:v>5.4004629630071577E-2</c:v>
                </c:pt>
                <c:pt idx="4667">
                  <c:v>5.4016203699575271E-2</c:v>
                </c:pt>
                <c:pt idx="4668">
                  <c:v>5.4027777776354924E-2</c:v>
                </c:pt>
                <c:pt idx="4669">
                  <c:v>5.4039351853134576E-2</c:v>
                </c:pt>
                <c:pt idx="4670">
                  <c:v>5.4050925922638271E-2</c:v>
                </c:pt>
                <c:pt idx="4671">
                  <c:v>5.4062499999417923E-2</c:v>
                </c:pt>
                <c:pt idx="4672">
                  <c:v>5.4074074068921618E-2</c:v>
                </c:pt>
                <c:pt idx="4673">
                  <c:v>5.4085648145701271E-2</c:v>
                </c:pt>
                <c:pt idx="4674">
                  <c:v>5.4097222222480923E-2</c:v>
                </c:pt>
                <c:pt idx="4675">
                  <c:v>5.4108796291984618E-2</c:v>
                </c:pt>
                <c:pt idx="4676">
                  <c:v>5.412037036876427E-2</c:v>
                </c:pt>
                <c:pt idx="4677">
                  <c:v>5.4131944445543922E-2</c:v>
                </c:pt>
                <c:pt idx="4678">
                  <c:v>5.4143518515047617E-2</c:v>
                </c:pt>
                <c:pt idx="4679">
                  <c:v>5.415509259182727E-2</c:v>
                </c:pt>
                <c:pt idx="4680">
                  <c:v>5.4166666661330964E-2</c:v>
                </c:pt>
                <c:pt idx="4681">
                  <c:v>5.4178240738110617E-2</c:v>
                </c:pt>
                <c:pt idx="4682">
                  <c:v>5.4189814814890269E-2</c:v>
                </c:pt>
                <c:pt idx="4683">
                  <c:v>5.4201388884393964E-2</c:v>
                </c:pt>
                <c:pt idx="4684">
                  <c:v>5.4212962961173616E-2</c:v>
                </c:pt>
                <c:pt idx="4685">
                  <c:v>5.4224537037953269E-2</c:v>
                </c:pt>
                <c:pt idx="4686">
                  <c:v>5.4236111107456964E-2</c:v>
                </c:pt>
                <c:pt idx="4687">
                  <c:v>5.4247685184236616E-2</c:v>
                </c:pt>
                <c:pt idx="4688">
                  <c:v>5.4259259253740311E-2</c:v>
                </c:pt>
                <c:pt idx="4689">
                  <c:v>5.4270833330519963E-2</c:v>
                </c:pt>
                <c:pt idx="4690">
                  <c:v>5.4282407407299615E-2</c:v>
                </c:pt>
                <c:pt idx="4691">
                  <c:v>5.429398147680331E-2</c:v>
                </c:pt>
                <c:pt idx="4692">
                  <c:v>5.4305555553582963E-2</c:v>
                </c:pt>
                <c:pt idx="4693">
                  <c:v>5.4317129630362615E-2</c:v>
                </c:pt>
                <c:pt idx="4694">
                  <c:v>5.432870369986631E-2</c:v>
                </c:pt>
                <c:pt idx="4695">
                  <c:v>5.4340277776645962E-2</c:v>
                </c:pt>
                <c:pt idx="4696">
                  <c:v>5.4351851846149657E-2</c:v>
                </c:pt>
                <c:pt idx="4697">
                  <c:v>5.4363425922929309E-2</c:v>
                </c:pt>
                <c:pt idx="4698">
                  <c:v>5.4374999999708962E-2</c:v>
                </c:pt>
                <c:pt idx="4699">
                  <c:v>5.4386574069212656E-2</c:v>
                </c:pt>
                <c:pt idx="4700">
                  <c:v>5.4398148145992309E-2</c:v>
                </c:pt>
                <c:pt idx="4701">
                  <c:v>5.4409722222771961E-2</c:v>
                </c:pt>
                <c:pt idx="4702">
                  <c:v>5.4421296292275656E-2</c:v>
                </c:pt>
                <c:pt idx="4703">
                  <c:v>5.4432870369055308E-2</c:v>
                </c:pt>
                <c:pt idx="4704">
                  <c:v>5.4444444438559003E-2</c:v>
                </c:pt>
                <c:pt idx="4705">
                  <c:v>5.4456018515338656E-2</c:v>
                </c:pt>
                <c:pt idx="4706">
                  <c:v>5.4467592592118308E-2</c:v>
                </c:pt>
                <c:pt idx="4707">
                  <c:v>5.4479166661622003E-2</c:v>
                </c:pt>
                <c:pt idx="4708">
                  <c:v>5.4490740738401655E-2</c:v>
                </c:pt>
                <c:pt idx="4709">
                  <c:v>5.4502314815181307E-2</c:v>
                </c:pt>
                <c:pt idx="4710">
                  <c:v>5.4513888884685002E-2</c:v>
                </c:pt>
                <c:pt idx="4711">
                  <c:v>5.4525462961464655E-2</c:v>
                </c:pt>
                <c:pt idx="4712">
                  <c:v>5.4537037038244307E-2</c:v>
                </c:pt>
                <c:pt idx="4713">
                  <c:v>5.4548611107748002E-2</c:v>
                </c:pt>
                <c:pt idx="4714">
                  <c:v>5.4560185184527654E-2</c:v>
                </c:pt>
                <c:pt idx="4715">
                  <c:v>5.4571759254031349E-2</c:v>
                </c:pt>
                <c:pt idx="4716">
                  <c:v>5.4583333330811001E-2</c:v>
                </c:pt>
                <c:pt idx="4717">
                  <c:v>5.4594907407590654E-2</c:v>
                </c:pt>
                <c:pt idx="4718">
                  <c:v>5.4606481477094349E-2</c:v>
                </c:pt>
                <c:pt idx="4719">
                  <c:v>5.4618055553874001E-2</c:v>
                </c:pt>
                <c:pt idx="4720">
                  <c:v>5.4629629630653653E-2</c:v>
                </c:pt>
                <c:pt idx="4721">
                  <c:v>5.4641203700157348E-2</c:v>
                </c:pt>
                <c:pt idx="4722">
                  <c:v>5.4652777776937E-2</c:v>
                </c:pt>
                <c:pt idx="4723">
                  <c:v>5.4664351846440695E-2</c:v>
                </c:pt>
                <c:pt idx="4724">
                  <c:v>5.4675925923220348E-2</c:v>
                </c:pt>
                <c:pt idx="4725">
                  <c:v>5.46875E-2</c:v>
                </c:pt>
                <c:pt idx="4726">
                  <c:v>5.4699074069503695E-2</c:v>
                </c:pt>
                <c:pt idx="4727">
                  <c:v>5.4710648146283347E-2</c:v>
                </c:pt>
                <c:pt idx="4728">
                  <c:v>5.4722222223063E-2</c:v>
                </c:pt>
                <c:pt idx="4729">
                  <c:v>5.4733796292566694E-2</c:v>
                </c:pt>
                <c:pt idx="4730">
                  <c:v>5.4745370369346347E-2</c:v>
                </c:pt>
                <c:pt idx="4731">
                  <c:v>5.4756944438850041E-2</c:v>
                </c:pt>
                <c:pt idx="4732">
                  <c:v>5.4768518515629694E-2</c:v>
                </c:pt>
                <c:pt idx="4733">
                  <c:v>5.4780092592409346E-2</c:v>
                </c:pt>
                <c:pt idx="4734">
                  <c:v>5.4791666661913041E-2</c:v>
                </c:pt>
                <c:pt idx="4735">
                  <c:v>5.4803240738692693E-2</c:v>
                </c:pt>
                <c:pt idx="4736">
                  <c:v>5.4814814815472346E-2</c:v>
                </c:pt>
                <c:pt idx="4737">
                  <c:v>5.4826388884976041E-2</c:v>
                </c:pt>
                <c:pt idx="4738">
                  <c:v>5.4837962961755693E-2</c:v>
                </c:pt>
                <c:pt idx="4739">
                  <c:v>5.4849537031259388E-2</c:v>
                </c:pt>
                <c:pt idx="4740">
                  <c:v>5.486111110803904E-2</c:v>
                </c:pt>
                <c:pt idx="4741">
                  <c:v>5.4872685184818693E-2</c:v>
                </c:pt>
                <c:pt idx="4742">
                  <c:v>5.4884259254322387E-2</c:v>
                </c:pt>
                <c:pt idx="4743">
                  <c:v>5.489583333110204E-2</c:v>
                </c:pt>
                <c:pt idx="4744">
                  <c:v>5.4907407407881692E-2</c:v>
                </c:pt>
                <c:pt idx="4745">
                  <c:v>5.4918981477385387E-2</c:v>
                </c:pt>
                <c:pt idx="4746">
                  <c:v>5.4930555554165039E-2</c:v>
                </c:pt>
                <c:pt idx="4747">
                  <c:v>5.4942129630944692E-2</c:v>
                </c:pt>
                <c:pt idx="4748">
                  <c:v>5.4953703700448386E-2</c:v>
                </c:pt>
                <c:pt idx="4749">
                  <c:v>5.4965277777228039E-2</c:v>
                </c:pt>
                <c:pt idx="4750">
                  <c:v>5.4976851846731734E-2</c:v>
                </c:pt>
                <c:pt idx="4751">
                  <c:v>5.4988425923511386E-2</c:v>
                </c:pt>
                <c:pt idx="4752">
                  <c:v>5.5000000000291038E-2</c:v>
                </c:pt>
                <c:pt idx="4753">
                  <c:v>5.5011574069794733E-2</c:v>
                </c:pt>
                <c:pt idx="4754">
                  <c:v>5.5023148146574385E-2</c:v>
                </c:pt>
                <c:pt idx="4755">
                  <c:v>5.5034722223354038E-2</c:v>
                </c:pt>
                <c:pt idx="4756">
                  <c:v>5.5046296292857733E-2</c:v>
                </c:pt>
                <c:pt idx="4757">
                  <c:v>5.5057870369637385E-2</c:v>
                </c:pt>
                <c:pt idx="4758">
                  <c:v>5.506944443914108E-2</c:v>
                </c:pt>
                <c:pt idx="4759">
                  <c:v>5.5081018515920732E-2</c:v>
                </c:pt>
                <c:pt idx="4760">
                  <c:v>5.5092592592700385E-2</c:v>
                </c:pt>
                <c:pt idx="4761">
                  <c:v>5.5104166662204079E-2</c:v>
                </c:pt>
                <c:pt idx="4762">
                  <c:v>5.5115740738983732E-2</c:v>
                </c:pt>
                <c:pt idx="4763">
                  <c:v>5.5127314815763384E-2</c:v>
                </c:pt>
                <c:pt idx="4764">
                  <c:v>5.5138888885267079E-2</c:v>
                </c:pt>
                <c:pt idx="4765">
                  <c:v>5.5150462962046731E-2</c:v>
                </c:pt>
                <c:pt idx="4766">
                  <c:v>5.5162037031550426E-2</c:v>
                </c:pt>
                <c:pt idx="4767">
                  <c:v>5.5173611108330078E-2</c:v>
                </c:pt>
                <c:pt idx="4768">
                  <c:v>5.5185185185109731E-2</c:v>
                </c:pt>
                <c:pt idx="4769">
                  <c:v>5.5196759254613426E-2</c:v>
                </c:pt>
                <c:pt idx="4770">
                  <c:v>5.5208333331393078E-2</c:v>
                </c:pt>
                <c:pt idx="4771">
                  <c:v>5.521990740817273E-2</c:v>
                </c:pt>
                <c:pt idx="4772">
                  <c:v>5.5231481477676425E-2</c:v>
                </c:pt>
                <c:pt idx="4773">
                  <c:v>5.5243055554456078E-2</c:v>
                </c:pt>
                <c:pt idx="4774">
                  <c:v>5.5254629623959772E-2</c:v>
                </c:pt>
                <c:pt idx="4775">
                  <c:v>5.5266203700739425E-2</c:v>
                </c:pt>
                <c:pt idx="4776">
                  <c:v>5.5277777777519077E-2</c:v>
                </c:pt>
                <c:pt idx="4777">
                  <c:v>5.5289351847022772E-2</c:v>
                </c:pt>
                <c:pt idx="4778">
                  <c:v>5.5300925923802424E-2</c:v>
                </c:pt>
                <c:pt idx="4779">
                  <c:v>5.5312500000582077E-2</c:v>
                </c:pt>
                <c:pt idx="4780">
                  <c:v>5.5324074070085771E-2</c:v>
                </c:pt>
                <c:pt idx="4781">
                  <c:v>5.5335648146865424E-2</c:v>
                </c:pt>
                <c:pt idx="4782">
                  <c:v>5.5347222216369119E-2</c:v>
                </c:pt>
                <c:pt idx="4783">
                  <c:v>5.5358796293148771E-2</c:v>
                </c:pt>
                <c:pt idx="4784">
                  <c:v>5.5370370369928423E-2</c:v>
                </c:pt>
                <c:pt idx="4785">
                  <c:v>5.5381944439432118E-2</c:v>
                </c:pt>
                <c:pt idx="4786">
                  <c:v>5.539351851621177E-2</c:v>
                </c:pt>
                <c:pt idx="4787">
                  <c:v>5.5405092592991423E-2</c:v>
                </c:pt>
                <c:pt idx="4788">
                  <c:v>5.5416666662495118E-2</c:v>
                </c:pt>
                <c:pt idx="4789">
                  <c:v>5.542824073927477E-2</c:v>
                </c:pt>
                <c:pt idx="4790">
                  <c:v>5.5439814816054422E-2</c:v>
                </c:pt>
                <c:pt idx="4791">
                  <c:v>5.5451388885558117E-2</c:v>
                </c:pt>
                <c:pt idx="4792">
                  <c:v>5.546296296233777E-2</c:v>
                </c:pt>
                <c:pt idx="4793">
                  <c:v>5.5474537031841464E-2</c:v>
                </c:pt>
                <c:pt idx="4794">
                  <c:v>5.5486111108621117E-2</c:v>
                </c:pt>
                <c:pt idx="4795">
                  <c:v>5.5497685185400769E-2</c:v>
                </c:pt>
                <c:pt idx="4796">
                  <c:v>5.5509259254904464E-2</c:v>
                </c:pt>
                <c:pt idx="4797">
                  <c:v>5.5520833331684116E-2</c:v>
                </c:pt>
                <c:pt idx="4798">
                  <c:v>5.5532407408463769E-2</c:v>
                </c:pt>
                <c:pt idx="4799">
                  <c:v>5.5543981477967463E-2</c:v>
                </c:pt>
                <c:pt idx="4800">
                  <c:v>5.5555555554747116E-2</c:v>
                </c:pt>
                <c:pt idx="4801">
                  <c:v>5.5567129624250811E-2</c:v>
                </c:pt>
                <c:pt idx="4802">
                  <c:v>5.5578703701030463E-2</c:v>
                </c:pt>
                <c:pt idx="4803">
                  <c:v>5.5590277777810115E-2</c:v>
                </c:pt>
                <c:pt idx="4804">
                  <c:v>5.560185184731381E-2</c:v>
                </c:pt>
                <c:pt idx="4805">
                  <c:v>5.5613425924093463E-2</c:v>
                </c:pt>
                <c:pt idx="4806">
                  <c:v>5.5625000000873115E-2</c:v>
                </c:pt>
                <c:pt idx="4807">
                  <c:v>5.563657407037681E-2</c:v>
                </c:pt>
                <c:pt idx="4808">
                  <c:v>5.5648148147156462E-2</c:v>
                </c:pt>
                <c:pt idx="4809">
                  <c:v>5.5659722216660157E-2</c:v>
                </c:pt>
                <c:pt idx="4810">
                  <c:v>5.5671296293439809E-2</c:v>
                </c:pt>
                <c:pt idx="4811">
                  <c:v>5.5682870370219462E-2</c:v>
                </c:pt>
                <c:pt idx="4812">
                  <c:v>5.5694444439723156E-2</c:v>
                </c:pt>
                <c:pt idx="4813">
                  <c:v>5.5706018516502809E-2</c:v>
                </c:pt>
                <c:pt idx="4814">
                  <c:v>5.5717592593282461E-2</c:v>
                </c:pt>
                <c:pt idx="4815">
                  <c:v>5.5729166662786156E-2</c:v>
                </c:pt>
                <c:pt idx="4816">
                  <c:v>5.5740740739565808E-2</c:v>
                </c:pt>
                <c:pt idx="4817">
                  <c:v>5.5752314809069503E-2</c:v>
                </c:pt>
                <c:pt idx="4818">
                  <c:v>5.5763888885849155E-2</c:v>
                </c:pt>
                <c:pt idx="4819">
                  <c:v>5.5775462962628808E-2</c:v>
                </c:pt>
                <c:pt idx="4820">
                  <c:v>5.5787037032132503E-2</c:v>
                </c:pt>
                <c:pt idx="4821">
                  <c:v>5.5798611108912155E-2</c:v>
                </c:pt>
                <c:pt idx="4822">
                  <c:v>5.5810185185691807E-2</c:v>
                </c:pt>
                <c:pt idx="4823">
                  <c:v>5.5821759255195502E-2</c:v>
                </c:pt>
                <c:pt idx="4824">
                  <c:v>5.5833333331975155E-2</c:v>
                </c:pt>
                <c:pt idx="4825">
                  <c:v>5.5844907401478849E-2</c:v>
                </c:pt>
                <c:pt idx="4826">
                  <c:v>5.5856481478258502E-2</c:v>
                </c:pt>
                <c:pt idx="4827">
                  <c:v>5.5868055555038154E-2</c:v>
                </c:pt>
                <c:pt idx="4828">
                  <c:v>5.5879629624541849E-2</c:v>
                </c:pt>
                <c:pt idx="4829">
                  <c:v>5.5891203701321501E-2</c:v>
                </c:pt>
                <c:pt idx="4830">
                  <c:v>5.5902777778101154E-2</c:v>
                </c:pt>
                <c:pt idx="4831">
                  <c:v>5.5914351847604848E-2</c:v>
                </c:pt>
                <c:pt idx="4832">
                  <c:v>5.5925925924384501E-2</c:v>
                </c:pt>
                <c:pt idx="4833">
                  <c:v>5.5937500001164153E-2</c:v>
                </c:pt>
                <c:pt idx="4834">
                  <c:v>5.5949074070667848E-2</c:v>
                </c:pt>
                <c:pt idx="4835">
                  <c:v>5.59606481474475E-2</c:v>
                </c:pt>
                <c:pt idx="4836">
                  <c:v>5.5972222216951195E-2</c:v>
                </c:pt>
                <c:pt idx="4837">
                  <c:v>5.5983796293730848E-2</c:v>
                </c:pt>
                <c:pt idx="4838">
                  <c:v>5.59953703705105E-2</c:v>
                </c:pt>
                <c:pt idx="4839">
                  <c:v>5.6006944440014195E-2</c:v>
                </c:pt>
                <c:pt idx="4840">
                  <c:v>5.6018518516793847E-2</c:v>
                </c:pt>
                <c:pt idx="4841">
                  <c:v>5.6030092593573499E-2</c:v>
                </c:pt>
                <c:pt idx="4842">
                  <c:v>5.6041666663077194E-2</c:v>
                </c:pt>
                <c:pt idx="4843">
                  <c:v>5.6053240739856847E-2</c:v>
                </c:pt>
                <c:pt idx="4844">
                  <c:v>5.6064814809360541E-2</c:v>
                </c:pt>
                <c:pt idx="4845">
                  <c:v>5.6076388886140194E-2</c:v>
                </c:pt>
                <c:pt idx="4846">
                  <c:v>5.6087962962919846E-2</c:v>
                </c:pt>
                <c:pt idx="4847">
                  <c:v>5.6099537032423541E-2</c:v>
                </c:pt>
                <c:pt idx="4848">
                  <c:v>5.6111111109203193E-2</c:v>
                </c:pt>
                <c:pt idx="4849">
                  <c:v>5.6122685185982846E-2</c:v>
                </c:pt>
                <c:pt idx="4850">
                  <c:v>5.613425925548654E-2</c:v>
                </c:pt>
                <c:pt idx="4851">
                  <c:v>5.6145833332266193E-2</c:v>
                </c:pt>
                <c:pt idx="4852">
                  <c:v>5.6157407401769888E-2</c:v>
                </c:pt>
                <c:pt idx="4853">
                  <c:v>5.616898147854954E-2</c:v>
                </c:pt>
                <c:pt idx="4854">
                  <c:v>5.6180555555329192E-2</c:v>
                </c:pt>
                <c:pt idx="4855">
                  <c:v>5.6192129624832887E-2</c:v>
                </c:pt>
                <c:pt idx="4856">
                  <c:v>5.620370370161254E-2</c:v>
                </c:pt>
                <c:pt idx="4857">
                  <c:v>5.6215277778392192E-2</c:v>
                </c:pt>
                <c:pt idx="4858">
                  <c:v>5.6226851847895887E-2</c:v>
                </c:pt>
                <c:pt idx="4859">
                  <c:v>5.6238425924675539E-2</c:v>
                </c:pt>
                <c:pt idx="4860">
                  <c:v>5.6249999994179234E-2</c:v>
                </c:pt>
                <c:pt idx="4861">
                  <c:v>5.6261574070958886E-2</c:v>
                </c:pt>
                <c:pt idx="4862">
                  <c:v>5.6273148147738539E-2</c:v>
                </c:pt>
                <c:pt idx="4863">
                  <c:v>5.6284722217242233E-2</c:v>
                </c:pt>
                <c:pt idx="4864">
                  <c:v>5.6296296294021886E-2</c:v>
                </c:pt>
                <c:pt idx="4865">
                  <c:v>5.6307870370801538E-2</c:v>
                </c:pt>
                <c:pt idx="4866">
                  <c:v>5.6319444440305233E-2</c:v>
                </c:pt>
                <c:pt idx="4867">
                  <c:v>5.6331018517084885E-2</c:v>
                </c:pt>
                <c:pt idx="4868">
                  <c:v>5.6342592593864538E-2</c:v>
                </c:pt>
                <c:pt idx="4869">
                  <c:v>5.6354166663368233E-2</c:v>
                </c:pt>
                <c:pt idx="4870">
                  <c:v>5.6365740740147885E-2</c:v>
                </c:pt>
                <c:pt idx="4871">
                  <c:v>5.637731480965158E-2</c:v>
                </c:pt>
                <c:pt idx="4872">
                  <c:v>5.6388888886431232E-2</c:v>
                </c:pt>
                <c:pt idx="4873">
                  <c:v>5.6400462963210884E-2</c:v>
                </c:pt>
                <c:pt idx="4874">
                  <c:v>5.6412037032714579E-2</c:v>
                </c:pt>
                <c:pt idx="4875">
                  <c:v>5.6423611109494232E-2</c:v>
                </c:pt>
                <c:pt idx="4876">
                  <c:v>5.6435185186273884E-2</c:v>
                </c:pt>
                <c:pt idx="4877">
                  <c:v>5.6446759255777579E-2</c:v>
                </c:pt>
                <c:pt idx="4878">
                  <c:v>5.6458333332557231E-2</c:v>
                </c:pt>
                <c:pt idx="4879">
                  <c:v>5.6469907402060926E-2</c:v>
                </c:pt>
                <c:pt idx="4880">
                  <c:v>5.6481481478840578E-2</c:v>
                </c:pt>
                <c:pt idx="4881">
                  <c:v>5.6493055555620231E-2</c:v>
                </c:pt>
                <c:pt idx="4882">
                  <c:v>5.6504629625123926E-2</c:v>
                </c:pt>
                <c:pt idx="4883">
                  <c:v>5.6516203701903578E-2</c:v>
                </c:pt>
                <c:pt idx="4884">
                  <c:v>5.652777777868323E-2</c:v>
                </c:pt>
                <c:pt idx="4885">
                  <c:v>5.6539351848186925E-2</c:v>
                </c:pt>
                <c:pt idx="4886">
                  <c:v>5.6550925924966577E-2</c:v>
                </c:pt>
                <c:pt idx="4887">
                  <c:v>5.6562499994470272E-2</c:v>
                </c:pt>
                <c:pt idx="4888">
                  <c:v>5.6574074071249925E-2</c:v>
                </c:pt>
                <c:pt idx="4889">
                  <c:v>5.6585648148029577E-2</c:v>
                </c:pt>
                <c:pt idx="4890">
                  <c:v>5.6597222217533272E-2</c:v>
                </c:pt>
                <c:pt idx="4891">
                  <c:v>5.6608796294312924E-2</c:v>
                </c:pt>
                <c:pt idx="4892">
                  <c:v>5.6620370371092577E-2</c:v>
                </c:pt>
                <c:pt idx="4893">
                  <c:v>5.6631944440596271E-2</c:v>
                </c:pt>
                <c:pt idx="4894">
                  <c:v>5.6643518517375924E-2</c:v>
                </c:pt>
                <c:pt idx="4895">
                  <c:v>5.6655092586879618E-2</c:v>
                </c:pt>
                <c:pt idx="4896">
                  <c:v>5.6666666663659271E-2</c:v>
                </c:pt>
                <c:pt idx="4897">
                  <c:v>5.6678240740438923E-2</c:v>
                </c:pt>
                <c:pt idx="4898">
                  <c:v>5.6689814809942618E-2</c:v>
                </c:pt>
                <c:pt idx="4899">
                  <c:v>5.670138888672227E-2</c:v>
                </c:pt>
                <c:pt idx="4900">
                  <c:v>5.6712962963501923E-2</c:v>
                </c:pt>
                <c:pt idx="4901">
                  <c:v>5.6724537033005618E-2</c:v>
                </c:pt>
                <c:pt idx="4902">
                  <c:v>5.673611110978527E-2</c:v>
                </c:pt>
                <c:pt idx="4903">
                  <c:v>5.6747685179288965E-2</c:v>
                </c:pt>
                <c:pt idx="4904">
                  <c:v>5.6759259256068617E-2</c:v>
                </c:pt>
                <c:pt idx="4905">
                  <c:v>5.6770833332848269E-2</c:v>
                </c:pt>
                <c:pt idx="4906">
                  <c:v>5.6782407402351964E-2</c:v>
                </c:pt>
                <c:pt idx="4907">
                  <c:v>5.6793981479131617E-2</c:v>
                </c:pt>
                <c:pt idx="4908">
                  <c:v>5.6805555555911269E-2</c:v>
                </c:pt>
                <c:pt idx="4909">
                  <c:v>5.6817129625414964E-2</c:v>
                </c:pt>
                <c:pt idx="4910">
                  <c:v>5.6828703702194616E-2</c:v>
                </c:pt>
                <c:pt idx="4911">
                  <c:v>5.6840277778974269E-2</c:v>
                </c:pt>
                <c:pt idx="4912">
                  <c:v>5.6851851848477963E-2</c:v>
                </c:pt>
                <c:pt idx="4913">
                  <c:v>5.6863425925257616E-2</c:v>
                </c:pt>
                <c:pt idx="4914">
                  <c:v>5.6874999994761311E-2</c:v>
                </c:pt>
                <c:pt idx="4915">
                  <c:v>5.6886574071540963E-2</c:v>
                </c:pt>
                <c:pt idx="4916">
                  <c:v>5.6898148148320615E-2</c:v>
                </c:pt>
                <c:pt idx="4917">
                  <c:v>5.690972221782431E-2</c:v>
                </c:pt>
                <c:pt idx="4918">
                  <c:v>5.6921296294603962E-2</c:v>
                </c:pt>
                <c:pt idx="4919">
                  <c:v>5.6932870371383615E-2</c:v>
                </c:pt>
                <c:pt idx="4920">
                  <c:v>5.694444444088731E-2</c:v>
                </c:pt>
                <c:pt idx="4921">
                  <c:v>5.6956018517666962E-2</c:v>
                </c:pt>
                <c:pt idx="4922">
                  <c:v>5.6967592587170657E-2</c:v>
                </c:pt>
                <c:pt idx="4923">
                  <c:v>5.6979166663950309E-2</c:v>
                </c:pt>
                <c:pt idx="4924">
                  <c:v>5.6990740740729962E-2</c:v>
                </c:pt>
                <c:pt idx="4925">
                  <c:v>5.7002314810233656E-2</c:v>
                </c:pt>
                <c:pt idx="4926">
                  <c:v>5.7013888887013309E-2</c:v>
                </c:pt>
                <c:pt idx="4927">
                  <c:v>5.7025462963792961E-2</c:v>
                </c:pt>
                <c:pt idx="4928">
                  <c:v>5.7037037033296656E-2</c:v>
                </c:pt>
                <c:pt idx="4929">
                  <c:v>5.7048611110076308E-2</c:v>
                </c:pt>
                <c:pt idx="4930">
                  <c:v>5.7060185179580003E-2</c:v>
                </c:pt>
                <c:pt idx="4931">
                  <c:v>5.7071759256359655E-2</c:v>
                </c:pt>
                <c:pt idx="4932">
                  <c:v>5.7083333333139308E-2</c:v>
                </c:pt>
                <c:pt idx="4933">
                  <c:v>5.7094907402643003E-2</c:v>
                </c:pt>
                <c:pt idx="4934">
                  <c:v>5.7106481479422655E-2</c:v>
                </c:pt>
                <c:pt idx="4935">
                  <c:v>5.7118055556202307E-2</c:v>
                </c:pt>
                <c:pt idx="4936">
                  <c:v>5.7129629625706002E-2</c:v>
                </c:pt>
                <c:pt idx="4937">
                  <c:v>5.7141203702485655E-2</c:v>
                </c:pt>
                <c:pt idx="4938">
                  <c:v>5.7152777771989349E-2</c:v>
                </c:pt>
                <c:pt idx="4939">
                  <c:v>5.7164351848769002E-2</c:v>
                </c:pt>
                <c:pt idx="4940">
                  <c:v>5.7175925925548654E-2</c:v>
                </c:pt>
                <c:pt idx="4941">
                  <c:v>5.7187499995052349E-2</c:v>
                </c:pt>
                <c:pt idx="4942">
                  <c:v>5.7199074071832001E-2</c:v>
                </c:pt>
                <c:pt idx="4943">
                  <c:v>5.7210648148611654E-2</c:v>
                </c:pt>
                <c:pt idx="4944">
                  <c:v>5.7222222218115348E-2</c:v>
                </c:pt>
                <c:pt idx="4945">
                  <c:v>5.7233796294895001E-2</c:v>
                </c:pt>
                <c:pt idx="4946">
                  <c:v>5.7245370371674653E-2</c:v>
                </c:pt>
                <c:pt idx="4947">
                  <c:v>5.7256944441178348E-2</c:v>
                </c:pt>
                <c:pt idx="4948">
                  <c:v>5.7268518517958E-2</c:v>
                </c:pt>
                <c:pt idx="4949">
                  <c:v>5.7280092587461695E-2</c:v>
                </c:pt>
                <c:pt idx="4950">
                  <c:v>5.7291666664241347E-2</c:v>
                </c:pt>
                <c:pt idx="4951">
                  <c:v>5.7303240741021E-2</c:v>
                </c:pt>
                <c:pt idx="4952">
                  <c:v>5.7314814810524695E-2</c:v>
                </c:pt>
                <c:pt idx="4953">
                  <c:v>5.7326388887304347E-2</c:v>
                </c:pt>
                <c:pt idx="4954">
                  <c:v>5.7337962964083999E-2</c:v>
                </c:pt>
                <c:pt idx="4955">
                  <c:v>5.7349537033587694E-2</c:v>
                </c:pt>
                <c:pt idx="4956">
                  <c:v>5.7361111110367347E-2</c:v>
                </c:pt>
                <c:pt idx="4957">
                  <c:v>5.7372685179871041E-2</c:v>
                </c:pt>
                <c:pt idx="4958">
                  <c:v>5.7384259256650694E-2</c:v>
                </c:pt>
                <c:pt idx="4959">
                  <c:v>5.7395833333430346E-2</c:v>
                </c:pt>
                <c:pt idx="4960">
                  <c:v>5.7407407402934041E-2</c:v>
                </c:pt>
                <c:pt idx="4961">
                  <c:v>5.7418981479713693E-2</c:v>
                </c:pt>
                <c:pt idx="4962">
                  <c:v>5.7430555556493346E-2</c:v>
                </c:pt>
                <c:pt idx="4963">
                  <c:v>5.744212962599704E-2</c:v>
                </c:pt>
                <c:pt idx="4964">
                  <c:v>5.7453703702776693E-2</c:v>
                </c:pt>
                <c:pt idx="4965">
                  <c:v>5.7465277772280388E-2</c:v>
                </c:pt>
                <c:pt idx="4966">
                  <c:v>5.747685184906004E-2</c:v>
                </c:pt>
                <c:pt idx="4967">
                  <c:v>5.7488425925839692E-2</c:v>
                </c:pt>
                <c:pt idx="4968">
                  <c:v>5.7499999995343387E-2</c:v>
                </c:pt>
                <c:pt idx="4969">
                  <c:v>5.751157407212304E-2</c:v>
                </c:pt>
                <c:pt idx="4970">
                  <c:v>5.7523148148902692E-2</c:v>
                </c:pt>
                <c:pt idx="4971">
                  <c:v>5.7534722218406387E-2</c:v>
                </c:pt>
                <c:pt idx="4972">
                  <c:v>5.7546296295186039E-2</c:v>
                </c:pt>
                <c:pt idx="4973">
                  <c:v>5.7557870364689734E-2</c:v>
                </c:pt>
                <c:pt idx="4974">
                  <c:v>5.7569444441469386E-2</c:v>
                </c:pt>
                <c:pt idx="4975">
                  <c:v>5.7581018518249039E-2</c:v>
                </c:pt>
                <c:pt idx="4976">
                  <c:v>5.7592592587752733E-2</c:v>
                </c:pt>
                <c:pt idx="4977">
                  <c:v>5.7604166664532386E-2</c:v>
                </c:pt>
                <c:pt idx="4978">
                  <c:v>5.7615740741312038E-2</c:v>
                </c:pt>
                <c:pt idx="4979">
                  <c:v>5.7627314810815733E-2</c:v>
                </c:pt>
                <c:pt idx="4980">
                  <c:v>5.7638888887595385E-2</c:v>
                </c:pt>
                <c:pt idx="4981">
                  <c:v>5.765046295709908E-2</c:v>
                </c:pt>
                <c:pt idx="4982">
                  <c:v>5.7662037033878732E-2</c:v>
                </c:pt>
                <c:pt idx="4983">
                  <c:v>5.7673611110658385E-2</c:v>
                </c:pt>
                <c:pt idx="4984">
                  <c:v>5.768518518016208E-2</c:v>
                </c:pt>
                <c:pt idx="4985">
                  <c:v>5.7696759256941732E-2</c:v>
                </c:pt>
                <c:pt idx="4986">
                  <c:v>5.7708333333721384E-2</c:v>
                </c:pt>
                <c:pt idx="4987">
                  <c:v>5.7719907403225079E-2</c:v>
                </c:pt>
                <c:pt idx="4988">
                  <c:v>5.7731481480004732E-2</c:v>
                </c:pt>
                <c:pt idx="4989">
                  <c:v>5.7743055556784384E-2</c:v>
                </c:pt>
                <c:pt idx="4990">
                  <c:v>5.7754629626288079E-2</c:v>
                </c:pt>
                <c:pt idx="4991">
                  <c:v>5.7766203703067731E-2</c:v>
                </c:pt>
                <c:pt idx="4992">
                  <c:v>5.7777777772571426E-2</c:v>
                </c:pt>
                <c:pt idx="4993">
                  <c:v>5.7789351849351078E-2</c:v>
                </c:pt>
                <c:pt idx="4994">
                  <c:v>5.7800925926130731E-2</c:v>
                </c:pt>
                <c:pt idx="4995">
                  <c:v>5.7812499995634425E-2</c:v>
                </c:pt>
                <c:pt idx="4996">
                  <c:v>5.7824074072414078E-2</c:v>
                </c:pt>
                <c:pt idx="4997">
                  <c:v>5.783564814919373E-2</c:v>
                </c:pt>
                <c:pt idx="4998">
                  <c:v>5.7847222218697425E-2</c:v>
                </c:pt>
                <c:pt idx="4999">
                  <c:v>5.7858796295477077E-2</c:v>
                </c:pt>
                <c:pt idx="5000">
                  <c:v>5.7870370364980772E-2</c:v>
                </c:pt>
                <c:pt idx="5001">
                  <c:v>5.7881944441760425E-2</c:v>
                </c:pt>
                <c:pt idx="5002">
                  <c:v>5.7893518518540077E-2</c:v>
                </c:pt>
                <c:pt idx="5003">
                  <c:v>5.7905092588043772E-2</c:v>
                </c:pt>
                <c:pt idx="5004">
                  <c:v>5.7916666664823424E-2</c:v>
                </c:pt>
                <c:pt idx="5005">
                  <c:v>5.7928240741603076E-2</c:v>
                </c:pt>
                <c:pt idx="5006">
                  <c:v>5.7939814811106771E-2</c:v>
                </c:pt>
                <c:pt idx="5007">
                  <c:v>5.7951388887886424E-2</c:v>
                </c:pt>
                <c:pt idx="5008">
                  <c:v>5.7962962957390118E-2</c:v>
                </c:pt>
                <c:pt idx="5009">
                  <c:v>5.7974537034169771E-2</c:v>
                </c:pt>
                <c:pt idx="5010">
                  <c:v>5.7986111110949423E-2</c:v>
                </c:pt>
                <c:pt idx="5011">
                  <c:v>5.7997685180453118E-2</c:v>
                </c:pt>
                <c:pt idx="5012">
                  <c:v>5.800925925723277E-2</c:v>
                </c:pt>
                <c:pt idx="5013">
                  <c:v>5.8020833334012423E-2</c:v>
                </c:pt>
                <c:pt idx="5014">
                  <c:v>5.8032407403516117E-2</c:v>
                </c:pt>
                <c:pt idx="5015">
                  <c:v>5.804398148029577E-2</c:v>
                </c:pt>
                <c:pt idx="5016">
                  <c:v>5.8055555549799465E-2</c:v>
                </c:pt>
                <c:pt idx="5017">
                  <c:v>5.8067129626579117E-2</c:v>
                </c:pt>
                <c:pt idx="5018">
                  <c:v>5.8078703703358769E-2</c:v>
                </c:pt>
                <c:pt idx="5019">
                  <c:v>5.8090277772862464E-2</c:v>
                </c:pt>
                <c:pt idx="5020">
                  <c:v>5.8101851849642117E-2</c:v>
                </c:pt>
                <c:pt idx="5021">
                  <c:v>5.8113425926421769E-2</c:v>
                </c:pt>
                <c:pt idx="5022">
                  <c:v>5.8124999995925464E-2</c:v>
                </c:pt>
                <c:pt idx="5023">
                  <c:v>5.8136574072705116E-2</c:v>
                </c:pt>
                <c:pt idx="5024">
                  <c:v>5.8148148149484769E-2</c:v>
                </c:pt>
                <c:pt idx="5025">
                  <c:v>5.8159722218988463E-2</c:v>
                </c:pt>
                <c:pt idx="5026">
                  <c:v>5.8171296295768116E-2</c:v>
                </c:pt>
                <c:pt idx="5027">
                  <c:v>5.818287036527181E-2</c:v>
                </c:pt>
                <c:pt idx="5028">
                  <c:v>5.8194444442051463E-2</c:v>
                </c:pt>
                <c:pt idx="5029">
                  <c:v>5.8206018518831115E-2</c:v>
                </c:pt>
                <c:pt idx="5030">
                  <c:v>5.821759258833481E-2</c:v>
                </c:pt>
                <c:pt idx="5031">
                  <c:v>5.8229166665114462E-2</c:v>
                </c:pt>
                <c:pt idx="5032">
                  <c:v>5.8240740741894115E-2</c:v>
                </c:pt>
                <c:pt idx="5033">
                  <c:v>5.825231481139781E-2</c:v>
                </c:pt>
                <c:pt idx="5034">
                  <c:v>5.8263888888177462E-2</c:v>
                </c:pt>
                <c:pt idx="5035">
                  <c:v>5.8275462957681157E-2</c:v>
                </c:pt>
                <c:pt idx="5036">
                  <c:v>5.8287037034460809E-2</c:v>
                </c:pt>
                <c:pt idx="5037">
                  <c:v>5.8298611111240461E-2</c:v>
                </c:pt>
                <c:pt idx="5038">
                  <c:v>5.8310185180744156E-2</c:v>
                </c:pt>
                <c:pt idx="5039">
                  <c:v>5.8321759257523809E-2</c:v>
                </c:pt>
                <c:pt idx="5040">
                  <c:v>5.8333333334303461E-2</c:v>
                </c:pt>
                <c:pt idx="5041">
                  <c:v>5.8344907403807156E-2</c:v>
                </c:pt>
                <c:pt idx="5042">
                  <c:v>5.8356481480586808E-2</c:v>
                </c:pt>
                <c:pt idx="5043">
                  <c:v>5.8368055550090503E-2</c:v>
                </c:pt>
                <c:pt idx="5044">
                  <c:v>5.8379629626870155E-2</c:v>
                </c:pt>
                <c:pt idx="5045">
                  <c:v>5.8391203703649808E-2</c:v>
                </c:pt>
                <c:pt idx="5046">
                  <c:v>5.8402777773153502E-2</c:v>
                </c:pt>
                <c:pt idx="5047">
                  <c:v>5.8414351849933155E-2</c:v>
                </c:pt>
                <c:pt idx="5048">
                  <c:v>5.8425925926712807E-2</c:v>
                </c:pt>
                <c:pt idx="5049">
                  <c:v>5.8437499996216502E-2</c:v>
                </c:pt>
                <c:pt idx="5050">
                  <c:v>5.8449074072996154E-2</c:v>
                </c:pt>
                <c:pt idx="5051">
                  <c:v>5.8460648142499849E-2</c:v>
                </c:pt>
                <c:pt idx="5052">
                  <c:v>5.8472222219279502E-2</c:v>
                </c:pt>
                <c:pt idx="5053">
                  <c:v>5.8483796296059154E-2</c:v>
                </c:pt>
                <c:pt idx="5054">
                  <c:v>5.8495370365562849E-2</c:v>
                </c:pt>
                <c:pt idx="5055">
                  <c:v>5.8506944442342501E-2</c:v>
                </c:pt>
                <c:pt idx="5056">
                  <c:v>5.8518518519122154E-2</c:v>
                </c:pt>
                <c:pt idx="5057">
                  <c:v>5.8530092588625848E-2</c:v>
                </c:pt>
                <c:pt idx="5058">
                  <c:v>5.8541666665405501E-2</c:v>
                </c:pt>
                <c:pt idx="5059">
                  <c:v>5.8553240734909195E-2</c:v>
                </c:pt>
                <c:pt idx="5060">
                  <c:v>5.8564814811688848E-2</c:v>
                </c:pt>
                <c:pt idx="5061">
                  <c:v>5.85763888884685E-2</c:v>
                </c:pt>
                <c:pt idx="5062">
                  <c:v>5.8587962957972195E-2</c:v>
                </c:pt>
                <c:pt idx="5063">
                  <c:v>5.8599537034751847E-2</c:v>
                </c:pt>
                <c:pt idx="5064">
                  <c:v>5.86111111115315E-2</c:v>
                </c:pt>
                <c:pt idx="5065">
                  <c:v>5.8622685181035195E-2</c:v>
                </c:pt>
                <c:pt idx="5066">
                  <c:v>5.8634259257814847E-2</c:v>
                </c:pt>
                <c:pt idx="5067">
                  <c:v>5.8645833334594499E-2</c:v>
                </c:pt>
                <c:pt idx="5068">
                  <c:v>5.8657407404098194E-2</c:v>
                </c:pt>
                <c:pt idx="5069">
                  <c:v>5.8668981480877846E-2</c:v>
                </c:pt>
                <c:pt idx="5070">
                  <c:v>5.8680555550381541E-2</c:v>
                </c:pt>
                <c:pt idx="5071">
                  <c:v>5.8692129627161194E-2</c:v>
                </c:pt>
                <c:pt idx="5072">
                  <c:v>5.8703703703940846E-2</c:v>
                </c:pt>
                <c:pt idx="5073">
                  <c:v>5.8715277773444541E-2</c:v>
                </c:pt>
                <c:pt idx="5074">
                  <c:v>5.8726851850224193E-2</c:v>
                </c:pt>
                <c:pt idx="5075">
                  <c:v>5.8738425927003846E-2</c:v>
                </c:pt>
                <c:pt idx="5076">
                  <c:v>5.874999999650754E-2</c:v>
                </c:pt>
                <c:pt idx="5077">
                  <c:v>5.8761574073287193E-2</c:v>
                </c:pt>
                <c:pt idx="5078">
                  <c:v>5.8773148142790888E-2</c:v>
                </c:pt>
                <c:pt idx="5079">
                  <c:v>5.878472221957054E-2</c:v>
                </c:pt>
                <c:pt idx="5080">
                  <c:v>5.8796296296350192E-2</c:v>
                </c:pt>
                <c:pt idx="5081">
                  <c:v>5.8807870365853887E-2</c:v>
                </c:pt>
                <c:pt idx="5082">
                  <c:v>5.8819444442633539E-2</c:v>
                </c:pt>
                <c:pt idx="5083">
                  <c:v>5.8831018519413192E-2</c:v>
                </c:pt>
                <c:pt idx="5084">
                  <c:v>5.8842592588916887E-2</c:v>
                </c:pt>
                <c:pt idx="5085">
                  <c:v>5.8854166665696539E-2</c:v>
                </c:pt>
                <c:pt idx="5086">
                  <c:v>5.8865740735200234E-2</c:v>
                </c:pt>
                <c:pt idx="5087">
                  <c:v>5.8877314811979886E-2</c:v>
                </c:pt>
                <c:pt idx="5088">
                  <c:v>5.8888888888759539E-2</c:v>
                </c:pt>
                <c:pt idx="5089">
                  <c:v>5.8900462958263233E-2</c:v>
                </c:pt>
                <c:pt idx="5090">
                  <c:v>5.8912037035042886E-2</c:v>
                </c:pt>
                <c:pt idx="5091">
                  <c:v>5.8923611111822538E-2</c:v>
                </c:pt>
                <c:pt idx="5092">
                  <c:v>5.8935185181326233E-2</c:v>
                </c:pt>
                <c:pt idx="5093">
                  <c:v>5.8946759258105885E-2</c:v>
                </c:pt>
                <c:pt idx="5094">
                  <c:v>5.895833332760958E-2</c:v>
                </c:pt>
                <c:pt idx="5095">
                  <c:v>5.8969907404389232E-2</c:v>
                </c:pt>
                <c:pt idx="5096">
                  <c:v>5.8981481481168885E-2</c:v>
                </c:pt>
                <c:pt idx="5097">
                  <c:v>5.899305555067258E-2</c:v>
                </c:pt>
                <c:pt idx="5098">
                  <c:v>5.9004629627452232E-2</c:v>
                </c:pt>
                <c:pt idx="5099">
                  <c:v>5.9016203704231884E-2</c:v>
                </c:pt>
                <c:pt idx="5100">
                  <c:v>5.9027777773735579E-2</c:v>
                </c:pt>
                <c:pt idx="5101">
                  <c:v>5.9039351850515231E-2</c:v>
                </c:pt>
                <c:pt idx="5102">
                  <c:v>5.9050925920018926E-2</c:v>
                </c:pt>
                <c:pt idx="5103">
                  <c:v>5.9062499996798579E-2</c:v>
                </c:pt>
                <c:pt idx="5104">
                  <c:v>5.9074074073578231E-2</c:v>
                </c:pt>
                <c:pt idx="5105">
                  <c:v>5.9085648143081926E-2</c:v>
                </c:pt>
                <c:pt idx="5106">
                  <c:v>5.9097222219861578E-2</c:v>
                </c:pt>
                <c:pt idx="5107">
                  <c:v>5.9108796296641231E-2</c:v>
                </c:pt>
                <c:pt idx="5108">
                  <c:v>5.9120370366144925E-2</c:v>
                </c:pt>
                <c:pt idx="5109">
                  <c:v>5.9131944442924578E-2</c:v>
                </c:pt>
                <c:pt idx="5110">
                  <c:v>5.914351851970423E-2</c:v>
                </c:pt>
                <c:pt idx="5111">
                  <c:v>5.9155092589207925E-2</c:v>
                </c:pt>
                <c:pt idx="5112">
                  <c:v>5.9166666665987577E-2</c:v>
                </c:pt>
                <c:pt idx="5113">
                  <c:v>5.9178240735491272E-2</c:v>
                </c:pt>
                <c:pt idx="5114">
                  <c:v>5.9189814812270924E-2</c:v>
                </c:pt>
                <c:pt idx="5115">
                  <c:v>5.9201388889050577E-2</c:v>
                </c:pt>
                <c:pt idx="5116">
                  <c:v>5.9212962958554272E-2</c:v>
                </c:pt>
                <c:pt idx="5117">
                  <c:v>5.9224537035333924E-2</c:v>
                </c:pt>
                <c:pt idx="5118">
                  <c:v>5.9236111112113576E-2</c:v>
                </c:pt>
                <c:pt idx="5119">
                  <c:v>5.9247685181617271E-2</c:v>
                </c:pt>
                <c:pt idx="5120">
                  <c:v>5.9259259258396924E-2</c:v>
                </c:pt>
                <c:pt idx="5121">
                  <c:v>5.9270833327900618E-2</c:v>
                </c:pt>
                <c:pt idx="5122">
                  <c:v>5.9282407404680271E-2</c:v>
                </c:pt>
                <c:pt idx="5123">
                  <c:v>5.9293981481459923E-2</c:v>
                </c:pt>
                <c:pt idx="5124">
                  <c:v>5.9305555550963618E-2</c:v>
                </c:pt>
                <c:pt idx="5125">
                  <c:v>5.931712962774327E-2</c:v>
                </c:pt>
                <c:pt idx="5126">
                  <c:v>5.9328703704522923E-2</c:v>
                </c:pt>
                <c:pt idx="5127">
                  <c:v>5.9340277774026617E-2</c:v>
                </c:pt>
                <c:pt idx="5128">
                  <c:v>5.935185185080627E-2</c:v>
                </c:pt>
                <c:pt idx="5129">
                  <c:v>5.9363425920309965E-2</c:v>
                </c:pt>
                <c:pt idx="5130">
                  <c:v>5.9374999997089617E-2</c:v>
                </c:pt>
                <c:pt idx="5131">
                  <c:v>5.9386574073869269E-2</c:v>
                </c:pt>
                <c:pt idx="5132">
                  <c:v>5.9398148143372964E-2</c:v>
                </c:pt>
                <c:pt idx="5133">
                  <c:v>5.9409722220152617E-2</c:v>
                </c:pt>
                <c:pt idx="5134">
                  <c:v>5.9421296296932269E-2</c:v>
                </c:pt>
                <c:pt idx="5135">
                  <c:v>5.9432870366435964E-2</c:v>
                </c:pt>
                <c:pt idx="5136">
                  <c:v>5.9444444443215616E-2</c:v>
                </c:pt>
                <c:pt idx="5137">
                  <c:v>5.9456018512719311E-2</c:v>
                </c:pt>
                <c:pt idx="5138">
                  <c:v>5.9467592589498963E-2</c:v>
                </c:pt>
                <c:pt idx="5139">
                  <c:v>5.9479166666278616E-2</c:v>
                </c:pt>
                <c:pt idx="5140">
                  <c:v>5.949074073578231E-2</c:v>
                </c:pt>
                <c:pt idx="5141">
                  <c:v>5.9502314812561963E-2</c:v>
                </c:pt>
                <c:pt idx="5142">
                  <c:v>5.9513888889341615E-2</c:v>
                </c:pt>
                <c:pt idx="5143">
                  <c:v>5.952546295884531E-2</c:v>
                </c:pt>
                <c:pt idx="5144">
                  <c:v>5.9537037035624962E-2</c:v>
                </c:pt>
                <c:pt idx="5145">
                  <c:v>5.9548611112404615E-2</c:v>
                </c:pt>
                <c:pt idx="5146">
                  <c:v>5.9560185181908309E-2</c:v>
                </c:pt>
                <c:pt idx="5147">
                  <c:v>5.9571759258687962E-2</c:v>
                </c:pt>
                <c:pt idx="5148">
                  <c:v>5.9583333328191657E-2</c:v>
                </c:pt>
                <c:pt idx="5149">
                  <c:v>5.9594907404971309E-2</c:v>
                </c:pt>
                <c:pt idx="5150">
                  <c:v>5.9606481481750961E-2</c:v>
                </c:pt>
                <c:pt idx="5151">
                  <c:v>5.9618055551254656E-2</c:v>
                </c:pt>
                <c:pt idx="5152">
                  <c:v>5.9629629628034309E-2</c:v>
                </c:pt>
                <c:pt idx="5153">
                  <c:v>5.9641203704813961E-2</c:v>
                </c:pt>
                <c:pt idx="5154">
                  <c:v>5.9652777774317656E-2</c:v>
                </c:pt>
                <c:pt idx="5155">
                  <c:v>5.9664351851097308E-2</c:v>
                </c:pt>
                <c:pt idx="5156">
                  <c:v>5.9675925920601003E-2</c:v>
                </c:pt>
                <c:pt idx="5157">
                  <c:v>5.9687499997380655E-2</c:v>
                </c:pt>
                <c:pt idx="5158">
                  <c:v>5.9699074074160308E-2</c:v>
                </c:pt>
                <c:pt idx="5159">
                  <c:v>5.9710648143664002E-2</c:v>
                </c:pt>
                <c:pt idx="5160">
                  <c:v>5.9722222220443655E-2</c:v>
                </c:pt>
                <c:pt idx="5161">
                  <c:v>5.9733796297223307E-2</c:v>
                </c:pt>
                <c:pt idx="5162">
                  <c:v>5.9745370366727002E-2</c:v>
                </c:pt>
                <c:pt idx="5163">
                  <c:v>5.9756944443506654E-2</c:v>
                </c:pt>
                <c:pt idx="5164">
                  <c:v>5.9768518513010349E-2</c:v>
                </c:pt>
                <c:pt idx="5165">
                  <c:v>5.9780092589790002E-2</c:v>
                </c:pt>
                <c:pt idx="5166">
                  <c:v>5.9791666666569654E-2</c:v>
                </c:pt>
                <c:pt idx="5167">
                  <c:v>5.9803240736073349E-2</c:v>
                </c:pt>
                <c:pt idx="5168">
                  <c:v>5.9814814812853001E-2</c:v>
                </c:pt>
                <c:pt idx="5169">
                  <c:v>5.9826388889632653E-2</c:v>
                </c:pt>
                <c:pt idx="5170">
                  <c:v>5.9837962959136348E-2</c:v>
                </c:pt>
                <c:pt idx="5171">
                  <c:v>5.9849537035916001E-2</c:v>
                </c:pt>
                <c:pt idx="5172">
                  <c:v>5.9861111105419695E-2</c:v>
                </c:pt>
                <c:pt idx="5173">
                  <c:v>5.9872685182199348E-2</c:v>
                </c:pt>
                <c:pt idx="5174">
                  <c:v>5.9884259258979E-2</c:v>
                </c:pt>
                <c:pt idx="5175">
                  <c:v>5.9895833328482695E-2</c:v>
                </c:pt>
                <c:pt idx="5176">
                  <c:v>5.9907407405262347E-2</c:v>
                </c:pt>
                <c:pt idx="5177">
                  <c:v>5.9918981482042E-2</c:v>
                </c:pt>
                <c:pt idx="5178">
                  <c:v>5.9930555551545694E-2</c:v>
                </c:pt>
                <c:pt idx="5179">
                  <c:v>5.9942129628325347E-2</c:v>
                </c:pt>
                <c:pt idx="5180">
                  <c:v>5.9953703697829042E-2</c:v>
                </c:pt>
                <c:pt idx="5181">
                  <c:v>5.9965277774608694E-2</c:v>
                </c:pt>
                <c:pt idx="5182">
                  <c:v>5.9976851851388346E-2</c:v>
                </c:pt>
                <c:pt idx="5183">
                  <c:v>5.9988425920892041E-2</c:v>
                </c:pt>
                <c:pt idx="5184">
                  <c:v>5.9999999997671694E-2</c:v>
                </c:pt>
                <c:pt idx="5185">
                  <c:v>6.0011574074451346E-2</c:v>
                </c:pt>
                <c:pt idx="5186">
                  <c:v>6.0023148143955041E-2</c:v>
                </c:pt>
                <c:pt idx="5187">
                  <c:v>6.0034722220734693E-2</c:v>
                </c:pt>
                <c:pt idx="5188">
                  <c:v>6.0046296297514345E-2</c:v>
                </c:pt>
                <c:pt idx="5189">
                  <c:v>6.005787036701804E-2</c:v>
                </c:pt>
                <c:pt idx="5190">
                  <c:v>6.0069444443797693E-2</c:v>
                </c:pt>
                <c:pt idx="5191">
                  <c:v>6.0081018513301387E-2</c:v>
                </c:pt>
                <c:pt idx="5192">
                  <c:v>6.009259259008104E-2</c:v>
                </c:pt>
                <c:pt idx="5193">
                  <c:v>6.0104166666860692E-2</c:v>
                </c:pt>
                <c:pt idx="5194">
                  <c:v>6.0115740736364387E-2</c:v>
                </c:pt>
                <c:pt idx="5195">
                  <c:v>6.0127314813144039E-2</c:v>
                </c:pt>
                <c:pt idx="5196">
                  <c:v>6.0138888889923692E-2</c:v>
                </c:pt>
                <c:pt idx="5197">
                  <c:v>6.0150462959427387E-2</c:v>
                </c:pt>
                <c:pt idx="5198">
                  <c:v>6.0162037036207039E-2</c:v>
                </c:pt>
                <c:pt idx="5199">
                  <c:v>6.0173611105710734E-2</c:v>
                </c:pt>
                <c:pt idx="5200">
                  <c:v>6.0185185182490386E-2</c:v>
                </c:pt>
                <c:pt idx="5201">
                  <c:v>6.0196759259270038E-2</c:v>
                </c:pt>
                <c:pt idx="5202">
                  <c:v>6.0208333328773733E-2</c:v>
                </c:pt>
                <c:pt idx="5203">
                  <c:v>6.0219907405553386E-2</c:v>
                </c:pt>
                <c:pt idx="5204">
                  <c:v>6.0231481482333038E-2</c:v>
                </c:pt>
                <c:pt idx="5205">
                  <c:v>6.0243055551836733E-2</c:v>
                </c:pt>
                <c:pt idx="5206">
                  <c:v>6.0254629628616385E-2</c:v>
                </c:pt>
                <c:pt idx="5207">
                  <c:v>6.026620369812008E-2</c:v>
                </c:pt>
                <c:pt idx="5208">
                  <c:v>6.0277777774899732E-2</c:v>
                </c:pt>
                <c:pt idx="5209">
                  <c:v>6.0289351851679385E-2</c:v>
                </c:pt>
                <c:pt idx="5210">
                  <c:v>6.0300925921183079E-2</c:v>
                </c:pt>
                <c:pt idx="5211">
                  <c:v>6.0312499997962732E-2</c:v>
                </c:pt>
                <c:pt idx="5212">
                  <c:v>6.0324074074742384E-2</c:v>
                </c:pt>
                <c:pt idx="5213">
                  <c:v>6.0335648144246079E-2</c:v>
                </c:pt>
                <c:pt idx="5214">
                  <c:v>6.0347222221025731E-2</c:v>
                </c:pt>
                <c:pt idx="5215">
                  <c:v>6.0358796290529426E-2</c:v>
                </c:pt>
                <c:pt idx="5216">
                  <c:v>6.0370370367309079E-2</c:v>
                </c:pt>
                <c:pt idx="5217">
                  <c:v>6.0381944444088731E-2</c:v>
                </c:pt>
                <c:pt idx="5218">
                  <c:v>6.0393518513592426E-2</c:v>
                </c:pt>
                <c:pt idx="5219">
                  <c:v>6.0405092590372078E-2</c:v>
                </c:pt>
                <c:pt idx="5220">
                  <c:v>6.0416666667151731E-2</c:v>
                </c:pt>
                <c:pt idx="5221">
                  <c:v>6.0428240736655425E-2</c:v>
                </c:pt>
                <c:pt idx="5222">
                  <c:v>6.0439814813435078E-2</c:v>
                </c:pt>
                <c:pt idx="5223">
                  <c:v>6.045138889021473E-2</c:v>
                </c:pt>
                <c:pt idx="5224">
                  <c:v>6.0462962959718425E-2</c:v>
                </c:pt>
                <c:pt idx="5225">
                  <c:v>6.0474537036498077E-2</c:v>
                </c:pt>
                <c:pt idx="5226">
                  <c:v>6.0486111106001772E-2</c:v>
                </c:pt>
                <c:pt idx="5227">
                  <c:v>6.0497685182781424E-2</c:v>
                </c:pt>
                <c:pt idx="5228">
                  <c:v>6.0509259259561077E-2</c:v>
                </c:pt>
                <c:pt idx="5229">
                  <c:v>6.0520833329064772E-2</c:v>
                </c:pt>
                <c:pt idx="5230">
                  <c:v>6.0532407405844424E-2</c:v>
                </c:pt>
                <c:pt idx="5231">
                  <c:v>6.0543981482624076E-2</c:v>
                </c:pt>
                <c:pt idx="5232">
                  <c:v>6.0555555552127771E-2</c:v>
                </c:pt>
                <c:pt idx="5233">
                  <c:v>6.0567129628907423E-2</c:v>
                </c:pt>
                <c:pt idx="5234">
                  <c:v>6.0578703698411118E-2</c:v>
                </c:pt>
                <c:pt idx="5235">
                  <c:v>6.0590277775190771E-2</c:v>
                </c:pt>
                <c:pt idx="5236">
                  <c:v>6.0601851851970423E-2</c:v>
                </c:pt>
                <c:pt idx="5237">
                  <c:v>6.0613425921474118E-2</c:v>
                </c:pt>
                <c:pt idx="5238">
                  <c:v>6.062499999825377E-2</c:v>
                </c:pt>
                <c:pt idx="5239">
                  <c:v>6.0636574075033423E-2</c:v>
                </c:pt>
                <c:pt idx="5240">
                  <c:v>6.0648148144537117E-2</c:v>
                </c:pt>
                <c:pt idx="5241">
                  <c:v>6.065972222131677E-2</c:v>
                </c:pt>
                <c:pt idx="5242">
                  <c:v>6.0671296290820464E-2</c:v>
                </c:pt>
                <c:pt idx="5243">
                  <c:v>6.0682870367600117E-2</c:v>
                </c:pt>
                <c:pt idx="5244">
                  <c:v>6.0694444444379769E-2</c:v>
                </c:pt>
                <c:pt idx="5245">
                  <c:v>6.0706018513883464E-2</c:v>
                </c:pt>
                <c:pt idx="5246">
                  <c:v>6.0717592590663116E-2</c:v>
                </c:pt>
                <c:pt idx="5247">
                  <c:v>6.0729166667442769E-2</c:v>
                </c:pt>
                <c:pt idx="5248">
                  <c:v>6.0740740736946464E-2</c:v>
                </c:pt>
                <c:pt idx="5249">
                  <c:v>6.0752314813726116E-2</c:v>
                </c:pt>
                <c:pt idx="5250">
                  <c:v>6.0763888883229811E-2</c:v>
                </c:pt>
                <c:pt idx="5251">
                  <c:v>6.0775462960009463E-2</c:v>
                </c:pt>
                <c:pt idx="5252">
                  <c:v>6.0787037036789116E-2</c:v>
                </c:pt>
                <c:pt idx="5253">
                  <c:v>6.079861110629281E-2</c:v>
                </c:pt>
                <c:pt idx="5254">
                  <c:v>6.0810185183072463E-2</c:v>
                </c:pt>
                <c:pt idx="5255">
                  <c:v>6.0821759259852115E-2</c:v>
                </c:pt>
                <c:pt idx="5256">
                  <c:v>6.083333332935581E-2</c:v>
                </c:pt>
                <c:pt idx="5257">
                  <c:v>6.0844907406135462E-2</c:v>
                </c:pt>
                <c:pt idx="5258">
                  <c:v>6.0856481475639157E-2</c:v>
                </c:pt>
                <c:pt idx="5259">
                  <c:v>6.0868055552418809E-2</c:v>
                </c:pt>
                <c:pt idx="5260">
                  <c:v>6.0879629629198462E-2</c:v>
                </c:pt>
                <c:pt idx="5261">
                  <c:v>6.0891203698702157E-2</c:v>
                </c:pt>
                <c:pt idx="5262">
                  <c:v>6.0902777775481809E-2</c:v>
                </c:pt>
                <c:pt idx="5263">
                  <c:v>6.0914351852261461E-2</c:v>
                </c:pt>
                <c:pt idx="5264">
                  <c:v>6.0925925921765156E-2</c:v>
                </c:pt>
                <c:pt idx="5265">
                  <c:v>6.0937499998544808E-2</c:v>
                </c:pt>
                <c:pt idx="5266">
                  <c:v>6.0949074075324461E-2</c:v>
                </c:pt>
                <c:pt idx="5267">
                  <c:v>6.0960648144828156E-2</c:v>
                </c:pt>
                <c:pt idx="5268">
                  <c:v>6.0972222221607808E-2</c:v>
                </c:pt>
                <c:pt idx="5269">
                  <c:v>6.0983796291111503E-2</c:v>
                </c:pt>
                <c:pt idx="5270">
                  <c:v>6.0995370367891155E-2</c:v>
                </c:pt>
                <c:pt idx="5271">
                  <c:v>6.1006944444670808E-2</c:v>
                </c:pt>
                <c:pt idx="5272">
                  <c:v>6.1018518514174502E-2</c:v>
                </c:pt>
                <c:pt idx="5273">
                  <c:v>6.1030092590954155E-2</c:v>
                </c:pt>
                <c:pt idx="5274">
                  <c:v>6.1041666667733807E-2</c:v>
                </c:pt>
                <c:pt idx="5275">
                  <c:v>6.1053240737237502E-2</c:v>
                </c:pt>
                <c:pt idx="5276">
                  <c:v>6.1064814814017154E-2</c:v>
                </c:pt>
                <c:pt idx="5277">
                  <c:v>6.1076388883520849E-2</c:v>
                </c:pt>
                <c:pt idx="5278">
                  <c:v>6.1087962960300501E-2</c:v>
                </c:pt>
                <c:pt idx="5279">
                  <c:v>6.1099537037080154E-2</c:v>
                </c:pt>
                <c:pt idx="5280">
                  <c:v>6.1111111106583849E-2</c:v>
                </c:pt>
                <c:pt idx="5281">
                  <c:v>6.1122685183363501E-2</c:v>
                </c:pt>
                <c:pt idx="5282">
                  <c:v>6.1134259260143153E-2</c:v>
                </c:pt>
                <c:pt idx="5283">
                  <c:v>6.1145833329646848E-2</c:v>
                </c:pt>
                <c:pt idx="5284">
                  <c:v>6.1157407406426501E-2</c:v>
                </c:pt>
                <c:pt idx="5285">
                  <c:v>6.1168981475930195E-2</c:v>
                </c:pt>
                <c:pt idx="5286">
                  <c:v>6.1180555552709848E-2</c:v>
                </c:pt>
                <c:pt idx="5287">
                  <c:v>6.11921296294895E-2</c:v>
                </c:pt>
                <c:pt idx="5288">
                  <c:v>6.1203703698993195E-2</c:v>
                </c:pt>
                <c:pt idx="5289">
                  <c:v>6.1215277775772847E-2</c:v>
                </c:pt>
                <c:pt idx="5290">
                  <c:v>6.12268518525525E-2</c:v>
                </c:pt>
                <c:pt idx="5291">
                  <c:v>6.1238425922056194E-2</c:v>
                </c:pt>
                <c:pt idx="5292">
                  <c:v>6.1249999998835847E-2</c:v>
                </c:pt>
                <c:pt idx="5293">
                  <c:v>6.1261574068339542E-2</c:v>
                </c:pt>
                <c:pt idx="5294">
                  <c:v>6.1273148145119194E-2</c:v>
                </c:pt>
                <c:pt idx="5295">
                  <c:v>6.1284722221898846E-2</c:v>
                </c:pt>
                <c:pt idx="5296">
                  <c:v>6.1296296291402541E-2</c:v>
                </c:pt>
                <c:pt idx="5297">
                  <c:v>6.1307870368182193E-2</c:v>
                </c:pt>
                <c:pt idx="5298">
                  <c:v>6.1319444444961846E-2</c:v>
                </c:pt>
                <c:pt idx="5299">
                  <c:v>6.1331018514465541E-2</c:v>
                </c:pt>
                <c:pt idx="5300">
                  <c:v>6.1342592591245193E-2</c:v>
                </c:pt>
                <c:pt idx="5301">
                  <c:v>6.1354166660748888E-2</c:v>
                </c:pt>
                <c:pt idx="5302">
                  <c:v>6.136574073752854E-2</c:v>
                </c:pt>
                <c:pt idx="5303">
                  <c:v>6.1377314814308193E-2</c:v>
                </c:pt>
                <c:pt idx="5304">
                  <c:v>6.1388888883811887E-2</c:v>
                </c:pt>
                <c:pt idx="5305">
                  <c:v>6.140046296059154E-2</c:v>
                </c:pt>
                <c:pt idx="5306">
                  <c:v>6.1412037037371192E-2</c:v>
                </c:pt>
                <c:pt idx="5307">
                  <c:v>6.1423611106874887E-2</c:v>
                </c:pt>
                <c:pt idx="5308">
                  <c:v>6.1435185183654539E-2</c:v>
                </c:pt>
                <c:pt idx="5309">
                  <c:v>6.1446759260434192E-2</c:v>
                </c:pt>
                <c:pt idx="5310">
                  <c:v>6.1458333329937886E-2</c:v>
                </c:pt>
                <c:pt idx="5311">
                  <c:v>6.1469907406717539E-2</c:v>
                </c:pt>
                <c:pt idx="5312">
                  <c:v>6.1481481476221234E-2</c:v>
                </c:pt>
                <c:pt idx="5313">
                  <c:v>6.1493055553000886E-2</c:v>
                </c:pt>
                <c:pt idx="5314">
                  <c:v>6.1504629629780538E-2</c:v>
                </c:pt>
                <c:pt idx="5315">
                  <c:v>6.1516203699284233E-2</c:v>
                </c:pt>
                <c:pt idx="5316">
                  <c:v>6.1527777776063886E-2</c:v>
                </c:pt>
                <c:pt idx="5317">
                  <c:v>6.1539351852843538E-2</c:v>
                </c:pt>
                <c:pt idx="5318">
                  <c:v>6.1550925922347233E-2</c:v>
                </c:pt>
                <c:pt idx="5319">
                  <c:v>6.1562499999126885E-2</c:v>
                </c:pt>
                <c:pt idx="5320">
                  <c:v>6.157407406863058E-2</c:v>
                </c:pt>
                <c:pt idx="5321">
                  <c:v>6.1585648145410232E-2</c:v>
                </c:pt>
                <c:pt idx="5322">
                  <c:v>6.1597222222189885E-2</c:v>
                </c:pt>
                <c:pt idx="5323">
                  <c:v>6.1608796291693579E-2</c:v>
                </c:pt>
                <c:pt idx="5324">
                  <c:v>6.1620370368473232E-2</c:v>
                </c:pt>
                <c:pt idx="5325">
                  <c:v>6.1631944445252884E-2</c:v>
                </c:pt>
                <c:pt idx="5326">
                  <c:v>6.1643518514756579E-2</c:v>
                </c:pt>
                <c:pt idx="5327">
                  <c:v>6.1655092591536231E-2</c:v>
                </c:pt>
                <c:pt idx="5328">
                  <c:v>6.1666666661039926E-2</c:v>
                </c:pt>
                <c:pt idx="5329">
                  <c:v>6.1678240737819578E-2</c:v>
                </c:pt>
                <c:pt idx="5330">
                  <c:v>6.1689814814599231E-2</c:v>
                </c:pt>
                <c:pt idx="5331">
                  <c:v>6.1701388884102926E-2</c:v>
                </c:pt>
                <c:pt idx="5332">
                  <c:v>6.1712962960882578E-2</c:v>
                </c:pt>
                <c:pt idx="5333">
                  <c:v>6.172453703766223E-2</c:v>
                </c:pt>
                <c:pt idx="5334">
                  <c:v>6.1736111107165925E-2</c:v>
                </c:pt>
                <c:pt idx="5335">
                  <c:v>6.1747685183945578E-2</c:v>
                </c:pt>
                <c:pt idx="5336">
                  <c:v>6.1759259253449272E-2</c:v>
                </c:pt>
                <c:pt idx="5337">
                  <c:v>6.1770833330228925E-2</c:v>
                </c:pt>
                <c:pt idx="5338">
                  <c:v>6.1782407407008577E-2</c:v>
                </c:pt>
                <c:pt idx="5339">
                  <c:v>6.1793981476512272E-2</c:v>
                </c:pt>
                <c:pt idx="5340">
                  <c:v>6.1805555553291924E-2</c:v>
                </c:pt>
                <c:pt idx="5341">
                  <c:v>6.1817129630071577E-2</c:v>
                </c:pt>
                <c:pt idx="5342">
                  <c:v>6.1828703699575271E-2</c:v>
                </c:pt>
                <c:pt idx="5343">
                  <c:v>6.1840277776354924E-2</c:v>
                </c:pt>
                <c:pt idx="5344">
                  <c:v>6.1851851853134576E-2</c:v>
                </c:pt>
                <c:pt idx="5345">
                  <c:v>6.1863425922638271E-2</c:v>
                </c:pt>
                <c:pt idx="5346">
                  <c:v>6.1874999999417923E-2</c:v>
                </c:pt>
                <c:pt idx="5347">
                  <c:v>6.1886574068921618E-2</c:v>
                </c:pt>
                <c:pt idx="5348">
                  <c:v>6.1898148145701271E-2</c:v>
                </c:pt>
                <c:pt idx="5349">
                  <c:v>6.1909722222480923E-2</c:v>
                </c:pt>
                <c:pt idx="5350">
                  <c:v>6.1921296291984618E-2</c:v>
                </c:pt>
                <c:pt idx="5351">
                  <c:v>6.193287036876427E-2</c:v>
                </c:pt>
                <c:pt idx="5352">
                  <c:v>6.1944444445543922E-2</c:v>
                </c:pt>
                <c:pt idx="5353">
                  <c:v>6.1956018515047617E-2</c:v>
                </c:pt>
                <c:pt idx="5354">
                  <c:v>6.196759259182727E-2</c:v>
                </c:pt>
                <c:pt idx="5355">
                  <c:v>6.1979166661330964E-2</c:v>
                </c:pt>
                <c:pt idx="5356">
                  <c:v>6.1990740738110617E-2</c:v>
                </c:pt>
                <c:pt idx="5357">
                  <c:v>6.2002314814890269E-2</c:v>
                </c:pt>
                <c:pt idx="5358">
                  <c:v>6.2013888884393964E-2</c:v>
                </c:pt>
                <c:pt idx="5359">
                  <c:v>6.2025462961173616E-2</c:v>
                </c:pt>
                <c:pt idx="5360">
                  <c:v>6.2037037037953269E-2</c:v>
                </c:pt>
                <c:pt idx="5361">
                  <c:v>6.2048611107456964E-2</c:v>
                </c:pt>
                <c:pt idx="5362">
                  <c:v>6.2060185184236616E-2</c:v>
                </c:pt>
                <c:pt idx="5363">
                  <c:v>6.2071759253740311E-2</c:v>
                </c:pt>
                <c:pt idx="5364">
                  <c:v>6.2083333330519963E-2</c:v>
                </c:pt>
                <c:pt idx="5365">
                  <c:v>6.2094907407299615E-2</c:v>
                </c:pt>
                <c:pt idx="5366">
                  <c:v>6.210648147680331E-2</c:v>
                </c:pt>
                <c:pt idx="5367">
                  <c:v>6.2118055553582963E-2</c:v>
                </c:pt>
                <c:pt idx="5368">
                  <c:v>6.2129629630362615E-2</c:v>
                </c:pt>
                <c:pt idx="5369">
                  <c:v>6.214120369986631E-2</c:v>
                </c:pt>
                <c:pt idx="5370">
                  <c:v>6.2152777776645962E-2</c:v>
                </c:pt>
                <c:pt idx="5371">
                  <c:v>6.2164351846149657E-2</c:v>
                </c:pt>
                <c:pt idx="5372">
                  <c:v>6.2175925922929309E-2</c:v>
                </c:pt>
                <c:pt idx="5373">
                  <c:v>6.2187499999708962E-2</c:v>
                </c:pt>
                <c:pt idx="5374">
                  <c:v>6.2199074069212656E-2</c:v>
                </c:pt>
                <c:pt idx="5375">
                  <c:v>6.2210648145992309E-2</c:v>
                </c:pt>
                <c:pt idx="5376">
                  <c:v>6.2222222222771961E-2</c:v>
                </c:pt>
                <c:pt idx="5377">
                  <c:v>6.2233796292275656E-2</c:v>
                </c:pt>
                <c:pt idx="5378">
                  <c:v>6.2245370369055308E-2</c:v>
                </c:pt>
                <c:pt idx="5379">
                  <c:v>6.2256944438559003E-2</c:v>
                </c:pt>
                <c:pt idx="5380">
                  <c:v>6.2268518515338656E-2</c:v>
                </c:pt>
                <c:pt idx="5381">
                  <c:v>6.2280092592118308E-2</c:v>
                </c:pt>
                <c:pt idx="5382">
                  <c:v>6.2291666661622003E-2</c:v>
                </c:pt>
                <c:pt idx="5383">
                  <c:v>6.2303240738401655E-2</c:v>
                </c:pt>
                <c:pt idx="5384">
                  <c:v>6.2314814815181307E-2</c:v>
                </c:pt>
                <c:pt idx="5385">
                  <c:v>6.2326388884685002E-2</c:v>
                </c:pt>
                <c:pt idx="5386">
                  <c:v>6.2337962961464655E-2</c:v>
                </c:pt>
                <c:pt idx="5387">
                  <c:v>6.2349537038244307E-2</c:v>
                </c:pt>
                <c:pt idx="5388">
                  <c:v>6.2361111107748002E-2</c:v>
                </c:pt>
                <c:pt idx="5389">
                  <c:v>6.2372685184527654E-2</c:v>
                </c:pt>
                <c:pt idx="5390">
                  <c:v>6.2384259254031349E-2</c:v>
                </c:pt>
                <c:pt idx="5391">
                  <c:v>6.2395833330811001E-2</c:v>
                </c:pt>
                <c:pt idx="5392">
                  <c:v>6.2407407407590654E-2</c:v>
                </c:pt>
                <c:pt idx="5393">
                  <c:v>6.2418981477094349E-2</c:v>
                </c:pt>
                <c:pt idx="5394">
                  <c:v>6.2430555553874001E-2</c:v>
                </c:pt>
                <c:pt idx="5395">
                  <c:v>6.2442129630653653E-2</c:v>
                </c:pt>
                <c:pt idx="5396">
                  <c:v>6.2453703700157348E-2</c:v>
                </c:pt>
                <c:pt idx="5397">
                  <c:v>6.2465277776937E-2</c:v>
                </c:pt>
                <c:pt idx="5398">
                  <c:v>6.2476851846440695E-2</c:v>
                </c:pt>
                <c:pt idx="5399">
                  <c:v>6.2488425923220348E-2</c:v>
                </c:pt>
                <c:pt idx="5400">
                  <c:v>6.25E-2</c:v>
                </c:pt>
                <c:pt idx="5401">
                  <c:v>6.2511574069503695E-2</c:v>
                </c:pt>
                <c:pt idx="5402">
                  <c:v>6.2523148146283347E-2</c:v>
                </c:pt>
                <c:pt idx="5403">
                  <c:v>6.2534722223063E-2</c:v>
                </c:pt>
                <c:pt idx="5404">
                  <c:v>6.2546296292566694E-2</c:v>
                </c:pt>
                <c:pt idx="5405">
                  <c:v>6.2557870369346347E-2</c:v>
                </c:pt>
                <c:pt idx="5406">
                  <c:v>6.2569444438850041E-2</c:v>
                </c:pt>
                <c:pt idx="5407">
                  <c:v>6.2581018515629694E-2</c:v>
                </c:pt>
                <c:pt idx="5408">
                  <c:v>6.2592592592409346E-2</c:v>
                </c:pt>
                <c:pt idx="5409">
                  <c:v>6.2604166661913041E-2</c:v>
                </c:pt>
                <c:pt idx="5410">
                  <c:v>6.2615740738692693E-2</c:v>
                </c:pt>
                <c:pt idx="5411">
                  <c:v>6.2627314815472346E-2</c:v>
                </c:pt>
                <c:pt idx="5412">
                  <c:v>6.2638888884976041E-2</c:v>
                </c:pt>
                <c:pt idx="5413">
                  <c:v>6.2650462961755693E-2</c:v>
                </c:pt>
                <c:pt idx="5414">
                  <c:v>6.2662037031259388E-2</c:v>
                </c:pt>
                <c:pt idx="5415">
                  <c:v>6.267361110803904E-2</c:v>
                </c:pt>
                <c:pt idx="5416">
                  <c:v>6.2685185184818693E-2</c:v>
                </c:pt>
                <c:pt idx="5417">
                  <c:v>6.2696759254322387E-2</c:v>
                </c:pt>
                <c:pt idx="5418">
                  <c:v>6.270833333110204E-2</c:v>
                </c:pt>
                <c:pt idx="5419">
                  <c:v>6.2719907407881692E-2</c:v>
                </c:pt>
                <c:pt idx="5420">
                  <c:v>6.2731481477385387E-2</c:v>
                </c:pt>
                <c:pt idx="5421">
                  <c:v>6.2743055554165039E-2</c:v>
                </c:pt>
                <c:pt idx="5422">
                  <c:v>6.2754629630944692E-2</c:v>
                </c:pt>
                <c:pt idx="5423">
                  <c:v>6.2766203700448386E-2</c:v>
                </c:pt>
                <c:pt idx="5424">
                  <c:v>6.2777777777228039E-2</c:v>
                </c:pt>
                <c:pt idx="5425">
                  <c:v>6.2789351846731734E-2</c:v>
                </c:pt>
                <c:pt idx="5426">
                  <c:v>6.2800925923511386E-2</c:v>
                </c:pt>
                <c:pt idx="5427">
                  <c:v>6.2812500000291038E-2</c:v>
                </c:pt>
                <c:pt idx="5428">
                  <c:v>6.2824074069794733E-2</c:v>
                </c:pt>
                <c:pt idx="5429">
                  <c:v>6.2835648146574385E-2</c:v>
                </c:pt>
                <c:pt idx="5430">
                  <c:v>6.2847222223354038E-2</c:v>
                </c:pt>
                <c:pt idx="5431">
                  <c:v>6.2858796292857733E-2</c:v>
                </c:pt>
                <c:pt idx="5432">
                  <c:v>6.2870370369637385E-2</c:v>
                </c:pt>
                <c:pt idx="5433">
                  <c:v>6.288194443914108E-2</c:v>
                </c:pt>
                <c:pt idx="5434">
                  <c:v>6.2893518515920732E-2</c:v>
                </c:pt>
                <c:pt idx="5435">
                  <c:v>6.2905092592700385E-2</c:v>
                </c:pt>
                <c:pt idx="5436">
                  <c:v>6.2916666662204079E-2</c:v>
                </c:pt>
                <c:pt idx="5437">
                  <c:v>6.2928240738983732E-2</c:v>
                </c:pt>
                <c:pt idx="5438">
                  <c:v>6.2939814815763384E-2</c:v>
                </c:pt>
                <c:pt idx="5439">
                  <c:v>6.2951388885267079E-2</c:v>
                </c:pt>
                <c:pt idx="5440">
                  <c:v>6.2962962962046731E-2</c:v>
                </c:pt>
                <c:pt idx="5441">
                  <c:v>6.2974537031550426E-2</c:v>
                </c:pt>
                <c:pt idx="5442">
                  <c:v>6.2986111108330078E-2</c:v>
                </c:pt>
                <c:pt idx="5443">
                  <c:v>6.2997685185109731E-2</c:v>
                </c:pt>
                <c:pt idx="5444">
                  <c:v>6.3009259254613426E-2</c:v>
                </c:pt>
                <c:pt idx="5445">
                  <c:v>6.3020833331393078E-2</c:v>
                </c:pt>
                <c:pt idx="5446">
                  <c:v>6.303240740817273E-2</c:v>
                </c:pt>
                <c:pt idx="5447">
                  <c:v>6.3043981477676425E-2</c:v>
                </c:pt>
                <c:pt idx="5448">
                  <c:v>6.3055555554456078E-2</c:v>
                </c:pt>
                <c:pt idx="5449">
                  <c:v>6.3067129623959772E-2</c:v>
                </c:pt>
                <c:pt idx="5450">
                  <c:v>6.3078703700739425E-2</c:v>
                </c:pt>
                <c:pt idx="5451">
                  <c:v>6.3090277777519077E-2</c:v>
                </c:pt>
                <c:pt idx="5452">
                  <c:v>6.3101851847022772E-2</c:v>
                </c:pt>
                <c:pt idx="5453">
                  <c:v>6.3113425923802424E-2</c:v>
                </c:pt>
                <c:pt idx="5454">
                  <c:v>6.3125000000582077E-2</c:v>
                </c:pt>
                <c:pt idx="5455">
                  <c:v>6.3136574070085771E-2</c:v>
                </c:pt>
                <c:pt idx="5456">
                  <c:v>6.3148148146865424E-2</c:v>
                </c:pt>
                <c:pt idx="5457">
                  <c:v>6.3159722216369119E-2</c:v>
                </c:pt>
                <c:pt idx="5458">
                  <c:v>6.3171296293148771E-2</c:v>
                </c:pt>
                <c:pt idx="5459">
                  <c:v>6.3182870369928423E-2</c:v>
                </c:pt>
                <c:pt idx="5460">
                  <c:v>6.3194444439432118E-2</c:v>
                </c:pt>
                <c:pt idx="5461">
                  <c:v>6.320601851621177E-2</c:v>
                </c:pt>
                <c:pt idx="5462">
                  <c:v>6.3217592592991423E-2</c:v>
                </c:pt>
                <c:pt idx="5463">
                  <c:v>6.3229166662495118E-2</c:v>
                </c:pt>
                <c:pt idx="5464">
                  <c:v>6.324074073927477E-2</c:v>
                </c:pt>
                <c:pt idx="5465">
                  <c:v>6.3252314816054422E-2</c:v>
                </c:pt>
                <c:pt idx="5466">
                  <c:v>6.3263888885558117E-2</c:v>
                </c:pt>
                <c:pt idx="5467">
                  <c:v>6.327546296233777E-2</c:v>
                </c:pt>
                <c:pt idx="5468">
                  <c:v>6.3287037031841464E-2</c:v>
                </c:pt>
                <c:pt idx="5469">
                  <c:v>6.3298611108621117E-2</c:v>
                </c:pt>
                <c:pt idx="5470">
                  <c:v>6.3310185185400769E-2</c:v>
                </c:pt>
                <c:pt idx="5471">
                  <c:v>6.3321759254904464E-2</c:v>
                </c:pt>
                <c:pt idx="5472">
                  <c:v>6.3333333331684116E-2</c:v>
                </c:pt>
                <c:pt idx="5473">
                  <c:v>6.3344907408463769E-2</c:v>
                </c:pt>
                <c:pt idx="5474">
                  <c:v>6.3356481477967463E-2</c:v>
                </c:pt>
                <c:pt idx="5475">
                  <c:v>6.3368055554747116E-2</c:v>
                </c:pt>
                <c:pt idx="5476">
                  <c:v>6.3379629624250811E-2</c:v>
                </c:pt>
                <c:pt idx="5477">
                  <c:v>6.3391203701030463E-2</c:v>
                </c:pt>
                <c:pt idx="5478">
                  <c:v>6.3402777777810115E-2</c:v>
                </c:pt>
                <c:pt idx="5479">
                  <c:v>6.341435184731381E-2</c:v>
                </c:pt>
                <c:pt idx="5480">
                  <c:v>6.3425925924093463E-2</c:v>
                </c:pt>
                <c:pt idx="5481">
                  <c:v>6.3437500000873115E-2</c:v>
                </c:pt>
                <c:pt idx="5482">
                  <c:v>6.344907407037681E-2</c:v>
                </c:pt>
                <c:pt idx="5483">
                  <c:v>6.3460648147156462E-2</c:v>
                </c:pt>
                <c:pt idx="5484">
                  <c:v>6.3472222216660157E-2</c:v>
                </c:pt>
                <c:pt idx="5485">
                  <c:v>6.3483796293439809E-2</c:v>
                </c:pt>
                <c:pt idx="5486">
                  <c:v>6.3495370370219462E-2</c:v>
                </c:pt>
                <c:pt idx="5487">
                  <c:v>6.3506944439723156E-2</c:v>
                </c:pt>
                <c:pt idx="5488">
                  <c:v>6.3518518516502809E-2</c:v>
                </c:pt>
                <c:pt idx="5489">
                  <c:v>6.3530092593282461E-2</c:v>
                </c:pt>
                <c:pt idx="5490">
                  <c:v>6.3541666662786156E-2</c:v>
                </c:pt>
                <c:pt idx="5491">
                  <c:v>6.3553240739565808E-2</c:v>
                </c:pt>
                <c:pt idx="5492">
                  <c:v>6.3564814809069503E-2</c:v>
                </c:pt>
                <c:pt idx="5493">
                  <c:v>6.3576388885849155E-2</c:v>
                </c:pt>
                <c:pt idx="5494">
                  <c:v>6.3587962962628808E-2</c:v>
                </c:pt>
                <c:pt idx="5495">
                  <c:v>6.3599537032132503E-2</c:v>
                </c:pt>
                <c:pt idx="5496">
                  <c:v>6.3611111108912155E-2</c:v>
                </c:pt>
                <c:pt idx="5497">
                  <c:v>6.3622685185691807E-2</c:v>
                </c:pt>
                <c:pt idx="5498">
                  <c:v>6.3634259255195502E-2</c:v>
                </c:pt>
                <c:pt idx="5499">
                  <c:v>6.3645833331975155E-2</c:v>
                </c:pt>
                <c:pt idx="5500">
                  <c:v>6.3657407401478849E-2</c:v>
                </c:pt>
                <c:pt idx="5501">
                  <c:v>6.3668981478258502E-2</c:v>
                </c:pt>
                <c:pt idx="5502">
                  <c:v>6.3680555555038154E-2</c:v>
                </c:pt>
                <c:pt idx="5503">
                  <c:v>6.3692129624541849E-2</c:v>
                </c:pt>
                <c:pt idx="5504">
                  <c:v>6.3703703701321501E-2</c:v>
                </c:pt>
                <c:pt idx="5505">
                  <c:v>6.3715277778101154E-2</c:v>
                </c:pt>
                <c:pt idx="5506">
                  <c:v>6.3726851847604848E-2</c:v>
                </c:pt>
                <c:pt idx="5507">
                  <c:v>6.3738425924384501E-2</c:v>
                </c:pt>
                <c:pt idx="5508">
                  <c:v>6.3750000001164153E-2</c:v>
                </c:pt>
                <c:pt idx="5509">
                  <c:v>6.3761574070667848E-2</c:v>
                </c:pt>
                <c:pt idx="5510">
                  <c:v>6.37731481474475E-2</c:v>
                </c:pt>
                <c:pt idx="5511">
                  <c:v>6.3784722216951195E-2</c:v>
                </c:pt>
                <c:pt idx="5512">
                  <c:v>6.3796296293730848E-2</c:v>
                </c:pt>
                <c:pt idx="5513">
                  <c:v>6.38078703705105E-2</c:v>
                </c:pt>
                <c:pt idx="5514">
                  <c:v>6.3819444440014195E-2</c:v>
                </c:pt>
                <c:pt idx="5515">
                  <c:v>6.3831018516793847E-2</c:v>
                </c:pt>
                <c:pt idx="5516">
                  <c:v>6.3842592593573499E-2</c:v>
                </c:pt>
                <c:pt idx="5517">
                  <c:v>6.3854166663077194E-2</c:v>
                </c:pt>
                <c:pt idx="5518">
                  <c:v>6.3865740739856847E-2</c:v>
                </c:pt>
                <c:pt idx="5519">
                  <c:v>6.3877314809360541E-2</c:v>
                </c:pt>
                <c:pt idx="5520">
                  <c:v>6.3888888886140194E-2</c:v>
                </c:pt>
                <c:pt idx="5521">
                  <c:v>6.3900462962919846E-2</c:v>
                </c:pt>
                <c:pt idx="5522">
                  <c:v>6.3912037032423541E-2</c:v>
                </c:pt>
                <c:pt idx="5523">
                  <c:v>6.3923611109203193E-2</c:v>
                </c:pt>
                <c:pt idx="5524">
                  <c:v>6.3935185185982846E-2</c:v>
                </c:pt>
                <c:pt idx="5525">
                  <c:v>6.394675925548654E-2</c:v>
                </c:pt>
                <c:pt idx="5526">
                  <c:v>6.3958333332266193E-2</c:v>
                </c:pt>
                <c:pt idx="5527">
                  <c:v>6.3969907401769888E-2</c:v>
                </c:pt>
                <c:pt idx="5528">
                  <c:v>6.398148147854954E-2</c:v>
                </c:pt>
                <c:pt idx="5529">
                  <c:v>6.3993055555329192E-2</c:v>
                </c:pt>
                <c:pt idx="5530">
                  <c:v>6.4004629624832887E-2</c:v>
                </c:pt>
                <c:pt idx="5531">
                  <c:v>6.401620370161254E-2</c:v>
                </c:pt>
                <c:pt idx="5532">
                  <c:v>6.4027777778392192E-2</c:v>
                </c:pt>
                <c:pt idx="5533">
                  <c:v>6.4039351847895887E-2</c:v>
                </c:pt>
                <c:pt idx="5534">
                  <c:v>6.4050925924675539E-2</c:v>
                </c:pt>
                <c:pt idx="5535">
                  <c:v>6.4062499994179234E-2</c:v>
                </c:pt>
                <c:pt idx="5536">
                  <c:v>6.4074074070958886E-2</c:v>
                </c:pt>
                <c:pt idx="5537">
                  <c:v>6.4085648147738539E-2</c:v>
                </c:pt>
                <c:pt idx="5538">
                  <c:v>6.4097222217242233E-2</c:v>
                </c:pt>
                <c:pt idx="5539">
                  <c:v>6.4108796294021886E-2</c:v>
                </c:pt>
                <c:pt idx="5540">
                  <c:v>6.4120370370801538E-2</c:v>
                </c:pt>
                <c:pt idx="5541">
                  <c:v>6.4131944440305233E-2</c:v>
                </c:pt>
                <c:pt idx="5542">
                  <c:v>6.4143518517084885E-2</c:v>
                </c:pt>
                <c:pt idx="5543">
                  <c:v>6.4155092593864538E-2</c:v>
                </c:pt>
                <c:pt idx="5544">
                  <c:v>6.4166666663368233E-2</c:v>
                </c:pt>
                <c:pt idx="5545">
                  <c:v>6.4178240740147885E-2</c:v>
                </c:pt>
                <c:pt idx="5546">
                  <c:v>6.418981480965158E-2</c:v>
                </c:pt>
                <c:pt idx="5547">
                  <c:v>6.4201388886431232E-2</c:v>
                </c:pt>
                <c:pt idx="5548">
                  <c:v>6.4212962963210884E-2</c:v>
                </c:pt>
                <c:pt idx="5549">
                  <c:v>6.4224537032714579E-2</c:v>
                </c:pt>
                <c:pt idx="5550">
                  <c:v>6.4236111109494232E-2</c:v>
                </c:pt>
                <c:pt idx="5551">
                  <c:v>6.4247685186273884E-2</c:v>
                </c:pt>
                <c:pt idx="5552">
                  <c:v>6.4259259255777579E-2</c:v>
                </c:pt>
                <c:pt idx="5553">
                  <c:v>6.4270833332557231E-2</c:v>
                </c:pt>
                <c:pt idx="5554">
                  <c:v>6.4282407402060926E-2</c:v>
                </c:pt>
                <c:pt idx="5555">
                  <c:v>6.4293981478840578E-2</c:v>
                </c:pt>
                <c:pt idx="5556">
                  <c:v>6.4305555555620231E-2</c:v>
                </c:pt>
                <c:pt idx="5557">
                  <c:v>6.4317129625123926E-2</c:v>
                </c:pt>
                <c:pt idx="5558">
                  <c:v>6.4328703701903578E-2</c:v>
                </c:pt>
                <c:pt idx="5559">
                  <c:v>6.434027777868323E-2</c:v>
                </c:pt>
                <c:pt idx="5560">
                  <c:v>6.4351851848186925E-2</c:v>
                </c:pt>
                <c:pt idx="5561">
                  <c:v>6.4363425924966577E-2</c:v>
                </c:pt>
                <c:pt idx="5562">
                  <c:v>6.4374999994470272E-2</c:v>
                </c:pt>
                <c:pt idx="5563">
                  <c:v>6.4386574071249925E-2</c:v>
                </c:pt>
                <c:pt idx="5564">
                  <c:v>6.4398148148029577E-2</c:v>
                </c:pt>
                <c:pt idx="5565">
                  <c:v>6.4409722217533272E-2</c:v>
                </c:pt>
                <c:pt idx="5566">
                  <c:v>6.4421296294312924E-2</c:v>
                </c:pt>
                <c:pt idx="5567">
                  <c:v>6.4432870371092577E-2</c:v>
                </c:pt>
                <c:pt idx="5568">
                  <c:v>6.4444444440596271E-2</c:v>
                </c:pt>
                <c:pt idx="5569">
                  <c:v>6.4456018517375924E-2</c:v>
                </c:pt>
                <c:pt idx="5570">
                  <c:v>6.4467592586879618E-2</c:v>
                </c:pt>
                <c:pt idx="5571">
                  <c:v>6.4479166663659271E-2</c:v>
                </c:pt>
                <c:pt idx="5572">
                  <c:v>6.4490740740438923E-2</c:v>
                </c:pt>
                <c:pt idx="5573">
                  <c:v>6.4502314809942618E-2</c:v>
                </c:pt>
                <c:pt idx="5574">
                  <c:v>6.451388888672227E-2</c:v>
                </c:pt>
                <c:pt idx="5575">
                  <c:v>6.4525462963501923E-2</c:v>
                </c:pt>
                <c:pt idx="5576">
                  <c:v>6.4537037033005618E-2</c:v>
                </c:pt>
                <c:pt idx="5577">
                  <c:v>6.454861110978527E-2</c:v>
                </c:pt>
                <c:pt idx="5578">
                  <c:v>6.4560185179288965E-2</c:v>
                </c:pt>
                <c:pt idx="5579">
                  <c:v>6.4571759256068617E-2</c:v>
                </c:pt>
                <c:pt idx="5580">
                  <c:v>6.4583333332848269E-2</c:v>
                </c:pt>
                <c:pt idx="5581">
                  <c:v>6.4594907402351964E-2</c:v>
                </c:pt>
                <c:pt idx="5582">
                  <c:v>6.4606481479131617E-2</c:v>
                </c:pt>
                <c:pt idx="5583">
                  <c:v>6.4618055555911269E-2</c:v>
                </c:pt>
                <c:pt idx="5584">
                  <c:v>6.4629629625414964E-2</c:v>
                </c:pt>
                <c:pt idx="5585">
                  <c:v>6.4641203702194616E-2</c:v>
                </c:pt>
                <c:pt idx="5586">
                  <c:v>6.4652777778974269E-2</c:v>
                </c:pt>
                <c:pt idx="5587">
                  <c:v>6.4664351848477963E-2</c:v>
                </c:pt>
                <c:pt idx="5588">
                  <c:v>6.4675925925257616E-2</c:v>
                </c:pt>
                <c:pt idx="5589">
                  <c:v>6.4687499994761311E-2</c:v>
                </c:pt>
                <c:pt idx="5590">
                  <c:v>6.4699074071540963E-2</c:v>
                </c:pt>
                <c:pt idx="5591">
                  <c:v>6.4710648148320615E-2</c:v>
                </c:pt>
                <c:pt idx="5592">
                  <c:v>6.472222221782431E-2</c:v>
                </c:pt>
                <c:pt idx="5593">
                  <c:v>6.4733796294603962E-2</c:v>
                </c:pt>
                <c:pt idx="5594">
                  <c:v>6.4745370371383615E-2</c:v>
                </c:pt>
                <c:pt idx="5595">
                  <c:v>6.475694444088731E-2</c:v>
                </c:pt>
                <c:pt idx="5596">
                  <c:v>6.4768518517666962E-2</c:v>
                </c:pt>
                <c:pt idx="5597">
                  <c:v>6.4780092587170657E-2</c:v>
                </c:pt>
                <c:pt idx="5598">
                  <c:v>6.4791666663950309E-2</c:v>
                </c:pt>
                <c:pt idx="5599">
                  <c:v>6.4803240740729962E-2</c:v>
                </c:pt>
                <c:pt idx="5600">
                  <c:v>6.4814814810233656E-2</c:v>
                </c:pt>
                <c:pt idx="5601">
                  <c:v>6.4826388887013309E-2</c:v>
                </c:pt>
                <c:pt idx="5602">
                  <c:v>6.4837962963792961E-2</c:v>
                </c:pt>
                <c:pt idx="5603">
                  <c:v>6.4849537033296656E-2</c:v>
                </c:pt>
                <c:pt idx="5604">
                  <c:v>6.4861111110076308E-2</c:v>
                </c:pt>
                <c:pt idx="5605">
                  <c:v>6.4872685179580003E-2</c:v>
                </c:pt>
                <c:pt idx="5606">
                  <c:v>6.4884259256359655E-2</c:v>
                </c:pt>
                <c:pt idx="5607">
                  <c:v>6.4895833333139308E-2</c:v>
                </c:pt>
                <c:pt idx="5608">
                  <c:v>6.4907407402643003E-2</c:v>
                </c:pt>
                <c:pt idx="5609">
                  <c:v>6.4918981479422655E-2</c:v>
                </c:pt>
                <c:pt idx="5610">
                  <c:v>6.4930555556202307E-2</c:v>
                </c:pt>
                <c:pt idx="5611">
                  <c:v>6.4942129625706002E-2</c:v>
                </c:pt>
                <c:pt idx="5612">
                  <c:v>6.4953703702485655E-2</c:v>
                </c:pt>
                <c:pt idx="5613">
                  <c:v>6.4965277771989349E-2</c:v>
                </c:pt>
                <c:pt idx="5614">
                  <c:v>6.4976851848769002E-2</c:v>
                </c:pt>
                <c:pt idx="5615">
                  <c:v>6.4988425925548654E-2</c:v>
                </c:pt>
                <c:pt idx="5616">
                  <c:v>6.4999999995052349E-2</c:v>
                </c:pt>
                <c:pt idx="5617">
                  <c:v>6.5011574071832001E-2</c:v>
                </c:pt>
                <c:pt idx="5618">
                  <c:v>6.5023148148611654E-2</c:v>
                </c:pt>
                <c:pt idx="5619">
                  <c:v>6.5034722218115348E-2</c:v>
                </c:pt>
                <c:pt idx="5620">
                  <c:v>6.5046296294895001E-2</c:v>
                </c:pt>
                <c:pt idx="5621">
                  <c:v>6.5057870371674653E-2</c:v>
                </c:pt>
                <c:pt idx="5622">
                  <c:v>6.5069444441178348E-2</c:v>
                </c:pt>
                <c:pt idx="5623">
                  <c:v>6.5081018517958E-2</c:v>
                </c:pt>
                <c:pt idx="5624">
                  <c:v>6.5092592587461695E-2</c:v>
                </c:pt>
                <c:pt idx="5625">
                  <c:v>6.5104166664241347E-2</c:v>
                </c:pt>
                <c:pt idx="5626">
                  <c:v>6.5115740741021E-2</c:v>
                </c:pt>
                <c:pt idx="5627">
                  <c:v>6.5127314810524695E-2</c:v>
                </c:pt>
                <c:pt idx="5628">
                  <c:v>6.5138888887304347E-2</c:v>
                </c:pt>
                <c:pt idx="5629">
                  <c:v>6.5150462964083999E-2</c:v>
                </c:pt>
                <c:pt idx="5630">
                  <c:v>6.5162037033587694E-2</c:v>
                </c:pt>
                <c:pt idx="5631">
                  <c:v>6.5173611110367347E-2</c:v>
                </c:pt>
                <c:pt idx="5632">
                  <c:v>6.5185185179871041E-2</c:v>
                </c:pt>
                <c:pt idx="5633">
                  <c:v>6.5196759256650694E-2</c:v>
                </c:pt>
                <c:pt idx="5634">
                  <c:v>6.5208333333430346E-2</c:v>
                </c:pt>
                <c:pt idx="5635">
                  <c:v>6.5219907402934041E-2</c:v>
                </c:pt>
                <c:pt idx="5636">
                  <c:v>6.5231481479713693E-2</c:v>
                </c:pt>
                <c:pt idx="5637">
                  <c:v>6.5243055556493346E-2</c:v>
                </c:pt>
                <c:pt idx="5638">
                  <c:v>6.525462962599704E-2</c:v>
                </c:pt>
                <c:pt idx="5639">
                  <c:v>6.5266203702776693E-2</c:v>
                </c:pt>
                <c:pt idx="5640">
                  <c:v>6.5277777772280388E-2</c:v>
                </c:pt>
                <c:pt idx="5641">
                  <c:v>6.528935184906004E-2</c:v>
                </c:pt>
                <c:pt idx="5642">
                  <c:v>6.5300925925839692E-2</c:v>
                </c:pt>
                <c:pt idx="5643">
                  <c:v>6.5312499995343387E-2</c:v>
                </c:pt>
                <c:pt idx="5644">
                  <c:v>6.532407407212304E-2</c:v>
                </c:pt>
                <c:pt idx="5645">
                  <c:v>6.5335648148902692E-2</c:v>
                </c:pt>
                <c:pt idx="5646">
                  <c:v>6.5347222218406387E-2</c:v>
                </c:pt>
                <c:pt idx="5647">
                  <c:v>6.5358796295186039E-2</c:v>
                </c:pt>
                <c:pt idx="5648">
                  <c:v>6.5370370364689734E-2</c:v>
                </c:pt>
                <c:pt idx="5649">
                  <c:v>6.5381944441469386E-2</c:v>
                </c:pt>
                <c:pt idx="5650">
                  <c:v>6.5393518518249039E-2</c:v>
                </c:pt>
                <c:pt idx="5651">
                  <c:v>6.5405092587752733E-2</c:v>
                </c:pt>
                <c:pt idx="5652">
                  <c:v>6.5416666664532386E-2</c:v>
                </c:pt>
                <c:pt idx="5653">
                  <c:v>6.5428240741312038E-2</c:v>
                </c:pt>
                <c:pt idx="5654">
                  <c:v>6.5439814810815733E-2</c:v>
                </c:pt>
                <c:pt idx="5655">
                  <c:v>6.5451388887595385E-2</c:v>
                </c:pt>
                <c:pt idx="5656">
                  <c:v>6.546296295709908E-2</c:v>
                </c:pt>
                <c:pt idx="5657">
                  <c:v>6.5474537033878732E-2</c:v>
                </c:pt>
                <c:pt idx="5658">
                  <c:v>6.5486111110658385E-2</c:v>
                </c:pt>
                <c:pt idx="5659">
                  <c:v>6.549768518016208E-2</c:v>
                </c:pt>
                <c:pt idx="5660">
                  <c:v>6.5509259256941732E-2</c:v>
                </c:pt>
                <c:pt idx="5661">
                  <c:v>6.5520833333721384E-2</c:v>
                </c:pt>
                <c:pt idx="5662">
                  <c:v>6.5532407403225079E-2</c:v>
                </c:pt>
                <c:pt idx="5663">
                  <c:v>6.5543981480004732E-2</c:v>
                </c:pt>
                <c:pt idx="5664">
                  <c:v>6.5555555556784384E-2</c:v>
                </c:pt>
                <c:pt idx="5665">
                  <c:v>6.5567129626288079E-2</c:v>
                </c:pt>
                <c:pt idx="5666">
                  <c:v>6.5578703703067731E-2</c:v>
                </c:pt>
                <c:pt idx="5667">
                  <c:v>6.5590277772571426E-2</c:v>
                </c:pt>
                <c:pt idx="5668">
                  <c:v>6.5601851849351078E-2</c:v>
                </c:pt>
                <c:pt idx="5669">
                  <c:v>6.5613425926130731E-2</c:v>
                </c:pt>
                <c:pt idx="5670">
                  <c:v>6.5624999995634425E-2</c:v>
                </c:pt>
                <c:pt idx="5671">
                  <c:v>6.5636574072414078E-2</c:v>
                </c:pt>
                <c:pt idx="5672">
                  <c:v>6.564814814919373E-2</c:v>
                </c:pt>
                <c:pt idx="5673">
                  <c:v>6.5659722218697425E-2</c:v>
                </c:pt>
                <c:pt idx="5674">
                  <c:v>6.5671296295477077E-2</c:v>
                </c:pt>
                <c:pt idx="5675">
                  <c:v>6.5682870364980772E-2</c:v>
                </c:pt>
                <c:pt idx="5676">
                  <c:v>6.5694444441760425E-2</c:v>
                </c:pt>
                <c:pt idx="5677">
                  <c:v>6.5706018518540077E-2</c:v>
                </c:pt>
                <c:pt idx="5678">
                  <c:v>6.5717592588043772E-2</c:v>
                </c:pt>
                <c:pt idx="5679">
                  <c:v>6.5729166664823424E-2</c:v>
                </c:pt>
                <c:pt idx="5680">
                  <c:v>6.5740740741603076E-2</c:v>
                </c:pt>
                <c:pt idx="5681">
                  <c:v>6.5752314811106771E-2</c:v>
                </c:pt>
                <c:pt idx="5682">
                  <c:v>6.5763888887886424E-2</c:v>
                </c:pt>
                <c:pt idx="5683">
                  <c:v>6.5775462957390118E-2</c:v>
                </c:pt>
                <c:pt idx="5684">
                  <c:v>6.5787037034169771E-2</c:v>
                </c:pt>
                <c:pt idx="5685">
                  <c:v>6.5798611110949423E-2</c:v>
                </c:pt>
                <c:pt idx="5686">
                  <c:v>6.5810185180453118E-2</c:v>
                </c:pt>
                <c:pt idx="5687">
                  <c:v>6.582175925723277E-2</c:v>
                </c:pt>
                <c:pt idx="5688">
                  <c:v>6.5833333334012423E-2</c:v>
                </c:pt>
                <c:pt idx="5689">
                  <c:v>6.5844907403516117E-2</c:v>
                </c:pt>
                <c:pt idx="5690">
                  <c:v>6.585648148029577E-2</c:v>
                </c:pt>
                <c:pt idx="5691">
                  <c:v>6.5868055549799465E-2</c:v>
                </c:pt>
                <c:pt idx="5692">
                  <c:v>6.5879629626579117E-2</c:v>
                </c:pt>
                <c:pt idx="5693">
                  <c:v>6.5891203703358769E-2</c:v>
                </c:pt>
                <c:pt idx="5694">
                  <c:v>6.5902777772862464E-2</c:v>
                </c:pt>
                <c:pt idx="5695">
                  <c:v>6.5914351849642117E-2</c:v>
                </c:pt>
                <c:pt idx="5696">
                  <c:v>6.5925925926421769E-2</c:v>
                </c:pt>
                <c:pt idx="5697">
                  <c:v>6.5937499995925464E-2</c:v>
                </c:pt>
                <c:pt idx="5698">
                  <c:v>6.5949074072705116E-2</c:v>
                </c:pt>
                <c:pt idx="5699">
                  <c:v>6.5960648149484769E-2</c:v>
                </c:pt>
                <c:pt idx="5700">
                  <c:v>6.5972222218988463E-2</c:v>
                </c:pt>
                <c:pt idx="5701">
                  <c:v>6.5983796295768116E-2</c:v>
                </c:pt>
                <c:pt idx="5702">
                  <c:v>6.599537036527181E-2</c:v>
                </c:pt>
                <c:pt idx="5703">
                  <c:v>6.6006944442051463E-2</c:v>
                </c:pt>
                <c:pt idx="5704">
                  <c:v>6.6018518518831115E-2</c:v>
                </c:pt>
                <c:pt idx="5705">
                  <c:v>6.603009258833481E-2</c:v>
                </c:pt>
                <c:pt idx="5706">
                  <c:v>6.6041666665114462E-2</c:v>
                </c:pt>
                <c:pt idx="5707">
                  <c:v>6.6053240741894115E-2</c:v>
                </c:pt>
                <c:pt idx="5708">
                  <c:v>6.606481481139781E-2</c:v>
                </c:pt>
                <c:pt idx="5709">
                  <c:v>6.6076388888177462E-2</c:v>
                </c:pt>
                <c:pt idx="5710">
                  <c:v>6.6087962957681157E-2</c:v>
                </c:pt>
                <c:pt idx="5711">
                  <c:v>6.6099537034460809E-2</c:v>
                </c:pt>
                <c:pt idx="5712">
                  <c:v>6.6111111111240461E-2</c:v>
                </c:pt>
                <c:pt idx="5713">
                  <c:v>6.6122685180744156E-2</c:v>
                </c:pt>
                <c:pt idx="5714">
                  <c:v>6.6134259257523809E-2</c:v>
                </c:pt>
                <c:pt idx="5715">
                  <c:v>6.6145833334303461E-2</c:v>
                </c:pt>
                <c:pt idx="5716">
                  <c:v>6.6157407403807156E-2</c:v>
                </c:pt>
                <c:pt idx="5717">
                  <c:v>6.6168981480586808E-2</c:v>
                </c:pt>
                <c:pt idx="5718">
                  <c:v>6.6180555550090503E-2</c:v>
                </c:pt>
                <c:pt idx="5719">
                  <c:v>6.6192129626870155E-2</c:v>
                </c:pt>
                <c:pt idx="5720">
                  <c:v>6.6203703703649808E-2</c:v>
                </c:pt>
                <c:pt idx="5721">
                  <c:v>6.6215277773153502E-2</c:v>
                </c:pt>
                <c:pt idx="5722">
                  <c:v>6.6226851849933155E-2</c:v>
                </c:pt>
                <c:pt idx="5723">
                  <c:v>6.6238425926712807E-2</c:v>
                </c:pt>
                <c:pt idx="5724">
                  <c:v>6.6249999996216502E-2</c:v>
                </c:pt>
                <c:pt idx="5725">
                  <c:v>6.6261574072996154E-2</c:v>
                </c:pt>
                <c:pt idx="5726">
                  <c:v>6.6273148142499849E-2</c:v>
                </c:pt>
                <c:pt idx="5727">
                  <c:v>6.6284722219279502E-2</c:v>
                </c:pt>
                <c:pt idx="5728">
                  <c:v>6.6296296296059154E-2</c:v>
                </c:pt>
                <c:pt idx="5729">
                  <c:v>6.6307870365562849E-2</c:v>
                </c:pt>
                <c:pt idx="5730">
                  <c:v>6.6319444442342501E-2</c:v>
                </c:pt>
                <c:pt idx="5731">
                  <c:v>6.6331018519122154E-2</c:v>
                </c:pt>
                <c:pt idx="5732">
                  <c:v>6.6342592588625848E-2</c:v>
                </c:pt>
                <c:pt idx="5733">
                  <c:v>6.6354166665405501E-2</c:v>
                </c:pt>
                <c:pt idx="5734">
                  <c:v>6.6365740734909195E-2</c:v>
                </c:pt>
                <c:pt idx="5735">
                  <c:v>6.6377314811688848E-2</c:v>
                </c:pt>
                <c:pt idx="5736">
                  <c:v>6.63888888884685E-2</c:v>
                </c:pt>
                <c:pt idx="5737">
                  <c:v>6.6400462957972195E-2</c:v>
                </c:pt>
                <c:pt idx="5738">
                  <c:v>6.6412037034751847E-2</c:v>
                </c:pt>
                <c:pt idx="5739">
                  <c:v>6.64236111115315E-2</c:v>
                </c:pt>
                <c:pt idx="5740">
                  <c:v>6.6435185181035195E-2</c:v>
                </c:pt>
                <c:pt idx="5741">
                  <c:v>6.6446759257814847E-2</c:v>
                </c:pt>
                <c:pt idx="5742">
                  <c:v>6.6458333334594499E-2</c:v>
                </c:pt>
                <c:pt idx="5743">
                  <c:v>6.6469907404098194E-2</c:v>
                </c:pt>
                <c:pt idx="5744">
                  <c:v>6.6481481480877846E-2</c:v>
                </c:pt>
                <c:pt idx="5745">
                  <c:v>6.6493055550381541E-2</c:v>
                </c:pt>
                <c:pt idx="5746">
                  <c:v>6.6504629627161194E-2</c:v>
                </c:pt>
                <c:pt idx="5747">
                  <c:v>6.6516203703940846E-2</c:v>
                </c:pt>
                <c:pt idx="5748">
                  <c:v>6.6527777773444541E-2</c:v>
                </c:pt>
                <c:pt idx="5749">
                  <c:v>6.6539351850224193E-2</c:v>
                </c:pt>
                <c:pt idx="5750">
                  <c:v>6.6550925927003846E-2</c:v>
                </c:pt>
                <c:pt idx="5751">
                  <c:v>6.656249999650754E-2</c:v>
                </c:pt>
                <c:pt idx="5752">
                  <c:v>6.6574074073287193E-2</c:v>
                </c:pt>
                <c:pt idx="5753">
                  <c:v>6.6585648142790888E-2</c:v>
                </c:pt>
                <c:pt idx="5754">
                  <c:v>6.659722221957054E-2</c:v>
                </c:pt>
                <c:pt idx="5755">
                  <c:v>6.6608796296350192E-2</c:v>
                </c:pt>
                <c:pt idx="5756">
                  <c:v>6.6620370365853887E-2</c:v>
                </c:pt>
                <c:pt idx="5757">
                  <c:v>6.6631944442633539E-2</c:v>
                </c:pt>
                <c:pt idx="5758">
                  <c:v>6.6643518519413192E-2</c:v>
                </c:pt>
                <c:pt idx="5759">
                  <c:v>6.6655092588916887E-2</c:v>
                </c:pt>
                <c:pt idx="5760">
                  <c:v>6.6666666665696539E-2</c:v>
                </c:pt>
                <c:pt idx="5761">
                  <c:v>6.6678240735200234E-2</c:v>
                </c:pt>
                <c:pt idx="5762">
                  <c:v>6.6689814811979886E-2</c:v>
                </c:pt>
                <c:pt idx="5763">
                  <c:v>6.6701388888759539E-2</c:v>
                </c:pt>
                <c:pt idx="5764">
                  <c:v>6.6712962958263233E-2</c:v>
                </c:pt>
                <c:pt idx="5765">
                  <c:v>6.6724537035042886E-2</c:v>
                </c:pt>
                <c:pt idx="5766">
                  <c:v>6.6736111111822538E-2</c:v>
                </c:pt>
                <c:pt idx="5767">
                  <c:v>6.6747685181326233E-2</c:v>
                </c:pt>
                <c:pt idx="5768">
                  <c:v>6.6759259258105885E-2</c:v>
                </c:pt>
                <c:pt idx="5769">
                  <c:v>6.677083332760958E-2</c:v>
                </c:pt>
                <c:pt idx="5770">
                  <c:v>6.6782407404389232E-2</c:v>
                </c:pt>
                <c:pt idx="5771">
                  <c:v>6.6793981481168885E-2</c:v>
                </c:pt>
                <c:pt idx="5772">
                  <c:v>6.680555555067258E-2</c:v>
                </c:pt>
                <c:pt idx="5773">
                  <c:v>6.6817129627452232E-2</c:v>
                </c:pt>
                <c:pt idx="5774">
                  <c:v>6.6828703704231884E-2</c:v>
                </c:pt>
                <c:pt idx="5775">
                  <c:v>6.6840277773735579E-2</c:v>
                </c:pt>
                <c:pt idx="5776">
                  <c:v>6.6851851850515231E-2</c:v>
                </c:pt>
                <c:pt idx="5777">
                  <c:v>6.6863425920018926E-2</c:v>
                </c:pt>
                <c:pt idx="5778">
                  <c:v>6.6874999996798579E-2</c:v>
                </c:pt>
                <c:pt idx="5779">
                  <c:v>6.6886574073578231E-2</c:v>
                </c:pt>
                <c:pt idx="5780">
                  <c:v>6.6898148143081926E-2</c:v>
                </c:pt>
                <c:pt idx="5781">
                  <c:v>6.6909722219861578E-2</c:v>
                </c:pt>
                <c:pt idx="5782">
                  <c:v>6.6921296296641231E-2</c:v>
                </c:pt>
                <c:pt idx="5783">
                  <c:v>6.6932870366144925E-2</c:v>
                </c:pt>
                <c:pt idx="5784">
                  <c:v>6.6944444442924578E-2</c:v>
                </c:pt>
                <c:pt idx="5785">
                  <c:v>6.695601851970423E-2</c:v>
                </c:pt>
                <c:pt idx="5786">
                  <c:v>6.6967592589207925E-2</c:v>
                </c:pt>
                <c:pt idx="5787">
                  <c:v>6.6979166665987577E-2</c:v>
                </c:pt>
                <c:pt idx="5788">
                  <c:v>6.6990740735491272E-2</c:v>
                </c:pt>
                <c:pt idx="5789">
                  <c:v>6.7002314812270924E-2</c:v>
                </c:pt>
                <c:pt idx="5790">
                  <c:v>6.7013888889050577E-2</c:v>
                </c:pt>
                <c:pt idx="5791">
                  <c:v>6.7025462958554272E-2</c:v>
                </c:pt>
                <c:pt idx="5792">
                  <c:v>6.7037037035333924E-2</c:v>
                </c:pt>
                <c:pt idx="5793">
                  <c:v>6.7048611112113576E-2</c:v>
                </c:pt>
                <c:pt idx="5794">
                  <c:v>6.7060185181617271E-2</c:v>
                </c:pt>
                <c:pt idx="5795">
                  <c:v>6.7071759258396924E-2</c:v>
                </c:pt>
                <c:pt idx="5796">
                  <c:v>6.7083333327900618E-2</c:v>
                </c:pt>
                <c:pt idx="5797">
                  <c:v>6.7094907404680271E-2</c:v>
                </c:pt>
                <c:pt idx="5798">
                  <c:v>6.7106481481459923E-2</c:v>
                </c:pt>
                <c:pt idx="5799">
                  <c:v>6.7118055550963618E-2</c:v>
                </c:pt>
                <c:pt idx="5800">
                  <c:v>6.712962962774327E-2</c:v>
                </c:pt>
                <c:pt idx="5801">
                  <c:v>6.7141203704522923E-2</c:v>
                </c:pt>
                <c:pt idx="5802">
                  <c:v>6.7152777774026617E-2</c:v>
                </c:pt>
                <c:pt idx="5803">
                  <c:v>6.716435185080627E-2</c:v>
                </c:pt>
                <c:pt idx="5804">
                  <c:v>6.7175925920309965E-2</c:v>
                </c:pt>
                <c:pt idx="5805">
                  <c:v>6.7187499997089617E-2</c:v>
                </c:pt>
                <c:pt idx="5806">
                  <c:v>6.7199074073869269E-2</c:v>
                </c:pt>
                <c:pt idx="5807">
                  <c:v>6.7210648143372964E-2</c:v>
                </c:pt>
                <c:pt idx="5808">
                  <c:v>6.7222222220152617E-2</c:v>
                </c:pt>
                <c:pt idx="5809">
                  <c:v>6.7233796296932269E-2</c:v>
                </c:pt>
                <c:pt idx="5810">
                  <c:v>6.7245370366435964E-2</c:v>
                </c:pt>
                <c:pt idx="5811">
                  <c:v>6.7256944443215616E-2</c:v>
                </c:pt>
                <c:pt idx="5812">
                  <c:v>6.7268518512719311E-2</c:v>
                </c:pt>
                <c:pt idx="5813">
                  <c:v>6.7280092589498963E-2</c:v>
                </c:pt>
                <c:pt idx="5814">
                  <c:v>6.7291666666278616E-2</c:v>
                </c:pt>
                <c:pt idx="5815">
                  <c:v>6.730324073578231E-2</c:v>
                </c:pt>
                <c:pt idx="5816">
                  <c:v>6.7314814812561963E-2</c:v>
                </c:pt>
                <c:pt idx="5817">
                  <c:v>6.7326388889341615E-2</c:v>
                </c:pt>
                <c:pt idx="5818">
                  <c:v>6.733796295884531E-2</c:v>
                </c:pt>
                <c:pt idx="5819">
                  <c:v>6.7349537035624962E-2</c:v>
                </c:pt>
                <c:pt idx="5820">
                  <c:v>6.7361111112404615E-2</c:v>
                </c:pt>
                <c:pt idx="5821">
                  <c:v>6.7372685181908309E-2</c:v>
                </c:pt>
                <c:pt idx="5822">
                  <c:v>6.7384259258687962E-2</c:v>
                </c:pt>
                <c:pt idx="5823">
                  <c:v>6.7395833328191657E-2</c:v>
                </c:pt>
                <c:pt idx="5824">
                  <c:v>6.7407407404971309E-2</c:v>
                </c:pt>
                <c:pt idx="5825">
                  <c:v>6.7418981481750961E-2</c:v>
                </c:pt>
                <c:pt idx="5826">
                  <c:v>6.7430555551254656E-2</c:v>
                </c:pt>
                <c:pt idx="5827">
                  <c:v>6.7442129628034309E-2</c:v>
                </c:pt>
                <c:pt idx="5828">
                  <c:v>6.7453703704813961E-2</c:v>
                </c:pt>
                <c:pt idx="5829">
                  <c:v>6.7465277774317656E-2</c:v>
                </c:pt>
                <c:pt idx="5830">
                  <c:v>6.7476851851097308E-2</c:v>
                </c:pt>
                <c:pt idx="5831">
                  <c:v>6.7488425920601003E-2</c:v>
                </c:pt>
                <c:pt idx="5832">
                  <c:v>6.7499999997380655E-2</c:v>
                </c:pt>
                <c:pt idx="5833">
                  <c:v>6.7511574074160308E-2</c:v>
                </c:pt>
                <c:pt idx="5834">
                  <c:v>6.7523148143664002E-2</c:v>
                </c:pt>
                <c:pt idx="5835">
                  <c:v>6.7534722220443655E-2</c:v>
                </c:pt>
                <c:pt idx="5836">
                  <c:v>6.7546296297223307E-2</c:v>
                </c:pt>
                <c:pt idx="5837">
                  <c:v>6.7557870366727002E-2</c:v>
                </c:pt>
                <c:pt idx="5838">
                  <c:v>6.7569444443506654E-2</c:v>
                </c:pt>
                <c:pt idx="5839">
                  <c:v>6.7581018513010349E-2</c:v>
                </c:pt>
                <c:pt idx="5840">
                  <c:v>6.7592592589790002E-2</c:v>
                </c:pt>
                <c:pt idx="5841">
                  <c:v>6.7604166666569654E-2</c:v>
                </c:pt>
                <c:pt idx="5842">
                  <c:v>6.7615740736073349E-2</c:v>
                </c:pt>
                <c:pt idx="5843">
                  <c:v>6.7627314812853001E-2</c:v>
                </c:pt>
                <c:pt idx="5844">
                  <c:v>6.7638888889632653E-2</c:v>
                </c:pt>
                <c:pt idx="5845">
                  <c:v>6.7650462959136348E-2</c:v>
                </c:pt>
                <c:pt idx="5846">
                  <c:v>6.7662037035916001E-2</c:v>
                </c:pt>
                <c:pt idx="5847">
                  <c:v>6.7673611105419695E-2</c:v>
                </c:pt>
                <c:pt idx="5848">
                  <c:v>6.7685185182199348E-2</c:v>
                </c:pt>
                <c:pt idx="5849">
                  <c:v>6.7696759258979E-2</c:v>
                </c:pt>
                <c:pt idx="5850">
                  <c:v>6.7708333328482695E-2</c:v>
                </c:pt>
                <c:pt idx="5851">
                  <c:v>6.7719907405262347E-2</c:v>
                </c:pt>
                <c:pt idx="5852">
                  <c:v>6.7731481482042E-2</c:v>
                </c:pt>
                <c:pt idx="5853">
                  <c:v>6.7743055551545694E-2</c:v>
                </c:pt>
                <c:pt idx="5854">
                  <c:v>6.7754629628325347E-2</c:v>
                </c:pt>
                <c:pt idx="5855">
                  <c:v>6.7766203697829042E-2</c:v>
                </c:pt>
                <c:pt idx="5856">
                  <c:v>6.7777777774608694E-2</c:v>
                </c:pt>
                <c:pt idx="5857">
                  <c:v>6.7789351851388346E-2</c:v>
                </c:pt>
                <c:pt idx="5858">
                  <c:v>6.7800925920892041E-2</c:v>
                </c:pt>
                <c:pt idx="5859">
                  <c:v>6.7812499997671694E-2</c:v>
                </c:pt>
                <c:pt idx="5860">
                  <c:v>6.7824074074451346E-2</c:v>
                </c:pt>
                <c:pt idx="5861">
                  <c:v>6.7835648143955041E-2</c:v>
                </c:pt>
                <c:pt idx="5862">
                  <c:v>6.7847222220734693E-2</c:v>
                </c:pt>
                <c:pt idx="5863">
                  <c:v>6.7858796297514345E-2</c:v>
                </c:pt>
                <c:pt idx="5864">
                  <c:v>6.787037036701804E-2</c:v>
                </c:pt>
                <c:pt idx="5865">
                  <c:v>6.7881944443797693E-2</c:v>
                </c:pt>
                <c:pt idx="5866">
                  <c:v>6.7893518513301387E-2</c:v>
                </c:pt>
                <c:pt idx="5867">
                  <c:v>6.790509259008104E-2</c:v>
                </c:pt>
                <c:pt idx="5868">
                  <c:v>6.7916666666860692E-2</c:v>
                </c:pt>
                <c:pt idx="5869">
                  <c:v>6.7928240736364387E-2</c:v>
                </c:pt>
                <c:pt idx="5870">
                  <c:v>6.7939814813144039E-2</c:v>
                </c:pt>
                <c:pt idx="5871">
                  <c:v>6.7951388889923692E-2</c:v>
                </c:pt>
                <c:pt idx="5872">
                  <c:v>6.7962962959427387E-2</c:v>
                </c:pt>
                <c:pt idx="5873">
                  <c:v>6.7974537036207039E-2</c:v>
                </c:pt>
                <c:pt idx="5874">
                  <c:v>6.7986111105710734E-2</c:v>
                </c:pt>
                <c:pt idx="5875">
                  <c:v>6.7997685182490386E-2</c:v>
                </c:pt>
                <c:pt idx="5876">
                  <c:v>6.8009259259270038E-2</c:v>
                </c:pt>
                <c:pt idx="5877">
                  <c:v>6.8020833328773733E-2</c:v>
                </c:pt>
                <c:pt idx="5878">
                  <c:v>6.8032407405553386E-2</c:v>
                </c:pt>
                <c:pt idx="5879">
                  <c:v>6.8043981482333038E-2</c:v>
                </c:pt>
                <c:pt idx="5880">
                  <c:v>6.8055555551836733E-2</c:v>
                </c:pt>
                <c:pt idx="5881">
                  <c:v>6.8067129628616385E-2</c:v>
                </c:pt>
                <c:pt idx="5882">
                  <c:v>6.807870369812008E-2</c:v>
                </c:pt>
                <c:pt idx="5883">
                  <c:v>6.8090277774899732E-2</c:v>
                </c:pt>
                <c:pt idx="5884">
                  <c:v>6.8101851851679385E-2</c:v>
                </c:pt>
                <c:pt idx="5885">
                  <c:v>6.8113425921183079E-2</c:v>
                </c:pt>
                <c:pt idx="5886">
                  <c:v>6.8124999997962732E-2</c:v>
                </c:pt>
                <c:pt idx="5887">
                  <c:v>6.8136574074742384E-2</c:v>
                </c:pt>
                <c:pt idx="5888">
                  <c:v>6.8148148144246079E-2</c:v>
                </c:pt>
                <c:pt idx="5889">
                  <c:v>6.8159722221025731E-2</c:v>
                </c:pt>
                <c:pt idx="5890">
                  <c:v>6.8171296290529426E-2</c:v>
                </c:pt>
                <c:pt idx="5891">
                  <c:v>6.8182870367309079E-2</c:v>
                </c:pt>
                <c:pt idx="5892">
                  <c:v>6.8194444444088731E-2</c:v>
                </c:pt>
                <c:pt idx="5893">
                  <c:v>6.8206018513592426E-2</c:v>
                </c:pt>
                <c:pt idx="5894">
                  <c:v>6.8217592590372078E-2</c:v>
                </c:pt>
                <c:pt idx="5895">
                  <c:v>6.8229166667151731E-2</c:v>
                </c:pt>
                <c:pt idx="5896">
                  <c:v>6.8240740736655425E-2</c:v>
                </c:pt>
                <c:pt idx="5897">
                  <c:v>6.8252314813435078E-2</c:v>
                </c:pt>
                <c:pt idx="5898">
                  <c:v>6.826388889021473E-2</c:v>
                </c:pt>
                <c:pt idx="5899">
                  <c:v>6.8275462959718425E-2</c:v>
                </c:pt>
                <c:pt idx="5900">
                  <c:v>6.8287037036498077E-2</c:v>
                </c:pt>
                <c:pt idx="5901">
                  <c:v>6.8298611106001772E-2</c:v>
                </c:pt>
                <c:pt idx="5902">
                  <c:v>6.8310185182781424E-2</c:v>
                </c:pt>
                <c:pt idx="5903">
                  <c:v>6.8321759259561077E-2</c:v>
                </c:pt>
                <c:pt idx="5904">
                  <c:v>6.8333333329064772E-2</c:v>
                </c:pt>
                <c:pt idx="5905">
                  <c:v>6.8344907405844424E-2</c:v>
                </c:pt>
                <c:pt idx="5906">
                  <c:v>6.8356481482624076E-2</c:v>
                </c:pt>
                <c:pt idx="5907">
                  <c:v>6.8368055552127771E-2</c:v>
                </c:pt>
                <c:pt idx="5908">
                  <c:v>6.8379629628907423E-2</c:v>
                </c:pt>
                <c:pt idx="5909">
                  <c:v>6.8391203698411118E-2</c:v>
                </c:pt>
                <c:pt idx="5910">
                  <c:v>6.8402777775190771E-2</c:v>
                </c:pt>
                <c:pt idx="5911">
                  <c:v>6.8414351851970423E-2</c:v>
                </c:pt>
                <c:pt idx="5912">
                  <c:v>6.8425925921474118E-2</c:v>
                </c:pt>
                <c:pt idx="5913">
                  <c:v>6.843749999825377E-2</c:v>
                </c:pt>
                <c:pt idx="5914">
                  <c:v>6.8449074075033423E-2</c:v>
                </c:pt>
                <c:pt idx="5915">
                  <c:v>6.8460648144537117E-2</c:v>
                </c:pt>
                <c:pt idx="5916">
                  <c:v>6.847222222131677E-2</c:v>
                </c:pt>
                <c:pt idx="5917">
                  <c:v>6.8483796290820464E-2</c:v>
                </c:pt>
                <c:pt idx="5918">
                  <c:v>6.8495370367600117E-2</c:v>
                </c:pt>
                <c:pt idx="5919">
                  <c:v>6.8506944444379769E-2</c:v>
                </c:pt>
                <c:pt idx="5920">
                  <c:v>6.8518518513883464E-2</c:v>
                </c:pt>
                <c:pt idx="5921">
                  <c:v>6.8530092590663116E-2</c:v>
                </c:pt>
                <c:pt idx="5922">
                  <c:v>6.8541666667442769E-2</c:v>
                </c:pt>
                <c:pt idx="5923">
                  <c:v>6.8553240736946464E-2</c:v>
                </c:pt>
                <c:pt idx="5924">
                  <c:v>6.8564814813726116E-2</c:v>
                </c:pt>
                <c:pt idx="5925">
                  <c:v>6.8576388883229811E-2</c:v>
                </c:pt>
                <c:pt idx="5926">
                  <c:v>6.8587962960009463E-2</c:v>
                </c:pt>
                <c:pt idx="5927">
                  <c:v>6.8599537036789116E-2</c:v>
                </c:pt>
                <c:pt idx="5928">
                  <c:v>6.861111110629281E-2</c:v>
                </c:pt>
                <c:pt idx="5929">
                  <c:v>6.8622685183072463E-2</c:v>
                </c:pt>
                <c:pt idx="5930">
                  <c:v>6.8634259259852115E-2</c:v>
                </c:pt>
                <c:pt idx="5931">
                  <c:v>6.864583332935581E-2</c:v>
                </c:pt>
                <c:pt idx="5932">
                  <c:v>6.8657407406135462E-2</c:v>
                </c:pt>
                <c:pt idx="5933">
                  <c:v>6.8668981475639157E-2</c:v>
                </c:pt>
                <c:pt idx="5934">
                  <c:v>6.8680555552418809E-2</c:v>
                </c:pt>
                <c:pt idx="5935">
                  <c:v>6.8692129629198462E-2</c:v>
                </c:pt>
                <c:pt idx="5936">
                  <c:v>6.8703703698702157E-2</c:v>
                </c:pt>
                <c:pt idx="5937">
                  <c:v>6.8715277775481809E-2</c:v>
                </c:pt>
                <c:pt idx="5938">
                  <c:v>6.8726851852261461E-2</c:v>
                </c:pt>
                <c:pt idx="5939">
                  <c:v>6.8738425921765156E-2</c:v>
                </c:pt>
                <c:pt idx="5940">
                  <c:v>6.8749999998544808E-2</c:v>
                </c:pt>
                <c:pt idx="5941">
                  <c:v>6.8761574075324461E-2</c:v>
                </c:pt>
                <c:pt idx="5942">
                  <c:v>6.8773148144828156E-2</c:v>
                </c:pt>
                <c:pt idx="5943">
                  <c:v>6.8784722221607808E-2</c:v>
                </c:pt>
                <c:pt idx="5944">
                  <c:v>6.8796296291111503E-2</c:v>
                </c:pt>
                <c:pt idx="5945">
                  <c:v>6.8807870367891155E-2</c:v>
                </c:pt>
                <c:pt idx="5946">
                  <c:v>6.8819444444670808E-2</c:v>
                </c:pt>
                <c:pt idx="5947">
                  <c:v>6.8831018514174502E-2</c:v>
                </c:pt>
                <c:pt idx="5948">
                  <c:v>6.8842592590954155E-2</c:v>
                </c:pt>
                <c:pt idx="5949">
                  <c:v>6.8854166667733807E-2</c:v>
                </c:pt>
                <c:pt idx="5950">
                  <c:v>6.8865740737237502E-2</c:v>
                </c:pt>
                <c:pt idx="5951">
                  <c:v>6.8877314814017154E-2</c:v>
                </c:pt>
                <c:pt idx="5952">
                  <c:v>6.8888888883520849E-2</c:v>
                </c:pt>
                <c:pt idx="5953">
                  <c:v>6.8900462960300501E-2</c:v>
                </c:pt>
                <c:pt idx="5954">
                  <c:v>6.8912037037080154E-2</c:v>
                </c:pt>
                <c:pt idx="5955">
                  <c:v>6.8923611106583849E-2</c:v>
                </c:pt>
                <c:pt idx="5956">
                  <c:v>6.8935185183363501E-2</c:v>
                </c:pt>
                <c:pt idx="5957">
                  <c:v>6.8946759260143153E-2</c:v>
                </c:pt>
                <c:pt idx="5958">
                  <c:v>6.8958333329646848E-2</c:v>
                </c:pt>
                <c:pt idx="5959">
                  <c:v>6.8969907406426501E-2</c:v>
                </c:pt>
                <c:pt idx="5960">
                  <c:v>6.8981481475930195E-2</c:v>
                </c:pt>
                <c:pt idx="5961">
                  <c:v>6.8993055552709848E-2</c:v>
                </c:pt>
                <c:pt idx="5962">
                  <c:v>6.90046296294895E-2</c:v>
                </c:pt>
                <c:pt idx="5963">
                  <c:v>6.9016203698993195E-2</c:v>
                </c:pt>
                <c:pt idx="5964">
                  <c:v>6.9027777775772847E-2</c:v>
                </c:pt>
                <c:pt idx="5965">
                  <c:v>6.90393518525525E-2</c:v>
                </c:pt>
                <c:pt idx="5966">
                  <c:v>6.9050925922056194E-2</c:v>
                </c:pt>
                <c:pt idx="5967">
                  <c:v>6.9062499998835847E-2</c:v>
                </c:pt>
                <c:pt idx="5968">
                  <c:v>6.9074074068339542E-2</c:v>
                </c:pt>
                <c:pt idx="5969">
                  <c:v>6.9085648145119194E-2</c:v>
                </c:pt>
                <c:pt idx="5970">
                  <c:v>6.9097222221898846E-2</c:v>
                </c:pt>
                <c:pt idx="5971">
                  <c:v>6.9108796291402541E-2</c:v>
                </c:pt>
                <c:pt idx="5972">
                  <c:v>6.9120370368182193E-2</c:v>
                </c:pt>
                <c:pt idx="5973">
                  <c:v>6.9131944444961846E-2</c:v>
                </c:pt>
                <c:pt idx="5974">
                  <c:v>6.9143518514465541E-2</c:v>
                </c:pt>
                <c:pt idx="5975">
                  <c:v>6.9155092591245193E-2</c:v>
                </c:pt>
                <c:pt idx="5976">
                  <c:v>6.9166666660748888E-2</c:v>
                </c:pt>
                <c:pt idx="5977">
                  <c:v>6.917824073752854E-2</c:v>
                </c:pt>
                <c:pt idx="5978">
                  <c:v>6.9189814814308193E-2</c:v>
                </c:pt>
                <c:pt idx="5979">
                  <c:v>6.9201388883811887E-2</c:v>
                </c:pt>
                <c:pt idx="5980">
                  <c:v>6.921296296059154E-2</c:v>
                </c:pt>
                <c:pt idx="5981">
                  <c:v>6.9224537037371192E-2</c:v>
                </c:pt>
                <c:pt idx="5982">
                  <c:v>6.9236111106874887E-2</c:v>
                </c:pt>
                <c:pt idx="5983">
                  <c:v>6.9247685183654539E-2</c:v>
                </c:pt>
                <c:pt idx="5984">
                  <c:v>6.9259259260434192E-2</c:v>
                </c:pt>
                <c:pt idx="5985">
                  <c:v>6.9270833329937886E-2</c:v>
                </c:pt>
                <c:pt idx="5986">
                  <c:v>6.9282407406717539E-2</c:v>
                </c:pt>
                <c:pt idx="5987">
                  <c:v>6.9293981476221234E-2</c:v>
                </c:pt>
                <c:pt idx="5988">
                  <c:v>6.9305555553000886E-2</c:v>
                </c:pt>
                <c:pt idx="5989">
                  <c:v>6.9317129629780538E-2</c:v>
                </c:pt>
                <c:pt idx="5990">
                  <c:v>6.9328703699284233E-2</c:v>
                </c:pt>
                <c:pt idx="5991">
                  <c:v>6.9340277776063886E-2</c:v>
                </c:pt>
                <c:pt idx="5992">
                  <c:v>6.9351851852843538E-2</c:v>
                </c:pt>
                <c:pt idx="5993">
                  <c:v>6.9363425922347233E-2</c:v>
                </c:pt>
                <c:pt idx="5994">
                  <c:v>6.9374999999126885E-2</c:v>
                </c:pt>
                <c:pt idx="5995">
                  <c:v>6.938657406863058E-2</c:v>
                </c:pt>
                <c:pt idx="5996">
                  <c:v>6.9398148145410232E-2</c:v>
                </c:pt>
                <c:pt idx="5997">
                  <c:v>6.9409722222189885E-2</c:v>
                </c:pt>
                <c:pt idx="5998">
                  <c:v>6.9421296291693579E-2</c:v>
                </c:pt>
                <c:pt idx="5999">
                  <c:v>6.9432870368473232E-2</c:v>
                </c:pt>
                <c:pt idx="6000">
                  <c:v>6.9444444445252884E-2</c:v>
                </c:pt>
                <c:pt idx="6001">
                  <c:v>6.9456018514756579E-2</c:v>
                </c:pt>
                <c:pt idx="6002">
                  <c:v>6.9467592591536231E-2</c:v>
                </c:pt>
                <c:pt idx="6003">
                  <c:v>6.9479166661039926E-2</c:v>
                </c:pt>
                <c:pt idx="6004">
                  <c:v>6.9490740737819578E-2</c:v>
                </c:pt>
                <c:pt idx="6005">
                  <c:v>6.9502314814599231E-2</c:v>
                </c:pt>
                <c:pt idx="6006">
                  <c:v>6.9513888884102926E-2</c:v>
                </c:pt>
                <c:pt idx="6007">
                  <c:v>6.9525462960882578E-2</c:v>
                </c:pt>
                <c:pt idx="6008">
                  <c:v>6.953703703766223E-2</c:v>
                </c:pt>
                <c:pt idx="6009">
                  <c:v>6.9548611107165925E-2</c:v>
                </c:pt>
                <c:pt idx="6010">
                  <c:v>6.9560185183945578E-2</c:v>
                </c:pt>
                <c:pt idx="6011">
                  <c:v>6.9571759253449272E-2</c:v>
                </c:pt>
                <c:pt idx="6012">
                  <c:v>6.9583333330228925E-2</c:v>
                </c:pt>
                <c:pt idx="6013">
                  <c:v>6.9594907407008577E-2</c:v>
                </c:pt>
                <c:pt idx="6014">
                  <c:v>6.9606481476512272E-2</c:v>
                </c:pt>
                <c:pt idx="6015">
                  <c:v>6.9618055553291924E-2</c:v>
                </c:pt>
                <c:pt idx="6016">
                  <c:v>6.9629629630071577E-2</c:v>
                </c:pt>
                <c:pt idx="6017">
                  <c:v>6.9641203699575271E-2</c:v>
                </c:pt>
                <c:pt idx="6018">
                  <c:v>6.9652777776354924E-2</c:v>
                </c:pt>
                <c:pt idx="6019">
                  <c:v>6.9664351853134576E-2</c:v>
                </c:pt>
                <c:pt idx="6020">
                  <c:v>6.9675925922638271E-2</c:v>
                </c:pt>
                <c:pt idx="6021">
                  <c:v>6.9687499999417923E-2</c:v>
                </c:pt>
                <c:pt idx="6022">
                  <c:v>6.9699074068921618E-2</c:v>
                </c:pt>
                <c:pt idx="6023">
                  <c:v>6.9710648145701271E-2</c:v>
                </c:pt>
                <c:pt idx="6024">
                  <c:v>6.9722222222480923E-2</c:v>
                </c:pt>
                <c:pt idx="6025">
                  <c:v>6.9733796291984618E-2</c:v>
                </c:pt>
                <c:pt idx="6026">
                  <c:v>6.974537036876427E-2</c:v>
                </c:pt>
                <c:pt idx="6027">
                  <c:v>6.9756944445543922E-2</c:v>
                </c:pt>
                <c:pt idx="6028">
                  <c:v>6.9768518515047617E-2</c:v>
                </c:pt>
                <c:pt idx="6029">
                  <c:v>6.978009259182727E-2</c:v>
                </c:pt>
                <c:pt idx="6030">
                  <c:v>6.9791666661330964E-2</c:v>
                </c:pt>
                <c:pt idx="6031">
                  <c:v>6.9803240738110617E-2</c:v>
                </c:pt>
                <c:pt idx="6032">
                  <c:v>6.9814814814890269E-2</c:v>
                </c:pt>
                <c:pt idx="6033">
                  <c:v>6.9826388884393964E-2</c:v>
                </c:pt>
                <c:pt idx="6034">
                  <c:v>6.9837962961173616E-2</c:v>
                </c:pt>
                <c:pt idx="6035">
                  <c:v>6.9849537037953269E-2</c:v>
                </c:pt>
                <c:pt idx="6036">
                  <c:v>6.9861111107456964E-2</c:v>
                </c:pt>
                <c:pt idx="6037">
                  <c:v>6.9872685184236616E-2</c:v>
                </c:pt>
                <c:pt idx="6038">
                  <c:v>6.9884259253740311E-2</c:v>
                </c:pt>
                <c:pt idx="6039">
                  <c:v>6.9895833330519963E-2</c:v>
                </c:pt>
                <c:pt idx="6040">
                  <c:v>6.9907407407299615E-2</c:v>
                </c:pt>
                <c:pt idx="6041">
                  <c:v>6.991898147680331E-2</c:v>
                </c:pt>
                <c:pt idx="6042">
                  <c:v>6.9930555553582963E-2</c:v>
                </c:pt>
                <c:pt idx="6043">
                  <c:v>6.9942129630362615E-2</c:v>
                </c:pt>
                <c:pt idx="6044">
                  <c:v>6.995370369986631E-2</c:v>
                </c:pt>
                <c:pt idx="6045">
                  <c:v>6.9965277776645962E-2</c:v>
                </c:pt>
                <c:pt idx="6046">
                  <c:v>6.9976851846149657E-2</c:v>
                </c:pt>
                <c:pt idx="6047">
                  <c:v>6.9988425922929309E-2</c:v>
                </c:pt>
                <c:pt idx="6048">
                  <c:v>6.9999999999708962E-2</c:v>
                </c:pt>
                <c:pt idx="6049">
                  <c:v>7.0011574069212656E-2</c:v>
                </c:pt>
                <c:pt idx="6050">
                  <c:v>7.0023148145992309E-2</c:v>
                </c:pt>
                <c:pt idx="6051">
                  <c:v>7.0034722222771961E-2</c:v>
                </c:pt>
                <c:pt idx="6052">
                  <c:v>7.0046296292275656E-2</c:v>
                </c:pt>
                <c:pt idx="6053">
                  <c:v>7.0057870369055308E-2</c:v>
                </c:pt>
                <c:pt idx="6054">
                  <c:v>7.0069444438559003E-2</c:v>
                </c:pt>
                <c:pt idx="6055">
                  <c:v>7.0081018515338656E-2</c:v>
                </c:pt>
                <c:pt idx="6056">
                  <c:v>7.0092592592118308E-2</c:v>
                </c:pt>
                <c:pt idx="6057">
                  <c:v>7.0104166661622003E-2</c:v>
                </c:pt>
                <c:pt idx="6058">
                  <c:v>7.0115740738401655E-2</c:v>
                </c:pt>
                <c:pt idx="6059">
                  <c:v>7.0127314815181307E-2</c:v>
                </c:pt>
                <c:pt idx="6060">
                  <c:v>7.0138888884685002E-2</c:v>
                </c:pt>
                <c:pt idx="6061">
                  <c:v>7.0150462961464655E-2</c:v>
                </c:pt>
                <c:pt idx="6062">
                  <c:v>7.0162037038244307E-2</c:v>
                </c:pt>
                <c:pt idx="6063">
                  <c:v>7.0173611107748002E-2</c:v>
                </c:pt>
                <c:pt idx="6064">
                  <c:v>7.0185185184527654E-2</c:v>
                </c:pt>
                <c:pt idx="6065">
                  <c:v>7.0196759254031349E-2</c:v>
                </c:pt>
                <c:pt idx="6066">
                  <c:v>7.0208333330811001E-2</c:v>
                </c:pt>
                <c:pt idx="6067">
                  <c:v>7.0219907407590654E-2</c:v>
                </c:pt>
                <c:pt idx="6068">
                  <c:v>7.0231481477094349E-2</c:v>
                </c:pt>
                <c:pt idx="6069">
                  <c:v>7.0243055553874001E-2</c:v>
                </c:pt>
                <c:pt idx="6070">
                  <c:v>7.0254629630653653E-2</c:v>
                </c:pt>
                <c:pt idx="6071">
                  <c:v>7.0266203700157348E-2</c:v>
                </c:pt>
                <c:pt idx="6072">
                  <c:v>7.0277777776937E-2</c:v>
                </c:pt>
                <c:pt idx="6073">
                  <c:v>7.0289351846440695E-2</c:v>
                </c:pt>
                <c:pt idx="6074">
                  <c:v>7.0300925923220348E-2</c:v>
                </c:pt>
                <c:pt idx="6075">
                  <c:v>7.03125E-2</c:v>
                </c:pt>
                <c:pt idx="6076">
                  <c:v>7.0324074069503695E-2</c:v>
                </c:pt>
                <c:pt idx="6077">
                  <c:v>7.0335648146283347E-2</c:v>
                </c:pt>
                <c:pt idx="6078">
                  <c:v>7.0347222223063E-2</c:v>
                </c:pt>
                <c:pt idx="6079">
                  <c:v>7.0358796292566694E-2</c:v>
                </c:pt>
                <c:pt idx="6080">
                  <c:v>7.0370370369346347E-2</c:v>
                </c:pt>
                <c:pt idx="6081">
                  <c:v>7.0381944438850041E-2</c:v>
                </c:pt>
                <c:pt idx="6082">
                  <c:v>7.0393518515629694E-2</c:v>
                </c:pt>
                <c:pt idx="6083">
                  <c:v>7.0405092592409346E-2</c:v>
                </c:pt>
                <c:pt idx="6084">
                  <c:v>7.0416666661913041E-2</c:v>
                </c:pt>
                <c:pt idx="6085">
                  <c:v>7.0428240738692693E-2</c:v>
                </c:pt>
                <c:pt idx="6086">
                  <c:v>7.0439814815472346E-2</c:v>
                </c:pt>
                <c:pt idx="6087">
                  <c:v>7.0451388884976041E-2</c:v>
                </c:pt>
                <c:pt idx="6088">
                  <c:v>7.0462962961755693E-2</c:v>
                </c:pt>
                <c:pt idx="6089">
                  <c:v>7.0474537031259388E-2</c:v>
                </c:pt>
                <c:pt idx="6090">
                  <c:v>7.048611110803904E-2</c:v>
                </c:pt>
                <c:pt idx="6091">
                  <c:v>7.0497685184818693E-2</c:v>
                </c:pt>
                <c:pt idx="6092">
                  <c:v>7.0509259254322387E-2</c:v>
                </c:pt>
                <c:pt idx="6093">
                  <c:v>7.052083333110204E-2</c:v>
                </c:pt>
                <c:pt idx="6094">
                  <c:v>7.0532407407881692E-2</c:v>
                </c:pt>
                <c:pt idx="6095">
                  <c:v>7.0543981477385387E-2</c:v>
                </c:pt>
                <c:pt idx="6096">
                  <c:v>7.0555555554165039E-2</c:v>
                </c:pt>
                <c:pt idx="6097">
                  <c:v>7.0567129630944692E-2</c:v>
                </c:pt>
                <c:pt idx="6098">
                  <c:v>7.0578703700448386E-2</c:v>
                </c:pt>
                <c:pt idx="6099">
                  <c:v>7.0590277777228039E-2</c:v>
                </c:pt>
                <c:pt idx="6100">
                  <c:v>7.0601851846731734E-2</c:v>
                </c:pt>
                <c:pt idx="6101">
                  <c:v>7.0613425923511386E-2</c:v>
                </c:pt>
                <c:pt idx="6102">
                  <c:v>7.0625000000291038E-2</c:v>
                </c:pt>
                <c:pt idx="6103">
                  <c:v>7.0636574069794733E-2</c:v>
                </c:pt>
                <c:pt idx="6104">
                  <c:v>7.0648148146574385E-2</c:v>
                </c:pt>
                <c:pt idx="6105">
                  <c:v>7.0659722223354038E-2</c:v>
                </c:pt>
                <c:pt idx="6106">
                  <c:v>7.0671296292857733E-2</c:v>
                </c:pt>
                <c:pt idx="6107">
                  <c:v>7.0682870369637385E-2</c:v>
                </c:pt>
                <c:pt idx="6108">
                  <c:v>7.069444443914108E-2</c:v>
                </c:pt>
                <c:pt idx="6109">
                  <c:v>7.0706018515920732E-2</c:v>
                </c:pt>
                <c:pt idx="6110">
                  <c:v>7.0717592592700385E-2</c:v>
                </c:pt>
                <c:pt idx="6111">
                  <c:v>7.0729166662204079E-2</c:v>
                </c:pt>
                <c:pt idx="6112">
                  <c:v>7.0740740738983732E-2</c:v>
                </c:pt>
                <c:pt idx="6113">
                  <c:v>7.0752314815763384E-2</c:v>
                </c:pt>
                <c:pt idx="6114">
                  <c:v>7.0763888885267079E-2</c:v>
                </c:pt>
                <c:pt idx="6115">
                  <c:v>7.0775462962046731E-2</c:v>
                </c:pt>
                <c:pt idx="6116">
                  <c:v>7.0787037031550426E-2</c:v>
                </c:pt>
                <c:pt idx="6117">
                  <c:v>7.0798611108330078E-2</c:v>
                </c:pt>
                <c:pt idx="6118">
                  <c:v>7.0810185185109731E-2</c:v>
                </c:pt>
                <c:pt idx="6119">
                  <c:v>7.0821759254613426E-2</c:v>
                </c:pt>
                <c:pt idx="6120">
                  <c:v>7.0833333331393078E-2</c:v>
                </c:pt>
                <c:pt idx="6121">
                  <c:v>7.084490740817273E-2</c:v>
                </c:pt>
                <c:pt idx="6122">
                  <c:v>7.0856481477676425E-2</c:v>
                </c:pt>
                <c:pt idx="6123">
                  <c:v>7.0868055554456078E-2</c:v>
                </c:pt>
                <c:pt idx="6124">
                  <c:v>7.0879629623959772E-2</c:v>
                </c:pt>
                <c:pt idx="6125">
                  <c:v>7.0891203700739425E-2</c:v>
                </c:pt>
                <c:pt idx="6126">
                  <c:v>7.0902777777519077E-2</c:v>
                </c:pt>
                <c:pt idx="6127">
                  <c:v>7.0914351847022772E-2</c:v>
                </c:pt>
                <c:pt idx="6128">
                  <c:v>7.0925925923802424E-2</c:v>
                </c:pt>
                <c:pt idx="6129">
                  <c:v>7.0937500000582077E-2</c:v>
                </c:pt>
                <c:pt idx="6130">
                  <c:v>7.0949074070085771E-2</c:v>
                </c:pt>
                <c:pt idx="6131">
                  <c:v>7.0960648146865424E-2</c:v>
                </c:pt>
                <c:pt idx="6132">
                  <c:v>7.0972222216369119E-2</c:v>
                </c:pt>
                <c:pt idx="6133">
                  <c:v>7.0983796293148771E-2</c:v>
                </c:pt>
                <c:pt idx="6134">
                  <c:v>7.0995370369928423E-2</c:v>
                </c:pt>
                <c:pt idx="6135">
                  <c:v>7.1006944439432118E-2</c:v>
                </c:pt>
                <c:pt idx="6136">
                  <c:v>7.101851851621177E-2</c:v>
                </c:pt>
                <c:pt idx="6137">
                  <c:v>7.1030092592991423E-2</c:v>
                </c:pt>
                <c:pt idx="6138">
                  <c:v>7.1041666662495118E-2</c:v>
                </c:pt>
                <c:pt idx="6139">
                  <c:v>7.105324073927477E-2</c:v>
                </c:pt>
                <c:pt idx="6140">
                  <c:v>7.1064814816054422E-2</c:v>
                </c:pt>
                <c:pt idx="6141">
                  <c:v>7.1076388885558117E-2</c:v>
                </c:pt>
                <c:pt idx="6142">
                  <c:v>7.108796296233777E-2</c:v>
                </c:pt>
                <c:pt idx="6143">
                  <c:v>7.1099537031841464E-2</c:v>
                </c:pt>
                <c:pt idx="6144">
                  <c:v>7.1111111108621117E-2</c:v>
                </c:pt>
                <c:pt idx="6145">
                  <c:v>7.1122685185400769E-2</c:v>
                </c:pt>
                <c:pt idx="6146">
                  <c:v>7.1134259254904464E-2</c:v>
                </c:pt>
                <c:pt idx="6147">
                  <c:v>7.1145833331684116E-2</c:v>
                </c:pt>
                <c:pt idx="6148">
                  <c:v>7.1157407408463769E-2</c:v>
                </c:pt>
                <c:pt idx="6149">
                  <c:v>7.1168981477967463E-2</c:v>
                </c:pt>
                <c:pt idx="6150">
                  <c:v>7.1180555554747116E-2</c:v>
                </c:pt>
                <c:pt idx="6151">
                  <c:v>7.1192129624250811E-2</c:v>
                </c:pt>
                <c:pt idx="6152">
                  <c:v>7.1203703701030463E-2</c:v>
                </c:pt>
                <c:pt idx="6153">
                  <c:v>7.1215277777810115E-2</c:v>
                </c:pt>
                <c:pt idx="6154">
                  <c:v>7.122685184731381E-2</c:v>
                </c:pt>
                <c:pt idx="6155">
                  <c:v>7.1238425924093463E-2</c:v>
                </c:pt>
                <c:pt idx="6156">
                  <c:v>7.1250000000873115E-2</c:v>
                </c:pt>
                <c:pt idx="6157">
                  <c:v>7.126157407037681E-2</c:v>
                </c:pt>
                <c:pt idx="6158">
                  <c:v>7.1273148147156462E-2</c:v>
                </c:pt>
                <c:pt idx="6159">
                  <c:v>7.1284722216660157E-2</c:v>
                </c:pt>
                <c:pt idx="6160">
                  <c:v>7.1296296293439809E-2</c:v>
                </c:pt>
                <c:pt idx="6161">
                  <c:v>7.1307870370219462E-2</c:v>
                </c:pt>
                <c:pt idx="6162">
                  <c:v>7.1319444439723156E-2</c:v>
                </c:pt>
                <c:pt idx="6163">
                  <c:v>7.1331018516502809E-2</c:v>
                </c:pt>
                <c:pt idx="6164">
                  <c:v>7.1342592593282461E-2</c:v>
                </c:pt>
                <c:pt idx="6165">
                  <c:v>7.1354166662786156E-2</c:v>
                </c:pt>
                <c:pt idx="6166">
                  <c:v>7.1365740739565808E-2</c:v>
                </c:pt>
                <c:pt idx="6167">
                  <c:v>7.1377314809069503E-2</c:v>
                </c:pt>
                <c:pt idx="6168">
                  <c:v>7.1388888885849155E-2</c:v>
                </c:pt>
                <c:pt idx="6169">
                  <c:v>7.1400462962628808E-2</c:v>
                </c:pt>
                <c:pt idx="6170">
                  <c:v>7.1412037032132503E-2</c:v>
                </c:pt>
                <c:pt idx="6171">
                  <c:v>7.1423611108912155E-2</c:v>
                </c:pt>
                <c:pt idx="6172">
                  <c:v>7.1435185185691807E-2</c:v>
                </c:pt>
                <c:pt idx="6173">
                  <c:v>7.1446759255195502E-2</c:v>
                </c:pt>
                <c:pt idx="6174">
                  <c:v>7.1458333331975155E-2</c:v>
                </c:pt>
                <c:pt idx="6175">
                  <c:v>7.1469907401478849E-2</c:v>
                </c:pt>
                <c:pt idx="6176">
                  <c:v>7.1481481478258502E-2</c:v>
                </c:pt>
                <c:pt idx="6177">
                  <c:v>7.1493055555038154E-2</c:v>
                </c:pt>
                <c:pt idx="6178">
                  <c:v>7.1504629624541849E-2</c:v>
                </c:pt>
                <c:pt idx="6179">
                  <c:v>7.1516203701321501E-2</c:v>
                </c:pt>
                <c:pt idx="6180">
                  <c:v>7.1527777778101154E-2</c:v>
                </c:pt>
                <c:pt idx="6181">
                  <c:v>7.1539351847604848E-2</c:v>
                </c:pt>
                <c:pt idx="6182">
                  <c:v>7.1550925924384501E-2</c:v>
                </c:pt>
                <c:pt idx="6183">
                  <c:v>7.1562500001164153E-2</c:v>
                </c:pt>
                <c:pt idx="6184">
                  <c:v>7.1574074070667848E-2</c:v>
                </c:pt>
                <c:pt idx="6185">
                  <c:v>7.15856481474475E-2</c:v>
                </c:pt>
                <c:pt idx="6186">
                  <c:v>7.1597222216951195E-2</c:v>
                </c:pt>
                <c:pt idx="6187">
                  <c:v>7.1608796293730848E-2</c:v>
                </c:pt>
                <c:pt idx="6188">
                  <c:v>7.16203703705105E-2</c:v>
                </c:pt>
                <c:pt idx="6189">
                  <c:v>7.1631944440014195E-2</c:v>
                </c:pt>
                <c:pt idx="6190">
                  <c:v>7.1643518516793847E-2</c:v>
                </c:pt>
                <c:pt idx="6191">
                  <c:v>7.1655092593573499E-2</c:v>
                </c:pt>
                <c:pt idx="6192">
                  <c:v>7.1666666663077194E-2</c:v>
                </c:pt>
                <c:pt idx="6193">
                  <c:v>7.1678240739856847E-2</c:v>
                </c:pt>
                <c:pt idx="6194">
                  <c:v>7.1689814809360541E-2</c:v>
                </c:pt>
                <c:pt idx="6195">
                  <c:v>7.1701388886140194E-2</c:v>
                </c:pt>
                <c:pt idx="6196">
                  <c:v>7.1712962962919846E-2</c:v>
                </c:pt>
                <c:pt idx="6197">
                  <c:v>7.1724537032423541E-2</c:v>
                </c:pt>
                <c:pt idx="6198">
                  <c:v>7.1736111109203193E-2</c:v>
                </c:pt>
                <c:pt idx="6199">
                  <c:v>7.1747685185982846E-2</c:v>
                </c:pt>
                <c:pt idx="6200">
                  <c:v>7.175925925548654E-2</c:v>
                </c:pt>
                <c:pt idx="6201">
                  <c:v>7.1770833332266193E-2</c:v>
                </c:pt>
                <c:pt idx="6202">
                  <c:v>7.1782407401769888E-2</c:v>
                </c:pt>
                <c:pt idx="6203">
                  <c:v>7.179398147854954E-2</c:v>
                </c:pt>
                <c:pt idx="6204">
                  <c:v>7.1805555555329192E-2</c:v>
                </c:pt>
                <c:pt idx="6205">
                  <c:v>7.1817129624832887E-2</c:v>
                </c:pt>
                <c:pt idx="6206">
                  <c:v>7.182870370161254E-2</c:v>
                </c:pt>
                <c:pt idx="6207">
                  <c:v>7.1840277778392192E-2</c:v>
                </c:pt>
                <c:pt idx="6208">
                  <c:v>7.1851851847895887E-2</c:v>
                </c:pt>
                <c:pt idx="6209">
                  <c:v>7.1863425924675539E-2</c:v>
                </c:pt>
                <c:pt idx="6210">
                  <c:v>7.1874999994179234E-2</c:v>
                </c:pt>
                <c:pt idx="6211">
                  <c:v>7.1886574070958886E-2</c:v>
                </c:pt>
                <c:pt idx="6212">
                  <c:v>7.1898148147738539E-2</c:v>
                </c:pt>
                <c:pt idx="6213">
                  <c:v>7.1909722217242233E-2</c:v>
                </c:pt>
                <c:pt idx="6214">
                  <c:v>7.1921296294021886E-2</c:v>
                </c:pt>
                <c:pt idx="6215">
                  <c:v>7.1932870370801538E-2</c:v>
                </c:pt>
                <c:pt idx="6216">
                  <c:v>7.1944444440305233E-2</c:v>
                </c:pt>
                <c:pt idx="6217">
                  <c:v>7.1956018517084885E-2</c:v>
                </c:pt>
                <c:pt idx="6218">
                  <c:v>7.1967592593864538E-2</c:v>
                </c:pt>
                <c:pt idx="6219">
                  <c:v>7.1979166663368233E-2</c:v>
                </c:pt>
                <c:pt idx="6220">
                  <c:v>7.1990740740147885E-2</c:v>
                </c:pt>
                <c:pt idx="6221">
                  <c:v>7.200231480965158E-2</c:v>
                </c:pt>
                <c:pt idx="6222">
                  <c:v>7.2013888886431232E-2</c:v>
                </c:pt>
                <c:pt idx="6223">
                  <c:v>7.2025462963210884E-2</c:v>
                </c:pt>
                <c:pt idx="6224">
                  <c:v>7.2037037032714579E-2</c:v>
                </c:pt>
                <c:pt idx="6225">
                  <c:v>7.2048611109494232E-2</c:v>
                </c:pt>
                <c:pt idx="6226">
                  <c:v>7.2060185186273884E-2</c:v>
                </c:pt>
                <c:pt idx="6227">
                  <c:v>7.2071759255777579E-2</c:v>
                </c:pt>
                <c:pt idx="6228">
                  <c:v>7.2083333332557231E-2</c:v>
                </c:pt>
                <c:pt idx="6229">
                  <c:v>7.2094907402060926E-2</c:v>
                </c:pt>
                <c:pt idx="6230">
                  <c:v>7.2106481478840578E-2</c:v>
                </c:pt>
                <c:pt idx="6231">
                  <c:v>7.2118055555620231E-2</c:v>
                </c:pt>
                <c:pt idx="6232">
                  <c:v>7.2129629625123926E-2</c:v>
                </c:pt>
                <c:pt idx="6233">
                  <c:v>7.2141203701903578E-2</c:v>
                </c:pt>
                <c:pt idx="6234">
                  <c:v>7.215277777868323E-2</c:v>
                </c:pt>
                <c:pt idx="6235">
                  <c:v>7.2164351848186925E-2</c:v>
                </c:pt>
                <c:pt idx="6236">
                  <c:v>7.2175925924966577E-2</c:v>
                </c:pt>
                <c:pt idx="6237">
                  <c:v>7.2187499994470272E-2</c:v>
                </c:pt>
                <c:pt idx="6238">
                  <c:v>7.2199074071249925E-2</c:v>
                </c:pt>
                <c:pt idx="6239">
                  <c:v>7.2210648148029577E-2</c:v>
                </c:pt>
                <c:pt idx="6240">
                  <c:v>7.2222222217533272E-2</c:v>
                </c:pt>
                <c:pt idx="6241">
                  <c:v>7.2233796294312924E-2</c:v>
                </c:pt>
                <c:pt idx="6242">
                  <c:v>7.2245370371092577E-2</c:v>
                </c:pt>
                <c:pt idx="6243">
                  <c:v>7.2256944440596271E-2</c:v>
                </c:pt>
                <c:pt idx="6244">
                  <c:v>7.2268518517375924E-2</c:v>
                </c:pt>
                <c:pt idx="6245">
                  <c:v>7.2280092586879618E-2</c:v>
                </c:pt>
                <c:pt idx="6246">
                  <c:v>7.2291666663659271E-2</c:v>
                </c:pt>
                <c:pt idx="6247">
                  <c:v>7.2303240740438923E-2</c:v>
                </c:pt>
                <c:pt idx="6248">
                  <c:v>7.2314814809942618E-2</c:v>
                </c:pt>
                <c:pt idx="6249">
                  <c:v>7.232638888672227E-2</c:v>
                </c:pt>
                <c:pt idx="6250">
                  <c:v>7.2337962963501923E-2</c:v>
                </c:pt>
                <c:pt idx="6251">
                  <c:v>7.2349537033005618E-2</c:v>
                </c:pt>
                <c:pt idx="6252">
                  <c:v>7.236111110978527E-2</c:v>
                </c:pt>
                <c:pt idx="6253">
                  <c:v>7.2372685179288965E-2</c:v>
                </c:pt>
                <c:pt idx="6254">
                  <c:v>7.2384259256068617E-2</c:v>
                </c:pt>
                <c:pt idx="6255">
                  <c:v>7.2395833332848269E-2</c:v>
                </c:pt>
                <c:pt idx="6256">
                  <c:v>7.2407407402351964E-2</c:v>
                </c:pt>
                <c:pt idx="6257">
                  <c:v>7.2418981479131617E-2</c:v>
                </c:pt>
                <c:pt idx="6258">
                  <c:v>7.2430555555911269E-2</c:v>
                </c:pt>
                <c:pt idx="6259">
                  <c:v>7.2442129625414964E-2</c:v>
                </c:pt>
                <c:pt idx="6260">
                  <c:v>7.2453703702194616E-2</c:v>
                </c:pt>
                <c:pt idx="6261">
                  <c:v>7.2465277778974269E-2</c:v>
                </c:pt>
                <c:pt idx="6262">
                  <c:v>7.2476851848477963E-2</c:v>
                </c:pt>
                <c:pt idx="6263">
                  <c:v>7.2488425925257616E-2</c:v>
                </c:pt>
                <c:pt idx="6264">
                  <c:v>7.2499999994761311E-2</c:v>
                </c:pt>
                <c:pt idx="6265">
                  <c:v>7.2511574071540963E-2</c:v>
                </c:pt>
                <c:pt idx="6266">
                  <c:v>7.2523148148320615E-2</c:v>
                </c:pt>
                <c:pt idx="6267">
                  <c:v>7.253472221782431E-2</c:v>
                </c:pt>
                <c:pt idx="6268">
                  <c:v>7.2546296294603962E-2</c:v>
                </c:pt>
                <c:pt idx="6269">
                  <c:v>7.2557870371383615E-2</c:v>
                </c:pt>
                <c:pt idx="6270">
                  <c:v>7.256944444088731E-2</c:v>
                </c:pt>
                <c:pt idx="6271">
                  <c:v>7.2581018517666962E-2</c:v>
                </c:pt>
                <c:pt idx="6272">
                  <c:v>7.2592592587170657E-2</c:v>
                </c:pt>
                <c:pt idx="6273">
                  <c:v>7.2604166663950309E-2</c:v>
                </c:pt>
                <c:pt idx="6274">
                  <c:v>7.2615740740729962E-2</c:v>
                </c:pt>
                <c:pt idx="6275">
                  <c:v>7.2627314810233656E-2</c:v>
                </c:pt>
                <c:pt idx="6276">
                  <c:v>7.2638888887013309E-2</c:v>
                </c:pt>
                <c:pt idx="6277">
                  <c:v>7.2650462963792961E-2</c:v>
                </c:pt>
                <c:pt idx="6278">
                  <c:v>7.2662037033296656E-2</c:v>
                </c:pt>
                <c:pt idx="6279">
                  <c:v>7.2673611110076308E-2</c:v>
                </c:pt>
                <c:pt idx="6280">
                  <c:v>7.2685185179580003E-2</c:v>
                </c:pt>
                <c:pt idx="6281">
                  <c:v>7.2696759256359655E-2</c:v>
                </c:pt>
                <c:pt idx="6282">
                  <c:v>7.2708333333139308E-2</c:v>
                </c:pt>
                <c:pt idx="6283">
                  <c:v>7.2719907402643003E-2</c:v>
                </c:pt>
                <c:pt idx="6284">
                  <c:v>7.2731481479422655E-2</c:v>
                </c:pt>
                <c:pt idx="6285">
                  <c:v>7.2743055556202307E-2</c:v>
                </c:pt>
                <c:pt idx="6286">
                  <c:v>7.2754629625706002E-2</c:v>
                </c:pt>
                <c:pt idx="6287">
                  <c:v>7.2766203702485655E-2</c:v>
                </c:pt>
                <c:pt idx="6288">
                  <c:v>7.2777777771989349E-2</c:v>
                </c:pt>
                <c:pt idx="6289">
                  <c:v>7.2789351848769002E-2</c:v>
                </c:pt>
                <c:pt idx="6290">
                  <c:v>7.2800925925548654E-2</c:v>
                </c:pt>
                <c:pt idx="6291">
                  <c:v>7.2812499995052349E-2</c:v>
                </c:pt>
                <c:pt idx="6292">
                  <c:v>7.2824074071832001E-2</c:v>
                </c:pt>
                <c:pt idx="6293">
                  <c:v>7.2835648148611654E-2</c:v>
                </c:pt>
                <c:pt idx="6294">
                  <c:v>7.2847222218115348E-2</c:v>
                </c:pt>
                <c:pt idx="6295">
                  <c:v>7.2858796294895001E-2</c:v>
                </c:pt>
                <c:pt idx="6296">
                  <c:v>7.2870370371674653E-2</c:v>
                </c:pt>
                <c:pt idx="6297">
                  <c:v>7.2881944441178348E-2</c:v>
                </c:pt>
                <c:pt idx="6298">
                  <c:v>7.2893518517958E-2</c:v>
                </c:pt>
                <c:pt idx="6299">
                  <c:v>7.2905092587461695E-2</c:v>
                </c:pt>
                <c:pt idx="6300">
                  <c:v>7.2916666664241347E-2</c:v>
                </c:pt>
                <c:pt idx="6301">
                  <c:v>7.2928240741021E-2</c:v>
                </c:pt>
                <c:pt idx="6302">
                  <c:v>7.2939814810524695E-2</c:v>
                </c:pt>
                <c:pt idx="6303">
                  <c:v>7.2951388887304347E-2</c:v>
                </c:pt>
                <c:pt idx="6304">
                  <c:v>7.2962962964083999E-2</c:v>
                </c:pt>
                <c:pt idx="6305">
                  <c:v>7.2974537033587694E-2</c:v>
                </c:pt>
                <c:pt idx="6306">
                  <c:v>7.2986111110367347E-2</c:v>
                </c:pt>
                <c:pt idx="6307">
                  <c:v>7.2997685179871041E-2</c:v>
                </c:pt>
                <c:pt idx="6308">
                  <c:v>7.3009259256650694E-2</c:v>
                </c:pt>
                <c:pt idx="6309">
                  <c:v>7.3020833333430346E-2</c:v>
                </c:pt>
                <c:pt idx="6310">
                  <c:v>7.3032407402934041E-2</c:v>
                </c:pt>
                <c:pt idx="6311">
                  <c:v>7.3043981479713693E-2</c:v>
                </c:pt>
                <c:pt idx="6312">
                  <c:v>7.3055555556493346E-2</c:v>
                </c:pt>
                <c:pt idx="6313">
                  <c:v>7.306712962599704E-2</c:v>
                </c:pt>
                <c:pt idx="6314">
                  <c:v>7.3078703702776693E-2</c:v>
                </c:pt>
                <c:pt idx="6315">
                  <c:v>7.3090277772280388E-2</c:v>
                </c:pt>
                <c:pt idx="6316">
                  <c:v>7.310185184906004E-2</c:v>
                </c:pt>
                <c:pt idx="6317">
                  <c:v>7.3113425925839692E-2</c:v>
                </c:pt>
                <c:pt idx="6318">
                  <c:v>7.3124999995343387E-2</c:v>
                </c:pt>
                <c:pt idx="6319">
                  <c:v>7.313657407212304E-2</c:v>
                </c:pt>
                <c:pt idx="6320">
                  <c:v>7.3148148148902692E-2</c:v>
                </c:pt>
                <c:pt idx="6321">
                  <c:v>7.3159722218406387E-2</c:v>
                </c:pt>
                <c:pt idx="6322">
                  <c:v>7.3171296295186039E-2</c:v>
                </c:pt>
                <c:pt idx="6323">
                  <c:v>7.3182870364689734E-2</c:v>
                </c:pt>
                <c:pt idx="6324">
                  <c:v>7.3194444441469386E-2</c:v>
                </c:pt>
                <c:pt idx="6325">
                  <c:v>7.3206018518249039E-2</c:v>
                </c:pt>
                <c:pt idx="6326">
                  <c:v>7.3217592587752733E-2</c:v>
                </c:pt>
                <c:pt idx="6327">
                  <c:v>7.3229166664532386E-2</c:v>
                </c:pt>
                <c:pt idx="6328">
                  <c:v>7.3240740741312038E-2</c:v>
                </c:pt>
                <c:pt idx="6329">
                  <c:v>7.3252314810815733E-2</c:v>
                </c:pt>
                <c:pt idx="6330">
                  <c:v>7.3263888887595385E-2</c:v>
                </c:pt>
                <c:pt idx="6331">
                  <c:v>7.327546295709908E-2</c:v>
                </c:pt>
                <c:pt idx="6332">
                  <c:v>7.3287037033878732E-2</c:v>
                </c:pt>
                <c:pt idx="6333">
                  <c:v>7.3298611110658385E-2</c:v>
                </c:pt>
                <c:pt idx="6334">
                  <c:v>7.331018518016208E-2</c:v>
                </c:pt>
                <c:pt idx="6335">
                  <c:v>7.3321759256941732E-2</c:v>
                </c:pt>
                <c:pt idx="6336">
                  <c:v>7.3333333333721384E-2</c:v>
                </c:pt>
                <c:pt idx="6337">
                  <c:v>7.3344907403225079E-2</c:v>
                </c:pt>
                <c:pt idx="6338">
                  <c:v>7.3356481480004732E-2</c:v>
                </c:pt>
                <c:pt idx="6339">
                  <c:v>7.3368055556784384E-2</c:v>
                </c:pt>
                <c:pt idx="6340">
                  <c:v>7.3379629626288079E-2</c:v>
                </c:pt>
                <c:pt idx="6341">
                  <c:v>7.3391203703067731E-2</c:v>
                </c:pt>
                <c:pt idx="6342">
                  <c:v>7.3402777772571426E-2</c:v>
                </c:pt>
                <c:pt idx="6343">
                  <c:v>7.3414351849351078E-2</c:v>
                </c:pt>
                <c:pt idx="6344">
                  <c:v>7.3425925926130731E-2</c:v>
                </c:pt>
                <c:pt idx="6345">
                  <c:v>7.3437499995634425E-2</c:v>
                </c:pt>
                <c:pt idx="6346">
                  <c:v>7.3449074072414078E-2</c:v>
                </c:pt>
                <c:pt idx="6347">
                  <c:v>7.346064814919373E-2</c:v>
                </c:pt>
                <c:pt idx="6348">
                  <c:v>7.3472222218697425E-2</c:v>
                </c:pt>
                <c:pt idx="6349">
                  <c:v>7.3483796295477077E-2</c:v>
                </c:pt>
                <c:pt idx="6350">
                  <c:v>7.3495370364980772E-2</c:v>
                </c:pt>
                <c:pt idx="6351">
                  <c:v>7.3506944441760425E-2</c:v>
                </c:pt>
                <c:pt idx="6352">
                  <c:v>7.3518518518540077E-2</c:v>
                </c:pt>
                <c:pt idx="6353">
                  <c:v>7.3530092588043772E-2</c:v>
                </c:pt>
                <c:pt idx="6354">
                  <c:v>7.3541666664823424E-2</c:v>
                </c:pt>
                <c:pt idx="6355">
                  <c:v>7.3553240741603076E-2</c:v>
                </c:pt>
                <c:pt idx="6356">
                  <c:v>7.3564814811106771E-2</c:v>
                </c:pt>
                <c:pt idx="6357">
                  <c:v>7.3576388887886424E-2</c:v>
                </c:pt>
                <c:pt idx="6358">
                  <c:v>7.3587962957390118E-2</c:v>
                </c:pt>
                <c:pt idx="6359">
                  <c:v>7.3599537034169771E-2</c:v>
                </c:pt>
                <c:pt idx="6360">
                  <c:v>7.3611111110949423E-2</c:v>
                </c:pt>
                <c:pt idx="6361">
                  <c:v>7.3622685180453118E-2</c:v>
                </c:pt>
                <c:pt idx="6362">
                  <c:v>7.363425925723277E-2</c:v>
                </c:pt>
                <c:pt idx="6363">
                  <c:v>7.3645833334012423E-2</c:v>
                </c:pt>
                <c:pt idx="6364">
                  <c:v>7.3657407403516117E-2</c:v>
                </c:pt>
                <c:pt idx="6365">
                  <c:v>7.366898148029577E-2</c:v>
                </c:pt>
                <c:pt idx="6366">
                  <c:v>7.3680555549799465E-2</c:v>
                </c:pt>
                <c:pt idx="6367">
                  <c:v>7.3692129626579117E-2</c:v>
                </c:pt>
                <c:pt idx="6368">
                  <c:v>7.3703703703358769E-2</c:v>
                </c:pt>
                <c:pt idx="6369">
                  <c:v>7.3715277772862464E-2</c:v>
                </c:pt>
                <c:pt idx="6370">
                  <c:v>7.3726851849642117E-2</c:v>
                </c:pt>
                <c:pt idx="6371">
                  <c:v>7.3738425926421769E-2</c:v>
                </c:pt>
                <c:pt idx="6372">
                  <c:v>7.3749999995925464E-2</c:v>
                </c:pt>
                <c:pt idx="6373">
                  <c:v>7.3761574072705116E-2</c:v>
                </c:pt>
                <c:pt idx="6374">
                  <c:v>7.3773148149484769E-2</c:v>
                </c:pt>
                <c:pt idx="6375">
                  <c:v>7.3784722218988463E-2</c:v>
                </c:pt>
                <c:pt idx="6376">
                  <c:v>7.3796296295768116E-2</c:v>
                </c:pt>
                <c:pt idx="6377">
                  <c:v>7.380787036527181E-2</c:v>
                </c:pt>
                <c:pt idx="6378">
                  <c:v>7.3819444442051463E-2</c:v>
                </c:pt>
                <c:pt idx="6379">
                  <c:v>7.3831018518831115E-2</c:v>
                </c:pt>
                <c:pt idx="6380">
                  <c:v>7.384259258833481E-2</c:v>
                </c:pt>
                <c:pt idx="6381">
                  <c:v>7.3854166665114462E-2</c:v>
                </c:pt>
                <c:pt idx="6382">
                  <c:v>7.3865740741894115E-2</c:v>
                </c:pt>
                <c:pt idx="6383">
                  <c:v>7.387731481139781E-2</c:v>
                </c:pt>
                <c:pt idx="6384">
                  <c:v>7.3888888888177462E-2</c:v>
                </c:pt>
                <c:pt idx="6385">
                  <c:v>7.3900462957681157E-2</c:v>
                </c:pt>
                <c:pt idx="6386">
                  <c:v>7.3912037034460809E-2</c:v>
                </c:pt>
                <c:pt idx="6387">
                  <c:v>7.3923611111240461E-2</c:v>
                </c:pt>
                <c:pt idx="6388">
                  <c:v>7.3935185180744156E-2</c:v>
                </c:pt>
                <c:pt idx="6389">
                  <c:v>7.3946759257523809E-2</c:v>
                </c:pt>
                <c:pt idx="6390">
                  <c:v>7.3958333334303461E-2</c:v>
                </c:pt>
                <c:pt idx="6391">
                  <c:v>7.3969907403807156E-2</c:v>
                </c:pt>
                <c:pt idx="6392">
                  <c:v>7.3981481480586808E-2</c:v>
                </c:pt>
                <c:pt idx="6393">
                  <c:v>7.3993055550090503E-2</c:v>
                </c:pt>
                <c:pt idx="6394">
                  <c:v>7.4004629626870155E-2</c:v>
                </c:pt>
                <c:pt idx="6395">
                  <c:v>7.4016203703649808E-2</c:v>
                </c:pt>
                <c:pt idx="6396">
                  <c:v>7.4027777773153502E-2</c:v>
                </c:pt>
                <c:pt idx="6397">
                  <c:v>7.4039351849933155E-2</c:v>
                </c:pt>
                <c:pt idx="6398">
                  <c:v>7.4050925926712807E-2</c:v>
                </c:pt>
                <c:pt idx="6399">
                  <c:v>7.4062499996216502E-2</c:v>
                </c:pt>
                <c:pt idx="6400">
                  <c:v>7.4074074072996154E-2</c:v>
                </c:pt>
                <c:pt idx="6401">
                  <c:v>7.4085648142499849E-2</c:v>
                </c:pt>
                <c:pt idx="6402">
                  <c:v>7.4097222219279502E-2</c:v>
                </c:pt>
                <c:pt idx="6403">
                  <c:v>7.4108796296059154E-2</c:v>
                </c:pt>
                <c:pt idx="6404">
                  <c:v>7.4120370365562849E-2</c:v>
                </c:pt>
                <c:pt idx="6405">
                  <c:v>7.4131944442342501E-2</c:v>
                </c:pt>
                <c:pt idx="6406">
                  <c:v>7.4143518519122154E-2</c:v>
                </c:pt>
                <c:pt idx="6407">
                  <c:v>7.4155092588625848E-2</c:v>
                </c:pt>
                <c:pt idx="6408">
                  <c:v>7.4166666665405501E-2</c:v>
                </c:pt>
                <c:pt idx="6409">
                  <c:v>7.4178240734909195E-2</c:v>
                </c:pt>
                <c:pt idx="6410">
                  <c:v>7.4189814811688848E-2</c:v>
                </c:pt>
                <c:pt idx="6411">
                  <c:v>7.42013888884685E-2</c:v>
                </c:pt>
                <c:pt idx="6412">
                  <c:v>7.4212962957972195E-2</c:v>
                </c:pt>
                <c:pt idx="6413">
                  <c:v>7.4224537034751847E-2</c:v>
                </c:pt>
                <c:pt idx="6414">
                  <c:v>7.42361111115315E-2</c:v>
                </c:pt>
                <c:pt idx="6415">
                  <c:v>7.4247685181035195E-2</c:v>
                </c:pt>
                <c:pt idx="6416">
                  <c:v>7.4259259257814847E-2</c:v>
                </c:pt>
                <c:pt idx="6417">
                  <c:v>7.4270833334594499E-2</c:v>
                </c:pt>
                <c:pt idx="6418">
                  <c:v>7.4282407404098194E-2</c:v>
                </c:pt>
                <c:pt idx="6419">
                  <c:v>7.4293981480877846E-2</c:v>
                </c:pt>
                <c:pt idx="6420">
                  <c:v>7.4305555550381541E-2</c:v>
                </c:pt>
                <c:pt idx="6421">
                  <c:v>7.4317129627161194E-2</c:v>
                </c:pt>
                <c:pt idx="6422">
                  <c:v>7.4328703703940846E-2</c:v>
                </c:pt>
                <c:pt idx="6423">
                  <c:v>7.4340277773444541E-2</c:v>
                </c:pt>
                <c:pt idx="6424">
                  <c:v>7.4351851850224193E-2</c:v>
                </c:pt>
                <c:pt idx="6425">
                  <c:v>7.4363425927003846E-2</c:v>
                </c:pt>
                <c:pt idx="6426">
                  <c:v>7.437499999650754E-2</c:v>
                </c:pt>
                <c:pt idx="6427">
                  <c:v>7.4386574073287193E-2</c:v>
                </c:pt>
                <c:pt idx="6428">
                  <c:v>7.4398148142790888E-2</c:v>
                </c:pt>
                <c:pt idx="6429">
                  <c:v>7.440972221957054E-2</c:v>
                </c:pt>
                <c:pt idx="6430">
                  <c:v>7.4421296296350192E-2</c:v>
                </c:pt>
                <c:pt idx="6431">
                  <c:v>7.4432870365853887E-2</c:v>
                </c:pt>
                <c:pt idx="6432">
                  <c:v>7.4444444442633539E-2</c:v>
                </c:pt>
                <c:pt idx="6433">
                  <c:v>7.4456018519413192E-2</c:v>
                </c:pt>
                <c:pt idx="6434">
                  <c:v>7.4467592588916887E-2</c:v>
                </c:pt>
                <c:pt idx="6435">
                  <c:v>7.4479166665696539E-2</c:v>
                </c:pt>
                <c:pt idx="6436">
                  <c:v>7.4490740735200234E-2</c:v>
                </c:pt>
                <c:pt idx="6437">
                  <c:v>7.4502314811979886E-2</c:v>
                </c:pt>
                <c:pt idx="6438">
                  <c:v>7.4513888888759539E-2</c:v>
                </c:pt>
                <c:pt idx="6439">
                  <c:v>7.4525462958263233E-2</c:v>
                </c:pt>
                <c:pt idx="6440">
                  <c:v>7.4537037035042886E-2</c:v>
                </c:pt>
                <c:pt idx="6441">
                  <c:v>7.4548611111822538E-2</c:v>
                </c:pt>
                <c:pt idx="6442">
                  <c:v>7.4560185181326233E-2</c:v>
                </c:pt>
                <c:pt idx="6443">
                  <c:v>7.4571759258105885E-2</c:v>
                </c:pt>
                <c:pt idx="6444">
                  <c:v>7.458333332760958E-2</c:v>
                </c:pt>
                <c:pt idx="6445">
                  <c:v>7.4594907404389232E-2</c:v>
                </c:pt>
                <c:pt idx="6446">
                  <c:v>7.4606481481168885E-2</c:v>
                </c:pt>
                <c:pt idx="6447">
                  <c:v>7.461805555067258E-2</c:v>
                </c:pt>
                <c:pt idx="6448">
                  <c:v>7.4629629627452232E-2</c:v>
                </c:pt>
                <c:pt idx="6449">
                  <c:v>7.4641203704231884E-2</c:v>
                </c:pt>
                <c:pt idx="6450">
                  <c:v>7.4652777773735579E-2</c:v>
                </c:pt>
                <c:pt idx="6451">
                  <c:v>7.4664351850515231E-2</c:v>
                </c:pt>
                <c:pt idx="6452">
                  <c:v>7.4675925920018926E-2</c:v>
                </c:pt>
                <c:pt idx="6453">
                  <c:v>7.4687499996798579E-2</c:v>
                </c:pt>
                <c:pt idx="6454">
                  <c:v>7.4699074073578231E-2</c:v>
                </c:pt>
                <c:pt idx="6455">
                  <c:v>7.4710648143081926E-2</c:v>
                </c:pt>
                <c:pt idx="6456">
                  <c:v>7.4722222219861578E-2</c:v>
                </c:pt>
                <c:pt idx="6457">
                  <c:v>7.4733796296641231E-2</c:v>
                </c:pt>
                <c:pt idx="6458">
                  <c:v>7.4745370366144925E-2</c:v>
                </c:pt>
                <c:pt idx="6459">
                  <c:v>7.4756944442924578E-2</c:v>
                </c:pt>
                <c:pt idx="6460">
                  <c:v>7.476851851970423E-2</c:v>
                </c:pt>
                <c:pt idx="6461">
                  <c:v>7.4780092589207925E-2</c:v>
                </c:pt>
                <c:pt idx="6462">
                  <c:v>7.4791666665987577E-2</c:v>
                </c:pt>
                <c:pt idx="6463">
                  <c:v>7.4803240735491272E-2</c:v>
                </c:pt>
                <c:pt idx="6464">
                  <c:v>7.4814814812270924E-2</c:v>
                </c:pt>
                <c:pt idx="6465">
                  <c:v>7.4826388889050577E-2</c:v>
                </c:pt>
                <c:pt idx="6466">
                  <c:v>7.4837962958554272E-2</c:v>
                </c:pt>
                <c:pt idx="6467">
                  <c:v>7.4849537035333924E-2</c:v>
                </c:pt>
                <c:pt idx="6468">
                  <c:v>7.4861111112113576E-2</c:v>
                </c:pt>
                <c:pt idx="6469">
                  <c:v>7.4872685181617271E-2</c:v>
                </c:pt>
                <c:pt idx="6470">
                  <c:v>7.4884259258396924E-2</c:v>
                </c:pt>
                <c:pt idx="6471">
                  <c:v>7.4895833327900618E-2</c:v>
                </c:pt>
                <c:pt idx="6472">
                  <c:v>7.4907407404680271E-2</c:v>
                </c:pt>
                <c:pt idx="6473">
                  <c:v>7.4918981481459923E-2</c:v>
                </c:pt>
                <c:pt idx="6474">
                  <c:v>7.4930555550963618E-2</c:v>
                </c:pt>
                <c:pt idx="6475">
                  <c:v>7.494212962774327E-2</c:v>
                </c:pt>
                <c:pt idx="6476">
                  <c:v>7.4953703704522923E-2</c:v>
                </c:pt>
                <c:pt idx="6477">
                  <c:v>7.4965277774026617E-2</c:v>
                </c:pt>
                <c:pt idx="6478">
                  <c:v>7.497685185080627E-2</c:v>
                </c:pt>
                <c:pt idx="6479">
                  <c:v>7.4988425920309965E-2</c:v>
                </c:pt>
                <c:pt idx="6480">
                  <c:v>7.4999999997089617E-2</c:v>
                </c:pt>
                <c:pt idx="6481">
                  <c:v>7.5011574073869269E-2</c:v>
                </c:pt>
                <c:pt idx="6482">
                  <c:v>7.5023148143372964E-2</c:v>
                </c:pt>
                <c:pt idx="6483">
                  <c:v>7.5034722220152617E-2</c:v>
                </c:pt>
                <c:pt idx="6484">
                  <c:v>7.5046296296932269E-2</c:v>
                </c:pt>
                <c:pt idx="6485">
                  <c:v>7.5057870366435964E-2</c:v>
                </c:pt>
                <c:pt idx="6486">
                  <c:v>7.5069444443215616E-2</c:v>
                </c:pt>
                <c:pt idx="6487">
                  <c:v>7.5081018512719311E-2</c:v>
                </c:pt>
                <c:pt idx="6488">
                  <c:v>7.5092592589498963E-2</c:v>
                </c:pt>
                <c:pt idx="6489">
                  <c:v>7.5104166666278616E-2</c:v>
                </c:pt>
                <c:pt idx="6490">
                  <c:v>7.511574073578231E-2</c:v>
                </c:pt>
                <c:pt idx="6491">
                  <c:v>7.5127314812561963E-2</c:v>
                </c:pt>
                <c:pt idx="6492">
                  <c:v>7.5138888889341615E-2</c:v>
                </c:pt>
                <c:pt idx="6493">
                  <c:v>7.515046295884531E-2</c:v>
                </c:pt>
                <c:pt idx="6494">
                  <c:v>7.5162037035624962E-2</c:v>
                </c:pt>
                <c:pt idx="6495">
                  <c:v>7.5173611112404615E-2</c:v>
                </c:pt>
                <c:pt idx="6496">
                  <c:v>7.5185185181908309E-2</c:v>
                </c:pt>
                <c:pt idx="6497">
                  <c:v>7.5196759258687962E-2</c:v>
                </c:pt>
                <c:pt idx="6498">
                  <c:v>7.5208333328191657E-2</c:v>
                </c:pt>
                <c:pt idx="6499">
                  <c:v>7.5219907404971309E-2</c:v>
                </c:pt>
                <c:pt idx="6500">
                  <c:v>7.5231481481750961E-2</c:v>
                </c:pt>
                <c:pt idx="6501">
                  <c:v>7.5243055551254656E-2</c:v>
                </c:pt>
                <c:pt idx="6502">
                  <c:v>7.5254629628034309E-2</c:v>
                </c:pt>
                <c:pt idx="6503">
                  <c:v>7.5266203704813961E-2</c:v>
                </c:pt>
                <c:pt idx="6504">
                  <c:v>7.5277777774317656E-2</c:v>
                </c:pt>
                <c:pt idx="6505">
                  <c:v>7.5289351851097308E-2</c:v>
                </c:pt>
                <c:pt idx="6506">
                  <c:v>7.5300925920601003E-2</c:v>
                </c:pt>
                <c:pt idx="6507">
                  <c:v>7.5312499997380655E-2</c:v>
                </c:pt>
                <c:pt idx="6508">
                  <c:v>7.5324074074160308E-2</c:v>
                </c:pt>
                <c:pt idx="6509">
                  <c:v>7.5335648143664002E-2</c:v>
                </c:pt>
                <c:pt idx="6510">
                  <c:v>7.5347222220443655E-2</c:v>
                </c:pt>
                <c:pt idx="6511">
                  <c:v>7.5358796297223307E-2</c:v>
                </c:pt>
                <c:pt idx="6512">
                  <c:v>7.5370370366727002E-2</c:v>
                </c:pt>
                <c:pt idx="6513">
                  <c:v>7.5381944443506654E-2</c:v>
                </c:pt>
                <c:pt idx="6514">
                  <c:v>7.5393518513010349E-2</c:v>
                </c:pt>
                <c:pt idx="6515">
                  <c:v>7.5405092589790002E-2</c:v>
                </c:pt>
                <c:pt idx="6516">
                  <c:v>7.5416666666569654E-2</c:v>
                </c:pt>
                <c:pt idx="6517">
                  <c:v>7.5428240736073349E-2</c:v>
                </c:pt>
                <c:pt idx="6518">
                  <c:v>7.5439814812853001E-2</c:v>
                </c:pt>
                <c:pt idx="6519">
                  <c:v>7.5451388889632653E-2</c:v>
                </c:pt>
                <c:pt idx="6520">
                  <c:v>7.5462962959136348E-2</c:v>
                </c:pt>
                <c:pt idx="6521">
                  <c:v>7.5474537035916001E-2</c:v>
                </c:pt>
                <c:pt idx="6522">
                  <c:v>7.5486111105419695E-2</c:v>
                </c:pt>
                <c:pt idx="6523">
                  <c:v>7.5497685182199348E-2</c:v>
                </c:pt>
                <c:pt idx="6524">
                  <c:v>7.5509259258979E-2</c:v>
                </c:pt>
                <c:pt idx="6525">
                  <c:v>7.5520833328482695E-2</c:v>
                </c:pt>
                <c:pt idx="6526">
                  <c:v>7.5532407405262347E-2</c:v>
                </c:pt>
                <c:pt idx="6527">
                  <c:v>7.5543981482042E-2</c:v>
                </c:pt>
                <c:pt idx="6528">
                  <c:v>7.5555555551545694E-2</c:v>
                </c:pt>
                <c:pt idx="6529">
                  <c:v>7.5567129628325347E-2</c:v>
                </c:pt>
                <c:pt idx="6530">
                  <c:v>7.5578703697829042E-2</c:v>
                </c:pt>
                <c:pt idx="6531">
                  <c:v>7.5590277774608694E-2</c:v>
                </c:pt>
                <c:pt idx="6532">
                  <c:v>7.5601851851388346E-2</c:v>
                </c:pt>
                <c:pt idx="6533">
                  <c:v>7.5613425920892041E-2</c:v>
                </c:pt>
                <c:pt idx="6534">
                  <c:v>7.5624999997671694E-2</c:v>
                </c:pt>
                <c:pt idx="6535">
                  <c:v>7.5636574074451346E-2</c:v>
                </c:pt>
                <c:pt idx="6536">
                  <c:v>7.5648148143955041E-2</c:v>
                </c:pt>
                <c:pt idx="6537">
                  <c:v>7.5659722220734693E-2</c:v>
                </c:pt>
                <c:pt idx="6538">
                  <c:v>7.5671296297514345E-2</c:v>
                </c:pt>
                <c:pt idx="6539">
                  <c:v>7.568287036701804E-2</c:v>
                </c:pt>
                <c:pt idx="6540">
                  <c:v>7.5694444443797693E-2</c:v>
                </c:pt>
                <c:pt idx="6541">
                  <c:v>7.5706018513301387E-2</c:v>
                </c:pt>
                <c:pt idx="6542">
                  <c:v>7.571759259008104E-2</c:v>
                </c:pt>
                <c:pt idx="6543">
                  <c:v>7.5729166666860692E-2</c:v>
                </c:pt>
                <c:pt idx="6544">
                  <c:v>7.5740740736364387E-2</c:v>
                </c:pt>
                <c:pt idx="6545">
                  <c:v>7.5752314813144039E-2</c:v>
                </c:pt>
                <c:pt idx="6546">
                  <c:v>7.5763888889923692E-2</c:v>
                </c:pt>
                <c:pt idx="6547">
                  <c:v>7.5775462959427387E-2</c:v>
                </c:pt>
                <c:pt idx="6548">
                  <c:v>7.5787037036207039E-2</c:v>
                </c:pt>
                <c:pt idx="6549">
                  <c:v>7.5798611105710734E-2</c:v>
                </c:pt>
                <c:pt idx="6550">
                  <c:v>7.5810185182490386E-2</c:v>
                </c:pt>
                <c:pt idx="6551">
                  <c:v>7.5821759259270038E-2</c:v>
                </c:pt>
                <c:pt idx="6552">
                  <c:v>7.5833333328773733E-2</c:v>
                </c:pt>
                <c:pt idx="6553">
                  <c:v>7.5844907405553386E-2</c:v>
                </c:pt>
                <c:pt idx="6554">
                  <c:v>7.5856481482333038E-2</c:v>
                </c:pt>
                <c:pt idx="6555">
                  <c:v>7.5868055551836733E-2</c:v>
                </c:pt>
                <c:pt idx="6556">
                  <c:v>7.5879629628616385E-2</c:v>
                </c:pt>
                <c:pt idx="6557">
                  <c:v>7.589120369812008E-2</c:v>
                </c:pt>
                <c:pt idx="6558">
                  <c:v>7.5902777774899732E-2</c:v>
                </c:pt>
                <c:pt idx="6559">
                  <c:v>7.5914351851679385E-2</c:v>
                </c:pt>
                <c:pt idx="6560">
                  <c:v>7.5925925921183079E-2</c:v>
                </c:pt>
                <c:pt idx="6561">
                  <c:v>7.5937499997962732E-2</c:v>
                </c:pt>
                <c:pt idx="6562">
                  <c:v>7.5949074074742384E-2</c:v>
                </c:pt>
                <c:pt idx="6563">
                  <c:v>7.5960648144246079E-2</c:v>
                </c:pt>
                <c:pt idx="6564">
                  <c:v>7.5972222221025731E-2</c:v>
                </c:pt>
                <c:pt idx="6565">
                  <c:v>7.5983796290529426E-2</c:v>
                </c:pt>
                <c:pt idx="6566">
                  <c:v>7.5995370367309079E-2</c:v>
                </c:pt>
                <c:pt idx="6567">
                  <c:v>7.6006944444088731E-2</c:v>
                </c:pt>
                <c:pt idx="6568">
                  <c:v>7.6018518513592426E-2</c:v>
                </c:pt>
                <c:pt idx="6569">
                  <c:v>7.6030092590372078E-2</c:v>
                </c:pt>
                <c:pt idx="6570">
                  <c:v>7.6041666667151731E-2</c:v>
                </c:pt>
                <c:pt idx="6571">
                  <c:v>7.6053240736655425E-2</c:v>
                </c:pt>
                <c:pt idx="6572">
                  <c:v>7.6064814813435078E-2</c:v>
                </c:pt>
                <c:pt idx="6573">
                  <c:v>7.607638889021473E-2</c:v>
                </c:pt>
                <c:pt idx="6574">
                  <c:v>7.6087962959718425E-2</c:v>
                </c:pt>
                <c:pt idx="6575">
                  <c:v>7.6099537036498077E-2</c:v>
                </c:pt>
                <c:pt idx="6576">
                  <c:v>7.6111111106001772E-2</c:v>
                </c:pt>
                <c:pt idx="6577">
                  <c:v>7.6122685182781424E-2</c:v>
                </c:pt>
                <c:pt idx="6578">
                  <c:v>7.6134259259561077E-2</c:v>
                </c:pt>
                <c:pt idx="6579">
                  <c:v>7.6145833329064772E-2</c:v>
                </c:pt>
                <c:pt idx="6580">
                  <c:v>7.6157407405844424E-2</c:v>
                </c:pt>
                <c:pt idx="6581">
                  <c:v>7.6168981482624076E-2</c:v>
                </c:pt>
                <c:pt idx="6582">
                  <c:v>7.6180555552127771E-2</c:v>
                </c:pt>
                <c:pt idx="6583">
                  <c:v>7.6192129628907423E-2</c:v>
                </c:pt>
                <c:pt idx="6584">
                  <c:v>7.6203703698411118E-2</c:v>
                </c:pt>
                <c:pt idx="6585">
                  <c:v>7.6215277775190771E-2</c:v>
                </c:pt>
                <c:pt idx="6586">
                  <c:v>7.6226851851970423E-2</c:v>
                </c:pt>
                <c:pt idx="6587">
                  <c:v>7.6238425921474118E-2</c:v>
                </c:pt>
                <c:pt idx="6588">
                  <c:v>7.624999999825377E-2</c:v>
                </c:pt>
                <c:pt idx="6589">
                  <c:v>7.6261574075033423E-2</c:v>
                </c:pt>
                <c:pt idx="6590">
                  <c:v>7.6273148144537117E-2</c:v>
                </c:pt>
                <c:pt idx="6591">
                  <c:v>7.628472222131677E-2</c:v>
                </c:pt>
                <c:pt idx="6592">
                  <c:v>7.6296296290820464E-2</c:v>
                </c:pt>
                <c:pt idx="6593">
                  <c:v>7.6307870367600117E-2</c:v>
                </c:pt>
                <c:pt idx="6594">
                  <c:v>7.6319444444379769E-2</c:v>
                </c:pt>
                <c:pt idx="6595">
                  <c:v>7.6331018513883464E-2</c:v>
                </c:pt>
                <c:pt idx="6596">
                  <c:v>7.6342592590663116E-2</c:v>
                </c:pt>
                <c:pt idx="6597">
                  <c:v>7.6354166667442769E-2</c:v>
                </c:pt>
                <c:pt idx="6598">
                  <c:v>7.6365740736946464E-2</c:v>
                </c:pt>
                <c:pt idx="6599">
                  <c:v>7.6377314813726116E-2</c:v>
                </c:pt>
                <c:pt idx="6600">
                  <c:v>7.6388888883229811E-2</c:v>
                </c:pt>
                <c:pt idx="6601">
                  <c:v>7.6400462960009463E-2</c:v>
                </c:pt>
                <c:pt idx="6602">
                  <c:v>7.6412037036789116E-2</c:v>
                </c:pt>
                <c:pt idx="6603">
                  <c:v>7.642361110629281E-2</c:v>
                </c:pt>
                <c:pt idx="6604">
                  <c:v>7.6435185183072463E-2</c:v>
                </c:pt>
                <c:pt idx="6605">
                  <c:v>7.6446759259852115E-2</c:v>
                </c:pt>
                <c:pt idx="6606">
                  <c:v>7.645833332935581E-2</c:v>
                </c:pt>
                <c:pt idx="6607">
                  <c:v>7.6469907406135462E-2</c:v>
                </c:pt>
                <c:pt idx="6608">
                  <c:v>7.6481481475639157E-2</c:v>
                </c:pt>
                <c:pt idx="6609">
                  <c:v>7.6493055552418809E-2</c:v>
                </c:pt>
                <c:pt idx="6610">
                  <c:v>7.6504629629198462E-2</c:v>
                </c:pt>
                <c:pt idx="6611">
                  <c:v>7.6516203698702157E-2</c:v>
                </c:pt>
                <c:pt idx="6612">
                  <c:v>7.6527777775481809E-2</c:v>
                </c:pt>
                <c:pt idx="6613">
                  <c:v>7.6539351852261461E-2</c:v>
                </c:pt>
                <c:pt idx="6614">
                  <c:v>7.6550925921765156E-2</c:v>
                </c:pt>
                <c:pt idx="6615">
                  <c:v>7.6562499998544808E-2</c:v>
                </c:pt>
                <c:pt idx="6616">
                  <c:v>7.6574074075324461E-2</c:v>
                </c:pt>
                <c:pt idx="6617">
                  <c:v>7.6585648144828156E-2</c:v>
                </c:pt>
                <c:pt idx="6618">
                  <c:v>7.6597222221607808E-2</c:v>
                </c:pt>
                <c:pt idx="6619">
                  <c:v>7.6608796291111503E-2</c:v>
                </c:pt>
                <c:pt idx="6620">
                  <c:v>7.6620370367891155E-2</c:v>
                </c:pt>
                <c:pt idx="6621">
                  <c:v>7.6631944444670808E-2</c:v>
                </c:pt>
                <c:pt idx="6622">
                  <c:v>7.6643518514174502E-2</c:v>
                </c:pt>
                <c:pt idx="6623">
                  <c:v>7.6655092590954155E-2</c:v>
                </c:pt>
                <c:pt idx="6624">
                  <c:v>7.6666666667733807E-2</c:v>
                </c:pt>
                <c:pt idx="6625">
                  <c:v>7.6678240737237502E-2</c:v>
                </c:pt>
                <c:pt idx="6626">
                  <c:v>7.6689814814017154E-2</c:v>
                </c:pt>
                <c:pt idx="6627">
                  <c:v>7.6701388883520849E-2</c:v>
                </c:pt>
                <c:pt idx="6628">
                  <c:v>7.6712962960300501E-2</c:v>
                </c:pt>
                <c:pt idx="6629">
                  <c:v>7.6724537037080154E-2</c:v>
                </c:pt>
                <c:pt idx="6630">
                  <c:v>7.6736111106583849E-2</c:v>
                </c:pt>
                <c:pt idx="6631">
                  <c:v>7.6747685183363501E-2</c:v>
                </c:pt>
                <c:pt idx="6632">
                  <c:v>7.6759259260143153E-2</c:v>
                </c:pt>
                <c:pt idx="6633">
                  <c:v>7.6770833329646848E-2</c:v>
                </c:pt>
                <c:pt idx="6634">
                  <c:v>7.6782407406426501E-2</c:v>
                </c:pt>
                <c:pt idx="6635">
                  <c:v>7.6793981475930195E-2</c:v>
                </c:pt>
                <c:pt idx="6636">
                  <c:v>7.6805555552709848E-2</c:v>
                </c:pt>
                <c:pt idx="6637">
                  <c:v>7.68171296294895E-2</c:v>
                </c:pt>
                <c:pt idx="6638">
                  <c:v>7.6828703698993195E-2</c:v>
                </c:pt>
                <c:pt idx="6639">
                  <c:v>7.6840277775772847E-2</c:v>
                </c:pt>
                <c:pt idx="6640">
                  <c:v>7.68518518525525E-2</c:v>
                </c:pt>
                <c:pt idx="6641">
                  <c:v>7.6863425922056194E-2</c:v>
                </c:pt>
                <c:pt idx="6642">
                  <c:v>7.6874999998835847E-2</c:v>
                </c:pt>
                <c:pt idx="6643">
                  <c:v>7.6886574068339542E-2</c:v>
                </c:pt>
                <c:pt idx="6644">
                  <c:v>7.6898148145119194E-2</c:v>
                </c:pt>
                <c:pt idx="6645">
                  <c:v>7.6909722221898846E-2</c:v>
                </c:pt>
                <c:pt idx="6646">
                  <c:v>7.6921296291402541E-2</c:v>
                </c:pt>
                <c:pt idx="6647">
                  <c:v>7.6932870368182193E-2</c:v>
                </c:pt>
                <c:pt idx="6648">
                  <c:v>7.6944444444961846E-2</c:v>
                </c:pt>
                <c:pt idx="6649">
                  <c:v>7.6956018514465541E-2</c:v>
                </c:pt>
                <c:pt idx="6650">
                  <c:v>7.6967592591245193E-2</c:v>
                </c:pt>
                <c:pt idx="6651">
                  <c:v>7.6979166660748888E-2</c:v>
                </c:pt>
                <c:pt idx="6652">
                  <c:v>7.699074073752854E-2</c:v>
                </c:pt>
                <c:pt idx="6653">
                  <c:v>7.7002314814308193E-2</c:v>
                </c:pt>
                <c:pt idx="6654">
                  <c:v>7.7013888883811887E-2</c:v>
                </c:pt>
                <c:pt idx="6655">
                  <c:v>7.702546296059154E-2</c:v>
                </c:pt>
                <c:pt idx="6656">
                  <c:v>7.7037037037371192E-2</c:v>
                </c:pt>
                <c:pt idx="6657">
                  <c:v>7.7048611106874887E-2</c:v>
                </c:pt>
                <c:pt idx="6658">
                  <c:v>7.7060185183654539E-2</c:v>
                </c:pt>
                <c:pt idx="6659">
                  <c:v>7.7071759260434192E-2</c:v>
                </c:pt>
                <c:pt idx="6660">
                  <c:v>7.7083333329937886E-2</c:v>
                </c:pt>
                <c:pt idx="6661">
                  <c:v>7.7094907406717539E-2</c:v>
                </c:pt>
                <c:pt idx="6662">
                  <c:v>7.7106481476221234E-2</c:v>
                </c:pt>
                <c:pt idx="6663">
                  <c:v>7.7118055553000886E-2</c:v>
                </c:pt>
                <c:pt idx="6664">
                  <c:v>7.7129629629780538E-2</c:v>
                </c:pt>
                <c:pt idx="6665">
                  <c:v>7.7141203699284233E-2</c:v>
                </c:pt>
                <c:pt idx="6666">
                  <c:v>7.7152777776063886E-2</c:v>
                </c:pt>
                <c:pt idx="6667">
                  <c:v>7.7164351852843538E-2</c:v>
                </c:pt>
                <c:pt idx="6668">
                  <c:v>7.7175925922347233E-2</c:v>
                </c:pt>
                <c:pt idx="6669">
                  <c:v>7.7187499999126885E-2</c:v>
                </c:pt>
                <c:pt idx="6670">
                  <c:v>7.719907406863058E-2</c:v>
                </c:pt>
                <c:pt idx="6671">
                  <c:v>7.7210648145410232E-2</c:v>
                </c:pt>
                <c:pt idx="6672">
                  <c:v>7.7222222222189885E-2</c:v>
                </c:pt>
                <c:pt idx="6673">
                  <c:v>7.7233796291693579E-2</c:v>
                </c:pt>
                <c:pt idx="6674">
                  <c:v>7.7245370368473232E-2</c:v>
                </c:pt>
                <c:pt idx="6675">
                  <c:v>7.7256944445252884E-2</c:v>
                </c:pt>
                <c:pt idx="6676">
                  <c:v>7.7268518514756579E-2</c:v>
                </c:pt>
                <c:pt idx="6677">
                  <c:v>7.7280092591536231E-2</c:v>
                </c:pt>
                <c:pt idx="6678">
                  <c:v>7.7291666661039926E-2</c:v>
                </c:pt>
                <c:pt idx="6679">
                  <c:v>7.7303240737819578E-2</c:v>
                </c:pt>
                <c:pt idx="6680">
                  <c:v>7.7314814814599231E-2</c:v>
                </c:pt>
                <c:pt idx="6681">
                  <c:v>7.7326388884102926E-2</c:v>
                </c:pt>
                <c:pt idx="6682">
                  <c:v>7.7337962960882578E-2</c:v>
                </c:pt>
                <c:pt idx="6683">
                  <c:v>7.734953703766223E-2</c:v>
                </c:pt>
                <c:pt idx="6684">
                  <c:v>7.7361111107165925E-2</c:v>
                </c:pt>
                <c:pt idx="6685">
                  <c:v>7.7372685183945578E-2</c:v>
                </c:pt>
                <c:pt idx="6686">
                  <c:v>7.7384259253449272E-2</c:v>
                </c:pt>
                <c:pt idx="6687">
                  <c:v>7.7395833330228925E-2</c:v>
                </c:pt>
                <c:pt idx="6688">
                  <c:v>7.7407407407008577E-2</c:v>
                </c:pt>
                <c:pt idx="6689">
                  <c:v>7.7418981476512272E-2</c:v>
                </c:pt>
                <c:pt idx="6690">
                  <c:v>7.7430555553291924E-2</c:v>
                </c:pt>
                <c:pt idx="6691">
                  <c:v>7.7442129630071577E-2</c:v>
                </c:pt>
                <c:pt idx="6692">
                  <c:v>7.7453703699575271E-2</c:v>
                </c:pt>
                <c:pt idx="6693">
                  <c:v>7.7465277776354924E-2</c:v>
                </c:pt>
                <c:pt idx="6694">
                  <c:v>7.7476851853134576E-2</c:v>
                </c:pt>
                <c:pt idx="6695">
                  <c:v>7.7488425922638271E-2</c:v>
                </c:pt>
                <c:pt idx="6696">
                  <c:v>7.7499999999417923E-2</c:v>
                </c:pt>
                <c:pt idx="6697">
                  <c:v>7.7511574068921618E-2</c:v>
                </c:pt>
                <c:pt idx="6698">
                  <c:v>7.7523148145701271E-2</c:v>
                </c:pt>
                <c:pt idx="6699">
                  <c:v>7.7534722222480923E-2</c:v>
                </c:pt>
                <c:pt idx="6700">
                  <c:v>7.7546296291984618E-2</c:v>
                </c:pt>
                <c:pt idx="6701">
                  <c:v>7.755787036876427E-2</c:v>
                </c:pt>
                <c:pt idx="6702">
                  <c:v>7.7569444445543922E-2</c:v>
                </c:pt>
                <c:pt idx="6703">
                  <c:v>7.7581018515047617E-2</c:v>
                </c:pt>
                <c:pt idx="6704">
                  <c:v>7.759259259182727E-2</c:v>
                </c:pt>
                <c:pt idx="6705">
                  <c:v>7.7604166661330964E-2</c:v>
                </c:pt>
                <c:pt idx="6706">
                  <c:v>7.7615740738110617E-2</c:v>
                </c:pt>
                <c:pt idx="6707">
                  <c:v>7.7627314814890269E-2</c:v>
                </c:pt>
                <c:pt idx="6708">
                  <c:v>7.7638888884393964E-2</c:v>
                </c:pt>
                <c:pt idx="6709">
                  <c:v>7.7650462961173616E-2</c:v>
                </c:pt>
                <c:pt idx="6710">
                  <c:v>7.7662037037953269E-2</c:v>
                </c:pt>
                <c:pt idx="6711">
                  <c:v>7.7673611107456964E-2</c:v>
                </c:pt>
                <c:pt idx="6712">
                  <c:v>7.7685185184236616E-2</c:v>
                </c:pt>
                <c:pt idx="6713">
                  <c:v>7.7696759253740311E-2</c:v>
                </c:pt>
                <c:pt idx="6714">
                  <c:v>7.7708333330519963E-2</c:v>
                </c:pt>
                <c:pt idx="6715">
                  <c:v>7.7719907407299615E-2</c:v>
                </c:pt>
                <c:pt idx="6716">
                  <c:v>7.773148147680331E-2</c:v>
                </c:pt>
                <c:pt idx="6717">
                  <c:v>7.7743055553582963E-2</c:v>
                </c:pt>
                <c:pt idx="6718">
                  <c:v>7.7754629630362615E-2</c:v>
                </c:pt>
                <c:pt idx="6719">
                  <c:v>7.776620369986631E-2</c:v>
                </c:pt>
                <c:pt idx="6720">
                  <c:v>7.7777777776645962E-2</c:v>
                </c:pt>
                <c:pt idx="6721">
                  <c:v>7.7789351846149657E-2</c:v>
                </c:pt>
                <c:pt idx="6722">
                  <c:v>7.7800925922929309E-2</c:v>
                </c:pt>
                <c:pt idx="6723">
                  <c:v>7.7812499999708962E-2</c:v>
                </c:pt>
                <c:pt idx="6724">
                  <c:v>7.7824074069212656E-2</c:v>
                </c:pt>
                <c:pt idx="6725">
                  <c:v>7.7835648145992309E-2</c:v>
                </c:pt>
                <c:pt idx="6726">
                  <c:v>7.7847222222771961E-2</c:v>
                </c:pt>
                <c:pt idx="6727">
                  <c:v>7.7858796292275656E-2</c:v>
                </c:pt>
                <c:pt idx="6728">
                  <c:v>7.7870370369055308E-2</c:v>
                </c:pt>
                <c:pt idx="6729">
                  <c:v>7.7881944438559003E-2</c:v>
                </c:pt>
                <c:pt idx="6730">
                  <c:v>7.7893518515338656E-2</c:v>
                </c:pt>
                <c:pt idx="6731">
                  <c:v>7.7905092592118308E-2</c:v>
                </c:pt>
                <c:pt idx="6732">
                  <c:v>7.7916666661622003E-2</c:v>
                </c:pt>
                <c:pt idx="6733">
                  <c:v>7.7928240738401655E-2</c:v>
                </c:pt>
                <c:pt idx="6734">
                  <c:v>7.7939814815181307E-2</c:v>
                </c:pt>
                <c:pt idx="6735">
                  <c:v>7.7951388884685002E-2</c:v>
                </c:pt>
                <c:pt idx="6736">
                  <c:v>7.7962962961464655E-2</c:v>
                </c:pt>
                <c:pt idx="6737">
                  <c:v>7.7974537038244307E-2</c:v>
                </c:pt>
                <c:pt idx="6738">
                  <c:v>7.7986111107748002E-2</c:v>
                </c:pt>
                <c:pt idx="6739">
                  <c:v>7.7997685184527654E-2</c:v>
                </c:pt>
                <c:pt idx="6740">
                  <c:v>7.8009259254031349E-2</c:v>
                </c:pt>
                <c:pt idx="6741">
                  <c:v>7.8020833330811001E-2</c:v>
                </c:pt>
                <c:pt idx="6742">
                  <c:v>7.8032407407590654E-2</c:v>
                </c:pt>
                <c:pt idx="6743">
                  <c:v>7.8043981477094349E-2</c:v>
                </c:pt>
                <c:pt idx="6744">
                  <c:v>7.8055555553874001E-2</c:v>
                </c:pt>
                <c:pt idx="6745">
                  <c:v>7.8067129630653653E-2</c:v>
                </c:pt>
                <c:pt idx="6746">
                  <c:v>7.8078703700157348E-2</c:v>
                </c:pt>
                <c:pt idx="6747">
                  <c:v>7.8090277776937E-2</c:v>
                </c:pt>
                <c:pt idx="6748">
                  <c:v>7.8101851846440695E-2</c:v>
                </c:pt>
                <c:pt idx="6749">
                  <c:v>7.8113425923220348E-2</c:v>
                </c:pt>
                <c:pt idx="6750">
                  <c:v>7.8125E-2</c:v>
                </c:pt>
                <c:pt idx="6751">
                  <c:v>7.8136574069503695E-2</c:v>
                </c:pt>
                <c:pt idx="6752">
                  <c:v>7.8148148146283347E-2</c:v>
                </c:pt>
                <c:pt idx="6753">
                  <c:v>7.8159722223063E-2</c:v>
                </c:pt>
                <c:pt idx="6754">
                  <c:v>7.8171296292566694E-2</c:v>
                </c:pt>
                <c:pt idx="6755">
                  <c:v>7.8182870369346347E-2</c:v>
                </c:pt>
                <c:pt idx="6756">
                  <c:v>7.8194444438850041E-2</c:v>
                </c:pt>
                <c:pt idx="6757">
                  <c:v>7.8206018515629694E-2</c:v>
                </c:pt>
                <c:pt idx="6758">
                  <c:v>7.8217592592409346E-2</c:v>
                </c:pt>
                <c:pt idx="6759">
                  <c:v>7.8229166661913041E-2</c:v>
                </c:pt>
                <c:pt idx="6760">
                  <c:v>7.8240740738692693E-2</c:v>
                </c:pt>
                <c:pt idx="6761">
                  <c:v>7.8252314815472346E-2</c:v>
                </c:pt>
                <c:pt idx="6762">
                  <c:v>7.8263888884976041E-2</c:v>
                </c:pt>
                <c:pt idx="6763">
                  <c:v>7.8275462961755693E-2</c:v>
                </c:pt>
                <c:pt idx="6764">
                  <c:v>7.8287037031259388E-2</c:v>
                </c:pt>
                <c:pt idx="6765">
                  <c:v>7.829861110803904E-2</c:v>
                </c:pt>
                <c:pt idx="6766">
                  <c:v>7.8310185184818693E-2</c:v>
                </c:pt>
                <c:pt idx="6767">
                  <c:v>7.8321759254322387E-2</c:v>
                </c:pt>
                <c:pt idx="6768">
                  <c:v>7.833333333110204E-2</c:v>
                </c:pt>
                <c:pt idx="6769">
                  <c:v>7.8344907407881692E-2</c:v>
                </c:pt>
                <c:pt idx="6770">
                  <c:v>7.8356481477385387E-2</c:v>
                </c:pt>
                <c:pt idx="6771">
                  <c:v>7.8368055554165039E-2</c:v>
                </c:pt>
                <c:pt idx="6772">
                  <c:v>7.8379629630944692E-2</c:v>
                </c:pt>
                <c:pt idx="6773">
                  <c:v>7.8391203700448386E-2</c:v>
                </c:pt>
                <c:pt idx="6774">
                  <c:v>7.8402777777228039E-2</c:v>
                </c:pt>
                <c:pt idx="6775">
                  <c:v>7.8414351846731734E-2</c:v>
                </c:pt>
                <c:pt idx="6776">
                  <c:v>7.8425925923511386E-2</c:v>
                </c:pt>
                <c:pt idx="6777">
                  <c:v>7.8437500000291038E-2</c:v>
                </c:pt>
                <c:pt idx="6778">
                  <c:v>7.8449074069794733E-2</c:v>
                </c:pt>
                <c:pt idx="6779">
                  <c:v>7.8460648146574385E-2</c:v>
                </c:pt>
                <c:pt idx="6780">
                  <c:v>7.8472222223354038E-2</c:v>
                </c:pt>
                <c:pt idx="6781">
                  <c:v>7.8483796292857733E-2</c:v>
                </c:pt>
                <c:pt idx="6782">
                  <c:v>7.8495370369637385E-2</c:v>
                </c:pt>
                <c:pt idx="6783">
                  <c:v>7.850694443914108E-2</c:v>
                </c:pt>
                <c:pt idx="6784">
                  <c:v>7.8518518515920732E-2</c:v>
                </c:pt>
                <c:pt idx="6785">
                  <c:v>7.8530092592700385E-2</c:v>
                </c:pt>
                <c:pt idx="6786">
                  <c:v>7.8541666662204079E-2</c:v>
                </c:pt>
                <c:pt idx="6787">
                  <c:v>7.8553240738983732E-2</c:v>
                </c:pt>
                <c:pt idx="6788">
                  <c:v>7.8564814815763384E-2</c:v>
                </c:pt>
                <c:pt idx="6789">
                  <c:v>7.8576388885267079E-2</c:v>
                </c:pt>
                <c:pt idx="6790">
                  <c:v>7.8587962962046731E-2</c:v>
                </c:pt>
                <c:pt idx="6791">
                  <c:v>7.8599537031550426E-2</c:v>
                </c:pt>
                <c:pt idx="6792">
                  <c:v>7.8611111108330078E-2</c:v>
                </c:pt>
                <c:pt idx="6793">
                  <c:v>7.8622685185109731E-2</c:v>
                </c:pt>
                <c:pt idx="6794">
                  <c:v>7.8634259254613426E-2</c:v>
                </c:pt>
                <c:pt idx="6795">
                  <c:v>7.8645833331393078E-2</c:v>
                </c:pt>
                <c:pt idx="6796">
                  <c:v>7.865740740817273E-2</c:v>
                </c:pt>
                <c:pt idx="6797">
                  <c:v>7.8668981477676425E-2</c:v>
                </c:pt>
                <c:pt idx="6798">
                  <c:v>7.8680555554456078E-2</c:v>
                </c:pt>
                <c:pt idx="6799">
                  <c:v>7.8692129623959772E-2</c:v>
                </c:pt>
                <c:pt idx="6800">
                  <c:v>7.8703703700739425E-2</c:v>
                </c:pt>
                <c:pt idx="6801">
                  <c:v>7.8715277777519077E-2</c:v>
                </c:pt>
                <c:pt idx="6802">
                  <c:v>7.8726851847022772E-2</c:v>
                </c:pt>
                <c:pt idx="6803">
                  <c:v>7.8738425923802424E-2</c:v>
                </c:pt>
                <c:pt idx="6804">
                  <c:v>7.8750000000582077E-2</c:v>
                </c:pt>
                <c:pt idx="6805">
                  <c:v>7.8761574070085771E-2</c:v>
                </c:pt>
                <c:pt idx="6806">
                  <c:v>7.8773148146865424E-2</c:v>
                </c:pt>
                <c:pt idx="6807">
                  <c:v>7.8784722216369119E-2</c:v>
                </c:pt>
                <c:pt idx="6808">
                  <c:v>7.8796296293148771E-2</c:v>
                </c:pt>
                <c:pt idx="6809">
                  <c:v>7.8807870369928423E-2</c:v>
                </c:pt>
                <c:pt idx="6810">
                  <c:v>7.8819444439432118E-2</c:v>
                </c:pt>
                <c:pt idx="6811">
                  <c:v>7.883101851621177E-2</c:v>
                </c:pt>
                <c:pt idx="6812">
                  <c:v>7.8842592592991423E-2</c:v>
                </c:pt>
                <c:pt idx="6813">
                  <c:v>7.8854166662495118E-2</c:v>
                </c:pt>
                <c:pt idx="6814">
                  <c:v>7.886574073927477E-2</c:v>
                </c:pt>
                <c:pt idx="6815">
                  <c:v>7.8877314816054422E-2</c:v>
                </c:pt>
                <c:pt idx="6816">
                  <c:v>7.8888888885558117E-2</c:v>
                </c:pt>
                <c:pt idx="6817">
                  <c:v>7.890046296233777E-2</c:v>
                </c:pt>
                <c:pt idx="6818">
                  <c:v>7.8912037031841464E-2</c:v>
                </c:pt>
                <c:pt idx="6819">
                  <c:v>7.8923611108621117E-2</c:v>
                </c:pt>
                <c:pt idx="6820">
                  <c:v>7.8935185185400769E-2</c:v>
                </c:pt>
                <c:pt idx="6821">
                  <c:v>7.8946759254904464E-2</c:v>
                </c:pt>
                <c:pt idx="6822">
                  <c:v>7.8958333331684116E-2</c:v>
                </c:pt>
                <c:pt idx="6823">
                  <c:v>7.8969907408463769E-2</c:v>
                </c:pt>
                <c:pt idx="6824">
                  <c:v>7.8981481477967463E-2</c:v>
                </c:pt>
                <c:pt idx="6825">
                  <c:v>7.8993055554747116E-2</c:v>
                </c:pt>
                <c:pt idx="6826">
                  <c:v>7.9004629624250811E-2</c:v>
                </c:pt>
                <c:pt idx="6827">
                  <c:v>7.9016203701030463E-2</c:v>
                </c:pt>
                <c:pt idx="6828">
                  <c:v>7.9027777777810115E-2</c:v>
                </c:pt>
                <c:pt idx="6829">
                  <c:v>7.903935184731381E-2</c:v>
                </c:pt>
                <c:pt idx="6830">
                  <c:v>7.9050925924093463E-2</c:v>
                </c:pt>
                <c:pt idx="6831">
                  <c:v>7.9062500000873115E-2</c:v>
                </c:pt>
                <c:pt idx="6832">
                  <c:v>7.907407407037681E-2</c:v>
                </c:pt>
                <c:pt idx="6833">
                  <c:v>7.9085648147156462E-2</c:v>
                </c:pt>
                <c:pt idx="6834">
                  <c:v>7.9097222216660157E-2</c:v>
                </c:pt>
                <c:pt idx="6835">
                  <c:v>7.9108796293439809E-2</c:v>
                </c:pt>
                <c:pt idx="6836">
                  <c:v>7.9120370370219462E-2</c:v>
                </c:pt>
                <c:pt idx="6837">
                  <c:v>7.9131944439723156E-2</c:v>
                </c:pt>
                <c:pt idx="6838">
                  <c:v>7.9143518516502809E-2</c:v>
                </c:pt>
                <c:pt idx="6839">
                  <c:v>7.9155092593282461E-2</c:v>
                </c:pt>
                <c:pt idx="6840">
                  <c:v>7.9166666662786156E-2</c:v>
                </c:pt>
                <c:pt idx="6841">
                  <c:v>7.9178240739565808E-2</c:v>
                </c:pt>
                <c:pt idx="6842">
                  <c:v>7.9189814809069503E-2</c:v>
                </c:pt>
                <c:pt idx="6843">
                  <c:v>7.9201388885849155E-2</c:v>
                </c:pt>
                <c:pt idx="6844">
                  <c:v>7.9212962962628808E-2</c:v>
                </c:pt>
                <c:pt idx="6845">
                  <c:v>7.9224537032132503E-2</c:v>
                </c:pt>
                <c:pt idx="6846">
                  <c:v>7.9236111108912155E-2</c:v>
                </c:pt>
                <c:pt idx="6847">
                  <c:v>7.9247685185691807E-2</c:v>
                </c:pt>
                <c:pt idx="6848">
                  <c:v>7.9259259255195502E-2</c:v>
                </c:pt>
                <c:pt idx="6849">
                  <c:v>7.9270833331975155E-2</c:v>
                </c:pt>
                <c:pt idx="6850">
                  <c:v>7.9282407401478849E-2</c:v>
                </c:pt>
                <c:pt idx="6851">
                  <c:v>7.9293981478258502E-2</c:v>
                </c:pt>
                <c:pt idx="6852">
                  <c:v>7.9305555555038154E-2</c:v>
                </c:pt>
                <c:pt idx="6853">
                  <c:v>7.9317129624541849E-2</c:v>
                </c:pt>
                <c:pt idx="6854">
                  <c:v>7.9328703701321501E-2</c:v>
                </c:pt>
                <c:pt idx="6855">
                  <c:v>7.9340277778101154E-2</c:v>
                </c:pt>
                <c:pt idx="6856">
                  <c:v>7.9351851847604848E-2</c:v>
                </c:pt>
                <c:pt idx="6857">
                  <c:v>7.9363425924384501E-2</c:v>
                </c:pt>
                <c:pt idx="6858">
                  <c:v>7.9375000001164153E-2</c:v>
                </c:pt>
                <c:pt idx="6859">
                  <c:v>7.9386574070667848E-2</c:v>
                </c:pt>
                <c:pt idx="6860">
                  <c:v>7.93981481474475E-2</c:v>
                </c:pt>
                <c:pt idx="6861">
                  <c:v>7.9409722216951195E-2</c:v>
                </c:pt>
                <c:pt idx="6862">
                  <c:v>7.9421296293730848E-2</c:v>
                </c:pt>
                <c:pt idx="6863">
                  <c:v>7.94328703705105E-2</c:v>
                </c:pt>
                <c:pt idx="6864">
                  <c:v>7.9444444440014195E-2</c:v>
                </c:pt>
                <c:pt idx="6865">
                  <c:v>7.9456018516793847E-2</c:v>
                </c:pt>
                <c:pt idx="6866">
                  <c:v>7.9467592593573499E-2</c:v>
                </c:pt>
                <c:pt idx="6867">
                  <c:v>7.9479166663077194E-2</c:v>
                </c:pt>
                <c:pt idx="6868">
                  <c:v>7.9490740739856847E-2</c:v>
                </c:pt>
                <c:pt idx="6869">
                  <c:v>7.9502314809360541E-2</c:v>
                </c:pt>
                <c:pt idx="6870">
                  <c:v>7.9513888886140194E-2</c:v>
                </c:pt>
                <c:pt idx="6871">
                  <c:v>7.9525462962919846E-2</c:v>
                </c:pt>
                <c:pt idx="6872">
                  <c:v>7.9537037032423541E-2</c:v>
                </c:pt>
                <c:pt idx="6873">
                  <c:v>7.9548611109203193E-2</c:v>
                </c:pt>
                <c:pt idx="6874">
                  <c:v>7.9560185185982846E-2</c:v>
                </c:pt>
                <c:pt idx="6875">
                  <c:v>7.957175925548654E-2</c:v>
                </c:pt>
                <c:pt idx="6876">
                  <c:v>7.9583333332266193E-2</c:v>
                </c:pt>
                <c:pt idx="6877">
                  <c:v>7.9594907401769888E-2</c:v>
                </c:pt>
                <c:pt idx="6878">
                  <c:v>7.960648147854954E-2</c:v>
                </c:pt>
                <c:pt idx="6879">
                  <c:v>7.9618055555329192E-2</c:v>
                </c:pt>
                <c:pt idx="6880">
                  <c:v>7.9629629624832887E-2</c:v>
                </c:pt>
                <c:pt idx="6881">
                  <c:v>7.964120370161254E-2</c:v>
                </c:pt>
                <c:pt idx="6882">
                  <c:v>7.9652777778392192E-2</c:v>
                </c:pt>
                <c:pt idx="6883">
                  <c:v>7.9664351847895887E-2</c:v>
                </c:pt>
                <c:pt idx="6884">
                  <c:v>7.9675925924675539E-2</c:v>
                </c:pt>
                <c:pt idx="6885">
                  <c:v>7.9687499994179234E-2</c:v>
                </c:pt>
                <c:pt idx="6886">
                  <c:v>7.9699074070958886E-2</c:v>
                </c:pt>
                <c:pt idx="6887">
                  <c:v>7.9710648147738539E-2</c:v>
                </c:pt>
                <c:pt idx="6888">
                  <c:v>7.9722222217242233E-2</c:v>
                </c:pt>
                <c:pt idx="6889">
                  <c:v>7.9733796294021886E-2</c:v>
                </c:pt>
                <c:pt idx="6890">
                  <c:v>7.9745370370801538E-2</c:v>
                </c:pt>
                <c:pt idx="6891">
                  <c:v>7.9756944440305233E-2</c:v>
                </c:pt>
                <c:pt idx="6892">
                  <c:v>7.9768518517084885E-2</c:v>
                </c:pt>
                <c:pt idx="6893">
                  <c:v>7.9780092593864538E-2</c:v>
                </c:pt>
                <c:pt idx="6894">
                  <c:v>7.9791666663368233E-2</c:v>
                </c:pt>
                <c:pt idx="6895">
                  <c:v>7.9803240740147885E-2</c:v>
                </c:pt>
                <c:pt idx="6896">
                  <c:v>7.981481480965158E-2</c:v>
                </c:pt>
                <c:pt idx="6897">
                  <c:v>7.9826388886431232E-2</c:v>
                </c:pt>
                <c:pt idx="6898">
                  <c:v>7.9837962963210884E-2</c:v>
                </c:pt>
                <c:pt idx="6899">
                  <c:v>7.9849537032714579E-2</c:v>
                </c:pt>
                <c:pt idx="6900">
                  <c:v>7.9861111109494232E-2</c:v>
                </c:pt>
                <c:pt idx="6901">
                  <c:v>7.9872685186273884E-2</c:v>
                </c:pt>
                <c:pt idx="6902">
                  <c:v>7.9884259255777579E-2</c:v>
                </c:pt>
                <c:pt idx="6903">
                  <c:v>7.9895833332557231E-2</c:v>
                </c:pt>
                <c:pt idx="6904">
                  <c:v>7.9907407402060926E-2</c:v>
                </c:pt>
                <c:pt idx="6905">
                  <c:v>7.9918981478840578E-2</c:v>
                </c:pt>
                <c:pt idx="6906">
                  <c:v>7.9930555555620231E-2</c:v>
                </c:pt>
                <c:pt idx="6907">
                  <c:v>7.9942129625123926E-2</c:v>
                </c:pt>
                <c:pt idx="6908">
                  <c:v>7.9953703701903578E-2</c:v>
                </c:pt>
                <c:pt idx="6909">
                  <c:v>7.996527777868323E-2</c:v>
                </c:pt>
                <c:pt idx="6910">
                  <c:v>7.9976851848186925E-2</c:v>
                </c:pt>
                <c:pt idx="6911">
                  <c:v>7.9988425924966577E-2</c:v>
                </c:pt>
                <c:pt idx="6912">
                  <c:v>7.9999999994470272E-2</c:v>
                </c:pt>
                <c:pt idx="6913">
                  <c:v>8.0011574071249925E-2</c:v>
                </c:pt>
                <c:pt idx="6914">
                  <c:v>8.0023148148029577E-2</c:v>
                </c:pt>
                <c:pt idx="6915">
                  <c:v>8.0034722217533272E-2</c:v>
                </c:pt>
                <c:pt idx="6916">
                  <c:v>8.0046296294312924E-2</c:v>
                </c:pt>
                <c:pt idx="6917">
                  <c:v>8.0057870371092577E-2</c:v>
                </c:pt>
                <c:pt idx="6918">
                  <c:v>8.0069444440596271E-2</c:v>
                </c:pt>
                <c:pt idx="6919">
                  <c:v>8.0081018517375924E-2</c:v>
                </c:pt>
                <c:pt idx="6920">
                  <c:v>8.0092592586879618E-2</c:v>
                </c:pt>
                <c:pt idx="6921">
                  <c:v>8.0104166663659271E-2</c:v>
                </c:pt>
                <c:pt idx="6922">
                  <c:v>8.0115740740438923E-2</c:v>
                </c:pt>
                <c:pt idx="6923">
                  <c:v>8.0127314809942618E-2</c:v>
                </c:pt>
                <c:pt idx="6924">
                  <c:v>8.013888888672227E-2</c:v>
                </c:pt>
                <c:pt idx="6925">
                  <c:v>8.0150462963501923E-2</c:v>
                </c:pt>
                <c:pt idx="6926">
                  <c:v>8.0162037033005618E-2</c:v>
                </c:pt>
                <c:pt idx="6927">
                  <c:v>8.017361110978527E-2</c:v>
                </c:pt>
                <c:pt idx="6928">
                  <c:v>8.0185185179288965E-2</c:v>
                </c:pt>
                <c:pt idx="6929">
                  <c:v>8.0196759256068617E-2</c:v>
                </c:pt>
                <c:pt idx="6930">
                  <c:v>8.0208333332848269E-2</c:v>
                </c:pt>
                <c:pt idx="6931">
                  <c:v>8.0219907402351964E-2</c:v>
                </c:pt>
                <c:pt idx="6932">
                  <c:v>8.0231481479131617E-2</c:v>
                </c:pt>
                <c:pt idx="6933">
                  <c:v>8.0243055555911269E-2</c:v>
                </c:pt>
                <c:pt idx="6934">
                  <c:v>8.0254629625414964E-2</c:v>
                </c:pt>
                <c:pt idx="6935">
                  <c:v>8.0266203702194616E-2</c:v>
                </c:pt>
                <c:pt idx="6936">
                  <c:v>8.0277777778974269E-2</c:v>
                </c:pt>
                <c:pt idx="6937">
                  <c:v>8.0289351848477963E-2</c:v>
                </c:pt>
                <c:pt idx="6938">
                  <c:v>8.0300925925257616E-2</c:v>
                </c:pt>
                <c:pt idx="6939">
                  <c:v>8.0312499994761311E-2</c:v>
                </c:pt>
                <c:pt idx="6940">
                  <c:v>8.0324074071540963E-2</c:v>
                </c:pt>
                <c:pt idx="6941">
                  <c:v>8.0335648148320615E-2</c:v>
                </c:pt>
                <c:pt idx="6942">
                  <c:v>8.034722221782431E-2</c:v>
                </c:pt>
                <c:pt idx="6943">
                  <c:v>8.0358796294603962E-2</c:v>
                </c:pt>
                <c:pt idx="6944">
                  <c:v>8.0370370371383615E-2</c:v>
                </c:pt>
                <c:pt idx="6945">
                  <c:v>8.038194444088731E-2</c:v>
                </c:pt>
                <c:pt idx="6946">
                  <c:v>8.0393518517666962E-2</c:v>
                </c:pt>
                <c:pt idx="6947">
                  <c:v>8.0405092587170657E-2</c:v>
                </c:pt>
                <c:pt idx="6948">
                  <c:v>8.0416666663950309E-2</c:v>
                </c:pt>
                <c:pt idx="6949">
                  <c:v>8.0428240740729962E-2</c:v>
                </c:pt>
                <c:pt idx="6950">
                  <c:v>8.0439814810233656E-2</c:v>
                </c:pt>
                <c:pt idx="6951">
                  <c:v>8.0451388887013309E-2</c:v>
                </c:pt>
                <c:pt idx="6952">
                  <c:v>8.0462962963792961E-2</c:v>
                </c:pt>
                <c:pt idx="6953">
                  <c:v>8.0474537033296656E-2</c:v>
                </c:pt>
                <c:pt idx="6954">
                  <c:v>8.0486111110076308E-2</c:v>
                </c:pt>
                <c:pt idx="6955">
                  <c:v>8.0497685179580003E-2</c:v>
                </c:pt>
                <c:pt idx="6956">
                  <c:v>8.0509259256359655E-2</c:v>
                </c:pt>
                <c:pt idx="6957">
                  <c:v>8.0520833333139308E-2</c:v>
                </c:pt>
                <c:pt idx="6958">
                  <c:v>8.0532407402643003E-2</c:v>
                </c:pt>
                <c:pt idx="6959">
                  <c:v>8.0543981479422655E-2</c:v>
                </c:pt>
                <c:pt idx="6960">
                  <c:v>8.0555555556202307E-2</c:v>
                </c:pt>
                <c:pt idx="6961">
                  <c:v>8.0567129625706002E-2</c:v>
                </c:pt>
                <c:pt idx="6962">
                  <c:v>8.0578703702485655E-2</c:v>
                </c:pt>
                <c:pt idx="6963">
                  <c:v>8.0590277771989349E-2</c:v>
                </c:pt>
                <c:pt idx="6964">
                  <c:v>8.0601851848769002E-2</c:v>
                </c:pt>
                <c:pt idx="6965">
                  <c:v>8.0613425925548654E-2</c:v>
                </c:pt>
                <c:pt idx="6966">
                  <c:v>8.0624999995052349E-2</c:v>
                </c:pt>
                <c:pt idx="6967">
                  <c:v>8.0636574071832001E-2</c:v>
                </c:pt>
                <c:pt idx="6968">
                  <c:v>8.0648148148611654E-2</c:v>
                </c:pt>
                <c:pt idx="6969">
                  <c:v>8.0659722218115348E-2</c:v>
                </c:pt>
                <c:pt idx="6970">
                  <c:v>8.0671296294895001E-2</c:v>
                </c:pt>
                <c:pt idx="6971">
                  <c:v>8.0682870371674653E-2</c:v>
                </c:pt>
                <c:pt idx="6972">
                  <c:v>8.0694444441178348E-2</c:v>
                </c:pt>
                <c:pt idx="6973">
                  <c:v>8.0706018517958E-2</c:v>
                </c:pt>
                <c:pt idx="6974">
                  <c:v>8.0717592587461695E-2</c:v>
                </c:pt>
                <c:pt idx="6975">
                  <c:v>8.0729166664241347E-2</c:v>
                </c:pt>
                <c:pt idx="6976">
                  <c:v>8.0740740741021E-2</c:v>
                </c:pt>
                <c:pt idx="6977">
                  <c:v>8.0752314810524695E-2</c:v>
                </c:pt>
                <c:pt idx="6978">
                  <c:v>8.0763888887304347E-2</c:v>
                </c:pt>
                <c:pt idx="6979">
                  <c:v>8.0775462964083999E-2</c:v>
                </c:pt>
                <c:pt idx="6980">
                  <c:v>8.0787037033587694E-2</c:v>
                </c:pt>
                <c:pt idx="6981">
                  <c:v>8.0798611110367347E-2</c:v>
                </c:pt>
                <c:pt idx="6982">
                  <c:v>8.0810185179871041E-2</c:v>
                </c:pt>
                <c:pt idx="6983">
                  <c:v>8.0821759256650694E-2</c:v>
                </c:pt>
                <c:pt idx="6984">
                  <c:v>8.0833333333430346E-2</c:v>
                </c:pt>
                <c:pt idx="6985">
                  <c:v>8.0844907402934041E-2</c:v>
                </c:pt>
                <c:pt idx="6986">
                  <c:v>8.0856481479713693E-2</c:v>
                </c:pt>
                <c:pt idx="6987">
                  <c:v>8.0868055556493346E-2</c:v>
                </c:pt>
                <c:pt idx="6988">
                  <c:v>8.087962962599704E-2</c:v>
                </c:pt>
                <c:pt idx="6989">
                  <c:v>8.0891203702776693E-2</c:v>
                </c:pt>
                <c:pt idx="6990">
                  <c:v>8.0902777772280388E-2</c:v>
                </c:pt>
                <c:pt idx="6991">
                  <c:v>8.091435184906004E-2</c:v>
                </c:pt>
                <c:pt idx="6992">
                  <c:v>8.0925925925839692E-2</c:v>
                </c:pt>
                <c:pt idx="6993">
                  <c:v>8.0937499995343387E-2</c:v>
                </c:pt>
                <c:pt idx="6994">
                  <c:v>8.094907407212304E-2</c:v>
                </c:pt>
                <c:pt idx="6995">
                  <c:v>8.0960648148902692E-2</c:v>
                </c:pt>
                <c:pt idx="6996">
                  <c:v>8.0972222218406387E-2</c:v>
                </c:pt>
                <c:pt idx="6997">
                  <c:v>8.0983796295186039E-2</c:v>
                </c:pt>
                <c:pt idx="6998">
                  <c:v>8.0995370364689734E-2</c:v>
                </c:pt>
                <c:pt idx="6999">
                  <c:v>8.1006944441469386E-2</c:v>
                </c:pt>
                <c:pt idx="7000">
                  <c:v>8.1018518518249039E-2</c:v>
                </c:pt>
                <c:pt idx="7001">
                  <c:v>8.1030092587752733E-2</c:v>
                </c:pt>
                <c:pt idx="7002">
                  <c:v>8.1041666664532386E-2</c:v>
                </c:pt>
                <c:pt idx="7003">
                  <c:v>8.1053240741312038E-2</c:v>
                </c:pt>
                <c:pt idx="7004">
                  <c:v>8.1064814810815733E-2</c:v>
                </c:pt>
                <c:pt idx="7005">
                  <c:v>8.1076388887595385E-2</c:v>
                </c:pt>
                <c:pt idx="7006">
                  <c:v>8.108796295709908E-2</c:v>
                </c:pt>
                <c:pt idx="7007">
                  <c:v>8.1099537033878732E-2</c:v>
                </c:pt>
                <c:pt idx="7008">
                  <c:v>8.1111111110658385E-2</c:v>
                </c:pt>
                <c:pt idx="7009">
                  <c:v>8.112268518016208E-2</c:v>
                </c:pt>
                <c:pt idx="7010">
                  <c:v>8.1134259256941732E-2</c:v>
                </c:pt>
                <c:pt idx="7011">
                  <c:v>8.1145833333721384E-2</c:v>
                </c:pt>
                <c:pt idx="7012">
                  <c:v>8.1157407403225079E-2</c:v>
                </c:pt>
                <c:pt idx="7013">
                  <c:v>8.1168981480004732E-2</c:v>
                </c:pt>
                <c:pt idx="7014">
                  <c:v>8.1180555556784384E-2</c:v>
                </c:pt>
                <c:pt idx="7015">
                  <c:v>8.1192129626288079E-2</c:v>
                </c:pt>
                <c:pt idx="7016">
                  <c:v>8.1203703703067731E-2</c:v>
                </c:pt>
                <c:pt idx="7017">
                  <c:v>8.1215277772571426E-2</c:v>
                </c:pt>
                <c:pt idx="7018">
                  <c:v>8.1226851849351078E-2</c:v>
                </c:pt>
                <c:pt idx="7019">
                  <c:v>8.1238425926130731E-2</c:v>
                </c:pt>
                <c:pt idx="7020">
                  <c:v>8.1249999995634425E-2</c:v>
                </c:pt>
                <c:pt idx="7021">
                  <c:v>8.1261574072414078E-2</c:v>
                </c:pt>
                <c:pt idx="7022">
                  <c:v>8.127314814919373E-2</c:v>
                </c:pt>
                <c:pt idx="7023">
                  <c:v>8.1284722218697425E-2</c:v>
                </c:pt>
                <c:pt idx="7024">
                  <c:v>8.1296296295477077E-2</c:v>
                </c:pt>
                <c:pt idx="7025">
                  <c:v>8.1307870364980772E-2</c:v>
                </c:pt>
                <c:pt idx="7026">
                  <c:v>8.1319444441760425E-2</c:v>
                </c:pt>
                <c:pt idx="7027">
                  <c:v>8.1331018518540077E-2</c:v>
                </c:pt>
                <c:pt idx="7028">
                  <c:v>8.1342592588043772E-2</c:v>
                </c:pt>
                <c:pt idx="7029">
                  <c:v>8.1354166664823424E-2</c:v>
                </c:pt>
                <c:pt idx="7030">
                  <c:v>8.1365740741603076E-2</c:v>
                </c:pt>
                <c:pt idx="7031">
                  <c:v>8.1377314811106771E-2</c:v>
                </c:pt>
                <c:pt idx="7032">
                  <c:v>8.1388888887886424E-2</c:v>
                </c:pt>
                <c:pt idx="7033">
                  <c:v>8.1400462957390118E-2</c:v>
                </c:pt>
                <c:pt idx="7034">
                  <c:v>8.1412037034169771E-2</c:v>
                </c:pt>
                <c:pt idx="7035">
                  <c:v>8.1423611110949423E-2</c:v>
                </c:pt>
                <c:pt idx="7036">
                  <c:v>8.1435185180453118E-2</c:v>
                </c:pt>
                <c:pt idx="7037">
                  <c:v>8.144675925723277E-2</c:v>
                </c:pt>
                <c:pt idx="7038">
                  <c:v>8.1458333334012423E-2</c:v>
                </c:pt>
                <c:pt idx="7039">
                  <c:v>8.1469907403516117E-2</c:v>
                </c:pt>
                <c:pt idx="7040">
                  <c:v>8.148148148029577E-2</c:v>
                </c:pt>
                <c:pt idx="7041">
                  <c:v>8.1493055549799465E-2</c:v>
                </c:pt>
                <c:pt idx="7042">
                  <c:v>8.1504629626579117E-2</c:v>
                </c:pt>
                <c:pt idx="7043">
                  <c:v>8.1516203703358769E-2</c:v>
                </c:pt>
                <c:pt idx="7044">
                  <c:v>8.1527777772862464E-2</c:v>
                </c:pt>
                <c:pt idx="7045">
                  <c:v>8.1539351849642117E-2</c:v>
                </c:pt>
                <c:pt idx="7046">
                  <c:v>8.1550925926421769E-2</c:v>
                </c:pt>
                <c:pt idx="7047">
                  <c:v>8.1562499995925464E-2</c:v>
                </c:pt>
                <c:pt idx="7048">
                  <c:v>8.1574074072705116E-2</c:v>
                </c:pt>
                <c:pt idx="7049">
                  <c:v>8.1585648149484769E-2</c:v>
                </c:pt>
                <c:pt idx="7050">
                  <c:v>8.1597222218988463E-2</c:v>
                </c:pt>
                <c:pt idx="7051">
                  <c:v>8.1608796295768116E-2</c:v>
                </c:pt>
                <c:pt idx="7052">
                  <c:v>8.162037036527181E-2</c:v>
                </c:pt>
                <c:pt idx="7053">
                  <c:v>8.1631944442051463E-2</c:v>
                </c:pt>
                <c:pt idx="7054">
                  <c:v>8.1643518518831115E-2</c:v>
                </c:pt>
                <c:pt idx="7055">
                  <c:v>8.165509258833481E-2</c:v>
                </c:pt>
                <c:pt idx="7056">
                  <c:v>8.1666666665114462E-2</c:v>
                </c:pt>
                <c:pt idx="7057">
                  <c:v>8.1678240741894115E-2</c:v>
                </c:pt>
                <c:pt idx="7058">
                  <c:v>8.168981481139781E-2</c:v>
                </c:pt>
                <c:pt idx="7059">
                  <c:v>8.1701388888177462E-2</c:v>
                </c:pt>
                <c:pt idx="7060">
                  <c:v>8.1712962957681157E-2</c:v>
                </c:pt>
                <c:pt idx="7061">
                  <c:v>8.1724537034460809E-2</c:v>
                </c:pt>
                <c:pt idx="7062">
                  <c:v>8.1736111111240461E-2</c:v>
                </c:pt>
                <c:pt idx="7063">
                  <c:v>8.1747685180744156E-2</c:v>
                </c:pt>
                <c:pt idx="7064">
                  <c:v>8.1759259257523809E-2</c:v>
                </c:pt>
                <c:pt idx="7065">
                  <c:v>8.1770833334303461E-2</c:v>
                </c:pt>
                <c:pt idx="7066">
                  <c:v>8.1782407403807156E-2</c:v>
                </c:pt>
                <c:pt idx="7067">
                  <c:v>8.1793981480586808E-2</c:v>
                </c:pt>
                <c:pt idx="7068">
                  <c:v>8.1805555550090503E-2</c:v>
                </c:pt>
                <c:pt idx="7069">
                  <c:v>8.1817129626870155E-2</c:v>
                </c:pt>
                <c:pt idx="7070">
                  <c:v>8.1828703703649808E-2</c:v>
                </c:pt>
                <c:pt idx="7071">
                  <c:v>8.1840277773153502E-2</c:v>
                </c:pt>
                <c:pt idx="7072">
                  <c:v>8.1851851849933155E-2</c:v>
                </c:pt>
                <c:pt idx="7073">
                  <c:v>8.1863425926712807E-2</c:v>
                </c:pt>
                <c:pt idx="7074">
                  <c:v>8.1874999996216502E-2</c:v>
                </c:pt>
                <c:pt idx="7075">
                  <c:v>8.1886574072996154E-2</c:v>
                </c:pt>
                <c:pt idx="7076">
                  <c:v>8.1898148142499849E-2</c:v>
                </c:pt>
                <c:pt idx="7077">
                  <c:v>8.1909722219279502E-2</c:v>
                </c:pt>
                <c:pt idx="7078">
                  <c:v>8.1921296296059154E-2</c:v>
                </c:pt>
                <c:pt idx="7079">
                  <c:v>8.1932870365562849E-2</c:v>
                </c:pt>
                <c:pt idx="7080">
                  <c:v>8.1944444442342501E-2</c:v>
                </c:pt>
                <c:pt idx="7081">
                  <c:v>8.1956018519122154E-2</c:v>
                </c:pt>
                <c:pt idx="7082">
                  <c:v>8.1967592588625848E-2</c:v>
                </c:pt>
                <c:pt idx="7083">
                  <c:v>8.1979166665405501E-2</c:v>
                </c:pt>
                <c:pt idx="7084">
                  <c:v>8.1990740734909195E-2</c:v>
                </c:pt>
                <c:pt idx="7085">
                  <c:v>8.2002314811688848E-2</c:v>
                </c:pt>
                <c:pt idx="7086">
                  <c:v>8.20138888884685E-2</c:v>
                </c:pt>
                <c:pt idx="7087">
                  <c:v>8.2025462957972195E-2</c:v>
                </c:pt>
                <c:pt idx="7088">
                  <c:v>8.2037037034751847E-2</c:v>
                </c:pt>
                <c:pt idx="7089">
                  <c:v>8.20486111115315E-2</c:v>
                </c:pt>
                <c:pt idx="7090">
                  <c:v>8.2060185181035195E-2</c:v>
                </c:pt>
                <c:pt idx="7091">
                  <c:v>8.2071759257814847E-2</c:v>
                </c:pt>
                <c:pt idx="7092">
                  <c:v>8.2083333334594499E-2</c:v>
                </c:pt>
                <c:pt idx="7093">
                  <c:v>8.2094907404098194E-2</c:v>
                </c:pt>
                <c:pt idx="7094">
                  <c:v>8.2106481480877846E-2</c:v>
                </c:pt>
                <c:pt idx="7095">
                  <c:v>8.2118055550381541E-2</c:v>
                </c:pt>
                <c:pt idx="7096">
                  <c:v>8.2129629627161194E-2</c:v>
                </c:pt>
                <c:pt idx="7097">
                  <c:v>8.2141203703940846E-2</c:v>
                </c:pt>
                <c:pt idx="7098">
                  <c:v>8.2152777773444541E-2</c:v>
                </c:pt>
                <c:pt idx="7099">
                  <c:v>8.2164351850224193E-2</c:v>
                </c:pt>
                <c:pt idx="7100">
                  <c:v>8.2175925927003846E-2</c:v>
                </c:pt>
                <c:pt idx="7101">
                  <c:v>8.218749999650754E-2</c:v>
                </c:pt>
                <c:pt idx="7102">
                  <c:v>8.2199074073287193E-2</c:v>
                </c:pt>
                <c:pt idx="7103">
                  <c:v>8.2210648142790888E-2</c:v>
                </c:pt>
                <c:pt idx="7104">
                  <c:v>8.222222221957054E-2</c:v>
                </c:pt>
                <c:pt idx="7105">
                  <c:v>8.2233796296350192E-2</c:v>
                </c:pt>
                <c:pt idx="7106">
                  <c:v>8.2245370365853887E-2</c:v>
                </c:pt>
                <c:pt idx="7107">
                  <c:v>8.2256944442633539E-2</c:v>
                </c:pt>
                <c:pt idx="7108">
                  <c:v>8.2268518519413192E-2</c:v>
                </c:pt>
                <c:pt idx="7109">
                  <c:v>8.2280092588916887E-2</c:v>
                </c:pt>
                <c:pt idx="7110">
                  <c:v>8.2291666665696539E-2</c:v>
                </c:pt>
                <c:pt idx="7111">
                  <c:v>8.2303240735200234E-2</c:v>
                </c:pt>
                <c:pt idx="7112">
                  <c:v>8.2314814811979886E-2</c:v>
                </c:pt>
                <c:pt idx="7113">
                  <c:v>8.2326388888759539E-2</c:v>
                </c:pt>
                <c:pt idx="7114">
                  <c:v>8.2337962958263233E-2</c:v>
                </c:pt>
                <c:pt idx="7115">
                  <c:v>8.2349537035042886E-2</c:v>
                </c:pt>
                <c:pt idx="7116">
                  <c:v>8.2361111111822538E-2</c:v>
                </c:pt>
                <c:pt idx="7117">
                  <c:v>8.2372685181326233E-2</c:v>
                </c:pt>
                <c:pt idx="7118">
                  <c:v>8.2384259258105885E-2</c:v>
                </c:pt>
                <c:pt idx="7119">
                  <c:v>8.239583332760958E-2</c:v>
                </c:pt>
                <c:pt idx="7120">
                  <c:v>8.2407407404389232E-2</c:v>
                </c:pt>
                <c:pt idx="7121">
                  <c:v>8.2418981481168885E-2</c:v>
                </c:pt>
                <c:pt idx="7122">
                  <c:v>8.243055555067258E-2</c:v>
                </c:pt>
                <c:pt idx="7123">
                  <c:v>8.2442129627452232E-2</c:v>
                </c:pt>
                <c:pt idx="7124">
                  <c:v>8.2453703704231884E-2</c:v>
                </c:pt>
                <c:pt idx="7125">
                  <c:v>8.2465277773735579E-2</c:v>
                </c:pt>
                <c:pt idx="7126">
                  <c:v>8.2476851850515231E-2</c:v>
                </c:pt>
                <c:pt idx="7127">
                  <c:v>8.2488425920018926E-2</c:v>
                </c:pt>
                <c:pt idx="7128">
                  <c:v>8.2499999996798579E-2</c:v>
                </c:pt>
                <c:pt idx="7129">
                  <c:v>8.2511574073578231E-2</c:v>
                </c:pt>
                <c:pt idx="7130">
                  <c:v>8.2523148143081926E-2</c:v>
                </c:pt>
                <c:pt idx="7131">
                  <c:v>8.2534722219861578E-2</c:v>
                </c:pt>
                <c:pt idx="7132">
                  <c:v>8.2546296296641231E-2</c:v>
                </c:pt>
                <c:pt idx="7133">
                  <c:v>8.2557870366144925E-2</c:v>
                </c:pt>
                <c:pt idx="7134">
                  <c:v>8.2569444442924578E-2</c:v>
                </c:pt>
                <c:pt idx="7135">
                  <c:v>8.258101851970423E-2</c:v>
                </c:pt>
                <c:pt idx="7136">
                  <c:v>8.2592592589207925E-2</c:v>
                </c:pt>
                <c:pt idx="7137">
                  <c:v>8.2604166665987577E-2</c:v>
                </c:pt>
                <c:pt idx="7138">
                  <c:v>8.2615740735491272E-2</c:v>
                </c:pt>
                <c:pt idx="7139">
                  <c:v>8.2627314812270924E-2</c:v>
                </c:pt>
                <c:pt idx="7140">
                  <c:v>8.2638888889050577E-2</c:v>
                </c:pt>
                <c:pt idx="7141">
                  <c:v>8.2650462958554272E-2</c:v>
                </c:pt>
                <c:pt idx="7142">
                  <c:v>8.2662037035333924E-2</c:v>
                </c:pt>
                <c:pt idx="7143">
                  <c:v>8.2673611112113576E-2</c:v>
                </c:pt>
                <c:pt idx="7144">
                  <c:v>8.2685185181617271E-2</c:v>
                </c:pt>
                <c:pt idx="7145">
                  <c:v>8.2696759258396924E-2</c:v>
                </c:pt>
                <c:pt idx="7146">
                  <c:v>8.2708333327900618E-2</c:v>
                </c:pt>
                <c:pt idx="7147">
                  <c:v>8.2719907404680271E-2</c:v>
                </c:pt>
                <c:pt idx="7148">
                  <c:v>8.2731481481459923E-2</c:v>
                </c:pt>
                <c:pt idx="7149">
                  <c:v>8.2743055550963618E-2</c:v>
                </c:pt>
                <c:pt idx="7150">
                  <c:v>8.275462962774327E-2</c:v>
                </c:pt>
                <c:pt idx="7151">
                  <c:v>8.2766203704522923E-2</c:v>
                </c:pt>
                <c:pt idx="7152">
                  <c:v>8.2777777774026617E-2</c:v>
                </c:pt>
                <c:pt idx="7153">
                  <c:v>8.278935185080627E-2</c:v>
                </c:pt>
                <c:pt idx="7154">
                  <c:v>8.2800925920309965E-2</c:v>
                </c:pt>
                <c:pt idx="7155">
                  <c:v>8.2812499997089617E-2</c:v>
                </c:pt>
                <c:pt idx="7156">
                  <c:v>8.2824074073869269E-2</c:v>
                </c:pt>
                <c:pt idx="7157">
                  <c:v>8.2835648143372964E-2</c:v>
                </c:pt>
                <c:pt idx="7158">
                  <c:v>8.2847222220152617E-2</c:v>
                </c:pt>
                <c:pt idx="7159">
                  <c:v>8.2858796296932269E-2</c:v>
                </c:pt>
                <c:pt idx="7160">
                  <c:v>8.2870370366435964E-2</c:v>
                </c:pt>
                <c:pt idx="7161">
                  <c:v>8.2881944443215616E-2</c:v>
                </c:pt>
                <c:pt idx="7162">
                  <c:v>8.2893518512719311E-2</c:v>
                </c:pt>
                <c:pt idx="7163">
                  <c:v>8.2905092589498963E-2</c:v>
                </c:pt>
                <c:pt idx="7164">
                  <c:v>8.2916666666278616E-2</c:v>
                </c:pt>
                <c:pt idx="7165">
                  <c:v>8.292824073578231E-2</c:v>
                </c:pt>
                <c:pt idx="7166">
                  <c:v>8.2939814812561963E-2</c:v>
                </c:pt>
                <c:pt idx="7167">
                  <c:v>8.2951388889341615E-2</c:v>
                </c:pt>
                <c:pt idx="7168">
                  <c:v>8.296296295884531E-2</c:v>
                </c:pt>
                <c:pt idx="7169">
                  <c:v>8.2974537035624962E-2</c:v>
                </c:pt>
                <c:pt idx="7170">
                  <c:v>8.2986111112404615E-2</c:v>
                </c:pt>
                <c:pt idx="7171">
                  <c:v>8.2997685181908309E-2</c:v>
                </c:pt>
                <c:pt idx="7172">
                  <c:v>8.3009259258687962E-2</c:v>
                </c:pt>
                <c:pt idx="7173">
                  <c:v>8.3020833328191657E-2</c:v>
                </c:pt>
                <c:pt idx="7174">
                  <c:v>8.3032407404971309E-2</c:v>
                </c:pt>
                <c:pt idx="7175">
                  <c:v>8.3043981481750961E-2</c:v>
                </c:pt>
                <c:pt idx="7176">
                  <c:v>8.3055555551254656E-2</c:v>
                </c:pt>
                <c:pt idx="7177">
                  <c:v>8.3067129628034309E-2</c:v>
                </c:pt>
                <c:pt idx="7178">
                  <c:v>8.3078703704813961E-2</c:v>
                </c:pt>
                <c:pt idx="7179">
                  <c:v>8.3090277774317656E-2</c:v>
                </c:pt>
                <c:pt idx="7180">
                  <c:v>8.3101851851097308E-2</c:v>
                </c:pt>
                <c:pt idx="7181">
                  <c:v>8.3113425920601003E-2</c:v>
                </c:pt>
                <c:pt idx="7182">
                  <c:v>8.3124999997380655E-2</c:v>
                </c:pt>
                <c:pt idx="7183">
                  <c:v>8.3136574074160308E-2</c:v>
                </c:pt>
                <c:pt idx="7184">
                  <c:v>8.3148148143664002E-2</c:v>
                </c:pt>
                <c:pt idx="7185">
                  <c:v>8.3159722220443655E-2</c:v>
                </c:pt>
                <c:pt idx="7186">
                  <c:v>8.3171296297223307E-2</c:v>
                </c:pt>
                <c:pt idx="7187">
                  <c:v>8.3182870366727002E-2</c:v>
                </c:pt>
                <c:pt idx="7188">
                  <c:v>8.3194444443506654E-2</c:v>
                </c:pt>
                <c:pt idx="7189">
                  <c:v>8.3206018513010349E-2</c:v>
                </c:pt>
                <c:pt idx="7190">
                  <c:v>8.3217592589790002E-2</c:v>
                </c:pt>
                <c:pt idx="7191">
                  <c:v>8.3229166666569654E-2</c:v>
                </c:pt>
                <c:pt idx="7192">
                  <c:v>8.3240740736073349E-2</c:v>
                </c:pt>
                <c:pt idx="7193">
                  <c:v>8.3252314812853001E-2</c:v>
                </c:pt>
                <c:pt idx="7194">
                  <c:v>8.3263888889632653E-2</c:v>
                </c:pt>
                <c:pt idx="7195">
                  <c:v>8.3275462959136348E-2</c:v>
                </c:pt>
                <c:pt idx="7196">
                  <c:v>8.3287037035916001E-2</c:v>
                </c:pt>
                <c:pt idx="7197">
                  <c:v>8.3298611105419695E-2</c:v>
                </c:pt>
                <c:pt idx="7198">
                  <c:v>8.3310185182199348E-2</c:v>
                </c:pt>
                <c:pt idx="7199">
                  <c:v>8.3321759258979E-2</c:v>
                </c:pt>
                <c:pt idx="7200">
                  <c:v>8.3333333328482695E-2</c:v>
                </c:pt>
                <c:pt idx="7201">
                  <c:v>8.3344907405262347E-2</c:v>
                </c:pt>
                <c:pt idx="7202">
                  <c:v>8.3356481482042E-2</c:v>
                </c:pt>
                <c:pt idx="7203">
                  <c:v>8.3368055551545694E-2</c:v>
                </c:pt>
                <c:pt idx="7204">
                  <c:v>8.3379629628325347E-2</c:v>
                </c:pt>
                <c:pt idx="7205">
                  <c:v>8.3391203697829042E-2</c:v>
                </c:pt>
                <c:pt idx="7206">
                  <c:v>8.3402777774608694E-2</c:v>
                </c:pt>
                <c:pt idx="7207">
                  <c:v>8.3414351851388346E-2</c:v>
                </c:pt>
                <c:pt idx="7208">
                  <c:v>8.3425925920892041E-2</c:v>
                </c:pt>
                <c:pt idx="7209">
                  <c:v>8.3437499997671694E-2</c:v>
                </c:pt>
                <c:pt idx="7210">
                  <c:v>8.3449074074451346E-2</c:v>
                </c:pt>
                <c:pt idx="7211">
                  <c:v>8.3460648143955041E-2</c:v>
                </c:pt>
                <c:pt idx="7212">
                  <c:v>8.3472222220734693E-2</c:v>
                </c:pt>
                <c:pt idx="7213">
                  <c:v>8.3483796297514345E-2</c:v>
                </c:pt>
                <c:pt idx="7214">
                  <c:v>8.349537036701804E-2</c:v>
                </c:pt>
                <c:pt idx="7215">
                  <c:v>8.3506944443797693E-2</c:v>
                </c:pt>
                <c:pt idx="7216">
                  <c:v>8.3518518513301387E-2</c:v>
                </c:pt>
                <c:pt idx="7217">
                  <c:v>8.353009259008104E-2</c:v>
                </c:pt>
                <c:pt idx="7218">
                  <c:v>8.3541666666860692E-2</c:v>
                </c:pt>
                <c:pt idx="7219">
                  <c:v>8.3553240736364387E-2</c:v>
                </c:pt>
                <c:pt idx="7220">
                  <c:v>8.3564814813144039E-2</c:v>
                </c:pt>
                <c:pt idx="7221">
                  <c:v>8.3576388889923692E-2</c:v>
                </c:pt>
                <c:pt idx="7222">
                  <c:v>8.3587962959427387E-2</c:v>
                </c:pt>
                <c:pt idx="7223">
                  <c:v>8.3599537036207039E-2</c:v>
                </c:pt>
                <c:pt idx="7224">
                  <c:v>8.3611111105710734E-2</c:v>
                </c:pt>
                <c:pt idx="7225">
                  <c:v>8.3622685182490386E-2</c:v>
                </c:pt>
                <c:pt idx="7226">
                  <c:v>8.3634259259270038E-2</c:v>
                </c:pt>
                <c:pt idx="7227">
                  <c:v>8.3645833328773733E-2</c:v>
                </c:pt>
                <c:pt idx="7228">
                  <c:v>8.3657407405553386E-2</c:v>
                </c:pt>
                <c:pt idx="7229">
                  <c:v>8.3668981482333038E-2</c:v>
                </c:pt>
                <c:pt idx="7230">
                  <c:v>8.3680555551836733E-2</c:v>
                </c:pt>
                <c:pt idx="7231">
                  <c:v>8.3692129628616385E-2</c:v>
                </c:pt>
                <c:pt idx="7232">
                  <c:v>8.370370369812008E-2</c:v>
                </c:pt>
                <c:pt idx="7233">
                  <c:v>8.3715277774899732E-2</c:v>
                </c:pt>
                <c:pt idx="7234">
                  <c:v>8.3726851851679385E-2</c:v>
                </c:pt>
                <c:pt idx="7235">
                  <c:v>8.3738425921183079E-2</c:v>
                </c:pt>
                <c:pt idx="7236">
                  <c:v>8.3749999997962732E-2</c:v>
                </c:pt>
                <c:pt idx="7237">
                  <c:v>8.3761574074742384E-2</c:v>
                </c:pt>
                <c:pt idx="7238">
                  <c:v>8.3773148144246079E-2</c:v>
                </c:pt>
                <c:pt idx="7239">
                  <c:v>8.3784722221025731E-2</c:v>
                </c:pt>
                <c:pt idx="7240">
                  <c:v>8.3796296290529426E-2</c:v>
                </c:pt>
                <c:pt idx="7241">
                  <c:v>8.3807870367309079E-2</c:v>
                </c:pt>
                <c:pt idx="7242">
                  <c:v>8.3819444444088731E-2</c:v>
                </c:pt>
                <c:pt idx="7243">
                  <c:v>8.3831018513592426E-2</c:v>
                </c:pt>
                <c:pt idx="7244">
                  <c:v>8.3842592590372078E-2</c:v>
                </c:pt>
                <c:pt idx="7245">
                  <c:v>8.3854166667151731E-2</c:v>
                </c:pt>
                <c:pt idx="7246">
                  <c:v>8.3865740736655425E-2</c:v>
                </c:pt>
                <c:pt idx="7247">
                  <c:v>8.3877314813435078E-2</c:v>
                </c:pt>
                <c:pt idx="7248">
                  <c:v>8.388888889021473E-2</c:v>
                </c:pt>
                <c:pt idx="7249">
                  <c:v>8.3900462959718425E-2</c:v>
                </c:pt>
                <c:pt idx="7250">
                  <c:v>8.3912037036498077E-2</c:v>
                </c:pt>
                <c:pt idx="7251">
                  <c:v>8.3923611106001772E-2</c:v>
                </c:pt>
                <c:pt idx="7252">
                  <c:v>8.3935185182781424E-2</c:v>
                </c:pt>
                <c:pt idx="7253">
                  <c:v>8.3946759259561077E-2</c:v>
                </c:pt>
                <c:pt idx="7254">
                  <c:v>8.3958333329064772E-2</c:v>
                </c:pt>
                <c:pt idx="7255">
                  <c:v>8.3969907405844424E-2</c:v>
                </c:pt>
                <c:pt idx="7256">
                  <c:v>8.3981481482624076E-2</c:v>
                </c:pt>
                <c:pt idx="7257">
                  <c:v>8.3993055552127771E-2</c:v>
                </c:pt>
                <c:pt idx="7258">
                  <c:v>8.4004629628907423E-2</c:v>
                </c:pt>
                <c:pt idx="7259">
                  <c:v>8.4016203698411118E-2</c:v>
                </c:pt>
                <c:pt idx="7260">
                  <c:v>8.4027777775190771E-2</c:v>
                </c:pt>
                <c:pt idx="7261">
                  <c:v>8.4039351851970423E-2</c:v>
                </c:pt>
                <c:pt idx="7262">
                  <c:v>8.4050925921474118E-2</c:v>
                </c:pt>
                <c:pt idx="7263">
                  <c:v>8.406249999825377E-2</c:v>
                </c:pt>
                <c:pt idx="7264">
                  <c:v>8.4074074075033423E-2</c:v>
                </c:pt>
                <c:pt idx="7265">
                  <c:v>8.4085648144537117E-2</c:v>
                </c:pt>
                <c:pt idx="7266">
                  <c:v>8.409722222131677E-2</c:v>
                </c:pt>
                <c:pt idx="7267">
                  <c:v>8.4108796290820464E-2</c:v>
                </c:pt>
                <c:pt idx="7268">
                  <c:v>8.4120370367600117E-2</c:v>
                </c:pt>
                <c:pt idx="7269">
                  <c:v>8.4131944444379769E-2</c:v>
                </c:pt>
                <c:pt idx="7270">
                  <c:v>8.4143518513883464E-2</c:v>
                </c:pt>
                <c:pt idx="7271">
                  <c:v>8.4155092590663116E-2</c:v>
                </c:pt>
                <c:pt idx="7272">
                  <c:v>8.4166666667442769E-2</c:v>
                </c:pt>
                <c:pt idx="7273">
                  <c:v>8.4178240736946464E-2</c:v>
                </c:pt>
                <c:pt idx="7274">
                  <c:v>8.4189814813726116E-2</c:v>
                </c:pt>
                <c:pt idx="7275">
                  <c:v>8.4201388883229811E-2</c:v>
                </c:pt>
                <c:pt idx="7276">
                  <c:v>8.4212962960009463E-2</c:v>
                </c:pt>
                <c:pt idx="7277">
                  <c:v>8.4224537036789116E-2</c:v>
                </c:pt>
                <c:pt idx="7278">
                  <c:v>8.423611110629281E-2</c:v>
                </c:pt>
                <c:pt idx="7279">
                  <c:v>8.4247685183072463E-2</c:v>
                </c:pt>
                <c:pt idx="7280">
                  <c:v>8.4259259259852115E-2</c:v>
                </c:pt>
                <c:pt idx="7281">
                  <c:v>8.427083332935581E-2</c:v>
                </c:pt>
                <c:pt idx="7282">
                  <c:v>8.4282407406135462E-2</c:v>
                </c:pt>
                <c:pt idx="7283">
                  <c:v>8.4293981475639157E-2</c:v>
                </c:pt>
                <c:pt idx="7284">
                  <c:v>8.4305555552418809E-2</c:v>
                </c:pt>
                <c:pt idx="7285">
                  <c:v>8.4317129629198462E-2</c:v>
                </c:pt>
                <c:pt idx="7286">
                  <c:v>8.4328703698702157E-2</c:v>
                </c:pt>
                <c:pt idx="7287">
                  <c:v>8.4340277775481809E-2</c:v>
                </c:pt>
                <c:pt idx="7288">
                  <c:v>8.4351851852261461E-2</c:v>
                </c:pt>
                <c:pt idx="7289">
                  <c:v>8.4363425921765156E-2</c:v>
                </c:pt>
                <c:pt idx="7290">
                  <c:v>8.4374999998544808E-2</c:v>
                </c:pt>
                <c:pt idx="7291">
                  <c:v>8.4386574075324461E-2</c:v>
                </c:pt>
                <c:pt idx="7292">
                  <c:v>8.4398148144828156E-2</c:v>
                </c:pt>
                <c:pt idx="7293">
                  <c:v>8.4409722221607808E-2</c:v>
                </c:pt>
                <c:pt idx="7294">
                  <c:v>8.4421296291111503E-2</c:v>
                </c:pt>
                <c:pt idx="7295">
                  <c:v>8.4432870367891155E-2</c:v>
                </c:pt>
                <c:pt idx="7296">
                  <c:v>8.4444444444670808E-2</c:v>
                </c:pt>
                <c:pt idx="7297">
                  <c:v>8.4456018514174502E-2</c:v>
                </c:pt>
                <c:pt idx="7298">
                  <c:v>8.4467592590954155E-2</c:v>
                </c:pt>
                <c:pt idx="7299">
                  <c:v>8.4479166667733807E-2</c:v>
                </c:pt>
                <c:pt idx="7300">
                  <c:v>8.4490740737237502E-2</c:v>
                </c:pt>
                <c:pt idx="7301">
                  <c:v>8.4502314814017154E-2</c:v>
                </c:pt>
                <c:pt idx="7302">
                  <c:v>8.4513888883520849E-2</c:v>
                </c:pt>
                <c:pt idx="7303">
                  <c:v>8.4525462960300501E-2</c:v>
                </c:pt>
                <c:pt idx="7304">
                  <c:v>8.4537037037080154E-2</c:v>
                </c:pt>
                <c:pt idx="7305">
                  <c:v>8.4548611106583849E-2</c:v>
                </c:pt>
                <c:pt idx="7306">
                  <c:v>8.4560185183363501E-2</c:v>
                </c:pt>
                <c:pt idx="7307">
                  <c:v>8.4571759260143153E-2</c:v>
                </c:pt>
                <c:pt idx="7308">
                  <c:v>8.4583333329646848E-2</c:v>
                </c:pt>
                <c:pt idx="7309">
                  <c:v>8.4594907406426501E-2</c:v>
                </c:pt>
                <c:pt idx="7310">
                  <c:v>8.4606481475930195E-2</c:v>
                </c:pt>
                <c:pt idx="7311">
                  <c:v>8.4618055552709848E-2</c:v>
                </c:pt>
                <c:pt idx="7312">
                  <c:v>8.46296296294895E-2</c:v>
                </c:pt>
                <c:pt idx="7313">
                  <c:v>8.4641203698993195E-2</c:v>
                </c:pt>
                <c:pt idx="7314">
                  <c:v>8.4652777775772847E-2</c:v>
                </c:pt>
                <c:pt idx="7315">
                  <c:v>8.46643518525525E-2</c:v>
                </c:pt>
                <c:pt idx="7316">
                  <c:v>8.4675925922056194E-2</c:v>
                </c:pt>
                <c:pt idx="7317">
                  <c:v>8.4687499998835847E-2</c:v>
                </c:pt>
                <c:pt idx="7318">
                  <c:v>8.4699074068339542E-2</c:v>
                </c:pt>
                <c:pt idx="7319">
                  <c:v>8.4710648145119194E-2</c:v>
                </c:pt>
                <c:pt idx="7320">
                  <c:v>8.4722222221898846E-2</c:v>
                </c:pt>
                <c:pt idx="7321">
                  <c:v>8.4733796291402541E-2</c:v>
                </c:pt>
                <c:pt idx="7322">
                  <c:v>8.4745370368182193E-2</c:v>
                </c:pt>
                <c:pt idx="7323">
                  <c:v>8.4756944444961846E-2</c:v>
                </c:pt>
                <c:pt idx="7324">
                  <c:v>8.4768518514465541E-2</c:v>
                </c:pt>
                <c:pt idx="7325">
                  <c:v>8.4780092591245193E-2</c:v>
                </c:pt>
                <c:pt idx="7326">
                  <c:v>8.4791666660748888E-2</c:v>
                </c:pt>
                <c:pt idx="7327">
                  <c:v>8.480324073752854E-2</c:v>
                </c:pt>
                <c:pt idx="7328">
                  <c:v>8.4814814814308193E-2</c:v>
                </c:pt>
                <c:pt idx="7329">
                  <c:v>8.4826388883811887E-2</c:v>
                </c:pt>
                <c:pt idx="7330">
                  <c:v>8.483796296059154E-2</c:v>
                </c:pt>
                <c:pt idx="7331">
                  <c:v>8.4849537037371192E-2</c:v>
                </c:pt>
                <c:pt idx="7332">
                  <c:v>8.4861111106874887E-2</c:v>
                </c:pt>
                <c:pt idx="7333">
                  <c:v>8.4872685183654539E-2</c:v>
                </c:pt>
                <c:pt idx="7334">
                  <c:v>8.4884259260434192E-2</c:v>
                </c:pt>
                <c:pt idx="7335">
                  <c:v>8.4895833329937886E-2</c:v>
                </c:pt>
                <c:pt idx="7336">
                  <c:v>8.4907407406717539E-2</c:v>
                </c:pt>
                <c:pt idx="7337">
                  <c:v>8.4918981476221234E-2</c:v>
                </c:pt>
                <c:pt idx="7338">
                  <c:v>8.4930555553000886E-2</c:v>
                </c:pt>
                <c:pt idx="7339">
                  <c:v>8.4942129629780538E-2</c:v>
                </c:pt>
                <c:pt idx="7340">
                  <c:v>8.4953703699284233E-2</c:v>
                </c:pt>
                <c:pt idx="7341">
                  <c:v>8.4965277776063886E-2</c:v>
                </c:pt>
                <c:pt idx="7342">
                  <c:v>8.4976851852843538E-2</c:v>
                </c:pt>
                <c:pt idx="7343">
                  <c:v>8.4988425922347233E-2</c:v>
                </c:pt>
                <c:pt idx="7344">
                  <c:v>8.4999999999126885E-2</c:v>
                </c:pt>
                <c:pt idx="7345">
                  <c:v>8.501157406863058E-2</c:v>
                </c:pt>
                <c:pt idx="7346">
                  <c:v>8.5023148145410232E-2</c:v>
                </c:pt>
                <c:pt idx="7347">
                  <c:v>8.5034722222189885E-2</c:v>
                </c:pt>
                <c:pt idx="7348">
                  <c:v>8.5046296291693579E-2</c:v>
                </c:pt>
                <c:pt idx="7349">
                  <c:v>8.5057870368473232E-2</c:v>
                </c:pt>
                <c:pt idx="7350">
                  <c:v>8.5069444445252884E-2</c:v>
                </c:pt>
                <c:pt idx="7351">
                  <c:v>8.5081018514756579E-2</c:v>
                </c:pt>
                <c:pt idx="7352">
                  <c:v>8.5092592591536231E-2</c:v>
                </c:pt>
                <c:pt idx="7353">
                  <c:v>8.5104166661039926E-2</c:v>
                </c:pt>
                <c:pt idx="7354">
                  <c:v>8.5115740737819578E-2</c:v>
                </c:pt>
                <c:pt idx="7355">
                  <c:v>8.5127314814599231E-2</c:v>
                </c:pt>
                <c:pt idx="7356">
                  <c:v>8.5138888884102926E-2</c:v>
                </c:pt>
                <c:pt idx="7357">
                  <c:v>8.5150462960882578E-2</c:v>
                </c:pt>
                <c:pt idx="7358">
                  <c:v>8.516203703766223E-2</c:v>
                </c:pt>
                <c:pt idx="7359">
                  <c:v>8.5173611107165925E-2</c:v>
                </c:pt>
                <c:pt idx="7360">
                  <c:v>8.5185185183945578E-2</c:v>
                </c:pt>
                <c:pt idx="7361">
                  <c:v>8.5196759253449272E-2</c:v>
                </c:pt>
                <c:pt idx="7362">
                  <c:v>8.5208333330228925E-2</c:v>
                </c:pt>
                <c:pt idx="7363">
                  <c:v>8.5219907407008577E-2</c:v>
                </c:pt>
                <c:pt idx="7364">
                  <c:v>8.5231481476512272E-2</c:v>
                </c:pt>
                <c:pt idx="7365">
                  <c:v>8.5243055553291924E-2</c:v>
                </c:pt>
                <c:pt idx="7366">
                  <c:v>8.5254629630071577E-2</c:v>
                </c:pt>
                <c:pt idx="7367">
                  <c:v>8.5266203699575271E-2</c:v>
                </c:pt>
                <c:pt idx="7368">
                  <c:v>8.5277777776354924E-2</c:v>
                </c:pt>
                <c:pt idx="7369">
                  <c:v>8.5289351853134576E-2</c:v>
                </c:pt>
                <c:pt idx="7370">
                  <c:v>8.5300925922638271E-2</c:v>
                </c:pt>
                <c:pt idx="7371">
                  <c:v>8.5312499999417923E-2</c:v>
                </c:pt>
                <c:pt idx="7372">
                  <c:v>8.5324074068921618E-2</c:v>
                </c:pt>
                <c:pt idx="7373">
                  <c:v>8.5335648145701271E-2</c:v>
                </c:pt>
                <c:pt idx="7374">
                  <c:v>8.5347222222480923E-2</c:v>
                </c:pt>
                <c:pt idx="7375">
                  <c:v>8.5358796291984618E-2</c:v>
                </c:pt>
                <c:pt idx="7376">
                  <c:v>8.537037036876427E-2</c:v>
                </c:pt>
                <c:pt idx="7377">
                  <c:v>8.5381944445543922E-2</c:v>
                </c:pt>
                <c:pt idx="7378">
                  <c:v>8.5393518515047617E-2</c:v>
                </c:pt>
                <c:pt idx="7379">
                  <c:v>8.540509259182727E-2</c:v>
                </c:pt>
                <c:pt idx="7380">
                  <c:v>8.5416666661330964E-2</c:v>
                </c:pt>
                <c:pt idx="7381">
                  <c:v>8.5428240738110617E-2</c:v>
                </c:pt>
                <c:pt idx="7382">
                  <c:v>8.5439814814890269E-2</c:v>
                </c:pt>
                <c:pt idx="7383">
                  <c:v>8.5451388884393964E-2</c:v>
                </c:pt>
                <c:pt idx="7384">
                  <c:v>8.5462962961173616E-2</c:v>
                </c:pt>
                <c:pt idx="7385">
                  <c:v>8.5474537037953269E-2</c:v>
                </c:pt>
                <c:pt idx="7386">
                  <c:v>8.5486111107456964E-2</c:v>
                </c:pt>
                <c:pt idx="7387">
                  <c:v>8.5497685184236616E-2</c:v>
                </c:pt>
                <c:pt idx="7388">
                  <c:v>8.5509259253740311E-2</c:v>
                </c:pt>
                <c:pt idx="7389">
                  <c:v>8.5520833330519963E-2</c:v>
                </c:pt>
                <c:pt idx="7390">
                  <c:v>8.5532407407299615E-2</c:v>
                </c:pt>
                <c:pt idx="7391">
                  <c:v>8.554398147680331E-2</c:v>
                </c:pt>
                <c:pt idx="7392">
                  <c:v>8.5555555553582963E-2</c:v>
                </c:pt>
                <c:pt idx="7393">
                  <c:v>8.5567129630362615E-2</c:v>
                </c:pt>
                <c:pt idx="7394">
                  <c:v>8.557870369986631E-2</c:v>
                </c:pt>
                <c:pt idx="7395">
                  <c:v>8.5590277776645962E-2</c:v>
                </c:pt>
                <c:pt idx="7396">
                  <c:v>8.5601851846149657E-2</c:v>
                </c:pt>
                <c:pt idx="7397">
                  <c:v>8.5613425922929309E-2</c:v>
                </c:pt>
                <c:pt idx="7398">
                  <c:v>8.5624999999708962E-2</c:v>
                </c:pt>
                <c:pt idx="7399">
                  <c:v>8.5636574069212656E-2</c:v>
                </c:pt>
                <c:pt idx="7400">
                  <c:v>8.5648148145992309E-2</c:v>
                </c:pt>
                <c:pt idx="7401">
                  <c:v>8.5659722222771961E-2</c:v>
                </c:pt>
                <c:pt idx="7402">
                  <c:v>8.5671296292275656E-2</c:v>
                </c:pt>
                <c:pt idx="7403">
                  <c:v>8.5682870369055308E-2</c:v>
                </c:pt>
                <c:pt idx="7404">
                  <c:v>8.5694444438559003E-2</c:v>
                </c:pt>
                <c:pt idx="7405">
                  <c:v>8.5706018515338656E-2</c:v>
                </c:pt>
                <c:pt idx="7406">
                  <c:v>8.5717592592118308E-2</c:v>
                </c:pt>
                <c:pt idx="7407">
                  <c:v>8.5729166661622003E-2</c:v>
                </c:pt>
                <c:pt idx="7408">
                  <c:v>8.5740740738401655E-2</c:v>
                </c:pt>
                <c:pt idx="7409">
                  <c:v>8.5752314815181307E-2</c:v>
                </c:pt>
                <c:pt idx="7410">
                  <c:v>8.5763888884685002E-2</c:v>
                </c:pt>
                <c:pt idx="7411">
                  <c:v>8.5775462961464655E-2</c:v>
                </c:pt>
                <c:pt idx="7412">
                  <c:v>8.5787037038244307E-2</c:v>
                </c:pt>
                <c:pt idx="7413">
                  <c:v>8.5798611107748002E-2</c:v>
                </c:pt>
                <c:pt idx="7414">
                  <c:v>8.5810185184527654E-2</c:v>
                </c:pt>
                <c:pt idx="7415">
                  <c:v>8.5821759254031349E-2</c:v>
                </c:pt>
                <c:pt idx="7416">
                  <c:v>8.5833333330811001E-2</c:v>
                </c:pt>
                <c:pt idx="7417">
                  <c:v>8.5844907407590654E-2</c:v>
                </c:pt>
                <c:pt idx="7418">
                  <c:v>8.5856481477094349E-2</c:v>
                </c:pt>
                <c:pt idx="7419">
                  <c:v>8.5868055553874001E-2</c:v>
                </c:pt>
                <c:pt idx="7420">
                  <c:v>8.5879629630653653E-2</c:v>
                </c:pt>
                <c:pt idx="7421">
                  <c:v>8.5891203700157348E-2</c:v>
                </c:pt>
                <c:pt idx="7422">
                  <c:v>8.5902777776937E-2</c:v>
                </c:pt>
                <c:pt idx="7423">
                  <c:v>8.5914351846440695E-2</c:v>
                </c:pt>
                <c:pt idx="7424">
                  <c:v>8.5925925923220348E-2</c:v>
                </c:pt>
                <c:pt idx="7425">
                  <c:v>8.59375E-2</c:v>
                </c:pt>
                <c:pt idx="7426">
                  <c:v>8.5949074069503695E-2</c:v>
                </c:pt>
                <c:pt idx="7427">
                  <c:v>8.5960648146283347E-2</c:v>
                </c:pt>
                <c:pt idx="7428">
                  <c:v>8.5972222223063E-2</c:v>
                </c:pt>
                <c:pt idx="7429">
                  <c:v>8.5983796292566694E-2</c:v>
                </c:pt>
                <c:pt idx="7430">
                  <c:v>8.5995370369346347E-2</c:v>
                </c:pt>
                <c:pt idx="7431">
                  <c:v>8.6006944438850041E-2</c:v>
                </c:pt>
                <c:pt idx="7432">
                  <c:v>8.6018518515629694E-2</c:v>
                </c:pt>
                <c:pt idx="7433">
                  <c:v>8.6030092592409346E-2</c:v>
                </c:pt>
                <c:pt idx="7434">
                  <c:v>8.6041666661913041E-2</c:v>
                </c:pt>
                <c:pt idx="7435">
                  <c:v>8.6053240738692693E-2</c:v>
                </c:pt>
                <c:pt idx="7436">
                  <c:v>8.6064814815472346E-2</c:v>
                </c:pt>
                <c:pt idx="7437">
                  <c:v>8.6076388884976041E-2</c:v>
                </c:pt>
                <c:pt idx="7438">
                  <c:v>8.6087962961755693E-2</c:v>
                </c:pt>
                <c:pt idx="7439">
                  <c:v>8.6099537031259388E-2</c:v>
                </c:pt>
                <c:pt idx="7440">
                  <c:v>8.611111110803904E-2</c:v>
                </c:pt>
                <c:pt idx="7441">
                  <c:v>8.6122685184818693E-2</c:v>
                </c:pt>
                <c:pt idx="7442">
                  <c:v>8.6134259254322387E-2</c:v>
                </c:pt>
                <c:pt idx="7443">
                  <c:v>8.614583333110204E-2</c:v>
                </c:pt>
                <c:pt idx="7444">
                  <c:v>8.6157407407881692E-2</c:v>
                </c:pt>
                <c:pt idx="7445">
                  <c:v>8.6168981477385387E-2</c:v>
                </c:pt>
                <c:pt idx="7446">
                  <c:v>8.6180555554165039E-2</c:v>
                </c:pt>
                <c:pt idx="7447">
                  <c:v>8.6192129630944692E-2</c:v>
                </c:pt>
                <c:pt idx="7448">
                  <c:v>8.6203703700448386E-2</c:v>
                </c:pt>
                <c:pt idx="7449">
                  <c:v>8.6215277777228039E-2</c:v>
                </c:pt>
                <c:pt idx="7450">
                  <c:v>8.6226851846731734E-2</c:v>
                </c:pt>
                <c:pt idx="7451">
                  <c:v>8.6238425923511386E-2</c:v>
                </c:pt>
                <c:pt idx="7452">
                  <c:v>8.6250000000291038E-2</c:v>
                </c:pt>
                <c:pt idx="7453">
                  <c:v>8.6261574069794733E-2</c:v>
                </c:pt>
                <c:pt idx="7454">
                  <c:v>8.6273148146574385E-2</c:v>
                </c:pt>
                <c:pt idx="7455">
                  <c:v>8.6284722223354038E-2</c:v>
                </c:pt>
                <c:pt idx="7456">
                  <c:v>8.6296296292857733E-2</c:v>
                </c:pt>
                <c:pt idx="7457">
                  <c:v>8.6307870369637385E-2</c:v>
                </c:pt>
                <c:pt idx="7458">
                  <c:v>8.631944443914108E-2</c:v>
                </c:pt>
                <c:pt idx="7459">
                  <c:v>8.6331018515920732E-2</c:v>
                </c:pt>
                <c:pt idx="7460">
                  <c:v>8.6342592592700385E-2</c:v>
                </c:pt>
                <c:pt idx="7461">
                  <c:v>8.6354166662204079E-2</c:v>
                </c:pt>
                <c:pt idx="7462">
                  <c:v>8.6365740738983732E-2</c:v>
                </c:pt>
                <c:pt idx="7463">
                  <c:v>8.6377314815763384E-2</c:v>
                </c:pt>
                <c:pt idx="7464">
                  <c:v>8.6388888885267079E-2</c:v>
                </c:pt>
                <c:pt idx="7465">
                  <c:v>8.6400462962046731E-2</c:v>
                </c:pt>
                <c:pt idx="7466">
                  <c:v>8.6412037031550426E-2</c:v>
                </c:pt>
                <c:pt idx="7467">
                  <c:v>8.6423611108330078E-2</c:v>
                </c:pt>
                <c:pt idx="7468">
                  <c:v>8.6435185185109731E-2</c:v>
                </c:pt>
                <c:pt idx="7469">
                  <c:v>8.6446759254613426E-2</c:v>
                </c:pt>
                <c:pt idx="7470">
                  <c:v>8.6458333331393078E-2</c:v>
                </c:pt>
                <c:pt idx="7471">
                  <c:v>8.646990740817273E-2</c:v>
                </c:pt>
                <c:pt idx="7472">
                  <c:v>8.6481481477676425E-2</c:v>
                </c:pt>
                <c:pt idx="7473">
                  <c:v>8.6493055554456078E-2</c:v>
                </c:pt>
                <c:pt idx="7474">
                  <c:v>8.6504629623959772E-2</c:v>
                </c:pt>
                <c:pt idx="7475">
                  <c:v>8.6516203700739425E-2</c:v>
                </c:pt>
                <c:pt idx="7476">
                  <c:v>8.6527777777519077E-2</c:v>
                </c:pt>
                <c:pt idx="7477">
                  <c:v>8.6539351847022772E-2</c:v>
                </c:pt>
                <c:pt idx="7478">
                  <c:v>8.6550925923802424E-2</c:v>
                </c:pt>
                <c:pt idx="7479">
                  <c:v>8.6562500000582077E-2</c:v>
                </c:pt>
                <c:pt idx="7480">
                  <c:v>8.6574074070085771E-2</c:v>
                </c:pt>
                <c:pt idx="7481">
                  <c:v>8.6585648146865424E-2</c:v>
                </c:pt>
                <c:pt idx="7482">
                  <c:v>8.6597222216369119E-2</c:v>
                </c:pt>
                <c:pt idx="7483">
                  <c:v>8.6608796293148771E-2</c:v>
                </c:pt>
                <c:pt idx="7484">
                  <c:v>8.6620370369928423E-2</c:v>
                </c:pt>
                <c:pt idx="7485">
                  <c:v>8.6631944439432118E-2</c:v>
                </c:pt>
                <c:pt idx="7486">
                  <c:v>8.664351851621177E-2</c:v>
                </c:pt>
                <c:pt idx="7487">
                  <c:v>8.6655092592991423E-2</c:v>
                </c:pt>
                <c:pt idx="7488">
                  <c:v>8.6666666662495118E-2</c:v>
                </c:pt>
                <c:pt idx="7489">
                  <c:v>8.667824073927477E-2</c:v>
                </c:pt>
                <c:pt idx="7490">
                  <c:v>8.6689814816054422E-2</c:v>
                </c:pt>
                <c:pt idx="7491">
                  <c:v>8.6701388885558117E-2</c:v>
                </c:pt>
                <c:pt idx="7492">
                  <c:v>8.671296296233777E-2</c:v>
                </c:pt>
                <c:pt idx="7493">
                  <c:v>8.6724537031841464E-2</c:v>
                </c:pt>
                <c:pt idx="7494">
                  <c:v>8.6736111108621117E-2</c:v>
                </c:pt>
                <c:pt idx="7495">
                  <c:v>8.6747685185400769E-2</c:v>
                </c:pt>
                <c:pt idx="7496">
                  <c:v>8.6759259254904464E-2</c:v>
                </c:pt>
                <c:pt idx="7497">
                  <c:v>8.6770833331684116E-2</c:v>
                </c:pt>
                <c:pt idx="7498">
                  <c:v>8.6782407408463769E-2</c:v>
                </c:pt>
                <c:pt idx="7499">
                  <c:v>8.6793981477967463E-2</c:v>
                </c:pt>
                <c:pt idx="7500">
                  <c:v>8.6805555554747116E-2</c:v>
                </c:pt>
                <c:pt idx="7501">
                  <c:v>8.6817129624250811E-2</c:v>
                </c:pt>
                <c:pt idx="7502">
                  <c:v>8.6828703701030463E-2</c:v>
                </c:pt>
                <c:pt idx="7503">
                  <c:v>8.6840277777810115E-2</c:v>
                </c:pt>
                <c:pt idx="7504">
                  <c:v>8.685185184731381E-2</c:v>
                </c:pt>
                <c:pt idx="7505">
                  <c:v>8.6863425924093463E-2</c:v>
                </c:pt>
                <c:pt idx="7506">
                  <c:v>8.6875000000873115E-2</c:v>
                </c:pt>
                <c:pt idx="7507">
                  <c:v>8.688657407037681E-2</c:v>
                </c:pt>
                <c:pt idx="7508">
                  <c:v>8.6898148147156462E-2</c:v>
                </c:pt>
                <c:pt idx="7509">
                  <c:v>8.6909722216660157E-2</c:v>
                </c:pt>
                <c:pt idx="7510">
                  <c:v>8.6921296293439809E-2</c:v>
                </c:pt>
                <c:pt idx="7511">
                  <c:v>8.6932870370219462E-2</c:v>
                </c:pt>
                <c:pt idx="7512">
                  <c:v>8.6944444439723156E-2</c:v>
                </c:pt>
                <c:pt idx="7513">
                  <c:v>8.6956018516502809E-2</c:v>
                </c:pt>
                <c:pt idx="7514">
                  <c:v>8.6967592593282461E-2</c:v>
                </c:pt>
                <c:pt idx="7515">
                  <c:v>8.6979166662786156E-2</c:v>
                </c:pt>
                <c:pt idx="7516">
                  <c:v>8.6990740739565808E-2</c:v>
                </c:pt>
                <c:pt idx="7517">
                  <c:v>8.7002314809069503E-2</c:v>
                </c:pt>
                <c:pt idx="7518">
                  <c:v>8.7013888885849155E-2</c:v>
                </c:pt>
                <c:pt idx="7519">
                  <c:v>8.7025462962628808E-2</c:v>
                </c:pt>
                <c:pt idx="7520">
                  <c:v>8.7037037032132503E-2</c:v>
                </c:pt>
                <c:pt idx="7521">
                  <c:v>8.7048611108912155E-2</c:v>
                </c:pt>
                <c:pt idx="7522">
                  <c:v>8.7060185185691807E-2</c:v>
                </c:pt>
                <c:pt idx="7523">
                  <c:v>8.7071759255195502E-2</c:v>
                </c:pt>
                <c:pt idx="7524">
                  <c:v>8.7083333331975155E-2</c:v>
                </c:pt>
                <c:pt idx="7525">
                  <c:v>8.7094907401478849E-2</c:v>
                </c:pt>
                <c:pt idx="7526">
                  <c:v>8.7106481478258502E-2</c:v>
                </c:pt>
                <c:pt idx="7527">
                  <c:v>8.7118055555038154E-2</c:v>
                </c:pt>
                <c:pt idx="7528">
                  <c:v>8.7129629624541849E-2</c:v>
                </c:pt>
                <c:pt idx="7529">
                  <c:v>8.7141203701321501E-2</c:v>
                </c:pt>
                <c:pt idx="7530">
                  <c:v>8.7152777778101154E-2</c:v>
                </c:pt>
                <c:pt idx="7531">
                  <c:v>8.7164351847604848E-2</c:v>
                </c:pt>
                <c:pt idx="7532">
                  <c:v>8.7175925924384501E-2</c:v>
                </c:pt>
                <c:pt idx="7533">
                  <c:v>8.7187500001164153E-2</c:v>
                </c:pt>
                <c:pt idx="7534">
                  <c:v>8.7199074070667848E-2</c:v>
                </c:pt>
                <c:pt idx="7535">
                  <c:v>8.72106481474475E-2</c:v>
                </c:pt>
                <c:pt idx="7536">
                  <c:v>8.7222222216951195E-2</c:v>
                </c:pt>
                <c:pt idx="7537">
                  <c:v>8.7233796293730848E-2</c:v>
                </c:pt>
                <c:pt idx="7538">
                  <c:v>8.72453703705105E-2</c:v>
                </c:pt>
                <c:pt idx="7539">
                  <c:v>8.7256944440014195E-2</c:v>
                </c:pt>
                <c:pt idx="7540">
                  <c:v>8.7268518516793847E-2</c:v>
                </c:pt>
                <c:pt idx="7541">
                  <c:v>8.7280092593573499E-2</c:v>
                </c:pt>
                <c:pt idx="7542">
                  <c:v>8.7291666663077194E-2</c:v>
                </c:pt>
                <c:pt idx="7543">
                  <c:v>8.7303240739856847E-2</c:v>
                </c:pt>
                <c:pt idx="7544">
                  <c:v>8.7314814809360541E-2</c:v>
                </c:pt>
                <c:pt idx="7545">
                  <c:v>8.7326388886140194E-2</c:v>
                </c:pt>
                <c:pt idx="7546">
                  <c:v>8.7337962962919846E-2</c:v>
                </c:pt>
                <c:pt idx="7547">
                  <c:v>8.7349537032423541E-2</c:v>
                </c:pt>
                <c:pt idx="7548">
                  <c:v>8.7361111109203193E-2</c:v>
                </c:pt>
                <c:pt idx="7549">
                  <c:v>8.7372685185982846E-2</c:v>
                </c:pt>
                <c:pt idx="7550">
                  <c:v>8.738425925548654E-2</c:v>
                </c:pt>
                <c:pt idx="7551">
                  <c:v>8.7395833332266193E-2</c:v>
                </c:pt>
                <c:pt idx="7552">
                  <c:v>8.7407407401769888E-2</c:v>
                </c:pt>
                <c:pt idx="7553">
                  <c:v>8.741898147854954E-2</c:v>
                </c:pt>
                <c:pt idx="7554">
                  <c:v>8.7430555555329192E-2</c:v>
                </c:pt>
                <c:pt idx="7555">
                  <c:v>8.7442129624832887E-2</c:v>
                </c:pt>
                <c:pt idx="7556">
                  <c:v>8.745370370161254E-2</c:v>
                </c:pt>
                <c:pt idx="7557">
                  <c:v>8.7465277778392192E-2</c:v>
                </c:pt>
                <c:pt idx="7558">
                  <c:v>8.7476851847895887E-2</c:v>
                </c:pt>
                <c:pt idx="7559">
                  <c:v>8.7488425924675539E-2</c:v>
                </c:pt>
                <c:pt idx="7560">
                  <c:v>8.7499999994179234E-2</c:v>
                </c:pt>
                <c:pt idx="7561">
                  <c:v>8.7511574070958886E-2</c:v>
                </c:pt>
                <c:pt idx="7562">
                  <c:v>8.7523148147738539E-2</c:v>
                </c:pt>
                <c:pt idx="7563">
                  <c:v>8.7534722217242233E-2</c:v>
                </c:pt>
                <c:pt idx="7564">
                  <c:v>8.7546296294021886E-2</c:v>
                </c:pt>
                <c:pt idx="7565">
                  <c:v>8.7557870370801538E-2</c:v>
                </c:pt>
                <c:pt idx="7566">
                  <c:v>8.7569444440305233E-2</c:v>
                </c:pt>
                <c:pt idx="7567">
                  <c:v>8.7581018517084885E-2</c:v>
                </c:pt>
                <c:pt idx="7568">
                  <c:v>8.7592592593864538E-2</c:v>
                </c:pt>
                <c:pt idx="7569">
                  <c:v>8.7604166663368233E-2</c:v>
                </c:pt>
                <c:pt idx="7570">
                  <c:v>8.7615740740147885E-2</c:v>
                </c:pt>
                <c:pt idx="7571">
                  <c:v>8.762731480965158E-2</c:v>
                </c:pt>
                <c:pt idx="7572">
                  <c:v>8.7638888886431232E-2</c:v>
                </c:pt>
                <c:pt idx="7573">
                  <c:v>8.7650462963210884E-2</c:v>
                </c:pt>
                <c:pt idx="7574">
                  <c:v>8.7662037032714579E-2</c:v>
                </c:pt>
                <c:pt idx="7575">
                  <c:v>8.7673611109494232E-2</c:v>
                </c:pt>
                <c:pt idx="7576">
                  <c:v>8.7685185186273884E-2</c:v>
                </c:pt>
                <c:pt idx="7577">
                  <c:v>8.7696759255777579E-2</c:v>
                </c:pt>
                <c:pt idx="7578">
                  <c:v>8.7708333332557231E-2</c:v>
                </c:pt>
                <c:pt idx="7579">
                  <c:v>8.7719907402060926E-2</c:v>
                </c:pt>
                <c:pt idx="7580">
                  <c:v>8.7731481478840578E-2</c:v>
                </c:pt>
                <c:pt idx="7581">
                  <c:v>8.7743055555620231E-2</c:v>
                </c:pt>
                <c:pt idx="7582">
                  <c:v>8.7754629625123926E-2</c:v>
                </c:pt>
                <c:pt idx="7583">
                  <c:v>8.7766203701903578E-2</c:v>
                </c:pt>
                <c:pt idx="7584">
                  <c:v>8.777777777868323E-2</c:v>
                </c:pt>
                <c:pt idx="7585">
                  <c:v>8.7789351848186925E-2</c:v>
                </c:pt>
                <c:pt idx="7586">
                  <c:v>8.7800925924966577E-2</c:v>
                </c:pt>
                <c:pt idx="7587">
                  <c:v>8.7812499994470272E-2</c:v>
                </c:pt>
                <c:pt idx="7588">
                  <c:v>8.7824074071249925E-2</c:v>
                </c:pt>
                <c:pt idx="7589">
                  <c:v>8.7835648148029577E-2</c:v>
                </c:pt>
                <c:pt idx="7590">
                  <c:v>8.7847222217533272E-2</c:v>
                </c:pt>
                <c:pt idx="7591">
                  <c:v>8.7858796294312924E-2</c:v>
                </c:pt>
                <c:pt idx="7592">
                  <c:v>8.7870370371092577E-2</c:v>
                </c:pt>
                <c:pt idx="7593">
                  <c:v>8.7881944440596271E-2</c:v>
                </c:pt>
                <c:pt idx="7594">
                  <c:v>8.7893518517375924E-2</c:v>
                </c:pt>
                <c:pt idx="7595">
                  <c:v>8.7905092586879618E-2</c:v>
                </c:pt>
                <c:pt idx="7596">
                  <c:v>8.7916666663659271E-2</c:v>
                </c:pt>
                <c:pt idx="7597">
                  <c:v>8.7928240740438923E-2</c:v>
                </c:pt>
                <c:pt idx="7598">
                  <c:v>8.7939814809942618E-2</c:v>
                </c:pt>
                <c:pt idx="7599">
                  <c:v>8.795138888672227E-2</c:v>
                </c:pt>
                <c:pt idx="7600">
                  <c:v>8.7962962963501923E-2</c:v>
                </c:pt>
                <c:pt idx="7601">
                  <c:v>8.7974537033005618E-2</c:v>
                </c:pt>
                <c:pt idx="7602">
                  <c:v>8.798611110978527E-2</c:v>
                </c:pt>
                <c:pt idx="7603">
                  <c:v>8.7997685179288965E-2</c:v>
                </c:pt>
                <c:pt idx="7604">
                  <c:v>8.8009259256068617E-2</c:v>
                </c:pt>
                <c:pt idx="7605">
                  <c:v>8.8020833332848269E-2</c:v>
                </c:pt>
                <c:pt idx="7606">
                  <c:v>8.8032407402351964E-2</c:v>
                </c:pt>
                <c:pt idx="7607">
                  <c:v>8.8043981479131617E-2</c:v>
                </c:pt>
                <c:pt idx="7608">
                  <c:v>8.8055555555911269E-2</c:v>
                </c:pt>
                <c:pt idx="7609">
                  <c:v>8.8067129625414964E-2</c:v>
                </c:pt>
                <c:pt idx="7610">
                  <c:v>8.8078703702194616E-2</c:v>
                </c:pt>
                <c:pt idx="7611">
                  <c:v>8.8090277778974269E-2</c:v>
                </c:pt>
                <c:pt idx="7612">
                  <c:v>8.8101851848477963E-2</c:v>
                </c:pt>
                <c:pt idx="7613">
                  <c:v>8.8113425925257616E-2</c:v>
                </c:pt>
                <c:pt idx="7614">
                  <c:v>8.8124999994761311E-2</c:v>
                </c:pt>
                <c:pt idx="7615">
                  <c:v>8.8136574071540963E-2</c:v>
                </c:pt>
                <c:pt idx="7616">
                  <c:v>8.8148148148320615E-2</c:v>
                </c:pt>
                <c:pt idx="7617">
                  <c:v>8.815972221782431E-2</c:v>
                </c:pt>
                <c:pt idx="7618">
                  <c:v>8.8171296294603962E-2</c:v>
                </c:pt>
                <c:pt idx="7619">
                  <c:v>8.8182870371383615E-2</c:v>
                </c:pt>
                <c:pt idx="7620">
                  <c:v>8.819444444088731E-2</c:v>
                </c:pt>
                <c:pt idx="7621">
                  <c:v>8.8206018517666962E-2</c:v>
                </c:pt>
                <c:pt idx="7622">
                  <c:v>8.8217592587170657E-2</c:v>
                </c:pt>
                <c:pt idx="7623">
                  <c:v>8.8229166663950309E-2</c:v>
                </c:pt>
                <c:pt idx="7624">
                  <c:v>8.8240740740729962E-2</c:v>
                </c:pt>
                <c:pt idx="7625">
                  <c:v>8.8252314810233656E-2</c:v>
                </c:pt>
                <c:pt idx="7626">
                  <c:v>8.8263888887013309E-2</c:v>
                </c:pt>
                <c:pt idx="7627">
                  <c:v>8.8275462963792961E-2</c:v>
                </c:pt>
                <c:pt idx="7628">
                  <c:v>8.8287037033296656E-2</c:v>
                </c:pt>
                <c:pt idx="7629">
                  <c:v>8.8298611110076308E-2</c:v>
                </c:pt>
                <c:pt idx="7630">
                  <c:v>8.8310185179580003E-2</c:v>
                </c:pt>
                <c:pt idx="7631">
                  <c:v>8.8321759256359655E-2</c:v>
                </c:pt>
                <c:pt idx="7632">
                  <c:v>8.8333333333139308E-2</c:v>
                </c:pt>
                <c:pt idx="7633">
                  <c:v>8.8344907402643003E-2</c:v>
                </c:pt>
                <c:pt idx="7634">
                  <c:v>8.8356481479422655E-2</c:v>
                </c:pt>
                <c:pt idx="7635">
                  <c:v>8.8368055556202307E-2</c:v>
                </c:pt>
                <c:pt idx="7636">
                  <c:v>8.8379629625706002E-2</c:v>
                </c:pt>
                <c:pt idx="7637">
                  <c:v>8.8391203702485655E-2</c:v>
                </c:pt>
                <c:pt idx="7638">
                  <c:v>8.8402777771989349E-2</c:v>
                </c:pt>
                <c:pt idx="7639">
                  <c:v>8.8414351848769002E-2</c:v>
                </c:pt>
                <c:pt idx="7640">
                  <c:v>8.8425925925548654E-2</c:v>
                </c:pt>
                <c:pt idx="7641">
                  <c:v>8.8437499995052349E-2</c:v>
                </c:pt>
                <c:pt idx="7642">
                  <c:v>8.8449074071832001E-2</c:v>
                </c:pt>
                <c:pt idx="7643">
                  <c:v>8.8460648148611654E-2</c:v>
                </c:pt>
                <c:pt idx="7644">
                  <c:v>8.8472222218115348E-2</c:v>
                </c:pt>
                <c:pt idx="7645">
                  <c:v>8.8483796294895001E-2</c:v>
                </c:pt>
                <c:pt idx="7646">
                  <c:v>8.8495370371674653E-2</c:v>
                </c:pt>
                <c:pt idx="7647">
                  <c:v>8.8506944441178348E-2</c:v>
                </c:pt>
                <c:pt idx="7648">
                  <c:v>8.8518518517958E-2</c:v>
                </c:pt>
                <c:pt idx="7649">
                  <c:v>8.8530092587461695E-2</c:v>
                </c:pt>
                <c:pt idx="7650">
                  <c:v>8.8541666664241347E-2</c:v>
                </c:pt>
                <c:pt idx="7651">
                  <c:v>8.8553240741021E-2</c:v>
                </c:pt>
                <c:pt idx="7652">
                  <c:v>8.8564814810524695E-2</c:v>
                </c:pt>
                <c:pt idx="7653">
                  <c:v>8.8576388887304347E-2</c:v>
                </c:pt>
                <c:pt idx="7654">
                  <c:v>8.8587962964083999E-2</c:v>
                </c:pt>
                <c:pt idx="7655">
                  <c:v>8.8599537033587694E-2</c:v>
                </c:pt>
                <c:pt idx="7656">
                  <c:v>8.8611111110367347E-2</c:v>
                </c:pt>
                <c:pt idx="7657">
                  <c:v>8.8622685179871041E-2</c:v>
                </c:pt>
                <c:pt idx="7658">
                  <c:v>8.8634259256650694E-2</c:v>
                </c:pt>
                <c:pt idx="7659">
                  <c:v>8.8645833333430346E-2</c:v>
                </c:pt>
                <c:pt idx="7660">
                  <c:v>8.8657407402934041E-2</c:v>
                </c:pt>
                <c:pt idx="7661">
                  <c:v>8.8668981479713693E-2</c:v>
                </c:pt>
                <c:pt idx="7662">
                  <c:v>8.8680555556493346E-2</c:v>
                </c:pt>
                <c:pt idx="7663">
                  <c:v>8.869212962599704E-2</c:v>
                </c:pt>
                <c:pt idx="7664">
                  <c:v>8.8703703702776693E-2</c:v>
                </c:pt>
                <c:pt idx="7665">
                  <c:v>8.8715277772280388E-2</c:v>
                </c:pt>
                <c:pt idx="7666">
                  <c:v>8.872685184906004E-2</c:v>
                </c:pt>
                <c:pt idx="7667">
                  <c:v>8.8738425925839692E-2</c:v>
                </c:pt>
                <c:pt idx="7668">
                  <c:v>8.8749999995343387E-2</c:v>
                </c:pt>
                <c:pt idx="7669">
                  <c:v>8.876157407212304E-2</c:v>
                </c:pt>
                <c:pt idx="7670">
                  <c:v>8.8773148148902692E-2</c:v>
                </c:pt>
                <c:pt idx="7671">
                  <c:v>8.8784722218406387E-2</c:v>
                </c:pt>
                <c:pt idx="7672">
                  <c:v>8.8796296295186039E-2</c:v>
                </c:pt>
                <c:pt idx="7673">
                  <c:v>8.8807870364689734E-2</c:v>
                </c:pt>
                <c:pt idx="7674">
                  <c:v>8.8819444441469386E-2</c:v>
                </c:pt>
                <c:pt idx="7675">
                  <c:v>8.8831018518249039E-2</c:v>
                </c:pt>
                <c:pt idx="7676">
                  <c:v>8.8842592587752733E-2</c:v>
                </c:pt>
                <c:pt idx="7677">
                  <c:v>8.8854166664532386E-2</c:v>
                </c:pt>
                <c:pt idx="7678">
                  <c:v>8.8865740741312038E-2</c:v>
                </c:pt>
                <c:pt idx="7679">
                  <c:v>8.8877314810815733E-2</c:v>
                </c:pt>
                <c:pt idx="7680">
                  <c:v>8.8888888887595385E-2</c:v>
                </c:pt>
                <c:pt idx="7681">
                  <c:v>8.890046295709908E-2</c:v>
                </c:pt>
                <c:pt idx="7682">
                  <c:v>8.8912037033878732E-2</c:v>
                </c:pt>
                <c:pt idx="7683">
                  <c:v>8.8923611110658385E-2</c:v>
                </c:pt>
                <c:pt idx="7684">
                  <c:v>8.893518518016208E-2</c:v>
                </c:pt>
                <c:pt idx="7685">
                  <c:v>8.8946759256941732E-2</c:v>
                </c:pt>
                <c:pt idx="7686">
                  <c:v>8.8958333333721384E-2</c:v>
                </c:pt>
                <c:pt idx="7687">
                  <c:v>8.8969907403225079E-2</c:v>
                </c:pt>
                <c:pt idx="7688">
                  <c:v>8.8981481480004732E-2</c:v>
                </c:pt>
                <c:pt idx="7689">
                  <c:v>8.8993055556784384E-2</c:v>
                </c:pt>
                <c:pt idx="7690">
                  <c:v>8.9004629626288079E-2</c:v>
                </c:pt>
                <c:pt idx="7691">
                  <c:v>8.9016203703067731E-2</c:v>
                </c:pt>
                <c:pt idx="7692">
                  <c:v>8.9027777772571426E-2</c:v>
                </c:pt>
                <c:pt idx="7693">
                  <c:v>8.9039351849351078E-2</c:v>
                </c:pt>
                <c:pt idx="7694">
                  <c:v>8.9050925926130731E-2</c:v>
                </c:pt>
                <c:pt idx="7695">
                  <c:v>8.9062499995634425E-2</c:v>
                </c:pt>
                <c:pt idx="7696">
                  <c:v>8.9074074072414078E-2</c:v>
                </c:pt>
                <c:pt idx="7697">
                  <c:v>8.908564814919373E-2</c:v>
                </c:pt>
                <c:pt idx="7698">
                  <c:v>8.9097222218697425E-2</c:v>
                </c:pt>
                <c:pt idx="7699">
                  <c:v>8.9108796295477077E-2</c:v>
                </c:pt>
                <c:pt idx="7700">
                  <c:v>8.9120370364980772E-2</c:v>
                </c:pt>
                <c:pt idx="7701">
                  <c:v>8.9131944441760425E-2</c:v>
                </c:pt>
                <c:pt idx="7702">
                  <c:v>8.9143518518540077E-2</c:v>
                </c:pt>
                <c:pt idx="7703">
                  <c:v>8.9155092588043772E-2</c:v>
                </c:pt>
                <c:pt idx="7704">
                  <c:v>8.9166666664823424E-2</c:v>
                </c:pt>
                <c:pt idx="7705">
                  <c:v>8.9178240741603076E-2</c:v>
                </c:pt>
                <c:pt idx="7706">
                  <c:v>8.9189814811106771E-2</c:v>
                </c:pt>
                <c:pt idx="7707">
                  <c:v>8.9201388887886424E-2</c:v>
                </c:pt>
                <c:pt idx="7708">
                  <c:v>8.9212962957390118E-2</c:v>
                </c:pt>
                <c:pt idx="7709">
                  <c:v>8.9224537034169771E-2</c:v>
                </c:pt>
                <c:pt idx="7710">
                  <c:v>8.9236111110949423E-2</c:v>
                </c:pt>
                <c:pt idx="7711">
                  <c:v>8.9247685180453118E-2</c:v>
                </c:pt>
                <c:pt idx="7712">
                  <c:v>8.925925925723277E-2</c:v>
                </c:pt>
                <c:pt idx="7713">
                  <c:v>8.9270833334012423E-2</c:v>
                </c:pt>
                <c:pt idx="7714">
                  <c:v>8.9282407403516117E-2</c:v>
                </c:pt>
                <c:pt idx="7715">
                  <c:v>8.929398148029577E-2</c:v>
                </c:pt>
                <c:pt idx="7716">
                  <c:v>8.9305555549799465E-2</c:v>
                </c:pt>
                <c:pt idx="7717">
                  <c:v>8.9317129626579117E-2</c:v>
                </c:pt>
                <c:pt idx="7718">
                  <c:v>8.9328703703358769E-2</c:v>
                </c:pt>
                <c:pt idx="7719">
                  <c:v>8.9340277772862464E-2</c:v>
                </c:pt>
                <c:pt idx="7720">
                  <c:v>8.9351851849642117E-2</c:v>
                </c:pt>
                <c:pt idx="7721">
                  <c:v>8.9363425926421769E-2</c:v>
                </c:pt>
                <c:pt idx="7722">
                  <c:v>8.9374999995925464E-2</c:v>
                </c:pt>
                <c:pt idx="7723">
                  <c:v>8.9386574072705116E-2</c:v>
                </c:pt>
                <c:pt idx="7724">
                  <c:v>8.9398148149484769E-2</c:v>
                </c:pt>
                <c:pt idx="7725">
                  <c:v>8.9409722218988463E-2</c:v>
                </c:pt>
                <c:pt idx="7726">
                  <c:v>8.9421296295768116E-2</c:v>
                </c:pt>
                <c:pt idx="7727">
                  <c:v>8.943287036527181E-2</c:v>
                </c:pt>
                <c:pt idx="7728">
                  <c:v>8.9444444442051463E-2</c:v>
                </c:pt>
                <c:pt idx="7729">
                  <c:v>8.9456018518831115E-2</c:v>
                </c:pt>
                <c:pt idx="7730">
                  <c:v>8.946759258833481E-2</c:v>
                </c:pt>
                <c:pt idx="7731">
                  <c:v>8.9479166665114462E-2</c:v>
                </c:pt>
                <c:pt idx="7732">
                  <c:v>8.9490740741894115E-2</c:v>
                </c:pt>
                <c:pt idx="7733">
                  <c:v>8.950231481139781E-2</c:v>
                </c:pt>
                <c:pt idx="7734">
                  <c:v>8.9513888888177462E-2</c:v>
                </c:pt>
                <c:pt idx="7735">
                  <c:v>8.9525462957681157E-2</c:v>
                </c:pt>
                <c:pt idx="7736">
                  <c:v>8.9537037034460809E-2</c:v>
                </c:pt>
                <c:pt idx="7737">
                  <c:v>8.9548611111240461E-2</c:v>
                </c:pt>
                <c:pt idx="7738">
                  <c:v>8.9560185180744156E-2</c:v>
                </c:pt>
                <c:pt idx="7739">
                  <c:v>8.9571759257523809E-2</c:v>
                </c:pt>
                <c:pt idx="7740">
                  <c:v>8.9583333334303461E-2</c:v>
                </c:pt>
                <c:pt idx="7741">
                  <c:v>8.9594907403807156E-2</c:v>
                </c:pt>
                <c:pt idx="7742">
                  <c:v>8.9606481480586808E-2</c:v>
                </c:pt>
                <c:pt idx="7743">
                  <c:v>8.9618055550090503E-2</c:v>
                </c:pt>
                <c:pt idx="7744">
                  <c:v>8.9629629626870155E-2</c:v>
                </c:pt>
                <c:pt idx="7745">
                  <c:v>8.9641203703649808E-2</c:v>
                </c:pt>
                <c:pt idx="7746">
                  <c:v>8.9652777773153502E-2</c:v>
                </c:pt>
                <c:pt idx="7747">
                  <c:v>8.9664351849933155E-2</c:v>
                </c:pt>
                <c:pt idx="7748">
                  <c:v>8.9675925926712807E-2</c:v>
                </c:pt>
                <c:pt idx="7749">
                  <c:v>8.9687499996216502E-2</c:v>
                </c:pt>
                <c:pt idx="7750">
                  <c:v>8.9699074072996154E-2</c:v>
                </c:pt>
                <c:pt idx="7751">
                  <c:v>8.9710648142499849E-2</c:v>
                </c:pt>
                <c:pt idx="7752">
                  <c:v>8.9722222219279502E-2</c:v>
                </c:pt>
                <c:pt idx="7753">
                  <c:v>8.9733796296059154E-2</c:v>
                </c:pt>
                <c:pt idx="7754">
                  <c:v>8.9745370365562849E-2</c:v>
                </c:pt>
                <c:pt idx="7755">
                  <c:v>8.9756944442342501E-2</c:v>
                </c:pt>
                <c:pt idx="7756">
                  <c:v>8.9768518519122154E-2</c:v>
                </c:pt>
                <c:pt idx="7757">
                  <c:v>8.9780092588625848E-2</c:v>
                </c:pt>
                <c:pt idx="7758">
                  <c:v>8.9791666665405501E-2</c:v>
                </c:pt>
                <c:pt idx="7759">
                  <c:v>8.9803240734909195E-2</c:v>
                </c:pt>
                <c:pt idx="7760">
                  <c:v>8.9814814811688848E-2</c:v>
                </c:pt>
                <c:pt idx="7761">
                  <c:v>8.98263888884685E-2</c:v>
                </c:pt>
                <c:pt idx="7762">
                  <c:v>8.9837962957972195E-2</c:v>
                </c:pt>
                <c:pt idx="7763">
                  <c:v>8.9849537034751847E-2</c:v>
                </c:pt>
                <c:pt idx="7764">
                  <c:v>8.98611111115315E-2</c:v>
                </c:pt>
                <c:pt idx="7765">
                  <c:v>8.9872685181035195E-2</c:v>
                </c:pt>
                <c:pt idx="7766">
                  <c:v>8.9884259257814847E-2</c:v>
                </c:pt>
                <c:pt idx="7767">
                  <c:v>8.9895833334594499E-2</c:v>
                </c:pt>
                <c:pt idx="7768">
                  <c:v>8.9907407404098194E-2</c:v>
                </c:pt>
                <c:pt idx="7769">
                  <c:v>8.9918981480877846E-2</c:v>
                </c:pt>
                <c:pt idx="7770">
                  <c:v>8.9930555550381541E-2</c:v>
                </c:pt>
                <c:pt idx="7771">
                  <c:v>8.9942129627161194E-2</c:v>
                </c:pt>
                <c:pt idx="7772">
                  <c:v>8.9953703703940846E-2</c:v>
                </c:pt>
                <c:pt idx="7773">
                  <c:v>8.9965277773444541E-2</c:v>
                </c:pt>
                <c:pt idx="7774">
                  <c:v>8.9976851850224193E-2</c:v>
                </c:pt>
                <c:pt idx="7775">
                  <c:v>8.9988425927003846E-2</c:v>
                </c:pt>
                <c:pt idx="7776">
                  <c:v>8.999999999650754E-2</c:v>
                </c:pt>
                <c:pt idx="7777">
                  <c:v>9.0011574073287193E-2</c:v>
                </c:pt>
                <c:pt idx="7778">
                  <c:v>9.0023148142790888E-2</c:v>
                </c:pt>
                <c:pt idx="7779">
                  <c:v>9.003472221957054E-2</c:v>
                </c:pt>
                <c:pt idx="7780">
                  <c:v>9.0046296296350192E-2</c:v>
                </c:pt>
                <c:pt idx="7781">
                  <c:v>9.0057870365853887E-2</c:v>
                </c:pt>
                <c:pt idx="7782">
                  <c:v>9.0069444442633539E-2</c:v>
                </c:pt>
                <c:pt idx="7783">
                  <c:v>9.0081018519413192E-2</c:v>
                </c:pt>
                <c:pt idx="7784">
                  <c:v>9.0092592588916887E-2</c:v>
                </c:pt>
                <c:pt idx="7785">
                  <c:v>9.0104166665696539E-2</c:v>
                </c:pt>
                <c:pt idx="7786">
                  <c:v>9.0115740735200234E-2</c:v>
                </c:pt>
                <c:pt idx="7787">
                  <c:v>9.0127314811979886E-2</c:v>
                </c:pt>
                <c:pt idx="7788">
                  <c:v>9.0138888888759539E-2</c:v>
                </c:pt>
                <c:pt idx="7789">
                  <c:v>9.0150462958263233E-2</c:v>
                </c:pt>
                <c:pt idx="7790">
                  <c:v>9.0162037035042886E-2</c:v>
                </c:pt>
                <c:pt idx="7791">
                  <c:v>9.0173611111822538E-2</c:v>
                </c:pt>
                <c:pt idx="7792">
                  <c:v>9.0185185181326233E-2</c:v>
                </c:pt>
                <c:pt idx="7793">
                  <c:v>9.0196759258105885E-2</c:v>
                </c:pt>
                <c:pt idx="7794">
                  <c:v>9.020833332760958E-2</c:v>
                </c:pt>
                <c:pt idx="7795">
                  <c:v>9.0219907404389232E-2</c:v>
                </c:pt>
                <c:pt idx="7796">
                  <c:v>9.0231481481168885E-2</c:v>
                </c:pt>
                <c:pt idx="7797">
                  <c:v>9.024305555067258E-2</c:v>
                </c:pt>
                <c:pt idx="7798">
                  <c:v>9.0254629627452232E-2</c:v>
                </c:pt>
                <c:pt idx="7799">
                  <c:v>9.0266203704231884E-2</c:v>
                </c:pt>
                <c:pt idx="7800">
                  <c:v>9.0277777773735579E-2</c:v>
                </c:pt>
                <c:pt idx="7801">
                  <c:v>9.0289351850515231E-2</c:v>
                </c:pt>
                <c:pt idx="7802">
                  <c:v>9.0300925920018926E-2</c:v>
                </c:pt>
                <c:pt idx="7803">
                  <c:v>9.0312499996798579E-2</c:v>
                </c:pt>
                <c:pt idx="7804">
                  <c:v>9.0324074073578231E-2</c:v>
                </c:pt>
                <c:pt idx="7805">
                  <c:v>9.0335648143081926E-2</c:v>
                </c:pt>
                <c:pt idx="7806">
                  <c:v>9.0347222219861578E-2</c:v>
                </c:pt>
                <c:pt idx="7807">
                  <c:v>9.0358796296641231E-2</c:v>
                </c:pt>
                <c:pt idx="7808">
                  <c:v>9.0370370366144925E-2</c:v>
                </c:pt>
                <c:pt idx="7809">
                  <c:v>9.0381944442924578E-2</c:v>
                </c:pt>
                <c:pt idx="7810">
                  <c:v>9.039351851970423E-2</c:v>
                </c:pt>
                <c:pt idx="7811">
                  <c:v>9.0405092589207925E-2</c:v>
                </c:pt>
                <c:pt idx="7812">
                  <c:v>9.0416666665987577E-2</c:v>
                </c:pt>
                <c:pt idx="7813">
                  <c:v>9.0428240735491272E-2</c:v>
                </c:pt>
                <c:pt idx="7814">
                  <c:v>9.0439814812270924E-2</c:v>
                </c:pt>
                <c:pt idx="7815">
                  <c:v>9.0451388889050577E-2</c:v>
                </c:pt>
                <c:pt idx="7816">
                  <c:v>9.0462962958554272E-2</c:v>
                </c:pt>
                <c:pt idx="7817">
                  <c:v>9.0474537035333924E-2</c:v>
                </c:pt>
                <c:pt idx="7818">
                  <c:v>9.0486111112113576E-2</c:v>
                </c:pt>
                <c:pt idx="7819">
                  <c:v>9.0497685181617271E-2</c:v>
                </c:pt>
                <c:pt idx="7820">
                  <c:v>9.0509259258396924E-2</c:v>
                </c:pt>
                <c:pt idx="7821">
                  <c:v>9.0520833327900618E-2</c:v>
                </c:pt>
                <c:pt idx="7822">
                  <c:v>9.0532407404680271E-2</c:v>
                </c:pt>
                <c:pt idx="7823">
                  <c:v>9.0543981481459923E-2</c:v>
                </c:pt>
                <c:pt idx="7824">
                  <c:v>9.0555555550963618E-2</c:v>
                </c:pt>
                <c:pt idx="7825">
                  <c:v>9.056712962774327E-2</c:v>
                </c:pt>
                <c:pt idx="7826">
                  <c:v>9.0578703704522923E-2</c:v>
                </c:pt>
                <c:pt idx="7827">
                  <c:v>9.0590277774026617E-2</c:v>
                </c:pt>
                <c:pt idx="7828">
                  <c:v>9.060185185080627E-2</c:v>
                </c:pt>
                <c:pt idx="7829">
                  <c:v>9.0613425920309965E-2</c:v>
                </c:pt>
                <c:pt idx="7830">
                  <c:v>9.0624999997089617E-2</c:v>
                </c:pt>
                <c:pt idx="7831">
                  <c:v>9.0636574073869269E-2</c:v>
                </c:pt>
                <c:pt idx="7832">
                  <c:v>9.0648148143372964E-2</c:v>
                </c:pt>
                <c:pt idx="7833">
                  <c:v>9.0659722220152617E-2</c:v>
                </c:pt>
                <c:pt idx="7834">
                  <c:v>9.0671296296932269E-2</c:v>
                </c:pt>
                <c:pt idx="7835">
                  <c:v>9.0682870366435964E-2</c:v>
                </c:pt>
                <c:pt idx="7836">
                  <c:v>9.0694444443215616E-2</c:v>
                </c:pt>
                <c:pt idx="7837">
                  <c:v>9.0706018512719311E-2</c:v>
                </c:pt>
                <c:pt idx="7838">
                  <c:v>9.0717592589498963E-2</c:v>
                </c:pt>
                <c:pt idx="7839">
                  <c:v>9.0729166666278616E-2</c:v>
                </c:pt>
                <c:pt idx="7840">
                  <c:v>9.074074073578231E-2</c:v>
                </c:pt>
                <c:pt idx="7841">
                  <c:v>9.0752314812561963E-2</c:v>
                </c:pt>
                <c:pt idx="7842">
                  <c:v>9.0763888889341615E-2</c:v>
                </c:pt>
                <c:pt idx="7843">
                  <c:v>9.077546295884531E-2</c:v>
                </c:pt>
                <c:pt idx="7844">
                  <c:v>9.0787037035624962E-2</c:v>
                </c:pt>
                <c:pt idx="7845">
                  <c:v>9.0798611112404615E-2</c:v>
                </c:pt>
                <c:pt idx="7846">
                  <c:v>9.0810185181908309E-2</c:v>
                </c:pt>
                <c:pt idx="7847">
                  <c:v>9.0821759258687962E-2</c:v>
                </c:pt>
                <c:pt idx="7848">
                  <c:v>9.0833333328191657E-2</c:v>
                </c:pt>
                <c:pt idx="7849">
                  <c:v>9.0844907404971309E-2</c:v>
                </c:pt>
                <c:pt idx="7850">
                  <c:v>9.0856481481750961E-2</c:v>
                </c:pt>
                <c:pt idx="7851">
                  <c:v>9.0868055551254656E-2</c:v>
                </c:pt>
                <c:pt idx="7852">
                  <c:v>9.0879629628034309E-2</c:v>
                </c:pt>
                <c:pt idx="7853">
                  <c:v>9.0891203704813961E-2</c:v>
                </c:pt>
                <c:pt idx="7854">
                  <c:v>9.0902777774317656E-2</c:v>
                </c:pt>
                <c:pt idx="7855">
                  <c:v>9.0914351851097308E-2</c:v>
                </c:pt>
                <c:pt idx="7856">
                  <c:v>9.0925925920601003E-2</c:v>
                </c:pt>
                <c:pt idx="7857">
                  <c:v>9.0937499997380655E-2</c:v>
                </c:pt>
                <c:pt idx="7858">
                  <c:v>9.0949074074160308E-2</c:v>
                </c:pt>
                <c:pt idx="7859">
                  <c:v>9.0960648143664002E-2</c:v>
                </c:pt>
                <c:pt idx="7860">
                  <c:v>9.0972222220443655E-2</c:v>
                </c:pt>
                <c:pt idx="7861">
                  <c:v>9.0983796297223307E-2</c:v>
                </c:pt>
                <c:pt idx="7862">
                  <c:v>9.0995370366727002E-2</c:v>
                </c:pt>
                <c:pt idx="7863">
                  <c:v>9.1006944443506654E-2</c:v>
                </c:pt>
                <c:pt idx="7864">
                  <c:v>9.1018518513010349E-2</c:v>
                </c:pt>
                <c:pt idx="7865">
                  <c:v>9.1030092589790002E-2</c:v>
                </c:pt>
                <c:pt idx="7866">
                  <c:v>9.1041666666569654E-2</c:v>
                </c:pt>
                <c:pt idx="7867">
                  <c:v>9.1053240736073349E-2</c:v>
                </c:pt>
                <c:pt idx="7868">
                  <c:v>9.1064814812853001E-2</c:v>
                </c:pt>
                <c:pt idx="7869">
                  <c:v>9.1076388889632653E-2</c:v>
                </c:pt>
                <c:pt idx="7870">
                  <c:v>9.1087962959136348E-2</c:v>
                </c:pt>
                <c:pt idx="7871">
                  <c:v>9.1099537035916001E-2</c:v>
                </c:pt>
                <c:pt idx="7872">
                  <c:v>9.1111111105419695E-2</c:v>
                </c:pt>
                <c:pt idx="7873">
                  <c:v>9.1122685182199348E-2</c:v>
                </c:pt>
                <c:pt idx="7874">
                  <c:v>9.1134259258979E-2</c:v>
                </c:pt>
                <c:pt idx="7875">
                  <c:v>9.1145833328482695E-2</c:v>
                </c:pt>
                <c:pt idx="7876">
                  <c:v>9.1157407405262347E-2</c:v>
                </c:pt>
                <c:pt idx="7877">
                  <c:v>9.1168981482042E-2</c:v>
                </c:pt>
                <c:pt idx="7878">
                  <c:v>9.1180555551545694E-2</c:v>
                </c:pt>
                <c:pt idx="7879">
                  <c:v>9.1192129628325347E-2</c:v>
                </c:pt>
                <c:pt idx="7880">
                  <c:v>9.1203703697829042E-2</c:v>
                </c:pt>
                <c:pt idx="7881">
                  <c:v>9.1215277774608694E-2</c:v>
                </c:pt>
                <c:pt idx="7882">
                  <c:v>9.1226851851388346E-2</c:v>
                </c:pt>
                <c:pt idx="7883">
                  <c:v>9.1238425920892041E-2</c:v>
                </c:pt>
                <c:pt idx="7884">
                  <c:v>9.1249999997671694E-2</c:v>
                </c:pt>
                <c:pt idx="7885">
                  <c:v>9.1261574074451346E-2</c:v>
                </c:pt>
                <c:pt idx="7886">
                  <c:v>9.1273148143955041E-2</c:v>
                </c:pt>
                <c:pt idx="7887">
                  <c:v>9.1284722220734693E-2</c:v>
                </c:pt>
                <c:pt idx="7888">
                  <c:v>9.1296296297514345E-2</c:v>
                </c:pt>
                <c:pt idx="7889">
                  <c:v>9.130787036701804E-2</c:v>
                </c:pt>
                <c:pt idx="7890">
                  <c:v>9.1319444443797693E-2</c:v>
                </c:pt>
                <c:pt idx="7891">
                  <c:v>9.1331018513301387E-2</c:v>
                </c:pt>
                <c:pt idx="7892">
                  <c:v>9.134259259008104E-2</c:v>
                </c:pt>
                <c:pt idx="7893">
                  <c:v>9.1354166666860692E-2</c:v>
                </c:pt>
                <c:pt idx="7894">
                  <c:v>9.1365740736364387E-2</c:v>
                </c:pt>
                <c:pt idx="7895">
                  <c:v>9.1377314813144039E-2</c:v>
                </c:pt>
                <c:pt idx="7896">
                  <c:v>9.1388888889923692E-2</c:v>
                </c:pt>
                <c:pt idx="7897">
                  <c:v>9.1400462959427387E-2</c:v>
                </c:pt>
                <c:pt idx="7898">
                  <c:v>9.1412037036207039E-2</c:v>
                </c:pt>
                <c:pt idx="7899">
                  <c:v>9.1423611105710734E-2</c:v>
                </c:pt>
                <c:pt idx="7900">
                  <c:v>9.1435185182490386E-2</c:v>
                </c:pt>
                <c:pt idx="7901">
                  <c:v>9.1446759259270038E-2</c:v>
                </c:pt>
                <c:pt idx="7902">
                  <c:v>9.1458333328773733E-2</c:v>
                </c:pt>
                <c:pt idx="7903">
                  <c:v>9.1469907405553386E-2</c:v>
                </c:pt>
                <c:pt idx="7904">
                  <c:v>9.1481481482333038E-2</c:v>
                </c:pt>
                <c:pt idx="7905">
                  <c:v>9.1493055551836733E-2</c:v>
                </c:pt>
                <c:pt idx="7906">
                  <c:v>9.1504629628616385E-2</c:v>
                </c:pt>
                <c:pt idx="7907">
                  <c:v>9.151620369812008E-2</c:v>
                </c:pt>
                <c:pt idx="7908">
                  <c:v>9.1527777774899732E-2</c:v>
                </c:pt>
                <c:pt idx="7909">
                  <c:v>9.1539351851679385E-2</c:v>
                </c:pt>
                <c:pt idx="7910">
                  <c:v>9.1550925921183079E-2</c:v>
                </c:pt>
                <c:pt idx="7911">
                  <c:v>9.1562499997962732E-2</c:v>
                </c:pt>
                <c:pt idx="7912">
                  <c:v>9.1574074074742384E-2</c:v>
                </c:pt>
                <c:pt idx="7913">
                  <c:v>9.1585648144246079E-2</c:v>
                </c:pt>
                <c:pt idx="7914">
                  <c:v>9.1597222221025731E-2</c:v>
                </c:pt>
                <c:pt idx="7915">
                  <c:v>9.1608796290529426E-2</c:v>
                </c:pt>
                <c:pt idx="7916">
                  <c:v>9.1620370367309079E-2</c:v>
                </c:pt>
                <c:pt idx="7917">
                  <c:v>9.1631944444088731E-2</c:v>
                </c:pt>
                <c:pt idx="7918">
                  <c:v>9.1643518513592426E-2</c:v>
                </c:pt>
                <c:pt idx="7919">
                  <c:v>9.1655092590372078E-2</c:v>
                </c:pt>
                <c:pt idx="7920">
                  <c:v>9.1666666667151731E-2</c:v>
                </c:pt>
                <c:pt idx="7921">
                  <c:v>9.1678240736655425E-2</c:v>
                </c:pt>
                <c:pt idx="7922">
                  <c:v>9.1689814813435078E-2</c:v>
                </c:pt>
                <c:pt idx="7923">
                  <c:v>9.170138889021473E-2</c:v>
                </c:pt>
                <c:pt idx="7924">
                  <c:v>9.1712962959718425E-2</c:v>
                </c:pt>
                <c:pt idx="7925">
                  <c:v>9.1724537036498077E-2</c:v>
                </c:pt>
                <c:pt idx="7926">
                  <c:v>9.1736111106001772E-2</c:v>
                </c:pt>
                <c:pt idx="7927">
                  <c:v>9.1747685182781424E-2</c:v>
                </c:pt>
                <c:pt idx="7928">
                  <c:v>9.1759259259561077E-2</c:v>
                </c:pt>
                <c:pt idx="7929">
                  <c:v>9.1770833329064772E-2</c:v>
                </c:pt>
                <c:pt idx="7930">
                  <c:v>9.1782407405844424E-2</c:v>
                </c:pt>
                <c:pt idx="7931">
                  <c:v>9.1793981482624076E-2</c:v>
                </c:pt>
                <c:pt idx="7932">
                  <c:v>9.1805555552127771E-2</c:v>
                </c:pt>
                <c:pt idx="7933">
                  <c:v>9.1817129628907423E-2</c:v>
                </c:pt>
                <c:pt idx="7934">
                  <c:v>9.1828703698411118E-2</c:v>
                </c:pt>
                <c:pt idx="7935">
                  <c:v>9.1840277775190771E-2</c:v>
                </c:pt>
                <c:pt idx="7936">
                  <c:v>9.1851851851970423E-2</c:v>
                </c:pt>
                <c:pt idx="7937">
                  <c:v>9.1863425921474118E-2</c:v>
                </c:pt>
                <c:pt idx="7938">
                  <c:v>9.187499999825377E-2</c:v>
                </c:pt>
                <c:pt idx="7939">
                  <c:v>9.1886574075033423E-2</c:v>
                </c:pt>
                <c:pt idx="7940">
                  <c:v>9.1898148144537117E-2</c:v>
                </c:pt>
                <c:pt idx="7941">
                  <c:v>9.190972222131677E-2</c:v>
                </c:pt>
                <c:pt idx="7942">
                  <c:v>9.1921296290820464E-2</c:v>
                </c:pt>
                <c:pt idx="7943">
                  <c:v>9.1932870367600117E-2</c:v>
                </c:pt>
                <c:pt idx="7944">
                  <c:v>9.1944444444379769E-2</c:v>
                </c:pt>
                <c:pt idx="7945">
                  <c:v>9.1956018513883464E-2</c:v>
                </c:pt>
                <c:pt idx="7946">
                  <c:v>9.1967592590663116E-2</c:v>
                </c:pt>
                <c:pt idx="7947">
                  <c:v>9.1979166667442769E-2</c:v>
                </c:pt>
                <c:pt idx="7948">
                  <c:v>9.1990740736946464E-2</c:v>
                </c:pt>
                <c:pt idx="7949">
                  <c:v>9.2002314813726116E-2</c:v>
                </c:pt>
                <c:pt idx="7950">
                  <c:v>9.2013888883229811E-2</c:v>
                </c:pt>
                <c:pt idx="7951">
                  <c:v>9.2025462960009463E-2</c:v>
                </c:pt>
                <c:pt idx="7952">
                  <c:v>9.2037037036789116E-2</c:v>
                </c:pt>
                <c:pt idx="7953">
                  <c:v>9.204861110629281E-2</c:v>
                </c:pt>
                <c:pt idx="7954">
                  <c:v>9.2060185183072463E-2</c:v>
                </c:pt>
                <c:pt idx="7955">
                  <c:v>9.2071759259852115E-2</c:v>
                </c:pt>
                <c:pt idx="7956">
                  <c:v>9.208333332935581E-2</c:v>
                </c:pt>
                <c:pt idx="7957">
                  <c:v>9.2094907406135462E-2</c:v>
                </c:pt>
                <c:pt idx="7958">
                  <c:v>9.2106481475639157E-2</c:v>
                </c:pt>
                <c:pt idx="7959">
                  <c:v>9.2118055552418809E-2</c:v>
                </c:pt>
                <c:pt idx="7960">
                  <c:v>9.2129629629198462E-2</c:v>
                </c:pt>
                <c:pt idx="7961">
                  <c:v>9.2141203698702157E-2</c:v>
                </c:pt>
                <c:pt idx="7962">
                  <c:v>9.2152777775481809E-2</c:v>
                </c:pt>
                <c:pt idx="7963">
                  <c:v>9.2164351852261461E-2</c:v>
                </c:pt>
                <c:pt idx="7964">
                  <c:v>9.2175925921765156E-2</c:v>
                </c:pt>
                <c:pt idx="7965">
                  <c:v>9.2187499998544808E-2</c:v>
                </c:pt>
                <c:pt idx="7966">
                  <c:v>9.2199074075324461E-2</c:v>
                </c:pt>
                <c:pt idx="7967">
                  <c:v>9.2210648144828156E-2</c:v>
                </c:pt>
                <c:pt idx="7968">
                  <c:v>9.2222222221607808E-2</c:v>
                </c:pt>
                <c:pt idx="7969">
                  <c:v>9.2233796291111503E-2</c:v>
                </c:pt>
                <c:pt idx="7970">
                  <c:v>9.2245370367891155E-2</c:v>
                </c:pt>
                <c:pt idx="7971">
                  <c:v>9.2256944444670808E-2</c:v>
                </c:pt>
                <c:pt idx="7972">
                  <c:v>9.2268518514174502E-2</c:v>
                </c:pt>
                <c:pt idx="7973">
                  <c:v>9.2280092590954155E-2</c:v>
                </c:pt>
                <c:pt idx="7974">
                  <c:v>9.2291666667733807E-2</c:v>
                </c:pt>
                <c:pt idx="7975">
                  <c:v>9.2303240737237502E-2</c:v>
                </c:pt>
                <c:pt idx="7976">
                  <c:v>9.2314814814017154E-2</c:v>
                </c:pt>
                <c:pt idx="7977">
                  <c:v>9.2326388883520849E-2</c:v>
                </c:pt>
                <c:pt idx="7978">
                  <c:v>9.2337962960300501E-2</c:v>
                </c:pt>
                <c:pt idx="7979">
                  <c:v>9.2349537037080154E-2</c:v>
                </c:pt>
                <c:pt idx="7980">
                  <c:v>9.2361111106583849E-2</c:v>
                </c:pt>
                <c:pt idx="7981">
                  <c:v>9.2372685183363501E-2</c:v>
                </c:pt>
                <c:pt idx="7982">
                  <c:v>9.2384259260143153E-2</c:v>
                </c:pt>
                <c:pt idx="7983">
                  <c:v>9.2395833329646848E-2</c:v>
                </c:pt>
                <c:pt idx="7984">
                  <c:v>9.2407407406426501E-2</c:v>
                </c:pt>
                <c:pt idx="7985">
                  <c:v>9.2418981475930195E-2</c:v>
                </c:pt>
                <c:pt idx="7986">
                  <c:v>9.2430555552709848E-2</c:v>
                </c:pt>
                <c:pt idx="7987">
                  <c:v>9.24421296294895E-2</c:v>
                </c:pt>
                <c:pt idx="7988">
                  <c:v>9.2453703698993195E-2</c:v>
                </c:pt>
                <c:pt idx="7989">
                  <c:v>9.2465277775772847E-2</c:v>
                </c:pt>
                <c:pt idx="7990">
                  <c:v>9.24768518525525E-2</c:v>
                </c:pt>
                <c:pt idx="7991">
                  <c:v>9.2488425922056194E-2</c:v>
                </c:pt>
                <c:pt idx="7992">
                  <c:v>9.2499999998835847E-2</c:v>
                </c:pt>
                <c:pt idx="7993">
                  <c:v>9.2511574068339542E-2</c:v>
                </c:pt>
                <c:pt idx="7994">
                  <c:v>9.2523148145119194E-2</c:v>
                </c:pt>
                <c:pt idx="7995">
                  <c:v>9.2534722221898846E-2</c:v>
                </c:pt>
                <c:pt idx="7996">
                  <c:v>9.2546296291402541E-2</c:v>
                </c:pt>
                <c:pt idx="7997">
                  <c:v>9.2557870368182193E-2</c:v>
                </c:pt>
                <c:pt idx="7998">
                  <c:v>9.2569444444961846E-2</c:v>
                </c:pt>
                <c:pt idx="7999">
                  <c:v>9.2581018514465541E-2</c:v>
                </c:pt>
                <c:pt idx="8000">
                  <c:v>9.2592592591245193E-2</c:v>
                </c:pt>
                <c:pt idx="8001">
                  <c:v>9.2604166660748888E-2</c:v>
                </c:pt>
                <c:pt idx="8002">
                  <c:v>9.261574073752854E-2</c:v>
                </c:pt>
                <c:pt idx="8003">
                  <c:v>9.2627314814308193E-2</c:v>
                </c:pt>
                <c:pt idx="8004">
                  <c:v>9.2638888883811887E-2</c:v>
                </c:pt>
                <c:pt idx="8005">
                  <c:v>9.265046296059154E-2</c:v>
                </c:pt>
                <c:pt idx="8006">
                  <c:v>9.2662037037371192E-2</c:v>
                </c:pt>
                <c:pt idx="8007">
                  <c:v>9.2673611106874887E-2</c:v>
                </c:pt>
                <c:pt idx="8008">
                  <c:v>9.2685185183654539E-2</c:v>
                </c:pt>
                <c:pt idx="8009">
                  <c:v>9.2696759260434192E-2</c:v>
                </c:pt>
                <c:pt idx="8010">
                  <c:v>9.2708333329937886E-2</c:v>
                </c:pt>
                <c:pt idx="8011">
                  <c:v>9.2719907406717539E-2</c:v>
                </c:pt>
                <c:pt idx="8012">
                  <c:v>9.2731481476221234E-2</c:v>
                </c:pt>
                <c:pt idx="8013">
                  <c:v>9.2743055553000886E-2</c:v>
                </c:pt>
                <c:pt idx="8014">
                  <c:v>9.2754629629780538E-2</c:v>
                </c:pt>
                <c:pt idx="8015">
                  <c:v>9.2766203699284233E-2</c:v>
                </c:pt>
                <c:pt idx="8016">
                  <c:v>9.2777777776063886E-2</c:v>
                </c:pt>
                <c:pt idx="8017">
                  <c:v>9.2789351852843538E-2</c:v>
                </c:pt>
                <c:pt idx="8018">
                  <c:v>9.2800925922347233E-2</c:v>
                </c:pt>
                <c:pt idx="8019">
                  <c:v>9.2812499999126885E-2</c:v>
                </c:pt>
                <c:pt idx="8020">
                  <c:v>9.282407406863058E-2</c:v>
                </c:pt>
                <c:pt idx="8021">
                  <c:v>9.2835648145410232E-2</c:v>
                </c:pt>
                <c:pt idx="8022">
                  <c:v>9.2847222222189885E-2</c:v>
                </c:pt>
                <c:pt idx="8023">
                  <c:v>9.2858796291693579E-2</c:v>
                </c:pt>
                <c:pt idx="8024">
                  <c:v>9.2870370368473232E-2</c:v>
                </c:pt>
                <c:pt idx="8025">
                  <c:v>9.2881944445252884E-2</c:v>
                </c:pt>
                <c:pt idx="8026">
                  <c:v>9.2893518514756579E-2</c:v>
                </c:pt>
                <c:pt idx="8027">
                  <c:v>9.2905092591536231E-2</c:v>
                </c:pt>
                <c:pt idx="8028">
                  <c:v>9.2916666661039926E-2</c:v>
                </c:pt>
                <c:pt idx="8029">
                  <c:v>9.2928240737819578E-2</c:v>
                </c:pt>
                <c:pt idx="8030">
                  <c:v>9.2939814814599231E-2</c:v>
                </c:pt>
                <c:pt idx="8031">
                  <c:v>9.2951388884102926E-2</c:v>
                </c:pt>
                <c:pt idx="8032">
                  <c:v>9.2962962960882578E-2</c:v>
                </c:pt>
                <c:pt idx="8033">
                  <c:v>9.297453703766223E-2</c:v>
                </c:pt>
                <c:pt idx="8034">
                  <c:v>9.2986111107165925E-2</c:v>
                </c:pt>
                <c:pt idx="8035">
                  <c:v>9.2997685183945578E-2</c:v>
                </c:pt>
                <c:pt idx="8036">
                  <c:v>9.3009259253449272E-2</c:v>
                </c:pt>
                <c:pt idx="8037">
                  <c:v>9.3020833330228925E-2</c:v>
                </c:pt>
                <c:pt idx="8038">
                  <c:v>9.3032407407008577E-2</c:v>
                </c:pt>
                <c:pt idx="8039">
                  <c:v>9.3043981476512272E-2</c:v>
                </c:pt>
                <c:pt idx="8040">
                  <c:v>9.3055555553291924E-2</c:v>
                </c:pt>
                <c:pt idx="8041">
                  <c:v>9.3067129630071577E-2</c:v>
                </c:pt>
                <c:pt idx="8042">
                  <c:v>9.3078703699575271E-2</c:v>
                </c:pt>
                <c:pt idx="8043">
                  <c:v>9.3090277776354924E-2</c:v>
                </c:pt>
                <c:pt idx="8044">
                  <c:v>9.3101851853134576E-2</c:v>
                </c:pt>
                <c:pt idx="8045">
                  <c:v>9.3113425922638271E-2</c:v>
                </c:pt>
                <c:pt idx="8046">
                  <c:v>9.3124999999417923E-2</c:v>
                </c:pt>
                <c:pt idx="8047">
                  <c:v>9.3136574068921618E-2</c:v>
                </c:pt>
                <c:pt idx="8048">
                  <c:v>9.3148148145701271E-2</c:v>
                </c:pt>
                <c:pt idx="8049">
                  <c:v>9.3159722222480923E-2</c:v>
                </c:pt>
                <c:pt idx="8050">
                  <c:v>9.3171296291984618E-2</c:v>
                </c:pt>
                <c:pt idx="8051">
                  <c:v>9.318287036876427E-2</c:v>
                </c:pt>
                <c:pt idx="8052">
                  <c:v>9.3194444445543922E-2</c:v>
                </c:pt>
                <c:pt idx="8053">
                  <c:v>9.3206018515047617E-2</c:v>
                </c:pt>
                <c:pt idx="8054">
                  <c:v>9.321759259182727E-2</c:v>
                </c:pt>
                <c:pt idx="8055">
                  <c:v>9.3229166661330964E-2</c:v>
                </c:pt>
                <c:pt idx="8056">
                  <c:v>9.3240740738110617E-2</c:v>
                </c:pt>
                <c:pt idx="8057">
                  <c:v>9.3252314814890269E-2</c:v>
                </c:pt>
                <c:pt idx="8058">
                  <c:v>9.3263888884393964E-2</c:v>
                </c:pt>
                <c:pt idx="8059">
                  <c:v>9.3275462961173616E-2</c:v>
                </c:pt>
                <c:pt idx="8060">
                  <c:v>9.3287037037953269E-2</c:v>
                </c:pt>
                <c:pt idx="8061">
                  <c:v>9.3298611107456964E-2</c:v>
                </c:pt>
                <c:pt idx="8062">
                  <c:v>9.3310185184236616E-2</c:v>
                </c:pt>
                <c:pt idx="8063">
                  <c:v>9.3321759253740311E-2</c:v>
                </c:pt>
                <c:pt idx="8064">
                  <c:v>9.3333333330519963E-2</c:v>
                </c:pt>
                <c:pt idx="8065">
                  <c:v>9.3344907407299615E-2</c:v>
                </c:pt>
                <c:pt idx="8066">
                  <c:v>9.335648147680331E-2</c:v>
                </c:pt>
                <c:pt idx="8067">
                  <c:v>9.3368055553582963E-2</c:v>
                </c:pt>
                <c:pt idx="8068">
                  <c:v>9.3379629630362615E-2</c:v>
                </c:pt>
                <c:pt idx="8069">
                  <c:v>9.339120369986631E-2</c:v>
                </c:pt>
                <c:pt idx="8070">
                  <c:v>9.3402777776645962E-2</c:v>
                </c:pt>
                <c:pt idx="8071">
                  <c:v>9.3414351846149657E-2</c:v>
                </c:pt>
                <c:pt idx="8072">
                  <c:v>9.3425925922929309E-2</c:v>
                </c:pt>
                <c:pt idx="8073">
                  <c:v>9.3437499999708962E-2</c:v>
                </c:pt>
                <c:pt idx="8074">
                  <c:v>9.3449074069212656E-2</c:v>
                </c:pt>
                <c:pt idx="8075">
                  <c:v>9.3460648145992309E-2</c:v>
                </c:pt>
                <c:pt idx="8076">
                  <c:v>9.3472222222771961E-2</c:v>
                </c:pt>
                <c:pt idx="8077">
                  <c:v>9.3483796292275656E-2</c:v>
                </c:pt>
                <c:pt idx="8078">
                  <c:v>9.3495370369055308E-2</c:v>
                </c:pt>
                <c:pt idx="8079">
                  <c:v>9.3506944438559003E-2</c:v>
                </c:pt>
                <c:pt idx="8080">
                  <c:v>9.3518518515338656E-2</c:v>
                </c:pt>
                <c:pt idx="8081">
                  <c:v>9.3530092592118308E-2</c:v>
                </c:pt>
                <c:pt idx="8082">
                  <c:v>9.3541666661622003E-2</c:v>
                </c:pt>
                <c:pt idx="8083">
                  <c:v>9.3553240738401655E-2</c:v>
                </c:pt>
                <c:pt idx="8084">
                  <c:v>9.3564814815181307E-2</c:v>
                </c:pt>
                <c:pt idx="8085">
                  <c:v>9.3576388884685002E-2</c:v>
                </c:pt>
                <c:pt idx="8086">
                  <c:v>9.3587962961464655E-2</c:v>
                </c:pt>
                <c:pt idx="8087">
                  <c:v>9.3599537038244307E-2</c:v>
                </c:pt>
                <c:pt idx="8088">
                  <c:v>9.3611111107748002E-2</c:v>
                </c:pt>
                <c:pt idx="8089">
                  <c:v>9.3622685184527654E-2</c:v>
                </c:pt>
                <c:pt idx="8090">
                  <c:v>9.3634259254031349E-2</c:v>
                </c:pt>
                <c:pt idx="8091">
                  <c:v>9.3645833330811001E-2</c:v>
                </c:pt>
                <c:pt idx="8092">
                  <c:v>9.3657407407590654E-2</c:v>
                </c:pt>
                <c:pt idx="8093">
                  <c:v>9.3668981477094349E-2</c:v>
                </c:pt>
                <c:pt idx="8094">
                  <c:v>9.3680555553874001E-2</c:v>
                </c:pt>
                <c:pt idx="8095">
                  <c:v>9.3692129630653653E-2</c:v>
                </c:pt>
                <c:pt idx="8096">
                  <c:v>9.3703703700157348E-2</c:v>
                </c:pt>
                <c:pt idx="8097">
                  <c:v>9.3715277776937E-2</c:v>
                </c:pt>
                <c:pt idx="8098">
                  <c:v>9.3726851846440695E-2</c:v>
                </c:pt>
                <c:pt idx="8099">
                  <c:v>9.3738425923220348E-2</c:v>
                </c:pt>
                <c:pt idx="8100">
                  <c:v>9.375E-2</c:v>
                </c:pt>
                <c:pt idx="8101">
                  <c:v>9.3761574069503695E-2</c:v>
                </c:pt>
                <c:pt idx="8102">
                  <c:v>9.3773148146283347E-2</c:v>
                </c:pt>
                <c:pt idx="8103">
                  <c:v>9.3784722223063E-2</c:v>
                </c:pt>
                <c:pt idx="8104">
                  <c:v>9.3796296292566694E-2</c:v>
                </c:pt>
                <c:pt idx="8105">
                  <c:v>9.3807870369346347E-2</c:v>
                </c:pt>
                <c:pt idx="8106">
                  <c:v>9.3819444438850041E-2</c:v>
                </c:pt>
                <c:pt idx="8107">
                  <c:v>9.3831018515629694E-2</c:v>
                </c:pt>
                <c:pt idx="8108">
                  <c:v>9.3842592592409346E-2</c:v>
                </c:pt>
                <c:pt idx="8109">
                  <c:v>9.3854166661913041E-2</c:v>
                </c:pt>
                <c:pt idx="8110">
                  <c:v>9.3865740738692693E-2</c:v>
                </c:pt>
                <c:pt idx="8111">
                  <c:v>9.3877314815472346E-2</c:v>
                </c:pt>
                <c:pt idx="8112">
                  <c:v>9.3888888884976041E-2</c:v>
                </c:pt>
                <c:pt idx="8113">
                  <c:v>9.3900462961755693E-2</c:v>
                </c:pt>
                <c:pt idx="8114">
                  <c:v>9.3912037031259388E-2</c:v>
                </c:pt>
                <c:pt idx="8115">
                  <c:v>9.392361110803904E-2</c:v>
                </c:pt>
                <c:pt idx="8116">
                  <c:v>9.3935185184818693E-2</c:v>
                </c:pt>
                <c:pt idx="8117">
                  <c:v>9.3946759254322387E-2</c:v>
                </c:pt>
                <c:pt idx="8118">
                  <c:v>9.395833333110204E-2</c:v>
                </c:pt>
                <c:pt idx="8119">
                  <c:v>9.3969907407881692E-2</c:v>
                </c:pt>
                <c:pt idx="8120">
                  <c:v>9.3981481477385387E-2</c:v>
                </c:pt>
                <c:pt idx="8121">
                  <c:v>9.3993055554165039E-2</c:v>
                </c:pt>
                <c:pt idx="8122">
                  <c:v>9.4004629630944692E-2</c:v>
                </c:pt>
                <c:pt idx="8123">
                  <c:v>9.4016203700448386E-2</c:v>
                </c:pt>
                <c:pt idx="8124">
                  <c:v>9.4027777777228039E-2</c:v>
                </c:pt>
                <c:pt idx="8125">
                  <c:v>9.4039351846731734E-2</c:v>
                </c:pt>
                <c:pt idx="8126">
                  <c:v>9.4050925923511386E-2</c:v>
                </c:pt>
                <c:pt idx="8127">
                  <c:v>9.4062500000291038E-2</c:v>
                </c:pt>
                <c:pt idx="8128">
                  <c:v>9.4074074069794733E-2</c:v>
                </c:pt>
                <c:pt idx="8129">
                  <c:v>9.4085648146574385E-2</c:v>
                </c:pt>
                <c:pt idx="8130">
                  <c:v>9.4097222223354038E-2</c:v>
                </c:pt>
                <c:pt idx="8131">
                  <c:v>9.4108796292857733E-2</c:v>
                </c:pt>
                <c:pt idx="8132">
                  <c:v>9.4120370369637385E-2</c:v>
                </c:pt>
                <c:pt idx="8133">
                  <c:v>9.413194443914108E-2</c:v>
                </c:pt>
                <c:pt idx="8134">
                  <c:v>9.4143518515920732E-2</c:v>
                </c:pt>
                <c:pt idx="8135">
                  <c:v>9.4155092592700385E-2</c:v>
                </c:pt>
                <c:pt idx="8136">
                  <c:v>9.4166666662204079E-2</c:v>
                </c:pt>
                <c:pt idx="8137">
                  <c:v>9.4178240738983732E-2</c:v>
                </c:pt>
                <c:pt idx="8138">
                  <c:v>9.4189814815763384E-2</c:v>
                </c:pt>
                <c:pt idx="8139">
                  <c:v>9.4201388885267079E-2</c:v>
                </c:pt>
                <c:pt idx="8140">
                  <c:v>9.4212962962046731E-2</c:v>
                </c:pt>
                <c:pt idx="8141">
                  <c:v>9.4224537031550426E-2</c:v>
                </c:pt>
                <c:pt idx="8142">
                  <c:v>9.4236111108330078E-2</c:v>
                </c:pt>
                <c:pt idx="8143">
                  <c:v>9.4247685185109731E-2</c:v>
                </c:pt>
                <c:pt idx="8144">
                  <c:v>9.4259259254613426E-2</c:v>
                </c:pt>
                <c:pt idx="8145">
                  <c:v>9.4270833331393078E-2</c:v>
                </c:pt>
                <c:pt idx="8146">
                  <c:v>9.428240740817273E-2</c:v>
                </c:pt>
                <c:pt idx="8147">
                  <c:v>9.4293981477676425E-2</c:v>
                </c:pt>
                <c:pt idx="8148">
                  <c:v>9.4305555554456078E-2</c:v>
                </c:pt>
                <c:pt idx="8149">
                  <c:v>9.4317129623959772E-2</c:v>
                </c:pt>
                <c:pt idx="8150">
                  <c:v>9.4328703700739425E-2</c:v>
                </c:pt>
                <c:pt idx="8151">
                  <c:v>9.4340277777519077E-2</c:v>
                </c:pt>
                <c:pt idx="8152">
                  <c:v>9.4351851847022772E-2</c:v>
                </c:pt>
                <c:pt idx="8153">
                  <c:v>9.4363425923802424E-2</c:v>
                </c:pt>
                <c:pt idx="8154">
                  <c:v>9.4375000000582077E-2</c:v>
                </c:pt>
                <c:pt idx="8155">
                  <c:v>9.4386574070085771E-2</c:v>
                </c:pt>
                <c:pt idx="8156">
                  <c:v>9.4398148146865424E-2</c:v>
                </c:pt>
                <c:pt idx="8157">
                  <c:v>9.4409722216369119E-2</c:v>
                </c:pt>
                <c:pt idx="8158">
                  <c:v>9.4421296293148771E-2</c:v>
                </c:pt>
                <c:pt idx="8159">
                  <c:v>9.4432870369928423E-2</c:v>
                </c:pt>
                <c:pt idx="8160">
                  <c:v>9.4444444439432118E-2</c:v>
                </c:pt>
                <c:pt idx="8161">
                  <c:v>9.445601851621177E-2</c:v>
                </c:pt>
                <c:pt idx="8162">
                  <c:v>9.4467592592991423E-2</c:v>
                </c:pt>
                <c:pt idx="8163">
                  <c:v>9.4479166662495118E-2</c:v>
                </c:pt>
                <c:pt idx="8164">
                  <c:v>9.449074073927477E-2</c:v>
                </c:pt>
                <c:pt idx="8165">
                  <c:v>9.4502314816054422E-2</c:v>
                </c:pt>
                <c:pt idx="8166">
                  <c:v>9.4513888885558117E-2</c:v>
                </c:pt>
                <c:pt idx="8167">
                  <c:v>9.452546296233777E-2</c:v>
                </c:pt>
                <c:pt idx="8168">
                  <c:v>9.4537037031841464E-2</c:v>
                </c:pt>
                <c:pt idx="8169">
                  <c:v>9.4548611108621117E-2</c:v>
                </c:pt>
                <c:pt idx="8170">
                  <c:v>9.4560185185400769E-2</c:v>
                </c:pt>
                <c:pt idx="8171">
                  <c:v>9.4571759254904464E-2</c:v>
                </c:pt>
                <c:pt idx="8172">
                  <c:v>9.4583333331684116E-2</c:v>
                </c:pt>
                <c:pt idx="8173">
                  <c:v>9.4594907408463769E-2</c:v>
                </c:pt>
                <c:pt idx="8174">
                  <c:v>9.4606481477967463E-2</c:v>
                </c:pt>
                <c:pt idx="8175">
                  <c:v>9.4618055554747116E-2</c:v>
                </c:pt>
                <c:pt idx="8176">
                  <c:v>9.4629629624250811E-2</c:v>
                </c:pt>
                <c:pt idx="8177">
                  <c:v>9.4641203701030463E-2</c:v>
                </c:pt>
                <c:pt idx="8178">
                  <c:v>9.4652777777810115E-2</c:v>
                </c:pt>
                <c:pt idx="8179">
                  <c:v>9.466435184731381E-2</c:v>
                </c:pt>
                <c:pt idx="8180">
                  <c:v>9.4675925924093463E-2</c:v>
                </c:pt>
                <c:pt idx="8181">
                  <c:v>9.4687500000873115E-2</c:v>
                </c:pt>
                <c:pt idx="8182">
                  <c:v>9.469907407037681E-2</c:v>
                </c:pt>
                <c:pt idx="8183">
                  <c:v>9.4710648147156462E-2</c:v>
                </c:pt>
                <c:pt idx="8184">
                  <c:v>9.4722222216660157E-2</c:v>
                </c:pt>
                <c:pt idx="8185">
                  <c:v>9.4733796293439809E-2</c:v>
                </c:pt>
                <c:pt idx="8186">
                  <c:v>9.4745370370219462E-2</c:v>
                </c:pt>
                <c:pt idx="8187">
                  <c:v>9.4756944439723156E-2</c:v>
                </c:pt>
                <c:pt idx="8188">
                  <c:v>9.4768518516502809E-2</c:v>
                </c:pt>
                <c:pt idx="8189">
                  <c:v>9.4780092593282461E-2</c:v>
                </c:pt>
                <c:pt idx="8190">
                  <c:v>9.4791666662786156E-2</c:v>
                </c:pt>
                <c:pt idx="8191">
                  <c:v>9.4803240739565808E-2</c:v>
                </c:pt>
                <c:pt idx="8192">
                  <c:v>9.4814814809069503E-2</c:v>
                </c:pt>
                <c:pt idx="8193">
                  <c:v>9.4826388885849155E-2</c:v>
                </c:pt>
                <c:pt idx="8194">
                  <c:v>9.4837962962628808E-2</c:v>
                </c:pt>
                <c:pt idx="8195">
                  <c:v>9.4849537032132503E-2</c:v>
                </c:pt>
                <c:pt idx="8196">
                  <c:v>9.4861111108912155E-2</c:v>
                </c:pt>
                <c:pt idx="8197">
                  <c:v>9.4872685185691807E-2</c:v>
                </c:pt>
                <c:pt idx="8198">
                  <c:v>9.4884259255195502E-2</c:v>
                </c:pt>
                <c:pt idx="8199">
                  <c:v>9.4895833331975155E-2</c:v>
                </c:pt>
                <c:pt idx="8200">
                  <c:v>9.4907407401478849E-2</c:v>
                </c:pt>
                <c:pt idx="8201">
                  <c:v>9.4918981478258502E-2</c:v>
                </c:pt>
                <c:pt idx="8202">
                  <c:v>9.4930555555038154E-2</c:v>
                </c:pt>
                <c:pt idx="8203">
                  <c:v>9.4942129624541849E-2</c:v>
                </c:pt>
                <c:pt idx="8204">
                  <c:v>9.4953703701321501E-2</c:v>
                </c:pt>
                <c:pt idx="8205">
                  <c:v>9.4965277778101154E-2</c:v>
                </c:pt>
                <c:pt idx="8206">
                  <c:v>9.4976851847604848E-2</c:v>
                </c:pt>
                <c:pt idx="8207">
                  <c:v>9.4988425924384501E-2</c:v>
                </c:pt>
                <c:pt idx="8208">
                  <c:v>9.5000000001164153E-2</c:v>
                </c:pt>
                <c:pt idx="8209">
                  <c:v>9.5011574070667848E-2</c:v>
                </c:pt>
                <c:pt idx="8210">
                  <c:v>9.50231481474475E-2</c:v>
                </c:pt>
                <c:pt idx="8211">
                  <c:v>9.5034722216951195E-2</c:v>
                </c:pt>
                <c:pt idx="8212">
                  <c:v>9.5046296293730848E-2</c:v>
                </c:pt>
                <c:pt idx="8213">
                  <c:v>9.50578703705105E-2</c:v>
                </c:pt>
                <c:pt idx="8214">
                  <c:v>9.5069444440014195E-2</c:v>
                </c:pt>
                <c:pt idx="8215">
                  <c:v>9.5081018516793847E-2</c:v>
                </c:pt>
                <c:pt idx="8216">
                  <c:v>9.5092592593573499E-2</c:v>
                </c:pt>
                <c:pt idx="8217">
                  <c:v>9.5104166663077194E-2</c:v>
                </c:pt>
                <c:pt idx="8218">
                  <c:v>9.5115740739856847E-2</c:v>
                </c:pt>
                <c:pt idx="8219">
                  <c:v>9.5127314809360541E-2</c:v>
                </c:pt>
                <c:pt idx="8220">
                  <c:v>9.5138888886140194E-2</c:v>
                </c:pt>
                <c:pt idx="8221">
                  <c:v>9.5150462962919846E-2</c:v>
                </c:pt>
                <c:pt idx="8222">
                  <c:v>9.5162037032423541E-2</c:v>
                </c:pt>
                <c:pt idx="8223">
                  <c:v>9.5173611109203193E-2</c:v>
                </c:pt>
                <c:pt idx="8224">
                  <c:v>9.5185185185982846E-2</c:v>
                </c:pt>
                <c:pt idx="8225">
                  <c:v>9.519675925548654E-2</c:v>
                </c:pt>
                <c:pt idx="8226">
                  <c:v>9.5208333332266193E-2</c:v>
                </c:pt>
                <c:pt idx="8227">
                  <c:v>9.5219907401769888E-2</c:v>
                </c:pt>
                <c:pt idx="8228">
                  <c:v>9.523148147854954E-2</c:v>
                </c:pt>
                <c:pt idx="8229">
                  <c:v>9.5243055555329192E-2</c:v>
                </c:pt>
                <c:pt idx="8230">
                  <c:v>9.5254629624832887E-2</c:v>
                </c:pt>
                <c:pt idx="8231">
                  <c:v>9.526620370161254E-2</c:v>
                </c:pt>
                <c:pt idx="8232">
                  <c:v>9.5277777778392192E-2</c:v>
                </c:pt>
                <c:pt idx="8233">
                  <c:v>9.5289351847895887E-2</c:v>
                </c:pt>
                <c:pt idx="8234">
                  <c:v>9.5300925924675539E-2</c:v>
                </c:pt>
                <c:pt idx="8235">
                  <c:v>9.5312499994179234E-2</c:v>
                </c:pt>
                <c:pt idx="8236">
                  <c:v>9.5324074070958886E-2</c:v>
                </c:pt>
                <c:pt idx="8237">
                  <c:v>9.5335648147738539E-2</c:v>
                </c:pt>
                <c:pt idx="8238">
                  <c:v>9.5347222217242233E-2</c:v>
                </c:pt>
                <c:pt idx="8239">
                  <c:v>9.5358796294021886E-2</c:v>
                </c:pt>
                <c:pt idx="8240">
                  <c:v>9.5370370370801538E-2</c:v>
                </c:pt>
                <c:pt idx="8241">
                  <c:v>9.5381944440305233E-2</c:v>
                </c:pt>
                <c:pt idx="8242">
                  <c:v>9.5393518517084885E-2</c:v>
                </c:pt>
                <c:pt idx="8243">
                  <c:v>9.5405092593864538E-2</c:v>
                </c:pt>
                <c:pt idx="8244">
                  <c:v>9.5416666663368233E-2</c:v>
                </c:pt>
                <c:pt idx="8245">
                  <c:v>9.5428240740147885E-2</c:v>
                </c:pt>
                <c:pt idx="8246">
                  <c:v>9.543981480965158E-2</c:v>
                </c:pt>
                <c:pt idx="8247">
                  <c:v>9.5451388886431232E-2</c:v>
                </c:pt>
                <c:pt idx="8248">
                  <c:v>9.5462962963210884E-2</c:v>
                </c:pt>
                <c:pt idx="8249">
                  <c:v>9.5474537032714579E-2</c:v>
                </c:pt>
                <c:pt idx="8250">
                  <c:v>9.5486111109494232E-2</c:v>
                </c:pt>
                <c:pt idx="8251">
                  <c:v>9.5497685186273884E-2</c:v>
                </c:pt>
                <c:pt idx="8252">
                  <c:v>9.5509259255777579E-2</c:v>
                </c:pt>
                <c:pt idx="8253">
                  <c:v>9.5520833332557231E-2</c:v>
                </c:pt>
                <c:pt idx="8254">
                  <c:v>9.5532407402060926E-2</c:v>
                </c:pt>
                <c:pt idx="8255">
                  <c:v>9.5543981478840578E-2</c:v>
                </c:pt>
                <c:pt idx="8256">
                  <c:v>9.5555555555620231E-2</c:v>
                </c:pt>
                <c:pt idx="8257">
                  <c:v>9.5567129625123926E-2</c:v>
                </c:pt>
                <c:pt idx="8258">
                  <c:v>9.5578703701903578E-2</c:v>
                </c:pt>
                <c:pt idx="8259">
                  <c:v>9.559027777868323E-2</c:v>
                </c:pt>
                <c:pt idx="8260">
                  <c:v>9.5601851848186925E-2</c:v>
                </c:pt>
                <c:pt idx="8261">
                  <c:v>9.5613425924966577E-2</c:v>
                </c:pt>
                <c:pt idx="8262">
                  <c:v>9.5624999994470272E-2</c:v>
                </c:pt>
                <c:pt idx="8263">
                  <c:v>9.5636574071249925E-2</c:v>
                </c:pt>
                <c:pt idx="8264">
                  <c:v>9.5648148148029577E-2</c:v>
                </c:pt>
                <c:pt idx="8265">
                  <c:v>9.5659722217533272E-2</c:v>
                </c:pt>
                <c:pt idx="8266">
                  <c:v>9.5671296294312924E-2</c:v>
                </c:pt>
                <c:pt idx="8267">
                  <c:v>9.5682870371092577E-2</c:v>
                </c:pt>
                <c:pt idx="8268">
                  <c:v>9.5694444440596271E-2</c:v>
                </c:pt>
                <c:pt idx="8269">
                  <c:v>9.5706018517375924E-2</c:v>
                </c:pt>
                <c:pt idx="8270">
                  <c:v>9.5717592586879618E-2</c:v>
                </c:pt>
                <c:pt idx="8271">
                  <c:v>9.5729166663659271E-2</c:v>
                </c:pt>
                <c:pt idx="8272">
                  <c:v>9.5740740740438923E-2</c:v>
                </c:pt>
                <c:pt idx="8273">
                  <c:v>9.5752314809942618E-2</c:v>
                </c:pt>
                <c:pt idx="8274">
                  <c:v>9.576388888672227E-2</c:v>
                </c:pt>
                <c:pt idx="8275">
                  <c:v>9.5775462963501923E-2</c:v>
                </c:pt>
                <c:pt idx="8276">
                  <c:v>9.5787037033005618E-2</c:v>
                </c:pt>
                <c:pt idx="8277">
                  <c:v>9.579861110978527E-2</c:v>
                </c:pt>
                <c:pt idx="8278">
                  <c:v>9.5810185179288965E-2</c:v>
                </c:pt>
                <c:pt idx="8279">
                  <c:v>9.5821759256068617E-2</c:v>
                </c:pt>
                <c:pt idx="8280">
                  <c:v>9.5833333332848269E-2</c:v>
                </c:pt>
                <c:pt idx="8281">
                  <c:v>9.5844907402351964E-2</c:v>
                </c:pt>
                <c:pt idx="8282">
                  <c:v>9.5856481479131617E-2</c:v>
                </c:pt>
                <c:pt idx="8283">
                  <c:v>9.5868055555911269E-2</c:v>
                </c:pt>
                <c:pt idx="8284">
                  <c:v>9.5879629625414964E-2</c:v>
                </c:pt>
                <c:pt idx="8285">
                  <c:v>9.5891203702194616E-2</c:v>
                </c:pt>
                <c:pt idx="8286">
                  <c:v>9.5902777778974269E-2</c:v>
                </c:pt>
                <c:pt idx="8287">
                  <c:v>9.5914351848477963E-2</c:v>
                </c:pt>
                <c:pt idx="8288">
                  <c:v>9.5925925925257616E-2</c:v>
                </c:pt>
                <c:pt idx="8289">
                  <c:v>9.5937499994761311E-2</c:v>
                </c:pt>
                <c:pt idx="8290">
                  <c:v>9.5949074071540963E-2</c:v>
                </c:pt>
                <c:pt idx="8291">
                  <c:v>9.5960648148320615E-2</c:v>
                </c:pt>
                <c:pt idx="8292">
                  <c:v>9.597222221782431E-2</c:v>
                </c:pt>
                <c:pt idx="8293">
                  <c:v>9.5983796294603962E-2</c:v>
                </c:pt>
                <c:pt idx="8294">
                  <c:v>9.5995370371383615E-2</c:v>
                </c:pt>
                <c:pt idx="8295">
                  <c:v>9.600694444088731E-2</c:v>
                </c:pt>
                <c:pt idx="8296">
                  <c:v>9.6018518517666962E-2</c:v>
                </c:pt>
                <c:pt idx="8297">
                  <c:v>9.6030092587170657E-2</c:v>
                </c:pt>
                <c:pt idx="8298">
                  <c:v>9.6041666663950309E-2</c:v>
                </c:pt>
                <c:pt idx="8299">
                  <c:v>9.6053240740729962E-2</c:v>
                </c:pt>
                <c:pt idx="8300">
                  <c:v>9.6064814810233656E-2</c:v>
                </c:pt>
                <c:pt idx="8301">
                  <c:v>9.6076388887013309E-2</c:v>
                </c:pt>
                <c:pt idx="8302">
                  <c:v>9.6087962963792961E-2</c:v>
                </c:pt>
                <c:pt idx="8303">
                  <c:v>9.6099537033296656E-2</c:v>
                </c:pt>
                <c:pt idx="8304">
                  <c:v>9.6111111110076308E-2</c:v>
                </c:pt>
                <c:pt idx="8305">
                  <c:v>9.6122685179580003E-2</c:v>
                </c:pt>
                <c:pt idx="8306">
                  <c:v>9.6134259256359655E-2</c:v>
                </c:pt>
                <c:pt idx="8307">
                  <c:v>9.6145833333139308E-2</c:v>
                </c:pt>
                <c:pt idx="8308">
                  <c:v>9.6157407402643003E-2</c:v>
                </c:pt>
                <c:pt idx="8309">
                  <c:v>9.6168981479422655E-2</c:v>
                </c:pt>
                <c:pt idx="8310">
                  <c:v>9.6180555556202307E-2</c:v>
                </c:pt>
                <c:pt idx="8311">
                  <c:v>9.6192129625706002E-2</c:v>
                </c:pt>
                <c:pt idx="8312">
                  <c:v>9.6203703702485655E-2</c:v>
                </c:pt>
                <c:pt idx="8313">
                  <c:v>9.6215277771989349E-2</c:v>
                </c:pt>
                <c:pt idx="8314">
                  <c:v>9.6226851848769002E-2</c:v>
                </c:pt>
                <c:pt idx="8315">
                  <c:v>9.6238425925548654E-2</c:v>
                </c:pt>
                <c:pt idx="8316">
                  <c:v>9.6249999995052349E-2</c:v>
                </c:pt>
                <c:pt idx="8317">
                  <c:v>9.6261574071832001E-2</c:v>
                </c:pt>
                <c:pt idx="8318">
                  <c:v>9.6273148148611654E-2</c:v>
                </c:pt>
                <c:pt idx="8319">
                  <c:v>9.6284722218115348E-2</c:v>
                </c:pt>
                <c:pt idx="8320">
                  <c:v>9.6296296294895001E-2</c:v>
                </c:pt>
                <c:pt idx="8321">
                  <c:v>9.6307870371674653E-2</c:v>
                </c:pt>
                <c:pt idx="8322">
                  <c:v>9.6319444441178348E-2</c:v>
                </c:pt>
                <c:pt idx="8323">
                  <c:v>9.6331018517958E-2</c:v>
                </c:pt>
                <c:pt idx="8324">
                  <c:v>9.6342592587461695E-2</c:v>
                </c:pt>
                <c:pt idx="8325">
                  <c:v>9.6354166664241347E-2</c:v>
                </c:pt>
                <c:pt idx="8326">
                  <c:v>9.6365740741021E-2</c:v>
                </c:pt>
                <c:pt idx="8327">
                  <c:v>9.6377314810524695E-2</c:v>
                </c:pt>
                <c:pt idx="8328">
                  <c:v>9.6388888887304347E-2</c:v>
                </c:pt>
                <c:pt idx="8329">
                  <c:v>9.6400462964083999E-2</c:v>
                </c:pt>
                <c:pt idx="8330">
                  <c:v>9.6412037033587694E-2</c:v>
                </c:pt>
                <c:pt idx="8331">
                  <c:v>9.6423611110367347E-2</c:v>
                </c:pt>
                <c:pt idx="8332">
                  <c:v>9.6435185179871041E-2</c:v>
                </c:pt>
                <c:pt idx="8333">
                  <c:v>9.6446759256650694E-2</c:v>
                </c:pt>
                <c:pt idx="8334">
                  <c:v>9.6458333333430346E-2</c:v>
                </c:pt>
                <c:pt idx="8335">
                  <c:v>9.6469907402934041E-2</c:v>
                </c:pt>
                <c:pt idx="8336">
                  <c:v>9.6481481479713693E-2</c:v>
                </c:pt>
                <c:pt idx="8337">
                  <c:v>9.6493055556493346E-2</c:v>
                </c:pt>
                <c:pt idx="8338">
                  <c:v>9.650462962599704E-2</c:v>
                </c:pt>
                <c:pt idx="8339">
                  <c:v>9.6516203702776693E-2</c:v>
                </c:pt>
                <c:pt idx="8340">
                  <c:v>9.6527777772280388E-2</c:v>
                </c:pt>
                <c:pt idx="8341">
                  <c:v>9.653935184906004E-2</c:v>
                </c:pt>
                <c:pt idx="8342">
                  <c:v>9.6550925925839692E-2</c:v>
                </c:pt>
                <c:pt idx="8343">
                  <c:v>9.6562499995343387E-2</c:v>
                </c:pt>
                <c:pt idx="8344">
                  <c:v>9.657407407212304E-2</c:v>
                </c:pt>
                <c:pt idx="8345">
                  <c:v>9.6585648148902692E-2</c:v>
                </c:pt>
                <c:pt idx="8346">
                  <c:v>9.6597222218406387E-2</c:v>
                </c:pt>
                <c:pt idx="8347">
                  <c:v>9.6608796295186039E-2</c:v>
                </c:pt>
                <c:pt idx="8348">
                  <c:v>9.6620370364689734E-2</c:v>
                </c:pt>
                <c:pt idx="8349">
                  <c:v>9.6631944441469386E-2</c:v>
                </c:pt>
                <c:pt idx="8350">
                  <c:v>9.6643518518249039E-2</c:v>
                </c:pt>
                <c:pt idx="8351">
                  <c:v>9.6655092587752733E-2</c:v>
                </c:pt>
                <c:pt idx="8352">
                  <c:v>9.6666666664532386E-2</c:v>
                </c:pt>
                <c:pt idx="8353">
                  <c:v>9.6678240741312038E-2</c:v>
                </c:pt>
                <c:pt idx="8354">
                  <c:v>9.6689814810815733E-2</c:v>
                </c:pt>
                <c:pt idx="8355">
                  <c:v>9.6701388887595385E-2</c:v>
                </c:pt>
                <c:pt idx="8356">
                  <c:v>9.671296295709908E-2</c:v>
                </c:pt>
                <c:pt idx="8357">
                  <c:v>9.6724537033878732E-2</c:v>
                </c:pt>
                <c:pt idx="8358">
                  <c:v>9.6736111110658385E-2</c:v>
                </c:pt>
                <c:pt idx="8359">
                  <c:v>9.674768518016208E-2</c:v>
                </c:pt>
                <c:pt idx="8360">
                  <c:v>9.6759259256941732E-2</c:v>
                </c:pt>
                <c:pt idx="8361">
                  <c:v>9.6770833333721384E-2</c:v>
                </c:pt>
                <c:pt idx="8362">
                  <c:v>9.6782407403225079E-2</c:v>
                </c:pt>
                <c:pt idx="8363">
                  <c:v>9.6793981480004732E-2</c:v>
                </c:pt>
                <c:pt idx="8364">
                  <c:v>9.6805555556784384E-2</c:v>
                </c:pt>
                <c:pt idx="8365">
                  <c:v>9.6817129626288079E-2</c:v>
                </c:pt>
                <c:pt idx="8366">
                  <c:v>9.6828703703067731E-2</c:v>
                </c:pt>
                <c:pt idx="8367">
                  <c:v>9.6840277772571426E-2</c:v>
                </c:pt>
                <c:pt idx="8368">
                  <c:v>9.6851851849351078E-2</c:v>
                </c:pt>
                <c:pt idx="8369">
                  <c:v>9.6863425926130731E-2</c:v>
                </c:pt>
                <c:pt idx="8370">
                  <c:v>9.6874999995634425E-2</c:v>
                </c:pt>
                <c:pt idx="8371">
                  <c:v>9.6886574072414078E-2</c:v>
                </c:pt>
                <c:pt idx="8372">
                  <c:v>9.689814814919373E-2</c:v>
                </c:pt>
                <c:pt idx="8373">
                  <c:v>9.6909722218697425E-2</c:v>
                </c:pt>
                <c:pt idx="8374">
                  <c:v>9.6921296295477077E-2</c:v>
                </c:pt>
                <c:pt idx="8375">
                  <c:v>9.6932870364980772E-2</c:v>
                </c:pt>
                <c:pt idx="8376">
                  <c:v>9.6944444441760425E-2</c:v>
                </c:pt>
                <c:pt idx="8377">
                  <c:v>9.6956018518540077E-2</c:v>
                </c:pt>
                <c:pt idx="8378">
                  <c:v>9.6967592588043772E-2</c:v>
                </c:pt>
                <c:pt idx="8379">
                  <c:v>9.6979166664823424E-2</c:v>
                </c:pt>
                <c:pt idx="8380">
                  <c:v>9.6990740741603076E-2</c:v>
                </c:pt>
                <c:pt idx="8381">
                  <c:v>9.7002314811106771E-2</c:v>
                </c:pt>
                <c:pt idx="8382">
                  <c:v>9.7013888887886424E-2</c:v>
                </c:pt>
                <c:pt idx="8383">
                  <c:v>9.7025462957390118E-2</c:v>
                </c:pt>
                <c:pt idx="8384">
                  <c:v>9.7037037034169771E-2</c:v>
                </c:pt>
                <c:pt idx="8385">
                  <c:v>9.7048611110949423E-2</c:v>
                </c:pt>
                <c:pt idx="8386">
                  <c:v>9.7060185180453118E-2</c:v>
                </c:pt>
                <c:pt idx="8387">
                  <c:v>9.707175925723277E-2</c:v>
                </c:pt>
                <c:pt idx="8388">
                  <c:v>9.7083333334012423E-2</c:v>
                </c:pt>
                <c:pt idx="8389">
                  <c:v>9.7094907403516117E-2</c:v>
                </c:pt>
                <c:pt idx="8390">
                  <c:v>9.710648148029577E-2</c:v>
                </c:pt>
                <c:pt idx="8391">
                  <c:v>9.7118055549799465E-2</c:v>
                </c:pt>
                <c:pt idx="8392">
                  <c:v>9.7129629626579117E-2</c:v>
                </c:pt>
                <c:pt idx="8393">
                  <c:v>9.7141203703358769E-2</c:v>
                </c:pt>
                <c:pt idx="8394">
                  <c:v>9.7152777772862464E-2</c:v>
                </c:pt>
                <c:pt idx="8395">
                  <c:v>9.7164351849642117E-2</c:v>
                </c:pt>
                <c:pt idx="8396">
                  <c:v>9.7175925926421769E-2</c:v>
                </c:pt>
                <c:pt idx="8397">
                  <c:v>9.7187499995925464E-2</c:v>
                </c:pt>
                <c:pt idx="8398">
                  <c:v>9.7199074072705116E-2</c:v>
                </c:pt>
                <c:pt idx="8399">
                  <c:v>9.7210648149484769E-2</c:v>
                </c:pt>
                <c:pt idx="8400">
                  <c:v>9.7222222218988463E-2</c:v>
                </c:pt>
                <c:pt idx="8401">
                  <c:v>9.7233796295768116E-2</c:v>
                </c:pt>
                <c:pt idx="8402">
                  <c:v>9.724537036527181E-2</c:v>
                </c:pt>
                <c:pt idx="8403">
                  <c:v>9.7256944442051463E-2</c:v>
                </c:pt>
                <c:pt idx="8404">
                  <c:v>9.7268518518831115E-2</c:v>
                </c:pt>
                <c:pt idx="8405">
                  <c:v>9.728009258833481E-2</c:v>
                </c:pt>
                <c:pt idx="8406">
                  <c:v>9.7291666665114462E-2</c:v>
                </c:pt>
                <c:pt idx="8407">
                  <c:v>9.7303240741894115E-2</c:v>
                </c:pt>
                <c:pt idx="8408">
                  <c:v>9.731481481139781E-2</c:v>
                </c:pt>
                <c:pt idx="8409">
                  <c:v>9.7326388888177462E-2</c:v>
                </c:pt>
                <c:pt idx="8410">
                  <c:v>9.7337962957681157E-2</c:v>
                </c:pt>
                <c:pt idx="8411">
                  <c:v>9.7349537034460809E-2</c:v>
                </c:pt>
                <c:pt idx="8412">
                  <c:v>9.7361111111240461E-2</c:v>
                </c:pt>
                <c:pt idx="8413">
                  <c:v>9.7372685180744156E-2</c:v>
                </c:pt>
                <c:pt idx="8414">
                  <c:v>9.7384259257523809E-2</c:v>
                </c:pt>
                <c:pt idx="8415">
                  <c:v>9.7395833334303461E-2</c:v>
                </c:pt>
                <c:pt idx="8416">
                  <c:v>9.7407407403807156E-2</c:v>
                </c:pt>
                <c:pt idx="8417">
                  <c:v>9.7418981480586808E-2</c:v>
                </c:pt>
                <c:pt idx="8418">
                  <c:v>9.7430555550090503E-2</c:v>
                </c:pt>
                <c:pt idx="8419">
                  <c:v>9.7442129626870155E-2</c:v>
                </c:pt>
                <c:pt idx="8420">
                  <c:v>9.7453703703649808E-2</c:v>
                </c:pt>
                <c:pt idx="8421">
                  <c:v>9.7465277773153502E-2</c:v>
                </c:pt>
                <c:pt idx="8422">
                  <c:v>9.7476851849933155E-2</c:v>
                </c:pt>
                <c:pt idx="8423">
                  <c:v>9.7488425926712807E-2</c:v>
                </c:pt>
                <c:pt idx="8424">
                  <c:v>9.7499999996216502E-2</c:v>
                </c:pt>
                <c:pt idx="8425">
                  <c:v>9.7511574072996154E-2</c:v>
                </c:pt>
                <c:pt idx="8426">
                  <c:v>9.7523148142499849E-2</c:v>
                </c:pt>
                <c:pt idx="8427">
                  <c:v>9.7534722219279502E-2</c:v>
                </c:pt>
                <c:pt idx="8428">
                  <c:v>9.7546296296059154E-2</c:v>
                </c:pt>
                <c:pt idx="8429">
                  <c:v>9.7557870365562849E-2</c:v>
                </c:pt>
                <c:pt idx="8430">
                  <c:v>9.7569444442342501E-2</c:v>
                </c:pt>
                <c:pt idx="8431">
                  <c:v>9.7581018519122154E-2</c:v>
                </c:pt>
                <c:pt idx="8432">
                  <c:v>9.7592592588625848E-2</c:v>
                </c:pt>
                <c:pt idx="8433">
                  <c:v>9.7604166665405501E-2</c:v>
                </c:pt>
                <c:pt idx="8434">
                  <c:v>9.7615740734909195E-2</c:v>
                </c:pt>
                <c:pt idx="8435">
                  <c:v>9.7627314811688848E-2</c:v>
                </c:pt>
                <c:pt idx="8436">
                  <c:v>9.76388888884685E-2</c:v>
                </c:pt>
                <c:pt idx="8437">
                  <c:v>9.7650462957972195E-2</c:v>
                </c:pt>
                <c:pt idx="8438">
                  <c:v>9.7662037034751847E-2</c:v>
                </c:pt>
                <c:pt idx="8439">
                  <c:v>9.76736111115315E-2</c:v>
                </c:pt>
                <c:pt idx="8440">
                  <c:v>9.7685185181035195E-2</c:v>
                </c:pt>
                <c:pt idx="8441">
                  <c:v>9.7696759257814847E-2</c:v>
                </c:pt>
                <c:pt idx="8442">
                  <c:v>9.7708333334594499E-2</c:v>
                </c:pt>
                <c:pt idx="8443">
                  <c:v>9.7719907404098194E-2</c:v>
                </c:pt>
                <c:pt idx="8444">
                  <c:v>9.7731481480877846E-2</c:v>
                </c:pt>
                <c:pt idx="8445">
                  <c:v>9.7743055550381541E-2</c:v>
                </c:pt>
                <c:pt idx="8446">
                  <c:v>9.7754629627161194E-2</c:v>
                </c:pt>
                <c:pt idx="8447">
                  <c:v>9.7766203703940846E-2</c:v>
                </c:pt>
                <c:pt idx="8448">
                  <c:v>9.7777777773444541E-2</c:v>
                </c:pt>
                <c:pt idx="8449">
                  <c:v>9.7789351850224193E-2</c:v>
                </c:pt>
                <c:pt idx="8450">
                  <c:v>9.7800925927003846E-2</c:v>
                </c:pt>
                <c:pt idx="8451">
                  <c:v>9.781249999650754E-2</c:v>
                </c:pt>
                <c:pt idx="8452">
                  <c:v>9.7824074073287193E-2</c:v>
                </c:pt>
                <c:pt idx="8453">
                  <c:v>9.7835648142790888E-2</c:v>
                </c:pt>
                <c:pt idx="8454">
                  <c:v>9.784722221957054E-2</c:v>
                </c:pt>
                <c:pt idx="8455">
                  <c:v>9.7858796296350192E-2</c:v>
                </c:pt>
                <c:pt idx="8456">
                  <c:v>9.7870370365853887E-2</c:v>
                </c:pt>
                <c:pt idx="8457">
                  <c:v>9.7881944442633539E-2</c:v>
                </c:pt>
                <c:pt idx="8458">
                  <c:v>9.7893518519413192E-2</c:v>
                </c:pt>
                <c:pt idx="8459">
                  <c:v>9.7905092588916887E-2</c:v>
                </c:pt>
                <c:pt idx="8460">
                  <c:v>9.7916666665696539E-2</c:v>
                </c:pt>
                <c:pt idx="8461">
                  <c:v>9.7928240735200234E-2</c:v>
                </c:pt>
                <c:pt idx="8462">
                  <c:v>9.7939814811979886E-2</c:v>
                </c:pt>
                <c:pt idx="8463">
                  <c:v>9.7951388888759539E-2</c:v>
                </c:pt>
                <c:pt idx="8464">
                  <c:v>9.7962962958263233E-2</c:v>
                </c:pt>
                <c:pt idx="8465">
                  <c:v>9.7974537035042886E-2</c:v>
                </c:pt>
                <c:pt idx="8466">
                  <c:v>9.7986111111822538E-2</c:v>
                </c:pt>
                <c:pt idx="8467">
                  <c:v>9.7997685181326233E-2</c:v>
                </c:pt>
                <c:pt idx="8468">
                  <c:v>9.8009259258105885E-2</c:v>
                </c:pt>
                <c:pt idx="8469">
                  <c:v>9.802083332760958E-2</c:v>
                </c:pt>
                <c:pt idx="8470">
                  <c:v>9.8032407404389232E-2</c:v>
                </c:pt>
                <c:pt idx="8471">
                  <c:v>9.8043981481168885E-2</c:v>
                </c:pt>
                <c:pt idx="8472">
                  <c:v>9.805555555067258E-2</c:v>
                </c:pt>
                <c:pt idx="8473">
                  <c:v>9.8067129627452232E-2</c:v>
                </c:pt>
                <c:pt idx="8474">
                  <c:v>9.8078703704231884E-2</c:v>
                </c:pt>
                <c:pt idx="8475">
                  <c:v>9.8090277773735579E-2</c:v>
                </c:pt>
                <c:pt idx="8476">
                  <c:v>9.8101851850515231E-2</c:v>
                </c:pt>
                <c:pt idx="8477">
                  <c:v>9.8113425920018926E-2</c:v>
                </c:pt>
                <c:pt idx="8478">
                  <c:v>9.8124999996798579E-2</c:v>
                </c:pt>
                <c:pt idx="8479">
                  <c:v>9.8136574073578231E-2</c:v>
                </c:pt>
                <c:pt idx="8480">
                  <c:v>9.8148148143081926E-2</c:v>
                </c:pt>
                <c:pt idx="8481">
                  <c:v>9.8159722219861578E-2</c:v>
                </c:pt>
                <c:pt idx="8482">
                  <c:v>9.8171296296641231E-2</c:v>
                </c:pt>
                <c:pt idx="8483">
                  <c:v>9.8182870366144925E-2</c:v>
                </c:pt>
                <c:pt idx="8484">
                  <c:v>9.8194444442924578E-2</c:v>
                </c:pt>
                <c:pt idx="8485">
                  <c:v>9.820601851970423E-2</c:v>
                </c:pt>
                <c:pt idx="8486">
                  <c:v>9.8217592589207925E-2</c:v>
                </c:pt>
                <c:pt idx="8487">
                  <c:v>9.8229166665987577E-2</c:v>
                </c:pt>
                <c:pt idx="8488">
                  <c:v>9.8240740735491272E-2</c:v>
                </c:pt>
                <c:pt idx="8489">
                  <c:v>9.8252314812270924E-2</c:v>
                </c:pt>
                <c:pt idx="8490">
                  <c:v>9.8263888889050577E-2</c:v>
                </c:pt>
                <c:pt idx="8491">
                  <c:v>9.8275462958554272E-2</c:v>
                </c:pt>
                <c:pt idx="8492">
                  <c:v>9.8287037035333924E-2</c:v>
                </c:pt>
                <c:pt idx="8493">
                  <c:v>9.8298611112113576E-2</c:v>
                </c:pt>
                <c:pt idx="8494">
                  <c:v>9.8310185181617271E-2</c:v>
                </c:pt>
                <c:pt idx="8495">
                  <c:v>9.8321759258396924E-2</c:v>
                </c:pt>
                <c:pt idx="8496">
                  <c:v>9.8333333327900618E-2</c:v>
                </c:pt>
                <c:pt idx="8497">
                  <c:v>9.8344907404680271E-2</c:v>
                </c:pt>
                <c:pt idx="8498">
                  <c:v>9.8356481481459923E-2</c:v>
                </c:pt>
                <c:pt idx="8499">
                  <c:v>9.8368055550963618E-2</c:v>
                </c:pt>
                <c:pt idx="8500">
                  <c:v>9.837962962774327E-2</c:v>
                </c:pt>
                <c:pt idx="8501">
                  <c:v>9.8391203704522923E-2</c:v>
                </c:pt>
                <c:pt idx="8502">
                  <c:v>9.8402777774026617E-2</c:v>
                </c:pt>
                <c:pt idx="8503">
                  <c:v>9.841435185080627E-2</c:v>
                </c:pt>
                <c:pt idx="8504">
                  <c:v>9.8425925920309965E-2</c:v>
                </c:pt>
                <c:pt idx="8505">
                  <c:v>9.8437499997089617E-2</c:v>
                </c:pt>
                <c:pt idx="8506">
                  <c:v>9.8449074073869269E-2</c:v>
                </c:pt>
                <c:pt idx="8507">
                  <c:v>9.8460648143372964E-2</c:v>
                </c:pt>
                <c:pt idx="8508">
                  <c:v>9.8472222220152617E-2</c:v>
                </c:pt>
                <c:pt idx="8509">
                  <c:v>9.8483796296932269E-2</c:v>
                </c:pt>
                <c:pt idx="8510">
                  <c:v>9.8495370366435964E-2</c:v>
                </c:pt>
                <c:pt idx="8511">
                  <c:v>9.8506944443215616E-2</c:v>
                </c:pt>
                <c:pt idx="8512">
                  <c:v>9.8518518512719311E-2</c:v>
                </c:pt>
                <c:pt idx="8513">
                  <c:v>9.8530092589498963E-2</c:v>
                </c:pt>
                <c:pt idx="8514">
                  <c:v>9.8541666666278616E-2</c:v>
                </c:pt>
                <c:pt idx="8515">
                  <c:v>9.855324073578231E-2</c:v>
                </c:pt>
                <c:pt idx="8516">
                  <c:v>9.8564814812561963E-2</c:v>
                </c:pt>
                <c:pt idx="8517">
                  <c:v>9.8576388889341615E-2</c:v>
                </c:pt>
                <c:pt idx="8518">
                  <c:v>9.858796295884531E-2</c:v>
                </c:pt>
                <c:pt idx="8519">
                  <c:v>9.8599537035624962E-2</c:v>
                </c:pt>
                <c:pt idx="8520">
                  <c:v>9.8611111112404615E-2</c:v>
                </c:pt>
                <c:pt idx="8521">
                  <c:v>9.8622685181908309E-2</c:v>
                </c:pt>
                <c:pt idx="8522">
                  <c:v>9.8634259258687962E-2</c:v>
                </c:pt>
                <c:pt idx="8523">
                  <c:v>9.8645833328191657E-2</c:v>
                </c:pt>
                <c:pt idx="8524">
                  <c:v>9.8657407404971309E-2</c:v>
                </c:pt>
                <c:pt idx="8525">
                  <c:v>9.8668981481750961E-2</c:v>
                </c:pt>
                <c:pt idx="8526">
                  <c:v>9.8680555551254656E-2</c:v>
                </c:pt>
                <c:pt idx="8527">
                  <c:v>9.8692129628034309E-2</c:v>
                </c:pt>
                <c:pt idx="8528">
                  <c:v>9.8703703704813961E-2</c:v>
                </c:pt>
                <c:pt idx="8529">
                  <c:v>9.8715277774317656E-2</c:v>
                </c:pt>
                <c:pt idx="8530">
                  <c:v>9.8726851851097308E-2</c:v>
                </c:pt>
                <c:pt idx="8531">
                  <c:v>9.8738425920601003E-2</c:v>
                </c:pt>
                <c:pt idx="8532">
                  <c:v>9.8749999997380655E-2</c:v>
                </c:pt>
                <c:pt idx="8533">
                  <c:v>9.8761574074160308E-2</c:v>
                </c:pt>
                <c:pt idx="8534">
                  <c:v>9.8773148143664002E-2</c:v>
                </c:pt>
                <c:pt idx="8535">
                  <c:v>9.8784722220443655E-2</c:v>
                </c:pt>
                <c:pt idx="8536">
                  <c:v>9.8796296297223307E-2</c:v>
                </c:pt>
                <c:pt idx="8537">
                  <c:v>9.8807870366727002E-2</c:v>
                </c:pt>
                <c:pt idx="8538">
                  <c:v>9.8819444443506654E-2</c:v>
                </c:pt>
                <c:pt idx="8539">
                  <c:v>9.8831018513010349E-2</c:v>
                </c:pt>
                <c:pt idx="8540">
                  <c:v>9.8842592589790002E-2</c:v>
                </c:pt>
                <c:pt idx="8541">
                  <c:v>9.8854166666569654E-2</c:v>
                </c:pt>
                <c:pt idx="8542">
                  <c:v>9.8865740736073349E-2</c:v>
                </c:pt>
                <c:pt idx="8543">
                  <c:v>9.8877314812853001E-2</c:v>
                </c:pt>
                <c:pt idx="8544">
                  <c:v>9.8888888889632653E-2</c:v>
                </c:pt>
                <c:pt idx="8545">
                  <c:v>9.8900462959136348E-2</c:v>
                </c:pt>
                <c:pt idx="8546">
                  <c:v>9.8912037035916001E-2</c:v>
                </c:pt>
                <c:pt idx="8547">
                  <c:v>9.8923611105419695E-2</c:v>
                </c:pt>
                <c:pt idx="8548">
                  <c:v>9.8935185182199348E-2</c:v>
                </c:pt>
                <c:pt idx="8549">
                  <c:v>9.8946759258979E-2</c:v>
                </c:pt>
                <c:pt idx="8550">
                  <c:v>9.8958333328482695E-2</c:v>
                </c:pt>
                <c:pt idx="8551">
                  <c:v>9.8969907405262347E-2</c:v>
                </c:pt>
                <c:pt idx="8552">
                  <c:v>9.8981481482042E-2</c:v>
                </c:pt>
                <c:pt idx="8553">
                  <c:v>9.8993055551545694E-2</c:v>
                </c:pt>
                <c:pt idx="8554">
                  <c:v>9.9004629628325347E-2</c:v>
                </c:pt>
                <c:pt idx="8555">
                  <c:v>9.9016203697829042E-2</c:v>
                </c:pt>
                <c:pt idx="8556">
                  <c:v>9.9027777774608694E-2</c:v>
                </c:pt>
                <c:pt idx="8557">
                  <c:v>9.9039351851388346E-2</c:v>
                </c:pt>
                <c:pt idx="8558">
                  <c:v>9.9050925920892041E-2</c:v>
                </c:pt>
                <c:pt idx="8559">
                  <c:v>9.9062499997671694E-2</c:v>
                </c:pt>
                <c:pt idx="8560">
                  <c:v>9.9074074074451346E-2</c:v>
                </c:pt>
                <c:pt idx="8561">
                  <c:v>9.9085648143955041E-2</c:v>
                </c:pt>
                <c:pt idx="8562">
                  <c:v>9.9097222220734693E-2</c:v>
                </c:pt>
                <c:pt idx="8563">
                  <c:v>9.9108796297514345E-2</c:v>
                </c:pt>
                <c:pt idx="8564">
                  <c:v>9.912037036701804E-2</c:v>
                </c:pt>
                <c:pt idx="8565">
                  <c:v>9.9131944443797693E-2</c:v>
                </c:pt>
                <c:pt idx="8566">
                  <c:v>9.9143518513301387E-2</c:v>
                </c:pt>
                <c:pt idx="8567">
                  <c:v>9.915509259008104E-2</c:v>
                </c:pt>
                <c:pt idx="8568">
                  <c:v>9.9166666666860692E-2</c:v>
                </c:pt>
                <c:pt idx="8569">
                  <c:v>9.9178240736364387E-2</c:v>
                </c:pt>
                <c:pt idx="8570">
                  <c:v>9.9189814813144039E-2</c:v>
                </c:pt>
                <c:pt idx="8571">
                  <c:v>9.9201388889923692E-2</c:v>
                </c:pt>
                <c:pt idx="8572">
                  <c:v>9.9212962959427387E-2</c:v>
                </c:pt>
                <c:pt idx="8573">
                  <c:v>9.9224537036207039E-2</c:v>
                </c:pt>
                <c:pt idx="8574">
                  <c:v>9.9236111105710734E-2</c:v>
                </c:pt>
                <c:pt idx="8575">
                  <c:v>9.9247685182490386E-2</c:v>
                </c:pt>
                <c:pt idx="8576">
                  <c:v>9.9259259259270038E-2</c:v>
                </c:pt>
                <c:pt idx="8577">
                  <c:v>9.9270833328773733E-2</c:v>
                </c:pt>
                <c:pt idx="8578">
                  <c:v>9.9282407405553386E-2</c:v>
                </c:pt>
                <c:pt idx="8579">
                  <c:v>9.9293981482333038E-2</c:v>
                </c:pt>
                <c:pt idx="8580">
                  <c:v>9.9305555551836733E-2</c:v>
                </c:pt>
                <c:pt idx="8581">
                  <c:v>9.9317129628616385E-2</c:v>
                </c:pt>
                <c:pt idx="8582">
                  <c:v>9.932870369812008E-2</c:v>
                </c:pt>
                <c:pt idx="8583">
                  <c:v>9.9340277774899732E-2</c:v>
                </c:pt>
                <c:pt idx="8584">
                  <c:v>9.9351851851679385E-2</c:v>
                </c:pt>
                <c:pt idx="8585">
                  <c:v>9.9363425921183079E-2</c:v>
                </c:pt>
                <c:pt idx="8586">
                  <c:v>9.9374999997962732E-2</c:v>
                </c:pt>
                <c:pt idx="8587">
                  <c:v>9.9386574074742384E-2</c:v>
                </c:pt>
                <c:pt idx="8588">
                  <c:v>9.9398148144246079E-2</c:v>
                </c:pt>
                <c:pt idx="8589">
                  <c:v>9.9409722221025731E-2</c:v>
                </c:pt>
                <c:pt idx="8590">
                  <c:v>9.9421296290529426E-2</c:v>
                </c:pt>
                <c:pt idx="8591">
                  <c:v>9.9432870367309079E-2</c:v>
                </c:pt>
                <c:pt idx="8592">
                  <c:v>9.9444444444088731E-2</c:v>
                </c:pt>
                <c:pt idx="8593">
                  <c:v>9.9456018513592426E-2</c:v>
                </c:pt>
                <c:pt idx="8594">
                  <c:v>9.9467592590372078E-2</c:v>
                </c:pt>
                <c:pt idx="8595">
                  <c:v>9.9479166667151731E-2</c:v>
                </c:pt>
                <c:pt idx="8596">
                  <c:v>9.9490740736655425E-2</c:v>
                </c:pt>
                <c:pt idx="8597">
                  <c:v>9.9502314813435078E-2</c:v>
                </c:pt>
                <c:pt idx="8598">
                  <c:v>9.951388889021473E-2</c:v>
                </c:pt>
                <c:pt idx="8599">
                  <c:v>9.9525462959718425E-2</c:v>
                </c:pt>
                <c:pt idx="8600">
                  <c:v>9.9537037036498077E-2</c:v>
                </c:pt>
                <c:pt idx="8601">
                  <c:v>9.9548611106001772E-2</c:v>
                </c:pt>
                <c:pt idx="8602">
                  <c:v>9.9560185182781424E-2</c:v>
                </c:pt>
                <c:pt idx="8603">
                  <c:v>9.9571759259561077E-2</c:v>
                </c:pt>
                <c:pt idx="8604">
                  <c:v>9.9583333329064772E-2</c:v>
                </c:pt>
                <c:pt idx="8605">
                  <c:v>9.9594907405844424E-2</c:v>
                </c:pt>
                <c:pt idx="8606">
                  <c:v>9.9606481482624076E-2</c:v>
                </c:pt>
                <c:pt idx="8607">
                  <c:v>9.9618055552127771E-2</c:v>
                </c:pt>
                <c:pt idx="8608">
                  <c:v>9.9629629628907423E-2</c:v>
                </c:pt>
                <c:pt idx="8609">
                  <c:v>9.9641203698411118E-2</c:v>
                </c:pt>
                <c:pt idx="8610">
                  <c:v>9.9652777775190771E-2</c:v>
                </c:pt>
                <c:pt idx="8611">
                  <c:v>9.9664351851970423E-2</c:v>
                </c:pt>
                <c:pt idx="8612">
                  <c:v>9.9675925921474118E-2</c:v>
                </c:pt>
                <c:pt idx="8613">
                  <c:v>9.968749999825377E-2</c:v>
                </c:pt>
                <c:pt idx="8614">
                  <c:v>9.9699074075033423E-2</c:v>
                </c:pt>
                <c:pt idx="8615">
                  <c:v>9.9710648144537117E-2</c:v>
                </c:pt>
                <c:pt idx="8616">
                  <c:v>9.972222222131677E-2</c:v>
                </c:pt>
                <c:pt idx="8617">
                  <c:v>9.9733796290820464E-2</c:v>
                </c:pt>
                <c:pt idx="8618">
                  <c:v>9.9745370367600117E-2</c:v>
                </c:pt>
                <c:pt idx="8619">
                  <c:v>9.9756944444379769E-2</c:v>
                </c:pt>
                <c:pt idx="8620">
                  <c:v>9.9768518513883464E-2</c:v>
                </c:pt>
                <c:pt idx="8621">
                  <c:v>9.9780092590663116E-2</c:v>
                </c:pt>
                <c:pt idx="8622">
                  <c:v>9.9791666667442769E-2</c:v>
                </c:pt>
                <c:pt idx="8623">
                  <c:v>9.9803240736946464E-2</c:v>
                </c:pt>
                <c:pt idx="8624">
                  <c:v>9.9814814813726116E-2</c:v>
                </c:pt>
                <c:pt idx="8625">
                  <c:v>9.9826388883229811E-2</c:v>
                </c:pt>
                <c:pt idx="8626">
                  <c:v>9.9837962960009463E-2</c:v>
                </c:pt>
                <c:pt idx="8627">
                  <c:v>9.9849537036789116E-2</c:v>
                </c:pt>
                <c:pt idx="8628">
                  <c:v>9.986111110629281E-2</c:v>
                </c:pt>
                <c:pt idx="8629">
                  <c:v>9.9872685183072463E-2</c:v>
                </c:pt>
                <c:pt idx="8630">
                  <c:v>9.9884259259852115E-2</c:v>
                </c:pt>
                <c:pt idx="8631">
                  <c:v>9.989583332935581E-2</c:v>
                </c:pt>
                <c:pt idx="8632">
                  <c:v>9.9907407406135462E-2</c:v>
                </c:pt>
                <c:pt idx="8633">
                  <c:v>9.9918981475639157E-2</c:v>
                </c:pt>
                <c:pt idx="8634">
                  <c:v>9.9930555552418809E-2</c:v>
                </c:pt>
                <c:pt idx="8635">
                  <c:v>9.9942129629198462E-2</c:v>
                </c:pt>
                <c:pt idx="8636">
                  <c:v>9.9953703698702157E-2</c:v>
                </c:pt>
                <c:pt idx="8637">
                  <c:v>9.9965277775481809E-2</c:v>
                </c:pt>
                <c:pt idx="8638">
                  <c:v>9.9976851852261461E-2</c:v>
                </c:pt>
                <c:pt idx="8639">
                  <c:v>9.9988425921765156E-2</c:v>
                </c:pt>
                <c:pt idx="8640">
                  <c:v>9.9999999998544808E-2</c:v>
                </c:pt>
                <c:pt idx="8641">
                  <c:v>0.10001157407532446</c:v>
                </c:pt>
                <c:pt idx="8642">
                  <c:v>0.10002314814482816</c:v>
                </c:pt>
                <c:pt idx="8643">
                  <c:v>0.10003472222160781</c:v>
                </c:pt>
                <c:pt idx="8644">
                  <c:v>0.1000462962911115</c:v>
                </c:pt>
                <c:pt idx="8645">
                  <c:v>0.10005787036789116</c:v>
                </c:pt>
                <c:pt idx="8646">
                  <c:v>0.10006944444467081</c:v>
                </c:pt>
                <c:pt idx="8647">
                  <c:v>0.1000810185141745</c:v>
                </c:pt>
                <c:pt idx="8648">
                  <c:v>0.10009259259095415</c:v>
                </c:pt>
                <c:pt idx="8649">
                  <c:v>0.10010416666773381</c:v>
                </c:pt>
                <c:pt idx="8650">
                  <c:v>0.1001157407372375</c:v>
                </c:pt>
                <c:pt idx="8651">
                  <c:v>0.10012731481401715</c:v>
                </c:pt>
                <c:pt idx="8652">
                  <c:v>0.10013888888352085</c:v>
                </c:pt>
                <c:pt idx="8653">
                  <c:v>0.1001504629603005</c:v>
                </c:pt>
                <c:pt idx="8654">
                  <c:v>0.10016203703708015</c:v>
                </c:pt>
                <c:pt idx="8655">
                  <c:v>0.10017361110658385</c:v>
                </c:pt>
                <c:pt idx="8656">
                  <c:v>0.1001851851833635</c:v>
                </c:pt>
                <c:pt idx="8657">
                  <c:v>0.10019675926014315</c:v>
                </c:pt>
                <c:pt idx="8658">
                  <c:v>0.10020833332964685</c:v>
                </c:pt>
                <c:pt idx="8659">
                  <c:v>0.1002199074064265</c:v>
                </c:pt>
                <c:pt idx="8660">
                  <c:v>0.1002314814759302</c:v>
                </c:pt>
                <c:pt idx="8661">
                  <c:v>0.10024305555270985</c:v>
                </c:pt>
                <c:pt idx="8662">
                  <c:v>0.1002546296294895</c:v>
                </c:pt>
                <c:pt idx="8663">
                  <c:v>0.10026620369899319</c:v>
                </c:pt>
                <c:pt idx="8664">
                  <c:v>0.10027777777577285</c:v>
                </c:pt>
                <c:pt idx="8665">
                  <c:v>0.1002893518525525</c:v>
                </c:pt>
                <c:pt idx="8666">
                  <c:v>0.10030092592205619</c:v>
                </c:pt>
                <c:pt idx="8667">
                  <c:v>0.10031249999883585</c:v>
                </c:pt>
                <c:pt idx="8668">
                  <c:v>0.10032407406833954</c:v>
                </c:pt>
                <c:pt idx="8669">
                  <c:v>0.10033564814511919</c:v>
                </c:pt>
                <c:pt idx="8670">
                  <c:v>0.10034722222189885</c:v>
                </c:pt>
                <c:pt idx="8671">
                  <c:v>0.10035879629140254</c:v>
                </c:pt>
                <c:pt idx="8672">
                  <c:v>0.10037037036818219</c:v>
                </c:pt>
                <c:pt idx="8673">
                  <c:v>0.10038194444496185</c:v>
                </c:pt>
                <c:pt idx="8674">
                  <c:v>0.10039351851446554</c:v>
                </c:pt>
                <c:pt idx="8675">
                  <c:v>0.10040509259124519</c:v>
                </c:pt>
                <c:pt idx="8676">
                  <c:v>0.10041666666074889</c:v>
                </c:pt>
                <c:pt idx="8677">
                  <c:v>0.10042824073752854</c:v>
                </c:pt>
                <c:pt idx="8678">
                  <c:v>0.10043981481430819</c:v>
                </c:pt>
                <c:pt idx="8679">
                  <c:v>0.10045138888381189</c:v>
                </c:pt>
                <c:pt idx="8680">
                  <c:v>0.10046296296059154</c:v>
                </c:pt>
                <c:pt idx="8681">
                  <c:v>0.10047453703737119</c:v>
                </c:pt>
                <c:pt idx="8682">
                  <c:v>0.10048611110687489</c:v>
                </c:pt>
                <c:pt idx="8683">
                  <c:v>0.10049768518365454</c:v>
                </c:pt>
                <c:pt idx="8684">
                  <c:v>0.10050925926043419</c:v>
                </c:pt>
                <c:pt idx="8685">
                  <c:v>0.10052083332993789</c:v>
                </c:pt>
                <c:pt idx="8686">
                  <c:v>0.10053240740671754</c:v>
                </c:pt>
                <c:pt idx="8687">
                  <c:v>0.10054398147622123</c:v>
                </c:pt>
                <c:pt idx="8688">
                  <c:v>0.10055555555300089</c:v>
                </c:pt>
                <c:pt idx="8689">
                  <c:v>0.10056712962978054</c:v>
                </c:pt>
                <c:pt idx="8690">
                  <c:v>0.10057870369928423</c:v>
                </c:pt>
                <c:pt idx="8691">
                  <c:v>0.10059027777606389</c:v>
                </c:pt>
                <c:pt idx="8692">
                  <c:v>0.10060185185284354</c:v>
                </c:pt>
                <c:pt idx="8693">
                  <c:v>0.10061342592234723</c:v>
                </c:pt>
                <c:pt idx="8694">
                  <c:v>0.10062499999912689</c:v>
                </c:pt>
                <c:pt idx="8695">
                  <c:v>0.10063657406863058</c:v>
                </c:pt>
                <c:pt idx="8696">
                  <c:v>0.10064814814541023</c:v>
                </c:pt>
                <c:pt idx="8697">
                  <c:v>0.10065972222218988</c:v>
                </c:pt>
                <c:pt idx="8698">
                  <c:v>0.10067129629169358</c:v>
                </c:pt>
                <c:pt idx="8699">
                  <c:v>0.10068287036847323</c:v>
                </c:pt>
                <c:pt idx="8700">
                  <c:v>0.10069444444525288</c:v>
                </c:pt>
                <c:pt idx="8701">
                  <c:v>0.10070601851475658</c:v>
                </c:pt>
                <c:pt idx="8702">
                  <c:v>0.10071759259153623</c:v>
                </c:pt>
                <c:pt idx="8703">
                  <c:v>0.10072916666103993</c:v>
                </c:pt>
                <c:pt idx="8704">
                  <c:v>0.10074074073781958</c:v>
                </c:pt>
                <c:pt idx="8705">
                  <c:v>0.10075231481459923</c:v>
                </c:pt>
                <c:pt idx="8706">
                  <c:v>0.10076388888410293</c:v>
                </c:pt>
                <c:pt idx="8707">
                  <c:v>0.10077546296088258</c:v>
                </c:pt>
                <c:pt idx="8708">
                  <c:v>0.10078703703766223</c:v>
                </c:pt>
                <c:pt idx="8709">
                  <c:v>0.10079861110716593</c:v>
                </c:pt>
                <c:pt idx="8710">
                  <c:v>0.10081018518394558</c:v>
                </c:pt>
                <c:pt idx="8711">
                  <c:v>0.10082175925344927</c:v>
                </c:pt>
                <c:pt idx="8712">
                  <c:v>0.10083333333022892</c:v>
                </c:pt>
                <c:pt idx="8713">
                  <c:v>0.10084490740700858</c:v>
                </c:pt>
                <c:pt idx="8714">
                  <c:v>0.10085648147651227</c:v>
                </c:pt>
                <c:pt idx="8715">
                  <c:v>0.10086805555329192</c:v>
                </c:pt>
                <c:pt idx="8716">
                  <c:v>0.10087962963007158</c:v>
                </c:pt>
                <c:pt idx="8717">
                  <c:v>0.10089120369957527</c:v>
                </c:pt>
                <c:pt idx="8718">
                  <c:v>0.10090277777635492</c:v>
                </c:pt>
                <c:pt idx="8719">
                  <c:v>0.10091435185313458</c:v>
                </c:pt>
                <c:pt idx="8720">
                  <c:v>0.10092592592263827</c:v>
                </c:pt>
                <c:pt idx="8721">
                  <c:v>0.10093749999941792</c:v>
                </c:pt>
                <c:pt idx="8722">
                  <c:v>0.10094907406892162</c:v>
                </c:pt>
                <c:pt idx="8723">
                  <c:v>0.10096064814570127</c:v>
                </c:pt>
                <c:pt idx="8724">
                  <c:v>0.10097222222248092</c:v>
                </c:pt>
                <c:pt idx="8725">
                  <c:v>0.10098379629198462</c:v>
                </c:pt>
                <c:pt idx="8726">
                  <c:v>0.10099537036876427</c:v>
                </c:pt>
                <c:pt idx="8727">
                  <c:v>0.10100694444554392</c:v>
                </c:pt>
                <c:pt idx="8728">
                  <c:v>0.10101851851504762</c:v>
                </c:pt>
                <c:pt idx="8729">
                  <c:v>0.10103009259182727</c:v>
                </c:pt>
                <c:pt idx="8730">
                  <c:v>0.10104166666133096</c:v>
                </c:pt>
                <c:pt idx="8731">
                  <c:v>0.10105324073811062</c:v>
                </c:pt>
                <c:pt idx="8732">
                  <c:v>0.10106481481489027</c:v>
                </c:pt>
                <c:pt idx="8733">
                  <c:v>0.10107638888439396</c:v>
                </c:pt>
                <c:pt idx="8734">
                  <c:v>0.10108796296117362</c:v>
                </c:pt>
                <c:pt idx="8735">
                  <c:v>0.10109953703795327</c:v>
                </c:pt>
                <c:pt idx="8736">
                  <c:v>0.10111111110745696</c:v>
                </c:pt>
                <c:pt idx="8737">
                  <c:v>0.10112268518423662</c:v>
                </c:pt>
                <c:pt idx="8738">
                  <c:v>0.10113425925374031</c:v>
                </c:pt>
                <c:pt idx="8739">
                  <c:v>0.10114583333051996</c:v>
                </c:pt>
                <c:pt idx="8740">
                  <c:v>0.10115740740729962</c:v>
                </c:pt>
                <c:pt idx="8741">
                  <c:v>0.10116898147680331</c:v>
                </c:pt>
                <c:pt idx="8742">
                  <c:v>0.10118055555358296</c:v>
                </c:pt>
                <c:pt idx="8743">
                  <c:v>0.10119212963036261</c:v>
                </c:pt>
                <c:pt idx="8744">
                  <c:v>0.10120370369986631</c:v>
                </c:pt>
                <c:pt idx="8745">
                  <c:v>0.10121527777664596</c:v>
                </c:pt>
                <c:pt idx="8746">
                  <c:v>0.10122685184614966</c:v>
                </c:pt>
                <c:pt idx="8747">
                  <c:v>0.10123842592292931</c:v>
                </c:pt>
                <c:pt idx="8748">
                  <c:v>0.10124999999970896</c:v>
                </c:pt>
                <c:pt idx="8749">
                  <c:v>0.10126157406921266</c:v>
                </c:pt>
                <c:pt idx="8750">
                  <c:v>0.10127314814599231</c:v>
                </c:pt>
                <c:pt idx="8751">
                  <c:v>0.10128472222277196</c:v>
                </c:pt>
                <c:pt idx="8752">
                  <c:v>0.10129629629227566</c:v>
                </c:pt>
                <c:pt idx="8753">
                  <c:v>0.10130787036905531</c:v>
                </c:pt>
                <c:pt idx="8754">
                  <c:v>0.101319444438559</c:v>
                </c:pt>
                <c:pt idx="8755">
                  <c:v>0.10133101851533866</c:v>
                </c:pt>
                <c:pt idx="8756">
                  <c:v>0.10134259259211831</c:v>
                </c:pt>
                <c:pt idx="8757">
                  <c:v>0.101354166661622</c:v>
                </c:pt>
                <c:pt idx="8758">
                  <c:v>0.10136574073840166</c:v>
                </c:pt>
                <c:pt idx="8759">
                  <c:v>0.10137731481518131</c:v>
                </c:pt>
                <c:pt idx="8760">
                  <c:v>0.101388888884685</c:v>
                </c:pt>
                <c:pt idx="8761">
                  <c:v>0.10140046296146465</c:v>
                </c:pt>
                <c:pt idx="8762">
                  <c:v>0.10141203703824431</c:v>
                </c:pt>
                <c:pt idx="8763">
                  <c:v>0.101423611107748</c:v>
                </c:pt>
                <c:pt idx="8764">
                  <c:v>0.10143518518452765</c:v>
                </c:pt>
                <c:pt idx="8765">
                  <c:v>0.10144675925403135</c:v>
                </c:pt>
                <c:pt idx="8766">
                  <c:v>0.101458333330811</c:v>
                </c:pt>
                <c:pt idx="8767">
                  <c:v>0.10146990740759065</c:v>
                </c:pt>
                <c:pt idx="8768">
                  <c:v>0.10148148147709435</c:v>
                </c:pt>
                <c:pt idx="8769">
                  <c:v>0.101493055553874</c:v>
                </c:pt>
                <c:pt idx="8770">
                  <c:v>0.10150462963065365</c:v>
                </c:pt>
                <c:pt idx="8771">
                  <c:v>0.10151620370015735</c:v>
                </c:pt>
                <c:pt idx="8772">
                  <c:v>0.101527777776937</c:v>
                </c:pt>
                <c:pt idx="8773">
                  <c:v>0.1015393518464407</c:v>
                </c:pt>
                <c:pt idx="8774">
                  <c:v>0.10155092592322035</c:v>
                </c:pt>
                <c:pt idx="8775">
                  <c:v>0.1015625</c:v>
                </c:pt>
                <c:pt idx="8776">
                  <c:v>0.10157407406950369</c:v>
                </c:pt>
                <c:pt idx="8777">
                  <c:v>0.10158564814628335</c:v>
                </c:pt>
                <c:pt idx="8778">
                  <c:v>0.101597222223063</c:v>
                </c:pt>
                <c:pt idx="8779">
                  <c:v>0.10160879629256669</c:v>
                </c:pt>
                <c:pt idx="8780">
                  <c:v>0.10162037036934635</c:v>
                </c:pt>
                <c:pt idx="8781">
                  <c:v>0.10163194443885004</c:v>
                </c:pt>
                <c:pt idx="8782">
                  <c:v>0.10164351851562969</c:v>
                </c:pt>
                <c:pt idx="8783">
                  <c:v>0.10165509259240935</c:v>
                </c:pt>
                <c:pt idx="8784">
                  <c:v>0.10166666666191304</c:v>
                </c:pt>
                <c:pt idx="8785">
                  <c:v>0.10167824073869269</c:v>
                </c:pt>
                <c:pt idx="8786">
                  <c:v>0.10168981481547235</c:v>
                </c:pt>
                <c:pt idx="8787">
                  <c:v>0.10170138888497604</c:v>
                </c:pt>
                <c:pt idx="8788">
                  <c:v>0.10171296296175569</c:v>
                </c:pt>
                <c:pt idx="8789">
                  <c:v>0.10172453703125939</c:v>
                </c:pt>
                <c:pt idx="8790">
                  <c:v>0.10173611110803904</c:v>
                </c:pt>
                <c:pt idx="8791">
                  <c:v>0.10174768518481869</c:v>
                </c:pt>
                <c:pt idx="8792">
                  <c:v>0.10175925925432239</c:v>
                </c:pt>
                <c:pt idx="8793">
                  <c:v>0.10177083333110204</c:v>
                </c:pt>
                <c:pt idx="8794">
                  <c:v>0.10178240740788169</c:v>
                </c:pt>
                <c:pt idx="8795">
                  <c:v>0.10179398147738539</c:v>
                </c:pt>
                <c:pt idx="8796">
                  <c:v>0.10180555555416504</c:v>
                </c:pt>
                <c:pt idx="8797">
                  <c:v>0.10181712963094469</c:v>
                </c:pt>
                <c:pt idx="8798">
                  <c:v>0.10182870370044839</c:v>
                </c:pt>
                <c:pt idx="8799">
                  <c:v>0.10184027777722804</c:v>
                </c:pt>
                <c:pt idx="8800">
                  <c:v>0.10185185184673173</c:v>
                </c:pt>
                <c:pt idx="8801">
                  <c:v>0.10186342592351139</c:v>
                </c:pt>
                <c:pt idx="8802">
                  <c:v>0.10187500000029104</c:v>
                </c:pt>
                <c:pt idx="8803">
                  <c:v>0.10188657406979473</c:v>
                </c:pt>
                <c:pt idx="8804">
                  <c:v>0.10189814814657439</c:v>
                </c:pt>
                <c:pt idx="8805">
                  <c:v>0.10190972222335404</c:v>
                </c:pt>
                <c:pt idx="8806">
                  <c:v>0.10192129629285773</c:v>
                </c:pt>
                <c:pt idx="8807">
                  <c:v>0.10193287036963739</c:v>
                </c:pt>
                <c:pt idx="8808">
                  <c:v>0.10194444443914108</c:v>
                </c:pt>
                <c:pt idx="8809">
                  <c:v>0.10195601851592073</c:v>
                </c:pt>
                <c:pt idx="8810">
                  <c:v>0.10196759259270038</c:v>
                </c:pt>
                <c:pt idx="8811">
                  <c:v>0.10197916666220408</c:v>
                </c:pt>
                <c:pt idx="8812">
                  <c:v>0.10199074073898373</c:v>
                </c:pt>
                <c:pt idx="8813">
                  <c:v>0.10200231481576338</c:v>
                </c:pt>
                <c:pt idx="8814">
                  <c:v>0.10201388888526708</c:v>
                </c:pt>
                <c:pt idx="8815">
                  <c:v>0.10202546296204673</c:v>
                </c:pt>
                <c:pt idx="8816">
                  <c:v>0.10203703703155043</c:v>
                </c:pt>
                <c:pt idx="8817">
                  <c:v>0.10204861110833008</c:v>
                </c:pt>
                <c:pt idx="8818">
                  <c:v>0.10206018518510973</c:v>
                </c:pt>
                <c:pt idx="8819">
                  <c:v>0.10207175925461343</c:v>
                </c:pt>
                <c:pt idx="8820">
                  <c:v>0.10208333333139308</c:v>
                </c:pt>
                <c:pt idx="8821">
                  <c:v>0.10209490740817273</c:v>
                </c:pt>
                <c:pt idx="8822">
                  <c:v>0.10210648147767643</c:v>
                </c:pt>
                <c:pt idx="8823">
                  <c:v>0.10211805555445608</c:v>
                </c:pt>
                <c:pt idx="8824">
                  <c:v>0.10212962962395977</c:v>
                </c:pt>
                <c:pt idx="8825">
                  <c:v>0.10214120370073942</c:v>
                </c:pt>
                <c:pt idx="8826">
                  <c:v>0.10215277777751908</c:v>
                </c:pt>
                <c:pt idx="8827">
                  <c:v>0.10216435184702277</c:v>
                </c:pt>
                <c:pt idx="8828">
                  <c:v>0.10217592592380242</c:v>
                </c:pt>
                <c:pt idx="8829">
                  <c:v>0.10218750000058208</c:v>
                </c:pt>
                <c:pt idx="8830">
                  <c:v>0.10219907407008577</c:v>
                </c:pt>
                <c:pt idx="8831">
                  <c:v>0.10221064814686542</c:v>
                </c:pt>
                <c:pt idx="8832">
                  <c:v>0.10222222221636912</c:v>
                </c:pt>
                <c:pt idx="8833">
                  <c:v>0.10223379629314877</c:v>
                </c:pt>
                <c:pt idx="8834">
                  <c:v>0.10224537036992842</c:v>
                </c:pt>
                <c:pt idx="8835">
                  <c:v>0.10225694443943212</c:v>
                </c:pt>
                <c:pt idx="8836">
                  <c:v>0.10226851851621177</c:v>
                </c:pt>
                <c:pt idx="8837">
                  <c:v>0.10228009259299142</c:v>
                </c:pt>
                <c:pt idx="8838">
                  <c:v>0.10229166666249512</c:v>
                </c:pt>
                <c:pt idx="8839">
                  <c:v>0.10230324073927477</c:v>
                </c:pt>
                <c:pt idx="8840">
                  <c:v>0.10231481481605442</c:v>
                </c:pt>
                <c:pt idx="8841">
                  <c:v>0.10232638888555812</c:v>
                </c:pt>
                <c:pt idx="8842">
                  <c:v>0.10233796296233777</c:v>
                </c:pt>
                <c:pt idx="8843">
                  <c:v>0.10234953703184146</c:v>
                </c:pt>
                <c:pt idx="8844">
                  <c:v>0.10236111110862112</c:v>
                </c:pt>
                <c:pt idx="8845">
                  <c:v>0.10237268518540077</c:v>
                </c:pt>
                <c:pt idx="8846">
                  <c:v>0.10238425925490446</c:v>
                </c:pt>
                <c:pt idx="8847">
                  <c:v>0.10239583333168412</c:v>
                </c:pt>
                <c:pt idx="8848">
                  <c:v>0.10240740740846377</c:v>
                </c:pt>
                <c:pt idx="8849">
                  <c:v>0.10241898147796746</c:v>
                </c:pt>
                <c:pt idx="8850">
                  <c:v>0.10243055555474712</c:v>
                </c:pt>
                <c:pt idx="8851">
                  <c:v>0.10244212962425081</c:v>
                </c:pt>
                <c:pt idx="8852">
                  <c:v>0.10245370370103046</c:v>
                </c:pt>
                <c:pt idx="8853">
                  <c:v>0.10246527777781012</c:v>
                </c:pt>
                <c:pt idx="8854">
                  <c:v>0.10247685184731381</c:v>
                </c:pt>
                <c:pt idx="8855">
                  <c:v>0.10248842592409346</c:v>
                </c:pt>
                <c:pt idx="8856">
                  <c:v>0.10250000000087311</c:v>
                </c:pt>
                <c:pt idx="8857">
                  <c:v>0.10251157407037681</c:v>
                </c:pt>
                <c:pt idx="8858">
                  <c:v>0.10252314814715646</c:v>
                </c:pt>
                <c:pt idx="8859">
                  <c:v>0.10253472221666016</c:v>
                </c:pt>
                <c:pt idx="8860">
                  <c:v>0.10254629629343981</c:v>
                </c:pt>
                <c:pt idx="8861">
                  <c:v>0.10255787037021946</c:v>
                </c:pt>
                <c:pt idx="8862">
                  <c:v>0.10256944443972316</c:v>
                </c:pt>
                <c:pt idx="8863">
                  <c:v>0.10258101851650281</c:v>
                </c:pt>
                <c:pt idx="8864">
                  <c:v>0.10259259259328246</c:v>
                </c:pt>
                <c:pt idx="8865">
                  <c:v>0.10260416666278616</c:v>
                </c:pt>
                <c:pt idx="8866">
                  <c:v>0.10261574073956581</c:v>
                </c:pt>
                <c:pt idx="8867">
                  <c:v>0.1026273148090695</c:v>
                </c:pt>
                <c:pt idx="8868">
                  <c:v>0.10263888888584916</c:v>
                </c:pt>
                <c:pt idx="8869">
                  <c:v>0.10265046296262881</c:v>
                </c:pt>
                <c:pt idx="8870">
                  <c:v>0.1026620370321325</c:v>
                </c:pt>
                <c:pt idx="8871">
                  <c:v>0.10267361110891216</c:v>
                </c:pt>
                <c:pt idx="8872">
                  <c:v>0.10268518518569181</c:v>
                </c:pt>
                <c:pt idx="8873">
                  <c:v>0.1026967592551955</c:v>
                </c:pt>
                <c:pt idx="8874">
                  <c:v>0.10270833333197515</c:v>
                </c:pt>
                <c:pt idx="8875">
                  <c:v>0.10271990740147885</c:v>
                </c:pt>
                <c:pt idx="8876">
                  <c:v>0.1027314814782585</c:v>
                </c:pt>
                <c:pt idx="8877">
                  <c:v>0.10274305555503815</c:v>
                </c:pt>
                <c:pt idx="8878">
                  <c:v>0.10275462962454185</c:v>
                </c:pt>
                <c:pt idx="8879">
                  <c:v>0.1027662037013215</c:v>
                </c:pt>
                <c:pt idx="8880">
                  <c:v>0.10277777777810115</c:v>
                </c:pt>
                <c:pt idx="8881">
                  <c:v>0.10278935184760485</c:v>
                </c:pt>
                <c:pt idx="8882">
                  <c:v>0.1028009259243845</c:v>
                </c:pt>
                <c:pt idx="8883">
                  <c:v>0.10281250000116415</c:v>
                </c:pt>
                <c:pt idx="8884">
                  <c:v>0.10282407407066785</c:v>
                </c:pt>
                <c:pt idx="8885">
                  <c:v>0.1028356481474475</c:v>
                </c:pt>
                <c:pt idx="8886">
                  <c:v>0.1028472222169512</c:v>
                </c:pt>
                <c:pt idx="8887">
                  <c:v>0.10285879629373085</c:v>
                </c:pt>
                <c:pt idx="8888">
                  <c:v>0.1028703703705105</c:v>
                </c:pt>
                <c:pt idx="8889">
                  <c:v>0.10288194444001419</c:v>
                </c:pt>
                <c:pt idx="8890">
                  <c:v>0.10289351851679385</c:v>
                </c:pt>
                <c:pt idx="8891">
                  <c:v>0.1029050925935735</c:v>
                </c:pt>
                <c:pt idx="8892">
                  <c:v>0.10291666666307719</c:v>
                </c:pt>
                <c:pt idx="8893">
                  <c:v>0.10292824073985685</c:v>
                </c:pt>
                <c:pt idx="8894">
                  <c:v>0.10293981480936054</c:v>
                </c:pt>
                <c:pt idx="8895">
                  <c:v>0.10295138888614019</c:v>
                </c:pt>
                <c:pt idx="8896">
                  <c:v>0.10296296296291985</c:v>
                </c:pt>
                <c:pt idx="8897">
                  <c:v>0.10297453703242354</c:v>
                </c:pt>
                <c:pt idx="8898">
                  <c:v>0.10298611110920319</c:v>
                </c:pt>
                <c:pt idx="8899">
                  <c:v>0.10299768518598285</c:v>
                </c:pt>
                <c:pt idx="8900">
                  <c:v>0.10300925925548654</c:v>
                </c:pt>
                <c:pt idx="8901">
                  <c:v>0.10302083333226619</c:v>
                </c:pt>
                <c:pt idx="8902">
                  <c:v>0.10303240740176989</c:v>
                </c:pt>
                <c:pt idx="8903">
                  <c:v>0.10304398147854954</c:v>
                </c:pt>
                <c:pt idx="8904">
                  <c:v>0.10305555555532919</c:v>
                </c:pt>
                <c:pt idx="8905">
                  <c:v>0.10306712962483289</c:v>
                </c:pt>
                <c:pt idx="8906">
                  <c:v>0.10307870370161254</c:v>
                </c:pt>
                <c:pt idx="8907">
                  <c:v>0.10309027777839219</c:v>
                </c:pt>
                <c:pt idx="8908">
                  <c:v>0.10310185184789589</c:v>
                </c:pt>
                <c:pt idx="8909">
                  <c:v>0.10311342592467554</c:v>
                </c:pt>
                <c:pt idx="8910">
                  <c:v>0.10312499999417923</c:v>
                </c:pt>
                <c:pt idx="8911">
                  <c:v>0.10313657407095889</c:v>
                </c:pt>
                <c:pt idx="8912">
                  <c:v>0.10314814814773854</c:v>
                </c:pt>
                <c:pt idx="8913">
                  <c:v>0.10315972221724223</c:v>
                </c:pt>
                <c:pt idx="8914">
                  <c:v>0.10317129629402189</c:v>
                </c:pt>
                <c:pt idx="8915">
                  <c:v>0.10318287037080154</c:v>
                </c:pt>
                <c:pt idx="8916">
                  <c:v>0.10319444444030523</c:v>
                </c:pt>
                <c:pt idx="8917">
                  <c:v>0.10320601851708489</c:v>
                </c:pt>
                <c:pt idx="8918">
                  <c:v>0.10321759259386454</c:v>
                </c:pt>
                <c:pt idx="8919">
                  <c:v>0.10322916666336823</c:v>
                </c:pt>
                <c:pt idx="8920">
                  <c:v>0.10324074074014788</c:v>
                </c:pt>
                <c:pt idx="8921">
                  <c:v>0.10325231480965158</c:v>
                </c:pt>
                <c:pt idx="8922">
                  <c:v>0.10326388888643123</c:v>
                </c:pt>
                <c:pt idx="8923">
                  <c:v>0.10327546296321088</c:v>
                </c:pt>
                <c:pt idx="8924">
                  <c:v>0.10328703703271458</c:v>
                </c:pt>
                <c:pt idx="8925">
                  <c:v>0.10329861110949423</c:v>
                </c:pt>
                <c:pt idx="8926">
                  <c:v>0.10331018518627388</c:v>
                </c:pt>
                <c:pt idx="8927">
                  <c:v>0.10332175925577758</c:v>
                </c:pt>
                <c:pt idx="8928">
                  <c:v>0.10333333333255723</c:v>
                </c:pt>
                <c:pt idx="8929">
                  <c:v>0.10334490740206093</c:v>
                </c:pt>
                <c:pt idx="8930">
                  <c:v>0.10335648147884058</c:v>
                </c:pt>
                <c:pt idx="8931">
                  <c:v>0.10336805555562023</c:v>
                </c:pt>
                <c:pt idx="8932">
                  <c:v>0.10337962962512393</c:v>
                </c:pt>
                <c:pt idx="8933">
                  <c:v>0.10339120370190358</c:v>
                </c:pt>
                <c:pt idx="8934">
                  <c:v>0.10340277777868323</c:v>
                </c:pt>
                <c:pt idx="8935">
                  <c:v>0.10341435184818693</c:v>
                </c:pt>
                <c:pt idx="8936">
                  <c:v>0.10342592592496658</c:v>
                </c:pt>
                <c:pt idx="8937">
                  <c:v>0.10343749999447027</c:v>
                </c:pt>
                <c:pt idx="8938">
                  <c:v>0.10344907407124992</c:v>
                </c:pt>
                <c:pt idx="8939">
                  <c:v>0.10346064814802958</c:v>
                </c:pt>
                <c:pt idx="8940">
                  <c:v>0.10347222221753327</c:v>
                </c:pt>
                <c:pt idx="8941">
                  <c:v>0.10348379629431292</c:v>
                </c:pt>
                <c:pt idx="8942">
                  <c:v>0.10349537037109258</c:v>
                </c:pt>
                <c:pt idx="8943">
                  <c:v>0.10350694444059627</c:v>
                </c:pt>
                <c:pt idx="8944">
                  <c:v>0.10351851851737592</c:v>
                </c:pt>
                <c:pt idx="8945">
                  <c:v>0.10353009258687962</c:v>
                </c:pt>
                <c:pt idx="8946">
                  <c:v>0.10354166666365927</c:v>
                </c:pt>
                <c:pt idx="8947">
                  <c:v>0.10355324074043892</c:v>
                </c:pt>
                <c:pt idx="8948">
                  <c:v>0.10356481480994262</c:v>
                </c:pt>
                <c:pt idx="8949">
                  <c:v>0.10357638888672227</c:v>
                </c:pt>
                <c:pt idx="8950">
                  <c:v>0.10358796296350192</c:v>
                </c:pt>
                <c:pt idx="8951">
                  <c:v>0.10359953703300562</c:v>
                </c:pt>
                <c:pt idx="8952">
                  <c:v>0.10361111110978527</c:v>
                </c:pt>
                <c:pt idx="8953">
                  <c:v>0.10362268517928896</c:v>
                </c:pt>
                <c:pt idx="8954">
                  <c:v>0.10363425925606862</c:v>
                </c:pt>
                <c:pt idx="8955">
                  <c:v>0.10364583333284827</c:v>
                </c:pt>
                <c:pt idx="8956">
                  <c:v>0.10365740740235196</c:v>
                </c:pt>
                <c:pt idx="8957">
                  <c:v>0.10366898147913162</c:v>
                </c:pt>
                <c:pt idx="8958">
                  <c:v>0.10368055555591127</c:v>
                </c:pt>
                <c:pt idx="8959">
                  <c:v>0.10369212962541496</c:v>
                </c:pt>
                <c:pt idx="8960">
                  <c:v>0.10370370370219462</c:v>
                </c:pt>
                <c:pt idx="8961">
                  <c:v>0.10371527777897427</c:v>
                </c:pt>
                <c:pt idx="8962">
                  <c:v>0.10372685184847796</c:v>
                </c:pt>
                <c:pt idx="8963">
                  <c:v>0.10373842592525762</c:v>
                </c:pt>
                <c:pt idx="8964">
                  <c:v>0.10374999999476131</c:v>
                </c:pt>
                <c:pt idx="8965">
                  <c:v>0.10376157407154096</c:v>
                </c:pt>
                <c:pt idx="8966">
                  <c:v>0.10377314814832062</c:v>
                </c:pt>
                <c:pt idx="8967">
                  <c:v>0.10378472221782431</c:v>
                </c:pt>
                <c:pt idx="8968">
                  <c:v>0.10379629629460396</c:v>
                </c:pt>
                <c:pt idx="8969">
                  <c:v>0.10380787037138361</c:v>
                </c:pt>
                <c:pt idx="8970">
                  <c:v>0.10381944444088731</c:v>
                </c:pt>
                <c:pt idx="8971">
                  <c:v>0.10383101851766696</c:v>
                </c:pt>
                <c:pt idx="8972">
                  <c:v>0.10384259258717066</c:v>
                </c:pt>
                <c:pt idx="8973">
                  <c:v>0.10385416666395031</c:v>
                </c:pt>
                <c:pt idx="8974">
                  <c:v>0.10386574074072996</c:v>
                </c:pt>
                <c:pt idx="8975">
                  <c:v>0.10387731481023366</c:v>
                </c:pt>
                <c:pt idx="8976">
                  <c:v>0.10388888888701331</c:v>
                </c:pt>
                <c:pt idx="8977">
                  <c:v>0.10390046296379296</c:v>
                </c:pt>
                <c:pt idx="8978">
                  <c:v>0.10391203703329666</c:v>
                </c:pt>
                <c:pt idx="8979">
                  <c:v>0.10392361111007631</c:v>
                </c:pt>
                <c:pt idx="8980">
                  <c:v>0.10393518517958</c:v>
                </c:pt>
                <c:pt idx="8981">
                  <c:v>0.10394675925635966</c:v>
                </c:pt>
                <c:pt idx="8982">
                  <c:v>0.10395833333313931</c:v>
                </c:pt>
                <c:pt idx="8983">
                  <c:v>0.103969907402643</c:v>
                </c:pt>
                <c:pt idx="8984">
                  <c:v>0.10398148147942265</c:v>
                </c:pt>
                <c:pt idx="8985">
                  <c:v>0.10399305555620231</c:v>
                </c:pt>
                <c:pt idx="8986">
                  <c:v>0.104004629625706</c:v>
                </c:pt>
                <c:pt idx="8987">
                  <c:v>0.10401620370248565</c:v>
                </c:pt>
                <c:pt idx="8988">
                  <c:v>0.10402777777198935</c:v>
                </c:pt>
                <c:pt idx="8989">
                  <c:v>0.104039351848769</c:v>
                </c:pt>
                <c:pt idx="8990">
                  <c:v>0.10405092592554865</c:v>
                </c:pt>
                <c:pt idx="8991">
                  <c:v>0.10406249999505235</c:v>
                </c:pt>
                <c:pt idx="8992">
                  <c:v>0.104074074071832</c:v>
                </c:pt>
                <c:pt idx="8993">
                  <c:v>0.10408564814861165</c:v>
                </c:pt>
                <c:pt idx="8994">
                  <c:v>0.10409722221811535</c:v>
                </c:pt>
                <c:pt idx="8995">
                  <c:v>0.104108796294895</c:v>
                </c:pt>
                <c:pt idx="8996">
                  <c:v>0.10412037037167465</c:v>
                </c:pt>
                <c:pt idx="8997">
                  <c:v>0.10413194444117835</c:v>
                </c:pt>
                <c:pt idx="8998">
                  <c:v>0.104143518517958</c:v>
                </c:pt>
                <c:pt idx="8999">
                  <c:v>0.1041550925874617</c:v>
                </c:pt>
                <c:pt idx="9000">
                  <c:v>0.10416666666424135</c:v>
                </c:pt>
                <c:pt idx="9001">
                  <c:v>0.104178240741021</c:v>
                </c:pt>
                <c:pt idx="9002">
                  <c:v>0.10418981481052469</c:v>
                </c:pt>
                <c:pt idx="9003">
                  <c:v>0.10420138888730435</c:v>
                </c:pt>
                <c:pt idx="9004">
                  <c:v>0.104212962964084</c:v>
                </c:pt>
                <c:pt idx="9005">
                  <c:v>0.10422453703358769</c:v>
                </c:pt>
                <c:pt idx="9006">
                  <c:v>0.10423611111036735</c:v>
                </c:pt>
                <c:pt idx="9007">
                  <c:v>0.10424768517987104</c:v>
                </c:pt>
                <c:pt idx="9008">
                  <c:v>0.10425925925665069</c:v>
                </c:pt>
                <c:pt idx="9009">
                  <c:v>0.10427083333343035</c:v>
                </c:pt>
                <c:pt idx="9010">
                  <c:v>0.10428240740293404</c:v>
                </c:pt>
                <c:pt idx="9011">
                  <c:v>0.10429398147971369</c:v>
                </c:pt>
                <c:pt idx="9012">
                  <c:v>0.10430555555649335</c:v>
                </c:pt>
                <c:pt idx="9013">
                  <c:v>0.10431712962599704</c:v>
                </c:pt>
                <c:pt idx="9014">
                  <c:v>0.10432870370277669</c:v>
                </c:pt>
                <c:pt idx="9015">
                  <c:v>0.10434027777228039</c:v>
                </c:pt>
                <c:pt idx="9016">
                  <c:v>0.10435185184906004</c:v>
                </c:pt>
                <c:pt idx="9017">
                  <c:v>0.10436342592583969</c:v>
                </c:pt>
                <c:pt idx="9018">
                  <c:v>0.10437499999534339</c:v>
                </c:pt>
                <c:pt idx="9019">
                  <c:v>0.10438657407212304</c:v>
                </c:pt>
                <c:pt idx="9020">
                  <c:v>0.10439814814890269</c:v>
                </c:pt>
                <c:pt idx="9021">
                  <c:v>0.10440972221840639</c:v>
                </c:pt>
                <c:pt idx="9022">
                  <c:v>0.10442129629518604</c:v>
                </c:pt>
                <c:pt idx="9023">
                  <c:v>0.10443287036468973</c:v>
                </c:pt>
                <c:pt idx="9024">
                  <c:v>0.10444444444146939</c:v>
                </c:pt>
                <c:pt idx="9025">
                  <c:v>0.10445601851824904</c:v>
                </c:pt>
                <c:pt idx="9026">
                  <c:v>0.10446759258775273</c:v>
                </c:pt>
                <c:pt idx="9027">
                  <c:v>0.10447916666453239</c:v>
                </c:pt>
                <c:pt idx="9028">
                  <c:v>0.10449074074131204</c:v>
                </c:pt>
                <c:pt idx="9029">
                  <c:v>0.10450231481081573</c:v>
                </c:pt>
                <c:pt idx="9030">
                  <c:v>0.10451388888759539</c:v>
                </c:pt>
                <c:pt idx="9031">
                  <c:v>0.10452546295709908</c:v>
                </c:pt>
                <c:pt idx="9032">
                  <c:v>0.10453703703387873</c:v>
                </c:pt>
                <c:pt idx="9033">
                  <c:v>0.10454861111065838</c:v>
                </c:pt>
                <c:pt idx="9034">
                  <c:v>0.10456018518016208</c:v>
                </c:pt>
                <c:pt idx="9035">
                  <c:v>0.10457175925694173</c:v>
                </c:pt>
                <c:pt idx="9036">
                  <c:v>0.10458333333372138</c:v>
                </c:pt>
                <c:pt idx="9037">
                  <c:v>0.10459490740322508</c:v>
                </c:pt>
                <c:pt idx="9038">
                  <c:v>0.10460648148000473</c:v>
                </c:pt>
                <c:pt idx="9039">
                  <c:v>0.10461805555678438</c:v>
                </c:pt>
                <c:pt idx="9040">
                  <c:v>0.10462962962628808</c:v>
                </c:pt>
                <c:pt idx="9041">
                  <c:v>0.10464120370306773</c:v>
                </c:pt>
                <c:pt idx="9042">
                  <c:v>0.10465277777257143</c:v>
                </c:pt>
                <c:pt idx="9043">
                  <c:v>0.10466435184935108</c:v>
                </c:pt>
                <c:pt idx="9044">
                  <c:v>0.10467592592613073</c:v>
                </c:pt>
                <c:pt idx="9045">
                  <c:v>0.10468749999563443</c:v>
                </c:pt>
                <c:pt idx="9046">
                  <c:v>0.10469907407241408</c:v>
                </c:pt>
                <c:pt idx="9047">
                  <c:v>0.10471064814919373</c:v>
                </c:pt>
                <c:pt idx="9048">
                  <c:v>0.10472222221869742</c:v>
                </c:pt>
                <c:pt idx="9049">
                  <c:v>0.10473379629547708</c:v>
                </c:pt>
                <c:pt idx="9050">
                  <c:v>0.10474537036498077</c:v>
                </c:pt>
                <c:pt idx="9051">
                  <c:v>0.10475694444176042</c:v>
                </c:pt>
                <c:pt idx="9052">
                  <c:v>0.10476851851854008</c:v>
                </c:pt>
                <c:pt idx="9053">
                  <c:v>0.10478009258804377</c:v>
                </c:pt>
                <c:pt idx="9054">
                  <c:v>0.10479166666482342</c:v>
                </c:pt>
                <c:pt idx="9055">
                  <c:v>0.10480324074160308</c:v>
                </c:pt>
                <c:pt idx="9056">
                  <c:v>0.10481481481110677</c:v>
                </c:pt>
                <c:pt idx="9057">
                  <c:v>0.10482638888788642</c:v>
                </c:pt>
                <c:pt idx="9058">
                  <c:v>0.10483796295739012</c:v>
                </c:pt>
                <c:pt idx="9059">
                  <c:v>0.10484953703416977</c:v>
                </c:pt>
                <c:pt idx="9060">
                  <c:v>0.10486111111094942</c:v>
                </c:pt>
                <c:pt idx="9061">
                  <c:v>0.10487268518045312</c:v>
                </c:pt>
                <c:pt idx="9062">
                  <c:v>0.10488425925723277</c:v>
                </c:pt>
                <c:pt idx="9063">
                  <c:v>0.10489583333401242</c:v>
                </c:pt>
                <c:pt idx="9064">
                  <c:v>0.10490740740351612</c:v>
                </c:pt>
                <c:pt idx="9065">
                  <c:v>0.10491898148029577</c:v>
                </c:pt>
                <c:pt idx="9066">
                  <c:v>0.10493055554979946</c:v>
                </c:pt>
                <c:pt idx="9067">
                  <c:v>0.10494212962657912</c:v>
                </c:pt>
                <c:pt idx="9068">
                  <c:v>0.10495370370335877</c:v>
                </c:pt>
                <c:pt idx="9069">
                  <c:v>0.10496527777286246</c:v>
                </c:pt>
                <c:pt idx="9070">
                  <c:v>0.10497685184964212</c:v>
                </c:pt>
                <c:pt idx="9071">
                  <c:v>0.10498842592642177</c:v>
                </c:pt>
                <c:pt idx="9072">
                  <c:v>0.10499999999592546</c:v>
                </c:pt>
                <c:pt idx="9073">
                  <c:v>0.10501157407270512</c:v>
                </c:pt>
                <c:pt idx="9074">
                  <c:v>0.10502314814948477</c:v>
                </c:pt>
                <c:pt idx="9075">
                  <c:v>0.10503472221898846</c:v>
                </c:pt>
                <c:pt idx="9076">
                  <c:v>0.10504629629576812</c:v>
                </c:pt>
                <c:pt idx="9077">
                  <c:v>0.10505787036527181</c:v>
                </c:pt>
                <c:pt idx="9078">
                  <c:v>0.10506944444205146</c:v>
                </c:pt>
                <c:pt idx="9079">
                  <c:v>0.10508101851883112</c:v>
                </c:pt>
                <c:pt idx="9080">
                  <c:v>0.10509259258833481</c:v>
                </c:pt>
                <c:pt idx="9081">
                  <c:v>0.10510416666511446</c:v>
                </c:pt>
                <c:pt idx="9082">
                  <c:v>0.10511574074189411</c:v>
                </c:pt>
                <c:pt idx="9083">
                  <c:v>0.10512731481139781</c:v>
                </c:pt>
                <c:pt idx="9084">
                  <c:v>0.10513888888817746</c:v>
                </c:pt>
                <c:pt idx="9085">
                  <c:v>0.10515046295768116</c:v>
                </c:pt>
                <c:pt idx="9086">
                  <c:v>0.10516203703446081</c:v>
                </c:pt>
                <c:pt idx="9087">
                  <c:v>0.10517361111124046</c:v>
                </c:pt>
                <c:pt idx="9088">
                  <c:v>0.10518518518074416</c:v>
                </c:pt>
                <c:pt idx="9089">
                  <c:v>0.10519675925752381</c:v>
                </c:pt>
                <c:pt idx="9090">
                  <c:v>0.10520833333430346</c:v>
                </c:pt>
                <c:pt idx="9091">
                  <c:v>0.10521990740380716</c:v>
                </c:pt>
                <c:pt idx="9092">
                  <c:v>0.10523148148058681</c:v>
                </c:pt>
                <c:pt idx="9093">
                  <c:v>0.1052430555500905</c:v>
                </c:pt>
                <c:pt idx="9094">
                  <c:v>0.10525462962687016</c:v>
                </c:pt>
                <c:pt idx="9095">
                  <c:v>0.10526620370364981</c:v>
                </c:pt>
                <c:pt idx="9096">
                  <c:v>0.1052777777731535</c:v>
                </c:pt>
                <c:pt idx="9097">
                  <c:v>0.10528935184993315</c:v>
                </c:pt>
                <c:pt idx="9098">
                  <c:v>0.10530092592671281</c:v>
                </c:pt>
                <c:pt idx="9099">
                  <c:v>0.1053124999962165</c:v>
                </c:pt>
                <c:pt idx="9100">
                  <c:v>0.10532407407299615</c:v>
                </c:pt>
                <c:pt idx="9101">
                  <c:v>0.10533564814249985</c:v>
                </c:pt>
                <c:pt idx="9102">
                  <c:v>0.1053472222192795</c:v>
                </c:pt>
                <c:pt idx="9103">
                  <c:v>0.10535879629605915</c:v>
                </c:pt>
                <c:pt idx="9104">
                  <c:v>0.10537037036556285</c:v>
                </c:pt>
                <c:pt idx="9105">
                  <c:v>0.1053819444423425</c:v>
                </c:pt>
                <c:pt idx="9106">
                  <c:v>0.10539351851912215</c:v>
                </c:pt>
                <c:pt idx="9107">
                  <c:v>0.10540509258862585</c:v>
                </c:pt>
                <c:pt idx="9108">
                  <c:v>0.1054166666654055</c:v>
                </c:pt>
                <c:pt idx="9109">
                  <c:v>0.1054282407349092</c:v>
                </c:pt>
                <c:pt idx="9110">
                  <c:v>0.10543981481168885</c:v>
                </c:pt>
                <c:pt idx="9111">
                  <c:v>0.1054513888884685</c:v>
                </c:pt>
                <c:pt idx="9112">
                  <c:v>0.10546296295797219</c:v>
                </c:pt>
                <c:pt idx="9113">
                  <c:v>0.10547453703475185</c:v>
                </c:pt>
                <c:pt idx="9114">
                  <c:v>0.1054861111115315</c:v>
                </c:pt>
                <c:pt idx="9115">
                  <c:v>0.10549768518103519</c:v>
                </c:pt>
                <c:pt idx="9116">
                  <c:v>0.10550925925781485</c:v>
                </c:pt>
                <c:pt idx="9117">
                  <c:v>0.1055208333345945</c:v>
                </c:pt>
                <c:pt idx="9118">
                  <c:v>0.10553240740409819</c:v>
                </c:pt>
                <c:pt idx="9119">
                  <c:v>0.10554398148087785</c:v>
                </c:pt>
                <c:pt idx="9120">
                  <c:v>0.10555555555038154</c:v>
                </c:pt>
                <c:pt idx="9121">
                  <c:v>0.10556712962716119</c:v>
                </c:pt>
                <c:pt idx="9122">
                  <c:v>0.10557870370394085</c:v>
                </c:pt>
                <c:pt idx="9123">
                  <c:v>0.10559027777344454</c:v>
                </c:pt>
                <c:pt idx="9124">
                  <c:v>0.10560185185022419</c:v>
                </c:pt>
                <c:pt idx="9125">
                  <c:v>0.10561342592700385</c:v>
                </c:pt>
                <c:pt idx="9126">
                  <c:v>0.10562499999650754</c:v>
                </c:pt>
                <c:pt idx="9127">
                  <c:v>0.10563657407328719</c:v>
                </c:pt>
                <c:pt idx="9128">
                  <c:v>0.10564814814279089</c:v>
                </c:pt>
                <c:pt idx="9129">
                  <c:v>0.10565972221957054</c:v>
                </c:pt>
                <c:pt idx="9130">
                  <c:v>0.10567129629635019</c:v>
                </c:pt>
                <c:pt idx="9131">
                  <c:v>0.10568287036585389</c:v>
                </c:pt>
                <c:pt idx="9132">
                  <c:v>0.10569444444263354</c:v>
                </c:pt>
                <c:pt idx="9133">
                  <c:v>0.10570601851941319</c:v>
                </c:pt>
                <c:pt idx="9134">
                  <c:v>0.10571759258891689</c:v>
                </c:pt>
                <c:pt idx="9135">
                  <c:v>0.10572916666569654</c:v>
                </c:pt>
                <c:pt idx="9136">
                  <c:v>0.10574074073520023</c:v>
                </c:pt>
                <c:pt idx="9137">
                  <c:v>0.10575231481197989</c:v>
                </c:pt>
                <c:pt idx="9138">
                  <c:v>0.10576388888875954</c:v>
                </c:pt>
                <c:pt idx="9139">
                  <c:v>0.10577546295826323</c:v>
                </c:pt>
                <c:pt idx="9140">
                  <c:v>0.10578703703504289</c:v>
                </c:pt>
                <c:pt idx="9141">
                  <c:v>0.10579861111182254</c:v>
                </c:pt>
                <c:pt idx="9142">
                  <c:v>0.10581018518132623</c:v>
                </c:pt>
                <c:pt idx="9143">
                  <c:v>0.10582175925810589</c:v>
                </c:pt>
                <c:pt idx="9144">
                  <c:v>0.10583333332760958</c:v>
                </c:pt>
                <c:pt idx="9145">
                  <c:v>0.10584490740438923</c:v>
                </c:pt>
                <c:pt idx="9146">
                  <c:v>0.10585648148116888</c:v>
                </c:pt>
                <c:pt idx="9147">
                  <c:v>0.10586805555067258</c:v>
                </c:pt>
                <c:pt idx="9148">
                  <c:v>0.10587962962745223</c:v>
                </c:pt>
                <c:pt idx="9149">
                  <c:v>0.10589120370423188</c:v>
                </c:pt>
                <c:pt idx="9150">
                  <c:v>0.10590277777373558</c:v>
                </c:pt>
                <c:pt idx="9151">
                  <c:v>0.10591435185051523</c:v>
                </c:pt>
                <c:pt idx="9152">
                  <c:v>0.10592592592001893</c:v>
                </c:pt>
                <c:pt idx="9153">
                  <c:v>0.10593749999679858</c:v>
                </c:pt>
                <c:pt idx="9154">
                  <c:v>0.10594907407357823</c:v>
                </c:pt>
                <c:pt idx="9155">
                  <c:v>0.10596064814308193</c:v>
                </c:pt>
                <c:pt idx="9156">
                  <c:v>0.10597222221986158</c:v>
                </c:pt>
                <c:pt idx="9157">
                  <c:v>0.10598379629664123</c:v>
                </c:pt>
                <c:pt idx="9158">
                  <c:v>0.10599537036614493</c:v>
                </c:pt>
                <c:pt idx="9159">
                  <c:v>0.10600694444292458</c:v>
                </c:pt>
                <c:pt idx="9160">
                  <c:v>0.10601851851970423</c:v>
                </c:pt>
                <c:pt idx="9161">
                  <c:v>0.10603009258920792</c:v>
                </c:pt>
                <c:pt idx="9162">
                  <c:v>0.10604166666598758</c:v>
                </c:pt>
                <c:pt idx="9163">
                  <c:v>0.10605324073549127</c:v>
                </c:pt>
                <c:pt idx="9164">
                  <c:v>0.10606481481227092</c:v>
                </c:pt>
                <c:pt idx="9165">
                  <c:v>0.10607638888905058</c:v>
                </c:pt>
                <c:pt idx="9166">
                  <c:v>0.10608796295855427</c:v>
                </c:pt>
                <c:pt idx="9167">
                  <c:v>0.10609953703533392</c:v>
                </c:pt>
                <c:pt idx="9168">
                  <c:v>0.10611111111211358</c:v>
                </c:pt>
                <c:pt idx="9169">
                  <c:v>0.10612268518161727</c:v>
                </c:pt>
                <c:pt idx="9170">
                  <c:v>0.10613425925839692</c:v>
                </c:pt>
                <c:pt idx="9171">
                  <c:v>0.10614583332790062</c:v>
                </c:pt>
                <c:pt idx="9172">
                  <c:v>0.10615740740468027</c:v>
                </c:pt>
                <c:pt idx="9173">
                  <c:v>0.10616898148145992</c:v>
                </c:pt>
                <c:pt idx="9174">
                  <c:v>0.10618055555096362</c:v>
                </c:pt>
                <c:pt idx="9175">
                  <c:v>0.10619212962774327</c:v>
                </c:pt>
                <c:pt idx="9176">
                  <c:v>0.10620370370452292</c:v>
                </c:pt>
                <c:pt idx="9177">
                  <c:v>0.10621527777402662</c:v>
                </c:pt>
                <c:pt idx="9178">
                  <c:v>0.10622685185080627</c:v>
                </c:pt>
                <c:pt idx="9179">
                  <c:v>0.10623842592030996</c:v>
                </c:pt>
                <c:pt idx="9180">
                  <c:v>0.10624999999708962</c:v>
                </c:pt>
                <c:pt idx="9181">
                  <c:v>0.10626157407386927</c:v>
                </c:pt>
                <c:pt idx="9182">
                  <c:v>0.10627314814337296</c:v>
                </c:pt>
                <c:pt idx="9183">
                  <c:v>0.10628472222015262</c:v>
                </c:pt>
                <c:pt idx="9184">
                  <c:v>0.10629629629693227</c:v>
                </c:pt>
                <c:pt idx="9185">
                  <c:v>0.10630787036643596</c:v>
                </c:pt>
                <c:pt idx="9186">
                  <c:v>0.10631944444321562</c:v>
                </c:pt>
                <c:pt idx="9187">
                  <c:v>0.10633101851271931</c:v>
                </c:pt>
                <c:pt idx="9188">
                  <c:v>0.10634259258949896</c:v>
                </c:pt>
                <c:pt idx="9189">
                  <c:v>0.10635416666627862</c:v>
                </c:pt>
                <c:pt idx="9190">
                  <c:v>0.10636574073578231</c:v>
                </c:pt>
                <c:pt idx="9191">
                  <c:v>0.10637731481256196</c:v>
                </c:pt>
                <c:pt idx="9192">
                  <c:v>0.10638888888934162</c:v>
                </c:pt>
                <c:pt idx="9193">
                  <c:v>0.10640046295884531</c:v>
                </c:pt>
                <c:pt idx="9194">
                  <c:v>0.10641203703562496</c:v>
                </c:pt>
                <c:pt idx="9195">
                  <c:v>0.10642361111240461</c:v>
                </c:pt>
                <c:pt idx="9196">
                  <c:v>0.10643518518190831</c:v>
                </c:pt>
                <c:pt idx="9197">
                  <c:v>0.10644675925868796</c:v>
                </c:pt>
                <c:pt idx="9198">
                  <c:v>0.10645833332819166</c:v>
                </c:pt>
                <c:pt idx="9199">
                  <c:v>0.10646990740497131</c:v>
                </c:pt>
                <c:pt idx="9200">
                  <c:v>0.10648148148175096</c:v>
                </c:pt>
                <c:pt idx="9201">
                  <c:v>0.10649305555125466</c:v>
                </c:pt>
                <c:pt idx="9202">
                  <c:v>0.10650462962803431</c:v>
                </c:pt>
                <c:pt idx="9203">
                  <c:v>0.10651620370481396</c:v>
                </c:pt>
                <c:pt idx="9204">
                  <c:v>0.10652777777431766</c:v>
                </c:pt>
                <c:pt idx="9205">
                  <c:v>0.10653935185109731</c:v>
                </c:pt>
                <c:pt idx="9206">
                  <c:v>0.106550925920601</c:v>
                </c:pt>
                <c:pt idx="9207">
                  <c:v>0.10656249999738066</c:v>
                </c:pt>
                <c:pt idx="9208">
                  <c:v>0.10657407407416031</c:v>
                </c:pt>
                <c:pt idx="9209">
                  <c:v>0.106585648143664</c:v>
                </c:pt>
                <c:pt idx="9210">
                  <c:v>0.10659722222044365</c:v>
                </c:pt>
                <c:pt idx="9211">
                  <c:v>0.10660879629722331</c:v>
                </c:pt>
                <c:pt idx="9212">
                  <c:v>0.106620370366727</c:v>
                </c:pt>
                <c:pt idx="9213">
                  <c:v>0.10663194444350665</c:v>
                </c:pt>
                <c:pt idx="9214">
                  <c:v>0.10664351851301035</c:v>
                </c:pt>
                <c:pt idx="9215">
                  <c:v>0.10665509258979</c:v>
                </c:pt>
                <c:pt idx="9216">
                  <c:v>0.10666666666656965</c:v>
                </c:pt>
                <c:pt idx="9217">
                  <c:v>0.10667824073607335</c:v>
                </c:pt>
                <c:pt idx="9218">
                  <c:v>0.106689814812853</c:v>
                </c:pt>
                <c:pt idx="9219">
                  <c:v>0.10670138888963265</c:v>
                </c:pt>
                <c:pt idx="9220">
                  <c:v>0.10671296295913635</c:v>
                </c:pt>
                <c:pt idx="9221">
                  <c:v>0.106724537035916</c:v>
                </c:pt>
                <c:pt idx="9222">
                  <c:v>0.1067361111054197</c:v>
                </c:pt>
                <c:pt idx="9223">
                  <c:v>0.10674768518219935</c:v>
                </c:pt>
                <c:pt idx="9224">
                  <c:v>0.106759259258979</c:v>
                </c:pt>
                <c:pt idx="9225">
                  <c:v>0.10677083332848269</c:v>
                </c:pt>
                <c:pt idx="9226">
                  <c:v>0.10678240740526235</c:v>
                </c:pt>
                <c:pt idx="9227">
                  <c:v>0.106793981482042</c:v>
                </c:pt>
                <c:pt idx="9228">
                  <c:v>0.10680555555154569</c:v>
                </c:pt>
                <c:pt idx="9229">
                  <c:v>0.10681712962832535</c:v>
                </c:pt>
                <c:pt idx="9230">
                  <c:v>0.10682870369782904</c:v>
                </c:pt>
                <c:pt idx="9231">
                  <c:v>0.10684027777460869</c:v>
                </c:pt>
                <c:pt idx="9232">
                  <c:v>0.10685185185138835</c:v>
                </c:pt>
                <c:pt idx="9233">
                  <c:v>0.10686342592089204</c:v>
                </c:pt>
                <c:pt idx="9234">
                  <c:v>0.10687499999767169</c:v>
                </c:pt>
                <c:pt idx="9235">
                  <c:v>0.10688657407445135</c:v>
                </c:pt>
                <c:pt idx="9236">
                  <c:v>0.10689814814395504</c:v>
                </c:pt>
                <c:pt idx="9237">
                  <c:v>0.10690972222073469</c:v>
                </c:pt>
                <c:pt idx="9238">
                  <c:v>0.10692129629751435</c:v>
                </c:pt>
                <c:pt idx="9239">
                  <c:v>0.10693287036701804</c:v>
                </c:pt>
                <c:pt idx="9240">
                  <c:v>0.10694444444379769</c:v>
                </c:pt>
                <c:pt idx="9241">
                  <c:v>0.10695601851330139</c:v>
                </c:pt>
                <c:pt idx="9242">
                  <c:v>0.10696759259008104</c:v>
                </c:pt>
                <c:pt idx="9243">
                  <c:v>0.10697916666686069</c:v>
                </c:pt>
                <c:pt idx="9244">
                  <c:v>0.10699074073636439</c:v>
                </c:pt>
                <c:pt idx="9245">
                  <c:v>0.10700231481314404</c:v>
                </c:pt>
                <c:pt idx="9246">
                  <c:v>0.10701388888992369</c:v>
                </c:pt>
                <c:pt idx="9247">
                  <c:v>0.10702546295942739</c:v>
                </c:pt>
                <c:pt idx="9248">
                  <c:v>0.10703703703620704</c:v>
                </c:pt>
                <c:pt idx="9249">
                  <c:v>0.10704861110571073</c:v>
                </c:pt>
                <c:pt idx="9250">
                  <c:v>0.10706018518249039</c:v>
                </c:pt>
                <c:pt idx="9251">
                  <c:v>0.10707175925927004</c:v>
                </c:pt>
                <c:pt idx="9252">
                  <c:v>0.10708333332877373</c:v>
                </c:pt>
                <c:pt idx="9253">
                  <c:v>0.10709490740555339</c:v>
                </c:pt>
                <c:pt idx="9254">
                  <c:v>0.10710648148233304</c:v>
                </c:pt>
                <c:pt idx="9255">
                  <c:v>0.10711805555183673</c:v>
                </c:pt>
                <c:pt idx="9256">
                  <c:v>0.10712962962861639</c:v>
                </c:pt>
                <c:pt idx="9257">
                  <c:v>0.10714120369812008</c:v>
                </c:pt>
                <c:pt idx="9258">
                  <c:v>0.10715277777489973</c:v>
                </c:pt>
                <c:pt idx="9259">
                  <c:v>0.10716435185167938</c:v>
                </c:pt>
                <c:pt idx="9260">
                  <c:v>0.10717592592118308</c:v>
                </c:pt>
                <c:pt idx="9261">
                  <c:v>0.10718749999796273</c:v>
                </c:pt>
                <c:pt idx="9262">
                  <c:v>0.10719907407474238</c:v>
                </c:pt>
                <c:pt idx="9263">
                  <c:v>0.10721064814424608</c:v>
                </c:pt>
                <c:pt idx="9264">
                  <c:v>0.10722222222102573</c:v>
                </c:pt>
                <c:pt idx="9265">
                  <c:v>0.10723379629052943</c:v>
                </c:pt>
                <c:pt idx="9266">
                  <c:v>0.10724537036730908</c:v>
                </c:pt>
                <c:pt idx="9267">
                  <c:v>0.10725694444408873</c:v>
                </c:pt>
                <c:pt idx="9268">
                  <c:v>0.10726851851359243</c:v>
                </c:pt>
                <c:pt idx="9269">
                  <c:v>0.10728009259037208</c:v>
                </c:pt>
                <c:pt idx="9270">
                  <c:v>0.10729166666715173</c:v>
                </c:pt>
                <c:pt idx="9271">
                  <c:v>0.10730324073665543</c:v>
                </c:pt>
                <c:pt idx="9272">
                  <c:v>0.10731481481343508</c:v>
                </c:pt>
                <c:pt idx="9273">
                  <c:v>0.10732638889021473</c:v>
                </c:pt>
                <c:pt idx="9274">
                  <c:v>0.10733796295971842</c:v>
                </c:pt>
                <c:pt idx="9275">
                  <c:v>0.10734953703649808</c:v>
                </c:pt>
                <c:pt idx="9276">
                  <c:v>0.10736111110600177</c:v>
                </c:pt>
                <c:pt idx="9277">
                  <c:v>0.10737268518278142</c:v>
                </c:pt>
                <c:pt idx="9278">
                  <c:v>0.10738425925956108</c:v>
                </c:pt>
                <c:pt idx="9279">
                  <c:v>0.10739583332906477</c:v>
                </c:pt>
                <c:pt idx="9280">
                  <c:v>0.10740740740584442</c:v>
                </c:pt>
                <c:pt idx="9281">
                  <c:v>0.10741898148262408</c:v>
                </c:pt>
                <c:pt idx="9282">
                  <c:v>0.10743055555212777</c:v>
                </c:pt>
                <c:pt idx="9283">
                  <c:v>0.10744212962890742</c:v>
                </c:pt>
                <c:pt idx="9284">
                  <c:v>0.10745370369841112</c:v>
                </c:pt>
                <c:pt idx="9285">
                  <c:v>0.10746527777519077</c:v>
                </c:pt>
                <c:pt idx="9286">
                  <c:v>0.10747685185197042</c:v>
                </c:pt>
                <c:pt idx="9287">
                  <c:v>0.10748842592147412</c:v>
                </c:pt>
                <c:pt idx="9288">
                  <c:v>0.10749999999825377</c:v>
                </c:pt>
                <c:pt idx="9289">
                  <c:v>0.10751157407503342</c:v>
                </c:pt>
                <c:pt idx="9290">
                  <c:v>0.10752314814453712</c:v>
                </c:pt>
                <c:pt idx="9291">
                  <c:v>0.10753472222131677</c:v>
                </c:pt>
                <c:pt idx="9292">
                  <c:v>0.10754629629082046</c:v>
                </c:pt>
                <c:pt idx="9293">
                  <c:v>0.10755787036760012</c:v>
                </c:pt>
                <c:pt idx="9294">
                  <c:v>0.10756944444437977</c:v>
                </c:pt>
                <c:pt idx="9295">
                  <c:v>0.10758101851388346</c:v>
                </c:pt>
                <c:pt idx="9296">
                  <c:v>0.10759259259066312</c:v>
                </c:pt>
                <c:pt idx="9297">
                  <c:v>0.10760416666744277</c:v>
                </c:pt>
                <c:pt idx="9298">
                  <c:v>0.10761574073694646</c:v>
                </c:pt>
                <c:pt idx="9299">
                  <c:v>0.10762731481372612</c:v>
                </c:pt>
                <c:pt idx="9300">
                  <c:v>0.10763888888322981</c:v>
                </c:pt>
                <c:pt idx="9301">
                  <c:v>0.10765046296000946</c:v>
                </c:pt>
                <c:pt idx="9302">
                  <c:v>0.10766203703678912</c:v>
                </c:pt>
                <c:pt idx="9303">
                  <c:v>0.10767361110629281</c:v>
                </c:pt>
                <c:pt idx="9304">
                  <c:v>0.10768518518307246</c:v>
                </c:pt>
                <c:pt idx="9305">
                  <c:v>0.10769675925985212</c:v>
                </c:pt>
                <c:pt idx="9306">
                  <c:v>0.10770833332935581</c:v>
                </c:pt>
                <c:pt idx="9307">
                  <c:v>0.10771990740613546</c:v>
                </c:pt>
                <c:pt idx="9308">
                  <c:v>0.10773148147563916</c:v>
                </c:pt>
                <c:pt idx="9309">
                  <c:v>0.10774305555241881</c:v>
                </c:pt>
                <c:pt idx="9310">
                  <c:v>0.10775462962919846</c:v>
                </c:pt>
                <c:pt idx="9311">
                  <c:v>0.10776620369870216</c:v>
                </c:pt>
                <c:pt idx="9312">
                  <c:v>0.10777777777548181</c:v>
                </c:pt>
                <c:pt idx="9313">
                  <c:v>0.10778935185226146</c:v>
                </c:pt>
                <c:pt idx="9314">
                  <c:v>0.10780092592176516</c:v>
                </c:pt>
                <c:pt idx="9315">
                  <c:v>0.10781249999854481</c:v>
                </c:pt>
                <c:pt idx="9316">
                  <c:v>0.10782407407532446</c:v>
                </c:pt>
                <c:pt idx="9317">
                  <c:v>0.10783564814482816</c:v>
                </c:pt>
                <c:pt idx="9318">
                  <c:v>0.10784722222160781</c:v>
                </c:pt>
                <c:pt idx="9319">
                  <c:v>0.1078587962911115</c:v>
                </c:pt>
                <c:pt idx="9320">
                  <c:v>0.10787037036789116</c:v>
                </c:pt>
                <c:pt idx="9321">
                  <c:v>0.10788194444467081</c:v>
                </c:pt>
                <c:pt idx="9322">
                  <c:v>0.1078935185141745</c:v>
                </c:pt>
                <c:pt idx="9323">
                  <c:v>0.10790509259095415</c:v>
                </c:pt>
                <c:pt idx="9324">
                  <c:v>0.10791666666773381</c:v>
                </c:pt>
                <c:pt idx="9325">
                  <c:v>0.1079282407372375</c:v>
                </c:pt>
                <c:pt idx="9326">
                  <c:v>0.10793981481401715</c:v>
                </c:pt>
                <c:pt idx="9327">
                  <c:v>0.10795138888352085</c:v>
                </c:pt>
                <c:pt idx="9328">
                  <c:v>0.1079629629603005</c:v>
                </c:pt>
                <c:pt idx="9329">
                  <c:v>0.10797453703708015</c:v>
                </c:pt>
                <c:pt idx="9330">
                  <c:v>0.10798611110658385</c:v>
                </c:pt>
                <c:pt idx="9331">
                  <c:v>0.1079976851833635</c:v>
                </c:pt>
                <c:pt idx="9332">
                  <c:v>0.10800925926014315</c:v>
                </c:pt>
                <c:pt idx="9333">
                  <c:v>0.10802083332964685</c:v>
                </c:pt>
                <c:pt idx="9334">
                  <c:v>0.1080324074064265</c:v>
                </c:pt>
                <c:pt idx="9335">
                  <c:v>0.1080439814759302</c:v>
                </c:pt>
                <c:pt idx="9336">
                  <c:v>0.10805555555270985</c:v>
                </c:pt>
                <c:pt idx="9337">
                  <c:v>0.1080671296294895</c:v>
                </c:pt>
                <c:pt idx="9338">
                  <c:v>0.10807870369899319</c:v>
                </c:pt>
                <c:pt idx="9339">
                  <c:v>0.10809027777577285</c:v>
                </c:pt>
                <c:pt idx="9340">
                  <c:v>0.1081018518525525</c:v>
                </c:pt>
                <c:pt idx="9341">
                  <c:v>0.10811342592205619</c:v>
                </c:pt>
                <c:pt idx="9342">
                  <c:v>0.10812499999883585</c:v>
                </c:pt>
                <c:pt idx="9343">
                  <c:v>0.10813657406833954</c:v>
                </c:pt>
                <c:pt idx="9344">
                  <c:v>0.10814814814511919</c:v>
                </c:pt>
                <c:pt idx="9345">
                  <c:v>0.10815972222189885</c:v>
                </c:pt>
                <c:pt idx="9346">
                  <c:v>0.10817129629140254</c:v>
                </c:pt>
                <c:pt idx="9347">
                  <c:v>0.10818287036818219</c:v>
                </c:pt>
                <c:pt idx="9348">
                  <c:v>0.10819444444496185</c:v>
                </c:pt>
                <c:pt idx="9349">
                  <c:v>0.10820601851446554</c:v>
                </c:pt>
                <c:pt idx="9350">
                  <c:v>0.10821759259124519</c:v>
                </c:pt>
                <c:pt idx="9351">
                  <c:v>0.10822916666074889</c:v>
                </c:pt>
                <c:pt idx="9352">
                  <c:v>0.10824074073752854</c:v>
                </c:pt>
                <c:pt idx="9353">
                  <c:v>0.10825231481430819</c:v>
                </c:pt>
                <c:pt idx="9354">
                  <c:v>0.10826388888381189</c:v>
                </c:pt>
                <c:pt idx="9355">
                  <c:v>0.10827546296059154</c:v>
                </c:pt>
                <c:pt idx="9356">
                  <c:v>0.10828703703737119</c:v>
                </c:pt>
                <c:pt idx="9357">
                  <c:v>0.10829861110687489</c:v>
                </c:pt>
                <c:pt idx="9358">
                  <c:v>0.10831018518365454</c:v>
                </c:pt>
                <c:pt idx="9359">
                  <c:v>0.10832175926043419</c:v>
                </c:pt>
                <c:pt idx="9360">
                  <c:v>0.10833333332993789</c:v>
                </c:pt>
                <c:pt idx="9361">
                  <c:v>0.10834490740671754</c:v>
                </c:pt>
                <c:pt idx="9362">
                  <c:v>0.10835648147622123</c:v>
                </c:pt>
                <c:pt idx="9363">
                  <c:v>0.10836805555300089</c:v>
                </c:pt>
                <c:pt idx="9364">
                  <c:v>0.10837962962978054</c:v>
                </c:pt>
                <c:pt idx="9365">
                  <c:v>0.10839120369928423</c:v>
                </c:pt>
                <c:pt idx="9366">
                  <c:v>0.10840277777606389</c:v>
                </c:pt>
                <c:pt idx="9367">
                  <c:v>0.10841435185284354</c:v>
                </c:pt>
                <c:pt idx="9368">
                  <c:v>0.10842592592234723</c:v>
                </c:pt>
                <c:pt idx="9369">
                  <c:v>0.10843749999912689</c:v>
                </c:pt>
                <c:pt idx="9370">
                  <c:v>0.10844907406863058</c:v>
                </c:pt>
                <c:pt idx="9371">
                  <c:v>0.10846064814541023</c:v>
                </c:pt>
                <c:pt idx="9372">
                  <c:v>0.10847222222218988</c:v>
                </c:pt>
                <c:pt idx="9373">
                  <c:v>0.10848379629169358</c:v>
                </c:pt>
                <c:pt idx="9374">
                  <c:v>0.10849537036847323</c:v>
                </c:pt>
                <c:pt idx="9375">
                  <c:v>0.10850694444525288</c:v>
                </c:pt>
                <c:pt idx="9376">
                  <c:v>0.10851851851475658</c:v>
                </c:pt>
                <c:pt idx="9377">
                  <c:v>0.10853009259153623</c:v>
                </c:pt>
                <c:pt idx="9378">
                  <c:v>0.10854166666103993</c:v>
                </c:pt>
                <c:pt idx="9379">
                  <c:v>0.10855324073781958</c:v>
                </c:pt>
                <c:pt idx="9380">
                  <c:v>0.10856481481459923</c:v>
                </c:pt>
                <c:pt idx="9381">
                  <c:v>0.10857638888410293</c:v>
                </c:pt>
                <c:pt idx="9382">
                  <c:v>0.10858796296088258</c:v>
                </c:pt>
                <c:pt idx="9383">
                  <c:v>0.10859953703766223</c:v>
                </c:pt>
                <c:pt idx="9384">
                  <c:v>0.10861111110716593</c:v>
                </c:pt>
                <c:pt idx="9385">
                  <c:v>0.10862268518394558</c:v>
                </c:pt>
                <c:pt idx="9386">
                  <c:v>0.10863425925344927</c:v>
                </c:pt>
                <c:pt idx="9387">
                  <c:v>0.10864583333022892</c:v>
                </c:pt>
                <c:pt idx="9388">
                  <c:v>0.10865740740700858</c:v>
                </c:pt>
                <c:pt idx="9389">
                  <c:v>0.10866898147651227</c:v>
                </c:pt>
                <c:pt idx="9390">
                  <c:v>0.10868055555329192</c:v>
                </c:pt>
                <c:pt idx="9391">
                  <c:v>0.10869212963007158</c:v>
                </c:pt>
                <c:pt idx="9392">
                  <c:v>0.10870370369957527</c:v>
                </c:pt>
                <c:pt idx="9393">
                  <c:v>0.10871527777635492</c:v>
                </c:pt>
                <c:pt idx="9394">
                  <c:v>0.10872685185313458</c:v>
                </c:pt>
                <c:pt idx="9395">
                  <c:v>0.10873842592263827</c:v>
                </c:pt>
                <c:pt idx="9396">
                  <c:v>0.10874999999941792</c:v>
                </c:pt>
                <c:pt idx="9397">
                  <c:v>0.10876157406892162</c:v>
                </c:pt>
                <c:pt idx="9398">
                  <c:v>0.10877314814570127</c:v>
                </c:pt>
                <c:pt idx="9399">
                  <c:v>0.10878472222248092</c:v>
                </c:pt>
                <c:pt idx="9400">
                  <c:v>0.10879629629198462</c:v>
                </c:pt>
                <c:pt idx="9401">
                  <c:v>0.10880787036876427</c:v>
                </c:pt>
                <c:pt idx="9402">
                  <c:v>0.10881944444554392</c:v>
                </c:pt>
                <c:pt idx="9403">
                  <c:v>0.10883101851504762</c:v>
                </c:pt>
                <c:pt idx="9404">
                  <c:v>0.10884259259182727</c:v>
                </c:pt>
                <c:pt idx="9405">
                  <c:v>0.10885416666133096</c:v>
                </c:pt>
                <c:pt idx="9406">
                  <c:v>0.10886574073811062</c:v>
                </c:pt>
                <c:pt idx="9407">
                  <c:v>0.10887731481489027</c:v>
                </c:pt>
                <c:pt idx="9408">
                  <c:v>0.10888888888439396</c:v>
                </c:pt>
                <c:pt idx="9409">
                  <c:v>0.10890046296117362</c:v>
                </c:pt>
                <c:pt idx="9410">
                  <c:v>0.10891203703795327</c:v>
                </c:pt>
                <c:pt idx="9411">
                  <c:v>0.10892361110745696</c:v>
                </c:pt>
                <c:pt idx="9412">
                  <c:v>0.10893518518423662</c:v>
                </c:pt>
                <c:pt idx="9413">
                  <c:v>0.10894675925374031</c:v>
                </c:pt>
                <c:pt idx="9414">
                  <c:v>0.10895833333051996</c:v>
                </c:pt>
                <c:pt idx="9415">
                  <c:v>0.10896990740729962</c:v>
                </c:pt>
                <c:pt idx="9416">
                  <c:v>0.10898148147680331</c:v>
                </c:pt>
                <c:pt idx="9417">
                  <c:v>0.10899305555358296</c:v>
                </c:pt>
                <c:pt idx="9418">
                  <c:v>0.10900462963036261</c:v>
                </c:pt>
                <c:pt idx="9419">
                  <c:v>0.10901620369986631</c:v>
                </c:pt>
                <c:pt idx="9420">
                  <c:v>0.10902777777664596</c:v>
                </c:pt>
                <c:pt idx="9421">
                  <c:v>0.10903935184614966</c:v>
                </c:pt>
                <c:pt idx="9422">
                  <c:v>0.10905092592292931</c:v>
                </c:pt>
                <c:pt idx="9423">
                  <c:v>0.10906249999970896</c:v>
                </c:pt>
                <c:pt idx="9424">
                  <c:v>0.10907407406921266</c:v>
                </c:pt>
                <c:pt idx="9425">
                  <c:v>0.10908564814599231</c:v>
                </c:pt>
                <c:pt idx="9426">
                  <c:v>0.10909722222277196</c:v>
                </c:pt>
                <c:pt idx="9427">
                  <c:v>0.10910879629227566</c:v>
                </c:pt>
                <c:pt idx="9428">
                  <c:v>0.10912037036905531</c:v>
                </c:pt>
                <c:pt idx="9429">
                  <c:v>0.109131944438559</c:v>
                </c:pt>
                <c:pt idx="9430">
                  <c:v>0.10914351851533866</c:v>
                </c:pt>
                <c:pt idx="9431">
                  <c:v>0.10915509259211831</c:v>
                </c:pt>
                <c:pt idx="9432">
                  <c:v>0.109166666661622</c:v>
                </c:pt>
                <c:pt idx="9433">
                  <c:v>0.10917824073840166</c:v>
                </c:pt>
                <c:pt idx="9434">
                  <c:v>0.10918981481518131</c:v>
                </c:pt>
                <c:pt idx="9435">
                  <c:v>0.109201388884685</c:v>
                </c:pt>
                <c:pt idx="9436">
                  <c:v>0.10921296296146465</c:v>
                </c:pt>
                <c:pt idx="9437">
                  <c:v>0.10922453703824431</c:v>
                </c:pt>
                <c:pt idx="9438">
                  <c:v>0.109236111107748</c:v>
                </c:pt>
                <c:pt idx="9439">
                  <c:v>0.10924768518452765</c:v>
                </c:pt>
                <c:pt idx="9440">
                  <c:v>0.10925925925403135</c:v>
                </c:pt>
                <c:pt idx="9441">
                  <c:v>0.109270833330811</c:v>
                </c:pt>
                <c:pt idx="9442">
                  <c:v>0.10928240740759065</c:v>
                </c:pt>
                <c:pt idx="9443">
                  <c:v>0.10929398147709435</c:v>
                </c:pt>
                <c:pt idx="9444">
                  <c:v>0.109305555553874</c:v>
                </c:pt>
                <c:pt idx="9445">
                  <c:v>0.10931712963065365</c:v>
                </c:pt>
                <c:pt idx="9446">
                  <c:v>0.10932870370015735</c:v>
                </c:pt>
                <c:pt idx="9447">
                  <c:v>0.109340277776937</c:v>
                </c:pt>
                <c:pt idx="9448">
                  <c:v>0.1093518518464407</c:v>
                </c:pt>
                <c:pt idx="9449">
                  <c:v>0.10936342592322035</c:v>
                </c:pt>
                <c:pt idx="9450">
                  <c:v>0.109375</c:v>
                </c:pt>
                <c:pt idx="9451">
                  <c:v>0.10938657406950369</c:v>
                </c:pt>
                <c:pt idx="9452">
                  <c:v>0.10939814814628335</c:v>
                </c:pt>
                <c:pt idx="9453">
                  <c:v>0.109409722223063</c:v>
                </c:pt>
                <c:pt idx="9454">
                  <c:v>0.10942129629256669</c:v>
                </c:pt>
                <c:pt idx="9455">
                  <c:v>0.10943287036934635</c:v>
                </c:pt>
                <c:pt idx="9456">
                  <c:v>0.10944444443885004</c:v>
                </c:pt>
                <c:pt idx="9457">
                  <c:v>0.10945601851562969</c:v>
                </c:pt>
                <c:pt idx="9458">
                  <c:v>0.10946759259240935</c:v>
                </c:pt>
                <c:pt idx="9459">
                  <c:v>0.10947916666191304</c:v>
                </c:pt>
                <c:pt idx="9460">
                  <c:v>0.10949074073869269</c:v>
                </c:pt>
                <c:pt idx="9461">
                  <c:v>0.10950231481547235</c:v>
                </c:pt>
                <c:pt idx="9462">
                  <c:v>0.10951388888497604</c:v>
                </c:pt>
                <c:pt idx="9463">
                  <c:v>0.10952546296175569</c:v>
                </c:pt>
                <c:pt idx="9464">
                  <c:v>0.10953703703125939</c:v>
                </c:pt>
                <c:pt idx="9465">
                  <c:v>0.10954861110803904</c:v>
                </c:pt>
                <c:pt idx="9466">
                  <c:v>0.10956018518481869</c:v>
                </c:pt>
                <c:pt idx="9467">
                  <c:v>0.10957175925432239</c:v>
                </c:pt>
                <c:pt idx="9468">
                  <c:v>0.10958333333110204</c:v>
                </c:pt>
                <c:pt idx="9469">
                  <c:v>0.10959490740788169</c:v>
                </c:pt>
                <c:pt idx="9470">
                  <c:v>0.10960648147738539</c:v>
                </c:pt>
                <c:pt idx="9471">
                  <c:v>0.10961805555416504</c:v>
                </c:pt>
                <c:pt idx="9472">
                  <c:v>0.10962962963094469</c:v>
                </c:pt>
                <c:pt idx="9473">
                  <c:v>0.10964120370044839</c:v>
                </c:pt>
                <c:pt idx="9474">
                  <c:v>0.10965277777722804</c:v>
                </c:pt>
                <c:pt idx="9475">
                  <c:v>0.10966435184673173</c:v>
                </c:pt>
                <c:pt idx="9476">
                  <c:v>0.10967592592351139</c:v>
                </c:pt>
                <c:pt idx="9477">
                  <c:v>0.10968750000029104</c:v>
                </c:pt>
                <c:pt idx="9478">
                  <c:v>0.10969907406979473</c:v>
                </c:pt>
                <c:pt idx="9479">
                  <c:v>0.10971064814657439</c:v>
                </c:pt>
                <c:pt idx="9480">
                  <c:v>0.10972222222335404</c:v>
                </c:pt>
                <c:pt idx="9481">
                  <c:v>0.10973379629285773</c:v>
                </c:pt>
                <c:pt idx="9482">
                  <c:v>0.10974537036963739</c:v>
                </c:pt>
                <c:pt idx="9483">
                  <c:v>0.10975694443914108</c:v>
                </c:pt>
                <c:pt idx="9484">
                  <c:v>0.10976851851592073</c:v>
                </c:pt>
                <c:pt idx="9485">
                  <c:v>0.10978009259270038</c:v>
                </c:pt>
                <c:pt idx="9486">
                  <c:v>0.10979166666220408</c:v>
                </c:pt>
                <c:pt idx="9487">
                  <c:v>0.10980324073898373</c:v>
                </c:pt>
                <c:pt idx="9488">
                  <c:v>0.10981481481576338</c:v>
                </c:pt>
                <c:pt idx="9489">
                  <c:v>0.10982638888526708</c:v>
                </c:pt>
                <c:pt idx="9490">
                  <c:v>0.10983796296204673</c:v>
                </c:pt>
                <c:pt idx="9491">
                  <c:v>0.10984953703155043</c:v>
                </c:pt>
                <c:pt idx="9492">
                  <c:v>0.10986111110833008</c:v>
                </c:pt>
                <c:pt idx="9493">
                  <c:v>0.10987268518510973</c:v>
                </c:pt>
                <c:pt idx="9494">
                  <c:v>0.10988425925461343</c:v>
                </c:pt>
                <c:pt idx="9495">
                  <c:v>0.10989583333139308</c:v>
                </c:pt>
                <c:pt idx="9496">
                  <c:v>0.10990740740817273</c:v>
                </c:pt>
                <c:pt idx="9497">
                  <c:v>0.10991898147767643</c:v>
                </c:pt>
                <c:pt idx="9498">
                  <c:v>0.10993055555445608</c:v>
                </c:pt>
                <c:pt idx="9499">
                  <c:v>0.10994212962395977</c:v>
                </c:pt>
                <c:pt idx="9500">
                  <c:v>0.10995370370073942</c:v>
                </c:pt>
                <c:pt idx="9501">
                  <c:v>0.10996527777751908</c:v>
                </c:pt>
                <c:pt idx="9502">
                  <c:v>0.10997685184702277</c:v>
                </c:pt>
                <c:pt idx="9503">
                  <c:v>0.10998842592380242</c:v>
                </c:pt>
                <c:pt idx="9504">
                  <c:v>0.11000000000058208</c:v>
                </c:pt>
                <c:pt idx="9505">
                  <c:v>0.11001157407008577</c:v>
                </c:pt>
                <c:pt idx="9506">
                  <c:v>0.11002314814686542</c:v>
                </c:pt>
                <c:pt idx="9507">
                  <c:v>0.11003472221636912</c:v>
                </c:pt>
                <c:pt idx="9508">
                  <c:v>0.11004629629314877</c:v>
                </c:pt>
                <c:pt idx="9509">
                  <c:v>0.11005787036992842</c:v>
                </c:pt>
                <c:pt idx="9510">
                  <c:v>0.11006944443943212</c:v>
                </c:pt>
                <c:pt idx="9511">
                  <c:v>0.11008101851621177</c:v>
                </c:pt>
                <c:pt idx="9512">
                  <c:v>0.11009259259299142</c:v>
                </c:pt>
                <c:pt idx="9513">
                  <c:v>0.11010416666249512</c:v>
                </c:pt>
                <c:pt idx="9514">
                  <c:v>0.11011574073927477</c:v>
                </c:pt>
                <c:pt idx="9515">
                  <c:v>0.11012731481605442</c:v>
                </c:pt>
                <c:pt idx="9516">
                  <c:v>0.11013888888555812</c:v>
                </c:pt>
                <c:pt idx="9517">
                  <c:v>0.11015046296233777</c:v>
                </c:pt>
                <c:pt idx="9518">
                  <c:v>0.11016203703184146</c:v>
                </c:pt>
                <c:pt idx="9519">
                  <c:v>0.11017361110862112</c:v>
                </c:pt>
                <c:pt idx="9520">
                  <c:v>0.11018518518540077</c:v>
                </c:pt>
                <c:pt idx="9521">
                  <c:v>0.11019675925490446</c:v>
                </c:pt>
                <c:pt idx="9522">
                  <c:v>0.11020833333168412</c:v>
                </c:pt>
                <c:pt idx="9523">
                  <c:v>0.11021990740846377</c:v>
                </c:pt>
                <c:pt idx="9524">
                  <c:v>0.11023148147796746</c:v>
                </c:pt>
                <c:pt idx="9525">
                  <c:v>0.11024305555474712</c:v>
                </c:pt>
                <c:pt idx="9526">
                  <c:v>0.11025462962425081</c:v>
                </c:pt>
                <c:pt idx="9527">
                  <c:v>0.11026620370103046</c:v>
                </c:pt>
                <c:pt idx="9528">
                  <c:v>0.11027777777781012</c:v>
                </c:pt>
                <c:pt idx="9529">
                  <c:v>0.11028935184731381</c:v>
                </c:pt>
                <c:pt idx="9530">
                  <c:v>0.11030092592409346</c:v>
                </c:pt>
                <c:pt idx="9531">
                  <c:v>0.11031250000087311</c:v>
                </c:pt>
                <c:pt idx="9532">
                  <c:v>0.11032407407037681</c:v>
                </c:pt>
                <c:pt idx="9533">
                  <c:v>0.11033564814715646</c:v>
                </c:pt>
                <c:pt idx="9534">
                  <c:v>0.11034722221666016</c:v>
                </c:pt>
                <c:pt idx="9535">
                  <c:v>0.11035879629343981</c:v>
                </c:pt>
                <c:pt idx="9536">
                  <c:v>0.11037037037021946</c:v>
                </c:pt>
                <c:pt idx="9537">
                  <c:v>0.11038194443972316</c:v>
                </c:pt>
                <c:pt idx="9538">
                  <c:v>0.11039351851650281</c:v>
                </c:pt>
                <c:pt idx="9539">
                  <c:v>0.11040509259328246</c:v>
                </c:pt>
                <c:pt idx="9540">
                  <c:v>0.11041666666278616</c:v>
                </c:pt>
                <c:pt idx="9541">
                  <c:v>0.11042824073956581</c:v>
                </c:pt>
                <c:pt idx="9542">
                  <c:v>0.1104398148090695</c:v>
                </c:pt>
                <c:pt idx="9543">
                  <c:v>0.11045138888584916</c:v>
                </c:pt>
                <c:pt idx="9544">
                  <c:v>0.11046296296262881</c:v>
                </c:pt>
                <c:pt idx="9545">
                  <c:v>0.1104745370321325</c:v>
                </c:pt>
                <c:pt idx="9546">
                  <c:v>0.11048611110891216</c:v>
                </c:pt>
                <c:pt idx="9547">
                  <c:v>0.11049768518569181</c:v>
                </c:pt>
                <c:pt idx="9548">
                  <c:v>0.1105092592551955</c:v>
                </c:pt>
                <c:pt idx="9549">
                  <c:v>0.11052083333197515</c:v>
                </c:pt>
                <c:pt idx="9550">
                  <c:v>0.11053240740147885</c:v>
                </c:pt>
                <c:pt idx="9551">
                  <c:v>0.1105439814782585</c:v>
                </c:pt>
                <c:pt idx="9552">
                  <c:v>0.11055555555503815</c:v>
                </c:pt>
                <c:pt idx="9553">
                  <c:v>0.11056712962454185</c:v>
                </c:pt>
                <c:pt idx="9554">
                  <c:v>0.1105787037013215</c:v>
                </c:pt>
                <c:pt idx="9555">
                  <c:v>0.11059027777810115</c:v>
                </c:pt>
                <c:pt idx="9556">
                  <c:v>0.11060185184760485</c:v>
                </c:pt>
                <c:pt idx="9557">
                  <c:v>0.1106134259243845</c:v>
                </c:pt>
                <c:pt idx="9558">
                  <c:v>0.11062500000116415</c:v>
                </c:pt>
                <c:pt idx="9559">
                  <c:v>0.11063657407066785</c:v>
                </c:pt>
                <c:pt idx="9560">
                  <c:v>0.1106481481474475</c:v>
                </c:pt>
                <c:pt idx="9561">
                  <c:v>0.1106597222169512</c:v>
                </c:pt>
                <c:pt idx="9562">
                  <c:v>0.11067129629373085</c:v>
                </c:pt>
                <c:pt idx="9563">
                  <c:v>0.1106828703705105</c:v>
                </c:pt>
                <c:pt idx="9564">
                  <c:v>0.11069444444001419</c:v>
                </c:pt>
                <c:pt idx="9565">
                  <c:v>0.11070601851679385</c:v>
                </c:pt>
                <c:pt idx="9566">
                  <c:v>0.1107175925935735</c:v>
                </c:pt>
                <c:pt idx="9567">
                  <c:v>0.11072916666307719</c:v>
                </c:pt>
                <c:pt idx="9568">
                  <c:v>0.11074074073985685</c:v>
                </c:pt>
                <c:pt idx="9569">
                  <c:v>0.11075231480936054</c:v>
                </c:pt>
                <c:pt idx="9570">
                  <c:v>0.11076388888614019</c:v>
                </c:pt>
                <c:pt idx="9571">
                  <c:v>0.11077546296291985</c:v>
                </c:pt>
                <c:pt idx="9572">
                  <c:v>0.11078703703242354</c:v>
                </c:pt>
                <c:pt idx="9573">
                  <c:v>0.11079861110920319</c:v>
                </c:pt>
                <c:pt idx="9574">
                  <c:v>0.11081018518598285</c:v>
                </c:pt>
                <c:pt idx="9575">
                  <c:v>0.11082175925548654</c:v>
                </c:pt>
                <c:pt idx="9576">
                  <c:v>0.11083333333226619</c:v>
                </c:pt>
                <c:pt idx="9577">
                  <c:v>0.11084490740176989</c:v>
                </c:pt>
                <c:pt idx="9578">
                  <c:v>0.11085648147854954</c:v>
                </c:pt>
                <c:pt idx="9579">
                  <c:v>0.11086805555532919</c:v>
                </c:pt>
                <c:pt idx="9580">
                  <c:v>0.11087962962483289</c:v>
                </c:pt>
                <c:pt idx="9581">
                  <c:v>0.11089120370161254</c:v>
                </c:pt>
                <c:pt idx="9582">
                  <c:v>0.11090277777839219</c:v>
                </c:pt>
                <c:pt idx="9583">
                  <c:v>0.11091435184789589</c:v>
                </c:pt>
                <c:pt idx="9584">
                  <c:v>0.11092592592467554</c:v>
                </c:pt>
                <c:pt idx="9585">
                  <c:v>0.11093749999417923</c:v>
                </c:pt>
                <c:pt idx="9586">
                  <c:v>0.11094907407095889</c:v>
                </c:pt>
                <c:pt idx="9587">
                  <c:v>0.11096064814773854</c:v>
                </c:pt>
                <c:pt idx="9588">
                  <c:v>0.11097222221724223</c:v>
                </c:pt>
                <c:pt idx="9589">
                  <c:v>0.11098379629402189</c:v>
                </c:pt>
                <c:pt idx="9590">
                  <c:v>0.11099537037080154</c:v>
                </c:pt>
                <c:pt idx="9591">
                  <c:v>0.11100694444030523</c:v>
                </c:pt>
                <c:pt idx="9592">
                  <c:v>0.11101851851708489</c:v>
                </c:pt>
                <c:pt idx="9593">
                  <c:v>0.11103009259386454</c:v>
                </c:pt>
                <c:pt idx="9594">
                  <c:v>0.11104166666336823</c:v>
                </c:pt>
                <c:pt idx="9595">
                  <c:v>0.11105324074014788</c:v>
                </c:pt>
                <c:pt idx="9596">
                  <c:v>0.11106481480965158</c:v>
                </c:pt>
                <c:pt idx="9597">
                  <c:v>0.11107638888643123</c:v>
                </c:pt>
                <c:pt idx="9598">
                  <c:v>0.11108796296321088</c:v>
                </c:pt>
                <c:pt idx="9599">
                  <c:v>0.11109953703271458</c:v>
                </c:pt>
                <c:pt idx="9600">
                  <c:v>0.11111111110949423</c:v>
                </c:pt>
                <c:pt idx="9601">
                  <c:v>0.11112268518627388</c:v>
                </c:pt>
                <c:pt idx="9602">
                  <c:v>0.11113425925577758</c:v>
                </c:pt>
                <c:pt idx="9603">
                  <c:v>0.11114583333255723</c:v>
                </c:pt>
                <c:pt idx="9604">
                  <c:v>0.11115740740206093</c:v>
                </c:pt>
                <c:pt idx="9605">
                  <c:v>0.11116898147884058</c:v>
                </c:pt>
                <c:pt idx="9606">
                  <c:v>0.11118055555562023</c:v>
                </c:pt>
                <c:pt idx="9607">
                  <c:v>0.11119212962512393</c:v>
                </c:pt>
                <c:pt idx="9608">
                  <c:v>0.11120370370190358</c:v>
                </c:pt>
                <c:pt idx="9609">
                  <c:v>0.11121527777868323</c:v>
                </c:pt>
                <c:pt idx="9610">
                  <c:v>0.11122685184818693</c:v>
                </c:pt>
                <c:pt idx="9611">
                  <c:v>0.11123842592496658</c:v>
                </c:pt>
                <c:pt idx="9612">
                  <c:v>0.11124999999447027</c:v>
                </c:pt>
                <c:pt idx="9613">
                  <c:v>0.11126157407124992</c:v>
                </c:pt>
                <c:pt idx="9614">
                  <c:v>0.11127314814802958</c:v>
                </c:pt>
                <c:pt idx="9615">
                  <c:v>0.11128472221753327</c:v>
                </c:pt>
                <c:pt idx="9616">
                  <c:v>0.11129629629431292</c:v>
                </c:pt>
                <c:pt idx="9617">
                  <c:v>0.11130787037109258</c:v>
                </c:pt>
                <c:pt idx="9618">
                  <c:v>0.11131944444059627</c:v>
                </c:pt>
                <c:pt idx="9619">
                  <c:v>0.11133101851737592</c:v>
                </c:pt>
                <c:pt idx="9620">
                  <c:v>0.11134259258687962</c:v>
                </c:pt>
                <c:pt idx="9621">
                  <c:v>0.11135416666365927</c:v>
                </c:pt>
                <c:pt idx="9622">
                  <c:v>0.11136574074043892</c:v>
                </c:pt>
                <c:pt idx="9623">
                  <c:v>0.11137731480994262</c:v>
                </c:pt>
                <c:pt idx="9624">
                  <c:v>0.11138888888672227</c:v>
                </c:pt>
                <c:pt idx="9625">
                  <c:v>0.11140046296350192</c:v>
                </c:pt>
                <c:pt idx="9626">
                  <c:v>0.11141203703300562</c:v>
                </c:pt>
                <c:pt idx="9627">
                  <c:v>0.11142361110978527</c:v>
                </c:pt>
                <c:pt idx="9628">
                  <c:v>0.11143518517928896</c:v>
                </c:pt>
                <c:pt idx="9629">
                  <c:v>0.11144675925606862</c:v>
                </c:pt>
                <c:pt idx="9630">
                  <c:v>0.11145833333284827</c:v>
                </c:pt>
                <c:pt idx="9631">
                  <c:v>0.11146990740235196</c:v>
                </c:pt>
                <c:pt idx="9632">
                  <c:v>0.11148148147913162</c:v>
                </c:pt>
                <c:pt idx="9633">
                  <c:v>0.11149305555591127</c:v>
                </c:pt>
                <c:pt idx="9634">
                  <c:v>0.11150462962541496</c:v>
                </c:pt>
                <c:pt idx="9635">
                  <c:v>0.11151620370219462</c:v>
                </c:pt>
                <c:pt idx="9636">
                  <c:v>0.11152777777897427</c:v>
                </c:pt>
                <c:pt idx="9637">
                  <c:v>0.11153935184847796</c:v>
                </c:pt>
                <c:pt idx="9638">
                  <c:v>0.11155092592525762</c:v>
                </c:pt>
                <c:pt idx="9639">
                  <c:v>0.11156249999476131</c:v>
                </c:pt>
                <c:pt idx="9640">
                  <c:v>0.11157407407154096</c:v>
                </c:pt>
                <c:pt idx="9641">
                  <c:v>0.11158564814832062</c:v>
                </c:pt>
                <c:pt idx="9642">
                  <c:v>0.11159722221782431</c:v>
                </c:pt>
                <c:pt idx="9643">
                  <c:v>0.11160879629460396</c:v>
                </c:pt>
                <c:pt idx="9644">
                  <c:v>0.11162037037138361</c:v>
                </c:pt>
                <c:pt idx="9645">
                  <c:v>0.11163194444088731</c:v>
                </c:pt>
                <c:pt idx="9646">
                  <c:v>0.11164351851766696</c:v>
                </c:pt>
                <c:pt idx="9647">
                  <c:v>0.11165509258717066</c:v>
                </c:pt>
                <c:pt idx="9648">
                  <c:v>0.11166666666395031</c:v>
                </c:pt>
                <c:pt idx="9649">
                  <c:v>0.11167824074072996</c:v>
                </c:pt>
                <c:pt idx="9650">
                  <c:v>0.11168981481023366</c:v>
                </c:pt>
                <c:pt idx="9651">
                  <c:v>0.11170138888701331</c:v>
                </c:pt>
                <c:pt idx="9652">
                  <c:v>0.11171296296379296</c:v>
                </c:pt>
                <c:pt idx="9653">
                  <c:v>0.11172453703329666</c:v>
                </c:pt>
                <c:pt idx="9654">
                  <c:v>0.11173611111007631</c:v>
                </c:pt>
                <c:pt idx="9655">
                  <c:v>0.11174768517958</c:v>
                </c:pt>
                <c:pt idx="9656">
                  <c:v>0.11175925925635966</c:v>
                </c:pt>
                <c:pt idx="9657">
                  <c:v>0.11177083333313931</c:v>
                </c:pt>
                <c:pt idx="9658">
                  <c:v>0.111782407402643</c:v>
                </c:pt>
                <c:pt idx="9659">
                  <c:v>0.11179398147942265</c:v>
                </c:pt>
                <c:pt idx="9660">
                  <c:v>0.11180555555620231</c:v>
                </c:pt>
                <c:pt idx="9661">
                  <c:v>0.111817129625706</c:v>
                </c:pt>
                <c:pt idx="9662">
                  <c:v>0.11182870370248565</c:v>
                </c:pt>
                <c:pt idx="9663">
                  <c:v>0.11184027777198935</c:v>
                </c:pt>
                <c:pt idx="9664">
                  <c:v>0.111851851848769</c:v>
                </c:pt>
                <c:pt idx="9665">
                  <c:v>0.11186342592554865</c:v>
                </c:pt>
                <c:pt idx="9666">
                  <c:v>0.11187499999505235</c:v>
                </c:pt>
                <c:pt idx="9667">
                  <c:v>0.111886574071832</c:v>
                </c:pt>
                <c:pt idx="9668">
                  <c:v>0.11189814814861165</c:v>
                </c:pt>
                <c:pt idx="9669">
                  <c:v>0.11190972221811535</c:v>
                </c:pt>
                <c:pt idx="9670">
                  <c:v>0.111921296294895</c:v>
                </c:pt>
                <c:pt idx="9671">
                  <c:v>0.11193287037167465</c:v>
                </c:pt>
                <c:pt idx="9672">
                  <c:v>0.11194444444117835</c:v>
                </c:pt>
                <c:pt idx="9673">
                  <c:v>0.111956018517958</c:v>
                </c:pt>
                <c:pt idx="9674">
                  <c:v>0.1119675925874617</c:v>
                </c:pt>
                <c:pt idx="9675">
                  <c:v>0.11197916666424135</c:v>
                </c:pt>
                <c:pt idx="9676">
                  <c:v>0.111990740741021</c:v>
                </c:pt>
                <c:pt idx="9677">
                  <c:v>0.11200231481052469</c:v>
                </c:pt>
                <c:pt idx="9678">
                  <c:v>0.11201388888730435</c:v>
                </c:pt>
                <c:pt idx="9679">
                  <c:v>0.112025462964084</c:v>
                </c:pt>
                <c:pt idx="9680">
                  <c:v>0.11203703703358769</c:v>
                </c:pt>
                <c:pt idx="9681">
                  <c:v>0.11204861111036735</c:v>
                </c:pt>
                <c:pt idx="9682">
                  <c:v>0.11206018517987104</c:v>
                </c:pt>
                <c:pt idx="9683">
                  <c:v>0.11207175925665069</c:v>
                </c:pt>
                <c:pt idx="9684">
                  <c:v>0.11208333333343035</c:v>
                </c:pt>
                <c:pt idx="9685">
                  <c:v>0.11209490740293404</c:v>
                </c:pt>
                <c:pt idx="9686">
                  <c:v>0.11210648147971369</c:v>
                </c:pt>
                <c:pt idx="9687">
                  <c:v>0.11211805555649335</c:v>
                </c:pt>
                <c:pt idx="9688">
                  <c:v>0.11212962962599704</c:v>
                </c:pt>
                <c:pt idx="9689">
                  <c:v>0.11214120370277669</c:v>
                </c:pt>
                <c:pt idx="9690">
                  <c:v>0.11215277777228039</c:v>
                </c:pt>
                <c:pt idx="9691">
                  <c:v>0.11216435184906004</c:v>
                </c:pt>
                <c:pt idx="9692">
                  <c:v>0.11217592592583969</c:v>
                </c:pt>
                <c:pt idx="9693">
                  <c:v>0.11218749999534339</c:v>
                </c:pt>
                <c:pt idx="9694">
                  <c:v>0.11219907407212304</c:v>
                </c:pt>
                <c:pt idx="9695">
                  <c:v>0.11221064814890269</c:v>
                </c:pt>
                <c:pt idx="9696">
                  <c:v>0.11222222221840639</c:v>
                </c:pt>
                <c:pt idx="9697">
                  <c:v>0.11223379629518604</c:v>
                </c:pt>
                <c:pt idx="9698">
                  <c:v>0.11224537036468973</c:v>
                </c:pt>
                <c:pt idx="9699">
                  <c:v>0.11225694444146939</c:v>
                </c:pt>
                <c:pt idx="9700">
                  <c:v>0.11226851851824904</c:v>
                </c:pt>
                <c:pt idx="9701">
                  <c:v>0.11228009258775273</c:v>
                </c:pt>
                <c:pt idx="9702">
                  <c:v>0.11229166666453239</c:v>
                </c:pt>
                <c:pt idx="9703">
                  <c:v>0.11230324074131204</c:v>
                </c:pt>
                <c:pt idx="9704">
                  <c:v>0.11231481481081573</c:v>
                </c:pt>
                <c:pt idx="9705">
                  <c:v>0.11232638888759539</c:v>
                </c:pt>
                <c:pt idx="9706">
                  <c:v>0.11233796295709908</c:v>
                </c:pt>
                <c:pt idx="9707">
                  <c:v>0.11234953703387873</c:v>
                </c:pt>
                <c:pt idx="9708">
                  <c:v>0.11236111111065838</c:v>
                </c:pt>
                <c:pt idx="9709">
                  <c:v>0.11237268518016208</c:v>
                </c:pt>
                <c:pt idx="9710">
                  <c:v>0.11238425925694173</c:v>
                </c:pt>
                <c:pt idx="9711">
                  <c:v>0.11239583333372138</c:v>
                </c:pt>
                <c:pt idx="9712">
                  <c:v>0.11240740740322508</c:v>
                </c:pt>
                <c:pt idx="9713">
                  <c:v>0.11241898148000473</c:v>
                </c:pt>
                <c:pt idx="9714">
                  <c:v>0.11243055555678438</c:v>
                </c:pt>
                <c:pt idx="9715">
                  <c:v>0.11244212962628808</c:v>
                </c:pt>
                <c:pt idx="9716">
                  <c:v>0.11245370370306773</c:v>
                </c:pt>
                <c:pt idx="9717">
                  <c:v>0.11246527777257143</c:v>
                </c:pt>
                <c:pt idx="9718">
                  <c:v>0.11247685184935108</c:v>
                </c:pt>
                <c:pt idx="9719">
                  <c:v>0.11248842592613073</c:v>
                </c:pt>
                <c:pt idx="9720">
                  <c:v>0.11249999999563443</c:v>
                </c:pt>
                <c:pt idx="9721">
                  <c:v>0.11251157407241408</c:v>
                </c:pt>
                <c:pt idx="9722">
                  <c:v>0.11252314814919373</c:v>
                </c:pt>
                <c:pt idx="9723">
                  <c:v>0.11253472221869742</c:v>
                </c:pt>
                <c:pt idx="9724">
                  <c:v>0.11254629629547708</c:v>
                </c:pt>
                <c:pt idx="9725">
                  <c:v>0.11255787036498077</c:v>
                </c:pt>
                <c:pt idx="9726">
                  <c:v>0.11256944444176042</c:v>
                </c:pt>
                <c:pt idx="9727">
                  <c:v>0.11258101851854008</c:v>
                </c:pt>
                <c:pt idx="9728">
                  <c:v>0.11259259258804377</c:v>
                </c:pt>
                <c:pt idx="9729">
                  <c:v>0.11260416666482342</c:v>
                </c:pt>
                <c:pt idx="9730">
                  <c:v>0.11261574074160308</c:v>
                </c:pt>
                <c:pt idx="9731">
                  <c:v>0.11262731481110677</c:v>
                </c:pt>
                <c:pt idx="9732">
                  <c:v>0.11263888888788642</c:v>
                </c:pt>
                <c:pt idx="9733">
                  <c:v>0.11265046295739012</c:v>
                </c:pt>
                <c:pt idx="9734">
                  <c:v>0.11266203703416977</c:v>
                </c:pt>
                <c:pt idx="9735">
                  <c:v>0.11267361111094942</c:v>
                </c:pt>
                <c:pt idx="9736">
                  <c:v>0.11268518518045312</c:v>
                </c:pt>
                <c:pt idx="9737">
                  <c:v>0.11269675925723277</c:v>
                </c:pt>
                <c:pt idx="9738">
                  <c:v>0.11270833333401242</c:v>
                </c:pt>
                <c:pt idx="9739">
                  <c:v>0.11271990740351612</c:v>
                </c:pt>
                <c:pt idx="9740">
                  <c:v>0.11273148148029577</c:v>
                </c:pt>
                <c:pt idx="9741">
                  <c:v>0.11274305554979946</c:v>
                </c:pt>
                <c:pt idx="9742">
                  <c:v>0.11275462962657912</c:v>
                </c:pt>
                <c:pt idx="9743">
                  <c:v>0.11276620370335877</c:v>
                </c:pt>
                <c:pt idx="9744">
                  <c:v>0.11277777777286246</c:v>
                </c:pt>
                <c:pt idx="9745">
                  <c:v>0.11278935184964212</c:v>
                </c:pt>
                <c:pt idx="9746">
                  <c:v>0.11280092592642177</c:v>
                </c:pt>
                <c:pt idx="9747">
                  <c:v>0.11281249999592546</c:v>
                </c:pt>
                <c:pt idx="9748">
                  <c:v>0.11282407407270512</c:v>
                </c:pt>
                <c:pt idx="9749">
                  <c:v>0.11283564814948477</c:v>
                </c:pt>
                <c:pt idx="9750">
                  <c:v>0.11284722221898846</c:v>
                </c:pt>
                <c:pt idx="9751">
                  <c:v>0.11285879629576812</c:v>
                </c:pt>
                <c:pt idx="9752">
                  <c:v>0.11287037036527181</c:v>
                </c:pt>
                <c:pt idx="9753">
                  <c:v>0.11288194444205146</c:v>
                </c:pt>
                <c:pt idx="9754">
                  <c:v>0.11289351851883112</c:v>
                </c:pt>
                <c:pt idx="9755">
                  <c:v>0.11290509258833481</c:v>
                </c:pt>
                <c:pt idx="9756">
                  <c:v>0.11291666666511446</c:v>
                </c:pt>
                <c:pt idx="9757">
                  <c:v>0.11292824074189411</c:v>
                </c:pt>
                <c:pt idx="9758">
                  <c:v>0.11293981481139781</c:v>
                </c:pt>
                <c:pt idx="9759">
                  <c:v>0.11295138888817746</c:v>
                </c:pt>
                <c:pt idx="9760">
                  <c:v>0.11296296295768116</c:v>
                </c:pt>
                <c:pt idx="9761">
                  <c:v>0.11297453703446081</c:v>
                </c:pt>
                <c:pt idx="9762">
                  <c:v>0.11298611111124046</c:v>
                </c:pt>
                <c:pt idx="9763">
                  <c:v>0.11299768518074416</c:v>
                </c:pt>
                <c:pt idx="9764">
                  <c:v>0.11300925925752381</c:v>
                </c:pt>
                <c:pt idx="9765">
                  <c:v>0.11302083333430346</c:v>
                </c:pt>
                <c:pt idx="9766">
                  <c:v>0.11303240740380716</c:v>
                </c:pt>
                <c:pt idx="9767">
                  <c:v>0.11304398148058681</c:v>
                </c:pt>
                <c:pt idx="9768">
                  <c:v>0.1130555555500905</c:v>
                </c:pt>
                <c:pt idx="9769">
                  <c:v>0.11306712962687016</c:v>
                </c:pt>
                <c:pt idx="9770">
                  <c:v>0.11307870370364981</c:v>
                </c:pt>
                <c:pt idx="9771">
                  <c:v>0.1130902777731535</c:v>
                </c:pt>
                <c:pt idx="9772">
                  <c:v>0.11310185184993315</c:v>
                </c:pt>
                <c:pt idx="9773">
                  <c:v>0.11311342592671281</c:v>
                </c:pt>
                <c:pt idx="9774">
                  <c:v>0.1131249999962165</c:v>
                </c:pt>
                <c:pt idx="9775">
                  <c:v>0.11313657407299615</c:v>
                </c:pt>
                <c:pt idx="9776">
                  <c:v>0.11314814814249985</c:v>
                </c:pt>
                <c:pt idx="9777">
                  <c:v>0.1131597222192795</c:v>
                </c:pt>
                <c:pt idx="9778">
                  <c:v>0.11317129629605915</c:v>
                </c:pt>
                <c:pt idx="9779">
                  <c:v>0.11318287036556285</c:v>
                </c:pt>
                <c:pt idx="9780">
                  <c:v>0.1131944444423425</c:v>
                </c:pt>
                <c:pt idx="9781">
                  <c:v>0.11320601851912215</c:v>
                </c:pt>
                <c:pt idx="9782">
                  <c:v>0.11321759258862585</c:v>
                </c:pt>
                <c:pt idx="9783">
                  <c:v>0.1132291666654055</c:v>
                </c:pt>
                <c:pt idx="9784">
                  <c:v>0.1132407407349092</c:v>
                </c:pt>
                <c:pt idx="9785">
                  <c:v>0.11325231481168885</c:v>
                </c:pt>
                <c:pt idx="9786">
                  <c:v>0.1132638888884685</c:v>
                </c:pt>
                <c:pt idx="9787">
                  <c:v>0.11327546295797219</c:v>
                </c:pt>
                <c:pt idx="9788">
                  <c:v>0.11328703703475185</c:v>
                </c:pt>
                <c:pt idx="9789">
                  <c:v>0.1132986111115315</c:v>
                </c:pt>
                <c:pt idx="9790">
                  <c:v>0.11331018518103519</c:v>
                </c:pt>
                <c:pt idx="9791">
                  <c:v>0.11332175925781485</c:v>
                </c:pt>
                <c:pt idx="9792">
                  <c:v>0.1133333333345945</c:v>
                </c:pt>
                <c:pt idx="9793">
                  <c:v>0.11334490740409819</c:v>
                </c:pt>
                <c:pt idx="9794">
                  <c:v>0.11335648148087785</c:v>
                </c:pt>
                <c:pt idx="9795">
                  <c:v>0.11336805555038154</c:v>
                </c:pt>
                <c:pt idx="9796">
                  <c:v>0.11337962962716119</c:v>
                </c:pt>
                <c:pt idx="9797">
                  <c:v>0.11339120370394085</c:v>
                </c:pt>
                <c:pt idx="9798">
                  <c:v>0.11340277777344454</c:v>
                </c:pt>
                <c:pt idx="9799">
                  <c:v>0.11341435185022419</c:v>
                </c:pt>
                <c:pt idx="9800">
                  <c:v>0.11342592592700385</c:v>
                </c:pt>
                <c:pt idx="9801">
                  <c:v>0.11343749999650754</c:v>
                </c:pt>
                <c:pt idx="9802">
                  <c:v>0.11344907407328719</c:v>
                </c:pt>
                <c:pt idx="9803">
                  <c:v>0.11346064814279089</c:v>
                </c:pt>
                <c:pt idx="9804">
                  <c:v>0.11347222221957054</c:v>
                </c:pt>
                <c:pt idx="9805">
                  <c:v>0.11348379629635019</c:v>
                </c:pt>
                <c:pt idx="9806">
                  <c:v>0.11349537036585389</c:v>
                </c:pt>
                <c:pt idx="9807">
                  <c:v>0.11350694444263354</c:v>
                </c:pt>
                <c:pt idx="9808">
                  <c:v>0.11351851851941319</c:v>
                </c:pt>
                <c:pt idx="9809">
                  <c:v>0.11353009258891689</c:v>
                </c:pt>
                <c:pt idx="9810">
                  <c:v>0.11354166666569654</c:v>
                </c:pt>
                <c:pt idx="9811">
                  <c:v>0.11355324073520023</c:v>
                </c:pt>
                <c:pt idx="9812">
                  <c:v>0.11356481481197989</c:v>
                </c:pt>
                <c:pt idx="9813">
                  <c:v>0.11357638888875954</c:v>
                </c:pt>
                <c:pt idx="9814">
                  <c:v>0.11358796295826323</c:v>
                </c:pt>
                <c:pt idx="9815">
                  <c:v>0.11359953703504289</c:v>
                </c:pt>
                <c:pt idx="9816">
                  <c:v>0.11361111111182254</c:v>
                </c:pt>
                <c:pt idx="9817">
                  <c:v>0.11362268518132623</c:v>
                </c:pt>
                <c:pt idx="9818">
                  <c:v>0.11363425925810589</c:v>
                </c:pt>
                <c:pt idx="9819">
                  <c:v>0.11364583332760958</c:v>
                </c:pt>
                <c:pt idx="9820">
                  <c:v>0.11365740740438923</c:v>
                </c:pt>
                <c:pt idx="9821">
                  <c:v>0.11366898148116888</c:v>
                </c:pt>
                <c:pt idx="9822">
                  <c:v>0.11368055555067258</c:v>
                </c:pt>
                <c:pt idx="9823">
                  <c:v>0.11369212962745223</c:v>
                </c:pt>
                <c:pt idx="9824">
                  <c:v>0.11370370370423188</c:v>
                </c:pt>
                <c:pt idx="9825">
                  <c:v>0.11371527777373558</c:v>
                </c:pt>
                <c:pt idx="9826">
                  <c:v>0.11372685185051523</c:v>
                </c:pt>
                <c:pt idx="9827">
                  <c:v>0.11373842592001893</c:v>
                </c:pt>
                <c:pt idx="9828">
                  <c:v>0.11374999999679858</c:v>
                </c:pt>
                <c:pt idx="9829">
                  <c:v>0.11376157407357823</c:v>
                </c:pt>
                <c:pt idx="9830">
                  <c:v>0.11377314814308193</c:v>
                </c:pt>
                <c:pt idx="9831">
                  <c:v>0.11378472221986158</c:v>
                </c:pt>
                <c:pt idx="9832">
                  <c:v>0.11379629629664123</c:v>
                </c:pt>
                <c:pt idx="9833">
                  <c:v>0.11380787036614493</c:v>
                </c:pt>
                <c:pt idx="9834">
                  <c:v>0.11381944444292458</c:v>
                </c:pt>
                <c:pt idx="9835">
                  <c:v>0.11383101851970423</c:v>
                </c:pt>
                <c:pt idx="9836">
                  <c:v>0.11384259258920792</c:v>
                </c:pt>
                <c:pt idx="9837">
                  <c:v>0.11385416666598758</c:v>
                </c:pt>
                <c:pt idx="9838">
                  <c:v>0.11386574073549127</c:v>
                </c:pt>
                <c:pt idx="9839">
                  <c:v>0.11387731481227092</c:v>
                </c:pt>
                <c:pt idx="9840">
                  <c:v>0.11388888888905058</c:v>
                </c:pt>
                <c:pt idx="9841">
                  <c:v>0.11390046295855427</c:v>
                </c:pt>
                <c:pt idx="9842">
                  <c:v>0.11391203703533392</c:v>
                </c:pt>
                <c:pt idx="9843">
                  <c:v>0.11392361111211358</c:v>
                </c:pt>
                <c:pt idx="9844">
                  <c:v>0.11393518518161727</c:v>
                </c:pt>
                <c:pt idx="9845">
                  <c:v>0.11394675925839692</c:v>
                </c:pt>
                <c:pt idx="9846">
                  <c:v>0.11395833332790062</c:v>
                </c:pt>
                <c:pt idx="9847">
                  <c:v>0.11396990740468027</c:v>
                </c:pt>
                <c:pt idx="9848">
                  <c:v>0.11398148148145992</c:v>
                </c:pt>
                <c:pt idx="9849">
                  <c:v>0.11399305555096362</c:v>
                </c:pt>
                <c:pt idx="9850">
                  <c:v>0.11400462962774327</c:v>
                </c:pt>
                <c:pt idx="9851">
                  <c:v>0.11401620370452292</c:v>
                </c:pt>
                <c:pt idx="9852">
                  <c:v>0.11402777777402662</c:v>
                </c:pt>
                <c:pt idx="9853">
                  <c:v>0.11403935185080627</c:v>
                </c:pt>
                <c:pt idx="9854">
                  <c:v>0.11405092592030996</c:v>
                </c:pt>
                <c:pt idx="9855">
                  <c:v>0.11406249999708962</c:v>
                </c:pt>
                <c:pt idx="9856">
                  <c:v>0.11407407407386927</c:v>
                </c:pt>
                <c:pt idx="9857">
                  <c:v>0.11408564814337296</c:v>
                </c:pt>
                <c:pt idx="9858">
                  <c:v>0.11409722222015262</c:v>
                </c:pt>
                <c:pt idx="9859">
                  <c:v>0.11410879629693227</c:v>
                </c:pt>
                <c:pt idx="9860">
                  <c:v>0.11412037036643596</c:v>
                </c:pt>
                <c:pt idx="9861">
                  <c:v>0.11413194444321562</c:v>
                </c:pt>
                <c:pt idx="9862">
                  <c:v>0.11414351851271931</c:v>
                </c:pt>
                <c:pt idx="9863">
                  <c:v>0.11415509258949896</c:v>
                </c:pt>
                <c:pt idx="9864">
                  <c:v>0.11416666666627862</c:v>
                </c:pt>
                <c:pt idx="9865">
                  <c:v>0.11417824073578231</c:v>
                </c:pt>
                <c:pt idx="9866">
                  <c:v>0.11418981481256196</c:v>
                </c:pt>
                <c:pt idx="9867">
                  <c:v>0.11420138888934162</c:v>
                </c:pt>
                <c:pt idx="9868">
                  <c:v>0.11421296295884531</c:v>
                </c:pt>
                <c:pt idx="9869">
                  <c:v>0.11422453703562496</c:v>
                </c:pt>
                <c:pt idx="9870">
                  <c:v>0.11423611111240461</c:v>
                </c:pt>
                <c:pt idx="9871">
                  <c:v>0.11424768518190831</c:v>
                </c:pt>
                <c:pt idx="9872">
                  <c:v>0.11425925925868796</c:v>
                </c:pt>
                <c:pt idx="9873">
                  <c:v>0.11427083332819166</c:v>
                </c:pt>
                <c:pt idx="9874">
                  <c:v>0.11428240740497131</c:v>
                </c:pt>
                <c:pt idx="9875">
                  <c:v>0.11429398148175096</c:v>
                </c:pt>
                <c:pt idx="9876">
                  <c:v>0.11430555555125466</c:v>
                </c:pt>
                <c:pt idx="9877">
                  <c:v>0.11431712962803431</c:v>
                </c:pt>
                <c:pt idx="9878">
                  <c:v>0.11432870370481396</c:v>
                </c:pt>
                <c:pt idx="9879">
                  <c:v>0.11434027777431766</c:v>
                </c:pt>
                <c:pt idx="9880">
                  <c:v>0.11435185185109731</c:v>
                </c:pt>
                <c:pt idx="9881">
                  <c:v>0.114363425920601</c:v>
                </c:pt>
                <c:pt idx="9882">
                  <c:v>0.11437499999738066</c:v>
                </c:pt>
                <c:pt idx="9883">
                  <c:v>0.11438657407416031</c:v>
                </c:pt>
                <c:pt idx="9884">
                  <c:v>0.114398148143664</c:v>
                </c:pt>
                <c:pt idx="9885">
                  <c:v>0.11440972222044365</c:v>
                </c:pt>
                <c:pt idx="9886">
                  <c:v>0.11442129629722331</c:v>
                </c:pt>
                <c:pt idx="9887">
                  <c:v>0.114432870366727</c:v>
                </c:pt>
                <c:pt idx="9888">
                  <c:v>0.11444444444350665</c:v>
                </c:pt>
                <c:pt idx="9889">
                  <c:v>0.11445601851301035</c:v>
                </c:pt>
                <c:pt idx="9890">
                  <c:v>0.11446759258979</c:v>
                </c:pt>
                <c:pt idx="9891">
                  <c:v>0.11447916666656965</c:v>
                </c:pt>
                <c:pt idx="9892">
                  <c:v>0.11449074073607335</c:v>
                </c:pt>
                <c:pt idx="9893">
                  <c:v>0.114502314812853</c:v>
                </c:pt>
                <c:pt idx="9894">
                  <c:v>0.11451388888963265</c:v>
                </c:pt>
                <c:pt idx="9895">
                  <c:v>0.11452546295913635</c:v>
                </c:pt>
                <c:pt idx="9896">
                  <c:v>0.114537037035916</c:v>
                </c:pt>
                <c:pt idx="9897">
                  <c:v>0.1145486111054197</c:v>
                </c:pt>
                <c:pt idx="9898">
                  <c:v>0.11456018518219935</c:v>
                </c:pt>
                <c:pt idx="9899">
                  <c:v>0.114571759258979</c:v>
                </c:pt>
                <c:pt idx="9900">
                  <c:v>0.11458333332848269</c:v>
                </c:pt>
                <c:pt idx="9901">
                  <c:v>0.11459490740526235</c:v>
                </c:pt>
                <c:pt idx="9902">
                  <c:v>0.114606481482042</c:v>
                </c:pt>
                <c:pt idx="9903">
                  <c:v>0.11461805555154569</c:v>
                </c:pt>
                <c:pt idx="9904">
                  <c:v>0.11462962962832535</c:v>
                </c:pt>
                <c:pt idx="9905">
                  <c:v>0.11464120369782904</c:v>
                </c:pt>
                <c:pt idx="9906">
                  <c:v>0.11465277777460869</c:v>
                </c:pt>
                <c:pt idx="9907">
                  <c:v>0.11466435185138835</c:v>
                </c:pt>
                <c:pt idx="9908">
                  <c:v>0.11467592592089204</c:v>
                </c:pt>
                <c:pt idx="9909">
                  <c:v>0.11468749999767169</c:v>
                </c:pt>
                <c:pt idx="9910">
                  <c:v>0.11469907407445135</c:v>
                </c:pt>
                <c:pt idx="9911">
                  <c:v>0.11471064814395504</c:v>
                </c:pt>
                <c:pt idx="9912">
                  <c:v>0.11472222222073469</c:v>
                </c:pt>
                <c:pt idx="9913">
                  <c:v>0.11473379629751435</c:v>
                </c:pt>
                <c:pt idx="9914">
                  <c:v>0.11474537036701804</c:v>
                </c:pt>
                <c:pt idx="9915">
                  <c:v>0.11475694444379769</c:v>
                </c:pt>
                <c:pt idx="9916">
                  <c:v>0.11476851851330139</c:v>
                </c:pt>
                <c:pt idx="9917">
                  <c:v>0.11478009259008104</c:v>
                </c:pt>
                <c:pt idx="9918">
                  <c:v>0.11479166666686069</c:v>
                </c:pt>
                <c:pt idx="9919">
                  <c:v>0.11480324073636439</c:v>
                </c:pt>
                <c:pt idx="9920">
                  <c:v>0.11481481481314404</c:v>
                </c:pt>
                <c:pt idx="9921">
                  <c:v>0.11482638888992369</c:v>
                </c:pt>
                <c:pt idx="9922">
                  <c:v>0.11483796295942739</c:v>
                </c:pt>
                <c:pt idx="9923">
                  <c:v>0.11484953703620704</c:v>
                </c:pt>
                <c:pt idx="9924">
                  <c:v>0.11486111110571073</c:v>
                </c:pt>
                <c:pt idx="9925">
                  <c:v>0.11487268518249039</c:v>
                </c:pt>
                <c:pt idx="9926">
                  <c:v>0.11488425925927004</c:v>
                </c:pt>
                <c:pt idx="9927">
                  <c:v>0.11489583332877373</c:v>
                </c:pt>
                <c:pt idx="9928">
                  <c:v>0.11490740740555339</c:v>
                </c:pt>
                <c:pt idx="9929">
                  <c:v>0.11491898148233304</c:v>
                </c:pt>
                <c:pt idx="9930">
                  <c:v>0.11493055555183673</c:v>
                </c:pt>
                <c:pt idx="9931">
                  <c:v>0.11494212962861639</c:v>
                </c:pt>
                <c:pt idx="9932">
                  <c:v>0.11495370369812008</c:v>
                </c:pt>
                <c:pt idx="9933">
                  <c:v>0.11496527777489973</c:v>
                </c:pt>
                <c:pt idx="9934">
                  <c:v>0.11497685185167938</c:v>
                </c:pt>
                <c:pt idx="9935">
                  <c:v>0.11498842592118308</c:v>
                </c:pt>
                <c:pt idx="9936">
                  <c:v>0.11499999999796273</c:v>
                </c:pt>
                <c:pt idx="9937">
                  <c:v>0.11501157407474238</c:v>
                </c:pt>
                <c:pt idx="9938">
                  <c:v>0.11502314814424608</c:v>
                </c:pt>
                <c:pt idx="9939">
                  <c:v>0.11503472222102573</c:v>
                </c:pt>
                <c:pt idx="9940">
                  <c:v>0.11504629629052943</c:v>
                </c:pt>
                <c:pt idx="9941">
                  <c:v>0.11505787036730908</c:v>
                </c:pt>
                <c:pt idx="9942">
                  <c:v>0.11506944444408873</c:v>
                </c:pt>
                <c:pt idx="9943">
                  <c:v>0.11508101851359243</c:v>
                </c:pt>
                <c:pt idx="9944">
                  <c:v>0.11509259259037208</c:v>
                </c:pt>
                <c:pt idx="9945">
                  <c:v>0.11510416666715173</c:v>
                </c:pt>
                <c:pt idx="9946">
                  <c:v>0.11511574073665543</c:v>
                </c:pt>
                <c:pt idx="9947">
                  <c:v>0.11512731481343508</c:v>
                </c:pt>
                <c:pt idx="9948">
                  <c:v>0.11513888889021473</c:v>
                </c:pt>
                <c:pt idx="9949">
                  <c:v>0.11515046295971842</c:v>
                </c:pt>
                <c:pt idx="9950">
                  <c:v>0.11516203703649808</c:v>
                </c:pt>
                <c:pt idx="9951">
                  <c:v>0.11517361110600177</c:v>
                </c:pt>
                <c:pt idx="9952">
                  <c:v>0.11518518518278142</c:v>
                </c:pt>
                <c:pt idx="9953">
                  <c:v>0.11519675925956108</c:v>
                </c:pt>
                <c:pt idx="9954">
                  <c:v>0.11520833332906477</c:v>
                </c:pt>
                <c:pt idx="9955">
                  <c:v>0.11521990740584442</c:v>
                </c:pt>
                <c:pt idx="9956">
                  <c:v>0.11523148148262408</c:v>
                </c:pt>
                <c:pt idx="9957">
                  <c:v>0.11524305555212777</c:v>
                </c:pt>
                <c:pt idx="9958">
                  <c:v>0.11525462962890742</c:v>
                </c:pt>
                <c:pt idx="9959">
                  <c:v>0.11526620369841112</c:v>
                </c:pt>
                <c:pt idx="9960">
                  <c:v>0.11527777777519077</c:v>
                </c:pt>
                <c:pt idx="9961">
                  <c:v>0.11528935185197042</c:v>
                </c:pt>
                <c:pt idx="9962">
                  <c:v>0.11530092592147412</c:v>
                </c:pt>
                <c:pt idx="9963">
                  <c:v>0.11531249999825377</c:v>
                </c:pt>
                <c:pt idx="9964">
                  <c:v>0.11532407407503342</c:v>
                </c:pt>
                <c:pt idx="9965">
                  <c:v>0.11533564814453712</c:v>
                </c:pt>
                <c:pt idx="9966">
                  <c:v>0.11534722222131677</c:v>
                </c:pt>
                <c:pt idx="9967">
                  <c:v>0.11535879629082046</c:v>
                </c:pt>
                <c:pt idx="9968">
                  <c:v>0.11537037036760012</c:v>
                </c:pt>
                <c:pt idx="9969">
                  <c:v>0.11538194444437977</c:v>
                </c:pt>
                <c:pt idx="9970">
                  <c:v>0.11539351851388346</c:v>
                </c:pt>
                <c:pt idx="9971">
                  <c:v>0.11540509259066312</c:v>
                </c:pt>
                <c:pt idx="9972">
                  <c:v>0.11541666666744277</c:v>
                </c:pt>
                <c:pt idx="9973">
                  <c:v>0.11542824073694646</c:v>
                </c:pt>
                <c:pt idx="9974">
                  <c:v>0.11543981481372612</c:v>
                </c:pt>
                <c:pt idx="9975">
                  <c:v>0.11545138888322981</c:v>
                </c:pt>
                <c:pt idx="9976">
                  <c:v>0.11546296296000946</c:v>
                </c:pt>
                <c:pt idx="9977">
                  <c:v>0.11547453703678912</c:v>
                </c:pt>
                <c:pt idx="9978">
                  <c:v>0.11548611110629281</c:v>
                </c:pt>
                <c:pt idx="9979">
                  <c:v>0.11549768518307246</c:v>
                </c:pt>
                <c:pt idx="9980">
                  <c:v>0.11550925925985212</c:v>
                </c:pt>
                <c:pt idx="9981">
                  <c:v>0.11552083332935581</c:v>
                </c:pt>
                <c:pt idx="9982">
                  <c:v>0.11553240740613546</c:v>
                </c:pt>
                <c:pt idx="9983">
                  <c:v>0.11554398147563916</c:v>
                </c:pt>
                <c:pt idx="9984">
                  <c:v>0.11555555555241881</c:v>
                </c:pt>
                <c:pt idx="9985">
                  <c:v>0.11556712962919846</c:v>
                </c:pt>
                <c:pt idx="9986">
                  <c:v>0.11557870369870216</c:v>
                </c:pt>
                <c:pt idx="9987">
                  <c:v>0.11559027777548181</c:v>
                </c:pt>
                <c:pt idx="9988">
                  <c:v>0.11560185185226146</c:v>
                </c:pt>
                <c:pt idx="9989">
                  <c:v>0.11561342592176516</c:v>
                </c:pt>
                <c:pt idx="9990">
                  <c:v>0.11562499999854481</c:v>
                </c:pt>
                <c:pt idx="9991">
                  <c:v>0.11563657407532446</c:v>
                </c:pt>
                <c:pt idx="9992">
                  <c:v>0.11564814814482816</c:v>
                </c:pt>
                <c:pt idx="9993">
                  <c:v>0.11565972222160781</c:v>
                </c:pt>
                <c:pt idx="9994">
                  <c:v>0.1156712962911115</c:v>
                </c:pt>
                <c:pt idx="9995">
                  <c:v>0.11568287036789116</c:v>
                </c:pt>
                <c:pt idx="9996">
                  <c:v>0.11569444444467081</c:v>
                </c:pt>
                <c:pt idx="9997">
                  <c:v>0.1157060185141745</c:v>
                </c:pt>
                <c:pt idx="9998">
                  <c:v>0.11571759259095415</c:v>
                </c:pt>
                <c:pt idx="9999">
                  <c:v>0.11572916666773381</c:v>
                </c:pt>
                <c:pt idx="10000">
                  <c:v>0.1157407407372375</c:v>
                </c:pt>
                <c:pt idx="10001">
                  <c:v>0.11575231481401715</c:v>
                </c:pt>
                <c:pt idx="10002">
                  <c:v>0.11576388888352085</c:v>
                </c:pt>
                <c:pt idx="10003">
                  <c:v>0.1157754629603005</c:v>
                </c:pt>
                <c:pt idx="10004">
                  <c:v>0.11578703703708015</c:v>
                </c:pt>
                <c:pt idx="10005">
                  <c:v>0.11579861110658385</c:v>
                </c:pt>
                <c:pt idx="10006">
                  <c:v>0.1158101851833635</c:v>
                </c:pt>
                <c:pt idx="10007">
                  <c:v>0.11582175926014315</c:v>
                </c:pt>
                <c:pt idx="10008">
                  <c:v>0.11583333332964685</c:v>
                </c:pt>
                <c:pt idx="10009">
                  <c:v>0.1158449074064265</c:v>
                </c:pt>
                <c:pt idx="10010">
                  <c:v>0.1158564814759302</c:v>
                </c:pt>
                <c:pt idx="10011">
                  <c:v>0.11586805555270985</c:v>
                </c:pt>
                <c:pt idx="10012">
                  <c:v>0.1158796296294895</c:v>
                </c:pt>
                <c:pt idx="10013">
                  <c:v>0.11589120369899319</c:v>
                </c:pt>
                <c:pt idx="10014">
                  <c:v>0.11590277777577285</c:v>
                </c:pt>
                <c:pt idx="10015">
                  <c:v>0.1159143518525525</c:v>
                </c:pt>
                <c:pt idx="10016">
                  <c:v>0.11592592592205619</c:v>
                </c:pt>
                <c:pt idx="10017">
                  <c:v>0.11593749999883585</c:v>
                </c:pt>
                <c:pt idx="10018">
                  <c:v>0.11594907406833954</c:v>
                </c:pt>
                <c:pt idx="10019">
                  <c:v>0.11596064814511919</c:v>
                </c:pt>
                <c:pt idx="10020">
                  <c:v>0.11597222222189885</c:v>
                </c:pt>
                <c:pt idx="10021">
                  <c:v>0.11598379629140254</c:v>
                </c:pt>
                <c:pt idx="10022">
                  <c:v>0.11599537036818219</c:v>
                </c:pt>
                <c:pt idx="10023">
                  <c:v>0.11600694444496185</c:v>
                </c:pt>
                <c:pt idx="10024">
                  <c:v>0.11601851851446554</c:v>
                </c:pt>
                <c:pt idx="10025">
                  <c:v>0.11603009259124519</c:v>
                </c:pt>
                <c:pt idx="10026">
                  <c:v>0.11604166666074889</c:v>
                </c:pt>
                <c:pt idx="10027">
                  <c:v>0.11605324073752854</c:v>
                </c:pt>
                <c:pt idx="10028">
                  <c:v>0.11606481481430819</c:v>
                </c:pt>
                <c:pt idx="10029">
                  <c:v>0.11607638888381189</c:v>
                </c:pt>
                <c:pt idx="10030">
                  <c:v>0.11608796296059154</c:v>
                </c:pt>
                <c:pt idx="10031">
                  <c:v>0.11609953703737119</c:v>
                </c:pt>
                <c:pt idx="10032">
                  <c:v>0.11611111110687489</c:v>
                </c:pt>
                <c:pt idx="10033">
                  <c:v>0.11612268518365454</c:v>
                </c:pt>
                <c:pt idx="10034">
                  <c:v>0.11613425926043419</c:v>
                </c:pt>
                <c:pt idx="10035">
                  <c:v>0.11614583332993789</c:v>
                </c:pt>
                <c:pt idx="10036">
                  <c:v>0.11615740740671754</c:v>
                </c:pt>
                <c:pt idx="10037">
                  <c:v>0.11616898147622123</c:v>
                </c:pt>
                <c:pt idx="10038">
                  <c:v>0.11618055555300089</c:v>
                </c:pt>
                <c:pt idx="10039">
                  <c:v>0.11619212962978054</c:v>
                </c:pt>
                <c:pt idx="10040">
                  <c:v>0.11620370369928423</c:v>
                </c:pt>
                <c:pt idx="10041">
                  <c:v>0.11621527777606389</c:v>
                </c:pt>
                <c:pt idx="10042">
                  <c:v>0.11622685185284354</c:v>
                </c:pt>
                <c:pt idx="10043">
                  <c:v>0.11623842592234723</c:v>
                </c:pt>
                <c:pt idx="10044">
                  <c:v>0.11624999999912689</c:v>
                </c:pt>
                <c:pt idx="10045">
                  <c:v>0.11626157406863058</c:v>
                </c:pt>
                <c:pt idx="10046">
                  <c:v>0.11627314814541023</c:v>
                </c:pt>
                <c:pt idx="10047">
                  <c:v>0.11628472222218988</c:v>
                </c:pt>
                <c:pt idx="10048">
                  <c:v>0.11629629629169358</c:v>
                </c:pt>
                <c:pt idx="10049">
                  <c:v>0.11630787036847323</c:v>
                </c:pt>
                <c:pt idx="10050">
                  <c:v>0.11631944444525288</c:v>
                </c:pt>
                <c:pt idx="10051">
                  <c:v>0.11633101851475658</c:v>
                </c:pt>
                <c:pt idx="10052">
                  <c:v>0.11634259259153623</c:v>
                </c:pt>
                <c:pt idx="10053">
                  <c:v>0.11635416666103993</c:v>
                </c:pt>
                <c:pt idx="10054">
                  <c:v>0.11636574073781958</c:v>
                </c:pt>
                <c:pt idx="10055">
                  <c:v>0.11637731481459923</c:v>
                </c:pt>
                <c:pt idx="10056">
                  <c:v>0.11638888888410293</c:v>
                </c:pt>
                <c:pt idx="10057">
                  <c:v>0.11640046296088258</c:v>
                </c:pt>
                <c:pt idx="10058">
                  <c:v>0.11641203703766223</c:v>
                </c:pt>
                <c:pt idx="10059">
                  <c:v>0.11642361110716593</c:v>
                </c:pt>
                <c:pt idx="10060">
                  <c:v>0.11643518518394558</c:v>
                </c:pt>
                <c:pt idx="10061">
                  <c:v>0.11644675925344927</c:v>
                </c:pt>
                <c:pt idx="10062">
                  <c:v>0.11645833333022892</c:v>
                </c:pt>
                <c:pt idx="10063">
                  <c:v>0.11646990740700858</c:v>
                </c:pt>
                <c:pt idx="10064">
                  <c:v>0.11648148147651227</c:v>
                </c:pt>
                <c:pt idx="10065">
                  <c:v>0.11649305555329192</c:v>
                </c:pt>
                <c:pt idx="10066">
                  <c:v>0.11650462963007158</c:v>
                </c:pt>
                <c:pt idx="10067">
                  <c:v>0.11651620369957527</c:v>
                </c:pt>
                <c:pt idx="10068">
                  <c:v>0.11652777777635492</c:v>
                </c:pt>
                <c:pt idx="10069">
                  <c:v>0.11653935185313458</c:v>
                </c:pt>
                <c:pt idx="10070">
                  <c:v>0.11655092592263827</c:v>
                </c:pt>
                <c:pt idx="10071">
                  <c:v>0.11656249999941792</c:v>
                </c:pt>
                <c:pt idx="10072">
                  <c:v>0.11657407406892162</c:v>
                </c:pt>
                <c:pt idx="10073">
                  <c:v>0.11658564814570127</c:v>
                </c:pt>
                <c:pt idx="10074">
                  <c:v>0.11659722222248092</c:v>
                </c:pt>
                <c:pt idx="10075">
                  <c:v>0.11660879629198462</c:v>
                </c:pt>
                <c:pt idx="10076">
                  <c:v>0.11662037036876427</c:v>
                </c:pt>
                <c:pt idx="10077">
                  <c:v>0.11663194444554392</c:v>
                </c:pt>
                <c:pt idx="10078">
                  <c:v>0.11664351851504762</c:v>
                </c:pt>
                <c:pt idx="10079">
                  <c:v>0.11665509259182727</c:v>
                </c:pt>
                <c:pt idx="10080">
                  <c:v>0.11666666666133096</c:v>
                </c:pt>
                <c:pt idx="10081">
                  <c:v>0.11667824073811062</c:v>
                </c:pt>
                <c:pt idx="10082">
                  <c:v>0.11668981481489027</c:v>
                </c:pt>
                <c:pt idx="10083">
                  <c:v>0.11670138888439396</c:v>
                </c:pt>
                <c:pt idx="10084">
                  <c:v>0.11671296296117362</c:v>
                </c:pt>
                <c:pt idx="10085">
                  <c:v>0.11672453703795327</c:v>
                </c:pt>
                <c:pt idx="10086">
                  <c:v>0.11673611110745696</c:v>
                </c:pt>
                <c:pt idx="10087">
                  <c:v>0.11674768518423662</c:v>
                </c:pt>
                <c:pt idx="10088">
                  <c:v>0.11675925925374031</c:v>
                </c:pt>
                <c:pt idx="10089">
                  <c:v>0.11677083333051996</c:v>
                </c:pt>
                <c:pt idx="10090">
                  <c:v>0.11678240740729962</c:v>
                </c:pt>
                <c:pt idx="10091">
                  <c:v>0.11679398147680331</c:v>
                </c:pt>
                <c:pt idx="10092">
                  <c:v>0.11680555555358296</c:v>
                </c:pt>
                <c:pt idx="10093">
                  <c:v>0.11681712963036261</c:v>
                </c:pt>
                <c:pt idx="10094">
                  <c:v>0.11682870369986631</c:v>
                </c:pt>
                <c:pt idx="10095">
                  <c:v>0.11684027777664596</c:v>
                </c:pt>
                <c:pt idx="10096">
                  <c:v>0.11685185184614966</c:v>
                </c:pt>
                <c:pt idx="10097">
                  <c:v>0.11686342592292931</c:v>
                </c:pt>
                <c:pt idx="10098">
                  <c:v>0.11687499999970896</c:v>
                </c:pt>
                <c:pt idx="10099">
                  <c:v>0.11688657406921266</c:v>
                </c:pt>
                <c:pt idx="10100">
                  <c:v>0.11689814814599231</c:v>
                </c:pt>
                <c:pt idx="10101">
                  <c:v>0.11690972222277196</c:v>
                </c:pt>
                <c:pt idx="10102">
                  <c:v>0.11692129629227566</c:v>
                </c:pt>
                <c:pt idx="10103">
                  <c:v>0.11693287036905531</c:v>
                </c:pt>
                <c:pt idx="10104">
                  <c:v>0.116944444438559</c:v>
                </c:pt>
                <c:pt idx="10105">
                  <c:v>0.11695601851533866</c:v>
                </c:pt>
                <c:pt idx="10106">
                  <c:v>0.11696759259211831</c:v>
                </c:pt>
                <c:pt idx="10107">
                  <c:v>0.116979166661622</c:v>
                </c:pt>
                <c:pt idx="10108">
                  <c:v>0.11699074073840166</c:v>
                </c:pt>
                <c:pt idx="10109">
                  <c:v>0.11700231481518131</c:v>
                </c:pt>
                <c:pt idx="10110">
                  <c:v>0.117013888884685</c:v>
                </c:pt>
                <c:pt idx="10111">
                  <c:v>0.11702546296146465</c:v>
                </c:pt>
                <c:pt idx="10112">
                  <c:v>0.11703703703824431</c:v>
                </c:pt>
                <c:pt idx="10113">
                  <c:v>0.117048611107748</c:v>
                </c:pt>
                <c:pt idx="10114">
                  <c:v>0.11706018518452765</c:v>
                </c:pt>
                <c:pt idx="10115">
                  <c:v>0.11707175925403135</c:v>
                </c:pt>
                <c:pt idx="10116">
                  <c:v>0.117083333330811</c:v>
                </c:pt>
                <c:pt idx="10117">
                  <c:v>0.11709490740759065</c:v>
                </c:pt>
                <c:pt idx="10118">
                  <c:v>0.11710648147709435</c:v>
                </c:pt>
                <c:pt idx="10119">
                  <c:v>0.117118055553874</c:v>
                </c:pt>
                <c:pt idx="10120">
                  <c:v>0.11712962963065365</c:v>
                </c:pt>
                <c:pt idx="10121">
                  <c:v>0.11714120370015735</c:v>
                </c:pt>
                <c:pt idx="10122">
                  <c:v>0.117152777776937</c:v>
                </c:pt>
                <c:pt idx="10123">
                  <c:v>0.1171643518464407</c:v>
                </c:pt>
                <c:pt idx="10124">
                  <c:v>0.11717592592322035</c:v>
                </c:pt>
                <c:pt idx="10125">
                  <c:v>0.1171875</c:v>
                </c:pt>
                <c:pt idx="10126">
                  <c:v>0.11719907406950369</c:v>
                </c:pt>
                <c:pt idx="10127">
                  <c:v>0.11721064814628335</c:v>
                </c:pt>
                <c:pt idx="10128">
                  <c:v>0.117222222223063</c:v>
                </c:pt>
                <c:pt idx="10129">
                  <c:v>0.11723379629256669</c:v>
                </c:pt>
                <c:pt idx="10130">
                  <c:v>0.11724537036934635</c:v>
                </c:pt>
                <c:pt idx="10131">
                  <c:v>0.11725694443885004</c:v>
                </c:pt>
                <c:pt idx="10132">
                  <c:v>0.11726851851562969</c:v>
                </c:pt>
                <c:pt idx="10133">
                  <c:v>0.11728009259240935</c:v>
                </c:pt>
                <c:pt idx="10134">
                  <c:v>0.11729166666191304</c:v>
                </c:pt>
                <c:pt idx="10135">
                  <c:v>0.11730324073869269</c:v>
                </c:pt>
                <c:pt idx="10136">
                  <c:v>0.11731481481547235</c:v>
                </c:pt>
                <c:pt idx="10137">
                  <c:v>0.11732638888497604</c:v>
                </c:pt>
                <c:pt idx="10138">
                  <c:v>0.11733796296175569</c:v>
                </c:pt>
                <c:pt idx="10139">
                  <c:v>0.11734953703125939</c:v>
                </c:pt>
                <c:pt idx="10140">
                  <c:v>0.11736111110803904</c:v>
                </c:pt>
                <c:pt idx="10141">
                  <c:v>0.11737268518481869</c:v>
                </c:pt>
                <c:pt idx="10142">
                  <c:v>0.11738425925432239</c:v>
                </c:pt>
                <c:pt idx="10143">
                  <c:v>0.11739583333110204</c:v>
                </c:pt>
                <c:pt idx="10144">
                  <c:v>0.11740740740788169</c:v>
                </c:pt>
                <c:pt idx="10145">
                  <c:v>0.11741898147738539</c:v>
                </c:pt>
                <c:pt idx="10146">
                  <c:v>0.11743055555416504</c:v>
                </c:pt>
                <c:pt idx="10147">
                  <c:v>0.11744212963094469</c:v>
                </c:pt>
                <c:pt idx="10148">
                  <c:v>0.11745370370044839</c:v>
                </c:pt>
                <c:pt idx="10149">
                  <c:v>0.11746527777722804</c:v>
                </c:pt>
                <c:pt idx="10150">
                  <c:v>0.11747685184673173</c:v>
                </c:pt>
                <c:pt idx="10151">
                  <c:v>0.11748842592351139</c:v>
                </c:pt>
                <c:pt idx="10152">
                  <c:v>0.11750000000029104</c:v>
                </c:pt>
                <c:pt idx="10153">
                  <c:v>0.11751157406979473</c:v>
                </c:pt>
                <c:pt idx="10154">
                  <c:v>0.11752314814657439</c:v>
                </c:pt>
                <c:pt idx="10155">
                  <c:v>0.11753472222335404</c:v>
                </c:pt>
                <c:pt idx="10156">
                  <c:v>0.11754629629285773</c:v>
                </c:pt>
                <c:pt idx="10157">
                  <c:v>0.11755787036963739</c:v>
                </c:pt>
                <c:pt idx="10158">
                  <c:v>0.11756944443914108</c:v>
                </c:pt>
                <c:pt idx="10159">
                  <c:v>0.11758101851592073</c:v>
                </c:pt>
                <c:pt idx="10160">
                  <c:v>0.11759259259270038</c:v>
                </c:pt>
                <c:pt idx="10161">
                  <c:v>0.11760416666220408</c:v>
                </c:pt>
                <c:pt idx="10162">
                  <c:v>0.11761574073898373</c:v>
                </c:pt>
                <c:pt idx="10163">
                  <c:v>0.11762731481576338</c:v>
                </c:pt>
                <c:pt idx="10164">
                  <c:v>0.11763888888526708</c:v>
                </c:pt>
                <c:pt idx="10165">
                  <c:v>0.11765046296204673</c:v>
                </c:pt>
                <c:pt idx="10166">
                  <c:v>0.11766203703155043</c:v>
                </c:pt>
                <c:pt idx="10167">
                  <c:v>0.11767361110833008</c:v>
                </c:pt>
                <c:pt idx="10168">
                  <c:v>0.11768518518510973</c:v>
                </c:pt>
                <c:pt idx="10169">
                  <c:v>0.11769675925461343</c:v>
                </c:pt>
                <c:pt idx="10170">
                  <c:v>0.11770833333139308</c:v>
                </c:pt>
                <c:pt idx="10171">
                  <c:v>0.11771990740817273</c:v>
                </c:pt>
                <c:pt idx="10172">
                  <c:v>0.11773148147767643</c:v>
                </c:pt>
                <c:pt idx="10173">
                  <c:v>0.11774305555445608</c:v>
                </c:pt>
                <c:pt idx="10174">
                  <c:v>0.11775462962395977</c:v>
                </c:pt>
                <c:pt idx="10175">
                  <c:v>0.11776620370073942</c:v>
                </c:pt>
                <c:pt idx="10176">
                  <c:v>0.11777777777751908</c:v>
                </c:pt>
                <c:pt idx="10177">
                  <c:v>0.11778935184702277</c:v>
                </c:pt>
                <c:pt idx="10178">
                  <c:v>0.11780092592380242</c:v>
                </c:pt>
                <c:pt idx="10179">
                  <c:v>0.11781250000058208</c:v>
                </c:pt>
                <c:pt idx="10180">
                  <c:v>0.11782407407008577</c:v>
                </c:pt>
                <c:pt idx="10181">
                  <c:v>0.11783564814686542</c:v>
                </c:pt>
                <c:pt idx="10182">
                  <c:v>0.11784722221636912</c:v>
                </c:pt>
                <c:pt idx="10183">
                  <c:v>0.11785879629314877</c:v>
                </c:pt>
                <c:pt idx="10184">
                  <c:v>0.11787037036992842</c:v>
                </c:pt>
                <c:pt idx="10185">
                  <c:v>0.11788194443943212</c:v>
                </c:pt>
                <c:pt idx="10186">
                  <c:v>0.11789351851621177</c:v>
                </c:pt>
                <c:pt idx="10187">
                  <c:v>0.11790509259299142</c:v>
                </c:pt>
                <c:pt idx="10188">
                  <c:v>0.11791666666249512</c:v>
                </c:pt>
                <c:pt idx="10189">
                  <c:v>0.11792824073927477</c:v>
                </c:pt>
                <c:pt idx="10190">
                  <c:v>0.11793981481605442</c:v>
                </c:pt>
                <c:pt idx="10191">
                  <c:v>0.11795138888555812</c:v>
                </c:pt>
                <c:pt idx="10192">
                  <c:v>0.11796296296233777</c:v>
                </c:pt>
                <c:pt idx="10193">
                  <c:v>0.11797453703184146</c:v>
                </c:pt>
                <c:pt idx="10194">
                  <c:v>0.11798611110862112</c:v>
                </c:pt>
                <c:pt idx="10195">
                  <c:v>0.11799768518540077</c:v>
                </c:pt>
                <c:pt idx="10196">
                  <c:v>0.11800925925490446</c:v>
                </c:pt>
                <c:pt idx="10197">
                  <c:v>0.11802083333168412</c:v>
                </c:pt>
                <c:pt idx="10198">
                  <c:v>0.11803240740846377</c:v>
                </c:pt>
                <c:pt idx="10199">
                  <c:v>0.11804398147796746</c:v>
                </c:pt>
                <c:pt idx="10200">
                  <c:v>0.11805555555474712</c:v>
                </c:pt>
                <c:pt idx="10201">
                  <c:v>0.11806712962425081</c:v>
                </c:pt>
                <c:pt idx="10202">
                  <c:v>0.11807870370103046</c:v>
                </c:pt>
                <c:pt idx="10203">
                  <c:v>0.11809027777781012</c:v>
                </c:pt>
                <c:pt idx="10204">
                  <c:v>0.11810185184731381</c:v>
                </c:pt>
                <c:pt idx="10205">
                  <c:v>0.11811342592409346</c:v>
                </c:pt>
                <c:pt idx="10206">
                  <c:v>0.11812500000087311</c:v>
                </c:pt>
                <c:pt idx="10207">
                  <c:v>0.11813657407037681</c:v>
                </c:pt>
                <c:pt idx="10208">
                  <c:v>0.11814814814715646</c:v>
                </c:pt>
                <c:pt idx="10209">
                  <c:v>0.11815972221666016</c:v>
                </c:pt>
                <c:pt idx="10210">
                  <c:v>0.11817129629343981</c:v>
                </c:pt>
                <c:pt idx="10211">
                  <c:v>0.11818287037021946</c:v>
                </c:pt>
                <c:pt idx="10212">
                  <c:v>0.11819444443972316</c:v>
                </c:pt>
                <c:pt idx="10213">
                  <c:v>0.11820601851650281</c:v>
                </c:pt>
                <c:pt idx="10214">
                  <c:v>0.11821759259328246</c:v>
                </c:pt>
                <c:pt idx="10215">
                  <c:v>0.11822916666278616</c:v>
                </c:pt>
                <c:pt idx="10216">
                  <c:v>0.11824074073956581</c:v>
                </c:pt>
                <c:pt idx="10217">
                  <c:v>0.1182523148090695</c:v>
                </c:pt>
                <c:pt idx="10218">
                  <c:v>0.11826388888584916</c:v>
                </c:pt>
                <c:pt idx="10219">
                  <c:v>0.11827546296262881</c:v>
                </c:pt>
                <c:pt idx="10220">
                  <c:v>0.1182870370321325</c:v>
                </c:pt>
                <c:pt idx="10221">
                  <c:v>0.11829861110891216</c:v>
                </c:pt>
                <c:pt idx="10222">
                  <c:v>0.11831018518569181</c:v>
                </c:pt>
                <c:pt idx="10223">
                  <c:v>0.1183217592551955</c:v>
                </c:pt>
                <c:pt idx="10224">
                  <c:v>0.11833333333197515</c:v>
                </c:pt>
                <c:pt idx="10225">
                  <c:v>0.11834490740147885</c:v>
                </c:pt>
                <c:pt idx="10226">
                  <c:v>0.1183564814782585</c:v>
                </c:pt>
                <c:pt idx="10227">
                  <c:v>0.11836805555503815</c:v>
                </c:pt>
                <c:pt idx="10228">
                  <c:v>0.11837962962454185</c:v>
                </c:pt>
                <c:pt idx="10229">
                  <c:v>0.1183912037013215</c:v>
                </c:pt>
                <c:pt idx="10230">
                  <c:v>0.11840277777810115</c:v>
                </c:pt>
                <c:pt idx="10231">
                  <c:v>0.11841435184760485</c:v>
                </c:pt>
                <c:pt idx="10232">
                  <c:v>0.1184259259243845</c:v>
                </c:pt>
                <c:pt idx="10233">
                  <c:v>0.11843750000116415</c:v>
                </c:pt>
                <c:pt idx="10234">
                  <c:v>0.11844907407066785</c:v>
                </c:pt>
                <c:pt idx="10235">
                  <c:v>0.1184606481474475</c:v>
                </c:pt>
                <c:pt idx="10236">
                  <c:v>0.1184722222169512</c:v>
                </c:pt>
                <c:pt idx="10237">
                  <c:v>0.11848379629373085</c:v>
                </c:pt>
                <c:pt idx="10238">
                  <c:v>0.1184953703705105</c:v>
                </c:pt>
                <c:pt idx="10239">
                  <c:v>0.11850694444001419</c:v>
                </c:pt>
                <c:pt idx="10240">
                  <c:v>0.11851851851679385</c:v>
                </c:pt>
                <c:pt idx="10241">
                  <c:v>0.1185300925935735</c:v>
                </c:pt>
                <c:pt idx="10242">
                  <c:v>0.11854166666307719</c:v>
                </c:pt>
                <c:pt idx="10243">
                  <c:v>0.11855324073985685</c:v>
                </c:pt>
                <c:pt idx="10244">
                  <c:v>0.11856481480936054</c:v>
                </c:pt>
                <c:pt idx="10245">
                  <c:v>0.11857638888614019</c:v>
                </c:pt>
                <c:pt idx="10246">
                  <c:v>0.11858796296291985</c:v>
                </c:pt>
                <c:pt idx="10247">
                  <c:v>0.11859953703242354</c:v>
                </c:pt>
                <c:pt idx="10248">
                  <c:v>0.11861111110920319</c:v>
                </c:pt>
                <c:pt idx="10249">
                  <c:v>0.11862268518598285</c:v>
                </c:pt>
                <c:pt idx="10250">
                  <c:v>0.11863425925548654</c:v>
                </c:pt>
                <c:pt idx="10251">
                  <c:v>0.11864583333226619</c:v>
                </c:pt>
                <c:pt idx="10252">
                  <c:v>0.11865740740176989</c:v>
                </c:pt>
                <c:pt idx="10253">
                  <c:v>0.11866898147854954</c:v>
                </c:pt>
                <c:pt idx="10254">
                  <c:v>0.11868055555532919</c:v>
                </c:pt>
                <c:pt idx="10255">
                  <c:v>0.11869212962483289</c:v>
                </c:pt>
                <c:pt idx="10256">
                  <c:v>0.11870370370161254</c:v>
                </c:pt>
                <c:pt idx="10257">
                  <c:v>0.11871527777839219</c:v>
                </c:pt>
                <c:pt idx="10258">
                  <c:v>0.11872685184789589</c:v>
                </c:pt>
                <c:pt idx="10259">
                  <c:v>0.11873842592467554</c:v>
                </c:pt>
                <c:pt idx="10260">
                  <c:v>0.11874999999417923</c:v>
                </c:pt>
                <c:pt idx="10261">
                  <c:v>0.11876157407095889</c:v>
                </c:pt>
                <c:pt idx="10262">
                  <c:v>0.11877314814773854</c:v>
                </c:pt>
                <c:pt idx="10263">
                  <c:v>0.11878472221724223</c:v>
                </c:pt>
                <c:pt idx="10264">
                  <c:v>0.11879629629402189</c:v>
                </c:pt>
                <c:pt idx="10265">
                  <c:v>0.11880787037080154</c:v>
                </c:pt>
                <c:pt idx="10266">
                  <c:v>0.11881944444030523</c:v>
                </c:pt>
                <c:pt idx="10267">
                  <c:v>0.11883101851708489</c:v>
                </c:pt>
                <c:pt idx="10268">
                  <c:v>0.11884259259386454</c:v>
                </c:pt>
                <c:pt idx="10269">
                  <c:v>0.11885416666336823</c:v>
                </c:pt>
                <c:pt idx="10270">
                  <c:v>0.11886574074014788</c:v>
                </c:pt>
                <c:pt idx="10271">
                  <c:v>0.11887731480965158</c:v>
                </c:pt>
                <c:pt idx="10272">
                  <c:v>0.11888888888643123</c:v>
                </c:pt>
                <c:pt idx="10273">
                  <c:v>0.11890046296321088</c:v>
                </c:pt>
                <c:pt idx="10274">
                  <c:v>0.11891203703271458</c:v>
                </c:pt>
                <c:pt idx="10275">
                  <c:v>0.11892361110949423</c:v>
                </c:pt>
                <c:pt idx="10276">
                  <c:v>0.11893518518627388</c:v>
                </c:pt>
                <c:pt idx="10277">
                  <c:v>0.11894675925577758</c:v>
                </c:pt>
                <c:pt idx="10278">
                  <c:v>0.11895833333255723</c:v>
                </c:pt>
                <c:pt idx="10279">
                  <c:v>0.11896990740206093</c:v>
                </c:pt>
                <c:pt idx="10280">
                  <c:v>0.11898148147884058</c:v>
                </c:pt>
                <c:pt idx="10281">
                  <c:v>0.11899305555562023</c:v>
                </c:pt>
                <c:pt idx="10282">
                  <c:v>0.11900462962512393</c:v>
                </c:pt>
                <c:pt idx="10283">
                  <c:v>0.11901620370190358</c:v>
                </c:pt>
                <c:pt idx="10284">
                  <c:v>0.11902777777868323</c:v>
                </c:pt>
                <c:pt idx="10285">
                  <c:v>0.11903935184818693</c:v>
                </c:pt>
                <c:pt idx="10286">
                  <c:v>0.11905092592496658</c:v>
                </c:pt>
                <c:pt idx="10287">
                  <c:v>0.11906249999447027</c:v>
                </c:pt>
                <c:pt idx="10288">
                  <c:v>0.11907407407124992</c:v>
                </c:pt>
                <c:pt idx="10289">
                  <c:v>0.11908564814802958</c:v>
                </c:pt>
                <c:pt idx="10290">
                  <c:v>0.11909722221753327</c:v>
                </c:pt>
                <c:pt idx="10291">
                  <c:v>0.11910879629431292</c:v>
                </c:pt>
                <c:pt idx="10292">
                  <c:v>0.11912037037109258</c:v>
                </c:pt>
                <c:pt idx="10293">
                  <c:v>0.11913194444059627</c:v>
                </c:pt>
                <c:pt idx="10294">
                  <c:v>0.11914351851737592</c:v>
                </c:pt>
                <c:pt idx="10295">
                  <c:v>0.11915509258687962</c:v>
                </c:pt>
                <c:pt idx="10296">
                  <c:v>0.11916666666365927</c:v>
                </c:pt>
                <c:pt idx="10297">
                  <c:v>0.11917824074043892</c:v>
                </c:pt>
                <c:pt idx="10298">
                  <c:v>0.11918981480994262</c:v>
                </c:pt>
                <c:pt idx="10299">
                  <c:v>0.11920138888672227</c:v>
                </c:pt>
                <c:pt idx="10300">
                  <c:v>0.11921296296350192</c:v>
                </c:pt>
                <c:pt idx="10301">
                  <c:v>0.11922453703300562</c:v>
                </c:pt>
                <c:pt idx="10302">
                  <c:v>0.11923611110978527</c:v>
                </c:pt>
                <c:pt idx="10303">
                  <c:v>0.11924768517928896</c:v>
                </c:pt>
                <c:pt idx="10304">
                  <c:v>0.11925925925606862</c:v>
                </c:pt>
                <c:pt idx="10305">
                  <c:v>0.11927083333284827</c:v>
                </c:pt>
                <c:pt idx="10306">
                  <c:v>0.11928240740235196</c:v>
                </c:pt>
                <c:pt idx="10307">
                  <c:v>0.11929398147913162</c:v>
                </c:pt>
                <c:pt idx="10308">
                  <c:v>0.11930555555591127</c:v>
                </c:pt>
                <c:pt idx="10309">
                  <c:v>0.11931712962541496</c:v>
                </c:pt>
                <c:pt idx="10310">
                  <c:v>0.11932870370219462</c:v>
                </c:pt>
                <c:pt idx="10311">
                  <c:v>0.11934027777897427</c:v>
                </c:pt>
                <c:pt idx="10312">
                  <c:v>0.11935185184847796</c:v>
                </c:pt>
                <c:pt idx="10313">
                  <c:v>0.11936342592525762</c:v>
                </c:pt>
                <c:pt idx="10314">
                  <c:v>0.11937499999476131</c:v>
                </c:pt>
                <c:pt idx="10315">
                  <c:v>0.11938657407154096</c:v>
                </c:pt>
                <c:pt idx="10316">
                  <c:v>0.11939814814832062</c:v>
                </c:pt>
                <c:pt idx="10317">
                  <c:v>0.11940972221782431</c:v>
                </c:pt>
                <c:pt idx="10318">
                  <c:v>0.11942129629460396</c:v>
                </c:pt>
                <c:pt idx="10319">
                  <c:v>0.11943287037138361</c:v>
                </c:pt>
                <c:pt idx="10320">
                  <c:v>0.11944444444088731</c:v>
                </c:pt>
                <c:pt idx="10321">
                  <c:v>0.11945601851766696</c:v>
                </c:pt>
                <c:pt idx="10322">
                  <c:v>0.11946759258717066</c:v>
                </c:pt>
                <c:pt idx="10323">
                  <c:v>0.11947916666395031</c:v>
                </c:pt>
                <c:pt idx="10324">
                  <c:v>0.11949074074072996</c:v>
                </c:pt>
                <c:pt idx="10325">
                  <c:v>0.11950231481023366</c:v>
                </c:pt>
                <c:pt idx="10326">
                  <c:v>0.11951388888701331</c:v>
                </c:pt>
                <c:pt idx="10327">
                  <c:v>0.11952546296379296</c:v>
                </c:pt>
                <c:pt idx="10328">
                  <c:v>0.11953703703329666</c:v>
                </c:pt>
                <c:pt idx="10329">
                  <c:v>0.11954861111007631</c:v>
                </c:pt>
                <c:pt idx="10330">
                  <c:v>0.11956018517958</c:v>
                </c:pt>
                <c:pt idx="10331">
                  <c:v>0.11957175925635966</c:v>
                </c:pt>
                <c:pt idx="10332">
                  <c:v>0.11958333333313931</c:v>
                </c:pt>
                <c:pt idx="10333">
                  <c:v>0.119594907402643</c:v>
                </c:pt>
                <c:pt idx="10334">
                  <c:v>0.11960648147942265</c:v>
                </c:pt>
                <c:pt idx="10335">
                  <c:v>0.11961805555620231</c:v>
                </c:pt>
                <c:pt idx="10336">
                  <c:v>0.119629629625706</c:v>
                </c:pt>
                <c:pt idx="10337">
                  <c:v>0.11964120370248565</c:v>
                </c:pt>
                <c:pt idx="10338">
                  <c:v>0.11965277777198935</c:v>
                </c:pt>
                <c:pt idx="10339">
                  <c:v>0.119664351848769</c:v>
                </c:pt>
                <c:pt idx="10340">
                  <c:v>0.11967592592554865</c:v>
                </c:pt>
                <c:pt idx="10341">
                  <c:v>0.11968749999505235</c:v>
                </c:pt>
                <c:pt idx="10342">
                  <c:v>0.119699074071832</c:v>
                </c:pt>
                <c:pt idx="10343">
                  <c:v>0.11971064814861165</c:v>
                </c:pt>
                <c:pt idx="10344">
                  <c:v>0.11972222221811535</c:v>
                </c:pt>
                <c:pt idx="10345">
                  <c:v>0.119733796294895</c:v>
                </c:pt>
                <c:pt idx="10346">
                  <c:v>0.11974537037167465</c:v>
                </c:pt>
                <c:pt idx="10347">
                  <c:v>0.11975694444117835</c:v>
                </c:pt>
                <c:pt idx="10348">
                  <c:v>0.119768518517958</c:v>
                </c:pt>
                <c:pt idx="10349">
                  <c:v>0.1197800925874617</c:v>
                </c:pt>
                <c:pt idx="10350">
                  <c:v>0.11979166666424135</c:v>
                </c:pt>
                <c:pt idx="10351">
                  <c:v>0.119803240741021</c:v>
                </c:pt>
                <c:pt idx="10352">
                  <c:v>0.11981481481052469</c:v>
                </c:pt>
                <c:pt idx="10353">
                  <c:v>0.11982638888730435</c:v>
                </c:pt>
                <c:pt idx="10354">
                  <c:v>0.119837962964084</c:v>
                </c:pt>
                <c:pt idx="10355">
                  <c:v>0.11984953703358769</c:v>
                </c:pt>
                <c:pt idx="10356">
                  <c:v>0.11986111111036735</c:v>
                </c:pt>
                <c:pt idx="10357">
                  <c:v>0.11987268517987104</c:v>
                </c:pt>
                <c:pt idx="10358">
                  <c:v>0.11988425925665069</c:v>
                </c:pt>
                <c:pt idx="10359">
                  <c:v>0.11989583333343035</c:v>
                </c:pt>
                <c:pt idx="10360">
                  <c:v>0.11990740740293404</c:v>
                </c:pt>
                <c:pt idx="10361">
                  <c:v>0.11991898147971369</c:v>
                </c:pt>
                <c:pt idx="10362">
                  <c:v>0.11993055555649335</c:v>
                </c:pt>
                <c:pt idx="10363">
                  <c:v>0.11994212962599704</c:v>
                </c:pt>
                <c:pt idx="10364">
                  <c:v>0.11995370370277669</c:v>
                </c:pt>
                <c:pt idx="10365">
                  <c:v>0.11996527777228039</c:v>
                </c:pt>
                <c:pt idx="10366">
                  <c:v>0.11997685184906004</c:v>
                </c:pt>
                <c:pt idx="10367">
                  <c:v>0.11998842592583969</c:v>
                </c:pt>
                <c:pt idx="10368">
                  <c:v>0.11999999999534339</c:v>
                </c:pt>
                <c:pt idx="10369">
                  <c:v>0.12001157407212304</c:v>
                </c:pt>
                <c:pt idx="10370">
                  <c:v>0.12002314814890269</c:v>
                </c:pt>
                <c:pt idx="10371">
                  <c:v>0.12003472221840639</c:v>
                </c:pt>
                <c:pt idx="10372">
                  <c:v>0.12004629629518604</c:v>
                </c:pt>
                <c:pt idx="10373">
                  <c:v>0.12005787036468973</c:v>
                </c:pt>
                <c:pt idx="10374">
                  <c:v>0.12006944444146939</c:v>
                </c:pt>
                <c:pt idx="10375">
                  <c:v>0.12008101851824904</c:v>
                </c:pt>
                <c:pt idx="10376">
                  <c:v>0.12009259258775273</c:v>
                </c:pt>
                <c:pt idx="10377">
                  <c:v>0.12010416666453239</c:v>
                </c:pt>
                <c:pt idx="10378">
                  <c:v>0.12011574074131204</c:v>
                </c:pt>
                <c:pt idx="10379">
                  <c:v>0.12012731481081573</c:v>
                </c:pt>
                <c:pt idx="10380">
                  <c:v>0.12013888888759539</c:v>
                </c:pt>
                <c:pt idx="10381">
                  <c:v>0.12015046295709908</c:v>
                </c:pt>
                <c:pt idx="10382">
                  <c:v>0.12016203703387873</c:v>
                </c:pt>
                <c:pt idx="10383">
                  <c:v>0.12017361111065838</c:v>
                </c:pt>
                <c:pt idx="10384">
                  <c:v>0.12018518518016208</c:v>
                </c:pt>
                <c:pt idx="10385">
                  <c:v>0.12019675925694173</c:v>
                </c:pt>
                <c:pt idx="10386">
                  <c:v>0.12020833333372138</c:v>
                </c:pt>
                <c:pt idx="10387">
                  <c:v>0.12021990740322508</c:v>
                </c:pt>
                <c:pt idx="10388">
                  <c:v>0.12023148148000473</c:v>
                </c:pt>
                <c:pt idx="10389">
                  <c:v>0.12024305555678438</c:v>
                </c:pt>
                <c:pt idx="10390">
                  <c:v>0.12025462962628808</c:v>
                </c:pt>
                <c:pt idx="10391">
                  <c:v>0.12026620370306773</c:v>
                </c:pt>
                <c:pt idx="10392">
                  <c:v>0.12027777777257143</c:v>
                </c:pt>
                <c:pt idx="10393">
                  <c:v>0.12028935184935108</c:v>
                </c:pt>
                <c:pt idx="10394">
                  <c:v>0.12030092592613073</c:v>
                </c:pt>
                <c:pt idx="10395">
                  <c:v>0.12031249999563443</c:v>
                </c:pt>
                <c:pt idx="10396">
                  <c:v>0.12032407407241408</c:v>
                </c:pt>
                <c:pt idx="10397">
                  <c:v>0.12033564814919373</c:v>
                </c:pt>
                <c:pt idx="10398">
                  <c:v>0.12034722221869742</c:v>
                </c:pt>
                <c:pt idx="10399">
                  <c:v>0.12035879629547708</c:v>
                </c:pt>
                <c:pt idx="10400">
                  <c:v>0.12037037036498077</c:v>
                </c:pt>
                <c:pt idx="10401">
                  <c:v>0.12038194444176042</c:v>
                </c:pt>
                <c:pt idx="10402">
                  <c:v>0.12039351851854008</c:v>
                </c:pt>
                <c:pt idx="10403">
                  <c:v>0.12040509258804377</c:v>
                </c:pt>
                <c:pt idx="10404">
                  <c:v>0.12041666666482342</c:v>
                </c:pt>
                <c:pt idx="10405">
                  <c:v>0.12042824074160308</c:v>
                </c:pt>
                <c:pt idx="10406">
                  <c:v>0.12043981481110677</c:v>
                </c:pt>
                <c:pt idx="10407">
                  <c:v>0.12045138888788642</c:v>
                </c:pt>
                <c:pt idx="10408">
                  <c:v>0.12046296295739012</c:v>
                </c:pt>
                <c:pt idx="10409">
                  <c:v>0.12047453703416977</c:v>
                </c:pt>
                <c:pt idx="10410">
                  <c:v>0.12048611111094942</c:v>
                </c:pt>
                <c:pt idx="10411">
                  <c:v>0.12049768518045312</c:v>
                </c:pt>
                <c:pt idx="10412">
                  <c:v>0.12050925925723277</c:v>
                </c:pt>
                <c:pt idx="10413">
                  <c:v>0.12052083333401242</c:v>
                </c:pt>
                <c:pt idx="10414">
                  <c:v>0.12053240740351612</c:v>
                </c:pt>
                <c:pt idx="10415">
                  <c:v>0.12054398148029577</c:v>
                </c:pt>
                <c:pt idx="10416">
                  <c:v>0.12055555554979946</c:v>
                </c:pt>
                <c:pt idx="10417">
                  <c:v>0.12056712962657912</c:v>
                </c:pt>
                <c:pt idx="10418">
                  <c:v>0.12057870370335877</c:v>
                </c:pt>
                <c:pt idx="10419">
                  <c:v>0.12059027777286246</c:v>
                </c:pt>
                <c:pt idx="10420">
                  <c:v>0.12060185184964212</c:v>
                </c:pt>
                <c:pt idx="10421">
                  <c:v>0.12061342592642177</c:v>
                </c:pt>
                <c:pt idx="10422">
                  <c:v>0.12062499999592546</c:v>
                </c:pt>
                <c:pt idx="10423">
                  <c:v>0.12063657407270512</c:v>
                </c:pt>
                <c:pt idx="10424">
                  <c:v>0.12064814814948477</c:v>
                </c:pt>
                <c:pt idx="10425">
                  <c:v>0.12065972221898846</c:v>
                </c:pt>
                <c:pt idx="10426">
                  <c:v>0.12067129629576812</c:v>
                </c:pt>
                <c:pt idx="10427">
                  <c:v>0.12068287036527181</c:v>
                </c:pt>
                <c:pt idx="10428">
                  <c:v>0.12069444444205146</c:v>
                </c:pt>
                <c:pt idx="10429">
                  <c:v>0.12070601851883112</c:v>
                </c:pt>
                <c:pt idx="10430">
                  <c:v>0.12071759258833481</c:v>
                </c:pt>
                <c:pt idx="10431">
                  <c:v>0.12072916666511446</c:v>
                </c:pt>
                <c:pt idx="10432">
                  <c:v>0.12074074074189411</c:v>
                </c:pt>
                <c:pt idx="10433">
                  <c:v>0.12075231481139781</c:v>
                </c:pt>
                <c:pt idx="10434">
                  <c:v>0.12076388888817746</c:v>
                </c:pt>
                <c:pt idx="10435">
                  <c:v>0.12077546295768116</c:v>
                </c:pt>
                <c:pt idx="10436">
                  <c:v>0.12078703703446081</c:v>
                </c:pt>
                <c:pt idx="10437">
                  <c:v>0.12079861111124046</c:v>
                </c:pt>
                <c:pt idx="10438">
                  <c:v>0.12081018518074416</c:v>
                </c:pt>
                <c:pt idx="10439">
                  <c:v>0.12082175925752381</c:v>
                </c:pt>
                <c:pt idx="10440">
                  <c:v>0.12083333333430346</c:v>
                </c:pt>
                <c:pt idx="10441">
                  <c:v>0.12084490740380716</c:v>
                </c:pt>
                <c:pt idx="10442">
                  <c:v>0.12085648148058681</c:v>
                </c:pt>
                <c:pt idx="10443">
                  <c:v>0.1208680555500905</c:v>
                </c:pt>
                <c:pt idx="10444">
                  <c:v>0.12087962962687016</c:v>
                </c:pt>
                <c:pt idx="10445">
                  <c:v>0.12089120370364981</c:v>
                </c:pt>
                <c:pt idx="10446">
                  <c:v>0.1209027777731535</c:v>
                </c:pt>
                <c:pt idx="10447">
                  <c:v>0.12091435184993315</c:v>
                </c:pt>
                <c:pt idx="10448">
                  <c:v>0.12092592592671281</c:v>
                </c:pt>
                <c:pt idx="10449">
                  <c:v>0.1209374999962165</c:v>
                </c:pt>
                <c:pt idx="10450">
                  <c:v>0.12094907407299615</c:v>
                </c:pt>
                <c:pt idx="10451">
                  <c:v>0.12096064814249985</c:v>
                </c:pt>
                <c:pt idx="10452">
                  <c:v>0.1209722222192795</c:v>
                </c:pt>
                <c:pt idx="10453">
                  <c:v>0.12098379629605915</c:v>
                </c:pt>
                <c:pt idx="10454">
                  <c:v>0.12099537036556285</c:v>
                </c:pt>
                <c:pt idx="10455">
                  <c:v>0.1210069444423425</c:v>
                </c:pt>
                <c:pt idx="10456">
                  <c:v>0.12101851851912215</c:v>
                </c:pt>
                <c:pt idx="10457">
                  <c:v>0.12103009258862585</c:v>
                </c:pt>
                <c:pt idx="10458">
                  <c:v>0.1210416666654055</c:v>
                </c:pt>
                <c:pt idx="10459">
                  <c:v>0.1210532407349092</c:v>
                </c:pt>
                <c:pt idx="10460">
                  <c:v>0.12106481481168885</c:v>
                </c:pt>
                <c:pt idx="10461">
                  <c:v>0.1210763888884685</c:v>
                </c:pt>
                <c:pt idx="10462">
                  <c:v>0.12108796295797219</c:v>
                </c:pt>
                <c:pt idx="10463">
                  <c:v>0.12109953703475185</c:v>
                </c:pt>
                <c:pt idx="10464">
                  <c:v>0.1211111111115315</c:v>
                </c:pt>
                <c:pt idx="10465">
                  <c:v>0.12112268518103519</c:v>
                </c:pt>
                <c:pt idx="10466">
                  <c:v>0.12113425925781485</c:v>
                </c:pt>
                <c:pt idx="10467">
                  <c:v>0.1211458333345945</c:v>
                </c:pt>
                <c:pt idx="10468">
                  <c:v>0.12115740740409819</c:v>
                </c:pt>
                <c:pt idx="10469">
                  <c:v>0.12116898148087785</c:v>
                </c:pt>
                <c:pt idx="10470">
                  <c:v>0.12118055555038154</c:v>
                </c:pt>
                <c:pt idx="10471">
                  <c:v>0.12119212962716119</c:v>
                </c:pt>
                <c:pt idx="10472">
                  <c:v>0.12120370370394085</c:v>
                </c:pt>
                <c:pt idx="10473">
                  <c:v>0.12121527777344454</c:v>
                </c:pt>
                <c:pt idx="10474">
                  <c:v>0.12122685185022419</c:v>
                </c:pt>
                <c:pt idx="10475">
                  <c:v>0.12123842592700385</c:v>
                </c:pt>
                <c:pt idx="10476">
                  <c:v>0.12124999999650754</c:v>
                </c:pt>
                <c:pt idx="10477">
                  <c:v>0.12126157407328719</c:v>
                </c:pt>
                <c:pt idx="10478">
                  <c:v>0.12127314814279089</c:v>
                </c:pt>
                <c:pt idx="10479">
                  <c:v>0.12128472221957054</c:v>
                </c:pt>
                <c:pt idx="10480">
                  <c:v>0.12129629629635019</c:v>
                </c:pt>
                <c:pt idx="10481">
                  <c:v>0.12130787036585389</c:v>
                </c:pt>
                <c:pt idx="10482">
                  <c:v>0.12131944444263354</c:v>
                </c:pt>
                <c:pt idx="10483">
                  <c:v>0.12133101851941319</c:v>
                </c:pt>
                <c:pt idx="10484">
                  <c:v>0.12134259258891689</c:v>
                </c:pt>
                <c:pt idx="10485">
                  <c:v>0.12135416666569654</c:v>
                </c:pt>
                <c:pt idx="10486">
                  <c:v>0.12136574073520023</c:v>
                </c:pt>
                <c:pt idx="10487">
                  <c:v>0.12137731481197989</c:v>
                </c:pt>
                <c:pt idx="10488">
                  <c:v>0.12138888888875954</c:v>
                </c:pt>
                <c:pt idx="10489">
                  <c:v>0.12140046295826323</c:v>
                </c:pt>
                <c:pt idx="10490">
                  <c:v>0.12141203703504289</c:v>
                </c:pt>
                <c:pt idx="10491">
                  <c:v>0.12142361111182254</c:v>
                </c:pt>
                <c:pt idx="10492">
                  <c:v>0.12143518518132623</c:v>
                </c:pt>
                <c:pt idx="10493">
                  <c:v>0.12144675925810589</c:v>
                </c:pt>
                <c:pt idx="10494">
                  <c:v>0.12145833332760958</c:v>
                </c:pt>
                <c:pt idx="10495">
                  <c:v>0.12146990740438923</c:v>
                </c:pt>
                <c:pt idx="10496">
                  <c:v>0.12148148148116888</c:v>
                </c:pt>
                <c:pt idx="10497">
                  <c:v>0.12149305555067258</c:v>
                </c:pt>
                <c:pt idx="10498">
                  <c:v>0.12150462962745223</c:v>
                </c:pt>
                <c:pt idx="10499">
                  <c:v>0.12151620370423188</c:v>
                </c:pt>
                <c:pt idx="10500">
                  <c:v>0.12152777777373558</c:v>
                </c:pt>
                <c:pt idx="10501">
                  <c:v>0.12153935185051523</c:v>
                </c:pt>
                <c:pt idx="10502">
                  <c:v>0.12155092592001893</c:v>
                </c:pt>
                <c:pt idx="10503">
                  <c:v>0.12156249999679858</c:v>
                </c:pt>
                <c:pt idx="10504">
                  <c:v>0.12157407407357823</c:v>
                </c:pt>
                <c:pt idx="10505">
                  <c:v>0.12158564814308193</c:v>
                </c:pt>
                <c:pt idx="10506">
                  <c:v>0.12159722221986158</c:v>
                </c:pt>
                <c:pt idx="10507">
                  <c:v>0.12160879629664123</c:v>
                </c:pt>
                <c:pt idx="10508">
                  <c:v>0.12162037036614493</c:v>
                </c:pt>
                <c:pt idx="10509">
                  <c:v>0.12163194444292458</c:v>
                </c:pt>
                <c:pt idx="10510">
                  <c:v>0.12164351851970423</c:v>
                </c:pt>
                <c:pt idx="10511">
                  <c:v>0.12165509258920792</c:v>
                </c:pt>
                <c:pt idx="10512">
                  <c:v>0.12166666666598758</c:v>
                </c:pt>
                <c:pt idx="10513">
                  <c:v>0.12167824073549127</c:v>
                </c:pt>
                <c:pt idx="10514">
                  <c:v>0.12168981481227092</c:v>
                </c:pt>
                <c:pt idx="10515">
                  <c:v>0.12170138888905058</c:v>
                </c:pt>
                <c:pt idx="10516">
                  <c:v>0.12171296295855427</c:v>
                </c:pt>
                <c:pt idx="10517">
                  <c:v>0.12172453703533392</c:v>
                </c:pt>
                <c:pt idx="10518">
                  <c:v>0.12173611111211358</c:v>
                </c:pt>
                <c:pt idx="10519">
                  <c:v>0.12174768518161727</c:v>
                </c:pt>
                <c:pt idx="10520">
                  <c:v>0.12175925925839692</c:v>
                </c:pt>
                <c:pt idx="10521">
                  <c:v>0.12177083332790062</c:v>
                </c:pt>
                <c:pt idx="10522">
                  <c:v>0.12178240740468027</c:v>
                </c:pt>
                <c:pt idx="10523">
                  <c:v>0.12179398148145992</c:v>
                </c:pt>
                <c:pt idx="10524">
                  <c:v>0.12180555555096362</c:v>
                </c:pt>
                <c:pt idx="10525">
                  <c:v>0.12181712962774327</c:v>
                </c:pt>
                <c:pt idx="10526">
                  <c:v>0.12182870370452292</c:v>
                </c:pt>
                <c:pt idx="10527">
                  <c:v>0.12184027777402662</c:v>
                </c:pt>
                <c:pt idx="10528">
                  <c:v>0.12185185185080627</c:v>
                </c:pt>
                <c:pt idx="10529">
                  <c:v>0.12186342592030996</c:v>
                </c:pt>
                <c:pt idx="10530">
                  <c:v>0.12187499999708962</c:v>
                </c:pt>
                <c:pt idx="10531">
                  <c:v>0.12188657407386927</c:v>
                </c:pt>
                <c:pt idx="10532">
                  <c:v>0.12189814814337296</c:v>
                </c:pt>
                <c:pt idx="10533">
                  <c:v>0.12190972222015262</c:v>
                </c:pt>
                <c:pt idx="10534">
                  <c:v>0.12192129629693227</c:v>
                </c:pt>
                <c:pt idx="10535">
                  <c:v>0.12193287036643596</c:v>
                </c:pt>
                <c:pt idx="10536">
                  <c:v>0.12194444444321562</c:v>
                </c:pt>
                <c:pt idx="10537">
                  <c:v>0.12195601851271931</c:v>
                </c:pt>
                <c:pt idx="10538">
                  <c:v>0.12196759258949896</c:v>
                </c:pt>
                <c:pt idx="10539">
                  <c:v>0.12197916666627862</c:v>
                </c:pt>
                <c:pt idx="10540">
                  <c:v>0.12199074073578231</c:v>
                </c:pt>
                <c:pt idx="10541">
                  <c:v>0.12200231481256196</c:v>
                </c:pt>
                <c:pt idx="10542">
                  <c:v>0.12201388888934162</c:v>
                </c:pt>
                <c:pt idx="10543">
                  <c:v>0.12202546295884531</c:v>
                </c:pt>
                <c:pt idx="10544">
                  <c:v>0.12203703703562496</c:v>
                </c:pt>
                <c:pt idx="10545">
                  <c:v>0.12204861111240461</c:v>
                </c:pt>
                <c:pt idx="10546">
                  <c:v>0.12206018518190831</c:v>
                </c:pt>
                <c:pt idx="10547">
                  <c:v>0.12207175925868796</c:v>
                </c:pt>
                <c:pt idx="10548">
                  <c:v>0.12208333332819166</c:v>
                </c:pt>
                <c:pt idx="10549">
                  <c:v>0.12209490740497131</c:v>
                </c:pt>
                <c:pt idx="10550">
                  <c:v>0.12210648148175096</c:v>
                </c:pt>
                <c:pt idx="10551">
                  <c:v>0.12211805555125466</c:v>
                </c:pt>
                <c:pt idx="10552">
                  <c:v>0.12212962962803431</c:v>
                </c:pt>
                <c:pt idx="10553">
                  <c:v>0.12214120370481396</c:v>
                </c:pt>
                <c:pt idx="10554">
                  <c:v>0.12215277777431766</c:v>
                </c:pt>
                <c:pt idx="10555">
                  <c:v>0.12216435185109731</c:v>
                </c:pt>
                <c:pt idx="10556">
                  <c:v>0.122175925920601</c:v>
                </c:pt>
                <c:pt idx="10557">
                  <c:v>0.12218749999738066</c:v>
                </c:pt>
                <c:pt idx="10558">
                  <c:v>0.12219907407416031</c:v>
                </c:pt>
                <c:pt idx="10559">
                  <c:v>0.122210648143664</c:v>
                </c:pt>
                <c:pt idx="10560">
                  <c:v>0.12222222222044365</c:v>
                </c:pt>
                <c:pt idx="10561">
                  <c:v>0.12223379629722331</c:v>
                </c:pt>
                <c:pt idx="10562">
                  <c:v>0.122245370366727</c:v>
                </c:pt>
                <c:pt idx="10563">
                  <c:v>0.12225694444350665</c:v>
                </c:pt>
                <c:pt idx="10564">
                  <c:v>0.12226851851301035</c:v>
                </c:pt>
                <c:pt idx="10565">
                  <c:v>0.12228009258979</c:v>
                </c:pt>
                <c:pt idx="10566">
                  <c:v>0.12229166666656965</c:v>
                </c:pt>
                <c:pt idx="10567">
                  <c:v>0.12230324073607335</c:v>
                </c:pt>
                <c:pt idx="10568">
                  <c:v>0.122314814812853</c:v>
                </c:pt>
                <c:pt idx="10569">
                  <c:v>0.12232638888963265</c:v>
                </c:pt>
                <c:pt idx="10570">
                  <c:v>0.12233796295913635</c:v>
                </c:pt>
                <c:pt idx="10571">
                  <c:v>0.122349537035916</c:v>
                </c:pt>
                <c:pt idx="10572">
                  <c:v>0.1223611111054197</c:v>
                </c:pt>
                <c:pt idx="10573">
                  <c:v>0.12237268518219935</c:v>
                </c:pt>
                <c:pt idx="10574">
                  <c:v>0.122384259258979</c:v>
                </c:pt>
                <c:pt idx="10575">
                  <c:v>0.12239583332848269</c:v>
                </c:pt>
                <c:pt idx="10576">
                  <c:v>0.12240740740526235</c:v>
                </c:pt>
                <c:pt idx="10577">
                  <c:v>0.122418981482042</c:v>
                </c:pt>
                <c:pt idx="10578">
                  <c:v>0.12243055555154569</c:v>
                </c:pt>
                <c:pt idx="10579">
                  <c:v>0.12244212962832535</c:v>
                </c:pt>
                <c:pt idx="10580">
                  <c:v>0.12245370369782904</c:v>
                </c:pt>
                <c:pt idx="10581">
                  <c:v>0.12246527777460869</c:v>
                </c:pt>
                <c:pt idx="10582">
                  <c:v>0.12247685185138835</c:v>
                </c:pt>
                <c:pt idx="10583">
                  <c:v>0.12248842592089204</c:v>
                </c:pt>
                <c:pt idx="10584">
                  <c:v>0.12249999999767169</c:v>
                </c:pt>
                <c:pt idx="10585">
                  <c:v>0.12251157407445135</c:v>
                </c:pt>
                <c:pt idx="10586">
                  <c:v>0.12252314814395504</c:v>
                </c:pt>
                <c:pt idx="10587">
                  <c:v>0.12253472222073469</c:v>
                </c:pt>
                <c:pt idx="10588">
                  <c:v>0.12254629629751435</c:v>
                </c:pt>
                <c:pt idx="10589">
                  <c:v>0.12255787036701804</c:v>
                </c:pt>
                <c:pt idx="10590">
                  <c:v>0.12256944444379769</c:v>
                </c:pt>
                <c:pt idx="10591">
                  <c:v>0.12258101851330139</c:v>
                </c:pt>
                <c:pt idx="10592">
                  <c:v>0.12259259259008104</c:v>
                </c:pt>
                <c:pt idx="10593">
                  <c:v>0.12260416666686069</c:v>
                </c:pt>
                <c:pt idx="10594">
                  <c:v>0.12261574073636439</c:v>
                </c:pt>
                <c:pt idx="10595">
                  <c:v>0.12262731481314404</c:v>
                </c:pt>
                <c:pt idx="10596">
                  <c:v>0.12263888888992369</c:v>
                </c:pt>
                <c:pt idx="10597">
                  <c:v>0.12265046295942739</c:v>
                </c:pt>
                <c:pt idx="10598">
                  <c:v>0.12266203703620704</c:v>
                </c:pt>
                <c:pt idx="10599">
                  <c:v>0.12267361110571073</c:v>
                </c:pt>
                <c:pt idx="10600">
                  <c:v>0.12268518518249039</c:v>
                </c:pt>
                <c:pt idx="10601">
                  <c:v>0.12269675925927004</c:v>
                </c:pt>
                <c:pt idx="10602">
                  <c:v>0.12270833332877373</c:v>
                </c:pt>
                <c:pt idx="10603">
                  <c:v>0.12271990740555339</c:v>
                </c:pt>
                <c:pt idx="10604">
                  <c:v>0.12273148148233304</c:v>
                </c:pt>
                <c:pt idx="10605">
                  <c:v>0.12274305555183673</c:v>
                </c:pt>
                <c:pt idx="10606">
                  <c:v>0.12275462962861639</c:v>
                </c:pt>
                <c:pt idx="10607">
                  <c:v>0.12276620369812008</c:v>
                </c:pt>
                <c:pt idx="10608">
                  <c:v>0.12277777777489973</c:v>
                </c:pt>
                <c:pt idx="10609">
                  <c:v>0.12278935185167938</c:v>
                </c:pt>
                <c:pt idx="10610">
                  <c:v>0.12280092592118308</c:v>
                </c:pt>
                <c:pt idx="10611">
                  <c:v>0.12281249999796273</c:v>
                </c:pt>
                <c:pt idx="10612">
                  <c:v>0.12282407407474238</c:v>
                </c:pt>
                <c:pt idx="10613">
                  <c:v>0.12283564814424608</c:v>
                </c:pt>
                <c:pt idx="10614">
                  <c:v>0.12284722222102573</c:v>
                </c:pt>
                <c:pt idx="10615">
                  <c:v>0.12285879629052943</c:v>
                </c:pt>
                <c:pt idx="10616">
                  <c:v>0.12287037036730908</c:v>
                </c:pt>
                <c:pt idx="10617">
                  <c:v>0.12288194444408873</c:v>
                </c:pt>
                <c:pt idx="10618">
                  <c:v>0.12289351851359243</c:v>
                </c:pt>
                <c:pt idx="10619">
                  <c:v>0.12290509259037208</c:v>
                </c:pt>
                <c:pt idx="10620">
                  <c:v>0.12291666666715173</c:v>
                </c:pt>
                <c:pt idx="10621">
                  <c:v>0.12292824073665543</c:v>
                </c:pt>
                <c:pt idx="10622">
                  <c:v>0.12293981481343508</c:v>
                </c:pt>
                <c:pt idx="10623">
                  <c:v>0.12295138889021473</c:v>
                </c:pt>
                <c:pt idx="10624">
                  <c:v>0.12296296295971842</c:v>
                </c:pt>
                <c:pt idx="10625">
                  <c:v>0.12297453703649808</c:v>
                </c:pt>
                <c:pt idx="10626">
                  <c:v>0.12298611110600177</c:v>
                </c:pt>
                <c:pt idx="10627">
                  <c:v>0.12299768518278142</c:v>
                </c:pt>
                <c:pt idx="10628">
                  <c:v>0.12300925925956108</c:v>
                </c:pt>
                <c:pt idx="10629">
                  <c:v>0.12302083332906477</c:v>
                </c:pt>
                <c:pt idx="10630">
                  <c:v>0.12303240740584442</c:v>
                </c:pt>
                <c:pt idx="10631">
                  <c:v>0.12304398148262408</c:v>
                </c:pt>
                <c:pt idx="10632">
                  <c:v>0.12305555555212777</c:v>
                </c:pt>
                <c:pt idx="10633">
                  <c:v>0.12306712962890742</c:v>
                </c:pt>
                <c:pt idx="10634">
                  <c:v>0.12307870369841112</c:v>
                </c:pt>
                <c:pt idx="10635">
                  <c:v>0.12309027777519077</c:v>
                </c:pt>
                <c:pt idx="10636">
                  <c:v>0.12310185185197042</c:v>
                </c:pt>
                <c:pt idx="10637">
                  <c:v>0.12311342592147412</c:v>
                </c:pt>
                <c:pt idx="10638">
                  <c:v>0.12312499999825377</c:v>
                </c:pt>
                <c:pt idx="10639">
                  <c:v>0.12313657407503342</c:v>
                </c:pt>
                <c:pt idx="10640">
                  <c:v>0.12314814814453712</c:v>
                </c:pt>
                <c:pt idx="10641">
                  <c:v>0.12315972222131677</c:v>
                </c:pt>
                <c:pt idx="10642">
                  <c:v>0.12317129629082046</c:v>
                </c:pt>
                <c:pt idx="10643">
                  <c:v>0.12318287036760012</c:v>
                </c:pt>
                <c:pt idx="10644">
                  <c:v>0.12319444444437977</c:v>
                </c:pt>
                <c:pt idx="10645">
                  <c:v>0.12320601851388346</c:v>
                </c:pt>
                <c:pt idx="10646">
                  <c:v>0.12321759259066312</c:v>
                </c:pt>
                <c:pt idx="10647">
                  <c:v>0.12322916666744277</c:v>
                </c:pt>
                <c:pt idx="10648">
                  <c:v>0.12324074073694646</c:v>
                </c:pt>
                <c:pt idx="10649">
                  <c:v>0.12325231481372612</c:v>
                </c:pt>
                <c:pt idx="10650">
                  <c:v>0.12326388888322981</c:v>
                </c:pt>
                <c:pt idx="10651">
                  <c:v>0.12327546296000946</c:v>
                </c:pt>
                <c:pt idx="10652">
                  <c:v>0.12328703703678912</c:v>
                </c:pt>
                <c:pt idx="10653">
                  <c:v>0.12329861110629281</c:v>
                </c:pt>
                <c:pt idx="10654">
                  <c:v>0.12331018518307246</c:v>
                </c:pt>
                <c:pt idx="10655">
                  <c:v>0.12332175925985212</c:v>
                </c:pt>
                <c:pt idx="10656">
                  <c:v>0.12333333332935581</c:v>
                </c:pt>
                <c:pt idx="10657">
                  <c:v>0.12334490740613546</c:v>
                </c:pt>
                <c:pt idx="10658">
                  <c:v>0.12335648147563916</c:v>
                </c:pt>
                <c:pt idx="10659">
                  <c:v>0.12336805555241881</c:v>
                </c:pt>
                <c:pt idx="10660">
                  <c:v>0.12337962962919846</c:v>
                </c:pt>
                <c:pt idx="10661">
                  <c:v>0.12339120369870216</c:v>
                </c:pt>
                <c:pt idx="10662">
                  <c:v>0.12340277777548181</c:v>
                </c:pt>
                <c:pt idx="10663">
                  <c:v>0.12341435185226146</c:v>
                </c:pt>
                <c:pt idx="10664">
                  <c:v>0.12342592592176516</c:v>
                </c:pt>
                <c:pt idx="10665">
                  <c:v>0.12343749999854481</c:v>
                </c:pt>
                <c:pt idx="10666">
                  <c:v>0.12344907407532446</c:v>
                </c:pt>
                <c:pt idx="10667">
                  <c:v>0.12346064814482816</c:v>
                </c:pt>
                <c:pt idx="10668">
                  <c:v>0.12347222222160781</c:v>
                </c:pt>
                <c:pt idx="10669">
                  <c:v>0.1234837962911115</c:v>
                </c:pt>
                <c:pt idx="10670">
                  <c:v>0.12349537036789116</c:v>
                </c:pt>
                <c:pt idx="10671">
                  <c:v>0.12350694444467081</c:v>
                </c:pt>
                <c:pt idx="10672">
                  <c:v>0.1235185185141745</c:v>
                </c:pt>
                <c:pt idx="10673">
                  <c:v>0.12353009259095415</c:v>
                </c:pt>
                <c:pt idx="10674">
                  <c:v>0.12354166666773381</c:v>
                </c:pt>
                <c:pt idx="10675">
                  <c:v>0.1235532407372375</c:v>
                </c:pt>
                <c:pt idx="10676">
                  <c:v>0.12356481481401715</c:v>
                </c:pt>
                <c:pt idx="10677">
                  <c:v>0.12357638888352085</c:v>
                </c:pt>
                <c:pt idx="10678">
                  <c:v>0.1235879629603005</c:v>
                </c:pt>
                <c:pt idx="10679">
                  <c:v>0.12359953703708015</c:v>
                </c:pt>
                <c:pt idx="10680">
                  <c:v>0.12361111110658385</c:v>
                </c:pt>
                <c:pt idx="10681">
                  <c:v>0.1236226851833635</c:v>
                </c:pt>
                <c:pt idx="10682">
                  <c:v>0.12363425926014315</c:v>
                </c:pt>
                <c:pt idx="10683">
                  <c:v>0.12364583332964685</c:v>
                </c:pt>
                <c:pt idx="10684">
                  <c:v>0.1236574074064265</c:v>
                </c:pt>
                <c:pt idx="10685">
                  <c:v>0.1236689814759302</c:v>
                </c:pt>
                <c:pt idx="10686">
                  <c:v>0.12368055555270985</c:v>
                </c:pt>
                <c:pt idx="10687">
                  <c:v>0.1236921296294895</c:v>
                </c:pt>
                <c:pt idx="10688">
                  <c:v>0.12370370369899319</c:v>
                </c:pt>
                <c:pt idx="10689">
                  <c:v>0.12371527777577285</c:v>
                </c:pt>
                <c:pt idx="10690">
                  <c:v>0.1237268518525525</c:v>
                </c:pt>
                <c:pt idx="10691">
                  <c:v>0.12373842592205619</c:v>
                </c:pt>
                <c:pt idx="10692">
                  <c:v>0.12374999999883585</c:v>
                </c:pt>
                <c:pt idx="10693">
                  <c:v>0.12376157406833954</c:v>
                </c:pt>
                <c:pt idx="10694">
                  <c:v>0.12377314814511919</c:v>
                </c:pt>
                <c:pt idx="10695">
                  <c:v>0.12378472222189885</c:v>
                </c:pt>
                <c:pt idx="10696">
                  <c:v>0.12379629629140254</c:v>
                </c:pt>
                <c:pt idx="10697">
                  <c:v>0.12380787036818219</c:v>
                </c:pt>
                <c:pt idx="10698">
                  <c:v>0.12381944444496185</c:v>
                </c:pt>
                <c:pt idx="10699">
                  <c:v>0.12383101851446554</c:v>
                </c:pt>
                <c:pt idx="10700">
                  <c:v>0.12384259259124519</c:v>
                </c:pt>
                <c:pt idx="10701">
                  <c:v>0.12385416666074889</c:v>
                </c:pt>
                <c:pt idx="10702">
                  <c:v>0.12386574073752854</c:v>
                </c:pt>
                <c:pt idx="10703">
                  <c:v>0.12387731481430819</c:v>
                </c:pt>
                <c:pt idx="10704">
                  <c:v>0.12388888888381189</c:v>
                </c:pt>
                <c:pt idx="10705">
                  <c:v>0.12390046296059154</c:v>
                </c:pt>
                <c:pt idx="10706">
                  <c:v>0.12391203703737119</c:v>
                </c:pt>
                <c:pt idx="10707">
                  <c:v>0.12392361110687489</c:v>
                </c:pt>
                <c:pt idx="10708">
                  <c:v>0.12393518518365454</c:v>
                </c:pt>
                <c:pt idx="10709">
                  <c:v>0.12394675926043419</c:v>
                </c:pt>
                <c:pt idx="10710">
                  <c:v>0.12395833332993789</c:v>
                </c:pt>
                <c:pt idx="10711">
                  <c:v>0.12396990740671754</c:v>
                </c:pt>
                <c:pt idx="10712">
                  <c:v>0.12398148147622123</c:v>
                </c:pt>
                <c:pt idx="10713">
                  <c:v>0.12399305555300089</c:v>
                </c:pt>
                <c:pt idx="10714">
                  <c:v>0.12400462962978054</c:v>
                </c:pt>
                <c:pt idx="10715">
                  <c:v>0.12401620369928423</c:v>
                </c:pt>
                <c:pt idx="10716">
                  <c:v>0.12402777777606389</c:v>
                </c:pt>
                <c:pt idx="10717">
                  <c:v>0.12403935185284354</c:v>
                </c:pt>
                <c:pt idx="10718">
                  <c:v>0.12405092592234723</c:v>
                </c:pt>
                <c:pt idx="10719">
                  <c:v>0.12406249999912689</c:v>
                </c:pt>
                <c:pt idx="10720">
                  <c:v>0.12407407406863058</c:v>
                </c:pt>
                <c:pt idx="10721">
                  <c:v>0.12408564814541023</c:v>
                </c:pt>
                <c:pt idx="10722">
                  <c:v>0.12409722222218988</c:v>
                </c:pt>
                <c:pt idx="10723">
                  <c:v>0.12410879629169358</c:v>
                </c:pt>
                <c:pt idx="10724">
                  <c:v>0.12412037036847323</c:v>
                </c:pt>
                <c:pt idx="10725">
                  <c:v>0.12413194444525288</c:v>
                </c:pt>
                <c:pt idx="10726">
                  <c:v>0.12414351851475658</c:v>
                </c:pt>
                <c:pt idx="10727">
                  <c:v>0.12415509259153623</c:v>
                </c:pt>
                <c:pt idx="10728">
                  <c:v>0.12416666666103993</c:v>
                </c:pt>
                <c:pt idx="10729">
                  <c:v>0.12417824073781958</c:v>
                </c:pt>
                <c:pt idx="10730">
                  <c:v>0.12418981481459923</c:v>
                </c:pt>
                <c:pt idx="10731">
                  <c:v>0.12420138888410293</c:v>
                </c:pt>
                <c:pt idx="10732">
                  <c:v>0.12421296296088258</c:v>
                </c:pt>
                <c:pt idx="10733">
                  <c:v>0.12422453703766223</c:v>
                </c:pt>
                <c:pt idx="10734">
                  <c:v>0.12423611110716593</c:v>
                </c:pt>
                <c:pt idx="10735">
                  <c:v>0.12424768518394558</c:v>
                </c:pt>
                <c:pt idx="10736">
                  <c:v>0.12425925925344927</c:v>
                </c:pt>
                <c:pt idx="10737">
                  <c:v>0.12427083333022892</c:v>
                </c:pt>
                <c:pt idx="10738">
                  <c:v>0.12428240740700858</c:v>
                </c:pt>
                <c:pt idx="10739">
                  <c:v>0.12429398147651227</c:v>
                </c:pt>
                <c:pt idx="10740">
                  <c:v>0.12430555555329192</c:v>
                </c:pt>
                <c:pt idx="10741">
                  <c:v>0.12431712963007158</c:v>
                </c:pt>
                <c:pt idx="10742">
                  <c:v>0.12432870369957527</c:v>
                </c:pt>
                <c:pt idx="10743">
                  <c:v>0.12434027777635492</c:v>
                </c:pt>
                <c:pt idx="10744">
                  <c:v>0.12435185185313458</c:v>
                </c:pt>
                <c:pt idx="10745">
                  <c:v>0.12436342592263827</c:v>
                </c:pt>
                <c:pt idx="10746">
                  <c:v>0.12437499999941792</c:v>
                </c:pt>
                <c:pt idx="10747">
                  <c:v>0.12438657406892162</c:v>
                </c:pt>
                <c:pt idx="10748">
                  <c:v>0.12439814814570127</c:v>
                </c:pt>
                <c:pt idx="10749">
                  <c:v>0.12440972222248092</c:v>
                </c:pt>
                <c:pt idx="10750">
                  <c:v>0.12442129629198462</c:v>
                </c:pt>
                <c:pt idx="10751">
                  <c:v>0.12443287036876427</c:v>
                </c:pt>
                <c:pt idx="10752">
                  <c:v>0.12444444444554392</c:v>
                </c:pt>
                <c:pt idx="10753">
                  <c:v>0.12445601851504762</c:v>
                </c:pt>
                <c:pt idx="10754">
                  <c:v>0.12446759259182727</c:v>
                </c:pt>
                <c:pt idx="10755">
                  <c:v>0.12447916666133096</c:v>
                </c:pt>
                <c:pt idx="10756">
                  <c:v>0.12449074073811062</c:v>
                </c:pt>
                <c:pt idx="10757">
                  <c:v>0.12450231481489027</c:v>
                </c:pt>
                <c:pt idx="10758">
                  <c:v>0.12451388888439396</c:v>
                </c:pt>
                <c:pt idx="10759">
                  <c:v>0.12452546296117362</c:v>
                </c:pt>
                <c:pt idx="10760">
                  <c:v>0.12453703703795327</c:v>
                </c:pt>
                <c:pt idx="10761">
                  <c:v>0.12454861110745696</c:v>
                </c:pt>
                <c:pt idx="10762">
                  <c:v>0.12456018518423662</c:v>
                </c:pt>
                <c:pt idx="10763">
                  <c:v>0.12457175925374031</c:v>
                </c:pt>
                <c:pt idx="10764">
                  <c:v>0.12458333333051996</c:v>
                </c:pt>
                <c:pt idx="10765">
                  <c:v>0.12459490740729962</c:v>
                </c:pt>
                <c:pt idx="10766">
                  <c:v>0.12460648147680331</c:v>
                </c:pt>
                <c:pt idx="10767">
                  <c:v>0.12461805555358296</c:v>
                </c:pt>
                <c:pt idx="10768">
                  <c:v>0.12462962963036261</c:v>
                </c:pt>
                <c:pt idx="10769">
                  <c:v>0.12464120369986631</c:v>
                </c:pt>
                <c:pt idx="10770">
                  <c:v>0.12465277777664596</c:v>
                </c:pt>
                <c:pt idx="10771">
                  <c:v>0.12466435184614966</c:v>
                </c:pt>
                <c:pt idx="10772">
                  <c:v>0.12467592592292931</c:v>
                </c:pt>
                <c:pt idx="10773">
                  <c:v>0.12468749999970896</c:v>
                </c:pt>
                <c:pt idx="10774">
                  <c:v>0.12469907406921266</c:v>
                </c:pt>
                <c:pt idx="10775">
                  <c:v>0.12471064814599231</c:v>
                </c:pt>
                <c:pt idx="10776">
                  <c:v>0.12472222222277196</c:v>
                </c:pt>
                <c:pt idx="10777">
                  <c:v>0.12473379629227566</c:v>
                </c:pt>
                <c:pt idx="10778">
                  <c:v>0.12474537036905531</c:v>
                </c:pt>
                <c:pt idx="10779">
                  <c:v>0.124756944438559</c:v>
                </c:pt>
                <c:pt idx="10780">
                  <c:v>0.12476851851533866</c:v>
                </c:pt>
                <c:pt idx="10781">
                  <c:v>0.12478009259211831</c:v>
                </c:pt>
                <c:pt idx="10782">
                  <c:v>0.124791666661622</c:v>
                </c:pt>
                <c:pt idx="10783">
                  <c:v>0.12480324073840166</c:v>
                </c:pt>
                <c:pt idx="10784">
                  <c:v>0.12481481481518131</c:v>
                </c:pt>
                <c:pt idx="10785">
                  <c:v>0.124826388884685</c:v>
                </c:pt>
                <c:pt idx="10786">
                  <c:v>0.12483796296146465</c:v>
                </c:pt>
                <c:pt idx="10787">
                  <c:v>0.12484953703824431</c:v>
                </c:pt>
                <c:pt idx="10788">
                  <c:v>0.124861111107748</c:v>
                </c:pt>
                <c:pt idx="10789">
                  <c:v>0.12487268518452765</c:v>
                </c:pt>
                <c:pt idx="10790">
                  <c:v>0.12488425925403135</c:v>
                </c:pt>
                <c:pt idx="10791">
                  <c:v>0.124895833330811</c:v>
                </c:pt>
                <c:pt idx="10792">
                  <c:v>0.12490740740759065</c:v>
                </c:pt>
                <c:pt idx="10793">
                  <c:v>0.12491898147709435</c:v>
                </c:pt>
                <c:pt idx="10794">
                  <c:v>0.124930555553874</c:v>
                </c:pt>
                <c:pt idx="10795">
                  <c:v>0.12494212963065365</c:v>
                </c:pt>
                <c:pt idx="10796">
                  <c:v>0.12495370370015735</c:v>
                </c:pt>
                <c:pt idx="10797">
                  <c:v>0.124965277776937</c:v>
                </c:pt>
                <c:pt idx="10798">
                  <c:v>0.1249768518464407</c:v>
                </c:pt>
                <c:pt idx="10799">
                  <c:v>0.12498842592322035</c:v>
                </c:pt>
                <c:pt idx="10800">
                  <c:v>0.125</c:v>
                </c:pt>
                <c:pt idx="10801">
                  <c:v>0.12501157406950369</c:v>
                </c:pt>
                <c:pt idx="10802">
                  <c:v>0.12502314814628335</c:v>
                </c:pt>
                <c:pt idx="10803">
                  <c:v>0.125034722223063</c:v>
                </c:pt>
                <c:pt idx="10804">
                  <c:v>0.12504629629256669</c:v>
                </c:pt>
                <c:pt idx="10805">
                  <c:v>0.12505787036934635</c:v>
                </c:pt>
                <c:pt idx="10806">
                  <c:v>0.12506944443885004</c:v>
                </c:pt>
                <c:pt idx="10807">
                  <c:v>0.12508101851562969</c:v>
                </c:pt>
                <c:pt idx="10808">
                  <c:v>0.12509259259240935</c:v>
                </c:pt>
                <c:pt idx="10809">
                  <c:v>0.12510416666191304</c:v>
                </c:pt>
                <c:pt idx="10810">
                  <c:v>0.12511574073869269</c:v>
                </c:pt>
                <c:pt idx="10811">
                  <c:v>0.12512731481547235</c:v>
                </c:pt>
                <c:pt idx="10812">
                  <c:v>0.12513888888497604</c:v>
                </c:pt>
                <c:pt idx="10813">
                  <c:v>0.12515046296175569</c:v>
                </c:pt>
                <c:pt idx="10814">
                  <c:v>0.12516203703125939</c:v>
                </c:pt>
                <c:pt idx="10815">
                  <c:v>0.12517361110803904</c:v>
                </c:pt>
                <c:pt idx="10816">
                  <c:v>0.12518518518481869</c:v>
                </c:pt>
                <c:pt idx="10817">
                  <c:v>0.12519675925432239</c:v>
                </c:pt>
                <c:pt idx="10818">
                  <c:v>0.12520833333110204</c:v>
                </c:pt>
                <c:pt idx="10819">
                  <c:v>0.12521990740788169</c:v>
                </c:pt>
                <c:pt idx="10820">
                  <c:v>0.12523148147738539</c:v>
                </c:pt>
                <c:pt idx="10821">
                  <c:v>0.12524305555416504</c:v>
                </c:pt>
                <c:pt idx="10822">
                  <c:v>0.12525462963094469</c:v>
                </c:pt>
                <c:pt idx="10823">
                  <c:v>0.12526620370044839</c:v>
                </c:pt>
                <c:pt idx="10824">
                  <c:v>0.12527777777722804</c:v>
                </c:pt>
                <c:pt idx="10825">
                  <c:v>0.12528935184673173</c:v>
                </c:pt>
                <c:pt idx="10826">
                  <c:v>0.12530092592351139</c:v>
                </c:pt>
                <c:pt idx="10827">
                  <c:v>0.12531250000029104</c:v>
                </c:pt>
                <c:pt idx="10828">
                  <c:v>0.12532407406979473</c:v>
                </c:pt>
                <c:pt idx="10829">
                  <c:v>0.12533564814657439</c:v>
                </c:pt>
                <c:pt idx="10830">
                  <c:v>0.12534722222335404</c:v>
                </c:pt>
                <c:pt idx="10831">
                  <c:v>0.12535879629285773</c:v>
                </c:pt>
                <c:pt idx="10832">
                  <c:v>0.12537037036963739</c:v>
                </c:pt>
                <c:pt idx="10833">
                  <c:v>0.12538194443914108</c:v>
                </c:pt>
                <c:pt idx="10834">
                  <c:v>0.12539351851592073</c:v>
                </c:pt>
                <c:pt idx="10835">
                  <c:v>0.12540509259270038</c:v>
                </c:pt>
                <c:pt idx="10836">
                  <c:v>0.12541666666220408</c:v>
                </c:pt>
                <c:pt idx="10837">
                  <c:v>0.12542824073898373</c:v>
                </c:pt>
                <c:pt idx="10838">
                  <c:v>0.12543981481576338</c:v>
                </c:pt>
                <c:pt idx="10839">
                  <c:v>0.12545138888526708</c:v>
                </c:pt>
                <c:pt idx="10840">
                  <c:v>0.12546296296204673</c:v>
                </c:pt>
                <c:pt idx="10841">
                  <c:v>0.12547453703155043</c:v>
                </c:pt>
                <c:pt idx="10842">
                  <c:v>0.12548611110833008</c:v>
                </c:pt>
                <c:pt idx="10843">
                  <c:v>0.12549768518510973</c:v>
                </c:pt>
                <c:pt idx="10844">
                  <c:v>0.12550925925461343</c:v>
                </c:pt>
                <c:pt idx="10845">
                  <c:v>0.12552083333139308</c:v>
                </c:pt>
                <c:pt idx="10846">
                  <c:v>0.12553240740817273</c:v>
                </c:pt>
                <c:pt idx="10847">
                  <c:v>0.12554398147767643</c:v>
                </c:pt>
                <c:pt idx="10848">
                  <c:v>0.12555555555445608</c:v>
                </c:pt>
                <c:pt idx="10849">
                  <c:v>0.12556712962395977</c:v>
                </c:pt>
                <c:pt idx="10850">
                  <c:v>0.12557870370073942</c:v>
                </c:pt>
                <c:pt idx="10851">
                  <c:v>0.12559027777751908</c:v>
                </c:pt>
                <c:pt idx="10852">
                  <c:v>0.12560185184702277</c:v>
                </c:pt>
                <c:pt idx="10853">
                  <c:v>0.12561342592380242</c:v>
                </c:pt>
                <c:pt idx="10854">
                  <c:v>0.12562500000058208</c:v>
                </c:pt>
                <c:pt idx="10855">
                  <c:v>0.12563657407008577</c:v>
                </c:pt>
                <c:pt idx="10856">
                  <c:v>0.12564814814686542</c:v>
                </c:pt>
                <c:pt idx="10857">
                  <c:v>0.12565972221636912</c:v>
                </c:pt>
                <c:pt idx="10858">
                  <c:v>0.12567129629314877</c:v>
                </c:pt>
                <c:pt idx="10859">
                  <c:v>0.12568287036992842</c:v>
                </c:pt>
                <c:pt idx="10860">
                  <c:v>0.12569444443943212</c:v>
                </c:pt>
                <c:pt idx="10861">
                  <c:v>0.12570601851621177</c:v>
                </c:pt>
                <c:pt idx="10862">
                  <c:v>0.12571759259299142</c:v>
                </c:pt>
                <c:pt idx="10863">
                  <c:v>0.12572916666249512</c:v>
                </c:pt>
                <c:pt idx="10864">
                  <c:v>0.12574074073927477</c:v>
                </c:pt>
                <c:pt idx="10865">
                  <c:v>0.12575231481605442</c:v>
                </c:pt>
                <c:pt idx="10866">
                  <c:v>0.12576388888555812</c:v>
                </c:pt>
                <c:pt idx="10867">
                  <c:v>0.12577546296233777</c:v>
                </c:pt>
                <c:pt idx="10868">
                  <c:v>0.12578703703184146</c:v>
                </c:pt>
                <c:pt idx="10869">
                  <c:v>0.12579861110862112</c:v>
                </c:pt>
                <c:pt idx="10870">
                  <c:v>0.12581018518540077</c:v>
                </c:pt>
                <c:pt idx="10871">
                  <c:v>0.12582175925490446</c:v>
                </c:pt>
                <c:pt idx="10872">
                  <c:v>0.12583333333168412</c:v>
                </c:pt>
                <c:pt idx="10873">
                  <c:v>0.12584490740846377</c:v>
                </c:pt>
                <c:pt idx="10874">
                  <c:v>0.12585648147796746</c:v>
                </c:pt>
                <c:pt idx="10875">
                  <c:v>0.12586805555474712</c:v>
                </c:pt>
                <c:pt idx="10876">
                  <c:v>0.12587962962425081</c:v>
                </c:pt>
                <c:pt idx="10877">
                  <c:v>0.12589120370103046</c:v>
                </c:pt>
                <c:pt idx="10878">
                  <c:v>0.12590277777781012</c:v>
                </c:pt>
                <c:pt idx="10879">
                  <c:v>0.12591435184731381</c:v>
                </c:pt>
                <c:pt idx="10880">
                  <c:v>0.12592592592409346</c:v>
                </c:pt>
                <c:pt idx="10881">
                  <c:v>0.12593750000087311</c:v>
                </c:pt>
                <c:pt idx="10882">
                  <c:v>0.12594907407037681</c:v>
                </c:pt>
                <c:pt idx="10883">
                  <c:v>0.12596064814715646</c:v>
                </c:pt>
                <c:pt idx="10884">
                  <c:v>0.12597222221666016</c:v>
                </c:pt>
                <c:pt idx="10885">
                  <c:v>0.12598379629343981</c:v>
                </c:pt>
                <c:pt idx="10886">
                  <c:v>0.12599537037021946</c:v>
                </c:pt>
                <c:pt idx="10887">
                  <c:v>0.12600694443972316</c:v>
                </c:pt>
                <c:pt idx="10888">
                  <c:v>0.12601851851650281</c:v>
                </c:pt>
                <c:pt idx="10889">
                  <c:v>0.12603009259328246</c:v>
                </c:pt>
                <c:pt idx="10890">
                  <c:v>0.12604166666278616</c:v>
                </c:pt>
                <c:pt idx="10891">
                  <c:v>0.12605324073956581</c:v>
                </c:pt>
                <c:pt idx="10892">
                  <c:v>0.1260648148090695</c:v>
                </c:pt>
                <c:pt idx="10893">
                  <c:v>0.12607638888584916</c:v>
                </c:pt>
                <c:pt idx="10894">
                  <c:v>0.12608796296262881</c:v>
                </c:pt>
                <c:pt idx="10895">
                  <c:v>0.1260995370321325</c:v>
                </c:pt>
                <c:pt idx="10896">
                  <c:v>0.12611111110891216</c:v>
                </c:pt>
                <c:pt idx="10897">
                  <c:v>0.12612268518569181</c:v>
                </c:pt>
                <c:pt idx="10898">
                  <c:v>0.1261342592551955</c:v>
                </c:pt>
                <c:pt idx="10899">
                  <c:v>0.12614583333197515</c:v>
                </c:pt>
                <c:pt idx="10900">
                  <c:v>0.12615740740147885</c:v>
                </c:pt>
                <c:pt idx="10901">
                  <c:v>0.1261689814782585</c:v>
                </c:pt>
                <c:pt idx="10902">
                  <c:v>0.12618055555503815</c:v>
                </c:pt>
                <c:pt idx="10903">
                  <c:v>0.12619212962454185</c:v>
                </c:pt>
                <c:pt idx="10904">
                  <c:v>0.1262037037013215</c:v>
                </c:pt>
                <c:pt idx="10905">
                  <c:v>0.12621527777810115</c:v>
                </c:pt>
                <c:pt idx="10906">
                  <c:v>0.12622685184760485</c:v>
                </c:pt>
                <c:pt idx="10907">
                  <c:v>0.1262384259243845</c:v>
                </c:pt>
                <c:pt idx="10908">
                  <c:v>0.12625000000116415</c:v>
                </c:pt>
                <c:pt idx="10909">
                  <c:v>0.12626157407066785</c:v>
                </c:pt>
                <c:pt idx="10910">
                  <c:v>0.1262731481474475</c:v>
                </c:pt>
                <c:pt idx="10911">
                  <c:v>0.1262847222169512</c:v>
                </c:pt>
                <c:pt idx="10912">
                  <c:v>0.12629629629373085</c:v>
                </c:pt>
                <c:pt idx="10913">
                  <c:v>0.1263078703705105</c:v>
                </c:pt>
                <c:pt idx="10914">
                  <c:v>0.12631944444001419</c:v>
                </c:pt>
                <c:pt idx="10915">
                  <c:v>0.12633101851679385</c:v>
                </c:pt>
                <c:pt idx="10916">
                  <c:v>0.1263425925935735</c:v>
                </c:pt>
                <c:pt idx="10917">
                  <c:v>0.12635416666307719</c:v>
                </c:pt>
                <c:pt idx="10918">
                  <c:v>0.12636574073985685</c:v>
                </c:pt>
                <c:pt idx="10919">
                  <c:v>0.12637731480936054</c:v>
                </c:pt>
                <c:pt idx="10920">
                  <c:v>0.12638888888614019</c:v>
                </c:pt>
                <c:pt idx="10921">
                  <c:v>0.12640046296291985</c:v>
                </c:pt>
                <c:pt idx="10922">
                  <c:v>0.12641203703242354</c:v>
                </c:pt>
                <c:pt idx="10923">
                  <c:v>0.12642361110920319</c:v>
                </c:pt>
                <c:pt idx="10924">
                  <c:v>0.12643518518598285</c:v>
                </c:pt>
                <c:pt idx="10925">
                  <c:v>0.12644675925548654</c:v>
                </c:pt>
                <c:pt idx="10926">
                  <c:v>0.12645833333226619</c:v>
                </c:pt>
                <c:pt idx="10927">
                  <c:v>0.12646990740176989</c:v>
                </c:pt>
                <c:pt idx="10928">
                  <c:v>0.12648148147854954</c:v>
                </c:pt>
                <c:pt idx="10929">
                  <c:v>0.12649305555532919</c:v>
                </c:pt>
                <c:pt idx="10930">
                  <c:v>0.12650462962483289</c:v>
                </c:pt>
                <c:pt idx="10931">
                  <c:v>0.12651620370161254</c:v>
                </c:pt>
                <c:pt idx="10932">
                  <c:v>0.12652777777839219</c:v>
                </c:pt>
                <c:pt idx="10933">
                  <c:v>0.12653935184789589</c:v>
                </c:pt>
                <c:pt idx="10934">
                  <c:v>0.12655092592467554</c:v>
                </c:pt>
                <c:pt idx="10935">
                  <c:v>0.12656249999417923</c:v>
                </c:pt>
                <c:pt idx="10936">
                  <c:v>0.12657407407095889</c:v>
                </c:pt>
                <c:pt idx="10937">
                  <c:v>0.12658564814773854</c:v>
                </c:pt>
                <c:pt idx="10938">
                  <c:v>0.12659722221724223</c:v>
                </c:pt>
                <c:pt idx="10939">
                  <c:v>0.12660879629402189</c:v>
                </c:pt>
                <c:pt idx="10940">
                  <c:v>0.12662037037080154</c:v>
                </c:pt>
                <c:pt idx="10941">
                  <c:v>0.12663194444030523</c:v>
                </c:pt>
                <c:pt idx="10942">
                  <c:v>0.12664351851708489</c:v>
                </c:pt>
                <c:pt idx="10943">
                  <c:v>0.12665509259386454</c:v>
                </c:pt>
                <c:pt idx="10944">
                  <c:v>0.12666666666336823</c:v>
                </c:pt>
                <c:pt idx="10945">
                  <c:v>0.12667824074014788</c:v>
                </c:pt>
                <c:pt idx="10946">
                  <c:v>0.12668981480965158</c:v>
                </c:pt>
                <c:pt idx="10947">
                  <c:v>0.12670138888643123</c:v>
                </c:pt>
                <c:pt idx="10948">
                  <c:v>0.12671296296321088</c:v>
                </c:pt>
                <c:pt idx="10949">
                  <c:v>0.12672453703271458</c:v>
                </c:pt>
                <c:pt idx="10950">
                  <c:v>0.12673611110949423</c:v>
                </c:pt>
                <c:pt idx="10951">
                  <c:v>0.12674768518627388</c:v>
                </c:pt>
                <c:pt idx="10952">
                  <c:v>0.12675925925577758</c:v>
                </c:pt>
                <c:pt idx="10953">
                  <c:v>0.12677083333255723</c:v>
                </c:pt>
                <c:pt idx="10954">
                  <c:v>0.12678240740206093</c:v>
                </c:pt>
                <c:pt idx="10955">
                  <c:v>0.12679398147884058</c:v>
                </c:pt>
                <c:pt idx="10956">
                  <c:v>0.12680555555562023</c:v>
                </c:pt>
                <c:pt idx="10957">
                  <c:v>0.12681712962512393</c:v>
                </c:pt>
                <c:pt idx="10958">
                  <c:v>0.12682870370190358</c:v>
                </c:pt>
                <c:pt idx="10959">
                  <c:v>0.12684027777868323</c:v>
                </c:pt>
                <c:pt idx="10960">
                  <c:v>0.12685185184818693</c:v>
                </c:pt>
                <c:pt idx="10961">
                  <c:v>0.12686342592496658</c:v>
                </c:pt>
                <c:pt idx="10962">
                  <c:v>0.12687499999447027</c:v>
                </c:pt>
                <c:pt idx="10963">
                  <c:v>0.12688657407124992</c:v>
                </c:pt>
                <c:pt idx="10964">
                  <c:v>0.12689814814802958</c:v>
                </c:pt>
                <c:pt idx="10965">
                  <c:v>0.12690972221753327</c:v>
                </c:pt>
                <c:pt idx="10966">
                  <c:v>0.12692129629431292</c:v>
                </c:pt>
                <c:pt idx="10967">
                  <c:v>0.12693287037109258</c:v>
                </c:pt>
                <c:pt idx="10968">
                  <c:v>0.12694444444059627</c:v>
                </c:pt>
                <c:pt idx="10969">
                  <c:v>0.12695601851737592</c:v>
                </c:pt>
                <c:pt idx="10970">
                  <c:v>0.12696759258687962</c:v>
                </c:pt>
                <c:pt idx="10971">
                  <c:v>0.12697916666365927</c:v>
                </c:pt>
                <c:pt idx="10972">
                  <c:v>0.12699074074043892</c:v>
                </c:pt>
                <c:pt idx="10973">
                  <c:v>0.12700231480994262</c:v>
                </c:pt>
                <c:pt idx="10974">
                  <c:v>0.12701388888672227</c:v>
                </c:pt>
                <c:pt idx="10975">
                  <c:v>0.12702546296350192</c:v>
                </c:pt>
                <c:pt idx="10976">
                  <c:v>0.12703703703300562</c:v>
                </c:pt>
                <c:pt idx="10977">
                  <c:v>0.12704861110978527</c:v>
                </c:pt>
                <c:pt idx="10978">
                  <c:v>0.12706018517928896</c:v>
                </c:pt>
                <c:pt idx="10979">
                  <c:v>0.12707175925606862</c:v>
                </c:pt>
                <c:pt idx="10980">
                  <c:v>0.12708333333284827</c:v>
                </c:pt>
                <c:pt idx="10981">
                  <c:v>0.12709490740235196</c:v>
                </c:pt>
                <c:pt idx="10982">
                  <c:v>0.12710648147913162</c:v>
                </c:pt>
                <c:pt idx="10983">
                  <c:v>0.12711805555591127</c:v>
                </c:pt>
                <c:pt idx="10984">
                  <c:v>0.12712962962541496</c:v>
                </c:pt>
                <c:pt idx="10985">
                  <c:v>0.12714120370219462</c:v>
                </c:pt>
                <c:pt idx="10986">
                  <c:v>0.12715277777897427</c:v>
                </c:pt>
                <c:pt idx="10987">
                  <c:v>0.12716435184847796</c:v>
                </c:pt>
                <c:pt idx="10988">
                  <c:v>0.12717592592525762</c:v>
                </c:pt>
                <c:pt idx="10989">
                  <c:v>0.12718749999476131</c:v>
                </c:pt>
                <c:pt idx="10990">
                  <c:v>0.12719907407154096</c:v>
                </c:pt>
                <c:pt idx="10991">
                  <c:v>0.12721064814832062</c:v>
                </c:pt>
                <c:pt idx="10992">
                  <c:v>0.12722222221782431</c:v>
                </c:pt>
                <c:pt idx="10993">
                  <c:v>0.12723379629460396</c:v>
                </c:pt>
                <c:pt idx="10994">
                  <c:v>0.12724537037138361</c:v>
                </c:pt>
                <c:pt idx="10995">
                  <c:v>0.12725694444088731</c:v>
                </c:pt>
                <c:pt idx="10996">
                  <c:v>0.12726851851766696</c:v>
                </c:pt>
                <c:pt idx="10997">
                  <c:v>0.12728009258717066</c:v>
                </c:pt>
                <c:pt idx="10998">
                  <c:v>0.12729166666395031</c:v>
                </c:pt>
                <c:pt idx="10999">
                  <c:v>0.12730324074072996</c:v>
                </c:pt>
                <c:pt idx="11000">
                  <c:v>0.12731481481023366</c:v>
                </c:pt>
                <c:pt idx="11001">
                  <c:v>0.12732638888701331</c:v>
                </c:pt>
                <c:pt idx="11002">
                  <c:v>0.12733796296379296</c:v>
                </c:pt>
                <c:pt idx="11003">
                  <c:v>0.12734953703329666</c:v>
                </c:pt>
                <c:pt idx="11004">
                  <c:v>0.12736111111007631</c:v>
                </c:pt>
                <c:pt idx="11005">
                  <c:v>0.12737268517958</c:v>
                </c:pt>
                <c:pt idx="11006">
                  <c:v>0.12738425925635966</c:v>
                </c:pt>
                <c:pt idx="11007">
                  <c:v>0.12739583333313931</c:v>
                </c:pt>
                <c:pt idx="11008">
                  <c:v>0.127407407402643</c:v>
                </c:pt>
                <c:pt idx="11009">
                  <c:v>0.12741898147942265</c:v>
                </c:pt>
                <c:pt idx="11010">
                  <c:v>0.12743055555620231</c:v>
                </c:pt>
                <c:pt idx="11011">
                  <c:v>0.127442129625706</c:v>
                </c:pt>
                <c:pt idx="11012">
                  <c:v>0.12745370370248565</c:v>
                </c:pt>
                <c:pt idx="11013">
                  <c:v>0.12746527777198935</c:v>
                </c:pt>
                <c:pt idx="11014">
                  <c:v>0.127476851848769</c:v>
                </c:pt>
                <c:pt idx="11015">
                  <c:v>0.12748842592554865</c:v>
                </c:pt>
                <c:pt idx="11016">
                  <c:v>0.12749999999505235</c:v>
                </c:pt>
                <c:pt idx="11017">
                  <c:v>0.127511574071832</c:v>
                </c:pt>
                <c:pt idx="11018">
                  <c:v>0.12752314814861165</c:v>
                </c:pt>
                <c:pt idx="11019">
                  <c:v>0.12753472221811535</c:v>
                </c:pt>
                <c:pt idx="11020">
                  <c:v>0.127546296294895</c:v>
                </c:pt>
                <c:pt idx="11021">
                  <c:v>0.12755787037167465</c:v>
                </c:pt>
                <c:pt idx="11022">
                  <c:v>0.12756944444117835</c:v>
                </c:pt>
                <c:pt idx="11023">
                  <c:v>0.127581018517958</c:v>
                </c:pt>
                <c:pt idx="11024">
                  <c:v>0.1275925925874617</c:v>
                </c:pt>
                <c:pt idx="11025">
                  <c:v>0.12760416666424135</c:v>
                </c:pt>
                <c:pt idx="11026">
                  <c:v>0.127615740741021</c:v>
                </c:pt>
                <c:pt idx="11027">
                  <c:v>0.12762731481052469</c:v>
                </c:pt>
                <c:pt idx="11028">
                  <c:v>0.12763888888730435</c:v>
                </c:pt>
                <c:pt idx="11029">
                  <c:v>0.127650462964084</c:v>
                </c:pt>
                <c:pt idx="11030">
                  <c:v>0.12766203703358769</c:v>
                </c:pt>
                <c:pt idx="11031">
                  <c:v>0.12767361111036735</c:v>
                </c:pt>
                <c:pt idx="11032">
                  <c:v>0.12768518517987104</c:v>
                </c:pt>
                <c:pt idx="11033">
                  <c:v>0.12769675925665069</c:v>
                </c:pt>
                <c:pt idx="11034">
                  <c:v>0.12770833333343035</c:v>
                </c:pt>
                <c:pt idx="11035">
                  <c:v>0.12771990740293404</c:v>
                </c:pt>
                <c:pt idx="11036">
                  <c:v>0.12773148147971369</c:v>
                </c:pt>
                <c:pt idx="11037">
                  <c:v>0.12774305555649335</c:v>
                </c:pt>
                <c:pt idx="11038">
                  <c:v>0.12775462962599704</c:v>
                </c:pt>
                <c:pt idx="11039">
                  <c:v>0.12776620370277669</c:v>
                </c:pt>
                <c:pt idx="11040">
                  <c:v>0.12777777777228039</c:v>
                </c:pt>
                <c:pt idx="11041">
                  <c:v>0.12778935184906004</c:v>
                </c:pt>
                <c:pt idx="11042">
                  <c:v>0.12780092592583969</c:v>
                </c:pt>
                <c:pt idx="11043">
                  <c:v>0.12781249999534339</c:v>
                </c:pt>
                <c:pt idx="11044">
                  <c:v>0.12782407407212304</c:v>
                </c:pt>
                <c:pt idx="11045">
                  <c:v>0.12783564814890269</c:v>
                </c:pt>
                <c:pt idx="11046">
                  <c:v>0.12784722221840639</c:v>
                </c:pt>
                <c:pt idx="11047">
                  <c:v>0.12785879629518604</c:v>
                </c:pt>
                <c:pt idx="11048">
                  <c:v>0.12787037036468973</c:v>
                </c:pt>
                <c:pt idx="11049">
                  <c:v>0.12788194444146939</c:v>
                </c:pt>
                <c:pt idx="11050">
                  <c:v>0.12789351851824904</c:v>
                </c:pt>
                <c:pt idx="11051">
                  <c:v>0.12790509258775273</c:v>
                </c:pt>
                <c:pt idx="11052">
                  <c:v>0.12791666666453239</c:v>
                </c:pt>
                <c:pt idx="11053">
                  <c:v>0.12792824074131204</c:v>
                </c:pt>
                <c:pt idx="11054">
                  <c:v>0.12793981481081573</c:v>
                </c:pt>
                <c:pt idx="11055">
                  <c:v>0.12795138888759539</c:v>
                </c:pt>
                <c:pt idx="11056">
                  <c:v>0.12796296295709908</c:v>
                </c:pt>
                <c:pt idx="11057">
                  <c:v>0.12797453703387873</c:v>
                </c:pt>
                <c:pt idx="11058">
                  <c:v>0.12798611111065838</c:v>
                </c:pt>
                <c:pt idx="11059">
                  <c:v>0.12799768518016208</c:v>
                </c:pt>
                <c:pt idx="11060">
                  <c:v>0.12800925925694173</c:v>
                </c:pt>
                <c:pt idx="11061">
                  <c:v>0.12802083333372138</c:v>
                </c:pt>
                <c:pt idx="11062">
                  <c:v>0.12803240740322508</c:v>
                </c:pt>
                <c:pt idx="11063">
                  <c:v>0.12804398148000473</c:v>
                </c:pt>
                <c:pt idx="11064">
                  <c:v>0.12805555555678438</c:v>
                </c:pt>
                <c:pt idx="11065">
                  <c:v>0.12806712962628808</c:v>
                </c:pt>
                <c:pt idx="11066">
                  <c:v>0.12807870370306773</c:v>
                </c:pt>
                <c:pt idx="11067">
                  <c:v>0.12809027777257143</c:v>
                </c:pt>
                <c:pt idx="11068">
                  <c:v>0.12810185184935108</c:v>
                </c:pt>
                <c:pt idx="11069">
                  <c:v>0.12811342592613073</c:v>
                </c:pt>
                <c:pt idx="11070">
                  <c:v>0.12812499999563443</c:v>
                </c:pt>
                <c:pt idx="11071">
                  <c:v>0.12813657407241408</c:v>
                </c:pt>
                <c:pt idx="11072">
                  <c:v>0.12814814814919373</c:v>
                </c:pt>
                <c:pt idx="11073">
                  <c:v>0.12815972221869742</c:v>
                </c:pt>
                <c:pt idx="11074">
                  <c:v>0.12817129629547708</c:v>
                </c:pt>
                <c:pt idx="11075">
                  <c:v>0.12818287036498077</c:v>
                </c:pt>
                <c:pt idx="11076">
                  <c:v>0.12819444444176042</c:v>
                </c:pt>
                <c:pt idx="11077">
                  <c:v>0.12820601851854008</c:v>
                </c:pt>
                <c:pt idx="11078">
                  <c:v>0.12821759258804377</c:v>
                </c:pt>
                <c:pt idx="11079">
                  <c:v>0.12822916666482342</c:v>
                </c:pt>
                <c:pt idx="11080">
                  <c:v>0.12824074074160308</c:v>
                </c:pt>
                <c:pt idx="11081">
                  <c:v>0.12825231481110677</c:v>
                </c:pt>
                <c:pt idx="11082">
                  <c:v>0.12826388888788642</c:v>
                </c:pt>
                <c:pt idx="11083">
                  <c:v>0.12827546295739012</c:v>
                </c:pt>
                <c:pt idx="11084">
                  <c:v>0.12828703703416977</c:v>
                </c:pt>
                <c:pt idx="11085">
                  <c:v>0.12829861111094942</c:v>
                </c:pt>
                <c:pt idx="11086">
                  <c:v>0.12831018518045312</c:v>
                </c:pt>
                <c:pt idx="11087">
                  <c:v>0.12832175925723277</c:v>
                </c:pt>
                <c:pt idx="11088">
                  <c:v>0.12833333333401242</c:v>
                </c:pt>
                <c:pt idx="11089">
                  <c:v>0.12834490740351612</c:v>
                </c:pt>
                <c:pt idx="11090">
                  <c:v>0.12835648148029577</c:v>
                </c:pt>
                <c:pt idx="11091">
                  <c:v>0.12836805554979946</c:v>
                </c:pt>
                <c:pt idx="11092">
                  <c:v>0.12837962962657912</c:v>
                </c:pt>
                <c:pt idx="11093">
                  <c:v>0.12839120370335877</c:v>
                </c:pt>
                <c:pt idx="11094">
                  <c:v>0.12840277777286246</c:v>
                </c:pt>
                <c:pt idx="11095">
                  <c:v>0.12841435184964212</c:v>
                </c:pt>
                <c:pt idx="11096">
                  <c:v>0.12842592592642177</c:v>
                </c:pt>
                <c:pt idx="11097">
                  <c:v>0.12843749999592546</c:v>
                </c:pt>
                <c:pt idx="11098">
                  <c:v>0.12844907407270512</c:v>
                </c:pt>
                <c:pt idx="11099">
                  <c:v>0.12846064814948477</c:v>
                </c:pt>
                <c:pt idx="11100">
                  <c:v>0.12847222221898846</c:v>
                </c:pt>
                <c:pt idx="11101">
                  <c:v>0.12848379629576812</c:v>
                </c:pt>
                <c:pt idx="11102">
                  <c:v>0.12849537036527181</c:v>
                </c:pt>
                <c:pt idx="11103">
                  <c:v>0.12850694444205146</c:v>
                </c:pt>
                <c:pt idx="11104">
                  <c:v>0.12851851851883112</c:v>
                </c:pt>
                <c:pt idx="11105">
                  <c:v>0.12853009258833481</c:v>
                </c:pt>
                <c:pt idx="11106">
                  <c:v>0.12854166666511446</c:v>
                </c:pt>
                <c:pt idx="11107">
                  <c:v>0.12855324074189411</c:v>
                </c:pt>
                <c:pt idx="11108">
                  <c:v>0.12856481481139781</c:v>
                </c:pt>
                <c:pt idx="11109">
                  <c:v>0.12857638888817746</c:v>
                </c:pt>
                <c:pt idx="11110">
                  <c:v>0.12858796295768116</c:v>
                </c:pt>
                <c:pt idx="11111">
                  <c:v>0.12859953703446081</c:v>
                </c:pt>
                <c:pt idx="11112">
                  <c:v>0.12861111111124046</c:v>
                </c:pt>
                <c:pt idx="11113">
                  <c:v>0.12862268518074416</c:v>
                </c:pt>
                <c:pt idx="11114">
                  <c:v>0.12863425925752381</c:v>
                </c:pt>
                <c:pt idx="11115">
                  <c:v>0.12864583333430346</c:v>
                </c:pt>
                <c:pt idx="11116">
                  <c:v>0.12865740740380716</c:v>
                </c:pt>
                <c:pt idx="11117">
                  <c:v>0.12866898148058681</c:v>
                </c:pt>
                <c:pt idx="11118">
                  <c:v>0.1286805555500905</c:v>
                </c:pt>
                <c:pt idx="11119">
                  <c:v>0.12869212962687016</c:v>
                </c:pt>
                <c:pt idx="11120">
                  <c:v>0.12870370370364981</c:v>
                </c:pt>
                <c:pt idx="11121">
                  <c:v>0.1287152777731535</c:v>
                </c:pt>
                <c:pt idx="11122">
                  <c:v>0.12872685184993315</c:v>
                </c:pt>
                <c:pt idx="11123">
                  <c:v>0.12873842592671281</c:v>
                </c:pt>
                <c:pt idx="11124">
                  <c:v>0.1287499999962165</c:v>
                </c:pt>
                <c:pt idx="11125">
                  <c:v>0.12876157407299615</c:v>
                </c:pt>
                <c:pt idx="11126">
                  <c:v>0.12877314814249985</c:v>
                </c:pt>
                <c:pt idx="11127">
                  <c:v>0.1287847222192795</c:v>
                </c:pt>
                <c:pt idx="11128">
                  <c:v>0.12879629629605915</c:v>
                </c:pt>
                <c:pt idx="11129">
                  <c:v>0.12880787036556285</c:v>
                </c:pt>
                <c:pt idx="11130">
                  <c:v>0.1288194444423425</c:v>
                </c:pt>
                <c:pt idx="11131">
                  <c:v>0.12883101851912215</c:v>
                </c:pt>
                <c:pt idx="11132">
                  <c:v>0.12884259258862585</c:v>
                </c:pt>
                <c:pt idx="11133">
                  <c:v>0.1288541666654055</c:v>
                </c:pt>
                <c:pt idx="11134">
                  <c:v>0.1288657407349092</c:v>
                </c:pt>
                <c:pt idx="11135">
                  <c:v>0.12887731481168885</c:v>
                </c:pt>
                <c:pt idx="11136">
                  <c:v>0.1288888888884685</c:v>
                </c:pt>
                <c:pt idx="11137">
                  <c:v>0.12890046295797219</c:v>
                </c:pt>
                <c:pt idx="11138">
                  <c:v>0.12891203703475185</c:v>
                </c:pt>
                <c:pt idx="11139">
                  <c:v>0.1289236111115315</c:v>
                </c:pt>
                <c:pt idx="11140">
                  <c:v>0.12893518518103519</c:v>
                </c:pt>
                <c:pt idx="11141">
                  <c:v>0.12894675925781485</c:v>
                </c:pt>
                <c:pt idx="11142">
                  <c:v>0.1289583333345945</c:v>
                </c:pt>
                <c:pt idx="11143">
                  <c:v>0.12896990740409819</c:v>
                </c:pt>
                <c:pt idx="11144">
                  <c:v>0.12898148148087785</c:v>
                </c:pt>
                <c:pt idx="11145">
                  <c:v>0.12899305555038154</c:v>
                </c:pt>
                <c:pt idx="11146">
                  <c:v>0.12900462962716119</c:v>
                </c:pt>
                <c:pt idx="11147">
                  <c:v>0.12901620370394085</c:v>
                </c:pt>
                <c:pt idx="11148">
                  <c:v>0.12902777777344454</c:v>
                </c:pt>
                <c:pt idx="11149">
                  <c:v>0.12903935185022419</c:v>
                </c:pt>
                <c:pt idx="11150">
                  <c:v>0.12905092592700385</c:v>
                </c:pt>
                <c:pt idx="11151">
                  <c:v>0.12906249999650754</c:v>
                </c:pt>
                <c:pt idx="11152">
                  <c:v>0.12907407407328719</c:v>
                </c:pt>
                <c:pt idx="11153">
                  <c:v>0.12908564814279089</c:v>
                </c:pt>
                <c:pt idx="11154">
                  <c:v>0.12909722221957054</c:v>
                </c:pt>
                <c:pt idx="11155">
                  <c:v>0.12910879629635019</c:v>
                </c:pt>
                <c:pt idx="11156">
                  <c:v>0.12912037036585389</c:v>
                </c:pt>
                <c:pt idx="11157">
                  <c:v>0.12913194444263354</c:v>
                </c:pt>
                <c:pt idx="11158">
                  <c:v>0.12914351851941319</c:v>
                </c:pt>
                <c:pt idx="11159">
                  <c:v>0.12915509258891689</c:v>
                </c:pt>
                <c:pt idx="11160">
                  <c:v>0.12916666666569654</c:v>
                </c:pt>
                <c:pt idx="11161">
                  <c:v>0.12917824073520023</c:v>
                </c:pt>
                <c:pt idx="11162">
                  <c:v>0.12918981481197989</c:v>
                </c:pt>
                <c:pt idx="11163">
                  <c:v>0.12920138888875954</c:v>
                </c:pt>
                <c:pt idx="11164">
                  <c:v>0.12921296295826323</c:v>
                </c:pt>
                <c:pt idx="11165">
                  <c:v>0.12922453703504289</c:v>
                </c:pt>
                <c:pt idx="11166">
                  <c:v>0.12923611111182254</c:v>
                </c:pt>
                <c:pt idx="11167">
                  <c:v>0.12924768518132623</c:v>
                </c:pt>
                <c:pt idx="11168">
                  <c:v>0.12925925925810589</c:v>
                </c:pt>
                <c:pt idx="11169">
                  <c:v>0.12927083332760958</c:v>
                </c:pt>
                <c:pt idx="11170">
                  <c:v>0.12928240740438923</c:v>
                </c:pt>
                <c:pt idx="11171">
                  <c:v>0.12929398148116888</c:v>
                </c:pt>
                <c:pt idx="11172">
                  <c:v>0.12930555555067258</c:v>
                </c:pt>
                <c:pt idx="11173">
                  <c:v>0.12931712962745223</c:v>
                </c:pt>
                <c:pt idx="11174">
                  <c:v>0.12932870370423188</c:v>
                </c:pt>
                <c:pt idx="11175">
                  <c:v>0.12934027777373558</c:v>
                </c:pt>
                <c:pt idx="11176">
                  <c:v>0.12935185185051523</c:v>
                </c:pt>
                <c:pt idx="11177">
                  <c:v>0.12936342592001893</c:v>
                </c:pt>
                <c:pt idx="11178">
                  <c:v>0.12937499999679858</c:v>
                </c:pt>
                <c:pt idx="11179">
                  <c:v>0.12938657407357823</c:v>
                </c:pt>
                <c:pt idx="11180">
                  <c:v>0.12939814814308193</c:v>
                </c:pt>
                <c:pt idx="11181">
                  <c:v>0.12940972221986158</c:v>
                </c:pt>
                <c:pt idx="11182">
                  <c:v>0.12942129629664123</c:v>
                </c:pt>
                <c:pt idx="11183">
                  <c:v>0.12943287036614493</c:v>
                </c:pt>
                <c:pt idx="11184">
                  <c:v>0.12944444444292458</c:v>
                </c:pt>
                <c:pt idx="11185">
                  <c:v>0.12945601851970423</c:v>
                </c:pt>
                <c:pt idx="11186">
                  <c:v>0.12946759258920792</c:v>
                </c:pt>
                <c:pt idx="11187">
                  <c:v>0.12947916666598758</c:v>
                </c:pt>
                <c:pt idx="11188">
                  <c:v>0.12949074073549127</c:v>
                </c:pt>
                <c:pt idx="11189">
                  <c:v>0.12950231481227092</c:v>
                </c:pt>
                <c:pt idx="11190">
                  <c:v>0.12951388888905058</c:v>
                </c:pt>
                <c:pt idx="11191">
                  <c:v>0.12952546295855427</c:v>
                </c:pt>
                <c:pt idx="11192">
                  <c:v>0.12953703703533392</c:v>
                </c:pt>
                <c:pt idx="11193">
                  <c:v>0.12954861111211358</c:v>
                </c:pt>
                <c:pt idx="11194">
                  <c:v>0.12956018518161727</c:v>
                </c:pt>
                <c:pt idx="11195">
                  <c:v>0.12957175925839692</c:v>
                </c:pt>
                <c:pt idx="11196">
                  <c:v>0.12958333332790062</c:v>
                </c:pt>
                <c:pt idx="11197">
                  <c:v>0.12959490740468027</c:v>
                </c:pt>
                <c:pt idx="11198">
                  <c:v>0.12960648148145992</c:v>
                </c:pt>
                <c:pt idx="11199">
                  <c:v>0.12961805555096362</c:v>
                </c:pt>
                <c:pt idx="11200">
                  <c:v>0.12962962962774327</c:v>
                </c:pt>
                <c:pt idx="11201">
                  <c:v>0.12964120370452292</c:v>
                </c:pt>
                <c:pt idx="11202">
                  <c:v>0.12965277777402662</c:v>
                </c:pt>
                <c:pt idx="11203">
                  <c:v>0.12966435185080627</c:v>
                </c:pt>
                <c:pt idx="11204">
                  <c:v>0.12967592592030996</c:v>
                </c:pt>
                <c:pt idx="11205">
                  <c:v>0.12968749999708962</c:v>
                </c:pt>
                <c:pt idx="11206">
                  <c:v>0.12969907407386927</c:v>
                </c:pt>
                <c:pt idx="11207">
                  <c:v>0.12971064814337296</c:v>
                </c:pt>
                <c:pt idx="11208">
                  <c:v>0.12972222222015262</c:v>
                </c:pt>
                <c:pt idx="11209">
                  <c:v>0.12973379629693227</c:v>
                </c:pt>
                <c:pt idx="11210">
                  <c:v>0.12974537036643596</c:v>
                </c:pt>
                <c:pt idx="11211">
                  <c:v>0.12975694444321562</c:v>
                </c:pt>
                <c:pt idx="11212">
                  <c:v>0.12976851851271931</c:v>
                </c:pt>
                <c:pt idx="11213">
                  <c:v>0.12978009258949896</c:v>
                </c:pt>
                <c:pt idx="11214">
                  <c:v>0.12979166666627862</c:v>
                </c:pt>
                <c:pt idx="11215">
                  <c:v>0.12980324073578231</c:v>
                </c:pt>
                <c:pt idx="11216">
                  <c:v>0.12981481481256196</c:v>
                </c:pt>
                <c:pt idx="11217">
                  <c:v>0.12982638888934162</c:v>
                </c:pt>
                <c:pt idx="11218">
                  <c:v>0.12983796295884531</c:v>
                </c:pt>
                <c:pt idx="11219">
                  <c:v>0.12984953703562496</c:v>
                </c:pt>
                <c:pt idx="11220">
                  <c:v>0.12986111111240461</c:v>
                </c:pt>
                <c:pt idx="11221">
                  <c:v>0.12987268518190831</c:v>
                </c:pt>
                <c:pt idx="11222">
                  <c:v>0.12988425925868796</c:v>
                </c:pt>
                <c:pt idx="11223">
                  <c:v>0.12989583332819166</c:v>
                </c:pt>
                <c:pt idx="11224">
                  <c:v>0.12990740740497131</c:v>
                </c:pt>
                <c:pt idx="11225">
                  <c:v>0.12991898148175096</c:v>
                </c:pt>
                <c:pt idx="11226">
                  <c:v>0.12993055555125466</c:v>
                </c:pt>
                <c:pt idx="11227">
                  <c:v>0.12994212962803431</c:v>
                </c:pt>
                <c:pt idx="11228">
                  <c:v>0.12995370370481396</c:v>
                </c:pt>
                <c:pt idx="11229">
                  <c:v>0.12996527777431766</c:v>
                </c:pt>
                <c:pt idx="11230">
                  <c:v>0.12997685185109731</c:v>
                </c:pt>
                <c:pt idx="11231">
                  <c:v>0.129988425920601</c:v>
                </c:pt>
                <c:pt idx="11232">
                  <c:v>0.12999999999738066</c:v>
                </c:pt>
                <c:pt idx="11233">
                  <c:v>0.13001157407416031</c:v>
                </c:pt>
                <c:pt idx="11234">
                  <c:v>0.130023148143664</c:v>
                </c:pt>
                <c:pt idx="11235">
                  <c:v>0.13003472222044365</c:v>
                </c:pt>
                <c:pt idx="11236">
                  <c:v>0.13004629629722331</c:v>
                </c:pt>
                <c:pt idx="11237">
                  <c:v>0.130057870366727</c:v>
                </c:pt>
                <c:pt idx="11238">
                  <c:v>0.13006944444350665</c:v>
                </c:pt>
                <c:pt idx="11239">
                  <c:v>0.13008101851301035</c:v>
                </c:pt>
                <c:pt idx="11240">
                  <c:v>0.13009259258979</c:v>
                </c:pt>
                <c:pt idx="11241">
                  <c:v>0.13010416666656965</c:v>
                </c:pt>
                <c:pt idx="11242">
                  <c:v>0.13011574073607335</c:v>
                </c:pt>
                <c:pt idx="11243">
                  <c:v>0.130127314812853</c:v>
                </c:pt>
                <c:pt idx="11244">
                  <c:v>0.13013888888963265</c:v>
                </c:pt>
                <c:pt idx="11245">
                  <c:v>0.13015046295913635</c:v>
                </c:pt>
                <c:pt idx="11246">
                  <c:v>0.130162037035916</c:v>
                </c:pt>
                <c:pt idx="11247">
                  <c:v>0.1301736111054197</c:v>
                </c:pt>
                <c:pt idx="11248">
                  <c:v>0.13018518518219935</c:v>
                </c:pt>
                <c:pt idx="11249">
                  <c:v>0.130196759258979</c:v>
                </c:pt>
                <c:pt idx="11250">
                  <c:v>0.13020833332848269</c:v>
                </c:pt>
                <c:pt idx="11251">
                  <c:v>0.13021990740526235</c:v>
                </c:pt>
                <c:pt idx="11252">
                  <c:v>0.130231481482042</c:v>
                </c:pt>
                <c:pt idx="11253">
                  <c:v>0.13024305555154569</c:v>
                </c:pt>
                <c:pt idx="11254">
                  <c:v>0.13025462962832535</c:v>
                </c:pt>
                <c:pt idx="11255">
                  <c:v>0.13026620369782904</c:v>
                </c:pt>
                <c:pt idx="11256">
                  <c:v>0.13027777777460869</c:v>
                </c:pt>
                <c:pt idx="11257">
                  <c:v>0.13028935185138835</c:v>
                </c:pt>
                <c:pt idx="11258">
                  <c:v>0.13030092592089204</c:v>
                </c:pt>
                <c:pt idx="11259">
                  <c:v>0.13031249999767169</c:v>
                </c:pt>
                <c:pt idx="11260">
                  <c:v>0.13032407407445135</c:v>
                </c:pt>
                <c:pt idx="11261">
                  <c:v>0.13033564814395504</c:v>
                </c:pt>
                <c:pt idx="11262">
                  <c:v>0.13034722222073469</c:v>
                </c:pt>
                <c:pt idx="11263">
                  <c:v>0.13035879629751435</c:v>
                </c:pt>
                <c:pt idx="11264">
                  <c:v>0.13037037036701804</c:v>
                </c:pt>
                <c:pt idx="11265">
                  <c:v>0.13038194444379769</c:v>
                </c:pt>
                <c:pt idx="11266">
                  <c:v>0.13039351851330139</c:v>
                </c:pt>
                <c:pt idx="11267">
                  <c:v>0.13040509259008104</c:v>
                </c:pt>
                <c:pt idx="11268">
                  <c:v>0.13041666666686069</c:v>
                </c:pt>
                <c:pt idx="11269">
                  <c:v>0.13042824073636439</c:v>
                </c:pt>
                <c:pt idx="11270">
                  <c:v>0.13043981481314404</c:v>
                </c:pt>
                <c:pt idx="11271">
                  <c:v>0.13045138888992369</c:v>
                </c:pt>
                <c:pt idx="11272">
                  <c:v>0.13046296295942739</c:v>
                </c:pt>
                <c:pt idx="11273">
                  <c:v>0.13047453703620704</c:v>
                </c:pt>
                <c:pt idx="11274">
                  <c:v>0.13048611110571073</c:v>
                </c:pt>
                <c:pt idx="11275">
                  <c:v>0.13049768518249039</c:v>
                </c:pt>
                <c:pt idx="11276">
                  <c:v>0.13050925925927004</c:v>
                </c:pt>
                <c:pt idx="11277">
                  <c:v>0.13052083332877373</c:v>
                </c:pt>
                <c:pt idx="11278">
                  <c:v>0.13053240740555339</c:v>
                </c:pt>
                <c:pt idx="11279">
                  <c:v>0.13054398148233304</c:v>
                </c:pt>
                <c:pt idx="11280">
                  <c:v>0.13055555555183673</c:v>
                </c:pt>
                <c:pt idx="11281">
                  <c:v>0.13056712962861639</c:v>
                </c:pt>
                <c:pt idx="11282">
                  <c:v>0.13057870369812008</c:v>
                </c:pt>
                <c:pt idx="11283">
                  <c:v>0.13059027777489973</c:v>
                </c:pt>
                <c:pt idx="11284">
                  <c:v>0.13060185185167938</c:v>
                </c:pt>
                <c:pt idx="11285">
                  <c:v>0.13061342592118308</c:v>
                </c:pt>
                <c:pt idx="11286">
                  <c:v>0.13062499999796273</c:v>
                </c:pt>
                <c:pt idx="11287">
                  <c:v>0.13063657407474238</c:v>
                </c:pt>
                <c:pt idx="11288">
                  <c:v>0.13064814814424608</c:v>
                </c:pt>
                <c:pt idx="11289">
                  <c:v>0.13065972222102573</c:v>
                </c:pt>
                <c:pt idx="11290">
                  <c:v>0.13067129629052943</c:v>
                </c:pt>
                <c:pt idx="11291">
                  <c:v>0.13068287036730908</c:v>
                </c:pt>
                <c:pt idx="11292">
                  <c:v>0.13069444444408873</c:v>
                </c:pt>
                <c:pt idx="11293">
                  <c:v>0.13070601851359243</c:v>
                </c:pt>
                <c:pt idx="11294">
                  <c:v>0.13071759259037208</c:v>
                </c:pt>
                <c:pt idx="11295">
                  <c:v>0.13072916666715173</c:v>
                </c:pt>
                <c:pt idx="11296">
                  <c:v>0.13074074073665543</c:v>
                </c:pt>
                <c:pt idx="11297">
                  <c:v>0.13075231481343508</c:v>
                </c:pt>
                <c:pt idx="11298">
                  <c:v>0.13076388889021473</c:v>
                </c:pt>
                <c:pt idx="11299">
                  <c:v>0.13077546295971842</c:v>
                </c:pt>
                <c:pt idx="11300">
                  <c:v>0.13078703703649808</c:v>
                </c:pt>
                <c:pt idx="11301">
                  <c:v>0.13079861110600177</c:v>
                </c:pt>
                <c:pt idx="11302">
                  <c:v>0.13081018518278142</c:v>
                </c:pt>
                <c:pt idx="11303">
                  <c:v>0.13082175925956108</c:v>
                </c:pt>
                <c:pt idx="11304">
                  <c:v>0.13083333332906477</c:v>
                </c:pt>
                <c:pt idx="11305">
                  <c:v>0.13084490740584442</c:v>
                </c:pt>
                <c:pt idx="11306">
                  <c:v>0.13085648148262408</c:v>
                </c:pt>
                <c:pt idx="11307">
                  <c:v>0.13086805555212777</c:v>
                </c:pt>
                <c:pt idx="11308">
                  <c:v>0.13087962962890742</c:v>
                </c:pt>
                <c:pt idx="11309">
                  <c:v>0.13089120369841112</c:v>
                </c:pt>
                <c:pt idx="11310">
                  <c:v>0.13090277777519077</c:v>
                </c:pt>
                <c:pt idx="11311">
                  <c:v>0.13091435185197042</c:v>
                </c:pt>
                <c:pt idx="11312">
                  <c:v>0.13092592592147412</c:v>
                </c:pt>
                <c:pt idx="11313">
                  <c:v>0.13093749999825377</c:v>
                </c:pt>
                <c:pt idx="11314">
                  <c:v>0.13094907407503342</c:v>
                </c:pt>
                <c:pt idx="11315">
                  <c:v>0.13096064814453712</c:v>
                </c:pt>
                <c:pt idx="11316">
                  <c:v>0.13097222222131677</c:v>
                </c:pt>
                <c:pt idx="11317">
                  <c:v>0.13098379629082046</c:v>
                </c:pt>
                <c:pt idx="11318">
                  <c:v>0.13099537036760012</c:v>
                </c:pt>
                <c:pt idx="11319">
                  <c:v>0.13100694444437977</c:v>
                </c:pt>
                <c:pt idx="11320">
                  <c:v>0.13101851851388346</c:v>
                </c:pt>
                <c:pt idx="11321">
                  <c:v>0.13103009259066312</c:v>
                </c:pt>
                <c:pt idx="11322">
                  <c:v>0.13104166666744277</c:v>
                </c:pt>
                <c:pt idx="11323">
                  <c:v>0.13105324073694646</c:v>
                </c:pt>
                <c:pt idx="11324">
                  <c:v>0.13106481481372612</c:v>
                </c:pt>
                <c:pt idx="11325">
                  <c:v>0.13107638888322981</c:v>
                </c:pt>
                <c:pt idx="11326">
                  <c:v>0.13108796296000946</c:v>
                </c:pt>
                <c:pt idx="11327">
                  <c:v>0.13109953703678912</c:v>
                </c:pt>
                <c:pt idx="11328">
                  <c:v>0.13111111110629281</c:v>
                </c:pt>
                <c:pt idx="11329">
                  <c:v>0.13112268518307246</c:v>
                </c:pt>
                <c:pt idx="11330">
                  <c:v>0.13113425925985212</c:v>
                </c:pt>
                <c:pt idx="11331">
                  <c:v>0.13114583332935581</c:v>
                </c:pt>
                <c:pt idx="11332">
                  <c:v>0.13115740740613546</c:v>
                </c:pt>
                <c:pt idx="11333">
                  <c:v>0.13116898147563916</c:v>
                </c:pt>
                <c:pt idx="11334">
                  <c:v>0.13118055555241881</c:v>
                </c:pt>
                <c:pt idx="11335">
                  <c:v>0.13119212962919846</c:v>
                </c:pt>
                <c:pt idx="11336">
                  <c:v>0.13120370369870216</c:v>
                </c:pt>
                <c:pt idx="11337">
                  <c:v>0.13121527777548181</c:v>
                </c:pt>
                <c:pt idx="11338">
                  <c:v>0.13122685185226146</c:v>
                </c:pt>
                <c:pt idx="11339">
                  <c:v>0.13123842592176516</c:v>
                </c:pt>
                <c:pt idx="11340">
                  <c:v>0.13124999999854481</c:v>
                </c:pt>
                <c:pt idx="11341">
                  <c:v>0.13126157407532446</c:v>
                </c:pt>
                <c:pt idx="11342">
                  <c:v>0.13127314814482816</c:v>
                </c:pt>
                <c:pt idx="11343">
                  <c:v>0.13128472222160781</c:v>
                </c:pt>
                <c:pt idx="11344">
                  <c:v>0.1312962962911115</c:v>
                </c:pt>
                <c:pt idx="11345">
                  <c:v>0.13130787036789116</c:v>
                </c:pt>
                <c:pt idx="11346">
                  <c:v>0.13131944444467081</c:v>
                </c:pt>
                <c:pt idx="11347">
                  <c:v>0.1313310185141745</c:v>
                </c:pt>
                <c:pt idx="11348">
                  <c:v>0.13134259259095415</c:v>
                </c:pt>
                <c:pt idx="11349">
                  <c:v>0.13135416666773381</c:v>
                </c:pt>
                <c:pt idx="11350">
                  <c:v>0.1313657407372375</c:v>
                </c:pt>
                <c:pt idx="11351">
                  <c:v>0.13137731481401715</c:v>
                </c:pt>
                <c:pt idx="11352">
                  <c:v>0.13138888888352085</c:v>
                </c:pt>
                <c:pt idx="11353">
                  <c:v>0.1314004629603005</c:v>
                </c:pt>
                <c:pt idx="11354">
                  <c:v>0.13141203703708015</c:v>
                </c:pt>
                <c:pt idx="11355">
                  <c:v>0.13142361110658385</c:v>
                </c:pt>
                <c:pt idx="11356">
                  <c:v>0.1314351851833635</c:v>
                </c:pt>
                <c:pt idx="11357">
                  <c:v>0.13144675926014315</c:v>
                </c:pt>
                <c:pt idx="11358">
                  <c:v>0.13145833332964685</c:v>
                </c:pt>
                <c:pt idx="11359">
                  <c:v>0.1314699074064265</c:v>
                </c:pt>
                <c:pt idx="11360">
                  <c:v>0.1314814814759302</c:v>
                </c:pt>
                <c:pt idx="11361">
                  <c:v>0.13149305555270985</c:v>
                </c:pt>
                <c:pt idx="11362">
                  <c:v>0.1315046296294895</c:v>
                </c:pt>
                <c:pt idx="11363">
                  <c:v>0.13151620369899319</c:v>
                </c:pt>
                <c:pt idx="11364">
                  <c:v>0.13152777777577285</c:v>
                </c:pt>
                <c:pt idx="11365">
                  <c:v>0.1315393518525525</c:v>
                </c:pt>
                <c:pt idx="11366">
                  <c:v>0.13155092592205619</c:v>
                </c:pt>
                <c:pt idx="11367">
                  <c:v>0.13156249999883585</c:v>
                </c:pt>
                <c:pt idx="11368">
                  <c:v>0.13157407406833954</c:v>
                </c:pt>
                <c:pt idx="11369">
                  <c:v>0.13158564814511919</c:v>
                </c:pt>
                <c:pt idx="11370">
                  <c:v>0.13159722222189885</c:v>
                </c:pt>
                <c:pt idx="11371">
                  <c:v>0.13160879629140254</c:v>
                </c:pt>
                <c:pt idx="11372">
                  <c:v>0.13162037036818219</c:v>
                </c:pt>
                <c:pt idx="11373">
                  <c:v>0.13163194444496185</c:v>
                </c:pt>
                <c:pt idx="11374">
                  <c:v>0.13164351851446554</c:v>
                </c:pt>
                <c:pt idx="11375">
                  <c:v>0.13165509259124519</c:v>
                </c:pt>
                <c:pt idx="11376">
                  <c:v>0.13166666666074889</c:v>
                </c:pt>
                <c:pt idx="11377">
                  <c:v>0.13167824073752854</c:v>
                </c:pt>
                <c:pt idx="11378">
                  <c:v>0.13168981481430819</c:v>
                </c:pt>
                <c:pt idx="11379">
                  <c:v>0.13170138888381189</c:v>
                </c:pt>
                <c:pt idx="11380">
                  <c:v>0.13171296296059154</c:v>
                </c:pt>
                <c:pt idx="11381">
                  <c:v>0.13172453703737119</c:v>
                </c:pt>
                <c:pt idx="11382">
                  <c:v>0.13173611110687489</c:v>
                </c:pt>
                <c:pt idx="11383">
                  <c:v>0.13174768518365454</c:v>
                </c:pt>
                <c:pt idx="11384">
                  <c:v>0.13175925926043419</c:v>
                </c:pt>
                <c:pt idx="11385">
                  <c:v>0.13177083332993789</c:v>
                </c:pt>
                <c:pt idx="11386">
                  <c:v>0.13178240740671754</c:v>
                </c:pt>
                <c:pt idx="11387">
                  <c:v>0.13179398147622123</c:v>
                </c:pt>
                <c:pt idx="11388">
                  <c:v>0.13180555555300089</c:v>
                </c:pt>
                <c:pt idx="11389">
                  <c:v>0.13181712962978054</c:v>
                </c:pt>
                <c:pt idx="11390">
                  <c:v>0.13182870369928423</c:v>
                </c:pt>
                <c:pt idx="11391">
                  <c:v>0.13184027777606389</c:v>
                </c:pt>
                <c:pt idx="11392">
                  <c:v>0.13185185185284354</c:v>
                </c:pt>
                <c:pt idx="11393">
                  <c:v>0.13186342592234723</c:v>
                </c:pt>
                <c:pt idx="11394">
                  <c:v>0.13187499999912689</c:v>
                </c:pt>
                <c:pt idx="11395">
                  <c:v>0.13188657406863058</c:v>
                </c:pt>
                <c:pt idx="11396">
                  <c:v>0.13189814814541023</c:v>
                </c:pt>
                <c:pt idx="11397">
                  <c:v>0.13190972222218988</c:v>
                </c:pt>
                <c:pt idx="11398">
                  <c:v>0.13192129629169358</c:v>
                </c:pt>
                <c:pt idx="11399">
                  <c:v>0.13193287036847323</c:v>
                </c:pt>
                <c:pt idx="11400">
                  <c:v>0.13194444444525288</c:v>
                </c:pt>
                <c:pt idx="11401">
                  <c:v>0.13195601851475658</c:v>
                </c:pt>
                <c:pt idx="11402">
                  <c:v>0.13196759259153623</c:v>
                </c:pt>
                <c:pt idx="11403">
                  <c:v>0.13197916666103993</c:v>
                </c:pt>
                <c:pt idx="11404">
                  <c:v>0.13199074073781958</c:v>
                </c:pt>
                <c:pt idx="11405">
                  <c:v>0.13200231481459923</c:v>
                </c:pt>
                <c:pt idx="11406">
                  <c:v>0.13201388888410293</c:v>
                </c:pt>
                <c:pt idx="11407">
                  <c:v>0.13202546296088258</c:v>
                </c:pt>
                <c:pt idx="11408">
                  <c:v>0.13203703703766223</c:v>
                </c:pt>
                <c:pt idx="11409">
                  <c:v>0.13204861110716593</c:v>
                </c:pt>
                <c:pt idx="11410">
                  <c:v>0.13206018518394558</c:v>
                </c:pt>
                <c:pt idx="11411">
                  <c:v>0.13207175925344927</c:v>
                </c:pt>
                <c:pt idx="11412">
                  <c:v>0.13208333333022892</c:v>
                </c:pt>
                <c:pt idx="11413">
                  <c:v>0.13209490740700858</c:v>
                </c:pt>
                <c:pt idx="11414">
                  <c:v>0.13210648147651227</c:v>
                </c:pt>
                <c:pt idx="11415">
                  <c:v>0.13211805555329192</c:v>
                </c:pt>
                <c:pt idx="11416">
                  <c:v>0.13212962963007158</c:v>
                </c:pt>
                <c:pt idx="11417">
                  <c:v>0.13214120369957527</c:v>
                </c:pt>
                <c:pt idx="11418">
                  <c:v>0.13215277777635492</c:v>
                </c:pt>
                <c:pt idx="11419">
                  <c:v>0.13216435185313458</c:v>
                </c:pt>
                <c:pt idx="11420">
                  <c:v>0.13217592592263827</c:v>
                </c:pt>
                <c:pt idx="11421">
                  <c:v>0.13218749999941792</c:v>
                </c:pt>
                <c:pt idx="11422">
                  <c:v>0.13219907406892162</c:v>
                </c:pt>
                <c:pt idx="11423">
                  <c:v>0.13221064814570127</c:v>
                </c:pt>
                <c:pt idx="11424">
                  <c:v>0.13222222222248092</c:v>
                </c:pt>
                <c:pt idx="11425">
                  <c:v>0.13223379629198462</c:v>
                </c:pt>
                <c:pt idx="11426">
                  <c:v>0.13224537036876427</c:v>
                </c:pt>
                <c:pt idx="11427">
                  <c:v>0.13225694444554392</c:v>
                </c:pt>
                <c:pt idx="11428">
                  <c:v>0.13226851851504762</c:v>
                </c:pt>
                <c:pt idx="11429">
                  <c:v>0.13228009259182727</c:v>
                </c:pt>
                <c:pt idx="11430">
                  <c:v>0.13229166666133096</c:v>
                </c:pt>
                <c:pt idx="11431">
                  <c:v>0.13230324073811062</c:v>
                </c:pt>
                <c:pt idx="11432">
                  <c:v>0.13231481481489027</c:v>
                </c:pt>
                <c:pt idx="11433">
                  <c:v>0.13232638888439396</c:v>
                </c:pt>
                <c:pt idx="11434">
                  <c:v>0.13233796296117362</c:v>
                </c:pt>
                <c:pt idx="11435">
                  <c:v>0.13234953703795327</c:v>
                </c:pt>
                <c:pt idx="11436">
                  <c:v>0.13236111110745696</c:v>
                </c:pt>
                <c:pt idx="11437">
                  <c:v>0.13237268518423662</c:v>
                </c:pt>
                <c:pt idx="11438">
                  <c:v>0.13238425925374031</c:v>
                </c:pt>
                <c:pt idx="11439">
                  <c:v>0.13239583333051996</c:v>
                </c:pt>
                <c:pt idx="11440">
                  <c:v>0.13240740740729962</c:v>
                </c:pt>
                <c:pt idx="11441">
                  <c:v>0.13241898147680331</c:v>
                </c:pt>
                <c:pt idx="11442">
                  <c:v>0.13243055555358296</c:v>
                </c:pt>
                <c:pt idx="11443">
                  <c:v>0.13244212963036261</c:v>
                </c:pt>
                <c:pt idx="11444">
                  <c:v>0.13245370369986631</c:v>
                </c:pt>
                <c:pt idx="11445">
                  <c:v>0.13246527777664596</c:v>
                </c:pt>
                <c:pt idx="11446">
                  <c:v>0.13247685184614966</c:v>
                </c:pt>
                <c:pt idx="11447">
                  <c:v>0.13248842592292931</c:v>
                </c:pt>
                <c:pt idx="11448">
                  <c:v>0.13249999999970896</c:v>
                </c:pt>
                <c:pt idx="11449">
                  <c:v>0.13251157406921266</c:v>
                </c:pt>
                <c:pt idx="11450">
                  <c:v>0.13252314814599231</c:v>
                </c:pt>
                <c:pt idx="11451">
                  <c:v>0.13253472222277196</c:v>
                </c:pt>
                <c:pt idx="11452">
                  <c:v>0.13254629629227566</c:v>
                </c:pt>
                <c:pt idx="11453">
                  <c:v>0.13255787036905531</c:v>
                </c:pt>
                <c:pt idx="11454">
                  <c:v>0.132569444438559</c:v>
                </c:pt>
                <c:pt idx="11455">
                  <c:v>0.13258101851533866</c:v>
                </c:pt>
                <c:pt idx="11456">
                  <c:v>0.13259259259211831</c:v>
                </c:pt>
                <c:pt idx="11457">
                  <c:v>0.132604166661622</c:v>
                </c:pt>
                <c:pt idx="11458">
                  <c:v>0.13261574073840166</c:v>
                </c:pt>
                <c:pt idx="11459">
                  <c:v>0.13262731481518131</c:v>
                </c:pt>
                <c:pt idx="11460">
                  <c:v>0.132638888884685</c:v>
                </c:pt>
                <c:pt idx="11461">
                  <c:v>0.13265046296146465</c:v>
                </c:pt>
                <c:pt idx="11462">
                  <c:v>0.13266203703824431</c:v>
                </c:pt>
                <c:pt idx="11463">
                  <c:v>0.132673611107748</c:v>
                </c:pt>
                <c:pt idx="11464">
                  <c:v>0.13268518518452765</c:v>
                </c:pt>
                <c:pt idx="11465">
                  <c:v>0.13269675925403135</c:v>
                </c:pt>
                <c:pt idx="11466">
                  <c:v>0.132708333330811</c:v>
                </c:pt>
                <c:pt idx="11467">
                  <c:v>0.13271990740759065</c:v>
                </c:pt>
                <c:pt idx="11468">
                  <c:v>0.13273148147709435</c:v>
                </c:pt>
                <c:pt idx="11469">
                  <c:v>0.132743055553874</c:v>
                </c:pt>
                <c:pt idx="11470">
                  <c:v>0.13275462963065365</c:v>
                </c:pt>
                <c:pt idx="11471">
                  <c:v>0.13276620370015735</c:v>
                </c:pt>
                <c:pt idx="11472">
                  <c:v>0.132777777776937</c:v>
                </c:pt>
                <c:pt idx="11473">
                  <c:v>0.1327893518464407</c:v>
                </c:pt>
                <c:pt idx="11474">
                  <c:v>0.13280092592322035</c:v>
                </c:pt>
                <c:pt idx="11475">
                  <c:v>0.1328125</c:v>
                </c:pt>
                <c:pt idx="11476">
                  <c:v>0.13282407406950369</c:v>
                </c:pt>
                <c:pt idx="11477">
                  <c:v>0.13283564814628335</c:v>
                </c:pt>
                <c:pt idx="11478">
                  <c:v>0.132847222223063</c:v>
                </c:pt>
                <c:pt idx="11479">
                  <c:v>0.13285879629256669</c:v>
                </c:pt>
                <c:pt idx="11480">
                  <c:v>0.13287037036934635</c:v>
                </c:pt>
                <c:pt idx="11481">
                  <c:v>0.13288194443885004</c:v>
                </c:pt>
                <c:pt idx="11482">
                  <c:v>0.13289351851562969</c:v>
                </c:pt>
                <c:pt idx="11483">
                  <c:v>0.13290509259240935</c:v>
                </c:pt>
                <c:pt idx="11484">
                  <c:v>0.13291666666191304</c:v>
                </c:pt>
                <c:pt idx="11485">
                  <c:v>0.13292824073869269</c:v>
                </c:pt>
                <c:pt idx="11486">
                  <c:v>0.13293981481547235</c:v>
                </c:pt>
                <c:pt idx="11487">
                  <c:v>0.13295138888497604</c:v>
                </c:pt>
                <c:pt idx="11488">
                  <c:v>0.13296296296175569</c:v>
                </c:pt>
                <c:pt idx="11489">
                  <c:v>0.13297453703125939</c:v>
                </c:pt>
                <c:pt idx="11490">
                  <c:v>0.13298611110803904</c:v>
                </c:pt>
                <c:pt idx="11491">
                  <c:v>0.13299768518481869</c:v>
                </c:pt>
                <c:pt idx="11492">
                  <c:v>0.13300925925432239</c:v>
                </c:pt>
                <c:pt idx="11493">
                  <c:v>0.13302083333110204</c:v>
                </c:pt>
                <c:pt idx="11494">
                  <c:v>0.13303240740788169</c:v>
                </c:pt>
                <c:pt idx="11495">
                  <c:v>0.13304398147738539</c:v>
                </c:pt>
                <c:pt idx="11496">
                  <c:v>0.13305555555416504</c:v>
                </c:pt>
                <c:pt idx="11497">
                  <c:v>0.13306712963094469</c:v>
                </c:pt>
                <c:pt idx="11498">
                  <c:v>0.13307870370044839</c:v>
                </c:pt>
                <c:pt idx="11499">
                  <c:v>0.13309027777722804</c:v>
                </c:pt>
                <c:pt idx="11500">
                  <c:v>0.13310185184673173</c:v>
                </c:pt>
                <c:pt idx="11501">
                  <c:v>0.13311342592351139</c:v>
                </c:pt>
                <c:pt idx="11502">
                  <c:v>0.13312500000029104</c:v>
                </c:pt>
                <c:pt idx="11503">
                  <c:v>0.13313657406979473</c:v>
                </c:pt>
                <c:pt idx="11504">
                  <c:v>0.13314814814657439</c:v>
                </c:pt>
                <c:pt idx="11505">
                  <c:v>0.13315972222335404</c:v>
                </c:pt>
                <c:pt idx="11506">
                  <c:v>0.13317129629285773</c:v>
                </c:pt>
                <c:pt idx="11507">
                  <c:v>0.13318287036963739</c:v>
                </c:pt>
                <c:pt idx="11508">
                  <c:v>0.13319444443914108</c:v>
                </c:pt>
                <c:pt idx="11509">
                  <c:v>0.13320601851592073</c:v>
                </c:pt>
                <c:pt idx="11510">
                  <c:v>0.13321759259270038</c:v>
                </c:pt>
                <c:pt idx="11511">
                  <c:v>0.13322916666220408</c:v>
                </c:pt>
                <c:pt idx="11512">
                  <c:v>0.13324074073898373</c:v>
                </c:pt>
                <c:pt idx="11513">
                  <c:v>0.13325231481576338</c:v>
                </c:pt>
                <c:pt idx="11514">
                  <c:v>0.13326388888526708</c:v>
                </c:pt>
                <c:pt idx="11515">
                  <c:v>0.13327546296204673</c:v>
                </c:pt>
                <c:pt idx="11516">
                  <c:v>0.13328703703155043</c:v>
                </c:pt>
                <c:pt idx="11517">
                  <c:v>0.13329861110833008</c:v>
                </c:pt>
                <c:pt idx="11518">
                  <c:v>0.13331018518510973</c:v>
                </c:pt>
                <c:pt idx="11519">
                  <c:v>0.13332175925461343</c:v>
                </c:pt>
                <c:pt idx="11520">
                  <c:v>0.13333333333139308</c:v>
                </c:pt>
                <c:pt idx="11521">
                  <c:v>0.13334490740817273</c:v>
                </c:pt>
                <c:pt idx="11522">
                  <c:v>0.13335648147767643</c:v>
                </c:pt>
                <c:pt idx="11523">
                  <c:v>0.13336805555445608</c:v>
                </c:pt>
                <c:pt idx="11524">
                  <c:v>0.13337962962395977</c:v>
                </c:pt>
                <c:pt idx="11525">
                  <c:v>0.13339120370073942</c:v>
                </c:pt>
                <c:pt idx="11526">
                  <c:v>0.13340277777751908</c:v>
                </c:pt>
                <c:pt idx="11527">
                  <c:v>0.13341435184702277</c:v>
                </c:pt>
                <c:pt idx="11528">
                  <c:v>0.13342592592380242</c:v>
                </c:pt>
                <c:pt idx="11529">
                  <c:v>0.13343750000058208</c:v>
                </c:pt>
                <c:pt idx="11530">
                  <c:v>0.13344907407008577</c:v>
                </c:pt>
                <c:pt idx="11531">
                  <c:v>0.13346064814686542</c:v>
                </c:pt>
                <c:pt idx="11532">
                  <c:v>0.13347222221636912</c:v>
                </c:pt>
                <c:pt idx="11533">
                  <c:v>0.13348379629314877</c:v>
                </c:pt>
                <c:pt idx="11534">
                  <c:v>0.13349537036992842</c:v>
                </c:pt>
                <c:pt idx="11535">
                  <c:v>0.13350694443943212</c:v>
                </c:pt>
                <c:pt idx="11536">
                  <c:v>0.13351851851621177</c:v>
                </c:pt>
                <c:pt idx="11537">
                  <c:v>0.13353009259299142</c:v>
                </c:pt>
                <c:pt idx="11538">
                  <c:v>0.13354166666249512</c:v>
                </c:pt>
                <c:pt idx="11539">
                  <c:v>0.13355324073927477</c:v>
                </c:pt>
                <c:pt idx="11540">
                  <c:v>0.13356481481605442</c:v>
                </c:pt>
                <c:pt idx="11541">
                  <c:v>0.13357638888555812</c:v>
                </c:pt>
                <c:pt idx="11542">
                  <c:v>0.13358796296233777</c:v>
                </c:pt>
                <c:pt idx="11543">
                  <c:v>0.13359953703184146</c:v>
                </c:pt>
                <c:pt idx="11544">
                  <c:v>0.13361111110862112</c:v>
                </c:pt>
                <c:pt idx="11545">
                  <c:v>0.13362268518540077</c:v>
                </c:pt>
                <c:pt idx="11546">
                  <c:v>0.13363425925490446</c:v>
                </c:pt>
                <c:pt idx="11547">
                  <c:v>0.13364583333168412</c:v>
                </c:pt>
                <c:pt idx="11548">
                  <c:v>0.13365740740846377</c:v>
                </c:pt>
                <c:pt idx="11549">
                  <c:v>0.13366898147796746</c:v>
                </c:pt>
                <c:pt idx="11550">
                  <c:v>0.13368055555474712</c:v>
                </c:pt>
                <c:pt idx="11551">
                  <c:v>0.13369212962425081</c:v>
                </c:pt>
                <c:pt idx="11552">
                  <c:v>0.13370370370103046</c:v>
                </c:pt>
                <c:pt idx="11553">
                  <c:v>0.13371527777781012</c:v>
                </c:pt>
                <c:pt idx="11554">
                  <c:v>0.13372685184731381</c:v>
                </c:pt>
                <c:pt idx="11555">
                  <c:v>0.13373842592409346</c:v>
                </c:pt>
                <c:pt idx="11556">
                  <c:v>0.13375000000087311</c:v>
                </c:pt>
                <c:pt idx="11557">
                  <c:v>0.13376157407037681</c:v>
                </c:pt>
                <c:pt idx="11558">
                  <c:v>0.13377314814715646</c:v>
                </c:pt>
                <c:pt idx="11559">
                  <c:v>0.13378472221666016</c:v>
                </c:pt>
                <c:pt idx="11560">
                  <c:v>0.13379629629343981</c:v>
                </c:pt>
                <c:pt idx="11561">
                  <c:v>0.13380787037021946</c:v>
                </c:pt>
                <c:pt idx="11562">
                  <c:v>0.13381944443972316</c:v>
                </c:pt>
                <c:pt idx="11563">
                  <c:v>0.13383101851650281</c:v>
                </c:pt>
                <c:pt idx="11564">
                  <c:v>0.13384259259328246</c:v>
                </c:pt>
                <c:pt idx="11565">
                  <c:v>0.13385416666278616</c:v>
                </c:pt>
                <c:pt idx="11566">
                  <c:v>0.13386574073956581</c:v>
                </c:pt>
                <c:pt idx="11567">
                  <c:v>0.1338773148090695</c:v>
                </c:pt>
                <c:pt idx="11568">
                  <c:v>0.13388888888584916</c:v>
                </c:pt>
                <c:pt idx="11569">
                  <c:v>0.13390046296262881</c:v>
                </c:pt>
                <c:pt idx="11570">
                  <c:v>0.1339120370321325</c:v>
                </c:pt>
                <c:pt idx="11571">
                  <c:v>0.13392361110891216</c:v>
                </c:pt>
                <c:pt idx="11572">
                  <c:v>0.13393518518569181</c:v>
                </c:pt>
                <c:pt idx="11573">
                  <c:v>0.1339467592551955</c:v>
                </c:pt>
                <c:pt idx="11574">
                  <c:v>0.13395833333197515</c:v>
                </c:pt>
                <c:pt idx="11575">
                  <c:v>0.13396990740147885</c:v>
                </c:pt>
                <c:pt idx="11576">
                  <c:v>0.1339814814782585</c:v>
                </c:pt>
                <c:pt idx="11577">
                  <c:v>0.13399305555503815</c:v>
                </c:pt>
                <c:pt idx="11578">
                  <c:v>0.13400462962454185</c:v>
                </c:pt>
                <c:pt idx="11579">
                  <c:v>0.1340162037013215</c:v>
                </c:pt>
                <c:pt idx="11580">
                  <c:v>0.13402777777810115</c:v>
                </c:pt>
                <c:pt idx="11581">
                  <c:v>0.13403935184760485</c:v>
                </c:pt>
                <c:pt idx="11582">
                  <c:v>0.1340509259243845</c:v>
                </c:pt>
                <c:pt idx="11583">
                  <c:v>0.13406250000116415</c:v>
                </c:pt>
                <c:pt idx="11584">
                  <c:v>0.13407407407066785</c:v>
                </c:pt>
                <c:pt idx="11585">
                  <c:v>0.1340856481474475</c:v>
                </c:pt>
                <c:pt idx="11586">
                  <c:v>0.1340972222169512</c:v>
                </c:pt>
                <c:pt idx="11587">
                  <c:v>0.13410879629373085</c:v>
                </c:pt>
                <c:pt idx="11588">
                  <c:v>0.1341203703705105</c:v>
                </c:pt>
                <c:pt idx="11589">
                  <c:v>0.13413194444001419</c:v>
                </c:pt>
                <c:pt idx="11590">
                  <c:v>0.13414351851679385</c:v>
                </c:pt>
                <c:pt idx="11591">
                  <c:v>0.1341550925935735</c:v>
                </c:pt>
                <c:pt idx="11592">
                  <c:v>0.13416666666307719</c:v>
                </c:pt>
                <c:pt idx="11593">
                  <c:v>0.13417824073985685</c:v>
                </c:pt>
                <c:pt idx="11594">
                  <c:v>0.13418981480936054</c:v>
                </c:pt>
                <c:pt idx="11595">
                  <c:v>0.13420138888614019</c:v>
                </c:pt>
                <c:pt idx="11596">
                  <c:v>0.13421296296291985</c:v>
                </c:pt>
                <c:pt idx="11597">
                  <c:v>0.13422453703242354</c:v>
                </c:pt>
                <c:pt idx="11598">
                  <c:v>0.13423611110920319</c:v>
                </c:pt>
                <c:pt idx="11599">
                  <c:v>0.13424768518598285</c:v>
                </c:pt>
                <c:pt idx="11600">
                  <c:v>0.13425925925548654</c:v>
                </c:pt>
                <c:pt idx="11601">
                  <c:v>0.13427083333226619</c:v>
                </c:pt>
                <c:pt idx="11602">
                  <c:v>0.13428240740176989</c:v>
                </c:pt>
                <c:pt idx="11603">
                  <c:v>0.13429398147854954</c:v>
                </c:pt>
                <c:pt idx="11604">
                  <c:v>0.13430555555532919</c:v>
                </c:pt>
                <c:pt idx="11605">
                  <c:v>0.13431712962483289</c:v>
                </c:pt>
                <c:pt idx="11606">
                  <c:v>0.13432870370161254</c:v>
                </c:pt>
                <c:pt idx="11607">
                  <c:v>0.13434027777839219</c:v>
                </c:pt>
                <c:pt idx="11608">
                  <c:v>0.13435185184789589</c:v>
                </c:pt>
                <c:pt idx="11609">
                  <c:v>0.13436342592467554</c:v>
                </c:pt>
                <c:pt idx="11610">
                  <c:v>0.13437499999417923</c:v>
                </c:pt>
                <c:pt idx="11611">
                  <c:v>0.13438657407095889</c:v>
                </c:pt>
                <c:pt idx="11612">
                  <c:v>0.13439814814773854</c:v>
                </c:pt>
                <c:pt idx="11613">
                  <c:v>0.13440972221724223</c:v>
                </c:pt>
                <c:pt idx="11614">
                  <c:v>0.13442129629402189</c:v>
                </c:pt>
                <c:pt idx="11615">
                  <c:v>0.13443287037080154</c:v>
                </c:pt>
                <c:pt idx="11616">
                  <c:v>0.13444444444030523</c:v>
                </c:pt>
                <c:pt idx="11617">
                  <c:v>0.13445601851708489</c:v>
                </c:pt>
                <c:pt idx="11618">
                  <c:v>0.13446759259386454</c:v>
                </c:pt>
                <c:pt idx="11619">
                  <c:v>0.13447916666336823</c:v>
                </c:pt>
                <c:pt idx="11620">
                  <c:v>0.13449074074014788</c:v>
                </c:pt>
                <c:pt idx="11621">
                  <c:v>0.13450231480965158</c:v>
                </c:pt>
                <c:pt idx="11622">
                  <c:v>0.13451388888643123</c:v>
                </c:pt>
                <c:pt idx="11623">
                  <c:v>0.13452546296321088</c:v>
                </c:pt>
                <c:pt idx="11624">
                  <c:v>0.13453703703271458</c:v>
                </c:pt>
                <c:pt idx="11625">
                  <c:v>0.13454861110949423</c:v>
                </c:pt>
                <c:pt idx="11626">
                  <c:v>0.13456018518627388</c:v>
                </c:pt>
                <c:pt idx="11627">
                  <c:v>0.13457175925577758</c:v>
                </c:pt>
                <c:pt idx="11628">
                  <c:v>0.13458333333255723</c:v>
                </c:pt>
                <c:pt idx="11629">
                  <c:v>0.13459490740206093</c:v>
                </c:pt>
                <c:pt idx="11630">
                  <c:v>0.13460648147884058</c:v>
                </c:pt>
                <c:pt idx="11631">
                  <c:v>0.13461805555562023</c:v>
                </c:pt>
                <c:pt idx="11632">
                  <c:v>0.13462962962512393</c:v>
                </c:pt>
                <c:pt idx="11633">
                  <c:v>0.13464120370190358</c:v>
                </c:pt>
                <c:pt idx="11634">
                  <c:v>0.13465277777868323</c:v>
                </c:pt>
                <c:pt idx="11635">
                  <c:v>0.13466435184818693</c:v>
                </c:pt>
                <c:pt idx="11636">
                  <c:v>0.13467592592496658</c:v>
                </c:pt>
                <c:pt idx="11637">
                  <c:v>0.13468749999447027</c:v>
                </c:pt>
                <c:pt idx="11638">
                  <c:v>0.13469907407124992</c:v>
                </c:pt>
                <c:pt idx="11639">
                  <c:v>0.13471064814802958</c:v>
                </c:pt>
                <c:pt idx="11640">
                  <c:v>0.13472222221753327</c:v>
                </c:pt>
                <c:pt idx="11641">
                  <c:v>0.13473379629431292</c:v>
                </c:pt>
                <c:pt idx="11642">
                  <c:v>0.13474537037109258</c:v>
                </c:pt>
                <c:pt idx="11643">
                  <c:v>0.13475694444059627</c:v>
                </c:pt>
                <c:pt idx="11644">
                  <c:v>0.13476851851737592</c:v>
                </c:pt>
                <c:pt idx="11645">
                  <c:v>0.13478009258687962</c:v>
                </c:pt>
                <c:pt idx="11646">
                  <c:v>0.13479166666365927</c:v>
                </c:pt>
                <c:pt idx="11647">
                  <c:v>0.13480324074043892</c:v>
                </c:pt>
                <c:pt idx="11648">
                  <c:v>0.13481481480994262</c:v>
                </c:pt>
                <c:pt idx="11649">
                  <c:v>0.13482638888672227</c:v>
                </c:pt>
                <c:pt idx="11650">
                  <c:v>0.13483796296350192</c:v>
                </c:pt>
                <c:pt idx="11651">
                  <c:v>0.13484953703300562</c:v>
                </c:pt>
                <c:pt idx="11652">
                  <c:v>0.13486111110978527</c:v>
                </c:pt>
                <c:pt idx="11653">
                  <c:v>0.13487268517928896</c:v>
                </c:pt>
                <c:pt idx="11654">
                  <c:v>0.13488425925606862</c:v>
                </c:pt>
                <c:pt idx="11655">
                  <c:v>0.13489583333284827</c:v>
                </c:pt>
                <c:pt idx="11656">
                  <c:v>0.13490740740235196</c:v>
                </c:pt>
                <c:pt idx="11657">
                  <c:v>0.13491898147913162</c:v>
                </c:pt>
                <c:pt idx="11658">
                  <c:v>0.13493055555591127</c:v>
                </c:pt>
                <c:pt idx="11659">
                  <c:v>0.13494212962541496</c:v>
                </c:pt>
                <c:pt idx="11660">
                  <c:v>0.13495370370219462</c:v>
                </c:pt>
                <c:pt idx="11661">
                  <c:v>0.13496527777897427</c:v>
                </c:pt>
                <c:pt idx="11662">
                  <c:v>0.13497685184847796</c:v>
                </c:pt>
                <c:pt idx="11663">
                  <c:v>0.13498842592525762</c:v>
                </c:pt>
                <c:pt idx="11664">
                  <c:v>0.13499999999476131</c:v>
                </c:pt>
                <c:pt idx="11665">
                  <c:v>0.13501157407154096</c:v>
                </c:pt>
                <c:pt idx="11666">
                  <c:v>0.13502314814832062</c:v>
                </c:pt>
                <c:pt idx="11667">
                  <c:v>0.13503472221782431</c:v>
                </c:pt>
                <c:pt idx="11668">
                  <c:v>0.13504629629460396</c:v>
                </c:pt>
                <c:pt idx="11669">
                  <c:v>0.13505787037138361</c:v>
                </c:pt>
                <c:pt idx="11670">
                  <c:v>0.13506944444088731</c:v>
                </c:pt>
                <c:pt idx="11671">
                  <c:v>0.13508101851766696</c:v>
                </c:pt>
                <c:pt idx="11672">
                  <c:v>0.13509259258717066</c:v>
                </c:pt>
                <c:pt idx="11673">
                  <c:v>0.13510416666395031</c:v>
                </c:pt>
                <c:pt idx="11674">
                  <c:v>0.13511574074072996</c:v>
                </c:pt>
                <c:pt idx="11675">
                  <c:v>0.13512731481023366</c:v>
                </c:pt>
                <c:pt idx="11676">
                  <c:v>0.13513888888701331</c:v>
                </c:pt>
                <c:pt idx="11677">
                  <c:v>0.13515046296379296</c:v>
                </c:pt>
                <c:pt idx="11678">
                  <c:v>0.13516203703329666</c:v>
                </c:pt>
                <c:pt idx="11679">
                  <c:v>0.13517361111007631</c:v>
                </c:pt>
                <c:pt idx="11680">
                  <c:v>0.13518518517958</c:v>
                </c:pt>
                <c:pt idx="11681">
                  <c:v>0.13519675925635966</c:v>
                </c:pt>
                <c:pt idx="11682">
                  <c:v>0.13520833333313931</c:v>
                </c:pt>
                <c:pt idx="11683">
                  <c:v>0.135219907402643</c:v>
                </c:pt>
                <c:pt idx="11684">
                  <c:v>0.13523148147942265</c:v>
                </c:pt>
                <c:pt idx="11685">
                  <c:v>0.13524305555620231</c:v>
                </c:pt>
                <c:pt idx="11686">
                  <c:v>0.135254629625706</c:v>
                </c:pt>
                <c:pt idx="11687">
                  <c:v>0.13526620370248565</c:v>
                </c:pt>
                <c:pt idx="11688">
                  <c:v>0.13527777777198935</c:v>
                </c:pt>
                <c:pt idx="11689">
                  <c:v>0.135289351848769</c:v>
                </c:pt>
                <c:pt idx="11690">
                  <c:v>0.13530092592554865</c:v>
                </c:pt>
                <c:pt idx="11691">
                  <c:v>0.13531249999505235</c:v>
                </c:pt>
                <c:pt idx="11692">
                  <c:v>0.135324074071832</c:v>
                </c:pt>
                <c:pt idx="11693">
                  <c:v>0.13533564814861165</c:v>
                </c:pt>
                <c:pt idx="11694">
                  <c:v>0.13534722221811535</c:v>
                </c:pt>
                <c:pt idx="11695">
                  <c:v>0.135358796294895</c:v>
                </c:pt>
                <c:pt idx="11696">
                  <c:v>0.13537037037167465</c:v>
                </c:pt>
                <c:pt idx="11697">
                  <c:v>0.13538194444117835</c:v>
                </c:pt>
                <c:pt idx="11698">
                  <c:v>0.135393518517958</c:v>
                </c:pt>
                <c:pt idx="11699">
                  <c:v>0.1354050925874617</c:v>
                </c:pt>
                <c:pt idx="11700">
                  <c:v>0.13541666666424135</c:v>
                </c:pt>
                <c:pt idx="11701">
                  <c:v>0.135428240741021</c:v>
                </c:pt>
                <c:pt idx="11702">
                  <c:v>0.13543981481052469</c:v>
                </c:pt>
                <c:pt idx="11703">
                  <c:v>0.13545138888730435</c:v>
                </c:pt>
                <c:pt idx="11704">
                  <c:v>0.135462962964084</c:v>
                </c:pt>
                <c:pt idx="11705">
                  <c:v>0.13547453703358769</c:v>
                </c:pt>
                <c:pt idx="11706">
                  <c:v>0.13548611111036735</c:v>
                </c:pt>
                <c:pt idx="11707">
                  <c:v>0.13549768517987104</c:v>
                </c:pt>
                <c:pt idx="11708">
                  <c:v>0.13550925925665069</c:v>
                </c:pt>
                <c:pt idx="11709">
                  <c:v>0.13552083333343035</c:v>
                </c:pt>
                <c:pt idx="11710">
                  <c:v>0.13553240740293404</c:v>
                </c:pt>
                <c:pt idx="11711">
                  <c:v>0.13554398147971369</c:v>
                </c:pt>
                <c:pt idx="11712">
                  <c:v>0.13555555555649335</c:v>
                </c:pt>
                <c:pt idx="11713">
                  <c:v>0.13556712962599704</c:v>
                </c:pt>
                <c:pt idx="11714">
                  <c:v>0.13557870370277669</c:v>
                </c:pt>
                <c:pt idx="11715">
                  <c:v>0.13559027777228039</c:v>
                </c:pt>
                <c:pt idx="11716">
                  <c:v>0.13560185184906004</c:v>
                </c:pt>
                <c:pt idx="11717">
                  <c:v>0.13561342592583969</c:v>
                </c:pt>
                <c:pt idx="11718">
                  <c:v>0.13562499999534339</c:v>
                </c:pt>
                <c:pt idx="11719">
                  <c:v>0.13563657407212304</c:v>
                </c:pt>
                <c:pt idx="11720">
                  <c:v>0.13564814814890269</c:v>
                </c:pt>
                <c:pt idx="11721">
                  <c:v>0.13565972221840639</c:v>
                </c:pt>
                <c:pt idx="11722">
                  <c:v>0.13567129629518604</c:v>
                </c:pt>
                <c:pt idx="11723">
                  <c:v>0.13568287036468973</c:v>
                </c:pt>
                <c:pt idx="11724">
                  <c:v>0.13569444444146939</c:v>
                </c:pt>
                <c:pt idx="11725">
                  <c:v>0.13570601851824904</c:v>
                </c:pt>
                <c:pt idx="11726">
                  <c:v>0.13571759258775273</c:v>
                </c:pt>
                <c:pt idx="11727">
                  <c:v>0.13572916666453239</c:v>
                </c:pt>
                <c:pt idx="11728">
                  <c:v>0.13574074074131204</c:v>
                </c:pt>
                <c:pt idx="11729">
                  <c:v>0.13575231481081573</c:v>
                </c:pt>
                <c:pt idx="11730">
                  <c:v>0.13576388888759539</c:v>
                </c:pt>
                <c:pt idx="11731">
                  <c:v>0.13577546295709908</c:v>
                </c:pt>
                <c:pt idx="11732">
                  <c:v>0.13578703703387873</c:v>
                </c:pt>
                <c:pt idx="11733">
                  <c:v>0.13579861111065838</c:v>
                </c:pt>
                <c:pt idx="11734">
                  <c:v>0.13581018518016208</c:v>
                </c:pt>
                <c:pt idx="11735">
                  <c:v>0.13582175925694173</c:v>
                </c:pt>
                <c:pt idx="11736">
                  <c:v>0.13583333333372138</c:v>
                </c:pt>
                <c:pt idx="11737">
                  <c:v>0.13584490740322508</c:v>
                </c:pt>
                <c:pt idx="11738">
                  <c:v>0.13585648148000473</c:v>
                </c:pt>
                <c:pt idx="11739">
                  <c:v>0.13586805555678438</c:v>
                </c:pt>
                <c:pt idx="11740">
                  <c:v>0.13587962962628808</c:v>
                </c:pt>
                <c:pt idx="11741">
                  <c:v>0.13589120370306773</c:v>
                </c:pt>
                <c:pt idx="11742">
                  <c:v>0.13590277777257143</c:v>
                </c:pt>
                <c:pt idx="11743">
                  <c:v>0.13591435184935108</c:v>
                </c:pt>
                <c:pt idx="11744">
                  <c:v>0.13592592592613073</c:v>
                </c:pt>
                <c:pt idx="11745">
                  <c:v>0.13593749999563443</c:v>
                </c:pt>
                <c:pt idx="11746">
                  <c:v>0.13594907407241408</c:v>
                </c:pt>
                <c:pt idx="11747">
                  <c:v>0.13596064814919373</c:v>
                </c:pt>
                <c:pt idx="11748">
                  <c:v>0.13597222221869742</c:v>
                </c:pt>
                <c:pt idx="11749">
                  <c:v>0.13598379629547708</c:v>
                </c:pt>
                <c:pt idx="11750">
                  <c:v>0.13599537036498077</c:v>
                </c:pt>
                <c:pt idx="11751">
                  <c:v>0.13600694444176042</c:v>
                </c:pt>
                <c:pt idx="11752">
                  <c:v>0.13601851851854008</c:v>
                </c:pt>
                <c:pt idx="11753">
                  <c:v>0.13603009258804377</c:v>
                </c:pt>
                <c:pt idx="11754">
                  <c:v>0.13604166666482342</c:v>
                </c:pt>
                <c:pt idx="11755">
                  <c:v>0.13605324074160308</c:v>
                </c:pt>
                <c:pt idx="11756">
                  <c:v>0.13606481481110677</c:v>
                </c:pt>
                <c:pt idx="11757">
                  <c:v>0.13607638888788642</c:v>
                </c:pt>
                <c:pt idx="11758">
                  <c:v>0.13608796295739012</c:v>
                </c:pt>
                <c:pt idx="11759">
                  <c:v>0.13609953703416977</c:v>
                </c:pt>
                <c:pt idx="11760">
                  <c:v>0.13611111111094942</c:v>
                </c:pt>
                <c:pt idx="11761">
                  <c:v>0.13612268518045312</c:v>
                </c:pt>
                <c:pt idx="11762">
                  <c:v>0.13613425925723277</c:v>
                </c:pt>
                <c:pt idx="11763">
                  <c:v>0.13614583333401242</c:v>
                </c:pt>
                <c:pt idx="11764">
                  <c:v>0.13615740740351612</c:v>
                </c:pt>
                <c:pt idx="11765">
                  <c:v>0.13616898148029577</c:v>
                </c:pt>
                <c:pt idx="11766">
                  <c:v>0.13618055554979946</c:v>
                </c:pt>
                <c:pt idx="11767">
                  <c:v>0.13619212962657912</c:v>
                </c:pt>
                <c:pt idx="11768">
                  <c:v>0.13620370370335877</c:v>
                </c:pt>
                <c:pt idx="11769">
                  <c:v>0.13621527777286246</c:v>
                </c:pt>
                <c:pt idx="11770">
                  <c:v>0.13622685184964212</c:v>
                </c:pt>
                <c:pt idx="11771">
                  <c:v>0.13623842592642177</c:v>
                </c:pt>
                <c:pt idx="11772">
                  <c:v>0.13624999999592546</c:v>
                </c:pt>
                <c:pt idx="11773">
                  <c:v>0.13626157407270512</c:v>
                </c:pt>
                <c:pt idx="11774">
                  <c:v>0.13627314814948477</c:v>
                </c:pt>
                <c:pt idx="11775">
                  <c:v>0.13628472221898846</c:v>
                </c:pt>
                <c:pt idx="11776">
                  <c:v>0.13629629629576812</c:v>
                </c:pt>
                <c:pt idx="11777">
                  <c:v>0.13630787036527181</c:v>
                </c:pt>
                <c:pt idx="11778">
                  <c:v>0.13631944444205146</c:v>
                </c:pt>
                <c:pt idx="11779">
                  <c:v>0.13633101851883112</c:v>
                </c:pt>
                <c:pt idx="11780">
                  <c:v>0.13634259258833481</c:v>
                </c:pt>
                <c:pt idx="11781">
                  <c:v>0.13635416666511446</c:v>
                </c:pt>
                <c:pt idx="11782">
                  <c:v>0.13636574074189411</c:v>
                </c:pt>
                <c:pt idx="11783">
                  <c:v>0.13637731481139781</c:v>
                </c:pt>
                <c:pt idx="11784">
                  <c:v>0.13638888888817746</c:v>
                </c:pt>
                <c:pt idx="11785">
                  <c:v>0.13640046295768116</c:v>
                </c:pt>
                <c:pt idx="11786">
                  <c:v>0.13641203703446081</c:v>
                </c:pt>
                <c:pt idx="11787">
                  <c:v>0.13642361111124046</c:v>
                </c:pt>
                <c:pt idx="11788">
                  <c:v>0.13643518518074416</c:v>
                </c:pt>
                <c:pt idx="11789">
                  <c:v>0.13644675925752381</c:v>
                </c:pt>
                <c:pt idx="11790">
                  <c:v>0.13645833333430346</c:v>
                </c:pt>
                <c:pt idx="11791">
                  <c:v>0.13646990740380716</c:v>
                </c:pt>
                <c:pt idx="11792">
                  <c:v>0.13648148148058681</c:v>
                </c:pt>
                <c:pt idx="11793">
                  <c:v>0.1364930555500905</c:v>
                </c:pt>
                <c:pt idx="11794">
                  <c:v>0.13650462962687016</c:v>
                </c:pt>
                <c:pt idx="11795">
                  <c:v>0.13651620370364981</c:v>
                </c:pt>
                <c:pt idx="11796">
                  <c:v>0.1365277777731535</c:v>
                </c:pt>
                <c:pt idx="11797">
                  <c:v>0.13653935184993315</c:v>
                </c:pt>
                <c:pt idx="11798">
                  <c:v>0.13655092592671281</c:v>
                </c:pt>
                <c:pt idx="11799">
                  <c:v>0.1365624999962165</c:v>
                </c:pt>
                <c:pt idx="11800">
                  <c:v>0.13657407407299615</c:v>
                </c:pt>
                <c:pt idx="11801">
                  <c:v>0.13658564814249985</c:v>
                </c:pt>
                <c:pt idx="11802">
                  <c:v>0.1365972222192795</c:v>
                </c:pt>
                <c:pt idx="11803">
                  <c:v>0.13660879629605915</c:v>
                </c:pt>
                <c:pt idx="11804">
                  <c:v>0.13662037036556285</c:v>
                </c:pt>
                <c:pt idx="11805">
                  <c:v>0.1366319444423425</c:v>
                </c:pt>
                <c:pt idx="11806">
                  <c:v>0.13664351851912215</c:v>
                </c:pt>
                <c:pt idx="11807">
                  <c:v>0.13665509258862585</c:v>
                </c:pt>
                <c:pt idx="11808">
                  <c:v>0.1366666666654055</c:v>
                </c:pt>
                <c:pt idx="11809">
                  <c:v>0.1366782407349092</c:v>
                </c:pt>
                <c:pt idx="11810">
                  <c:v>0.13668981481168885</c:v>
                </c:pt>
                <c:pt idx="11811">
                  <c:v>0.1367013888884685</c:v>
                </c:pt>
                <c:pt idx="11812">
                  <c:v>0.13671296295797219</c:v>
                </c:pt>
                <c:pt idx="11813">
                  <c:v>0.13672453703475185</c:v>
                </c:pt>
                <c:pt idx="11814">
                  <c:v>0.1367361111115315</c:v>
                </c:pt>
                <c:pt idx="11815">
                  <c:v>0.13674768518103519</c:v>
                </c:pt>
                <c:pt idx="11816">
                  <c:v>0.13675925925781485</c:v>
                </c:pt>
                <c:pt idx="11817">
                  <c:v>0.1367708333345945</c:v>
                </c:pt>
                <c:pt idx="11818">
                  <c:v>0.13678240740409819</c:v>
                </c:pt>
                <c:pt idx="11819">
                  <c:v>0.13679398148087785</c:v>
                </c:pt>
                <c:pt idx="11820">
                  <c:v>0.13680555555038154</c:v>
                </c:pt>
                <c:pt idx="11821">
                  <c:v>0.13681712962716119</c:v>
                </c:pt>
                <c:pt idx="11822">
                  <c:v>0.13682870370394085</c:v>
                </c:pt>
                <c:pt idx="11823">
                  <c:v>0.13684027777344454</c:v>
                </c:pt>
                <c:pt idx="11824">
                  <c:v>0.13685185185022419</c:v>
                </c:pt>
                <c:pt idx="11825">
                  <c:v>0.13686342592700385</c:v>
                </c:pt>
                <c:pt idx="11826">
                  <c:v>0.13687499999650754</c:v>
                </c:pt>
                <c:pt idx="11827">
                  <c:v>0.13688657407328719</c:v>
                </c:pt>
                <c:pt idx="11828">
                  <c:v>0.13689814814279089</c:v>
                </c:pt>
                <c:pt idx="11829">
                  <c:v>0.13690972221957054</c:v>
                </c:pt>
                <c:pt idx="11830">
                  <c:v>0.13692129629635019</c:v>
                </c:pt>
                <c:pt idx="11831">
                  <c:v>0.13693287036585389</c:v>
                </c:pt>
                <c:pt idx="11832">
                  <c:v>0.13694444444263354</c:v>
                </c:pt>
                <c:pt idx="11833">
                  <c:v>0.13695601851941319</c:v>
                </c:pt>
                <c:pt idx="11834">
                  <c:v>0.13696759258891689</c:v>
                </c:pt>
                <c:pt idx="11835">
                  <c:v>0.13697916666569654</c:v>
                </c:pt>
                <c:pt idx="11836">
                  <c:v>0.13699074073520023</c:v>
                </c:pt>
                <c:pt idx="11837">
                  <c:v>0.13700231481197989</c:v>
                </c:pt>
                <c:pt idx="11838">
                  <c:v>0.13701388888875954</c:v>
                </c:pt>
                <c:pt idx="11839">
                  <c:v>0.13702546295826323</c:v>
                </c:pt>
                <c:pt idx="11840">
                  <c:v>0.13703703703504289</c:v>
                </c:pt>
                <c:pt idx="11841">
                  <c:v>0.13704861111182254</c:v>
                </c:pt>
                <c:pt idx="11842">
                  <c:v>0.13706018518132623</c:v>
                </c:pt>
                <c:pt idx="11843">
                  <c:v>0.13707175925810589</c:v>
                </c:pt>
                <c:pt idx="11844">
                  <c:v>0.13708333332760958</c:v>
                </c:pt>
                <c:pt idx="11845">
                  <c:v>0.13709490740438923</c:v>
                </c:pt>
                <c:pt idx="11846">
                  <c:v>0.13710648148116888</c:v>
                </c:pt>
                <c:pt idx="11847">
                  <c:v>0.13711805555067258</c:v>
                </c:pt>
                <c:pt idx="11848">
                  <c:v>0.13712962962745223</c:v>
                </c:pt>
                <c:pt idx="11849">
                  <c:v>0.13714120370423188</c:v>
                </c:pt>
                <c:pt idx="11850">
                  <c:v>0.13715277777373558</c:v>
                </c:pt>
                <c:pt idx="11851">
                  <c:v>0.13716435185051523</c:v>
                </c:pt>
                <c:pt idx="11852">
                  <c:v>0.13717592592001893</c:v>
                </c:pt>
                <c:pt idx="11853">
                  <c:v>0.13718749999679858</c:v>
                </c:pt>
                <c:pt idx="11854">
                  <c:v>0.13719907407357823</c:v>
                </c:pt>
                <c:pt idx="11855">
                  <c:v>0.13721064814308193</c:v>
                </c:pt>
                <c:pt idx="11856">
                  <c:v>0.13722222221986158</c:v>
                </c:pt>
                <c:pt idx="11857">
                  <c:v>0.13723379629664123</c:v>
                </c:pt>
                <c:pt idx="11858">
                  <c:v>0.13724537036614493</c:v>
                </c:pt>
                <c:pt idx="11859">
                  <c:v>0.13725694444292458</c:v>
                </c:pt>
                <c:pt idx="11860">
                  <c:v>0.13726851851970423</c:v>
                </c:pt>
                <c:pt idx="11861">
                  <c:v>0.13728009258920792</c:v>
                </c:pt>
                <c:pt idx="11862">
                  <c:v>0.13729166666598758</c:v>
                </c:pt>
                <c:pt idx="11863">
                  <c:v>0.13730324073549127</c:v>
                </c:pt>
                <c:pt idx="11864">
                  <c:v>0.13731481481227092</c:v>
                </c:pt>
                <c:pt idx="11865">
                  <c:v>0.13732638888905058</c:v>
                </c:pt>
                <c:pt idx="11866">
                  <c:v>0.13733796295855427</c:v>
                </c:pt>
                <c:pt idx="11867">
                  <c:v>0.13734953703533392</c:v>
                </c:pt>
                <c:pt idx="11868">
                  <c:v>0.13736111111211358</c:v>
                </c:pt>
                <c:pt idx="11869">
                  <c:v>0.13737268518161727</c:v>
                </c:pt>
                <c:pt idx="11870">
                  <c:v>0.13738425925839692</c:v>
                </c:pt>
                <c:pt idx="11871">
                  <c:v>0.13739583332790062</c:v>
                </c:pt>
                <c:pt idx="11872">
                  <c:v>0.13740740740468027</c:v>
                </c:pt>
                <c:pt idx="11873">
                  <c:v>0.13741898148145992</c:v>
                </c:pt>
                <c:pt idx="11874">
                  <c:v>0.13743055555096362</c:v>
                </c:pt>
                <c:pt idx="11875">
                  <c:v>0.13744212962774327</c:v>
                </c:pt>
                <c:pt idx="11876">
                  <c:v>0.13745370370452292</c:v>
                </c:pt>
                <c:pt idx="11877">
                  <c:v>0.13746527777402662</c:v>
                </c:pt>
                <c:pt idx="11878">
                  <c:v>0.13747685185080627</c:v>
                </c:pt>
                <c:pt idx="11879">
                  <c:v>0.13748842592030996</c:v>
                </c:pt>
                <c:pt idx="11880">
                  <c:v>0.13749999999708962</c:v>
                </c:pt>
                <c:pt idx="11881">
                  <c:v>0.13751157407386927</c:v>
                </c:pt>
                <c:pt idx="11882">
                  <c:v>0.13752314814337296</c:v>
                </c:pt>
                <c:pt idx="11883">
                  <c:v>0.13753472222015262</c:v>
                </c:pt>
                <c:pt idx="11884">
                  <c:v>0.13754629629693227</c:v>
                </c:pt>
                <c:pt idx="11885">
                  <c:v>0.13755787036643596</c:v>
                </c:pt>
                <c:pt idx="11886">
                  <c:v>0.13756944444321562</c:v>
                </c:pt>
                <c:pt idx="11887">
                  <c:v>0.13758101851271931</c:v>
                </c:pt>
                <c:pt idx="11888">
                  <c:v>0.13759259258949896</c:v>
                </c:pt>
                <c:pt idx="11889">
                  <c:v>0.13760416666627862</c:v>
                </c:pt>
                <c:pt idx="11890">
                  <c:v>0.13761574073578231</c:v>
                </c:pt>
                <c:pt idx="11891">
                  <c:v>0.13762731481256196</c:v>
                </c:pt>
                <c:pt idx="11892">
                  <c:v>0.13763888888934162</c:v>
                </c:pt>
                <c:pt idx="11893">
                  <c:v>0.13765046295884531</c:v>
                </c:pt>
                <c:pt idx="11894">
                  <c:v>0.13766203703562496</c:v>
                </c:pt>
                <c:pt idx="11895">
                  <c:v>0.13767361111240461</c:v>
                </c:pt>
                <c:pt idx="11896">
                  <c:v>0.13768518518190831</c:v>
                </c:pt>
                <c:pt idx="11897">
                  <c:v>0.13769675925868796</c:v>
                </c:pt>
                <c:pt idx="11898">
                  <c:v>0.13770833332819166</c:v>
                </c:pt>
                <c:pt idx="11899">
                  <c:v>0.13771990740497131</c:v>
                </c:pt>
                <c:pt idx="11900">
                  <c:v>0.13773148148175096</c:v>
                </c:pt>
                <c:pt idx="11901">
                  <c:v>0.13774305555125466</c:v>
                </c:pt>
                <c:pt idx="11902">
                  <c:v>0.13775462962803431</c:v>
                </c:pt>
                <c:pt idx="11903">
                  <c:v>0.13776620370481396</c:v>
                </c:pt>
                <c:pt idx="11904">
                  <c:v>0.13777777777431766</c:v>
                </c:pt>
                <c:pt idx="11905">
                  <c:v>0.13778935185109731</c:v>
                </c:pt>
                <c:pt idx="11906">
                  <c:v>0.137800925920601</c:v>
                </c:pt>
                <c:pt idx="11907">
                  <c:v>0.13781249999738066</c:v>
                </c:pt>
                <c:pt idx="11908">
                  <c:v>0.13782407407416031</c:v>
                </c:pt>
                <c:pt idx="11909">
                  <c:v>0.137835648143664</c:v>
                </c:pt>
                <c:pt idx="11910">
                  <c:v>0.13784722222044365</c:v>
                </c:pt>
                <c:pt idx="11911">
                  <c:v>0.13785879629722331</c:v>
                </c:pt>
                <c:pt idx="11912">
                  <c:v>0.137870370366727</c:v>
                </c:pt>
                <c:pt idx="11913">
                  <c:v>0.13788194444350665</c:v>
                </c:pt>
                <c:pt idx="11914">
                  <c:v>0.13789351851301035</c:v>
                </c:pt>
                <c:pt idx="11915">
                  <c:v>0.13790509258979</c:v>
                </c:pt>
                <c:pt idx="11916">
                  <c:v>0.13791666666656965</c:v>
                </c:pt>
                <c:pt idx="11917">
                  <c:v>0.13792824073607335</c:v>
                </c:pt>
                <c:pt idx="11918">
                  <c:v>0.137939814812853</c:v>
                </c:pt>
                <c:pt idx="11919">
                  <c:v>0.13795138888963265</c:v>
                </c:pt>
                <c:pt idx="11920">
                  <c:v>0.13796296295913635</c:v>
                </c:pt>
                <c:pt idx="11921">
                  <c:v>0.137974537035916</c:v>
                </c:pt>
                <c:pt idx="11922">
                  <c:v>0.1379861111054197</c:v>
                </c:pt>
                <c:pt idx="11923">
                  <c:v>0.13799768518219935</c:v>
                </c:pt>
                <c:pt idx="11924">
                  <c:v>0.138009259258979</c:v>
                </c:pt>
                <c:pt idx="11925">
                  <c:v>0.13802083332848269</c:v>
                </c:pt>
                <c:pt idx="11926">
                  <c:v>0.13803240740526235</c:v>
                </c:pt>
                <c:pt idx="11927">
                  <c:v>0.138043981482042</c:v>
                </c:pt>
                <c:pt idx="11928">
                  <c:v>0.13805555555154569</c:v>
                </c:pt>
                <c:pt idx="11929">
                  <c:v>0.13806712962832535</c:v>
                </c:pt>
                <c:pt idx="11930">
                  <c:v>0.13807870369782904</c:v>
                </c:pt>
                <c:pt idx="11931">
                  <c:v>0.13809027777460869</c:v>
                </c:pt>
                <c:pt idx="11932">
                  <c:v>0.13810185185138835</c:v>
                </c:pt>
                <c:pt idx="11933">
                  <c:v>0.13811342592089204</c:v>
                </c:pt>
                <c:pt idx="11934">
                  <c:v>0.13812499999767169</c:v>
                </c:pt>
                <c:pt idx="11935">
                  <c:v>0.13813657407445135</c:v>
                </c:pt>
                <c:pt idx="11936">
                  <c:v>0.13814814814395504</c:v>
                </c:pt>
                <c:pt idx="11937">
                  <c:v>0.13815972222073469</c:v>
                </c:pt>
                <c:pt idx="11938">
                  <c:v>0.13817129629751435</c:v>
                </c:pt>
                <c:pt idx="11939">
                  <c:v>0.13818287036701804</c:v>
                </c:pt>
                <c:pt idx="11940">
                  <c:v>0.13819444444379769</c:v>
                </c:pt>
                <c:pt idx="11941">
                  <c:v>0.13820601851330139</c:v>
                </c:pt>
                <c:pt idx="11942">
                  <c:v>0.13821759259008104</c:v>
                </c:pt>
                <c:pt idx="11943">
                  <c:v>0.13822916666686069</c:v>
                </c:pt>
                <c:pt idx="11944">
                  <c:v>0.13824074073636439</c:v>
                </c:pt>
                <c:pt idx="11945">
                  <c:v>0.13825231481314404</c:v>
                </c:pt>
                <c:pt idx="11946">
                  <c:v>0.13826388888992369</c:v>
                </c:pt>
                <c:pt idx="11947">
                  <c:v>0.13827546295942739</c:v>
                </c:pt>
                <c:pt idx="11948">
                  <c:v>0.13828703703620704</c:v>
                </c:pt>
                <c:pt idx="11949">
                  <c:v>0.13829861110571073</c:v>
                </c:pt>
                <c:pt idx="11950">
                  <c:v>0.13831018518249039</c:v>
                </c:pt>
                <c:pt idx="11951">
                  <c:v>0.13832175925927004</c:v>
                </c:pt>
                <c:pt idx="11952">
                  <c:v>0.13833333332877373</c:v>
                </c:pt>
                <c:pt idx="11953">
                  <c:v>0.13834490740555339</c:v>
                </c:pt>
                <c:pt idx="11954">
                  <c:v>0.13835648148233304</c:v>
                </c:pt>
                <c:pt idx="11955">
                  <c:v>0.13836805555183673</c:v>
                </c:pt>
                <c:pt idx="11956">
                  <c:v>0.13837962962861639</c:v>
                </c:pt>
                <c:pt idx="11957">
                  <c:v>0.13839120369812008</c:v>
                </c:pt>
                <c:pt idx="11958">
                  <c:v>0.13840277777489973</c:v>
                </c:pt>
                <c:pt idx="11959">
                  <c:v>0.13841435185167938</c:v>
                </c:pt>
                <c:pt idx="11960">
                  <c:v>0.13842592592118308</c:v>
                </c:pt>
                <c:pt idx="11961">
                  <c:v>0.13843749999796273</c:v>
                </c:pt>
                <c:pt idx="11962">
                  <c:v>0.13844907407474238</c:v>
                </c:pt>
                <c:pt idx="11963">
                  <c:v>0.13846064814424608</c:v>
                </c:pt>
                <c:pt idx="11964">
                  <c:v>0.13847222222102573</c:v>
                </c:pt>
                <c:pt idx="11965">
                  <c:v>0.13848379629052943</c:v>
                </c:pt>
                <c:pt idx="11966">
                  <c:v>0.13849537036730908</c:v>
                </c:pt>
                <c:pt idx="11967">
                  <c:v>0.13850694444408873</c:v>
                </c:pt>
                <c:pt idx="11968">
                  <c:v>0.13851851851359243</c:v>
                </c:pt>
                <c:pt idx="11969">
                  <c:v>0.13853009259037208</c:v>
                </c:pt>
                <c:pt idx="11970">
                  <c:v>0.13854166666715173</c:v>
                </c:pt>
                <c:pt idx="11971">
                  <c:v>0.13855324073665543</c:v>
                </c:pt>
                <c:pt idx="11972">
                  <c:v>0.13856481481343508</c:v>
                </c:pt>
                <c:pt idx="11973">
                  <c:v>0.13857638889021473</c:v>
                </c:pt>
                <c:pt idx="11974">
                  <c:v>0.13858796295971842</c:v>
                </c:pt>
                <c:pt idx="11975">
                  <c:v>0.13859953703649808</c:v>
                </c:pt>
                <c:pt idx="11976">
                  <c:v>0.13861111110600177</c:v>
                </c:pt>
                <c:pt idx="11977">
                  <c:v>0.13862268518278142</c:v>
                </c:pt>
                <c:pt idx="11978">
                  <c:v>0.13863425925956108</c:v>
                </c:pt>
                <c:pt idx="11979">
                  <c:v>0.13864583332906477</c:v>
                </c:pt>
                <c:pt idx="11980">
                  <c:v>0.13865740740584442</c:v>
                </c:pt>
                <c:pt idx="11981">
                  <c:v>0.13866898148262408</c:v>
                </c:pt>
                <c:pt idx="11982">
                  <c:v>0.13868055555212777</c:v>
                </c:pt>
                <c:pt idx="11983">
                  <c:v>0.13869212962890742</c:v>
                </c:pt>
                <c:pt idx="11984">
                  <c:v>0.13870370369841112</c:v>
                </c:pt>
                <c:pt idx="11985">
                  <c:v>0.13871527777519077</c:v>
                </c:pt>
                <c:pt idx="11986">
                  <c:v>0.13872685185197042</c:v>
                </c:pt>
                <c:pt idx="11987">
                  <c:v>0.13873842592147412</c:v>
                </c:pt>
                <c:pt idx="11988">
                  <c:v>0.13874999999825377</c:v>
                </c:pt>
                <c:pt idx="11989">
                  <c:v>0.13876157407503342</c:v>
                </c:pt>
                <c:pt idx="11990">
                  <c:v>0.13877314814453712</c:v>
                </c:pt>
                <c:pt idx="11991">
                  <c:v>0.13878472222131677</c:v>
                </c:pt>
                <c:pt idx="11992">
                  <c:v>0.13879629629082046</c:v>
                </c:pt>
                <c:pt idx="11993">
                  <c:v>0.13880787036760012</c:v>
                </c:pt>
                <c:pt idx="11994">
                  <c:v>0.13881944444437977</c:v>
                </c:pt>
                <c:pt idx="11995">
                  <c:v>0.13883101851388346</c:v>
                </c:pt>
                <c:pt idx="11996">
                  <c:v>0.13884259259066312</c:v>
                </c:pt>
                <c:pt idx="11997">
                  <c:v>0.13885416666744277</c:v>
                </c:pt>
                <c:pt idx="11998">
                  <c:v>0.13886574073694646</c:v>
                </c:pt>
                <c:pt idx="11999">
                  <c:v>0.13887731481372612</c:v>
                </c:pt>
                <c:pt idx="12000">
                  <c:v>0.13888888888322981</c:v>
                </c:pt>
                <c:pt idx="12001">
                  <c:v>0.13890046296000946</c:v>
                </c:pt>
                <c:pt idx="12002">
                  <c:v>0.13891203703678912</c:v>
                </c:pt>
                <c:pt idx="12003">
                  <c:v>0.13892361110629281</c:v>
                </c:pt>
                <c:pt idx="12004">
                  <c:v>0.13893518518307246</c:v>
                </c:pt>
                <c:pt idx="12005">
                  <c:v>0.13894675925985212</c:v>
                </c:pt>
                <c:pt idx="12006">
                  <c:v>0.13895833332935581</c:v>
                </c:pt>
                <c:pt idx="12007">
                  <c:v>0.13896990740613546</c:v>
                </c:pt>
                <c:pt idx="12008">
                  <c:v>0.13898148147563916</c:v>
                </c:pt>
                <c:pt idx="12009">
                  <c:v>0.13899305555241881</c:v>
                </c:pt>
                <c:pt idx="12010">
                  <c:v>0.13900462962919846</c:v>
                </c:pt>
                <c:pt idx="12011">
                  <c:v>0.13901620369870216</c:v>
                </c:pt>
                <c:pt idx="12012">
                  <c:v>0.13902777777548181</c:v>
                </c:pt>
                <c:pt idx="12013">
                  <c:v>0.13903935185226146</c:v>
                </c:pt>
                <c:pt idx="12014">
                  <c:v>0.13905092592176516</c:v>
                </c:pt>
                <c:pt idx="12015">
                  <c:v>0.13906249999854481</c:v>
                </c:pt>
                <c:pt idx="12016">
                  <c:v>0.13907407407532446</c:v>
                </c:pt>
                <c:pt idx="12017">
                  <c:v>0.13908564814482816</c:v>
                </c:pt>
                <c:pt idx="12018">
                  <c:v>0.13909722222160781</c:v>
                </c:pt>
                <c:pt idx="12019">
                  <c:v>0.1391087962911115</c:v>
                </c:pt>
                <c:pt idx="12020">
                  <c:v>0.13912037036789116</c:v>
                </c:pt>
                <c:pt idx="12021">
                  <c:v>0.13913194444467081</c:v>
                </c:pt>
                <c:pt idx="12022">
                  <c:v>0.1391435185141745</c:v>
                </c:pt>
                <c:pt idx="12023">
                  <c:v>0.13915509259095415</c:v>
                </c:pt>
                <c:pt idx="12024">
                  <c:v>0.13916666666773381</c:v>
                </c:pt>
                <c:pt idx="12025">
                  <c:v>0.1391782407372375</c:v>
                </c:pt>
                <c:pt idx="12026">
                  <c:v>0.13918981481401715</c:v>
                </c:pt>
                <c:pt idx="12027">
                  <c:v>0.13920138888352085</c:v>
                </c:pt>
                <c:pt idx="12028">
                  <c:v>0.1392129629603005</c:v>
                </c:pt>
                <c:pt idx="12029">
                  <c:v>0.13922453703708015</c:v>
                </c:pt>
                <c:pt idx="12030">
                  <c:v>0.13923611110658385</c:v>
                </c:pt>
                <c:pt idx="12031">
                  <c:v>0.1392476851833635</c:v>
                </c:pt>
                <c:pt idx="12032">
                  <c:v>0.13925925926014315</c:v>
                </c:pt>
                <c:pt idx="12033">
                  <c:v>0.13927083332964685</c:v>
                </c:pt>
                <c:pt idx="12034">
                  <c:v>0.1392824074064265</c:v>
                </c:pt>
                <c:pt idx="12035">
                  <c:v>0.1392939814759302</c:v>
                </c:pt>
                <c:pt idx="12036">
                  <c:v>0.13930555555270985</c:v>
                </c:pt>
                <c:pt idx="12037">
                  <c:v>0.1393171296294895</c:v>
                </c:pt>
                <c:pt idx="12038">
                  <c:v>0.13932870369899319</c:v>
                </c:pt>
                <c:pt idx="12039">
                  <c:v>0.13934027777577285</c:v>
                </c:pt>
                <c:pt idx="12040">
                  <c:v>0.1393518518525525</c:v>
                </c:pt>
                <c:pt idx="12041">
                  <c:v>0.13936342592205619</c:v>
                </c:pt>
                <c:pt idx="12042">
                  <c:v>0.13937499999883585</c:v>
                </c:pt>
                <c:pt idx="12043">
                  <c:v>0.13938657406833954</c:v>
                </c:pt>
                <c:pt idx="12044">
                  <c:v>0.13939814814511919</c:v>
                </c:pt>
                <c:pt idx="12045">
                  <c:v>0.13940972222189885</c:v>
                </c:pt>
                <c:pt idx="12046">
                  <c:v>0.13942129629140254</c:v>
                </c:pt>
                <c:pt idx="12047">
                  <c:v>0.13943287036818219</c:v>
                </c:pt>
                <c:pt idx="12048">
                  <c:v>0.13944444444496185</c:v>
                </c:pt>
                <c:pt idx="12049">
                  <c:v>0.13945601851446554</c:v>
                </c:pt>
                <c:pt idx="12050">
                  <c:v>0.13946759259124519</c:v>
                </c:pt>
                <c:pt idx="12051">
                  <c:v>0.13947916666074889</c:v>
                </c:pt>
                <c:pt idx="12052">
                  <c:v>0.13949074073752854</c:v>
                </c:pt>
                <c:pt idx="12053">
                  <c:v>0.13950231481430819</c:v>
                </c:pt>
                <c:pt idx="12054">
                  <c:v>0.13951388888381189</c:v>
                </c:pt>
                <c:pt idx="12055">
                  <c:v>0.13952546296059154</c:v>
                </c:pt>
                <c:pt idx="12056">
                  <c:v>0.13953703703737119</c:v>
                </c:pt>
                <c:pt idx="12057">
                  <c:v>0.13954861110687489</c:v>
                </c:pt>
                <c:pt idx="12058">
                  <c:v>0.13956018518365454</c:v>
                </c:pt>
                <c:pt idx="12059">
                  <c:v>0.13957175926043419</c:v>
                </c:pt>
                <c:pt idx="12060">
                  <c:v>0.13958333332993789</c:v>
                </c:pt>
                <c:pt idx="12061">
                  <c:v>0.13959490740671754</c:v>
                </c:pt>
                <c:pt idx="12062">
                  <c:v>0.13960648147622123</c:v>
                </c:pt>
                <c:pt idx="12063">
                  <c:v>0.13961805555300089</c:v>
                </c:pt>
                <c:pt idx="12064">
                  <c:v>0.13962962962978054</c:v>
                </c:pt>
                <c:pt idx="12065">
                  <c:v>0.13964120369928423</c:v>
                </c:pt>
                <c:pt idx="12066">
                  <c:v>0.13965277777606389</c:v>
                </c:pt>
                <c:pt idx="12067">
                  <c:v>0.13966435185284354</c:v>
                </c:pt>
                <c:pt idx="12068">
                  <c:v>0.13967592592234723</c:v>
                </c:pt>
                <c:pt idx="12069">
                  <c:v>0.13968749999912689</c:v>
                </c:pt>
                <c:pt idx="12070">
                  <c:v>0.13969907406863058</c:v>
                </c:pt>
                <c:pt idx="12071">
                  <c:v>0.13971064814541023</c:v>
                </c:pt>
                <c:pt idx="12072">
                  <c:v>0.13972222222218988</c:v>
                </c:pt>
                <c:pt idx="12073">
                  <c:v>0.13973379629169358</c:v>
                </c:pt>
                <c:pt idx="12074">
                  <c:v>0.13974537036847323</c:v>
                </c:pt>
                <c:pt idx="12075">
                  <c:v>0.13975694444525288</c:v>
                </c:pt>
                <c:pt idx="12076">
                  <c:v>0.13976851851475658</c:v>
                </c:pt>
                <c:pt idx="12077">
                  <c:v>0.13978009259153623</c:v>
                </c:pt>
                <c:pt idx="12078">
                  <c:v>0.13979166666103993</c:v>
                </c:pt>
                <c:pt idx="12079">
                  <c:v>0.13980324073781958</c:v>
                </c:pt>
                <c:pt idx="12080">
                  <c:v>0.13981481481459923</c:v>
                </c:pt>
                <c:pt idx="12081">
                  <c:v>0.13982638888410293</c:v>
                </c:pt>
                <c:pt idx="12082">
                  <c:v>0.13983796296088258</c:v>
                </c:pt>
                <c:pt idx="12083">
                  <c:v>0.13984953703766223</c:v>
                </c:pt>
                <c:pt idx="12084">
                  <c:v>0.13986111110716593</c:v>
                </c:pt>
                <c:pt idx="12085">
                  <c:v>0.13987268518394558</c:v>
                </c:pt>
                <c:pt idx="12086">
                  <c:v>0.13988425925344927</c:v>
                </c:pt>
                <c:pt idx="12087">
                  <c:v>0.13989583333022892</c:v>
                </c:pt>
                <c:pt idx="12088">
                  <c:v>0.13990740740700858</c:v>
                </c:pt>
                <c:pt idx="12089">
                  <c:v>0.13991898147651227</c:v>
                </c:pt>
                <c:pt idx="12090">
                  <c:v>0.13993055555329192</c:v>
                </c:pt>
                <c:pt idx="12091">
                  <c:v>0.13994212963007158</c:v>
                </c:pt>
                <c:pt idx="12092">
                  <c:v>0.13995370369957527</c:v>
                </c:pt>
                <c:pt idx="12093">
                  <c:v>0.13996527777635492</c:v>
                </c:pt>
                <c:pt idx="12094">
                  <c:v>0.13997685185313458</c:v>
                </c:pt>
                <c:pt idx="12095">
                  <c:v>0.13998842592263827</c:v>
                </c:pt>
                <c:pt idx="12096">
                  <c:v>0.13999999999941792</c:v>
                </c:pt>
                <c:pt idx="12097">
                  <c:v>0.14001157406892162</c:v>
                </c:pt>
                <c:pt idx="12098">
                  <c:v>0.14002314814570127</c:v>
                </c:pt>
                <c:pt idx="12099">
                  <c:v>0.14003472222248092</c:v>
                </c:pt>
                <c:pt idx="12100">
                  <c:v>0.14004629629198462</c:v>
                </c:pt>
                <c:pt idx="12101">
                  <c:v>0.14005787036876427</c:v>
                </c:pt>
                <c:pt idx="12102">
                  <c:v>0.14006944444554392</c:v>
                </c:pt>
                <c:pt idx="12103">
                  <c:v>0.14008101851504762</c:v>
                </c:pt>
                <c:pt idx="12104">
                  <c:v>0.14009259259182727</c:v>
                </c:pt>
                <c:pt idx="12105">
                  <c:v>0.14010416666133096</c:v>
                </c:pt>
                <c:pt idx="12106">
                  <c:v>0.14011574073811062</c:v>
                </c:pt>
                <c:pt idx="12107">
                  <c:v>0.14012731481489027</c:v>
                </c:pt>
                <c:pt idx="12108">
                  <c:v>0.14013888888439396</c:v>
                </c:pt>
                <c:pt idx="12109">
                  <c:v>0.14015046296117362</c:v>
                </c:pt>
                <c:pt idx="12110">
                  <c:v>0.14016203703795327</c:v>
                </c:pt>
                <c:pt idx="12111">
                  <c:v>0.14017361110745696</c:v>
                </c:pt>
                <c:pt idx="12112">
                  <c:v>0.14018518518423662</c:v>
                </c:pt>
                <c:pt idx="12113">
                  <c:v>0.14019675925374031</c:v>
                </c:pt>
                <c:pt idx="12114">
                  <c:v>0.14020833333051996</c:v>
                </c:pt>
                <c:pt idx="12115">
                  <c:v>0.14021990740729962</c:v>
                </c:pt>
                <c:pt idx="12116">
                  <c:v>0.14023148147680331</c:v>
                </c:pt>
                <c:pt idx="12117">
                  <c:v>0.14024305555358296</c:v>
                </c:pt>
                <c:pt idx="12118">
                  <c:v>0.14025462963036261</c:v>
                </c:pt>
                <c:pt idx="12119">
                  <c:v>0.14026620369986631</c:v>
                </c:pt>
                <c:pt idx="12120">
                  <c:v>0.14027777777664596</c:v>
                </c:pt>
                <c:pt idx="12121">
                  <c:v>0.14028935184614966</c:v>
                </c:pt>
                <c:pt idx="12122">
                  <c:v>0.14030092592292931</c:v>
                </c:pt>
                <c:pt idx="12123">
                  <c:v>0.14031249999970896</c:v>
                </c:pt>
                <c:pt idx="12124">
                  <c:v>0.14032407406921266</c:v>
                </c:pt>
                <c:pt idx="12125">
                  <c:v>0.14033564814599231</c:v>
                </c:pt>
                <c:pt idx="12126">
                  <c:v>0.14034722222277196</c:v>
                </c:pt>
                <c:pt idx="12127">
                  <c:v>0.14035879629227566</c:v>
                </c:pt>
                <c:pt idx="12128">
                  <c:v>0.14037037036905531</c:v>
                </c:pt>
                <c:pt idx="12129">
                  <c:v>0.140381944438559</c:v>
                </c:pt>
                <c:pt idx="12130">
                  <c:v>0.14039351851533866</c:v>
                </c:pt>
                <c:pt idx="12131">
                  <c:v>0.14040509259211831</c:v>
                </c:pt>
                <c:pt idx="12132">
                  <c:v>0.140416666661622</c:v>
                </c:pt>
                <c:pt idx="12133">
                  <c:v>0.14042824073840166</c:v>
                </c:pt>
                <c:pt idx="12134">
                  <c:v>0.14043981481518131</c:v>
                </c:pt>
                <c:pt idx="12135">
                  <c:v>0.140451388884685</c:v>
                </c:pt>
                <c:pt idx="12136">
                  <c:v>0.14046296296146465</c:v>
                </c:pt>
                <c:pt idx="12137">
                  <c:v>0.14047453703824431</c:v>
                </c:pt>
                <c:pt idx="12138">
                  <c:v>0.140486111107748</c:v>
                </c:pt>
                <c:pt idx="12139">
                  <c:v>0.14049768518452765</c:v>
                </c:pt>
                <c:pt idx="12140">
                  <c:v>0.14050925925403135</c:v>
                </c:pt>
                <c:pt idx="12141">
                  <c:v>0.140520833330811</c:v>
                </c:pt>
                <c:pt idx="12142">
                  <c:v>0.14053240740759065</c:v>
                </c:pt>
                <c:pt idx="12143">
                  <c:v>0.14054398147709435</c:v>
                </c:pt>
                <c:pt idx="12144">
                  <c:v>0.140555555553874</c:v>
                </c:pt>
                <c:pt idx="12145">
                  <c:v>0.14056712963065365</c:v>
                </c:pt>
                <c:pt idx="12146">
                  <c:v>0.14057870370015735</c:v>
                </c:pt>
                <c:pt idx="12147">
                  <c:v>0.140590277776937</c:v>
                </c:pt>
                <c:pt idx="12148">
                  <c:v>0.1406018518464407</c:v>
                </c:pt>
                <c:pt idx="12149">
                  <c:v>0.14061342592322035</c:v>
                </c:pt>
                <c:pt idx="12150">
                  <c:v>0.140625</c:v>
                </c:pt>
                <c:pt idx="12151">
                  <c:v>0.14063657406950369</c:v>
                </c:pt>
                <c:pt idx="12152">
                  <c:v>0.14064814814628335</c:v>
                </c:pt>
                <c:pt idx="12153">
                  <c:v>0.140659722223063</c:v>
                </c:pt>
                <c:pt idx="12154">
                  <c:v>0.14067129629256669</c:v>
                </c:pt>
                <c:pt idx="12155">
                  <c:v>0.14068287036934635</c:v>
                </c:pt>
                <c:pt idx="12156">
                  <c:v>0.14069444443885004</c:v>
                </c:pt>
                <c:pt idx="12157">
                  <c:v>0.14070601851562969</c:v>
                </c:pt>
                <c:pt idx="12158">
                  <c:v>0.14071759259240935</c:v>
                </c:pt>
                <c:pt idx="12159">
                  <c:v>0.14072916666191304</c:v>
                </c:pt>
                <c:pt idx="12160">
                  <c:v>0.14074074073869269</c:v>
                </c:pt>
                <c:pt idx="12161">
                  <c:v>0.14075231481547235</c:v>
                </c:pt>
                <c:pt idx="12162">
                  <c:v>0.14076388888497604</c:v>
                </c:pt>
                <c:pt idx="12163">
                  <c:v>0.14077546296175569</c:v>
                </c:pt>
                <c:pt idx="12164">
                  <c:v>0.14078703703125939</c:v>
                </c:pt>
                <c:pt idx="12165">
                  <c:v>0.14079861110803904</c:v>
                </c:pt>
                <c:pt idx="12166">
                  <c:v>0.14081018518481869</c:v>
                </c:pt>
                <c:pt idx="12167">
                  <c:v>0.14082175925432239</c:v>
                </c:pt>
                <c:pt idx="12168">
                  <c:v>0.14083333333110204</c:v>
                </c:pt>
                <c:pt idx="12169">
                  <c:v>0.14084490740788169</c:v>
                </c:pt>
                <c:pt idx="12170">
                  <c:v>0.14085648147738539</c:v>
                </c:pt>
                <c:pt idx="12171">
                  <c:v>0.14086805555416504</c:v>
                </c:pt>
                <c:pt idx="12172">
                  <c:v>0.14087962963094469</c:v>
                </c:pt>
                <c:pt idx="12173">
                  <c:v>0.14089120370044839</c:v>
                </c:pt>
                <c:pt idx="12174">
                  <c:v>0.14090277777722804</c:v>
                </c:pt>
                <c:pt idx="12175">
                  <c:v>0.14091435184673173</c:v>
                </c:pt>
                <c:pt idx="12176">
                  <c:v>0.14092592592351139</c:v>
                </c:pt>
                <c:pt idx="12177">
                  <c:v>0.14093750000029104</c:v>
                </c:pt>
                <c:pt idx="12178">
                  <c:v>0.14094907406979473</c:v>
                </c:pt>
                <c:pt idx="12179">
                  <c:v>0.14096064814657439</c:v>
                </c:pt>
                <c:pt idx="12180">
                  <c:v>0.14097222222335404</c:v>
                </c:pt>
                <c:pt idx="12181">
                  <c:v>0.14098379629285773</c:v>
                </c:pt>
                <c:pt idx="12182">
                  <c:v>0.14099537036963739</c:v>
                </c:pt>
                <c:pt idx="12183">
                  <c:v>0.14100694443914108</c:v>
                </c:pt>
                <c:pt idx="12184">
                  <c:v>0.14101851851592073</c:v>
                </c:pt>
                <c:pt idx="12185">
                  <c:v>0.14103009259270038</c:v>
                </c:pt>
                <c:pt idx="12186">
                  <c:v>0.14104166666220408</c:v>
                </c:pt>
                <c:pt idx="12187">
                  <c:v>0.14105324073898373</c:v>
                </c:pt>
                <c:pt idx="12188">
                  <c:v>0.14106481481576338</c:v>
                </c:pt>
                <c:pt idx="12189">
                  <c:v>0.14107638888526708</c:v>
                </c:pt>
                <c:pt idx="12190">
                  <c:v>0.14108796296204673</c:v>
                </c:pt>
                <c:pt idx="12191">
                  <c:v>0.14109953703155043</c:v>
                </c:pt>
                <c:pt idx="12192">
                  <c:v>0.14111111110833008</c:v>
                </c:pt>
                <c:pt idx="12193">
                  <c:v>0.14112268518510973</c:v>
                </c:pt>
                <c:pt idx="12194">
                  <c:v>0.14113425925461343</c:v>
                </c:pt>
                <c:pt idx="12195">
                  <c:v>0.14114583333139308</c:v>
                </c:pt>
                <c:pt idx="12196">
                  <c:v>0.14115740740817273</c:v>
                </c:pt>
                <c:pt idx="12197">
                  <c:v>0.14116898147767643</c:v>
                </c:pt>
                <c:pt idx="12198">
                  <c:v>0.14118055555445608</c:v>
                </c:pt>
                <c:pt idx="12199">
                  <c:v>0.14119212962395977</c:v>
                </c:pt>
                <c:pt idx="12200">
                  <c:v>0.14120370370073942</c:v>
                </c:pt>
                <c:pt idx="12201">
                  <c:v>0.14121527777751908</c:v>
                </c:pt>
                <c:pt idx="12202">
                  <c:v>0.14122685184702277</c:v>
                </c:pt>
                <c:pt idx="12203">
                  <c:v>0.14123842592380242</c:v>
                </c:pt>
                <c:pt idx="12204">
                  <c:v>0.14125000000058208</c:v>
                </c:pt>
                <c:pt idx="12205">
                  <c:v>0.14126157407008577</c:v>
                </c:pt>
                <c:pt idx="12206">
                  <c:v>0.14127314814686542</c:v>
                </c:pt>
                <c:pt idx="12207">
                  <c:v>0.14128472221636912</c:v>
                </c:pt>
                <c:pt idx="12208">
                  <c:v>0.14129629629314877</c:v>
                </c:pt>
                <c:pt idx="12209">
                  <c:v>0.14130787036992842</c:v>
                </c:pt>
                <c:pt idx="12210">
                  <c:v>0.14131944443943212</c:v>
                </c:pt>
                <c:pt idx="12211">
                  <c:v>0.14133101851621177</c:v>
                </c:pt>
                <c:pt idx="12212">
                  <c:v>0.14134259259299142</c:v>
                </c:pt>
                <c:pt idx="12213">
                  <c:v>0.14135416666249512</c:v>
                </c:pt>
                <c:pt idx="12214">
                  <c:v>0.14136574073927477</c:v>
                </c:pt>
                <c:pt idx="12215">
                  <c:v>0.14137731481605442</c:v>
                </c:pt>
                <c:pt idx="12216">
                  <c:v>0.14138888888555812</c:v>
                </c:pt>
                <c:pt idx="12217">
                  <c:v>0.14140046296233777</c:v>
                </c:pt>
                <c:pt idx="12218">
                  <c:v>0.14141203703184146</c:v>
                </c:pt>
                <c:pt idx="12219">
                  <c:v>0.14142361110862112</c:v>
                </c:pt>
                <c:pt idx="12220">
                  <c:v>0.14143518518540077</c:v>
                </c:pt>
                <c:pt idx="12221">
                  <c:v>0.14144675925490446</c:v>
                </c:pt>
                <c:pt idx="12222">
                  <c:v>0.14145833333168412</c:v>
                </c:pt>
                <c:pt idx="12223">
                  <c:v>0.14146990740846377</c:v>
                </c:pt>
                <c:pt idx="12224">
                  <c:v>0.14148148147796746</c:v>
                </c:pt>
                <c:pt idx="12225">
                  <c:v>0.14149305555474712</c:v>
                </c:pt>
                <c:pt idx="12226">
                  <c:v>0.14150462962425081</c:v>
                </c:pt>
                <c:pt idx="12227">
                  <c:v>0.14151620370103046</c:v>
                </c:pt>
                <c:pt idx="12228">
                  <c:v>0.14152777777781012</c:v>
                </c:pt>
                <c:pt idx="12229">
                  <c:v>0.14153935184731381</c:v>
                </c:pt>
                <c:pt idx="12230">
                  <c:v>0.14155092592409346</c:v>
                </c:pt>
                <c:pt idx="12231">
                  <c:v>0.14156250000087311</c:v>
                </c:pt>
                <c:pt idx="12232">
                  <c:v>0.14157407407037681</c:v>
                </c:pt>
                <c:pt idx="12233">
                  <c:v>0.14158564814715646</c:v>
                </c:pt>
                <c:pt idx="12234">
                  <c:v>0.14159722221666016</c:v>
                </c:pt>
                <c:pt idx="12235">
                  <c:v>0.14160879629343981</c:v>
                </c:pt>
                <c:pt idx="12236">
                  <c:v>0.14162037037021946</c:v>
                </c:pt>
                <c:pt idx="12237">
                  <c:v>0.14163194443972316</c:v>
                </c:pt>
                <c:pt idx="12238">
                  <c:v>0.14164351851650281</c:v>
                </c:pt>
                <c:pt idx="12239">
                  <c:v>0.14165509259328246</c:v>
                </c:pt>
                <c:pt idx="12240">
                  <c:v>0.14166666666278616</c:v>
                </c:pt>
                <c:pt idx="12241">
                  <c:v>0.14167824073956581</c:v>
                </c:pt>
                <c:pt idx="12242">
                  <c:v>0.1416898148090695</c:v>
                </c:pt>
                <c:pt idx="12243">
                  <c:v>0.14170138888584916</c:v>
                </c:pt>
                <c:pt idx="12244">
                  <c:v>0.14171296296262881</c:v>
                </c:pt>
                <c:pt idx="12245">
                  <c:v>0.1417245370321325</c:v>
                </c:pt>
                <c:pt idx="12246">
                  <c:v>0.14173611110891216</c:v>
                </c:pt>
                <c:pt idx="12247">
                  <c:v>0.14174768518569181</c:v>
                </c:pt>
                <c:pt idx="12248">
                  <c:v>0.1417592592551955</c:v>
                </c:pt>
                <c:pt idx="12249">
                  <c:v>0.14177083333197515</c:v>
                </c:pt>
                <c:pt idx="12250">
                  <c:v>0.14178240740147885</c:v>
                </c:pt>
                <c:pt idx="12251">
                  <c:v>0.1417939814782585</c:v>
                </c:pt>
                <c:pt idx="12252">
                  <c:v>0.14180555555503815</c:v>
                </c:pt>
                <c:pt idx="12253">
                  <c:v>0.14181712962454185</c:v>
                </c:pt>
                <c:pt idx="12254">
                  <c:v>0.1418287037013215</c:v>
                </c:pt>
                <c:pt idx="12255">
                  <c:v>0.14184027777810115</c:v>
                </c:pt>
                <c:pt idx="12256">
                  <c:v>0.14185185184760485</c:v>
                </c:pt>
                <c:pt idx="12257">
                  <c:v>0.1418634259243845</c:v>
                </c:pt>
                <c:pt idx="12258">
                  <c:v>0.14187500000116415</c:v>
                </c:pt>
                <c:pt idx="12259">
                  <c:v>0.14188657407066785</c:v>
                </c:pt>
                <c:pt idx="12260">
                  <c:v>0.1418981481474475</c:v>
                </c:pt>
                <c:pt idx="12261">
                  <c:v>0.1419097222169512</c:v>
                </c:pt>
                <c:pt idx="12262">
                  <c:v>0.14192129629373085</c:v>
                </c:pt>
                <c:pt idx="12263">
                  <c:v>0.1419328703705105</c:v>
                </c:pt>
                <c:pt idx="12264">
                  <c:v>0.14194444444001419</c:v>
                </c:pt>
                <c:pt idx="12265">
                  <c:v>0.14195601851679385</c:v>
                </c:pt>
                <c:pt idx="12266">
                  <c:v>0.1419675925935735</c:v>
                </c:pt>
                <c:pt idx="12267">
                  <c:v>0.14197916666307719</c:v>
                </c:pt>
                <c:pt idx="12268">
                  <c:v>0.14199074073985685</c:v>
                </c:pt>
                <c:pt idx="12269">
                  <c:v>0.14200231480936054</c:v>
                </c:pt>
                <c:pt idx="12270">
                  <c:v>0.14201388888614019</c:v>
                </c:pt>
                <c:pt idx="12271">
                  <c:v>0.14202546296291985</c:v>
                </c:pt>
                <c:pt idx="12272">
                  <c:v>0.14203703703242354</c:v>
                </c:pt>
                <c:pt idx="12273">
                  <c:v>0.14204861110920319</c:v>
                </c:pt>
                <c:pt idx="12274">
                  <c:v>0.14206018518598285</c:v>
                </c:pt>
                <c:pt idx="12275">
                  <c:v>0.14207175925548654</c:v>
                </c:pt>
                <c:pt idx="12276">
                  <c:v>0.14208333333226619</c:v>
                </c:pt>
                <c:pt idx="12277">
                  <c:v>0.14209490740176989</c:v>
                </c:pt>
                <c:pt idx="12278">
                  <c:v>0.14210648147854954</c:v>
                </c:pt>
                <c:pt idx="12279">
                  <c:v>0.14211805555532919</c:v>
                </c:pt>
                <c:pt idx="12280">
                  <c:v>0.14212962962483289</c:v>
                </c:pt>
                <c:pt idx="12281">
                  <c:v>0.14214120370161254</c:v>
                </c:pt>
                <c:pt idx="12282">
                  <c:v>0.14215277777839219</c:v>
                </c:pt>
                <c:pt idx="12283">
                  <c:v>0.14216435184789589</c:v>
                </c:pt>
                <c:pt idx="12284">
                  <c:v>0.14217592592467554</c:v>
                </c:pt>
                <c:pt idx="12285">
                  <c:v>0.14218749999417923</c:v>
                </c:pt>
                <c:pt idx="12286">
                  <c:v>0.14219907407095889</c:v>
                </c:pt>
                <c:pt idx="12287">
                  <c:v>0.14221064814773854</c:v>
                </c:pt>
                <c:pt idx="12288">
                  <c:v>0.14222222221724223</c:v>
                </c:pt>
                <c:pt idx="12289">
                  <c:v>0.14223379629402189</c:v>
                </c:pt>
                <c:pt idx="12290">
                  <c:v>0.14224537037080154</c:v>
                </c:pt>
                <c:pt idx="12291">
                  <c:v>0.14225694444030523</c:v>
                </c:pt>
                <c:pt idx="12292">
                  <c:v>0.14226851851708489</c:v>
                </c:pt>
                <c:pt idx="12293">
                  <c:v>0.14228009259386454</c:v>
                </c:pt>
                <c:pt idx="12294">
                  <c:v>0.14229166666336823</c:v>
                </c:pt>
                <c:pt idx="12295">
                  <c:v>0.14230324074014788</c:v>
                </c:pt>
                <c:pt idx="12296">
                  <c:v>0.14231481480965158</c:v>
                </c:pt>
                <c:pt idx="12297">
                  <c:v>0.14232638888643123</c:v>
                </c:pt>
                <c:pt idx="12298">
                  <c:v>0.14233796296321088</c:v>
                </c:pt>
                <c:pt idx="12299">
                  <c:v>0.14234953703271458</c:v>
                </c:pt>
                <c:pt idx="12300">
                  <c:v>0.14236111110949423</c:v>
                </c:pt>
                <c:pt idx="12301">
                  <c:v>0.14237268518627388</c:v>
                </c:pt>
                <c:pt idx="12302">
                  <c:v>0.14238425925577758</c:v>
                </c:pt>
                <c:pt idx="12303">
                  <c:v>0.14239583333255723</c:v>
                </c:pt>
                <c:pt idx="12304">
                  <c:v>0.14240740740206093</c:v>
                </c:pt>
                <c:pt idx="12305">
                  <c:v>0.14241898147884058</c:v>
                </c:pt>
                <c:pt idx="12306">
                  <c:v>0.14243055555562023</c:v>
                </c:pt>
                <c:pt idx="12307">
                  <c:v>0.14244212962512393</c:v>
                </c:pt>
                <c:pt idx="12308">
                  <c:v>0.14245370370190358</c:v>
                </c:pt>
                <c:pt idx="12309">
                  <c:v>0.14246527777868323</c:v>
                </c:pt>
                <c:pt idx="12310">
                  <c:v>0.14247685184818693</c:v>
                </c:pt>
                <c:pt idx="12311">
                  <c:v>0.14248842592496658</c:v>
                </c:pt>
                <c:pt idx="12312">
                  <c:v>0.14249999999447027</c:v>
                </c:pt>
                <c:pt idx="12313">
                  <c:v>0.14251157407124992</c:v>
                </c:pt>
                <c:pt idx="12314">
                  <c:v>0.14252314814802958</c:v>
                </c:pt>
                <c:pt idx="12315">
                  <c:v>0.14253472221753327</c:v>
                </c:pt>
                <c:pt idx="12316">
                  <c:v>0.14254629629431292</c:v>
                </c:pt>
                <c:pt idx="12317">
                  <c:v>0.14255787037109258</c:v>
                </c:pt>
                <c:pt idx="12318">
                  <c:v>0.14256944444059627</c:v>
                </c:pt>
                <c:pt idx="12319">
                  <c:v>0.14258101851737592</c:v>
                </c:pt>
                <c:pt idx="12320">
                  <c:v>0.14259259258687962</c:v>
                </c:pt>
                <c:pt idx="12321">
                  <c:v>0.14260416666365927</c:v>
                </c:pt>
                <c:pt idx="12322">
                  <c:v>0.14261574074043892</c:v>
                </c:pt>
                <c:pt idx="12323">
                  <c:v>0.14262731480994262</c:v>
                </c:pt>
                <c:pt idx="12324">
                  <c:v>0.14263888888672227</c:v>
                </c:pt>
                <c:pt idx="12325">
                  <c:v>0.14265046296350192</c:v>
                </c:pt>
                <c:pt idx="12326">
                  <c:v>0.14266203703300562</c:v>
                </c:pt>
                <c:pt idx="12327">
                  <c:v>0.14267361110978527</c:v>
                </c:pt>
                <c:pt idx="12328">
                  <c:v>0.14268518517928896</c:v>
                </c:pt>
                <c:pt idx="12329">
                  <c:v>0.14269675925606862</c:v>
                </c:pt>
                <c:pt idx="12330">
                  <c:v>0.14270833333284827</c:v>
                </c:pt>
                <c:pt idx="12331">
                  <c:v>0.14271990740235196</c:v>
                </c:pt>
                <c:pt idx="12332">
                  <c:v>0.14273148147913162</c:v>
                </c:pt>
                <c:pt idx="12333">
                  <c:v>0.14274305555591127</c:v>
                </c:pt>
                <c:pt idx="12334">
                  <c:v>0.14275462962541496</c:v>
                </c:pt>
                <c:pt idx="12335">
                  <c:v>0.14276620370219462</c:v>
                </c:pt>
                <c:pt idx="12336">
                  <c:v>0.14277777777897427</c:v>
                </c:pt>
                <c:pt idx="12337">
                  <c:v>0.14278935184847796</c:v>
                </c:pt>
                <c:pt idx="12338">
                  <c:v>0.14280092592525762</c:v>
                </c:pt>
                <c:pt idx="12339">
                  <c:v>0.14281249999476131</c:v>
                </c:pt>
                <c:pt idx="12340">
                  <c:v>0.14282407407154096</c:v>
                </c:pt>
                <c:pt idx="12341">
                  <c:v>0.14283564814832062</c:v>
                </c:pt>
                <c:pt idx="12342">
                  <c:v>0.14284722221782431</c:v>
                </c:pt>
                <c:pt idx="12343">
                  <c:v>0.14285879629460396</c:v>
                </c:pt>
                <c:pt idx="12344">
                  <c:v>0.14287037037138361</c:v>
                </c:pt>
                <c:pt idx="12345">
                  <c:v>0.14288194444088731</c:v>
                </c:pt>
                <c:pt idx="12346">
                  <c:v>0.14289351851766696</c:v>
                </c:pt>
                <c:pt idx="12347">
                  <c:v>0.14290509258717066</c:v>
                </c:pt>
                <c:pt idx="12348">
                  <c:v>0.14291666666395031</c:v>
                </c:pt>
                <c:pt idx="12349">
                  <c:v>0.14292824074072996</c:v>
                </c:pt>
                <c:pt idx="12350">
                  <c:v>0.14293981481023366</c:v>
                </c:pt>
                <c:pt idx="12351">
                  <c:v>0.14295138888701331</c:v>
                </c:pt>
                <c:pt idx="12352">
                  <c:v>0.14296296296379296</c:v>
                </c:pt>
                <c:pt idx="12353">
                  <c:v>0.14297453703329666</c:v>
                </c:pt>
                <c:pt idx="12354">
                  <c:v>0.14298611111007631</c:v>
                </c:pt>
                <c:pt idx="12355">
                  <c:v>0.14299768517958</c:v>
                </c:pt>
                <c:pt idx="12356">
                  <c:v>0.14300925925635966</c:v>
                </c:pt>
                <c:pt idx="12357">
                  <c:v>0.14302083333313931</c:v>
                </c:pt>
                <c:pt idx="12358">
                  <c:v>0.143032407402643</c:v>
                </c:pt>
                <c:pt idx="12359">
                  <c:v>0.14304398147942265</c:v>
                </c:pt>
                <c:pt idx="12360">
                  <c:v>0.14305555555620231</c:v>
                </c:pt>
                <c:pt idx="12361">
                  <c:v>0.143067129625706</c:v>
                </c:pt>
                <c:pt idx="12362">
                  <c:v>0.14307870370248565</c:v>
                </c:pt>
                <c:pt idx="12363">
                  <c:v>0.14309027777198935</c:v>
                </c:pt>
                <c:pt idx="12364">
                  <c:v>0.143101851848769</c:v>
                </c:pt>
                <c:pt idx="12365">
                  <c:v>0.14311342592554865</c:v>
                </c:pt>
                <c:pt idx="12366">
                  <c:v>0.14312499999505235</c:v>
                </c:pt>
                <c:pt idx="12367">
                  <c:v>0.143136574071832</c:v>
                </c:pt>
                <c:pt idx="12368">
                  <c:v>0.14314814814861165</c:v>
                </c:pt>
                <c:pt idx="12369">
                  <c:v>0.14315972221811535</c:v>
                </c:pt>
                <c:pt idx="12370">
                  <c:v>0.143171296294895</c:v>
                </c:pt>
                <c:pt idx="12371">
                  <c:v>0.14318287037167465</c:v>
                </c:pt>
                <c:pt idx="12372">
                  <c:v>0.14319444444117835</c:v>
                </c:pt>
                <c:pt idx="12373">
                  <c:v>0.143206018517958</c:v>
                </c:pt>
                <c:pt idx="12374">
                  <c:v>0.1432175925874617</c:v>
                </c:pt>
                <c:pt idx="12375">
                  <c:v>0.14322916666424135</c:v>
                </c:pt>
                <c:pt idx="12376">
                  <c:v>0.143240740741021</c:v>
                </c:pt>
                <c:pt idx="12377">
                  <c:v>0.14325231481052469</c:v>
                </c:pt>
                <c:pt idx="12378">
                  <c:v>0.14326388888730435</c:v>
                </c:pt>
                <c:pt idx="12379">
                  <c:v>0.143275462964084</c:v>
                </c:pt>
                <c:pt idx="12380">
                  <c:v>0.14328703703358769</c:v>
                </c:pt>
                <c:pt idx="12381">
                  <c:v>0.14329861111036735</c:v>
                </c:pt>
                <c:pt idx="12382">
                  <c:v>0.14331018517987104</c:v>
                </c:pt>
                <c:pt idx="12383">
                  <c:v>0.14332175925665069</c:v>
                </c:pt>
                <c:pt idx="12384">
                  <c:v>0.14333333333343035</c:v>
                </c:pt>
                <c:pt idx="12385">
                  <c:v>0.14334490740293404</c:v>
                </c:pt>
                <c:pt idx="12386">
                  <c:v>0.14335648147971369</c:v>
                </c:pt>
                <c:pt idx="12387">
                  <c:v>0.14336805555649335</c:v>
                </c:pt>
                <c:pt idx="12388">
                  <c:v>0.14337962962599704</c:v>
                </c:pt>
                <c:pt idx="12389">
                  <c:v>0.14339120370277669</c:v>
                </c:pt>
                <c:pt idx="12390">
                  <c:v>0.14340277777228039</c:v>
                </c:pt>
                <c:pt idx="12391">
                  <c:v>0.14341435184906004</c:v>
                </c:pt>
                <c:pt idx="12392">
                  <c:v>0.14342592592583969</c:v>
                </c:pt>
                <c:pt idx="12393">
                  <c:v>0.14343749999534339</c:v>
                </c:pt>
                <c:pt idx="12394">
                  <c:v>0.14344907407212304</c:v>
                </c:pt>
                <c:pt idx="12395">
                  <c:v>0.14346064814890269</c:v>
                </c:pt>
                <c:pt idx="12396">
                  <c:v>0.14347222221840639</c:v>
                </c:pt>
                <c:pt idx="12397">
                  <c:v>0.14348379629518604</c:v>
                </c:pt>
                <c:pt idx="12398">
                  <c:v>0.14349537036468973</c:v>
                </c:pt>
                <c:pt idx="12399">
                  <c:v>0.14350694444146939</c:v>
                </c:pt>
                <c:pt idx="12400">
                  <c:v>0.14351851851824904</c:v>
                </c:pt>
                <c:pt idx="12401">
                  <c:v>0.14353009258775273</c:v>
                </c:pt>
                <c:pt idx="12402">
                  <c:v>0.14354166666453239</c:v>
                </c:pt>
                <c:pt idx="12403">
                  <c:v>0.14355324074131204</c:v>
                </c:pt>
                <c:pt idx="12404">
                  <c:v>0.14356481481081573</c:v>
                </c:pt>
                <c:pt idx="12405">
                  <c:v>0.14357638888759539</c:v>
                </c:pt>
                <c:pt idx="12406">
                  <c:v>0.14358796295709908</c:v>
                </c:pt>
                <c:pt idx="12407">
                  <c:v>0.14359953703387873</c:v>
                </c:pt>
                <c:pt idx="12408">
                  <c:v>0.14361111111065838</c:v>
                </c:pt>
                <c:pt idx="12409">
                  <c:v>0.14362268518016208</c:v>
                </c:pt>
                <c:pt idx="12410">
                  <c:v>0.14363425925694173</c:v>
                </c:pt>
                <c:pt idx="12411">
                  <c:v>0.14364583333372138</c:v>
                </c:pt>
                <c:pt idx="12412">
                  <c:v>0.14365740740322508</c:v>
                </c:pt>
                <c:pt idx="12413">
                  <c:v>0.14366898148000473</c:v>
                </c:pt>
                <c:pt idx="12414">
                  <c:v>0.14368055555678438</c:v>
                </c:pt>
                <c:pt idx="12415">
                  <c:v>0.14369212962628808</c:v>
                </c:pt>
                <c:pt idx="12416">
                  <c:v>0.14370370370306773</c:v>
                </c:pt>
                <c:pt idx="12417">
                  <c:v>0.14371527777257143</c:v>
                </c:pt>
                <c:pt idx="12418">
                  <c:v>0.14372685184935108</c:v>
                </c:pt>
                <c:pt idx="12419">
                  <c:v>0.14373842592613073</c:v>
                </c:pt>
                <c:pt idx="12420">
                  <c:v>0.14374999999563443</c:v>
                </c:pt>
                <c:pt idx="12421">
                  <c:v>0.14376157407241408</c:v>
                </c:pt>
                <c:pt idx="12422">
                  <c:v>0.14377314814919373</c:v>
                </c:pt>
                <c:pt idx="12423">
                  <c:v>0.14378472221869742</c:v>
                </c:pt>
                <c:pt idx="12424">
                  <c:v>0.14379629629547708</c:v>
                </c:pt>
                <c:pt idx="12425">
                  <c:v>0.14380787036498077</c:v>
                </c:pt>
                <c:pt idx="12426">
                  <c:v>0.14381944444176042</c:v>
                </c:pt>
                <c:pt idx="12427">
                  <c:v>0.14383101851854008</c:v>
                </c:pt>
                <c:pt idx="12428">
                  <c:v>0.14384259258804377</c:v>
                </c:pt>
                <c:pt idx="12429">
                  <c:v>0.14385416666482342</c:v>
                </c:pt>
                <c:pt idx="12430">
                  <c:v>0.14386574074160308</c:v>
                </c:pt>
                <c:pt idx="12431">
                  <c:v>0.14387731481110677</c:v>
                </c:pt>
                <c:pt idx="12432">
                  <c:v>0.14388888888788642</c:v>
                </c:pt>
                <c:pt idx="12433">
                  <c:v>0.14390046295739012</c:v>
                </c:pt>
                <c:pt idx="12434">
                  <c:v>0.14391203703416977</c:v>
                </c:pt>
                <c:pt idx="12435">
                  <c:v>0.14392361111094942</c:v>
                </c:pt>
                <c:pt idx="12436">
                  <c:v>0.14393518518045312</c:v>
                </c:pt>
                <c:pt idx="12437">
                  <c:v>0.14394675925723277</c:v>
                </c:pt>
                <c:pt idx="12438">
                  <c:v>0.14395833333401242</c:v>
                </c:pt>
                <c:pt idx="12439">
                  <c:v>0.14396990740351612</c:v>
                </c:pt>
                <c:pt idx="12440">
                  <c:v>0.14398148148029577</c:v>
                </c:pt>
                <c:pt idx="12441">
                  <c:v>0.14399305554979946</c:v>
                </c:pt>
                <c:pt idx="12442">
                  <c:v>0.14400462962657912</c:v>
                </c:pt>
                <c:pt idx="12443">
                  <c:v>0.14401620370335877</c:v>
                </c:pt>
                <c:pt idx="12444">
                  <c:v>0.14402777777286246</c:v>
                </c:pt>
                <c:pt idx="12445">
                  <c:v>0.14403935184964212</c:v>
                </c:pt>
                <c:pt idx="12446">
                  <c:v>0.14405092592642177</c:v>
                </c:pt>
                <c:pt idx="12447">
                  <c:v>0.14406249999592546</c:v>
                </c:pt>
                <c:pt idx="12448">
                  <c:v>0.14407407407270512</c:v>
                </c:pt>
                <c:pt idx="12449">
                  <c:v>0.14408564814948477</c:v>
                </c:pt>
                <c:pt idx="12450">
                  <c:v>0.14409722221898846</c:v>
                </c:pt>
                <c:pt idx="12451">
                  <c:v>0.14410879629576812</c:v>
                </c:pt>
                <c:pt idx="12452">
                  <c:v>0.14412037036527181</c:v>
                </c:pt>
                <c:pt idx="12453">
                  <c:v>0.14413194444205146</c:v>
                </c:pt>
                <c:pt idx="12454">
                  <c:v>0.14414351851883112</c:v>
                </c:pt>
                <c:pt idx="12455">
                  <c:v>0.14415509258833481</c:v>
                </c:pt>
                <c:pt idx="12456">
                  <c:v>0.14416666666511446</c:v>
                </c:pt>
                <c:pt idx="12457">
                  <c:v>0.14417824074189411</c:v>
                </c:pt>
                <c:pt idx="12458">
                  <c:v>0.14418981481139781</c:v>
                </c:pt>
                <c:pt idx="12459">
                  <c:v>0.14420138888817746</c:v>
                </c:pt>
                <c:pt idx="12460">
                  <c:v>0.14421296295768116</c:v>
                </c:pt>
                <c:pt idx="12461">
                  <c:v>0.14422453703446081</c:v>
                </c:pt>
                <c:pt idx="12462">
                  <c:v>0.14423611111124046</c:v>
                </c:pt>
                <c:pt idx="12463">
                  <c:v>0.14424768518074416</c:v>
                </c:pt>
                <c:pt idx="12464">
                  <c:v>0.14425925925752381</c:v>
                </c:pt>
                <c:pt idx="12465">
                  <c:v>0.14427083333430346</c:v>
                </c:pt>
                <c:pt idx="12466">
                  <c:v>0.14428240740380716</c:v>
                </c:pt>
                <c:pt idx="12467">
                  <c:v>0.14429398148058681</c:v>
                </c:pt>
                <c:pt idx="12468">
                  <c:v>0.1443055555500905</c:v>
                </c:pt>
                <c:pt idx="12469">
                  <c:v>0.14431712962687016</c:v>
                </c:pt>
                <c:pt idx="12470">
                  <c:v>0.14432870370364981</c:v>
                </c:pt>
                <c:pt idx="12471">
                  <c:v>0.1443402777731535</c:v>
                </c:pt>
                <c:pt idx="12472">
                  <c:v>0.14435185184993315</c:v>
                </c:pt>
                <c:pt idx="12473">
                  <c:v>0.14436342592671281</c:v>
                </c:pt>
                <c:pt idx="12474">
                  <c:v>0.1443749999962165</c:v>
                </c:pt>
                <c:pt idx="12475">
                  <c:v>0.14438657407299615</c:v>
                </c:pt>
                <c:pt idx="12476">
                  <c:v>0.14439814814249985</c:v>
                </c:pt>
                <c:pt idx="12477">
                  <c:v>0.1444097222192795</c:v>
                </c:pt>
                <c:pt idx="12478">
                  <c:v>0.14442129629605915</c:v>
                </c:pt>
                <c:pt idx="12479">
                  <c:v>0.14443287036556285</c:v>
                </c:pt>
                <c:pt idx="12480">
                  <c:v>0.1444444444423425</c:v>
                </c:pt>
                <c:pt idx="12481">
                  <c:v>0.14445601851912215</c:v>
                </c:pt>
                <c:pt idx="12482">
                  <c:v>0.14446759258862585</c:v>
                </c:pt>
                <c:pt idx="12483">
                  <c:v>0.1444791666654055</c:v>
                </c:pt>
                <c:pt idx="12484">
                  <c:v>0.1444907407349092</c:v>
                </c:pt>
                <c:pt idx="12485">
                  <c:v>0.14450231481168885</c:v>
                </c:pt>
                <c:pt idx="12486">
                  <c:v>0.1445138888884685</c:v>
                </c:pt>
                <c:pt idx="12487">
                  <c:v>0.14452546295797219</c:v>
                </c:pt>
                <c:pt idx="12488">
                  <c:v>0.14453703703475185</c:v>
                </c:pt>
                <c:pt idx="12489">
                  <c:v>0.1445486111115315</c:v>
                </c:pt>
                <c:pt idx="12490">
                  <c:v>0.14456018518103519</c:v>
                </c:pt>
                <c:pt idx="12491">
                  <c:v>0.14457175925781485</c:v>
                </c:pt>
                <c:pt idx="12492">
                  <c:v>0.1445833333345945</c:v>
                </c:pt>
                <c:pt idx="12493">
                  <c:v>0.14459490740409819</c:v>
                </c:pt>
                <c:pt idx="12494">
                  <c:v>0.14460648148087785</c:v>
                </c:pt>
                <c:pt idx="12495">
                  <c:v>0.14461805555038154</c:v>
                </c:pt>
                <c:pt idx="12496">
                  <c:v>0.14462962962716119</c:v>
                </c:pt>
                <c:pt idx="12497">
                  <c:v>0.14464120370394085</c:v>
                </c:pt>
                <c:pt idx="12498">
                  <c:v>0.14465277777344454</c:v>
                </c:pt>
                <c:pt idx="12499">
                  <c:v>0.14466435185022419</c:v>
                </c:pt>
                <c:pt idx="12500">
                  <c:v>0.14467592592700385</c:v>
                </c:pt>
                <c:pt idx="12501">
                  <c:v>0.14468749999650754</c:v>
                </c:pt>
                <c:pt idx="12502">
                  <c:v>0.14469907407328719</c:v>
                </c:pt>
                <c:pt idx="12503">
                  <c:v>0.14471064814279089</c:v>
                </c:pt>
                <c:pt idx="12504">
                  <c:v>0.14472222221957054</c:v>
                </c:pt>
                <c:pt idx="12505">
                  <c:v>0.14473379629635019</c:v>
                </c:pt>
                <c:pt idx="12506">
                  <c:v>0.14474537036585389</c:v>
                </c:pt>
                <c:pt idx="12507">
                  <c:v>0.14475694444263354</c:v>
                </c:pt>
                <c:pt idx="12508">
                  <c:v>0.14476851851941319</c:v>
                </c:pt>
                <c:pt idx="12509">
                  <c:v>0.14478009258891689</c:v>
                </c:pt>
                <c:pt idx="12510">
                  <c:v>0.14479166666569654</c:v>
                </c:pt>
                <c:pt idx="12511">
                  <c:v>0.14480324073520023</c:v>
                </c:pt>
                <c:pt idx="12512">
                  <c:v>0.14481481481197989</c:v>
                </c:pt>
                <c:pt idx="12513">
                  <c:v>0.14482638888875954</c:v>
                </c:pt>
                <c:pt idx="12514">
                  <c:v>0.14483796295826323</c:v>
                </c:pt>
                <c:pt idx="12515">
                  <c:v>0.14484953703504289</c:v>
                </c:pt>
                <c:pt idx="12516">
                  <c:v>0.14486111111182254</c:v>
                </c:pt>
                <c:pt idx="12517">
                  <c:v>0.14487268518132623</c:v>
                </c:pt>
                <c:pt idx="12518">
                  <c:v>0.14488425925810589</c:v>
                </c:pt>
                <c:pt idx="12519">
                  <c:v>0.14489583332760958</c:v>
                </c:pt>
                <c:pt idx="12520">
                  <c:v>0.14490740740438923</c:v>
                </c:pt>
                <c:pt idx="12521">
                  <c:v>0.14491898148116888</c:v>
                </c:pt>
                <c:pt idx="12522">
                  <c:v>0.14493055555067258</c:v>
                </c:pt>
                <c:pt idx="12523">
                  <c:v>0.14494212962745223</c:v>
                </c:pt>
                <c:pt idx="12524">
                  <c:v>0.14495370370423188</c:v>
                </c:pt>
                <c:pt idx="12525">
                  <c:v>0.14496527777373558</c:v>
                </c:pt>
                <c:pt idx="12526">
                  <c:v>0.14497685185051523</c:v>
                </c:pt>
                <c:pt idx="12527">
                  <c:v>0.14498842592001893</c:v>
                </c:pt>
                <c:pt idx="12528">
                  <c:v>0.14499999999679858</c:v>
                </c:pt>
                <c:pt idx="12529">
                  <c:v>0.14501157407357823</c:v>
                </c:pt>
                <c:pt idx="12530">
                  <c:v>0.14502314814308193</c:v>
                </c:pt>
                <c:pt idx="12531">
                  <c:v>0.14503472221986158</c:v>
                </c:pt>
                <c:pt idx="12532">
                  <c:v>0.14504629629664123</c:v>
                </c:pt>
                <c:pt idx="12533">
                  <c:v>0.14505787036614493</c:v>
                </c:pt>
                <c:pt idx="12534">
                  <c:v>0.14506944444292458</c:v>
                </c:pt>
                <c:pt idx="12535">
                  <c:v>0.14508101851970423</c:v>
                </c:pt>
                <c:pt idx="12536">
                  <c:v>0.14509259258920792</c:v>
                </c:pt>
                <c:pt idx="12537">
                  <c:v>0.14510416666598758</c:v>
                </c:pt>
                <c:pt idx="12538">
                  <c:v>0.14511574073549127</c:v>
                </c:pt>
                <c:pt idx="12539">
                  <c:v>0.14512731481227092</c:v>
                </c:pt>
                <c:pt idx="12540">
                  <c:v>0.14513888888905058</c:v>
                </c:pt>
                <c:pt idx="12541">
                  <c:v>0.14515046295855427</c:v>
                </c:pt>
                <c:pt idx="12542">
                  <c:v>0.14516203703533392</c:v>
                </c:pt>
                <c:pt idx="12543">
                  <c:v>0.14517361111211358</c:v>
                </c:pt>
                <c:pt idx="12544">
                  <c:v>0.14518518518161727</c:v>
                </c:pt>
                <c:pt idx="12545">
                  <c:v>0.14519675925839692</c:v>
                </c:pt>
                <c:pt idx="12546">
                  <c:v>0.14520833332790062</c:v>
                </c:pt>
                <c:pt idx="12547">
                  <c:v>0.14521990740468027</c:v>
                </c:pt>
                <c:pt idx="12548">
                  <c:v>0.14523148148145992</c:v>
                </c:pt>
                <c:pt idx="12549">
                  <c:v>0.14524305555096362</c:v>
                </c:pt>
                <c:pt idx="12550">
                  <c:v>0.14525462962774327</c:v>
                </c:pt>
                <c:pt idx="12551">
                  <c:v>0.14526620370452292</c:v>
                </c:pt>
                <c:pt idx="12552">
                  <c:v>0.14527777777402662</c:v>
                </c:pt>
                <c:pt idx="12553">
                  <c:v>0.14528935185080627</c:v>
                </c:pt>
                <c:pt idx="12554">
                  <c:v>0.14530092592030996</c:v>
                </c:pt>
                <c:pt idx="12555">
                  <c:v>0.14531249999708962</c:v>
                </c:pt>
                <c:pt idx="12556">
                  <c:v>0.14532407407386927</c:v>
                </c:pt>
                <c:pt idx="12557">
                  <c:v>0.14533564814337296</c:v>
                </c:pt>
                <c:pt idx="12558">
                  <c:v>0.14534722222015262</c:v>
                </c:pt>
                <c:pt idx="12559">
                  <c:v>0.14535879629693227</c:v>
                </c:pt>
                <c:pt idx="12560">
                  <c:v>0.14537037036643596</c:v>
                </c:pt>
                <c:pt idx="12561">
                  <c:v>0.14538194444321562</c:v>
                </c:pt>
                <c:pt idx="12562">
                  <c:v>0.14539351851271931</c:v>
                </c:pt>
                <c:pt idx="12563">
                  <c:v>0.14540509258949896</c:v>
                </c:pt>
                <c:pt idx="12564">
                  <c:v>0.14541666666627862</c:v>
                </c:pt>
                <c:pt idx="12565">
                  <c:v>0.14542824073578231</c:v>
                </c:pt>
                <c:pt idx="12566">
                  <c:v>0.14543981481256196</c:v>
                </c:pt>
                <c:pt idx="12567">
                  <c:v>0.14545138888934162</c:v>
                </c:pt>
                <c:pt idx="12568">
                  <c:v>0.14546296295884531</c:v>
                </c:pt>
                <c:pt idx="12569">
                  <c:v>0.14547453703562496</c:v>
                </c:pt>
                <c:pt idx="12570">
                  <c:v>0.14548611111240461</c:v>
                </c:pt>
                <c:pt idx="12571">
                  <c:v>0.14549768518190831</c:v>
                </c:pt>
                <c:pt idx="12572">
                  <c:v>0.14550925925868796</c:v>
                </c:pt>
                <c:pt idx="12573">
                  <c:v>0.14552083332819166</c:v>
                </c:pt>
                <c:pt idx="12574">
                  <c:v>0.14553240740497131</c:v>
                </c:pt>
                <c:pt idx="12575">
                  <c:v>0.14554398148175096</c:v>
                </c:pt>
                <c:pt idx="12576">
                  <c:v>0.14555555555125466</c:v>
                </c:pt>
                <c:pt idx="12577">
                  <c:v>0.14556712962803431</c:v>
                </c:pt>
                <c:pt idx="12578">
                  <c:v>0.14557870370481396</c:v>
                </c:pt>
                <c:pt idx="12579">
                  <c:v>0.14559027777431766</c:v>
                </c:pt>
                <c:pt idx="12580">
                  <c:v>0.14560185185109731</c:v>
                </c:pt>
                <c:pt idx="12581">
                  <c:v>0.145613425920601</c:v>
                </c:pt>
                <c:pt idx="12582">
                  <c:v>0.14562499999738066</c:v>
                </c:pt>
                <c:pt idx="12583">
                  <c:v>0.14563657407416031</c:v>
                </c:pt>
                <c:pt idx="12584">
                  <c:v>0.145648148143664</c:v>
                </c:pt>
                <c:pt idx="12585">
                  <c:v>0.14565972222044365</c:v>
                </c:pt>
                <c:pt idx="12586">
                  <c:v>0.14567129629722331</c:v>
                </c:pt>
                <c:pt idx="12587">
                  <c:v>0.145682870366727</c:v>
                </c:pt>
                <c:pt idx="12588">
                  <c:v>0.14569444444350665</c:v>
                </c:pt>
                <c:pt idx="12589">
                  <c:v>0.14570601851301035</c:v>
                </c:pt>
                <c:pt idx="12590">
                  <c:v>0.14571759258979</c:v>
                </c:pt>
                <c:pt idx="12591">
                  <c:v>0.14572916666656965</c:v>
                </c:pt>
                <c:pt idx="12592">
                  <c:v>0.14574074073607335</c:v>
                </c:pt>
                <c:pt idx="12593">
                  <c:v>0.145752314812853</c:v>
                </c:pt>
                <c:pt idx="12594">
                  <c:v>0.14576388888963265</c:v>
                </c:pt>
                <c:pt idx="12595">
                  <c:v>0.14577546295913635</c:v>
                </c:pt>
                <c:pt idx="12596">
                  <c:v>0.145787037035916</c:v>
                </c:pt>
                <c:pt idx="12597">
                  <c:v>0.1457986111054197</c:v>
                </c:pt>
                <c:pt idx="12598">
                  <c:v>0.14581018518219935</c:v>
                </c:pt>
                <c:pt idx="12599">
                  <c:v>0.145821759258979</c:v>
                </c:pt>
                <c:pt idx="12600">
                  <c:v>0.14583333332848269</c:v>
                </c:pt>
                <c:pt idx="12601">
                  <c:v>0.14584490740526235</c:v>
                </c:pt>
                <c:pt idx="12602">
                  <c:v>0.145856481482042</c:v>
                </c:pt>
                <c:pt idx="12603">
                  <c:v>0.14586805555154569</c:v>
                </c:pt>
                <c:pt idx="12604">
                  <c:v>0.14587962962832535</c:v>
                </c:pt>
                <c:pt idx="12605">
                  <c:v>0.14589120369782904</c:v>
                </c:pt>
                <c:pt idx="12606">
                  <c:v>0.14590277777460869</c:v>
                </c:pt>
                <c:pt idx="12607">
                  <c:v>0.14591435185138835</c:v>
                </c:pt>
                <c:pt idx="12608">
                  <c:v>0.14592592592089204</c:v>
                </c:pt>
                <c:pt idx="12609">
                  <c:v>0.14593749999767169</c:v>
                </c:pt>
                <c:pt idx="12610">
                  <c:v>0.14594907407445135</c:v>
                </c:pt>
                <c:pt idx="12611">
                  <c:v>0.14596064814395504</c:v>
                </c:pt>
                <c:pt idx="12612">
                  <c:v>0.14597222222073469</c:v>
                </c:pt>
                <c:pt idx="12613">
                  <c:v>0.14598379629751435</c:v>
                </c:pt>
                <c:pt idx="12614">
                  <c:v>0.14599537036701804</c:v>
                </c:pt>
                <c:pt idx="12615">
                  <c:v>0.14600694444379769</c:v>
                </c:pt>
                <c:pt idx="12616">
                  <c:v>0.14601851851330139</c:v>
                </c:pt>
                <c:pt idx="12617">
                  <c:v>0.14603009259008104</c:v>
                </c:pt>
                <c:pt idx="12618">
                  <c:v>0.14604166666686069</c:v>
                </c:pt>
                <c:pt idx="12619">
                  <c:v>0.14605324073636439</c:v>
                </c:pt>
                <c:pt idx="12620">
                  <c:v>0.14606481481314404</c:v>
                </c:pt>
                <c:pt idx="12621">
                  <c:v>0.14607638888992369</c:v>
                </c:pt>
                <c:pt idx="12622">
                  <c:v>0.14608796295942739</c:v>
                </c:pt>
                <c:pt idx="12623">
                  <c:v>0.14609953703620704</c:v>
                </c:pt>
                <c:pt idx="12624">
                  <c:v>0.14611111110571073</c:v>
                </c:pt>
                <c:pt idx="12625">
                  <c:v>0.14612268518249039</c:v>
                </c:pt>
                <c:pt idx="12626">
                  <c:v>0.14613425925927004</c:v>
                </c:pt>
                <c:pt idx="12627">
                  <c:v>0.14614583332877373</c:v>
                </c:pt>
                <c:pt idx="12628">
                  <c:v>0.14615740740555339</c:v>
                </c:pt>
                <c:pt idx="12629">
                  <c:v>0.14616898148233304</c:v>
                </c:pt>
                <c:pt idx="12630">
                  <c:v>0.14618055555183673</c:v>
                </c:pt>
                <c:pt idx="12631">
                  <c:v>0.14619212962861639</c:v>
                </c:pt>
                <c:pt idx="12632">
                  <c:v>0.14620370369812008</c:v>
                </c:pt>
                <c:pt idx="12633">
                  <c:v>0.14621527777489973</c:v>
                </c:pt>
                <c:pt idx="12634">
                  <c:v>0.14622685185167938</c:v>
                </c:pt>
                <c:pt idx="12635">
                  <c:v>0.14623842592118308</c:v>
                </c:pt>
                <c:pt idx="12636">
                  <c:v>0.14624999999796273</c:v>
                </c:pt>
                <c:pt idx="12637">
                  <c:v>0.14626157407474238</c:v>
                </c:pt>
                <c:pt idx="12638">
                  <c:v>0.14627314814424608</c:v>
                </c:pt>
                <c:pt idx="12639">
                  <c:v>0.14628472222102573</c:v>
                </c:pt>
                <c:pt idx="12640">
                  <c:v>0.14629629629052943</c:v>
                </c:pt>
                <c:pt idx="12641">
                  <c:v>0.14630787036730908</c:v>
                </c:pt>
                <c:pt idx="12642">
                  <c:v>0.14631944444408873</c:v>
                </c:pt>
                <c:pt idx="12643">
                  <c:v>0.14633101851359243</c:v>
                </c:pt>
                <c:pt idx="12644">
                  <c:v>0.14634259259037208</c:v>
                </c:pt>
                <c:pt idx="12645">
                  <c:v>0.14635416666715173</c:v>
                </c:pt>
                <c:pt idx="12646">
                  <c:v>0.14636574073665543</c:v>
                </c:pt>
                <c:pt idx="12647">
                  <c:v>0.14637731481343508</c:v>
                </c:pt>
                <c:pt idx="12648">
                  <c:v>0.14638888889021473</c:v>
                </c:pt>
                <c:pt idx="12649">
                  <c:v>0.14640046295971842</c:v>
                </c:pt>
                <c:pt idx="12650">
                  <c:v>0.14641203703649808</c:v>
                </c:pt>
                <c:pt idx="12651">
                  <c:v>0.14642361110600177</c:v>
                </c:pt>
                <c:pt idx="12652">
                  <c:v>0.14643518518278142</c:v>
                </c:pt>
                <c:pt idx="12653">
                  <c:v>0.14644675925956108</c:v>
                </c:pt>
                <c:pt idx="12654">
                  <c:v>0.14645833332906477</c:v>
                </c:pt>
                <c:pt idx="12655">
                  <c:v>0.14646990740584442</c:v>
                </c:pt>
                <c:pt idx="12656">
                  <c:v>0.14648148148262408</c:v>
                </c:pt>
                <c:pt idx="12657">
                  <c:v>0.14649305555212777</c:v>
                </c:pt>
                <c:pt idx="12658">
                  <c:v>0.14650462962890742</c:v>
                </c:pt>
                <c:pt idx="12659">
                  <c:v>0.14651620369841112</c:v>
                </c:pt>
                <c:pt idx="12660">
                  <c:v>0.14652777777519077</c:v>
                </c:pt>
                <c:pt idx="12661">
                  <c:v>0.14653935185197042</c:v>
                </c:pt>
                <c:pt idx="12662">
                  <c:v>0.14655092592147412</c:v>
                </c:pt>
                <c:pt idx="12663">
                  <c:v>0.14656249999825377</c:v>
                </c:pt>
                <c:pt idx="12664">
                  <c:v>0.14657407407503342</c:v>
                </c:pt>
                <c:pt idx="12665">
                  <c:v>0.14658564814453712</c:v>
                </c:pt>
                <c:pt idx="12666">
                  <c:v>0.14659722222131677</c:v>
                </c:pt>
                <c:pt idx="12667">
                  <c:v>0.14660879629082046</c:v>
                </c:pt>
                <c:pt idx="12668">
                  <c:v>0.14662037036760012</c:v>
                </c:pt>
                <c:pt idx="12669">
                  <c:v>0.14663194444437977</c:v>
                </c:pt>
                <c:pt idx="12670">
                  <c:v>0.14664351851388346</c:v>
                </c:pt>
                <c:pt idx="12671">
                  <c:v>0.14665509259066312</c:v>
                </c:pt>
                <c:pt idx="12672">
                  <c:v>0.14666666666744277</c:v>
                </c:pt>
                <c:pt idx="12673">
                  <c:v>0.14667824073694646</c:v>
                </c:pt>
                <c:pt idx="12674">
                  <c:v>0.14668981481372612</c:v>
                </c:pt>
                <c:pt idx="12675">
                  <c:v>0.14670138888322981</c:v>
                </c:pt>
                <c:pt idx="12676">
                  <c:v>0.14671296296000946</c:v>
                </c:pt>
                <c:pt idx="12677">
                  <c:v>0.14672453703678912</c:v>
                </c:pt>
                <c:pt idx="12678">
                  <c:v>0.14673611110629281</c:v>
                </c:pt>
                <c:pt idx="12679">
                  <c:v>0.14674768518307246</c:v>
                </c:pt>
                <c:pt idx="12680">
                  <c:v>0.14675925925985212</c:v>
                </c:pt>
                <c:pt idx="12681">
                  <c:v>0.14677083332935581</c:v>
                </c:pt>
                <c:pt idx="12682">
                  <c:v>0.14678240740613546</c:v>
                </c:pt>
                <c:pt idx="12683">
                  <c:v>0.14679398147563916</c:v>
                </c:pt>
                <c:pt idx="12684">
                  <c:v>0.14680555555241881</c:v>
                </c:pt>
                <c:pt idx="12685">
                  <c:v>0.14681712962919846</c:v>
                </c:pt>
                <c:pt idx="12686">
                  <c:v>0.14682870369870216</c:v>
                </c:pt>
                <c:pt idx="12687">
                  <c:v>0.14684027777548181</c:v>
                </c:pt>
                <c:pt idx="12688">
                  <c:v>0.14685185185226146</c:v>
                </c:pt>
                <c:pt idx="12689">
                  <c:v>0.14686342592176516</c:v>
                </c:pt>
                <c:pt idx="12690">
                  <c:v>0.14687499999854481</c:v>
                </c:pt>
                <c:pt idx="12691">
                  <c:v>0.14688657407532446</c:v>
                </c:pt>
                <c:pt idx="12692">
                  <c:v>0.14689814814482816</c:v>
                </c:pt>
                <c:pt idx="12693">
                  <c:v>0.14690972222160781</c:v>
                </c:pt>
                <c:pt idx="12694">
                  <c:v>0.1469212962911115</c:v>
                </c:pt>
                <c:pt idx="12695">
                  <c:v>0.14693287036789116</c:v>
                </c:pt>
                <c:pt idx="12696">
                  <c:v>0.14694444444467081</c:v>
                </c:pt>
                <c:pt idx="12697">
                  <c:v>0.1469560185141745</c:v>
                </c:pt>
                <c:pt idx="12698">
                  <c:v>0.14696759259095415</c:v>
                </c:pt>
                <c:pt idx="12699">
                  <c:v>0.14697916666773381</c:v>
                </c:pt>
                <c:pt idx="12700">
                  <c:v>0.1469907407372375</c:v>
                </c:pt>
                <c:pt idx="12701">
                  <c:v>0.14700231481401715</c:v>
                </c:pt>
                <c:pt idx="12702">
                  <c:v>0.14701388888352085</c:v>
                </c:pt>
                <c:pt idx="12703">
                  <c:v>0.1470254629603005</c:v>
                </c:pt>
                <c:pt idx="12704">
                  <c:v>0.14703703703708015</c:v>
                </c:pt>
                <c:pt idx="12705">
                  <c:v>0.14704861110658385</c:v>
                </c:pt>
                <c:pt idx="12706">
                  <c:v>0.1470601851833635</c:v>
                </c:pt>
                <c:pt idx="12707">
                  <c:v>0.14707175926014315</c:v>
                </c:pt>
                <c:pt idx="12708">
                  <c:v>0.14708333332964685</c:v>
                </c:pt>
                <c:pt idx="12709">
                  <c:v>0.1470949074064265</c:v>
                </c:pt>
                <c:pt idx="12710">
                  <c:v>0.1471064814759302</c:v>
                </c:pt>
                <c:pt idx="12711">
                  <c:v>0.14711805555270985</c:v>
                </c:pt>
                <c:pt idx="12712">
                  <c:v>0.1471296296294895</c:v>
                </c:pt>
                <c:pt idx="12713">
                  <c:v>0.14714120369899319</c:v>
                </c:pt>
                <c:pt idx="12714">
                  <c:v>0.14715277777577285</c:v>
                </c:pt>
                <c:pt idx="12715">
                  <c:v>0.1471643518525525</c:v>
                </c:pt>
                <c:pt idx="12716">
                  <c:v>0.14717592592205619</c:v>
                </c:pt>
                <c:pt idx="12717">
                  <c:v>0.14718749999883585</c:v>
                </c:pt>
                <c:pt idx="12718">
                  <c:v>0.14719907406833954</c:v>
                </c:pt>
                <c:pt idx="12719">
                  <c:v>0.14721064814511919</c:v>
                </c:pt>
                <c:pt idx="12720">
                  <c:v>0.14722222222189885</c:v>
                </c:pt>
                <c:pt idx="12721">
                  <c:v>0.14723379629140254</c:v>
                </c:pt>
                <c:pt idx="12722">
                  <c:v>0.14724537036818219</c:v>
                </c:pt>
                <c:pt idx="12723">
                  <c:v>0.14725694444496185</c:v>
                </c:pt>
                <c:pt idx="12724">
                  <c:v>0.14726851851446554</c:v>
                </c:pt>
                <c:pt idx="12725">
                  <c:v>0.14728009259124519</c:v>
                </c:pt>
                <c:pt idx="12726">
                  <c:v>0.14729166666074889</c:v>
                </c:pt>
                <c:pt idx="12727">
                  <c:v>0.14730324073752854</c:v>
                </c:pt>
                <c:pt idx="12728">
                  <c:v>0.14731481481430819</c:v>
                </c:pt>
                <c:pt idx="12729">
                  <c:v>0.14732638888381189</c:v>
                </c:pt>
                <c:pt idx="12730">
                  <c:v>0.14733796296059154</c:v>
                </c:pt>
                <c:pt idx="12731">
                  <c:v>0.14734953703737119</c:v>
                </c:pt>
                <c:pt idx="12732">
                  <c:v>0.14736111110687489</c:v>
                </c:pt>
                <c:pt idx="12733">
                  <c:v>0.14737268518365454</c:v>
                </c:pt>
                <c:pt idx="12734">
                  <c:v>0.14738425926043419</c:v>
                </c:pt>
                <c:pt idx="12735">
                  <c:v>0.14739583332993789</c:v>
                </c:pt>
                <c:pt idx="12736">
                  <c:v>0.14740740740671754</c:v>
                </c:pt>
                <c:pt idx="12737">
                  <c:v>0.14741898147622123</c:v>
                </c:pt>
                <c:pt idx="12738">
                  <c:v>0.14743055555300089</c:v>
                </c:pt>
                <c:pt idx="12739">
                  <c:v>0.14744212962978054</c:v>
                </c:pt>
                <c:pt idx="12740">
                  <c:v>0.14745370369928423</c:v>
                </c:pt>
                <c:pt idx="12741">
                  <c:v>0.14746527777606389</c:v>
                </c:pt>
                <c:pt idx="12742">
                  <c:v>0.14747685185284354</c:v>
                </c:pt>
                <c:pt idx="12743">
                  <c:v>0.14748842592234723</c:v>
                </c:pt>
                <c:pt idx="12744">
                  <c:v>0.14749999999912689</c:v>
                </c:pt>
                <c:pt idx="12745">
                  <c:v>0.14751157406863058</c:v>
                </c:pt>
                <c:pt idx="12746">
                  <c:v>0.14752314814541023</c:v>
                </c:pt>
                <c:pt idx="12747">
                  <c:v>0.14753472222218988</c:v>
                </c:pt>
                <c:pt idx="12748">
                  <c:v>0.14754629629169358</c:v>
                </c:pt>
                <c:pt idx="12749">
                  <c:v>0.14755787036847323</c:v>
                </c:pt>
                <c:pt idx="12750">
                  <c:v>0.14756944444525288</c:v>
                </c:pt>
                <c:pt idx="12751">
                  <c:v>0.14758101851475658</c:v>
                </c:pt>
                <c:pt idx="12752">
                  <c:v>0.14759259259153623</c:v>
                </c:pt>
                <c:pt idx="12753">
                  <c:v>0.14760416666103993</c:v>
                </c:pt>
                <c:pt idx="12754">
                  <c:v>0.14761574073781958</c:v>
                </c:pt>
                <c:pt idx="12755">
                  <c:v>0.14762731481459923</c:v>
                </c:pt>
                <c:pt idx="12756">
                  <c:v>0.14763888888410293</c:v>
                </c:pt>
                <c:pt idx="12757">
                  <c:v>0.14765046296088258</c:v>
                </c:pt>
                <c:pt idx="12758">
                  <c:v>0.14766203703766223</c:v>
                </c:pt>
                <c:pt idx="12759">
                  <c:v>0.14767361110716593</c:v>
                </c:pt>
                <c:pt idx="12760">
                  <c:v>0.14768518518394558</c:v>
                </c:pt>
                <c:pt idx="12761">
                  <c:v>0.14769675925344927</c:v>
                </c:pt>
                <c:pt idx="12762">
                  <c:v>0.14770833333022892</c:v>
                </c:pt>
                <c:pt idx="12763">
                  <c:v>0.14771990740700858</c:v>
                </c:pt>
                <c:pt idx="12764">
                  <c:v>0.14773148147651227</c:v>
                </c:pt>
                <c:pt idx="12765">
                  <c:v>0.14774305555329192</c:v>
                </c:pt>
                <c:pt idx="12766">
                  <c:v>0.14775462963007158</c:v>
                </c:pt>
                <c:pt idx="12767">
                  <c:v>0.14776620369957527</c:v>
                </c:pt>
                <c:pt idx="12768">
                  <c:v>0.14777777777635492</c:v>
                </c:pt>
                <c:pt idx="12769">
                  <c:v>0.14778935185313458</c:v>
                </c:pt>
                <c:pt idx="12770">
                  <c:v>0.14780092592263827</c:v>
                </c:pt>
                <c:pt idx="12771">
                  <c:v>0.14781249999941792</c:v>
                </c:pt>
                <c:pt idx="12772">
                  <c:v>0.14782407406892162</c:v>
                </c:pt>
                <c:pt idx="12773">
                  <c:v>0.14783564814570127</c:v>
                </c:pt>
                <c:pt idx="12774">
                  <c:v>0.14784722222248092</c:v>
                </c:pt>
                <c:pt idx="12775">
                  <c:v>0.14785879629198462</c:v>
                </c:pt>
                <c:pt idx="12776">
                  <c:v>0.14787037036876427</c:v>
                </c:pt>
                <c:pt idx="12777">
                  <c:v>0.14788194444554392</c:v>
                </c:pt>
                <c:pt idx="12778">
                  <c:v>0.14789351851504762</c:v>
                </c:pt>
                <c:pt idx="12779">
                  <c:v>0.14790509259182727</c:v>
                </c:pt>
                <c:pt idx="12780">
                  <c:v>0.14791666666133096</c:v>
                </c:pt>
                <c:pt idx="12781">
                  <c:v>0.14792824073811062</c:v>
                </c:pt>
                <c:pt idx="12782">
                  <c:v>0.14793981481489027</c:v>
                </c:pt>
                <c:pt idx="12783">
                  <c:v>0.14795138888439396</c:v>
                </c:pt>
                <c:pt idx="12784">
                  <c:v>0.14796296296117362</c:v>
                </c:pt>
                <c:pt idx="12785">
                  <c:v>0.14797453703795327</c:v>
                </c:pt>
                <c:pt idx="12786">
                  <c:v>0.14798611110745696</c:v>
                </c:pt>
                <c:pt idx="12787">
                  <c:v>0.14799768518423662</c:v>
                </c:pt>
                <c:pt idx="12788">
                  <c:v>0.14800925925374031</c:v>
                </c:pt>
                <c:pt idx="12789">
                  <c:v>0.14802083333051996</c:v>
                </c:pt>
                <c:pt idx="12790">
                  <c:v>0.14803240740729962</c:v>
                </c:pt>
                <c:pt idx="12791">
                  <c:v>0.14804398147680331</c:v>
                </c:pt>
                <c:pt idx="12792">
                  <c:v>0.14805555555358296</c:v>
                </c:pt>
                <c:pt idx="12793">
                  <c:v>0.14806712963036261</c:v>
                </c:pt>
                <c:pt idx="12794">
                  <c:v>0.14807870369986631</c:v>
                </c:pt>
                <c:pt idx="12795">
                  <c:v>0.14809027777664596</c:v>
                </c:pt>
                <c:pt idx="12796">
                  <c:v>0.14810185184614966</c:v>
                </c:pt>
                <c:pt idx="12797">
                  <c:v>0.14811342592292931</c:v>
                </c:pt>
                <c:pt idx="12798">
                  <c:v>0.14812499999970896</c:v>
                </c:pt>
                <c:pt idx="12799">
                  <c:v>0.14813657406921266</c:v>
                </c:pt>
                <c:pt idx="12800">
                  <c:v>0.14814814814599231</c:v>
                </c:pt>
                <c:pt idx="12801">
                  <c:v>0.14815972222277196</c:v>
                </c:pt>
                <c:pt idx="12802">
                  <c:v>0.14817129629227566</c:v>
                </c:pt>
                <c:pt idx="12803">
                  <c:v>0.14818287036905531</c:v>
                </c:pt>
                <c:pt idx="12804">
                  <c:v>0.148194444438559</c:v>
                </c:pt>
                <c:pt idx="12805">
                  <c:v>0.14820601851533866</c:v>
                </c:pt>
                <c:pt idx="12806">
                  <c:v>0.14821759259211831</c:v>
                </c:pt>
                <c:pt idx="12807">
                  <c:v>0.148229166661622</c:v>
                </c:pt>
                <c:pt idx="12808">
                  <c:v>0.14824074073840166</c:v>
                </c:pt>
                <c:pt idx="12809">
                  <c:v>0.14825231481518131</c:v>
                </c:pt>
                <c:pt idx="12810">
                  <c:v>0.148263888884685</c:v>
                </c:pt>
                <c:pt idx="12811">
                  <c:v>0.14827546296146465</c:v>
                </c:pt>
                <c:pt idx="12812">
                  <c:v>0.14828703703824431</c:v>
                </c:pt>
                <c:pt idx="12813">
                  <c:v>0.148298611107748</c:v>
                </c:pt>
                <c:pt idx="12814">
                  <c:v>0.14831018518452765</c:v>
                </c:pt>
                <c:pt idx="12815">
                  <c:v>0.14832175925403135</c:v>
                </c:pt>
                <c:pt idx="12816">
                  <c:v>0.148333333330811</c:v>
                </c:pt>
                <c:pt idx="12817">
                  <c:v>0.14834490740759065</c:v>
                </c:pt>
                <c:pt idx="12818">
                  <c:v>0.14835648147709435</c:v>
                </c:pt>
                <c:pt idx="12819">
                  <c:v>0.148368055553874</c:v>
                </c:pt>
                <c:pt idx="12820">
                  <c:v>0.14837962963065365</c:v>
                </c:pt>
                <c:pt idx="12821">
                  <c:v>0.14839120370015735</c:v>
                </c:pt>
                <c:pt idx="12822">
                  <c:v>0.148402777776937</c:v>
                </c:pt>
                <c:pt idx="12823">
                  <c:v>0.1484143518464407</c:v>
                </c:pt>
                <c:pt idx="12824">
                  <c:v>0.14842592592322035</c:v>
                </c:pt>
                <c:pt idx="12825">
                  <c:v>0.1484375</c:v>
                </c:pt>
                <c:pt idx="12826">
                  <c:v>0.14844907406950369</c:v>
                </c:pt>
                <c:pt idx="12827">
                  <c:v>0.14846064814628335</c:v>
                </c:pt>
                <c:pt idx="12828">
                  <c:v>0.148472222223063</c:v>
                </c:pt>
                <c:pt idx="12829">
                  <c:v>0.14848379629256669</c:v>
                </c:pt>
                <c:pt idx="12830">
                  <c:v>0.14849537036934635</c:v>
                </c:pt>
                <c:pt idx="12831">
                  <c:v>0.14850694443885004</c:v>
                </c:pt>
                <c:pt idx="12832">
                  <c:v>0.14851851851562969</c:v>
                </c:pt>
                <c:pt idx="12833">
                  <c:v>0.14853009259240935</c:v>
                </c:pt>
                <c:pt idx="12834">
                  <c:v>0.14854166666191304</c:v>
                </c:pt>
                <c:pt idx="12835">
                  <c:v>0.14855324073869269</c:v>
                </c:pt>
                <c:pt idx="12836">
                  <c:v>0.14856481481547235</c:v>
                </c:pt>
                <c:pt idx="12837">
                  <c:v>0.14857638888497604</c:v>
                </c:pt>
                <c:pt idx="12838">
                  <c:v>0.14858796296175569</c:v>
                </c:pt>
                <c:pt idx="12839">
                  <c:v>0.14859953703125939</c:v>
                </c:pt>
                <c:pt idx="12840">
                  <c:v>0.14861111110803904</c:v>
                </c:pt>
                <c:pt idx="12841">
                  <c:v>0.14862268518481869</c:v>
                </c:pt>
                <c:pt idx="12842">
                  <c:v>0.14863425925432239</c:v>
                </c:pt>
                <c:pt idx="12843">
                  <c:v>0.14864583333110204</c:v>
                </c:pt>
                <c:pt idx="12844">
                  <c:v>0.14865740740788169</c:v>
                </c:pt>
                <c:pt idx="12845">
                  <c:v>0.14866898147738539</c:v>
                </c:pt>
                <c:pt idx="12846">
                  <c:v>0.14868055555416504</c:v>
                </c:pt>
                <c:pt idx="12847">
                  <c:v>0.14869212963094469</c:v>
                </c:pt>
                <c:pt idx="12848">
                  <c:v>0.14870370370044839</c:v>
                </c:pt>
                <c:pt idx="12849">
                  <c:v>0.14871527777722804</c:v>
                </c:pt>
                <c:pt idx="12850">
                  <c:v>0.14872685184673173</c:v>
                </c:pt>
                <c:pt idx="12851">
                  <c:v>0.14873842592351139</c:v>
                </c:pt>
                <c:pt idx="12852">
                  <c:v>0.14875000000029104</c:v>
                </c:pt>
                <c:pt idx="12853">
                  <c:v>0.14876157406979473</c:v>
                </c:pt>
                <c:pt idx="12854">
                  <c:v>0.14877314814657439</c:v>
                </c:pt>
                <c:pt idx="12855">
                  <c:v>0.14878472222335404</c:v>
                </c:pt>
                <c:pt idx="12856">
                  <c:v>0.14879629629285773</c:v>
                </c:pt>
                <c:pt idx="12857">
                  <c:v>0.14880787036963739</c:v>
                </c:pt>
                <c:pt idx="12858">
                  <c:v>0.14881944443914108</c:v>
                </c:pt>
                <c:pt idx="12859">
                  <c:v>0.14883101851592073</c:v>
                </c:pt>
                <c:pt idx="12860">
                  <c:v>0.14884259259270038</c:v>
                </c:pt>
                <c:pt idx="12861">
                  <c:v>0.14885416666220408</c:v>
                </c:pt>
                <c:pt idx="12862">
                  <c:v>0.14886574073898373</c:v>
                </c:pt>
                <c:pt idx="12863">
                  <c:v>0.14887731481576338</c:v>
                </c:pt>
                <c:pt idx="12864">
                  <c:v>0.14888888888526708</c:v>
                </c:pt>
                <c:pt idx="12865">
                  <c:v>0.14890046296204673</c:v>
                </c:pt>
                <c:pt idx="12866">
                  <c:v>0.14891203703155043</c:v>
                </c:pt>
                <c:pt idx="12867">
                  <c:v>0.14892361110833008</c:v>
                </c:pt>
                <c:pt idx="12868">
                  <c:v>0.14893518518510973</c:v>
                </c:pt>
                <c:pt idx="12869">
                  <c:v>0.14894675925461343</c:v>
                </c:pt>
                <c:pt idx="12870">
                  <c:v>0.14895833333139308</c:v>
                </c:pt>
                <c:pt idx="12871">
                  <c:v>0.14896990740817273</c:v>
                </c:pt>
                <c:pt idx="12872">
                  <c:v>0.14898148147767643</c:v>
                </c:pt>
                <c:pt idx="12873">
                  <c:v>0.14899305555445608</c:v>
                </c:pt>
                <c:pt idx="12874">
                  <c:v>0.14900462962395977</c:v>
                </c:pt>
                <c:pt idx="12875">
                  <c:v>0.14901620370073942</c:v>
                </c:pt>
                <c:pt idx="12876">
                  <c:v>0.14902777777751908</c:v>
                </c:pt>
                <c:pt idx="12877">
                  <c:v>0.14903935184702277</c:v>
                </c:pt>
                <c:pt idx="12878">
                  <c:v>0.14905092592380242</c:v>
                </c:pt>
                <c:pt idx="12879">
                  <c:v>0.14906250000058208</c:v>
                </c:pt>
                <c:pt idx="12880">
                  <c:v>0.14907407407008577</c:v>
                </c:pt>
                <c:pt idx="12881">
                  <c:v>0.14908564814686542</c:v>
                </c:pt>
                <c:pt idx="12882">
                  <c:v>0.14909722221636912</c:v>
                </c:pt>
                <c:pt idx="12883">
                  <c:v>0.14910879629314877</c:v>
                </c:pt>
                <c:pt idx="12884">
                  <c:v>0.14912037036992842</c:v>
                </c:pt>
                <c:pt idx="12885">
                  <c:v>0.14913194443943212</c:v>
                </c:pt>
                <c:pt idx="12886">
                  <c:v>0.14914351851621177</c:v>
                </c:pt>
                <c:pt idx="12887">
                  <c:v>0.14915509259299142</c:v>
                </c:pt>
                <c:pt idx="12888">
                  <c:v>0.14916666666249512</c:v>
                </c:pt>
                <c:pt idx="12889">
                  <c:v>0.14917824073927477</c:v>
                </c:pt>
                <c:pt idx="12890">
                  <c:v>0.14918981481605442</c:v>
                </c:pt>
                <c:pt idx="12891">
                  <c:v>0.14920138888555812</c:v>
                </c:pt>
                <c:pt idx="12892">
                  <c:v>0.14921296296233777</c:v>
                </c:pt>
                <c:pt idx="12893">
                  <c:v>0.14922453703184146</c:v>
                </c:pt>
                <c:pt idx="12894">
                  <c:v>0.14923611110862112</c:v>
                </c:pt>
                <c:pt idx="12895">
                  <c:v>0.14924768518540077</c:v>
                </c:pt>
                <c:pt idx="12896">
                  <c:v>0.14925925925490446</c:v>
                </c:pt>
                <c:pt idx="12897">
                  <c:v>0.14927083333168412</c:v>
                </c:pt>
                <c:pt idx="12898">
                  <c:v>0.14928240740846377</c:v>
                </c:pt>
                <c:pt idx="12899">
                  <c:v>0.14929398147796746</c:v>
                </c:pt>
                <c:pt idx="12900">
                  <c:v>0.14930555555474712</c:v>
                </c:pt>
                <c:pt idx="12901">
                  <c:v>0.14931712962425081</c:v>
                </c:pt>
                <c:pt idx="12902">
                  <c:v>0.14932870370103046</c:v>
                </c:pt>
                <c:pt idx="12903">
                  <c:v>0.14934027777781012</c:v>
                </c:pt>
                <c:pt idx="12904">
                  <c:v>0.14935185184731381</c:v>
                </c:pt>
                <c:pt idx="12905">
                  <c:v>0.14936342592409346</c:v>
                </c:pt>
                <c:pt idx="12906">
                  <c:v>0.14937500000087311</c:v>
                </c:pt>
                <c:pt idx="12907">
                  <c:v>0.14938657407037681</c:v>
                </c:pt>
                <c:pt idx="12908">
                  <c:v>0.14939814814715646</c:v>
                </c:pt>
                <c:pt idx="12909">
                  <c:v>0.14940972221666016</c:v>
                </c:pt>
                <c:pt idx="12910">
                  <c:v>0.14942129629343981</c:v>
                </c:pt>
                <c:pt idx="12911">
                  <c:v>0.14943287037021946</c:v>
                </c:pt>
                <c:pt idx="12912">
                  <c:v>0.14944444443972316</c:v>
                </c:pt>
                <c:pt idx="12913">
                  <c:v>0.14945601851650281</c:v>
                </c:pt>
                <c:pt idx="12914">
                  <c:v>0.14946759259328246</c:v>
                </c:pt>
                <c:pt idx="12915">
                  <c:v>0.14947916666278616</c:v>
                </c:pt>
                <c:pt idx="12916">
                  <c:v>0.14949074073956581</c:v>
                </c:pt>
                <c:pt idx="12917">
                  <c:v>0.1495023148090695</c:v>
                </c:pt>
                <c:pt idx="12918">
                  <c:v>0.14951388888584916</c:v>
                </c:pt>
                <c:pt idx="12919">
                  <c:v>0.14952546296262881</c:v>
                </c:pt>
                <c:pt idx="12920">
                  <c:v>0.1495370370321325</c:v>
                </c:pt>
                <c:pt idx="12921">
                  <c:v>0.14954861110891216</c:v>
                </c:pt>
                <c:pt idx="12922">
                  <c:v>0.14956018518569181</c:v>
                </c:pt>
                <c:pt idx="12923">
                  <c:v>0.1495717592551955</c:v>
                </c:pt>
                <c:pt idx="12924">
                  <c:v>0.14958333333197515</c:v>
                </c:pt>
                <c:pt idx="12925">
                  <c:v>0.14959490740147885</c:v>
                </c:pt>
                <c:pt idx="12926">
                  <c:v>0.1496064814782585</c:v>
                </c:pt>
                <c:pt idx="12927">
                  <c:v>0.14961805555503815</c:v>
                </c:pt>
                <c:pt idx="12928">
                  <c:v>0.14962962962454185</c:v>
                </c:pt>
                <c:pt idx="12929">
                  <c:v>0.1496412037013215</c:v>
                </c:pt>
                <c:pt idx="12930">
                  <c:v>0.14965277777810115</c:v>
                </c:pt>
                <c:pt idx="12931">
                  <c:v>0.14966435184760485</c:v>
                </c:pt>
                <c:pt idx="12932">
                  <c:v>0.1496759259243845</c:v>
                </c:pt>
                <c:pt idx="12933">
                  <c:v>0.14968750000116415</c:v>
                </c:pt>
                <c:pt idx="12934">
                  <c:v>0.14969907407066785</c:v>
                </c:pt>
                <c:pt idx="12935">
                  <c:v>0.1497106481474475</c:v>
                </c:pt>
                <c:pt idx="12936">
                  <c:v>0.1497222222169512</c:v>
                </c:pt>
                <c:pt idx="12937">
                  <c:v>0.14973379629373085</c:v>
                </c:pt>
                <c:pt idx="12938">
                  <c:v>0.1497453703705105</c:v>
                </c:pt>
                <c:pt idx="12939">
                  <c:v>0.14975694444001419</c:v>
                </c:pt>
                <c:pt idx="12940">
                  <c:v>0.14976851851679385</c:v>
                </c:pt>
                <c:pt idx="12941">
                  <c:v>0.1497800925935735</c:v>
                </c:pt>
                <c:pt idx="12942">
                  <c:v>0.14979166666307719</c:v>
                </c:pt>
                <c:pt idx="12943">
                  <c:v>0.14980324073985685</c:v>
                </c:pt>
                <c:pt idx="12944">
                  <c:v>0.14981481480936054</c:v>
                </c:pt>
                <c:pt idx="12945">
                  <c:v>0.14982638888614019</c:v>
                </c:pt>
                <c:pt idx="12946">
                  <c:v>0.14983796296291985</c:v>
                </c:pt>
                <c:pt idx="12947">
                  <c:v>0.14984953703242354</c:v>
                </c:pt>
                <c:pt idx="12948">
                  <c:v>0.14986111110920319</c:v>
                </c:pt>
                <c:pt idx="12949">
                  <c:v>0.14987268518598285</c:v>
                </c:pt>
                <c:pt idx="12950">
                  <c:v>0.14988425925548654</c:v>
                </c:pt>
                <c:pt idx="12951">
                  <c:v>0.14989583333226619</c:v>
                </c:pt>
                <c:pt idx="12952">
                  <c:v>0.14990740740176989</c:v>
                </c:pt>
                <c:pt idx="12953">
                  <c:v>0.14991898147854954</c:v>
                </c:pt>
                <c:pt idx="12954">
                  <c:v>0.14993055555532919</c:v>
                </c:pt>
                <c:pt idx="12955">
                  <c:v>0.14994212962483289</c:v>
                </c:pt>
                <c:pt idx="12956">
                  <c:v>0.14995370370161254</c:v>
                </c:pt>
                <c:pt idx="12957">
                  <c:v>0.14996527777839219</c:v>
                </c:pt>
                <c:pt idx="12958">
                  <c:v>0.14997685184789589</c:v>
                </c:pt>
                <c:pt idx="12959">
                  <c:v>0.14998842592467554</c:v>
                </c:pt>
                <c:pt idx="12960">
                  <c:v>0.14999999999417923</c:v>
                </c:pt>
                <c:pt idx="12961">
                  <c:v>0.15001157407095889</c:v>
                </c:pt>
                <c:pt idx="12962">
                  <c:v>0.15002314814773854</c:v>
                </c:pt>
                <c:pt idx="12963">
                  <c:v>0.15003472221724223</c:v>
                </c:pt>
                <c:pt idx="12964">
                  <c:v>0.15004629629402189</c:v>
                </c:pt>
                <c:pt idx="12965">
                  <c:v>0.15005787037080154</c:v>
                </c:pt>
                <c:pt idx="12966">
                  <c:v>0.15006944444030523</c:v>
                </c:pt>
                <c:pt idx="12967">
                  <c:v>0.15008101851708489</c:v>
                </c:pt>
                <c:pt idx="12968">
                  <c:v>0.15009259259386454</c:v>
                </c:pt>
                <c:pt idx="12969">
                  <c:v>0.15010416666336823</c:v>
                </c:pt>
                <c:pt idx="12970">
                  <c:v>0.15011574074014788</c:v>
                </c:pt>
                <c:pt idx="12971">
                  <c:v>0.15012731480965158</c:v>
                </c:pt>
                <c:pt idx="12972">
                  <c:v>0.15013888888643123</c:v>
                </c:pt>
                <c:pt idx="12973">
                  <c:v>0.15015046296321088</c:v>
                </c:pt>
                <c:pt idx="12974">
                  <c:v>0.15016203703271458</c:v>
                </c:pt>
                <c:pt idx="12975">
                  <c:v>0.15017361110949423</c:v>
                </c:pt>
                <c:pt idx="12976">
                  <c:v>0.15018518518627388</c:v>
                </c:pt>
                <c:pt idx="12977">
                  <c:v>0.15019675925577758</c:v>
                </c:pt>
                <c:pt idx="12978">
                  <c:v>0.15020833333255723</c:v>
                </c:pt>
                <c:pt idx="12979">
                  <c:v>0.15021990740206093</c:v>
                </c:pt>
                <c:pt idx="12980">
                  <c:v>0.15023148147884058</c:v>
                </c:pt>
                <c:pt idx="12981">
                  <c:v>0.15024305555562023</c:v>
                </c:pt>
                <c:pt idx="12982">
                  <c:v>0.15025462962512393</c:v>
                </c:pt>
                <c:pt idx="12983">
                  <c:v>0.15026620370190358</c:v>
                </c:pt>
                <c:pt idx="12984">
                  <c:v>0.15027777777868323</c:v>
                </c:pt>
                <c:pt idx="12985">
                  <c:v>0.15028935184818693</c:v>
                </c:pt>
                <c:pt idx="12986">
                  <c:v>0.15030092592496658</c:v>
                </c:pt>
                <c:pt idx="12987">
                  <c:v>0.15031249999447027</c:v>
                </c:pt>
                <c:pt idx="12988">
                  <c:v>0.15032407407124992</c:v>
                </c:pt>
                <c:pt idx="12989">
                  <c:v>0.15033564814802958</c:v>
                </c:pt>
                <c:pt idx="12990">
                  <c:v>0.15034722221753327</c:v>
                </c:pt>
                <c:pt idx="12991">
                  <c:v>0.15035879629431292</c:v>
                </c:pt>
                <c:pt idx="12992">
                  <c:v>0.15037037037109258</c:v>
                </c:pt>
                <c:pt idx="12993">
                  <c:v>0.15038194444059627</c:v>
                </c:pt>
                <c:pt idx="12994">
                  <c:v>0.15039351851737592</c:v>
                </c:pt>
                <c:pt idx="12995">
                  <c:v>0.15040509258687962</c:v>
                </c:pt>
                <c:pt idx="12996">
                  <c:v>0.15041666666365927</c:v>
                </c:pt>
                <c:pt idx="12997">
                  <c:v>0.15042824074043892</c:v>
                </c:pt>
                <c:pt idx="12998">
                  <c:v>0.15043981480994262</c:v>
                </c:pt>
                <c:pt idx="12999">
                  <c:v>0.15045138888672227</c:v>
                </c:pt>
                <c:pt idx="13000">
                  <c:v>0.15046296296350192</c:v>
                </c:pt>
                <c:pt idx="13001">
                  <c:v>0.15047453703300562</c:v>
                </c:pt>
                <c:pt idx="13002">
                  <c:v>0.15048611110978527</c:v>
                </c:pt>
                <c:pt idx="13003">
                  <c:v>0.15049768517928896</c:v>
                </c:pt>
                <c:pt idx="13004">
                  <c:v>0.15050925925606862</c:v>
                </c:pt>
                <c:pt idx="13005">
                  <c:v>0.15052083333284827</c:v>
                </c:pt>
                <c:pt idx="13006">
                  <c:v>0.15053240740235196</c:v>
                </c:pt>
                <c:pt idx="13007">
                  <c:v>0.15054398147913162</c:v>
                </c:pt>
                <c:pt idx="13008">
                  <c:v>0.15055555555591127</c:v>
                </c:pt>
                <c:pt idx="13009">
                  <c:v>0.15056712962541496</c:v>
                </c:pt>
                <c:pt idx="13010">
                  <c:v>0.15057870370219462</c:v>
                </c:pt>
                <c:pt idx="13011">
                  <c:v>0.15059027777897427</c:v>
                </c:pt>
                <c:pt idx="13012">
                  <c:v>0.15060185184847796</c:v>
                </c:pt>
                <c:pt idx="13013">
                  <c:v>0.15061342592525762</c:v>
                </c:pt>
                <c:pt idx="13014">
                  <c:v>0.15062499999476131</c:v>
                </c:pt>
                <c:pt idx="13015">
                  <c:v>0.15063657407154096</c:v>
                </c:pt>
                <c:pt idx="13016">
                  <c:v>0.15064814814832062</c:v>
                </c:pt>
                <c:pt idx="13017">
                  <c:v>0.15065972221782431</c:v>
                </c:pt>
                <c:pt idx="13018">
                  <c:v>0.15067129629460396</c:v>
                </c:pt>
                <c:pt idx="13019">
                  <c:v>0.15068287037138361</c:v>
                </c:pt>
                <c:pt idx="13020">
                  <c:v>0.15069444444088731</c:v>
                </c:pt>
                <c:pt idx="13021">
                  <c:v>0.15070601851766696</c:v>
                </c:pt>
                <c:pt idx="13022">
                  <c:v>0.15071759258717066</c:v>
                </c:pt>
                <c:pt idx="13023">
                  <c:v>0.15072916666395031</c:v>
                </c:pt>
                <c:pt idx="13024">
                  <c:v>0.15074074074072996</c:v>
                </c:pt>
                <c:pt idx="13025">
                  <c:v>0.15075231481023366</c:v>
                </c:pt>
                <c:pt idx="13026">
                  <c:v>0.15076388888701331</c:v>
                </c:pt>
                <c:pt idx="13027">
                  <c:v>0.15077546296379296</c:v>
                </c:pt>
                <c:pt idx="13028">
                  <c:v>0.15078703703329666</c:v>
                </c:pt>
                <c:pt idx="13029">
                  <c:v>0.15079861111007631</c:v>
                </c:pt>
                <c:pt idx="13030">
                  <c:v>0.15081018517958</c:v>
                </c:pt>
                <c:pt idx="13031">
                  <c:v>0.15082175925635966</c:v>
                </c:pt>
                <c:pt idx="13032">
                  <c:v>0.15083333333313931</c:v>
                </c:pt>
                <c:pt idx="13033">
                  <c:v>0.150844907402643</c:v>
                </c:pt>
                <c:pt idx="13034">
                  <c:v>0.15085648147942265</c:v>
                </c:pt>
                <c:pt idx="13035">
                  <c:v>0.15086805555620231</c:v>
                </c:pt>
                <c:pt idx="13036">
                  <c:v>0.150879629625706</c:v>
                </c:pt>
                <c:pt idx="13037">
                  <c:v>0.15089120370248565</c:v>
                </c:pt>
                <c:pt idx="13038">
                  <c:v>0.15090277777198935</c:v>
                </c:pt>
                <c:pt idx="13039">
                  <c:v>0.150914351848769</c:v>
                </c:pt>
                <c:pt idx="13040">
                  <c:v>0.15092592592554865</c:v>
                </c:pt>
                <c:pt idx="13041">
                  <c:v>0.15093749999505235</c:v>
                </c:pt>
                <c:pt idx="13042">
                  <c:v>0.150949074071832</c:v>
                </c:pt>
                <c:pt idx="13043">
                  <c:v>0.15096064814861165</c:v>
                </c:pt>
                <c:pt idx="13044">
                  <c:v>0.15097222221811535</c:v>
                </c:pt>
                <c:pt idx="13045">
                  <c:v>0.150983796294895</c:v>
                </c:pt>
                <c:pt idx="13046">
                  <c:v>0.15099537037167465</c:v>
                </c:pt>
                <c:pt idx="13047">
                  <c:v>0.15100694444117835</c:v>
                </c:pt>
                <c:pt idx="13048">
                  <c:v>0.151018518517958</c:v>
                </c:pt>
                <c:pt idx="13049">
                  <c:v>0.1510300925874617</c:v>
                </c:pt>
                <c:pt idx="13050">
                  <c:v>0.15104166666424135</c:v>
                </c:pt>
                <c:pt idx="13051">
                  <c:v>0.151053240741021</c:v>
                </c:pt>
                <c:pt idx="13052">
                  <c:v>0.15106481481052469</c:v>
                </c:pt>
                <c:pt idx="13053">
                  <c:v>0.15107638888730435</c:v>
                </c:pt>
                <c:pt idx="13054">
                  <c:v>0.151087962964084</c:v>
                </c:pt>
                <c:pt idx="13055">
                  <c:v>0.15109953703358769</c:v>
                </c:pt>
                <c:pt idx="13056">
                  <c:v>0.15111111111036735</c:v>
                </c:pt>
                <c:pt idx="13057">
                  <c:v>0.15112268517987104</c:v>
                </c:pt>
                <c:pt idx="13058">
                  <c:v>0.15113425925665069</c:v>
                </c:pt>
                <c:pt idx="13059">
                  <c:v>0.15114583333343035</c:v>
                </c:pt>
                <c:pt idx="13060">
                  <c:v>0.15115740740293404</c:v>
                </c:pt>
                <c:pt idx="13061">
                  <c:v>0.15116898147971369</c:v>
                </c:pt>
                <c:pt idx="13062">
                  <c:v>0.15118055555649335</c:v>
                </c:pt>
                <c:pt idx="13063">
                  <c:v>0.15119212962599704</c:v>
                </c:pt>
                <c:pt idx="13064">
                  <c:v>0.15120370370277669</c:v>
                </c:pt>
                <c:pt idx="13065">
                  <c:v>0.15121527777228039</c:v>
                </c:pt>
                <c:pt idx="13066">
                  <c:v>0.15122685184906004</c:v>
                </c:pt>
                <c:pt idx="13067">
                  <c:v>0.15123842592583969</c:v>
                </c:pt>
                <c:pt idx="13068">
                  <c:v>0.15124999999534339</c:v>
                </c:pt>
                <c:pt idx="13069">
                  <c:v>0.15126157407212304</c:v>
                </c:pt>
                <c:pt idx="13070">
                  <c:v>0.15127314814890269</c:v>
                </c:pt>
                <c:pt idx="13071">
                  <c:v>0.15128472221840639</c:v>
                </c:pt>
                <c:pt idx="13072">
                  <c:v>0.15129629629518604</c:v>
                </c:pt>
                <c:pt idx="13073">
                  <c:v>0.15130787036468973</c:v>
                </c:pt>
                <c:pt idx="13074">
                  <c:v>0.15131944444146939</c:v>
                </c:pt>
                <c:pt idx="13075">
                  <c:v>0.15133101851824904</c:v>
                </c:pt>
                <c:pt idx="13076">
                  <c:v>0.15134259258775273</c:v>
                </c:pt>
                <c:pt idx="13077">
                  <c:v>0.15135416666453239</c:v>
                </c:pt>
                <c:pt idx="13078">
                  <c:v>0.15136574074131204</c:v>
                </c:pt>
                <c:pt idx="13079">
                  <c:v>0.15137731481081573</c:v>
                </c:pt>
                <c:pt idx="13080">
                  <c:v>0.15138888888759539</c:v>
                </c:pt>
                <c:pt idx="13081">
                  <c:v>0.15140046295709908</c:v>
                </c:pt>
                <c:pt idx="13082">
                  <c:v>0.15141203703387873</c:v>
                </c:pt>
                <c:pt idx="13083">
                  <c:v>0.15142361111065838</c:v>
                </c:pt>
                <c:pt idx="13084">
                  <c:v>0.15143518518016208</c:v>
                </c:pt>
                <c:pt idx="13085">
                  <c:v>0.15144675925694173</c:v>
                </c:pt>
                <c:pt idx="13086">
                  <c:v>0.15145833333372138</c:v>
                </c:pt>
                <c:pt idx="13087">
                  <c:v>0.15146990740322508</c:v>
                </c:pt>
                <c:pt idx="13088">
                  <c:v>0.15148148148000473</c:v>
                </c:pt>
                <c:pt idx="13089">
                  <c:v>0.15149305555678438</c:v>
                </c:pt>
                <c:pt idx="13090">
                  <c:v>0.15150462962628808</c:v>
                </c:pt>
                <c:pt idx="13091">
                  <c:v>0.15151620370306773</c:v>
                </c:pt>
                <c:pt idx="13092">
                  <c:v>0.15152777777257143</c:v>
                </c:pt>
                <c:pt idx="13093">
                  <c:v>0.15153935184935108</c:v>
                </c:pt>
                <c:pt idx="13094">
                  <c:v>0.15155092592613073</c:v>
                </c:pt>
                <c:pt idx="13095">
                  <c:v>0.15156249999563443</c:v>
                </c:pt>
                <c:pt idx="13096">
                  <c:v>0.15157407407241408</c:v>
                </c:pt>
                <c:pt idx="13097">
                  <c:v>0.15158564814919373</c:v>
                </c:pt>
                <c:pt idx="13098">
                  <c:v>0.15159722221869742</c:v>
                </c:pt>
                <c:pt idx="13099">
                  <c:v>0.15160879629547708</c:v>
                </c:pt>
                <c:pt idx="13100">
                  <c:v>0.15162037036498077</c:v>
                </c:pt>
                <c:pt idx="13101">
                  <c:v>0.15163194444176042</c:v>
                </c:pt>
                <c:pt idx="13102">
                  <c:v>0.15164351851854008</c:v>
                </c:pt>
                <c:pt idx="13103">
                  <c:v>0.15165509258804377</c:v>
                </c:pt>
                <c:pt idx="13104">
                  <c:v>0.15166666666482342</c:v>
                </c:pt>
                <c:pt idx="13105">
                  <c:v>0.15167824074160308</c:v>
                </c:pt>
                <c:pt idx="13106">
                  <c:v>0.15168981481110677</c:v>
                </c:pt>
                <c:pt idx="13107">
                  <c:v>0.15170138888788642</c:v>
                </c:pt>
                <c:pt idx="13108">
                  <c:v>0.15171296295739012</c:v>
                </c:pt>
                <c:pt idx="13109">
                  <c:v>0.15172453703416977</c:v>
                </c:pt>
                <c:pt idx="13110">
                  <c:v>0.15173611111094942</c:v>
                </c:pt>
                <c:pt idx="13111">
                  <c:v>0.15174768518045312</c:v>
                </c:pt>
                <c:pt idx="13112">
                  <c:v>0.15175925925723277</c:v>
                </c:pt>
                <c:pt idx="13113">
                  <c:v>0.15177083333401242</c:v>
                </c:pt>
                <c:pt idx="13114">
                  <c:v>0.15178240740351612</c:v>
                </c:pt>
                <c:pt idx="13115">
                  <c:v>0.15179398148029577</c:v>
                </c:pt>
                <c:pt idx="13116">
                  <c:v>0.15180555554979946</c:v>
                </c:pt>
                <c:pt idx="13117">
                  <c:v>0.15181712962657912</c:v>
                </c:pt>
                <c:pt idx="13118">
                  <c:v>0.15182870370335877</c:v>
                </c:pt>
                <c:pt idx="13119">
                  <c:v>0.15184027777286246</c:v>
                </c:pt>
                <c:pt idx="13120">
                  <c:v>0.15185185184964212</c:v>
                </c:pt>
                <c:pt idx="13121">
                  <c:v>0.15186342592642177</c:v>
                </c:pt>
                <c:pt idx="13122">
                  <c:v>0.15187499999592546</c:v>
                </c:pt>
                <c:pt idx="13123">
                  <c:v>0.15188657407270512</c:v>
                </c:pt>
                <c:pt idx="13124">
                  <c:v>0.15189814814948477</c:v>
                </c:pt>
                <c:pt idx="13125">
                  <c:v>0.15190972221898846</c:v>
                </c:pt>
                <c:pt idx="13126">
                  <c:v>0.15192129629576812</c:v>
                </c:pt>
                <c:pt idx="13127">
                  <c:v>0.15193287036527181</c:v>
                </c:pt>
                <c:pt idx="13128">
                  <c:v>0.15194444444205146</c:v>
                </c:pt>
                <c:pt idx="13129">
                  <c:v>0.15195601851883112</c:v>
                </c:pt>
                <c:pt idx="13130">
                  <c:v>0.15196759258833481</c:v>
                </c:pt>
                <c:pt idx="13131">
                  <c:v>0.15197916666511446</c:v>
                </c:pt>
                <c:pt idx="13132">
                  <c:v>0.15199074074189411</c:v>
                </c:pt>
                <c:pt idx="13133">
                  <c:v>0.15200231481139781</c:v>
                </c:pt>
                <c:pt idx="13134">
                  <c:v>0.15201388888817746</c:v>
                </c:pt>
                <c:pt idx="13135">
                  <c:v>0.15202546295768116</c:v>
                </c:pt>
                <c:pt idx="13136">
                  <c:v>0.15203703703446081</c:v>
                </c:pt>
                <c:pt idx="13137">
                  <c:v>0.15204861111124046</c:v>
                </c:pt>
                <c:pt idx="13138">
                  <c:v>0.15206018518074416</c:v>
                </c:pt>
                <c:pt idx="13139">
                  <c:v>0.15207175925752381</c:v>
                </c:pt>
                <c:pt idx="13140">
                  <c:v>0.15208333333430346</c:v>
                </c:pt>
                <c:pt idx="13141">
                  <c:v>0.15209490740380716</c:v>
                </c:pt>
                <c:pt idx="13142">
                  <c:v>0.15210648148058681</c:v>
                </c:pt>
                <c:pt idx="13143">
                  <c:v>0.1521180555500905</c:v>
                </c:pt>
                <c:pt idx="13144">
                  <c:v>0.15212962962687016</c:v>
                </c:pt>
                <c:pt idx="13145">
                  <c:v>0.15214120370364981</c:v>
                </c:pt>
                <c:pt idx="13146">
                  <c:v>0.1521527777731535</c:v>
                </c:pt>
                <c:pt idx="13147">
                  <c:v>0.15216435184993315</c:v>
                </c:pt>
                <c:pt idx="13148">
                  <c:v>0.15217592592671281</c:v>
                </c:pt>
                <c:pt idx="13149">
                  <c:v>0.1521874999962165</c:v>
                </c:pt>
                <c:pt idx="13150">
                  <c:v>0.15219907407299615</c:v>
                </c:pt>
                <c:pt idx="13151">
                  <c:v>0.15221064814249985</c:v>
                </c:pt>
                <c:pt idx="13152">
                  <c:v>0.1522222222192795</c:v>
                </c:pt>
                <c:pt idx="13153">
                  <c:v>0.15223379629605915</c:v>
                </c:pt>
                <c:pt idx="13154">
                  <c:v>0.15224537036556285</c:v>
                </c:pt>
                <c:pt idx="13155">
                  <c:v>0.1522569444423425</c:v>
                </c:pt>
                <c:pt idx="13156">
                  <c:v>0.15226851851912215</c:v>
                </c:pt>
                <c:pt idx="13157">
                  <c:v>0.15228009258862585</c:v>
                </c:pt>
                <c:pt idx="13158">
                  <c:v>0.1522916666654055</c:v>
                </c:pt>
                <c:pt idx="13159">
                  <c:v>0.1523032407349092</c:v>
                </c:pt>
                <c:pt idx="13160">
                  <c:v>0.15231481481168885</c:v>
                </c:pt>
                <c:pt idx="13161">
                  <c:v>0.1523263888884685</c:v>
                </c:pt>
                <c:pt idx="13162">
                  <c:v>0.15233796295797219</c:v>
                </c:pt>
                <c:pt idx="13163">
                  <c:v>0.15234953703475185</c:v>
                </c:pt>
                <c:pt idx="13164">
                  <c:v>0.1523611111115315</c:v>
                </c:pt>
                <c:pt idx="13165">
                  <c:v>0.15237268518103519</c:v>
                </c:pt>
                <c:pt idx="13166">
                  <c:v>0.15238425925781485</c:v>
                </c:pt>
                <c:pt idx="13167">
                  <c:v>0.1523958333345945</c:v>
                </c:pt>
                <c:pt idx="13168">
                  <c:v>0.15240740740409819</c:v>
                </c:pt>
                <c:pt idx="13169">
                  <c:v>0.15241898148087785</c:v>
                </c:pt>
                <c:pt idx="13170">
                  <c:v>0.15243055555038154</c:v>
                </c:pt>
                <c:pt idx="13171">
                  <c:v>0.15244212962716119</c:v>
                </c:pt>
                <c:pt idx="13172">
                  <c:v>0.15245370370394085</c:v>
                </c:pt>
                <c:pt idx="13173">
                  <c:v>0.15246527777344454</c:v>
                </c:pt>
                <c:pt idx="13174">
                  <c:v>0.15247685185022419</c:v>
                </c:pt>
                <c:pt idx="13175">
                  <c:v>0.15248842592700385</c:v>
                </c:pt>
                <c:pt idx="13176">
                  <c:v>0.15249999999650754</c:v>
                </c:pt>
                <c:pt idx="13177">
                  <c:v>0.15251157407328719</c:v>
                </c:pt>
                <c:pt idx="13178">
                  <c:v>0.15252314814279089</c:v>
                </c:pt>
                <c:pt idx="13179">
                  <c:v>0.15253472221957054</c:v>
                </c:pt>
                <c:pt idx="13180">
                  <c:v>0.15254629629635019</c:v>
                </c:pt>
                <c:pt idx="13181">
                  <c:v>0.15255787036585389</c:v>
                </c:pt>
                <c:pt idx="13182">
                  <c:v>0.15256944444263354</c:v>
                </c:pt>
                <c:pt idx="13183">
                  <c:v>0.15258101851941319</c:v>
                </c:pt>
                <c:pt idx="13184">
                  <c:v>0.15259259258891689</c:v>
                </c:pt>
                <c:pt idx="13185">
                  <c:v>0.15260416666569654</c:v>
                </c:pt>
                <c:pt idx="13186">
                  <c:v>0.15261574073520023</c:v>
                </c:pt>
                <c:pt idx="13187">
                  <c:v>0.15262731481197989</c:v>
                </c:pt>
                <c:pt idx="13188">
                  <c:v>0.15263888888875954</c:v>
                </c:pt>
                <c:pt idx="13189">
                  <c:v>0.15265046295826323</c:v>
                </c:pt>
                <c:pt idx="13190">
                  <c:v>0.15266203703504289</c:v>
                </c:pt>
                <c:pt idx="13191">
                  <c:v>0.15267361111182254</c:v>
                </c:pt>
                <c:pt idx="13192">
                  <c:v>0.15268518518132623</c:v>
                </c:pt>
                <c:pt idx="13193">
                  <c:v>0.15269675925810589</c:v>
                </c:pt>
                <c:pt idx="13194">
                  <c:v>0.15270833332760958</c:v>
                </c:pt>
                <c:pt idx="13195">
                  <c:v>0.15271990740438923</c:v>
                </c:pt>
                <c:pt idx="13196">
                  <c:v>0.15273148148116888</c:v>
                </c:pt>
                <c:pt idx="13197">
                  <c:v>0.15274305555067258</c:v>
                </c:pt>
                <c:pt idx="13198">
                  <c:v>0.15275462962745223</c:v>
                </c:pt>
                <c:pt idx="13199">
                  <c:v>0.15276620370423188</c:v>
                </c:pt>
                <c:pt idx="13200">
                  <c:v>0.15277777777373558</c:v>
                </c:pt>
                <c:pt idx="13201">
                  <c:v>0.15278935185051523</c:v>
                </c:pt>
                <c:pt idx="13202">
                  <c:v>0.15280092592001893</c:v>
                </c:pt>
                <c:pt idx="13203">
                  <c:v>0.15281249999679858</c:v>
                </c:pt>
                <c:pt idx="13204">
                  <c:v>0.15282407407357823</c:v>
                </c:pt>
                <c:pt idx="13205">
                  <c:v>0.15283564814308193</c:v>
                </c:pt>
                <c:pt idx="13206">
                  <c:v>0.15284722221986158</c:v>
                </c:pt>
                <c:pt idx="13207">
                  <c:v>0.15285879629664123</c:v>
                </c:pt>
                <c:pt idx="13208">
                  <c:v>0.15287037036614493</c:v>
                </c:pt>
                <c:pt idx="13209">
                  <c:v>0.15288194444292458</c:v>
                </c:pt>
                <c:pt idx="13210">
                  <c:v>0.15289351851970423</c:v>
                </c:pt>
                <c:pt idx="13211">
                  <c:v>0.15290509258920792</c:v>
                </c:pt>
                <c:pt idx="13212">
                  <c:v>0.15291666666598758</c:v>
                </c:pt>
                <c:pt idx="13213">
                  <c:v>0.15292824073549127</c:v>
                </c:pt>
                <c:pt idx="13214">
                  <c:v>0.15293981481227092</c:v>
                </c:pt>
                <c:pt idx="13215">
                  <c:v>0.15295138888905058</c:v>
                </c:pt>
                <c:pt idx="13216">
                  <c:v>0.15296296295855427</c:v>
                </c:pt>
                <c:pt idx="13217">
                  <c:v>0.15297453703533392</c:v>
                </c:pt>
                <c:pt idx="13218">
                  <c:v>0.15298611111211358</c:v>
                </c:pt>
                <c:pt idx="13219">
                  <c:v>0.15299768518161727</c:v>
                </c:pt>
                <c:pt idx="13220">
                  <c:v>0.15300925925839692</c:v>
                </c:pt>
                <c:pt idx="13221">
                  <c:v>0.15302083332790062</c:v>
                </c:pt>
                <c:pt idx="13222">
                  <c:v>0.15303240740468027</c:v>
                </c:pt>
                <c:pt idx="13223">
                  <c:v>0.15304398148145992</c:v>
                </c:pt>
                <c:pt idx="13224">
                  <c:v>0.15305555555096362</c:v>
                </c:pt>
                <c:pt idx="13225">
                  <c:v>0.15306712962774327</c:v>
                </c:pt>
                <c:pt idx="13226">
                  <c:v>0.15307870370452292</c:v>
                </c:pt>
                <c:pt idx="13227">
                  <c:v>0.15309027777402662</c:v>
                </c:pt>
                <c:pt idx="13228">
                  <c:v>0.15310185185080627</c:v>
                </c:pt>
                <c:pt idx="13229">
                  <c:v>0.15311342592030996</c:v>
                </c:pt>
                <c:pt idx="13230">
                  <c:v>0.15312499999708962</c:v>
                </c:pt>
                <c:pt idx="13231">
                  <c:v>0.15313657407386927</c:v>
                </c:pt>
                <c:pt idx="13232">
                  <c:v>0.15314814814337296</c:v>
                </c:pt>
                <c:pt idx="13233">
                  <c:v>0.15315972222015262</c:v>
                </c:pt>
                <c:pt idx="13234">
                  <c:v>0.15317129629693227</c:v>
                </c:pt>
                <c:pt idx="13235">
                  <c:v>0.15318287036643596</c:v>
                </c:pt>
                <c:pt idx="13236">
                  <c:v>0.15319444444321562</c:v>
                </c:pt>
                <c:pt idx="13237">
                  <c:v>0.15320601851271931</c:v>
                </c:pt>
                <c:pt idx="13238">
                  <c:v>0.15321759258949896</c:v>
                </c:pt>
                <c:pt idx="13239">
                  <c:v>0.15322916666627862</c:v>
                </c:pt>
                <c:pt idx="13240">
                  <c:v>0.15324074073578231</c:v>
                </c:pt>
                <c:pt idx="13241">
                  <c:v>0.15325231481256196</c:v>
                </c:pt>
                <c:pt idx="13242">
                  <c:v>0.15326388888934162</c:v>
                </c:pt>
                <c:pt idx="13243">
                  <c:v>0.15327546295884531</c:v>
                </c:pt>
                <c:pt idx="13244">
                  <c:v>0.15328703703562496</c:v>
                </c:pt>
                <c:pt idx="13245">
                  <c:v>0.15329861111240461</c:v>
                </c:pt>
                <c:pt idx="13246">
                  <c:v>0.15331018518190831</c:v>
                </c:pt>
                <c:pt idx="13247">
                  <c:v>0.15332175925868796</c:v>
                </c:pt>
                <c:pt idx="13248">
                  <c:v>0.15333333332819166</c:v>
                </c:pt>
                <c:pt idx="13249">
                  <c:v>0.15334490740497131</c:v>
                </c:pt>
                <c:pt idx="13250">
                  <c:v>0.15335648148175096</c:v>
                </c:pt>
                <c:pt idx="13251">
                  <c:v>0.15336805555125466</c:v>
                </c:pt>
                <c:pt idx="13252">
                  <c:v>0.15337962962803431</c:v>
                </c:pt>
                <c:pt idx="13253">
                  <c:v>0.15339120370481396</c:v>
                </c:pt>
                <c:pt idx="13254">
                  <c:v>0.15340277777431766</c:v>
                </c:pt>
                <c:pt idx="13255">
                  <c:v>0.15341435185109731</c:v>
                </c:pt>
                <c:pt idx="13256">
                  <c:v>0.153425925920601</c:v>
                </c:pt>
                <c:pt idx="13257">
                  <c:v>0.15343749999738066</c:v>
                </c:pt>
                <c:pt idx="13258">
                  <c:v>0.15344907407416031</c:v>
                </c:pt>
                <c:pt idx="13259">
                  <c:v>0.153460648143664</c:v>
                </c:pt>
                <c:pt idx="13260">
                  <c:v>0.15347222222044365</c:v>
                </c:pt>
                <c:pt idx="13261">
                  <c:v>0.15348379629722331</c:v>
                </c:pt>
                <c:pt idx="13262">
                  <c:v>0.153495370366727</c:v>
                </c:pt>
                <c:pt idx="13263">
                  <c:v>0.15350694444350665</c:v>
                </c:pt>
                <c:pt idx="13264">
                  <c:v>0.15351851851301035</c:v>
                </c:pt>
                <c:pt idx="13265">
                  <c:v>0.15353009258979</c:v>
                </c:pt>
                <c:pt idx="13266">
                  <c:v>0.15354166666656965</c:v>
                </c:pt>
                <c:pt idx="13267">
                  <c:v>0.15355324073607335</c:v>
                </c:pt>
                <c:pt idx="13268">
                  <c:v>0.153564814812853</c:v>
                </c:pt>
                <c:pt idx="13269">
                  <c:v>0.15357638888963265</c:v>
                </c:pt>
                <c:pt idx="13270">
                  <c:v>0.15358796295913635</c:v>
                </c:pt>
                <c:pt idx="13271">
                  <c:v>0.153599537035916</c:v>
                </c:pt>
                <c:pt idx="13272">
                  <c:v>0.1536111111054197</c:v>
                </c:pt>
                <c:pt idx="13273">
                  <c:v>0.15362268518219935</c:v>
                </c:pt>
                <c:pt idx="13274">
                  <c:v>0.153634259258979</c:v>
                </c:pt>
                <c:pt idx="13275">
                  <c:v>0.15364583332848269</c:v>
                </c:pt>
                <c:pt idx="13276">
                  <c:v>0.15365740740526235</c:v>
                </c:pt>
                <c:pt idx="13277">
                  <c:v>0.153668981482042</c:v>
                </c:pt>
                <c:pt idx="13278">
                  <c:v>0.15368055555154569</c:v>
                </c:pt>
                <c:pt idx="13279">
                  <c:v>0.15369212962832535</c:v>
                </c:pt>
                <c:pt idx="13280">
                  <c:v>0.15370370369782904</c:v>
                </c:pt>
                <c:pt idx="13281">
                  <c:v>0.15371527777460869</c:v>
                </c:pt>
                <c:pt idx="13282">
                  <c:v>0.15372685185138835</c:v>
                </c:pt>
                <c:pt idx="13283">
                  <c:v>0.15373842592089204</c:v>
                </c:pt>
                <c:pt idx="13284">
                  <c:v>0.15374999999767169</c:v>
                </c:pt>
                <c:pt idx="13285">
                  <c:v>0.15376157407445135</c:v>
                </c:pt>
                <c:pt idx="13286">
                  <c:v>0.15377314814395504</c:v>
                </c:pt>
                <c:pt idx="13287">
                  <c:v>0.15378472222073469</c:v>
                </c:pt>
                <c:pt idx="13288">
                  <c:v>0.15379629629751435</c:v>
                </c:pt>
                <c:pt idx="13289">
                  <c:v>0.15380787036701804</c:v>
                </c:pt>
                <c:pt idx="13290">
                  <c:v>0.15381944444379769</c:v>
                </c:pt>
                <c:pt idx="13291">
                  <c:v>0.15383101851330139</c:v>
                </c:pt>
                <c:pt idx="13292">
                  <c:v>0.15384259259008104</c:v>
                </c:pt>
                <c:pt idx="13293">
                  <c:v>0.15385416666686069</c:v>
                </c:pt>
                <c:pt idx="13294">
                  <c:v>0.15386574073636439</c:v>
                </c:pt>
                <c:pt idx="13295">
                  <c:v>0.15387731481314404</c:v>
                </c:pt>
                <c:pt idx="13296">
                  <c:v>0.15388888888992369</c:v>
                </c:pt>
                <c:pt idx="13297">
                  <c:v>0.15390046295942739</c:v>
                </c:pt>
                <c:pt idx="13298">
                  <c:v>0.15391203703620704</c:v>
                </c:pt>
                <c:pt idx="13299">
                  <c:v>0.15392361110571073</c:v>
                </c:pt>
                <c:pt idx="13300">
                  <c:v>0.15393518518249039</c:v>
                </c:pt>
                <c:pt idx="13301">
                  <c:v>0.15394675925927004</c:v>
                </c:pt>
                <c:pt idx="13302">
                  <c:v>0.15395833332877373</c:v>
                </c:pt>
                <c:pt idx="13303">
                  <c:v>0.15396990740555339</c:v>
                </c:pt>
                <c:pt idx="13304">
                  <c:v>0.15398148148233304</c:v>
                </c:pt>
                <c:pt idx="13305">
                  <c:v>0.15399305555183673</c:v>
                </c:pt>
                <c:pt idx="13306">
                  <c:v>0.15400462962861639</c:v>
                </c:pt>
                <c:pt idx="13307">
                  <c:v>0.15401620369812008</c:v>
                </c:pt>
                <c:pt idx="13308">
                  <c:v>0.15402777777489973</c:v>
                </c:pt>
                <c:pt idx="13309">
                  <c:v>0.15403935185167938</c:v>
                </c:pt>
                <c:pt idx="13310">
                  <c:v>0.15405092592118308</c:v>
                </c:pt>
                <c:pt idx="13311">
                  <c:v>0.15406249999796273</c:v>
                </c:pt>
                <c:pt idx="13312">
                  <c:v>0.15407407407474238</c:v>
                </c:pt>
                <c:pt idx="13313">
                  <c:v>0.15408564814424608</c:v>
                </c:pt>
                <c:pt idx="13314">
                  <c:v>0.15409722222102573</c:v>
                </c:pt>
                <c:pt idx="13315">
                  <c:v>0.15410879629052943</c:v>
                </c:pt>
                <c:pt idx="13316">
                  <c:v>0.15412037036730908</c:v>
                </c:pt>
                <c:pt idx="13317">
                  <c:v>0.15413194444408873</c:v>
                </c:pt>
                <c:pt idx="13318">
                  <c:v>0.15414351851359243</c:v>
                </c:pt>
                <c:pt idx="13319">
                  <c:v>0.15415509259037208</c:v>
                </c:pt>
                <c:pt idx="13320">
                  <c:v>0.15416666666715173</c:v>
                </c:pt>
                <c:pt idx="13321">
                  <c:v>0.15417824073665543</c:v>
                </c:pt>
                <c:pt idx="13322">
                  <c:v>0.15418981481343508</c:v>
                </c:pt>
                <c:pt idx="13323">
                  <c:v>0.15420138889021473</c:v>
                </c:pt>
                <c:pt idx="13324">
                  <c:v>0.15421296295971842</c:v>
                </c:pt>
                <c:pt idx="13325">
                  <c:v>0.15422453703649808</c:v>
                </c:pt>
                <c:pt idx="13326">
                  <c:v>0.15423611110600177</c:v>
                </c:pt>
                <c:pt idx="13327">
                  <c:v>0.15424768518278142</c:v>
                </c:pt>
                <c:pt idx="13328">
                  <c:v>0.15425925925956108</c:v>
                </c:pt>
                <c:pt idx="13329">
                  <c:v>0.15427083332906477</c:v>
                </c:pt>
                <c:pt idx="13330">
                  <c:v>0.15428240740584442</c:v>
                </c:pt>
                <c:pt idx="13331">
                  <c:v>0.15429398148262408</c:v>
                </c:pt>
                <c:pt idx="13332">
                  <c:v>0.15430555555212777</c:v>
                </c:pt>
                <c:pt idx="13333">
                  <c:v>0.15431712962890742</c:v>
                </c:pt>
                <c:pt idx="13334">
                  <c:v>0.15432870369841112</c:v>
                </c:pt>
                <c:pt idx="13335">
                  <c:v>0.15434027777519077</c:v>
                </c:pt>
                <c:pt idx="13336">
                  <c:v>0.15435185185197042</c:v>
                </c:pt>
                <c:pt idx="13337">
                  <c:v>0.15436342592147412</c:v>
                </c:pt>
                <c:pt idx="13338">
                  <c:v>0.15437499999825377</c:v>
                </c:pt>
                <c:pt idx="13339">
                  <c:v>0.15438657407503342</c:v>
                </c:pt>
                <c:pt idx="13340">
                  <c:v>0.15439814814453712</c:v>
                </c:pt>
                <c:pt idx="13341">
                  <c:v>0.15440972222131677</c:v>
                </c:pt>
                <c:pt idx="13342">
                  <c:v>0.15442129629082046</c:v>
                </c:pt>
                <c:pt idx="13343">
                  <c:v>0.15443287036760012</c:v>
                </c:pt>
                <c:pt idx="13344">
                  <c:v>0.15444444444437977</c:v>
                </c:pt>
                <c:pt idx="13345">
                  <c:v>0.15445601851388346</c:v>
                </c:pt>
                <c:pt idx="13346">
                  <c:v>0.15446759259066312</c:v>
                </c:pt>
                <c:pt idx="13347">
                  <c:v>0.15447916666744277</c:v>
                </c:pt>
                <c:pt idx="13348">
                  <c:v>0.15449074073694646</c:v>
                </c:pt>
                <c:pt idx="13349">
                  <c:v>0.15450231481372612</c:v>
                </c:pt>
                <c:pt idx="13350">
                  <c:v>0.15451388888322981</c:v>
                </c:pt>
                <c:pt idx="13351">
                  <c:v>0.15452546296000946</c:v>
                </c:pt>
                <c:pt idx="13352">
                  <c:v>0.15453703703678912</c:v>
                </c:pt>
                <c:pt idx="13353">
                  <c:v>0.15454861110629281</c:v>
                </c:pt>
                <c:pt idx="13354">
                  <c:v>0.15456018518307246</c:v>
                </c:pt>
                <c:pt idx="13355">
                  <c:v>0.15457175925985212</c:v>
                </c:pt>
                <c:pt idx="13356">
                  <c:v>0.15458333332935581</c:v>
                </c:pt>
                <c:pt idx="13357">
                  <c:v>0.15459490740613546</c:v>
                </c:pt>
                <c:pt idx="13358">
                  <c:v>0.15460648147563916</c:v>
                </c:pt>
                <c:pt idx="13359">
                  <c:v>0.15461805555241881</c:v>
                </c:pt>
                <c:pt idx="13360">
                  <c:v>0.15462962962919846</c:v>
                </c:pt>
                <c:pt idx="13361">
                  <c:v>0.15464120369870216</c:v>
                </c:pt>
                <c:pt idx="13362">
                  <c:v>0.15465277777548181</c:v>
                </c:pt>
                <c:pt idx="13363">
                  <c:v>0.15466435185226146</c:v>
                </c:pt>
                <c:pt idx="13364">
                  <c:v>0.15467592592176516</c:v>
                </c:pt>
                <c:pt idx="13365">
                  <c:v>0.15468749999854481</c:v>
                </c:pt>
                <c:pt idx="13366">
                  <c:v>0.15469907407532446</c:v>
                </c:pt>
                <c:pt idx="13367">
                  <c:v>0.15471064814482816</c:v>
                </c:pt>
                <c:pt idx="13368">
                  <c:v>0.15472222222160781</c:v>
                </c:pt>
                <c:pt idx="13369">
                  <c:v>0.1547337962911115</c:v>
                </c:pt>
                <c:pt idx="13370">
                  <c:v>0.15474537036789116</c:v>
                </c:pt>
                <c:pt idx="13371">
                  <c:v>0.15475694444467081</c:v>
                </c:pt>
                <c:pt idx="13372">
                  <c:v>0.1547685185141745</c:v>
                </c:pt>
                <c:pt idx="13373">
                  <c:v>0.15478009259095415</c:v>
                </c:pt>
                <c:pt idx="13374">
                  <c:v>0.15479166666773381</c:v>
                </c:pt>
                <c:pt idx="13375">
                  <c:v>0.1548032407372375</c:v>
                </c:pt>
                <c:pt idx="13376">
                  <c:v>0.15481481481401715</c:v>
                </c:pt>
                <c:pt idx="13377">
                  <c:v>0.15482638888352085</c:v>
                </c:pt>
                <c:pt idx="13378">
                  <c:v>0.1548379629603005</c:v>
                </c:pt>
                <c:pt idx="13379">
                  <c:v>0.15484953703708015</c:v>
                </c:pt>
                <c:pt idx="13380">
                  <c:v>0.15486111110658385</c:v>
                </c:pt>
                <c:pt idx="13381">
                  <c:v>0.1548726851833635</c:v>
                </c:pt>
                <c:pt idx="13382">
                  <c:v>0.15488425926014315</c:v>
                </c:pt>
                <c:pt idx="13383">
                  <c:v>0.15489583332964685</c:v>
                </c:pt>
                <c:pt idx="13384">
                  <c:v>0.1549074074064265</c:v>
                </c:pt>
                <c:pt idx="13385">
                  <c:v>0.1549189814759302</c:v>
                </c:pt>
                <c:pt idx="13386">
                  <c:v>0.15493055555270985</c:v>
                </c:pt>
                <c:pt idx="13387">
                  <c:v>0.1549421296294895</c:v>
                </c:pt>
                <c:pt idx="13388">
                  <c:v>0.15495370369899319</c:v>
                </c:pt>
                <c:pt idx="13389">
                  <c:v>0.15496527777577285</c:v>
                </c:pt>
                <c:pt idx="13390">
                  <c:v>0.1549768518525525</c:v>
                </c:pt>
                <c:pt idx="13391">
                  <c:v>0.15498842592205619</c:v>
                </c:pt>
                <c:pt idx="13392">
                  <c:v>0.15499999999883585</c:v>
                </c:pt>
                <c:pt idx="13393">
                  <c:v>0.15501157406833954</c:v>
                </c:pt>
                <c:pt idx="13394">
                  <c:v>0.15502314814511919</c:v>
                </c:pt>
                <c:pt idx="13395">
                  <c:v>0.15503472222189885</c:v>
                </c:pt>
                <c:pt idx="13396">
                  <c:v>0.15504629629140254</c:v>
                </c:pt>
                <c:pt idx="13397">
                  <c:v>0.15505787036818219</c:v>
                </c:pt>
                <c:pt idx="13398">
                  <c:v>0.15506944444496185</c:v>
                </c:pt>
                <c:pt idx="13399">
                  <c:v>0.15508101851446554</c:v>
                </c:pt>
                <c:pt idx="13400">
                  <c:v>0.15509259259124519</c:v>
                </c:pt>
                <c:pt idx="13401">
                  <c:v>0.15510416666074889</c:v>
                </c:pt>
                <c:pt idx="13402">
                  <c:v>0.15511574073752854</c:v>
                </c:pt>
                <c:pt idx="13403">
                  <c:v>0.15512731481430819</c:v>
                </c:pt>
                <c:pt idx="13404">
                  <c:v>0.15513888888381189</c:v>
                </c:pt>
                <c:pt idx="13405">
                  <c:v>0.15515046296059154</c:v>
                </c:pt>
                <c:pt idx="13406">
                  <c:v>0.15516203703737119</c:v>
                </c:pt>
                <c:pt idx="13407">
                  <c:v>0.15517361110687489</c:v>
                </c:pt>
                <c:pt idx="13408">
                  <c:v>0.15518518518365454</c:v>
                </c:pt>
                <c:pt idx="13409">
                  <c:v>0.15519675926043419</c:v>
                </c:pt>
                <c:pt idx="13410">
                  <c:v>0.15520833332993789</c:v>
                </c:pt>
                <c:pt idx="13411">
                  <c:v>0.15521990740671754</c:v>
                </c:pt>
                <c:pt idx="13412">
                  <c:v>0.15523148147622123</c:v>
                </c:pt>
                <c:pt idx="13413">
                  <c:v>0.15524305555300089</c:v>
                </c:pt>
                <c:pt idx="13414">
                  <c:v>0.15525462962978054</c:v>
                </c:pt>
                <c:pt idx="13415">
                  <c:v>0.15526620369928423</c:v>
                </c:pt>
                <c:pt idx="13416">
                  <c:v>0.15527777777606389</c:v>
                </c:pt>
                <c:pt idx="13417">
                  <c:v>0.15528935185284354</c:v>
                </c:pt>
                <c:pt idx="13418">
                  <c:v>0.15530092592234723</c:v>
                </c:pt>
                <c:pt idx="13419">
                  <c:v>0.15531249999912689</c:v>
                </c:pt>
                <c:pt idx="13420">
                  <c:v>0.15532407406863058</c:v>
                </c:pt>
                <c:pt idx="13421">
                  <c:v>0.15533564814541023</c:v>
                </c:pt>
                <c:pt idx="13422">
                  <c:v>0.15534722222218988</c:v>
                </c:pt>
                <c:pt idx="13423">
                  <c:v>0.15535879629169358</c:v>
                </c:pt>
                <c:pt idx="13424">
                  <c:v>0.15537037036847323</c:v>
                </c:pt>
                <c:pt idx="13425">
                  <c:v>0.15538194444525288</c:v>
                </c:pt>
                <c:pt idx="13426">
                  <c:v>0.15539351851475658</c:v>
                </c:pt>
                <c:pt idx="13427">
                  <c:v>0.15540509259153623</c:v>
                </c:pt>
                <c:pt idx="13428">
                  <c:v>0.15541666666103993</c:v>
                </c:pt>
                <c:pt idx="13429">
                  <c:v>0.15542824073781958</c:v>
                </c:pt>
                <c:pt idx="13430">
                  <c:v>0.15543981481459923</c:v>
                </c:pt>
                <c:pt idx="13431">
                  <c:v>0.15545138888410293</c:v>
                </c:pt>
                <c:pt idx="13432">
                  <c:v>0.15546296296088258</c:v>
                </c:pt>
                <c:pt idx="13433">
                  <c:v>0.15547453703766223</c:v>
                </c:pt>
                <c:pt idx="13434">
                  <c:v>0.15548611110716593</c:v>
                </c:pt>
                <c:pt idx="13435">
                  <c:v>0.15549768518394558</c:v>
                </c:pt>
                <c:pt idx="13436">
                  <c:v>0.15550925925344927</c:v>
                </c:pt>
                <c:pt idx="13437">
                  <c:v>0.15552083333022892</c:v>
                </c:pt>
                <c:pt idx="13438">
                  <c:v>0.15553240740700858</c:v>
                </c:pt>
                <c:pt idx="13439">
                  <c:v>0.15554398147651227</c:v>
                </c:pt>
                <c:pt idx="13440">
                  <c:v>0.15555555555329192</c:v>
                </c:pt>
                <c:pt idx="13441">
                  <c:v>0.15556712963007158</c:v>
                </c:pt>
                <c:pt idx="13442">
                  <c:v>0.15557870369957527</c:v>
                </c:pt>
                <c:pt idx="13443">
                  <c:v>0.15559027777635492</c:v>
                </c:pt>
                <c:pt idx="13444">
                  <c:v>0.15560185185313458</c:v>
                </c:pt>
                <c:pt idx="13445">
                  <c:v>0.15561342592263827</c:v>
                </c:pt>
                <c:pt idx="13446">
                  <c:v>0.15562499999941792</c:v>
                </c:pt>
                <c:pt idx="13447">
                  <c:v>0.15563657406892162</c:v>
                </c:pt>
                <c:pt idx="13448">
                  <c:v>0.15564814814570127</c:v>
                </c:pt>
                <c:pt idx="13449">
                  <c:v>0.15565972222248092</c:v>
                </c:pt>
                <c:pt idx="13450">
                  <c:v>0.15567129629198462</c:v>
                </c:pt>
                <c:pt idx="13451">
                  <c:v>0.15568287036876427</c:v>
                </c:pt>
                <c:pt idx="13452">
                  <c:v>0.15569444444554392</c:v>
                </c:pt>
                <c:pt idx="13453">
                  <c:v>0.15570601851504762</c:v>
                </c:pt>
                <c:pt idx="13454">
                  <c:v>0.15571759259182727</c:v>
                </c:pt>
                <c:pt idx="13455">
                  <c:v>0.15572916666133096</c:v>
                </c:pt>
                <c:pt idx="13456">
                  <c:v>0.15574074073811062</c:v>
                </c:pt>
                <c:pt idx="13457">
                  <c:v>0.15575231481489027</c:v>
                </c:pt>
                <c:pt idx="13458">
                  <c:v>0.15576388888439396</c:v>
                </c:pt>
                <c:pt idx="13459">
                  <c:v>0.15577546296117362</c:v>
                </c:pt>
                <c:pt idx="13460">
                  <c:v>0.15578703703795327</c:v>
                </c:pt>
                <c:pt idx="13461">
                  <c:v>0.15579861110745696</c:v>
                </c:pt>
                <c:pt idx="13462">
                  <c:v>0.15581018518423662</c:v>
                </c:pt>
                <c:pt idx="13463">
                  <c:v>0.15582175925374031</c:v>
                </c:pt>
                <c:pt idx="13464">
                  <c:v>0.15583333333051996</c:v>
                </c:pt>
                <c:pt idx="13465">
                  <c:v>0.15584490740729962</c:v>
                </c:pt>
                <c:pt idx="13466">
                  <c:v>0.15585648147680331</c:v>
                </c:pt>
                <c:pt idx="13467">
                  <c:v>0.15586805555358296</c:v>
                </c:pt>
                <c:pt idx="13468">
                  <c:v>0.15587962963036261</c:v>
                </c:pt>
                <c:pt idx="13469">
                  <c:v>0.15589120369986631</c:v>
                </c:pt>
                <c:pt idx="13470">
                  <c:v>0.15590277777664596</c:v>
                </c:pt>
                <c:pt idx="13471">
                  <c:v>0.15591435184614966</c:v>
                </c:pt>
                <c:pt idx="13472">
                  <c:v>0.15592592592292931</c:v>
                </c:pt>
                <c:pt idx="13473">
                  <c:v>0.15593749999970896</c:v>
                </c:pt>
                <c:pt idx="13474">
                  <c:v>0.15594907406921266</c:v>
                </c:pt>
                <c:pt idx="13475">
                  <c:v>0.15596064814599231</c:v>
                </c:pt>
                <c:pt idx="13476">
                  <c:v>0.15597222222277196</c:v>
                </c:pt>
                <c:pt idx="13477">
                  <c:v>0.15598379629227566</c:v>
                </c:pt>
                <c:pt idx="13478">
                  <c:v>0.15599537036905531</c:v>
                </c:pt>
                <c:pt idx="13479">
                  <c:v>0.156006944438559</c:v>
                </c:pt>
                <c:pt idx="13480">
                  <c:v>0.15601851851533866</c:v>
                </c:pt>
                <c:pt idx="13481">
                  <c:v>0.15603009259211831</c:v>
                </c:pt>
                <c:pt idx="13482">
                  <c:v>0.156041666661622</c:v>
                </c:pt>
                <c:pt idx="13483">
                  <c:v>0.15605324073840166</c:v>
                </c:pt>
                <c:pt idx="13484">
                  <c:v>0.15606481481518131</c:v>
                </c:pt>
                <c:pt idx="13485">
                  <c:v>0.156076388884685</c:v>
                </c:pt>
                <c:pt idx="13486">
                  <c:v>0.15608796296146465</c:v>
                </c:pt>
                <c:pt idx="13487">
                  <c:v>0.15609953703824431</c:v>
                </c:pt>
                <c:pt idx="13488">
                  <c:v>0.156111111107748</c:v>
                </c:pt>
                <c:pt idx="13489">
                  <c:v>0.15612268518452765</c:v>
                </c:pt>
                <c:pt idx="13490">
                  <c:v>0.15613425925403135</c:v>
                </c:pt>
                <c:pt idx="13491">
                  <c:v>0.156145833330811</c:v>
                </c:pt>
                <c:pt idx="13492">
                  <c:v>0.15615740740759065</c:v>
                </c:pt>
                <c:pt idx="13493">
                  <c:v>0.15616898147709435</c:v>
                </c:pt>
                <c:pt idx="13494">
                  <c:v>0.156180555553874</c:v>
                </c:pt>
                <c:pt idx="13495">
                  <c:v>0.15619212963065365</c:v>
                </c:pt>
                <c:pt idx="13496">
                  <c:v>0.15620370370015735</c:v>
                </c:pt>
                <c:pt idx="13497">
                  <c:v>0.156215277776937</c:v>
                </c:pt>
                <c:pt idx="13498">
                  <c:v>0.1562268518464407</c:v>
                </c:pt>
                <c:pt idx="13499">
                  <c:v>0.15623842592322035</c:v>
                </c:pt>
                <c:pt idx="13500">
                  <c:v>0.15625</c:v>
                </c:pt>
                <c:pt idx="13501">
                  <c:v>0.15626157406950369</c:v>
                </c:pt>
                <c:pt idx="13502">
                  <c:v>0.15627314814628335</c:v>
                </c:pt>
                <c:pt idx="13503">
                  <c:v>0.156284722223063</c:v>
                </c:pt>
                <c:pt idx="13504">
                  <c:v>0.15629629629256669</c:v>
                </c:pt>
                <c:pt idx="13505">
                  <c:v>0.15630787036934635</c:v>
                </c:pt>
                <c:pt idx="13506">
                  <c:v>0.15631944443885004</c:v>
                </c:pt>
                <c:pt idx="13507">
                  <c:v>0.15633101851562969</c:v>
                </c:pt>
                <c:pt idx="13508">
                  <c:v>0.15634259259240935</c:v>
                </c:pt>
                <c:pt idx="13509">
                  <c:v>0.15635416666191304</c:v>
                </c:pt>
                <c:pt idx="13510">
                  <c:v>0.15636574073869269</c:v>
                </c:pt>
                <c:pt idx="13511">
                  <c:v>0.15637731481547235</c:v>
                </c:pt>
                <c:pt idx="13512">
                  <c:v>0.15638888888497604</c:v>
                </c:pt>
                <c:pt idx="13513">
                  <c:v>0.15640046296175569</c:v>
                </c:pt>
                <c:pt idx="13514">
                  <c:v>0.15641203703125939</c:v>
                </c:pt>
                <c:pt idx="13515">
                  <c:v>0.15642361110803904</c:v>
                </c:pt>
                <c:pt idx="13516">
                  <c:v>0.15643518518481869</c:v>
                </c:pt>
                <c:pt idx="13517">
                  <c:v>0.15644675925432239</c:v>
                </c:pt>
                <c:pt idx="13518">
                  <c:v>0.15645833333110204</c:v>
                </c:pt>
                <c:pt idx="13519">
                  <c:v>0.15646990740788169</c:v>
                </c:pt>
                <c:pt idx="13520">
                  <c:v>0.15648148147738539</c:v>
                </c:pt>
                <c:pt idx="13521">
                  <c:v>0.15649305555416504</c:v>
                </c:pt>
                <c:pt idx="13522">
                  <c:v>0.15650462963094469</c:v>
                </c:pt>
                <c:pt idx="13523">
                  <c:v>0.15651620370044839</c:v>
                </c:pt>
                <c:pt idx="13524">
                  <c:v>0.15652777777722804</c:v>
                </c:pt>
                <c:pt idx="13525">
                  <c:v>0.15653935184673173</c:v>
                </c:pt>
                <c:pt idx="13526">
                  <c:v>0.15655092592351139</c:v>
                </c:pt>
                <c:pt idx="13527">
                  <c:v>0.15656250000029104</c:v>
                </c:pt>
                <c:pt idx="13528">
                  <c:v>0.15657407406979473</c:v>
                </c:pt>
                <c:pt idx="13529">
                  <c:v>0.15658564814657439</c:v>
                </c:pt>
                <c:pt idx="13530">
                  <c:v>0.15659722222335404</c:v>
                </c:pt>
                <c:pt idx="13531">
                  <c:v>0.15660879629285773</c:v>
                </c:pt>
                <c:pt idx="13532">
                  <c:v>0.15662037036963739</c:v>
                </c:pt>
                <c:pt idx="13533">
                  <c:v>0.15663194443914108</c:v>
                </c:pt>
                <c:pt idx="13534">
                  <c:v>0.15664351851592073</c:v>
                </c:pt>
                <c:pt idx="13535">
                  <c:v>0.15665509259270038</c:v>
                </c:pt>
                <c:pt idx="13536">
                  <c:v>0.15666666666220408</c:v>
                </c:pt>
                <c:pt idx="13537">
                  <c:v>0.15667824073898373</c:v>
                </c:pt>
                <c:pt idx="13538">
                  <c:v>0.15668981481576338</c:v>
                </c:pt>
                <c:pt idx="13539">
                  <c:v>0.15670138888526708</c:v>
                </c:pt>
                <c:pt idx="13540">
                  <c:v>0.15671296296204673</c:v>
                </c:pt>
                <c:pt idx="13541">
                  <c:v>0.15672453703155043</c:v>
                </c:pt>
                <c:pt idx="13542">
                  <c:v>0.15673611110833008</c:v>
                </c:pt>
                <c:pt idx="13543">
                  <c:v>0.15674768518510973</c:v>
                </c:pt>
                <c:pt idx="13544">
                  <c:v>0.15675925925461343</c:v>
                </c:pt>
                <c:pt idx="13545">
                  <c:v>0.15677083333139308</c:v>
                </c:pt>
                <c:pt idx="13546">
                  <c:v>0.15678240740817273</c:v>
                </c:pt>
                <c:pt idx="13547">
                  <c:v>0.15679398147767643</c:v>
                </c:pt>
                <c:pt idx="13548">
                  <c:v>0.15680555555445608</c:v>
                </c:pt>
                <c:pt idx="13549">
                  <c:v>0.15681712962395977</c:v>
                </c:pt>
                <c:pt idx="13550">
                  <c:v>0.15682870370073942</c:v>
                </c:pt>
                <c:pt idx="13551">
                  <c:v>0.15684027777751908</c:v>
                </c:pt>
                <c:pt idx="13552">
                  <c:v>0.15685185184702277</c:v>
                </c:pt>
                <c:pt idx="13553">
                  <c:v>0.15686342592380242</c:v>
                </c:pt>
                <c:pt idx="13554">
                  <c:v>0.15687500000058208</c:v>
                </c:pt>
                <c:pt idx="13555">
                  <c:v>0.15688657407008577</c:v>
                </c:pt>
                <c:pt idx="13556">
                  <c:v>0.15689814814686542</c:v>
                </c:pt>
                <c:pt idx="13557">
                  <c:v>0.15690972221636912</c:v>
                </c:pt>
                <c:pt idx="13558">
                  <c:v>0.15692129629314877</c:v>
                </c:pt>
                <c:pt idx="13559">
                  <c:v>0.15693287036992842</c:v>
                </c:pt>
                <c:pt idx="13560">
                  <c:v>0.15694444443943212</c:v>
                </c:pt>
                <c:pt idx="13561">
                  <c:v>0.15695601851621177</c:v>
                </c:pt>
                <c:pt idx="13562">
                  <c:v>0.15696759259299142</c:v>
                </c:pt>
                <c:pt idx="13563">
                  <c:v>0.15697916666249512</c:v>
                </c:pt>
                <c:pt idx="13564">
                  <c:v>0.15699074073927477</c:v>
                </c:pt>
                <c:pt idx="13565">
                  <c:v>0.15700231481605442</c:v>
                </c:pt>
                <c:pt idx="13566">
                  <c:v>0.15701388888555812</c:v>
                </c:pt>
                <c:pt idx="13567">
                  <c:v>0.15702546296233777</c:v>
                </c:pt>
                <c:pt idx="13568">
                  <c:v>0.15703703703184146</c:v>
                </c:pt>
                <c:pt idx="13569">
                  <c:v>0.15704861110862112</c:v>
                </c:pt>
                <c:pt idx="13570">
                  <c:v>0.15706018518540077</c:v>
                </c:pt>
                <c:pt idx="13571">
                  <c:v>0.15707175925490446</c:v>
                </c:pt>
                <c:pt idx="13572">
                  <c:v>0.15708333333168412</c:v>
                </c:pt>
                <c:pt idx="13573">
                  <c:v>0.15709490740846377</c:v>
                </c:pt>
                <c:pt idx="13574">
                  <c:v>0.15710648147796746</c:v>
                </c:pt>
                <c:pt idx="13575">
                  <c:v>0.15711805555474712</c:v>
                </c:pt>
                <c:pt idx="13576">
                  <c:v>0.15712962962425081</c:v>
                </c:pt>
                <c:pt idx="13577">
                  <c:v>0.15714120370103046</c:v>
                </c:pt>
                <c:pt idx="13578">
                  <c:v>0.15715277777781012</c:v>
                </c:pt>
                <c:pt idx="13579">
                  <c:v>0.15716435184731381</c:v>
                </c:pt>
                <c:pt idx="13580">
                  <c:v>0.15717592592409346</c:v>
                </c:pt>
                <c:pt idx="13581">
                  <c:v>0.15718750000087311</c:v>
                </c:pt>
                <c:pt idx="13582">
                  <c:v>0.15719907407037681</c:v>
                </c:pt>
                <c:pt idx="13583">
                  <c:v>0.15721064814715646</c:v>
                </c:pt>
                <c:pt idx="13584">
                  <c:v>0.15722222221666016</c:v>
                </c:pt>
                <c:pt idx="13585">
                  <c:v>0.15723379629343981</c:v>
                </c:pt>
                <c:pt idx="13586">
                  <c:v>0.15724537037021946</c:v>
                </c:pt>
                <c:pt idx="13587">
                  <c:v>0.15725694443972316</c:v>
                </c:pt>
                <c:pt idx="13588">
                  <c:v>0.15726851851650281</c:v>
                </c:pt>
                <c:pt idx="13589">
                  <c:v>0.15728009259328246</c:v>
                </c:pt>
                <c:pt idx="13590">
                  <c:v>0.15729166666278616</c:v>
                </c:pt>
                <c:pt idx="13591">
                  <c:v>0.15730324073956581</c:v>
                </c:pt>
                <c:pt idx="13592">
                  <c:v>0.1573148148090695</c:v>
                </c:pt>
                <c:pt idx="13593">
                  <c:v>0.15732638888584916</c:v>
                </c:pt>
                <c:pt idx="13594">
                  <c:v>0.15733796296262881</c:v>
                </c:pt>
                <c:pt idx="13595">
                  <c:v>0.1573495370321325</c:v>
                </c:pt>
                <c:pt idx="13596">
                  <c:v>0.15736111110891216</c:v>
                </c:pt>
                <c:pt idx="13597">
                  <c:v>0.15737268518569181</c:v>
                </c:pt>
                <c:pt idx="13598">
                  <c:v>0.1573842592551955</c:v>
                </c:pt>
                <c:pt idx="13599">
                  <c:v>0.15739583333197515</c:v>
                </c:pt>
                <c:pt idx="13600">
                  <c:v>0.15740740740147885</c:v>
                </c:pt>
                <c:pt idx="13601">
                  <c:v>0.1574189814782585</c:v>
                </c:pt>
                <c:pt idx="13602">
                  <c:v>0.15743055555503815</c:v>
                </c:pt>
                <c:pt idx="13603">
                  <c:v>0.15744212962454185</c:v>
                </c:pt>
                <c:pt idx="13604">
                  <c:v>0.1574537037013215</c:v>
                </c:pt>
                <c:pt idx="13605">
                  <c:v>0.15746527777810115</c:v>
                </c:pt>
                <c:pt idx="13606">
                  <c:v>0.15747685184760485</c:v>
                </c:pt>
                <c:pt idx="13607">
                  <c:v>0.1574884259243845</c:v>
                </c:pt>
                <c:pt idx="13608">
                  <c:v>0.15750000000116415</c:v>
                </c:pt>
                <c:pt idx="13609">
                  <c:v>0.15751157407066785</c:v>
                </c:pt>
                <c:pt idx="13610">
                  <c:v>0.1575231481474475</c:v>
                </c:pt>
                <c:pt idx="13611">
                  <c:v>0.1575347222169512</c:v>
                </c:pt>
                <c:pt idx="13612">
                  <c:v>0.15754629629373085</c:v>
                </c:pt>
                <c:pt idx="13613">
                  <c:v>0.1575578703705105</c:v>
                </c:pt>
                <c:pt idx="13614">
                  <c:v>0.15756944444001419</c:v>
                </c:pt>
                <c:pt idx="13615">
                  <c:v>0.15758101851679385</c:v>
                </c:pt>
                <c:pt idx="13616">
                  <c:v>0.1575925925935735</c:v>
                </c:pt>
                <c:pt idx="13617">
                  <c:v>0.15760416666307719</c:v>
                </c:pt>
                <c:pt idx="13618">
                  <c:v>0.15761574073985685</c:v>
                </c:pt>
                <c:pt idx="13619">
                  <c:v>0.15762731480936054</c:v>
                </c:pt>
                <c:pt idx="13620">
                  <c:v>0.15763888888614019</c:v>
                </c:pt>
                <c:pt idx="13621">
                  <c:v>0.15765046296291985</c:v>
                </c:pt>
                <c:pt idx="13622">
                  <c:v>0.15766203703242354</c:v>
                </c:pt>
                <c:pt idx="13623">
                  <c:v>0.15767361110920319</c:v>
                </c:pt>
                <c:pt idx="13624">
                  <c:v>0.15768518518598285</c:v>
                </c:pt>
                <c:pt idx="13625">
                  <c:v>0.15769675925548654</c:v>
                </c:pt>
                <c:pt idx="13626">
                  <c:v>0.15770833333226619</c:v>
                </c:pt>
                <c:pt idx="13627">
                  <c:v>0.15771990740176989</c:v>
                </c:pt>
                <c:pt idx="13628">
                  <c:v>0.15773148147854954</c:v>
                </c:pt>
                <c:pt idx="13629">
                  <c:v>0.15774305555532919</c:v>
                </c:pt>
                <c:pt idx="13630">
                  <c:v>0.15775462962483289</c:v>
                </c:pt>
                <c:pt idx="13631">
                  <c:v>0.15776620370161254</c:v>
                </c:pt>
                <c:pt idx="13632">
                  <c:v>0.15777777777839219</c:v>
                </c:pt>
                <c:pt idx="13633">
                  <c:v>0.15778935184789589</c:v>
                </c:pt>
                <c:pt idx="13634">
                  <c:v>0.15780092592467554</c:v>
                </c:pt>
                <c:pt idx="13635">
                  <c:v>0.15781249999417923</c:v>
                </c:pt>
                <c:pt idx="13636">
                  <c:v>0.15782407407095889</c:v>
                </c:pt>
                <c:pt idx="13637">
                  <c:v>0.15783564814773854</c:v>
                </c:pt>
                <c:pt idx="13638">
                  <c:v>0.15784722221724223</c:v>
                </c:pt>
                <c:pt idx="13639">
                  <c:v>0.15785879629402189</c:v>
                </c:pt>
                <c:pt idx="13640">
                  <c:v>0.15787037037080154</c:v>
                </c:pt>
                <c:pt idx="13641">
                  <c:v>0.15788194444030523</c:v>
                </c:pt>
                <c:pt idx="13642">
                  <c:v>0.15789351851708489</c:v>
                </c:pt>
                <c:pt idx="13643">
                  <c:v>0.15790509259386454</c:v>
                </c:pt>
                <c:pt idx="13644">
                  <c:v>0.15791666666336823</c:v>
                </c:pt>
                <c:pt idx="13645">
                  <c:v>0.15792824074014788</c:v>
                </c:pt>
                <c:pt idx="13646">
                  <c:v>0.15793981480965158</c:v>
                </c:pt>
                <c:pt idx="13647">
                  <c:v>0.15795138888643123</c:v>
                </c:pt>
                <c:pt idx="13648">
                  <c:v>0.15796296296321088</c:v>
                </c:pt>
                <c:pt idx="13649">
                  <c:v>0.15797453703271458</c:v>
                </c:pt>
                <c:pt idx="13650">
                  <c:v>0.15798611110949423</c:v>
                </c:pt>
                <c:pt idx="13651">
                  <c:v>0.15799768518627388</c:v>
                </c:pt>
                <c:pt idx="13652">
                  <c:v>0.15800925925577758</c:v>
                </c:pt>
                <c:pt idx="13653">
                  <c:v>0.15802083333255723</c:v>
                </c:pt>
                <c:pt idx="13654">
                  <c:v>0.15803240740206093</c:v>
                </c:pt>
                <c:pt idx="13655">
                  <c:v>0.15804398147884058</c:v>
                </c:pt>
                <c:pt idx="13656">
                  <c:v>0.15805555555562023</c:v>
                </c:pt>
                <c:pt idx="13657">
                  <c:v>0.15806712962512393</c:v>
                </c:pt>
                <c:pt idx="13658">
                  <c:v>0.15807870370190358</c:v>
                </c:pt>
                <c:pt idx="13659">
                  <c:v>0.15809027777868323</c:v>
                </c:pt>
                <c:pt idx="13660">
                  <c:v>0.15810185184818693</c:v>
                </c:pt>
                <c:pt idx="13661">
                  <c:v>0.15811342592496658</c:v>
                </c:pt>
                <c:pt idx="13662">
                  <c:v>0.15812499999447027</c:v>
                </c:pt>
                <c:pt idx="13663">
                  <c:v>0.15813657407124992</c:v>
                </c:pt>
                <c:pt idx="13664">
                  <c:v>0.15814814814802958</c:v>
                </c:pt>
                <c:pt idx="13665">
                  <c:v>0.15815972221753327</c:v>
                </c:pt>
                <c:pt idx="13666">
                  <c:v>0.15817129629431292</c:v>
                </c:pt>
                <c:pt idx="13667">
                  <c:v>0.15818287037109258</c:v>
                </c:pt>
                <c:pt idx="13668">
                  <c:v>0.15819444444059627</c:v>
                </c:pt>
                <c:pt idx="13669">
                  <c:v>0.15820601851737592</c:v>
                </c:pt>
                <c:pt idx="13670">
                  <c:v>0.15821759258687962</c:v>
                </c:pt>
                <c:pt idx="13671">
                  <c:v>0.15822916666365927</c:v>
                </c:pt>
                <c:pt idx="13672">
                  <c:v>0.15824074074043892</c:v>
                </c:pt>
                <c:pt idx="13673">
                  <c:v>0.15825231480994262</c:v>
                </c:pt>
                <c:pt idx="13674">
                  <c:v>0.15826388888672227</c:v>
                </c:pt>
                <c:pt idx="13675">
                  <c:v>0.15827546296350192</c:v>
                </c:pt>
                <c:pt idx="13676">
                  <c:v>0.15828703703300562</c:v>
                </c:pt>
                <c:pt idx="13677">
                  <c:v>0.15829861110978527</c:v>
                </c:pt>
                <c:pt idx="13678">
                  <c:v>0.15831018517928896</c:v>
                </c:pt>
                <c:pt idx="13679">
                  <c:v>0.15832175925606862</c:v>
                </c:pt>
                <c:pt idx="13680">
                  <c:v>0.15833333333284827</c:v>
                </c:pt>
                <c:pt idx="13681">
                  <c:v>0.15834490740235196</c:v>
                </c:pt>
                <c:pt idx="13682">
                  <c:v>0.15835648147913162</c:v>
                </c:pt>
                <c:pt idx="13683">
                  <c:v>0.15836805555591127</c:v>
                </c:pt>
                <c:pt idx="13684">
                  <c:v>0.15837962962541496</c:v>
                </c:pt>
                <c:pt idx="13685">
                  <c:v>0.15839120370219462</c:v>
                </c:pt>
                <c:pt idx="13686">
                  <c:v>0.15840277777897427</c:v>
                </c:pt>
                <c:pt idx="13687">
                  <c:v>0.15841435184847796</c:v>
                </c:pt>
                <c:pt idx="13688">
                  <c:v>0.15842592592525762</c:v>
                </c:pt>
                <c:pt idx="13689">
                  <c:v>0.15843749999476131</c:v>
                </c:pt>
                <c:pt idx="13690">
                  <c:v>0.15844907407154096</c:v>
                </c:pt>
                <c:pt idx="13691">
                  <c:v>0.15846064814832062</c:v>
                </c:pt>
                <c:pt idx="13692">
                  <c:v>0.15847222221782431</c:v>
                </c:pt>
                <c:pt idx="13693">
                  <c:v>0.15848379629460396</c:v>
                </c:pt>
                <c:pt idx="13694">
                  <c:v>0.15849537037138361</c:v>
                </c:pt>
                <c:pt idx="13695">
                  <c:v>0.15850694444088731</c:v>
                </c:pt>
                <c:pt idx="13696">
                  <c:v>0.15851851851766696</c:v>
                </c:pt>
                <c:pt idx="13697">
                  <c:v>0.15853009258717066</c:v>
                </c:pt>
                <c:pt idx="13698">
                  <c:v>0.15854166666395031</c:v>
                </c:pt>
                <c:pt idx="13699">
                  <c:v>0.15855324074072996</c:v>
                </c:pt>
                <c:pt idx="13700">
                  <c:v>0.15856481481023366</c:v>
                </c:pt>
                <c:pt idx="13701">
                  <c:v>0.15857638888701331</c:v>
                </c:pt>
                <c:pt idx="13702">
                  <c:v>0.15858796296379296</c:v>
                </c:pt>
                <c:pt idx="13703">
                  <c:v>0.15859953703329666</c:v>
                </c:pt>
                <c:pt idx="13704">
                  <c:v>0.15861111111007631</c:v>
                </c:pt>
                <c:pt idx="13705">
                  <c:v>0.15862268517958</c:v>
                </c:pt>
                <c:pt idx="13706">
                  <c:v>0.15863425925635966</c:v>
                </c:pt>
                <c:pt idx="13707">
                  <c:v>0.15864583333313931</c:v>
                </c:pt>
                <c:pt idx="13708">
                  <c:v>0.158657407402643</c:v>
                </c:pt>
                <c:pt idx="13709">
                  <c:v>0.15866898147942265</c:v>
                </c:pt>
                <c:pt idx="13710">
                  <c:v>0.15868055555620231</c:v>
                </c:pt>
                <c:pt idx="13711">
                  <c:v>0.158692129625706</c:v>
                </c:pt>
                <c:pt idx="13712">
                  <c:v>0.15870370370248565</c:v>
                </c:pt>
                <c:pt idx="13713">
                  <c:v>0.15871527777198935</c:v>
                </c:pt>
                <c:pt idx="13714">
                  <c:v>0.158726851848769</c:v>
                </c:pt>
                <c:pt idx="13715">
                  <c:v>0.15873842592554865</c:v>
                </c:pt>
                <c:pt idx="13716">
                  <c:v>0.15874999999505235</c:v>
                </c:pt>
                <c:pt idx="13717">
                  <c:v>0.158761574071832</c:v>
                </c:pt>
                <c:pt idx="13718">
                  <c:v>0.15877314814861165</c:v>
                </c:pt>
                <c:pt idx="13719">
                  <c:v>0.15878472221811535</c:v>
                </c:pt>
                <c:pt idx="13720">
                  <c:v>0.158796296294895</c:v>
                </c:pt>
                <c:pt idx="13721">
                  <c:v>0.15880787037167465</c:v>
                </c:pt>
                <c:pt idx="13722">
                  <c:v>0.15881944444117835</c:v>
                </c:pt>
                <c:pt idx="13723">
                  <c:v>0.158831018517958</c:v>
                </c:pt>
                <c:pt idx="13724">
                  <c:v>0.1588425925874617</c:v>
                </c:pt>
                <c:pt idx="13725">
                  <c:v>0.15885416666424135</c:v>
                </c:pt>
                <c:pt idx="13726">
                  <c:v>0.158865740741021</c:v>
                </c:pt>
                <c:pt idx="13727">
                  <c:v>0.15887731481052469</c:v>
                </c:pt>
                <c:pt idx="13728">
                  <c:v>0.15888888888730435</c:v>
                </c:pt>
                <c:pt idx="13729">
                  <c:v>0.158900462964084</c:v>
                </c:pt>
                <c:pt idx="13730">
                  <c:v>0.15891203703358769</c:v>
                </c:pt>
                <c:pt idx="13731">
                  <c:v>0.15892361111036735</c:v>
                </c:pt>
                <c:pt idx="13732">
                  <c:v>0.15893518517987104</c:v>
                </c:pt>
                <c:pt idx="13733">
                  <c:v>0.15894675925665069</c:v>
                </c:pt>
                <c:pt idx="13734">
                  <c:v>0.15895833333343035</c:v>
                </c:pt>
                <c:pt idx="13735">
                  <c:v>0.15896990740293404</c:v>
                </c:pt>
                <c:pt idx="13736">
                  <c:v>0.15898148147971369</c:v>
                </c:pt>
                <c:pt idx="13737">
                  <c:v>0.15899305555649335</c:v>
                </c:pt>
                <c:pt idx="13738">
                  <c:v>0.15900462962599704</c:v>
                </c:pt>
                <c:pt idx="13739">
                  <c:v>0.15901620370277669</c:v>
                </c:pt>
                <c:pt idx="13740">
                  <c:v>0.15902777777228039</c:v>
                </c:pt>
                <c:pt idx="13741">
                  <c:v>0.15903935184906004</c:v>
                </c:pt>
                <c:pt idx="13742">
                  <c:v>0.15905092592583969</c:v>
                </c:pt>
                <c:pt idx="13743">
                  <c:v>0.15906249999534339</c:v>
                </c:pt>
                <c:pt idx="13744">
                  <c:v>0.15907407407212304</c:v>
                </c:pt>
                <c:pt idx="13745">
                  <c:v>0.15908564814890269</c:v>
                </c:pt>
                <c:pt idx="13746">
                  <c:v>0.15909722221840639</c:v>
                </c:pt>
                <c:pt idx="13747">
                  <c:v>0.15910879629518604</c:v>
                </c:pt>
                <c:pt idx="13748">
                  <c:v>0.15912037036468973</c:v>
                </c:pt>
                <c:pt idx="13749">
                  <c:v>0.15913194444146939</c:v>
                </c:pt>
                <c:pt idx="13750">
                  <c:v>0.15914351851824904</c:v>
                </c:pt>
                <c:pt idx="13751">
                  <c:v>0.15915509258775273</c:v>
                </c:pt>
                <c:pt idx="13752">
                  <c:v>0.15916666666453239</c:v>
                </c:pt>
                <c:pt idx="13753">
                  <c:v>0.15917824074131204</c:v>
                </c:pt>
                <c:pt idx="13754">
                  <c:v>0.15918981481081573</c:v>
                </c:pt>
                <c:pt idx="13755">
                  <c:v>0.15920138888759539</c:v>
                </c:pt>
                <c:pt idx="13756">
                  <c:v>0.15921296295709908</c:v>
                </c:pt>
                <c:pt idx="13757">
                  <c:v>0.15922453703387873</c:v>
                </c:pt>
                <c:pt idx="13758">
                  <c:v>0.15923611111065838</c:v>
                </c:pt>
                <c:pt idx="13759">
                  <c:v>0.15924768518016208</c:v>
                </c:pt>
                <c:pt idx="13760">
                  <c:v>0.15925925925694173</c:v>
                </c:pt>
                <c:pt idx="13761">
                  <c:v>0.15927083333372138</c:v>
                </c:pt>
                <c:pt idx="13762">
                  <c:v>0.15928240740322508</c:v>
                </c:pt>
                <c:pt idx="13763">
                  <c:v>0.15929398148000473</c:v>
                </c:pt>
                <c:pt idx="13764">
                  <c:v>0.15930555555678438</c:v>
                </c:pt>
                <c:pt idx="13765">
                  <c:v>0.15931712962628808</c:v>
                </c:pt>
                <c:pt idx="13766">
                  <c:v>0.15932870370306773</c:v>
                </c:pt>
                <c:pt idx="13767">
                  <c:v>0.15934027777257143</c:v>
                </c:pt>
                <c:pt idx="13768">
                  <c:v>0.15935185184935108</c:v>
                </c:pt>
                <c:pt idx="13769">
                  <c:v>0.15936342592613073</c:v>
                </c:pt>
                <c:pt idx="13770">
                  <c:v>0.15937499999563443</c:v>
                </c:pt>
                <c:pt idx="13771">
                  <c:v>0.15938657407241408</c:v>
                </c:pt>
                <c:pt idx="13772">
                  <c:v>0.15939814814919373</c:v>
                </c:pt>
                <c:pt idx="13773">
                  <c:v>0.15940972221869742</c:v>
                </c:pt>
                <c:pt idx="13774">
                  <c:v>0.15942129629547708</c:v>
                </c:pt>
                <c:pt idx="13775">
                  <c:v>0.15943287036498077</c:v>
                </c:pt>
                <c:pt idx="13776">
                  <c:v>0.15944444444176042</c:v>
                </c:pt>
                <c:pt idx="13777">
                  <c:v>0.15945601851854008</c:v>
                </c:pt>
                <c:pt idx="13778">
                  <c:v>0.15946759258804377</c:v>
                </c:pt>
                <c:pt idx="13779">
                  <c:v>0.15947916666482342</c:v>
                </c:pt>
                <c:pt idx="13780">
                  <c:v>0.15949074074160308</c:v>
                </c:pt>
                <c:pt idx="13781">
                  <c:v>0.15950231481110677</c:v>
                </c:pt>
                <c:pt idx="13782">
                  <c:v>0.15951388888788642</c:v>
                </c:pt>
                <c:pt idx="13783">
                  <c:v>0.15952546295739012</c:v>
                </c:pt>
                <c:pt idx="13784">
                  <c:v>0.15953703703416977</c:v>
                </c:pt>
                <c:pt idx="13785">
                  <c:v>0.15954861111094942</c:v>
                </c:pt>
                <c:pt idx="13786">
                  <c:v>0.15956018518045312</c:v>
                </c:pt>
                <c:pt idx="13787">
                  <c:v>0.15957175925723277</c:v>
                </c:pt>
                <c:pt idx="13788">
                  <c:v>0.15958333333401242</c:v>
                </c:pt>
                <c:pt idx="13789">
                  <c:v>0.15959490740351612</c:v>
                </c:pt>
                <c:pt idx="13790">
                  <c:v>0.15960648148029577</c:v>
                </c:pt>
                <c:pt idx="13791">
                  <c:v>0.15961805554979946</c:v>
                </c:pt>
                <c:pt idx="13792">
                  <c:v>0.15962962962657912</c:v>
                </c:pt>
                <c:pt idx="13793">
                  <c:v>0.15964120370335877</c:v>
                </c:pt>
                <c:pt idx="13794">
                  <c:v>0.15965277777286246</c:v>
                </c:pt>
                <c:pt idx="13795">
                  <c:v>0.15966435184964212</c:v>
                </c:pt>
                <c:pt idx="13796">
                  <c:v>0.15967592592642177</c:v>
                </c:pt>
                <c:pt idx="13797">
                  <c:v>0.15968749999592546</c:v>
                </c:pt>
                <c:pt idx="13798">
                  <c:v>0.15969907407270512</c:v>
                </c:pt>
                <c:pt idx="13799">
                  <c:v>0.15971064814948477</c:v>
                </c:pt>
                <c:pt idx="13800">
                  <c:v>0.15972222221898846</c:v>
                </c:pt>
                <c:pt idx="13801">
                  <c:v>0.15973379629576812</c:v>
                </c:pt>
                <c:pt idx="13802">
                  <c:v>0.15974537036527181</c:v>
                </c:pt>
                <c:pt idx="13803">
                  <c:v>0.15975694444205146</c:v>
                </c:pt>
                <c:pt idx="13804">
                  <c:v>0.15976851851883112</c:v>
                </c:pt>
                <c:pt idx="13805">
                  <c:v>0.15978009258833481</c:v>
                </c:pt>
                <c:pt idx="13806">
                  <c:v>0.15979166666511446</c:v>
                </c:pt>
                <c:pt idx="13807">
                  <c:v>0.15980324074189411</c:v>
                </c:pt>
                <c:pt idx="13808">
                  <c:v>0.15981481481139781</c:v>
                </c:pt>
                <c:pt idx="13809">
                  <c:v>0.15982638888817746</c:v>
                </c:pt>
                <c:pt idx="13810">
                  <c:v>0.15983796295768116</c:v>
                </c:pt>
                <c:pt idx="13811">
                  <c:v>0.15984953703446081</c:v>
                </c:pt>
                <c:pt idx="13812">
                  <c:v>0.15986111111124046</c:v>
                </c:pt>
                <c:pt idx="13813">
                  <c:v>0.15987268518074416</c:v>
                </c:pt>
                <c:pt idx="13814">
                  <c:v>0.15988425925752381</c:v>
                </c:pt>
                <c:pt idx="13815">
                  <c:v>0.15989583333430346</c:v>
                </c:pt>
                <c:pt idx="13816">
                  <c:v>0.15990740740380716</c:v>
                </c:pt>
                <c:pt idx="13817">
                  <c:v>0.15991898148058681</c:v>
                </c:pt>
                <c:pt idx="13818">
                  <c:v>0.1599305555500905</c:v>
                </c:pt>
                <c:pt idx="13819">
                  <c:v>0.15994212962687016</c:v>
                </c:pt>
                <c:pt idx="13820">
                  <c:v>0.15995370370364981</c:v>
                </c:pt>
                <c:pt idx="13821">
                  <c:v>0.1599652777731535</c:v>
                </c:pt>
                <c:pt idx="13822">
                  <c:v>0.15997685184993315</c:v>
                </c:pt>
                <c:pt idx="13823">
                  <c:v>0.15998842592671281</c:v>
                </c:pt>
                <c:pt idx="13824">
                  <c:v>0.1599999999962165</c:v>
                </c:pt>
                <c:pt idx="13825">
                  <c:v>0.16001157407299615</c:v>
                </c:pt>
                <c:pt idx="13826">
                  <c:v>0.16002314814249985</c:v>
                </c:pt>
                <c:pt idx="13827">
                  <c:v>0.1600347222192795</c:v>
                </c:pt>
                <c:pt idx="13828">
                  <c:v>0.16004629629605915</c:v>
                </c:pt>
                <c:pt idx="13829">
                  <c:v>0.16005787036556285</c:v>
                </c:pt>
                <c:pt idx="13830">
                  <c:v>0.1600694444423425</c:v>
                </c:pt>
                <c:pt idx="13831">
                  <c:v>0.16008101851912215</c:v>
                </c:pt>
                <c:pt idx="13832">
                  <c:v>0.16009259258862585</c:v>
                </c:pt>
                <c:pt idx="13833">
                  <c:v>0.1601041666654055</c:v>
                </c:pt>
                <c:pt idx="13834">
                  <c:v>0.1601157407349092</c:v>
                </c:pt>
                <c:pt idx="13835">
                  <c:v>0.16012731481168885</c:v>
                </c:pt>
                <c:pt idx="13836">
                  <c:v>0.1601388888884685</c:v>
                </c:pt>
                <c:pt idx="13837">
                  <c:v>0.16015046295797219</c:v>
                </c:pt>
                <c:pt idx="13838">
                  <c:v>0.16016203703475185</c:v>
                </c:pt>
                <c:pt idx="13839">
                  <c:v>0.1601736111115315</c:v>
                </c:pt>
                <c:pt idx="13840">
                  <c:v>0.16018518518103519</c:v>
                </c:pt>
                <c:pt idx="13841">
                  <c:v>0.16019675925781485</c:v>
                </c:pt>
                <c:pt idx="13842">
                  <c:v>0.1602083333345945</c:v>
                </c:pt>
                <c:pt idx="13843">
                  <c:v>0.16021990740409819</c:v>
                </c:pt>
                <c:pt idx="13844">
                  <c:v>0.16023148148087785</c:v>
                </c:pt>
                <c:pt idx="13845">
                  <c:v>0.16024305555038154</c:v>
                </c:pt>
                <c:pt idx="13846">
                  <c:v>0.16025462962716119</c:v>
                </c:pt>
                <c:pt idx="13847">
                  <c:v>0.16026620370394085</c:v>
                </c:pt>
                <c:pt idx="13848">
                  <c:v>0.16027777777344454</c:v>
                </c:pt>
                <c:pt idx="13849">
                  <c:v>0.16028935185022419</c:v>
                </c:pt>
                <c:pt idx="13850">
                  <c:v>0.16030092592700385</c:v>
                </c:pt>
                <c:pt idx="13851">
                  <c:v>0.16031249999650754</c:v>
                </c:pt>
                <c:pt idx="13852">
                  <c:v>0.16032407407328719</c:v>
                </c:pt>
                <c:pt idx="13853">
                  <c:v>0.16033564814279089</c:v>
                </c:pt>
                <c:pt idx="13854">
                  <c:v>0.16034722221957054</c:v>
                </c:pt>
                <c:pt idx="13855">
                  <c:v>0.16035879629635019</c:v>
                </c:pt>
                <c:pt idx="13856">
                  <c:v>0.16037037036585389</c:v>
                </c:pt>
                <c:pt idx="13857">
                  <c:v>0.16038194444263354</c:v>
                </c:pt>
                <c:pt idx="13858">
                  <c:v>0.16039351851941319</c:v>
                </c:pt>
                <c:pt idx="13859">
                  <c:v>0.16040509258891689</c:v>
                </c:pt>
                <c:pt idx="13860">
                  <c:v>0.16041666666569654</c:v>
                </c:pt>
                <c:pt idx="13861">
                  <c:v>0.16042824073520023</c:v>
                </c:pt>
                <c:pt idx="13862">
                  <c:v>0.16043981481197989</c:v>
                </c:pt>
                <c:pt idx="13863">
                  <c:v>0.16045138888875954</c:v>
                </c:pt>
                <c:pt idx="13864">
                  <c:v>0.16046296295826323</c:v>
                </c:pt>
                <c:pt idx="13865">
                  <c:v>0.16047453703504289</c:v>
                </c:pt>
                <c:pt idx="13866">
                  <c:v>0.16048611111182254</c:v>
                </c:pt>
                <c:pt idx="13867">
                  <c:v>0.16049768518132623</c:v>
                </c:pt>
                <c:pt idx="13868">
                  <c:v>0.16050925925810589</c:v>
                </c:pt>
                <c:pt idx="13869">
                  <c:v>0.16052083332760958</c:v>
                </c:pt>
                <c:pt idx="13870">
                  <c:v>0.16053240740438923</c:v>
                </c:pt>
                <c:pt idx="13871">
                  <c:v>0.16054398148116888</c:v>
                </c:pt>
                <c:pt idx="13872">
                  <c:v>0.16055555555067258</c:v>
                </c:pt>
                <c:pt idx="13873">
                  <c:v>0.16056712962745223</c:v>
                </c:pt>
                <c:pt idx="13874">
                  <c:v>0.16057870370423188</c:v>
                </c:pt>
                <c:pt idx="13875">
                  <c:v>0.16059027777373558</c:v>
                </c:pt>
                <c:pt idx="13876">
                  <c:v>0.16060185185051523</c:v>
                </c:pt>
                <c:pt idx="13877">
                  <c:v>0.16061342592001893</c:v>
                </c:pt>
                <c:pt idx="13878">
                  <c:v>0.16062499999679858</c:v>
                </c:pt>
                <c:pt idx="13879">
                  <c:v>0.16063657407357823</c:v>
                </c:pt>
                <c:pt idx="13880">
                  <c:v>0.16064814814308193</c:v>
                </c:pt>
                <c:pt idx="13881">
                  <c:v>0.16065972221986158</c:v>
                </c:pt>
                <c:pt idx="13882">
                  <c:v>0.16067129629664123</c:v>
                </c:pt>
                <c:pt idx="13883">
                  <c:v>0.16068287036614493</c:v>
                </c:pt>
                <c:pt idx="13884">
                  <c:v>0.16069444444292458</c:v>
                </c:pt>
                <c:pt idx="13885">
                  <c:v>0.16070601851970423</c:v>
                </c:pt>
                <c:pt idx="13886">
                  <c:v>0.16071759258920792</c:v>
                </c:pt>
                <c:pt idx="13887">
                  <c:v>0.16072916666598758</c:v>
                </c:pt>
                <c:pt idx="13888">
                  <c:v>0.16074074073549127</c:v>
                </c:pt>
                <c:pt idx="13889">
                  <c:v>0.16075231481227092</c:v>
                </c:pt>
                <c:pt idx="13890">
                  <c:v>0.16076388888905058</c:v>
                </c:pt>
                <c:pt idx="13891">
                  <c:v>0.16077546295855427</c:v>
                </c:pt>
                <c:pt idx="13892">
                  <c:v>0.16078703703533392</c:v>
                </c:pt>
                <c:pt idx="13893">
                  <c:v>0.16079861111211358</c:v>
                </c:pt>
                <c:pt idx="13894">
                  <c:v>0.16081018518161727</c:v>
                </c:pt>
                <c:pt idx="13895">
                  <c:v>0.16082175925839692</c:v>
                </c:pt>
                <c:pt idx="13896">
                  <c:v>0.16083333332790062</c:v>
                </c:pt>
                <c:pt idx="13897">
                  <c:v>0.16084490740468027</c:v>
                </c:pt>
                <c:pt idx="13898">
                  <c:v>0.16085648148145992</c:v>
                </c:pt>
                <c:pt idx="13899">
                  <c:v>0.16086805555096362</c:v>
                </c:pt>
                <c:pt idx="13900">
                  <c:v>0.16087962962774327</c:v>
                </c:pt>
                <c:pt idx="13901">
                  <c:v>0.16089120370452292</c:v>
                </c:pt>
                <c:pt idx="13902">
                  <c:v>0.16090277777402662</c:v>
                </c:pt>
                <c:pt idx="13903">
                  <c:v>0.16091435185080627</c:v>
                </c:pt>
                <c:pt idx="13904">
                  <c:v>0.16092592592030996</c:v>
                </c:pt>
                <c:pt idx="13905">
                  <c:v>0.16093749999708962</c:v>
                </c:pt>
                <c:pt idx="13906">
                  <c:v>0.16094907407386927</c:v>
                </c:pt>
                <c:pt idx="13907">
                  <c:v>0.16096064814337296</c:v>
                </c:pt>
                <c:pt idx="13908">
                  <c:v>0.16097222222015262</c:v>
                </c:pt>
                <c:pt idx="13909">
                  <c:v>0.16098379629693227</c:v>
                </c:pt>
                <c:pt idx="13910">
                  <c:v>0.16099537036643596</c:v>
                </c:pt>
                <c:pt idx="13911">
                  <c:v>0.16100694444321562</c:v>
                </c:pt>
                <c:pt idx="13912">
                  <c:v>0.16101851851271931</c:v>
                </c:pt>
                <c:pt idx="13913">
                  <c:v>0.16103009258949896</c:v>
                </c:pt>
                <c:pt idx="13914">
                  <c:v>0.16104166666627862</c:v>
                </c:pt>
                <c:pt idx="13915">
                  <c:v>0.16105324073578231</c:v>
                </c:pt>
                <c:pt idx="13916">
                  <c:v>0.16106481481256196</c:v>
                </c:pt>
                <c:pt idx="13917">
                  <c:v>0.16107638888934162</c:v>
                </c:pt>
                <c:pt idx="13918">
                  <c:v>0.16108796295884531</c:v>
                </c:pt>
                <c:pt idx="13919">
                  <c:v>0.16109953703562496</c:v>
                </c:pt>
                <c:pt idx="13920">
                  <c:v>0.16111111111240461</c:v>
                </c:pt>
                <c:pt idx="13921">
                  <c:v>0.16112268518190831</c:v>
                </c:pt>
                <c:pt idx="13922">
                  <c:v>0.16113425925868796</c:v>
                </c:pt>
                <c:pt idx="13923">
                  <c:v>0.16114583332819166</c:v>
                </c:pt>
                <c:pt idx="13924">
                  <c:v>0.16115740740497131</c:v>
                </c:pt>
                <c:pt idx="13925">
                  <c:v>0.16116898148175096</c:v>
                </c:pt>
                <c:pt idx="13926">
                  <c:v>0.16118055555125466</c:v>
                </c:pt>
                <c:pt idx="13927">
                  <c:v>0.16119212962803431</c:v>
                </c:pt>
                <c:pt idx="13928">
                  <c:v>0.16120370370481396</c:v>
                </c:pt>
                <c:pt idx="13929">
                  <c:v>0.16121527777431766</c:v>
                </c:pt>
                <c:pt idx="13930">
                  <c:v>0.16122685185109731</c:v>
                </c:pt>
                <c:pt idx="13931">
                  <c:v>0.161238425920601</c:v>
                </c:pt>
                <c:pt idx="13932">
                  <c:v>0.16124999999738066</c:v>
                </c:pt>
                <c:pt idx="13933">
                  <c:v>0.16126157407416031</c:v>
                </c:pt>
                <c:pt idx="13934">
                  <c:v>0.161273148143664</c:v>
                </c:pt>
                <c:pt idx="13935">
                  <c:v>0.16128472222044365</c:v>
                </c:pt>
                <c:pt idx="13936">
                  <c:v>0.16129629629722331</c:v>
                </c:pt>
                <c:pt idx="13937">
                  <c:v>0.161307870366727</c:v>
                </c:pt>
                <c:pt idx="13938">
                  <c:v>0.16131944444350665</c:v>
                </c:pt>
                <c:pt idx="13939">
                  <c:v>0.16133101851301035</c:v>
                </c:pt>
                <c:pt idx="13940">
                  <c:v>0.16134259258979</c:v>
                </c:pt>
                <c:pt idx="13941">
                  <c:v>0.16135416666656965</c:v>
                </c:pt>
                <c:pt idx="13942">
                  <c:v>0.16136574073607335</c:v>
                </c:pt>
                <c:pt idx="13943">
                  <c:v>0.161377314812853</c:v>
                </c:pt>
                <c:pt idx="13944">
                  <c:v>0.16138888888963265</c:v>
                </c:pt>
                <c:pt idx="13945">
                  <c:v>0.16140046295913635</c:v>
                </c:pt>
                <c:pt idx="13946">
                  <c:v>0.161412037035916</c:v>
                </c:pt>
                <c:pt idx="13947">
                  <c:v>0.1614236111054197</c:v>
                </c:pt>
                <c:pt idx="13948">
                  <c:v>0.16143518518219935</c:v>
                </c:pt>
                <c:pt idx="13949">
                  <c:v>0.161446759258979</c:v>
                </c:pt>
                <c:pt idx="13950">
                  <c:v>0.16145833332848269</c:v>
                </c:pt>
                <c:pt idx="13951">
                  <c:v>0.16146990740526235</c:v>
                </c:pt>
                <c:pt idx="13952">
                  <c:v>0.161481481482042</c:v>
                </c:pt>
                <c:pt idx="13953">
                  <c:v>0.16149305555154569</c:v>
                </c:pt>
                <c:pt idx="13954">
                  <c:v>0.16150462962832535</c:v>
                </c:pt>
                <c:pt idx="13955">
                  <c:v>0.16151620369782904</c:v>
                </c:pt>
                <c:pt idx="13956">
                  <c:v>0.16152777777460869</c:v>
                </c:pt>
                <c:pt idx="13957">
                  <c:v>0.16153935185138835</c:v>
                </c:pt>
                <c:pt idx="13958">
                  <c:v>0.16155092592089204</c:v>
                </c:pt>
                <c:pt idx="13959">
                  <c:v>0.16156249999767169</c:v>
                </c:pt>
                <c:pt idx="13960">
                  <c:v>0.16157407407445135</c:v>
                </c:pt>
                <c:pt idx="13961">
                  <c:v>0.16158564814395504</c:v>
                </c:pt>
                <c:pt idx="13962">
                  <c:v>0.16159722222073469</c:v>
                </c:pt>
                <c:pt idx="13963">
                  <c:v>0.16160879629751435</c:v>
                </c:pt>
                <c:pt idx="13964">
                  <c:v>0.16162037036701804</c:v>
                </c:pt>
                <c:pt idx="13965">
                  <c:v>0.16163194444379769</c:v>
                </c:pt>
                <c:pt idx="13966">
                  <c:v>0.16164351851330139</c:v>
                </c:pt>
                <c:pt idx="13967">
                  <c:v>0.16165509259008104</c:v>
                </c:pt>
                <c:pt idx="13968">
                  <c:v>0.16166666666686069</c:v>
                </c:pt>
                <c:pt idx="13969">
                  <c:v>0.16167824073636439</c:v>
                </c:pt>
                <c:pt idx="13970">
                  <c:v>0.16168981481314404</c:v>
                </c:pt>
                <c:pt idx="13971">
                  <c:v>0.16170138888992369</c:v>
                </c:pt>
                <c:pt idx="13972">
                  <c:v>0.16171296295942739</c:v>
                </c:pt>
                <c:pt idx="13973">
                  <c:v>0.16172453703620704</c:v>
                </c:pt>
                <c:pt idx="13974">
                  <c:v>0.16173611110571073</c:v>
                </c:pt>
                <c:pt idx="13975">
                  <c:v>0.16174768518249039</c:v>
                </c:pt>
                <c:pt idx="13976">
                  <c:v>0.16175925925927004</c:v>
                </c:pt>
                <c:pt idx="13977">
                  <c:v>0.16177083332877373</c:v>
                </c:pt>
                <c:pt idx="13978">
                  <c:v>0.16178240740555339</c:v>
                </c:pt>
                <c:pt idx="13979">
                  <c:v>0.16179398148233304</c:v>
                </c:pt>
                <c:pt idx="13980">
                  <c:v>0.16180555555183673</c:v>
                </c:pt>
                <c:pt idx="13981">
                  <c:v>0.16181712962861639</c:v>
                </c:pt>
                <c:pt idx="13982">
                  <c:v>0.16182870369812008</c:v>
                </c:pt>
                <c:pt idx="13983">
                  <c:v>0.16184027777489973</c:v>
                </c:pt>
                <c:pt idx="13984">
                  <c:v>0.16185185185167938</c:v>
                </c:pt>
                <c:pt idx="13985">
                  <c:v>0.16186342592118308</c:v>
                </c:pt>
                <c:pt idx="13986">
                  <c:v>0.16187499999796273</c:v>
                </c:pt>
                <c:pt idx="13987">
                  <c:v>0.16188657407474238</c:v>
                </c:pt>
                <c:pt idx="13988">
                  <c:v>0.16189814814424608</c:v>
                </c:pt>
                <c:pt idx="13989">
                  <c:v>0.16190972222102573</c:v>
                </c:pt>
                <c:pt idx="13990">
                  <c:v>0.16192129629052943</c:v>
                </c:pt>
                <c:pt idx="13991">
                  <c:v>0.16193287036730908</c:v>
                </c:pt>
                <c:pt idx="13992">
                  <c:v>0.16194444444408873</c:v>
                </c:pt>
                <c:pt idx="13993">
                  <c:v>0.16195601851359243</c:v>
                </c:pt>
                <c:pt idx="13994">
                  <c:v>0.16196759259037208</c:v>
                </c:pt>
                <c:pt idx="13995">
                  <c:v>0.16197916666715173</c:v>
                </c:pt>
                <c:pt idx="13996">
                  <c:v>0.16199074073665543</c:v>
                </c:pt>
                <c:pt idx="13997">
                  <c:v>0.16200231481343508</c:v>
                </c:pt>
                <c:pt idx="13998">
                  <c:v>0.16201388889021473</c:v>
                </c:pt>
                <c:pt idx="13999">
                  <c:v>0.16202546295971842</c:v>
                </c:pt>
                <c:pt idx="14000">
                  <c:v>0.16203703703649808</c:v>
                </c:pt>
                <c:pt idx="14001">
                  <c:v>0.16204861110600177</c:v>
                </c:pt>
                <c:pt idx="14002">
                  <c:v>0.16206018518278142</c:v>
                </c:pt>
                <c:pt idx="14003">
                  <c:v>0.16207175925956108</c:v>
                </c:pt>
                <c:pt idx="14004">
                  <c:v>0.16208333332906477</c:v>
                </c:pt>
                <c:pt idx="14005">
                  <c:v>0.16209490740584442</c:v>
                </c:pt>
                <c:pt idx="14006">
                  <c:v>0.16210648148262408</c:v>
                </c:pt>
                <c:pt idx="14007">
                  <c:v>0.16211805555212777</c:v>
                </c:pt>
                <c:pt idx="14008">
                  <c:v>0.16212962962890742</c:v>
                </c:pt>
                <c:pt idx="14009">
                  <c:v>0.16214120369841112</c:v>
                </c:pt>
                <c:pt idx="14010">
                  <c:v>0.16215277777519077</c:v>
                </c:pt>
                <c:pt idx="14011">
                  <c:v>0.16216435185197042</c:v>
                </c:pt>
                <c:pt idx="14012">
                  <c:v>0.16217592592147412</c:v>
                </c:pt>
                <c:pt idx="14013">
                  <c:v>0.16218749999825377</c:v>
                </c:pt>
                <c:pt idx="14014">
                  <c:v>0.16219907407503342</c:v>
                </c:pt>
                <c:pt idx="14015">
                  <c:v>0.16221064814453712</c:v>
                </c:pt>
                <c:pt idx="14016">
                  <c:v>0.16222222222131677</c:v>
                </c:pt>
                <c:pt idx="14017">
                  <c:v>0.16223379629082046</c:v>
                </c:pt>
                <c:pt idx="14018">
                  <c:v>0.16224537036760012</c:v>
                </c:pt>
                <c:pt idx="14019">
                  <c:v>0.16225694444437977</c:v>
                </c:pt>
                <c:pt idx="14020">
                  <c:v>0.16226851851388346</c:v>
                </c:pt>
                <c:pt idx="14021">
                  <c:v>0.16228009259066312</c:v>
                </c:pt>
                <c:pt idx="14022">
                  <c:v>0.16229166666744277</c:v>
                </c:pt>
                <c:pt idx="14023">
                  <c:v>0.16230324073694646</c:v>
                </c:pt>
                <c:pt idx="14024">
                  <c:v>0.16231481481372612</c:v>
                </c:pt>
                <c:pt idx="14025">
                  <c:v>0.16232638888322981</c:v>
                </c:pt>
                <c:pt idx="14026">
                  <c:v>0.16233796296000946</c:v>
                </c:pt>
                <c:pt idx="14027">
                  <c:v>0.16234953703678912</c:v>
                </c:pt>
                <c:pt idx="14028">
                  <c:v>0.16236111110629281</c:v>
                </c:pt>
                <c:pt idx="14029">
                  <c:v>0.16237268518307246</c:v>
                </c:pt>
                <c:pt idx="14030">
                  <c:v>0.16238425925985212</c:v>
                </c:pt>
                <c:pt idx="14031">
                  <c:v>0.16239583332935581</c:v>
                </c:pt>
                <c:pt idx="14032">
                  <c:v>0.16240740740613546</c:v>
                </c:pt>
                <c:pt idx="14033">
                  <c:v>0.16241898147563916</c:v>
                </c:pt>
                <c:pt idx="14034">
                  <c:v>0.16243055555241881</c:v>
                </c:pt>
                <c:pt idx="14035">
                  <c:v>0.16244212962919846</c:v>
                </c:pt>
                <c:pt idx="14036">
                  <c:v>0.16245370369870216</c:v>
                </c:pt>
                <c:pt idx="14037">
                  <c:v>0.16246527777548181</c:v>
                </c:pt>
                <c:pt idx="14038">
                  <c:v>0.16247685185226146</c:v>
                </c:pt>
                <c:pt idx="14039">
                  <c:v>0.16248842592176516</c:v>
                </c:pt>
                <c:pt idx="14040">
                  <c:v>0.16249999999854481</c:v>
                </c:pt>
                <c:pt idx="14041">
                  <c:v>0.16251157407532446</c:v>
                </c:pt>
                <c:pt idx="14042">
                  <c:v>0.16252314814482816</c:v>
                </c:pt>
                <c:pt idx="14043">
                  <c:v>0.16253472222160781</c:v>
                </c:pt>
                <c:pt idx="14044">
                  <c:v>0.1625462962911115</c:v>
                </c:pt>
                <c:pt idx="14045">
                  <c:v>0.16255787036789116</c:v>
                </c:pt>
                <c:pt idx="14046">
                  <c:v>0.16256944444467081</c:v>
                </c:pt>
                <c:pt idx="14047">
                  <c:v>0.1625810185141745</c:v>
                </c:pt>
                <c:pt idx="14048">
                  <c:v>0.16259259259095415</c:v>
                </c:pt>
                <c:pt idx="14049">
                  <c:v>0.16260416666773381</c:v>
                </c:pt>
                <c:pt idx="14050">
                  <c:v>0.1626157407372375</c:v>
                </c:pt>
                <c:pt idx="14051">
                  <c:v>0.16262731481401715</c:v>
                </c:pt>
                <c:pt idx="14052">
                  <c:v>0.16263888888352085</c:v>
                </c:pt>
                <c:pt idx="14053">
                  <c:v>0.1626504629603005</c:v>
                </c:pt>
                <c:pt idx="14054">
                  <c:v>0.16266203703708015</c:v>
                </c:pt>
                <c:pt idx="14055">
                  <c:v>0.16267361110658385</c:v>
                </c:pt>
                <c:pt idx="14056">
                  <c:v>0.1626851851833635</c:v>
                </c:pt>
                <c:pt idx="14057">
                  <c:v>0.16269675926014315</c:v>
                </c:pt>
                <c:pt idx="14058">
                  <c:v>0.16270833332964685</c:v>
                </c:pt>
                <c:pt idx="14059">
                  <c:v>0.1627199074064265</c:v>
                </c:pt>
                <c:pt idx="14060">
                  <c:v>0.1627314814759302</c:v>
                </c:pt>
                <c:pt idx="14061">
                  <c:v>0.16274305555270985</c:v>
                </c:pt>
                <c:pt idx="14062">
                  <c:v>0.1627546296294895</c:v>
                </c:pt>
                <c:pt idx="14063">
                  <c:v>0.16276620369899319</c:v>
                </c:pt>
                <c:pt idx="14064">
                  <c:v>0.16277777777577285</c:v>
                </c:pt>
                <c:pt idx="14065">
                  <c:v>0.1627893518525525</c:v>
                </c:pt>
                <c:pt idx="14066">
                  <c:v>0.16280092592205619</c:v>
                </c:pt>
                <c:pt idx="14067">
                  <c:v>0.16281249999883585</c:v>
                </c:pt>
                <c:pt idx="14068">
                  <c:v>0.16282407406833954</c:v>
                </c:pt>
                <c:pt idx="14069">
                  <c:v>0.16283564814511919</c:v>
                </c:pt>
                <c:pt idx="14070">
                  <c:v>0.16284722222189885</c:v>
                </c:pt>
                <c:pt idx="14071">
                  <c:v>0.16285879629140254</c:v>
                </c:pt>
                <c:pt idx="14072">
                  <c:v>0.16287037036818219</c:v>
                </c:pt>
                <c:pt idx="14073">
                  <c:v>0.16288194444496185</c:v>
                </c:pt>
                <c:pt idx="14074">
                  <c:v>0.16289351851446554</c:v>
                </c:pt>
                <c:pt idx="14075">
                  <c:v>0.16290509259124519</c:v>
                </c:pt>
                <c:pt idx="14076">
                  <c:v>0.16291666666074889</c:v>
                </c:pt>
                <c:pt idx="14077">
                  <c:v>0.16292824073752854</c:v>
                </c:pt>
                <c:pt idx="14078">
                  <c:v>0.16293981481430819</c:v>
                </c:pt>
                <c:pt idx="14079">
                  <c:v>0.16295138888381189</c:v>
                </c:pt>
                <c:pt idx="14080">
                  <c:v>0.16296296296059154</c:v>
                </c:pt>
                <c:pt idx="14081">
                  <c:v>0.16297453703737119</c:v>
                </c:pt>
                <c:pt idx="14082">
                  <c:v>0.16298611110687489</c:v>
                </c:pt>
                <c:pt idx="14083">
                  <c:v>0.16299768518365454</c:v>
                </c:pt>
                <c:pt idx="14084">
                  <c:v>0.16300925926043419</c:v>
                </c:pt>
                <c:pt idx="14085">
                  <c:v>0.16302083332993789</c:v>
                </c:pt>
                <c:pt idx="14086">
                  <c:v>0.16303240740671754</c:v>
                </c:pt>
                <c:pt idx="14087">
                  <c:v>0.16304398147622123</c:v>
                </c:pt>
                <c:pt idx="14088">
                  <c:v>0.16305555555300089</c:v>
                </c:pt>
                <c:pt idx="14089">
                  <c:v>0.16306712962978054</c:v>
                </c:pt>
                <c:pt idx="14090">
                  <c:v>0.16307870369928423</c:v>
                </c:pt>
                <c:pt idx="14091">
                  <c:v>0.16309027777606389</c:v>
                </c:pt>
                <c:pt idx="14092">
                  <c:v>0.16310185185284354</c:v>
                </c:pt>
                <c:pt idx="14093">
                  <c:v>0.16311342592234723</c:v>
                </c:pt>
                <c:pt idx="14094">
                  <c:v>0.16312499999912689</c:v>
                </c:pt>
                <c:pt idx="14095">
                  <c:v>0.16313657406863058</c:v>
                </c:pt>
                <c:pt idx="14096">
                  <c:v>0.16314814814541023</c:v>
                </c:pt>
                <c:pt idx="14097">
                  <c:v>0.16315972222218988</c:v>
                </c:pt>
                <c:pt idx="14098">
                  <c:v>0.16317129629169358</c:v>
                </c:pt>
                <c:pt idx="14099">
                  <c:v>0.16318287036847323</c:v>
                </c:pt>
                <c:pt idx="14100">
                  <c:v>0.16319444444525288</c:v>
                </c:pt>
                <c:pt idx="14101">
                  <c:v>0.16320601851475658</c:v>
                </c:pt>
                <c:pt idx="14102">
                  <c:v>0.16321759259153623</c:v>
                </c:pt>
                <c:pt idx="14103">
                  <c:v>0.16322916666103993</c:v>
                </c:pt>
                <c:pt idx="14104">
                  <c:v>0.16324074073781958</c:v>
                </c:pt>
                <c:pt idx="14105">
                  <c:v>0.16325231481459923</c:v>
                </c:pt>
                <c:pt idx="14106">
                  <c:v>0.16326388888410293</c:v>
                </c:pt>
                <c:pt idx="14107">
                  <c:v>0.16327546296088258</c:v>
                </c:pt>
                <c:pt idx="14108">
                  <c:v>0.16328703703766223</c:v>
                </c:pt>
                <c:pt idx="14109">
                  <c:v>0.16329861110716593</c:v>
                </c:pt>
                <c:pt idx="14110">
                  <c:v>0.16331018518394558</c:v>
                </c:pt>
                <c:pt idx="14111">
                  <c:v>0.16332175925344927</c:v>
                </c:pt>
                <c:pt idx="14112">
                  <c:v>0.16333333333022892</c:v>
                </c:pt>
                <c:pt idx="14113">
                  <c:v>0.16334490740700858</c:v>
                </c:pt>
                <c:pt idx="14114">
                  <c:v>0.16335648147651227</c:v>
                </c:pt>
                <c:pt idx="14115">
                  <c:v>0.16336805555329192</c:v>
                </c:pt>
                <c:pt idx="14116">
                  <c:v>0.16337962963007158</c:v>
                </c:pt>
                <c:pt idx="14117">
                  <c:v>0.16339120369957527</c:v>
                </c:pt>
                <c:pt idx="14118">
                  <c:v>0.16340277777635492</c:v>
                </c:pt>
                <c:pt idx="14119">
                  <c:v>0.16341435185313458</c:v>
                </c:pt>
                <c:pt idx="14120">
                  <c:v>0.16342592592263827</c:v>
                </c:pt>
                <c:pt idx="14121">
                  <c:v>0.16343749999941792</c:v>
                </c:pt>
                <c:pt idx="14122">
                  <c:v>0.16344907406892162</c:v>
                </c:pt>
                <c:pt idx="14123">
                  <c:v>0.16346064814570127</c:v>
                </c:pt>
                <c:pt idx="14124">
                  <c:v>0.16347222222248092</c:v>
                </c:pt>
                <c:pt idx="14125">
                  <c:v>0.16348379629198462</c:v>
                </c:pt>
                <c:pt idx="14126">
                  <c:v>0.16349537036876427</c:v>
                </c:pt>
                <c:pt idx="14127">
                  <c:v>0.16350694444554392</c:v>
                </c:pt>
                <c:pt idx="14128">
                  <c:v>0.16351851851504762</c:v>
                </c:pt>
                <c:pt idx="14129">
                  <c:v>0.16353009259182727</c:v>
                </c:pt>
                <c:pt idx="14130">
                  <c:v>0.16354166666133096</c:v>
                </c:pt>
                <c:pt idx="14131">
                  <c:v>0.16355324073811062</c:v>
                </c:pt>
                <c:pt idx="14132">
                  <c:v>0.16356481481489027</c:v>
                </c:pt>
                <c:pt idx="14133">
                  <c:v>0.16357638888439396</c:v>
                </c:pt>
                <c:pt idx="14134">
                  <c:v>0.16358796296117362</c:v>
                </c:pt>
                <c:pt idx="14135">
                  <c:v>0.16359953703795327</c:v>
                </c:pt>
                <c:pt idx="14136">
                  <c:v>0.16361111110745696</c:v>
                </c:pt>
                <c:pt idx="14137">
                  <c:v>0.16362268518423662</c:v>
                </c:pt>
                <c:pt idx="14138">
                  <c:v>0.16363425925374031</c:v>
                </c:pt>
                <c:pt idx="14139">
                  <c:v>0.16364583333051996</c:v>
                </c:pt>
                <c:pt idx="14140">
                  <c:v>0.16365740740729962</c:v>
                </c:pt>
                <c:pt idx="14141">
                  <c:v>0.16366898147680331</c:v>
                </c:pt>
                <c:pt idx="14142">
                  <c:v>0.16368055555358296</c:v>
                </c:pt>
                <c:pt idx="14143">
                  <c:v>0.16369212963036261</c:v>
                </c:pt>
                <c:pt idx="14144">
                  <c:v>0.16370370369986631</c:v>
                </c:pt>
                <c:pt idx="14145">
                  <c:v>0.16371527777664596</c:v>
                </c:pt>
                <c:pt idx="14146">
                  <c:v>0.16372685184614966</c:v>
                </c:pt>
                <c:pt idx="14147">
                  <c:v>0.16373842592292931</c:v>
                </c:pt>
                <c:pt idx="14148">
                  <c:v>0.16374999999970896</c:v>
                </c:pt>
                <c:pt idx="14149">
                  <c:v>0.16376157406921266</c:v>
                </c:pt>
                <c:pt idx="14150">
                  <c:v>0.16377314814599231</c:v>
                </c:pt>
                <c:pt idx="14151">
                  <c:v>0.16378472222277196</c:v>
                </c:pt>
                <c:pt idx="14152">
                  <c:v>0.16379629629227566</c:v>
                </c:pt>
                <c:pt idx="14153">
                  <c:v>0.16380787036905531</c:v>
                </c:pt>
                <c:pt idx="14154">
                  <c:v>0.163819444438559</c:v>
                </c:pt>
                <c:pt idx="14155">
                  <c:v>0.16383101851533866</c:v>
                </c:pt>
                <c:pt idx="14156">
                  <c:v>0.16384259259211831</c:v>
                </c:pt>
                <c:pt idx="14157">
                  <c:v>0.163854166661622</c:v>
                </c:pt>
                <c:pt idx="14158">
                  <c:v>0.16386574073840166</c:v>
                </c:pt>
                <c:pt idx="14159">
                  <c:v>0.16387731481518131</c:v>
                </c:pt>
                <c:pt idx="14160">
                  <c:v>0.163888888884685</c:v>
                </c:pt>
                <c:pt idx="14161">
                  <c:v>0.16390046296146465</c:v>
                </c:pt>
                <c:pt idx="14162">
                  <c:v>0.16391203703824431</c:v>
                </c:pt>
                <c:pt idx="14163">
                  <c:v>0.163923611107748</c:v>
                </c:pt>
                <c:pt idx="14164">
                  <c:v>0.16393518518452765</c:v>
                </c:pt>
                <c:pt idx="14165">
                  <c:v>0.16394675925403135</c:v>
                </c:pt>
                <c:pt idx="14166">
                  <c:v>0.163958333330811</c:v>
                </c:pt>
                <c:pt idx="14167">
                  <c:v>0.16396990740759065</c:v>
                </c:pt>
                <c:pt idx="14168">
                  <c:v>0.16398148147709435</c:v>
                </c:pt>
                <c:pt idx="14169">
                  <c:v>0.163993055553874</c:v>
                </c:pt>
                <c:pt idx="14170">
                  <c:v>0.16400462963065365</c:v>
                </c:pt>
                <c:pt idx="14171">
                  <c:v>0.16401620370015735</c:v>
                </c:pt>
                <c:pt idx="14172">
                  <c:v>0.164027777776937</c:v>
                </c:pt>
                <c:pt idx="14173">
                  <c:v>0.1640393518464407</c:v>
                </c:pt>
                <c:pt idx="14174">
                  <c:v>0.16405092592322035</c:v>
                </c:pt>
                <c:pt idx="14175">
                  <c:v>0.1640625</c:v>
                </c:pt>
                <c:pt idx="14176">
                  <c:v>0.16407407406950369</c:v>
                </c:pt>
                <c:pt idx="14177">
                  <c:v>0.16408564814628335</c:v>
                </c:pt>
                <c:pt idx="14178">
                  <c:v>0.164097222223063</c:v>
                </c:pt>
                <c:pt idx="14179">
                  <c:v>0.16410879629256669</c:v>
                </c:pt>
                <c:pt idx="14180">
                  <c:v>0.16412037036934635</c:v>
                </c:pt>
                <c:pt idx="14181">
                  <c:v>0.16413194443885004</c:v>
                </c:pt>
                <c:pt idx="14182">
                  <c:v>0.16414351851562969</c:v>
                </c:pt>
                <c:pt idx="14183">
                  <c:v>0.16415509259240935</c:v>
                </c:pt>
                <c:pt idx="14184">
                  <c:v>0.16416666666191304</c:v>
                </c:pt>
                <c:pt idx="14185">
                  <c:v>0.16417824073869269</c:v>
                </c:pt>
                <c:pt idx="14186">
                  <c:v>0.16418981481547235</c:v>
                </c:pt>
                <c:pt idx="14187">
                  <c:v>0.16420138888497604</c:v>
                </c:pt>
                <c:pt idx="14188">
                  <c:v>0.16421296296175569</c:v>
                </c:pt>
                <c:pt idx="14189">
                  <c:v>0.16422453703125939</c:v>
                </c:pt>
                <c:pt idx="14190">
                  <c:v>0.16423611110803904</c:v>
                </c:pt>
                <c:pt idx="14191">
                  <c:v>0.16424768518481869</c:v>
                </c:pt>
                <c:pt idx="14192">
                  <c:v>0.16425925925432239</c:v>
                </c:pt>
                <c:pt idx="14193">
                  <c:v>0.16427083333110204</c:v>
                </c:pt>
                <c:pt idx="14194">
                  <c:v>0.16428240740788169</c:v>
                </c:pt>
                <c:pt idx="14195">
                  <c:v>0.16429398147738539</c:v>
                </c:pt>
                <c:pt idx="14196">
                  <c:v>0.16430555555416504</c:v>
                </c:pt>
                <c:pt idx="14197">
                  <c:v>0.16431712963094469</c:v>
                </c:pt>
                <c:pt idx="14198">
                  <c:v>0.16432870370044839</c:v>
                </c:pt>
                <c:pt idx="14199">
                  <c:v>0.16434027777722804</c:v>
                </c:pt>
                <c:pt idx="14200">
                  <c:v>0.16435185184673173</c:v>
                </c:pt>
                <c:pt idx="14201">
                  <c:v>0.16436342592351139</c:v>
                </c:pt>
                <c:pt idx="14202">
                  <c:v>0.16437500000029104</c:v>
                </c:pt>
                <c:pt idx="14203">
                  <c:v>0.16438657406979473</c:v>
                </c:pt>
                <c:pt idx="14204">
                  <c:v>0.16439814814657439</c:v>
                </c:pt>
                <c:pt idx="14205">
                  <c:v>0.16440972222335404</c:v>
                </c:pt>
                <c:pt idx="14206">
                  <c:v>0.16442129629285773</c:v>
                </c:pt>
                <c:pt idx="14207">
                  <c:v>0.16443287036963739</c:v>
                </c:pt>
                <c:pt idx="14208">
                  <c:v>0.16444444443914108</c:v>
                </c:pt>
                <c:pt idx="14209">
                  <c:v>0.16445601851592073</c:v>
                </c:pt>
                <c:pt idx="14210">
                  <c:v>0.16446759259270038</c:v>
                </c:pt>
                <c:pt idx="14211">
                  <c:v>0.16447916666220408</c:v>
                </c:pt>
                <c:pt idx="14212">
                  <c:v>0.16449074073898373</c:v>
                </c:pt>
                <c:pt idx="14213">
                  <c:v>0.16450231481576338</c:v>
                </c:pt>
                <c:pt idx="14214">
                  <c:v>0.16451388888526708</c:v>
                </c:pt>
                <c:pt idx="14215">
                  <c:v>0.16452546296204673</c:v>
                </c:pt>
                <c:pt idx="14216">
                  <c:v>0.16453703703155043</c:v>
                </c:pt>
                <c:pt idx="14217">
                  <c:v>0.16454861110833008</c:v>
                </c:pt>
                <c:pt idx="14218">
                  <c:v>0.16456018518510973</c:v>
                </c:pt>
                <c:pt idx="14219">
                  <c:v>0.16457175925461343</c:v>
                </c:pt>
                <c:pt idx="14220">
                  <c:v>0.16458333333139308</c:v>
                </c:pt>
                <c:pt idx="14221">
                  <c:v>0.16459490740817273</c:v>
                </c:pt>
                <c:pt idx="14222">
                  <c:v>0.16460648147767643</c:v>
                </c:pt>
                <c:pt idx="14223">
                  <c:v>0.16461805555445608</c:v>
                </c:pt>
                <c:pt idx="14224">
                  <c:v>0.16462962962395977</c:v>
                </c:pt>
                <c:pt idx="14225">
                  <c:v>0.16464120370073942</c:v>
                </c:pt>
                <c:pt idx="14226">
                  <c:v>0.16465277777751908</c:v>
                </c:pt>
                <c:pt idx="14227">
                  <c:v>0.16466435184702277</c:v>
                </c:pt>
                <c:pt idx="14228">
                  <c:v>0.16467592592380242</c:v>
                </c:pt>
                <c:pt idx="14229">
                  <c:v>0.16468750000058208</c:v>
                </c:pt>
                <c:pt idx="14230">
                  <c:v>0.16469907407008577</c:v>
                </c:pt>
                <c:pt idx="14231">
                  <c:v>0.16471064814686542</c:v>
                </c:pt>
                <c:pt idx="14232">
                  <c:v>0.16472222221636912</c:v>
                </c:pt>
                <c:pt idx="14233">
                  <c:v>0.16473379629314877</c:v>
                </c:pt>
                <c:pt idx="14234">
                  <c:v>0.16474537036992842</c:v>
                </c:pt>
                <c:pt idx="14235">
                  <c:v>0.16475694443943212</c:v>
                </c:pt>
                <c:pt idx="14236">
                  <c:v>0.16476851851621177</c:v>
                </c:pt>
                <c:pt idx="14237">
                  <c:v>0.16478009259299142</c:v>
                </c:pt>
                <c:pt idx="14238">
                  <c:v>0.16479166666249512</c:v>
                </c:pt>
                <c:pt idx="14239">
                  <c:v>0.16480324073927477</c:v>
                </c:pt>
                <c:pt idx="14240">
                  <c:v>0.16481481481605442</c:v>
                </c:pt>
                <c:pt idx="14241">
                  <c:v>0.16482638888555812</c:v>
                </c:pt>
                <c:pt idx="14242">
                  <c:v>0.16483796296233777</c:v>
                </c:pt>
                <c:pt idx="14243">
                  <c:v>0.16484953703184146</c:v>
                </c:pt>
                <c:pt idx="14244">
                  <c:v>0.16486111110862112</c:v>
                </c:pt>
                <c:pt idx="14245">
                  <c:v>0.16487268518540077</c:v>
                </c:pt>
                <c:pt idx="14246">
                  <c:v>0.16488425925490446</c:v>
                </c:pt>
                <c:pt idx="14247">
                  <c:v>0.16489583333168412</c:v>
                </c:pt>
                <c:pt idx="14248">
                  <c:v>0.16490740740846377</c:v>
                </c:pt>
                <c:pt idx="14249">
                  <c:v>0.16491898147796746</c:v>
                </c:pt>
                <c:pt idx="14250">
                  <c:v>0.16493055555474712</c:v>
                </c:pt>
                <c:pt idx="14251">
                  <c:v>0.16494212962425081</c:v>
                </c:pt>
                <c:pt idx="14252">
                  <c:v>0.16495370370103046</c:v>
                </c:pt>
                <c:pt idx="14253">
                  <c:v>0.16496527777781012</c:v>
                </c:pt>
                <c:pt idx="14254">
                  <c:v>0.16497685184731381</c:v>
                </c:pt>
                <c:pt idx="14255">
                  <c:v>0.16498842592409346</c:v>
                </c:pt>
                <c:pt idx="14256">
                  <c:v>0.16500000000087311</c:v>
                </c:pt>
                <c:pt idx="14257">
                  <c:v>0.16501157407037681</c:v>
                </c:pt>
                <c:pt idx="14258">
                  <c:v>0.16502314814715646</c:v>
                </c:pt>
                <c:pt idx="14259">
                  <c:v>0.16503472221666016</c:v>
                </c:pt>
                <c:pt idx="14260">
                  <c:v>0.16504629629343981</c:v>
                </c:pt>
                <c:pt idx="14261">
                  <c:v>0.16505787037021946</c:v>
                </c:pt>
                <c:pt idx="14262">
                  <c:v>0.16506944443972316</c:v>
                </c:pt>
                <c:pt idx="14263">
                  <c:v>0.16508101851650281</c:v>
                </c:pt>
                <c:pt idx="14264">
                  <c:v>0.16509259259328246</c:v>
                </c:pt>
                <c:pt idx="14265">
                  <c:v>0.16510416666278616</c:v>
                </c:pt>
                <c:pt idx="14266">
                  <c:v>0.16511574073956581</c:v>
                </c:pt>
                <c:pt idx="14267">
                  <c:v>0.1651273148090695</c:v>
                </c:pt>
                <c:pt idx="14268">
                  <c:v>0.16513888888584916</c:v>
                </c:pt>
                <c:pt idx="14269">
                  <c:v>0.16515046296262881</c:v>
                </c:pt>
                <c:pt idx="14270">
                  <c:v>0.1651620370321325</c:v>
                </c:pt>
                <c:pt idx="14271">
                  <c:v>0.16517361110891216</c:v>
                </c:pt>
                <c:pt idx="14272">
                  <c:v>0.16518518518569181</c:v>
                </c:pt>
                <c:pt idx="14273">
                  <c:v>0.1651967592551955</c:v>
                </c:pt>
                <c:pt idx="14274">
                  <c:v>0.16520833333197515</c:v>
                </c:pt>
                <c:pt idx="14275">
                  <c:v>0.16521990740147885</c:v>
                </c:pt>
                <c:pt idx="14276">
                  <c:v>0.1652314814782585</c:v>
                </c:pt>
                <c:pt idx="14277">
                  <c:v>0.16524305555503815</c:v>
                </c:pt>
                <c:pt idx="14278">
                  <c:v>0.16525462962454185</c:v>
                </c:pt>
                <c:pt idx="14279">
                  <c:v>0.1652662037013215</c:v>
                </c:pt>
                <c:pt idx="14280">
                  <c:v>0.16527777777810115</c:v>
                </c:pt>
                <c:pt idx="14281">
                  <c:v>0.16528935184760485</c:v>
                </c:pt>
                <c:pt idx="14282">
                  <c:v>0.1653009259243845</c:v>
                </c:pt>
                <c:pt idx="14283">
                  <c:v>0.16531250000116415</c:v>
                </c:pt>
                <c:pt idx="14284">
                  <c:v>0.16532407407066785</c:v>
                </c:pt>
                <c:pt idx="14285">
                  <c:v>0.1653356481474475</c:v>
                </c:pt>
                <c:pt idx="14286">
                  <c:v>0.1653472222169512</c:v>
                </c:pt>
                <c:pt idx="14287">
                  <c:v>0.16535879629373085</c:v>
                </c:pt>
                <c:pt idx="14288">
                  <c:v>0.1653703703705105</c:v>
                </c:pt>
                <c:pt idx="14289">
                  <c:v>0.16538194444001419</c:v>
                </c:pt>
                <c:pt idx="14290">
                  <c:v>0.16539351851679385</c:v>
                </c:pt>
                <c:pt idx="14291">
                  <c:v>0.1654050925935735</c:v>
                </c:pt>
                <c:pt idx="14292">
                  <c:v>0.16541666666307719</c:v>
                </c:pt>
                <c:pt idx="14293">
                  <c:v>0.16542824073985685</c:v>
                </c:pt>
                <c:pt idx="14294">
                  <c:v>0.16543981480936054</c:v>
                </c:pt>
                <c:pt idx="14295">
                  <c:v>0.16545138888614019</c:v>
                </c:pt>
                <c:pt idx="14296">
                  <c:v>0.16546296296291985</c:v>
                </c:pt>
                <c:pt idx="14297">
                  <c:v>0.16547453703242354</c:v>
                </c:pt>
                <c:pt idx="14298">
                  <c:v>0.16548611110920319</c:v>
                </c:pt>
                <c:pt idx="14299">
                  <c:v>0.16549768518598285</c:v>
                </c:pt>
                <c:pt idx="14300">
                  <c:v>0.16550925925548654</c:v>
                </c:pt>
                <c:pt idx="14301">
                  <c:v>0.16552083333226619</c:v>
                </c:pt>
                <c:pt idx="14302">
                  <c:v>0.16553240740176989</c:v>
                </c:pt>
                <c:pt idx="14303">
                  <c:v>0.16554398147854954</c:v>
                </c:pt>
                <c:pt idx="14304">
                  <c:v>0.16555555555532919</c:v>
                </c:pt>
                <c:pt idx="14305">
                  <c:v>0.16556712962483289</c:v>
                </c:pt>
                <c:pt idx="14306">
                  <c:v>0.16557870370161254</c:v>
                </c:pt>
                <c:pt idx="14307">
                  <c:v>0.16559027777839219</c:v>
                </c:pt>
                <c:pt idx="14308">
                  <c:v>0.16560185184789589</c:v>
                </c:pt>
                <c:pt idx="14309">
                  <c:v>0.16561342592467554</c:v>
                </c:pt>
                <c:pt idx="14310">
                  <c:v>0.16562499999417923</c:v>
                </c:pt>
                <c:pt idx="14311">
                  <c:v>0.16563657407095889</c:v>
                </c:pt>
                <c:pt idx="14312">
                  <c:v>0.16564814814773854</c:v>
                </c:pt>
                <c:pt idx="14313">
                  <c:v>0.16565972221724223</c:v>
                </c:pt>
                <c:pt idx="14314">
                  <c:v>0.16567129629402189</c:v>
                </c:pt>
                <c:pt idx="14315">
                  <c:v>0.16568287037080154</c:v>
                </c:pt>
                <c:pt idx="14316">
                  <c:v>0.16569444444030523</c:v>
                </c:pt>
                <c:pt idx="14317">
                  <c:v>0.16570601851708489</c:v>
                </c:pt>
                <c:pt idx="14318">
                  <c:v>0.16571759259386454</c:v>
                </c:pt>
                <c:pt idx="14319">
                  <c:v>0.16572916666336823</c:v>
                </c:pt>
                <c:pt idx="14320">
                  <c:v>0.16574074074014788</c:v>
                </c:pt>
                <c:pt idx="14321">
                  <c:v>0.16575231480965158</c:v>
                </c:pt>
                <c:pt idx="14322">
                  <c:v>0.16576388888643123</c:v>
                </c:pt>
                <c:pt idx="14323">
                  <c:v>0.16577546296321088</c:v>
                </c:pt>
                <c:pt idx="14324">
                  <c:v>0.16578703703271458</c:v>
                </c:pt>
                <c:pt idx="14325">
                  <c:v>0.16579861110949423</c:v>
                </c:pt>
                <c:pt idx="14326">
                  <c:v>0.16581018518627388</c:v>
                </c:pt>
                <c:pt idx="14327">
                  <c:v>0.16582175925577758</c:v>
                </c:pt>
                <c:pt idx="14328">
                  <c:v>0.16583333333255723</c:v>
                </c:pt>
                <c:pt idx="14329">
                  <c:v>0.16584490740206093</c:v>
                </c:pt>
                <c:pt idx="14330">
                  <c:v>0.16585648147884058</c:v>
                </c:pt>
                <c:pt idx="14331">
                  <c:v>0.16586805555562023</c:v>
                </c:pt>
                <c:pt idx="14332">
                  <c:v>0.16587962962512393</c:v>
                </c:pt>
                <c:pt idx="14333">
                  <c:v>0.16589120370190358</c:v>
                </c:pt>
                <c:pt idx="14334">
                  <c:v>0.16590277777868323</c:v>
                </c:pt>
                <c:pt idx="14335">
                  <c:v>0.16591435184818693</c:v>
                </c:pt>
                <c:pt idx="14336">
                  <c:v>0.16592592592496658</c:v>
                </c:pt>
                <c:pt idx="14337">
                  <c:v>0.16593749999447027</c:v>
                </c:pt>
                <c:pt idx="14338">
                  <c:v>0.16594907407124992</c:v>
                </c:pt>
                <c:pt idx="14339">
                  <c:v>0.16596064814802958</c:v>
                </c:pt>
                <c:pt idx="14340">
                  <c:v>0.16597222221753327</c:v>
                </c:pt>
                <c:pt idx="14341">
                  <c:v>0.16598379629431292</c:v>
                </c:pt>
                <c:pt idx="14342">
                  <c:v>0.16599537037109258</c:v>
                </c:pt>
                <c:pt idx="14343">
                  <c:v>0.16600694444059627</c:v>
                </c:pt>
                <c:pt idx="14344">
                  <c:v>0.16601851851737592</c:v>
                </c:pt>
                <c:pt idx="14345">
                  <c:v>0.16603009258687962</c:v>
                </c:pt>
                <c:pt idx="14346">
                  <c:v>0.16604166666365927</c:v>
                </c:pt>
                <c:pt idx="14347">
                  <c:v>0.16605324074043892</c:v>
                </c:pt>
                <c:pt idx="14348">
                  <c:v>0.16606481480994262</c:v>
                </c:pt>
                <c:pt idx="14349">
                  <c:v>0.16607638888672227</c:v>
                </c:pt>
                <c:pt idx="14350">
                  <c:v>0.16608796296350192</c:v>
                </c:pt>
                <c:pt idx="14351">
                  <c:v>0.16609953703300562</c:v>
                </c:pt>
                <c:pt idx="14352">
                  <c:v>0.16611111110978527</c:v>
                </c:pt>
                <c:pt idx="14353">
                  <c:v>0.16612268517928896</c:v>
                </c:pt>
                <c:pt idx="14354">
                  <c:v>0.16613425925606862</c:v>
                </c:pt>
                <c:pt idx="14355">
                  <c:v>0.16614583333284827</c:v>
                </c:pt>
                <c:pt idx="14356">
                  <c:v>0.16615740740235196</c:v>
                </c:pt>
                <c:pt idx="14357">
                  <c:v>0.16616898147913162</c:v>
                </c:pt>
                <c:pt idx="14358">
                  <c:v>0.16618055555591127</c:v>
                </c:pt>
                <c:pt idx="14359">
                  <c:v>0.16619212962541496</c:v>
                </c:pt>
                <c:pt idx="14360">
                  <c:v>0.16620370370219462</c:v>
                </c:pt>
                <c:pt idx="14361">
                  <c:v>0.16621527777897427</c:v>
                </c:pt>
                <c:pt idx="14362">
                  <c:v>0.16622685184847796</c:v>
                </c:pt>
                <c:pt idx="14363">
                  <c:v>0.16623842592525762</c:v>
                </c:pt>
                <c:pt idx="14364">
                  <c:v>0.16624999999476131</c:v>
                </c:pt>
                <c:pt idx="14365">
                  <c:v>0.16626157407154096</c:v>
                </c:pt>
                <c:pt idx="14366">
                  <c:v>0.16627314814832062</c:v>
                </c:pt>
                <c:pt idx="14367">
                  <c:v>0.16628472221782431</c:v>
                </c:pt>
                <c:pt idx="14368">
                  <c:v>0.16629629629460396</c:v>
                </c:pt>
                <c:pt idx="14369">
                  <c:v>0.16630787037138361</c:v>
                </c:pt>
                <c:pt idx="14370">
                  <c:v>0.16631944444088731</c:v>
                </c:pt>
                <c:pt idx="14371">
                  <c:v>0.16633101851766696</c:v>
                </c:pt>
                <c:pt idx="14372">
                  <c:v>0.16634259258717066</c:v>
                </c:pt>
                <c:pt idx="14373">
                  <c:v>0.16635416666395031</c:v>
                </c:pt>
                <c:pt idx="14374">
                  <c:v>0.16636574074072996</c:v>
                </c:pt>
                <c:pt idx="14375">
                  <c:v>0.16637731481023366</c:v>
                </c:pt>
                <c:pt idx="14376">
                  <c:v>0.16638888888701331</c:v>
                </c:pt>
                <c:pt idx="14377">
                  <c:v>0.16640046296379296</c:v>
                </c:pt>
                <c:pt idx="14378">
                  <c:v>0.16641203703329666</c:v>
                </c:pt>
                <c:pt idx="14379">
                  <c:v>0.16642361111007631</c:v>
                </c:pt>
                <c:pt idx="14380">
                  <c:v>0.16643518517958</c:v>
                </c:pt>
                <c:pt idx="14381">
                  <c:v>0.16644675925635966</c:v>
                </c:pt>
                <c:pt idx="14382">
                  <c:v>0.16645833333313931</c:v>
                </c:pt>
                <c:pt idx="14383">
                  <c:v>0.166469907402643</c:v>
                </c:pt>
                <c:pt idx="14384">
                  <c:v>0.16648148147942265</c:v>
                </c:pt>
                <c:pt idx="14385">
                  <c:v>0.16649305555620231</c:v>
                </c:pt>
                <c:pt idx="14386">
                  <c:v>0.166504629625706</c:v>
                </c:pt>
                <c:pt idx="14387">
                  <c:v>0.16651620370248565</c:v>
                </c:pt>
                <c:pt idx="14388">
                  <c:v>0.16652777777198935</c:v>
                </c:pt>
                <c:pt idx="14389">
                  <c:v>0.166539351848769</c:v>
                </c:pt>
                <c:pt idx="14390">
                  <c:v>0.16655092592554865</c:v>
                </c:pt>
                <c:pt idx="14391">
                  <c:v>0.16656249999505235</c:v>
                </c:pt>
                <c:pt idx="14392">
                  <c:v>0.166574074071832</c:v>
                </c:pt>
                <c:pt idx="14393">
                  <c:v>0.16658564814861165</c:v>
                </c:pt>
                <c:pt idx="14394">
                  <c:v>0.16659722221811535</c:v>
                </c:pt>
                <c:pt idx="14395">
                  <c:v>0.166608796294895</c:v>
                </c:pt>
                <c:pt idx="14396">
                  <c:v>0.16662037037167465</c:v>
                </c:pt>
                <c:pt idx="14397">
                  <c:v>0.16663194444117835</c:v>
                </c:pt>
                <c:pt idx="14398">
                  <c:v>0.166643518517958</c:v>
                </c:pt>
                <c:pt idx="14399">
                  <c:v>0.1666550925874617</c:v>
                </c:pt>
                <c:pt idx="14400">
                  <c:v>0.16666666666424135</c:v>
                </c:pt>
                <c:pt idx="14401">
                  <c:v>0.166678240741021</c:v>
                </c:pt>
                <c:pt idx="14402">
                  <c:v>0.16668981481052469</c:v>
                </c:pt>
                <c:pt idx="14403">
                  <c:v>0.16670138888730435</c:v>
                </c:pt>
                <c:pt idx="14404">
                  <c:v>0.166712962964084</c:v>
                </c:pt>
                <c:pt idx="14405">
                  <c:v>0.16672453703358769</c:v>
                </c:pt>
                <c:pt idx="14406">
                  <c:v>0.16673611111036735</c:v>
                </c:pt>
                <c:pt idx="14407">
                  <c:v>0.16674768517987104</c:v>
                </c:pt>
                <c:pt idx="14408">
                  <c:v>0.16675925925665069</c:v>
                </c:pt>
                <c:pt idx="14409">
                  <c:v>0.16677083333343035</c:v>
                </c:pt>
                <c:pt idx="14410">
                  <c:v>0.16678240740293404</c:v>
                </c:pt>
                <c:pt idx="14411">
                  <c:v>0.16679398147971369</c:v>
                </c:pt>
                <c:pt idx="14412">
                  <c:v>0.16680555555649335</c:v>
                </c:pt>
                <c:pt idx="14413">
                  <c:v>0.16681712962599704</c:v>
                </c:pt>
                <c:pt idx="14414">
                  <c:v>0.16682870370277669</c:v>
                </c:pt>
                <c:pt idx="14415">
                  <c:v>0.16684027777228039</c:v>
                </c:pt>
                <c:pt idx="14416">
                  <c:v>0.16685185184906004</c:v>
                </c:pt>
                <c:pt idx="14417">
                  <c:v>0.16686342592583969</c:v>
                </c:pt>
                <c:pt idx="14418">
                  <c:v>0.16687499999534339</c:v>
                </c:pt>
                <c:pt idx="14419">
                  <c:v>0.16688657407212304</c:v>
                </c:pt>
                <c:pt idx="14420">
                  <c:v>0.16689814814890269</c:v>
                </c:pt>
                <c:pt idx="14421">
                  <c:v>0.16690972221840639</c:v>
                </c:pt>
                <c:pt idx="14422">
                  <c:v>0.16692129629518604</c:v>
                </c:pt>
                <c:pt idx="14423">
                  <c:v>0.16693287036468973</c:v>
                </c:pt>
                <c:pt idx="14424">
                  <c:v>0.16694444444146939</c:v>
                </c:pt>
                <c:pt idx="14425">
                  <c:v>0.16695601851824904</c:v>
                </c:pt>
                <c:pt idx="14426">
                  <c:v>0.16696759258775273</c:v>
                </c:pt>
                <c:pt idx="14427">
                  <c:v>0.16697916666453239</c:v>
                </c:pt>
                <c:pt idx="14428">
                  <c:v>0.16699074074131204</c:v>
                </c:pt>
                <c:pt idx="14429">
                  <c:v>0.16700231481081573</c:v>
                </c:pt>
                <c:pt idx="14430">
                  <c:v>0.16701388888759539</c:v>
                </c:pt>
                <c:pt idx="14431">
                  <c:v>0.16702546295709908</c:v>
                </c:pt>
                <c:pt idx="14432">
                  <c:v>0.16703703703387873</c:v>
                </c:pt>
                <c:pt idx="14433">
                  <c:v>0.16704861111065838</c:v>
                </c:pt>
                <c:pt idx="14434">
                  <c:v>0.16706018518016208</c:v>
                </c:pt>
                <c:pt idx="14435">
                  <c:v>0.16707175925694173</c:v>
                </c:pt>
                <c:pt idx="14436">
                  <c:v>0.16708333333372138</c:v>
                </c:pt>
                <c:pt idx="14437">
                  <c:v>0.16709490740322508</c:v>
                </c:pt>
                <c:pt idx="14438">
                  <c:v>0.16710648148000473</c:v>
                </c:pt>
                <c:pt idx="14439">
                  <c:v>0.16711805555678438</c:v>
                </c:pt>
                <c:pt idx="14440">
                  <c:v>0.16712962962628808</c:v>
                </c:pt>
                <c:pt idx="14441">
                  <c:v>0.16714120370306773</c:v>
                </c:pt>
                <c:pt idx="14442">
                  <c:v>0.16715277777257143</c:v>
                </c:pt>
                <c:pt idx="14443">
                  <c:v>0.16716435184935108</c:v>
                </c:pt>
                <c:pt idx="14444">
                  <c:v>0.16717592592613073</c:v>
                </c:pt>
                <c:pt idx="14445">
                  <c:v>0.16718749999563443</c:v>
                </c:pt>
                <c:pt idx="14446">
                  <c:v>0.16719907407241408</c:v>
                </c:pt>
                <c:pt idx="14447">
                  <c:v>0.16721064814919373</c:v>
                </c:pt>
                <c:pt idx="14448">
                  <c:v>0.16722222221869742</c:v>
                </c:pt>
                <c:pt idx="14449">
                  <c:v>0.16723379629547708</c:v>
                </c:pt>
                <c:pt idx="14450">
                  <c:v>0.16724537036498077</c:v>
                </c:pt>
                <c:pt idx="14451">
                  <c:v>0.16725694444176042</c:v>
                </c:pt>
                <c:pt idx="14452">
                  <c:v>0.16726851851854008</c:v>
                </c:pt>
                <c:pt idx="14453">
                  <c:v>0.16728009258804377</c:v>
                </c:pt>
                <c:pt idx="14454">
                  <c:v>0.16729166666482342</c:v>
                </c:pt>
                <c:pt idx="14455">
                  <c:v>0.16730324074160308</c:v>
                </c:pt>
                <c:pt idx="14456">
                  <c:v>0.16731481481110677</c:v>
                </c:pt>
                <c:pt idx="14457">
                  <c:v>0.16732638888788642</c:v>
                </c:pt>
                <c:pt idx="14458">
                  <c:v>0.16733796295739012</c:v>
                </c:pt>
                <c:pt idx="14459">
                  <c:v>0.16734953703416977</c:v>
                </c:pt>
                <c:pt idx="14460">
                  <c:v>0.16736111111094942</c:v>
                </c:pt>
                <c:pt idx="14461">
                  <c:v>0.16737268518045312</c:v>
                </c:pt>
                <c:pt idx="14462">
                  <c:v>0.16738425925723277</c:v>
                </c:pt>
                <c:pt idx="14463">
                  <c:v>0.16739583333401242</c:v>
                </c:pt>
                <c:pt idx="14464">
                  <c:v>0.16740740740351612</c:v>
                </c:pt>
                <c:pt idx="14465">
                  <c:v>0.16741898148029577</c:v>
                </c:pt>
                <c:pt idx="14466">
                  <c:v>0.16743055554979946</c:v>
                </c:pt>
                <c:pt idx="14467">
                  <c:v>0.16744212962657912</c:v>
                </c:pt>
                <c:pt idx="14468">
                  <c:v>0.16745370370335877</c:v>
                </c:pt>
                <c:pt idx="14469">
                  <c:v>0.16746527777286246</c:v>
                </c:pt>
                <c:pt idx="14470">
                  <c:v>0.16747685184964212</c:v>
                </c:pt>
                <c:pt idx="14471">
                  <c:v>0.16748842592642177</c:v>
                </c:pt>
                <c:pt idx="14472">
                  <c:v>0.16749999999592546</c:v>
                </c:pt>
                <c:pt idx="14473">
                  <c:v>0.16751157407270512</c:v>
                </c:pt>
                <c:pt idx="14474">
                  <c:v>0.16752314814948477</c:v>
                </c:pt>
                <c:pt idx="14475">
                  <c:v>0.16753472221898846</c:v>
                </c:pt>
                <c:pt idx="14476">
                  <c:v>0.16754629629576812</c:v>
                </c:pt>
                <c:pt idx="14477">
                  <c:v>0.16755787036527181</c:v>
                </c:pt>
                <c:pt idx="14478">
                  <c:v>0.16756944444205146</c:v>
                </c:pt>
                <c:pt idx="14479">
                  <c:v>0.16758101851883112</c:v>
                </c:pt>
                <c:pt idx="14480">
                  <c:v>0.16759259258833481</c:v>
                </c:pt>
                <c:pt idx="14481">
                  <c:v>0.16760416666511446</c:v>
                </c:pt>
                <c:pt idx="14482">
                  <c:v>0.16761574074189411</c:v>
                </c:pt>
                <c:pt idx="14483">
                  <c:v>0.16762731481139781</c:v>
                </c:pt>
                <c:pt idx="14484">
                  <c:v>0.16763888888817746</c:v>
                </c:pt>
                <c:pt idx="14485">
                  <c:v>0.16765046295768116</c:v>
                </c:pt>
                <c:pt idx="14486">
                  <c:v>0.16766203703446081</c:v>
                </c:pt>
                <c:pt idx="14487">
                  <c:v>0.16767361111124046</c:v>
                </c:pt>
                <c:pt idx="14488">
                  <c:v>0.16768518518074416</c:v>
                </c:pt>
                <c:pt idx="14489">
                  <c:v>0.16769675925752381</c:v>
                </c:pt>
                <c:pt idx="14490">
                  <c:v>0.16770833333430346</c:v>
                </c:pt>
                <c:pt idx="14491">
                  <c:v>0.16771990740380716</c:v>
                </c:pt>
                <c:pt idx="14492">
                  <c:v>0.16773148148058681</c:v>
                </c:pt>
                <c:pt idx="14493">
                  <c:v>0.1677430555500905</c:v>
                </c:pt>
                <c:pt idx="14494">
                  <c:v>0.16775462962687016</c:v>
                </c:pt>
                <c:pt idx="14495">
                  <c:v>0.16776620370364981</c:v>
                </c:pt>
                <c:pt idx="14496">
                  <c:v>0.1677777777731535</c:v>
                </c:pt>
                <c:pt idx="14497">
                  <c:v>0.16778935184993315</c:v>
                </c:pt>
                <c:pt idx="14498">
                  <c:v>0.16780092592671281</c:v>
                </c:pt>
                <c:pt idx="14499">
                  <c:v>0.1678124999962165</c:v>
                </c:pt>
                <c:pt idx="14500">
                  <c:v>0.16782407407299615</c:v>
                </c:pt>
                <c:pt idx="14501">
                  <c:v>0.16783564814249985</c:v>
                </c:pt>
                <c:pt idx="14502">
                  <c:v>0.1678472222192795</c:v>
                </c:pt>
                <c:pt idx="14503">
                  <c:v>0.16785879629605915</c:v>
                </c:pt>
                <c:pt idx="14504">
                  <c:v>0.16787037036556285</c:v>
                </c:pt>
                <c:pt idx="14505">
                  <c:v>0.1678819444423425</c:v>
                </c:pt>
                <c:pt idx="14506">
                  <c:v>0.16789351851912215</c:v>
                </c:pt>
                <c:pt idx="14507">
                  <c:v>0.16790509258862585</c:v>
                </c:pt>
                <c:pt idx="14508">
                  <c:v>0.1679166666654055</c:v>
                </c:pt>
                <c:pt idx="14509">
                  <c:v>0.1679282407349092</c:v>
                </c:pt>
                <c:pt idx="14510">
                  <c:v>0.16793981481168885</c:v>
                </c:pt>
                <c:pt idx="14511">
                  <c:v>0.1679513888884685</c:v>
                </c:pt>
                <c:pt idx="14512">
                  <c:v>0.16796296295797219</c:v>
                </c:pt>
                <c:pt idx="14513">
                  <c:v>0.16797453703475185</c:v>
                </c:pt>
                <c:pt idx="14514">
                  <c:v>0.1679861111115315</c:v>
                </c:pt>
                <c:pt idx="14515">
                  <c:v>0.16799768518103519</c:v>
                </c:pt>
                <c:pt idx="14516">
                  <c:v>0.16800925925781485</c:v>
                </c:pt>
                <c:pt idx="14517">
                  <c:v>0.1680208333345945</c:v>
                </c:pt>
                <c:pt idx="14518">
                  <c:v>0.16803240740409819</c:v>
                </c:pt>
                <c:pt idx="14519">
                  <c:v>0.16804398148087785</c:v>
                </c:pt>
                <c:pt idx="14520">
                  <c:v>0.16805555555038154</c:v>
                </c:pt>
                <c:pt idx="14521">
                  <c:v>0.16806712962716119</c:v>
                </c:pt>
                <c:pt idx="14522">
                  <c:v>0.16807870370394085</c:v>
                </c:pt>
                <c:pt idx="14523">
                  <c:v>0.16809027777344454</c:v>
                </c:pt>
                <c:pt idx="14524">
                  <c:v>0.16810185185022419</c:v>
                </c:pt>
                <c:pt idx="14525">
                  <c:v>0.16811342592700385</c:v>
                </c:pt>
                <c:pt idx="14526">
                  <c:v>0.16812499999650754</c:v>
                </c:pt>
                <c:pt idx="14527">
                  <c:v>0.16813657407328719</c:v>
                </c:pt>
                <c:pt idx="14528">
                  <c:v>0.16814814814279089</c:v>
                </c:pt>
                <c:pt idx="14529">
                  <c:v>0.16815972221957054</c:v>
                </c:pt>
                <c:pt idx="14530">
                  <c:v>0.16817129629635019</c:v>
                </c:pt>
                <c:pt idx="14531">
                  <c:v>0.16818287036585389</c:v>
                </c:pt>
                <c:pt idx="14532">
                  <c:v>0.16819444444263354</c:v>
                </c:pt>
                <c:pt idx="14533">
                  <c:v>0.16820601851941319</c:v>
                </c:pt>
                <c:pt idx="14534">
                  <c:v>0.16821759258891689</c:v>
                </c:pt>
                <c:pt idx="14535">
                  <c:v>0.16822916666569654</c:v>
                </c:pt>
                <c:pt idx="14536">
                  <c:v>0.16824074073520023</c:v>
                </c:pt>
                <c:pt idx="14537">
                  <c:v>0.16825231481197989</c:v>
                </c:pt>
                <c:pt idx="14538">
                  <c:v>0.16826388888875954</c:v>
                </c:pt>
                <c:pt idx="14539">
                  <c:v>0.16827546295826323</c:v>
                </c:pt>
                <c:pt idx="14540">
                  <c:v>0.16828703703504289</c:v>
                </c:pt>
                <c:pt idx="14541">
                  <c:v>0.16829861111182254</c:v>
                </c:pt>
                <c:pt idx="14542">
                  <c:v>0.16831018518132623</c:v>
                </c:pt>
                <c:pt idx="14543">
                  <c:v>0.16832175925810589</c:v>
                </c:pt>
                <c:pt idx="14544">
                  <c:v>0.16833333332760958</c:v>
                </c:pt>
                <c:pt idx="14545">
                  <c:v>0.16834490740438923</c:v>
                </c:pt>
                <c:pt idx="14546">
                  <c:v>0.16835648148116888</c:v>
                </c:pt>
                <c:pt idx="14547">
                  <c:v>0.16836805555067258</c:v>
                </c:pt>
                <c:pt idx="14548">
                  <c:v>0.16837962962745223</c:v>
                </c:pt>
                <c:pt idx="14549">
                  <c:v>0.16839120370423188</c:v>
                </c:pt>
                <c:pt idx="14550">
                  <c:v>0.16840277777373558</c:v>
                </c:pt>
                <c:pt idx="14551">
                  <c:v>0.16841435185051523</c:v>
                </c:pt>
                <c:pt idx="14552">
                  <c:v>0.16842592592001893</c:v>
                </c:pt>
                <c:pt idx="14553">
                  <c:v>0.16843749999679858</c:v>
                </c:pt>
                <c:pt idx="14554">
                  <c:v>0.16844907407357823</c:v>
                </c:pt>
                <c:pt idx="14555">
                  <c:v>0.16846064814308193</c:v>
                </c:pt>
                <c:pt idx="14556">
                  <c:v>0.16847222221986158</c:v>
                </c:pt>
                <c:pt idx="14557">
                  <c:v>0.16848379629664123</c:v>
                </c:pt>
                <c:pt idx="14558">
                  <c:v>0.16849537036614493</c:v>
                </c:pt>
                <c:pt idx="14559">
                  <c:v>0.16850694444292458</c:v>
                </c:pt>
                <c:pt idx="14560">
                  <c:v>0.16851851851970423</c:v>
                </c:pt>
                <c:pt idx="14561">
                  <c:v>0.16853009258920792</c:v>
                </c:pt>
                <c:pt idx="14562">
                  <c:v>0.16854166666598758</c:v>
                </c:pt>
                <c:pt idx="14563">
                  <c:v>0.16855324073549127</c:v>
                </c:pt>
                <c:pt idx="14564">
                  <c:v>0.16856481481227092</c:v>
                </c:pt>
                <c:pt idx="14565">
                  <c:v>0.16857638888905058</c:v>
                </c:pt>
                <c:pt idx="14566">
                  <c:v>0.16858796295855427</c:v>
                </c:pt>
                <c:pt idx="14567">
                  <c:v>0.16859953703533392</c:v>
                </c:pt>
                <c:pt idx="14568">
                  <c:v>0.16861111111211358</c:v>
                </c:pt>
                <c:pt idx="14569">
                  <c:v>0.16862268518161727</c:v>
                </c:pt>
                <c:pt idx="14570">
                  <c:v>0.16863425925839692</c:v>
                </c:pt>
                <c:pt idx="14571">
                  <c:v>0.16864583332790062</c:v>
                </c:pt>
                <c:pt idx="14572">
                  <c:v>0.16865740740468027</c:v>
                </c:pt>
                <c:pt idx="14573">
                  <c:v>0.16866898148145992</c:v>
                </c:pt>
                <c:pt idx="14574">
                  <c:v>0.16868055555096362</c:v>
                </c:pt>
                <c:pt idx="14575">
                  <c:v>0.16869212962774327</c:v>
                </c:pt>
                <c:pt idx="14576">
                  <c:v>0.16870370370452292</c:v>
                </c:pt>
                <c:pt idx="14577">
                  <c:v>0.16871527777402662</c:v>
                </c:pt>
                <c:pt idx="14578">
                  <c:v>0.16872685185080627</c:v>
                </c:pt>
                <c:pt idx="14579">
                  <c:v>0.16873842592030996</c:v>
                </c:pt>
                <c:pt idx="14580">
                  <c:v>0.16874999999708962</c:v>
                </c:pt>
                <c:pt idx="14581">
                  <c:v>0.16876157407386927</c:v>
                </c:pt>
                <c:pt idx="14582">
                  <c:v>0.16877314814337296</c:v>
                </c:pt>
                <c:pt idx="14583">
                  <c:v>0.16878472222015262</c:v>
                </c:pt>
                <c:pt idx="14584">
                  <c:v>0.16879629629693227</c:v>
                </c:pt>
                <c:pt idx="14585">
                  <c:v>0.16880787036643596</c:v>
                </c:pt>
                <c:pt idx="14586">
                  <c:v>0.16881944444321562</c:v>
                </c:pt>
                <c:pt idx="14587">
                  <c:v>0.16883101851271931</c:v>
                </c:pt>
                <c:pt idx="14588">
                  <c:v>0.16884259258949896</c:v>
                </c:pt>
                <c:pt idx="14589">
                  <c:v>0.16885416666627862</c:v>
                </c:pt>
                <c:pt idx="14590">
                  <c:v>0.16886574073578231</c:v>
                </c:pt>
                <c:pt idx="14591">
                  <c:v>0.16887731481256196</c:v>
                </c:pt>
                <c:pt idx="14592">
                  <c:v>0.16888888888934162</c:v>
                </c:pt>
                <c:pt idx="14593">
                  <c:v>0.16890046295884531</c:v>
                </c:pt>
                <c:pt idx="14594">
                  <c:v>0.16891203703562496</c:v>
                </c:pt>
                <c:pt idx="14595">
                  <c:v>0.16892361111240461</c:v>
                </c:pt>
                <c:pt idx="14596">
                  <c:v>0.16893518518190831</c:v>
                </c:pt>
                <c:pt idx="14597">
                  <c:v>0.16894675925868796</c:v>
                </c:pt>
                <c:pt idx="14598">
                  <c:v>0.16895833332819166</c:v>
                </c:pt>
                <c:pt idx="14599">
                  <c:v>0.16896990740497131</c:v>
                </c:pt>
                <c:pt idx="14600">
                  <c:v>0.16898148148175096</c:v>
                </c:pt>
                <c:pt idx="14601">
                  <c:v>0.16899305555125466</c:v>
                </c:pt>
                <c:pt idx="14602">
                  <c:v>0.16900462962803431</c:v>
                </c:pt>
                <c:pt idx="14603">
                  <c:v>0.16901620370481396</c:v>
                </c:pt>
                <c:pt idx="14604">
                  <c:v>0.16902777777431766</c:v>
                </c:pt>
                <c:pt idx="14605">
                  <c:v>0.16903935185109731</c:v>
                </c:pt>
                <c:pt idx="14606">
                  <c:v>0.169050925920601</c:v>
                </c:pt>
                <c:pt idx="14607">
                  <c:v>0.16906249999738066</c:v>
                </c:pt>
                <c:pt idx="14608">
                  <c:v>0.16907407407416031</c:v>
                </c:pt>
                <c:pt idx="14609">
                  <c:v>0.169085648143664</c:v>
                </c:pt>
                <c:pt idx="14610">
                  <c:v>0.16909722222044365</c:v>
                </c:pt>
                <c:pt idx="14611">
                  <c:v>0.16910879629722331</c:v>
                </c:pt>
                <c:pt idx="14612">
                  <c:v>0.169120370366727</c:v>
                </c:pt>
                <c:pt idx="14613">
                  <c:v>0.16913194444350665</c:v>
                </c:pt>
                <c:pt idx="14614">
                  <c:v>0.16914351851301035</c:v>
                </c:pt>
                <c:pt idx="14615">
                  <c:v>0.16915509258979</c:v>
                </c:pt>
                <c:pt idx="14616">
                  <c:v>0.16916666666656965</c:v>
                </c:pt>
                <c:pt idx="14617">
                  <c:v>0.16917824073607335</c:v>
                </c:pt>
                <c:pt idx="14618">
                  <c:v>0.169189814812853</c:v>
                </c:pt>
                <c:pt idx="14619">
                  <c:v>0.16920138888963265</c:v>
                </c:pt>
                <c:pt idx="14620">
                  <c:v>0.16921296295913635</c:v>
                </c:pt>
                <c:pt idx="14621">
                  <c:v>0.169224537035916</c:v>
                </c:pt>
                <c:pt idx="14622">
                  <c:v>0.1692361111054197</c:v>
                </c:pt>
                <c:pt idx="14623">
                  <c:v>0.16924768518219935</c:v>
                </c:pt>
                <c:pt idx="14624">
                  <c:v>0.169259259258979</c:v>
                </c:pt>
                <c:pt idx="14625">
                  <c:v>0.16927083332848269</c:v>
                </c:pt>
                <c:pt idx="14626">
                  <c:v>0.16928240740526235</c:v>
                </c:pt>
                <c:pt idx="14627">
                  <c:v>0.169293981482042</c:v>
                </c:pt>
                <c:pt idx="14628">
                  <c:v>0.16930555555154569</c:v>
                </c:pt>
                <c:pt idx="14629">
                  <c:v>0.16931712962832535</c:v>
                </c:pt>
                <c:pt idx="14630">
                  <c:v>0.16932870369782904</c:v>
                </c:pt>
                <c:pt idx="14631">
                  <c:v>0.16934027777460869</c:v>
                </c:pt>
                <c:pt idx="14632">
                  <c:v>0.16935185185138835</c:v>
                </c:pt>
                <c:pt idx="14633">
                  <c:v>0.16936342592089204</c:v>
                </c:pt>
                <c:pt idx="14634">
                  <c:v>0.16937499999767169</c:v>
                </c:pt>
                <c:pt idx="14635">
                  <c:v>0.16938657407445135</c:v>
                </c:pt>
                <c:pt idx="14636">
                  <c:v>0.16939814814395504</c:v>
                </c:pt>
                <c:pt idx="14637">
                  <c:v>0.16940972222073469</c:v>
                </c:pt>
                <c:pt idx="14638">
                  <c:v>0.16942129629751435</c:v>
                </c:pt>
                <c:pt idx="14639">
                  <c:v>0.16943287036701804</c:v>
                </c:pt>
                <c:pt idx="14640">
                  <c:v>0.16944444444379769</c:v>
                </c:pt>
                <c:pt idx="14641">
                  <c:v>0.16945601851330139</c:v>
                </c:pt>
                <c:pt idx="14642">
                  <c:v>0.16946759259008104</c:v>
                </c:pt>
                <c:pt idx="14643">
                  <c:v>0.16947916666686069</c:v>
                </c:pt>
                <c:pt idx="14644">
                  <c:v>0.16949074073636439</c:v>
                </c:pt>
                <c:pt idx="14645">
                  <c:v>0.16950231481314404</c:v>
                </c:pt>
                <c:pt idx="14646">
                  <c:v>0.16951388888992369</c:v>
                </c:pt>
                <c:pt idx="14647">
                  <c:v>0.16952546295942739</c:v>
                </c:pt>
                <c:pt idx="14648">
                  <c:v>0.16953703703620704</c:v>
                </c:pt>
                <c:pt idx="14649">
                  <c:v>0.16954861110571073</c:v>
                </c:pt>
                <c:pt idx="14650">
                  <c:v>0.16956018518249039</c:v>
                </c:pt>
                <c:pt idx="14651">
                  <c:v>0.16957175925927004</c:v>
                </c:pt>
                <c:pt idx="14652">
                  <c:v>0.16958333332877373</c:v>
                </c:pt>
                <c:pt idx="14653">
                  <c:v>0.16959490740555339</c:v>
                </c:pt>
                <c:pt idx="14654">
                  <c:v>0.16960648148233304</c:v>
                </c:pt>
                <c:pt idx="14655">
                  <c:v>0.16961805555183673</c:v>
                </c:pt>
                <c:pt idx="14656">
                  <c:v>0.16962962962861639</c:v>
                </c:pt>
                <c:pt idx="14657">
                  <c:v>0.16964120369812008</c:v>
                </c:pt>
                <c:pt idx="14658">
                  <c:v>0.16965277777489973</c:v>
                </c:pt>
                <c:pt idx="14659">
                  <c:v>0.16966435185167938</c:v>
                </c:pt>
                <c:pt idx="14660">
                  <c:v>0.16967592592118308</c:v>
                </c:pt>
                <c:pt idx="14661">
                  <c:v>0.16968749999796273</c:v>
                </c:pt>
                <c:pt idx="14662">
                  <c:v>0.16969907407474238</c:v>
                </c:pt>
                <c:pt idx="14663">
                  <c:v>0.16971064814424608</c:v>
                </c:pt>
                <c:pt idx="14664">
                  <c:v>0.16972222222102573</c:v>
                </c:pt>
                <c:pt idx="14665">
                  <c:v>0.16973379629052943</c:v>
                </c:pt>
                <c:pt idx="14666">
                  <c:v>0.16974537036730908</c:v>
                </c:pt>
                <c:pt idx="14667">
                  <c:v>0.16975694444408873</c:v>
                </c:pt>
                <c:pt idx="14668">
                  <c:v>0.16976851851359243</c:v>
                </c:pt>
                <c:pt idx="14669">
                  <c:v>0.16978009259037208</c:v>
                </c:pt>
                <c:pt idx="14670">
                  <c:v>0.16979166666715173</c:v>
                </c:pt>
                <c:pt idx="14671">
                  <c:v>0.16980324073665543</c:v>
                </c:pt>
                <c:pt idx="14672">
                  <c:v>0.16981481481343508</c:v>
                </c:pt>
                <c:pt idx="14673">
                  <c:v>0.16982638889021473</c:v>
                </c:pt>
                <c:pt idx="14674">
                  <c:v>0.16983796295971842</c:v>
                </c:pt>
                <c:pt idx="14675">
                  <c:v>0.16984953703649808</c:v>
                </c:pt>
                <c:pt idx="14676">
                  <c:v>0.16986111110600177</c:v>
                </c:pt>
                <c:pt idx="14677">
                  <c:v>0.16987268518278142</c:v>
                </c:pt>
                <c:pt idx="14678">
                  <c:v>0.16988425925956108</c:v>
                </c:pt>
                <c:pt idx="14679">
                  <c:v>0.16989583332906477</c:v>
                </c:pt>
                <c:pt idx="14680">
                  <c:v>0.16990740740584442</c:v>
                </c:pt>
                <c:pt idx="14681">
                  <c:v>0.16991898148262408</c:v>
                </c:pt>
                <c:pt idx="14682">
                  <c:v>0.16993055555212777</c:v>
                </c:pt>
                <c:pt idx="14683">
                  <c:v>0.16994212962890742</c:v>
                </c:pt>
                <c:pt idx="14684">
                  <c:v>0.16995370369841112</c:v>
                </c:pt>
                <c:pt idx="14685">
                  <c:v>0.16996527777519077</c:v>
                </c:pt>
                <c:pt idx="14686">
                  <c:v>0.16997685185197042</c:v>
                </c:pt>
                <c:pt idx="14687">
                  <c:v>0.16998842592147412</c:v>
                </c:pt>
                <c:pt idx="14688">
                  <c:v>0.16999999999825377</c:v>
                </c:pt>
                <c:pt idx="14689">
                  <c:v>0.17001157407503342</c:v>
                </c:pt>
                <c:pt idx="14690">
                  <c:v>0.17002314814453712</c:v>
                </c:pt>
                <c:pt idx="14691">
                  <c:v>0.17003472222131677</c:v>
                </c:pt>
                <c:pt idx="14692">
                  <c:v>0.17004629629082046</c:v>
                </c:pt>
                <c:pt idx="14693">
                  <c:v>0.17005787036760012</c:v>
                </c:pt>
                <c:pt idx="14694">
                  <c:v>0.17006944444437977</c:v>
                </c:pt>
                <c:pt idx="14695">
                  <c:v>0.17008101851388346</c:v>
                </c:pt>
                <c:pt idx="14696">
                  <c:v>0.17009259259066312</c:v>
                </c:pt>
                <c:pt idx="14697">
                  <c:v>0.17010416666744277</c:v>
                </c:pt>
                <c:pt idx="14698">
                  <c:v>0.17011574073694646</c:v>
                </c:pt>
                <c:pt idx="14699">
                  <c:v>0.17012731481372612</c:v>
                </c:pt>
                <c:pt idx="14700">
                  <c:v>0.17013888888322981</c:v>
                </c:pt>
                <c:pt idx="14701">
                  <c:v>0.17015046296000946</c:v>
                </c:pt>
                <c:pt idx="14702">
                  <c:v>0.17016203703678912</c:v>
                </c:pt>
                <c:pt idx="14703">
                  <c:v>0.17017361110629281</c:v>
                </c:pt>
                <c:pt idx="14704">
                  <c:v>0.17018518518307246</c:v>
                </c:pt>
                <c:pt idx="14705">
                  <c:v>0.17019675925985212</c:v>
                </c:pt>
                <c:pt idx="14706">
                  <c:v>0.17020833332935581</c:v>
                </c:pt>
                <c:pt idx="14707">
                  <c:v>0.17021990740613546</c:v>
                </c:pt>
                <c:pt idx="14708">
                  <c:v>0.17023148147563916</c:v>
                </c:pt>
                <c:pt idx="14709">
                  <c:v>0.17024305555241881</c:v>
                </c:pt>
                <c:pt idx="14710">
                  <c:v>0.17025462962919846</c:v>
                </c:pt>
                <c:pt idx="14711">
                  <c:v>0.17026620369870216</c:v>
                </c:pt>
                <c:pt idx="14712">
                  <c:v>0.17027777777548181</c:v>
                </c:pt>
                <c:pt idx="14713">
                  <c:v>0.17028935185226146</c:v>
                </c:pt>
                <c:pt idx="14714">
                  <c:v>0.17030092592176516</c:v>
                </c:pt>
                <c:pt idx="14715">
                  <c:v>0.17031249999854481</c:v>
                </c:pt>
                <c:pt idx="14716">
                  <c:v>0.17032407407532446</c:v>
                </c:pt>
                <c:pt idx="14717">
                  <c:v>0.17033564814482816</c:v>
                </c:pt>
                <c:pt idx="14718">
                  <c:v>0.17034722222160781</c:v>
                </c:pt>
                <c:pt idx="14719">
                  <c:v>0.1703587962911115</c:v>
                </c:pt>
                <c:pt idx="14720">
                  <c:v>0.17037037036789116</c:v>
                </c:pt>
                <c:pt idx="14721">
                  <c:v>0.17038194444467081</c:v>
                </c:pt>
                <c:pt idx="14722">
                  <c:v>0.1703935185141745</c:v>
                </c:pt>
                <c:pt idx="14723">
                  <c:v>0.17040509259095415</c:v>
                </c:pt>
                <c:pt idx="14724">
                  <c:v>0.17041666666773381</c:v>
                </c:pt>
                <c:pt idx="14725">
                  <c:v>0.1704282407372375</c:v>
                </c:pt>
                <c:pt idx="14726">
                  <c:v>0.17043981481401715</c:v>
                </c:pt>
                <c:pt idx="14727">
                  <c:v>0.17045138888352085</c:v>
                </c:pt>
                <c:pt idx="14728">
                  <c:v>0.1704629629603005</c:v>
                </c:pt>
                <c:pt idx="14729">
                  <c:v>0.17047453703708015</c:v>
                </c:pt>
                <c:pt idx="14730">
                  <c:v>0.17048611110658385</c:v>
                </c:pt>
                <c:pt idx="14731">
                  <c:v>0.1704976851833635</c:v>
                </c:pt>
                <c:pt idx="14732">
                  <c:v>0.17050925926014315</c:v>
                </c:pt>
                <c:pt idx="14733">
                  <c:v>0.17052083332964685</c:v>
                </c:pt>
                <c:pt idx="14734">
                  <c:v>0.1705324074064265</c:v>
                </c:pt>
                <c:pt idx="14735">
                  <c:v>0.1705439814759302</c:v>
                </c:pt>
                <c:pt idx="14736">
                  <c:v>0.17055555555270985</c:v>
                </c:pt>
                <c:pt idx="14737">
                  <c:v>0.1705671296294895</c:v>
                </c:pt>
                <c:pt idx="14738">
                  <c:v>0.17057870369899319</c:v>
                </c:pt>
                <c:pt idx="14739">
                  <c:v>0.17059027777577285</c:v>
                </c:pt>
                <c:pt idx="14740">
                  <c:v>0.1706018518525525</c:v>
                </c:pt>
                <c:pt idx="14741">
                  <c:v>0.17061342592205619</c:v>
                </c:pt>
                <c:pt idx="14742">
                  <c:v>0.17062499999883585</c:v>
                </c:pt>
                <c:pt idx="14743">
                  <c:v>0.17063657406833954</c:v>
                </c:pt>
                <c:pt idx="14744">
                  <c:v>0.17064814814511919</c:v>
                </c:pt>
                <c:pt idx="14745">
                  <c:v>0.17065972222189885</c:v>
                </c:pt>
                <c:pt idx="14746">
                  <c:v>0.17067129629140254</c:v>
                </c:pt>
                <c:pt idx="14747">
                  <c:v>0.17068287036818219</c:v>
                </c:pt>
                <c:pt idx="14748">
                  <c:v>0.17069444444496185</c:v>
                </c:pt>
                <c:pt idx="14749">
                  <c:v>0.17070601851446554</c:v>
                </c:pt>
                <c:pt idx="14750">
                  <c:v>0.17071759259124519</c:v>
                </c:pt>
                <c:pt idx="14751">
                  <c:v>0.17072916666074889</c:v>
                </c:pt>
                <c:pt idx="14752">
                  <c:v>0.17074074073752854</c:v>
                </c:pt>
                <c:pt idx="14753">
                  <c:v>0.17075231481430819</c:v>
                </c:pt>
                <c:pt idx="14754">
                  <c:v>0.17076388888381189</c:v>
                </c:pt>
                <c:pt idx="14755">
                  <c:v>0.17077546296059154</c:v>
                </c:pt>
                <c:pt idx="14756">
                  <c:v>0.17078703703737119</c:v>
                </c:pt>
                <c:pt idx="14757">
                  <c:v>0.17079861110687489</c:v>
                </c:pt>
                <c:pt idx="14758">
                  <c:v>0.17081018518365454</c:v>
                </c:pt>
                <c:pt idx="14759">
                  <c:v>0.17082175926043419</c:v>
                </c:pt>
                <c:pt idx="14760">
                  <c:v>0.17083333332993789</c:v>
                </c:pt>
                <c:pt idx="14761">
                  <c:v>0.17084490740671754</c:v>
                </c:pt>
                <c:pt idx="14762">
                  <c:v>0.17085648147622123</c:v>
                </c:pt>
                <c:pt idx="14763">
                  <c:v>0.17086805555300089</c:v>
                </c:pt>
                <c:pt idx="14764">
                  <c:v>0.17087962962978054</c:v>
                </c:pt>
                <c:pt idx="14765">
                  <c:v>0.17089120369928423</c:v>
                </c:pt>
                <c:pt idx="14766">
                  <c:v>0.17090277777606389</c:v>
                </c:pt>
                <c:pt idx="14767">
                  <c:v>0.17091435185284354</c:v>
                </c:pt>
                <c:pt idx="14768">
                  <c:v>0.17092592592234723</c:v>
                </c:pt>
                <c:pt idx="14769">
                  <c:v>0.17093749999912689</c:v>
                </c:pt>
                <c:pt idx="14770">
                  <c:v>0.17094907406863058</c:v>
                </c:pt>
                <c:pt idx="14771">
                  <c:v>0.17096064814541023</c:v>
                </c:pt>
                <c:pt idx="14772">
                  <c:v>0.17097222222218988</c:v>
                </c:pt>
                <c:pt idx="14773">
                  <c:v>0.17098379629169358</c:v>
                </c:pt>
                <c:pt idx="14774">
                  <c:v>0.17099537036847323</c:v>
                </c:pt>
                <c:pt idx="14775">
                  <c:v>0.17100694444525288</c:v>
                </c:pt>
                <c:pt idx="14776">
                  <c:v>0.17101851851475658</c:v>
                </c:pt>
                <c:pt idx="14777">
                  <c:v>0.17103009259153623</c:v>
                </c:pt>
                <c:pt idx="14778">
                  <c:v>0.17104166666103993</c:v>
                </c:pt>
                <c:pt idx="14779">
                  <c:v>0.17105324073781958</c:v>
                </c:pt>
                <c:pt idx="14780">
                  <c:v>0.17106481481459923</c:v>
                </c:pt>
                <c:pt idx="14781">
                  <c:v>0.17107638888410293</c:v>
                </c:pt>
                <c:pt idx="14782">
                  <c:v>0.17108796296088258</c:v>
                </c:pt>
                <c:pt idx="14783">
                  <c:v>0.17109953703766223</c:v>
                </c:pt>
                <c:pt idx="14784">
                  <c:v>0.17111111110716593</c:v>
                </c:pt>
                <c:pt idx="14785">
                  <c:v>0.17112268518394558</c:v>
                </c:pt>
                <c:pt idx="14786">
                  <c:v>0.17113425925344927</c:v>
                </c:pt>
                <c:pt idx="14787">
                  <c:v>0.17114583333022892</c:v>
                </c:pt>
                <c:pt idx="14788">
                  <c:v>0.17115740740700858</c:v>
                </c:pt>
                <c:pt idx="14789">
                  <c:v>0.17116898147651227</c:v>
                </c:pt>
                <c:pt idx="14790">
                  <c:v>0.17118055555329192</c:v>
                </c:pt>
                <c:pt idx="14791">
                  <c:v>0.17119212963007158</c:v>
                </c:pt>
                <c:pt idx="14792">
                  <c:v>0.17120370369957527</c:v>
                </c:pt>
                <c:pt idx="14793">
                  <c:v>0.17121527777635492</c:v>
                </c:pt>
                <c:pt idx="14794">
                  <c:v>0.17122685185313458</c:v>
                </c:pt>
                <c:pt idx="14795">
                  <c:v>0.17123842592263827</c:v>
                </c:pt>
                <c:pt idx="14796">
                  <c:v>0.17124999999941792</c:v>
                </c:pt>
                <c:pt idx="14797">
                  <c:v>0.17126157406892162</c:v>
                </c:pt>
                <c:pt idx="14798">
                  <c:v>0.17127314814570127</c:v>
                </c:pt>
                <c:pt idx="14799">
                  <c:v>0.17128472222248092</c:v>
                </c:pt>
                <c:pt idx="14800">
                  <c:v>0.17129629629198462</c:v>
                </c:pt>
                <c:pt idx="14801">
                  <c:v>0.17130787036876427</c:v>
                </c:pt>
                <c:pt idx="14802">
                  <c:v>0.17131944444554392</c:v>
                </c:pt>
                <c:pt idx="14803">
                  <c:v>0.17133101851504762</c:v>
                </c:pt>
                <c:pt idx="14804">
                  <c:v>0.17134259259182727</c:v>
                </c:pt>
                <c:pt idx="14805">
                  <c:v>0.17135416666133096</c:v>
                </c:pt>
                <c:pt idx="14806">
                  <c:v>0.17136574073811062</c:v>
                </c:pt>
                <c:pt idx="14807">
                  <c:v>0.17137731481489027</c:v>
                </c:pt>
                <c:pt idx="14808">
                  <c:v>0.17138888888439396</c:v>
                </c:pt>
                <c:pt idx="14809">
                  <c:v>0.17140046296117362</c:v>
                </c:pt>
                <c:pt idx="14810">
                  <c:v>0.17141203703795327</c:v>
                </c:pt>
                <c:pt idx="14811">
                  <c:v>0.17142361110745696</c:v>
                </c:pt>
                <c:pt idx="14812">
                  <c:v>0.17143518518423662</c:v>
                </c:pt>
                <c:pt idx="14813">
                  <c:v>0.17144675925374031</c:v>
                </c:pt>
                <c:pt idx="14814">
                  <c:v>0.17145833333051996</c:v>
                </c:pt>
                <c:pt idx="14815">
                  <c:v>0.17146990740729962</c:v>
                </c:pt>
                <c:pt idx="14816">
                  <c:v>0.17148148147680331</c:v>
                </c:pt>
                <c:pt idx="14817">
                  <c:v>0.17149305555358296</c:v>
                </c:pt>
                <c:pt idx="14818">
                  <c:v>0.17150462963036261</c:v>
                </c:pt>
                <c:pt idx="14819">
                  <c:v>0.17151620369986631</c:v>
                </c:pt>
                <c:pt idx="14820">
                  <c:v>0.17152777777664596</c:v>
                </c:pt>
                <c:pt idx="14821">
                  <c:v>0.17153935184614966</c:v>
                </c:pt>
                <c:pt idx="14822">
                  <c:v>0.17155092592292931</c:v>
                </c:pt>
                <c:pt idx="14823">
                  <c:v>0.17156249999970896</c:v>
                </c:pt>
                <c:pt idx="14824">
                  <c:v>0.17157407406921266</c:v>
                </c:pt>
                <c:pt idx="14825">
                  <c:v>0.17158564814599231</c:v>
                </c:pt>
                <c:pt idx="14826">
                  <c:v>0.17159722222277196</c:v>
                </c:pt>
                <c:pt idx="14827">
                  <c:v>0.17160879629227566</c:v>
                </c:pt>
                <c:pt idx="14828">
                  <c:v>0.17162037036905531</c:v>
                </c:pt>
                <c:pt idx="14829">
                  <c:v>0.171631944438559</c:v>
                </c:pt>
                <c:pt idx="14830">
                  <c:v>0.17164351851533866</c:v>
                </c:pt>
                <c:pt idx="14831">
                  <c:v>0.17165509259211831</c:v>
                </c:pt>
                <c:pt idx="14832">
                  <c:v>0.171666666661622</c:v>
                </c:pt>
                <c:pt idx="14833">
                  <c:v>0.17167824073840166</c:v>
                </c:pt>
                <c:pt idx="14834">
                  <c:v>0.17168981481518131</c:v>
                </c:pt>
                <c:pt idx="14835">
                  <c:v>0.171701388884685</c:v>
                </c:pt>
                <c:pt idx="14836">
                  <c:v>0.17171296296146465</c:v>
                </c:pt>
                <c:pt idx="14837">
                  <c:v>0.17172453703824431</c:v>
                </c:pt>
                <c:pt idx="14838">
                  <c:v>0.171736111107748</c:v>
                </c:pt>
                <c:pt idx="14839">
                  <c:v>0.17174768518452765</c:v>
                </c:pt>
                <c:pt idx="14840">
                  <c:v>0.17175925925403135</c:v>
                </c:pt>
                <c:pt idx="14841">
                  <c:v>0.171770833330811</c:v>
                </c:pt>
                <c:pt idx="14842">
                  <c:v>0.17178240740759065</c:v>
                </c:pt>
                <c:pt idx="14843">
                  <c:v>0.17179398147709435</c:v>
                </c:pt>
                <c:pt idx="14844">
                  <c:v>0.171805555553874</c:v>
                </c:pt>
                <c:pt idx="14845">
                  <c:v>0.17181712963065365</c:v>
                </c:pt>
                <c:pt idx="14846">
                  <c:v>0.17182870370015735</c:v>
                </c:pt>
                <c:pt idx="14847">
                  <c:v>0.171840277776937</c:v>
                </c:pt>
                <c:pt idx="14848">
                  <c:v>0.1718518518464407</c:v>
                </c:pt>
                <c:pt idx="14849">
                  <c:v>0.17186342592322035</c:v>
                </c:pt>
                <c:pt idx="14850">
                  <c:v>0.171875</c:v>
                </c:pt>
                <c:pt idx="14851">
                  <c:v>0.17188657406950369</c:v>
                </c:pt>
                <c:pt idx="14852">
                  <c:v>0.17189814814628335</c:v>
                </c:pt>
                <c:pt idx="14853">
                  <c:v>0.171909722223063</c:v>
                </c:pt>
                <c:pt idx="14854">
                  <c:v>0.17192129629256669</c:v>
                </c:pt>
                <c:pt idx="14855">
                  <c:v>0.17193287036934635</c:v>
                </c:pt>
                <c:pt idx="14856">
                  <c:v>0.17194444443885004</c:v>
                </c:pt>
                <c:pt idx="14857">
                  <c:v>0.17195601851562969</c:v>
                </c:pt>
                <c:pt idx="14858">
                  <c:v>0.17196759259240935</c:v>
                </c:pt>
                <c:pt idx="14859">
                  <c:v>0.17197916666191304</c:v>
                </c:pt>
                <c:pt idx="14860">
                  <c:v>0.17199074073869269</c:v>
                </c:pt>
                <c:pt idx="14861">
                  <c:v>0.17200231481547235</c:v>
                </c:pt>
                <c:pt idx="14862">
                  <c:v>0.17201388888497604</c:v>
                </c:pt>
                <c:pt idx="14863">
                  <c:v>0.17202546296175569</c:v>
                </c:pt>
                <c:pt idx="14864">
                  <c:v>0.17203703703125939</c:v>
                </c:pt>
                <c:pt idx="14865">
                  <c:v>0.17204861110803904</c:v>
                </c:pt>
                <c:pt idx="14866">
                  <c:v>0.17206018518481869</c:v>
                </c:pt>
                <c:pt idx="14867">
                  <c:v>0.17207175925432239</c:v>
                </c:pt>
                <c:pt idx="14868">
                  <c:v>0.17208333333110204</c:v>
                </c:pt>
                <c:pt idx="14869">
                  <c:v>0.17209490740788169</c:v>
                </c:pt>
                <c:pt idx="14870">
                  <c:v>0.17210648147738539</c:v>
                </c:pt>
                <c:pt idx="14871">
                  <c:v>0.17211805555416504</c:v>
                </c:pt>
                <c:pt idx="14872">
                  <c:v>0.17212962963094469</c:v>
                </c:pt>
                <c:pt idx="14873">
                  <c:v>0.17214120370044839</c:v>
                </c:pt>
                <c:pt idx="14874">
                  <c:v>0.17215277777722804</c:v>
                </c:pt>
                <c:pt idx="14875">
                  <c:v>0.17216435184673173</c:v>
                </c:pt>
                <c:pt idx="14876">
                  <c:v>0.17217592592351139</c:v>
                </c:pt>
                <c:pt idx="14877">
                  <c:v>0.17218750000029104</c:v>
                </c:pt>
                <c:pt idx="14878">
                  <c:v>0.17219907406979473</c:v>
                </c:pt>
                <c:pt idx="14879">
                  <c:v>0.17221064814657439</c:v>
                </c:pt>
                <c:pt idx="14880">
                  <c:v>0.17222222222335404</c:v>
                </c:pt>
                <c:pt idx="14881">
                  <c:v>0.17223379629285773</c:v>
                </c:pt>
                <c:pt idx="14882">
                  <c:v>0.17224537036963739</c:v>
                </c:pt>
                <c:pt idx="14883">
                  <c:v>0.17225694443914108</c:v>
                </c:pt>
                <c:pt idx="14884">
                  <c:v>0.17226851851592073</c:v>
                </c:pt>
                <c:pt idx="14885">
                  <c:v>0.17228009259270038</c:v>
                </c:pt>
                <c:pt idx="14886">
                  <c:v>0.17229166666220408</c:v>
                </c:pt>
                <c:pt idx="14887">
                  <c:v>0.17230324073898373</c:v>
                </c:pt>
                <c:pt idx="14888">
                  <c:v>0.17231481481576338</c:v>
                </c:pt>
                <c:pt idx="14889">
                  <c:v>0.17232638888526708</c:v>
                </c:pt>
                <c:pt idx="14890">
                  <c:v>0.17233796296204673</c:v>
                </c:pt>
                <c:pt idx="14891">
                  <c:v>0.17234953703155043</c:v>
                </c:pt>
                <c:pt idx="14892">
                  <c:v>0.17236111110833008</c:v>
                </c:pt>
                <c:pt idx="14893">
                  <c:v>0.17237268518510973</c:v>
                </c:pt>
                <c:pt idx="14894">
                  <c:v>0.17238425925461343</c:v>
                </c:pt>
                <c:pt idx="14895">
                  <c:v>0.17239583333139308</c:v>
                </c:pt>
                <c:pt idx="14896">
                  <c:v>0.17240740740817273</c:v>
                </c:pt>
                <c:pt idx="14897">
                  <c:v>0.17241898147767643</c:v>
                </c:pt>
                <c:pt idx="14898">
                  <c:v>0.17243055555445608</c:v>
                </c:pt>
                <c:pt idx="14899">
                  <c:v>0.17244212962395977</c:v>
                </c:pt>
                <c:pt idx="14900">
                  <c:v>0.17245370370073942</c:v>
                </c:pt>
                <c:pt idx="14901">
                  <c:v>0.17246527777751908</c:v>
                </c:pt>
                <c:pt idx="14902">
                  <c:v>0.17247685184702277</c:v>
                </c:pt>
                <c:pt idx="14903">
                  <c:v>0.17248842592380242</c:v>
                </c:pt>
                <c:pt idx="14904">
                  <c:v>0.17250000000058208</c:v>
                </c:pt>
                <c:pt idx="14905">
                  <c:v>0.17251157407008577</c:v>
                </c:pt>
                <c:pt idx="14906">
                  <c:v>0.17252314814686542</c:v>
                </c:pt>
                <c:pt idx="14907">
                  <c:v>0.17253472221636912</c:v>
                </c:pt>
                <c:pt idx="14908">
                  <c:v>0.17254629629314877</c:v>
                </c:pt>
                <c:pt idx="14909">
                  <c:v>0.17255787036992842</c:v>
                </c:pt>
                <c:pt idx="14910">
                  <c:v>0.17256944443943212</c:v>
                </c:pt>
                <c:pt idx="14911">
                  <c:v>0.17258101851621177</c:v>
                </c:pt>
                <c:pt idx="14912">
                  <c:v>0.17259259259299142</c:v>
                </c:pt>
                <c:pt idx="14913">
                  <c:v>0.17260416666249512</c:v>
                </c:pt>
                <c:pt idx="14914">
                  <c:v>0.17261574073927477</c:v>
                </c:pt>
                <c:pt idx="14915">
                  <c:v>0.17262731481605442</c:v>
                </c:pt>
                <c:pt idx="14916">
                  <c:v>0.17263888888555812</c:v>
                </c:pt>
                <c:pt idx="14917">
                  <c:v>0.17265046296233777</c:v>
                </c:pt>
                <c:pt idx="14918">
                  <c:v>0.17266203703184146</c:v>
                </c:pt>
                <c:pt idx="14919">
                  <c:v>0.17267361110862112</c:v>
                </c:pt>
                <c:pt idx="14920">
                  <c:v>0.17268518518540077</c:v>
                </c:pt>
                <c:pt idx="14921">
                  <c:v>0.17269675925490446</c:v>
                </c:pt>
                <c:pt idx="14922">
                  <c:v>0.17270833333168412</c:v>
                </c:pt>
                <c:pt idx="14923">
                  <c:v>0.17271990740846377</c:v>
                </c:pt>
                <c:pt idx="14924">
                  <c:v>0.17273148147796746</c:v>
                </c:pt>
                <c:pt idx="14925">
                  <c:v>0.17274305555474712</c:v>
                </c:pt>
                <c:pt idx="14926">
                  <c:v>0.17275462962425081</c:v>
                </c:pt>
                <c:pt idx="14927">
                  <c:v>0.17276620370103046</c:v>
                </c:pt>
                <c:pt idx="14928">
                  <c:v>0.17277777777781012</c:v>
                </c:pt>
                <c:pt idx="14929">
                  <c:v>0.17278935184731381</c:v>
                </c:pt>
                <c:pt idx="14930">
                  <c:v>0.17280092592409346</c:v>
                </c:pt>
                <c:pt idx="14931">
                  <c:v>0.17281250000087311</c:v>
                </c:pt>
                <c:pt idx="14932">
                  <c:v>0.17282407407037681</c:v>
                </c:pt>
                <c:pt idx="14933">
                  <c:v>0.17283564814715646</c:v>
                </c:pt>
                <c:pt idx="14934">
                  <c:v>0.17284722221666016</c:v>
                </c:pt>
                <c:pt idx="14935">
                  <c:v>0.17285879629343981</c:v>
                </c:pt>
                <c:pt idx="14936">
                  <c:v>0.17287037037021946</c:v>
                </c:pt>
                <c:pt idx="14937">
                  <c:v>0.17288194443972316</c:v>
                </c:pt>
                <c:pt idx="14938">
                  <c:v>0.17289351851650281</c:v>
                </c:pt>
                <c:pt idx="14939">
                  <c:v>0.17290509259328246</c:v>
                </c:pt>
                <c:pt idx="14940">
                  <c:v>0.17291666666278616</c:v>
                </c:pt>
                <c:pt idx="14941">
                  <c:v>0.17292824073956581</c:v>
                </c:pt>
                <c:pt idx="14942">
                  <c:v>0.1729398148090695</c:v>
                </c:pt>
                <c:pt idx="14943">
                  <c:v>0.17295138888584916</c:v>
                </c:pt>
                <c:pt idx="14944">
                  <c:v>0.17296296296262881</c:v>
                </c:pt>
                <c:pt idx="14945">
                  <c:v>0.1729745370321325</c:v>
                </c:pt>
                <c:pt idx="14946">
                  <c:v>0.17298611110891216</c:v>
                </c:pt>
                <c:pt idx="14947">
                  <c:v>0.17299768518569181</c:v>
                </c:pt>
                <c:pt idx="14948">
                  <c:v>0.1730092592551955</c:v>
                </c:pt>
                <c:pt idx="14949">
                  <c:v>0.17302083333197515</c:v>
                </c:pt>
                <c:pt idx="14950">
                  <c:v>0.17303240740147885</c:v>
                </c:pt>
                <c:pt idx="14951">
                  <c:v>0.1730439814782585</c:v>
                </c:pt>
                <c:pt idx="14952">
                  <c:v>0.17305555555503815</c:v>
                </c:pt>
                <c:pt idx="14953">
                  <c:v>0.17306712962454185</c:v>
                </c:pt>
                <c:pt idx="14954">
                  <c:v>0.1730787037013215</c:v>
                </c:pt>
                <c:pt idx="14955">
                  <c:v>0.17309027777810115</c:v>
                </c:pt>
                <c:pt idx="14956">
                  <c:v>0.17310185184760485</c:v>
                </c:pt>
                <c:pt idx="14957">
                  <c:v>0.1731134259243845</c:v>
                </c:pt>
                <c:pt idx="14958">
                  <c:v>0.17312500000116415</c:v>
                </c:pt>
                <c:pt idx="14959">
                  <c:v>0.17313657407066785</c:v>
                </c:pt>
                <c:pt idx="14960">
                  <c:v>0.1731481481474475</c:v>
                </c:pt>
                <c:pt idx="14961">
                  <c:v>0.1731597222169512</c:v>
                </c:pt>
                <c:pt idx="14962">
                  <c:v>0.17317129629373085</c:v>
                </c:pt>
                <c:pt idx="14963">
                  <c:v>0.1731828703705105</c:v>
                </c:pt>
                <c:pt idx="14964">
                  <c:v>0.17319444444001419</c:v>
                </c:pt>
                <c:pt idx="14965">
                  <c:v>0.17320601851679385</c:v>
                </c:pt>
                <c:pt idx="14966">
                  <c:v>0.1732175925935735</c:v>
                </c:pt>
                <c:pt idx="14967">
                  <c:v>0.17322916666307719</c:v>
                </c:pt>
                <c:pt idx="14968">
                  <c:v>0.17324074073985685</c:v>
                </c:pt>
                <c:pt idx="14969">
                  <c:v>0.17325231480936054</c:v>
                </c:pt>
                <c:pt idx="14970">
                  <c:v>0.17326388888614019</c:v>
                </c:pt>
                <c:pt idx="14971">
                  <c:v>0.17327546296291985</c:v>
                </c:pt>
                <c:pt idx="14972">
                  <c:v>0.17328703703242354</c:v>
                </c:pt>
                <c:pt idx="14973">
                  <c:v>0.17329861110920319</c:v>
                </c:pt>
                <c:pt idx="14974">
                  <c:v>0.17331018518598285</c:v>
                </c:pt>
                <c:pt idx="14975">
                  <c:v>0.17332175925548654</c:v>
                </c:pt>
                <c:pt idx="14976">
                  <c:v>0.17333333333226619</c:v>
                </c:pt>
                <c:pt idx="14977">
                  <c:v>0.17334490740176989</c:v>
                </c:pt>
                <c:pt idx="14978">
                  <c:v>0.17335648147854954</c:v>
                </c:pt>
                <c:pt idx="14979">
                  <c:v>0.17336805555532919</c:v>
                </c:pt>
                <c:pt idx="14980">
                  <c:v>0.17337962962483289</c:v>
                </c:pt>
                <c:pt idx="14981">
                  <c:v>0.17339120370161254</c:v>
                </c:pt>
                <c:pt idx="14982">
                  <c:v>0.17340277777839219</c:v>
                </c:pt>
                <c:pt idx="14983">
                  <c:v>0.17341435184789589</c:v>
                </c:pt>
                <c:pt idx="14984">
                  <c:v>0.17342592592467554</c:v>
                </c:pt>
                <c:pt idx="14985">
                  <c:v>0.17343749999417923</c:v>
                </c:pt>
                <c:pt idx="14986">
                  <c:v>0.17344907407095889</c:v>
                </c:pt>
                <c:pt idx="14987">
                  <c:v>0.17346064814773854</c:v>
                </c:pt>
                <c:pt idx="14988">
                  <c:v>0.17347222221724223</c:v>
                </c:pt>
                <c:pt idx="14989">
                  <c:v>0.17348379629402189</c:v>
                </c:pt>
                <c:pt idx="14990">
                  <c:v>0.17349537037080154</c:v>
                </c:pt>
                <c:pt idx="14991">
                  <c:v>0.17350694444030523</c:v>
                </c:pt>
                <c:pt idx="14992">
                  <c:v>0.17351851851708489</c:v>
                </c:pt>
                <c:pt idx="14993">
                  <c:v>0.17353009259386454</c:v>
                </c:pt>
                <c:pt idx="14994">
                  <c:v>0.17354166666336823</c:v>
                </c:pt>
                <c:pt idx="14995">
                  <c:v>0.17355324074014788</c:v>
                </c:pt>
                <c:pt idx="14996">
                  <c:v>0.17356481480965158</c:v>
                </c:pt>
                <c:pt idx="14997">
                  <c:v>0.17357638888643123</c:v>
                </c:pt>
                <c:pt idx="14998">
                  <c:v>0.17358796296321088</c:v>
                </c:pt>
                <c:pt idx="14999">
                  <c:v>0.17359953703271458</c:v>
                </c:pt>
                <c:pt idx="15000">
                  <c:v>0.17361111110949423</c:v>
                </c:pt>
                <c:pt idx="15001">
                  <c:v>0.17362268518627388</c:v>
                </c:pt>
                <c:pt idx="15002">
                  <c:v>0.17363425925577758</c:v>
                </c:pt>
                <c:pt idx="15003">
                  <c:v>0.17364583333255723</c:v>
                </c:pt>
                <c:pt idx="15004">
                  <c:v>0.17365740740206093</c:v>
                </c:pt>
                <c:pt idx="15005">
                  <c:v>0.17366898147884058</c:v>
                </c:pt>
                <c:pt idx="15006">
                  <c:v>0.17368055555562023</c:v>
                </c:pt>
                <c:pt idx="15007">
                  <c:v>0.17369212962512393</c:v>
                </c:pt>
                <c:pt idx="15008">
                  <c:v>0.17370370370190358</c:v>
                </c:pt>
                <c:pt idx="15009">
                  <c:v>0.17371527777868323</c:v>
                </c:pt>
                <c:pt idx="15010">
                  <c:v>0.17372685184818693</c:v>
                </c:pt>
                <c:pt idx="15011">
                  <c:v>0.17373842592496658</c:v>
                </c:pt>
                <c:pt idx="15012">
                  <c:v>0.17374999999447027</c:v>
                </c:pt>
                <c:pt idx="15013">
                  <c:v>0.17376157407124992</c:v>
                </c:pt>
                <c:pt idx="15014">
                  <c:v>0.17377314814802958</c:v>
                </c:pt>
                <c:pt idx="15015">
                  <c:v>0.17378472221753327</c:v>
                </c:pt>
                <c:pt idx="15016">
                  <c:v>0.17379629629431292</c:v>
                </c:pt>
                <c:pt idx="15017">
                  <c:v>0.17380787037109258</c:v>
                </c:pt>
                <c:pt idx="15018">
                  <c:v>0.17381944444059627</c:v>
                </c:pt>
                <c:pt idx="15019">
                  <c:v>0.17383101851737592</c:v>
                </c:pt>
                <c:pt idx="15020">
                  <c:v>0.17384259258687962</c:v>
                </c:pt>
                <c:pt idx="15021">
                  <c:v>0.17385416666365927</c:v>
                </c:pt>
                <c:pt idx="15022">
                  <c:v>0.17386574074043892</c:v>
                </c:pt>
                <c:pt idx="15023">
                  <c:v>0.17387731480994262</c:v>
                </c:pt>
                <c:pt idx="15024">
                  <c:v>0.17388888888672227</c:v>
                </c:pt>
                <c:pt idx="15025">
                  <c:v>0.17390046296350192</c:v>
                </c:pt>
                <c:pt idx="15026">
                  <c:v>0.17391203703300562</c:v>
                </c:pt>
                <c:pt idx="15027">
                  <c:v>0.17392361110978527</c:v>
                </c:pt>
                <c:pt idx="15028">
                  <c:v>0.17393518517928896</c:v>
                </c:pt>
                <c:pt idx="15029">
                  <c:v>0.17394675925606862</c:v>
                </c:pt>
                <c:pt idx="15030">
                  <c:v>0.17395833333284827</c:v>
                </c:pt>
                <c:pt idx="15031">
                  <c:v>0.17396990740235196</c:v>
                </c:pt>
                <c:pt idx="15032">
                  <c:v>0.17398148147913162</c:v>
                </c:pt>
                <c:pt idx="15033">
                  <c:v>0.17399305555591127</c:v>
                </c:pt>
                <c:pt idx="15034">
                  <c:v>0.17400462962541496</c:v>
                </c:pt>
                <c:pt idx="15035">
                  <c:v>0.17401620370219462</c:v>
                </c:pt>
                <c:pt idx="15036">
                  <c:v>0.17402777777897427</c:v>
                </c:pt>
                <c:pt idx="15037">
                  <c:v>0.17403935184847796</c:v>
                </c:pt>
                <c:pt idx="15038">
                  <c:v>0.17405092592525762</c:v>
                </c:pt>
                <c:pt idx="15039">
                  <c:v>0.17406249999476131</c:v>
                </c:pt>
                <c:pt idx="15040">
                  <c:v>0.17407407407154096</c:v>
                </c:pt>
                <c:pt idx="15041">
                  <c:v>0.17408564814832062</c:v>
                </c:pt>
                <c:pt idx="15042">
                  <c:v>0.17409722221782431</c:v>
                </c:pt>
                <c:pt idx="15043">
                  <c:v>0.17410879629460396</c:v>
                </c:pt>
                <c:pt idx="15044">
                  <c:v>0.17412037037138361</c:v>
                </c:pt>
                <c:pt idx="15045">
                  <c:v>0.17413194444088731</c:v>
                </c:pt>
                <c:pt idx="15046">
                  <c:v>0.17414351851766696</c:v>
                </c:pt>
                <c:pt idx="15047">
                  <c:v>0.17415509258717066</c:v>
                </c:pt>
                <c:pt idx="15048">
                  <c:v>0.17416666666395031</c:v>
                </c:pt>
                <c:pt idx="15049">
                  <c:v>0.17417824074072996</c:v>
                </c:pt>
                <c:pt idx="15050">
                  <c:v>0.17418981481023366</c:v>
                </c:pt>
                <c:pt idx="15051">
                  <c:v>0.17420138888701331</c:v>
                </c:pt>
                <c:pt idx="15052">
                  <c:v>0.17421296296379296</c:v>
                </c:pt>
                <c:pt idx="15053">
                  <c:v>0.17422453703329666</c:v>
                </c:pt>
                <c:pt idx="15054">
                  <c:v>0.17423611111007631</c:v>
                </c:pt>
                <c:pt idx="15055">
                  <c:v>0.17424768517958</c:v>
                </c:pt>
                <c:pt idx="15056">
                  <c:v>0.17425925925635966</c:v>
                </c:pt>
                <c:pt idx="15057">
                  <c:v>0.17427083333313931</c:v>
                </c:pt>
                <c:pt idx="15058">
                  <c:v>0.174282407402643</c:v>
                </c:pt>
                <c:pt idx="15059">
                  <c:v>0.17429398147942265</c:v>
                </c:pt>
                <c:pt idx="15060">
                  <c:v>0.17430555555620231</c:v>
                </c:pt>
                <c:pt idx="15061">
                  <c:v>0.174317129625706</c:v>
                </c:pt>
                <c:pt idx="15062">
                  <c:v>0.17432870370248565</c:v>
                </c:pt>
                <c:pt idx="15063">
                  <c:v>0.17434027777198935</c:v>
                </c:pt>
                <c:pt idx="15064">
                  <c:v>0.174351851848769</c:v>
                </c:pt>
                <c:pt idx="15065">
                  <c:v>0.17436342592554865</c:v>
                </c:pt>
                <c:pt idx="15066">
                  <c:v>0.17437499999505235</c:v>
                </c:pt>
                <c:pt idx="15067">
                  <c:v>0.174386574071832</c:v>
                </c:pt>
                <c:pt idx="15068">
                  <c:v>0.17439814814861165</c:v>
                </c:pt>
                <c:pt idx="15069">
                  <c:v>0.17440972221811535</c:v>
                </c:pt>
                <c:pt idx="15070">
                  <c:v>0.174421296294895</c:v>
                </c:pt>
                <c:pt idx="15071">
                  <c:v>0.17443287037167465</c:v>
                </c:pt>
                <c:pt idx="15072">
                  <c:v>0.17444444444117835</c:v>
                </c:pt>
                <c:pt idx="15073">
                  <c:v>0.174456018517958</c:v>
                </c:pt>
                <c:pt idx="15074">
                  <c:v>0.1744675925874617</c:v>
                </c:pt>
                <c:pt idx="15075">
                  <c:v>0.17447916666424135</c:v>
                </c:pt>
                <c:pt idx="15076">
                  <c:v>0.174490740741021</c:v>
                </c:pt>
                <c:pt idx="15077">
                  <c:v>0.17450231481052469</c:v>
                </c:pt>
                <c:pt idx="15078">
                  <c:v>0.17451388888730435</c:v>
                </c:pt>
                <c:pt idx="15079">
                  <c:v>0.174525462964084</c:v>
                </c:pt>
                <c:pt idx="15080">
                  <c:v>0.17453703703358769</c:v>
                </c:pt>
                <c:pt idx="15081">
                  <c:v>0.17454861111036735</c:v>
                </c:pt>
                <c:pt idx="15082">
                  <c:v>0.17456018517987104</c:v>
                </c:pt>
                <c:pt idx="15083">
                  <c:v>0.17457175925665069</c:v>
                </c:pt>
                <c:pt idx="15084">
                  <c:v>0.17458333333343035</c:v>
                </c:pt>
                <c:pt idx="15085">
                  <c:v>0.17459490740293404</c:v>
                </c:pt>
                <c:pt idx="15086">
                  <c:v>0.17460648147971369</c:v>
                </c:pt>
                <c:pt idx="15087">
                  <c:v>0.17461805555649335</c:v>
                </c:pt>
                <c:pt idx="15088">
                  <c:v>0.17462962962599704</c:v>
                </c:pt>
                <c:pt idx="15089">
                  <c:v>0.17464120370277669</c:v>
                </c:pt>
                <c:pt idx="15090">
                  <c:v>0.17465277777228039</c:v>
                </c:pt>
                <c:pt idx="15091">
                  <c:v>0.17466435184906004</c:v>
                </c:pt>
                <c:pt idx="15092">
                  <c:v>0.17467592592583969</c:v>
                </c:pt>
                <c:pt idx="15093">
                  <c:v>0.17468749999534339</c:v>
                </c:pt>
                <c:pt idx="15094">
                  <c:v>0.17469907407212304</c:v>
                </c:pt>
                <c:pt idx="15095">
                  <c:v>0.17471064814890269</c:v>
                </c:pt>
                <c:pt idx="15096">
                  <c:v>0.17472222221840639</c:v>
                </c:pt>
                <c:pt idx="15097">
                  <c:v>0.17473379629518604</c:v>
                </c:pt>
                <c:pt idx="15098">
                  <c:v>0.17474537036468973</c:v>
                </c:pt>
                <c:pt idx="15099">
                  <c:v>0.17475694444146939</c:v>
                </c:pt>
                <c:pt idx="15100">
                  <c:v>0.17476851851824904</c:v>
                </c:pt>
                <c:pt idx="15101">
                  <c:v>0.17478009258775273</c:v>
                </c:pt>
                <c:pt idx="15102">
                  <c:v>0.17479166666453239</c:v>
                </c:pt>
                <c:pt idx="15103">
                  <c:v>0.17480324074131204</c:v>
                </c:pt>
                <c:pt idx="15104">
                  <c:v>0.17481481481081573</c:v>
                </c:pt>
                <c:pt idx="15105">
                  <c:v>0.17482638888759539</c:v>
                </c:pt>
                <c:pt idx="15106">
                  <c:v>0.17483796295709908</c:v>
                </c:pt>
                <c:pt idx="15107">
                  <c:v>0.17484953703387873</c:v>
                </c:pt>
                <c:pt idx="15108">
                  <c:v>0.17486111111065838</c:v>
                </c:pt>
                <c:pt idx="15109">
                  <c:v>0.17487268518016208</c:v>
                </c:pt>
                <c:pt idx="15110">
                  <c:v>0.17488425925694173</c:v>
                </c:pt>
                <c:pt idx="15111">
                  <c:v>0.17489583333372138</c:v>
                </c:pt>
                <c:pt idx="15112">
                  <c:v>0.17490740740322508</c:v>
                </c:pt>
                <c:pt idx="15113">
                  <c:v>0.17491898148000473</c:v>
                </c:pt>
                <c:pt idx="15114">
                  <c:v>0.17493055555678438</c:v>
                </c:pt>
                <c:pt idx="15115">
                  <c:v>0.17494212962628808</c:v>
                </c:pt>
                <c:pt idx="15116">
                  <c:v>0.17495370370306773</c:v>
                </c:pt>
                <c:pt idx="15117">
                  <c:v>0.17496527777257143</c:v>
                </c:pt>
                <c:pt idx="15118">
                  <c:v>0.17497685184935108</c:v>
                </c:pt>
                <c:pt idx="15119">
                  <c:v>0.17498842592613073</c:v>
                </c:pt>
                <c:pt idx="15120">
                  <c:v>0.17499999999563443</c:v>
                </c:pt>
                <c:pt idx="15121">
                  <c:v>0.17501157407241408</c:v>
                </c:pt>
                <c:pt idx="15122">
                  <c:v>0.17502314814919373</c:v>
                </c:pt>
                <c:pt idx="15123">
                  <c:v>0.17503472221869742</c:v>
                </c:pt>
                <c:pt idx="15124">
                  <c:v>0.17504629629547708</c:v>
                </c:pt>
                <c:pt idx="15125">
                  <c:v>0.17505787036498077</c:v>
                </c:pt>
                <c:pt idx="15126">
                  <c:v>0.17506944444176042</c:v>
                </c:pt>
                <c:pt idx="15127">
                  <c:v>0.17508101851854008</c:v>
                </c:pt>
                <c:pt idx="15128">
                  <c:v>0.17509259258804377</c:v>
                </c:pt>
                <c:pt idx="15129">
                  <c:v>0.17510416666482342</c:v>
                </c:pt>
                <c:pt idx="15130">
                  <c:v>0.17511574074160308</c:v>
                </c:pt>
                <c:pt idx="15131">
                  <c:v>0.17512731481110677</c:v>
                </c:pt>
                <c:pt idx="15132">
                  <c:v>0.17513888888788642</c:v>
                </c:pt>
                <c:pt idx="15133">
                  <c:v>0.17515046295739012</c:v>
                </c:pt>
                <c:pt idx="15134">
                  <c:v>0.17516203703416977</c:v>
                </c:pt>
                <c:pt idx="15135">
                  <c:v>0.17517361111094942</c:v>
                </c:pt>
                <c:pt idx="15136">
                  <c:v>0.17518518518045312</c:v>
                </c:pt>
                <c:pt idx="15137">
                  <c:v>0.17519675925723277</c:v>
                </c:pt>
                <c:pt idx="15138">
                  <c:v>0.17520833333401242</c:v>
                </c:pt>
                <c:pt idx="15139">
                  <c:v>0.17521990740351612</c:v>
                </c:pt>
                <c:pt idx="15140">
                  <c:v>0.17523148148029577</c:v>
                </c:pt>
                <c:pt idx="15141">
                  <c:v>0.17524305554979946</c:v>
                </c:pt>
                <c:pt idx="15142">
                  <c:v>0.17525462962657912</c:v>
                </c:pt>
                <c:pt idx="15143">
                  <c:v>0.17526620370335877</c:v>
                </c:pt>
                <c:pt idx="15144">
                  <c:v>0.17527777777286246</c:v>
                </c:pt>
                <c:pt idx="15145">
                  <c:v>0.17528935184964212</c:v>
                </c:pt>
                <c:pt idx="15146">
                  <c:v>0.17530092592642177</c:v>
                </c:pt>
                <c:pt idx="15147">
                  <c:v>0.17531249999592546</c:v>
                </c:pt>
                <c:pt idx="15148">
                  <c:v>0.17532407407270512</c:v>
                </c:pt>
                <c:pt idx="15149">
                  <c:v>0.17533564814948477</c:v>
                </c:pt>
                <c:pt idx="15150">
                  <c:v>0.17534722221898846</c:v>
                </c:pt>
                <c:pt idx="15151">
                  <c:v>0.17535879629576812</c:v>
                </c:pt>
                <c:pt idx="15152">
                  <c:v>0.17537037036527181</c:v>
                </c:pt>
                <c:pt idx="15153">
                  <c:v>0.17538194444205146</c:v>
                </c:pt>
                <c:pt idx="15154">
                  <c:v>0.17539351851883112</c:v>
                </c:pt>
                <c:pt idx="15155">
                  <c:v>0.17540509258833481</c:v>
                </c:pt>
                <c:pt idx="15156">
                  <c:v>0.17541666666511446</c:v>
                </c:pt>
                <c:pt idx="15157">
                  <c:v>0.17542824074189411</c:v>
                </c:pt>
                <c:pt idx="15158">
                  <c:v>0.17543981481139781</c:v>
                </c:pt>
                <c:pt idx="15159">
                  <c:v>0.17545138888817746</c:v>
                </c:pt>
                <c:pt idx="15160">
                  <c:v>0.17546296295768116</c:v>
                </c:pt>
                <c:pt idx="15161">
                  <c:v>0.17547453703446081</c:v>
                </c:pt>
                <c:pt idx="15162">
                  <c:v>0.17548611111124046</c:v>
                </c:pt>
                <c:pt idx="15163">
                  <c:v>0.17549768518074416</c:v>
                </c:pt>
                <c:pt idx="15164">
                  <c:v>0.17550925925752381</c:v>
                </c:pt>
                <c:pt idx="15165">
                  <c:v>0.17552083333430346</c:v>
                </c:pt>
                <c:pt idx="15166">
                  <c:v>0.17553240740380716</c:v>
                </c:pt>
                <c:pt idx="15167">
                  <c:v>0.17554398148058681</c:v>
                </c:pt>
                <c:pt idx="15168">
                  <c:v>0.1755555555500905</c:v>
                </c:pt>
                <c:pt idx="15169">
                  <c:v>0.17556712962687016</c:v>
                </c:pt>
                <c:pt idx="15170">
                  <c:v>0.17557870370364981</c:v>
                </c:pt>
                <c:pt idx="15171">
                  <c:v>0.1755902777731535</c:v>
                </c:pt>
                <c:pt idx="15172">
                  <c:v>0.17560185184993315</c:v>
                </c:pt>
                <c:pt idx="15173">
                  <c:v>0.17561342592671281</c:v>
                </c:pt>
                <c:pt idx="15174">
                  <c:v>0.1756249999962165</c:v>
                </c:pt>
                <c:pt idx="15175">
                  <c:v>0.17563657407299615</c:v>
                </c:pt>
                <c:pt idx="15176">
                  <c:v>0.17564814814249985</c:v>
                </c:pt>
                <c:pt idx="15177">
                  <c:v>0.1756597222192795</c:v>
                </c:pt>
                <c:pt idx="15178">
                  <c:v>0.17567129629605915</c:v>
                </c:pt>
                <c:pt idx="15179">
                  <c:v>0.17568287036556285</c:v>
                </c:pt>
                <c:pt idx="15180">
                  <c:v>0.1756944444423425</c:v>
                </c:pt>
                <c:pt idx="15181">
                  <c:v>0.17570601851912215</c:v>
                </c:pt>
                <c:pt idx="15182">
                  <c:v>0.17571759258862585</c:v>
                </c:pt>
                <c:pt idx="15183">
                  <c:v>0.1757291666654055</c:v>
                </c:pt>
                <c:pt idx="15184">
                  <c:v>0.1757407407349092</c:v>
                </c:pt>
                <c:pt idx="15185">
                  <c:v>0.17575231481168885</c:v>
                </c:pt>
                <c:pt idx="15186">
                  <c:v>0.1757638888884685</c:v>
                </c:pt>
                <c:pt idx="15187">
                  <c:v>0.17577546295797219</c:v>
                </c:pt>
                <c:pt idx="15188">
                  <c:v>0.17578703703475185</c:v>
                </c:pt>
                <c:pt idx="15189">
                  <c:v>0.1757986111115315</c:v>
                </c:pt>
                <c:pt idx="15190">
                  <c:v>0.17581018518103519</c:v>
                </c:pt>
                <c:pt idx="15191">
                  <c:v>0.17582175925781485</c:v>
                </c:pt>
                <c:pt idx="15192">
                  <c:v>0.1758333333345945</c:v>
                </c:pt>
                <c:pt idx="15193">
                  <c:v>0.17584490740409819</c:v>
                </c:pt>
                <c:pt idx="15194">
                  <c:v>0.17585648148087785</c:v>
                </c:pt>
                <c:pt idx="15195">
                  <c:v>0.17586805555038154</c:v>
                </c:pt>
                <c:pt idx="15196">
                  <c:v>0.17587962962716119</c:v>
                </c:pt>
                <c:pt idx="15197">
                  <c:v>0.17589120370394085</c:v>
                </c:pt>
                <c:pt idx="15198">
                  <c:v>0.17590277777344454</c:v>
                </c:pt>
                <c:pt idx="15199">
                  <c:v>0.17591435185022419</c:v>
                </c:pt>
                <c:pt idx="15200">
                  <c:v>0.17592592592700385</c:v>
                </c:pt>
                <c:pt idx="15201">
                  <c:v>0.17593749999650754</c:v>
                </c:pt>
                <c:pt idx="15202">
                  <c:v>0.17594907407328719</c:v>
                </c:pt>
                <c:pt idx="15203">
                  <c:v>0.17596064814279089</c:v>
                </c:pt>
                <c:pt idx="15204">
                  <c:v>0.17597222221957054</c:v>
                </c:pt>
                <c:pt idx="15205">
                  <c:v>0.17598379629635019</c:v>
                </c:pt>
                <c:pt idx="15206">
                  <c:v>0.17599537036585389</c:v>
                </c:pt>
                <c:pt idx="15207">
                  <c:v>0.17600694444263354</c:v>
                </c:pt>
                <c:pt idx="15208">
                  <c:v>0.17601851851941319</c:v>
                </c:pt>
                <c:pt idx="15209">
                  <c:v>0.17603009258891689</c:v>
                </c:pt>
                <c:pt idx="15210">
                  <c:v>0.17604166666569654</c:v>
                </c:pt>
                <c:pt idx="15211">
                  <c:v>0.17605324073520023</c:v>
                </c:pt>
                <c:pt idx="15212">
                  <c:v>0.17606481481197989</c:v>
                </c:pt>
                <c:pt idx="15213">
                  <c:v>0.17607638888875954</c:v>
                </c:pt>
                <c:pt idx="15214">
                  <c:v>0.17608796295826323</c:v>
                </c:pt>
                <c:pt idx="15215">
                  <c:v>0.17609953703504289</c:v>
                </c:pt>
                <c:pt idx="15216">
                  <c:v>0.17611111111182254</c:v>
                </c:pt>
                <c:pt idx="15217">
                  <c:v>0.17612268518132623</c:v>
                </c:pt>
                <c:pt idx="15218">
                  <c:v>0.17613425925810589</c:v>
                </c:pt>
                <c:pt idx="15219">
                  <c:v>0.17614583332760958</c:v>
                </c:pt>
                <c:pt idx="15220">
                  <c:v>0.17615740740438923</c:v>
                </c:pt>
                <c:pt idx="15221">
                  <c:v>0.17616898148116888</c:v>
                </c:pt>
                <c:pt idx="15222">
                  <c:v>0.17618055555067258</c:v>
                </c:pt>
                <c:pt idx="15223">
                  <c:v>0.17619212962745223</c:v>
                </c:pt>
                <c:pt idx="15224">
                  <c:v>0.17620370370423188</c:v>
                </c:pt>
                <c:pt idx="15225">
                  <c:v>0.17621527777373558</c:v>
                </c:pt>
                <c:pt idx="15226">
                  <c:v>0.17622685185051523</c:v>
                </c:pt>
                <c:pt idx="15227">
                  <c:v>0.17623842592001893</c:v>
                </c:pt>
                <c:pt idx="15228">
                  <c:v>0.17624999999679858</c:v>
                </c:pt>
                <c:pt idx="15229">
                  <c:v>0.17626157407357823</c:v>
                </c:pt>
                <c:pt idx="15230">
                  <c:v>0.17627314814308193</c:v>
                </c:pt>
                <c:pt idx="15231">
                  <c:v>0.17628472221986158</c:v>
                </c:pt>
                <c:pt idx="15232">
                  <c:v>0.17629629629664123</c:v>
                </c:pt>
                <c:pt idx="15233">
                  <c:v>0.17630787036614493</c:v>
                </c:pt>
                <c:pt idx="15234">
                  <c:v>0.17631944444292458</c:v>
                </c:pt>
                <c:pt idx="15235">
                  <c:v>0.17633101851970423</c:v>
                </c:pt>
                <c:pt idx="15236">
                  <c:v>0.17634259258920792</c:v>
                </c:pt>
                <c:pt idx="15237">
                  <c:v>0.17635416666598758</c:v>
                </c:pt>
                <c:pt idx="15238">
                  <c:v>0.17636574073549127</c:v>
                </c:pt>
                <c:pt idx="15239">
                  <c:v>0.17637731481227092</c:v>
                </c:pt>
                <c:pt idx="15240">
                  <c:v>0.17638888888905058</c:v>
                </c:pt>
                <c:pt idx="15241">
                  <c:v>0.17640046295855427</c:v>
                </c:pt>
                <c:pt idx="15242">
                  <c:v>0.17641203703533392</c:v>
                </c:pt>
                <c:pt idx="15243">
                  <c:v>0.17642361111211358</c:v>
                </c:pt>
                <c:pt idx="15244">
                  <c:v>0.17643518518161727</c:v>
                </c:pt>
                <c:pt idx="15245">
                  <c:v>0.17644675925839692</c:v>
                </c:pt>
                <c:pt idx="15246">
                  <c:v>0.17645833332790062</c:v>
                </c:pt>
                <c:pt idx="15247">
                  <c:v>0.17646990740468027</c:v>
                </c:pt>
                <c:pt idx="15248">
                  <c:v>0.17648148148145992</c:v>
                </c:pt>
                <c:pt idx="15249">
                  <c:v>0.17649305555096362</c:v>
                </c:pt>
                <c:pt idx="15250">
                  <c:v>0.17650462962774327</c:v>
                </c:pt>
                <c:pt idx="15251">
                  <c:v>0.17651620370452292</c:v>
                </c:pt>
                <c:pt idx="15252">
                  <c:v>0.17652777777402662</c:v>
                </c:pt>
                <c:pt idx="15253">
                  <c:v>0.17653935185080627</c:v>
                </c:pt>
                <c:pt idx="15254">
                  <c:v>0.17655092592030996</c:v>
                </c:pt>
                <c:pt idx="15255">
                  <c:v>0.17656249999708962</c:v>
                </c:pt>
                <c:pt idx="15256">
                  <c:v>0.17657407407386927</c:v>
                </c:pt>
                <c:pt idx="15257">
                  <c:v>0.17658564814337296</c:v>
                </c:pt>
                <c:pt idx="15258">
                  <c:v>0.17659722222015262</c:v>
                </c:pt>
                <c:pt idx="15259">
                  <c:v>0.17660879629693227</c:v>
                </c:pt>
                <c:pt idx="15260">
                  <c:v>0.17662037036643596</c:v>
                </c:pt>
                <c:pt idx="15261">
                  <c:v>0.17663194444321562</c:v>
                </c:pt>
                <c:pt idx="15262">
                  <c:v>0.17664351851271931</c:v>
                </c:pt>
                <c:pt idx="15263">
                  <c:v>0.17665509258949896</c:v>
                </c:pt>
                <c:pt idx="15264">
                  <c:v>0.17666666666627862</c:v>
                </c:pt>
                <c:pt idx="15265">
                  <c:v>0.17667824073578231</c:v>
                </c:pt>
                <c:pt idx="15266">
                  <c:v>0.17668981481256196</c:v>
                </c:pt>
                <c:pt idx="15267">
                  <c:v>0.17670138888934162</c:v>
                </c:pt>
                <c:pt idx="15268">
                  <c:v>0.17671296295884531</c:v>
                </c:pt>
                <c:pt idx="15269">
                  <c:v>0.17672453703562496</c:v>
                </c:pt>
                <c:pt idx="15270">
                  <c:v>0.17673611111240461</c:v>
                </c:pt>
                <c:pt idx="15271">
                  <c:v>0.17674768518190831</c:v>
                </c:pt>
                <c:pt idx="15272">
                  <c:v>0.17675925925868796</c:v>
                </c:pt>
                <c:pt idx="15273">
                  <c:v>0.17677083332819166</c:v>
                </c:pt>
                <c:pt idx="15274">
                  <c:v>0.17678240740497131</c:v>
                </c:pt>
                <c:pt idx="15275">
                  <c:v>0.17679398148175096</c:v>
                </c:pt>
                <c:pt idx="15276">
                  <c:v>0.17680555555125466</c:v>
                </c:pt>
                <c:pt idx="15277">
                  <c:v>0.17681712962803431</c:v>
                </c:pt>
                <c:pt idx="15278">
                  <c:v>0.17682870370481396</c:v>
                </c:pt>
                <c:pt idx="15279">
                  <c:v>0.17684027777431766</c:v>
                </c:pt>
                <c:pt idx="15280">
                  <c:v>0.17685185185109731</c:v>
                </c:pt>
                <c:pt idx="15281">
                  <c:v>0.176863425920601</c:v>
                </c:pt>
                <c:pt idx="15282">
                  <c:v>0.17687499999738066</c:v>
                </c:pt>
                <c:pt idx="15283">
                  <c:v>0.17688657407416031</c:v>
                </c:pt>
                <c:pt idx="15284">
                  <c:v>0.176898148143664</c:v>
                </c:pt>
                <c:pt idx="15285">
                  <c:v>0.17690972222044365</c:v>
                </c:pt>
                <c:pt idx="15286">
                  <c:v>0.17692129629722331</c:v>
                </c:pt>
                <c:pt idx="15287">
                  <c:v>0.176932870366727</c:v>
                </c:pt>
                <c:pt idx="15288">
                  <c:v>0.17694444444350665</c:v>
                </c:pt>
                <c:pt idx="15289">
                  <c:v>0.17695601851301035</c:v>
                </c:pt>
                <c:pt idx="15290">
                  <c:v>0.17696759258979</c:v>
                </c:pt>
                <c:pt idx="15291">
                  <c:v>0.17697916666656965</c:v>
                </c:pt>
                <c:pt idx="15292">
                  <c:v>0.17699074073607335</c:v>
                </c:pt>
                <c:pt idx="15293">
                  <c:v>0.177002314812853</c:v>
                </c:pt>
                <c:pt idx="15294">
                  <c:v>0.17701388888963265</c:v>
                </c:pt>
                <c:pt idx="15295">
                  <c:v>0.17702546295913635</c:v>
                </c:pt>
                <c:pt idx="15296">
                  <c:v>0.177037037035916</c:v>
                </c:pt>
                <c:pt idx="15297">
                  <c:v>0.1770486111054197</c:v>
                </c:pt>
                <c:pt idx="15298">
                  <c:v>0.17706018518219935</c:v>
                </c:pt>
                <c:pt idx="15299">
                  <c:v>0.177071759258979</c:v>
                </c:pt>
                <c:pt idx="15300">
                  <c:v>0.17708333332848269</c:v>
                </c:pt>
                <c:pt idx="15301">
                  <c:v>0.17709490740526235</c:v>
                </c:pt>
                <c:pt idx="15302">
                  <c:v>0.177106481482042</c:v>
                </c:pt>
                <c:pt idx="15303">
                  <c:v>0.17711805555154569</c:v>
                </c:pt>
                <c:pt idx="15304">
                  <c:v>0.17712962962832535</c:v>
                </c:pt>
                <c:pt idx="15305">
                  <c:v>0.17714120369782904</c:v>
                </c:pt>
                <c:pt idx="15306">
                  <c:v>0.17715277777460869</c:v>
                </c:pt>
                <c:pt idx="15307">
                  <c:v>0.17716435185138835</c:v>
                </c:pt>
                <c:pt idx="15308">
                  <c:v>0.17717592592089204</c:v>
                </c:pt>
                <c:pt idx="15309">
                  <c:v>0.17718749999767169</c:v>
                </c:pt>
                <c:pt idx="15310">
                  <c:v>0.17719907407445135</c:v>
                </c:pt>
                <c:pt idx="15311">
                  <c:v>0.17721064814395504</c:v>
                </c:pt>
                <c:pt idx="15312">
                  <c:v>0.17722222222073469</c:v>
                </c:pt>
                <c:pt idx="15313">
                  <c:v>0.17723379629751435</c:v>
                </c:pt>
                <c:pt idx="15314">
                  <c:v>0.17724537036701804</c:v>
                </c:pt>
                <c:pt idx="15315">
                  <c:v>0.17725694444379769</c:v>
                </c:pt>
                <c:pt idx="15316">
                  <c:v>0.17726851851330139</c:v>
                </c:pt>
                <c:pt idx="15317">
                  <c:v>0.17728009259008104</c:v>
                </c:pt>
                <c:pt idx="15318">
                  <c:v>0.17729166666686069</c:v>
                </c:pt>
                <c:pt idx="15319">
                  <c:v>0.17730324073636439</c:v>
                </c:pt>
                <c:pt idx="15320">
                  <c:v>0.17731481481314404</c:v>
                </c:pt>
                <c:pt idx="15321">
                  <c:v>0.17732638888992369</c:v>
                </c:pt>
                <c:pt idx="15322">
                  <c:v>0.17733796295942739</c:v>
                </c:pt>
                <c:pt idx="15323">
                  <c:v>0.17734953703620704</c:v>
                </c:pt>
                <c:pt idx="15324">
                  <c:v>0.17736111110571073</c:v>
                </c:pt>
                <c:pt idx="15325">
                  <c:v>0.17737268518249039</c:v>
                </c:pt>
                <c:pt idx="15326">
                  <c:v>0.17738425925927004</c:v>
                </c:pt>
                <c:pt idx="15327">
                  <c:v>0.17739583332877373</c:v>
                </c:pt>
                <c:pt idx="15328">
                  <c:v>0.17740740740555339</c:v>
                </c:pt>
                <c:pt idx="15329">
                  <c:v>0.17741898148233304</c:v>
                </c:pt>
                <c:pt idx="15330">
                  <c:v>0.17743055555183673</c:v>
                </c:pt>
                <c:pt idx="15331">
                  <c:v>0.17744212962861639</c:v>
                </c:pt>
                <c:pt idx="15332">
                  <c:v>0.17745370369812008</c:v>
                </c:pt>
                <c:pt idx="15333">
                  <c:v>0.17746527777489973</c:v>
                </c:pt>
                <c:pt idx="15334">
                  <c:v>0.17747685185167938</c:v>
                </c:pt>
                <c:pt idx="15335">
                  <c:v>0.17748842592118308</c:v>
                </c:pt>
                <c:pt idx="15336">
                  <c:v>0.17749999999796273</c:v>
                </c:pt>
                <c:pt idx="15337">
                  <c:v>0.17751157407474238</c:v>
                </c:pt>
                <c:pt idx="15338">
                  <c:v>0.17752314814424608</c:v>
                </c:pt>
                <c:pt idx="15339">
                  <c:v>0.17753472222102573</c:v>
                </c:pt>
                <c:pt idx="15340">
                  <c:v>0.17754629629052943</c:v>
                </c:pt>
                <c:pt idx="15341">
                  <c:v>0.17755787036730908</c:v>
                </c:pt>
                <c:pt idx="15342">
                  <c:v>0.17756944444408873</c:v>
                </c:pt>
                <c:pt idx="15343">
                  <c:v>0.17758101851359243</c:v>
                </c:pt>
                <c:pt idx="15344">
                  <c:v>0.17759259259037208</c:v>
                </c:pt>
                <c:pt idx="15345">
                  <c:v>0.17760416666715173</c:v>
                </c:pt>
                <c:pt idx="15346">
                  <c:v>0.17761574073665543</c:v>
                </c:pt>
                <c:pt idx="15347">
                  <c:v>0.17762731481343508</c:v>
                </c:pt>
                <c:pt idx="15348">
                  <c:v>0.17763888889021473</c:v>
                </c:pt>
                <c:pt idx="15349">
                  <c:v>0.17765046295971842</c:v>
                </c:pt>
                <c:pt idx="15350">
                  <c:v>0.17766203703649808</c:v>
                </c:pt>
                <c:pt idx="15351">
                  <c:v>0.17767361110600177</c:v>
                </c:pt>
                <c:pt idx="15352">
                  <c:v>0.17768518518278142</c:v>
                </c:pt>
                <c:pt idx="15353">
                  <c:v>0.17769675925956108</c:v>
                </c:pt>
                <c:pt idx="15354">
                  <c:v>0.17770833332906477</c:v>
                </c:pt>
                <c:pt idx="15355">
                  <c:v>0.17771990740584442</c:v>
                </c:pt>
                <c:pt idx="15356">
                  <c:v>0.17773148148262408</c:v>
                </c:pt>
                <c:pt idx="15357">
                  <c:v>0.17774305555212777</c:v>
                </c:pt>
                <c:pt idx="15358">
                  <c:v>0.17775462962890742</c:v>
                </c:pt>
                <c:pt idx="15359">
                  <c:v>0.17776620369841112</c:v>
                </c:pt>
                <c:pt idx="15360">
                  <c:v>0.17777777777519077</c:v>
                </c:pt>
                <c:pt idx="15361">
                  <c:v>0.17778935185197042</c:v>
                </c:pt>
                <c:pt idx="15362">
                  <c:v>0.17780092592147412</c:v>
                </c:pt>
                <c:pt idx="15363">
                  <c:v>0.17781249999825377</c:v>
                </c:pt>
                <c:pt idx="15364">
                  <c:v>0.17782407407503342</c:v>
                </c:pt>
                <c:pt idx="15365">
                  <c:v>0.17783564814453712</c:v>
                </c:pt>
                <c:pt idx="15366">
                  <c:v>0.17784722222131677</c:v>
                </c:pt>
                <c:pt idx="15367">
                  <c:v>0.17785879629082046</c:v>
                </c:pt>
                <c:pt idx="15368">
                  <c:v>0.17787037036760012</c:v>
                </c:pt>
                <c:pt idx="15369">
                  <c:v>0.17788194444437977</c:v>
                </c:pt>
                <c:pt idx="15370">
                  <c:v>0.17789351851388346</c:v>
                </c:pt>
                <c:pt idx="15371">
                  <c:v>0.17790509259066312</c:v>
                </c:pt>
                <c:pt idx="15372">
                  <c:v>0.17791666666744277</c:v>
                </c:pt>
                <c:pt idx="15373">
                  <c:v>0.17792824073694646</c:v>
                </c:pt>
                <c:pt idx="15374">
                  <c:v>0.17793981481372612</c:v>
                </c:pt>
                <c:pt idx="15375">
                  <c:v>0.17795138888322981</c:v>
                </c:pt>
                <c:pt idx="15376">
                  <c:v>0.17796296296000946</c:v>
                </c:pt>
                <c:pt idx="15377">
                  <c:v>0.17797453703678912</c:v>
                </c:pt>
                <c:pt idx="15378">
                  <c:v>0.17798611110629281</c:v>
                </c:pt>
                <c:pt idx="15379">
                  <c:v>0.17799768518307246</c:v>
                </c:pt>
                <c:pt idx="15380">
                  <c:v>0.17800925925985212</c:v>
                </c:pt>
                <c:pt idx="15381">
                  <c:v>0.17802083332935581</c:v>
                </c:pt>
                <c:pt idx="15382">
                  <c:v>0.17803240740613546</c:v>
                </c:pt>
                <c:pt idx="15383">
                  <c:v>0.17804398147563916</c:v>
                </c:pt>
                <c:pt idx="15384">
                  <c:v>0.17805555555241881</c:v>
                </c:pt>
                <c:pt idx="15385">
                  <c:v>0.17806712962919846</c:v>
                </c:pt>
                <c:pt idx="15386">
                  <c:v>0.17807870369870216</c:v>
                </c:pt>
                <c:pt idx="15387">
                  <c:v>0.17809027777548181</c:v>
                </c:pt>
                <c:pt idx="15388">
                  <c:v>0.17810185185226146</c:v>
                </c:pt>
                <c:pt idx="15389">
                  <c:v>0.17811342592176516</c:v>
                </c:pt>
                <c:pt idx="15390">
                  <c:v>0.17812499999854481</c:v>
                </c:pt>
                <c:pt idx="15391">
                  <c:v>0.17813657407532446</c:v>
                </c:pt>
                <c:pt idx="15392">
                  <c:v>0.17814814814482816</c:v>
                </c:pt>
                <c:pt idx="15393">
                  <c:v>0.17815972222160781</c:v>
                </c:pt>
                <c:pt idx="15394">
                  <c:v>0.1781712962911115</c:v>
                </c:pt>
                <c:pt idx="15395">
                  <c:v>0.17818287036789116</c:v>
                </c:pt>
                <c:pt idx="15396">
                  <c:v>0.17819444444467081</c:v>
                </c:pt>
                <c:pt idx="15397">
                  <c:v>0.1782060185141745</c:v>
                </c:pt>
                <c:pt idx="15398">
                  <c:v>0.17821759259095415</c:v>
                </c:pt>
                <c:pt idx="15399">
                  <c:v>0.17822916666773381</c:v>
                </c:pt>
                <c:pt idx="15400">
                  <c:v>0.1782407407372375</c:v>
                </c:pt>
                <c:pt idx="15401">
                  <c:v>0.17825231481401715</c:v>
                </c:pt>
                <c:pt idx="15402">
                  <c:v>0.17826388888352085</c:v>
                </c:pt>
                <c:pt idx="15403">
                  <c:v>0.1782754629603005</c:v>
                </c:pt>
                <c:pt idx="15404">
                  <c:v>0.17828703703708015</c:v>
                </c:pt>
                <c:pt idx="15405">
                  <c:v>0.17829861110658385</c:v>
                </c:pt>
                <c:pt idx="15406">
                  <c:v>0.1783101851833635</c:v>
                </c:pt>
                <c:pt idx="15407">
                  <c:v>0.17832175926014315</c:v>
                </c:pt>
                <c:pt idx="15408">
                  <c:v>0.17833333332964685</c:v>
                </c:pt>
                <c:pt idx="15409">
                  <c:v>0.1783449074064265</c:v>
                </c:pt>
                <c:pt idx="15410">
                  <c:v>0.1783564814759302</c:v>
                </c:pt>
                <c:pt idx="15411">
                  <c:v>0.17836805555270985</c:v>
                </c:pt>
                <c:pt idx="15412">
                  <c:v>0.1783796296294895</c:v>
                </c:pt>
                <c:pt idx="15413">
                  <c:v>0.17839120369899319</c:v>
                </c:pt>
                <c:pt idx="15414">
                  <c:v>0.17840277777577285</c:v>
                </c:pt>
                <c:pt idx="15415">
                  <c:v>0.1784143518525525</c:v>
                </c:pt>
                <c:pt idx="15416">
                  <c:v>0.17842592592205619</c:v>
                </c:pt>
                <c:pt idx="15417">
                  <c:v>0.17843749999883585</c:v>
                </c:pt>
                <c:pt idx="15418">
                  <c:v>0.17844907406833954</c:v>
                </c:pt>
                <c:pt idx="15419">
                  <c:v>0.17846064814511919</c:v>
                </c:pt>
                <c:pt idx="15420">
                  <c:v>0.17847222222189885</c:v>
                </c:pt>
                <c:pt idx="15421">
                  <c:v>0.17848379629140254</c:v>
                </c:pt>
                <c:pt idx="15422">
                  <c:v>0.17849537036818219</c:v>
                </c:pt>
                <c:pt idx="15423">
                  <c:v>0.17850694444496185</c:v>
                </c:pt>
                <c:pt idx="15424">
                  <c:v>0.17851851851446554</c:v>
                </c:pt>
                <c:pt idx="15425">
                  <c:v>0.17853009259124519</c:v>
                </c:pt>
                <c:pt idx="15426">
                  <c:v>0.17854166666074889</c:v>
                </c:pt>
                <c:pt idx="15427">
                  <c:v>0.17855324073752854</c:v>
                </c:pt>
                <c:pt idx="15428">
                  <c:v>0.17856481481430819</c:v>
                </c:pt>
                <c:pt idx="15429">
                  <c:v>0.17857638888381189</c:v>
                </c:pt>
                <c:pt idx="15430">
                  <c:v>0.17858796296059154</c:v>
                </c:pt>
                <c:pt idx="15431">
                  <c:v>0.17859953703737119</c:v>
                </c:pt>
                <c:pt idx="15432">
                  <c:v>0.17861111110687489</c:v>
                </c:pt>
                <c:pt idx="15433">
                  <c:v>0.17862268518365454</c:v>
                </c:pt>
                <c:pt idx="15434">
                  <c:v>0.17863425926043419</c:v>
                </c:pt>
                <c:pt idx="15435">
                  <c:v>0.17864583332993789</c:v>
                </c:pt>
                <c:pt idx="15436">
                  <c:v>0.17865740740671754</c:v>
                </c:pt>
                <c:pt idx="15437">
                  <c:v>0.17866898147622123</c:v>
                </c:pt>
                <c:pt idx="15438">
                  <c:v>0.17868055555300089</c:v>
                </c:pt>
                <c:pt idx="15439">
                  <c:v>0.17869212962978054</c:v>
                </c:pt>
                <c:pt idx="15440">
                  <c:v>0.17870370369928423</c:v>
                </c:pt>
                <c:pt idx="15441">
                  <c:v>0.17871527777606389</c:v>
                </c:pt>
                <c:pt idx="15442">
                  <c:v>0.17872685185284354</c:v>
                </c:pt>
                <c:pt idx="15443">
                  <c:v>0.17873842592234723</c:v>
                </c:pt>
                <c:pt idx="15444">
                  <c:v>0.17874999999912689</c:v>
                </c:pt>
                <c:pt idx="15445">
                  <c:v>0.17876157406863058</c:v>
                </c:pt>
                <c:pt idx="15446">
                  <c:v>0.17877314814541023</c:v>
                </c:pt>
                <c:pt idx="15447">
                  <c:v>0.17878472222218988</c:v>
                </c:pt>
                <c:pt idx="15448">
                  <c:v>0.17879629629169358</c:v>
                </c:pt>
                <c:pt idx="15449">
                  <c:v>0.17880787036847323</c:v>
                </c:pt>
                <c:pt idx="15450">
                  <c:v>0.17881944444525288</c:v>
                </c:pt>
                <c:pt idx="15451">
                  <c:v>0.17883101851475658</c:v>
                </c:pt>
                <c:pt idx="15452">
                  <c:v>0.17884259259153623</c:v>
                </c:pt>
                <c:pt idx="15453">
                  <c:v>0.17885416666103993</c:v>
                </c:pt>
                <c:pt idx="15454">
                  <c:v>0.17886574073781958</c:v>
                </c:pt>
                <c:pt idx="15455">
                  <c:v>0.17887731481459923</c:v>
                </c:pt>
                <c:pt idx="15456">
                  <c:v>0.17888888888410293</c:v>
                </c:pt>
                <c:pt idx="15457">
                  <c:v>0.17890046296088258</c:v>
                </c:pt>
                <c:pt idx="15458">
                  <c:v>0.17891203703766223</c:v>
                </c:pt>
                <c:pt idx="15459">
                  <c:v>0.17892361110716593</c:v>
                </c:pt>
                <c:pt idx="15460">
                  <c:v>0.17893518518394558</c:v>
                </c:pt>
                <c:pt idx="15461">
                  <c:v>0.17894675925344927</c:v>
                </c:pt>
                <c:pt idx="15462">
                  <c:v>0.17895833333022892</c:v>
                </c:pt>
                <c:pt idx="15463">
                  <c:v>0.17896990740700858</c:v>
                </c:pt>
                <c:pt idx="15464">
                  <c:v>0.17898148147651227</c:v>
                </c:pt>
                <c:pt idx="15465">
                  <c:v>0.17899305555329192</c:v>
                </c:pt>
                <c:pt idx="15466">
                  <c:v>0.17900462963007158</c:v>
                </c:pt>
                <c:pt idx="15467">
                  <c:v>0.17901620369957527</c:v>
                </c:pt>
                <c:pt idx="15468">
                  <c:v>0.17902777777635492</c:v>
                </c:pt>
                <c:pt idx="15469">
                  <c:v>0.17903935185313458</c:v>
                </c:pt>
                <c:pt idx="15470">
                  <c:v>0.17905092592263827</c:v>
                </c:pt>
                <c:pt idx="15471">
                  <c:v>0.17906249999941792</c:v>
                </c:pt>
                <c:pt idx="15472">
                  <c:v>0.17907407406892162</c:v>
                </c:pt>
                <c:pt idx="15473">
                  <c:v>0.17908564814570127</c:v>
                </c:pt>
                <c:pt idx="15474">
                  <c:v>0.17909722222248092</c:v>
                </c:pt>
                <c:pt idx="15475">
                  <c:v>0.17910879629198462</c:v>
                </c:pt>
                <c:pt idx="15476">
                  <c:v>0.17912037036876427</c:v>
                </c:pt>
                <c:pt idx="15477">
                  <c:v>0.17913194444554392</c:v>
                </c:pt>
                <c:pt idx="15478">
                  <c:v>0.17914351851504762</c:v>
                </c:pt>
                <c:pt idx="15479">
                  <c:v>0.17915509259182727</c:v>
                </c:pt>
                <c:pt idx="15480">
                  <c:v>0.17916666666133096</c:v>
                </c:pt>
                <c:pt idx="15481">
                  <c:v>0.17917824073811062</c:v>
                </c:pt>
                <c:pt idx="15482">
                  <c:v>0.17918981481489027</c:v>
                </c:pt>
                <c:pt idx="15483">
                  <c:v>0.17920138888439396</c:v>
                </c:pt>
                <c:pt idx="15484">
                  <c:v>0.17921296296117362</c:v>
                </c:pt>
                <c:pt idx="15485">
                  <c:v>0.17922453703795327</c:v>
                </c:pt>
                <c:pt idx="15486">
                  <c:v>0.17923611110745696</c:v>
                </c:pt>
                <c:pt idx="15487">
                  <c:v>0.17924768518423662</c:v>
                </c:pt>
                <c:pt idx="15488">
                  <c:v>0.17925925925374031</c:v>
                </c:pt>
                <c:pt idx="15489">
                  <c:v>0.17927083333051996</c:v>
                </c:pt>
                <c:pt idx="15490">
                  <c:v>0.17928240740729962</c:v>
                </c:pt>
                <c:pt idx="15491">
                  <c:v>0.17929398147680331</c:v>
                </c:pt>
                <c:pt idx="15492">
                  <c:v>0.17930555555358296</c:v>
                </c:pt>
                <c:pt idx="15493">
                  <c:v>0.17931712963036261</c:v>
                </c:pt>
                <c:pt idx="15494">
                  <c:v>0.17932870369986631</c:v>
                </c:pt>
                <c:pt idx="15495">
                  <c:v>0.17934027777664596</c:v>
                </c:pt>
                <c:pt idx="15496">
                  <c:v>0.17935185184614966</c:v>
                </c:pt>
                <c:pt idx="15497">
                  <c:v>0.17936342592292931</c:v>
                </c:pt>
                <c:pt idx="15498">
                  <c:v>0.17937499999970896</c:v>
                </c:pt>
                <c:pt idx="15499">
                  <c:v>0.17938657406921266</c:v>
                </c:pt>
                <c:pt idx="15500">
                  <c:v>0.17939814814599231</c:v>
                </c:pt>
                <c:pt idx="15501">
                  <c:v>0.17940972222277196</c:v>
                </c:pt>
                <c:pt idx="15502">
                  <c:v>0.17942129629227566</c:v>
                </c:pt>
                <c:pt idx="15503">
                  <c:v>0.17943287036905531</c:v>
                </c:pt>
                <c:pt idx="15504">
                  <c:v>0.179444444438559</c:v>
                </c:pt>
                <c:pt idx="15505">
                  <c:v>0.17945601851533866</c:v>
                </c:pt>
                <c:pt idx="15506">
                  <c:v>0.17946759259211831</c:v>
                </c:pt>
                <c:pt idx="15507">
                  <c:v>0.179479166661622</c:v>
                </c:pt>
                <c:pt idx="15508">
                  <c:v>0.17949074073840166</c:v>
                </c:pt>
                <c:pt idx="15509">
                  <c:v>0.17950231481518131</c:v>
                </c:pt>
                <c:pt idx="15510">
                  <c:v>0.179513888884685</c:v>
                </c:pt>
                <c:pt idx="15511">
                  <c:v>0.17952546296146465</c:v>
                </c:pt>
                <c:pt idx="15512">
                  <c:v>0.17953703703824431</c:v>
                </c:pt>
                <c:pt idx="15513">
                  <c:v>0.179548611107748</c:v>
                </c:pt>
                <c:pt idx="15514">
                  <c:v>0.17956018518452765</c:v>
                </c:pt>
                <c:pt idx="15515">
                  <c:v>0.17957175925403135</c:v>
                </c:pt>
                <c:pt idx="15516">
                  <c:v>0.179583333330811</c:v>
                </c:pt>
                <c:pt idx="15517">
                  <c:v>0.17959490740759065</c:v>
                </c:pt>
                <c:pt idx="15518">
                  <c:v>0.17960648147709435</c:v>
                </c:pt>
                <c:pt idx="15519">
                  <c:v>0.179618055553874</c:v>
                </c:pt>
                <c:pt idx="15520">
                  <c:v>0.17962962963065365</c:v>
                </c:pt>
                <c:pt idx="15521">
                  <c:v>0.17964120370015735</c:v>
                </c:pt>
                <c:pt idx="15522">
                  <c:v>0.179652777776937</c:v>
                </c:pt>
                <c:pt idx="15523">
                  <c:v>0.1796643518464407</c:v>
                </c:pt>
                <c:pt idx="15524">
                  <c:v>0.17967592592322035</c:v>
                </c:pt>
                <c:pt idx="15525">
                  <c:v>0.1796875</c:v>
                </c:pt>
                <c:pt idx="15526">
                  <c:v>0.17969907406950369</c:v>
                </c:pt>
                <c:pt idx="15527">
                  <c:v>0.17971064814628335</c:v>
                </c:pt>
                <c:pt idx="15528">
                  <c:v>0.179722222223063</c:v>
                </c:pt>
                <c:pt idx="15529">
                  <c:v>0.17973379629256669</c:v>
                </c:pt>
                <c:pt idx="15530">
                  <c:v>0.17974537036934635</c:v>
                </c:pt>
                <c:pt idx="15531">
                  <c:v>0.17975694443885004</c:v>
                </c:pt>
                <c:pt idx="15532">
                  <c:v>0.17976851851562969</c:v>
                </c:pt>
                <c:pt idx="15533">
                  <c:v>0.17978009259240935</c:v>
                </c:pt>
                <c:pt idx="15534">
                  <c:v>0.17979166666191304</c:v>
                </c:pt>
                <c:pt idx="15535">
                  <c:v>0.17980324073869269</c:v>
                </c:pt>
                <c:pt idx="15536">
                  <c:v>0.17981481481547235</c:v>
                </c:pt>
                <c:pt idx="15537">
                  <c:v>0.17982638888497604</c:v>
                </c:pt>
                <c:pt idx="15538">
                  <c:v>0.17983796296175569</c:v>
                </c:pt>
                <c:pt idx="15539">
                  <c:v>0.17984953703125939</c:v>
                </c:pt>
                <c:pt idx="15540">
                  <c:v>0.17986111110803904</c:v>
                </c:pt>
                <c:pt idx="15541">
                  <c:v>0.17987268518481869</c:v>
                </c:pt>
                <c:pt idx="15542">
                  <c:v>0.17988425925432239</c:v>
                </c:pt>
                <c:pt idx="15543">
                  <c:v>0.17989583333110204</c:v>
                </c:pt>
                <c:pt idx="15544">
                  <c:v>0.17990740740788169</c:v>
                </c:pt>
                <c:pt idx="15545">
                  <c:v>0.17991898147738539</c:v>
                </c:pt>
                <c:pt idx="15546">
                  <c:v>0.17993055555416504</c:v>
                </c:pt>
                <c:pt idx="15547">
                  <c:v>0.17994212963094469</c:v>
                </c:pt>
                <c:pt idx="15548">
                  <c:v>0.17995370370044839</c:v>
                </c:pt>
                <c:pt idx="15549">
                  <c:v>0.17996527777722804</c:v>
                </c:pt>
                <c:pt idx="15550">
                  <c:v>0.17997685184673173</c:v>
                </c:pt>
                <c:pt idx="15551">
                  <c:v>0.17998842592351139</c:v>
                </c:pt>
                <c:pt idx="15552">
                  <c:v>0.18000000000029104</c:v>
                </c:pt>
                <c:pt idx="15553">
                  <c:v>0.18001157406979473</c:v>
                </c:pt>
                <c:pt idx="15554">
                  <c:v>0.18002314814657439</c:v>
                </c:pt>
                <c:pt idx="15555">
                  <c:v>0.18003472222335404</c:v>
                </c:pt>
                <c:pt idx="15556">
                  <c:v>0.18004629629285773</c:v>
                </c:pt>
                <c:pt idx="15557">
                  <c:v>0.18005787036963739</c:v>
                </c:pt>
                <c:pt idx="15558">
                  <c:v>0.18006944443914108</c:v>
                </c:pt>
                <c:pt idx="15559">
                  <c:v>0.18008101851592073</c:v>
                </c:pt>
                <c:pt idx="15560">
                  <c:v>0.18009259259270038</c:v>
                </c:pt>
                <c:pt idx="15561">
                  <c:v>0.18010416666220408</c:v>
                </c:pt>
                <c:pt idx="15562">
                  <c:v>0.18011574073898373</c:v>
                </c:pt>
                <c:pt idx="15563">
                  <c:v>0.18012731481576338</c:v>
                </c:pt>
                <c:pt idx="15564">
                  <c:v>0.18013888888526708</c:v>
                </c:pt>
                <c:pt idx="15565">
                  <c:v>0.18015046296204673</c:v>
                </c:pt>
                <c:pt idx="15566">
                  <c:v>0.18016203703155043</c:v>
                </c:pt>
                <c:pt idx="15567">
                  <c:v>0.18017361110833008</c:v>
                </c:pt>
                <c:pt idx="15568">
                  <c:v>0.18018518518510973</c:v>
                </c:pt>
                <c:pt idx="15569">
                  <c:v>0.18019675925461343</c:v>
                </c:pt>
                <c:pt idx="15570">
                  <c:v>0.18020833333139308</c:v>
                </c:pt>
                <c:pt idx="15571">
                  <c:v>0.18021990740817273</c:v>
                </c:pt>
                <c:pt idx="15572">
                  <c:v>0.18023148147767643</c:v>
                </c:pt>
                <c:pt idx="15573">
                  <c:v>0.18024305555445608</c:v>
                </c:pt>
                <c:pt idx="15574">
                  <c:v>0.18025462962395977</c:v>
                </c:pt>
                <c:pt idx="15575">
                  <c:v>0.18026620370073942</c:v>
                </c:pt>
                <c:pt idx="15576">
                  <c:v>0.18027777777751908</c:v>
                </c:pt>
                <c:pt idx="15577">
                  <c:v>0.18028935184702277</c:v>
                </c:pt>
                <c:pt idx="15578">
                  <c:v>0.18030092592380242</c:v>
                </c:pt>
                <c:pt idx="15579">
                  <c:v>0.18031250000058208</c:v>
                </c:pt>
                <c:pt idx="15580">
                  <c:v>0.18032407407008577</c:v>
                </c:pt>
                <c:pt idx="15581">
                  <c:v>0.18033564814686542</c:v>
                </c:pt>
                <c:pt idx="15582">
                  <c:v>0.18034722221636912</c:v>
                </c:pt>
                <c:pt idx="15583">
                  <c:v>0.18035879629314877</c:v>
                </c:pt>
                <c:pt idx="15584">
                  <c:v>0.18037037036992842</c:v>
                </c:pt>
                <c:pt idx="15585">
                  <c:v>0.18038194443943212</c:v>
                </c:pt>
                <c:pt idx="15586">
                  <c:v>0.18039351851621177</c:v>
                </c:pt>
                <c:pt idx="15587">
                  <c:v>0.18040509259299142</c:v>
                </c:pt>
                <c:pt idx="15588">
                  <c:v>0.18041666666249512</c:v>
                </c:pt>
                <c:pt idx="15589">
                  <c:v>0.18042824073927477</c:v>
                </c:pt>
                <c:pt idx="15590">
                  <c:v>0.18043981481605442</c:v>
                </c:pt>
                <c:pt idx="15591">
                  <c:v>0.18045138888555812</c:v>
                </c:pt>
                <c:pt idx="15592">
                  <c:v>0.18046296296233777</c:v>
                </c:pt>
                <c:pt idx="15593">
                  <c:v>0.18047453703184146</c:v>
                </c:pt>
                <c:pt idx="15594">
                  <c:v>0.18048611110862112</c:v>
                </c:pt>
                <c:pt idx="15595">
                  <c:v>0.18049768518540077</c:v>
                </c:pt>
                <c:pt idx="15596">
                  <c:v>0.18050925925490446</c:v>
                </c:pt>
                <c:pt idx="15597">
                  <c:v>0.18052083333168412</c:v>
                </c:pt>
                <c:pt idx="15598">
                  <c:v>0.18053240740846377</c:v>
                </c:pt>
                <c:pt idx="15599">
                  <c:v>0.18054398147796746</c:v>
                </c:pt>
                <c:pt idx="15600">
                  <c:v>0.18055555555474712</c:v>
                </c:pt>
                <c:pt idx="15601">
                  <c:v>0.18056712962425081</c:v>
                </c:pt>
                <c:pt idx="15602">
                  <c:v>0.18057870370103046</c:v>
                </c:pt>
                <c:pt idx="15603">
                  <c:v>0.18059027777781012</c:v>
                </c:pt>
                <c:pt idx="15604">
                  <c:v>0.18060185184731381</c:v>
                </c:pt>
                <c:pt idx="15605">
                  <c:v>0.18061342592409346</c:v>
                </c:pt>
                <c:pt idx="15606">
                  <c:v>0.18062500000087311</c:v>
                </c:pt>
                <c:pt idx="15607">
                  <c:v>0.18063657407037681</c:v>
                </c:pt>
                <c:pt idx="15608">
                  <c:v>0.18064814814715646</c:v>
                </c:pt>
                <c:pt idx="15609">
                  <c:v>0.18065972221666016</c:v>
                </c:pt>
                <c:pt idx="15610">
                  <c:v>0.18067129629343981</c:v>
                </c:pt>
                <c:pt idx="15611">
                  <c:v>0.18068287037021946</c:v>
                </c:pt>
                <c:pt idx="15612">
                  <c:v>0.18069444443972316</c:v>
                </c:pt>
                <c:pt idx="15613">
                  <c:v>0.18070601851650281</c:v>
                </c:pt>
                <c:pt idx="15614">
                  <c:v>0.18071759259328246</c:v>
                </c:pt>
                <c:pt idx="15615">
                  <c:v>0.18072916666278616</c:v>
                </c:pt>
                <c:pt idx="15616">
                  <c:v>0.18074074073956581</c:v>
                </c:pt>
                <c:pt idx="15617">
                  <c:v>0.1807523148090695</c:v>
                </c:pt>
                <c:pt idx="15618">
                  <c:v>0.18076388888584916</c:v>
                </c:pt>
                <c:pt idx="15619">
                  <c:v>0.18077546296262881</c:v>
                </c:pt>
                <c:pt idx="15620">
                  <c:v>0.1807870370321325</c:v>
                </c:pt>
                <c:pt idx="15621">
                  <c:v>0.18079861110891216</c:v>
                </c:pt>
                <c:pt idx="15622">
                  <c:v>0.18081018518569181</c:v>
                </c:pt>
                <c:pt idx="15623">
                  <c:v>0.1808217592551955</c:v>
                </c:pt>
                <c:pt idx="15624">
                  <c:v>0.18083333333197515</c:v>
                </c:pt>
                <c:pt idx="15625">
                  <c:v>0.18084490740147885</c:v>
                </c:pt>
                <c:pt idx="15626">
                  <c:v>0.1808564814782585</c:v>
                </c:pt>
                <c:pt idx="15627">
                  <c:v>0.18086805555503815</c:v>
                </c:pt>
                <c:pt idx="15628">
                  <c:v>0.18087962962454185</c:v>
                </c:pt>
                <c:pt idx="15629">
                  <c:v>0.1808912037013215</c:v>
                </c:pt>
                <c:pt idx="15630">
                  <c:v>0.18090277777810115</c:v>
                </c:pt>
                <c:pt idx="15631">
                  <c:v>0.18091435184760485</c:v>
                </c:pt>
                <c:pt idx="15632">
                  <c:v>0.1809259259243845</c:v>
                </c:pt>
                <c:pt idx="15633">
                  <c:v>0.18093750000116415</c:v>
                </c:pt>
                <c:pt idx="15634">
                  <c:v>0.18094907407066785</c:v>
                </c:pt>
                <c:pt idx="15635">
                  <c:v>0.1809606481474475</c:v>
                </c:pt>
                <c:pt idx="15636">
                  <c:v>0.1809722222169512</c:v>
                </c:pt>
                <c:pt idx="15637">
                  <c:v>0.18098379629373085</c:v>
                </c:pt>
                <c:pt idx="15638">
                  <c:v>0.1809953703705105</c:v>
                </c:pt>
                <c:pt idx="15639">
                  <c:v>0.18100694444001419</c:v>
                </c:pt>
                <c:pt idx="15640">
                  <c:v>0.18101851851679385</c:v>
                </c:pt>
                <c:pt idx="15641">
                  <c:v>0.1810300925935735</c:v>
                </c:pt>
                <c:pt idx="15642">
                  <c:v>0.18104166666307719</c:v>
                </c:pt>
                <c:pt idx="15643">
                  <c:v>0.18105324073985685</c:v>
                </c:pt>
                <c:pt idx="15644">
                  <c:v>0.18106481480936054</c:v>
                </c:pt>
                <c:pt idx="15645">
                  <c:v>0.18107638888614019</c:v>
                </c:pt>
                <c:pt idx="15646">
                  <c:v>0.18108796296291985</c:v>
                </c:pt>
                <c:pt idx="15647">
                  <c:v>0.18109953703242354</c:v>
                </c:pt>
                <c:pt idx="15648">
                  <c:v>0.18111111110920319</c:v>
                </c:pt>
                <c:pt idx="15649">
                  <c:v>0.18112268518598285</c:v>
                </c:pt>
                <c:pt idx="15650">
                  <c:v>0.18113425925548654</c:v>
                </c:pt>
                <c:pt idx="15651">
                  <c:v>0.18114583333226619</c:v>
                </c:pt>
                <c:pt idx="15652">
                  <c:v>0.18115740740176989</c:v>
                </c:pt>
                <c:pt idx="15653">
                  <c:v>0.18116898147854954</c:v>
                </c:pt>
                <c:pt idx="15654">
                  <c:v>0.18118055555532919</c:v>
                </c:pt>
                <c:pt idx="15655">
                  <c:v>0.18119212962483289</c:v>
                </c:pt>
                <c:pt idx="15656">
                  <c:v>0.18120370370161254</c:v>
                </c:pt>
                <c:pt idx="15657">
                  <c:v>0.18121527777839219</c:v>
                </c:pt>
                <c:pt idx="15658">
                  <c:v>0.18122685184789589</c:v>
                </c:pt>
                <c:pt idx="15659">
                  <c:v>0.18123842592467554</c:v>
                </c:pt>
                <c:pt idx="15660">
                  <c:v>0.18124999999417923</c:v>
                </c:pt>
                <c:pt idx="15661">
                  <c:v>0.18126157407095889</c:v>
                </c:pt>
                <c:pt idx="15662">
                  <c:v>0.18127314814773854</c:v>
                </c:pt>
                <c:pt idx="15663">
                  <c:v>0.18128472221724223</c:v>
                </c:pt>
                <c:pt idx="15664">
                  <c:v>0.18129629629402189</c:v>
                </c:pt>
                <c:pt idx="15665">
                  <c:v>0.18130787037080154</c:v>
                </c:pt>
                <c:pt idx="15666">
                  <c:v>0.18131944444030523</c:v>
                </c:pt>
                <c:pt idx="15667">
                  <c:v>0.18133101851708489</c:v>
                </c:pt>
                <c:pt idx="15668">
                  <c:v>0.18134259259386454</c:v>
                </c:pt>
                <c:pt idx="15669">
                  <c:v>0.18135416666336823</c:v>
                </c:pt>
                <c:pt idx="15670">
                  <c:v>0.18136574074014788</c:v>
                </c:pt>
                <c:pt idx="15671">
                  <c:v>0.18137731480965158</c:v>
                </c:pt>
                <c:pt idx="15672">
                  <c:v>0.18138888888643123</c:v>
                </c:pt>
                <c:pt idx="15673">
                  <c:v>0.18140046296321088</c:v>
                </c:pt>
                <c:pt idx="15674">
                  <c:v>0.18141203703271458</c:v>
                </c:pt>
                <c:pt idx="15675">
                  <c:v>0.18142361110949423</c:v>
                </c:pt>
                <c:pt idx="15676">
                  <c:v>0.18143518518627388</c:v>
                </c:pt>
                <c:pt idx="15677">
                  <c:v>0.18144675925577758</c:v>
                </c:pt>
                <c:pt idx="15678">
                  <c:v>0.18145833333255723</c:v>
                </c:pt>
                <c:pt idx="15679">
                  <c:v>0.18146990740206093</c:v>
                </c:pt>
                <c:pt idx="15680">
                  <c:v>0.18148148147884058</c:v>
                </c:pt>
                <c:pt idx="15681">
                  <c:v>0.18149305555562023</c:v>
                </c:pt>
                <c:pt idx="15682">
                  <c:v>0.18150462962512393</c:v>
                </c:pt>
                <c:pt idx="15683">
                  <c:v>0.18151620370190358</c:v>
                </c:pt>
                <c:pt idx="15684">
                  <c:v>0.18152777777868323</c:v>
                </c:pt>
                <c:pt idx="15685">
                  <c:v>0.18153935184818693</c:v>
                </c:pt>
                <c:pt idx="15686">
                  <c:v>0.18155092592496658</c:v>
                </c:pt>
                <c:pt idx="15687">
                  <c:v>0.18156249999447027</c:v>
                </c:pt>
                <c:pt idx="15688">
                  <c:v>0.18157407407124992</c:v>
                </c:pt>
                <c:pt idx="15689">
                  <c:v>0.18158564814802958</c:v>
                </c:pt>
                <c:pt idx="15690">
                  <c:v>0.18159722221753327</c:v>
                </c:pt>
                <c:pt idx="15691">
                  <c:v>0.18160879629431292</c:v>
                </c:pt>
                <c:pt idx="15692">
                  <c:v>0.18162037037109258</c:v>
                </c:pt>
                <c:pt idx="15693">
                  <c:v>0.18163194444059627</c:v>
                </c:pt>
                <c:pt idx="15694">
                  <c:v>0.18164351851737592</c:v>
                </c:pt>
                <c:pt idx="15695">
                  <c:v>0.18165509258687962</c:v>
                </c:pt>
                <c:pt idx="15696">
                  <c:v>0.18166666666365927</c:v>
                </c:pt>
                <c:pt idx="15697">
                  <c:v>0.18167824074043892</c:v>
                </c:pt>
                <c:pt idx="15698">
                  <c:v>0.18168981480994262</c:v>
                </c:pt>
                <c:pt idx="15699">
                  <c:v>0.18170138888672227</c:v>
                </c:pt>
                <c:pt idx="15700">
                  <c:v>0.18171296296350192</c:v>
                </c:pt>
                <c:pt idx="15701">
                  <c:v>0.18172453703300562</c:v>
                </c:pt>
                <c:pt idx="15702">
                  <c:v>0.18173611110978527</c:v>
                </c:pt>
                <c:pt idx="15703">
                  <c:v>0.18174768517928896</c:v>
                </c:pt>
                <c:pt idx="15704">
                  <c:v>0.18175925925606862</c:v>
                </c:pt>
                <c:pt idx="15705">
                  <c:v>0.18177083333284827</c:v>
                </c:pt>
                <c:pt idx="15706">
                  <c:v>0.18178240740235196</c:v>
                </c:pt>
                <c:pt idx="15707">
                  <c:v>0.18179398147913162</c:v>
                </c:pt>
                <c:pt idx="15708">
                  <c:v>0.18180555555591127</c:v>
                </c:pt>
                <c:pt idx="15709">
                  <c:v>0.18181712962541496</c:v>
                </c:pt>
                <c:pt idx="15710">
                  <c:v>0.18182870370219462</c:v>
                </c:pt>
                <c:pt idx="15711">
                  <c:v>0.18184027777897427</c:v>
                </c:pt>
                <c:pt idx="15712">
                  <c:v>0.18185185184847796</c:v>
                </c:pt>
                <c:pt idx="15713">
                  <c:v>0.18186342592525762</c:v>
                </c:pt>
                <c:pt idx="15714">
                  <c:v>0.18187499999476131</c:v>
                </c:pt>
                <c:pt idx="15715">
                  <c:v>0.18188657407154096</c:v>
                </c:pt>
                <c:pt idx="15716">
                  <c:v>0.18189814814832062</c:v>
                </c:pt>
                <c:pt idx="15717">
                  <c:v>0.18190972221782431</c:v>
                </c:pt>
                <c:pt idx="15718">
                  <c:v>0.18192129629460396</c:v>
                </c:pt>
                <c:pt idx="15719">
                  <c:v>0.18193287037138361</c:v>
                </c:pt>
                <c:pt idx="15720">
                  <c:v>0.18194444444088731</c:v>
                </c:pt>
                <c:pt idx="15721">
                  <c:v>0.18195601851766696</c:v>
                </c:pt>
                <c:pt idx="15722">
                  <c:v>0.18196759258717066</c:v>
                </c:pt>
                <c:pt idx="15723">
                  <c:v>0.18197916666395031</c:v>
                </c:pt>
                <c:pt idx="15724">
                  <c:v>0.18199074074072996</c:v>
                </c:pt>
                <c:pt idx="15725">
                  <c:v>0.18200231481023366</c:v>
                </c:pt>
                <c:pt idx="15726">
                  <c:v>0.18201388888701331</c:v>
                </c:pt>
                <c:pt idx="15727">
                  <c:v>0.18202546296379296</c:v>
                </c:pt>
                <c:pt idx="15728">
                  <c:v>0.18203703703329666</c:v>
                </c:pt>
                <c:pt idx="15729">
                  <c:v>0.18204861111007631</c:v>
                </c:pt>
                <c:pt idx="15730">
                  <c:v>0.18206018517958</c:v>
                </c:pt>
                <c:pt idx="15731">
                  <c:v>0.18207175925635966</c:v>
                </c:pt>
                <c:pt idx="15732">
                  <c:v>0.18208333333313931</c:v>
                </c:pt>
                <c:pt idx="15733">
                  <c:v>0.182094907402643</c:v>
                </c:pt>
                <c:pt idx="15734">
                  <c:v>0.18210648147942265</c:v>
                </c:pt>
                <c:pt idx="15735">
                  <c:v>0.18211805555620231</c:v>
                </c:pt>
                <c:pt idx="15736">
                  <c:v>0.182129629625706</c:v>
                </c:pt>
                <c:pt idx="15737">
                  <c:v>0.18214120370248565</c:v>
                </c:pt>
                <c:pt idx="15738">
                  <c:v>0.18215277777198935</c:v>
                </c:pt>
                <c:pt idx="15739">
                  <c:v>0.182164351848769</c:v>
                </c:pt>
                <c:pt idx="15740">
                  <c:v>0.18217592592554865</c:v>
                </c:pt>
                <c:pt idx="15741">
                  <c:v>0.18218749999505235</c:v>
                </c:pt>
                <c:pt idx="15742">
                  <c:v>0.182199074071832</c:v>
                </c:pt>
                <c:pt idx="15743">
                  <c:v>0.18221064814861165</c:v>
                </c:pt>
                <c:pt idx="15744">
                  <c:v>0.18222222221811535</c:v>
                </c:pt>
                <c:pt idx="15745">
                  <c:v>0.182233796294895</c:v>
                </c:pt>
                <c:pt idx="15746">
                  <c:v>0.18224537037167465</c:v>
                </c:pt>
                <c:pt idx="15747">
                  <c:v>0.18225694444117835</c:v>
                </c:pt>
                <c:pt idx="15748">
                  <c:v>0.182268518517958</c:v>
                </c:pt>
                <c:pt idx="15749">
                  <c:v>0.1822800925874617</c:v>
                </c:pt>
                <c:pt idx="15750">
                  <c:v>0.18229166666424135</c:v>
                </c:pt>
                <c:pt idx="15751">
                  <c:v>0.182303240741021</c:v>
                </c:pt>
                <c:pt idx="15752">
                  <c:v>0.18231481481052469</c:v>
                </c:pt>
                <c:pt idx="15753">
                  <c:v>0.18232638888730435</c:v>
                </c:pt>
                <c:pt idx="15754">
                  <c:v>0.182337962964084</c:v>
                </c:pt>
                <c:pt idx="15755">
                  <c:v>0.18234953703358769</c:v>
                </c:pt>
                <c:pt idx="15756">
                  <c:v>0.18236111111036735</c:v>
                </c:pt>
                <c:pt idx="15757">
                  <c:v>0.18237268517987104</c:v>
                </c:pt>
                <c:pt idx="15758">
                  <c:v>0.18238425925665069</c:v>
                </c:pt>
                <c:pt idx="15759">
                  <c:v>0.18239583333343035</c:v>
                </c:pt>
                <c:pt idx="15760">
                  <c:v>0.18240740740293404</c:v>
                </c:pt>
                <c:pt idx="15761">
                  <c:v>0.18241898147971369</c:v>
                </c:pt>
                <c:pt idx="15762">
                  <c:v>0.18243055555649335</c:v>
                </c:pt>
                <c:pt idx="15763">
                  <c:v>0.18244212962599704</c:v>
                </c:pt>
                <c:pt idx="15764">
                  <c:v>0.18245370370277669</c:v>
                </c:pt>
                <c:pt idx="15765">
                  <c:v>0.18246527777228039</c:v>
                </c:pt>
                <c:pt idx="15766">
                  <c:v>0.18247685184906004</c:v>
                </c:pt>
                <c:pt idx="15767">
                  <c:v>0.18248842592583969</c:v>
                </c:pt>
                <c:pt idx="15768">
                  <c:v>0.18249999999534339</c:v>
                </c:pt>
                <c:pt idx="15769">
                  <c:v>0.18251157407212304</c:v>
                </c:pt>
                <c:pt idx="15770">
                  <c:v>0.18252314814890269</c:v>
                </c:pt>
                <c:pt idx="15771">
                  <c:v>0.18253472221840639</c:v>
                </c:pt>
                <c:pt idx="15772">
                  <c:v>0.18254629629518604</c:v>
                </c:pt>
                <c:pt idx="15773">
                  <c:v>0.18255787036468973</c:v>
                </c:pt>
                <c:pt idx="15774">
                  <c:v>0.18256944444146939</c:v>
                </c:pt>
                <c:pt idx="15775">
                  <c:v>0.18258101851824904</c:v>
                </c:pt>
                <c:pt idx="15776">
                  <c:v>0.18259259258775273</c:v>
                </c:pt>
                <c:pt idx="15777">
                  <c:v>0.18260416666453239</c:v>
                </c:pt>
                <c:pt idx="15778">
                  <c:v>0.18261574074131204</c:v>
                </c:pt>
                <c:pt idx="15779">
                  <c:v>0.18262731481081573</c:v>
                </c:pt>
                <c:pt idx="15780">
                  <c:v>0.18263888888759539</c:v>
                </c:pt>
                <c:pt idx="15781">
                  <c:v>0.18265046295709908</c:v>
                </c:pt>
                <c:pt idx="15782">
                  <c:v>0.18266203703387873</c:v>
                </c:pt>
                <c:pt idx="15783">
                  <c:v>0.18267361111065838</c:v>
                </c:pt>
                <c:pt idx="15784">
                  <c:v>0.18268518518016208</c:v>
                </c:pt>
                <c:pt idx="15785">
                  <c:v>0.18269675925694173</c:v>
                </c:pt>
                <c:pt idx="15786">
                  <c:v>0.18270833333372138</c:v>
                </c:pt>
                <c:pt idx="15787">
                  <c:v>0.18271990740322508</c:v>
                </c:pt>
                <c:pt idx="15788">
                  <c:v>0.18273148148000473</c:v>
                </c:pt>
                <c:pt idx="15789">
                  <c:v>0.18274305555678438</c:v>
                </c:pt>
                <c:pt idx="15790">
                  <c:v>0.18275462962628808</c:v>
                </c:pt>
                <c:pt idx="15791">
                  <c:v>0.18276620370306773</c:v>
                </c:pt>
                <c:pt idx="15792">
                  <c:v>0.18277777777257143</c:v>
                </c:pt>
                <c:pt idx="15793">
                  <c:v>0.18278935184935108</c:v>
                </c:pt>
                <c:pt idx="15794">
                  <c:v>0.18280092592613073</c:v>
                </c:pt>
                <c:pt idx="15795">
                  <c:v>0.18281249999563443</c:v>
                </c:pt>
                <c:pt idx="15796">
                  <c:v>0.18282407407241408</c:v>
                </c:pt>
                <c:pt idx="15797">
                  <c:v>0.18283564814919373</c:v>
                </c:pt>
                <c:pt idx="15798">
                  <c:v>0.18284722221869742</c:v>
                </c:pt>
                <c:pt idx="15799">
                  <c:v>0.18285879629547708</c:v>
                </c:pt>
                <c:pt idx="15800">
                  <c:v>0.18287037036498077</c:v>
                </c:pt>
                <c:pt idx="15801">
                  <c:v>0.18288194444176042</c:v>
                </c:pt>
                <c:pt idx="15802">
                  <c:v>0.18289351851854008</c:v>
                </c:pt>
                <c:pt idx="15803">
                  <c:v>0.18290509258804377</c:v>
                </c:pt>
                <c:pt idx="15804">
                  <c:v>0.18291666666482342</c:v>
                </c:pt>
                <c:pt idx="15805">
                  <c:v>0.18292824074160308</c:v>
                </c:pt>
                <c:pt idx="15806">
                  <c:v>0.18293981481110677</c:v>
                </c:pt>
                <c:pt idx="15807">
                  <c:v>0.18295138888788642</c:v>
                </c:pt>
                <c:pt idx="15808">
                  <c:v>0.18296296295739012</c:v>
                </c:pt>
                <c:pt idx="15809">
                  <c:v>0.18297453703416977</c:v>
                </c:pt>
                <c:pt idx="15810">
                  <c:v>0.18298611111094942</c:v>
                </c:pt>
                <c:pt idx="15811">
                  <c:v>0.18299768518045312</c:v>
                </c:pt>
                <c:pt idx="15812">
                  <c:v>0.18300925925723277</c:v>
                </c:pt>
                <c:pt idx="15813">
                  <c:v>0.18302083333401242</c:v>
                </c:pt>
                <c:pt idx="15814">
                  <c:v>0.18303240740351612</c:v>
                </c:pt>
                <c:pt idx="15815">
                  <c:v>0.18304398148029577</c:v>
                </c:pt>
                <c:pt idx="15816">
                  <c:v>0.18305555554979946</c:v>
                </c:pt>
                <c:pt idx="15817">
                  <c:v>0.18306712962657912</c:v>
                </c:pt>
                <c:pt idx="15818">
                  <c:v>0.18307870370335877</c:v>
                </c:pt>
                <c:pt idx="15819">
                  <c:v>0.18309027777286246</c:v>
                </c:pt>
                <c:pt idx="15820">
                  <c:v>0.18310185184964212</c:v>
                </c:pt>
                <c:pt idx="15821">
                  <c:v>0.18311342592642177</c:v>
                </c:pt>
                <c:pt idx="15822">
                  <c:v>0.18312499999592546</c:v>
                </c:pt>
                <c:pt idx="15823">
                  <c:v>0.18313657407270512</c:v>
                </c:pt>
                <c:pt idx="15824">
                  <c:v>0.18314814814948477</c:v>
                </c:pt>
                <c:pt idx="15825">
                  <c:v>0.18315972221898846</c:v>
                </c:pt>
                <c:pt idx="15826">
                  <c:v>0.18317129629576812</c:v>
                </c:pt>
                <c:pt idx="15827">
                  <c:v>0.18318287036527181</c:v>
                </c:pt>
                <c:pt idx="15828">
                  <c:v>0.18319444444205146</c:v>
                </c:pt>
                <c:pt idx="15829">
                  <c:v>0.18320601851883112</c:v>
                </c:pt>
                <c:pt idx="15830">
                  <c:v>0.18321759258833481</c:v>
                </c:pt>
                <c:pt idx="15831">
                  <c:v>0.18322916666511446</c:v>
                </c:pt>
                <c:pt idx="15832">
                  <c:v>0.18324074074189411</c:v>
                </c:pt>
                <c:pt idx="15833">
                  <c:v>0.18325231481139781</c:v>
                </c:pt>
                <c:pt idx="15834">
                  <c:v>0.18326388888817746</c:v>
                </c:pt>
                <c:pt idx="15835">
                  <c:v>0.18327546295768116</c:v>
                </c:pt>
                <c:pt idx="15836">
                  <c:v>0.18328703703446081</c:v>
                </c:pt>
                <c:pt idx="15837">
                  <c:v>0.18329861111124046</c:v>
                </c:pt>
                <c:pt idx="15838">
                  <c:v>0.18331018518074416</c:v>
                </c:pt>
                <c:pt idx="15839">
                  <c:v>0.18332175925752381</c:v>
                </c:pt>
                <c:pt idx="15840">
                  <c:v>0.18333333333430346</c:v>
                </c:pt>
                <c:pt idx="15841">
                  <c:v>0.18334490740380716</c:v>
                </c:pt>
                <c:pt idx="15842">
                  <c:v>0.18335648148058681</c:v>
                </c:pt>
                <c:pt idx="15843">
                  <c:v>0.1833680555500905</c:v>
                </c:pt>
                <c:pt idx="15844">
                  <c:v>0.18337962962687016</c:v>
                </c:pt>
                <c:pt idx="15845">
                  <c:v>0.18339120370364981</c:v>
                </c:pt>
                <c:pt idx="15846">
                  <c:v>0.1834027777731535</c:v>
                </c:pt>
                <c:pt idx="15847">
                  <c:v>0.18341435184993315</c:v>
                </c:pt>
                <c:pt idx="15848">
                  <c:v>0.18342592592671281</c:v>
                </c:pt>
                <c:pt idx="15849">
                  <c:v>0.1834374999962165</c:v>
                </c:pt>
                <c:pt idx="15850">
                  <c:v>0.18344907407299615</c:v>
                </c:pt>
                <c:pt idx="15851">
                  <c:v>0.18346064814249985</c:v>
                </c:pt>
                <c:pt idx="15852">
                  <c:v>0.1834722222192795</c:v>
                </c:pt>
                <c:pt idx="15853">
                  <c:v>0.18348379629605915</c:v>
                </c:pt>
                <c:pt idx="15854">
                  <c:v>0.18349537036556285</c:v>
                </c:pt>
                <c:pt idx="15855">
                  <c:v>0.1835069444423425</c:v>
                </c:pt>
                <c:pt idx="15856">
                  <c:v>0.18351851851912215</c:v>
                </c:pt>
                <c:pt idx="15857">
                  <c:v>0.18353009258862585</c:v>
                </c:pt>
                <c:pt idx="15858">
                  <c:v>0.1835416666654055</c:v>
                </c:pt>
                <c:pt idx="15859">
                  <c:v>0.1835532407349092</c:v>
                </c:pt>
                <c:pt idx="15860">
                  <c:v>0.18356481481168885</c:v>
                </c:pt>
                <c:pt idx="15861">
                  <c:v>0.1835763888884685</c:v>
                </c:pt>
                <c:pt idx="15862">
                  <c:v>0.18358796295797219</c:v>
                </c:pt>
                <c:pt idx="15863">
                  <c:v>0.18359953703475185</c:v>
                </c:pt>
                <c:pt idx="15864">
                  <c:v>0.1836111111115315</c:v>
                </c:pt>
                <c:pt idx="15865">
                  <c:v>0.18362268518103519</c:v>
                </c:pt>
                <c:pt idx="15866">
                  <c:v>0.18363425925781485</c:v>
                </c:pt>
                <c:pt idx="15867">
                  <c:v>0.1836458333345945</c:v>
                </c:pt>
                <c:pt idx="15868">
                  <c:v>0.18365740740409819</c:v>
                </c:pt>
                <c:pt idx="15869">
                  <c:v>0.18366898148087785</c:v>
                </c:pt>
                <c:pt idx="15870">
                  <c:v>0.18368055555038154</c:v>
                </c:pt>
                <c:pt idx="15871">
                  <c:v>0.18369212962716119</c:v>
                </c:pt>
                <c:pt idx="15872">
                  <c:v>0.18370370370394085</c:v>
                </c:pt>
                <c:pt idx="15873">
                  <c:v>0.18371527777344454</c:v>
                </c:pt>
                <c:pt idx="15874">
                  <c:v>0.18372685185022419</c:v>
                </c:pt>
                <c:pt idx="15875">
                  <c:v>0.18373842592700385</c:v>
                </c:pt>
                <c:pt idx="15876">
                  <c:v>0.18374999999650754</c:v>
                </c:pt>
                <c:pt idx="15877">
                  <c:v>0.18376157407328719</c:v>
                </c:pt>
                <c:pt idx="15878">
                  <c:v>0.18377314814279089</c:v>
                </c:pt>
                <c:pt idx="15879">
                  <c:v>0.18378472221957054</c:v>
                </c:pt>
                <c:pt idx="15880">
                  <c:v>0.18379629629635019</c:v>
                </c:pt>
                <c:pt idx="15881">
                  <c:v>0.18380787036585389</c:v>
                </c:pt>
                <c:pt idx="15882">
                  <c:v>0.18381944444263354</c:v>
                </c:pt>
                <c:pt idx="15883">
                  <c:v>0.18383101851941319</c:v>
                </c:pt>
                <c:pt idx="15884">
                  <c:v>0.18384259258891689</c:v>
                </c:pt>
                <c:pt idx="15885">
                  <c:v>0.18385416666569654</c:v>
                </c:pt>
                <c:pt idx="15886">
                  <c:v>0.18386574073520023</c:v>
                </c:pt>
                <c:pt idx="15887">
                  <c:v>0.18387731481197989</c:v>
                </c:pt>
                <c:pt idx="15888">
                  <c:v>0.18388888888875954</c:v>
                </c:pt>
                <c:pt idx="15889">
                  <c:v>0.18390046295826323</c:v>
                </c:pt>
                <c:pt idx="15890">
                  <c:v>0.18391203703504289</c:v>
                </c:pt>
                <c:pt idx="15891">
                  <c:v>0.18392361111182254</c:v>
                </c:pt>
                <c:pt idx="15892">
                  <c:v>0.18393518518132623</c:v>
                </c:pt>
                <c:pt idx="15893">
                  <c:v>0.18394675925810589</c:v>
                </c:pt>
                <c:pt idx="15894">
                  <c:v>0.18395833332760958</c:v>
                </c:pt>
                <c:pt idx="15895">
                  <c:v>0.18396990740438923</c:v>
                </c:pt>
                <c:pt idx="15896">
                  <c:v>0.18398148148116888</c:v>
                </c:pt>
                <c:pt idx="15897">
                  <c:v>0.18399305555067258</c:v>
                </c:pt>
                <c:pt idx="15898">
                  <c:v>0.18400462962745223</c:v>
                </c:pt>
                <c:pt idx="15899">
                  <c:v>0.18401620370423188</c:v>
                </c:pt>
                <c:pt idx="15900">
                  <c:v>0.18402777777373558</c:v>
                </c:pt>
                <c:pt idx="15901">
                  <c:v>0.18403935185051523</c:v>
                </c:pt>
                <c:pt idx="15902">
                  <c:v>0.18405092592001893</c:v>
                </c:pt>
                <c:pt idx="15903">
                  <c:v>0.18406249999679858</c:v>
                </c:pt>
                <c:pt idx="15904">
                  <c:v>0.18407407407357823</c:v>
                </c:pt>
                <c:pt idx="15905">
                  <c:v>0.18408564814308193</c:v>
                </c:pt>
                <c:pt idx="15906">
                  <c:v>0.18409722221986158</c:v>
                </c:pt>
                <c:pt idx="15907">
                  <c:v>0.18410879629664123</c:v>
                </c:pt>
                <c:pt idx="15908">
                  <c:v>0.18412037036614493</c:v>
                </c:pt>
                <c:pt idx="15909">
                  <c:v>0.18413194444292458</c:v>
                </c:pt>
                <c:pt idx="15910">
                  <c:v>0.18414351851970423</c:v>
                </c:pt>
                <c:pt idx="15911">
                  <c:v>0.18415509258920792</c:v>
                </c:pt>
                <c:pt idx="15912">
                  <c:v>0.18416666666598758</c:v>
                </c:pt>
                <c:pt idx="15913">
                  <c:v>0.18417824073549127</c:v>
                </c:pt>
                <c:pt idx="15914">
                  <c:v>0.18418981481227092</c:v>
                </c:pt>
                <c:pt idx="15915">
                  <c:v>0.18420138888905058</c:v>
                </c:pt>
                <c:pt idx="15916">
                  <c:v>0.18421296295855427</c:v>
                </c:pt>
                <c:pt idx="15917">
                  <c:v>0.18422453703533392</c:v>
                </c:pt>
                <c:pt idx="15918">
                  <c:v>0.18423611111211358</c:v>
                </c:pt>
                <c:pt idx="15919">
                  <c:v>0.18424768518161727</c:v>
                </c:pt>
                <c:pt idx="15920">
                  <c:v>0.18425925925839692</c:v>
                </c:pt>
                <c:pt idx="15921">
                  <c:v>0.18427083332790062</c:v>
                </c:pt>
                <c:pt idx="15922">
                  <c:v>0.18428240740468027</c:v>
                </c:pt>
                <c:pt idx="15923">
                  <c:v>0.18429398148145992</c:v>
                </c:pt>
                <c:pt idx="15924">
                  <c:v>0.18430555555096362</c:v>
                </c:pt>
                <c:pt idx="15925">
                  <c:v>0.18431712962774327</c:v>
                </c:pt>
                <c:pt idx="15926">
                  <c:v>0.18432870370452292</c:v>
                </c:pt>
                <c:pt idx="15927">
                  <c:v>0.18434027777402662</c:v>
                </c:pt>
                <c:pt idx="15928">
                  <c:v>0.18435185185080627</c:v>
                </c:pt>
                <c:pt idx="15929">
                  <c:v>0.18436342592030996</c:v>
                </c:pt>
                <c:pt idx="15930">
                  <c:v>0.18437499999708962</c:v>
                </c:pt>
                <c:pt idx="15931">
                  <c:v>0.18438657407386927</c:v>
                </c:pt>
                <c:pt idx="15932">
                  <c:v>0.18439814814337296</c:v>
                </c:pt>
                <c:pt idx="15933">
                  <c:v>0.18440972222015262</c:v>
                </c:pt>
                <c:pt idx="15934">
                  <c:v>0.18442129629693227</c:v>
                </c:pt>
                <c:pt idx="15935">
                  <c:v>0.18443287036643596</c:v>
                </c:pt>
                <c:pt idx="15936">
                  <c:v>0.18444444444321562</c:v>
                </c:pt>
                <c:pt idx="15937">
                  <c:v>0.18445601851271931</c:v>
                </c:pt>
                <c:pt idx="15938">
                  <c:v>0.18446759258949896</c:v>
                </c:pt>
                <c:pt idx="15939">
                  <c:v>0.18447916666627862</c:v>
                </c:pt>
                <c:pt idx="15940">
                  <c:v>0.18449074073578231</c:v>
                </c:pt>
                <c:pt idx="15941">
                  <c:v>0.18450231481256196</c:v>
                </c:pt>
                <c:pt idx="15942">
                  <c:v>0.18451388888934162</c:v>
                </c:pt>
                <c:pt idx="15943">
                  <c:v>0.18452546295884531</c:v>
                </c:pt>
                <c:pt idx="15944">
                  <c:v>0.18453703703562496</c:v>
                </c:pt>
                <c:pt idx="15945">
                  <c:v>0.18454861111240461</c:v>
                </c:pt>
                <c:pt idx="15946">
                  <c:v>0.18456018518190831</c:v>
                </c:pt>
                <c:pt idx="15947">
                  <c:v>0.18457175925868796</c:v>
                </c:pt>
                <c:pt idx="15948">
                  <c:v>0.18458333332819166</c:v>
                </c:pt>
                <c:pt idx="15949">
                  <c:v>0.18459490740497131</c:v>
                </c:pt>
                <c:pt idx="15950">
                  <c:v>0.18460648148175096</c:v>
                </c:pt>
                <c:pt idx="15951">
                  <c:v>0.18461805555125466</c:v>
                </c:pt>
                <c:pt idx="15952">
                  <c:v>0.18462962962803431</c:v>
                </c:pt>
                <c:pt idx="15953">
                  <c:v>0.18464120370481396</c:v>
                </c:pt>
                <c:pt idx="15954">
                  <c:v>0.18465277777431766</c:v>
                </c:pt>
                <c:pt idx="15955">
                  <c:v>0.18466435185109731</c:v>
                </c:pt>
                <c:pt idx="15956">
                  <c:v>0.184675925920601</c:v>
                </c:pt>
                <c:pt idx="15957">
                  <c:v>0.18468749999738066</c:v>
                </c:pt>
                <c:pt idx="15958">
                  <c:v>0.18469907407416031</c:v>
                </c:pt>
                <c:pt idx="15959">
                  <c:v>0.184710648143664</c:v>
                </c:pt>
                <c:pt idx="15960">
                  <c:v>0.18472222222044365</c:v>
                </c:pt>
                <c:pt idx="15961">
                  <c:v>0.18473379629722331</c:v>
                </c:pt>
                <c:pt idx="15962">
                  <c:v>0.184745370366727</c:v>
                </c:pt>
                <c:pt idx="15963">
                  <c:v>0.18475694444350665</c:v>
                </c:pt>
                <c:pt idx="15964">
                  <c:v>0.18476851851301035</c:v>
                </c:pt>
                <c:pt idx="15965">
                  <c:v>0.18478009258979</c:v>
                </c:pt>
                <c:pt idx="15966">
                  <c:v>0.18479166666656965</c:v>
                </c:pt>
                <c:pt idx="15967">
                  <c:v>0.18480324073607335</c:v>
                </c:pt>
                <c:pt idx="15968">
                  <c:v>0.184814814812853</c:v>
                </c:pt>
                <c:pt idx="15969">
                  <c:v>0.18482638888963265</c:v>
                </c:pt>
                <c:pt idx="15970">
                  <c:v>0.18483796295913635</c:v>
                </c:pt>
                <c:pt idx="15971">
                  <c:v>0.184849537035916</c:v>
                </c:pt>
                <c:pt idx="15972">
                  <c:v>0.1848611111054197</c:v>
                </c:pt>
                <c:pt idx="15973">
                  <c:v>0.18487268518219935</c:v>
                </c:pt>
                <c:pt idx="15974">
                  <c:v>0.184884259258979</c:v>
                </c:pt>
                <c:pt idx="15975">
                  <c:v>0.18489583332848269</c:v>
                </c:pt>
                <c:pt idx="15976">
                  <c:v>0.18490740740526235</c:v>
                </c:pt>
                <c:pt idx="15977">
                  <c:v>0.184918981482042</c:v>
                </c:pt>
                <c:pt idx="15978">
                  <c:v>0.18493055555154569</c:v>
                </c:pt>
                <c:pt idx="15979">
                  <c:v>0.18494212962832535</c:v>
                </c:pt>
                <c:pt idx="15980">
                  <c:v>0.18495370369782904</c:v>
                </c:pt>
                <c:pt idx="15981">
                  <c:v>0.18496527777460869</c:v>
                </c:pt>
                <c:pt idx="15982">
                  <c:v>0.18497685185138835</c:v>
                </c:pt>
                <c:pt idx="15983">
                  <c:v>0.18498842592089204</c:v>
                </c:pt>
                <c:pt idx="15984">
                  <c:v>0.18499999999767169</c:v>
                </c:pt>
                <c:pt idx="15985">
                  <c:v>0.18501157407445135</c:v>
                </c:pt>
                <c:pt idx="15986">
                  <c:v>0.18502314814395504</c:v>
                </c:pt>
                <c:pt idx="15987">
                  <c:v>0.18503472222073469</c:v>
                </c:pt>
                <c:pt idx="15988">
                  <c:v>0.18504629629751435</c:v>
                </c:pt>
                <c:pt idx="15989">
                  <c:v>0.18505787036701804</c:v>
                </c:pt>
                <c:pt idx="15990">
                  <c:v>0.18506944444379769</c:v>
                </c:pt>
                <c:pt idx="15991">
                  <c:v>0.18508101851330139</c:v>
                </c:pt>
                <c:pt idx="15992">
                  <c:v>0.18509259259008104</c:v>
                </c:pt>
                <c:pt idx="15993">
                  <c:v>0.18510416666686069</c:v>
                </c:pt>
                <c:pt idx="15994">
                  <c:v>0.18511574073636439</c:v>
                </c:pt>
                <c:pt idx="15995">
                  <c:v>0.18512731481314404</c:v>
                </c:pt>
                <c:pt idx="15996">
                  <c:v>0.18513888888992369</c:v>
                </c:pt>
                <c:pt idx="15997">
                  <c:v>0.18515046295942739</c:v>
                </c:pt>
                <c:pt idx="15998">
                  <c:v>0.18516203703620704</c:v>
                </c:pt>
                <c:pt idx="15999">
                  <c:v>0.18517361110571073</c:v>
                </c:pt>
                <c:pt idx="16000">
                  <c:v>0.18518518518249039</c:v>
                </c:pt>
                <c:pt idx="16001">
                  <c:v>0.18519675925927004</c:v>
                </c:pt>
                <c:pt idx="16002">
                  <c:v>0.18520833332877373</c:v>
                </c:pt>
                <c:pt idx="16003">
                  <c:v>0.18521990740555339</c:v>
                </c:pt>
                <c:pt idx="16004">
                  <c:v>0.18523148148233304</c:v>
                </c:pt>
                <c:pt idx="16005">
                  <c:v>0.18524305555183673</c:v>
                </c:pt>
                <c:pt idx="16006">
                  <c:v>0.18525462962861639</c:v>
                </c:pt>
                <c:pt idx="16007">
                  <c:v>0.18526620369812008</c:v>
                </c:pt>
                <c:pt idx="16008">
                  <c:v>0.18527777777489973</c:v>
                </c:pt>
                <c:pt idx="16009">
                  <c:v>0.18528935185167938</c:v>
                </c:pt>
                <c:pt idx="16010">
                  <c:v>0.18530092592118308</c:v>
                </c:pt>
                <c:pt idx="16011">
                  <c:v>0.18531249999796273</c:v>
                </c:pt>
                <c:pt idx="16012">
                  <c:v>0.18532407407474238</c:v>
                </c:pt>
                <c:pt idx="16013">
                  <c:v>0.18533564814424608</c:v>
                </c:pt>
                <c:pt idx="16014">
                  <c:v>0.18534722222102573</c:v>
                </c:pt>
                <c:pt idx="16015">
                  <c:v>0.18535879629052943</c:v>
                </c:pt>
                <c:pt idx="16016">
                  <c:v>0.18537037036730908</c:v>
                </c:pt>
                <c:pt idx="16017">
                  <c:v>0.18538194444408873</c:v>
                </c:pt>
                <c:pt idx="16018">
                  <c:v>0.18539351851359243</c:v>
                </c:pt>
                <c:pt idx="16019">
                  <c:v>0.18540509259037208</c:v>
                </c:pt>
                <c:pt idx="16020">
                  <c:v>0.18541666666715173</c:v>
                </c:pt>
                <c:pt idx="16021">
                  <c:v>0.18542824073665543</c:v>
                </c:pt>
                <c:pt idx="16022">
                  <c:v>0.18543981481343508</c:v>
                </c:pt>
                <c:pt idx="16023">
                  <c:v>0.18545138889021473</c:v>
                </c:pt>
                <c:pt idx="16024">
                  <c:v>0.18546296295971842</c:v>
                </c:pt>
                <c:pt idx="16025">
                  <c:v>0.18547453703649808</c:v>
                </c:pt>
                <c:pt idx="16026">
                  <c:v>0.18548611110600177</c:v>
                </c:pt>
                <c:pt idx="16027">
                  <c:v>0.18549768518278142</c:v>
                </c:pt>
                <c:pt idx="16028">
                  <c:v>0.18550925925956108</c:v>
                </c:pt>
                <c:pt idx="16029">
                  <c:v>0.18552083332906477</c:v>
                </c:pt>
                <c:pt idx="16030">
                  <c:v>0.18553240740584442</c:v>
                </c:pt>
                <c:pt idx="16031">
                  <c:v>0.18554398148262408</c:v>
                </c:pt>
                <c:pt idx="16032">
                  <c:v>0.18555555555212777</c:v>
                </c:pt>
                <c:pt idx="16033">
                  <c:v>0.18556712962890742</c:v>
                </c:pt>
                <c:pt idx="16034">
                  <c:v>0.18557870369841112</c:v>
                </c:pt>
                <c:pt idx="16035">
                  <c:v>0.18559027777519077</c:v>
                </c:pt>
                <c:pt idx="16036">
                  <c:v>0.18560185185197042</c:v>
                </c:pt>
                <c:pt idx="16037">
                  <c:v>0.18561342592147412</c:v>
                </c:pt>
                <c:pt idx="16038">
                  <c:v>0.18562499999825377</c:v>
                </c:pt>
                <c:pt idx="16039">
                  <c:v>0.18563657407503342</c:v>
                </c:pt>
                <c:pt idx="16040">
                  <c:v>0.18564814814453712</c:v>
                </c:pt>
                <c:pt idx="16041">
                  <c:v>0.18565972222131677</c:v>
                </c:pt>
                <c:pt idx="16042">
                  <c:v>0.18567129629082046</c:v>
                </c:pt>
                <c:pt idx="16043">
                  <c:v>0.18568287036760012</c:v>
                </c:pt>
                <c:pt idx="16044">
                  <c:v>0.18569444444437977</c:v>
                </c:pt>
                <c:pt idx="16045">
                  <c:v>0.18570601851388346</c:v>
                </c:pt>
                <c:pt idx="16046">
                  <c:v>0.18571759259066312</c:v>
                </c:pt>
                <c:pt idx="16047">
                  <c:v>0.18572916666744277</c:v>
                </c:pt>
                <c:pt idx="16048">
                  <c:v>0.18574074073694646</c:v>
                </c:pt>
                <c:pt idx="16049">
                  <c:v>0.18575231481372612</c:v>
                </c:pt>
                <c:pt idx="16050">
                  <c:v>0.18576388888322981</c:v>
                </c:pt>
                <c:pt idx="16051">
                  <c:v>0.18577546296000946</c:v>
                </c:pt>
                <c:pt idx="16052">
                  <c:v>0.18578703703678912</c:v>
                </c:pt>
                <c:pt idx="16053">
                  <c:v>0.18579861110629281</c:v>
                </c:pt>
                <c:pt idx="16054">
                  <c:v>0.18581018518307246</c:v>
                </c:pt>
                <c:pt idx="16055">
                  <c:v>0.18582175925985212</c:v>
                </c:pt>
                <c:pt idx="16056">
                  <c:v>0.18583333332935581</c:v>
                </c:pt>
                <c:pt idx="16057">
                  <c:v>0.18584490740613546</c:v>
                </c:pt>
                <c:pt idx="16058">
                  <c:v>0.18585648147563916</c:v>
                </c:pt>
                <c:pt idx="16059">
                  <c:v>0.18586805555241881</c:v>
                </c:pt>
                <c:pt idx="16060">
                  <c:v>0.18587962962919846</c:v>
                </c:pt>
                <c:pt idx="16061">
                  <c:v>0.18589120369870216</c:v>
                </c:pt>
                <c:pt idx="16062">
                  <c:v>0.18590277777548181</c:v>
                </c:pt>
                <c:pt idx="16063">
                  <c:v>0.18591435185226146</c:v>
                </c:pt>
                <c:pt idx="16064">
                  <c:v>0.18592592592176516</c:v>
                </c:pt>
                <c:pt idx="16065">
                  <c:v>0.18593749999854481</c:v>
                </c:pt>
                <c:pt idx="16066">
                  <c:v>0.18594907407532446</c:v>
                </c:pt>
                <c:pt idx="16067">
                  <c:v>0.18596064814482816</c:v>
                </c:pt>
                <c:pt idx="16068">
                  <c:v>0.18597222222160781</c:v>
                </c:pt>
                <c:pt idx="16069">
                  <c:v>0.1859837962911115</c:v>
                </c:pt>
                <c:pt idx="16070">
                  <c:v>0.18599537036789116</c:v>
                </c:pt>
                <c:pt idx="16071">
                  <c:v>0.18600694444467081</c:v>
                </c:pt>
                <c:pt idx="16072">
                  <c:v>0.1860185185141745</c:v>
                </c:pt>
                <c:pt idx="16073">
                  <c:v>0.18603009259095415</c:v>
                </c:pt>
                <c:pt idx="16074">
                  <c:v>0.18604166666773381</c:v>
                </c:pt>
                <c:pt idx="16075">
                  <c:v>0.1860532407372375</c:v>
                </c:pt>
                <c:pt idx="16076">
                  <c:v>0.18606481481401715</c:v>
                </c:pt>
                <c:pt idx="16077">
                  <c:v>0.18607638888352085</c:v>
                </c:pt>
                <c:pt idx="16078">
                  <c:v>0.1860879629603005</c:v>
                </c:pt>
                <c:pt idx="16079">
                  <c:v>0.18609953703708015</c:v>
                </c:pt>
                <c:pt idx="16080">
                  <c:v>0.18611111110658385</c:v>
                </c:pt>
                <c:pt idx="16081">
                  <c:v>0.1861226851833635</c:v>
                </c:pt>
                <c:pt idx="16082">
                  <c:v>0.18613425926014315</c:v>
                </c:pt>
                <c:pt idx="16083">
                  <c:v>0.18614583332964685</c:v>
                </c:pt>
                <c:pt idx="16084">
                  <c:v>0.1861574074064265</c:v>
                </c:pt>
                <c:pt idx="16085">
                  <c:v>0.1861689814759302</c:v>
                </c:pt>
                <c:pt idx="16086">
                  <c:v>0.18618055555270985</c:v>
                </c:pt>
                <c:pt idx="16087">
                  <c:v>0.1861921296294895</c:v>
                </c:pt>
                <c:pt idx="16088">
                  <c:v>0.18620370369899319</c:v>
                </c:pt>
                <c:pt idx="16089">
                  <c:v>0.18621527777577285</c:v>
                </c:pt>
                <c:pt idx="16090">
                  <c:v>0.1862268518525525</c:v>
                </c:pt>
                <c:pt idx="16091">
                  <c:v>0.18623842592205619</c:v>
                </c:pt>
                <c:pt idx="16092">
                  <c:v>0.18624999999883585</c:v>
                </c:pt>
                <c:pt idx="16093">
                  <c:v>0.18626157406833954</c:v>
                </c:pt>
                <c:pt idx="16094">
                  <c:v>0.18627314814511919</c:v>
                </c:pt>
                <c:pt idx="16095">
                  <c:v>0.18628472222189885</c:v>
                </c:pt>
                <c:pt idx="16096">
                  <c:v>0.18629629629140254</c:v>
                </c:pt>
                <c:pt idx="16097">
                  <c:v>0.18630787036818219</c:v>
                </c:pt>
                <c:pt idx="16098">
                  <c:v>0.18631944444496185</c:v>
                </c:pt>
                <c:pt idx="16099">
                  <c:v>0.18633101851446554</c:v>
                </c:pt>
                <c:pt idx="16100">
                  <c:v>0.18634259259124519</c:v>
                </c:pt>
                <c:pt idx="16101">
                  <c:v>0.18635416666074889</c:v>
                </c:pt>
                <c:pt idx="16102">
                  <c:v>0.18636574073752854</c:v>
                </c:pt>
                <c:pt idx="16103">
                  <c:v>0.18637731481430819</c:v>
                </c:pt>
                <c:pt idx="16104">
                  <c:v>0.18638888888381189</c:v>
                </c:pt>
                <c:pt idx="16105">
                  <c:v>0.18640046296059154</c:v>
                </c:pt>
                <c:pt idx="16106">
                  <c:v>0.18641203703737119</c:v>
                </c:pt>
                <c:pt idx="16107">
                  <c:v>0.18642361110687489</c:v>
                </c:pt>
                <c:pt idx="16108">
                  <c:v>0.18643518518365454</c:v>
                </c:pt>
                <c:pt idx="16109">
                  <c:v>0.18644675926043419</c:v>
                </c:pt>
                <c:pt idx="16110">
                  <c:v>0.18645833332993789</c:v>
                </c:pt>
                <c:pt idx="16111">
                  <c:v>0.18646990740671754</c:v>
                </c:pt>
                <c:pt idx="16112">
                  <c:v>0.18648148147622123</c:v>
                </c:pt>
                <c:pt idx="16113">
                  <c:v>0.18649305555300089</c:v>
                </c:pt>
                <c:pt idx="16114">
                  <c:v>0.18650462962978054</c:v>
                </c:pt>
                <c:pt idx="16115">
                  <c:v>0.18651620369928423</c:v>
                </c:pt>
                <c:pt idx="16116">
                  <c:v>0.18652777777606389</c:v>
                </c:pt>
                <c:pt idx="16117">
                  <c:v>0.18653935185284354</c:v>
                </c:pt>
                <c:pt idx="16118">
                  <c:v>0.18655092592234723</c:v>
                </c:pt>
                <c:pt idx="16119">
                  <c:v>0.18656249999912689</c:v>
                </c:pt>
                <c:pt idx="16120">
                  <c:v>0.18657407406863058</c:v>
                </c:pt>
                <c:pt idx="16121">
                  <c:v>0.18658564814541023</c:v>
                </c:pt>
                <c:pt idx="16122">
                  <c:v>0.18659722222218988</c:v>
                </c:pt>
                <c:pt idx="16123">
                  <c:v>0.18660879629169358</c:v>
                </c:pt>
                <c:pt idx="16124">
                  <c:v>0.18662037036847323</c:v>
                </c:pt>
                <c:pt idx="16125">
                  <c:v>0.18663194444525288</c:v>
                </c:pt>
                <c:pt idx="16126">
                  <c:v>0.18664351851475658</c:v>
                </c:pt>
                <c:pt idx="16127">
                  <c:v>0.18665509259153623</c:v>
                </c:pt>
                <c:pt idx="16128">
                  <c:v>0.18666666666103993</c:v>
                </c:pt>
                <c:pt idx="16129">
                  <c:v>0.18667824073781958</c:v>
                </c:pt>
                <c:pt idx="16130">
                  <c:v>0.18668981481459923</c:v>
                </c:pt>
                <c:pt idx="16131">
                  <c:v>0.18670138888410293</c:v>
                </c:pt>
                <c:pt idx="16132">
                  <c:v>0.18671296296088258</c:v>
                </c:pt>
                <c:pt idx="16133">
                  <c:v>0.18672453703766223</c:v>
                </c:pt>
                <c:pt idx="16134">
                  <c:v>0.18673611110716593</c:v>
                </c:pt>
                <c:pt idx="16135">
                  <c:v>0.18674768518394558</c:v>
                </c:pt>
                <c:pt idx="16136">
                  <c:v>0.18675925925344927</c:v>
                </c:pt>
                <c:pt idx="16137">
                  <c:v>0.18677083333022892</c:v>
                </c:pt>
                <c:pt idx="16138">
                  <c:v>0.18678240740700858</c:v>
                </c:pt>
                <c:pt idx="16139">
                  <c:v>0.18679398147651227</c:v>
                </c:pt>
                <c:pt idx="16140">
                  <c:v>0.18680555555329192</c:v>
                </c:pt>
                <c:pt idx="16141">
                  <c:v>0.18681712963007158</c:v>
                </c:pt>
                <c:pt idx="16142">
                  <c:v>0.18682870369957527</c:v>
                </c:pt>
                <c:pt idx="16143">
                  <c:v>0.18684027777635492</c:v>
                </c:pt>
                <c:pt idx="16144">
                  <c:v>0.18685185185313458</c:v>
                </c:pt>
                <c:pt idx="16145">
                  <c:v>0.18686342592263827</c:v>
                </c:pt>
                <c:pt idx="16146">
                  <c:v>0.18687499999941792</c:v>
                </c:pt>
                <c:pt idx="16147">
                  <c:v>0.18688657406892162</c:v>
                </c:pt>
                <c:pt idx="16148">
                  <c:v>0.18689814814570127</c:v>
                </c:pt>
                <c:pt idx="16149">
                  <c:v>0.18690972222248092</c:v>
                </c:pt>
                <c:pt idx="16150">
                  <c:v>0.18692129629198462</c:v>
                </c:pt>
                <c:pt idx="16151">
                  <c:v>0.18693287036876427</c:v>
                </c:pt>
                <c:pt idx="16152">
                  <c:v>0.18694444444554392</c:v>
                </c:pt>
                <c:pt idx="16153">
                  <c:v>0.18695601851504762</c:v>
                </c:pt>
                <c:pt idx="16154">
                  <c:v>0.18696759259182727</c:v>
                </c:pt>
                <c:pt idx="16155">
                  <c:v>0.18697916666133096</c:v>
                </c:pt>
                <c:pt idx="16156">
                  <c:v>0.18699074073811062</c:v>
                </c:pt>
                <c:pt idx="16157">
                  <c:v>0.18700231481489027</c:v>
                </c:pt>
                <c:pt idx="16158">
                  <c:v>0.18701388888439396</c:v>
                </c:pt>
                <c:pt idx="16159">
                  <c:v>0.18702546296117362</c:v>
                </c:pt>
                <c:pt idx="16160">
                  <c:v>0.18703703703795327</c:v>
                </c:pt>
                <c:pt idx="16161">
                  <c:v>0.18704861110745696</c:v>
                </c:pt>
                <c:pt idx="16162">
                  <c:v>0.18706018518423662</c:v>
                </c:pt>
                <c:pt idx="16163">
                  <c:v>0.18707175925374031</c:v>
                </c:pt>
                <c:pt idx="16164">
                  <c:v>0.18708333333051996</c:v>
                </c:pt>
                <c:pt idx="16165">
                  <c:v>0.18709490740729962</c:v>
                </c:pt>
                <c:pt idx="16166">
                  <c:v>0.18710648147680331</c:v>
                </c:pt>
                <c:pt idx="16167">
                  <c:v>0.18711805555358296</c:v>
                </c:pt>
                <c:pt idx="16168">
                  <c:v>0.18712962963036261</c:v>
                </c:pt>
                <c:pt idx="16169">
                  <c:v>0.18714120369986631</c:v>
                </c:pt>
                <c:pt idx="16170">
                  <c:v>0.18715277777664596</c:v>
                </c:pt>
                <c:pt idx="16171">
                  <c:v>0.18716435184614966</c:v>
                </c:pt>
                <c:pt idx="16172">
                  <c:v>0.18717592592292931</c:v>
                </c:pt>
                <c:pt idx="16173">
                  <c:v>0.18718749999970896</c:v>
                </c:pt>
                <c:pt idx="16174">
                  <c:v>0.18719907406921266</c:v>
                </c:pt>
                <c:pt idx="16175">
                  <c:v>0.18721064814599231</c:v>
                </c:pt>
                <c:pt idx="16176">
                  <c:v>0.18722222222277196</c:v>
                </c:pt>
                <c:pt idx="16177">
                  <c:v>0.18723379629227566</c:v>
                </c:pt>
                <c:pt idx="16178">
                  <c:v>0.18724537036905531</c:v>
                </c:pt>
                <c:pt idx="16179">
                  <c:v>0.187256944438559</c:v>
                </c:pt>
                <c:pt idx="16180">
                  <c:v>0.18726851851533866</c:v>
                </c:pt>
                <c:pt idx="16181">
                  <c:v>0.18728009259211831</c:v>
                </c:pt>
                <c:pt idx="16182">
                  <c:v>0.187291666661622</c:v>
                </c:pt>
                <c:pt idx="16183">
                  <c:v>0.18730324073840166</c:v>
                </c:pt>
                <c:pt idx="16184">
                  <c:v>0.18731481481518131</c:v>
                </c:pt>
                <c:pt idx="16185">
                  <c:v>0.187326388884685</c:v>
                </c:pt>
                <c:pt idx="16186">
                  <c:v>0.18733796296146465</c:v>
                </c:pt>
                <c:pt idx="16187">
                  <c:v>0.18734953703824431</c:v>
                </c:pt>
                <c:pt idx="16188">
                  <c:v>0.187361111107748</c:v>
                </c:pt>
                <c:pt idx="16189">
                  <c:v>0.18737268518452765</c:v>
                </c:pt>
                <c:pt idx="16190">
                  <c:v>0.18738425925403135</c:v>
                </c:pt>
                <c:pt idx="16191">
                  <c:v>0.187395833330811</c:v>
                </c:pt>
                <c:pt idx="16192">
                  <c:v>0.18740740740759065</c:v>
                </c:pt>
                <c:pt idx="16193">
                  <c:v>0.18741898147709435</c:v>
                </c:pt>
                <c:pt idx="16194">
                  <c:v>0.187430555553874</c:v>
                </c:pt>
                <c:pt idx="16195">
                  <c:v>0.18744212963065365</c:v>
                </c:pt>
                <c:pt idx="16196">
                  <c:v>0.18745370370015735</c:v>
                </c:pt>
                <c:pt idx="16197">
                  <c:v>0.187465277776937</c:v>
                </c:pt>
                <c:pt idx="16198">
                  <c:v>0.1874768518464407</c:v>
                </c:pt>
                <c:pt idx="16199">
                  <c:v>0.18748842592322035</c:v>
                </c:pt>
                <c:pt idx="16200">
                  <c:v>0.1875</c:v>
                </c:pt>
                <c:pt idx="16201">
                  <c:v>0.18751157406950369</c:v>
                </c:pt>
                <c:pt idx="16202">
                  <c:v>0.18752314814628335</c:v>
                </c:pt>
                <c:pt idx="16203">
                  <c:v>0.187534722223063</c:v>
                </c:pt>
                <c:pt idx="16204">
                  <c:v>0.18754629629256669</c:v>
                </c:pt>
                <c:pt idx="16205">
                  <c:v>0.18755787036934635</c:v>
                </c:pt>
                <c:pt idx="16206">
                  <c:v>0.18756944443885004</c:v>
                </c:pt>
                <c:pt idx="16207">
                  <c:v>0.18758101851562969</c:v>
                </c:pt>
                <c:pt idx="16208">
                  <c:v>0.18759259259240935</c:v>
                </c:pt>
                <c:pt idx="16209">
                  <c:v>0.18760416666191304</c:v>
                </c:pt>
                <c:pt idx="16210">
                  <c:v>0.18761574073869269</c:v>
                </c:pt>
                <c:pt idx="16211">
                  <c:v>0.18762731481547235</c:v>
                </c:pt>
                <c:pt idx="16212">
                  <c:v>0.18763888888497604</c:v>
                </c:pt>
                <c:pt idx="16213">
                  <c:v>0.18765046296175569</c:v>
                </c:pt>
                <c:pt idx="16214">
                  <c:v>0.18766203703125939</c:v>
                </c:pt>
                <c:pt idx="16215">
                  <c:v>0.18767361110803904</c:v>
                </c:pt>
                <c:pt idx="16216">
                  <c:v>0.18768518518481869</c:v>
                </c:pt>
                <c:pt idx="16217">
                  <c:v>0.18769675925432239</c:v>
                </c:pt>
                <c:pt idx="16218">
                  <c:v>0.18770833333110204</c:v>
                </c:pt>
                <c:pt idx="16219">
                  <c:v>0.18771990740788169</c:v>
                </c:pt>
                <c:pt idx="16220">
                  <c:v>0.18773148147738539</c:v>
                </c:pt>
                <c:pt idx="16221">
                  <c:v>0.18774305555416504</c:v>
                </c:pt>
                <c:pt idx="16222">
                  <c:v>0.18775462963094469</c:v>
                </c:pt>
                <c:pt idx="16223">
                  <c:v>0.18776620370044839</c:v>
                </c:pt>
                <c:pt idx="16224">
                  <c:v>0.18777777777722804</c:v>
                </c:pt>
                <c:pt idx="16225">
                  <c:v>0.18778935184673173</c:v>
                </c:pt>
                <c:pt idx="16226">
                  <c:v>0.18780092592351139</c:v>
                </c:pt>
                <c:pt idx="16227">
                  <c:v>0.18781250000029104</c:v>
                </c:pt>
                <c:pt idx="16228">
                  <c:v>0.18782407406979473</c:v>
                </c:pt>
                <c:pt idx="16229">
                  <c:v>0.18783564814657439</c:v>
                </c:pt>
                <c:pt idx="16230">
                  <c:v>0.18784722222335404</c:v>
                </c:pt>
                <c:pt idx="16231">
                  <c:v>0.18785879629285773</c:v>
                </c:pt>
                <c:pt idx="16232">
                  <c:v>0.18787037036963739</c:v>
                </c:pt>
                <c:pt idx="16233">
                  <c:v>0.18788194443914108</c:v>
                </c:pt>
                <c:pt idx="16234">
                  <c:v>0.18789351851592073</c:v>
                </c:pt>
                <c:pt idx="16235">
                  <c:v>0.18790509259270038</c:v>
                </c:pt>
                <c:pt idx="16236">
                  <c:v>0.18791666666220408</c:v>
                </c:pt>
                <c:pt idx="16237">
                  <c:v>0.18792824073898373</c:v>
                </c:pt>
                <c:pt idx="16238">
                  <c:v>0.18793981481576338</c:v>
                </c:pt>
                <c:pt idx="16239">
                  <c:v>0.18795138888526708</c:v>
                </c:pt>
                <c:pt idx="16240">
                  <c:v>0.18796296296204673</c:v>
                </c:pt>
                <c:pt idx="16241">
                  <c:v>0.18797453703155043</c:v>
                </c:pt>
                <c:pt idx="16242">
                  <c:v>0.18798611110833008</c:v>
                </c:pt>
                <c:pt idx="16243">
                  <c:v>0.18799768518510973</c:v>
                </c:pt>
                <c:pt idx="16244">
                  <c:v>0.18800925925461343</c:v>
                </c:pt>
                <c:pt idx="16245">
                  <c:v>0.18802083333139308</c:v>
                </c:pt>
                <c:pt idx="16246">
                  <c:v>0.18803240740817273</c:v>
                </c:pt>
                <c:pt idx="16247">
                  <c:v>0.18804398147767643</c:v>
                </c:pt>
                <c:pt idx="16248">
                  <c:v>0.18805555555445608</c:v>
                </c:pt>
                <c:pt idx="16249">
                  <c:v>0.18806712962395977</c:v>
                </c:pt>
                <c:pt idx="16250">
                  <c:v>0.18807870370073942</c:v>
                </c:pt>
                <c:pt idx="16251">
                  <c:v>0.18809027777751908</c:v>
                </c:pt>
                <c:pt idx="16252">
                  <c:v>0.18810185184702277</c:v>
                </c:pt>
                <c:pt idx="16253">
                  <c:v>0.18811342592380242</c:v>
                </c:pt>
                <c:pt idx="16254">
                  <c:v>0.18812500000058208</c:v>
                </c:pt>
                <c:pt idx="16255">
                  <c:v>0.18813657407008577</c:v>
                </c:pt>
                <c:pt idx="16256">
                  <c:v>0.18814814814686542</c:v>
                </c:pt>
                <c:pt idx="16257">
                  <c:v>0.18815972221636912</c:v>
                </c:pt>
                <c:pt idx="16258">
                  <c:v>0.18817129629314877</c:v>
                </c:pt>
                <c:pt idx="16259">
                  <c:v>0.18818287036992842</c:v>
                </c:pt>
                <c:pt idx="16260">
                  <c:v>0.18819444443943212</c:v>
                </c:pt>
                <c:pt idx="16261">
                  <c:v>0.18820601851621177</c:v>
                </c:pt>
                <c:pt idx="16262">
                  <c:v>0.18821759259299142</c:v>
                </c:pt>
                <c:pt idx="16263">
                  <c:v>0.18822916666249512</c:v>
                </c:pt>
                <c:pt idx="16264">
                  <c:v>0.18824074073927477</c:v>
                </c:pt>
                <c:pt idx="16265">
                  <c:v>0.18825231481605442</c:v>
                </c:pt>
                <c:pt idx="16266">
                  <c:v>0.18826388888555812</c:v>
                </c:pt>
                <c:pt idx="16267">
                  <c:v>0.18827546296233777</c:v>
                </c:pt>
                <c:pt idx="16268">
                  <c:v>0.18828703703184146</c:v>
                </c:pt>
                <c:pt idx="16269">
                  <c:v>0.18829861110862112</c:v>
                </c:pt>
                <c:pt idx="16270">
                  <c:v>0.18831018518540077</c:v>
                </c:pt>
                <c:pt idx="16271">
                  <c:v>0.18832175925490446</c:v>
                </c:pt>
                <c:pt idx="16272">
                  <c:v>0.18833333333168412</c:v>
                </c:pt>
                <c:pt idx="16273">
                  <c:v>0.18834490740846377</c:v>
                </c:pt>
                <c:pt idx="16274">
                  <c:v>0.18835648147796746</c:v>
                </c:pt>
                <c:pt idx="16275">
                  <c:v>0.18836805555474712</c:v>
                </c:pt>
                <c:pt idx="16276">
                  <c:v>0.18837962962425081</c:v>
                </c:pt>
                <c:pt idx="16277">
                  <c:v>0.18839120370103046</c:v>
                </c:pt>
                <c:pt idx="16278">
                  <c:v>0.18840277777781012</c:v>
                </c:pt>
                <c:pt idx="16279">
                  <c:v>0.18841435184731381</c:v>
                </c:pt>
                <c:pt idx="16280">
                  <c:v>0.18842592592409346</c:v>
                </c:pt>
                <c:pt idx="16281">
                  <c:v>0.18843750000087311</c:v>
                </c:pt>
                <c:pt idx="16282">
                  <c:v>0.18844907407037681</c:v>
                </c:pt>
                <c:pt idx="16283">
                  <c:v>0.18846064814715646</c:v>
                </c:pt>
                <c:pt idx="16284">
                  <c:v>0.18847222221666016</c:v>
                </c:pt>
                <c:pt idx="16285">
                  <c:v>0.18848379629343981</c:v>
                </c:pt>
                <c:pt idx="16286">
                  <c:v>0.18849537037021946</c:v>
                </c:pt>
                <c:pt idx="16287">
                  <c:v>0.18850694443972316</c:v>
                </c:pt>
                <c:pt idx="16288">
                  <c:v>0.18851851851650281</c:v>
                </c:pt>
                <c:pt idx="16289">
                  <c:v>0.18853009259328246</c:v>
                </c:pt>
                <c:pt idx="16290">
                  <c:v>0.18854166666278616</c:v>
                </c:pt>
                <c:pt idx="16291">
                  <c:v>0.18855324073956581</c:v>
                </c:pt>
                <c:pt idx="16292">
                  <c:v>0.1885648148090695</c:v>
                </c:pt>
                <c:pt idx="16293">
                  <c:v>0.18857638888584916</c:v>
                </c:pt>
                <c:pt idx="16294">
                  <c:v>0.18858796296262881</c:v>
                </c:pt>
                <c:pt idx="16295">
                  <c:v>0.1885995370321325</c:v>
                </c:pt>
                <c:pt idx="16296">
                  <c:v>0.18861111110891216</c:v>
                </c:pt>
                <c:pt idx="16297">
                  <c:v>0.18862268518569181</c:v>
                </c:pt>
                <c:pt idx="16298">
                  <c:v>0.1886342592551955</c:v>
                </c:pt>
                <c:pt idx="16299">
                  <c:v>0.18864583333197515</c:v>
                </c:pt>
                <c:pt idx="16300">
                  <c:v>0.18865740740147885</c:v>
                </c:pt>
                <c:pt idx="16301">
                  <c:v>0.1886689814782585</c:v>
                </c:pt>
                <c:pt idx="16302">
                  <c:v>0.18868055555503815</c:v>
                </c:pt>
                <c:pt idx="16303">
                  <c:v>0.18869212962454185</c:v>
                </c:pt>
                <c:pt idx="16304">
                  <c:v>0.1887037037013215</c:v>
                </c:pt>
                <c:pt idx="16305">
                  <c:v>0.18871527777810115</c:v>
                </c:pt>
                <c:pt idx="16306">
                  <c:v>0.18872685184760485</c:v>
                </c:pt>
                <c:pt idx="16307">
                  <c:v>0.1887384259243845</c:v>
                </c:pt>
                <c:pt idx="16308">
                  <c:v>0.18875000000116415</c:v>
                </c:pt>
                <c:pt idx="16309">
                  <c:v>0.18876157407066785</c:v>
                </c:pt>
                <c:pt idx="16310">
                  <c:v>0.1887731481474475</c:v>
                </c:pt>
                <c:pt idx="16311">
                  <c:v>0.1887847222169512</c:v>
                </c:pt>
                <c:pt idx="16312">
                  <c:v>0.18879629629373085</c:v>
                </c:pt>
                <c:pt idx="16313">
                  <c:v>0.1888078703705105</c:v>
                </c:pt>
                <c:pt idx="16314">
                  <c:v>0.18881944444001419</c:v>
                </c:pt>
                <c:pt idx="16315">
                  <c:v>0.18883101851679385</c:v>
                </c:pt>
                <c:pt idx="16316">
                  <c:v>0.1888425925935735</c:v>
                </c:pt>
                <c:pt idx="16317">
                  <c:v>0.18885416666307719</c:v>
                </c:pt>
                <c:pt idx="16318">
                  <c:v>0.18886574073985685</c:v>
                </c:pt>
                <c:pt idx="16319">
                  <c:v>0.18887731480936054</c:v>
                </c:pt>
                <c:pt idx="16320">
                  <c:v>0.18888888888614019</c:v>
                </c:pt>
                <c:pt idx="16321">
                  <c:v>0.18890046296291985</c:v>
                </c:pt>
                <c:pt idx="16322">
                  <c:v>0.18891203703242354</c:v>
                </c:pt>
                <c:pt idx="16323">
                  <c:v>0.18892361110920319</c:v>
                </c:pt>
                <c:pt idx="16324">
                  <c:v>0.18893518518598285</c:v>
                </c:pt>
                <c:pt idx="16325">
                  <c:v>0.18894675925548654</c:v>
                </c:pt>
                <c:pt idx="16326">
                  <c:v>0.18895833333226619</c:v>
                </c:pt>
                <c:pt idx="16327">
                  <c:v>0.18896990740176989</c:v>
                </c:pt>
                <c:pt idx="16328">
                  <c:v>0.18898148147854954</c:v>
                </c:pt>
                <c:pt idx="16329">
                  <c:v>0.18899305555532919</c:v>
                </c:pt>
                <c:pt idx="16330">
                  <c:v>0.18900462962483289</c:v>
                </c:pt>
                <c:pt idx="16331">
                  <c:v>0.18901620370161254</c:v>
                </c:pt>
                <c:pt idx="16332">
                  <c:v>0.18902777777839219</c:v>
                </c:pt>
                <c:pt idx="16333">
                  <c:v>0.18903935184789589</c:v>
                </c:pt>
                <c:pt idx="16334">
                  <c:v>0.18905092592467554</c:v>
                </c:pt>
                <c:pt idx="16335">
                  <c:v>0.18906249999417923</c:v>
                </c:pt>
                <c:pt idx="16336">
                  <c:v>0.18907407407095889</c:v>
                </c:pt>
                <c:pt idx="16337">
                  <c:v>0.18908564814773854</c:v>
                </c:pt>
                <c:pt idx="16338">
                  <c:v>0.18909722221724223</c:v>
                </c:pt>
                <c:pt idx="16339">
                  <c:v>0.18910879629402189</c:v>
                </c:pt>
                <c:pt idx="16340">
                  <c:v>0.18912037037080154</c:v>
                </c:pt>
                <c:pt idx="16341">
                  <c:v>0.18913194444030523</c:v>
                </c:pt>
                <c:pt idx="16342">
                  <c:v>0.18914351851708489</c:v>
                </c:pt>
                <c:pt idx="16343">
                  <c:v>0.18915509259386454</c:v>
                </c:pt>
                <c:pt idx="16344">
                  <c:v>0.18916666666336823</c:v>
                </c:pt>
                <c:pt idx="16345">
                  <c:v>0.18917824074014788</c:v>
                </c:pt>
                <c:pt idx="16346">
                  <c:v>0.18918981480965158</c:v>
                </c:pt>
                <c:pt idx="16347">
                  <c:v>0.18920138888643123</c:v>
                </c:pt>
                <c:pt idx="16348">
                  <c:v>0.18921296296321088</c:v>
                </c:pt>
                <c:pt idx="16349">
                  <c:v>0.18922453703271458</c:v>
                </c:pt>
                <c:pt idx="16350">
                  <c:v>0.18923611110949423</c:v>
                </c:pt>
                <c:pt idx="16351">
                  <c:v>0.18924768518627388</c:v>
                </c:pt>
                <c:pt idx="16352">
                  <c:v>0.18925925925577758</c:v>
                </c:pt>
                <c:pt idx="16353">
                  <c:v>0.18927083333255723</c:v>
                </c:pt>
                <c:pt idx="16354">
                  <c:v>0.18928240740206093</c:v>
                </c:pt>
                <c:pt idx="16355">
                  <c:v>0.18929398147884058</c:v>
                </c:pt>
                <c:pt idx="16356">
                  <c:v>0.18930555555562023</c:v>
                </c:pt>
                <c:pt idx="16357">
                  <c:v>0.18931712962512393</c:v>
                </c:pt>
                <c:pt idx="16358">
                  <c:v>0.18932870370190358</c:v>
                </c:pt>
                <c:pt idx="16359">
                  <c:v>0.18934027777868323</c:v>
                </c:pt>
                <c:pt idx="16360">
                  <c:v>0.18935185184818693</c:v>
                </c:pt>
                <c:pt idx="16361">
                  <c:v>0.18936342592496658</c:v>
                </c:pt>
                <c:pt idx="16362">
                  <c:v>0.18937499999447027</c:v>
                </c:pt>
                <c:pt idx="16363">
                  <c:v>0.18938657407124992</c:v>
                </c:pt>
                <c:pt idx="16364">
                  <c:v>0.18939814814802958</c:v>
                </c:pt>
                <c:pt idx="16365">
                  <c:v>0.18940972221753327</c:v>
                </c:pt>
                <c:pt idx="16366">
                  <c:v>0.18942129629431292</c:v>
                </c:pt>
                <c:pt idx="16367">
                  <c:v>0.18943287037109258</c:v>
                </c:pt>
                <c:pt idx="16368">
                  <c:v>0.18944444444059627</c:v>
                </c:pt>
                <c:pt idx="16369">
                  <c:v>0.18945601851737592</c:v>
                </c:pt>
                <c:pt idx="16370">
                  <c:v>0.18946759258687962</c:v>
                </c:pt>
                <c:pt idx="16371">
                  <c:v>0.18947916666365927</c:v>
                </c:pt>
                <c:pt idx="16372">
                  <c:v>0.18949074074043892</c:v>
                </c:pt>
                <c:pt idx="16373">
                  <c:v>0.18950231480994262</c:v>
                </c:pt>
                <c:pt idx="16374">
                  <c:v>0.18951388888672227</c:v>
                </c:pt>
                <c:pt idx="16375">
                  <c:v>0.18952546296350192</c:v>
                </c:pt>
                <c:pt idx="16376">
                  <c:v>0.18953703703300562</c:v>
                </c:pt>
                <c:pt idx="16377">
                  <c:v>0.18954861110978527</c:v>
                </c:pt>
                <c:pt idx="16378">
                  <c:v>0.18956018517928896</c:v>
                </c:pt>
                <c:pt idx="16379">
                  <c:v>0.18957175925606862</c:v>
                </c:pt>
                <c:pt idx="16380">
                  <c:v>0.18958333333284827</c:v>
                </c:pt>
                <c:pt idx="16381">
                  <c:v>0.18959490740235196</c:v>
                </c:pt>
                <c:pt idx="16382">
                  <c:v>0.18960648147913162</c:v>
                </c:pt>
                <c:pt idx="16383">
                  <c:v>0.18961805555591127</c:v>
                </c:pt>
                <c:pt idx="16384">
                  <c:v>0.18962962962541496</c:v>
                </c:pt>
                <c:pt idx="16385">
                  <c:v>0.18964120370219462</c:v>
                </c:pt>
                <c:pt idx="16386">
                  <c:v>0.18965277777897427</c:v>
                </c:pt>
                <c:pt idx="16387">
                  <c:v>0.18966435184847796</c:v>
                </c:pt>
                <c:pt idx="16388">
                  <c:v>0.18967592592525762</c:v>
                </c:pt>
                <c:pt idx="16389">
                  <c:v>0.18968749999476131</c:v>
                </c:pt>
                <c:pt idx="16390">
                  <c:v>0.18969907407154096</c:v>
                </c:pt>
                <c:pt idx="16391">
                  <c:v>0.18971064814832062</c:v>
                </c:pt>
                <c:pt idx="16392">
                  <c:v>0.18972222221782431</c:v>
                </c:pt>
                <c:pt idx="16393">
                  <c:v>0.18973379629460396</c:v>
                </c:pt>
                <c:pt idx="16394">
                  <c:v>0.18974537037138361</c:v>
                </c:pt>
                <c:pt idx="16395">
                  <c:v>0.18975694444088731</c:v>
                </c:pt>
                <c:pt idx="16396">
                  <c:v>0.18976851851766696</c:v>
                </c:pt>
                <c:pt idx="16397">
                  <c:v>0.18978009258717066</c:v>
                </c:pt>
                <c:pt idx="16398">
                  <c:v>0.18979166666395031</c:v>
                </c:pt>
                <c:pt idx="16399">
                  <c:v>0.18980324074072996</c:v>
                </c:pt>
                <c:pt idx="16400">
                  <c:v>0.18981481481023366</c:v>
                </c:pt>
                <c:pt idx="16401">
                  <c:v>0.18982638888701331</c:v>
                </c:pt>
                <c:pt idx="16402">
                  <c:v>0.18983796296379296</c:v>
                </c:pt>
                <c:pt idx="16403">
                  <c:v>0.18984953703329666</c:v>
                </c:pt>
                <c:pt idx="16404">
                  <c:v>0.18986111111007631</c:v>
                </c:pt>
                <c:pt idx="16405">
                  <c:v>0.18987268517958</c:v>
                </c:pt>
                <c:pt idx="16406">
                  <c:v>0.18988425925635966</c:v>
                </c:pt>
                <c:pt idx="16407">
                  <c:v>0.18989583333313931</c:v>
                </c:pt>
                <c:pt idx="16408">
                  <c:v>0.189907407402643</c:v>
                </c:pt>
                <c:pt idx="16409">
                  <c:v>0.18991898147942265</c:v>
                </c:pt>
                <c:pt idx="16410">
                  <c:v>0.18993055555620231</c:v>
                </c:pt>
                <c:pt idx="16411">
                  <c:v>0.189942129625706</c:v>
                </c:pt>
                <c:pt idx="16412">
                  <c:v>0.18995370370248565</c:v>
                </c:pt>
                <c:pt idx="16413">
                  <c:v>0.18996527777198935</c:v>
                </c:pt>
                <c:pt idx="16414">
                  <c:v>0.189976851848769</c:v>
                </c:pt>
                <c:pt idx="16415">
                  <c:v>0.18998842592554865</c:v>
                </c:pt>
                <c:pt idx="16416">
                  <c:v>0.18999999999505235</c:v>
                </c:pt>
                <c:pt idx="16417">
                  <c:v>0.190011574071832</c:v>
                </c:pt>
                <c:pt idx="16418">
                  <c:v>0.19002314814861165</c:v>
                </c:pt>
                <c:pt idx="16419">
                  <c:v>0.19003472221811535</c:v>
                </c:pt>
                <c:pt idx="16420">
                  <c:v>0.190046296294895</c:v>
                </c:pt>
                <c:pt idx="16421">
                  <c:v>0.19005787037167465</c:v>
                </c:pt>
                <c:pt idx="16422">
                  <c:v>0.19006944444117835</c:v>
                </c:pt>
                <c:pt idx="16423">
                  <c:v>0.190081018517958</c:v>
                </c:pt>
                <c:pt idx="16424">
                  <c:v>0.1900925925874617</c:v>
                </c:pt>
                <c:pt idx="16425">
                  <c:v>0.19010416666424135</c:v>
                </c:pt>
                <c:pt idx="16426">
                  <c:v>0.190115740741021</c:v>
                </c:pt>
                <c:pt idx="16427">
                  <c:v>0.19012731481052469</c:v>
                </c:pt>
                <c:pt idx="16428">
                  <c:v>0.19013888888730435</c:v>
                </c:pt>
                <c:pt idx="16429">
                  <c:v>0.190150462964084</c:v>
                </c:pt>
                <c:pt idx="16430">
                  <c:v>0.19016203703358769</c:v>
                </c:pt>
                <c:pt idx="16431">
                  <c:v>0.19017361111036735</c:v>
                </c:pt>
                <c:pt idx="16432">
                  <c:v>0.19018518517987104</c:v>
                </c:pt>
                <c:pt idx="16433">
                  <c:v>0.19019675925665069</c:v>
                </c:pt>
                <c:pt idx="16434">
                  <c:v>0.19020833333343035</c:v>
                </c:pt>
                <c:pt idx="16435">
                  <c:v>0.19021990740293404</c:v>
                </c:pt>
                <c:pt idx="16436">
                  <c:v>0.19023148147971369</c:v>
                </c:pt>
                <c:pt idx="16437">
                  <c:v>0.19024305555649335</c:v>
                </c:pt>
                <c:pt idx="16438">
                  <c:v>0.19025462962599704</c:v>
                </c:pt>
                <c:pt idx="16439">
                  <c:v>0.19026620370277669</c:v>
                </c:pt>
                <c:pt idx="16440">
                  <c:v>0.19027777777228039</c:v>
                </c:pt>
                <c:pt idx="16441">
                  <c:v>0.19028935184906004</c:v>
                </c:pt>
                <c:pt idx="16442">
                  <c:v>0.19030092592583969</c:v>
                </c:pt>
                <c:pt idx="16443">
                  <c:v>0.19031249999534339</c:v>
                </c:pt>
                <c:pt idx="16444">
                  <c:v>0.19032407407212304</c:v>
                </c:pt>
                <c:pt idx="16445">
                  <c:v>0.19033564814890269</c:v>
                </c:pt>
                <c:pt idx="16446">
                  <c:v>0.19034722221840639</c:v>
                </c:pt>
                <c:pt idx="16447">
                  <c:v>0.19035879629518604</c:v>
                </c:pt>
                <c:pt idx="16448">
                  <c:v>0.19037037036468973</c:v>
                </c:pt>
                <c:pt idx="16449">
                  <c:v>0.19038194444146939</c:v>
                </c:pt>
                <c:pt idx="16450">
                  <c:v>0.19039351851824904</c:v>
                </c:pt>
                <c:pt idx="16451">
                  <c:v>0.19040509258775273</c:v>
                </c:pt>
                <c:pt idx="16452">
                  <c:v>0.19041666666453239</c:v>
                </c:pt>
                <c:pt idx="16453">
                  <c:v>0.19042824074131204</c:v>
                </c:pt>
                <c:pt idx="16454">
                  <c:v>0.19043981481081573</c:v>
                </c:pt>
                <c:pt idx="16455">
                  <c:v>0.19045138888759539</c:v>
                </c:pt>
                <c:pt idx="16456">
                  <c:v>0.19046296295709908</c:v>
                </c:pt>
                <c:pt idx="16457">
                  <c:v>0.19047453703387873</c:v>
                </c:pt>
                <c:pt idx="16458">
                  <c:v>0.19048611111065838</c:v>
                </c:pt>
                <c:pt idx="16459">
                  <c:v>0.19049768518016208</c:v>
                </c:pt>
                <c:pt idx="16460">
                  <c:v>0.19050925925694173</c:v>
                </c:pt>
                <c:pt idx="16461">
                  <c:v>0.19052083333372138</c:v>
                </c:pt>
                <c:pt idx="16462">
                  <c:v>0.19053240740322508</c:v>
                </c:pt>
                <c:pt idx="16463">
                  <c:v>0.19054398148000473</c:v>
                </c:pt>
                <c:pt idx="16464">
                  <c:v>0.19055555555678438</c:v>
                </c:pt>
                <c:pt idx="16465">
                  <c:v>0.19056712962628808</c:v>
                </c:pt>
                <c:pt idx="16466">
                  <c:v>0.19057870370306773</c:v>
                </c:pt>
                <c:pt idx="16467">
                  <c:v>0.19059027777257143</c:v>
                </c:pt>
                <c:pt idx="16468">
                  <c:v>0.19060185184935108</c:v>
                </c:pt>
                <c:pt idx="16469">
                  <c:v>0.19061342592613073</c:v>
                </c:pt>
                <c:pt idx="16470">
                  <c:v>0.19062499999563443</c:v>
                </c:pt>
                <c:pt idx="16471">
                  <c:v>0.19063657407241408</c:v>
                </c:pt>
                <c:pt idx="16472">
                  <c:v>0.19064814814919373</c:v>
                </c:pt>
                <c:pt idx="16473">
                  <c:v>0.19065972221869742</c:v>
                </c:pt>
                <c:pt idx="16474">
                  <c:v>0.19067129629547708</c:v>
                </c:pt>
                <c:pt idx="16475">
                  <c:v>0.19068287036498077</c:v>
                </c:pt>
                <c:pt idx="16476">
                  <c:v>0.19069444444176042</c:v>
                </c:pt>
                <c:pt idx="16477">
                  <c:v>0.19070601851854008</c:v>
                </c:pt>
                <c:pt idx="16478">
                  <c:v>0.19071759258804377</c:v>
                </c:pt>
                <c:pt idx="16479">
                  <c:v>0.19072916666482342</c:v>
                </c:pt>
                <c:pt idx="16480">
                  <c:v>0.19074074074160308</c:v>
                </c:pt>
                <c:pt idx="16481">
                  <c:v>0.19075231481110677</c:v>
                </c:pt>
                <c:pt idx="16482">
                  <c:v>0.19076388888788642</c:v>
                </c:pt>
                <c:pt idx="16483">
                  <c:v>0.19077546295739012</c:v>
                </c:pt>
                <c:pt idx="16484">
                  <c:v>0.19078703703416977</c:v>
                </c:pt>
                <c:pt idx="16485">
                  <c:v>0.19079861111094942</c:v>
                </c:pt>
                <c:pt idx="16486">
                  <c:v>0.19081018518045312</c:v>
                </c:pt>
                <c:pt idx="16487">
                  <c:v>0.19082175925723277</c:v>
                </c:pt>
                <c:pt idx="16488">
                  <c:v>0.19083333333401242</c:v>
                </c:pt>
                <c:pt idx="16489">
                  <c:v>0.19084490740351612</c:v>
                </c:pt>
                <c:pt idx="16490">
                  <c:v>0.19085648148029577</c:v>
                </c:pt>
                <c:pt idx="16491">
                  <c:v>0.19086805554979946</c:v>
                </c:pt>
                <c:pt idx="16492">
                  <c:v>0.19087962962657912</c:v>
                </c:pt>
                <c:pt idx="16493">
                  <c:v>0.19089120370335877</c:v>
                </c:pt>
                <c:pt idx="16494">
                  <c:v>0.19090277777286246</c:v>
                </c:pt>
                <c:pt idx="16495">
                  <c:v>0.19091435184964212</c:v>
                </c:pt>
                <c:pt idx="16496">
                  <c:v>0.19092592592642177</c:v>
                </c:pt>
                <c:pt idx="16497">
                  <c:v>0.19093749999592546</c:v>
                </c:pt>
                <c:pt idx="16498">
                  <c:v>0.19094907407270512</c:v>
                </c:pt>
                <c:pt idx="16499">
                  <c:v>0.19096064814948477</c:v>
                </c:pt>
                <c:pt idx="16500">
                  <c:v>0.19097222221898846</c:v>
                </c:pt>
                <c:pt idx="16501">
                  <c:v>0.19098379629576812</c:v>
                </c:pt>
                <c:pt idx="16502">
                  <c:v>0.19099537036527181</c:v>
                </c:pt>
                <c:pt idx="16503">
                  <c:v>0.19100694444205146</c:v>
                </c:pt>
                <c:pt idx="16504">
                  <c:v>0.19101851851883112</c:v>
                </c:pt>
                <c:pt idx="16505">
                  <c:v>0.19103009258833481</c:v>
                </c:pt>
                <c:pt idx="16506">
                  <c:v>0.19104166666511446</c:v>
                </c:pt>
                <c:pt idx="16507">
                  <c:v>0.19105324074189411</c:v>
                </c:pt>
                <c:pt idx="16508">
                  <c:v>0.19106481481139781</c:v>
                </c:pt>
                <c:pt idx="16509">
                  <c:v>0.19107638888817746</c:v>
                </c:pt>
                <c:pt idx="16510">
                  <c:v>0.19108796295768116</c:v>
                </c:pt>
                <c:pt idx="16511">
                  <c:v>0.19109953703446081</c:v>
                </c:pt>
                <c:pt idx="16512">
                  <c:v>0.19111111111124046</c:v>
                </c:pt>
                <c:pt idx="16513">
                  <c:v>0.19112268518074416</c:v>
                </c:pt>
                <c:pt idx="16514">
                  <c:v>0.19113425925752381</c:v>
                </c:pt>
                <c:pt idx="16515">
                  <c:v>0.19114583333430346</c:v>
                </c:pt>
                <c:pt idx="16516">
                  <c:v>0.19115740740380716</c:v>
                </c:pt>
                <c:pt idx="16517">
                  <c:v>0.19116898148058681</c:v>
                </c:pt>
                <c:pt idx="16518">
                  <c:v>0.1911805555500905</c:v>
                </c:pt>
                <c:pt idx="16519">
                  <c:v>0.19119212962687016</c:v>
                </c:pt>
                <c:pt idx="16520">
                  <c:v>0.19120370370364981</c:v>
                </c:pt>
                <c:pt idx="16521">
                  <c:v>0.1912152777731535</c:v>
                </c:pt>
                <c:pt idx="16522">
                  <c:v>0.19122685184993315</c:v>
                </c:pt>
                <c:pt idx="16523">
                  <c:v>0.19123842592671281</c:v>
                </c:pt>
                <c:pt idx="16524">
                  <c:v>0.1912499999962165</c:v>
                </c:pt>
                <c:pt idx="16525">
                  <c:v>0.19126157407299615</c:v>
                </c:pt>
                <c:pt idx="16526">
                  <c:v>0.19127314814249985</c:v>
                </c:pt>
                <c:pt idx="16527">
                  <c:v>0.1912847222192795</c:v>
                </c:pt>
                <c:pt idx="16528">
                  <c:v>0.19129629629605915</c:v>
                </c:pt>
                <c:pt idx="16529">
                  <c:v>0.19130787036556285</c:v>
                </c:pt>
                <c:pt idx="16530">
                  <c:v>0.1913194444423425</c:v>
                </c:pt>
                <c:pt idx="16531">
                  <c:v>0.19133101851912215</c:v>
                </c:pt>
                <c:pt idx="16532">
                  <c:v>0.19134259258862585</c:v>
                </c:pt>
                <c:pt idx="16533">
                  <c:v>0.1913541666654055</c:v>
                </c:pt>
                <c:pt idx="16534">
                  <c:v>0.1913657407349092</c:v>
                </c:pt>
                <c:pt idx="16535">
                  <c:v>0.19137731481168885</c:v>
                </c:pt>
                <c:pt idx="16536">
                  <c:v>0.1913888888884685</c:v>
                </c:pt>
                <c:pt idx="16537">
                  <c:v>0.19140046295797219</c:v>
                </c:pt>
                <c:pt idx="16538">
                  <c:v>0.19141203703475185</c:v>
                </c:pt>
                <c:pt idx="16539">
                  <c:v>0.1914236111115315</c:v>
                </c:pt>
                <c:pt idx="16540">
                  <c:v>0.19143518518103519</c:v>
                </c:pt>
                <c:pt idx="16541">
                  <c:v>0.19144675925781485</c:v>
                </c:pt>
                <c:pt idx="16542">
                  <c:v>0.1914583333345945</c:v>
                </c:pt>
                <c:pt idx="16543">
                  <c:v>0.19146990740409819</c:v>
                </c:pt>
                <c:pt idx="16544">
                  <c:v>0.19148148148087785</c:v>
                </c:pt>
                <c:pt idx="16545">
                  <c:v>0.19149305555038154</c:v>
                </c:pt>
                <c:pt idx="16546">
                  <c:v>0.19150462962716119</c:v>
                </c:pt>
                <c:pt idx="16547">
                  <c:v>0.19151620370394085</c:v>
                </c:pt>
                <c:pt idx="16548">
                  <c:v>0.19152777777344454</c:v>
                </c:pt>
                <c:pt idx="16549">
                  <c:v>0.19153935185022419</c:v>
                </c:pt>
                <c:pt idx="16550">
                  <c:v>0.19155092592700385</c:v>
                </c:pt>
                <c:pt idx="16551">
                  <c:v>0.19156249999650754</c:v>
                </c:pt>
                <c:pt idx="16552">
                  <c:v>0.19157407407328719</c:v>
                </c:pt>
                <c:pt idx="16553">
                  <c:v>0.19158564814279089</c:v>
                </c:pt>
                <c:pt idx="16554">
                  <c:v>0.19159722221957054</c:v>
                </c:pt>
                <c:pt idx="16555">
                  <c:v>0.19160879629635019</c:v>
                </c:pt>
                <c:pt idx="16556">
                  <c:v>0.19162037036585389</c:v>
                </c:pt>
                <c:pt idx="16557">
                  <c:v>0.19163194444263354</c:v>
                </c:pt>
                <c:pt idx="16558">
                  <c:v>0.19164351851941319</c:v>
                </c:pt>
                <c:pt idx="16559">
                  <c:v>0.19165509258891689</c:v>
                </c:pt>
                <c:pt idx="16560">
                  <c:v>0.19166666666569654</c:v>
                </c:pt>
                <c:pt idx="16561">
                  <c:v>0.19167824073520023</c:v>
                </c:pt>
                <c:pt idx="16562">
                  <c:v>0.19168981481197989</c:v>
                </c:pt>
                <c:pt idx="16563">
                  <c:v>0.19170138888875954</c:v>
                </c:pt>
                <c:pt idx="16564">
                  <c:v>0.19171296295826323</c:v>
                </c:pt>
                <c:pt idx="16565">
                  <c:v>0.19172453703504289</c:v>
                </c:pt>
                <c:pt idx="16566">
                  <c:v>0.19173611111182254</c:v>
                </c:pt>
                <c:pt idx="16567">
                  <c:v>0.19174768518132623</c:v>
                </c:pt>
                <c:pt idx="16568">
                  <c:v>0.19175925925810589</c:v>
                </c:pt>
                <c:pt idx="16569">
                  <c:v>0.19177083332760958</c:v>
                </c:pt>
                <c:pt idx="16570">
                  <c:v>0.19178240740438923</c:v>
                </c:pt>
                <c:pt idx="16571">
                  <c:v>0.19179398148116888</c:v>
                </c:pt>
                <c:pt idx="16572">
                  <c:v>0.19180555555067258</c:v>
                </c:pt>
                <c:pt idx="16573">
                  <c:v>0.19181712962745223</c:v>
                </c:pt>
                <c:pt idx="16574">
                  <c:v>0.19182870370423188</c:v>
                </c:pt>
                <c:pt idx="16575">
                  <c:v>0.19184027777373558</c:v>
                </c:pt>
                <c:pt idx="16576">
                  <c:v>0.19185185185051523</c:v>
                </c:pt>
                <c:pt idx="16577">
                  <c:v>0.19186342592001893</c:v>
                </c:pt>
                <c:pt idx="16578">
                  <c:v>0.19187499999679858</c:v>
                </c:pt>
                <c:pt idx="16579">
                  <c:v>0.19188657407357823</c:v>
                </c:pt>
                <c:pt idx="16580">
                  <c:v>0.19189814814308193</c:v>
                </c:pt>
                <c:pt idx="16581">
                  <c:v>0.19190972221986158</c:v>
                </c:pt>
                <c:pt idx="16582">
                  <c:v>0.19192129629664123</c:v>
                </c:pt>
                <c:pt idx="16583">
                  <c:v>0.19193287036614493</c:v>
                </c:pt>
                <c:pt idx="16584">
                  <c:v>0.19194444444292458</c:v>
                </c:pt>
                <c:pt idx="16585">
                  <c:v>0.19195601851970423</c:v>
                </c:pt>
                <c:pt idx="16586">
                  <c:v>0.19196759258920792</c:v>
                </c:pt>
                <c:pt idx="16587">
                  <c:v>0.19197916666598758</c:v>
                </c:pt>
                <c:pt idx="16588">
                  <c:v>0.19199074073549127</c:v>
                </c:pt>
                <c:pt idx="16589">
                  <c:v>0.19200231481227092</c:v>
                </c:pt>
                <c:pt idx="16590">
                  <c:v>0.19201388888905058</c:v>
                </c:pt>
                <c:pt idx="16591">
                  <c:v>0.19202546295855427</c:v>
                </c:pt>
                <c:pt idx="16592">
                  <c:v>0.19203703703533392</c:v>
                </c:pt>
                <c:pt idx="16593">
                  <c:v>0.19204861111211358</c:v>
                </c:pt>
                <c:pt idx="16594">
                  <c:v>0.19206018518161727</c:v>
                </c:pt>
                <c:pt idx="16595">
                  <c:v>0.19207175925839692</c:v>
                </c:pt>
                <c:pt idx="16596">
                  <c:v>0.19208333332790062</c:v>
                </c:pt>
                <c:pt idx="16597">
                  <c:v>0.19209490740468027</c:v>
                </c:pt>
                <c:pt idx="16598">
                  <c:v>0.19210648148145992</c:v>
                </c:pt>
                <c:pt idx="16599">
                  <c:v>0.19211805555096362</c:v>
                </c:pt>
                <c:pt idx="16600">
                  <c:v>0.19212962962774327</c:v>
                </c:pt>
                <c:pt idx="16601">
                  <c:v>0.19214120370452292</c:v>
                </c:pt>
                <c:pt idx="16602">
                  <c:v>0.19215277777402662</c:v>
                </c:pt>
                <c:pt idx="16603">
                  <c:v>0.19216435185080627</c:v>
                </c:pt>
                <c:pt idx="16604">
                  <c:v>0.19217592592030996</c:v>
                </c:pt>
                <c:pt idx="16605">
                  <c:v>0.19218749999708962</c:v>
                </c:pt>
                <c:pt idx="16606">
                  <c:v>0.19219907407386927</c:v>
                </c:pt>
                <c:pt idx="16607">
                  <c:v>0.19221064814337296</c:v>
                </c:pt>
                <c:pt idx="16608">
                  <c:v>0.19222222222015262</c:v>
                </c:pt>
                <c:pt idx="16609">
                  <c:v>0.19223379629693227</c:v>
                </c:pt>
                <c:pt idx="16610">
                  <c:v>0.19224537036643596</c:v>
                </c:pt>
                <c:pt idx="16611">
                  <c:v>0.19225694444321562</c:v>
                </c:pt>
                <c:pt idx="16612">
                  <c:v>0.19226851851271931</c:v>
                </c:pt>
                <c:pt idx="16613">
                  <c:v>0.19228009258949896</c:v>
                </c:pt>
                <c:pt idx="16614">
                  <c:v>0.19229166666627862</c:v>
                </c:pt>
                <c:pt idx="16615">
                  <c:v>0.19230324073578231</c:v>
                </c:pt>
                <c:pt idx="16616">
                  <c:v>0.19231481481256196</c:v>
                </c:pt>
                <c:pt idx="16617">
                  <c:v>0.19232638888934162</c:v>
                </c:pt>
                <c:pt idx="16618">
                  <c:v>0.19233796295884531</c:v>
                </c:pt>
                <c:pt idx="16619">
                  <c:v>0.19234953703562496</c:v>
                </c:pt>
                <c:pt idx="16620">
                  <c:v>0.19236111111240461</c:v>
                </c:pt>
                <c:pt idx="16621">
                  <c:v>0.19237268518190831</c:v>
                </c:pt>
                <c:pt idx="16622">
                  <c:v>0.19238425925868796</c:v>
                </c:pt>
                <c:pt idx="16623">
                  <c:v>0.19239583332819166</c:v>
                </c:pt>
                <c:pt idx="16624">
                  <c:v>0.19240740740497131</c:v>
                </c:pt>
                <c:pt idx="16625">
                  <c:v>0.19241898148175096</c:v>
                </c:pt>
                <c:pt idx="16626">
                  <c:v>0.19243055555125466</c:v>
                </c:pt>
                <c:pt idx="16627">
                  <c:v>0.19244212962803431</c:v>
                </c:pt>
                <c:pt idx="16628">
                  <c:v>0.19245370370481396</c:v>
                </c:pt>
                <c:pt idx="16629">
                  <c:v>0.19246527777431766</c:v>
                </c:pt>
                <c:pt idx="16630">
                  <c:v>0.19247685185109731</c:v>
                </c:pt>
                <c:pt idx="16631">
                  <c:v>0.192488425920601</c:v>
                </c:pt>
                <c:pt idx="16632">
                  <c:v>0.19249999999738066</c:v>
                </c:pt>
                <c:pt idx="16633">
                  <c:v>0.19251157407416031</c:v>
                </c:pt>
                <c:pt idx="16634">
                  <c:v>0.192523148143664</c:v>
                </c:pt>
                <c:pt idx="16635">
                  <c:v>0.19253472222044365</c:v>
                </c:pt>
                <c:pt idx="16636">
                  <c:v>0.19254629629722331</c:v>
                </c:pt>
                <c:pt idx="16637">
                  <c:v>0.192557870366727</c:v>
                </c:pt>
                <c:pt idx="16638">
                  <c:v>0.19256944444350665</c:v>
                </c:pt>
                <c:pt idx="16639">
                  <c:v>0.19258101851301035</c:v>
                </c:pt>
                <c:pt idx="16640">
                  <c:v>0.19259259258979</c:v>
                </c:pt>
                <c:pt idx="16641">
                  <c:v>0.19260416666656965</c:v>
                </c:pt>
                <c:pt idx="16642">
                  <c:v>0.19261574073607335</c:v>
                </c:pt>
                <c:pt idx="16643">
                  <c:v>0.192627314812853</c:v>
                </c:pt>
                <c:pt idx="16644">
                  <c:v>0.19263888888963265</c:v>
                </c:pt>
                <c:pt idx="16645">
                  <c:v>0.19265046295913635</c:v>
                </c:pt>
                <c:pt idx="16646">
                  <c:v>0.192662037035916</c:v>
                </c:pt>
                <c:pt idx="16647">
                  <c:v>0.1926736111054197</c:v>
                </c:pt>
                <c:pt idx="16648">
                  <c:v>0.19268518518219935</c:v>
                </c:pt>
                <c:pt idx="16649">
                  <c:v>0.192696759258979</c:v>
                </c:pt>
                <c:pt idx="16650">
                  <c:v>0.19270833332848269</c:v>
                </c:pt>
                <c:pt idx="16651">
                  <c:v>0.19271990740526235</c:v>
                </c:pt>
                <c:pt idx="16652">
                  <c:v>0.192731481482042</c:v>
                </c:pt>
                <c:pt idx="16653">
                  <c:v>0.19274305555154569</c:v>
                </c:pt>
                <c:pt idx="16654">
                  <c:v>0.19275462962832535</c:v>
                </c:pt>
                <c:pt idx="16655">
                  <c:v>0.19276620369782904</c:v>
                </c:pt>
                <c:pt idx="16656">
                  <c:v>0.19277777777460869</c:v>
                </c:pt>
                <c:pt idx="16657">
                  <c:v>0.19278935185138835</c:v>
                </c:pt>
                <c:pt idx="16658">
                  <c:v>0.19280092592089204</c:v>
                </c:pt>
                <c:pt idx="16659">
                  <c:v>0.19281249999767169</c:v>
                </c:pt>
                <c:pt idx="16660">
                  <c:v>0.19282407407445135</c:v>
                </c:pt>
                <c:pt idx="16661">
                  <c:v>0.19283564814395504</c:v>
                </c:pt>
                <c:pt idx="16662">
                  <c:v>0.19284722222073469</c:v>
                </c:pt>
                <c:pt idx="16663">
                  <c:v>0.19285879629751435</c:v>
                </c:pt>
                <c:pt idx="16664">
                  <c:v>0.19287037036701804</c:v>
                </c:pt>
                <c:pt idx="16665">
                  <c:v>0.19288194444379769</c:v>
                </c:pt>
                <c:pt idx="16666">
                  <c:v>0.19289351851330139</c:v>
                </c:pt>
                <c:pt idx="16667">
                  <c:v>0.19290509259008104</c:v>
                </c:pt>
                <c:pt idx="16668">
                  <c:v>0.19291666666686069</c:v>
                </c:pt>
                <c:pt idx="16669">
                  <c:v>0.19292824073636439</c:v>
                </c:pt>
                <c:pt idx="16670">
                  <c:v>0.19293981481314404</c:v>
                </c:pt>
                <c:pt idx="16671">
                  <c:v>0.19295138888992369</c:v>
                </c:pt>
                <c:pt idx="16672">
                  <c:v>0.19296296295942739</c:v>
                </c:pt>
                <c:pt idx="16673">
                  <c:v>0.19297453703620704</c:v>
                </c:pt>
                <c:pt idx="16674">
                  <c:v>0.19298611110571073</c:v>
                </c:pt>
                <c:pt idx="16675">
                  <c:v>0.19299768518249039</c:v>
                </c:pt>
                <c:pt idx="16676">
                  <c:v>0.19300925925927004</c:v>
                </c:pt>
                <c:pt idx="16677">
                  <c:v>0.19302083332877373</c:v>
                </c:pt>
                <c:pt idx="16678">
                  <c:v>0.19303240740555339</c:v>
                </c:pt>
                <c:pt idx="16679">
                  <c:v>0.19304398148233304</c:v>
                </c:pt>
                <c:pt idx="16680">
                  <c:v>0.19305555555183673</c:v>
                </c:pt>
                <c:pt idx="16681">
                  <c:v>0.19306712962861639</c:v>
                </c:pt>
                <c:pt idx="16682">
                  <c:v>0.19307870369812008</c:v>
                </c:pt>
                <c:pt idx="16683">
                  <c:v>0.19309027777489973</c:v>
                </c:pt>
                <c:pt idx="16684">
                  <c:v>0.19310185185167938</c:v>
                </c:pt>
                <c:pt idx="16685">
                  <c:v>0.19311342592118308</c:v>
                </c:pt>
                <c:pt idx="16686">
                  <c:v>0.19312499999796273</c:v>
                </c:pt>
                <c:pt idx="16687">
                  <c:v>0.19313657407474238</c:v>
                </c:pt>
                <c:pt idx="16688">
                  <c:v>0.19314814814424608</c:v>
                </c:pt>
                <c:pt idx="16689">
                  <c:v>0.19315972222102573</c:v>
                </c:pt>
                <c:pt idx="16690">
                  <c:v>0.19317129629052943</c:v>
                </c:pt>
                <c:pt idx="16691">
                  <c:v>0.19318287036730908</c:v>
                </c:pt>
                <c:pt idx="16692">
                  <c:v>0.19319444444408873</c:v>
                </c:pt>
                <c:pt idx="16693">
                  <c:v>0.19320601851359243</c:v>
                </c:pt>
                <c:pt idx="16694">
                  <c:v>0.19321759259037208</c:v>
                </c:pt>
                <c:pt idx="16695">
                  <c:v>0.19322916666715173</c:v>
                </c:pt>
                <c:pt idx="16696">
                  <c:v>0.19324074073665543</c:v>
                </c:pt>
                <c:pt idx="16697">
                  <c:v>0.19325231481343508</c:v>
                </c:pt>
                <c:pt idx="16698">
                  <c:v>0.19326388889021473</c:v>
                </c:pt>
                <c:pt idx="16699">
                  <c:v>0.19327546295971842</c:v>
                </c:pt>
                <c:pt idx="16700">
                  <c:v>0.19328703703649808</c:v>
                </c:pt>
                <c:pt idx="16701">
                  <c:v>0.19329861110600177</c:v>
                </c:pt>
                <c:pt idx="16702">
                  <c:v>0.19331018518278142</c:v>
                </c:pt>
                <c:pt idx="16703">
                  <c:v>0.19332175925956108</c:v>
                </c:pt>
                <c:pt idx="16704">
                  <c:v>0.19333333332906477</c:v>
                </c:pt>
                <c:pt idx="16705">
                  <c:v>0.19334490740584442</c:v>
                </c:pt>
                <c:pt idx="16706">
                  <c:v>0.19335648148262408</c:v>
                </c:pt>
                <c:pt idx="16707">
                  <c:v>0.19336805555212777</c:v>
                </c:pt>
                <c:pt idx="16708">
                  <c:v>0.19337962962890742</c:v>
                </c:pt>
                <c:pt idx="16709">
                  <c:v>0.19339120369841112</c:v>
                </c:pt>
                <c:pt idx="16710">
                  <c:v>0.19340277777519077</c:v>
                </c:pt>
                <c:pt idx="16711">
                  <c:v>0.19341435185197042</c:v>
                </c:pt>
                <c:pt idx="16712">
                  <c:v>0.19342592592147412</c:v>
                </c:pt>
                <c:pt idx="16713">
                  <c:v>0.19343749999825377</c:v>
                </c:pt>
                <c:pt idx="16714">
                  <c:v>0.19344907407503342</c:v>
                </c:pt>
                <c:pt idx="16715">
                  <c:v>0.19346064814453712</c:v>
                </c:pt>
                <c:pt idx="16716">
                  <c:v>0.19347222222131677</c:v>
                </c:pt>
                <c:pt idx="16717">
                  <c:v>0.19348379629082046</c:v>
                </c:pt>
                <c:pt idx="16718">
                  <c:v>0.19349537036760012</c:v>
                </c:pt>
                <c:pt idx="16719">
                  <c:v>0.19350694444437977</c:v>
                </c:pt>
                <c:pt idx="16720">
                  <c:v>0.19351851851388346</c:v>
                </c:pt>
                <c:pt idx="16721">
                  <c:v>0.19353009259066312</c:v>
                </c:pt>
                <c:pt idx="16722">
                  <c:v>0.19354166666744277</c:v>
                </c:pt>
                <c:pt idx="16723">
                  <c:v>0.19355324073694646</c:v>
                </c:pt>
                <c:pt idx="16724">
                  <c:v>0.19356481481372612</c:v>
                </c:pt>
                <c:pt idx="16725">
                  <c:v>0.19357638888322981</c:v>
                </c:pt>
                <c:pt idx="16726">
                  <c:v>0.19358796296000946</c:v>
                </c:pt>
                <c:pt idx="16727">
                  <c:v>0.19359953703678912</c:v>
                </c:pt>
                <c:pt idx="16728">
                  <c:v>0.19361111110629281</c:v>
                </c:pt>
                <c:pt idx="16729">
                  <c:v>0.19362268518307246</c:v>
                </c:pt>
                <c:pt idx="16730">
                  <c:v>0.19363425925985212</c:v>
                </c:pt>
                <c:pt idx="16731">
                  <c:v>0.19364583332935581</c:v>
                </c:pt>
                <c:pt idx="16732">
                  <c:v>0.19365740740613546</c:v>
                </c:pt>
                <c:pt idx="16733">
                  <c:v>0.19366898147563916</c:v>
                </c:pt>
                <c:pt idx="16734">
                  <c:v>0.19368055555241881</c:v>
                </c:pt>
                <c:pt idx="16735">
                  <c:v>0.19369212962919846</c:v>
                </c:pt>
                <c:pt idx="16736">
                  <c:v>0.19370370369870216</c:v>
                </c:pt>
                <c:pt idx="16737">
                  <c:v>0.19371527777548181</c:v>
                </c:pt>
                <c:pt idx="16738">
                  <c:v>0.19372685185226146</c:v>
                </c:pt>
                <c:pt idx="16739">
                  <c:v>0.19373842592176516</c:v>
                </c:pt>
                <c:pt idx="16740">
                  <c:v>0.19374999999854481</c:v>
                </c:pt>
                <c:pt idx="16741">
                  <c:v>0.19376157407532446</c:v>
                </c:pt>
                <c:pt idx="16742">
                  <c:v>0.19377314814482816</c:v>
                </c:pt>
                <c:pt idx="16743">
                  <c:v>0.19378472222160781</c:v>
                </c:pt>
                <c:pt idx="16744">
                  <c:v>0.1937962962911115</c:v>
                </c:pt>
                <c:pt idx="16745">
                  <c:v>0.19380787036789116</c:v>
                </c:pt>
                <c:pt idx="16746">
                  <c:v>0.19381944444467081</c:v>
                </c:pt>
                <c:pt idx="16747">
                  <c:v>0.1938310185141745</c:v>
                </c:pt>
                <c:pt idx="16748">
                  <c:v>0.19384259259095415</c:v>
                </c:pt>
                <c:pt idx="16749">
                  <c:v>0.19385416666773381</c:v>
                </c:pt>
                <c:pt idx="16750">
                  <c:v>0.1938657407372375</c:v>
                </c:pt>
                <c:pt idx="16751">
                  <c:v>0.19387731481401715</c:v>
                </c:pt>
                <c:pt idx="16752">
                  <c:v>0.19388888888352085</c:v>
                </c:pt>
                <c:pt idx="16753">
                  <c:v>0.1939004629603005</c:v>
                </c:pt>
                <c:pt idx="16754">
                  <c:v>0.19391203703708015</c:v>
                </c:pt>
                <c:pt idx="16755">
                  <c:v>0.19392361110658385</c:v>
                </c:pt>
                <c:pt idx="16756">
                  <c:v>0.1939351851833635</c:v>
                </c:pt>
                <c:pt idx="16757">
                  <c:v>0.19394675926014315</c:v>
                </c:pt>
                <c:pt idx="16758">
                  <c:v>0.19395833332964685</c:v>
                </c:pt>
                <c:pt idx="16759">
                  <c:v>0.1939699074064265</c:v>
                </c:pt>
                <c:pt idx="16760">
                  <c:v>0.1939814814759302</c:v>
                </c:pt>
                <c:pt idx="16761">
                  <c:v>0.19399305555270985</c:v>
                </c:pt>
                <c:pt idx="16762">
                  <c:v>0.1940046296294895</c:v>
                </c:pt>
                <c:pt idx="16763">
                  <c:v>0.19401620369899319</c:v>
                </c:pt>
                <c:pt idx="16764">
                  <c:v>0.19402777777577285</c:v>
                </c:pt>
                <c:pt idx="16765">
                  <c:v>0.1940393518525525</c:v>
                </c:pt>
                <c:pt idx="16766">
                  <c:v>0.19405092592205619</c:v>
                </c:pt>
                <c:pt idx="16767">
                  <c:v>0.19406249999883585</c:v>
                </c:pt>
                <c:pt idx="16768">
                  <c:v>0.19407407406833954</c:v>
                </c:pt>
                <c:pt idx="16769">
                  <c:v>0.19408564814511919</c:v>
                </c:pt>
                <c:pt idx="16770">
                  <c:v>0.19409722222189885</c:v>
                </c:pt>
                <c:pt idx="16771">
                  <c:v>0.19410879629140254</c:v>
                </c:pt>
                <c:pt idx="16772">
                  <c:v>0.19412037036818219</c:v>
                </c:pt>
                <c:pt idx="16773">
                  <c:v>0.19413194444496185</c:v>
                </c:pt>
                <c:pt idx="16774">
                  <c:v>0.19414351851446554</c:v>
                </c:pt>
                <c:pt idx="16775">
                  <c:v>0.19415509259124519</c:v>
                </c:pt>
                <c:pt idx="16776">
                  <c:v>0.19416666666074889</c:v>
                </c:pt>
                <c:pt idx="16777">
                  <c:v>0.19417824073752854</c:v>
                </c:pt>
                <c:pt idx="16778">
                  <c:v>0.19418981481430819</c:v>
                </c:pt>
                <c:pt idx="16779">
                  <c:v>0.19420138888381189</c:v>
                </c:pt>
                <c:pt idx="16780">
                  <c:v>0.19421296296059154</c:v>
                </c:pt>
                <c:pt idx="16781">
                  <c:v>0.19422453703737119</c:v>
                </c:pt>
                <c:pt idx="16782">
                  <c:v>0.19423611110687489</c:v>
                </c:pt>
                <c:pt idx="16783">
                  <c:v>0.19424768518365454</c:v>
                </c:pt>
                <c:pt idx="16784">
                  <c:v>0.19425925926043419</c:v>
                </c:pt>
                <c:pt idx="16785">
                  <c:v>0.19427083332993789</c:v>
                </c:pt>
                <c:pt idx="16786">
                  <c:v>0.19428240740671754</c:v>
                </c:pt>
                <c:pt idx="16787">
                  <c:v>0.19429398147622123</c:v>
                </c:pt>
                <c:pt idx="16788">
                  <c:v>0.19430555555300089</c:v>
                </c:pt>
                <c:pt idx="16789">
                  <c:v>0.19431712962978054</c:v>
                </c:pt>
                <c:pt idx="16790">
                  <c:v>0.19432870369928423</c:v>
                </c:pt>
                <c:pt idx="16791">
                  <c:v>0.19434027777606389</c:v>
                </c:pt>
                <c:pt idx="16792">
                  <c:v>0.19435185185284354</c:v>
                </c:pt>
                <c:pt idx="16793">
                  <c:v>0.19436342592234723</c:v>
                </c:pt>
                <c:pt idx="16794">
                  <c:v>0.19437499999912689</c:v>
                </c:pt>
                <c:pt idx="16795">
                  <c:v>0.19438657406863058</c:v>
                </c:pt>
                <c:pt idx="16796">
                  <c:v>0.19439814814541023</c:v>
                </c:pt>
                <c:pt idx="16797">
                  <c:v>0.19440972222218988</c:v>
                </c:pt>
                <c:pt idx="16798">
                  <c:v>0.19442129629169358</c:v>
                </c:pt>
                <c:pt idx="16799">
                  <c:v>0.19443287036847323</c:v>
                </c:pt>
                <c:pt idx="16800">
                  <c:v>0.19444444444525288</c:v>
                </c:pt>
                <c:pt idx="16801">
                  <c:v>0.19445601851475658</c:v>
                </c:pt>
                <c:pt idx="16802">
                  <c:v>0.19446759259153623</c:v>
                </c:pt>
                <c:pt idx="16803">
                  <c:v>0.19447916666103993</c:v>
                </c:pt>
                <c:pt idx="16804">
                  <c:v>0.19449074073781958</c:v>
                </c:pt>
                <c:pt idx="16805">
                  <c:v>0.19450231481459923</c:v>
                </c:pt>
                <c:pt idx="16806">
                  <c:v>0.19451388888410293</c:v>
                </c:pt>
                <c:pt idx="16807">
                  <c:v>0.19452546296088258</c:v>
                </c:pt>
                <c:pt idx="16808">
                  <c:v>0.19453703703766223</c:v>
                </c:pt>
                <c:pt idx="16809">
                  <c:v>0.19454861110716593</c:v>
                </c:pt>
                <c:pt idx="16810">
                  <c:v>0.19456018518394558</c:v>
                </c:pt>
                <c:pt idx="16811">
                  <c:v>0.19457175925344927</c:v>
                </c:pt>
                <c:pt idx="16812">
                  <c:v>0.19458333333022892</c:v>
                </c:pt>
                <c:pt idx="16813">
                  <c:v>0.19459490740700858</c:v>
                </c:pt>
                <c:pt idx="16814">
                  <c:v>0.19460648147651227</c:v>
                </c:pt>
                <c:pt idx="16815">
                  <c:v>0.19461805555329192</c:v>
                </c:pt>
                <c:pt idx="16816">
                  <c:v>0.19462962963007158</c:v>
                </c:pt>
                <c:pt idx="16817">
                  <c:v>0.19464120369957527</c:v>
                </c:pt>
                <c:pt idx="16818">
                  <c:v>0.19465277777635492</c:v>
                </c:pt>
                <c:pt idx="16819">
                  <c:v>0.19466435185313458</c:v>
                </c:pt>
                <c:pt idx="16820">
                  <c:v>0.19467592592263827</c:v>
                </c:pt>
                <c:pt idx="16821">
                  <c:v>0.19468749999941792</c:v>
                </c:pt>
                <c:pt idx="16822">
                  <c:v>0.19469907406892162</c:v>
                </c:pt>
                <c:pt idx="16823">
                  <c:v>0.19471064814570127</c:v>
                </c:pt>
                <c:pt idx="16824">
                  <c:v>0.19472222222248092</c:v>
                </c:pt>
                <c:pt idx="16825">
                  <c:v>0.19473379629198462</c:v>
                </c:pt>
                <c:pt idx="16826">
                  <c:v>0.19474537036876427</c:v>
                </c:pt>
                <c:pt idx="16827">
                  <c:v>0.19475694444554392</c:v>
                </c:pt>
                <c:pt idx="16828">
                  <c:v>0.19476851851504762</c:v>
                </c:pt>
                <c:pt idx="16829">
                  <c:v>0.19478009259182727</c:v>
                </c:pt>
                <c:pt idx="16830">
                  <c:v>0.19479166666133096</c:v>
                </c:pt>
                <c:pt idx="16831">
                  <c:v>0.19480324073811062</c:v>
                </c:pt>
                <c:pt idx="16832">
                  <c:v>0.19481481481489027</c:v>
                </c:pt>
                <c:pt idx="16833">
                  <c:v>0.19482638888439396</c:v>
                </c:pt>
                <c:pt idx="16834">
                  <c:v>0.19483796296117362</c:v>
                </c:pt>
                <c:pt idx="16835">
                  <c:v>0.19484953703795327</c:v>
                </c:pt>
                <c:pt idx="16836">
                  <c:v>0.19486111110745696</c:v>
                </c:pt>
                <c:pt idx="16837">
                  <c:v>0.19487268518423662</c:v>
                </c:pt>
                <c:pt idx="16838">
                  <c:v>0.19488425925374031</c:v>
                </c:pt>
                <c:pt idx="16839">
                  <c:v>0.19489583333051996</c:v>
                </c:pt>
                <c:pt idx="16840">
                  <c:v>0.19490740740729962</c:v>
                </c:pt>
                <c:pt idx="16841">
                  <c:v>0.19491898147680331</c:v>
                </c:pt>
                <c:pt idx="16842">
                  <c:v>0.19493055555358296</c:v>
                </c:pt>
                <c:pt idx="16843">
                  <c:v>0.19494212963036261</c:v>
                </c:pt>
                <c:pt idx="16844">
                  <c:v>0.19495370369986631</c:v>
                </c:pt>
                <c:pt idx="16845">
                  <c:v>0.19496527777664596</c:v>
                </c:pt>
                <c:pt idx="16846">
                  <c:v>0.19497685184614966</c:v>
                </c:pt>
                <c:pt idx="16847">
                  <c:v>0.19498842592292931</c:v>
                </c:pt>
                <c:pt idx="16848">
                  <c:v>0.19499999999970896</c:v>
                </c:pt>
                <c:pt idx="16849">
                  <c:v>0.19501157406921266</c:v>
                </c:pt>
                <c:pt idx="16850">
                  <c:v>0.19502314814599231</c:v>
                </c:pt>
                <c:pt idx="16851">
                  <c:v>0.19503472222277196</c:v>
                </c:pt>
                <c:pt idx="16852">
                  <c:v>0.19504629629227566</c:v>
                </c:pt>
                <c:pt idx="16853">
                  <c:v>0.19505787036905531</c:v>
                </c:pt>
                <c:pt idx="16854">
                  <c:v>0.195069444438559</c:v>
                </c:pt>
                <c:pt idx="16855">
                  <c:v>0.19508101851533866</c:v>
                </c:pt>
                <c:pt idx="16856">
                  <c:v>0.19509259259211831</c:v>
                </c:pt>
                <c:pt idx="16857">
                  <c:v>0.195104166661622</c:v>
                </c:pt>
                <c:pt idx="16858">
                  <c:v>0.19511574073840166</c:v>
                </c:pt>
                <c:pt idx="16859">
                  <c:v>0.19512731481518131</c:v>
                </c:pt>
                <c:pt idx="16860">
                  <c:v>0.195138888884685</c:v>
                </c:pt>
                <c:pt idx="16861">
                  <c:v>0.19515046296146465</c:v>
                </c:pt>
                <c:pt idx="16862">
                  <c:v>0.19516203703824431</c:v>
                </c:pt>
                <c:pt idx="16863">
                  <c:v>0.195173611107748</c:v>
                </c:pt>
                <c:pt idx="16864">
                  <c:v>0.19518518518452765</c:v>
                </c:pt>
                <c:pt idx="16865">
                  <c:v>0.19519675925403135</c:v>
                </c:pt>
                <c:pt idx="16866">
                  <c:v>0.195208333330811</c:v>
                </c:pt>
                <c:pt idx="16867">
                  <c:v>0.19521990740759065</c:v>
                </c:pt>
                <c:pt idx="16868">
                  <c:v>0.19523148147709435</c:v>
                </c:pt>
                <c:pt idx="16869">
                  <c:v>0.195243055553874</c:v>
                </c:pt>
                <c:pt idx="16870">
                  <c:v>0.19525462963065365</c:v>
                </c:pt>
                <c:pt idx="16871">
                  <c:v>0.19526620370015735</c:v>
                </c:pt>
                <c:pt idx="16872">
                  <c:v>0.195277777776937</c:v>
                </c:pt>
                <c:pt idx="16873">
                  <c:v>0.1952893518464407</c:v>
                </c:pt>
                <c:pt idx="16874">
                  <c:v>0.19530092592322035</c:v>
                </c:pt>
                <c:pt idx="16875">
                  <c:v>0.1953125</c:v>
                </c:pt>
                <c:pt idx="16876">
                  <c:v>0.19532407406950369</c:v>
                </c:pt>
                <c:pt idx="16877">
                  <c:v>0.19533564814628335</c:v>
                </c:pt>
                <c:pt idx="16878">
                  <c:v>0.195347222223063</c:v>
                </c:pt>
                <c:pt idx="16879">
                  <c:v>0.19535879629256669</c:v>
                </c:pt>
                <c:pt idx="16880">
                  <c:v>0.19537037036934635</c:v>
                </c:pt>
                <c:pt idx="16881">
                  <c:v>0.19538194443885004</c:v>
                </c:pt>
                <c:pt idx="16882">
                  <c:v>0.19539351851562969</c:v>
                </c:pt>
                <c:pt idx="16883">
                  <c:v>0.19540509259240935</c:v>
                </c:pt>
                <c:pt idx="16884">
                  <c:v>0.19541666666191304</c:v>
                </c:pt>
                <c:pt idx="16885">
                  <c:v>0.19542824073869269</c:v>
                </c:pt>
                <c:pt idx="16886">
                  <c:v>0.19543981481547235</c:v>
                </c:pt>
                <c:pt idx="16887">
                  <c:v>0.19545138888497604</c:v>
                </c:pt>
                <c:pt idx="16888">
                  <c:v>0.19546296296175569</c:v>
                </c:pt>
                <c:pt idx="16889">
                  <c:v>0.19547453703125939</c:v>
                </c:pt>
                <c:pt idx="16890">
                  <c:v>0.19548611110803904</c:v>
                </c:pt>
                <c:pt idx="16891">
                  <c:v>0.19549768518481869</c:v>
                </c:pt>
                <c:pt idx="16892">
                  <c:v>0.19550925925432239</c:v>
                </c:pt>
                <c:pt idx="16893">
                  <c:v>0.19552083333110204</c:v>
                </c:pt>
                <c:pt idx="16894">
                  <c:v>0.19553240740788169</c:v>
                </c:pt>
                <c:pt idx="16895">
                  <c:v>0.19554398147738539</c:v>
                </c:pt>
                <c:pt idx="16896">
                  <c:v>0.19555555555416504</c:v>
                </c:pt>
                <c:pt idx="16897">
                  <c:v>0.19556712963094469</c:v>
                </c:pt>
                <c:pt idx="16898">
                  <c:v>0.19557870370044839</c:v>
                </c:pt>
                <c:pt idx="16899">
                  <c:v>0.19559027777722804</c:v>
                </c:pt>
                <c:pt idx="16900">
                  <c:v>0.19560185184673173</c:v>
                </c:pt>
                <c:pt idx="16901">
                  <c:v>0.19561342592351139</c:v>
                </c:pt>
                <c:pt idx="16902">
                  <c:v>0.19562500000029104</c:v>
                </c:pt>
                <c:pt idx="16903">
                  <c:v>0.19563657406979473</c:v>
                </c:pt>
                <c:pt idx="16904">
                  <c:v>0.19564814814657439</c:v>
                </c:pt>
                <c:pt idx="16905">
                  <c:v>0.19565972222335404</c:v>
                </c:pt>
                <c:pt idx="16906">
                  <c:v>0.19567129629285773</c:v>
                </c:pt>
                <c:pt idx="16907">
                  <c:v>0.19568287036963739</c:v>
                </c:pt>
                <c:pt idx="16908">
                  <c:v>0.19569444443914108</c:v>
                </c:pt>
                <c:pt idx="16909">
                  <c:v>0.19570601851592073</c:v>
                </c:pt>
                <c:pt idx="16910">
                  <c:v>0.19571759259270038</c:v>
                </c:pt>
                <c:pt idx="16911">
                  <c:v>0.19572916666220408</c:v>
                </c:pt>
                <c:pt idx="16912">
                  <c:v>0.19574074073898373</c:v>
                </c:pt>
                <c:pt idx="16913">
                  <c:v>0.19575231481576338</c:v>
                </c:pt>
                <c:pt idx="16914">
                  <c:v>0.19576388888526708</c:v>
                </c:pt>
                <c:pt idx="16915">
                  <c:v>0.19577546296204673</c:v>
                </c:pt>
                <c:pt idx="16916">
                  <c:v>0.19578703703155043</c:v>
                </c:pt>
                <c:pt idx="16917">
                  <c:v>0.19579861110833008</c:v>
                </c:pt>
                <c:pt idx="16918">
                  <c:v>0.19581018518510973</c:v>
                </c:pt>
                <c:pt idx="16919">
                  <c:v>0.19582175925461343</c:v>
                </c:pt>
                <c:pt idx="16920">
                  <c:v>0.19583333333139308</c:v>
                </c:pt>
                <c:pt idx="16921">
                  <c:v>0.19584490740817273</c:v>
                </c:pt>
                <c:pt idx="16922">
                  <c:v>0.19585648147767643</c:v>
                </c:pt>
                <c:pt idx="16923">
                  <c:v>0.19586805555445608</c:v>
                </c:pt>
                <c:pt idx="16924">
                  <c:v>0.19587962962395977</c:v>
                </c:pt>
                <c:pt idx="16925">
                  <c:v>0.19589120370073942</c:v>
                </c:pt>
                <c:pt idx="16926">
                  <c:v>0.19590277777751908</c:v>
                </c:pt>
                <c:pt idx="16927">
                  <c:v>0.19591435184702277</c:v>
                </c:pt>
                <c:pt idx="16928">
                  <c:v>0.19592592592380242</c:v>
                </c:pt>
                <c:pt idx="16929">
                  <c:v>0.19593750000058208</c:v>
                </c:pt>
                <c:pt idx="16930">
                  <c:v>0.19594907407008577</c:v>
                </c:pt>
                <c:pt idx="16931">
                  <c:v>0.19596064814686542</c:v>
                </c:pt>
                <c:pt idx="16932">
                  <c:v>0.19597222221636912</c:v>
                </c:pt>
                <c:pt idx="16933">
                  <c:v>0.19598379629314877</c:v>
                </c:pt>
                <c:pt idx="16934">
                  <c:v>0.19599537036992842</c:v>
                </c:pt>
                <c:pt idx="16935">
                  <c:v>0.19600694443943212</c:v>
                </c:pt>
                <c:pt idx="16936">
                  <c:v>0.19601851851621177</c:v>
                </c:pt>
                <c:pt idx="16937">
                  <c:v>0.19603009259299142</c:v>
                </c:pt>
                <c:pt idx="16938">
                  <c:v>0.19604166666249512</c:v>
                </c:pt>
                <c:pt idx="16939">
                  <c:v>0.19605324073927477</c:v>
                </c:pt>
                <c:pt idx="16940">
                  <c:v>0.19606481481605442</c:v>
                </c:pt>
                <c:pt idx="16941">
                  <c:v>0.19607638888555812</c:v>
                </c:pt>
                <c:pt idx="16942">
                  <c:v>0.19608796296233777</c:v>
                </c:pt>
                <c:pt idx="16943">
                  <c:v>0.19609953703184146</c:v>
                </c:pt>
                <c:pt idx="16944">
                  <c:v>0.19611111110862112</c:v>
                </c:pt>
                <c:pt idx="16945">
                  <c:v>0.19612268518540077</c:v>
                </c:pt>
                <c:pt idx="16946">
                  <c:v>0.19613425925490446</c:v>
                </c:pt>
                <c:pt idx="16947">
                  <c:v>0.19614583333168412</c:v>
                </c:pt>
                <c:pt idx="16948">
                  <c:v>0.19615740740846377</c:v>
                </c:pt>
                <c:pt idx="16949">
                  <c:v>0.19616898147796746</c:v>
                </c:pt>
                <c:pt idx="16950">
                  <c:v>0.19618055555474712</c:v>
                </c:pt>
                <c:pt idx="16951">
                  <c:v>0.19619212962425081</c:v>
                </c:pt>
                <c:pt idx="16952">
                  <c:v>0.19620370370103046</c:v>
                </c:pt>
                <c:pt idx="16953">
                  <c:v>0.19621527777781012</c:v>
                </c:pt>
                <c:pt idx="16954">
                  <c:v>0.19622685184731381</c:v>
                </c:pt>
                <c:pt idx="16955">
                  <c:v>0.19623842592409346</c:v>
                </c:pt>
                <c:pt idx="16956">
                  <c:v>0.19625000000087311</c:v>
                </c:pt>
                <c:pt idx="16957">
                  <c:v>0.19626157407037681</c:v>
                </c:pt>
                <c:pt idx="16958">
                  <c:v>0.19627314814715646</c:v>
                </c:pt>
                <c:pt idx="16959">
                  <c:v>0.19628472221666016</c:v>
                </c:pt>
                <c:pt idx="16960">
                  <c:v>0.19629629629343981</c:v>
                </c:pt>
                <c:pt idx="16961">
                  <c:v>0.19630787037021946</c:v>
                </c:pt>
                <c:pt idx="16962">
                  <c:v>0.19631944443972316</c:v>
                </c:pt>
                <c:pt idx="16963">
                  <c:v>0.19633101851650281</c:v>
                </c:pt>
                <c:pt idx="16964">
                  <c:v>0.19634259259328246</c:v>
                </c:pt>
                <c:pt idx="16965">
                  <c:v>0.19635416666278616</c:v>
                </c:pt>
                <c:pt idx="16966">
                  <c:v>0.19636574073956581</c:v>
                </c:pt>
                <c:pt idx="16967">
                  <c:v>0.1963773148090695</c:v>
                </c:pt>
                <c:pt idx="16968">
                  <c:v>0.19638888888584916</c:v>
                </c:pt>
                <c:pt idx="16969">
                  <c:v>0.19640046296262881</c:v>
                </c:pt>
                <c:pt idx="16970">
                  <c:v>0.1964120370321325</c:v>
                </c:pt>
                <c:pt idx="16971">
                  <c:v>0.19642361110891216</c:v>
                </c:pt>
                <c:pt idx="16972">
                  <c:v>0.19643518518569181</c:v>
                </c:pt>
                <c:pt idx="16973">
                  <c:v>0.1964467592551955</c:v>
                </c:pt>
                <c:pt idx="16974">
                  <c:v>0.19645833333197515</c:v>
                </c:pt>
                <c:pt idx="16975">
                  <c:v>0.19646990740147885</c:v>
                </c:pt>
                <c:pt idx="16976">
                  <c:v>0.1964814814782585</c:v>
                </c:pt>
                <c:pt idx="16977">
                  <c:v>0.19649305555503815</c:v>
                </c:pt>
                <c:pt idx="16978">
                  <c:v>0.19650462962454185</c:v>
                </c:pt>
                <c:pt idx="16979">
                  <c:v>0.1965162037013215</c:v>
                </c:pt>
                <c:pt idx="16980">
                  <c:v>0.19652777777810115</c:v>
                </c:pt>
                <c:pt idx="16981">
                  <c:v>0.19653935184760485</c:v>
                </c:pt>
                <c:pt idx="16982">
                  <c:v>0.1965509259243845</c:v>
                </c:pt>
                <c:pt idx="16983">
                  <c:v>0.19656250000116415</c:v>
                </c:pt>
                <c:pt idx="16984">
                  <c:v>0.19657407407066785</c:v>
                </c:pt>
                <c:pt idx="16985">
                  <c:v>0.1965856481474475</c:v>
                </c:pt>
                <c:pt idx="16986">
                  <c:v>0.1965972222169512</c:v>
                </c:pt>
                <c:pt idx="16987">
                  <c:v>0.19660879629373085</c:v>
                </c:pt>
                <c:pt idx="16988">
                  <c:v>0.1966203703705105</c:v>
                </c:pt>
                <c:pt idx="16989">
                  <c:v>0.19663194444001419</c:v>
                </c:pt>
                <c:pt idx="16990">
                  <c:v>0.19664351851679385</c:v>
                </c:pt>
                <c:pt idx="16991">
                  <c:v>0.1966550925935735</c:v>
                </c:pt>
                <c:pt idx="16992">
                  <c:v>0.19666666666307719</c:v>
                </c:pt>
                <c:pt idx="16993">
                  <c:v>0.19667824073985685</c:v>
                </c:pt>
                <c:pt idx="16994">
                  <c:v>0.19668981480936054</c:v>
                </c:pt>
                <c:pt idx="16995">
                  <c:v>0.19670138888614019</c:v>
                </c:pt>
                <c:pt idx="16996">
                  <c:v>0.19671296296291985</c:v>
                </c:pt>
                <c:pt idx="16997">
                  <c:v>0.19672453703242354</c:v>
                </c:pt>
                <c:pt idx="16998">
                  <c:v>0.19673611110920319</c:v>
                </c:pt>
                <c:pt idx="16999">
                  <c:v>0.19674768518598285</c:v>
                </c:pt>
                <c:pt idx="17000">
                  <c:v>0.19675925925548654</c:v>
                </c:pt>
                <c:pt idx="17001">
                  <c:v>0.19677083333226619</c:v>
                </c:pt>
                <c:pt idx="17002">
                  <c:v>0.19678240740176989</c:v>
                </c:pt>
                <c:pt idx="17003">
                  <c:v>0.19679398147854954</c:v>
                </c:pt>
                <c:pt idx="17004">
                  <c:v>0.19680555555532919</c:v>
                </c:pt>
                <c:pt idx="17005">
                  <c:v>0.19681712962483289</c:v>
                </c:pt>
                <c:pt idx="17006">
                  <c:v>0.19682870370161254</c:v>
                </c:pt>
                <c:pt idx="17007">
                  <c:v>0.19684027777839219</c:v>
                </c:pt>
                <c:pt idx="17008">
                  <c:v>0.19685185184789589</c:v>
                </c:pt>
                <c:pt idx="17009">
                  <c:v>0.19686342592467554</c:v>
                </c:pt>
                <c:pt idx="17010">
                  <c:v>0.19687499999417923</c:v>
                </c:pt>
                <c:pt idx="17011">
                  <c:v>0.19688657407095889</c:v>
                </c:pt>
                <c:pt idx="17012">
                  <c:v>0.19689814814773854</c:v>
                </c:pt>
                <c:pt idx="17013">
                  <c:v>0.19690972221724223</c:v>
                </c:pt>
                <c:pt idx="17014">
                  <c:v>0.19692129629402189</c:v>
                </c:pt>
                <c:pt idx="17015">
                  <c:v>0.19693287037080154</c:v>
                </c:pt>
                <c:pt idx="17016">
                  <c:v>0.19694444444030523</c:v>
                </c:pt>
                <c:pt idx="17017">
                  <c:v>0.19695601851708489</c:v>
                </c:pt>
                <c:pt idx="17018">
                  <c:v>0.19696759259386454</c:v>
                </c:pt>
                <c:pt idx="17019">
                  <c:v>0.19697916666336823</c:v>
                </c:pt>
                <c:pt idx="17020">
                  <c:v>0.19699074074014788</c:v>
                </c:pt>
                <c:pt idx="17021">
                  <c:v>0.19700231480965158</c:v>
                </c:pt>
                <c:pt idx="17022">
                  <c:v>0.19701388888643123</c:v>
                </c:pt>
                <c:pt idx="17023">
                  <c:v>0.19702546296321088</c:v>
                </c:pt>
                <c:pt idx="17024">
                  <c:v>0.19703703703271458</c:v>
                </c:pt>
                <c:pt idx="17025">
                  <c:v>0.19704861110949423</c:v>
                </c:pt>
                <c:pt idx="17026">
                  <c:v>0.19706018518627388</c:v>
                </c:pt>
                <c:pt idx="17027">
                  <c:v>0.19707175925577758</c:v>
                </c:pt>
                <c:pt idx="17028">
                  <c:v>0.19708333333255723</c:v>
                </c:pt>
                <c:pt idx="17029">
                  <c:v>0.19709490740206093</c:v>
                </c:pt>
                <c:pt idx="17030">
                  <c:v>0.19710648147884058</c:v>
                </c:pt>
                <c:pt idx="17031">
                  <c:v>0.19711805555562023</c:v>
                </c:pt>
                <c:pt idx="17032">
                  <c:v>0.19712962962512393</c:v>
                </c:pt>
                <c:pt idx="17033">
                  <c:v>0.19714120370190358</c:v>
                </c:pt>
                <c:pt idx="17034">
                  <c:v>0.19715277777868323</c:v>
                </c:pt>
                <c:pt idx="17035">
                  <c:v>0.19716435184818693</c:v>
                </c:pt>
                <c:pt idx="17036">
                  <c:v>0.19717592592496658</c:v>
                </c:pt>
                <c:pt idx="17037">
                  <c:v>0.19718749999447027</c:v>
                </c:pt>
                <c:pt idx="17038">
                  <c:v>0.19719907407124992</c:v>
                </c:pt>
                <c:pt idx="17039">
                  <c:v>0.19721064814802958</c:v>
                </c:pt>
                <c:pt idx="17040">
                  <c:v>0.19722222221753327</c:v>
                </c:pt>
                <c:pt idx="17041">
                  <c:v>0.19723379629431292</c:v>
                </c:pt>
                <c:pt idx="17042">
                  <c:v>0.19724537037109258</c:v>
                </c:pt>
                <c:pt idx="17043">
                  <c:v>0.19725694444059627</c:v>
                </c:pt>
                <c:pt idx="17044">
                  <c:v>0.19726851851737592</c:v>
                </c:pt>
                <c:pt idx="17045">
                  <c:v>0.19728009258687962</c:v>
                </c:pt>
                <c:pt idx="17046">
                  <c:v>0.19729166666365927</c:v>
                </c:pt>
                <c:pt idx="17047">
                  <c:v>0.19730324074043892</c:v>
                </c:pt>
                <c:pt idx="17048">
                  <c:v>0.19731481480994262</c:v>
                </c:pt>
                <c:pt idx="17049">
                  <c:v>0.19732638888672227</c:v>
                </c:pt>
                <c:pt idx="17050">
                  <c:v>0.19733796296350192</c:v>
                </c:pt>
                <c:pt idx="17051">
                  <c:v>0.19734953703300562</c:v>
                </c:pt>
                <c:pt idx="17052">
                  <c:v>0.19736111110978527</c:v>
                </c:pt>
                <c:pt idx="17053">
                  <c:v>0.19737268517928896</c:v>
                </c:pt>
                <c:pt idx="17054">
                  <c:v>0.19738425925606862</c:v>
                </c:pt>
                <c:pt idx="17055">
                  <c:v>0.19739583333284827</c:v>
                </c:pt>
                <c:pt idx="17056">
                  <c:v>0.19740740740235196</c:v>
                </c:pt>
                <c:pt idx="17057">
                  <c:v>0.19741898147913162</c:v>
                </c:pt>
                <c:pt idx="17058">
                  <c:v>0.19743055555591127</c:v>
                </c:pt>
                <c:pt idx="17059">
                  <c:v>0.19744212962541496</c:v>
                </c:pt>
                <c:pt idx="17060">
                  <c:v>0.19745370370219462</c:v>
                </c:pt>
                <c:pt idx="17061">
                  <c:v>0.19746527777897427</c:v>
                </c:pt>
                <c:pt idx="17062">
                  <c:v>0.19747685184847796</c:v>
                </c:pt>
                <c:pt idx="17063">
                  <c:v>0.19748842592525762</c:v>
                </c:pt>
                <c:pt idx="17064">
                  <c:v>0.19749999999476131</c:v>
                </c:pt>
                <c:pt idx="17065">
                  <c:v>0.19751157407154096</c:v>
                </c:pt>
                <c:pt idx="17066">
                  <c:v>0.19752314814832062</c:v>
                </c:pt>
                <c:pt idx="17067">
                  <c:v>0.19753472221782431</c:v>
                </c:pt>
                <c:pt idx="17068">
                  <c:v>0.19754629629460396</c:v>
                </c:pt>
                <c:pt idx="17069">
                  <c:v>0.19755787037138361</c:v>
                </c:pt>
                <c:pt idx="17070">
                  <c:v>0.19756944444088731</c:v>
                </c:pt>
                <c:pt idx="17071">
                  <c:v>0.19758101851766696</c:v>
                </c:pt>
                <c:pt idx="17072">
                  <c:v>0.19759259258717066</c:v>
                </c:pt>
                <c:pt idx="17073">
                  <c:v>0.19760416666395031</c:v>
                </c:pt>
                <c:pt idx="17074">
                  <c:v>0.19761574074072996</c:v>
                </c:pt>
                <c:pt idx="17075">
                  <c:v>0.19762731481023366</c:v>
                </c:pt>
                <c:pt idx="17076">
                  <c:v>0.19763888888701331</c:v>
                </c:pt>
                <c:pt idx="17077">
                  <c:v>0.19765046296379296</c:v>
                </c:pt>
                <c:pt idx="17078">
                  <c:v>0.19766203703329666</c:v>
                </c:pt>
                <c:pt idx="17079">
                  <c:v>0.19767361111007631</c:v>
                </c:pt>
                <c:pt idx="17080">
                  <c:v>0.19768518517958</c:v>
                </c:pt>
                <c:pt idx="17081">
                  <c:v>0.19769675925635966</c:v>
                </c:pt>
                <c:pt idx="17082">
                  <c:v>0.19770833333313931</c:v>
                </c:pt>
                <c:pt idx="17083">
                  <c:v>0.197719907402643</c:v>
                </c:pt>
                <c:pt idx="17084">
                  <c:v>0.19773148147942265</c:v>
                </c:pt>
                <c:pt idx="17085">
                  <c:v>0.19774305555620231</c:v>
                </c:pt>
                <c:pt idx="17086">
                  <c:v>0.197754629625706</c:v>
                </c:pt>
                <c:pt idx="17087">
                  <c:v>0.19776620370248565</c:v>
                </c:pt>
                <c:pt idx="17088">
                  <c:v>0.19777777777198935</c:v>
                </c:pt>
                <c:pt idx="17089">
                  <c:v>0.197789351848769</c:v>
                </c:pt>
                <c:pt idx="17090">
                  <c:v>0.19780092592554865</c:v>
                </c:pt>
                <c:pt idx="17091">
                  <c:v>0.19781249999505235</c:v>
                </c:pt>
                <c:pt idx="17092">
                  <c:v>0.197824074071832</c:v>
                </c:pt>
                <c:pt idx="17093">
                  <c:v>0.19783564814861165</c:v>
                </c:pt>
                <c:pt idx="17094">
                  <c:v>0.19784722221811535</c:v>
                </c:pt>
                <c:pt idx="17095">
                  <c:v>0.197858796294895</c:v>
                </c:pt>
                <c:pt idx="17096">
                  <c:v>0.19787037037167465</c:v>
                </c:pt>
                <c:pt idx="17097">
                  <c:v>0.19788194444117835</c:v>
                </c:pt>
                <c:pt idx="17098">
                  <c:v>0.197893518517958</c:v>
                </c:pt>
                <c:pt idx="17099">
                  <c:v>0.1979050925874617</c:v>
                </c:pt>
                <c:pt idx="17100">
                  <c:v>0.19791666666424135</c:v>
                </c:pt>
                <c:pt idx="17101">
                  <c:v>0.197928240741021</c:v>
                </c:pt>
                <c:pt idx="17102">
                  <c:v>0.19793981481052469</c:v>
                </c:pt>
                <c:pt idx="17103">
                  <c:v>0.19795138888730435</c:v>
                </c:pt>
                <c:pt idx="17104">
                  <c:v>0.197962962964084</c:v>
                </c:pt>
                <c:pt idx="17105">
                  <c:v>0.19797453703358769</c:v>
                </c:pt>
                <c:pt idx="17106">
                  <c:v>0.19798611111036735</c:v>
                </c:pt>
                <c:pt idx="17107">
                  <c:v>0.19799768517987104</c:v>
                </c:pt>
                <c:pt idx="17108">
                  <c:v>0.19800925925665069</c:v>
                </c:pt>
                <c:pt idx="17109">
                  <c:v>0.19802083333343035</c:v>
                </c:pt>
                <c:pt idx="17110">
                  <c:v>0.19803240740293404</c:v>
                </c:pt>
                <c:pt idx="17111">
                  <c:v>0.19804398147971369</c:v>
                </c:pt>
                <c:pt idx="17112">
                  <c:v>0.19805555555649335</c:v>
                </c:pt>
                <c:pt idx="17113">
                  <c:v>0.19806712962599704</c:v>
                </c:pt>
                <c:pt idx="17114">
                  <c:v>0.19807870370277669</c:v>
                </c:pt>
                <c:pt idx="17115">
                  <c:v>0.19809027777228039</c:v>
                </c:pt>
                <c:pt idx="17116">
                  <c:v>0.19810185184906004</c:v>
                </c:pt>
                <c:pt idx="17117">
                  <c:v>0.19811342592583969</c:v>
                </c:pt>
                <c:pt idx="17118">
                  <c:v>0.19812499999534339</c:v>
                </c:pt>
                <c:pt idx="17119">
                  <c:v>0.19813657407212304</c:v>
                </c:pt>
                <c:pt idx="17120">
                  <c:v>0.19814814814890269</c:v>
                </c:pt>
                <c:pt idx="17121">
                  <c:v>0.19815972221840639</c:v>
                </c:pt>
                <c:pt idx="17122">
                  <c:v>0.19817129629518604</c:v>
                </c:pt>
                <c:pt idx="17123">
                  <c:v>0.19818287036468973</c:v>
                </c:pt>
                <c:pt idx="17124">
                  <c:v>0.19819444444146939</c:v>
                </c:pt>
                <c:pt idx="17125">
                  <c:v>0.19820601851824904</c:v>
                </c:pt>
                <c:pt idx="17126">
                  <c:v>0.19821759258775273</c:v>
                </c:pt>
                <c:pt idx="17127">
                  <c:v>0.19822916666453239</c:v>
                </c:pt>
                <c:pt idx="17128">
                  <c:v>0.19824074074131204</c:v>
                </c:pt>
                <c:pt idx="17129">
                  <c:v>0.19825231481081573</c:v>
                </c:pt>
                <c:pt idx="17130">
                  <c:v>0.19826388888759539</c:v>
                </c:pt>
                <c:pt idx="17131">
                  <c:v>0.19827546295709908</c:v>
                </c:pt>
                <c:pt idx="17132">
                  <c:v>0.19828703703387873</c:v>
                </c:pt>
                <c:pt idx="17133">
                  <c:v>0.19829861111065838</c:v>
                </c:pt>
                <c:pt idx="17134">
                  <c:v>0.19831018518016208</c:v>
                </c:pt>
                <c:pt idx="17135">
                  <c:v>0.19832175925694173</c:v>
                </c:pt>
                <c:pt idx="17136">
                  <c:v>0.19833333333372138</c:v>
                </c:pt>
                <c:pt idx="17137">
                  <c:v>0.19834490740322508</c:v>
                </c:pt>
                <c:pt idx="17138">
                  <c:v>0.19835648148000473</c:v>
                </c:pt>
                <c:pt idx="17139">
                  <c:v>0.19836805555678438</c:v>
                </c:pt>
                <c:pt idx="17140">
                  <c:v>0.19837962962628808</c:v>
                </c:pt>
                <c:pt idx="17141">
                  <c:v>0.19839120370306773</c:v>
                </c:pt>
                <c:pt idx="17142">
                  <c:v>0.19840277777257143</c:v>
                </c:pt>
                <c:pt idx="17143">
                  <c:v>0.19841435184935108</c:v>
                </c:pt>
                <c:pt idx="17144">
                  <c:v>0.19842592592613073</c:v>
                </c:pt>
                <c:pt idx="17145">
                  <c:v>0.19843749999563443</c:v>
                </c:pt>
                <c:pt idx="17146">
                  <c:v>0.19844907407241408</c:v>
                </c:pt>
                <c:pt idx="17147">
                  <c:v>0.19846064814919373</c:v>
                </c:pt>
                <c:pt idx="17148">
                  <c:v>0.19847222221869742</c:v>
                </c:pt>
                <c:pt idx="17149">
                  <c:v>0.19848379629547708</c:v>
                </c:pt>
                <c:pt idx="17150">
                  <c:v>0.19849537036498077</c:v>
                </c:pt>
                <c:pt idx="17151">
                  <c:v>0.19850694444176042</c:v>
                </c:pt>
                <c:pt idx="17152">
                  <c:v>0.19851851851854008</c:v>
                </c:pt>
                <c:pt idx="17153">
                  <c:v>0.19853009258804377</c:v>
                </c:pt>
                <c:pt idx="17154">
                  <c:v>0.19854166666482342</c:v>
                </c:pt>
                <c:pt idx="17155">
                  <c:v>0.19855324074160308</c:v>
                </c:pt>
                <c:pt idx="17156">
                  <c:v>0.19856481481110677</c:v>
                </c:pt>
                <c:pt idx="17157">
                  <c:v>0.19857638888788642</c:v>
                </c:pt>
                <c:pt idx="17158">
                  <c:v>0.19858796295739012</c:v>
                </c:pt>
                <c:pt idx="17159">
                  <c:v>0.19859953703416977</c:v>
                </c:pt>
                <c:pt idx="17160">
                  <c:v>0.19861111111094942</c:v>
                </c:pt>
                <c:pt idx="17161">
                  <c:v>0.19862268518045312</c:v>
                </c:pt>
                <c:pt idx="17162">
                  <c:v>0.19863425925723277</c:v>
                </c:pt>
                <c:pt idx="17163">
                  <c:v>0.19864583333401242</c:v>
                </c:pt>
                <c:pt idx="17164">
                  <c:v>0.19865740740351612</c:v>
                </c:pt>
                <c:pt idx="17165">
                  <c:v>0.19866898148029577</c:v>
                </c:pt>
                <c:pt idx="17166">
                  <c:v>0.19868055554979946</c:v>
                </c:pt>
                <c:pt idx="17167">
                  <c:v>0.19869212962657912</c:v>
                </c:pt>
                <c:pt idx="17168">
                  <c:v>0.19870370370335877</c:v>
                </c:pt>
                <c:pt idx="17169">
                  <c:v>0.19871527777286246</c:v>
                </c:pt>
                <c:pt idx="17170">
                  <c:v>0.19872685184964212</c:v>
                </c:pt>
                <c:pt idx="17171">
                  <c:v>0.19873842592642177</c:v>
                </c:pt>
                <c:pt idx="17172">
                  <c:v>0.19874999999592546</c:v>
                </c:pt>
                <c:pt idx="17173">
                  <c:v>0.19876157407270512</c:v>
                </c:pt>
                <c:pt idx="17174">
                  <c:v>0.19877314814948477</c:v>
                </c:pt>
                <c:pt idx="17175">
                  <c:v>0.19878472221898846</c:v>
                </c:pt>
                <c:pt idx="17176">
                  <c:v>0.19879629629576812</c:v>
                </c:pt>
                <c:pt idx="17177">
                  <c:v>0.19880787036527181</c:v>
                </c:pt>
                <c:pt idx="17178">
                  <c:v>0.19881944444205146</c:v>
                </c:pt>
                <c:pt idx="17179">
                  <c:v>0.19883101851883112</c:v>
                </c:pt>
                <c:pt idx="17180">
                  <c:v>0.19884259258833481</c:v>
                </c:pt>
                <c:pt idx="17181">
                  <c:v>0.19885416666511446</c:v>
                </c:pt>
                <c:pt idx="17182">
                  <c:v>0.19886574074189411</c:v>
                </c:pt>
                <c:pt idx="17183">
                  <c:v>0.19887731481139781</c:v>
                </c:pt>
                <c:pt idx="17184">
                  <c:v>0.19888888888817746</c:v>
                </c:pt>
                <c:pt idx="17185">
                  <c:v>0.19890046295768116</c:v>
                </c:pt>
                <c:pt idx="17186">
                  <c:v>0.19891203703446081</c:v>
                </c:pt>
                <c:pt idx="17187">
                  <c:v>0.19892361111124046</c:v>
                </c:pt>
                <c:pt idx="17188">
                  <c:v>0.19893518518074416</c:v>
                </c:pt>
                <c:pt idx="17189">
                  <c:v>0.19894675925752381</c:v>
                </c:pt>
                <c:pt idx="17190">
                  <c:v>0.19895833333430346</c:v>
                </c:pt>
                <c:pt idx="17191">
                  <c:v>0.19896990740380716</c:v>
                </c:pt>
                <c:pt idx="17192">
                  <c:v>0.19898148148058681</c:v>
                </c:pt>
                <c:pt idx="17193">
                  <c:v>0.1989930555500905</c:v>
                </c:pt>
                <c:pt idx="17194">
                  <c:v>0.19900462962687016</c:v>
                </c:pt>
                <c:pt idx="17195">
                  <c:v>0.19901620370364981</c:v>
                </c:pt>
                <c:pt idx="17196">
                  <c:v>0.1990277777731535</c:v>
                </c:pt>
                <c:pt idx="17197">
                  <c:v>0.19903935184993315</c:v>
                </c:pt>
                <c:pt idx="17198">
                  <c:v>0.19905092592671281</c:v>
                </c:pt>
                <c:pt idx="17199">
                  <c:v>0.1990624999962165</c:v>
                </c:pt>
                <c:pt idx="17200">
                  <c:v>0.19907407407299615</c:v>
                </c:pt>
                <c:pt idx="17201">
                  <c:v>0.19908564814249985</c:v>
                </c:pt>
                <c:pt idx="17202">
                  <c:v>0.1990972222192795</c:v>
                </c:pt>
                <c:pt idx="17203">
                  <c:v>0.19910879629605915</c:v>
                </c:pt>
                <c:pt idx="17204">
                  <c:v>0.19912037036556285</c:v>
                </c:pt>
                <c:pt idx="17205">
                  <c:v>0.1991319444423425</c:v>
                </c:pt>
                <c:pt idx="17206">
                  <c:v>0.19914351851912215</c:v>
                </c:pt>
                <c:pt idx="17207">
                  <c:v>0.19915509258862585</c:v>
                </c:pt>
                <c:pt idx="17208">
                  <c:v>0.1991666666654055</c:v>
                </c:pt>
                <c:pt idx="17209">
                  <c:v>0.1991782407349092</c:v>
                </c:pt>
                <c:pt idx="17210">
                  <c:v>0.19918981481168885</c:v>
                </c:pt>
                <c:pt idx="17211">
                  <c:v>0.1992013888884685</c:v>
                </c:pt>
                <c:pt idx="17212">
                  <c:v>0.19921296295797219</c:v>
                </c:pt>
                <c:pt idx="17213">
                  <c:v>0.19922453703475185</c:v>
                </c:pt>
                <c:pt idx="17214">
                  <c:v>0.1992361111115315</c:v>
                </c:pt>
                <c:pt idx="17215">
                  <c:v>0.19924768518103519</c:v>
                </c:pt>
                <c:pt idx="17216">
                  <c:v>0.19925925925781485</c:v>
                </c:pt>
                <c:pt idx="17217">
                  <c:v>0.1992708333345945</c:v>
                </c:pt>
                <c:pt idx="17218">
                  <c:v>0.19928240740409819</c:v>
                </c:pt>
                <c:pt idx="17219">
                  <c:v>0.19929398148087785</c:v>
                </c:pt>
                <c:pt idx="17220">
                  <c:v>0.19930555555038154</c:v>
                </c:pt>
                <c:pt idx="17221">
                  <c:v>0.19931712962716119</c:v>
                </c:pt>
                <c:pt idx="17222">
                  <c:v>0.19932870370394085</c:v>
                </c:pt>
                <c:pt idx="17223">
                  <c:v>0.19934027777344454</c:v>
                </c:pt>
                <c:pt idx="17224">
                  <c:v>0.19935185185022419</c:v>
                </c:pt>
                <c:pt idx="17225">
                  <c:v>0.19936342592700385</c:v>
                </c:pt>
                <c:pt idx="17226">
                  <c:v>0.19937499999650754</c:v>
                </c:pt>
                <c:pt idx="17227">
                  <c:v>0.19938657407328719</c:v>
                </c:pt>
                <c:pt idx="17228">
                  <c:v>0.19939814814279089</c:v>
                </c:pt>
                <c:pt idx="17229">
                  <c:v>0.19940972221957054</c:v>
                </c:pt>
                <c:pt idx="17230">
                  <c:v>0.19942129629635019</c:v>
                </c:pt>
                <c:pt idx="17231">
                  <c:v>0.19943287036585389</c:v>
                </c:pt>
                <c:pt idx="17232">
                  <c:v>0.19944444444263354</c:v>
                </c:pt>
                <c:pt idx="17233">
                  <c:v>0.19945601851941319</c:v>
                </c:pt>
                <c:pt idx="17234">
                  <c:v>0.19946759258891689</c:v>
                </c:pt>
                <c:pt idx="17235">
                  <c:v>0.19947916666569654</c:v>
                </c:pt>
                <c:pt idx="17236">
                  <c:v>0.19949074073520023</c:v>
                </c:pt>
                <c:pt idx="17237">
                  <c:v>0.19950231481197989</c:v>
                </c:pt>
                <c:pt idx="17238">
                  <c:v>0.19951388888875954</c:v>
                </c:pt>
                <c:pt idx="17239">
                  <c:v>0.19952546295826323</c:v>
                </c:pt>
                <c:pt idx="17240">
                  <c:v>0.19953703703504289</c:v>
                </c:pt>
                <c:pt idx="17241">
                  <c:v>0.19954861111182254</c:v>
                </c:pt>
                <c:pt idx="17242">
                  <c:v>0.19956018518132623</c:v>
                </c:pt>
                <c:pt idx="17243">
                  <c:v>0.19957175925810589</c:v>
                </c:pt>
                <c:pt idx="17244">
                  <c:v>0.19958333332760958</c:v>
                </c:pt>
                <c:pt idx="17245">
                  <c:v>0.19959490740438923</c:v>
                </c:pt>
                <c:pt idx="17246">
                  <c:v>0.19960648148116888</c:v>
                </c:pt>
                <c:pt idx="17247">
                  <c:v>0.19961805555067258</c:v>
                </c:pt>
                <c:pt idx="17248">
                  <c:v>0.19962962962745223</c:v>
                </c:pt>
                <c:pt idx="17249">
                  <c:v>0.19964120370423188</c:v>
                </c:pt>
                <c:pt idx="17250">
                  <c:v>0.19965277777373558</c:v>
                </c:pt>
                <c:pt idx="17251">
                  <c:v>0.19966435185051523</c:v>
                </c:pt>
                <c:pt idx="17252">
                  <c:v>0.19967592592001893</c:v>
                </c:pt>
                <c:pt idx="17253">
                  <c:v>0.19968749999679858</c:v>
                </c:pt>
                <c:pt idx="17254">
                  <c:v>0.19969907407357823</c:v>
                </c:pt>
                <c:pt idx="17255">
                  <c:v>0.19971064814308193</c:v>
                </c:pt>
                <c:pt idx="17256">
                  <c:v>0.19972222221986158</c:v>
                </c:pt>
                <c:pt idx="17257">
                  <c:v>0.19973379629664123</c:v>
                </c:pt>
                <c:pt idx="17258">
                  <c:v>0.19974537036614493</c:v>
                </c:pt>
                <c:pt idx="17259">
                  <c:v>0.19975694444292458</c:v>
                </c:pt>
                <c:pt idx="17260">
                  <c:v>0.19976851851970423</c:v>
                </c:pt>
                <c:pt idx="17261">
                  <c:v>0.19978009258920792</c:v>
                </c:pt>
                <c:pt idx="17262">
                  <c:v>0.19979166666598758</c:v>
                </c:pt>
                <c:pt idx="17263">
                  <c:v>0.19980324073549127</c:v>
                </c:pt>
                <c:pt idx="17264">
                  <c:v>0.19981481481227092</c:v>
                </c:pt>
                <c:pt idx="17265">
                  <c:v>0.19982638888905058</c:v>
                </c:pt>
                <c:pt idx="17266">
                  <c:v>0.19983796295855427</c:v>
                </c:pt>
                <c:pt idx="17267">
                  <c:v>0.19984953703533392</c:v>
                </c:pt>
                <c:pt idx="17268">
                  <c:v>0.19986111111211358</c:v>
                </c:pt>
                <c:pt idx="17269">
                  <c:v>0.19987268518161727</c:v>
                </c:pt>
                <c:pt idx="17270">
                  <c:v>0.19988425925839692</c:v>
                </c:pt>
                <c:pt idx="17271">
                  <c:v>0.19989583332790062</c:v>
                </c:pt>
                <c:pt idx="17272">
                  <c:v>0.19990740740468027</c:v>
                </c:pt>
                <c:pt idx="17273">
                  <c:v>0.19991898148145992</c:v>
                </c:pt>
                <c:pt idx="17274">
                  <c:v>0.19993055555096362</c:v>
                </c:pt>
                <c:pt idx="17275">
                  <c:v>0.19994212962774327</c:v>
                </c:pt>
                <c:pt idx="17276">
                  <c:v>0.19995370370452292</c:v>
                </c:pt>
                <c:pt idx="17277">
                  <c:v>0.19996527777402662</c:v>
                </c:pt>
                <c:pt idx="17278">
                  <c:v>0.19997685185080627</c:v>
                </c:pt>
                <c:pt idx="17279">
                  <c:v>0.19998842592030996</c:v>
                </c:pt>
                <c:pt idx="17280">
                  <c:v>0.19999999999708962</c:v>
                </c:pt>
                <c:pt idx="17281">
                  <c:v>0.20001157407386927</c:v>
                </c:pt>
                <c:pt idx="17282">
                  <c:v>0.20002314814337296</c:v>
                </c:pt>
                <c:pt idx="17283">
                  <c:v>0.20003472222015262</c:v>
                </c:pt>
                <c:pt idx="17284">
                  <c:v>0.20004629629693227</c:v>
                </c:pt>
                <c:pt idx="17285">
                  <c:v>0.20005787036643596</c:v>
                </c:pt>
                <c:pt idx="17286">
                  <c:v>0.20006944444321562</c:v>
                </c:pt>
                <c:pt idx="17287">
                  <c:v>0.20008101851271931</c:v>
                </c:pt>
                <c:pt idx="17288">
                  <c:v>0.20009259258949896</c:v>
                </c:pt>
                <c:pt idx="17289">
                  <c:v>0.20010416666627862</c:v>
                </c:pt>
                <c:pt idx="17290">
                  <c:v>0.20011574073578231</c:v>
                </c:pt>
                <c:pt idx="17291">
                  <c:v>0.20012731481256196</c:v>
                </c:pt>
                <c:pt idx="17292">
                  <c:v>0.20013888888934162</c:v>
                </c:pt>
                <c:pt idx="17293">
                  <c:v>0.20015046295884531</c:v>
                </c:pt>
                <c:pt idx="17294">
                  <c:v>0.20016203703562496</c:v>
                </c:pt>
                <c:pt idx="17295">
                  <c:v>0.20017361111240461</c:v>
                </c:pt>
                <c:pt idx="17296">
                  <c:v>0.20018518518190831</c:v>
                </c:pt>
                <c:pt idx="17297">
                  <c:v>0.20019675925868796</c:v>
                </c:pt>
                <c:pt idx="17298">
                  <c:v>0.20020833332819166</c:v>
                </c:pt>
                <c:pt idx="17299">
                  <c:v>0.20021990740497131</c:v>
                </c:pt>
                <c:pt idx="17300">
                  <c:v>0.20023148148175096</c:v>
                </c:pt>
                <c:pt idx="17301">
                  <c:v>0.20024305555125466</c:v>
                </c:pt>
                <c:pt idx="17302">
                  <c:v>0.20025462962803431</c:v>
                </c:pt>
                <c:pt idx="17303">
                  <c:v>0.20026620370481396</c:v>
                </c:pt>
                <c:pt idx="17304">
                  <c:v>0.20027777777431766</c:v>
                </c:pt>
                <c:pt idx="17305">
                  <c:v>0.20028935185109731</c:v>
                </c:pt>
                <c:pt idx="17306">
                  <c:v>0.200300925920601</c:v>
                </c:pt>
                <c:pt idx="17307">
                  <c:v>0.20031249999738066</c:v>
                </c:pt>
                <c:pt idx="17308">
                  <c:v>0.20032407407416031</c:v>
                </c:pt>
                <c:pt idx="17309">
                  <c:v>0.200335648143664</c:v>
                </c:pt>
                <c:pt idx="17310">
                  <c:v>0.20034722222044365</c:v>
                </c:pt>
                <c:pt idx="17311">
                  <c:v>0.20035879629722331</c:v>
                </c:pt>
                <c:pt idx="17312">
                  <c:v>0.200370370366727</c:v>
                </c:pt>
                <c:pt idx="17313">
                  <c:v>0.20038194444350665</c:v>
                </c:pt>
                <c:pt idx="17314">
                  <c:v>0.20039351851301035</c:v>
                </c:pt>
                <c:pt idx="17315">
                  <c:v>0.20040509258979</c:v>
                </c:pt>
                <c:pt idx="17316">
                  <c:v>0.20041666666656965</c:v>
                </c:pt>
                <c:pt idx="17317">
                  <c:v>0.20042824073607335</c:v>
                </c:pt>
                <c:pt idx="17318">
                  <c:v>0.200439814812853</c:v>
                </c:pt>
                <c:pt idx="17319">
                  <c:v>0.20045138888963265</c:v>
                </c:pt>
                <c:pt idx="17320">
                  <c:v>0.20046296295913635</c:v>
                </c:pt>
                <c:pt idx="17321">
                  <c:v>0.200474537035916</c:v>
                </c:pt>
                <c:pt idx="17322">
                  <c:v>0.2004861111054197</c:v>
                </c:pt>
                <c:pt idx="17323">
                  <c:v>0.20049768518219935</c:v>
                </c:pt>
                <c:pt idx="17324">
                  <c:v>0.200509259258979</c:v>
                </c:pt>
                <c:pt idx="17325">
                  <c:v>0.20052083332848269</c:v>
                </c:pt>
                <c:pt idx="17326">
                  <c:v>0.20053240740526235</c:v>
                </c:pt>
                <c:pt idx="17327">
                  <c:v>0.200543981482042</c:v>
                </c:pt>
                <c:pt idx="17328">
                  <c:v>0.20055555555154569</c:v>
                </c:pt>
                <c:pt idx="17329">
                  <c:v>0.20056712962832535</c:v>
                </c:pt>
                <c:pt idx="17330">
                  <c:v>0.20057870369782904</c:v>
                </c:pt>
                <c:pt idx="17331">
                  <c:v>0.20059027777460869</c:v>
                </c:pt>
                <c:pt idx="17332">
                  <c:v>0.20060185185138835</c:v>
                </c:pt>
                <c:pt idx="17333">
                  <c:v>0.20061342592089204</c:v>
                </c:pt>
                <c:pt idx="17334">
                  <c:v>0.20062499999767169</c:v>
                </c:pt>
                <c:pt idx="17335">
                  <c:v>0.20063657407445135</c:v>
                </c:pt>
                <c:pt idx="17336">
                  <c:v>0.20064814814395504</c:v>
                </c:pt>
                <c:pt idx="17337">
                  <c:v>0.20065972222073469</c:v>
                </c:pt>
                <c:pt idx="17338">
                  <c:v>0.20067129629751435</c:v>
                </c:pt>
                <c:pt idx="17339">
                  <c:v>0.20068287036701804</c:v>
                </c:pt>
                <c:pt idx="17340">
                  <c:v>0.20069444444379769</c:v>
                </c:pt>
                <c:pt idx="17341">
                  <c:v>0.20070601851330139</c:v>
                </c:pt>
                <c:pt idx="17342">
                  <c:v>0.20071759259008104</c:v>
                </c:pt>
                <c:pt idx="17343">
                  <c:v>0.20072916666686069</c:v>
                </c:pt>
                <c:pt idx="17344">
                  <c:v>0.20074074073636439</c:v>
                </c:pt>
                <c:pt idx="17345">
                  <c:v>0.20075231481314404</c:v>
                </c:pt>
                <c:pt idx="17346">
                  <c:v>0.20076388888992369</c:v>
                </c:pt>
                <c:pt idx="17347">
                  <c:v>0.20077546295942739</c:v>
                </c:pt>
                <c:pt idx="17348">
                  <c:v>0.20078703703620704</c:v>
                </c:pt>
                <c:pt idx="17349">
                  <c:v>0.20079861110571073</c:v>
                </c:pt>
                <c:pt idx="17350">
                  <c:v>0.20081018518249039</c:v>
                </c:pt>
                <c:pt idx="17351">
                  <c:v>0.20082175925927004</c:v>
                </c:pt>
                <c:pt idx="17352">
                  <c:v>0.20083333332877373</c:v>
                </c:pt>
                <c:pt idx="17353">
                  <c:v>0.20084490740555339</c:v>
                </c:pt>
                <c:pt idx="17354">
                  <c:v>0.20085648148233304</c:v>
                </c:pt>
                <c:pt idx="17355">
                  <c:v>0.20086805555183673</c:v>
                </c:pt>
                <c:pt idx="17356">
                  <c:v>0.20087962962861639</c:v>
                </c:pt>
                <c:pt idx="17357">
                  <c:v>0.20089120369812008</c:v>
                </c:pt>
                <c:pt idx="17358">
                  <c:v>0.20090277777489973</c:v>
                </c:pt>
                <c:pt idx="17359">
                  <c:v>0.20091435185167938</c:v>
                </c:pt>
                <c:pt idx="17360">
                  <c:v>0.20092592592118308</c:v>
                </c:pt>
                <c:pt idx="17361">
                  <c:v>0.20093749999796273</c:v>
                </c:pt>
                <c:pt idx="17362">
                  <c:v>0.20094907407474238</c:v>
                </c:pt>
                <c:pt idx="17363">
                  <c:v>0.20096064814424608</c:v>
                </c:pt>
                <c:pt idx="17364">
                  <c:v>0.20097222222102573</c:v>
                </c:pt>
                <c:pt idx="17365">
                  <c:v>0.20098379629052943</c:v>
                </c:pt>
                <c:pt idx="17366">
                  <c:v>0.20099537036730908</c:v>
                </c:pt>
                <c:pt idx="17367">
                  <c:v>0.20100694444408873</c:v>
                </c:pt>
                <c:pt idx="17368">
                  <c:v>0.20101851851359243</c:v>
                </c:pt>
                <c:pt idx="17369">
                  <c:v>0.20103009259037208</c:v>
                </c:pt>
                <c:pt idx="17370">
                  <c:v>0.20104166666715173</c:v>
                </c:pt>
                <c:pt idx="17371">
                  <c:v>0.20105324073665543</c:v>
                </c:pt>
                <c:pt idx="17372">
                  <c:v>0.20106481481343508</c:v>
                </c:pt>
                <c:pt idx="17373">
                  <c:v>0.20107638889021473</c:v>
                </c:pt>
                <c:pt idx="17374">
                  <c:v>0.20108796295971842</c:v>
                </c:pt>
                <c:pt idx="17375">
                  <c:v>0.20109953703649808</c:v>
                </c:pt>
                <c:pt idx="17376">
                  <c:v>0.20111111110600177</c:v>
                </c:pt>
                <c:pt idx="17377">
                  <c:v>0.20112268518278142</c:v>
                </c:pt>
                <c:pt idx="17378">
                  <c:v>0.20113425925956108</c:v>
                </c:pt>
                <c:pt idx="17379">
                  <c:v>0.20114583332906477</c:v>
                </c:pt>
                <c:pt idx="17380">
                  <c:v>0.20115740740584442</c:v>
                </c:pt>
                <c:pt idx="17381">
                  <c:v>0.20116898148262408</c:v>
                </c:pt>
                <c:pt idx="17382">
                  <c:v>0.20118055555212777</c:v>
                </c:pt>
                <c:pt idx="17383">
                  <c:v>0.20119212962890742</c:v>
                </c:pt>
                <c:pt idx="17384">
                  <c:v>0.20120370369841112</c:v>
                </c:pt>
                <c:pt idx="17385">
                  <c:v>0.20121527777519077</c:v>
                </c:pt>
                <c:pt idx="17386">
                  <c:v>0.20122685185197042</c:v>
                </c:pt>
                <c:pt idx="17387">
                  <c:v>0.20123842592147412</c:v>
                </c:pt>
                <c:pt idx="17388">
                  <c:v>0.20124999999825377</c:v>
                </c:pt>
                <c:pt idx="17389">
                  <c:v>0.20126157407503342</c:v>
                </c:pt>
                <c:pt idx="17390">
                  <c:v>0.20127314814453712</c:v>
                </c:pt>
                <c:pt idx="17391">
                  <c:v>0.20128472222131677</c:v>
                </c:pt>
                <c:pt idx="17392">
                  <c:v>0.20129629629082046</c:v>
                </c:pt>
                <c:pt idx="17393">
                  <c:v>0.20130787036760012</c:v>
                </c:pt>
                <c:pt idx="17394">
                  <c:v>0.20131944444437977</c:v>
                </c:pt>
                <c:pt idx="17395">
                  <c:v>0.20133101851388346</c:v>
                </c:pt>
                <c:pt idx="17396">
                  <c:v>0.20134259259066312</c:v>
                </c:pt>
                <c:pt idx="17397">
                  <c:v>0.20135416666744277</c:v>
                </c:pt>
                <c:pt idx="17398">
                  <c:v>0.20136574073694646</c:v>
                </c:pt>
                <c:pt idx="17399">
                  <c:v>0.20137731481372612</c:v>
                </c:pt>
                <c:pt idx="17400">
                  <c:v>0.20138888888322981</c:v>
                </c:pt>
                <c:pt idx="17401">
                  <c:v>0.20140046296000946</c:v>
                </c:pt>
                <c:pt idx="17402">
                  <c:v>0.20141203703678912</c:v>
                </c:pt>
                <c:pt idx="17403">
                  <c:v>0.20142361110629281</c:v>
                </c:pt>
                <c:pt idx="17404">
                  <c:v>0.20143518518307246</c:v>
                </c:pt>
                <c:pt idx="17405">
                  <c:v>0.20144675925985212</c:v>
                </c:pt>
                <c:pt idx="17406">
                  <c:v>0.20145833332935581</c:v>
                </c:pt>
                <c:pt idx="17407">
                  <c:v>0.20146990740613546</c:v>
                </c:pt>
                <c:pt idx="17408">
                  <c:v>0.20148148147563916</c:v>
                </c:pt>
                <c:pt idx="17409">
                  <c:v>0.20149305555241881</c:v>
                </c:pt>
                <c:pt idx="17410">
                  <c:v>0.20150462962919846</c:v>
                </c:pt>
                <c:pt idx="17411">
                  <c:v>0.20151620369870216</c:v>
                </c:pt>
                <c:pt idx="17412">
                  <c:v>0.20152777777548181</c:v>
                </c:pt>
                <c:pt idx="17413">
                  <c:v>0.20153935185226146</c:v>
                </c:pt>
                <c:pt idx="17414">
                  <c:v>0.20155092592176516</c:v>
                </c:pt>
                <c:pt idx="17415">
                  <c:v>0.20156249999854481</c:v>
                </c:pt>
                <c:pt idx="17416">
                  <c:v>0.20157407407532446</c:v>
                </c:pt>
                <c:pt idx="17417">
                  <c:v>0.20158564814482816</c:v>
                </c:pt>
                <c:pt idx="17418">
                  <c:v>0.20159722222160781</c:v>
                </c:pt>
                <c:pt idx="17419">
                  <c:v>0.2016087962911115</c:v>
                </c:pt>
                <c:pt idx="17420">
                  <c:v>0.20162037036789116</c:v>
                </c:pt>
                <c:pt idx="17421">
                  <c:v>0.20163194444467081</c:v>
                </c:pt>
                <c:pt idx="17422">
                  <c:v>0.2016435185141745</c:v>
                </c:pt>
                <c:pt idx="17423">
                  <c:v>0.20165509259095415</c:v>
                </c:pt>
                <c:pt idx="17424">
                  <c:v>0.20166666666773381</c:v>
                </c:pt>
                <c:pt idx="17425">
                  <c:v>0.2016782407372375</c:v>
                </c:pt>
                <c:pt idx="17426">
                  <c:v>0.20168981481401715</c:v>
                </c:pt>
                <c:pt idx="17427">
                  <c:v>0.20170138888352085</c:v>
                </c:pt>
                <c:pt idx="17428">
                  <c:v>0.2017129629603005</c:v>
                </c:pt>
                <c:pt idx="17429">
                  <c:v>0.20172453703708015</c:v>
                </c:pt>
                <c:pt idx="17430">
                  <c:v>0.20173611110658385</c:v>
                </c:pt>
                <c:pt idx="17431">
                  <c:v>0.2017476851833635</c:v>
                </c:pt>
                <c:pt idx="17432">
                  <c:v>0.20175925926014315</c:v>
                </c:pt>
                <c:pt idx="17433">
                  <c:v>0.20177083332964685</c:v>
                </c:pt>
                <c:pt idx="17434">
                  <c:v>0.2017824074064265</c:v>
                </c:pt>
                <c:pt idx="17435">
                  <c:v>0.2017939814759302</c:v>
                </c:pt>
                <c:pt idx="17436">
                  <c:v>0.20180555555270985</c:v>
                </c:pt>
                <c:pt idx="17437">
                  <c:v>0.2018171296294895</c:v>
                </c:pt>
                <c:pt idx="17438">
                  <c:v>0.20182870369899319</c:v>
                </c:pt>
                <c:pt idx="17439">
                  <c:v>0.20184027777577285</c:v>
                </c:pt>
                <c:pt idx="17440">
                  <c:v>0.2018518518525525</c:v>
                </c:pt>
                <c:pt idx="17441">
                  <c:v>0.20186342592205619</c:v>
                </c:pt>
                <c:pt idx="17442">
                  <c:v>0.20187499999883585</c:v>
                </c:pt>
                <c:pt idx="17443">
                  <c:v>0.20188657406833954</c:v>
                </c:pt>
                <c:pt idx="17444">
                  <c:v>0.20189814814511919</c:v>
                </c:pt>
                <c:pt idx="17445">
                  <c:v>0.20190972222189885</c:v>
                </c:pt>
                <c:pt idx="17446">
                  <c:v>0.20192129629140254</c:v>
                </c:pt>
                <c:pt idx="17447">
                  <c:v>0.20193287036818219</c:v>
                </c:pt>
                <c:pt idx="17448">
                  <c:v>0.20194444444496185</c:v>
                </c:pt>
                <c:pt idx="17449">
                  <c:v>0.20195601851446554</c:v>
                </c:pt>
                <c:pt idx="17450">
                  <c:v>0.20196759259124519</c:v>
                </c:pt>
                <c:pt idx="17451">
                  <c:v>0.20197916666074889</c:v>
                </c:pt>
                <c:pt idx="17452">
                  <c:v>0.20199074073752854</c:v>
                </c:pt>
                <c:pt idx="17453">
                  <c:v>0.20200231481430819</c:v>
                </c:pt>
                <c:pt idx="17454">
                  <c:v>0.20201388888381189</c:v>
                </c:pt>
                <c:pt idx="17455">
                  <c:v>0.20202546296059154</c:v>
                </c:pt>
                <c:pt idx="17456">
                  <c:v>0.20203703703737119</c:v>
                </c:pt>
                <c:pt idx="17457">
                  <c:v>0.20204861110687489</c:v>
                </c:pt>
                <c:pt idx="17458">
                  <c:v>0.20206018518365454</c:v>
                </c:pt>
                <c:pt idx="17459">
                  <c:v>0.20207175926043419</c:v>
                </c:pt>
                <c:pt idx="17460">
                  <c:v>0.20208333332993789</c:v>
                </c:pt>
                <c:pt idx="17461">
                  <c:v>0.20209490740671754</c:v>
                </c:pt>
                <c:pt idx="17462">
                  <c:v>0.20210648147622123</c:v>
                </c:pt>
                <c:pt idx="17463">
                  <c:v>0.20211805555300089</c:v>
                </c:pt>
                <c:pt idx="17464">
                  <c:v>0.20212962962978054</c:v>
                </c:pt>
                <c:pt idx="17465">
                  <c:v>0.20214120369928423</c:v>
                </c:pt>
                <c:pt idx="17466">
                  <c:v>0.20215277777606389</c:v>
                </c:pt>
                <c:pt idx="17467">
                  <c:v>0.20216435185284354</c:v>
                </c:pt>
                <c:pt idx="17468">
                  <c:v>0.20217592592234723</c:v>
                </c:pt>
                <c:pt idx="17469">
                  <c:v>0.20218749999912689</c:v>
                </c:pt>
                <c:pt idx="17470">
                  <c:v>0.20219907406863058</c:v>
                </c:pt>
                <c:pt idx="17471">
                  <c:v>0.20221064814541023</c:v>
                </c:pt>
                <c:pt idx="17472">
                  <c:v>0.20222222222218988</c:v>
                </c:pt>
                <c:pt idx="17473">
                  <c:v>0.20223379629169358</c:v>
                </c:pt>
                <c:pt idx="17474">
                  <c:v>0.20224537036847323</c:v>
                </c:pt>
                <c:pt idx="17475">
                  <c:v>0.20225694444525288</c:v>
                </c:pt>
                <c:pt idx="17476">
                  <c:v>0.20226851851475658</c:v>
                </c:pt>
                <c:pt idx="17477">
                  <c:v>0.20228009259153623</c:v>
                </c:pt>
                <c:pt idx="17478">
                  <c:v>0.20229166666103993</c:v>
                </c:pt>
                <c:pt idx="17479">
                  <c:v>0.20230324073781958</c:v>
                </c:pt>
                <c:pt idx="17480">
                  <c:v>0.20231481481459923</c:v>
                </c:pt>
                <c:pt idx="17481">
                  <c:v>0.20232638888410293</c:v>
                </c:pt>
                <c:pt idx="17482">
                  <c:v>0.20233796296088258</c:v>
                </c:pt>
                <c:pt idx="17483">
                  <c:v>0.20234953703766223</c:v>
                </c:pt>
                <c:pt idx="17484">
                  <c:v>0.20236111110716593</c:v>
                </c:pt>
                <c:pt idx="17485">
                  <c:v>0.20237268518394558</c:v>
                </c:pt>
                <c:pt idx="17486">
                  <c:v>0.20238425925344927</c:v>
                </c:pt>
                <c:pt idx="17487">
                  <c:v>0.20239583333022892</c:v>
                </c:pt>
                <c:pt idx="17488">
                  <c:v>0.20240740740700858</c:v>
                </c:pt>
                <c:pt idx="17489">
                  <c:v>0.20241898147651227</c:v>
                </c:pt>
                <c:pt idx="17490">
                  <c:v>0.20243055555329192</c:v>
                </c:pt>
                <c:pt idx="17491">
                  <c:v>0.20244212963007158</c:v>
                </c:pt>
                <c:pt idx="17492">
                  <c:v>0.20245370369957527</c:v>
                </c:pt>
                <c:pt idx="17493">
                  <c:v>0.20246527777635492</c:v>
                </c:pt>
                <c:pt idx="17494">
                  <c:v>0.20247685185313458</c:v>
                </c:pt>
                <c:pt idx="17495">
                  <c:v>0.20248842592263827</c:v>
                </c:pt>
                <c:pt idx="17496">
                  <c:v>0.20249999999941792</c:v>
                </c:pt>
                <c:pt idx="17497">
                  <c:v>0.20251157406892162</c:v>
                </c:pt>
                <c:pt idx="17498">
                  <c:v>0.20252314814570127</c:v>
                </c:pt>
                <c:pt idx="17499">
                  <c:v>0.20253472222248092</c:v>
                </c:pt>
                <c:pt idx="17500">
                  <c:v>0.20254629629198462</c:v>
                </c:pt>
                <c:pt idx="17501">
                  <c:v>0.20255787036876427</c:v>
                </c:pt>
                <c:pt idx="17502">
                  <c:v>0.20256944444554392</c:v>
                </c:pt>
                <c:pt idx="17503">
                  <c:v>0.20258101851504762</c:v>
                </c:pt>
                <c:pt idx="17504">
                  <c:v>0.20259259259182727</c:v>
                </c:pt>
                <c:pt idx="17505">
                  <c:v>0.20260416666133096</c:v>
                </c:pt>
                <c:pt idx="17506">
                  <c:v>0.20261574073811062</c:v>
                </c:pt>
                <c:pt idx="17507">
                  <c:v>0.20262731481489027</c:v>
                </c:pt>
                <c:pt idx="17508">
                  <c:v>0.20263888888439396</c:v>
                </c:pt>
                <c:pt idx="17509">
                  <c:v>0.20265046296117362</c:v>
                </c:pt>
                <c:pt idx="17510">
                  <c:v>0.20266203703795327</c:v>
                </c:pt>
                <c:pt idx="17511">
                  <c:v>0.20267361110745696</c:v>
                </c:pt>
                <c:pt idx="17512">
                  <c:v>0.20268518518423662</c:v>
                </c:pt>
                <c:pt idx="17513">
                  <c:v>0.20269675925374031</c:v>
                </c:pt>
                <c:pt idx="17514">
                  <c:v>0.20270833333051996</c:v>
                </c:pt>
                <c:pt idx="17515">
                  <c:v>0.20271990740729962</c:v>
                </c:pt>
                <c:pt idx="17516">
                  <c:v>0.20273148147680331</c:v>
                </c:pt>
                <c:pt idx="17517">
                  <c:v>0.20274305555358296</c:v>
                </c:pt>
                <c:pt idx="17518">
                  <c:v>0.20275462963036261</c:v>
                </c:pt>
                <c:pt idx="17519">
                  <c:v>0.20276620369986631</c:v>
                </c:pt>
                <c:pt idx="17520">
                  <c:v>0.20277777777664596</c:v>
                </c:pt>
                <c:pt idx="17521">
                  <c:v>0.20278935184614966</c:v>
                </c:pt>
                <c:pt idx="17522">
                  <c:v>0.20280092592292931</c:v>
                </c:pt>
                <c:pt idx="17523">
                  <c:v>0.20281249999970896</c:v>
                </c:pt>
                <c:pt idx="17524">
                  <c:v>0.20282407406921266</c:v>
                </c:pt>
                <c:pt idx="17525">
                  <c:v>0.20283564814599231</c:v>
                </c:pt>
                <c:pt idx="17526">
                  <c:v>0.20284722222277196</c:v>
                </c:pt>
                <c:pt idx="17527">
                  <c:v>0.20285879629227566</c:v>
                </c:pt>
                <c:pt idx="17528">
                  <c:v>0.20287037036905531</c:v>
                </c:pt>
                <c:pt idx="17529">
                  <c:v>0.202881944438559</c:v>
                </c:pt>
                <c:pt idx="17530">
                  <c:v>0.20289351851533866</c:v>
                </c:pt>
                <c:pt idx="17531">
                  <c:v>0.20290509259211831</c:v>
                </c:pt>
                <c:pt idx="17532">
                  <c:v>0.202916666661622</c:v>
                </c:pt>
                <c:pt idx="17533">
                  <c:v>0.20292824073840166</c:v>
                </c:pt>
                <c:pt idx="17534">
                  <c:v>0.20293981481518131</c:v>
                </c:pt>
                <c:pt idx="17535">
                  <c:v>0.202951388884685</c:v>
                </c:pt>
                <c:pt idx="17536">
                  <c:v>0.20296296296146465</c:v>
                </c:pt>
                <c:pt idx="17537">
                  <c:v>0.20297453703824431</c:v>
                </c:pt>
                <c:pt idx="17538">
                  <c:v>0.202986111107748</c:v>
                </c:pt>
                <c:pt idx="17539">
                  <c:v>0.20299768518452765</c:v>
                </c:pt>
                <c:pt idx="17540">
                  <c:v>0.20300925925403135</c:v>
                </c:pt>
                <c:pt idx="17541">
                  <c:v>0.203020833330811</c:v>
                </c:pt>
                <c:pt idx="17542">
                  <c:v>0.20303240740759065</c:v>
                </c:pt>
                <c:pt idx="17543">
                  <c:v>0.20304398147709435</c:v>
                </c:pt>
                <c:pt idx="17544">
                  <c:v>0.203055555553874</c:v>
                </c:pt>
                <c:pt idx="17545">
                  <c:v>0.20306712963065365</c:v>
                </c:pt>
                <c:pt idx="17546">
                  <c:v>0.20307870370015735</c:v>
                </c:pt>
                <c:pt idx="17547">
                  <c:v>0.203090277776937</c:v>
                </c:pt>
                <c:pt idx="17548">
                  <c:v>0.2031018518464407</c:v>
                </c:pt>
                <c:pt idx="17549">
                  <c:v>0.20311342592322035</c:v>
                </c:pt>
                <c:pt idx="17550">
                  <c:v>0.203125</c:v>
                </c:pt>
                <c:pt idx="17551">
                  <c:v>0.20313657406950369</c:v>
                </c:pt>
                <c:pt idx="17552">
                  <c:v>0.20314814814628335</c:v>
                </c:pt>
                <c:pt idx="17553">
                  <c:v>0.203159722223063</c:v>
                </c:pt>
                <c:pt idx="17554">
                  <c:v>0.20317129629256669</c:v>
                </c:pt>
                <c:pt idx="17555">
                  <c:v>0.20318287036934635</c:v>
                </c:pt>
                <c:pt idx="17556">
                  <c:v>0.20319444443885004</c:v>
                </c:pt>
                <c:pt idx="17557">
                  <c:v>0.20320601851562969</c:v>
                </c:pt>
                <c:pt idx="17558">
                  <c:v>0.20321759259240935</c:v>
                </c:pt>
                <c:pt idx="17559">
                  <c:v>0.20322916666191304</c:v>
                </c:pt>
                <c:pt idx="17560">
                  <c:v>0.20324074073869269</c:v>
                </c:pt>
                <c:pt idx="17561">
                  <c:v>0.20325231481547235</c:v>
                </c:pt>
                <c:pt idx="17562">
                  <c:v>0.20326388888497604</c:v>
                </c:pt>
                <c:pt idx="17563">
                  <c:v>0.20327546296175569</c:v>
                </c:pt>
                <c:pt idx="17564">
                  <c:v>0.20328703703125939</c:v>
                </c:pt>
                <c:pt idx="17565">
                  <c:v>0.20329861110803904</c:v>
                </c:pt>
                <c:pt idx="17566">
                  <c:v>0.20331018518481869</c:v>
                </c:pt>
                <c:pt idx="17567">
                  <c:v>0.20332175925432239</c:v>
                </c:pt>
                <c:pt idx="17568">
                  <c:v>0.20333333333110204</c:v>
                </c:pt>
                <c:pt idx="17569">
                  <c:v>0.20334490740788169</c:v>
                </c:pt>
                <c:pt idx="17570">
                  <c:v>0.20335648147738539</c:v>
                </c:pt>
                <c:pt idx="17571">
                  <c:v>0.20336805555416504</c:v>
                </c:pt>
                <c:pt idx="17572">
                  <c:v>0.20337962963094469</c:v>
                </c:pt>
                <c:pt idx="17573">
                  <c:v>0.20339120370044839</c:v>
                </c:pt>
                <c:pt idx="17574">
                  <c:v>0.20340277777722804</c:v>
                </c:pt>
                <c:pt idx="17575">
                  <c:v>0.20341435184673173</c:v>
                </c:pt>
                <c:pt idx="17576">
                  <c:v>0.20342592592351139</c:v>
                </c:pt>
                <c:pt idx="17577">
                  <c:v>0.20343750000029104</c:v>
                </c:pt>
                <c:pt idx="17578">
                  <c:v>0.20344907406979473</c:v>
                </c:pt>
                <c:pt idx="17579">
                  <c:v>0.20346064814657439</c:v>
                </c:pt>
                <c:pt idx="17580">
                  <c:v>0.20347222222335404</c:v>
                </c:pt>
                <c:pt idx="17581">
                  <c:v>0.20348379629285773</c:v>
                </c:pt>
                <c:pt idx="17582">
                  <c:v>0.20349537036963739</c:v>
                </c:pt>
                <c:pt idx="17583">
                  <c:v>0.20350694443914108</c:v>
                </c:pt>
                <c:pt idx="17584">
                  <c:v>0.20351851851592073</c:v>
                </c:pt>
                <c:pt idx="17585">
                  <c:v>0.20353009259270038</c:v>
                </c:pt>
                <c:pt idx="17586">
                  <c:v>0.20354166666220408</c:v>
                </c:pt>
                <c:pt idx="17587">
                  <c:v>0.20355324073898373</c:v>
                </c:pt>
                <c:pt idx="17588">
                  <c:v>0.20356481481576338</c:v>
                </c:pt>
                <c:pt idx="17589">
                  <c:v>0.20357638888526708</c:v>
                </c:pt>
                <c:pt idx="17590">
                  <c:v>0.20358796296204673</c:v>
                </c:pt>
                <c:pt idx="17591">
                  <c:v>0.20359953703155043</c:v>
                </c:pt>
                <c:pt idx="17592">
                  <c:v>0.20361111110833008</c:v>
                </c:pt>
                <c:pt idx="17593">
                  <c:v>0.20362268518510973</c:v>
                </c:pt>
                <c:pt idx="17594">
                  <c:v>0.20363425925461343</c:v>
                </c:pt>
                <c:pt idx="17595">
                  <c:v>0.20364583333139308</c:v>
                </c:pt>
                <c:pt idx="17596">
                  <c:v>0.20365740740817273</c:v>
                </c:pt>
                <c:pt idx="17597">
                  <c:v>0.20366898147767643</c:v>
                </c:pt>
                <c:pt idx="17598">
                  <c:v>0.20368055555445608</c:v>
                </c:pt>
                <c:pt idx="17599">
                  <c:v>0.20369212962395977</c:v>
                </c:pt>
                <c:pt idx="17600">
                  <c:v>0.20370370370073942</c:v>
                </c:pt>
                <c:pt idx="17601">
                  <c:v>0.20371527777751908</c:v>
                </c:pt>
                <c:pt idx="17602">
                  <c:v>0.20372685184702277</c:v>
                </c:pt>
                <c:pt idx="17603">
                  <c:v>0.20373842592380242</c:v>
                </c:pt>
                <c:pt idx="17604">
                  <c:v>0.20375000000058208</c:v>
                </c:pt>
                <c:pt idx="17605">
                  <c:v>0.20376157407008577</c:v>
                </c:pt>
                <c:pt idx="17606">
                  <c:v>0.20377314814686542</c:v>
                </c:pt>
                <c:pt idx="17607">
                  <c:v>0.20378472221636912</c:v>
                </c:pt>
                <c:pt idx="17608">
                  <c:v>0.20379629629314877</c:v>
                </c:pt>
                <c:pt idx="17609">
                  <c:v>0.20380787036992842</c:v>
                </c:pt>
                <c:pt idx="17610">
                  <c:v>0.20381944443943212</c:v>
                </c:pt>
                <c:pt idx="17611">
                  <c:v>0.20383101851621177</c:v>
                </c:pt>
                <c:pt idx="17612">
                  <c:v>0.20384259259299142</c:v>
                </c:pt>
                <c:pt idx="17613">
                  <c:v>0.20385416666249512</c:v>
                </c:pt>
                <c:pt idx="17614">
                  <c:v>0.20386574073927477</c:v>
                </c:pt>
                <c:pt idx="17615">
                  <c:v>0.20387731481605442</c:v>
                </c:pt>
                <c:pt idx="17616">
                  <c:v>0.20388888888555812</c:v>
                </c:pt>
                <c:pt idx="17617">
                  <c:v>0.20390046296233777</c:v>
                </c:pt>
                <c:pt idx="17618">
                  <c:v>0.20391203703184146</c:v>
                </c:pt>
                <c:pt idx="17619">
                  <c:v>0.20392361110862112</c:v>
                </c:pt>
                <c:pt idx="17620">
                  <c:v>0.20393518518540077</c:v>
                </c:pt>
                <c:pt idx="17621">
                  <c:v>0.20394675925490446</c:v>
                </c:pt>
                <c:pt idx="17622">
                  <c:v>0.20395833333168412</c:v>
                </c:pt>
                <c:pt idx="17623">
                  <c:v>0.20396990740846377</c:v>
                </c:pt>
                <c:pt idx="17624">
                  <c:v>0.20398148147796746</c:v>
                </c:pt>
                <c:pt idx="17625">
                  <c:v>0.20399305555474712</c:v>
                </c:pt>
                <c:pt idx="17626">
                  <c:v>0.20400462962425081</c:v>
                </c:pt>
                <c:pt idx="17627">
                  <c:v>0.20401620370103046</c:v>
                </c:pt>
                <c:pt idx="17628">
                  <c:v>0.20402777777781012</c:v>
                </c:pt>
                <c:pt idx="17629">
                  <c:v>0.20403935184731381</c:v>
                </c:pt>
                <c:pt idx="17630">
                  <c:v>0.20405092592409346</c:v>
                </c:pt>
                <c:pt idx="17631">
                  <c:v>0.20406250000087311</c:v>
                </c:pt>
                <c:pt idx="17632">
                  <c:v>0.20407407407037681</c:v>
                </c:pt>
                <c:pt idx="17633">
                  <c:v>0.20408564814715646</c:v>
                </c:pt>
                <c:pt idx="17634">
                  <c:v>0.20409722221666016</c:v>
                </c:pt>
                <c:pt idx="17635">
                  <c:v>0.20410879629343981</c:v>
                </c:pt>
                <c:pt idx="17636">
                  <c:v>0.20412037037021946</c:v>
                </c:pt>
                <c:pt idx="17637">
                  <c:v>0.20413194443972316</c:v>
                </c:pt>
                <c:pt idx="17638">
                  <c:v>0.20414351851650281</c:v>
                </c:pt>
                <c:pt idx="17639">
                  <c:v>0.20415509259328246</c:v>
                </c:pt>
                <c:pt idx="17640">
                  <c:v>0.20416666666278616</c:v>
                </c:pt>
                <c:pt idx="17641">
                  <c:v>0.20417824073956581</c:v>
                </c:pt>
                <c:pt idx="17642">
                  <c:v>0.2041898148090695</c:v>
                </c:pt>
                <c:pt idx="17643">
                  <c:v>0.20420138888584916</c:v>
                </c:pt>
                <c:pt idx="17644">
                  <c:v>0.20421296296262881</c:v>
                </c:pt>
                <c:pt idx="17645">
                  <c:v>0.2042245370321325</c:v>
                </c:pt>
                <c:pt idx="17646">
                  <c:v>0.20423611110891216</c:v>
                </c:pt>
                <c:pt idx="17647">
                  <c:v>0.20424768518569181</c:v>
                </c:pt>
                <c:pt idx="17648">
                  <c:v>0.2042592592551955</c:v>
                </c:pt>
                <c:pt idx="17649">
                  <c:v>0.20427083333197515</c:v>
                </c:pt>
                <c:pt idx="17650">
                  <c:v>0.20428240740147885</c:v>
                </c:pt>
                <c:pt idx="17651">
                  <c:v>0.2042939814782585</c:v>
                </c:pt>
                <c:pt idx="17652">
                  <c:v>0.20430555555503815</c:v>
                </c:pt>
                <c:pt idx="17653">
                  <c:v>0.20431712962454185</c:v>
                </c:pt>
                <c:pt idx="17654">
                  <c:v>0.2043287037013215</c:v>
                </c:pt>
                <c:pt idx="17655">
                  <c:v>0.20434027777810115</c:v>
                </c:pt>
                <c:pt idx="17656">
                  <c:v>0.20435185184760485</c:v>
                </c:pt>
                <c:pt idx="17657">
                  <c:v>0.2043634259243845</c:v>
                </c:pt>
                <c:pt idx="17658">
                  <c:v>0.20437500000116415</c:v>
                </c:pt>
                <c:pt idx="17659">
                  <c:v>0.20438657407066785</c:v>
                </c:pt>
                <c:pt idx="17660">
                  <c:v>0.2043981481474475</c:v>
                </c:pt>
                <c:pt idx="17661">
                  <c:v>0.2044097222169512</c:v>
                </c:pt>
                <c:pt idx="17662">
                  <c:v>0.20442129629373085</c:v>
                </c:pt>
                <c:pt idx="17663">
                  <c:v>0.2044328703705105</c:v>
                </c:pt>
                <c:pt idx="17664">
                  <c:v>0.20444444444001419</c:v>
                </c:pt>
                <c:pt idx="17665">
                  <c:v>0.20445601851679385</c:v>
                </c:pt>
                <c:pt idx="17666">
                  <c:v>0.2044675925935735</c:v>
                </c:pt>
                <c:pt idx="17667">
                  <c:v>0.20447916666307719</c:v>
                </c:pt>
                <c:pt idx="17668">
                  <c:v>0.20449074073985685</c:v>
                </c:pt>
                <c:pt idx="17669">
                  <c:v>0.20450231480936054</c:v>
                </c:pt>
                <c:pt idx="17670">
                  <c:v>0.20451388888614019</c:v>
                </c:pt>
                <c:pt idx="17671">
                  <c:v>0.20452546296291985</c:v>
                </c:pt>
                <c:pt idx="17672">
                  <c:v>0.20453703703242354</c:v>
                </c:pt>
                <c:pt idx="17673">
                  <c:v>0.20454861110920319</c:v>
                </c:pt>
                <c:pt idx="17674">
                  <c:v>0.20456018518598285</c:v>
                </c:pt>
                <c:pt idx="17675">
                  <c:v>0.20457175925548654</c:v>
                </c:pt>
                <c:pt idx="17676">
                  <c:v>0.20458333333226619</c:v>
                </c:pt>
                <c:pt idx="17677">
                  <c:v>0.20459490740176989</c:v>
                </c:pt>
                <c:pt idx="17678">
                  <c:v>0.20460648147854954</c:v>
                </c:pt>
                <c:pt idx="17679">
                  <c:v>0.20461805555532919</c:v>
                </c:pt>
                <c:pt idx="17680">
                  <c:v>0.20462962962483289</c:v>
                </c:pt>
                <c:pt idx="17681">
                  <c:v>0.20464120370161254</c:v>
                </c:pt>
                <c:pt idx="17682">
                  <c:v>0.20465277777839219</c:v>
                </c:pt>
                <c:pt idx="17683">
                  <c:v>0.20466435184789589</c:v>
                </c:pt>
                <c:pt idx="17684">
                  <c:v>0.20467592592467554</c:v>
                </c:pt>
                <c:pt idx="17685">
                  <c:v>0.20468749999417923</c:v>
                </c:pt>
                <c:pt idx="17686">
                  <c:v>0.20469907407095889</c:v>
                </c:pt>
                <c:pt idx="17687">
                  <c:v>0.20471064814773854</c:v>
                </c:pt>
                <c:pt idx="17688">
                  <c:v>0.20472222221724223</c:v>
                </c:pt>
                <c:pt idx="17689">
                  <c:v>0.20473379629402189</c:v>
                </c:pt>
                <c:pt idx="17690">
                  <c:v>0.20474537037080154</c:v>
                </c:pt>
                <c:pt idx="17691">
                  <c:v>0.20475694444030523</c:v>
                </c:pt>
                <c:pt idx="17692">
                  <c:v>0.20476851851708489</c:v>
                </c:pt>
                <c:pt idx="17693">
                  <c:v>0.20478009259386454</c:v>
                </c:pt>
                <c:pt idx="17694">
                  <c:v>0.20479166666336823</c:v>
                </c:pt>
                <c:pt idx="17695">
                  <c:v>0.20480324074014788</c:v>
                </c:pt>
                <c:pt idx="17696">
                  <c:v>0.20481481480965158</c:v>
                </c:pt>
                <c:pt idx="17697">
                  <c:v>0.20482638888643123</c:v>
                </c:pt>
                <c:pt idx="17698">
                  <c:v>0.20483796296321088</c:v>
                </c:pt>
                <c:pt idx="17699">
                  <c:v>0.20484953703271458</c:v>
                </c:pt>
                <c:pt idx="17700">
                  <c:v>0.20486111110949423</c:v>
                </c:pt>
                <c:pt idx="17701">
                  <c:v>0.20487268518627388</c:v>
                </c:pt>
                <c:pt idx="17702">
                  <c:v>0.20488425925577758</c:v>
                </c:pt>
                <c:pt idx="17703">
                  <c:v>0.20489583333255723</c:v>
                </c:pt>
                <c:pt idx="17704">
                  <c:v>0.20490740740206093</c:v>
                </c:pt>
                <c:pt idx="17705">
                  <c:v>0.20491898147884058</c:v>
                </c:pt>
                <c:pt idx="17706">
                  <c:v>0.20493055555562023</c:v>
                </c:pt>
                <c:pt idx="17707">
                  <c:v>0.20494212962512393</c:v>
                </c:pt>
                <c:pt idx="17708">
                  <c:v>0.20495370370190358</c:v>
                </c:pt>
                <c:pt idx="17709">
                  <c:v>0.20496527777868323</c:v>
                </c:pt>
                <c:pt idx="17710">
                  <c:v>0.20497685184818693</c:v>
                </c:pt>
                <c:pt idx="17711">
                  <c:v>0.20498842592496658</c:v>
                </c:pt>
                <c:pt idx="17712">
                  <c:v>0.20499999999447027</c:v>
                </c:pt>
                <c:pt idx="17713">
                  <c:v>0.20501157407124992</c:v>
                </c:pt>
                <c:pt idx="17714">
                  <c:v>0.20502314814802958</c:v>
                </c:pt>
                <c:pt idx="17715">
                  <c:v>0.20503472221753327</c:v>
                </c:pt>
                <c:pt idx="17716">
                  <c:v>0.20504629629431292</c:v>
                </c:pt>
                <c:pt idx="17717">
                  <c:v>0.20505787037109258</c:v>
                </c:pt>
                <c:pt idx="17718">
                  <c:v>0.20506944444059627</c:v>
                </c:pt>
                <c:pt idx="17719">
                  <c:v>0.20508101851737592</c:v>
                </c:pt>
                <c:pt idx="17720">
                  <c:v>0.20509259258687962</c:v>
                </c:pt>
                <c:pt idx="17721">
                  <c:v>0.20510416666365927</c:v>
                </c:pt>
                <c:pt idx="17722">
                  <c:v>0.20511574074043892</c:v>
                </c:pt>
                <c:pt idx="17723">
                  <c:v>0.20512731480994262</c:v>
                </c:pt>
                <c:pt idx="17724">
                  <c:v>0.20513888888672227</c:v>
                </c:pt>
                <c:pt idx="17725">
                  <c:v>0.20515046296350192</c:v>
                </c:pt>
                <c:pt idx="17726">
                  <c:v>0.20516203703300562</c:v>
                </c:pt>
                <c:pt idx="17727">
                  <c:v>0.20517361110978527</c:v>
                </c:pt>
                <c:pt idx="17728">
                  <c:v>0.20518518517928896</c:v>
                </c:pt>
                <c:pt idx="17729">
                  <c:v>0.20519675925606862</c:v>
                </c:pt>
                <c:pt idx="17730">
                  <c:v>0.20520833333284827</c:v>
                </c:pt>
                <c:pt idx="17731">
                  <c:v>0.20521990740235196</c:v>
                </c:pt>
                <c:pt idx="17732">
                  <c:v>0.20523148147913162</c:v>
                </c:pt>
                <c:pt idx="17733">
                  <c:v>0.20524305555591127</c:v>
                </c:pt>
                <c:pt idx="17734">
                  <c:v>0.20525462962541496</c:v>
                </c:pt>
                <c:pt idx="17735">
                  <c:v>0.20526620370219462</c:v>
                </c:pt>
                <c:pt idx="17736">
                  <c:v>0.20527777777897427</c:v>
                </c:pt>
                <c:pt idx="17737">
                  <c:v>0.20528935184847796</c:v>
                </c:pt>
                <c:pt idx="17738">
                  <c:v>0.20530092592525762</c:v>
                </c:pt>
                <c:pt idx="17739">
                  <c:v>0.20531249999476131</c:v>
                </c:pt>
                <c:pt idx="17740">
                  <c:v>0.20532407407154096</c:v>
                </c:pt>
                <c:pt idx="17741">
                  <c:v>0.20533564814832062</c:v>
                </c:pt>
                <c:pt idx="17742">
                  <c:v>0.20534722221782431</c:v>
                </c:pt>
                <c:pt idx="17743">
                  <c:v>0.20535879629460396</c:v>
                </c:pt>
                <c:pt idx="17744">
                  <c:v>0.20537037037138361</c:v>
                </c:pt>
                <c:pt idx="17745">
                  <c:v>0.20538194444088731</c:v>
                </c:pt>
                <c:pt idx="17746">
                  <c:v>0.20539351851766696</c:v>
                </c:pt>
                <c:pt idx="17747">
                  <c:v>0.20540509258717066</c:v>
                </c:pt>
                <c:pt idx="17748">
                  <c:v>0.20541666666395031</c:v>
                </c:pt>
                <c:pt idx="17749">
                  <c:v>0.20542824074072996</c:v>
                </c:pt>
                <c:pt idx="17750">
                  <c:v>0.20543981481023366</c:v>
                </c:pt>
                <c:pt idx="17751">
                  <c:v>0.20545138888701331</c:v>
                </c:pt>
                <c:pt idx="17752">
                  <c:v>0.20546296296379296</c:v>
                </c:pt>
                <c:pt idx="17753">
                  <c:v>0.20547453703329666</c:v>
                </c:pt>
                <c:pt idx="17754">
                  <c:v>0.20548611111007631</c:v>
                </c:pt>
                <c:pt idx="17755">
                  <c:v>0.20549768517958</c:v>
                </c:pt>
                <c:pt idx="17756">
                  <c:v>0.20550925925635966</c:v>
                </c:pt>
                <c:pt idx="17757">
                  <c:v>0.20552083333313931</c:v>
                </c:pt>
                <c:pt idx="17758">
                  <c:v>0.205532407402643</c:v>
                </c:pt>
                <c:pt idx="17759">
                  <c:v>0.20554398147942265</c:v>
                </c:pt>
                <c:pt idx="17760">
                  <c:v>0.20555555555620231</c:v>
                </c:pt>
                <c:pt idx="17761">
                  <c:v>0.205567129625706</c:v>
                </c:pt>
                <c:pt idx="17762">
                  <c:v>0.20557870370248565</c:v>
                </c:pt>
                <c:pt idx="17763">
                  <c:v>0.20559027777198935</c:v>
                </c:pt>
                <c:pt idx="17764">
                  <c:v>0.205601851848769</c:v>
                </c:pt>
                <c:pt idx="17765">
                  <c:v>0.20561342592554865</c:v>
                </c:pt>
                <c:pt idx="17766">
                  <c:v>0.20562499999505235</c:v>
                </c:pt>
                <c:pt idx="17767">
                  <c:v>0.205636574071832</c:v>
                </c:pt>
                <c:pt idx="17768">
                  <c:v>0.20564814814861165</c:v>
                </c:pt>
                <c:pt idx="17769">
                  <c:v>0.20565972221811535</c:v>
                </c:pt>
                <c:pt idx="17770">
                  <c:v>0.205671296294895</c:v>
                </c:pt>
                <c:pt idx="17771">
                  <c:v>0.20568287037167465</c:v>
                </c:pt>
                <c:pt idx="17772">
                  <c:v>0.20569444444117835</c:v>
                </c:pt>
                <c:pt idx="17773">
                  <c:v>0.205706018517958</c:v>
                </c:pt>
                <c:pt idx="17774">
                  <c:v>0.2057175925874617</c:v>
                </c:pt>
                <c:pt idx="17775">
                  <c:v>0.20572916666424135</c:v>
                </c:pt>
                <c:pt idx="17776">
                  <c:v>0.205740740741021</c:v>
                </c:pt>
                <c:pt idx="17777">
                  <c:v>0.20575231481052469</c:v>
                </c:pt>
                <c:pt idx="17778">
                  <c:v>0.20576388888730435</c:v>
                </c:pt>
                <c:pt idx="17779">
                  <c:v>0.205775462964084</c:v>
                </c:pt>
                <c:pt idx="17780">
                  <c:v>0.20578703703358769</c:v>
                </c:pt>
                <c:pt idx="17781">
                  <c:v>0.20579861111036735</c:v>
                </c:pt>
                <c:pt idx="17782">
                  <c:v>0.20581018517987104</c:v>
                </c:pt>
                <c:pt idx="17783">
                  <c:v>0.20582175925665069</c:v>
                </c:pt>
                <c:pt idx="17784">
                  <c:v>0.20583333333343035</c:v>
                </c:pt>
                <c:pt idx="17785">
                  <c:v>0.20584490740293404</c:v>
                </c:pt>
                <c:pt idx="17786">
                  <c:v>0.20585648147971369</c:v>
                </c:pt>
                <c:pt idx="17787">
                  <c:v>0.20586805555649335</c:v>
                </c:pt>
                <c:pt idx="17788">
                  <c:v>0.20587962962599704</c:v>
                </c:pt>
                <c:pt idx="17789">
                  <c:v>0.20589120370277669</c:v>
                </c:pt>
                <c:pt idx="17790">
                  <c:v>0.20590277777228039</c:v>
                </c:pt>
                <c:pt idx="17791">
                  <c:v>0.20591435184906004</c:v>
                </c:pt>
                <c:pt idx="17792">
                  <c:v>0.20592592592583969</c:v>
                </c:pt>
                <c:pt idx="17793">
                  <c:v>0.20593749999534339</c:v>
                </c:pt>
                <c:pt idx="17794">
                  <c:v>0.20594907407212304</c:v>
                </c:pt>
                <c:pt idx="17795">
                  <c:v>0.20596064814890269</c:v>
                </c:pt>
                <c:pt idx="17796">
                  <c:v>0.20597222221840639</c:v>
                </c:pt>
                <c:pt idx="17797">
                  <c:v>0.20598379629518604</c:v>
                </c:pt>
                <c:pt idx="17798">
                  <c:v>0.20599537036468973</c:v>
                </c:pt>
                <c:pt idx="17799">
                  <c:v>0.20600694444146939</c:v>
                </c:pt>
                <c:pt idx="17800">
                  <c:v>0.20601851851824904</c:v>
                </c:pt>
                <c:pt idx="17801">
                  <c:v>0.20603009258775273</c:v>
                </c:pt>
                <c:pt idx="17802">
                  <c:v>0.20604166666453239</c:v>
                </c:pt>
                <c:pt idx="17803">
                  <c:v>0.20605324074131204</c:v>
                </c:pt>
                <c:pt idx="17804">
                  <c:v>0.20606481481081573</c:v>
                </c:pt>
                <c:pt idx="17805">
                  <c:v>0.20607638888759539</c:v>
                </c:pt>
                <c:pt idx="17806">
                  <c:v>0.20608796295709908</c:v>
                </c:pt>
                <c:pt idx="17807">
                  <c:v>0.20609953703387873</c:v>
                </c:pt>
                <c:pt idx="17808">
                  <c:v>0.20611111111065838</c:v>
                </c:pt>
                <c:pt idx="17809">
                  <c:v>0.20612268518016208</c:v>
                </c:pt>
                <c:pt idx="17810">
                  <c:v>0.20613425925694173</c:v>
                </c:pt>
                <c:pt idx="17811">
                  <c:v>0.20614583333372138</c:v>
                </c:pt>
                <c:pt idx="17812">
                  <c:v>0.20615740740322508</c:v>
                </c:pt>
                <c:pt idx="17813">
                  <c:v>0.20616898148000473</c:v>
                </c:pt>
                <c:pt idx="17814">
                  <c:v>0.20618055555678438</c:v>
                </c:pt>
                <c:pt idx="17815">
                  <c:v>0.20619212962628808</c:v>
                </c:pt>
                <c:pt idx="17816">
                  <c:v>0.20620370370306773</c:v>
                </c:pt>
                <c:pt idx="17817">
                  <c:v>0.20621527777257143</c:v>
                </c:pt>
                <c:pt idx="17818">
                  <c:v>0.20622685184935108</c:v>
                </c:pt>
                <c:pt idx="17819">
                  <c:v>0.20623842592613073</c:v>
                </c:pt>
                <c:pt idx="17820">
                  <c:v>0.20624999999563443</c:v>
                </c:pt>
                <c:pt idx="17821">
                  <c:v>0.20626157407241408</c:v>
                </c:pt>
                <c:pt idx="17822">
                  <c:v>0.20627314814919373</c:v>
                </c:pt>
                <c:pt idx="17823">
                  <c:v>0.20628472221869742</c:v>
                </c:pt>
                <c:pt idx="17824">
                  <c:v>0.20629629629547708</c:v>
                </c:pt>
                <c:pt idx="17825">
                  <c:v>0.20630787036498077</c:v>
                </c:pt>
                <c:pt idx="17826">
                  <c:v>0.20631944444176042</c:v>
                </c:pt>
                <c:pt idx="17827">
                  <c:v>0.20633101851854008</c:v>
                </c:pt>
                <c:pt idx="17828">
                  <c:v>0.20634259258804377</c:v>
                </c:pt>
                <c:pt idx="17829">
                  <c:v>0.20635416666482342</c:v>
                </c:pt>
                <c:pt idx="17830">
                  <c:v>0.20636574074160308</c:v>
                </c:pt>
                <c:pt idx="17831">
                  <c:v>0.20637731481110677</c:v>
                </c:pt>
                <c:pt idx="17832">
                  <c:v>0.20638888888788642</c:v>
                </c:pt>
                <c:pt idx="17833">
                  <c:v>0.20640046295739012</c:v>
                </c:pt>
                <c:pt idx="17834">
                  <c:v>0.20641203703416977</c:v>
                </c:pt>
                <c:pt idx="17835">
                  <c:v>0.20642361111094942</c:v>
                </c:pt>
                <c:pt idx="17836">
                  <c:v>0.20643518518045312</c:v>
                </c:pt>
                <c:pt idx="17837">
                  <c:v>0.20644675925723277</c:v>
                </c:pt>
                <c:pt idx="17838">
                  <c:v>0.20645833333401242</c:v>
                </c:pt>
                <c:pt idx="17839">
                  <c:v>0.20646990740351612</c:v>
                </c:pt>
                <c:pt idx="17840">
                  <c:v>0.20648148148029577</c:v>
                </c:pt>
                <c:pt idx="17841">
                  <c:v>0.20649305554979946</c:v>
                </c:pt>
                <c:pt idx="17842">
                  <c:v>0.20650462962657912</c:v>
                </c:pt>
                <c:pt idx="17843">
                  <c:v>0.20651620370335877</c:v>
                </c:pt>
                <c:pt idx="17844">
                  <c:v>0.20652777777286246</c:v>
                </c:pt>
                <c:pt idx="17845">
                  <c:v>0.20653935184964212</c:v>
                </c:pt>
                <c:pt idx="17846">
                  <c:v>0.20655092592642177</c:v>
                </c:pt>
                <c:pt idx="17847">
                  <c:v>0.20656249999592546</c:v>
                </c:pt>
                <c:pt idx="17848">
                  <c:v>0.20657407407270512</c:v>
                </c:pt>
                <c:pt idx="17849">
                  <c:v>0.20658564814948477</c:v>
                </c:pt>
                <c:pt idx="17850">
                  <c:v>0.20659722221898846</c:v>
                </c:pt>
                <c:pt idx="17851">
                  <c:v>0.20660879629576812</c:v>
                </c:pt>
                <c:pt idx="17852">
                  <c:v>0.20662037036527181</c:v>
                </c:pt>
                <c:pt idx="17853">
                  <c:v>0.20663194444205146</c:v>
                </c:pt>
                <c:pt idx="17854">
                  <c:v>0.20664351851883112</c:v>
                </c:pt>
                <c:pt idx="17855">
                  <c:v>0.20665509258833481</c:v>
                </c:pt>
                <c:pt idx="17856">
                  <c:v>0.20666666666511446</c:v>
                </c:pt>
                <c:pt idx="17857">
                  <c:v>0.20667824074189411</c:v>
                </c:pt>
                <c:pt idx="17858">
                  <c:v>0.20668981481139781</c:v>
                </c:pt>
                <c:pt idx="17859">
                  <c:v>0.20670138888817746</c:v>
                </c:pt>
                <c:pt idx="17860">
                  <c:v>0.20671296295768116</c:v>
                </c:pt>
                <c:pt idx="17861">
                  <c:v>0.20672453703446081</c:v>
                </c:pt>
                <c:pt idx="17862">
                  <c:v>0.20673611111124046</c:v>
                </c:pt>
                <c:pt idx="17863">
                  <c:v>0.20674768518074416</c:v>
                </c:pt>
                <c:pt idx="17864">
                  <c:v>0.20675925925752381</c:v>
                </c:pt>
                <c:pt idx="17865">
                  <c:v>0.20677083333430346</c:v>
                </c:pt>
                <c:pt idx="17866">
                  <c:v>0.20678240740380716</c:v>
                </c:pt>
                <c:pt idx="17867">
                  <c:v>0.20679398148058681</c:v>
                </c:pt>
                <c:pt idx="17868">
                  <c:v>0.2068055555500905</c:v>
                </c:pt>
                <c:pt idx="17869">
                  <c:v>0.20681712962687016</c:v>
                </c:pt>
                <c:pt idx="17870">
                  <c:v>0.20682870370364981</c:v>
                </c:pt>
                <c:pt idx="17871">
                  <c:v>0.2068402777731535</c:v>
                </c:pt>
                <c:pt idx="17872">
                  <c:v>0.20685185184993315</c:v>
                </c:pt>
                <c:pt idx="17873">
                  <c:v>0.20686342592671281</c:v>
                </c:pt>
                <c:pt idx="17874">
                  <c:v>0.2068749999962165</c:v>
                </c:pt>
                <c:pt idx="17875">
                  <c:v>0.20688657407299615</c:v>
                </c:pt>
                <c:pt idx="17876">
                  <c:v>0.20689814814249985</c:v>
                </c:pt>
                <c:pt idx="17877">
                  <c:v>0.2069097222192795</c:v>
                </c:pt>
                <c:pt idx="17878">
                  <c:v>0.20692129629605915</c:v>
                </c:pt>
                <c:pt idx="17879">
                  <c:v>0.20693287036556285</c:v>
                </c:pt>
                <c:pt idx="17880">
                  <c:v>0.2069444444423425</c:v>
                </c:pt>
                <c:pt idx="17881">
                  <c:v>0.20695601851912215</c:v>
                </c:pt>
                <c:pt idx="17882">
                  <c:v>0.20696759258862585</c:v>
                </c:pt>
                <c:pt idx="17883">
                  <c:v>0.2069791666654055</c:v>
                </c:pt>
                <c:pt idx="17884">
                  <c:v>0.2069907407349092</c:v>
                </c:pt>
                <c:pt idx="17885">
                  <c:v>0.20700231481168885</c:v>
                </c:pt>
                <c:pt idx="17886">
                  <c:v>0.2070138888884685</c:v>
                </c:pt>
                <c:pt idx="17887">
                  <c:v>0.20702546295797219</c:v>
                </c:pt>
                <c:pt idx="17888">
                  <c:v>0.20703703703475185</c:v>
                </c:pt>
                <c:pt idx="17889">
                  <c:v>0.2070486111115315</c:v>
                </c:pt>
                <c:pt idx="17890">
                  <c:v>0.20706018518103519</c:v>
                </c:pt>
                <c:pt idx="17891">
                  <c:v>0.20707175925781485</c:v>
                </c:pt>
                <c:pt idx="17892">
                  <c:v>0.2070833333345945</c:v>
                </c:pt>
                <c:pt idx="17893">
                  <c:v>0.20709490740409819</c:v>
                </c:pt>
                <c:pt idx="17894">
                  <c:v>0.20710648148087785</c:v>
                </c:pt>
                <c:pt idx="17895">
                  <c:v>0.20711805555038154</c:v>
                </c:pt>
                <c:pt idx="17896">
                  <c:v>0.20712962962716119</c:v>
                </c:pt>
                <c:pt idx="17897">
                  <c:v>0.20714120370394085</c:v>
                </c:pt>
                <c:pt idx="17898">
                  <c:v>0.20715277777344454</c:v>
                </c:pt>
                <c:pt idx="17899">
                  <c:v>0.20716435185022419</c:v>
                </c:pt>
                <c:pt idx="17900">
                  <c:v>0.20717592592700385</c:v>
                </c:pt>
                <c:pt idx="17901">
                  <c:v>0.20718749999650754</c:v>
                </c:pt>
                <c:pt idx="17902">
                  <c:v>0.20719907407328719</c:v>
                </c:pt>
                <c:pt idx="17903">
                  <c:v>0.20721064814279089</c:v>
                </c:pt>
                <c:pt idx="17904">
                  <c:v>0.20722222221957054</c:v>
                </c:pt>
                <c:pt idx="17905">
                  <c:v>0.20723379629635019</c:v>
                </c:pt>
                <c:pt idx="17906">
                  <c:v>0.20724537036585389</c:v>
                </c:pt>
                <c:pt idx="17907">
                  <c:v>0.20725694444263354</c:v>
                </c:pt>
                <c:pt idx="17908">
                  <c:v>0.20726851851941319</c:v>
                </c:pt>
                <c:pt idx="17909">
                  <c:v>0.20728009258891689</c:v>
                </c:pt>
                <c:pt idx="17910">
                  <c:v>0.20729166666569654</c:v>
                </c:pt>
                <c:pt idx="17911">
                  <c:v>0.20730324073520023</c:v>
                </c:pt>
                <c:pt idx="17912">
                  <c:v>0.20731481481197989</c:v>
                </c:pt>
                <c:pt idx="17913">
                  <c:v>0.20732638888875954</c:v>
                </c:pt>
                <c:pt idx="17914">
                  <c:v>0.20733796295826323</c:v>
                </c:pt>
                <c:pt idx="17915">
                  <c:v>0.20734953703504289</c:v>
                </c:pt>
                <c:pt idx="17916">
                  <c:v>0.20736111111182254</c:v>
                </c:pt>
                <c:pt idx="17917">
                  <c:v>0.20737268518132623</c:v>
                </c:pt>
                <c:pt idx="17918">
                  <c:v>0.20738425925810589</c:v>
                </c:pt>
                <c:pt idx="17919">
                  <c:v>0.20739583332760958</c:v>
                </c:pt>
                <c:pt idx="17920">
                  <c:v>0.20740740740438923</c:v>
                </c:pt>
                <c:pt idx="17921">
                  <c:v>0.20741898148116888</c:v>
                </c:pt>
                <c:pt idx="17922">
                  <c:v>0.20743055555067258</c:v>
                </c:pt>
                <c:pt idx="17923">
                  <c:v>0.20744212962745223</c:v>
                </c:pt>
                <c:pt idx="17924">
                  <c:v>0.20745370370423188</c:v>
                </c:pt>
                <c:pt idx="17925">
                  <c:v>0.20746527777373558</c:v>
                </c:pt>
                <c:pt idx="17926">
                  <c:v>0.20747685185051523</c:v>
                </c:pt>
                <c:pt idx="17927">
                  <c:v>0.20748842592001893</c:v>
                </c:pt>
                <c:pt idx="17928">
                  <c:v>0.20749999999679858</c:v>
                </c:pt>
                <c:pt idx="17929">
                  <c:v>0.20751157407357823</c:v>
                </c:pt>
                <c:pt idx="17930">
                  <c:v>0.20752314814308193</c:v>
                </c:pt>
                <c:pt idx="17931">
                  <c:v>0.20753472221986158</c:v>
                </c:pt>
                <c:pt idx="17932">
                  <c:v>0.20754629629664123</c:v>
                </c:pt>
                <c:pt idx="17933">
                  <c:v>0.20755787036614493</c:v>
                </c:pt>
                <c:pt idx="17934">
                  <c:v>0.20756944444292458</c:v>
                </c:pt>
                <c:pt idx="17935">
                  <c:v>0.20758101851970423</c:v>
                </c:pt>
                <c:pt idx="17936">
                  <c:v>0.20759259258920792</c:v>
                </c:pt>
                <c:pt idx="17937">
                  <c:v>0.20760416666598758</c:v>
                </c:pt>
                <c:pt idx="17938">
                  <c:v>0.20761574073549127</c:v>
                </c:pt>
                <c:pt idx="17939">
                  <c:v>0.20762731481227092</c:v>
                </c:pt>
                <c:pt idx="17940">
                  <c:v>0.20763888888905058</c:v>
                </c:pt>
                <c:pt idx="17941">
                  <c:v>0.20765046295855427</c:v>
                </c:pt>
                <c:pt idx="17942">
                  <c:v>0.20766203703533392</c:v>
                </c:pt>
                <c:pt idx="17943">
                  <c:v>0.20767361111211358</c:v>
                </c:pt>
                <c:pt idx="17944">
                  <c:v>0.20768518518161727</c:v>
                </c:pt>
                <c:pt idx="17945">
                  <c:v>0.20769675925839692</c:v>
                </c:pt>
                <c:pt idx="17946">
                  <c:v>0.20770833332790062</c:v>
                </c:pt>
                <c:pt idx="17947">
                  <c:v>0.20771990740468027</c:v>
                </c:pt>
                <c:pt idx="17948">
                  <c:v>0.20773148148145992</c:v>
                </c:pt>
                <c:pt idx="17949">
                  <c:v>0.20774305555096362</c:v>
                </c:pt>
                <c:pt idx="17950">
                  <c:v>0.20775462962774327</c:v>
                </c:pt>
                <c:pt idx="17951">
                  <c:v>0.20776620370452292</c:v>
                </c:pt>
                <c:pt idx="17952">
                  <c:v>0.20777777777402662</c:v>
                </c:pt>
                <c:pt idx="17953">
                  <c:v>0.20778935185080627</c:v>
                </c:pt>
                <c:pt idx="17954">
                  <c:v>0.20780092592030996</c:v>
                </c:pt>
                <c:pt idx="17955">
                  <c:v>0.20781249999708962</c:v>
                </c:pt>
                <c:pt idx="17956">
                  <c:v>0.20782407407386927</c:v>
                </c:pt>
                <c:pt idx="17957">
                  <c:v>0.20783564814337296</c:v>
                </c:pt>
                <c:pt idx="17958">
                  <c:v>0.20784722222015262</c:v>
                </c:pt>
                <c:pt idx="17959">
                  <c:v>0.20785879629693227</c:v>
                </c:pt>
                <c:pt idx="17960">
                  <c:v>0.20787037036643596</c:v>
                </c:pt>
                <c:pt idx="17961">
                  <c:v>0.20788194444321562</c:v>
                </c:pt>
                <c:pt idx="17962">
                  <c:v>0.20789351851271931</c:v>
                </c:pt>
                <c:pt idx="17963">
                  <c:v>0.20790509258949896</c:v>
                </c:pt>
                <c:pt idx="17964">
                  <c:v>0.20791666666627862</c:v>
                </c:pt>
                <c:pt idx="17965">
                  <c:v>0.20792824073578231</c:v>
                </c:pt>
                <c:pt idx="17966">
                  <c:v>0.20793981481256196</c:v>
                </c:pt>
                <c:pt idx="17967">
                  <c:v>0.20795138888934162</c:v>
                </c:pt>
                <c:pt idx="17968">
                  <c:v>0.20796296295884531</c:v>
                </c:pt>
                <c:pt idx="17969">
                  <c:v>0.20797453703562496</c:v>
                </c:pt>
                <c:pt idx="17970">
                  <c:v>0.20798611111240461</c:v>
                </c:pt>
                <c:pt idx="17971">
                  <c:v>0.20799768518190831</c:v>
                </c:pt>
                <c:pt idx="17972">
                  <c:v>0.20800925925868796</c:v>
                </c:pt>
                <c:pt idx="17973">
                  <c:v>0.20802083332819166</c:v>
                </c:pt>
                <c:pt idx="17974">
                  <c:v>0.20803240740497131</c:v>
                </c:pt>
                <c:pt idx="17975">
                  <c:v>0.20804398148175096</c:v>
                </c:pt>
                <c:pt idx="17976">
                  <c:v>0.20805555555125466</c:v>
                </c:pt>
                <c:pt idx="17977">
                  <c:v>0.20806712962803431</c:v>
                </c:pt>
                <c:pt idx="17978">
                  <c:v>0.20807870370481396</c:v>
                </c:pt>
                <c:pt idx="17979">
                  <c:v>0.20809027777431766</c:v>
                </c:pt>
                <c:pt idx="17980">
                  <c:v>0.20810185185109731</c:v>
                </c:pt>
                <c:pt idx="17981">
                  <c:v>0.208113425920601</c:v>
                </c:pt>
                <c:pt idx="17982">
                  <c:v>0.20812499999738066</c:v>
                </c:pt>
                <c:pt idx="17983">
                  <c:v>0.20813657407416031</c:v>
                </c:pt>
                <c:pt idx="17984">
                  <c:v>0.208148148143664</c:v>
                </c:pt>
                <c:pt idx="17985">
                  <c:v>0.20815972222044365</c:v>
                </c:pt>
                <c:pt idx="17986">
                  <c:v>0.20817129629722331</c:v>
                </c:pt>
                <c:pt idx="17987">
                  <c:v>0.208182870366727</c:v>
                </c:pt>
                <c:pt idx="17988">
                  <c:v>0.20819444444350665</c:v>
                </c:pt>
                <c:pt idx="17989">
                  <c:v>0.20820601851301035</c:v>
                </c:pt>
                <c:pt idx="17990">
                  <c:v>0.20821759258979</c:v>
                </c:pt>
                <c:pt idx="17991">
                  <c:v>0.20822916666656965</c:v>
                </c:pt>
                <c:pt idx="17992">
                  <c:v>0.20824074073607335</c:v>
                </c:pt>
                <c:pt idx="17993">
                  <c:v>0.208252314812853</c:v>
                </c:pt>
                <c:pt idx="17994">
                  <c:v>0.20826388888963265</c:v>
                </c:pt>
                <c:pt idx="17995">
                  <c:v>0.20827546295913635</c:v>
                </c:pt>
                <c:pt idx="17996">
                  <c:v>0.208287037035916</c:v>
                </c:pt>
                <c:pt idx="17997">
                  <c:v>0.2082986111054197</c:v>
                </c:pt>
                <c:pt idx="17998">
                  <c:v>0.20831018518219935</c:v>
                </c:pt>
                <c:pt idx="17999">
                  <c:v>0.208321759258979</c:v>
                </c:pt>
                <c:pt idx="18000">
                  <c:v>0.20833333332848269</c:v>
                </c:pt>
                <c:pt idx="18001">
                  <c:v>0.20834490740526235</c:v>
                </c:pt>
                <c:pt idx="18002">
                  <c:v>0.208356481482042</c:v>
                </c:pt>
                <c:pt idx="18003">
                  <c:v>0.20836805555154569</c:v>
                </c:pt>
                <c:pt idx="18004">
                  <c:v>0.20837962962832535</c:v>
                </c:pt>
                <c:pt idx="18005">
                  <c:v>0.20839120369782904</c:v>
                </c:pt>
                <c:pt idx="18006">
                  <c:v>0.20840277777460869</c:v>
                </c:pt>
                <c:pt idx="18007">
                  <c:v>0.20841435185138835</c:v>
                </c:pt>
                <c:pt idx="18008">
                  <c:v>0.20842592592089204</c:v>
                </c:pt>
                <c:pt idx="18009">
                  <c:v>0.20843749999767169</c:v>
                </c:pt>
                <c:pt idx="18010">
                  <c:v>0.20844907407445135</c:v>
                </c:pt>
                <c:pt idx="18011">
                  <c:v>0.20846064814395504</c:v>
                </c:pt>
                <c:pt idx="18012">
                  <c:v>0.20847222222073469</c:v>
                </c:pt>
                <c:pt idx="18013">
                  <c:v>0.20848379629751435</c:v>
                </c:pt>
                <c:pt idx="18014">
                  <c:v>0.20849537036701804</c:v>
                </c:pt>
                <c:pt idx="18015">
                  <c:v>0.20850694444379769</c:v>
                </c:pt>
                <c:pt idx="18016">
                  <c:v>0.20851851851330139</c:v>
                </c:pt>
                <c:pt idx="18017">
                  <c:v>0.20853009259008104</c:v>
                </c:pt>
                <c:pt idx="18018">
                  <c:v>0.20854166666686069</c:v>
                </c:pt>
                <c:pt idx="18019">
                  <c:v>0.20855324073636439</c:v>
                </c:pt>
                <c:pt idx="18020">
                  <c:v>0.20856481481314404</c:v>
                </c:pt>
                <c:pt idx="18021">
                  <c:v>0.20857638888992369</c:v>
                </c:pt>
                <c:pt idx="18022">
                  <c:v>0.20858796295942739</c:v>
                </c:pt>
                <c:pt idx="18023">
                  <c:v>0.20859953703620704</c:v>
                </c:pt>
                <c:pt idx="18024">
                  <c:v>0.20861111110571073</c:v>
                </c:pt>
                <c:pt idx="18025">
                  <c:v>0.20862268518249039</c:v>
                </c:pt>
                <c:pt idx="18026">
                  <c:v>0.20863425925927004</c:v>
                </c:pt>
                <c:pt idx="18027">
                  <c:v>0.20864583332877373</c:v>
                </c:pt>
                <c:pt idx="18028">
                  <c:v>0.20865740740555339</c:v>
                </c:pt>
                <c:pt idx="18029">
                  <c:v>0.20866898148233304</c:v>
                </c:pt>
                <c:pt idx="18030">
                  <c:v>0.20868055555183673</c:v>
                </c:pt>
                <c:pt idx="18031">
                  <c:v>0.20869212962861639</c:v>
                </c:pt>
                <c:pt idx="18032">
                  <c:v>0.20870370369812008</c:v>
                </c:pt>
                <c:pt idx="18033">
                  <c:v>0.20871527777489973</c:v>
                </c:pt>
                <c:pt idx="18034">
                  <c:v>0.20872685185167938</c:v>
                </c:pt>
                <c:pt idx="18035">
                  <c:v>0.20873842592118308</c:v>
                </c:pt>
                <c:pt idx="18036">
                  <c:v>0.20874999999796273</c:v>
                </c:pt>
                <c:pt idx="18037">
                  <c:v>0.20876157407474238</c:v>
                </c:pt>
                <c:pt idx="18038">
                  <c:v>0.20877314814424608</c:v>
                </c:pt>
                <c:pt idx="18039">
                  <c:v>0.20878472222102573</c:v>
                </c:pt>
                <c:pt idx="18040">
                  <c:v>0.20879629629052943</c:v>
                </c:pt>
                <c:pt idx="18041">
                  <c:v>0.20880787036730908</c:v>
                </c:pt>
                <c:pt idx="18042">
                  <c:v>0.20881944444408873</c:v>
                </c:pt>
                <c:pt idx="18043">
                  <c:v>0.20883101851359243</c:v>
                </c:pt>
                <c:pt idx="18044">
                  <c:v>0.20884259259037208</c:v>
                </c:pt>
                <c:pt idx="18045">
                  <c:v>0.20885416666715173</c:v>
                </c:pt>
                <c:pt idx="18046">
                  <c:v>0.20886574073665543</c:v>
                </c:pt>
                <c:pt idx="18047">
                  <c:v>0.20887731481343508</c:v>
                </c:pt>
                <c:pt idx="18048">
                  <c:v>0.20888888889021473</c:v>
                </c:pt>
                <c:pt idx="18049">
                  <c:v>0.20890046295971842</c:v>
                </c:pt>
                <c:pt idx="18050">
                  <c:v>0.20891203703649808</c:v>
                </c:pt>
                <c:pt idx="18051">
                  <c:v>0.20892361110600177</c:v>
                </c:pt>
                <c:pt idx="18052">
                  <c:v>0.20893518518278142</c:v>
                </c:pt>
                <c:pt idx="18053">
                  <c:v>0.20894675925956108</c:v>
                </c:pt>
                <c:pt idx="18054">
                  <c:v>0.20895833332906477</c:v>
                </c:pt>
                <c:pt idx="18055">
                  <c:v>0.20896990740584442</c:v>
                </c:pt>
                <c:pt idx="18056">
                  <c:v>0.20898148148262408</c:v>
                </c:pt>
                <c:pt idx="18057">
                  <c:v>0.20899305555212777</c:v>
                </c:pt>
                <c:pt idx="18058">
                  <c:v>0.20900462962890742</c:v>
                </c:pt>
                <c:pt idx="18059">
                  <c:v>0.20901620369841112</c:v>
                </c:pt>
                <c:pt idx="18060">
                  <c:v>0.20902777777519077</c:v>
                </c:pt>
                <c:pt idx="18061">
                  <c:v>0.20903935185197042</c:v>
                </c:pt>
                <c:pt idx="18062">
                  <c:v>0.20905092592147412</c:v>
                </c:pt>
                <c:pt idx="18063">
                  <c:v>0.20906249999825377</c:v>
                </c:pt>
                <c:pt idx="18064">
                  <c:v>0.20907407407503342</c:v>
                </c:pt>
                <c:pt idx="18065">
                  <c:v>0.20908564814453712</c:v>
                </c:pt>
                <c:pt idx="18066">
                  <c:v>0.20909722222131677</c:v>
                </c:pt>
                <c:pt idx="18067">
                  <c:v>0.20910879629082046</c:v>
                </c:pt>
                <c:pt idx="18068">
                  <c:v>0.20912037036760012</c:v>
                </c:pt>
                <c:pt idx="18069">
                  <c:v>0.20913194444437977</c:v>
                </c:pt>
                <c:pt idx="18070">
                  <c:v>0.20914351851388346</c:v>
                </c:pt>
                <c:pt idx="18071">
                  <c:v>0.20915509259066312</c:v>
                </c:pt>
                <c:pt idx="18072">
                  <c:v>0.20916666666744277</c:v>
                </c:pt>
                <c:pt idx="18073">
                  <c:v>0.20917824073694646</c:v>
                </c:pt>
                <c:pt idx="18074">
                  <c:v>0.20918981481372612</c:v>
                </c:pt>
                <c:pt idx="18075">
                  <c:v>0.20920138888322981</c:v>
                </c:pt>
                <c:pt idx="18076">
                  <c:v>0.20921296296000946</c:v>
                </c:pt>
                <c:pt idx="18077">
                  <c:v>0.20922453703678912</c:v>
                </c:pt>
                <c:pt idx="18078">
                  <c:v>0.20923611110629281</c:v>
                </c:pt>
                <c:pt idx="18079">
                  <c:v>0.20924768518307246</c:v>
                </c:pt>
                <c:pt idx="18080">
                  <c:v>0.20925925925985212</c:v>
                </c:pt>
                <c:pt idx="18081">
                  <c:v>0.20927083332935581</c:v>
                </c:pt>
                <c:pt idx="18082">
                  <c:v>0.20928240740613546</c:v>
                </c:pt>
                <c:pt idx="18083">
                  <c:v>0.20929398147563916</c:v>
                </c:pt>
                <c:pt idx="18084">
                  <c:v>0.20930555555241881</c:v>
                </c:pt>
                <c:pt idx="18085">
                  <c:v>0.20931712962919846</c:v>
                </c:pt>
                <c:pt idx="18086">
                  <c:v>0.20932870369870216</c:v>
                </c:pt>
                <c:pt idx="18087">
                  <c:v>0.20934027777548181</c:v>
                </c:pt>
                <c:pt idx="18088">
                  <c:v>0.20935185185226146</c:v>
                </c:pt>
                <c:pt idx="18089">
                  <c:v>0.20936342592176516</c:v>
                </c:pt>
                <c:pt idx="18090">
                  <c:v>0.20937499999854481</c:v>
                </c:pt>
                <c:pt idx="18091">
                  <c:v>0.20938657407532446</c:v>
                </c:pt>
                <c:pt idx="18092">
                  <c:v>0.20939814814482816</c:v>
                </c:pt>
                <c:pt idx="18093">
                  <c:v>0.20940972222160781</c:v>
                </c:pt>
                <c:pt idx="18094">
                  <c:v>0.2094212962911115</c:v>
                </c:pt>
                <c:pt idx="18095">
                  <c:v>0.20943287036789116</c:v>
                </c:pt>
                <c:pt idx="18096">
                  <c:v>0.20944444444467081</c:v>
                </c:pt>
                <c:pt idx="18097">
                  <c:v>0.2094560185141745</c:v>
                </c:pt>
                <c:pt idx="18098">
                  <c:v>0.20946759259095415</c:v>
                </c:pt>
                <c:pt idx="18099">
                  <c:v>0.20947916666773381</c:v>
                </c:pt>
                <c:pt idx="18100">
                  <c:v>0.2094907407372375</c:v>
                </c:pt>
                <c:pt idx="18101">
                  <c:v>0.20950231481401715</c:v>
                </c:pt>
                <c:pt idx="18102">
                  <c:v>0.20951388888352085</c:v>
                </c:pt>
                <c:pt idx="18103">
                  <c:v>0.2095254629603005</c:v>
                </c:pt>
                <c:pt idx="18104">
                  <c:v>0.20953703703708015</c:v>
                </c:pt>
                <c:pt idx="18105">
                  <c:v>0.20954861110658385</c:v>
                </c:pt>
                <c:pt idx="18106">
                  <c:v>0.2095601851833635</c:v>
                </c:pt>
                <c:pt idx="18107">
                  <c:v>0.20957175926014315</c:v>
                </c:pt>
                <c:pt idx="18108">
                  <c:v>0.20958333332964685</c:v>
                </c:pt>
                <c:pt idx="18109">
                  <c:v>0.2095949074064265</c:v>
                </c:pt>
                <c:pt idx="18110">
                  <c:v>0.2096064814759302</c:v>
                </c:pt>
                <c:pt idx="18111">
                  <c:v>0.20961805555270985</c:v>
                </c:pt>
                <c:pt idx="18112">
                  <c:v>0.2096296296294895</c:v>
                </c:pt>
                <c:pt idx="18113">
                  <c:v>0.20964120369899319</c:v>
                </c:pt>
                <c:pt idx="18114">
                  <c:v>0.20965277777577285</c:v>
                </c:pt>
                <c:pt idx="18115">
                  <c:v>0.2096643518525525</c:v>
                </c:pt>
                <c:pt idx="18116">
                  <c:v>0.20967592592205619</c:v>
                </c:pt>
                <c:pt idx="18117">
                  <c:v>0.20968749999883585</c:v>
                </c:pt>
                <c:pt idx="18118">
                  <c:v>0.20969907406833954</c:v>
                </c:pt>
                <c:pt idx="18119">
                  <c:v>0.20971064814511919</c:v>
                </c:pt>
                <c:pt idx="18120">
                  <c:v>0.20972222222189885</c:v>
                </c:pt>
                <c:pt idx="18121">
                  <c:v>0.20973379629140254</c:v>
                </c:pt>
                <c:pt idx="18122">
                  <c:v>0.20974537036818219</c:v>
                </c:pt>
                <c:pt idx="18123">
                  <c:v>0.20975694444496185</c:v>
                </c:pt>
                <c:pt idx="18124">
                  <c:v>0.20976851851446554</c:v>
                </c:pt>
                <c:pt idx="18125">
                  <c:v>0.20978009259124519</c:v>
                </c:pt>
                <c:pt idx="18126">
                  <c:v>0.20979166666074889</c:v>
                </c:pt>
                <c:pt idx="18127">
                  <c:v>0.20980324073752854</c:v>
                </c:pt>
                <c:pt idx="18128">
                  <c:v>0.20981481481430819</c:v>
                </c:pt>
                <c:pt idx="18129">
                  <c:v>0.20982638888381189</c:v>
                </c:pt>
                <c:pt idx="18130">
                  <c:v>0.20983796296059154</c:v>
                </c:pt>
                <c:pt idx="18131">
                  <c:v>0.20984953703737119</c:v>
                </c:pt>
                <c:pt idx="18132">
                  <c:v>0.20986111110687489</c:v>
                </c:pt>
                <c:pt idx="18133">
                  <c:v>0.20987268518365454</c:v>
                </c:pt>
                <c:pt idx="18134">
                  <c:v>0.20988425926043419</c:v>
                </c:pt>
                <c:pt idx="18135">
                  <c:v>0.20989583332993789</c:v>
                </c:pt>
                <c:pt idx="18136">
                  <c:v>0.20990740740671754</c:v>
                </c:pt>
                <c:pt idx="18137">
                  <c:v>0.20991898147622123</c:v>
                </c:pt>
                <c:pt idx="18138">
                  <c:v>0.20993055555300089</c:v>
                </c:pt>
                <c:pt idx="18139">
                  <c:v>0.20994212962978054</c:v>
                </c:pt>
                <c:pt idx="18140">
                  <c:v>0.20995370369928423</c:v>
                </c:pt>
                <c:pt idx="18141">
                  <c:v>0.20996527777606389</c:v>
                </c:pt>
                <c:pt idx="18142">
                  <c:v>0.20997685185284354</c:v>
                </c:pt>
                <c:pt idx="18143">
                  <c:v>0.20998842592234723</c:v>
                </c:pt>
                <c:pt idx="18144">
                  <c:v>0.20999999999912689</c:v>
                </c:pt>
                <c:pt idx="18145">
                  <c:v>0.21001157406863058</c:v>
                </c:pt>
                <c:pt idx="18146">
                  <c:v>0.21002314814541023</c:v>
                </c:pt>
                <c:pt idx="18147">
                  <c:v>0.21003472222218988</c:v>
                </c:pt>
                <c:pt idx="18148">
                  <c:v>0.21004629629169358</c:v>
                </c:pt>
                <c:pt idx="18149">
                  <c:v>0.21005787036847323</c:v>
                </c:pt>
                <c:pt idx="18150">
                  <c:v>0.21006944444525288</c:v>
                </c:pt>
                <c:pt idx="18151">
                  <c:v>0.21008101851475658</c:v>
                </c:pt>
                <c:pt idx="18152">
                  <c:v>0.21009259259153623</c:v>
                </c:pt>
                <c:pt idx="18153">
                  <c:v>0.21010416666103993</c:v>
                </c:pt>
                <c:pt idx="18154">
                  <c:v>0.21011574073781958</c:v>
                </c:pt>
                <c:pt idx="18155">
                  <c:v>0.21012731481459923</c:v>
                </c:pt>
                <c:pt idx="18156">
                  <c:v>0.21013888888410293</c:v>
                </c:pt>
                <c:pt idx="18157">
                  <c:v>0.21015046296088258</c:v>
                </c:pt>
                <c:pt idx="18158">
                  <c:v>0.21016203703766223</c:v>
                </c:pt>
                <c:pt idx="18159">
                  <c:v>0.21017361110716593</c:v>
                </c:pt>
                <c:pt idx="18160">
                  <c:v>0.21018518518394558</c:v>
                </c:pt>
                <c:pt idx="18161">
                  <c:v>0.21019675925344927</c:v>
                </c:pt>
                <c:pt idx="18162">
                  <c:v>0.21020833333022892</c:v>
                </c:pt>
                <c:pt idx="18163">
                  <c:v>0.21021990740700858</c:v>
                </c:pt>
                <c:pt idx="18164">
                  <c:v>0.21023148147651227</c:v>
                </c:pt>
                <c:pt idx="18165">
                  <c:v>0.21024305555329192</c:v>
                </c:pt>
                <c:pt idx="18166">
                  <c:v>0.21025462963007158</c:v>
                </c:pt>
                <c:pt idx="18167">
                  <c:v>0.21026620369957527</c:v>
                </c:pt>
                <c:pt idx="18168">
                  <c:v>0.21027777777635492</c:v>
                </c:pt>
                <c:pt idx="18169">
                  <c:v>0.21028935185313458</c:v>
                </c:pt>
                <c:pt idx="18170">
                  <c:v>0.21030092592263827</c:v>
                </c:pt>
                <c:pt idx="18171">
                  <c:v>0.21031249999941792</c:v>
                </c:pt>
                <c:pt idx="18172">
                  <c:v>0.21032407406892162</c:v>
                </c:pt>
                <c:pt idx="18173">
                  <c:v>0.21033564814570127</c:v>
                </c:pt>
                <c:pt idx="18174">
                  <c:v>0.21034722222248092</c:v>
                </c:pt>
                <c:pt idx="18175">
                  <c:v>0.21035879629198462</c:v>
                </c:pt>
                <c:pt idx="18176">
                  <c:v>0.21037037036876427</c:v>
                </c:pt>
                <c:pt idx="18177">
                  <c:v>0.21038194444554392</c:v>
                </c:pt>
                <c:pt idx="18178">
                  <c:v>0.21039351851504762</c:v>
                </c:pt>
                <c:pt idx="18179">
                  <c:v>0.21040509259182727</c:v>
                </c:pt>
                <c:pt idx="18180">
                  <c:v>0.21041666666133096</c:v>
                </c:pt>
                <c:pt idx="18181">
                  <c:v>0.21042824073811062</c:v>
                </c:pt>
                <c:pt idx="18182">
                  <c:v>0.21043981481489027</c:v>
                </c:pt>
                <c:pt idx="18183">
                  <c:v>0.21045138888439396</c:v>
                </c:pt>
                <c:pt idx="18184">
                  <c:v>0.21046296296117362</c:v>
                </c:pt>
                <c:pt idx="18185">
                  <c:v>0.21047453703795327</c:v>
                </c:pt>
                <c:pt idx="18186">
                  <c:v>0.21048611110745696</c:v>
                </c:pt>
                <c:pt idx="18187">
                  <c:v>0.21049768518423662</c:v>
                </c:pt>
                <c:pt idx="18188">
                  <c:v>0.21050925925374031</c:v>
                </c:pt>
                <c:pt idx="18189">
                  <c:v>0.21052083333051996</c:v>
                </c:pt>
                <c:pt idx="18190">
                  <c:v>0.21053240740729962</c:v>
                </c:pt>
                <c:pt idx="18191">
                  <c:v>0.21054398147680331</c:v>
                </c:pt>
                <c:pt idx="18192">
                  <c:v>0.21055555555358296</c:v>
                </c:pt>
                <c:pt idx="18193">
                  <c:v>0.21056712963036261</c:v>
                </c:pt>
                <c:pt idx="18194">
                  <c:v>0.21057870369986631</c:v>
                </c:pt>
                <c:pt idx="18195">
                  <c:v>0.21059027777664596</c:v>
                </c:pt>
                <c:pt idx="18196">
                  <c:v>0.21060185184614966</c:v>
                </c:pt>
                <c:pt idx="18197">
                  <c:v>0.21061342592292931</c:v>
                </c:pt>
                <c:pt idx="18198">
                  <c:v>0.21062499999970896</c:v>
                </c:pt>
                <c:pt idx="18199">
                  <c:v>0.21063657406921266</c:v>
                </c:pt>
                <c:pt idx="18200">
                  <c:v>0.21064814814599231</c:v>
                </c:pt>
                <c:pt idx="18201">
                  <c:v>0.21065972222277196</c:v>
                </c:pt>
                <c:pt idx="18202">
                  <c:v>0.21067129629227566</c:v>
                </c:pt>
                <c:pt idx="18203">
                  <c:v>0.21068287036905531</c:v>
                </c:pt>
                <c:pt idx="18204">
                  <c:v>0.210694444438559</c:v>
                </c:pt>
                <c:pt idx="18205">
                  <c:v>0.21070601851533866</c:v>
                </c:pt>
                <c:pt idx="18206">
                  <c:v>0.21071759259211831</c:v>
                </c:pt>
                <c:pt idx="18207">
                  <c:v>0.210729166661622</c:v>
                </c:pt>
                <c:pt idx="18208">
                  <c:v>0.21074074073840166</c:v>
                </c:pt>
                <c:pt idx="18209">
                  <c:v>0.21075231481518131</c:v>
                </c:pt>
                <c:pt idx="18210">
                  <c:v>0.210763888884685</c:v>
                </c:pt>
                <c:pt idx="18211">
                  <c:v>0.21077546296146465</c:v>
                </c:pt>
                <c:pt idx="18212">
                  <c:v>0.21078703703824431</c:v>
                </c:pt>
                <c:pt idx="18213">
                  <c:v>0.210798611107748</c:v>
                </c:pt>
                <c:pt idx="18214">
                  <c:v>0.21081018518452765</c:v>
                </c:pt>
                <c:pt idx="18215">
                  <c:v>0.21082175925403135</c:v>
                </c:pt>
                <c:pt idx="18216">
                  <c:v>0.210833333330811</c:v>
                </c:pt>
                <c:pt idx="18217">
                  <c:v>0.21084490740759065</c:v>
                </c:pt>
                <c:pt idx="18218">
                  <c:v>0.21085648147709435</c:v>
                </c:pt>
                <c:pt idx="18219">
                  <c:v>0.210868055553874</c:v>
                </c:pt>
                <c:pt idx="18220">
                  <c:v>0.21087962963065365</c:v>
                </c:pt>
                <c:pt idx="18221">
                  <c:v>0.21089120370015735</c:v>
                </c:pt>
                <c:pt idx="18222">
                  <c:v>0.210902777776937</c:v>
                </c:pt>
                <c:pt idx="18223">
                  <c:v>0.2109143518464407</c:v>
                </c:pt>
                <c:pt idx="18224">
                  <c:v>0.21092592592322035</c:v>
                </c:pt>
                <c:pt idx="18225">
                  <c:v>0.2109375</c:v>
                </c:pt>
                <c:pt idx="18226">
                  <c:v>0.21094907406950369</c:v>
                </c:pt>
                <c:pt idx="18227">
                  <c:v>0.21096064814628335</c:v>
                </c:pt>
                <c:pt idx="18228">
                  <c:v>0.210972222223063</c:v>
                </c:pt>
                <c:pt idx="18229">
                  <c:v>0.21098379629256669</c:v>
                </c:pt>
                <c:pt idx="18230">
                  <c:v>0.21099537036934635</c:v>
                </c:pt>
                <c:pt idx="18231">
                  <c:v>0.21100694443885004</c:v>
                </c:pt>
                <c:pt idx="18232">
                  <c:v>0.21101851851562969</c:v>
                </c:pt>
                <c:pt idx="18233">
                  <c:v>0.21103009259240935</c:v>
                </c:pt>
                <c:pt idx="18234">
                  <c:v>0.21104166666191304</c:v>
                </c:pt>
                <c:pt idx="18235">
                  <c:v>0.21105324073869269</c:v>
                </c:pt>
                <c:pt idx="18236">
                  <c:v>0.21106481481547235</c:v>
                </c:pt>
                <c:pt idx="18237">
                  <c:v>0.21107638888497604</c:v>
                </c:pt>
                <c:pt idx="18238">
                  <c:v>0.21108796296175569</c:v>
                </c:pt>
                <c:pt idx="18239">
                  <c:v>0.21109953703125939</c:v>
                </c:pt>
                <c:pt idx="18240">
                  <c:v>0.21111111110803904</c:v>
                </c:pt>
                <c:pt idx="18241">
                  <c:v>0.21112268518481869</c:v>
                </c:pt>
                <c:pt idx="18242">
                  <c:v>0.21113425925432239</c:v>
                </c:pt>
                <c:pt idx="18243">
                  <c:v>0.21114583333110204</c:v>
                </c:pt>
                <c:pt idx="18244">
                  <c:v>0.21115740740788169</c:v>
                </c:pt>
                <c:pt idx="18245">
                  <c:v>0.21116898147738539</c:v>
                </c:pt>
                <c:pt idx="18246">
                  <c:v>0.21118055555416504</c:v>
                </c:pt>
                <c:pt idx="18247">
                  <c:v>0.21119212963094469</c:v>
                </c:pt>
                <c:pt idx="18248">
                  <c:v>0.21120370370044839</c:v>
                </c:pt>
                <c:pt idx="18249">
                  <c:v>0.21121527777722804</c:v>
                </c:pt>
                <c:pt idx="18250">
                  <c:v>0.21122685184673173</c:v>
                </c:pt>
                <c:pt idx="18251">
                  <c:v>0.21123842592351139</c:v>
                </c:pt>
                <c:pt idx="18252">
                  <c:v>0.21125000000029104</c:v>
                </c:pt>
                <c:pt idx="18253">
                  <c:v>0.21126157406979473</c:v>
                </c:pt>
                <c:pt idx="18254">
                  <c:v>0.21127314814657439</c:v>
                </c:pt>
                <c:pt idx="18255">
                  <c:v>0.21128472222335404</c:v>
                </c:pt>
                <c:pt idx="18256">
                  <c:v>0.21129629629285773</c:v>
                </c:pt>
                <c:pt idx="18257">
                  <c:v>0.21130787036963739</c:v>
                </c:pt>
                <c:pt idx="18258">
                  <c:v>0.21131944443914108</c:v>
                </c:pt>
                <c:pt idx="18259">
                  <c:v>0.21133101851592073</c:v>
                </c:pt>
                <c:pt idx="18260">
                  <c:v>0.21134259259270038</c:v>
                </c:pt>
                <c:pt idx="18261">
                  <c:v>0.21135416666220408</c:v>
                </c:pt>
                <c:pt idx="18262">
                  <c:v>0.21136574073898373</c:v>
                </c:pt>
                <c:pt idx="18263">
                  <c:v>0.21137731481576338</c:v>
                </c:pt>
                <c:pt idx="18264">
                  <c:v>0.21138888888526708</c:v>
                </c:pt>
                <c:pt idx="18265">
                  <c:v>0.21140046296204673</c:v>
                </c:pt>
                <c:pt idx="18266">
                  <c:v>0.21141203703155043</c:v>
                </c:pt>
                <c:pt idx="18267">
                  <c:v>0.21142361110833008</c:v>
                </c:pt>
                <c:pt idx="18268">
                  <c:v>0.21143518518510973</c:v>
                </c:pt>
                <c:pt idx="18269">
                  <c:v>0.21144675925461343</c:v>
                </c:pt>
                <c:pt idx="18270">
                  <c:v>0.21145833333139308</c:v>
                </c:pt>
                <c:pt idx="18271">
                  <c:v>0.21146990740817273</c:v>
                </c:pt>
                <c:pt idx="18272">
                  <c:v>0.21148148147767643</c:v>
                </c:pt>
                <c:pt idx="18273">
                  <c:v>0.21149305555445608</c:v>
                </c:pt>
                <c:pt idx="18274">
                  <c:v>0.21150462962395977</c:v>
                </c:pt>
                <c:pt idx="18275">
                  <c:v>0.21151620370073942</c:v>
                </c:pt>
                <c:pt idx="18276">
                  <c:v>0.21152777777751908</c:v>
                </c:pt>
                <c:pt idx="18277">
                  <c:v>0.21153935184702277</c:v>
                </c:pt>
                <c:pt idx="18278">
                  <c:v>0.21155092592380242</c:v>
                </c:pt>
                <c:pt idx="18279">
                  <c:v>0.21156250000058208</c:v>
                </c:pt>
                <c:pt idx="18280">
                  <c:v>0.21157407407008577</c:v>
                </c:pt>
                <c:pt idx="18281">
                  <c:v>0.21158564814686542</c:v>
                </c:pt>
                <c:pt idx="18282">
                  <c:v>0.21159722221636912</c:v>
                </c:pt>
                <c:pt idx="18283">
                  <c:v>0.21160879629314877</c:v>
                </c:pt>
                <c:pt idx="18284">
                  <c:v>0.21162037036992842</c:v>
                </c:pt>
                <c:pt idx="18285">
                  <c:v>0.21163194443943212</c:v>
                </c:pt>
                <c:pt idx="18286">
                  <c:v>0.21164351851621177</c:v>
                </c:pt>
                <c:pt idx="18287">
                  <c:v>0.21165509259299142</c:v>
                </c:pt>
                <c:pt idx="18288">
                  <c:v>0.21166666666249512</c:v>
                </c:pt>
                <c:pt idx="18289">
                  <c:v>0.21167824073927477</c:v>
                </c:pt>
                <c:pt idx="18290">
                  <c:v>0.21168981481605442</c:v>
                </c:pt>
                <c:pt idx="18291">
                  <c:v>0.21170138888555812</c:v>
                </c:pt>
                <c:pt idx="18292">
                  <c:v>0.21171296296233777</c:v>
                </c:pt>
                <c:pt idx="18293">
                  <c:v>0.21172453703184146</c:v>
                </c:pt>
                <c:pt idx="18294">
                  <c:v>0.21173611110862112</c:v>
                </c:pt>
                <c:pt idx="18295">
                  <c:v>0.21174768518540077</c:v>
                </c:pt>
                <c:pt idx="18296">
                  <c:v>0.21175925925490446</c:v>
                </c:pt>
                <c:pt idx="18297">
                  <c:v>0.21177083333168412</c:v>
                </c:pt>
                <c:pt idx="18298">
                  <c:v>0.21178240740846377</c:v>
                </c:pt>
                <c:pt idx="18299">
                  <c:v>0.21179398147796746</c:v>
                </c:pt>
                <c:pt idx="18300">
                  <c:v>0.21180555555474712</c:v>
                </c:pt>
                <c:pt idx="18301">
                  <c:v>0.21181712962425081</c:v>
                </c:pt>
                <c:pt idx="18302">
                  <c:v>0.21182870370103046</c:v>
                </c:pt>
                <c:pt idx="18303">
                  <c:v>0.21184027777781012</c:v>
                </c:pt>
                <c:pt idx="18304">
                  <c:v>0.21185185184731381</c:v>
                </c:pt>
                <c:pt idx="18305">
                  <c:v>0.21186342592409346</c:v>
                </c:pt>
                <c:pt idx="18306">
                  <c:v>0.21187500000087311</c:v>
                </c:pt>
                <c:pt idx="18307">
                  <c:v>0.21188657407037681</c:v>
                </c:pt>
                <c:pt idx="18308">
                  <c:v>0.21189814814715646</c:v>
                </c:pt>
                <c:pt idx="18309">
                  <c:v>0.21190972221666016</c:v>
                </c:pt>
                <c:pt idx="18310">
                  <c:v>0.21192129629343981</c:v>
                </c:pt>
                <c:pt idx="18311">
                  <c:v>0.21193287037021946</c:v>
                </c:pt>
                <c:pt idx="18312">
                  <c:v>0.21194444443972316</c:v>
                </c:pt>
                <c:pt idx="18313">
                  <c:v>0.21195601851650281</c:v>
                </c:pt>
                <c:pt idx="18314">
                  <c:v>0.21196759259328246</c:v>
                </c:pt>
                <c:pt idx="18315">
                  <c:v>0.21197916666278616</c:v>
                </c:pt>
                <c:pt idx="18316">
                  <c:v>0.21199074073956581</c:v>
                </c:pt>
                <c:pt idx="18317">
                  <c:v>0.2120023148090695</c:v>
                </c:pt>
                <c:pt idx="18318">
                  <c:v>0.21201388888584916</c:v>
                </c:pt>
                <c:pt idx="18319">
                  <c:v>0.21202546296262881</c:v>
                </c:pt>
                <c:pt idx="18320">
                  <c:v>0.2120370370321325</c:v>
                </c:pt>
                <c:pt idx="18321">
                  <c:v>0.21204861110891216</c:v>
                </c:pt>
                <c:pt idx="18322">
                  <c:v>0.21206018518569181</c:v>
                </c:pt>
                <c:pt idx="18323">
                  <c:v>0.2120717592551955</c:v>
                </c:pt>
                <c:pt idx="18324">
                  <c:v>0.21208333333197515</c:v>
                </c:pt>
                <c:pt idx="18325">
                  <c:v>0.21209490740147885</c:v>
                </c:pt>
                <c:pt idx="18326">
                  <c:v>0.2121064814782585</c:v>
                </c:pt>
                <c:pt idx="18327">
                  <c:v>0.21211805555503815</c:v>
                </c:pt>
                <c:pt idx="18328">
                  <c:v>0.21212962962454185</c:v>
                </c:pt>
                <c:pt idx="18329">
                  <c:v>0.2121412037013215</c:v>
                </c:pt>
                <c:pt idx="18330">
                  <c:v>0.21215277777810115</c:v>
                </c:pt>
                <c:pt idx="18331">
                  <c:v>0.21216435184760485</c:v>
                </c:pt>
                <c:pt idx="18332">
                  <c:v>0.2121759259243845</c:v>
                </c:pt>
                <c:pt idx="18333">
                  <c:v>0.21218750000116415</c:v>
                </c:pt>
                <c:pt idx="18334">
                  <c:v>0.21219907407066785</c:v>
                </c:pt>
                <c:pt idx="18335">
                  <c:v>0.2122106481474475</c:v>
                </c:pt>
                <c:pt idx="18336">
                  <c:v>0.2122222222169512</c:v>
                </c:pt>
                <c:pt idx="18337">
                  <c:v>0.21223379629373085</c:v>
                </c:pt>
                <c:pt idx="18338">
                  <c:v>0.2122453703705105</c:v>
                </c:pt>
                <c:pt idx="18339">
                  <c:v>0.21225694444001419</c:v>
                </c:pt>
                <c:pt idx="18340">
                  <c:v>0.21226851851679385</c:v>
                </c:pt>
                <c:pt idx="18341">
                  <c:v>0.2122800925935735</c:v>
                </c:pt>
                <c:pt idx="18342">
                  <c:v>0.21229166666307719</c:v>
                </c:pt>
                <c:pt idx="18343">
                  <c:v>0.21230324073985685</c:v>
                </c:pt>
                <c:pt idx="18344">
                  <c:v>0.21231481480936054</c:v>
                </c:pt>
                <c:pt idx="18345">
                  <c:v>0.21232638888614019</c:v>
                </c:pt>
                <c:pt idx="18346">
                  <c:v>0.21233796296291985</c:v>
                </c:pt>
                <c:pt idx="18347">
                  <c:v>0.21234953703242354</c:v>
                </c:pt>
                <c:pt idx="18348">
                  <c:v>0.21236111110920319</c:v>
                </c:pt>
                <c:pt idx="18349">
                  <c:v>0.21237268518598285</c:v>
                </c:pt>
                <c:pt idx="18350">
                  <c:v>0.21238425925548654</c:v>
                </c:pt>
                <c:pt idx="18351">
                  <c:v>0.21239583333226619</c:v>
                </c:pt>
                <c:pt idx="18352">
                  <c:v>0.21240740740176989</c:v>
                </c:pt>
                <c:pt idx="18353">
                  <c:v>0.21241898147854954</c:v>
                </c:pt>
                <c:pt idx="18354">
                  <c:v>0.21243055555532919</c:v>
                </c:pt>
                <c:pt idx="18355">
                  <c:v>0.21244212962483289</c:v>
                </c:pt>
                <c:pt idx="18356">
                  <c:v>0.21245370370161254</c:v>
                </c:pt>
                <c:pt idx="18357">
                  <c:v>0.21246527777839219</c:v>
                </c:pt>
                <c:pt idx="18358">
                  <c:v>0.21247685184789589</c:v>
                </c:pt>
                <c:pt idx="18359">
                  <c:v>0.21248842592467554</c:v>
                </c:pt>
                <c:pt idx="18360">
                  <c:v>0.21249999999417923</c:v>
                </c:pt>
                <c:pt idx="18361">
                  <c:v>0.21251157407095889</c:v>
                </c:pt>
                <c:pt idx="18362">
                  <c:v>0.21252314814773854</c:v>
                </c:pt>
                <c:pt idx="18363">
                  <c:v>0.21253472221724223</c:v>
                </c:pt>
                <c:pt idx="18364">
                  <c:v>0.21254629629402189</c:v>
                </c:pt>
                <c:pt idx="18365">
                  <c:v>0.21255787037080154</c:v>
                </c:pt>
                <c:pt idx="18366">
                  <c:v>0.21256944444030523</c:v>
                </c:pt>
                <c:pt idx="18367">
                  <c:v>0.21258101851708489</c:v>
                </c:pt>
                <c:pt idx="18368">
                  <c:v>0.21259259259386454</c:v>
                </c:pt>
                <c:pt idx="18369">
                  <c:v>0.21260416666336823</c:v>
                </c:pt>
                <c:pt idx="18370">
                  <c:v>0.21261574074014788</c:v>
                </c:pt>
                <c:pt idx="18371">
                  <c:v>0.21262731480965158</c:v>
                </c:pt>
                <c:pt idx="18372">
                  <c:v>0.21263888888643123</c:v>
                </c:pt>
                <c:pt idx="18373">
                  <c:v>0.21265046296321088</c:v>
                </c:pt>
                <c:pt idx="18374">
                  <c:v>0.21266203703271458</c:v>
                </c:pt>
                <c:pt idx="18375">
                  <c:v>0.21267361110949423</c:v>
                </c:pt>
                <c:pt idx="18376">
                  <c:v>0.21268518518627388</c:v>
                </c:pt>
                <c:pt idx="18377">
                  <c:v>0.21269675925577758</c:v>
                </c:pt>
                <c:pt idx="18378">
                  <c:v>0.21270833333255723</c:v>
                </c:pt>
                <c:pt idx="18379">
                  <c:v>0.21271990740206093</c:v>
                </c:pt>
                <c:pt idx="18380">
                  <c:v>0.21273148147884058</c:v>
                </c:pt>
                <c:pt idx="18381">
                  <c:v>0.21274305555562023</c:v>
                </c:pt>
                <c:pt idx="18382">
                  <c:v>0.21275462962512393</c:v>
                </c:pt>
                <c:pt idx="18383">
                  <c:v>0.21276620370190358</c:v>
                </c:pt>
                <c:pt idx="18384">
                  <c:v>0.21277777777868323</c:v>
                </c:pt>
                <c:pt idx="18385">
                  <c:v>0.21278935184818693</c:v>
                </c:pt>
                <c:pt idx="18386">
                  <c:v>0.21280092592496658</c:v>
                </c:pt>
                <c:pt idx="18387">
                  <c:v>0.21281249999447027</c:v>
                </c:pt>
                <c:pt idx="18388">
                  <c:v>0.21282407407124992</c:v>
                </c:pt>
                <c:pt idx="18389">
                  <c:v>0.21283564814802958</c:v>
                </c:pt>
                <c:pt idx="18390">
                  <c:v>0.21284722221753327</c:v>
                </c:pt>
                <c:pt idx="18391">
                  <c:v>0.21285879629431292</c:v>
                </c:pt>
                <c:pt idx="18392">
                  <c:v>0.21287037037109258</c:v>
                </c:pt>
                <c:pt idx="18393">
                  <c:v>0.21288194444059627</c:v>
                </c:pt>
                <c:pt idx="18394">
                  <c:v>0.21289351851737592</c:v>
                </c:pt>
                <c:pt idx="18395">
                  <c:v>0.21290509258687962</c:v>
                </c:pt>
                <c:pt idx="18396">
                  <c:v>0.21291666666365927</c:v>
                </c:pt>
                <c:pt idx="18397">
                  <c:v>0.21292824074043892</c:v>
                </c:pt>
                <c:pt idx="18398">
                  <c:v>0.21293981480994262</c:v>
                </c:pt>
                <c:pt idx="18399">
                  <c:v>0.21295138888672227</c:v>
                </c:pt>
                <c:pt idx="18400">
                  <c:v>0.21296296296350192</c:v>
                </c:pt>
                <c:pt idx="18401">
                  <c:v>0.21297453703300562</c:v>
                </c:pt>
                <c:pt idx="18402">
                  <c:v>0.21298611110978527</c:v>
                </c:pt>
                <c:pt idx="18403">
                  <c:v>0.21299768517928896</c:v>
                </c:pt>
                <c:pt idx="18404">
                  <c:v>0.21300925925606862</c:v>
                </c:pt>
                <c:pt idx="18405">
                  <c:v>0.21302083333284827</c:v>
                </c:pt>
                <c:pt idx="18406">
                  <c:v>0.21303240740235196</c:v>
                </c:pt>
                <c:pt idx="18407">
                  <c:v>0.21304398147913162</c:v>
                </c:pt>
                <c:pt idx="18408">
                  <c:v>0.21305555555591127</c:v>
                </c:pt>
                <c:pt idx="18409">
                  <c:v>0.21306712962541496</c:v>
                </c:pt>
                <c:pt idx="18410">
                  <c:v>0.21307870370219462</c:v>
                </c:pt>
                <c:pt idx="18411">
                  <c:v>0.21309027777897427</c:v>
                </c:pt>
                <c:pt idx="18412">
                  <c:v>0.21310185184847796</c:v>
                </c:pt>
                <c:pt idx="18413">
                  <c:v>0.21311342592525762</c:v>
                </c:pt>
                <c:pt idx="18414">
                  <c:v>0.21312499999476131</c:v>
                </c:pt>
                <c:pt idx="18415">
                  <c:v>0.21313657407154096</c:v>
                </c:pt>
                <c:pt idx="18416">
                  <c:v>0.21314814814832062</c:v>
                </c:pt>
                <c:pt idx="18417">
                  <c:v>0.21315972221782431</c:v>
                </c:pt>
                <c:pt idx="18418">
                  <c:v>0.21317129629460396</c:v>
                </c:pt>
                <c:pt idx="18419">
                  <c:v>0.21318287037138361</c:v>
                </c:pt>
                <c:pt idx="18420">
                  <c:v>0.21319444444088731</c:v>
                </c:pt>
                <c:pt idx="18421">
                  <c:v>0.21320601851766696</c:v>
                </c:pt>
                <c:pt idx="18422">
                  <c:v>0.21321759258717066</c:v>
                </c:pt>
                <c:pt idx="18423">
                  <c:v>0.21322916666395031</c:v>
                </c:pt>
                <c:pt idx="18424">
                  <c:v>0.21324074074072996</c:v>
                </c:pt>
                <c:pt idx="18425">
                  <c:v>0.21325231481023366</c:v>
                </c:pt>
                <c:pt idx="18426">
                  <c:v>0.21326388888701331</c:v>
                </c:pt>
                <c:pt idx="18427">
                  <c:v>0.21327546296379296</c:v>
                </c:pt>
                <c:pt idx="18428">
                  <c:v>0.21328703703329666</c:v>
                </c:pt>
                <c:pt idx="18429">
                  <c:v>0.21329861111007631</c:v>
                </c:pt>
                <c:pt idx="18430">
                  <c:v>0.21331018517958</c:v>
                </c:pt>
                <c:pt idx="18431">
                  <c:v>0.21332175925635966</c:v>
                </c:pt>
                <c:pt idx="18432">
                  <c:v>0.21333333333313931</c:v>
                </c:pt>
                <c:pt idx="18433">
                  <c:v>0.213344907402643</c:v>
                </c:pt>
                <c:pt idx="18434">
                  <c:v>0.21335648147942265</c:v>
                </c:pt>
                <c:pt idx="18435">
                  <c:v>0.21336805555620231</c:v>
                </c:pt>
                <c:pt idx="18436">
                  <c:v>0.213379629625706</c:v>
                </c:pt>
                <c:pt idx="18437">
                  <c:v>0.21339120370248565</c:v>
                </c:pt>
                <c:pt idx="18438">
                  <c:v>0.21340277777198935</c:v>
                </c:pt>
                <c:pt idx="18439">
                  <c:v>0.213414351848769</c:v>
                </c:pt>
                <c:pt idx="18440">
                  <c:v>0.21342592592554865</c:v>
                </c:pt>
                <c:pt idx="18441">
                  <c:v>0.21343749999505235</c:v>
                </c:pt>
                <c:pt idx="18442">
                  <c:v>0.213449074071832</c:v>
                </c:pt>
                <c:pt idx="18443">
                  <c:v>0.21346064814861165</c:v>
                </c:pt>
                <c:pt idx="18444">
                  <c:v>0.21347222221811535</c:v>
                </c:pt>
                <c:pt idx="18445">
                  <c:v>0.213483796294895</c:v>
                </c:pt>
                <c:pt idx="18446">
                  <c:v>0.21349537037167465</c:v>
                </c:pt>
                <c:pt idx="18447">
                  <c:v>0.21350694444117835</c:v>
                </c:pt>
                <c:pt idx="18448">
                  <c:v>0.213518518517958</c:v>
                </c:pt>
                <c:pt idx="18449">
                  <c:v>0.2135300925874617</c:v>
                </c:pt>
                <c:pt idx="18450">
                  <c:v>0.21354166666424135</c:v>
                </c:pt>
                <c:pt idx="18451">
                  <c:v>0.213553240741021</c:v>
                </c:pt>
                <c:pt idx="18452">
                  <c:v>0.21356481481052469</c:v>
                </c:pt>
                <c:pt idx="18453">
                  <c:v>0.21357638888730435</c:v>
                </c:pt>
                <c:pt idx="18454">
                  <c:v>0.213587962964084</c:v>
                </c:pt>
                <c:pt idx="18455">
                  <c:v>0.21359953703358769</c:v>
                </c:pt>
                <c:pt idx="18456">
                  <c:v>0.21361111111036735</c:v>
                </c:pt>
                <c:pt idx="18457">
                  <c:v>0.21362268517987104</c:v>
                </c:pt>
                <c:pt idx="18458">
                  <c:v>0.21363425925665069</c:v>
                </c:pt>
                <c:pt idx="18459">
                  <c:v>0.21364583333343035</c:v>
                </c:pt>
                <c:pt idx="18460">
                  <c:v>0.21365740740293404</c:v>
                </c:pt>
                <c:pt idx="18461">
                  <c:v>0.21366898147971369</c:v>
                </c:pt>
                <c:pt idx="18462">
                  <c:v>0.21368055555649335</c:v>
                </c:pt>
                <c:pt idx="18463">
                  <c:v>0.21369212962599704</c:v>
                </c:pt>
                <c:pt idx="18464">
                  <c:v>0.21370370370277669</c:v>
                </c:pt>
                <c:pt idx="18465">
                  <c:v>0.21371527777228039</c:v>
                </c:pt>
                <c:pt idx="18466">
                  <c:v>0.21372685184906004</c:v>
                </c:pt>
                <c:pt idx="18467">
                  <c:v>0.21373842592583969</c:v>
                </c:pt>
                <c:pt idx="18468">
                  <c:v>0.21374999999534339</c:v>
                </c:pt>
                <c:pt idx="18469">
                  <c:v>0.21376157407212304</c:v>
                </c:pt>
                <c:pt idx="18470">
                  <c:v>0.21377314814890269</c:v>
                </c:pt>
                <c:pt idx="18471">
                  <c:v>0.21378472221840639</c:v>
                </c:pt>
                <c:pt idx="18472">
                  <c:v>0.21379629629518604</c:v>
                </c:pt>
                <c:pt idx="18473">
                  <c:v>0.21380787036468973</c:v>
                </c:pt>
                <c:pt idx="18474">
                  <c:v>0.21381944444146939</c:v>
                </c:pt>
                <c:pt idx="18475">
                  <c:v>0.21383101851824904</c:v>
                </c:pt>
                <c:pt idx="18476">
                  <c:v>0.21384259258775273</c:v>
                </c:pt>
                <c:pt idx="18477">
                  <c:v>0.21385416666453239</c:v>
                </c:pt>
                <c:pt idx="18478">
                  <c:v>0.21386574074131204</c:v>
                </c:pt>
                <c:pt idx="18479">
                  <c:v>0.21387731481081573</c:v>
                </c:pt>
                <c:pt idx="18480">
                  <c:v>0.21388888888759539</c:v>
                </c:pt>
                <c:pt idx="18481">
                  <c:v>0.21390046295709908</c:v>
                </c:pt>
                <c:pt idx="18482">
                  <c:v>0.21391203703387873</c:v>
                </c:pt>
                <c:pt idx="18483">
                  <c:v>0.21392361111065838</c:v>
                </c:pt>
                <c:pt idx="18484">
                  <c:v>0.21393518518016208</c:v>
                </c:pt>
                <c:pt idx="18485">
                  <c:v>0.21394675925694173</c:v>
                </c:pt>
                <c:pt idx="18486">
                  <c:v>0.21395833333372138</c:v>
                </c:pt>
                <c:pt idx="18487">
                  <c:v>0.21396990740322508</c:v>
                </c:pt>
                <c:pt idx="18488">
                  <c:v>0.21398148148000473</c:v>
                </c:pt>
                <c:pt idx="18489">
                  <c:v>0.21399305555678438</c:v>
                </c:pt>
                <c:pt idx="18490">
                  <c:v>0.21400462962628808</c:v>
                </c:pt>
                <c:pt idx="18491">
                  <c:v>0.21401620370306773</c:v>
                </c:pt>
                <c:pt idx="18492">
                  <c:v>0.21402777777257143</c:v>
                </c:pt>
                <c:pt idx="18493">
                  <c:v>0.21403935184935108</c:v>
                </c:pt>
                <c:pt idx="18494">
                  <c:v>0.21405092592613073</c:v>
                </c:pt>
                <c:pt idx="18495">
                  <c:v>0.21406249999563443</c:v>
                </c:pt>
                <c:pt idx="18496">
                  <c:v>0.21407407407241408</c:v>
                </c:pt>
                <c:pt idx="18497">
                  <c:v>0.21408564814919373</c:v>
                </c:pt>
                <c:pt idx="18498">
                  <c:v>0.21409722221869742</c:v>
                </c:pt>
                <c:pt idx="18499">
                  <c:v>0.21410879629547708</c:v>
                </c:pt>
                <c:pt idx="18500">
                  <c:v>0.21412037036498077</c:v>
                </c:pt>
                <c:pt idx="18501">
                  <c:v>0.21413194444176042</c:v>
                </c:pt>
                <c:pt idx="18502">
                  <c:v>0.21414351851854008</c:v>
                </c:pt>
                <c:pt idx="18503">
                  <c:v>0.21415509258804377</c:v>
                </c:pt>
                <c:pt idx="18504">
                  <c:v>0.21416666666482342</c:v>
                </c:pt>
                <c:pt idx="18505">
                  <c:v>0.21417824074160308</c:v>
                </c:pt>
                <c:pt idx="18506">
                  <c:v>0.21418981481110677</c:v>
                </c:pt>
                <c:pt idx="18507">
                  <c:v>0.21420138888788642</c:v>
                </c:pt>
                <c:pt idx="18508">
                  <c:v>0.21421296295739012</c:v>
                </c:pt>
                <c:pt idx="18509">
                  <c:v>0.21422453703416977</c:v>
                </c:pt>
                <c:pt idx="18510">
                  <c:v>0.21423611111094942</c:v>
                </c:pt>
                <c:pt idx="18511">
                  <c:v>0.21424768518045312</c:v>
                </c:pt>
                <c:pt idx="18512">
                  <c:v>0.21425925925723277</c:v>
                </c:pt>
                <c:pt idx="18513">
                  <c:v>0.21427083333401242</c:v>
                </c:pt>
                <c:pt idx="18514">
                  <c:v>0.21428240740351612</c:v>
                </c:pt>
                <c:pt idx="18515">
                  <c:v>0.21429398148029577</c:v>
                </c:pt>
                <c:pt idx="18516">
                  <c:v>0.21430555554979946</c:v>
                </c:pt>
                <c:pt idx="18517">
                  <c:v>0.21431712962657912</c:v>
                </c:pt>
                <c:pt idx="18518">
                  <c:v>0.21432870370335877</c:v>
                </c:pt>
                <c:pt idx="18519">
                  <c:v>0.21434027777286246</c:v>
                </c:pt>
                <c:pt idx="18520">
                  <c:v>0.21435185184964212</c:v>
                </c:pt>
                <c:pt idx="18521">
                  <c:v>0.21436342592642177</c:v>
                </c:pt>
                <c:pt idx="18522">
                  <c:v>0.21437499999592546</c:v>
                </c:pt>
                <c:pt idx="18523">
                  <c:v>0.21438657407270512</c:v>
                </c:pt>
                <c:pt idx="18524">
                  <c:v>0.21439814814948477</c:v>
                </c:pt>
                <c:pt idx="18525">
                  <c:v>0.21440972221898846</c:v>
                </c:pt>
                <c:pt idx="18526">
                  <c:v>0.21442129629576812</c:v>
                </c:pt>
                <c:pt idx="18527">
                  <c:v>0.21443287036527181</c:v>
                </c:pt>
                <c:pt idx="18528">
                  <c:v>0.21444444444205146</c:v>
                </c:pt>
                <c:pt idx="18529">
                  <c:v>0.21445601851883112</c:v>
                </c:pt>
                <c:pt idx="18530">
                  <c:v>0.21446759258833481</c:v>
                </c:pt>
                <c:pt idx="18531">
                  <c:v>0.21447916666511446</c:v>
                </c:pt>
                <c:pt idx="18532">
                  <c:v>0.21449074074189411</c:v>
                </c:pt>
                <c:pt idx="18533">
                  <c:v>0.21450231481139781</c:v>
                </c:pt>
                <c:pt idx="18534">
                  <c:v>0.21451388888817746</c:v>
                </c:pt>
                <c:pt idx="18535">
                  <c:v>0.21452546295768116</c:v>
                </c:pt>
                <c:pt idx="18536">
                  <c:v>0.21453703703446081</c:v>
                </c:pt>
                <c:pt idx="18537">
                  <c:v>0.21454861111124046</c:v>
                </c:pt>
                <c:pt idx="18538">
                  <c:v>0.21456018518074416</c:v>
                </c:pt>
                <c:pt idx="18539">
                  <c:v>0.21457175925752381</c:v>
                </c:pt>
                <c:pt idx="18540">
                  <c:v>0.21458333333430346</c:v>
                </c:pt>
                <c:pt idx="18541">
                  <c:v>0.21459490740380716</c:v>
                </c:pt>
                <c:pt idx="18542">
                  <c:v>0.21460648148058681</c:v>
                </c:pt>
                <c:pt idx="18543">
                  <c:v>0.2146180555500905</c:v>
                </c:pt>
                <c:pt idx="18544">
                  <c:v>0.21462962962687016</c:v>
                </c:pt>
                <c:pt idx="18545">
                  <c:v>0.21464120370364981</c:v>
                </c:pt>
                <c:pt idx="18546">
                  <c:v>0.2146527777731535</c:v>
                </c:pt>
                <c:pt idx="18547">
                  <c:v>0.21466435184993315</c:v>
                </c:pt>
                <c:pt idx="18548">
                  <c:v>0.21467592592671281</c:v>
                </c:pt>
                <c:pt idx="18549">
                  <c:v>0.2146874999962165</c:v>
                </c:pt>
                <c:pt idx="18550">
                  <c:v>0.21469907407299615</c:v>
                </c:pt>
                <c:pt idx="18551">
                  <c:v>0.21471064814249985</c:v>
                </c:pt>
                <c:pt idx="18552">
                  <c:v>0.2147222222192795</c:v>
                </c:pt>
                <c:pt idx="18553">
                  <c:v>0.21473379629605915</c:v>
                </c:pt>
                <c:pt idx="18554">
                  <c:v>0.21474537036556285</c:v>
                </c:pt>
                <c:pt idx="18555">
                  <c:v>0.2147569444423425</c:v>
                </c:pt>
                <c:pt idx="18556">
                  <c:v>0.21476851851912215</c:v>
                </c:pt>
                <c:pt idx="18557">
                  <c:v>0.21478009258862585</c:v>
                </c:pt>
                <c:pt idx="18558">
                  <c:v>0.2147916666654055</c:v>
                </c:pt>
                <c:pt idx="18559">
                  <c:v>0.2148032407349092</c:v>
                </c:pt>
                <c:pt idx="18560">
                  <c:v>0.21481481481168885</c:v>
                </c:pt>
                <c:pt idx="18561">
                  <c:v>0.2148263888884685</c:v>
                </c:pt>
                <c:pt idx="18562">
                  <c:v>0.21483796295797219</c:v>
                </c:pt>
                <c:pt idx="18563">
                  <c:v>0.21484953703475185</c:v>
                </c:pt>
                <c:pt idx="18564">
                  <c:v>0.2148611111115315</c:v>
                </c:pt>
                <c:pt idx="18565">
                  <c:v>0.21487268518103519</c:v>
                </c:pt>
                <c:pt idx="18566">
                  <c:v>0.21488425925781485</c:v>
                </c:pt>
                <c:pt idx="18567">
                  <c:v>0.2148958333345945</c:v>
                </c:pt>
                <c:pt idx="18568">
                  <c:v>0.21490740740409819</c:v>
                </c:pt>
                <c:pt idx="18569">
                  <c:v>0.21491898148087785</c:v>
                </c:pt>
                <c:pt idx="18570">
                  <c:v>0.21493055555038154</c:v>
                </c:pt>
                <c:pt idx="18571">
                  <c:v>0.21494212962716119</c:v>
                </c:pt>
                <c:pt idx="18572">
                  <c:v>0.21495370370394085</c:v>
                </c:pt>
                <c:pt idx="18573">
                  <c:v>0.21496527777344454</c:v>
                </c:pt>
                <c:pt idx="18574">
                  <c:v>0.21497685185022419</c:v>
                </c:pt>
                <c:pt idx="18575">
                  <c:v>0.21498842592700385</c:v>
                </c:pt>
                <c:pt idx="18576">
                  <c:v>0.21499999999650754</c:v>
                </c:pt>
                <c:pt idx="18577">
                  <c:v>0.21501157407328719</c:v>
                </c:pt>
                <c:pt idx="18578">
                  <c:v>0.21502314814279089</c:v>
                </c:pt>
                <c:pt idx="18579">
                  <c:v>0.21503472221957054</c:v>
                </c:pt>
                <c:pt idx="18580">
                  <c:v>0.21504629629635019</c:v>
                </c:pt>
                <c:pt idx="18581">
                  <c:v>0.21505787036585389</c:v>
                </c:pt>
                <c:pt idx="18582">
                  <c:v>0.21506944444263354</c:v>
                </c:pt>
                <c:pt idx="18583">
                  <c:v>0.21508101851941319</c:v>
                </c:pt>
                <c:pt idx="18584">
                  <c:v>0.21509259258891689</c:v>
                </c:pt>
                <c:pt idx="18585">
                  <c:v>0.21510416666569654</c:v>
                </c:pt>
                <c:pt idx="18586">
                  <c:v>0.21511574073520023</c:v>
                </c:pt>
                <c:pt idx="18587">
                  <c:v>0.21512731481197989</c:v>
                </c:pt>
                <c:pt idx="18588">
                  <c:v>0.21513888888875954</c:v>
                </c:pt>
                <c:pt idx="18589">
                  <c:v>0.21515046295826323</c:v>
                </c:pt>
                <c:pt idx="18590">
                  <c:v>0.21516203703504289</c:v>
                </c:pt>
                <c:pt idx="18591">
                  <c:v>0.21517361111182254</c:v>
                </c:pt>
                <c:pt idx="18592">
                  <c:v>0.21518518518132623</c:v>
                </c:pt>
                <c:pt idx="18593">
                  <c:v>0.21519675925810589</c:v>
                </c:pt>
                <c:pt idx="18594">
                  <c:v>0.21520833332760958</c:v>
                </c:pt>
                <c:pt idx="18595">
                  <c:v>0.21521990740438923</c:v>
                </c:pt>
                <c:pt idx="18596">
                  <c:v>0.21523148148116888</c:v>
                </c:pt>
                <c:pt idx="18597">
                  <c:v>0.21524305555067258</c:v>
                </c:pt>
                <c:pt idx="18598">
                  <c:v>0.21525462962745223</c:v>
                </c:pt>
                <c:pt idx="18599">
                  <c:v>0.21526620370423188</c:v>
                </c:pt>
                <c:pt idx="18600">
                  <c:v>0.21527777777373558</c:v>
                </c:pt>
                <c:pt idx="18601">
                  <c:v>0.21528935185051523</c:v>
                </c:pt>
                <c:pt idx="18602">
                  <c:v>0.21530092592001893</c:v>
                </c:pt>
                <c:pt idx="18603">
                  <c:v>0.21531249999679858</c:v>
                </c:pt>
                <c:pt idx="18604">
                  <c:v>0.21532407407357823</c:v>
                </c:pt>
                <c:pt idx="18605">
                  <c:v>0.21533564814308193</c:v>
                </c:pt>
                <c:pt idx="18606">
                  <c:v>0.21534722221986158</c:v>
                </c:pt>
                <c:pt idx="18607">
                  <c:v>0.21535879629664123</c:v>
                </c:pt>
                <c:pt idx="18608">
                  <c:v>0.21537037036614493</c:v>
                </c:pt>
                <c:pt idx="18609">
                  <c:v>0.21538194444292458</c:v>
                </c:pt>
                <c:pt idx="18610">
                  <c:v>0.21539351851970423</c:v>
                </c:pt>
                <c:pt idx="18611">
                  <c:v>0.21540509258920792</c:v>
                </c:pt>
                <c:pt idx="18612">
                  <c:v>0.21541666666598758</c:v>
                </c:pt>
                <c:pt idx="18613">
                  <c:v>0.21542824073549127</c:v>
                </c:pt>
                <c:pt idx="18614">
                  <c:v>0.21543981481227092</c:v>
                </c:pt>
                <c:pt idx="18615">
                  <c:v>0.21545138888905058</c:v>
                </c:pt>
                <c:pt idx="18616">
                  <c:v>0.21546296295855427</c:v>
                </c:pt>
                <c:pt idx="18617">
                  <c:v>0.21547453703533392</c:v>
                </c:pt>
                <c:pt idx="18618">
                  <c:v>0.21548611111211358</c:v>
                </c:pt>
                <c:pt idx="18619">
                  <c:v>0.21549768518161727</c:v>
                </c:pt>
                <c:pt idx="18620">
                  <c:v>0.21550925925839692</c:v>
                </c:pt>
                <c:pt idx="18621">
                  <c:v>0.21552083332790062</c:v>
                </c:pt>
                <c:pt idx="18622">
                  <c:v>0.21553240740468027</c:v>
                </c:pt>
                <c:pt idx="18623">
                  <c:v>0.21554398148145992</c:v>
                </c:pt>
                <c:pt idx="18624">
                  <c:v>0.21555555555096362</c:v>
                </c:pt>
                <c:pt idx="18625">
                  <c:v>0.21556712962774327</c:v>
                </c:pt>
                <c:pt idx="18626">
                  <c:v>0.21557870370452292</c:v>
                </c:pt>
                <c:pt idx="18627">
                  <c:v>0.21559027777402662</c:v>
                </c:pt>
                <c:pt idx="18628">
                  <c:v>0.21560185185080627</c:v>
                </c:pt>
                <c:pt idx="18629">
                  <c:v>0.21561342592030996</c:v>
                </c:pt>
                <c:pt idx="18630">
                  <c:v>0.21562499999708962</c:v>
                </c:pt>
                <c:pt idx="18631">
                  <c:v>0.21563657407386927</c:v>
                </c:pt>
                <c:pt idx="18632">
                  <c:v>0.21564814814337296</c:v>
                </c:pt>
                <c:pt idx="18633">
                  <c:v>0.21565972222015262</c:v>
                </c:pt>
                <c:pt idx="18634">
                  <c:v>0.21567129629693227</c:v>
                </c:pt>
                <c:pt idx="18635">
                  <c:v>0.21568287036643596</c:v>
                </c:pt>
                <c:pt idx="18636">
                  <c:v>0.21569444444321562</c:v>
                </c:pt>
                <c:pt idx="18637">
                  <c:v>0.21570601851271931</c:v>
                </c:pt>
                <c:pt idx="18638">
                  <c:v>0.21571759258949896</c:v>
                </c:pt>
                <c:pt idx="18639">
                  <c:v>0.21572916666627862</c:v>
                </c:pt>
                <c:pt idx="18640">
                  <c:v>0.21574074073578231</c:v>
                </c:pt>
                <c:pt idx="18641">
                  <c:v>0.21575231481256196</c:v>
                </c:pt>
                <c:pt idx="18642">
                  <c:v>0.21576388888934162</c:v>
                </c:pt>
                <c:pt idx="18643">
                  <c:v>0.21577546295884531</c:v>
                </c:pt>
                <c:pt idx="18644">
                  <c:v>0.21578703703562496</c:v>
                </c:pt>
                <c:pt idx="18645">
                  <c:v>0.21579861111240461</c:v>
                </c:pt>
                <c:pt idx="18646">
                  <c:v>0.21581018518190831</c:v>
                </c:pt>
                <c:pt idx="18647">
                  <c:v>0.21582175925868796</c:v>
                </c:pt>
                <c:pt idx="18648">
                  <c:v>0.21583333332819166</c:v>
                </c:pt>
                <c:pt idx="18649">
                  <c:v>0.21584490740497131</c:v>
                </c:pt>
                <c:pt idx="18650">
                  <c:v>0.21585648148175096</c:v>
                </c:pt>
                <c:pt idx="18651">
                  <c:v>0.21586805555125466</c:v>
                </c:pt>
                <c:pt idx="18652">
                  <c:v>0.21587962962803431</c:v>
                </c:pt>
                <c:pt idx="18653">
                  <c:v>0.21589120370481396</c:v>
                </c:pt>
                <c:pt idx="18654">
                  <c:v>0.21590277777431766</c:v>
                </c:pt>
                <c:pt idx="18655">
                  <c:v>0.21591435185109731</c:v>
                </c:pt>
                <c:pt idx="18656">
                  <c:v>0.215925925920601</c:v>
                </c:pt>
                <c:pt idx="18657">
                  <c:v>0.21593749999738066</c:v>
                </c:pt>
                <c:pt idx="18658">
                  <c:v>0.21594907407416031</c:v>
                </c:pt>
                <c:pt idx="18659">
                  <c:v>0.215960648143664</c:v>
                </c:pt>
                <c:pt idx="18660">
                  <c:v>0.21597222222044365</c:v>
                </c:pt>
                <c:pt idx="18661">
                  <c:v>0.21598379629722331</c:v>
                </c:pt>
                <c:pt idx="18662">
                  <c:v>0.215995370366727</c:v>
                </c:pt>
                <c:pt idx="18663">
                  <c:v>0.21600694444350665</c:v>
                </c:pt>
                <c:pt idx="18664">
                  <c:v>0.21601851851301035</c:v>
                </c:pt>
                <c:pt idx="18665">
                  <c:v>0.21603009258979</c:v>
                </c:pt>
                <c:pt idx="18666">
                  <c:v>0.21604166666656965</c:v>
                </c:pt>
                <c:pt idx="18667">
                  <c:v>0.21605324073607335</c:v>
                </c:pt>
                <c:pt idx="18668">
                  <c:v>0.216064814812853</c:v>
                </c:pt>
                <c:pt idx="18669">
                  <c:v>0.21607638888963265</c:v>
                </c:pt>
                <c:pt idx="18670">
                  <c:v>0.21608796295913635</c:v>
                </c:pt>
                <c:pt idx="18671">
                  <c:v>0.216099537035916</c:v>
                </c:pt>
                <c:pt idx="18672">
                  <c:v>0.2161111111054197</c:v>
                </c:pt>
                <c:pt idx="18673">
                  <c:v>0.21612268518219935</c:v>
                </c:pt>
                <c:pt idx="18674">
                  <c:v>0.216134259258979</c:v>
                </c:pt>
                <c:pt idx="18675">
                  <c:v>0.21614583332848269</c:v>
                </c:pt>
                <c:pt idx="18676">
                  <c:v>0.21615740740526235</c:v>
                </c:pt>
                <c:pt idx="18677">
                  <c:v>0.216168981482042</c:v>
                </c:pt>
                <c:pt idx="18678">
                  <c:v>0.21618055555154569</c:v>
                </c:pt>
                <c:pt idx="18679">
                  <c:v>0.21619212962832535</c:v>
                </c:pt>
                <c:pt idx="18680">
                  <c:v>0.21620370369782904</c:v>
                </c:pt>
                <c:pt idx="18681">
                  <c:v>0.21621527777460869</c:v>
                </c:pt>
                <c:pt idx="18682">
                  <c:v>0.21622685185138835</c:v>
                </c:pt>
                <c:pt idx="18683">
                  <c:v>0.21623842592089204</c:v>
                </c:pt>
                <c:pt idx="18684">
                  <c:v>0.21624999999767169</c:v>
                </c:pt>
                <c:pt idx="18685">
                  <c:v>0.21626157407445135</c:v>
                </c:pt>
                <c:pt idx="18686">
                  <c:v>0.21627314814395504</c:v>
                </c:pt>
                <c:pt idx="18687">
                  <c:v>0.21628472222073469</c:v>
                </c:pt>
                <c:pt idx="18688">
                  <c:v>0.21629629629751435</c:v>
                </c:pt>
                <c:pt idx="18689">
                  <c:v>0.21630787036701804</c:v>
                </c:pt>
                <c:pt idx="18690">
                  <c:v>0.21631944444379769</c:v>
                </c:pt>
                <c:pt idx="18691">
                  <c:v>0.21633101851330139</c:v>
                </c:pt>
                <c:pt idx="18692">
                  <c:v>0.21634259259008104</c:v>
                </c:pt>
                <c:pt idx="18693">
                  <c:v>0.21635416666686069</c:v>
                </c:pt>
                <c:pt idx="18694">
                  <c:v>0.21636574073636439</c:v>
                </c:pt>
                <c:pt idx="18695">
                  <c:v>0.21637731481314404</c:v>
                </c:pt>
                <c:pt idx="18696">
                  <c:v>0.21638888888992369</c:v>
                </c:pt>
                <c:pt idx="18697">
                  <c:v>0.21640046295942739</c:v>
                </c:pt>
                <c:pt idx="18698">
                  <c:v>0.21641203703620704</c:v>
                </c:pt>
                <c:pt idx="18699">
                  <c:v>0.21642361110571073</c:v>
                </c:pt>
                <c:pt idx="18700">
                  <c:v>0.21643518518249039</c:v>
                </c:pt>
                <c:pt idx="18701">
                  <c:v>0.21644675925927004</c:v>
                </c:pt>
                <c:pt idx="18702">
                  <c:v>0.21645833332877373</c:v>
                </c:pt>
                <c:pt idx="18703">
                  <c:v>0.21646990740555339</c:v>
                </c:pt>
                <c:pt idx="18704">
                  <c:v>0.21648148148233304</c:v>
                </c:pt>
                <c:pt idx="18705">
                  <c:v>0.21649305555183673</c:v>
                </c:pt>
                <c:pt idx="18706">
                  <c:v>0.21650462962861639</c:v>
                </c:pt>
                <c:pt idx="18707">
                  <c:v>0.21651620369812008</c:v>
                </c:pt>
                <c:pt idx="18708">
                  <c:v>0.21652777777489973</c:v>
                </c:pt>
                <c:pt idx="18709">
                  <c:v>0.21653935185167938</c:v>
                </c:pt>
                <c:pt idx="18710">
                  <c:v>0.21655092592118308</c:v>
                </c:pt>
                <c:pt idx="18711">
                  <c:v>0.21656249999796273</c:v>
                </c:pt>
                <c:pt idx="18712">
                  <c:v>0.21657407407474238</c:v>
                </c:pt>
                <c:pt idx="18713">
                  <c:v>0.21658564814424608</c:v>
                </c:pt>
                <c:pt idx="18714">
                  <c:v>0.21659722222102573</c:v>
                </c:pt>
                <c:pt idx="18715">
                  <c:v>0.21660879629052943</c:v>
                </c:pt>
                <c:pt idx="18716">
                  <c:v>0.21662037036730908</c:v>
                </c:pt>
                <c:pt idx="18717">
                  <c:v>0.21663194444408873</c:v>
                </c:pt>
                <c:pt idx="18718">
                  <c:v>0.21664351851359243</c:v>
                </c:pt>
                <c:pt idx="18719">
                  <c:v>0.21665509259037208</c:v>
                </c:pt>
                <c:pt idx="18720">
                  <c:v>0.21666666666715173</c:v>
                </c:pt>
                <c:pt idx="18721">
                  <c:v>0.21667824073665543</c:v>
                </c:pt>
                <c:pt idx="18722">
                  <c:v>0.21668981481343508</c:v>
                </c:pt>
                <c:pt idx="18723">
                  <c:v>0.21670138889021473</c:v>
                </c:pt>
                <c:pt idx="18724">
                  <c:v>0.21671296295971842</c:v>
                </c:pt>
                <c:pt idx="18725">
                  <c:v>0.21672453703649808</c:v>
                </c:pt>
                <c:pt idx="18726">
                  <c:v>0.21673611110600177</c:v>
                </c:pt>
                <c:pt idx="18727">
                  <c:v>0.21674768518278142</c:v>
                </c:pt>
                <c:pt idx="18728">
                  <c:v>0.21675925925956108</c:v>
                </c:pt>
                <c:pt idx="18729">
                  <c:v>0.21677083332906477</c:v>
                </c:pt>
                <c:pt idx="18730">
                  <c:v>0.21678240740584442</c:v>
                </c:pt>
                <c:pt idx="18731">
                  <c:v>0.21679398148262408</c:v>
                </c:pt>
                <c:pt idx="18732">
                  <c:v>0.21680555555212777</c:v>
                </c:pt>
                <c:pt idx="18733">
                  <c:v>0.21681712962890742</c:v>
                </c:pt>
                <c:pt idx="18734">
                  <c:v>0.21682870369841112</c:v>
                </c:pt>
                <c:pt idx="18735">
                  <c:v>0.21684027777519077</c:v>
                </c:pt>
                <c:pt idx="18736">
                  <c:v>0.21685185185197042</c:v>
                </c:pt>
                <c:pt idx="18737">
                  <c:v>0.21686342592147412</c:v>
                </c:pt>
                <c:pt idx="18738">
                  <c:v>0.21687499999825377</c:v>
                </c:pt>
                <c:pt idx="18739">
                  <c:v>0.21688657407503342</c:v>
                </c:pt>
                <c:pt idx="18740">
                  <c:v>0.21689814814453712</c:v>
                </c:pt>
                <c:pt idx="18741">
                  <c:v>0.21690972222131677</c:v>
                </c:pt>
                <c:pt idx="18742">
                  <c:v>0.21692129629082046</c:v>
                </c:pt>
                <c:pt idx="18743">
                  <c:v>0.21693287036760012</c:v>
                </c:pt>
                <c:pt idx="18744">
                  <c:v>0.21694444444437977</c:v>
                </c:pt>
                <c:pt idx="18745">
                  <c:v>0.21695601851388346</c:v>
                </c:pt>
                <c:pt idx="18746">
                  <c:v>0.21696759259066312</c:v>
                </c:pt>
                <c:pt idx="18747">
                  <c:v>0.21697916666744277</c:v>
                </c:pt>
                <c:pt idx="18748">
                  <c:v>0.21699074073694646</c:v>
                </c:pt>
                <c:pt idx="18749">
                  <c:v>0.21700231481372612</c:v>
                </c:pt>
                <c:pt idx="18750">
                  <c:v>0.21701388888322981</c:v>
                </c:pt>
                <c:pt idx="18751">
                  <c:v>0.21702546296000946</c:v>
                </c:pt>
                <c:pt idx="18752">
                  <c:v>0.21703703703678912</c:v>
                </c:pt>
                <c:pt idx="18753">
                  <c:v>0.21704861110629281</c:v>
                </c:pt>
                <c:pt idx="18754">
                  <c:v>0.21706018518307246</c:v>
                </c:pt>
                <c:pt idx="18755">
                  <c:v>0.21707175925985212</c:v>
                </c:pt>
                <c:pt idx="18756">
                  <c:v>0.21708333332935581</c:v>
                </c:pt>
                <c:pt idx="18757">
                  <c:v>0.21709490740613546</c:v>
                </c:pt>
                <c:pt idx="18758">
                  <c:v>0.21710648147563916</c:v>
                </c:pt>
                <c:pt idx="18759">
                  <c:v>0.21711805555241881</c:v>
                </c:pt>
                <c:pt idx="18760">
                  <c:v>0.21712962962919846</c:v>
                </c:pt>
                <c:pt idx="18761">
                  <c:v>0.21714120369870216</c:v>
                </c:pt>
                <c:pt idx="18762">
                  <c:v>0.21715277777548181</c:v>
                </c:pt>
                <c:pt idx="18763">
                  <c:v>0.21716435185226146</c:v>
                </c:pt>
                <c:pt idx="18764">
                  <c:v>0.21717592592176516</c:v>
                </c:pt>
                <c:pt idx="18765">
                  <c:v>0.21718749999854481</c:v>
                </c:pt>
                <c:pt idx="18766">
                  <c:v>0.21719907407532446</c:v>
                </c:pt>
                <c:pt idx="18767">
                  <c:v>0.21721064814482816</c:v>
                </c:pt>
                <c:pt idx="18768">
                  <c:v>0.21722222222160781</c:v>
                </c:pt>
                <c:pt idx="18769">
                  <c:v>0.2172337962911115</c:v>
                </c:pt>
                <c:pt idx="18770">
                  <c:v>0.21724537036789116</c:v>
                </c:pt>
                <c:pt idx="18771">
                  <c:v>0.21725694444467081</c:v>
                </c:pt>
                <c:pt idx="18772">
                  <c:v>0.2172685185141745</c:v>
                </c:pt>
                <c:pt idx="18773">
                  <c:v>0.21728009259095415</c:v>
                </c:pt>
                <c:pt idx="18774">
                  <c:v>0.21729166666773381</c:v>
                </c:pt>
                <c:pt idx="18775">
                  <c:v>0.2173032407372375</c:v>
                </c:pt>
                <c:pt idx="18776">
                  <c:v>0.21731481481401715</c:v>
                </c:pt>
                <c:pt idx="18777">
                  <c:v>0.21732638888352085</c:v>
                </c:pt>
                <c:pt idx="18778">
                  <c:v>0.2173379629603005</c:v>
                </c:pt>
                <c:pt idx="18779">
                  <c:v>0.21734953703708015</c:v>
                </c:pt>
                <c:pt idx="18780">
                  <c:v>0.21736111110658385</c:v>
                </c:pt>
                <c:pt idx="18781">
                  <c:v>0.2173726851833635</c:v>
                </c:pt>
                <c:pt idx="18782">
                  <c:v>0.21738425926014315</c:v>
                </c:pt>
                <c:pt idx="18783">
                  <c:v>0.21739583332964685</c:v>
                </c:pt>
                <c:pt idx="18784">
                  <c:v>0.2174074074064265</c:v>
                </c:pt>
                <c:pt idx="18785">
                  <c:v>0.2174189814759302</c:v>
                </c:pt>
                <c:pt idx="18786">
                  <c:v>0.21743055555270985</c:v>
                </c:pt>
                <c:pt idx="18787">
                  <c:v>0.2174421296294895</c:v>
                </c:pt>
                <c:pt idx="18788">
                  <c:v>0.21745370369899319</c:v>
                </c:pt>
                <c:pt idx="18789">
                  <c:v>0.21746527777577285</c:v>
                </c:pt>
                <c:pt idx="18790">
                  <c:v>0.2174768518525525</c:v>
                </c:pt>
                <c:pt idx="18791">
                  <c:v>0.21748842592205619</c:v>
                </c:pt>
                <c:pt idx="18792">
                  <c:v>0.21749999999883585</c:v>
                </c:pt>
                <c:pt idx="18793">
                  <c:v>0.21751157406833954</c:v>
                </c:pt>
                <c:pt idx="18794">
                  <c:v>0.21752314814511919</c:v>
                </c:pt>
                <c:pt idx="18795">
                  <c:v>0.21753472222189885</c:v>
                </c:pt>
                <c:pt idx="18796">
                  <c:v>0.21754629629140254</c:v>
                </c:pt>
                <c:pt idx="18797">
                  <c:v>0.21755787036818219</c:v>
                </c:pt>
                <c:pt idx="18798">
                  <c:v>0.21756944444496185</c:v>
                </c:pt>
                <c:pt idx="18799">
                  <c:v>0.21758101851446554</c:v>
                </c:pt>
                <c:pt idx="18800">
                  <c:v>0.21759259259124519</c:v>
                </c:pt>
                <c:pt idx="18801">
                  <c:v>0.21760416666074889</c:v>
                </c:pt>
                <c:pt idx="18802">
                  <c:v>0.21761574073752854</c:v>
                </c:pt>
                <c:pt idx="18803">
                  <c:v>0.21762731481430819</c:v>
                </c:pt>
                <c:pt idx="18804">
                  <c:v>0.21763888888381189</c:v>
                </c:pt>
                <c:pt idx="18805">
                  <c:v>0.21765046296059154</c:v>
                </c:pt>
                <c:pt idx="18806">
                  <c:v>0.21766203703737119</c:v>
                </c:pt>
                <c:pt idx="18807">
                  <c:v>0.21767361110687489</c:v>
                </c:pt>
                <c:pt idx="18808">
                  <c:v>0.21768518518365454</c:v>
                </c:pt>
                <c:pt idx="18809">
                  <c:v>0.21769675926043419</c:v>
                </c:pt>
                <c:pt idx="18810">
                  <c:v>0.21770833332993789</c:v>
                </c:pt>
                <c:pt idx="18811">
                  <c:v>0.21771990740671754</c:v>
                </c:pt>
                <c:pt idx="18812">
                  <c:v>0.21773148147622123</c:v>
                </c:pt>
                <c:pt idx="18813">
                  <c:v>0.21774305555300089</c:v>
                </c:pt>
                <c:pt idx="18814">
                  <c:v>0.21775462962978054</c:v>
                </c:pt>
                <c:pt idx="18815">
                  <c:v>0.21776620369928423</c:v>
                </c:pt>
                <c:pt idx="18816">
                  <c:v>0.21777777777606389</c:v>
                </c:pt>
                <c:pt idx="18817">
                  <c:v>0.21778935185284354</c:v>
                </c:pt>
                <c:pt idx="18818">
                  <c:v>0.21780092592234723</c:v>
                </c:pt>
                <c:pt idx="18819">
                  <c:v>0.21781249999912689</c:v>
                </c:pt>
                <c:pt idx="18820">
                  <c:v>0.21782407406863058</c:v>
                </c:pt>
                <c:pt idx="18821">
                  <c:v>0.21783564814541023</c:v>
                </c:pt>
                <c:pt idx="18822">
                  <c:v>0.21784722222218988</c:v>
                </c:pt>
                <c:pt idx="18823">
                  <c:v>0.21785879629169358</c:v>
                </c:pt>
                <c:pt idx="18824">
                  <c:v>0.21787037036847323</c:v>
                </c:pt>
                <c:pt idx="18825">
                  <c:v>0.21788194444525288</c:v>
                </c:pt>
                <c:pt idx="18826">
                  <c:v>0.21789351851475658</c:v>
                </c:pt>
                <c:pt idx="18827">
                  <c:v>0.21790509259153623</c:v>
                </c:pt>
                <c:pt idx="18828">
                  <c:v>0.21791666666103993</c:v>
                </c:pt>
                <c:pt idx="18829">
                  <c:v>0.21792824073781958</c:v>
                </c:pt>
                <c:pt idx="18830">
                  <c:v>0.21793981481459923</c:v>
                </c:pt>
                <c:pt idx="18831">
                  <c:v>0.21795138888410293</c:v>
                </c:pt>
                <c:pt idx="18832">
                  <c:v>0.21796296296088258</c:v>
                </c:pt>
                <c:pt idx="18833">
                  <c:v>0.21797453703766223</c:v>
                </c:pt>
                <c:pt idx="18834">
                  <c:v>0.21798611110716593</c:v>
                </c:pt>
                <c:pt idx="18835">
                  <c:v>0.21799768518394558</c:v>
                </c:pt>
                <c:pt idx="18836">
                  <c:v>0.21800925925344927</c:v>
                </c:pt>
                <c:pt idx="18837">
                  <c:v>0.21802083333022892</c:v>
                </c:pt>
                <c:pt idx="18838">
                  <c:v>0.21803240740700858</c:v>
                </c:pt>
                <c:pt idx="18839">
                  <c:v>0.21804398147651227</c:v>
                </c:pt>
                <c:pt idx="18840">
                  <c:v>0.21805555555329192</c:v>
                </c:pt>
                <c:pt idx="18841">
                  <c:v>0.21806712963007158</c:v>
                </c:pt>
                <c:pt idx="18842">
                  <c:v>0.21807870369957527</c:v>
                </c:pt>
                <c:pt idx="18843">
                  <c:v>0.21809027777635492</c:v>
                </c:pt>
                <c:pt idx="18844">
                  <c:v>0.21810185185313458</c:v>
                </c:pt>
                <c:pt idx="18845">
                  <c:v>0.21811342592263827</c:v>
                </c:pt>
                <c:pt idx="18846">
                  <c:v>0.21812499999941792</c:v>
                </c:pt>
                <c:pt idx="18847">
                  <c:v>0.21813657406892162</c:v>
                </c:pt>
                <c:pt idx="18848">
                  <c:v>0.21814814814570127</c:v>
                </c:pt>
                <c:pt idx="18849">
                  <c:v>0.21815972222248092</c:v>
                </c:pt>
                <c:pt idx="18850">
                  <c:v>0.21817129629198462</c:v>
                </c:pt>
                <c:pt idx="18851">
                  <c:v>0.21818287036876427</c:v>
                </c:pt>
                <c:pt idx="18852">
                  <c:v>0.21819444444554392</c:v>
                </c:pt>
                <c:pt idx="18853">
                  <c:v>0.21820601851504762</c:v>
                </c:pt>
                <c:pt idx="18854">
                  <c:v>0.21821759259182727</c:v>
                </c:pt>
                <c:pt idx="18855">
                  <c:v>0.21822916666133096</c:v>
                </c:pt>
                <c:pt idx="18856">
                  <c:v>0.21824074073811062</c:v>
                </c:pt>
                <c:pt idx="18857">
                  <c:v>0.21825231481489027</c:v>
                </c:pt>
                <c:pt idx="18858">
                  <c:v>0.21826388888439396</c:v>
                </c:pt>
                <c:pt idx="18859">
                  <c:v>0.21827546296117362</c:v>
                </c:pt>
                <c:pt idx="18860">
                  <c:v>0.21828703703795327</c:v>
                </c:pt>
                <c:pt idx="18861">
                  <c:v>0.21829861110745696</c:v>
                </c:pt>
                <c:pt idx="18862">
                  <c:v>0.21831018518423662</c:v>
                </c:pt>
                <c:pt idx="18863">
                  <c:v>0.21832175925374031</c:v>
                </c:pt>
                <c:pt idx="18864">
                  <c:v>0.21833333333051996</c:v>
                </c:pt>
                <c:pt idx="18865">
                  <c:v>0.21834490740729962</c:v>
                </c:pt>
                <c:pt idx="18866">
                  <c:v>0.21835648147680331</c:v>
                </c:pt>
                <c:pt idx="18867">
                  <c:v>0.21836805555358296</c:v>
                </c:pt>
                <c:pt idx="18868">
                  <c:v>0.21837962963036261</c:v>
                </c:pt>
                <c:pt idx="18869">
                  <c:v>0.21839120369986631</c:v>
                </c:pt>
                <c:pt idx="18870">
                  <c:v>0.21840277777664596</c:v>
                </c:pt>
                <c:pt idx="18871">
                  <c:v>0.21841435184614966</c:v>
                </c:pt>
                <c:pt idx="18872">
                  <c:v>0.21842592592292931</c:v>
                </c:pt>
                <c:pt idx="18873">
                  <c:v>0.21843749999970896</c:v>
                </c:pt>
                <c:pt idx="18874">
                  <c:v>0.21844907406921266</c:v>
                </c:pt>
                <c:pt idx="18875">
                  <c:v>0.21846064814599231</c:v>
                </c:pt>
                <c:pt idx="18876">
                  <c:v>0.21847222222277196</c:v>
                </c:pt>
                <c:pt idx="18877">
                  <c:v>0.21848379629227566</c:v>
                </c:pt>
                <c:pt idx="18878">
                  <c:v>0.21849537036905531</c:v>
                </c:pt>
                <c:pt idx="18879">
                  <c:v>0.218506944438559</c:v>
                </c:pt>
                <c:pt idx="18880">
                  <c:v>0.21851851851533866</c:v>
                </c:pt>
                <c:pt idx="18881">
                  <c:v>0.21853009259211831</c:v>
                </c:pt>
                <c:pt idx="18882">
                  <c:v>0.218541666661622</c:v>
                </c:pt>
                <c:pt idx="18883">
                  <c:v>0.21855324073840166</c:v>
                </c:pt>
                <c:pt idx="18884">
                  <c:v>0.21856481481518131</c:v>
                </c:pt>
                <c:pt idx="18885">
                  <c:v>0.218576388884685</c:v>
                </c:pt>
                <c:pt idx="18886">
                  <c:v>0.21858796296146465</c:v>
                </c:pt>
                <c:pt idx="18887">
                  <c:v>0.21859953703824431</c:v>
                </c:pt>
                <c:pt idx="18888">
                  <c:v>0.218611111107748</c:v>
                </c:pt>
                <c:pt idx="18889">
                  <c:v>0.21862268518452765</c:v>
                </c:pt>
                <c:pt idx="18890">
                  <c:v>0.21863425925403135</c:v>
                </c:pt>
                <c:pt idx="18891">
                  <c:v>0.218645833330811</c:v>
                </c:pt>
                <c:pt idx="18892">
                  <c:v>0.21865740740759065</c:v>
                </c:pt>
                <c:pt idx="18893">
                  <c:v>0.21866898147709435</c:v>
                </c:pt>
                <c:pt idx="18894">
                  <c:v>0.218680555553874</c:v>
                </c:pt>
                <c:pt idx="18895">
                  <c:v>0.21869212963065365</c:v>
                </c:pt>
                <c:pt idx="18896">
                  <c:v>0.21870370370015735</c:v>
                </c:pt>
                <c:pt idx="18897">
                  <c:v>0.218715277776937</c:v>
                </c:pt>
                <c:pt idx="18898">
                  <c:v>0.2187268518464407</c:v>
                </c:pt>
                <c:pt idx="18899">
                  <c:v>0.21873842592322035</c:v>
                </c:pt>
                <c:pt idx="18900">
                  <c:v>0.21875</c:v>
                </c:pt>
                <c:pt idx="18901">
                  <c:v>0.21876157406950369</c:v>
                </c:pt>
                <c:pt idx="18902">
                  <c:v>0.21877314814628335</c:v>
                </c:pt>
                <c:pt idx="18903">
                  <c:v>0.218784722223063</c:v>
                </c:pt>
                <c:pt idx="18904">
                  <c:v>0.21879629629256669</c:v>
                </c:pt>
                <c:pt idx="18905">
                  <c:v>0.21880787036934635</c:v>
                </c:pt>
                <c:pt idx="18906">
                  <c:v>0.21881944443885004</c:v>
                </c:pt>
                <c:pt idx="18907">
                  <c:v>0.21883101851562969</c:v>
                </c:pt>
                <c:pt idx="18908">
                  <c:v>0.21884259259240935</c:v>
                </c:pt>
                <c:pt idx="18909">
                  <c:v>0.21885416666191304</c:v>
                </c:pt>
                <c:pt idx="18910">
                  <c:v>0.21886574073869269</c:v>
                </c:pt>
                <c:pt idx="18911">
                  <c:v>0.21887731481547235</c:v>
                </c:pt>
                <c:pt idx="18912">
                  <c:v>0.21888888888497604</c:v>
                </c:pt>
                <c:pt idx="18913">
                  <c:v>0.21890046296175569</c:v>
                </c:pt>
                <c:pt idx="18914">
                  <c:v>0.21891203703125939</c:v>
                </c:pt>
                <c:pt idx="18915">
                  <c:v>0.21892361110803904</c:v>
                </c:pt>
                <c:pt idx="18916">
                  <c:v>0.21893518518481869</c:v>
                </c:pt>
                <c:pt idx="18917">
                  <c:v>0.21894675925432239</c:v>
                </c:pt>
                <c:pt idx="18918">
                  <c:v>0.21895833333110204</c:v>
                </c:pt>
                <c:pt idx="18919">
                  <c:v>0.21896990740788169</c:v>
                </c:pt>
                <c:pt idx="18920">
                  <c:v>0.21898148147738539</c:v>
                </c:pt>
                <c:pt idx="18921">
                  <c:v>0.21899305555416504</c:v>
                </c:pt>
                <c:pt idx="18922">
                  <c:v>0.21900462963094469</c:v>
                </c:pt>
                <c:pt idx="18923">
                  <c:v>0.21901620370044839</c:v>
                </c:pt>
                <c:pt idx="18924">
                  <c:v>0.21902777777722804</c:v>
                </c:pt>
                <c:pt idx="18925">
                  <c:v>0.21903935184673173</c:v>
                </c:pt>
                <c:pt idx="18926">
                  <c:v>0.21905092592351139</c:v>
                </c:pt>
                <c:pt idx="18927">
                  <c:v>0.21906250000029104</c:v>
                </c:pt>
                <c:pt idx="18928">
                  <c:v>0.21907407406979473</c:v>
                </c:pt>
                <c:pt idx="18929">
                  <c:v>0.21908564814657439</c:v>
                </c:pt>
                <c:pt idx="18930">
                  <c:v>0.21909722222335404</c:v>
                </c:pt>
                <c:pt idx="18931">
                  <c:v>0.21910879629285773</c:v>
                </c:pt>
                <c:pt idx="18932">
                  <c:v>0.21912037036963739</c:v>
                </c:pt>
                <c:pt idx="18933">
                  <c:v>0.21913194443914108</c:v>
                </c:pt>
                <c:pt idx="18934">
                  <c:v>0.21914351851592073</c:v>
                </c:pt>
                <c:pt idx="18935">
                  <c:v>0.21915509259270038</c:v>
                </c:pt>
                <c:pt idx="18936">
                  <c:v>0.21916666666220408</c:v>
                </c:pt>
                <c:pt idx="18937">
                  <c:v>0.21917824073898373</c:v>
                </c:pt>
                <c:pt idx="18938">
                  <c:v>0.21918981481576338</c:v>
                </c:pt>
                <c:pt idx="18939">
                  <c:v>0.21920138888526708</c:v>
                </c:pt>
                <c:pt idx="18940">
                  <c:v>0.21921296296204673</c:v>
                </c:pt>
                <c:pt idx="18941">
                  <c:v>0.21922453703155043</c:v>
                </c:pt>
                <c:pt idx="18942">
                  <c:v>0.21923611110833008</c:v>
                </c:pt>
                <c:pt idx="18943">
                  <c:v>0.21924768518510973</c:v>
                </c:pt>
                <c:pt idx="18944">
                  <c:v>0.21925925925461343</c:v>
                </c:pt>
                <c:pt idx="18945">
                  <c:v>0.21927083333139308</c:v>
                </c:pt>
                <c:pt idx="18946">
                  <c:v>0.21928240740817273</c:v>
                </c:pt>
                <c:pt idx="18947">
                  <c:v>0.21929398147767643</c:v>
                </c:pt>
                <c:pt idx="18948">
                  <c:v>0.21930555555445608</c:v>
                </c:pt>
                <c:pt idx="18949">
                  <c:v>0.21931712962395977</c:v>
                </c:pt>
                <c:pt idx="18950">
                  <c:v>0.21932870370073942</c:v>
                </c:pt>
                <c:pt idx="18951">
                  <c:v>0.21934027777751908</c:v>
                </c:pt>
                <c:pt idx="18952">
                  <c:v>0.21935185184702277</c:v>
                </c:pt>
                <c:pt idx="18953">
                  <c:v>0.21936342592380242</c:v>
                </c:pt>
                <c:pt idx="18954">
                  <c:v>0.21937500000058208</c:v>
                </c:pt>
                <c:pt idx="18955">
                  <c:v>0.21938657407008577</c:v>
                </c:pt>
                <c:pt idx="18956">
                  <c:v>0.21939814814686542</c:v>
                </c:pt>
                <c:pt idx="18957">
                  <c:v>0.21940972221636912</c:v>
                </c:pt>
                <c:pt idx="18958">
                  <c:v>0.21942129629314877</c:v>
                </c:pt>
                <c:pt idx="18959">
                  <c:v>0.21943287036992842</c:v>
                </c:pt>
                <c:pt idx="18960">
                  <c:v>0.21944444443943212</c:v>
                </c:pt>
                <c:pt idx="18961">
                  <c:v>0.21945601851621177</c:v>
                </c:pt>
                <c:pt idx="18962">
                  <c:v>0.21946759259299142</c:v>
                </c:pt>
                <c:pt idx="18963">
                  <c:v>0.21947916666249512</c:v>
                </c:pt>
                <c:pt idx="18964">
                  <c:v>0.21949074073927477</c:v>
                </c:pt>
                <c:pt idx="18965">
                  <c:v>0.21950231481605442</c:v>
                </c:pt>
                <c:pt idx="18966">
                  <c:v>0.21951388888555812</c:v>
                </c:pt>
                <c:pt idx="18967">
                  <c:v>0.21952546296233777</c:v>
                </c:pt>
                <c:pt idx="18968">
                  <c:v>0.21953703703184146</c:v>
                </c:pt>
                <c:pt idx="18969">
                  <c:v>0.21954861110862112</c:v>
                </c:pt>
                <c:pt idx="18970">
                  <c:v>0.21956018518540077</c:v>
                </c:pt>
                <c:pt idx="18971">
                  <c:v>0.21957175925490446</c:v>
                </c:pt>
                <c:pt idx="18972">
                  <c:v>0.21958333333168412</c:v>
                </c:pt>
                <c:pt idx="18973">
                  <c:v>0.21959490740846377</c:v>
                </c:pt>
                <c:pt idx="18974">
                  <c:v>0.21960648147796746</c:v>
                </c:pt>
                <c:pt idx="18975">
                  <c:v>0.21961805555474712</c:v>
                </c:pt>
                <c:pt idx="18976">
                  <c:v>0.21962962962425081</c:v>
                </c:pt>
                <c:pt idx="18977">
                  <c:v>0.21964120370103046</c:v>
                </c:pt>
                <c:pt idx="18978">
                  <c:v>0.21965277777781012</c:v>
                </c:pt>
                <c:pt idx="18979">
                  <c:v>0.21966435184731381</c:v>
                </c:pt>
                <c:pt idx="18980">
                  <c:v>0.21967592592409346</c:v>
                </c:pt>
                <c:pt idx="18981">
                  <c:v>0.21968750000087311</c:v>
                </c:pt>
                <c:pt idx="18982">
                  <c:v>0.21969907407037681</c:v>
                </c:pt>
                <c:pt idx="18983">
                  <c:v>0.21971064814715646</c:v>
                </c:pt>
                <c:pt idx="18984">
                  <c:v>0.21972222221666016</c:v>
                </c:pt>
                <c:pt idx="18985">
                  <c:v>0.21973379629343981</c:v>
                </c:pt>
                <c:pt idx="18986">
                  <c:v>0.21974537037021946</c:v>
                </c:pt>
                <c:pt idx="18987">
                  <c:v>0.21975694443972316</c:v>
                </c:pt>
                <c:pt idx="18988">
                  <c:v>0.21976851851650281</c:v>
                </c:pt>
                <c:pt idx="18989">
                  <c:v>0.21978009259328246</c:v>
                </c:pt>
                <c:pt idx="18990">
                  <c:v>0.21979166666278616</c:v>
                </c:pt>
                <c:pt idx="18991">
                  <c:v>0.21980324073956581</c:v>
                </c:pt>
                <c:pt idx="18992">
                  <c:v>0.2198148148090695</c:v>
                </c:pt>
                <c:pt idx="18993">
                  <c:v>0.21982638888584916</c:v>
                </c:pt>
                <c:pt idx="18994">
                  <c:v>0.21983796296262881</c:v>
                </c:pt>
                <c:pt idx="18995">
                  <c:v>0.2198495370321325</c:v>
                </c:pt>
                <c:pt idx="18996">
                  <c:v>0.21986111110891216</c:v>
                </c:pt>
                <c:pt idx="18997">
                  <c:v>0.21987268518569181</c:v>
                </c:pt>
                <c:pt idx="18998">
                  <c:v>0.2198842592551955</c:v>
                </c:pt>
                <c:pt idx="18999">
                  <c:v>0.21989583333197515</c:v>
                </c:pt>
                <c:pt idx="19000">
                  <c:v>0.21990740740147885</c:v>
                </c:pt>
                <c:pt idx="19001">
                  <c:v>0.2199189814782585</c:v>
                </c:pt>
                <c:pt idx="19002">
                  <c:v>0.21993055555503815</c:v>
                </c:pt>
                <c:pt idx="19003">
                  <c:v>0.21994212962454185</c:v>
                </c:pt>
                <c:pt idx="19004">
                  <c:v>0.2199537037013215</c:v>
                </c:pt>
                <c:pt idx="19005">
                  <c:v>0.21996527777810115</c:v>
                </c:pt>
                <c:pt idx="19006">
                  <c:v>0.21997685184760485</c:v>
                </c:pt>
                <c:pt idx="19007">
                  <c:v>0.2199884259243845</c:v>
                </c:pt>
                <c:pt idx="19008">
                  <c:v>0.22000000000116415</c:v>
                </c:pt>
                <c:pt idx="19009">
                  <c:v>0.22001157407066785</c:v>
                </c:pt>
                <c:pt idx="19010">
                  <c:v>0.2200231481474475</c:v>
                </c:pt>
                <c:pt idx="19011">
                  <c:v>0.2200347222169512</c:v>
                </c:pt>
                <c:pt idx="19012">
                  <c:v>0.22004629629373085</c:v>
                </c:pt>
                <c:pt idx="19013">
                  <c:v>0.2200578703705105</c:v>
                </c:pt>
                <c:pt idx="19014">
                  <c:v>0.22006944444001419</c:v>
                </c:pt>
                <c:pt idx="19015">
                  <c:v>0.22008101851679385</c:v>
                </c:pt>
                <c:pt idx="19016">
                  <c:v>0.2200925925935735</c:v>
                </c:pt>
                <c:pt idx="19017">
                  <c:v>0.22010416666307719</c:v>
                </c:pt>
                <c:pt idx="19018">
                  <c:v>0.22011574073985685</c:v>
                </c:pt>
                <c:pt idx="19019">
                  <c:v>0.22012731480936054</c:v>
                </c:pt>
                <c:pt idx="19020">
                  <c:v>0.22013888888614019</c:v>
                </c:pt>
                <c:pt idx="19021">
                  <c:v>0.22015046296291985</c:v>
                </c:pt>
                <c:pt idx="19022">
                  <c:v>0.22016203703242354</c:v>
                </c:pt>
                <c:pt idx="19023">
                  <c:v>0.22017361110920319</c:v>
                </c:pt>
                <c:pt idx="19024">
                  <c:v>0.22018518518598285</c:v>
                </c:pt>
                <c:pt idx="19025">
                  <c:v>0.22019675925548654</c:v>
                </c:pt>
                <c:pt idx="19026">
                  <c:v>0.22020833333226619</c:v>
                </c:pt>
                <c:pt idx="19027">
                  <c:v>0.22021990740176989</c:v>
                </c:pt>
                <c:pt idx="19028">
                  <c:v>0.22023148147854954</c:v>
                </c:pt>
                <c:pt idx="19029">
                  <c:v>0.22024305555532919</c:v>
                </c:pt>
                <c:pt idx="19030">
                  <c:v>0.22025462962483289</c:v>
                </c:pt>
                <c:pt idx="19031">
                  <c:v>0.22026620370161254</c:v>
                </c:pt>
                <c:pt idx="19032">
                  <c:v>0.22027777777839219</c:v>
                </c:pt>
                <c:pt idx="19033">
                  <c:v>0.22028935184789589</c:v>
                </c:pt>
                <c:pt idx="19034">
                  <c:v>0.22030092592467554</c:v>
                </c:pt>
                <c:pt idx="19035">
                  <c:v>0.22031249999417923</c:v>
                </c:pt>
                <c:pt idx="19036">
                  <c:v>0.22032407407095889</c:v>
                </c:pt>
                <c:pt idx="19037">
                  <c:v>0.22033564814773854</c:v>
                </c:pt>
                <c:pt idx="19038">
                  <c:v>0.22034722221724223</c:v>
                </c:pt>
                <c:pt idx="19039">
                  <c:v>0.22035879629402189</c:v>
                </c:pt>
                <c:pt idx="19040">
                  <c:v>0.22037037037080154</c:v>
                </c:pt>
                <c:pt idx="19041">
                  <c:v>0.22038194444030523</c:v>
                </c:pt>
                <c:pt idx="19042">
                  <c:v>0.22039351851708489</c:v>
                </c:pt>
                <c:pt idx="19043">
                  <c:v>0.22040509259386454</c:v>
                </c:pt>
                <c:pt idx="19044">
                  <c:v>0.22041666666336823</c:v>
                </c:pt>
                <c:pt idx="19045">
                  <c:v>0.22042824074014788</c:v>
                </c:pt>
                <c:pt idx="19046">
                  <c:v>0.22043981480965158</c:v>
                </c:pt>
                <c:pt idx="19047">
                  <c:v>0.22045138888643123</c:v>
                </c:pt>
                <c:pt idx="19048">
                  <c:v>0.22046296296321088</c:v>
                </c:pt>
                <c:pt idx="19049">
                  <c:v>0.22047453703271458</c:v>
                </c:pt>
                <c:pt idx="19050">
                  <c:v>0.22048611110949423</c:v>
                </c:pt>
                <c:pt idx="19051">
                  <c:v>0.22049768518627388</c:v>
                </c:pt>
                <c:pt idx="19052">
                  <c:v>0.22050925925577758</c:v>
                </c:pt>
                <c:pt idx="19053">
                  <c:v>0.22052083333255723</c:v>
                </c:pt>
                <c:pt idx="19054">
                  <c:v>0.22053240740206093</c:v>
                </c:pt>
                <c:pt idx="19055">
                  <c:v>0.22054398147884058</c:v>
                </c:pt>
                <c:pt idx="19056">
                  <c:v>0.22055555555562023</c:v>
                </c:pt>
                <c:pt idx="19057">
                  <c:v>0.22056712962512393</c:v>
                </c:pt>
                <c:pt idx="19058">
                  <c:v>0.22057870370190358</c:v>
                </c:pt>
                <c:pt idx="19059">
                  <c:v>0.22059027777868323</c:v>
                </c:pt>
                <c:pt idx="19060">
                  <c:v>0.22060185184818693</c:v>
                </c:pt>
                <c:pt idx="19061">
                  <c:v>0.22061342592496658</c:v>
                </c:pt>
                <c:pt idx="19062">
                  <c:v>0.22062499999447027</c:v>
                </c:pt>
                <c:pt idx="19063">
                  <c:v>0.22063657407124992</c:v>
                </c:pt>
                <c:pt idx="19064">
                  <c:v>0.22064814814802958</c:v>
                </c:pt>
                <c:pt idx="19065">
                  <c:v>0.22065972221753327</c:v>
                </c:pt>
                <c:pt idx="19066">
                  <c:v>0.22067129629431292</c:v>
                </c:pt>
                <c:pt idx="19067">
                  <c:v>0.22068287037109258</c:v>
                </c:pt>
                <c:pt idx="19068">
                  <c:v>0.22069444444059627</c:v>
                </c:pt>
                <c:pt idx="19069">
                  <c:v>0.22070601851737592</c:v>
                </c:pt>
                <c:pt idx="19070">
                  <c:v>0.22071759258687962</c:v>
                </c:pt>
                <c:pt idx="19071">
                  <c:v>0.22072916666365927</c:v>
                </c:pt>
                <c:pt idx="19072">
                  <c:v>0.22074074074043892</c:v>
                </c:pt>
                <c:pt idx="19073">
                  <c:v>0.22075231480994262</c:v>
                </c:pt>
                <c:pt idx="19074">
                  <c:v>0.22076388888672227</c:v>
                </c:pt>
                <c:pt idx="19075">
                  <c:v>0.22077546296350192</c:v>
                </c:pt>
                <c:pt idx="19076">
                  <c:v>0.22078703703300562</c:v>
                </c:pt>
                <c:pt idx="19077">
                  <c:v>0.22079861110978527</c:v>
                </c:pt>
                <c:pt idx="19078">
                  <c:v>0.22081018517928896</c:v>
                </c:pt>
                <c:pt idx="19079">
                  <c:v>0.22082175925606862</c:v>
                </c:pt>
                <c:pt idx="19080">
                  <c:v>0.22083333333284827</c:v>
                </c:pt>
                <c:pt idx="19081">
                  <c:v>0.22084490740235196</c:v>
                </c:pt>
                <c:pt idx="19082">
                  <c:v>0.22085648147913162</c:v>
                </c:pt>
                <c:pt idx="19083">
                  <c:v>0.22086805555591127</c:v>
                </c:pt>
                <c:pt idx="19084">
                  <c:v>0.22087962962541496</c:v>
                </c:pt>
                <c:pt idx="19085">
                  <c:v>0.22089120370219462</c:v>
                </c:pt>
                <c:pt idx="19086">
                  <c:v>0.22090277777897427</c:v>
                </c:pt>
                <c:pt idx="19087">
                  <c:v>0.22091435184847796</c:v>
                </c:pt>
                <c:pt idx="19088">
                  <c:v>0.22092592592525762</c:v>
                </c:pt>
                <c:pt idx="19089">
                  <c:v>0.22093749999476131</c:v>
                </c:pt>
                <c:pt idx="19090">
                  <c:v>0.22094907407154096</c:v>
                </c:pt>
                <c:pt idx="19091">
                  <c:v>0.22096064814832062</c:v>
                </c:pt>
                <c:pt idx="19092">
                  <c:v>0.22097222221782431</c:v>
                </c:pt>
                <c:pt idx="19093">
                  <c:v>0.22098379629460396</c:v>
                </c:pt>
                <c:pt idx="19094">
                  <c:v>0.22099537037138361</c:v>
                </c:pt>
                <c:pt idx="19095">
                  <c:v>0.22100694444088731</c:v>
                </c:pt>
                <c:pt idx="19096">
                  <c:v>0.22101851851766696</c:v>
                </c:pt>
                <c:pt idx="19097">
                  <c:v>0.22103009258717066</c:v>
                </c:pt>
                <c:pt idx="19098">
                  <c:v>0.22104166666395031</c:v>
                </c:pt>
                <c:pt idx="19099">
                  <c:v>0.22105324074072996</c:v>
                </c:pt>
                <c:pt idx="19100">
                  <c:v>0.22106481481023366</c:v>
                </c:pt>
                <c:pt idx="19101">
                  <c:v>0.22107638888701331</c:v>
                </c:pt>
                <c:pt idx="19102">
                  <c:v>0.22108796296379296</c:v>
                </c:pt>
                <c:pt idx="19103">
                  <c:v>0.22109953703329666</c:v>
                </c:pt>
                <c:pt idx="19104">
                  <c:v>0.22111111111007631</c:v>
                </c:pt>
                <c:pt idx="19105">
                  <c:v>0.22112268517958</c:v>
                </c:pt>
                <c:pt idx="19106">
                  <c:v>0.22113425925635966</c:v>
                </c:pt>
                <c:pt idx="19107">
                  <c:v>0.22114583333313931</c:v>
                </c:pt>
                <c:pt idx="19108">
                  <c:v>0.221157407402643</c:v>
                </c:pt>
                <c:pt idx="19109">
                  <c:v>0.22116898147942265</c:v>
                </c:pt>
                <c:pt idx="19110">
                  <c:v>0.22118055555620231</c:v>
                </c:pt>
                <c:pt idx="19111">
                  <c:v>0.221192129625706</c:v>
                </c:pt>
                <c:pt idx="19112">
                  <c:v>0.22120370370248565</c:v>
                </c:pt>
                <c:pt idx="19113">
                  <c:v>0.22121527777198935</c:v>
                </c:pt>
                <c:pt idx="19114">
                  <c:v>0.221226851848769</c:v>
                </c:pt>
                <c:pt idx="19115">
                  <c:v>0.22123842592554865</c:v>
                </c:pt>
                <c:pt idx="19116">
                  <c:v>0.22124999999505235</c:v>
                </c:pt>
                <c:pt idx="19117">
                  <c:v>0.221261574071832</c:v>
                </c:pt>
                <c:pt idx="19118">
                  <c:v>0.22127314814861165</c:v>
                </c:pt>
                <c:pt idx="19119">
                  <c:v>0.22128472221811535</c:v>
                </c:pt>
                <c:pt idx="19120">
                  <c:v>0.221296296294895</c:v>
                </c:pt>
                <c:pt idx="19121">
                  <c:v>0.22130787037167465</c:v>
                </c:pt>
                <c:pt idx="19122">
                  <c:v>0.22131944444117835</c:v>
                </c:pt>
                <c:pt idx="19123">
                  <c:v>0.221331018517958</c:v>
                </c:pt>
                <c:pt idx="19124">
                  <c:v>0.2213425925874617</c:v>
                </c:pt>
                <c:pt idx="19125">
                  <c:v>0.22135416666424135</c:v>
                </c:pt>
                <c:pt idx="19126">
                  <c:v>0.221365740741021</c:v>
                </c:pt>
                <c:pt idx="19127">
                  <c:v>0.22137731481052469</c:v>
                </c:pt>
                <c:pt idx="19128">
                  <c:v>0.22138888888730435</c:v>
                </c:pt>
                <c:pt idx="19129">
                  <c:v>0.221400462964084</c:v>
                </c:pt>
                <c:pt idx="19130">
                  <c:v>0.22141203703358769</c:v>
                </c:pt>
                <c:pt idx="19131">
                  <c:v>0.22142361111036735</c:v>
                </c:pt>
                <c:pt idx="19132">
                  <c:v>0.22143518517987104</c:v>
                </c:pt>
                <c:pt idx="19133">
                  <c:v>0.22144675925665069</c:v>
                </c:pt>
                <c:pt idx="19134">
                  <c:v>0.22145833333343035</c:v>
                </c:pt>
                <c:pt idx="19135">
                  <c:v>0.22146990740293404</c:v>
                </c:pt>
                <c:pt idx="19136">
                  <c:v>0.22148148147971369</c:v>
                </c:pt>
                <c:pt idx="19137">
                  <c:v>0.22149305555649335</c:v>
                </c:pt>
                <c:pt idx="19138">
                  <c:v>0.22150462962599704</c:v>
                </c:pt>
                <c:pt idx="19139">
                  <c:v>0.22151620370277669</c:v>
                </c:pt>
                <c:pt idx="19140">
                  <c:v>0.22152777777228039</c:v>
                </c:pt>
                <c:pt idx="19141">
                  <c:v>0.22153935184906004</c:v>
                </c:pt>
                <c:pt idx="19142">
                  <c:v>0.22155092592583969</c:v>
                </c:pt>
                <c:pt idx="19143">
                  <c:v>0.22156249999534339</c:v>
                </c:pt>
                <c:pt idx="19144">
                  <c:v>0.22157407407212304</c:v>
                </c:pt>
                <c:pt idx="19145">
                  <c:v>0.22158564814890269</c:v>
                </c:pt>
                <c:pt idx="19146">
                  <c:v>0.22159722221840639</c:v>
                </c:pt>
                <c:pt idx="19147">
                  <c:v>0.22160879629518604</c:v>
                </c:pt>
                <c:pt idx="19148">
                  <c:v>0.22162037036468973</c:v>
                </c:pt>
                <c:pt idx="19149">
                  <c:v>0.22163194444146939</c:v>
                </c:pt>
                <c:pt idx="19150">
                  <c:v>0.22164351851824904</c:v>
                </c:pt>
                <c:pt idx="19151">
                  <c:v>0.22165509258775273</c:v>
                </c:pt>
                <c:pt idx="19152">
                  <c:v>0.22166666666453239</c:v>
                </c:pt>
                <c:pt idx="19153">
                  <c:v>0.22167824074131204</c:v>
                </c:pt>
                <c:pt idx="19154">
                  <c:v>0.22168981481081573</c:v>
                </c:pt>
                <c:pt idx="19155">
                  <c:v>0.22170138888759539</c:v>
                </c:pt>
                <c:pt idx="19156">
                  <c:v>0.22171296295709908</c:v>
                </c:pt>
                <c:pt idx="19157">
                  <c:v>0.22172453703387873</c:v>
                </c:pt>
                <c:pt idx="19158">
                  <c:v>0.22173611111065838</c:v>
                </c:pt>
                <c:pt idx="19159">
                  <c:v>0.22174768518016208</c:v>
                </c:pt>
                <c:pt idx="19160">
                  <c:v>0.22175925925694173</c:v>
                </c:pt>
                <c:pt idx="19161">
                  <c:v>0.22177083333372138</c:v>
                </c:pt>
                <c:pt idx="19162">
                  <c:v>0.22178240740322508</c:v>
                </c:pt>
                <c:pt idx="19163">
                  <c:v>0.22179398148000473</c:v>
                </c:pt>
                <c:pt idx="19164">
                  <c:v>0.22180555555678438</c:v>
                </c:pt>
                <c:pt idx="19165">
                  <c:v>0.22181712962628808</c:v>
                </c:pt>
                <c:pt idx="19166">
                  <c:v>0.22182870370306773</c:v>
                </c:pt>
                <c:pt idx="19167">
                  <c:v>0.22184027777257143</c:v>
                </c:pt>
                <c:pt idx="19168">
                  <c:v>0.22185185184935108</c:v>
                </c:pt>
                <c:pt idx="19169">
                  <c:v>0.22186342592613073</c:v>
                </c:pt>
                <c:pt idx="19170">
                  <c:v>0.22187499999563443</c:v>
                </c:pt>
                <c:pt idx="19171">
                  <c:v>0.22188657407241408</c:v>
                </c:pt>
                <c:pt idx="19172">
                  <c:v>0.22189814814919373</c:v>
                </c:pt>
                <c:pt idx="19173">
                  <c:v>0.22190972221869742</c:v>
                </c:pt>
                <c:pt idx="19174">
                  <c:v>0.22192129629547708</c:v>
                </c:pt>
                <c:pt idx="19175">
                  <c:v>0.22193287036498077</c:v>
                </c:pt>
                <c:pt idx="19176">
                  <c:v>0.22194444444176042</c:v>
                </c:pt>
                <c:pt idx="19177">
                  <c:v>0.22195601851854008</c:v>
                </c:pt>
                <c:pt idx="19178">
                  <c:v>0.22196759258804377</c:v>
                </c:pt>
                <c:pt idx="19179">
                  <c:v>0.22197916666482342</c:v>
                </c:pt>
                <c:pt idx="19180">
                  <c:v>0.22199074074160308</c:v>
                </c:pt>
                <c:pt idx="19181">
                  <c:v>0.22200231481110677</c:v>
                </c:pt>
                <c:pt idx="19182">
                  <c:v>0.22201388888788642</c:v>
                </c:pt>
                <c:pt idx="19183">
                  <c:v>0.22202546295739012</c:v>
                </c:pt>
                <c:pt idx="19184">
                  <c:v>0.22203703703416977</c:v>
                </c:pt>
                <c:pt idx="19185">
                  <c:v>0.22204861111094942</c:v>
                </c:pt>
                <c:pt idx="19186">
                  <c:v>0.22206018518045312</c:v>
                </c:pt>
                <c:pt idx="19187">
                  <c:v>0.22207175925723277</c:v>
                </c:pt>
                <c:pt idx="19188">
                  <c:v>0.22208333333401242</c:v>
                </c:pt>
                <c:pt idx="19189">
                  <c:v>0.22209490740351612</c:v>
                </c:pt>
                <c:pt idx="19190">
                  <c:v>0.22210648148029577</c:v>
                </c:pt>
                <c:pt idx="19191">
                  <c:v>0.22211805554979946</c:v>
                </c:pt>
                <c:pt idx="19192">
                  <c:v>0.22212962962657912</c:v>
                </c:pt>
                <c:pt idx="19193">
                  <c:v>0.22214120370335877</c:v>
                </c:pt>
                <c:pt idx="19194">
                  <c:v>0.22215277777286246</c:v>
                </c:pt>
                <c:pt idx="19195">
                  <c:v>0.22216435184964212</c:v>
                </c:pt>
                <c:pt idx="19196">
                  <c:v>0.22217592592642177</c:v>
                </c:pt>
                <c:pt idx="19197">
                  <c:v>0.22218749999592546</c:v>
                </c:pt>
                <c:pt idx="19198">
                  <c:v>0.22219907407270512</c:v>
                </c:pt>
                <c:pt idx="19199">
                  <c:v>0.22221064814948477</c:v>
                </c:pt>
                <c:pt idx="19200">
                  <c:v>0.22222222221898846</c:v>
                </c:pt>
                <c:pt idx="19201">
                  <c:v>0.22223379629576812</c:v>
                </c:pt>
                <c:pt idx="19202">
                  <c:v>0.22224537036527181</c:v>
                </c:pt>
                <c:pt idx="19203">
                  <c:v>0.22225694444205146</c:v>
                </c:pt>
                <c:pt idx="19204">
                  <c:v>0.22226851851883112</c:v>
                </c:pt>
                <c:pt idx="19205">
                  <c:v>0.22228009258833481</c:v>
                </c:pt>
                <c:pt idx="19206">
                  <c:v>0.22229166666511446</c:v>
                </c:pt>
                <c:pt idx="19207">
                  <c:v>0.22230324074189411</c:v>
                </c:pt>
                <c:pt idx="19208">
                  <c:v>0.22231481481139781</c:v>
                </c:pt>
                <c:pt idx="19209">
                  <c:v>0.22232638888817746</c:v>
                </c:pt>
                <c:pt idx="19210">
                  <c:v>0.22233796295768116</c:v>
                </c:pt>
                <c:pt idx="19211">
                  <c:v>0.22234953703446081</c:v>
                </c:pt>
                <c:pt idx="19212">
                  <c:v>0.22236111111124046</c:v>
                </c:pt>
                <c:pt idx="19213">
                  <c:v>0.22237268518074416</c:v>
                </c:pt>
                <c:pt idx="19214">
                  <c:v>0.22238425925752381</c:v>
                </c:pt>
                <c:pt idx="19215">
                  <c:v>0.22239583333430346</c:v>
                </c:pt>
                <c:pt idx="19216">
                  <c:v>0.22240740740380716</c:v>
                </c:pt>
                <c:pt idx="19217">
                  <c:v>0.22241898148058681</c:v>
                </c:pt>
                <c:pt idx="19218">
                  <c:v>0.2224305555500905</c:v>
                </c:pt>
                <c:pt idx="19219">
                  <c:v>0.22244212962687016</c:v>
                </c:pt>
                <c:pt idx="19220">
                  <c:v>0.22245370370364981</c:v>
                </c:pt>
                <c:pt idx="19221">
                  <c:v>0.2224652777731535</c:v>
                </c:pt>
                <c:pt idx="19222">
                  <c:v>0.22247685184993315</c:v>
                </c:pt>
                <c:pt idx="19223">
                  <c:v>0.22248842592671281</c:v>
                </c:pt>
                <c:pt idx="19224">
                  <c:v>0.2224999999962165</c:v>
                </c:pt>
                <c:pt idx="19225">
                  <c:v>0.22251157407299615</c:v>
                </c:pt>
                <c:pt idx="19226">
                  <c:v>0.22252314814249985</c:v>
                </c:pt>
                <c:pt idx="19227">
                  <c:v>0.2225347222192795</c:v>
                </c:pt>
                <c:pt idx="19228">
                  <c:v>0.22254629629605915</c:v>
                </c:pt>
                <c:pt idx="19229">
                  <c:v>0.22255787036556285</c:v>
                </c:pt>
                <c:pt idx="19230">
                  <c:v>0.2225694444423425</c:v>
                </c:pt>
                <c:pt idx="19231">
                  <c:v>0.22258101851912215</c:v>
                </c:pt>
                <c:pt idx="19232">
                  <c:v>0.22259259258862585</c:v>
                </c:pt>
                <c:pt idx="19233">
                  <c:v>0.2226041666654055</c:v>
                </c:pt>
                <c:pt idx="19234">
                  <c:v>0.2226157407349092</c:v>
                </c:pt>
                <c:pt idx="19235">
                  <c:v>0.22262731481168885</c:v>
                </c:pt>
                <c:pt idx="19236">
                  <c:v>0.2226388888884685</c:v>
                </c:pt>
                <c:pt idx="19237">
                  <c:v>0.22265046295797219</c:v>
                </c:pt>
                <c:pt idx="19238">
                  <c:v>0.22266203703475185</c:v>
                </c:pt>
                <c:pt idx="19239">
                  <c:v>0.2226736111115315</c:v>
                </c:pt>
                <c:pt idx="19240">
                  <c:v>0.22268518518103519</c:v>
                </c:pt>
                <c:pt idx="19241">
                  <c:v>0.22269675925781485</c:v>
                </c:pt>
                <c:pt idx="19242">
                  <c:v>0.2227083333345945</c:v>
                </c:pt>
                <c:pt idx="19243">
                  <c:v>0.22271990740409819</c:v>
                </c:pt>
                <c:pt idx="19244">
                  <c:v>0.22273148148087785</c:v>
                </c:pt>
                <c:pt idx="19245">
                  <c:v>0.22274305555038154</c:v>
                </c:pt>
                <c:pt idx="19246">
                  <c:v>0.22275462962716119</c:v>
                </c:pt>
                <c:pt idx="19247">
                  <c:v>0.22276620370394085</c:v>
                </c:pt>
                <c:pt idx="19248">
                  <c:v>0.22277777777344454</c:v>
                </c:pt>
                <c:pt idx="19249">
                  <c:v>0.22278935185022419</c:v>
                </c:pt>
                <c:pt idx="19250">
                  <c:v>0.22280092592700385</c:v>
                </c:pt>
                <c:pt idx="19251">
                  <c:v>0.22281249999650754</c:v>
                </c:pt>
                <c:pt idx="19252">
                  <c:v>0.22282407407328719</c:v>
                </c:pt>
                <c:pt idx="19253">
                  <c:v>0.22283564814279089</c:v>
                </c:pt>
                <c:pt idx="19254">
                  <c:v>0.22284722221957054</c:v>
                </c:pt>
                <c:pt idx="19255">
                  <c:v>0.22285879629635019</c:v>
                </c:pt>
                <c:pt idx="19256">
                  <c:v>0.22287037036585389</c:v>
                </c:pt>
                <c:pt idx="19257">
                  <c:v>0.22288194444263354</c:v>
                </c:pt>
                <c:pt idx="19258">
                  <c:v>0.22289351851941319</c:v>
                </c:pt>
                <c:pt idx="19259">
                  <c:v>0.22290509258891689</c:v>
                </c:pt>
                <c:pt idx="19260">
                  <c:v>0.22291666666569654</c:v>
                </c:pt>
                <c:pt idx="19261">
                  <c:v>0.22292824073520023</c:v>
                </c:pt>
                <c:pt idx="19262">
                  <c:v>0.22293981481197989</c:v>
                </c:pt>
                <c:pt idx="19263">
                  <c:v>0.22295138888875954</c:v>
                </c:pt>
                <c:pt idx="19264">
                  <c:v>0.22296296295826323</c:v>
                </c:pt>
                <c:pt idx="19265">
                  <c:v>0.22297453703504289</c:v>
                </c:pt>
                <c:pt idx="19266">
                  <c:v>0.22298611111182254</c:v>
                </c:pt>
                <c:pt idx="19267">
                  <c:v>0.22299768518132623</c:v>
                </c:pt>
                <c:pt idx="19268">
                  <c:v>0.22300925925810589</c:v>
                </c:pt>
                <c:pt idx="19269">
                  <c:v>0.22302083332760958</c:v>
                </c:pt>
                <c:pt idx="19270">
                  <c:v>0.22303240740438923</c:v>
                </c:pt>
                <c:pt idx="19271">
                  <c:v>0.22304398148116888</c:v>
                </c:pt>
                <c:pt idx="19272">
                  <c:v>0.22305555555067258</c:v>
                </c:pt>
                <c:pt idx="19273">
                  <c:v>0.22306712962745223</c:v>
                </c:pt>
                <c:pt idx="19274">
                  <c:v>0.22307870370423188</c:v>
                </c:pt>
                <c:pt idx="19275">
                  <c:v>0.22309027777373558</c:v>
                </c:pt>
                <c:pt idx="19276">
                  <c:v>0.22310185185051523</c:v>
                </c:pt>
                <c:pt idx="19277">
                  <c:v>0.22311342592001893</c:v>
                </c:pt>
                <c:pt idx="19278">
                  <c:v>0.22312499999679858</c:v>
                </c:pt>
                <c:pt idx="19279">
                  <c:v>0.22313657407357823</c:v>
                </c:pt>
                <c:pt idx="19280">
                  <c:v>0.22314814814308193</c:v>
                </c:pt>
                <c:pt idx="19281">
                  <c:v>0.22315972221986158</c:v>
                </c:pt>
                <c:pt idx="19282">
                  <c:v>0.22317129629664123</c:v>
                </c:pt>
                <c:pt idx="19283">
                  <c:v>0.22318287036614493</c:v>
                </c:pt>
                <c:pt idx="19284">
                  <c:v>0.22319444444292458</c:v>
                </c:pt>
                <c:pt idx="19285">
                  <c:v>0.22320601851970423</c:v>
                </c:pt>
                <c:pt idx="19286">
                  <c:v>0.22321759258920792</c:v>
                </c:pt>
                <c:pt idx="19287">
                  <c:v>0.22322916666598758</c:v>
                </c:pt>
                <c:pt idx="19288">
                  <c:v>0.22324074073549127</c:v>
                </c:pt>
                <c:pt idx="19289">
                  <c:v>0.22325231481227092</c:v>
                </c:pt>
                <c:pt idx="19290">
                  <c:v>0.22326388888905058</c:v>
                </c:pt>
                <c:pt idx="19291">
                  <c:v>0.22327546295855427</c:v>
                </c:pt>
                <c:pt idx="19292">
                  <c:v>0.22328703703533392</c:v>
                </c:pt>
                <c:pt idx="19293">
                  <c:v>0.22329861111211358</c:v>
                </c:pt>
                <c:pt idx="19294">
                  <c:v>0.22331018518161727</c:v>
                </c:pt>
                <c:pt idx="19295">
                  <c:v>0.22332175925839692</c:v>
                </c:pt>
                <c:pt idx="19296">
                  <c:v>0.22333333332790062</c:v>
                </c:pt>
                <c:pt idx="19297">
                  <c:v>0.22334490740468027</c:v>
                </c:pt>
                <c:pt idx="19298">
                  <c:v>0.22335648148145992</c:v>
                </c:pt>
                <c:pt idx="19299">
                  <c:v>0.22336805555096362</c:v>
                </c:pt>
                <c:pt idx="19300">
                  <c:v>0.22337962962774327</c:v>
                </c:pt>
                <c:pt idx="19301">
                  <c:v>0.22339120370452292</c:v>
                </c:pt>
                <c:pt idx="19302">
                  <c:v>0.22340277777402662</c:v>
                </c:pt>
                <c:pt idx="19303">
                  <c:v>0.22341435185080627</c:v>
                </c:pt>
                <c:pt idx="19304">
                  <c:v>0.22342592592030996</c:v>
                </c:pt>
                <c:pt idx="19305">
                  <c:v>0.22343749999708962</c:v>
                </c:pt>
                <c:pt idx="19306">
                  <c:v>0.22344907407386927</c:v>
                </c:pt>
                <c:pt idx="19307">
                  <c:v>0.22346064814337296</c:v>
                </c:pt>
                <c:pt idx="19308">
                  <c:v>0.22347222222015262</c:v>
                </c:pt>
                <c:pt idx="19309">
                  <c:v>0.22348379629693227</c:v>
                </c:pt>
                <c:pt idx="19310">
                  <c:v>0.22349537036643596</c:v>
                </c:pt>
                <c:pt idx="19311">
                  <c:v>0.22350694444321562</c:v>
                </c:pt>
                <c:pt idx="19312">
                  <c:v>0.22351851851271931</c:v>
                </c:pt>
                <c:pt idx="19313">
                  <c:v>0.22353009258949896</c:v>
                </c:pt>
                <c:pt idx="19314">
                  <c:v>0.22354166666627862</c:v>
                </c:pt>
                <c:pt idx="19315">
                  <c:v>0.22355324073578231</c:v>
                </c:pt>
                <c:pt idx="19316">
                  <c:v>0.22356481481256196</c:v>
                </c:pt>
                <c:pt idx="19317">
                  <c:v>0.22357638888934162</c:v>
                </c:pt>
                <c:pt idx="19318">
                  <c:v>0.22358796295884531</c:v>
                </c:pt>
                <c:pt idx="19319">
                  <c:v>0.22359953703562496</c:v>
                </c:pt>
                <c:pt idx="19320">
                  <c:v>0.22361111111240461</c:v>
                </c:pt>
                <c:pt idx="19321">
                  <c:v>0.22362268518190831</c:v>
                </c:pt>
                <c:pt idx="19322">
                  <c:v>0.22363425925868796</c:v>
                </c:pt>
                <c:pt idx="19323">
                  <c:v>0.22364583332819166</c:v>
                </c:pt>
                <c:pt idx="19324">
                  <c:v>0.22365740740497131</c:v>
                </c:pt>
                <c:pt idx="19325">
                  <c:v>0.22366898148175096</c:v>
                </c:pt>
                <c:pt idx="19326">
                  <c:v>0.22368055555125466</c:v>
                </c:pt>
                <c:pt idx="19327">
                  <c:v>0.22369212962803431</c:v>
                </c:pt>
                <c:pt idx="19328">
                  <c:v>0.22370370370481396</c:v>
                </c:pt>
                <c:pt idx="19329">
                  <c:v>0.22371527777431766</c:v>
                </c:pt>
                <c:pt idx="19330">
                  <c:v>0.22372685185109731</c:v>
                </c:pt>
                <c:pt idx="19331">
                  <c:v>0.223738425920601</c:v>
                </c:pt>
                <c:pt idx="19332">
                  <c:v>0.22374999999738066</c:v>
                </c:pt>
                <c:pt idx="19333">
                  <c:v>0.22376157407416031</c:v>
                </c:pt>
                <c:pt idx="19334">
                  <c:v>0.223773148143664</c:v>
                </c:pt>
                <c:pt idx="19335">
                  <c:v>0.22378472222044365</c:v>
                </c:pt>
                <c:pt idx="19336">
                  <c:v>0.22379629629722331</c:v>
                </c:pt>
                <c:pt idx="19337">
                  <c:v>0.223807870366727</c:v>
                </c:pt>
                <c:pt idx="19338">
                  <c:v>0.22381944444350665</c:v>
                </c:pt>
                <c:pt idx="19339">
                  <c:v>0.22383101851301035</c:v>
                </c:pt>
                <c:pt idx="19340">
                  <c:v>0.22384259258979</c:v>
                </c:pt>
                <c:pt idx="19341">
                  <c:v>0.22385416666656965</c:v>
                </c:pt>
                <c:pt idx="19342">
                  <c:v>0.22386574073607335</c:v>
                </c:pt>
                <c:pt idx="19343">
                  <c:v>0.223877314812853</c:v>
                </c:pt>
                <c:pt idx="19344">
                  <c:v>0.22388888888963265</c:v>
                </c:pt>
                <c:pt idx="19345">
                  <c:v>0.22390046295913635</c:v>
                </c:pt>
                <c:pt idx="19346">
                  <c:v>0.223912037035916</c:v>
                </c:pt>
                <c:pt idx="19347">
                  <c:v>0.2239236111054197</c:v>
                </c:pt>
                <c:pt idx="19348">
                  <c:v>0.22393518518219935</c:v>
                </c:pt>
                <c:pt idx="19349">
                  <c:v>0.223946759258979</c:v>
                </c:pt>
                <c:pt idx="19350">
                  <c:v>0.22395833332848269</c:v>
                </c:pt>
                <c:pt idx="19351">
                  <c:v>0.22396990740526235</c:v>
                </c:pt>
                <c:pt idx="19352">
                  <c:v>0.223981481482042</c:v>
                </c:pt>
                <c:pt idx="19353">
                  <c:v>0.22399305555154569</c:v>
                </c:pt>
                <c:pt idx="19354">
                  <c:v>0.22400462962832535</c:v>
                </c:pt>
                <c:pt idx="19355">
                  <c:v>0.22401620369782904</c:v>
                </c:pt>
                <c:pt idx="19356">
                  <c:v>0.22402777777460869</c:v>
                </c:pt>
                <c:pt idx="19357">
                  <c:v>0.22403935185138835</c:v>
                </c:pt>
                <c:pt idx="19358">
                  <c:v>0.22405092592089204</c:v>
                </c:pt>
                <c:pt idx="19359">
                  <c:v>0.22406249999767169</c:v>
                </c:pt>
                <c:pt idx="19360">
                  <c:v>0.22407407407445135</c:v>
                </c:pt>
                <c:pt idx="19361">
                  <c:v>0.22408564814395504</c:v>
                </c:pt>
                <c:pt idx="19362">
                  <c:v>0.22409722222073469</c:v>
                </c:pt>
                <c:pt idx="19363">
                  <c:v>0.22410879629751435</c:v>
                </c:pt>
                <c:pt idx="19364">
                  <c:v>0.22412037036701804</c:v>
                </c:pt>
                <c:pt idx="19365">
                  <c:v>0.22413194444379769</c:v>
                </c:pt>
                <c:pt idx="19366">
                  <c:v>0.22414351851330139</c:v>
                </c:pt>
                <c:pt idx="19367">
                  <c:v>0.22415509259008104</c:v>
                </c:pt>
                <c:pt idx="19368">
                  <c:v>0.22416666666686069</c:v>
                </c:pt>
                <c:pt idx="19369">
                  <c:v>0.22417824073636439</c:v>
                </c:pt>
                <c:pt idx="19370">
                  <c:v>0.22418981481314404</c:v>
                </c:pt>
                <c:pt idx="19371">
                  <c:v>0.22420138888992369</c:v>
                </c:pt>
                <c:pt idx="19372">
                  <c:v>0.22421296295942739</c:v>
                </c:pt>
                <c:pt idx="19373">
                  <c:v>0.22422453703620704</c:v>
                </c:pt>
                <c:pt idx="19374">
                  <c:v>0.22423611110571073</c:v>
                </c:pt>
                <c:pt idx="19375">
                  <c:v>0.22424768518249039</c:v>
                </c:pt>
                <c:pt idx="19376">
                  <c:v>0.22425925925927004</c:v>
                </c:pt>
                <c:pt idx="19377">
                  <c:v>0.22427083332877373</c:v>
                </c:pt>
                <c:pt idx="19378">
                  <c:v>0.22428240740555339</c:v>
                </c:pt>
                <c:pt idx="19379">
                  <c:v>0.22429398148233304</c:v>
                </c:pt>
                <c:pt idx="19380">
                  <c:v>0.22430555555183673</c:v>
                </c:pt>
                <c:pt idx="19381">
                  <c:v>0.22431712962861639</c:v>
                </c:pt>
                <c:pt idx="19382">
                  <c:v>0.22432870369812008</c:v>
                </c:pt>
                <c:pt idx="19383">
                  <c:v>0.22434027777489973</c:v>
                </c:pt>
                <c:pt idx="19384">
                  <c:v>0.22435185185167938</c:v>
                </c:pt>
                <c:pt idx="19385">
                  <c:v>0.22436342592118308</c:v>
                </c:pt>
                <c:pt idx="19386">
                  <c:v>0.22437499999796273</c:v>
                </c:pt>
                <c:pt idx="19387">
                  <c:v>0.22438657407474238</c:v>
                </c:pt>
                <c:pt idx="19388">
                  <c:v>0.22439814814424608</c:v>
                </c:pt>
                <c:pt idx="19389">
                  <c:v>0.22440972222102573</c:v>
                </c:pt>
                <c:pt idx="19390">
                  <c:v>0.22442129629052943</c:v>
                </c:pt>
                <c:pt idx="19391">
                  <c:v>0.22443287036730908</c:v>
                </c:pt>
                <c:pt idx="19392">
                  <c:v>0.22444444444408873</c:v>
                </c:pt>
                <c:pt idx="19393">
                  <c:v>0.22445601851359243</c:v>
                </c:pt>
                <c:pt idx="19394">
                  <c:v>0.22446759259037208</c:v>
                </c:pt>
                <c:pt idx="19395">
                  <c:v>0.22447916666715173</c:v>
                </c:pt>
                <c:pt idx="19396">
                  <c:v>0.22449074073665543</c:v>
                </c:pt>
                <c:pt idx="19397">
                  <c:v>0.22450231481343508</c:v>
                </c:pt>
                <c:pt idx="19398">
                  <c:v>0.22451388889021473</c:v>
                </c:pt>
                <c:pt idx="19399">
                  <c:v>0.22452546295971842</c:v>
                </c:pt>
                <c:pt idx="19400">
                  <c:v>0.22453703703649808</c:v>
                </c:pt>
                <c:pt idx="19401">
                  <c:v>0.22454861110600177</c:v>
                </c:pt>
                <c:pt idx="19402">
                  <c:v>0.22456018518278142</c:v>
                </c:pt>
                <c:pt idx="19403">
                  <c:v>0.22457175925956108</c:v>
                </c:pt>
                <c:pt idx="19404">
                  <c:v>0.22458333332906477</c:v>
                </c:pt>
                <c:pt idx="19405">
                  <c:v>0.22459490740584442</c:v>
                </c:pt>
                <c:pt idx="19406">
                  <c:v>0.22460648148262408</c:v>
                </c:pt>
                <c:pt idx="19407">
                  <c:v>0.22461805555212777</c:v>
                </c:pt>
                <c:pt idx="19408">
                  <c:v>0.22462962962890742</c:v>
                </c:pt>
                <c:pt idx="19409">
                  <c:v>0.22464120369841112</c:v>
                </c:pt>
                <c:pt idx="19410">
                  <c:v>0.22465277777519077</c:v>
                </c:pt>
                <c:pt idx="19411">
                  <c:v>0.22466435185197042</c:v>
                </c:pt>
                <c:pt idx="19412">
                  <c:v>0.22467592592147412</c:v>
                </c:pt>
                <c:pt idx="19413">
                  <c:v>0.22468749999825377</c:v>
                </c:pt>
                <c:pt idx="19414">
                  <c:v>0.22469907407503342</c:v>
                </c:pt>
                <c:pt idx="19415">
                  <c:v>0.22471064814453712</c:v>
                </c:pt>
                <c:pt idx="19416">
                  <c:v>0.22472222222131677</c:v>
                </c:pt>
                <c:pt idx="19417">
                  <c:v>0.22473379629082046</c:v>
                </c:pt>
                <c:pt idx="19418">
                  <c:v>0.22474537036760012</c:v>
                </c:pt>
                <c:pt idx="19419">
                  <c:v>0.22475694444437977</c:v>
                </c:pt>
                <c:pt idx="19420">
                  <c:v>0.22476851851388346</c:v>
                </c:pt>
                <c:pt idx="19421">
                  <c:v>0.22478009259066312</c:v>
                </c:pt>
                <c:pt idx="19422">
                  <c:v>0.22479166666744277</c:v>
                </c:pt>
                <c:pt idx="19423">
                  <c:v>0.22480324073694646</c:v>
                </c:pt>
                <c:pt idx="19424">
                  <c:v>0.22481481481372612</c:v>
                </c:pt>
                <c:pt idx="19425">
                  <c:v>0.22482638888322981</c:v>
                </c:pt>
                <c:pt idx="19426">
                  <c:v>0.22483796296000946</c:v>
                </c:pt>
                <c:pt idx="19427">
                  <c:v>0.22484953703678912</c:v>
                </c:pt>
                <c:pt idx="19428">
                  <c:v>0.22486111110629281</c:v>
                </c:pt>
                <c:pt idx="19429">
                  <c:v>0.22487268518307246</c:v>
                </c:pt>
                <c:pt idx="19430">
                  <c:v>0.22488425925985212</c:v>
                </c:pt>
                <c:pt idx="19431">
                  <c:v>0.22489583332935581</c:v>
                </c:pt>
                <c:pt idx="19432">
                  <c:v>0.22490740740613546</c:v>
                </c:pt>
                <c:pt idx="19433">
                  <c:v>0.22491898147563916</c:v>
                </c:pt>
                <c:pt idx="19434">
                  <c:v>0.22493055555241881</c:v>
                </c:pt>
                <c:pt idx="19435">
                  <c:v>0.22494212962919846</c:v>
                </c:pt>
                <c:pt idx="19436">
                  <c:v>0.22495370369870216</c:v>
                </c:pt>
                <c:pt idx="19437">
                  <c:v>0.22496527777548181</c:v>
                </c:pt>
                <c:pt idx="19438">
                  <c:v>0.22497685185226146</c:v>
                </c:pt>
                <c:pt idx="19439">
                  <c:v>0.22498842592176516</c:v>
                </c:pt>
                <c:pt idx="19440">
                  <c:v>0.22499999999854481</c:v>
                </c:pt>
                <c:pt idx="19441">
                  <c:v>0.22501157407532446</c:v>
                </c:pt>
                <c:pt idx="19442">
                  <c:v>0.22502314814482816</c:v>
                </c:pt>
                <c:pt idx="19443">
                  <c:v>0.22503472222160781</c:v>
                </c:pt>
                <c:pt idx="19444">
                  <c:v>0.2250462962911115</c:v>
                </c:pt>
                <c:pt idx="19445">
                  <c:v>0.22505787036789116</c:v>
                </c:pt>
                <c:pt idx="19446">
                  <c:v>0.22506944444467081</c:v>
                </c:pt>
                <c:pt idx="19447">
                  <c:v>0.2250810185141745</c:v>
                </c:pt>
                <c:pt idx="19448">
                  <c:v>0.22509259259095415</c:v>
                </c:pt>
                <c:pt idx="19449">
                  <c:v>0.22510416666773381</c:v>
                </c:pt>
                <c:pt idx="19450">
                  <c:v>0.2251157407372375</c:v>
                </c:pt>
                <c:pt idx="19451">
                  <c:v>0.22512731481401715</c:v>
                </c:pt>
                <c:pt idx="19452">
                  <c:v>0.22513888888352085</c:v>
                </c:pt>
                <c:pt idx="19453">
                  <c:v>0.2251504629603005</c:v>
                </c:pt>
                <c:pt idx="19454">
                  <c:v>0.22516203703708015</c:v>
                </c:pt>
                <c:pt idx="19455">
                  <c:v>0.22517361110658385</c:v>
                </c:pt>
                <c:pt idx="19456">
                  <c:v>0.2251851851833635</c:v>
                </c:pt>
                <c:pt idx="19457">
                  <c:v>0.22519675926014315</c:v>
                </c:pt>
                <c:pt idx="19458">
                  <c:v>0.22520833332964685</c:v>
                </c:pt>
                <c:pt idx="19459">
                  <c:v>0.2252199074064265</c:v>
                </c:pt>
                <c:pt idx="19460">
                  <c:v>0.2252314814759302</c:v>
                </c:pt>
                <c:pt idx="19461">
                  <c:v>0.22524305555270985</c:v>
                </c:pt>
                <c:pt idx="19462">
                  <c:v>0.2252546296294895</c:v>
                </c:pt>
                <c:pt idx="19463">
                  <c:v>0.22526620369899319</c:v>
                </c:pt>
                <c:pt idx="19464">
                  <c:v>0.22527777777577285</c:v>
                </c:pt>
                <c:pt idx="19465">
                  <c:v>0.2252893518525525</c:v>
                </c:pt>
                <c:pt idx="19466">
                  <c:v>0.22530092592205619</c:v>
                </c:pt>
                <c:pt idx="19467">
                  <c:v>0.22531249999883585</c:v>
                </c:pt>
                <c:pt idx="19468">
                  <c:v>0.22532407406833954</c:v>
                </c:pt>
                <c:pt idx="19469">
                  <c:v>0.22533564814511919</c:v>
                </c:pt>
                <c:pt idx="19470">
                  <c:v>0.22534722222189885</c:v>
                </c:pt>
                <c:pt idx="19471">
                  <c:v>0.22535879629140254</c:v>
                </c:pt>
                <c:pt idx="19472">
                  <c:v>0.22537037036818219</c:v>
                </c:pt>
                <c:pt idx="19473">
                  <c:v>0.22538194444496185</c:v>
                </c:pt>
                <c:pt idx="19474">
                  <c:v>0.22539351851446554</c:v>
                </c:pt>
                <c:pt idx="19475">
                  <c:v>0.22540509259124519</c:v>
                </c:pt>
                <c:pt idx="19476">
                  <c:v>0.22541666666074889</c:v>
                </c:pt>
                <c:pt idx="19477">
                  <c:v>0.22542824073752854</c:v>
                </c:pt>
                <c:pt idx="19478">
                  <c:v>0.22543981481430819</c:v>
                </c:pt>
                <c:pt idx="19479">
                  <c:v>0.22545138888381189</c:v>
                </c:pt>
                <c:pt idx="19480">
                  <c:v>0.22546296296059154</c:v>
                </c:pt>
                <c:pt idx="19481">
                  <c:v>0.22547453703737119</c:v>
                </c:pt>
                <c:pt idx="19482">
                  <c:v>0.22548611110687489</c:v>
                </c:pt>
                <c:pt idx="19483">
                  <c:v>0.22549768518365454</c:v>
                </c:pt>
                <c:pt idx="19484">
                  <c:v>0.22550925926043419</c:v>
                </c:pt>
                <c:pt idx="19485">
                  <c:v>0.22552083332993789</c:v>
                </c:pt>
                <c:pt idx="19486">
                  <c:v>0.22553240740671754</c:v>
                </c:pt>
                <c:pt idx="19487">
                  <c:v>0.22554398147622123</c:v>
                </c:pt>
                <c:pt idx="19488">
                  <c:v>0.22555555555300089</c:v>
                </c:pt>
                <c:pt idx="19489">
                  <c:v>0.22556712962978054</c:v>
                </c:pt>
                <c:pt idx="19490">
                  <c:v>0.22557870369928423</c:v>
                </c:pt>
                <c:pt idx="19491">
                  <c:v>0.22559027777606389</c:v>
                </c:pt>
                <c:pt idx="19492">
                  <c:v>0.22560185185284354</c:v>
                </c:pt>
                <c:pt idx="19493">
                  <c:v>0.22561342592234723</c:v>
                </c:pt>
                <c:pt idx="19494">
                  <c:v>0.22562499999912689</c:v>
                </c:pt>
                <c:pt idx="19495">
                  <c:v>0.22563657406863058</c:v>
                </c:pt>
                <c:pt idx="19496">
                  <c:v>0.22564814814541023</c:v>
                </c:pt>
                <c:pt idx="19497">
                  <c:v>0.22565972222218988</c:v>
                </c:pt>
                <c:pt idx="19498">
                  <c:v>0.22567129629169358</c:v>
                </c:pt>
                <c:pt idx="19499">
                  <c:v>0.22568287036847323</c:v>
                </c:pt>
                <c:pt idx="19500">
                  <c:v>0.22569444444525288</c:v>
                </c:pt>
                <c:pt idx="19501">
                  <c:v>0.22570601851475658</c:v>
                </c:pt>
                <c:pt idx="19502">
                  <c:v>0.22571759259153623</c:v>
                </c:pt>
                <c:pt idx="19503">
                  <c:v>0.22572916666103993</c:v>
                </c:pt>
                <c:pt idx="19504">
                  <c:v>0.22574074073781958</c:v>
                </c:pt>
                <c:pt idx="19505">
                  <c:v>0.22575231481459923</c:v>
                </c:pt>
                <c:pt idx="19506">
                  <c:v>0.22576388888410293</c:v>
                </c:pt>
                <c:pt idx="19507">
                  <c:v>0.22577546296088258</c:v>
                </c:pt>
                <c:pt idx="19508">
                  <c:v>0.22578703703766223</c:v>
                </c:pt>
                <c:pt idx="19509">
                  <c:v>0.22579861110716593</c:v>
                </c:pt>
                <c:pt idx="19510">
                  <c:v>0.22581018518394558</c:v>
                </c:pt>
                <c:pt idx="19511">
                  <c:v>0.22582175925344927</c:v>
                </c:pt>
                <c:pt idx="19512">
                  <c:v>0.22583333333022892</c:v>
                </c:pt>
                <c:pt idx="19513">
                  <c:v>0.22584490740700858</c:v>
                </c:pt>
                <c:pt idx="19514">
                  <c:v>0.22585648147651227</c:v>
                </c:pt>
                <c:pt idx="19515">
                  <c:v>0.22586805555329192</c:v>
                </c:pt>
                <c:pt idx="19516">
                  <c:v>0.22587962963007158</c:v>
                </c:pt>
                <c:pt idx="19517">
                  <c:v>0.22589120369957527</c:v>
                </c:pt>
                <c:pt idx="19518">
                  <c:v>0.22590277777635492</c:v>
                </c:pt>
                <c:pt idx="19519">
                  <c:v>0.22591435185313458</c:v>
                </c:pt>
                <c:pt idx="19520">
                  <c:v>0.22592592592263827</c:v>
                </c:pt>
                <c:pt idx="19521">
                  <c:v>0.22593749999941792</c:v>
                </c:pt>
                <c:pt idx="19522">
                  <c:v>0.22594907406892162</c:v>
                </c:pt>
                <c:pt idx="19523">
                  <c:v>0.22596064814570127</c:v>
                </c:pt>
                <c:pt idx="19524">
                  <c:v>0.22597222222248092</c:v>
                </c:pt>
                <c:pt idx="19525">
                  <c:v>0.22598379629198462</c:v>
                </c:pt>
                <c:pt idx="19526">
                  <c:v>0.22599537036876427</c:v>
                </c:pt>
                <c:pt idx="19527">
                  <c:v>0.22600694444554392</c:v>
                </c:pt>
                <c:pt idx="19528">
                  <c:v>0.22601851851504762</c:v>
                </c:pt>
                <c:pt idx="19529">
                  <c:v>0.22603009259182727</c:v>
                </c:pt>
                <c:pt idx="19530">
                  <c:v>0.22604166666133096</c:v>
                </c:pt>
                <c:pt idx="19531">
                  <c:v>0.22605324073811062</c:v>
                </c:pt>
                <c:pt idx="19532">
                  <c:v>0.22606481481489027</c:v>
                </c:pt>
                <c:pt idx="19533">
                  <c:v>0.22607638888439396</c:v>
                </c:pt>
                <c:pt idx="19534">
                  <c:v>0.22608796296117362</c:v>
                </c:pt>
                <c:pt idx="19535">
                  <c:v>0.22609953703795327</c:v>
                </c:pt>
                <c:pt idx="19536">
                  <c:v>0.22611111110745696</c:v>
                </c:pt>
                <c:pt idx="19537">
                  <c:v>0.22612268518423662</c:v>
                </c:pt>
                <c:pt idx="19538">
                  <c:v>0.22613425925374031</c:v>
                </c:pt>
                <c:pt idx="19539">
                  <c:v>0.22614583333051996</c:v>
                </c:pt>
                <c:pt idx="19540">
                  <c:v>0.22615740740729962</c:v>
                </c:pt>
                <c:pt idx="19541">
                  <c:v>0.22616898147680331</c:v>
                </c:pt>
                <c:pt idx="19542">
                  <c:v>0.22618055555358296</c:v>
                </c:pt>
                <c:pt idx="19543">
                  <c:v>0.22619212963036261</c:v>
                </c:pt>
                <c:pt idx="19544">
                  <c:v>0.22620370369986631</c:v>
                </c:pt>
                <c:pt idx="19545">
                  <c:v>0.22621527777664596</c:v>
                </c:pt>
                <c:pt idx="19546">
                  <c:v>0.22622685184614966</c:v>
                </c:pt>
                <c:pt idx="19547">
                  <c:v>0.22623842592292931</c:v>
                </c:pt>
                <c:pt idx="19548">
                  <c:v>0.22624999999970896</c:v>
                </c:pt>
                <c:pt idx="19549">
                  <c:v>0.22626157406921266</c:v>
                </c:pt>
                <c:pt idx="19550">
                  <c:v>0.22627314814599231</c:v>
                </c:pt>
                <c:pt idx="19551">
                  <c:v>0.22628472222277196</c:v>
                </c:pt>
                <c:pt idx="19552">
                  <c:v>0.22629629629227566</c:v>
                </c:pt>
                <c:pt idx="19553">
                  <c:v>0.22630787036905531</c:v>
                </c:pt>
                <c:pt idx="19554">
                  <c:v>0.226319444438559</c:v>
                </c:pt>
                <c:pt idx="19555">
                  <c:v>0.22633101851533866</c:v>
                </c:pt>
                <c:pt idx="19556">
                  <c:v>0.22634259259211831</c:v>
                </c:pt>
                <c:pt idx="19557">
                  <c:v>0.226354166661622</c:v>
                </c:pt>
                <c:pt idx="19558">
                  <c:v>0.22636574073840166</c:v>
                </c:pt>
                <c:pt idx="19559">
                  <c:v>0.22637731481518131</c:v>
                </c:pt>
                <c:pt idx="19560">
                  <c:v>0.226388888884685</c:v>
                </c:pt>
                <c:pt idx="19561">
                  <c:v>0.22640046296146465</c:v>
                </c:pt>
                <c:pt idx="19562">
                  <c:v>0.22641203703824431</c:v>
                </c:pt>
                <c:pt idx="19563">
                  <c:v>0.226423611107748</c:v>
                </c:pt>
                <c:pt idx="19564">
                  <c:v>0.22643518518452765</c:v>
                </c:pt>
                <c:pt idx="19565">
                  <c:v>0.22644675925403135</c:v>
                </c:pt>
                <c:pt idx="19566">
                  <c:v>0.226458333330811</c:v>
                </c:pt>
                <c:pt idx="19567">
                  <c:v>0.22646990740759065</c:v>
                </c:pt>
                <c:pt idx="19568">
                  <c:v>0.22648148147709435</c:v>
                </c:pt>
                <c:pt idx="19569">
                  <c:v>0.226493055553874</c:v>
                </c:pt>
                <c:pt idx="19570">
                  <c:v>0.22650462963065365</c:v>
                </c:pt>
                <c:pt idx="19571">
                  <c:v>0.22651620370015735</c:v>
                </c:pt>
                <c:pt idx="19572">
                  <c:v>0.226527777776937</c:v>
                </c:pt>
                <c:pt idx="19573">
                  <c:v>0.2265393518464407</c:v>
                </c:pt>
                <c:pt idx="19574">
                  <c:v>0.22655092592322035</c:v>
                </c:pt>
                <c:pt idx="19575">
                  <c:v>0.2265625</c:v>
                </c:pt>
                <c:pt idx="19576">
                  <c:v>0.22657407406950369</c:v>
                </c:pt>
                <c:pt idx="19577">
                  <c:v>0.22658564814628335</c:v>
                </c:pt>
                <c:pt idx="19578">
                  <c:v>0.226597222223063</c:v>
                </c:pt>
                <c:pt idx="19579">
                  <c:v>0.22660879629256669</c:v>
                </c:pt>
                <c:pt idx="19580">
                  <c:v>0.22662037036934635</c:v>
                </c:pt>
                <c:pt idx="19581">
                  <c:v>0.22663194443885004</c:v>
                </c:pt>
                <c:pt idx="19582">
                  <c:v>0.22664351851562969</c:v>
                </c:pt>
                <c:pt idx="19583">
                  <c:v>0.22665509259240935</c:v>
                </c:pt>
                <c:pt idx="19584">
                  <c:v>0.22666666666191304</c:v>
                </c:pt>
                <c:pt idx="19585">
                  <c:v>0.22667824073869269</c:v>
                </c:pt>
                <c:pt idx="19586">
                  <c:v>0.22668981481547235</c:v>
                </c:pt>
                <c:pt idx="19587">
                  <c:v>0.22670138888497604</c:v>
                </c:pt>
                <c:pt idx="19588">
                  <c:v>0.22671296296175569</c:v>
                </c:pt>
                <c:pt idx="19589">
                  <c:v>0.22672453703125939</c:v>
                </c:pt>
                <c:pt idx="19590">
                  <c:v>0.22673611110803904</c:v>
                </c:pt>
                <c:pt idx="19591">
                  <c:v>0.22674768518481869</c:v>
                </c:pt>
                <c:pt idx="19592">
                  <c:v>0.22675925925432239</c:v>
                </c:pt>
                <c:pt idx="19593">
                  <c:v>0.22677083333110204</c:v>
                </c:pt>
                <c:pt idx="19594">
                  <c:v>0.22678240740788169</c:v>
                </c:pt>
                <c:pt idx="19595">
                  <c:v>0.22679398147738539</c:v>
                </c:pt>
                <c:pt idx="19596">
                  <c:v>0.22680555555416504</c:v>
                </c:pt>
                <c:pt idx="19597">
                  <c:v>0.22681712963094469</c:v>
                </c:pt>
                <c:pt idx="19598">
                  <c:v>0.22682870370044839</c:v>
                </c:pt>
                <c:pt idx="19599">
                  <c:v>0.22684027777722804</c:v>
                </c:pt>
                <c:pt idx="19600">
                  <c:v>0.22685185184673173</c:v>
                </c:pt>
                <c:pt idx="19601">
                  <c:v>0.22686342592351139</c:v>
                </c:pt>
                <c:pt idx="19602">
                  <c:v>0.22687500000029104</c:v>
                </c:pt>
                <c:pt idx="19603">
                  <c:v>0.22688657406979473</c:v>
                </c:pt>
                <c:pt idx="19604">
                  <c:v>0.22689814814657439</c:v>
                </c:pt>
                <c:pt idx="19605">
                  <c:v>0.22690972222335404</c:v>
                </c:pt>
                <c:pt idx="19606">
                  <c:v>0.22692129629285773</c:v>
                </c:pt>
                <c:pt idx="19607">
                  <c:v>0.22693287036963739</c:v>
                </c:pt>
                <c:pt idx="19608">
                  <c:v>0.22694444443914108</c:v>
                </c:pt>
                <c:pt idx="19609">
                  <c:v>0.22695601851592073</c:v>
                </c:pt>
                <c:pt idx="19610">
                  <c:v>0.22696759259270038</c:v>
                </c:pt>
                <c:pt idx="19611">
                  <c:v>0.22697916666220408</c:v>
                </c:pt>
                <c:pt idx="19612">
                  <c:v>0.22699074073898373</c:v>
                </c:pt>
                <c:pt idx="19613">
                  <c:v>0.22700231481576338</c:v>
                </c:pt>
                <c:pt idx="19614">
                  <c:v>0.22701388888526708</c:v>
                </c:pt>
                <c:pt idx="19615">
                  <c:v>0.22702546296204673</c:v>
                </c:pt>
                <c:pt idx="19616">
                  <c:v>0.22703703703155043</c:v>
                </c:pt>
                <c:pt idx="19617">
                  <c:v>0.22704861110833008</c:v>
                </c:pt>
                <c:pt idx="19618">
                  <c:v>0.22706018518510973</c:v>
                </c:pt>
                <c:pt idx="19619">
                  <c:v>0.22707175925461343</c:v>
                </c:pt>
                <c:pt idx="19620">
                  <c:v>0.22708333333139308</c:v>
                </c:pt>
                <c:pt idx="19621">
                  <c:v>0.22709490740817273</c:v>
                </c:pt>
                <c:pt idx="19622">
                  <c:v>0.22710648147767643</c:v>
                </c:pt>
                <c:pt idx="19623">
                  <c:v>0.22711805555445608</c:v>
                </c:pt>
                <c:pt idx="19624">
                  <c:v>0.22712962962395977</c:v>
                </c:pt>
                <c:pt idx="19625">
                  <c:v>0.22714120370073942</c:v>
                </c:pt>
                <c:pt idx="19626">
                  <c:v>0.22715277777751908</c:v>
                </c:pt>
                <c:pt idx="19627">
                  <c:v>0.22716435184702277</c:v>
                </c:pt>
                <c:pt idx="19628">
                  <c:v>0.22717592592380242</c:v>
                </c:pt>
                <c:pt idx="19629">
                  <c:v>0.22718750000058208</c:v>
                </c:pt>
                <c:pt idx="19630">
                  <c:v>0.22719907407008577</c:v>
                </c:pt>
                <c:pt idx="19631">
                  <c:v>0.22721064814686542</c:v>
                </c:pt>
                <c:pt idx="19632">
                  <c:v>0.22722222221636912</c:v>
                </c:pt>
                <c:pt idx="19633">
                  <c:v>0.22723379629314877</c:v>
                </c:pt>
                <c:pt idx="19634">
                  <c:v>0.22724537036992842</c:v>
                </c:pt>
                <c:pt idx="19635">
                  <c:v>0.22725694443943212</c:v>
                </c:pt>
                <c:pt idx="19636">
                  <c:v>0.22726851851621177</c:v>
                </c:pt>
                <c:pt idx="19637">
                  <c:v>0.22728009259299142</c:v>
                </c:pt>
                <c:pt idx="19638">
                  <c:v>0.22729166666249512</c:v>
                </c:pt>
                <c:pt idx="19639">
                  <c:v>0.22730324073927477</c:v>
                </c:pt>
                <c:pt idx="19640">
                  <c:v>0.22731481481605442</c:v>
                </c:pt>
                <c:pt idx="19641">
                  <c:v>0.22732638888555812</c:v>
                </c:pt>
                <c:pt idx="19642">
                  <c:v>0.22733796296233777</c:v>
                </c:pt>
                <c:pt idx="19643">
                  <c:v>0.22734953703184146</c:v>
                </c:pt>
                <c:pt idx="19644">
                  <c:v>0.22736111110862112</c:v>
                </c:pt>
                <c:pt idx="19645">
                  <c:v>0.22737268518540077</c:v>
                </c:pt>
                <c:pt idx="19646">
                  <c:v>0.22738425925490446</c:v>
                </c:pt>
                <c:pt idx="19647">
                  <c:v>0.22739583333168412</c:v>
                </c:pt>
                <c:pt idx="19648">
                  <c:v>0.22740740740846377</c:v>
                </c:pt>
                <c:pt idx="19649">
                  <c:v>0.22741898147796746</c:v>
                </c:pt>
                <c:pt idx="19650">
                  <c:v>0.22743055555474712</c:v>
                </c:pt>
                <c:pt idx="19651">
                  <c:v>0.22744212962425081</c:v>
                </c:pt>
                <c:pt idx="19652">
                  <c:v>0.22745370370103046</c:v>
                </c:pt>
                <c:pt idx="19653">
                  <c:v>0.22746527777781012</c:v>
                </c:pt>
                <c:pt idx="19654">
                  <c:v>0.22747685184731381</c:v>
                </c:pt>
                <c:pt idx="19655">
                  <c:v>0.22748842592409346</c:v>
                </c:pt>
                <c:pt idx="19656">
                  <c:v>0.22750000000087311</c:v>
                </c:pt>
                <c:pt idx="19657">
                  <c:v>0.22751157407037681</c:v>
                </c:pt>
                <c:pt idx="19658">
                  <c:v>0.22752314814715646</c:v>
                </c:pt>
                <c:pt idx="19659">
                  <c:v>0.22753472221666016</c:v>
                </c:pt>
                <c:pt idx="19660">
                  <c:v>0.22754629629343981</c:v>
                </c:pt>
                <c:pt idx="19661">
                  <c:v>0.22755787037021946</c:v>
                </c:pt>
                <c:pt idx="19662">
                  <c:v>0.22756944443972316</c:v>
                </c:pt>
                <c:pt idx="19663">
                  <c:v>0.22758101851650281</c:v>
                </c:pt>
                <c:pt idx="19664">
                  <c:v>0.22759259259328246</c:v>
                </c:pt>
                <c:pt idx="19665">
                  <c:v>0.22760416666278616</c:v>
                </c:pt>
                <c:pt idx="19666">
                  <c:v>0.22761574073956581</c:v>
                </c:pt>
                <c:pt idx="19667">
                  <c:v>0.2276273148090695</c:v>
                </c:pt>
                <c:pt idx="19668">
                  <c:v>0.22763888888584916</c:v>
                </c:pt>
                <c:pt idx="19669">
                  <c:v>0.22765046296262881</c:v>
                </c:pt>
                <c:pt idx="19670">
                  <c:v>0.2276620370321325</c:v>
                </c:pt>
                <c:pt idx="19671">
                  <c:v>0.22767361110891216</c:v>
                </c:pt>
                <c:pt idx="19672">
                  <c:v>0.22768518518569181</c:v>
                </c:pt>
                <c:pt idx="19673">
                  <c:v>0.2276967592551955</c:v>
                </c:pt>
                <c:pt idx="19674">
                  <c:v>0.22770833333197515</c:v>
                </c:pt>
                <c:pt idx="19675">
                  <c:v>0.22771990740147885</c:v>
                </c:pt>
                <c:pt idx="19676">
                  <c:v>0.2277314814782585</c:v>
                </c:pt>
                <c:pt idx="19677">
                  <c:v>0.22774305555503815</c:v>
                </c:pt>
                <c:pt idx="19678">
                  <c:v>0.22775462962454185</c:v>
                </c:pt>
                <c:pt idx="19679">
                  <c:v>0.2277662037013215</c:v>
                </c:pt>
                <c:pt idx="19680">
                  <c:v>0.22777777777810115</c:v>
                </c:pt>
                <c:pt idx="19681">
                  <c:v>0.22778935184760485</c:v>
                </c:pt>
                <c:pt idx="19682">
                  <c:v>0.2278009259243845</c:v>
                </c:pt>
                <c:pt idx="19683">
                  <c:v>0.22781250000116415</c:v>
                </c:pt>
                <c:pt idx="19684">
                  <c:v>0.22782407407066785</c:v>
                </c:pt>
                <c:pt idx="19685">
                  <c:v>0.2278356481474475</c:v>
                </c:pt>
                <c:pt idx="19686">
                  <c:v>0.2278472222169512</c:v>
                </c:pt>
                <c:pt idx="19687">
                  <c:v>0.22785879629373085</c:v>
                </c:pt>
                <c:pt idx="19688">
                  <c:v>0.2278703703705105</c:v>
                </c:pt>
                <c:pt idx="19689">
                  <c:v>0.22788194444001419</c:v>
                </c:pt>
                <c:pt idx="19690">
                  <c:v>0.22789351851679385</c:v>
                </c:pt>
                <c:pt idx="19691">
                  <c:v>0.2279050925935735</c:v>
                </c:pt>
                <c:pt idx="19692">
                  <c:v>0.22791666666307719</c:v>
                </c:pt>
                <c:pt idx="19693">
                  <c:v>0.22792824073985685</c:v>
                </c:pt>
                <c:pt idx="19694">
                  <c:v>0.22793981480936054</c:v>
                </c:pt>
                <c:pt idx="19695">
                  <c:v>0.22795138888614019</c:v>
                </c:pt>
                <c:pt idx="19696">
                  <c:v>0.22796296296291985</c:v>
                </c:pt>
                <c:pt idx="19697">
                  <c:v>0.22797453703242354</c:v>
                </c:pt>
                <c:pt idx="19698">
                  <c:v>0.22798611110920319</c:v>
                </c:pt>
                <c:pt idx="19699">
                  <c:v>0.22799768518598285</c:v>
                </c:pt>
                <c:pt idx="19700">
                  <c:v>0.22800925925548654</c:v>
                </c:pt>
                <c:pt idx="19701">
                  <c:v>0.22802083333226619</c:v>
                </c:pt>
                <c:pt idx="19702">
                  <c:v>0.22803240740176989</c:v>
                </c:pt>
                <c:pt idx="19703">
                  <c:v>0.22804398147854954</c:v>
                </c:pt>
                <c:pt idx="19704">
                  <c:v>0.22805555555532919</c:v>
                </c:pt>
                <c:pt idx="19705">
                  <c:v>0.22806712962483289</c:v>
                </c:pt>
                <c:pt idx="19706">
                  <c:v>0.22807870370161254</c:v>
                </c:pt>
                <c:pt idx="19707">
                  <c:v>0.22809027777839219</c:v>
                </c:pt>
                <c:pt idx="19708">
                  <c:v>0.22810185184789589</c:v>
                </c:pt>
                <c:pt idx="19709">
                  <c:v>0.22811342592467554</c:v>
                </c:pt>
                <c:pt idx="19710">
                  <c:v>0.22812499999417923</c:v>
                </c:pt>
                <c:pt idx="19711">
                  <c:v>0.22813657407095889</c:v>
                </c:pt>
                <c:pt idx="19712">
                  <c:v>0.22814814814773854</c:v>
                </c:pt>
                <c:pt idx="19713">
                  <c:v>0.22815972221724223</c:v>
                </c:pt>
                <c:pt idx="19714">
                  <c:v>0.22817129629402189</c:v>
                </c:pt>
                <c:pt idx="19715">
                  <c:v>0.22818287037080154</c:v>
                </c:pt>
                <c:pt idx="19716">
                  <c:v>0.22819444444030523</c:v>
                </c:pt>
                <c:pt idx="19717">
                  <c:v>0.22820601851708489</c:v>
                </c:pt>
                <c:pt idx="19718">
                  <c:v>0.22821759259386454</c:v>
                </c:pt>
                <c:pt idx="19719">
                  <c:v>0.22822916666336823</c:v>
                </c:pt>
                <c:pt idx="19720">
                  <c:v>0.22824074074014788</c:v>
                </c:pt>
                <c:pt idx="19721">
                  <c:v>0.22825231480965158</c:v>
                </c:pt>
                <c:pt idx="19722">
                  <c:v>0.22826388888643123</c:v>
                </c:pt>
                <c:pt idx="19723">
                  <c:v>0.22827546296321088</c:v>
                </c:pt>
                <c:pt idx="19724">
                  <c:v>0.22828703703271458</c:v>
                </c:pt>
                <c:pt idx="19725">
                  <c:v>0.22829861110949423</c:v>
                </c:pt>
                <c:pt idx="19726">
                  <c:v>0.22831018518627388</c:v>
                </c:pt>
                <c:pt idx="19727">
                  <c:v>0.22832175925577758</c:v>
                </c:pt>
                <c:pt idx="19728">
                  <c:v>0.22833333333255723</c:v>
                </c:pt>
                <c:pt idx="19729">
                  <c:v>0.22834490740206093</c:v>
                </c:pt>
                <c:pt idx="19730">
                  <c:v>0.22835648147884058</c:v>
                </c:pt>
                <c:pt idx="19731">
                  <c:v>0.22836805555562023</c:v>
                </c:pt>
                <c:pt idx="19732">
                  <c:v>0.22837962962512393</c:v>
                </c:pt>
                <c:pt idx="19733">
                  <c:v>0.22839120370190358</c:v>
                </c:pt>
                <c:pt idx="19734">
                  <c:v>0.22840277777868323</c:v>
                </c:pt>
                <c:pt idx="19735">
                  <c:v>0.22841435184818693</c:v>
                </c:pt>
                <c:pt idx="19736">
                  <c:v>0.22842592592496658</c:v>
                </c:pt>
                <c:pt idx="19737">
                  <c:v>0.22843749999447027</c:v>
                </c:pt>
                <c:pt idx="19738">
                  <c:v>0.22844907407124992</c:v>
                </c:pt>
                <c:pt idx="19739">
                  <c:v>0.22846064814802958</c:v>
                </c:pt>
                <c:pt idx="19740">
                  <c:v>0.22847222221753327</c:v>
                </c:pt>
                <c:pt idx="19741">
                  <c:v>0.22848379629431292</c:v>
                </c:pt>
                <c:pt idx="19742">
                  <c:v>0.22849537037109258</c:v>
                </c:pt>
                <c:pt idx="19743">
                  <c:v>0.22850694444059627</c:v>
                </c:pt>
                <c:pt idx="19744">
                  <c:v>0.22851851851737592</c:v>
                </c:pt>
                <c:pt idx="19745">
                  <c:v>0.22853009258687962</c:v>
                </c:pt>
                <c:pt idx="19746">
                  <c:v>0.22854166666365927</c:v>
                </c:pt>
                <c:pt idx="19747">
                  <c:v>0.22855324074043892</c:v>
                </c:pt>
                <c:pt idx="19748">
                  <c:v>0.22856481480994262</c:v>
                </c:pt>
                <c:pt idx="19749">
                  <c:v>0.22857638888672227</c:v>
                </c:pt>
                <c:pt idx="19750">
                  <c:v>0.22858796296350192</c:v>
                </c:pt>
                <c:pt idx="19751">
                  <c:v>0.22859953703300562</c:v>
                </c:pt>
                <c:pt idx="19752">
                  <c:v>0.22861111110978527</c:v>
                </c:pt>
                <c:pt idx="19753">
                  <c:v>0.22862268517928896</c:v>
                </c:pt>
                <c:pt idx="19754">
                  <c:v>0.22863425925606862</c:v>
                </c:pt>
                <c:pt idx="19755">
                  <c:v>0.22864583333284827</c:v>
                </c:pt>
                <c:pt idx="19756">
                  <c:v>0.22865740740235196</c:v>
                </c:pt>
                <c:pt idx="19757">
                  <c:v>0.22866898147913162</c:v>
                </c:pt>
                <c:pt idx="19758">
                  <c:v>0.22868055555591127</c:v>
                </c:pt>
                <c:pt idx="19759">
                  <c:v>0.22869212962541496</c:v>
                </c:pt>
                <c:pt idx="19760">
                  <c:v>0.22870370370219462</c:v>
                </c:pt>
                <c:pt idx="19761">
                  <c:v>0.22871527777897427</c:v>
                </c:pt>
                <c:pt idx="19762">
                  <c:v>0.22872685184847796</c:v>
                </c:pt>
                <c:pt idx="19763">
                  <c:v>0.22873842592525762</c:v>
                </c:pt>
                <c:pt idx="19764">
                  <c:v>0.22874999999476131</c:v>
                </c:pt>
                <c:pt idx="19765">
                  <c:v>0.22876157407154096</c:v>
                </c:pt>
                <c:pt idx="19766">
                  <c:v>0.22877314814832062</c:v>
                </c:pt>
                <c:pt idx="19767">
                  <c:v>0.22878472221782431</c:v>
                </c:pt>
                <c:pt idx="19768">
                  <c:v>0.22879629629460396</c:v>
                </c:pt>
                <c:pt idx="19769">
                  <c:v>0.22880787037138361</c:v>
                </c:pt>
                <c:pt idx="19770">
                  <c:v>0.22881944444088731</c:v>
                </c:pt>
                <c:pt idx="19771">
                  <c:v>0.22883101851766696</c:v>
                </c:pt>
                <c:pt idx="19772">
                  <c:v>0.22884259258717066</c:v>
                </c:pt>
                <c:pt idx="19773">
                  <c:v>0.22885416666395031</c:v>
                </c:pt>
                <c:pt idx="19774">
                  <c:v>0.22886574074072996</c:v>
                </c:pt>
                <c:pt idx="19775">
                  <c:v>0.22887731481023366</c:v>
                </c:pt>
                <c:pt idx="19776">
                  <c:v>0.22888888888701331</c:v>
                </c:pt>
                <c:pt idx="19777">
                  <c:v>0.22890046296379296</c:v>
                </c:pt>
                <c:pt idx="19778">
                  <c:v>0.22891203703329666</c:v>
                </c:pt>
                <c:pt idx="19779">
                  <c:v>0.22892361111007631</c:v>
                </c:pt>
                <c:pt idx="19780">
                  <c:v>0.22893518517958</c:v>
                </c:pt>
                <c:pt idx="19781">
                  <c:v>0.22894675925635966</c:v>
                </c:pt>
                <c:pt idx="19782">
                  <c:v>0.22895833333313931</c:v>
                </c:pt>
                <c:pt idx="19783">
                  <c:v>0.228969907402643</c:v>
                </c:pt>
                <c:pt idx="19784">
                  <c:v>0.22898148147942265</c:v>
                </c:pt>
                <c:pt idx="19785">
                  <c:v>0.22899305555620231</c:v>
                </c:pt>
                <c:pt idx="19786">
                  <c:v>0.229004629625706</c:v>
                </c:pt>
                <c:pt idx="19787">
                  <c:v>0.22901620370248565</c:v>
                </c:pt>
                <c:pt idx="19788">
                  <c:v>0.22902777777198935</c:v>
                </c:pt>
                <c:pt idx="19789">
                  <c:v>0.229039351848769</c:v>
                </c:pt>
                <c:pt idx="19790">
                  <c:v>0.22905092592554865</c:v>
                </c:pt>
                <c:pt idx="19791">
                  <c:v>0.22906249999505235</c:v>
                </c:pt>
                <c:pt idx="19792">
                  <c:v>0.229074074071832</c:v>
                </c:pt>
                <c:pt idx="19793">
                  <c:v>0.22908564814861165</c:v>
                </c:pt>
                <c:pt idx="19794">
                  <c:v>0.22909722221811535</c:v>
                </c:pt>
                <c:pt idx="19795">
                  <c:v>0.229108796294895</c:v>
                </c:pt>
                <c:pt idx="19796">
                  <c:v>0.22912037037167465</c:v>
                </c:pt>
                <c:pt idx="19797">
                  <c:v>0.22913194444117835</c:v>
                </c:pt>
                <c:pt idx="19798">
                  <c:v>0.229143518517958</c:v>
                </c:pt>
                <c:pt idx="19799">
                  <c:v>0.2291550925874617</c:v>
                </c:pt>
                <c:pt idx="19800">
                  <c:v>0.22916666666424135</c:v>
                </c:pt>
                <c:pt idx="19801">
                  <c:v>0.229178240741021</c:v>
                </c:pt>
                <c:pt idx="19802">
                  <c:v>0.22918981481052469</c:v>
                </c:pt>
                <c:pt idx="19803">
                  <c:v>0.22920138888730435</c:v>
                </c:pt>
                <c:pt idx="19804">
                  <c:v>0.229212962964084</c:v>
                </c:pt>
                <c:pt idx="19805">
                  <c:v>0.22922453703358769</c:v>
                </c:pt>
                <c:pt idx="19806">
                  <c:v>0.22923611111036735</c:v>
                </c:pt>
                <c:pt idx="19807">
                  <c:v>0.22924768517987104</c:v>
                </c:pt>
                <c:pt idx="19808">
                  <c:v>0.22925925925665069</c:v>
                </c:pt>
                <c:pt idx="19809">
                  <c:v>0.22927083333343035</c:v>
                </c:pt>
                <c:pt idx="19810">
                  <c:v>0.22928240740293404</c:v>
                </c:pt>
                <c:pt idx="19811">
                  <c:v>0.22929398147971369</c:v>
                </c:pt>
                <c:pt idx="19812">
                  <c:v>0.22930555555649335</c:v>
                </c:pt>
                <c:pt idx="19813">
                  <c:v>0.22931712962599704</c:v>
                </c:pt>
                <c:pt idx="19814">
                  <c:v>0.22932870370277669</c:v>
                </c:pt>
                <c:pt idx="19815">
                  <c:v>0.22934027777228039</c:v>
                </c:pt>
                <c:pt idx="19816">
                  <c:v>0.22935185184906004</c:v>
                </c:pt>
                <c:pt idx="19817">
                  <c:v>0.22936342592583969</c:v>
                </c:pt>
                <c:pt idx="19818">
                  <c:v>0.22937499999534339</c:v>
                </c:pt>
                <c:pt idx="19819">
                  <c:v>0.22938657407212304</c:v>
                </c:pt>
                <c:pt idx="19820">
                  <c:v>0.22939814814890269</c:v>
                </c:pt>
                <c:pt idx="19821">
                  <c:v>0.22940972221840639</c:v>
                </c:pt>
                <c:pt idx="19822">
                  <c:v>0.22942129629518604</c:v>
                </c:pt>
                <c:pt idx="19823">
                  <c:v>0.22943287036468973</c:v>
                </c:pt>
                <c:pt idx="19824">
                  <c:v>0.22944444444146939</c:v>
                </c:pt>
                <c:pt idx="19825">
                  <c:v>0.22945601851824904</c:v>
                </c:pt>
                <c:pt idx="19826">
                  <c:v>0.22946759258775273</c:v>
                </c:pt>
                <c:pt idx="19827">
                  <c:v>0.22947916666453239</c:v>
                </c:pt>
                <c:pt idx="19828">
                  <c:v>0.22949074074131204</c:v>
                </c:pt>
                <c:pt idx="19829">
                  <c:v>0.22950231481081573</c:v>
                </c:pt>
                <c:pt idx="19830">
                  <c:v>0.22951388888759539</c:v>
                </c:pt>
                <c:pt idx="19831">
                  <c:v>0.22952546295709908</c:v>
                </c:pt>
                <c:pt idx="19832">
                  <c:v>0.22953703703387873</c:v>
                </c:pt>
                <c:pt idx="19833">
                  <c:v>0.22954861111065838</c:v>
                </c:pt>
                <c:pt idx="19834">
                  <c:v>0.22956018518016208</c:v>
                </c:pt>
                <c:pt idx="19835">
                  <c:v>0.22957175925694173</c:v>
                </c:pt>
                <c:pt idx="19836">
                  <c:v>0.22958333333372138</c:v>
                </c:pt>
                <c:pt idx="19837">
                  <c:v>0.22959490740322508</c:v>
                </c:pt>
                <c:pt idx="19838">
                  <c:v>0.22960648148000473</c:v>
                </c:pt>
                <c:pt idx="19839">
                  <c:v>0.22961805555678438</c:v>
                </c:pt>
                <c:pt idx="19840">
                  <c:v>0.22962962962628808</c:v>
                </c:pt>
                <c:pt idx="19841">
                  <c:v>0.22964120370306773</c:v>
                </c:pt>
                <c:pt idx="19842">
                  <c:v>0.22965277777257143</c:v>
                </c:pt>
                <c:pt idx="19843">
                  <c:v>0.22966435184935108</c:v>
                </c:pt>
                <c:pt idx="19844">
                  <c:v>0.22967592592613073</c:v>
                </c:pt>
                <c:pt idx="19845">
                  <c:v>0.22968749999563443</c:v>
                </c:pt>
                <c:pt idx="19846">
                  <c:v>0.22969907407241408</c:v>
                </c:pt>
                <c:pt idx="19847">
                  <c:v>0.22971064814919373</c:v>
                </c:pt>
                <c:pt idx="19848">
                  <c:v>0.22972222221869742</c:v>
                </c:pt>
                <c:pt idx="19849">
                  <c:v>0.22973379629547708</c:v>
                </c:pt>
                <c:pt idx="19850">
                  <c:v>0.22974537036498077</c:v>
                </c:pt>
                <c:pt idx="19851">
                  <c:v>0.22975694444176042</c:v>
                </c:pt>
                <c:pt idx="19852">
                  <c:v>0.22976851851854008</c:v>
                </c:pt>
                <c:pt idx="19853">
                  <c:v>0.22978009258804377</c:v>
                </c:pt>
                <c:pt idx="19854">
                  <c:v>0.22979166666482342</c:v>
                </c:pt>
                <c:pt idx="19855">
                  <c:v>0.22980324074160308</c:v>
                </c:pt>
                <c:pt idx="19856">
                  <c:v>0.22981481481110677</c:v>
                </c:pt>
                <c:pt idx="19857">
                  <c:v>0.22982638888788642</c:v>
                </c:pt>
                <c:pt idx="19858">
                  <c:v>0.22983796295739012</c:v>
                </c:pt>
                <c:pt idx="19859">
                  <c:v>0.22984953703416977</c:v>
                </c:pt>
                <c:pt idx="19860">
                  <c:v>0.22986111111094942</c:v>
                </c:pt>
                <c:pt idx="19861">
                  <c:v>0.22987268518045312</c:v>
                </c:pt>
                <c:pt idx="19862">
                  <c:v>0.22988425925723277</c:v>
                </c:pt>
                <c:pt idx="19863">
                  <c:v>0.22989583333401242</c:v>
                </c:pt>
                <c:pt idx="19864">
                  <c:v>0.22990740740351612</c:v>
                </c:pt>
                <c:pt idx="19865">
                  <c:v>0.22991898148029577</c:v>
                </c:pt>
                <c:pt idx="19866">
                  <c:v>0.22993055554979946</c:v>
                </c:pt>
                <c:pt idx="19867">
                  <c:v>0.22994212962657912</c:v>
                </c:pt>
                <c:pt idx="19868">
                  <c:v>0.22995370370335877</c:v>
                </c:pt>
                <c:pt idx="19869">
                  <c:v>0.22996527777286246</c:v>
                </c:pt>
                <c:pt idx="19870">
                  <c:v>0.22997685184964212</c:v>
                </c:pt>
                <c:pt idx="19871">
                  <c:v>0.22998842592642177</c:v>
                </c:pt>
                <c:pt idx="19872">
                  <c:v>0.22999999999592546</c:v>
                </c:pt>
                <c:pt idx="19873">
                  <c:v>0.23001157407270512</c:v>
                </c:pt>
                <c:pt idx="19874">
                  <c:v>0.23002314814948477</c:v>
                </c:pt>
                <c:pt idx="19875">
                  <c:v>0.23003472221898846</c:v>
                </c:pt>
                <c:pt idx="19876">
                  <c:v>0.23004629629576812</c:v>
                </c:pt>
                <c:pt idx="19877">
                  <c:v>0.23005787036527181</c:v>
                </c:pt>
                <c:pt idx="19878">
                  <c:v>0.23006944444205146</c:v>
                </c:pt>
                <c:pt idx="19879">
                  <c:v>0.23008101851883112</c:v>
                </c:pt>
                <c:pt idx="19880">
                  <c:v>0.23009259258833481</c:v>
                </c:pt>
                <c:pt idx="19881">
                  <c:v>0.23010416666511446</c:v>
                </c:pt>
                <c:pt idx="19882">
                  <c:v>0.23011574074189411</c:v>
                </c:pt>
                <c:pt idx="19883">
                  <c:v>0.23012731481139781</c:v>
                </c:pt>
                <c:pt idx="19884">
                  <c:v>0.23013888888817746</c:v>
                </c:pt>
                <c:pt idx="19885">
                  <c:v>0.23015046295768116</c:v>
                </c:pt>
                <c:pt idx="19886">
                  <c:v>0.23016203703446081</c:v>
                </c:pt>
                <c:pt idx="19887">
                  <c:v>0.23017361111124046</c:v>
                </c:pt>
                <c:pt idx="19888">
                  <c:v>0.23018518518074416</c:v>
                </c:pt>
                <c:pt idx="19889">
                  <c:v>0.23019675925752381</c:v>
                </c:pt>
                <c:pt idx="19890">
                  <c:v>0.23020833333430346</c:v>
                </c:pt>
                <c:pt idx="19891">
                  <c:v>0.23021990740380716</c:v>
                </c:pt>
                <c:pt idx="19892">
                  <c:v>0.23023148148058681</c:v>
                </c:pt>
                <c:pt idx="19893">
                  <c:v>0.2302430555500905</c:v>
                </c:pt>
                <c:pt idx="19894">
                  <c:v>0.23025462962687016</c:v>
                </c:pt>
                <c:pt idx="19895">
                  <c:v>0.23026620370364981</c:v>
                </c:pt>
                <c:pt idx="19896">
                  <c:v>0.2302777777731535</c:v>
                </c:pt>
                <c:pt idx="19897">
                  <c:v>0.23028935184993315</c:v>
                </c:pt>
                <c:pt idx="19898">
                  <c:v>0.23030092592671281</c:v>
                </c:pt>
                <c:pt idx="19899">
                  <c:v>0.2303124999962165</c:v>
                </c:pt>
                <c:pt idx="19900">
                  <c:v>0.23032407407299615</c:v>
                </c:pt>
                <c:pt idx="19901">
                  <c:v>0.23033564814249985</c:v>
                </c:pt>
                <c:pt idx="19902">
                  <c:v>0.2303472222192795</c:v>
                </c:pt>
                <c:pt idx="19903">
                  <c:v>0.23035879629605915</c:v>
                </c:pt>
                <c:pt idx="19904">
                  <c:v>0.23037037036556285</c:v>
                </c:pt>
                <c:pt idx="19905">
                  <c:v>0.2303819444423425</c:v>
                </c:pt>
                <c:pt idx="19906">
                  <c:v>0.23039351851912215</c:v>
                </c:pt>
                <c:pt idx="19907">
                  <c:v>0.23040509258862585</c:v>
                </c:pt>
                <c:pt idx="19908">
                  <c:v>0.2304166666654055</c:v>
                </c:pt>
                <c:pt idx="19909">
                  <c:v>0.2304282407349092</c:v>
                </c:pt>
                <c:pt idx="19910">
                  <c:v>0.23043981481168885</c:v>
                </c:pt>
                <c:pt idx="19911">
                  <c:v>0.2304513888884685</c:v>
                </c:pt>
                <c:pt idx="19912">
                  <c:v>0.23046296295797219</c:v>
                </c:pt>
                <c:pt idx="19913">
                  <c:v>0.23047453703475185</c:v>
                </c:pt>
                <c:pt idx="19914">
                  <c:v>0.2304861111115315</c:v>
                </c:pt>
                <c:pt idx="19915">
                  <c:v>0.23049768518103519</c:v>
                </c:pt>
                <c:pt idx="19916">
                  <c:v>0.23050925925781485</c:v>
                </c:pt>
                <c:pt idx="19917">
                  <c:v>0.2305208333345945</c:v>
                </c:pt>
                <c:pt idx="19918">
                  <c:v>0.23053240740409819</c:v>
                </c:pt>
                <c:pt idx="19919">
                  <c:v>0.23054398148087785</c:v>
                </c:pt>
                <c:pt idx="19920">
                  <c:v>0.23055555555038154</c:v>
                </c:pt>
                <c:pt idx="19921">
                  <c:v>0.23056712962716119</c:v>
                </c:pt>
                <c:pt idx="19922">
                  <c:v>0.23057870370394085</c:v>
                </c:pt>
                <c:pt idx="19923">
                  <c:v>0.23059027777344454</c:v>
                </c:pt>
                <c:pt idx="19924">
                  <c:v>0.23060185185022419</c:v>
                </c:pt>
                <c:pt idx="19925">
                  <c:v>0.23061342592700385</c:v>
                </c:pt>
                <c:pt idx="19926">
                  <c:v>0.23062499999650754</c:v>
                </c:pt>
                <c:pt idx="19927">
                  <c:v>0.23063657407328719</c:v>
                </c:pt>
                <c:pt idx="19928">
                  <c:v>0.23064814814279089</c:v>
                </c:pt>
                <c:pt idx="19929">
                  <c:v>0.23065972221957054</c:v>
                </c:pt>
                <c:pt idx="19930">
                  <c:v>0.23067129629635019</c:v>
                </c:pt>
                <c:pt idx="19931">
                  <c:v>0.23068287036585389</c:v>
                </c:pt>
                <c:pt idx="19932">
                  <c:v>0.23069444444263354</c:v>
                </c:pt>
                <c:pt idx="19933">
                  <c:v>0.23070601851941319</c:v>
                </c:pt>
                <c:pt idx="19934">
                  <c:v>0.23071759258891689</c:v>
                </c:pt>
                <c:pt idx="19935">
                  <c:v>0.23072916666569654</c:v>
                </c:pt>
                <c:pt idx="19936">
                  <c:v>0.23074074073520023</c:v>
                </c:pt>
                <c:pt idx="19937">
                  <c:v>0.23075231481197989</c:v>
                </c:pt>
                <c:pt idx="19938">
                  <c:v>0.23076388888875954</c:v>
                </c:pt>
                <c:pt idx="19939">
                  <c:v>0.23077546295826323</c:v>
                </c:pt>
                <c:pt idx="19940">
                  <c:v>0.23078703703504289</c:v>
                </c:pt>
                <c:pt idx="19941">
                  <c:v>0.23079861111182254</c:v>
                </c:pt>
                <c:pt idx="19942">
                  <c:v>0.23081018518132623</c:v>
                </c:pt>
                <c:pt idx="19943">
                  <c:v>0.23082175925810589</c:v>
                </c:pt>
                <c:pt idx="19944">
                  <c:v>0.23083333332760958</c:v>
                </c:pt>
                <c:pt idx="19945">
                  <c:v>0.23084490740438923</c:v>
                </c:pt>
                <c:pt idx="19946">
                  <c:v>0.23085648148116888</c:v>
                </c:pt>
                <c:pt idx="19947">
                  <c:v>0.23086805555067258</c:v>
                </c:pt>
                <c:pt idx="19948">
                  <c:v>0.23087962962745223</c:v>
                </c:pt>
                <c:pt idx="19949">
                  <c:v>0.23089120370423188</c:v>
                </c:pt>
                <c:pt idx="19950">
                  <c:v>0.23090277777373558</c:v>
                </c:pt>
                <c:pt idx="19951">
                  <c:v>0.23091435185051523</c:v>
                </c:pt>
                <c:pt idx="19952">
                  <c:v>0.23092592592001893</c:v>
                </c:pt>
                <c:pt idx="19953">
                  <c:v>0.23093749999679858</c:v>
                </c:pt>
                <c:pt idx="19954">
                  <c:v>0.23094907407357823</c:v>
                </c:pt>
                <c:pt idx="19955">
                  <c:v>0.23096064814308193</c:v>
                </c:pt>
                <c:pt idx="19956">
                  <c:v>0.23097222221986158</c:v>
                </c:pt>
                <c:pt idx="19957">
                  <c:v>0.23098379629664123</c:v>
                </c:pt>
                <c:pt idx="19958">
                  <c:v>0.23099537036614493</c:v>
                </c:pt>
                <c:pt idx="19959">
                  <c:v>0.23100694444292458</c:v>
                </c:pt>
                <c:pt idx="19960">
                  <c:v>0.23101851851970423</c:v>
                </c:pt>
                <c:pt idx="19961">
                  <c:v>0.23103009258920792</c:v>
                </c:pt>
                <c:pt idx="19962">
                  <c:v>0.23104166666598758</c:v>
                </c:pt>
                <c:pt idx="19963">
                  <c:v>0.23105324073549127</c:v>
                </c:pt>
                <c:pt idx="19964">
                  <c:v>0.23106481481227092</c:v>
                </c:pt>
                <c:pt idx="19965">
                  <c:v>0.23107638888905058</c:v>
                </c:pt>
                <c:pt idx="19966">
                  <c:v>0.23108796295855427</c:v>
                </c:pt>
                <c:pt idx="19967">
                  <c:v>0.23109953703533392</c:v>
                </c:pt>
                <c:pt idx="19968">
                  <c:v>0.23111111111211358</c:v>
                </c:pt>
                <c:pt idx="19969">
                  <c:v>0.23112268518161727</c:v>
                </c:pt>
                <c:pt idx="19970">
                  <c:v>0.23113425925839692</c:v>
                </c:pt>
                <c:pt idx="19971">
                  <c:v>0.23114583332790062</c:v>
                </c:pt>
                <c:pt idx="19972">
                  <c:v>0.23115740740468027</c:v>
                </c:pt>
                <c:pt idx="19973">
                  <c:v>0.23116898148145992</c:v>
                </c:pt>
                <c:pt idx="19974">
                  <c:v>0.23118055555096362</c:v>
                </c:pt>
                <c:pt idx="19975">
                  <c:v>0.23119212962774327</c:v>
                </c:pt>
                <c:pt idx="19976">
                  <c:v>0.23120370370452292</c:v>
                </c:pt>
                <c:pt idx="19977">
                  <c:v>0.23121527777402662</c:v>
                </c:pt>
                <c:pt idx="19978">
                  <c:v>0.23122685185080627</c:v>
                </c:pt>
                <c:pt idx="19979">
                  <c:v>0.23123842592030996</c:v>
                </c:pt>
                <c:pt idx="19980">
                  <c:v>0.23124999999708962</c:v>
                </c:pt>
                <c:pt idx="19981">
                  <c:v>0.23126157407386927</c:v>
                </c:pt>
                <c:pt idx="19982">
                  <c:v>0.23127314814337296</c:v>
                </c:pt>
                <c:pt idx="19983">
                  <c:v>0.23128472222015262</c:v>
                </c:pt>
                <c:pt idx="19984">
                  <c:v>0.23129629629693227</c:v>
                </c:pt>
                <c:pt idx="19985">
                  <c:v>0.23130787036643596</c:v>
                </c:pt>
                <c:pt idx="19986">
                  <c:v>0.23131944444321562</c:v>
                </c:pt>
                <c:pt idx="19987">
                  <c:v>0.23133101851271931</c:v>
                </c:pt>
                <c:pt idx="19988">
                  <c:v>0.23134259258949896</c:v>
                </c:pt>
                <c:pt idx="19989">
                  <c:v>0.23135416666627862</c:v>
                </c:pt>
                <c:pt idx="19990">
                  <c:v>0.23136574073578231</c:v>
                </c:pt>
                <c:pt idx="19991">
                  <c:v>0.23137731481256196</c:v>
                </c:pt>
                <c:pt idx="19992">
                  <c:v>0.23138888888934162</c:v>
                </c:pt>
                <c:pt idx="19993">
                  <c:v>0.23140046295884531</c:v>
                </c:pt>
                <c:pt idx="19994">
                  <c:v>0.23141203703562496</c:v>
                </c:pt>
                <c:pt idx="19995">
                  <c:v>0.23142361111240461</c:v>
                </c:pt>
                <c:pt idx="19996">
                  <c:v>0.23143518518190831</c:v>
                </c:pt>
                <c:pt idx="19997">
                  <c:v>0.23144675925868796</c:v>
                </c:pt>
                <c:pt idx="19998">
                  <c:v>0.23145833332819166</c:v>
                </c:pt>
                <c:pt idx="19999">
                  <c:v>0.23146990740497131</c:v>
                </c:pt>
                <c:pt idx="20000">
                  <c:v>0.23148148148175096</c:v>
                </c:pt>
                <c:pt idx="20001">
                  <c:v>0.23149305555125466</c:v>
                </c:pt>
                <c:pt idx="20002">
                  <c:v>0.23150462962803431</c:v>
                </c:pt>
                <c:pt idx="20003">
                  <c:v>0.23151620370481396</c:v>
                </c:pt>
                <c:pt idx="20004">
                  <c:v>0.23152777777431766</c:v>
                </c:pt>
                <c:pt idx="20005">
                  <c:v>0.23153935185109731</c:v>
                </c:pt>
                <c:pt idx="20006">
                  <c:v>0.231550925920601</c:v>
                </c:pt>
                <c:pt idx="20007">
                  <c:v>0.23156249999738066</c:v>
                </c:pt>
                <c:pt idx="20008">
                  <c:v>0.23157407407416031</c:v>
                </c:pt>
                <c:pt idx="20009">
                  <c:v>0.231585648143664</c:v>
                </c:pt>
                <c:pt idx="20010">
                  <c:v>0.23159722222044365</c:v>
                </c:pt>
                <c:pt idx="20011">
                  <c:v>0.23160879629722331</c:v>
                </c:pt>
                <c:pt idx="20012">
                  <c:v>0.231620370366727</c:v>
                </c:pt>
                <c:pt idx="20013">
                  <c:v>0.23163194444350665</c:v>
                </c:pt>
                <c:pt idx="20014">
                  <c:v>0.23164351851301035</c:v>
                </c:pt>
                <c:pt idx="20015">
                  <c:v>0.23165509258979</c:v>
                </c:pt>
                <c:pt idx="20016">
                  <c:v>0.23166666666656965</c:v>
                </c:pt>
                <c:pt idx="20017">
                  <c:v>0.23167824073607335</c:v>
                </c:pt>
                <c:pt idx="20018">
                  <c:v>0.231689814812853</c:v>
                </c:pt>
                <c:pt idx="20019">
                  <c:v>0.23170138888963265</c:v>
                </c:pt>
                <c:pt idx="20020">
                  <c:v>0.23171296295913635</c:v>
                </c:pt>
                <c:pt idx="20021">
                  <c:v>0.231724537035916</c:v>
                </c:pt>
                <c:pt idx="20022">
                  <c:v>0.2317361111054197</c:v>
                </c:pt>
                <c:pt idx="20023">
                  <c:v>0.23174768518219935</c:v>
                </c:pt>
                <c:pt idx="20024">
                  <c:v>0.231759259258979</c:v>
                </c:pt>
                <c:pt idx="20025">
                  <c:v>0.23177083332848269</c:v>
                </c:pt>
                <c:pt idx="20026">
                  <c:v>0.23178240740526235</c:v>
                </c:pt>
                <c:pt idx="20027">
                  <c:v>0.231793981482042</c:v>
                </c:pt>
                <c:pt idx="20028">
                  <c:v>0.23180555555154569</c:v>
                </c:pt>
                <c:pt idx="20029">
                  <c:v>0.23181712962832535</c:v>
                </c:pt>
                <c:pt idx="20030">
                  <c:v>0.23182870369782904</c:v>
                </c:pt>
                <c:pt idx="20031">
                  <c:v>0.23184027777460869</c:v>
                </c:pt>
                <c:pt idx="20032">
                  <c:v>0.23185185185138835</c:v>
                </c:pt>
                <c:pt idx="20033">
                  <c:v>0.23186342592089204</c:v>
                </c:pt>
                <c:pt idx="20034">
                  <c:v>0.23187499999767169</c:v>
                </c:pt>
                <c:pt idx="20035">
                  <c:v>0.23188657407445135</c:v>
                </c:pt>
                <c:pt idx="20036">
                  <c:v>0.23189814814395504</c:v>
                </c:pt>
                <c:pt idx="20037">
                  <c:v>0.23190972222073469</c:v>
                </c:pt>
                <c:pt idx="20038">
                  <c:v>0.23192129629751435</c:v>
                </c:pt>
                <c:pt idx="20039">
                  <c:v>0.23193287036701804</c:v>
                </c:pt>
                <c:pt idx="20040">
                  <c:v>0.23194444444379769</c:v>
                </c:pt>
                <c:pt idx="20041">
                  <c:v>0.23195601851330139</c:v>
                </c:pt>
                <c:pt idx="20042">
                  <c:v>0.23196759259008104</c:v>
                </c:pt>
                <c:pt idx="20043">
                  <c:v>0.23197916666686069</c:v>
                </c:pt>
                <c:pt idx="20044">
                  <c:v>0.23199074073636439</c:v>
                </c:pt>
                <c:pt idx="20045">
                  <c:v>0.23200231481314404</c:v>
                </c:pt>
                <c:pt idx="20046">
                  <c:v>0.23201388888992369</c:v>
                </c:pt>
                <c:pt idx="20047">
                  <c:v>0.23202546295942739</c:v>
                </c:pt>
                <c:pt idx="20048">
                  <c:v>0.23203703703620704</c:v>
                </c:pt>
                <c:pt idx="20049">
                  <c:v>0.23204861110571073</c:v>
                </c:pt>
                <c:pt idx="20050">
                  <c:v>0.23206018518249039</c:v>
                </c:pt>
                <c:pt idx="20051">
                  <c:v>0.23207175925927004</c:v>
                </c:pt>
                <c:pt idx="20052">
                  <c:v>0.23208333332877373</c:v>
                </c:pt>
                <c:pt idx="20053">
                  <c:v>0.23209490740555339</c:v>
                </c:pt>
                <c:pt idx="20054">
                  <c:v>0.23210648148233304</c:v>
                </c:pt>
                <c:pt idx="20055">
                  <c:v>0.23211805555183673</c:v>
                </c:pt>
                <c:pt idx="20056">
                  <c:v>0.23212962962861639</c:v>
                </c:pt>
                <c:pt idx="20057">
                  <c:v>0.23214120369812008</c:v>
                </c:pt>
                <c:pt idx="20058">
                  <c:v>0.23215277777489973</c:v>
                </c:pt>
                <c:pt idx="20059">
                  <c:v>0.23216435185167938</c:v>
                </c:pt>
                <c:pt idx="20060">
                  <c:v>0.23217592592118308</c:v>
                </c:pt>
                <c:pt idx="20061">
                  <c:v>0.23218749999796273</c:v>
                </c:pt>
                <c:pt idx="20062">
                  <c:v>0.23219907407474238</c:v>
                </c:pt>
                <c:pt idx="20063">
                  <c:v>0.23221064814424608</c:v>
                </c:pt>
                <c:pt idx="20064">
                  <c:v>0.23222222222102573</c:v>
                </c:pt>
                <c:pt idx="20065">
                  <c:v>0.23223379629052943</c:v>
                </c:pt>
                <c:pt idx="20066">
                  <c:v>0.23224537036730908</c:v>
                </c:pt>
                <c:pt idx="20067">
                  <c:v>0.23225694444408873</c:v>
                </c:pt>
                <c:pt idx="20068">
                  <c:v>0.23226851851359243</c:v>
                </c:pt>
                <c:pt idx="20069">
                  <c:v>0.23228009259037208</c:v>
                </c:pt>
                <c:pt idx="20070">
                  <c:v>0.23229166666715173</c:v>
                </c:pt>
                <c:pt idx="20071">
                  <c:v>0.23230324073665543</c:v>
                </c:pt>
                <c:pt idx="20072">
                  <c:v>0.23231481481343508</c:v>
                </c:pt>
                <c:pt idx="20073">
                  <c:v>0.23232638889021473</c:v>
                </c:pt>
                <c:pt idx="20074">
                  <c:v>0.23233796295971842</c:v>
                </c:pt>
                <c:pt idx="20075">
                  <c:v>0.23234953703649808</c:v>
                </c:pt>
                <c:pt idx="20076">
                  <c:v>0.23236111110600177</c:v>
                </c:pt>
                <c:pt idx="20077">
                  <c:v>0.23237268518278142</c:v>
                </c:pt>
                <c:pt idx="20078">
                  <c:v>0.23238425925956108</c:v>
                </c:pt>
                <c:pt idx="20079">
                  <c:v>0.23239583332906477</c:v>
                </c:pt>
                <c:pt idx="20080">
                  <c:v>0.23240740740584442</c:v>
                </c:pt>
                <c:pt idx="20081">
                  <c:v>0.23241898148262408</c:v>
                </c:pt>
                <c:pt idx="20082">
                  <c:v>0.23243055555212777</c:v>
                </c:pt>
                <c:pt idx="20083">
                  <c:v>0.23244212962890742</c:v>
                </c:pt>
                <c:pt idx="20084">
                  <c:v>0.23245370369841112</c:v>
                </c:pt>
                <c:pt idx="20085">
                  <c:v>0.23246527777519077</c:v>
                </c:pt>
                <c:pt idx="20086">
                  <c:v>0.23247685185197042</c:v>
                </c:pt>
                <c:pt idx="20087">
                  <c:v>0.23248842592147412</c:v>
                </c:pt>
                <c:pt idx="20088">
                  <c:v>0.23249999999825377</c:v>
                </c:pt>
                <c:pt idx="20089">
                  <c:v>0.23251157407503342</c:v>
                </c:pt>
                <c:pt idx="20090">
                  <c:v>0.23252314814453712</c:v>
                </c:pt>
                <c:pt idx="20091">
                  <c:v>0.23253472222131677</c:v>
                </c:pt>
                <c:pt idx="20092">
                  <c:v>0.23254629629082046</c:v>
                </c:pt>
                <c:pt idx="20093">
                  <c:v>0.23255787036760012</c:v>
                </c:pt>
                <c:pt idx="20094">
                  <c:v>0.23256944444437977</c:v>
                </c:pt>
                <c:pt idx="20095">
                  <c:v>0.23258101851388346</c:v>
                </c:pt>
                <c:pt idx="20096">
                  <c:v>0.23259259259066312</c:v>
                </c:pt>
                <c:pt idx="20097">
                  <c:v>0.23260416666744277</c:v>
                </c:pt>
                <c:pt idx="20098">
                  <c:v>0.23261574073694646</c:v>
                </c:pt>
                <c:pt idx="20099">
                  <c:v>0.23262731481372612</c:v>
                </c:pt>
                <c:pt idx="20100">
                  <c:v>0.23263888888322981</c:v>
                </c:pt>
                <c:pt idx="20101">
                  <c:v>0.23265046296000946</c:v>
                </c:pt>
                <c:pt idx="20102">
                  <c:v>0.23266203703678912</c:v>
                </c:pt>
                <c:pt idx="20103">
                  <c:v>0.23267361110629281</c:v>
                </c:pt>
                <c:pt idx="20104">
                  <c:v>0.23268518518307246</c:v>
                </c:pt>
                <c:pt idx="20105">
                  <c:v>0.23269675925985212</c:v>
                </c:pt>
                <c:pt idx="20106">
                  <c:v>0.23270833332935581</c:v>
                </c:pt>
                <c:pt idx="20107">
                  <c:v>0.23271990740613546</c:v>
                </c:pt>
                <c:pt idx="20108">
                  <c:v>0.23273148147563916</c:v>
                </c:pt>
                <c:pt idx="20109">
                  <c:v>0.23274305555241881</c:v>
                </c:pt>
                <c:pt idx="20110">
                  <c:v>0.23275462962919846</c:v>
                </c:pt>
                <c:pt idx="20111">
                  <c:v>0.23276620369870216</c:v>
                </c:pt>
                <c:pt idx="20112">
                  <c:v>0.23277777777548181</c:v>
                </c:pt>
                <c:pt idx="20113">
                  <c:v>0.23278935185226146</c:v>
                </c:pt>
                <c:pt idx="20114">
                  <c:v>0.23280092592176516</c:v>
                </c:pt>
                <c:pt idx="20115">
                  <c:v>0.23281249999854481</c:v>
                </c:pt>
                <c:pt idx="20116">
                  <c:v>0.23282407407532446</c:v>
                </c:pt>
                <c:pt idx="20117">
                  <c:v>0.23283564814482816</c:v>
                </c:pt>
                <c:pt idx="20118">
                  <c:v>0.23284722222160781</c:v>
                </c:pt>
                <c:pt idx="20119">
                  <c:v>0.2328587962911115</c:v>
                </c:pt>
                <c:pt idx="20120">
                  <c:v>0.23287037036789116</c:v>
                </c:pt>
                <c:pt idx="20121">
                  <c:v>0.23288194444467081</c:v>
                </c:pt>
                <c:pt idx="20122">
                  <c:v>0.2328935185141745</c:v>
                </c:pt>
                <c:pt idx="20123">
                  <c:v>0.23290509259095415</c:v>
                </c:pt>
                <c:pt idx="20124">
                  <c:v>0.23291666666773381</c:v>
                </c:pt>
                <c:pt idx="20125">
                  <c:v>0.2329282407372375</c:v>
                </c:pt>
                <c:pt idx="20126">
                  <c:v>0.23293981481401715</c:v>
                </c:pt>
                <c:pt idx="20127">
                  <c:v>0.23295138888352085</c:v>
                </c:pt>
                <c:pt idx="20128">
                  <c:v>0.2329629629603005</c:v>
                </c:pt>
                <c:pt idx="20129">
                  <c:v>0.23297453703708015</c:v>
                </c:pt>
                <c:pt idx="20130">
                  <c:v>0.23298611110658385</c:v>
                </c:pt>
                <c:pt idx="20131">
                  <c:v>0.2329976851833635</c:v>
                </c:pt>
                <c:pt idx="20132">
                  <c:v>0.23300925926014315</c:v>
                </c:pt>
                <c:pt idx="20133">
                  <c:v>0.23302083332964685</c:v>
                </c:pt>
                <c:pt idx="20134">
                  <c:v>0.2330324074064265</c:v>
                </c:pt>
                <c:pt idx="20135">
                  <c:v>0.2330439814759302</c:v>
                </c:pt>
                <c:pt idx="20136">
                  <c:v>0.23305555555270985</c:v>
                </c:pt>
                <c:pt idx="20137">
                  <c:v>0.2330671296294895</c:v>
                </c:pt>
                <c:pt idx="20138">
                  <c:v>0.23307870369899319</c:v>
                </c:pt>
                <c:pt idx="20139">
                  <c:v>0.23309027777577285</c:v>
                </c:pt>
                <c:pt idx="20140">
                  <c:v>0.2331018518525525</c:v>
                </c:pt>
                <c:pt idx="20141">
                  <c:v>0.23311342592205619</c:v>
                </c:pt>
                <c:pt idx="20142">
                  <c:v>0.23312499999883585</c:v>
                </c:pt>
                <c:pt idx="20143">
                  <c:v>0.23313657406833954</c:v>
                </c:pt>
                <c:pt idx="20144">
                  <c:v>0.23314814814511919</c:v>
                </c:pt>
                <c:pt idx="20145">
                  <c:v>0.23315972222189885</c:v>
                </c:pt>
                <c:pt idx="20146">
                  <c:v>0.23317129629140254</c:v>
                </c:pt>
                <c:pt idx="20147">
                  <c:v>0.23318287036818219</c:v>
                </c:pt>
                <c:pt idx="20148">
                  <c:v>0.23319444444496185</c:v>
                </c:pt>
                <c:pt idx="20149">
                  <c:v>0.23320601851446554</c:v>
                </c:pt>
                <c:pt idx="20150">
                  <c:v>0.23321759259124519</c:v>
                </c:pt>
                <c:pt idx="20151">
                  <c:v>0.23322916666074889</c:v>
                </c:pt>
                <c:pt idx="20152">
                  <c:v>0.23324074073752854</c:v>
                </c:pt>
                <c:pt idx="20153">
                  <c:v>0.23325231481430819</c:v>
                </c:pt>
                <c:pt idx="20154">
                  <c:v>0.23326388888381189</c:v>
                </c:pt>
                <c:pt idx="20155">
                  <c:v>0.23327546296059154</c:v>
                </c:pt>
                <c:pt idx="20156">
                  <c:v>0.23328703703737119</c:v>
                </c:pt>
                <c:pt idx="20157">
                  <c:v>0.23329861110687489</c:v>
                </c:pt>
                <c:pt idx="20158">
                  <c:v>0.23331018518365454</c:v>
                </c:pt>
                <c:pt idx="20159">
                  <c:v>0.23332175926043419</c:v>
                </c:pt>
                <c:pt idx="20160">
                  <c:v>0.23333333332993789</c:v>
                </c:pt>
                <c:pt idx="20161">
                  <c:v>0.23334490740671754</c:v>
                </c:pt>
                <c:pt idx="20162">
                  <c:v>0.23335648147622123</c:v>
                </c:pt>
                <c:pt idx="20163">
                  <c:v>0.23336805555300089</c:v>
                </c:pt>
                <c:pt idx="20164">
                  <c:v>0.23337962962978054</c:v>
                </c:pt>
                <c:pt idx="20165">
                  <c:v>0.23339120369928423</c:v>
                </c:pt>
                <c:pt idx="20166">
                  <c:v>0.23340277777606389</c:v>
                </c:pt>
                <c:pt idx="20167">
                  <c:v>0.23341435185284354</c:v>
                </c:pt>
                <c:pt idx="20168">
                  <c:v>0.23342592592234723</c:v>
                </c:pt>
                <c:pt idx="20169">
                  <c:v>0.23343749999912689</c:v>
                </c:pt>
                <c:pt idx="20170">
                  <c:v>0.23344907406863058</c:v>
                </c:pt>
                <c:pt idx="20171">
                  <c:v>0.23346064814541023</c:v>
                </c:pt>
                <c:pt idx="20172">
                  <c:v>0.23347222222218988</c:v>
                </c:pt>
                <c:pt idx="20173">
                  <c:v>0.23348379629169358</c:v>
                </c:pt>
                <c:pt idx="20174">
                  <c:v>0.23349537036847323</c:v>
                </c:pt>
                <c:pt idx="20175">
                  <c:v>0.23350694444525288</c:v>
                </c:pt>
                <c:pt idx="20176">
                  <c:v>0.23351851851475658</c:v>
                </c:pt>
                <c:pt idx="20177">
                  <c:v>0.23353009259153623</c:v>
                </c:pt>
                <c:pt idx="20178">
                  <c:v>0.23354166666103993</c:v>
                </c:pt>
                <c:pt idx="20179">
                  <c:v>0.23355324073781958</c:v>
                </c:pt>
                <c:pt idx="20180">
                  <c:v>0.23356481481459923</c:v>
                </c:pt>
                <c:pt idx="20181">
                  <c:v>0.23357638888410293</c:v>
                </c:pt>
                <c:pt idx="20182">
                  <c:v>0.23358796296088258</c:v>
                </c:pt>
                <c:pt idx="20183">
                  <c:v>0.23359953703766223</c:v>
                </c:pt>
                <c:pt idx="20184">
                  <c:v>0.23361111110716593</c:v>
                </c:pt>
                <c:pt idx="20185">
                  <c:v>0.23362268518394558</c:v>
                </c:pt>
                <c:pt idx="20186">
                  <c:v>0.23363425925344927</c:v>
                </c:pt>
                <c:pt idx="20187">
                  <c:v>0.23364583333022892</c:v>
                </c:pt>
                <c:pt idx="20188">
                  <c:v>0.23365740740700858</c:v>
                </c:pt>
                <c:pt idx="20189">
                  <c:v>0.23366898147651227</c:v>
                </c:pt>
                <c:pt idx="20190">
                  <c:v>0.23368055555329192</c:v>
                </c:pt>
                <c:pt idx="20191">
                  <c:v>0.23369212963007158</c:v>
                </c:pt>
                <c:pt idx="20192">
                  <c:v>0.23370370369957527</c:v>
                </c:pt>
                <c:pt idx="20193">
                  <c:v>0.23371527777635492</c:v>
                </c:pt>
                <c:pt idx="20194">
                  <c:v>0.23372685185313458</c:v>
                </c:pt>
                <c:pt idx="20195">
                  <c:v>0.23373842592263827</c:v>
                </c:pt>
                <c:pt idx="20196">
                  <c:v>0.23374999999941792</c:v>
                </c:pt>
                <c:pt idx="20197">
                  <c:v>0.23376157406892162</c:v>
                </c:pt>
                <c:pt idx="20198">
                  <c:v>0.23377314814570127</c:v>
                </c:pt>
                <c:pt idx="20199">
                  <c:v>0.23378472222248092</c:v>
                </c:pt>
                <c:pt idx="20200">
                  <c:v>0.23379629629198462</c:v>
                </c:pt>
                <c:pt idx="20201">
                  <c:v>0.23380787036876427</c:v>
                </c:pt>
                <c:pt idx="20202">
                  <c:v>0.23381944444554392</c:v>
                </c:pt>
                <c:pt idx="20203">
                  <c:v>0.23383101851504762</c:v>
                </c:pt>
                <c:pt idx="20204">
                  <c:v>0.23384259259182727</c:v>
                </c:pt>
                <c:pt idx="20205">
                  <c:v>0.23385416666133096</c:v>
                </c:pt>
                <c:pt idx="20206">
                  <c:v>0.23386574073811062</c:v>
                </c:pt>
                <c:pt idx="20207">
                  <c:v>0.23387731481489027</c:v>
                </c:pt>
                <c:pt idx="20208">
                  <c:v>0.23388888888439396</c:v>
                </c:pt>
                <c:pt idx="20209">
                  <c:v>0.23390046296117362</c:v>
                </c:pt>
                <c:pt idx="20210">
                  <c:v>0.23391203703795327</c:v>
                </c:pt>
                <c:pt idx="20211">
                  <c:v>0.23392361110745696</c:v>
                </c:pt>
                <c:pt idx="20212">
                  <c:v>0.23393518518423662</c:v>
                </c:pt>
                <c:pt idx="20213">
                  <c:v>0.23394675925374031</c:v>
                </c:pt>
                <c:pt idx="20214">
                  <c:v>0.23395833333051996</c:v>
                </c:pt>
                <c:pt idx="20215">
                  <c:v>0.23396990740729962</c:v>
                </c:pt>
                <c:pt idx="20216">
                  <c:v>0.23398148147680331</c:v>
                </c:pt>
                <c:pt idx="20217">
                  <c:v>0.23399305555358296</c:v>
                </c:pt>
                <c:pt idx="20218">
                  <c:v>0.23400462963036261</c:v>
                </c:pt>
                <c:pt idx="20219">
                  <c:v>0.23401620369986631</c:v>
                </c:pt>
                <c:pt idx="20220">
                  <c:v>0.23402777777664596</c:v>
                </c:pt>
                <c:pt idx="20221">
                  <c:v>0.23403935184614966</c:v>
                </c:pt>
                <c:pt idx="20222">
                  <c:v>0.23405092592292931</c:v>
                </c:pt>
                <c:pt idx="20223">
                  <c:v>0.23406249999970896</c:v>
                </c:pt>
                <c:pt idx="20224">
                  <c:v>0.23407407406921266</c:v>
                </c:pt>
                <c:pt idx="20225">
                  <c:v>0.23408564814599231</c:v>
                </c:pt>
                <c:pt idx="20226">
                  <c:v>0.23409722222277196</c:v>
                </c:pt>
                <c:pt idx="20227">
                  <c:v>0.23410879629227566</c:v>
                </c:pt>
                <c:pt idx="20228">
                  <c:v>0.23412037036905531</c:v>
                </c:pt>
                <c:pt idx="20229">
                  <c:v>0.234131944438559</c:v>
                </c:pt>
                <c:pt idx="20230">
                  <c:v>0.23414351851533866</c:v>
                </c:pt>
                <c:pt idx="20231">
                  <c:v>0.23415509259211831</c:v>
                </c:pt>
                <c:pt idx="20232">
                  <c:v>0.234166666661622</c:v>
                </c:pt>
                <c:pt idx="20233">
                  <c:v>0.23417824073840166</c:v>
                </c:pt>
                <c:pt idx="20234">
                  <c:v>0.23418981481518131</c:v>
                </c:pt>
                <c:pt idx="20235">
                  <c:v>0.234201388884685</c:v>
                </c:pt>
                <c:pt idx="20236">
                  <c:v>0.23421296296146465</c:v>
                </c:pt>
                <c:pt idx="20237">
                  <c:v>0.23422453703824431</c:v>
                </c:pt>
                <c:pt idx="20238">
                  <c:v>0.234236111107748</c:v>
                </c:pt>
                <c:pt idx="20239">
                  <c:v>0.23424768518452765</c:v>
                </c:pt>
                <c:pt idx="20240">
                  <c:v>0.23425925925403135</c:v>
                </c:pt>
                <c:pt idx="20241">
                  <c:v>0.234270833330811</c:v>
                </c:pt>
                <c:pt idx="20242">
                  <c:v>0.23428240740759065</c:v>
                </c:pt>
                <c:pt idx="20243">
                  <c:v>0.23429398147709435</c:v>
                </c:pt>
                <c:pt idx="20244">
                  <c:v>0.234305555553874</c:v>
                </c:pt>
                <c:pt idx="20245">
                  <c:v>0.23431712963065365</c:v>
                </c:pt>
                <c:pt idx="20246">
                  <c:v>0.23432870370015735</c:v>
                </c:pt>
                <c:pt idx="20247">
                  <c:v>0.234340277776937</c:v>
                </c:pt>
                <c:pt idx="20248">
                  <c:v>0.2343518518464407</c:v>
                </c:pt>
                <c:pt idx="20249">
                  <c:v>0.23436342592322035</c:v>
                </c:pt>
                <c:pt idx="20250">
                  <c:v>0.234375</c:v>
                </c:pt>
                <c:pt idx="20251">
                  <c:v>0.23438657406950369</c:v>
                </c:pt>
                <c:pt idx="20252">
                  <c:v>0.23439814814628335</c:v>
                </c:pt>
                <c:pt idx="20253">
                  <c:v>0.234409722223063</c:v>
                </c:pt>
                <c:pt idx="20254">
                  <c:v>0.23442129629256669</c:v>
                </c:pt>
                <c:pt idx="20255">
                  <c:v>0.23443287036934635</c:v>
                </c:pt>
                <c:pt idx="20256">
                  <c:v>0.23444444443885004</c:v>
                </c:pt>
                <c:pt idx="20257">
                  <c:v>0.23445601851562969</c:v>
                </c:pt>
                <c:pt idx="20258">
                  <c:v>0.23446759259240935</c:v>
                </c:pt>
                <c:pt idx="20259">
                  <c:v>0.23447916666191304</c:v>
                </c:pt>
                <c:pt idx="20260">
                  <c:v>0.23449074073869269</c:v>
                </c:pt>
                <c:pt idx="20261">
                  <c:v>0.23450231481547235</c:v>
                </c:pt>
                <c:pt idx="20262">
                  <c:v>0.23451388888497604</c:v>
                </c:pt>
                <c:pt idx="20263">
                  <c:v>0.23452546296175569</c:v>
                </c:pt>
                <c:pt idx="20264">
                  <c:v>0.23453703703125939</c:v>
                </c:pt>
                <c:pt idx="20265">
                  <c:v>0.23454861110803904</c:v>
                </c:pt>
                <c:pt idx="20266">
                  <c:v>0.23456018518481869</c:v>
                </c:pt>
                <c:pt idx="20267">
                  <c:v>0.23457175925432239</c:v>
                </c:pt>
                <c:pt idx="20268">
                  <c:v>0.23458333333110204</c:v>
                </c:pt>
                <c:pt idx="20269">
                  <c:v>0.23459490740788169</c:v>
                </c:pt>
                <c:pt idx="20270">
                  <c:v>0.23460648147738539</c:v>
                </c:pt>
                <c:pt idx="20271">
                  <c:v>0.23461805555416504</c:v>
                </c:pt>
                <c:pt idx="20272">
                  <c:v>0.23462962963094469</c:v>
                </c:pt>
                <c:pt idx="20273">
                  <c:v>0.23464120370044839</c:v>
                </c:pt>
                <c:pt idx="20274">
                  <c:v>0.23465277777722804</c:v>
                </c:pt>
                <c:pt idx="20275">
                  <c:v>0.23466435184673173</c:v>
                </c:pt>
                <c:pt idx="20276">
                  <c:v>0.23467592592351139</c:v>
                </c:pt>
                <c:pt idx="20277">
                  <c:v>0.23468750000029104</c:v>
                </c:pt>
                <c:pt idx="20278">
                  <c:v>0.23469907406979473</c:v>
                </c:pt>
                <c:pt idx="20279">
                  <c:v>0.23471064814657439</c:v>
                </c:pt>
                <c:pt idx="20280">
                  <c:v>0.23472222222335404</c:v>
                </c:pt>
                <c:pt idx="20281">
                  <c:v>0.23473379629285773</c:v>
                </c:pt>
                <c:pt idx="20282">
                  <c:v>0.23474537036963739</c:v>
                </c:pt>
                <c:pt idx="20283">
                  <c:v>0.23475694443914108</c:v>
                </c:pt>
                <c:pt idx="20284">
                  <c:v>0.23476851851592073</c:v>
                </c:pt>
                <c:pt idx="20285">
                  <c:v>0.23478009259270038</c:v>
                </c:pt>
                <c:pt idx="20286">
                  <c:v>0.23479166666220408</c:v>
                </c:pt>
                <c:pt idx="20287">
                  <c:v>0.23480324073898373</c:v>
                </c:pt>
                <c:pt idx="20288">
                  <c:v>0.23481481481576338</c:v>
                </c:pt>
                <c:pt idx="20289">
                  <c:v>0.23482638888526708</c:v>
                </c:pt>
                <c:pt idx="20290">
                  <c:v>0.23483796296204673</c:v>
                </c:pt>
                <c:pt idx="20291">
                  <c:v>0.23484953703155043</c:v>
                </c:pt>
                <c:pt idx="20292">
                  <c:v>0.23486111110833008</c:v>
                </c:pt>
                <c:pt idx="20293">
                  <c:v>0.23487268518510973</c:v>
                </c:pt>
                <c:pt idx="20294">
                  <c:v>0.23488425925461343</c:v>
                </c:pt>
                <c:pt idx="20295">
                  <c:v>0.23489583333139308</c:v>
                </c:pt>
                <c:pt idx="20296">
                  <c:v>0.23490740740817273</c:v>
                </c:pt>
                <c:pt idx="20297">
                  <c:v>0.23491898147767643</c:v>
                </c:pt>
                <c:pt idx="20298">
                  <c:v>0.23493055555445608</c:v>
                </c:pt>
                <c:pt idx="20299">
                  <c:v>0.23494212962395977</c:v>
                </c:pt>
                <c:pt idx="20300">
                  <c:v>0.23495370370073942</c:v>
                </c:pt>
                <c:pt idx="20301">
                  <c:v>0.23496527777751908</c:v>
                </c:pt>
                <c:pt idx="20302">
                  <c:v>0.23497685184702277</c:v>
                </c:pt>
                <c:pt idx="20303">
                  <c:v>0.23498842592380242</c:v>
                </c:pt>
                <c:pt idx="20304">
                  <c:v>0.23500000000058208</c:v>
                </c:pt>
                <c:pt idx="20305">
                  <c:v>0.23501157407008577</c:v>
                </c:pt>
                <c:pt idx="20306">
                  <c:v>0.23502314814686542</c:v>
                </c:pt>
                <c:pt idx="20307">
                  <c:v>0.23503472221636912</c:v>
                </c:pt>
                <c:pt idx="20308">
                  <c:v>0.23504629629314877</c:v>
                </c:pt>
                <c:pt idx="20309">
                  <c:v>0.23505787036992842</c:v>
                </c:pt>
                <c:pt idx="20310">
                  <c:v>0.23506944443943212</c:v>
                </c:pt>
                <c:pt idx="20311">
                  <c:v>0.23508101851621177</c:v>
                </c:pt>
                <c:pt idx="20312">
                  <c:v>0.23509259259299142</c:v>
                </c:pt>
                <c:pt idx="20313">
                  <c:v>0.23510416666249512</c:v>
                </c:pt>
                <c:pt idx="20314">
                  <c:v>0.23511574073927477</c:v>
                </c:pt>
                <c:pt idx="20315">
                  <c:v>0.23512731481605442</c:v>
                </c:pt>
                <c:pt idx="20316">
                  <c:v>0.23513888888555812</c:v>
                </c:pt>
                <c:pt idx="20317">
                  <c:v>0.23515046296233777</c:v>
                </c:pt>
                <c:pt idx="20318">
                  <c:v>0.23516203703184146</c:v>
                </c:pt>
                <c:pt idx="20319">
                  <c:v>0.23517361110862112</c:v>
                </c:pt>
                <c:pt idx="20320">
                  <c:v>0.23518518518540077</c:v>
                </c:pt>
                <c:pt idx="20321">
                  <c:v>0.23519675925490446</c:v>
                </c:pt>
                <c:pt idx="20322">
                  <c:v>0.23520833333168412</c:v>
                </c:pt>
                <c:pt idx="20323">
                  <c:v>0.23521990740846377</c:v>
                </c:pt>
                <c:pt idx="20324">
                  <c:v>0.23523148147796746</c:v>
                </c:pt>
                <c:pt idx="20325">
                  <c:v>0.23524305555474712</c:v>
                </c:pt>
                <c:pt idx="20326">
                  <c:v>0.23525462962425081</c:v>
                </c:pt>
                <c:pt idx="20327">
                  <c:v>0.23526620370103046</c:v>
                </c:pt>
                <c:pt idx="20328">
                  <c:v>0.23527777777781012</c:v>
                </c:pt>
                <c:pt idx="20329">
                  <c:v>0.23528935184731381</c:v>
                </c:pt>
                <c:pt idx="20330">
                  <c:v>0.23530092592409346</c:v>
                </c:pt>
                <c:pt idx="20331">
                  <c:v>0.23531250000087311</c:v>
                </c:pt>
                <c:pt idx="20332">
                  <c:v>0.23532407407037681</c:v>
                </c:pt>
                <c:pt idx="20333">
                  <c:v>0.23533564814715646</c:v>
                </c:pt>
                <c:pt idx="20334">
                  <c:v>0.23534722221666016</c:v>
                </c:pt>
                <c:pt idx="20335">
                  <c:v>0.23535879629343981</c:v>
                </c:pt>
                <c:pt idx="20336">
                  <c:v>0.23537037037021946</c:v>
                </c:pt>
                <c:pt idx="20337">
                  <c:v>0.23538194443972316</c:v>
                </c:pt>
                <c:pt idx="20338">
                  <c:v>0.23539351851650281</c:v>
                </c:pt>
                <c:pt idx="20339">
                  <c:v>0.23540509259328246</c:v>
                </c:pt>
                <c:pt idx="20340">
                  <c:v>0.23541666666278616</c:v>
                </c:pt>
                <c:pt idx="20341">
                  <c:v>0.23542824073956581</c:v>
                </c:pt>
                <c:pt idx="20342">
                  <c:v>0.2354398148090695</c:v>
                </c:pt>
                <c:pt idx="20343">
                  <c:v>0.23545138888584916</c:v>
                </c:pt>
                <c:pt idx="20344">
                  <c:v>0.23546296296262881</c:v>
                </c:pt>
                <c:pt idx="20345">
                  <c:v>0.2354745370321325</c:v>
                </c:pt>
                <c:pt idx="20346">
                  <c:v>0.23548611110891216</c:v>
                </c:pt>
                <c:pt idx="20347">
                  <c:v>0.23549768518569181</c:v>
                </c:pt>
                <c:pt idx="20348">
                  <c:v>0.2355092592551955</c:v>
                </c:pt>
                <c:pt idx="20349">
                  <c:v>0.23552083333197515</c:v>
                </c:pt>
                <c:pt idx="20350">
                  <c:v>0.23553240740147885</c:v>
                </c:pt>
                <c:pt idx="20351">
                  <c:v>0.2355439814782585</c:v>
                </c:pt>
                <c:pt idx="20352">
                  <c:v>0.23555555555503815</c:v>
                </c:pt>
                <c:pt idx="20353">
                  <c:v>0.23556712962454185</c:v>
                </c:pt>
                <c:pt idx="20354">
                  <c:v>0.2355787037013215</c:v>
                </c:pt>
                <c:pt idx="20355">
                  <c:v>0.23559027777810115</c:v>
                </c:pt>
                <c:pt idx="20356">
                  <c:v>0.23560185184760485</c:v>
                </c:pt>
                <c:pt idx="20357">
                  <c:v>0.2356134259243845</c:v>
                </c:pt>
                <c:pt idx="20358">
                  <c:v>0.23562500000116415</c:v>
                </c:pt>
                <c:pt idx="20359">
                  <c:v>0.23563657407066785</c:v>
                </c:pt>
                <c:pt idx="20360">
                  <c:v>0.2356481481474475</c:v>
                </c:pt>
                <c:pt idx="20361">
                  <c:v>0.2356597222169512</c:v>
                </c:pt>
                <c:pt idx="20362">
                  <c:v>0.23567129629373085</c:v>
                </c:pt>
                <c:pt idx="20363">
                  <c:v>0.2356828703705105</c:v>
                </c:pt>
                <c:pt idx="20364">
                  <c:v>0.23569444444001419</c:v>
                </c:pt>
                <c:pt idx="20365">
                  <c:v>0.23570601851679385</c:v>
                </c:pt>
                <c:pt idx="20366">
                  <c:v>0.2357175925935735</c:v>
                </c:pt>
                <c:pt idx="20367">
                  <c:v>0.23572916666307719</c:v>
                </c:pt>
                <c:pt idx="20368">
                  <c:v>0.23574074073985685</c:v>
                </c:pt>
                <c:pt idx="20369">
                  <c:v>0.23575231480936054</c:v>
                </c:pt>
                <c:pt idx="20370">
                  <c:v>0.23576388888614019</c:v>
                </c:pt>
                <c:pt idx="20371">
                  <c:v>0.23577546296291985</c:v>
                </c:pt>
                <c:pt idx="20372">
                  <c:v>0.23578703703242354</c:v>
                </c:pt>
                <c:pt idx="20373">
                  <c:v>0.23579861110920319</c:v>
                </c:pt>
                <c:pt idx="20374">
                  <c:v>0.23581018518598285</c:v>
                </c:pt>
                <c:pt idx="20375">
                  <c:v>0.23582175925548654</c:v>
                </c:pt>
                <c:pt idx="20376">
                  <c:v>0.23583333333226619</c:v>
                </c:pt>
                <c:pt idx="20377">
                  <c:v>0.23584490740176989</c:v>
                </c:pt>
                <c:pt idx="20378">
                  <c:v>0.23585648147854954</c:v>
                </c:pt>
                <c:pt idx="20379">
                  <c:v>0.23586805555532919</c:v>
                </c:pt>
                <c:pt idx="20380">
                  <c:v>0.23587962962483289</c:v>
                </c:pt>
                <c:pt idx="20381">
                  <c:v>0.23589120370161254</c:v>
                </c:pt>
                <c:pt idx="20382">
                  <c:v>0.23590277777839219</c:v>
                </c:pt>
                <c:pt idx="20383">
                  <c:v>0.23591435184789589</c:v>
                </c:pt>
                <c:pt idx="20384">
                  <c:v>0.23592592592467554</c:v>
                </c:pt>
                <c:pt idx="20385">
                  <c:v>0.23593749999417923</c:v>
                </c:pt>
                <c:pt idx="20386">
                  <c:v>0.23594907407095889</c:v>
                </c:pt>
                <c:pt idx="20387">
                  <c:v>0.23596064814773854</c:v>
                </c:pt>
                <c:pt idx="20388">
                  <c:v>0.23597222221724223</c:v>
                </c:pt>
                <c:pt idx="20389">
                  <c:v>0.23598379629402189</c:v>
                </c:pt>
                <c:pt idx="20390">
                  <c:v>0.23599537037080154</c:v>
                </c:pt>
                <c:pt idx="20391">
                  <c:v>0.23600694444030523</c:v>
                </c:pt>
                <c:pt idx="20392">
                  <c:v>0.23601851851708489</c:v>
                </c:pt>
                <c:pt idx="20393">
                  <c:v>0.23603009259386454</c:v>
                </c:pt>
                <c:pt idx="20394">
                  <c:v>0.23604166666336823</c:v>
                </c:pt>
                <c:pt idx="20395">
                  <c:v>0.23605324074014788</c:v>
                </c:pt>
                <c:pt idx="20396">
                  <c:v>0.23606481480965158</c:v>
                </c:pt>
                <c:pt idx="20397">
                  <c:v>0.23607638888643123</c:v>
                </c:pt>
                <c:pt idx="20398">
                  <c:v>0.23608796296321088</c:v>
                </c:pt>
                <c:pt idx="20399">
                  <c:v>0.23609953703271458</c:v>
                </c:pt>
                <c:pt idx="20400">
                  <c:v>0.23611111110949423</c:v>
                </c:pt>
                <c:pt idx="20401">
                  <c:v>0.23612268518627388</c:v>
                </c:pt>
                <c:pt idx="20402">
                  <c:v>0.23613425925577758</c:v>
                </c:pt>
                <c:pt idx="20403">
                  <c:v>0.23614583333255723</c:v>
                </c:pt>
                <c:pt idx="20404">
                  <c:v>0.23615740740206093</c:v>
                </c:pt>
                <c:pt idx="20405">
                  <c:v>0.23616898147884058</c:v>
                </c:pt>
                <c:pt idx="20406">
                  <c:v>0.23618055555562023</c:v>
                </c:pt>
                <c:pt idx="20407">
                  <c:v>0.23619212962512393</c:v>
                </c:pt>
                <c:pt idx="20408">
                  <c:v>0.23620370370190358</c:v>
                </c:pt>
                <c:pt idx="20409">
                  <c:v>0.23621527777868323</c:v>
                </c:pt>
                <c:pt idx="20410">
                  <c:v>0.23622685184818693</c:v>
                </c:pt>
                <c:pt idx="20411">
                  <c:v>0.23623842592496658</c:v>
                </c:pt>
                <c:pt idx="20412">
                  <c:v>0.23624999999447027</c:v>
                </c:pt>
                <c:pt idx="20413">
                  <c:v>0.23626157407124992</c:v>
                </c:pt>
                <c:pt idx="20414">
                  <c:v>0.23627314814802958</c:v>
                </c:pt>
                <c:pt idx="20415">
                  <c:v>0.23628472221753327</c:v>
                </c:pt>
                <c:pt idx="20416">
                  <c:v>0.23629629629431292</c:v>
                </c:pt>
                <c:pt idx="20417">
                  <c:v>0.23630787037109258</c:v>
                </c:pt>
                <c:pt idx="20418">
                  <c:v>0.23631944444059627</c:v>
                </c:pt>
                <c:pt idx="20419">
                  <c:v>0.23633101851737592</c:v>
                </c:pt>
                <c:pt idx="20420">
                  <c:v>0.23634259258687962</c:v>
                </c:pt>
                <c:pt idx="20421">
                  <c:v>0.23635416666365927</c:v>
                </c:pt>
                <c:pt idx="20422">
                  <c:v>0.23636574074043892</c:v>
                </c:pt>
                <c:pt idx="20423">
                  <c:v>0.23637731480994262</c:v>
                </c:pt>
                <c:pt idx="20424">
                  <c:v>0.23638888888672227</c:v>
                </c:pt>
                <c:pt idx="20425">
                  <c:v>0.23640046296350192</c:v>
                </c:pt>
                <c:pt idx="20426">
                  <c:v>0.23641203703300562</c:v>
                </c:pt>
                <c:pt idx="20427">
                  <c:v>0.23642361110978527</c:v>
                </c:pt>
                <c:pt idx="20428">
                  <c:v>0.23643518517928896</c:v>
                </c:pt>
                <c:pt idx="20429">
                  <c:v>0.23644675925606862</c:v>
                </c:pt>
                <c:pt idx="20430">
                  <c:v>0.23645833333284827</c:v>
                </c:pt>
                <c:pt idx="20431">
                  <c:v>0.23646990740235196</c:v>
                </c:pt>
                <c:pt idx="20432">
                  <c:v>0.23648148147913162</c:v>
                </c:pt>
                <c:pt idx="20433">
                  <c:v>0.23649305555591127</c:v>
                </c:pt>
                <c:pt idx="20434">
                  <c:v>0.23650462962541496</c:v>
                </c:pt>
                <c:pt idx="20435">
                  <c:v>0.23651620370219462</c:v>
                </c:pt>
                <c:pt idx="20436">
                  <c:v>0.23652777777897427</c:v>
                </c:pt>
                <c:pt idx="20437">
                  <c:v>0.23653935184847796</c:v>
                </c:pt>
                <c:pt idx="20438">
                  <c:v>0.23655092592525762</c:v>
                </c:pt>
                <c:pt idx="20439">
                  <c:v>0.23656249999476131</c:v>
                </c:pt>
                <c:pt idx="20440">
                  <c:v>0.23657407407154096</c:v>
                </c:pt>
                <c:pt idx="20441">
                  <c:v>0.23658564814832062</c:v>
                </c:pt>
                <c:pt idx="20442">
                  <c:v>0.23659722221782431</c:v>
                </c:pt>
                <c:pt idx="20443">
                  <c:v>0.23660879629460396</c:v>
                </c:pt>
                <c:pt idx="20444">
                  <c:v>0.23662037037138361</c:v>
                </c:pt>
                <c:pt idx="20445">
                  <c:v>0.23663194444088731</c:v>
                </c:pt>
                <c:pt idx="20446">
                  <c:v>0.23664351851766696</c:v>
                </c:pt>
                <c:pt idx="20447">
                  <c:v>0.23665509258717066</c:v>
                </c:pt>
                <c:pt idx="20448">
                  <c:v>0.23666666666395031</c:v>
                </c:pt>
                <c:pt idx="20449">
                  <c:v>0.23667824074072996</c:v>
                </c:pt>
                <c:pt idx="20450">
                  <c:v>0.23668981481023366</c:v>
                </c:pt>
                <c:pt idx="20451">
                  <c:v>0.23670138888701331</c:v>
                </c:pt>
                <c:pt idx="20452">
                  <c:v>0.23671296296379296</c:v>
                </c:pt>
                <c:pt idx="20453">
                  <c:v>0.23672453703329666</c:v>
                </c:pt>
                <c:pt idx="20454">
                  <c:v>0.23673611111007631</c:v>
                </c:pt>
                <c:pt idx="20455">
                  <c:v>0.23674768517958</c:v>
                </c:pt>
                <c:pt idx="20456">
                  <c:v>0.23675925925635966</c:v>
                </c:pt>
                <c:pt idx="20457">
                  <c:v>0.23677083333313931</c:v>
                </c:pt>
                <c:pt idx="20458">
                  <c:v>0.236782407402643</c:v>
                </c:pt>
                <c:pt idx="20459">
                  <c:v>0.23679398147942265</c:v>
                </c:pt>
                <c:pt idx="20460">
                  <c:v>0.23680555555620231</c:v>
                </c:pt>
                <c:pt idx="20461">
                  <c:v>0.236817129625706</c:v>
                </c:pt>
                <c:pt idx="20462">
                  <c:v>0.23682870370248565</c:v>
                </c:pt>
                <c:pt idx="20463">
                  <c:v>0.23684027777198935</c:v>
                </c:pt>
                <c:pt idx="20464">
                  <c:v>0.236851851848769</c:v>
                </c:pt>
                <c:pt idx="20465">
                  <c:v>0.23686342592554865</c:v>
                </c:pt>
                <c:pt idx="20466">
                  <c:v>0.23687499999505235</c:v>
                </c:pt>
                <c:pt idx="20467">
                  <c:v>0.236886574071832</c:v>
                </c:pt>
                <c:pt idx="20468">
                  <c:v>0.23689814814861165</c:v>
                </c:pt>
                <c:pt idx="20469">
                  <c:v>0.23690972221811535</c:v>
                </c:pt>
                <c:pt idx="20470">
                  <c:v>0.236921296294895</c:v>
                </c:pt>
                <c:pt idx="20471">
                  <c:v>0.23693287037167465</c:v>
                </c:pt>
                <c:pt idx="20472">
                  <c:v>0.23694444444117835</c:v>
                </c:pt>
                <c:pt idx="20473">
                  <c:v>0.236956018517958</c:v>
                </c:pt>
                <c:pt idx="20474">
                  <c:v>0.2369675925874617</c:v>
                </c:pt>
                <c:pt idx="20475">
                  <c:v>0.23697916666424135</c:v>
                </c:pt>
                <c:pt idx="20476">
                  <c:v>0.236990740741021</c:v>
                </c:pt>
                <c:pt idx="20477">
                  <c:v>0.23700231481052469</c:v>
                </c:pt>
                <c:pt idx="20478">
                  <c:v>0.23701388888730435</c:v>
                </c:pt>
                <c:pt idx="20479">
                  <c:v>0.237025462964084</c:v>
                </c:pt>
                <c:pt idx="20480">
                  <c:v>0.23703703703358769</c:v>
                </c:pt>
                <c:pt idx="20481">
                  <c:v>0.23704861111036735</c:v>
                </c:pt>
                <c:pt idx="20482">
                  <c:v>0.23706018517987104</c:v>
                </c:pt>
                <c:pt idx="20483">
                  <c:v>0.23707175925665069</c:v>
                </c:pt>
                <c:pt idx="20484">
                  <c:v>0.23708333333343035</c:v>
                </c:pt>
                <c:pt idx="20485">
                  <c:v>0.23709490740293404</c:v>
                </c:pt>
                <c:pt idx="20486">
                  <c:v>0.23710648147971369</c:v>
                </c:pt>
                <c:pt idx="20487">
                  <c:v>0.23711805555649335</c:v>
                </c:pt>
                <c:pt idx="20488">
                  <c:v>0.23712962962599704</c:v>
                </c:pt>
                <c:pt idx="20489">
                  <c:v>0.23714120370277669</c:v>
                </c:pt>
                <c:pt idx="20490">
                  <c:v>0.23715277777228039</c:v>
                </c:pt>
                <c:pt idx="20491">
                  <c:v>0.23716435184906004</c:v>
                </c:pt>
                <c:pt idx="20492">
                  <c:v>0.23717592592583969</c:v>
                </c:pt>
                <c:pt idx="20493">
                  <c:v>0.23718749999534339</c:v>
                </c:pt>
                <c:pt idx="20494">
                  <c:v>0.23719907407212304</c:v>
                </c:pt>
                <c:pt idx="20495">
                  <c:v>0.23721064814890269</c:v>
                </c:pt>
                <c:pt idx="20496">
                  <c:v>0.23722222221840639</c:v>
                </c:pt>
                <c:pt idx="20497">
                  <c:v>0.23723379629518604</c:v>
                </c:pt>
                <c:pt idx="20498">
                  <c:v>0.23724537036468973</c:v>
                </c:pt>
                <c:pt idx="20499">
                  <c:v>0.23725694444146939</c:v>
                </c:pt>
                <c:pt idx="20500">
                  <c:v>0.23726851851824904</c:v>
                </c:pt>
                <c:pt idx="20501">
                  <c:v>0.23728009258775273</c:v>
                </c:pt>
                <c:pt idx="20502">
                  <c:v>0.23729166666453239</c:v>
                </c:pt>
                <c:pt idx="20503">
                  <c:v>0.23730324074131204</c:v>
                </c:pt>
                <c:pt idx="20504">
                  <c:v>0.23731481481081573</c:v>
                </c:pt>
                <c:pt idx="20505">
                  <c:v>0.23732638888759539</c:v>
                </c:pt>
                <c:pt idx="20506">
                  <c:v>0.23733796295709908</c:v>
                </c:pt>
                <c:pt idx="20507">
                  <c:v>0.23734953703387873</c:v>
                </c:pt>
                <c:pt idx="20508">
                  <c:v>0.23736111111065838</c:v>
                </c:pt>
                <c:pt idx="20509">
                  <c:v>0.23737268518016208</c:v>
                </c:pt>
                <c:pt idx="20510">
                  <c:v>0.23738425925694173</c:v>
                </c:pt>
                <c:pt idx="20511">
                  <c:v>0.23739583333372138</c:v>
                </c:pt>
                <c:pt idx="20512">
                  <c:v>0.23740740740322508</c:v>
                </c:pt>
                <c:pt idx="20513">
                  <c:v>0.23741898148000473</c:v>
                </c:pt>
                <c:pt idx="20514">
                  <c:v>0.23743055555678438</c:v>
                </c:pt>
                <c:pt idx="20515">
                  <c:v>0.23744212962628808</c:v>
                </c:pt>
                <c:pt idx="20516">
                  <c:v>0.23745370370306773</c:v>
                </c:pt>
                <c:pt idx="20517">
                  <c:v>0.23746527777257143</c:v>
                </c:pt>
                <c:pt idx="20518">
                  <c:v>0.23747685184935108</c:v>
                </c:pt>
                <c:pt idx="20519">
                  <c:v>0.23748842592613073</c:v>
                </c:pt>
                <c:pt idx="20520">
                  <c:v>0.23749999999563443</c:v>
                </c:pt>
                <c:pt idx="20521">
                  <c:v>0.23751157407241408</c:v>
                </c:pt>
                <c:pt idx="20522">
                  <c:v>0.23752314814919373</c:v>
                </c:pt>
                <c:pt idx="20523">
                  <c:v>0.23753472221869742</c:v>
                </c:pt>
                <c:pt idx="20524">
                  <c:v>0.23754629629547708</c:v>
                </c:pt>
                <c:pt idx="20525">
                  <c:v>0.23755787036498077</c:v>
                </c:pt>
                <c:pt idx="20526">
                  <c:v>0.23756944444176042</c:v>
                </c:pt>
                <c:pt idx="20527">
                  <c:v>0.23758101851854008</c:v>
                </c:pt>
                <c:pt idx="20528">
                  <c:v>0.23759259258804377</c:v>
                </c:pt>
                <c:pt idx="20529">
                  <c:v>0.23760416666482342</c:v>
                </c:pt>
                <c:pt idx="20530">
                  <c:v>0.23761574074160308</c:v>
                </c:pt>
                <c:pt idx="20531">
                  <c:v>0.23762731481110677</c:v>
                </c:pt>
                <c:pt idx="20532">
                  <c:v>0.23763888888788642</c:v>
                </c:pt>
                <c:pt idx="20533">
                  <c:v>0.23765046295739012</c:v>
                </c:pt>
                <c:pt idx="20534">
                  <c:v>0.23766203703416977</c:v>
                </c:pt>
                <c:pt idx="20535">
                  <c:v>0.23767361111094942</c:v>
                </c:pt>
                <c:pt idx="20536">
                  <c:v>0.23768518518045312</c:v>
                </c:pt>
                <c:pt idx="20537">
                  <c:v>0.23769675925723277</c:v>
                </c:pt>
                <c:pt idx="20538">
                  <c:v>0.23770833333401242</c:v>
                </c:pt>
                <c:pt idx="20539">
                  <c:v>0.23771990740351612</c:v>
                </c:pt>
                <c:pt idx="20540">
                  <c:v>0.23773148148029577</c:v>
                </c:pt>
                <c:pt idx="20541">
                  <c:v>0.23774305554979946</c:v>
                </c:pt>
                <c:pt idx="20542">
                  <c:v>0.23775462962657912</c:v>
                </c:pt>
                <c:pt idx="20543">
                  <c:v>0.23776620370335877</c:v>
                </c:pt>
                <c:pt idx="20544">
                  <c:v>0.23777777777286246</c:v>
                </c:pt>
                <c:pt idx="20545">
                  <c:v>0.23778935184964212</c:v>
                </c:pt>
                <c:pt idx="20546">
                  <c:v>0.23780092592642177</c:v>
                </c:pt>
                <c:pt idx="20547">
                  <c:v>0.23781249999592546</c:v>
                </c:pt>
                <c:pt idx="20548">
                  <c:v>0.23782407407270512</c:v>
                </c:pt>
                <c:pt idx="20549">
                  <c:v>0.23783564814948477</c:v>
                </c:pt>
                <c:pt idx="20550">
                  <c:v>0.23784722221898846</c:v>
                </c:pt>
                <c:pt idx="20551">
                  <c:v>0.23785879629576812</c:v>
                </c:pt>
                <c:pt idx="20552">
                  <c:v>0.23787037036527181</c:v>
                </c:pt>
                <c:pt idx="20553">
                  <c:v>0.23788194444205146</c:v>
                </c:pt>
                <c:pt idx="20554">
                  <c:v>0.23789351851883112</c:v>
                </c:pt>
                <c:pt idx="20555">
                  <c:v>0.23790509258833481</c:v>
                </c:pt>
                <c:pt idx="20556">
                  <c:v>0.23791666666511446</c:v>
                </c:pt>
                <c:pt idx="20557">
                  <c:v>0.23792824074189411</c:v>
                </c:pt>
                <c:pt idx="20558">
                  <c:v>0.23793981481139781</c:v>
                </c:pt>
                <c:pt idx="20559">
                  <c:v>0.23795138888817746</c:v>
                </c:pt>
                <c:pt idx="20560">
                  <c:v>0.23796296295768116</c:v>
                </c:pt>
                <c:pt idx="20561">
                  <c:v>0.23797453703446081</c:v>
                </c:pt>
                <c:pt idx="20562">
                  <c:v>0.23798611111124046</c:v>
                </c:pt>
                <c:pt idx="20563">
                  <c:v>0.23799768518074416</c:v>
                </c:pt>
                <c:pt idx="20564">
                  <c:v>0.23800925925752381</c:v>
                </c:pt>
                <c:pt idx="20565">
                  <c:v>0.23802083333430346</c:v>
                </c:pt>
                <c:pt idx="20566">
                  <c:v>0.23803240740380716</c:v>
                </c:pt>
                <c:pt idx="20567">
                  <c:v>0.23804398148058681</c:v>
                </c:pt>
                <c:pt idx="20568">
                  <c:v>0.2380555555500905</c:v>
                </c:pt>
                <c:pt idx="20569">
                  <c:v>0.23806712962687016</c:v>
                </c:pt>
                <c:pt idx="20570">
                  <c:v>0.23807870370364981</c:v>
                </c:pt>
                <c:pt idx="20571">
                  <c:v>0.2380902777731535</c:v>
                </c:pt>
                <c:pt idx="20572">
                  <c:v>0.23810185184993315</c:v>
                </c:pt>
                <c:pt idx="20573">
                  <c:v>0.23811342592671281</c:v>
                </c:pt>
                <c:pt idx="20574">
                  <c:v>0.2381249999962165</c:v>
                </c:pt>
                <c:pt idx="20575">
                  <c:v>0.23813657407299615</c:v>
                </c:pt>
                <c:pt idx="20576">
                  <c:v>0.23814814814249985</c:v>
                </c:pt>
                <c:pt idx="20577">
                  <c:v>0.2381597222192795</c:v>
                </c:pt>
                <c:pt idx="20578">
                  <c:v>0.23817129629605915</c:v>
                </c:pt>
                <c:pt idx="20579">
                  <c:v>0.23818287036556285</c:v>
                </c:pt>
                <c:pt idx="20580">
                  <c:v>0.2381944444423425</c:v>
                </c:pt>
                <c:pt idx="20581">
                  <c:v>0.23820601851912215</c:v>
                </c:pt>
                <c:pt idx="20582">
                  <c:v>0.23821759258862585</c:v>
                </c:pt>
                <c:pt idx="20583">
                  <c:v>0.2382291666654055</c:v>
                </c:pt>
                <c:pt idx="20584">
                  <c:v>0.2382407407349092</c:v>
                </c:pt>
                <c:pt idx="20585">
                  <c:v>0.23825231481168885</c:v>
                </c:pt>
                <c:pt idx="20586">
                  <c:v>0.2382638888884685</c:v>
                </c:pt>
                <c:pt idx="20587">
                  <c:v>0.23827546295797219</c:v>
                </c:pt>
                <c:pt idx="20588">
                  <c:v>0.23828703703475185</c:v>
                </c:pt>
                <c:pt idx="20589">
                  <c:v>0.2382986111115315</c:v>
                </c:pt>
                <c:pt idx="20590">
                  <c:v>0.23831018518103519</c:v>
                </c:pt>
                <c:pt idx="20591">
                  <c:v>0.23832175925781485</c:v>
                </c:pt>
                <c:pt idx="20592">
                  <c:v>0.2383333333345945</c:v>
                </c:pt>
                <c:pt idx="20593">
                  <c:v>0.23834490740409819</c:v>
                </c:pt>
                <c:pt idx="20594">
                  <c:v>0.23835648148087785</c:v>
                </c:pt>
                <c:pt idx="20595">
                  <c:v>0.23836805555038154</c:v>
                </c:pt>
                <c:pt idx="20596">
                  <c:v>0.23837962962716119</c:v>
                </c:pt>
                <c:pt idx="20597">
                  <c:v>0.23839120370394085</c:v>
                </c:pt>
                <c:pt idx="20598">
                  <c:v>0.23840277777344454</c:v>
                </c:pt>
                <c:pt idx="20599">
                  <c:v>0.23841435185022419</c:v>
                </c:pt>
                <c:pt idx="20600">
                  <c:v>0.23842592592700385</c:v>
                </c:pt>
                <c:pt idx="20601">
                  <c:v>0.23843749999650754</c:v>
                </c:pt>
                <c:pt idx="20602">
                  <c:v>0.23844907407328719</c:v>
                </c:pt>
                <c:pt idx="20603">
                  <c:v>0.23846064814279089</c:v>
                </c:pt>
                <c:pt idx="20604">
                  <c:v>0.23847222221957054</c:v>
                </c:pt>
                <c:pt idx="20605">
                  <c:v>0.23848379629635019</c:v>
                </c:pt>
                <c:pt idx="20606">
                  <c:v>0.23849537036585389</c:v>
                </c:pt>
                <c:pt idx="20607">
                  <c:v>0.23850694444263354</c:v>
                </c:pt>
                <c:pt idx="20608">
                  <c:v>0.23851851851941319</c:v>
                </c:pt>
                <c:pt idx="20609">
                  <c:v>0.23853009258891689</c:v>
                </c:pt>
                <c:pt idx="20610">
                  <c:v>0.23854166666569654</c:v>
                </c:pt>
                <c:pt idx="20611">
                  <c:v>0.23855324073520023</c:v>
                </c:pt>
                <c:pt idx="20612">
                  <c:v>0.23856481481197989</c:v>
                </c:pt>
                <c:pt idx="20613">
                  <c:v>0.23857638888875954</c:v>
                </c:pt>
                <c:pt idx="20614">
                  <c:v>0.23858796295826323</c:v>
                </c:pt>
                <c:pt idx="20615">
                  <c:v>0.23859953703504289</c:v>
                </c:pt>
                <c:pt idx="20616">
                  <c:v>0.23861111111182254</c:v>
                </c:pt>
                <c:pt idx="20617">
                  <c:v>0.23862268518132623</c:v>
                </c:pt>
                <c:pt idx="20618">
                  <c:v>0.23863425925810589</c:v>
                </c:pt>
                <c:pt idx="20619">
                  <c:v>0.23864583332760958</c:v>
                </c:pt>
                <c:pt idx="20620">
                  <c:v>0.23865740740438923</c:v>
                </c:pt>
                <c:pt idx="20621">
                  <c:v>0.23866898148116888</c:v>
                </c:pt>
                <c:pt idx="20622">
                  <c:v>0.23868055555067258</c:v>
                </c:pt>
                <c:pt idx="20623">
                  <c:v>0.23869212962745223</c:v>
                </c:pt>
                <c:pt idx="20624">
                  <c:v>0.23870370370423188</c:v>
                </c:pt>
                <c:pt idx="20625">
                  <c:v>0.23871527777373558</c:v>
                </c:pt>
                <c:pt idx="20626">
                  <c:v>0.23872685185051523</c:v>
                </c:pt>
                <c:pt idx="20627">
                  <c:v>0.23873842592001893</c:v>
                </c:pt>
                <c:pt idx="20628">
                  <c:v>0.23874999999679858</c:v>
                </c:pt>
                <c:pt idx="20629">
                  <c:v>0.23876157407357823</c:v>
                </c:pt>
                <c:pt idx="20630">
                  <c:v>0.23877314814308193</c:v>
                </c:pt>
                <c:pt idx="20631">
                  <c:v>0.23878472221986158</c:v>
                </c:pt>
                <c:pt idx="20632">
                  <c:v>0.23879629629664123</c:v>
                </c:pt>
                <c:pt idx="20633">
                  <c:v>0.23880787036614493</c:v>
                </c:pt>
                <c:pt idx="20634">
                  <c:v>0.23881944444292458</c:v>
                </c:pt>
                <c:pt idx="20635">
                  <c:v>0.23883101851970423</c:v>
                </c:pt>
                <c:pt idx="20636">
                  <c:v>0.23884259258920792</c:v>
                </c:pt>
                <c:pt idx="20637">
                  <c:v>0.23885416666598758</c:v>
                </c:pt>
                <c:pt idx="20638">
                  <c:v>0.23886574073549127</c:v>
                </c:pt>
                <c:pt idx="20639">
                  <c:v>0.23887731481227092</c:v>
                </c:pt>
                <c:pt idx="20640">
                  <c:v>0.23888888888905058</c:v>
                </c:pt>
                <c:pt idx="20641">
                  <c:v>0.23890046295855427</c:v>
                </c:pt>
                <c:pt idx="20642">
                  <c:v>0.23891203703533392</c:v>
                </c:pt>
                <c:pt idx="20643">
                  <c:v>0.23892361111211358</c:v>
                </c:pt>
                <c:pt idx="20644">
                  <c:v>0.23893518518161727</c:v>
                </c:pt>
                <c:pt idx="20645">
                  <c:v>0.23894675925839692</c:v>
                </c:pt>
                <c:pt idx="20646">
                  <c:v>0.23895833332790062</c:v>
                </c:pt>
                <c:pt idx="20647">
                  <c:v>0.23896990740468027</c:v>
                </c:pt>
                <c:pt idx="20648">
                  <c:v>0.23898148148145992</c:v>
                </c:pt>
                <c:pt idx="20649">
                  <c:v>0.23899305555096362</c:v>
                </c:pt>
                <c:pt idx="20650">
                  <c:v>0.23900462962774327</c:v>
                </c:pt>
                <c:pt idx="20651">
                  <c:v>0.23901620370452292</c:v>
                </c:pt>
                <c:pt idx="20652">
                  <c:v>0.23902777777402662</c:v>
                </c:pt>
                <c:pt idx="20653">
                  <c:v>0.23903935185080627</c:v>
                </c:pt>
                <c:pt idx="20654">
                  <c:v>0.23905092592030996</c:v>
                </c:pt>
                <c:pt idx="20655">
                  <c:v>0.23906249999708962</c:v>
                </c:pt>
                <c:pt idx="20656">
                  <c:v>0.23907407407386927</c:v>
                </c:pt>
                <c:pt idx="20657">
                  <c:v>0.23908564814337296</c:v>
                </c:pt>
                <c:pt idx="20658">
                  <c:v>0.23909722222015262</c:v>
                </c:pt>
                <c:pt idx="20659">
                  <c:v>0.23910879629693227</c:v>
                </c:pt>
                <c:pt idx="20660">
                  <c:v>0.23912037036643596</c:v>
                </c:pt>
                <c:pt idx="20661">
                  <c:v>0.23913194444321562</c:v>
                </c:pt>
                <c:pt idx="20662">
                  <c:v>0.23914351851271931</c:v>
                </c:pt>
                <c:pt idx="20663">
                  <c:v>0.23915509258949896</c:v>
                </c:pt>
                <c:pt idx="20664">
                  <c:v>0.23916666666627862</c:v>
                </c:pt>
                <c:pt idx="20665">
                  <c:v>0.23917824073578231</c:v>
                </c:pt>
                <c:pt idx="20666">
                  <c:v>0.23918981481256196</c:v>
                </c:pt>
                <c:pt idx="20667">
                  <c:v>0.23920138888934162</c:v>
                </c:pt>
                <c:pt idx="20668">
                  <c:v>0.23921296295884531</c:v>
                </c:pt>
                <c:pt idx="20669">
                  <c:v>0.23922453703562496</c:v>
                </c:pt>
                <c:pt idx="20670">
                  <c:v>0.23923611111240461</c:v>
                </c:pt>
                <c:pt idx="20671">
                  <c:v>0.23924768518190831</c:v>
                </c:pt>
                <c:pt idx="20672">
                  <c:v>0.23925925925868796</c:v>
                </c:pt>
                <c:pt idx="20673">
                  <c:v>0.23927083332819166</c:v>
                </c:pt>
                <c:pt idx="20674">
                  <c:v>0.23928240740497131</c:v>
                </c:pt>
                <c:pt idx="20675">
                  <c:v>0.23929398148175096</c:v>
                </c:pt>
                <c:pt idx="20676">
                  <c:v>0.23930555555125466</c:v>
                </c:pt>
                <c:pt idx="20677">
                  <c:v>0.23931712962803431</c:v>
                </c:pt>
                <c:pt idx="20678">
                  <c:v>0.23932870370481396</c:v>
                </c:pt>
                <c:pt idx="20679">
                  <c:v>0.23934027777431766</c:v>
                </c:pt>
                <c:pt idx="20680">
                  <c:v>0.23935185185109731</c:v>
                </c:pt>
                <c:pt idx="20681">
                  <c:v>0.239363425920601</c:v>
                </c:pt>
                <c:pt idx="20682">
                  <c:v>0.23937499999738066</c:v>
                </c:pt>
                <c:pt idx="20683">
                  <c:v>0.23938657407416031</c:v>
                </c:pt>
                <c:pt idx="20684">
                  <c:v>0.239398148143664</c:v>
                </c:pt>
                <c:pt idx="20685">
                  <c:v>0.23940972222044365</c:v>
                </c:pt>
                <c:pt idx="20686">
                  <c:v>0.23942129629722331</c:v>
                </c:pt>
                <c:pt idx="20687">
                  <c:v>0.239432870366727</c:v>
                </c:pt>
                <c:pt idx="20688">
                  <c:v>0.23944444444350665</c:v>
                </c:pt>
                <c:pt idx="20689">
                  <c:v>0.23945601851301035</c:v>
                </c:pt>
                <c:pt idx="20690">
                  <c:v>0.23946759258979</c:v>
                </c:pt>
                <c:pt idx="20691">
                  <c:v>0.23947916666656965</c:v>
                </c:pt>
                <c:pt idx="20692">
                  <c:v>0.23949074073607335</c:v>
                </c:pt>
                <c:pt idx="20693">
                  <c:v>0.239502314812853</c:v>
                </c:pt>
                <c:pt idx="20694">
                  <c:v>0.23951388888963265</c:v>
                </c:pt>
                <c:pt idx="20695">
                  <c:v>0.23952546295913635</c:v>
                </c:pt>
                <c:pt idx="20696">
                  <c:v>0.239537037035916</c:v>
                </c:pt>
                <c:pt idx="20697">
                  <c:v>0.2395486111054197</c:v>
                </c:pt>
                <c:pt idx="20698">
                  <c:v>0.23956018518219935</c:v>
                </c:pt>
                <c:pt idx="20699">
                  <c:v>0.239571759258979</c:v>
                </c:pt>
                <c:pt idx="20700">
                  <c:v>0.23958333332848269</c:v>
                </c:pt>
                <c:pt idx="20701">
                  <c:v>0.23959490740526235</c:v>
                </c:pt>
                <c:pt idx="20702">
                  <c:v>0.239606481482042</c:v>
                </c:pt>
                <c:pt idx="20703">
                  <c:v>0.23961805555154569</c:v>
                </c:pt>
                <c:pt idx="20704">
                  <c:v>0.23962962962832535</c:v>
                </c:pt>
                <c:pt idx="20705">
                  <c:v>0.23964120369782904</c:v>
                </c:pt>
                <c:pt idx="20706">
                  <c:v>0.23965277777460869</c:v>
                </c:pt>
                <c:pt idx="20707">
                  <c:v>0.23966435185138835</c:v>
                </c:pt>
                <c:pt idx="20708">
                  <c:v>0.23967592592089204</c:v>
                </c:pt>
                <c:pt idx="20709">
                  <c:v>0.23968749999767169</c:v>
                </c:pt>
                <c:pt idx="20710">
                  <c:v>0.23969907407445135</c:v>
                </c:pt>
                <c:pt idx="20711">
                  <c:v>0.23971064814395504</c:v>
                </c:pt>
                <c:pt idx="20712">
                  <c:v>0.23972222222073469</c:v>
                </c:pt>
                <c:pt idx="20713">
                  <c:v>0.23973379629751435</c:v>
                </c:pt>
                <c:pt idx="20714">
                  <c:v>0.23974537036701804</c:v>
                </c:pt>
                <c:pt idx="20715">
                  <c:v>0.23975694444379769</c:v>
                </c:pt>
                <c:pt idx="20716">
                  <c:v>0.23976851851330139</c:v>
                </c:pt>
                <c:pt idx="20717">
                  <c:v>0.23978009259008104</c:v>
                </c:pt>
                <c:pt idx="20718">
                  <c:v>0.23979166666686069</c:v>
                </c:pt>
                <c:pt idx="20719">
                  <c:v>0.23980324073636439</c:v>
                </c:pt>
                <c:pt idx="20720">
                  <c:v>0.23981481481314404</c:v>
                </c:pt>
                <c:pt idx="20721">
                  <c:v>0.23982638888992369</c:v>
                </c:pt>
                <c:pt idx="20722">
                  <c:v>0.23983796295942739</c:v>
                </c:pt>
                <c:pt idx="20723">
                  <c:v>0.23984953703620704</c:v>
                </c:pt>
                <c:pt idx="20724">
                  <c:v>0.23986111110571073</c:v>
                </c:pt>
                <c:pt idx="20725">
                  <c:v>0.23987268518249039</c:v>
                </c:pt>
                <c:pt idx="20726">
                  <c:v>0.23988425925927004</c:v>
                </c:pt>
                <c:pt idx="20727">
                  <c:v>0.23989583332877373</c:v>
                </c:pt>
                <c:pt idx="20728">
                  <c:v>0.23990740740555339</c:v>
                </c:pt>
                <c:pt idx="20729">
                  <c:v>0.23991898148233304</c:v>
                </c:pt>
                <c:pt idx="20730">
                  <c:v>0.23993055555183673</c:v>
                </c:pt>
                <c:pt idx="20731">
                  <c:v>0.23994212962861639</c:v>
                </c:pt>
                <c:pt idx="20732">
                  <c:v>0.23995370369812008</c:v>
                </c:pt>
                <c:pt idx="20733">
                  <c:v>0.23996527777489973</c:v>
                </c:pt>
                <c:pt idx="20734">
                  <c:v>0.23997685185167938</c:v>
                </c:pt>
                <c:pt idx="20735">
                  <c:v>0.23998842592118308</c:v>
                </c:pt>
                <c:pt idx="20736">
                  <c:v>0.23999999999796273</c:v>
                </c:pt>
                <c:pt idx="20737">
                  <c:v>0.24001157407474238</c:v>
                </c:pt>
                <c:pt idx="20738">
                  <c:v>0.24002314814424608</c:v>
                </c:pt>
                <c:pt idx="20739">
                  <c:v>0.24003472222102573</c:v>
                </c:pt>
                <c:pt idx="20740">
                  <c:v>0.24004629629052943</c:v>
                </c:pt>
                <c:pt idx="20741">
                  <c:v>0.24005787036730908</c:v>
                </c:pt>
                <c:pt idx="20742">
                  <c:v>0.24006944444408873</c:v>
                </c:pt>
                <c:pt idx="20743">
                  <c:v>0.24008101851359243</c:v>
                </c:pt>
                <c:pt idx="20744">
                  <c:v>0.24009259259037208</c:v>
                </c:pt>
                <c:pt idx="20745">
                  <c:v>0.24010416666715173</c:v>
                </c:pt>
                <c:pt idx="20746">
                  <c:v>0.24011574073665543</c:v>
                </c:pt>
                <c:pt idx="20747">
                  <c:v>0.24012731481343508</c:v>
                </c:pt>
                <c:pt idx="20748">
                  <c:v>0.24013888889021473</c:v>
                </c:pt>
                <c:pt idx="20749">
                  <c:v>0.24015046295971842</c:v>
                </c:pt>
                <c:pt idx="20750">
                  <c:v>0.24016203703649808</c:v>
                </c:pt>
                <c:pt idx="20751">
                  <c:v>0.24017361110600177</c:v>
                </c:pt>
                <c:pt idx="20752">
                  <c:v>0.24018518518278142</c:v>
                </c:pt>
                <c:pt idx="20753">
                  <c:v>0.24019675925956108</c:v>
                </c:pt>
                <c:pt idx="20754">
                  <c:v>0.24020833332906477</c:v>
                </c:pt>
                <c:pt idx="20755">
                  <c:v>0.24021990740584442</c:v>
                </c:pt>
                <c:pt idx="20756">
                  <c:v>0.24023148148262408</c:v>
                </c:pt>
                <c:pt idx="20757">
                  <c:v>0.24024305555212777</c:v>
                </c:pt>
                <c:pt idx="20758">
                  <c:v>0.24025462962890742</c:v>
                </c:pt>
                <c:pt idx="20759">
                  <c:v>0.24026620369841112</c:v>
                </c:pt>
                <c:pt idx="20760">
                  <c:v>0.24027777777519077</c:v>
                </c:pt>
                <c:pt idx="20761">
                  <c:v>0.24028935185197042</c:v>
                </c:pt>
                <c:pt idx="20762">
                  <c:v>0.24030092592147412</c:v>
                </c:pt>
                <c:pt idx="20763">
                  <c:v>0.24031249999825377</c:v>
                </c:pt>
                <c:pt idx="20764">
                  <c:v>0.24032407407503342</c:v>
                </c:pt>
                <c:pt idx="20765">
                  <c:v>0.24033564814453712</c:v>
                </c:pt>
                <c:pt idx="20766">
                  <c:v>0.24034722222131677</c:v>
                </c:pt>
                <c:pt idx="20767">
                  <c:v>0.24035879629082046</c:v>
                </c:pt>
                <c:pt idx="20768">
                  <c:v>0.24037037036760012</c:v>
                </c:pt>
                <c:pt idx="20769">
                  <c:v>0.24038194444437977</c:v>
                </c:pt>
                <c:pt idx="20770">
                  <c:v>0.24039351851388346</c:v>
                </c:pt>
                <c:pt idx="20771">
                  <c:v>0.24040509259066312</c:v>
                </c:pt>
                <c:pt idx="20772">
                  <c:v>0.24041666666744277</c:v>
                </c:pt>
                <c:pt idx="20773">
                  <c:v>0.24042824073694646</c:v>
                </c:pt>
                <c:pt idx="20774">
                  <c:v>0.24043981481372612</c:v>
                </c:pt>
                <c:pt idx="20775">
                  <c:v>0.24045138888322981</c:v>
                </c:pt>
                <c:pt idx="20776">
                  <c:v>0.24046296296000946</c:v>
                </c:pt>
                <c:pt idx="20777">
                  <c:v>0.24047453703678912</c:v>
                </c:pt>
                <c:pt idx="20778">
                  <c:v>0.24048611110629281</c:v>
                </c:pt>
                <c:pt idx="20779">
                  <c:v>0.24049768518307246</c:v>
                </c:pt>
                <c:pt idx="20780">
                  <c:v>0.24050925925985212</c:v>
                </c:pt>
                <c:pt idx="20781">
                  <c:v>0.24052083332935581</c:v>
                </c:pt>
                <c:pt idx="20782">
                  <c:v>0.24053240740613546</c:v>
                </c:pt>
                <c:pt idx="20783">
                  <c:v>0.24054398147563916</c:v>
                </c:pt>
                <c:pt idx="20784">
                  <c:v>0.24055555555241881</c:v>
                </c:pt>
                <c:pt idx="20785">
                  <c:v>0.24056712962919846</c:v>
                </c:pt>
                <c:pt idx="20786">
                  <c:v>0.24057870369870216</c:v>
                </c:pt>
                <c:pt idx="20787">
                  <c:v>0.24059027777548181</c:v>
                </c:pt>
                <c:pt idx="20788">
                  <c:v>0.24060185185226146</c:v>
                </c:pt>
                <c:pt idx="20789">
                  <c:v>0.24061342592176516</c:v>
                </c:pt>
                <c:pt idx="20790">
                  <c:v>0.24062499999854481</c:v>
                </c:pt>
                <c:pt idx="20791">
                  <c:v>0.24063657407532446</c:v>
                </c:pt>
                <c:pt idx="20792">
                  <c:v>0.24064814814482816</c:v>
                </c:pt>
                <c:pt idx="20793">
                  <c:v>0.24065972222160781</c:v>
                </c:pt>
                <c:pt idx="20794">
                  <c:v>0.2406712962911115</c:v>
                </c:pt>
                <c:pt idx="20795">
                  <c:v>0.24068287036789116</c:v>
                </c:pt>
                <c:pt idx="20796">
                  <c:v>0.24069444444467081</c:v>
                </c:pt>
                <c:pt idx="20797">
                  <c:v>0.2407060185141745</c:v>
                </c:pt>
                <c:pt idx="20798">
                  <c:v>0.24071759259095415</c:v>
                </c:pt>
                <c:pt idx="20799">
                  <c:v>0.24072916666773381</c:v>
                </c:pt>
                <c:pt idx="20800">
                  <c:v>0.2407407407372375</c:v>
                </c:pt>
                <c:pt idx="20801">
                  <c:v>0.24075231481401715</c:v>
                </c:pt>
                <c:pt idx="20802">
                  <c:v>0.24076388888352085</c:v>
                </c:pt>
                <c:pt idx="20803">
                  <c:v>0.2407754629603005</c:v>
                </c:pt>
                <c:pt idx="20804">
                  <c:v>0.24078703703708015</c:v>
                </c:pt>
                <c:pt idx="20805">
                  <c:v>0.24079861110658385</c:v>
                </c:pt>
                <c:pt idx="20806">
                  <c:v>0.2408101851833635</c:v>
                </c:pt>
                <c:pt idx="20807">
                  <c:v>0.24082175926014315</c:v>
                </c:pt>
                <c:pt idx="20808">
                  <c:v>0.24083333332964685</c:v>
                </c:pt>
                <c:pt idx="20809">
                  <c:v>0.2408449074064265</c:v>
                </c:pt>
                <c:pt idx="20810">
                  <c:v>0.2408564814759302</c:v>
                </c:pt>
                <c:pt idx="20811">
                  <c:v>0.24086805555270985</c:v>
                </c:pt>
                <c:pt idx="20812">
                  <c:v>0.2408796296294895</c:v>
                </c:pt>
                <c:pt idx="20813">
                  <c:v>0.24089120369899319</c:v>
                </c:pt>
                <c:pt idx="20814">
                  <c:v>0.24090277777577285</c:v>
                </c:pt>
                <c:pt idx="20815">
                  <c:v>0.2409143518525525</c:v>
                </c:pt>
                <c:pt idx="20816">
                  <c:v>0.24092592592205619</c:v>
                </c:pt>
                <c:pt idx="20817">
                  <c:v>0.24093749999883585</c:v>
                </c:pt>
                <c:pt idx="20818">
                  <c:v>0.24094907406833954</c:v>
                </c:pt>
                <c:pt idx="20819">
                  <c:v>0.24096064814511919</c:v>
                </c:pt>
                <c:pt idx="20820">
                  <c:v>0.24097222222189885</c:v>
                </c:pt>
                <c:pt idx="20821">
                  <c:v>0.24098379629140254</c:v>
                </c:pt>
                <c:pt idx="20822">
                  <c:v>0.24099537036818219</c:v>
                </c:pt>
                <c:pt idx="20823">
                  <c:v>0.24100694444496185</c:v>
                </c:pt>
                <c:pt idx="20824">
                  <c:v>0.24101851851446554</c:v>
                </c:pt>
                <c:pt idx="20825">
                  <c:v>0.24103009259124519</c:v>
                </c:pt>
                <c:pt idx="20826">
                  <c:v>0.24104166666074889</c:v>
                </c:pt>
                <c:pt idx="20827">
                  <c:v>0.24105324073752854</c:v>
                </c:pt>
                <c:pt idx="20828">
                  <c:v>0.24106481481430819</c:v>
                </c:pt>
                <c:pt idx="20829">
                  <c:v>0.24107638888381189</c:v>
                </c:pt>
                <c:pt idx="20830">
                  <c:v>0.24108796296059154</c:v>
                </c:pt>
                <c:pt idx="20831">
                  <c:v>0.24109953703737119</c:v>
                </c:pt>
                <c:pt idx="20832">
                  <c:v>0.24111111110687489</c:v>
                </c:pt>
                <c:pt idx="20833">
                  <c:v>0.24112268518365454</c:v>
                </c:pt>
                <c:pt idx="20834">
                  <c:v>0.24113425926043419</c:v>
                </c:pt>
                <c:pt idx="20835">
                  <c:v>0.24114583332993789</c:v>
                </c:pt>
                <c:pt idx="20836">
                  <c:v>0.24115740740671754</c:v>
                </c:pt>
                <c:pt idx="20837">
                  <c:v>0.24116898147622123</c:v>
                </c:pt>
                <c:pt idx="20838">
                  <c:v>0.24118055555300089</c:v>
                </c:pt>
                <c:pt idx="20839">
                  <c:v>0.24119212962978054</c:v>
                </c:pt>
                <c:pt idx="20840">
                  <c:v>0.24120370369928423</c:v>
                </c:pt>
                <c:pt idx="20841">
                  <c:v>0.24121527777606389</c:v>
                </c:pt>
                <c:pt idx="20842">
                  <c:v>0.24122685185284354</c:v>
                </c:pt>
                <c:pt idx="20843">
                  <c:v>0.24123842592234723</c:v>
                </c:pt>
                <c:pt idx="20844">
                  <c:v>0.24124999999912689</c:v>
                </c:pt>
                <c:pt idx="20845">
                  <c:v>0.24126157406863058</c:v>
                </c:pt>
                <c:pt idx="20846">
                  <c:v>0.24127314814541023</c:v>
                </c:pt>
                <c:pt idx="20847">
                  <c:v>0.24128472222218988</c:v>
                </c:pt>
                <c:pt idx="20848">
                  <c:v>0.24129629629169358</c:v>
                </c:pt>
                <c:pt idx="20849">
                  <c:v>0.24130787036847323</c:v>
                </c:pt>
                <c:pt idx="20850">
                  <c:v>0.24131944444525288</c:v>
                </c:pt>
                <c:pt idx="20851">
                  <c:v>0.24133101851475658</c:v>
                </c:pt>
                <c:pt idx="20852">
                  <c:v>0.24134259259153623</c:v>
                </c:pt>
                <c:pt idx="20853">
                  <c:v>0.24135416666103993</c:v>
                </c:pt>
                <c:pt idx="20854">
                  <c:v>0.24136574073781958</c:v>
                </c:pt>
                <c:pt idx="20855">
                  <c:v>0.24137731481459923</c:v>
                </c:pt>
                <c:pt idx="20856">
                  <c:v>0.24138888888410293</c:v>
                </c:pt>
                <c:pt idx="20857">
                  <c:v>0.24140046296088258</c:v>
                </c:pt>
                <c:pt idx="20858">
                  <c:v>0.24141203703766223</c:v>
                </c:pt>
                <c:pt idx="20859">
                  <c:v>0.24142361110716593</c:v>
                </c:pt>
                <c:pt idx="20860">
                  <c:v>0.24143518518394558</c:v>
                </c:pt>
                <c:pt idx="20861">
                  <c:v>0.24144675925344927</c:v>
                </c:pt>
                <c:pt idx="20862">
                  <c:v>0.24145833333022892</c:v>
                </c:pt>
                <c:pt idx="20863">
                  <c:v>0.24146990740700858</c:v>
                </c:pt>
                <c:pt idx="20864">
                  <c:v>0.24148148147651227</c:v>
                </c:pt>
                <c:pt idx="20865">
                  <c:v>0.24149305555329192</c:v>
                </c:pt>
                <c:pt idx="20866">
                  <c:v>0.24150462963007158</c:v>
                </c:pt>
                <c:pt idx="20867">
                  <c:v>0.24151620369957527</c:v>
                </c:pt>
                <c:pt idx="20868">
                  <c:v>0.24152777777635492</c:v>
                </c:pt>
                <c:pt idx="20869">
                  <c:v>0.24153935185313458</c:v>
                </c:pt>
                <c:pt idx="20870">
                  <c:v>0.24155092592263827</c:v>
                </c:pt>
                <c:pt idx="20871">
                  <c:v>0.24156249999941792</c:v>
                </c:pt>
                <c:pt idx="20872">
                  <c:v>0.24157407406892162</c:v>
                </c:pt>
                <c:pt idx="20873">
                  <c:v>0.24158564814570127</c:v>
                </c:pt>
                <c:pt idx="20874">
                  <c:v>0.24159722222248092</c:v>
                </c:pt>
                <c:pt idx="20875">
                  <c:v>0.24160879629198462</c:v>
                </c:pt>
                <c:pt idx="20876">
                  <c:v>0.24162037036876427</c:v>
                </c:pt>
                <c:pt idx="20877">
                  <c:v>0.24163194444554392</c:v>
                </c:pt>
                <c:pt idx="20878">
                  <c:v>0.24164351851504762</c:v>
                </c:pt>
                <c:pt idx="20879">
                  <c:v>0.24165509259182727</c:v>
                </c:pt>
                <c:pt idx="20880">
                  <c:v>0.24166666666133096</c:v>
                </c:pt>
                <c:pt idx="20881">
                  <c:v>0.24167824073811062</c:v>
                </c:pt>
                <c:pt idx="20882">
                  <c:v>0.24168981481489027</c:v>
                </c:pt>
                <c:pt idx="20883">
                  <c:v>0.24170138888439396</c:v>
                </c:pt>
                <c:pt idx="20884">
                  <c:v>0.24171296296117362</c:v>
                </c:pt>
                <c:pt idx="20885">
                  <c:v>0.24172453703795327</c:v>
                </c:pt>
                <c:pt idx="20886">
                  <c:v>0.24173611110745696</c:v>
                </c:pt>
                <c:pt idx="20887">
                  <c:v>0.24174768518423662</c:v>
                </c:pt>
                <c:pt idx="20888">
                  <c:v>0.24175925925374031</c:v>
                </c:pt>
                <c:pt idx="20889">
                  <c:v>0.24177083333051996</c:v>
                </c:pt>
                <c:pt idx="20890">
                  <c:v>0.24178240740729962</c:v>
                </c:pt>
                <c:pt idx="20891">
                  <c:v>0.24179398147680331</c:v>
                </c:pt>
                <c:pt idx="20892">
                  <c:v>0.24180555555358296</c:v>
                </c:pt>
                <c:pt idx="20893">
                  <c:v>0.24181712963036261</c:v>
                </c:pt>
                <c:pt idx="20894">
                  <c:v>0.24182870369986631</c:v>
                </c:pt>
                <c:pt idx="20895">
                  <c:v>0.24184027777664596</c:v>
                </c:pt>
                <c:pt idx="20896">
                  <c:v>0.24185185184614966</c:v>
                </c:pt>
                <c:pt idx="20897">
                  <c:v>0.24186342592292931</c:v>
                </c:pt>
                <c:pt idx="20898">
                  <c:v>0.24187499999970896</c:v>
                </c:pt>
                <c:pt idx="20899">
                  <c:v>0.24188657406921266</c:v>
                </c:pt>
                <c:pt idx="20900">
                  <c:v>0.24189814814599231</c:v>
                </c:pt>
                <c:pt idx="20901">
                  <c:v>0.24190972222277196</c:v>
                </c:pt>
                <c:pt idx="20902">
                  <c:v>0.24192129629227566</c:v>
                </c:pt>
                <c:pt idx="20903">
                  <c:v>0.24193287036905531</c:v>
                </c:pt>
                <c:pt idx="20904">
                  <c:v>0.241944444438559</c:v>
                </c:pt>
                <c:pt idx="20905">
                  <c:v>0.24195601851533866</c:v>
                </c:pt>
                <c:pt idx="20906">
                  <c:v>0.24196759259211831</c:v>
                </c:pt>
                <c:pt idx="20907">
                  <c:v>0.241979166661622</c:v>
                </c:pt>
                <c:pt idx="20908">
                  <c:v>0.24199074073840166</c:v>
                </c:pt>
                <c:pt idx="20909">
                  <c:v>0.24200231481518131</c:v>
                </c:pt>
                <c:pt idx="20910">
                  <c:v>0.242013888884685</c:v>
                </c:pt>
                <c:pt idx="20911">
                  <c:v>0.24202546296146465</c:v>
                </c:pt>
                <c:pt idx="20912">
                  <c:v>0.24203703703824431</c:v>
                </c:pt>
                <c:pt idx="20913">
                  <c:v>0.242048611107748</c:v>
                </c:pt>
                <c:pt idx="20914">
                  <c:v>0.24206018518452765</c:v>
                </c:pt>
                <c:pt idx="20915">
                  <c:v>0.24207175925403135</c:v>
                </c:pt>
                <c:pt idx="20916">
                  <c:v>0.242083333330811</c:v>
                </c:pt>
                <c:pt idx="20917">
                  <c:v>0.24209490740759065</c:v>
                </c:pt>
                <c:pt idx="20918">
                  <c:v>0.24210648147709435</c:v>
                </c:pt>
                <c:pt idx="20919">
                  <c:v>0.242118055553874</c:v>
                </c:pt>
                <c:pt idx="20920">
                  <c:v>0.24212962963065365</c:v>
                </c:pt>
                <c:pt idx="20921">
                  <c:v>0.24214120370015735</c:v>
                </c:pt>
                <c:pt idx="20922">
                  <c:v>0.242152777776937</c:v>
                </c:pt>
                <c:pt idx="20923">
                  <c:v>0.2421643518464407</c:v>
                </c:pt>
                <c:pt idx="20924">
                  <c:v>0.24217592592322035</c:v>
                </c:pt>
                <c:pt idx="20925">
                  <c:v>0.2421875</c:v>
                </c:pt>
                <c:pt idx="20926">
                  <c:v>0.24219907406950369</c:v>
                </c:pt>
                <c:pt idx="20927">
                  <c:v>0.24221064814628335</c:v>
                </c:pt>
                <c:pt idx="20928">
                  <c:v>0.242222222223063</c:v>
                </c:pt>
                <c:pt idx="20929">
                  <c:v>0.24223379629256669</c:v>
                </c:pt>
                <c:pt idx="20930">
                  <c:v>0.24224537036934635</c:v>
                </c:pt>
                <c:pt idx="20931">
                  <c:v>0.24225694443885004</c:v>
                </c:pt>
                <c:pt idx="20932">
                  <c:v>0.24226851851562969</c:v>
                </c:pt>
                <c:pt idx="20933">
                  <c:v>0.24228009259240935</c:v>
                </c:pt>
                <c:pt idx="20934">
                  <c:v>0.24229166666191304</c:v>
                </c:pt>
                <c:pt idx="20935">
                  <c:v>0.24230324073869269</c:v>
                </c:pt>
                <c:pt idx="20936">
                  <c:v>0.24231481481547235</c:v>
                </c:pt>
                <c:pt idx="20937">
                  <c:v>0.24232638888497604</c:v>
                </c:pt>
                <c:pt idx="20938">
                  <c:v>0.24233796296175569</c:v>
                </c:pt>
                <c:pt idx="20939">
                  <c:v>0.24234953703125939</c:v>
                </c:pt>
                <c:pt idx="20940">
                  <c:v>0.24236111110803904</c:v>
                </c:pt>
                <c:pt idx="20941">
                  <c:v>0.24237268518481869</c:v>
                </c:pt>
                <c:pt idx="20942">
                  <c:v>0.24238425925432239</c:v>
                </c:pt>
                <c:pt idx="20943">
                  <c:v>0.24239583333110204</c:v>
                </c:pt>
                <c:pt idx="20944">
                  <c:v>0.24240740740788169</c:v>
                </c:pt>
                <c:pt idx="20945">
                  <c:v>0.24241898147738539</c:v>
                </c:pt>
                <c:pt idx="20946">
                  <c:v>0.24243055555416504</c:v>
                </c:pt>
                <c:pt idx="20947">
                  <c:v>0.24244212963094469</c:v>
                </c:pt>
                <c:pt idx="20948">
                  <c:v>0.24245370370044839</c:v>
                </c:pt>
                <c:pt idx="20949">
                  <c:v>0.24246527777722804</c:v>
                </c:pt>
                <c:pt idx="20950">
                  <c:v>0.24247685184673173</c:v>
                </c:pt>
                <c:pt idx="20951">
                  <c:v>0.24248842592351139</c:v>
                </c:pt>
                <c:pt idx="20952">
                  <c:v>0.24250000000029104</c:v>
                </c:pt>
                <c:pt idx="20953">
                  <c:v>0.24251157406979473</c:v>
                </c:pt>
                <c:pt idx="20954">
                  <c:v>0.24252314814657439</c:v>
                </c:pt>
                <c:pt idx="20955">
                  <c:v>0.24253472222335404</c:v>
                </c:pt>
                <c:pt idx="20956">
                  <c:v>0.24254629629285773</c:v>
                </c:pt>
                <c:pt idx="20957">
                  <c:v>0.24255787036963739</c:v>
                </c:pt>
                <c:pt idx="20958">
                  <c:v>0.24256944443914108</c:v>
                </c:pt>
                <c:pt idx="20959">
                  <c:v>0.24258101851592073</c:v>
                </c:pt>
                <c:pt idx="20960">
                  <c:v>0.24259259259270038</c:v>
                </c:pt>
                <c:pt idx="20961">
                  <c:v>0.24260416666220408</c:v>
                </c:pt>
                <c:pt idx="20962">
                  <c:v>0.24261574073898373</c:v>
                </c:pt>
                <c:pt idx="20963">
                  <c:v>0.24262731481576338</c:v>
                </c:pt>
                <c:pt idx="20964">
                  <c:v>0.24263888888526708</c:v>
                </c:pt>
                <c:pt idx="20965">
                  <c:v>0.24265046296204673</c:v>
                </c:pt>
                <c:pt idx="20966">
                  <c:v>0.24266203703155043</c:v>
                </c:pt>
                <c:pt idx="20967">
                  <c:v>0.24267361110833008</c:v>
                </c:pt>
                <c:pt idx="20968">
                  <c:v>0.24268518518510973</c:v>
                </c:pt>
                <c:pt idx="20969">
                  <c:v>0.24269675925461343</c:v>
                </c:pt>
                <c:pt idx="20970">
                  <c:v>0.24270833333139308</c:v>
                </c:pt>
                <c:pt idx="20971">
                  <c:v>0.24271990740817273</c:v>
                </c:pt>
                <c:pt idx="20972">
                  <c:v>0.24273148147767643</c:v>
                </c:pt>
                <c:pt idx="20973">
                  <c:v>0.24274305555445608</c:v>
                </c:pt>
                <c:pt idx="20974">
                  <c:v>0.24275462962395977</c:v>
                </c:pt>
                <c:pt idx="20975">
                  <c:v>0.24276620370073942</c:v>
                </c:pt>
                <c:pt idx="20976">
                  <c:v>0.24277777777751908</c:v>
                </c:pt>
                <c:pt idx="20977">
                  <c:v>0.24278935184702277</c:v>
                </c:pt>
                <c:pt idx="20978">
                  <c:v>0.24280092592380242</c:v>
                </c:pt>
                <c:pt idx="20979">
                  <c:v>0.24281250000058208</c:v>
                </c:pt>
                <c:pt idx="20980">
                  <c:v>0.24282407407008577</c:v>
                </c:pt>
                <c:pt idx="20981">
                  <c:v>0.24283564814686542</c:v>
                </c:pt>
                <c:pt idx="20982">
                  <c:v>0.24284722221636912</c:v>
                </c:pt>
                <c:pt idx="20983">
                  <c:v>0.24285879629314877</c:v>
                </c:pt>
                <c:pt idx="20984">
                  <c:v>0.24287037036992842</c:v>
                </c:pt>
                <c:pt idx="20985">
                  <c:v>0.24288194443943212</c:v>
                </c:pt>
                <c:pt idx="20986">
                  <c:v>0.24289351851621177</c:v>
                </c:pt>
                <c:pt idx="20987">
                  <c:v>0.24290509259299142</c:v>
                </c:pt>
                <c:pt idx="20988">
                  <c:v>0.24291666666249512</c:v>
                </c:pt>
                <c:pt idx="20989">
                  <c:v>0.24292824073927477</c:v>
                </c:pt>
                <c:pt idx="20990">
                  <c:v>0.24293981481605442</c:v>
                </c:pt>
                <c:pt idx="20991">
                  <c:v>0.24295138888555812</c:v>
                </c:pt>
                <c:pt idx="20992">
                  <c:v>0.24296296296233777</c:v>
                </c:pt>
                <c:pt idx="20993">
                  <c:v>0.24297453703184146</c:v>
                </c:pt>
                <c:pt idx="20994">
                  <c:v>0.24298611110862112</c:v>
                </c:pt>
                <c:pt idx="20995">
                  <c:v>0.24299768518540077</c:v>
                </c:pt>
                <c:pt idx="20996">
                  <c:v>0.24300925925490446</c:v>
                </c:pt>
                <c:pt idx="20997">
                  <c:v>0.24302083333168412</c:v>
                </c:pt>
                <c:pt idx="20998">
                  <c:v>0.24303240740846377</c:v>
                </c:pt>
                <c:pt idx="20999">
                  <c:v>0.24304398147796746</c:v>
                </c:pt>
                <c:pt idx="21000">
                  <c:v>0.24305555555474712</c:v>
                </c:pt>
                <c:pt idx="21001">
                  <c:v>0.24306712962425081</c:v>
                </c:pt>
                <c:pt idx="21002">
                  <c:v>0.24307870370103046</c:v>
                </c:pt>
                <c:pt idx="21003">
                  <c:v>0.24309027777781012</c:v>
                </c:pt>
                <c:pt idx="21004">
                  <c:v>0.24310185184731381</c:v>
                </c:pt>
                <c:pt idx="21005">
                  <c:v>0.24311342592409346</c:v>
                </c:pt>
                <c:pt idx="21006">
                  <c:v>0.24312500000087311</c:v>
                </c:pt>
                <c:pt idx="21007">
                  <c:v>0.24313657407037681</c:v>
                </c:pt>
                <c:pt idx="21008">
                  <c:v>0.24314814814715646</c:v>
                </c:pt>
                <c:pt idx="21009">
                  <c:v>0.24315972221666016</c:v>
                </c:pt>
                <c:pt idx="21010">
                  <c:v>0.24317129629343981</c:v>
                </c:pt>
                <c:pt idx="21011">
                  <c:v>0.24318287037021946</c:v>
                </c:pt>
                <c:pt idx="21012">
                  <c:v>0.24319444443972316</c:v>
                </c:pt>
                <c:pt idx="21013">
                  <c:v>0.24320601851650281</c:v>
                </c:pt>
                <c:pt idx="21014">
                  <c:v>0.24321759259328246</c:v>
                </c:pt>
                <c:pt idx="21015">
                  <c:v>0.24322916666278616</c:v>
                </c:pt>
                <c:pt idx="21016">
                  <c:v>0.24324074073956581</c:v>
                </c:pt>
                <c:pt idx="21017">
                  <c:v>0.2432523148090695</c:v>
                </c:pt>
                <c:pt idx="21018">
                  <c:v>0.24326388888584916</c:v>
                </c:pt>
                <c:pt idx="21019">
                  <c:v>0.24327546296262881</c:v>
                </c:pt>
                <c:pt idx="21020">
                  <c:v>0.2432870370321325</c:v>
                </c:pt>
                <c:pt idx="21021">
                  <c:v>0.24329861110891216</c:v>
                </c:pt>
                <c:pt idx="21022">
                  <c:v>0.24331018518569181</c:v>
                </c:pt>
                <c:pt idx="21023">
                  <c:v>0.2433217592551955</c:v>
                </c:pt>
                <c:pt idx="21024">
                  <c:v>0.24333333333197515</c:v>
                </c:pt>
                <c:pt idx="21025">
                  <c:v>0.24334490740147885</c:v>
                </c:pt>
                <c:pt idx="21026">
                  <c:v>0.2433564814782585</c:v>
                </c:pt>
                <c:pt idx="21027">
                  <c:v>0.24336805555503815</c:v>
                </c:pt>
                <c:pt idx="21028">
                  <c:v>0.24337962962454185</c:v>
                </c:pt>
                <c:pt idx="21029">
                  <c:v>0.2433912037013215</c:v>
                </c:pt>
                <c:pt idx="21030">
                  <c:v>0.24340277777810115</c:v>
                </c:pt>
                <c:pt idx="21031">
                  <c:v>0.24341435184760485</c:v>
                </c:pt>
                <c:pt idx="21032">
                  <c:v>0.2434259259243845</c:v>
                </c:pt>
                <c:pt idx="21033">
                  <c:v>0.24343750000116415</c:v>
                </c:pt>
                <c:pt idx="21034">
                  <c:v>0.24344907407066785</c:v>
                </c:pt>
                <c:pt idx="21035">
                  <c:v>0.2434606481474475</c:v>
                </c:pt>
                <c:pt idx="21036">
                  <c:v>0.2434722222169512</c:v>
                </c:pt>
                <c:pt idx="21037">
                  <c:v>0.24348379629373085</c:v>
                </c:pt>
                <c:pt idx="21038">
                  <c:v>0.2434953703705105</c:v>
                </c:pt>
                <c:pt idx="21039">
                  <c:v>0.24350694444001419</c:v>
                </c:pt>
                <c:pt idx="21040">
                  <c:v>0.24351851851679385</c:v>
                </c:pt>
                <c:pt idx="21041">
                  <c:v>0.2435300925935735</c:v>
                </c:pt>
                <c:pt idx="21042">
                  <c:v>0.24354166666307719</c:v>
                </c:pt>
                <c:pt idx="21043">
                  <c:v>0.24355324073985685</c:v>
                </c:pt>
                <c:pt idx="21044">
                  <c:v>0.24356481480936054</c:v>
                </c:pt>
                <c:pt idx="21045">
                  <c:v>0.24357638888614019</c:v>
                </c:pt>
                <c:pt idx="21046">
                  <c:v>0.24358796296291985</c:v>
                </c:pt>
                <c:pt idx="21047">
                  <c:v>0.24359953703242354</c:v>
                </c:pt>
                <c:pt idx="21048">
                  <c:v>0.24361111110920319</c:v>
                </c:pt>
                <c:pt idx="21049">
                  <c:v>0.24362268518598285</c:v>
                </c:pt>
                <c:pt idx="21050">
                  <c:v>0.24363425925548654</c:v>
                </c:pt>
                <c:pt idx="21051">
                  <c:v>0.24364583333226619</c:v>
                </c:pt>
                <c:pt idx="21052">
                  <c:v>0.24365740740176989</c:v>
                </c:pt>
                <c:pt idx="21053">
                  <c:v>0.24366898147854954</c:v>
                </c:pt>
                <c:pt idx="21054">
                  <c:v>0.24368055555532919</c:v>
                </c:pt>
                <c:pt idx="21055">
                  <c:v>0.24369212962483289</c:v>
                </c:pt>
                <c:pt idx="21056">
                  <c:v>0.24370370370161254</c:v>
                </c:pt>
                <c:pt idx="21057">
                  <c:v>0.24371527777839219</c:v>
                </c:pt>
                <c:pt idx="21058">
                  <c:v>0.24372685184789589</c:v>
                </c:pt>
                <c:pt idx="21059">
                  <c:v>0.24373842592467554</c:v>
                </c:pt>
                <c:pt idx="21060">
                  <c:v>0.24374999999417923</c:v>
                </c:pt>
                <c:pt idx="21061">
                  <c:v>0.24376157407095889</c:v>
                </c:pt>
                <c:pt idx="21062">
                  <c:v>0.24377314814773854</c:v>
                </c:pt>
                <c:pt idx="21063">
                  <c:v>0.24378472221724223</c:v>
                </c:pt>
                <c:pt idx="21064">
                  <c:v>0.24379629629402189</c:v>
                </c:pt>
                <c:pt idx="21065">
                  <c:v>0.24380787037080154</c:v>
                </c:pt>
                <c:pt idx="21066">
                  <c:v>0.24381944444030523</c:v>
                </c:pt>
                <c:pt idx="21067">
                  <c:v>0.24383101851708489</c:v>
                </c:pt>
                <c:pt idx="21068">
                  <c:v>0.24384259259386454</c:v>
                </c:pt>
                <c:pt idx="21069">
                  <c:v>0.24385416666336823</c:v>
                </c:pt>
                <c:pt idx="21070">
                  <c:v>0.24386574074014788</c:v>
                </c:pt>
                <c:pt idx="21071">
                  <c:v>0.24387731480965158</c:v>
                </c:pt>
                <c:pt idx="21072">
                  <c:v>0.24388888888643123</c:v>
                </c:pt>
                <c:pt idx="21073">
                  <c:v>0.24390046296321088</c:v>
                </c:pt>
                <c:pt idx="21074">
                  <c:v>0.24391203703271458</c:v>
                </c:pt>
                <c:pt idx="21075">
                  <c:v>0.24392361110949423</c:v>
                </c:pt>
                <c:pt idx="21076">
                  <c:v>0.24393518518627388</c:v>
                </c:pt>
                <c:pt idx="21077">
                  <c:v>0.24394675925577758</c:v>
                </c:pt>
                <c:pt idx="21078">
                  <c:v>0.24395833333255723</c:v>
                </c:pt>
                <c:pt idx="21079">
                  <c:v>0.24396990740206093</c:v>
                </c:pt>
                <c:pt idx="21080">
                  <c:v>0.24398148147884058</c:v>
                </c:pt>
                <c:pt idx="21081">
                  <c:v>0.24399305555562023</c:v>
                </c:pt>
                <c:pt idx="21082">
                  <c:v>0.24400462962512393</c:v>
                </c:pt>
                <c:pt idx="21083">
                  <c:v>0.24401620370190358</c:v>
                </c:pt>
                <c:pt idx="21084">
                  <c:v>0.24402777777868323</c:v>
                </c:pt>
                <c:pt idx="21085">
                  <c:v>0.24403935184818693</c:v>
                </c:pt>
                <c:pt idx="21086">
                  <c:v>0.24405092592496658</c:v>
                </c:pt>
                <c:pt idx="21087">
                  <c:v>0.24406249999447027</c:v>
                </c:pt>
                <c:pt idx="21088">
                  <c:v>0.24407407407124992</c:v>
                </c:pt>
                <c:pt idx="21089">
                  <c:v>0.24408564814802958</c:v>
                </c:pt>
                <c:pt idx="21090">
                  <c:v>0.24409722221753327</c:v>
                </c:pt>
                <c:pt idx="21091">
                  <c:v>0.24410879629431292</c:v>
                </c:pt>
                <c:pt idx="21092">
                  <c:v>0.24412037037109258</c:v>
                </c:pt>
                <c:pt idx="21093">
                  <c:v>0.24413194444059627</c:v>
                </c:pt>
                <c:pt idx="21094">
                  <c:v>0.24414351851737592</c:v>
                </c:pt>
                <c:pt idx="21095">
                  <c:v>0.24415509258687962</c:v>
                </c:pt>
                <c:pt idx="21096">
                  <c:v>0.24416666666365927</c:v>
                </c:pt>
                <c:pt idx="21097">
                  <c:v>0.24417824074043892</c:v>
                </c:pt>
                <c:pt idx="21098">
                  <c:v>0.24418981480994262</c:v>
                </c:pt>
                <c:pt idx="21099">
                  <c:v>0.24420138888672227</c:v>
                </c:pt>
                <c:pt idx="21100">
                  <c:v>0.24421296296350192</c:v>
                </c:pt>
                <c:pt idx="21101">
                  <c:v>0.24422453703300562</c:v>
                </c:pt>
                <c:pt idx="21102">
                  <c:v>0.24423611110978527</c:v>
                </c:pt>
                <c:pt idx="21103">
                  <c:v>0.24424768517928896</c:v>
                </c:pt>
                <c:pt idx="21104">
                  <c:v>0.24425925925606862</c:v>
                </c:pt>
                <c:pt idx="21105">
                  <c:v>0.24427083333284827</c:v>
                </c:pt>
                <c:pt idx="21106">
                  <c:v>0.24428240740235196</c:v>
                </c:pt>
                <c:pt idx="21107">
                  <c:v>0.24429398147913162</c:v>
                </c:pt>
                <c:pt idx="21108">
                  <c:v>0.24430555555591127</c:v>
                </c:pt>
                <c:pt idx="21109">
                  <c:v>0.24431712962541496</c:v>
                </c:pt>
                <c:pt idx="21110">
                  <c:v>0.24432870370219462</c:v>
                </c:pt>
                <c:pt idx="21111">
                  <c:v>0.24434027777897427</c:v>
                </c:pt>
                <c:pt idx="21112">
                  <c:v>0.24435185184847796</c:v>
                </c:pt>
                <c:pt idx="21113">
                  <c:v>0.24436342592525762</c:v>
                </c:pt>
                <c:pt idx="21114">
                  <c:v>0.24437499999476131</c:v>
                </c:pt>
                <c:pt idx="21115">
                  <c:v>0.24438657407154096</c:v>
                </c:pt>
                <c:pt idx="21116">
                  <c:v>0.24439814814832062</c:v>
                </c:pt>
                <c:pt idx="21117">
                  <c:v>0.24440972221782431</c:v>
                </c:pt>
                <c:pt idx="21118">
                  <c:v>0.24442129629460396</c:v>
                </c:pt>
                <c:pt idx="21119">
                  <c:v>0.24443287037138361</c:v>
                </c:pt>
                <c:pt idx="21120">
                  <c:v>0.24444444444088731</c:v>
                </c:pt>
                <c:pt idx="21121">
                  <c:v>0.24445601851766696</c:v>
                </c:pt>
                <c:pt idx="21122">
                  <c:v>0.24446759258717066</c:v>
                </c:pt>
                <c:pt idx="21123">
                  <c:v>0.24447916666395031</c:v>
                </c:pt>
                <c:pt idx="21124">
                  <c:v>0.24449074074072996</c:v>
                </c:pt>
                <c:pt idx="21125">
                  <c:v>0.24450231481023366</c:v>
                </c:pt>
                <c:pt idx="21126">
                  <c:v>0.24451388888701331</c:v>
                </c:pt>
                <c:pt idx="21127">
                  <c:v>0.24452546296379296</c:v>
                </c:pt>
                <c:pt idx="21128">
                  <c:v>0.24453703703329666</c:v>
                </c:pt>
                <c:pt idx="21129">
                  <c:v>0.24454861111007631</c:v>
                </c:pt>
                <c:pt idx="21130">
                  <c:v>0.24456018517958</c:v>
                </c:pt>
                <c:pt idx="21131">
                  <c:v>0.24457175925635966</c:v>
                </c:pt>
                <c:pt idx="21132">
                  <c:v>0.24458333333313931</c:v>
                </c:pt>
                <c:pt idx="21133">
                  <c:v>0.244594907402643</c:v>
                </c:pt>
                <c:pt idx="21134">
                  <c:v>0.24460648147942265</c:v>
                </c:pt>
                <c:pt idx="21135">
                  <c:v>0.24461805555620231</c:v>
                </c:pt>
                <c:pt idx="21136">
                  <c:v>0.244629629625706</c:v>
                </c:pt>
                <c:pt idx="21137">
                  <c:v>0.24464120370248565</c:v>
                </c:pt>
                <c:pt idx="21138">
                  <c:v>0.24465277777198935</c:v>
                </c:pt>
                <c:pt idx="21139">
                  <c:v>0.244664351848769</c:v>
                </c:pt>
                <c:pt idx="21140">
                  <c:v>0.24467592592554865</c:v>
                </c:pt>
                <c:pt idx="21141">
                  <c:v>0.24468749999505235</c:v>
                </c:pt>
                <c:pt idx="21142">
                  <c:v>0.244699074071832</c:v>
                </c:pt>
                <c:pt idx="21143">
                  <c:v>0.24471064814861165</c:v>
                </c:pt>
                <c:pt idx="21144">
                  <c:v>0.24472222221811535</c:v>
                </c:pt>
                <c:pt idx="21145">
                  <c:v>0.244733796294895</c:v>
                </c:pt>
                <c:pt idx="21146">
                  <c:v>0.24474537037167465</c:v>
                </c:pt>
                <c:pt idx="21147">
                  <c:v>0.24475694444117835</c:v>
                </c:pt>
                <c:pt idx="21148">
                  <c:v>0.244768518517958</c:v>
                </c:pt>
                <c:pt idx="21149">
                  <c:v>0.2447800925874617</c:v>
                </c:pt>
                <c:pt idx="21150">
                  <c:v>0.24479166666424135</c:v>
                </c:pt>
                <c:pt idx="21151">
                  <c:v>0.244803240741021</c:v>
                </c:pt>
                <c:pt idx="21152">
                  <c:v>0.24481481481052469</c:v>
                </c:pt>
                <c:pt idx="21153">
                  <c:v>0.24482638888730435</c:v>
                </c:pt>
                <c:pt idx="21154">
                  <c:v>0.244837962964084</c:v>
                </c:pt>
                <c:pt idx="21155">
                  <c:v>0.24484953703358769</c:v>
                </c:pt>
                <c:pt idx="21156">
                  <c:v>0.24486111111036735</c:v>
                </c:pt>
                <c:pt idx="21157">
                  <c:v>0.24487268517987104</c:v>
                </c:pt>
                <c:pt idx="21158">
                  <c:v>0.24488425925665069</c:v>
                </c:pt>
                <c:pt idx="21159">
                  <c:v>0.24489583333343035</c:v>
                </c:pt>
                <c:pt idx="21160">
                  <c:v>0.24490740740293404</c:v>
                </c:pt>
                <c:pt idx="21161">
                  <c:v>0.24491898147971369</c:v>
                </c:pt>
                <c:pt idx="21162">
                  <c:v>0.24493055555649335</c:v>
                </c:pt>
                <c:pt idx="21163">
                  <c:v>0.24494212962599704</c:v>
                </c:pt>
                <c:pt idx="21164">
                  <c:v>0.24495370370277669</c:v>
                </c:pt>
                <c:pt idx="21165">
                  <c:v>0.24496527777228039</c:v>
                </c:pt>
                <c:pt idx="21166">
                  <c:v>0.24497685184906004</c:v>
                </c:pt>
                <c:pt idx="21167">
                  <c:v>0.24498842592583969</c:v>
                </c:pt>
                <c:pt idx="21168">
                  <c:v>0.24499999999534339</c:v>
                </c:pt>
                <c:pt idx="21169">
                  <c:v>0.24501157407212304</c:v>
                </c:pt>
                <c:pt idx="21170">
                  <c:v>0.24502314814890269</c:v>
                </c:pt>
                <c:pt idx="21171">
                  <c:v>0.24503472221840639</c:v>
                </c:pt>
                <c:pt idx="21172">
                  <c:v>0.24504629629518604</c:v>
                </c:pt>
                <c:pt idx="21173">
                  <c:v>0.24505787036468973</c:v>
                </c:pt>
                <c:pt idx="21174">
                  <c:v>0.24506944444146939</c:v>
                </c:pt>
                <c:pt idx="21175">
                  <c:v>0.24508101851824904</c:v>
                </c:pt>
                <c:pt idx="21176">
                  <c:v>0.24509259258775273</c:v>
                </c:pt>
                <c:pt idx="21177">
                  <c:v>0.24510416666453239</c:v>
                </c:pt>
                <c:pt idx="21178">
                  <c:v>0.24511574074131204</c:v>
                </c:pt>
                <c:pt idx="21179">
                  <c:v>0.24512731481081573</c:v>
                </c:pt>
                <c:pt idx="21180">
                  <c:v>0.24513888888759539</c:v>
                </c:pt>
                <c:pt idx="21181">
                  <c:v>0.24515046295709908</c:v>
                </c:pt>
                <c:pt idx="21182">
                  <c:v>0.24516203703387873</c:v>
                </c:pt>
                <c:pt idx="21183">
                  <c:v>0.24517361111065838</c:v>
                </c:pt>
                <c:pt idx="21184">
                  <c:v>0.24518518518016208</c:v>
                </c:pt>
                <c:pt idx="21185">
                  <c:v>0.24519675925694173</c:v>
                </c:pt>
                <c:pt idx="21186">
                  <c:v>0.24520833333372138</c:v>
                </c:pt>
                <c:pt idx="21187">
                  <c:v>0.24521990740322508</c:v>
                </c:pt>
                <c:pt idx="21188">
                  <c:v>0.24523148148000473</c:v>
                </c:pt>
                <c:pt idx="21189">
                  <c:v>0.24524305555678438</c:v>
                </c:pt>
                <c:pt idx="21190">
                  <c:v>0.24525462962628808</c:v>
                </c:pt>
                <c:pt idx="21191">
                  <c:v>0.24526620370306773</c:v>
                </c:pt>
                <c:pt idx="21192">
                  <c:v>0.24527777777257143</c:v>
                </c:pt>
                <c:pt idx="21193">
                  <c:v>0.24528935184935108</c:v>
                </c:pt>
                <c:pt idx="21194">
                  <c:v>0.24530092592613073</c:v>
                </c:pt>
                <c:pt idx="21195">
                  <c:v>0.24531249999563443</c:v>
                </c:pt>
                <c:pt idx="21196">
                  <c:v>0.24532407407241408</c:v>
                </c:pt>
                <c:pt idx="21197">
                  <c:v>0.24533564814919373</c:v>
                </c:pt>
                <c:pt idx="21198">
                  <c:v>0.24534722221869742</c:v>
                </c:pt>
                <c:pt idx="21199">
                  <c:v>0.24535879629547708</c:v>
                </c:pt>
                <c:pt idx="21200">
                  <c:v>0.24537037036498077</c:v>
                </c:pt>
                <c:pt idx="21201">
                  <c:v>0.24538194444176042</c:v>
                </c:pt>
                <c:pt idx="21202">
                  <c:v>0.24539351851854008</c:v>
                </c:pt>
                <c:pt idx="21203">
                  <c:v>0.24540509258804377</c:v>
                </c:pt>
                <c:pt idx="21204">
                  <c:v>0.24541666666482342</c:v>
                </c:pt>
                <c:pt idx="21205">
                  <c:v>0.24542824074160308</c:v>
                </c:pt>
                <c:pt idx="21206">
                  <c:v>0.24543981481110677</c:v>
                </c:pt>
                <c:pt idx="21207">
                  <c:v>0.24545138888788642</c:v>
                </c:pt>
                <c:pt idx="21208">
                  <c:v>0.24546296295739012</c:v>
                </c:pt>
                <c:pt idx="21209">
                  <c:v>0.24547453703416977</c:v>
                </c:pt>
                <c:pt idx="21210">
                  <c:v>0.24548611111094942</c:v>
                </c:pt>
                <c:pt idx="21211">
                  <c:v>0.24549768518045312</c:v>
                </c:pt>
                <c:pt idx="21212">
                  <c:v>0.24550925925723277</c:v>
                </c:pt>
                <c:pt idx="21213">
                  <c:v>0.24552083333401242</c:v>
                </c:pt>
                <c:pt idx="21214">
                  <c:v>0.24553240740351612</c:v>
                </c:pt>
                <c:pt idx="21215">
                  <c:v>0.24554398148029577</c:v>
                </c:pt>
                <c:pt idx="21216">
                  <c:v>0.24555555554979946</c:v>
                </c:pt>
                <c:pt idx="21217">
                  <c:v>0.24556712962657912</c:v>
                </c:pt>
                <c:pt idx="21218">
                  <c:v>0.24557870370335877</c:v>
                </c:pt>
                <c:pt idx="21219">
                  <c:v>0.24559027777286246</c:v>
                </c:pt>
                <c:pt idx="21220">
                  <c:v>0.24560185184964212</c:v>
                </c:pt>
                <c:pt idx="21221">
                  <c:v>0.24561342592642177</c:v>
                </c:pt>
                <c:pt idx="21222">
                  <c:v>0.24562499999592546</c:v>
                </c:pt>
                <c:pt idx="21223">
                  <c:v>0.24563657407270512</c:v>
                </c:pt>
                <c:pt idx="21224">
                  <c:v>0.24564814814948477</c:v>
                </c:pt>
                <c:pt idx="21225">
                  <c:v>0.24565972221898846</c:v>
                </c:pt>
                <c:pt idx="21226">
                  <c:v>0.24567129629576812</c:v>
                </c:pt>
                <c:pt idx="21227">
                  <c:v>0.24568287036527181</c:v>
                </c:pt>
                <c:pt idx="21228">
                  <c:v>0.24569444444205146</c:v>
                </c:pt>
                <c:pt idx="21229">
                  <c:v>0.24570601851883112</c:v>
                </c:pt>
                <c:pt idx="21230">
                  <c:v>0.24571759258833481</c:v>
                </c:pt>
                <c:pt idx="21231">
                  <c:v>0.24572916666511446</c:v>
                </c:pt>
                <c:pt idx="21232">
                  <c:v>0.24574074074189411</c:v>
                </c:pt>
                <c:pt idx="21233">
                  <c:v>0.24575231481139781</c:v>
                </c:pt>
                <c:pt idx="21234">
                  <c:v>0.24576388888817746</c:v>
                </c:pt>
                <c:pt idx="21235">
                  <c:v>0.24577546295768116</c:v>
                </c:pt>
                <c:pt idx="21236">
                  <c:v>0.24578703703446081</c:v>
                </c:pt>
                <c:pt idx="21237">
                  <c:v>0.24579861111124046</c:v>
                </c:pt>
                <c:pt idx="21238">
                  <c:v>0.24581018518074416</c:v>
                </c:pt>
                <c:pt idx="21239">
                  <c:v>0.24582175925752381</c:v>
                </c:pt>
                <c:pt idx="21240">
                  <c:v>0.24583333333430346</c:v>
                </c:pt>
                <c:pt idx="21241">
                  <c:v>0.24584490740380716</c:v>
                </c:pt>
                <c:pt idx="21242">
                  <c:v>0.24585648148058681</c:v>
                </c:pt>
                <c:pt idx="21243">
                  <c:v>0.2458680555500905</c:v>
                </c:pt>
                <c:pt idx="21244">
                  <c:v>0.24587962962687016</c:v>
                </c:pt>
                <c:pt idx="21245">
                  <c:v>0.24589120370364981</c:v>
                </c:pt>
                <c:pt idx="21246">
                  <c:v>0.2459027777731535</c:v>
                </c:pt>
                <c:pt idx="21247">
                  <c:v>0.24591435184993315</c:v>
                </c:pt>
                <c:pt idx="21248">
                  <c:v>0.24592592592671281</c:v>
                </c:pt>
                <c:pt idx="21249">
                  <c:v>0.2459374999962165</c:v>
                </c:pt>
                <c:pt idx="21250">
                  <c:v>0.24594907407299615</c:v>
                </c:pt>
                <c:pt idx="21251">
                  <c:v>0.24596064814249985</c:v>
                </c:pt>
                <c:pt idx="21252">
                  <c:v>0.2459722222192795</c:v>
                </c:pt>
                <c:pt idx="21253">
                  <c:v>0.24598379629605915</c:v>
                </c:pt>
                <c:pt idx="21254">
                  <c:v>0.24599537036556285</c:v>
                </c:pt>
                <c:pt idx="21255">
                  <c:v>0.2460069444423425</c:v>
                </c:pt>
                <c:pt idx="21256">
                  <c:v>0.24601851851912215</c:v>
                </c:pt>
                <c:pt idx="21257">
                  <c:v>0.24603009258862585</c:v>
                </c:pt>
                <c:pt idx="21258">
                  <c:v>0.2460416666654055</c:v>
                </c:pt>
                <c:pt idx="21259">
                  <c:v>0.2460532407349092</c:v>
                </c:pt>
                <c:pt idx="21260">
                  <c:v>0.24606481481168885</c:v>
                </c:pt>
                <c:pt idx="21261">
                  <c:v>0.2460763888884685</c:v>
                </c:pt>
                <c:pt idx="21262">
                  <c:v>0.24608796295797219</c:v>
                </c:pt>
                <c:pt idx="21263">
                  <c:v>0.24609953703475185</c:v>
                </c:pt>
                <c:pt idx="21264">
                  <c:v>0.2461111111115315</c:v>
                </c:pt>
                <c:pt idx="21265">
                  <c:v>0.24612268518103519</c:v>
                </c:pt>
                <c:pt idx="21266">
                  <c:v>0.24613425925781485</c:v>
                </c:pt>
                <c:pt idx="21267">
                  <c:v>0.2461458333345945</c:v>
                </c:pt>
                <c:pt idx="21268">
                  <c:v>0.24615740740409819</c:v>
                </c:pt>
                <c:pt idx="21269">
                  <c:v>0.24616898148087785</c:v>
                </c:pt>
                <c:pt idx="21270">
                  <c:v>0.24618055555038154</c:v>
                </c:pt>
                <c:pt idx="21271">
                  <c:v>0.24619212962716119</c:v>
                </c:pt>
                <c:pt idx="21272">
                  <c:v>0.24620370370394085</c:v>
                </c:pt>
                <c:pt idx="21273">
                  <c:v>0.24621527777344454</c:v>
                </c:pt>
                <c:pt idx="21274">
                  <c:v>0.24622685185022419</c:v>
                </c:pt>
                <c:pt idx="21275">
                  <c:v>0.24623842592700385</c:v>
                </c:pt>
                <c:pt idx="21276">
                  <c:v>0.24624999999650754</c:v>
                </c:pt>
                <c:pt idx="21277">
                  <c:v>0.24626157407328719</c:v>
                </c:pt>
                <c:pt idx="21278">
                  <c:v>0.24627314814279089</c:v>
                </c:pt>
                <c:pt idx="21279">
                  <c:v>0.24628472221957054</c:v>
                </c:pt>
                <c:pt idx="21280">
                  <c:v>0.24629629629635019</c:v>
                </c:pt>
                <c:pt idx="21281">
                  <c:v>0.24630787036585389</c:v>
                </c:pt>
                <c:pt idx="21282">
                  <c:v>0.24631944444263354</c:v>
                </c:pt>
                <c:pt idx="21283">
                  <c:v>0.24633101851941319</c:v>
                </c:pt>
                <c:pt idx="21284">
                  <c:v>0.24634259258891689</c:v>
                </c:pt>
                <c:pt idx="21285">
                  <c:v>0.24635416666569654</c:v>
                </c:pt>
                <c:pt idx="21286">
                  <c:v>0.24636574073520023</c:v>
                </c:pt>
                <c:pt idx="21287">
                  <c:v>0.24637731481197989</c:v>
                </c:pt>
                <c:pt idx="21288">
                  <c:v>0.24638888888875954</c:v>
                </c:pt>
                <c:pt idx="21289">
                  <c:v>0.24640046295826323</c:v>
                </c:pt>
                <c:pt idx="21290">
                  <c:v>0.24641203703504289</c:v>
                </c:pt>
                <c:pt idx="21291">
                  <c:v>0.24642361111182254</c:v>
                </c:pt>
                <c:pt idx="21292">
                  <c:v>0.24643518518132623</c:v>
                </c:pt>
                <c:pt idx="21293">
                  <c:v>0.24644675925810589</c:v>
                </c:pt>
                <c:pt idx="21294">
                  <c:v>0.24645833332760958</c:v>
                </c:pt>
                <c:pt idx="21295">
                  <c:v>0.24646990740438923</c:v>
                </c:pt>
                <c:pt idx="21296">
                  <c:v>0.24648148148116888</c:v>
                </c:pt>
                <c:pt idx="21297">
                  <c:v>0.24649305555067258</c:v>
                </c:pt>
                <c:pt idx="21298">
                  <c:v>0.24650462962745223</c:v>
                </c:pt>
                <c:pt idx="21299">
                  <c:v>0.24651620370423188</c:v>
                </c:pt>
                <c:pt idx="21300">
                  <c:v>0.24652777777373558</c:v>
                </c:pt>
                <c:pt idx="21301">
                  <c:v>0.24653935185051523</c:v>
                </c:pt>
                <c:pt idx="21302">
                  <c:v>0.24655092592001893</c:v>
                </c:pt>
                <c:pt idx="21303">
                  <c:v>0.24656249999679858</c:v>
                </c:pt>
                <c:pt idx="21304">
                  <c:v>0.24657407407357823</c:v>
                </c:pt>
                <c:pt idx="21305">
                  <c:v>0.24658564814308193</c:v>
                </c:pt>
                <c:pt idx="21306">
                  <c:v>0.24659722221986158</c:v>
                </c:pt>
                <c:pt idx="21307">
                  <c:v>0.24660879629664123</c:v>
                </c:pt>
                <c:pt idx="21308">
                  <c:v>0.24662037036614493</c:v>
                </c:pt>
                <c:pt idx="21309">
                  <c:v>0.24663194444292458</c:v>
                </c:pt>
                <c:pt idx="21310">
                  <c:v>0.24664351851970423</c:v>
                </c:pt>
                <c:pt idx="21311">
                  <c:v>0.24665509258920792</c:v>
                </c:pt>
                <c:pt idx="21312">
                  <c:v>0.24666666666598758</c:v>
                </c:pt>
                <c:pt idx="21313">
                  <c:v>0.24667824073549127</c:v>
                </c:pt>
                <c:pt idx="21314">
                  <c:v>0.24668981481227092</c:v>
                </c:pt>
                <c:pt idx="21315">
                  <c:v>0.24670138888905058</c:v>
                </c:pt>
                <c:pt idx="21316">
                  <c:v>0.24671296295855427</c:v>
                </c:pt>
                <c:pt idx="21317">
                  <c:v>0.24672453703533392</c:v>
                </c:pt>
                <c:pt idx="21318">
                  <c:v>0.24673611111211358</c:v>
                </c:pt>
                <c:pt idx="21319">
                  <c:v>0.24674768518161727</c:v>
                </c:pt>
                <c:pt idx="21320">
                  <c:v>0.24675925925839692</c:v>
                </c:pt>
                <c:pt idx="21321">
                  <c:v>0.24677083332790062</c:v>
                </c:pt>
                <c:pt idx="21322">
                  <c:v>0.24678240740468027</c:v>
                </c:pt>
                <c:pt idx="21323">
                  <c:v>0.24679398148145992</c:v>
                </c:pt>
                <c:pt idx="21324">
                  <c:v>0.24680555555096362</c:v>
                </c:pt>
                <c:pt idx="21325">
                  <c:v>0.24681712962774327</c:v>
                </c:pt>
                <c:pt idx="21326">
                  <c:v>0.24682870370452292</c:v>
                </c:pt>
                <c:pt idx="21327">
                  <c:v>0.24684027777402662</c:v>
                </c:pt>
                <c:pt idx="21328">
                  <c:v>0.24685185185080627</c:v>
                </c:pt>
                <c:pt idx="21329">
                  <c:v>0.24686342592030996</c:v>
                </c:pt>
                <c:pt idx="21330">
                  <c:v>0.24687499999708962</c:v>
                </c:pt>
                <c:pt idx="21331">
                  <c:v>0.24688657407386927</c:v>
                </c:pt>
                <c:pt idx="21332">
                  <c:v>0.24689814814337296</c:v>
                </c:pt>
                <c:pt idx="21333">
                  <c:v>0.24690972222015262</c:v>
                </c:pt>
                <c:pt idx="21334">
                  <c:v>0.24692129629693227</c:v>
                </c:pt>
                <c:pt idx="21335">
                  <c:v>0.24693287036643596</c:v>
                </c:pt>
                <c:pt idx="21336">
                  <c:v>0.24694444444321562</c:v>
                </c:pt>
                <c:pt idx="21337">
                  <c:v>0.24695601851271931</c:v>
                </c:pt>
                <c:pt idx="21338">
                  <c:v>0.24696759258949896</c:v>
                </c:pt>
                <c:pt idx="21339">
                  <c:v>0.24697916666627862</c:v>
                </c:pt>
                <c:pt idx="21340">
                  <c:v>0.24699074073578231</c:v>
                </c:pt>
                <c:pt idx="21341">
                  <c:v>0.24700231481256196</c:v>
                </c:pt>
                <c:pt idx="21342">
                  <c:v>0.24701388888934162</c:v>
                </c:pt>
                <c:pt idx="21343">
                  <c:v>0.24702546295884531</c:v>
                </c:pt>
                <c:pt idx="21344">
                  <c:v>0.24703703703562496</c:v>
                </c:pt>
                <c:pt idx="21345">
                  <c:v>0.24704861111240461</c:v>
                </c:pt>
                <c:pt idx="21346">
                  <c:v>0.24706018518190831</c:v>
                </c:pt>
                <c:pt idx="21347">
                  <c:v>0.24707175925868796</c:v>
                </c:pt>
                <c:pt idx="21348">
                  <c:v>0.24708333332819166</c:v>
                </c:pt>
                <c:pt idx="21349">
                  <c:v>0.24709490740497131</c:v>
                </c:pt>
                <c:pt idx="21350">
                  <c:v>0.24710648148175096</c:v>
                </c:pt>
                <c:pt idx="21351">
                  <c:v>0.24711805555125466</c:v>
                </c:pt>
                <c:pt idx="21352">
                  <c:v>0.24712962962803431</c:v>
                </c:pt>
                <c:pt idx="21353">
                  <c:v>0.24714120370481396</c:v>
                </c:pt>
                <c:pt idx="21354">
                  <c:v>0.24715277777431766</c:v>
                </c:pt>
                <c:pt idx="21355">
                  <c:v>0.24716435185109731</c:v>
                </c:pt>
                <c:pt idx="21356">
                  <c:v>0.247175925920601</c:v>
                </c:pt>
                <c:pt idx="21357">
                  <c:v>0.24718749999738066</c:v>
                </c:pt>
                <c:pt idx="21358">
                  <c:v>0.24719907407416031</c:v>
                </c:pt>
                <c:pt idx="21359">
                  <c:v>0.247210648143664</c:v>
                </c:pt>
                <c:pt idx="21360">
                  <c:v>0.24722222222044365</c:v>
                </c:pt>
                <c:pt idx="21361">
                  <c:v>0.24723379629722331</c:v>
                </c:pt>
                <c:pt idx="21362">
                  <c:v>0.247245370366727</c:v>
                </c:pt>
                <c:pt idx="21363">
                  <c:v>0.24725694444350665</c:v>
                </c:pt>
                <c:pt idx="21364">
                  <c:v>0.24726851851301035</c:v>
                </c:pt>
                <c:pt idx="21365">
                  <c:v>0.24728009258979</c:v>
                </c:pt>
                <c:pt idx="21366">
                  <c:v>0.24729166666656965</c:v>
                </c:pt>
                <c:pt idx="21367">
                  <c:v>0.24730324073607335</c:v>
                </c:pt>
                <c:pt idx="21368">
                  <c:v>0.247314814812853</c:v>
                </c:pt>
                <c:pt idx="21369">
                  <c:v>0.24732638888963265</c:v>
                </c:pt>
                <c:pt idx="21370">
                  <c:v>0.24733796295913635</c:v>
                </c:pt>
                <c:pt idx="21371">
                  <c:v>0.247349537035916</c:v>
                </c:pt>
                <c:pt idx="21372">
                  <c:v>0.2473611111054197</c:v>
                </c:pt>
                <c:pt idx="21373">
                  <c:v>0.24737268518219935</c:v>
                </c:pt>
                <c:pt idx="21374">
                  <c:v>0.247384259258979</c:v>
                </c:pt>
                <c:pt idx="21375">
                  <c:v>0.24739583332848269</c:v>
                </c:pt>
                <c:pt idx="21376">
                  <c:v>0.24740740740526235</c:v>
                </c:pt>
                <c:pt idx="21377">
                  <c:v>0.247418981482042</c:v>
                </c:pt>
                <c:pt idx="21378">
                  <c:v>0.24743055555154569</c:v>
                </c:pt>
                <c:pt idx="21379">
                  <c:v>0.24744212962832535</c:v>
                </c:pt>
                <c:pt idx="21380">
                  <c:v>0.24745370369782904</c:v>
                </c:pt>
                <c:pt idx="21381">
                  <c:v>0.24746527777460869</c:v>
                </c:pt>
                <c:pt idx="21382">
                  <c:v>0.24747685185138835</c:v>
                </c:pt>
                <c:pt idx="21383">
                  <c:v>0.24748842592089204</c:v>
                </c:pt>
                <c:pt idx="21384">
                  <c:v>0.24749999999767169</c:v>
                </c:pt>
                <c:pt idx="21385">
                  <c:v>0.24751157407445135</c:v>
                </c:pt>
                <c:pt idx="21386">
                  <c:v>0.24752314814395504</c:v>
                </c:pt>
                <c:pt idx="21387">
                  <c:v>0.24753472222073469</c:v>
                </c:pt>
                <c:pt idx="21388">
                  <c:v>0.24754629629751435</c:v>
                </c:pt>
                <c:pt idx="21389">
                  <c:v>0.24755787036701804</c:v>
                </c:pt>
                <c:pt idx="21390">
                  <c:v>0.24756944444379769</c:v>
                </c:pt>
                <c:pt idx="21391">
                  <c:v>0.24758101851330139</c:v>
                </c:pt>
                <c:pt idx="21392">
                  <c:v>0.24759259259008104</c:v>
                </c:pt>
                <c:pt idx="21393">
                  <c:v>0.24760416666686069</c:v>
                </c:pt>
                <c:pt idx="21394">
                  <c:v>0.24761574073636439</c:v>
                </c:pt>
                <c:pt idx="21395">
                  <c:v>0.24762731481314404</c:v>
                </c:pt>
                <c:pt idx="21396">
                  <c:v>0.24763888888992369</c:v>
                </c:pt>
                <c:pt idx="21397">
                  <c:v>0.24765046295942739</c:v>
                </c:pt>
                <c:pt idx="21398">
                  <c:v>0.24766203703620704</c:v>
                </c:pt>
                <c:pt idx="21399">
                  <c:v>0.24767361110571073</c:v>
                </c:pt>
                <c:pt idx="21400">
                  <c:v>0.24768518518249039</c:v>
                </c:pt>
                <c:pt idx="21401">
                  <c:v>0.24769675925927004</c:v>
                </c:pt>
                <c:pt idx="21402">
                  <c:v>0.24770833332877373</c:v>
                </c:pt>
                <c:pt idx="21403">
                  <c:v>0.24771990740555339</c:v>
                </c:pt>
                <c:pt idx="21404">
                  <c:v>0.24773148148233304</c:v>
                </c:pt>
                <c:pt idx="21405">
                  <c:v>0.24774305555183673</c:v>
                </c:pt>
                <c:pt idx="21406">
                  <c:v>0.24775462962861639</c:v>
                </c:pt>
                <c:pt idx="21407">
                  <c:v>0.24776620369812008</c:v>
                </c:pt>
                <c:pt idx="21408">
                  <c:v>0.24777777777489973</c:v>
                </c:pt>
                <c:pt idx="21409">
                  <c:v>0.24778935185167938</c:v>
                </c:pt>
                <c:pt idx="21410">
                  <c:v>0.24780092592118308</c:v>
                </c:pt>
                <c:pt idx="21411">
                  <c:v>0.24781249999796273</c:v>
                </c:pt>
                <c:pt idx="21412">
                  <c:v>0.24782407407474238</c:v>
                </c:pt>
                <c:pt idx="21413">
                  <c:v>0.24783564814424608</c:v>
                </c:pt>
                <c:pt idx="21414">
                  <c:v>0.24784722222102573</c:v>
                </c:pt>
                <c:pt idx="21415">
                  <c:v>0.24785879629052943</c:v>
                </c:pt>
                <c:pt idx="21416">
                  <c:v>0.24787037036730908</c:v>
                </c:pt>
                <c:pt idx="21417">
                  <c:v>0.24788194444408873</c:v>
                </c:pt>
                <c:pt idx="21418">
                  <c:v>0.24789351851359243</c:v>
                </c:pt>
                <c:pt idx="21419">
                  <c:v>0.24790509259037208</c:v>
                </c:pt>
                <c:pt idx="21420">
                  <c:v>0.24791666666715173</c:v>
                </c:pt>
                <c:pt idx="21421">
                  <c:v>0.24792824073665543</c:v>
                </c:pt>
                <c:pt idx="21422">
                  <c:v>0.24793981481343508</c:v>
                </c:pt>
                <c:pt idx="21423">
                  <c:v>0.24795138889021473</c:v>
                </c:pt>
                <c:pt idx="21424">
                  <c:v>0.24796296295971842</c:v>
                </c:pt>
                <c:pt idx="21425">
                  <c:v>0.24797453703649808</c:v>
                </c:pt>
                <c:pt idx="21426">
                  <c:v>0.24798611110600177</c:v>
                </c:pt>
                <c:pt idx="21427">
                  <c:v>0.24799768518278142</c:v>
                </c:pt>
                <c:pt idx="21428">
                  <c:v>0.24800925925956108</c:v>
                </c:pt>
                <c:pt idx="21429">
                  <c:v>0.24802083332906477</c:v>
                </c:pt>
                <c:pt idx="21430">
                  <c:v>0.24803240740584442</c:v>
                </c:pt>
                <c:pt idx="21431">
                  <c:v>0.24804398148262408</c:v>
                </c:pt>
                <c:pt idx="21432">
                  <c:v>0.24805555555212777</c:v>
                </c:pt>
                <c:pt idx="21433">
                  <c:v>0.24806712962890742</c:v>
                </c:pt>
                <c:pt idx="21434">
                  <c:v>0.24807870369841112</c:v>
                </c:pt>
                <c:pt idx="21435">
                  <c:v>0.24809027777519077</c:v>
                </c:pt>
                <c:pt idx="21436">
                  <c:v>0.24810185185197042</c:v>
                </c:pt>
                <c:pt idx="21437">
                  <c:v>0.24811342592147412</c:v>
                </c:pt>
                <c:pt idx="21438">
                  <c:v>0.24812499999825377</c:v>
                </c:pt>
                <c:pt idx="21439">
                  <c:v>0.24813657407503342</c:v>
                </c:pt>
                <c:pt idx="21440">
                  <c:v>0.24814814814453712</c:v>
                </c:pt>
                <c:pt idx="21441">
                  <c:v>0.24815972222131677</c:v>
                </c:pt>
                <c:pt idx="21442">
                  <c:v>0.24817129629082046</c:v>
                </c:pt>
                <c:pt idx="21443">
                  <c:v>0.24818287036760012</c:v>
                </c:pt>
                <c:pt idx="21444">
                  <c:v>0.24819444444437977</c:v>
                </c:pt>
                <c:pt idx="21445">
                  <c:v>0.24820601851388346</c:v>
                </c:pt>
                <c:pt idx="21446">
                  <c:v>0.24821759259066312</c:v>
                </c:pt>
                <c:pt idx="21447">
                  <c:v>0.24822916666744277</c:v>
                </c:pt>
                <c:pt idx="21448">
                  <c:v>0.24824074073694646</c:v>
                </c:pt>
                <c:pt idx="21449">
                  <c:v>0.24825231481372612</c:v>
                </c:pt>
                <c:pt idx="21450">
                  <c:v>0.24826388888322981</c:v>
                </c:pt>
                <c:pt idx="21451">
                  <c:v>0.24827546296000946</c:v>
                </c:pt>
                <c:pt idx="21452">
                  <c:v>0.24828703703678912</c:v>
                </c:pt>
                <c:pt idx="21453">
                  <c:v>0.24829861110629281</c:v>
                </c:pt>
                <c:pt idx="21454">
                  <c:v>0.24831018518307246</c:v>
                </c:pt>
                <c:pt idx="21455">
                  <c:v>0.24832175925985212</c:v>
                </c:pt>
                <c:pt idx="21456">
                  <c:v>0.24833333332935581</c:v>
                </c:pt>
                <c:pt idx="21457">
                  <c:v>0.24834490740613546</c:v>
                </c:pt>
                <c:pt idx="21458">
                  <c:v>0.24835648147563916</c:v>
                </c:pt>
                <c:pt idx="21459">
                  <c:v>0.24836805555241881</c:v>
                </c:pt>
                <c:pt idx="21460">
                  <c:v>0.24837962962919846</c:v>
                </c:pt>
                <c:pt idx="21461">
                  <c:v>0.24839120369870216</c:v>
                </c:pt>
                <c:pt idx="21462">
                  <c:v>0.24840277777548181</c:v>
                </c:pt>
                <c:pt idx="21463">
                  <c:v>0.24841435185226146</c:v>
                </c:pt>
                <c:pt idx="21464">
                  <c:v>0.24842592592176516</c:v>
                </c:pt>
                <c:pt idx="21465">
                  <c:v>0.24843749999854481</c:v>
                </c:pt>
                <c:pt idx="21466">
                  <c:v>0.24844907407532446</c:v>
                </c:pt>
                <c:pt idx="21467">
                  <c:v>0.24846064814482816</c:v>
                </c:pt>
                <c:pt idx="21468">
                  <c:v>0.24847222222160781</c:v>
                </c:pt>
                <c:pt idx="21469">
                  <c:v>0.2484837962911115</c:v>
                </c:pt>
                <c:pt idx="21470">
                  <c:v>0.24849537036789116</c:v>
                </c:pt>
                <c:pt idx="21471">
                  <c:v>0.24850694444467081</c:v>
                </c:pt>
                <c:pt idx="21472">
                  <c:v>0.2485185185141745</c:v>
                </c:pt>
                <c:pt idx="21473">
                  <c:v>0.24853009259095415</c:v>
                </c:pt>
                <c:pt idx="21474">
                  <c:v>0.24854166666773381</c:v>
                </c:pt>
                <c:pt idx="21475">
                  <c:v>0.2485532407372375</c:v>
                </c:pt>
                <c:pt idx="21476">
                  <c:v>0.24856481481401715</c:v>
                </c:pt>
                <c:pt idx="21477">
                  <c:v>0.24857638888352085</c:v>
                </c:pt>
                <c:pt idx="21478">
                  <c:v>0.2485879629603005</c:v>
                </c:pt>
                <c:pt idx="21479">
                  <c:v>0.24859953703708015</c:v>
                </c:pt>
                <c:pt idx="21480">
                  <c:v>0.24861111110658385</c:v>
                </c:pt>
                <c:pt idx="21481">
                  <c:v>0.2486226851833635</c:v>
                </c:pt>
                <c:pt idx="21482">
                  <c:v>0.24863425926014315</c:v>
                </c:pt>
                <c:pt idx="21483">
                  <c:v>0.24864583332964685</c:v>
                </c:pt>
                <c:pt idx="21484">
                  <c:v>0.2486574074064265</c:v>
                </c:pt>
                <c:pt idx="21485">
                  <c:v>0.2486689814759302</c:v>
                </c:pt>
                <c:pt idx="21486">
                  <c:v>0.24868055555270985</c:v>
                </c:pt>
                <c:pt idx="21487">
                  <c:v>0.2486921296294895</c:v>
                </c:pt>
                <c:pt idx="21488">
                  <c:v>0.24870370369899319</c:v>
                </c:pt>
                <c:pt idx="21489">
                  <c:v>0.24871527777577285</c:v>
                </c:pt>
                <c:pt idx="21490">
                  <c:v>0.2487268518525525</c:v>
                </c:pt>
                <c:pt idx="21491">
                  <c:v>0.24873842592205619</c:v>
                </c:pt>
                <c:pt idx="21492">
                  <c:v>0.24874999999883585</c:v>
                </c:pt>
                <c:pt idx="21493">
                  <c:v>0.24876157406833954</c:v>
                </c:pt>
                <c:pt idx="21494">
                  <c:v>0.24877314814511919</c:v>
                </c:pt>
                <c:pt idx="21495">
                  <c:v>0.24878472222189885</c:v>
                </c:pt>
                <c:pt idx="21496">
                  <c:v>0.24879629629140254</c:v>
                </c:pt>
                <c:pt idx="21497">
                  <c:v>0.24880787036818219</c:v>
                </c:pt>
                <c:pt idx="21498">
                  <c:v>0.24881944444496185</c:v>
                </c:pt>
                <c:pt idx="21499">
                  <c:v>0.24883101851446554</c:v>
                </c:pt>
                <c:pt idx="21500">
                  <c:v>0.24884259259124519</c:v>
                </c:pt>
                <c:pt idx="21501">
                  <c:v>0.24885416666074889</c:v>
                </c:pt>
                <c:pt idx="21502">
                  <c:v>0.24886574073752854</c:v>
                </c:pt>
                <c:pt idx="21503">
                  <c:v>0.24887731481430819</c:v>
                </c:pt>
                <c:pt idx="21504">
                  <c:v>0.24888888888381189</c:v>
                </c:pt>
                <c:pt idx="21505">
                  <c:v>0.24890046296059154</c:v>
                </c:pt>
                <c:pt idx="21506">
                  <c:v>0.24891203703737119</c:v>
                </c:pt>
                <c:pt idx="21507">
                  <c:v>0.24892361110687489</c:v>
                </c:pt>
                <c:pt idx="21508">
                  <c:v>0.24893518518365454</c:v>
                </c:pt>
                <c:pt idx="21509">
                  <c:v>0.24894675926043419</c:v>
                </c:pt>
                <c:pt idx="21510">
                  <c:v>0.24895833332993789</c:v>
                </c:pt>
                <c:pt idx="21511">
                  <c:v>0.24896990740671754</c:v>
                </c:pt>
                <c:pt idx="21512">
                  <c:v>0.24898148147622123</c:v>
                </c:pt>
                <c:pt idx="21513">
                  <c:v>0.24899305555300089</c:v>
                </c:pt>
                <c:pt idx="21514">
                  <c:v>0.24900462962978054</c:v>
                </c:pt>
                <c:pt idx="21515">
                  <c:v>0.24901620369928423</c:v>
                </c:pt>
                <c:pt idx="21516">
                  <c:v>0.24902777777606389</c:v>
                </c:pt>
                <c:pt idx="21517">
                  <c:v>0.24903935185284354</c:v>
                </c:pt>
                <c:pt idx="21518">
                  <c:v>0.24905092592234723</c:v>
                </c:pt>
                <c:pt idx="21519">
                  <c:v>0.24906249999912689</c:v>
                </c:pt>
                <c:pt idx="21520">
                  <c:v>0.24907407406863058</c:v>
                </c:pt>
                <c:pt idx="21521">
                  <c:v>0.24908564814541023</c:v>
                </c:pt>
                <c:pt idx="21522">
                  <c:v>0.24909722222218988</c:v>
                </c:pt>
                <c:pt idx="21523">
                  <c:v>0.24910879629169358</c:v>
                </c:pt>
                <c:pt idx="21524">
                  <c:v>0.24912037036847323</c:v>
                </c:pt>
                <c:pt idx="21525">
                  <c:v>0.24913194444525288</c:v>
                </c:pt>
                <c:pt idx="21526">
                  <c:v>0.24914351851475658</c:v>
                </c:pt>
                <c:pt idx="21527">
                  <c:v>0.24915509259153623</c:v>
                </c:pt>
                <c:pt idx="21528">
                  <c:v>0.24916666666103993</c:v>
                </c:pt>
                <c:pt idx="21529">
                  <c:v>0.24917824073781958</c:v>
                </c:pt>
                <c:pt idx="21530">
                  <c:v>0.24918981481459923</c:v>
                </c:pt>
                <c:pt idx="21531">
                  <c:v>0.24920138888410293</c:v>
                </c:pt>
                <c:pt idx="21532">
                  <c:v>0.24921296296088258</c:v>
                </c:pt>
                <c:pt idx="21533">
                  <c:v>0.24922453703766223</c:v>
                </c:pt>
                <c:pt idx="21534">
                  <c:v>0.24923611110716593</c:v>
                </c:pt>
                <c:pt idx="21535">
                  <c:v>0.24924768518394558</c:v>
                </c:pt>
                <c:pt idx="21536">
                  <c:v>0.24925925925344927</c:v>
                </c:pt>
                <c:pt idx="21537">
                  <c:v>0.24927083333022892</c:v>
                </c:pt>
                <c:pt idx="21538">
                  <c:v>0.24928240740700858</c:v>
                </c:pt>
                <c:pt idx="21539">
                  <c:v>0.24929398147651227</c:v>
                </c:pt>
                <c:pt idx="21540">
                  <c:v>0.24930555555329192</c:v>
                </c:pt>
                <c:pt idx="21541">
                  <c:v>0.24931712963007158</c:v>
                </c:pt>
                <c:pt idx="21542">
                  <c:v>0.24932870369957527</c:v>
                </c:pt>
                <c:pt idx="21543">
                  <c:v>0.24934027777635492</c:v>
                </c:pt>
                <c:pt idx="21544">
                  <c:v>0.24935185185313458</c:v>
                </c:pt>
                <c:pt idx="21545">
                  <c:v>0.24936342592263827</c:v>
                </c:pt>
                <c:pt idx="21546">
                  <c:v>0.24937499999941792</c:v>
                </c:pt>
                <c:pt idx="21547">
                  <c:v>0.24938657406892162</c:v>
                </c:pt>
                <c:pt idx="21548">
                  <c:v>0.24939814814570127</c:v>
                </c:pt>
                <c:pt idx="21549">
                  <c:v>0.24940972222248092</c:v>
                </c:pt>
                <c:pt idx="21550">
                  <c:v>0.24942129629198462</c:v>
                </c:pt>
                <c:pt idx="21551">
                  <c:v>0.24943287036876427</c:v>
                </c:pt>
                <c:pt idx="21552">
                  <c:v>0.24944444444554392</c:v>
                </c:pt>
                <c:pt idx="21553">
                  <c:v>0.24945601851504762</c:v>
                </c:pt>
                <c:pt idx="21554">
                  <c:v>0.24946759259182727</c:v>
                </c:pt>
                <c:pt idx="21555">
                  <c:v>0.24947916666133096</c:v>
                </c:pt>
                <c:pt idx="21556">
                  <c:v>0.24949074073811062</c:v>
                </c:pt>
                <c:pt idx="21557">
                  <c:v>0.24950231481489027</c:v>
                </c:pt>
                <c:pt idx="21558">
                  <c:v>0.24951388888439396</c:v>
                </c:pt>
                <c:pt idx="21559">
                  <c:v>0.24952546296117362</c:v>
                </c:pt>
                <c:pt idx="21560">
                  <c:v>0.24953703703795327</c:v>
                </c:pt>
                <c:pt idx="21561">
                  <c:v>0.24954861110745696</c:v>
                </c:pt>
                <c:pt idx="21562">
                  <c:v>0.24956018518423662</c:v>
                </c:pt>
                <c:pt idx="21563">
                  <c:v>0.24957175925374031</c:v>
                </c:pt>
                <c:pt idx="21564">
                  <c:v>0.24958333333051996</c:v>
                </c:pt>
                <c:pt idx="21565">
                  <c:v>0.24959490740729962</c:v>
                </c:pt>
                <c:pt idx="21566">
                  <c:v>0.24960648147680331</c:v>
                </c:pt>
                <c:pt idx="21567">
                  <c:v>0.24961805555358296</c:v>
                </c:pt>
                <c:pt idx="21568">
                  <c:v>0.24962962963036261</c:v>
                </c:pt>
                <c:pt idx="21569">
                  <c:v>0.24964120369986631</c:v>
                </c:pt>
                <c:pt idx="21570">
                  <c:v>0.24965277777664596</c:v>
                </c:pt>
                <c:pt idx="21571">
                  <c:v>0.24966435184614966</c:v>
                </c:pt>
                <c:pt idx="21572">
                  <c:v>0.24967592592292931</c:v>
                </c:pt>
                <c:pt idx="21573">
                  <c:v>0.24968749999970896</c:v>
                </c:pt>
                <c:pt idx="21574">
                  <c:v>0.24969907406921266</c:v>
                </c:pt>
                <c:pt idx="21575">
                  <c:v>0.24971064814599231</c:v>
                </c:pt>
                <c:pt idx="21576">
                  <c:v>0.24972222222277196</c:v>
                </c:pt>
                <c:pt idx="21577">
                  <c:v>0.24973379629227566</c:v>
                </c:pt>
                <c:pt idx="21578">
                  <c:v>0.24974537036905531</c:v>
                </c:pt>
                <c:pt idx="21579">
                  <c:v>0.249756944438559</c:v>
                </c:pt>
                <c:pt idx="21580">
                  <c:v>0.24976851851533866</c:v>
                </c:pt>
                <c:pt idx="21581">
                  <c:v>0.24978009259211831</c:v>
                </c:pt>
                <c:pt idx="21582">
                  <c:v>0.249791666661622</c:v>
                </c:pt>
                <c:pt idx="21583">
                  <c:v>0.24980324073840166</c:v>
                </c:pt>
                <c:pt idx="21584">
                  <c:v>0.24981481481518131</c:v>
                </c:pt>
                <c:pt idx="21585">
                  <c:v>0.249826388884685</c:v>
                </c:pt>
                <c:pt idx="21586">
                  <c:v>0.24983796296146465</c:v>
                </c:pt>
                <c:pt idx="21587">
                  <c:v>0.24984953703824431</c:v>
                </c:pt>
                <c:pt idx="21588">
                  <c:v>0.249861111107748</c:v>
                </c:pt>
                <c:pt idx="21589">
                  <c:v>0.24987268518452765</c:v>
                </c:pt>
                <c:pt idx="21590">
                  <c:v>0.24988425925403135</c:v>
                </c:pt>
                <c:pt idx="21591">
                  <c:v>0.249895833330811</c:v>
                </c:pt>
                <c:pt idx="21592">
                  <c:v>0.24990740740759065</c:v>
                </c:pt>
                <c:pt idx="21593">
                  <c:v>0.24991898147709435</c:v>
                </c:pt>
                <c:pt idx="21594">
                  <c:v>0.249930555553874</c:v>
                </c:pt>
                <c:pt idx="21595">
                  <c:v>0.24994212963065365</c:v>
                </c:pt>
                <c:pt idx="21596">
                  <c:v>0.24995370370015735</c:v>
                </c:pt>
                <c:pt idx="21597">
                  <c:v>0.249965277776937</c:v>
                </c:pt>
                <c:pt idx="21598">
                  <c:v>0.2499768518464407</c:v>
                </c:pt>
                <c:pt idx="21599">
                  <c:v>0.24998842592322035</c:v>
                </c:pt>
                <c:pt idx="21600">
                  <c:v>0.25</c:v>
                </c:pt>
                <c:pt idx="21601">
                  <c:v>0.25001157406950369</c:v>
                </c:pt>
                <c:pt idx="21602">
                  <c:v>0.25002314814628335</c:v>
                </c:pt>
                <c:pt idx="21603">
                  <c:v>0.250034722223063</c:v>
                </c:pt>
                <c:pt idx="21604">
                  <c:v>0.25004629629256669</c:v>
                </c:pt>
                <c:pt idx="21605">
                  <c:v>0.25005787036934635</c:v>
                </c:pt>
                <c:pt idx="21606">
                  <c:v>0.25006944443885004</c:v>
                </c:pt>
                <c:pt idx="21607">
                  <c:v>0.25008101851562969</c:v>
                </c:pt>
                <c:pt idx="21608">
                  <c:v>0.25009259259240935</c:v>
                </c:pt>
                <c:pt idx="21609">
                  <c:v>0.25010416666191304</c:v>
                </c:pt>
                <c:pt idx="21610">
                  <c:v>0.25011574073869269</c:v>
                </c:pt>
                <c:pt idx="21611">
                  <c:v>0.25012731481547235</c:v>
                </c:pt>
                <c:pt idx="21612">
                  <c:v>0.25013888888497604</c:v>
                </c:pt>
                <c:pt idx="21613">
                  <c:v>0.25015046296175569</c:v>
                </c:pt>
                <c:pt idx="21614">
                  <c:v>0.25016203703125939</c:v>
                </c:pt>
                <c:pt idx="21615">
                  <c:v>0.25017361110803904</c:v>
                </c:pt>
                <c:pt idx="21616">
                  <c:v>0.25018518518481869</c:v>
                </c:pt>
                <c:pt idx="21617">
                  <c:v>0.25019675925432239</c:v>
                </c:pt>
                <c:pt idx="21618">
                  <c:v>0.25020833333110204</c:v>
                </c:pt>
                <c:pt idx="21619">
                  <c:v>0.25021990740788169</c:v>
                </c:pt>
                <c:pt idx="21620">
                  <c:v>0.25023148147738539</c:v>
                </c:pt>
                <c:pt idx="21621">
                  <c:v>0.25024305555416504</c:v>
                </c:pt>
                <c:pt idx="21622">
                  <c:v>0.25025462963094469</c:v>
                </c:pt>
                <c:pt idx="21623">
                  <c:v>0.25026620370044839</c:v>
                </c:pt>
                <c:pt idx="21624">
                  <c:v>0.25027777777722804</c:v>
                </c:pt>
                <c:pt idx="21625">
                  <c:v>0.25028935184673173</c:v>
                </c:pt>
                <c:pt idx="21626">
                  <c:v>0.25030092592351139</c:v>
                </c:pt>
                <c:pt idx="21627">
                  <c:v>0.25031250000029104</c:v>
                </c:pt>
                <c:pt idx="21628">
                  <c:v>0.25032407406979473</c:v>
                </c:pt>
                <c:pt idx="21629">
                  <c:v>0.25033564814657439</c:v>
                </c:pt>
                <c:pt idx="21630">
                  <c:v>0.25034722222335404</c:v>
                </c:pt>
                <c:pt idx="21631">
                  <c:v>0.25035879629285773</c:v>
                </c:pt>
                <c:pt idx="21632">
                  <c:v>0.25037037036963739</c:v>
                </c:pt>
                <c:pt idx="21633">
                  <c:v>0.25038194443914108</c:v>
                </c:pt>
                <c:pt idx="21634">
                  <c:v>0.25039351851592073</c:v>
                </c:pt>
                <c:pt idx="21635">
                  <c:v>0.25040509259270038</c:v>
                </c:pt>
                <c:pt idx="21636">
                  <c:v>0.25041666666220408</c:v>
                </c:pt>
                <c:pt idx="21637">
                  <c:v>0.25042824073898373</c:v>
                </c:pt>
                <c:pt idx="21638">
                  <c:v>0.25043981481576338</c:v>
                </c:pt>
                <c:pt idx="21639">
                  <c:v>0.25045138888526708</c:v>
                </c:pt>
                <c:pt idx="21640">
                  <c:v>0.25046296296204673</c:v>
                </c:pt>
                <c:pt idx="21641">
                  <c:v>0.25047453703155043</c:v>
                </c:pt>
                <c:pt idx="21642">
                  <c:v>0.25048611110833008</c:v>
                </c:pt>
                <c:pt idx="21643">
                  <c:v>0.25049768518510973</c:v>
                </c:pt>
                <c:pt idx="21644">
                  <c:v>0.25050925925461343</c:v>
                </c:pt>
                <c:pt idx="21645">
                  <c:v>0.25052083333139308</c:v>
                </c:pt>
                <c:pt idx="21646">
                  <c:v>0.25053240740817273</c:v>
                </c:pt>
                <c:pt idx="21647">
                  <c:v>0.25054398147767643</c:v>
                </c:pt>
                <c:pt idx="21648">
                  <c:v>0.25055555555445608</c:v>
                </c:pt>
                <c:pt idx="21649">
                  <c:v>0.25056712962395977</c:v>
                </c:pt>
                <c:pt idx="21650">
                  <c:v>0.25057870370073942</c:v>
                </c:pt>
                <c:pt idx="21651">
                  <c:v>0.25059027777751908</c:v>
                </c:pt>
                <c:pt idx="21652">
                  <c:v>0.25060185184702277</c:v>
                </c:pt>
                <c:pt idx="21653">
                  <c:v>0.25061342592380242</c:v>
                </c:pt>
                <c:pt idx="21654">
                  <c:v>0.25062500000058208</c:v>
                </c:pt>
                <c:pt idx="21655">
                  <c:v>0.25063657407008577</c:v>
                </c:pt>
                <c:pt idx="21656">
                  <c:v>0.25064814814686542</c:v>
                </c:pt>
                <c:pt idx="21657">
                  <c:v>0.25065972221636912</c:v>
                </c:pt>
                <c:pt idx="21658">
                  <c:v>0.25067129629314877</c:v>
                </c:pt>
                <c:pt idx="21659">
                  <c:v>0.25068287036992842</c:v>
                </c:pt>
                <c:pt idx="21660">
                  <c:v>0.25069444443943212</c:v>
                </c:pt>
                <c:pt idx="21661">
                  <c:v>0.25070601851621177</c:v>
                </c:pt>
                <c:pt idx="21662">
                  <c:v>0.25071759259299142</c:v>
                </c:pt>
                <c:pt idx="21663">
                  <c:v>0.25072916666249512</c:v>
                </c:pt>
                <c:pt idx="21664">
                  <c:v>0.25074074073927477</c:v>
                </c:pt>
                <c:pt idx="21665">
                  <c:v>0.25075231481605442</c:v>
                </c:pt>
                <c:pt idx="21666">
                  <c:v>0.25076388888555812</c:v>
                </c:pt>
                <c:pt idx="21667">
                  <c:v>0.25077546296233777</c:v>
                </c:pt>
                <c:pt idx="21668">
                  <c:v>0.25078703703184146</c:v>
                </c:pt>
                <c:pt idx="21669">
                  <c:v>0.25079861110862112</c:v>
                </c:pt>
                <c:pt idx="21670">
                  <c:v>0.25081018518540077</c:v>
                </c:pt>
                <c:pt idx="21671">
                  <c:v>0.25082175925490446</c:v>
                </c:pt>
                <c:pt idx="21672">
                  <c:v>0.25083333333168412</c:v>
                </c:pt>
                <c:pt idx="21673">
                  <c:v>0.25084490740846377</c:v>
                </c:pt>
                <c:pt idx="21674">
                  <c:v>0.25085648147796746</c:v>
                </c:pt>
                <c:pt idx="21675">
                  <c:v>0.25086805555474712</c:v>
                </c:pt>
                <c:pt idx="21676">
                  <c:v>0.25087962962425081</c:v>
                </c:pt>
                <c:pt idx="21677">
                  <c:v>0.25089120370103046</c:v>
                </c:pt>
                <c:pt idx="21678">
                  <c:v>0.25090277777781012</c:v>
                </c:pt>
                <c:pt idx="21679">
                  <c:v>0.25091435184731381</c:v>
                </c:pt>
                <c:pt idx="21680">
                  <c:v>0.25092592592409346</c:v>
                </c:pt>
                <c:pt idx="21681">
                  <c:v>0.25093750000087311</c:v>
                </c:pt>
                <c:pt idx="21682">
                  <c:v>0.25094907407037681</c:v>
                </c:pt>
                <c:pt idx="21683">
                  <c:v>0.25096064814715646</c:v>
                </c:pt>
                <c:pt idx="21684">
                  <c:v>0.25097222221666016</c:v>
                </c:pt>
                <c:pt idx="21685">
                  <c:v>0.25098379629343981</c:v>
                </c:pt>
                <c:pt idx="21686">
                  <c:v>0.25099537037021946</c:v>
                </c:pt>
                <c:pt idx="21687">
                  <c:v>0.25100694443972316</c:v>
                </c:pt>
                <c:pt idx="21688">
                  <c:v>0.25101851851650281</c:v>
                </c:pt>
                <c:pt idx="21689">
                  <c:v>0.25103009259328246</c:v>
                </c:pt>
                <c:pt idx="21690">
                  <c:v>0.25104166666278616</c:v>
                </c:pt>
                <c:pt idx="21691">
                  <c:v>0.25105324073956581</c:v>
                </c:pt>
                <c:pt idx="21692">
                  <c:v>0.2510648148090695</c:v>
                </c:pt>
                <c:pt idx="21693">
                  <c:v>0.25107638888584916</c:v>
                </c:pt>
                <c:pt idx="21694">
                  <c:v>0.25108796296262881</c:v>
                </c:pt>
                <c:pt idx="21695">
                  <c:v>0.2510995370321325</c:v>
                </c:pt>
                <c:pt idx="21696">
                  <c:v>0.25111111110891216</c:v>
                </c:pt>
                <c:pt idx="21697">
                  <c:v>0.25112268518569181</c:v>
                </c:pt>
                <c:pt idx="21698">
                  <c:v>0.2511342592551955</c:v>
                </c:pt>
                <c:pt idx="21699">
                  <c:v>0.25114583333197515</c:v>
                </c:pt>
                <c:pt idx="21700">
                  <c:v>0.25115740740147885</c:v>
                </c:pt>
                <c:pt idx="21701">
                  <c:v>0.2511689814782585</c:v>
                </c:pt>
                <c:pt idx="21702">
                  <c:v>0.25118055555503815</c:v>
                </c:pt>
                <c:pt idx="21703">
                  <c:v>0.25119212962454185</c:v>
                </c:pt>
                <c:pt idx="21704">
                  <c:v>0.2512037037013215</c:v>
                </c:pt>
                <c:pt idx="21705">
                  <c:v>0.25121527777810115</c:v>
                </c:pt>
                <c:pt idx="21706">
                  <c:v>0.25122685184760485</c:v>
                </c:pt>
                <c:pt idx="21707">
                  <c:v>0.2512384259243845</c:v>
                </c:pt>
                <c:pt idx="21708">
                  <c:v>0.25125000000116415</c:v>
                </c:pt>
                <c:pt idx="21709">
                  <c:v>0.25126157407066785</c:v>
                </c:pt>
                <c:pt idx="21710">
                  <c:v>0.2512731481474475</c:v>
                </c:pt>
                <c:pt idx="21711">
                  <c:v>0.2512847222169512</c:v>
                </c:pt>
                <c:pt idx="21712">
                  <c:v>0.25129629629373085</c:v>
                </c:pt>
                <c:pt idx="21713">
                  <c:v>0.2513078703705105</c:v>
                </c:pt>
                <c:pt idx="21714">
                  <c:v>0.25131944444001419</c:v>
                </c:pt>
                <c:pt idx="21715">
                  <c:v>0.25133101851679385</c:v>
                </c:pt>
                <c:pt idx="21716">
                  <c:v>0.2513425925935735</c:v>
                </c:pt>
                <c:pt idx="21717">
                  <c:v>0.25135416666307719</c:v>
                </c:pt>
                <c:pt idx="21718">
                  <c:v>0.25136574073985685</c:v>
                </c:pt>
                <c:pt idx="21719">
                  <c:v>0.25137731480936054</c:v>
                </c:pt>
                <c:pt idx="21720">
                  <c:v>0.25138888888614019</c:v>
                </c:pt>
                <c:pt idx="21721">
                  <c:v>0.25140046296291985</c:v>
                </c:pt>
                <c:pt idx="21722">
                  <c:v>0.25141203703242354</c:v>
                </c:pt>
                <c:pt idx="21723">
                  <c:v>0.25142361110920319</c:v>
                </c:pt>
                <c:pt idx="21724">
                  <c:v>0.25143518518598285</c:v>
                </c:pt>
                <c:pt idx="21725">
                  <c:v>0.25144675925548654</c:v>
                </c:pt>
                <c:pt idx="21726">
                  <c:v>0.25145833333226619</c:v>
                </c:pt>
                <c:pt idx="21727">
                  <c:v>0.25146990740176989</c:v>
                </c:pt>
                <c:pt idx="21728">
                  <c:v>0.25148148147854954</c:v>
                </c:pt>
                <c:pt idx="21729">
                  <c:v>0.25149305555532919</c:v>
                </c:pt>
                <c:pt idx="21730">
                  <c:v>0.25150462962483289</c:v>
                </c:pt>
                <c:pt idx="21731">
                  <c:v>0.25151620370161254</c:v>
                </c:pt>
                <c:pt idx="21732">
                  <c:v>0.25152777777839219</c:v>
                </c:pt>
                <c:pt idx="21733">
                  <c:v>0.25153935184789589</c:v>
                </c:pt>
                <c:pt idx="21734">
                  <c:v>0.25155092592467554</c:v>
                </c:pt>
                <c:pt idx="21735">
                  <c:v>0.25156249999417923</c:v>
                </c:pt>
                <c:pt idx="21736">
                  <c:v>0.25157407407095889</c:v>
                </c:pt>
                <c:pt idx="21737">
                  <c:v>0.25158564814773854</c:v>
                </c:pt>
                <c:pt idx="21738">
                  <c:v>0.25159722221724223</c:v>
                </c:pt>
                <c:pt idx="21739">
                  <c:v>0.25160879629402189</c:v>
                </c:pt>
                <c:pt idx="21740">
                  <c:v>0.25162037037080154</c:v>
                </c:pt>
                <c:pt idx="21741">
                  <c:v>0.25163194444030523</c:v>
                </c:pt>
                <c:pt idx="21742">
                  <c:v>0.25164351851708489</c:v>
                </c:pt>
                <c:pt idx="21743">
                  <c:v>0.25165509259386454</c:v>
                </c:pt>
                <c:pt idx="21744">
                  <c:v>0.25166666666336823</c:v>
                </c:pt>
                <c:pt idx="21745">
                  <c:v>0.25167824074014788</c:v>
                </c:pt>
                <c:pt idx="21746">
                  <c:v>0.25168981480965158</c:v>
                </c:pt>
                <c:pt idx="21747">
                  <c:v>0.25170138888643123</c:v>
                </c:pt>
                <c:pt idx="21748">
                  <c:v>0.25171296296321088</c:v>
                </c:pt>
                <c:pt idx="21749">
                  <c:v>0.25172453703271458</c:v>
                </c:pt>
                <c:pt idx="21750">
                  <c:v>0.25173611110949423</c:v>
                </c:pt>
                <c:pt idx="21751">
                  <c:v>0.25174768518627388</c:v>
                </c:pt>
                <c:pt idx="21752">
                  <c:v>0.25175925925577758</c:v>
                </c:pt>
                <c:pt idx="21753">
                  <c:v>0.25177083333255723</c:v>
                </c:pt>
                <c:pt idx="21754">
                  <c:v>0.25178240740206093</c:v>
                </c:pt>
                <c:pt idx="21755">
                  <c:v>0.25179398147884058</c:v>
                </c:pt>
                <c:pt idx="21756">
                  <c:v>0.25180555555562023</c:v>
                </c:pt>
                <c:pt idx="21757">
                  <c:v>0.25181712962512393</c:v>
                </c:pt>
                <c:pt idx="21758">
                  <c:v>0.25182870370190358</c:v>
                </c:pt>
                <c:pt idx="21759">
                  <c:v>0.25184027777868323</c:v>
                </c:pt>
                <c:pt idx="21760">
                  <c:v>0.25185185184818693</c:v>
                </c:pt>
                <c:pt idx="21761">
                  <c:v>0.25186342592496658</c:v>
                </c:pt>
                <c:pt idx="21762">
                  <c:v>0.25187499999447027</c:v>
                </c:pt>
                <c:pt idx="21763">
                  <c:v>0.25188657407124992</c:v>
                </c:pt>
                <c:pt idx="21764">
                  <c:v>0.25189814814802958</c:v>
                </c:pt>
                <c:pt idx="21765">
                  <c:v>0.25190972221753327</c:v>
                </c:pt>
                <c:pt idx="21766">
                  <c:v>0.25192129629431292</c:v>
                </c:pt>
                <c:pt idx="21767">
                  <c:v>0.25193287037109258</c:v>
                </c:pt>
                <c:pt idx="21768">
                  <c:v>0.25194444444059627</c:v>
                </c:pt>
                <c:pt idx="21769">
                  <c:v>0.25195601851737592</c:v>
                </c:pt>
                <c:pt idx="21770">
                  <c:v>0.25196759258687962</c:v>
                </c:pt>
                <c:pt idx="21771">
                  <c:v>0.25197916666365927</c:v>
                </c:pt>
                <c:pt idx="21772">
                  <c:v>0.25199074074043892</c:v>
                </c:pt>
                <c:pt idx="21773">
                  <c:v>0.25200231480994262</c:v>
                </c:pt>
                <c:pt idx="21774">
                  <c:v>0.25201388888672227</c:v>
                </c:pt>
                <c:pt idx="21775">
                  <c:v>0.25202546296350192</c:v>
                </c:pt>
                <c:pt idx="21776">
                  <c:v>0.25203703703300562</c:v>
                </c:pt>
                <c:pt idx="21777">
                  <c:v>0.25204861110978527</c:v>
                </c:pt>
                <c:pt idx="21778">
                  <c:v>0.25206018517928896</c:v>
                </c:pt>
                <c:pt idx="21779">
                  <c:v>0.25207175925606862</c:v>
                </c:pt>
                <c:pt idx="21780">
                  <c:v>0.25208333333284827</c:v>
                </c:pt>
                <c:pt idx="21781">
                  <c:v>0.25209490740235196</c:v>
                </c:pt>
                <c:pt idx="21782">
                  <c:v>0.25210648147913162</c:v>
                </c:pt>
                <c:pt idx="21783">
                  <c:v>0.25211805555591127</c:v>
                </c:pt>
                <c:pt idx="21784">
                  <c:v>0.25212962962541496</c:v>
                </c:pt>
                <c:pt idx="21785">
                  <c:v>0.25214120370219462</c:v>
                </c:pt>
                <c:pt idx="21786">
                  <c:v>0.25215277777897427</c:v>
                </c:pt>
                <c:pt idx="21787">
                  <c:v>0.25216435184847796</c:v>
                </c:pt>
                <c:pt idx="21788">
                  <c:v>0.25217592592525762</c:v>
                </c:pt>
                <c:pt idx="21789">
                  <c:v>0.25218749999476131</c:v>
                </c:pt>
                <c:pt idx="21790">
                  <c:v>0.25219907407154096</c:v>
                </c:pt>
                <c:pt idx="21791">
                  <c:v>0.25221064814832062</c:v>
                </c:pt>
                <c:pt idx="21792">
                  <c:v>0.25222222221782431</c:v>
                </c:pt>
                <c:pt idx="21793">
                  <c:v>0.25223379629460396</c:v>
                </c:pt>
                <c:pt idx="21794">
                  <c:v>0.25224537037138361</c:v>
                </c:pt>
                <c:pt idx="21795">
                  <c:v>0.25225694444088731</c:v>
                </c:pt>
                <c:pt idx="21796">
                  <c:v>0.25226851851766696</c:v>
                </c:pt>
                <c:pt idx="21797">
                  <c:v>0.25228009258717066</c:v>
                </c:pt>
                <c:pt idx="21798">
                  <c:v>0.25229166666395031</c:v>
                </c:pt>
                <c:pt idx="21799">
                  <c:v>0.25230324074072996</c:v>
                </c:pt>
                <c:pt idx="21800">
                  <c:v>0.25231481481023366</c:v>
                </c:pt>
                <c:pt idx="21801">
                  <c:v>0.25232638888701331</c:v>
                </c:pt>
                <c:pt idx="21802">
                  <c:v>0.25233796296379296</c:v>
                </c:pt>
                <c:pt idx="21803">
                  <c:v>0.25234953703329666</c:v>
                </c:pt>
                <c:pt idx="21804">
                  <c:v>0.25236111111007631</c:v>
                </c:pt>
                <c:pt idx="21805">
                  <c:v>0.25237268517958</c:v>
                </c:pt>
                <c:pt idx="21806">
                  <c:v>0.25238425925635966</c:v>
                </c:pt>
                <c:pt idx="21807">
                  <c:v>0.25239583333313931</c:v>
                </c:pt>
                <c:pt idx="21808">
                  <c:v>0.252407407402643</c:v>
                </c:pt>
                <c:pt idx="21809">
                  <c:v>0.25241898147942265</c:v>
                </c:pt>
                <c:pt idx="21810">
                  <c:v>0.25243055555620231</c:v>
                </c:pt>
                <c:pt idx="21811">
                  <c:v>0.252442129625706</c:v>
                </c:pt>
                <c:pt idx="21812">
                  <c:v>0.25245370370248565</c:v>
                </c:pt>
                <c:pt idx="21813">
                  <c:v>0.25246527777198935</c:v>
                </c:pt>
                <c:pt idx="21814">
                  <c:v>0.252476851848769</c:v>
                </c:pt>
                <c:pt idx="21815">
                  <c:v>0.25248842592554865</c:v>
                </c:pt>
                <c:pt idx="21816">
                  <c:v>0.25249999999505235</c:v>
                </c:pt>
                <c:pt idx="21817">
                  <c:v>0.252511574071832</c:v>
                </c:pt>
                <c:pt idx="21818">
                  <c:v>0.25252314814861165</c:v>
                </c:pt>
                <c:pt idx="21819">
                  <c:v>0.25253472221811535</c:v>
                </c:pt>
                <c:pt idx="21820">
                  <c:v>0.252546296294895</c:v>
                </c:pt>
                <c:pt idx="21821">
                  <c:v>0.25255787037167465</c:v>
                </c:pt>
                <c:pt idx="21822">
                  <c:v>0.25256944444117835</c:v>
                </c:pt>
                <c:pt idx="21823">
                  <c:v>0.252581018517958</c:v>
                </c:pt>
                <c:pt idx="21824">
                  <c:v>0.2525925925874617</c:v>
                </c:pt>
                <c:pt idx="21825">
                  <c:v>0.25260416666424135</c:v>
                </c:pt>
                <c:pt idx="21826">
                  <c:v>0.252615740741021</c:v>
                </c:pt>
                <c:pt idx="21827">
                  <c:v>0.25262731481052469</c:v>
                </c:pt>
                <c:pt idx="21828">
                  <c:v>0.25263888888730435</c:v>
                </c:pt>
                <c:pt idx="21829">
                  <c:v>0.252650462964084</c:v>
                </c:pt>
                <c:pt idx="21830">
                  <c:v>0.25266203703358769</c:v>
                </c:pt>
                <c:pt idx="21831">
                  <c:v>0.25267361111036735</c:v>
                </c:pt>
                <c:pt idx="21832">
                  <c:v>0.25268518517987104</c:v>
                </c:pt>
                <c:pt idx="21833">
                  <c:v>0.25269675925665069</c:v>
                </c:pt>
                <c:pt idx="21834">
                  <c:v>0.25270833333343035</c:v>
                </c:pt>
                <c:pt idx="21835">
                  <c:v>0.25271990740293404</c:v>
                </c:pt>
                <c:pt idx="21836">
                  <c:v>0.25273148147971369</c:v>
                </c:pt>
                <c:pt idx="21837">
                  <c:v>0.25274305555649335</c:v>
                </c:pt>
                <c:pt idx="21838">
                  <c:v>0.25275462962599704</c:v>
                </c:pt>
                <c:pt idx="21839">
                  <c:v>0.25276620370277669</c:v>
                </c:pt>
                <c:pt idx="21840">
                  <c:v>0.25277777777228039</c:v>
                </c:pt>
                <c:pt idx="21841">
                  <c:v>0.25278935184906004</c:v>
                </c:pt>
                <c:pt idx="21842">
                  <c:v>0.25280092592583969</c:v>
                </c:pt>
                <c:pt idx="21843">
                  <c:v>0.25281249999534339</c:v>
                </c:pt>
                <c:pt idx="21844">
                  <c:v>0.25282407407212304</c:v>
                </c:pt>
                <c:pt idx="21845">
                  <c:v>0.25283564814890269</c:v>
                </c:pt>
                <c:pt idx="21846">
                  <c:v>0.25284722221840639</c:v>
                </c:pt>
                <c:pt idx="21847">
                  <c:v>0.25285879629518604</c:v>
                </c:pt>
                <c:pt idx="21848">
                  <c:v>0.25287037036468973</c:v>
                </c:pt>
                <c:pt idx="21849">
                  <c:v>0.25288194444146939</c:v>
                </c:pt>
                <c:pt idx="21850">
                  <c:v>0.25289351851824904</c:v>
                </c:pt>
                <c:pt idx="21851">
                  <c:v>0.25290509258775273</c:v>
                </c:pt>
                <c:pt idx="21852">
                  <c:v>0.25291666666453239</c:v>
                </c:pt>
                <c:pt idx="21853">
                  <c:v>0.25292824074131204</c:v>
                </c:pt>
                <c:pt idx="21854">
                  <c:v>0.25293981481081573</c:v>
                </c:pt>
                <c:pt idx="21855">
                  <c:v>0.25295138888759539</c:v>
                </c:pt>
                <c:pt idx="21856">
                  <c:v>0.25296296295709908</c:v>
                </c:pt>
                <c:pt idx="21857">
                  <c:v>0.25297453703387873</c:v>
                </c:pt>
                <c:pt idx="21858">
                  <c:v>0.25298611111065838</c:v>
                </c:pt>
                <c:pt idx="21859">
                  <c:v>0.25299768518016208</c:v>
                </c:pt>
                <c:pt idx="21860">
                  <c:v>0.25300925925694173</c:v>
                </c:pt>
                <c:pt idx="21861">
                  <c:v>0.25302083333372138</c:v>
                </c:pt>
                <c:pt idx="21862">
                  <c:v>0.25303240740322508</c:v>
                </c:pt>
                <c:pt idx="21863">
                  <c:v>0.25304398148000473</c:v>
                </c:pt>
                <c:pt idx="21864">
                  <c:v>0.25305555555678438</c:v>
                </c:pt>
                <c:pt idx="21865">
                  <c:v>0.25306712962628808</c:v>
                </c:pt>
                <c:pt idx="21866">
                  <c:v>0.25307870370306773</c:v>
                </c:pt>
                <c:pt idx="21867">
                  <c:v>0.25309027777257143</c:v>
                </c:pt>
                <c:pt idx="21868">
                  <c:v>0.25310185184935108</c:v>
                </c:pt>
                <c:pt idx="21869">
                  <c:v>0.25311342592613073</c:v>
                </c:pt>
                <c:pt idx="21870">
                  <c:v>0.25312499999563443</c:v>
                </c:pt>
                <c:pt idx="21871">
                  <c:v>0.25313657407241408</c:v>
                </c:pt>
                <c:pt idx="21872">
                  <c:v>0.25314814814919373</c:v>
                </c:pt>
                <c:pt idx="21873">
                  <c:v>0.25315972221869742</c:v>
                </c:pt>
                <c:pt idx="21874">
                  <c:v>0.25317129629547708</c:v>
                </c:pt>
                <c:pt idx="21875">
                  <c:v>0.25318287036498077</c:v>
                </c:pt>
                <c:pt idx="21876">
                  <c:v>0.25319444444176042</c:v>
                </c:pt>
                <c:pt idx="21877">
                  <c:v>0.25320601851854008</c:v>
                </c:pt>
                <c:pt idx="21878">
                  <c:v>0.25321759258804377</c:v>
                </c:pt>
                <c:pt idx="21879">
                  <c:v>0.25322916666482342</c:v>
                </c:pt>
                <c:pt idx="21880">
                  <c:v>0.25324074074160308</c:v>
                </c:pt>
                <c:pt idx="21881">
                  <c:v>0.25325231481110677</c:v>
                </c:pt>
                <c:pt idx="21882">
                  <c:v>0.25326388888788642</c:v>
                </c:pt>
                <c:pt idx="21883">
                  <c:v>0.25327546295739012</c:v>
                </c:pt>
                <c:pt idx="21884">
                  <c:v>0.25328703703416977</c:v>
                </c:pt>
                <c:pt idx="21885">
                  <c:v>0.25329861111094942</c:v>
                </c:pt>
                <c:pt idx="21886">
                  <c:v>0.25331018518045312</c:v>
                </c:pt>
                <c:pt idx="21887">
                  <c:v>0.25332175925723277</c:v>
                </c:pt>
                <c:pt idx="21888">
                  <c:v>0.25333333333401242</c:v>
                </c:pt>
                <c:pt idx="21889">
                  <c:v>0.25334490740351612</c:v>
                </c:pt>
                <c:pt idx="21890">
                  <c:v>0.25335648148029577</c:v>
                </c:pt>
                <c:pt idx="21891">
                  <c:v>0.25336805554979946</c:v>
                </c:pt>
                <c:pt idx="21892">
                  <c:v>0.25337962962657912</c:v>
                </c:pt>
                <c:pt idx="21893">
                  <c:v>0.25339120370335877</c:v>
                </c:pt>
                <c:pt idx="21894">
                  <c:v>0.25340277777286246</c:v>
                </c:pt>
                <c:pt idx="21895">
                  <c:v>0.25341435184964212</c:v>
                </c:pt>
                <c:pt idx="21896">
                  <c:v>0.25342592592642177</c:v>
                </c:pt>
                <c:pt idx="21897">
                  <c:v>0.25343749999592546</c:v>
                </c:pt>
                <c:pt idx="21898">
                  <c:v>0.25344907407270512</c:v>
                </c:pt>
                <c:pt idx="21899">
                  <c:v>0.25346064814948477</c:v>
                </c:pt>
                <c:pt idx="21900">
                  <c:v>0.25347222221898846</c:v>
                </c:pt>
                <c:pt idx="21901">
                  <c:v>0.25348379629576812</c:v>
                </c:pt>
                <c:pt idx="21902">
                  <c:v>0.25349537036527181</c:v>
                </c:pt>
                <c:pt idx="21903">
                  <c:v>0.25350694444205146</c:v>
                </c:pt>
                <c:pt idx="21904">
                  <c:v>0.25351851851883112</c:v>
                </c:pt>
                <c:pt idx="21905">
                  <c:v>0.25353009258833481</c:v>
                </c:pt>
                <c:pt idx="21906">
                  <c:v>0.25354166666511446</c:v>
                </c:pt>
                <c:pt idx="21907">
                  <c:v>0.25355324074189411</c:v>
                </c:pt>
                <c:pt idx="21908">
                  <c:v>0.25356481481139781</c:v>
                </c:pt>
                <c:pt idx="21909">
                  <c:v>0.25357638888817746</c:v>
                </c:pt>
                <c:pt idx="21910">
                  <c:v>0.25358796295768116</c:v>
                </c:pt>
                <c:pt idx="21911">
                  <c:v>0.25359953703446081</c:v>
                </c:pt>
                <c:pt idx="21912">
                  <c:v>0.25361111111124046</c:v>
                </c:pt>
                <c:pt idx="21913">
                  <c:v>0.25362268518074416</c:v>
                </c:pt>
                <c:pt idx="21914">
                  <c:v>0.25363425925752381</c:v>
                </c:pt>
                <c:pt idx="21915">
                  <c:v>0.25364583333430346</c:v>
                </c:pt>
                <c:pt idx="21916">
                  <c:v>0.25365740740380716</c:v>
                </c:pt>
                <c:pt idx="21917">
                  <c:v>0.25366898148058681</c:v>
                </c:pt>
                <c:pt idx="21918">
                  <c:v>0.2536805555500905</c:v>
                </c:pt>
                <c:pt idx="21919">
                  <c:v>0.25369212962687016</c:v>
                </c:pt>
                <c:pt idx="21920">
                  <c:v>0.25370370370364981</c:v>
                </c:pt>
                <c:pt idx="21921">
                  <c:v>0.2537152777731535</c:v>
                </c:pt>
                <c:pt idx="21922">
                  <c:v>0.25372685184993315</c:v>
                </c:pt>
                <c:pt idx="21923">
                  <c:v>0.25373842592671281</c:v>
                </c:pt>
                <c:pt idx="21924">
                  <c:v>0.2537499999962165</c:v>
                </c:pt>
                <c:pt idx="21925">
                  <c:v>0.25376157407299615</c:v>
                </c:pt>
                <c:pt idx="21926">
                  <c:v>0.25377314814249985</c:v>
                </c:pt>
                <c:pt idx="21927">
                  <c:v>0.2537847222192795</c:v>
                </c:pt>
                <c:pt idx="21928">
                  <c:v>0.25379629629605915</c:v>
                </c:pt>
                <c:pt idx="21929">
                  <c:v>0.25380787036556285</c:v>
                </c:pt>
                <c:pt idx="21930">
                  <c:v>0.2538194444423425</c:v>
                </c:pt>
                <c:pt idx="21931">
                  <c:v>0.25383101851912215</c:v>
                </c:pt>
                <c:pt idx="21932">
                  <c:v>0.25384259258862585</c:v>
                </c:pt>
                <c:pt idx="21933">
                  <c:v>0.2538541666654055</c:v>
                </c:pt>
                <c:pt idx="21934">
                  <c:v>0.2538657407349092</c:v>
                </c:pt>
                <c:pt idx="21935">
                  <c:v>0.25387731481168885</c:v>
                </c:pt>
                <c:pt idx="21936">
                  <c:v>0.2538888888884685</c:v>
                </c:pt>
                <c:pt idx="21937">
                  <c:v>0.25390046295797219</c:v>
                </c:pt>
                <c:pt idx="21938">
                  <c:v>0.25391203703475185</c:v>
                </c:pt>
                <c:pt idx="21939">
                  <c:v>0.2539236111115315</c:v>
                </c:pt>
                <c:pt idx="21940">
                  <c:v>0.25393518518103519</c:v>
                </c:pt>
                <c:pt idx="21941">
                  <c:v>0.25394675925781485</c:v>
                </c:pt>
                <c:pt idx="21942">
                  <c:v>0.2539583333345945</c:v>
                </c:pt>
                <c:pt idx="21943">
                  <c:v>0.25396990740409819</c:v>
                </c:pt>
                <c:pt idx="21944">
                  <c:v>0.25398148148087785</c:v>
                </c:pt>
                <c:pt idx="21945">
                  <c:v>0.25399305555038154</c:v>
                </c:pt>
                <c:pt idx="21946">
                  <c:v>0.25400462962716119</c:v>
                </c:pt>
                <c:pt idx="21947">
                  <c:v>0.25401620370394085</c:v>
                </c:pt>
                <c:pt idx="21948">
                  <c:v>0.25402777777344454</c:v>
                </c:pt>
                <c:pt idx="21949">
                  <c:v>0.25403935185022419</c:v>
                </c:pt>
                <c:pt idx="21950">
                  <c:v>0.25405092592700385</c:v>
                </c:pt>
                <c:pt idx="21951">
                  <c:v>0.25406249999650754</c:v>
                </c:pt>
                <c:pt idx="21952">
                  <c:v>0.25407407407328719</c:v>
                </c:pt>
                <c:pt idx="21953">
                  <c:v>0.25408564814279089</c:v>
                </c:pt>
                <c:pt idx="21954">
                  <c:v>0.25409722221957054</c:v>
                </c:pt>
                <c:pt idx="21955">
                  <c:v>0.25410879629635019</c:v>
                </c:pt>
                <c:pt idx="21956">
                  <c:v>0.25412037036585389</c:v>
                </c:pt>
                <c:pt idx="21957">
                  <c:v>0.25413194444263354</c:v>
                </c:pt>
                <c:pt idx="21958">
                  <c:v>0.25414351851941319</c:v>
                </c:pt>
                <c:pt idx="21959">
                  <c:v>0.25415509258891689</c:v>
                </c:pt>
                <c:pt idx="21960">
                  <c:v>0.25416666666569654</c:v>
                </c:pt>
                <c:pt idx="21961">
                  <c:v>0.25417824073520023</c:v>
                </c:pt>
                <c:pt idx="21962">
                  <c:v>0.25418981481197989</c:v>
                </c:pt>
                <c:pt idx="21963">
                  <c:v>0.25420138888875954</c:v>
                </c:pt>
                <c:pt idx="21964">
                  <c:v>0.25421296295826323</c:v>
                </c:pt>
                <c:pt idx="21965">
                  <c:v>0.25422453703504289</c:v>
                </c:pt>
                <c:pt idx="21966">
                  <c:v>0.25423611111182254</c:v>
                </c:pt>
                <c:pt idx="21967">
                  <c:v>0.25424768518132623</c:v>
                </c:pt>
                <c:pt idx="21968">
                  <c:v>0.25425925925810589</c:v>
                </c:pt>
                <c:pt idx="21969">
                  <c:v>0.25427083332760958</c:v>
                </c:pt>
                <c:pt idx="21970">
                  <c:v>0.25428240740438923</c:v>
                </c:pt>
                <c:pt idx="21971">
                  <c:v>0.25429398148116888</c:v>
                </c:pt>
                <c:pt idx="21972">
                  <c:v>0.25430555555067258</c:v>
                </c:pt>
                <c:pt idx="21973">
                  <c:v>0.25431712962745223</c:v>
                </c:pt>
                <c:pt idx="21974">
                  <c:v>0.25432870370423188</c:v>
                </c:pt>
                <c:pt idx="21975">
                  <c:v>0.25434027777373558</c:v>
                </c:pt>
                <c:pt idx="21976">
                  <c:v>0.25435185185051523</c:v>
                </c:pt>
                <c:pt idx="21977">
                  <c:v>0.25436342592001893</c:v>
                </c:pt>
                <c:pt idx="21978">
                  <c:v>0.25437499999679858</c:v>
                </c:pt>
                <c:pt idx="21979">
                  <c:v>0.25438657407357823</c:v>
                </c:pt>
                <c:pt idx="21980">
                  <c:v>0.25439814814308193</c:v>
                </c:pt>
                <c:pt idx="21981">
                  <c:v>0.25440972221986158</c:v>
                </c:pt>
                <c:pt idx="21982">
                  <c:v>0.25442129629664123</c:v>
                </c:pt>
                <c:pt idx="21983">
                  <c:v>0.25443287036614493</c:v>
                </c:pt>
                <c:pt idx="21984">
                  <c:v>0.25444444444292458</c:v>
                </c:pt>
                <c:pt idx="21985">
                  <c:v>0.25445601851970423</c:v>
                </c:pt>
                <c:pt idx="21986">
                  <c:v>0.25446759258920792</c:v>
                </c:pt>
                <c:pt idx="21987">
                  <c:v>0.25447916666598758</c:v>
                </c:pt>
                <c:pt idx="21988">
                  <c:v>0.25449074073549127</c:v>
                </c:pt>
                <c:pt idx="21989">
                  <c:v>0.25450231481227092</c:v>
                </c:pt>
                <c:pt idx="21990">
                  <c:v>0.25451388888905058</c:v>
                </c:pt>
                <c:pt idx="21991">
                  <c:v>0.25452546295855427</c:v>
                </c:pt>
                <c:pt idx="21992">
                  <c:v>0.25453703703533392</c:v>
                </c:pt>
                <c:pt idx="21993">
                  <c:v>0.25454861111211358</c:v>
                </c:pt>
                <c:pt idx="21994">
                  <c:v>0.25456018518161727</c:v>
                </c:pt>
                <c:pt idx="21995">
                  <c:v>0.25457175925839692</c:v>
                </c:pt>
                <c:pt idx="21996">
                  <c:v>0.25458333332790062</c:v>
                </c:pt>
                <c:pt idx="21997">
                  <c:v>0.25459490740468027</c:v>
                </c:pt>
                <c:pt idx="21998">
                  <c:v>0.25460648148145992</c:v>
                </c:pt>
                <c:pt idx="21999">
                  <c:v>0.25461805555096362</c:v>
                </c:pt>
                <c:pt idx="22000">
                  <c:v>0.25462962962774327</c:v>
                </c:pt>
                <c:pt idx="22001">
                  <c:v>0.25464120370452292</c:v>
                </c:pt>
                <c:pt idx="22002">
                  <c:v>0.25465277777402662</c:v>
                </c:pt>
                <c:pt idx="22003">
                  <c:v>0.25466435185080627</c:v>
                </c:pt>
                <c:pt idx="22004">
                  <c:v>0.25467592592030996</c:v>
                </c:pt>
                <c:pt idx="22005">
                  <c:v>0.25468749999708962</c:v>
                </c:pt>
                <c:pt idx="22006">
                  <c:v>0.25469907407386927</c:v>
                </c:pt>
                <c:pt idx="22007">
                  <c:v>0.25471064814337296</c:v>
                </c:pt>
                <c:pt idx="22008">
                  <c:v>0.25472222222015262</c:v>
                </c:pt>
                <c:pt idx="22009">
                  <c:v>0.25473379629693227</c:v>
                </c:pt>
                <c:pt idx="22010">
                  <c:v>0.25474537036643596</c:v>
                </c:pt>
                <c:pt idx="22011">
                  <c:v>0.25475694444321562</c:v>
                </c:pt>
                <c:pt idx="22012">
                  <c:v>0.25476851851271931</c:v>
                </c:pt>
                <c:pt idx="22013">
                  <c:v>0.25478009258949896</c:v>
                </c:pt>
                <c:pt idx="22014">
                  <c:v>0.25479166666627862</c:v>
                </c:pt>
                <c:pt idx="22015">
                  <c:v>0.25480324073578231</c:v>
                </c:pt>
                <c:pt idx="22016">
                  <c:v>0.25481481481256196</c:v>
                </c:pt>
                <c:pt idx="22017">
                  <c:v>0.25482638888934162</c:v>
                </c:pt>
                <c:pt idx="22018">
                  <c:v>0.25483796295884531</c:v>
                </c:pt>
                <c:pt idx="22019">
                  <c:v>0.25484953703562496</c:v>
                </c:pt>
                <c:pt idx="22020">
                  <c:v>0.25486111111240461</c:v>
                </c:pt>
                <c:pt idx="22021">
                  <c:v>0.25487268518190831</c:v>
                </c:pt>
                <c:pt idx="22022">
                  <c:v>0.25488425925868796</c:v>
                </c:pt>
                <c:pt idx="22023">
                  <c:v>0.25489583332819166</c:v>
                </c:pt>
                <c:pt idx="22024">
                  <c:v>0.25490740740497131</c:v>
                </c:pt>
                <c:pt idx="22025">
                  <c:v>0.25491898148175096</c:v>
                </c:pt>
                <c:pt idx="22026">
                  <c:v>0.25493055555125466</c:v>
                </c:pt>
                <c:pt idx="22027">
                  <c:v>0.25494212962803431</c:v>
                </c:pt>
                <c:pt idx="22028">
                  <c:v>0.25495370370481396</c:v>
                </c:pt>
                <c:pt idx="22029">
                  <c:v>0.25496527777431766</c:v>
                </c:pt>
                <c:pt idx="22030">
                  <c:v>0.25497685185109731</c:v>
                </c:pt>
                <c:pt idx="22031">
                  <c:v>0.254988425920601</c:v>
                </c:pt>
                <c:pt idx="22032">
                  <c:v>0.25499999999738066</c:v>
                </c:pt>
                <c:pt idx="22033">
                  <c:v>0.25501157407416031</c:v>
                </c:pt>
                <c:pt idx="22034">
                  <c:v>0.255023148143664</c:v>
                </c:pt>
                <c:pt idx="22035">
                  <c:v>0.25503472222044365</c:v>
                </c:pt>
                <c:pt idx="22036">
                  <c:v>0.25504629629722331</c:v>
                </c:pt>
                <c:pt idx="22037">
                  <c:v>0.255057870366727</c:v>
                </c:pt>
                <c:pt idx="22038">
                  <c:v>0.25506944444350665</c:v>
                </c:pt>
                <c:pt idx="22039">
                  <c:v>0.25508101851301035</c:v>
                </c:pt>
                <c:pt idx="22040">
                  <c:v>0.25509259258979</c:v>
                </c:pt>
                <c:pt idx="22041">
                  <c:v>0.25510416666656965</c:v>
                </c:pt>
                <c:pt idx="22042">
                  <c:v>0.25511574073607335</c:v>
                </c:pt>
                <c:pt idx="22043">
                  <c:v>0.255127314812853</c:v>
                </c:pt>
                <c:pt idx="22044">
                  <c:v>0.25513888888963265</c:v>
                </c:pt>
                <c:pt idx="22045">
                  <c:v>0.25515046295913635</c:v>
                </c:pt>
                <c:pt idx="22046">
                  <c:v>0.255162037035916</c:v>
                </c:pt>
                <c:pt idx="22047">
                  <c:v>0.2551736111054197</c:v>
                </c:pt>
                <c:pt idx="22048">
                  <c:v>0.25518518518219935</c:v>
                </c:pt>
                <c:pt idx="22049">
                  <c:v>0.255196759258979</c:v>
                </c:pt>
                <c:pt idx="22050">
                  <c:v>0.25520833332848269</c:v>
                </c:pt>
                <c:pt idx="22051">
                  <c:v>0.25521990740526235</c:v>
                </c:pt>
                <c:pt idx="22052">
                  <c:v>0.255231481482042</c:v>
                </c:pt>
                <c:pt idx="22053">
                  <c:v>0.25524305555154569</c:v>
                </c:pt>
                <c:pt idx="22054">
                  <c:v>0.25525462962832535</c:v>
                </c:pt>
                <c:pt idx="22055">
                  <c:v>0.25526620369782904</c:v>
                </c:pt>
                <c:pt idx="22056">
                  <c:v>0.25527777777460869</c:v>
                </c:pt>
                <c:pt idx="22057">
                  <c:v>0.25528935185138835</c:v>
                </c:pt>
                <c:pt idx="22058">
                  <c:v>0.25530092592089204</c:v>
                </c:pt>
                <c:pt idx="22059">
                  <c:v>0.25531249999767169</c:v>
                </c:pt>
                <c:pt idx="22060">
                  <c:v>0.25532407407445135</c:v>
                </c:pt>
                <c:pt idx="22061">
                  <c:v>0.25533564814395504</c:v>
                </c:pt>
                <c:pt idx="22062">
                  <c:v>0.25534722222073469</c:v>
                </c:pt>
                <c:pt idx="22063">
                  <c:v>0.25535879629751435</c:v>
                </c:pt>
                <c:pt idx="22064">
                  <c:v>0.25537037036701804</c:v>
                </c:pt>
                <c:pt idx="22065">
                  <c:v>0.25538194444379769</c:v>
                </c:pt>
                <c:pt idx="22066">
                  <c:v>0.25539351851330139</c:v>
                </c:pt>
                <c:pt idx="22067">
                  <c:v>0.25540509259008104</c:v>
                </c:pt>
                <c:pt idx="22068">
                  <c:v>0.25541666666686069</c:v>
                </c:pt>
                <c:pt idx="22069">
                  <c:v>0.25542824073636439</c:v>
                </c:pt>
                <c:pt idx="22070">
                  <c:v>0.25543981481314404</c:v>
                </c:pt>
                <c:pt idx="22071">
                  <c:v>0.25545138888992369</c:v>
                </c:pt>
                <c:pt idx="22072">
                  <c:v>0.25546296295942739</c:v>
                </c:pt>
                <c:pt idx="22073">
                  <c:v>0.25547453703620704</c:v>
                </c:pt>
                <c:pt idx="22074">
                  <c:v>0.25548611110571073</c:v>
                </c:pt>
                <c:pt idx="22075">
                  <c:v>0.25549768518249039</c:v>
                </c:pt>
                <c:pt idx="22076">
                  <c:v>0.25550925925927004</c:v>
                </c:pt>
                <c:pt idx="22077">
                  <c:v>0.25552083332877373</c:v>
                </c:pt>
                <c:pt idx="22078">
                  <c:v>0.25553240740555339</c:v>
                </c:pt>
                <c:pt idx="22079">
                  <c:v>0.25554398148233304</c:v>
                </c:pt>
                <c:pt idx="22080">
                  <c:v>0.25555555555183673</c:v>
                </c:pt>
                <c:pt idx="22081">
                  <c:v>0.25556712962861639</c:v>
                </c:pt>
                <c:pt idx="22082">
                  <c:v>0.25557870369812008</c:v>
                </c:pt>
                <c:pt idx="22083">
                  <c:v>0.25559027777489973</c:v>
                </c:pt>
                <c:pt idx="22084">
                  <c:v>0.25560185185167938</c:v>
                </c:pt>
                <c:pt idx="22085">
                  <c:v>0.25561342592118308</c:v>
                </c:pt>
                <c:pt idx="22086">
                  <c:v>0.25562499999796273</c:v>
                </c:pt>
                <c:pt idx="22087">
                  <c:v>0.25563657407474238</c:v>
                </c:pt>
                <c:pt idx="22088">
                  <c:v>0.25564814814424608</c:v>
                </c:pt>
                <c:pt idx="22089">
                  <c:v>0.25565972222102573</c:v>
                </c:pt>
                <c:pt idx="22090">
                  <c:v>0.25567129629052943</c:v>
                </c:pt>
                <c:pt idx="22091">
                  <c:v>0.25568287036730908</c:v>
                </c:pt>
                <c:pt idx="22092">
                  <c:v>0.25569444444408873</c:v>
                </c:pt>
                <c:pt idx="22093">
                  <c:v>0.25570601851359243</c:v>
                </c:pt>
                <c:pt idx="22094">
                  <c:v>0.25571759259037208</c:v>
                </c:pt>
                <c:pt idx="22095">
                  <c:v>0.25572916666715173</c:v>
                </c:pt>
                <c:pt idx="22096">
                  <c:v>0.25574074073665543</c:v>
                </c:pt>
                <c:pt idx="22097">
                  <c:v>0.25575231481343508</c:v>
                </c:pt>
                <c:pt idx="22098">
                  <c:v>0.25576388889021473</c:v>
                </c:pt>
                <c:pt idx="22099">
                  <c:v>0.25577546295971842</c:v>
                </c:pt>
                <c:pt idx="22100">
                  <c:v>0.25578703703649808</c:v>
                </c:pt>
                <c:pt idx="22101">
                  <c:v>0.25579861110600177</c:v>
                </c:pt>
                <c:pt idx="22102">
                  <c:v>0.25581018518278142</c:v>
                </c:pt>
                <c:pt idx="22103">
                  <c:v>0.25582175925956108</c:v>
                </c:pt>
                <c:pt idx="22104">
                  <c:v>0.25583333332906477</c:v>
                </c:pt>
                <c:pt idx="22105">
                  <c:v>0.25584490740584442</c:v>
                </c:pt>
                <c:pt idx="22106">
                  <c:v>0.25585648148262408</c:v>
                </c:pt>
                <c:pt idx="22107">
                  <c:v>0.25586805555212777</c:v>
                </c:pt>
                <c:pt idx="22108">
                  <c:v>0.25587962962890742</c:v>
                </c:pt>
                <c:pt idx="22109">
                  <c:v>0.25589120369841112</c:v>
                </c:pt>
                <c:pt idx="22110">
                  <c:v>0.25590277777519077</c:v>
                </c:pt>
                <c:pt idx="22111">
                  <c:v>0.25591435185197042</c:v>
                </c:pt>
                <c:pt idx="22112">
                  <c:v>0.25592592592147412</c:v>
                </c:pt>
                <c:pt idx="22113">
                  <c:v>0.25593749999825377</c:v>
                </c:pt>
                <c:pt idx="22114">
                  <c:v>0.25594907407503342</c:v>
                </c:pt>
                <c:pt idx="22115">
                  <c:v>0.25596064814453712</c:v>
                </c:pt>
                <c:pt idx="22116">
                  <c:v>0.25597222222131677</c:v>
                </c:pt>
                <c:pt idx="22117">
                  <c:v>0.25598379629082046</c:v>
                </c:pt>
                <c:pt idx="22118">
                  <c:v>0.25599537036760012</c:v>
                </c:pt>
                <c:pt idx="22119">
                  <c:v>0.25600694444437977</c:v>
                </c:pt>
                <c:pt idx="22120">
                  <c:v>0.25601851851388346</c:v>
                </c:pt>
                <c:pt idx="22121">
                  <c:v>0.25603009259066312</c:v>
                </c:pt>
                <c:pt idx="22122">
                  <c:v>0.25604166666744277</c:v>
                </c:pt>
                <c:pt idx="22123">
                  <c:v>0.25605324073694646</c:v>
                </c:pt>
                <c:pt idx="22124">
                  <c:v>0.25606481481372612</c:v>
                </c:pt>
                <c:pt idx="22125">
                  <c:v>0.25607638888322981</c:v>
                </c:pt>
                <c:pt idx="22126">
                  <c:v>0.25608796296000946</c:v>
                </c:pt>
                <c:pt idx="22127">
                  <c:v>0.25609953703678912</c:v>
                </c:pt>
                <c:pt idx="22128">
                  <c:v>0.25611111110629281</c:v>
                </c:pt>
                <c:pt idx="22129">
                  <c:v>0.25612268518307246</c:v>
                </c:pt>
                <c:pt idx="22130">
                  <c:v>0.25613425925985212</c:v>
                </c:pt>
                <c:pt idx="22131">
                  <c:v>0.25614583332935581</c:v>
                </c:pt>
                <c:pt idx="22132">
                  <c:v>0.25615740740613546</c:v>
                </c:pt>
                <c:pt idx="22133">
                  <c:v>0.25616898147563916</c:v>
                </c:pt>
                <c:pt idx="22134">
                  <c:v>0.25618055555241881</c:v>
                </c:pt>
                <c:pt idx="22135">
                  <c:v>0.25619212962919846</c:v>
                </c:pt>
                <c:pt idx="22136">
                  <c:v>0.25620370369870216</c:v>
                </c:pt>
                <c:pt idx="22137">
                  <c:v>0.25621527777548181</c:v>
                </c:pt>
                <c:pt idx="22138">
                  <c:v>0.25622685185226146</c:v>
                </c:pt>
                <c:pt idx="22139">
                  <c:v>0.25623842592176516</c:v>
                </c:pt>
                <c:pt idx="22140">
                  <c:v>0.25624999999854481</c:v>
                </c:pt>
                <c:pt idx="22141">
                  <c:v>0.25626157407532446</c:v>
                </c:pt>
                <c:pt idx="22142">
                  <c:v>0.25627314814482816</c:v>
                </c:pt>
                <c:pt idx="22143">
                  <c:v>0.25628472222160781</c:v>
                </c:pt>
                <c:pt idx="22144">
                  <c:v>0.2562962962911115</c:v>
                </c:pt>
                <c:pt idx="22145">
                  <c:v>0.25630787036789116</c:v>
                </c:pt>
                <c:pt idx="22146">
                  <c:v>0.25631944444467081</c:v>
                </c:pt>
                <c:pt idx="22147">
                  <c:v>0.2563310185141745</c:v>
                </c:pt>
                <c:pt idx="22148">
                  <c:v>0.25634259259095415</c:v>
                </c:pt>
                <c:pt idx="22149">
                  <c:v>0.25635416666773381</c:v>
                </c:pt>
                <c:pt idx="22150">
                  <c:v>0.2563657407372375</c:v>
                </c:pt>
                <c:pt idx="22151">
                  <c:v>0.25637731481401715</c:v>
                </c:pt>
                <c:pt idx="22152">
                  <c:v>0.25638888888352085</c:v>
                </c:pt>
                <c:pt idx="22153">
                  <c:v>0.2564004629603005</c:v>
                </c:pt>
                <c:pt idx="22154">
                  <c:v>0.25641203703708015</c:v>
                </c:pt>
                <c:pt idx="22155">
                  <c:v>0.25642361110658385</c:v>
                </c:pt>
                <c:pt idx="22156">
                  <c:v>0.2564351851833635</c:v>
                </c:pt>
                <c:pt idx="22157">
                  <c:v>0.25644675926014315</c:v>
                </c:pt>
                <c:pt idx="22158">
                  <c:v>0.25645833332964685</c:v>
                </c:pt>
                <c:pt idx="22159">
                  <c:v>0.2564699074064265</c:v>
                </c:pt>
                <c:pt idx="22160">
                  <c:v>0.2564814814759302</c:v>
                </c:pt>
                <c:pt idx="22161">
                  <c:v>0.25649305555270985</c:v>
                </c:pt>
                <c:pt idx="22162">
                  <c:v>0.2565046296294895</c:v>
                </c:pt>
                <c:pt idx="22163">
                  <c:v>0.25651620369899319</c:v>
                </c:pt>
                <c:pt idx="22164">
                  <c:v>0.25652777777577285</c:v>
                </c:pt>
                <c:pt idx="22165">
                  <c:v>0.2565393518525525</c:v>
                </c:pt>
                <c:pt idx="22166">
                  <c:v>0.25655092592205619</c:v>
                </c:pt>
                <c:pt idx="22167">
                  <c:v>0.25656249999883585</c:v>
                </c:pt>
                <c:pt idx="22168">
                  <c:v>0.25657407406833954</c:v>
                </c:pt>
                <c:pt idx="22169">
                  <c:v>0.25658564814511919</c:v>
                </c:pt>
                <c:pt idx="22170">
                  <c:v>0.25659722222189885</c:v>
                </c:pt>
                <c:pt idx="22171">
                  <c:v>0.25660879629140254</c:v>
                </c:pt>
                <c:pt idx="22172">
                  <c:v>0.25662037036818219</c:v>
                </c:pt>
                <c:pt idx="22173">
                  <c:v>0.25663194444496185</c:v>
                </c:pt>
                <c:pt idx="22174">
                  <c:v>0.25664351851446554</c:v>
                </c:pt>
                <c:pt idx="22175">
                  <c:v>0.25665509259124519</c:v>
                </c:pt>
                <c:pt idx="22176">
                  <c:v>0.25666666666074889</c:v>
                </c:pt>
                <c:pt idx="22177">
                  <c:v>0.25667824073752854</c:v>
                </c:pt>
                <c:pt idx="22178">
                  <c:v>0.25668981481430819</c:v>
                </c:pt>
                <c:pt idx="22179">
                  <c:v>0.25670138888381189</c:v>
                </c:pt>
                <c:pt idx="22180">
                  <c:v>0.25671296296059154</c:v>
                </c:pt>
                <c:pt idx="22181">
                  <c:v>0.25672453703737119</c:v>
                </c:pt>
                <c:pt idx="22182">
                  <c:v>0.25673611110687489</c:v>
                </c:pt>
                <c:pt idx="22183">
                  <c:v>0.25674768518365454</c:v>
                </c:pt>
                <c:pt idx="22184">
                  <c:v>0.25675925926043419</c:v>
                </c:pt>
                <c:pt idx="22185">
                  <c:v>0.25677083332993789</c:v>
                </c:pt>
                <c:pt idx="22186">
                  <c:v>0.25678240740671754</c:v>
                </c:pt>
                <c:pt idx="22187">
                  <c:v>0.25679398147622123</c:v>
                </c:pt>
                <c:pt idx="22188">
                  <c:v>0.25680555555300089</c:v>
                </c:pt>
                <c:pt idx="22189">
                  <c:v>0.25681712962978054</c:v>
                </c:pt>
                <c:pt idx="22190">
                  <c:v>0.25682870369928423</c:v>
                </c:pt>
                <c:pt idx="22191">
                  <c:v>0.25684027777606389</c:v>
                </c:pt>
                <c:pt idx="22192">
                  <c:v>0.25685185185284354</c:v>
                </c:pt>
                <c:pt idx="22193">
                  <c:v>0.25686342592234723</c:v>
                </c:pt>
                <c:pt idx="22194">
                  <c:v>0.25687499999912689</c:v>
                </c:pt>
                <c:pt idx="22195">
                  <c:v>0.25688657406863058</c:v>
                </c:pt>
                <c:pt idx="22196">
                  <c:v>0.25689814814541023</c:v>
                </c:pt>
                <c:pt idx="22197">
                  <c:v>0.25690972222218988</c:v>
                </c:pt>
                <c:pt idx="22198">
                  <c:v>0.25692129629169358</c:v>
                </c:pt>
                <c:pt idx="22199">
                  <c:v>0.25693287036847323</c:v>
                </c:pt>
                <c:pt idx="22200">
                  <c:v>0.25694444444525288</c:v>
                </c:pt>
                <c:pt idx="22201">
                  <c:v>0.25695601851475658</c:v>
                </c:pt>
                <c:pt idx="22202">
                  <c:v>0.25696759259153623</c:v>
                </c:pt>
                <c:pt idx="22203">
                  <c:v>0.25697916666103993</c:v>
                </c:pt>
                <c:pt idx="22204">
                  <c:v>0.25699074073781958</c:v>
                </c:pt>
                <c:pt idx="22205">
                  <c:v>0.25700231481459923</c:v>
                </c:pt>
                <c:pt idx="22206">
                  <c:v>0.25701388888410293</c:v>
                </c:pt>
                <c:pt idx="22207">
                  <c:v>0.25702546296088258</c:v>
                </c:pt>
                <c:pt idx="22208">
                  <c:v>0.25703703703766223</c:v>
                </c:pt>
                <c:pt idx="22209">
                  <c:v>0.25704861110716593</c:v>
                </c:pt>
                <c:pt idx="22210">
                  <c:v>0.25706018518394558</c:v>
                </c:pt>
                <c:pt idx="22211">
                  <c:v>0.25707175925344927</c:v>
                </c:pt>
                <c:pt idx="22212">
                  <c:v>0.25708333333022892</c:v>
                </c:pt>
                <c:pt idx="22213">
                  <c:v>0.25709490740700858</c:v>
                </c:pt>
                <c:pt idx="22214">
                  <c:v>0.25710648147651227</c:v>
                </c:pt>
                <c:pt idx="22215">
                  <c:v>0.25711805555329192</c:v>
                </c:pt>
                <c:pt idx="22216">
                  <c:v>0.25712962963007158</c:v>
                </c:pt>
                <c:pt idx="22217">
                  <c:v>0.25714120369957527</c:v>
                </c:pt>
                <c:pt idx="22218">
                  <c:v>0.25715277777635492</c:v>
                </c:pt>
                <c:pt idx="22219">
                  <c:v>0.25716435185313458</c:v>
                </c:pt>
                <c:pt idx="22220">
                  <c:v>0.25717592592263827</c:v>
                </c:pt>
                <c:pt idx="22221">
                  <c:v>0.25718749999941792</c:v>
                </c:pt>
                <c:pt idx="22222">
                  <c:v>0.25719907406892162</c:v>
                </c:pt>
                <c:pt idx="22223">
                  <c:v>0.25721064814570127</c:v>
                </c:pt>
                <c:pt idx="22224">
                  <c:v>0.25722222222248092</c:v>
                </c:pt>
                <c:pt idx="22225">
                  <c:v>0.25723379629198462</c:v>
                </c:pt>
                <c:pt idx="22226">
                  <c:v>0.25724537036876427</c:v>
                </c:pt>
                <c:pt idx="22227">
                  <c:v>0.25725694444554392</c:v>
                </c:pt>
                <c:pt idx="22228">
                  <c:v>0.25726851851504762</c:v>
                </c:pt>
                <c:pt idx="22229">
                  <c:v>0.25728009259182727</c:v>
                </c:pt>
                <c:pt idx="22230">
                  <c:v>0.25729166666133096</c:v>
                </c:pt>
                <c:pt idx="22231">
                  <c:v>0.25730324073811062</c:v>
                </c:pt>
                <c:pt idx="22232">
                  <c:v>0.25731481481489027</c:v>
                </c:pt>
                <c:pt idx="22233">
                  <c:v>0.25732638888439396</c:v>
                </c:pt>
                <c:pt idx="22234">
                  <c:v>0.25733796296117362</c:v>
                </c:pt>
                <c:pt idx="22235">
                  <c:v>0.25734953703795327</c:v>
                </c:pt>
                <c:pt idx="22236">
                  <c:v>0.25736111110745696</c:v>
                </c:pt>
                <c:pt idx="22237">
                  <c:v>0.25737268518423662</c:v>
                </c:pt>
                <c:pt idx="22238">
                  <c:v>0.25738425925374031</c:v>
                </c:pt>
                <c:pt idx="22239">
                  <c:v>0.25739583333051996</c:v>
                </c:pt>
                <c:pt idx="22240">
                  <c:v>0.25740740740729962</c:v>
                </c:pt>
                <c:pt idx="22241">
                  <c:v>0.25741898147680331</c:v>
                </c:pt>
                <c:pt idx="22242">
                  <c:v>0.25743055555358296</c:v>
                </c:pt>
                <c:pt idx="22243">
                  <c:v>0.25744212963036261</c:v>
                </c:pt>
                <c:pt idx="22244">
                  <c:v>0.25745370369986631</c:v>
                </c:pt>
                <c:pt idx="22245">
                  <c:v>0.25746527777664596</c:v>
                </c:pt>
                <c:pt idx="22246">
                  <c:v>0.25747685184614966</c:v>
                </c:pt>
                <c:pt idx="22247">
                  <c:v>0.25748842592292931</c:v>
                </c:pt>
                <c:pt idx="22248">
                  <c:v>0.25749999999970896</c:v>
                </c:pt>
                <c:pt idx="22249">
                  <c:v>0.25751157406921266</c:v>
                </c:pt>
                <c:pt idx="22250">
                  <c:v>0.25752314814599231</c:v>
                </c:pt>
                <c:pt idx="22251">
                  <c:v>0.25753472222277196</c:v>
                </c:pt>
                <c:pt idx="22252">
                  <c:v>0.25754629629227566</c:v>
                </c:pt>
                <c:pt idx="22253">
                  <c:v>0.25755787036905531</c:v>
                </c:pt>
                <c:pt idx="22254">
                  <c:v>0.257569444438559</c:v>
                </c:pt>
                <c:pt idx="22255">
                  <c:v>0.25758101851533866</c:v>
                </c:pt>
                <c:pt idx="22256">
                  <c:v>0.25759259259211831</c:v>
                </c:pt>
                <c:pt idx="22257">
                  <c:v>0.257604166661622</c:v>
                </c:pt>
                <c:pt idx="22258">
                  <c:v>0.25761574073840166</c:v>
                </c:pt>
                <c:pt idx="22259">
                  <c:v>0.25762731481518131</c:v>
                </c:pt>
                <c:pt idx="22260">
                  <c:v>0.257638888884685</c:v>
                </c:pt>
                <c:pt idx="22261">
                  <c:v>0.25765046296146465</c:v>
                </c:pt>
                <c:pt idx="22262">
                  <c:v>0.25766203703824431</c:v>
                </c:pt>
                <c:pt idx="22263">
                  <c:v>0.257673611107748</c:v>
                </c:pt>
                <c:pt idx="22264">
                  <c:v>0.25768518518452765</c:v>
                </c:pt>
                <c:pt idx="22265">
                  <c:v>0.25769675925403135</c:v>
                </c:pt>
                <c:pt idx="22266">
                  <c:v>0.257708333330811</c:v>
                </c:pt>
                <c:pt idx="22267">
                  <c:v>0.25771990740759065</c:v>
                </c:pt>
                <c:pt idx="22268">
                  <c:v>0.25773148147709435</c:v>
                </c:pt>
                <c:pt idx="22269">
                  <c:v>0.257743055553874</c:v>
                </c:pt>
                <c:pt idx="22270">
                  <c:v>0.25775462963065365</c:v>
                </c:pt>
                <c:pt idx="22271">
                  <c:v>0.25776620370015735</c:v>
                </c:pt>
                <c:pt idx="22272">
                  <c:v>0.257777777776937</c:v>
                </c:pt>
                <c:pt idx="22273">
                  <c:v>0.2577893518464407</c:v>
                </c:pt>
                <c:pt idx="22274">
                  <c:v>0.25780092592322035</c:v>
                </c:pt>
                <c:pt idx="22275">
                  <c:v>0.2578125</c:v>
                </c:pt>
                <c:pt idx="22276">
                  <c:v>0.25782407406950369</c:v>
                </c:pt>
                <c:pt idx="22277">
                  <c:v>0.25783564814628335</c:v>
                </c:pt>
                <c:pt idx="22278">
                  <c:v>0.257847222223063</c:v>
                </c:pt>
                <c:pt idx="22279">
                  <c:v>0.25785879629256669</c:v>
                </c:pt>
                <c:pt idx="22280">
                  <c:v>0.25787037036934635</c:v>
                </c:pt>
                <c:pt idx="22281">
                  <c:v>0.25788194443885004</c:v>
                </c:pt>
                <c:pt idx="22282">
                  <c:v>0.25789351851562969</c:v>
                </c:pt>
                <c:pt idx="22283">
                  <c:v>0.25790509259240935</c:v>
                </c:pt>
                <c:pt idx="22284">
                  <c:v>0.25791666666191304</c:v>
                </c:pt>
                <c:pt idx="22285">
                  <c:v>0.25792824073869269</c:v>
                </c:pt>
                <c:pt idx="22286">
                  <c:v>0.25793981481547235</c:v>
                </c:pt>
                <c:pt idx="22287">
                  <c:v>0.25795138888497604</c:v>
                </c:pt>
                <c:pt idx="22288">
                  <c:v>0.25796296296175569</c:v>
                </c:pt>
                <c:pt idx="22289">
                  <c:v>0.25797453703125939</c:v>
                </c:pt>
                <c:pt idx="22290">
                  <c:v>0.25798611110803904</c:v>
                </c:pt>
                <c:pt idx="22291">
                  <c:v>0.25799768518481869</c:v>
                </c:pt>
                <c:pt idx="22292">
                  <c:v>0.25800925925432239</c:v>
                </c:pt>
                <c:pt idx="22293">
                  <c:v>0.25802083333110204</c:v>
                </c:pt>
                <c:pt idx="22294">
                  <c:v>0.25803240740788169</c:v>
                </c:pt>
                <c:pt idx="22295">
                  <c:v>0.25804398147738539</c:v>
                </c:pt>
                <c:pt idx="22296">
                  <c:v>0.25805555555416504</c:v>
                </c:pt>
                <c:pt idx="22297">
                  <c:v>0.25806712963094469</c:v>
                </c:pt>
                <c:pt idx="22298">
                  <c:v>0.25807870370044839</c:v>
                </c:pt>
                <c:pt idx="22299">
                  <c:v>0.25809027777722804</c:v>
                </c:pt>
                <c:pt idx="22300">
                  <c:v>0.25810185184673173</c:v>
                </c:pt>
                <c:pt idx="22301">
                  <c:v>0.25811342592351139</c:v>
                </c:pt>
                <c:pt idx="22302">
                  <c:v>0.25812500000029104</c:v>
                </c:pt>
                <c:pt idx="22303">
                  <c:v>0.25813657406979473</c:v>
                </c:pt>
                <c:pt idx="22304">
                  <c:v>0.25814814814657439</c:v>
                </c:pt>
                <c:pt idx="22305">
                  <c:v>0.25815972222335404</c:v>
                </c:pt>
                <c:pt idx="22306">
                  <c:v>0.25817129629285773</c:v>
                </c:pt>
                <c:pt idx="22307">
                  <c:v>0.25818287036963739</c:v>
                </c:pt>
                <c:pt idx="22308">
                  <c:v>0.25819444443914108</c:v>
                </c:pt>
                <c:pt idx="22309">
                  <c:v>0.25820601851592073</c:v>
                </c:pt>
                <c:pt idx="22310">
                  <c:v>0.25821759259270038</c:v>
                </c:pt>
                <c:pt idx="22311">
                  <c:v>0.25822916666220408</c:v>
                </c:pt>
                <c:pt idx="22312">
                  <c:v>0.25824074073898373</c:v>
                </c:pt>
                <c:pt idx="22313">
                  <c:v>0.25825231481576338</c:v>
                </c:pt>
                <c:pt idx="22314">
                  <c:v>0.25826388888526708</c:v>
                </c:pt>
                <c:pt idx="22315">
                  <c:v>0.25827546296204673</c:v>
                </c:pt>
                <c:pt idx="22316">
                  <c:v>0.25828703703155043</c:v>
                </c:pt>
                <c:pt idx="22317">
                  <c:v>0.25829861110833008</c:v>
                </c:pt>
                <c:pt idx="22318">
                  <c:v>0.25831018518510973</c:v>
                </c:pt>
                <c:pt idx="22319">
                  <c:v>0.25832175925461343</c:v>
                </c:pt>
                <c:pt idx="22320">
                  <c:v>0.25833333333139308</c:v>
                </c:pt>
                <c:pt idx="22321">
                  <c:v>0.25834490740817273</c:v>
                </c:pt>
                <c:pt idx="22322">
                  <c:v>0.25835648147767643</c:v>
                </c:pt>
                <c:pt idx="22323">
                  <c:v>0.25836805555445608</c:v>
                </c:pt>
                <c:pt idx="22324">
                  <c:v>0.25837962962395977</c:v>
                </c:pt>
                <c:pt idx="22325">
                  <c:v>0.25839120370073942</c:v>
                </c:pt>
                <c:pt idx="22326">
                  <c:v>0.25840277777751908</c:v>
                </c:pt>
                <c:pt idx="22327">
                  <c:v>0.25841435184702277</c:v>
                </c:pt>
                <c:pt idx="22328">
                  <c:v>0.25842592592380242</c:v>
                </c:pt>
                <c:pt idx="22329">
                  <c:v>0.25843750000058208</c:v>
                </c:pt>
                <c:pt idx="22330">
                  <c:v>0.25844907407008577</c:v>
                </c:pt>
                <c:pt idx="22331">
                  <c:v>0.25846064814686542</c:v>
                </c:pt>
                <c:pt idx="22332">
                  <c:v>0.25847222221636912</c:v>
                </c:pt>
                <c:pt idx="22333">
                  <c:v>0.25848379629314877</c:v>
                </c:pt>
                <c:pt idx="22334">
                  <c:v>0.25849537036992842</c:v>
                </c:pt>
                <c:pt idx="22335">
                  <c:v>0.25850694443943212</c:v>
                </c:pt>
                <c:pt idx="22336">
                  <c:v>0.25851851851621177</c:v>
                </c:pt>
                <c:pt idx="22337">
                  <c:v>0.25853009259299142</c:v>
                </c:pt>
                <c:pt idx="22338">
                  <c:v>0.25854166666249512</c:v>
                </c:pt>
                <c:pt idx="22339">
                  <c:v>0.25855324073927477</c:v>
                </c:pt>
                <c:pt idx="22340">
                  <c:v>0.25856481481605442</c:v>
                </c:pt>
                <c:pt idx="22341">
                  <c:v>0.25857638888555812</c:v>
                </c:pt>
                <c:pt idx="22342">
                  <c:v>0.25858796296233777</c:v>
                </c:pt>
                <c:pt idx="22343">
                  <c:v>0.25859953703184146</c:v>
                </c:pt>
                <c:pt idx="22344">
                  <c:v>0.25861111110862112</c:v>
                </c:pt>
                <c:pt idx="22345">
                  <c:v>0.25862268518540077</c:v>
                </c:pt>
                <c:pt idx="22346">
                  <c:v>0.25863425925490446</c:v>
                </c:pt>
                <c:pt idx="22347">
                  <c:v>0.25864583333168412</c:v>
                </c:pt>
                <c:pt idx="22348">
                  <c:v>0.25865740740846377</c:v>
                </c:pt>
                <c:pt idx="22349">
                  <c:v>0.25866898147796746</c:v>
                </c:pt>
                <c:pt idx="22350">
                  <c:v>0.25868055555474712</c:v>
                </c:pt>
                <c:pt idx="22351">
                  <c:v>0.25869212962425081</c:v>
                </c:pt>
                <c:pt idx="22352">
                  <c:v>0.25870370370103046</c:v>
                </c:pt>
                <c:pt idx="22353">
                  <c:v>0.25871527777781012</c:v>
                </c:pt>
                <c:pt idx="22354">
                  <c:v>0.25872685184731381</c:v>
                </c:pt>
                <c:pt idx="22355">
                  <c:v>0.25873842592409346</c:v>
                </c:pt>
                <c:pt idx="22356">
                  <c:v>0.25875000000087311</c:v>
                </c:pt>
                <c:pt idx="22357">
                  <c:v>0.25876157407037681</c:v>
                </c:pt>
                <c:pt idx="22358">
                  <c:v>0.25877314814715646</c:v>
                </c:pt>
                <c:pt idx="22359">
                  <c:v>0.25878472221666016</c:v>
                </c:pt>
                <c:pt idx="22360">
                  <c:v>0.25879629629343981</c:v>
                </c:pt>
                <c:pt idx="22361">
                  <c:v>0.25880787037021946</c:v>
                </c:pt>
                <c:pt idx="22362">
                  <c:v>0.25881944443972316</c:v>
                </c:pt>
                <c:pt idx="22363">
                  <c:v>0.25883101851650281</c:v>
                </c:pt>
                <c:pt idx="22364">
                  <c:v>0.25884259259328246</c:v>
                </c:pt>
                <c:pt idx="22365">
                  <c:v>0.25885416666278616</c:v>
                </c:pt>
                <c:pt idx="22366">
                  <c:v>0.25886574073956581</c:v>
                </c:pt>
                <c:pt idx="22367">
                  <c:v>0.2588773148090695</c:v>
                </c:pt>
                <c:pt idx="22368">
                  <c:v>0.25888888888584916</c:v>
                </c:pt>
                <c:pt idx="22369">
                  <c:v>0.25890046296262881</c:v>
                </c:pt>
                <c:pt idx="22370">
                  <c:v>0.2589120370321325</c:v>
                </c:pt>
                <c:pt idx="22371">
                  <c:v>0.25892361110891216</c:v>
                </c:pt>
                <c:pt idx="22372">
                  <c:v>0.25893518518569181</c:v>
                </c:pt>
                <c:pt idx="22373">
                  <c:v>0.2589467592551955</c:v>
                </c:pt>
                <c:pt idx="22374">
                  <c:v>0.25895833333197515</c:v>
                </c:pt>
                <c:pt idx="22375">
                  <c:v>0.25896990740147885</c:v>
                </c:pt>
                <c:pt idx="22376">
                  <c:v>0.2589814814782585</c:v>
                </c:pt>
                <c:pt idx="22377">
                  <c:v>0.25899305555503815</c:v>
                </c:pt>
                <c:pt idx="22378">
                  <c:v>0.25900462962454185</c:v>
                </c:pt>
                <c:pt idx="22379">
                  <c:v>0.2590162037013215</c:v>
                </c:pt>
                <c:pt idx="22380">
                  <c:v>0.25902777777810115</c:v>
                </c:pt>
                <c:pt idx="22381">
                  <c:v>0.25903935184760485</c:v>
                </c:pt>
                <c:pt idx="22382">
                  <c:v>0.2590509259243845</c:v>
                </c:pt>
                <c:pt idx="22383">
                  <c:v>0.25906250000116415</c:v>
                </c:pt>
                <c:pt idx="22384">
                  <c:v>0.25907407407066785</c:v>
                </c:pt>
                <c:pt idx="22385">
                  <c:v>0.2590856481474475</c:v>
                </c:pt>
                <c:pt idx="22386">
                  <c:v>0.2590972222169512</c:v>
                </c:pt>
                <c:pt idx="22387">
                  <c:v>0.25910879629373085</c:v>
                </c:pt>
                <c:pt idx="22388">
                  <c:v>0.2591203703705105</c:v>
                </c:pt>
                <c:pt idx="22389">
                  <c:v>0.25913194444001419</c:v>
                </c:pt>
                <c:pt idx="22390">
                  <c:v>0.25914351851679385</c:v>
                </c:pt>
                <c:pt idx="22391">
                  <c:v>0.2591550925935735</c:v>
                </c:pt>
                <c:pt idx="22392">
                  <c:v>0.25916666666307719</c:v>
                </c:pt>
                <c:pt idx="22393">
                  <c:v>0.25917824073985685</c:v>
                </c:pt>
                <c:pt idx="22394">
                  <c:v>0.25918981480936054</c:v>
                </c:pt>
                <c:pt idx="22395">
                  <c:v>0.25920138888614019</c:v>
                </c:pt>
                <c:pt idx="22396">
                  <c:v>0.25921296296291985</c:v>
                </c:pt>
                <c:pt idx="22397">
                  <c:v>0.25922453703242354</c:v>
                </c:pt>
                <c:pt idx="22398">
                  <c:v>0.25923611110920319</c:v>
                </c:pt>
                <c:pt idx="22399">
                  <c:v>0.25924768518598285</c:v>
                </c:pt>
                <c:pt idx="22400">
                  <c:v>0.25925925925548654</c:v>
                </c:pt>
                <c:pt idx="22401">
                  <c:v>0.25927083333226619</c:v>
                </c:pt>
                <c:pt idx="22402">
                  <c:v>0.25928240740176989</c:v>
                </c:pt>
                <c:pt idx="22403">
                  <c:v>0.25929398147854954</c:v>
                </c:pt>
                <c:pt idx="22404">
                  <c:v>0.25930555555532919</c:v>
                </c:pt>
                <c:pt idx="22405">
                  <c:v>0.25931712962483289</c:v>
                </c:pt>
                <c:pt idx="22406">
                  <c:v>0.25932870370161254</c:v>
                </c:pt>
                <c:pt idx="22407">
                  <c:v>0.25934027777839219</c:v>
                </c:pt>
                <c:pt idx="22408">
                  <c:v>0.25935185184789589</c:v>
                </c:pt>
                <c:pt idx="22409">
                  <c:v>0.25936342592467554</c:v>
                </c:pt>
                <c:pt idx="22410">
                  <c:v>0.25937499999417923</c:v>
                </c:pt>
                <c:pt idx="22411">
                  <c:v>0.25938657407095889</c:v>
                </c:pt>
                <c:pt idx="22412">
                  <c:v>0.25939814814773854</c:v>
                </c:pt>
                <c:pt idx="22413">
                  <c:v>0.25940972221724223</c:v>
                </c:pt>
                <c:pt idx="22414">
                  <c:v>0.25942129629402189</c:v>
                </c:pt>
                <c:pt idx="22415">
                  <c:v>0.25943287037080154</c:v>
                </c:pt>
                <c:pt idx="22416">
                  <c:v>0.25944444444030523</c:v>
                </c:pt>
                <c:pt idx="22417">
                  <c:v>0.25945601851708489</c:v>
                </c:pt>
                <c:pt idx="22418">
                  <c:v>0.25946759259386454</c:v>
                </c:pt>
                <c:pt idx="22419">
                  <c:v>0.25947916666336823</c:v>
                </c:pt>
                <c:pt idx="22420">
                  <c:v>0.25949074074014788</c:v>
                </c:pt>
                <c:pt idx="22421">
                  <c:v>0.25950231480965158</c:v>
                </c:pt>
                <c:pt idx="22422">
                  <c:v>0.25951388888643123</c:v>
                </c:pt>
                <c:pt idx="22423">
                  <c:v>0.25952546296321088</c:v>
                </c:pt>
                <c:pt idx="22424">
                  <c:v>0.25953703703271458</c:v>
                </c:pt>
                <c:pt idx="22425">
                  <c:v>0.25954861110949423</c:v>
                </c:pt>
                <c:pt idx="22426">
                  <c:v>0.25956018518627388</c:v>
                </c:pt>
                <c:pt idx="22427">
                  <c:v>0.25957175925577758</c:v>
                </c:pt>
                <c:pt idx="22428">
                  <c:v>0.25958333333255723</c:v>
                </c:pt>
                <c:pt idx="22429">
                  <c:v>0.25959490740206093</c:v>
                </c:pt>
                <c:pt idx="22430">
                  <c:v>0.25960648147884058</c:v>
                </c:pt>
                <c:pt idx="22431">
                  <c:v>0.25961805555562023</c:v>
                </c:pt>
                <c:pt idx="22432">
                  <c:v>0.25962962962512393</c:v>
                </c:pt>
                <c:pt idx="22433">
                  <c:v>0.25964120370190358</c:v>
                </c:pt>
                <c:pt idx="22434">
                  <c:v>0.25965277777868323</c:v>
                </c:pt>
                <c:pt idx="22435">
                  <c:v>0.25966435184818693</c:v>
                </c:pt>
                <c:pt idx="22436">
                  <c:v>0.25967592592496658</c:v>
                </c:pt>
                <c:pt idx="22437">
                  <c:v>0.25968749999447027</c:v>
                </c:pt>
                <c:pt idx="22438">
                  <c:v>0.25969907407124992</c:v>
                </c:pt>
                <c:pt idx="22439">
                  <c:v>0.25971064814802958</c:v>
                </c:pt>
                <c:pt idx="22440">
                  <c:v>0.25972222221753327</c:v>
                </c:pt>
                <c:pt idx="22441">
                  <c:v>0.25973379629431292</c:v>
                </c:pt>
                <c:pt idx="22442">
                  <c:v>0.25974537037109258</c:v>
                </c:pt>
                <c:pt idx="22443">
                  <c:v>0.25975694444059627</c:v>
                </c:pt>
                <c:pt idx="22444">
                  <c:v>0.25976851851737592</c:v>
                </c:pt>
                <c:pt idx="22445">
                  <c:v>0.25978009258687962</c:v>
                </c:pt>
                <c:pt idx="22446">
                  <c:v>0.25979166666365927</c:v>
                </c:pt>
                <c:pt idx="22447">
                  <c:v>0.25980324074043892</c:v>
                </c:pt>
                <c:pt idx="22448">
                  <c:v>0.25981481480994262</c:v>
                </c:pt>
                <c:pt idx="22449">
                  <c:v>0.25982638888672227</c:v>
                </c:pt>
                <c:pt idx="22450">
                  <c:v>0.25983796296350192</c:v>
                </c:pt>
                <c:pt idx="22451">
                  <c:v>0.25984953703300562</c:v>
                </c:pt>
                <c:pt idx="22452">
                  <c:v>0.25986111110978527</c:v>
                </c:pt>
                <c:pt idx="22453">
                  <c:v>0.25987268517928896</c:v>
                </c:pt>
                <c:pt idx="22454">
                  <c:v>0.25988425925606862</c:v>
                </c:pt>
                <c:pt idx="22455">
                  <c:v>0.25989583333284827</c:v>
                </c:pt>
                <c:pt idx="22456">
                  <c:v>0.25990740740235196</c:v>
                </c:pt>
                <c:pt idx="22457">
                  <c:v>0.25991898147913162</c:v>
                </c:pt>
                <c:pt idx="22458">
                  <c:v>0.25993055555591127</c:v>
                </c:pt>
                <c:pt idx="22459">
                  <c:v>0.25994212962541496</c:v>
                </c:pt>
                <c:pt idx="22460">
                  <c:v>0.25995370370219462</c:v>
                </c:pt>
                <c:pt idx="22461">
                  <c:v>0.25996527777897427</c:v>
                </c:pt>
                <c:pt idx="22462">
                  <c:v>0.25997685184847796</c:v>
                </c:pt>
                <c:pt idx="22463">
                  <c:v>0.25998842592525762</c:v>
                </c:pt>
                <c:pt idx="22464">
                  <c:v>0.25999999999476131</c:v>
                </c:pt>
                <c:pt idx="22465">
                  <c:v>0.26001157407154096</c:v>
                </c:pt>
                <c:pt idx="22466">
                  <c:v>0.26002314814832062</c:v>
                </c:pt>
                <c:pt idx="22467">
                  <c:v>0.26003472221782431</c:v>
                </c:pt>
                <c:pt idx="22468">
                  <c:v>0.26004629629460396</c:v>
                </c:pt>
                <c:pt idx="22469">
                  <c:v>0.26005787037138361</c:v>
                </c:pt>
                <c:pt idx="22470">
                  <c:v>0.26006944444088731</c:v>
                </c:pt>
                <c:pt idx="22471">
                  <c:v>0.26008101851766696</c:v>
                </c:pt>
                <c:pt idx="22472">
                  <c:v>0.26009259258717066</c:v>
                </c:pt>
                <c:pt idx="22473">
                  <c:v>0.26010416666395031</c:v>
                </c:pt>
                <c:pt idx="22474">
                  <c:v>0.26011574074072996</c:v>
                </c:pt>
                <c:pt idx="22475">
                  <c:v>0.26012731481023366</c:v>
                </c:pt>
                <c:pt idx="22476">
                  <c:v>0.26013888888701331</c:v>
                </c:pt>
                <c:pt idx="22477">
                  <c:v>0.26015046296379296</c:v>
                </c:pt>
                <c:pt idx="22478">
                  <c:v>0.26016203703329666</c:v>
                </c:pt>
                <c:pt idx="22479">
                  <c:v>0.26017361111007631</c:v>
                </c:pt>
                <c:pt idx="22480">
                  <c:v>0.26018518517958</c:v>
                </c:pt>
                <c:pt idx="22481">
                  <c:v>0.26019675925635966</c:v>
                </c:pt>
                <c:pt idx="22482">
                  <c:v>0.26020833333313931</c:v>
                </c:pt>
                <c:pt idx="22483">
                  <c:v>0.260219907402643</c:v>
                </c:pt>
                <c:pt idx="22484">
                  <c:v>0.26023148147942265</c:v>
                </c:pt>
                <c:pt idx="22485">
                  <c:v>0.26024305555620231</c:v>
                </c:pt>
                <c:pt idx="22486">
                  <c:v>0.260254629625706</c:v>
                </c:pt>
                <c:pt idx="22487">
                  <c:v>0.26026620370248565</c:v>
                </c:pt>
                <c:pt idx="22488">
                  <c:v>0.26027777777198935</c:v>
                </c:pt>
                <c:pt idx="22489">
                  <c:v>0.260289351848769</c:v>
                </c:pt>
                <c:pt idx="22490">
                  <c:v>0.26030092592554865</c:v>
                </c:pt>
                <c:pt idx="22491">
                  <c:v>0.26031249999505235</c:v>
                </c:pt>
                <c:pt idx="22492">
                  <c:v>0.260324074071832</c:v>
                </c:pt>
                <c:pt idx="22493">
                  <c:v>0.26033564814861165</c:v>
                </c:pt>
                <c:pt idx="22494">
                  <c:v>0.26034722221811535</c:v>
                </c:pt>
                <c:pt idx="22495">
                  <c:v>0.260358796294895</c:v>
                </c:pt>
                <c:pt idx="22496">
                  <c:v>0.26037037037167465</c:v>
                </c:pt>
                <c:pt idx="22497">
                  <c:v>0.26038194444117835</c:v>
                </c:pt>
                <c:pt idx="22498">
                  <c:v>0.260393518517958</c:v>
                </c:pt>
                <c:pt idx="22499">
                  <c:v>0.2604050925874617</c:v>
                </c:pt>
                <c:pt idx="22500">
                  <c:v>0.26041666666424135</c:v>
                </c:pt>
                <c:pt idx="22501">
                  <c:v>0.260428240741021</c:v>
                </c:pt>
                <c:pt idx="22502">
                  <c:v>0.26043981481052469</c:v>
                </c:pt>
                <c:pt idx="22503">
                  <c:v>0.26045138888730435</c:v>
                </c:pt>
                <c:pt idx="22504">
                  <c:v>0.260462962964084</c:v>
                </c:pt>
                <c:pt idx="22505">
                  <c:v>0.26047453703358769</c:v>
                </c:pt>
                <c:pt idx="22506">
                  <c:v>0.26048611111036735</c:v>
                </c:pt>
                <c:pt idx="22507">
                  <c:v>0.26049768517987104</c:v>
                </c:pt>
                <c:pt idx="22508">
                  <c:v>0.26050925925665069</c:v>
                </c:pt>
                <c:pt idx="22509">
                  <c:v>0.26052083333343035</c:v>
                </c:pt>
                <c:pt idx="22510">
                  <c:v>0.26053240740293404</c:v>
                </c:pt>
                <c:pt idx="22511">
                  <c:v>0.26054398147971369</c:v>
                </c:pt>
                <c:pt idx="22512">
                  <c:v>0.26055555555649335</c:v>
                </c:pt>
                <c:pt idx="22513">
                  <c:v>0.26056712962599704</c:v>
                </c:pt>
                <c:pt idx="22514">
                  <c:v>0.26057870370277669</c:v>
                </c:pt>
                <c:pt idx="22515">
                  <c:v>0.26059027777228039</c:v>
                </c:pt>
                <c:pt idx="22516">
                  <c:v>0.26060185184906004</c:v>
                </c:pt>
                <c:pt idx="22517">
                  <c:v>0.26061342592583969</c:v>
                </c:pt>
                <c:pt idx="22518">
                  <c:v>0.26062499999534339</c:v>
                </c:pt>
                <c:pt idx="22519">
                  <c:v>0.26063657407212304</c:v>
                </c:pt>
                <c:pt idx="22520">
                  <c:v>0.26064814814890269</c:v>
                </c:pt>
                <c:pt idx="22521">
                  <c:v>0.26065972221840639</c:v>
                </c:pt>
                <c:pt idx="22522">
                  <c:v>0.26067129629518604</c:v>
                </c:pt>
                <c:pt idx="22523">
                  <c:v>0.26068287036468973</c:v>
                </c:pt>
                <c:pt idx="22524">
                  <c:v>0.26069444444146939</c:v>
                </c:pt>
                <c:pt idx="22525">
                  <c:v>0.26070601851824904</c:v>
                </c:pt>
                <c:pt idx="22526">
                  <c:v>0.26071759258775273</c:v>
                </c:pt>
                <c:pt idx="22527">
                  <c:v>0.26072916666453239</c:v>
                </c:pt>
                <c:pt idx="22528">
                  <c:v>0.26074074074131204</c:v>
                </c:pt>
                <c:pt idx="22529">
                  <c:v>0.26075231481081573</c:v>
                </c:pt>
                <c:pt idx="22530">
                  <c:v>0.26076388888759539</c:v>
                </c:pt>
                <c:pt idx="22531">
                  <c:v>0.26077546295709908</c:v>
                </c:pt>
                <c:pt idx="22532">
                  <c:v>0.26078703703387873</c:v>
                </c:pt>
                <c:pt idx="22533">
                  <c:v>0.26079861111065838</c:v>
                </c:pt>
                <c:pt idx="22534">
                  <c:v>0.26081018518016208</c:v>
                </c:pt>
                <c:pt idx="22535">
                  <c:v>0.26082175925694173</c:v>
                </c:pt>
                <c:pt idx="22536">
                  <c:v>0.26083333333372138</c:v>
                </c:pt>
                <c:pt idx="22537">
                  <c:v>0.26084490740322508</c:v>
                </c:pt>
                <c:pt idx="22538">
                  <c:v>0.26085648148000473</c:v>
                </c:pt>
                <c:pt idx="22539">
                  <c:v>0.26086805555678438</c:v>
                </c:pt>
                <c:pt idx="22540">
                  <c:v>0.26087962962628808</c:v>
                </c:pt>
                <c:pt idx="22541">
                  <c:v>0.26089120370306773</c:v>
                </c:pt>
                <c:pt idx="22542">
                  <c:v>0.26090277777257143</c:v>
                </c:pt>
                <c:pt idx="22543">
                  <c:v>0.26091435184935108</c:v>
                </c:pt>
                <c:pt idx="22544">
                  <c:v>0.26092592592613073</c:v>
                </c:pt>
                <c:pt idx="22545">
                  <c:v>0.26093749999563443</c:v>
                </c:pt>
                <c:pt idx="22546">
                  <c:v>0.26094907407241408</c:v>
                </c:pt>
                <c:pt idx="22547">
                  <c:v>0.26096064814919373</c:v>
                </c:pt>
                <c:pt idx="22548">
                  <c:v>0.26097222221869742</c:v>
                </c:pt>
                <c:pt idx="22549">
                  <c:v>0.26098379629547708</c:v>
                </c:pt>
                <c:pt idx="22550">
                  <c:v>0.26099537036498077</c:v>
                </c:pt>
                <c:pt idx="22551">
                  <c:v>0.26100694444176042</c:v>
                </c:pt>
                <c:pt idx="22552">
                  <c:v>0.26101851851854008</c:v>
                </c:pt>
                <c:pt idx="22553">
                  <c:v>0.26103009258804377</c:v>
                </c:pt>
                <c:pt idx="22554">
                  <c:v>0.26104166666482342</c:v>
                </c:pt>
                <c:pt idx="22555">
                  <c:v>0.26105324074160308</c:v>
                </c:pt>
                <c:pt idx="22556">
                  <c:v>0.26106481481110677</c:v>
                </c:pt>
                <c:pt idx="22557">
                  <c:v>0.26107638888788642</c:v>
                </c:pt>
                <c:pt idx="22558">
                  <c:v>0.26108796295739012</c:v>
                </c:pt>
                <c:pt idx="22559">
                  <c:v>0.26109953703416977</c:v>
                </c:pt>
                <c:pt idx="22560">
                  <c:v>0.26111111111094942</c:v>
                </c:pt>
                <c:pt idx="22561">
                  <c:v>0.26112268518045312</c:v>
                </c:pt>
                <c:pt idx="22562">
                  <c:v>0.26113425925723277</c:v>
                </c:pt>
                <c:pt idx="22563">
                  <c:v>0.26114583333401242</c:v>
                </c:pt>
                <c:pt idx="22564">
                  <c:v>0.26115740740351612</c:v>
                </c:pt>
                <c:pt idx="22565">
                  <c:v>0.26116898148029577</c:v>
                </c:pt>
                <c:pt idx="22566">
                  <c:v>0.26118055554979946</c:v>
                </c:pt>
                <c:pt idx="22567">
                  <c:v>0.26119212962657912</c:v>
                </c:pt>
                <c:pt idx="22568">
                  <c:v>0.26120370370335877</c:v>
                </c:pt>
                <c:pt idx="22569">
                  <c:v>0.26121527777286246</c:v>
                </c:pt>
                <c:pt idx="22570">
                  <c:v>0.26122685184964212</c:v>
                </c:pt>
                <c:pt idx="22571">
                  <c:v>0.26123842592642177</c:v>
                </c:pt>
                <c:pt idx="22572">
                  <c:v>0.26124999999592546</c:v>
                </c:pt>
                <c:pt idx="22573">
                  <c:v>0.26126157407270512</c:v>
                </c:pt>
                <c:pt idx="22574">
                  <c:v>0.26127314814948477</c:v>
                </c:pt>
                <c:pt idx="22575">
                  <c:v>0.26128472221898846</c:v>
                </c:pt>
                <c:pt idx="22576">
                  <c:v>0.26129629629576812</c:v>
                </c:pt>
                <c:pt idx="22577">
                  <c:v>0.26130787036527181</c:v>
                </c:pt>
                <c:pt idx="22578">
                  <c:v>0.26131944444205146</c:v>
                </c:pt>
                <c:pt idx="22579">
                  <c:v>0.26133101851883112</c:v>
                </c:pt>
                <c:pt idx="22580">
                  <c:v>0.26134259258833481</c:v>
                </c:pt>
                <c:pt idx="22581">
                  <c:v>0.26135416666511446</c:v>
                </c:pt>
                <c:pt idx="22582">
                  <c:v>0.26136574074189411</c:v>
                </c:pt>
                <c:pt idx="22583">
                  <c:v>0.26137731481139781</c:v>
                </c:pt>
                <c:pt idx="22584">
                  <c:v>0.26138888888817746</c:v>
                </c:pt>
                <c:pt idx="22585">
                  <c:v>0.26140046295768116</c:v>
                </c:pt>
                <c:pt idx="22586">
                  <c:v>0.26141203703446081</c:v>
                </c:pt>
                <c:pt idx="22587">
                  <c:v>0.26142361111124046</c:v>
                </c:pt>
                <c:pt idx="22588">
                  <c:v>0.26143518518074416</c:v>
                </c:pt>
                <c:pt idx="22589">
                  <c:v>0.26144675925752381</c:v>
                </c:pt>
                <c:pt idx="22590">
                  <c:v>0.26145833333430346</c:v>
                </c:pt>
                <c:pt idx="22591">
                  <c:v>0.26146990740380716</c:v>
                </c:pt>
                <c:pt idx="22592">
                  <c:v>0.26148148148058681</c:v>
                </c:pt>
                <c:pt idx="22593">
                  <c:v>0.2614930555500905</c:v>
                </c:pt>
                <c:pt idx="22594">
                  <c:v>0.26150462962687016</c:v>
                </c:pt>
                <c:pt idx="22595">
                  <c:v>0.26151620370364981</c:v>
                </c:pt>
                <c:pt idx="22596">
                  <c:v>0.2615277777731535</c:v>
                </c:pt>
                <c:pt idx="22597">
                  <c:v>0.26153935184993315</c:v>
                </c:pt>
                <c:pt idx="22598">
                  <c:v>0.26155092592671281</c:v>
                </c:pt>
                <c:pt idx="22599">
                  <c:v>0.2615624999962165</c:v>
                </c:pt>
                <c:pt idx="22600">
                  <c:v>0.26157407407299615</c:v>
                </c:pt>
                <c:pt idx="22601">
                  <c:v>0.26158564814249985</c:v>
                </c:pt>
                <c:pt idx="22602">
                  <c:v>0.2615972222192795</c:v>
                </c:pt>
                <c:pt idx="22603">
                  <c:v>0.26160879629605915</c:v>
                </c:pt>
                <c:pt idx="22604">
                  <c:v>0.26162037036556285</c:v>
                </c:pt>
                <c:pt idx="22605">
                  <c:v>0.2616319444423425</c:v>
                </c:pt>
                <c:pt idx="22606">
                  <c:v>0.26164351851912215</c:v>
                </c:pt>
                <c:pt idx="22607">
                  <c:v>0.26165509258862585</c:v>
                </c:pt>
                <c:pt idx="22608">
                  <c:v>0.2616666666654055</c:v>
                </c:pt>
                <c:pt idx="22609">
                  <c:v>0.2616782407349092</c:v>
                </c:pt>
                <c:pt idx="22610">
                  <c:v>0.26168981481168885</c:v>
                </c:pt>
                <c:pt idx="22611">
                  <c:v>0.2617013888884685</c:v>
                </c:pt>
                <c:pt idx="22612">
                  <c:v>0.26171296295797219</c:v>
                </c:pt>
                <c:pt idx="22613">
                  <c:v>0.26172453703475185</c:v>
                </c:pt>
                <c:pt idx="22614">
                  <c:v>0.2617361111115315</c:v>
                </c:pt>
                <c:pt idx="22615">
                  <c:v>0.26174768518103519</c:v>
                </c:pt>
                <c:pt idx="22616">
                  <c:v>0.26175925925781485</c:v>
                </c:pt>
                <c:pt idx="22617">
                  <c:v>0.2617708333345945</c:v>
                </c:pt>
                <c:pt idx="22618">
                  <c:v>0.26178240740409819</c:v>
                </c:pt>
                <c:pt idx="22619">
                  <c:v>0.26179398148087785</c:v>
                </c:pt>
                <c:pt idx="22620">
                  <c:v>0.26180555555038154</c:v>
                </c:pt>
                <c:pt idx="22621">
                  <c:v>0.26181712962716119</c:v>
                </c:pt>
                <c:pt idx="22622">
                  <c:v>0.26182870370394085</c:v>
                </c:pt>
                <c:pt idx="22623">
                  <c:v>0.26184027777344454</c:v>
                </c:pt>
                <c:pt idx="22624">
                  <c:v>0.26185185185022419</c:v>
                </c:pt>
                <c:pt idx="22625">
                  <c:v>0.26186342592700385</c:v>
                </c:pt>
                <c:pt idx="22626">
                  <c:v>0.26187499999650754</c:v>
                </c:pt>
                <c:pt idx="22627">
                  <c:v>0.26188657407328719</c:v>
                </c:pt>
                <c:pt idx="22628">
                  <c:v>0.26189814814279089</c:v>
                </c:pt>
                <c:pt idx="22629">
                  <c:v>0.26190972221957054</c:v>
                </c:pt>
                <c:pt idx="22630">
                  <c:v>0.26192129629635019</c:v>
                </c:pt>
                <c:pt idx="22631">
                  <c:v>0.26193287036585389</c:v>
                </c:pt>
                <c:pt idx="22632">
                  <c:v>0.26194444444263354</c:v>
                </c:pt>
                <c:pt idx="22633">
                  <c:v>0.26195601851941319</c:v>
                </c:pt>
                <c:pt idx="22634">
                  <c:v>0.26196759258891689</c:v>
                </c:pt>
                <c:pt idx="22635">
                  <c:v>0.26197916666569654</c:v>
                </c:pt>
                <c:pt idx="22636">
                  <c:v>0.26199074073520023</c:v>
                </c:pt>
                <c:pt idx="22637">
                  <c:v>0.26200231481197989</c:v>
                </c:pt>
                <c:pt idx="22638">
                  <c:v>0.26201388888875954</c:v>
                </c:pt>
                <c:pt idx="22639">
                  <c:v>0.26202546295826323</c:v>
                </c:pt>
                <c:pt idx="22640">
                  <c:v>0.26203703703504289</c:v>
                </c:pt>
                <c:pt idx="22641">
                  <c:v>0.26204861111182254</c:v>
                </c:pt>
                <c:pt idx="22642">
                  <c:v>0.26206018518132623</c:v>
                </c:pt>
                <c:pt idx="22643">
                  <c:v>0.26207175925810589</c:v>
                </c:pt>
                <c:pt idx="22644">
                  <c:v>0.26208333332760958</c:v>
                </c:pt>
                <c:pt idx="22645">
                  <c:v>0.26209490740438923</c:v>
                </c:pt>
                <c:pt idx="22646">
                  <c:v>0.26210648148116888</c:v>
                </c:pt>
                <c:pt idx="22647">
                  <c:v>0.26211805555067258</c:v>
                </c:pt>
                <c:pt idx="22648">
                  <c:v>0.26212962962745223</c:v>
                </c:pt>
                <c:pt idx="22649">
                  <c:v>0.26214120370423188</c:v>
                </c:pt>
                <c:pt idx="22650">
                  <c:v>0.26215277777373558</c:v>
                </c:pt>
                <c:pt idx="22651">
                  <c:v>0.26216435185051523</c:v>
                </c:pt>
                <c:pt idx="22652">
                  <c:v>0.26217592592001893</c:v>
                </c:pt>
                <c:pt idx="22653">
                  <c:v>0.26218749999679858</c:v>
                </c:pt>
                <c:pt idx="22654">
                  <c:v>0.26219907407357823</c:v>
                </c:pt>
                <c:pt idx="22655">
                  <c:v>0.26221064814308193</c:v>
                </c:pt>
                <c:pt idx="22656">
                  <c:v>0.26222222221986158</c:v>
                </c:pt>
                <c:pt idx="22657">
                  <c:v>0.26223379629664123</c:v>
                </c:pt>
                <c:pt idx="22658">
                  <c:v>0.26224537036614493</c:v>
                </c:pt>
                <c:pt idx="22659">
                  <c:v>0.26225694444292458</c:v>
                </c:pt>
                <c:pt idx="22660">
                  <c:v>0.26226851851970423</c:v>
                </c:pt>
                <c:pt idx="22661">
                  <c:v>0.26228009258920792</c:v>
                </c:pt>
                <c:pt idx="22662">
                  <c:v>0.26229166666598758</c:v>
                </c:pt>
                <c:pt idx="22663">
                  <c:v>0.26230324073549127</c:v>
                </c:pt>
                <c:pt idx="22664">
                  <c:v>0.26231481481227092</c:v>
                </c:pt>
                <c:pt idx="22665">
                  <c:v>0.26232638888905058</c:v>
                </c:pt>
                <c:pt idx="22666">
                  <c:v>0.26233796295855427</c:v>
                </c:pt>
                <c:pt idx="22667">
                  <c:v>0.26234953703533392</c:v>
                </c:pt>
                <c:pt idx="22668">
                  <c:v>0.26236111111211358</c:v>
                </c:pt>
                <c:pt idx="22669">
                  <c:v>0.26237268518161727</c:v>
                </c:pt>
                <c:pt idx="22670">
                  <c:v>0.26238425925839692</c:v>
                </c:pt>
                <c:pt idx="22671">
                  <c:v>0.26239583332790062</c:v>
                </c:pt>
                <c:pt idx="22672">
                  <c:v>0.26240740740468027</c:v>
                </c:pt>
                <c:pt idx="22673">
                  <c:v>0.26241898148145992</c:v>
                </c:pt>
                <c:pt idx="22674">
                  <c:v>0.26243055555096362</c:v>
                </c:pt>
                <c:pt idx="22675">
                  <c:v>0.26244212962774327</c:v>
                </c:pt>
                <c:pt idx="22676">
                  <c:v>0.26245370370452292</c:v>
                </c:pt>
                <c:pt idx="22677">
                  <c:v>0.26246527777402662</c:v>
                </c:pt>
                <c:pt idx="22678">
                  <c:v>0.26247685185080627</c:v>
                </c:pt>
                <c:pt idx="22679">
                  <c:v>0.26248842592030996</c:v>
                </c:pt>
                <c:pt idx="22680">
                  <c:v>0.26249999999708962</c:v>
                </c:pt>
                <c:pt idx="22681">
                  <c:v>0.26251157407386927</c:v>
                </c:pt>
                <c:pt idx="22682">
                  <c:v>0.26252314814337296</c:v>
                </c:pt>
                <c:pt idx="22683">
                  <c:v>0.26253472222015262</c:v>
                </c:pt>
                <c:pt idx="22684">
                  <c:v>0.26254629629693227</c:v>
                </c:pt>
                <c:pt idx="22685">
                  <c:v>0.26255787036643596</c:v>
                </c:pt>
                <c:pt idx="22686">
                  <c:v>0.26256944444321562</c:v>
                </c:pt>
                <c:pt idx="22687">
                  <c:v>0.26258101851271931</c:v>
                </c:pt>
                <c:pt idx="22688">
                  <c:v>0.26259259258949896</c:v>
                </c:pt>
                <c:pt idx="22689">
                  <c:v>0.26260416666627862</c:v>
                </c:pt>
                <c:pt idx="22690">
                  <c:v>0.26261574073578231</c:v>
                </c:pt>
                <c:pt idx="22691">
                  <c:v>0.26262731481256196</c:v>
                </c:pt>
                <c:pt idx="22692">
                  <c:v>0.26263888888934162</c:v>
                </c:pt>
                <c:pt idx="22693">
                  <c:v>0.26265046295884531</c:v>
                </c:pt>
                <c:pt idx="22694">
                  <c:v>0.26266203703562496</c:v>
                </c:pt>
                <c:pt idx="22695">
                  <c:v>0.26267361111240461</c:v>
                </c:pt>
                <c:pt idx="22696">
                  <c:v>0.26268518518190831</c:v>
                </c:pt>
                <c:pt idx="22697">
                  <c:v>0.26269675925868796</c:v>
                </c:pt>
                <c:pt idx="22698">
                  <c:v>0.26270833332819166</c:v>
                </c:pt>
                <c:pt idx="22699">
                  <c:v>0.26271990740497131</c:v>
                </c:pt>
                <c:pt idx="22700">
                  <c:v>0.26273148148175096</c:v>
                </c:pt>
                <c:pt idx="22701">
                  <c:v>0.26274305555125466</c:v>
                </c:pt>
                <c:pt idx="22702">
                  <c:v>0.26275462962803431</c:v>
                </c:pt>
                <c:pt idx="22703">
                  <c:v>0.26276620370481396</c:v>
                </c:pt>
                <c:pt idx="22704">
                  <c:v>0.26277777777431766</c:v>
                </c:pt>
                <c:pt idx="22705">
                  <c:v>0.26278935185109731</c:v>
                </c:pt>
                <c:pt idx="22706">
                  <c:v>0.262800925920601</c:v>
                </c:pt>
                <c:pt idx="22707">
                  <c:v>0.26281249999738066</c:v>
                </c:pt>
                <c:pt idx="22708">
                  <c:v>0.26282407407416031</c:v>
                </c:pt>
                <c:pt idx="22709">
                  <c:v>0.262835648143664</c:v>
                </c:pt>
                <c:pt idx="22710">
                  <c:v>0.26284722222044365</c:v>
                </c:pt>
                <c:pt idx="22711">
                  <c:v>0.26285879629722331</c:v>
                </c:pt>
                <c:pt idx="22712">
                  <c:v>0.262870370366727</c:v>
                </c:pt>
                <c:pt idx="22713">
                  <c:v>0.26288194444350665</c:v>
                </c:pt>
                <c:pt idx="22714">
                  <c:v>0.26289351851301035</c:v>
                </c:pt>
                <c:pt idx="22715">
                  <c:v>0.26290509258979</c:v>
                </c:pt>
                <c:pt idx="22716">
                  <c:v>0.26291666666656965</c:v>
                </c:pt>
                <c:pt idx="22717">
                  <c:v>0.26292824073607335</c:v>
                </c:pt>
                <c:pt idx="22718">
                  <c:v>0.262939814812853</c:v>
                </c:pt>
                <c:pt idx="22719">
                  <c:v>0.26295138888963265</c:v>
                </c:pt>
                <c:pt idx="22720">
                  <c:v>0.26296296295913635</c:v>
                </c:pt>
                <c:pt idx="22721">
                  <c:v>0.262974537035916</c:v>
                </c:pt>
                <c:pt idx="22722">
                  <c:v>0.2629861111054197</c:v>
                </c:pt>
                <c:pt idx="22723">
                  <c:v>0.26299768518219935</c:v>
                </c:pt>
                <c:pt idx="22724">
                  <c:v>0.263009259258979</c:v>
                </c:pt>
                <c:pt idx="22725">
                  <c:v>0.26302083332848269</c:v>
                </c:pt>
                <c:pt idx="22726">
                  <c:v>0.26303240740526235</c:v>
                </c:pt>
                <c:pt idx="22727">
                  <c:v>0.263043981482042</c:v>
                </c:pt>
                <c:pt idx="22728">
                  <c:v>0.26305555555154569</c:v>
                </c:pt>
                <c:pt idx="22729">
                  <c:v>0.26306712962832535</c:v>
                </c:pt>
                <c:pt idx="22730">
                  <c:v>0.26307870369782904</c:v>
                </c:pt>
                <c:pt idx="22731">
                  <c:v>0.26309027777460869</c:v>
                </c:pt>
                <c:pt idx="22732">
                  <c:v>0.26310185185138835</c:v>
                </c:pt>
                <c:pt idx="22733">
                  <c:v>0.26311342592089204</c:v>
                </c:pt>
                <c:pt idx="22734">
                  <c:v>0.26312499999767169</c:v>
                </c:pt>
                <c:pt idx="22735">
                  <c:v>0.26313657407445135</c:v>
                </c:pt>
                <c:pt idx="22736">
                  <c:v>0.26314814814395504</c:v>
                </c:pt>
                <c:pt idx="22737">
                  <c:v>0.26315972222073469</c:v>
                </c:pt>
                <c:pt idx="22738">
                  <c:v>0.26317129629751435</c:v>
                </c:pt>
                <c:pt idx="22739">
                  <c:v>0.26318287036701804</c:v>
                </c:pt>
                <c:pt idx="22740">
                  <c:v>0.26319444444379769</c:v>
                </c:pt>
                <c:pt idx="22741">
                  <c:v>0.26320601851330139</c:v>
                </c:pt>
                <c:pt idx="22742">
                  <c:v>0.26321759259008104</c:v>
                </c:pt>
                <c:pt idx="22743">
                  <c:v>0.26322916666686069</c:v>
                </c:pt>
                <c:pt idx="22744">
                  <c:v>0.26324074073636439</c:v>
                </c:pt>
                <c:pt idx="22745">
                  <c:v>0.26325231481314404</c:v>
                </c:pt>
                <c:pt idx="22746">
                  <c:v>0.26326388888992369</c:v>
                </c:pt>
                <c:pt idx="22747">
                  <c:v>0.26327546295942739</c:v>
                </c:pt>
                <c:pt idx="22748">
                  <c:v>0.26328703703620704</c:v>
                </c:pt>
                <c:pt idx="22749">
                  <c:v>0.26329861110571073</c:v>
                </c:pt>
                <c:pt idx="22750">
                  <c:v>0.26331018518249039</c:v>
                </c:pt>
                <c:pt idx="22751">
                  <c:v>0.26332175925927004</c:v>
                </c:pt>
                <c:pt idx="22752">
                  <c:v>0.26333333332877373</c:v>
                </c:pt>
                <c:pt idx="22753">
                  <c:v>0.26334490740555339</c:v>
                </c:pt>
                <c:pt idx="22754">
                  <c:v>0.26335648148233304</c:v>
                </c:pt>
                <c:pt idx="22755">
                  <c:v>0.26336805555183673</c:v>
                </c:pt>
                <c:pt idx="22756">
                  <c:v>0.26337962962861639</c:v>
                </c:pt>
                <c:pt idx="22757">
                  <c:v>0.26339120369812008</c:v>
                </c:pt>
                <c:pt idx="22758">
                  <c:v>0.26340277777489973</c:v>
                </c:pt>
                <c:pt idx="22759">
                  <c:v>0.26341435185167938</c:v>
                </c:pt>
                <c:pt idx="22760">
                  <c:v>0.26342592592118308</c:v>
                </c:pt>
                <c:pt idx="22761">
                  <c:v>0.26343749999796273</c:v>
                </c:pt>
                <c:pt idx="22762">
                  <c:v>0.26344907407474238</c:v>
                </c:pt>
                <c:pt idx="22763">
                  <c:v>0.26346064814424608</c:v>
                </c:pt>
                <c:pt idx="22764">
                  <c:v>0.26347222222102573</c:v>
                </c:pt>
                <c:pt idx="22765">
                  <c:v>0.26348379629052943</c:v>
                </c:pt>
                <c:pt idx="22766">
                  <c:v>0.26349537036730908</c:v>
                </c:pt>
                <c:pt idx="22767">
                  <c:v>0.26350694444408873</c:v>
                </c:pt>
                <c:pt idx="22768">
                  <c:v>0.26351851851359243</c:v>
                </c:pt>
                <c:pt idx="22769">
                  <c:v>0.26353009259037208</c:v>
                </c:pt>
                <c:pt idx="22770">
                  <c:v>0.26354166666715173</c:v>
                </c:pt>
                <c:pt idx="22771">
                  <c:v>0.26355324073665543</c:v>
                </c:pt>
                <c:pt idx="22772">
                  <c:v>0.26356481481343508</c:v>
                </c:pt>
                <c:pt idx="22773">
                  <c:v>0.26357638889021473</c:v>
                </c:pt>
                <c:pt idx="22774">
                  <c:v>0.26358796295971842</c:v>
                </c:pt>
                <c:pt idx="22775">
                  <c:v>0.26359953703649808</c:v>
                </c:pt>
                <c:pt idx="22776">
                  <c:v>0.26361111110600177</c:v>
                </c:pt>
                <c:pt idx="22777">
                  <c:v>0.26362268518278142</c:v>
                </c:pt>
                <c:pt idx="22778">
                  <c:v>0.26363425925956108</c:v>
                </c:pt>
                <c:pt idx="22779">
                  <c:v>0.26364583332906477</c:v>
                </c:pt>
                <c:pt idx="22780">
                  <c:v>0.26365740740584442</c:v>
                </c:pt>
                <c:pt idx="22781">
                  <c:v>0.26366898148262408</c:v>
                </c:pt>
                <c:pt idx="22782">
                  <c:v>0.26368055555212777</c:v>
                </c:pt>
                <c:pt idx="22783">
                  <c:v>0.26369212962890742</c:v>
                </c:pt>
                <c:pt idx="22784">
                  <c:v>0.26370370369841112</c:v>
                </c:pt>
                <c:pt idx="22785">
                  <c:v>0.26371527777519077</c:v>
                </c:pt>
                <c:pt idx="22786">
                  <c:v>0.26372685185197042</c:v>
                </c:pt>
                <c:pt idx="22787">
                  <c:v>0.26373842592147412</c:v>
                </c:pt>
                <c:pt idx="22788">
                  <c:v>0.26374999999825377</c:v>
                </c:pt>
                <c:pt idx="22789">
                  <c:v>0.26376157407503342</c:v>
                </c:pt>
                <c:pt idx="22790">
                  <c:v>0.26377314814453712</c:v>
                </c:pt>
                <c:pt idx="22791">
                  <c:v>0.26378472222131677</c:v>
                </c:pt>
                <c:pt idx="22792">
                  <c:v>0.26379629629082046</c:v>
                </c:pt>
                <c:pt idx="22793">
                  <c:v>0.26380787036760012</c:v>
                </c:pt>
                <c:pt idx="22794">
                  <c:v>0.26381944444437977</c:v>
                </c:pt>
                <c:pt idx="22795">
                  <c:v>0.26383101851388346</c:v>
                </c:pt>
                <c:pt idx="22796">
                  <c:v>0.26384259259066312</c:v>
                </c:pt>
                <c:pt idx="22797">
                  <c:v>0.26385416666744277</c:v>
                </c:pt>
                <c:pt idx="22798">
                  <c:v>0.26386574073694646</c:v>
                </c:pt>
                <c:pt idx="22799">
                  <c:v>0.26387731481372612</c:v>
                </c:pt>
                <c:pt idx="22800">
                  <c:v>0.26388888888322981</c:v>
                </c:pt>
                <c:pt idx="22801">
                  <c:v>0.26390046296000946</c:v>
                </c:pt>
                <c:pt idx="22802">
                  <c:v>0.26391203703678912</c:v>
                </c:pt>
                <c:pt idx="22803">
                  <c:v>0.26392361110629281</c:v>
                </c:pt>
                <c:pt idx="22804">
                  <c:v>0.26393518518307246</c:v>
                </c:pt>
                <c:pt idx="22805">
                  <c:v>0.26394675925985212</c:v>
                </c:pt>
                <c:pt idx="22806">
                  <c:v>0.26395833332935581</c:v>
                </c:pt>
                <c:pt idx="22807">
                  <c:v>0.26396990740613546</c:v>
                </c:pt>
                <c:pt idx="22808">
                  <c:v>0.26398148147563916</c:v>
                </c:pt>
                <c:pt idx="22809">
                  <c:v>0.26399305555241881</c:v>
                </c:pt>
                <c:pt idx="22810">
                  <c:v>0.26400462962919846</c:v>
                </c:pt>
                <c:pt idx="22811">
                  <c:v>0.26401620369870216</c:v>
                </c:pt>
                <c:pt idx="22812">
                  <c:v>0.26402777777548181</c:v>
                </c:pt>
                <c:pt idx="22813">
                  <c:v>0.26403935185226146</c:v>
                </c:pt>
                <c:pt idx="22814">
                  <c:v>0.26405092592176516</c:v>
                </c:pt>
                <c:pt idx="22815">
                  <c:v>0.26406249999854481</c:v>
                </c:pt>
                <c:pt idx="22816">
                  <c:v>0.26407407407532446</c:v>
                </c:pt>
                <c:pt idx="22817">
                  <c:v>0.26408564814482816</c:v>
                </c:pt>
                <c:pt idx="22818">
                  <c:v>0.26409722222160781</c:v>
                </c:pt>
                <c:pt idx="22819">
                  <c:v>0.2641087962911115</c:v>
                </c:pt>
                <c:pt idx="22820">
                  <c:v>0.26412037036789116</c:v>
                </c:pt>
                <c:pt idx="22821">
                  <c:v>0.26413194444467081</c:v>
                </c:pt>
                <c:pt idx="22822">
                  <c:v>0.2641435185141745</c:v>
                </c:pt>
                <c:pt idx="22823">
                  <c:v>0.26415509259095415</c:v>
                </c:pt>
                <c:pt idx="22824">
                  <c:v>0.26416666666773381</c:v>
                </c:pt>
                <c:pt idx="22825">
                  <c:v>0.2641782407372375</c:v>
                </c:pt>
                <c:pt idx="22826">
                  <c:v>0.26418981481401715</c:v>
                </c:pt>
                <c:pt idx="22827">
                  <c:v>0.26420138888352085</c:v>
                </c:pt>
                <c:pt idx="22828">
                  <c:v>0.2642129629603005</c:v>
                </c:pt>
                <c:pt idx="22829">
                  <c:v>0.26422453703708015</c:v>
                </c:pt>
                <c:pt idx="22830">
                  <c:v>0.26423611110658385</c:v>
                </c:pt>
                <c:pt idx="22831">
                  <c:v>0.2642476851833635</c:v>
                </c:pt>
                <c:pt idx="22832">
                  <c:v>0.26425925926014315</c:v>
                </c:pt>
                <c:pt idx="22833">
                  <c:v>0.26427083332964685</c:v>
                </c:pt>
                <c:pt idx="22834">
                  <c:v>0.2642824074064265</c:v>
                </c:pt>
                <c:pt idx="22835">
                  <c:v>0.2642939814759302</c:v>
                </c:pt>
                <c:pt idx="22836">
                  <c:v>0.26430555555270985</c:v>
                </c:pt>
                <c:pt idx="22837">
                  <c:v>0.2643171296294895</c:v>
                </c:pt>
                <c:pt idx="22838">
                  <c:v>0.26432870369899319</c:v>
                </c:pt>
                <c:pt idx="22839">
                  <c:v>0.26434027777577285</c:v>
                </c:pt>
                <c:pt idx="22840">
                  <c:v>0.2643518518525525</c:v>
                </c:pt>
                <c:pt idx="22841">
                  <c:v>0.26436342592205619</c:v>
                </c:pt>
                <c:pt idx="22842">
                  <c:v>0.26437499999883585</c:v>
                </c:pt>
                <c:pt idx="22843">
                  <c:v>0.26438657406833954</c:v>
                </c:pt>
                <c:pt idx="22844">
                  <c:v>0.26439814814511919</c:v>
                </c:pt>
                <c:pt idx="22845">
                  <c:v>0.26440972222189885</c:v>
                </c:pt>
                <c:pt idx="22846">
                  <c:v>0.26442129629140254</c:v>
                </c:pt>
                <c:pt idx="22847">
                  <c:v>0.26443287036818219</c:v>
                </c:pt>
                <c:pt idx="22848">
                  <c:v>0.26444444444496185</c:v>
                </c:pt>
                <c:pt idx="22849">
                  <c:v>0.26445601851446554</c:v>
                </c:pt>
                <c:pt idx="22850">
                  <c:v>0.26446759259124519</c:v>
                </c:pt>
                <c:pt idx="22851">
                  <c:v>0.26447916666074889</c:v>
                </c:pt>
                <c:pt idx="22852">
                  <c:v>0.26449074073752854</c:v>
                </c:pt>
                <c:pt idx="22853">
                  <c:v>0.26450231481430819</c:v>
                </c:pt>
                <c:pt idx="22854">
                  <c:v>0.26451388888381189</c:v>
                </c:pt>
                <c:pt idx="22855">
                  <c:v>0.26452546296059154</c:v>
                </c:pt>
                <c:pt idx="22856">
                  <c:v>0.26453703703737119</c:v>
                </c:pt>
                <c:pt idx="22857">
                  <c:v>0.26454861110687489</c:v>
                </c:pt>
                <c:pt idx="22858">
                  <c:v>0.26456018518365454</c:v>
                </c:pt>
                <c:pt idx="22859">
                  <c:v>0.26457175926043419</c:v>
                </c:pt>
                <c:pt idx="22860">
                  <c:v>0.26458333332993789</c:v>
                </c:pt>
                <c:pt idx="22861">
                  <c:v>0.26459490740671754</c:v>
                </c:pt>
                <c:pt idx="22862">
                  <c:v>0.26460648147622123</c:v>
                </c:pt>
                <c:pt idx="22863">
                  <c:v>0.26461805555300089</c:v>
                </c:pt>
                <c:pt idx="22864">
                  <c:v>0.26462962962978054</c:v>
                </c:pt>
                <c:pt idx="22865">
                  <c:v>0.26464120369928423</c:v>
                </c:pt>
                <c:pt idx="22866">
                  <c:v>0.26465277777606389</c:v>
                </c:pt>
                <c:pt idx="22867">
                  <c:v>0.26466435185284354</c:v>
                </c:pt>
                <c:pt idx="22868">
                  <c:v>0.26467592592234723</c:v>
                </c:pt>
                <c:pt idx="22869">
                  <c:v>0.26468749999912689</c:v>
                </c:pt>
                <c:pt idx="22870">
                  <c:v>0.26469907406863058</c:v>
                </c:pt>
                <c:pt idx="22871">
                  <c:v>0.26471064814541023</c:v>
                </c:pt>
                <c:pt idx="22872">
                  <c:v>0.26472222222218988</c:v>
                </c:pt>
                <c:pt idx="22873">
                  <c:v>0.26473379629169358</c:v>
                </c:pt>
                <c:pt idx="22874">
                  <c:v>0.26474537036847323</c:v>
                </c:pt>
                <c:pt idx="22875">
                  <c:v>0.26475694444525288</c:v>
                </c:pt>
                <c:pt idx="22876">
                  <c:v>0.26476851851475658</c:v>
                </c:pt>
                <c:pt idx="22877">
                  <c:v>0.26478009259153623</c:v>
                </c:pt>
                <c:pt idx="22878">
                  <c:v>0.26479166666103993</c:v>
                </c:pt>
                <c:pt idx="22879">
                  <c:v>0.26480324073781958</c:v>
                </c:pt>
                <c:pt idx="22880">
                  <c:v>0.26481481481459923</c:v>
                </c:pt>
                <c:pt idx="22881">
                  <c:v>0.26482638888410293</c:v>
                </c:pt>
                <c:pt idx="22882">
                  <c:v>0.26483796296088258</c:v>
                </c:pt>
                <c:pt idx="22883">
                  <c:v>0.26484953703766223</c:v>
                </c:pt>
                <c:pt idx="22884">
                  <c:v>0.26486111110716593</c:v>
                </c:pt>
                <c:pt idx="22885">
                  <c:v>0.26487268518394558</c:v>
                </c:pt>
                <c:pt idx="22886">
                  <c:v>0.26488425925344927</c:v>
                </c:pt>
                <c:pt idx="22887">
                  <c:v>0.26489583333022892</c:v>
                </c:pt>
                <c:pt idx="22888">
                  <c:v>0.26490740740700858</c:v>
                </c:pt>
                <c:pt idx="22889">
                  <c:v>0.26491898147651227</c:v>
                </c:pt>
                <c:pt idx="22890">
                  <c:v>0.26493055555329192</c:v>
                </c:pt>
                <c:pt idx="22891">
                  <c:v>0.26494212963007158</c:v>
                </c:pt>
                <c:pt idx="22892">
                  <c:v>0.26495370369957527</c:v>
                </c:pt>
                <c:pt idx="22893">
                  <c:v>0.26496527777635492</c:v>
                </c:pt>
                <c:pt idx="22894">
                  <c:v>0.26497685185313458</c:v>
                </c:pt>
                <c:pt idx="22895">
                  <c:v>0.26498842592263827</c:v>
                </c:pt>
                <c:pt idx="22896">
                  <c:v>0.26499999999941792</c:v>
                </c:pt>
                <c:pt idx="22897">
                  <c:v>0.26501157406892162</c:v>
                </c:pt>
                <c:pt idx="22898">
                  <c:v>0.26502314814570127</c:v>
                </c:pt>
                <c:pt idx="22899">
                  <c:v>0.26503472222248092</c:v>
                </c:pt>
                <c:pt idx="22900">
                  <c:v>0.26504629629198462</c:v>
                </c:pt>
                <c:pt idx="22901">
                  <c:v>0.26505787036876427</c:v>
                </c:pt>
                <c:pt idx="22902">
                  <c:v>0.26506944444554392</c:v>
                </c:pt>
                <c:pt idx="22903">
                  <c:v>0.26508101851504762</c:v>
                </c:pt>
                <c:pt idx="22904">
                  <c:v>0.26509259259182727</c:v>
                </c:pt>
                <c:pt idx="22905">
                  <c:v>0.26510416666133096</c:v>
                </c:pt>
                <c:pt idx="22906">
                  <c:v>0.26511574073811062</c:v>
                </c:pt>
                <c:pt idx="22907">
                  <c:v>0.26512731481489027</c:v>
                </c:pt>
                <c:pt idx="22908">
                  <c:v>0.26513888888439396</c:v>
                </c:pt>
                <c:pt idx="22909">
                  <c:v>0.26515046296117362</c:v>
                </c:pt>
                <c:pt idx="22910">
                  <c:v>0.26516203703795327</c:v>
                </c:pt>
                <c:pt idx="22911">
                  <c:v>0.26517361110745696</c:v>
                </c:pt>
                <c:pt idx="22912">
                  <c:v>0.26518518518423662</c:v>
                </c:pt>
                <c:pt idx="22913">
                  <c:v>0.26519675925374031</c:v>
                </c:pt>
                <c:pt idx="22914">
                  <c:v>0.26520833333051996</c:v>
                </c:pt>
                <c:pt idx="22915">
                  <c:v>0.26521990740729962</c:v>
                </c:pt>
                <c:pt idx="22916">
                  <c:v>0.26523148147680331</c:v>
                </c:pt>
                <c:pt idx="22917">
                  <c:v>0.26524305555358296</c:v>
                </c:pt>
                <c:pt idx="22918">
                  <c:v>0.26525462963036261</c:v>
                </c:pt>
                <c:pt idx="22919">
                  <c:v>0.26526620369986631</c:v>
                </c:pt>
                <c:pt idx="22920">
                  <c:v>0.26527777777664596</c:v>
                </c:pt>
                <c:pt idx="22921">
                  <c:v>0.26528935184614966</c:v>
                </c:pt>
                <c:pt idx="22922">
                  <c:v>0.26530092592292931</c:v>
                </c:pt>
                <c:pt idx="22923">
                  <c:v>0.26531249999970896</c:v>
                </c:pt>
                <c:pt idx="22924">
                  <c:v>0.26532407406921266</c:v>
                </c:pt>
                <c:pt idx="22925">
                  <c:v>0.26533564814599231</c:v>
                </c:pt>
                <c:pt idx="22926">
                  <c:v>0.26534722222277196</c:v>
                </c:pt>
                <c:pt idx="22927">
                  <c:v>0.26535879629227566</c:v>
                </c:pt>
                <c:pt idx="22928">
                  <c:v>0.26537037036905531</c:v>
                </c:pt>
                <c:pt idx="22929">
                  <c:v>0.265381944438559</c:v>
                </c:pt>
                <c:pt idx="22930">
                  <c:v>0.26539351851533866</c:v>
                </c:pt>
                <c:pt idx="22931">
                  <c:v>0.26540509259211831</c:v>
                </c:pt>
                <c:pt idx="22932">
                  <c:v>0.265416666661622</c:v>
                </c:pt>
                <c:pt idx="22933">
                  <c:v>0.26542824073840166</c:v>
                </c:pt>
                <c:pt idx="22934">
                  <c:v>0.26543981481518131</c:v>
                </c:pt>
                <c:pt idx="22935">
                  <c:v>0.265451388884685</c:v>
                </c:pt>
                <c:pt idx="22936">
                  <c:v>0.26546296296146465</c:v>
                </c:pt>
                <c:pt idx="22937">
                  <c:v>0.26547453703824431</c:v>
                </c:pt>
                <c:pt idx="22938">
                  <c:v>0.265486111107748</c:v>
                </c:pt>
                <c:pt idx="22939">
                  <c:v>0.26549768518452765</c:v>
                </c:pt>
                <c:pt idx="22940">
                  <c:v>0.26550925925403135</c:v>
                </c:pt>
                <c:pt idx="22941">
                  <c:v>0.265520833330811</c:v>
                </c:pt>
                <c:pt idx="22942">
                  <c:v>0.26553240740759065</c:v>
                </c:pt>
                <c:pt idx="22943">
                  <c:v>0.26554398147709435</c:v>
                </c:pt>
                <c:pt idx="22944">
                  <c:v>0.265555555553874</c:v>
                </c:pt>
                <c:pt idx="22945">
                  <c:v>0.26556712963065365</c:v>
                </c:pt>
                <c:pt idx="22946">
                  <c:v>0.26557870370015735</c:v>
                </c:pt>
                <c:pt idx="22947">
                  <c:v>0.265590277776937</c:v>
                </c:pt>
                <c:pt idx="22948">
                  <c:v>0.2656018518464407</c:v>
                </c:pt>
                <c:pt idx="22949">
                  <c:v>0.26561342592322035</c:v>
                </c:pt>
                <c:pt idx="22950">
                  <c:v>0.265625</c:v>
                </c:pt>
                <c:pt idx="22951">
                  <c:v>0.26563657406950369</c:v>
                </c:pt>
                <c:pt idx="22952">
                  <c:v>0.26564814814628335</c:v>
                </c:pt>
                <c:pt idx="22953">
                  <c:v>0.265659722223063</c:v>
                </c:pt>
                <c:pt idx="22954">
                  <c:v>0.26567129629256669</c:v>
                </c:pt>
                <c:pt idx="22955">
                  <c:v>0.26568287036934635</c:v>
                </c:pt>
                <c:pt idx="22956">
                  <c:v>0.26569444443885004</c:v>
                </c:pt>
                <c:pt idx="22957">
                  <c:v>0.26570601851562969</c:v>
                </c:pt>
                <c:pt idx="22958">
                  <c:v>0.26571759259240935</c:v>
                </c:pt>
                <c:pt idx="22959">
                  <c:v>0.26572916666191304</c:v>
                </c:pt>
                <c:pt idx="22960">
                  <c:v>0.26574074073869269</c:v>
                </c:pt>
                <c:pt idx="22961">
                  <c:v>0.26575231481547235</c:v>
                </c:pt>
                <c:pt idx="22962">
                  <c:v>0.26576388888497604</c:v>
                </c:pt>
                <c:pt idx="22963">
                  <c:v>0.26577546296175569</c:v>
                </c:pt>
                <c:pt idx="22964">
                  <c:v>0.26578703703125939</c:v>
                </c:pt>
                <c:pt idx="22965">
                  <c:v>0.26579861110803904</c:v>
                </c:pt>
                <c:pt idx="22966">
                  <c:v>0.26581018518481869</c:v>
                </c:pt>
                <c:pt idx="22967">
                  <c:v>0.26582175925432239</c:v>
                </c:pt>
                <c:pt idx="22968">
                  <c:v>0.26583333333110204</c:v>
                </c:pt>
                <c:pt idx="22969">
                  <c:v>0.26584490740788169</c:v>
                </c:pt>
                <c:pt idx="22970">
                  <c:v>0.26585648147738539</c:v>
                </c:pt>
                <c:pt idx="22971">
                  <c:v>0.26586805555416504</c:v>
                </c:pt>
                <c:pt idx="22972">
                  <c:v>0.26587962963094469</c:v>
                </c:pt>
                <c:pt idx="22973">
                  <c:v>0.26589120370044839</c:v>
                </c:pt>
                <c:pt idx="22974">
                  <c:v>0.26590277777722804</c:v>
                </c:pt>
                <c:pt idx="22975">
                  <c:v>0.26591435184673173</c:v>
                </c:pt>
                <c:pt idx="22976">
                  <c:v>0.26592592592351139</c:v>
                </c:pt>
                <c:pt idx="22977">
                  <c:v>0.26593750000029104</c:v>
                </c:pt>
                <c:pt idx="22978">
                  <c:v>0.26594907406979473</c:v>
                </c:pt>
                <c:pt idx="22979">
                  <c:v>0.26596064814657439</c:v>
                </c:pt>
                <c:pt idx="22980">
                  <c:v>0.26597222222335404</c:v>
                </c:pt>
                <c:pt idx="22981">
                  <c:v>0.26598379629285773</c:v>
                </c:pt>
                <c:pt idx="22982">
                  <c:v>0.26599537036963739</c:v>
                </c:pt>
                <c:pt idx="22983">
                  <c:v>0.26600694443914108</c:v>
                </c:pt>
                <c:pt idx="22984">
                  <c:v>0.26601851851592073</c:v>
                </c:pt>
                <c:pt idx="22985">
                  <c:v>0.26603009259270038</c:v>
                </c:pt>
                <c:pt idx="22986">
                  <c:v>0.26604166666220408</c:v>
                </c:pt>
                <c:pt idx="22987">
                  <c:v>0.26605324073898373</c:v>
                </c:pt>
                <c:pt idx="22988">
                  <c:v>0.26606481481576338</c:v>
                </c:pt>
                <c:pt idx="22989">
                  <c:v>0.26607638888526708</c:v>
                </c:pt>
                <c:pt idx="22990">
                  <c:v>0.26608796296204673</c:v>
                </c:pt>
                <c:pt idx="22991">
                  <c:v>0.26609953703155043</c:v>
                </c:pt>
                <c:pt idx="22992">
                  <c:v>0.26611111110833008</c:v>
                </c:pt>
                <c:pt idx="22993">
                  <c:v>0.26612268518510973</c:v>
                </c:pt>
                <c:pt idx="22994">
                  <c:v>0.26613425925461343</c:v>
                </c:pt>
                <c:pt idx="22995">
                  <c:v>0.26614583333139308</c:v>
                </c:pt>
                <c:pt idx="22996">
                  <c:v>0.26615740740817273</c:v>
                </c:pt>
                <c:pt idx="22997">
                  <c:v>0.26616898147767643</c:v>
                </c:pt>
                <c:pt idx="22998">
                  <c:v>0.26618055555445608</c:v>
                </c:pt>
                <c:pt idx="22999">
                  <c:v>0.26619212962395977</c:v>
                </c:pt>
                <c:pt idx="23000">
                  <c:v>0.26620370370073942</c:v>
                </c:pt>
                <c:pt idx="23001">
                  <c:v>0.26621527777751908</c:v>
                </c:pt>
                <c:pt idx="23002">
                  <c:v>0.26622685184702277</c:v>
                </c:pt>
                <c:pt idx="23003">
                  <c:v>0.26623842592380242</c:v>
                </c:pt>
                <c:pt idx="23004">
                  <c:v>0.26625000000058208</c:v>
                </c:pt>
                <c:pt idx="23005">
                  <c:v>0.26626157407008577</c:v>
                </c:pt>
                <c:pt idx="23006">
                  <c:v>0.26627314814686542</c:v>
                </c:pt>
                <c:pt idx="23007">
                  <c:v>0.26628472221636912</c:v>
                </c:pt>
                <c:pt idx="23008">
                  <c:v>0.26629629629314877</c:v>
                </c:pt>
                <c:pt idx="23009">
                  <c:v>0.26630787036992842</c:v>
                </c:pt>
                <c:pt idx="23010">
                  <c:v>0.26631944443943212</c:v>
                </c:pt>
                <c:pt idx="23011">
                  <c:v>0.26633101851621177</c:v>
                </c:pt>
                <c:pt idx="23012">
                  <c:v>0.26634259259299142</c:v>
                </c:pt>
                <c:pt idx="23013">
                  <c:v>0.26635416666249512</c:v>
                </c:pt>
                <c:pt idx="23014">
                  <c:v>0.26636574073927477</c:v>
                </c:pt>
                <c:pt idx="23015">
                  <c:v>0.26637731481605442</c:v>
                </c:pt>
                <c:pt idx="23016">
                  <c:v>0.26638888888555812</c:v>
                </c:pt>
                <c:pt idx="23017">
                  <c:v>0.26640046296233777</c:v>
                </c:pt>
                <c:pt idx="23018">
                  <c:v>0.26641203703184146</c:v>
                </c:pt>
                <c:pt idx="23019">
                  <c:v>0.26642361110862112</c:v>
                </c:pt>
                <c:pt idx="23020">
                  <c:v>0.26643518518540077</c:v>
                </c:pt>
                <c:pt idx="23021">
                  <c:v>0.26644675925490446</c:v>
                </c:pt>
                <c:pt idx="23022">
                  <c:v>0.26645833333168412</c:v>
                </c:pt>
                <c:pt idx="23023">
                  <c:v>0.26646990740846377</c:v>
                </c:pt>
                <c:pt idx="23024">
                  <c:v>0.26648148147796746</c:v>
                </c:pt>
                <c:pt idx="23025">
                  <c:v>0.26649305555474712</c:v>
                </c:pt>
                <c:pt idx="23026">
                  <c:v>0.26650462962425081</c:v>
                </c:pt>
                <c:pt idx="23027">
                  <c:v>0.26651620370103046</c:v>
                </c:pt>
                <c:pt idx="23028">
                  <c:v>0.26652777777781012</c:v>
                </c:pt>
                <c:pt idx="23029">
                  <c:v>0.26653935184731381</c:v>
                </c:pt>
                <c:pt idx="23030">
                  <c:v>0.26655092592409346</c:v>
                </c:pt>
                <c:pt idx="23031">
                  <c:v>0.26656250000087311</c:v>
                </c:pt>
                <c:pt idx="23032">
                  <c:v>0.26657407407037681</c:v>
                </c:pt>
                <c:pt idx="23033">
                  <c:v>0.26658564814715646</c:v>
                </c:pt>
                <c:pt idx="23034">
                  <c:v>0.26659722221666016</c:v>
                </c:pt>
                <c:pt idx="23035">
                  <c:v>0.26660879629343981</c:v>
                </c:pt>
                <c:pt idx="23036">
                  <c:v>0.26662037037021946</c:v>
                </c:pt>
                <c:pt idx="23037">
                  <c:v>0.26663194443972316</c:v>
                </c:pt>
                <c:pt idx="23038">
                  <c:v>0.26664351851650281</c:v>
                </c:pt>
                <c:pt idx="23039">
                  <c:v>0.26665509259328246</c:v>
                </c:pt>
                <c:pt idx="23040">
                  <c:v>0.26666666666278616</c:v>
                </c:pt>
                <c:pt idx="23041">
                  <c:v>0.26667824073956581</c:v>
                </c:pt>
                <c:pt idx="23042">
                  <c:v>0.2666898148090695</c:v>
                </c:pt>
                <c:pt idx="23043">
                  <c:v>0.26670138888584916</c:v>
                </c:pt>
                <c:pt idx="23044">
                  <c:v>0.26671296296262881</c:v>
                </c:pt>
                <c:pt idx="23045">
                  <c:v>0.2667245370321325</c:v>
                </c:pt>
                <c:pt idx="23046">
                  <c:v>0.26673611110891216</c:v>
                </c:pt>
                <c:pt idx="23047">
                  <c:v>0.26674768518569181</c:v>
                </c:pt>
                <c:pt idx="23048">
                  <c:v>0.2667592592551955</c:v>
                </c:pt>
                <c:pt idx="23049">
                  <c:v>0.26677083333197515</c:v>
                </c:pt>
                <c:pt idx="23050">
                  <c:v>0.26678240740147885</c:v>
                </c:pt>
                <c:pt idx="23051">
                  <c:v>0.2667939814782585</c:v>
                </c:pt>
                <c:pt idx="23052">
                  <c:v>0.26680555555503815</c:v>
                </c:pt>
                <c:pt idx="23053">
                  <c:v>0.26681712962454185</c:v>
                </c:pt>
                <c:pt idx="23054">
                  <c:v>0.2668287037013215</c:v>
                </c:pt>
                <c:pt idx="23055">
                  <c:v>0.26684027777810115</c:v>
                </c:pt>
                <c:pt idx="23056">
                  <c:v>0.26685185184760485</c:v>
                </c:pt>
                <c:pt idx="23057">
                  <c:v>0.2668634259243845</c:v>
                </c:pt>
                <c:pt idx="23058">
                  <c:v>0.26687500000116415</c:v>
                </c:pt>
                <c:pt idx="23059">
                  <c:v>0.26688657407066785</c:v>
                </c:pt>
                <c:pt idx="23060">
                  <c:v>0.2668981481474475</c:v>
                </c:pt>
                <c:pt idx="23061">
                  <c:v>0.2669097222169512</c:v>
                </c:pt>
                <c:pt idx="23062">
                  <c:v>0.26692129629373085</c:v>
                </c:pt>
                <c:pt idx="23063">
                  <c:v>0.2669328703705105</c:v>
                </c:pt>
                <c:pt idx="23064">
                  <c:v>0.26694444444001419</c:v>
                </c:pt>
                <c:pt idx="23065">
                  <c:v>0.26695601851679385</c:v>
                </c:pt>
                <c:pt idx="23066">
                  <c:v>0.2669675925935735</c:v>
                </c:pt>
                <c:pt idx="23067">
                  <c:v>0.26697916666307719</c:v>
                </c:pt>
                <c:pt idx="23068">
                  <c:v>0.26699074073985685</c:v>
                </c:pt>
                <c:pt idx="23069">
                  <c:v>0.26700231480936054</c:v>
                </c:pt>
                <c:pt idx="23070">
                  <c:v>0.26701388888614019</c:v>
                </c:pt>
                <c:pt idx="23071">
                  <c:v>0.26702546296291985</c:v>
                </c:pt>
                <c:pt idx="23072">
                  <c:v>0.26703703703242354</c:v>
                </c:pt>
                <c:pt idx="23073">
                  <c:v>0.26704861110920319</c:v>
                </c:pt>
                <c:pt idx="23074">
                  <c:v>0.26706018518598285</c:v>
                </c:pt>
                <c:pt idx="23075">
                  <c:v>0.26707175925548654</c:v>
                </c:pt>
                <c:pt idx="23076">
                  <c:v>0.26708333333226619</c:v>
                </c:pt>
                <c:pt idx="23077">
                  <c:v>0.26709490740176989</c:v>
                </c:pt>
                <c:pt idx="23078">
                  <c:v>0.26710648147854954</c:v>
                </c:pt>
                <c:pt idx="23079">
                  <c:v>0.26711805555532919</c:v>
                </c:pt>
                <c:pt idx="23080">
                  <c:v>0.26712962962483289</c:v>
                </c:pt>
                <c:pt idx="23081">
                  <c:v>0.26714120370161254</c:v>
                </c:pt>
                <c:pt idx="23082">
                  <c:v>0.26715277777839219</c:v>
                </c:pt>
                <c:pt idx="23083">
                  <c:v>0.26716435184789589</c:v>
                </c:pt>
                <c:pt idx="23084">
                  <c:v>0.26717592592467554</c:v>
                </c:pt>
                <c:pt idx="23085">
                  <c:v>0.26718749999417923</c:v>
                </c:pt>
                <c:pt idx="23086">
                  <c:v>0.26719907407095889</c:v>
                </c:pt>
                <c:pt idx="23087">
                  <c:v>0.26721064814773854</c:v>
                </c:pt>
                <c:pt idx="23088">
                  <c:v>0.26722222221724223</c:v>
                </c:pt>
                <c:pt idx="23089">
                  <c:v>0.26723379629402189</c:v>
                </c:pt>
                <c:pt idx="23090">
                  <c:v>0.26724537037080154</c:v>
                </c:pt>
                <c:pt idx="23091">
                  <c:v>0.26725694444030523</c:v>
                </c:pt>
                <c:pt idx="23092">
                  <c:v>0.26726851851708489</c:v>
                </c:pt>
                <c:pt idx="23093">
                  <c:v>0.26728009259386454</c:v>
                </c:pt>
                <c:pt idx="23094">
                  <c:v>0.26729166666336823</c:v>
                </c:pt>
                <c:pt idx="23095">
                  <c:v>0.26730324074014788</c:v>
                </c:pt>
                <c:pt idx="23096">
                  <c:v>0.26731481480965158</c:v>
                </c:pt>
                <c:pt idx="23097">
                  <c:v>0.26732638888643123</c:v>
                </c:pt>
                <c:pt idx="23098">
                  <c:v>0.26733796296321088</c:v>
                </c:pt>
                <c:pt idx="23099">
                  <c:v>0.26734953703271458</c:v>
                </c:pt>
                <c:pt idx="23100">
                  <c:v>0.26736111110949423</c:v>
                </c:pt>
                <c:pt idx="23101">
                  <c:v>0.26737268518627388</c:v>
                </c:pt>
                <c:pt idx="23102">
                  <c:v>0.26738425925577758</c:v>
                </c:pt>
                <c:pt idx="23103">
                  <c:v>0.26739583333255723</c:v>
                </c:pt>
                <c:pt idx="23104">
                  <c:v>0.26740740740206093</c:v>
                </c:pt>
                <c:pt idx="23105">
                  <c:v>0.26741898147884058</c:v>
                </c:pt>
                <c:pt idx="23106">
                  <c:v>0.26743055555562023</c:v>
                </c:pt>
                <c:pt idx="23107">
                  <c:v>0.26744212962512393</c:v>
                </c:pt>
                <c:pt idx="23108">
                  <c:v>0.26745370370190358</c:v>
                </c:pt>
                <c:pt idx="23109">
                  <c:v>0.26746527777868323</c:v>
                </c:pt>
                <c:pt idx="23110">
                  <c:v>0.26747685184818693</c:v>
                </c:pt>
                <c:pt idx="23111">
                  <c:v>0.26748842592496658</c:v>
                </c:pt>
                <c:pt idx="23112">
                  <c:v>0.26749999999447027</c:v>
                </c:pt>
                <c:pt idx="23113">
                  <c:v>0.26751157407124992</c:v>
                </c:pt>
                <c:pt idx="23114">
                  <c:v>0.26752314814802958</c:v>
                </c:pt>
                <c:pt idx="23115">
                  <c:v>0.26753472221753327</c:v>
                </c:pt>
                <c:pt idx="23116">
                  <c:v>0.26754629629431292</c:v>
                </c:pt>
                <c:pt idx="23117">
                  <c:v>0.26755787037109258</c:v>
                </c:pt>
                <c:pt idx="23118">
                  <c:v>0.26756944444059627</c:v>
                </c:pt>
                <c:pt idx="23119">
                  <c:v>0.26758101851737592</c:v>
                </c:pt>
                <c:pt idx="23120">
                  <c:v>0.26759259258687962</c:v>
                </c:pt>
                <c:pt idx="23121">
                  <c:v>0.26760416666365927</c:v>
                </c:pt>
                <c:pt idx="23122">
                  <c:v>0.26761574074043892</c:v>
                </c:pt>
                <c:pt idx="23123">
                  <c:v>0.26762731480994262</c:v>
                </c:pt>
                <c:pt idx="23124">
                  <c:v>0.26763888888672227</c:v>
                </c:pt>
                <c:pt idx="23125">
                  <c:v>0.26765046296350192</c:v>
                </c:pt>
                <c:pt idx="23126">
                  <c:v>0.26766203703300562</c:v>
                </c:pt>
                <c:pt idx="23127">
                  <c:v>0.26767361110978527</c:v>
                </c:pt>
                <c:pt idx="23128">
                  <c:v>0.26768518517928896</c:v>
                </c:pt>
                <c:pt idx="23129">
                  <c:v>0.26769675925606862</c:v>
                </c:pt>
                <c:pt idx="23130">
                  <c:v>0.26770833333284827</c:v>
                </c:pt>
                <c:pt idx="23131">
                  <c:v>0.26771990740235196</c:v>
                </c:pt>
                <c:pt idx="23132">
                  <c:v>0.26773148147913162</c:v>
                </c:pt>
                <c:pt idx="23133">
                  <c:v>0.26774305555591127</c:v>
                </c:pt>
                <c:pt idx="23134">
                  <c:v>0.26775462962541496</c:v>
                </c:pt>
                <c:pt idx="23135">
                  <c:v>0.26776620370219462</c:v>
                </c:pt>
                <c:pt idx="23136">
                  <c:v>0.26777777777897427</c:v>
                </c:pt>
                <c:pt idx="23137">
                  <c:v>0.26778935184847796</c:v>
                </c:pt>
                <c:pt idx="23138">
                  <c:v>0.26780092592525762</c:v>
                </c:pt>
                <c:pt idx="23139">
                  <c:v>0.26781249999476131</c:v>
                </c:pt>
                <c:pt idx="23140">
                  <c:v>0.26782407407154096</c:v>
                </c:pt>
                <c:pt idx="23141">
                  <c:v>0.26783564814832062</c:v>
                </c:pt>
                <c:pt idx="23142">
                  <c:v>0.26784722221782431</c:v>
                </c:pt>
                <c:pt idx="23143">
                  <c:v>0.26785879629460396</c:v>
                </c:pt>
                <c:pt idx="23144">
                  <c:v>0.26787037037138361</c:v>
                </c:pt>
                <c:pt idx="23145">
                  <c:v>0.26788194444088731</c:v>
                </c:pt>
                <c:pt idx="23146">
                  <c:v>0.26789351851766696</c:v>
                </c:pt>
                <c:pt idx="23147">
                  <c:v>0.26790509258717066</c:v>
                </c:pt>
                <c:pt idx="23148">
                  <c:v>0.26791666666395031</c:v>
                </c:pt>
                <c:pt idx="23149">
                  <c:v>0.26792824074072996</c:v>
                </c:pt>
                <c:pt idx="23150">
                  <c:v>0.26793981481023366</c:v>
                </c:pt>
                <c:pt idx="23151">
                  <c:v>0.26795138888701331</c:v>
                </c:pt>
                <c:pt idx="23152">
                  <c:v>0.26796296296379296</c:v>
                </c:pt>
                <c:pt idx="23153">
                  <c:v>0.26797453703329666</c:v>
                </c:pt>
                <c:pt idx="23154">
                  <c:v>0.26798611111007631</c:v>
                </c:pt>
                <c:pt idx="23155">
                  <c:v>0.26799768517958</c:v>
                </c:pt>
                <c:pt idx="23156">
                  <c:v>0.26800925925635966</c:v>
                </c:pt>
                <c:pt idx="23157">
                  <c:v>0.26802083333313931</c:v>
                </c:pt>
                <c:pt idx="23158">
                  <c:v>0.268032407402643</c:v>
                </c:pt>
                <c:pt idx="23159">
                  <c:v>0.26804398147942265</c:v>
                </c:pt>
                <c:pt idx="23160">
                  <c:v>0.26805555555620231</c:v>
                </c:pt>
                <c:pt idx="23161">
                  <c:v>0.268067129625706</c:v>
                </c:pt>
                <c:pt idx="23162">
                  <c:v>0.26807870370248565</c:v>
                </c:pt>
                <c:pt idx="23163">
                  <c:v>0.26809027777198935</c:v>
                </c:pt>
                <c:pt idx="23164">
                  <c:v>0.268101851848769</c:v>
                </c:pt>
                <c:pt idx="23165">
                  <c:v>0.26811342592554865</c:v>
                </c:pt>
                <c:pt idx="23166">
                  <c:v>0.26812499999505235</c:v>
                </c:pt>
                <c:pt idx="23167">
                  <c:v>0.268136574071832</c:v>
                </c:pt>
                <c:pt idx="23168">
                  <c:v>0.26814814814861165</c:v>
                </c:pt>
                <c:pt idx="23169">
                  <c:v>0.26815972221811535</c:v>
                </c:pt>
                <c:pt idx="23170">
                  <c:v>0.268171296294895</c:v>
                </c:pt>
                <c:pt idx="23171">
                  <c:v>0.26818287037167465</c:v>
                </c:pt>
                <c:pt idx="23172">
                  <c:v>0.26819444444117835</c:v>
                </c:pt>
                <c:pt idx="23173">
                  <c:v>0.268206018517958</c:v>
                </c:pt>
                <c:pt idx="23174">
                  <c:v>0.2682175925874617</c:v>
                </c:pt>
                <c:pt idx="23175">
                  <c:v>0.26822916666424135</c:v>
                </c:pt>
                <c:pt idx="23176">
                  <c:v>0.268240740741021</c:v>
                </c:pt>
                <c:pt idx="23177">
                  <c:v>0.26825231481052469</c:v>
                </c:pt>
                <c:pt idx="23178">
                  <c:v>0.26826388888730435</c:v>
                </c:pt>
                <c:pt idx="23179">
                  <c:v>0.268275462964084</c:v>
                </c:pt>
                <c:pt idx="23180">
                  <c:v>0.26828703703358769</c:v>
                </c:pt>
                <c:pt idx="23181">
                  <c:v>0.26829861111036735</c:v>
                </c:pt>
                <c:pt idx="23182">
                  <c:v>0.26831018517987104</c:v>
                </c:pt>
                <c:pt idx="23183">
                  <c:v>0.26832175925665069</c:v>
                </c:pt>
                <c:pt idx="23184">
                  <c:v>0.26833333333343035</c:v>
                </c:pt>
                <c:pt idx="23185">
                  <c:v>0.26834490740293404</c:v>
                </c:pt>
                <c:pt idx="23186">
                  <c:v>0.26835648147971369</c:v>
                </c:pt>
                <c:pt idx="23187">
                  <c:v>0.26836805555649335</c:v>
                </c:pt>
                <c:pt idx="23188">
                  <c:v>0.26837962962599704</c:v>
                </c:pt>
                <c:pt idx="23189">
                  <c:v>0.26839120370277669</c:v>
                </c:pt>
                <c:pt idx="23190">
                  <c:v>0.26840277777228039</c:v>
                </c:pt>
                <c:pt idx="23191">
                  <c:v>0.26841435184906004</c:v>
                </c:pt>
                <c:pt idx="23192">
                  <c:v>0.26842592592583969</c:v>
                </c:pt>
                <c:pt idx="23193">
                  <c:v>0.26843749999534339</c:v>
                </c:pt>
                <c:pt idx="23194">
                  <c:v>0.26844907407212304</c:v>
                </c:pt>
                <c:pt idx="23195">
                  <c:v>0.26846064814890269</c:v>
                </c:pt>
                <c:pt idx="23196">
                  <c:v>0.26847222221840639</c:v>
                </c:pt>
                <c:pt idx="23197">
                  <c:v>0.26848379629518604</c:v>
                </c:pt>
                <c:pt idx="23198">
                  <c:v>0.26849537036468973</c:v>
                </c:pt>
                <c:pt idx="23199">
                  <c:v>0.26850694444146939</c:v>
                </c:pt>
                <c:pt idx="23200">
                  <c:v>0.26851851851824904</c:v>
                </c:pt>
                <c:pt idx="23201">
                  <c:v>0.26853009258775273</c:v>
                </c:pt>
                <c:pt idx="23202">
                  <c:v>0.26854166666453239</c:v>
                </c:pt>
                <c:pt idx="23203">
                  <c:v>0.26855324074131204</c:v>
                </c:pt>
                <c:pt idx="23204">
                  <c:v>0.26856481481081573</c:v>
                </c:pt>
                <c:pt idx="23205">
                  <c:v>0.26857638888759539</c:v>
                </c:pt>
                <c:pt idx="23206">
                  <c:v>0.26858796295709908</c:v>
                </c:pt>
                <c:pt idx="23207">
                  <c:v>0.26859953703387873</c:v>
                </c:pt>
                <c:pt idx="23208">
                  <c:v>0.26861111111065838</c:v>
                </c:pt>
                <c:pt idx="23209">
                  <c:v>0.26862268518016208</c:v>
                </c:pt>
                <c:pt idx="23210">
                  <c:v>0.26863425925694173</c:v>
                </c:pt>
                <c:pt idx="23211">
                  <c:v>0.26864583333372138</c:v>
                </c:pt>
                <c:pt idx="23212">
                  <c:v>0.26865740740322508</c:v>
                </c:pt>
                <c:pt idx="23213">
                  <c:v>0.26866898148000473</c:v>
                </c:pt>
                <c:pt idx="23214">
                  <c:v>0.26868055555678438</c:v>
                </c:pt>
                <c:pt idx="23215">
                  <c:v>0.26869212962628808</c:v>
                </c:pt>
                <c:pt idx="23216">
                  <c:v>0.26870370370306773</c:v>
                </c:pt>
                <c:pt idx="23217">
                  <c:v>0.26871527777257143</c:v>
                </c:pt>
                <c:pt idx="23218">
                  <c:v>0.26872685184935108</c:v>
                </c:pt>
                <c:pt idx="23219">
                  <c:v>0.26873842592613073</c:v>
                </c:pt>
                <c:pt idx="23220">
                  <c:v>0.26874999999563443</c:v>
                </c:pt>
                <c:pt idx="23221">
                  <c:v>0.26876157407241408</c:v>
                </c:pt>
                <c:pt idx="23222">
                  <c:v>0.26877314814919373</c:v>
                </c:pt>
                <c:pt idx="23223">
                  <c:v>0.26878472221869742</c:v>
                </c:pt>
                <c:pt idx="23224">
                  <c:v>0.26879629629547708</c:v>
                </c:pt>
                <c:pt idx="23225">
                  <c:v>0.26880787036498077</c:v>
                </c:pt>
                <c:pt idx="23226">
                  <c:v>0.26881944444176042</c:v>
                </c:pt>
                <c:pt idx="23227">
                  <c:v>0.26883101851854008</c:v>
                </c:pt>
                <c:pt idx="23228">
                  <c:v>0.26884259258804377</c:v>
                </c:pt>
                <c:pt idx="23229">
                  <c:v>0.26885416666482342</c:v>
                </c:pt>
                <c:pt idx="23230">
                  <c:v>0.26886574074160308</c:v>
                </c:pt>
                <c:pt idx="23231">
                  <c:v>0.26887731481110677</c:v>
                </c:pt>
                <c:pt idx="23232">
                  <c:v>0.26888888888788642</c:v>
                </c:pt>
                <c:pt idx="23233">
                  <c:v>0.26890046295739012</c:v>
                </c:pt>
                <c:pt idx="23234">
                  <c:v>0.26891203703416977</c:v>
                </c:pt>
                <c:pt idx="23235">
                  <c:v>0.26892361111094942</c:v>
                </c:pt>
                <c:pt idx="23236">
                  <c:v>0.26893518518045312</c:v>
                </c:pt>
                <c:pt idx="23237">
                  <c:v>0.26894675925723277</c:v>
                </c:pt>
                <c:pt idx="23238">
                  <c:v>0.26895833333401242</c:v>
                </c:pt>
                <c:pt idx="23239">
                  <c:v>0.26896990740351612</c:v>
                </c:pt>
                <c:pt idx="23240">
                  <c:v>0.26898148148029577</c:v>
                </c:pt>
                <c:pt idx="23241">
                  <c:v>0.26899305554979946</c:v>
                </c:pt>
                <c:pt idx="23242">
                  <c:v>0.26900462962657912</c:v>
                </c:pt>
                <c:pt idx="23243">
                  <c:v>0.26901620370335877</c:v>
                </c:pt>
                <c:pt idx="23244">
                  <c:v>0.26902777777286246</c:v>
                </c:pt>
                <c:pt idx="23245">
                  <c:v>0.26903935184964212</c:v>
                </c:pt>
                <c:pt idx="23246">
                  <c:v>0.26905092592642177</c:v>
                </c:pt>
                <c:pt idx="23247">
                  <c:v>0.26906249999592546</c:v>
                </c:pt>
                <c:pt idx="23248">
                  <c:v>0.26907407407270512</c:v>
                </c:pt>
                <c:pt idx="23249">
                  <c:v>0.26908564814948477</c:v>
                </c:pt>
                <c:pt idx="23250">
                  <c:v>0.26909722221898846</c:v>
                </c:pt>
                <c:pt idx="23251">
                  <c:v>0.26910879629576812</c:v>
                </c:pt>
                <c:pt idx="23252">
                  <c:v>0.26912037036527181</c:v>
                </c:pt>
                <c:pt idx="23253">
                  <c:v>0.26913194444205146</c:v>
                </c:pt>
                <c:pt idx="23254">
                  <c:v>0.26914351851883112</c:v>
                </c:pt>
                <c:pt idx="23255">
                  <c:v>0.26915509258833481</c:v>
                </c:pt>
                <c:pt idx="23256">
                  <c:v>0.26916666666511446</c:v>
                </c:pt>
                <c:pt idx="23257">
                  <c:v>0.26917824074189411</c:v>
                </c:pt>
                <c:pt idx="23258">
                  <c:v>0.26918981481139781</c:v>
                </c:pt>
                <c:pt idx="23259">
                  <c:v>0.26920138888817746</c:v>
                </c:pt>
                <c:pt idx="23260">
                  <c:v>0.26921296295768116</c:v>
                </c:pt>
                <c:pt idx="23261">
                  <c:v>0.26922453703446081</c:v>
                </c:pt>
                <c:pt idx="23262">
                  <c:v>0.26923611111124046</c:v>
                </c:pt>
                <c:pt idx="23263">
                  <c:v>0.26924768518074416</c:v>
                </c:pt>
                <c:pt idx="23264">
                  <c:v>0.26925925925752381</c:v>
                </c:pt>
                <c:pt idx="23265">
                  <c:v>0.26927083333430346</c:v>
                </c:pt>
                <c:pt idx="23266">
                  <c:v>0.26928240740380716</c:v>
                </c:pt>
                <c:pt idx="23267">
                  <c:v>0.26929398148058681</c:v>
                </c:pt>
                <c:pt idx="23268">
                  <c:v>0.2693055555500905</c:v>
                </c:pt>
                <c:pt idx="23269">
                  <c:v>0.26931712962687016</c:v>
                </c:pt>
                <c:pt idx="23270">
                  <c:v>0.26932870370364981</c:v>
                </c:pt>
                <c:pt idx="23271">
                  <c:v>0.2693402777731535</c:v>
                </c:pt>
                <c:pt idx="23272">
                  <c:v>0.26935185184993315</c:v>
                </c:pt>
                <c:pt idx="23273">
                  <c:v>0.26936342592671281</c:v>
                </c:pt>
                <c:pt idx="23274">
                  <c:v>0.2693749999962165</c:v>
                </c:pt>
                <c:pt idx="23275">
                  <c:v>0.26938657407299615</c:v>
                </c:pt>
                <c:pt idx="23276">
                  <c:v>0.26939814814249985</c:v>
                </c:pt>
                <c:pt idx="23277">
                  <c:v>0.2694097222192795</c:v>
                </c:pt>
                <c:pt idx="23278">
                  <c:v>0.26942129629605915</c:v>
                </c:pt>
                <c:pt idx="23279">
                  <c:v>0.26943287036556285</c:v>
                </c:pt>
                <c:pt idx="23280">
                  <c:v>0.2694444444423425</c:v>
                </c:pt>
                <c:pt idx="23281">
                  <c:v>0.26945601851912215</c:v>
                </c:pt>
                <c:pt idx="23282">
                  <c:v>0.26946759258862585</c:v>
                </c:pt>
                <c:pt idx="23283">
                  <c:v>0.2694791666654055</c:v>
                </c:pt>
                <c:pt idx="23284">
                  <c:v>0.2694907407349092</c:v>
                </c:pt>
                <c:pt idx="23285">
                  <c:v>0.26950231481168885</c:v>
                </c:pt>
                <c:pt idx="23286">
                  <c:v>0.2695138888884685</c:v>
                </c:pt>
                <c:pt idx="23287">
                  <c:v>0.26952546295797219</c:v>
                </c:pt>
                <c:pt idx="23288">
                  <c:v>0.26953703703475185</c:v>
                </c:pt>
                <c:pt idx="23289">
                  <c:v>0.2695486111115315</c:v>
                </c:pt>
                <c:pt idx="23290">
                  <c:v>0.26956018518103519</c:v>
                </c:pt>
                <c:pt idx="23291">
                  <c:v>0.26957175925781485</c:v>
                </c:pt>
                <c:pt idx="23292">
                  <c:v>0.2695833333345945</c:v>
                </c:pt>
                <c:pt idx="23293">
                  <c:v>0.26959490740409819</c:v>
                </c:pt>
                <c:pt idx="23294">
                  <c:v>0.26960648148087785</c:v>
                </c:pt>
                <c:pt idx="23295">
                  <c:v>0.26961805555038154</c:v>
                </c:pt>
                <c:pt idx="23296">
                  <c:v>0.26962962962716119</c:v>
                </c:pt>
                <c:pt idx="23297">
                  <c:v>0.26964120370394085</c:v>
                </c:pt>
                <c:pt idx="23298">
                  <c:v>0.26965277777344454</c:v>
                </c:pt>
                <c:pt idx="23299">
                  <c:v>0.26966435185022419</c:v>
                </c:pt>
                <c:pt idx="23300">
                  <c:v>0.26967592592700385</c:v>
                </c:pt>
                <c:pt idx="23301">
                  <c:v>0.26968749999650754</c:v>
                </c:pt>
                <c:pt idx="23302">
                  <c:v>0.26969907407328719</c:v>
                </c:pt>
                <c:pt idx="23303">
                  <c:v>0.26971064814279089</c:v>
                </c:pt>
                <c:pt idx="23304">
                  <c:v>0.26972222221957054</c:v>
                </c:pt>
                <c:pt idx="23305">
                  <c:v>0.26973379629635019</c:v>
                </c:pt>
                <c:pt idx="23306">
                  <c:v>0.26974537036585389</c:v>
                </c:pt>
                <c:pt idx="23307">
                  <c:v>0.26975694444263354</c:v>
                </c:pt>
                <c:pt idx="23308">
                  <c:v>0.26976851851941319</c:v>
                </c:pt>
                <c:pt idx="23309">
                  <c:v>0.26978009258891689</c:v>
                </c:pt>
                <c:pt idx="23310">
                  <c:v>0.26979166666569654</c:v>
                </c:pt>
                <c:pt idx="23311">
                  <c:v>0.26980324073520023</c:v>
                </c:pt>
                <c:pt idx="23312">
                  <c:v>0.26981481481197989</c:v>
                </c:pt>
                <c:pt idx="23313">
                  <c:v>0.26982638888875954</c:v>
                </c:pt>
                <c:pt idx="23314">
                  <c:v>0.26983796295826323</c:v>
                </c:pt>
                <c:pt idx="23315">
                  <c:v>0.26984953703504289</c:v>
                </c:pt>
                <c:pt idx="23316">
                  <c:v>0.26986111111182254</c:v>
                </c:pt>
                <c:pt idx="23317">
                  <c:v>0.26987268518132623</c:v>
                </c:pt>
                <c:pt idx="23318">
                  <c:v>0.26988425925810589</c:v>
                </c:pt>
                <c:pt idx="23319">
                  <c:v>0.26989583332760958</c:v>
                </c:pt>
                <c:pt idx="23320">
                  <c:v>0.26990740740438923</c:v>
                </c:pt>
                <c:pt idx="23321">
                  <c:v>0.26991898148116888</c:v>
                </c:pt>
                <c:pt idx="23322">
                  <c:v>0.26993055555067258</c:v>
                </c:pt>
                <c:pt idx="23323">
                  <c:v>0.26994212962745223</c:v>
                </c:pt>
                <c:pt idx="23324">
                  <c:v>0.26995370370423188</c:v>
                </c:pt>
                <c:pt idx="23325">
                  <c:v>0.26996527777373558</c:v>
                </c:pt>
                <c:pt idx="23326">
                  <c:v>0.26997685185051523</c:v>
                </c:pt>
                <c:pt idx="23327">
                  <c:v>0.26998842592001893</c:v>
                </c:pt>
                <c:pt idx="23328">
                  <c:v>0.26999999999679858</c:v>
                </c:pt>
                <c:pt idx="23329">
                  <c:v>0.27001157407357823</c:v>
                </c:pt>
                <c:pt idx="23330">
                  <c:v>0.27002314814308193</c:v>
                </c:pt>
                <c:pt idx="23331">
                  <c:v>0.27003472221986158</c:v>
                </c:pt>
                <c:pt idx="23332">
                  <c:v>0.27004629629664123</c:v>
                </c:pt>
                <c:pt idx="23333">
                  <c:v>0.27005787036614493</c:v>
                </c:pt>
                <c:pt idx="23334">
                  <c:v>0.27006944444292458</c:v>
                </c:pt>
                <c:pt idx="23335">
                  <c:v>0.27008101851970423</c:v>
                </c:pt>
                <c:pt idx="23336">
                  <c:v>0.27009259258920792</c:v>
                </c:pt>
                <c:pt idx="23337">
                  <c:v>0.27010416666598758</c:v>
                </c:pt>
                <c:pt idx="23338">
                  <c:v>0.27011574073549127</c:v>
                </c:pt>
                <c:pt idx="23339">
                  <c:v>0.27012731481227092</c:v>
                </c:pt>
                <c:pt idx="23340">
                  <c:v>0.27013888888905058</c:v>
                </c:pt>
                <c:pt idx="23341">
                  <c:v>0.27015046295855427</c:v>
                </c:pt>
                <c:pt idx="23342">
                  <c:v>0.27016203703533392</c:v>
                </c:pt>
                <c:pt idx="23343">
                  <c:v>0.27017361111211358</c:v>
                </c:pt>
                <c:pt idx="23344">
                  <c:v>0.27018518518161727</c:v>
                </c:pt>
                <c:pt idx="23345">
                  <c:v>0.27019675925839692</c:v>
                </c:pt>
                <c:pt idx="23346">
                  <c:v>0.27020833332790062</c:v>
                </c:pt>
                <c:pt idx="23347">
                  <c:v>0.27021990740468027</c:v>
                </c:pt>
                <c:pt idx="23348">
                  <c:v>0.27023148148145992</c:v>
                </c:pt>
                <c:pt idx="23349">
                  <c:v>0.27024305555096362</c:v>
                </c:pt>
                <c:pt idx="23350">
                  <c:v>0.27025462962774327</c:v>
                </c:pt>
                <c:pt idx="23351">
                  <c:v>0.27026620370452292</c:v>
                </c:pt>
                <c:pt idx="23352">
                  <c:v>0.27027777777402662</c:v>
                </c:pt>
                <c:pt idx="23353">
                  <c:v>0.27028935185080627</c:v>
                </c:pt>
                <c:pt idx="23354">
                  <c:v>0.27030092592030996</c:v>
                </c:pt>
                <c:pt idx="23355">
                  <c:v>0.27031249999708962</c:v>
                </c:pt>
                <c:pt idx="23356">
                  <c:v>0.27032407407386927</c:v>
                </c:pt>
                <c:pt idx="23357">
                  <c:v>0.27033564814337296</c:v>
                </c:pt>
                <c:pt idx="23358">
                  <c:v>0.27034722222015262</c:v>
                </c:pt>
                <c:pt idx="23359">
                  <c:v>0.27035879629693227</c:v>
                </c:pt>
                <c:pt idx="23360">
                  <c:v>0.27037037036643596</c:v>
                </c:pt>
                <c:pt idx="23361">
                  <c:v>0.27038194444321562</c:v>
                </c:pt>
                <c:pt idx="23362">
                  <c:v>0.27039351851271931</c:v>
                </c:pt>
                <c:pt idx="23363">
                  <c:v>0.27040509258949896</c:v>
                </c:pt>
                <c:pt idx="23364">
                  <c:v>0.27041666666627862</c:v>
                </c:pt>
                <c:pt idx="23365">
                  <c:v>0.27042824073578231</c:v>
                </c:pt>
                <c:pt idx="23366">
                  <c:v>0.27043981481256196</c:v>
                </c:pt>
                <c:pt idx="23367">
                  <c:v>0.27045138888934162</c:v>
                </c:pt>
                <c:pt idx="23368">
                  <c:v>0.27046296295884531</c:v>
                </c:pt>
                <c:pt idx="23369">
                  <c:v>0.27047453703562496</c:v>
                </c:pt>
                <c:pt idx="23370">
                  <c:v>0.27048611111240461</c:v>
                </c:pt>
                <c:pt idx="23371">
                  <c:v>0.27049768518190831</c:v>
                </c:pt>
                <c:pt idx="23372">
                  <c:v>0.27050925925868796</c:v>
                </c:pt>
                <c:pt idx="23373">
                  <c:v>0.27052083332819166</c:v>
                </c:pt>
                <c:pt idx="23374">
                  <c:v>0.27053240740497131</c:v>
                </c:pt>
                <c:pt idx="23375">
                  <c:v>0.27054398148175096</c:v>
                </c:pt>
                <c:pt idx="23376">
                  <c:v>0.27055555555125466</c:v>
                </c:pt>
                <c:pt idx="23377">
                  <c:v>0.27056712962803431</c:v>
                </c:pt>
                <c:pt idx="23378">
                  <c:v>0.27057870370481396</c:v>
                </c:pt>
                <c:pt idx="23379">
                  <c:v>0.27059027777431766</c:v>
                </c:pt>
                <c:pt idx="23380">
                  <c:v>0.27060185185109731</c:v>
                </c:pt>
                <c:pt idx="23381">
                  <c:v>0.270613425920601</c:v>
                </c:pt>
                <c:pt idx="23382">
                  <c:v>0.27062499999738066</c:v>
                </c:pt>
                <c:pt idx="23383">
                  <c:v>0.27063657407416031</c:v>
                </c:pt>
                <c:pt idx="23384">
                  <c:v>0.270648148143664</c:v>
                </c:pt>
                <c:pt idx="23385">
                  <c:v>0.27065972222044365</c:v>
                </c:pt>
                <c:pt idx="23386">
                  <c:v>0.27067129629722331</c:v>
                </c:pt>
                <c:pt idx="23387">
                  <c:v>0.270682870366727</c:v>
                </c:pt>
                <c:pt idx="23388">
                  <c:v>0.27069444444350665</c:v>
                </c:pt>
                <c:pt idx="23389">
                  <c:v>0.27070601851301035</c:v>
                </c:pt>
                <c:pt idx="23390">
                  <c:v>0.27071759258979</c:v>
                </c:pt>
                <c:pt idx="23391">
                  <c:v>0.27072916666656965</c:v>
                </c:pt>
                <c:pt idx="23392">
                  <c:v>0.27074074073607335</c:v>
                </c:pt>
                <c:pt idx="23393">
                  <c:v>0.270752314812853</c:v>
                </c:pt>
                <c:pt idx="23394">
                  <c:v>0.27076388888963265</c:v>
                </c:pt>
                <c:pt idx="23395">
                  <c:v>0.27077546295913635</c:v>
                </c:pt>
                <c:pt idx="23396">
                  <c:v>0.270787037035916</c:v>
                </c:pt>
                <c:pt idx="23397">
                  <c:v>0.2707986111054197</c:v>
                </c:pt>
                <c:pt idx="23398">
                  <c:v>0.27081018518219935</c:v>
                </c:pt>
                <c:pt idx="23399">
                  <c:v>0.270821759258979</c:v>
                </c:pt>
                <c:pt idx="23400">
                  <c:v>0.27083333332848269</c:v>
                </c:pt>
                <c:pt idx="23401">
                  <c:v>0.27084490740526235</c:v>
                </c:pt>
                <c:pt idx="23402">
                  <c:v>0.270856481482042</c:v>
                </c:pt>
                <c:pt idx="23403">
                  <c:v>0.27086805555154569</c:v>
                </c:pt>
                <c:pt idx="23404">
                  <c:v>0.27087962962832535</c:v>
                </c:pt>
                <c:pt idx="23405">
                  <c:v>0.27089120369782904</c:v>
                </c:pt>
                <c:pt idx="23406">
                  <c:v>0.27090277777460869</c:v>
                </c:pt>
                <c:pt idx="23407">
                  <c:v>0.27091435185138835</c:v>
                </c:pt>
                <c:pt idx="23408">
                  <c:v>0.27092592592089204</c:v>
                </c:pt>
                <c:pt idx="23409">
                  <c:v>0.27093749999767169</c:v>
                </c:pt>
                <c:pt idx="23410">
                  <c:v>0.27094907407445135</c:v>
                </c:pt>
                <c:pt idx="23411">
                  <c:v>0.27096064814395504</c:v>
                </c:pt>
                <c:pt idx="23412">
                  <c:v>0.27097222222073469</c:v>
                </c:pt>
                <c:pt idx="23413">
                  <c:v>0.27098379629751435</c:v>
                </c:pt>
                <c:pt idx="23414">
                  <c:v>0.27099537036701804</c:v>
                </c:pt>
                <c:pt idx="23415">
                  <c:v>0.27100694444379769</c:v>
                </c:pt>
                <c:pt idx="23416">
                  <c:v>0.27101851851330139</c:v>
                </c:pt>
                <c:pt idx="23417">
                  <c:v>0.27103009259008104</c:v>
                </c:pt>
                <c:pt idx="23418">
                  <c:v>0.27104166666686069</c:v>
                </c:pt>
                <c:pt idx="23419">
                  <c:v>0.27105324073636439</c:v>
                </c:pt>
                <c:pt idx="23420">
                  <c:v>0.27106481481314404</c:v>
                </c:pt>
                <c:pt idx="23421">
                  <c:v>0.27107638888992369</c:v>
                </c:pt>
                <c:pt idx="23422">
                  <c:v>0.27108796295942739</c:v>
                </c:pt>
                <c:pt idx="23423">
                  <c:v>0.27109953703620704</c:v>
                </c:pt>
                <c:pt idx="23424">
                  <c:v>0.27111111110571073</c:v>
                </c:pt>
                <c:pt idx="23425">
                  <c:v>0.27112268518249039</c:v>
                </c:pt>
                <c:pt idx="23426">
                  <c:v>0.27113425925927004</c:v>
                </c:pt>
                <c:pt idx="23427">
                  <c:v>0.27114583332877373</c:v>
                </c:pt>
                <c:pt idx="23428">
                  <c:v>0.27115740740555339</c:v>
                </c:pt>
                <c:pt idx="23429">
                  <c:v>0.27116898148233304</c:v>
                </c:pt>
                <c:pt idx="23430">
                  <c:v>0.27118055555183673</c:v>
                </c:pt>
                <c:pt idx="23431">
                  <c:v>0.27119212962861639</c:v>
                </c:pt>
                <c:pt idx="23432">
                  <c:v>0.27120370369812008</c:v>
                </c:pt>
                <c:pt idx="23433">
                  <c:v>0.27121527777489973</c:v>
                </c:pt>
                <c:pt idx="23434">
                  <c:v>0.27122685185167938</c:v>
                </c:pt>
                <c:pt idx="23435">
                  <c:v>0.27123842592118308</c:v>
                </c:pt>
                <c:pt idx="23436">
                  <c:v>0.27124999999796273</c:v>
                </c:pt>
                <c:pt idx="23437">
                  <c:v>0.27126157407474238</c:v>
                </c:pt>
                <c:pt idx="23438">
                  <c:v>0.27127314814424608</c:v>
                </c:pt>
                <c:pt idx="23439">
                  <c:v>0.27128472222102573</c:v>
                </c:pt>
                <c:pt idx="23440">
                  <c:v>0.27129629629052943</c:v>
                </c:pt>
                <c:pt idx="23441">
                  <c:v>0.27130787036730908</c:v>
                </c:pt>
                <c:pt idx="23442">
                  <c:v>0.27131944444408873</c:v>
                </c:pt>
                <c:pt idx="23443">
                  <c:v>0.27133101851359243</c:v>
                </c:pt>
                <c:pt idx="23444">
                  <c:v>0.27134259259037208</c:v>
                </c:pt>
                <c:pt idx="23445">
                  <c:v>0.27135416666715173</c:v>
                </c:pt>
                <c:pt idx="23446">
                  <c:v>0.27136574073665543</c:v>
                </c:pt>
                <c:pt idx="23447">
                  <c:v>0.27137731481343508</c:v>
                </c:pt>
                <c:pt idx="23448">
                  <c:v>0.27138888889021473</c:v>
                </c:pt>
                <c:pt idx="23449">
                  <c:v>0.27140046295971842</c:v>
                </c:pt>
                <c:pt idx="23450">
                  <c:v>0.27141203703649808</c:v>
                </c:pt>
                <c:pt idx="23451">
                  <c:v>0.27142361110600177</c:v>
                </c:pt>
                <c:pt idx="23452">
                  <c:v>0.27143518518278142</c:v>
                </c:pt>
                <c:pt idx="23453">
                  <c:v>0.27144675925956108</c:v>
                </c:pt>
                <c:pt idx="23454">
                  <c:v>0.27145833332906477</c:v>
                </c:pt>
                <c:pt idx="23455">
                  <c:v>0.27146990740584442</c:v>
                </c:pt>
                <c:pt idx="23456">
                  <c:v>0.27148148148262408</c:v>
                </c:pt>
                <c:pt idx="23457">
                  <c:v>0.27149305555212777</c:v>
                </c:pt>
                <c:pt idx="23458">
                  <c:v>0.27150462962890742</c:v>
                </c:pt>
                <c:pt idx="23459">
                  <c:v>0.27151620369841112</c:v>
                </c:pt>
                <c:pt idx="23460">
                  <c:v>0.27152777777519077</c:v>
                </c:pt>
                <c:pt idx="23461">
                  <c:v>0.27153935185197042</c:v>
                </c:pt>
                <c:pt idx="23462">
                  <c:v>0.27155092592147412</c:v>
                </c:pt>
                <c:pt idx="23463">
                  <c:v>0.27156249999825377</c:v>
                </c:pt>
                <c:pt idx="23464">
                  <c:v>0.27157407407503342</c:v>
                </c:pt>
                <c:pt idx="23465">
                  <c:v>0.27158564814453712</c:v>
                </c:pt>
                <c:pt idx="23466">
                  <c:v>0.27159722222131677</c:v>
                </c:pt>
                <c:pt idx="23467">
                  <c:v>0.27160879629082046</c:v>
                </c:pt>
                <c:pt idx="23468">
                  <c:v>0.27162037036760012</c:v>
                </c:pt>
                <c:pt idx="23469">
                  <c:v>0.27163194444437977</c:v>
                </c:pt>
                <c:pt idx="23470">
                  <c:v>0.27164351851388346</c:v>
                </c:pt>
                <c:pt idx="23471">
                  <c:v>0.27165509259066312</c:v>
                </c:pt>
                <c:pt idx="23472">
                  <c:v>0.27166666666744277</c:v>
                </c:pt>
                <c:pt idx="23473">
                  <c:v>0.27167824073694646</c:v>
                </c:pt>
                <c:pt idx="23474">
                  <c:v>0.27168981481372612</c:v>
                </c:pt>
                <c:pt idx="23475">
                  <c:v>0.27170138888322981</c:v>
                </c:pt>
                <c:pt idx="23476">
                  <c:v>0.27171296296000946</c:v>
                </c:pt>
                <c:pt idx="23477">
                  <c:v>0.27172453703678912</c:v>
                </c:pt>
                <c:pt idx="23478">
                  <c:v>0.27173611110629281</c:v>
                </c:pt>
                <c:pt idx="23479">
                  <c:v>0.27174768518307246</c:v>
                </c:pt>
                <c:pt idx="23480">
                  <c:v>0.27175925925985212</c:v>
                </c:pt>
                <c:pt idx="23481">
                  <c:v>0.27177083332935581</c:v>
                </c:pt>
                <c:pt idx="23482">
                  <c:v>0.27178240740613546</c:v>
                </c:pt>
                <c:pt idx="23483">
                  <c:v>0.27179398147563916</c:v>
                </c:pt>
                <c:pt idx="23484">
                  <c:v>0.27180555555241881</c:v>
                </c:pt>
                <c:pt idx="23485">
                  <c:v>0.27181712962919846</c:v>
                </c:pt>
                <c:pt idx="23486">
                  <c:v>0.27182870369870216</c:v>
                </c:pt>
                <c:pt idx="23487">
                  <c:v>0.27184027777548181</c:v>
                </c:pt>
                <c:pt idx="23488">
                  <c:v>0.27185185185226146</c:v>
                </c:pt>
                <c:pt idx="23489">
                  <c:v>0.27186342592176516</c:v>
                </c:pt>
                <c:pt idx="23490">
                  <c:v>0.27187499999854481</c:v>
                </c:pt>
                <c:pt idx="23491">
                  <c:v>0.27188657407532446</c:v>
                </c:pt>
                <c:pt idx="23492">
                  <c:v>0.27189814814482816</c:v>
                </c:pt>
                <c:pt idx="23493">
                  <c:v>0.27190972222160781</c:v>
                </c:pt>
                <c:pt idx="23494">
                  <c:v>0.2719212962911115</c:v>
                </c:pt>
                <c:pt idx="23495">
                  <c:v>0.27193287036789116</c:v>
                </c:pt>
                <c:pt idx="23496">
                  <c:v>0.27194444444467081</c:v>
                </c:pt>
                <c:pt idx="23497">
                  <c:v>0.2719560185141745</c:v>
                </c:pt>
                <c:pt idx="23498">
                  <c:v>0.27196759259095415</c:v>
                </c:pt>
                <c:pt idx="23499">
                  <c:v>0.27197916666773381</c:v>
                </c:pt>
                <c:pt idx="23500">
                  <c:v>0.2719907407372375</c:v>
                </c:pt>
                <c:pt idx="23501">
                  <c:v>0.27200231481401715</c:v>
                </c:pt>
                <c:pt idx="23502">
                  <c:v>0.27201388888352085</c:v>
                </c:pt>
                <c:pt idx="23503">
                  <c:v>0.2720254629603005</c:v>
                </c:pt>
                <c:pt idx="23504">
                  <c:v>0.27203703703708015</c:v>
                </c:pt>
                <c:pt idx="23505">
                  <c:v>0.27204861110658385</c:v>
                </c:pt>
                <c:pt idx="23506">
                  <c:v>0.2720601851833635</c:v>
                </c:pt>
                <c:pt idx="23507">
                  <c:v>0.27207175926014315</c:v>
                </c:pt>
                <c:pt idx="23508">
                  <c:v>0.27208333332964685</c:v>
                </c:pt>
                <c:pt idx="23509">
                  <c:v>0.2720949074064265</c:v>
                </c:pt>
                <c:pt idx="23510">
                  <c:v>0.2721064814759302</c:v>
                </c:pt>
                <c:pt idx="23511">
                  <c:v>0.27211805555270985</c:v>
                </c:pt>
                <c:pt idx="23512">
                  <c:v>0.2721296296294895</c:v>
                </c:pt>
                <c:pt idx="23513">
                  <c:v>0.27214120369899319</c:v>
                </c:pt>
                <c:pt idx="23514">
                  <c:v>0.27215277777577285</c:v>
                </c:pt>
                <c:pt idx="23515">
                  <c:v>0.2721643518525525</c:v>
                </c:pt>
                <c:pt idx="23516">
                  <c:v>0.27217592592205619</c:v>
                </c:pt>
                <c:pt idx="23517">
                  <c:v>0.27218749999883585</c:v>
                </c:pt>
                <c:pt idx="23518">
                  <c:v>0.27219907406833954</c:v>
                </c:pt>
                <c:pt idx="23519">
                  <c:v>0.27221064814511919</c:v>
                </c:pt>
                <c:pt idx="23520">
                  <c:v>0.27222222222189885</c:v>
                </c:pt>
                <c:pt idx="23521">
                  <c:v>0.27223379629140254</c:v>
                </c:pt>
                <c:pt idx="23522">
                  <c:v>0.27224537036818219</c:v>
                </c:pt>
                <c:pt idx="23523">
                  <c:v>0.27225694444496185</c:v>
                </c:pt>
                <c:pt idx="23524">
                  <c:v>0.27226851851446554</c:v>
                </c:pt>
                <c:pt idx="23525">
                  <c:v>0.27228009259124519</c:v>
                </c:pt>
                <c:pt idx="23526">
                  <c:v>0.27229166666074889</c:v>
                </c:pt>
                <c:pt idx="23527">
                  <c:v>0.27230324073752854</c:v>
                </c:pt>
                <c:pt idx="23528">
                  <c:v>0.27231481481430819</c:v>
                </c:pt>
                <c:pt idx="23529">
                  <c:v>0.27232638888381189</c:v>
                </c:pt>
                <c:pt idx="23530">
                  <c:v>0.27233796296059154</c:v>
                </c:pt>
                <c:pt idx="23531">
                  <c:v>0.27234953703737119</c:v>
                </c:pt>
                <c:pt idx="23532">
                  <c:v>0.27236111110687489</c:v>
                </c:pt>
                <c:pt idx="23533">
                  <c:v>0.27237268518365454</c:v>
                </c:pt>
                <c:pt idx="23534">
                  <c:v>0.27238425926043419</c:v>
                </c:pt>
                <c:pt idx="23535">
                  <c:v>0.27239583332993789</c:v>
                </c:pt>
                <c:pt idx="23536">
                  <c:v>0.27240740740671754</c:v>
                </c:pt>
                <c:pt idx="23537">
                  <c:v>0.27241898147622123</c:v>
                </c:pt>
                <c:pt idx="23538">
                  <c:v>0.27243055555300089</c:v>
                </c:pt>
                <c:pt idx="23539">
                  <c:v>0.27244212962978054</c:v>
                </c:pt>
                <c:pt idx="23540">
                  <c:v>0.27245370369928423</c:v>
                </c:pt>
                <c:pt idx="23541">
                  <c:v>0.27246527777606389</c:v>
                </c:pt>
                <c:pt idx="23542">
                  <c:v>0.27247685185284354</c:v>
                </c:pt>
                <c:pt idx="23543">
                  <c:v>0.27248842592234723</c:v>
                </c:pt>
                <c:pt idx="23544">
                  <c:v>0.27249999999912689</c:v>
                </c:pt>
                <c:pt idx="23545">
                  <c:v>0.27251157406863058</c:v>
                </c:pt>
                <c:pt idx="23546">
                  <c:v>0.27252314814541023</c:v>
                </c:pt>
                <c:pt idx="23547">
                  <c:v>0.27253472222218988</c:v>
                </c:pt>
                <c:pt idx="23548">
                  <c:v>0.27254629629169358</c:v>
                </c:pt>
                <c:pt idx="23549">
                  <c:v>0.27255787036847323</c:v>
                </c:pt>
                <c:pt idx="23550">
                  <c:v>0.27256944444525288</c:v>
                </c:pt>
                <c:pt idx="23551">
                  <c:v>0.27258101851475658</c:v>
                </c:pt>
                <c:pt idx="23552">
                  <c:v>0.27259259259153623</c:v>
                </c:pt>
                <c:pt idx="23553">
                  <c:v>0.27260416666103993</c:v>
                </c:pt>
                <c:pt idx="23554">
                  <c:v>0.27261574073781958</c:v>
                </c:pt>
                <c:pt idx="23555">
                  <c:v>0.27262731481459923</c:v>
                </c:pt>
                <c:pt idx="23556">
                  <c:v>0.27263888888410293</c:v>
                </c:pt>
                <c:pt idx="23557">
                  <c:v>0.27265046296088258</c:v>
                </c:pt>
                <c:pt idx="23558">
                  <c:v>0.27266203703766223</c:v>
                </c:pt>
                <c:pt idx="23559">
                  <c:v>0.27267361110716593</c:v>
                </c:pt>
                <c:pt idx="23560">
                  <c:v>0.27268518518394558</c:v>
                </c:pt>
                <c:pt idx="23561">
                  <c:v>0.27269675925344927</c:v>
                </c:pt>
                <c:pt idx="23562">
                  <c:v>0.27270833333022892</c:v>
                </c:pt>
                <c:pt idx="23563">
                  <c:v>0.27271990740700858</c:v>
                </c:pt>
                <c:pt idx="23564">
                  <c:v>0.27273148147651227</c:v>
                </c:pt>
                <c:pt idx="23565">
                  <c:v>0.27274305555329192</c:v>
                </c:pt>
                <c:pt idx="23566">
                  <c:v>0.27275462963007158</c:v>
                </c:pt>
                <c:pt idx="23567">
                  <c:v>0.27276620369957527</c:v>
                </c:pt>
                <c:pt idx="23568">
                  <c:v>0.27277777777635492</c:v>
                </c:pt>
                <c:pt idx="23569">
                  <c:v>0.27278935185313458</c:v>
                </c:pt>
                <c:pt idx="23570">
                  <c:v>0.27280092592263827</c:v>
                </c:pt>
                <c:pt idx="23571">
                  <c:v>0.27281249999941792</c:v>
                </c:pt>
                <c:pt idx="23572">
                  <c:v>0.27282407406892162</c:v>
                </c:pt>
                <c:pt idx="23573">
                  <c:v>0.27283564814570127</c:v>
                </c:pt>
                <c:pt idx="23574">
                  <c:v>0.27284722222248092</c:v>
                </c:pt>
                <c:pt idx="23575">
                  <c:v>0.27285879629198462</c:v>
                </c:pt>
                <c:pt idx="23576">
                  <c:v>0.27287037036876427</c:v>
                </c:pt>
                <c:pt idx="23577">
                  <c:v>0.27288194444554392</c:v>
                </c:pt>
                <c:pt idx="23578">
                  <c:v>0.27289351851504762</c:v>
                </c:pt>
                <c:pt idx="23579">
                  <c:v>0.27290509259182727</c:v>
                </c:pt>
                <c:pt idx="23580">
                  <c:v>0.27291666666133096</c:v>
                </c:pt>
                <c:pt idx="23581">
                  <c:v>0.27292824073811062</c:v>
                </c:pt>
                <c:pt idx="23582">
                  <c:v>0.27293981481489027</c:v>
                </c:pt>
                <c:pt idx="23583">
                  <c:v>0.27295138888439396</c:v>
                </c:pt>
                <c:pt idx="23584">
                  <c:v>0.27296296296117362</c:v>
                </c:pt>
                <c:pt idx="23585">
                  <c:v>0.27297453703795327</c:v>
                </c:pt>
                <c:pt idx="23586">
                  <c:v>0.27298611110745696</c:v>
                </c:pt>
                <c:pt idx="23587">
                  <c:v>0.27299768518423662</c:v>
                </c:pt>
                <c:pt idx="23588">
                  <c:v>0.27300925925374031</c:v>
                </c:pt>
                <c:pt idx="23589">
                  <c:v>0.27302083333051996</c:v>
                </c:pt>
                <c:pt idx="23590">
                  <c:v>0.27303240740729962</c:v>
                </c:pt>
                <c:pt idx="23591">
                  <c:v>0.27304398147680331</c:v>
                </c:pt>
                <c:pt idx="23592">
                  <c:v>0.27305555555358296</c:v>
                </c:pt>
                <c:pt idx="23593">
                  <c:v>0.27306712963036261</c:v>
                </c:pt>
                <c:pt idx="23594">
                  <c:v>0.27307870369986631</c:v>
                </c:pt>
                <c:pt idx="23595">
                  <c:v>0.27309027777664596</c:v>
                </c:pt>
                <c:pt idx="23596">
                  <c:v>0.27310185184614966</c:v>
                </c:pt>
                <c:pt idx="23597">
                  <c:v>0.27311342592292931</c:v>
                </c:pt>
                <c:pt idx="23598">
                  <c:v>0.27312499999970896</c:v>
                </c:pt>
                <c:pt idx="23599">
                  <c:v>0.27313657406921266</c:v>
                </c:pt>
                <c:pt idx="23600">
                  <c:v>0.27314814814599231</c:v>
                </c:pt>
                <c:pt idx="23601">
                  <c:v>0.27315972222277196</c:v>
                </c:pt>
                <c:pt idx="23602">
                  <c:v>0.27317129629227566</c:v>
                </c:pt>
                <c:pt idx="23603">
                  <c:v>0.27318287036905531</c:v>
                </c:pt>
                <c:pt idx="23604">
                  <c:v>0.273194444438559</c:v>
                </c:pt>
                <c:pt idx="23605">
                  <c:v>0.27320601851533866</c:v>
                </c:pt>
                <c:pt idx="23606">
                  <c:v>0.27321759259211831</c:v>
                </c:pt>
                <c:pt idx="23607">
                  <c:v>0.273229166661622</c:v>
                </c:pt>
                <c:pt idx="23608">
                  <c:v>0.27324074073840166</c:v>
                </c:pt>
                <c:pt idx="23609">
                  <c:v>0.27325231481518131</c:v>
                </c:pt>
                <c:pt idx="23610">
                  <c:v>0.273263888884685</c:v>
                </c:pt>
                <c:pt idx="23611">
                  <c:v>0.27327546296146465</c:v>
                </c:pt>
                <c:pt idx="23612">
                  <c:v>0.27328703703824431</c:v>
                </c:pt>
                <c:pt idx="23613">
                  <c:v>0.273298611107748</c:v>
                </c:pt>
                <c:pt idx="23614">
                  <c:v>0.27331018518452765</c:v>
                </c:pt>
                <c:pt idx="23615">
                  <c:v>0.27332175925403135</c:v>
                </c:pt>
                <c:pt idx="23616">
                  <c:v>0.273333333330811</c:v>
                </c:pt>
                <c:pt idx="23617">
                  <c:v>0.27334490740759065</c:v>
                </c:pt>
                <c:pt idx="23618">
                  <c:v>0.27335648147709435</c:v>
                </c:pt>
                <c:pt idx="23619">
                  <c:v>0.273368055553874</c:v>
                </c:pt>
                <c:pt idx="23620">
                  <c:v>0.27337962963065365</c:v>
                </c:pt>
                <c:pt idx="23621">
                  <c:v>0.27339120370015735</c:v>
                </c:pt>
                <c:pt idx="23622">
                  <c:v>0.273402777776937</c:v>
                </c:pt>
                <c:pt idx="23623">
                  <c:v>0.2734143518464407</c:v>
                </c:pt>
                <c:pt idx="23624">
                  <c:v>0.27342592592322035</c:v>
                </c:pt>
                <c:pt idx="23625">
                  <c:v>0.2734375</c:v>
                </c:pt>
                <c:pt idx="23626">
                  <c:v>0.27344907406950369</c:v>
                </c:pt>
                <c:pt idx="23627">
                  <c:v>0.27346064814628335</c:v>
                </c:pt>
                <c:pt idx="23628">
                  <c:v>0.273472222223063</c:v>
                </c:pt>
                <c:pt idx="23629">
                  <c:v>0.27348379629256669</c:v>
                </c:pt>
                <c:pt idx="23630">
                  <c:v>0.27349537036934635</c:v>
                </c:pt>
                <c:pt idx="23631">
                  <c:v>0.27350694443885004</c:v>
                </c:pt>
                <c:pt idx="23632">
                  <c:v>0.27351851851562969</c:v>
                </c:pt>
                <c:pt idx="23633">
                  <c:v>0.27353009259240935</c:v>
                </c:pt>
                <c:pt idx="23634">
                  <c:v>0.27354166666191304</c:v>
                </c:pt>
                <c:pt idx="23635">
                  <c:v>0.27355324073869269</c:v>
                </c:pt>
                <c:pt idx="23636">
                  <c:v>0.27356481481547235</c:v>
                </c:pt>
                <c:pt idx="23637">
                  <c:v>0.27357638888497604</c:v>
                </c:pt>
                <c:pt idx="23638">
                  <c:v>0.27358796296175569</c:v>
                </c:pt>
                <c:pt idx="23639">
                  <c:v>0.27359953703125939</c:v>
                </c:pt>
                <c:pt idx="23640">
                  <c:v>0.27361111110803904</c:v>
                </c:pt>
                <c:pt idx="23641">
                  <c:v>0.27362268518481869</c:v>
                </c:pt>
                <c:pt idx="23642">
                  <c:v>0.27363425925432239</c:v>
                </c:pt>
                <c:pt idx="23643">
                  <c:v>0.27364583333110204</c:v>
                </c:pt>
                <c:pt idx="23644">
                  <c:v>0.27365740740788169</c:v>
                </c:pt>
                <c:pt idx="23645">
                  <c:v>0.27366898147738539</c:v>
                </c:pt>
                <c:pt idx="23646">
                  <c:v>0.27368055555416504</c:v>
                </c:pt>
                <c:pt idx="23647">
                  <c:v>0.27369212963094469</c:v>
                </c:pt>
                <c:pt idx="23648">
                  <c:v>0.27370370370044839</c:v>
                </c:pt>
                <c:pt idx="23649">
                  <c:v>0.27371527777722804</c:v>
                </c:pt>
                <c:pt idx="23650">
                  <c:v>0.27372685184673173</c:v>
                </c:pt>
                <c:pt idx="23651">
                  <c:v>0.27373842592351139</c:v>
                </c:pt>
                <c:pt idx="23652">
                  <c:v>0.27375000000029104</c:v>
                </c:pt>
                <c:pt idx="23653">
                  <c:v>0.27376157406979473</c:v>
                </c:pt>
                <c:pt idx="23654">
                  <c:v>0.27377314814657439</c:v>
                </c:pt>
                <c:pt idx="23655">
                  <c:v>0.27378472222335404</c:v>
                </c:pt>
                <c:pt idx="23656">
                  <c:v>0.27379629629285773</c:v>
                </c:pt>
                <c:pt idx="23657">
                  <c:v>0.27380787036963739</c:v>
                </c:pt>
                <c:pt idx="23658">
                  <c:v>0.27381944443914108</c:v>
                </c:pt>
                <c:pt idx="23659">
                  <c:v>0.27383101851592073</c:v>
                </c:pt>
                <c:pt idx="23660">
                  <c:v>0.27384259259270038</c:v>
                </c:pt>
                <c:pt idx="23661">
                  <c:v>0.27385416666220408</c:v>
                </c:pt>
                <c:pt idx="23662">
                  <c:v>0.27386574073898373</c:v>
                </c:pt>
                <c:pt idx="23663">
                  <c:v>0.27387731481576338</c:v>
                </c:pt>
                <c:pt idx="23664">
                  <c:v>0.27388888888526708</c:v>
                </c:pt>
                <c:pt idx="23665">
                  <c:v>0.27390046296204673</c:v>
                </c:pt>
                <c:pt idx="23666">
                  <c:v>0.27391203703155043</c:v>
                </c:pt>
                <c:pt idx="23667">
                  <c:v>0.27392361110833008</c:v>
                </c:pt>
                <c:pt idx="23668">
                  <c:v>0.27393518518510973</c:v>
                </c:pt>
                <c:pt idx="23669">
                  <c:v>0.27394675925461343</c:v>
                </c:pt>
                <c:pt idx="23670">
                  <c:v>0.27395833333139308</c:v>
                </c:pt>
                <c:pt idx="23671">
                  <c:v>0.27396990740817273</c:v>
                </c:pt>
                <c:pt idx="23672">
                  <c:v>0.27398148147767643</c:v>
                </c:pt>
                <c:pt idx="23673">
                  <c:v>0.27399305555445608</c:v>
                </c:pt>
                <c:pt idx="23674">
                  <c:v>0.27400462962395977</c:v>
                </c:pt>
                <c:pt idx="23675">
                  <c:v>0.27401620370073942</c:v>
                </c:pt>
                <c:pt idx="23676">
                  <c:v>0.27402777777751908</c:v>
                </c:pt>
                <c:pt idx="23677">
                  <c:v>0.27403935184702277</c:v>
                </c:pt>
                <c:pt idx="23678">
                  <c:v>0.27405092592380242</c:v>
                </c:pt>
                <c:pt idx="23679">
                  <c:v>0.27406250000058208</c:v>
                </c:pt>
                <c:pt idx="23680">
                  <c:v>0.27407407407008577</c:v>
                </c:pt>
                <c:pt idx="23681">
                  <c:v>0.27408564814686542</c:v>
                </c:pt>
                <c:pt idx="23682">
                  <c:v>0.27409722221636912</c:v>
                </c:pt>
                <c:pt idx="23683">
                  <c:v>0.27410879629314877</c:v>
                </c:pt>
                <c:pt idx="23684">
                  <c:v>0.27412037036992842</c:v>
                </c:pt>
                <c:pt idx="23685">
                  <c:v>0.27413194443943212</c:v>
                </c:pt>
                <c:pt idx="23686">
                  <c:v>0.27414351851621177</c:v>
                </c:pt>
                <c:pt idx="23687">
                  <c:v>0.27415509259299142</c:v>
                </c:pt>
                <c:pt idx="23688">
                  <c:v>0.27416666666249512</c:v>
                </c:pt>
                <c:pt idx="23689">
                  <c:v>0.27417824073927477</c:v>
                </c:pt>
                <c:pt idx="23690">
                  <c:v>0.27418981481605442</c:v>
                </c:pt>
                <c:pt idx="23691">
                  <c:v>0.27420138888555812</c:v>
                </c:pt>
                <c:pt idx="23692">
                  <c:v>0.27421296296233777</c:v>
                </c:pt>
                <c:pt idx="23693">
                  <c:v>0.27422453703184146</c:v>
                </c:pt>
                <c:pt idx="23694">
                  <c:v>0.27423611110862112</c:v>
                </c:pt>
                <c:pt idx="23695">
                  <c:v>0.27424768518540077</c:v>
                </c:pt>
                <c:pt idx="23696">
                  <c:v>0.27425925925490446</c:v>
                </c:pt>
                <c:pt idx="23697">
                  <c:v>0.27427083333168412</c:v>
                </c:pt>
                <c:pt idx="23698">
                  <c:v>0.27428240740846377</c:v>
                </c:pt>
                <c:pt idx="23699">
                  <c:v>0.27429398147796746</c:v>
                </c:pt>
                <c:pt idx="23700">
                  <c:v>0.27430555555474712</c:v>
                </c:pt>
                <c:pt idx="23701">
                  <c:v>0.27431712962425081</c:v>
                </c:pt>
                <c:pt idx="23702">
                  <c:v>0.27432870370103046</c:v>
                </c:pt>
                <c:pt idx="23703">
                  <c:v>0.27434027777781012</c:v>
                </c:pt>
                <c:pt idx="23704">
                  <c:v>0.27435185184731381</c:v>
                </c:pt>
                <c:pt idx="23705">
                  <c:v>0.27436342592409346</c:v>
                </c:pt>
                <c:pt idx="23706">
                  <c:v>0.27437500000087311</c:v>
                </c:pt>
                <c:pt idx="23707">
                  <c:v>0.27438657407037681</c:v>
                </c:pt>
                <c:pt idx="23708">
                  <c:v>0.27439814814715646</c:v>
                </c:pt>
                <c:pt idx="23709">
                  <c:v>0.27440972221666016</c:v>
                </c:pt>
                <c:pt idx="23710">
                  <c:v>0.27442129629343981</c:v>
                </c:pt>
                <c:pt idx="23711">
                  <c:v>0.27443287037021946</c:v>
                </c:pt>
                <c:pt idx="23712">
                  <c:v>0.27444444443972316</c:v>
                </c:pt>
                <c:pt idx="23713">
                  <c:v>0.27445601851650281</c:v>
                </c:pt>
                <c:pt idx="23714">
                  <c:v>0.27446759259328246</c:v>
                </c:pt>
                <c:pt idx="23715">
                  <c:v>0.27447916666278616</c:v>
                </c:pt>
                <c:pt idx="23716">
                  <c:v>0.27449074073956581</c:v>
                </c:pt>
                <c:pt idx="23717">
                  <c:v>0.2745023148090695</c:v>
                </c:pt>
                <c:pt idx="23718">
                  <c:v>0.27451388888584916</c:v>
                </c:pt>
                <c:pt idx="23719">
                  <c:v>0.27452546296262881</c:v>
                </c:pt>
                <c:pt idx="23720">
                  <c:v>0.2745370370321325</c:v>
                </c:pt>
                <c:pt idx="23721">
                  <c:v>0.27454861110891216</c:v>
                </c:pt>
                <c:pt idx="23722">
                  <c:v>0.27456018518569181</c:v>
                </c:pt>
                <c:pt idx="23723">
                  <c:v>0.2745717592551955</c:v>
                </c:pt>
                <c:pt idx="23724">
                  <c:v>0.27458333333197515</c:v>
                </c:pt>
                <c:pt idx="23725">
                  <c:v>0.27459490740147885</c:v>
                </c:pt>
                <c:pt idx="23726">
                  <c:v>0.2746064814782585</c:v>
                </c:pt>
                <c:pt idx="23727">
                  <c:v>0.27461805555503815</c:v>
                </c:pt>
                <c:pt idx="23728">
                  <c:v>0.27462962962454185</c:v>
                </c:pt>
                <c:pt idx="23729">
                  <c:v>0.2746412037013215</c:v>
                </c:pt>
                <c:pt idx="23730">
                  <c:v>0.27465277777810115</c:v>
                </c:pt>
                <c:pt idx="23731">
                  <c:v>0.27466435184760485</c:v>
                </c:pt>
                <c:pt idx="23732">
                  <c:v>0.2746759259243845</c:v>
                </c:pt>
                <c:pt idx="23733">
                  <c:v>0.27468750000116415</c:v>
                </c:pt>
                <c:pt idx="23734">
                  <c:v>0.27469907407066785</c:v>
                </c:pt>
                <c:pt idx="23735">
                  <c:v>0.2747106481474475</c:v>
                </c:pt>
                <c:pt idx="23736">
                  <c:v>0.2747222222169512</c:v>
                </c:pt>
                <c:pt idx="23737">
                  <c:v>0.27473379629373085</c:v>
                </c:pt>
                <c:pt idx="23738">
                  <c:v>0.2747453703705105</c:v>
                </c:pt>
                <c:pt idx="23739">
                  <c:v>0.27475694444001419</c:v>
                </c:pt>
                <c:pt idx="23740">
                  <c:v>0.27476851851679385</c:v>
                </c:pt>
                <c:pt idx="23741">
                  <c:v>0.2747800925935735</c:v>
                </c:pt>
                <c:pt idx="23742">
                  <c:v>0.27479166666307719</c:v>
                </c:pt>
                <c:pt idx="23743">
                  <c:v>0.27480324073985685</c:v>
                </c:pt>
                <c:pt idx="23744">
                  <c:v>0.27481481480936054</c:v>
                </c:pt>
                <c:pt idx="23745">
                  <c:v>0.27482638888614019</c:v>
                </c:pt>
                <c:pt idx="23746">
                  <c:v>0.27483796296291985</c:v>
                </c:pt>
                <c:pt idx="23747">
                  <c:v>0.27484953703242354</c:v>
                </c:pt>
                <c:pt idx="23748">
                  <c:v>0.27486111110920319</c:v>
                </c:pt>
                <c:pt idx="23749">
                  <c:v>0.27487268518598285</c:v>
                </c:pt>
                <c:pt idx="23750">
                  <c:v>0.27488425925548654</c:v>
                </c:pt>
                <c:pt idx="23751">
                  <c:v>0.27489583333226619</c:v>
                </c:pt>
                <c:pt idx="23752">
                  <c:v>0.27490740740176989</c:v>
                </c:pt>
                <c:pt idx="23753">
                  <c:v>0.27491898147854954</c:v>
                </c:pt>
                <c:pt idx="23754">
                  <c:v>0.27493055555532919</c:v>
                </c:pt>
                <c:pt idx="23755">
                  <c:v>0.27494212962483289</c:v>
                </c:pt>
                <c:pt idx="23756">
                  <c:v>0.27495370370161254</c:v>
                </c:pt>
                <c:pt idx="23757">
                  <c:v>0.27496527777839219</c:v>
                </c:pt>
                <c:pt idx="23758">
                  <c:v>0.27497685184789589</c:v>
                </c:pt>
                <c:pt idx="23759">
                  <c:v>0.27498842592467554</c:v>
                </c:pt>
                <c:pt idx="23760">
                  <c:v>0.27499999999417923</c:v>
                </c:pt>
                <c:pt idx="23761">
                  <c:v>0.27501157407095889</c:v>
                </c:pt>
                <c:pt idx="23762">
                  <c:v>0.27502314814773854</c:v>
                </c:pt>
                <c:pt idx="23763">
                  <c:v>0.27503472221724223</c:v>
                </c:pt>
                <c:pt idx="23764">
                  <c:v>0.27504629629402189</c:v>
                </c:pt>
                <c:pt idx="23765">
                  <c:v>0.27505787037080154</c:v>
                </c:pt>
                <c:pt idx="23766">
                  <c:v>0.27506944444030523</c:v>
                </c:pt>
                <c:pt idx="23767">
                  <c:v>0.27508101851708489</c:v>
                </c:pt>
                <c:pt idx="23768">
                  <c:v>0.27509259259386454</c:v>
                </c:pt>
                <c:pt idx="23769">
                  <c:v>0.27510416666336823</c:v>
                </c:pt>
                <c:pt idx="23770">
                  <c:v>0.27511574074014788</c:v>
                </c:pt>
                <c:pt idx="23771">
                  <c:v>0.27512731480965158</c:v>
                </c:pt>
                <c:pt idx="23772">
                  <c:v>0.27513888888643123</c:v>
                </c:pt>
                <c:pt idx="23773">
                  <c:v>0.27515046296321088</c:v>
                </c:pt>
                <c:pt idx="23774">
                  <c:v>0.27516203703271458</c:v>
                </c:pt>
                <c:pt idx="23775">
                  <c:v>0.27517361110949423</c:v>
                </c:pt>
                <c:pt idx="23776">
                  <c:v>0.27518518518627388</c:v>
                </c:pt>
                <c:pt idx="23777">
                  <c:v>0.27519675925577758</c:v>
                </c:pt>
                <c:pt idx="23778">
                  <c:v>0.27520833333255723</c:v>
                </c:pt>
                <c:pt idx="23779">
                  <c:v>0.27521990740206093</c:v>
                </c:pt>
                <c:pt idx="23780">
                  <c:v>0.27523148147884058</c:v>
                </c:pt>
                <c:pt idx="23781">
                  <c:v>0.27524305555562023</c:v>
                </c:pt>
                <c:pt idx="23782">
                  <c:v>0.27525462962512393</c:v>
                </c:pt>
                <c:pt idx="23783">
                  <c:v>0.27526620370190358</c:v>
                </c:pt>
                <c:pt idx="23784">
                  <c:v>0.27527777777868323</c:v>
                </c:pt>
                <c:pt idx="23785">
                  <c:v>0.27528935184818693</c:v>
                </c:pt>
                <c:pt idx="23786">
                  <c:v>0.27530092592496658</c:v>
                </c:pt>
                <c:pt idx="23787">
                  <c:v>0.27531249999447027</c:v>
                </c:pt>
                <c:pt idx="23788">
                  <c:v>0.27532407407124992</c:v>
                </c:pt>
                <c:pt idx="23789">
                  <c:v>0.27533564814802958</c:v>
                </c:pt>
                <c:pt idx="23790">
                  <c:v>0.27534722221753327</c:v>
                </c:pt>
                <c:pt idx="23791">
                  <c:v>0.27535879629431292</c:v>
                </c:pt>
                <c:pt idx="23792">
                  <c:v>0.27537037037109258</c:v>
                </c:pt>
                <c:pt idx="23793">
                  <c:v>0.27538194444059627</c:v>
                </c:pt>
                <c:pt idx="23794">
                  <c:v>0.27539351851737592</c:v>
                </c:pt>
                <c:pt idx="23795">
                  <c:v>0.27540509258687962</c:v>
                </c:pt>
                <c:pt idx="23796">
                  <c:v>0.27541666666365927</c:v>
                </c:pt>
                <c:pt idx="23797">
                  <c:v>0.27542824074043892</c:v>
                </c:pt>
                <c:pt idx="23798">
                  <c:v>0.27543981480994262</c:v>
                </c:pt>
                <c:pt idx="23799">
                  <c:v>0.27545138888672227</c:v>
                </c:pt>
                <c:pt idx="23800">
                  <c:v>0.27546296296350192</c:v>
                </c:pt>
                <c:pt idx="23801">
                  <c:v>0.27547453703300562</c:v>
                </c:pt>
                <c:pt idx="23802">
                  <c:v>0.27548611110978527</c:v>
                </c:pt>
                <c:pt idx="23803">
                  <c:v>0.27549768517928896</c:v>
                </c:pt>
                <c:pt idx="23804">
                  <c:v>0.27550925925606862</c:v>
                </c:pt>
                <c:pt idx="23805">
                  <c:v>0.27552083333284827</c:v>
                </c:pt>
                <c:pt idx="23806">
                  <c:v>0.27553240740235196</c:v>
                </c:pt>
                <c:pt idx="23807">
                  <c:v>0.27554398147913162</c:v>
                </c:pt>
                <c:pt idx="23808">
                  <c:v>0.27555555555591127</c:v>
                </c:pt>
                <c:pt idx="23809">
                  <c:v>0.27556712962541496</c:v>
                </c:pt>
                <c:pt idx="23810">
                  <c:v>0.27557870370219462</c:v>
                </c:pt>
                <c:pt idx="23811">
                  <c:v>0.27559027777897427</c:v>
                </c:pt>
                <c:pt idx="23812">
                  <c:v>0.27560185184847796</c:v>
                </c:pt>
                <c:pt idx="23813">
                  <c:v>0.27561342592525762</c:v>
                </c:pt>
                <c:pt idx="23814">
                  <c:v>0.27562499999476131</c:v>
                </c:pt>
                <c:pt idx="23815">
                  <c:v>0.27563657407154096</c:v>
                </c:pt>
                <c:pt idx="23816">
                  <c:v>0.27564814814832062</c:v>
                </c:pt>
                <c:pt idx="23817">
                  <c:v>0.27565972221782431</c:v>
                </c:pt>
                <c:pt idx="23818">
                  <c:v>0.27567129629460396</c:v>
                </c:pt>
                <c:pt idx="23819">
                  <c:v>0.27568287037138361</c:v>
                </c:pt>
                <c:pt idx="23820">
                  <c:v>0.27569444444088731</c:v>
                </c:pt>
                <c:pt idx="23821">
                  <c:v>0.27570601851766696</c:v>
                </c:pt>
                <c:pt idx="23822">
                  <c:v>0.27571759258717066</c:v>
                </c:pt>
                <c:pt idx="23823">
                  <c:v>0.27572916666395031</c:v>
                </c:pt>
                <c:pt idx="23824">
                  <c:v>0.27574074074072996</c:v>
                </c:pt>
                <c:pt idx="23825">
                  <c:v>0.27575231481023366</c:v>
                </c:pt>
                <c:pt idx="23826">
                  <c:v>0.27576388888701331</c:v>
                </c:pt>
                <c:pt idx="23827">
                  <c:v>0.27577546296379296</c:v>
                </c:pt>
                <c:pt idx="23828">
                  <c:v>0.27578703703329666</c:v>
                </c:pt>
                <c:pt idx="23829">
                  <c:v>0.27579861111007631</c:v>
                </c:pt>
                <c:pt idx="23830">
                  <c:v>0.27581018517958</c:v>
                </c:pt>
                <c:pt idx="23831">
                  <c:v>0.27582175925635966</c:v>
                </c:pt>
                <c:pt idx="23832">
                  <c:v>0.27583333333313931</c:v>
                </c:pt>
                <c:pt idx="23833">
                  <c:v>0.275844907402643</c:v>
                </c:pt>
                <c:pt idx="23834">
                  <c:v>0.27585648147942265</c:v>
                </c:pt>
                <c:pt idx="23835">
                  <c:v>0.27586805555620231</c:v>
                </c:pt>
                <c:pt idx="23836">
                  <c:v>0.275879629625706</c:v>
                </c:pt>
                <c:pt idx="23837">
                  <c:v>0.27589120370248565</c:v>
                </c:pt>
                <c:pt idx="23838">
                  <c:v>0.27590277777198935</c:v>
                </c:pt>
                <c:pt idx="23839">
                  <c:v>0.275914351848769</c:v>
                </c:pt>
                <c:pt idx="23840">
                  <c:v>0.27592592592554865</c:v>
                </c:pt>
                <c:pt idx="23841">
                  <c:v>0.27593749999505235</c:v>
                </c:pt>
                <c:pt idx="23842">
                  <c:v>0.275949074071832</c:v>
                </c:pt>
                <c:pt idx="23843">
                  <c:v>0.27596064814861165</c:v>
                </c:pt>
                <c:pt idx="23844">
                  <c:v>0.27597222221811535</c:v>
                </c:pt>
                <c:pt idx="23845">
                  <c:v>0.275983796294895</c:v>
                </c:pt>
                <c:pt idx="23846">
                  <c:v>0.27599537037167465</c:v>
                </c:pt>
                <c:pt idx="23847">
                  <c:v>0.27600694444117835</c:v>
                </c:pt>
                <c:pt idx="23848">
                  <c:v>0.276018518517958</c:v>
                </c:pt>
                <c:pt idx="23849">
                  <c:v>0.2760300925874617</c:v>
                </c:pt>
                <c:pt idx="23850">
                  <c:v>0.27604166666424135</c:v>
                </c:pt>
                <c:pt idx="23851">
                  <c:v>0.276053240741021</c:v>
                </c:pt>
                <c:pt idx="23852">
                  <c:v>0.27606481481052469</c:v>
                </c:pt>
                <c:pt idx="23853">
                  <c:v>0.27607638888730435</c:v>
                </c:pt>
                <c:pt idx="23854">
                  <c:v>0.276087962964084</c:v>
                </c:pt>
                <c:pt idx="23855">
                  <c:v>0.27609953703358769</c:v>
                </c:pt>
                <c:pt idx="23856">
                  <c:v>0.27611111111036735</c:v>
                </c:pt>
                <c:pt idx="23857">
                  <c:v>0.27612268517987104</c:v>
                </c:pt>
                <c:pt idx="23858">
                  <c:v>0.27613425925665069</c:v>
                </c:pt>
                <c:pt idx="23859">
                  <c:v>0.27614583333343035</c:v>
                </c:pt>
                <c:pt idx="23860">
                  <c:v>0.27615740740293404</c:v>
                </c:pt>
                <c:pt idx="23861">
                  <c:v>0.27616898147971369</c:v>
                </c:pt>
                <c:pt idx="23862">
                  <c:v>0.27618055555649335</c:v>
                </c:pt>
                <c:pt idx="23863">
                  <c:v>0.27619212962599704</c:v>
                </c:pt>
                <c:pt idx="23864">
                  <c:v>0.27620370370277669</c:v>
                </c:pt>
                <c:pt idx="23865">
                  <c:v>0.27621527777228039</c:v>
                </c:pt>
                <c:pt idx="23866">
                  <c:v>0.27622685184906004</c:v>
                </c:pt>
                <c:pt idx="23867">
                  <c:v>0.27623842592583969</c:v>
                </c:pt>
                <c:pt idx="23868">
                  <c:v>0.27624999999534339</c:v>
                </c:pt>
                <c:pt idx="23869">
                  <c:v>0.27626157407212304</c:v>
                </c:pt>
                <c:pt idx="23870">
                  <c:v>0.27627314814890269</c:v>
                </c:pt>
                <c:pt idx="23871">
                  <c:v>0.27628472221840639</c:v>
                </c:pt>
                <c:pt idx="23872">
                  <c:v>0.27629629629518604</c:v>
                </c:pt>
                <c:pt idx="23873">
                  <c:v>0.27630787036468973</c:v>
                </c:pt>
                <c:pt idx="23874">
                  <c:v>0.27631944444146939</c:v>
                </c:pt>
                <c:pt idx="23875">
                  <c:v>0.27633101851824904</c:v>
                </c:pt>
                <c:pt idx="23876">
                  <c:v>0.27634259258775273</c:v>
                </c:pt>
                <c:pt idx="23877">
                  <c:v>0.27635416666453239</c:v>
                </c:pt>
                <c:pt idx="23878">
                  <c:v>0.27636574074131204</c:v>
                </c:pt>
                <c:pt idx="23879">
                  <c:v>0.27637731481081573</c:v>
                </c:pt>
                <c:pt idx="23880">
                  <c:v>0.27638888888759539</c:v>
                </c:pt>
                <c:pt idx="23881">
                  <c:v>0.27640046295709908</c:v>
                </c:pt>
                <c:pt idx="23882">
                  <c:v>0.27641203703387873</c:v>
                </c:pt>
                <c:pt idx="23883">
                  <c:v>0.27642361111065838</c:v>
                </c:pt>
                <c:pt idx="23884">
                  <c:v>0.27643518518016208</c:v>
                </c:pt>
                <c:pt idx="23885">
                  <c:v>0.27644675925694173</c:v>
                </c:pt>
                <c:pt idx="23886">
                  <c:v>0.27645833333372138</c:v>
                </c:pt>
                <c:pt idx="23887">
                  <c:v>0.27646990740322508</c:v>
                </c:pt>
                <c:pt idx="23888">
                  <c:v>0.27648148148000473</c:v>
                </c:pt>
                <c:pt idx="23889">
                  <c:v>0.27649305555678438</c:v>
                </c:pt>
                <c:pt idx="23890">
                  <c:v>0.27650462962628808</c:v>
                </c:pt>
                <c:pt idx="23891">
                  <c:v>0.27651620370306773</c:v>
                </c:pt>
                <c:pt idx="23892">
                  <c:v>0.27652777777257143</c:v>
                </c:pt>
                <c:pt idx="23893">
                  <c:v>0.27653935184935108</c:v>
                </c:pt>
                <c:pt idx="23894">
                  <c:v>0.27655092592613073</c:v>
                </c:pt>
                <c:pt idx="23895">
                  <c:v>0.27656249999563443</c:v>
                </c:pt>
                <c:pt idx="23896">
                  <c:v>0.27657407407241408</c:v>
                </c:pt>
                <c:pt idx="23897">
                  <c:v>0.27658564814919373</c:v>
                </c:pt>
                <c:pt idx="23898">
                  <c:v>0.27659722221869742</c:v>
                </c:pt>
                <c:pt idx="23899">
                  <c:v>0.27660879629547708</c:v>
                </c:pt>
                <c:pt idx="23900">
                  <c:v>0.27662037036498077</c:v>
                </c:pt>
                <c:pt idx="23901">
                  <c:v>0.27663194444176042</c:v>
                </c:pt>
                <c:pt idx="23902">
                  <c:v>0.27664351851854008</c:v>
                </c:pt>
                <c:pt idx="23903">
                  <c:v>0.27665509258804377</c:v>
                </c:pt>
                <c:pt idx="23904">
                  <c:v>0.27666666666482342</c:v>
                </c:pt>
                <c:pt idx="23905">
                  <c:v>0.27667824074160308</c:v>
                </c:pt>
                <c:pt idx="23906">
                  <c:v>0.27668981481110677</c:v>
                </c:pt>
                <c:pt idx="23907">
                  <c:v>0.27670138888788642</c:v>
                </c:pt>
                <c:pt idx="23908">
                  <c:v>0.27671296295739012</c:v>
                </c:pt>
                <c:pt idx="23909">
                  <c:v>0.27672453703416977</c:v>
                </c:pt>
                <c:pt idx="23910">
                  <c:v>0.27673611111094942</c:v>
                </c:pt>
                <c:pt idx="23911">
                  <c:v>0.27674768518045312</c:v>
                </c:pt>
                <c:pt idx="23912">
                  <c:v>0.27675925925723277</c:v>
                </c:pt>
                <c:pt idx="23913">
                  <c:v>0.27677083333401242</c:v>
                </c:pt>
                <c:pt idx="23914">
                  <c:v>0.27678240740351612</c:v>
                </c:pt>
                <c:pt idx="23915">
                  <c:v>0.27679398148029577</c:v>
                </c:pt>
                <c:pt idx="23916">
                  <c:v>0.27680555554979946</c:v>
                </c:pt>
                <c:pt idx="23917">
                  <c:v>0.27681712962657912</c:v>
                </c:pt>
                <c:pt idx="23918">
                  <c:v>0.27682870370335877</c:v>
                </c:pt>
                <c:pt idx="23919">
                  <c:v>0.27684027777286246</c:v>
                </c:pt>
                <c:pt idx="23920">
                  <c:v>0.27685185184964212</c:v>
                </c:pt>
                <c:pt idx="23921">
                  <c:v>0.27686342592642177</c:v>
                </c:pt>
                <c:pt idx="23922">
                  <c:v>0.27687499999592546</c:v>
                </c:pt>
                <c:pt idx="23923">
                  <c:v>0.27688657407270512</c:v>
                </c:pt>
                <c:pt idx="23924">
                  <c:v>0.27689814814948477</c:v>
                </c:pt>
                <c:pt idx="23925">
                  <c:v>0.27690972221898846</c:v>
                </c:pt>
                <c:pt idx="23926">
                  <c:v>0.27692129629576812</c:v>
                </c:pt>
                <c:pt idx="23927">
                  <c:v>0.27693287036527181</c:v>
                </c:pt>
                <c:pt idx="23928">
                  <c:v>0.27694444444205146</c:v>
                </c:pt>
                <c:pt idx="23929">
                  <c:v>0.27695601851883112</c:v>
                </c:pt>
                <c:pt idx="23930">
                  <c:v>0.27696759258833481</c:v>
                </c:pt>
                <c:pt idx="23931">
                  <c:v>0.27697916666511446</c:v>
                </c:pt>
                <c:pt idx="23932">
                  <c:v>0.27699074074189411</c:v>
                </c:pt>
                <c:pt idx="23933">
                  <c:v>0.27700231481139781</c:v>
                </c:pt>
                <c:pt idx="23934">
                  <c:v>0.27701388888817746</c:v>
                </c:pt>
                <c:pt idx="23935">
                  <c:v>0.27702546295768116</c:v>
                </c:pt>
                <c:pt idx="23936">
                  <c:v>0.27703703703446081</c:v>
                </c:pt>
                <c:pt idx="23937">
                  <c:v>0.27704861111124046</c:v>
                </c:pt>
                <c:pt idx="23938">
                  <c:v>0.27706018518074416</c:v>
                </c:pt>
                <c:pt idx="23939">
                  <c:v>0.27707175925752381</c:v>
                </c:pt>
                <c:pt idx="23940">
                  <c:v>0.27708333333430346</c:v>
                </c:pt>
                <c:pt idx="23941">
                  <c:v>0.27709490740380716</c:v>
                </c:pt>
                <c:pt idx="23942">
                  <c:v>0.27710648148058681</c:v>
                </c:pt>
                <c:pt idx="23943">
                  <c:v>0.2771180555500905</c:v>
                </c:pt>
                <c:pt idx="23944">
                  <c:v>0.27712962962687016</c:v>
                </c:pt>
                <c:pt idx="23945">
                  <c:v>0.27714120370364981</c:v>
                </c:pt>
                <c:pt idx="23946">
                  <c:v>0.2771527777731535</c:v>
                </c:pt>
                <c:pt idx="23947">
                  <c:v>0.27716435184993315</c:v>
                </c:pt>
                <c:pt idx="23948">
                  <c:v>0.27717592592671281</c:v>
                </c:pt>
                <c:pt idx="23949">
                  <c:v>0.2771874999962165</c:v>
                </c:pt>
                <c:pt idx="23950">
                  <c:v>0.27719907407299615</c:v>
                </c:pt>
                <c:pt idx="23951">
                  <c:v>0.27721064814249985</c:v>
                </c:pt>
                <c:pt idx="23952">
                  <c:v>0.2772222222192795</c:v>
                </c:pt>
                <c:pt idx="23953">
                  <c:v>0.27723379629605915</c:v>
                </c:pt>
                <c:pt idx="23954">
                  <c:v>0.27724537036556285</c:v>
                </c:pt>
                <c:pt idx="23955">
                  <c:v>0.2772569444423425</c:v>
                </c:pt>
                <c:pt idx="23956">
                  <c:v>0.27726851851912215</c:v>
                </c:pt>
                <c:pt idx="23957">
                  <c:v>0.27728009258862585</c:v>
                </c:pt>
                <c:pt idx="23958">
                  <c:v>0.2772916666654055</c:v>
                </c:pt>
                <c:pt idx="23959">
                  <c:v>0.2773032407349092</c:v>
                </c:pt>
                <c:pt idx="23960">
                  <c:v>0.27731481481168885</c:v>
                </c:pt>
                <c:pt idx="23961">
                  <c:v>0.2773263888884685</c:v>
                </c:pt>
                <c:pt idx="23962">
                  <c:v>0.27733796295797219</c:v>
                </c:pt>
                <c:pt idx="23963">
                  <c:v>0.27734953703475185</c:v>
                </c:pt>
                <c:pt idx="23964">
                  <c:v>0.2773611111115315</c:v>
                </c:pt>
                <c:pt idx="23965">
                  <c:v>0.27737268518103519</c:v>
                </c:pt>
                <c:pt idx="23966">
                  <c:v>0.27738425925781485</c:v>
                </c:pt>
                <c:pt idx="23967">
                  <c:v>0.2773958333345945</c:v>
                </c:pt>
                <c:pt idx="23968">
                  <c:v>0.27740740740409819</c:v>
                </c:pt>
                <c:pt idx="23969">
                  <c:v>0.27741898148087785</c:v>
                </c:pt>
                <c:pt idx="23970">
                  <c:v>0.27743055555038154</c:v>
                </c:pt>
                <c:pt idx="23971">
                  <c:v>0.27744212962716119</c:v>
                </c:pt>
                <c:pt idx="23972">
                  <c:v>0.27745370370394085</c:v>
                </c:pt>
                <c:pt idx="23973">
                  <c:v>0.27746527777344454</c:v>
                </c:pt>
                <c:pt idx="23974">
                  <c:v>0.27747685185022419</c:v>
                </c:pt>
                <c:pt idx="23975">
                  <c:v>0.27748842592700385</c:v>
                </c:pt>
                <c:pt idx="23976">
                  <c:v>0.27749999999650754</c:v>
                </c:pt>
                <c:pt idx="23977">
                  <c:v>0.27751157407328719</c:v>
                </c:pt>
                <c:pt idx="23978">
                  <c:v>0.27752314814279089</c:v>
                </c:pt>
                <c:pt idx="23979">
                  <c:v>0.27753472221957054</c:v>
                </c:pt>
                <c:pt idx="23980">
                  <c:v>0.27754629629635019</c:v>
                </c:pt>
                <c:pt idx="23981">
                  <c:v>0.27755787036585389</c:v>
                </c:pt>
                <c:pt idx="23982">
                  <c:v>0.27756944444263354</c:v>
                </c:pt>
                <c:pt idx="23983">
                  <c:v>0.27758101851941319</c:v>
                </c:pt>
                <c:pt idx="23984">
                  <c:v>0.27759259258891689</c:v>
                </c:pt>
                <c:pt idx="23985">
                  <c:v>0.27760416666569654</c:v>
                </c:pt>
                <c:pt idx="23986">
                  <c:v>0.27761574073520023</c:v>
                </c:pt>
                <c:pt idx="23987">
                  <c:v>0.27762731481197989</c:v>
                </c:pt>
                <c:pt idx="23988">
                  <c:v>0.27763888888875954</c:v>
                </c:pt>
                <c:pt idx="23989">
                  <c:v>0.27765046295826323</c:v>
                </c:pt>
                <c:pt idx="23990">
                  <c:v>0.27766203703504289</c:v>
                </c:pt>
                <c:pt idx="23991">
                  <c:v>0.27767361111182254</c:v>
                </c:pt>
                <c:pt idx="23992">
                  <c:v>0.27768518518132623</c:v>
                </c:pt>
                <c:pt idx="23993">
                  <c:v>0.27769675925810589</c:v>
                </c:pt>
                <c:pt idx="23994">
                  <c:v>0.27770833332760958</c:v>
                </c:pt>
                <c:pt idx="23995">
                  <c:v>0.27771990740438923</c:v>
                </c:pt>
                <c:pt idx="23996">
                  <c:v>0.27773148148116888</c:v>
                </c:pt>
                <c:pt idx="23997">
                  <c:v>0.27774305555067258</c:v>
                </c:pt>
                <c:pt idx="23998">
                  <c:v>0.27775462962745223</c:v>
                </c:pt>
                <c:pt idx="23999">
                  <c:v>0.27776620370423188</c:v>
                </c:pt>
                <c:pt idx="24000">
                  <c:v>0.27777777777373558</c:v>
                </c:pt>
                <c:pt idx="24001">
                  <c:v>0.27778935185051523</c:v>
                </c:pt>
                <c:pt idx="24002">
                  <c:v>0.27780092592001893</c:v>
                </c:pt>
                <c:pt idx="24003">
                  <c:v>0.27781249999679858</c:v>
                </c:pt>
                <c:pt idx="24004">
                  <c:v>0.27782407407357823</c:v>
                </c:pt>
                <c:pt idx="24005">
                  <c:v>0.27783564814308193</c:v>
                </c:pt>
                <c:pt idx="24006">
                  <c:v>0.27784722221986158</c:v>
                </c:pt>
                <c:pt idx="24007">
                  <c:v>0.27785879629664123</c:v>
                </c:pt>
                <c:pt idx="24008">
                  <c:v>0.27787037036614493</c:v>
                </c:pt>
                <c:pt idx="24009">
                  <c:v>0.27788194444292458</c:v>
                </c:pt>
                <c:pt idx="24010">
                  <c:v>0.27789351851970423</c:v>
                </c:pt>
                <c:pt idx="24011">
                  <c:v>0.27790509258920792</c:v>
                </c:pt>
                <c:pt idx="24012">
                  <c:v>0.27791666666598758</c:v>
                </c:pt>
                <c:pt idx="24013">
                  <c:v>0.27792824073549127</c:v>
                </c:pt>
                <c:pt idx="24014">
                  <c:v>0.27793981481227092</c:v>
                </c:pt>
                <c:pt idx="24015">
                  <c:v>0.27795138888905058</c:v>
                </c:pt>
                <c:pt idx="24016">
                  <c:v>0.27796296295855427</c:v>
                </c:pt>
                <c:pt idx="24017">
                  <c:v>0.27797453703533392</c:v>
                </c:pt>
                <c:pt idx="24018">
                  <c:v>0.27798611111211358</c:v>
                </c:pt>
                <c:pt idx="24019">
                  <c:v>0.27799768518161727</c:v>
                </c:pt>
                <c:pt idx="24020">
                  <c:v>0.27800925925839692</c:v>
                </c:pt>
                <c:pt idx="24021">
                  <c:v>0.27802083332790062</c:v>
                </c:pt>
                <c:pt idx="24022">
                  <c:v>0.27803240740468027</c:v>
                </c:pt>
                <c:pt idx="24023">
                  <c:v>0.27804398148145992</c:v>
                </c:pt>
                <c:pt idx="24024">
                  <c:v>0.27805555555096362</c:v>
                </c:pt>
                <c:pt idx="24025">
                  <c:v>0.27806712962774327</c:v>
                </c:pt>
                <c:pt idx="24026">
                  <c:v>0.27807870370452292</c:v>
                </c:pt>
                <c:pt idx="24027">
                  <c:v>0.27809027777402662</c:v>
                </c:pt>
                <c:pt idx="24028">
                  <c:v>0.27810185185080627</c:v>
                </c:pt>
                <c:pt idx="24029">
                  <c:v>0.27811342592030996</c:v>
                </c:pt>
                <c:pt idx="24030">
                  <c:v>0.27812499999708962</c:v>
                </c:pt>
                <c:pt idx="24031">
                  <c:v>0.27813657407386927</c:v>
                </c:pt>
                <c:pt idx="24032">
                  <c:v>0.27814814814337296</c:v>
                </c:pt>
                <c:pt idx="24033">
                  <c:v>0.27815972222015262</c:v>
                </c:pt>
                <c:pt idx="24034">
                  <c:v>0.27817129629693227</c:v>
                </c:pt>
                <c:pt idx="24035">
                  <c:v>0.27818287036643596</c:v>
                </c:pt>
                <c:pt idx="24036">
                  <c:v>0.27819444444321562</c:v>
                </c:pt>
                <c:pt idx="24037">
                  <c:v>0.27820601851271931</c:v>
                </c:pt>
                <c:pt idx="24038">
                  <c:v>0.27821759258949896</c:v>
                </c:pt>
                <c:pt idx="24039">
                  <c:v>0.27822916666627862</c:v>
                </c:pt>
                <c:pt idx="24040">
                  <c:v>0.27824074073578231</c:v>
                </c:pt>
                <c:pt idx="24041">
                  <c:v>0.27825231481256196</c:v>
                </c:pt>
                <c:pt idx="24042">
                  <c:v>0.27826388888934162</c:v>
                </c:pt>
                <c:pt idx="24043">
                  <c:v>0.27827546295884531</c:v>
                </c:pt>
                <c:pt idx="24044">
                  <c:v>0.27828703703562496</c:v>
                </c:pt>
                <c:pt idx="24045">
                  <c:v>0.27829861111240461</c:v>
                </c:pt>
                <c:pt idx="24046">
                  <c:v>0.27831018518190831</c:v>
                </c:pt>
                <c:pt idx="24047">
                  <c:v>0.27832175925868796</c:v>
                </c:pt>
                <c:pt idx="24048">
                  <c:v>0.27833333332819166</c:v>
                </c:pt>
                <c:pt idx="24049">
                  <c:v>0.27834490740497131</c:v>
                </c:pt>
                <c:pt idx="24050">
                  <c:v>0.27835648148175096</c:v>
                </c:pt>
                <c:pt idx="24051">
                  <c:v>0.27836805555125466</c:v>
                </c:pt>
                <c:pt idx="24052">
                  <c:v>0.27837962962803431</c:v>
                </c:pt>
                <c:pt idx="24053">
                  <c:v>0.27839120370481396</c:v>
                </c:pt>
                <c:pt idx="24054">
                  <c:v>0.27840277777431766</c:v>
                </c:pt>
                <c:pt idx="24055">
                  <c:v>0.27841435185109731</c:v>
                </c:pt>
                <c:pt idx="24056">
                  <c:v>0.278425925920601</c:v>
                </c:pt>
                <c:pt idx="24057">
                  <c:v>0.27843749999738066</c:v>
                </c:pt>
                <c:pt idx="24058">
                  <c:v>0.27844907407416031</c:v>
                </c:pt>
                <c:pt idx="24059">
                  <c:v>0.278460648143664</c:v>
                </c:pt>
                <c:pt idx="24060">
                  <c:v>0.27847222222044365</c:v>
                </c:pt>
                <c:pt idx="24061">
                  <c:v>0.27848379629722331</c:v>
                </c:pt>
                <c:pt idx="24062">
                  <c:v>0.278495370366727</c:v>
                </c:pt>
                <c:pt idx="24063">
                  <c:v>0.27850694444350665</c:v>
                </c:pt>
                <c:pt idx="24064">
                  <c:v>0.27851851851301035</c:v>
                </c:pt>
                <c:pt idx="24065">
                  <c:v>0.27853009258979</c:v>
                </c:pt>
                <c:pt idx="24066">
                  <c:v>0.27854166666656965</c:v>
                </c:pt>
                <c:pt idx="24067">
                  <c:v>0.27855324073607335</c:v>
                </c:pt>
                <c:pt idx="24068">
                  <c:v>0.278564814812853</c:v>
                </c:pt>
                <c:pt idx="24069">
                  <c:v>0.27857638888963265</c:v>
                </c:pt>
                <c:pt idx="24070">
                  <c:v>0.27858796295913635</c:v>
                </c:pt>
                <c:pt idx="24071">
                  <c:v>0.278599537035916</c:v>
                </c:pt>
                <c:pt idx="24072">
                  <c:v>0.2786111111054197</c:v>
                </c:pt>
                <c:pt idx="24073">
                  <c:v>0.27862268518219935</c:v>
                </c:pt>
                <c:pt idx="24074">
                  <c:v>0.278634259258979</c:v>
                </c:pt>
                <c:pt idx="24075">
                  <c:v>0.27864583332848269</c:v>
                </c:pt>
                <c:pt idx="24076">
                  <c:v>0.27865740740526235</c:v>
                </c:pt>
                <c:pt idx="24077">
                  <c:v>0.278668981482042</c:v>
                </c:pt>
                <c:pt idx="24078">
                  <c:v>0.27868055555154569</c:v>
                </c:pt>
                <c:pt idx="24079">
                  <c:v>0.27869212962832535</c:v>
                </c:pt>
                <c:pt idx="24080">
                  <c:v>0.27870370369782904</c:v>
                </c:pt>
                <c:pt idx="24081">
                  <c:v>0.27871527777460869</c:v>
                </c:pt>
                <c:pt idx="24082">
                  <c:v>0.27872685185138835</c:v>
                </c:pt>
                <c:pt idx="24083">
                  <c:v>0.27873842592089204</c:v>
                </c:pt>
                <c:pt idx="24084">
                  <c:v>0.27874999999767169</c:v>
                </c:pt>
                <c:pt idx="24085">
                  <c:v>0.27876157407445135</c:v>
                </c:pt>
                <c:pt idx="24086">
                  <c:v>0.27877314814395504</c:v>
                </c:pt>
                <c:pt idx="24087">
                  <c:v>0.27878472222073469</c:v>
                </c:pt>
                <c:pt idx="24088">
                  <c:v>0.27879629629751435</c:v>
                </c:pt>
                <c:pt idx="24089">
                  <c:v>0.27880787036701804</c:v>
                </c:pt>
                <c:pt idx="24090">
                  <c:v>0.27881944444379769</c:v>
                </c:pt>
                <c:pt idx="24091">
                  <c:v>0.27883101851330139</c:v>
                </c:pt>
                <c:pt idx="24092">
                  <c:v>0.27884259259008104</c:v>
                </c:pt>
                <c:pt idx="24093">
                  <c:v>0.27885416666686069</c:v>
                </c:pt>
                <c:pt idx="24094">
                  <c:v>0.27886574073636439</c:v>
                </c:pt>
                <c:pt idx="24095">
                  <c:v>0.27887731481314404</c:v>
                </c:pt>
                <c:pt idx="24096">
                  <c:v>0.27888888888992369</c:v>
                </c:pt>
                <c:pt idx="24097">
                  <c:v>0.27890046295942739</c:v>
                </c:pt>
                <c:pt idx="24098">
                  <c:v>0.27891203703620704</c:v>
                </c:pt>
                <c:pt idx="24099">
                  <c:v>0.27892361110571073</c:v>
                </c:pt>
                <c:pt idx="24100">
                  <c:v>0.27893518518249039</c:v>
                </c:pt>
                <c:pt idx="24101">
                  <c:v>0.27894675925927004</c:v>
                </c:pt>
                <c:pt idx="24102">
                  <c:v>0.27895833332877373</c:v>
                </c:pt>
                <c:pt idx="24103">
                  <c:v>0.27896990740555339</c:v>
                </c:pt>
                <c:pt idx="24104">
                  <c:v>0.27898148148233304</c:v>
                </c:pt>
                <c:pt idx="24105">
                  <c:v>0.27899305555183673</c:v>
                </c:pt>
                <c:pt idx="24106">
                  <c:v>0.27900462962861639</c:v>
                </c:pt>
                <c:pt idx="24107">
                  <c:v>0.27901620369812008</c:v>
                </c:pt>
                <c:pt idx="24108">
                  <c:v>0.27902777777489973</c:v>
                </c:pt>
                <c:pt idx="24109">
                  <c:v>0.27903935185167938</c:v>
                </c:pt>
                <c:pt idx="24110">
                  <c:v>0.27905092592118308</c:v>
                </c:pt>
                <c:pt idx="24111">
                  <c:v>0.27906249999796273</c:v>
                </c:pt>
                <c:pt idx="24112">
                  <c:v>0.27907407407474238</c:v>
                </c:pt>
                <c:pt idx="24113">
                  <c:v>0.27908564814424608</c:v>
                </c:pt>
                <c:pt idx="24114">
                  <c:v>0.27909722222102573</c:v>
                </c:pt>
                <c:pt idx="24115">
                  <c:v>0.27910879629052943</c:v>
                </c:pt>
                <c:pt idx="24116">
                  <c:v>0.27912037036730908</c:v>
                </c:pt>
                <c:pt idx="24117">
                  <c:v>0.27913194444408873</c:v>
                </c:pt>
                <c:pt idx="24118">
                  <c:v>0.27914351851359243</c:v>
                </c:pt>
                <c:pt idx="24119">
                  <c:v>0.27915509259037208</c:v>
                </c:pt>
                <c:pt idx="24120">
                  <c:v>0.27916666666715173</c:v>
                </c:pt>
                <c:pt idx="24121">
                  <c:v>0.27917824073665543</c:v>
                </c:pt>
                <c:pt idx="24122">
                  <c:v>0.27918981481343508</c:v>
                </c:pt>
                <c:pt idx="24123">
                  <c:v>0.27920138889021473</c:v>
                </c:pt>
                <c:pt idx="24124">
                  <c:v>0.27921296295971842</c:v>
                </c:pt>
                <c:pt idx="24125">
                  <c:v>0.27922453703649808</c:v>
                </c:pt>
                <c:pt idx="24126">
                  <c:v>0.27923611110600177</c:v>
                </c:pt>
                <c:pt idx="24127">
                  <c:v>0.27924768518278142</c:v>
                </c:pt>
                <c:pt idx="24128">
                  <c:v>0.27925925925956108</c:v>
                </c:pt>
                <c:pt idx="24129">
                  <c:v>0.27927083332906477</c:v>
                </c:pt>
                <c:pt idx="24130">
                  <c:v>0.27928240740584442</c:v>
                </c:pt>
                <c:pt idx="24131">
                  <c:v>0.27929398148262408</c:v>
                </c:pt>
                <c:pt idx="24132">
                  <c:v>0.27930555555212777</c:v>
                </c:pt>
                <c:pt idx="24133">
                  <c:v>0.27931712962890742</c:v>
                </c:pt>
                <c:pt idx="24134">
                  <c:v>0.27932870369841112</c:v>
                </c:pt>
                <c:pt idx="24135">
                  <c:v>0.27934027777519077</c:v>
                </c:pt>
                <c:pt idx="24136">
                  <c:v>0.27935185185197042</c:v>
                </c:pt>
                <c:pt idx="24137">
                  <c:v>0.27936342592147412</c:v>
                </c:pt>
                <c:pt idx="24138">
                  <c:v>0.27937499999825377</c:v>
                </c:pt>
                <c:pt idx="24139">
                  <c:v>0.27938657407503342</c:v>
                </c:pt>
                <c:pt idx="24140">
                  <c:v>0.27939814814453712</c:v>
                </c:pt>
                <c:pt idx="24141">
                  <c:v>0.27940972222131677</c:v>
                </c:pt>
                <c:pt idx="24142">
                  <c:v>0.27942129629082046</c:v>
                </c:pt>
                <c:pt idx="24143">
                  <c:v>0.27943287036760012</c:v>
                </c:pt>
                <c:pt idx="24144">
                  <c:v>0.27944444444437977</c:v>
                </c:pt>
                <c:pt idx="24145">
                  <c:v>0.27945601851388346</c:v>
                </c:pt>
                <c:pt idx="24146">
                  <c:v>0.27946759259066312</c:v>
                </c:pt>
                <c:pt idx="24147">
                  <c:v>0.27947916666744277</c:v>
                </c:pt>
                <c:pt idx="24148">
                  <c:v>0.27949074073694646</c:v>
                </c:pt>
                <c:pt idx="24149">
                  <c:v>0.27950231481372612</c:v>
                </c:pt>
                <c:pt idx="24150">
                  <c:v>0.27951388888322981</c:v>
                </c:pt>
                <c:pt idx="24151">
                  <c:v>0.27952546296000946</c:v>
                </c:pt>
                <c:pt idx="24152">
                  <c:v>0.27953703703678912</c:v>
                </c:pt>
                <c:pt idx="24153">
                  <c:v>0.27954861110629281</c:v>
                </c:pt>
                <c:pt idx="24154">
                  <c:v>0.27956018518307246</c:v>
                </c:pt>
                <c:pt idx="24155">
                  <c:v>0.27957175925985212</c:v>
                </c:pt>
                <c:pt idx="24156">
                  <c:v>0.27958333332935581</c:v>
                </c:pt>
                <c:pt idx="24157">
                  <c:v>0.27959490740613546</c:v>
                </c:pt>
                <c:pt idx="24158">
                  <c:v>0.27960648147563916</c:v>
                </c:pt>
                <c:pt idx="24159">
                  <c:v>0.27961805555241881</c:v>
                </c:pt>
                <c:pt idx="24160">
                  <c:v>0.27962962962919846</c:v>
                </c:pt>
                <c:pt idx="24161">
                  <c:v>0.27964120369870216</c:v>
                </c:pt>
                <c:pt idx="24162">
                  <c:v>0.27965277777548181</c:v>
                </c:pt>
                <c:pt idx="24163">
                  <c:v>0.27966435185226146</c:v>
                </c:pt>
                <c:pt idx="24164">
                  <c:v>0.27967592592176516</c:v>
                </c:pt>
                <c:pt idx="24165">
                  <c:v>0.27968749999854481</c:v>
                </c:pt>
                <c:pt idx="24166">
                  <c:v>0.27969907407532446</c:v>
                </c:pt>
                <c:pt idx="24167">
                  <c:v>0.27971064814482816</c:v>
                </c:pt>
                <c:pt idx="24168">
                  <c:v>0.27972222222160781</c:v>
                </c:pt>
                <c:pt idx="24169">
                  <c:v>0.2797337962911115</c:v>
                </c:pt>
                <c:pt idx="24170">
                  <c:v>0.27974537036789116</c:v>
                </c:pt>
                <c:pt idx="24171">
                  <c:v>0.27975694444467081</c:v>
                </c:pt>
                <c:pt idx="24172">
                  <c:v>0.2797685185141745</c:v>
                </c:pt>
                <c:pt idx="24173">
                  <c:v>0.27978009259095415</c:v>
                </c:pt>
                <c:pt idx="24174">
                  <c:v>0.27979166666773381</c:v>
                </c:pt>
                <c:pt idx="24175">
                  <c:v>0.2798032407372375</c:v>
                </c:pt>
                <c:pt idx="24176">
                  <c:v>0.27981481481401715</c:v>
                </c:pt>
                <c:pt idx="24177">
                  <c:v>0.27982638888352085</c:v>
                </c:pt>
                <c:pt idx="24178">
                  <c:v>0.2798379629603005</c:v>
                </c:pt>
                <c:pt idx="24179">
                  <c:v>0.27984953703708015</c:v>
                </c:pt>
                <c:pt idx="24180">
                  <c:v>0.27986111110658385</c:v>
                </c:pt>
                <c:pt idx="24181">
                  <c:v>0.2798726851833635</c:v>
                </c:pt>
                <c:pt idx="24182">
                  <c:v>0.27988425926014315</c:v>
                </c:pt>
                <c:pt idx="24183">
                  <c:v>0.27989583332964685</c:v>
                </c:pt>
                <c:pt idx="24184">
                  <c:v>0.2799074074064265</c:v>
                </c:pt>
                <c:pt idx="24185">
                  <c:v>0.2799189814759302</c:v>
                </c:pt>
                <c:pt idx="24186">
                  <c:v>0.27993055555270985</c:v>
                </c:pt>
                <c:pt idx="24187">
                  <c:v>0.2799421296294895</c:v>
                </c:pt>
                <c:pt idx="24188">
                  <c:v>0.27995370369899319</c:v>
                </c:pt>
                <c:pt idx="24189">
                  <c:v>0.27996527777577285</c:v>
                </c:pt>
                <c:pt idx="24190">
                  <c:v>0.2799768518525525</c:v>
                </c:pt>
                <c:pt idx="24191">
                  <c:v>0.27998842592205619</c:v>
                </c:pt>
                <c:pt idx="24192">
                  <c:v>0.27999999999883585</c:v>
                </c:pt>
                <c:pt idx="24193">
                  <c:v>0.28001157406833954</c:v>
                </c:pt>
                <c:pt idx="24194">
                  <c:v>0.28002314814511919</c:v>
                </c:pt>
                <c:pt idx="24195">
                  <c:v>0.28003472222189885</c:v>
                </c:pt>
                <c:pt idx="24196">
                  <c:v>0.28004629629140254</c:v>
                </c:pt>
                <c:pt idx="24197">
                  <c:v>0.28005787036818219</c:v>
                </c:pt>
                <c:pt idx="24198">
                  <c:v>0.28006944444496185</c:v>
                </c:pt>
                <c:pt idx="24199">
                  <c:v>0.28008101851446554</c:v>
                </c:pt>
                <c:pt idx="24200">
                  <c:v>0.28009259259124519</c:v>
                </c:pt>
                <c:pt idx="24201">
                  <c:v>0.28010416666074889</c:v>
                </c:pt>
                <c:pt idx="24202">
                  <c:v>0.28011574073752854</c:v>
                </c:pt>
                <c:pt idx="24203">
                  <c:v>0.28012731481430819</c:v>
                </c:pt>
                <c:pt idx="24204">
                  <c:v>0.28013888888381189</c:v>
                </c:pt>
                <c:pt idx="24205">
                  <c:v>0.28015046296059154</c:v>
                </c:pt>
                <c:pt idx="24206">
                  <c:v>0.28016203703737119</c:v>
                </c:pt>
                <c:pt idx="24207">
                  <c:v>0.28017361110687489</c:v>
                </c:pt>
                <c:pt idx="24208">
                  <c:v>0.28018518518365454</c:v>
                </c:pt>
                <c:pt idx="24209">
                  <c:v>0.28019675926043419</c:v>
                </c:pt>
                <c:pt idx="24210">
                  <c:v>0.28020833332993789</c:v>
                </c:pt>
                <c:pt idx="24211">
                  <c:v>0.28021990740671754</c:v>
                </c:pt>
                <c:pt idx="24212">
                  <c:v>0.28023148147622123</c:v>
                </c:pt>
                <c:pt idx="24213">
                  <c:v>0.28024305555300089</c:v>
                </c:pt>
                <c:pt idx="24214">
                  <c:v>0.28025462962978054</c:v>
                </c:pt>
                <c:pt idx="24215">
                  <c:v>0.28026620369928423</c:v>
                </c:pt>
                <c:pt idx="24216">
                  <c:v>0.28027777777606389</c:v>
                </c:pt>
                <c:pt idx="24217">
                  <c:v>0.28028935185284354</c:v>
                </c:pt>
                <c:pt idx="24218">
                  <c:v>0.28030092592234723</c:v>
                </c:pt>
                <c:pt idx="24219">
                  <c:v>0.28031249999912689</c:v>
                </c:pt>
                <c:pt idx="24220">
                  <c:v>0.28032407406863058</c:v>
                </c:pt>
                <c:pt idx="24221">
                  <c:v>0.28033564814541023</c:v>
                </c:pt>
                <c:pt idx="24222">
                  <c:v>0.28034722222218988</c:v>
                </c:pt>
                <c:pt idx="24223">
                  <c:v>0.28035879629169358</c:v>
                </c:pt>
                <c:pt idx="24224">
                  <c:v>0.28037037036847323</c:v>
                </c:pt>
                <c:pt idx="24225">
                  <c:v>0.28038194444525288</c:v>
                </c:pt>
                <c:pt idx="24226">
                  <c:v>0.28039351851475658</c:v>
                </c:pt>
                <c:pt idx="24227">
                  <c:v>0.28040509259153623</c:v>
                </c:pt>
                <c:pt idx="24228">
                  <c:v>0.28041666666103993</c:v>
                </c:pt>
                <c:pt idx="24229">
                  <c:v>0.28042824073781958</c:v>
                </c:pt>
                <c:pt idx="24230">
                  <c:v>0.28043981481459923</c:v>
                </c:pt>
                <c:pt idx="24231">
                  <c:v>0.28045138888410293</c:v>
                </c:pt>
                <c:pt idx="24232">
                  <c:v>0.28046296296088258</c:v>
                </c:pt>
                <c:pt idx="24233">
                  <c:v>0.28047453703766223</c:v>
                </c:pt>
                <c:pt idx="24234">
                  <c:v>0.28048611110716593</c:v>
                </c:pt>
                <c:pt idx="24235">
                  <c:v>0.28049768518394558</c:v>
                </c:pt>
                <c:pt idx="24236">
                  <c:v>0.28050925925344927</c:v>
                </c:pt>
                <c:pt idx="24237">
                  <c:v>0.28052083333022892</c:v>
                </c:pt>
                <c:pt idx="24238">
                  <c:v>0.28053240740700858</c:v>
                </c:pt>
                <c:pt idx="24239">
                  <c:v>0.28054398147651227</c:v>
                </c:pt>
                <c:pt idx="24240">
                  <c:v>0.28055555555329192</c:v>
                </c:pt>
                <c:pt idx="24241">
                  <c:v>0.28056712963007158</c:v>
                </c:pt>
                <c:pt idx="24242">
                  <c:v>0.28057870369957527</c:v>
                </c:pt>
                <c:pt idx="24243">
                  <c:v>0.28059027777635492</c:v>
                </c:pt>
                <c:pt idx="24244">
                  <c:v>0.28060185185313458</c:v>
                </c:pt>
                <c:pt idx="24245">
                  <c:v>0.28061342592263827</c:v>
                </c:pt>
                <c:pt idx="24246">
                  <c:v>0.28062499999941792</c:v>
                </c:pt>
                <c:pt idx="24247">
                  <c:v>0.28063657406892162</c:v>
                </c:pt>
                <c:pt idx="24248">
                  <c:v>0.28064814814570127</c:v>
                </c:pt>
                <c:pt idx="24249">
                  <c:v>0.28065972222248092</c:v>
                </c:pt>
                <c:pt idx="24250">
                  <c:v>0.28067129629198462</c:v>
                </c:pt>
                <c:pt idx="24251">
                  <c:v>0.28068287036876427</c:v>
                </c:pt>
                <c:pt idx="24252">
                  <c:v>0.28069444444554392</c:v>
                </c:pt>
                <c:pt idx="24253">
                  <c:v>0.28070601851504762</c:v>
                </c:pt>
                <c:pt idx="24254">
                  <c:v>0.28071759259182727</c:v>
                </c:pt>
                <c:pt idx="24255">
                  <c:v>0.28072916666133096</c:v>
                </c:pt>
                <c:pt idx="24256">
                  <c:v>0.28074074073811062</c:v>
                </c:pt>
                <c:pt idx="24257">
                  <c:v>0.28075231481489027</c:v>
                </c:pt>
                <c:pt idx="24258">
                  <c:v>0.28076388888439396</c:v>
                </c:pt>
                <c:pt idx="24259">
                  <c:v>0.28077546296117362</c:v>
                </c:pt>
                <c:pt idx="24260">
                  <c:v>0.28078703703795327</c:v>
                </c:pt>
                <c:pt idx="24261">
                  <c:v>0.28079861110745696</c:v>
                </c:pt>
                <c:pt idx="24262">
                  <c:v>0.28081018518423662</c:v>
                </c:pt>
                <c:pt idx="24263">
                  <c:v>0.28082175925374031</c:v>
                </c:pt>
                <c:pt idx="24264">
                  <c:v>0.28083333333051996</c:v>
                </c:pt>
                <c:pt idx="24265">
                  <c:v>0.28084490740729962</c:v>
                </c:pt>
                <c:pt idx="24266">
                  <c:v>0.28085648147680331</c:v>
                </c:pt>
                <c:pt idx="24267">
                  <c:v>0.28086805555358296</c:v>
                </c:pt>
                <c:pt idx="24268">
                  <c:v>0.28087962963036261</c:v>
                </c:pt>
                <c:pt idx="24269">
                  <c:v>0.28089120369986631</c:v>
                </c:pt>
                <c:pt idx="24270">
                  <c:v>0.28090277777664596</c:v>
                </c:pt>
                <c:pt idx="24271">
                  <c:v>0.28091435184614966</c:v>
                </c:pt>
                <c:pt idx="24272">
                  <c:v>0.28092592592292931</c:v>
                </c:pt>
                <c:pt idx="24273">
                  <c:v>0.28093749999970896</c:v>
                </c:pt>
                <c:pt idx="24274">
                  <c:v>0.28094907406921266</c:v>
                </c:pt>
                <c:pt idx="24275">
                  <c:v>0.28096064814599231</c:v>
                </c:pt>
                <c:pt idx="24276">
                  <c:v>0.28097222222277196</c:v>
                </c:pt>
                <c:pt idx="24277">
                  <c:v>0.28098379629227566</c:v>
                </c:pt>
                <c:pt idx="24278">
                  <c:v>0.28099537036905531</c:v>
                </c:pt>
                <c:pt idx="24279">
                  <c:v>0.281006944438559</c:v>
                </c:pt>
                <c:pt idx="24280">
                  <c:v>0.28101851851533866</c:v>
                </c:pt>
                <c:pt idx="24281">
                  <c:v>0.28103009259211831</c:v>
                </c:pt>
                <c:pt idx="24282">
                  <c:v>0.281041666661622</c:v>
                </c:pt>
                <c:pt idx="24283">
                  <c:v>0.28105324073840166</c:v>
                </c:pt>
                <c:pt idx="24284">
                  <c:v>0.28106481481518131</c:v>
                </c:pt>
                <c:pt idx="24285">
                  <c:v>0.281076388884685</c:v>
                </c:pt>
                <c:pt idx="24286">
                  <c:v>0.28108796296146465</c:v>
                </c:pt>
                <c:pt idx="24287">
                  <c:v>0.28109953703824431</c:v>
                </c:pt>
                <c:pt idx="24288">
                  <c:v>0.281111111107748</c:v>
                </c:pt>
                <c:pt idx="24289">
                  <c:v>0.28112268518452765</c:v>
                </c:pt>
                <c:pt idx="24290">
                  <c:v>0.28113425925403135</c:v>
                </c:pt>
                <c:pt idx="24291">
                  <c:v>0.281145833330811</c:v>
                </c:pt>
                <c:pt idx="24292">
                  <c:v>0.28115740740759065</c:v>
                </c:pt>
                <c:pt idx="24293">
                  <c:v>0.28116898147709435</c:v>
                </c:pt>
                <c:pt idx="24294">
                  <c:v>0.281180555553874</c:v>
                </c:pt>
                <c:pt idx="24295">
                  <c:v>0.28119212963065365</c:v>
                </c:pt>
                <c:pt idx="24296">
                  <c:v>0.28120370370015735</c:v>
                </c:pt>
                <c:pt idx="24297">
                  <c:v>0.281215277776937</c:v>
                </c:pt>
                <c:pt idx="24298">
                  <c:v>0.2812268518464407</c:v>
                </c:pt>
                <c:pt idx="24299">
                  <c:v>0.28123842592322035</c:v>
                </c:pt>
                <c:pt idx="24300">
                  <c:v>0.28125</c:v>
                </c:pt>
                <c:pt idx="24301">
                  <c:v>0.28126157406950369</c:v>
                </c:pt>
                <c:pt idx="24302">
                  <c:v>0.28127314814628335</c:v>
                </c:pt>
                <c:pt idx="24303">
                  <c:v>0.281284722223063</c:v>
                </c:pt>
                <c:pt idx="24304">
                  <c:v>0.28129629629256669</c:v>
                </c:pt>
                <c:pt idx="24305">
                  <c:v>0.28130787036934635</c:v>
                </c:pt>
                <c:pt idx="24306">
                  <c:v>0.28131944443885004</c:v>
                </c:pt>
                <c:pt idx="24307">
                  <c:v>0.28133101851562969</c:v>
                </c:pt>
                <c:pt idx="24308">
                  <c:v>0.28134259259240935</c:v>
                </c:pt>
                <c:pt idx="24309">
                  <c:v>0.28135416666191304</c:v>
                </c:pt>
                <c:pt idx="24310">
                  <c:v>0.28136574073869269</c:v>
                </c:pt>
                <c:pt idx="24311">
                  <c:v>0.28137731481547235</c:v>
                </c:pt>
                <c:pt idx="24312">
                  <c:v>0.28138888888497604</c:v>
                </c:pt>
                <c:pt idx="24313">
                  <c:v>0.28140046296175569</c:v>
                </c:pt>
                <c:pt idx="24314">
                  <c:v>0.28141203703125939</c:v>
                </c:pt>
                <c:pt idx="24315">
                  <c:v>0.28142361110803904</c:v>
                </c:pt>
                <c:pt idx="24316">
                  <c:v>0.28143518518481869</c:v>
                </c:pt>
                <c:pt idx="24317">
                  <c:v>0.28144675925432239</c:v>
                </c:pt>
                <c:pt idx="24318">
                  <c:v>0.28145833333110204</c:v>
                </c:pt>
                <c:pt idx="24319">
                  <c:v>0.28146990740788169</c:v>
                </c:pt>
                <c:pt idx="24320">
                  <c:v>0.28148148147738539</c:v>
                </c:pt>
                <c:pt idx="24321">
                  <c:v>0.28149305555416504</c:v>
                </c:pt>
                <c:pt idx="24322">
                  <c:v>0.28150462963094469</c:v>
                </c:pt>
                <c:pt idx="24323">
                  <c:v>0.28151620370044839</c:v>
                </c:pt>
                <c:pt idx="24324">
                  <c:v>0.28152777777722804</c:v>
                </c:pt>
                <c:pt idx="24325">
                  <c:v>0.28153935184673173</c:v>
                </c:pt>
                <c:pt idx="24326">
                  <c:v>0.28155092592351139</c:v>
                </c:pt>
                <c:pt idx="24327">
                  <c:v>0.28156250000029104</c:v>
                </c:pt>
                <c:pt idx="24328">
                  <c:v>0.28157407406979473</c:v>
                </c:pt>
                <c:pt idx="24329">
                  <c:v>0.28158564814657439</c:v>
                </c:pt>
                <c:pt idx="24330">
                  <c:v>0.28159722222335404</c:v>
                </c:pt>
                <c:pt idx="24331">
                  <c:v>0.28160879629285773</c:v>
                </c:pt>
                <c:pt idx="24332">
                  <c:v>0.28162037036963739</c:v>
                </c:pt>
                <c:pt idx="24333">
                  <c:v>0.28163194443914108</c:v>
                </c:pt>
                <c:pt idx="24334">
                  <c:v>0.28164351851592073</c:v>
                </c:pt>
                <c:pt idx="24335">
                  <c:v>0.28165509259270038</c:v>
                </c:pt>
                <c:pt idx="24336">
                  <c:v>0.28166666666220408</c:v>
                </c:pt>
                <c:pt idx="24337">
                  <c:v>0.28167824073898373</c:v>
                </c:pt>
                <c:pt idx="24338">
                  <c:v>0.28168981481576338</c:v>
                </c:pt>
                <c:pt idx="24339">
                  <c:v>0.28170138888526708</c:v>
                </c:pt>
                <c:pt idx="24340">
                  <c:v>0.28171296296204673</c:v>
                </c:pt>
                <c:pt idx="24341">
                  <c:v>0.28172453703155043</c:v>
                </c:pt>
                <c:pt idx="24342">
                  <c:v>0.28173611110833008</c:v>
                </c:pt>
                <c:pt idx="24343">
                  <c:v>0.28174768518510973</c:v>
                </c:pt>
                <c:pt idx="24344">
                  <c:v>0.28175925925461343</c:v>
                </c:pt>
                <c:pt idx="24345">
                  <c:v>0.28177083333139308</c:v>
                </c:pt>
                <c:pt idx="24346">
                  <c:v>0.28178240740817273</c:v>
                </c:pt>
                <c:pt idx="24347">
                  <c:v>0.28179398147767643</c:v>
                </c:pt>
                <c:pt idx="24348">
                  <c:v>0.28180555555445608</c:v>
                </c:pt>
                <c:pt idx="24349">
                  <c:v>0.28181712962395977</c:v>
                </c:pt>
                <c:pt idx="24350">
                  <c:v>0.28182870370073942</c:v>
                </c:pt>
                <c:pt idx="24351">
                  <c:v>0.28184027777751908</c:v>
                </c:pt>
                <c:pt idx="24352">
                  <c:v>0.28185185184702277</c:v>
                </c:pt>
                <c:pt idx="24353">
                  <c:v>0.28186342592380242</c:v>
                </c:pt>
                <c:pt idx="24354">
                  <c:v>0.28187500000058208</c:v>
                </c:pt>
                <c:pt idx="24355">
                  <c:v>0.28188657407008577</c:v>
                </c:pt>
                <c:pt idx="24356">
                  <c:v>0.28189814814686542</c:v>
                </c:pt>
                <c:pt idx="24357">
                  <c:v>0.28190972221636912</c:v>
                </c:pt>
                <c:pt idx="24358">
                  <c:v>0.28192129629314877</c:v>
                </c:pt>
                <c:pt idx="24359">
                  <c:v>0.28193287036992842</c:v>
                </c:pt>
                <c:pt idx="24360">
                  <c:v>0.28194444443943212</c:v>
                </c:pt>
                <c:pt idx="24361">
                  <c:v>0.28195601851621177</c:v>
                </c:pt>
                <c:pt idx="24362">
                  <c:v>0.28196759259299142</c:v>
                </c:pt>
                <c:pt idx="24363">
                  <c:v>0.28197916666249512</c:v>
                </c:pt>
                <c:pt idx="24364">
                  <c:v>0.28199074073927477</c:v>
                </c:pt>
                <c:pt idx="24365">
                  <c:v>0.28200231481605442</c:v>
                </c:pt>
                <c:pt idx="24366">
                  <c:v>0.28201388888555812</c:v>
                </c:pt>
                <c:pt idx="24367">
                  <c:v>0.28202546296233777</c:v>
                </c:pt>
                <c:pt idx="24368">
                  <c:v>0.28203703703184146</c:v>
                </c:pt>
                <c:pt idx="24369">
                  <c:v>0.28204861110862112</c:v>
                </c:pt>
                <c:pt idx="24370">
                  <c:v>0.28206018518540077</c:v>
                </c:pt>
                <c:pt idx="24371">
                  <c:v>0.28207175925490446</c:v>
                </c:pt>
                <c:pt idx="24372">
                  <c:v>0.28208333333168412</c:v>
                </c:pt>
                <c:pt idx="24373">
                  <c:v>0.28209490740846377</c:v>
                </c:pt>
                <c:pt idx="24374">
                  <c:v>0.28210648147796746</c:v>
                </c:pt>
                <c:pt idx="24375">
                  <c:v>0.28211805555474712</c:v>
                </c:pt>
                <c:pt idx="24376">
                  <c:v>0.28212962962425081</c:v>
                </c:pt>
                <c:pt idx="24377">
                  <c:v>0.28214120370103046</c:v>
                </c:pt>
                <c:pt idx="24378">
                  <c:v>0.28215277777781012</c:v>
                </c:pt>
                <c:pt idx="24379">
                  <c:v>0.28216435184731381</c:v>
                </c:pt>
                <c:pt idx="24380">
                  <c:v>0.28217592592409346</c:v>
                </c:pt>
                <c:pt idx="24381">
                  <c:v>0.28218750000087311</c:v>
                </c:pt>
                <c:pt idx="24382">
                  <c:v>0.28219907407037681</c:v>
                </c:pt>
                <c:pt idx="24383">
                  <c:v>0.28221064814715646</c:v>
                </c:pt>
                <c:pt idx="24384">
                  <c:v>0.28222222221666016</c:v>
                </c:pt>
                <c:pt idx="24385">
                  <c:v>0.28223379629343981</c:v>
                </c:pt>
                <c:pt idx="24386">
                  <c:v>0.28224537037021946</c:v>
                </c:pt>
                <c:pt idx="24387">
                  <c:v>0.28225694443972316</c:v>
                </c:pt>
                <c:pt idx="24388">
                  <c:v>0.28226851851650281</c:v>
                </c:pt>
                <c:pt idx="24389">
                  <c:v>0.28228009259328246</c:v>
                </c:pt>
                <c:pt idx="24390">
                  <c:v>0.28229166666278616</c:v>
                </c:pt>
                <c:pt idx="24391">
                  <c:v>0.28230324073956581</c:v>
                </c:pt>
                <c:pt idx="24392">
                  <c:v>0.2823148148090695</c:v>
                </c:pt>
                <c:pt idx="24393">
                  <c:v>0.28232638888584916</c:v>
                </c:pt>
                <c:pt idx="24394">
                  <c:v>0.28233796296262881</c:v>
                </c:pt>
                <c:pt idx="24395">
                  <c:v>0.2823495370321325</c:v>
                </c:pt>
                <c:pt idx="24396">
                  <c:v>0.28236111110891216</c:v>
                </c:pt>
                <c:pt idx="24397">
                  <c:v>0.28237268518569181</c:v>
                </c:pt>
                <c:pt idx="24398">
                  <c:v>0.2823842592551955</c:v>
                </c:pt>
                <c:pt idx="24399">
                  <c:v>0.28239583333197515</c:v>
                </c:pt>
                <c:pt idx="24400">
                  <c:v>0.28240740740147885</c:v>
                </c:pt>
                <c:pt idx="24401">
                  <c:v>0.2824189814782585</c:v>
                </c:pt>
                <c:pt idx="24402">
                  <c:v>0.28243055555503815</c:v>
                </c:pt>
                <c:pt idx="24403">
                  <c:v>0.28244212962454185</c:v>
                </c:pt>
                <c:pt idx="24404">
                  <c:v>0.2824537037013215</c:v>
                </c:pt>
                <c:pt idx="24405">
                  <c:v>0.28246527777810115</c:v>
                </c:pt>
                <c:pt idx="24406">
                  <c:v>0.28247685184760485</c:v>
                </c:pt>
                <c:pt idx="24407">
                  <c:v>0.2824884259243845</c:v>
                </c:pt>
                <c:pt idx="24408">
                  <c:v>0.28250000000116415</c:v>
                </c:pt>
                <c:pt idx="24409">
                  <c:v>0.28251157407066785</c:v>
                </c:pt>
                <c:pt idx="24410">
                  <c:v>0.2825231481474475</c:v>
                </c:pt>
                <c:pt idx="24411">
                  <c:v>0.2825347222169512</c:v>
                </c:pt>
                <c:pt idx="24412">
                  <c:v>0.28254629629373085</c:v>
                </c:pt>
                <c:pt idx="24413">
                  <c:v>0.2825578703705105</c:v>
                </c:pt>
                <c:pt idx="24414">
                  <c:v>0.28256944444001419</c:v>
                </c:pt>
                <c:pt idx="24415">
                  <c:v>0.28258101851679385</c:v>
                </c:pt>
                <c:pt idx="24416">
                  <c:v>0.2825925925935735</c:v>
                </c:pt>
                <c:pt idx="24417">
                  <c:v>0.28260416666307719</c:v>
                </c:pt>
                <c:pt idx="24418">
                  <c:v>0.28261574073985685</c:v>
                </c:pt>
                <c:pt idx="24419">
                  <c:v>0.28262731480936054</c:v>
                </c:pt>
                <c:pt idx="24420">
                  <c:v>0.28263888888614019</c:v>
                </c:pt>
                <c:pt idx="24421">
                  <c:v>0.28265046296291985</c:v>
                </c:pt>
                <c:pt idx="24422">
                  <c:v>0.28266203703242354</c:v>
                </c:pt>
                <c:pt idx="24423">
                  <c:v>0.28267361110920319</c:v>
                </c:pt>
                <c:pt idx="24424">
                  <c:v>0.28268518518598285</c:v>
                </c:pt>
                <c:pt idx="24425">
                  <c:v>0.28269675925548654</c:v>
                </c:pt>
                <c:pt idx="24426">
                  <c:v>0.28270833333226619</c:v>
                </c:pt>
                <c:pt idx="24427">
                  <c:v>0.28271990740176989</c:v>
                </c:pt>
                <c:pt idx="24428">
                  <c:v>0.28273148147854954</c:v>
                </c:pt>
                <c:pt idx="24429">
                  <c:v>0.28274305555532919</c:v>
                </c:pt>
                <c:pt idx="24430">
                  <c:v>0.28275462962483289</c:v>
                </c:pt>
                <c:pt idx="24431">
                  <c:v>0.28276620370161254</c:v>
                </c:pt>
                <c:pt idx="24432">
                  <c:v>0.28277777777839219</c:v>
                </c:pt>
                <c:pt idx="24433">
                  <c:v>0.28278935184789589</c:v>
                </c:pt>
                <c:pt idx="24434">
                  <c:v>0.28280092592467554</c:v>
                </c:pt>
                <c:pt idx="24435">
                  <c:v>0.28281249999417923</c:v>
                </c:pt>
                <c:pt idx="24436">
                  <c:v>0.28282407407095889</c:v>
                </c:pt>
                <c:pt idx="24437">
                  <c:v>0.28283564814773854</c:v>
                </c:pt>
                <c:pt idx="24438">
                  <c:v>0.28284722221724223</c:v>
                </c:pt>
                <c:pt idx="24439">
                  <c:v>0.28285879629402189</c:v>
                </c:pt>
                <c:pt idx="24440">
                  <c:v>0.28287037037080154</c:v>
                </c:pt>
                <c:pt idx="24441">
                  <c:v>0.28288194444030523</c:v>
                </c:pt>
                <c:pt idx="24442">
                  <c:v>0.28289351851708489</c:v>
                </c:pt>
                <c:pt idx="24443">
                  <c:v>0.28290509259386454</c:v>
                </c:pt>
                <c:pt idx="24444">
                  <c:v>0.28291666666336823</c:v>
                </c:pt>
                <c:pt idx="24445">
                  <c:v>0.28292824074014788</c:v>
                </c:pt>
                <c:pt idx="24446">
                  <c:v>0.28293981480965158</c:v>
                </c:pt>
                <c:pt idx="24447">
                  <c:v>0.28295138888643123</c:v>
                </c:pt>
                <c:pt idx="24448">
                  <c:v>0.28296296296321088</c:v>
                </c:pt>
                <c:pt idx="24449">
                  <c:v>0.28297453703271458</c:v>
                </c:pt>
                <c:pt idx="24450">
                  <c:v>0.28298611110949423</c:v>
                </c:pt>
                <c:pt idx="24451">
                  <c:v>0.28299768518627388</c:v>
                </c:pt>
                <c:pt idx="24452">
                  <c:v>0.28300925925577758</c:v>
                </c:pt>
                <c:pt idx="24453">
                  <c:v>0.28302083333255723</c:v>
                </c:pt>
                <c:pt idx="24454">
                  <c:v>0.28303240740206093</c:v>
                </c:pt>
                <c:pt idx="24455">
                  <c:v>0.28304398147884058</c:v>
                </c:pt>
                <c:pt idx="24456">
                  <c:v>0.28305555555562023</c:v>
                </c:pt>
                <c:pt idx="24457">
                  <c:v>0.28306712962512393</c:v>
                </c:pt>
                <c:pt idx="24458">
                  <c:v>0.28307870370190358</c:v>
                </c:pt>
                <c:pt idx="24459">
                  <c:v>0.28309027777868323</c:v>
                </c:pt>
                <c:pt idx="24460">
                  <c:v>0.28310185184818693</c:v>
                </c:pt>
                <c:pt idx="24461">
                  <c:v>0.28311342592496658</c:v>
                </c:pt>
                <c:pt idx="24462">
                  <c:v>0.28312499999447027</c:v>
                </c:pt>
                <c:pt idx="24463">
                  <c:v>0.28313657407124992</c:v>
                </c:pt>
                <c:pt idx="24464">
                  <c:v>0.28314814814802958</c:v>
                </c:pt>
                <c:pt idx="24465">
                  <c:v>0.28315972221753327</c:v>
                </c:pt>
                <c:pt idx="24466">
                  <c:v>0.28317129629431292</c:v>
                </c:pt>
                <c:pt idx="24467">
                  <c:v>0.28318287037109258</c:v>
                </c:pt>
                <c:pt idx="24468">
                  <c:v>0.28319444444059627</c:v>
                </c:pt>
                <c:pt idx="24469">
                  <c:v>0.28320601851737592</c:v>
                </c:pt>
                <c:pt idx="24470">
                  <c:v>0.28321759258687962</c:v>
                </c:pt>
                <c:pt idx="24471">
                  <c:v>0.28322916666365927</c:v>
                </c:pt>
                <c:pt idx="24472">
                  <c:v>0.28324074074043892</c:v>
                </c:pt>
                <c:pt idx="24473">
                  <c:v>0.28325231480994262</c:v>
                </c:pt>
                <c:pt idx="24474">
                  <c:v>0.28326388888672227</c:v>
                </c:pt>
                <c:pt idx="24475">
                  <c:v>0.28327546296350192</c:v>
                </c:pt>
                <c:pt idx="24476">
                  <c:v>0.28328703703300562</c:v>
                </c:pt>
                <c:pt idx="24477">
                  <c:v>0.28329861110978527</c:v>
                </c:pt>
                <c:pt idx="24478">
                  <c:v>0.28331018517928896</c:v>
                </c:pt>
                <c:pt idx="24479">
                  <c:v>0.28332175925606862</c:v>
                </c:pt>
                <c:pt idx="24480">
                  <c:v>0.28333333333284827</c:v>
                </c:pt>
                <c:pt idx="24481">
                  <c:v>0.28334490740235196</c:v>
                </c:pt>
                <c:pt idx="24482">
                  <c:v>0.28335648147913162</c:v>
                </c:pt>
                <c:pt idx="24483">
                  <c:v>0.28336805555591127</c:v>
                </c:pt>
                <c:pt idx="24484">
                  <c:v>0.28337962962541496</c:v>
                </c:pt>
                <c:pt idx="24485">
                  <c:v>0.28339120370219462</c:v>
                </c:pt>
                <c:pt idx="24486">
                  <c:v>0.28340277777897427</c:v>
                </c:pt>
                <c:pt idx="24487">
                  <c:v>0.28341435184847796</c:v>
                </c:pt>
                <c:pt idx="24488">
                  <c:v>0.28342592592525762</c:v>
                </c:pt>
                <c:pt idx="24489">
                  <c:v>0.28343749999476131</c:v>
                </c:pt>
                <c:pt idx="24490">
                  <c:v>0.28344907407154096</c:v>
                </c:pt>
                <c:pt idx="24491">
                  <c:v>0.28346064814832062</c:v>
                </c:pt>
                <c:pt idx="24492">
                  <c:v>0.28347222221782431</c:v>
                </c:pt>
                <c:pt idx="24493">
                  <c:v>0.28348379629460396</c:v>
                </c:pt>
                <c:pt idx="24494">
                  <c:v>0.28349537037138361</c:v>
                </c:pt>
                <c:pt idx="24495">
                  <c:v>0.28350694444088731</c:v>
                </c:pt>
                <c:pt idx="24496">
                  <c:v>0.28351851851766696</c:v>
                </c:pt>
                <c:pt idx="24497">
                  <c:v>0.28353009258717066</c:v>
                </c:pt>
                <c:pt idx="24498">
                  <c:v>0.28354166666395031</c:v>
                </c:pt>
                <c:pt idx="24499">
                  <c:v>0.28355324074072996</c:v>
                </c:pt>
                <c:pt idx="24500">
                  <c:v>0.28356481481023366</c:v>
                </c:pt>
                <c:pt idx="24501">
                  <c:v>0.28357638888701331</c:v>
                </c:pt>
                <c:pt idx="24502">
                  <c:v>0.28358796296379296</c:v>
                </c:pt>
                <c:pt idx="24503">
                  <c:v>0.28359953703329666</c:v>
                </c:pt>
                <c:pt idx="24504">
                  <c:v>0.28361111111007631</c:v>
                </c:pt>
                <c:pt idx="24505">
                  <c:v>0.28362268517958</c:v>
                </c:pt>
                <c:pt idx="24506">
                  <c:v>0.28363425925635966</c:v>
                </c:pt>
                <c:pt idx="24507">
                  <c:v>0.28364583333313931</c:v>
                </c:pt>
                <c:pt idx="24508">
                  <c:v>0.283657407402643</c:v>
                </c:pt>
                <c:pt idx="24509">
                  <c:v>0.28366898147942265</c:v>
                </c:pt>
                <c:pt idx="24510">
                  <c:v>0.28368055555620231</c:v>
                </c:pt>
                <c:pt idx="24511">
                  <c:v>0.283692129625706</c:v>
                </c:pt>
                <c:pt idx="24512">
                  <c:v>0.28370370370248565</c:v>
                </c:pt>
                <c:pt idx="24513">
                  <c:v>0.28371527777198935</c:v>
                </c:pt>
                <c:pt idx="24514">
                  <c:v>0.283726851848769</c:v>
                </c:pt>
                <c:pt idx="24515">
                  <c:v>0.28373842592554865</c:v>
                </c:pt>
                <c:pt idx="24516">
                  <c:v>0.28374999999505235</c:v>
                </c:pt>
                <c:pt idx="24517">
                  <c:v>0.283761574071832</c:v>
                </c:pt>
                <c:pt idx="24518">
                  <c:v>0.28377314814861165</c:v>
                </c:pt>
                <c:pt idx="24519">
                  <c:v>0.28378472221811535</c:v>
                </c:pt>
                <c:pt idx="24520">
                  <c:v>0.283796296294895</c:v>
                </c:pt>
                <c:pt idx="24521">
                  <c:v>0.28380787037167465</c:v>
                </c:pt>
                <c:pt idx="24522">
                  <c:v>0.28381944444117835</c:v>
                </c:pt>
                <c:pt idx="24523">
                  <c:v>0.283831018517958</c:v>
                </c:pt>
                <c:pt idx="24524">
                  <c:v>0.2838425925874617</c:v>
                </c:pt>
                <c:pt idx="24525">
                  <c:v>0.28385416666424135</c:v>
                </c:pt>
                <c:pt idx="24526">
                  <c:v>0.283865740741021</c:v>
                </c:pt>
                <c:pt idx="24527">
                  <c:v>0.28387731481052469</c:v>
                </c:pt>
                <c:pt idx="24528">
                  <c:v>0.28388888888730435</c:v>
                </c:pt>
                <c:pt idx="24529">
                  <c:v>0.283900462964084</c:v>
                </c:pt>
                <c:pt idx="24530">
                  <c:v>0.28391203703358769</c:v>
                </c:pt>
                <c:pt idx="24531">
                  <c:v>0.28392361111036735</c:v>
                </c:pt>
                <c:pt idx="24532">
                  <c:v>0.28393518517987104</c:v>
                </c:pt>
                <c:pt idx="24533">
                  <c:v>0.28394675925665069</c:v>
                </c:pt>
                <c:pt idx="24534">
                  <c:v>0.28395833333343035</c:v>
                </c:pt>
                <c:pt idx="24535">
                  <c:v>0.28396990740293404</c:v>
                </c:pt>
                <c:pt idx="24536">
                  <c:v>0.28398148147971369</c:v>
                </c:pt>
                <c:pt idx="24537">
                  <c:v>0.28399305555649335</c:v>
                </c:pt>
                <c:pt idx="24538">
                  <c:v>0.28400462962599704</c:v>
                </c:pt>
                <c:pt idx="24539">
                  <c:v>0.28401620370277669</c:v>
                </c:pt>
                <c:pt idx="24540">
                  <c:v>0.28402777777228039</c:v>
                </c:pt>
                <c:pt idx="24541">
                  <c:v>0.28403935184906004</c:v>
                </c:pt>
                <c:pt idx="24542">
                  <c:v>0.28405092592583969</c:v>
                </c:pt>
                <c:pt idx="24543">
                  <c:v>0.28406249999534339</c:v>
                </c:pt>
                <c:pt idx="24544">
                  <c:v>0.28407407407212304</c:v>
                </c:pt>
                <c:pt idx="24545">
                  <c:v>0.28408564814890269</c:v>
                </c:pt>
                <c:pt idx="24546">
                  <c:v>0.28409722221840639</c:v>
                </c:pt>
                <c:pt idx="24547">
                  <c:v>0.28410879629518604</c:v>
                </c:pt>
                <c:pt idx="24548">
                  <c:v>0.28412037036468973</c:v>
                </c:pt>
                <c:pt idx="24549">
                  <c:v>0.28413194444146939</c:v>
                </c:pt>
                <c:pt idx="24550">
                  <c:v>0.28414351851824904</c:v>
                </c:pt>
                <c:pt idx="24551">
                  <c:v>0.28415509258775273</c:v>
                </c:pt>
                <c:pt idx="24552">
                  <c:v>0.28416666666453239</c:v>
                </c:pt>
                <c:pt idx="24553">
                  <c:v>0.28417824074131204</c:v>
                </c:pt>
                <c:pt idx="24554">
                  <c:v>0.28418981481081573</c:v>
                </c:pt>
                <c:pt idx="24555">
                  <c:v>0.28420138888759539</c:v>
                </c:pt>
                <c:pt idx="24556">
                  <c:v>0.28421296295709908</c:v>
                </c:pt>
                <c:pt idx="24557">
                  <c:v>0.28422453703387873</c:v>
                </c:pt>
                <c:pt idx="24558">
                  <c:v>0.28423611111065838</c:v>
                </c:pt>
                <c:pt idx="24559">
                  <c:v>0.28424768518016208</c:v>
                </c:pt>
                <c:pt idx="24560">
                  <c:v>0.28425925925694173</c:v>
                </c:pt>
                <c:pt idx="24561">
                  <c:v>0.28427083333372138</c:v>
                </c:pt>
                <c:pt idx="24562">
                  <c:v>0.28428240740322508</c:v>
                </c:pt>
                <c:pt idx="24563">
                  <c:v>0.28429398148000473</c:v>
                </c:pt>
                <c:pt idx="24564">
                  <c:v>0.28430555555678438</c:v>
                </c:pt>
                <c:pt idx="24565">
                  <c:v>0.28431712962628808</c:v>
                </c:pt>
                <c:pt idx="24566">
                  <c:v>0.28432870370306773</c:v>
                </c:pt>
                <c:pt idx="24567">
                  <c:v>0.28434027777257143</c:v>
                </c:pt>
                <c:pt idx="24568">
                  <c:v>0.28435185184935108</c:v>
                </c:pt>
                <c:pt idx="24569">
                  <c:v>0.28436342592613073</c:v>
                </c:pt>
                <c:pt idx="24570">
                  <c:v>0.28437499999563443</c:v>
                </c:pt>
                <c:pt idx="24571">
                  <c:v>0.28438657407241408</c:v>
                </c:pt>
                <c:pt idx="24572">
                  <c:v>0.28439814814919373</c:v>
                </c:pt>
                <c:pt idx="24573">
                  <c:v>0.28440972221869742</c:v>
                </c:pt>
                <c:pt idx="24574">
                  <c:v>0.28442129629547708</c:v>
                </c:pt>
                <c:pt idx="24575">
                  <c:v>0.28443287036498077</c:v>
                </c:pt>
                <c:pt idx="24576">
                  <c:v>0.28444444444176042</c:v>
                </c:pt>
                <c:pt idx="24577">
                  <c:v>0.28445601851854008</c:v>
                </c:pt>
                <c:pt idx="24578">
                  <c:v>0.28446759258804377</c:v>
                </c:pt>
                <c:pt idx="24579">
                  <c:v>0.28447916666482342</c:v>
                </c:pt>
                <c:pt idx="24580">
                  <c:v>0.28449074074160308</c:v>
                </c:pt>
                <c:pt idx="24581">
                  <c:v>0.28450231481110677</c:v>
                </c:pt>
                <c:pt idx="24582">
                  <c:v>0.28451388888788642</c:v>
                </c:pt>
                <c:pt idx="24583">
                  <c:v>0.28452546295739012</c:v>
                </c:pt>
                <c:pt idx="24584">
                  <c:v>0.28453703703416977</c:v>
                </c:pt>
                <c:pt idx="24585">
                  <c:v>0.28454861111094942</c:v>
                </c:pt>
                <c:pt idx="24586">
                  <c:v>0.28456018518045312</c:v>
                </c:pt>
                <c:pt idx="24587">
                  <c:v>0.28457175925723277</c:v>
                </c:pt>
                <c:pt idx="24588">
                  <c:v>0.28458333333401242</c:v>
                </c:pt>
                <c:pt idx="24589">
                  <c:v>0.28459490740351612</c:v>
                </c:pt>
                <c:pt idx="24590">
                  <c:v>0.28460648148029577</c:v>
                </c:pt>
                <c:pt idx="24591">
                  <c:v>0.28461805554979946</c:v>
                </c:pt>
                <c:pt idx="24592">
                  <c:v>0.28462962962657912</c:v>
                </c:pt>
                <c:pt idx="24593">
                  <c:v>0.28464120370335877</c:v>
                </c:pt>
                <c:pt idx="24594">
                  <c:v>0.28465277777286246</c:v>
                </c:pt>
                <c:pt idx="24595">
                  <c:v>0.28466435184964212</c:v>
                </c:pt>
                <c:pt idx="24596">
                  <c:v>0.28467592592642177</c:v>
                </c:pt>
                <c:pt idx="24597">
                  <c:v>0.28468749999592546</c:v>
                </c:pt>
                <c:pt idx="24598">
                  <c:v>0.28469907407270512</c:v>
                </c:pt>
                <c:pt idx="24599">
                  <c:v>0.28471064814948477</c:v>
                </c:pt>
                <c:pt idx="24600">
                  <c:v>0.28472222221898846</c:v>
                </c:pt>
                <c:pt idx="24601">
                  <c:v>0.28473379629576812</c:v>
                </c:pt>
                <c:pt idx="24602">
                  <c:v>0.28474537036527181</c:v>
                </c:pt>
                <c:pt idx="24603">
                  <c:v>0.28475694444205146</c:v>
                </c:pt>
                <c:pt idx="24604">
                  <c:v>0.28476851851883112</c:v>
                </c:pt>
                <c:pt idx="24605">
                  <c:v>0.28478009258833481</c:v>
                </c:pt>
                <c:pt idx="24606">
                  <c:v>0.28479166666511446</c:v>
                </c:pt>
                <c:pt idx="24607">
                  <c:v>0.28480324074189411</c:v>
                </c:pt>
                <c:pt idx="24608">
                  <c:v>0.28481481481139781</c:v>
                </c:pt>
                <c:pt idx="24609">
                  <c:v>0.28482638888817746</c:v>
                </c:pt>
                <c:pt idx="24610">
                  <c:v>0.28483796295768116</c:v>
                </c:pt>
                <c:pt idx="24611">
                  <c:v>0.28484953703446081</c:v>
                </c:pt>
                <c:pt idx="24612">
                  <c:v>0.28486111111124046</c:v>
                </c:pt>
                <c:pt idx="24613">
                  <c:v>0.28487268518074416</c:v>
                </c:pt>
                <c:pt idx="24614">
                  <c:v>0.28488425925752381</c:v>
                </c:pt>
                <c:pt idx="24615">
                  <c:v>0.28489583333430346</c:v>
                </c:pt>
                <c:pt idx="24616">
                  <c:v>0.28490740740380716</c:v>
                </c:pt>
                <c:pt idx="24617">
                  <c:v>0.28491898148058681</c:v>
                </c:pt>
                <c:pt idx="24618">
                  <c:v>0.2849305555500905</c:v>
                </c:pt>
                <c:pt idx="24619">
                  <c:v>0.28494212962687016</c:v>
                </c:pt>
                <c:pt idx="24620">
                  <c:v>0.28495370370364981</c:v>
                </c:pt>
                <c:pt idx="24621">
                  <c:v>0.2849652777731535</c:v>
                </c:pt>
                <c:pt idx="24622">
                  <c:v>0.28497685184993315</c:v>
                </c:pt>
                <c:pt idx="24623">
                  <c:v>0.28498842592671281</c:v>
                </c:pt>
                <c:pt idx="24624">
                  <c:v>0.2849999999962165</c:v>
                </c:pt>
                <c:pt idx="24625">
                  <c:v>0.28501157407299615</c:v>
                </c:pt>
                <c:pt idx="24626">
                  <c:v>0.28502314814249985</c:v>
                </c:pt>
                <c:pt idx="24627">
                  <c:v>0.2850347222192795</c:v>
                </c:pt>
                <c:pt idx="24628">
                  <c:v>0.28504629629605915</c:v>
                </c:pt>
                <c:pt idx="24629">
                  <c:v>0.28505787036556285</c:v>
                </c:pt>
                <c:pt idx="24630">
                  <c:v>0.2850694444423425</c:v>
                </c:pt>
                <c:pt idx="24631">
                  <c:v>0.28508101851912215</c:v>
                </c:pt>
                <c:pt idx="24632">
                  <c:v>0.28509259258862585</c:v>
                </c:pt>
                <c:pt idx="24633">
                  <c:v>0.2851041666654055</c:v>
                </c:pt>
                <c:pt idx="24634">
                  <c:v>0.2851157407349092</c:v>
                </c:pt>
                <c:pt idx="24635">
                  <c:v>0.28512731481168885</c:v>
                </c:pt>
                <c:pt idx="24636">
                  <c:v>0.2851388888884685</c:v>
                </c:pt>
                <c:pt idx="24637">
                  <c:v>0.28515046295797219</c:v>
                </c:pt>
                <c:pt idx="24638">
                  <c:v>0.28516203703475185</c:v>
                </c:pt>
                <c:pt idx="24639">
                  <c:v>0.2851736111115315</c:v>
                </c:pt>
                <c:pt idx="24640">
                  <c:v>0.28518518518103519</c:v>
                </c:pt>
                <c:pt idx="24641">
                  <c:v>0.28519675925781485</c:v>
                </c:pt>
                <c:pt idx="24642">
                  <c:v>0.2852083333345945</c:v>
                </c:pt>
                <c:pt idx="24643">
                  <c:v>0.28521990740409819</c:v>
                </c:pt>
                <c:pt idx="24644">
                  <c:v>0.28523148148087785</c:v>
                </c:pt>
                <c:pt idx="24645">
                  <c:v>0.28524305555038154</c:v>
                </c:pt>
                <c:pt idx="24646">
                  <c:v>0.28525462962716119</c:v>
                </c:pt>
                <c:pt idx="24647">
                  <c:v>0.28526620370394085</c:v>
                </c:pt>
                <c:pt idx="24648">
                  <c:v>0.28527777777344454</c:v>
                </c:pt>
                <c:pt idx="24649">
                  <c:v>0.28528935185022419</c:v>
                </c:pt>
                <c:pt idx="24650">
                  <c:v>0.28530092592700385</c:v>
                </c:pt>
                <c:pt idx="24651">
                  <c:v>0.28531249999650754</c:v>
                </c:pt>
                <c:pt idx="24652">
                  <c:v>0.28532407407328719</c:v>
                </c:pt>
                <c:pt idx="24653">
                  <c:v>0.28533564814279089</c:v>
                </c:pt>
                <c:pt idx="24654">
                  <c:v>0.28534722221957054</c:v>
                </c:pt>
                <c:pt idx="24655">
                  <c:v>0.28535879629635019</c:v>
                </c:pt>
                <c:pt idx="24656">
                  <c:v>0.28537037036585389</c:v>
                </c:pt>
                <c:pt idx="24657">
                  <c:v>0.28538194444263354</c:v>
                </c:pt>
                <c:pt idx="24658">
                  <c:v>0.28539351851941319</c:v>
                </c:pt>
                <c:pt idx="24659">
                  <c:v>0.28540509258891689</c:v>
                </c:pt>
                <c:pt idx="24660">
                  <c:v>0.28541666666569654</c:v>
                </c:pt>
                <c:pt idx="24661">
                  <c:v>0.28542824073520023</c:v>
                </c:pt>
                <c:pt idx="24662">
                  <c:v>0.28543981481197989</c:v>
                </c:pt>
                <c:pt idx="24663">
                  <c:v>0.28545138888875954</c:v>
                </c:pt>
                <c:pt idx="24664">
                  <c:v>0.28546296295826323</c:v>
                </c:pt>
                <c:pt idx="24665">
                  <c:v>0.28547453703504289</c:v>
                </c:pt>
                <c:pt idx="24666">
                  <c:v>0.28548611111182254</c:v>
                </c:pt>
                <c:pt idx="24667">
                  <c:v>0.28549768518132623</c:v>
                </c:pt>
                <c:pt idx="24668">
                  <c:v>0.28550925925810589</c:v>
                </c:pt>
                <c:pt idx="24669">
                  <c:v>0.28552083332760958</c:v>
                </c:pt>
                <c:pt idx="24670">
                  <c:v>0.28553240740438923</c:v>
                </c:pt>
                <c:pt idx="24671">
                  <c:v>0.28554398148116888</c:v>
                </c:pt>
                <c:pt idx="24672">
                  <c:v>0.28555555555067258</c:v>
                </c:pt>
                <c:pt idx="24673">
                  <c:v>0.28556712962745223</c:v>
                </c:pt>
                <c:pt idx="24674">
                  <c:v>0.28557870370423188</c:v>
                </c:pt>
                <c:pt idx="24675">
                  <c:v>0.28559027777373558</c:v>
                </c:pt>
                <c:pt idx="24676">
                  <c:v>0.28560185185051523</c:v>
                </c:pt>
                <c:pt idx="24677">
                  <c:v>0.28561342592001893</c:v>
                </c:pt>
                <c:pt idx="24678">
                  <c:v>0.28562499999679858</c:v>
                </c:pt>
                <c:pt idx="24679">
                  <c:v>0.28563657407357823</c:v>
                </c:pt>
                <c:pt idx="24680">
                  <c:v>0.28564814814308193</c:v>
                </c:pt>
                <c:pt idx="24681">
                  <c:v>0.28565972221986158</c:v>
                </c:pt>
                <c:pt idx="24682">
                  <c:v>0.28567129629664123</c:v>
                </c:pt>
                <c:pt idx="24683">
                  <c:v>0.28568287036614493</c:v>
                </c:pt>
                <c:pt idx="24684">
                  <c:v>0.28569444444292458</c:v>
                </c:pt>
                <c:pt idx="24685">
                  <c:v>0.28570601851970423</c:v>
                </c:pt>
                <c:pt idx="24686">
                  <c:v>0.28571759258920792</c:v>
                </c:pt>
                <c:pt idx="24687">
                  <c:v>0.28572916666598758</c:v>
                </c:pt>
                <c:pt idx="24688">
                  <c:v>0.28574074073549127</c:v>
                </c:pt>
                <c:pt idx="24689">
                  <c:v>0.28575231481227092</c:v>
                </c:pt>
                <c:pt idx="24690">
                  <c:v>0.28576388888905058</c:v>
                </c:pt>
                <c:pt idx="24691">
                  <c:v>0.28577546295855427</c:v>
                </c:pt>
                <c:pt idx="24692">
                  <c:v>0.28578703703533392</c:v>
                </c:pt>
                <c:pt idx="24693">
                  <c:v>0.28579861111211358</c:v>
                </c:pt>
                <c:pt idx="24694">
                  <c:v>0.28581018518161727</c:v>
                </c:pt>
                <c:pt idx="24695">
                  <c:v>0.28582175925839692</c:v>
                </c:pt>
                <c:pt idx="24696">
                  <c:v>0.28583333332790062</c:v>
                </c:pt>
                <c:pt idx="24697">
                  <c:v>0.28584490740468027</c:v>
                </c:pt>
                <c:pt idx="24698">
                  <c:v>0.28585648148145992</c:v>
                </c:pt>
                <c:pt idx="24699">
                  <c:v>0.28586805555096362</c:v>
                </c:pt>
                <c:pt idx="24700">
                  <c:v>0.28587962962774327</c:v>
                </c:pt>
                <c:pt idx="24701">
                  <c:v>0.28589120370452292</c:v>
                </c:pt>
                <c:pt idx="24702">
                  <c:v>0.28590277777402662</c:v>
                </c:pt>
                <c:pt idx="24703">
                  <c:v>0.28591435185080627</c:v>
                </c:pt>
                <c:pt idx="24704">
                  <c:v>0.28592592592030996</c:v>
                </c:pt>
                <c:pt idx="24705">
                  <c:v>0.28593749999708962</c:v>
                </c:pt>
                <c:pt idx="24706">
                  <c:v>0.28594907407386927</c:v>
                </c:pt>
                <c:pt idx="24707">
                  <c:v>0.28596064814337296</c:v>
                </c:pt>
                <c:pt idx="24708">
                  <c:v>0.28597222222015262</c:v>
                </c:pt>
                <c:pt idx="24709">
                  <c:v>0.28598379629693227</c:v>
                </c:pt>
                <c:pt idx="24710">
                  <c:v>0.28599537036643596</c:v>
                </c:pt>
                <c:pt idx="24711">
                  <c:v>0.28600694444321562</c:v>
                </c:pt>
                <c:pt idx="24712">
                  <c:v>0.28601851851271931</c:v>
                </c:pt>
                <c:pt idx="24713">
                  <c:v>0.28603009258949896</c:v>
                </c:pt>
                <c:pt idx="24714">
                  <c:v>0.28604166666627862</c:v>
                </c:pt>
                <c:pt idx="24715">
                  <c:v>0.28605324073578231</c:v>
                </c:pt>
                <c:pt idx="24716">
                  <c:v>0.28606481481256196</c:v>
                </c:pt>
                <c:pt idx="24717">
                  <c:v>0.28607638888934162</c:v>
                </c:pt>
                <c:pt idx="24718">
                  <c:v>0.28608796295884531</c:v>
                </c:pt>
                <c:pt idx="24719">
                  <c:v>0.28609953703562496</c:v>
                </c:pt>
                <c:pt idx="24720">
                  <c:v>0.28611111111240461</c:v>
                </c:pt>
                <c:pt idx="24721">
                  <c:v>0.28612268518190831</c:v>
                </c:pt>
                <c:pt idx="24722">
                  <c:v>0.28613425925868796</c:v>
                </c:pt>
                <c:pt idx="24723">
                  <c:v>0.28614583332819166</c:v>
                </c:pt>
                <c:pt idx="24724">
                  <c:v>0.28615740740497131</c:v>
                </c:pt>
                <c:pt idx="24725">
                  <c:v>0.28616898148175096</c:v>
                </c:pt>
                <c:pt idx="24726">
                  <c:v>0.28618055555125466</c:v>
                </c:pt>
                <c:pt idx="24727">
                  <c:v>0.28619212962803431</c:v>
                </c:pt>
                <c:pt idx="24728">
                  <c:v>0.28620370370481396</c:v>
                </c:pt>
                <c:pt idx="24729">
                  <c:v>0.28621527777431766</c:v>
                </c:pt>
                <c:pt idx="24730">
                  <c:v>0.28622685185109731</c:v>
                </c:pt>
                <c:pt idx="24731">
                  <c:v>0.286238425920601</c:v>
                </c:pt>
                <c:pt idx="24732">
                  <c:v>0.28624999999738066</c:v>
                </c:pt>
                <c:pt idx="24733">
                  <c:v>0.28626157407416031</c:v>
                </c:pt>
                <c:pt idx="24734">
                  <c:v>0.286273148143664</c:v>
                </c:pt>
                <c:pt idx="24735">
                  <c:v>0.28628472222044365</c:v>
                </c:pt>
                <c:pt idx="24736">
                  <c:v>0.28629629629722331</c:v>
                </c:pt>
                <c:pt idx="24737">
                  <c:v>0.286307870366727</c:v>
                </c:pt>
                <c:pt idx="24738">
                  <c:v>0.28631944444350665</c:v>
                </c:pt>
                <c:pt idx="24739">
                  <c:v>0.28633101851301035</c:v>
                </c:pt>
                <c:pt idx="24740">
                  <c:v>0.28634259258979</c:v>
                </c:pt>
                <c:pt idx="24741">
                  <c:v>0.28635416666656965</c:v>
                </c:pt>
                <c:pt idx="24742">
                  <c:v>0.28636574073607335</c:v>
                </c:pt>
                <c:pt idx="24743">
                  <c:v>0.286377314812853</c:v>
                </c:pt>
                <c:pt idx="24744">
                  <c:v>0.28638888888963265</c:v>
                </c:pt>
                <c:pt idx="24745">
                  <c:v>0.28640046295913635</c:v>
                </c:pt>
                <c:pt idx="24746">
                  <c:v>0.286412037035916</c:v>
                </c:pt>
                <c:pt idx="24747">
                  <c:v>0.2864236111054197</c:v>
                </c:pt>
                <c:pt idx="24748">
                  <c:v>0.28643518518219935</c:v>
                </c:pt>
                <c:pt idx="24749">
                  <c:v>0.286446759258979</c:v>
                </c:pt>
                <c:pt idx="24750">
                  <c:v>0.28645833332848269</c:v>
                </c:pt>
                <c:pt idx="24751">
                  <c:v>0.28646990740526235</c:v>
                </c:pt>
                <c:pt idx="24752">
                  <c:v>0.286481481482042</c:v>
                </c:pt>
                <c:pt idx="24753">
                  <c:v>0.28649305555154569</c:v>
                </c:pt>
                <c:pt idx="24754">
                  <c:v>0.28650462962832535</c:v>
                </c:pt>
                <c:pt idx="24755">
                  <c:v>0.28651620369782904</c:v>
                </c:pt>
                <c:pt idx="24756">
                  <c:v>0.28652777777460869</c:v>
                </c:pt>
                <c:pt idx="24757">
                  <c:v>0.28653935185138835</c:v>
                </c:pt>
                <c:pt idx="24758">
                  <c:v>0.28655092592089204</c:v>
                </c:pt>
                <c:pt idx="24759">
                  <c:v>0.28656249999767169</c:v>
                </c:pt>
                <c:pt idx="24760">
                  <c:v>0.28657407407445135</c:v>
                </c:pt>
                <c:pt idx="24761">
                  <c:v>0.28658564814395504</c:v>
                </c:pt>
                <c:pt idx="24762">
                  <c:v>0.28659722222073469</c:v>
                </c:pt>
                <c:pt idx="24763">
                  <c:v>0.28660879629751435</c:v>
                </c:pt>
                <c:pt idx="24764">
                  <c:v>0.28662037036701804</c:v>
                </c:pt>
                <c:pt idx="24765">
                  <c:v>0.28663194444379769</c:v>
                </c:pt>
                <c:pt idx="24766">
                  <c:v>0.28664351851330139</c:v>
                </c:pt>
                <c:pt idx="24767">
                  <c:v>0.28665509259008104</c:v>
                </c:pt>
                <c:pt idx="24768">
                  <c:v>0.28666666666686069</c:v>
                </c:pt>
                <c:pt idx="24769">
                  <c:v>0.28667824073636439</c:v>
                </c:pt>
                <c:pt idx="24770">
                  <c:v>0.28668981481314404</c:v>
                </c:pt>
                <c:pt idx="24771">
                  <c:v>0.28670138888992369</c:v>
                </c:pt>
                <c:pt idx="24772">
                  <c:v>0.28671296295942739</c:v>
                </c:pt>
                <c:pt idx="24773">
                  <c:v>0.28672453703620704</c:v>
                </c:pt>
                <c:pt idx="24774">
                  <c:v>0.28673611110571073</c:v>
                </c:pt>
                <c:pt idx="24775">
                  <c:v>0.28674768518249039</c:v>
                </c:pt>
                <c:pt idx="24776">
                  <c:v>0.28675925925927004</c:v>
                </c:pt>
                <c:pt idx="24777">
                  <c:v>0.28677083332877373</c:v>
                </c:pt>
                <c:pt idx="24778">
                  <c:v>0.28678240740555339</c:v>
                </c:pt>
                <c:pt idx="24779">
                  <c:v>0.28679398148233304</c:v>
                </c:pt>
                <c:pt idx="24780">
                  <c:v>0.28680555555183673</c:v>
                </c:pt>
                <c:pt idx="24781">
                  <c:v>0.28681712962861639</c:v>
                </c:pt>
                <c:pt idx="24782">
                  <c:v>0.28682870369812008</c:v>
                </c:pt>
                <c:pt idx="24783">
                  <c:v>0.28684027777489973</c:v>
                </c:pt>
                <c:pt idx="24784">
                  <c:v>0.28685185185167938</c:v>
                </c:pt>
                <c:pt idx="24785">
                  <c:v>0.28686342592118308</c:v>
                </c:pt>
                <c:pt idx="24786">
                  <c:v>0.28687499999796273</c:v>
                </c:pt>
                <c:pt idx="24787">
                  <c:v>0.28688657407474238</c:v>
                </c:pt>
                <c:pt idx="24788">
                  <c:v>0.28689814814424608</c:v>
                </c:pt>
                <c:pt idx="24789">
                  <c:v>0.28690972222102573</c:v>
                </c:pt>
                <c:pt idx="24790">
                  <c:v>0.28692129629052943</c:v>
                </c:pt>
                <c:pt idx="24791">
                  <c:v>0.28693287036730908</c:v>
                </c:pt>
                <c:pt idx="24792">
                  <c:v>0.28694444444408873</c:v>
                </c:pt>
                <c:pt idx="24793">
                  <c:v>0.28695601851359243</c:v>
                </c:pt>
                <c:pt idx="24794">
                  <c:v>0.28696759259037208</c:v>
                </c:pt>
                <c:pt idx="24795">
                  <c:v>0.28697916666715173</c:v>
                </c:pt>
                <c:pt idx="24796">
                  <c:v>0.28699074073665543</c:v>
                </c:pt>
                <c:pt idx="24797">
                  <c:v>0.28700231481343508</c:v>
                </c:pt>
                <c:pt idx="24798">
                  <c:v>0.28701388889021473</c:v>
                </c:pt>
                <c:pt idx="24799">
                  <c:v>0.28702546295971842</c:v>
                </c:pt>
                <c:pt idx="24800">
                  <c:v>0.28703703703649808</c:v>
                </c:pt>
                <c:pt idx="24801">
                  <c:v>0.28704861110600177</c:v>
                </c:pt>
                <c:pt idx="24802">
                  <c:v>0.28706018518278142</c:v>
                </c:pt>
                <c:pt idx="24803">
                  <c:v>0.28707175925956108</c:v>
                </c:pt>
                <c:pt idx="24804">
                  <c:v>0.28708333332906477</c:v>
                </c:pt>
                <c:pt idx="24805">
                  <c:v>0.28709490740584442</c:v>
                </c:pt>
                <c:pt idx="24806">
                  <c:v>0.28710648148262408</c:v>
                </c:pt>
                <c:pt idx="24807">
                  <c:v>0.28711805555212777</c:v>
                </c:pt>
                <c:pt idx="24808">
                  <c:v>0.28712962962890742</c:v>
                </c:pt>
                <c:pt idx="24809">
                  <c:v>0.28714120369841112</c:v>
                </c:pt>
                <c:pt idx="24810">
                  <c:v>0.28715277777519077</c:v>
                </c:pt>
                <c:pt idx="24811">
                  <c:v>0.28716435185197042</c:v>
                </c:pt>
                <c:pt idx="24812">
                  <c:v>0.28717592592147412</c:v>
                </c:pt>
                <c:pt idx="24813">
                  <c:v>0.28718749999825377</c:v>
                </c:pt>
                <c:pt idx="24814">
                  <c:v>0.28719907407503342</c:v>
                </c:pt>
                <c:pt idx="24815">
                  <c:v>0.28721064814453712</c:v>
                </c:pt>
                <c:pt idx="24816">
                  <c:v>0.28722222222131677</c:v>
                </c:pt>
                <c:pt idx="24817">
                  <c:v>0.28723379629082046</c:v>
                </c:pt>
                <c:pt idx="24818">
                  <c:v>0.28724537036760012</c:v>
                </c:pt>
                <c:pt idx="24819">
                  <c:v>0.28725694444437977</c:v>
                </c:pt>
                <c:pt idx="24820">
                  <c:v>0.28726851851388346</c:v>
                </c:pt>
                <c:pt idx="24821">
                  <c:v>0.28728009259066312</c:v>
                </c:pt>
                <c:pt idx="24822">
                  <c:v>0.28729166666744277</c:v>
                </c:pt>
                <c:pt idx="24823">
                  <c:v>0.28730324073694646</c:v>
                </c:pt>
                <c:pt idx="24824">
                  <c:v>0.28731481481372612</c:v>
                </c:pt>
                <c:pt idx="24825">
                  <c:v>0.28732638888322981</c:v>
                </c:pt>
                <c:pt idx="24826">
                  <c:v>0.28733796296000946</c:v>
                </c:pt>
                <c:pt idx="24827">
                  <c:v>0.28734953703678912</c:v>
                </c:pt>
                <c:pt idx="24828">
                  <c:v>0.28736111110629281</c:v>
                </c:pt>
                <c:pt idx="24829">
                  <c:v>0.28737268518307246</c:v>
                </c:pt>
                <c:pt idx="24830">
                  <c:v>0.28738425925985212</c:v>
                </c:pt>
                <c:pt idx="24831">
                  <c:v>0.28739583332935581</c:v>
                </c:pt>
                <c:pt idx="24832">
                  <c:v>0.28740740740613546</c:v>
                </c:pt>
                <c:pt idx="24833">
                  <c:v>0.28741898147563916</c:v>
                </c:pt>
                <c:pt idx="24834">
                  <c:v>0.28743055555241881</c:v>
                </c:pt>
                <c:pt idx="24835">
                  <c:v>0.28744212962919846</c:v>
                </c:pt>
                <c:pt idx="24836">
                  <c:v>0.28745370369870216</c:v>
                </c:pt>
                <c:pt idx="24837">
                  <c:v>0.28746527777548181</c:v>
                </c:pt>
                <c:pt idx="24838">
                  <c:v>0.28747685185226146</c:v>
                </c:pt>
                <c:pt idx="24839">
                  <c:v>0.28748842592176516</c:v>
                </c:pt>
                <c:pt idx="24840">
                  <c:v>0.28749999999854481</c:v>
                </c:pt>
                <c:pt idx="24841">
                  <c:v>0.28751157407532446</c:v>
                </c:pt>
                <c:pt idx="24842">
                  <c:v>0.28752314814482816</c:v>
                </c:pt>
                <c:pt idx="24843">
                  <c:v>0.28753472222160781</c:v>
                </c:pt>
                <c:pt idx="24844">
                  <c:v>0.2875462962911115</c:v>
                </c:pt>
                <c:pt idx="24845">
                  <c:v>0.28755787036789116</c:v>
                </c:pt>
                <c:pt idx="24846">
                  <c:v>0.28756944444467081</c:v>
                </c:pt>
                <c:pt idx="24847">
                  <c:v>0.2875810185141745</c:v>
                </c:pt>
                <c:pt idx="24848">
                  <c:v>0.28759259259095415</c:v>
                </c:pt>
                <c:pt idx="24849">
                  <c:v>0.28760416666773381</c:v>
                </c:pt>
                <c:pt idx="24850">
                  <c:v>0.2876157407372375</c:v>
                </c:pt>
                <c:pt idx="24851">
                  <c:v>0.28762731481401715</c:v>
                </c:pt>
                <c:pt idx="24852">
                  <c:v>0.28763888888352085</c:v>
                </c:pt>
                <c:pt idx="24853">
                  <c:v>0.2876504629603005</c:v>
                </c:pt>
                <c:pt idx="24854">
                  <c:v>0.28766203703708015</c:v>
                </c:pt>
                <c:pt idx="24855">
                  <c:v>0.28767361110658385</c:v>
                </c:pt>
                <c:pt idx="24856">
                  <c:v>0.2876851851833635</c:v>
                </c:pt>
                <c:pt idx="24857">
                  <c:v>0.28769675926014315</c:v>
                </c:pt>
                <c:pt idx="24858">
                  <c:v>0.28770833332964685</c:v>
                </c:pt>
                <c:pt idx="24859">
                  <c:v>0.2877199074064265</c:v>
                </c:pt>
                <c:pt idx="24860">
                  <c:v>0.2877314814759302</c:v>
                </c:pt>
                <c:pt idx="24861">
                  <c:v>0.28774305555270985</c:v>
                </c:pt>
                <c:pt idx="24862">
                  <c:v>0.2877546296294895</c:v>
                </c:pt>
                <c:pt idx="24863">
                  <c:v>0.28776620369899319</c:v>
                </c:pt>
                <c:pt idx="24864">
                  <c:v>0.28777777777577285</c:v>
                </c:pt>
                <c:pt idx="24865">
                  <c:v>0.2877893518525525</c:v>
                </c:pt>
                <c:pt idx="24866">
                  <c:v>0.28780092592205619</c:v>
                </c:pt>
                <c:pt idx="24867">
                  <c:v>0.28781249999883585</c:v>
                </c:pt>
                <c:pt idx="24868">
                  <c:v>0.28782407406833954</c:v>
                </c:pt>
                <c:pt idx="24869">
                  <c:v>0.28783564814511919</c:v>
                </c:pt>
                <c:pt idx="24870">
                  <c:v>0.28784722222189885</c:v>
                </c:pt>
                <c:pt idx="24871">
                  <c:v>0.28785879629140254</c:v>
                </c:pt>
                <c:pt idx="24872">
                  <c:v>0.28787037036818219</c:v>
                </c:pt>
                <c:pt idx="24873">
                  <c:v>0.28788194444496185</c:v>
                </c:pt>
                <c:pt idx="24874">
                  <c:v>0.28789351851446554</c:v>
                </c:pt>
                <c:pt idx="24875">
                  <c:v>0.28790509259124519</c:v>
                </c:pt>
                <c:pt idx="24876">
                  <c:v>0.28791666666074889</c:v>
                </c:pt>
                <c:pt idx="24877">
                  <c:v>0.28792824073752854</c:v>
                </c:pt>
                <c:pt idx="24878">
                  <c:v>0.28793981481430819</c:v>
                </c:pt>
                <c:pt idx="24879">
                  <c:v>0.28795138888381189</c:v>
                </c:pt>
                <c:pt idx="24880">
                  <c:v>0.28796296296059154</c:v>
                </c:pt>
                <c:pt idx="24881">
                  <c:v>0.28797453703737119</c:v>
                </c:pt>
                <c:pt idx="24882">
                  <c:v>0.28798611110687489</c:v>
                </c:pt>
                <c:pt idx="24883">
                  <c:v>0.28799768518365454</c:v>
                </c:pt>
                <c:pt idx="24884">
                  <c:v>0.28800925926043419</c:v>
                </c:pt>
                <c:pt idx="24885">
                  <c:v>0.28802083332993789</c:v>
                </c:pt>
                <c:pt idx="24886">
                  <c:v>0.28803240740671754</c:v>
                </c:pt>
                <c:pt idx="24887">
                  <c:v>0.28804398147622123</c:v>
                </c:pt>
                <c:pt idx="24888">
                  <c:v>0.28805555555300089</c:v>
                </c:pt>
                <c:pt idx="24889">
                  <c:v>0.28806712962978054</c:v>
                </c:pt>
                <c:pt idx="24890">
                  <c:v>0.28807870369928423</c:v>
                </c:pt>
                <c:pt idx="24891">
                  <c:v>0.28809027777606389</c:v>
                </c:pt>
                <c:pt idx="24892">
                  <c:v>0.28810185185284354</c:v>
                </c:pt>
                <c:pt idx="24893">
                  <c:v>0.28811342592234723</c:v>
                </c:pt>
                <c:pt idx="24894">
                  <c:v>0.28812499999912689</c:v>
                </c:pt>
                <c:pt idx="24895">
                  <c:v>0.28813657406863058</c:v>
                </c:pt>
                <c:pt idx="24896">
                  <c:v>0.28814814814541023</c:v>
                </c:pt>
                <c:pt idx="24897">
                  <c:v>0.28815972222218988</c:v>
                </c:pt>
                <c:pt idx="24898">
                  <c:v>0.28817129629169358</c:v>
                </c:pt>
                <c:pt idx="24899">
                  <c:v>0.28818287036847323</c:v>
                </c:pt>
                <c:pt idx="24900">
                  <c:v>0.28819444444525288</c:v>
                </c:pt>
                <c:pt idx="24901">
                  <c:v>0.28820601851475658</c:v>
                </c:pt>
                <c:pt idx="24902">
                  <c:v>0.28821759259153623</c:v>
                </c:pt>
                <c:pt idx="24903">
                  <c:v>0.28822916666103993</c:v>
                </c:pt>
                <c:pt idx="24904">
                  <c:v>0.28824074073781958</c:v>
                </c:pt>
                <c:pt idx="24905">
                  <c:v>0.28825231481459923</c:v>
                </c:pt>
                <c:pt idx="24906">
                  <c:v>0.28826388888410293</c:v>
                </c:pt>
                <c:pt idx="24907">
                  <c:v>0.28827546296088258</c:v>
                </c:pt>
                <c:pt idx="24908">
                  <c:v>0.28828703703766223</c:v>
                </c:pt>
                <c:pt idx="24909">
                  <c:v>0.28829861110716593</c:v>
                </c:pt>
                <c:pt idx="24910">
                  <c:v>0.28831018518394558</c:v>
                </c:pt>
                <c:pt idx="24911">
                  <c:v>0.28832175925344927</c:v>
                </c:pt>
                <c:pt idx="24912">
                  <c:v>0.28833333333022892</c:v>
                </c:pt>
                <c:pt idx="24913">
                  <c:v>0.28834490740700858</c:v>
                </c:pt>
                <c:pt idx="24914">
                  <c:v>0.28835648147651227</c:v>
                </c:pt>
                <c:pt idx="24915">
                  <c:v>0.28836805555329192</c:v>
                </c:pt>
                <c:pt idx="24916">
                  <c:v>0.28837962963007158</c:v>
                </c:pt>
                <c:pt idx="24917">
                  <c:v>0.28839120369957527</c:v>
                </c:pt>
                <c:pt idx="24918">
                  <c:v>0.28840277777635492</c:v>
                </c:pt>
                <c:pt idx="24919">
                  <c:v>0.28841435185313458</c:v>
                </c:pt>
                <c:pt idx="24920">
                  <c:v>0.28842592592263827</c:v>
                </c:pt>
                <c:pt idx="24921">
                  <c:v>0.28843749999941792</c:v>
                </c:pt>
                <c:pt idx="24922">
                  <c:v>0.28844907406892162</c:v>
                </c:pt>
                <c:pt idx="24923">
                  <c:v>0.28846064814570127</c:v>
                </c:pt>
                <c:pt idx="24924">
                  <c:v>0.28847222222248092</c:v>
                </c:pt>
                <c:pt idx="24925">
                  <c:v>0.28848379629198462</c:v>
                </c:pt>
                <c:pt idx="24926">
                  <c:v>0.28849537036876427</c:v>
                </c:pt>
                <c:pt idx="24927">
                  <c:v>0.28850694444554392</c:v>
                </c:pt>
                <c:pt idx="24928">
                  <c:v>0.28851851851504762</c:v>
                </c:pt>
                <c:pt idx="24929">
                  <c:v>0.28853009259182727</c:v>
                </c:pt>
                <c:pt idx="24930">
                  <c:v>0.28854166666133096</c:v>
                </c:pt>
                <c:pt idx="24931">
                  <c:v>0.28855324073811062</c:v>
                </c:pt>
                <c:pt idx="24932">
                  <c:v>0.28856481481489027</c:v>
                </c:pt>
                <c:pt idx="24933">
                  <c:v>0.28857638888439396</c:v>
                </c:pt>
                <c:pt idx="24934">
                  <c:v>0.28858796296117362</c:v>
                </c:pt>
                <c:pt idx="24935">
                  <c:v>0.28859953703795327</c:v>
                </c:pt>
                <c:pt idx="24936">
                  <c:v>0.28861111110745696</c:v>
                </c:pt>
                <c:pt idx="24937">
                  <c:v>0.28862268518423662</c:v>
                </c:pt>
                <c:pt idx="24938">
                  <c:v>0.28863425925374031</c:v>
                </c:pt>
                <c:pt idx="24939">
                  <c:v>0.28864583333051996</c:v>
                </c:pt>
                <c:pt idx="24940">
                  <c:v>0.28865740740729962</c:v>
                </c:pt>
                <c:pt idx="24941">
                  <c:v>0.28866898147680331</c:v>
                </c:pt>
                <c:pt idx="24942">
                  <c:v>0.28868055555358296</c:v>
                </c:pt>
                <c:pt idx="24943">
                  <c:v>0.28869212963036261</c:v>
                </c:pt>
                <c:pt idx="24944">
                  <c:v>0.28870370369986631</c:v>
                </c:pt>
                <c:pt idx="24945">
                  <c:v>0.28871527777664596</c:v>
                </c:pt>
                <c:pt idx="24946">
                  <c:v>0.28872685184614966</c:v>
                </c:pt>
                <c:pt idx="24947">
                  <c:v>0.28873842592292931</c:v>
                </c:pt>
                <c:pt idx="24948">
                  <c:v>0.28874999999970896</c:v>
                </c:pt>
                <c:pt idx="24949">
                  <c:v>0.28876157406921266</c:v>
                </c:pt>
                <c:pt idx="24950">
                  <c:v>0.28877314814599231</c:v>
                </c:pt>
                <c:pt idx="24951">
                  <c:v>0.28878472222277196</c:v>
                </c:pt>
                <c:pt idx="24952">
                  <c:v>0.28879629629227566</c:v>
                </c:pt>
                <c:pt idx="24953">
                  <c:v>0.28880787036905531</c:v>
                </c:pt>
                <c:pt idx="24954">
                  <c:v>0.288819444438559</c:v>
                </c:pt>
                <c:pt idx="24955">
                  <c:v>0.28883101851533866</c:v>
                </c:pt>
                <c:pt idx="24956">
                  <c:v>0.28884259259211831</c:v>
                </c:pt>
                <c:pt idx="24957">
                  <c:v>0.288854166661622</c:v>
                </c:pt>
                <c:pt idx="24958">
                  <c:v>0.28886574073840166</c:v>
                </c:pt>
                <c:pt idx="24959">
                  <c:v>0.28887731481518131</c:v>
                </c:pt>
                <c:pt idx="24960">
                  <c:v>0.288888888884685</c:v>
                </c:pt>
                <c:pt idx="24961">
                  <c:v>0.28890046296146465</c:v>
                </c:pt>
                <c:pt idx="24962">
                  <c:v>0.28891203703824431</c:v>
                </c:pt>
                <c:pt idx="24963">
                  <c:v>0.288923611107748</c:v>
                </c:pt>
                <c:pt idx="24964">
                  <c:v>0.28893518518452765</c:v>
                </c:pt>
                <c:pt idx="24965">
                  <c:v>0.28894675925403135</c:v>
                </c:pt>
                <c:pt idx="24966">
                  <c:v>0.288958333330811</c:v>
                </c:pt>
                <c:pt idx="24967">
                  <c:v>0.28896990740759065</c:v>
                </c:pt>
                <c:pt idx="24968">
                  <c:v>0.28898148147709435</c:v>
                </c:pt>
                <c:pt idx="24969">
                  <c:v>0.288993055553874</c:v>
                </c:pt>
                <c:pt idx="24970">
                  <c:v>0.28900462963065365</c:v>
                </c:pt>
                <c:pt idx="24971">
                  <c:v>0.28901620370015735</c:v>
                </c:pt>
                <c:pt idx="24972">
                  <c:v>0.289027777776937</c:v>
                </c:pt>
                <c:pt idx="24973">
                  <c:v>0.2890393518464407</c:v>
                </c:pt>
                <c:pt idx="24974">
                  <c:v>0.28905092592322035</c:v>
                </c:pt>
                <c:pt idx="24975">
                  <c:v>0.2890625</c:v>
                </c:pt>
                <c:pt idx="24976">
                  <c:v>0.28907407406950369</c:v>
                </c:pt>
                <c:pt idx="24977">
                  <c:v>0.28908564814628335</c:v>
                </c:pt>
                <c:pt idx="24978">
                  <c:v>0.289097222223063</c:v>
                </c:pt>
                <c:pt idx="24979">
                  <c:v>0.28910879629256669</c:v>
                </c:pt>
                <c:pt idx="24980">
                  <c:v>0.28912037036934635</c:v>
                </c:pt>
                <c:pt idx="24981">
                  <c:v>0.28913194443885004</c:v>
                </c:pt>
                <c:pt idx="24982">
                  <c:v>0.28914351851562969</c:v>
                </c:pt>
                <c:pt idx="24983">
                  <c:v>0.28915509259240935</c:v>
                </c:pt>
                <c:pt idx="24984">
                  <c:v>0.28916666666191304</c:v>
                </c:pt>
                <c:pt idx="24985">
                  <c:v>0.28917824073869269</c:v>
                </c:pt>
                <c:pt idx="24986">
                  <c:v>0.28918981481547235</c:v>
                </c:pt>
                <c:pt idx="24987">
                  <c:v>0.28920138888497604</c:v>
                </c:pt>
                <c:pt idx="24988">
                  <c:v>0.28921296296175569</c:v>
                </c:pt>
                <c:pt idx="24989">
                  <c:v>0.28922453703125939</c:v>
                </c:pt>
                <c:pt idx="24990">
                  <c:v>0.28923611110803904</c:v>
                </c:pt>
                <c:pt idx="24991">
                  <c:v>0.28924768518481869</c:v>
                </c:pt>
                <c:pt idx="24992">
                  <c:v>0.28925925925432239</c:v>
                </c:pt>
                <c:pt idx="24993">
                  <c:v>0.28927083333110204</c:v>
                </c:pt>
                <c:pt idx="24994">
                  <c:v>0.28928240740788169</c:v>
                </c:pt>
                <c:pt idx="24995">
                  <c:v>0.28929398147738539</c:v>
                </c:pt>
                <c:pt idx="24996">
                  <c:v>0.28930555555416504</c:v>
                </c:pt>
                <c:pt idx="24997">
                  <c:v>0.28931712963094469</c:v>
                </c:pt>
                <c:pt idx="24998">
                  <c:v>0.28932870370044839</c:v>
                </c:pt>
                <c:pt idx="24999">
                  <c:v>0.28934027777722804</c:v>
                </c:pt>
                <c:pt idx="25000">
                  <c:v>0.28935185184673173</c:v>
                </c:pt>
                <c:pt idx="25001">
                  <c:v>0.28936342592351139</c:v>
                </c:pt>
                <c:pt idx="25002">
                  <c:v>0.28937500000029104</c:v>
                </c:pt>
                <c:pt idx="25003">
                  <c:v>0.28938657406979473</c:v>
                </c:pt>
                <c:pt idx="25004">
                  <c:v>0.28939814814657439</c:v>
                </c:pt>
                <c:pt idx="25005">
                  <c:v>0.28940972222335404</c:v>
                </c:pt>
                <c:pt idx="25006">
                  <c:v>0.28942129629285773</c:v>
                </c:pt>
                <c:pt idx="25007">
                  <c:v>0.28943287036963739</c:v>
                </c:pt>
                <c:pt idx="25008">
                  <c:v>0.28944444443914108</c:v>
                </c:pt>
                <c:pt idx="25009">
                  <c:v>0.28945601851592073</c:v>
                </c:pt>
                <c:pt idx="25010">
                  <c:v>0.28946759259270038</c:v>
                </c:pt>
                <c:pt idx="25011">
                  <c:v>0.28947916666220408</c:v>
                </c:pt>
                <c:pt idx="25012">
                  <c:v>0.28949074073898373</c:v>
                </c:pt>
                <c:pt idx="25013">
                  <c:v>0.28950231481576338</c:v>
                </c:pt>
                <c:pt idx="25014">
                  <c:v>0.28951388888526708</c:v>
                </c:pt>
                <c:pt idx="25015">
                  <c:v>0.28952546296204673</c:v>
                </c:pt>
                <c:pt idx="25016">
                  <c:v>0.28953703703155043</c:v>
                </c:pt>
                <c:pt idx="25017">
                  <c:v>0.28954861110833008</c:v>
                </c:pt>
                <c:pt idx="25018">
                  <c:v>0.28956018518510973</c:v>
                </c:pt>
                <c:pt idx="25019">
                  <c:v>0.28957175925461343</c:v>
                </c:pt>
                <c:pt idx="25020">
                  <c:v>0.28958333333139308</c:v>
                </c:pt>
                <c:pt idx="25021">
                  <c:v>0.28959490740817273</c:v>
                </c:pt>
                <c:pt idx="25022">
                  <c:v>0.28960648147767643</c:v>
                </c:pt>
                <c:pt idx="25023">
                  <c:v>0.28961805555445608</c:v>
                </c:pt>
                <c:pt idx="25024">
                  <c:v>0.28962962962395977</c:v>
                </c:pt>
                <c:pt idx="25025">
                  <c:v>0.28964120370073942</c:v>
                </c:pt>
                <c:pt idx="25026">
                  <c:v>0.28965277777751908</c:v>
                </c:pt>
                <c:pt idx="25027">
                  <c:v>0.28966435184702277</c:v>
                </c:pt>
                <c:pt idx="25028">
                  <c:v>0.28967592592380242</c:v>
                </c:pt>
                <c:pt idx="25029">
                  <c:v>0.28968750000058208</c:v>
                </c:pt>
                <c:pt idx="25030">
                  <c:v>0.28969907407008577</c:v>
                </c:pt>
                <c:pt idx="25031">
                  <c:v>0.28971064814686542</c:v>
                </c:pt>
                <c:pt idx="25032">
                  <c:v>0.28972222221636912</c:v>
                </c:pt>
                <c:pt idx="25033">
                  <c:v>0.28973379629314877</c:v>
                </c:pt>
                <c:pt idx="25034">
                  <c:v>0.28974537036992842</c:v>
                </c:pt>
                <c:pt idx="25035">
                  <c:v>0.28975694443943212</c:v>
                </c:pt>
                <c:pt idx="25036">
                  <c:v>0.28976851851621177</c:v>
                </c:pt>
                <c:pt idx="25037">
                  <c:v>0.28978009259299142</c:v>
                </c:pt>
                <c:pt idx="25038">
                  <c:v>0.28979166666249512</c:v>
                </c:pt>
                <c:pt idx="25039">
                  <c:v>0.28980324073927477</c:v>
                </c:pt>
                <c:pt idx="25040">
                  <c:v>0.28981481481605442</c:v>
                </c:pt>
                <c:pt idx="25041">
                  <c:v>0.28982638888555812</c:v>
                </c:pt>
                <c:pt idx="25042">
                  <c:v>0.28983796296233777</c:v>
                </c:pt>
                <c:pt idx="25043">
                  <c:v>0.28984953703184146</c:v>
                </c:pt>
                <c:pt idx="25044">
                  <c:v>0.28986111110862112</c:v>
                </c:pt>
                <c:pt idx="25045">
                  <c:v>0.28987268518540077</c:v>
                </c:pt>
                <c:pt idx="25046">
                  <c:v>0.28988425925490446</c:v>
                </c:pt>
                <c:pt idx="25047">
                  <c:v>0.28989583333168412</c:v>
                </c:pt>
                <c:pt idx="25048">
                  <c:v>0.28990740740846377</c:v>
                </c:pt>
                <c:pt idx="25049">
                  <c:v>0.28991898147796746</c:v>
                </c:pt>
                <c:pt idx="25050">
                  <c:v>0.28993055555474712</c:v>
                </c:pt>
                <c:pt idx="25051">
                  <c:v>0.28994212962425081</c:v>
                </c:pt>
                <c:pt idx="25052">
                  <c:v>0.28995370370103046</c:v>
                </c:pt>
                <c:pt idx="25053">
                  <c:v>0.28996527777781012</c:v>
                </c:pt>
                <c:pt idx="25054">
                  <c:v>0.28997685184731381</c:v>
                </c:pt>
                <c:pt idx="25055">
                  <c:v>0.28998842592409346</c:v>
                </c:pt>
                <c:pt idx="25056">
                  <c:v>0.29000000000087311</c:v>
                </c:pt>
                <c:pt idx="25057">
                  <c:v>0.29001157407037681</c:v>
                </c:pt>
                <c:pt idx="25058">
                  <c:v>0.29002314814715646</c:v>
                </c:pt>
                <c:pt idx="25059">
                  <c:v>0.29003472221666016</c:v>
                </c:pt>
                <c:pt idx="25060">
                  <c:v>0.29004629629343981</c:v>
                </c:pt>
                <c:pt idx="25061">
                  <c:v>0.29005787037021946</c:v>
                </c:pt>
                <c:pt idx="25062">
                  <c:v>0.29006944443972316</c:v>
                </c:pt>
                <c:pt idx="25063">
                  <c:v>0.29008101851650281</c:v>
                </c:pt>
                <c:pt idx="25064">
                  <c:v>0.29009259259328246</c:v>
                </c:pt>
                <c:pt idx="25065">
                  <c:v>0.29010416666278616</c:v>
                </c:pt>
                <c:pt idx="25066">
                  <c:v>0.29011574073956581</c:v>
                </c:pt>
                <c:pt idx="25067">
                  <c:v>0.2901273148090695</c:v>
                </c:pt>
                <c:pt idx="25068">
                  <c:v>0.29013888888584916</c:v>
                </c:pt>
                <c:pt idx="25069">
                  <c:v>0.29015046296262881</c:v>
                </c:pt>
                <c:pt idx="25070">
                  <c:v>0.2901620370321325</c:v>
                </c:pt>
                <c:pt idx="25071">
                  <c:v>0.29017361110891216</c:v>
                </c:pt>
                <c:pt idx="25072">
                  <c:v>0.29018518518569181</c:v>
                </c:pt>
                <c:pt idx="25073">
                  <c:v>0.2901967592551955</c:v>
                </c:pt>
                <c:pt idx="25074">
                  <c:v>0.29020833333197515</c:v>
                </c:pt>
                <c:pt idx="25075">
                  <c:v>0.29021990740147885</c:v>
                </c:pt>
                <c:pt idx="25076">
                  <c:v>0.2902314814782585</c:v>
                </c:pt>
                <c:pt idx="25077">
                  <c:v>0.29024305555503815</c:v>
                </c:pt>
                <c:pt idx="25078">
                  <c:v>0.29025462962454185</c:v>
                </c:pt>
                <c:pt idx="25079">
                  <c:v>0.2902662037013215</c:v>
                </c:pt>
                <c:pt idx="25080">
                  <c:v>0.29027777777810115</c:v>
                </c:pt>
                <c:pt idx="25081">
                  <c:v>0.29028935184760485</c:v>
                </c:pt>
                <c:pt idx="25082">
                  <c:v>0.2903009259243845</c:v>
                </c:pt>
                <c:pt idx="25083">
                  <c:v>0.29031250000116415</c:v>
                </c:pt>
                <c:pt idx="25084">
                  <c:v>0.29032407407066785</c:v>
                </c:pt>
                <c:pt idx="25085">
                  <c:v>0.2903356481474475</c:v>
                </c:pt>
                <c:pt idx="25086">
                  <c:v>0.2903472222169512</c:v>
                </c:pt>
                <c:pt idx="25087">
                  <c:v>0.29035879629373085</c:v>
                </c:pt>
                <c:pt idx="25088">
                  <c:v>0.2903703703705105</c:v>
                </c:pt>
                <c:pt idx="25089">
                  <c:v>0.29038194444001419</c:v>
                </c:pt>
                <c:pt idx="25090">
                  <c:v>0.29039351851679385</c:v>
                </c:pt>
                <c:pt idx="25091">
                  <c:v>0.2904050925935735</c:v>
                </c:pt>
                <c:pt idx="25092">
                  <c:v>0.29041666666307719</c:v>
                </c:pt>
                <c:pt idx="25093">
                  <c:v>0.29042824073985685</c:v>
                </c:pt>
                <c:pt idx="25094">
                  <c:v>0.29043981480936054</c:v>
                </c:pt>
                <c:pt idx="25095">
                  <c:v>0.29045138888614019</c:v>
                </c:pt>
                <c:pt idx="25096">
                  <c:v>0.29046296296291985</c:v>
                </c:pt>
                <c:pt idx="25097">
                  <c:v>0.29047453703242354</c:v>
                </c:pt>
                <c:pt idx="25098">
                  <c:v>0.29048611110920319</c:v>
                </c:pt>
                <c:pt idx="25099">
                  <c:v>0.29049768518598285</c:v>
                </c:pt>
                <c:pt idx="25100">
                  <c:v>0.29050925925548654</c:v>
                </c:pt>
                <c:pt idx="25101">
                  <c:v>0.29052083333226619</c:v>
                </c:pt>
                <c:pt idx="25102">
                  <c:v>0.29053240740176989</c:v>
                </c:pt>
                <c:pt idx="25103">
                  <c:v>0.29054398147854954</c:v>
                </c:pt>
                <c:pt idx="25104">
                  <c:v>0.29055555555532919</c:v>
                </c:pt>
                <c:pt idx="25105">
                  <c:v>0.29056712962483289</c:v>
                </c:pt>
                <c:pt idx="25106">
                  <c:v>0.29057870370161254</c:v>
                </c:pt>
                <c:pt idx="25107">
                  <c:v>0.29059027777839219</c:v>
                </c:pt>
                <c:pt idx="25108">
                  <c:v>0.29060185184789589</c:v>
                </c:pt>
                <c:pt idx="25109">
                  <c:v>0.29061342592467554</c:v>
                </c:pt>
                <c:pt idx="25110">
                  <c:v>0.29062499999417923</c:v>
                </c:pt>
                <c:pt idx="25111">
                  <c:v>0.29063657407095889</c:v>
                </c:pt>
                <c:pt idx="25112">
                  <c:v>0.29064814814773854</c:v>
                </c:pt>
                <c:pt idx="25113">
                  <c:v>0.29065972221724223</c:v>
                </c:pt>
                <c:pt idx="25114">
                  <c:v>0.29067129629402189</c:v>
                </c:pt>
                <c:pt idx="25115">
                  <c:v>0.29068287037080154</c:v>
                </c:pt>
                <c:pt idx="25116">
                  <c:v>0.29069444444030523</c:v>
                </c:pt>
                <c:pt idx="25117">
                  <c:v>0.29070601851708489</c:v>
                </c:pt>
                <c:pt idx="25118">
                  <c:v>0.29071759259386454</c:v>
                </c:pt>
                <c:pt idx="25119">
                  <c:v>0.29072916666336823</c:v>
                </c:pt>
                <c:pt idx="25120">
                  <c:v>0.29074074074014788</c:v>
                </c:pt>
                <c:pt idx="25121">
                  <c:v>0.29075231480965158</c:v>
                </c:pt>
                <c:pt idx="25122">
                  <c:v>0.29076388888643123</c:v>
                </c:pt>
                <c:pt idx="25123">
                  <c:v>0.29077546296321088</c:v>
                </c:pt>
                <c:pt idx="25124">
                  <c:v>0.29078703703271458</c:v>
                </c:pt>
                <c:pt idx="25125">
                  <c:v>0.29079861110949423</c:v>
                </c:pt>
                <c:pt idx="25126">
                  <c:v>0.29081018518627388</c:v>
                </c:pt>
                <c:pt idx="25127">
                  <c:v>0.29082175925577758</c:v>
                </c:pt>
                <c:pt idx="25128">
                  <c:v>0.29083333333255723</c:v>
                </c:pt>
                <c:pt idx="25129">
                  <c:v>0.29084490740206093</c:v>
                </c:pt>
                <c:pt idx="25130">
                  <c:v>0.29085648147884058</c:v>
                </c:pt>
                <c:pt idx="25131">
                  <c:v>0.29086805555562023</c:v>
                </c:pt>
                <c:pt idx="25132">
                  <c:v>0.29087962962512393</c:v>
                </c:pt>
                <c:pt idx="25133">
                  <c:v>0.29089120370190358</c:v>
                </c:pt>
                <c:pt idx="25134">
                  <c:v>0.29090277777868323</c:v>
                </c:pt>
                <c:pt idx="25135">
                  <c:v>0.29091435184818693</c:v>
                </c:pt>
                <c:pt idx="25136">
                  <c:v>0.29092592592496658</c:v>
                </c:pt>
                <c:pt idx="25137">
                  <c:v>0.29093749999447027</c:v>
                </c:pt>
                <c:pt idx="25138">
                  <c:v>0.29094907407124992</c:v>
                </c:pt>
                <c:pt idx="25139">
                  <c:v>0.29096064814802958</c:v>
                </c:pt>
                <c:pt idx="25140">
                  <c:v>0.29097222221753327</c:v>
                </c:pt>
                <c:pt idx="25141">
                  <c:v>0.29098379629431292</c:v>
                </c:pt>
                <c:pt idx="25142">
                  <c:v>0.29099537037109258</c:v>
                </c:pt>
                <c:pt idx="25143">
                  <c:v>0.29100694444059627</c:v>
                </c:pt>
                <c:pt idx="25144">
                  <c:v>0.29101851851737592</c:v>
                </c:pt>
                <c:pt idx="25145">
                  <c:v>0.29103009258687962</c:v>
                </c:pt>
                <c:pt idx="25146">
                  <c:v>0.29104166666365927</c:v>
                </c:pt>
                <c:pt idx="25147">
                  <c:v>0.29105324074043892</c:v>
                </c:pt>
                <c:pt idx="25148">
                  <c:v>0.29106481480994262</c:v>
                </c:pt>
                <c:pt idx="25149">
                  <c:v>0.29107638888672227</c:v>
                </c:pt>
                <c:pt idx="25150">
                  <c:v>0.29108796296350192</c:v>
                </c:pt>
                <c:pt idx="25151">
                  <c:v>0.29109953703300562</c:v>
                </c:pt>
                <c:pt idx="25152">
                  <c:v>0.29111111110978527</c:v>
                </c:pt>
                <c:pt idx="25153">
                  <c:v>0.29112268517928896</c:v>
                </c:pt>
                <c:pt idx="25154">
                  <c:v>0.29113425925606862</c:v>
                </c:pt>
                <c:pt idx="25155">
                  <c:v>0.29114583333284827</c:v>
                </c:pt>
                <c:pt idx="25156">
                  <c:v>0.29115740740235196</c:v>
                </c:pt>
                <c:pt idx="25157">
                  <c:v>0.29116898147913162</c:v>
                </c:pt>
                <c:pt idx="25158">
                  <c:v>0.29118055555591127</c:v>
                </c:pt>
                <c:pt idx="25159">
                  <c:v>0.29119212962541496</c:v>
                </c:pt>
                <c:pt idx="25160">
                  <c:v>0.29120370370219462</c:v>
                </c:pt>
                <c:pt idx="25161">
                  <c:v>0.29121527777897427</c:v>
                </c:pt>
                <c:pt idx="25162">
                  <c:v>0.29122685184847796</c:v>
                </c:pt>
                <c:pt idx="25163">
                  <c:v>0.29123842592525762</c:v>
                </c:pt>
                <c:pt idx="25164">
                  <c:v>0.29124999999476131</c:v>
                </c:pt>
                <c:pt idx="25165">
                  <c:v>0.29126157407154096</c:v>
                </c:pt>
                <c:pt idx="25166">
                  <c:v>0.29127314814832062</c:v>
                </c:pt>
                <c:pt idx="25167">
                  <c:v>0.29128472221782431</c:v>
                </c:pt>
                <c:pt idx="25168">
                  <c:v>0.29129629629460396</c:v>
                </c:pt>
                <c:pt idx="25169">
                  <c:v>0.29130787037138361</c:v>
                </c:pt>
                <c:pt idx="25170">
                  <c:v>0.29131944444088731</c:v>
                </c:pt>
                <c:pt idx="25171">
                  <c:v>0.29133101851766696</c:v>
                </c:pt>
                <c:pt idx="25172">
                  <c:v>0.29134259258717066</c:v>
                </c:pt>
                <c:pt idx="25173">
                  <c:v>0.29135416666395031</c:v>
                </c:pt>
                <c:pt idx="25174">
                  <c:v>0.29136574074072996</c:v>
                </c:pt>
                <c:pt idx="25175">
                  <c:v>0.29137731481023366</c:v>
                </c:pt>
                <c:pt idx="25176">
                  <c:v>0.29138888888701331</c:v>
                </c:pt>
                <c:pt idx="25177">
                  <c:v>0.29140046296379296</c:v>
                </c:pt>
                <c:pt idx="25178">
                  <c:v>0.29141203703329666</c:v>
                </c:pt>
                <c:pt idx="25179">
                  <c:v>0.29142361111007631</c:v>
                </c:pt>
                <c:pt idx="25180">
                  <c:v>0.29143518517958</c:v>
                </c:pt>
                <c:pt idx="25181">
                  <c:v>0.29144675925635966</c:v>
                </c:pt>
                <c:pt idx="25182">
                  <c:v>0.29145833333313931</c:v>
                </c:pt>
                <c:pt idx="25183">
                  <c:v>0.291469907402643</c:v>
                </c:pt>
                <c:pt idx="25184">
                  <c:v>0.29148148147942265</c:v>
                </c:pt>
                <c:pt idx="25185">
                  <c:v>0.29149305555620231</c:v>
                </c:pt>
                <c:pt idx="25186">
                  <c:v>0.291504629625706</c:v>
                </c:pt>
                <c:pt idx="25187">
                  <c:v>0.29151620370248565</c:v>
                </c:pt>
                <c:pt idx="25188">
                  <c:v>0.29152777777198935</c:v>
                </c:pt>
                <c:pt idx="25189">
                  <c:v>0.291539351848769</c:v>
                </c:pt>
                <c:pt idx="25190">
                  <c:v>0.29155092592554865</c:v>
                </c:pt>
                <c:pt idx="25191">
                  <c:v>0.29156249999505235</c:v>
                </c:pt>
                <c:pt idx="25192">
                  <c:v>0.291574074071832</c:v>
                </c:pt>
                <c:pt idx="25193">
                  <c:v>0.29158564814861165</c:v>
                </c:pt>
                <c:pt idx="25194">
                  <c:v>0.29159722221811535</c:v>
                </c:pt>
                <c:pt idx="25195">
                  <c:v>0.291608796294895</c:v>
                </c:pt>
                <c:pt idx="25196">
                  <c:v>0.29162037037167465</c:v>
                </c:pt>
                <c:pt idx="25197">
                  <c:v>0.29163194444117835</c:v>
                </c:pt>
                <c:pt idx="25198">
                  <c:v>0.291643518517958</c:v>
                </c:pt>
                <c:pt idx="25199">
                  <c:v>0.2916550925874617</c:v>
                </c:pt>
                <c:pt idx="25200">
                  <c:v>0.29166666666424135</c:v>
                </c:pt>
                <c:pt idx="25201">
                  <c:v>0.291678240741021</c:v>
                </c:pt>
                <c:pt idx="25202">
                  <c:v>0.29168981481052469</c:v>
                </c:pt>
                <c:pt idx="25203">
                  <c:v>0.29170138888730435</c:v>
                </c:pt>
                <c:pt idx="25204">
                  <c:v>0.291712962964084</c:v>
                </c:pt>
                <c:pt idx="25205">
                  <c:v>0.29172453703358769</c:v>
                </c:pt>
                <c:pt idx="25206">
                  <c:v>0.29173611111036735</c:v>
                </c:pt>
                <c:pt idx="25207">
                  <c:v>0.29174768517987104</c:v>
                </c:pt>
                <c:pt idx="25208">
                  <c:v>0.29175925925665069</c:v>
                </c:pt>
                <c:pt idx="25209">
                  <c:v>0.29177083333343035</c:v>
                </c:pt>
                <c:pt idx="25210">
                  <c:v>0.29178240740293404</c:v>
                </c:pt>
                <c:pt idx="25211">
                  <c:v>0.29179398147971369</c:v>
                </c:pt>
                <c:pt idx="25212">
                  <c:v>0.29180555555649335</c:v>
                </c:pt>
                <c:pt idx="25213">
                  <c:v>0.29181712962599704</c:v>
                </c:pt>
                <c:pt idx="25214">
                  <c:v>0.29182870370277669</c:v>
                </c:pt>
                <c:pt idx="25215">
                  <c:v>0.29184027777228039</c:v>
                </c:pt>
                <c:pt idx="25216">
                  <c:v>0.29185185184906004</c:v>
                </c:pt>
                <c:pt idx="25217">
                  <c:v>0.29186342592583969</c:v>
                </c:pt>
                <c:pt idx="25218">
                  <c:v>0.29187499999534339</c:v>
                </c:pt>
                <c:pt idx="25219">
                  <c:v>0.29188657407212304</c:v>
                </c:pt>
                <c:pt idx="25220">
                  <c:v>0.29189814814890269</c:v>
                </c:pt>
                <c:pt idx="25221">
                  <c:v>0.29190972221840639</c:v>
                </c:pt>
                <c:pt idx="25222">
                  <c:v>0.29192129629518604</c:v>
                </c:pt>
                <c:pt idx="25223">
                  <c:v>0.29193287036468973</c:v>
                </c:pt>
                <c:pt idx="25224">
                  <c:v>0.29194444444146939</c:v>
                </c:pt>
                <c:pt idx="25225">
                  <c:v>0.29195601851824904</c:v>
                </c:pt>
                <c:pt idx="25226">
                  <c:v>0.29196759258775273</c:v>
                </c:pt>
                <c:pt idx="25227">
                  <c:v>0.29197916666453239</c:v>
                </c:pt>
                <c:pt idx="25228">
                  <c:v>0.29199074074131204</c:v>
                </c:pt>
                <c:pt idx="25229">
                  <c:v>0.29200231481081573</c:v>
                </c:pt>
                <c:pt idx="25230">
                  <c:v>0.29201388888759539</c:v>
                </c:pt>
                <c:pt idx="25231">
                  <c:v>0.29202546295709908</c:v>
                </c:pt>
                <c:pt idx="25232">
                  <c:v>0.29203703703387873</c:v>
                </c:pt>
                <c:pt idx="25233">
                  <c:v>0.29204861111065838</c:v>
                </c:pt>
                <c:pt idx="25234">
                  <c:v>0.29206018518016208</c:v>
                </c:pt>
                <c:pt idx="25235">
                  <c:v>0.29207175925694173</c:v>
                </c:pt>
                <c:pt idx="25236">
                  <c:v>0.29208333333372138</c:v>
                </c:pt>
                <c:pt idx="25237">
                  <c:v>0.29209490740322508</c:v>
                </c:pt>
                <c:pt idx="25238">
                  <c:v>0.29210648148000473</c:v>
                </c:pt>
                <c:pt idx="25239">
                  <c:v>0.29211805555678438</c:v>
                </c:pt>
                <c:pt idx="25240">
                  <c:v>0.29212962962628808</c:v>
                </c:pt>
                <c:pt idx="25241">
                  <c:v>0.29214120370306773</c:v>
                </c:pt>
                <c:pt idx="25242">
                  <c:v>0.29215277777257143</c:v>
                </c:pt>
                <c:pt idx="25243">
                  <c:v>0.29216435184935108</c:v>
                </c:pt>
                <c:pt idx="25244">
                  <c:v>0.29217592592613073</c:v>
                </c:pt>
                <c:pt idx="25245">
                  <c:v>0.29218749999563443</c:v>
                </c:pt>
                <c:pt idx="25246">
                  <c:v>0.29219907407241408</c:v>
                </c:pt>
                <c:pt idx="25247">
                  <c:v>0.29221064814919373</c:v>
                </c:pt>
                <c:pt idx="25248">
                  <c:v>0.29222222221869742</c:v>
                </c:pt>
                <c:pt idx="25249">
                  <c:v>0.29223379629547708</c:v>
                </c:pt>
                <c:pt idx="25250">
                  <c:v>0.29224537036498077</c:v>
                </c:pt>
                <c:pt idx="25251">
                  <c:v>0.29225694444176042</c:v>
                </c:pt>
                <c:pt idx="25252">
                  <c:v>0.29226851851854008</c:v>
                </c:pt>
                <c:pt idx="25253">
                  <c:v>0.29228009258804377</c:v>
                </c:pt>
                <c:pt idx="25254">
                  <c:v>0.29229166666482342</c:v>
                </c:pt>
                <c:pt idx="25255">
                  <c:v>0.29230324074160308</c:v>
                </c:pt>
                <c:pt idx="25256">
                  <c:v>0.29231481481110677</c:v>
                </c:pt>
                <c:pt idx="25257">
                  <c:v>0.29232638888788642</c:v>
                </c:pt>
                <c:pt idx="25258">
                  <c:v>0.29233796295739012</c:v>
                </c:pt>
                <c:pt idx="25259">
                  <c:v>0.29234953703416977</c:v>
                </c:pt>
                <c:pt idx="25260">
                  <c:v>0.29236111111094942</c:v>
                </c:pt>
                <c:pt idx="25261">
                  <c:v>0.29237268518045312</c:v>
                </c:pt>
                <c:pt idx="25262">
                  <c:v>0.29238425925723277</c:v>
                </c:pt>
                <c:pt idx="25263">
                  <c:v>0.29239583333401242</c:v>
                </c:pt>
                <c:pt idx="25264">
                  <c:v>0.29240740740351612</c:v>
                </c:pt>
                <c:pt idx="25265">
                  <c:v>0.29241898148029577</c:v>
                </c:pt>
                <c:pt idx="25266">
                  <c:v>0.29243055554979946</c:v>
                </c:pt>
                <c:pt idx="25267">
                  <c:v>0.29244212962657912</c:v>
                </c:pt>
                <c:pt idx="25268">
                  <c:v>0.29245370370335877</c:v>
                </c:pt>
                <c:pt idx="25269">
                  <c:v>0.29246527777286246</c:v>
                </c:pt>
                <c:pt idx="25270">
                  <c:v>0.29247685184964212</c:v>
                </c:pt>
                <c:pt idx="25271">
                  <c:v>0.29248842592642177</c:v>
                </c:pt>
                <c:pt idx="25272">
                  <c:v>0.29249999999592546</c:v>
                </c:pt>
                <c:pt idx="25273">
                  <c:v>0.29251157407270512</c:v>
                </c:pt>
                <c:pt idx="25274">
                  <c:v>0.29252314814948477</c:v>
                </c:pt>
                <c:pt idx="25275">
                  <c:v>0.29253472221898846</c:v>
                </c:pt>
                <c:pt idx="25276">
                  <c:v>0.29254629629576812</c:v>
                </c:pt>
                <c:pt idx="25277">
                  <c:v>0.29255787036527181</c:v>
                </c:pt>
                <c:pt idx="25278">
                  <c:v>0.29256944444205146</c:v>
                </c:pt>
                <c:pt idx="25279">
                  <c:v>0.29258101851883112</c:v>
                </c:pt>
                <c:pt idx="25280">
                  <c:v>0.29259259258833481</c:v>
                </c:pt>
                <c:pt idx="25281">
                  <c:v>0.29260416666511446</c:v>
                </c:pt>
                <c:pt idx="25282">
                  <c:v>0.29261574074189411</c:v>
                </c:pt>
                <c:pt idx="25283">
                  <c:v>0.29262731481139781</c:v>
                </c:pt>
                <c:pt idx="25284">
                  <c:v>0.29263888888817746</c:v>
                </c:pt>
                <c:pt idx="25285">
                  <c:v>0.29265046295768116</c:v>
                </c:pt>
                <c:pt idx="25286">
                  <c:v>0.29266203703446081</c:v>
                </c:pt>
                <c:pt idx="25287">
                  <c:v>0.29267361111124046</c:v>
                </c:pt>
                <c:pt idx="25288">
                  <c:v>0.29268518518074416</c:v>
                </c:pt>
                <c:pt idx="25289">
                  <c:v>0.29269675925752381</c:v>
                </c:pt>
                <c:pt idx="25290">
                  <c:v>0.29270833333430346</c:v>
                </c:pt>
                <c:pt idx="25291">
                  <c:v>0.29271990740380716</c:v>
                </c:pt>
                <c:pt idx="25292">
                  <c:v>0.29273148148058681</c:v>
                </c:pt>
                <c:pt idx="25293">
                  <c:v>0.2927430555500905</c:v>
                </c:pt>
                <c:pt idx="25294">
                  <c:v>0.29275462962687016</c:v>
                </c:pt>
                <c:pt idx="25295">
                  <c:v>0.29276620370364981</c:v>
                </c:pt>
                <c:pt idx="25296">
                  <c:v>0.2927777777731535</c:v>
                </c:pt>
                <c:pt idx="25297">
                  <c:v>0.29278935184993315</c:v>
                </c:pt>
                <c:pt idx="25298">
                  <c:v>0.29280092592671281</c:v>
                </c:pt>
                <c:pt idx="25299">
                  <c:v>0.2928124999962165</c:v>
                </c:pt>
                <c:pt idx="25300">
                  <c:v>0.29282407407299615</c:v>
                </c:pt>
                <c:pt idx="25301">
                  <c:v>0.29283564814249985</c:v>
                </c:pt>
                <c:pt idx="25302">
                  <c:v>0.2928472222192795</c:v>
                </c:pt>
                <c:pt idx="25303">
                  <c:v>0.29285879629605915</c:v>
                </c:pt>
                <c:pt idx="25304">
                  <c:v>0.29287037036556285</c:v>
                </c:pt>
                <c:pt idx="25305">
                  <c:v>0.2928819444423425</c:v>
                </c:pt>
                <c:pt idx="25306">
                  <c:v>0.29289351851912215</c:v>
                </c:pt>
                <c:pt idx="25307">
                  <c:v>0.29290509258862585</c:v>
                </c:pt>
                <c:pt idx="25308">
                  <c:v>0.2929166666654055</c:v>
                </c:pt>
                <c:pt idx="25309">
                  <c:v>0.2929282407349092</c:v>
                </c:pt>
                <c:pt idx="25310">
                  <c:v>0.29293981481168885</c:v>
                </c:pt>
                <c:pt idx="25311">
                  <c:v>0.2929513888884685</c:v>
                </c:pt>
                <c:pt idx="25312">
                  <c:v>0.29296296295797219</c:v>
                </c:pt>
                <c:pt idx="25313">
                  <c:v>0.29297453703475185</c:v>
                </c:pt>
                <c:pt idx="25314">
                  <c:v>0.2929861111115315</c:v>
                </c:pt>
                <c:pt idx="25315">
                  <c:v>0.29299768518103519</c:v>
                </c:pt>
                <c:pt idx="25316">
                  <c:v>0.29300925925781485</c:v>
                </c:pt>
                <c:pt idx="25317">
                  <c:v>0.2930208333345945</c:v>
                </c:pt>
                <c:pt idx="25318">
                  <c:v>0.29303240740409819</c:v>
                </c:pt>
                <c:pt idx="25319">
                  <c:v>0.29304398148087785</c:v>
                </c:pt>
                <c:pt idx="25320">
                  <c:v>0.29305555555038154</c:v>
                </c:pt>
                <c:pt idx="25321">
                  <c:v>0.29306712962716119</c:v>
                </c:pt>
                <c:pt idx="25322">
                  <c:v>0.29307870370394085</c:v>
                </c:pt>
                <c:pt idx="25323">
                  <c:v>0.29309027777344454</c:v>
                </c:pt>
                <c:pt idx="25324">
                  <c:v>0.29310185185022419</c:v>
                </c:pt>
                <c:pt idx="25325">
                  <c:v>0.29311342592700385</c:v>
                </c:pt>
                <c:pt idx="25326">
                  <c:v>0.29312499999650754</c:v>
                </c:pt>
                <c:pt idx="25327">
                  <c:v>0.29313657407328719</c:v>
                </c:pt>
                <c:pt idx="25328">
                  <c:v>0.29314814814279089</c:v>
                </c:pt>
                <c:pt idx="25329">
                  <c:v>0.29315972221957054</c:v>
                </c:pt>
                <c:pt idx="25330">
                  <c:v>0.29317129629635019</c:v>
                </c:pt>
                <c:pt idx="25331">
                  <c:v>0.29318287036585389</c:v>
                </c:pt>
                <c:pt idx="25332">
                  <c:v>0.29319444444263354</c:v>
                </c:pt>
                <c:pt idx="25333">
                  <c:v>0.29320601851941319</c:v>
                </c:pt>
                <c:pt idx="25334">
                  <c:v>0.29321759258891689</c:v>
                </c:pt>
                <c:pt idx="25335">
                  <c:v>0.29322916666569654</c:v>
                </c:pt>
                <c:pt idx="25336">
                  <c:v>0.29324074073520023</c:v>
                </c:pt>
                <c:pt idx="25337">
                  <c:v>0.29325231481197989</c:v>
                </c:pt>
                <c:pt idx="25338">
                  <c:v>0.29326388888875954</c:v>
                </c:pt>
                <c:pt idx="25339">
                  <c:v>0.29327546295826323</c:v>
                </c:pt>
                <c:pt idx="25340">
                  <c:v>0.29328703703504289</c:v>
                </c:pt>
                <c:pt idx="25341">
                  <c:v>0.29329861111182254</c:v>
                </c:pt>
                <c:pt idx="25342">
                  <c:v>0.29331018518132623</c:v>
                </c:pt>
                <c:pt idx="25343">
                  <c:v>0.29332175925810589</c:v>
                </c:pt>
                <c:pt idx="25344">
                  <c:v>0.29333333332760958</c:v>
                </c:pt>
                <c:pt idx="25345">
                  <c:v>0.29334490740438923</c:v>
                </c:pt>
                <c:pt idx="25346">
                  <c:v>0.29335648148116888</c:v>
                </c:pt>
                <c:pt idx="25347">
                  <c:v>0.29336805555067258</c:v>
                </c:pt>
                <c:pt idx="25348">
                  <c:v>0.29337962962745223</c:v>
                </c:pt>
                <c:pt idx="25349">
                  <c:v>0.29339120370423188</c:v>
                </c:pt>
                <c:pt idx="25350">
                  <c:v>0.29340277777373558</c:v>
                </c:pt>
                <c:pt idx="25351">
                  <c:v>0.29341435185051523</c:v>
                </c:pt>
                <c:pt idx="25352">
                  <c:v>0.29342592592001893</c:v>
                </c:pt>
                <c:pt idx="25353">
                  <c:v>0.29343749999679858</c:v>
                </c:pt>
                <c:pt idx="25354">
                  <c:v>0.29344907407357823</c:v>
                </c:pt>
                <c:pt idx="25355">
                  <c:v>0.29346064814308193</c:v>
                </c:pt>
                <c:pt idx="25356">
                  <c:v>0.29347222221986158</c:v>
                </c:pt>
                <c:pt idx="25357">
                  <c:v>0.29348379629664123</c:v>
                </c:pt>
                <c:pt idx="25358">
                  <c:v>0.29349537036614493</c:v>
                </c:pt>
                <c:pt idx="25359">
                  <c:v>0.29350694444292458</c:v>
                </c:pt>
                <c:pt idx="25360">
                  <c:v>0.29351851851970423</c:v>
                </c:pt>
                <c:pt idx="25361">
                  <c:v>0.29353009258920792</c:v>
                </c:pt>
                <c:pt idx="25362">
                  <c:v>0.29354166666598758</c:v>
                </c:pt>
                <c:pt idx="25363">
                  <c:v>0.29355324073549127</c:v>
                </c:pt>
                <c:pt idx="25364">
                  <c:v>0.29356481481227092</c:v>
                </c:pt>
                <c:pt idx="25365">
                  <c:v>0.29357638888905058</c:v>
                </c:pt>
                <c:pt idx="25366">
                  <c:v>0.29358796295855427</c:v>
                </c:pt>
                <c:pt idx="25367">
                  <c:v>0.29359953703533392</c:v>
                </c:pt>
                <c:pt idx="25368">
                  <c:v>0.29361111111211358</c:v>
                </c:pt>
                <c:pt idx="25369">
                  <c:v>0.29362268518161727</c:v>
                </c:pt>
                <c:pt idx="25370">
                  <c:v>0.29363425925839692</c:v>
                </c:pt>
                <c:pt idx="25371">
                  <c:v>0.29364583332790062</c:v>
                </c:pt>
                <c:pt idx="25372">
                  <c:v>0.29365740740468027</c:v>
                </c:pt>
                <c:pt idx="25373">
                  <c:v>0.29366898148145992</c:v>
                </c:pt>
                <c:pt idx="25374">
                  <c:v>0.29368055555096362</c:v>
                </c:pt>
                <c:pt idx="25375">
                  <c:v>0.29369212962774327</c:v>
                </c:pt>
                <c:pt idx="25376">
                  <c:v>0.29370370370452292</c:v>
                </c:pt>
                <c:pt idx="25377">
                  <c:v>0.29371527777402662</c:v>
                </c:pt>
                <c:pt idx="25378">
                  <c:v>0.29372685185080627</c:v>
                </c:pt>
                <c:pt idx="25379">
                  <c:v>0.29373842592030996</c:v>
                </c:pt>
                <c:pt idx="25380">
                  <c:v>0.29374999999708962</c:v>
                </c:pt>
                <c:pt idx="25381">
                  <c:v>0.29376157407386927</c:v>
                </c:pt>
                <c:pt idx="25382">
                  <c:v>0.29377314814337296</c:v>
                </c:pt>
                <c:pt idx="25383">
                  <c:v>0.29378472222015262</c:v>
                </c:pt>
                <c:pt idx="25384">
                  <c:v>0.29379629629693227</c:v>
                </c:pt>
                <c:pt idx="25385">
                  <c:v>0.29380787036643596</c:v>
                </c:pt>
                <c:pt idx="25386">
                  <c:v>0.29381944444321562</c:v>
                </c:pt>
                <c:pt idx="25387">
                  <c:v>0.29383101851271931</c:v>
                </c:pt>
                <c:pt idx="25388">
                  <c:v>0.29384259258949896</c:v>
                </c:pt>
                <c:pt idx="25389">
                  <c:v>0.29385416666627862</c:v>
                </c:pt>
                <c:pt idx="25390">
                  <c:v>0.29386574073578231</c:v>
                </c:pt>
                <c:pt idx="25391">
                  <c:v>0.29387731481256196</c:v>
                </c:pt>
                <c:pt idx="25392">
                  <c:v>0.29388888888934162</c:v>
                </c:pt>
                <c:pt idx="25393">
                  <c:v>0.29390046295884531</c:v>
                </c:pt>
                <c:pt idx="25394">
                  <c:v>0.29391203703562496</c:v>
                </c:pt>
                <c:pt idx="25395">
                  <c:v>0.29392361111240461</c:v>
                </c:pt>
                <c:pt idx="25396">
                  <c:v>0.29393518518190831</c:v>
                </c:pt>
                <c:pt idx="25397">
                  <c:v>0.29394675925868796</c:v>
                </c:pt>
                <c:pt idx="25398">
                  <c:v>0.29395833332819166</c:v>
                </c:pt>
                <c:pt idx="25399">
                  <c:v>0.29396990740497131</c:v>
                </c:pt>
                <c:pt idx="25400">
                  <c:v>0.29398148148175096</c:v>
                </c:pt>
                <c:pt idx="25401">
                  <c:v>0.29399305555125466</c:v>
                </c:pt>
                <c:pt idx="25402">
                  <c:v>0.29400462962803431</c:v>
                </c:pt>
                <c:pt idx="25403">
                  <c:v>0.29401620370481396</c:v>
                </c:pt>
                <c:pt idx="25404">
                  <c:v>0.29402777777431766</c:v>
                </c:pt>
                <c:pt idx="25405">
                  <c:v>0.29403935185109731</c:v>
                </c:pt>
                <c:pt idx="25406">
                  <c:v>0.294050925920601</c:v>
                </c:pt>
                <c:pt idx="25407">
                  <c:v>0.29406249999738066</c:v>
                </c:pt>
                <c:pt idx="25408">
                  <c:v>0.29407407407416031</c:v>
                </c:pt>
                <c:pt idx="25409">
                  <c:v>0.294085648143664</c:v>
                </c:pt>
                <c:pt idx="25410">
                  <c:v>0.29409722222044365</c:v>
                </c:pt>
                <c:pt idx="25411">
                  <c:v>0.29410879629722331</c:v>
                </c:pt>
                <c:pt idx="25412">
                  <c:v>0.294120370366727</c:v>
                </c:pt>
                <c:pt idx="25413">
                  <c:v>0.29413194444350665</c:v>
                </c:pt>
                <c:pt idx="25414">
                  <c:v>0.29414351851301035</c:v>
                </c:pt>
                <c:pt idx="25415">
                  <c:v>0.29415509258979</c:v>
                </c:pt>
                <c:pt idx="25416">
                  <c:v>0.29416666666656965</c:v>
                </c:pt>
                <c:pt idx="25417">
                  <c:v>0.29417824073607335</c:v>
                </c:pt>
                <c:pt idx="25418">
                  <c:v>0.294189814812853</c:v>
                </c:pt>
                <c:pt idx="25419">
                  <c:v>0.29420138888963265</c:v>
                </c:pt>
                <c:pt idx="25420">
                  <c:v>0.29421296295913635</c:v>
                </c:pt>
                <c:pt idx="25421">
                  <c:v>0.294224537035916</c:v>
                </c:pt>
                <c:pt idx="25422">
                  <c:v>0.2942361111054197</c:v>
                </c:pt>
                <c:pt idx="25423">
                  <c:v>0.29424768518219935</c:v>
                </c:pt>
                <c:pt idx="25424">
                  <c:v>0.294259259258979</c:v>
                </c:pt>
                <c:pt idx="25425">
                  <c:v>0.29427083332848269</c:v>
                </c:pt>
                <c:pt idx="25426">
                  <c:v>0.29428240740526235</c:v>
                </c:pt>
                <c:pt idx="25427">
                  <c:v>0.294293981482042</c:v>
                </c:pt>
                <c:pt idx="25428">
                  <c:v>0.29430555555154569</c:v>
                </c:pt>
                <c:pt idx="25429">
                  <c:v>0.29431712962832535</c:v>
                </c:pt>
                <c:pt idx="25430">
                  <c:v>0.29432870369782904</c:v>
                </c:pt>
                <c:pt idx="25431">
                  <c:v>0.29434027777460869</c:v>
                </c:pt>
                <c:pt idx="25432">
                  <c:v>0.29435185185138835</c:v>
                </c:pt>
                <c:pt idx="25433">
                  <c:v>0.29436342592089204</c:v>
                </c:pt>
                <c:pt idx="25434">
                  <c:v>0.29437499999767169</c:v>
                </c:pt>
                <c:pt idx="25435">
                  <c:v>0.29438657407445135</c:v>
                </c:pt>
                <c:pt idx="25436">
                  <c:v>0.29439814814395504</c:v>
                </c:pt>
                <c:pt idx="25437">
                  <c:v>0.29440972222073469</c:v>
                </c:pt>
                <c:pt idx="25438">
                  <c:v>0.29442129629751435</c:v>
                </c:pt>
                <c:pt idx="25439">
                  <c:v>0.29443287036701804</c:v>
                </c:pt>
                <c:pt idx="25440">
                  <c:v>0.29444444444379769</c:v>
                </c:pt>
                <c:pt idx="25441">
                  <c:v>0.29445601851330139</c:v>
                </c:pt>
                <c:pt idx="25442">
                  <c:v>0.29446759259008104</c:v>
                </c:pt>
                <c:pt idx="25443">
                  <c:v>0.29447916666686069</c:v>
                </c:pt>
                <c:pt idx="25444">
                  <c:v>0.29449074073636439</c:v>
                </c:pt>
                <c:pt idx="25445">
                  <c:v>0.29450231481314404</c:v>
                </c:pt>
                <c:pt idx="25446">
                  <c:v>0.29451388888992369</c:v>
                </c:pt>
                <c:pt idx="25447">
                  <c:v>0.29452546295942739</c:v>
                </c:pt>
                <c:pt idx="25448">
                  <c:v>0.29453703703620704</c:v>
                </c:pt>
                <c:pt idx="25449">
                  <c:v>0.29454861110571073</c:v>
                </c:pt>
                <c:pt idx="25450">
                  <c:v>0.29456018518249039</c:v>
                </c:pt>
                <c:pt idx="25451">
                  <c:v>0.29457175925927004</c:v>
                </c:pt>
                <c:pt idx="25452">
                  <c:v>0.29458333332877373</c:v>
                </c:pt>
                <c:pt idx="25453">
                  <c:v>0.29459490740555339</c:v>
                </c:pt>
                <c:pt idx="25454">
                  <c:v>0.29460648148233304</c:v>
                </c:pt>
                <c:pt idx="25455">
                  <c:v>0.29461805555183673</c:v>
                </c:pt>
                <c:pt idx="25456">
                  <c:v>0.29462962962861639</c:v>
                </c:pt>
                <c:pt idx="25457">
                  <c:v>0.29464120369812008</c:v>
                </c:pt>
                <c:pt idx="25458">
                  <c:v>0.29465277777489973</c:v>
                </c:pt>
                <c:pt idx="25459">
                  <c:v>0.29466435185167938</c:v>
                </c:pt>
                <c:pt idx="25460">
                  <c:v>0.29467592592118308</c:v>
                </c:pt>
                <c:pt idx="25461">
                  <c:v>0.29468749999796273</c:v>
                </c:pt>
                <c:pt idx="25462">
                  <c:v>0.29469907407474238</c:v>
                </c:pt>
                <c:pt idx="25463">
                  <c:v>0.29471064814424608</c:v>
                </c:pt>
                <c:pt idx="25464">
                  <c:v>0.29472222222102573</c:v>
                </c:pt>
                <c:pt idx="25465">
                  <c:v>0.29473379629052943</c:v>
                </c:pt>
                <c:pt idx="25466">
                  <c:v>0.29474537036730908</c:v>
                </c:pt>
                <c:pt idx="25467">
                  <c:v>0.29475694444408873</c:v>
                </c:pt>
                <c:pt idx="25468">
                  <c:v>0.29476851851359243</c:v>
                </c:pt>
                <c:pt idx="25469">
                  <c:v>0.29478009259037208</c:v>
                </c:pt>
                <c:pt idx="25470">
                  <c:v>0.29479166666715173</c:v>
                </c:pt>
                <c:pt idx="25471">
                  <c:v>0.29480324073665543</c:v>
                </c:pt>
                <c:pt idx="25472">
                  <c:v>0.29481481481343508</c:v>
                </c:pt>
                <c:pt idx="25473">
                  <c:v>0.29482638889021473</c:v>
                </c:pt>
                <c:pt idx="25474">
                  <c:v>0.29483796295971842</c:v>
                </c:pt>
                <c:pt idx="25475">
                  <c:v>0.29484953703649808</c:v>
                </c:pt>
                <c:pt idx="25476">
                  <c:v>0.29486111110600177</c:v>
                </c:pt>
                <c:pt idx="25477">
                  <c:v>0.29487268518278142</c:v>
                </c:pt>
                <c:pt idx="25478">
                  <c:v>0.29488425925956108</c:v>
                </c:pt>
                <c:pt idx="25479">
                  <c:v>0.29489583332906477</c:v>
                </c:pt>
                <c:pt idx="25480">
                  <c:v>0.29490740740584442</c:v>
                </c:pt>
                <c:pt idx="25481">
                  <c:v>0.29491898148262408</c:v>
                </c:pt>
                <c:pt idx="25482">
                  <c:v>0.29493055555212777</c:v>
                </c:pt>
                <c:pt idx="25483">
                  <c:v>0.29494212962890742</c:v>
                </c:pt>
                <c:pt idx="25484">
                  <c:v>0.29495370369841112</c:v>
                </c:pt>
                <c:pt idx="25485">
                  <c:v>0.29496527777519077</c:v>
                </c:pt>
                <c:pt idx="25486">
                  <c:v>0.29497685185197042</c:v>
                </c:pt>
                <c:pt idx="25487">
                  <c:v>0.29498842592147412</c:v>
                </c:pt>
                <c:pt idx="25488">
                  <c:v>0.29499999999825377</c:v>
                </c:pt>
                <c:pt idx="25489">
                  <c:v>0.29501157407503342</c:v>
                </c:pt>
                <c:pt idx="25490">
                  <c:v>0.29502314814453712</c:v>
                </c:pt>
                <c:pt idx="25491">
                  <c:v>0.29503472222131677</c:v>
                </c:pt>
                <c:pt idx="25492">
                  <c:v>0.29504629629082046</c:v>
                </c:pt>
                <c:pt idx="25493">
                  <c:v>0.29505787036760012</c:v>
                </c:pt>
                <c:pt idx="25494">
                  <c:v>0.29506944444437977</c:v>
                </c:pt>
                <c:pt idx="25495">
                  <c:v>0.29508101851388346</c:v>
                </c:pt>
                <c:pt idx="25496">
                  <c:v>0.29509259259066312</c:v>
                </c:pt>
                <c:pt idx="25497">
                  <c:v>0.29510416666744277</c:v>
                </c:pt>
                <c:pt idx="25498">
                  <c:v>0.29511574073694646</c:v>
                </c:pt>
                <c:pt idx="25499">
                  <c:v>0.29512731481372612</c:v>
                </c:pt>
                <c:pt idx="25500">
                  <c:v>0.29513888888322981</c:v>
                </c:pt>
                <c:pt idx="25501">
                  <c:v>0.29515046296000946</c:v>
                </c:pt>
                <c:pt idx="25502">
                  <c:v>0.29516203703678912</c:v>
                </c:pt>
                <c:pt idx="25503">
                  <c:v>0.29517361110629281</c:v>
                </c:pt>
                <c:pt idx="25504">
                  <c:v>0.29518518518307246</c:v>
                </c:pt>
                <c:pt idx="25505">
                  <c:v>0.29519675925985212</c:v>
                </c:pt>
                <c:pt idx="25506">
                  <c:v>0.29520833332935581</c:v>
                </c:pt>
                <c:pt idx="25507">
                  <c:v>0.29521990740613546</c:v>
                </c:pt>
                <c:pt idx="25508">
                  <c:v>0.29523148147563916</c:v>
                </c:pt>
                <c:pt idx="25509">
                  <c:v>0.29524305555241881</c:v>
                </c:pt>
                <c:pt idx="25510">
                  <c:v>0.29525462962919846</c:v>
                </c:pt>
                <c:pt idx="25511">
                  <c:v>0.29526620369870216</c:v>
                </c:pt>
                <c:pt idx="25512">
                  <c:v>0.29527777777548181</c:v>
                </c:pt>
                <c:pt idx="25513">
                  <c:v>0.29528935185226146</c:v>
                </c:pt>
                <c:pt idx="25514">
                  <c:v>0.29530092592176516</c:v>
                </c:pt>
                <c:pt idx="25515">
                  <c:v>0.29531249999854481</c:v>
                </c:pt>
                <c:pt idx="25516">
                  <c:v>0.29532407407532446</c:v>
                </c:pt>
                <c:pt idx="25517">
                  <c:v>0.29533564814482816</c:v>
                </c:pt>
                <c:pt idx="25518">
                  <c:v>0.29534722222160781</c:v>
                </c:pt>
                <c:pt idx="25519">
                  <c:v>0.2953587962911115</c:v>
                </c:pt>
                <c:pt idx="25520">
                  <c:v>0.29537037036789116</c:v>
                </c:pt>
                <c:pt idx="25521">
                  <c:v>0.29538194444467081</c:v>
                </c:pt>
                <c:pt idx="25522">
                  <c:v>0.2953935185141745</c:v>
                </c:pt>
                <c:pt idx="25523">
                  <c:v>0.29540509259095415</c:v>
                </c:pt>
                <c:pt idx="25524">
                  <c:v>0.29541666666773381</c:v>
                </c:pt>
                <c:pt idx="25525">
                  <c:v>0.2954282407372375</c:v>
                </c:pt>
                <c:pt idx="25526">
                  <c:v>0.29543981481401715</c:v>
                </c:pt>
                <c:pt idx="25527">
                  <c:v>0.29545138888352085</c:v>
                </c:pt>
                <c:pt idx="25528">
                  <c:v>0.2954629629603005</c:v>
                </c:pt>
                <c:pt idx="25529">
                  <c:v>0.29547453703708015</c:v>
                </c:pt>
                <c:pt idx="25530">
                  <c:v>0.29548611110658385</c:v>
                </c:pt>
                <c:pt idx="25531">
                  <c:v>0.2954976851833635</c:v>
                </c:pt>
                <c:pt idx="25532">
                  <c:v>0.29550925926014315</c:v>
                </c:pt>
                <c:pt idx="25533">
                  <c:v>0.29552083332964685</c:v>
                </c:pt>
                <c:pt idx="25534">
                  <c:v>0.2955324074064265</c:v>
                </c:pt>
                <c:pt idx="25535">
                  <c:v>0.2955439814759302</c:v>
                </c:pt>
                <c:pt idx="25536">
                  <c:v>0.29555555555270985</c:v>
                </c:pt>
                <c:pt idx="25537">
                  <c:v>0.2955671296294895</c:v>
                </c:pt>
                <c:pt idx="25538">
                  <c:v>0.29557870369899319</c:v>
                </c:pt>
                <c:pt idx="25539">
                  <c:v>0.29559027777577285</c:v>
                </c:pt>
                <c:pt idx="25540">
                  <c:v>0.2956018518525525</c:v>
                </c:pt>
                <c:pt idx="25541">
                  <c:v>0.29561342592205619</c:v>
                </c:pt>
                <c:pt idx="25542">
                  <c:v>0.29562499999883585</c:v>
                </c:pt>
                <c:pt idx="25543">
                  <c:v>0.29563657406833954</c:v>
                </c:pt>
                <c:pt idx="25544">
                  <c:v>0.29564814814511919</c:v>
                </c:pt>
                <c:pt idx="25545">
                  <c:v>0.29565972222189885</c:v>
                </c:pt>
                <c:pt idx="25546">
                  <c:v>0.29567129629140254</c:v>
                </c:pt>
                <c:pt idx="25547">
                  <c:v>0.29568287036818219</c:v>
                </c:pt>
                <c:pt idx="25548">
                  <c:v>0.29569444444496185</c:v>
                </c:pt>
                <c:pt idx="25549">
                  <c:v>0.29570601851446554</c:v>
                </c:pt>
                <c:pt idx="25550">
                  <c:v>0.29571759259124519</c:v>
                </c:pt>
                <c:pt idx="25551">
                  <c:v>0.29572916666074889</c:v>
                </c:pt>
                <c:pt idx="25552">
                  <c:v>0.29574074073752854</c:v>
                </c:pt>
                <c:pt idx="25553">
                  <c:v>0.29575231481430819</c:v>
                </c:pt>
                <c:pt idx="25554">
                  <c:v>0.29576388888381189</c:v>
                </c:pt>
                <c:pt idx="25555">
                  <c:v>0.29577546296059154</c:v>
                </c:pt>
                <c:pt idx="25556">
                  <c:v>0.29578703703737119</c:v>
                </c:pt>
                <c:pt idx="25557">
                  <c:v>0.29579861110687489</c:v>
                </c:pt>
                <c:pt idx="25558">
                  <c:v>0.29581018518365454</c:v>
                </c:pt>
                <c:pt idx="25559">
                  <c:v>0.29582175926043419</c:v>
                </c:pt>
                <c:pt idx="25560">
                  <c:v>0.29583333332993789</c:v>
                </c:pt>
                <c:pt idx="25561">
                  <c:v>0.29584490740671754</c:v>
                </c:pt>
                <c:pt idx="25562">
                  <c:v>0.29585648147622123</c:v>
                </c:pt>
                <c:pt idx="25563">
                  <c:v>0.29586805555300089</c:v>
                </c:pt>
                <c:pt idx="25564">
                  <c:v>0.29587962962978054</c:v>
                </c:pt>
                <c:pt idx="25565">
                  <c:v>0.29589120369928423</c:v>
                </c:pt>
                <c:pt idx="25566">
                  <c:v>0.29590277777606389</c:v>
                </c:pt>
                <c:pt idx="25567">
                  <c:v>0.29591435185284354</c:v>
                </c:pt>
                <c:pt idx="25568">
                  <c:v>0.29592592592234723</c:v>
                </c:pt>
                <c:pt idx="25569">
                  <c:v>0.29593749999912689</c:v>
                </c:pt>
                <c:pt idx="25570">
                  <c:v>0.29594907406863058</c:v>
                </c:pt>
                <c:pt idx="25571">
                  <c:v>0.29596064814541023</c:v>
                </c:pt>
                <c:pt idx="25572">
                  <c:v>0.29597222222218988</c:v>
                </c:pt>
                <c:pt idx="25573">
                  <c:v>0.29598379629169358</c:v>
                </c:pt>
                <c:pt idx="25574">
                  <c:v>0.29599537036847323</c:v>
                </c:pt>
                <c:pt idx="25575">
                  <c:v>0.29600694444525288</c:v>
                </c:pt>
                <c:pt idx="25576">
                  <c:v>0.29601851851475658</c:v>
                </c:pt>
                <c:pt idx="25577">
                  <c:v>0.29603009259153623</c:v>
                </c:pt>
                <c:pt idx="25578">
                  <c:v>0.29604166666103993</c:v>
                </c:pt>
                <c:pt idx="25579">
                  <c:v>0.29605324073781958</c:v>
                </c:pt>
                <c:pt idx="25580">
                  <c:v>0.29606481481459923</c:v>
                </c:pt>
                <c:pt idx="25581">
                  <c:v>0.29607638888410293</c:v>
                </c:pt>
                <c:pt idx="25582">
                  <c:v>0.29608796296088258</c:v>
                </c:pt>
                <c:pt idx="25583">
                  <c:v>0.29609953703766223</c:v>
                </c:pt>
                <c:pt idx="25584">
                  <c:v>0.29611111110716593</c:v>
                </c:pt>
                <c:pt idx="25585">
                  <c:v>0.29612268518394558</c:v>
                </c:pt>
                <c:pt idx="25586">
                  <c:v>0.29613425925344927</c:v>
                </c:pt>
                <c:pt idx="25587">
                  <c:v>0.29614583333022892</c:v>
                </c:pt>
                <c:pt idx="25588">
                  <c:v>0.29615740740700858</c:v>
                </c:pt>
                <c:pt idx="25589">
                  <c:v>0.29616898147651227</c:v>
                </c:pt>
                <c:pt idx="25590">
                  <c:v>0.29618055555329192</c:v>
                </c:pt>
                <c:pt idx="25591">
                  <c:v>0.29619212963007158</c:v>
                </c:pt>
                <c:pt idx="25592">
                  <c:v>0.29620370369957527</c:v>
                </c:pt>
                <c:pt idx="25593">
                  <c:v>0.29621527777635492</c:v>
                </c:pt>
                <c:pt idx="25594">
                  <c:v>0.29622685185313458</c:v>
                </c:pt>
                <c:pt idx="25595">
                  <c:v>0.29623842592263827</c:v>
                </c:pt>
                <c:pt idx="25596">
                  <c:v>0.29624999999941792</c:v>
                </c:pt>
                <c:pt idx="25597">
                  <c:v>0.29626157406892162</c:v>
                </c:pt>
                <c:pt idx="25598">
                  <c:v>0.29627314814570127</c:v>
                </c:pt>
                <c:pt idx="25599">
                  <c:v>0.29628472222248092</c:v>
                </c:pt>
                <c:pt idx="25600">
                  <c:v>0.29629629629198462</c:v>
                </c:pt>
                <c:pt idx="25601">
                  <c:v>0.29630787036876427</c:v>
                </c:pt>
                <c:pt idx="25602">
                  <c:v>0.29631944444554392</c:v>
                </c:pt>
                <c:pt idx="25603">
                  <c:v>0.29633101851504762</c:v>
                </c:pt>
                <c:pt idx="25604">
                  <c:v>0.29634259259182727</c:v>
                </c:pt>
                <c:pt idx="25605">
                  <c:v>0.29635416666133096</c:v>
                </c:pt>
                <c:pt idx="25606">
                  <c:v>0.29636574073811062</c:v>
                </c:pt>
                <c:pt idx="25607">
                  <c:v>0.29637731481489027</c:v>
                </c:pt>
                <c:pt idx="25608">
                  <c:v>0.29638888888439396</c:v>
                </c:pt>
                <c:pt idx="25609">
                  <c:v>0.29640046296117362</c:v>
                </c:pt>
                <c:pt idx="25610">
                  <c:v>0.29641203703795327</c:v>
                </c:pt>
                <c:pt idx="25611">
                  <c:v>0.29642361110745696</c:v>
                </c:pt>
                <c:pt idx="25612">
                  <c:v>0.29643518518423662</c:v>
                </c:pt>
                <c:pt idx="25613">
                  <c:v>0.29644675925374031</c:v>
                </c:pt>
                <c:pt idx="25614">
                  <c:v>0.29645833333051996</c:v>
                </c:pt>
                <c:pt idx="25615">
                  <c:v>0.29646990740729962</c:v>
                </c:pt>
                <c:pt idx="25616">
                  <c:v>0.29648148147680331</c:v>
                </c:pt>
                <c:pt idx="25617">
                  <c:v>0.29649305555358296</c:v>
                </c:pt>
                <c:pt idx="25618">
                  <c:v>0.29650462963036261</c:v>
                </c:pt>
                <c:pt idx="25619">
                  <c:v>0.29651620369986631</c:v>
                </c:pt>
                <c:pt idx="25620">
                  <c:v>0.29652777777664596</c:v>
                </c:pt>
                <c:pt idx="25621">
                  <c:v>0.29653935184614966</c:v>
                </c:pt>
                <c:pt idx="25622">
                  <c:v>0.29655092592292931</c:v>
                </c:pt>
                <c:pt idx="25623">
                  <c:v>0.29656249999970896</c:v>
                </c:pt>
                <c:pt idx="25624">
                  <c:v>0.29657407406921266</c:v>
                </c:pt>
                <c:pt idx="25625">
                  <c:v>0.29658564814599231</c:v>
                </c:pt>
                <c:pt idx="25626">
                  <c:v>0.29659722222277196</c:v>
                </c:pt>
                <c:pt idx="25627">
                  <c:v>0.29660879629227566</c:v>
                </c:pt>
                <c:pt idx="25628">
                  <c:v>0.29662037036905531</c:v>
                </c:pt>
                <c:pt idx="25629">
                  <c:v>0.296631944438559</c:v>
                </c:pt>
                <c:pt idx="25630">
                  <c:v>0.29664351851533866</c:v>
                </c:pt>
                <c:pt idx="25631">
                  <c:v>0.29665509259211831</c:v>
                </c:pt>
                <c:pt idx="25632">
                  <c:v>0.296666666661622</c:v>
                </c:pt>
                <c:pt idx="25633">
                  <c:v>0.29667824073840166</c:v>
                </c:pt>
                <c:pt idx="25634">
                  <c:v>0.29668981481518131</c:v>
                </c:pt>
                <c:pt idx="25635">
                  <c:v>0.296701388884685</c:v>
                </c:pt>
                <c:pt idx="25636">
                  <c:v>0.29671296296146465</c:v>
                </c:pt>
                <c:pt idx="25637">
                  <c:v>0.29672453703824431</c:v>
                </c:pt>
                <c:pt idx="25638">
                  <c:v>0.296736111107748</c:v>
                </c:pt>
                <c:pt idx="25639">
                  <c:v>0.29674768518452765</c:v>
                </c:pt>
                <c:pt idx="25640">
                  <c:v>0.29675925925403135</c:v>
                </c:pt>
                <c:pt idx="25641">
                  <c:v>0.296770833330811</c:v>
                </c:pt>
                <c:pt idx="25642">
                  <c:v>0.29678240740759065</c:v>
                </c:pt>
                <c:pt idx="25643">
                  <c:v>0.29679398147709435</c:v>
                </c:pt>
                <c:pt idx="25644">
                  <c:v>0.296805555553874</c:v>
                </c:pt>
                <c:pt idx="25645">
                  <c:v>0.29681712963065365</c:v>
                </c:pt>
                <c:pt idx="25646">
                  <c:v>0.29682870370015735</c:v>
                </c:pt>
                <c:pt idx="25647">
                  <c:v>0.296840277776937</c:v>
                </c:pt>
                <c:pt idx="25648">
                  <c:v>0.2968518518464407</c:v>
                </c:pt>
                <c:pt idx="25649">
                  <c:v>0.29686342592322035</c:v>
                </c:pt>
                <c:pt idx="25650">
                  <c:v>0.296875</c:v>
                </c:pt>
                <c:pt idx="25651">
                  <c:v>0.29688657406950369</c:v>
                </c:pt>
                <c:pt idx="25652">
                  <c:v>0.29689814814628335</c:v>
                </c:pt>
                <c:pt idx="25653">
                  <c:v>0.296909722223063</c:v>
                </c:pt>
                <c:pt idx="25654">
                  <c:v>0.29692129629256669</c:v>
                </c:pt>
                <c:pt idx="25655">
                  <c:v>0.29693287036934635</c:v>
                </c:pt>
                <c:pt idx="25656">
                  <c:v>0.29694444443885004</c:v>
                </c:pt>
                <c:pt idx="25657">
                  <c:v>0.29695601851562969</c:v>
                </c:pt>
                <c:pt idx="25658">
                  <c:v>0.29696759259240935</c:v>
                </c:pt>
                <c:pt idx="25659">
                  <c:v>0.29697916666191304</c:v>
                </c:pt>
                <c:pt idx="25660">
                  <c:v>0.29699074073869269</c:v>
                </c:pt>
                <c:pt idx="25661">
                  <c:v>0.29700231481547235</c:v>
                </c:pt>
                <c:pt idx="25662">
                  <c:v>0.29701388888497604</c:v>
                </c:pt>
                <c:pt idx="25663">
                  <c:v>0.29702546296175569</c:v>
                </c:pt>
                <c:pt idx="25664">
                  <c:v>0.29703703703125939</c:v>
                </c:pt>
                <c:pt idx="25665">
                  <c:v>0.29704861110803904</c:v>
                </c:pt>
                <c:pt idx="25666">
                  <c:v>0.29706018518481869</c:v>
                </c:pt>
                <c:pt idx="25667">
                  <c:v>0.29707175925432239</c:v>
                </c:pt>
                <c:pt idx="25668">
                  <c:v>0.29708333333110204</c:v>
                </c:pt>
                <c:pt idx="25669">
                  <c:v>0.29709490740788169</c:v>
                </c:pt>
                <c:pt idx="25670">
                  <c:v>0.29710648147738539</c:v>
                </c:pt>
                <c:pt idx="25671">
                  <c:v>0.29711805555416504</c:v>
                </c:pt>
                <c:pt idx="25672">
                  <c:v>0.29712962963094469</c:v>
                </c:pt>
                <c:pt idx="25673">
                  <c:v>0.29714120370044839</c:v>
                </c:pt>
                <c:pt idx="25674">
                  <c:v>0.29715277777722804</c:v>
                </c:pt>
                <c:pt idx="25675">
                  <c:v>0.29716435184673173</c:v>
                </c:pt>
                <c:pt idx="25676">
                  <c:v>0.29717592592351139</c:v>
                </c:pt>
                <c:pt idx="25677">
                  <c:v>0.29718750000029104</c:v>
                </c:pt>
                <c:pt idx="25678">
                  <c:v>0.29719907406979473</c:v>
                </c:pt>
                <c:pt idx="25679">
                  <c:v>0.29721064814657439</c:v>
                </c:pt>
                <c:pt idx="25680">
                  <c:v>0.29722222222335404</c:v>
                </c:pt>
                <c:pt idx="25681">
                  <c:v>0.29723379629285773</c:v>
                </c:pt>
                <c:pt idx="25682">
                  <c:v>0.29724537036963739</c:v>
                </c:pt>
                <c:pt idx="25683">
                  <c:v>0.29725694443914108</c:v>
                </c:pt>
                <c:pt idx="25684">
                  <c:v>0.29726851851592073</c:v>
                </c:pt>
                <c:pt idx="25685">
                  <c:v>0.29728009259270038</c:v>
                </c:pt>
                <c:pt idx="25686">
                  <c:v>0.29729166666220408</c:v>
                </c:pt>
                <c:pt idx="25687">
                  <c:v>0.29730324073898373</c:v>
                </c:pt>
                <c:pt idx="25688">
                  <c:v>0.29731481481576338</c:v>
                </c:pt>
                <c:pt idx="25689">
                  <c:v>0.29732638888526708</c:v>
                </c:pt>
                <c:pt idx="25690">
                  <c:v>0.29733796296204673</c:v>
                </c:pt>
                <c:pt idx="25691">
                  <c:v>0.29734953703155043</c:v>
                </c:pt>
                <c:pt idx="25692">
                  <c:v>0.29736111110833008</c:v>
                </c:pt>
                <c:pt idx="25693">
                  <c:v>0.29737268518510973</c:v>
                </c:pt>
                <c:pt idx="25694">
                  <c:v>0.29738425925461343</c:v>
                </c:pt>
                <c:pt idx="25695">
                  <c:v>0.29739583333139308</c:v>
                </c:pt>
                <c:pt idx="25696">
                  <c:v>0.29740740740817273</c:v>
                </c:pt>
                <c:pt idx="25697">
                  <c:v>0.29741898147767643</c:v>
                </c:pt>
                <c:pt idx="25698">
                  <c:v>0.29743055555445608</c:v>
                </c:pt>
                <c:pt idx="25699">
                  <c:v>0.29744212962395977</c:v>
                </c:pt>
                <c:pt idx="25700">
                  <c:v>0.29745370370073942</c:v>
                </c:pt>
                <c:pt idx="25701">
                  <c:v>0.29746527777751908</c:v>
                </c:pt>
                <c:pt idx="25702">
                  <c:v>0.29747685184702277</c:v>
                </c:pt>
                <c:pt idx="25703">
                  <c:v>0.29748842592380242</c:v>
                </c:pt>
                <c:pt idx="25704">
                  <c:v>0.29750000000058208</c:v>
                </c:pt>
                <c:pt idx="25705">
                  <c:v>0.29751157407008577</c:v>
                </c:pt>
                <c:pt idx="25706">
                  <c:v>0.29752314814686542</c:v>
                </c:pt>
                <c:pt idx="25707">
                  <c:v>0.29753472221636912</c:v>
                </c:pt>
                <c:pt idx="25708">
                  <c:v>0.29754629629314877</c:v>
                </c:pt>
                <c:pt idx="25709">
                  <c:v>0.29755787036992842</c:v>
                </c:pt>
                <c:pt idx="25710">
                  <c:v>0.29756944443943212</c:v>
                </c:pt>
                <c:pt idx="25711">
                  <c:v>0.29758101851621177</c:v>
                </c:pt>
                <c:pt idx="25712">
                  <c:v>0.29759259259299142</c:v>
                </c:pt>
                <c:pt idx="25713">
                  <c:v>0.29760416666249512</c:v>
                </c:pt>
                <c:pt idx="25714">
                  <c:v>0.29761574073927477</c:v>
                </c:pt>
                <c:pt idx="25715">
                  <c:v>0.29762731481605442</c:v>
                </c:pt>
                <c:pt idx="25716">
                  <c:v>0.29763888888555812</c:v>
                </c:pt>
                <c:pt idx="25717">
                  <c:v>0.29765046296233777</c:v>
                </c:pt>
                <c:pt idx="25718">
                  <c:v>0.29766203703184146</c:v>
                </c:pt>
                <c:pt idx="25719">
                  <c:v>0.29767361110862112</c:v>
                </c:pt>
                <c:pt idx="25720">
                  <c:v>0.29768518518540077</c:v>
                </c:pt>
                <c:pt idx="25721">
                  <c:v>0.29769675925490446</c:v>
                </c:pt>
                <c:pt idx="25722">
                  <c:v>0.29770833333168412</c:v>
                </c:pt>
                <c:pt idx="25723">
                  <c:v>0.29771990740846377</c:v>
                </c:pt>
                <c:pt idx="25724">
                  <c:v>0.29773148147796746</c:v>
                </c:pt>
                <c:pt idx="25725">
                  <c:v>0.29774305555474712</c:v>
                </c:pt>
                <c:pt idx="25726">
                  <c:v>0.29775462962425081</c:v>
                </c:pt>
                <c:pt idx="25727">
                  <c:v>0.29776620370103046</c:v>
                </c:pt>
                <c:pt idx="25728">
                  <c:v>0.29777777777781012</c:v>
                </c:pt>
                <c:pt idx="25729">
                  <c:v>0.29778935184731381</c:v>
                </c:pt>
                <c:pt idx="25730">
                  <c:v>0.29780092592409346</c:v>
                </c:pt>
                <c:pt idx="25731">
                  <c:v>0.29781250000087311</c:v>
                </c:pt>
                <c:pt idx="25732">
                  <c:v>0.29782407407037681</c:v>
                </c:pt>
                <c:pt idx="25733">
                  <c:v>0.29783564814715646</c:v>
                </c:pt>
                <c:pt idx="25734">
                  <c:v>0.29784722221666016</c:v>
                </c:pt>
                <c:pt idx="25735">
                  <c:v>0.29785879629343981</c:v>
                </c:pt>
                <c:pt idx="25736">
                  <c:v>0.29787037037021946</c:v>
                </c:pt>
                <c:pt idx="25737">
                  <c:v>0.29788194443972316</c:v>
                </c:pt>
                <c:pt idx="25738">
                  <c:v>0.29789351851650281</c:v>
                </c:pt>
                <c:pt idx="25739">
                  <c:v>0.29790509259328246</c:v>
                </c:pt>
                <c:pt idx="25740">
                  <c:v>0.29791666666278616</c:v>
                </c:pt>
                <c:pt idx="25741">
                  <c:v>0.29792824073956581</c:v>
                </c:pt>
                <c:pt idx="25742">
                  <c:v>0.2979398148090695</c:v>
                </c:pt>
                <c:pt idx="25743">
                  <c:v>0.29795138888584916</c:v>
                </c:pt>
                <c:pt idx="25744">
                  <c:v>0.29796296296262881</c:v>
                </c:pt>
                <c:pt idx="25745">
                  <c:v>0.2979745370321325</c:v>
                </c:pt>
                <c:pt idx="25746">
                  <c:v>0.29798611110891216</c:v>
                </c:pt>
                <c:pt idx="25747">
                  <c:v>0.29799768518569181</c:v>
                </c:pt>
                <c:pt idx="25748">
                  <c:v>0.2980092592551955</c:v>
                </c:pt>
                <c:pt idx="25749">
                  <c:v>0.29802083333197515</c:v>
                </c:pt>
                <c:pt idx="25750">
                  <c:v>0.29803240740147885</c:v>
                </c:pt>
                <c:pt idx="25751">
                  <c:v>0.2980439814782585</c:v>
                </c:pt>
                <c:pt idx="25752">
                  <c:v>0.29805555555503815</c:v>
                </c:pt>
                <c:pt idx="25753">
                  <c:v>0.29806712962454185</c:v>
                </c:pt>
                <c:pt idx="25754">
                  <c:v>0.2980787037013215</c:v>
                </c:pt>
                <c:pt idx="25755">
                  <c:v>0.29809027777810115</c:v>
                </c:pt>
                <c:pt idx="25756">
                  <c:v>0.29810185184760485</c:v>
                </c:pt>
                <c:pt idx="25757">
                  <c:v>0.2981134259243845</c:v>
                </c:pt>
                <c:pt idx="25758">
                  <c:v>0.29812500000116415</c:v>
                </c:pt>
                <c:pt idx="25759">
                  <c:v>0.29813657407066785</c:v>
                </c:pt>
                <c:pt idx="25760">
                  <c:v>0.2981481481474475</c:v>
                </c:pt>
                <c:pt idx="25761">
                  <c:v>0.2981597222169512</c:v>
                </c:pt>
                <c:pt idx="25762">
                  <c:v>0.29817129629373085</c:v>
                </c:pt>
                <c:pt idx="25763">
                  <c:v>0.2981828703705105</c:v>
                </c:pt>
                <c:pt idx="25764">
                  <c:v>0.29819444444001419</c:v>
                </c:pt>
                <c:pt idx="25765">
                  <c:v>0.29820601851679385</c:v>
                </c:pt>
                <c:pt idx="25766">
                  <c:v>0.2982175925935735</c:v>
                </c:pt>
                <c:pt idx="25767">
                  <c:v>0.29822916666307719</c:v>
                </c:pt>
                <c:pt idx="25768">
                  <c:v>0.29824074073985685</c:v>
                </c:pt>
                <c:pt idx="25769">
                  <c:v>0.29825231480936054</c:v>
                </c:pt>
                <c:pt idx="25770">
                  <c:v>0.29826388888614019</c:v>
                </c:pt>
                <c:pt idx="25771">
                  <c:v>0.29827546296291985</c:v>
                </c:pt>
                <c:pt idx="25772">
                  <c:v>0.29828703703242354</c:v>
                </c:pt>
                <c:pt idx="25773">
                  <c:v>0.29829861110920319</c:v>
                </c:pt>
                <c:pt idx="25774">
                  <c:v>0.29831018518598285</c:v>
                </c:pt>
                <c:pt idx="25775">
                  <c:v>0.29832175925548654</c:v>
                </c:pt>
                <c:pt idx="25776">
                  <c:v>0.29833333333226619</c:v>
                </c:pt>
                <c:pt idx="25777">
                  <c:v>0.29834490740176989</c:v>
                </c:pt>
                <c:pt idx="25778">
                  <c:v>0.29835648147854954</c:v>
                </c:pt>
                <c:pt idx="25779">
                  <c:v>0.29836805555532919</c:v>
                </c:pt>
                <c:pt idx="25780">
                  <c:v>0.29837962962483289</c:v>
                </c:pt>
                <c:pt idx="25781">
                  <c:v>0.29839120370161254</c:v>
                </c:pt>
                <c:pt idx="25782">
                  <c:v>0.29840277777839219</c:v>
                </c:pt>
                <c:pt idx="25783">
                  <c:v>0.29841435184789589</c:v>
                </c:pt>
                <c:pt idx="25784">
                  <c:v>0.29842592592467554</c:v>
                </c:pt>
                <c:pt idx="25785">
                  <c:v>0.29843749999417923</c:v>
                </c:pt>
                <c:pt idx="25786">
                  <c:v>0.29844907407095889</c:v>
                </c:pt>
                <c:pt idx="25787">
                  <c:v>0.29846064814773854</c:v>
                </c:pt>
                <c:pt idx="25788">
                  <c:v>0.29847222221724223</c:v>
                </c:pt>
                <c:pt idx="25789">
                  <c:v>0.29848379629402189</c:v>
                </c:pt>
                <c:pt idx="25790">
                  <c:v>0.29849537037080154</c:v>
                </c:pt>
                <c:pt idx="25791">
                  <c:v>0.29850694444030523</c:v>
                </c:pt>
                <c:pt idx="25792">
                  <c:v>0.29851851851708489</c:v>
                </c:pt>
                <c:pt idx="25793">
                  <c:v>0.29853009259386454</c:v>
                </c:pt>
                <c:pt idx="25794">
                  <c:v>0.29854166666336823</c:v>
                </c:pt>
                <c:pt idx="25795">
                  <c:v>0.29855324074014788</c:v>
                </c:pt>
                <c:pt idx="25796">
                  <c:v>0.29856481480965158</c:v>
                </c:pt>
                <c:pt idx="25797">
                  <c:v>0.29857638888643123</c:v>
                </c:pt>
                <c:pt idx="25798">
                  <c:v>0.29858796296321088</c:v>
                </c:pt>
                <c:pt idx="25799">
                  <c:v>0.29859953703271458</c:v>
                </c:pt>
                <c:pt idx="25800">
                  <c:v>0.29861111110949423</c:v>
                </c:pt>
                <c:pt idx="25801">
                  <c:v>0.29862268518627388</c:v>
                </c:pt>
                <c:pt idx="25802">
                  <c:v>0.29863425925577758</c:v>
                </c:pt>
                <c:pt idx="25803">
                  <c:v>0.29864583333255723</c:v>
                </c:pt>
                <c:pt idx="25804">
                  <c:v>0.29865740740206093</c:v>
                </c:pt>
                <c:pt idx="25805">
                  <c:v>0.29866898147884058</c:v>
                </c:pt>
                <c:pt idx="25806">
                  <c:v>0.29868055555562023</c:v>
                </c:pt>
                <c:pt idx="25807">
                  <c:v>0.29869212962512393</c:v>
                </c:pt>
                <c:pt idx="25808">
                  <c:v>0.29870370370190358</c:v>
                </c:pt>
                <c:pt idx="25809">
                  <c:v>0.29871527777868323</c:v>
                </c:pt>
                <c:pt idx="25810">
                  <c:v>0.29872685184818693</c:v>
                </c:pt>
                <c:pt idx="25811">
                  <c:v>0.29873842592496658</c:v>
                </c:pt>
                <c:pt idx="25812">
                  <c:v>0.29874999999447027</c:v>
                </c:pt>
                <c:pt idx="25813">
                  <c:v>0.29876157407124992</c:v>
                </c:pt>
                <c:pt idx="25814">
                  <c:v>0.29877314814802958</c:v>
                </c:pt>
                <c:pt idx="25815">
                  <c:v>0.29878472221753327</c:v>
                </c:pt>
                <c:pt idx="25816">
                  <c:v>0.29879629629431292</c:v>
                </c:pt>
                <c:pt idx="25817">
                  <c:v>0.29880787037109258</c:v>
                </c:pt>
                <c:pt idx="25818">
                  <c:v>0.29881944444059627</c:v>
                </c:pt>
                <c:pt idx="25819">
                  <c:v>0.29883101851737592</c:v>
                </c:pt>
                <c:pt idx="25820">
                  <c:v>0.29884259258687962</c:v>
                </c:pt>
                <c:pt idx="25821">
                  <c:v>0.29885416666365927</c:v>
                </c:pt>
                <c:pt idx="25822">
                  <c:v>0.29886574074043892</c:v>
                </c:pt>
                <c:pt idx="25823">
                  <c:v>0.29887731480994262</c:v>
                </c:pt>
                <c:pt idx="25824">
                  <c:v>0.29888888888672227</c:v>
                </c:pt>
                <c:pt idx="25825">
                  <c:v>0.29890046296350192</c:v>
                </c:pt>
                <c:pt idx="25826">
                  <c:v>0.29891203703300562</c:v>
                </c:pt>
                <c:pt idx="25827">
                  <c:v>0.29892361110978527</c:v>
                </c:pt>
                <c:pt idx="25828">
                  <c:v>0.29893518517928896</c:v>
                </c:pt>
                <c:pt idx="25829">
                  <c:v>0.29894675925606862</c:v>
                </c:pt>
                <c:pt idx="25830">
                  <c:v>0.29895833333284827</c:v>
                </c:pt>
                <c:pt idx="25831">
                  <c:v>0.29896990740235196</c:v>
                </c:pt>
                <c:pt idx="25832">
                  <c:v>0.29898148147913162</c:v>
                </c:pt>
                <c:pt idx="25833">
                  <c:v>0.29899305555591127</c:v>
                </c:pt>
                <c:pt idx="25834">
                  <c:v>0.29900462962541496</c:v>
                </c:pt>
                <c:pt idx="25835">
                  <c:v>0.29901620370219462</c:v>
                </c:pt>
                <c:pt idx="25836">
                  <c:v>0.29902777777897427</c:v>
                </c:pt>
                <c:pt idx="25837">
                  <c:v>0.29903935184847796</c:v>
                </c:pt>
                <c:pt idx="25838">
                  <c:v>0.29905092592525762</c:v>
                </c:pt>
                <c:pt idx="25839">
                  <c:v>0.29906249999476131</c:v>
                </c:pt>
                <c:pt idx="25840">
                  <c:v>0.29907407407154096</c:v>
                </c:pt>
                <c:pt idx="25841">
                  <c:v>0.29908564814832062</c:v>
                </c:pt>
                <c:pt idx="25842">
                  <c:v>0.29909722221782431</c:v>
                </c:pt>
                <c:pt idx="25843">
                  <c:v>0.29910879629460396</c:v>
                </c:pt>
                <c:pt idx="25844">
                  <c:v>0.29912037037138361</c:v>
                </c:pt>
                <c:pt idx="25845">
                  <c:v>0.29913194444088731</c:v>
                </c:pt>
                <c:pt idx="25846">
                  <c:v>0.29914351851766696</c:v>
                </c:pt>
                <c:pt idx="25847">
                  <c:v>0.29915509258717066</c:v>
                </c:pt>
                <c:pt idx="25848">
                  <c:v>0.29916666666395031</c:v>
                </c:pt>
                <c:pt idx="25849">
                  <c:v>0.29917824074072996</c:v>
                </c:pt>
                <c:pt idx="25850">
                  <c:v>0.29918981481023366</c:v>
                </c:pt>
                <c:pt idx="25851">
                  <c:v>0.29920138888701331</c:v>
                </c:pt>
                <c:pt idx="25852">
                  <c:v>0.29921296296379296</c:v>
                </c:pt>
                <c:pt idx="25853">
                  <c:v>0.29922453703329666</c:v>
                </c:pt>
                <c:pt idx="25854">
                  <c:v>0.29923611111007631</c:v>
                </c:pt>
                <c:pt idx="25855">
                  <c:v>0.29924768517958</c:v>
                </c:pt>
                <c:pt idx="25856">
                  <c:v>0.29925925925635966</c:v>
                </c:pt>
                <c:pt idx="25857">
                  <c:v>0.29927083333313931</c:v>
                </c:pt>
                <c:pt idx="25858">
                  <c:v>0.299282407402643</c:v>
                </c:pt>
                <c:pt idx="25859">
                  <c:v>0.29929398147942265</c:v>
                </c:pt>
                <c:pt idx="25860">
                  <c:v>0.29930555555620231</c:v>
                </c:pt>
                <c:pt idx="25861">
                  <c:v>0.299317129625706</c:v>
                </c:pt>
                <c:pt idx="25862">
                  <c:v>0.29932870370248565</c:v>
                </c:pt>
                <c:pt idx="25863">
                  <c:v>0.29934027777198935</c:v>
                </c:pt>
                <c:pt idx="25864">
                  <c:v>0.299351851848769</c:v>
                </c:pt>
                <c:pt idx="25865">
                  <c:v>0.29936342592554865</c:v>
                </c:pt>
                <c:pt idx="25866">
                  <c:v>0.29937499999505235</c:v>
                </c:pt>
                <c:pt idx="25867">
                  <c:v>0.299386574071832</c:v>
                </c:pt>
                <c:pt idx="25868">
                  <c:v>0.29939814814861165</c:v>
                </c:pt>
                <c:pt idx="25869">
                  <c:v>0.29940972221811535</c:v>
                </c:pt>
                <c:pt idx="25870">
                  <c:v>0.299421296294895</c:v>
                </c:pt>
                <c:pt idx="25871">
                  <c:v>0.29943287037167465</c:v>
                </c:pt>
                <c:pt idx="25872">
                  <c:v>0.29944444444117835</c:v>
                </c:pt>
                <c:pt idx="25873">
                  <c:v>0.299456018517958</c:v>
                </c:pt>
                <c:pt idx="25874">
                  <c:v>0.2994675925874617</c:v>
                </c:pt>
                <c:pt idx="25875">
                  <c:v>0.29947916666424135</c:v>
                </c:pt>
                <c:pt idx="25876">
                  <c:v>0.299490740741021</c:v>
                </c:pt>
                <c:pt idx="25877">
                  <c:v>0.29950231481052469</c:v>
                </c:pt>
                <c:pt idx="25878">
                  <c:v>0.29951388888730435</c:v>
                </c:pt>
                <c:pt idx="25879">
                  <c:v>0.299525462964084</c:v>
                </c:pt>
                <c:pt idx="25880">
                  <c:v>0.29953703703358769</c:v>
                </c:pt>
                <c:pt idx="25881">
                  <c:v>0.29954861111036735</c:v>
                </c:pt>
                <c:pt idx="25882">
                  <c:v>0.29956018517987104</c:v>
                </c:pt>
                <c:pt idx="25883">
                  <c:v>0.29957175925665069</c:v>
                </c:pt>
                <c:pt idx="25884">
                  <c:v>0.29958333333343035</c:v>
                </c:pt>
                <c:pt idx="25885">
                  <c:v>0.29959490740293404</c:v>
                </c:pt>
                <c:pt idx="25886">
                  <c:v>0.29960648147971369</c:v>
                </c:pt>
                <c:pt idx="25887">
                  <c:v>0.29961805555649335</c:v>
                </c:pt>
                <c:pt idx="25888">
                  <c:v>0.29962962962599704</c:v>
                </c:pt>
                <c:pt idx="25889">
                  <c:v>0.29964120370277669</c:v>
                </c:pt>
                <c:pt idx="25890">
                  <c:v>0.29965277777228039</c:v>
                </c:pt>
                <c:pt idx="25891">
                  <c:v>0.29966435184906004</c:v>
                </c:pt>
                <c:pt idx="25892">
                  <c:v>0.29967592592583969</c:v>
                </c:pt>
                <c:pt idx="25893">
                  <c:v>0.29968749999534339</c:v>
                </c:pt>
                <c:pt idx="25894">
                  <c:v>0.29969907407212304</c:v>
                </c:pt>
                <c:pt idx="25895">
                  <c:v>0.29971064814890269</c:v>
                </c:pt>
                <c:pt idx="25896">
                  <c:v>0.29972222221840639</c:v>
                </c:pt>
                <c:pt idx="25897">
                  <c:v>0.29973379629518604</c:v>
                </c:pt>
                <c:pt idx="25898">
                  <c:v>0.29974537036468973</c:v>
                </c:pt>
                <c:pt idx="25899">
                  <c:v>0.29975694444146939</c:v>
                </c:pt>
                <c:pt idx="25900">
                  <c:v>0.29976851851824904</c:v>
                </c:pt>
                <c:pt idx="25901">
                  <c:v>0.29978009258775273</c:v>
                </c:pt>
                <c:pt idx="25902">
                  <c:v>0.29979166666453239</c:v>
                </c:pt>
                <c:pt idx="25903">
                  <c:v>0.29980324074131204</c:v>
                </c:pt>
                <c:pt idx="25904">
                  <c:v>0.29981481481081573</c:v>
                </c:pt>
                <c:pt idx="25905">
                  <c:v>0.29982638888759539</c:v>
                </c:pt>
                <c:pt idx="25906">
                  <c:v>0.29983796295709908</c:v>
                </c:pt>
                <c:pt idx="25907">
                  <c:v>0.29984953703387873</c:v>
                </c:pt>
                <c:pt idx="25908">
                  <c:v>0.29986111111065838</c:v>
                </c:pt>
                <c:pt idx="25909">
                  <c:v>0.29987268518016208</c:v>
                </c:pt>
                <c:pt idx="25910">
                  <c:v>0.29988425925694173</c:v>
                </c:pt>
                <c:pt idx="25911">
                  <c:v>0.29989583333372138</c:v>
                </c:pt>
                <c:pt idx="25912">
                  <c:v>0.29990740740322508</c:v>
                </c:pt>
                <c:pt idx="25913">
                  <c:v>0.29991898148000473</c:v>
                </c:pt>
                <c:pt idx="25914">
                  <c:v>0.29993055555678438</c:v>
                </c:pt>
                <c:pt idx="25915">
                  <c:v>0.29994212962628808</c:v>
                </c:pt>
                <c:pt idx="25916">
                  <c:v>0.29995370370306773</c:v>
                </c:pt>
                <c:pt idx="25917">
                  <c:v>0.29996527777257143</c:v>
                </c:pt>
                <c:pt idx="25918">
                  <c:v>0.29997685184935108</c:v>
                </c:pt>
                <c:pt idx="25919">
                  <c:v>0.29998842592613073</c:v>
                </c:pt>
                <c:pt idx="25920">
                  <c:v>0.29999999999563443</c:v>
                </c:pt>
                <c:pt idx="25921">
                  <c:v>0.30001157407241408</c:v>
                </c:pt>
                <c:pt idx="25922">
                  <c:v>0.30002314814919373</c:v>
                </c:pt>
                <c:pt idx="25923">
                  <c:v>0.30003472221869742</c:v>
                </c:pt>
                <c:pt idx="25924">
                  <c:v>0.30004629629547708</c:v>
                </c:pt>
                <c:pt idx="25925">
                  <c:v>0.30005787036498077</c:v>
                </c:pt>
                <c:pt idx="25926">
                  <c:v>0.30006944444176042</c:v>
                </c:pt>
                <c:pt idx="25927">
                  <c:v>0.30008101851854008</c:v>
                </c:pt>
                <c:pt idx="25928">
                  <c:v>0.30009259258804377</c:v>
                </c:pt>
                <c:pt idx="25929">
                  <c:v>0.30010416666482342</c:v>
                </c:pt>
                <c:pt idx="25930">
                  <c:v>0.30011574074160308</c:v>
                </c:pt>
                <c:pt idx="25931">
                  <c:v>0.30012731481110677</c:v>
                </c:pt>
                <c:pt idx="25932">
                  <c:v>0.30013888888788642</c:v>
                </c:pt>
                <c:pt idx="25933">
                  <c:v>0.30015046295739012</c:v>
                </c:pt>
                <c:pt idx="25934">
                  <c:v>0.30016203703416977</c:v>
                </c:pt>
                <c:pt idx="25935">
                  <c:v>0.30017361111094942</c:v>
                </c:pt>
                <c:pt idx="25936">
                  <c:v>0.30018518518045312</c:v>
                </c:pt>
                <c:pt idx="25937">
                  <c:v>0.30019675925723277</c:v>
                </c:pt>
                <c:pt idx="25938">
                  <c:v>0.30020833333401242</c:v>
                </c:pt>
                <c:pt idx="25939">
                  <c:v>0.30021990740351612</c:v>
                </c:pt>
                <c:pt idx="25940">
                  <c:v>0.30023148148029577</c:v>
                </c:pt>
                <c:pt idx="25941">
                  <c:v>0.30024305554979946</c:v>
                </c:pt>
                <c:pt idx="25942">
                  <c:v>0.30025462962657912</c:v>
                </c:pt>
                <c:pt idx="25943">
                  <c:v>0.30026620370335877</c:v>
                </c:pt>
                <c:pt idx="25944">
                  <c:v>0.30027777777286246</c:v>
                </c:pt>
                <c:pt idx="25945">
                  <c:v>0.30028935184964212</c:v>
                </c:pt>
                <c:pt idx="25946">
                  <c:v>0.30030092592642177</c:v>
                </c:pt>
                <c:pt idx="25947">
                  <c:v>0.30031249999592546</c:v>
                </c:pt>
                <c:pt idx="25948">
                  <c:v>0.30032407407270512</c:v>
                </c:pt>
                <c:pt idx="25949">
                  <c:v>0.30033564814948477</c:v>
                </c:pt>
                <c:pt idx="25950">
                  <c:v>0.30034722221898846</c:v>
                </c:pt>
                <c:pt idx="25951">
                  <c:v>0.30035879629576812</c:v>
                </c:pt>
                <c:pt idx="25952">
                  <c:v>0.30037037036527181</c:v>
                </c:pt>
                <c:pt idx="25953">
                  <c:v>0.30038194444205146</c:v>
                </c:pt>
                <c:pt idx="25954">
                  <c:v>0.30039351851883112</c:v>
                </c:pt>
                <c:pt idx="25955">
                  <c:v>0.30040509258833481</c:v>
                </c:pt>
                <c:pt idx="25956">
                  <c:v>0.30041666666511446</c:v>
                </c:pt>
                <c:pt idx="25957">
                  <c:v>0.30042824074189411</c:v>
                </c:pt>
                <c:pt idx="25958">
                  <c:v>0.30043981481139781</c:v>
                </c:pt>
                <c:pt idx="25959">
                  <c:v>0.30045138888817746</c:v>
                </c:pt>
                <c:pt idx="25960">
                  <c:v>0.30046296295768116</c:v>
                </c:pt>
                <c:pt idx="25961">
                  <c:v>0.30047453703446081</c:v>
                </c:pt>
                <c:pt idx="25962">
                  <c:v>0.30048611111124046</c:v>
                </c:pt>
                <c:pt idx="25963">
                  <c:v>0.30049768518074416</c:v>
                </c:pt>
                <c:pt idx="25964">
                  <c:v>0.30050925925752381</c:v>
                </c:pt>
                <c:pt idx="25965">
                  <c:v>0.30052083333430346</c:v>
                </c:pt>
                <c:pt idx="25966">
                  <c:v>0.30053240740380716</c:v>
                </c:pt>
                <c:pt idx="25967">
                  <c:v>0.30054398148058681</c:v>
                </c:pt>
                <c:pt idx="25968">
                  <c:v>0.3005555555500905</c:v>
                </c:pt>
                <c:pt idx="25969">
                  <c:v>0.30056712962687016</c:v>
                </c:pt>
                <c:pt idx="25970">
                  <c:v>0.30057870370364981</c:v>
                </c:pt>
                <c:pt idx="25971">
                  <c:v>0.3005902777731535</c:v>
                </c:pt>
                <c:pt idx="25972">
                  <c:v>0.30060185184993315</c:v>
                </c:pt>
                <c:pt idx="25973">
                  <c:v>0.30061342592671281</c:v>
                </c:pt>
                <c:pt idx="25974">
                  <c:v>0.3006249999962165</c:v>
                </c:pt>
                <c:pt idx="25975">
                  <c:v>0.30063657407299615</c:v>
                </c:pt>
                <c:pt idx="25976">
                  <c:v>0.30064814814249985</c:v>
                </c:pt>
                <c:pt idx="25977">
                  <c:v>0.3006597222192795</c:v>
                </c:pt>
                <c:pt idx="25978">
                  <c:v>0.30067129629605915</c:v>
                </c:pt>
                <c:pt idx="25979">
                  <c:v>0.30068287036556285</c:v>
                </c:pt>
                <c:pt idx="25980">
                  <c:v>0.3006944444423425</c:v>
                </c:pt>
                <c:pt idx="25981">
                  <c:v>0.30070601851912215</c:v>
                </c:pt>
                <c:pt idx="25982">
                  <c:v>0.30071759258862585</c:v>
                </c:pt>
                <c:pt idx="25983">
                  <c:v>0.3007291666654055</c:v>
                </c:pt>
                <c:pt idx="25984">
                  <c:v>0.3007407407349092</c:v>
                </c:pt>
                <c:pt idx="25985">
                  <c:v>0.30075231481168885</c:v>
                </c:pt>
                <c:pt idx="25986">
                  <c:v>0.3007638888884685</c:v>
                </c:pt>
                <c:pt idx="25987">
                  <c:v>0.30077546295797219</c:v>
                </c:pt>
                <c:pt idx="25988">
                  <c:v>0.30078703703475185</c:v>
                </c:pt>
                <c:pt idx="25989">
                  <c:v>0.3007986111115315</c:v>
                </c:pt>
                <c:pt idx="25990">
                  <c:v>0.30081018518103519</c:v>
                </c:pt>
                <c:pt idx="25991">
                  <c:v>0.30082175925781485</c:v>
                </c:pt>
                <c:pt idx="25992">
                  <c:v>0.3008333333345945</c:v>
                </c:pt>
                <c:pt idx="25993">
                  <c:v>0.30084490740409819</c:v>
                </c:pt>
                <c:pt idx="25994">
                  <c:v>0.30085648148087785</c:v>
                </c:pt>
                <c:pt idx="25995">
                  <c:v>0.30086805555038154</c:v>
                </c:pt>
                <c:pt idx="25996">
                  <c:v>0.30087962962716119</c:v>
                </c:pt>
                <c:pt idx="25997">
                  <c:v>0.30089120370394085</c:v>
                </c:pt>
                <c:pt idx="25998">
                  <c:v>0.30090277777344454</c:v>
                </c:pt>
                <c:pt idx="25999">
                  <c:v>0.30091435185022419</c:v>
                </c:pt>
                <c:pt idx="26000">
                  <c:v>0.30092592592700385</c:v>
                </c:pt>
                <c:pt idx="26001">
                  <c:v>0.30093749999650754</c:v>
                </c:pt>
                <c:pt idx="26002">
                  <c:v>0.30094907407328719</c:v>
                </c:pt>
                <c:pt idx="26003">
                  <c:v>0.30096064814279089</c:v>
                </c:pt>
                <c:pt idx="26004">
                  <c:v>0.30097222221957054</c:v>
                </c:pt>
                <c:pt idx="26005">
                  <c:v>0.30098379629635019</c:v>
                </c:pt>
                <c:pt idx="26006">
                  <c:v>0.30099537036585389</c:v>
                </c:pt>
                <c:pt idx="26007">
                  <c:v>0.30100694444263354</c:v>
                </c:pt>
                <c:pt idx="26008">
                  <c:v>0.30101851851941319</c:v>
                </c:pt>
                <c:pt idx="26009">
                  <c:v>0.30103009258891689</c:v>
                </c:pt>
                <c:pt idx="26010">
                  <c:v>0.30104166666569654</c:v>
                </c:pt>
                <c:pt idx="26011">
                  <c:v>0.30105324073520023</c:v>
                </c:pt>
                <c:pt idx="26012">
                  <c:v>0.30106481481197989</c:v>
                </c:pt>
                <c:pt idx="26013">
                  <c:v>0.30107638888875954</c:v>
                </c:pt>
                <c:pt idx="26014">
                  <c:v>0.30108796295826323</c:v>
                </c:pt>
                <c:pt idx="26015">
                  <c:v>0.30109953703504289</c:v>
                </c:pt>
                <c:pt idx="26016">
                  <c:v>0.30111111111182254</c:v>
                </c:pt>
                <c:pt idx="26017">
                  <c:v>0.30112268518132623</c:v>
                </c:pt>
                <c:pt idx="26018">
                  <c:v>0.30113425925810589</c:v>
                </c:pt>
                <c:pt idx="26019">
                  <c:v>0.30114583332760958</c:v>
                </c:pt>
                <c:pt idx="26020">
                  <c:v>0.30115740740438923</c:v>
                </c:pt>
                <c:pt idx="26021">
                  <c:v>0.30116898148116888</c:v>
                </c:pt>
                <c:pt idx="26022">
                  <c:v>0.30118055555067258</c:v>
                </c:pt>
                <c:pt idx="26023">
                  <c:v>0.30119212962745223</c:v>
                </c:pt>
                <c:pt idx="26024">
                  <c:v>0.30120370370423188</c:v>
                </c:pt>
                <c:pt idx="26025">
                  <c:v>0.30121527777373558</c:v>
                </c:pt>
                <c:pt idx="26026">
                  <c:v>0.30122685185051523</c:v>
                </c:pt>
                <c:pt idx="26027">
                  <c:v>0.30123842592001893</c:v>
                </c:pt>
                <c:pt idx="26028">
                  <c:v>0.30124999999679858</c:v>
                </c:pt>
                <c:pt idx="26029">
                  <c:v>0.30126157407357823</c:v>
                </c:pt>
                <c:pt idx="26030">
                  <c:v>0.30127314814308193</c:v>
                </c:pt>
                <c:pt idx="26031">
                  <c:v>0.30128472221986158</c:v>
                </c:pt>
                <c:pt idx="26032">
                  <c:v>0.30129629629664123</c:v>
                </c:pt>
                <c:pt idx="26033">
                  <c:v>0.30130787036614493</c:v>
                </c:pt>
                <c:pt idx="26034">
                  <c:v>0.30131944444292458</c:v>
                </c:pt>
                <c:pt idx="26035">
                  <c:v>0.30133101851970423</c:v>
                </c:pt>
                <c:pt idx="26036">
                  <c:v>0.30134259258920792</c:v>
                </c:pt>
                <c:pt idx="26037">
                  <c:v>0.30135416666598758</c:v>
                </c:pt>
                <c:pt idx="26038">
                  <c:v>0.30136574073549127</c:v>
                </c:pt>
                <c:pt idx="26039">
                  <c:v>0.30137731481227092</c:v>
                </c:pt>
                <c:pt idx="26040">
                  <c:v>0.30138888888905058</c:v>
                </c:pt>
                <c:pt idx="26041">
                  <c:v>0.30140046295855427</c:v>
                </c:pt>
                <c:pt idx="26042">
                  <c:v>0.30141203703533392</c:v>
                </c:pt>
                <c:pt idx="26043">
                  <c:v>0.30142361111211358</c:v>
                </c:pt>
                <c:pt idx="26044">
                  <c:v>0.30143518518161727</c:v>
                </c:pt>
                <c:pt idx="26045">
                  <c:v>0.30144675925839692</c:v>
                </c:pt>
                <c:pt idx="26046">
                  <c:v>0.30145833332790062</c:v>
                </c:pt>
                <c:pt idx="26047">
                  <c:v>0.30146990740468027</c:v>
                </c:pt>
                <c:pt idx="26048">
                  <c:v>0.30148148148145992</c:v>
                </c:pt>
                <c:pt idx="26049">
                  <c:v>0.30149305555096362</c:v>
                </c:pt>
                <c:pt idx="26050">
                  <c:v>0.30150462962774327</c:v>
                </c:pt>
                <c:pt idx="26051">
                  <c:v>0.30151620370452292</c:v>
                </c:pt>
                <c:pt idx="26052">
                  <c:v>0.30152777777402662</c:v>
                </c:pt>
                <c:pt idx="26053">
                  <c:v>0.30153935185080627</c:v>
                </c:pt>
                <c:pt idx="26054">
                  <c:v>0.30155092592030996</c:v>
                </c:pt>
                <c:pt idx="26055">
                  <c:v>0.30156249999708962</c:v>
                </c:pt>
                <c:pt idx="26056">
                  <c:v>0.30157407407386927</c:v>
                </c:pt>
                <c:pt idx="26057">
                  <c:v>0.30158564814337296</c:v>
                </c:pt>
                <c:pt idx="26058">
                  <c:v>0.30159722222015262</c:v>
                </c:pt>
                <c:pt idx="26059">
                  <c:v>0.30160879629693227</c:v>
                </c:pt>
                <c:pt idx="26060">
                  <c:v>0.30162037036643596</c:v>
                </c:pt>
                <c:pt idx="26061">
                  <c:v>0.30163194444321562</c:v>
                </c:pt>
                <c:pt idx="26062">
                  <c:v>0.30164351851271931</c:v>
                </c:pt>
                <c:pt idx="26063">
                  <c:v>0.30165509258949896</c:v>
                </c:pt>
                <c:pt idx="26064">
                  <c:v>0.30166666666627862</c:v>
                </c:pt>
                <c:pt idx="26065">
                  <c:v>0.30167824073578231</c:v>
                </c:pt>
                <c:pt idx="26066">
                  <c:v>0.30168981481256196</c:v>
                </c:pt>
                <c:pt idx="26067">
                  <c:v>0.30170138888934162</c:v>
                </c:pt>
                <c:pt idx="26068">
                  <c:v>0.30171296295884531</c:v>
                </c:pt>
                <c:pt idx="26069">
                  <c:v>0.30172453703562496</c:v>
                </c:pt>
                <c:pt idx="26070">
                  <c:v>0.30173611111240461</c:v>
                </c:pt>
                <c:pt idx="26071">
                  <c:v>0.30174768518190831</c:v>
                </c:pt>
                <c:pt idx="26072">
                  <c:v>0.30175925925868796</c:v>
                </c:pt>
                <c:pt idx="26073">
                  <c:v>0.30177083332819166</c:v>
                </c:pt>
                <c:pt idx="26074">
                  <c:v>0.30178240740497131</c:v>
                </c:pt>
                <c:pt idx="26075">
                  <c:v>0.30179398148175096</c:v>
                </c:pt>
                <c:pt idx="26076">
                  <c:v>0.30180555555125466</c:v>
                </c:pt>
                <c:pt idx="26077">
                  <c:v>0.30181712962803431</c:v>
                </c:pt>
                <c:pt idx="26078">
                  <c:v>0.30182870370481396</c:v>
                </c:pt>
                <c:pt idx="26079">
                  <c:v>0.30184027777431766</c:v>
                </c:pt>
                <c:pt idx="26080">
                  <c:v>0.30185185185109731</c:v>
                </c:pt>
                <c:pt idx="26081">
                  <c:v>0.301863425920601</c:v>
                </c:pt>
                <c:pt idx="26082">
                  <c:v>0.30187499999738066</c:v>
                </c:pt>
                <c:pt idx="26083">
                  <c:v>0.30188657407416031</c:v>
                </c:pt>
                <c:pt idx="26084">
                  <c:v>0.301898148143664</c:v>
                </c:pt>
                <c:pt idx="26085">
                  <c:v>0.30190972222044365</c:v>
                </c:pt>
                <c:pt idx="26086">
                  <c:v>0.30192129629722331</c:v>
                </c:pt>
                <c:pt idx="26087">
                  <c:v>0.301932870366727</c:v>
                </c:pt>
                <c:pt idx="26088">
                  <c:v>0.30194444444350665</c:v>
                </c:pt>
                <c:pt idx="26089">
                  <c:v>0.30195601851301035</c:v>
                </c:pt>
                <c:pt idx="26090">
                  <c:v>0.30196759258979</c:v>
                </c:pt>
                <c:pt idx="26091">
                  <c:v>0.30197916666656965</c:v>
                </c:pt>
                <c:pt idx="26092">
                  <c:v>0.30199074073607335</c:v>
                </c:pt>
                <c:pt idx="26093">
                  <c:v>0.302002314812853</c:v>
                </c:pt>
                <c:pt idx="26094">
                  <c:v>0.30201388888963265</c:v>
                </c:pt>
                <c:pt idx="26095">
                  <c:v>0.30202546295913635</c:v>
                </c:pt>
                <c:pt idx="26096">
                  <c:v>0.302037037035916</c:v>
                </c:pt>
                <c:pt idx="26097">
                  <c:v>0.3020486111054197</c:v>
                </c:pt>
                <c:pt idx="26098">
                  <c:v>0.30206018518219935</c:v>
                </c:pt>
                <c:pt idx="26099">
                  <c:v>0.302071759258979</c:v>
                </c:pt>
                <c:pt idx="26100">
                  <c:v>0.30208333332848269</c:v>
                </c:pt>
                <c:pt idx="26101">
                  <c:v>0.30209490740526235</c:v>
                </c:pt>
                <c:pt idx="26102">
                  <c:v>0.302106481482042</c:v>
                </c:pt>
                <c:pt idx="26103">
                  <c:v>0.30211805555154569</c:v>
                </c:pt>
                <c:pt idx="26104">
                  <c:v>0.30212962962832535</c:v>
                </c:pt>
                <c:pt idx="26105">
                  <c:v>0.30214120369782904</c:v>
                </c:pt>
                <c:pt idx="26106">
                  <c:v>0.30215277777460869</c:v>
                </c:pt>
                <c:pt idx="26107">
                  <c:v>0.30216435185138835</c:v>
                </c:pt>
                <c:pt idx="26108">
                  <c:v>0.30217592592089204</c:v>
                </c:pt>
                <c:pt idx="26109">
                  <c:v>0.30218749999767169</c:v>
                </c:pt>
                <c:pt idx="26110">
                  <c:v>0.30219907407445135</c:v>
                </c:pt>
                <c:pt idx="26111">
                  <c:v>0.30221064814395504</c:v>
                </c:pt>
                <c:pt idx="26112">
                  <c:v>0.30222222222073469</c:v>
                </c:pt>
                <c:pt idx="26113">
                  <c:v>0.30223379629751435</c:v>
                </c:pt>
                <c:pt idx="26114">
                  <c:v>0.30224537036701804</c:v>
                </c:pt>
                <c:pt idx="26115">
                  <c:v>0.30225694444379769</c:v>
                </c:pt>
                <c:pt idx="26116">
                  <c:v>0.30226851851330139</c:v>
                </c:pt>
                <c:pt idx="26117">
                  <c:v>0.30228009259008104</c:v>
                </c:pt>
                <c:pt idx="26118">
                  <c:v>0.30229166666686069</c:v>
                </c:pt>
                <c:pt idx="26119">
                  <c:v>0.30230324073636439</c:v>
                </c:pt>
                <c:pt idx="26120">
                  <c:v>0.30231481481314404</c:v>
                </c:pt>
                <c:pt idx="26121">
                  <c:v>0.30232638888992369</c:v>
                </c:pt>
                <c:pt idx="26122">
                  <c:v>0.30233796295942739</c:v>
                </c:pt>
                <c:pt idx="26123">
                  <c:v>0.30234953703620704</c:v>
                </c:pt>
                <c:pt idx="26124">
                  <c:v>0.30236111110571073</c:v>
                </c:pt>
                <c:pt idx="26125">
                  <c:v>0.30237268518249039</c:v>
                </c:pt>
                <c:pt idx="26126">
                  <c:v>0.30238425925927004</c:v>
                </c:pt>
                <c:pt idx="26127">
                  <c:v>0.30239583332877373</c:v>
                </c:pt>
                <c:pt idx="26128">
                  <c:v>0.30240740740555339</c:v>
                </c:pt>
                <c:pt idx="26129">
                  <c:v>0.30241898148233304</c:v>
                </c:pt>
                <c:pt idx="26130">
                  <c:v>0.30243055555183673</c:v>
                </c:pt>
                <c:pt idx="26131">
                  <c:v>0.30244212962861639</c:v>
                </c:pt>
                <c:pt idx="26132">
                  <c:v>0.30245370369812008</c:v>
                </c:pt>
                <c:pt idx="26133">
                  <c:v>0.30246527777489973</c:v>
                </c:pt>
                <c:pt idx="26134">
                  <c:v>0.30247685185167938</c:v>
                </c:pt>
                <c:pt idx="26135">
                  <c:v>0.30248842592118308</c:v>
                </c:pt>
                <c:pt idx="26136">
                  <c:v>0.30249999999796273</c:v>
                </c:pt>
                <c:pt idx="26137">
                  <c:v>0.30251157407474238</c:v>
                </c:pt>
                <c:pt idx="26138">
                  <c:v>0.30252314814424608</c:v>
                </c:pt>
                <c:pt idx="26139">
                  <c:v>0.30253472222102573</c:v>
                </c:pt>
                <c:pt idx="26140">
                  <c:v>0.30254629629052943</c:v>
                </c:pt>
                <c:pt idx="26141">
                  <c:v>0.30255787036730908</c:v>
                </c:pt>
                <c:pt idx="26142">
                  <c:v>0.30256944444408873</c:v>
                </c:pt>
                <c:pt idx="26143">
                  <c:v>0.30258101851359243</c:v>
                </c:pt>
                <c:pt idx="26144">
                  <c:v>0.30259259259037208</c:v>
                </c:pt>
                <c:pt idx="26145">
                  <c:v>0.30260416666715173</c:v>
                </c:pt>
                <c:pt idx="26146">
                  <c:v>0.30261574073665543</c:v>
                </c:pt>
                <c:pt idx="26147">
                  <c:v>0.30262731481343508</c:v>
                </c:pt>
                <c:pt idx="26148">
                  <c:v>0.30263888889021473</c:v>
                </c:pt>
                <c:pt idx="26149">
                  <c:v>0.30265046295971842</c:v>
                </c:pt>
                <c:pt idx="26150">
                  <c:v>0.30266203703649808</c:v>
                </c:pt>
                <c:pt idx="26151">
                  <c:v>0.30267361110600177</c:v>
                </c:pt>
                <c:pt idx="26152">
                  <c:v>0.30268518518278142</c:v>
                </c:pt>
                <c:pt idx="26153">
                  <c:v>0.30269675925956108</c:v>
                </c:pt>
                <c:pt idx="26154">
                  <c:v>0.30270833332906477</c:v>
                </c:pt>
                <c:pt idx="26155">
                  <c:v>0.30271990740584442</c:v>
                </c:pt>
                <c:pt idx="26156">
                  <c:v>0.30273148148262408</c:v>
                </c:pt>
                <c:pt idx="26157">
                  <c:v>0.30274305555212777</c:v>
                </c:pt>
                <c:pt idx="26158">
                  <c:v>0.30275462962890742</c:v>
                </c:pt>
                <c:pt idx="26159">
                  <c:v>0.30276620369841112</c:v>
                </c:pt>
                <c:pt idx="26160">
                  <c:v>0.30277777777519077</c:v>
                </c:pt>
                <c:pt idx="26161">
                  <c:v>0.30278935185197042</c:v>
                </c:pt>
                <c:pt idx="26162">
                  <c:v>0.30280092592147412</c:v>
                </c:pt>
                <c:pt idx="26163">
                  <c:v>0.30281249999825377</c:v>
                </c:pt>
                <c:pt idx="26164">
                  <c:v>0.30282407407503342</c:v>
                </c:pt>
                <c:pt idx="26165">
                  <c:v>0.30283564814453712</c:v>
                </c:pt>
                <c:pt idx="26166">
                  <c:v>0.30284722222131677</c:v>
                </c:pt>
                <c:pt idx="26167">
                  <c:v>0.30285879629082046</c:v>
                </c:pt>
                <c:pt idx="26168">
                  <c:v>0.30287037036760012</c:v>
                </c:pt>
                <c:pt idx="26169">
                  <c:v>0.30288194444437977</c:v>
                </c:pt>
                <c:pt idx="26170">
                  <c:v>0.30289351851388346</c:v>
                </c:pt>
                <c:pt idx="26171">
                  <c:v>0.30290509259066312</c:v>
                </c:pt>
                <c:pt idx="26172">
                  <c:v>0.30291666666744277</c:v>
                </c:pt>
                <c:pt idx="26173">
                  <c:v>0.30292824073694646</c:v>
                </c:pt>
                <c:pt idx="26174">
                  <c:v>0.30293981481372612</c:v>
                </c:pt>
                <c:pt idx="26175">
                  <c:v>0.30295138888322981</c:v>
                </c:pt>
                <c:pt idx="26176">
                  <c:v>0.30296296296000946</c:v>
                </c:pt>
                <c:pt idx="26177">
                  <c:v>0.30297453703678912</c:v>
                </c:pt>
                <c:pt idx="26178">
                  <c:v>0.30298611110629281</c:v>
                </c:pt>
                <c:pt idx="26179">
                  <c:v>0.30299768518307246</c:v>
                </c:pt>
                <c:pt idx="26180">
                  <c:v>0.30300925925985212</c:v>
                </c:pt>
                <c:pt idx="26181">
                  <c:v>0.30302083332935581</c:v>
                </c:pt>
                <c:pt idx="26182">
                  <c:v>0.30303240740613546</c:v>
                </c:pt>
                <c:pt idx="26183">
                  <c:v>0.30304398147563916</c:v>
                </c:pt>
                <c:pt idx="26184">
                  <c:v>0.30305555555241881</c:v>
                </c:pt>
                <c:pt idx="26185">
                  <c:v>0.30306712962919846</c:v>
                </c:pt>
                <c:pt idx="26186">
                  <c:v>0.30307870369870216</c:v>
                </c:pt>
                <c:pt idx="26187">
                  <c:v>0.30309027777548181</c:v>
                </c:pt>
                <c:pt idx="26188">
                  <c:v>0.30310185185226146</c:v>
                </c:pt>
                <c:pt idx="26189">
                  <c:v>0.30311342592176516</c:v>
                </c:pt>
                <c:pt idx="26190">
                  <c:v>0.30312499999854481</c:v>
                </c:pt>
                <c:pt idx="26191">
                  <c:v>0.30313657407532446</c:v>
                </c:pt>
                <c:pt idx="26192">
                  <c:v>0.30314814814482816</c:v>
                </c:pt>
                <c:pt idx="26193">
                  <c:v>0.30315972222160781</c:v>
                </c:pt>
                <c:pt idx="26194">
                  <c:v>0.3031712962911115</c:v>
                </c:pt>
                <c:pt idx="26195">
                  <c:v>0.30318287036789116</c:v>
                </c:pt>
                <c:pt idx="26196">
                  <c:v>0.30319444444467081</c:v>
                </c:pt>
                <c:pt idx="26197">
                  <c:v>0.3032060185141745</c:v>
                </c:pt>
                <c:pt idx="26198">
                  <c:v>0.30321759259095415</c:v>
                </c:pt>
                <c:pt idx="26199">
                  <c:v>0.30322916666773381</c:v>
                </c:pt>
                <c:pt idx="26200">
                  <c:v>0.3032407407372375</c:v>
                </c:pt>
                <c:pt idx="26201">
                  <c:v>0.30325231481401715</c:v>
                </c:pt>
                <c:pt idx="26202">
                  <c:v>0.30326388888352085</c:v>
                </c:pt>
                <c:pt idx="26203">
                  <c:v>0.3032754629603005</c:v>
                </c:pt>
                <c:pt idx="26204">
                  <c:v>0.30328703703708015</c:v>
                </c:pt>
                <c:pt idx="26205">
                  <c:v>0.30329861110658385</c:v>
                </c:pt>
                <c:pt idx="26206">
                  <c:v>0.3033101851833635</c:v>
                </c:pt>
                <c:pt idx="26207">
                  <c:v>0.30332175926014315</c:v>
                </c:pt>
                <c:pt idx="26208">
                  <c:v>0.30333333332964685</c:v>
                </c:pt>
                <c:pt idx="26209">
                  <c:v>0.3033449074064265</c:v>
                </c:pt>
                <c:pt idx="26210">
                  <c:v>0.3033564814759302</c:v>
                </c:pt>
                <c:pt idx="26211">
                  <c:v>0.30336805555270985</c:v>
                </c:pt>
                <c:pt idx="26212">
                  <c:v>0.3033796296294895</c:v>
                </c:pt>
                <c:pt idx="26213">
                  <c:v>0.30339120369899319</c:v>
                </c:pt>
                <c:pt idx="26214">
                  <c:v>0.30340277777577285</c:v>
                </c:pt>
                <c:pt idx="26215">
                  <c:v>0.3034143518525525</c:v>
                </c:pt>
                <c:pt idx="26216">
                  <c:v>0.30342592592205619</c:v>
                </c:pt>
                <c:pt idx="26217">
                  <c:v>0.30343749999883585</c:v>
                </c:pt>
                <c:pt idx="26218">
                  <c:v>0.30344907406833954</c:v>
                </c:pt>
                <c:pt idx="26219">
                  <c:v>0.30346064814511919</c:v>
                </c:pt>
                <c:pt idx="26220">
                  <c:v>0.30347222222189885</c:v>
                </c:pt>
                <c:pt idx="26221">
                  <c:v>0.30348379629140254</c:v>
                </c:pt>
                <c:pt idx="26222">
                  <c:v>0.30349537036818219</c:v>
                </c:pt>
                <c:pt idx="26223">
                  <c:v>0.30350694444496185</c:v>
                </c:pt>
                <c:pt idx="26224">
                  <c:v>0.30351851851446554</c:v>
                </c:pt>
                <c:pt idx="26225">
                  <c:v>0.30353009259124519</c:v>
                </c:pt>
                <c:pt idx="26226">
                  <c:v>0.30354166666074889</c:v>
                </c:pt>
                <c:pt idx="26227">
                  <c:v>0.30355324073752854</c:v>
                </c:pt>
                <c:pt idx="26228">
                  <c:v>0.30356481481430819</c:v>
                </c:pt>
                <c:pt idx="26229">
                  <c:v>0.30357638888381189</c:v>
                </c:pt>
                <c:pt idx="26230">
                  <c:v>0.30358796296059154</c:v>
                </c:pt>
                <c:pt idx="26231">
                  <c:v>0.30359953703737119</c:v>
                </c:pt>
                <c:pt idx="26232">
                  <c:v>0.30361111110687489</c:v>
                </c:pt>
                <c:pt idx="26233">
                  <c:v>0.30362268518365454</c:v>
                </c:pt>
                <c:pt idx="26234">
                  <c:v>0.30363425926043419</c:v>
                </c:pt>
                <c:pt idx="26235">
                  <c:v>0.30364583332993789</c:v>
                </c:pt>
                <c:pt idx="26236">
                  <c:v>0.30365740740671754</c:v>
                </c:pt>
                <c:pt idx="26237">
                  <c:v>0.30366898147622123</c:v>
                </c:pt>
                <c:pt idx="26238">
                  <c:v>0.30368055555300089</c:v>
                </c:pt>
                <c:pt idx="26239">
                  <c:v>0.30369212962978054</c:v>
                </c:pt>
                <c:pt idx="26240">
                  <c:v>0.30370370369928423</c:v>
                </c:pt>
                <c:pt idx="26241">
                  <c:v>0.30371527777606389</c:v>
                </c:pt>
                <c:pt idx="26242">
                  <c:v>0.30372685185284354</c:v>
                </c:pt>
                <c:pt idx="26243">
                  <c:v>0.30373842592234723</c:v>
                </c:pt>
                <c:pt idx="26244">
                  <c:v>0.30374999999912689</c:v>
                </c:pt>
                <c:pt idx="26245">
                  <c:v>0.30376157406863058</c:v>
                </c:pt>
                <c:pt idx="26246">
                  <c:v>0.30377314814541023</c:v>
                </c:pt>
                <c:pt idx="26247">
                  <c:v>0.30378472222218988</c:v>
                </c:pt>
                <c:pt idx="26248">
                  <c:v>0.30379629629169358</c:v>
                </c:pt>
                <c:pt idx="26249">
                  <c:v>0.30380787036847323</c:v>
                </c:pt>
                <c:pt idx="26250">
                  <c:v>0.30381944444525288</c:v>
                </c:pt>
                <c:pt idx="26251">
                  <c:v>0.30383101851475658</c:v>
                </c:pt>
                <c:pt idx="26252">
                  <c:v>0.30384259259153623</c:v>
                </c:pt>
                <c:pt idx="26253">
                  <c:v>0.30385416666103993</c:v>
                </c:pt>
                <c:pt idx="26254">
                  <c:v>0.30386574073781958</c:v>
                </c:pt>
                <c:pt idx="26255">
                  <c:v>0.30387731481459923</c:v>
                </c:pt>
                <c:pt idx="26256">
                  <c:v>0.30388888888410293</c:v>
                </c:pt>
                <c:pt idx="26257">
                  <c:v>0.30390046296088258</c:v>
                </c:pt>
                <c:pt idx="26258">
                  <c:v>0.30391203703766223</c:v>
                </c:pt>
                <c:pt idx="26259">
                  <c:v>0.30392361110716593</c:v>
                </c:pt>
                <c:pt idx="26260">
                  <c:v>0.30393518518394558</c:v>
                </c:pt>
                <c:pt idx="26261">
                  <c:v>0.30394675925344927</c:v>
                </c:pt>
                <c:pt idx="26262">
                  <c:v>0.30395833333022892</c:v>
                </c:pt>
                <c:pt idx="26263">
                  <c:v>0.30396990740700858</c:v>
                </c:pt>
                <c:pt idx="26264">
                  <c:v>0.30398148147651227</c:v>
                </c:pt>
                <c:pt idx="26265">
                  <c:v>0.30399305555329192</c:v>
                </c:pt>
                <c:pt idx="26266">
                  <c:v>0.30400462963007158</c:v>
                </c:pt>
                <c:pt idx="26267">
                  <c:v>0.30401620369957527</c:v>
                </c:pt>
                <c:pt idx="26268">
                  <c:v>0.30402777777635492</c:v>
                </c:pt>
                <c:pt idx="26269">
                  <c:v>0.30403935185313458</c:v>
                </c:pt>
                <c:pt idx="26270">
                  <c:v>0.30405092592263827</c:v>
                </c:pt>
                <c:pt idx="26271">
                  <c:v>0.30406249999941792</c:v>
                </c:pt>
                <c:pt idx="26272">
                  <c:v>0.30407407406892162</c:v>
                </c:pt>
                <c:pt idx="26273">
                  <c:v>0.30408564814570127</c:v>
                </c:pt>
                <c:pt idx="26274">
                  <c:v>0.30409722222248092</c:v>
                </c:pt>
                <c:pt idx="26275">
                  <c:v>0.30410879629198462</c:v>
                </c:pt>
                <c:pt idx="26276">
                  <c:v>0.30412037036876427</c:v>
                </c:pt>
                <c:pt idx="26277">
                  <c:v>0.30413194444554392</c:v>
                </c:pt>
                <c:pt idx="26278">
                  <c:v>0.30414351851504762</c:v>
                </c:pt>
                <c:pt idx="26279">
                  <c:v>0.30415509259182727</c:v>
                </c:pt>
                <c:pt idx="26280">
                  <c:v>0.30416666666133096</c:v>
                </c:pt>
                <c:pt idx="26281">
                  <c:v>0.30417824073811062</c:v>
                </c:pt>
                <c:pt idx="26282">
                  <c:v>0.30418981481489027</c:v>
                </c:pt>
                <c:pt idx="26283">
                  <c:v>0.30420138888439396</c:v>
                </c:pt>
                <c:pt idx="26284">
                  <c:v>0.30421296296117362</c:v>
                </c:pt>
                <c:pt idx="26285">
                  <c:v>0.30422453703795327</c:v>
                </c:pt>
                <c:pt idx="26286">
                  <c:v>0.30423611110745696</c:v>
                </c:pt>
                <c:pt idx="26287">
                  <c:v>0.30424768518423662</c:v>
                </c:pt>
                <c:pt idx="26288">
                  <c:v>0.30425925925374031</c:v>
                </c:pt>
                <c:pt idx="26289">
                  <c:v>0.30427083333051996</c:v>
                </c:pt>
                <c:pt idx="26290">
                  <c:v>0.30428240740729962</c:v>
                </c:pt>
                <c:pt idx="26291">
                  <c:v>0.30429398147680331</c:v>
                </c:pt>
                <c:pt idx="26292">
                  <c:v>0.30430555555358296</c:v>
                </c:pt>
                <c:pt idx="26293">
                  <c:v>0.30431712963036261</c:v>
                </c:pt>
                <c:pt idx="26294">
                  <c:v>0.30432870369986631</c:v>
                </c:pt>
                <c:pt idx="26295">
                  <c:v>0.30434027777664596</c:v>
                </c:pt>
                <c:pt idx="26296">
                  <c:v>0.30435185184614966</c:v>
                </c:pt>
                <c:pt idx="26297">
                  <c:v>0.30436342592292931</c:v>
                </c:pt>
                <c:pt idx="26298">
                  <c:v>0.30437499999970896</c:v>
                </c:pt>
                <c:pt idx="26299">
                  <c:v>0.30438657406921266</c:v>
                </c:pt>
                <c:pt idx="26300">
                  <c:v>0.30439814814599231</c:v>
                </c:pt>
                <c:pt idx="26301">
                  <c:v>0.30440972222277196</c:v>
                </c:pt>
                <c:pt idx="26302">
                  <c:v>0.30442129629227566</c:v>
                </c:pt>
                <c:pt idx="26303">
                  <c:v>0.30443287036905531</c:v>
                </c:pt>
                <c:pt idx="26304">
                  <c:v>0.304444444438559</c:v>
                </c:pt>
                <c:pt idx="26305">
                  <c:v>0.30445601851533866</c:v>
                </c:pt>
                <c:pt idx="26306">
                  <c:v>0.30446759259211831</c:v>
                </c:pt>
                <c:pt idx="26307">
                  <c:v>0.304479166661622</c:v>
                </c:pt>
                <c:pt idx="26308">
                  <c:v>0.30449074073840166</c:v>
                </c:pt>
                <c:pt idx="26309">
                  <c:v>0.30450231481518131</c:v>
                </c:pt>
                <c:pt idx="26310">
                  <c:v>0.304513888884685</c:v>
                </c:pt>
                <c:pt idx="26311">
                  <c:v>0.30452546296146465</c:v>
                </c:pt>
                <c:pt idx="26312">
                  <c:v>0.30453703703824431</c:v>
                </c:pt>
                <c:pt idx="26313">
                  <c:v>0.304548611107748</c:v>
                </c:pt>
                <c:pt idx="26314">
                  <c:v>0.30456018518452765</c:v>
                </c:pt>
                <c:pt idx="26315">
                  <c:v>0.30457175925403135</c:v>
                </c:pt>
                <c:pt idx="26316">
                  <c:v>0.304583333330811</c:v>
                </c:pt>
                <c:pt idx="26317">
                  <c:v>0.30459490740759065</c:v>
                </c:pt>
                <c:pt idx="26318">
                  <c:v>0.30460648147709435</c:v>
                </c:pt>
                <c:pt idx="26319">
                  <c:v>0.304618055553874</c:v>
                </c:pt>
                <c:pt idx="26320">
                  <c:v>0.30462962963065365</c:v>
                </c:pt>
                <c:pt idx="26321">
                  <c:v>0.30464120370015735</c:v>
                </c:pt>
                <c:pt idx="26322">
                  <c:v>0.304652777776937</c:v>
                </c:pt>
                <c:pt idx="26323">
                  <c:v>0.3046643518464407</c:v>
                </c:pt>
                <c:pt idx="26324">
                  <c:v>0.30467592592322035</c:v>
                </c:pt>
                <c:pt idx="26325">
                  <c:v>0.3046875</c:v>
                </c:pt>
                <c:pt idx="26326">
                  <c:v>0.30469907406950369</c:v>
                </c:pt>
                <c:pt idx="26327">
                  <c:v>0.30471064814628335</c:v>
                </c:pt>
                <c:pt idx="26328">
                  <c:v>0.304722222223063</c:v>
                </c:pt>
                <c:pt idx="26329">
                  <c:v>0.30473379629256669</c:v>
                </c:pt>
                <c:pt idx="26330">
                  <c:v>0.30474537036934635</c:v>
                </c:pt>
                <c:pt idx="26331">
                  <c:v>0.30475694443885004</c:v>
                </c:pt>
                <c:pt idx="26332">
                  <c:v>0.30476851851562969</c:v>
                </c:pt>
                <c:pt idx="26333">
                  <c:v>0.30478009259240935</c:v>
                </c:pt>
                <c:pt idx="26334">
                  <c:v>0.30479166666191304</c:v>
                </c:pt>
                <c:pt idx="26335">
                  <c:v>0.30480324073869269</c:v>
                </c:pt>
                <c:pt idx="26336">
                  <c:v>0.30481481481547235</c:v>
                </c:pt>
                <c:pt idx="26337">
                  <c:v>0.30482638888497604</c:v>
                </c:pt>
                <c:pt idx="26338">
                  <c:v>0.30483796296175569</c:v>
                </c:pt>
                <c:pt idx="26339">
                  <c:v>0.30484953703125939</c:v>
                </c:pt>
                <c:pt idx="26340">
                  <c:v>0.30486111110803904</c:v>
                </c:pt>
                <c:pt idx="26341">
                  <c:v>0.30487268518481869</c:v>
                </c:pt>
                <c:pt idx="26342">
                  <c:v>0.30488425925432239</c:v>
                </c:pt>
                <c:pt idx="26343">
                  <c:v>0.30489583333110204</c:v>
                </c:pt>
                <c:pt idx="26344">
                  <c:v>0.30490740740788169</c:v>
                </c:pt>
                <c:pt idx="26345">
                  <c:v>0.30491898147738539</c:v>
                </c:pt>
                <c:pt idx="26346">
                  <c:v>0.30493055555416504</c:v>
                </c:pt>
                <c:pt idx="26347">
                  <c:v>0.30494212963094469</c:v>
                </c:pt>
                <c:pt idx="26348">
                  <c:v>0.30495370370044839</c:v>
                </c:pt>
                <c:pt idx="26349">
                  <c:v>0.30496527777722804</c:v>
                </c:pt>
                <c:pt idx="26350">
                  <c:v>0.30497685184673173</c:v>
                </c:pt>
                <c:pt idx="26351">
                  <c:v>0.30498842592351139</c:v>
                </c:pt>
                <c:pt idx="26352">
                  <c:v>0.30500000000029104</c:v>
                </c:pt>
                <c:pt idx="26353">
                  <c:v>0.30501157406979473</c:v>
                </c:pt>
                <c:pt idx="26354">
                  <c:v>0.30502314814657439</c:v>
                </c:pt>
                <c:pt idx="26355">
                  <c:v>0.30503472222335404</c:v>
                </c:pt>
                <c:pt idx="26356">
                  <c:v>0.30504629629285773</c:v>
                </c:pt>
                <c:pt idx="26357">
                  <c:v>0.30505787036963739</c:v>
                </c:pt>
                <c:pt idx="26358">
                  <c:v>0.30506944443914108</c:v>
                </c:pt>
                <c:pt idx="26359">
                  <c:v>0.30508101851592073</c:v>
                </c:pt>
                <c:pt idx="26360">
                  <c:v>0.30509259259270038</c:v>
                </c:pt>
                <c:pt idx="26361">
                  <c:v>0.30510416666220408</c:v>
                </c:pt>
                <c:pt idx="26362">
                  <c:v>0.30511574073898373</c:v>
                </c:pt>
                <c:pt idx="26363">
                  <c:v>0.30512731481576338</c:v>
                </c:pt>
                <c:pt idx="26364">
                  <c:v>0.30513888888526708</c:v>
                </c:pt>
                <c:pt idx="26365">
                  <c:v>0.30515046296204673</c:v>
                </c:pt>
                <c:pt idx="26366">
                  <c:v>0.30516203703155043</c:v>
                </c:pt>
                <c:pt idx="26367">
                  <c:v>0.30517361110833008</c:v>
                </c:pt>
                <c:pt idx="26368">
                  <c:v>0.30518518518510973</c:v>
                </c:pt>
                <c:pt idx="26369">
                  <c:v>0.30519675925461343</c:v>
                </c:pt>
                <c:pt idx="26370">
                  <c:v>0.30520833333139308</c:v>
                </c:pt>
                <c:pt idx="26371">
                  <c:v>0.30521990740817273</c:v>
                </c:pt>
                <c:pt idx="26372">
                  <c:v>0.30523148147767643</c:v>
                </c:pt>
                <c:pt idx="26373">
                  <c:v>0.30524305555445608</c:v>
                </c:pt>
                <c:pt idx="26374">
                  <c:v>0.30525462962395977</c:v>
                </c:pt>
                <c:pt idx="26375">
                  <c:v>0.30526620370073942</c:v>
                </c:pt>
                <c:pt idx="26376">
                  <c:v>0.30527777777751908</c:v>
                </c:pt>
                <c:pt idx="26377">
                  <c:v>0.30528935184702277</c:v>
                </c:pt>
                <c:pt idx="26378">
                  <c:v>0.30530092592380242</c:v>
                </c:pt>
                <c:pt idx="26379">
                  <c:v>0.30531250000058208</c:v>
                </c:pt>
                <c:pt idx="26380">
                  <c:v>0.30532407407008577</c:v>
                </c:pt>
                <c:pt idx="26381">
                  <c:v>0.30533564814686542</c:v>
                </c:pt>
                <c:pt idx="26382">
                  <c:v>0.30534722221636912</c:v>
                </c:pt>
                <c:pt idx="26383">
                  <c:v>0.30535879629314877</c:v>
                </c:pt>
                <c:pt idx="26384">
                  <c:v>0.30537037036992842</c:v>
                </c:pt>
                <c:pt idx="26385">
                  <c:v>0.30538194443943212</c:v>
                </c:pt>
                <c:pt idx="26386">
                  <c:v>0.30539351851621177</c:v>
                </c:pt>
                <c:pt idx="26387">
                  <c:v>0.30540509259299142</c:v>
                </c:pt>
                <c:pt idx="26388">
                  <c:v>0.30541666666249512</c:v>
                </c:pt>
                <c:pt idx="26389">
                  <c:v>0.30542824073927477</c:v>
                </c:pt>
                <c:pt idx="26390">
                  <c:v>0.30543981481605442</c:v>
                </c:pt>
                <c:pt idx="26391">
                  <c:v>0.30545138888555812</c:v>
                </c:pt>
                <c:pt idx="26392">
                  <c:v>0.30546296296233777</c:v>
                </c:pt>
                <c:pt idx="26393">
                  <c:v>0.30547453703184146</c:v>
                </c:pt>
                <c:pt idx="26394">
                  <c:v>0.30548611110862112</c:v>
                </c:pt>
                <c:pt idx="26395">
                  <c:v>0.30549768518540077</c:v>
                </c:pt>
                <c:pt idx="26396">
                  <c:v>0.30550925925490446</c:v>
                </c:pt>
                <c:pt idx="26397">
                  <c:v>0.30552083333168412</c:v>
                </c:pt>
                <c:pt idx="26398">
                  <c:v>0.30553240740846377</c:v>
                </c:pt>
                <c:pt idx="26399">
                  <c:v>0.30554398147796746</c:v>
                </c:pt>
                <c:pt idx="26400">
                  <c:v>0.30555555555474712</c:v>
                </c:pt>
                <c:pt idx="26401">
                  <c:v>0.30556712962425081</c:v>
                </c:pt>
                <c:pt idx="26402">
                  <c:v>0.30557870370103046</c:v>
                </c:pt>
                <c:pt idx="26403">
                  <c:v>0.30559027777781012</c:v>
                </c:pt>
                <c:pt idx="26404">
                  <c:v>0.30560185184731381</c:v>
                </c:pt>
                <c:pt idx="26405">
                  <c:v>0.30561342592409346</c:v>
                </c:pt>
                <c:pt idx="26406">
                  <c:v>0.30562500000087311</c:v>
                </c:pt>
                <c:pt idx="26407">
                  <c:v>0.30563657407037681</c:v>
                </c:pt>
                <c:pt idx="26408">
                  <c:v>0.30564814814715646</c:v>
                </c:pt>
                <c:pt idx="26409">
                  <c:v>0.30565972221666016</c:v>
                </c:pt>
                <c:pt idx="26410">
                  <c:v>0.30567129629343981</c:v>
                </c:pt>
                <c:pt idx="26411">
                  <c:v>0.30568287037021946</c:v>
                </c:pt>
                <c:pt idx="26412">
                  <c:v>0.30569444443972316</c:v>
                </c:pt>
                <c:pt idx="26413">
                  <c:v>0.30570601851650281</c:v>
                </c:pt>
                <c:pt idx="26414">
                  <c:v>0.30571759259328246</c:v>
                </c:pt>
                <c:pt idx="26415">
                  <c:v>0.30572916666278616</c:v>
                </c:pt>
                <c:pt idx="26416">
                  <c:v>0.30574074073956581</c:v>
                </c:pt>
                <c:pt idx="26417">
                  <c:v>0.3057523148090695</c:v>
                </c:pt>
                <c:pt idx="26418">
                  <c:v>0.30576388888584916</c:v>
                </c:pt>
                <c:pt idx="26419">
                  <c:v>0.30577546296262881</c:v>
                </c:pt>
                <c:pt idx="26420">
                  <c:v>0.3057870370321325</c:v>
                </c:pt>
                <c:pt idx="26421">
                  <c:v>0.30579861110891216</c:v>
                </c:pt>
                <c:pt idx="26422">
                  <c:v>0.30581018518569181</c:v>
                </c:pt>
                <c:pt idx="26423">
                  <c:v>0.3058217592551955</c:v>
                </c:pt>
                <c:pt idx="26424">
                  <c:v>0.30583333333197515</c:v>
                </c:pt>
                <c:pt idx="26425">
                  <c:v>0.30584490740147885</c:v>
                </c:pt>
                <c:pt idx="26426">
                  <c:v>0.3058564814782585</c:v>
                </c:pt>
                <c:pt idx="26427">
                  <c:v>0.30586805555503815</c:v>
                </c:pt>
                <c:pt idx="26428">
                  <c:v>0.30587962962454185</c:v>
                </c:pt>
                <c:pt idx="26429">
                  <c:v>0.3058912037013215</c:v>
                </c:pt>
                <c:pt idx="26430">
                  <c:v>0.30590277777810115</c:v>
                </c:pt>
                <c:pt idx="26431">
                  <c:v>0.30591435184760485</c:v>
                </c:pt>
                <c:pt idx="26432">
                  <c:v>0.3059259259243845</c:v>
                </c:pt>
                <c:pt idx="26433">
                  <c:v>0.30593750000116415</c:v>
                </c:pt>
                <c:pt idx="26434">
                  <c:v>0.30594907407066785</c:v>
                </c:pt>
                <c:pt idx="26435">
                  <c:v>0.3059606481474475</c:v>
                </c:pt>
                <c:pt idx="26436">
                  <c:v>0.3059722222169512</c:v>
                </c:pt>
                <c:pt idx="26437">
                  <c:v>0.30598379629373085</c:v>
                </c:pt>
                <c:pt idx="26438">
                  <c:v>0.3059953703705105</c:v>
                </c:pt>
                <c:pt idx="26439">
                  <c:v>0.30600694444001419</c:v>
                </c:pt>
                <c:pt idx="26440">
                  <c:v>0.30601851851679385</c:v>
                </c:pt>
                <c:pt idx="26441">
                  <c:v>0.3060300925935735</c:v>
                </c:pt>
                <c:pt idx="26442">
                  <c:v>0.30604166666307719</c:v>
                </c:pt>
                <c:pt idx="26443">
                  <c:v>0.30605324073985685</c:v>
                </c:pt>
                <c:pt idx="26444">
                  <c:v>0.30606481480936054</c:v>
                </c:pt>
                <c:pt idx="26445">
                  <c:v>0.30607638888614019</c:v>
                </c:pt>
                <c:pt idx="26446">
                  <c:v>0.30608796296291985</c:v>
                </c:pt>
                <c:pt idx="26447">
                  <c:v>0.30609953703242354</c:v>
                </c:pt>
                <c:pt idx="26448">
                  <c:v>0.30611111110920319</c:v>
                </c:pt>
                <c:pt idx="26449">
                  <c:v>0.30612268518598285</c:v>
                </c:pt>
                <c:pt idx="26450">
                  <c:v>0.30613425925548654</c:v>
                </c:pt>
                <c:pt idx="26451">
                  <c:v>0.30614583333226619</c:v>
                </c:pt>
                <c:pt idx="26452">
                  <c:v>0.30615740740176989</c:v>
                </c:pt>
                <c:pt idx="26453">
                  <c:v>0.30616898147854954</c:v>
                </c:pt>
                <c:pt idx="26454">
                  <c:v>0.30618055555532919</c:v>
                </c:pt>
                <c:pt idx="26455">
                  <c:v>0.30619212962483289</c:v>
                </c:pt>
                <c:pt idx="26456">
                  <c:v>0.30620370370161254</c:v>
                </c:pt>
                <c:pt idx="26457">
                  <c:v>0.30621527777839219</c:v>
                </c:pt>
                <c:pt idx="26458">
                  <c:v>0.30622685184789589</c:v>
                </c:pt>
                <c:pt idx="26459">
                  <c:v>0.30623842592467554</c:v>
                </c:pt>
                <c:pt idx="26460">
                  <c:v>0.30624999999417923</c:v>
                </c:pt>
                <c:pt idx="26461">
                  <c:v>0.30626157407095889</c:v>
                </c:pt>
                <c:pt idx="26462">
                  <c:v>0.30627314814773854</c:v>
                </c:pt>
                <c:pt idx="26463">
                  <c:v>0.30628472221724223</c:v>
                </c:pt>
                <c:pt idx="26464">
                  <c:v>0.30629629629402189</c:v>
                </c:pt>
                <c:pt idx="26465">
                  <c:v>0.30630787037080154</c:v>
                </c:pt>
                <c:pt idx="26466">
                  <c:v>0.30631944444030523</c:v>
                </c:pt>
                <c:pt idx="26467">
                  <c:v>0.30633101851708489</c:v>
                </c:pt>
                <c:pt idx="26468">
                  <c:v>0.30634259259386454</c:v>
                </c:pt>
                <c:pt idx="26469">
                  <c:v>0.30635416666336823</c:v>
                </c:pt>
                <c:pt idx="26470">
                  <c:v>0.30636574074014788</c:v>
                </c:pt>
                <c:pt idx="26471">
                  <c:v>0.30637731480965158</c:v>
                </c:pt>
                <c:pt idx="26472">
                  <c:v>0.30638888888643123</c:v>
                </c:pt>
                <c:pt idx="26473">
                  <c:v>0.30640046296321088</c:v>
                </c:pt>
                <c:pt idx="26474">
                  <c:v>0.30641203703271458</c:v>
                </c:pt>
                <c:pt idx="26475">
                  <c:v>0.30642361110949423</c:v>
                </c:pt>
                <c:pt idx="26476">
                  <c:v>0.30643518518627388</c:v>
                </c:pt>
                <c:pt idx="26477">
                  <c:v>0.30644675925577758</c:v>
                </c:pt>
                <c:pt idx="26478">
                  <c:v>0.30645833333255723</c:v>
                </c:pt>
                <c:pt idx="26479">
                  <c:v>0.30646990740206093</c:v>
                </c:pt>
                <c:pt idx="26480">
                  <c:v>0.30648148147884058</c:v>
                </c:pt>
                <c:pt idx="26481">
                  <c:v>0.30649305555562023</c:v>
                </c:pt>
                <c:pt idx="26482">
                  <c:v>0.30650462962512393</c:v>
                </c:pt>
                <c:pt idx="26483">
                  <c:v>0.30651620370190358</c:v>
                </c:pt>
                <c:pt idx="26484">
                  <c:v>0.30652777777868323</c:v>
                </c:pt>
                <c:pt idx="26485">
                  <c:v>0.30653935184818693</c:v>
                </c:pt>
                <c:pt idx="26486">
                  <c:v>0.30655092592496658</c:v>
                </c:pt>
                <c:pt idx="26487">
                  <c:v>0.30656249999447027</c:v>
                </c:pt>
                <c:pt idx="26488">
                  <c:v>0.30657407407124992</c:v>
                </c:pt>
                <c:pt idx="26489">
                  <c:v>0.30658564814802958</c:v>
                </c:pt>
                <c:pt idx="26490">
                  <c:v>0.30659722221753327</c:v>
                </c:pt>
                <c:pt idx="26491">
                  <c:v>0.30660879629431292</c:v>
                </c:pt>
                <c:pt idx="26492">
                  <c:v>0.30662037037109258</c:v>
                </c:pt>
                <c:pt idx="26493">
                  <c:v>0.30663194444059627</c:v>
                </c:pt>
                <c:pt idx="26494">
                  <c:v>0.30664351851737592</c:v>
                </c:pt>
                <c:pt idx="26495">
                  <c:v>0.30665509258687962</c:v>
                </c:pt>
                <c:pt idx="26496">
                  <c:v>0.30666666666365927</c:v>
                </c:pt>
                <c:pt idx="26497">
                  <c:v>0.30667824074043892</c:v>
                </c:pt>
                <c:pt idx="26498">
                  <c:v>0.30668981480994262</c:v>
                </c:pt>
                <c:pt idx="26499">
                  <c:v>0.30670138888672227</c:v>
                </c:pt>
                <c:pt idx="26500">
                  <c:v>0.30671296296350192</c:v>
                </c:pt>
                <c:pt idx="26501">
                  <c:v>0.30672453703300562</c:v>
                </c:pt>
                <c:pt idx="26502">
                  <c:v>0.30673611110978527</c:v>
                </c:pt>
                <c:pt idx="26503">
                  <c:v>0.30674768517928896</c:v>
                </c:pt>
                <c:pt idx="26504">
                  <c:v>0.30675925925606862</c:v>
                </c:pt>
                <c:pt idx="26505">
                  <c:v>0.30677083333284827</c:v>
                </c:pt>
                <c:pt idx="26506">
                  <c:v>0.30678240740235196</c:v>
                </c:pt>
                <c:pt idx="26507">
                  <c:v>0.30679398147913162</c:v>
                </c:pt>
                <c:pt idx="26508">
                  <c:v>0.30680555555591127</c:v>
                </c:pt>
                <c:pt idx="26509">
                  <c:v>0.30681712962541496</c:v>
                </c:pt>
                <c:pt idx="26510">
                  <c:v>0.30682870370219462</c:v>
                </c:pt>
                <c:pt idx="26511">
                  <c:v>0.30684027777897427</c:v>
                </c:pt>
                <c:pt idx="26512">
                  <c:v>0.30685185184847796</c:v>
                </c:pt>
                <c:pt idx="26513">
                  <c:v>0.30686342592525762</c:v>
                </c:pt>
                <c:pt idx="26514">
                  <c:v>0.30687499999476131</c:v>
                </c:pt>
                <c:pt idx="26515">
                  <c:v>0.30688657407154096</c:v>
                </c:pt>
                <c:pt idx="26516">
                  <c:v>0.30689814814832062</c:v>
                </c:pt>
                <c:pt idx="26517">
                  <c:v>0.30690972221782431</c:v>
                </c:pt>
                <c:pt idx="26518">
                  <c:v>0.30692129629460396</c:v>
                </c:pt>
                <c:pt idx="26519">
                  <c:v>0.30693287037138361</c:v>
                </c:pt>
                <c:pt idx="26520">
                  <c:v>0.30694444444088731</c:v>
                </c:pt>
                <c:pt idx="26521">
                  <c:v>0.30695601851766696</c:v>
                </c:pt>
                <c:pt idx="26522">
                  <c:v>0.30696759258717066</c:v>
                </c:pt>
                <c:pt idx="26523">
                  <c:v>0.30697916666395031</c:v>
                </c:pt>
                <c:pt idx="26524">
                  <c:v>0.30699074074072996</c:v>
                </c:pt>
                <c:pt idx="26525">
                  <c:v>0.30700231481023366</c:v>
                </c:pt>
                <c:pt idx="26526">
                  <c:v>0.30701388888701331</c:v>
                </c:pt>
                <c:pt idx="26527">
                  <c:v>0.30702546296379296</c:v>
                </c:pt>
                <c:pt idx="26528">
                  <c:v>0.30703703703329666</c:v>
                </c:pt>
                <c:pt idx="26529">
                  <c:v>0.30704861111007631</c:v>
                </c:pt>
                <c:pt idx="26530">
                  <c:v>0.30706018517958</c:v>
                </c:pt>
                <c:pt idx="26531">
                  <c:v>0.30707175925635966</c:v>
                </c:pt>
                <c:pt idx="26532">
                  <c:v>0.30708333333313931</c:v>
                </c:pt>
                <c:pt idx="26533">
                  <c:v>0.307094907402643</c:v>
                </c:pt>
                <c:pt idx="26534">
                  <c:v>0.30710648147942265</c:v>
                </c:pt>
                <c:pt idx="26535">
                  <c:v>0.30711805555620231</c:v>
                </c:pt>
                <c:pt idx="26536">
                  <c:v>0.307129629625706</c:v>
                </c:pt>
                <c:pt idx="26537">
                  <c:v>0.30714120370248565</c:v>
                </c:pt>
                <c:pt idx="26538">
                  <c:v>0.30715277777198935</c:v>
                </c:pt>
                <c:pt idx="26539">
                  <c:v>0.307164351848769</c:v>
                </c:pt>
                <c:pt idx="26540">
                  <c:v>0.30717592592554865</c:v>
                </c:pt>
                <c:pt idx="26541">
                  <c:v>0.30718749999505235</c:v>
                </c:pt>
                <c:pt idx="26542">
                  <c:v>0.307199074071832</c:v>
                </c:pt>
                <c:pt idx="26543">
                  <c:v>0.30721064814861165</c:v>
                </c:pt>
                <c:pt idx="26544">
                  <c:v>0.30722222221811535</c:v>
                </c:pt>
                <c:pt idx="26545">
                  <c:v>0.307233796294895</c:v>
                </c:pt>
                <c:pt idx="26546">
                  <c:v>0.30724537037167465</c:v>
                </c:pt>
                <c:pt idx="26547">
                  <c:v>0.30725694444117835</c:v>
                </c:pt>
                <c:pt idx="26548">
                  <c:v>0.307268518517958</c:v>
                </c:pt>
                <c:pt idx="26549">
                  <c:v>0.3072800925874617</c:v>
                </c:pt>
                <c:pt idx="26550">
                  <c:v>0.30729166666424135</c:v>
                </c:pt>
                <c:pt idx="26551">
                  <c:v>0.307303240741021</c:v>
                </c:pt>
                <c:pt idx="26552">
                  <c:v>0.30731481481052469</c:v>
                </c:pt>
                <c:pt idx="26553">
                  <c:v>0.30732638888730435</c:v>
                </c:pt>
                <c:pt idx="26554">
                  <c:v>0.307337962964084</c:v>
                </c:pt>
                <c:pt idx="26555">
                  <c:v>0.30734953703358769</c:v>
                </c:pt>
                <c:pt idx="26556">
                  <c:v>0.30736111111036735</c:v>
                </c:pt>
                <c:pt idx="26557">
                  <c:v>0.30737268517987104</c:v>
                </c:pt>
                <c:pt idx="26558">
                  <c:v>0.30738425925665069</c:v>
                </c:pt>
                <c:pt idx="26559">
                  <c:v>0.30739583333343035</c:v>
                </c:pt>
                <c:pt idx="26560">
                  <c:v>0.30740740740293404</c:v>
                </c:pt>
                <c:pt idx="26561">
                  <c:v>0.30741898147971369</c:v>
                </c:pt>
                <c:pt idx="26562">
                  <c:v>0.30743055555649335</c:v>
                </c:pt>
                <c:pt idx="26563">
                  <c:v>0.30744212962599704</c:v>
                </c:pt>
                <c:pt idx="26564">
                  <c:v>0.30745370370277669</c:v>
                </c:pt>
                <c:pt idx="26565">
                  <c:v>0.30746527777228039</c:v>
                </c:pt>
                <c:pt idx="26566">
                  <c:v>0.30747685184906004</c:v>
                </c:pt>
                <c:pt idx="26567">
                  <c:v>0.30748842592583969</c:v>
                </c:pt>
                <c:pt idx="26568">
                  <c:v>0.30749999999534339</c:v>
                </c:pt>
                <c:pt idx="26569">
                  <c:v>0.30751157407212304</c:v>
                </c:pt>
                <c:pt idx="26570">
                  <c:v>0.30752314814890269</c:v>
                </c:pt>
                <c:pt idx="26571">
                  <c:v>0.30753472221840639</c:v>
                </c:pt>
                <c:pt idx="26572">
                  <c:v>0.30754629629518604</c:v>
                </c:pt>
                <c:pt idx="26573">
                  <c:v>0.30755787036468973</c:v>
                </c:pt>
                <c:pt idx="26574">
                  <c:v>0.30756944444146939</c:v>
                </c:pt>
                <c:pt idx="26575">
                  <c:v>0.30758101851824904</c:v>
                </c:pt>
                <c:pt idx="26576">
                  <c:v>0.30759259258775273</c:v>
                </c:pt>
                <c:pt idx="26577">
                  <c:v>0.30760416666453239</c:v>
                </c:pt>
                <c:pt idx="26578">
                  <c:v>0.30761574074131204</c:v>
                </c:pt>
                <c:pt idx="26579">
                  <c:v>0.30762731481081573</c:v>
                </c:pt>
                <c:pt idx="26580">
                  <c:v>0.30763888888759539</c:v>
                </c:pt>
                <c:pt idx="26581">
                  <c:v>0.30765046295709908</c:v>
                </c:pt>
                <c:pt idx="26582">
                  <c:v>0.30766203703387873</c:v>
                </c:pt>
                <c:pt idx="26583">
                  <c:v>0.30767361111065838</c:v>
                </c:pt>
                <c:pt idx="26584">
                  <c:v>0.30768518518016208</c:v>
                </c:pt>
                <c:pt idx="26585">
                  <c:v>0.30769675925694173</c:v>
                </c:pt>
                <c:pt idx="26586">
                  <c:v>0.30770833333372138</c:v>
                </c:pt>
                <c:pt idx="26587">
                  <c:v>0.30771990740322508</c:v>
                </c:pt>
                <c:pt idx="26588">
                  <c:v>0.30773148148000473</c:v>
                </c:pt>
                <c:pt idx="26589">
                  <c:v>0.30774305555678438</c:v>
                </c:pt>
                <c:pt idx="26590">
                  <c:v>0.30775462962628808</c:v>
                </c:pt>
                <c:pt idx="26591">
                  <c:v>0.30776620370306773</c:v>
                </c:pt>
                <c:pt idx="26592">
                  <c:v>0.30777777777257143</c:v>
                </c:pt>
                <c:pt idx="26593">
                  <c:v>0.30778935184935108</c:v>
                </c:pt>
                <c:pt idx="26594">
                  <c:v>0.30780092592613073</c:v>
                </c:pt>
                <c:pt idx="26595">
                  <c:v>0.30781249999563443</c:v>
                </c:pt>
                <c:pt idx="26596">
                  <c:v>0.30782407407241408</c:v>
                </c:pt>
                <c:pt idx="26597">
                  <c:v>0.30783564814919373</c:v>
                </c:pt>
                <c:pt idx="26598">
                  <c:v>0.30784722221869742</c:v>
                </c:pt>
                <c:pt idx="26599">
                  <c:v>0.30785879629547708</c:v>
                </c:pt>
                <c:pt idx="26600">
                  <c:v>0.30787037036498077</c:v>
                </c:pt>
                <c:pt idx="26601">
                  <c:v>0.30788194444176042</c:v>
                </c:pt>
                <c:pt idx="26602">
                  <c:v>0.30789351851854008</c:v>
                </c:pt>
                <c:pt idx="26603">
                  <c:v>0.30790509258804377</c:v>
                </c:pt>
                <c:pt idx="26604">
                  <c:v>0.30791666666482342</c:v>
                </c:pt>
                <c:pt idx="26605">
                  <c:v>0.30792824074160308</c:v>
                </c:pt>
                <c:pt idx="26606">
                  <c:v>0.30793981481110677</c:v>
                </c:pt>
                <c:pt idx="26607">
                  <c:v>0.30795138888788642</c:v>
                </c:pt>
                <c:pt idx="26608">
                  <c:v>0.30796296295739012</c:v>
                </c:pt>
                <c:pt idx="26609">
                  <c:v>0.30797453703416977</c:v>
                </c:pt>
                <c:pt idx="26610">
                  <c:v>0.30798611111094942</c:v>
                </c:pt>
                <c:pt idx="26611">
                  <c:v>0.30799768518045312</c:v>
                </c:pt>
                <c:pt idx="26612">
                  <c:v>0.30800925925723277</c:v>
                </c:pt>
                <c:pt idx="26613">
                  <c:v>0.30802083333401242</c:v>
                </c:pt>
                <c:pt idx="26614">
                  <c:v>0.30803240740351612</c:v>
                </c:pt>
                <c:pt idx="26615">
                  <c:v>0.30804398148029577</c:v>
                </c:pt>
                <c:pt idx="26616">
                  <c:v>0.30805555554979946</c:v>
                </c:pt>
                <c:pt idx="26617">
                  <c:v>0.30806712962657912</c:v>
                </c:pt>
                <c:pt idx="26618">
                  <c:v>0.30807870370335877</c:v>
                </c:pt>
                <c:pt idx="26619">
                  <c:v>0.30809027777286246</c:v>
                </c:pt>
                <c:pt idx="26620">
                  <c:v>0.30810185184964212</c:v>
                </c:pt>
                <c:pt idx="26621">
                  <c:v>0.30811342592642177</c:v>
                </c:pt>
                <c:pt idx="26622">
                  <c:v>0.30812499999592546</c:v>
                </c:pt>
                <c:pt idx="26623">
                  <c:v>0.30813657407270512</c:v>
                </c:pt>
                <c:pt idx="26624">
                  <c:v>0.30814814814948477</c:v>
                </c:pt>
                <c:pt idx="26625">
                  <c:v>0.30815972221898846</c:v>
                </c:pt>
                <c:pt idx="26626">
                  <c:v>0.30817129629576812</c:v>
                </c:pt>
                <c:pt idx="26627">
                  <c:v>0.30818287036527181</c:v>
                </c:pt>
                <c:pt idx="26628">
                  <c:v>0.30819444444205146</c:v>
                </c:pt>
                <c:pt idx="26629">
                  <c:v>0.30820601851883112</c:v>
                </c:pt>
                <c:pt idx="26630">
                  <c:v>0.30821759258833481</c:v>
                </c:pt>
                <c:pt idx="26631">
                  <c:v>0.30822916666511446</c:v>
                </c:pt>
                <c:pt idx="26632">
                  <c:v>0.30824074074189411</c:v>
                </c:pt>
                <c:pt idx="26633">
                  <c:v>0.30825231481139781</c:v>
                </c:pt>
                <c:pt idx="26634">
                  <c:v>0.30826388888817746</c:v>
                </c:pt>
                <c:pt idx="26635">
                  <c:v>0.30827546295768116</c:v>
                </c:pt>
                <c:pt idx="26636">
                  <c:v>0.30828703703446081</c:v>
                </c:pt>
                <c:pt idx="26637">
                  <c:v>0.30829861111124046</c:v>
                </c:pt>
                <c:pt idx="26638">
                  <c:v>0.30831018518074416</c:v>
                </c:pt>
                <c:pt idx="26639">
                  <c:v>0.30832175925752381</c:v>
                </c:pt>
                <c:pt idx="26640">
                  <c:v>0.30833333333430346</c:v>
                </c:pt>
                <c:pt idx="26641">
                  <c:v>0.30834490740380716</c:v>
                </c:pt>
                <c:pt idx="26642">
                  <c:v>0.30835648148058681</c:v>
                </c:pt>
                <c:pt idx="26643">
                  <c:v>0.3083680555500905</c:v>
                </c:pt>
                <c:pt idx="26644">
                  <c:v>0.30837962962687016</c:v>
                </c:pt>
                <c:pt idx="26645">
                  <c:v>0.30839120370364981</c:v>
                </c:pt>
                <c:pt idx="26646">
                  <c:v>0.3084027777731535</c:v>
                </c:pt>
                <c:pt idx="26647">
                  <c:v>0.30841435184993315</c:v>
                </c:pt>
                <c:pt idx="26648">
                  <c:v>0.30842592592671281</c:v>
                </c:pt>
                <c:pt idx="26649">
                  <c:v>0.3084374999962165</c:v>
                </c:pt>
                <c:pt idx="26650">
                  <c:v>0.30844907407299615</c:v>
                </c:pt>
                <c:pt idx="26651">
                  <c:v>0.30846064814249985</c:v>
                </c:pt>
                <c:pt idx="26652">
                  <c:v>0.3084722222192795</c:v>
                </c:pt>
                <c:pt idx="26653">
                  <c:v>0.30848379629605915</c:v>
                </c:pt>
                <c:pt idx="26654">
                  <c:v>0.30849537036556285</c:v>
                </c:pt>
                <c:pt idx="26655">
                  <c:v>0.3085069444423425</c:v>
                </c:pt>
                <c:pt idx="26656">
                  <c:v>0.30851851851912215</c:v>
                </c:pt>
                <c:pt idx="26657">
                  <c:v>0.30853009258862585</c:v>
                </c:pt>
                <c:pt idx="26658">
                  <c:v>0.3085416666654055</c:v>
                </c:pt>
                <c:pt idx="26659">
                  <c:v>0.3085532407349092</c:v>
                </c:pt>
                <c:pt idx="26660">
                  <c:v>0.30856481481168885</c:v>
                </c:pt>
                <c:pt idx="26661">
                  <c:v>0.3085763888884685</c:v>
                </c:pt>
                <c:pt idx="26662">
                  <c:v>0.30858796295797219</c:v>
                </c:pt>
                <c:pt idx="26663">
                  <c:v>0.30859953703475185</c:v>
                </c:pt>
                <c:pt idx="26664">
                  <c:v>0.3086111111115315</c:v>
                </c:pt>
                <c:pt idx="26665">
                  <c:v>0.30862268518103519</c:v>
                </c:pt>
                <c:pt idx="26666">
                  <c:v>0.30863425925781485</c:v>
                </c:pt>
                <c:pt idx="26667">
                  <c:v>0.3086458333345945</c:v>
                </c:pt>
                <c:pt idx="26668">
                  <c:v>0.30865740740409819</c:v>
                </c:pt>
                <c:pt idx="26669">
                  <c:v>0.30866898148087785</c:v>
                </c:pt>
                <c:pt idx="26670">
                  <c:v>0.30868055555038154</c:v>
                </c:pt>
                <c:pt idx="26671">
                  <c:v>0.30869212962716119</c:v>
                </c:pt>
                <c:pt idx="26672">
                  <c:v>0.30870370370394085</c:v>
                </c:pt>
                <c:pt idx="26673">
                  <c:v>0.30871527777344454</c:v>
                </c:pt>
                <c:pt idx="26674">
                  <c:v>0.30872685185022419</c:v>
                </c:pt>
                <c:pt idx="26675">
                  <c:v>0.30873842592700385</c:v>
                </c:pt>
                <c:pt idx="26676">
                  <c:v>0.30874999999650754</c:v>
                </c:pt>
                <c:pt idx="26677">
                  <c:v>0.30876157407328719</c:v>
                </c:pt>
                <c:pt idx="26678">
                  <c:v>0.30877314814279089</c:v>
                </c:pt>
                <c:pt idx="26679">
                  <c:v>0.30878472221957054</c:v>
                </c:pt>
                <c:pt idx="26680">
                  <c:v>0.30879629629635019</c:v>
                </c:pt>
                <c:pt idx="26681">
                  <c:v>0.30880787036585389</c:v>
                </c:pt>
                <c:pt idx="26682">
                  <c:v>0.30881944444263354</c:v>
                </c:pt>
                <c:pt idx="26683">
                  <c:v>0.30883101851941319</c:v>
                </c:pt>
                <c:pt idx="26684">
                  <c:v>0.30884259258891689</c:v>
                </c:pt>
                <c:pt idx="26685">
                  <c:v>0.30885416666569654</c:v>
                </c:pt>
                <c:pt idx="26686">
                  <c:v>0.30886574073520023</c:v>
                </c:pt>
                <c:pt idx="26687">
                  <c:v>0.30887731481197989</c:v>
                </c:pt>
                <c:pt idx="26688">
                  <c:v>0.30888888888875954</c:v>
                </c:pt>
                <c:pt idx="26689">
                  <c:v>0.30890046295826323</c:v>
                </c:pt>
                <c:pt idx="26690">
                  <c:v>0.30891203703504289</c:v>
                </c:pt>
                <c:pt idx="26691">
                  <c:v>0.30892361111182254</c:v>
                </c:pt>
                <c:pt idx="26692">
                  <c:v>0.30893518518132623</c:v>
                </c:pt>
                <c:pt idx="26693">
                  <c:v>0.30894675925810589</c:v>
                </c:pt>
                <c:pt idx="26694">
                  <c:v>0.30895833332760958</c:v>
                </c:pt>
                <c:pt idx="26695">
                  <c:v>0.30896990740438923</c:v>
                </c:pt>
                <c:pt idx="26696">
                  <c:v>0.30898148148116888</c:v>
                </c:pt>
                <c:pt idx="26697">
                  <c:v>0.30899305555067258</c:v>
                </c:pt>
                <c:pt idx="26698">
                  <c:v>0.30900462962745223</c:v>
                </c:pt>
                <c:pt idx="26699">
                  <c:v>0.30901620370423188</c:v>
                </c:pt>
                <c:pt idx="26700">
                  <c:v>0.30902777777373558</c:v>
                </c:pt>
                <c:pt idx="26701">
                  <c:v>0.30903935185051523</c:v>
                </c:pt>
                <c:pt idx="26702">
                  <c:v>0.30905092592001893</c:v>
                </c:pt>
                <c:pt idx="26703">
                  <c:v>0.30906249999679858</c:v>
                </c:pt>
                <c:pt idx="26704">
                  <c:v>0.30907407407357823</c:v>
                </c:pt>
                <c:pt idx="26705">
                  <c:v>0.30908564814308193</c:v>
                </c:pt>
                <c:pt idx="26706">
                  <c:v>0.30909722221986158</c:v>
                </c:pt>
                <c:pt idx="26707">
                  <c:v>0.30910879629664123</c:v>
                </c:pt>
                <c:pt idx="26708">
                  <c:v>0.30912037036614493</c:v>
                </c:pt>
                <c:pt idx="26709">
                  <c:v>0.30913194444292458</c:v>
                </c:pt>
                <c:pt idx="26710">
                  <c:v>0.30914351851970423</c:v>
                </c:pt>
                <c:pt idx="26711">
                  <c:v>0.30915509258920792</c:v>
                </c:pt>
                <c:pt idx="26712">
                  <c:v>0.30916666666598758</c:v>
                </c:pt>
                <c:pt idx="26713">
                  <c:v>0.30917824073549127</c:v>
                </c:pt>
                <c:pt idx="26714">
                  <c:v>0.30918981481227092</c:v>
                </c:pt>
                <c:pt idx="26715">
                  <c:v>0.30920138888905058</c:v>
                </c:pt>
                <c:pt idx="26716">
                  <c:v>0.30921296295855427</c:v>
                </c:pt>
                <c:pt idx="26717">
                  <c:v>0.30922453703533392</c:v>
                </c:pt>
                <c:pt idx="26718">
                  <c:v>0.30923611111211358</c:v>
                </c:pt>
                <c:pt idx="26719">
                  <c:v>0.30924768518161727</c:v>
                </c:pt>
                <c:pt idx="26720">
                  <c:v>0.30925925925839692</c:v>
                </c:pt>
                <c:pt idx="26721">
                  <c:v>0.30927083332790062</c:v>
                </c:pt>
                <c:pt idx="26722">
                  <c:v>0.30928240740468027</c:v>
                </c:pt>
                <c:pt idx="26723">
                  <c:v>0.30929398148145992</c:v>
                </c:pt>
                <c:pt idx="26724">
                  <c:v>0.30930555555096362</c:v>
                </c:pt>
                <c:pt idx="26725">
                  <c:v>0.30931712962774327</c:v>
                </c:pt>
                <c:pt idx="26726">
                  <c:v>0.30932870370452292</c:v>
                </c:pt>
                <c:pt idx="26727">
                  <c:v>0.30934027777402662</c:v>
                </c:pt>
                <c:pt idx="26728">
                  <c:v>0.30935185185080627</c:v>
                </c:pt>
                <c:pt idx="26729">
                  <c:v>0.30936342592030996</c:v>
                </c:pt>
                <c:pt idx="26730">
                  <c:v>0.30937499999708962</c:v>
                </c:pt>
                <c:pt idx="26731">
                  <c:v>0.30938657407386927</c:v>
                </c:pt>
                <c:pt idx="26732">
                  <c:v>0.30939814814337296</c:v>
                </c:pt>
                <c:pt idx="26733">
                  <c:v>0.30940972222015262</c:v>
                </c:pt>
                <c:pt idx="26734">
                  <c:v>0.30942129629693227</c:v>
                </c:pt>
                <c:pt idx="26735">
                  <c:v>0.30943287036643596</c:v>
                </c:pt>
                <c:pt idx="26736">
                  <c:v>0.30944444444321562</c:v>
                </c:pt>
                <c:pt idx="26737">
                  <c:v>0.30945601851271931</c:v>
                </c:pt>
                <c:pt idx="26738">
                  <c:v>0.30946759258949896</c:v>
                </c:pt>
                <c:pt idx="26739">
                  <c:v>0.30947916666627862</c:v>
                </c:pt>
                <c:pt idx="26740">
                  <c:v>0.30949074073578231</c:v>
                </c:pt>
                <c:pt idx="26741">
                  <c:v>0.30950231481256196</c:v>
                </c:pt>
                <c:pt idx="26742">
                  <c:v>0.30951388888934162</c:v>
                </c:pt>
                <c:pt idx="26743">
                  <c:v>0.30952546295884531</c:v>
                </c:pt>
                <c:pt idx="26744">
                  <c:v>0.30953703703562496</c:v>
                </c:pt>
                <c:pt idx="26745">
                  <c:v>0.30954861111240461</c:v>
                </c:pt>
                <c:pt idx="26746">
                  <c:v>0.30956018518190831</c:v>
                </c:pt>
                <c:pt idx="26747">
                  <c:v>0.30957175925868796</c:v>
                </c:pt>
                <c:pt idx="26748">
                  <c:v>0.30958333332819166</c:v>
                </c:pt>
                <c:pt idx="26749">
                  <c:v>0.30959490740497131</c:v>
                </c:pt>
                <c:pt idx="26750">
                  <c:v>0.30960648148175096</c:v>
                </c:pt>
                <c:pt idx="26751">
                  <c:v>0.30961805555125466</c:v>
                </c:pt>
                <c:pt idx="26752">
                  <c:v>0.30962962962803431</c:v>
                </c:pt>
                <c:pt idx="26753">
                  <c:v>0.30964120370481396</c:v>
                </c:pt>
                <c:pt idx="26754">
                  <c:v>0.30965277777431766</c:v>
                </c:pt>
                <c:pt idx="26755">
                  <c:v>0.30966435185109731</c:v>
                </c:pt>
                <c:pt idx="26756">
                  <c:v>0.309675925920601</c:v>
                </c:pt>
                <c:pt idx="26757">
                  <c:v>0.30968749999738066</c:v>
                </c:pt>
                <c:pt idx="26758">
                  <c:v>0.30969907407416031</c:v>
                </c:pt>
                <c:pt idx="26759">
                  <c:v>0.309710648143664</c:v>
                </c:pt>
                <c:pt idx="26760">
                  <c:v>0.30972222222044365</c:v>
                </c:pt>
                <c:pt idx="26761">
                  <c:v>0.30973379629722331</c:v>
                </c:pt>
                <c:pt idx="26762">
                  <c:v>0.309745370366727</c:v>
                </c:pt>
                <c:pt idx="26763">
                  <c:v>0.30975694444350665</c:v>
                </c:pt>
                <c:pt idx="26764">
                  <c:v>0.30976851851301035</c:v>
                </c:pt>
                <c:pt idx="26765">
                  <c:v>0.30978009258979</c:v>
                </c:pt>
                <c:pt idx="26766">
                  <c:v>0.30979166666656965</c:v>
                </c:pt>
                <c:pt idx="26767">
                  <c:v>0.30980324073607335</c:v>
                </c:pt>
                <c:pt idx="26768">
                  <c:v>0.309814814812853</c:v>
                </c:pt>
                <c:pt idx="26769">
                  <c:v>0.30982638888963265</c:v>
                </c:pt>
                <c:pt idx="26770">
                  <c:v>0.30983796295913635</c:v>
                </c:pt>
                <c:pt idx="26771">
                  <c:v>0.309849537035916</c:v>
                </c:pt>
                <c:pt idx="26772">
                  <c:v>0.3098611111054197</c:v>
                </c:pt>
                <c:pt idx="26773">
                  <c:v>0.30987268518219935</c:v>
                </c:pt>
                <c:pt idx="26774">
                  <c:v>0.309884259258979</c:v>
                </c:pt>
                <c:pt idx="26775">
                  <c:v>0.30989583332848269</c:v>
                </c:pt>
                <c:pt idx="26776">
                  <c:v>0.30990740740526235</c:v>
                </c:pt>
                <c:pt idx="26777">
                  <c:v>0.309918981482042</c:v>
                </c:pt>
                <c:pt idx="26778">
                  <c:v>0.30993055555154569</c:v>
                </c:pt>
                <c:pt idx="26779">
                  <c:v>0.30994212962832535</c:v>
                </c:pt>
                <c:pt idx="26780">
                  <c:v>0.30995370369782904</c:v>
                </c:pt>
                <c:pt idx="26781">
                  <c:v>0.30996527777460869</c:v>
                </c:pt>
                <c:pt idx="26782">
                  <c:v>0.30997685185138835</c:v>
                </c:pt>
                <c:pt idx="26783">
                  <c:v>0.30998842592089204</c:v>
                </c:pt>
                <c:pt idx="26784">
                  <c:v>0.30999999999767169</c:v>
                </c:pt>
                <c:pt idx="26785">
                  <c:v>0.31001157407445135</c:v>
                </c:pt>
                <c:pt idx="26786">
                  <c:v>0.31002314814395504</c:v>
                </c:pt>
                <c:pt idx="26787">
                  <c:v>0.31003472222073469</c:v>
                </c:pt>
                <c:pt idx="26788">
                  <c:v>0.31004629629751435</c:v>
                </c:pt>
                <c:pt idx="26789">
                  <c:v>0.31005787036701804</c:v>
                </c:pt>
                <c:pt idx="26790">
                  <c:v>0.31006944444379769</c:v>
                </c:pt>
                <c:pt idx="26791">
                  <c:v>0.31008101851330139</c:v>
                </c:pt>
                <c:pt idx="26792">
                  <c:v>0.31009259259008104</c:v>
                </c:pt>
                <c:pt idx="26793">
                  <c:v>0.31010416666686069</c:v>
                </c:pt>
                <c:pt idx="26794">
                  <c:v>0.31011574073636439</c:v>
                </c:pt>
                <c:pt idx="26795">
                  <c:v>0.31012731481314404</c:v>
                </c:pt>
                <c:pt idx="26796">
                  <c:v>0.31013888888992369</c:v>
                </c:pt>
                <c:pt idx="26797">
                  <c:v>0.31015046295942739</c:v>
                </c:pt>
                <c:pt idx="26798">
                  <c:v>0.31016203703620704</c:v>
                </c:pt>
                <c:pt idx="26799">
                  <c:v>0.31017361110571073</c:v>
                </c:pt>
                <c:pt idx="26800">
                  <c:v>0.31018518518249039</c:v>
                </c:pt>
                <c:pt idx="26801">
                  <c:v>0.31019675925927004</c:v>
                </c:pt>
                <c:pt idx="26802">
                  <c:v>0.31020833332877373</c:v>
                </c:pt>
                <c:pt idx="26803">
                  <c:v>0.31021990740555339</c:v>
                </c:pt>
                <c:pt idx="26804">
                  <c:v>0.31023148148233304</c:v>
                </c:pt>
                <c:pt idx="26805">
                  <c:v>0.31024305555183673</c:v>
                </c:pt>
                <c:pt idx="26806">
                  <c:v>0.31025462962861639</c:v>
                </c:pt>
                <c:pt idx="26807">
                  <c:v>0.31026620369812008</c:v>
                </c:pt>
                <c:pt idx="26808">
                  <c:v>0.31027777777489973</c:v>
                </c:pt>
                <c:pt idx="26809">
                  <c:v>0.31028935185167938</c:v>
                </c:pt>
                <c:pt idx="26810">
                  <c:v>0.31030092592118308</c:v>
                </c:pt>
                <c:pt idx="26811">
                  <c:v>0.31031249999796273</c:v>
                </c:pt>
                <c:pt idx="26812">
                  <c:v>0.31032407407474238</c:v>
                </c:pt>
                <c:pt idx="26813">
                  <c:v>0.31033564814424608</c:v>
                </c:pt>
                <c:pt idx="26814">
                  <c:v>0.31034722222102573</c:v>
                </c:pt>
                <c:pt idx="26815">
                  <c:v>0.31035879629052943</c:v>
                </c:pt>
                <c:pt idx="26816">
                  <c:v>0.31037037036730908</c:v>
                </c:pt>
                <c:pt idx="26817">
                  <c:v>0.31038194444408873</c:v>
                </c:pt>
                <c:pt idx="26818">
                  <c:v>0.31039351851359243</c:v>
                </c:pt>
                <c:pt idx="26819">
                  <c:v>0.31040509259037208</c:v>
                </c:pt>
                <c:pt idx="26820">
                  <c:v>0.31041666666715173</c:v>
                </c:pt>
                <c:pt idx="26821">
                  <c:v>0.31042824073665543</c:v>
                </c:pt>
                <c:pt idx="26822">
                  <c:v>0.31043981481343508</c:v>
                </c:pt>
                <c:pt idx="26823">
                  <c:v>0.31045138889021473</c:v>
                </c:pt>
                <c:pt idx="26824">
                  <c:v>0.31046296295971842</c:v>
                </c:pt>
                <c:pt idx="26825">
                  <c:v>0.31047453703649808</c:v>
                </c:pt>
                <c:pt idx="26826">
                  <c:v>0.31048611110600177</c:v>
                </c:pt>
                <c:pt idx="26827">
                  <c:v>0.31049768518278142</c:v>
                </c:pt>
                <c:pt idx="26828">
                  <c:v>0.31050925925956108</c:v>
                </c:pt>
                <c:pt idx="26829">
                  <c:v>0.31052083332906477</c:v>
                </c:pt>
                <c:pt idx="26830">
                  <c:v>0.31053240740584442</c:v>
                </c:pt>
                <c:pt idx="26831">
                  <c:v>0.31054398148262408</c:v>
                </c:pt>
                <c:pt idx="26832">
                  <c:v>0.31055555555212777</c:v>
                </c:pt>
                <c:pt idx="26833">
                  <c:v>0.31056712962890742</c:v>
                </c:pt>
                <c:pt idx="26834">
                  <c:v>0.31057870369841112</c:v>
                </c:pt>
                <c:pt idx="26835">
                  <c:v>0.31059027777519077</c:v>
                </c:pt>
                <c:pt idx="26836">
                  <c:v>0.31060185185197042</c:v>
                </c:pt>
                <c:pt idx="26837">
                  <c:v>0.31061342592147412</c:v>
                </c:pt>
                <c:pt idx="26838">
                  <c:v>0.31062499999825377</c:v>
                </c:pt>
                <c:pt idx="26839">
                  <c:v>0.31063657407503342</c:v>
                </c:pt>
                <c:pt idx="26840">
                  <c:v>0.31064814814453712</c:v>
                </c:pt>
                <c:pt idx="26841">
                  <c:v>0.31065972222131677</c:v>
                </c:pt>
                <c:pt idx="26842">
                  <c:v>0.31067129629082046</c:v>
                </c:pt>
                <c:pt idx="26843">
                  <c:v>0.31068287036760012</c:v>
                </c:pt>
                <c:pt idx="26844">
                  <c:v>0.31069444444437977</c:v>
                </c:pt>
                <c:pt idx="26845">
                  <c:v>0.31070601851388346</c:v>
                </c:pt>
                <c:pt idx="26846">
                  <c:v>0.31071759259066312</c:v>
                </c:pt>
                <c:pt idx="26847">
                  <c:v>0.31072916666744277</c:v>
                </c:pt>
                <c:pt idx="26848">
                  <c:v>0.31074074073694646</c:v>
                </c:pt>
                <c:pt idx="26849">
                  <c:v>0.31075231481372612</c:v>
                </c:pt>
                <c:pt idx="26850">
                  <c:v>0.31076388888322981</c:v>
                </c:pt>
                <c:pt idx="26851">
                  <c:v>0.31077546296000946</c:v>
                </c:pt>
                <c:pt idx="26852">
                  <c:v>0.31078703703678912</c:v>
                </c:pt>
                <c:pt idx="26853">
                  <c:v>0.31079861110629281</c:v>
                </c:pt>
                <c:pt idx="26854">
                  <c:v>0.31081018518307246</c:v>
                </c:pt>
                <c:pt idx="26855">
                  <c:v>0.31082175925985212</c:v>
                </c:pt>
                <c:pt idx="26856">
                  <c:v>0.31083333332935581</c:v>
                </c:pt>
                <c:pt idx="26857">
                  <c:v>0.31084490740613546</c:v>
                </c:pt>
                <c:pt idx="26858">
                  <c:v>0.31085648147563916</c:v>
                </c:pt>
                <c:pt idx="26859">
                  <c:v>0.31086805555241881</c:v>
                </c:pt>
                <c:pt idx="26860">
                  <c:v>0.31087962962919846</c:v>
                </c:pt>
                <c:pt idx="26861">
                  <c:v>0.31089120369870216</c:v>
                </c:pt>
                <c:pt idx="26862">
                  <c:v>0.31090277777548181</c:v>
                </c:pt>
                <c:pt idx="26863">
                  <c:v>0.31091435185226146</c:v>
                </c:pt>
                <c:pt idx="26864">
                  <c:v>0.31092592592176516</c:v>
                </c:pt>
                <c:pt idx="26865">
                  <c:v>0.31093749999854481</c:v>
                </c:pt>
                <c:pt idx="26866">
                  <c:v>0.31094907407532446</c:v>
                </c:pt>
                <c:pt idx="26867">
                  <c:v>0.31096064814482816</c:v>
                </c:pt>
                <c:pt idx="26868">
                  <c:v>0.31097222222160781</c:v>
                </c:pt>
                <c:pt idx="26869">
                  <c:v>0.3109837962911115</c:v>
                </c:pt>
                <c:pt idx="26870">
                  <c:v>0.31099537036789116</c:v>
                </c:pt>
                <c:pt idx="26871">
                  <c:v>0.31100694444467081</c:v>
                </c:pt>
                <c:pt idx="26872">
                  <c:v>0.3110185185141745</c:v>
                </c:pt>
                <c:pt idx="26873">
                  <c:v>0.31103009259095415</c:v>
                </c:pt>
                <c:pt idx="26874">
                  <c:v>0.31104166666773381</c:v>
                </c:pt>
                <c:pt idx="26875">
                  <c:v>0.3110532407372375</c:v>
                </c:pt>
                <c:pt idx="26876">
                  <c:v>0.31106481481401715</c:v>
                </c:pt>
                <c:pt idx="26877">
                  <c:v>0.31107638888352085</c:v>
                </c:pt>
                <c:pt idx="26878">
                  <c:v>0.3110879629603005</c:v>
                </c:pt>
                <c:pt idx="26879">
                  <c:v>0.31109953703708015</c:v>
                </c:pt>
                <c:pt idx="26880">
                  <c:v>0.31111111110658385</c:v>
                </c:pt>
                <c:pt idx="26881">
                  <c:v>0.3111226851833635</c:v>
                </c:pt>
                <c:pt idx="26882">
                  <c:v>0.31113425926014315</c:v>
                </c:pt>
                <c:pt idx="26883">
                  <c:v>0.31114583332964685</c:v>
                </c:pt>
                <c:pt idx="26884">
                  <c:v>0.3111574074064265</c:v>
                </c:pt>
                <c:pt idx="26885">
                  <c:v>0.3111689814759302</c:v>
                </c:pt>
                <c:pt idx="26886">
                  <c:v>0.31118055555270985</c:v>
                </c:pt>
                <c:pt idx="26887">
                  <c:v>0.3111921296294895</c:v>
                </c:pt>
                <c:pt idx="26888">
                  <c:v>0.31120370369899319</c:v>
                </c:pt>
                <c:pt idx="26889">
                  <c:v>0.31121527777577285</c:v>
                </c:pt>
                <c:pt idx="26890">
                  <c:v>0.3112268518525525</c:v>
                </c:pt>
                <c:pt idx="26891">
                  <c:v>0.31123842592205619</c:v>
                </c:pt>
                <c:pt idx="26892">
                  <c:v>0.31124999999883585</c:v>
                </c:pt>
                <c:pt idx="26893">
                  <c:v>0.31126157406833954</c:v>
                </c:pt>
                <c:pt idx="26894">
                  <c:v>0.31127314814511919</c:v>
                </c:pt>
                <c:pt idx="26895">
                  <c:v>0.31128472222189885</c:v>
                </c:pt>
                <c:pt idx="26896">
                  <c:v>0.31129629629140254</c:v>
                </c:pt>
                <c:pt idx="26897">
                  <c:v>0.31130787036818219</c:v>
                </c:pt>
                <c:pt idx="26898">
                  <c:v>0.31131944444496185</c:v>
                </c:pt>
                <c:pt idx="26899">
                  <c:v>0.31133101851446554</c:v>
                </c:pt>
                <c:pt idx="26900">
                  <c:v>0.31134259259124519</c:v>
                </c:pt>
                <c:pt idx="26901">
                  <c:v>0.31135416666074889</c:v>
                </c:pt>
                <c:pt idx="26902">
                  <c:v>0.31136574073752854</c:v>
                </c:pt>
                <c:pt idx="26903">
                  <c:v>0.31137731481430819</c:v>
                </c:pt>
                <c:pt idx="26904">
                  <c:v>0.31138888888381189</c:v>
                </c:pt>
                <c:pt idx="26905">
                  <c:v>0.31140046296059154</c:v>
                </c:pt>
                <c:pt idx="26906">
                  <c:v>0.31141203703737119</c:v>
                </c:pt>
                <c:pt idx="26907">
                  <c:v>0.31142361110687489</c:v>
                </c:pt>
                <c:pt idx="26908">
                  <c:v>0.31143518518365454</c:v>
                </c:pt>
                <c:pt idx="26909">
                  <c:v>0.31144675926043419</c:v>
                </c:pt>
                <c:pt idx="26910">
                  <c:v>0.31145833332993789</c:v>
                </c:pt>
                <c:pt idx="26911">
                  <c:v>0.31146990740671754</c:v>
                </c:pt>
                <c:pt idx="26912">
                  <c:v>0.31148148147622123</c:v>
                </c:pt>
                <c:pt idx="26913">
                  <c:v>0.31149305555300089</c:v>
                </c:pt>
                <c:pt idx="26914">
                  <c:v>0.31150462962978054</c:v>
                </c:pt>
                <c:pt idx="26915">
                  <c:v>0.31151620369928423</c:v>
                </c:pt>
                <c:pt idx="26916">
                  <c:v>0.31152777777606389</c:v>
                </c:pt>
                <c:pt idx="26917">
                  <c:v>0.31153935185284354</c:v>
                </c:pt>
                <c:pt idx="26918">
                  <c:v>0.31155092592234723</c:v>
                </c:pt>
                <c:pt idx="26919">
                  <c:v>0.31156249999912689</c:v>
                </c:pt>
                <c:pt idx="26920">
                  <c:v>0.31157407406863058</c:v>
                </c:pt>
                <c:pt idx="26921">
                  <c:v>0.31158564814541023</c:v>
                </c:pt>
                <c:pt idx="26922">
                  <c:v>0.31159722222218988</c:v>
                </c:pt>
                <c:pt idx="26923">
                  <c:v>0.31160879629169358</c:v>
                </c:pt>
                <c:pt idx="26924">
                  <c:v>0.31162037036847323</c:v>
                </c:pt>
                <c:pt idx="26925">
                  <c:v>0.31163194444525288</c:v>
                </c:pt>
                <c:pt idx="26926">
                  <c:v>0.31164351851475658</c:v>
                </c:pt>
                <c:pt idx="26927">
                  <c:v>0.31165509259153623</c:v>
                </c:pt>
                <c:pt idx="26928">
                  <c:v>0.31166666666103993</c:v>
                </c:pt>
                <c:pt idx="26929">
                  <c:v>0.31167824073781958</c:v>
                </c:pt>
                <c:pt idx="26930">
                  <c:v>0.31168981481459923</c:v>
                </c:pt>
                <c:pt idx="26931">
                  <c:v>0.31170138888410293</c:v>
                </c:pt>
                <c:pt idx="26932">
                  <c:v>0.31171296296088258</c:v>
                </c:pt>
                <c:pt idx="26933">
                  <c:v>0.31172453703766223</c:v>
                </c:pt>
                <c:pt idx="26934">
                  <c:v>0.31173611110716593</c:v>
                </c:pt>
                <c:pt idx="26935">
                  <c:v>0.31174768518394558</c:v>
                </c:pt>
                <c:pt idx="26936">
                  <c:v>0.31175925925344927</c:v>
                </c:pt>
                <c:pt idx="26937">
                  <c:v>0.31177083333022892</c:v>
                </c:pt>
                <c:pt idx="26938">
                  <c:v>0.31178240740700858</c:v>
                </c:pt>
                <c:pt idx="26939">
                  <c:v>0.31179398147651227</c:v>
                </c:pt>
                <c:pt idx="26940">
                  <c:v>0.31180555555329192</c:v>
                </c:pt>
                <c:pt idx="26941">
                  <c:v>0.31181712963007158</c:v>
                </c:pt>
                <c:pt idx="26942">
                  <c:v>0.31182870369957527</c:v>
                </c:pt>
                <c:pt idx="26943">
                  <c:v>0.31184027777635492</c:v>
                </c:pt>
                <c:pt idx="26944">
                  <c:v>0.31185185185313458</c:v>
                </c:pt>
                <c:pt idx="26945">
                  <c:v>0.31186342592263827</c:v>
                </c:pt>
                <c:pt idx="26946">
                  <c:v>0.31187499999941792</c:v>
                </c:pt>
                <c:pt idx="26947">
                  <c:v>0.31188657406892162</c:v>
                </c:pt>
                <c:pt idx="26948">
                  <c:v>0.31189814814570127</c:v>
                </c:pt>
                <c:pt idx="26949">
                  <c:v>0.31190972222248092</c:v>
                </c:pt>
                <c:pt idx="26950">
                  <c:v>0.31192129629198462</c:v>
                </c:pt>
                <c:pt idx="26951">
                  <c:v>0.31193287036876427</c:v>
                </c:pt>
                <c:pt idx="26952">
                  <c:v>0.31194444444554392</c:v>
                </c:pt>
                <c:pt idx="26953">
                  <c:v>0.31195601851504762</c:v>
                </c:pt>
                <c:pt idx="26954">
                  <c:v>0.31196759259182727</c:v>
                </c:pt>
                <c:pt idx="26955">
                  <c:v>0.31197916666133096</c:v>
                </c:pt>
                <c:pt idx="26956">
                  <c:v>0.31199074073811062</c:v>
                </c:pt>
                <c:pt idx="26957">
                  <c:v>0.31200231481489027</c:v>
                </c:pt>
                <c:pt idx="26958">
                  <c:v>0.31201388888439396</c:v>
                </c:pt>
                <c:pt idx="26959">
                  <c:v>0.31202546296117362</c:v>
                </c:pt>
                <c:pt idx="26960">
                  <c:v>0.31203703703795327</c:v>
                </c:pt>
                <c:pt idx="26961">
                  <c:v>0.31204861110745696</c:v>
                </c:pt>
                <c:pt idx="26962">
                  <c:v>0.31206018518423662</c:v>
                </c:pt>
                <c:pt idx="26963">
                  <c:v>0.31207175925374031</c:v>
                </c:pt>
                <c:pt idx="26964">
                  <c:v>0.31208333333051996</c:v>
                </c:pt>
                <c:pt idx="26965">
                  <c:v>0.31209490740729962</c:v>
                </c:pt>
                <c:pt idx="26966">
                  <c:v>0.31210648147680331</c:v>
                </c:pt>
                <c:pt idx="26967">
                  <c:v>0.31211805555358296</c:v>
                </c:pt>
                <c:pt idx="26968">
                  <c:v>0.31212962963036261</c:v>
                </c:pt>
                <c:pt idx="26969">
                  <c:v>0.31214120369986631</c:v>
                </c:pt>
                <c:pt idx="26970">
                  <c:v>0.31215277777664596</c:v>
                </c:pt>
                <c:pt idx="26971">
                  <c:v>0.31216435184614966</c:v>
                </c:pt>
                <c:pt idx="26972">
                  <c:v>0.31217592592292931</c:v>
                </c:pt>
                <c:pt idx="26973">
                  <c:v>0.31218749999970896</c:v>
                </c:pt>
                <c:pt idx="26974">
                  <c:v>0.31219907406921266</c:v>
                </c:pt>
                <c:pt idx="26975">
                  <c:v>0.31221064814599231</c:v>
                </c:pt>
                <c:pt idx="26976">
                  <c:v>0.31222222222277196</c:v>
                </c:pt>
                <c:pt idx="26977">
                  <c:v>0.31223379629227566</c:v>
                </c:pt>
                <c:pt idx="26978">
                  <c:v>0.31224537036905531</c:v>
                </c:pt>
                <c:pt idx="26979">
                  <c:v>0.312256944438559</c:v>
                </c:pt>
                <c:pt idx="26980">
                  <c:v>0.31226851851533866</c:v>
                </c:pt>
                <c:pt idx="26981">
                  <c:v>0.31228009259211831</c:v>
                </c:pt>
                <c:pt idx="26982">
                  <c:v>0.312291666661622</c:v>
                </c:pt>
                <c:pt idx="26983">
                  <c:v>0.31230324073840166</c:v>
                </c:pt>
                <c:pt idx="26984">
                  <c:v>0.31231481481518131</c:v>
                </c:pt>
                <c:pt idx="26985">
                  <c:v>0.312326388884685</c:v>
                </c:pt>
                <c:pt idx="26986">
                  <c:v>0.31233796296146465</c:v>
                </c:pt>
                <c:pt idx="26987">
                  <c:v>0.31234953703824431</c:v>
                </c:pt>
                <c:pt idx="26988">
                  <c:v>0.312361111107748</c:v>
                </c:pt>
                <c:pt idx="26989">
                  <c:v>0.31237268518452765</c:v>
                </c:pt>
                <c:pt idx="26990">
                  <c:v>0.31238425925403135</c:v>
                </c:pt>
                <c:pt idx="26991">
                  <c:v>0.312395833330811</c:v>
                </c:pt>
                <c:pt idx="26992">
                  <c:v>0.31240740740759065</c:v>
                </c:pt>
                <c:pt idx="26993">
                  <c:v>0.31241898147709435</c:v>
                </c:pt>
                <c:pt idx="26994">
                  <c:v>0.312430555553874</c:v>
                </c:pt>
                <c:pt idx="26995">
                  <c:v>0.31244212963065365</c:v>
                </c:pt>
                <c:pt idx="26996">
                  <c:v>0.31245370370015735</c:v>
                </c:pt>
                <c:pt idx="26997">
                  <c:v>0.312465277776937</c:v>
                </c:pt>
                <c:pt idx="26998">
                  <c:v>0.3124768518464407</c:v>
                </c:pt>
                <c:pt idx="26999">
                  <c:v>0.31248842592322035</c:v>
                </c:pt>
                <c:pt idx="27000">
                  <c:v>0.3125</c:v>
                </c:pt>
                <c:pt idx="27001">
                  <c:v>0.31251157406950369</c:v>
                </c:pt>
                <c:pt idx="27002">
                  <c:v>0.31252314814628335</c:v>
                </c:pt>
                <c:pt idx="27003">
                  <c:v>0.312534722223063</c:v>
                </c:pt>
                <c:pt idx="27004">
                  <c:v>0.31254629629256669</c:v>
                </c:pt>
                <c:pt idx="27005">
                  <c:v>0.31255787036934635</c:v>
                </c:pt>
                <c:pt idx="27006">
                  <c:v>0.31256944443885004</c:v>
                </c:pt>
                <c:pt idx="27007">
                  <c:v>0.31258101851562969</c:v>
                </c:pt>
                <c:pt idx="27008">
                  <c:v>0.31259259259240935</c:v>
                </c:pt>
                <c:pt idx="27009">
                  <c:v>0.31260416666191304</c:v>
                </c:pt>
                <c:pt idx="27010">
                  <c:v>0.31261574073869269</c:v>
                </c:pt>
                <c:pt idx="27011">
                  <c:v>0.31262731481547235</c:v>
                </c:pt>
                <c:pt idx="27012">
                  <c:v>0.31263888888497604</c:v>
                </c:pt>
                <c:pt idx="27013">
                  <c:v>0.31265046296175569</c:v>
                </c:pt>
                <c:pt idx="27014">
                  <c:v>0.31266203703125939</c:v>
                </c:pt>
                <c:pt idx="27015">
                  <c:v>0.31267361110803904</c:v>
                </c:pt>
                <c:pt idx="27016">
                  <c:v>0.31268518518481869</c:v>
                </c:pt>
                <c:pt idx="27017">
                  <c:v>0.31269675925432239</c:v>
                </c:pt>
                <c:pt idx="27018">
                  <c:v>0.31270833333110204</c:v>
                </c:pt>
                <c:pt idx="27019">
                  <c:v>0.31271990740788169</c:v>
                </c:pt>
                <c:pt idx="27020">
                  <c:v>0.31273148147738539</c:v>
                </c:pt>
                <c:pt idx="27021">
                  <c:v>0.31274305555416504</c:v>
                </c:pt>
                <c:pt idx="27022">
                  <c:v>0.31275462963094469</c:v>
                </c:pt>
                <c:pt idx="27023">
                  <c:v>0.31276620370044839</c:v>
                </c:pt>
                <c:pt idx="27024">
                  <c:v>0.31277777777722804</c:v>
                </c:pt>
                <c:pt idx="27025">
                  <c:v>0.31278935184673173</c:v>
                </c:pt>
                <c:pt idx="27026">
                  <c:v>0.31280092592351139</c:v>
                </c:pt>
                <c:pt idx="27027">
                  <c:v>0.31281250000029104</c:v>
                </c:pt>
                <c:pt idx="27028">
                  <c:v>0.31282407406979473</c:v>
                </c:pt>
                <c:pt idx="27029">
                  <c:v>0.31283564814657439</c:v>
                </c:pt>
                <c:pt idx="27030">
                  <c:v>0.31284722222335404</c:v>
                </c:pt>
                <c:pt idx="27031">
                  <c:v>0.31285879629285773</c:v>
                </c:pt>
                <c:pt idx="27032">
                  <c:v>0.31287037036963739</c:v>
                </c:pt>
                <c:pt idx="27033">
                  <c:v>0.31288194443914108</c:v>
                </c:pt>
                <c:pt idx="27034">
                  <c:v>0.31289351851592073</c:v>
                </c:pt>
                <c:pt idx="27035">
                  <c:v>0.31290509259270038</c:v>
                </c:pt>
                <c:pt idx="27036">
                  <c:v>0.31291666666220408</c:v>
                </c:pt>
                <c:pt idx="27037">
                  <c:v>0.31292824073898373</c:v>
                </c:pt>
                <c:pt idx="27038">
                  <c:v>0.31293981481576338</c:v>
                </c:pt>
                <c:pt idx="27039">
                  <c:v>0.31295138888526708</c:v>
                </c:pt>
                <c:pt idx="27040">
                  <c:v>0.31296296296204673</c:v>
                </c:pt>
                <c:pt idx="27041">
                  <c:v>0.31297453703155043</c:v>
                </c:pt>
                <c:pt idx="27042">
                  <c:v>0.31298611110833008</c:v>
                </c:pt>
                <c:pt idx="27043">
                  <c:v>0.31299768518510973</c:v>
                </c:pt>
                <c:pt idx="27044">
                  <c:v>0.31300925925461343</c:v>
                </c:pt>
                <c:pt idx="27045">
                  <c:v>0.31302083333139308</c:v>
                </c:pt>
                <c:pt idx="27046">
                  <c:v>0.31303240740817273</c:v>
                </c:pt>
                <c:pt idx="27047">
                  <c:v>0.31304398147767643</c:v>
                </c:pt>
                <c:pt idx="27048">
                  <c:v>0.31305555555445608</c:v>
                </c:pt>
                <c:pt idx="27049">
                  <c:v>0.31306712962395977</c:v>
                </c:pt>
                <c:pt idx="27050">
                  <c:v>0.31307870370073942</c:v>
                </c:pt>
                <c:pt idx="27051">
                  <c:v>0.31309027777751908</c:v>
                </c:pt>
                <c:pt idx="27052">
                  <c:v>0.31310185184702277</c:v>
                </c:pt>
                <c:pt idx="27053">
                  <c:v>0.31311342592380242</c:v>
                </c:pt>
                <c:pt idx="27054">
                  <c:v>0.31312500000058208</c:v>
                </c:pt>
                <c:pt idx="27055">
                  <c:v>0.31313657407008577</c:v>
                </c:pt>
                <c:pt idx="27056">
                  <c:v>0.31314814814686542</c:v>
                </c:pt>
                <c:pt idx="27057">
                  <c:v>0.31315972221636912</c:v>
                </c:pt>
                <c:pt idx="27058">
                  <c:v>0.31317129629314877</c:v>
                </c:pt>
                <c:pt idx="27059">
                  <c:v>0.31318287036992842</c:v>
                </c:pt>
                <c:pt idx="27060">
                  <c:v>0.31319444443943212</c:v>
                </c:pt>
                <c:pt idx="27061">
                  <c:v>0.31320601851621177</c:v>
                </c:pt>
                <c:pt idx="27062">
                  <c:v>0.31321759259299142</c:v>
                </c:pt>
                <c:pt idx="27063">
                  <c:v>0.31322916666249512</c:v>
                </c:pt>
                <c:pt idx="27064">
                  <c:v>0.31324074073927477</c:v>
                </c:pt>
                <c:pt idx="27065">
                  <c:v>0.31325231481605442</c:v>
                </c:pt>
                <c:pt idx="27066">
                  <c:v>0.31326388888555812</c:v>
                </c:pt>
                <c:pt idx="27067">
                  <c:v>0.31327546296233777</c:v>
                </c:pt>
                <c:pt idx="27068">
                  <c:v>0.31328703703184146</c:v>
                </c:pt>
                <c:pt idx="27069">
                  <c:v>0.31329861110862112</c:v>
                </c:pt>
                <c:pt idx="27070">
                  <c:v>0.31331018518540077</c:v>
                </c:pt>
                <c:pt idx="27071">
                  <c:v>0.31332175925490446</c:v>
                </c:pt>
                <c:pt idx="27072">
                  <c:v>0.31333333333168412</c:v>
                </c:pt>
                <c:pt idx="27073">
                  <c:v>0.31334490740846377</c:v>
                </c:pt>
                <c:pt idx="27074">
                  <c:v>0.31335648147796746</c:v>
                </c:pt>
                <c:pt idx="27075">
                  <c:v>0.31336805555474712</c:v>
                </c:pt>
                <c:pt idx="27076">
                  <c:v>0.31337962962425081</c:v>
                </c:pt>
                <c:pt idx="27077">
                  <c:v>0.31339120370103046</c:v>
                </c:pt>
                <c:pt idx="27078">
                  <c:v>0.31340277777781012</c:v>
                </c:pt>
                <c:pt idx="27079">
                  <c:v>0.31341435184731381</c:v>
                </c:pt>
                <c:pt idx="27080">
                  <c:v>0.31342592592409346</c:v>
                </c:pt>
                <c:pt idx="27081">
                  <c:v>0.31343750000087311</c:v>
                </c:pt>
                <c:pt idx="27082">
                  <c:v>0.31344907407037681</c:v>
                </c:pt>
                <c:pt idx="27083">
                  <c:v>0.31346064814715646</c:v>
                </c:pt>
                <c:pt idx="27084">
                  <c:v>0.31347222221666016</c:v>
                </c:pt>
                <c:pt idx="27085">
                  <c:v>0.31348379629343981</c:v>
                </c:pt>
                <c:pt idx="27086">
                  <c:v>0.31349537037021946</c:v>
                </c:pt>
                <c:pt idx="27087">
                  <c:v>0.31350694443972316</c:v>
                </c:pt>
                <c:pt idx="27088">
                  <c:v>0.31351851851650281</c:v>
                </c:pt>
                <c:pt idx="27089">
                  <c:v>0.31353009259328246</c:v>
                </c:pt>
                <c:pt idx="27090">
                  <c:v>0.31354166666278616</c:v>
                </c:pt>
                <c:pt idx="27091">
                  <c:v>0.31355324073956581</c:v>
                </c:pt>
                <c:pt idx="27092">
                  <c:v>0.3135648148090695</c:v>
                </c:pt>
                <c:pt idx="27093">
                  <c:v>0.31357638888584916</c:v>
                </c:pt>
                <c:pt idx="27094">
                  <c:v>0.31358796296262881</c:v>
                </c:pt>
                <c:pt idx="27095">
                  <c:v>0.3135995370321325</c:v>
                </c:pt>
                <c:pt idx="27096">
                  <c:v>0.31361111110891216</c:v>
                </c:pt>
                <c:pt idx="27097">
                  <c:v>0.31362268518569181</c:v>
                </c:pt>
                <c:pt idx="27098">
                  <c:v>0.3136342592551955</c:v>
                </c:pt>
                <c:pt idx="27099">
                  <c:v>0.31364583333197515</c:v>
                </c:pt>
                <c:pt idx="27100">
                  <c:v>0.31365740740147885</c:v>
                </c:pt>
                <c:pt idx="27101">
                  <c:v>0.3136689814782585</c:v>
                </c:pt>
                <c:pt idx="27102">
                  <c:v>0.31368055555503815</c:v>
                </c:pt>
                <c:pt idx="27103">
                  <c:v>0.31369212962454185</c:v>
                </c:pt>
                <c:pt idx="27104">
                  <c:v>0.3137037037013215</c:v>
                </c:pt>
                <c:pt idx="27105">
                  <c:v>0.31371527777810115</c:v>
                </c:pt>
                <c:pt idx="27106">
                  <c:v>0.31372685184760485</c:v>
                </c:pt>
                <c:pt idx="27107">
                  <c:v>0.3137384259243845</c:v>
                </c:pt>
                <c:pt idx="27108">
                  <c:v>0.31375000000116415</c:v>
                </c:pt>
                <c:pt idx="27109">
                  <c:v>0.31376157407066785</c:v>
                </c:pt>
                <c:pt idx="27110">
                  <c:v>0.3137731481474475</c:v>
                </c:pt>
                <c:pt idx="27111">
                  <c:v>0.3137847222169512</c:v>
                </c:pt>
                <c:pt idx="27112">
                  <c:v>0.31379629629373085</c:v>
                </c:pt>
                <c:pt idx="27113">
                  <c:v>0.3138078703705105</c:v>
                </c:pt>
                <c:pt idx="27114">
                  <c:v>0.31381944444001419</c:v>
                </c:pt>
                <c:pt idx="27115">
                  <c:v>0.31383101851679385</c:v>
                </c:pt>
                <c:pt idx="27116">
                  <c:v>0.3138425925935735</c:v>
                </c:pt>
                <c:pt idx="27117">
                  <c:v>0.31385416666307719</c:v>
                </c:pt>
                <c:pt idx="27118">
                  <c:v>0.31386574073985685</c:v>
                </c:pt>
                <c:pt idx="27119">
                  <c:v>0.31387731480936054</c:v>
                </c:pt>
                <c:pt idx="27120">
                  <c:v>0.31388888888614019</c:v>
                </c:pt>
                <c:pt idx="27121">
                  <c:v>0.31390046296291985</c:v>
                </c:pt>
                <c:pt idx="27122">
                  <c:v>0.31391203703242354</c:v>
                </c:pt>
                <c:pt idx="27123">
                  <c:v>0.31392361110920319</c:v>
                </c:pt>
                <c:pt idx="27124">
                  <c:v>0.31393518518598285</c:v>
                </c:pt>
                <c:pt idx="27125">
                  <c:v>0.31394675925548654</c:v>
                </c:pt>
                <c:pt idx="27126">
                  <c:v>0.31395833333226619</c:v>
                </c:pt>
                <c:pt idx="27127">
                  <c:v>0.31396990740176989</c:v>
                </c:pt>
                <c:pt idx="27128">
                  <c:v>0.31398148147854954</c:v>
                </c:pt>
                <c:pt idx="27129">
                  <c:v>0.31399305555532919</c:v>
                </c:pt>
                <c:pt idx="27130">
                  <c:v>0.31400462962483289</c:v>
                </c:pt>
                <c:pt idx="27131">
                  <c:v>0.31401620370161254</c:v>
                </c:pt>
                <c:pt idx="27132">
                  <c:v>0.31402777777839219</c:v>
                </c:pt>
                <c:pt idx="27133">
                  <c:v>0.31403935184789589</c:v>
                </c:pt>
                <c:pt idx="27134">
                  <c:v>0.31405092592467554</c:v>
                </c:pt>
                <c:pt idx="27135">
                  <c:v>0.31406249999417923</c:v>
                </c:pt>
                <c:pt idx="27136">
                  <c:v>0.31407407407095889</c:v>
                </c:pt>
                <c:pt idx="27137">
                  <c:v>0.31408564814773854</c:v>
                </c:pt>
                <c:pt idx="27138">
                  <c:v>0.31409722221724223</c:v>
                </c:pt>
                <c:pt idx="27139">
                  <c:v>0.31410879629402189</c:v>
                </c:pt>
                <c:pt idx="27140">
                  <c:v>0.31412037037080154</c:v>
                </c:pt>
                <c:pt idx="27141">
                  <c:v>0.31413194444030523</c:v>
                </c:pt>
                <c:pt idx="27142">
                  <c:v>0.31414351851708489</c:v>
                </c:pt>
                <c:pt idx="27143">
                  <c:v>0.31415509259386454</c:v>
                </c:pt>
                <c:pt idx="27144">
                  <c:v>0.31416666666336823</c:v>
                </c:pt>
                <c:pt idx="27145">
                  <c:v>0.31417824074014788</c:v>
                </c:pt>
                <c:pt idx="27146">
                  <c:v>0.31418981480965158</c:v>
                </c:pt>
                <c:pt idx="27147">
                  <c:v>0.31420138888643123</c:v>
                </c:pt>
                <c:pt idx="27148">
                  <c:v>0.31421296296321088</c:v>
                </c:pt>
                <c:pt idx="27149">
                  <c:v>0.31422453703271458</c:v>
                </c:pt>
                <c:pt idx="27150">
                  <c:v>0.31423611110949423</c:v>
                </c:pt>
                <c:pt idx="27151">
                  <c:v>0.31424768518627388</c:v>
                </c:pt>
                <c:pt idx="27152">
                  <c:v>0.31425925925577758</c:v>
                </c:pt>
                <c:pt idx="27153">
                  <c:v>0.31427083333255723</c:v>
                </c:pt>
                <c:pt idx="27154">
                  <c:v>0.31428240740206093</c:v>
                </c:pt>
                <c:pt idx="27155">
                  <c:v>0.31429398147884058</c:v>
                </c:pt>
                <c:pt idx="27156">
                  <c:v>0.31430555555562023</c:v>
                </c:pt>
                <c:pt idx="27157">
                  <c:v>0.31431712962512393</c:v>
                </c:pt>
                <c:pt idx="27158">
                  <c:v>0.31432870370190358</c:v>
                </c:pt>
                <c:pt idx="27159">
                  <c:v>0.31434027777868323</c:v>
                </c:pt>
                <c:pt idx="27160">
                  <c:v>0.31435185184818693</c:v>
                </c:pt>
                <c:pt idx="27161">
                  <c:v>0.31436342592496658</c:v>
                </c:pt>
                <c:pt idx="27162">
                  <c:v>0.31437499999447027</c:v>
                </c:pt>
                <c:pt idx="27163">
                  <c:v>0.31438657407124992</c:v>
                </c:pt>
                <c:pt idx="27164">
                  <c:v>0.31439814814802958</c:v>
                </c:pt>
                <c:pt idx="27165">
                  <c:v>0.31440972221753327</c:v>
                </c:pt>
                <c:pt idx="27166">
                  <c:v>0.31442129629431292</c:v>
                </c:pt>
                <c:pt idx="27167">
                  <c:v>0.31443287037109258</c:v>
                </c:pt>
                <c:pt idx="27168">
                  <c:v>0.31444444444059627</c:v>
                </c:pt>
                <c:pt idx="27169">
                  <c:v>0.31445601851737592</c:v>
                </c:pt>
                <c:pt idx="27170">
                  <c:v>0.31446759258687962</c:v>
                </c:pt>
                <c:pt idx="27171">
                  <c:v>0.31447916666365927</c:v>
                </c:pt>
                <c:pt idx="27172">
                  <c:v>0.31449074074043892</c:v>
                </c:pt>
                <c:pt idx="27173">
                  <c:v>0.31450231480994262</c:v>
                </c:pt>
                <c:pt idx="27174">
                  <c:v>0.31451388888672227</c:v>
                </c:pt>
                <c:pt idx="27175">
                  <c:v>0.31452546296350192</c:v>
                </c:pt>
                <c:pt idx="27176">
                  <c:v>0.31453703703300562</c:v>
                </c:pt>
                <c:pt idx="27177">
                  <c:v>0.31454861110978527</c:v>
                </c:pt>
                <c:pt idx="27178">
                  <c:v>0.31456018517928896</c:v>
                </c:pt>
                <c:pt idx="27179">
                  <c:v>0.31457175925606862</c:v>
                </c:pt>
                <c:pt idx="27180">
                  <c:v>0.31458333333284827</c:v>
                </c:pt>
                <c:pt idx="27181">
                  <c:v>0.31459490740235196</c:v>
                </c:pt>
                <c:pt idx="27182">
                  <c:v>0.31460648147913162</c:v>
                </c:pt>
                <c:pt idx="27183">
                  <c:v>0.31461805555591127</c:v>
                </c:pt>
                <c:pt idx="27184">
                  <c:v>0.31462962962541496</c:v>
                </c:pt>
                <c:pt idx="27185">
                  <c:v>0.31464120370219462</c:v>
                </c:pt>
                <c:pt idx="27186">
                  <c:v>0.31465277777897427</c:v>
                </c:pt>
                <c:pt idx="27187">
                  <c:v>0.31466435184847796</c:v>
                </c:pt>
                <c:pt idx="27188">
                  <c:v>0.31467592592525762</c:v>
                </c:pt>
                <c:pt idx="27189">
                  <c:v>0.31468749999476131</c:v>
                </c:pt>
                <c:pt idx="27190">
                  <c:v>0.31469907407154096</c:v>
                </c:pt>
                <c:pt idx="27191">
                  <c:v>0.31471064814832062</c:v>
                </c:pt>
                <c:pt idx="27192">
                  <c:v>0.31472222221782431</c:v>
                </c:pt>
                <c:pt idx="27193">
                  <c:v>0.31473379629460396</c:v>
                </c:pt>
                <c:pt idx="27194">
                  <c:v>0.31474537037138361</c:v>
                </c:pt>
                <c:pt idx="27195">
                  <c:v>0.31475694444088731</c:v>
                </c:pt>
                <c:pt idx="27196">
                  <c:v>0.31476851851766696</c:v>
                </c:pt>
                <c:pt idx="27197">
                  <c:v>0.31478009258717066</c:v>
                </c:pt>
                <c:pt idx="27198">
                  <c:v>0.31479166666395031</c:v>
                </c:pt>
                <c:pt idx="27199">
                  <c:v>0.31480324074072996</c:v>
                </c:pt>
                <c:pt idx="27200">
                  <c:v>0.31481481481023366</c:v>
                </c:pt>
                <c:pt idx="27201">
                  <c:v>0.31482638888701331</c:v>
                </c:pt>
                <c:pt idx="27202">
                  <c:v>0.31483796296379296</c:v>
                </c:pt>
                <c:pt idx="27203">
                  <c:v>0.31484953703329666</c:v>
                </c:pt>
                <c:pt idx="27204">
                  <c:v>0.31486111111007631</c:v>
                </c:pt>
                <c:pt idx="27205">
                  <c:v>0.31487268517958</c:v>
                </c:pt>
                <c:pt idx="27206">
                  <c:v>0.31488425925635966</c:v>
                </c:pt>
                <c:pt idx="27207">
                  <c:v>0.31489583333313931</c:v>
                </c:pt>
                <c:pt idx="27208">
                  <c:v>0.314907407402643</c:v>
                </c:pt>
                <c:pt idx="27209">
                  <c:v>0.31491898147942265</c:v>
                </c:pt>
                <c:pt idx="27210">
                  <c:v>0.31493055555620231</c:v>
                </c:pt>
                <c:pt idx="27211">
                  <c:v>0.314942129625706</c:v>
                </c:pt>
                <c:pt idx="27212">
                  <c:v>0.31495370370248565</c:v>
                </c:pt>
                <c:pt idx="27213">
                  <c:v>0.31496527777198935</c:v>
                </c:pt>
                <c:pt idx="27214">
                  <c:v>0.314976851848769</c:v>
                </c:pt>
                <c:pt idx="27215">
                  <c:v>0.31498842592554865</c:v>
                </c:pt>
                <c:pt idx="27216">
                  <c:v>0.31499999999505235</c:v>
                </c:pt>
                <c:pt idx="27217">
                  <c:v>0.315011574071832</c:v>
                </c:pt>
                <c:pt idx="27218">
                  <c:v>0.31502314814861165</c:v>
                </c:pt>
                <c:pt idx="27219">
                  <c:v>0.31503472221811535</c:v>
                </c:pt>
                <c:pt idx="27220">
                  <c:v>0.315046296294895</c:v>
                </c:pt>
                <c:pt idx="27221">
                  <c:v>0.31505787037167465</c:v>
                </c:pt>
                <c:pt idx="27222">
                  <c:v>0.31506944444117835</c:v>
                </c:pt>
                <c:pt idx="27223">
                  <c:v>0.315081018517958</c:v>
                </c:pt>
                <c:pt idx="27224">
                  <c:v>0.3150925925874617</c:v>
                </c:pt>
                <c:pt idx="27225">
                  <c:v>0.31510416666424135</c:v>
                </c:pt>
                <c:pt idx="27226">
                  <c:v>0.315115740741021</c:v>
                </c:pt>
                <c:pt idx="27227">
                  <c:v>0.31512731481052469</c:v>
                </c:pt>
                <c:pt idx="27228">
                  <c:v>0.31513888888730435</c:v>
                </c:pt>
                <c:pt idx="27229">
                  <c:v>0.315150462964084</c:v>
                </c:pt>
                <c:pt idx="27230">
                  <c:v>0.31516203703358769</c:v>
                </c:pt>
                <c:pt idx="27231">
                  <c:v>0.31517361111036735</c:v>
                </c:pt>
                <c:pt idx="27232">
                  <c:v>0.31518518517987104</c:v>
                </c:pt>
                <c:pt idx="27233">
                  <c:v>0.31519675925665069</c:v>
                </c:pt>
                <c:pt idx="27234">
                  <c:v>0.31520833333343035</c:v>
                </c:pt>
                <c:pt idx="27235">
                  <c:v>0.31521990740293404</c:v>
                </c:pt>
                <c:pt idx="27236">
                  <c:v>0.31523148147971369</c:v>
                </c:pt>
                <c:pt idx="27237">
                  <c:v>0.31524305555649335</c:v>
                </c:pt>
                <c:pt idx="27238">
                  <c:v>0.31525462962599704</c:v>
                </c:pt>
                <c:pt idx="27239">
                  <c:v>0.31526620370277669</c:v>
                </c:pt>
                <c:pt idx="27240">
                  <c:v>0.31527777777228039</c:v>
                </c:pt>
                <c:pt idx="27241">
                  <c:v>0.31528935184906004</c:v>
                </c:pt>
                <c:pt idx="27242">
                  <c:v>0.31530092592583969</c:v>
                </c:pt>
                <c:pt idx="27243">
                  <c:v>0.31531249999534339</c:v>
                </c:pt>
                <c:pt idx="27244">
                  <c:v>0.31532407407212304</c:v>
                </c:pt>
                <c:pt idx="27245">
                  <c:v>0.31533564814890269</c:v>
                </c:pt>
                <c:pt idx="27246">
                  <c:v>0.31534722221840639</c:v>
                </c:pt>
                <c:pt idx="27247">
                  <c:v>0.31535879629518604</c:v>
                </c:pt>
                <c:pt idx="27248">
                  <c:v>0.31537037036468973</c:v>
                </c:pt>
                <c:pt idx="27249">
                  <c:v>0.31538194444146939</c:v>
                </c:pt>
                <c:pt idx="27250">
                  <c:v>0.31539351851824904</c:v>
                </c:pt>
                <c:pt idx="27251">
                  <c:v>0.31540509258775273</c:v>
                </c:pt>
                <c:pt idx="27252">
                  <c:v>0.31541666666453239</c:v>
                </c:pt>
                <c:pt idx="27253">
                  <c:v>0.31542824074131204</c:v>
                </c:pt>
                <c:pt idx="27254">
                  <c:v>0.31543981481081573</c:v>
                </c:pt>
                <c:pt idx="27255">
                  <c:v>0.31545138888759539</c:v>
                </c:pt>
                <c:pt idx="27256">
                  <c:v>0.31546296295709908</c:v>
                </c:pt>
                <c:pt idx="27257">
                  <c:v>0.31547453703387873</c:v>
                </c:pt>
                <c:pt idx="27258">
                  <c:v>0.31548611111065838</c:v>
                </c:pt>
                <c:pt idx="27259">
                  <c:v>0.31549768518016208</c:v>
                </c:pt>
                <c:pt idx="27260">
                  <c:v>0.31550925925694173</c:v>
                </c:pt>
                <c:pt idx="27261">
                  <c:v>0.31552083333372138</c:v>
                </c:pt>
                <c:pt idx="27262">
                  <c:v>0.31553240740322508</c:v>
                </c:pt>
                <c:pt idx="27263">
                  <c:v>0.31554398148000473</c:v>
                </c:pt>
                <c:pt idx="27264">
                  <c:v>0.31555555555678438</c:v>
                </c:pt>
                <c:pt idx="27265">
                  <c:v>0.31556712962628808</c:v>
                </c:pt>
                <c:pt idx="27266">
                  <c:v>0.31557870370306773</c:v>
                </c:pt>
                <c:pt idx="27267">
                  <c:v>0.31559027777257143</c:v>
                </c:pt>
                <c:pt idx="27268">
                  <c:v>0.31560185184935108</c:v>
                </c:pt>
                <c:pt idx="27269">
                  <c:v>0.31561342592613073</c:v>
                </c:pt>
                <c:pt idx="27270">
                  <c:v>0.31562499999563443</c:v>
                </c:pt>
                <c:pt idx="27271">
                  <c:v>0.31563657407241408</c:v>
                </c:pt>
                <c:pt idx="27272">
                  <c:v>0.31564814814919373</c:v>
                </c:pt>
                <c:pt idx="27273">
                  <c:v>0.31565972221869742</c:v>
                </c:pt>
                <c:pt idx="27274">
                  <c:v>0.31567129629547708</c:v>
                </c:pt>
                <c:pt idx="27275">
                  <c:v>0.31568287036498077</c:v>
                </c:pt>
                <c:pt idx="27276">
                  <c:v>0.31569444444176042</c:v>
                </c:pt>
                <c:pt idx="27277">
                  <c:v>0.31570601851854008</c:v>
                </c:pt>
                <c:pt idx="27278">
                  <c:v>0.31571759258804377</c:v>
                </c:pt>
                <c:pt idx="27279">
                  <c:v>0.31572916666482342</c:v>
                </c:pt>
                <c:pt idx="27280">
                  <c:v>0.31574074074160308</c:v>
                </c:pt>
                <c:pt idx="27281">
                  <c:v>0.31575231481110677</c:v>
                </c:pt>
                <c:pt idx="27282">
                  <c:v>0.31576388888788642</c:v>
                </c:pt>
                <c:pt idx="27283">
                  <c:v>0.31577546295739012</c:v>
                </c:pt>
                <c:pt idx="27284">
                  <c:v>0.31578703703416977</c:v>
                </c:pt>
                <c:pt idx="27285">
                  <c:v>0.31579861111094942</c:v>
                </c:pt>
                <c:pt idx="27286">
                  <c:v>0.31581018518045312</c:v>
                </c:pt>
                <c:pt idx="27287">
                  <c:v>0.31582175925723277</c:v>
                </c:pt>
                <c:pt idx="27288">
                  <c:v>0.31583333333401242</c:v>
                </c:pt>
                <c:pt idx="27289">
                  <c:v>0.31584490740351612</c:v>
                </c:pt>
                <c:pt idx="27290">
                  <c:v>0.31585648148029577</c:v>
                </c:pt>
                <c:pt idx="27291">
                  <c:v>0.31586805554979946</c:v>
                </c:pt>
                <c:pt idx="27292">
                  <c:v>0.31587962962657912</c:v>
                </c:pt>
                <c:pt idx="27293">
                  <c:v>0.31589120370335877</c:v>
                </c:pt>
                <c:pt idx="27294">
                  <c:v>0.31590277777286246</c:v>
                </c:pt>
                <c:pt idx="27295">
                  <c:v>0.31591435184964212</c:v>
                </c:pt>
                <c:pt idx="27296">
                  <c:v>0.31592592592642177</c:v>
                </c:pt>
                <c:pt idx="27297">
                  <c:v>0.31593749999592546</c:v>
                </c:pt>
                <c:pt idx="27298">
                  <c:v>0.31594907407270512</c:v>
                </c:pt>
                <c:pt idx="27299">
                  <c:v>0.31596064814948477</c:v>
                </c:pt>
                <c:pt idx="27300">
                  <c:v>0.31597222221898846</c:v>
                </c:pt>
                <c:pt idx="27301">
                  <c:v>0.31598379629576812</c:v>
                </c:pt>
                <c:pt idx="27302">
                  <c:v>0.31599537036527181</c:v>
                </c:pt>
                <c:pt idx="27303">
                  <c:v>0.31600694444205146</c:v>
                </c:pt>
                <c:pt idx="27304">
                  <c:v>0.31601851851883112</c:v>
                </c:pt>
                <c:pt idx="27305">
                  <c:v>0.31603009258833481</c:v>
                </c:pt>
                <c:pt idx="27306">
                  <c:v>0.31604166666511446</c:v>
                </c:pt>
                <c:pt idx="27307">
                  <c:v>0.31605324074189411</c:v>
                </c:pt>
                <c:pt idx="27308">
                  <c:v>0.31606481481139781</c:v>
                </c:pt>
                <c:pt idx="27309">
                  <c:v>0.31607638888817746</c:v>
                </c:pt>
                <c:pt idx="27310">
                  <c:v>0.31608796295768116</c:v>
                </c:pt>
                <c:pt idx="27311">
                  <c:v>0.31609953703446081</c:v>
                </c:pt>
                <c:pt idx="27312">
                  <c:v>0.31611111111124046</c:v>
                </c:pt>
                <c:pt idx="27313">
                  <c:v>0.31612268518074416</c:v>
                </c:pt>
                <c:pt idx="27314">
                  <c:v>0.31613425925752381</c:v>
                </c:pt>
                <c:pt idx="27315">
                  <c:v>0.31614583333430346</c:v>
                </c:pt>
                <c:pt idx="27316">
                  <c:v>0.31615740740380716</c:v>
                </c:pt>
                <c:pt idx="27317">
                  <c:v>0.31616898148058681</c:v>
                </c:pt>
                <c:pt idx="27318">
                  <c:v>0.3161805555500905</c:v>
                </c:pt>
                <c:pt idx="27319">
                  <c:v>0.31619212962687016</c:v>
                </c:pt>
                <c:pt idx="27320">
                  <c:v>0.31620370370364981</c:v>
                </c:pt>
                <c:pt idx="27321">
                  <c:v>0.3162152777731535</c:v>
                </c:pt>
                <c:pt idx="27322">
                  <c:v>0.31622685184993315</c:v>
                </c:pt>
                <c:pt idx="27323">
                  <c:v>0.31623842592671281</c:v>
                </c:pt>
                <c:pt idx="27324">
                  <c:v>0.3162499999962165</c:v>
                </c:pt>
                <c:pt idx="27325">
                  <c:v>0.31626157407299615</c:v>
                </c:pt>
                <c:pt idx="27326">
                  <c:v>0.31627314814249985</c:v>
                </c:pt>
                <c:pt idx="27327">
                  <c:v>0.3162847222192795</c:v>
                </c:pt>
                <c:pt idx="27328">
                  <c:v>0.31629629629605915</c:v>
                </c:pt>
                <c:pt idx="27329">
                  <c:v>0.31630787036556285</c:v>
                </c:pt>
                <c:pt idx="27330">
                  <c:v>0.3163194444423425</c:v>
                </c:pt>
                <c:pt idx="27331">
                  <c:v>0.31633101851912215</c:v>
                </c:pt>
                <c:pt idx="27332">
                  <c:v>0.31634259258862585</c:v>
                </c:pt>
                <c:pt idx="27333">
                  <c:v>0.3163541666654055</c:v>
                </c:pt>
                <c:pt idx="27334">
                  <c:v>0.3163657407349092</c:v>
                </c:pt>
                <c:pt idx="27335">
                  <c:v>0.31637731481168885</c:v>
                </c:pt>
                <c:pt idx="27336">
                  <c:v>0.3163888888884685</c:v>
                </c:pt>
                <c:pt idx="27337">
                  <c:v>0.31640046295797219</c:v>
                </c:pt>
                <c:pt idx="27338">
                  <c:v>0.31641203703475185</c:v>
                </c:pt>
                <c:pt idx="27339">
                  <c:v>0.3164236111115315</c:v>
                </c:pt>
                <c:pt idx="27340">
                  <c:v>0.31643518518103519</c:v>
                </c:pt>
                <c:pt idx="27341">
                  <c:v>0.31644675925781485</c:v>
                </c:pt>
                <c:pt idx="27342">
                  <c:v>0.3164583333345945</c:v>
                </c:pt>
                <c:pt idx="27343">
                  <c:v>0.31646990740409819</c:v>
                </c:pt>
                <c:pt idx="27344">
                  <c:v>0.31648148148087785</c:v>
                </c:pt>
                <c:pt idx="27345">
                  <c:v>0.31649305555038154</c:v>
                </c:pt>
                <c:pt idx="27346">
                  <c:v>0.31650462962716119</c:v>
                </c:pt>
                <c:pt idx="27347">
                  <c:v>0.31651620370394085</c:v>
                </c:pt>
                <c:pt idx="27348">
                  <c:v>0.31652777777344454</c:v>
                </c:pt>
                <c:pt idx="27349">
                  <c:v>0.31653935185022419</c:v>
                </c:pt>
                <c:pt idx="27350">
                  <c:v>0.31655092592700385</c:v>
                </c:pt>
                <c:pt idx="27351">
                  <c:v>0.31656249999650754</c:v>
                </c:pt>
                <c:pt idx="27352">
                  <c:v>0.31657407407328719</c:v>
                </c:pt>
                <c:pt idx="27353">
                  <c:v>0.31658564814279089</c:v>
                </c:pt>
                <c:pt idx="27354">
                  <c:v>0.31659722221957054</c:v>
                </c:pt>
                <c:pt idx="27355">
                  <c:v>0.31660879629635019</c:v>
                </c:pt>
                <c:pt idx="27356">
                  <c:v>0.31662037036585389</c:v>
                </c:pt>
                <c:pt idx="27357">
                  <c:v>0.31663194444263354</c:v>
                </c:pt>
                <c:pt idx="27358">
                  <c:v>0.31664351851941319</c:v>
                </c:pt>
                <c:pt idx="27359">
                  <c:v>0.31665509258891689</c:v>
                </c:pt>
                <c:pt idx="27360">
                  <c:v>0.31666666666569654</c:v>
                </c:pt>
                <c:pt idx="27361">
                  <c:v>0.31667824073520023</c:v>
                </c:pt>
                <c:pt idx="27362">
                  <c:v>0.31668981481197989</c:v>
                </c:pt>
                <c:pt idx="27363">
                  <c:v>0.31670138888875954</c:v>
                </c:pt>
                <c:pt idx="27364">
                  <c:v>0.31671296295826323</c:v>
                </c:pt>
                <c:pt idx="27365">
                  <c:v>0.31672453703504289</c:v>
                </c:pt>
                <c:pt idx="27366">
                  <c:v>0.31673611111182254</c:v>
                </c:pt>
                <c:pt idx="27367">
                  <c:v>0.31674768518132623</c:v>
                </c:pt>
                <c:pt idx="27368">
                  <c:v>0.31675925925810589</c:v>
                </c:pt>
                <c:pt idx="27369">
                  <c:v>0.31677083332760958</c:v>
                </c:pt>
                <c:pt idx="27370">
                  <c:v>0.31678240740438923</c:v>
                </c:pt>
                <c:pt idx="27371">
                  <c:v>0.31679398148116888</c:v>
                </c:pt>
                <c:pt idx="27372">
                  <c:v>0.31680555555067258</c:v>
                </c:pt>
                <c:pt idx="27373">
                  <c:v>0.31681712962745223</c:v>
                </c:pt>
                <c:pt idx="27374">
                  <c:v>0.31682870370423188</c:v>
                </c:pt>
                <c:pt idx="27375">
                  <c:v>0.31684027777373558</c:v>
                </c:pt>
                <c:pt idx="27376">
                  <c:v>0.31685185185051523</c:v>
                </c:pt>
                <c:pt idx="27377">
                  <c:v>0.31686342592001893</c:v>
                </c:pt>
                <c:pt idx="27378">
                  <c:v>0.31687499999679858</c:v>
                </c:pt>
                <c:pt idx="27379">
                  <c:v>0.31688657407357823</c:v>
                </c:pt>
                <c:pt idx="27380">
                  <c:v>0.31689814814308193</c:v>
                </c:pt>
                <c:pt idx="27381">
                  <c:v>0.31690972221986158</c:v>
                </c:pt>
                <c:pt idx="27382">
                  <c:v>0.31692129629664123</c:v>
                </c:pt>
                <c:pt idx="27383">
                  <c:v>0.31693287036614493</c:v>
                </c:pt>
                <c:pt idx="27384">
                  <c:v>0.31694444444292458</c:v>
                </c:pt>
                <c:pt idx="27385">
                  <c:v>0.31695601851970423</c:v>
                </c:pt>
                <c:pt idx="27386">
                  <c:v>0.31696759258920792</c:v>
                </c:pt>
                <c:pt idx="27387">
                  <c:v>0.31697916666598758</c:v>
                </c:pt>
                <c:pt idx="27388">
                  <c:v>0.31699074073549127</c:v>
                </c:pt>
                <c:pt idx="27389">
                  <c:v>0.31700231481227092</c:v>
                </c:pt>
                <c:pt idx="27390">
                  <c:v>0.31701388888905058</c:v>
                </c:pt>
                <c:pt idx="27391">
                  <c:v>0.31702546295855427</c:v>
                </c:pt>
                <c:pt idx="27392">
                  <c:v>0.31703703703533392</c:v>
                </c:pt>
                <c:pt idx="27393">
                  <c:v>0.31704861111211358</c:v>
                </c:pt>
                <c:pt idx="27394">
                  <c:v>0.31706018518161727</c:v>
                </c:pt>
                <c:pt idx="27395">
                  <c:v>0.31707175925839692</c:v>
                </c:pt>
                <c:pt idx="27396">
                  <c:v>0.31708333332790062</c:v>
                </c:pt>
                <c:pt idx="27397">
                  <c:v>0.31709490740468027</c:v>
                </c:pt>
                <c:pt idx="27398">
                  <c:v>0.31710648148145992</c:v>
                </c:pt>
                <c:pt idx="27399">
                  <c:v>0.31711805555096362</c:v>
                </c:pt>
                <c:pt idx="27400">
                  <c:v>0.31712962962774327</c:v>
                </c:pt>
                <c:pt idx="27401">
                  <c:v>0.31714120370452292</c:v>
                </c:pt>
                <c:pt idx="27402">
                  <c:v>0.31715277777402662</c:v>
                </c:pt>
                <c:pt idx="27403">
                  <c:v>0.31716435185080627</c:v>
                </c:pt>
                <c:pt idx="27404">
                  <c:v>0.31717592592030996</c:v>
                </c:pt>
                <c:pt idx="27405">
                  <c:v>0.31718749999708962</c:v>
                </c:pt>
                <c:pt idx="27406">
                  <c:v>0.31719907407386927</c:v>
                </c:pt>
                <c:pt idx="27407">
                  <c:v>0.31721064814337296</c:v>
                </c:pt>
                <c:pt idx="27408">
                  <c:v>0.31722222222015262</c:v>
                </c:pt>
                <c:pt idx="27409">
                  <c:v>0.31723379629693227</c:v>
                </c:pt>
                <c:pt idx="27410">
                  <c:v>0.31724537036643596</c:v>
                </c:pt>
                <c:pt idx="27411">
                  <c:v>0.31725694444321562</c:v>
                </c:pt>
                <c:pt idx="27412">
                  <c:v>0.31726851851271931</c:v>
                </c:pt>
                <c:pt idx="27413">
                  <c:v>0.31728009258949896</c:v>
                </c:pt>
                <c:pt idx="27414">
                  <c:v>0.31729166666627862</c:v>
                </c:pt>
                <c:pt idx="27415">
                  <c:v>0.31730324073578231</c:v>
                </c:pt>
                <c:pt idx="27416">
                  <c:v>0.31731481481256196</c:v>
                </c:pt>
                <c:pt idx="27417">
                  <c:v>0.31732638888934162</c:v>
                </c:pt>
                <c:pt idx="27418">
                  <c:v>0.31733796295884531</c:v>
                </c:pt>
                <c:pt idx="27419">
                  <c:v>0.31734953703562496</c:v>
                </c:pt>
                <c:pt idx="27420">
                  <c:v>0.31736111111240461</c:v>
                </c:pt>
                <c:pt idx="27421">
                  <c:v>0.31737268518190831</c:v>
                </c:pt>
                <c:pt idx="27422">
                  <c:v>0.31738425925868796</c:v>
                </c:pt>
                <c:pt idx="27423">
                  <c:v>0.31739583332819166</c:v>
                </c:pt>
                <c:pt idx="27424">
                  <c:v>0.31740740740497131</c:v>
                </c:pt>
                <c:pt idx="27425">
                  <c:v>0.31741898148175096</c:v>
                </c:pt>
                <c:pt idx="27426">
                  <c:v>0.31743055555125466</c:v>
                </c:pt>
                <c:pt idx="27427">
                  <c:v>0.31744212962803431</c:v>
                </c:pt>
                <c:pt idx="27428">
                  <c:v>0.31745370370481396</c:v>
                </c:pt>
                <c:pt idx="27429">
                  <c:v>0.31746527777431766</c:v>
                </c:pt>
                <c:pt idx="27430">
                  <c:v>0.31747685185109731</c:v>
                </c:pt>
                <c:pt idx="27431">
                  <c:v>0.317488425920601</c:v>
                </c:pt>
                <c:pt idx="27432">
                  <c:v>0.31749999999738066</c:v>
                </c:pt>
                <c:pt idx="27433">
                  <c:v>0.31751157407416031</c:v>
                </c:pt>
                <c:pt idx="27434">
                  <c:v>0.317523148143664</c:v>
                </c:pt>
                <c:pt idx="27435">
                  <c:v>0.31753472222044365</c:v>
                </c:pt>
                <c:pt idx="27436">
                  <c:v>0.31754629629722331</c:v>
                </c:pt>
                <c:pt idx="27437">
                  <c:v>0.317557870366727</c:v>
                </c:pt>
                <c:pt idx="27438">
                  <c:v>0.31756944444350665</c:v>
                </c:pt>
                <c:pt idx="27439">
                  <c:v>0.31758101851301035</c:v>
                </c:pt>
                <c:pt idx="27440">
                  <c:v>0.31759259258979</c:v>
                </c:pt>
                <c:pt idx="27441">
                  <c:v>0.31760416666656965</c:v>
                </c:pt>
                <c:pt idx="27442">
                  <c:v>0.31761574073607335</c:v>
                </c:pt>
                <c:pt idx="27443">
                  <c:v>0.317627314812853</c:v>
                </c:pt>
                <c:pt idx="27444">
                  <c:v>0.31763888888963265</c:v>
                </c:pt>
                <c:pt idx="27445">
                  <c:v>0.31765046295913635</c:v>
                </c:pt>
                <c:pt idx="27446">
                  <c:v>0.317662037035916</c:v>
                </c:pt>
                <c:pt idx="27447">
                  <c:v>0.3176736111054197</c:v>
                </c:pt>
                <c:pt idx="27448">
                  <c:v>0.31768518518219935</c:v>
                </c:pt>
                <c:pt idx="27449">
                  <c:v>0.317696759258979</c:v>
                </c:pt>
                <c:pt idx="27450">
                  <c:v>0.31770833332848269</c:v>
                </c:pt>
                <c:pt idx="27451">
                  <c:v>0.31771990740526235</c:v>
                </c:pt>
                <c:pt idx="27452">
                  <c:v>0.317731481482042</c:v>
                </c:pt>
                <c:pt idx="27453">
                  <c:v>0.31774305555154569</c:v>
                </c:pt>
                <c:pt idx="27454">
                  <c:v>0.31775462962832535</c:v>
                </c:pt>
                <c:pt idx="27455">
                  <c:v>0.31776620369782904</c:v>
                </c:pt>
                <c:pt idx="27456">
                  <c:v>0.31777777777460869</c:v>
                </c:pt>
                <c:pt idx="27457">
                  <c:v>0.31778935185138835</c:v>
                </c:pt>
                <c:pt idx="27458">
                  <c:v>0.31780092592089204</c:v>
                </c:pt>
                <c:pt idx="27459">
                  <c:v>0.31781249999767169</c:v>
                </c:pt>
                <c:pt idx="27460">
                  <c:v>0.31782407407445135</c:v>
                </c:pt>
                <c:pt idx="27461">
                  <c:v>0.31783564814395504</c:v>
                </c:pt>
                <c:pt idx="27462">
                  <c:v>0.31784722222073469</c:v>
                </c:pt>
                <c:pt idx="27463">
                  <c:v>0.31785879629751435</c:v>
                </c:pt>
                <c:pt idx="27464">
                  <c:v>0.31787037036701804</c:v>
                </c:pt>
                <c:pt idx="27465">
                  <c:v>0.31788194444379769</c:v>
                </c:pt>
                <c:pt idx="27466">
                  <c:v>0.31789351851330139</c:v>
                </c:pt>
                <c:pt idx="27467">
                  <c:v>0.31790509259008104</c:v>
                </c:pt>
                <c:pt idx="27468">
                  <c:v>0.31791666666686069</c:v>
                </c:pt>
                <c:pt idx="27469">
                  <c:v>0.31792824073636439</c:v>
                </c:pt>
                <c:pt idx="27470">
                  <c:v>0.31793981481314404</c:v>
                </c:pt>
                <c:pt idx="27471">
                  <c:v>0.31795138888992369</c:v>
                </c:pt>
                <c:pt idx="27472">
                  <c:v>0.31796296295942739</c:v>
                </c:pt>
                <c:pt idx="27473">
                  <c:v>0.31797453703620704</c:v>
                </c:pt>
                <c:pt idx="27474">
                  <c:v>0.31798611110571073</c:v>
                </c:pt>
                <c:pt idx="27475">
                  <c:v>0.31799768518249039</c:v>
                </c:pt>
                <c:pt idx="27476">
                  <c:v>0.31800925925927004</c:v>
                </c:pt>
                <c:pt idx="27477">
                  <c:v>0.31802083332877373</c:v>
                </c:pt>
                <c:pt idx="27478">
                  <c:v>0.31803240740555339</c:v>
                </c:pt>
                <c:pt idx="27479">
                  <c:v>0.31804398148233304</c:v>
                </c:pt>
                <c:pt idx="27480">
                  <c:v>0.31805555555183673</c:v>
                </c:pt>
                <c:pt idx="27481">
                  <c:v>0.31806712962861639</c:v>
                </c:pt>
                <c:pt idx="27482">
                  <c:v>0.31807870369812008</c:v>
                </c:pt>
                <c:pt idx="27483">
                  <c:v>0.31809027777489973</c:v>
                </c:pt>
                <c:pt idx="27484">
                  <c:v>0.31810185185167938</c:v>
                </c:pt>
                <c:pt idx="27485">
                  <c:v>0.31811342592118308</c:v>
                </c:pt>
                <c:pt idx="27486">
                  <c:v>0.31812499999796273</c:v>
                </c:pt>
                <c:pt idx="27487">
                  <c:v>0.31813657407474238</c:v>
                </c:pt>
                <c:pt idx="27488">
                  <c:v>0.31814814814424608</c:v>
                </c:pt>
                <c:pt idx="27489">
                  <c:v>0.31815972222102573</c:v>
                </c:pt>
                <c:pt idx="27490">
                  <c:v>0.31817129629052943</c:v>
                </c:pt>
                <c:pt idx="27491">
                  <c:v>0.31818287036730908</c:v>
                </c:pt>
                <c:pt idx="27492">
                  <c:v>0.31819444444408873</c:v>
                </c:pt>
                <c:pt idx="27493">
                  <c:v>0.31820601851359243</c:v>
                </c:pt>
                <c:pt idx="27494">
                  <c:v>0.31821759259037208</c:v>
                </c:pt>
                <c:pt idx="27495">
                  <c:v>0.31822916666715173</c:v>
                </c:pt>
                <c:pt idx="27496">
                  <c:v>0.31824074073665543</c:v>
                </c:pt>
                <c:pt idx="27497">
                  <c:v>0.31825231481343508</c:v>
                </c:pt>
                <c:pt idx="27498">
                  <c:v>0.31826388889021473</c:v>
                </c:pt>
                <c:pt idx="27499">
                  <c:v>0.31827546295971842</c:v>
                </c:pt>
                <c:pt idx="27500">
                  <c:v>0.31828703703649808</c:v>
                </c:pt>
                <c:pt idx="27501">
                  <c:v>0.31829861110600177</c:v>
                </c:pt>
                <c:pt idx="27502">
                  <c:v>0.31831018518278142</c:v>
                </c:pt>
                <c:pt idx="27503">
                  <c:v>0.31832175925956108</c:v>
                </c:pt>
                <c:pt idx="27504">
                  <c:v>0.31833333332906477</c:v>
                </c:pt>
                <c:pt idx="27505">
                  <c:v>0.31834490740584442</c:v>
                </c:pt>
                <c:pt idx="27506">
                  <c:v>0.31835648148262408</c:v>
                </c:pt>
                <c:pt idx="27507">
                  <c:v>0.31836805555212777</c:v>
                </c:pt>
                <c:pt idx="27508">
                  <c:v>0.31837962962890742</c:v>
                </c:pt>
                <c:pt idx="27509">
                  <c:v>0.31839120369841112</c:v>
                </c:pt>
                <c:pt idx="27510">
                  <c:v>0.31840277777519077</c:v>
                </c:pt>
                <c:pt idx="27511">
                  <c:v>0.31841435185197042</c:v>
                </c:pt>
                <c:pt idx="27512">
                  <c:v>0.31842592592147412</c:v>
                </c:pt>
                <c:pt idx="27513">
                  <c:v>0.31843749999825377</c:v>
                </c:pt>
                <c:pt idx="27514">
                  <c:v>0.31844907407503342</c:v>
                </c:pt>
                <c:pt idx="27515">
                  <c:v>0.31846064814453712</c:v>
                </c:pt>
                <c:pt idx="27516">
                  <c:v>0.31847222222131677</c:v>
                </c:pt>
                <c:pt idx="27517">
                  <c:v>0.31848379629082046</c:v>
                </c:pt>
                <c:pt idx="27518">
                  <c:v>0.31849537036760012</c:v>
                </c:pt>
                <c:pt idx="27519">
                  <c:v>0.31850694444437977</c:v>
                </c:pt>
                <c:pt idx="27520">
                  <c:v>0.31851851851388346</c:v>
                </c:pt>
                <c:pt idx="27521">
                  <c:v>0.31853009259066312</c:v>
                </c:pt>
                <c:pt idx="27522">
                  <c:v>0.31854166666744277</c:v>
                </c:pt>
                <c:pt idx="27523">
                  <c:v>0.31855324073694646</c:v>
                </c:pt>
                <c:pt idx="27524">
                  <c:v>0.31856481481372612</c:v>
                </c:pt>
                <c:pt idx="27525">
                  <c:v>0.31857638888322981</c:v>
                </c:pt>
                <c:pt idx="27526">
                  <c:v>0.31858796296000946</c:v>
                </c:pt>
                <c:pt idx="27527">
                  <c:v>0.31859953703678912</c:v>
                </c:pt>
                <c:pt idx="27528">
                  <c:v>0.31861111110629281</c:v>
                </c:pt>
                <c:pt idx="27529">
                  <c:v>0.31862268518307246</c:v>
                </c:pt>
                <c:pt idx="27530">
                  <c:v>0.31863425925985212</c:v>
                </c:pt>
                <c:pt idx="27531">
                  <c:v>0.31864583332935581</c:v>
                </c:pt>
                <c:pt idx="27532">
                  <c:v>0.31865740740613546</c:v>
                </c:pt>
                <c:pt idx="27533">
                  <c:v>0.31866898147563916</c:v>
                </c:pt>
                <c:pt idx="27534">
                  <c:v>0.31868055555241881</c:v>
                </c:pt>
                <c:pt idx="27535">
                  <c:v>0.31869212962919846</c:v>
                </c:pt>
                <c:pt idx="27536">
                  <c:v>0.31870370369870216</c:v>
                </c:pt>
                <c:pt idx="27537">
                  <c:v>0.31871527777548181</c:v>
                </c:pt>
                <c:pt idx="27538">
                  <c:v>0.31872685185226146</c:v>
                </c:pt>
                <c:pt idx="27539">
                  <c:v>0.31873842592176516</c:v>
                </c:pt>
                <c:pt idx="27540">
                  <c:v>0.31874999999854481</c:v>
                </c:pt>
                <c:pt idx="27541">
                  <c:v>0.31876157407532446</c:v>
                </c:pt>
                <c:pt idx="27542">
                  <c:v>0.31877314814482816</c:v>
                </c:pt>
                <c:pt idx="27543">
                  <c:v>0.31878472222160781</c:v>
                </c:pt>
                <c:pt idx="27544">
                  <c:v>0.3187962962911115</c:v>
                </c:pt>
                <c:pt idx="27545">
                  <c:v>0.31880787036789116</c:v>
                </c:pt>
                <c:pt idx="27546">
                  <c:v>0.31881944444467081</c:v>
                </c:pt>
                <c:pt idx="27547">
                  <c:v>0.3188310185141745</c:v>
                </c:pt>
                <c:pt idx="27548">
                  <c:v>0.31884259259095415</c:v>
                </c:pt>
                <c:pt idx="27549">
                  <c:v>0.31885416666773381</c:v>
                </c:pt>
                <c:pt idx="27550">
                  <c:v>0.3188657407372375</c:v>
                </c:pt>
                <c:pt idx="27551">
                  <c:v>0.31887731481401715</c:v>
                </c:pt>
                <c:pt idx="27552">
                  <c:v>0.31888888888352085</c:v>
                </c:pt>
                <c:pt idx="27553">
                  <c:v>0.3189004629603005</c:v>
                </c:pt>
                <c:pt idx="27554">
                  <c:v>0.31891203703708015</c:v>
                </c:pt>
                <c:pt idx="27555">
                  <c:v>0.31892361110658385</c:v>
                </c:pt>
                <c:pt idx="27556">
                  <c:v>0.3189351851833635</c:v>
                </c:pt>
                <c:pt idx="27557">
                  <c:v>0.31894675926014315</c:v>
                </c:pt>
                <c:pt idx="27558">
                  <c:v>0.31895833332964685</c:v>
                </c:pt>
                <c:pt idx="27559">
                  <c:v>0.3189699074064265</c:v>
                </c:pt>
                <c:pt idx="27560">
                  <c:v>0.3189814814759302</c:v>
                </c:pt>
                <c:pt idx="27561">
                  <c:v>0.31899305555270985</c:v>
                </c:pt>
                <c:pt idx="27562">
                  <c:v>0.3190046296294895</c:v>
                </c:pt>
                <c:pt idx="27563">
                  <c:v>0.31901620369899319</c:v>
                </c:pt>
                <c:pt idx="27564">
                  <c:v>0.31902777777577285</c:v>
                </c:pt>
                <c:pt idx="27565">
                  <c:v>0.3190393518525525</c:v>
                </c:pt>
                <c:pt idx="27566">
                  <c:v>0.31905092592205619</c:v>
                </c:pt>
                <c:pt idx="27567">
                  <c:v>0.31906249999883585</c:v>
                </c:pt>
                <c:pt idx="27568">
                  <c:v>0.31907407406833954</c:v>
                </c:pt>
                <c:pt idx="27569">
                  <c:v>0.31908564814511919</c:v>
                </c:pt>
                <c:pt idx="27570">
                  <c:v>0.31909722222189885</c:v>
                </c:pt>
                <c:pt idx="27571">
                  <c:v>0.31910879629140254</c:v>
                </c:pt>
                <c:pt idx="27572">
                  <c:v>0.31912037036818219</c:v>
                </c:pt>
                <c:pt idx="27573">
                  <c:v>0.31913194444496185</c:v>
                </c:pt>
                <c:pt idx="27574">
                  <c:v>0.31914351851446554</c:v>
                </c:pt>
                <c:pt idx="27575">
                  <c:v>0.31915509259124519</c:v>
                </c:pt>
                <c:pt idx="27576">
                  <c:v>0.31916666666074889</c:v>
                </c:pt>
                <c:pt idx="27577">
                  <c:v>0.31917824073752854</c:v>
                </c:pt>
                <c:pt idx="27578">
                  <c:v>0.31918981481430819</c:v>
                </c:pt>
                <c:pt idx="27579">
                  <c:v>0.31920138888381189</c:v>
                </c:pt>
                <c:pt idx="27580">
                  <c:v>0.31921296296059154</c:v>
                </c:pt>
                <c:pt idx="27581">
                  <c:v>0.31922453703737119</c:v>
                </c:pt>
                <c:pt idx="27582">
                  <c:v>0.31923611110687489</c:v>
                </c:pt>
                <c:pt idx="27583">
                  <c:v>0.31924768518365454</c:v>
                </c:pt>
                <c:pt idx="27584">
                  <c:v>0.31925925926043419</c:v>
                </c:pt>
                <c:pt idx="27585">
                  <c:v>0.31927083332993789</c:v>
                </c:pt>
                <c:pt idx="27586">
                  <c:v>0.31928240740671754</c:v>
                </c:pt>
                <c:pt idx="27587">
                  <c:v>0.31929398147622123</c:v>
                </c:pt>
                <c:pt idx="27588">
                  <c:v>0.31930555555300089</c:v>
                </c:pt>
                <c:pt idx="27589">
                  <c:v>0.31931712962978054</c:v>
                </c:pt>
                <c:pt idx="27590">
                  <c:v>0.31932870369928423</c:v>
                </c:pt>
                <c:pt idx="27591">
                  <c:v>0.31934027777606389</c:v>
                </c:pt>
                <c:pt idx="27592">
                  <c:v>0.31935185185284354</c:v>
                </c:pt>
                <c:pt idx="27593">
                  <c:v>0.31936342592234723</c:v>
                </c:pt>
                <c:pt idx="27594">
                  <c:v>0.31937499999912689</c:v>
                </c:pt>
                <c:pt idx="27595">
                  <c:v>0.31938657406863058</c:v>
                </c:pt>
                <c:pt idx="27596">
                  <c:v>0.31939814814541023</c:v>
                </c:pt>
                <c:pt idx="27597">
                  <c:v>0.31940972222218988</c:v>
                </c:pt>
                <c:pt idx="27598">
                  <c:v>0.31942129629169358</c:v>
                </c:pt>
                <c:pt idx="27599">
                  <c:v>0.31943287036847323</c:v>
                </c:pt>
                <c:pt idx="27600">
                  <c:v>0.31944444444525288</c:v>
                </c:pt>
                <c:pt idx="27601">
                  <c:v>0.31945601851475658</c:v>
                </c:pt>
                <c:pt idx="27602">
                  <c:v>0.31946759259153623</c:v>
                </c:pt>
                <c:pt idx="27603">
                  <c:v>0.31947916666103993</c:v>
                </c:pt>
                <c:pt idx="27604">
                  <c:v>0.31949074073781958</c:v>
                </c:pt>
                <c:pt idx="27605">
                  <c:v>0.31950231481459923</c:v>
                </c:pt>
                <c:pt idx="27606">
                  <c:v>0.31951388888410293</c:v>
                </c:pt>
                <c:pt idx="27607">
                  <c:v>0.31952546296088258</c:v>
                </c:pt>
                <c:pt idx="27608">
                  <c:v>0.31953703703766223</c:v>
                </c:pt>
                <c:pt idx="27609">
                  <c:v>0.31954861110716593</c:v>
                </c:pt>
                <c:pt idx="27610">
                  <c:v>0.31956018518394558</c:v>
                </c:pt>
                <c:pt idx="27611">
                  <c:v>0.31957175925344927</c:v>
                </c:pt>
                <c:pt idx="27612">
                  <c:v>0.31958333333022892</c:v>
                </c:pt>
                <c:pt idx="27613">
                  <c:v>0.31959490740700858</c:v>
                </c:pt>
                <c:pt idx="27614">
                  <c:v>0.31960648147651227</c:v>
                </c:pt>
                <c:pt idx="27615">
                  <c:v>0.31961805555329192</c:v>
                </c:pt>
                <c:pt idx="27616">
                  <c:v>0.31962962963007158</c:v>
                </c:pt>
                <c:pt idx="27617">
                  <c:v>0.31964120369957527</c:v>
                </c:pt>
                <c:pt idx="27618">
                  <c:v>0.31965277777635492</c:v>
                </c:pt>
                <c:pt idx="27619">
                  <c:v>0.31966435185313458</c:v>
                </c:pt>
                <c:pt idx="27620">
                  <c:v>0.31967592592263827</c:v>
                </c:pt>
                <c:pt idx="27621">
                  <c:v>0.31968749999941792</c:v>
                </c:pt>
                <c:pt idx="27622">
                  <c:v>0.31969907406892162</c:v>
                </c:pt>
                <c:pt idx="27623">
                  <c:v>0.31971064814570127</c:v>
                </c:pt>
                <c:pt idx="27624">
                  <c:v>0.31972222222248092</c:v>
                </c:pt>
                <c:pt idx="27625">
                  <c:v>0.31973379629198462</c:v>
                </c:pt>
                <c:pt idx="27626">
                  <c:v>0.31974537036876427</c:v>
                </c:pt>
                <c:pt idx="27627">
                  <c:v>0.31975694444554392</c:v>
                </c:pt>
                <c:pt idx="27628">
                  <c:v>0.31976851851504762</c:v>
                </c:pt>
                <c:pt idx="27629">
                  <c:v>0.31978009259182727</c:v>
                </c:pt>
                <c:pt idx="27630">
                  <c:v>0.31979166666133096</c:v>
                </c:pt>
                <c:pt idx="27631">
                  <c:v>0.31980324073811062</c:v>
                </c:pt>
                <c:pt idx="27632">
                  <c:v>0.31981481481489027</c:v>
                </c:pt>
                <c:pt idx="27633">
                  <c:v>0.31982638888439396</c:v>
                </c:pt>
                <c:pt idx="27634">
                  <c:v>0.31983796296117362</c:v>
                </c:pt>
                <c:pt idx="27635">
                  <c:v>0.31984953703795327</c:v>
                </c:pt>
                <c:pt idx="27636">
                  <c:v>0.31986111110745696</c:v>
                </c:pt>
                <c:pt idx="27637">
                  <c:v>0.31987268518423662</c:v>
                </c:pt>
                <c:pt idx="27638">
                  <c:v>0.31988425925374031</c:v>
                </c:pt>
                <c:pt idx="27639">
                  <c:v>0.31989583333051996</c:v>
                </c:pt>
                <c:pt idx="27640">
                  <c:v>0.31990740740729962</c:v>
                </c:pt>
                <c:pt idx="27641">
                  <c:v>0.31991898147680331</c:v>
                </c:pt>
                <c:pt idx="27642">
                  <c:v>0.31993055555358296</c:v>
                </c:pt>
                <c:pt idx="27643">
                  <c:v>0.31994212963036261</c:v>
                </c:pt>
                <c:pt idx="27644">
                  <c:v>0.31995370369986631</c:v>
                </c:pt>
                <c:pt idx="27645">
                  <c:v>0.31996527777664596</c:v>
                </c:pt>
                <c:pt idx="27646">
                  <c:v>0.31997685184614966</c:v>
                </c:pt>
                <c:pt idx="27647">
                  <c:v>0.31998842592292931</c:v>
                </c:pt>
                <c:pt idx="27648">
                  <c:v>0.31999999999970896</c:v>
                </c:pt>
                <c:pt idx="27649">
                  <c:v>0.32001157406921266</c:v>
                </c:pt>
                <c:pt idx="27650">
                  <c:v>0.32002314814599231</c:v>
                </c:pt>
                <c:pt idx="27651">
                  <c:v>0.32003472222277196</c:v>
                </c:pt>
                <c:pt idx="27652">
                  <c:v>0.32004629629227566</c:v>
                </c:pt>
                <c:pt idx="27653">
                  <c:v>0.32005787036905531</c:v>
                </c:pt>
                <c:pt idx="27654">
                  <c:v>0.320069444438559</c:v>
                </c:pt>
                <c:pt idx="27655">
                  <c:v>0.32008101851533866</c:v>
                </c:pt>
                <c:pt idx="27656">
                  <c:v>0.32009259259211831</c:v>
                </c:pt>
                <c:pt idx="27657">
                  <c:v>0.320104166661622</c:v>
                </c:pt>
                <c:pt idx="27658">
                  <c:v>0.32011574073840166</c:v>
                </c:pt>
                <c:pt idx="27659">
                  <c:v>0.32012731481518131</c:v>
                </c:pt>
                <c:pt idx="27660">
                  <c:v>0.320138888884685</c:v>
                </c:pt>
                <c:pt idx="27661">
                  <c:v>0.32015046296146465</c:v>
                </c:pt>
                <c:pt idx="27662">
                  <c:v>0.32016203703824431</c:v>
                </c:pt>
                <c:pt idx="27663">
                  <c:v>0.320173611107748</c:v>
                </c:pt>
                <c:pt idx="27664">
                  <c:v>0.32018518518452765</c:v>
                </c:pt>
                <c:pt idx="27665">
                  <c:v>0.32019675925403135</c:v>
                </c:pt>
                <c:pt idx="27666">
                  <c:v>0.320208333330811</c:v>
                </c:pt>
                <c:pt idx="27667">
                  <c:v>0.32021990740759065</c:v>
                </c:pt>
                <c:pt idx="27668">
                  <c:v>0.32023148147709435</c:v>
                </c:pt>
                <c:pt idx="27669">
                  <c:v>0.320243055553874</c:v>
                </c:pt>
                <c:pt idx="27670">
                  <c:v>0.32025462963065365</c:v>
                </c:pt>
                <c:pt idx="27671">
                  <c:v>0.32026620370015735</c:v>
                </c:pt>
                <c:pt idx="27672">
                  <c:v>0.320277777776937</c:v>
                </c:pt>
                <c:pt idx="27673">
                  <c:v>0.3202893518464407</c:v>
                </c:pt>
                <c:pt idx="27674">
                  <c:v>0.32030092592322035</c:v>
                </c:pt>
                <c:pt idx="27675">
                  <c:v>0.3203125</c:v>
                </c:pt>
                <c:pt idx="27676">
                  <c:v>0.32032407406950369</c:v>
                </c:pt>
                <c:pt idx="27677">
                  <c:v>0.32033564814628335</c:v>
                </c:pt>
                <c:pt idx="27678">
                  <c:v>0.320347222223063</c:v>
                </c:pt>
                <c:pt idx="27679">
                  <c:v>0.32035879629256669</c:v>
                </c:pt>
                <c:pt idx="27680">
                  <c:v>0.32037037036934635</c:v>
                </c:pt>
                <c:pt idx="27681">
                  <c:v>0.32038194443885004</c:v>
                </c:pt>
                <c:pt idx="27682">
                  <c:v>0.32039351851562969</c:v>
                </c:pt>
                <c:pt idx="27683">
                  <c:v>0.32040509259240935</c:v>
                </c:pt>
                <c:pt idx="27684">
                  <c:v>0.32041666666191304</c:v>
                </c:pt>
                <c:pt idx="27685">
                  <c:v>0.32042824073869269</c:v>
                </c:pt>
                <c:pt idx="27686">
                  <c:v>0.32043981481547235</c:v>
                </c:pt>
                <c:pt idx="27687">
                  <c:v>0.32045138888497604</c:v>
                </c:pt>
                <c:pt idx="27688">
                  <c:v>0.32046296296175569</c:v>
                </c:pt>
                <c:pt idx="27689">
                  <c:v>0.32047453703125939</c:v>
                </c:pt>
                <c:pt idx="27690">
                  <c:v>0.32048611110803904</c:v>
                </c:pt>
                <c:pt idx="27691">
                  <c:v>0.32049768518481869</c:v>
                </c:pt>
                <c:pt idx="27692">
                  <c:v>0.32050925925432239</c:v>
                </c:pt>
                <c:pt idx="27693">
                  <c:v>0.32052083333110204</c:v>
                </c:pt>
                <c:pt idx="27694">
                  <c:v>0.32053240740788169</c:v>
                </c:pt>
                <c:pt idx="27695">
                  <c:v>0.32054398147738539</c:v>
                </c:pt>
                <c:pt idx="27696">
                  <c:v>0.32055555555416504</c:v>
                </c:pt>
                <c:pt idx="27697">
                  <c:v>0.32056712963094469</c:v>
                </c:pt>
                <c:pt idx="27698">
                  <c:v>0.32057870370044839</c:v>
                </c:pt>
                <c:pt idx="27699">
                  <c:v>0.32059027777722804</c:v>
                </c:pt>
                <c:pt idx="27700">
                  <c:v>0.32060185184673173</c:v>
                </c:pt>
                <c:pt idx="27701">
                  <c:v>0.32061342592351139</c:v>
                </c:pt>
                <c:pt idx="27702">
                  <c:v>0.32062500000029104</c:v>
                </c:pt>
                <c:pt idx="27703">
                  <c:v>0.32063657406979473</c:v>
                </c:pt>
                <c:pt idx="27704">
                  <c:v>0.32064814814657439</c:v>
                </c:pt>
                <c:pt idx="27705">
                  <c:v>0.32065972222335404</c:v>
                </c:pt>
                <c:pt idx="27706">
                  <c:v>0.32067129629285773</c:v>
                </c:pt>
                <c:pt idx="27707">
                  <c:v>0.32068287036963739</c:v>
                </c:pt>
                <c:pt idx="27708">
                  <c:v>0.32069444443914108</c:v>
                </c:pt>
                <c:pt idx="27709">
                  <c:v>0.32070601851592073</c:v>
                </c:pt>
                <c:pt idx="27710">
                  <c:v>0.32071759259270038</c:v>
                </c:pt>
                <c:pt idx="27711">
                  <c:v>0.32072916666220408</c:v>
                </c:pt>
                <c:pt idx="27712">
                  <c:v>0.32074074073898373</c:v>
                </c:pt>
                <c:pt idx="27713">
                  <c:v>0.32075231481576338</c:v>
                </c:pt>
                <c:pt idx="27714">
                  <c:v>0.32076388888526708</c:v>
                </c:pt>
                <c:pt idx="27715">
                  <c:v>0.32077546296204673</c:v>
                </c:pt>
                <c:pt idx="27716">
                  <c:v>0.32078703703155043</c:v>
                </c:pt>
                <c:pt idx="27717">
                  <c:v>0.32079861110833008</c:v>
                </c:pt>
                <c:pt idx="27718">
                  <c:v>0.32081018518510973</c:v>
                </c:pt>
                <c:pt idx="27719">
                  <c:v>0.32082175925461343</c:v>
                </c:pt>
                <c:pt idx="27720">
                  <c:v>0.32083333333139308</c:v>
                </c:pt>
                <c:pt idx="27721">
                  <c:v>0.32084490740817273</c:v>
                </c:pt>
                <c:pt idx="27722">
                  <c:v>0.32085648147767643</c:v>
                </c:pt>
                <c:pt idx="27723">
                  <c:v>0.32086805555445608</c:v>
                </c:pt>
                <c:pt idx="27724">
                  <c:v>0.32087962962395977</c:v>
                </c:pt>
                <c:pt idx="27725">
                  <c:v>0.32089120370073942</c:v>
                </c:pt>
                <c:pt idx="27726">
                  <c:v>0.32090277777751908</c:v>
                </c:pt>
                <c:pt idx="27727">
                  <c:v>0.32091435184702277</c:v>
                </c:pt>
                <c:pt idx="27728">
                  <c:v>0.32092592592380242</c:v>
                </c:pt>
                <c:pt idx="27729">
                  <c:v>0.32093750000058208</c:v>
                </c:pt>
                <c:pt idx="27730">
                  <c:v>0.32094907407008577</c:v>
                </c:pt>
                <c:pt idx="27731">
                  <c:v>0.32096064814686542</c:v>
                </c:pt>
                <c:pt idx="27732">
                  <c:v>0.32097222221636912</c:v>
                </c:pt>
                <c:pt idx="27733">
                  <c:v>0.32098379629314877</c:v>
                </c:pt>
                <c:pt idx="27734">
                  <c:v>0.32099537036992842</c:v>
                </c:pt>
                <c:pt idx="27735">
                  <c:v>0.32100694443943212</c:v>
                </c:pt>
                <c:pt idx="27736">
                  <c:v>0.32101851851621177</c:v>
                </c:pt>
                <c:pt idx="27737">
                  <c:v>0.32103009259299142</c:v>
                </c:pt>
                <c:pt idx="27738">
                  <c:v>0.32104166666249512</c:v>
                </c:pt>
                <c:pt idx="27739">
                  <c:v>0.32105324073927477</c:v>
                </c:pt>
                <c:pt idx="27740">
                  <c:v>0.32106481481605442</c:v>
                </c:pt>
                <c:pt idx="27741">
                  <c:v>0.32107638888555812</c:v>
                </c:pt>
                <c:pt idx="27742">
                  <c:v>0.32108796296233777</c:v>
                </c:pt>
                <c:pt idx="27743">
                  <c:v>0.32109953703184146</c:v>
                </c:pt>
                <c:pt idx="27744">
                  <c:v>0.32111111110862112</c:v>
                </c:pt>
                <c:pt idx="27745">
                  <c:v>0.32112268518540077</c:v>
                </c:pt>
                <c:pt idx="27746">
                  <c:v>0.32113425925490446</c:v>
                </c:pt>
                <c:pt idx="27747">
                  <c:v>0.32114583333168412</c:v>
                </c:pt>
                <c:pt idx="27748">
                  <c:v>0.32115740740846377</c:v>
                </c:pt>
                <c:pt idx="27749">
                  <c:v>0.32116898147796746</c:v>
                </c:pt>
                <c:pt idx="27750">
                  <c:v>0.32118055555474712</c:v>
                </c:pt>
                <c:pt idx="27751">
                  <c:v>0.32119212962425081</c:v>
                </c:pt>
                <c:pt idx="27752">
                  <c:v>0.32120370370103046</c:v>
                </c:pt>
                <c:pt idx="27753">
                  <c:v>0.32121527777781012</c:v>
                </c:pt>
                <c:pt idx="27754">
                  <c:v>0.32122685184731381</c:v>
                </c:pt>
                <c:pt idx="27755">
                  <c:v>0.32123842592409346</c:v>
                </c:pt>
                <c:pt idx="27756">
                  <c:v>0.32125000000087311</c:v>
                </c:pt>
                <c:pt idx="27757">
                  <c:v>0.32126157407037681</c:v>
                </c:pt>
                <c:pt idx="27758">
                  <c:v>0.32127314814715646</c:v>
                </c:pt>
                <c:pt idx="27759">
                  <c:v>0.32128472221666016</c:v>
                </c:pt>
                <c:pt idx="27760">
                  <c:v>0.32129629629343981</c:v>
                </c:pt>
                <c:pt idx="27761">
                  <c:v>0.32130787037021946</c:v>
                </c:pt>
                <c:pt idx="27762">
                  <c:v>0.32131944443972316</c:v>
                </c:pt>
                <c:pt idx="27763">
                  <c:v>0.32133101851650281</c:v>
                </c:pt>
                <c:pt idx="27764">
                  <c:v>0.32134259259328246</c:v>
                </c:pt>
                <c:pt idx="27765">
                  <c:v>0.32135416666278616</c:v>
                </c:pt>
                <c:pt idx="27766">
                  <c:v>0.32136574073956581</c:v>
                </c:pt>
                <c:pt idx="27767">
                  <c:v>0.3213773148090695</c:v>
                </c:pt>
                <c:pt idx="27768">
                  <c:v>0.32138888888584916</c:v>
                </c:pt>
                <c:pt idx="27769">
                  <c:v>0.32140046296262881</c:v>
                </c:pt>
                <c:pt idx="27770">
                  <c:v>0.3214120370321325</c:v>
                </c:pt>
                <c:pt idx="27771">
                  <c:v>0.32142361110891216</c:v>
                </c:pt>
                <c:pt idx="27772">
                  <c:v>0.32143518518569181</c:v>
                </c:pt>
                <c:pt idx="27773">
                  <c:v>0.3214467592551955</c:v>
                </c:pt>
                <c:pt idx="27774">
                  <c:v>0.32145833333197515</c:v>
                </c:pt>
                <c:pt idx="27775">
                  <c:v>0.32146990740147885</c:v>
                </c:pt>
                <c:pt idx="27776">
                  <c:v>0.3214814814782585</c:v>
                </c:pt>
                <c:pt idx="27777">
                  <c:v>0.32149305555503815</c:v>
                </c:pt>
                <c:pt idx="27778">
                  <c:v>0.32150462962454185</c:v>
                </c:pt>
                <c:pt idx="27779">
                  <c:v>0.3215162037013215</c:v>
                </c:pt>
                <c:pt idx="27780">
                  <c:v>0.32152777777810115</c:v>
                </c:pt>
                <c:pt idx="27781">
                  <c:v>0.32153935184760485</c:v>
                </c:pt>
                <c:pt idx="27782">
                  <c:v>0.3215509259243845</c:v>
                </c:pt>
                <c:pt idx="27783">
                  <c:v>0.32156250000116415</c:v>
                </c:pt>
                <c:pt idx="27784">
                  <c:v>0.32157407407066785</c:v>
                </c:pt>
                <c:pt idx="27785">
                  <c:v>0.3215856481474475</c:v>
                </c:pt>
                <c:pt idx="27786">
                  <c:v>0.3215972222169512</c:v>
                </c:pt>
                <c:pt idx="27787">
                  <c:v>0.32160879629373085</c:v>
                </c:pt>
                <c:pt idx="27788">
                  <c:v>0.3216203703705105</c:v>
                </c:pt>
                <c:pt idx="27789">
                  <c:v>0.32163194444001419</c:v>
                </c:pt>
                <c:pt idx="27790">
                  <c:v>0.32164351851679385</c:v>
                </c:pt>
                <c:pt idx="27791">
                  <c:v>0.3216550925935735</c:v>
                </c:pt>
                <c:pt idx="27792">
                  <c:v>0.32166666666307719</c:v>
                </c:pt>
                <c:pt idx="27793">
                  <c:v>0.32167824073985685</c:v>
                </c:pt>
                <c:pt idx="27794">
                  <c:v>0.32168981480936054</c:v>
                </c:pt>
                <c:pt idx="27795">
                  <c:v>0.32170138888614019</c:v>
                </c:pt>
                <c:pt idx="27796">
                  <c:v>0.32171296296291985</c:v>
                </c:pt>
                <c:pt idx="27797">
                  <c:v>0.32172453703242354</c:v>
                </c:pt>
                <c:pt idx="27798">
                  <c:v>0.32173611110920319</c:v>
                </c:pt>
                <c:pt idx="27799">
                  <c:v>0.32174768518598285</c:v>
                </c:pt>
                <c:pt idx="27800">
                  <c:v>0.32175925925548654</c:v>
                </c:pt>
                <c:pt idx="27801">
                  <c:v>0.32177083333226619</c:v>
                </c:pt>
                <c:pt idx="27802">
                  <c:v>0.32178240740176989</c:v>
                </c:pt>
                <c:pt idx="27803">
                  <c:v>0.32179398147854954</c:v>
                </c:pt>
                <c:pt idx="27804">
                  <c:v>0.32180555555532919</c:v>
                </c:pt>
                <c:pt idx="27805">
                  <c:v>0.32181712962483289</c:v>
                </c:pt>
                <c:pt idx="27806">
                  <c:v>0.32182870370161254</c:v>
                </c:pt>
                <c:pt idx="27807">
                  <c:v>0.32184027777839219</c:v>
                </c:pt>
                <c:pt idx="27808">
                  <c:v>0.32185185184789589</c:v>
                </c:pt>
                <c:pt idx="27809">
                  <c:v>0.32186342592467554</c:v>
                </c:pt>
                <c:pt idx="27810">
                  <c:v>0.32187499999417923</c:v>
                </c:pt>
                <c:pt idx="27811">
                  <c:v>0.32188657407095889</c:v>
                </c:pt>
                <c:pt idx="27812">
                  <c:v>0.32189814814773854</c:v>
                </c:pt>
                <c:pt idx="27813">
                  <c:v>0.32190972221724223</c:v>
                </c:pt>
                <c:pt idx="27814">
                  <c:v>0.32192129629402189</c:v>
                </c:pt>
                <c:pt idx="27815">
                  <c:v>0.32193287037080154</c:v>
                </c:pt>
                <c:pt idx="27816">
                  <c:v>0.32194444444030523</c:v>
                </c:pt>
                <c:pt idx="27817">
                  <c:v>0.32195601851708489</c:v>
                </c:pt>
                <c:pt idx="27818">
                  <c:v>0.32196759259386454</c:v>
                </c:pt>
                <c:pt idx="27819">
                  <c:v>0.32197916666336823</c:v>
                </c:pt>
                <c:pt idx="27820">
                  <c:v>0.32199074074014788</c:v>
                </c:pt>
                <c:pt idx="27821">
                  <c:v>0.32200231480965158</c:v>
                </c:pt>
                <c:pt idx="27822">
                  <c:v>0.32201388888643123</c:v>
                </c:pt>
                <c:pt idx="27823">
                  <c:v>0.32202546296321088</c:v>
                </c:pt>
                <c:pt idx="27824">
                  <c:v>0.32203703703271458</c:v>
                </c:pt>
                <c:pt idx="27825">
                  <c:v>0.32204861110949423</c:v>
                </c:pt>
                <c:pt idx="27826">
                  <c:v>0.32206018518627388</c:v>
                </c:pt>
                <c:pt idx="27827">
                  <c:v>0.32207175925577758</c:v>
                </c:pt>
                <c:pt idx="27828">
                  <c:v>0.32208333333255723</c:v>
                </c:pt>
                <c:pt idx="27829">
                  <c:v>0.32209490740206093</c:v>
                </c:pt>
                <c:pt idx="27830">
                  <c:v>0.32210648147884058</c:v>
                </c:pt>
                <c:pt idx="27831">
                  <c:v>0.32211805555562023</c:v>
                </c:pt>
                <c:pt idx="27832">
                  <c:v>0.32212962962512393</c:v>
                </c:pt>
                <c:pt idx="27833">
                  <c:v>0.32214120370190358</c:v>
                </c:pt>
                <c:pt idx="27834">
                  <c:v>0.32215277777868323</c:v>
                </c:pt>
                <c:pt idx="27835">
                  <c:v>0.32216435184818693</c:v>
                </c:pt>
                <c:pt idx="27836">
                  <c:v>0.32217592592496658</c:v>
                </c:pt>
                <c:pt idx="27837">
                  <c:v>0.32218749999447027</c:v>
                </c:pt>
                <c:pt idx="27838">
                  <c:v>0.32219907407124992</c:v>
                </c:pt>
                <c:pt idx="27839">
                  <c:v>0.32221064814802958</c:v>
                </c:pt>
                <c:pt idx="27840">
                  <c:v>0.32222222221753327</c:v>
                </c:pt>
                <c:pt idx="27841">
                  <c:v>0.32223379629431292</c:v>
                </c:pt>
                <c:pt idx="27842">
                  <c:v>0.32224537037109258</c:v>
                </c:pt>
                <c:pt idx="27843">
                  <c:v>0.32225694444059627</c:v>
                </c:pt>
                <c:pt idx="27844">
                  <c:v>0.32226851851737592</c:v>
                </c:pt>
                <c:pt idx="27845">
                  <c:v>0.32228009258687962</c:v>
                </c:pt>
                <c:pt idx="27846">
                  <c:v>0.32229166666365927</c:v>
                </c:pt>
                <c:pt idx="27847">
                  <c:v>0.32230324074043892</c:v>
                </c:pt>
                <c:pt idx="27848">
                  <c:v>0.32231481480994262</c:v>
                </c:pt>
                <c:pt idx="27849">
                  <c:v>0.32232638888672227</c:v>
                </c:pt>
                <c:pt idx="27850">
                  <c:v>0.32233796296350192</c:v>
                </c:pt>
                <c:pt idx="27851">
                  <c:v>0.32234953703300562</c:v>
                </c:pt>
                <c:pt idx="27852">
                  <c:v>0.32236111110978527</c:v>
                </c:pt>
                <c:pt idx="27853">
                  <c:v>0.32237268517928896</c:v>
                </c:pt>
                <c:pt idx="27854">
                  <c:v>0.32238425925606862</c:v>
                </c:pt>
                <c:pt idx="27855">
                  <c:v>0.32239583333284827</c:v>
                </c:pt>
                <c:pt idx="27856">
                  <c:v>0.32240740740235196</c:v>
                </c:pt>
                <c:pt idx="27857">
                  <c:v>0.32241898147913162</c:v>
                </c:pt>
                <c:pt idx="27858">
                  <c:v>0.32243055555591127</c:v>
                </c:pt>
                <c:pt idx="27859">
                  <c:v>0.32244212962541496</c:v>
                </c:pt>
                <c:pt idx="27860">
                  <c:v>0.32245370370219462</c:v>
                </c:pt>
                <c:pt idx="27861">
                  <c:v>0.32246527777897427</c:v>
                </c:pt>
                <c:pt idx="27862">
                  <c:v>0.32247685184847796</c:v>
                </c:pt>
                <c:pt idx="27863">
                  <c:v>0.32248842592525762</c:v>
                </c:pt>
                <c:pt idx="27864">
                  <c:v>0.32249999999476131</c:v>
                </c:pt>
                <c:pt idx="27865">
                  <c:v>0.32251157407154096</c:v>
                </c:pt>
                <c:pt idx="27866">
                  <c:v>0.32252314814832062</c:v>
                </c:pt>
                <c:pt idx="27867">
                  <c:v>0.32253472221782431</c:v>
                </c:pt>
                <c:pt idx="27868">
                  <c:v>0.32254629629460396</c:v>
                </c:pt>
                <c:pt idx="27869">
                  <c:v>0.32255787037138361</c:v>
                </c:pt>
                <c:pt idx="27870">
                  <c:v>0.32256944444088731</c:v>
                </c:pt>
                <c:pt idx="27871">
                  <c:v>0.32258101851766696</c:v>
                </c:pt>
                <c:pt idx="27872">
                  <c:v>0.32259259258717066</c:v>
                </c:pt>
                <c:pt idx="27873">
                  <c:v>0.32260416666395031</c:v>
                </c:pt>
                <c:pt idx="27874">
                  <c:v>0.32261574074072996</c:v>
                </c:pt>
                <c:pt idx="27875">
                  <c:v>0.32262731481023366</c:v>
                </c:pt>
                <c:pt idx="27876">
                  <c:v>0.32263888888701331</c:v>
                </c:pt>
                <c:pt idx="27877">
                  <c:v>0.32265046296379296</c:v>
                </c:pt>
                <c:pt idx="27878">
                  <c:v>0.32266203703329666</c:v>
                </c:pt>
                <c:pt idx="27879">
                  <c:v>0.32267361111007631</c:v>
                </c:pt>
                <c:pt idx="27880">
                  <c:v>0.32268518517958</c:v>
                </c:pt>
                <c:pt idx="27881">
                  <c:v>0.32269675925635966</c:v>
                </c:pt>
                <c:pt idx="27882">
                  <c:v>0.32270833333313931</c:v>
                </c:pt>
                <c:pt idx="27883">
                  <c:v>0.322719907402643</c:v>
                </c:pt>
                <c:pt idx="27884">
                  <c:v>0.32273148147942265</c:v>
                </c:pt>
                <c:pt idx="27885">
                  <c:v>0.32274305555620231</c:v>
                </c:pt>
                <c:pt idx="27886">
                  <c:v>0.322754629625706</c:v>
                </c:pt>
                <c:pt idx="27887">
                  <c:v>0.32276620370248565</c:v>
                </c:pt>
                <c:pt idx="27888">
                  <c:v>0.32277777777198935</c:v>
                </c:pt>
                <c:pt idx="27889">
                  <c:v>0.322789351848769</c:v>
                </c:pt>
                <c:pt idx="27890">
                  <c:v>0.32280092592554865</c:v>
                </c:pt>
                <c:pt idx="27891">
                  <c:v>0.32281249999505235</c:v>
                </c:pt>
                <c:pt idx="27892">
                  <c:v>0.322824074071832</c:v>
                </c:pt>
                <c:pt idx="27893">
                  <c:v>0.32283564814861165</c:v>
                </c:pt>
                <c:pt idx="27894">
                  <c:v>0.32284722221811535</c:v>
                </c:pt>
                <c:pt idx="27895">
                  <c:v>0.322858796294895</c:v>
                </c:pt>
                <c:pt idx="27896">
                  <c:v>0.32287037037167465</c:v>
                </c:pt>
                <c:pt idx="27897">
                  <c:v>0.32288194444117835</c:v>
                </c:pt>
                <c:pt idx="27898">
                  <c:v>0.322893518517958</c:v>
                </c:pt>
                <c:pt idx="27899">
                  <c:v>0.3229050925874617</c:v>
                </c:pt>
                <c:pt idx="27900">
                  <c:v>0.32291666666424135</c:v>
                </c:pt>
                <c:pt idx="27901">
                  <c:v>0.322928240741021</c:v>
                </c:pt>
                <c:pt idx="27902">
                  <c:v>0.32293981481052469</c:v>
                </c:pt>
                <c:pt idx="27903">
                  <c:v>0.32295138888730435</c:v>
                </c:pt>
                <c:pt idx="27904">
                  <c:v>0.322962962964084</c:v>
                </c:pt>
                <c:pt idx="27905">
                  <c:v>0.32297453703358769</c:v>
                </c:pt>
                <c:pt idx="27906">
                  <c:v>0.32298611111036735</c:v>
                </c:pt>
                <c:pt idx="27907">
                  <c:v>0.32299768517987104</c:v>
                </c:pt>
                <c:pt idx="27908">
                  <c:v>0.32300925925665069</c:v>
                </c:pt>
                <c:pt idx="27909">
                  <c:v>0.32302083333343035</c:v>
                </c:pt>
                <c:pt idx="27910">
                  <c:v>0.32303240740293404</c:v>
                </c:pt>
                <c:pt idx="27911">
                  <c:v>0.32304398147971369</c:v>
                </c:pt>
                <c:pt idx="27912">
                  <c:v>0.32305555555649335</c:v>
                </c:pt>
                <c:pt idx="27913">
                  <c:v>0.32306712962599704</c:v>
                </c:pt>
                <c:pt idx="27914">
                  <c:v>0.32307870370277669</c:v>
                </c:pt>
                <c:pt idx="27915">
                  <c:v>0.32309027777228039</c:v>
                </c:pt>
                <c:pt idx="27916">
                  <c:v>0.32310185184906004</c:v>
                </c:pt>
                <c:pt idx="27917">
                  <c:v>0.32311342592583969</c:v>
                </c:pt>
                <c:pt idx="27918">
                  <c:v>0.32312499999534339</c:v>
                </c:pt>
                <c:pt idx="27919">
                  <c:v>0.32313657407212304</c:v>
                </c:pt>
                <c:pt idx="27920">
                  <c:v>0.32314814814890269</c:v>
                </c:pt>
                <c:pt idx="27921">
                  <c:v>0.32315972221840639</c:v>
                </c:pt>
                <c:pt idx="27922">
                  <c:v>0.32317129629518604</c:v>
                </c:pt>
                <c:pt idx="27923">
                  <c:v>0.32318287036468973</c:v>
                </c:pt>
                <c:pt idx="27924">
                  <c:v>0.32319444444146939</c:v>
                </c:pt>
                <c:pt idx="27925">
                  <c:v>0.32320601851824904</c:v>
                </c:pt>
                <c:pt idx="27926">
                  <c:v>0.32321759258775273</c:v>
                </c:pt>
                <c:pt idx="27927">
                  <c:v>0.32322916666453239</c:v>
                </c:pt>
                <c:pt idx="27928">
                  <c:v>0.32324074074131204</c:v>
                </c:pt>
                <c:pt idx="27929">
                  <c:v>0.32325231481081573</c:v>
                </c:pt>
                <c:pt idx="27930">
                  <c:v>0.32326388888759539</c:v>
                </c:pt>
                <c:pt idx="27931">
                  <c:v>0.32327546295709908</c:v>
                </c:pt>
                <c:pt idx="27932">
                  <c:v>0.32328703703387873</c:v>
                </c:pt>
                <c:pt idx="27933">
                  <c:v>0.32329861111065838</c:v>
                </c:pt>
                <c:pt idx="27934">
                  <c:v>0.32331018518016208</c:v>
                </c:pt>
                <c:pt idx="27935">
                  <c:v>0.32332175925694173</c:v>
                </c:pt>
                <c:pt idx="27936">
                  <c:v>0.32333333333372138</c:v>
                </c:pt>
                <c:pt idx="27937">
                  <c:v>0.32334490740322508</c:v>
                </c:pt>
                <c:pt idx="27938">
                  <c:v>0.32335648148000473</c:v>
                </c:pt>
                <c:pt idx="27939">
                  <c:v>0.32336805555678438</c:v>
                </c:pt>
                <c:pt idx="27940">
                  <c:v>0.32337962962628808</c:v>
                </c:pt>
                <c:pt idx="27941">
                  <c:v>0.32339120370306773</c:v>
                </c:pt>
                <c:pt idx="27942">
                  <c:v>0.32340277777257143</c:v>
                </c:pt>
                <c:pt idx="27943">
                  <c:v>0.32341435184935108</c:v>
                </c:pt>
                <c:pt idx="27944">
                  <c:v>0.32342592592613073</c:v>
                </c:pt>
                <c:pt idx="27945">
                  <c:v>0.32343749999563443</c:v>
                </c:pt>
                <c:pt idx="27946">
                  <c:v>0.32344907407241408</c:v>
                </c:pt>
                <c:pt idx="27947">
                  <c:v>0.32346064814919373</c:v>
                </c:pt>
                <c:pt idx="27948">
                  <c:v>0.32347222221869742</c:v>
                </c:pt>
                <c:pt idx="27949">
                  <c:v>0.32348379629547708</c:v>
                </c:pt>
                <c:pt idx="27950">
                  <c:v>0.32349537036498077</c:v>
                </c:pt>
                <c:pt idx="27951">
                  <c:v>0.32350694444176042</c:v>
                </c:pt>
                <c:pt idx="27952">
                  <c:v>0.32351851851854008</c:v>
                </c:pt>
                <c:pt idx="27953">
                  <c:v>0.32353009258804377</c:v>
                </c:pt>
                <c:pt idx="27954">
                  <c:v>0.32354166666482342</c:v>
                </c:pt>
                <c:pt idx="27955">
                  <c:v>0.32355324074160308</c:v>
                </c:pt>
                <c:pt idx="27956">
                  <c:v>0.32356481481110677</c:v>
                </c:pt>
                <c:pt idx="27957">
                  <c:v>0.32357638888788642</c:v>
                </c:pt>
                <c:pt idx="27958">
                  <c:v>0.32358796295739012</c:v>
                </c:pt>
                <c:pt idx="27959">
                  <c:v>0.32359953703416977</c:v>
                </c:pt>
                <c:pt idx="27960">
                  <c:v>0.32361111111094942</c:v>
                </c:pt>
                <c:pt idx="27961">
                  <c:v>0.32362268518045312</c:v>
                </c:pt>
                <c:pt idx="27962">
                  <c:v>0.32363425925723277</c:v>
                </c:pt>
                <c:pt idx="27963">
                  <c:v>0.32364583333401242</c:v>
                </c:pt>
                <c:pt idx="27964">
                  <c:v>0.32365740740351612</c:v>
                </c:pt>
                <c:pt idx="27965">
                  <c:v>0.32366898148029577</c:v>
                </c:pt>
                <c:pt idx="27966">
                  <c:v>0.32368055554979946</c:v>
                </c:pt>
                <c:pt idx="27967">
                  <c:v>0.32369212962657912</c:v>
                </c:pt>
                <c:pt idx="27968">
                  <c:v>0.32370370370335877</c:v>
                </c:pt>
                <c:pt idx="27969">
                  <c:v>0.32371527777286246</c:v>
                </c:pt>
                <c:pt idx="27970">
                  <c:v>0.32372685184964212</c:v>
                </c:pt>
                <c:pt idx="27971">
                  <c:v>0.32373842592642177</c:v>
                </c:pt>
                <c:pt idx="27972">
                  <c:v>0.32374999999592546</c:v>
                </c:pt>
                <c:pt idx="27973">
                  <c:v>0.32376157407270512</c:v>
                </c:pt>
                <c:pt idx="27974">
                  <c:v>0.32377314814948477</c:v>
                </c:pt>
                <c:pt idx="27975">
                  <c:v>0.32378472221898846</c:v>
                </c:pt>
                <c:pt idx="27976">
                  <c:v>0.32379629629576812</c:v>
                </c:pt>
                <c:pt idx="27977">
                  <c:v>0.32380787036527181</c:v>
                </c:pt>
                <c:pt idx="27978">
                  <c:v>0.32381944444205146</c:v>
                </c:pt>
                <c:pt idx="27979">
                  <c:v>0.32383101851883112</c:v>
                </c:pt>
                <c:pt idx="27980">
                  <c:v>0.32384259258833481</c:v>
                </c:pt>
                <c:pt idx="27981">
                  <c:v>0.32385416666511446</c:v>
                </c:pt>
                <c:pt idx="27982">
                  <c:v>0.32386574074189411</c:v>
                </c:pt>
                <c:pt idx="27983">
                  <c:v>0.32387731481139781</c:v>
                </c:pt>
                <c:pt idx="27984">
                  <c:v>0.32388888888817746</c:v>
                </c:pt>
                <c:pt idx="27985">
                  <c:v>0.32390046295768116</c:v>
                </c:pt>
                <c:pt idx="27986">
                  <c:v>0.32391203703446081</c:v>
                </c:pt>
                <c:pt idx="27987">
                  <c:v>0.32392361111124046</c:v>
                </c:pt>
                <c:pt idx="27988">
                  <c:v>0.32393518518074416</c:v>
                </c:pt>
                <c:pt idx="27989">
                  <c:v>0.32394675925752381</c:v>
                </c:pt>
                <c:pt idx="27990">
                  <c:v>0.32395833333430346</c:v>
                </c:pt>
                <c:pt idx="27991">
                  <c:v>0.32396990740380716</c:v>
                </c:pt>
                <c:pt idx="27992">
                  <c:v>0.32398148148058681</c:v>
                </c:pt>
                <c:pt idx="27993">
                  <c:v>0.3239930555500905</c:v>
                </c:pt>
                <c:pt idx="27994">
                  <c:v>0.32400462962687016</c:v>
                </c:pt>
                <c:pt idx="27995">
                  <c:v>0.32401620370364981</c:v>
                </c:pt>
                <c:pt idx="27996">
                  <c:v>0.3240277777731535</c:v>
                </c:pt>
                <c:pt idx="27997">
                  <c:v>0.32403935184993315</c:v>
                </c:pt>
                <c:pt idx="27998">
                  <c:v>0.32405092592671281</c:v>
                </c:pt>
                <c:pt idx="27999">
                  <c:v>0.3240624999962165</c:v>
                </c:pt>
                <c:pt idx="28000">
                  <c:v>0.32407407407299615</c:v>
                </c:pt>
                <c:pt idx="28001">
                  <c:v>0.32408564814249985</c:v>
                </c:pt>
                <c:pt idx="28002">
                  <c:v>0.3240972222192795</c:v>
                </c:pt>
                <c:pt idx="28003">
                  <c:v>0.32410879629605915</c:v>
                </c:pt>
                <c:pt idx="28004">
                  <c:v>0.32412037036556285</c:v>
                </c:pt>
                <c:pt idx="28005">
                  <c:v>0.3241319444423425</c:v>
                </c:pt>
                <c:pt idx="28006">
                  <c:v>0.32414351851912215</c:v>
                </c:pt>
                <c:pt idx="28007">
                  <c:v>0.32415509258862585</c:v>
                </c:pt>
                <c:pt idx="28008">
                  <c:v>0.3241666666654055</c:v>
                </c:pt>
                <c:pt idx="28009">
                  <c:v>0.3241782407349092</c:v>
                </c:pt>
                <c:pt idx="28010">
                  <c:v>0.32418981481168885</c:v>
                </c:pt>
                <c:pt idx="28011">
                  <c:v>0.3242013888884685</c:v>
                </c:pt>
                <c:pt idx="28012">
                  <c:v>0.32421296295797219</c:v>
                </c:pt>
                <c:pt idx="28013">
                  <c:v>0.32422453703475185</c:v>
                </c:pt>
                <c:pt idx="28014">
                  <c:v>0.3242361111115315</c:v>
                </c:pt>
                <c:pt idx="28015">
                  <c:v>0.32424768518103519</c:v>
                </c:pt>
                <c:pt idx="28016">
                  <c:v>0.32425925925781485</c:v>
                </c:pt>
                <c:pt idx="28017">
                  <c:v>0.3242708333345945</c:v>
                </c:pt>
                <c:pt idx="28018">
                  <c:v>0.32428240740409819</c:v>
                </c:pt>
                <c:pt idx="28019">
                  <c:v>0.32429398148087785</c:v>
                </c:pt>
                <c:pt idx="28020">
                  <c:v>0.32430555555038154</c:v>
                </c:pt>
                <c:pt idx="28021">
                  <c:v>0.32431712962716119</c:v>
                </c:pt>
                <c:pt idx="28022">
                  <c:v>0.32432870370394085</c:v>
                </c:pt>
                <c:pt idx="28023">
                  <c:v>0.32434027777344454</c:v>
                </c:pt>
                <c:pt idx="28024">
                  <c:v>0.32435185185022419</c:v>
                </c:pt>
                <c:pt idx="28025">
                  <c:v>0.32436342592700385</c:v>
                </c:pt>
                <c:pt idx="28026">
                  <c:v>0.32437499999650754</c:v>
                </c:pt>
                <c:pt idx="28027">
                  <c:v>0.32438657407328719</c:v>
                </c:pt>
                <c:pt idx="28028">
                  <c:v>0.32439814814279089</c:v>
                </c:pt>
                <c:pt idx="28029">
                  <c:v>0.32440972221957054</c:v>
                </c:pt>
                <c:pt idx="28030">
                  <c:v>0.32442129629635019</c:v>
                </c:pt>
                <c:pt idx="28031">
                  <c:v>0.32443287036585389</c:v>
                </c:pt>
                <c:pt idx="28032">
                  <c:v>0.32444444444263354</c:v>
                </c:pt>
                <c:pt idx="28033">
                  <c:v>0.32445601851941319</c:v>
                </c:pt>
                <c:pt idx="28034">
                  <c:v>0.32446759258891689</c:v>
                </c:pt>
                <c:pt idx="28035">
                  <c:v>0.32447916666569654</c:v>
                </c:pt>
                <c:pt idx="28036">
                  <c:v>0.32449074073520023</c:v>
                </c:pt>
                <c:pt idx="28037">
                  <c:v>0.32450231481197989</c:v>
                </c:pt>
                <c:pt idx="28038">
                  <c:v>0.32451388888875954</c:v>
                </c:pt>
                <c:pt idx="28039">
                  <c:v>0.32452546295826323</c:v>
                </c:pt>
                <c:pt idx="28040">
                  <c:v>0.32453703703504289</c:v>
                </c:pt>
                <c:pt idx="28041">
                  <c:v>0.32454861111182254</c:v>
                </c:pt>
                <c:pt idx="28042">
                  <c:v>0.32456018518132623</c:v>
                </c:pt>
                <c:pt idx="28043">
                  <c:v>0.32457175925810589</c:v>
                </c:pt>
                <c:pt idx="28044">
                  <c:v>0.32458333332760958</c:v>
                </c:pt>
                <c:pt idx="28045">
                  <c:v>0.32459490740438923</c:v>
                </c:pt>
                <c:pt idx="28046">
                  <c:v>0.32460648148116888</c:v>
                </c:pt>
                <c:pt idx="28047">
                  <c:v>0.32461805555067258</c:v>
                </c:pt>
                <c:pt idx="28048">
                  <c:v>0.32462962962745223</c:v>
                </c:pt>
                <c:pt idx="28049">
                  <c:v>0.32464120370423188</c:v>
                </c:pt>
                <c:pt idx="28050">
                  <c:v>0.32465277777373558</c:v>
                </c:pt>
                <c:pt idx="28051">
                  <c:v>0.32466435185051523</c:v>
                </c:pt>
                <c:pt idx="28052">
                  <c:v>0.32467592592001893</c:v>
                </c:pt>
                <c:pt idx="28053">
                  <c:v>0.32468749999679858</c:v>
                </c:pt>
                <c:pt idx="28054">
                  <c:v>0.32469907407357823</c:v>
                </c:pt>
                <c:pt idx="28055">
                  <c:v>0.32471064814308193</c:v>
                </c:pt>
                <c:pt idx="28056">
                  <c:v>0.32472222221986158</c:v>
                </c:pt>
                <c:pt idx="28057">
                  <c:v>0.32473379629664123</c:v>
                </c:pt>
                <c:pt idx="28058">
                  <c:v>0.32474537036614493</c:v>
                </c:pt>
                <c:pt idx="28059">
                  <c:v>0.32475694444292458</c:v>
                </c:pt>
                <c:pt idx="28060">
                  <c:v>0.32476851851970423</c:v>
                </c:pt>
                <c:pt idx="28061">
                  <c:v>0.32478009258920792</c:v>
                </c:pt>
                <c:pt idx="28062">
                  <c:v>0.32479166666598758</c:v>
                </c:pt>
                <c:pt idx="28063">
                  <c:v>0.32480324073549127</c:v>
                </c:pt>
                <c:pt idx="28064">
                  <c:v>0.32481481481227092</c:v>
                </c:pt>
                <c:pt idx="28065">
                  <c:v>0.32482638888905058</c:v>
                </c:pt>
                <c:pt idx="28066">
                  <c:v>0.32483796295855427</c:v>
                </c:pt>
                <c:pt idx="28067">
                  <c:v>0.32484953703533392</c:v>
                </c:pt>
                <c:pt idx="28068">
                  <c:v>0.32486111111211358</c:v>
                </c:pt>
                <c:pt idx="28069">
                  <c:v>0.32487268518161727</c:v>
                </c:pt>
                <c:pt idx="28070">
                  <c:v>0.32488425925839692</c:v>
                </c:pt>
                <c:pt idx="28071">
                  <c:v>0.32489583332790062</c:v>
                </c:pt>
                <c:pt idx="28072">
                  <c:v>0.32490740740468027</c:v>
                </c:pt>
                <c:pt idx="28073">
                  <c:v>0.32491898148145992</c:v>
                </c:pt>
                <c:pt idx="28074">
                  <c:v>0.32493055555096362</c:v>
                </c:pt>
                <c:pt idx="28075">
                  <c:v>0.32494212962774327</c:v>
                </c:pt>
                <c:pt idx="28076">
                  <c:v>0.32495370370452292</c:v>
                </c:pt>
                <c:pt idx="28077">
                  <c:v>0.32496527777402662</c:v>
                </c:pt>
                <c:pt idx="28078">
                  <c:v>0.32497685185080627</c:v>
                </c:pt>
                <c:pt idx="28079">
                  <c:v>0.32498842592030996</c:v>
                </c:pt>
                <c:pt idx="28080">
                  <c:v>0.32499999999708962</c:v>
                </c:pt>
                <c:pt idx="28081">
                  <c:v>0.32501157407386927</c:v>
                </c:pt>
                <c:pt idx="28082">
                  <c:v>0.32502314814337296</c:v>
                </c:pt>
                <c:pt idx="28083">
                  <c:v>0.32503472222015262</c:v>
                </c:pt>
                <c:pt idx="28084">
                  <c:v>0.32504629629693227</c:v>
                </c:pt>
                <c:pt idx="28085">
                  <c:v>0.32505787036643596</c:v>
                </c:pt>
                <c:pt idx="28086">
                  <c:v>0.32506944444321562</c:v>
                </c:pt>
                <c:pt idx="28087">
                  <c:v>0.32508101851271931</c:v>
                </c:pt>
                <c:pt idx="28088">
                  <c:v>0.32509259258949896</c:v>
                </c:pt>
                <c:pt idx="28089">
                  <c:v>0.32510416666627862</c:v>
                </c:pt>
                <c:pt idx="28090">
                  <c:v>0.32511574073578231</c:v>
                </c:pt>
                <c:pt idx="28091">
                  <c:v>0.32512731481256196</c:v>
                </c:pt>
                <c:pt idx="28092">
                  <c:v>0.32513888888934162</c:v>
                </c:pt>
                <c:pt idx="28093">
                  <c:v>0.32515046295884531</c:v>
                </c:pt>
                <c:pt idx="28094">
                  <c:v>0.32516203703562496</c:v>
                </c:pt>
                <c:pt idx="28095">
                  <c:v>0.32517361111240461</c:v>
                </c:pt>
                <c:pt idx="28096">
                  <c:v>0.32518518518190831</c:v>
                </c:pt>
                <c:pt idx="28097">
                  <c:v>0.32519675925868796</c:v>
                </c:pt>
                <c:pt idx="28098">
                  <c:v>0.32520833332819166</c:v>
                </c:pt>
                <c:pt idx="28099">
                  <c:v>0.32521990740497131</c:v>
                </c:pt>
                <c:pt idx="28100">
                  <c:v>0.32523148148175096</c:v>
                </c:pt>
                <c:pt idx="28101">
                  <c:v>0.32524305555125466</c:v>
                </c:pt>
                <c:pt idx="28102">
                  <c:v>0.32525462962803431</c:v>
                </c:pt>
                <c:pt idx="28103">
                  <c:v>0.32526620370481396</c:v>
                </c:pt>
                <c:pt idx="28104">
                  <c:v>0.32527777777431766</c:v>
                </c:pt>
                <c:pt idx="28105">
                  <c:v>0.32528935185109731</c:v>
                </c:pt>
                <c:pt idx="28106">
                  <c:v>0.325300925920601</c:v>
                </c:pt>
                <c:pt idx="28107">
                  <c:v>0.32531249999738066</c:v>
                </c:pt>
                <c:pt idx="28108">
                  <c:v>0.32532407407416031</c:v>
                </c:pt>
                <c:pt idx="28109">
                  <c:v>0.325335648143664</c:v>
                </c:pt>
                <c:pt idx="28110">
                  <c:v>0.32534722222044365</c:v>
                </c:pt>
                <c:pt idx="28111">
                  <c:v>0.32535879629722331</c:v>
                </c:pt>
                <c:pt idx="28112">
                  <c:v>0.325370370366727</c:v>
                </c:pt>
                <c:pt idx="28113">
                  <c:v>0.32538194444350665</c:v>
                </c:pt>
                <c:pt idx="28114">
                  <c:v>0.32539351851301035</c:v>
                </c:pt>
                <c:pt idx="28115">
                  <c:v>0.32540509258979</c:v>
                </c:pt>
                <c:pt idx="28116">
                  <c:v>0.32541666666656965</c:v>
                </c:pt>
                <c:pt idx="28117">
                  <c:v>0.32542824073607335</c:v>
                </c:pt>
                <c:pt idx="28118">
                  <c:v>0.325439814812853</c:v>
                </c:pt>
                <c:pt idx="28119">
                  <c:v>0.32545138888963265</c:v>
                </c:pt>
                <c:pt idx="28120">
                  <c:v>0.32546296295913635</c:v>
                </c:pt>
                <c:pt idx="28121">
                  <c:v>0.325474537035916</c:v>
                </c:pt>
                <c:pt idx="28122">
                  <c:v>0.3254861111054197</c:v>
                </c:pt>
                <c:pt idx="28123">
                  <c:v>0.32549768518219935</c:v>
                </c:pt>
                <c:pt idx="28124">
                  <c:v>0.325509259258979</c:v>
                </c:pt>
                <c:pt idx="28125">
                  <c:v>0.32552083332848269</c:v>
                </c:pt>
                <c:pt idx="28126">
                  <c:v>0.32553240740526235</c:v>
                </c:pt>
                <c:pt idx="28127">
                  <c:v>0.325543981482042</c:v>
                </c:pt>
                <c:pt idx="28128">
                  <c:v>0.32555555555154569</c:v>
                </c:pt>
                <c:pt idx="28129">
                  <c:v>0.32556712962832535</c:v>
                </c:pt>
                <c:pt idx="28130">
                  <c:v>0.32557870369782904</c:v>
                </c:pt>
                <c:pt idx="28131">
                  <c:v>0.32559027777460869</c:v>
                </c:pt>
                <c:pt idx="28132">
                  <c:v>0.32560185185138835</c:v>
                </c:pt>
                <c:pt idx="28133">
                  <c:v>0.32561342592089204</c:v>
                </c:pt>
                <c:pt idx="28134">
                  <c:v>0.32562499999767169</c:v>
                </c:pt>
                <c:pt idx="28135">
                  <c:v>0.32563657407445135</c:v>
                </c:pt>
                <c:pt idx="28136">
                  <c:v>0.32564814814395504</c:v>
                </c:pt>
                <c:pt idx="28137">
                  <c:v>0.32565972222073469</c:v>
                </c:pt>
                <c:pt idx="28138">
                  <c:v>0.32567129629751435</c:v>
                </c:pt>
                <c:pt idx="28139">
                  <c:v>0.32568287036701804</c:v>
                </c:pt>
                <c:pt idx="28140">
                  <c:v>0.32569444444379769</c:v>
                </c:pt>
                <c:pt idx="28141">
                  <c:v>0.32570601851330139</c:v>
                </c:pt>
                <c:pt idx="28142">
                  <c:v>0.32571759259008104</c:v>
                </c:pt>
                <c:pt idx="28143">
                  <c:v>0.32572916666686069</c:v>
                </c:pt>
                <c:pt idx="28144">
                  <c:v>0.32574074073636439</c:v>
                </c:pt>
                <c:pt idx="28145">
                  <c:v>0.32575231481314404</c:v>
                </c:pt>
                <c:pt idx="28146">
                  <c:v>0.32576388888992369</c:v>
                </c:pt>
                <c:pt idx="28147">
                  <c:v>0.32577546295942739</c:v>
                </c:pt>
                <c:pt idx="28148">
                  <c:v>0.32578703703620704</c:v>
                </c:pt>
                <c:pt idx="28149">
                  <c:v>0.32579861110571073</c:v>
                </c:pt>
                <c:pt idx="28150">
                  <c:v>0.32581018518249039</c:v>
                </c:pt>
                <c:pt idx="28151">
                  <c:v>0.32582175925927004</c:v>
                </c:pt>
                <c:pt idx="28152">
                  <c:v>0.32583333332877373</c:v>
                </c:pt>
                <c:pt idx="28153">
                  <c:v>0.32584490740555339</c:v>
                </c:pt>
                <c:pt idx="28154">
                  <c:v>0.32585648148233304</c:v>
                </c:pt>
                <c:pt idx="28155">
                  <c:v>0.32586805555183673</c:v>
                </c:pt>
                <c:pt idx="28156">
                  <c:v>0.32587962962861639</c:v>
                </c:pt>
                <c:pt idx="28157">
                  <c:v>0.32589120369812008</c:v>
                </c:pt>
                <c:pt idx="28158">
                  <c:v>0.32590277777489973</c:v>
                </c:pt>
                <c:pt idx="28159">
                  <c:v>0.32591435185167938</c:v>
                </c:pt>
                <c:pt idx="28160">
                  <c:v>0.32592592592118308</c:v>
                </c:pt>
                <c:pt idx="28161">
                  <c:v>0.32593749999796273</c:v>
                </c:pt>
                <c:pt idx="28162">
                  <c:v>0.32594907407474238</c:v>
                </c:pt>
                <c:pt idx="28163">
                  <c:v>0.32596064814424608</c:v>
                </c:pt>
                <c:pt idx="28164">
                  <c:v>0.32597222222102573</c:v>
                </c:pt>
                <c:pt idx="28165">
                  <c:v>0.32598379629052943</c:v>
                </c:pt>
                <c:pt idx="28166">
                  <c:v>0.32599537036730908</c:v>
                </c:pt>
                <c:pt idx="28167">
                  <c:v>0.32600694444408873</c:v>
                </c:pt>
                <c:pt idx="28168">
                  <c:v>0.32601851851359243</c:v>
                </c:pt>
                <c:pt idx="28169">
                  <c:v>0.32603009259037208</c:v>
                </c:pt>
                <c:pt idx="28170">
                  <c:v>0.32604166666715173</c:v>
                </c:pt>
                <c:pt idx="28171">
                  <c:v>0.32605324073665543</c:v>
                </c:pt>
                <c:pt idx="28172">
                  <c:v>0.32606481481343508</c:v>
                </c:pt>
                <c:pt idx="28173">
                  <c:v>0.32607638889021473</c:v>
                </c:pt>
                <c:pt idx="28174">
                  <c:v>0.32608796295971842</c:v>
                </c:pt>
                <c:pt idx="28175">
                  <c:v>0.32609953703649808</c:v>
                </c:pt>
                <c:pt idx="28176">
                  <c:v>0.32611111110600177</c:v>
                </c:pt>
                <c:pt idx="28177">
                  <c:v>0.32612268518278142</c:v>
                </c:pt>
                <c:pt idx="28178">
                  <c:v>0.32613425925956108</c:v>
                </c:pt>
                <c:pt idx="28179">
                  <c:v>0.32614583332906477</c:v>
                </c:pt>
                <c:pt idx="28180">
                  <c:v>0.32615740740584442</c:v>
                </c:pt>
                <c:pt idx="28181">
                  <c:v>0.32616898148262408</c:v>
                </c:pt>
                <c:pt idx="28182">
                  <c:v>0.32618055555212777</c:v>
                </c:pt>
                <c:pt idx="28183">
                  <c:v>0.32619212962890742</c:v>
                </c:pt>
                <c:pt idx="28184">
                  <c:v>0.32620370369841112</c:v>
                </c:pt>
                <c:pt idx="28185">
                  <c:v>0.32621527777519077</c:v>
                </c:pt>
                <c:pt idx="28186">
                  <c:v>0.32622685185197042</c:v>
                </c:pt>
                <c:pt idx="28187">
                  <c:v>0.32623842592147412</c:v>
                </c:pt>
                <c:pt idx="28188">
                  <c:v>0.32624999999825377</c:v>
                </c:pt>
                <c:pt idx="28189">
                  <c:v>0.32626157407503342</c:v>
                </c:pt>
                <c:pt idx="28190">
                  <c:v>0.32627314814453712</c:v>
                </c:pt>
                <c:pt idx="28191">
                  <c:v>0.32628472222131677</c:v>
                </c:pt>
                <c:pt idx="28192">
                  <c:v>0.32629629629082046</c:v>
                </c:pt>
                <c:pt idx="28193">
                  <c:v>0.32630787036760012</c:v>
                </c:pt>
                <c:pt idx="28194">
                  <c:v>0.32631944444437977</c:v>
                </c:pt>
                <c:pt idx="28195">
                  <c:v>0.32633101851388346</c:v>
                </c:pt>
                <c:pt idx="28196">
                  <c:v>0.32634259259066312</c:v>
                </c:pt>
                <c:pt idx="28197">
                  <c:v>0.32635416666744277</c:v>
                </c:pt>
                <c:pt idx="28198">
                  <c:v>0.32636574073694646</c:v>
                </c:pt>
                <c:pt idx="28199">
                  <c:v>0.32637731481372612</c:v>
                </c:pt>
                <c:pt idx="28200">
                  <c:v>0.32638888888322981</c:v>
                </c:pt>
                <c:pt idx="28201">
                  <c:v>0.32640046296000946</c:v>
                </c:pt>
                <c:pt idx="28202">
                  <c:v>0.32641203703678912</c:v>
                </c:pt>
                <c:pt idx="28203">
                  <c:v>0.32642361110629281</c:v>
                </c:pt>
                <c:pt idx="28204">
                  <c:v>0.32643518518307246</c:v>
                </c:pt>
                <c:pt idx="28205">
                  <c:v>0.32644675925985212</c:v>
                </c:pt>
                <c:pt idx="28206">
                  <c:v>0.32645833332935581</c:v>
                </c:pt>
                <c:pt idx="28207">
                  <c:v>0.32646990740613546</c:v>
                </c:pt>
                <c:pt idx="28208">
                  <c:v>0.32648148147563916</c:v>
                </c:pt>
                <c:pt idx="28209">
                  <c:v>0.32649305555241881</c:v>
                </c:pt>
                <c:pt idx="28210">
                  <c:v>0.32650462962919846</c:v>
                </c:pt>
                <c:pt idx="28211">
                  <c:v>0.32651620369870216</c:v>
                </c:pt>
                <c:pt idx="28212">
                  <c:v>0.32652777777548181</c:v>
                </c:pt>
                <c:pt idx="28213">
                  <c:v>0.32653935185226146</c:v>
                </c:pt>
                <c:pt idx="28214">
                  <c:v>0.32655092592176516</c:v>
                </c:pt>
                <c:pt idx="28215">
                  <c:v>0.32656249999854481</c:v>
                </c:pt>
                <c:pt idx="28216">
                  <c:v>0.32657407407532446</c:v>
                </c:pt>
                <c:pt idx="28217">
                  <c:v>0.32658564814482816</c:v>
                </c:pt>
                <c:pt idx="28218">
                  <c:v>0.32659722222160781</c:v>
                </c:pt>
                <c:pt idx="28219">
                  <c:v>0.3266087962911115</c:v>
                </c:pt>
                <c:pt idx="28220">
                  <c:v>0.32662037036789116</c:v>
                </c:pt>
                <c:pt idx="28221">
                  <c:v>0.32663194444467081</c:v>
                </c:pt>
                <c:pt idx="28222">
                  <c:v>0.3266435185141745</c:v>
                </c:pt>
                <c:pt idx="28223">
                  <c:v>0.32665509259095415</c:v>
                </c:pt>
                <c:pt idx="28224">
                  <c:v>0.32666666666773381</c:v>
                </c:pt>
                <c:pt idx="28225">
                  <c:v>0.3266782407372375</c:v>
                </c:pt>
                <c:pt idx="28226">
                  <c:v>0.32668981481401715</c:v>
                </c:pt>
                <c:pt idx="28227">
                  <c:v>0.32670138888352085</c:v>
                </c:pt>
                <c:pt idx="28228">
                  <c:v>0.3267129629603005</c:v>
                </c:pt>
                <c:pt idx="28229">
                  <c:v>0.32672453703708015</c:v>
                </c:pt>
                <c:pt idx="28230">
                  <c:v>0.32673611110658385</c:v>
                </c:pt>
                <c:pt idx="28231">
                  <c:v>0.3267476851833635</c:v>
                </c:pt>
                <c:pt idx="28232">
                  <c:v>0.32675925926014315</c:v>
                </c:pt>
                <c:pt idx="28233">
                  <c:v>0.32677083332964685</c:v>
                </c:pt>
                <c:pt idx="28234">
                  <c:v>0.3267824074064265</c:v>
                </c:pt>
                <c:pt idx="28235">
                  <c:v>0.3267939814759302</c:v>
                </c:pt>
                <c:pt idx="28236">
                  <c:v>0.32680555555270985</c:v>
                </c:pt>
                <c:pt idx="28237">
                  <c:v>0.3268171296294895</c:v>
                </c:pt>
                <c:pt idx="28238">
                  <c:v>0.32682870369899319</c:v>
                </c:pt>
                <c:pt idx="28239">
                  <c:v>0.32684027777577285</c:v>
                </c:pt>
                <c:pt idx="28240">
                  <c:v>0.3268518518525525</c:v>
                </c:pt>
                <c:pt idx="28241">
                  <c:v>0.32686342592205619</c:v>
                </c:pt>
                <c:pt idx="28242">
                  <c:v>0.32687499999883585</c:v>
                </c:pt>
                <c:pt idx="28243">
                  <c:v>0.32688657406833954</c:v>
                </c:pt>
                <c:pt idx="28244">
                  <c:v>0.32689814814511919</c:v>
                </c:pt>
                <c:pt idx="28245">
                  <c:v>0.32690972222189885</c:v>
                </c:pt>
                <c:pt idx="28246">
                  <c:v>0.32692129629140254</c:v>
                </c:pt>
                <c:pt idx="28247">
                  <c:v>0.32693287036818219</c:v>
                </c:pt>
                <c:pt idx="28248">
                  <c:v>0.32694444444496185</c:v>
                </c:pt>
                <c:pt idx="28249">
                  <c:v>0.32695601851446554</c:v>
                </c:pt>
                <c:pt idx="28250">
                  <c:v>0.32696759259124519</c:v>
                </c:pt>
                <c:pt idx="28251">
                  <c:v>0.32697916666074889</c:v>
                </c:pt>
                <c:pt idx="28252">
                  <c:v>0.32699074073752854</c:v>
                </c:pt>
                <c:pt idx="28253">
                  <c:v>0.32700231481430819</c:v>
                </c:pt>
                <c:pt idx="28254">
                  <c:v>0.32701388888381189</c:v>
                </c:pt>
                <c:pt idx="28255">
                  <c:v>0.32702546296059154</c:v>
                </c:pt>
                <c:pt idx="28256">
                  <c:v>0.32703703703737119</c:v>
                </c:pt>
                <c:pt idx="28257">
                  <c:v>0.32704861110687489</c:v>
                </c:pt>
                <c:pt idx="28258">
                  <c:v>0.32706018518365454</c:v>
                </c:pt>
                <c:pt idx="28259">
                  <c:v>0.32707175926043419</c:v>
                </c:pt>
                <c:pt idx="28260">
                  <c:v>0.32708333332993789</c:v>
                </c:pt>
                <c:pt idx="28261">
                  <c:v>0.32709490740671754</c:v>
                </c:pt>
                <c:pt idx="28262">
                  <c:v>0.32710648147622123</c:v>
                </c:pt>
                <c:pt idx="28263">
                  <c:v>0.32711805555300089</c:v>
                </c:pt>
                <c:pt idx="28264">
                  <c:v>0.32712962962978054</c:v>
                </c:pt>
                <c:pt idx="28265">
                  <c:v>0.32714120369928423</c:v>
                </c:pt>
                <c:pt idx="28266">
                  <c:v>0.32715277777606389</c:v>
                </c:pt>
                <c:pt idx="28267">
                  <c:v>0.32716435185284354</c:v>
                </c:pt>
                <c:pt idx="28268">
                  <c:v>0.32717592592234723</c:v>
                </c:pt>
                <c:pt idx="28269">
                  <c:v>0.32718749999912689</c:v>
                </c:pt>
                <c:pt idx="28270">
                  <c:v>0.32719907406863058</c:v>
                </c:pt>
                <c:pt idx="28271">
                  <c:v>0.32721064814541023</c:v>
                </c:pt>
                <c:pt idx="28272">
                  <c:v>0.32722222222218988</c:v>
                </c:pt>
                <c:pt idx="28273">
                  <c:v>0.32723379629169358</c:v>
                </c:pt>
                <c:pt idx="28274">
                  <c:v>0.32724537036847323</c:v>
                </c:pt>
                <c:pt idx="28275">
                  <c:v>0.32725694444525288</c:v>
                </c:pt>
                <c:pt idx="28276">
                  <c:v>0.32726851851475658</c:v>
                </c:pt>
                <c:pt idx="28277">
                  <c:v>0.32728009259153623</c:v>
                </c:pt>
                <c:pt idx="28278">
                  <c:v>0.32729166666103993</c:v>
                </c:pt>
                <c:pt idx="28279">
                  <c:v>0.32730324073781958</c:v>
                </c:pt>
                <c:pt idx="28280">
                  <c:v>0.32731481481459923</c:v>
                </c:pt>
                <c:pt idx="28281">
                  <c:v>0.32732638888410293</c:v>
                </c:pt>
                <c:pt idx="28282">
                  <c:v>0.32733796296088258</c:v>
                </c:pt>
                <c:pt idx="28283">
                  <c:v>0.32734953703766223</c:v>
                </c:pt>
                <c:pt idx="28284">
                  <c:v>0.32736111110716593</c:v>
                </c:pt>
                <c:pt idx="28285">
                  <c:v>0.32737268518394558</c:v>
                </c:pt>
                <c:pt idx="28286">
                  <c:v>0.32738425925344927</c:v>
                </c:pt>
                <c:pt idx="28287">
                  <c:v>0.32739583333022892</c:v>
                </c:pt>
                <c:pt idx="28288">
                  <c:v>0.32740740740700858</c:v>
                </c:pt>
                <c:pt idx="28289">
                  <c:v>0.32741898147651227</c:v>
                </c:pt>
                <c:pt idx="28290">
                  <c:v>0.32743055555329192</c:v>
                </c:pt>
                <c:pt idx="28291">
                  <c:v>0.32744212963007158</c:v>
                </c:pt>
                <c:pt idx="28292">
                  <c:v>0.32745370369957527</c:v>
                </c:pt>
                <c:pt idx="28293">
                  <c:v>0.32746527777635492</c:v>
                </c:pt>
                <c:pt idx="28294">
                  <c:v>0.32747685185313458</c:v>
                </c:pt>
                <c:pt idx="28295">
                  <c:v>0.32748842592263827</c:v>
                </c:pt>
                <c:pt idx="28296">
                  <c:v>0.32749999999941792</c:v>
                </c:pt>
                <c:pt idx="28297">
                  <c:v>0.32751157406892162</c:v>
                </c:pt>
                <c:pt idx="28298">
                  <c:v>0.32752314814570127</c:v>
                </c:pt>
                <c:pt idx="28299">
                  <c:v>0.32753472222248092</c:v>
                </c:pt>
                <c:pt idx="28300">
                  <c:v>0.32754629629198462</c:v>
                </c:pt>
                <c:pt idx="28301">
                  <c:v>0.32755787036876427</c:v>
                </c:pt>
                <c:pt idx="28302">
                  <c:v>0.32756944444554392</c:v>
                </c:pt>
                <c:pt idx="28303">
                  <c:v>0.32758101851504762</c:v>
                </c:pt>
                <c:pt idx="28304">
                  <c:v>0.32759259259182727</c:v>
                </c:pt>
                <c:pt idx="28305">
                  <c:v>0.32760416666133096</c:v>
                </c:pt>
                <c:pt idx="28306">
                  <c:v>0.32761574073811062</c:v>
                </c:pt>
                <c:pt idx="28307">
                  <c:v>0.32762731481489027</c:v>
                </c:pt>
                <c:pt idx="28308">
                  <c:v>0.32763888888439396</c:v>
                </c:pt>
                <c:pt idx="28309">
                  <c:v>0.32765046296117362</c:v>
                </c:pt>
                <c:pt idx="28310">
                  <c:v>0.32766203703795327</c:v>
                </c:pt>
                <c:pt idx="28311">
                  <c:v>0.32767361110745696</c:v>
                </c:pt>
                <c:pt idx="28312">
                  <c:v>0.32768518518423662</c:v>
                </c:pt>
                <c:pt idx="28313">
                  <c:v>0.32769675925374031</c:v>
                </c:pt>
                <c:pt idx="28314">
                  <c:v>0.32770833333051996</c:v>
                </c:pt>
                <c:pt idx="28315">
                  <c:v>0.32771990740729962</c:v>
                </c:pt>
                <c:pt idx="28316">
                  <c:v>0.32773148147680331</c:v>
                </c:pt>
                <c:pt idx="28317">
                  <c:v>0.32774305555358296</c:v>
                </c:pt>
                <c:pt idx="28318">
                  <c:v>0.32775462963036261</c:v>
                </c:pt>
                <c:pt idx="28319">
                  <c:v>0.32776620369986631</c:v>
                </c:pt>
                <c:pt idx="28320">
                  <c:v>0.32777777777664596</c:v>
                </c:pt>
                <c:pt idx="28321">
                  <c:v>0.32778935184614966</c:v>
                </c:pt>
                <c:pt idx="28322">
                  <c:v>0.32780092592292931</c:v>
                </c:pt>
                <c:pt idx="28323">
                  <c:v>0.32781249999970896</c:v>
                </c:pt>
                <c:pt idx="28324">
                  <c:v>0.32782407406921266</c:v>
                </c:pt>
                <c:pt idx="28325">
                  <c:v>0.32783564814599231</c:v>
                </c:pt>
                <c:pt idx="28326">
                  <c:v>0.32784722222277196</c:v>
                </c:pt>
                <c:pt idx="28327">
                  <c:v>0.32785879629227566</c:v>
                </c:pt>
                <c:pt idx="28328">
                  <c:v>0.32787037036905531</c:v>
                </c:pt>
                <c:pt idx="28329">
                  <c:v>0.327881944438559</c:v>
                </c:pt>
                <c:pt idx="28330">
                  <c:v>0.32789351851533866</c:v>
                </c:pt>
                <c:pt idx="28331">
                  <c:v>0.32790509259211831</c:v>
                </c:pt>
                <c:pt idx="28332">
                  <c:v>0.327916666661622</c:v>
                </c:pt>
                <c:pt idx="28333">
                  <c:v>0.32792824073840166</c:v>
                </c:pt>
                <c:pt idx="28334">
                  <c:v>0.32793981481518131</c:v>
                </c:pt>
                <c:pt idx="28335">
                  <c:v>0.327951388884685</c:v>
                </c:pt>
                <c:pt idx="28336">
                  <c:v>0.32796296296146465</c:v>
                </c:pt>
                <c:pt idx="28337">
                  <c:v>0.32797453703824431</c:v>
                </c:pt>
                <c:pt idx="28338">
                  <c:v>0.327986111107748</c:v>
                </c:pt>
                <c:pt idx="28339">
                  <c:v>0.32799768518452765</c:v>
                </c:pt>
                <c:pt idx="28340">
                  <c:v>0.32800925925403135</c:v>
                </c:pt>
                <c:pt idx="28341">
                  <c:v>0.328020833330811</c:v>
                </c:pt>
                <c:pt idx="28342">
                  <c:v>0.32803240740759065</c:v>
                </c:pt>
                <c:pt idx="28343">
                  <c:v>0.32804398147709435</c:v>
                </c:pt>
                <c:pt idx="28344">
                  <c:v>0.328055555553874</c:v>
                </c:pt>
                <c:pt idx="28345">
                  <c:v>0.32806712963065365</c:v>
                </c:pt>
                <c:pt idx="28346">
                  <c:v>0.32807870370015735</c:v>
                </c:pt>
                <c:pt idx="28347">
                  <c:v>0.328090277776937</c:v>
                </c:pt>
                <c:pt idx="28348">
                  <c:v>0.3281018518464407</c:v>
                </c:pt>
                <c:pt idx="28349">
                  <c:v>0.32811342592322035</c:v>
                </c:pt>
                <c:pt idx="28350">
                  <c:v>0.328125</c:v>
                </c:pt>
                <c:pt idx="28351">
                  <c:v>0.32813657406950369</c:v>
                </c:pt>
                <c:pt idx="28352">
                  <c:v>0.32814814814628335</c:v>
                </c:pt>
                <c:pt idx="28353">
                  <c:v>0.328159722223063</c:v>
                </c:pt>
                <c:pt idx="28354">
                  <c:v>0.32817129629256669</c:v>
                </c:pt>
                <c:pt idx="28355">
                  <c:v>0.32818287036934635</c:v>
                </c:pt>
                <c:pt idx="28356">
                  <c:v>0.32819444443885004</c:v>
                </c:pt>
                <c:pt idx="28357">
                  <c:v>0.32820601851562969</c:v>
                </c:pt>
                <c:pt idx="28358">
                  <c:v>0.32821759259240935</c:v>
                </c:pt>
                <c:pt idx="28359">
                  <c:v>0.32822916666191304</c:v>
                </c:pt>
                <c:pt idx="28360">
                  <c:v>0.32824074073869269</c:v>
                </c:pt>
                <c:pt idx="28361">
                  <c:v>0.32825231481547235</c:v>
                </c:pt>
                <c:pt idx="28362">
                  <c:v>0.32826388888497604</c:v>
                </c:pt>
                <c:pt idx="28363">
                  <c:v>0.32827546296175569</c:v>
                </c:pt>
                <c:pt idx="28364">
                  <c:v>0.32828703703125939</c:v>
                </c:pt>
                <c:pt idx="28365">
                  <c:v>0.32829861110803904</c:v>
                </c:pt>
                <c:pt idx="28366">
                  <c:v>0.32831018518481869</c:v>
                </c:pt>
                <c:pt idx="28367">
                  <c:v>0.32832175925432239</c:v>
                </c:pt>
                <c:pt idx="28368">
                  <c:v>0.32833333333110204</c:v>
                </c:pt>
                <c:pt idx="28369">
                  <c:v>0.32834490740788169</c:v>
                </c:pt>
                <c:pt idx="28370">
                  <c:v>0.32835648147738539</c:v>
                </c:pt>
                <c:pt idx="28371">
                  <c:v>0.32836805555416504</c:v>
                </c:pt>
                <c:pt idx="28372">
                  <c:v>0.32837962963094469</c:v>
                </c:pt>
                <c:pt idx="28373">
                  <c:v>0.32839120370044839</c:v>
                </c:pt>
                <c:pt idx="28374">
                  <c:v>0.32840277777722804</c:v>
                </c:pt>
                <c:pt idx="28375">
                  <c:v>0.32841435184673173</c:v>
                </c:pt>
                <c:pt idx="28376">
                  <c:v>0.32842592592351139</c:v>
                </c:pt>
                <c:pt idx="28377">
                  <c:v>0.32843750000029104</c:v>
                </c:pt>
                <c:pt idx="28378">
                  <c:v>0.32844907406979473</c:v>
                </c:pt>
                <c:pt idx="28379">
                  <c:v>0.32846064814657439</c:v>
                </c:pt>
                <c:pt idx="28380">
                  <c:v>0.32847222222335404</c:v>
                </c:pt>
                <c:pt idx="28381">
                  <c:v>0.32848379629285773</c:v>
                </c:pt>
                <c:pt idx="28382">
                  <c:v>0.32849537036963739</c:v>
                </c:pt>
                <c:pt idx="28383">
                  <c:v>0.32850694443914108</c:v>
                </c:pt>
                <c:pt idx="28384">
                  <c:v>0.32851851851592073</c:v>
                </c:pt>
                <c:pt idx="28385">
                  <c:v>0.32853009259270038</c:v>
                </c:pt>
                <c:pt idx="28386">
                  <c:v>0.32854166666220408</c:v>
                </c:pt>
                <c:pt idx="28387">
                  <c:v>0.32855324073898373</c:v>
                </c:pt>
                <c:pt idx="28388">
                  <c:v>0.32856481481576338</c:v>
                </c:pt>
                <c:pt idx="28389">
                  <c:v>0.32857638888526708</c:v>
                </c:pt>
                <c:pt idx="28390">
                  <c:v>0.32858796296204673</c:v>
                </c:pt>
                <c:pt idx="28391">
                  <c:v>0.32859953703155043</c:v>
                </c:pt>
                <c:pt idx="28392">
                  <c:v>0.32861111110833008</c:v>
                </c:pt>
                <c:pt idx="28393">
                  <c:v>0.32862268518510973</c:v>
                </c:pt>
                <c:pt idx="28394">
                  <c:v>0.32863425925461343</c:v>
                </c:pt>
                <c:pt idx="28395">
                  <c:v>0.32864583333139308</c:v>
                </c:pt>
                <c:pt idx="28396">
                  <c:v>0.32865740740817273</c:v>
                </c:pt>
                <c:pt idx="28397">
                  <c:v>0.32866898147767643</c:v>
                </c:pt>
                <c:pt idx="28398">
                  <c:v>0.32868055555445608</c:v>
                </c:pt>
                <c:pt idx="28399">
                  <c:v>0.32869212962395977</c:v>
                </c:pt>
                <c:pt idx="28400">
                  <c:v>0.32870370370073942</c:v>
                </c:pt>
                <c:pt idx="28401">
                  <c:v>0.32871527777751908</c:v>
                </c:pt>
                <c:pt idx="28402">
                  <c:v>0.32872685184702277</c:v>
                </c:pt>
                <c:pt idx="28403">
                  <c:v>0.32873842592380242</c:v>
                </c:pt>
                <c:pt idx="28404">
                  <c:v>0.32875000000058208</c:v>
                </c:pt>
                <c:pt idx="28405">
                  <c:v>0.32876157407008577</c:v>
                </c:pt>
                <c:pt idx="28406">
                  <c:v>0.32877314814686542</c:v>
                </c:pt>
                <c:pt idx="28407">
                  <c:v>0.32878472221636912</c:v>
                </c:pt>
                <c:pt idx="28408">
                  <c:v>0.32879629629314877</c:v>
                </c:pt>
                <c:pt idx="28409">
                  <c:v>0.32880787036992842</c:v>
                </c:pt>
                <c:pt idx="28410">
                  <c:v>0.32881944443943212</c:v>
                </c:pt>
                <c:pt idx="28411">
                  <c:v>0.32883101851621177</c:v>
                </c:pt>
                <c:pt idx="28412">
                  <c:v>0.32884259259299142</c:v>
                </c:pt>
                <c:pt idx="28413">
                  <c:v>0.32885416666249512</c:v>
                </c:pt>
                <c:pt idx="28414">
                  <c:v>0.32886574073927477</c:v>
                </c:pt>
                <c:pt idx="28415">
                  <c:v>0.32887731481605442</c:v>
                </c:pt>
                <c:pt idx="28416">
                  <c:v>0.32888888888555812</c:v>
                </c:pt>
                <c:pt idx="28417">
                  <c:v>0.32890046296233777</c:v>
                </c:pt>
                <c:pt idx="28418">
                  <c:v>0.32891203703184146</c:v>
                </c:pt>
                <c:pt idx="28419">
                  <c:v>0.32892361110862112</c:v>
                </c:pt>
                <c:pt idx="28420">
                  <c:v>0.32893518518540077</c:v>
                </c:pt>
                <c:pt idx="28421">
                  <c:v>0.32894675925490446</c:v>
                </c:pt>
                <c:pt idx="28422">
                  <c:v>0.32895833333168412</c:v>
                </c:pt>
                <c:pt idx="28423">
                  <c:v>0.32896990740846377</c:v>
                </c:pt>
                <c:pt idx="28424">
                  <c:v>0.32898148147796746</c:v>
                </c:pt>
                <c:pt idx="28425">
                  <c:v>0.32899305555474712</c:v>
                </c:pt>
                <c:pt idx="28426">
                  <c:v>0.32900462962425081</c:v>
                </c:pt>
                <c:pt idx="28427">
                  <c:v>0.32901620370103046</c:v>
                </c:pt>
                <c:pt idx="28428">
                  <c:v>0.32902777777781012</c:v>
                </c:pt>
                <c:pt idx="28429">
                  <c:v>0.32903935184731381</c:v>
                </c:pt>
                <c:pt idx="28430">
                  <c:v>0.32905092592409346</c:v>
                </c:pt>
                <c:pt idx="28431">
                  <c:v>0.32906250000087311</c:v>
                </c:pt>
                <c:pt idx="28432">
                  <c:v>0.32907407407037681</c:v>
                </c:pt>
                <c:pt idx="28433">
                  <c:v>0.32908564814715646</c:v>
                </c:pt>
                <c:pt idx="28434">
                  <c:v>0.32909722221666016</c:v>
                </c:pt>
                <c:pt idx="28435">
                  <c:v>0.32910879629343981</c:v>
                </c:pt>
                <c:pt idx="28436">
                  <c:v>0.32912037037021946</c:v>
                </c:pt>
                <c:pt idx="28437">
                  <c:v>0.32913194443972316</c:v>
                </c:pt>
                <c:pt idx="28438">
                  <c:v>0.32914351851650281</c:v>
                </c:pt>
                <c:pt idx="28439">
                  <c:v>0.32915509259328246</c:v>
                </c:pt>
                <c:pt idx="28440">
                  <c:v>0.32916666666278616</c:v>
                </c:pt>
                <c:pt idx="28441">
                  <c:v>0.32917824073956581</c:v>
                </c:pt>
                <c:pt idx="28442">
                  <c:v>0.3291898148090695</c:v>
                </c:pt>
                <c:pt idx="28443">
                  <c:v>0.32920138888584916</c:v>
                </c:pt>
                <c:pt idx="28444">
                  <c:v>0.32921296296262881</c:v>
                </c:pt>
                <c:pt idx="28445">
                  <c:v>0.3292245370321325</c:v>
                </c:pt>
                <c:pt idx="28446">
                  <c:v>0.32923611110891216</c:v>
                </c:pt>
                <c:pt idx="28447">
                  <c:v>0.32924768518569181</c:v>
                </c:pt>
                <c:pt idx="28448">
                  <c:v>0.3292592592551955</c:v>
                </c:pt>
                <c:pt idx="28449">
                  <c:v>0.32927083333197515</c:v>
                </c:pt>
                <c:pt idx="28450">
                  <c:v>0.32928240740147885</c:v>
                </c:pt>
                <c:pt idx="28451">
                  <c:v>0.3292939814782585</c:v>
                </c:pt>
                <c:pt idx="28452">
                  <c:v>0.32930555555503815</c:v>
                </c:pt>
                <c:pt idx="28453">
                  <c:v>0.32931712962454185</c:v>
                </c:pt>
                <c:pt idx="28454">
                  <c:v>0.3293287037013215</c:v>
                </c:pt>
                <c:pt idx="28455">
                  <c:v>0.32934027777810115</c:v>
                </c:pt>
                <c:pt idx="28456">
                  <c:v>0.32935185184760485</c:v>
                </c:pt>
                <c:pt idx="28457">
                  <c:v>0.3293634259243845</c:v>
                </c:pt>
                <c:pt idx="28458">
                  <c:v>0.32937500000116415</c:v>
                </c:pt>
                <c:pt idx="28459">
                  <c:v>0.32938657407066785</c:v>
                </c:pt>
                <c:pt idx="28460">
                  <c:v>0.3293981481474475</c:v>
                </c:pt>
                <c:pt idx="28461">
                  <c:v>0.3294097222169512</c:v>
                </c:pt>
                <c:pt idx="28462">
                  <c:v>0.32942129629373085</c:v>
                </c:pt>
                <c:pt idx="28463">
                  <c:v>0.3294328703705105</c:v>
                </c:pt>
                <c:pt idx="28464">
                  <c:v>0.32944444444001419</c:v>
                </c:pt>
                <c:pt idx="28465">
                  <c:v>0.32945601851679385</c:v>
                </c:pt>
                <c:pt idx="28466">
                  <c:v>0.3294675925935735</c:v>
                </c:pt>
                <c:pt idx="28467">
                  <c:v>0.32947916666307719</c:v>
                </c:pt>
                <c:pt idx="28468">
                  <c:v>0.32949074073985685</c:v>
                </c:pt>
                <c:pt idx="28469">
                  <c:v>0.32950231480936054</c:v>
                </c:pt>
                <c:pt idx="28470">
                  <c:v>0.32951388888614019</c:v>
                </c:pt>
                <c:pt idx="28471">
                  <c:v>0.32952546296291985</c:v>
                </c:pt>
                <c:pt idx="28472">
                  <c:v>0.32953703703242354</c:v>
                </c:pt>
                <c:pt idx="28473">
                  <c:v>0.32954861110920319</c:v>
                </c:pt>
                <c:pt idx="28474">
                  <c:v>0.32956018518598285</c:v>
                </c:pt>
                <c:pt idx="28475">
                  <c:v>0.32957175925548654</c:v>
                </c:pt>
                <c:pt idx="28476">
                  <c:v>0.32958333333226619</c:v>
                </c:pt>
                <c:pt idx="28477">
                  <c:v>0.32959490740176989</c:v>
                </c:pt>
                <c:pt idx="28478">
                  <c:v>0.32960648147854954</c:v>
                </c:pt>
                <c:pt idx="28479">
                  <c:v>0.32961805555532919</c:v>
                </c:pt>
                <c:pt idx="28480">
                  <c:v>0.32962962962483289</c:v>
                </c:pt>
                <c:pt idx="28481">
                  <c:v>0.32964120370161254</c:v>
                </c:pt>
                <c:pt idx="28482">
                  <c:v>0.32965277777839219</c:v>
                </c:pt>
                <c:pt idx="28483">
                  <c:v>0.32966435184789589</c:v>
                </c:pt>
                <c:pt idx="28484">
                  <c:v>0.32967592592467554</c:v>
                </c:pt>
                <c:pt idx="28485">
                  <c:v>0.32968749999417923</c:v>
                </c:pt>
                <c:pt idx="28486">
                  <c:v>0.32969907407095889</c:v>
                </c:pt>
                <c:pt idx="28487">
                  <c:v>0.32971064814773854</c:v>
                </c:pt>
                <c:pt idx="28488">
                  <c:v>0.32972222221724223</c:v>
                </c:pt>
                <c:pt idx="28489">
                  <c:v>0.32973379629402189</c:v>
                </c:pt>
                <c:pt idx="28490">
                  <c:v>0.32974537037080154</c:v>
                </c:pt>
                <c:pt idx="28491">
                  <c:v>0.32975694444030523</c:v>
                </c:pt>
                <c:pt idx="28492">
                  <c:v>0.32976851851708489</c:v>
                </c:pt>
                <c:pt idx="28493">
                  <c:v>0.32978009259386454</c:v>
                </c:pt>
                <c:pt idx="28494">
                  <c:v>0.32979166666336823</c:v>
                </c:pt>
                <c:pt idx="28495">
                  <c:v>0.32980324074014788</c:v>
                </c:pt>
                <c:pt idx="28496">
                  <c:v>0.32981481480965158</c:v>
                </c:pt>
                <c:pt idx="28497">
                  <c:v>0.32982638888643123</c:v>
                </c:pt>
                <c:pt idx="28498">
                  <c:v>0.32983796296321088</c:v>
                </c:pt>
                <c:pt idx="28499">
                  <c:v>0.32984953703271458</c:v>
                </c:pt>
                <c:pt idx="28500">
                  <c:v>0.32986111110949423</c:v>
                </c:pt>
                <c:pt idx="28501">
                  <c:v>0.32987268518627388</c:v>
                </c:pt>
                <c:pt idx="28502">
                  <c:v>0.32988425925577758</c:v>
                </c:pt>
                <c:pt idx="28503">
                  <c:v>0.32989583333255723</c:v>
                </c:pt>
                <c:pt idx="28504">
                  <c:v>0.32990740740206093</c:v>
                </c:pt>
                <c:pt idx="28505">
                  <c:v>0.32991898147884058</c:v>
                </c:pt>
                <c:pt idx="28506">
                  <c:v>0.32993055555562023</c:v>
                </c:pt>
                <c:pt idx="28507">
                  <c:v>0.32994212962512393</c:v>
                </c:pt>
                <c:pt idx="28508">
                  <c:v>0.32995370370190358</c:v>
                </c:pt>
                <c:pt idx="28509">
                  <c:v>0.32996527777868323</c:v>
                </c:pt>
                <c:pt idx="28510">
                  <c:v>0.32997685184818693</c:v>
                </c:pt>
                <c:pt idx="28511">
                  <c:v>0.32998842592496658</c:v>
                </c:pt>
                <c:pt idx="28512">
                  <c:v>0.32999999999447027</c:v>
                </c:pt>
                <c:pt idx="28513">
                  <c:v>0.33001157407124992</c:v>
                </c:pt>
                <c:pt idx="28514">
                  <c:v>0.33002314814802958</c:v>
                </c:pt>
                <c:pt idx="28515">
                  <c:v>0.33003472221753327</c:v>
                </c:pt>
                <c:pt idx="28516">
                  <c:v>0.33004629629431292</c:v>
                </c:pt>
                <c:pt idx="28517">
                  <c:v>0.33005787037109258</c:v>
                </c:pt>
                <c:pt idx="28518">
                  <c:v>0.33006944444059627</c:v>
                </c:pt>
                <c:pt idx="28519">
                  <c:v>0.33008101851737592</c:v>
                </c:pt>
                <c:pt idx="28520">
                  <c:v>0.33009259258687962</c:v>
                </c:pt>
                <c:pt idx="28521">
                  <c:v>0.33010416666365927</c:v>
                </c:pt>
                <c:pt idx="28522">
                  <c:v>0.33011574074043892</c:v>
                </c:pt>
                <c:pt idx="28523">
                  <c:v>0.33012731480994262</c:v>
                </c:pt>
                <c:pt idx="28524">
                  <c:v>0.33013888888672227</c:v>
                </c:pt>
                <c:pt idx="28525">
                  <c:v>0.33015046296350192</c:v>
                </c:pt>
                <c:pt idx="28526">
                  <c:v>0.33016203703300562</c:v>
                </c:pt>
                <c:pt idx="28527">
                  <c:v>0.33017361110978527</c:v>
                </c:pt>
                <c:pt idx="28528">
                  <c:v>0.33018518517928896</c:v>
                </c:pt>
                <c:pt idx="28529">
                  <c:v>0.33019675925606862</c:v>
                </c:pt>
                <c:pt idx="28530">
                  <c:v>0.33020833333284827</c:v>
                </c:pt>
                <c:pt idx="28531">
                  <c:v>0.33021990740235196</c:v>
                </c:pt>
                <c:pt idx="28532">
                  <c:v>0.33023148147913162</c:v>
                </c:pt>
                <c:pt idx="28533">
                  <c:v>0.33024305555591127</c:v>
                </c:pt>
                <c:pt idx="28534">
                  <c:v>0.33025462962541496</c:v>
                </c:pt>
                <c:pt idx="28535">
                  <c:v>0.33026620370219462</c:v>
                </c:pt>
                <c:pt idx="28536">
                  <c:v>0.33027777777897427</c:v>
                </c:pt>
                <c:pt idx="28537">
                  <c:v>0.33028935184847796</c:v>
                </c:pt>
                <c:pt idx="28538">
                  <c:v>0.33030092592525762</c:v>
                </c:pt>
                <c:pt idx="28539">
                  <c:v>0.33031249999476131</c:v>
                </c:pt>
                <c:pt idx="28540">
                  <c:v>0.33032407407154096</c:v>
                </c:pt>
                <c:pt idx="28541">
                  <c:v>0.33033564814832062</c:v>
                </c:pt>
                <c:pt idx="28542">
                  <c:v>0.33034722221782431</c:v>
                </c:pt>
                <c:pt idx="28543">
                  <c:v>0.33035879629460396</c:v>
                </c:pt>
                <c:pt idx="28544">
                  <c:v>0.33037037037138361</c:v>
                </c:pt>
                <c:pt idx="28545">
                  <c:v>0.33038194444088731</c:v>
                </c:pt>
                <c:pt idx="28546">
                  <c:v>0.33039351851766696</c:v>
                </c:pt>
                <c:pt idx="28547">
                  <c:v>0.33040509258717066</c:v>
                </c:pt>
                <c:pt idx="28548">
                  <c:v>0.33041666666395031</c:v>
                </c:pt>
                <c:pt idx="28549">
                  <c:v>0.33042824074072996</c:v>
                </c:pt>
                <c:pt idx="28550">
                  <c:v>0.33043981481023366</c:v>
                </c:pt>
                <c:pt idx="28551">
                  <c:v>0.33045138888701331</c:v>
                </c:pt>
                <c:pt idx="28552">
                  <c:v>0.33046296296379296</c:v>
                </c:pt>
                <c:pt idx="28553">
                  <c:v>0.33047453703329666</c:v>
                </c:pt>
                <c:pt idx="28554">
                  <c:v>0.33048611111007631</c:v>
                </c:pt>
                <c:pt idx="28555">
                  <c:v>0.33049768517958</c:v>
                </c:pt>
                <c:pt idx="28556">
                  <c:v>0.33050925925635966</c:v>
                </c:pt>
                <c:pt idx="28557">
                  <c:v>0.33052083333313931</c:v>
                </c:pt>
                <c:pt idx="28558">
                  <c:v>0.330532407402643</c:v>
                </c:pt>
                <c:pt idx="28559">
                  <c:v>0.33054398147942265</c:v>
                </c:pt>
                <c:pt idx="28560">
                  <c:v>0.33055555555620231</c:v>
                </c:pt>
                <c:pt idx="28561">
                  <c:v>0.330567129625706</c:v>
                </c:pt>
                <c:pt idx="28562">
                  <c:v>0.33057870370248565</c:v>
                </c:pt>
                <c:pt idx="28563">
                  <c:v>0.33059027777198935</c:v>
                </c:pt>
                <c:pt idx="28564">
                  <c:v>0.330601851848769</c:v>
                </c:pt>
                <c:pt idx="28565">
                  <c:v>0.33061342592554865</c:v>
                </c:pt>
                <c:pt idx="28566">
                  <c:v>0.33062499999505235</c:v>
                </c:pt>
                <c:pt idx="28567">
                  <c:v>0.330636574071832</c:v>
                </c:pt>
                <c:pt idx="28568">
                  <c:v>0.33064814814861165</c:v>
                </c:pt>
                <c:pt idx="28569">
                  <c:v>0.33065972221811535</c:v>
                </c:pt>
                <c:pt idx="28570">
                  <c:v>0.330671296294895</c:v>
                </c:pt>
                <c:pt idx="28571">
                  <c:v>0.33068287037167465</c:v>
                </c:pt>
                <c:pt idx="28572">
                  <c:v>0.33069444444117835</c:v>
                </c:pt>
                <c:pt idx="28573">
                  <c:v>0.330706018517958</c:v>
                </c:pt>
                <c:pt idx="28574">
                  <c:v>0.3307175925874617</c:v>
                </c:pt>
                <c:pt idx="28575">
                  <c:v>0.33072916666424135</c:v>
                </c:pt>
                <c:pt idx="28576">
                  <c:v>0.330740740741021</c:v>
                </c:pt>
                <c:pt idx="28577">
                  <c:v>0.33075231481052469</c:v>
                </c:pt>
                <c:pt idx="28578">
                  <c:v>0.33076388888730435</c:v>
                </c:pt>
                <c:pt idx="28579">
                  <c:v>0.330775462964084</c:v>
                </c:pt>
                <c:pt idx="28580">
                  <c:v>0.33078703703358769</c:v>
                </c:pt>
                <c:pt idx="28581">
                  <c:v>0.33079861111036735</c:v>
                </c:pt>
                <c:pt idx="28582">
                  <c:v>0.33081018517987104</c:v>
                </c:pt>
                <c:pt idx="28583">
                  <c:v>0.33082175925665069</c:v>
                </c:pt>
                <c:pt idx="28584">
                  <c:v>0.33083333333343035</c:v>
                </c:pt>
                <c:pt idx="28585">
                  <c:v>0.33084490740293404</c:v>
                </c:pt>
                <c:pt idx="28586">
                  <c:v>0.33085648147971369</c:v>
                </c:pt>
                <c:pt idx="28587">
                  <c:v>0.33086805555649335</c:v>
                </c:pt>
                <c:pt idx="28588">
                  <c:v>0.33087962962599704</c:v>
                </c:pt>
                <c:pt idx="28589">
                  <c:v>0.33089120370277669</c:v>
                </c:pt>
                <c:pt idx="28590">
                  <c:v>0.33090277777228039</c:v>
                </c:pt>
                <c:pt idx="28591">
                  <c:v>0.33091435184906004</c:v>
                </c:pt>
                <c:pt idx="28592">
                  <c:v>0.33092592592583969</c:v>
                </c:pt>
                <c:pt idx="28593">
                  <c:v>0.33093749999534339</c:v>
                </c:pt>
                <c:pt idx="28594">
                  <c:v>0.33094907407212304</c:v>
                </c:pt>
                <c:pt idx="28595">
                  <c:v>0.33096064814890269</c:v>
                </c:pt>
                <c:pt idx="28596">
                  <c:v>0.33097222221840639</c:v>
                </c:pt>
                <c:pt idx="28597">
                  <c:v>0.33098379629518604</c:v>
                </c:pt>
                <c:pt idx="28598">
                  <c:v>0.33099537036468973</c:v>
                </c:pt>
                <c:pt idx="28599">
                  <c:v>0.33100694444146939</c:v>
                </c:pt>
                <c:pt idx="28600">
                  <c:v>0.33101851851824904</c:v>
                </c:pt>
                <c:pt idx="28601">
                  <c:v>0.33103009258775273</c:v>
                </c:pt>
                <c:pt idx="28602">
                  <c:v>0.33104166666453239</c:v>
                </c:pt>
                <c:pt idx="28603">
                  <c:v>0.33105324074131204</c:v>
                </c:pt>
                <c:pt idx="28604">
                  <c:v>0.33106481481081573</c:v>
                </c:pt>
                <c:pt idx="28605">
                  <c:v>0.33107638888759539</c:v>
                </c:pt>
                <c:pt idx="28606">
                  <c:v>0.33108796295709908</c:v>
                </c:pt>
                <c:pt idx="28607">
                  <c:v>0.33109953703387873</c:v>
                </c:pt>
                <c:pt idx="28608">
                  <c:v>0.33111111111065838</c:v>
                </c:pt>
                <c:pt idx="28609">
                  <c:v>0.33112268518016208</c:v>
                </c:pt>
                <c:pt idx="28610">
                  <c:v>0.33113425925694173</c:v>
                </c:pt>
                <c:pt idx="28611">
                  <c:v>0.33114583333372138</c:v>
                </c:pt>
                <c:pt idx="28612">
                  <c:v>0.33115740740322508</c:v>
                </c:pt>
                <c:pt idx="28613">
                  <c:v>0.33116898148000473</c:v>
                </c:pt>
                <c:pt idx="28614">
                  <c:v>0.33118055555678438</c:v>
                </c:pt>
                <c:pt idx="28615">
                  <c:v>0.33119212962628808</c:v>
                </c:pt>
                <c:pt idx="28616">
                  <c:v>0.33120370370306773</c:v>
                </c:pt>
                <c:pt idx="28617">
                  <c:v>0.33121527777257143</c:v>
                </c:pt>
                <c:pt idx="28618">
                  <c:v>0.33122685184935108</c:v>
                </c:pt>
                <c:pt idx="28619">
                  <c:v>0.33123842592613073</c:v>
                </c:pt>
                <c:pt idx="28620">
                  <c:v>0.33124999999563443</c:v>
                </c:pt>
                <c:pt idx="28621">
                  <c:v>0.33126157407241408</c:v>
                </c:pt>
                <c:pt idx="28622">
                  <c:v>0.33127314814919373</c:v>
                </c:pt>
                <c:pt idx="28623">
                  <c:v>0.33128472221869742</c:v>
                </c:pt>
                <c:pt idx="28624">
                  <c:v>0.33129629629547708</c:v>
                </c:pt>
                <c:pt idx="28625">
                  <c:v>0.33130787036498077</c:v>
                </c:pt>
                <c:pt idx="28626">
                  <c:v>0.33131944444176042</c:v>
                </c:pt>
                <c:pt idx="28627">
                  <c:v>0.33133101851854008</c:v>
                </c:pt>
                <c:pt idx="28628">
                  <c:v>0.33134259258804377</c:v>
                </c:pt>
                <c:pt idx="28629">
                  <c:v>0.33135416666482342</c:v>
                </c:pt>
                <c:pt idx="28630">
                  <c:v>0.33136574074160308</c:v>
                </c:pt>
                <c:pt idx="28631">
                  <c:v>0.33137731481110677</c:v>
                </c:pt>
                <c:pt idx="28632">
                  <c:v>0.33138888888788642</c:v>
                </c:pt>
                <c:pt idx="28633">
                  <c:v>0.33140046295739012</c:v>
                </c:pt>
                <c:pt idx="28634">
                  <c:v>0.33141203703416977</c:v>
                </c:pt>
                <c:pt idx="28635">
                  <c:v>0.33142361111094942</c:v>
                </c:pt>
                <c:pt idx="28636">
                  <c:v>0.33143518518045312</c:v>
                </c:pt>
                <c:pt idx="28637">
                  <c:v>0.33144675925723277</c:v>
                </c:pt>
                <c:pt idx="28638">
                  <c:v>0.33145833333401242</c:v>
                </c:pt>
                <c:pt idx="28639">
                  <c:v>0.33146990740351612</c:v>
                </c:pt>
                <c:pt idx="28640">
                  <c:v>0.33148148148029577</c:v>
                </c:pt>
                <c:pt idx="28641">
                  <c:v>0.33149305554979946</c:v>
                </c:pt>
                <c:pt idx="28642">
                  <c:v>0.33150462962657912</c:v>
                </c:pt>
                <c:pt idx="28643">
                  <c:v>0.33151620370335877</c:v>
                </c:pt>
                <c:pt idx="28644">
                  <c:v>0.33152777777286246</c:v>
                </c:pt>
                <c:pt idx="28645">
                  <c:v>0.33153935184964212</c:v>
                </c:pt>
                <c:pt idx="28646">
                  <c:v>0.33155092592642177</c:v>
                </c:pt>
                <c:pt idx="28647">
                  <c:v>0.33156249999592546</c:v>
                </c:pt>
                <c:pt idx="28648">
                  <c:v>0.33157407407270512</c:v>
                </c:pt>
                <c:pt idx="28649">
                  <c:v>0.33158564814948477</c:v>
                </c:pt>
                <c:pt idx="28650">
                  <c:v>0.33159722221898846</c:v>
                </c:pt>
                <c:pt idx="28651">
                  <c:v>0.33160879629576812</c:v>
                </c:pt>
                <c:pt idx="28652">
                  <c:v>0.33162037036527181</c:v>
                </c:pt>
                <c:pt idx="28653">
                  <c:v>0.33163194444205146</c:v>
                </c:pt>
                <c:pt idx="28654">
                  <c:v>0.33164351851883112</c:v>
                </c:pt>
                <c:pt idx="28655">
                  <c:v>0.33165509258833481</c:v>
                </c:pt>
                <c:pt idx="28656">
                  <c:v>0.33166666666511446</c:v>
                </c:pt>
                <c:pt idx="28657">
                  <c:v>0.33167824074189411</c:v>
                </c:pt>
                <c:pt idx="28658">
                  <c:v>0.33168981481139781</c:v>
                </c:pt>
                <c:pt idx="28659">
                  <c:v>0.33170138888817746</c:v>
                </c:pt>
                <c:pt idx="28660">
                  <c:v>0.33171296295768116</c:v>
                </c:pt>
                <c:pt idx="28661">
                  <c:v>0.33172453703446081</c:v>
                </c:pt>
                <c:pt idx="28662">
                  <c:v>0.33173611111124046</c:v>
                </c:pt>
                <c:pt idx="28663">
                  <c:v>0.33174768518074416</c:v>
                </c:pt>
                <c:pt idx="28664">
                  <c:v>0.33175925925752381</c:v>
                </c:pt>
                <c:pt idx="28665">
                  <c:v>0.33177083333430346</c:v>
                </c:pt>
                <c:pt idx="28666">
                  <c:v>0.33178240740380716</c:v>
                </c:pt>
                <c:pt idx="28667">
                  <c:v>0.33179398148058681</c:v>
                </c:pt>
                <c:pt idx="28668">
                  <c:v>0.3318055555500905</c:v>
                </c:pt>
                <c:pt idx="28669">
                  <c:v>0.33181712962687016</c:v>
                </c:pt>
                <c:pt idx="28670">
                  <c:v>0.33182870370364981</c:v>
                </c:pt>
                <c:pt idx="28671">
                  <c:v>0.3318402777731535</c:v>
                </c:pt>
                <c:pt idx="28672">
                  <c:v>0.33185185184993315</c:v>
                </c:pt>
                <c:pt idx="28673">
                  <c:v>0.33186342592671281</c:v>
                </c:pt>
                <c:pt idx="28674">
                  <c:v>0.3318749999962165</c:v>
                </c:pt>
                <c:pt idx="28675">
                  <c:v>0.33188657407299615</c:v>
                </c:pt>
                <c:pt idx="28676">
                  <c:v>0.33189814814249985</c:v>
                </c:pt>
                <c:pt idx="28677">
                  <c:v>0.3319097222192795</c:v>
                </c:pt>
                <c:pt idx="28678">
                  <c:v>0.33192129629605915</c:v>
                </c:pt>
                <c:pt idx="28679">
                  <c:v>0.33193287036556285</c:v>
                </c:pt>
                <c:pt idx="28680">
                  <c:v>0.3319444444423425</c:v>
                </c:pt>
                <c:pt idx="28681">
                  <c:v>0.33195601851912215</c:v>
                </c:pt>
                <c:pt idx="28682">
                  <c:v>0.33196759258862585</c:v>
                </c:pt>
                <c:pt idx="28683">
                  <c:v>0.3319791666654055</c:v>
                </c:pt>
                <c:pt idx="28684">
                  <c:v>0.3319907407349092</c:v>
                </c:pt>
                <c:pt idx="28685">
                  <c:v>0.33200231481168885</c:v>
                </c:pt>
                <c:pt idx="28686">
                  <c:v>0.3320138888884685</c:v>
                </c:pt>
                <c:pt idx="28687">
                  <c:v>0.33202546295797219</c:v>
                </c:pt>
                <c:pt idx="28688">
                  <c:v>0.33203703703475185</c:v>
                </c:pt>
                <c:pt idx="28689">
                  <c:v>0.3320486111115315</c:v>
                </c:pt>
                <c:pt idx="28690">
                  <c:v>0.33206018518103519</c:v>
                </c:pt>
                <c:pt idx="28691">
                  <c:v>0.33207175925781485</c:v>
                </c:pt>
                <c:pt idx="28692">
                  <c:v>0.3320833333345945</c:v>
                </c:pt>
                <c:pt idx="28693">
                  <c:v>0.33209490740409819</c:v>
                </c:pt>
                <c:pt idx="28694">
                  <c:v>0.33210648148087785</c:v>
                </c:pt>
                <c:pt idx="28695">
                  <c:v>0.33211805555038154</c:v>
                </c:pt>
                <c:pt idx="28696">
                  <c:v>0.33212962962716119</c:v>
                </c:pt>
                <c:pt idx="28697">
                  <c:v>0.33214120370394085</c:v>
                </c:pt>
                <c:pt idx="28698">
                  <c:v>0.33215277777344454</c:v>
                </c:pt>
                <c:pt idx="28699">
                  <c:v>0.33216435185022419</c:v>
                </c:pt>
                <c:pt idx="28700">
                  <c:v>0.33217592592700385</c:v>
                </c:pt>
                <c:pt idx="28701">
                  <c:v>0.33218749999650754</c:v>
                </c:pt>
                <c:pt idx="28702">
                  <c:v>0.33219907407328719</c:v>
                </c:pt>
                <c:pt idx="28703">
                  <c:v>0.33221064814279089</c:v>
                </c:pt>
                <c:pt idx="28704">
                  <c:v>0.33222222221957054</c:v>
                </c:pt>
                <c:pt idx="28705">
                  <c:v>0.33223379629635019</c:v>
                </c:pt>
                <c:pt idx="28706">
                  <c:v>0.33224537036585389</c:v>
                </c:pt>
                <c:pt idx="28707">
                  <c:v>0.33225694444263354</c:v>
                </c:pt>
                <c:pt idx="28708">
                  <c:v>0.33226851851941319</c:v>
                </c:pt>
                <c:pt idx="28709">
                  <c:v>0.33228009258891689</c:v>
                </c:pt>
                <c:pt idx="28710">
                  <c:v>0.33229166666569654</c:v>
                </c:pt>
                <c:pt idx="28711">
                  <c:v>0.33230324073520023</c:v>
                </c:pt>
                <c:pt idx="28712">
                  <c:v>0.33231481481197989</c:v>
                </c:pt>
                <c:pt idx="28713">
                  <c:v>0.33232638888875954</c:v>
                </c:pt>
                <c:pt idx="28714">
                  <c:v>0.33233796295826323</c:v>
                </c:pt>
                <c:pt idx="28715">
                  <c:v>0.33234953703504289</c:v>
                </c:pt>
                <c:pt idx="28716">
                  <c:v>0.33236111111182254</c:v>
                </c:pt>
                <c:pt idx="28717">
                  <c:v>0.33237268518132623</c:v>
                </c:pt>
                <c:pt idx="28718">
                  <c:v>0.33238425925810589</c:v>
                </c:pt>
                <c:pt idx="28719">
                  <c:v>0.33239583332760958</c:v>
                </c:pt>
                <c:pt idx="28720">
                  <c:v>0.33240740740438923</c:v>
                </c:pt>
                <c:pt idx="28721">
                  <c:v>0.33241898148116888</c:v>
                </c:pt>
                <c:pt idx="28722">
                  <c:v>0.33243055555067258</c:v>
                </c:pt>
                <c:pt idx="28723">
                  <c:v>0.33244212962745223</c:v>
                </c:pt>
                <c:pt idx="28724">
                  <c:v>0.33245370370423188</c:v>
                </c:pt>
                <c:pt idx="28725">
                  <c:v>0.33246527777373558</c:v>
                </c:pt>
                <c:pt idx="28726">
                  <c:v>0.33247685185051523</c:v>
                </c:pt>
                <c:pt idx="28727">
                  <c:v>0.33248842592001893</c:v>
                </c:pt>
                <c:pt idx="28728">
                  <c:v>0.33249999999679858</c:v>
                </c:pt>
                <c:pt idx="28729">
                  <c:v>0.33251157407357823</c:v>
                </c:pt>
                <c:pt idx="28730">
                  <c:v>0.33252314814308193</c:v>
                </c:pt>
                <c:pt idx="28731">
                  <c:v>0.33253472221986158</c:v>
                </c:pt>
                <c:pt idx="28732">
                  <c:v>0.33254629629664123</c:v>
                </c:pt>
                <c:pt idx="28733">
                  <c:v>0.33255787036614493</c:v>
                </c:pt>
                <c:pt idx="28734">
                  <c:v>0.33256944444292458</c:v>
                </c:pt>
                <c:pt idx="28735">
                  <c:v>0.33258101851970423</c:v>
                </c:pt>
                <c:pt idx="28736">
                  <c:v>0.33259259258920792</c:v>
                </c:pt>
                <c:pt idx="28737">
                  <c:v>0.33260416666598758</c:v>
                </c:pt>
                <c:pt idx="28738">
                  <c:v>0.33261574073549127</c:v>
                </c:pt>
                <c:pt idx="28739">
                  <c:v>0.33262731481227092</c:v>
                </c:pt>
                <c:pt idx="28740">
                  <c:v>0.33263888888905058</c:v>
                </c:pt>
                <c:pt idx="28741">
                  <c:v>0.33265046295855427</c:v>
                </c:pt>
                <c:pt idx="28742">
                  <c:v>0.33266203703533392</c:v>
                </c:pt>
                <c:pt idx="28743">
                  <c:v>0.33267361111211358</c:v>
                </c:pt>
                <c:pt idx="28744">
                  <c:v>0.33268518518161727</c:v>
                </c:pt>
                <c:pt idx="28745">
                  <c:v>0.33269675925839692</c:v>
                </c:pt>
                <c:pt idx="28746">
                  <c:v>0.33270833332790062</c:v>
                </c:pt>
                <c:pt idx="28747">
                  <c:v>0.33271990740468027</c:v>
                </c:pt>
                <c:pt idx="28748">
                  <c:v>0.33273148148145992</c:v>
                </c:pt>
                <c:pt idx="28749">
                  <c:v>0.33274305555096362</c:v>
                </c:pt>
                <c:pt idx="28750">
                  <c:v>0.33275462962774327</c:v>
                </c:pt>
                <c:pt idx="28751">
                  <c:v>0.33276620370452292</c:v>
                </c:pt>
                <c:pt idx="28752">
                  <c:v>0.33277777777402662</c:v>
                </c:pt>
                <c:pt idx="28753">
                  <c:v>0.33278935185080627</c:v>
                </c:pt>
                <c:pt idx="28754">
                  <c:v>0.33280092592030996</c:v>
                </c:pt>
                <c:pt idx="28755">
                  <c:v>0.33281249999708962</c:v>
                </c:pt>
                <c:pt idx="28756">
                  <c:v>0.33282407407386927</c:v>
                </c:pt>
                <c:pt idx="28757">
                  <c:v>0.33283564814337296</c:v>
                </c:pt>
                <c:pt idx="28758">
                  <c:v>0.33284722222015262</c:v>
                </c:pt>
                <c:pt idx="28759">
                  <c:v>0.33285879629693227</c:v>
                </c:pt>
                <c:pt idx="28760">
                  <c:v>0.33287037036643596</c:v>
                </c:pt>
                <c:pt idx="28761">
                  <c:v>0.33288194444321562</c:v>
                </c:pt>
                <c:pt idx="28762">
                  <c:v>0.33289351851271931</c:v>
                </c:pt>
                <c:pt idx="28763">
                  <c:v>0.33290509258949896</c:v>
                </c:pt>
                <c:pt idx="28764">
                  <c:v>0.33291666666627862</c:v>
                </c:pt>
                <c:pt idx="28765">
                  <c:v>0.33292824073578231</c:v>
                </c:pt>
                <c:pt idx="28766">
                  <c:v>0.33293981481256196</c:v>
                </c:pt>
                <c:pt idx="28767">
                  <c:v>0.33295138888934162</c:v>
                </c:pt>
                <c:pt idx="28768">
                  <c:v>0.33296296295884531</c:v>
                </c:pt>
                <c:pt idx="28769">
                  <c:v>0.33297453703562496</c:v>
                </c:pt>
                <c:pt idx="28770">
                  <c:v>0.33298611111240461</c:v>
                </c:pt>
                <c:pt idx="28771">
                  <c:v>0.33299768518190831</c:v>
                </c:pt>
                <c:pt idx="28772">
                  <c:v>0.33300925925868796</c:v>
                </c:pt>
                <c:pt idx="28773">
                  <c:v>0.33302083332819166</c:v>
                </c:pt>
                <c:pt idx="28774">
                  <c:v>0.33303240740497131</c:v>
                </c:pt>
                <c:pt idx="28775">
                  <c:v>0.33304398148175096</c:v>
                </c:pt>
                <c:pt idx="28776">
                  <c:v>0.33305555555125466</c:v>
                </c:pt>
                <c:pt idx="28777">
                  <c:v>0.33306712962803431</c:v>
                </c:pt>
                <c:pt idx="28778">
                  <c:v>0.33307870370481396</c:v>
                </c:pt>
                <c:pt idx="28779">
                  <c:v>0.33309027777431766</c:v>
                </c:pt>
                <c:pt idx="28780">
                  <c:v>0.33310185185109731</c:v>
                </c:pt>
                <c:pt idx="28781">
                  <c:v>0.333113425920601</c:v>
                </c:pt>
                <c:pt idx="28782">
                  <c:v>0.33312499999738066</c:v>
                </c:pt>
                <c:pt idx="28783">
                  <c:v>0.33313657407416031</c:v>
                </c:pt>
                <c:pt idx="28784">
                  <c:v>0.333148148143664</c:v>
                </c:pt>
                <c:pt idx="28785">
                  <c:v>0.33315972222044365</c:v>
                </c:pt>
                <c:pt idx="28786">
                  <c:v>0.33317129629722331</c:v>
                </c:pt>
                <c:pt idx="28787">
                  <c:v>0.333182870366727</c:v>
                </c:pt>
                <c:pt idx="28788">
                  <c:v>0.33319444444350665</c:v>
                </c:pt>
                <c:pt idx="28789">
                  <c:v>0.33320601851301035</c:v>
                </c:pt>
                <c:pt idx="28790">
                  <c:v>0.33321759258979</c:v>
                </c:pt>
                <c:pt idx="28791">
                  <c:v>0.33322916666656965</c:v>
                </c:pt>
                <c:pt idx="28792">
                  <c:v>0.33324074073607335</c:v>
                </c:pt>
                <c:pt idx="28793">
                  <c:v>0.333252314812853</c:v>
                </c:pt>
                <c:pt idx="28794">
                  <c:v>0.33326388888963265</c:v>
                </c:pt>
                <c:pt idx="28795">
                  <c:v>0.33327546295913635</c:v>
                </c:pt>
                <c:pt idx="28796">
                  <c:v>0.333287037035916</c:v>
                </c:pt>
                <c:pt idx="28797">
                  <c:v>0.3332986111054197</c:v>
                </c:pt>
                <c:pt idx="28798">
                  <c:v>0.33331018518219935</c:v>
                </c:pt>
                <c:pt idx="28799">
                  <c:v>0.333321759258979</c:v>
                </c:pt>
                <c:pt idx="28800">
                  <c:v>0.33333333332848269</c:v>
                </c:pt>
                <c:pt idx="28801">
                  <c:v>0.33334490740526235</c:v>
                </c:pt>
                <c:pt idx="28802">
                  <c:v>0.333356481482042</c:v>
                </c:pt>
                <c:pt idx="28803">
                  <c:v>0.33336805555154569</c:v>
                </c:pt>
                <c:pt idx="28804">
                  <c:v>0.33337962962832535</c:v>
                </c:pt>
                <c:pt idx="28805">
                  <c:v>0.33339120369782904</c:v>
                </c:pt>
                <c:pt idx="28806">
                  <c:v>0.33340277777460869</c:v>
                </c:pt>
                <c:pt idx="28807">
                  <c:v>0.33341435185138835</c:v>
                </c:pt>
                <c:pt idx="28808">
                  <c:v>0.33342592592089204</c:v>
                </c:pt>
                <c:pt idx="28809">
                  <c:v>0.33343749999767169</c:v>
                </c:pt>
                <c:pt idx="28810">
                  <c:v>0.33344907407445135</c:v>
                </c:pt>
                <c:pt idx="28811">
                  <c:v>0.33346064814395504</c:v>
                </c:pt>
                <c:pt idx="28812">
                  <c:v>0.33347222222073469</c:v>
                </c:pt>
                <c:pt idx="28813">
                  <c:v>0.33348379629751435</c:v>
                </c:pt>
                <c:pt idx="28814">
                  <c:v>0.33349537036701804</c:v>
                </c:pt>
                <c:pt idx="28815">
                  <c:v>0.33350694444379769</c:v>
                </c:pt>
                <c:pt idx="28816">
                  <c:v>0.33351851851330139</c:v>
                </c:pt>
                <c:pt idx="28817">
                  <c:v>0.33353009259008104</c:v>
                </c:pt>
                <c:pt idx="28818">
                  <c:v>0.33354166666686069</c:v>
                </c:pt>
                <c:pt idx="28819">
                  <c:v>0.33355324073636439</c:v>
                </c:pt>
                <c:pt idx="28820">
                  <c:v>0.33356481481314404</c:v>
                </c:pt>
                <c:pt idx="28821">
                  <c:v>0.33357638888992369</c:v>
                </c:pt>
                <c:pt idx="28822">
                  <c:v>0.33358796295942739</c:v>
                </c:pt>
                <c:pt idx="28823">
                  <c:v>0.33359953703620704</c:v>
                </c:pt>
                <c:pt idx="28824">
                  <c:v>0.33361111110571073</c:v>
                </c:pt>
                <c:pt idx="28825">
                  <c:v>0.33362268518249039</c:v>
                </c:pt>
                <c:pt idx="28826">
                  <c:v>0.33363425925927004</c:v>
                </c:pt>
                <c:pt idx="28827">
                  <c:v>0.33364583332877373</c:v>
                </c:pt>
                <c:pt idx="28828">
                  <c:v>0.33365740740555339</c:v>
                </c:pt>
                <c:pt idx="28829">
                  <c:v>0.33366898148233304</c:v>
                </c:pt>
                <c:pt idx="28830">
                  <c:v>0.33368055555183673</c:v>
                </c:pt>
                <c:pt idx="28831">
                  <c:v>0.33369212962861639</c:v>
                </c:pt>
                <c:pt idx="28832">
                  <c:v>0.33370370369812008</c:v>
                </c:pt>
                <c:pt idx="28833">
                  <c:v>0.33371527777489973</c:v>
                </c:pt>
                <c:pt idx="28834">
                  <c:v>0.33372685185167938</c:v>
                </c:pt>
                <c:pt idx="28835">
                  <c:v>0.33373842592118308</c:v>
                </c:pt>
                <c:pt idx="28836">
                  <c:v>0.33374999999796273</c:v>
                </c:pt>
                <c:pt idx="28837">
                  <c:v>0.33376157407474238</c:v>
                </c:pt>
                <c:pt idx="28838">
                  <c:v>0.33377314814424608</c:v>
                </c:pt>
                <c:pt idx="28839">
                  <c:v>0.33378472222102573</c:v>
                </c:pt>
                <c:pt idx="28840">
                  <c:v>0.33379629629052943</c:v>
                </c:pt>
                <c:pt idx="28841">
                  <c:v>0.33380787036730908</c:v>
                </c:pt>
                <c:pt idx="28842">
                  <c:v>0.33381944444408873</c:v>
                </c:pt>
                <c:pt idx="28843">
                  <c:v>0.33383101851359243</c:v>
                </c:pt>
                <c:pt idx="28844">
                  <c:v>0.33384259259037208</c:v>
                </c:pt>
                <c:pt idx="28845">
                  <c:v>0.33385416666715173</c:v>
                </c:pt>
                <c:pt idx="28846">
                  <c:v>0.33386574073665543</c:v>
                </c:pt>
                <c:pt idx="28847">
                  <c:v>0.33387731481343508</c:v>
                </c:pt>
                <c:pt idx="28848">
                  <c:v>0.33388888889021473</c:v>
                </c:pt>
                <c:pt idx="28849">
                  <c:v>0.33390046295971842</c:v>
                </c:pt>
                <c:pt idx="28850">
                  <c:v>0.33391203703649808</c:v>
                </c:pt>
                <c:pt idx="28851">
                  <c:v>0.33392361110600177</c:v>
                </c:pt>
                <c:pt idx="28852">
                  <c:v>0.33393518518278142</c:v>
                </c:pt>
                <c:pt idx="28853">
                  <c:v>0.33394675925956108</c:v>
                </c:pt>
                <c:pt idx="28854">
                  <c:v>0.33395833332906477</c:v>
                </c:pt>
                <c:pt idx="28855">
                  <c:v>0.33396990740584442</c:v>
                </c:pt>
                <c:pt idx="28856">
                  <c:v>0.33398148148262408</c:v>
                </c:pt>
                <c:pt idx="28857">
                  <c:v>0.33399305555212777</c:v>
                </c:pt>
                <c:pt idx="28858">
                  <c:v>0.33400462962890742</c:v>
                </c:pt>
                <c:pt idx="28859">
                  <c:v>0.33401620369841112</c:v>
                </c:pt>
                <c:pt idx="28860">
                  <c:v>0.33402777777519077</c:v>
                </c:pt>
                <c:pt idx="28861">
                  <c:v>0.33403935185197042</c:v>
                </c:pt>
                <c:pt idx="28862">
                  <c:v>0.33405092592147412</c:v>
                </c:pt>
                <c:pt idx="28863">
                  <c:v>0.33406249999825377</c:v>
                </c:pt>
                <c:pt idx="28864">
                  <c:v>0.33407407407503342</c:v>
                </c:pt>
                <c:pt idx="28865">
                  <c:v>0.33408564814453712</c:v>
                </c:pt>
                <c:pt idx="28866">
                  <c:v>0.33409722222131677</c:v>
                </c:pt>
                <c:pt idx="28867">
                  <c:v>0.33410879629082046</c:v>
                </c:pt>
                <c:pt idx="28868">
                  <c:v>0.33412037036760012</c:v>
                </c:pt>
                <c:pt idx="28869">
                  <c:v>0.33413194444437977</c:v>
                </c:pt>
                <c:pt idx="28870">
                  <c:v>0.33414351851388346</c:v>
                </c:pt>
                <c:pt idx="28871">
                  <c:v>0.33415509259066312</c:v>
                </c:pt>
                <c:pt idx="28872">
                  <c:v>0.33416666666744277</c:v>
                </c:pt>
                <c:pt idx="28873">
                  <c:v>0.33417824073694646</c:v>
                </c:pt>
                <c:pt idx="28874">
                  <c:v>0.33418981481372612</c:v>
                </c:pt>
                <c:pt idx="28875">
                  <c:v>0.33420138888322981</c:v>
                </c:pt>
                <c:pt idx="28876">
                  <c:v>0.33421296296000946</c:v>
                </c:pt>
                <c:pt idx="28877">
                  <c:v>0.33422453703678912</c:v>
                </c:pt>
                <c:pt idx="28878">
                  <c:v>0.33423611110629281</c:v>
                </c:pt>
                <c:pt idx="28879">
                  <c:v>0.33424768518307246</c:v>
                </c:pt>
                <c:pt idx="28880">
                  <c:v>0.33425925925985212</c:v>
                </c:pt>
                <c:pt idx="28881">
                  <c:v>0.33427083332935581</c:v>
                </c:pt>
                <c:pt idx="28882">
                  <c:v>0.33428240740613546</c:v>
                </c:pt>
                <c:pt idx="28883">
                  <c:v>0.33429398147563916</c:v>
                </c:pt>
                <c:pt idx="28884">
                  <c:v>0.33430555555241881</c:v>
                </c:pt>
                <c:pt idx="28885">
                  <c:v>0.33431712962919846</c:v>
                </c:pt>
                <c:pt idx="28886">
                  <c:v>0.33432870369870216</c:v>
                </c:pt>
                <c:pt idx="28887">
                  <c:v>0.33434027777548181</c:v>
                </c:pt>
                <c:pt idx="28888">
                  <c:v>0.33435185185226146</c:v>
                </c:pt>
                <c:pt idx="28889">
                  <c:v>0.33436342592176516</c:v>
                </c:pt>
                <c:pt idx="28890">
                  <c:v>0.33437499999854481</c:v>
                </c:pt>
                <c:pt idx="28891">
                  <c:v>0.33438657407532446</c:v>
                </c:pt>
                <c:pt idx="28892">
                  <c:v>0.33439814814482816</c:v>
                </c:pt>
                <c:pt idx="28893">
                  <c:v>0.33440972222160781</c:v>
                </c:pt>
                <c:pt idx="28894">
                  <c:v>0.3344212962911115</c:v>
                </c:pt>
                <c:pt idx="28895">
                  <c:v>0.33443287036789116</c:v>
                </c:pt>
                <c:pt idx="28896">
                  <c:v>0.33444444444467081</c:v>
                </c:pt>
                <c:pt idx="28897">
                  <c:v>0.3344560185141745</c:v>
                </c:pt>
                <c:pt idx="28898">
                  <c:v>0.33446759259095415</c:v>
                </c:pt>
                <c:pt idx="28899">
                  <c:v>0.33447916666773381</c:v>
                </c:pt>
                <c:pt idx="28900">
                  <c:v>0.3344907407372375</c:v>
                </c:pt>
                <c:pt idx="28901">
                  <c:v>0.33450231481401715</c:v>
                </c:pt>
                <c:pt idx="28902">
                  <c:v>0.33451388888352085</c:v>
                </c:pt>
                <c:pt idx="28903">
                  <c:v>0.3345254629603005</c:v>
                </c:pt>
                <c:pt idx="28904">
                  <c:v>0.33453703703708015</c:v>
                </c:pt>
                <c:pt idx="28905">
                  <c:v>0.33454861110658385</c:v>
                </c:pt>
                <c:pt idx="28906">
                  <c:v>0.3345601851833635</c:v>
                </c:pt>
                <c:pt idx="28907">
                  <c:v>0.33457175926014315</c:v>
                </c:pt>
                <c:pt idx="28908">
                  <c:v>0.33458333332964685</c:v>
                </c:pt>
                <c:pt idx="28909">
                  <c:v>0.3345949074064265</c:v>
                </c:pt>
                <c:pt idx="28910">
                  <c:v>0.3346064814759302</c:v>
                </c:pt>
                <c:pt idx="28911">
                  <c:v>0.33461805555270985</c:v>
                </c:pt>
                <c:pt idx="28912">
                  <c:v>0.3346296296294895</c:v>
                </c:pt>
                <c:pt idx="28913">
                  <c:v>0.33464120369899319</c:v>
                </c:pt>
                <c:pt idx="28914">
                  <c:v>0.33465277777577285</c:v>
                </c:pt>
                <c:pt idx="28915">
                  <c:v>0.3346643518525525</c:v>
                </c:pt>
                <c:pt idx="28916">
                  <c:v>0.33467592592205619</c:v>
                </c:pt>
                <c:pt idx="28917">
                  <c:v>0.33468749999883585</c:v>
                </c:pt>
                <c:pt idx="28918">
                  <c:v>0.33469907406833954</c:v>
                </c:pt>
                <c:pt idx="28919">
                  <c:v>0.33471064814511919</c:v>
                </c:pt>
                <c:pt idx="28920">
                  <c:v>0.33472222222189885</c:v>
                </c:pt>
                <c:pt idx="28921">
                  <c:v>0.33473379629140254</c:v>
                </c:pt>
                <c:pt idx="28922">
                  <c:v>0.33474537036818219</c:v>
                </c:pt>
                <c:pt idx="28923">
                  <c:v>0.33475694444496185</c:v>
                </c:pt>
                <c:pt idx="28924">
                  <c:v>0.33476851851446554</c:v>
                </c:pt>
                <c:pt idx="28925">
                  <c:v>0.33478009259124519</c:v>
                </c:pt>
                <c:pt idx="28926">
                  <c:v>0.33479166666074889</c:v>
                </c:pt>
                <c:pt idx="28927">
                  <c:v>0.33480324073752854</c:v>
                </c:pt>
                <c:pt idx="28928">
                  <c:v>0.33481481481430819</c:v>
                </c:pt>
                <c:pt idx="28929">
                  <c:v>0.33482638888381189</c:v>
                </c:pt>
                <c:pt idx="28930">
                  <c:v>0.33483796296059154</c:v>
                </c:pt>
                <c:pt idx="28931">
                  <c:v>0.33484953703737119</c:v>
                </c:pt>
                <c:pt idx="28932">
                  <c:v>0.33486111110687489</c:v>
                </c:pt>
                <c:pt idx="28933">
                  <c:v>0.33487268518365454</c:v>
                </c:pt>
                <c:pt idx="28934">
                  <c:v>0.33488425926043419</c:v>
                </c:pt>
                <c:pt idx="28935">
                  <c:v>0.33489583332993789</c:v>
                </c:pt>
                <c:pt idx="28936">
                  <c:v>0.33490740740671754</c:v>
                </c:pt>
                <c:pt idx="28937">
                  <c:v>0.33491898147622123</c:v>
                </c:pt>
                <c:pt idx="28938">
                  <c:v>0.33493055555300089</c:v>
                </c:pt>
                <c:pt idx="28939">
                  <c:v>0.33494212962978054</c:v>
                </c:pt>
                <c:pt idx="28940">
                  <c:v>0.33495370369928423</c:v>
                </c:pt>
                <c:pt idx="28941">
                  <c:v>0.33496527777606389</c:v>
                </c:pt>
                <c:pt idx="28942">
                  <c:v>0.33497685185284354</c:v>
                </c:pt>
                <c:pt idx="28943">
                  <c:v>0.33498842592234723</c:v>
                </c:pt>
                <c:pt idx="28944">
                  <c:v>0.33499999999912689</c:v>
                </c:pt>
                <c:pt idx="28945">
                  <c:v>0.33501157406863058</c:v>
                </c:pt>
                <c:pt idx="28946">
                  <c:v>0.33502314814541023</c:v>
                </c:pt>
                <c:pt idx="28947">
                  <c:v>0.33503472222218988</c:v>
                </c:pt>
                <c:pt idx="28948">
                  <c:v>0.33504629629169358</c:v>
                </c:pt>
                <c:pt idx="28949">
                  <c:v>0.33505787036847323</c:v>
                </c:pt>
                <c:pt idx="28950">
                  <c:v>0.33506944444525288</c:v>
                </c:pt>
                <c:pt idx="28951">
                  <c:v>0.33508101851475658</c:v>
                </c:pt>
                <c:pt idx="28952">
                  <c:v>0.33509259259153623</c:v>
                </c:pt>
                <c:pt idx="28953">
                  <c:v>0.33510416666103993</c:v>
                </c:pt>
                <c:pt idx="28954">
                  <c:v>0.33511574073781958</c:v>
                </c:pt>
                <c:pt idx="28955">
                  <c:v>0.33512731481459923</c:v>
                </c:pt>
                <c:pt idx="28956">
                  <c:v>0.33513888888410293</c:v>
                </c:pt>
                <c:pt idx="28957">
                  <c:v>0.33515046296088258</c:v>
                </c:pt>
                <c:pt idx="28958">
                  <c:v>0.33516203703766223</c:v>
                </c:pt>
                <c:pt idx="28959">
                  <c:v>0.33517361110716593</c:v>
                </c:pt>
                <c:pt idx="28960">
                  <c:v>0.33518518518394558</c:v>
                </c:pt>
                <c:pt idx="28961">
                  <c:v>0.33519675925344927</c:v>
                </c:pt>
                <c:pt idx="28962">
                  <c:v>0.33520833333022892</c:v>
                </c:pt>
                <c:pt idx="28963">
                  <c:v>0.33521990740700858</c:v>
                </c:pt>
                <c:pt idx="28964">
                  <c:v>0.33523148147651227</c:v>
                </c:pt>
                <c:pt idx="28965">
                  <c:v>0.33524305555329192</c:v>
                </c:pt>
                <c:pt idx="28966">
                  <c:v>0.33525462963007158</c:v>
                </c:pt>
                <c:pt idx="28967">
                  <c:v>0.33526620369957527</c:v>
                </c:pt>
                <c:pt idx="28968">
                  <c:v>0.33527777777635492</c:v>
                </c:pt>
                <c:pt idx="28969">
                  <c:v>0.33528935185313458</c:v>
                </c:pt>
                <c:pt idx="28970">
                  <c:v>0.33530092592263827</c:v>
                </c:pt>
                <c:pt idx="28971">
                  <c:v>0.33531249999941792</c:v>
                </c:pt>
                <c:pt idx="28972">
                  <c:v>0.33532407406892162</c:v>
                </c:pt>
                <c:pt idx="28973">
                  <c:v>0.33533564814570127</c:v>
                </c:pt>
                <c:pt idx="28974">
                  <c:v>0.33534722222248092</c:v>
                </c:pt>
                <c:pt idx="28975">
                  <c:v>0.33535879629198462</c:v>
                </c:pt>
                <c:pt idx="28976">
                  <c:v>0.33537037036876427</c:v>
                </c:pt>
                <c:pt idx="28977">
                  <c:v>0.33538194444554392</c:v>
                </c:pt>
                <c:pt idx="28978">
                  <c:v>0.33539351851504762</c:v>
                </c:pt>
                <c:pt idx="28979">
                  <c:v>0.33540509259182727</c:v>
                </c:pt>
                <c:pt idx="28980">
                  <c:v>0.33541666666133096</c:v>
                </c:pt>
                <c:pt idx="28981">
                  <c:v>0.33542824073811062</c:v>
                </c:pt>
                <c:pt idx="28982">
                  <c:v>0.33543981481489027</c:v>
                </c:pt>
                <c:pt idx="28983">
                  <c:v>0.33545138888439396</c:v>
                </c:pt>
                <c:pt idx="28984">
                  <c:v>0.33546296296117362</c:v>
                </c:pt>
                <c:pt idx="28985">
                  <c:v>0.33547453703795327</c:v>
                </c:pt>
                <c:pt idx="28986">
                  <c:v>0.33548611110745696</c:v>
                </c:pt>
                <c:pt idx="28987">
                  <c:v>0.33549768518423662</c:v>
                </c:pt>
                <c:pt idx="28988">
                  <c:v>0.33550925925374031</c:v>
                </c:pt>
                <c:pt idx="28989">
                  <c:v>0.33552083333051996</c:v>
                </c:pt>
                <c:pt idx="28990">
                  <c:v>0.33553240740729962</c:v>
                </c:pt>
                <c:pt idx="28991">
                  <c:v>0.33554398147680331</c:v>
                </c:pt>
                <c:pt idx="28992">
                  <c:v>0.33555555555358296</c:v>
                </c:pt>
                <c:pt idx="28993">
                  <c:v>0.33556712963036261</c:v>
                </c:pt>
                <c:pt idx="28994">
                  <c:v>0.33557870369986631</c:v>
                </c:pt>
                <c:pt idx="28995">
                  <c:v>0.33559027777664596</c:v>
                </c:pt>
                <c:pt idx="28996">
                  <c:v>0.33560185184614966</c:v>
                </c:pt>
                <c:pt idx="28997">
                  <c:v>0.33561342592292931</c:v>
                </c:pt>
                <c:pt idx="28998">
                  <c:v>0.33562499999970896</c:v>
                </c:pt>
                <c:pt idx="28999">
                  <c:v>0.33563657406921266</c:v>
                </c:pt>
                <c:pt idx="29000">
                  <c:v>0.33564814814599231</c:v>
                </c:pt>
                <c:pt idx="29001">
                  <c:v>0.33565972222277196</c:v>
                </c:pt>
                <c:pt idx="29002">
                  <c:v>0.33567129629227566</c:v>
                </c:pt>
                <c:pt idx="29003">
                  <c:v>0.33568287036905531</c:v>
                </c:pt>
                <c:pt idx="29004">
                  <c:v>0.335694444438559</c:v>
                </c:pt>
                <c:pt idx="29005">
                  <c:v>0.33570601851533866</c:v>
                </c:pt>
                <c:pt idx="29006">
                  <c:v>0.33571759259211831</c:v>
                </c:pt>
                <c:pt idx="29007">
                  <c:v>0.335729166661622</c:v>
                </c:pt>
                <c:pt idx="29008">
                  <c:v>0.33574074073840166</c:v>
                </c:pt>
                <c:pt idx="29009">
                  <c:v>0.33575231481518131</c:v>
                </c:pt>
                <c:pt idx="29010">
                  <c:v>0.335763888884685</c:v>
                </c:pt>
                <c:pt idx="29011">
                  <c:v>0.33577546296146465</c:v>
                </c:pt>
                <c:pt idx="29012">
                  <c:v>0.33578703703824431</c:v>
                </c:pt>
                <c:pt idx="29013">
                  <c:v>0.335798611107748</c:v>
                </c:pt>
                <c:pt idx="29014">
                  <c:v>0.33581018518452765</c:v>
                </c:pt>
                <c:pt idx="29015">
                  <c:v>0.33582175925403135</c:v>
                </c:pt>
                <c:pt idx="29016">
                  <c:v>0.335833333330811</c:v>
                </c:pt>
                <c:pt idx="29017">
                  <c:v>0.33584490740759065</c:v>
                </c:pt>
                <c:pt idx="29018">
                  <c:v>0.33585648147709435</c:v>
                </c:pt>
                <c:pt idx="29019">
                  <c:v>0.335868055553874</c:v>
                </c:pt>
                <c:pt idx="29020">
                  <c:v>0.33587962963065365</c:v>
                </c:pt>
                <c:pt idx="29021">
                  <c:v>0.33589120370015735</c:v>
                </c:pt>
                <c:pt idx="29022">
                  <c:v>0.335902777776937</c:v>
                </c:pt>
                <c:pt idx="29023">
                  <c:v>0.3359143518464407</c:v>
                </c:pt>
                <c:pt idx="29024">
                  <c:v>0.33592592592322035</c:v>
                </c:pt>
                <c:pt idx="29025">
                  <c:v>0.3359375</c:v>
                </c:pt>
                <c:pt idx="29026">
                  <c:v>0.33594907406950369</c:v>
                </c:pt>
                <c:pt idx="29027">
                  <c:v>0.33596064814628335</c:v>
                </c:pt>
                <c:pt idx="29028">
                  <c:v>0.335972222223063</c:v>
                </c:pt>
                <c:pt idx="29029">
                  <c:v>0.33598379629256669</c:v>
                </c:pt>
                <c:pt idx="29030">
                  <c:v>0.33599537036934635</c:v>
                </c:pt>
                <c:pt idx="29031">
                  <c:v>0.33600694443885004</c:v>
                </c:pt>
                <c:pt idx="29032">
                  <c:v>0.33601851851562969</c:v>
                </c:pt>
                <c:pt idx="29033">
                  <c:v>0.33603009259240935</c:v>
                </c:pt>
                <c:pt idx="29034">
                  <c:v>0.33604166666191304</c:v>
                </c:pt>
                <c:pt idx="29035">
                  <c:v>0.33605324073869269</c:v>
                </c:pt>
                <c:pt idx="29036">
                  <c:v>0.33606481481547235</c:v>
                </c:pt>
                <c:pt idx="29037">
                  <c:v>0.33607638888497604</c:v>
                </c:pt>
                <c:pt idx="29038">
                  <c:v>0.33608796296175569</c:v>
                </c:pt>
                <c:pt idx="29039">
                  <c:v>0.33609953703125939</c:v>
                </c:pt>
                <c:pt idx="29040">
                  <c:v>0.33611111110803904</c:v>
                </c:pt>
                <c:pt idx="29041">
                  <c:v>0.33612268518481869</c:v>
                </c:pt>
                <c:pt idx="29042">
                  <c:v>0.33613425925432239</c:v>
                </c:pt>
                <c:pt idx="29043">
                  <c:v>0.33614583333110204</c:v>
                </c:pt>
                <c:pt idx="29044">
                  <c:v>0.33615740740788169</c:v>
                </c:pt>
                <c:pt idx="29045">
                  <c:v>0.33616898147738539</c:v>
                </c:pt>
                <c:pt idx="29046">
                  <c:v>0.33618055555416504</c:v>
                </c:pt>
                <c:pt idx="29047">
                  <c:v>0.33619212963094469</c:v>
                </c:pt>
                <c:pt idx="29048">
                  <c:v>0.33620370370044839</c:v>
                </c:pt>
                <c:pt idx="29049">
                  <c:v>0.33621527777722804</c:v>
                </c:pt>
                <c:pt idx="29050">
                  <c:v>0.33622685184673173</c:v>
                </c:pt>
                <c:pt idx="29051">
                  <c:v>0.33623842592351139</c:v>
                </c:pt>
                <c:pt idx="29052">
                  <c:v>0.33625000000029104</c:v>
                </c:pt>
                <c:pt idx="29053">
                  <c:v>0.33626157406979473</c:v>
                </c:pt>
                <c:pt idx="29054">
                  <c:v>0.33627314814657439</c:v>
                </c:pt>
                <c:pt idx="29055">
                  <c:v>0.33628472222335404</c:v>
                </c:pt>
                <c:pt idx="29056">
                  <c:v>0.33629629629285773</c:v>
                </c:pt>
                <c:pt idx="29057">
                  <c:v>0.33630787036963739</c:v>
                </c:pt>
                <c:pt idx="29058">
                  <c:v>0.33631944443914108</c:v>
                </c:pt>
                <c:pt idx="29059">
                  <c:v>0.33633101851592073</c:v>
                </c:pt>
                <c:pt idx="29060">
                  <c:v>0.33634259259270038</c:v>
                </c:pt>
                <c:pt idx="29061">
                  <c:v>0.33635416666220408</c:v>
                </c:pt>
                <c:pt idx="29062">
                  <c:v>0.33636574073898373</c:v>
                </c:pt>
                <c:pt idx="29063">
                  <c:v>0.33637731481576338</c:v>
                </c:pt>
                <c:pt idx="29064">
                  <c:v>0.33638888888526708</c:v>
                </c:pt>
                <c:pt idx="29065">
                  <c:v>0.33640046296204673</c:v>
                </c:pt>
                <c:pt idx="29066">
                  <c:v>0.33641203703155043</c:v>
                </c:pt>
                <c:pt idx="29067">
                  <c:v>0.33642361110833008</c:v>
                </c:pt>
                <c:pt idx="29068">
                  <c:v>0.33643518518510973</c:v>
                </c:pt>
                <c:pt idx="29069">
                  <c:v>0.33644675925461343</c:v>
                </c:pt>
                <c:pt idx="29070">
                  <c:v>0.33645833333139308</c:v>
                </c:pt>
                <c:pt idx="29071">
                  <c:v>0.33646990740817273</c:v>
                </c:pt>
                <c:pt idx="29072">
                  <c:v>0.33648148147767643</c:v>
                </c:pt>
                <c:pt idx="29073">
                  <c:v>0.33649305555445608</c:v>
                </c:pt>
                <c:pt idx="29074">
                  <c:v>0.33650462962395977</c:v>
                </c:pt>
                <c:pt idx="29075">
                  <c:v>0.33651620370073942</c:v>
                </c:pt>
                <c:pt idx="29076">
                  <c:v>0.33652777777751908</c:v>
                </c:pt>
                <c:pt idx="29077">
                  <c:v>0.33653935184702277</c:v>
                </c:pt>
                <c:pt idx="29078">
                  <c:v>0.33655092592380242</c:v>
                </c:pt>
                <c:pt idx="29079">
                  <c:v>0.33656250000058208</c:v>
                </c:pt>
                <c:pt idx="29080">
                  <c:v>0.33657407407008577</c:v>
                </c:pt>
                <c:pt idx="29081">
                  <c:v>0.33658564814686542</c:v>
                </c:pt>
                <c:pt idx="29082">
                  <c:v>0.33659722221636912</c:v>
                </c:pt>
                <c:pt idx="29083">
                  <c:v>0.33660879629314877</c:v>
                </c:pt>
                <c:pt idx="29084">
                  <c:v>0.33662037036992842</c:v>
                </c:pt>
                <c:pt idx="29085">
                  <c:v>0.33663194443943212</c:v>
                </c:pt>
                <c:pt idx="29086">
                  <c:v>0.33664351851621177</c:v>
                </c:pt>
                <c:pt idx="29087">
                  <c:v>0.33665509259299142</c:v>
                </c:pt>
                <c:pt idx="29088">
                  <c:v>0.33666666666249512</c:v>
                </c:pt>
                <c:pt idx="29089">
                  <c:v>0.33667824073927477</c:v>
                </c:pt>
                <c:pt idx="29090">
                  <c:v>0.33668981481605442</c:v>
                </c:pt>
                <c:pt idx="29091">
                  <c:v>0.33670138888555812</c:v>
                </c:pt>
                <c:pt idx="29092">
                  <c:v>0.33671296296233777</c:v>
                </c:pt>
                <c:pt idx="29093">
                  <c:v>0.33672453703184146</c:v>
                </c:pt>
                <c:pt idx="29094">
                  <c:v>0.33673611110862112</c:v>
                </c:pt>
                <c:pt idx="29095">
                  <c:v>0.33674768518540077</c:v>
                </c:pt>
                <c:pt idx="29096">
                  <c:v>0.33675925925490446</c:v>
                </c:pt>
                <c:pt idx="29097">
                  <c:v>0.33677083333168412</c:v>
                </c:pt>
                <c:pt idx="29098">
                  <c:v>0.33678240740846377</c:v>
                </c:pt>
                <c:pt idx="29099">
                  <c:v>0.33679398147796746</c:v>
                </c:pt>
                <c:pt idx="29100">
                  <c:v>0.33680555555474712</c:v>
                </c:pt>
                <c:pt idx="29101">
                  <c:v>0.33681712962425081</c:v>
                </c:pt>
                <c:pt idx="29102">
                  <c:v>0.33682870370103046</c:v>
                </c:pt>
                <c:pt idx="29103">
                  <c:v>0.33684027777781012</c:v>
                </c:pt>
                <c:pt idx="29104">
                  <c:v>0.33685185184731381</c:v>
                </c:pt>
                <c:pt idx="29105">
                  <c:v>0.33686342592409346</c:v>
                </c:pt>
                <c:pt idx="29106">
                  <c:v>0.33687500000087311</c:v>
                </c:pt>
                <c:pt idx="29107">
                  <c:v>0.33688657407037681</c:v>
                </c:pt>
                <c:pt idx="29108">
                  <c:v>0.33689814814715646</c:v>
                </c:pt>
                <c:pt idx="29109">
                  <c:v>0.33690972221666016</c:v>
                </c:pt>
                <c:pt idx="29110">
                  <c:v>0.33692129629343981</c:v>
                </c:pt>
                <c:pt idx="29111">
                  <c:v>0.33693287037021946</c:v>
                </c:pt>
                <c:pt idx="29112">
                  <c:v>0.33694444443972316</c:v>
                </c:pt>
                <c:pt idx="29113">
                  <c:v>0.33695601851650281</c:v>
                </c:pt>
                <c:pt idx="29114">
                  <c:v>0.33696759259328246</c:v>
                </c:pt>
                <c:pt idx="29115">
                  <c:v>0.33697916666278616</c:v>
                </c:pt>
                <c:pt idx="29116">
                  <c:v>0.33699074073956581</c:v>
                </c:pt>
                <c:pt idx="29117">
                  <c:v>0.3370023148090695</c:v>
                </c:pt>
                <c:pt idx="29118">
                  <c:v>0.33701388888584916</c:v>
                </c:pt>
                <c:pt idx="29119">
                  <c:v>0.33702546296262881</c:v>
                </c:pt>
                <c:pt idx="29120">
                  <c:v>0.3370370370321325</c:v>
                </c:pt>
                <c:pt idx="29121">
                  <c:v>0.33704861110891216</c:v>
                </c:pt>
                <c:pt idx="29122">
                  <c:v>0.33706018518569181</c:v>
                </c:pt>
                <c:pt idx="29123">
                  <c:v>0.3370717592551955</c:v>
                </c:pt>
                <c:pt idx="29124">
                  <c:v>0.33708333333197515</c:v>
                </c:pt>
                <c:pt idx="29125">
                  <c:v>0.33709490740147885</c:v>
                </c:pt>
                <c:pt idx="29126">
                  <c:v>0.3371064814782585</c:v>
                </c:pt>
                <c:pt idx="29127">
                  <c:v>0.33711805555503815</c:v>
                </c:pt>
                <c:pt idx="29128">
                  <c:v>0.33712962962454185</c:v>
                </c:pt>
                <c:pt idx="29129">
                  <c:v>0.3371412037013215</c:v>
                </c:pt>
                <c:pt idx="29130">
                  <c:v>0.33715277777810115</c:v>
                </c:pt>
                <c:pt idx="29131">
                  <c:v>0.33716435184760485</c:v>
                </c:pt>
                <c:pt idx="29132">
                  <c:v>0.3371759259243845</c:v>
                </c:pt>
                <c:pt idx="29133">
                  <c:v>0.33718750000116415</c:v>
                </c:pt>
                <c:pt idx="29134">
                  <c:v>0.33719907407066785</c:v>
                </c:pt>
                <c:pt idx="29135">
                  <c:v>0.3372106481474475</c:v>
                </c:pt>
                <c:pt idx="29136">
                  <c:v>0.3372222222169512</c:v>
                </c:pt>
                <c:pt idx="29137">
                  <c:v>0.33723379629373085</c:v>
                </c:pt>
                <c:pt idx="29138">
                  <c:v>0.3372453703705105</c:v>
                </c:pt>
                <c:pt idx="29139">
                  <c:v>0.33725694444001419</c:v>
                </c:pt>
                <c:pt idx="29140">
                  <c:v>0.33726851851679385</c:v>
                </c:pt>
                <c:pt idx="29141">
                  <c:v>0.3372800925935735</c:v>
                </c:pt>
                <c:pt idx="29142">
                  <c:v>0.33729166666307719</c:v>
                </c:pt>
                <c:pt idx="29143">
                  <c:v>0.33730324073985685</c:v>
                </c:pt>
                <c:pt idx="29144">
                  <c:v>0.33731481480936054</c:v>
                </c:pt>
                <c:pt idx="29145">
                  <c:v>0.33732638888614019</c:v>
                </c:pt>
                <c:pt idx="29146">
                  <c:v>0.33733796296291985</c:v>
                </c:pt>
                <c:pt idx="29147">
                  <c:v>0.33734953703242354</c:v>
                </c:pt>
                <c:pt idx="29148">
                  <c:v>0.33736111110920319</c:v>
                </c:pt>
                <c:pt idx="29149">
                  <c:v>0.33737268518598285</c:v>
                </c:pt>
                <c:pt idx="29150">
                  <c:v>0.33738425925548654</c:v>
                </c:pt>
                <c:pt idx="29151">
                  <c:v>0.33739583333226619</c:v>
                </c:pt>
                <c:pt idx="29152">
                  <c:v>0.33740740740176989</c:v>
                </c:pt>
                <c:pt idx="29153">
                  <c:v>0.33741898147854954</c:v>
                </c:pt>
                <c:pt idx="29154">
                  <c:v>0.33743055555532919</c:v>
                </c:pt>
                <c:pt idx="29155">
                  <c:v>0.33744212962483289</c:v>
                </c:pt>
                <c:pt idx="29156">
                  <c:v>0.33745370370161254</c:v>
                </c:pt>
                <c:pt idx="29157">
                  <c:v>0.33746527777839219</c:v>
                </c:pt>
                <c:pt idx="29158">
                  <c:v>0.33747685184789589</c:v>
                </c:pt>
                <c:pt idx="29159">
                  <c:v>0.33748842592467554</c:v>
                </c:pt>
                <c:pt idx="29160">
                  <c:v>0.33749999999417923</c:v>
                </c:pt>
                <c:pt idx="29161">
                  <c:v>0.33751157407095889</c:v>
                </c:pt>
                <c:pt idx="29162">
                  <c:v>0.33752314814773854</c:v>
                </c:pt>
                <c:pt idx="29163">
                  <c:v>0.33753472221724223</c:v>
                </c:pt>
                <c:pt idx="29164">
                  <c:v>0.33754629629402189</c:v>
                </c:pt>
                <c:pt idx="29165">
                  <c:v>0.33755787037080154</c:v>
                </c:pt>
                <c:pt idx="29166">
                  <c:v>0.33756944444030523</c:v>
                </c:pt>
                <c:pt idx="29167">
                  <c:v>0.33758101851708489</c:v>
                </c:pt>
                <c:pt idx="29168">
                  <c:v>0.33759259259386454</c:v>
                </c:pt>
                <c:pt idx="29169">
                  <c:v>0.33760416666336823</c:v>
                </c:pt>
                <c:pt idx="29170">
                  <c:v>0.33761574074014788</c:v>
                </c:pt>
                <c:pt idx="29171">
                  <c:v>0.33762731480965158</c:v>
                </c:pt>
                <c:pt idx="29172">
                  <c:v>0.33763888888643123</c:v>
                </c:pt>
                <c:pt idx="29173">
                  <c:v>0.33765046296321088</c:v>
                </c:pt>
                <c:pt idx="29174">
                  <c:v>0.33766203703271458</c:v>
                </c:pt>
                <c:pt idx="29175">
                  <c:v>0.33767361110949423</c:v>
                </c:pt>
                <c:pt idx="29176">
                  <c:v>0.33768518518627388</c:v>
                </c:pt>
                <c:pt idx="29177">
                  <c:v>0.33769675925577758</c:v>
                </c:pt>
                <c:pt idx="29178">
                  <c:v>0.33770833333255723</c:v>
                </c:pt>
                <c:pt idx="29179">
                  <c:v>0.33771990740206093</c:v>
                </c:pt>
                <c:pt idx="29180">
                  <c:v>0.33773148147884058</c:v>
                </c:pt>
                <c:pt idx="29181">
                  <c:v>0.33774305555562023</c:v>
                </c:pt>
                <c:pt idx="29182">
                  <c:v>0.33775462962512393</c:v>
                </c:pt>
                <c:pt idx="29183">
                  <c:v>0.33776620370190358</c:v>
                </c:pt>
                <c:pt idx="29184">
                  <c:v>0.33777777777868323</c:v>
                </c:pt>
                <c:pt idx="29185">
                  <c:v>0.33778935184818693</c:v>
                </c:pt>
                <c:pt idx="29186">
                  <c:v>0.33780092592496658</c:v>
                </c:pt>
                <c:pt idx="29187">
                  <c:v>0.33781249999447027</c:v>
                </c:pt>
                <c:pt idx="29188">
                  <c:v>0.33782407407124992</c:v>
                </c:pt>
                <c:pt idx="29189">
                  <c:v>0.33783564814802958</c:v>
                </c:pt>
                <c:pt idx="29190">
                  <c:v>0.33784722221753327</c:v>
                </c:pt>
                <c:pt idx="29191">
                  <c:v>0.33785879629431292</c:v>
                </c:pt>
                <c:pt idx="29192">
                  <c:v>0.33787037037109258</c:v>
                </c:pt>
                <c:pt idx="29193">
                  <c:v>0.33788194444059627</c:v>
                </c:pt>
                <c:pt idx="29194">
                  <c:v>0.33789351851737592</c:v>
                </c:pt>
                <c:pt idx="29195">
                  <c:v>0.33790509258687962</c:v>
                </c:pt>
                <c:pt idx="29196">
                  <c:v>0.33791666666365927</c:v>
                </c:pt>
                <c:pt idx="29197">
                  <c:v>0.33792824074043892</c:v>
                </c:pt>
                <c:pt idx="29198">
                  <c:v>0.33793981480994262</c:v>
                </c:pt>
                <c:pt idx="29199">
                  <c:v>0.33795138888672227</c:v>
                </c:pt>
                <c:pt idx="29200">
                  <c:v>0.33796296296350192</c:v>
                </c:pt>
                <c:pt idx="29201">
                  <c:v>0.33797453703300562</c:v>
                </c:pt>
                <c:pt idx="29202">
                  <c:v>0.33798611110978527</c:v>
                </c:pt>
                <c:pt idx="29203">
                  <c:v>0.33799768517928896</c:v>
                </c:pt>
                <c:pt idx="29204">
                  <c:v>0.33800925925606862</c:v>
                </c:pt>
                <c:pt idx="29205">
                  <c:v>0.33802083333284827</c:v>
                </c:pt>
                <c:pt idx="29206">
                  <c:v>0.33803240740235196</c:v>
                </c:pt>
                <c:pt idx="29207">
                  <c:v>0.33804398147913162</c:v>
                </c:pt>
                <c:pt idx="29208">
                  <c:v>0.33805555555591127</c:v>
                </c:pt>
                <c:pt idx="29209">
                  <c:v>0.33806712962541496</c:v>
                </c:pt>
                <c:pt idx="29210">
                  <c:v>0.33807870370219462</c:v>
                </c:pt>
                <c:pt idx="29211">
                  <c:v>0.33809027777897427</c:v>
                </c:pt>
                <c:pt idx="29212">
                  <c:v>0.33810185184847796</c:v>
                </c:pt>
                <c:pt idx="29213">
                  <c:v>0.33811342592525762</c:v>
                </c:pt>
                <c:pt idx="29214">
                  <c:v>0.33812499999476131</c:v>
                </c:pt>
                <c:pt idx="29215">
                  <c:v>0.33813657407154096</c:v>
                </c:pt>
                <c:pt idx="29216">
                  <c:v>0.33814814814832062</c:v>
                </c:pt>
                <c:pt idx="29217">
                  <c:v>0.33815972221782431</c:v>
                </c:pt>
                <c:pt idx="29218">
                  <c:v>0.33817129629460396</c:v>
                </c:pt>
                <c:pt idx="29219">
                  <c:v>0.33818287037138361</c:v>
                </c:pt>
                <c:pt idx="29220">
                  <c:v>0.33819444444088731</c:v>
                </c:pt>
                <c:pt idx="29221">
                  <c:v>0.33820601851766696</c:v>
                </c:pt>
                <c:pt idx="29222">
                  <c:v>0.33821759258717066</c:v>
                </c:pt>
                <c:pt idx="29223">
                  <c:v>0.33822916666395031</c:v>
                </c:pt>
                <c:pt idx="29224">
                  <c:v>0.33824074074072996</c:v>
                </c:pt>
                <c:pt idx="29225">
                  <c:v>0.33825231481023366</c:v>
                </c:pt>
                <c:pt idx="29226">
                  <c:v>0.33826388888701331</c:v>
                </c:pt>
                <c:pt idx="29227">
                  <c:v>0.33827546296379296</c:v>
                </c:pt>
                <c:pt idx="29228">
                  <c:v>0.33828703703329666</c:v>
                </c:pt>
                <c:pt idx="29229">
                  <c:v>0.33829861111007631</c:v>
                </c:pt>
                <c:pt idx="29230">
                  <c:v>0.33831018517958</c:v>
                </c:pt>
                <c:pt idx="29231">
                  <c:v>0.33832175925635966</c:v>
                </c:pt>
                <c:pt idx="29232">
                  <c:v>0.33833333333313931</c:v>
                </c:pt>
                <c:pt idx="29233">
                  <c:v>0.338344907402643</c:v>
                </c:pt>
                <c:pt idx="29234">
                  <c:v>0.33835648147942265</c:v>
                </c:pt>
                <c:pt idx="29235">
                  <c:v>0.33836805555620231</c:v>
                </c:pt>
                <c:pt idx="29236">
                  <c:v>0.338379629625706</c:v>
                </c:pt>
                <c:pt idx="29237">
                  <c:v>0.33839120370248565</c:v>
                </c:pt>
                <c:pt idx="29238">
                  <c:v>0.33840277777198935</c:v>
                </c:pt>
                <c:pt idx="29239">
                  <c:v>0.338414351848769</c:v>
                </c:pt>
                <c:pt idx="29240">
                  <c:v>0.33842592592554865</c:v>
                </c:pt>
                <c:pt idx="29241">
                  <c:v>0.33843749999505235</c:v>
                </c:pt>
                <c:pt idx="29242">
                  <c:v>0.338449074071832</c:v>
                </c:pt>
                <c:pt idx="29243">
                  <c:v>0.33846064814861165</c:v>
                </c:pt>
                <c:pt idx="29244">
                  <c:v>0.33847222221811535</c:v>
                </c:pt>
                <c:pt idx="29245">
                  <c:v>0.338483796294895</c:v>
                </c:pt>
                <c:pt idx="29246">
                  <c:v>0.33849537037167465</c:v>
                </c:pt>
                <c:pt idx="29247">
                  <c:v>0.33850694444117835</c:v>
                </c:pt>
                <c:pt idx="29248">
                  <c:v>0.338518518517958</c:v>
                </c:pt>
                <c:pt idx="29249">
                  <c:v>0.3385300925874617</c:v>
                </c:pt>
                <c:pt idx="29250">
                  <c:v>0.33854166666424135</c:v>
                </c:pt>
                <c:pt idx="29251">
                  <c:v>0.338553240741021</c:v>
                </c:pt>
                <c:pt idx="29252">
                  <c:v>0.33856481481052469</c:v>
                </c:pt>
                <c:pt idx="29253">
                  <c:v>0.33857638888730435</c:v>
                </c:pt>
                <c:pt idx="29254">
                  <c:v>0.338587962964084</c:v>
                </c:pt>
                <c:pt idx="29255">
                  <c:v>0.33859953703358769</c:v>
                </c:pt>
                <c:pt idx="29256">
                  <c:v>0.33861111111036735</c:v>
                </c:pt>
                <c:pt idx="29257">
                  <c:v>0.33862268517987104</c:v>
                </c:pt>
                <c:pt idx="29258">
                  <c:v>0.33863425925665069</c:v>
                </c:pt>
                <c:pt idx="29259">
                  <c:v>0.33864583333343035</c:v>
                </c:pt>
                <c:pt idx="29260">
                  <c:v>0.33865740740293404</c:v>
                </c:pt>
                <c:pt idx="29261">
                  <c:v>0.33866898147971369</c:v>
                </c:pt>
                <c:pt idx="29262">
                  <c:v>0.33868055555649335</c:v>
                </c:pt>
                <c:pt idx="29263">
                  <c:v>0.33869212962599704</c:v>
                </c:pt>
                <c:pt idx="29264">
                  <c:v>0.33870370370277669</c:v>
                </c:pt>
                <c:pt idx="29265">
                  <c:v>0.33871527777228039</c:v>
                </c:pt>
                <c:pt idx="29266">
                  <c:v>0.33872685184906004</c:v>
                </c:pt>
                <c:pt idx="29267">
                  <c:v>0.33873842592583969</c:v>
                </c:pt>
                <c:pt idx="29268">
                  <c:v>0.33874999999534339</c:v>
                </c:pt>
                <c:pt idx="29269">
                  <c:v>0.33876157407212304</c:v>
                </c:pt>
                <c:pt idx="29270">
                  <c:v>0.33877314814890269</c:v>
                </c:pt>
                <c:pt idx="29271">
                  <c:v>0.33878472221840639</c:v>
                </c:pt>
                <c:pt idx="29272">
                  <c:v>0.33879629629518604</c:v>
                </c:pt>
                <c:pt idx="29273">
                  <c:v>0.33880787036468973</c:v>
                </c:pt>
                <c:pt idx="29274">
                  <c:v>0.33881944444146939</c:v>
                </c:pt>
                <c:pt idx="29275">
                  <c:v>0.33883101851824904</c:v>
                </c:pt>
                <c:pt idx="29276">
                  <c:v>0.33884259258775273</c:v>
                </c:pt>
                <c:pt idx="29277">
                  <c:v>0.33885416666453239</c:v>
                </c:pt>
                <c:pt idx="29278">
                  <c:v>0.33886574074131204</c:v>
                </c:pt>
                <c:pt idx="29279">
                  <c:v>0.33887731481081573</c:v>
                </c:pt>
                <c:pt idx="29280">
                  <c:v>0.33888888888759539</c:v>
                </c:pt>
                <c:pt idx="29281">
                  <c:v>0.33890046295709908</c:v>
                </c:pt>
                <c:pt idx="29282">
                  <c:v>0.33891203703387873</c:v>
                </c:pt>
                <c:pt idx="29283">
                  <c:v>0.33892361111065838</c:v>
                </c:pt>
                <c:pt idx="29284">
                  <c:v>0.33893518518016208</c:v>
                </c:pt>
                <c:pt idx="29285">
                  <c:v>0.33894675925694173</c:v>
                </c:pt>
                <c:pt idx="29286">
                  <c:v>0.33895833333372138</c:v>
                </c:pt>
                <c:pt idx="29287">
                  <c:v>0.33896990740322508</c:v>
                </c:pt>
                <c:pt idx="29288">
                  <c:v>0.33898148148000473</c:v>
                </c:pt>
                <c:pt idx="29289">
                  <c:v>0.33899305555678438</c:v>
                </c:pt>
                <c:pt idx="29290">
                  <c:v>0.33900462962628808</c:v>
                </c:pt>
                <c:pt idx="29291">
                  <c:v>0.33901620370306773</c:v>
                </c:pt>
                <c:pt idx="29292">
                  <c:v>0.33902777777257143</c:v>
                </c:pt>
                <c:pt idx="29293">
                  <c:v>0.33903935184935108</c:v>
                </c:pt>
                <c:pt idx="29294">
                  <c:v>0.33905092592613073</c:v>
                </c:pt>
                <c:pt idx="29295">
                  <c:v>0.33906249999563443</c:v>
                </c:pt>
                <c:pt idx="29296">
                  <c:v>0.33907407407241408</c:v>
                </c:pt>
                <c:pt idx="29297">
                  <c:v>0.33908564814919373</c:v>
                </c:pt>
                <c:pt idx="29298">
                  <c:v>0.33909722221869742</c:v>
                </c:pt>
                <c:pt idx="29299">
                  <c:v>0.33910879629547708</c:v>
                </c:pt>
                <c:pt idx="29300">
                  <c:v>0.33912037036498077</c:v>
                </c:pt>
                <c:pt idx="29301">
                  <c:v>0.33913194444176042</c:v>
                </c:pt>
                <c:pt idx="29302">
                  <c:v>0.33914351851854008</c:v>
                </c:pt>
                <c:pt idx="29303">
                  <c:v>0.33915509258804377</c:v>
                </c:pt>
                <c:pt idx="29304">
                  <c:v>0.33916666666482342</c:v>
                </c:pt>
                <c:pt idx="29305">
                  <c:v>0.33917824074160308</c:v>
                </c:pt>
                <c:pt idx="29306">
                  <c:v>0.33918981481110677</c:v>
                </c:pt>
                <c:pt idx="29307">
                  <c:v>0.33920138888788642</c:v>
                </c:pt>
                <c:pt idx="29308">
                  <c:v>0.33921296295739012</c:v>
                </c:pt>
                <c:pt idx="29309">
                  <c:v>0.33922453703416977</c:v>
                </c:pt>
                <c:pt idx="29310">
                  <c:v>0.33923611111094942</c:v>
                </c:pt>
                <c:pt idx="29311">
                  <c:v>0.33924768518045312</c:v>
                </c:pt>
                <c:pt idx="29312">
                  <c:v>0.33925925925723277</c:v>
                </c:pt>
                <c:pt idx="29313">
                  <c:v>0.33927083333401242</c:v>
                </c:pt>
                <c:pt idx="29314">
                  <c:v>0.33928240740351612</c:v>
                </c:pt>
                <c:pt idx="29315">
                  <c:v>0.33929398148029577</c:v>
                </c:pt>
                <c:pt idx="29316">
                  <c:v>0.33930555554979946</c:v>
                </c:pt>
                <c:pt idx="29317">
                  <c:v>0.33931712962657912</c:v>
                </c:pt>
                <c:pt idx="29318">
                  <c:v>0.33932870370335877</c:v>
                </c:pt>
                <c:pt idx="29319">
                  <c:v>0.33934027777286246</c:v>
                </c:pt>
                <c:pt idx="29320">
                  <c:v>0.33935185184964212</c:v>
                </c:pt>
                <c:pt idx="29321">
                  <c:v>0.33936342592642177</c:v>
                </c:pt>
                <c:pt idx="29322">
                  <c:v>0.33937499999592546</c:v>
                </c:pt>
                <c:pt idx="29323">
                  <c:v>0.33938657407270512</c:v>
                </c:pt>
                <c:pt idx="29324">
                  <c:v>0.33939814814948477</c:v>
                </c:pt>
                <c:pt idx="29325">
                  <c:v>0.33940972221898846</c:v>
                </c:pt>
                <c:pt idx="29326">
                  <c:v>0.33942129629576812</c:v>
                </c:pt>
                <c:pt idx="29327">
                  <c:v>0.33943287036527181</c:v>
                </c:pt>
                <c:pt idx="29328">
                  <c:v>0.33944444444205146</c:v>
                </c:pt>
                <c:pt idx="29329">
                  <c:v>0.33945601851883112</c:v>
                </c:pt>
                <c:pt idx="29330">
                  <c:v>0.33946759258833481</c:v>
                </c:pt>
                <c:pt idx="29331">
                  <c:v>0.33947916666511446</c:v>
                </c:pt>
                <c:pt idx="29332">
                  <c:v>0.33949074074189411</c:v>
                </c:pt>
                <c:pt idx="29333">
                  <c:v>0.33950231481139781</c:v>
                </c:pt>
                <c:pt idx="29334">
                  <c:v>0.33951388888817746</c:v>
                </c:pt>
                <c:pt idx="29335">
                  <c:v>0.33952546295768116</c:v>
                </c:pt>
                <c:pt idx="29336">
                  <c:v>0.33953703703446081</c:v>
                </c:pt>
                <c:pt idx="29337">
                  <c:v>0.33954861111124046</c:v>
                </c:pt>
                <c:pt idx="29338">
                  <c:v>0.33956018518074416</c:v>
                </c:pt>
                <c:pt idx="29339">
                  <c:v>0.33957175925752381</c:v>
                </c:pt>
                <c:pt idx="29340">
                  <c:v>0.33958333333430346</c:v>
                </c:pt>
                <c:pt idx="29341">
                  <c:v>0.33959490740380716</c:v>
                </c:pt>
                <c:pt idx="29342">
                  <c:v>0.33960648148058681</c:v>
                </c:pt>
                <c:pt idx="29343">
                  <c:v>0.3396180555500905</c:v>
                </c:pt>
                <c:pt idx="29344">
                  <c:v>0.33962962962687016</c:v>
                </c:pt>
                <c:pt idx="29345">
                  <c:v>0.33964120370364981</c:v>
                </c:pt>
                <c:pt idx="29346">
                  <c:v>0.3396527777731535</c:v>
                </c:pt>
                <c:pt idx="29347">
                  <c:v>0.33966435184993315</c:v>
                </c:pt>
                <c:pt idx="29348">
                  <c:v>0.33967592592671281</c:v>
                </c:pt>
                <c:pt idx="29349">
                  <c:v>0.3396874999962165</c:v>
                </c:pt>
                <c:pt idx="29350">
                  <c:v>0.33969907407299615</c:v>
                </c:pt>
                <c:pt idx="29351">
                  <c:v>0.33971064814249985</c:v>
                </c:pt>
                <c:pt idx="29352">
                  <c:v>0.3397222222192795</c:v>
                </c:pt>
                <c:pt idx="29353">
                  <c:v>0.33973379629605915</c:v>
                </c:pt>
                <c:pt idx="29354">
                  <c:v>0.33974537036556285</c:v>
                </c:pt>
                <c:pt idx="29355">
                  <c:v>0.3397569444423425</c:v>
                </c:pt>
                <c:pt idx="29356">
                  <c:v>0.33976851851912215</c:v>
                </c:pt>
                <c:pt idx="29357">
                  <c:v>0.33978009258862585</c:v>
                </c:pt>
                <c:pt idx="29358">
                  <c:v>0.3397916666654055</c:v>
                </c:pt>
                <c:pt idx="29359">
                  <c:v>0.3398032407349092</c:v>
                </c:pt>
                <c:pt idx="29360">
                  <c:v>0.33981481481168885</c:v>
                </c:pt>
                <c:pt idx="29361">
                  <c:v>0.3398263888884685</c:v>
                </c:pt>
                <c:pt idx="29362">
                  <c:v>0.33983796295797219</c:v>
                </c:pt>
                <c:pt idx="29363">
                  <c:v>0.33984953703475185</c:v>
                </c:pt>
                <c:pt idx="29364">
                  <c:v>0.3398611111115315</c:v>
                </c:pt>
                <c:pt idx="29365">
                  <c:v>0.33987268518103519</c:v>
                </c:pt>
                <c:pt idx="29366">
                  <c:v>0.33988425925781485</c:v>
                </c:pt>
                <c:pt idx="29367">
                  <c:v>0.3398958333345945</c:v>
                </c:pt>
                <c:pt idx="29368">
                  <c:v>0.33990740740409819</c:v>
                </c:pt>
                <c:pt idx="29369">
                  <c:v>0.33991898148087785</c:v>
                </c:pt>
                <c:pt idx="29370">
                  <c:v>0.33993055555038154</c:v>
                </c:pt>
                <c:pt idx="29371">
                  <c:v>0.33994212962716119</c:v>
                </c:pt>
                <c:pt idx="29372">
                  <c:v>0.33995370370394085</c:v>
                </c:pt>
                <c:pt idx="29373">
                  <c:v>0.33996527777344454</c:v>
                </c:pt>
                <c:pt idx="29374">
                  <c:v>0.33997685185022419</c:v>
                </c:pt>
                <c:pt idx="29375">
                  <c:v>0.33998842592700385</c:v>
                </c:pt>
                <c:pt idx="29376">
                  <c:v>0.33999999999650754</c:v>
                </c:pt>
                <c:pt idx="29377">
                  <c:v>0.34001157407328719</c:v>
                </c:pt>
                <c:pt idx="29378">
                  <c:v>0.34002314814279089</c:v>
                </c:pt>
                <c:pt idx="29379">
                  <c:v>0.34003472221957054</c:v>
                </c:pt>
                <c:pt idx="29380">
                  <c:v>0.34004629629635019</c:v>
                </c:pt>
                <c:pt idx="29381">
                  <c:v>0.34005787036585389</c:v>
                </c:pt>
                <c:pt idx="29382">
                  <c:v>0.34006944444263354</c:v>
                </c:pt>
                <c:pt idx="29383">
                  <c:v>0.34008101851941319</c:v>
                </c:pt>
                <c:pt idx="29384">
                  <c:v>0.34009259258891689</c:v>
                </c:pt>
                <c:pt idx="29385">
                  <c:v>0.34010416666569654</c:v>
                </c:pt>
                <c:pt idx="29386">
                  <c:v>0.34011574073520023</c:v>
                </c:pt>
                <c:pt idx="29387">
                  <c:v>0.34012731481197989</c:v>
                </c:pt>
                <c:pt idx="29388">
                  <c:v>0.34013888888875954</c:v>
                </c:pt>
                <c:pt idx="29389">
                  <c:v>0.34015046295826323</c:v>
                </c:pt>
                <c:pt idx="29390">
                  <c:v>0.34016203703504289</c:v>
                </c:pt>
                <c:pt idx="29391">
                  <c:v>0.34017361111182254</c:v>
                </c:pt>
                <c:pt idx="29392">
                  <c:v>0.34018518518132623</c:v>
                </c:pt>
                <c:pt idx="29393">
                  <c:v>0.34019675925810589</c:v>
                </c:pt>
                <c:pt idx="29394">
                  <c:v>0.34020833332760958</c:v>
                </c:pt>
                <c:pt idx="29395">
                  <c:v>0.34021990740438923</c:v>
                </c:pt>
                <c:pt idx="29396">
                  <c:v>0.34023148148116888</c:v>
                </c:pt>
                <c:pt idx="29397">
                  <c:v>0.34024305555067258</c:v>
                </c:pt>
                <c:pt idx="29398">
                  <c:v>0.34025462962745223</c:v>
                </c:pt>
                <c:pt idx="29399">
                  <c:v>0.34026620370423188</c:v>
                </c:pt>
                <c:pt idx="29400">
                  <c:v>0.34027777777373558</c:v>
                </c:pt>
                <c:pt idx="29401">
                  <c:v>0.34028935185051523</c:v>
                </c:pt>
                <c:pt idx="29402">
                  <c:v>0.34030092592001893</c:v>
                </c:pt>
                <c:pt idx="29403">
                  <c:v>0.34031249999679858</c:v>
                </c:pt>
                <c:pt idx="29404">
                  <c:v>0.34032407407357823</c:v>
                </c:pt>
                <c:pt idx="29405">
                  <c:v>0.34033564814308193</c:v>
                </c:pt>
                <c:pt idx="29406">
                  <c:v>0.34034722221986158</c:v>
                </c:pt>
                <c:pt idx="29407">
                  <c:v>0.34035879629664123</c:v>
                </c:pt>
                <c:pt idx="29408">
                  <c:v>0.34037037036614493</c:v>
                </c:pt>
                <c:pt idx="29409">
                  <c:v>0.34038194444292458</c:v>
                </c:pt>
                <c:pt idx="29410">
                  <c:v>0.34039351851970423</c:v>
                </c:pt>
                <c:pt idx="29411">
                  <c:v>0.34040509258920792</c:v>
                </c:pt>
                <c:pt idx="29412">
                  <c:v>0.34041666666598758</c:v>
                </c:pt>
                <c:pt idx="29413">
                  <c:v>0.34042824073549127</c:v>
                </c:pt>
                <c:pt idx="29414">
                  <c:v>0.34043981481227092</c:v>
                </c:pt>
                <c:pt idx="29415">
                  <c:v>0.34045138888905058</c:v>
                </c:pt>
                <c:pt idx="29416">
                  <c:v>0.34046296295855427</c:v>
                </c:pt>
                <c:pt idx="29417">
                  <c:v>0.34047453703533392</c:v>
                </c:pt>
                <c:pt idx="29418">
                  <c:v>0.34048611111211358</c:v>
                </c:pt>
                <c:pt idx="29419">
                  <c:v>0.34049768518161727</c:v>
                </c:pt>
                <c:pt idx="29420">
                  <c:v>0.34050925925839692</c:v>
                </c:pt>
                <c:pt idx="29421">
                  <c:v>0.34052083332790062</c:v>
                </c:pt>
                <c:pt idx="29422">
                  <c:v>0.34053240740468027</c:v>
                </c:pt>
                <c:pt idx="29423">
                  <c:v>0.34054398148145992</c:v>
                </c:pt>
                <c:pt idx="29424">
                  <c:v>0.34055555555096362</c:v>
                </c:pt>
                <c:pt idx="29425">
                  <c:v>0.34056712962774327</c:v>
                </c:pt>
                <c:pt idx="29426">
                  <c:v>0.34057870370452292</c:v>
                </c:pt>
                <c:pt idx="29427">
                  <c:v>0.34059027777402662</c:v>
                </c:pt>
                <c:pt idx="29428">
                  <c:v>0.34060185185080627</c:v>
                </c:pt>
                <c:pt idx="29429">
                  <c:v>0.34061342592030996</c:v>
                </c:pt>
                <c:pt idx="29430">
                  <c:v>0.34062499999708962</c:v>
                </c:pt>
                <c:pt idx="29431">
                  <c:v>0.34063657407386927</c:v>
                </c:pt>
                <c:pt idx="29432">
                  <c:v>0.34064814814337296</c:v>
                </c:pt>
                <c:pt idx="29433">
                  <c:v>0.34065972222015262</c:v>
                </c:pt>
                <c:pt idx="29434">
                  <c:v>0.34067129629693227</c:v>
                </c:pt>
                <c:pt idx="29435">
                  <c:v>0.34068287036643596</c:v>
                </c:pt>
                <c:pt idx="29436">
                  <c:v>0.34069444444321562</c:v>
                </c:pt>
                <c:pt idx="29437">
                  <c:v>0.34070601851271931</c:v>
                </c:pt>
                <c:pt idx="29438">
                  <c:v>0.34071759258949896</c:v>
                </c:pt>
                <c:pt idx="29439">
                  <c:v>0.34072916666627862</c:v>
                </c:pt>
                <c:pt idx="29440">
                  <c:v>0.34074074073578231</c:v>
                </c:pt>
                <c:pt idx="29441">
                  <c:v>0.34075231481256196</c:v>
                </c:pt>
                <c:pt idx="29442">
                  <c:v>0.34076388888934162</c:v>
                </c:pt>
                <c:pt idx="29443">
                  <c:v>0.34077546295884531</c:v>
                </c:pt>
                <c:pt idx="29444">
                  <c:v>0.34078703703562496</c:v>
                </c:pt>
                <c:pt idx="29445">
                  <c:v>0.34079861111240461</c:v>
                </c:pt>
                <c:pt idx="29446">
                  <c:v>0.34081018518190831</c:v>
                </c:pt>
                <c:pt idx="29447">
                  <c:v>0.34082175925868796</c:v>
                </c:pt>
                <c:pt idx="29448">
                  <c:v>0.34083333332819166</c:v>
                </c:pt>
                <c:pt idx="29449">
                  <c:v>0.34084490740497131</c:v>
                </c:pt>
                <c:pt idx="29450">
                  <c:v>0.34085648148175096</c:v>
                </c:pt>
                <c:pt idx="29451">
                  <c:v>0.34086805555125466</c:v>
                </c:pt>
                <c:pt idx="29452">
                  <c:v>0.34087962962803431</c:v>
                </c:pt>
                <c:pt idx="29453">
                  <c:v>0.34089120370481396</c:v>
                </c:pt>
                <c:pt idx="29454">
                  <c:v>0.34090277777431766</c:v>
                </c:pt>
                <c:pt idx="29455">
                  <c:v>0.34091435185109731</c:v>
                </c:pt>
                <c:pt idx="29456">
                  <c:v>0.340925925920601</c:v>
                </c:pt>
                <c:pt idx="29457">
                  <c:v>0.34093749999738066</c:v>
                </c:pt>
                <c:pt idx="29458">
                  <c:v>0.34094907407416031</c:v>
                </c:pt>
                <c:pt idx="29459">
                  <c:v>0.340960648143664</c:v>
                </c:pt>
                <c:pt idx="29460">
                  <c:v>0.34097222222044365</c:v>
                </c:pt>
                <c:pt idx="29461">
                  <c:v>0.34098379629722331</c:v>
                </c:pt>
                <c:pt idx="29462">
                  <c:v>0.340995370366727</c:v>
                </c:pt>
                <c:pt idx="29463">
                  <c:v>0.34100694444350665</c:v>
                </c:pt>
                <c:pt idx="29464">
                  <c:v>0.34101851851301035</c:v>
                </c:pt>
                <c:pt idx="29465">
                  <c:v>0.34103009258979</c:v>
                </c:pt>
                <c:pt idx="29466">
                  <c:v>0.34104166666656965</c:v>
                </c:pt>
                <c:pt idx="29467">
                  <c:v>0.34105324073607335</c:v>
                </c:pt>
                <c:pt idx="29468">
                  <c:v>0.341064814812853</c:v>
                </c:pt>
                <c:pt idx="29469">
                  <c:v>0.34107638888963265</c:v>
                </c:pt>
                <c:pt idx="29470">
                  <c:v>0.34108796295913635</c:v>
                </c:pt>
                <c:pt idx="29471">
                  <c:v>0.341099537035916</c:v>
                </c:pt>
                <c:pt idx="29472">
                  <c:v>0.3411111111054197</c:v>
                </c:pt>
                <c:pt idx="29473">
                  <c:v>0.34112268518219935</c:v>
                </c:pt>
                <c:pt idx="29474">
                  <c:v>0.341134259258979</c:v>
                </c:pt>
                <c:pt idx="29475">
                  <c:v>0.34114583332848269</c:v>
                </c:pt>
                <c:pt idx="29476">
                  <c:v>0.34115740740526235</c:v>
                </c:pt>
                <c:pt idx="29477">
                  <c:v>0.341168981482042</c:v>
                </c:pt>
                <c:pt idx="29478">
                  <c:v>0.34118055555154569</c:v>
                </c:pt>
                <c:pt idx="29479">
                  <c:v>0.34119212962832535</c:v>
                </c:pt>
                <c:pt idx="29480">
                  <c:v>0.34120370369782904</c:v>
                </c:pt>
                <c:pt idx="29481">
                  <c:v>0.34121527777460869</c:v>
                </c:pt>
                <c:pt idx="29482">
                  <c:v>0.34122685185138835</c:v>
                </c:pt>
                <c:pt idx="29483">
                  <c:v>0.34123842592089204</c:v>
                </c:pt>
                <c:pt idx="29484">
                  <c:v>0.34124999999767169</c:v>
                </c:pt>
                <c:pt idx="29485">
                  <c:v>0.34126157407445135</c:v>
                </c:pt>
                <c:pt idx="29486">
                  <c:v>0.34127314814395504</c:v>
                </c:pt>
                <c:pt idx="29487">
                  <c:v>0.34128472222073469</c:v>
                </c:pt>
                <c:pt idx="29488">
                  <c:v>0.34129629629751435</c:v>
                </c:pt>
                <c:pt idx="29489">
                  <c:v>0.34130787036701804</c:v>
                </c:pt>
                <c:pt idx="29490">
                  <c:v>0.34131944444379769</c:v>
                </c:pt>
                <c:pt idx="29491">
                  <c:v>0.34133101851330139</c:v>
                </c:pt>
                <c:pt idx="29492">
                  <c:v>0.34134259259008104</c:v>
                </c:pt>
                <c:pt idx="29493">
                  <c:v>0.34135416666686069</c:v>
                </c:pt>
                <c:pt idx="29494">
                  <c:v>0.34136574073636439</c:v>
                </c:pt>
                <c:pt idx="29495">
                  <c:v>0.34137731481314404</c:v>
                </c:pt>
                <c:pt idx="29496">
                  <c:v>0.34138888888992369</c:v>
                </c:pt>
                <c:pt idx="29497">
                  <c:v>0.34140046295942739</c:v>
                </c:pt>
                <c:pt idx="29498">
                  <c:v>0.34141203703620704</c:v>
                </c:pt>
                <c:pt idx="29499">
                  <c:v>0.34142361110571073</c:v>
                </c:pt>
                <c:pt idx="29500">
                  <c:v>0.34143518518249039</c:v>
                </c:pt>
                <c:pt idx="29501">
                  <c:v>0.34144675925927004</c:v>
                </c:pt>
                <c:pt idx="29502">
                  <c:v>0.34145833332877373</c:v>
                </c:pt>
                <c:pt idx="29503">
                  <c:v>0.34146990740555339</c:v>
                </c:pt>
                <c:pt idx="29504">
                  <c:v>0.34148148148233304</c:v>
                </c:pt>
                <c:pt idx="29505">
                  <c:v>0.34149305555183673</c:v>
                </c:pt>
                <c:pt idx="29506">
                  <c:v>0.34150462962861639</c:v>
                </c:pt>
                <c:pt idx="29507">
                  <c:v>0.34151620369812008</c:v>
                </c:pt>
                <c:pt idx="29508">
                  <c:v>0.34152777777489973</c:v>
                </c:pt>
                <c:pt idx="29509">
                  <c:v>0.34153935185167938</c:v>
                </c:pt>
                <c:pt idx="29510">
                  <c:v>0.34155092592118308</c:v>
                </c:pt>
                <c:pt idx="29511">
                  <c:v>0.34156249999796273</c:v>
                </c:pt>
                <c:pt idx="29512">
                  <c:v>0.34157407407474238</c:v>
                </c:pt>
                <c:pt idx="29513">
                  <c:v>0.34158564814424608</c:v>
                </c:pt>
                <c:pt idx="29514">
                  <c:v>0.34159722222102573</c:v>
                </c:pt>
                <c:pt idx="29515">
                  <c:v>0.34160879629052943</c:v>
                </c:pt>
                <c:pt idx="29516">
                  <c:v>0.34162037036730908</c:v>
                </c:pt>
                <c:pt idx="29517">
                  <c:v>0.34163194444408873</c:v>
                </c:pt>
                <c:pt idx="29518">
                  <c:v>0.34164351851359243</c:v>
                </c:pt>
                <c:pt idx="29519">
                  <c:v>0.34165509259037208</c:v>
                </c:pt>
                <c:pt idx="29520">
                  <c:v>0.34166666666715173</c:v>
                </c:pt>
                <c:pt idx="29521">
                  <c:v>0.34167824073665543</c:v>
                </c:pt>
                <c:pt idx="29522">
                  <c:v>0.34168981481343508</c:v>
                </c:pt>
                <c:pt idx="29523">
                  <c:v>0.34170138889021473</c:v>
                </c:pt>
                <c:pt idx="29524">
                  <c:v>0.34171296295971842</c:v>
                </c:pt>
                <c:pt idx="29525">
                  <c:v>0.34172453703649808</c:v>
                </c:pt>
                <c:pt idx="29526">
                  <c:v>0.34173611110600177</c:v>
                </c:pt>
                <c:pt idx="29527">
                  <c:v>0.34174768518278142</c:v>
                </c:pt>
                <c:pt idx="29528">
                  <c:v>0.34175925925956108</c:v>
                </c:pt>
                <c:pt idx="29529">
                  <c:v>0.34177083332906477</c:v>
                </c:pt>
                <c:pt idx="29530">
                  <c:v>0.34178240740584442</c:v>
                </c:pt>
                <c:pt idx="29531">
                  <c:v>0.34179398148262408</c:v>
                </c:pt>
                <c:pt idx="29532">
                  <c:v>0.34180555555212777</c:v>
                </c:pt>
                <c:pt idx="29533">
                  <c:v>0.34181712962890742</c:v>
                </c:pt>
                <c:pt idx="29534">
                  <c:v>0.34182870369841112</c:v>
                </c:pt>
                <c:pt idx="29535">
                  <c:v>0.34184027777519077</c:v>
                </c:pt>
                <c:pt idx="29536">
                  <c:v>0.34185185185197042</c:v>
                </c:pt>
                <c:pt idx="29537">
                  <c:v>0.34186342592147412</c:v>
                </c:pt>
                <c:pt idx="29538">
                  <c:v>0.34187499999825377</c:v>
                </c:pt>
                <c:pt idx="29539">
                  <c:v>0.34188657407503342</c:v>
                </c:pt>
                <c:pt idx="29540">
                  <c:v>0.34189814814453712</c:v>
                </c:pt>
                <c:pt idx="29541">
                  <c:v>0.34190972222131677</c:v>
                </c:pt>
                <c:pt idx="29542">
                  <c:v>0.34192129629082046</c:v>
                </c:pt>
                <c:pt idx="29543">
                  <c:v>0.34193287036760012</c:v>
                </c:pt>
                <c:pt idx="29544">
                  <c:v>0.34194444444437977</c:v>
                </c:pt>
                <c:pt idx="29545">
                  <c:v>0.34195601851388346</c:v>
                </c:pt>
                <c:pt idx="29546">
                  <c:v>0.34196759259066312</c:v>
                </c:pt>
                <c:pt idx="29547">
                  <c:v>0.34197916666744277</c:v>
                </c:pt>
                <c:pt idx="29548">
                  <c:v>0.34199074073694646</c:v>
                </c:pt>
                <c:pt idx="29549">
                  <c:v>0.34200231481372612</c:v>
                </c:pt>
                <c:pt idx="29550">
                  <c:v>0.34201388888322981</c:v>
                </c:pt>
                <c:pt idx="29551">
                  <c:v>0.34202546296000946</c:v>
                </c:pt>
                <c:pt idx="29552">
                  <c:v>0.34203703703678912</c:v>
                </c:pt>
                <c:pt idx="29553">
                  <c:v>0.34204861110629281</c:v>
                </c:pt>
                <c:pt idx="29554">
                  <c:v>0.34206018518307246</c:v>
                </c:pt>
                <c:pt idx="29555">
                  <c:v>0.34207175925985212</c:v>
                </c:pt>
                <c:pt idx="29556">
                  <c:v>0.34208333332935581</c:v>
                </c:pt>
                <c:pt idx="29557">
                  <c:v>0.34209490740613546</c:v>
                </c:pt>
                <c:pt idx="29558">
                  <c:v>0.34210648147563916</c:v>
                </c:pt>
                <c:pt idx="29559">
                  <c:v>0.34211805555241881</c:v>
                </c:pt>
                <c:pt idx="29560">
                  <c:v>0.34212962962919846</c:v>
                </c:pt>
                <c:pt idx="29561">
                  <c:v>0.34214120369870216</c:v>
                </c:pt>
                <c:pt idx="29562">
                  <c:v>0.34215277777548181</c:v>
                </c:pt>
                <c:pt idx="29563">
                  <c:v>0.34216435185226146</c:v>
                </c:pt>
                <c:pt idx="29564">
                  <c:v>0.34217592592176516</c:v>
                </c:pt>
                <c:pt idx="29565">
                  <c:v>0.34218749999854481</c:v>
                </c:pt>
                <c:pt idx="29566">
                  <c:v>0.34219907407532446</c:v>
                </c:pt>
                <c:pt idx="29567">
                  <c:v>0.34221064814482816</c:v>
                </c:pt>
                <c:pt idx="29568">
                  <c:v>0.34222222222160781</c:v>
                </c:pt>
                <c:pt idx="29569">
                  <c:v>0.3422337962911115</c:v>
                </c:pt>
                <c:pt idx="29570">
                  <c:v>0.34224537036789116</c:v>
                </c:pt>
                <c:pt idx="29571">
                  <c:v>0.34225694444467081</c:v>
                </c:pt>
                <c:pt idx="29572">
                  <c:v>0.3422685185141745</c:v>
                </c:pt>
                <c:pt idx="29573">
                  <c:v>0.34228009259095415</c:v>
                </c:pt>
                <c:pt idx="29574">
                  <c:v>0.34229166666773381</c:v>
                </c:pt>
                <c:pt idx="29575">
                  <c:v>0.3423032407372375</c:v>
                </c:pt>
                <c:pt idx="29576">
                  <c:v>0.34231481481401715</c:v>
                </c:pt>
                <c:pt idx="29577">
                  <c:v>0.34232638888352085</c:v>
                </c:pt>
                <c:pt idx="29578">
                  <c:v>0.3423379629603005</c:v>
                </c:pt>
                <c:pt idx="29579">
                  <c:v>0.34234953703708015</c:v>
                </c:pt>
                <c:pt idx="29580">
                  <c:v>0.34236111110658385</c:v>
                </c:pt>
                <c:pt idx="29581">
                  <c:v>0.3423726851833635</c:v>
                </c:pt>
                <c:pt idx="29582">
                  <c:v>0.34238425926014315</c:v>
                </c:pt>
                <c:pt idx="29583">
                  <c:v>0.34239583332964685</c:v>
                </c:pt>
                <c:pt idx="29584">
                  <c:v>0.3424074074064265</c:v>
                </c:pt>
                <c:pt idx="29585">
                  <c:v>0.3424189814759302</c:v>
                </c:pt>
                <c:pt idx="29586">
                  <c:v>0.34243055555270985</c:v>
                </c:pt>
                <c:pt idx="29587">
                  <c:v>0.3424421296294895</c:v>
                </c:pt>
                <c:pt idx="29588">
                  <c:v>0.34245370369899319</c:v>
                </c:pt>
                <c:pt idx="29589">
                  <c:v>0.34246527777577285</c:v>
                </c:pt>
                <c:pt idx="29590">
                  <c:v>0.3424768518525525</c:v>
                </c:pt>
                <c:pt idx="29591">
                  <c:v>0.34248842592205619</c:v>
                </c:pt>
                <c:pt idx="29592">
                  <c:v>0.34249999999883585</c:v>
                </c:pt>
                <c:pt idx="29593">
                  <c:v>0.34251157406833954</c:v>
                </c:pt>
                <c:pt idx="29594">
                  <c:v>0.34252314814511919</c:v>
                </c:pt>
                <c:pt idx="29595">
                  <c:v>0.34253472222189885</c:v>
                </c:pt>
                <c:pt idx="29596">
                  <c:v>0.34254629629140254</c:v>
                </c:pt>
                <c:pt idx="29597">
                  <c:v>0.34255787036818219</c:v>
                </c:pt>
                <c:pt idx="29598">
                  <c:v>0.34256944444496185</c:v>
                </c:pt>
                <c:pt idx="29599">
                  <c:v>0.34258101851446554</c:v>
                </c:pt>
                <c:pt idx="29600">
                  <c:v>0.34259259259124519</c:v>
                </c:pt>
                <c:pt idx="29601">
                  <c:v>0.34260416666074889</c:v>
                </c:pt>
                <c:pt idx="29602">
                  <c:v>0.34261574073752854</c:v>
                </c:pt>
                <c:pt idx="29603">
                  <c:v>0.34262731481430819</c:v>
                </c:pt>
                <c:pt idx="29604">
                  <c:v>0.34263888888381189</c:v>
                </c:pt>
                <c:pt idx="29605">
                  <c:v>0.34265046296059154</c:v>
                </c:pt>
                <c:pt idx="29606">
                  <c:v>0.34266203703737119</c:v>
                </c:pt>
                <c:pt idx="29607">
                  <c:v>0.34267361110687489</c:v>
                </c:pt>
                <c:pt idx="29608">
                  <c:v>0.34268518518365454</c:v>
                </c:pt>
                <c:pt idx="29609">
                  <c:v>0.34269675926043419</c:v>
                </c:pt>
                <c:pt idx="29610">
                  <c:v>0.34270833332993789</c:v>
                </c:pt>
                <c:pt idx="29611">
                  <c:v>0.34271990740671754</c:v>
                </c:pt>
                <c:pt idx="29612">
                  <c:v>0.34273148147622123</c:v>
                </c:pt>
                <c:pt idx="29613">
                  <c:v>0.34274305555300089</c:v>
                </c:pt>
                <c:pt idx="29614">
                  <c:v>0.34275462962978054</c:v>
                </c:pt>
                <c:pt idx="29615">
                  <c:v>0.34276620369928423</c:v>
                </c:pt>
                <c:pt idx="29616">
                  <c:v>0.34277777777606389</c:v>
                </c:pt>
                <c:pt idx="29617">
                  <c:v>0.34278935185284354</c:v>
                </c:pt>
                <c:pt idx="29618">
                  <c:v>0.34280092592234723</c:v>
                </c:pt>
                <c:pt idx="29619">
                  <c:v>0.34281249999912689</c:v>
                </c:pt>
                <c:pt idx="29620">
                  <c:v>0.34282407406863058</c:v>
                </c:pt>
                <c:pt idx="29621">
                  <c:v>0.34283564814541023</c:v>
                </c:pt>
                <c:pt idx="29622">
                  <c:v>0.34284722222218988</c:v>
                </c:pt>
                <c:pt idx="29623">
                  <c:v>0.34285879629169358</c:v>
                </c:pt>
                <c:pt idx="29624">
                  <c:v>0.34287037036847323</c:v>
                </c:pt>
                <c:pt idx="29625">
                  <c:v>0.34288194444525288</c:v>
                </c:pt>
                <c:pt idx="29626">
                  <c:v>0.34289351851475658</c:v>
                </c:pt>
                <c:pt idx="29627">
                  <c:v>0.34290509259153623</c:v>
                </c:pt>
                <c:pt idx="29628">
                  <c:v>0.34291666666103993</c:v>
                </c:pt>
                <c:pt idx="29629">
                  <c:v>0.34292824073781958</c:v>
                </c:pt>
                <c:pt idx="29630">
                  <c:v>0.34293981481459923</c:v>
                </c:pt>
                <c:pt idx="29631">
                  <c:v>0.34295138888410293</c:v>
                </c:pt>
                <c:pt idx="29632">
                  <c:v>0.34296296296088258</c:v>
                </c:pt>
                <c:pt idx="29633">
                  <c:v>0.34297453703766223</c:v>
                </c:pt>
                <c:pt idx="29634">
                  <c:v>0.34298611110716593</c:v>
                </c:pt>
                <c:pt idx="29635">
                  <c:v>0.34299768518394558</c:v>
                </c:pt>
                <c:pt idx="29636">
                  <c:v>0.34300925925344927</c:v>
                </c:pt>
                <c:pt idx="29637">
                  <c:v>0.34302083333022892</c:v>
                </c:pt>
                <c:pt idx="29638">
                  <c:v>0.34303240740700858</c:v>
                </c:pt>
                <c:pt idx="29639">
                  <c:v>0.34304398147651227</c:v>
                </c:pt>
                <c:pt idx="29640">
                  <c:v>0.34305555555329192</c:v>
                </c:pt>
                <c:pt idx="29641">
                  <c:v>0.34306712963007158</c:v>
                </c:pt>
                <c:pt idx="29642">
                  <c:v>0.34307870369957527</c:v>
                </c:pt>
                <c:pt idx="29643">
                  <c:v>0.34309027777635492</c:v>
                </c:pt>
                <c:pt idx="29644">
                  <c:v>0.34310185185313458</c:v>
                </c:pt>
                <c:pt idx="29645">
                  <c:v>0.34311342592263827</c:v>
                </c:pt>
                <c:pt idx="29646">
                  <c:v>0.34312499999941792</c:v>
                </c:pt>
                <c:pt idx="29647">
                  <c:v>0.34313657406892162</c:v>
                </c:pt>
                <c:pt idx="29648">
                  <c:v>0.34314814814570127</c:v>
                </c:pt>
                <c:pt idx="29649">
                  <c:v>0.34315972222248092</c:v>
                </c:pt>
                <c:pt idx="29650">
                  <c:v>0.34317129629198462</c:v>
                </c:pt>
                <c:pt idx="29651">
                  <c:v>0.34318287036876427</c:v>
                </c:pt>
                <c:pt idx="29652">
                  <c:v>0.34319444444554392</c:v>
                </c:pt>
                <c:pt idx="29653">
                  <c:v>0.34320601851504762</c:v>
                </c:pt>
                <c:pt idx="29654">
                  <c:v>0.34321759259182727</c:v>
                </c:pt>
                <c:pt idx="29655">
                  <c:v>0.34322916666133096</c:v>
                </c:pt>
                <c:pt idx="29656">
                  <c:v>0.34324074073811062</c:v>
                </c:pt>
                <c:pt idx="29657">
                  <c:v>0.34325231481489027</c:v>
                </c:pt>
                <c:pt idx="29658">
                  <c:v>0.34326388888439396</c:v>
                </c:pt>
                <c:pt idx="29659">
                  <c:v>0.34327546296117362</c:v>
                </c:pt>
                <c:pt idx="29660">
                  <c:v>0.34328703703795327</c:v>
                </c:pt>
                <c:pt idx="29661">
                  <c:v>0.34329861110745696</c:v>
                </c:pt>
                <c:pt idx="29662">
                  <c:v>0.34331018518423662</c:v>
                </c:pt>
                <c:pt idx="29663">
                  <c:v>0.34332175925374031</c:v>
                </c:pt>
                <c:pt idx="29664">
                  <c:v>0.34333333333051996</c:v>
                </c:pt>
                <c:pt idx="29665">
                  <c:v>0.34334490740729962</c:v>
                </c:pt>
                <c:pt idx="29666">
                  <c:v>0.34335648147680331</c:v>
                </c:pt>
                <c:pt idx="29667">
                  <c:v>0.34336805555358296</c:v>
                </c:pt>
                <c:pt idx="29668">
                  <c:v>0.34337962963036261</c:v>
                </c:pt>
                <c:pt idx="29669">
                  <c:v>0.34339120369986631</c:v>
                </c:pt>
                <c:pt idx="29670">
                  <c:v>0.34340277777664596</c:v>
                </c:pt>
                <c:pt idx="29671">
                  <c:v>0.34341435184614966</c:v>
                </c:pt>
                <c:pt idx="29672">
                  <c:v>0.34342592592292931</c:v>
                </c:pt>
                <c:pt idx="29673">
                  <c:v>0.34343749999970896</c:v>
                </c:pt>
                <c:pt idx="29674">
                  <c:v>0.34344907406921266</c:v>
                </c:pt>
                <c:pt idx="29675">
                  <c:v>0.34346064814599231</c:v>
                </c:pt>
                <c:pt idx="29676">
                  <c:v>0.34347222222277196</c:v>
                </c:pt>
                <c:pt idx="29677">
                  <c:v>0.34348379629227566</c:v>
                </c:pt>
                <c:pt idx="29678">
                  <c:v>0.34349537036905531</c:v>
                </c:pt>
                <c:pt idx="29679">
                  <c:v>0.343506944438559</c:v>
                </c:pt>
                <c:pt idx="29680">
                  <c:v>0.34351851851533866</c:v>
                </c:pt>
                <c:pt idx="29681">
                  <c:v>0.34353009259211831</c:v>
                </c:pt>
                <c:pt idx="29682">
                  <c:v>0.343541666661622</c:v>
                </c:pt>
                <c:pt idx="29683">
                  <c:v>0.34355324073840166</c:v>
                </c:pt>
                <c:pt idx="29684">
                  <c:v>0.34356481481518131</c:v>
                </c:pt>
                <c:pt idx="29685">
                  <c:v>0.343576388884685</c:v>
                </c:pt>
                <c:pt idx="29686">
                  <c:v>0.34358796296146465</c:v>
                </c:pt>
                <c:pt idx="29687">
                  <c:v>0.34359953703824431</c:v>
                </c:pt>
                <c:pt idx="29688">
                  <c:v>0.343611111107748</c:v>
                </c:pt>
                <c:pt idx="29689">
                  <c:v>0.34362268518452765</c:v>
                </c:pt>
                <c:pt idx="29690">
                  <c:v>0.34363425925403135</c:v>
                </c:pt>
                <c:pt idx="29691">
                  <c:v>0.343645833330811</c:v>
                </c:pt>
                <c:pt idx="29692">
                  <c:v>0.34365740740759065</c:v>
                </c:pt>
                <c:pt idx="29693">
                  <c:v>0.34366898147709435</c:v>
                </c:pt>
                <c:pt idx="29694">
                  <c:v>0.343680555553874</c:v>
                </c:pt>
                <c:pt idx="29695">
                  <c:v>0.34369212963065365</c:v>
                </c:pt>
                <c:pt idx="29696">
                  <c:v>0.34370370370015735</c:v>
                </c:pt>
                <c:pt idx="29697">
                  <c:v>0.343715277776937</c:v>
                </c:pt>
                <c:pt idx="29698">
                  <c:v>0.3437268518464407</c:v>
                </c:pt>
                <c:pt idx="29699">
                  <c:v>0.34373842592322035</c:v>
                </c:pt>
                <c:pt idx="29700">
                  <c:v>0.34375</c:v>
                </c:pt>
                <c:pt idx="29701">
                  <c:v>0.34376157406950369</c:v>
                </c:pt>
                <c:pt idx="29702">
                  <c:v>0.34377314814628335</c:v>
                </c:pt>
                <c:pt idx="29703">
                  <c:v>0.343784722223063</c:v>
                </c:pt>
                <c:pt idx="29704">
                  <c:v>0.34379629629256669</c:v>
                </c:pt>
                <c:pt idx="29705">
                  <c:v>0.34380787036934635</c:v>
                </c:pt>
                <c:pt idx="29706">
                  <c:v>0.34381944443885004</c:v>
                </c:pt>
                <c:pt idx="29707">
                  <c:v>0.34383101851562969</c:v>
                </c:pt>
                <c:pt idx="29708">
                  <c:v>0.34384259259240935</c:v>
                </c:pt>
                <c:pt idx="29709">
                  <c:v>0.34385416666191304</c:v>
                </c:pt>
                <c:pt idx="29710">
                  <c:v>0.34386574073869269</c:v>
                </c:pt>
                <c:pt idx="29711">
                  <c:v>0.34387731481547235</c:v>
                </c:pt>
                <c:pt idx="29712">
                  <c:v>0.34388888888497604</c:v>
                </c:pt>
                <c:pt idx="29713">
                  <c:v>0.34390046296175569</c:v>
                </c:pt>
                <c:pt idx="29714">
                  <c:v>0.34391203703125939</c:v>
                </c:pt>
                <c:pt idx="29715">
                  <c:v>0.34392361110803904</c:v>
                </c:pt>
                <c:pt idx="29716">
                  <c:v>0.34393518518481869</c:v>
                </c:pt>
                <c:pt idx="29717">
                  <c:v>0.34394675925432239</c:v>
                </c:pt>
                <c:pt idx="29718">
                  <c:v>0.34395833333110204</c:v>
                </c:pt>
                <c:pt idx="29719">
                  <c:v>0.34396990740788169</c:v>
                </c:pt>
                <c:pt idx="29720">
                  <c:v>0.34398148147738539</c:v>
                </c:pt>
                <c:pt idx="29721">
                  <c:v>0.34399305555416504</c:v>
                </c:pt>
                <c:pt idx="29722">
                  <c:v>0.34400462963094469</c:v>
                </c:pt>
                <c:pt idx="29723">
                  <c:v>0.34401620370044839</c:v>
                </c:pt>
                <c:pt idx="29724">
                  <c:v>0.34402777777722804</c:v>
                </c:pt>
                <c:pt idx="29725">
                  <c:v>0.34403935184673173</c:v>
                </c:pt>
                <c:pt idx="29726">
                  <c:v>0.34405092592351139</c:v>
                </c:pt>
                <c:pt idx="29727">
                  <c:v>0.34406250000029104</c:v>
                </c:pt>
                <c:pt idx="29728">
                  <c:v>0.34407407406979473</c:v>
                </c:pt>
                <c:pt idx="29729">
                  <c:v>0.34408564814657439</c:v>
                </c:pt>
                <c:pt idx="29730">
                  <c:v>0.34409722222335404</c:v>
                </c:pt>
                <c:pt idx="29731">
                  <c:v>0.34410879629285773</c:v>
                </c:pt>
                <c:pt idx="29732">
                  <c:v>0.34412037036963739</c:v>
                </c:pt>
                <c:pt idx="29733">
                  <c:v>0.34413194443914108</c:v>
                </c:pt>
                <c:pt idx="29734">
                  <c:v>0.34414351851592073</c:v>
                </c:pt>
                <c:pt idx="29735">
                  <c:v>0.34415509259270038</c:v>
                </c:pt>
                <c:pt idx="29736">
                  <c:v>0.34416666666220408</c:v>
                </c:pt>
                <c:pt idx="29737">
                  <c:v>0.34417824073898373</c:v>
                </c:pt>
                <c:pt idx="29738">
                  <c:v>0.34418981481576338</c:v>
                </c:pt>
                <c:pt idx="29739">
                  <c:v>0.34420138888526708</c:v>
                </c:pt>
                <c:pt idx="29740">
                  <c:v>0.34421296296204673</c:v>
                </c:pt>
                <c:pt idx="29741">
                  <c:v>0.34422453703155043</c:v>
                </c:pt>
                <c:pt idx="29742">
                  <c:v>0.34423611110833008</c:v>
                </c:pt>
                <c:pt idx="29743">
                  <c:v>0.34424768518510973</c:v>
                </c:pt>
                <c:pt idx="29744">
                  <c:v>0.34425925925461343</c:v>
                </c:pt>
                <c:pt idx="29745">
                  <c:v>0.34427083333139308</c:v>
                </c:pt>
                <c:pt idx="29746">
                  <c:v>0.34428240740817273</c:v>
                </c:pt>
                <c:pt idx="29747">
                  <c:v>0.34429398147767643</c:v>
                </c:pt>
                <c:pt idx="29748">
                  <c:v>0.34430555555445608</c:v>
                </c:pt>
                <c:pt idx="29749">
                  <c:v>0.34431712962395977</c:v>
                </c:pt>
                <c:pt idx="29750">
                  <c:v>0.34432870370073942</c:v>
                </c:pt>
                <c:pt idx="29751">
                  <c:v>0.34434027777751908</c:v>
                </c:pt>
                <c:pt idx="29752">
                  <c:v>0.34435185184702277</c:v>
                </c:pt>
                <c:pt idx="29753">
                  <c:v>0.34436342592380242</c:v>
                </c:pt>
                <c:pt idx="29754">
                  <c:v>0.34437500000058208</c:v>
                </c:pt>
                <c:pt idx="29755">
                  <c:v>0.34438657407008577</c:v>
                </c:pt>
                <c:pt idx="29756">
                  <c:v>0.34439814814686542</c:v>
                </c:pt>
                <c:pt idx="29757">
                  <c:v>0.34440972221636912</c:v>
                </c:pt>
                <c:pt idx="29758">
                  <c:v>0.34442129629314877</c:v>
                </c:pt>
                <c:pt idx="29759">
                  <c:v>0.34443287036992842</c:v>
                </c:pt>
                <c:pt idx="29760">
                  <c:v>0.34444444443943212</c:v>
                </c:pt>
                <c:pt idx="29761">
                  <c:v>0.34445601851621177</c:v>
                </c:pt>
                <c:pt idx="29762">
                  <c:v>0.34446759259299142</c:v>
                </c:pt>
                <c:pt idx="29763">
                  <c:v>0.34447916666249512</c:v>
                </c:pt>
                <c:pt idx="29764">
                  <c:v>0.34449074073927477</c:v>
                </c:pt>
                <c:pt idx="29765">
                  <c:v>0.34450231481605442</c:v>
                </c:pt>
                <c:pt idx="29766">
                  <c:v>0.34451388888555812</c:v>
                </c:pt>
                <c:pt idx="29767">
                  <c:v>0.34452546296233777</c:v>
                </c:pt>
                <c:pt idx="29768">
                  <c:v>0.34453703703184146</c:v>
                </c:pt>
                <c:pt idx="29769">
                  <c:v>0.34454861110862112</c:v>
                </c:pt>
                <c:pt idx="29770">
                  <c:v>0.34456018518540077</c:v>
                </c:pt>
                <c:pt idx="29771">
                  <c:v>0.34457175925490446</c:v>
                </c:pt>
                <c:pt idx="29772">
                  <c:v>0.34458333333168412</c:v>
                </c:pt>
                <c:pt idx="29773">
                  <c:v>0.34459490740846377</c:v>
                </c:pt>
                <c:pt idx="29774">
                  <c:v>0.34460648147796746</c:v>
                </c:pt>
                <c:pt idx="29775">
                  <c:v>0.34461805555474712</c:v>
                </c:pt>
                <c:pt idx="29776">
                  <c:v>0.34462962962425081</c:v>
                </c:pt>
                <c:pt idx="29777">
                  <c:v>0.34464120370103046</c:v>
                </c:pt>
                <c:pt idx="29778">
                  <c:v>0.34465277777781012</c:v>
                </c:pt>
                <c:pt idx="29779">
                  <c:v>0.34466435184731381</c:v>
                </c:pt>
                <c:pt idx="29780">
                  <c:v>0.34467592592409346</c:v>
                </c:pt>
                <c:pt idx="29781">
                  <c:v>0.34468750000087311</c:v>
                </c:pt>
                <c:pt idx="29782">
                  <c:v>0.34469907407037681</c:v>
                </c:pt>
                <c:pt idx="29783">
                  <c:v>0.34471064814715646</c:v>
                </c:pt>
                <c:pt idx="29784">
                  <c:v>0.34472222221666016</c:v>
                </c:pt>
                <c:pt idx="29785">
                  <c:v>0.34473379629343981</c:v>
                </c:pt>
                <c:pt idx="29786">
                  <c:v>0.34474537037021946</c:v>
                </c:pt>
                <c:pt idx="29787">
                  <c:v>0.34475694443972316</c:v>
                </c:pt>
                <c:pt idx="29788">
                  <c:v>0.34476851851650281</c:v>
                </c:pt>
                <c:pt idx="29789">
                  <c:v>0.34478009259328246</c:v>
                </c:pt>
                <c:pt idx="29790">
                  <c:v>0.34479166666278616</c:v>
                </c:pt>
                <c:pt idx="29791">
                  <c:v>0.34480324073956581</c:v>
                </c:pt>
                <c:pt idx="29792">
                  <c:v>0.3448148148090695</c:v>
                </c:pt>
                <c:pt idx="29793">
                  <c:v>0.34482638888584916</c:v>
                </c:pt>
                <c:pt idx="29794">
                  <c:v>0.34483796296262881</c:v>
                </c:pt>
                <c:pt idx="29795">
                  <c:v>0.3448495370321325</c:v>
                </c:pt>
                <c:pt idx="29796">
                  <c:v>0.34486111110891216</c:v>
                </c:pt>
                <c:pt idx="29797">
                  <c:v>0.34487268518569181</c:v>
                </c:pt>
                <c:pt idx="29798">
                  <c:v>0.3448842592551955</c:v>
                </c:pt>
                <c:pt idx="29799">
                  <c:v>0.34489583333197515</c:v>
                </c:pt>
                <c:pt idx="29800">
                  <c:v>0.34490740740147885</c:v>
                </c:pt>
                <c:pt idx="29801">
                  <c:v>0.3449189814782585</c:v>
                </c:pt>
                <c:pt idx="29802">
                  <c:v>0.34493055555503815</c:v>
                </c:pt>
                <c:pt idx="29803">
                  <c:v>0.34494212962454185</c:v>
                </c:pt>
                <c:pt idx="29804">
                  <c:v>0.3449537037013215</c:v>
                </c:pt>
                <c:pt idx="29805">
                  <c:v>0.34496527777810115</c:v>
                </c:pt>
                <c:pt idx="29806">
                  <c:v>0.34497685184760485</c:v>
                </c:pt>
                <c:pt idx="29807">
                  <c:v>0.3449884259243845</c:v>
                </c:pt>
                <c:pt idx="29808">
                  <c:v>0.34500000000116415</c:v>
                </c:pt>
                <c:pt idx="29809">
                  <c:v>0.34501157407066785</c:v>
                </c:pt>
                <c:pt idx="29810">
                  <c:v>0.3450231481474475</c:v>
                </c:pt>
                <c:pt idx="29811">
                  <c:v>0.3450347222169512</c:v>
                </c:pt>
                <c:pt idx="29812">
                  <c:v>0.34504629629373085</c:v>
                </c:pt>
                <c:pt idx="29813">
                  <c:v>0.3450578703705105</c:v>
                </c:pt>
                <c:pt idx="29814">
                  <c:v>0.34506944444001419</c:v>
                </c:pt>
                <c:pt idx="29815">
                  <c:v>0.34508101851679385</c:v>
                </c:pt>
                <c:pt idx="29816">
                  <c:v>0.3450925925935735</c:v>
                </c:pt>
                <c:pt idx="29817">
                  <c:v>0.34510416666307719</c:v>
                </c:pt>
                <c:pt idx="29818">
                  <c:v>0.34511574073985685</c:v>
                </c:pt>
                <c:pt idx="29819">
                  <c:v>0.34512731480936054</c:v>
                </c:pt>
                <c:pt idx="29820">
                  <c:v>0.34513888888614019</c:v>
                </c:pt>
                <c:pt idx="29821">
                  <c:v>0.34515046296291985</c:v>
                </c:pt>
                <c:pt idx="29822">
                  <c:v>0.34516203703242354</c:v>
                </c:pt>
                <c:pt idx="29823">
                  <c:v>0.34517361110920319</c:v>
                </c:pt>
                <c:pt idx="29824">
                  <c:v>0.34518518518598285</c:v>
                </c:pt>
                <c:pt idx="29825">
                  <c:v>0.34519675925548654</c:v>
                </c:pt>
                <c:pt idx="29826">
                  <c:v>0.34520833333226619</c:v>
                </c:pt>
                <c:pt idx="29827">
                  <c:v>0.34521990740176989</c:v>
                </c:pt>
                <c:pt idx="29828">
                  <c:v>0.34523148147854954</c:v>
                </c:pt>
                <c:pt idx="29829">
                  <c:v>0.34524305555532919</c:v>
                </c:pt>
                <c:pt idx="29830">
                  <c:v>0.34525462962483289</c:v>
                </c:pt>
                <c:pt idx="29831">
                  <c:v>0.34526620370161254</c:v>
                </c:pt>
                <c:pt idx="29832">
                  <c:v>0.34527777777839219</c:v>
                </c:pt>
                <c:pt idx="29833">
                  <c:v>0.34528935184789589</c:v>
                </c:pt>
                <c:pt idx="29834">
                  <c:v>0.34530092592467554</c:v>
                </c:pt>
                <c:pt idx="29835">
                  <c:v>0.34531249999417923</c:v>
                </c:pt>
                <c:pt idx="29836">
                  <c:v>0.34532407407095889</c:v>
                </c:pt>
                <c:pt idx="29837">
                  <c:v>0.34533564814773854</c:v>
                </c:pt>
                <c:pt idx="29838">
                  <c:v>0.34534722221724223</c:v>
                </c:pt>
                <c:pt idx="29839">
                  <c:v>0.34535879629402189</c:v>
                </c:pt>
                <c:pt idx="29840">
                  <c:v>0.34537037037080154</c:v>
                </c:pt>
                <c:pt idx="29841">
                  <c:v>0.34538194444030523</c:v>
                </c:pt>
                <c:pt idx="29842">
                  <c:v>0.34539351851708489</c:v>
                </c:pt>
                <c:pt idx="29843">
                  <c:v>0.34540509259386454</c:v>
                </c:pt>
                <c:pt idx="29844">
                  <c:v>0.34541666666336823</c:v>
                </c:pt>
                <c:pt idx="29845">
                  <c:v>0.34542824074014788</c:v>
                </c:pt>
                <c:pt idx="29846">
                  <c:v>0.34543981480965158</c:v>
                </c:pt>
                <c:pt idx="29847">
                  <c:v>0.34545138888643123</c:v>
                </c:pt>
                <c:pt idx="29848">
                  <c:v>0.34546296296321088</c:v>
                </c:pt>
                <c:pt idx="29849">
                  <c:v>0.34547453703271458</c:v>
                </c:pt>
                <c:pt idx="29850">
                  <c:v>0.34548611110949423</c:v>
                </c:pt>
                <c:pt idx="29851">
                  <c:v>0.34549768518627388</c:v>
                </c:pt>
                <c:pt idx="29852">
                  <c:v>0.34550925925577758</c:v>
                </c:pt>
                <c:pt idx="29853">
                  <c:v>0.34552083333255723</c:v>
                </c:pt>
                <c:pt idx="29854">
                  <c:v>0.34553240740206093</c:v>
                </c:pt>
                <c:pt idx="29855">
                  <c:v>0.34554398147884058</c:v>
                </c:pt>
                <c:pt idx="29856">
                  <c:v>0.34555555555562023</c:v>
                </c:pt>
                <c:pt idx="29857">
                  <c:v>0.34556712962512393</c:v>
                </c:pt>
                <c:pt idx="29858">
                  <c:v>0.34557870370190358</c:v>
                </c:pt>
                <c:pt idx="29859">
                  <c:v>0.34559027777868323</c:v>
                </c:pt>
                <c:pt idx="29860">
                  <c:v>0.34560185184818693</c:v>
                </c:pt>
                <c:pt idx="29861">
                  <c:v>0.34561342592496658</c:v>
                </c:pt>
                <c:pt idx="29862">
                  <c:v>0.34562499999447027</c:v>
                </c:pt>
                <c:pt idx="29863">
                  <c:v>0.34563657407124992</c:v>
                </c:pt>
                <c:pt idx="29864">
                  <c:v>0.34564814814802958</c:v>
                </c:pt>
                <c:pt idx="29865">
                  <c:v>0.34565972221753327</c:v>
                </c:pt>
                <c:pt idx="29866">
                  <c:v>0.34567129629431292</c:v>
                </c:pt>
                <c:pt idx="29867">
                  <c:v>0.34568287037109258</c:v>
                </c:pt>
                <c:pt idx="29868">
                  <c:v>0.34569444444059627</c:v>
                </c:pt>
                <c:pt idx="29869">
                  <c:v>0.34570601851737592</c:v>
                </c:pt>
                <c:pt idx="29870">
                  <c:v>0.34571759258687962</c:v>
                </c:pt>
                <c:pt idx="29871">
                  <c:v>0.34572916666365927</c:v>
                </c:pt>
                <c:pt idx="29872">
                  <c:v>0.34574074074043892</c:v>
                </c:pt>
                <c:pt idx="29873">
                  <c:v>0.34575231480994262</c:v>
                </c:pt>
                <c:pt idx="29874">
                  <c:v>0.34576388888672227</c:v>
                </c:pt>
                <c:pt idx="29875">
                  <c:v>0.34577546296350192</c:v>
                </c:pt>
                <c:pt idx="29876">
                  <c:v>0.34578703703300562</c:v>
                </c:pt>
                <c:pt idx="29877">
                  <c:v>0.34579861110978527</c:v>
                </c:pt>
                <c:pt idx="29878">
                  <c:v>0.34581018517928896</c:v>
                </c:pt>
                <c:pt idx="29879">
                  <c:v>0.34582175925606862</c:v>
                </c:pt>
                <c:pt idx="29880">
                  <c:v>0.34583333333284827</c:v>
                </c:pt>
                <c:pt idx="29881">
                  <c:v>0.34584490740235196</c:v>
                </c:pt>
                <c:pt idx="29882">
                  <c:v>0.34585648147913162</c:v>
                </c:pt>
                <c:pt idx="29883">
                  <c:v>0.34586805555591127</c:v>
                </c:pt>
                <c:pt idx="29884">
                  <c:v>0.34587962962541496</c:v>
                </c:pt>
                <c:pt idx="29885">
                  <c:v>0.34589120370219462</c:v>
                </c:pt>
                <c:pt idx="29886">
                  <c:v>0.34590277777897427</c:v>
                </c:pt>
                <c:pt idx="29887">
                  <c:v>0.34591435184847796</c:v>
                </c:pt>
                <c:pt idx="29888">
                  <c:v>0.34592592592525762</c:v>
                </c:pt>
                <c:pt idx="29889">
                  <c:v>0.34593749999476131</c:v>
                </c:pt>
                <c:pt idx="29890">
                  <c:v>0.34594907407154096</c:v>
                </c:pt>
                <c:pt idx="29891">
                  <c:v>0.34596064814832062</c:v>
                </c:pt>
                <c:pt idx="29892">
                  <c:v>0.34597222221782431</c:v>
                </c:pt>
                <c:pt idx="29893">
                  <c:v>0.34598379629460396</c:v>
                </c:pt>
                <c:pt idx="29894">
                  <c:v>0.34599537037138361</c:v>
                </c:pt>
                <c:pt idx="29895">
                  <c:v>0.34600694444088731</c:v>
                </c:pt>
                <c:pt idx="29896">
                  <c:v>0.34601851851766696</c:v>
                </c:pt>
                <c:pt idx="29897">
                  <c:v>0.34603009258717066</c:v>
                </c:pt>
                <c:pt idx="29898">
                  <c:v>0.34604166666395031</c:v>
                </c:pt>
                <c:pt idx="29899">
                  <c:v>0.34605324074072996</c:v>
                </c:pt>
                <c:pt idx="29900">
                  <c:v>0.34606481481023366</c:v>
                </c:pt>
                <c:pt idx="29901">
                  <c:v>0.34607638888701331</c:v>
                </c:pt>
                <c:pt idx="29902">
                  <c:v>0.34608796296379296</c:v>
                </c:pt>
                <c:pt idx="29903">
                  <c:v>0.34609953703329666</c:v>
                </c:pt>
                <c:pt idx="29904">
                  <c:v>0.34611111111007631</c:v>
                </c:pt>
                <c:pt idx="29905">
                  <c:v>0.34612268517958</c:v>
                </c:pt>
                <c:pt idx="29906">
                  <c:v>0.34613425925635966</c:v>
                </c:pt>
                <c:pt idx="29907">
                  <c:v>0.34614583333313931</c:v>
                </c:pt>
                <c:pt idx="29908">
                  <c:v>0.346157407402643</c:v>
                </c:pt>
                <c:pt idx="29909">
                  <c:v>0.34616898147942265</c:v>
                </c:pt>
                <c:pt idx="29910">
                  <c:v>0.34618055555620231</c:v>
                </c:pt>
                <c:pt idx="29911">
                  <c:v>0.346192129625706</c:v>
                </c:pt>
                <c:pt idx="29912">
                  <c:v>0.34620370370248565</c:v>
                </c:pt>
                <c:pt idx="29913">
                  <c:v>0.34621527777198935</c:v>
                </c:pt>
                <c:pt idx="29914">
                  <c:v>0.346226851848769</c:v>
                </c:pt>
                <c:pt idx="29915">
                  <c:v>0.34623842592554865</c:v>
                </c:pt>
                <c:pt idx="29916">
                  <c:v>0.34624999999505235</c:v>
                </c:pt>
                <c:pt idx="29917">
                  <c:v>0.346261574071832</c:v>
                </c:pt>
                <c:pt idx="29918">
                  <c:v>0.34627314814861165</c:v>
                </c:pt>
                <c:pt idx="29919">
                  <c:v>0.34628472221811535</c:v>
                </c:pt>
                <c:pt idx="29920">
                  <c:v>0.346296296294895</c:v>
                </c:pt>
                <c:pt idx="29921">
                  <c:v>0.34630787037167465</c:v>
                </c:pt>
                <c:pt idx="29922">
                  <c:v>0.34631944444117835</c:v>
                </c:pt>
                <c:pt idx="29923">
                  <c:v>0.346331018517958</c:v>
                </c:pt>
                <c:pt idx="29924">
                  <c:v>0.3463425925874617</c:v>
                </c:pt>
                <c:pt idx="29925">
                  <c:v>0.34635416666424135</c:v>
                </c:pt>
                <c:pt idx="29926">
                  <c:v>0.346365740741021</c:v>
                </c:pt>
                <c:pt idx="29927">
                  <c:v>0.34637731481052469</c:v>
                </c:pt>
                <c:pt idx="29928">
                  <c:v>0.34638888888730435</c:v>
                </c:pt>
                <c:pt idx="29929">
                  <c:v>0.346400462964084</c:v>
                </c:pt>
                <c:pt idx="29930">
                  <c:v>0.34641203703358769</c:v>
                </c:pt>
                <c:pt idx="29931">
                  <c:v>0.34642361111036735</c:v>
                </c:pt>
                <c:pt idx="29932">
                  <c:v>0.34643518517987104</c:v>
                </c:pt>
                <c:pt idx="29933">
                  <c:v>0.34644675925665069</c:v>
                </c:pt>
                <c:pt idx="29934">
                  <c:v>0.34645833333343035</c:v>
                </c:pt>
                <c:pt idx="29935">
                  <c:v>0.34646990740293404</c:v>
                </c:pt>
                <c:pt idx="29936">
                  <c:v>0.34648148147971369</c:v>
                </c:pt>
                <c:pt idx="29937">
                  <c:v>0.34649305555649335</c:v>
                </c:pt>
                <c:pt idx="29938">
                  <c:v>0.34650462962599704</c:v>
                </c:pt>
                <c:pt idx="29939">
                  <c:v>0.34651620370277669</c:v>
                </c:pt>
                <c:pt idx="29940">
                  <c:v>0.34652777777228039</c:v>
                </c:pt>
                <c:pt idx="29941">
                  <c:v>0.34653935184906004</c:v>
                </c:pt>
                <c:pt idx="29942">
                  <c:v>0.34655092592583969</c:v>
                </c:pt>
                <c:pt idx="29943">
                  <c:v>0.34656249999534339</c:v>
                </c:pt>
                <c:pt idx="29944">
                  <c:v>0.34657407407212304</c:v>
                </c:pt>
                <c:pt idx="29945">
                  <c:v>0.34658564814890269</c:v>
                </c:pt>
                <c:pt idx="29946">
                  <c:v>0.34659722221840639</c:v>
                </c:pt>
                <c:pt idx="29947">
                  <c:v>0.34660879629518604</c:v>
                </c:pt>
                <c:pt idx="29948">
                  <c:v>0.34662037036468973</c:v>
                </c:pt>
                <c:pt idx="29949">
                  <c:v>0.34663194444146939</c:v>
                </c:pt>
                <c:pt idx="29950">
                  <c:v>0.34664351851824904</c:v>
                </c:pt>
                <c:pt idx="29951">
                  <c:v>0.34665509258775273</c:v>
                </c:pt>
                <c:pt idx="29952">
                  <c:v>0.34666666666453239</c:v>
                </c:pt>
                <c:pt idx="29953">
                  <c:v>0.34667824074131204</c:v>
                </c:pt>
                <c:pt idx="29954">
                  <c:v>0.34668981481081573</c:v>
                </c:pt>
                <c:pt idx="29955">
                  <c:v>0.34670138888759539</c:v>
                </c:pt>
                <c:pt idx="29956">
                  <c:v>0.34671296295709908</c:v>
                </c:pt>
                <c:pt idx="29957">
                  <c:v>0.34672453703387873</c:v>
                </c:pt>
                <c:pt idx="29958">
                  <c:v>0.34673611111065838</c:v>
                </c:pt>
                <c:pt idx="29959">
                  <c:v>0.34674768518016208</c:v>
                </c:pt>
                <c:pt idx="29960">
                  <c:v>0.34675925925694173</c:v>
                </c:pt>
                <c:pt idx="29961">
                  <c:v>0.34677083333372138</c:v>
                </c:pt>
                <c:pt idx="29962">
                  <c:v>0.34678240740322508</c:v>
                </c:pt>
                <c:pt idx="29963">
                  <c:v>0.34679398148000473</c:v>
                </c:pt>
                <c:pt idx="29964">
                  <c:v>0.34680555555678438</c:v>
                </c:pt>
                <c:pt idx="29965">
                  <c:v>0.34681712962628808</c:v>
                </c:pt>
                <c:pt idx="29966">
                  <c:v>0.34682870370306773</c:v>
                </c:pt>
                <c:pt idx="29967">
                  <c:v>0.34684027777257143</c:v>
                </c:pt>
                <c:pt idx="29968">
                  <c:v>0.34685185184935108</c:v>
                </c:pt>
                <c:pt idx="29969">
                  <c:v>0.34686342592613073</c:v>
                </c:pt>
                <c:pt idx="29970">
                  <c:v>0.34687499999563443</c:v>
                </c:pt>
                <c:pt idx="29971">
                  <c:v>0.34688657407241408</c:v>
                </c:pt>
                <c:pt idx="29972">
                  <c:v>0.34689814814919373</c:v>
                </c:pt>
                <c:pt idx="29973">
                  <c:v>0.34690972221869742</c:v>
                </c:pt>
                <c:pt idx="29974">
                  <c:v>0.34692129629547708</c:v>
                </c:pt>
                <c:pt idx="29975">
                  <c:v>0.34693287036498077</c:v>
                </c:pt>
                <c:pt idx="29976">
                  <c:v>0.34694444444176042</c:v>
                </c:pt>
                <c:pt idx="29977">
                  <c:v>0.34695601851854008</c:v>
                </c:pt>
                <c:pt idx="29978">
                  <c:v>0.34696759258804377</c:v>
                </c:pt>
                <c:pt idx="29979">
                  <c:v>0.34697916666482342</c:v>
                </c:pt>
                <c:pt idx="29980">
                  <c:v>0.34699074074160308</c:v>
                </c:pt>
                <c:pt idx="29981">
                  <c:v>0.34700231481110677</c:v>
                </c:pt>
                <c:pt idx="29982">
                  <c:v>0.34701388888788642</c:v>
                </c:pt>
                <c:pt idx="29983">
                  <c:v>0.34702546295739012</c:v>
                </c:pt>
                <c:pt idx="29984">
                  <c:v>0.34703703703416977</c:v>
                </c:pt>
                <c:pt idx="29985">
                  <c:v>0.34704861111094942</c:v>
                </c:pt>
                <c:pt idx="29986">
                  <c:v>0.34706018518045312</c:v>
                </c:pt>
                <c:pt idx="29987">
                  <c:v>0.34707175925723277</c:v>
                </c:pt>
                <c:pt idx="29988">
                  <c:v>0.34708333333401242</c:v>
                </c:pt>
                <c:pt idx="29989">
                  <c:v>0.34709490740351612</c:v>
                </c:pt>
                <c:pt idx="29990">
                  <c:v>0.34710648148029577</c:v>
                </c:pt>
                <c:pt idx="29991">
                  <c:v>0.34711805554979946</c:v>
                </c:pt>
                <c:pt idx="29992">
                  <c:v>0.34712962962657912</c:v>
                </c:pt>
                <c:pt idx="29993">
                  <c:v>0.34714120370335877</c:v>
                </c:pt>
                <c:pt idx="29994">
                  <c:v>0.34715277777286246</c:v>
                </c:pt>
                <c:pt idx="29995">
                  <c:v>0.34716435184964212</c:v>
                </c:pt>
                <c:pt idx="29996">
                  <c:v>0.34717592592642177</c:v>
                </c:pt>
                <c:pt idx="29997">
                  <c:v>0.34718749999592546</c:v>
                </c:pt>
                <c:pt idx="29998">
                  <c:v>0.34719907407270512</c:v>
                </c:pt>
                <c:pt idx="29999">
                  <c:v>0.34721064814948477</c:v>
                </c:pt>
                <c:pt idx="30000">
                  <c:v>0.34722222221898846</c:v>
                </c:pt>
                <c:pt idx="30001">
                  <c:v>0.34723379629576812</c:v>
                </c:pt>
                <c:pt idx="30002">
                  <c:v>0.34724537036527181</c:v>
                </c:pt>
                <c:pt idx="30003">
                  <c:v>0.34725694444205146</c:v>
                </c:pt>
                <c:pt idx="30004">
                  <c:v>0.34726851851883112</c:v>
                </c:pt>
                <c:pt idx="30005">
                  <c:v>0.34728009258833481</c:v>
                </c:pt>
                <c:pt idx="30006">
                  <c:v>0.34729166666511446</c:v>
                </c:pt>
                <c:pt idx="30007">
                  <c:v>0.34730324074189411</c:v>
                </c:pt>
                <c:pt idx="30008">
                  <c:v>0.34731481481139781</c:v>
                </c:pt>
                <c:pt idx="30009">
                  <c:v>0.34732638888817746</c:v>
                </c:pt>
                <c:pt idx="30010">
                  <c:v>0.34733796295768116</c:v>
                </c:pt>
                <c:pt idx="30011">
                  <c:v>0.34734953703446081</c:v>
                </c:pt>
                <c:pt idx="30012">
                  <c:v>0.34736111111124046</c:v>
                </c:pt>
                <c:pt idx="30013">
                  <c:v>0.34737268518074416</c:v>
                </c:pt>
                <c:pt idx="30014">
                  <c:v>0.34738425925752381</c:v>
                </c:pt>
                <c:pt idx="30015">
                  <c:v>0.34739583333430346</c:v>
                </c:pt>
                <c:pt idx="30016">
                  <c:v>0.34740740740380716</c:v>
                </c:pt>
                <c:pt idx="30017">
                  <c:v>0.34741898148058681</c:v>
                </c:pt>
                <c:pt idx="30018">
                  <c:v>0.3474305555500905</c:v>
                </c:pt>
                <c:pt idx="30019">
                  <c:v>0.34744212962687016</c:v>
                </c:pt>
                <c:pt idx="30020">
                  <c:v>0.34745370370364981</c:v>
                </c:pt>
                <c:pt idx="30021">
                  <c:v>0.3474652777731535</c:v>
                </c:pt>
                <c:pt idx="30022">
                  <c:v>0.34747685184993315</c:v>
                </c:pt>
                <c:pt idx="30023">
                  <c:v>0.34748842592671281</c:v>
                </c:pt>
                <c:pt idx="30024">
                  <c:v>0.3474999999962165</c:v>
                </c:pt>
                <c:pt idx="30025">
                  <c:v>0.34751157407299615</c:v>
                </c:pt>
                <c:pt idx="30026">
                  <c:v>0.34752314814249985</c:v>
                </c:pt>
                <c:pt idx="30027">
                  <c:v>0.3475347222192795</c:v>
                </c:pt>
                <c:pt idx="30028">
                  <c:v>0.34754629629605915</c:v>
                </c:pt>
                <c:pt idx="30029">
                  <c:v>0.34755787036556285</c:v>
                </c:pt>
                <c:pt idx="30030">
                  <c:v>0.3475694444423425</c:v>
                </c:pt>
                <c:pt idx="30031">
                  <c:v>0.34758101851912215</c:v>
                </c:pt>
                <c:pt idx="30032">
                  <c:v>0.34759259258862585</c:v>
                </c:pt>
                <c:pt idx="30033">
                  <c:v>0.3476041666654055</c:v>
                </c:pt>
                <c:pt idx="30034">
                  <c:v>0.3476157407349092</c:v>
                </c:pt>
                <c:pt idx="30035">
                  <c:v>0.34762731481168885</c:v>
                </c:pt>
                <c:pt idx="30036">
                  <c:v>0.3476388888884685</c:v>
                </c:pt>
                <c:pt idx="30037">
                  <c:v>0.34765046295797219</c:v>
                </c:pt>
                <c:pt idx="30038">
                  <c:v>0.34766203703475185</c:v>
                </c:pt>
                <c:pt idx="30039">
                  <c:v>0.3476736111115315</c:v>
                </c:pt>
                <c:pt idx="30040">
                  <c:v>0.34768518518103519</c:v>
                </c:pt>
                <c:pt idx="30041">
                  <c:v>0.34769675925781485</c:v>
                </c:pt>
                <c:pt idx="30042">
                  <c:v>0.3477083333345945</c:v>
                </c:pt>
                <c:pt idx="30043">
                  <c:v>0.34771990740409819</c:v>
                </c:pt>
                <c:pt idx="30044">
                  <c:v>0.34773148148087785</c:v>
                </c:pt>
                <c:pt idx="30045">
                  <c:v>0.34774305555038154</c:v>
                </c:pt>
                <c:pt idx="30046">
                  <c:v>0.34775462962716119</c:v>
                </c:pt>
                <c:pt idx="30047">
                  <c:v>0.34776620370394085</c:v>
                </c:pt>
                <c:pt idx="30048">
                  <c:v>0.34777777777344454</c:v>
                </c:pt>
                <c:pt idx="30049">
                  <c:v>0.34778935185022419</c:v>
                </c:pt>
                <c:pt idx="30050">
                  <c:v>0.34780092592700385</c:v>
                </c:pt>
                <c:pt idx="30051">
                  <c:v>0.34781249999650754</c:v>
                </c:pt>
                <c:pt idx="30052">
                  <c:v>0.34782407407328719</c:v>
                </c:pt>
                <c:pt idx="30053">
                  <c:v>0.34783564814279089</c:v>
                </c:pt>
                <c:pt idx="30054">
                  <c:v>0.34784722221957054</c:v>
                </c:pt>
                <c:pt idx="30055">
                  <c:v>0.34785879629635019</c:v>
                </c:pt>
                <c:pt idx="30056">
                  <c:v>0.34787037036585389</c:v>
                </c:pt>
                <c:pt idx="30057">
                  <c:v>0.34788194444263354</c:v>
                </c:pt>
                <c:pt idx="30058">
                  <c:v>0.34789351851941319</c:v>
                </c:pt>
                <c:pt idx="30059">
                  <c:v>0.34790509258891689</c:v>
                </c:pt>
                <c:pt idx="30060">
                  <c:v>0.34791666666569654</c:v>
                </c:pt>
                <c:pt idx="30061">
                  <c:v>0.34792824073520023</c:v>
                </c:pt>
                <c:pt idx="30062">
                  <c:v>0.34793981481197989</c:v>
                </c:pt>
                <c:pt idx="30063">
                  <c:v>0.34795138888875954</c:v>
                </c:pt>
                <c:pt idx="30064">
                  <c:v>0.34796296295826323</c:v>
                </c:pt>
                <c:pt idx="30065">
                  <c:v>0.34797453703504289</c:v>
                </c:pt>
                <c:pt idx="30066">
                  <c:v>0.34798611111182254</c:v>
                </c:pt>
                <c:pt idx="30067">
                  <c:v>0.34799768518132623</c:v>
                </c:pt>
                <c:pt idx="30068">
                  <c:v>0.34800925925810589</c:v>
                </c:pt>
                <c:pt idx="30069">
                  <c:v>0.34802083332760958</c:v>
                </c:pt>
                <c:pt idx="30070">
                  <c:v>0.34803240740438923</c:v>
                </c:pt>
                <c:pt idx="30071">
                  <c:v>0.34804398148116888</c:v>
                </c:pt>
                <c:pt idx="30072">
                  <c:v>0.34805555555067258</c:v>
                </c:pt>
                <c:pt idx="30073">
                  <c:v>0.34806712962745223</c:v>
                </c:pt>
                <c:pt idx="30074">
                  <c:v>0.34807870370423188</c:v>
                </c:pt>
                <c:pt idx="30075">
                  <c:v>0.34809027777373558</c:v>
                </c:pt>
                <c:pt idx="30076">
                  <c:v>0.34810185185051523</c:v>
                </c:pt>
                <c:pt idx="30077">
                  <c:v>0.34811342592001893</c:v>
                </c:pt>
                <c:pt idx="30078">
                  <c:v>0.34812499999679858</c:v>
                </c:pt>
                <c:pt idx="30079">
                  <c:v>0.34813657407357823</c:v>
                </c:pt>
                <c:pt idx="30080">
                  <c:v>0.34814814814308193</c:v>
                </c:pt>
                <c:pt idx="30081">
                  <c:v>0.34815972221986158</c:v>
                </c:pt>
                <c:pt idx="30082">
                  <c:v>0.34817129629664123</c:v>
                </c:pt>
                <c:pt idx="30083">
                  <c:v>0.34818287036614493</c:v>
                </c:pt>
                <c:pt idx="30084">
                  <c:v>0.34819444444292458</c:v>
                </c:pt>
                <c:pt idx="30085">
                  <c:v>0.34820601851970423</c:v>
                </c:pt>
                <c:pt idx="30086">
                  <c:v>0.34821759258920792</c:v>
                </c:pt>
                <c:pt idx="30087">
                  <c:v>0.34822916666598758</c:v>
                </c:pt>
                <c:pt idx="30088">
                  <c:v>0.34824074073549127</c:v>
                </c:pt>
                <c:pt idx="30089">
                  <c:v>0.34825231481227092</c:v>
                </c:pt>
                <c:pt idx="30090">
                  <c:v>0.34826388888905058</c:v>
                </c:pt>
                <c:pt idx="30091">
                  <c:v>0.34827546295855427</c:v>
                </c:pt>
                <c:pt idx="30092">
                  <c:v>0.34828703703533392</c:v>
                </c:pt>
                <c:pt idx="30093">
                  <c:v>0.34829861111211358</c:v>
                </c:pt>
                <c:pt idx="30094">
                  <c:v>0.34831018518161727</c:v>
                </c:pt>
                <c:pt idx="30095">
                  <c:v>0.34832175925839692</c:v>
                </c:pt>
                <c:pt idx="30096">
                  <c:v>0.34833333332790062</c:v>
                </c:pt>
                <c:pt idx="30097">
                  <c:v>0.34834490740468027</c:v>
                </c:pt>
                <c:pt idx="30098">
                  <c:v>0.34835648148145992</c:v>
                </c:pt>
                <c:pt idx="30099">
                  <c:v>0.34836805555096362</c:v>
                </c:pt>
                <c:pt idx="30100">
                  <c:v>0.34837962962774327</c:v>
                </c:pt>
                <c:pt idx="30101">
                  <c:v>0.34839120370452292</c:v>
                </c:pt>
                <c:pt idx="30102">
                  <c:v>0.34840277777402662</c:v>
                </c:pt>
                <c:pt idx="30103">
                  <c:v>0.34841435185080627</c:v>
                </c:pt>
                <c:pt idx="30104">
                  <c:v>0.34842592592030996</c:v>
                </c:pt>
                <c:pt idx="30105">
                  <c:v>0.34843749999708962</c:v>
                </c:pt>
                <c:pt idx="30106">
                  <c:v>0.34844907407386927</c:v>
                </c:pt>
                <c:pt idx="30107">
                  <c:v>0.34846064814337296</c:v>
                </c:pt>
                <c:pt idx="30108">
                  <c:v>0.34847222222015262</c:v>
                </c:pt>
                <c:pt idx="30109">
                  <c:v>0.34848379629693227</c:v>
                </c:pt>
                <c:pt idx="30110">
                  <c:v>0.34849537036643596</c:v>
                </c:pt>
                <c:pt idx="30111">
                  <c:v>0.34850694444321562</c:v>
                </c:pt>
                <c:pt idx="30112">
                  <c:v>0.34851851851271931</c:v>
                </c:pt>
                <c:pt idx="30113">
                  <c:v>0.34853009258949896</c:v>
                </c:pt>
                <c:pt idx="30114">
                  <c:v>0.34854166666627862</c:v>
                </c:pt>
                <c:pt idx="30115">
                  <c:v>0.34855324073578231</c:v>
                </c:pt>
                <c:pt idx="30116">
                  <c:v>0.34856481481256196</c:v>
                </c:pt>
                <c:pt idx="30117">
                  <c:v>0.34857638888934162</c:v>
                </c:pt>
                <c:pt idx="30118">
                  <c:v>0.34858796295884531</c:v>
                </c:pt>
                <c:pt idx="30119">
                  <c:v>0.34859953703562496</c:v>
                </c:pt>
                <c:pt idx="30120">
                  <c:v>0.34861111111240461</c:v>
                </c:pt>
                <c:pt idx="30121">
                  <c:v>0.34862268518190831</c:v>
                </c:pt>
                <c:pt idx="30122">
                  <c:v>0.34863425925868796</c:v>
                </c:pt>
                <c:pt idx="30123">
                  <c:v>0.34864583332819166</c:v>
                </c:pt>
                <c:pt idx="30124">
                  <c:v>0.34865740740497131</c:v>
                </c:pt>
                <c:pt idx="30125">
                  <c:v>0.34866898148175096</c:v>
                </c:pt>
                <c:pt idx="30126">
                  <c:v>0.34868055555125466</c:v>
                </c:pt>
                <c:pt idx="30127">
                  <c:v>0.34869212962803431</c:v>
                </c:pt>
                <c:pt idx="30128">
                  <c:v>0.34870370370481396</c:v>
                </c:pt>
                <c:pt idx="30129">
                  <c:v>0.34871527777431766</c:v>
                </c:pt>
                <c:pt idx="30130">
                  <c:v>0.34872685185109731</c:v>
                </c:pt>
                <c:pt idx="30131">
                  <c:v>0.348738425920601</c:v>
                </c:pt>
                <c:pt idx="30132">
                  <c:v>0.34874999999738066</c:v>
                </c:pt>
                <c:pt idx="30133">
                  <c:v>0.34876157407416031</c:v>
                </c:pt>
                <c:pt idx="30134">
                  <c:v>0.348773148143664</c:v>
                </c:pt>
                <c:pt idx="30135">
                  <c:v>0.34878472222044365</c:v>
                </c:pt>
                <c:pt idx="30136">
                  <c:v>0.34879629629722331</c:v>
                </c:pt>
                <c:pt idx="30137">
                  <c:v>0.348807870366727</c:v>
                </c:pt>
                <c:pt idx="30138">
                  <c:v>0.34881944444350665</c:v>
                </c:pt>
                <c:pt idx="30139">
                  <c:v>0.34883101851301035</c:v>
                </c:pt>
                <c:pt idx="30140">
                  <c:v>0.34884259258979</c:v>
                </c:pt>
                <c:pt idx="30141">
                  <c:v>0.34885416666656965</c:v>
                </c:pt>
                <c:pt idx="30142">
                  <c:v>0.34886574073607335</c:v>
                </c:pt>
                <c:pt idx="30143">
                  <c:v>0.348877314812853</c:v>
                </c:pt>
                <c:pt idx="30144">
                  <c:v>0.34888888888963265</c:v>
                </c:pt>
                <c:pt idx="30145">
                  <c:v>0.34890046295913635</c:v>
                </c:pt>
                <c:pt idx="30146">
                  <c:v>0.348912037035916</c:v>
                </c:pt>
                <c:pt idx="30147">
                  <c:v>0.3489236111054197</c:v>
                </c:pt>
                <c:pt idx="30148">
                  <c:v>0.34893518518219935</c:v>
                </c:pt>
                <c:pt idx="30149">
                  <c:v>0.348946759258979</c:v>
                </c:pt>
                <c:pt idx="30150">
                  <c:v>0.34895833332848269</c:v>
                </c:pt>
                <c:pt idx="30151">
                  <c:v>0.34896990740526235</c:v>
                </c:pt>
                <c:pt idx="30152">
                  <c:v>0.348981481482042</c:v>
                </c:pt>
                <c:pt idx="30153">
                  <c:v>0.34899305555154569</c:v>
                </c:pt>
                <c:pt idx="30154">
                  <c:v>0.34900462962832535</c:v>
                </c:pt>
                <c:pt idx="30155">
                  <c:v>0.34901620369782904</c:v>
                </c:pt>
                <c:pt idx="30156">
                  <c:v>0.34902777777460869</c:v>
                </c:pt>
                <c:pt idx="30157">
                  <c:v>0.34903935185138835</c:v>
                </c:pt>
                <c:pt idx="30158">
                  <c:v>0.34905092592089204</c:v>
                </c:pt>
                <c:pt idx="30159">
                  <c:v>0.34906249999767169</c:v>
                </c:pt>
                <c:pt idx="30160">
                  <c:v>0.34907407407445135</c:v>
                </c:pt>
                <c:pt idx="30161">
                  <c:v>0.34908564814395504</c:v>
                </c:pt>
                <c:pt idx="30162">
                  <c:v>0.34909722222073469</c:v>
                </c:pt>
                <c:pt idx="30163">
                  <c:v>0.34910879629751435</c:v>
                </c:pt>
                <c:pt idx="30164">
                  <c:v>0.34912037036701804</c:v>
                </c:pt>
                <c:pt idx="30165">
                  <c:v>0.34913194444379769</c:v>
                </c:pt>
                <c:pt idx="30166">
                  <c:v>0.34914351851330139</c:v>
                </c:pt>
                <c:pt idx="30167">
                  <c:v>0.34915509259008104</c:v>
                </c:pt>
                <c:pt idx="30168">
                  <c:v>0.34916666666686069</c:v>
                </c:pt>
                <c:pt idx="30169">
                  <c:v>0.34917824073636439</c:v>
                </c:pt>
                <c:pt idx="30170">
                  <c:v>0.34918981481314404</c:v>
                </c:pt>
                <c:pt idx="30171">
                  <c:v>0.34920138888992369</c:v>
                </c:pt>
                <c:pt idx="30172">
                  <c:v>0.34921296295942739</c:v>
                </c:pt>
                <c:pt idx="30173">
                  <c:v>0.34922453703620704</c:v>
                </c:pt>
                <c:pt idx="30174">
                  <c:v>0.34923611110571073</c:v>
                </c:pt>
                <c:pt idx="30175">
                  <c:v>0.34924768518249039</c:v>
                </c:pt>
                <c:pt idx="30176">
                  <c:v>0.34925925925927004</c:v>
                </c:pt>
                <c:pt idx="30177">
                  <c:v>0.34927083332877373</c:v>
                </c:pt>
                <c:pt idx="30178">
                  <c:v>0.34928240740555339</c:v>
                </c:pt>
                <c:pt idx="30179">
                  <c:v>0.34929398148233304</c:v>
                </c:pt>
                <c:pt idx="30180">
                  <c:v>0.34930555555183673</c:v>
                </c:pt>
                <c:pt idx="30181">
                  <c:v>0.34931712962861639</c:v>
                </c:pt>
                <c:pt idx="30182">
                  <c:v>0.34932870369812008</c:v>
                </c:pt>
                <c:pt idx="30183">
                  <c:v>0.34934027777489973</c:v>
                </c:pt>
                <c:pt idx="30184">
                  <c:v>0.34935185185167938</c:v>
                </c:pt>
                <c:pt idx="30185">
                  <c:v>0.34936342592118308</c:v>
                </c:pt>
                <c:pt idx="30186">
                  <c:v>0.34937499999796273</c:v>
                </c:pt>
                <c:pt idx="30187">
                  <c:v>0.34938657407474238</c:v>
                </c:pt>
                <c:pt idx="30188">
                  <c:v>0.34939814814424608</c:v>
                </c:pt>
                <c:pt idx="30189">
                  <c:v>0.34940972222102573</c:v>
                </c:pt>
                <c:pt idx="30190">
                  <c:v>0.34942129629052943</c:v>
                </c:pt>
                <c:pt idx="30191">
                  <c:v>0.34943287036730908</c:v>
                </c:pt>
                <c:pt idx="30192">
                  <c:v>0.34944444444408873</c:v>
                </c:pt>
                <c:pt idx="30193">
                  <c:v>0.34945601851359243</c:v>
                </c:pt>
                <c:pt idx="30194">
                  <c:v>0.34946759259037208</c:v>
                </c:pt>
                <c:pt idx="30195">
                  <c:v>0.34947916666715173</c:v>
                </c:pt>
                <c:pt idx="30196">
                  <c:v>0.34949074073665543</c:v>
                </c:pt>
                <c:pt idx="30197">
                  <c:v>0.34950231481343508</c:v>
                </c:pt>
                <c:pt idx="30198">
                  <c:v>0.34951388889021473</c:v>
                </c:pt>
                <c:pt idx="30199">
                  <c:v>0.34952546295971842</c:v>
                </c:pt>
                <c:pt idx="30200">
                  <c:v>0.34953703703649808</c:v>
                </c:pt>
                <c:pt idx="30201">
                  <c:v>0.34954861110600177</c:v>
                </c:pt>
                <c:pt idx="30202">
                  <c:v>0.34956018518278142</c:v>
                </c:pt>
                <c:pt idx="30203">
                  <c:v>0.34957175925956108</c:v>
                </c:pt>
                <c:pt idx="30204">
                  <c:v>0.34958333332906477</c:v>
                </c:pt>
                <c:pt idx="30205">
                  <c:v>0.34959490740584442</c:v>
                </c:pt>
                <c:pt idx="30206">
                  <c:v>0.34960648148262408</c:v>
                </c:pt>
                <c:pt idx="30207">
                  <c:v>0.34961805555212777</c:v>
                </c:pt>
                <c:pt idx="30208">
                  <c:v>0.34962962962890742</c:v>
                </c:pt>
                <c:pt idx="30209">
                  <c:v>0.34964120369841112</c:v>
                </c:pt>
                <c:pt idx="30210">
                  <c:v>0.34965277777519077</c:v>
                </c:pt>
                <c:pt idx="30211">
                  <c:v>0.34966435185197042</c:v>
                </c:pt>
                <c:pt idx="30212">
                  <c:v>0.34967592592147412</c:v>
                </c:pt>
                <c:pt idx="30213">
                  <c:v>0.34968749999825377</c:v>
                </c:pt>
                <c:pt idx="30214">
                  <c:v>0.34969907407503342</c:v>
                </c:pt>
                <c:pt idx="30215">
                  <c:v>0.34971064814453712</c:v>
                </c:pt>
                <c:pt idx="30216">
                  <c:v>0.34972222222131677</c:v>
                </c:pt>
                <c:pt idx="30217">
                  <c:v>0.34973379629082046</c:v>
                </c:pt>
                <c:pt idx="30218">
                  <c:v>0.34974537036760012</c:v>
                </c:pt>
                <c:pt idx="30219">
                  <c:v>0.34975694444437977</c:v>
                </c:pt>
                <c:pt idx="30220">
                  <c:v>0.34976851851388346</c:v>
                </c:pt>
                <c:pt idx="30221">
                  <c:v>0.34978009259066312</c:v>
                </c:pt>
                <c:pt idx="30222">
                  <c:v>0.34979166666744277</c:v>
                </c:pt>
                <c:pt idx="30223">
                  <c:v>0.34980324073694646</c:v>
                </c:pt>
                <c:pt idx="30224">
                  <c:v>0.34981481481372612</c:v>
                </c:pt>
                <c:pt idx="30225">
                  <c:v>0.34982638888322981</c:v>
                </c:pt>
                <c:pt idx="30226">
                  <c:v>0.34983796296000946</c:v>
                </c:pt>
                <c:pt idx="30227">
                  <c:v>0.34984953703678912</c:v>
                </c:pt>
                <c:pt idx="30228">
                  <c:v>0.34986111110629281</c:v>
                </c:pt>
                <c:pt idx="30229">
                  <c:v>0.34987268518307246</c:v>
                </c:pt>
                <c:pt idx="30230">
                  <c:v>0.34988425925985212</c:v>
                </c:pt>
                <c:pt idx="30231">
                  <c:v>0.34989583332935581</c:v>
                </c:pt>
                <c:pt idx="30232">
                  <c:v>0.34990740740613546</c:v>
                </c:pt>
                <c:pt idx="30233">
                  <c:v>0.34991898147563916</c:v>
                </c:pt>
                <c:pt idx="30234">
                  <c:v>0.34993055555241881</c:v>
                </c:pt>
                <c:pt idx="30235">
                  <c:v>0.34994212962919846</c:v>
                </c:pt>
                <c:pt idx="30236">
                  <c:v>0.34995370369870216</c:v>
                </c:pt>
                <c:pt idx="30237">
                  <c:v>0.34996527777548181</c:v>
                </c:pt>
                <c:pt idx="30238">
                  <c:v>0.34997685185226146</c:v>
                </c:pt>
                <c:pt idx="30239">
                  <c:v>0.34998842592176516</c:v>
                </c:pt>
                <c:pt idx="30240">
                  <c:v>0.34999999999854481</c:v>
                </c:pt>
                <c:pt idx="30241">
                  <c:v>0.35001157407532446</c:v>
                </c:pt>
                <c:pt idx="30242">
                  <c:v>0.35002314814482816</c:v>
                </c:pt>
                <c:pt idx="30243">
                  <c:v>0.35003472222160781</c:v>
                </c:pt>
                <c:pt idx="30244">
                  <c:v>0.3500462962911115</c:v>
                </c:pt>
                <c:pt idx="30245">
                  <c:v>0.35005787036789116</c:v>
                </c:pt>
                <c:pt idx="30246">
                  <c:v>0.35006944444467081</c:v>
                </c:pt>
                <c:pt idx="30247">
                  <c:v>0.3500810185141745</c:v>
                </c:pt>
                <c:pt idx="30248">
                  <c:v>0.35009259259095415</c:v>
                </c:pt>
                <c:pt idx="30249">
                  <c:v>0.35010416666773381</c:v>
                </c:pt>
                <c:pt idx="30250">
                  <c:v>0.3501157407372375</c:v>
                </c:pt>
                <c:pt idx="30251">
                  <c:v>0.35012731481401715</c:v>
                </c:pt>
                <c:pt idx="30252">
                  <c:v>0.35013888888352085</c:v>
                </c:pt>
                <c:pt idx="30253">
                  <c:v>0.3501504629603005</c:v>
                </c:pt>
                <c:pt idx="30254">
                  <c:v>0.35016203703708015</c:v>
                </c:pt>
                <c:pt idx="30255">
                  <c:v>0.35017361110658385</c:v>
                </c:pt>
                <c:pt idx="30256">
                  <c:v>0.3501851851833635</c:v>
                </c:pt>
                <c:pt idx="30257">
                  <c:v>0.35019675926014315</c:v>
                </c:pt>
                <c:pt idx="30258">
                  <c:v>0.35020833332964685</c:v>
                </c:pt>
                <c:pt idx="30259">
                  <c:v>0.3502199074064265</c:v>
                </c:pt>
                <c:pt idx="30260">
                  <c:v>0.3502314814759302</c:v>
                </c:pt>
                <c:pt idx="30261">
                  <c:v>0.35024305555270985</c:v>
                </c:pt>
                <c:pt idx="30262">
                  <c:v>0.3502546296294895</c:v>
                </c:pt>
                <c:pt idx="30263">
                  <c:v>0.35026620369899319</c:v>
                </c:pt>
                <c:pt idx="30264">
                  <c:v>0.35027777777577285</c:v>
                </c:pt>
                <c:pt idx="30265">
                  <c:v>0.3502893518525525</c:v>
                </c:pt>
                <c:pt idx="30266">
                  <c:v>0.35030092592205619</c:v>
                </c:pt>
                <c:pt idx="30267">
                  <c:v>0.35031249999883585</c:v>
                </c:pt>
                <c:pt idx="30268">
                  <c:v>0.35032407406833954</c:v>
                </c:pt>
                <c:pt idx="30269">
                  <c:v>0.35033564814511919</c:v>
                </c:pt>
                <c:pt idx="30270">
                  <c:v>0.35034722222189885</c:v>
                </c:pt>
                <c:pt idx="30271">
                  <c:v>0.35035879629140254</c:v>
                </c:pt>
                <c:pt idx="30272">
                  <c:v>0.35037037036818219</c:v>
                </c:pt>
                <c:pt idx="30273">
                  <c:v>0.35038194444496185</c:v>
                </c:pt>
                <c:pt idx="30274">
                  <c:v>0.35039351851446554</c:v>
                </c:pt>
                <c:pt idx="30275">
                  <c:v>0.35040509259124519</c:v>
                </c:pt>
                <c:pt idx="30276">
                  <c:v>0.35041666666074889</c:v>
                </c:pt>
                <c:pt idx="30277">
                  <c:v>0.35042824073752854</c:v>
                </c:pt>
                <c:pt idx="30278">
                  <c:v>0.35043981481430819</c:v>
                </c:pt>
                <c:pt idx="30279">
                  <c:v>0.35045138888381189</c:v>
                </c:pt>
                <c:pt idx="30280">
                  <c:v>0.35046296296059154</c:v>
                </c:pt>
                <c:pt idx="30281">
                  <c:v>0.35047453703737119</c:v>
                </c:pt>
                <c:pt idx="30282">
                  <c:v>0.35048611110687489</c:v>
                </c:pt>
                <c:pt idx="30283">
                  <c:v>0.35049768518365454</c:v>
                </c:pt>
                <c:pt idx="30284">
                  <c:v>0.35050925926043419</c:v>
                </c:pt>
                <c:pt idx="30285">
                  <c:v>0.35052083332993789</c:v>
                </c:pt>
                <c:pt idx="30286">
                  <c:v>0.35053240740671754</c:v>
                </c:pt>
                <c:pt idx="30287">
                  <c:v>0.35054398147622123</c:v>
                </c:pt>
                <c:pt idx="30288">
                  <c:v>0.35055555555300089</c:v>
                </c:pt>
                <c:pt idx="30289">
                  <c:v>0.35056712962978054</c:v>
                </c:pt>
                <c:pt idx="30290">
                  <c:v>0.35057870369928423</c:v>
                </c:pt>
                <c:pt idx="30291">
                  <c:v>0.35059027777606389</c:v>
                </c:pt>
                <c:pt idx="30292">
                  <c:v>0.35060185185284354</c:v>
                </c:pt>
                <c:pt idx="30293">
                  <c:v>0.35061342592234723</c:v>
                </c:pt>
                <c:pt idx="30294">
                  <c:v>0.35062499999912689</c:v>
                </c:pt>
                <c:pt idx="30295">
                  <c:v>0.35063657406863058</c:v>
                </c:pt>
                <c:pt idx="30296">
                  <c:v>0.35064814814541023</c:v>
                </c:pt>
                <c:pt idx="30297">
                  <c:v>0.35065972222218988</c:v>
                </c:pt>
                <c:pt idx="30298">
                  <c:v>0.35067129629169358</c:v>
                </c:pt>
                <c:pt idx="30299">
                  <c:v>0.35068287036847323</c:v>
                </c:pt>
                <c:pt idx="30300">
                  <c:v>0.35069444444525288</c:v>
                </c:pt>
                <c:pt idx="30301">
                  <c:v>0.35070601851475658</c:v>
                </c:pt>
                <c:pt idx="30302">
                  <c:v>0.35071759259153623</c:v>
                </c:pt>
                <c:pt idx="30303">
                  <c:v>0.35072916666103993</c:v>
                </c:pt>
                <c:pt idx="30304">
                  <c:v>0.35074074073781958</c:v>
                </c:pt>
                <c:pt idx="30305">
                  <c:v>0.35075231481459923</c:v>
                </c:pt>
                <c:pt idx="30306">
                  <c:v>0.35076388888410293</c:v>
                </c:pt>
                <c:pt idx="30307">
                  <c:v>0.35077546296088258</c:v>
                </c:pt>
                <c:pt idx="30308">
                  <c:v>0.35078703703766223</c:v>
                </c:pt>
                <c:pt idx="30309">
                  <c:v>0.35079861110716593</c:v>
                </c:pt>
                <c:pt idx="30310">
                  <c:v>0.35081018518394558</c:v>
                </c:pt>
                <c:pt idx="30311">
                  <c:v>0.35082175925344927</c:v>
                </c:pt>
                <c:pt idx="30312">
                  <c:v>0.35083333333022892</c:v>
                </c:pt>
                <c:pt idx="30313">
                  <c:v>0.35084490740700858</c:v>
                </c:pt>
                <c:pt idx="30314">
                  <c:v>0.35085648147651227</c:v>
                </c:pt>
                <c:pt idx="30315">
                  <c:v>0.35086805555329192</c:v>
                </c:pt>
                <c:pt idx="30316">
                  <c:v>0.35087962963007158</c:v>
                </c:pt>
                <c:pt idx="30317">
                  <c:v>0.35089120369957527</c:v>
                </c:pt>
                <c:pt idx="30318">
                  <c:v>0.35090277777635492</c:v>
                </c:pt>
                <c:pt idx="30319">
                  <c:v>0.35091435185313458</c:v>
                </c:pt>
                <c:pt idx="30320">
                  <c:v>0.35092592592263827</c:v>
                </c:pt>
                <c:pt idx="30321">
                  <c:v>0.35093749999941792</c:v>
                </c:pt>
                <c:pt idx="30322">
                  <c:v>0.35094907406892162</c:v>
                </c:pt>
                <c:pt idx="30323">
                  <c:v>0.35096064814570127</c:v>
                </c:pt>
                <c:pt idx="30324">
                  <c:v>0.35097222222248092</c:v>
                </c:pt>
                <c:pt idx="30325">
                  <c:v>0.35098379629198462</c:v>
                </c:pt>
                <c:pt idx="30326">
                  <c:v>0.35099537036876427</c:v>
                </c:pt>
                <c:pt idx="30327">
                  <c:v>0.35100694444554392</c:v>
                </c:pt>
                <c:pt idx="30328">
                  <c:v>0.35101851851504762</c:v>
                </c:pt>
                <c:pt idx="30329">
                  <c:v>0.35103009259182727</c:v>
                </c:pt>
                <c:pt idx="30330">
                  <c:v>0.35104166666133096</c:v>
                </c:pt>
                <c:pt idx="30331">
                  <c:v>0.35105324073811062</c:v>
                </c:pt>
                <c:pt idx="30332">
                  <c:v>0.35106481481489027</c:v>
                </c:pt>
                <c:pt idx="30333">
                  <c:v>0.35107638888439396</c:v>
                </c:pt>
                <c:pt idx="30334">
                  <c:v>0.35108796296117362</c:v>
                </c:pt>
                <c:pt idx="30335">
                  <c:v>0.35109953703795327</c:v>
                </c:pt>
                <c:pt idx="30336">
                  <c:v>0.35111111110745696</c:v>
                </c:pt>
                <c:pt idx="30337">
                  <c:v>0.35112268518423662</c:v>
                </c:pt>
                <c:pt idx="30338">
                  <c:v>0.35113425925374031</c:v>
                </c:pt>
                <c:pt idx="30339">
                  <c:v>0.35114583333051996</c:v>
                </c:pt>
                <c:pt idx="30340">
                  <c:v>0.35115740740729962</c:v>
                </c:pt>
                <c:pt idx="30341">
                  <c:v>0.35116898147680331</c:v>
                </c:pt>
                <c:pt idx="30342">
                  <c:v>0.35118055555358296</c:v>
                </c:pt>
                <c:pt idx="30343">
                  <c:v>0.35119212963036261</c:v>
                </c:pt>
                <c:pt idx="30344">
                  <c:v>0.35120370369986631</c:v>
                </c:pt>
                <c:pt idx="30345">
                  <c:v>0.35121527777664596</c:v>
                </c:pt>
                <c:pt idx="30346">
                  <c:v>0.35122685184614966</c:v>
                </c:pt>
                <c:pt idx="30347">
                  <c:v>0.35123842592292931</c:v>
                </c:pt>
                <c:pt idx="30348">
                  <c:v>0.35124999999970896</c:v>
                </c:pt>
                <c:pt idx="30349">
                  <c:v>0.35126157406921266</c:v>
                </c:pt>
                <c:pt idx="30350">
                  <c:v>0.35127314814599231</c:v>
                </c:pt>
                <c:pt idx="30351">
                  <c:v>0.35128472222277196</c:v>
                </c:pt>
                <c:pt idx="30352">
                  <c:v>0.35129629629227566</c:v>
                </c:pt>
                <c:pt idx="30353">
                  <c:v>0.35130787036905531</c:v>
                </c:pt>
                <c:pt idx="30354">
                  <c:v>0.351319444438559</c:v>
                </c:pt>
                <c:pt idx="30355">
                  <c:v>0.35133101851533866</c:v>
                </c:pt>
                <c:pt idx="30356">
                  <c:v>0.35134259259211831</c:v>
                </c:pt>
                <c:pt idx="30357">
                  <c:v>0.351354166661622</c:v>
                </c:pt>
                <c:pt idx="30358">
                  <c:v>0.35136574073840166</c:v>
                </c:pt>
                <c:pt idx="30359">
                  <c:v>0.35137731481518131</c:v>
                </c:pt>
                <c:pt idx="30360">
                  <c:v>0.351388888884685</c:v>
                </c:pt>
                <c:pt idx="30361">
                  <c:v>0.35140046296146465</c:v>
                </c:pt>
                <c:pt idx="30362">
                  <c:v>0.35141203703824431</c:v>
                </c:pt>
                <c:pt idx="30363">
                  <c:v>0.351423611107748</c:v>
                </c:pt>
                <c:pt idx="30364">
                  <c:v>0.35143518518452765</c:v>
                </c:pt>
                <c:pt idx="30365">
                  <c:v>0.35144675925403135</c:v>
                </c:pt>
                <c:pt idx="30366">
                  <c:v>0.351458333330811</c:v>
                </c:pt>
                <c:pt idx="30367">
                  <c:v>0.35146990740759065</c:v>
                </c:pt>
                <c:pt idx="30368">
                  <c:v>0.35148148147709435</c:v>
                </c:pt>
                <c:pt idx="30369">
                  <c:v>0.351493055553874</c:v>
                </c:pt>
                <c:pt idx="30370">
                  <c:v>0.35150462963065365</c:v>
                </c:pt>
                <c:pt idx="30371">
                  <c:v>0.35151620370015735</c:v>
                </c:pt>
                <c:pt idx="30372">
                  <c:v>0.351527777776937</c:v>
                </c:pt>
                <c:pt idx="30373">
                  <c:v>0.3515393518464407</c:v>
                </c:pt>
                <c:pt idx="30374">
                  <c:v>0.35155092592322035</c:v>
                </c:pt>
                <c:pt idx="30375">
                  <c:v>0.3515625</c:v>
                </c:pt>
                <c:pt idx="30376">
                  <c:v>0.35157407406950369</c:v>
                </c:pt>
                <c:pt idx="30377">
                  <c:v>0.35158564814628335</c:v>
                </c:pt>
                <c:pt idx="30378">
                  <c:v>0.351597222223063</c:v>
                </c:pt>
                <c:pt idx="30379">
                  <c:v>0.35160879629256669</c:v>
                </c:pt>
                <c:pt idx="30380">
                  <c:v>0.35162037036934635</c:v>
                </c:pt>
                <c:pt idx="30381">
                  <c:v>0.35163194443885004</c:v>
                </c:pt>
                <c:pt idx="30382">
                  <c:v>0.35164351851562969</c:v>
                </c:pt>
                <c:pt idx="30383">
                  <c:v>0.35165509259240935</c:v>
                </c:pt>
                <c:pt idx="30384">
                  <c:v>0.35166666666191304</c:v>
                </c:pt>
                <c:pt idx="30385">
                  <c:v>0.35167824073869269</c:v>
                </c:pt>
                <c:pt idx="30386">
                  <c:v>0.35168981481547235</c:v>
                </c:pt>
                <c:pt idx="30387">
                  <c:v>0.35170138888497604</c:v>
                </c:pt>
                <c:pt idx="30388">
                  <c:v>0.35171296296175569</c:v>
                </c:pt>
                <c:pt idx="30389">
                  <c:v>0.35172453703125939</c:v>
                </c:pt>
                <c:pt idx="30390">
                  <c:v>0.35173611110803904</c:v>
                </c:pt>
                <c:pt idx="30391">
                  <c:v>0.35174768518481869</c:v>
                </c:pt>
                <c:pt idx="30392">
                  <c:v>0.35175925925432239</c:v>
                </c:pt>
                <c:pt idx="30393">
                  <c:v>0.35177083333110204</c:v>
                </c:pt>
                <c:pt idx="30394">
                  <c:v>0.35178240740788169</c:v>
                </c:pt>
                <c:pt idx="30395">
                  <c:v>0.35179398147738539</c:v>
                </c:pt>
                <c:pt idx="30396">
                  <c:v>0.35180555555416504</c:v>
                </c:pt>
                <c:pt idx="30397">
                  <c:v>0.35181712963094469</c:v>
                </c:pt>
                <c:pt idx="30398">
                  <c:v>0.35182870370044839</c:v>
                </c:pt>
                <c:pt idx="30399">
                  <c:v>0.35184027777722804</c:v>
                </c:pt>
                <c:pt idx="30400">
                  <c:v>0.35185185184673173</c:v>
                </c:pt>
                <c:pt idx="30401">
                  <c:v>0.35186342592351139</c:v>
                </c:pt>
                <c:pt idx="30402">
                  <c:v>0.35187500000029104</c:v>
                </c:pt>
                <c:pt idx="30403">
                  <c:v>0.35188657406979473</c:v>
                </c:pt>
                <c:pt idx="30404">
                  <c:v>0.35189814814657439</c:v>
                </c:pt>
                <c:pt idx="30405">
                  <c:v>0.35190972222335404</c:v>
                </c:pt>
                <c:pt idx="30406">
                  <c:v>0.35192129629285773</c:v>
                </c:pt>
                <c:pt idx="30407">
                  <c:v>0.35193287036963739</c:v>
                </c:pt>
                <c:pt idx="30408">
                  <c:v>0.35194444443914108</c:v>
                </c:pt>
                <c:pt idx="30409">
                  <c:v>0.35195601851592073</c:v>
                </c:pt>
                <c:pt idx="30410">
                  <c:v>0.35196759259270038</c:v>
                </c:pt>
                <c:pt idx="30411">
                  <c:v>0.35197916666220408</c:v>
                </c:pt>
                <c:pt idx="30412">
                  <c:v>0.35199074073898373</c:v>
                </c:pt>
                <c:pt idx="30413">
                  <c:v>0.35200231481576338</c:v>
                </c:pt>
                <c:pt idx="30414">
                  <c:v>0.35201388888526708</c:v>
                </c:pt>
                <c:pt idx="30415">
                  <c:v>0.35202546296204673</c:v>
                </c:pt>
                <c:pt idx="30416">
                  <c:v>0.35203703703155043</c:v>
                </c:pt>
                <c:pt idx="30417">
                  <c:v>0.35204861110833008</c:v>
                </c:pt>
                <c:pt idx="30418">
                  <c:v>0.35206018518510973</c:v>
                </c:pt>
                <c:pt idx="30419">
                  <c:v>0.35207175925461343</c:v>
                </c:pt>
                <c:pt idx="30420">
                  <c:v>0.35208333333139308</c:v>
                </c:pt>
                <c:pt idx="30421">
                  <c:v>0.35209490740817273</c:v>
                </c:pt>
                <c:pt idx="30422">
                  <c:v>0.35210648147767643</c:v>
                </c:pt>
                <c:pt idx="30423">
                  <c:v>0.35211805555445608</c:v>
                </c:pt>
                <c:pt idx="30424">
                  <c:v>0.35212962962395977</c:v>
                </c:pt>
                <c:pt idx="30425">
                  <c:v>0.35214120370073942</c:v>
                </c:pt>
                <c:pt idx="30426">
                  <c:v>0.35215277777751908</c:v>
                </c:pt>
                <c:pt idx="30427">
                  <c:v>0.35216435184702277</c:v>
                </c:pt>
                <c:pt idx="30428">
                  <c:v>0.35217592592380242</c:v>
                </c:pt>
                <c:pt idx="30429">
                  <c:v>0.35218750000058208</c:v>
                </c:pt>
                <c:pt idx="30430">
                  <c:v>0.35219907407008577</c:v>
                </c:pt>
                <c:pt idx="30431">
                  <c:v>0.35221064814686542</c:v>
                </c:pt>
                <c:pt idx="30432">
                  <c:v>0.35222222221636912</c:v>
                </c:pt>
                <c:pt idx="30433">
                  <c:v>0.35223379629314877</c:v>
                </c:pt>
                <c:pt idx="30434">
                  <c:v>0.35224537036992842</c:v>
                </c:pt>
                <c:pt idx="30435">
                  <c:v>0.35225694443943212</c:v>
                </c:pt>
                <c:pt idx="30436">
                  <c:v>0.35226851851621177</c:v>
                </c:pt>
                <c:pt idx="30437">
                  <c:v>0.35228009259299142</c:v>
                </c:pt>
                <c:pt idx="30438">
                  <c:v>0.35229166666249512</c:v>
                </c:pt>
                <c:pt idx="30439">
                  <c:v>0.35230324073927477</c:v>
                </c:pt>
                <c:pt idx="30440">
                  <c:v>0.35231481481605442</c:v>
                </c:pt>
                <c:pt idx="30441">
                  <c:v>0.35232638888555812</c:v>
                </c:pt>
                <c:pt idx="30442">
                  <c:v>0.35233796296233777</c:v>
                </c:pt>
                <c:pt idx="30443">
                  <c:v>0.35234953703184146</c:v>
                </c:pt>
                <c:pt idx="30444">
                  <c:v>0.35236111110862112</c:v>
                </c:pt>
                <c:pt idx="30445">
                  <c:v>0.35237268518540077</c:v>
                </c:pt>
                <c:pt idx="30446">
                  <c:v>0.35238425925490446</c:v>
                </c:pt>
                <c:pt idx="30447">
                  <c:v>0.35239583333168412</c:v>
                </c:pt>
                <c:pt idx="30448">
                  <c:v>0.35240740740846377</c:v>
                </c:pt>
                <c:pt idx="30449">
                  <c:v>0.35241898147796746</c:v>
                </c:pt>
                <c:pt idx="30450">
                  <c:v>0.35243055555474712</c:v>
                </c:pt>
                <c:pt idx="30451">
                  <c:v>0.35244212962425081</c:v>
                </c:pt>
                <c:pt idx="30452">
                  <c:v>0.35245370370103046</c:v>
                </c:pt>
                <c:pt idx="30453">
                  <c:v>0.35246527777781012</c:v>
                </c:pt>
                <c:pt idx="30454">
                  <c:v>0.35247685184731381</c:v>
                </c:pt>
                <c:pt idx="30455">
                  <c:v>0.35248842592409346</c:v>
                </c:pt>
                <c:pt idx="30456">
                  <c:v>0.35250000000087311</c:v>
                </c:pt>
                <c:pt idx="30457">
                  <c:v>0.35251157407037681</c:v>
                </c:pt>
                <c:pt idx="30458">
                  <c:v>0.35252314814715646</c:v>
                </c:pt>
                <c:pt idx="30459">
                  <c:v>0.35253472221666016</c:v>
                </c:pt>
                <c:pt idx="30460">
                  <c:v>0.35254629629343981</c:v>
                </c:pt>
                <c:pt idx="30461">
                  <c:v>0.35255787037021946</c:v>
                </c:pt>
                <c:pt idx="30462">
                  <c:v>0.35256944443972316</c:v>
                </c:pt>
                <c:pt idx="30463">
                  <c:v>0.35258101851650281</c:v>
                </c:pt>
                <c:pt idx="30464">
                  <c:v>0.35259259259328246</c:v>
                </c:pt>
                <c:pt idx="30465">
                  <c:v>0.35260416666278616</c:v>
                </c:pt>
                <c:pt idx="30466">
                  <c:v>0.35261574073956581</c:v>
                </c:pt>
                <c:pt idx="30467">
                  <c:v>0.3526273148090695</c:v>
                </c:pt>
                <c:pt idx="30468">
                  <c:v>0.35263888888584916</c:v>
                </c:pt>
                <c:pt idx="30469">
                  <c:v>0.35265046296262881</c:v>
                </c:pt>
                <c:pt idx="30470">
                  <c:v>0.3526620370321325</c:v>
                </c:pt>
                <c:pt idx="30471">
                  <c:v>0.35267361110891216</c:v>
                </c:pt>
                <c:pt idx="30472">
                  <c:v>0.35268518518569181</c:v>
                </c:pt>
                <c:pt idx="30473">
                  <c:v>0.3526967592551955</c:v>
                </c:pt>
                <c:pt idx="30474">
                  <c:v>0.35270833333197515</c:v>
                </c:pt>
                <c:pt idx="30475">
                  <c:v>0.35271990740147885</c:v>
                </c:pt>
                <c:pt idx="30476">
                  <c:v>0.3527314814782585</c:v>
                </c:pt>
                <c:pt idx="30477">
                  <c:v>0.35274305555503815</c:v>
                </c:pt>
                <c:pt idx="30478">
                  <c:v>0.35275462962454185</c:v>
                </c:pt>
                <c:pt idx="30479">
                  <c:v>0.3527662037013215</c:v>
                </c:pt>
                <c:pt idx="30480">
                  <c:v>0.35277777777810115</c:v>
                </c:pt>
                <c:pt idx="30481">
                  <c:v>0.35278935184760485</c:v>
                </c:pt>
                <c:pt idx="30482">
                  <c:v>0.3528009259243845</c:v>
                </c:pt>
                <c:pt idx="30483">
                  <c:v>0.35281250000116415</c:v>
                </c:pt>
                <c:pt idx="30484">
                  <c:v>0.35282407407066785</c:v>
                </c:pt>
                <c:pt idx="30485">
                  <c:v>0.3528356481474475</c:v>
                </c:pt>
                <c:pt idx="30486">
                  <c:v>0.3528472222169512</c:v>
                </c:pt>
                <c:pt idx="30487">
                  <c:v>0.35285879629373085</c:v>
                </c:pt>
                <c:pt idx="30488">
                  <c:v>0.3528703703705105</c:v>
                </c:pt>
                <c:pt idx="30489">
                  <c:v>0.35288194444001419</c:v>
                </c:pt>
                <c:pt idx="30490">
                  <c:v>0.35289351851679385</c:v>
                </c:pt>
                <c:pt idx="30491">
                  <c:v>0.3529050925935735</c:v>
                </c:pt>
                <c:pt idx="30492">
                  <c:v>0.35291666666307719</c:v>
                </c:pt>
                <c:pt idx="30493">
                  <c:v>0.35292824073985685</c:v>
                </c:pt>
                <c:pt idx="30494">
                  <c:v>0.35293981480936054</c:v>
                </c:pt>
                <c:pt idx="30495">
                  <c:v>0.35295138888614019</c:v>
                </c:pt>
                <c:pt idx="30496">
                  <c:v>0.35296296296291985</c:v>
                </c:pt>
                <c:pt idx="30497">
                  <c:v>0.35297453703242354</c:v>
                </c:pt>
                <c:pt idx="30498">
                  <c:v>0.35298611110920319</c:v>
                </c:pt>
                <c:pt idx="30499">
                  <c:v>0.35299768518598285</c:v>
                </c:pt>
                <c:pt idx="30500">
                  <c:v>0.35300925925548654</c:v>
                </c:pt>
                <c:pt idx="30501">
                  <c:v>0.35302083333226619</c:v>
                </c:pt>
                <c:pt idx="30502">
                  <c:v>0.35303240740176989</c:v>
                </c:pt>
                <c:pt idx="30503">
                  <c:v>0.35304398147854954</c:v>
                </c:pt>
                <c:pt idx="30504">
                  <c:v>0.35305555555532919</c:v>
                </c:pt>
                <c:pt idx="30505">
                  <c:v>0.35306712962483289</c:v>
                </c:pt>
                <c:pt idx="30506">
                  <c:v>0.35307870370161254</c:v>
                </c:pt>
                <c:pt idx="30507">
                  <c:v>0.35309027777839219</c:v>
                </c:pt>
                <c:pt idx="30508">
                  <c:v>0.35310185184789589</c:v>
                </c:pt>
                <c:pt idx="30509">
                  <c:v>0.35311342592467554</c:v>
                </c:pt>
                <c:pt idx="30510">
                  <c:v>0.35312499999417923</c:v>
                </c:pt>
                <c:pt idx="30511">
                  <c:v>0.35313657407095889</c:v>
                </c:pt>
                <c:pt idx="30512">
                  <c:v>0.35314814814773854</c:v>
                </c:pt>
                <c:pt idx="30513">
                  <c:v>0.35315972221724223</c:v>
                </c:pt>
                <c:pt idx="30514">
                  <c:v>0.35317129629402189</c:v>
                </c:pt>
                <c:pt idx="30515">
                  <c:v>0.35318287037080154</c:v>
                </c:pt>
                <c:pt idx="30516">
                  <c:v>0.35319444444030523</c:v>
                </c:pt>
                <c:pt idx="30517">
                  <c:v>0.35320601851708489</c:v>
                </c:pt>
                <c:pt idx="30518">
                  <c:v>0.35321759259386454</c:v>
                </c:pt>
                <c:pt idx="30519">
                  <c:v>0.35322916666336823</c:v>
                </c:pt>
                <c:pt idx="30520">
                  <c:v>0.35324074074014788</c:v>
                </c:pt>
                <c:pt idx="30521">
                  <c:v>0.35325231480965158</c:v>
                </c:pt>
                <c:pt idx="30522">
                  <c:v>0.35326388888643123</c:v>
                </c:pt>
                <c:pt idx="30523">
                  <c:v>0.35327546296321088</c:v>
                </c:pt>
                <c:pt idx="30524">
                  <c:v>0.35328703703271458</c:v>
                </c:pt>
                <c:pt idx="30525">
                  <c:v>0.35329861110949423</c:v>
                </c:pt>
                <c:pt idx="30526">
                  <c:v>0.35331018518627388</c:v>
                </c:pt>
                <c:pt idx="30527">
                  <c:v>0.35332175925577758</c:v>
                </c:pt>
                <c:pt idx="30528">
                  <c:v>0.35333333333255723</c:v>
                </c:pt>
                <c:pt idx="30529">
                  <c:v>0.35334490740206093</c:v>
                </c:pt>
                <c:pt idx="30530">
                  <c:v>0.35335648147884058</c:v>
                </c:pt>
                <c:pt idx="30531">
                  <c:v>0.35336805555562023</c:v>
                </c:pt>
                <c:pt idx="30532">
                  <c:v>0.35337962962512393</c:v>
                </c:pt>
                <c:pt idx="30533">
                  <c:v>0.35339120370190358</c:v>
                </c:pt>
                <c:pt idx="30534">
                  <c:v>0.35340277777868323</c:v>
                </c:pt>
                <c:pt idx="30535">
                  <c:v>0.35341435184818693</c:v>
                </c:pt>
                <c:pt idx="30536">
                  <c:v>0.35342592592496658</c:v>
                </c:pt>
                <c:pt idx="30537">
                  <c:v>0.35343749999447027</c:v>
                </c:pt>
                <c:pt idx="30538">
                  <c:v>0.35344907407124992</c:v>
                </c:pt>
                <c:pt idx="30539">
                  <c:v>0.35346064814802958</c:v>
                </c:pt>
                <c:pt idx="30540">
                  <c:v>0.35347222221753327</c:v>
                </c:pt>
                <c:pt idx="30541">
                  <c:v>0.35348379629431292</c:v>
                </c:pt>
                <c:pt idx="30542">
                  <c:v>0.35349537037109258</c:v>
                </c:pt>
                <c:pt idx="30543">
                  <c:v>0.35350694444059627</c:v>
                </c:pt>
                <c:pt idx="30544">
                  <c:v>0.35351851851737592</c:v>
                </c:pt>
                <c:pt idx="30545">
                  <c:v>0.35353009258687962</c:v>
                </c:pt>
                <c:pt idx="30546">
                  <c:v>0.35354166666365927</c:v>
                </c:pt>
                <c:pt idx="30547">
                  <c:v>0.35355324074043892</c:v>
                </c:pt>
                <c:pt idx="30548">
                  <c:v>0.35356481480994262</c:v>
                </c:pt>
                <c:pt idx="30549">
                  <c:v>0.35357638888672227</c:v>
                </c:pt>
                <c:pt idx="30550">
                  <c:v>0.35358796296350192</c:v>
                </c:pt>
                <c:pt idx="30551">
                  <c:v>0.35359953703300562</c:v>
                </c:pt>
                <c:pt idx="30552">
                  <c:v>0.35361111110978527</c:v>
                </c:pt>
                <c:pt idx="30553">
                  <c:v>0.35362268517928896</c:v>
                </c:pt>
                <c:pt idx="30554">
                  <c:v>0.35363425925606862</c:v>
                </c:pt>
                <c:pt idx="30555">
                  <c:v>0.35364583333284827</c:v>
                </c:pt>
                <c:pt idx="30556">
                  <c:v>0.35365740740235196</c:v>
                </c:pt>
                <c:pt idx="30557">
                  <c:v>0.35366898147913162</c:v>
                </c:pt>
                <c:pt idx="30558">
                  <c:v>0.35368055555591127</c:v>
                </c:pt>
                <c:pt idx="30559">
                  <c:v>0.35369212962541496</c:v>
                </c:pt>
                <c:pt idx="30560">
                  <c:v>0.35370370370219462</c:v>
                </c:pt>
                <c:pt idx="30561">
                  <c:v>0.35371527777897427</c:v>
                </c:pt>
                <c:pt idx="30562">
                  <c:v>0.35372685184847796</c:v>
                </c:pt>
                <c:pt idx="30563">
                  <c:v>0.35373842592525762</c:v>
                </c:pt>
                <c:pt idx="30564">
                  <c:v>0.35374999999476131</c:v>
                </c:pt>
                <c:pt idx="30565">
                  <c:v>0.35376157407154096</c:v>
                </c:pt>
                <c:pt idx="30566">
                  <c:v>0.35377314814832062</c:v>
                </c:pt>
                <c:pt idx="30567">
                  <c:v>0.35378472221782431</c:v>
                </c:pt>
                <c:pt idx="30568">
                  <c:v>0.35379629629460396</c:v>
                </c:pt>
                <c:pt idx="30569">
                  <c:v>0.35380787037138361</c:v>
                </c:pt>
                <c:pt idx="30570">
                  <c:v>0.35381944444088731</c:v>
                </c:pt>
                <c:pt idx="30571">
                  <c:v>0.35383101851766696</c:v>
                </c:pt>
                <c:pt idx="30572">
                  <c:v>0.35384259258717066</c:v>
                </c:pt>
                <c:pt idx="30573">
                  <c:v>0.35385416666395031</c:v>
                </c:pt>
                <c:pt idx="30574">
                  <c:v>0.35386574074072996</c:v>
                </c:pt>
                <c:pt idx="30575">
                  <c:v>0.35387731481023366</c:v>
                </c:pt>
                <c:pt idx="30576">
                  <c:v>0.35388888888701331</c:v>
                </c:pt>
                <c:pt idx="30577">
                  <c:v>0.35390046296379296</c:v>
                </c:pt>
                <c:pt idx="30578">
                  <c:v>0.35391203703329666</c:v>
                </c:pt>
                <c:pt idx="30579">
                  <c:v>0.35392361111007631</c:v>
                </c:pt>
                <c:pt idx="30580">
                  <c:v>0.35393518517958</c:v>
                </c:pt>
                <c:pt idx="30581">
                  <c:v>0.35394675925635966</c:v>
                </c:pt>
                <c:pt idx="30582">
                  <c:v>0.35395833333313931</c:v>
                </c:pt>
                <c:pt idx="30583">
                  <c:v>0.353969907402643</c:v>
                </c:pt>
                <c:pt idx="30584">
                  <c:v>0.35398148147942265</c:v>
                </c:pt>
                <c:pt idx="30585">
                  <c:v>0.35399305555620231</c:v>
                </c:pt>
                <c:pt idx="30586">
                  <c:v>0.354004629625706</c:v>
                </c:pt>
                <c:pt idx="30587">
                  <c:v>0.35401620370248565</c:v>
                </c:pt>
                <c:pt idx="30588">
                  <c:v>0.35402777777198935</c:v>
                </c:pt>
                <c:pt idx="30589">
                  <c:v>0.354039351848769</c:v>
                </c:pt>
                <c:pt idx="30590">
                  <c:v>0.35405092592554865</c:v>
                </c:pt>
                <c:pt idx="30591">
                  <c:v>0.35406249999505235</c:v>
                </c:pt>
                <c:pt idx="30592">
                  <c:v>0.354074074071832</c:v>
                </c:pt>
                <c:pt idx="30593">
                  <c:v>0.35408564814861165</c:v>
                </c:pt>
                <c:pt idx="30594">
                  <c:v>0.35409722221811535</c:v>
                </c:pt>
                <c:pt idx="30595">
                  <c:v>0.354108796294895</c:v>
                </c:pt>
                <c:pt idx="30596">
                  <c:v>0.35412037037167465</c:v>
                </c:pt>
                <c:pt idx="30597">
                  <c:v>0.35413194444117835</c:v>
                </c:pt>
                <c:pt idx="30598">
                  <c:v>0.354143518517958</c:v>
                </c:pt>
                <c:pt idx="30599">
                  <c:v>0.3541550925874617</c:v>
                </c:pt>
                <c:pt idx="30600">
                  <c:v>0.35416666666424135</c:v>
                </c:pt>
                <c:pt idx="30601">
                  <c:v>0.354178240741021</c:v>
                </c:pt>
                <c:pt idx="30602">
                  <c:v>0.35418981481052469</c:v>
                </c:pt>
                <c:pt idx="30603">
                  <c:v>0.35420138888730435</c:v>
                </c:pt>
                <c:pt idx="30604">
                  <c:v>0.354212962964084</c:v>
                </c:pt>
                <c:pt idx="30605">
                  <c:v>0.35422453703358769</c:v>
                </c:pt>
                <c:pt idx="30606">
                  <c:v>0.35423611111036735</c:v>
                </c:pt>
                <c:pt idx="30607">
                  <c:v>0.35424768517987104</c:v>
                </c:pt>
                <c:pt idx="30608">
                  <c:v>0.35425925925665069</c:v>
                </c:pt>
                <c:pt idx="30609">
                  <c:v>0.35427083333343035</c:v>
                </c:pt>
                <c:pt idx="30610">
                  <c:v>0.35428240740293404</c:v>
                </c:pt>
                <c:pt idx="30611">
                  <c:v>0.35429398147971369</c:v>
                </c:pt>
                <c:pt idx="30612">
                  <c:v>0.35430555555649335</c:v>
                </c:pt>
                <c:pt idx="30613">
                  <c:v>0.35431712962599704</c:v>
                </c:pt>
                <c:pt idx="30614">
                  <c:v>0.35432870370277669</c:v>
                </c:pt>
                <c:pt idx="30615">
                  <c:v>0.35434027777228039</c:v>
                </c:pt>
                <c:pt idx="30616">
                  <c:v>0.35435185184906004</c:v>
                </c:pt>
                <c:pt idx="30617">
                  <c:v>0.35436342592583969</c:v>
                </c:pt>
                <c:pt idx="30618">
                  <c:v>0.35437499999534339</c:v>
                </c:pt>
                <c:pt idx="30619">
                  <c:v>0.35438657407212304</c:v>
                </c:pt>
                <c:pt idx="30620">
                  <c:v>0.35439814814890269</c:v>
                </c:pt>
                <c:pt idx="30621">
                  <c:v>0.35440972221840639</c:v>
                </c:pt>
                <c:pt idx="30622">
                  <c:v>0.35442129629518604</c:v>
                </c:pt>
                <c:pt idx="30623">
                  <c:v>0.35443287036468973</c:v>
                </c:pt>
                <c:pt idx="30624">
                  <c:v>0.35444444444146939</c:v>
                </c:pt>
                <c:pt idx="30625">
                  <c:v>0.35445601851824904</c:v>
                </c:pt>
                <c:pt idx="30626">
                  <c:v>0.35446759258775273</c:v>
                </c:pt>
                <c:pt idx="30627">
                  <c:v>0.35447916666453239</c:v>
                </c:pt>
                <c:pt idx="30628">
                  <c:v>0.35449074074131204</c:v>
                </c:pt>
                <c:pt idx="30629">
                  <c:v>0.35450231481081573</c:v>
                </c:pt>
                <c:pt idx="30630">
                  <c:v>0.35451388888759539</c:v>
                </c:pt>
                <c:pt idx="30631">
                  <c:v>0.35452546295709908</c:v>
                </c:pt>
                <c:pt idx="30632">
                  <c:v>0.35453703703387873</c:v>
                </c:pt>
                <c:pt idx="30633">
                  <c:v>0.35454861111065838</c:v>
                </c:pt>
                <c:pt idx="30634">
                  <c:v>0.35456018518016208</c:v>
                </c:pt>
                <c:pt idx="30635">
                  <c:v>0.35457175925694173</c:v>
                </c:pt>
                <c:pt idx="30636">
                  <c:v>0.35458333333372138</c:v>
                </c:pt>
                <c:pt idx="30637">
                  <c:v>0.35459490740322508</c:v>
                </c:pt>
                <c:pt idx="30638">
                  <c:v>0.35460648148000473</c:v>
                </c:pt>
                <c:pt idx="30639">
                  <c:v>0.35461805555678438</c:v>
                </c:pt>
                <c:pt idx="30640">
                  <c:v>0.35462962962628808</c:v>
                </c:pt>
                <c:pt idx="30641">
                  <c:v>0.35464120370306773</c:v>
                </c:pt>
                <c:pt idx="30642">
                  <c:v>0.35465277777257143</c:v>
                </c:pt>
                <c:pt idx="30643">
                  <c:v>0.35466435184935108</c:v>
                </c:pt>
                <c:pt idx="30644">
                  <c:v>0.35467592592613073</c:v>
                </c:pt>
                <c:pt idx="30645">
                  <c:v>0.35468749999563443</c:v>
                </c:pt>
                <c:pt idx="30646">
                  <c:v>0.35469907407241408</c:v>
                </c:pt>
                <c:pt idx="30647">
                  <c:v>0.35471064814919373</c:v>
                </c:pt>
                <c:pt idx="30648">
                  <c:v>0.35472222221869742</c:v>
                </c:pt>
                <c:pt idx="30649">
                  <c:v>0.35473379629547708</c:v>
                </c:pt>
                <c:pt idx="30650">
                  <c:v>0.35474537036498077</c:v>
                </c:pt>
                <c:pt idx="30651">
                  <c:v>0.35475694444176042</c:v>
                </c:pt>
                <c:pt idx="30652">
                  <c:v>0.35476851851854008</c:v>
                </c:pt>
                <c:pt idx="30653">
                  <c:v>0.35478009258804377</c:v>
                </c:pt>
                <c:pt idx="30654">
                  <c:v>0.35479166666482342</c:v>
                </c:pt>
                <c:pt idx="30655">
                  <c:v>0.35480324074160308</c:v>
                </c:pt>
                <c:pt idx="30656">
                  <c:v>0.35481481481110677</c:v>
                </c:pt>
                <c:pt idx="30657">
                  <c:v>0.35482638888788642</c:v>
                </c:pt>
                <c:pt idx="30658">
                  <c:v>0.35483796295739012</c:v>
                </c:pt>
                <c:pt idx="30659">
                  <c:v>0.35484953703416977</c:v>
                </c:pt>
                <c:pt idx="30660">
                  <c:v>0.35486111111094942</c:v>
                </c:pt>
                <c:pt idx="30661">
                  <c:v>0.35487268518045312</c:v>
                </c:pt>
                <c:pt idx="30662">
                  <c:v>0.35488425925723277</c:v>
                </c:pt>
                <c:pt idx="30663">
                  <c:v>0.35489583333401242</c:v>
                </c:pt>
                <c:pt idx="30664">
                  <c:v>0.35490740740351612</c:v>
                </c:pt>
                <c:pt idx="30665">
                  <c:v>0.35491898148029577</c:v>
                </c:pt>
                <c:pt idx="30666">
                  <c:v>0.35493055554979946</c:v>
                </c:pt>
                <c:pt idx="30667">
                  <c:v>0.35494212962657912</c:v>
                </c:pt>
                <c:pt idx="30668">
                  <c:v>0.35495370370335877</c:v>
                </c:pt>
                <c:pt idx="30669">
                  <c:v>0.35496527777286246</c:v>
                </c:pt>
                <c:pt idx="30670">
                  <c:v>0.35497685184964212</c:v>
                </c:pt>
                <c:pt idx="30671">
                  <c:v>0.35498842592642177</c:v>
                </c:pt>
                <c:pt idx="30672">
                  <c:v>0.35499999999592546</c:v>
                </c:pt>
                <c:pt idx="30673">
                  <c:v>0.35501157407270512</c:v>
                </c:pt>
                <c:pt idx="30674">
                  <c:v>0.35502314814948477</c:v>
                </c:pt>
                <c:pt idx="30675">
                  <c:v>0.35503472221898846</c:v>
                </c:pt>
                <c:pt idx="30676">
                  <c:v>0.35504629629576812</c:v>
                </c:pt>
                <c:pt idx="30677">
                  <c:v>0.35505787036527181</c:v>
                </c:pt>
                <c:pt idx="30678">
                  <c:v>0.35506944444205146</c:v>
                </c:pt>
                <c:pt idx="30679">
                  <c:v>0.35508101851883112</c:v>
                </c:pt>
                <c:pt idx="30680">
                  <c:v>0.35509259258833481</c:v>
                </c:pt>
                <c:pt idx="30681">
                  <c:v>0.35510416666511446</c:v>
                </c:pt>
                <c:pt idx="30682">
                  <c:v>0.35511574074189411</c:v>
                </c:pt>
                <c:pt idx="30683">
                  <c:v>0.35512731481139781</c:v>
                </c:pt>
                <c:pt idx="30684">
                  <c:v>0.35513888888817746</c:v>
                </c:pt>
                <c:pt idx="30685">
                  <c:v>0.35515046295768116</c:v>
                </c:pt>
                <c:pt idx="30686">
                  <c:v>0.35516203703446081</c:v>
                </c:pt>
                <c:pt idx="30687">
                  <c:v>0.35517361111124046</c:v>
                </c:pt>
                <c:pt idx="30688">
                  <c:v>0.35518518518074416</c:v>
                </c:pt>
                <c:pt idx="30689">
                  <c:v>0.35519675925752381</c:v>
                </c:pt>
                <c:pt idx="30690">
                  <c:v>0.35520833333430346</c:v>
                </c:pt>
                <c:pt idx="30691">
                  <c:v>0.35521990740380716</c:v>
                </c:pt>
                <c:pt idx="30692">
                  <c:v>0.35523148148058681</c:v>
                </c:pt>
                <c:pt idx="30693">
                  <c:v>0.3552430555500905</c:v>
                </c:pt>
                <c:pt idx="30694">
                  <c:v>0.35525462962687016</c:v>
                </c:pt>
                <c:pt idx="30695">
                  <c:v>0.35526620370364981</c:v>
                </c:pt>
                <c:pt idx="30696">
                  <c:v>0.3552777777731535</c:v>
                </c:pt>
                <c:pt idx="30697">
                  <c:v>0.35528935184993315</c:v>
                </c:pt>
                <c:pt idx="30698">
                  <c:v>0.35530092592671281</c:v>
                </c:pt>
                <c:pt idx="30699">
                  <c:v>0.3553124999962165</c:v>
                </c:pt>
                <c:pt idx="30700">
                  <c:v>0.35532407407299615</c:v>
                </c:pt>
                <c:pt idx="30701">
                  <c:v>0.35533564814249985</c:v>
                </c:pt>
                <c:pt idx="30702">
                  <c:v>0.3553472222192795</c:v>
                </c:pt>
                <c:pt idx="30703">
                  <c:v>0.35535879629605915</c:v>
                </c:pt>
                <c:pt idx="30704">
                  <c:v>0.35537037036556285</c:v>
                </c:pt>
                <c:pt idx="30705">
                  <c:v>0.3553819444423425</c:v>
                </c:pt>
                <c:pt idx="30706">
                  <c:v>0.35539351851912215</c:v>
                </c:pt>
                <c:pt idx="30707">
                  <c:v>0.35540509258862585</c:v>
                </c:pt>
                <c:pt idx="30708">
                  <c:v>0.3554166666654055</c:v>
                </c:pt>
                <c:pt idx="30709">
                  <c:v>0.3554282407349092</c:v>
                </c:pt>
                <c:pt idx="30710">
                  <c:v>0.35543981481168885</c:v>
                </c:pt>
                <c:pt idx="30711">
                  <c:v>0.3554513888884685</c:v>
                </c:pt>
                <c:pt idx="30712">
                  <c:v>0.35546296295797219</c:v>
                </c:pt>
                <c:pt idx="30713">
                  <c:v>0.35547453703475185</c:v>
                </c:pt>
                <c:pt idx="30714">
                  <c:v>0.3554861111115315</c:v>
                </c:pt>
                <c:pt idx="30715">
                  <c:v>0.35549768518103519</c:v>
                </c:pt>
                <c:pt idx="30716">
                  <c:v>0.35550925925781485</c:v>
                </c:pt>
                <c:pt idx="30717">
                  <c:v>0.3555208333345945</c:v>
                </c:pt>
                <c:pt idx="30718">
                  <c:v>0.35553240740409819</c:v>
                </c:pt>
                <c:pt idx="30719">
                  <c:v>0.35554398148087785</c:v>
                </c:pt>
                <c:pt idx="30720">
                  <c:v>0.35555555555038154</c:v>
                </c:pt>
                <c:pt idx="30721">
                  <c:v>0.35556712962716119</c:v>
                </c:pt>
                <c:pt idx="30722">
                  <c:v>0.35557870370394085</c:v>
                </c:pt>
                <c:pt idx="30723">
                  <c:v>0.35559027777344454</c:v>
                </c:pt>
                <c:pt idx="30724">
                  <c:v>0.35560185185022419</c:v>
                </c:pt>
                <c:pt idx="30725">
                  <c:v>0.35561342592700385</c:v>
                </c:pt>
                <c:pt idx="30726">
                  <c:v>0.35562499999650754</c:v>
                </c:pt>
                <c:pt idx="30727">
                  <c:v>0.35563657407328719</c:v>
                </c:pt>
                <c:pt idx="30728">
                  <c:v>0.35564814814279089</c:v>
                </c:pt>
                <c:pt idx="30729">
                  <c:v>0.35565972221957054</c:v>
                </c:pt>
                <c:pt idx="30730">
                  <c:v>0.35567129629635019</c:v>
                </c:pt>
                <c:pt idx="30731">
                  <c:v>0.35568287036585389</c:v>
                </c:pt>
                <c:pt idx="30732">
                  <c:v>0.35569444444263354</c:v>
                </c:pt>
                <c:pt idx="30733">
                  <c:v>0.35570601851941319</c:v>
                </c:pt>
                <c:pt idx="30734">
                  <c:v>0.35571759258891689</c:v>
                </c:pt>
                <c:pt idx="30735">
                  <c:v>0.35572916666569654</c:v>
                </c:pt>
                <c:pt idx="30736">
                  <c:v>0.35574074073520023</c:v>
                </c:pt>
                <c:pt idx="30737">
                  <c:v>0.35575231481197989</c:v>
                </c:pt>
                <c:pt idx="30738">
                  <c:v>0.35576388888875954</c:v>
                </c:pt>
                <c:pt idx="30739">
                  <c:v>0.35577546295826323</c:v>
                </c:pt>
                <c:pt idx="30740">
                  <c:v>0.35578703703504289</c:v>
                </c:pt>
                <c:pt idx="30741">
                  <c:v>0.35579861111182254</c:v>
                </c:pt>
                <c:pt idx="30742">
                  <c:v>0.35581018518132623</c:v>
                </c:pt>
                <c:pt idx="30743">
                  <c:v>0.35582175925810589</c:v>
                </c:pt>
                <c:pt idx="30744">
                  <c:v>0.35583333332760958</c:v>
                </c:pt>
                <c:pt idx="30745">
                  <c:v>0.35584490740438923</c:v>
                </c:pt>
                <c:pt idx="30746">
                  <c:v>0.35585648148116888</c:v>
                </c:pt>
                <c:pt idx="30747">
                  <c:v>0.35586805555067258</c:v>
                </c:pt>
                <c:pt idx="30748">
                  <c:v>0.35587962962745223</c:v>
                </c:pt>
                <c:pt idx="30749">
                  <c:v>0.35589120370423188</c:v>
                </c:pt>
                <c:pt idx="30750">
                  <c:v>0.35590277777373558</c:v>
                </c:pt>
                <c:pt idx="30751">
                  <c:v>0.35591435185051523</c:v>
                </c:pt>
                <c:pt idx="30752">
                  <c:v>0.35592592592001893</c:v>
                </c:pt>
                <c:pt idx="30753">
                  <c:v>0.35593749999679858</c:v>
                </c:pt>
                <c:pt idx="30754">
                  <c:v>0.35594907407357823</c:v>
                </c:pt>
                <c:pt idx="30755">
                  <c:v>0.35596064814308193</c:v>
                </c:pt>
                <c:pt idx="30756">
                  <c:v>0.35597222221986158</c:v>
                </c:pt>
                <c:pt idx="30757">
                  <c:v>0.35598379629664123</c:v>
                </c:pt>
                <c:pt idx="30758">
                  <c:v>0.35599537036614493</c:v>
                </c:pt>
                <c:pt idx="30759">
                  <c:v>0.35600694444292458</c:v>
                </c:pt>
                <c:pt idx="30760">
                  <c:v>0.35601851851970423</c:v>
                </c:pt>
                <c:pt idx="30761">
                  <c:v>0.35603009258920792</c:v>
                </c:pt>
                <c:pt idx="30762">
                  <c:v>0.35604166666598758</c:v>
                </c:pt>
                <c:pt idx="30763">
                  <c:v>0.35605324073549127</c:v>
                </c:pt>
                <c:pt idx="30764">
                  <c:v>0.35606481481227092</c:v>
                </c:pt>
                <c:pt idx="30765">
                  <c:v>0.35607638888905058</c:v>
                </c:pt>
                <c:pt idx="30766">
                  <c:v>0.35608796295855427</c:v>
                </c:pt>
                <c:pt idx="30767">
                  <c:v>0.35609953703533392</c:v>
                </c:pt>
                <c:pt idx="30768">
                  <c:v>0.35611111111211358</c:v>
                </c:pt>
                <c:pt idx="30769">
                  <c:v>0.35612268518161727</c:v>
                </c:pt>
                <c:pt idx="30770">
                  <c:v>0.35613425925839692</c:v>
                </c:pt>
                <c:pt idx="30771">
                  <c:v>0.35614583332790062</c:v>
                </c:pt>
                <c:pt idx="30772">
                  <c:v>0.35615740740468027</c:v>
                </c:pt>
                <c:pt idx="30773">
                  <c:v>0.35616898148145992</c:v>
                </c:pt>
                <c:pt idx="30774">
                  <c:v>0.35618055555096362</c:v>
                </c:pt>
                <c:pt idx="30775">
                  <c:v>0.35619212962774327</c:v>
                </c:pt>
                <c:pt idx="30776">
                  <c:v>0.35620370370452292</c:v>
                </c:pt>
                <c:pt idx="30777">
                  <c:v>0.35621527777402662</c:v>
                </c:pt>
                <c:pt idx="30778">
                  <c:v>0.35622685185080627</c:v>
                </c:pt>
                <c:pt idx="30779">
                  <c:v>0.35623842592030996</c:v>
                </c:pt>
                <c:pt idx="30780">
                  <c:v>0.35624999999708962</c:v>
                </c:pt>
                <c:pt idx="30781">
                  <c:v>0.35626157407386927</c:v>
                </c:pt>
                <c:pt idx="30782">
                  <c:v>0.35627314814337296</c:v>
                </c:pt>
                <c:pt idx="30783">
                  <c:v>0.35628472222015262</c:v>
                </c:pt>
                <c:pt idx="30784">
                  <c:v>0.35629629629693227</c:v>
                </c:pt>
                <c:pt idx="30785">
                  <c:v>0.35630787036643596</c:v>
                </c:pt>
                <c:pt idx="30786">
                  <c:v>0.35631944444321562</c:v>
                </c:pt>
                <c:pt idx="30787">
                  <c:v>0.35633101851271931</c:v>
                </c:pt>
                <c:pt idx="30788">
                  <c:v>0.35634259258949896</c:v>
                </c:pt>
                <c:pt idx="30789">
                  <c:v>0.35635416666627862</c:v>
                </c:pt>
                <c:pt idx="30790">
                  <c:v>0.35636574073578231</c:v>
                </c:pt>
                <c:pt idx="30791">
                  <c:v>0.35637731481256196</c:v>
                </c:pt>
                <c:pt idx="30792">
                  <c:v>0.35638888888934162</c:v>
                </c:pt>
                <c:pt idx="30793">
                  <c:v>0.35640046295884531</c:v>
                </c:pt>
                <c:pt idx="30794">
                  <c:v>0.35641203703562496</c:v>
                </c:pt>
                <c:pt idx="30795">
                  <c:v>0.35642361111240461</c:v>
                </c:pt>
                <c:pt idx="30796">
                  <c:v>0.35643518518190831</c:v>
                </c:pt>
                <c:pt idx="30797">
                  <c:v>0.35644675925868796</c:v>
                </c:pt>
                <c:pt idx="30798">
                  <c:v>0.35645833332819166</c:v>
                </c:pt>
                <c:pt idx="30799">
                  <c:v>0.35646990740497131</c:v>
                </c:pt>
                <c:pt idx="30800">
                  <c:v>0.35648148148175096</c:v>
                </c:pt>
                <c:pt idx="30801">
                  <c:v>0.35649305555125466</c:v>
                </c:pt>
                <c:pt idx="30802">
                  <c:v>0.35650462962803431</c:v>
                </c:pt>
                <c:pt idx="30803">
                  <c:v>0.35651620370481396</c:v>
                </c:pt>
                <c:pt idx="30804">
                  <c:v>0.35652777777431766</c:v>
                </c:pt>
                <c:pt idx="30805">
                  <c:v>0.35653935185109731</c:v>
                </c:pt>
                <c:pt idx="30806">
                  <c:v>0.356550925920601</c:v>
                </c:pt>
                <c:pt idx="30807">
                  <c:v>0.35656249999738066</c:v>
                </c:pt>
                <c:pt idx="30808">
                  <c:v>0.35657407407416031</c:v>
                </c:pt>
                <c:pt idx="30809">
                  <c:v>0.356585648143664</c:v>
                </c:pt>
                <c:pt idx="30810">
                  <c:v>0.35659722222044365</c:v>
                </c:pt>
                <c:pt idx="30811">
                  <c:v>0.35660879629722331</c:v>
                </c:pt>
                <c:pt idx="30812">
                  <c:v>0.356620370366727</c:v>
                </c:pt>
                <c:pt idx="30813">
                  <c:v>0.35663194444350665</c:v>
                </c:pt>
                <c:pt idx="30814">
                  <c:v>0.35664351851301035</c:v>
                </c:pt>
                <c:pt idx="30815">
                  <c:v>0.35665509258979</c:v>
                </c:pt>
                <c:pt idx="30816">
                  <c:v>0.35666666666656965</c:v>
                </c:pt>
                <c:pt idx="30817">
                  <c:v>0.35667824073607335</c:v>
                </c:pt>
                <c:pt idx="30818">
                  <c:v>0.356689814812853</c:v>
                </c:pt>
                <c:pt idx="30819">
                  <c:v>0.35670138888963265</c:v>
                </c:pt>
                <c:pt idx="30820">
                  <c:v>0.35671296295913635</c:v>
                </c:pt>
                <c:pt idx="30821">
                  <c:v>0.356724537035916</c:v>
                </c:pt>
                <c:pt idx="30822">
                  <c:v>0.3567361111054197</c:v>
                </c:pt>
                <c:pt idx="30823">
                  <c:v>0.35674768518219935</c:v>
                </c:pt>
                <c:pt idx="30824">
                  <c:v>0.356759259258979</c:v>
                </c:pt>
                <c:pt idx="30825">
                  <c:v>0.35677083332848269</c:v>
                </c:pt>
                <c:pt idx="30826">
                  <c:v>0.35678240740526235</c:v>
                </c:pt>
                <c:pt idx="30827">
                  <c:v>0.356793981482042</c:v>
                </c:pt>
                <c:pt idx="30828">
                  <c:v>0.35680555555154569</c:v>
                </c:pt>
                <c:pt idx="30829">
                  <c:v>0.35681712962832535</c:v>
                </c:pt>
                <c:pt idx="30830">
                  <c:v>0.35682870369782904</c:v>
                </c:pt>
                <c:pt idx="30831">
                  <c:v>0.35684027777460869</c:v>
                </c:pt>
                <c:pt idx="30832">
                  <c:v>0.35685185185138835</c:v>
                </c:pt>
                <c:pt idx="30833">
                  <c:v>0.35686342592089204</c:v>
                </c:pt>
                <c:pt idx="30834">
                  <c:v>0.35687499999767169</c:v>
                </c:pt>
                <c:pt idx="30835">
                  <c:v>0.35688657407445135</c:v>
                </c:pt>
                <c:pt idx="30836">
                  <c:v>0.35689814814395504</c:v>
                </c:pt>
                <c:pt idx="30837">
                  <c:v>0.35690972222073469</c:v>
                </c:pt>
                <c:pt idx="30838">
                  <c:v>0.35692129629751435</c:v>
                </c:pt>
                <c:pt idx="30839">
                  <c:v>0.35693287036701804</c:v>
                </c:pt>
                <c:pt idx="30840">
                  <c:v>0.35694444444379769</c:v>
                </c:pt>
                <c:pt idx="30841">
                  <c:v>0.35695601851330139</c:v>
                </c:pt>
                <c:pt idx="30842">
                  <c:v>0.35696759259008104</c:v>
                </c:pt>
                <c:pt idx="30843">
                  <c:v>0.35697916666686069</c:v>
                </c:pt>
                <c:pt idx="30844">
                  <c:v>0.35699074073636439</c:v>
                </c:pt>
                <c:pt idx="30845">
                  <c:v>0.35700231481314404</c:v>
                </c:pt>
                <c:pt idx="30846">
                  <c:v>0.35701388888992369</c:v>
                </c:pt>
                <c:pt idx="30847">
                  <c:v>0.35702546295942739</c:v>
                </c:pt>
                <c:pt idx="30848">
                  <c:v>0.35703703703620704</c:v>
                </c:pt>
                <c:pt idx="30849">
                  <c:v>0.35704861110571073</c:v>
                </c:pt>
                <c:pt idx="30850">
                  <c:v>0.35706018518249039</c:v>
                </c:pt>
                <c:pt idx="30851">
                  <c:v>0.35707175925927004</c:v>
                </c:pt>
                <c:pt idx="30852">
                  <c:v>0.35708333332877373</c:v>
                </c:pt>
                <c:pt idx="30853">
                  <c:v>0.35709490740555339</c:v>
                </c:pt>
                <c:pt idx="30854">
                  <c:v>0.35710648148233304</c:v>
                </c:pt>
                <c:pt idx="30855">
                  <c:v>0.35711805555183673</c:v>
                </c:pt>
                <c:pt idx="30856">
                  <c:v>0.35712962962861639</c:v>
                </c:pt>
                <c:pt idx="30857">
                  <c:v>0.35714120369812008</c:v>
                </c:pt>
                <c:pt idx="30858">
                  <c:v>0.35715277777489973</c:v>
                </c:pt>
                <c:pt idx="30859">
                  <c:v>0.35716435185167938</c:v>
                </c:pt>
                <c:pt idx="30860">
                  <c:v>0.35717592592118308</c:v>
                </c:pt>
                <c:pt idx="30861">
                  <c:v>0.35718749999796273</c:v>
                </c:pt>
                <c:pt idx="30862">
                  <c:v>0.35719907407474238</c:v>
                </c:pt>
                <c:pt idx="30863">
                  <c:v>0.35721064814424608</c:v>
                </c:pt>
                <c:pt idx="30864">
                  <c:v>0.35722222222102573</c:v>
                </c:pt>
                <c:pt idx="30865">
                  <c:v>0.35723379629052943</c:v>
                </c:pt>
                <c:pt idx="30866">
                  <c:v>0.35724537036730908</c:v>
                </c:pt>
                <c:pt idx="30867">
                  <c:v>0.35725694444408873</c:v>
                </c:pt>
                <c:pt idx="30868">
                  <c:v>0.35726851851359243</c:v>
                </c:pt>
                <c:pt idx="30869">
                  <c:v>0.35728009259037208</c:v>
                </c:pt>
                <c:pt idx="30870">
                  <c:v>0.35729166666715173</c:v>
                </c:pt>
                <c:pt idx="30871">
                  <c:v>0.35730324073665543</c:v>
                </c:pt>
                <c:pt idx="30872">
                  <c:v>0.35731481481343508</c:v>
                </c:pt>
                <c:pt idx="30873">
                  <c:v>0.35732638889021473</c:v>
                </c:pt>
                <c:pt idx="30874">
                  <c:v>0.35733796295971842</c:v>
                </c:pt>
                <c:pt idx="30875">
                  <c:v>0.35734953703649808</c:v>
                </c:pt>
                <c:pt idx="30876">
                  <c:v>0.35736111110600177</c:v>
                </c:pt>
                <c:pt idx="30877">
                  <c:v>0.35737268518278142</c:v>
                </c:pt>
                <c:pt idx="30878">
                  <c:v>0.35738425925956108</c:v>
                </c:pt>
                <c:pt idx="30879">
                  <c:v>0.35739583332906477</c:v>
                </c:pt>
                <c:pt idx="30880">
                  <c:v>0.35740740740584442</c:v>
                </c:pt>
                <c:pt idx="30881">
                  <c:v>0.35741898148262408</c:v>
                </c:pt>
                <c:pt idx="30882">
                  <c:v>0.35743055555212777</c:v>
                </c:pt>
                <c:pt idx="30883">
                  <c:v>0.35744212962890742</c:v>
                </c:pt>
                <c:pt idx="30884">
                  <c:v>0.35745370369841112</c:v>
                </c:pt>
                <c:pt idx="30885">
                  <c:v>0.35746527777519077</c:v>
                </c:pt>
                <c:pt idx="30886">
                  <c:v>0.35747685185197042</c:v>
                </c:pt>
                <c:pt idx="30887">
                  <c:v>0.35748842592147412</c:v>
                </c:pt>
                <c:pt idx="30888">
                  <c:v>0.35749999999825377</c:v>
                </c:pt>
                <c:pt idx="30889">
                  <c:v>0.35751157407503342</c:v>
                </c:pt>
                <c:pt idx="30890">
                  <c:v>0.35752314814453712</c:v>
                </c:pt>
                <c:pt idx="30891">
                  <c:v>0.35753472222131677</c:v>
                </c:pt>
                <c:pt idx="30892">
                  <c:v>0.35754629629082046</c:v>
                </c:pt>
                <c:pt idx="30893">
                  <c:v>0.35755787036760012</c:v>
                </c:pt>
                <c:pt idx="30894">
                  <c:v>0.35756944444437977</c:v>
                </c:pt>
                <c:pt idx="30895">
                  <c:v>0.35758101851388346</c:v>
                </c:pt>
                <c:pt idx="30896">
                  <c:v>0.35759259259066312</c:v>
                </c:pt>
                <c:pt idx="30897">
                  <c:v>0.35760416666744277</c:v>
                </c:pt>
                <c:pt idx="30898">
                  <c:v>0.35761574073694646</c:v>
                </c:pt>
                <c:pt idx="30899">
                  <c:v>0.35762731481372612</c:v>
                </c:pt>
                <c:pt idx="30900">
                  <c:v>0.35763888888322981</c:v>
                </c:pt>
                <c:pt idx="30901">
                  <c:v>0.35765046296000946</c:v>
                </c:pt>
                <c:pt idx="30902">
                  <c:v>0.35766203703678912</c:v>
                </c:pt>
                <c:pt idx="30903">
                  <c:v>0.35767361110629281</c:v>
                </c:pt>
                <c:pt idx="30904">
                  <c:v>0.35768518518307246</c:v>
                </c:pt>
                <c:pt idx="30905">
                  <c:v>0.35769675925985212</c:v>
                </c:pt>
                <c:pt idx="30906">
                  <c:v>0.35770833332935581</c:v>
                </c:pt>
                <c:pt idx="30907">
                  <c:v>0.35771990740613546</c:v>
                </c:pt>
                <c:pt idx="30908">
                  <c:v>0.35773148147563916</c:v>
                </c:pt>
                <c:pt idx="30909">
                  <c:v>0.35774305555241881</c:v>
                </c:pt>
                <c:pt idx="30910">
                  <c:v>0.35775462962919846</c:v>
                </c:pt>
                <c:pt idx="30911">
                  <c:v>0.35776620369870216</c:v>
                </c:pt>
                <c:pt idx="30912">
                  <c:v>0.35777777777548181</c:v>
                </c:pt>
                <c:pt idx="30913">
                  <c:v>0.35778935185226146</c:v>
                </c:pt>
                <c:pt idx="30914">
                  <c:v>0.35780092592176516</c:v>
                </c:pt>
                <c:pt idx="30915">
                  <c:v>0.35781249999854481</c:v>
                </c:pt>
                <c:pt idx="30916">
                  <c:v>0.35782407407532446</c:v>
                </c:pt>
                <c:pt idx="30917">
                  <c:v>0.35783564814482816</c:v>
                </c:pt>
                <c:pt idx="30918">
                  <c:v>0.35784722222160781</c:v>
                </c:pt>
                <c:pt idx="30919">
                  <c:v>0.3578587962911115</c:v>
                </c:pt>
                <c:pt idx="30920">
                  <c:v>0.35787037036789116</c:v>
                </c:pt>
                <c:pt idx="30921">
                  <c:v>0.35788194444467081</c:v>
                </c:pt>
                <c:pt idx="30922">
                  <c:v>0.3578935185141745</c:v>
                </c:pt>
                <c:pt idx="30923">
                  <c:v>0.35790509259095415</c:v>
                </c:pt>
                <c:pt idx="30924">
                  <c:v>0.35791666666773381</c:v>
                </c:pt>
                <c:pt idx="30925">
                  <c:v>0.3579282407372375</c:v>
                </c:pt>
                <c:pt idx="30926">
                  <c:v>0.35793981481401715</c:v>
                </c:pt>
                <c:pt idx="30927">
                  <c:v>0.35795138888352085</c:v>
                </c:pt>
                <c:pt idx="30928">
                  <c:v>0.3579629629603005</c:v>
                </c:pt>
                <c:pt idx="30929">
                  <c:v>0.35797453703708015</c:v>
                </c:pt>
                <c:pt idx="30930">
                  <c:v>0.35798611110658385</c:v>
                </c:pt>
                <c:pt idx="30931">
                  <c:v>0.3579976851833635</c:v>
                </c:pt>
                <c:pt idx="30932">
                  <c:v>0.35800925926014315</c:v>
                </c:pt>
                <c:pt idx="30933">
                  <c:v>0.35802083332964685</c:v>
                </c:pt>
                <c:pt idx="30934">
                  <c:v>0.3580324074064265</c:v>
                </c:pt>
                <c:pt idx="30935">
                  <c:v>0.3580439814759302</c:v>
                </c:pt>
                <c:pt idx="30936">
                  <c:v>0.35805555555270985</c:v>
                </c:pt>
                <c:pt idx="30937">
                  <c:v>0.3580671296294895</c:v>
                </c:pt>
                <c:pt idx="30938">
                  <c:v>0.35807870369899319</c:v>
                </c:pt>
                <c:pt idx="30939">
                  <c:v>0.35809027777577285</c:v>
                </c:pt>
                <c:pt idx="30940">
                  <c:v>0.3581018518525525</c:v>
                </c:pt>
                <c:pt idx="30941">
                  <c:v>0.35811342592205619</c:v>
                </c:pt>
                <c:pt idx="30942">
                  <c:v>0.35812499999883585</c:v>
                </c:pt>
                <c:pt idx="30943">
                  <c:v>0.35813657406833954</c:v>
                </c:pt>
                <c:pt idx="30944">
                  <c:v>0.35814814814511919</c:v>
                </c:pt>
                <c:pt idx="30945">
                  <c:v>0.35815972222189885</c:v>
                </c:pt>
                <c:pt idx="30946">
                  <c:v>0.35817129629140254</c:v>
                </c:pt>
                <c:pt idx="30947">
                  <c:v>0.35818287036818219</c:v>
                </c:pt>
                <c:pt idx="30948">
                  <c:v>0.35819444444496185</c:v>
                </c:pt>
                <c:pt idx="30949">
                  <c:v>0.35820601851446554</c:v>
                </c:pt>
                <c:pt idx="30950">
                  <c:v>0.35821759259124519</c:v>
                </c:pt>
                <c:pt idx="30951">
                  <c:v>0.35822916666074889</c:v>
                </c:pt>
                <c:pt idx="30952">
                  <c:v>0.35824074073752854</c:v>
                </c:pt>
                <c:pt idx="30953">
                  <c:v>0.35825231481430819</c:v>
                </c:pt>
                <c:pt idx="30954">
                  <c:v>0.35826388888381189</c:v>
                </c:pt>
                <c:pt idx="30955">
                  <c:v>0.35827546296059154</c:v>
                </c:pt>
                <c:pt idx="30956">
                  <c:v>0.35828703703737119</c:v>
                </c:pt>
                <c:pt idx="30957">
                  <c:v>0.35829861110687489</c:v>
                </c:pt>
                <c:pt idx="30958">
                  <c:v>0.35831018518365454</c:v>
                </c:pt>
                <c:pt idx="30959">
                  <c:v>0.35832175926043419</c:v>
                </c:pt>
                <c:pt idx="30960">
                  <c:v>0.35833333332993789</c:v>
                </c:pt>
                <c:pt idx="30961">
                  <c:v>0.35834490740671754</c:v>
                </c:pt>
                <c:pt idx="30962">
                  <c:v>0.35835648147622123</c:v>
                </c:pt>
                <c:pt idx="30963">
                  <c:v>0.35836805555300089</c:v>
                </c:pt>
                <c:pt idx="30964">
                  <c:v>0.35837962962978054</c:v>
                </c:pt>
                <c:pt idx="30965">
                  <c:v>0.35839120369928423</c:v>
                </c:pt>
                <c:pt idx="30966">
                  <c:v>0.35840277777606389</c:v>
                </c:pt>
                <c:pt idx="30967">
                  <c:v>0.35841435185284354</c:v>
                </c:pt>
                <c:pt idx="30968">
                  <c:v>0.35842592592234723</c:v>
                </c:pt>
                <c:pt idx="30969">
                  <c:v>0.35843749999912689</c:v>
                </c:pt>
                <c:pt idx="30970">
                  <c:v>0.35844907406863058</c:v>
                </c:pt>
                <c:pt idx="30971">
                  <c:v>0.35846064814541023</c:v>
                </c:pt>
                <c:pt idx="30972">
                  <c:v>0.35847222222218988</c:v>
                </c:pt>
                <c:pt idx="30973">
                  <c:v>0.35848379629169358</c:v>
                </c:pt>
                <c:pt idx="30974">
                  <c:v>0.35849537036847323</c:v>
                </c:pt>
                <c:pt idx="30975">
                  <c:v>0.35850694444525288</c:v>
                </c:pt>
                <c:pt idx="30976">
                  <c:v>0.35851851851475658</c:v>
                </c:pt>
                <c:pt idx="30977">
                  <c:v>0.35853009259153623</c:v>
                </c:pt>
                <c:pt idx="30978">
                  <c:v>0.35854166666103993</c:v>
                </c:pt>
                <c:pt idx="30979">
                  <c:v>0.35855324073781958</c:v>
                </c:pt>
                <c:pt idx="30980">
                  <c:v>0.35856481481459923</c:v>
                </c:pt>
                <c:pt idx="30981">
                  <c:v>0.35857638888410293</c:v>
                </c:pt>
                <c:pt idx="30982">
                  <c:v>0.35858796296088258</c:v>
                </c:pt>
                <c:pt idx="30983">
                  <c:v>0.35859953703766223</c:v>
                </c:pt>
                <c:pt idx="30984">
                  <c:v>0.35861111110716593</c:v>
                </c:pt>
                <c:pt idx="30985">
                  <c:v>0.35862268518394558</c:v>
                </c:pt>
                <c:pt idx="30986">
                  <c:v>0.35863425925344927</c:v>
                </c:pt>
                <c:pt idx="30987">
                  <c:v>0.35864583333022892</c:v>
                </c:pt>
                <c:pt idx="30988">
                  <c:v>0.35865740740700858</c:v>
                </c:pt>
                <c:pt idx="30989">
                  <c:v>0.35866898147651227</c:v>
                </c:pt>
                <c:pt idx="30990">
                  <c:v>0.35868055555329192</c:v>
                </c:pt>
                <c:pt idx="30991">
                  <c:v>0.35869212963007158</c:v>
                </c:pt>
                <c:pt idx="30992">
                  <c:v>0.35870370369957527</c:v>
                </c:pt>
                <c:pt idx="30993">
                  <c:v>0.35871527777635492</c:v>
                </c:pt>
                <c:pt idx="30994">
                  <c:v>0.35872685185313458</c:v>
                </c:pt>
                <c:pt idx="30995">
                  <c:v>0.35873842592263827</c:v>
                </c:pt>
                <c:pt idx="30996">
                  <c:v>0.35874999999941792</c:v>
                </c:pt>
                <c:pt idx="30997">
                  <c:v>0.35876157406892162</c:v>
                </c:pt>
                <c:pt idx="30998">
                  <c:v>0.35877314814570127</c:v>
                </c:pt>
                <c:pt idx="30999">
                  <c:v>0.35878472222248092</c:v>
                </c:pt>
                <c:pt idx="31000">
                  <c:v>0.35879629629198462</c:v>
                </c:pt>
                <c:pt idx="31001">
                  <c:v>0.35880787036876427</c:v>
                </c:pt>
                <c:pt idx="31002">
                  <c:v>0.35881944444554392</c:v>
                </c:pt>
                <c:pt idx="31003">
                  <c:v>0.35883101851504762</c:v>
                </c:pt>
                <c:pt idx="31004">
                  <c:v>0.35884259259182727</c:v>
                </c:pt>
                <c:pt idx="31005">
                  <c:v>0.35885416666133096</c:v>
                </c:pt>
                <c:pt idx="31006">
                  <c:v>0.35886574073811062</c:v>
                </c:pt>
                <c:pt idx="31007">
                  <c:v>0.35887731481489027</c:v>
                </c:pt>
                <c:pt idx="31008">
                  <c:v>0.35888888888439396</c:v>
                </c:pt>
                <c:pt idx="31009">
                  <c:v>0.35890046296117362</c:v>
                </c:pt>
                <c:pt idx="31010">
                  <c:v>0.35891203703795327</c:v>
                </c:pt>
                <c:pt idx="31011">
                  <c:v>0.35892361110745696</c:v>
                </c:pt>
                <c:pt idx="31012">
                  <c:v>0.35893518518423662</c:v>
                </c:pt>
                <c:pt idx="31013">
                  <c:v>0.35894675925374031</c:v>
                </c:pt>
                <c:pt idx="31014">
                  <c:v>0.35895833333051996</c:v>
                </c:pt>
                <c:pt idx="31015">
                  <c:v>0.35896990740729962</c:v>
                </c:pt>
                <c:pt idx="31016">
                  <c:v>0.35898148147680331</c:v>
                </c:pt>
                <c:pt idx="31017">
                  <c:v>0.35899305555358296</c:v>
                </c:pt>
                <c:pt idx="31018">
                  <c:v>0.35900462963036261</c:v>
                </c:pt>
                <c:pt idx="31019">
                  <c:v>0.35901620369986631</c:v>
                </c:pt>
                <c:pt idx="31020">
                  <c:v>0.35902777777664596</c:v>
                </c:pt>
                <c:pt idx="31021">
                  <c:v>0.35903935184614966</c:v>
                </c:pt>
                <c:pt idx="31022">
                  <c:v>0.35905092592292931</c:v>
                </c:pt>
                <c:pt idx="31023">
                  <c:v>0.35906249999970896</c:v>
                </c:pt>
                <c:pt idx="31024">
                  <c:v>0.35907407406921266</c:v>
                </c:pt>
                <c:pt idx="31025">
                  <c:v>0.35908564814599231</c:v>
                </c:pt>
                <c:pt idx="31026">
                  <c:v>0.35909722222277196</c:v>
                </c:pt>
                <c:pt idx="31027">
                  <c:v>0.35910879629227566</c:v>
                </c:pt>
                <c:pt idx="31028">
                  <c:v>0.35912037036905531</c:v>
                </c:pt>
                <c:pt idx="31029">
                  <c:v>0.359131944438559</c:v>
                </c:pt>
                <c:pt idx="31030">
                  <c:v>0.35914351851533866</c:v>
                </c:pt>
                <c:pt idx="31031">
                  <c:v>0.35915509259211831</c:v>
                </c:pt>
                <c:pt idx="31032">
                  <c:v>0.359166666661622</c:v>
                </c:pt>
                <c:pt idx="31033">
                  <c:v>0.35917824073840166</c:v>
                </c:pt>
                <c:pt idx="31034">
                  <c:v>0.35918981481518131</c:v>
                </c:pt>
                <c:pt idx="31035">
                  <c:v>0.359201388884685</c:v>
                </c:pt>
                <c:pt idx="31036">
                  <c:v>0.35921296296146465</c:v>
                </c:pt>
                <c:pt idx="31037">
                  <c:v>0.35922453703824431</c:v>
                </c:pt>
                <c:pt idx="31038">
                  <c:v>0.359236111107748</c:v>
                </c:pt>
                <c:pt idx="31039">
                  <c:v>0.35924768518452765</c:v>
                </c:pt>
                <c:pt idx="31040">
                  <c:v>0.35925925925403135</c:v>
                </c:pt>
                <c:pt idx="31041">
                  <c:v>0.359270833330811</c:v>
                </c:pt>
                <c:pt idx="31042">
                  <c:v>0.35928240740759065</c:v>
                </c:pt>
                <c:pt idx="31043">
                  <c:v>0.35929398147709435</c:v>
                </c:pt>
                <c:pt idx="31044">
                  <c:v>0.359305555553874</c:v>
                </c:pt>
                <c:pt idx="31045">
                  <c:v>0.35931712963065365</c:v>
                </c:pt>
                <c:pt idx="31046">
                  <c:v>0.35932870370015735</c:v>
                </c:pt>
                <c:pt idx="31047">
                  <c:v>0.359340277776937</c:v>
                </c:pt>
                <c:pt idx="31048">
                  <c:v>0.3593518518464407</c:v>
                </c:pt>
                <c:pt idx="31049">
                  <c:v>0.35936342592322035</c:v>
                </c:pt>
                <c:pt idx="31050">
                  <c:v>0.359375</c:v>
                </c:pt>
                <c:pt idx="31051">
                  <c:v>0.35938657406950369</c:v>
                </c:pt>
                <c:pt idx="31052">
                  <c:v>0.35939814814628335</c:v>
                </c:pt>
                <c:pt idx="31053">
                  <c:v>0.359409722223063</c:v>
                </c:pt>
                <c:pt idx="31054">
                  <c:v>0.35942129629256669</c:v>
                </c:pt>
                <c:pt idx="31055">
                  <c:v>0.35943287036934635</c:v>
                </c:pt>
                <c:pt idx="31056">
                  <c:v>0.35944444443885004</c:v>
                </c:pt>
                <c:pt idx="31057">
                  <c:v>0.35945601851562969</c:v>
                </c:pt>
                <c:pt idx="31058">
                  <c:v>0.35946759259240935</c:v>
                </c:pt>
                <c:pt idx="31059">
                  <c:v>0.35947916666191304</c:v>
                </c:pt>
                <c:pt idx="31060">
                  <c:v>0.35949074073869269</c:v>
                </c:pt>
                <c:pt idx="31061">
                  <c:v>0.35950231481547235</c:v>
                </c:pt>
                <c:pt idx="31062">
                  <c:v>0.35951388888497604</c:v>
                </c:pt>
                <c:pt idx="31063">
                  <c:v>0.35952546296175569</c:v>
                </c:pt>
                <c:pt idx="31064">
                  <c:v>0.35953703703125939</c:v>
                </c:pt>
                <c:pt idx="31065">
                  <c:v>0.35954861110803904</c:v>
                </c:pt>
                <c:pt idx="31066">
                  <c:v>0.35956018518481869</c:v>
                </c:pt>
                <c:pt idx="31067">
                  <c:v>0.35957175925432239</c:v>
                </c:pt>
                <c:pt idx="31068">
                  <c:v>0.35958333333110204</c:v>
                </c:pt>
                <c:pt idx="31069">
                  <c:v>0.35959490740788169</c:v>
                </c:pt>
                <c:pt idx="31070">
                  <c:v>0.35960648147738539</c:v>
                </c:pt>
                <c:pt idx="31071">
                  <c:v>0.35961805555416504</c:v>
                </c:pt>
                <c:pt idx="31072">
                  <c:v>0.35962962963094469</c:v>
                </c:pt>
                <c:pt idx="31073">
                  <c:v>0.35964120370044839</c:v>
                </c:pt>
                <c:pt idx="31074">
                  <c:v>0.35965277777722804</c:v>
                </c:pt>
                <c:pt idx="31075">
                  <c:v>0.35966435184673173</c:v>
                </c:pt>
                <c:pt idx="31076">
                  <c:v>0.35967592592351139</c:v>
                </c:pt>
                <c:pt idx="31077">
                  <c:v>0.35968750000029104</c:v>
                </c:pt>
                <c:pt idx="31078">
                  <c:v>0.35969907406979473</c:v>
                </c:pt>
                <c:pt idx="31079">
                  <c:v>0.35971064814657439</c:v>
                </c:pt>
                <c:pt idx="31080">
                  <c:v>0.35972222222335404</c:v>
                </c:pt>
                <c:pt idx="31081">
                  <c:v>0.35973379629285773</c:v>
                </c:pt>
                <c:pt idx="31082">
                  <c:v>0.35974537036963739</c:v>
                </c:pt>
                <c:pt idx="31083">
                  <c:v>0.35975694443914108</c:v>
                </c:pt>
                <c:pt idx="31084">
                  <c:v>0.35976851851592073</c:v>
                </c:pt>
                <c:pt idx="31085">
                  <c:v>0.35978009259270038</c:v>
                </c:pt>
                <c:pt idx="31086">
                  <c:v>0.35979166666220408</c:v>
                </c:pt>
                <c:pt idx="31087">
                  <c:v>0.35980324073898373</c:v>
                </c:pt>
                <c:pt idx="31088">
                  <c:v>0.35981481481576338</c:v>
                </c:pt>
                <c:pt idx="31089">
                  <c:v>0.35982638888526708</c:v>
                </c:pt>
                <c:pt idx="31090">
                  <c:v>0.35983796296204673</c:v>
                </c:pt>
                <c:pt idx="31091">
                  <c:v>0.35984953703155043</c:v>
                </c:pt>
                <c:pt idx="31092">
                  <c:v>0.35986111110833008</c:v>
                </c:pt>
                <c:pt idx="31093">
                  <c:v>0.35987268518510973</c:v>
                </c:pt>
                <c:pt idx="31094">
                  <c:v>0.35988425925461343</c:v>
                </c:pt>
                <c:pt idx="31095">
                  <c:v>0.35989583333139308</c:v>
                </c:pt>
                <c:pt idx="31096">
                  <c:v>0.35990740740817273</c:v>
                </c:pt>
                <c:pt idx="31097">
                  <c:v>0.35991898147767643</c:v>
                </c:pt>
                <c:pt idx="31098">
                  <c:v>0.35993055555445608</c:v>
                </c:pt>
                <c:pt idx="31099">
                  <c:v>0.35994212962395977</c:v>
                </c:pt>
                <c:pt idx="31100">
                  <c:v>0.35995370370073942</c:v>
                </c:pt>
                <c:pt idx="31101">
                  <c:v>0.35996527777751908</c:v>
                </c:pt>
                <c:pt idx="31102">
                  <c:v>0.35997685184702277</c:v>
                </c:pt>
                <c:pt idx="31103">
                  <c:v>0.35998842592380242</c:v>
                </c:pt>
                <c:pt idx="31104">
                  <c:v>0.36000000000058208</c:v>
                </c:pt>
                <c:pt idx="31105">
                  <c:v>0.36001157407008577</c:v>
                </c:pt>
                <c:pt idx="31106">
                  <c:v>0.36002314814686542</c:v>
                </c:pt>
                <c:pt idx="31107">
                  <c:v>0.36003472221636912</c:v>
                </c:pt>
                <c:pt idx="31108">
                  <c:v>0.36004629629314877</c:v>
                </c:pt>
                <c:pt idx="31109">
                  <c:v>0.36005787036992842</c:v>
                </c:pt>
                <c:pt idx="31110">
                  <c:v>0.36006944443943212</c:v>
                </c:pt>
                <c:pt idx="31111">
                  <c:v>0.36008101851621177</c:v>
                </c:pt>
                <c:pt idx="31112">
                  <c:v>0.36009259259299142</c:v>
                </c:pt>
                <c:pt idx="31113">
                  <c:v>0.36010416666249512</c:v>
                </c:pt>
                <c:pt idx="31114">
                  <c:v>0.36011574073927477</c:v>
                </c:pt>
                <c:pt idx="31115">
                  <c:v>0.36012731481605442</c:v>
                </c:pt>
                <c:pt idx="31116">
                  <c:v>0.36013888888555812</c:v>
                </c:pt>
                <c:pt idx="31117">
                  <c:v>0.36015046296233777</c:v>
                </c:pt>
                <c:pt idx="31118">
                  <c:v>0.36016203703184146</c:v>
                </c:pt>
                <c:pt idx="31119">
                  <c:v>0.36017361110862112</c:v>
                </c:pt>
                <c:pt idx="31120">
                  <c:v>0.36018518518540077</c:v>
                </c:pt>
                <c:pt idx="31121">
                  <c:v>0.36019675925490446</c:v>
                </c:pt>
                <c:pt idx="31122">
                  <c:v>0.36020833333168412</c:v>
                </c:pt>
                <c:pt idx="31123">
                  <c:v>0.36021990740846377</c:v>
                </c:pt>
                <c:pt idx="31124">
                  <c:v>0.36023148147796746</c:v>
                </c:pt>
                <c:pt idx="31125">
                  <c:v>0.36024305555474712</c:v>
                </c:pt>
                <c:pt idx="31126">
                  <c:v>0.36025462962425081</c:v>
                </c:pt>
                <c:pt idx="31127">
                  <c:v>0.36026620370103046</c:v>
                </c:pt>
                <c:pt idx="31128">
                  <c:v>0.36027777777781012</c:v>
                </c:pt>
                <c:pt idx="31129">
                  <c:v>0.36028935184731381</c:v>
                </c:pt>
                <c:pt idx="31130">
                  <c:v>0.36030092592409346</c:v>
                </c:pt>
                <c:pt idx="31131">
                  <c:v>0.36031250000087311</c:v>
                </c:pt>
                <c:pt idx="31132">
                  <c:v>0.36032407407037681</c:v>
                </c:pt>
                <c:pt idx="31133">
                  <c:v>0.36033564814715646</c:v>
                </c:pt>
                <c:pt idx="31134">
                  <c:v>0.36034722221666016</c:v>
                </c:pt>
                <c:pt idx="31135">
                  <c:v>0.36035879629343981</c:v>
                </c:pt>
                <c:pt idx="31136">
                  <c:v>0.36037037037021946</c:v>
                </c:pt>
                <c:pt idx="31137">
                  <c:v>0.36038194443972316</c:v>
                </c:pt>
                <c:pt idx="31138">
                  <c:v>0.36039351851650281</c:v>
                </c:pt>
                <c:pt idx="31139">
                  <c:v>0.36040509259328246</c:v>
                </c:pt>
                <c:pt idx="31140">
                  <c:v>0.36041666666278616</c:v>
                </c:pt>
                <c:pt idx="31141">
                  <c:v>0.36042824073956581</c:v>
                </c:pt>
                <c:pt idx="31142">
                  <c:v>0.3604398148090695</c:v>
                </c:pt>
                <c:pt idx="31143">
                  <c:v>0.36045138888584916</c:v>
                </c:pt>
                <c:pt idx="31144">
                  <c:v>0.36046296296262881</c:v>
                </c:pt>
                <c:pt idx="31145">
                  <c:v>0.3604745370321325</c:v>
                </c:pt>
                <c:pt idx="31146">
                  <c:v>0.36048611110891216</c:v>
                </c:pt>
                <c:pt idx="31147">
                  <c:v>0.36049768518569181</c:v>
                </c:pt>
                <c:pt idx="31148">
                  <c:v>0.3605092592551955</c:v>
                </c:pt>
                <c:pt idx="31149">
                  <c:v>0.36052083333197515</c:v>
                </c:pt>
                <c:pt idx="31150">
                  <c:v>0.36053240740147885</c:v>
                </c:pt>
                <c:pt idx="31151">
                  <c:v>0.3605439814782585</c:v>
                </c:pt>
                <c:pt idx="31152">
                  <c:v>0.36055555555503815</c:v>
                </c:pt>
                <c:pt idx="31153">
                  <c:v>0.36056712962454185</c:v>
                </c:pt>
                <c:pt idx="31154">
                  <c:v>0.3605787037013215</c:v>
                </c:pt>
                <c:pt idx="31155">
                  <c:v>0.36059027777810115</c:v>
                </c:pt>
                <c:pt idx="31156">
                  <c:v>0.36060185184760485</c:v>
                </c:pt>
                <c:pt idx="31157">
                  <c:v>0.3606134259243845</c:v>
                </c:pt>
                <c:pt idx="31158">
                  <c:v>0.36062500000116415</c:v>
                </c:pt>
                <c:pt idx="31159">
                  <c:v>0.36063657407066785</c:v>
                </c:pt>
                <c:pt idx="31160">
                  <c:v>0.3606481481474475</c:v>
                </c:pt>
                <c:pt idx="31161">
                  <c:v>0.3606597222169512</c:v>
                </c:pt>
                <c:pt idx="31162">
                  <c:v>0.36067129629373085</c:v>
                </c:pt>
                <c:pt idx="31163">
                  <c:v>0.3606828703705105</c:v>
                </c:pt>
                <c:pt idx="31164">
                  <c:v>0.36069444444001419</c:v>
                </c:pt>
                <c:pt idx="31165">
                  <c:v>0.36070601851679385</c:v>
                </c:pt>
                <c:pt idx="31166">
                  <c:v>0.3607175925935735</c:v>
                </c:pt>
                <c:pt idx="31167">
                  <c:v>0.36072916666307719</c:v>
                </c:pt>
                <c:pt idx="31168">
                  <c:v>0.36074074073985685</c:v>
                </c:pt>
                <c:pt idx="31169">
                  <c:v>0.36075231480936054</c:v>
                </c:pt>
                <c:pt idx="31170">
                  <c:v>0.36076388888614019</c:v>
                </c:pt>
                <c:pt idx="31171">
                  <c:v>0.36077546296291985</c:v>
                </c:pt>
                <c:pt idx="31172">
                  <c:v>0.36078703703242354</c:v>
                </c:pt>
                <c:pt idx="31173">
                  <c:v>0.36079861110920319</c:v>
                </c:pt>
                <c:pt idx="31174">
                  <c:v>0.36081018518598285</c:v>
                </c:pt>
                <c:pt idx="31175">
                  <c:v>0.36082175925548654</c:v>
                </c:pt>
                <c:pt idx="31176">
                  <c:v>0.36083333333226619</c:v>
                </c:pt>
                <c:pt idx="31177">
                  <c:v>0.36084490740176989</c:v>
                </c:pt>
                <c:pt idx="31178">
                  <c:v>0.36085648147854954</c:v>
                </c:pt>
                <c:pt idx="31179">
                  <c:v>0.36086805555532919</c:v>
                </c:pt>
                <c:pt idx="31180">
                  <c:v>0.36087962962483289</c:v>
                </c:pt>
                <c:pt idx="31181">
                  <c:v>0.36089120370161254</c:v>
                </c:pt>
                <c:pt idx="31182">
                  <c:v>0.36090277777839219</c:v>
                </c:pt>
                <c:pt idx="31183">
                  <c:v>0.36091435184789589</c:v>
                </c:pt>
                <c:pt idx="31184">
                  <c:v>0.36092592592467554</c:v>
                </c:pt>
                <c:pt idx="31185">
                  <c:v>0.36093749999417923</c:v>
                </c:pt>
                <c:pt idx="31186">
                  <c:v>0.36094907407095889</c:v>
                </c:pt>
                <c:pt idx="31187">
                  <c:v>0.36096064814773854</c:v>
                </c:pt>
                <c:pt idx="31188">
                  <c:v>0.36097222221724223</c:v>
                </c:pt>
                <c:pt idx="31189">
                  <c:v>0.36098379629402189</c:v>
                </c:pt>
                <c:pt idx="31190">
                  <c:v>0.36099537037080154</c:v>
                </c:pt>
                <c:pt idx="31191">
                  <c:v>0.36100694444030523</c:v>
                </c:pt>
                <c:pt idx="31192">
                  <c:v>0.36101851851708489</c:v>
                </c:pt>
                <c:pt idx="31193">
                  <c:v>0.36103009259386454</c:v>
                </c:pt>
                <c:pt idx="31194">
                  <c:v>0.36104166666336823</c:v>
                </c:pt>
                <c:pt idx="31195">
                  <c:v>0.36105324074014788</c:v>
                </c:pt>
                <c:pt idx="31196">
                  <c:v>0.36106481480965158</c:v>
                </c:pt>
                <c:pt idx="31197">
                  <c:v>0.36107638888643123</c:v>
                </c:pt>
                <c:pt idx="31198">
                  <c:v>0.36108796296321088</c:v>
                </c:pt>
                <c:pt idx="31199">
                  <c:v>0.36109953703271458</c:v>
                </c:pt>
                <c:pt idx="31200">
                  <c:v>0.36111111110949423</c:v>
                </c:pt>
                <c:pt idx="31201">
                  <c:v>0.36112268518627388</c:v>
                </c:pt>
                <c:pt idx="31202">
                  <c:v>0.36113425925577758</c:v>
                </c:pt>
                <c:pt idx="31203">
                  <c:v>0.36114583333255723</c:v>
                </c:pt>
                <c:pt idx="31204">
                  <c:v>0.36115740740206093</c:v>
                </c:pt>
                <c:pt idx="31205">
                  <c:v>0.36116898147884058</c:v>
                </c:pt>
                <c:pt idx="31206">
                  <c:v>0.36118055555562023</c:v>
                </c:pt>
                <c:pt idx="31207">
                  <c:v>0.36119212962512393</c:v>
                </c:pt>
                <c:pt idx="31208">
                  <c:v>0.36120370370190358</c:v>
                </c:pt>
                <c:pt idx="31209">
                  <c:v>0.36121527777868323</c:v>
                </c:pt>
                <c:pt idx="31210">
                  <c:v>0.36122685184818693</c:v>
                </c:pt>
                <c:pt idx="31211">
                  <c:v>0.36123842592496658</c:v>
                </c:pt>
                <c:pt idx="31212">
                  <c:v>0.36124999999447027</c:v>
                </c:pt>
                <c:pt idx="31213">
                  <c:v>0.36126157407124992</c:v>
                </c:pt>
                <c:pt idx="31214">
                  <c:v>0.36127314814802958</c:v>
                </c:pt>
                <c:pt idx="31215">
                  <c:v>0.36128472221753327</c:v>
                </c:pt>
                <c:pt idx="31216">
                  <c:v>0.36129629629431292</c:v>
                </c:pt>
                <c:pt idx="31217">
                  <c:v>0.36130787037109258</c:v>
                </c:pt>
                <c:pt idx="31218">
                  <c:v>0.36131944444059627</c:v>
                </c:pt>
                <c:pt idx="31219">
                  <c:v>0.36133101851737592</c:v>
                </c:pt>
                <c:pt idx="31220">
                  <c:v>0.36134259258687962</c:v>
                </c:pt>
                <c:pt idx="31221">
                  <c:v>0.36135416666365927</c:v>
                </c:pt>
                <c:pt idx="31222">
                  <c:v>0.36136574074043892</c:v>
                </c:pt>
                <c:pt idx="31223">
                  <c:v>0.36137731480994262</c:v>
                </c:pt>
                <c:pt idx="31224">
                  <c:v>0.36138888888672227</c:v>
                </c:pt>
                <c:pt idx="31225">
                  <c:v>0.36140046296350192</c:v>
                </c:pt>
                <c:pt idx="31226">
                  <c:v>0.36141203703300562</c:v>
                </c:pt>
                <c:pt idx="31227">
                  <c:v>0.36142361110978527</c:v>
                </c:pt>
                <c:pt idx="31228">
                  <c:v>0.36143518517928896</c:v>
                </c:pt>
                <c:pt idx="31229">
                  <c:v>0.36144675925606862</c:v>
                </c:pt>
                <c:pt idx="31230">
                  <c:v>0.36145833333284827</c:v>
                </c:pt>
                <c:pt idx="31231">
                  <c:v>0.36146990740235196</c:v>
                </c:pt>
                <c:pt idx="31232">
                  <c:v>0.36148148147913162</c:v>
                </c:pt>
                <c:pt idx="31233">
                  <c:v>0.36149305555591127</c:v>
                </c:pt>
                <c:pt idx="31234">
                  <c:v>0.36150462962541496</c:v>
                </c:pt>
                <c:pt idx="31235">
                  <c:v>0.36151620370219462</c:v>
                </c:pt>
                <c:pt idx="31236">
                  <c:v>0.36152777777897427</c:v>
                </c:pt>
                <c:pt idx="31237">
                  <c:v>0.36153935184847796</c:v>
                </c:pt>
                <c:pt idx="31238">
                  <c:v>0.36155092592525762</c:v>
                </c:pt>
                <c:pt idx="31239">
                  <c:v>0.36156249999476131</c:v>
                </c:pt>
                <c:pt idx="31240">
                  <c:v>0.36157407407154096</c:v>
                </c:pt>
                <c:pt idx="31241">
                  <c:v>0.36158564814832062</c:v>
                </c:pt>
                <c:pt idx="31242">
                  <c:v>0.36159722221782431</c:v>
                </c:pt>
                <c:pt idx="31243">
                  <c:v>0.36160879629460396</c:v>
                </c:pt>
                <c:pt idx="31244">
                  <c:v>0.36162037037138361</c:v>
                </c:pt>
                <c:pt idx="31245">
                  <c:v>0.36163194444088731</c:v>
                </c:pt>
                <c:pt idx="31246">
                  <c:v>0.36164351851766696</c:v>
                </c:pt>
                <c:pt idx="31247">
                  <c:v>0.36165509258717066</c:v>
                </c:pt>
                <c:pt idx="31248">
                  <c:v>0.36166666666395031</c:v>
                </c:pt>
                <c:pt idx="31249">
                  <c:v>0.36167824074072996</c:v>
                </c:pt>
                <c:pt idx="31250">
                  <c:v>0.36168981481023366</c:v>
                </c:pt>
                <c:pt idx="31251">
                  <c:v>0.36170138888701331</c:v>
                </c:pt>
                <c:pt idx="31252">
                  <c:v>0.36171296296379296</c:v>
                </c:pt>
                <c:pt idx="31253">
                  <c:v>0.36172453703329666</c:v>
                </c:pt>
                <c:pt idx="31254">
                  <c:v>0.36173611111007631</c:v>
                </c:pt>
                <c:pt idx="31255">
                  <c:v>0.36174768517958</c:v>
                </c:pt>
                <c:pt idx="31256">
                  <c:v>0.36175925925635966</c:v>
                </c:pt>
                <c:pt idx="31257">
                  <c:v>0.36177083333313931</c:v>
                </c:pt>
                <c:pt idx="31258">
                  <c:v>0.361782407402643</c:v>
                </c:pt>
                <c:pt idx="31259">
                  <c:v>0.36179398147942265</c:v>
                </c:pt>
                <c:pt idx="31260">
                  <c:v>0.36180555555620231</c:v>
                </c:pt>
                <c:pt idx="31261">
                  <c:v>0.361817129625706</c:v>
                </c:pt>
                <c:pt idx="31262">
                  <c:v>0.36182870370248565</c:v>
                </c:pt>
                <c:pt idx="31263">
                  <c:v>0.36184027777198935</c:v>
                </c:pt>
                <c:pt idx="31264">
                  <c:v>0.361851851848769</c:v>
                </c:pt>
                <c:pt idx="31265">
                  <c:v>0.36186342592554865</c:v>
                </c:pt>
                <c:pt idx="31266">
                  <c:v>0.36187499999505235</c:v>
                </c:pt>
                <c:pt idx="31267">
                  <c:v>0.361886574071832</c:v>
                </c:pt>
                <c:pt idx="31268">
                  <c:v>0.36189814814861165</c:v>
                </c:pt>
                <c:pt idx="31269">
                  <c:v>0.36190972221811535</c:v>
                </c:pt>
                <c:pt idx="31270">
                  <c:v>0.361921296294895</c:v>
                </c:pt>
                <c:pt idx="31271">
                  <c:v>0.36193287037167465</c:v>
                </c:pt>
                <c:pt idx="31272">
                  <c:v>0.36194444444117835</c:v>
                </c:pt>
                <c:pt idx="31273">
                  <c:v>0.361956018517958</c:v>
                </c:pt>
                <c:pt idx="31274">
                  <c:v>0.3619675925874617</c:v>
                </c:pt>
                <c:pt idx="31275">
                  <c:v>0.36197916666424135</c:v>
                </c:pt>
                <c:pt idx="31276">
                  <c:v>0.361990740741021</c:v>
                </c:pt>
                <c:pt idx="31277">
                  <c:v>0.36200231481052469</c:v>
                </c:pt>
                <c:pt idx="31278">
                  <c:v>0.36201388888730435</c:v>
                </c:pt>
                <c:pt idx="31279">
                  <c:v>0.362025462964084</c:v>
                </c:pt>
                <c:pt idx="31280">
                  <c:v>0.36203703703358769</c:v>
                </c:pt>
                <c:pt idx="31281">
                  <c:v>0.36204861111036735</c:v>
                </c:pt>
                <c:pt idx="31282">
                  <c:v>0.36206018517987104</c:v>
                </c:pt>
                <c:pt idx="31283">
                  <c:v>0.36207175925665069</c:v>
                </c:pt>
                <c:pt idx="31284">
                  <c:v>0.36208333333343035</c:v>
                </c:pt>
                <c:pt idx="31285">
                  <c:v>0.36209490740293404</c:v>
                </c:pt>
                <c:pt idx="31286">
                  <c:v>0.36210648147971369</c:v>
                </c:pt>
                <c:pt idx="31287">
                  <c:v>0.36211805555649335</c:v>
                </c:pt>
                <c:pt idx="31288">
                  <c:v>0.36212962962599704</c:v>
                </c:pt>
                <c:pt idx="31289">
                  <c:v>0.36214120370277669</c:v>
                </c:pt>
                <c:pt idx="31290">
                  <c:v>0.36215277777228039</c:v>
                </c:pt>
                <c:pt idx="31291">
                  <c:v>0.36216435184906004</c:v>
                </c:pt>
                <c:pt idx="31292">
                  <c:v>0.36217592592583969</c:v>
                </c:pt>
                <c:pt idx="31293">
                  <c:v>0.36218749999534339</c:v>
                </c:pt>
                <c:pt idx="31294">
                  <c:v>0.36219907407212304</c:v>
                </c:pt>
                <c:pt idx="31295">
                  <c:v>0.36221064814890269</c:v>
                </c:pt>
                <c:pt idx="31296">
                  <c:v>0.36222222221840639</c:v>
                </c:pt>
                <c:pt idx="31297">
                  <c:v>0.36223379629518604</c:v>
                </c:pt>
                <c:pt idx="31298">
                  <c:v>0.36224537036468973</c:v>
                </c:pt>
                <c:pt idx="31299">
                  <c:v>0.36225694444146939</c:v>
                </c:pt>
                <c:pt idx="31300">
                  <c:v>0.36226851851824904</c:v>
                </c:pt>
                <c:pt idx="31301">
                  <c:v>0.36228009258775273</c:v>
                </c:pt>
                <c:pt idx="31302">
                  <c:v>0.36229166666453239</c:v>
                </c:pt>
                <c:pt idx="31303">
                  <c:v>0.36230324074131204</c:v>
                </c:pt>
                <c:pt idx="31304">
                  <c:v>0.36231481481081573</c:v>
                </c:pt>
                <c:pt idx="31305">
                  <c:v>0.36232638888759539</c:v>
                </c:pt>
                <c:pt idx="31306">
                  <c:v>0.36233796295709908</c:v>
                </c:pt>
                <c:pt idx="31307">
                  <c:v>0.36234953703387873</c:v>
                </c:pt>
                <c:pt idx="31308">
                  <c:v>0.36236111111065838</c:v>
                </c:pt>
                <c:pt idx="31309">
                  <c:v>0.36237268518016208</c:v>
                </c:pt>
                <c:pt idx="31310">
                  <c:v>0.36238425925694173</c:v>
                </c:pt>
                <c:pt idx="31311">
                  <c:v>0.36239583333372138</c:v>
                </c:pt>
                <c:pt idx="31312">
                  <c:v>0.36240740740322508</c:v>
                </c:pt>
                <c:pt idx="31313">
                  <c:v>0.36241898148000473</c:v>
                </c:pt>
                <c:pt idx="31314">
                  <c:v>0.36243055555678438</c:v>
                </c:pt>
                <c:pt idx="31315">
                  <c:v>0.36244212962628808</c:v>
                </c:pt>
                <c:pt idx="31316">
                  <c:v>0.36245370370306773</c:v>
                </c:pt>
                <c:pt idx="31317">
                  <c:v>0.36246527777257143</c:v>
                </c:pt>
                <c:pt idx="31318">
                  <c:v>0.36247685184935108</c:v>
                </c:pt>
                <c:pt idx="31319">
                  <c:v>0.36248842592613073</c:v>
                </c:pt>
                <c:pt idx="31320">
                  <c:v>0.36249999999563443</c:v>
                </c:pt>
                <c:pt idx="31321">
                  <c:v>0.36251157407241408</c:v>
                </c:pt>
                <c:pt idx="31322">
                  <c:v>0.36252314814919373</c:v>
                </c:pt>
                <c:pt idx="31323">
                  <c:v>0.36253472221869742</c:v>
                </c:pt>
                <c:pt idx="31324">
                  <c:v>0.36254629629547708</c:v>
                </c:pt>
                <c:pt idx="31325">
                  <c:v>0.36255787036498077</c:v>
                </c:pt>
                <c:pt idx="31326">
                  <c:v>0.36256944444176042</c:v>
                </c:pt>
                <c:pt idx="31327">
                  <c:v>0.36258101851854008</c:v>
                </c:pt>
                <c:pt idx="31328">
                  <c:v>0.36259259258804377</c:v>
                </c:pt>
                <c:pt idx="31329">
                  <c:v>0.36260416666482342</c:v>
                </c:pt>
                <c:pt idx="31330">
                  <c:v>0.36261574074160308</c:v>
                </c:pt>
                <c:pt idx="31331">
                  <c:v>0.36262731481110677</c:v>
                </c:pt>
                <c:pt idx="31332">
                  <c:v>0.36263888888788642</c:v>
                </c:pt>
                <c:pt idx="31333">
                  <c:v>0.36265046295739012</c:v>
                </c:pt>
                <c:pt idx="31334">
                  <c:v>0.36266203703416977</c:v>
                </c:pt>
                <c:pt idx="31335">
                  <c:v>0.36267361111094942</c:v>
                </c:pt>
                <c:pt idx="31336">
                  <c:v>0.36268518518045312</c:v>
                </c:pt>
                <c:pt idx="31337">
                  <c:v>0.36269675925723277</c:v>
                </c:pt>
                <c:pt idx="31338">
                  <c:v>0.36270833333401242</c:v>
                </c:pt>
                <c:pt idx="31339">
                  <c:v>0.36271990740351612</c:v>
                </c:pt>
                <c:pt idx="31340">
                  <c:v>0.36273148148029577</c:v>
                </c:pt>
                <c:pt idx="31341">
                  <c:v>0.36274305554979946</c:v>
                </c:pt>
                <c:pt idx="31342">
                  <c:v>0.36275462962657912</c:v>
                </c:pt>
                <c:pt idx="31343">
                  <c:v>0.36276620370335877</c:v>
                </c:pt>
                <c:pt idx="31344">
                  <c:v>0.36277777777286246</c:v>
                </c:pt>
                <c:pt idx="31345">
                  <c:v>0.36278935184964212</c:v>
                </c:pt>
                <c:pt idx="31346">
                  <c:v>0.36280092592642177</c:v>
                </c:pt>
                <c:pt idx="31347">
                  <c:v>0.36281249999592546</c:v>
                </c:pt>
                <c:pt idx="31348">
                  <c:v>0.36282407407270512</c:v>
                </c:pt>
                <c:pt idx="31349">
                  <c:v>0.36283564814948477</c:v>
                </c:pt>
                <c:pt idx="31350">
                  <c:v>0.36284722221898846</c:v>
                </c:pt>
                <c:pt idx="31351">
                  <c:v>0.36285879629576812</c:v>
                </c:pt>
                <c:pt idx="31352">
                  <c:v>0.36287037036527181</c:v>
                </c:pt>
                <c:pt idx="31353">
                  <c:v>0.36288194444205146</c:v>
                </c:pt>
                <c:pt idx="31354">
                  <c:v>0.36289351851883112</c:v>
                </c:pt>
                <c:pt idx="31355">
                  <c:v>0.36290509258833481</c:v>
                </c:pt>
                <c:pt idx="31356">
                  <c:v>0.36291666666511446</c:v>
                </c:pt>
                <c:pt idx="31357">
                  <c:v>0.36292824074189411</c:v>
                </c:pt>
                <c:pt idx="31358">
                  <c:v>0.36293981481139781</c:v>
                </c:pt>
                <c:pt idx="31359">
                  <c:v>0.36295138888817746</c:v>
                </c:pt>
                <c:pt idx="31360">
                  <c:v>0.36296296295768116</c:v>
                </c:pt>
                <c:pt idx="31361">
                  <c:v>0.36297453703446081</c:v>
                </c:pt>
                <c:pt idx="31362">
                  <c:v>0.36298611111124046</c:v>
                </c:pt>
                <c:pt idx="31363">
                  <c:v>0.36299768518074416</c:v>
                </c:pt>
                <c:pt idx="31364">
                  <c:v>0.36300925925752381</c:v>
                </c:pt>
                <c:pt idx="31365">
                  <c:v>0.36302083333430346</c:v>
                </c:pt>
                <c:pt idx="31366">
                  <c:v>0.36303240740380716</c:v>
                </c:pt>
                <c:pt idx="31367">
                  <c:v>0.36304398148058681</c:v>
                </c:pt>
                <c:pt idx="31368">
                  <c:v>0.3630555555500905</c:v>
                </c:pt>
                <c:pt idx="31369">
                  <c:v>0.36306712962687016</c:v>
                </c:pt>
                <c:pt idx="31370">
                  <c:v>0.36307870370364981</c:v>
                </c:pt>
                <c:pt idx="31371">
                  <c:v>0.3630902777731535</c:v>
                </c:pt>
                <c:pt idx="31372">
                  <c:v>0.36310185184993315</c:v>
                </c:pt>
                <c:pt idx="31373">
                  <c:v>0.36311342592671281</c:v>
                </c:pt>
                <c:pt idx="31374">
                  <c:v>0.3631249999962165</c:v>
                </c:pt>
                <c:pt idx="31375">
                  <c:v>0.36313657407299615</c:v>
                </c:pt>
                <c:pt idx="31376">
                  <c:v>0.36314814814249985</c:v>
                </c:pt>
                <c:pt idx="31377">
                  <c:v>0.3631597222192795</c:v>
                </c:pt>
                <c:pt idx="31378">
                  <c:v>0.36317129629605915</c:v>
                </c:pt>
                <c:pt idx="31379">
                  <c:v>0.36318287036556285</c:v>
                </c:pt>
                <c:pt idx="31380">
                  <c:v>0.3631944444423425</c:v>
                </c:pt>
                <c:pt idx="31381">
                  <c:v>0.36320601851912215</c:v>
                </c:pt>
                <c:pt idx="31382">
                  <c:v>0.36321759258862585</c:v>
                </c:pt>
                <c:pt idx="31383">
                  <c:v>0.3632291666654055</c:v>
                </c:pt>
                <c:pt idx="31384">
                  <c:v>0.3632407407349092</c:v>
                </c:pt>
                <c:pt idx="31385">
                  <c:v>0.36325231481168885</c:v>
                </c:pt>
                <c:pt idx="31386">
                  <c:v>0.3632638888884685</c:v>
                </c:pt>
                <c:pt idx="31387">
                  <c:v>0.36327546295797219</c:v>
                </c:pt>
                <c:pt idx="31388">
                  <c:v>0.36328703703475185</c:v>
                </c:pt>
                <c:pt idx="31389">
                  <c:v>0.3632986111115315</c:v>
                </c:pt>
                <c:pt idx="31390">
                  <c:v>0.36331018518103519</c:v>
                </c:pt>
                <c:pt idx="31391">
                  <c:v>0.36332175925781485</c:v>
                </c:pt>
                <c:pt idx="31392">
                  <c:v>0.3633333333345945</c:v>
                </c:pt>
                <c:pt idx="31393">
                  <c:v>0.36334490740409819</c:v>
                </c:pt>
                <c:pt idx="31394">
                  <c:v>0.36335648148087785</c:v>
                </c:pt>
                <c:pt idx="31395">
                  <c:v>0.36336805555038154</c:v>
                </c:pt>
                <c:pt idx="31396">
                  <c:v>0.36337962962716119</c:v>
                </c:pt>
                <c:pt idx="31397">
                  <c:v>0.36339120370394085</c:v>
                </c:pt>
                <c:pt idx="31398">
                  <c:v>0.36340277777344454</c:v>
                </c:pt>
                <c:pt idx="31399">
                  <c:v>0.36341435185022419</c:v>
                </c:pt>
                <c:pt idx="31400">
                  <c:v>0.36342592592700385</c:v>
                </c:pt>
                <c:pt idx="31401">
                  <c:v>0.36343749999650754</c:v>
                </c:pt>
                <c:pt idx="31402">
                  <c:v>0.36344907407328719</c:v>
                </c:pt>
                <c:pt idx="31403">
                  <c:v>0.36346064814279089</c:v>
                </c:pt>
                <c:pt idx="31404">
                  <c:v>0.36347222221957054</c:v>
                </c:pt>
                <c:pt idx="31405">
                  <c:v>0.36348379629635019</c:v>
                </c:pt>
                <c:pt idx="31406">
                  <c:v>0.36349537036585389</c:v>
                </c:pt>
                <c:pt idx="31407">
                  <c:v>0.36350694444263354</c:v>
                </c:pt>
                <c:pt idx="31408">
                  <c:v>0.36351851851941319</c:v>
                </c:pt>
                <c:pt idx="31409">
                  <c:v>0.36353009258891689</c:v>
                </c:pt>
                <c:pt idx="31410">
                  <c:v>0.36354166666569654</c:v>
                </c:pt>
                <c:pt idx="31411">
                  <c:v>0.36355324073520023</c:v>
                </c:pt>
                <c:pt idx="31412">
                  <c:v>0.36356481481197989</c:v>
                </c:pt>
                <c:pt idx="31413">
                  <c:v>0.36357638888875954</c:v>
                </c:pt>
                <c:pt idx="31414">
                  <c:v>0.36358796295826323</c:v>
                </c:pt>
                <c:pt idx="31415">
                  <c:v>0.36359953703504289</c:v>
                </c:pt>
                <c:pt idx="31416">
                  <c:v>0.36361111111182254</c:v>
                </c:pt>
                <c:pt idx="31417">
                  <c:v>0.36362268518132623</c:v>
                </c:pt>
                <c:pt idx="31418">
                  <c:v>0.36363425925810589</c:v>
                </c:pt>
                <c:pt idx="31419">
                  <c:v>0.36364583332760958</c:v>
                </c:pt>
                <c:pt idx="31420">
                  <c:v>0.36365740740438923</c:v>
                </c:pt>
                <c:pt idx="31421">
                  <c:v>0.36366898148116888</c:v>
                </c:pt>
                <c:pt idx="31422">
                  <c:v>0.36368055555067258</c:v>
                </c:pt>
                <c:pt idx="31423">
                  <c:v>0.36369212962745223</c:v>
                </c:pt>
                <c:pt idx="31424">
                  <c:v>0.36370370370423188</c:v>
                </c:pt>
                <c:pt idx="31425">
                  <c:v>0.36371527777373558</c:v>
                </c:pt>
                <c:pt idx="31426">
                  <c:v>0.36372685185051523</c:v>
                </c:pt>
                <c:pt idx="31427">
                  <c:v>0.36373842592001893</c:v>
                </c:pt>
                <c:pt idx="31428">
                  <c:v>0.36374999999679858</c:v>
                </c:pt>
                <c:pt idx="31429">
                  <c:v>0.36376157407357823</c:v>
                </c:pt>
                <c:pt idx="31430">
                  <c:v>0.36377314814308193</c:v>
                </c:pt>
                <c:pt idx="31431">
                  <c:v>0.36378472221986158</c:v>
                </c:pt>
                <c:pt idx="31432">
                  <c:v>0.36379629629664123</c:v>
                </c:pt>
                <c:pt idx="31433">
                  <c:v>0.36380787036614493</c:v>
                </c:pt>
                <c:pt idx="31434">
                  <c:v>0.36381944444292458</c:v>
                </c:pt>
                <c:pt idx="31435">
                  <c:v>0.36383101851970423</c:v>
                </c:pt>
                <c:pt idx="31436">
                  <c:v>0.36384259258920792</c:v>
                </c:pt>
                <c:pt idx="31437">
                  <c:v>0.36385416666598758</c:v>
                </c:pt>
                <c:pt idx="31438">
                  <c:v>0.36386574073549127</c:v>
                </c:pt>
                <c:pt idx="31439">
                  <c:v>0.36387731481227092</c:v>
                </c:pt>
                <c:pt idx="31440">
                  <c:v>0.36388888888905058</c:v>
                </c:pt>
                <c:pt idx="31441">
                  <c:v>0.36390046295855427</c:v>
                </c:pt>
                <c:pt idx="31442">
                  <c:v>0.36391203703533392</c:v>
                </c:pt>
                <c:pt idx="31443">
                  <c:v>0.36392361111211358</c:v>
                </c:pt>
                <c:pt idx="31444">
                  <c:v>0.36393518518161727</c:v>
                </c:pt>
                <c:pt idx="31445">
                  <c:v>0.36394675925839692</c:v>
                </c:pt>
                <c:pt idx="31446">
                  <c:v>0.36395833332790062</c:v>
                </c:pt>
                <c:pt idx="31447">
                  <c:v>0.36396990740468027</c:v>
                </c:pt>
                <c:pt idx="31448">
                  <c:v>0.36398148148145992</c:v>
                </c:pt>
                <c:pt idx="31449">
                  <c:v>0.36399305555096362</c:v>
                </c:pt>
                <c:pt idx="31450">
                  <c:v>0.36400462962774327</c:v>
                </c:pt>
                <c:pt idx="31451">
                  <c:v>0.36401620370452292</c:v>
                </c:pt>
                <c:pt idx="31452">
                  <c:v>0.36402777777402662</c:v>
                </c:pt>
                <c:pt idx="31453">
                  <c:v>0.36403935185080627</c:v>
                </c:pt>
                <c:pt idx="31454">
                  <c:v>0.36405092592030996</c:v>
                </c:pt>
                <c:pt idx="31455">
                  <c:v>0.36406249999708962</c:v>
                </c:pt>
                <c:pt idx="31456">
                  <c:v>0.36407407407386927</c:v>
                </c:pt>
                <c:pt idx="31457">
                  <c:v>0.36408564814337296</c:v>
                </c:pt>
                <c:pt idx="31458">
                  <c:v>0.36409722222015262</c:v>
                </c:pt>
                <c:pt idx="31459">
                  <c:v>0.36410879629693227</c:v>
                </c:pt>
                <c:pt idx="31460">
                  <c:v>0.36412037036643596</c:v>
                </c:pt>
                <c:pt idx="31461">
                  <c:v>0.36413194444321562</c:v>
                </c:pt>
                <c:pt idx="31462">
                  <c:v>0.36414351851271931</c:v>
                </c:pt>
                <c:pt idx="31463">
                  <c:v>0.36415509258949896</c:v>
                </c:pt>
                <c:pt idx="31464">
                  <c:v>0.36416666666627862</c:v>
                </c:pt>
                <c:pt idx="31465">
                  <c:v>0.36417824073578231</c:v>
                </c:pt>
                <c:pt idx="31466">
                  <c:v>0.36418981481256196</c:v>
                </c:pt>
                <c:pt idx="31467">
                  <c:v>0.36420138888934162</c:v>
                </c:pt>
                <c:pt idx="31468">
                  <c:v>0.36421296295884531</c:v>
                </c:pt>
                <c:pt idx="31469">
                  <c:v>0.36422453703562496</c:v>
                </c:pt>
                <c:pt idx="31470">
                  <c:v>0.36423611111240461</c:v>
                </c:pt>
                <c:pt idx="31471">
                  <c:v>0.36424768518190831</c:v>
                </c:pt>
                <c:pt idx="31472">
                  <c:v>0.36425925925868796</c:v>
                </c:pt>
                <c:pt idx="31473">
                  <c:v>0.36427083332819166</c:v>
                </c:pt>
                <c:pt idx="31474">
                  <c:v>0.36428240740497131</c:v>
                </c:pt>
                <c:pt idx="31475">
                  <c:v>0.36429398148175096</c:v>
                </c:pt>
                <c:pt idx="31476">
                  <c:v>0.36430555555125466</c:v>
                </c:pt>
                <c:pt idx="31477">
                  <c:v>0.36431712962803431</c:v>
                </c:pt>
                <c:pt idx="31478">
                  <c:v>0.36432870370481396</c:v>
                </c:pt>
                <c:pt idx="31479">
                  <c:v>0.36434027777431766</c:v>
                </c:pt>
                <c:pt idx="31480">
                  <c:v>0.36435185185109731</c:v>
                </c:pt>
                <c:pt idx="31481">
                  <c:v>0.364363425920601</c:v>
                </c:pt>
                <c:pt idx="31482">
                  <c:v>0.36437499999738066</c:v>
                </c:pt>
                <c:pt idx="31483">
                  <c:v>0.36438657407416031</c:v>
                </c:pt>
                <c:pt idx="31484">
                  <c:v>0.364398148143664</c:v>
                </c:pt>
                <c:pt idx="31485">
                  <c:v>0.36440972222044365</c:v>
                </c:pt>
                <c:pt idx="31486">
                  <c:v>0.36442129629722331</c:v>
                </c:pt>
                <c:pt idx="31487">
                  <c:v>0.364432870366727</c:v>
                </c:pt>
                <c:pt idx="31488">
                  <c:v>0.36444444444350665</c:v>
                </c:pt>
                <c:pt idx="31489">
                  <c:v>0.36445601851301035</c:v>
                </c:pt>
                <c:pt idx="31490">
                  <c:v>0.36446759258979</c:v>
                </c:pt>
                <c:pt idx="31491">
                  <c:v>0.36447916666656965</c:v>
                </c:pt>
                <c:pt idx="31492">
                  <c:v>0.36449074073607335</c:v>
                </c:pt>
                <c:pt idx="31493">
                  <c:v>0.364502314812853</c:v>
                </c:pt>
                <c:pt idx="31494">
                  <c:v>0.36451388888963265</c:v>
                </c:pt>
                <c:pt idx="31495">
                  <c:v>0.36452546295913635</c:v>
                </c:pt>
                <c:pt idx="31496">
                  <c:v>0.364537037035916</c:v>
                </c:pt>
                <c:pt idx="31497">
                  <c:v>0.3645486111054197</c:v>
                </c:pt>
                <c:pt idx="31498">
                  <c:v>0.36456018518219935</c:v>
                </c:pt>
                <c:pt idx="31499">
                  <c:v>0.364571759258979</c:v>
                </c:pt>
                <c:pt idx="31500">
                  <c:v>0.36458333332848269</c:v>
                </c:pt>
                <c:pt idx="31501">
                  <c:v>0.36459490740526235</c:v>
                </c:pt>
                <c:pt idx="31502">
                  <c:v>0.364606481482042</c:v>
                </c:pt>
                <c:pt idx="31503">
                  <c:v>0.36461805555154569</c:v>
                </c:pt>
                <c:pt idx="31504">
                  <c:v>0.36462962962832535</c:v>
                </c:pt>
                <c:pt idx="31505">
                  <c:v>0.36464120369782904</c:v>
                </c:pt>
                <c:pt idx="31506">
                  <c:v>0.36465277777460869</c:v>
                </c:pt>
                <c:pt idx="31507">
                  <c:v>0.36466435185138835</c:v>
                </c:pt>
                <c:pt idx="31508">
                  <c:v>0.36467592592089204</c:v>
                </c:pt>
                <c:pt idx="31509">
                  <c:v>0.36468749999767169</c:v>
                </c:pt>
                <c:pt idx="31510">
                  <c:v>0.36469907407445135</c:v>
                </c:pt>
                <c:pt idx="31511">
                  <c:v>0.36471064814395504</c:v>
                </c:pt>
                <c:pt idx="31512">
                  <c:v>0.36472222222073469</c:v>
                </c:pt>
                <c:pt idx="31513">
                  <c:v>0.36473379629751435</c:v>
                </c:pt>
                <c:pt idx="31514">
                  <c:v>0.36474537036701804</c:v>
                </c:pt>
                <c:pt idx="31515">
                  <c:v>0.36475694444379769</c:v>
                </c:pt>
                <c:pt idx="31516">
                  <c:v>0.36476851851330139</c:v>
                </c:pt>
                <c:pt idx="31517">
                  <c:v>0.36478009259008104</c:v>
                </c:pt>
                <c:pt idx="31518">
                  <c:v>0.36479166666686069</c:v>
                </c:pt>
                <c:pt idx="31519">
                  <c:v>0.36480324073636439</c:v>
                </c:pt>
                <c:pt idx="31520">
                  <c:v>0.36481481481314404</c:v>
                </c:pt>
                <c:pt idx="31521">
                  <c:v>0.36482638888992369</c:v>
                </c:pt>
                <c:pt idx="31522">
                  <c:v>0.36483796295942739</c:v>
                </c:pt>
                <c:pt idx="31523">
                  <c:v>0.36484953703620704</c:v>
                </c:pt>
                <c:pt idx="31524">
                  <c:v>0.36486111110571073</c:v>
                </c:pt>
                <c:pt idx="31525">
                  <c:v>0.36487268518249039</c:v>
                </c:pt>
                <c:pt idx="31526">
                  <c:v>0.36488425925927004</c:v>
                </c:pt>
                <c:pt idx="31527">
                  <c:v>0.36489583332877373</c:v>
                </c:pt>
                <c:pt idx="31528">
                  <c:v>0.36490740740555339</c:v>
                </c:pt>
                <c:pt idx="31529">
                  <c:v>0.36491898148233304</c:v>
                </c:pt>
                <c:pt idx="31530">
                  <c:v>0.36493055555183673</c:v>
                </c:pt>
                <c:pt idx="31531">
                  <c:v>0.36494212962861639</c:v>
                </c:pt>
                <c:pt idx="31532">
                  <c:v>0.36495370369812008</c:v>
                </c:pt>
                <c:pt idx="31533">
                  <c:v>0.36496527777489973</c:v>
                </c:pt>
                <c:pt idx="31534">
                  <c:v>0.36497685185167938</c:v>
                </c:pt>
                <c:pt idx="31535">
                  <c:v>0.36498842592118308</c:v>
                </c:pt>
                <c:pt idx="31536">
                  <c:v>0.36499999999796273</c:v>
                </c:pt>
                <c:pt idx="31537">
                  <c:v>0.36501157407474238</c:v>
                </c:pt>
                <c:pt idx="31538">
                  <c:v>0.36502314814424608</c:v>
                </c:pt>
                <c:pt idx="31539">
                  <c:v>0.36503472222102573</c:v>
                </c:pt>
                <c:pt idx="31540">
                  <c:v>0.36504629629052943</c:v>
                </c:pt>
                <c:pt idx="31541">
                  <c:v>0.36505787036730908</c:v>
                </c:pt>
                <c:pt idx="31542">
                  <c:v>0.36506944444408873</c:v>
                </c:pt>
                <c:pt idx="31543">
                  <c:v>0.36508101851359243</c:v>
                </c:pt>
                <c:pt idx="31544">
                  <c:v>0.36509259259037208</c:v>
                </c:pt>
                <c:pt idx="31545">
                  <c:v>0.36510416666715173</c:v>
                </c:pt>
                <c:pt idx="31546">
                  <c:v>0.36511574073665543</c:v>
                </c:pt>
                <c:pt idx="31547">
                  <c:v>0.36512731481343508</c:v>
                </c:pt>
                <c:pt idx="31548">
                  <c:v>0.36513888889021473</c:v>
                </c:pt>
                <c:pt idx="31549">
                  <c:v>0.36515046295971842</c:v>
                </c:pt>
                <c:pt idx="31550">
                  <c:v>0.36516203703649808</c:v>
                </c:pt>
                <c:pt idx="31551">
                  <c:v>0.36517361110600177</c:v>
                </c:pt>
                <c:pt idx="31552">
                  <c:v>0.36518518518278142</c:v>
                </c:pt>
                <c:pt idx="31553">
                  <c:v>0.36519675925956108</c:v>
                </c:pt>
                <c:pt idx="31554">
                  <c:v>0.36520833332906477</c:v>
                </c:pt>
                <c:pt idx="31555">
                  <c:v>0.36521990740584442</c:v>
                </c:pt>
                <c:pt idx="31556">
                  <c:v>0.36523148148262408</c:v>
                </c:pt>
                <c:pt idx="31557">
                  <c:v>0.36524305555212777</c:v>
                </c:pt>
                <c:pt idx="31558">
                  <c:v>0.36525462962890742</c:v>
                </c:pt>
                <c:pt idx="31559">
                  <c:v>0.36526620369841112</c:v>
                </c:pt>
                <c:pt idx="31560">
                  <c:v>0.36527777777519077</c:v>
                </c:pt>
                <c:pt idx="31561">
                  <c:v>0.36528935185197042</c:v>
                </c:pt>
                <c:pt idx="31562">
                  <c:v>0.36530092592147412</c:v>
                </c:pt>
                <c:pt idx="31563">
                  <c:v>0.36531249999825377</c:v>
                </c:pt>
                <c:pt idx="31564">
                  <c:v>0.36532407407503342</c:v>
                </c:pt>
                <c:pt idx="31565">
                  <c:v>0.36533564814453712</c:v>
                </c:pt>
                <c:pt idx="31566">
                  <c:v>0.36534722222131677</c:v>
                </c:pt>
                <c:pt idx="31567">
                  <c:v>0.36535879629082046</c:v>
                </c:pt>
                <c:pt idx="31568">
                  <c:v>0.36537037036760012</c:v>
                </c:pt>
                <c:pt idx="31569">
                  <c:v>0.36538194444437977</c:v>
                </c:pt>
                <c:pt idx="31570">
                  <c:v>0.36539351851388346</c:v>
                </c:pt>
                <c:pt idx="31571">
                  <c:v>0.36540509259066312</c:v>
                </c:pt>
                <c:pt idx="31572">
                  <c:v>0.36541666666744277</c:v>
                </c:pt>
                <c:pt idx="31573">
                  <c:v>0.36542824073694646</c:v>
                </c:pt>
                <c:pt idx="31574">
                  <c:v>0.36543981481372612</c:v>
                </c:pt>
                <c:pt idx="31575">
                  <c:v>0.36545138888322981</c:v>
                </c:pt>
                <c:pt idx="31576">
                  <c:v>0.36546296296000946</c:v>
                </c:pt>
                <c:pt idx="31577">
                  <c:v>0.36547453703678912</c:v>
                </c:pt>
                <c:pt idx="31578">
                  <c:v>0.36548611110629281</c:v>
                </c:pt>
                <c:pt idx="31579">
                  <c:v>0.36549768518307246</c:v>
                </c:pt>
                <c:pt idx="31580">
                  <c:v>0.36550925925985212</c:v>
                </c:pt>
                <c:pt idx="31581">
                  <c:v>0.36552083332935581</c:v>
                </c:pt>
                <c:pt idx="31582">
                  <c:v>0.36553240740613546</c:v>
                </c:pt>
                <c:pt idx="31583">
                  <c:v>0.36554398147563916</c:v>
                </c:pt>
                <c:pt idx="31584">
                  <c:v>0.36555555555241881</c:v>
                </c:pt>
                <c:pt idx="31585">
                  <c:v>0.36556712962919846</c:v>
                </c:pt>
                <c:pt idx="31586">
                  <c:v>0.36557870369870216</c:v>
                </c:pt>
                <c:pt idx="31587">
                  <c:v>0.36559027777548181</c:v>
                </c:pt>
                <c:pt idx="31588">
                  <c:v>0.36560185185226146</c:v>
                </c:pt>
                <c:pt idx="31589">
                  <c:v>0.36561342592176516</c:v>
                </c:pt>
                <c:pt idx="31590">
                  <c:v>0.36562499999854481</c:v>
                </c:pt>
                <c:pt idx="31591">
                  <c:v>0.36563657407532446</c:v>
                </c:pt>
                <c:pt idx="31592">
                  <c:v>0.36564814814482816</c:v>
                </c:pt>
                <c:pt idx="31593">
                  <c:v>0.36565972222160781</c:v>
                </c:pt>
                <c:pt idx="31594">
                  <c:v>0.3656712962911115</c:v>
                </c:pt>
                <c:pt idx="31595">
                  <c:v>0.36568287036789116</c:v>
                </c:pt>
                <c:pt idx="31596">
                  <c:v>0.36569444444467081</c:v>
                </c:pt>
                <c:pt idx="31597">
                  <c:v>0.3657060185141745</c:v>
                </c:pt>
                <c:pt idx="31598">
                  <c:v>0.36571759259095415</c:v>
                </c:pt>
                <c:pt idx="31599">
                  <c:v>0.36572916666773381</c:v>
                </c:pt>
                <c:pt idx="31600">
                  <c:v>0.3657407407372375</c:v>
                </c:pt>
                <c:pt idx="31601">
                  <c:v>0.36575231481401715</c:v>
                </c:pt>
                <c:pt idx="31602">
                  <c:v>0.36576388888352085</c:v>
                </c:pt>
                <c:pt idx="31603">
                  <c:v>0.3657754629603005</c:v>
                </c:pt>
                <c:pt idx="31604">
                  <c:v>0.36578703703708015</c:v>
                </c:pt>
                <c:pt idx="31605">
                  <c:v>0.36579861110658385</c:v>
                </c:pt>
                <c:pt idx="31606">
                  <c:v>0.3658101851833635</c:v>
                </c:pt>
                <c:pt idx="31607">
                  <c:v>0.36582175926014315</c:v>
                </c:pt>
                <c:pt idx="31608">
                  <c:v>0.36583333332964685</c:v>
                </c:pt>
                <c:pt idx="31609">
                  <c:v>0.3658449074064265</c:v>
                </c:pt>
                <c:pt idx="31610">
                  <c:v>0.3658564814759302</c:v>
                </c:pt>
                <c:pt idx="31611">
                  <c:v>0.36586805555270985</c:v>
                </c:pt>
                <c:pt idx="31612">
                  <c:v>0.3658796296294895</c:v>
                </c:pt>
                <c:pt idx="31613">
                  <c:v>0.36589120369899319</c:v>
                </c:pt>
                <c:pt idx="31614">
                  <c:v>0.36590277777577285</c:v>
                </c:pt>
                <c:pt idx="31615">
                  <c:v>0.3659143518525525</c:v>
                </c:pt>
                <c:pt idx="31616">
                  <c:v>0.36592592592205619</c:v>
                </c:pt>
                <c:pt idx="31617">
                  <c:v>0.36593749999883585</c:v>
                </c:pt>
                <c:pt idx="31618">
                  <c:v>0.36594907406833954</c:v>
                </c:pt>
                <c:pt idx="31619">
                  <c:v>0.36596064814511919</c:v>
                </c:pt>
                <c:pt idx="31620">
                  <c:v>0.36597222222189885</c:v>
                </c:pt>
                <c:pt idx="31621">
                  <c:v>0.36598379629140254</c:v>
                </c:pt>
                <c:pt idx="31622">
                  <c:v>0.36599537036818219</c:v>
                </c:pt>
                <c:pt idx="31623">
                  <c:v>0.36600694444496185</c:v>
                </c:pt>
                <c:pt idx="31624">
                  <c:v>0.36601851851446554</c:v>
                </c:pt>
                <c:pt idx="31625">
                  <c:v>0.36603009259124519</c:v>
                </c:pt>
                <c:pt idx="31626">
                  <c:v>0.36604166666074889</c:v>
                </c:pt>
                <c:pt idx="31627">
                  <c:v>0.36605324073752854</c:v>
                </c:pt>
                <c:pt idx="31628">
                  <c:v>0.36606481481430819</c:v>
                </c:pt>
                <c:pt idx="31629">
                  <c:v>0.36607638888381189</c:v>
                </c:pt>
                <c:pt idx="31630">
                  <c:v>0.36608796296059154</c:v>
                </c:pt>
                <c:pt idx="31631">
                  <c:v>0.36609953703737119</c:v>
                </c:pt>
                <c:pt idx="31632">
                  <c:v>0.36611111110687489</c:v>
                </c:pt>
                <c:pt idx="31633">
                  <c:v>0.36612268518365454</c:v>
                </c:pt>
                <c:pt idx="31634">
                  <c:v>0.36613425926043419</c:v>
                </c:pt>
                <c:pt idx="31635">
                  <c:v>0.36614583332993789</c:v>
                </c:pt>
                <c:pt idx="31636">
                  <c:v>0.36615740740671754</c:v>
                </c:pt>
                <c:pt idx="31637">
                  <c:v>0.36616898147622123</c:v>
                </c:pt>
                <c:pt idx="31638">
                  <c:v>0.36618055555300089</c:v>
                </c:pt>
                <c:pt idx="31639">
                  <c:v>0.36619212962978054</c:v>
                </c:pt>
                <c:pt idx="31640">
                  <c:v>0.36620370369928423</c:v>
                </c:pt>
                <c:pt idx="31641">
                  <c:v>0.36621527777606389</c:v>
                </c:pt>
                <c:pt idx="31642">
                  <c:v>0.36622685185284354</c:v>
                </c:pt>
                <c:pt idx="31643">
                  <c:v>0.36623842592234723</c:v>
                </c:pt>
                <c:pt idx="31644">
                  <c:v>0.36624999999912689</c:v>
                </c:pt>
                <c:pt idx="31645">
                  <c:v>0.36626157406863058</c:v>
                </c:pt>
                <c:pt idx="31646">
                  <c:v>0.36627314814541023</c:v>
                </c:pt>
                <c:pt idx="31647">
                  <c:v>0.36628472222218988</c:v>
                </c:pt>
                <c:pt idx="31648">
                  <c:v>0.36629629629169358</c:v>
                </c:pt>
                <c:pt idx="31649">
                  <c:v>0.36630787036847323</c:v>
                </c:pt>
                <c:pt idx="31650">
                  <c:v>0.36631944444525288</c:v>
                </c:pt>
                <c:pt idx="31651">
                  <c:v>0.36633101851475658</c:v>
                </c:pt>
                <c:pt idx="31652">
                  <c:v>0.36634259259153623</c:v>
                </c:pt>
                <c:pt idx="31653">
                  <c:v>0.36635416666103993</c:v>
                </c:pt>
                <c:pt idx="31654">
                  <c:v>0.36636574073781958</c:v>
                </c:pt>
                <c:pt idx="31655">
                  <c:v>0.36637731481459923</c:v>
                </c:pt>
                <c:pt idx="31656">
                  <c:v>0.36638888888410293</c:v>
                </c:pt>
                <c:pt idx="31657">
                  <c:v>0.36640046296088258</c:v>
                </c:pt>
                <c:pt idx="31658">
                  <c:v>0.36641203703766223</c:v>
                </c:pt>
                <c:pt idx="31659">
                  <c:v>0.36642361110716593</c:v>
                </c:pt>
                <c:pt idx="31660">
                  <c:v>0.36643518518394558</c:v>
                </c:pt>
                <c:pt idx="31661">
                  <c:v>0.36644675925344927</c:v>
                </c:pt>
                <c:pt idx="31662">
                  <c:v>0.36645833333022892</c:v>
                </c:pt>
                <c:pt idx="31663">
                  <c:v>0.36646990740700858</c:v>
                </c:pt>
                <c:pt idx="31664">
                  <c:v>0.36648148147651227</c:v>
                </c:pt>
                <c:pt idx="31665">
                  <c:v>0.36649305555329192</c:v>
                </c:pt>
                <c:pt idx="31666">
                  <c:v>0.36650462963007158</c:v>
                </c:pt>
                <c:pt idx="31667">
                  <c:v>0.36651620369957527</c:v>
                </c:pt>
                <c:pt idx="31668">
                  <c:v>0.36652777777635492</c:v>
                </c:pt>
                <c:pt idx="31669">
                  <c:v>0.36653935185313458</c:v>
                </c:pt>
                <c:pt idx="31670">
                  <c:v>0.36655092592263827</c:v>
                </c:pt>
                <c:pt idx="31671">
                  <c:v>0.36656249999941792</c:v>
                </c:pt>
                <c:pt idx="31672">
                  <c:v>0.36657407406892162</c:v>
                </c:pt>
                <c:pt idx="31673">
                  <c:v>0.36658564814570127</c:v>
                </c:pt>
                <c:pt idx="31674">
                  <c:v>0.36659722222248092</c:v>
                </c:pt>
                <c:pt idx="31675">
                  <c:v>0.36660879629198462</c:v>
                </c:pt>
                <c:pt idx="31676">
                  <c:v>0.36662037036876427</c:v>
                </c:pt>
                <c:pt idx="31677">
                  <c:v>0.36663194444554392</c:v>
                </c:pt>
                <c:pt idx="31678">
                  <c:v>0.36664351851504762</c:v>
                </c:pt>
                <c:pt idx="31679">
                  <c:v>0.36665509259182727</c:v>
                </c:pt>
                <c:pt idx="31680">
                  <c:v>0.36666666666133096</c:v>
                </c:pt>
                <c:pt idx="31681">
                  <c:v>0.36667824073811062</c:v>
                </c:pt>
                <c:pt idx="31682">
                  <c:v>0.36668981481489027</c:v>
                </c:pt>
                <c:pt idx="31683">
                  <c:v>0.36670138888439396</c:v>
                </c:pt>
                <c:pt idx="31684">
                  <c:v>0.36671296296117362</c:v>
                </c:pt>
                <c:pt idx="31685">
                  <c:v>0.36672453703795327</c:v>
                </c:pt>
                <c:pt idx="31686">
                  <c:v>0.36673611110745696</c:v>
                </c:pt>
                <c:pt idx="31687">
                  <c:v>0.36674768518423662</c:v>
                </c:pt>
                <c:pt idx="31688">
                  <c:v>0.36675925925374031</c:v>
                </c:pt>
                <c:pt idx="31689">
                  <c:v>0.36677083333051996</c:v>
                </c:pt>
                <c:pt idx="31690">
                  <c:v>0.36678240740729962</c:v>
                </c:pt>
                <c:pt idx="31691">
                  <c:v>0.36679398147680331</c:v>
                </c:pt>
                <c:pt idx="31692">
                  <c:v>0.36680555555358296</c:v>
                </c:pt>
                <c:pt idx="31693">
                  <c:v>0.36681712963036261</c:v>
                </c:pt>
                <c:pt idx="31694">
                  <c:v>0.36682870369986631</c:v>
                </c:pt>
                <c:pt idx="31695">
                  <c:v>0.36684027777664596</c:v>
                </c:pt>
                <c:pt idx="31696">
                  <c:v>0.36685185184614966</c:v>
                </c:pt>
                <c:pt idx="31697">
                  <c:v>0.36686342592292931</c:v>
                </c:pt>
                <c:pt idx="31698">
                  <c:v>0.36687499999970896</c:v>
                </c:pt>
                <c:pt idx="31699">
                  <c:v>0.36688657406921266</c:v>
                </c:pt>
                <c:pt idx="31700">
                  <c:v>0.36689814814599231</c:v>
                </c:pt>
                <c:pt idx="31701">
                  <c:v>0.36690972222277196</c:v>
                </c:pt>
                <c:pt idx="31702">
                  <c:v>0.36692129629227566</c:v>
                </c:pt>
                <c:pt idx="31703">
                  <c:v>0.36693287036905531</c:v>
                </c:pt>
                <c:pt idx="31704">
                  <c:v>0.366944444438559</c:v>
                </c:pt>
                <c:pt idx="31705">
                  <c:v>0.36695601851533866</c:v>
                </c:pt>
                <c:pt idx="31706">
                  <c:v>0.36696759259211831</c:v>
                </c:pt>
                <c:pt idx="31707">
                  <c:v>0.366979166661622</c:v>
                </c:pt>
                <c:pt idx="31708">
                  <c:v>0.36699074073840166</c:v>
                </c:pt>
                <c:pt idx="31709">
                  <c:v>0.36700231481518131</c:v>
                </c:pt>
                <c:pt idx="31710">
                  <c:v>0.367013888884685</c:v>
                </c:pt>
                <c:pt idx="31711">
                  <c:v>0.36702546296146465</c:v>
                </c:pt>
                <c:pt idx="31712">
                  <c:v>0.36703703703824431</c:v>
                </c:pt>
                <c:pt idx="31713">
                  <c:v>0.367048611107748</c:v>
                </c:pt>
                <c:pt idx="31714">
                  <c:v>0.36706018518452765</c:v>
                </c:pt>
                <c:pt idx="31715">
                  <c:v>0.36707175925403135</c:v>
                </c:pt>
                <c:pt idx="31716">
                  <c:v>0.367083333330811</c:v>
                </c:pt>
                <c:pt idx="31717">
                  <c:v>0.36709490740759065</c:v>
                </c:pt>
                <c:pt idx="31718">
                  <c:v>0.36710648147709435</c:v>
                </c:pt>
                <c:pt idx="31719">
                  <c:v>0.367118055553874</c:v>
                </c:pt>
                <c:pt idx="31720">
                  <c:v>0.36712962963065365</c:v>
                </c:pt>
                <c:pt idx="31721">
                  <c:v>0.36714120370015735</c:v>
                </c:pt>
                <c:pt idx="31722">
                  <c:v>0.367152777776937</c:v>
                </c:pt>
                <c:pt idx="31723">
                  <c:v>0.3671643518464407</c:v>
                </c:pt>
                <c:pt idx="31724">
                  <c:v>0.36717592592322035</c:v>
                </c:pt>
                <c:pt idx="31725">
                  <c:v>0.3671875</c:v>
                </c:pt>
                <c:pt idx="31726">
                  <c:v>0.36719907406950369</c:v>
                </c:pt>
                <c:pt idx="31727">
                  <c:v>0.36721064814628335</c:v>
                </c:pt>
                <c:pt idx="31728">
                  <c:v>0.367222222223063</c:v>
                </c:pt>
                <c:pt idx="31729">
                  <c:v>0.36723379629256669</c:v>
                </c:pt>
                <c:pt idx="31730">
                  <c:v>0.36724537036934635</c:v>
                </c:pt>
                <c:pt idx="31731">
                  <c:v>0.36725694443885004</c:v>
                </c:pt>
                <c:pt idx="31732">
                  <c:v>0.36726851851562969</c:v>
                </c:pt>
                <c:pt idx="31733">
                  <c:v>0.36728009259240935</c:v>
                </c:pt>
                <c:pt idx="31734">
                  <c:v>0.36729166666191304</c:v>
                </c:pt>
                <c:pt idx="31735">
                  <c:v>0.36730324073869269</c:v>
                </c:pt>
                <c:pt idx="31736">
                  <c:v>0.36731481481547235</c:v>
                </c:pt>
                <c:pt idx="31737">
                  <c:v>0.36732638888497604</c:v>
                </c:pt>
                <c:pt idx="31738">
                  <c:v>0.36733796296175569</c:v>
                </c:pt>
                <c:pt idx="31739">
                  <c:v>0.36734953703125939</c:v>
                </c:pt>
                <c:pt idx="31740">
                  <c:v>0.36736111110803904</c:v>
                </c:pt>
                <c:pt idx="31741">
                  <c:v>0.36737268518481869</c:v>
                </c:pt>
                <c:pt idx="31742">
                  <c:v>0.36738425925432239</c:v>
                </c:pt>
                <c:pt idx="31743">
                  <c:v>0.36739583333110204</c:v>
                </c:pt>
                <c:pt idx="31744">
                  <c:v>0.36740740740788169</c:v>
                </c:pt>
                <c:pt idx="31745">
                  <c:v>0.36741898147738539</c:v>
                </c:pt>
                <c:pt idx="31746">
                  <c:v>0.36743055555416504</c:v>
                </c:pt>
                <c:pt idx="31747">
                  <c:v>0.36744212963094469</c:v>
                </c:pt>
                <c:pt idx="31748">
                  <c:v>0.36745370370044839</c:v>
                </c:pt>
                <c:pt idx="31749">
                  <c:v>0.36746527777722804</c:v>
                </c:pt>
                <c:pt idx="31750">
                  <c:v>0.36747685184673173</c:v>
                </c:pt>
                <c:pt idx="31751">
                  <c:v>0.36748842592351139</c:v>
                </c:pt>
                <c:pt idx="31752">
                  <c:v>0.36750000000029104</c:v>
                </c:pt>
                <c:pt idx="31753">
                  <c:v>0.36751157406979473</c:v>
                </c:pt>
                <c:pt idx="31754">
                  <c:v>0.36752314814657439</c:v>
                </c:pt>
                <c:pt idx="31755">
                  <c:v>0.36753472222335404</c:v>
                </c:pt>
                <c:pt idx="31756">
                  <c:v>0.36754629629285773</c:v>
                </c:pt>
                <c:pt idx="31757">
                  <c:v>0.36755787036963739</c:v>
                </c:pt>
                <c:pt idx="31758">
                  <c:v>0.36756944443914108</c:v>
                </c:pt>
                <c:pt idx="31759">
                  <c:v>0.36758101851592073</c:v>
                </c:pt>
                <c:pt idx="31760">
                  <c:v>0.36759259259270038</c:v>
                </c:pt>
                <c:pt idx="31761">
                  <c:v>0.36760416666220408</c:v>
                </c:pt>
                <c:pt idx="31762">
                  <c:v>0.36761574073898373</c:v>
                </c:pt>
                <c:pt idx="31763">
                  <c:v>0.36762731481576338</c:v>
                </c:pt>
                <c:pt idx="31764">
                  <c:v>0.36763888888526708</c:v>
                </c:pt>
                <c:pt idx="31765">
                  <c:v>0.36765046296204673</c:v>
                </c:pt>
                <c:pt idx="31766">
                  <c:v>0.36766203703155043</c:v>
                </c:pt>
                <c:pt idx="31767">
                  <c:v>0.36767361110833008</c:v>
                </c:pt>
                <c:pt idx="31768">
                  <c:v>0.36768518518510973</c:v>
                </c:pt>
                <c:pt idx="31769">
                  <c:v>0.36769675925461343</c:v>
                </c:pt>
                <c:pt idx="31770">
                  <c:v>0.36770833333139308</c:v>
                </c:pt>
                <c:pt idx="31771">
                  <c:v>0.36771990740817273</c:v>
                </c:pt>
                <c:pt idx="31772">
                  <c:v>0.36773148147767643</c:v>
                </c:pt>
                <c:pt idx="31773">
                  <c:v>0.36774305555445608</c:v>
                </c:pt>
                <c:pt idx="31774">
                  <c:v>0.36775462962395977</c:v>
                </c:pt>
                <c:pt idx="31775">
                  <c:v>0.36776620370073942</c:v>
                </c:pt>
                <c:pt idx="31776">
                  <c:v>0.36777777777751908</c:v>
                </c:pt>
                <c:pt idx="31777">
                  <c:v>0.36778935184702277</c:v>
                </c:pt>
                <c:pt idx="31778">
                  <c:v>0.36780092592380242</c:v>
                </c:pt>
                <c:pt idx="31779">
                  <c:v>0.36781250000058208</c:v>
                </c:pt>
                <c:pt idx="31780">
                  <c:v>0.36782407407008577</c:v>
                </c:pt>
                <c:pt idx="31781">
                  <c:v>0.36783564814686542</c:v>
                </c:pt>
                <c:pt idx="31782">
                  <c:v>0.36784722221636912</c:v>
                </c:pt>
                <c:pt idx="31783">
                  <c:v>0.36785879629314877</c:v>
                </c:pt>
                <c:pt idx="31784">
                  <c:v>0.36787037036992842</c:v>
                </c:pt>
                <c:pt idx="31785">
                  <c:v>0.36788194443943212</c:v>
                </c:pt>
                <c:pt idx="31786">
                  <c:v>0.36789351851621177</c:v>
                </c:pt>
                <c:pt idx="31787">
                  <c:v>0.36790509259299142</c:v>
                </c:pt>
                <c:pt idx="31788">
                  <c:v>0.36791666666249512</c:v>
                </c:pt>
                <c:pt idx="31789">
                  <c:v>0.36792824073927477</c:v>
                </c:pt>
                <c:pt idx="31790">
                  <c:v>0.36793981481605442</c:v>
                </c:pt>
                <c:pt idx="31791">
                  <c:v>0.36795138888555812</c:v>
                </c:pt>
                <c:pt idx="31792">
                  <c:v>0.36796296296233777</c:v>
                </c:pt>
                <c:pt idx="31793">
                  <c:v>0.36797453703184146</c:v>
                </c:pt>
                <c:pt idx="31794">
                  <c:v>0.36798611110862112</c:v>
                </c:pt>
                <c:pt idx="31795">
                  <c:v>0.36799768518540077</c:v>
                </c:pt>
                <c:pt idx="31796">
                  <c:v>0.36800925925490446</c:v>
                </c:pt>
                <c:pt idx="31797">
                  <c:v>0.36802083333168412</c:v>
                </c:pt>
                <c:pt idx="31798">
                  <c:v>0.36803240740846377</c:v>
                </c:pt>
                <c:pt idx="31799">
                  <c:v>0.36804398147796746</c:v>
                </c:pt>
                <c:pt idx="31800">
                  <c:v>0.36805555555474712</c:v>
                </c:pt>
                <c:pt idx="31801">
                  <c:v>0.36806712962425081</c:v>
                </c:pt>
                <c:pt idx="31802">
                  <c:v>0.36807870370103046</c:v>
                </c:pt>
                <c:pt idx="31803">
                  <c:v>0.36809027777781012</c:v>
                </c:pt>
                <c:pt idx="31804">
                  <c:v>0.36810185184731381</c:v>
                </c:pt>
                <c:pt idx="31805">
                  <c:v>0.36811342592409346</c:v>
                </c:pt>
                <c:pt idx="31806">
                  <c:v>0.36812500000087311</c:v>
                </c:pt>
                <c:pt idx="31807">
                  <c:v>0.36813657407037681</c:v>
                </c:pt>
                <c:pt idx="31808">
                  <c:v>0.36814814814715646</c:v>
                </c:pt>
                <c:pt idx="31809">
                  <c:v>0.36815972221666016</c:v>
                </c:pt>
                <c:pt idx="31810">
                  <c:v>0.36817129629343981</c:v>
                </c:pt>
                <c:pt idx="31811">
                  <c:v>0.36818287037021946</c:v>
                </c:pt>
                <c:pt idx="31812">
                  <c:v>0.36819444443972316</c:v>
                </c:pt>
                <c:pt idx="31813">
                  <c:v>0.36820601851650281</c:v>
                </c:pt>
                <c:pt idx="31814">
                  <c:v>0.36821759259328246</c:v>
                </c:pt>
                <c:pt idx="31815">
                  <c:v>0.36822916666278616</c:v>
                </c:pt>
                <c:pt idx="31816">
                  <c:v>0.36824074073956581</c:v>
                </c:pt>
                <c:pt idx="31817">
                  <c:v>0.3682523148090695</c:v>
                </c:pt>
                <c:pt idx="31818">
                  <c:v>0.36826388888584916</c:v>
                </c:pt>
                <c:pt idx="31819">
                  <c:v>0.36827546296262881</c:v>
                </c:pt>
                <c:pt idx="31820">
                  <c:v>0.3682870370321325</c:v>
                </c:pt>
                <c:pt idx="31821">
                  <c:v>0.36829861110891216</c:v>
                </c:pt>
                <c:pt idx="31822">
                  <c:v>0.36831018518569181</c:v>
                </c:pt>
                <c:pt idx="31823">
                  <c:v>0.3683217592551955</c:v>
                </c:pt>
                <c:pt idx="31824">
                  <c:v>0.36833333333197515</c:v>
                </c:pt>
                <c:pt idx="31825">
                  <c:v>0.36834490740147885</c:v>
                </c:pt>
                <c:pt idx="31826">
                  <c:v>0.3683564814782585</c:v>
                </c:pt>
                <c:pt idx="31827">
                  <c:v>0.36836805555503815</c:v>
                </c:pt>
                <c:pt idx="31828">
                  <c:v>0.36837962962454185</c:v>
                </c:pt>
                <c:pt idx="31829">
                  <c:v>0.3683912037013215</c:v>
                </c:pt>
                <c:pt idx="31830">
                  <c:v>0.36840277777810115</c:v>
                </c:pt>
                <c:pt idx="31831">
                  <c:v>0.36841435184760485</c:v>
                </c:pt>
                <c:pt idx="31832">
                  <c:v>0.3684259259243845</c:v>
                </c:pt>
                <c:pt idx="31833">
                  <c:v>0.36843750000116415</c:v>
                </c:pt>
                <c:pt idx="31834">
                  <c:v>0.36844907407066785</c:v>
                </c:pt>
                <c:pt idx="31835">
                  <c:v>0.3684606481474475</c:v>
                </c:pt>
                <c:pt idx="31836">
                  <c:v>0.3684722222169512</c:v>
                </c:pt>
                <c:pt idx="31837">
                  <c:v>0.36848379629373085</c:v>
                </c:pt>
                <c:pt idx="31838">
                  <c:v>0.3684953703705105</c:v>
                </c:pt>
                <c:pt idx="31839">
                  <c:v>0.36850694444001419</c:v>
                </c:pt>
                <c:pt idx="31840">
                  <c:v>0.36851851851679385</c:v>
                </c:pt>
                <c:pt idx="31841">
                  <c:v>0.3685300925935735</c:v>
                </c:pt>
                <c:pt idx="31842">
                  <c:v>0.36854166666307719</c:v>
                </c:pt>
                <c:pt idx="31843">
                  <c:v>0.36855324073985685</c:v>
                </c:pt>
                <c:pt idx="31844">
                  <c:v>0.36856481480936054</c:v>
                </c:pt>
                <c:pt idx="31845">
                  <c:v>0.36857638888614019</c:v>
                </c:pt>
                <c:pt idx="31846">
                  <c:v>0.36858796296291985</c:v>
                </c:pt>
                <c:pt idx="31847">
                  <c:v>0.36859953703242354</c:v>
                </c:pt>
                <c:pt idx="31848">
                  <c:v>0.36861111110920319</c:v>
                </c:pt>
                <c:pt idx="31849">
                  <c:v>0.36862268518598285</c:v>
                </c:pt>
                <c:pt idx="31850">
                  <c:v>0.36863425925548654</c:v>
                </c:pt>
                <c:pt idx="31851">
                  <c:v>0.36864583333226619</c:v>
                </c:pt>
                <c:pt idx="31852">
                  <c:v>0.36865740740176989</c:v>
                </c:pt>
                <c:pt idx="31853">
                  <c:v>0.36866898147854954</c:v>
                </c:pt>
                <c:pt idx="31854">
                  <c:v>0.36868055555532919</c:v>
                </c:pt>
                <c:pt idx="31855">
                  <c:v>0.36869212962483289</c:v>
                </c:pt>
                <c:pt idx="31856">
                  <c:v>0.36870370370161254</c:v>
                </c:pt>
                <c:pt idx="31857">
                  <c:v>0.36871527777839219</c:v>
                </c:pt>
                <c:pt idx="31858">
                  <c:v>0.36872685184789589</c:v>
                </c:pt>
                <c:pt idx="31859">
                  <c:v>0.36873842592467554</c:v>
                </c:pt>
                <c:pt idx="31860">
                  <c:v>0.36874999999417923</c:v>
                </c:pt>
                <c:pt idx="31861">
                  <c:v>0.36876157407095889</c:v>
                </c:pt>
                <c:pt idx="31862">
                  <c:v>0.36877314814773854</c:v>
                </c:pt>
                <c:pt idx="31863">
                  <c:v>0.36878472221724223</c:v>
                </c:pt>
                <c:pt idx="31864">
                  <c:v>0.36879629629402189</c:v>
                </c:pt>
                <c:pt idx="31865">
                  <c:v>0.36880787037080154</c:v>
                </c:pt>
                <c:pt idx="31866">
                  <c:v>0.36881944444030523</c:v>
                </c:pt>
                <c:pt idx="31867">
                  <c:v>0.36883101851708489</c:v>
                </c:pt>
                <c:pt idx="31868">
                  <c:v>0.36884259259386454</c:v>
                </c:pt>
                <c:pt idx="31869">
                  <c:v>0.36885416666336823</c:v>
                </c:pt>
                <c:pt idx="31870">
                  <c:v>0.36886574074014788</c:v>
                </c:pt>
                <c:pt idx="31871">
                  <c:v>0.36887731480965158</c:v>
                </c:pt>
                <c:pt idx="31872">
                  <c:v>0.36888888888643123</c:v>
                </c:pt>
                <c:pt idx="31873">
                  <c:v>0.36890046296321088</c:v>
                </c:pt>
                <c:pt idx="31874">
                  <c:v>0.36891203703271458</c:v>
                </c:pt>
                <c:pt idx="31875">
                  <c:v>0.36892361110949423</c:v>
                </c:pt>
                <c:pt idx="31876">
                  <c:v>0.36893518518627388</c:v>
                </c:pt>
                <c:pt idx="31877">
                  <c:v>0.36894675925577758</c:v>
                </c:pt>
                <c:pt idx="31878">
                  <c:v>0.36895833333255723</c:v>
                </c:pt>
                <c:pt idx="31879">
                  <c:v>0.36896990740206093</c:v>
                </c:pt>
                <c:pt idx="31880">
                  <c:v>0.36898148147884058</c:v>
                </c:pt>
                <c:pt idx="31881">
                  <c:v>0.36899305555562023</c:v>
                </c:pt>
                <c:pt idx="31882">
                  <c:v>0.36900462962512393</c:v>
                </c:pt>
                <c:pt idx="31883">
                  <c:v>0.36901620370190358</c:v>
                </c:pt>
                <c:pt idx="31884">
                  <c:v>0.36902777777868323</c:v>
                </c:pt>
                <c:pt idx="31885">
                  <c:v>0.36903935184818693</c:v>
                </c:pt>
                <c:pt idx="31886">
                  <c:v>0.36905092592496658</c:v>
                </c:pt>
                <c:pt idx="31887">
                  <c:v>0.36906249999447027</c:v>
                </c:pt>
                <c:pt idx="31888">
                  <c:v>0.36907407407124992</c:v>
                </c:pt>
                <c:pt idx="31889">
                  <c:v>0.36908564814802958</c:v>
                </c:pt>
                <c:pt idx="31890">
                  <c:v>0.36909722221753327</c:v>
                </c:pt>
                <c:pt idx="31891">
                  <c:v>0.36910879629431292</c:v>
                </c:pt>
                <c:pt idx="31892">
                  <c:v>0.36912037037109258</c:v>
                </c:pt>
                <c:pt idx="31893">
                  <c:v>0.36913194444059627</c:v>
                </c:pt>
                <c:pt idx="31894">
                  <c:v>0.36914351851737592</c:v>
                </c:pt>
                <c:pt idx="31895">
                  <c:v>0.36915509258687962</c:v>
                </c:pt>
                <c:pt idx="31896">
                  <c:v>0.36916666666365927</c:v>
                </c:pt>
                <c:pt idx="31897">
                  <c:v>0.36917824074043892</c:v>
                </c:pt>
                <c:pt idx="31898">
                  <c:v>0.36918981480994262</c:v>
                </c:pt>
                <c:pt idx="31899">
                  <c:v>0.36920138888672227</c:v>
                </c:pt>
                <c:pt idx="31900">
                  <c:v>0.36921296296350192</c:v>
                </c:pt>
                <c:pt idx="31901">
                  <c:v>0.36922453703300562</c:v>
                </c:pt>
                <c:pt idx="31902">
                  <c:v>0.36923611110978527</c:v>
                </c:pt>
                <c:pt idx="31903">
                  <c:v>0.36924768517928896</c:v>
                </c:pt>
                <c:pt idx="31904">
                  <c:v>0.36925925925606862</c:v>
                </c:pt>
                <c:pt idx="31905">
                  <c:v>0.36927083333284827</c:v>
                </c:pt>
                <c:pt idx="31906">
                  <c:v>0.36928240740235196</c:v>
                </c:pt>
                <c:pt idx="31907">
                  <c:v>0.36929398147913162</c:v>
                </c:pt>
                <c:pt idx="31908">
                  <c:v>0.36930555555591127</c:v>
                </c:pt>
                <c:pt idx="31909">
                  <c:v>0.36931712962541496</c:v>
                </c:pt>
                <c:pt idx="31910">
                  <c:v>0.36932870370219462</c:v>
                </c:pt>
                <c:pt idx="31911">
                  <c:v>0.36934027777897427</c:v>
                </c:pt>
                <c:pt idx="31912">
                  <c:v>0.36935185184847796</c:v>
                </c:pt>
                <c:pt idx="31913">
                  <c:v>0.36936342592525762</c:v>
                </c:pt>
                <c:pt idx="31914">
                  <c:v>0.36937499999476131</c:v>
                </c:pt>
                <c:pt idx="31915">
                  <c:v>0.36938657407154096</c:v>
                </c:pt>
                <c:pt idx="31916">
                  <c:v>0.36939814814832062</c:v>
                </c:pt>
                <c:pt idx="31917">
                  <c:v>0.36940972221782431</c:v>
                </c:pt>
                <c:pt idx="31918">
                  <c:v>0.36942129629460396</c:v>
                </c:pt>
                <c:pt idx="31919">
                  <c:v>0.36943287037138361</c:v>
                </c:pt>
                <c:pt idx="31920">
                  <c:v>0.36944444444088731</c:v>
                </c:pt>
                <c:pt idx="31921">
                  <c:v>0.36945601851766696</c:v>
                </c:pt>
                <c:pt idx="31922">
                  <c:v>0.36946759258717066</c:v>
                </c:pt>
                <c:pt idx="31923">
                  <c:v>0.36947916666395031</c:v>
                </c:pt>
                <c:pt idx="31924">
                  <c:v>0.36949074074072996</c:v>
                </c:pt>
                <c:pt idx="31925">
                  <c:v>0.36950231481023366</c:v>
                </c:pt>
                <c:pt idx="31926">
                  <c:v>0.36951388888701331</c:v>
                </c:pt>
                <c:pt idx="31927">
                  <c:v>0.36952546296379296</c:v>
                </c:pt>
                <c:pt idx="31928">
                  <c:v>0.36953703703329666</c:v>
                </c:pt>
                <c:pt idx="31929">
                  <c:v>0.36954861111007631</c:v>
                </c:pt>
                <c:pt idx="31930">
                  <c:v>0.36956018517958</c:v>
                </c:pt>
                <c:pt idx="31931">
                  <c:v>0.36957175925635966</c:v>
                </c:pt>
                <c:pt idx="31932">
                  <c:v>0.36958333333313931</c:v>
                </c:pt>
                <c:pt idx="31933">
                  <c:v>0.369594907402643</c:v>
                </c:pt>
                <c:pt idx="31934">
                  <c:v>0.36960648147942265</c:v>
                </c:pt>
                <c:pt idx="31935">
                  <c:v>0.36961805555620231</c:v>
                </c:pt>
                <c:pt idx="31936">
                  <c:v>0.369629629625706</c:v>
                </c:pt>
                <c:pt idx="31937">
                  <c:v>0.36964120370248565</c:v>
                </c:pt>
                <c:pt idx="31938">
                  <c:v>0.36965277777198935</c:v>
                </c:pt>
                <c:pt idx="31939">
                  <c:v>0.369664351848769</c:v>
                </c:pt>
                <c:pt idx="31940">
                  <c:v>0.36967592592554865</c:v>
                </c:pt>
                <c:pt idx="31941">
                  <c:v>0.36968749999505235</c:v>
                </c:pt>
                <c:pt idx="31942">
                  <c:v>0.369699074071832</c:v>
                </c:pt>
                <c:pt idx="31943">
                  <c:v>0.36971064814861165</c:v>
                </c:pt>
                <c:pt idx="31944">
                  <c:v>0.36972222221811535</c:v>
                </c:pt>
                <c:pt idx="31945">
                  <c:v>0.369733796294895</c:v>
                </c:pt>
                <c:pt idx="31946">
                  <c:v>0.36974537037167465</c:v>
                </c:pt>
                <c:pt idx="31947">
                  <c:v>0.36975694444117835</c:v>
                </c:pt>
                <c:pt idx="31948">
                  <c:v>0.369768518517958</c:v>
                </c:pt>
                <c:pt idx="31949">
                  <c:v>0.3697800925874617</c:v>
                </c:pt>
                <c:pt idx="31950">
                  <c:v>0.36979166666424135</c:v>
                </c:pt>
                <c:pt idx="31951">
                  <c:v>0.369803240741021</c:v>
                </c:pt>
                <c:pt idx="31952">
                  <c:v>0.36981481481052469</c:v>
                </c:pt>
                <c:pt idx="31953">
                  <c:v>0.36982638888730435</c:v>
                </c:pt>
                <c:pt idx="31954">
                  <c:v>0.369837962964084</c:v>
                </c:pt>
                <c:pt idx="31955">
                  <c:v>0.36984953703358769</c:v>
                </c:pt>
                <c:pt idx="31956">
                  <c:v>0.36986111111036735</c:v>
                </c:pt>
                <c:pt idx="31957">
                  <c:v>0.36987268517987104</c:v>
                </c:pt>
                <c:pt idx="31958">
                  <c:v>0.36988425925665069</c:v>
                </c:pt>
                <c:pt idx="31959">
                  <c:v>0.36989583333343035</c:v>
                </c:pt>
                <c:pt idx="31960">
                  <c:v>0.36990740740293404</c:v>
                </c:pt>
                <c:pt idx="31961">
                  <c:v>0.36991898147971369</c:v>
                </c:pt>
                <c:pt idx="31962">
                  <c:v>0.36993055555649335</c:v>
                </c:pt>
                <c:pt idx="31963">
                  <c:v>0.36994212962599704</c:v>
                </c:pt>
                <c:pt idx="31964">
                  <c:v>0.36995370370277669</c:v>
                </c:pt>
                <c:pt idx="31965">
                  <c:v>0.36996527777228039</c:v>
                </c:pt>
                <c:pt idx="31966">
                  <c:v>0.36997685184906004</c:v>
                </c:pt>
                <c:pt idx="31967">
                  <c:v>0.36998842592583969</c:v>
                </c:pt>
                <c:pt idx="31968">
                  <c:v>0.36999999999534339</c:v>
                </c:pt>
                <c:pt idx="31969">
                  <c:v>0.37001157407212304</c:v>
                </c:pt>
                <c:pt idx="31970">
                  <c:v>0.37002314814890269</c:v>
                </c:pt>
                <c:pt idx="31971">
                  <c:v>0.37003472221840639</c:v>
                </c:pt>
                <c:pt idx="31972">
                  <c:v>0.37004629629518604</c:v>
                </c:pt>
                <c:pt idx="31973">
                  <c:v>0.37005787036468973</c:v>
                </c:pt>
                <c:pt idx="31974">
                  <c:v>0.37006944444146939</c:v>
                </c:pt>
                <c:pt idx="31975">
                  <c:v>0.37008101851824904</c:v>
                </c:pt>
                <c:pt idx="31976">
                  <c:v>0.37009259258775273</c:v>
                </c:pt>
                <c:pt idx="31977">
                  <c:v>0.37010416666453239</c:v>
                </c:pt>
                <c:pt idx="31978">
                  <c:v>0.37011574074131204</c:v>
                </c:pt>
                <c:pt idx="31979">
                  <c:v>0.37012731481081573</c:v>
                </c:pt>
                <c:pt idx="31980">
                  <c:v>0.37013888888759539</c:v>
                </c:pt>
                <c:pt idx="31981">
                  <c:v>0.37015046295709908</c:v>
                </c:pt>
                <c:pt idx="31982">
                  <c:v>0.37016203703387873</c:v>
                </c:pt>
                <c:pt idx="31983">
                  <c:v>0.37017361111065838</c:v>
                </c:pt>
                <c:pt idx="31984">
                  <c:v>0.37018518518016208</c:v>
                </c:pt>
                <c:pt idx="31985">
                  <c:v>0.37019675925694173</c:v>
                </c:pt>
                <c:pt idx="31986">
                  <c:v>0.37020833333372138</c:v>
                </c:pt>
                <c:pt idx="31987">
                  <c:v>0.37021990740322508</c:v>
                </c:pt>
                <c:pt idx="31988">
                  <c:v>0.37023148148000473</c:v>
                </c:pt>
                <c:pt idx="31989">
                  <c:v>0.37024305555678438</c:v>
                </c:pt>
                <c:pt idx="31990">
                  <c:v>0.37025462962628808</c:v>
                </c:pt>
                <c:pt idx="31991">
                  <c:v>0.37026620370306773</c:v>
                </c:pt>
                <c:pt idx="31992">
                  <c:v>0.37027777777257143</c:v>
                </c:pt>
                <c:pt idx="31993">
                  <c:v>0.37028935184935108</c:v>
                </c:pt>
                <c:pt idx="31994">
                  <c:v>0.37030092592613073</c:v>
                </c:pt>
                <c:pt idx="31995">
                  <c:v>0.37031249999563443</c:v>
                </c:pt>
                <c:pt idx="31996">
                  <c:v>0.37032407407241408</c:v>
                </c:pt>
                <c:pt idx="31997">
                  <c:v>0.37033564814919373</c:v>
                </c:pt>
                <c:pt idx="31998">
                  <c:v>0.37034722221869742</c:v>
                </c:pt>
                <c:pt idx="31999">
                  <c:v>0.37035879629547708</c:v>
                </c:pt>
                <c:pt idx="32000">
                  <c:v>0.37037037036498077</c:v>
                </c:pt>
                <c:pt idx="32001">
                  <c:v>0.37038194444176042</c:v>
                </c:pt>
                <c:pt idx="32002">
                  <c:v>0.37039351851854008</c:v>
                </c:pt>
                <c:pt idx="32003">
                  <c:v>0.37040509258804377</c:v>
                </c:pt>
                <c:pt idx="32004">
                  <c:v>0.37041666666482342</c:v>
                </c:pt>
                <c:pt idx="32005">
                  <c:v>0.37042824074160308</c:v>
                </c:pt>
                <c:pt idx="32006">
                  <c:v>0.37043981481110677</c:v>
                </c:pt>
                <c:pt idx="32007">
                  <c:v>0.37045138888788642</c:v>
                </c:pt>
                <c:pt idx="32008">
                  <c:v>0.37046296295739012</c:v>
                </c:pt>
                <c:pt idx="32009">
                  <c:v>0.37047453703416977</c:v>
                </c:pt>
                <c:pt idx="32010">
                  <c:v>0.37048611111094942</c:v>
                </c:pt>
                <c:pt idx="32011">
                  <c:v>0.37049768518045312</c:v>
                </c:pt>
                <c:pt idx="32012">
                  <c:v>0.37050925925723277</c:v>
                </c:pt>
                <c:pt idx="32013">
                  <c:v>0.37052083333401242</c:v>
                </c:pt>
                <c:pt idx="32014">
                  <c:v>0.37053240740351612</c:v>
                </c:pt>
                <c:pt idx="32015">
                  <c:v>0.37054398148029577</c:v>
                </c:pt>
                <c:pt idx="32016">
                  <c:v>0.37055555554979946</c:v>
                </c:pt>
                <c:pt idx="32017">
                  <c:v>0.37056712962657912</c:v>
                </c:pt>
                <c:pt idx="32018">
                  <c:v>0.37057870370335877</c:v>
                </c:pt>
                <c:pt idx="32019">
                  <c:v>0.37059027777286246</c:v>
                </c:pt>
                <c:pt idx="32020">
                  <c:v>0.37060185184964212</c:v>
                </c:pt>
                <c:pt idx="32021">
                  <c:v>0.37061342592642177</c:v>
                </c:pt>
                <c:pt idx="32022">
                  <c:v>0.37062499999592546</c:v>
                </c:pt>
                <c:pt idx="32023">
                  <c:v>0.37063657407270512</c:v>
                </c:pt>
                <c:pt idx="32024">
                  <c:v>0.37064814814948477</c:v>
                </c:pt>
                <c:pt idx="32025">
                  <c:v>0.37065972221898846</c:v>
                </c:pt>
                <c:pt idx="32026">
                  <c:v>0.37067129629576812</c:v>
                </c:pt>
                <c:pt idx="32027">
                  <c:v>0.37068287036527181</c:v>
                </c:pt>
                <c:pt idx="32028">
                  <c:v>0.37069444444205146</c:v>
                </c:pt>
                <c:pt idx="32029">
                  <c:v>0.37070601851883112</c:v>
                </c:pt>
                <c:pt idx="32030">
                  <c:v>0.37071759258833481</c:v>
                </c:pt>
                <c:pt idx="32031">
                  <c:v>0.37072916666511446</c:v>
                </c:pt>
                <c:pt idx="32032">
                  <c:v>0.37074074074189411</c:v>
                </c:pt>
                <c:pt idx="32033">
                  <c:v>0.37075231481139781</c:v>
                </c:pt>
                <c:pt idx="32034">
                  <c:v>0.37076388888817746</c:v>
                </c:pt>
                <c:pt idx="32035">
                  <c:v>0.37077546295768116</c:v>
                </c:pt>
                <c:pt idx="32036">
                  <c:v>0.37078703703446081</c:v>
                </c:pt>
                <c:pt idx="32037">
                  <c:v>0.37079861111124046</c:v>
                </c:pt>
                <c:pt idx="32038">
                  <c:v>0.37081018518074416</c:v>
                </c:pt>
                <c:pt idx="32039">
                  <c:v>0.37082175925752381</c:v>
                </c:pt>
                <c:pt idx="32040">
                  <c:v>0.37083333333430346</c:v>
                </c:pt>
                <c:pt idx="32041">
                  <c:v>0.37084490740380716</c:v>
                </c:pt>
                <c:pt idx="32042">
                  <c:v>0.37085648148058681</c:v>
                </c:pt>
                <c:pt idx="32043">
                  <c:v>0.3708680555500905</c:v>
                </c:pt>
                <c:pt idx="32044">
                  <c:v>0.37087962962687016</c:v>
                </c:pt>
                <c:pt idx="32045">
                  <c:v>0.37089120370364981</c:v>
                </c:pt>
                <c:pt idx="32046">
                  <c:v>0.3709027777731535</c:v>
                </c:pt>
                <c:pt idx="32047">
                  <c:v>0.37091435184993315</c:v>
                </c:pt>
                <c:pt idx="32048">
                  <c:v>0.37092592592671281</c:v>
                </c:pt>
                <c:pt idx="32049">
                  <c:v>0.3709374999962165</c:v>
                </c:pt>
                <c:pt idx="32050">
                  <c:v>0.37094907407299615</c:v>
                </c:pt>
                <c:pt idx="32051">
                  <c:v>0.37096064814249985</c:v>
                </c:pt>
                <c:pt idx="32052">
                  <c:v>0.3709722222192795</c:v>
                </c:pt>
                <c:pt idx="32053">
                  <c:v>0.37098379629605915</c:v>
                </c:pt>
                <c:pt idx="32054">
                  <c:v>0.37099537036556285</c:v>
                </c:pt>
                <c:pt idx="32055">
                  <c:v>0.3710069444423425</c:v>
                </c:pt>
                <c:pt idx="32056">
                  <c:v>0.37101851851912215</c:v>
                </c:pt>
                <c:pt idx="32057">
                  <c:v>0.37103009258862585</c:v>
                </c:pt>
                <c:pt idx="32058">
                  <c:v>0.3710416666654055</c:v>
                </c:pt>
                <c:pt idx="32059">
                  <c:v>0.3710532407349092</c:v>
                </c:pt>
                <c:pt idx="32060">
                  <c:v>0.37106481481168885</c:v>
                </c:pt>
                <c:pt idx="32061">
                  <c:v>0.3710763888884685</c:v>
                </c:pt>
                <c:pt idx="32062">
                  <c:v>0.37108796295797219</c:v>
                </c:pt>
                <c:pt idx="32063">
                  <c:v>0.37109953703475185</c:v>
                </c:pt>
                <c:pt idx="32064">
                  <c:v>0.3711111111115315</c:v>
                </c:pt>
                <c:pt idx="32065">
                  <c:v>0.37112268518103519</c:v>
                </c:pt>
                <c:pt idx="32066">
                  <c:v>0.37113425925781485</c:v>
                </c:pt>
                <c:pt idx="32067">
                  <c:v>0.3711458333345945</c:v>
                </c:pt>
                <c:pt idx="32068">
                  <c:v>0.37115740740409819</c:v>
                </c:pt>
                <c:pt idx="32069">
                  <c:v>0.37116898148087785</c:v>
                </c:pt>
                <c:pt idx="32070">
                  <c:v>0.37118055555038154</c:v>
                </c:pt>
                <c:pt idx="32071">
                  <c:v>0.37119212962716119</c:v>
                </c:pt>
                <c:pt idx="32072">
                  <c:v>0.37120370370394085</c:v>
                </c:pt>
                <c:pt idx="32073">
                  <c:v>0.37121527777344454</c:v>
                </c:pt>
                <c:pt idx="32074">
                  <c:v>0.37122685185022419</c:v>
                </c:pt>
                <c:pt idx="32075">
                  <c:v>0.37123842592700385</c:v>
                </c:pt>
                <c:pt idx="32076">
                  <c:v>0.37124999999650754</c:v>
                </c:pt>
                <c:pt idx="32077">
                  <c:v>0.37126157407328719</c:v>
                </c:pt>
                <c:pt idx="32078">
                  <c:v>0.37127314814279089</c:v>
                </c:pt>
                <c:pt idx="32079">
                  <c:v>0.37128472221957054</c:v>
                </c:pt>
                <c:pt idx="32080">
                  <c:v>0.37129629629635019</c:v>
                </c:pt>
                <c:pt idx="32081">
                  <c:v>0.37130787036585389</c:v>
                </c:pt>
                <c:pt idx="32082">
                  <c:v>0.37131944444263354</c:v>
                </c:pt>
                <c:pt idx="32083">
                  <c:v>0.37133101851941319</c:v>
                </c:pt>
                <c:pt idx="32084">
                  <c:v>0.37134259258891689</c:v>
                </c:pt>
                <c:pt idx="32085">
                  <c:v>0.37135416666569654</c:v>
                </c:pt>
                <c:pt idx="32086">
                  <c:v>0.37136574073520023</c:v>
                </c:pt>
                <c:pt idx="32087">
                  <c:v>0.37137731481197989</c:v>
                </c:pt>
                <c:pt idx="32088">
                  <c:v>0.37138888888875954</c:v>
                </c:pt>
                <c:pt idx="32089">
                  <c:v>0.37140046295826323</c:v>
                </c:pt>
                <c:pt idx="32090">
                  <c:v>0.37141203703504289</c:v>
                </c:pt>
                <c:pt idx="32091">
                  <c:v>0.37142361111182254</c:v>
                </c:pt>
                <c:pt idx="32092">
                  <c:v>0.37143518518132623</c:v>
                </c:pt>
                <c:pt idx="32093">
                  <c:v>0.37144675925810589</c:v>
                </c:pt>
                <c:pt idx="32094">
                  <c:v>0.37145833332760958</c:v>
                </c:pt>
                <c:pt idx="32095">
                  <c:v>0.37146990740438923</c:v>
                </c:pt>
                <c:pt idx="32096">
                  <c:v>0.37148148148116888</c:v>
                </c:pt>
                <c:pt idx="32097">
                  <c:v>0.37149305555067258</c:v>
                </c:pt>
                <c:pt idx="32098">
                  <c:v>0.37150462962745223</c:v>
                </c:pt>
                <c:pt idx="32099">
                  <c:v>0.37151620370423188</c:v>
                </c:pt>
                <c:pt idx="32100">
                  <c:v>0.37152777777373558</c:v>
                </c:pt>
                <c:pt idx="32101">
                  <c:v>0.37153935185051523</c:v>
                </c:pt>
                <c:pt idx="32102">
                  <c:v>0.37155092592001893</c:v>
                </c:pt>
                <c:pt idx="32103">
                  <c:v>0.37156249999679858</c:v>
                </c:pt>
                <c:pt idx="32104">
                  <c:v>0.37157407407357823</c:v>
                </c:pt>
                <c:pt idx="32105">
                  <c:v>0.37158564814308193</c:v>
                </c:pt>
                <c:pt idx="32106">
                  <c:v>0.37159722221986158</c:v>
                </c:pt>
                <c:pt idx="32107">
                  <c:v>0.37160879629664123</c:v>
                </c:pt>
                <c:pt idx="32108">
                  <c:v>0.37162037036614493</c:v>
                </c:pt>
                <c:pt idx="32109">
                  <c:v>0.37163194444292458</c:v>
                </c:pt>
                <c:pt idx="32110">
                  <c:v>0.37164351851970423</c:v>
                </c:pt>
                <c:pt idx="32111">
                  <c:v>0.37165509258920792</c:v>
                </c:pt>
                <c:pt idx="32112">
                  <c:v>0.37166666666598758</c:v>
                </c:pt>
                <c:pt idx="32113">
                  <c:v>0.37167824073549127</c:v>
                </c:pt>
                <c:pt idx="32114">
                  <c:v>0.37168981481227092</c:v>
                </c:pt>
                <c:pt idx="32115">
                  <c:v>0.37170138888905058</c:v>
                </c:pt>
                <c:pt idx="32116">
                  <c:v>0.37171296295855427</c:v>
                </c:pt>
                <c:pt idx="32117">
                  <c:v>0.37172453703533392</c:v>
                </c:pt>
                <c:pt idx="32118">
                  <c:v>0.37173611111211358</c:v>
                </c:pt>
                <c:pt idx="32119">
                  <c:v>0.37174768518161727</c:v>
                </c:pt>
                <c:pt idx="32120">
                  <c:v>0.37175925925839692</c:v>
                </c:pt>
                <c:pt idx="32121">
                  <c:v>0.37177083332790062</c:v>
                </c:pt>
                <c:pt idx="32122">
                  <c:v>0.37178240740468027</c:v>
                </c:pt>
                <c:pt idx="32123">
                  <c:v>0.37179398148145992</c:v>
                </c:pt>
                <c:pt idx="32124">
                  <c:v>0.37180555555096362</c:v>
                </c:pt>
                <c:pt idx="32125">
                  <c:v>0.37181712962774327</c:v>
                </c:pt>
                <c:pt idx="32126">
                  <c:v>0.37182870370452292</c:v>
                </c:pt>
                <c:pt idx="32127">
                  <c:v>0.37184027777402662</c:v>
                </c:pt>
                <c:pt idx="32128">
                  <c:v>0.37185185185080627</c:v>
                </c:pt>
                <c:pt idx="32129">
                  <c:v>0.37186342592030996</c:v>
                </c:pt>
                <c:pt idx="32130">
                  <c:v>0.37187499999708962</c:v>
                </c:pt>
                <c:pt idx="32131">
                  <c:v>0.37188657407386927</c:v>
                </c:pt>
                <c:pt idx="32132">
                  <c:v>0.37189814814337296</c:v>
                </c:pt>
                <c:pt idx="32133">
                  <c:v>0.37190972222015262</c:v>
                </c:pt>
                <c:pt idx="32134">
                  <c:v>0.37192129629693227</c:v>
                </c:pt>
                <c:pt idx="32135">
                  <c:v>0.37193287036643596</c:v>
                </c:pt>
                <c:pt idx="32136">
                  <c:v>0.37194444444321562</c:v>
                </c:pt>
                <c:pt idx="32137">
                  <c:v>0.37195601851271931</c:v>
                </c:pt>
                <c:pt idx="32138">
                  <c:v>0.37196759258949896</c:v>
                </c:pt>
                <c:pt idx="32139">
                  <c:v>0.37197916666627862</c:v>
                </c:pt>
                <c:pt idx="32140">
                  <c:v>0.37199074073578231</c:v>
                </c:pt>
                <c:pt idx="32141">
                  <c:v>0.37200231481256196</c:v>
                </c:pt>
                <c:pt idx="32142">
                  <c:v>0.37201388888934162</c:v>
                </c:pt>
                <c:pt idx="32143">
                  <c:v>0.37202546295884531</c:v>
                </c:pt>
                <c:pt idx="32144">
                  <c:v>0.37203703703562496</c:v>
                </c:pt>
                <c:pt idx="32145">
                  <c:v>0.37204861111240461</c:v>
                </c:pt>
                <c:pt idx="32146">
                  <c:v>0.37206018518190831</c:v>
                </c:pt>
                <c:pt idx="32147">
                  <c:v>0.37207175925868796</c:v>
                </c:pt>
                <c:pt idx="32148">
                  <c:v>0.37208333332819166</c:v>
                </c:pt>
                <c:pt idx="32149">
                  <c:v>0.37209490740497131</c:v>
                </c:pt>
                <c:pt idx="32150">
                  <c:v>0.37210648148175096</c:v>
                </c:pt>
                <c:pt idx="32151">
                  <c:v>0.37211805555125466</c:v>
                </c:pt>
                <c:pt idx="32152">
                  <c:v>0.37212962962803431</c:v>
                </c:pt>
                <c:pt idx="32153">
                  <c:v>0.37214120370481396</c:v>
                </c:pt>
                <c:pt idx="32154">
                  <c:v>0.37215277777431766</c:v>
                </c:pt>
                <c:pt idx="32155">
                  <c:v>0.37216435185109731</c:v>
                </c:pt>
                <c:pt idx="32156">
                  <c:v>0.372175925920601</c:v>
                </c:pt>
                <c:pt idx="32157">
                  <c:v>0.37218749999738066</c:v>
                </c:pt>
                <c:pt idx="32158">
                  <c:v>0.37219907407416031</c:v>
                </c:pt>
                <c:pt idx="32159">
                  <c:v>0.372210648143664</c:v>
                </c:pt>
                <c:pt idx="32160">
                  <c:v>0.37222222222044365</c:v>
                </c:pt>
                <c:pt idx="32161">
                  <c:v>0.37223379629722331</c:v>
                </c:pt>
                <c:pt idx="32162">
                  <c:v>0.372245370366727</c:v>
                </c:pt>
                <c:pt idx="32163">
                  <c:v>0.37225694444350665</c:v>
                </c:pt>
                <c:pt idx="32164">
                  <c:v>0.37226851851301035</c:v>
                </c:pt>
                <c:pt idx="32165">
                  <c:v>0.37228009258979</c:v>
                </c:pt>
                <c:pt idx="32166">
                  <c:v>0.37229166666656965</c:v>
                </c:pt>
                <c:pt idx="32167">
                  <c:v>0.37230324073607335</c:v>
                </c:pt>
                <c:pt idx="32168">
                  <c:v>0.372314814812853</c:v>
                </c:pt>
                <c:pt idx="32169">
                  <c:v>0.37232638888963265</c:v>
                </c:pt>
                <c:pt idx="32170">
                  <c:v>0.37233796295913635</c:v>
                </c:pt>
                <c:pt idx="32171">
                  <c:v>0.372349537035916</c:v>
                </c:pt>
                <c:pt idx="32172">
                  <c:v>0.3723611111054197</c:v>
                </c:pt>
                <c:pt idx="32173">
                  <c:v>0.37237268518219935</c:v>
                </c:pt>
                <c:pt idx="32174">
                  <c:v>0.372384259258979</c:v>
                </c:pt>
                <c:pt idx="32175">
                  <c:v>0.37239583332848269</c:v>
                </c:pt>
                <c:pt idx="32176">
                  <c:v>0.37240740740526235</c:v>
                </c:pt>
                <c:pt idx="32177">
                  <c:v>0.372418981482042</c:v>
                </c:pt>
                <c:pt idx="32178">
                  <c:v>0.37243055555154569</c:v>
                </c:pt>
                <c:pt idx="32179">
                  <c:v>0.37244212962832535</c:v>
                </c:pt>
                <c:pt idx="32180">
                  <c:v>0.37245370369782904</c:v>
                </c:pt>
                <c:pt idx="32181">
                  <c:v>0.37246527777460869</c:v>
                </c:pt>
                <c:pt idx="32182">
                  <c:v>0.37247685185138835</c:v>
                </c:pt>
                <c:pt idx="32183">
                  <c:v>0.37248842592089204</c:v>
                </c:pt>
                <c:pt idx="32184">
                  <c:v>0.37249999999767169</c:v>
                </c:pt>
                <c:pt idx="32185">
                  <c:v>0.37251157407445135</c:v>
                </c:pt>
                <c:pt idx="32186">
                  <c:v>0.37252314814395504</c:v>
                </c:pt>
                <c:pt idx="32187">
                  <c:v>0.37253472222073469</c:v>
                </c:pt>
                <c:pt idx="32188">
                  <c:v>0.37254629629751435</c:v>
                </c:pt>
                <c:pt idx="32189">
                  <c:v>0.37255787036701804</c:v>
                </c:pt>
                <c:pt idx="32190">
                  <c:v>0.37256944444379769</c:v>
                </c:pt>
                <c:pt idx="32191">
                  <c:v>0.37258101851330139</c:v>
                </c:pt>
                <c:pt idx="32192">
                  <c:v>0.37259259259008104</c:v>
                </c:pt>
                <c:pt idx="32193">
                  <c:v>0.37260416666686069</c:v>
                </c:pt>
                <c:pt idx="32194">
                  <c:v>0.37261574073636439</c:v>
                </c:pt>
                <c:pt idx="32195">
                  <c:v>0.37262731481314404</c:v>
                </c:pt>
                <c:pt idx="32196">
                  <c:v>0.37263888888992369</c:v>
                </c:pt>
                <c:pt idx="32197">
                  <c:v>0.37265046295942739</c:v>
                </c:pt>
                <c:pt idx="32198">
                  <c:v>0.37266203703620704</c:v>
                </c:pt>
                <c:pt idx="32199">
                  <c:v>0.37267361110571073</c:v>
                </c:pt>
                <c:pt idx="32200">
                  <c:v>0.37268518518249039</c:v>
                </c:pt>
                <c:pt idx="32201">
                  <c:v>0.37269675925927004</c:v>
                </c:pt>
                <c:pt idx="32202">
                  <c:v>0.37270833332877373</c:v>
                </c:pt>
                <c:pt idx="32203">
                  <c:v>0.37271990740555339</c:v>
                </c:pt>
                <c:pt idx="32204">
                  <c:v>0.37273148148233304</c:v>
                </c:pt>
                <c:pt idx="32205">
                  <c:v>0.37274305555183673</c:v>
                </c:pt>
                <c:pt idx="32206">
                  <c:v>0.37275462962861639</c:v>
                </c:pt>
                <c:pt idx="32207">
                  <c:v>0.37276620369812008</c:v>
                </c:pt>
                <c:pt idx="32208">
                  <c:v>0.37277777777489973</c:v>
                </c:pt>
                <c:pt idx="32209">
                  <c:v>0.37278935185167938</c:v>
                </c:pt>
                <c:pt idx="32210">
                  <c:v>0.37280092592118308</c:v>
                </c:pt>
                <c:pt idx="32211">
                  <c:v>0.37281249999796273</c:v>
                </c:pt>
                <c:pt idx="32212">
                  <c:v>0.37282407407474238</c:v>
                </c:pt>
                <c:pt idx="32213">
                  <c:v>0.37283564814424608</c:v>
                </c:pt>
                <c:pt idx="32214">
                  <c:v>0.37284722222102573</c:v>
                </c:pt>
                <c:pt idx="32215">
                  <c:v>0.37285879629052943</c:v>
                </c:pt>
                <c:pt idx="32216">
                  <c:v>0.37287037036730908</c:v>
                </c:pt>
                <c:pt idx="32217">
                  <c:v>0.37288194444408873</c:v>
                </c:pt>
                <c:pt idx="32218">
                  <c:v>0.37289351851359243</c:v>
                </c:pt>
                <c:pt idx="32219">
                  <c:v>0.37290509259037208</c:v>
                </c:pt>
                <c:pt idx="32220">
                  <c:v>0.37291666666715173</c:v>
                </c:pt>
                <c:pt idx="32221">
                  <c:v>0.37292824073665543</c:v>
                </c:pt>
                <c:pt idx="32222">
                  <c:v>0.37293981481343508</c:v>
                </c:pt>
                <c:pt idx="32223">
                  <c:v>0.37295138889021473</c:v>
                </c:pt>
                <c:pt idx="32224">
                  <c:v>0.37296296295971842</c:v>
                </c:pt>
                <c:pt idx="32225">
                  <c:v>0.37297453703649808</c:v>
                </c:pt>
                <c:pt idx="32226">
                  <c:v>0.37298611110600177</c:v>
                </c:pt>
                <c:pt idx="32227">
                  <c:v>0.37299768518278142</c:v>
                </c:pt>
                <c:pt idx="32228">
                  <c:v>0.37300925925956108</c:v>
                </c:pt>
                <c:pt idx="32229">
                  <c:v>0.37302083332906477</c:v>
                </c:pt>
                <c:pt idx="32230">
                  <c:v>0.37303240740584442</c:v>
                </c:pt>
                <c:pt idx="32231">
                  <c:v>0.37304398148262408</c:v>
                </c:pt>
                <c:pt idx="32232">
                  <c:v>0.37305555555212777</c:v>
                </c:pt>
                <c:pt idx="32233">
                  <c:v>0.37306712962890742</c:v>
                </c:pt>
                <c:pt idx="32234">
                  <c:v>0.37307870369841112</c:v>
                </c:pt>
                <c:pt idx="32235">
                  <c:v>0.37309027777519077</c:v>
                </c:pt>
                <c:pt idx="32236">
                  <c:v>0.37310185185197042</c:v>
                </c:pt>
                <c:pt idx="32237">
                  <c:v>0.37311342592147412</c:v>
                </c:pt>
                <c:pt idx="32238">
                  <c:v>0.37312499999825377</c:v>
                </c:pt>
                <c:pt idx="32239">
                  <c:v>0.37313657407503342</c:v>
                </c:pt>
                <c:pt idx="32240">
                  <c:v>0.37314814814453712</c:v>
                </c:pt>
                <c:pt idx="32241">
                  <c:v>0.37315972222131677</c:v>
                </c:pt>
                <c:pt idx="32242">
                  <c:v>0.37317129629082046</c:v>
                </c:pt>
                <c:pt idx="32243">
                  <c:v>0.37318287036760012</c:v>
                </c:pt>
                <c:pt idx="32244">
                  <c:v>0.37319444444437977</c:v>
                </c:pt>
                <c:pt idx="32245">
                  <c:v>0.37320601851388346</c:v>
                </c:pt>
                <c:pt idx="32246">
                  <c:v>0.37321759259066312</c:v>
                </c:pt>
                <c:pt idx="32247">
                  <c:v>0.37322916666744277</c:v>
                </c:pt>
                <c:pt idx="32248">
                  <c:v>0.37324074073694646</c:v>
                </c:pt>
                <c:pt idx="32249">
                  <c:v>0.37325231481372612</c:v>
                </c:pt>
                <c:pt idx="32250">
                  <c:v>0.37326388888322981</c:v>
                </c:pt>
                <c:pt idx="32251">
                  <c:v>0.37327546296000946</c:v>
                </c:pt>
                <c:pt idx="32252">
                  <c:v>0.37328703703678912</c:v>
                </c:pt>
                <c:pt idx="32253">
                  <c:v>0.37329861110629281</c:v>
                </c:pt>
                <c:pt idx="32254">
                  <c:v>0.37331018518307246</c:v>
                </c:pt>
                <c:pt idx="32255">
                  <c:v>0.37332175925985212</c:v>
                </c:pt>
                <c:pt idx="32256">
                  <c:v>0.37333333332935581</c:v>
                </c:pt>
                <c:pt idx="32257">
                  <c:v>0.37334490740613546</c:v>
                </c:pt>
                <c:pt idx="32258">
                  <c:v>0.37335648147563916</c:v>
                </c:pt>
                <c:pt idx="32259">
                  <c:v>0.37336805555241881</c:v>
                </c:pt>
                <c:pt idx="32260">
                  <c:v>0.37337962962919846</c:v>
                </c:pt>
                <c:pt idx="32261">
                  <c:v>0.37339120369870216</c:v>
                </c:pt>
                <c:pt idx="32262">
                  <c:v>0.37340277777548181</c:v>
                </c:pt>
                <c:pt idx="32263">
                  <c:v>0.37341435185226146</c:v>
                </c:pt>
                <c:pt idx="32264">
                  <c:v>0.37342592592176516</c:v>
                </c:pt>
                <c:pt idx="32265">
                  <c:v>0.37343749999854481</c:v>
                </c:pt>
                <c:pt idx="32266">
                  <c:v>0.37344907407532446</c:v>
                </c:pt>
                <c:pt idx="32267">
                  <c:v>0.37346064814482816</c:v>
                </c:pt>
                <c:pt idx="32268">
                  <c:v>0.37347222222160781</c:v>
                </c:pt>
                <c:pt idx="32269">
                  <c:v>0.3734837962911115</c:v>
                </c:pt>
                <c:pt idx="32270">
                  <c:v>0.37349537036789116</c:v>
                </c:pt>
                <c:pt idx="32271">
                  <c:v>0.37350694444467081</c:v>
                </c:pt>
                <c:pt idx="32272">
                  <c:v>0.3735185185141745</c:v>
                </c:pt>
                <c:pt idx="32273">
                  <c:v>0.37353009259095415</c:v>
                </c:pt>
                <c:pt idx="32274">
                  <c:v>0.37354166666773381</c:v>
                </c:pt>
                <c:pt idx="32275">
                  <c:v>0.3735532407372375</c:v>
                </c:pt>
                <c:pt idx="32276">
                  <c:v>0.37356481481401715</c:v>
                </c:pt>
                <c:pt idx="32277">
                  <c:v>0.37357638888352085</c:v>
                </c:pt>
                <c:pt idx="32278">
                  <c:v>0.3735879629603005</c:v>
                </c:pt>
                <c:pt idx="32279">
                  <c:v>0.37359953703708015</c:v>
                </c:pt>
                <c:pt idx="32280">
                  <c:v>0.37361111110658385</c:v>
                </c:pt>
                <c:pt idx="32281">
                  <c:v>0.3736226851833635</c:v>
                </c:pt>
                <c:pt idx="32282">
                  <c:v>0.37363425926014315</c:v>
                </c:pt>
                <c:pt idx="32283">
                  <c:v>0.37364583332964685</c:v>
                </c:pt>
                <c:pt idx="32284">
                  <c:v>0.3736574074064265</c:v>
                </c:pt>
                <c:pt idx="32285">
                  <c:v>0.3736689814759302</c:v>
                </c:pt>
                <c:pt idx="32286">
                  <c:v>0.37368055555270985</c:v>
                </c:pt>
                <c:pt idx="32287">
                  <c:v>0.3736921296294895</c:v>
                </c:pt>
                <c:pt idx="32288">
                  <c:v>0.37370370369899319</c:v>
                </c:pt>
                <c:pt idx="32289">
                  <c:v>0.37371527777577285</c:v>
                </c:pt>
                <c:pt idx="32290">
                  <c:v>0.3737268518525525</c:v>
                </c:pt>
                <c:pt idx="32291">
                  <c:v>0.37373842592205619</c:v>
                </c:pt>
                <c:pt idx="32292">
                  <c:v>0.37374999999883585</c:v>
                </c:pt>
                <c:pt idx="32293">
                  <c:v>0.37376157406833954</c:v>
                </c:pt>
                <c:pt idx="32294">
                  <c:v>0.37377314814511919</c:v>
                </c:pt>
                <c:pt idx="32295">
                  <c:v>0.37378472222189885</c:v>
                </c:pt>
                <c:pt idx="32296">
                  <c:v>0.37379629629140254</c:v>
                </c:pt>
                <c:pt idx="32297">
                  <c:v>0.37380787036818219</c:v>
                </c:pt>
                <c:pt idx="32298">
                  <c:v>0.37381944444496185</c:v>
                </c:pt>
                <c:pt idx="32299">
                  <c:v>0.37383101851446554</c:v>
                </c:pt>
                <c:pt idx="32300">
                  <c:v>0.37384259259124519</c:v>
                </c:pt>
                <c:pt idx="32301">
                  <c:v>0.37385416666074889</c:v>
                </c:pt>
                <c:pt idx="32302">
                  <c:v>0.37386574073752854</c:v>
                </c:pt>
                <c:pt idx="32303">
                  <c:v>0.37387731481430819</c:v>
                </c:pt>
                <c:pt idx="32304">
                  <c:v>0.37388888888381189</c:v>
                </c:pt>
                <c:pt idx="32305">
                  <c:v>0.37390046296059154</c:v>
                </c:pt>
                <c:pt idx="32306">
                  <c:v>0.37391203703737119</c:v>
                </c:pt>
                <c:pt idx="32307">
                  <c:v>0.37392361110687489</c:v>
                </c:pt>
                <c:pt idx="32308">
                  <c:v>0.37393518518365454</c:v>
                </c:pt>
                <c:pt idx="32309">
                  <c:v>0.37394675926043419</c:v>
                </c:pt>
                <c:pt idx="32310">
                  <c:v>0.37395833332993789</c:v>
                </c:pt>
                <c:pt idx="32311">
                  <c:v>0.37396990740671754</c:v>
                </c:pt>
                <c:pt idx="32312">
                  <c:v>0.37398148147622123</c:v>
                </c:pt>
                <c:pt idx="32313">
                  <c:v>0.37399305555300089</c:v>
                </c:pt>
                <c:pt idx="32314">
                  <c:v>0.37400462962978054</c:v>
                </c:pt>
                <c:pt idx="32315">
                  <c:v>0.37401620369928423</c:v>
                </c:pt>
                <c:pt idx="32316">
                  <c:v>0.37402777777606389</c:v>
                </c:pt>
                <c:pt idx="32317">
                  <c:v>0.37403935185284354</c:v>
                </c:pt>
                <c:pt idx="32318">
                  <c:v>0.37405092592234723</c:v>
                </c:pt>
                <c:pt idx="32319">
                  <c:v>0.37406249999912689</c:v>
                </c:pt>
                <c:pt idx="32320">
                  <c:v>0.37407407406863058</c:v>
                </c:pt>
                <c:pt idx="32321">
                  <c:v>0.37408564814541023</c:v>
                </c:pt>
                <c:pt idx="32322">
                  <c:v>0.37409722222218988</c:v>
                </c:pt>
                <c:pt idx="32323">
                  <c:v>0.37410879629169358</c:v>
                </c:pt>
                <c:pt idx="32324">
                  <c:v>0.37412037036847323</c:v>
                </c:pt>
                <c:pt idx="32325">
                  <c:v>0.37413194444525288</c:v>
                </c:pt>
                <c:pt idx="32326">
                  <c:v>0.37414351851475658</c:v>
                </c:pt>
                <c:pt idx="32327">
                  <c:v>0.37415509259153623</c:v>
                </c:pt>
                <c:pt idx="32328">
                  <c:v>0.37416666666103993</c:v>
                </c:pt>
                <c:pt idx="32329">
                  <c:v>0.37417824073781958</c:v>
                </c:pt>
                <c:pt idx="32330">
                  <c:v>0.37418981481459923</c:v>
                </c:pt>
                <c:pt idx="32331">
                  <c:v>0.37420138888410293</c:v>
                </c:pt>
                <c:pt idx="32332">
                  <c:v>0.37421296296088258</c:v>
                </c:pt>
                <c:pt idx="32333">
                  <c:v>0.37422453703766223</c:v>
                </c:pt>
                <c:pt idx="32334">
                  <c:v>0.37423611110716593</c:v>
                </c:pt>
                <c:pt idx="32335">
                  <c:v>0.37424768518394558</c:v>
                </c:pt>
                <c:pt idx="32336">
                  <c:v>0.37425925925344927</c:v>
                </c:pt>
                <c:pt idx="32337">
                  <c:v>0.37427083333022892</c:v>
                </c:pt>
                <c:pt idx="32338">
                  <c:v>0.37428240740700858</c:v>
                </c:pt>
                <c:pt idx="32339">
                  <c:v>0.37429398147651227</c:v>
                </c:pt>
                <c:pt idx="32340">
                  <c:v>0.37430555555329192</c:v>
                </c:pt>
                <c:pt idx="32341">
                  <c:v>0.37431712963007158</c:v>
                </c:pt>
                <c:pt idx="32342">
                  <c:v>0.37432870369957527</c:v>
                </c:pt>
                <c:pt idx="32343">
                  <c:v>0.37434027777635492</c:v>
                </c:pt>
                <c:pt idx="32344">
                  <c:v>0.37435185185313458</c:v>
                </c:pt>
                <c:pt idx="32345">
                  <c:v>0.37436342592263827</c:v>
                </c:pt>
                <c:pt idx="32346">
                  <c:v>0.37437499999941792</c:v>
                </c:pt>
                <c:pt idx="32347">
                  <c:v>0.37438657406892162</c:v>
                </c:pt>
                <c:pt idx="32348">
                  <c:v>0.37439814814570127</c:v>
                </c:pt>
                <c:pt idx="32349">
                  <c:v>0.37440972222248092</c:v>
                </c:pt>
                <c:pt idx="32350">
                  <c:v>0.37442129629198462</c:v>
                </c:pt>
                <c:pt idx="32351">
                  <c:v>0.37443287036876427</c:v>
                </c:pt>
                <c:pt idx="32352">
                  <c:v>0.37444444444554392</c:v>
                </c:pt>
                <c:pt idx="32353">
                  <c:v>0.37445601851504762</c:v>
                </c:pt>
                <c:pt idx="32354">
                  <c:v>0.37446759259182727</c:v>
                </c:pt>
                <c:pt idx="32355">
                  <c:v>0.37447916666133096</c:v>
                </c:pt>
                <c:pt idx="32356">
                  <c:v>0.37449074073811062</c:v>
                </c:pt>
                <c:pt idx="32357">
                  <c:v>0.37450231481489027</c:v>
                </c:pt>
                <c:pt idx="32358">
                  <c:v>0.37451388888439396</c:v>
                </c:pt>
                <c:pt idx="32359">
                  <c:v>0.37452546296117362</c:v>
                </c:pt>
                <c:pt idx="32360">
                  <c:v>0.37453703703795327</c:v>
                </c:pt>
                <c:pt idx="32361">
                  <c:v>0.37454861110745696</c:v>
                </c:pt>
                <c:pt idx="32362">
                  <c:v>0.37456018518423662</c:v>
                </c:pt>
                <c:pt idx="32363">
                  <c:v>0.37457175925374031</c:v>
                </c:pt>
                <c:pt idx="32364">
                  <c:v>0.37458333333051996</c:v>
                </c:pt>
                <c:pt idx="32365">
                  <c:v>0.37459490740729962</c:v>
                </c:pt>
                <c:pt idx="32366">
                  <c:v>0.37460648147680331</c:v>
                </c:pt>
                <c:pt idx="32367">
                  <c:v>0.37461805555358296</c:v>
                </c:pt>
                <c:pt idx="32368">
                  <c:v>0.37462962963036261</c:v>
                </c:pt>
                <c:pt idx="32369">
                  <c:v>0.37464120369986631</c:v>
                </c:pt>
                <c:pt idx="32370">
                  <c:v>0.37465277777664596</c:v>
                </c:pt>
                <c:pt idx="32371">
                  <c:v>0.37466435184614966</c:v>
                </c:pt>
                <c:pt idx="32372">
                  <c:v>0.37467592592292931</c:v>
                </c:pt>
                <c:pt idx="32373">
                  <c:v>0.37468749999970896</c:v>
                </c:pt>
                <c:pt idx="32374">
                  <c:v>0.37469907406921266</c:v>
                </c:pt>
                <c:pt idx="32375">
                  <c:v>0.37471064814599231</c:v>
                </c:pt>
                <c:pt idx="32376">
                  <c:v>0.37472222222277196</c:v>
                </c:pt>
                <c:pt idx="32377">
                  <c:v>0.37473379629227566</c:v>
                </c:pt>
                <c:pt idx="32378">
                  <c:v>0.37474537036905531</c:v>
                </c:pt>
                <c:pt idx="32379">
                  <c:v>0.374756944438559</c:v>
                </c:pt>
                <c:pt idx="32380">
                  <c:v>0.37476851851533866</c:v>
                </c:pt>
                <c:pt idx="32381">
                  <c:v>0.37478009259211831</c:v>
                </c:pt>
                <c:pt idx="32382">
                  <c:v>0.374791666661622</c:v>
                </c:pt>
                <c:pt idx="32383">
                  <c:v>0.37480324073840166</c:v>
                </c:pt>
                <c:pt idx="32384">
                  <c:v>0.37481481481518131</c:v>
                </c:pt>
                <c:pt idx="32385">
                  <c:v>0.374826388884685</c:v>
                </c:pt>
                <c:pt idx="32386">
                  <c:v>0.37483796296146465</c:v>
                </c:pt>
                <c:pt idx="32387">
                  <c:v>0.37484953703824431</c:v>
                </c:pt>
                <c:pt idx="32388">
                  <c:v>0.374861111107748</c:v>
                </c:pt>
                <c:pt idx="32389">
                  <c:v>0.37487268518452765</c:v>
                </c:pt>
                <c:pt idx="32390">
                  <c:v>0.37488425925403135</c:v>
                </c:pt>
                <c:pt idx="32391">
                  <c:v>0.374895833330811</c:v>
                </c:pt>
                <c:pt idx="32392">
                  <c:v>0.37490740740759065</c:v>
                </c:pt>
                <c:pt idx="32393">
                  <c:v>0.37491898147709435</c:v>
                </c:pt>
                <c:pt idx="32394">
                  <c:v>0.374930555553874</c:v>
                </c:pt>
                <c:pt idx="32395">
                  <c:v>0.37494212963065365</c:v>
                </c:pt>
                <c:pt idx="32396">
                  <c:v>0.37495370370015735</c:v>
                </c:pt>
                <c:pt idx="32397">
                  <c:v>0.374965277776937</c:v>
                </c:pt>
                <c:pt idx="32398">
                  <c:v>0.3749768518464407</c:v>
                </c:pt>
                <c:pt idx="32399">
                  <c:v>0.37498842592322035</c:v>
                </c:pt>
                <c:pt idx="32400">
                  <c:v>0.375</c:v>
                </c:pt>
                <c:pt idx="32401">
                  <c:v>0.37501157406950369</c:v>
                </c:pt>
                <c:pt idx="32402">
                  <c:v>0.37502314814628335</c:v>
                </c:pt>
                <c:pt idx="32403">
                  <c:v>0.375034722223063</c:v>
                </c:pt>
                <c:pt idx="32404">
                  <c:v>0.37504629629256669</c:v>
                </c:pt>
                <c:pt idx="32405">
                  <c:v>0.37505787036934635</c:v>
                </c:pt>
                <c:pt idx="32406">
                  <c:v>0.37506944443885004</c:v>
                </c:pt>
                <c:pt idx="32407">
                  <c:v>0.37508101851562969</c:v>
                </c:pt>
                <c:pt idx="32408">
                  <c:v>0.37509259259240935</c:v>
                </c:pt>
                <c:pt idx="32409">
                  <c:v>0.37510416666191304</c:v>
                </c:pt>
                <c:pt idx="32410">
                  <c:v>0.37511574073869269</c:v>
                </c:pt>
                <c:pt idx="32411">
                  <c:v>0.37512731481547235</c:v>
                </c:pt>
                <c:pt idx="32412">
                  <c:v>0.37513888888497604</c:v>
                </c:pt>
                <c:pt idx="32413">
                  <c:v>0.37515046296175569</c:v>
                </c:pt>
                <c:pt idx="32414">
                  <c:v>0.37516203703125939</c:v>
                </c:pt>
                <c:pt idx="32415">
                  <c:v>0.37517361110803904</c:v>
                </c:pt>
                <c:pt idx="32416">
                  <c:v>0.37518518518481869</c:v>
                </c:pt>
                <c:pt idx="32417">
                  <c:v>0.37519675925432239</c:v>
                </c:pt>
                <c:pt idx="32418">
                  <c:v>0.37520833333110204</c:v>
                </c:pt>
                <c:pt idx="32419">
                  <c:v>0.37521990740788169</c:v>
                </c:pt>
                <c:pt idx="32420">
                  <c:v>0.37523148147738539</c:v>
                </c:pt>
                <c:pt idx="32421">
                  <c:v>0.37524305555416504</c:v>
                </c:pt>
                <c:pt idx="32422">
                  <c:v>0.37525462963094469</c:v>
                </c:pt>
                <c:pt idx="32423">
                  <c:v>0.37526620370044839</c:v>
                </c:pt>
                <c:pt idx="32424">
                  <c:v>0.37527777777722804</c:v>
                </c:pt>
                <c:pt idx="32425">
                  <c:v>0.37528935184673173</c:v>
                </c:pt>
                <c:pt idx="32426">
                  <c:v>0.37530092592351139</c:v>
                </c:pt>
                <c:pt idx="32427">
                  <c:v>0.37531250000029104</c:v>
                </c:pt>
                <c:pt idx="32428">
                  <c:v>0.37532407406979473</c:v>
                </c:pt>
                <c:pt idx="32429">
                  <c:v>0.37533564814657439</c:v>
                </c:pt>
                <c:pt idx="32430">
                  <c:v>0.37534722222335404</c:v>
                </c:pt>
                <c:pt idx="32431">
                  <c:v>0.37535879629285773</c:v>
                </c:pt>
                <c:pt idx="32432">
                  <c:v>0.37537037036963739</c:v>
                </c:pt>
                <c:pt idx="32433">
                  <c:v>0.37538194443914108</c:v>
                </c:pt>
                <c:pt idx="32434">
                  <c:v>0.37539351851592073</c:v>
                </c:pt>
                <c:pt idx="32435">
                  <c:v>0.37540509259270038</c:v>
                </c:pt>
                <c:pt idx="32436">
                  <c:v>0.37541666666220408</c:v>
                </c:pt>
                <c:pt idx="32437">
                  <c:v>0.37542824073898373</c:v>
                </c:pt>
                <c:pt idx="32438">
                  <c:v>0.37543981481576338</c:v>
                </c:pt>
                <c:pt idx="32439">
                  <c:v>0.37545138888526708</c:v>
                </c:pt>
                <c:pt idx="32440">
                  <c:v>0.37546296296204673</c:v>
                </c:pt>
                <c:pt idx="32441">
                  <c:v>0.37547453703155043</c:v>
                </c:pt>
                <c:pt idx="32442">
                  <c:v>0.37548611110833008</c:v>
                </c:pt>
                <c:pt idx="32443">
                  <c:v>0.37549768518510973</c:v>
                </c:pt>
                <c:pt idx="32444">
                  <c:v>0.37550925925461343</c:v>
                </c:pt>
                <c:pt idx="32445">
                  <c:v>0.37552083333139308</c:v>
                </c:pt>
                <c:pt idx="32446">
                  <c:v>0.37553240740817273</c:v>
                </c:pt>
                <c:pt idx="32447">
                  <c:v>0.37554398147767643</c:v>
                </c:pt>
                <c:pt idx="32448">
                  <c:v>0.37555555555445608</c:v>
                </c:pt>
                <c:pt idx="32449">
                  <c:v>0.37556712962395977</c:v>
                </c:pt>
                <c:pt idx="32450">
                  <c:v>0.37557870370073942</c:v>
                </c:pt>
                <c:pt idx="32451">
                  <c:v>0.37559027777751908</c:v>
                </c:pt>
                <c:pt idx="32452">
                  <c:v>0.37560185184702277</c:v>
                </c:pt>
                <c:pt idx="32453">
                  <c:v>0.37561342592380242</c:v>
                </c:pt>
                <c:pt idx="32454">
                  <c:v>0.37562500000058208</c:v>
                </c:pt>
                <c:pt idx="32455">
                  <c:v>0.37563657407008577</c:v>
                </c:pt>
                <c:pt idx="32456">
                  <c:v>0.37564814814686542</c:v>
                </c:pt>
                <c:pt idx="32457">
                  <c:v>0.37565972221636912</c:v>
                </c:pt>
                <c:pt idx="32458">
                  <c:v>0.37567129629314877</c:v>
                </c:pt>
                <c:pt idx="32459">
                  <c:v>0.37568287036992842</c:v>
                </c:pt>
                <c:pt idx="32460">
                  <c:v>0.37569444443943212</c:v>
                </c:pt>
                <c:pt idx="32461">
                  <c:v>0.37570601851621177</c:v>
                </c:pt>
                <c:pt idx="32462">
                  <c:v>0.37571759259299142</c:v>
                </c:pt>
                <c:pt idx="32463">
                  <c:v>0.37572916666249512</c:v>
                </c:pt>
                <c:pt idx="32464">
                  <c:v>0.37574074073927477</c:v>
                </c:pt>
                <c:pt idx="32465">
                  <c:v>0.37575231481605442</c:v>
                </c:pt>
                <c:pt idx="32466">
                  <c:v>0.37576388888555812</c:v>
                </c:pt>
                <c:pt idx="32467">
                  <c:v>0.37577546296233777</c:v>
                </c:pt>
                <c:pt idx="32468">
                  <c:v>0.37578703703184146</c:v>
                </c:pt>
                <c:pt idx="32469">
                  <c:v>0.37579861110862112</c:v>
                </c:pt>
                <c:pt idx="32470">
                  <c:v>0.37581018518540077</c:v>
                </c:pt>
                <c:pt idx="32471">
                  <c:v>0.37582175925490446</c:v>
                </c:pt>
                <c:pt idx="32472">
                  <c:v>0.37583333333168412</c:v>
                </c:pt>
                <c:pt idx="32473">
                  <c:v>0.37584490740846377</c:v>
                </c:pt>
                <c:pt idx="32474">
                  <c:v>0.37585648147796746</c:v>
                </c:pt>
                <c:pt idx="32475">
                  <c:v>0.37586805555474712</c:v>
                </c:pt>
                <c:pt idx="32476">
                  <c:v>0.37587962962425081</c:v>
                </c:pt>
                <c:pt idx="32477">
                  <c:v>0.37589120370103046</c:v>
                </c:pt>
                <c:pt idx="32478">
                  <c:v>0.37590277777781012</c:v>
                </c:pt>
                <c:pt idx="32479">
                  <c:v>0.37591435184731381</c:v>
                </c:pt>
                <c:pt idx="32480">
                  <c:v>0.37592592592409346</c:v>
                </c:pt>
                <c:pt idx="32481">
                  <c:v>0.37593750000087311</c:v>
                </c:pt>
                <c:pt idx="32482">
                  <c:v>0.37594907407037681</c:v>
                </c:pt>
                <c:pt idx="32483">
                  <c:v>0.37596064814715646</c:v>
                </c:pt>
                <c:pt idx="32484">
                  <c:v>0.37597222221666016</c:v>
                </c:pt>
                <c:pt idx="32485">
                  <c:v>0.37598379629343981</c:v>
                </c:pt>
                <c:pt idx="32486">
                  <c:v>0.37599537037021946</c:v>
                </c:pt>
                <c:pt idx="32487">
                  <c:v>0.37600694443972316</c:v>
                </c:pt>
                <c:pt idx="32488">
                  <c:v>0.37601851851650281</c:v>
                </c:pt>
                <c:pt idx="32489">
                  <c:v>0.37603009259328246</c:v>
                </c:pt>
                <c:pt idx="32490">
                  <c:v>0.37604166666278616</c:v>
                </c:pt>
                <c:pt idx="32491">
                  <c:v>0.37605324073956581</c:v>
                </c:pt>
                <c:pt idx="32492">
                  <c:v>0.3760648148090695</c:v>
                </c:pt>
                <c:pt idx="32493">
                  <c:v>0.37607638888584916</c:v>
                </c:pt>
                <c:pt idx="32494">
                  <c:v>0.37608796296262881</c:v>
                </c:pt>
                <c:pt idx="32495">
                  <c:v>0.3760995370321325</c:v>
                </c:pt>
                <c:pt idx="32496">
                  <c:v>0.37611111110891216</c:v>
                </c:pt>
                <c:pt idx="32497">
                  <c:v>0.37612268518569181</c:v>
                </c:pt>
                <c:pt idx="32498">
                  <c:v>0.3761342592551955</c:v>
                </c:pt>
                <c:pt idx="32499">
                  <c:v>0.37614583333197515</c:v>
                </c:pt>
                <c:pt idx="32500">
                  <c:v>0.37615740740147885</c:v>
                </c:pt>
                <c:pt idx="32501">
                  <c:v>0.3761689814782585</c:v>
                </c:pt>
                <c:pt idx="32502">
                  <c:v>0.37618055555503815</c:v>
                </c:pt>
                <c:pt idx="32503">
                  <c:v>0.37619212962454185</c:v>
                </c:pt>
                <c:pt idx="32504">
                  <c:v>0.3762037037013215</c:v>
                </c:pt>
                <c:pt idx="32505">
                  <c:v>0.37621527777810115</c:v>
                </c:pt>
                <c:pt idx="32506">
                  <c:v>0.37622685184760485</c:v>
                </c:pt>
                <c:pt idx="32507">
                  <c:v>0.3762384259243845</c:v>
                </c:pt>
                <c:pt idx="32508">
                  <c:v>0.37625000000116415</c:v>
                </c:pt>
                <c:pt idx="32509">
                  <c:v>0.37626157407066785</c:v>
                </c:pt>
                <c:pt idx="32510">
                  <c:v>0.3762731481474475</c:v>
                </c:pt>
                <c:pt idx="32511">
                  <c:v>0.3762847222169512</c:v>
                </c:pt>
                <c:pt idx="32512">
                  <c:v>0.37629629629373085</c:v>
                </c:pt>
                <c:pt idx="32513">
                  <c:v>0.3763078703705105</c:v>
                </c:pt>
                <c:pt idx="32514">
                  <c:v>0.37631944444001419</c:v>
                </c:pt>
                <c:pt idx="32515">
                  <c:v>0.37633101851679385</c:v>
                </c:pt>
                <c:pt idx="32516">
                  <c:v>0.3763425925935735</c:v>
                </c:pt>
                <c:pt idx="32517">
                  <c:v>0.37635416666307719</c:v>
                </c:pt>
                <c:pt idx="32518">
                  <c:v>0.37636574073985685</c:v>
                </c:pt>
                <c:pt idx="32519">
                  <c:v>0.37637731480936054</c:v>
                </c:pt>
                <c:pt idx="32520">
                  <c:v>0.37638888888614019</c:v>
                </c:pt>
                <c:pt idx="32521">
                  <c:v>0.37640046296291985</c:v>
                </c:pt>
                <c:pt idx="32522">
                  <c:v>0.37641203703242354</c:v>
                </c:pt>
                <c:pt idx="32523">
                  <c:v>0.37642361110920319</c:v>
                </c:pt>
                <c:pt idx="32524">
                  <c:v>0.37643518518598285</c:v>
                </c:pt>
                <c:pt idx="32525">
                  <c:v>0.37644675925548654</c:v>
                </c:pt>
                <c:pt idx="32526">
                  <c:v>0.37645833333226619</c:v>
                </c:pt>
                <c:pt idx="32527">
                  <c:v>0.37646990740176989</c:v>
                </c:pt>
                <c:pt idx="32528">
                  <c:v>0.37648148147854954</c:v>
                </c:pt>
                <c:pt idx="32529">
                  <c:v>0.37649305555532919</c:v>
                </c:pt>
                <c:pt idx="32530">
                  <c:v>0.37650462962483289</c:v>
                </c:pt>
                <c:pt idx="32531">
                  <c:v>0.37651620370161254</c:v>
                </c:pt>
                <c:pt idx="32532">
                  <c:v>0.37652777777839219</c:v>
                </c:pt>
                <c:pt idx="32533">
                  <c:v>0.37653935184789589</c:v>
                </c:pt>
                <c:pt idx="32534">
                  <c:v>0.37655092592467554</c:v>
                </c:pt>
                <c:pt idx="32535">
                  <c:v>0.37656249999417923</c:v>
                </c:pt>
                <c:pt idx="32536">
                  <c:v>0.37657407407095889</c:v>
                </c:pt>
                <c:pt idx="32537">
                  <c:v>0.37658564814773854</c:v>
                </c:pt>
                <c:pt idx="32538">
                  <c:v>0.37659722221724223</c:v>
                </c:pt>
                <c:pt idx="32539">
                  <c:v>0.37660879629402189</c:v>
                </c:pt>
                <c:pt idx="32540">
                  <c:v>0.37662037037080154</c:v>
                </c:pt>
                <c:pt idx="32541">
                  <c:v>0.37663194444030523</c:v>
                </c:pt>
                <c:pt idx="32542">
                  <c:v>0.37664351851708489</c:v>
                </c:pt>
                <c:pt idx="32543">
                  <c:v>0.37665509259386454</c:v>
                </c:pt>
                <c:pt idx="32544">
                  <c:v>0.37666666666336823</c:v>
                </c:pt>
                <c:pt idx="32545">
                  <c:v>0.37667824074014788</c:v>
                </c:pt>
                <c:pt idx="32546">
                  <c:v>0.37668981480965158</c:v>
                </c:pt>
                <c:pt idx="32547">
                  <c:v>0.37670138888643123</c:v>
                </c:pt>
                <c:pt idx="32548">
                  <c:v>0.37671296296321088</c:v>
                </c:pt>
                <c:pt idx="32549">
                  <c:v>0.37672453703271458</c:v>
                </c:pt>
                <c:pt idx="32550">
                  <c:v>0.37673611110949423</c:v>
                </c:pt>
                <c:pt idx="32551">
                  <c:v>0.37674768518627388</c:v>
                </c:pt>
                <c:pt idx="32552">
                  <c:v>0.37675925925577758</c:v>
                </c:pt>
                <c:pt idx="32553">
                  <c:v>0.37677083333255723</c:v>
                </c:pt>
                <c:pt idx="32554">
                  <c:v>0.37678240740206093</c:v>
                </c:pt>
                <c:pt idx="32555">
                  <c:v>0.37679398147884058</c:v>
                </c:pt>
                <c:pt idx="32556">
                  <c:v>0.37680555555562023</c:v>
                </c:pt>
                <c:pt idx="32557">
                  <c:v>0.37681712962512393</c:v>
                </c:pt>
                <c:pt idx="32558">
                  <c:v>0.37682870370190358</c:v>
                </c:pt>
                <c:pt idx="32559">
                  <c:v>0.37684027777868323</c:v>
                </c:pt>
                <c:pt idx="32560">
                  <c:v>0.37685185184818693</c:v>
                </c:pt>
                <c:pt idx="32561">
                  <c:v>0.37686342592496658</c:v>
                </c:pt>
                <c:pt idx="32562">
                  <c:v>0.37687499999447027</c:v>
                </c:pt>
                <c:pt idx="32563">
                  <c:v>0.37688657407124992</c:v>
                </c:pt>
                <c:pt idx="32564">
                  <c:v>0.37689814814802958</c:v>
                </c:pt>
                <c:pt idx="32565">
                  <c:v>0.37690972221753327</c:v>
                </c:pt>
                <c:pt idx="32566">
                  <c:v>0.37692129629431292</c:v>
                </c:pt>
                <c:pt idx="32567">
                  <c:v>0.37693287037109258</c:v>
                </c:pt>
                <c:pt idx="32568">
                  <c:v>0.37694444444059627</c:v>
                </c:pt>
                <c:pt idx="32569">
                  <c:v>0.37695601851737592</c:v>
                </c:pt>
                <c:pt idx="32570">
                  <c:v>0.37696759258687962</c:v>
                </c:pt>
                <c:pt idx="32571">
                  <c:v>0.37697916666365927</c:v>
                </c:pt>
                <c:pt idx="32572">
                  <c:v>0.37699074074043892</c:v>
                </c:pt>
                <c:pt idx="32573">
                  <c:v>0.37700231480994262</c:v>
                </c:pt>
                <c:pt idx="32574">
                  <c:v>0.37701388888672227</c:v>
                </c:pt>
                <c:pt idx="32575">
                  <c:v>0.37702546296350192</c:v>
                </c:pt>
                <c:pt idx="32576">
                  <c:v>0.37703703703300562</c:v>
                </c:pt>
                <c:pt idx="32577">
                  <c:v>0.37704861110978527</c:v>
                </c:pt>
                <c:pt idx="32578">
                  <c:v>0.37706018517928896</c:v>
                </c:pt>
                <c:pt idx="32579">
                  <c:v>0.37707175925606862</c:v>
                </c:pt>
                <c:pt idx="32580">
                  <c:v>0.37708333333284827</c:v>
                </c:pt>
                <c:pt idx="32581">
                  <c:v>0.37709490740235196</c:v>
                </c:pt>
                <c:pt idx="32582">
                  <c:v>0.37710648147913162</c:v>
                </c:pt>
                <c:pt idx="32583">
                  <c:v>0.37711805555591127</c:v>
                </c:pt>
                <c:pt idx="32584">
                  <c:v>0.37712962962541496</c:v>
                </c:pt>
                <c:pt idx="32585">
                  <c:v>0.37714120370219462</c:v>
                </c:pt>
                <c:pt idx="32586">
                  <c:v>0.37715277777897427</c:v>
                </c:pt>
                <c:pt idx="32587">
                  <c:v>0.37716435184847796</c:v>
                </c:pt>
                <c:pt idx="32588">
                  <c:v>0.37717592592525762</c:v>
                </c:pt>
                <c:pt idx="32589">
                  <c:v>0.37718749999476131</c:v>
                </c:pt>
                <c:pt idx="32590">
                  <c:v>0.37719907407154096</c:v>
                </c:pt>
                <c:pt idx="32591">
                  <c:v>0.37721064814832062</c:v>
                </c:pt>
                <c:pt idx="32592">
                  <c:v>0.37722222221782431</c:v>
                </c:pt>
                <c:pt idx="32593">
                  <c:v>0.37723379629460396</c:v>
                </c:pt>
                <c:pt idx="32594">
                  <c:v>0.37724537037138361</c:v>
                </c:pt>
                <c:pt idx="32595">
                  <c:v>0.37725694444088731</c:v>
                </c:pt>
                <c:pt idx="32596">
                  <c:v>0.37726851851766696</c:v>
                </c:pt>
                <c:pt idx="32597">
                  <c:v>0.37728009258717066</c:v>
                </c:pt>
                <c:pt idx="32598">
                  <c:v>0.37729166666395031</c:v>
                </c:pt>
                <c:pt idx="32599">
                  <c:v>0.37730324074072996</c:v>
                </c:pt>
                <c:pt idx="32600">
                  <c:v>0.37731481481023366</c:v>
                </c:pt>
                <c:pt idx="32601">
                  <c:v>0.37732638888701331</c:v>
                </c:pt>
                <c:pt idx="32602">
                  <c:v>0.37733796296379296</c:v>
                </c:pt>
                <c:pt idx="32603">
                  <c:v>0.37734953703329666</c:v>
                </c:pt>
                <c:pt idx="32604">
                  <c:v>0.37736111111007631</c:v>
                </c:pt>
                <c:pt idx="32605">
                  <c:v>0.37737268517958</c:v>
                </c:pt>
                <c:pt idx="32606">
                  <c:v>0.37738425925635966</c:v>
                </c:pt>
                <c:pt idx="32607">
                  <c:v>0.37739583333313931</c:v>
                </c:pt>
                <c:pt idx="32608">
                  <c:v>0.377407407402643</c:v>
                </c:pt>
                <c:pt idx="32609">
                  <c:v>0.37741898147942265</c:v>
                </c:pt>
                <c:pt idx="32610">
                  <c:v>0.37743055555620231</c:v>
                </c:pt>
                <c:pt idx="32611">
                  <c:v>0.377442129625706</c:v>
                </c:pt>
                <c:pt idx="32612">
                  <c:v>0.37745370370248565</c:v>
                </c:pt>
                <c:pt idx="32613">
                  <c:v>0.37746527777198935</c:v>
                </c:pt>
                <c:pt idx="32614">
                  <c:v>0.377476851848769</c:v>
                </c:pt>
                <c:pt idx="32615">
                  <c:v>0.37748842592554865</c:v>
                </c:pt>
                <c:pt idx="32616">
                  <c:v>0.37749999999505235</c:v>
                </c:pt>
                <c:pt idx="32617">
                  <c:v>0.377511574071832</c:v>
                </c:pt>
                <c:pt idx="32618">
                  <c:v>0.37752314814861165</c:v>
                </c:pt>
                <c:pt idx="32619">
                  <c:v>0.37753472221811535</c:v>
                </c:pt>
                <c:pt idx="32620">
                  <c:v>0.377546296294895</c:v>
                </c:pt>
                <c:pt idx="32621">
                  <c:v>0.37755787037167465</c:v>
                </c:pt>
                <c:pt idx="32622">
                  <c:v>0.37756944444117835</c:v>
                </c:pt>
                <c:pt idx="32623">
                  <c:v>0.377581018517958</c:v>
                </c:pt>
                <c:pt idx="32624">
                  <c:v>0.3775925925874617</c:v>
                </c:pt>
                <c:pt idx="32625">
                  <c:v>0.37760416666424135</c:v>
                </c:pt>
                <c:pt idx="32626">
                  <c:v>0.377615740741021</c:v>
                </c:pt>
                <c:pt idx="32627">
                  <c:v>0.37762731481052469</c:v>
                </c:pt>
                <c:pt idx="32628">
                  <c:v>0.37763888888730435</c:v>
                </c:pt>
                <c:pt idx="32629">
                  <c:v>0.377650462964084</c:v>
                </c:pt>
                <c:pt idx="32630">
                  <c:v>0.37766203703358769</c:v>
                </c:pt>
                <c:pt idx="32631">
                  <c:v>0.37767361111036735</c:v>
                </c:pt>
                <c:pt idx="32632">
                  <c:v>0.37768518517987104</c:v>
                </c:pt>
                <c:pt idx="32633">
                  <c:v>0.37769675925665069</c:v>
                </c:pt>
                <c:pt idx="32634">
                  <c:v>0.37770833333343035</c:v>
                </c:pt>
                <c:pt idx="32635">
                  <c:v>0.37771990740293404</c:v>
                </c:pt>
                <c:pt idx="32636">
                  <c:v>0.37773148147971369</c:v>
                </c:pt>
                <c:pt idx="32637">
                  <c:v>0.37774305555649335</c:v>
                </c:pt>
                <c:pt idx="32638">
                  <c:v>0.37775462962599704</c:v>
                </c:pt>
                <c:pt idx="32639">
                  <c:v>0.37776620370277669</c:v>
                </c:pt>
                <c:pt idx="32640">
                  <c:v>0.37777777777228039</c:v>
                </c:pt>
                <c:pt idx="32641">
                  <c:v>0.37778935184906004</c:v>
                </c:pt>
                <c:pt idx="32642">
                  <c:v>0.37780092592583969</c:v>
                </c:pt>
                <c:pt idx="32643">
                  <c:v>0.37781249999534339</c:v>
                </c:pt>
                <c:pt idx="32644">
                  <c:v>0.37782407407212304</c:v>
                </c:pt>
                <c:pt idx="32645">
                  <c:v>0.37783564814890269</c:v>
                </c:pt>
                <c:pt idx="32646">
                  <c:v>0.37784722221840639</c:v>
                </c:pt>
                <c:pt idx="32647">
                  <c:v>0.37785879629518604</c:v>
                </c:pt>
                <c:pt idx="32648">
                  <c:v>0.37787037036468973</c:v>
                </c:pt>
                <c:pt idx="32649">
                  <c:v>0.37788194444146939</c:v>
                </c:pt>
                <c:pt idx="32650">
                  <c:v>0.37789351851824904</c:v>
                </c:pt>
                <c:pt idx="32651">
                  <c:v>0.37790509258775273</c:v>
                </c:pt>
                <c:pt idx="32652">
                  <c:v>0.37791666666453239</c:v>
                </c:pt>
                <c:pt idx="32653">
                  <c:v>0.37792824074131204</c:v>
                </c:pt>
                <c:pt idx="32654">
                  <c:v>0.37793981481081573</c:v>
                </c:pt>
                <c:pt idx="32655">
                  <c:v>0.37795138888759539</c:v>
                </c:pt>
                <c:pt idx="32656">
                  <c:v>0.37796296295709908</c:v>
                </c:pt>
                <c:pt idx="32657">
                  <c:v>0.37797453703387873</c:v>
                </c:pt>
                <c:pt idx="32658">
                  <c:v>0.37798611111065838</c:v>
                </c:pt>
                <c:pt idx="32659">
                  <c:v>0.37799768518016208</c:v>
                </c:pt>
                <c:pt idx="32660">
                  <c:v>0.37800925925694173</c:v>
                </c:pt>
                <c:pt idx="32661">
                  <c:v>0.37802083333372138</c:v>
                </c:pt>
                <c:pt idx="32662">
                  <c:v>0.37803240740322508</c:v>
                </c:pt>
                <c:pt idx="32663">
                  <c:v>0.37804398148000473</c:v>
                </c:pt>
                <c:pt idx="32664">
                  <c:v>0.37805555555678438</c:v>
                </c:pt>
                <c:pt idx="32665">
                  <c:v>0.37806712962628808</c:v>
                </c:pt>
                <c:pt idx="32666">
                  <c:v>0.37807870370306773</c:v>
                </c:pt>
                <c:pt idx="32667">
                  <c:v>0.37809027777257143</c:v>
                </c:pt>
                <c:pt idx="32668">
                  <c:v>0.37810185184935108</c:v>
                </c:pt>
                <c:pt idx="32669">
                  <c:v>0.37811342592613073</c:v>
                </c:pt>
                <c:pt idx="32670">
                  <c:v>0.37812499999563443</c:v>
                </c:pt>
                <c:pt idx="32671">
                  <c:v>0.37813657407241408</c:v>
                </c:pt>
                <c:pt idx="32672">
                  <c:v>0.37814814814919373</c:v>
                </c:pt>
                <c:pt idx="32673">
                  <c:v>0.37815972221869742</c:v>
                </c:pt>
                <c:pt idx="32674">
                  <c:v>0.37817129629547708</c:v>
                </c:pt>
                <c:pt idx="32675">
                  <c:v>0.37818287036498077</c:v>
                </c:pt>
                <c:pt idx="32676">
                  <c:v>0.37819444444176042</c:v>
                </c:pt>
                <c:pt idx="32677">
                  <c:v>0.37820601851854008</c:v>
                </c:pt>
                <c:pt idx="32678">
                  <c:v>0.37821759258804377</c:v>
                </c:pt>
                <c:pt idx="32679">
                  <c:v>0.37822916666482342</c:v>
                </c:pt>
                <c:pt idx="32680">
                  <c:v>0.37824074074160308</c:v>
                </c:pt>
                <c:pt idx="32681">
                  <c:v>0.37825231481110677</c:v>
                </c:pt>
                <c:pt idx="32682">
                  <c:v>0.37826388888788642</c:v>
                </c:pt>
                <c:pt idx="32683">
                  <c:v>0.37827546295739012</c:v>
                </c:pt>
                <c:pt idx="32684">
                  <c:v>0.37828703703416977</c:v>
                </c:pt>
                <c:pt idx="32685">
                  <c:v>0.37829861111094942</c:v>
                </c:pt>
                <c:pt idx="32686">
                  <c:v>0.37831018518045312</c:v>
                </c:pt>
                <c:pt idx="32687">
                  <c:v>0.37832175925723277</c:v>
                </c:pt>
                <c:pt idx="32688">
                  <c:v>0.37833333333401242</c:v>
                </c:pt>
                <c:pt idx="32689">
                  <c:v>0.37834490740351612</c:v>
                </c:pt>
                <c:pt idx="32690">
                  <c:v>0.37835648148029577</c:v>
                </c:pt>
                <c:pt idx="32691">
                  <c:v>0.37836805554979946</c:v>
                </c:pt>
                <c:pt idx="32692">
                  <c:v>0.37837962962657912</c:v>
                </c:pt>
                <c:pt idx="32693">
                  <c:v>0.37839120370335877</c:v>
                </c:pt>
                <c:pt idx="32694">
                  <c:v>0.37840277777286246</c:v>
                </c:pt>
                <c:pt idx="32695">
                  <c:v>0.37841435184964212</c:v>
                </c:pt>
                <c:pt idx="32696">
                  <c:v>0.37842592592642177</c:v>
                </c:pt>
                <c:pt idx="32697">
                  <c:v>0.37843749999592546</c:v>
                </c:pt>
                <c:pt idx="32698">
                  <c:v>0.37844907407270512</c:v>
                </c:pt>
                <c:pt idx="32699">
                  <c:v>0.37846064814948477</c:v>
                </c:pt>
                <c:pt idx="32700">
                  <c:v>0.37847222221898846</c:v>
                </c:pt>
                <c:pt idx="32701">
                  <c:v>0.37848379629576812</c:v>
                </c:pt>
                <c:pt idx="32702">
                  <c:v>0.37849537036527181</c:v>
                </c:pt>
                <c:pt idx="32703">
                  <c:v>0.37850694444205146</c:v>
                </c:pt>
                <c:pt idx="32704">
                  <c:v>0.37851851851883112</c:v>
                </c:pt>
                <c:pt idx="32705">
                  <c:v>0.37853009258833481</c:v>
                </c:pt>
                <c:pt idx="32706">
                  <c:v>0.37854166666511446</c:v>
                </c:pt>
                <c:pt idx="32707">
                  <c:v>0.37855324074189411</c:v>
                </c:pt>
                <c:pt idx="32708">
                  <c:v>0.37856481481139781</c:v>
                </c:pt>
                <c:pt idx="32709">
                  <c:v>0.37857638888817746</c:v>
                </c:pt>
                <c:pt idx="32710">
                  <c:v>0.37858796295768116</c:v>
                </c:pt>
                <c:pt idx="32711">
                  <c:v>0.37859953703446081</c:v>
                </c:pt>
                <c:pt idx="32712">
                  <c:v>0.37861111111124046</c:v>
                </c:pt>
                <c:pt idx="32713">
                  <c:v>0.37862268518074416</c:v>
                </c:pt>
                <c:pt idx="32714">
                  <c:v>0.37863425925752381</c:v>
                </c:pt>
                <c:pt idx="32715">
                  <c:v>0.37864583333430346</c:v>
                </c:pt>
                <c:pt idx="32716">
                  <c:v>0.37865740740380716</c:v>
                </c:pt>
                <c:pt idx="32717">
                  <c:v>0.37866898148058681</c:v>
                </c:pt>
                <c:pt idx="32718">
                  <c:v>0.3786805555500905</c:v>
                </c:pt>
                <c:pt idx="32719">
                  <c:v>0.37869212962687016</c:v>
                </c:pt>
                <c:pt idx="32720">
                  <c:v>0.37870370370364981</c:v>
                </c:pt>
                <c:pt idx="32721">
                  <c:v>0.3787152777731535</c:v>
                </c:pt>
                <c:pt idx="32722">
                  <c:v>0.37872685184993315</c:v>
                </c:pt>
                <c:pt idx="32723">
                  <c:v>0.37873842592671281</c:v>
                </c:pt>
                <c:pt idx="32724">
                  <c:v>0.3787499999962165</c:v>
                </c:pt>
                <c:pt idx="32725">
                  <c:v>0.37876157407299615</c:v>
                </c:pt>
                <c:pt idx="32726">
                  <c:v>0.37877314814249985</c:v>
                </c:pt>
                <c:pt idx="32727">
                  <c:v>0.3787847222192795</c:v>
                </c:pt>
                <c:pt idx="32728">
                  <c:v>0.37879629629605915</c:v>
                </c:pt>
                <c:pt idx="32729">
                  <c:v>0.37880787036556285</c:v>
                </c:pt>
                <c:pt idx="32730">
                  <c:v>0.3788194444423425</c:v>
                </c:pt>
                <c:pt idx="32731">
                  <c:v>0.37883101851912215</c:v>
                </c:pt>
                <c:pt idx="32732">
                  <c:v>0.37884259258862585</c:v>
                </c:pt>
                <c:pt idx="32733">
                  <c:v>0.3788541666654055</c:v>
                </c:pt>
                <c:pt idx="32734">
                  <c:v>0.3788657407349092</c:v>
                </c:pt>
                <c:pt idx="32735">
                  <c:v>0.37887731481168885</c:v>
                </c:pt>
                <c:pt idx="32736">
                  <c:v>0.3788888888884685</c:v>
                </c:pt>
                <c:pt idx="32737">
                  <c:v>0.37890046295797219</c:v>
                </c:pt>
                <c:pt idx="32738">
                  <c:v>0.37891203703475185</c:v>
                </c:pt>
                <c:pt idx="32739">
                  <c:v>0.3789236111115315</c:v>
                </c:pt>
                <c:pt idx="32740">
                  <c:v>0.37893518518103519</c:v>
                </c:pt>
                <c:pt idx="32741">
                  <c:v>0.37894675925781485</c:v>
                </c:pt>
                <c:pt idx="32742">
                  <c:v>0.3789583333345945</c:v>
                </c:pt>
                <c:pt idx="32743">
                  <c:v>0.37896990740409819</c:v>
                </c:pt>
                <c:pt idx="32744">
                  <c:v>0.37898148148087785</c:v>
                </c:pt>
                <c:pt idx="32745">
                  <c:v>0.37899305555038154</c:v>
                </c:pt>
                <c:pt idx="32746">
                  <c:v>0.37900462962716119</c:v>
                </c:pt>
                <c:pt idx="32747">
                  <c:v>0.37901620370394085</c:v>
                </c:pt>
                <c:pt idx="32748">
                  <c:v>0.37902777777344454</c:v>
                </c:pt>
                <c:pt idx="32749">
                  <c:v>0.37903935185022419</c:v>
                </c:pt>
                <c:pt idx="32750">
                  <c:v>0.37905092592700385</c:v>
                </c:pt>
                <c:pt idx="32751">
                  <c:v>0.37906249999650754</c:v>
                </c:pt>
                <c:pt idx="32752">
                  <c:v>0.37907407407328719</c:v>
                </c:pt>
                <c:pt idx="32753">
                  <c:v>0.37908564814279089</c:v>
                </c:pt>
                <c:pt idx="32754">
                  <c:v>0.37909722221957054</c:v>
                </c:pt>
                <c:pt idx="32755">
                  <c:v>0.37910879629635019</c:v>
                </c:pt>
                <c:pt idx="32756">
                  <c:v>0.37912037036585389</c:v>
                </c:pt>
                <c:pt idx="32757">
                  <c:v>0.37913194444263354</c:v>
                </c:pt>
                <c:pt idx="32758">
                  <c:v>0.37914351851941319</c:v>
                </c:pt>
                <c:pt idx="32759">
                  <c:v>0.37915509258891689</c:v>
                </c:pt>
                <c:pt idx="32760">
                  <c:v>0.37916666666569654</c:v>
                </c:pt>
                <c:pt idx="32761">
                  <c:v>0.37917824073520023</c:v>
                </c:pt>
                <c:pt idx="32762">
                  <c:v>0.37918981481197989</c:v>
                </c:pt>
                <c:pt idx="32763">
                  <c:v>0.37920138888875954</c:v>
                </c:pt>
                <c:pt idx="32764">
                  <c:v>0.37921296295826323</c:v>
                </c:pt>
                <c:pt idx="32765">
                  <c:v>0.37922453703504289</c:v>
                </c:pt>
                <c:pt idx="32766">
                  <c:v>0.37923611111182254</c:v>
                </c:pt>
                <c:pt idx="32767">
                  <c:v>0.37924768518132623</c:v>
                </c:pt>
                <c:pt idx="32768">
                  <c:v>0.37925925925810589</c:v>
                </c:pt>
                <c:pt idx="32769">
                  <c:v>0.37927083332760958</c:v>
                </c:pt>
                <c:pt idx="32770">
                  <c:v>0.37928240740438923</c:v>
                </c:pt>
                <c:pt idx="32771">
                  <c:v>0.37929398148116888</c:v>
                </c:pt>
                <c:pt idx="32772">
                  <c:v>0.37930555555067258</c:v>
                </c:pt>
                <c:pt idx="32773">
                  <c:v>0.37931712962745223</c:v>
                </c:pt>
                <c:pt idx="32774">
                  <c:v>0.37932870370423188</c:v>
                </c:pt>
                <c:pt idx="32775">
                  <c:v>0.37934027777373558</c:v>
                </c:pt>
                <c:pt idx="32776">
                  <c:v>0.37935185185051523</c:v>
                </c:pt>
                <c:pt idx="32777">
                  <c:v>0.37936342592001893</c:v>
                </c:pt>
                <c:pt idx="32778">
                  <c:v>0.37937499999679858</c:v>
                </c:pt>
                <c:pt idx="32779">
                  <c:v>0.37938657407357823</c:v>
                </c:pt>
                <c:pt idx="32780">
                  <c:v>0.37939814814308193</c:v>
                </c:pt>
                <c:pt idx="32781">
                  <c:v>0.37940972221986158</c:v>
                </c:pt>
                <c:pt idx="32782">
                  <c:v>0.37942129629664123</c:v>
                </c:pt>
                <c:pt idx="32783">
                  <c:v>0.37943287036614493</c:v>
                </c:pt>
                <c:pt idx="32784">
                  <c:v>0.37944444444292458</c:v>
                </c:pt>
                <c:pt idx="32785">
                  <c:v>0.37945601851970423</c:v>
                </c:pt>
                <c:pt idx="32786">
                  <c:v>0.37946759258920792</c:v>
                </c:pt>
                <c:pt idx="32787">
                  <c:v>0.37947916666598758</c:v>
                </c:pt>
                <c:pt idx="32788">
                  <c:v>0.37949074073549127</c:v>
                </c:pt>
                <c:pt idx="32789">
                  <c:v>0.37950231481227092</c:v>
                </c:pt>
                <c:pt idx="32790">
                  <c:v>0.37951388888905058</c:v>
                </c:pt>
                <c:pt idx="32791">
                  <c:v>0.37952546295855427</c:v>
                </c:pt>
                <c:pt idx="32792">
                  <c:v>0.37953703703533392</c:v>
                </c:pt>
                <c:pt idx="32793">
                  <c:v>0.37954861111211358</c:v>
                </c:pt>
                <c:pt idx="32794">
                  <c:v>0.37956018518161727</c:v>
                </c:pt>
                <c:pt idx="32795">
                  <c:v>0.37957175925839692</c:v>
                </c:pt>
                <c:pt idx="32796">
                  <c:v>0.37958333332790062</c:v>
                </c:pt>
                <c:pt idx="32797">
                  <c:v>0.37959490740468027</c:v>
                </c:pt>
                <c:pt idx="32798">
                  <c:v>0.37960648148145992</c:v>
                </c:pt>
                <c:pt idx="32799">
                  <c:v>0.37961805555096362</c:v>
                </c:pt>
                <c:pt idx="32800">
                  <c:v>0.37962962962774327</c:v>
                </c:pt>
                <c:pt idx="32801">
                  <c:v>0.37964120370452292</c:v>
                </c:pt>
                <c:pt idx="32802">
                  <c:v>0.37965277777402662</c:v>
                </c:pt>
                <c:pt idx="32803">
                  <c:v>0.37966435185080627</c:v>
                </c:pt>
                <c:pt idx="32804">
                  <c:v>0.37967592592030996</c:v>
                </c:pt>
                <c:pt idx="32805">
                  <c:v>0.37968749999708962</c:v>
                </c:pt>
                <c:pt idx="32806">
                  <c:v>0.37969907407386927</c:v>
                </c:pt>
                <c:pt idx="32807">
                  <c:v>0.37971064814337296</c:v>
                </c:pt>
                <c:pt idx="32808">
                  <c:v>0.37972222222015262</c:v>
                </c:pt>
                <c:pt idx="32809">
                  <c:v>0.37973379629693227</c:v>
                </c:pt>
                <c:pt idx="32810">
                  <c:v>0.37974537036643596</c:v>
                </c:pt>
                <c:pt idx="32811">
                  <c:v>0.37975694444321562</c:v>
                </c:pt>
                <c:pt idx="32812">
                  <c:v>0.37976851851271931</c:v>
                </c:pt>
                <c:pt idx="32813">
                  <c:v>0.37978009258949896</c:v>
                </c:pt>
                <c:pt idx="32814">
                  <c:v>0.37979166666627862</c:v>
                </c:pt>
                <c:pt idx="32815">
                  <c:v>0.37980324073578231</c:v>
                </c:pt>
                <c:pt idx="32816">
                  <c:v>0.37981481481256196</c:v>
                </c:pt>
                <c:pt idx="32817">
                  <c:v>0.37982638888934162</c:v>
                </c:pt>
                <c:pt idx="32818">
                  <c:v>0.37983796295884531</c:v>
                </c:pt>
                <c:pt idx="32819">
                  <c:v>0.37984953703562496</c:v>
                </c:pt>
                <c:pt idx="32820">
                  <c:v>0.37986111111240461</c:v>
                </c:pt>
                <c:pt idx="32821">
                  <c:v>0.37987268518190831</c:v>
                </c:pt>
                <c:pt idx="32822">
                  <c:v>0.37988425925868796</c:v>
                </c:pt>
                <c:pt idx="32823">
                  <c:v>0.37989583332819166</c:v>
                </c:pt>
                <c:pt idx="32824">
                  <c:v>0.37990740740497131</c:v>
                </c:pt>
                <c:pt idx="32825">
                  <c:v>0.37991898148175096</c:v>
                </c:pt>
                <c:pt idx="32826">
                  <c:v>0.37993055555125466</c:v>
                </c:pt>
                <c:pt idx="32827">
                  <c:v>0.37994212962803431</c:v>
                </c:pt>
                <c:pt idx="32828">
                  <c:v>0.37995370370481396</c:v>
                </c:pt>
                <c:pt idx="32829">
                  <c:v>0.37996527777431766</c:v>
                </c:pt>
                <c:pt idx="32830">
                  <c:v>0.37997685185109731</c:v>
                </c:pt>
                <c:pt idx="32831">
                  <c:v>0.379988425920601</c:v>
                </c:pt>
                <c:pt idx="32832">
                  <c:v>0.37999999999738066</c:v>
                </c:pt>
                <c:pt idx="32833">
                  <c:v>0.38001157407416031</c:v>
                </c:pt>
                <c:pt idx="32834">
                  <c:v>0.380023148143664</c:v>
                </c:pt>
                <c:pt idx="32835">
                  <c:v>0.38003472222044365</c:v>
                </c:pt>
                <c:pt idx="32836">
                  <c:v>0.38004629629722331</c:v>
                </c:pt>
                <c:pt idx="32837">
                  <c:v>0.380057870366727</c:v>
                </c:pt>
                <c:pt idx="32838">
                  <c:v>0.38006944444350665</c:v>
                </c:pt>
                <c:pt idx="32839">
                  <c:v>0.38008101851301035</c:v>
                </c:pt>
                <c:pt idx="32840">
                  <c:v>0.38009259258979</c:v>
                </c:pt>
                <c:pt idx="32841">
                  <c:v>0.38010416666656965</c:v>
                </c:pt>
                <c:pt idx="32842">
                  <c:v>0.38011574073607335</c:v>
                </c:pt>
                <c:pt idx="32843">
                  <c:v>0.380127314812853</c:v>
                </c:pt>
                <c:pt idx="32844">
                  <c:v>0.38013888888963265</c:v>
                </c:pt>
                <c:pt idx="32845">
                  <c:v>0.38015046295913635</c:v>
                </c:pt>
                <c:pt idx="32846">
                  <c:v>0.380162037035916</c:v>
                </c:pt>
                <c:pt idx="32847">
                  <c:v>0.3801736111054197</c:v>
                </c:pt>
                <c:pt idx="32848">
                  <c:v>0.38018518518219935</c:v>
                </c:pt>
                <c:pt idx="32849">
                  <c:v>0.380196759258979</c:v>
                </c:pt>
                <c:pt idx="32850">
                  <c:v>0.38020833332848269</c:v>
                </c:pt>
                <c:pt idx="32851">
                  <c:v>0.38021990740526235</c:v>
                </c:pt>
                <c:pt idx="32852">
                  <c:v>0.380231481482042</c:v>
                </c:pt>
                <c:pt idx="32853">
                  <c:v>0.38024305555154569</c:v>
                </c:pt>
                <c:pt idx="32854">
                  <c:v>0.38025462962832535</c:v>
                </c:pt>
                <c:pt idx="32855">
                  <c:v>0.38026620369782904</c:v>
                </c:pt>
                <c:pt idx="32856">
                  <c:v>0.38027777777460869</c:v>
                </c:pt>
                <c:pt idx="32857">
                  <c:v>0.38028935185138835</c:v>
                </c:pt>
                <c:pt idx="32858">
                  <c:v>0.38030092592089204</c:v>
                </c:pt>
                <c:pt idx="32859">
                  <c:v>0.38031249999767169</c:v>
                </c:pt>
                <c:pt idx="32860">
                  <c:v>0.38032407407445135</c:v>
                </c:pt>
                <c:pt idx="32861">
                  <c:v>0.38033564814395504</c:v>
                </c:pt>
                <c:pt idx="32862">
                  <c:v>0.38034722222073469</c:v>
                </c:pt>
                <c:pt idx="32863">
                  <c:v>0.38035879629751435</c:v>
                </c:pt>
                <c:pt idx="32864">
                  <c:v>0.38037037036701804</c:v>
                </c:pt>
                <c:pt idx="32865">
                  <c:v>0.38038194444379769</c:v>
                </c:pt>
                <c:pt idx="32866">
                  <c:v>0.38039351851330139</c:v>
                </c:pt>
                <c:pt idx="32867">
                  <c:v>0.38040509259008104</c:v>
                </c:pt>
                <c:pt idx="32868">
                  <c:v>0.38041666666686069</c:v>
                </c:pt>
                <c:pt idx="32869">
                  <c:v>0.38042824073636439</c:v>
                </c:pt>
                <c:pt idx="32870">
                  <c:v>0.38043981481314404</c:v>
                </c:pt>
                <c:pt idx="32871">
                  <c:v>0.38045138888992369</c:v>
                </c:pt>
                <c:pt idx="32872">
                  <c:v>0.38046296295942739</c:v>
                </c:pt>
                <c:pt idx="32873">
                  <c:v>0.38047453703620704</c:v>
                </c:pt>
                <c:pt idx="32874">
                  <c:v>0.38048611110571073</c:v>
                </c:pt>
                <c:pt idx="32875">
                  <c:v>0.38049768518249039</c:v>
                </c:pt>
                <c:pt idx="32876">
                  <c:v>0.38050925925927004</c:v>
                </c:pt>
                <c:pt idx="32877">
                  <c:v>0.38052083332877373</c:v>
                </c:pt>
                <c:pt idx="32878">
                  <c:v>0.38053240740555339</c:v>
                </c:pt>
                <c:pt idx="32879">
                  <c:v>0.38054398148233304</c:v>
                </c:pt>
                <c:pt idx="32880">
                  <c:v>0.38055555555183673</c:v>
                </c:pt>
                <c:pt idx="32881">
                  <c:v>0.38056712962861639</c:v>
                </c:pt>
                <c:pt idx="32882">
                  <c:v>0.38057870369812008</c:v>
                </c:pt>
                <c:pt idx="32883">
                  <c:v>0.38059027777489973</c:v>
                </c:pt>
                <c:pt idx="32884">
                  <c:v>0.38060185185167938</c:v>
                </c:pt>
                <c:pt idx="32885">
                  <c:v>0.38061342592118308</c:v>
                </c:pt>
                <c:pt idx="32886">
                  <c:v>0.38062499999796273</c:v>
                </c:pt>
                <c:pt idx="32887">
                  <c:v>0.38063657407474238</c:v>
                </c:pt>
                <c:pt idx="32888">
                  <c:v>0.38064814814424608</c:v>
                </c:pt>
                <c:pt idx="32889">
                  <c:v>0.38065972222102573</c:v>
                </c:pt>
                <c:pt idx="32890">
                  <c:v>0.38067129629052943</c:v>
                </c:pt>
                <c:pt idx="32891">
                  <c:v>0.38068287036730908</c:v>
                </c:pt>
                <c:pt idx="32892">
                  <c:v>0.38069444444408873</c:v>
                </c:pt>
                <c:pt idx="32893">
                  <c:v>0.38070601851359243</c:v>
                </c:pt>
                <c:pt idx="32894">
                  <c:v>0.38071759259037208</c:v>
                </c:pt>
                <c:pt idx="32895">
                  <c:v>0.38072916666715173</c:v>
                </c:pt>
                <c:pt idx="32896">
                  <c:v>0.38074074073665543</c:v>
                </c:pt>
                <c:pt idx="32897">
                  <c:v>0.38075231481343508</c:v>
                </c:pt>
                <c:pt idx="32898">
                  <c:v>0.38076388889021473</c:v>
                </c:pt>
                <c:pt idx="32899">
                  <c:v>0.38077546295971842</c:v>
                </c:pt>
                <c:pt idx="32900">
                  <c:v>0.38078703703649808</c:v>
                </c:pt>
                <c:pt idx="32901">
                  <c:v>0.38079861110600177</c:v>
                </c:pt>
                <c:pt idx="32902">
                  <c:v>0.38081018518278142</c:v>
                </c:pt>
                <c:pt idx="32903">
                  <c:v>0.38082175925956108</c:v>
                </c:pt>
                <c:pt idx="32904">
                  <c:v>0.38083333332906477</c:v>
                </c:pt>
                <c:pt idx="32905">
                  <c:v>0.38084490740584442</c:v>
                </c:pt>
                <c:pt idx="32906">
                  <c:v>0.38085648148262408</c:v>
                </c:pt>
                <c:pt idx="32907">
                  <c:v>0.38086805555212777</c:v>
                </c:pt>
                <c:pt idx="32908">
                  <c:v>0.38087962962890742</c:v>
                </c:pt>
                <c:pt idx="32909">
                  <c:v>0.38089120369841112</c:v>
                </c:pt>
                <c:pt idx="32910">
                  <c:v>0.38090277777519077</c:v>
                </c:pt>
                <c:pt idx="32911">
                  <c:v>0.38091435185197042</c:v>
                </c:pt>
                <c:pt idx="32912">
                  <c:v>0.38092592592147412</c:v>
                </c:pt>
                <c:pt idx="32913">
                  <c:v>0.38093749999825377</c:v>
                </c:pt>
                <c:pt idx="32914">
                  <c:v>0.38094907407503342</c:v>
                </c:pt>
                <c:pt idx="32915">
                  <c:v>0.38096064814453712</c:v>
                </c:pt>
                <c:pt idx="32916">
                  <c:v>0.38097222222131677</c:v>
                </c:pt>
                <c:pt idx="32917">
                  <c:v>0.38098379629082046</c:v>
                </c:pt>
                <c:pt idx="32918">
                  <c:v>0.38099537036760012</c:v>
                </c:pt>
                <c:pt idx="32919">
                  <c:v>0.38100694444437977</c:v>
                </c:pt>
                <c:pt idx="32920">
                  <c:v>0.38101851851388346</c:v>
                </c:pt>
                <c:pt idx="32921">
                  <c:v>0.38103009259066312</c:v>
                </c:pt>
                <c:pt idx="32922">
                  <c:v>0.38104166666744277</c:v>
                </c:pt>
                <c:pt idx="32923">
                  <c:v>0.38105324073694646</c:v>
                </c:pt>
                <c:pt idx="32924">
                  <c:v>0.38106481481372612</c:v>
                </c:pt>
                <c:pt idx="32925">
                  <c:v>0.38107638888322981</c:v>
                </c:pt>
                <c:pt idx="32926">
                  <c:v>0.38108796296000946</c:v>
                </c:pt>
                <c:pt idx="32927">
                  <c:v>0.38109953703678912</c:v>
                </c:pt>
                <c:pt idx="32928">
                  <c:v>0.38111111110629281</c:v>
                </c:pt>
                <c:pt idx="32929">
                  <c:v>0.38112268518307246</c:v>
                </c:pt>
                <c:pt idx="32930">
                  <c:v>0.38113425925985212</c:v>
                </c:pt>
                <c:pt idx="32931">
                  <c:v>0.38114583332935581</c:v>
                </c:pt>
                <c:pt idx="32932">
                  <c:v>0.38115740740613546</c:v>
                </c:pt>
                <c:pt idx="32933">
                  <c:v>0.38116898147563916</c:v>
                </c:pt>
                <c:pt idx="32934">
                  <c:v>0.38118055555241881</c:v>
                </c:pt>
                <c:pt idx="32935">
                  <c:v>0.38119212962919846</c:v>
                </c:pt>
                <c:pt idx="32936">
                  <c:v>0.38120370369870216</c:v>
                </c:pt>
                <c:pt idx="32937">
                  <c:v>0.38121527777548181</c:v>
                </c:pt>
                <c:pt idx="32938">
                  <c:v>0.38122685185226146</c:v>
                </c:pt>
                <c:pt idx="32939">
                  <c:v>0.38123842592176516</c:v>
                </c:pt>
                <c:pt idx="32940">
                  <c:v>0.38124999999854481</c:v>
                </c:pt>
                <c:pt idx="32941">
                  <c:v>0.38126157407532446</c:v>
                </c:pt>
                <c:pt idx="32942">
                  <c:v>0.38127314814482816</c:v>
                </c:pt>
                <c:pt idx="32943">
                  <c:v>0.38128472222160781</c:v>
                </c:pt>
                <c:pt idx="32944">
                  <c:v>0.3812962962911115</c:v>
                </c:pt>
                <c:pt idx="32945">
                  <c:v>0.38130787036789116</c:v>
                </c:pt>
                <c:pt idx="32946">
                  <c:v>0.38131944444467081</c:v>
                </c:pt>
                <c:pt idx="32947">
                  <c:v>0.3813310185141745</c:v>
                </c:pt>
                <c:pt idx="32948">
                  <c:v>0.38134259259095415</c:v>
                </c:pt>
                <c:pt idx="32949">
                  <c:v>0.38135416666773381</c:v>
                </c:pt>
                <c:pt idx="32950">
                  <c:v>0.3813657407372375</c:v>
                </c:pt>
                <c:pt idx="32951">
                  <c:v>0.38137731481401715</c:v>
                </c:pt>
                <c:pt idx="32952">
                  <c:v>0.38138888888352085</c:v>
                </c:pt>
                <c:pt idx="32953">
                  <c:v>0.3814004629603005</c:v>
                </c:pt>
                <c:pt idx="32954">
                  <c:v>0.38141203703708015</c:v>
                </c:pt>
                <c:pt idx="32955">
                  <c:v>0.38142361110658385</c:v>
                </c:pt>
                <c:pt idx="32956">
                  <c:v>0.3814351851833635</c:v>
                </c:pt>
                <c:pt idx="32957">
                  <c:v>0.38144675926014315</c:v>
                </c:pt>
                <c:pt idx="32958">
                  <c:v>0.38145833332964685</c:v>
                </c:pt>
                <c:pt idx="32959">
                  <c:v>0.3814699074064265</c:v>
                </c:pt>
                <c:pt idx="32960">
                  <c:v>0.3814814814759302</c:v>
                </c:pt>
                <c:pt idx="32961">
                  <c:v>0.38149305555270985</c:v>
                </c:pt>
                <c:pt idx="32962">
                  <c:v>0.3815046296294895</c:v>
                </c:pt>
                <c:pt idx="32963">
                  <c:v>0.38151620369899319</c:v>
                </c:pt>
                <c:pt idx="32964">
                  <c:v>0.38152777777577285</c:v>
                </c:pt>
                <c:pt idx="32965">
                  <c:v>0.3815393518525525</c:v>
                </c:pt>
                <c:pt idx="32966">
                  <c:v>0.38155092592205619</c:v>
                </c:pt>
                <c:pt idx="32967">
                  <c:v>0.38156249999883585</c:v>
                </c:pt>
                <c:pt idx="32968">
                  <c:v>0.38157407406833954</c:v>
                </c:pt>
                <c:pt idx="32969">
                  <c:v>0.38158564814511919</c:v>
                </c:pt>
                <c:pt idx="32970">
                  <c:v>0.38159722222189885</c:v>
                </c:pt>
                <c:pt idx="32971">
                  <c:v>0.38160879629140254</c:v>
                </c:pt>
                <c:pt idx="32972">
                  <c:v>0.38162037036818219</c:v>
                </c:pt>
                <c:pt idx="32973">
                  <c:v>0.38163194444496185</c:v>
                </c:pt>
                <c:pt idx="32974">
                  <c:v>0.38164351851446554</c:v>
                </c:pt>
                <c:pt idx="32975">
                  <c:v>0.38165509259124519</c:v>
                </c:pt>
                <c:pt idx="32976">
                  <c:v>0.38166666666074889</c:v>
                </c:pt>
                <c:pt idx="32977">
                  <c:v>0.38167824073752854</c:v>
                </c:pt>
                <c:pt idx="32978">
                  <c:v>0.38168981481430819</c:v>
                </c:pt>
                <c:pt idx="32979">
                  <c:v>0.38170138888381189</c:v>
                </c:pt>
                <c:pt idx="32980">
                  <c:v>0.38171296296059154</c:v>
                </c:pt>
                <c:pt idx="32981">
                  <c:v>0.38172453703737119</c:v>
                </c:pt>
                <c:pt idx="32982">
                  <c:v>0.38173611110687489</c:v>
                </c:pt>
                <c:pt idx="32983">
                  <c:v>0.38174768518365454</c:v>
                </c:pt>
                <c:pt idx="32984">
                  <c:v>0.38175925926043419</c:v>
                </c:pt>
                <c:pt idx="32985">
                  <c:v>0.38177083332993789</c:v>
                </c:pt>
                <c:pt idx="32986">
                  <c:v>0.38178240740671754</c:v>
                </c:pt>
                <c:pt idx="32987">
                  <c:v>0.38179398147622123</c:v>
                </c:pt>
                <c:pt idx="32988">
                  <c:v>0.38180555555300089</c:v>
                </c:pt>
                <c:pt idx="32989">
                  <c:v>0.38181712962978054</c:v>
                </c:pt>
                <c:pt idx="32990">
                  <c:v>0.38182870369928423</c:v>
                </c:pt>
                <c:pt idx="32991">
                  <c:v>0.38184027777606389</c:v>
                </c:pt>
                <c:pt idx="32992">
                  <c:v>0.38185185185284354</c:v>
                </c:pt>
                <c:pt idx="32993">
                  <c:v>0.38186342592234723</c:v>
                </c:pt>
                <c:pt idx="32994">
                  <c:v>0.38187499999912689</c:v>
                </c:pt>
                <c:pt idx="32995">
                  <c:v>0.38188657406863058</c:v>
                </c:pt>
                <c:pt idx="32996">
                  <c:v>0.38189814814541023</c:v>
                </c:pt>
                <c:pt idx="32997">
                  <c:v>0.38190972222218988</c:v>
                </c:pt>
                <c:pt idx="32998">
                  <c:v>0.38192129629169358</c:v>
                </c:pt>
                <c:pt idx="32999">
                  <c:v>0.38193287036847323</c:v>
                </c:pt>
                <c:pt idx="33000">
                  <c:v>0.38194444444525288</c:v>
                </c:pt>
                <c:pt idx="33001">
                  <c:v>0.38195601851475658</c:v>
                </c:pt>
                <c:pt idx="33002">
                  <c:v>0.38196759259153623</c:v>
                </c:pt>
                <c:pt idx="33003">
                  <c:v>0.38197916666103993</c:v>
                </c:pt>
                <c:pt idx="33004">
                  <c:v>0.38199074073781958</c:v>
                </c:pt>
                <c:pt idx="33005">
                  <c:v>0.38200231481459923</c:v>
                </c:pt>
                <c:pt idx="33006">
                  <c:v>0.38201388888410293</c:v>
                </c:pt>
                <c:pt idx="33007">
                  <c:v>0.38202546296088258</c:v>
                </c:pt>
                <c:pt idx="33008">
                  <c:v>0.38203703703766223</c:v>
                </c:pt>
                <c:pt idx="33009">
                  <c:v>0.38204861110716593</c:v>
                </c:pt>
                <c:pt idx="33010">
                  <c:v>0.38206018518394558</c:v>
                </c:pt>
                <c:pt idx="33011">
                  <c:v>0.38207175925344927</c:v>
                </c:pt>
                <c:pt idx="33012">
                  <c:v>0.38208333333022892</c:v>
                </c:pt>
                <c:pt idx="33013">
                  <c:v>0.38209490740700858</c:v>
                </c:pt>
                <c:pt idx="33014">
                  <c:v>0.38210648147651227</c:v>
                </c:pt>
                <c:pt idx="33015">
                  <c:v>0.38211805555329192</c:v>
                </c:pt>
                <c:pt idx="33016">
                  <c:v>0.38212962963007158</c:v>
                </c:pt>
                <c:pt idx="33017">
                  <c:v>0.38214120369957527</c:v>
                </c:pt>
                <c:pt idx="33018">
                  <c:v>0.38215277777635492</c:v>
                </c:pt>
                <c:pt idx="33019">
                  <c:v>0.38216435185313458</c:v>
                </c:pt>
                <c:pt idx="33020">
                  <c:v>0.38217592592263827</c:v>
                </c:pt>
                <c:pt idx="33021">
                  <c:v>0.38218749999941792</c:v>
                </c:pt>
                <c:pt idx="33022">
                  <c:v>0.38219907406892162</c:v>
                </c:pt>
                <c:pt idx="33023">
                  <c:v>0.38221064814570127</c:v>
                </c:pt>
                <c:pt idx="33024">
                  <c:v>0.38222222222248092</c:v>
                </c:pt>
                <c:pt idx="33025">
                  <c:v>0.38223379629198462</c:v>
                </c:pt>
                <c:pt idx="33026">
                  <c:v>0.38224537036876427</c:v>
                </c:pt>
                <c:pt idx="33027">
                  <c:v>0.38225694444554392</c:v>
                </c:pt>
                <c:pt idx="33028">
                  <c:v>0.38226851851504762</c:v>
                </c:pt>
                <c:pt idx="33029">
                  <c:v>0.38228009259182727</c:v>
                </c:pt>
                <c:pt idx="33030">
                  <c:v>0.38229166666133096</c:v>
                </c:pt>
                <c:pt idx="33031">
                  <c:v>0.38230324073811062</c:v>
                </c:pt>
                <c:pt idx="33032">
                  <c:v>0.38231481481489027</c:v>
                </c:pt>
                <c:pt idx="33033">
                  <c:v>0.38232638888439396</c:v>
                </c:pt>
                <c:pt idx="33034">
                  <c:v>0.38233796296117362</c:v>
                </c:pt>
                <c:pt idx="33035">
                  <c:v>0.38234953703795327</c:v>
                </c:pt>
                <c:pt idx="33036">
                  <c:v>0.38236111110745696</c:v>
                </c:pt>
                <c:pt idx="33037">
                  <c:v>0.38237268518423662</c:v>
                </c:pt>
                <c:pt idx="33038">
                  <c:v>0.38238425925374031</c:v>
                </c:pt>
                <c:pt idx="33039">
                  <c:v>0.38239583333051996</c:v>
                </c:pt>
                <c:pt idx="33040">
                  <c:v>0.38240740740729962</c:v>
                </c:pt>
                <c:pt idx="33041">
                  <c:v>0.38241898147680331</c:v>
                </c:pt>
                <c:pt idx="33042">
                  <c:v>0.38243055555358296</c:v>
                </c:pt>
                <c:pt idx="33043">
                  <c:v>0.38244212963036261</c:v>
                </c:pt>
                <c:pt idx="33044">
                  <c:v>0.38245370369986631</c:v>
                </c:pt>
                <c:pt idx="33045">
                  <c:v>0.38246527777664596</c:v>
                </c:pt>
                <c:pt idx="33046">
                  <c:v>0.38247685184614966</c:v>
                </c:pt>
                <c:pt idx="33047">
                  <c:v>0.38248842592292931</c:v>
                </c:pt>
                <c:pt idx="33048">
                  <c:v>0.38249999999970896</c:v>
                </c:pt>
                <c:pt idx="33049">
                  <c:v>0.38251157406921266</c:v>
                </c:pt>
                <c:pt idx="33050">
                  <c:v>0.38252314814599231</c:v>
                </c:pt>
                <c:pt idx="33051">
                  <c:v>0.38253472222277196</c:v>
                </c:pt>
                <c:pt idx="33052">
                  <c:v>0.38254629629227566</c:v>
                </c:pt>
                <c:pt idx="33053">
                  <c:v>0.38255787036905531</c:v>
                </c:pt>
                <c:pt idx="33054">
                  <c:v>0.382569444438559</c:v>
                </c:pt>
                <c:pt idx="33055">
                  <c:v>0.38258101851533866</c:v>
                </c:pt>
                <c:pt idx="33056">
                  <c:v>0.38259259259211831</c:v>
                </c:pt>
                <c:pt idx="33057">
                  <c:v>0.382604166661622</c:v>
                </c:pt>
                <c:pt idx="33058">
                  <c:v>0.38261574073840166</c:v>
                </c:pt>
                <c:pt idx="33059">
                  <c:v>0.38262731481518131</c:v>
                </c:pt>
                <c:pt idx="33060">
                  <c:v>0.382638888884685</c:v>
                </c:pt>
                <c:pt idx="33061">
                  <c:v>0.38265046296146465</c:v>
                </c:pt>
                <c:pt idx="33062">
                  <c:v>0.38266203703824431</c:v>
                </c:pt>
                <c:pt idx="33063">
                  <c:v>0.382673611107748</c:v>
                </c:pt>
                <c:pt idx="33064">
                  <c:v>0.38268518518452765</c:v>
                </c:pt>
                <c:pt idx="33065">
                  <c:v>0.38269675925403135</c:v>
                </c:pt>
                <c:pt idx="33066">
                  <c:v>0.382708333330811</c:v>
                </c:pt>
                <c:pt idx="33067">
                  <c:v>0.38271990740759065</c:v>
                </c:pt>
                <c:pt idx="33068">
                  <c:v>0.38273148147709435</c:v>
                </c:pt>
                <c:pt idx="33069">
                  <c:v>0.382743055553874</c:v>
                </c:pt>
                <c:pt idx="33070">
                  <c:v>0.38275462963065365</c:v>
                </c:pt>
                <c:pt idx="33071">
                  <c:v>0.38276620370015735</c:v>
                </c:pt>
                <c:pt idx="33072">
                  <c:v>0.382777777776937</c:v>
                </c:pt>
                <c:pt idx="33073">
                  <c:v>0.3827893518464407</c:v>
                </c:pt>
                <c:pt idx="33074">
                  <c:v>0.38280092592322035</c:v>
                </c:pt>
                <c:pt idx="33075">
                  <c:v>0.3828125</c:v>
                </c:pt>
                <c:pt idx="33076">
                  <c:v>0.38282407406950369</c:v>
                </c:pt>
                <c:pt idx="33077">
                  <c:v>0.38283564814628335</c:v>
                </c:pt>
                <c:pt idx="33078">
                  <c:v>0.382847222223063</c:v>
                </c:pt>
                <c:pt idx="33079">
                  <c:v>0.38285879629256669</c:v>
                </c:pt>
                <c:pt idx="33080">
                  <c:v>0.38287037036934635</c:v>
                </c:pt>
                <c:pt idx="33081">
                  <c:v>0.38288194443885004</c:v>
                </c:pt>
                <c:pt idx="33082">
                  <c:v>0.38289351851562969</c:v>
                </c:pt>
                <c:pt idx="33083">
                  <c:v>0.38290509259240935</c:v>
                </c:pt>
                <c:pt idx="33084">
                  <c:v>0.38291666666191304</c:v>
                </c:pt>
                <c:pt idx="33085">
                  <c:v>0.38292824073869269</c:v>
                </c:pt>
                <c:pt idx="33086">
                  <c:v>0.38293981481547235</c:v>
                </c:pt>
                <c:pt idx="33087">
                  <c:v>0.38295138888497604</c:v>
                </c:pt>
                <c:pt idx="33088">
                  <c:v>0.38296296296175569</c:v>
                </c:pt>
                <c:pt idx="33089">
                  <c:v>0.38297453703125939</c:v>
                </c:pt>
                <c:pt idx="33090">
                  <c:v>0.38298611110803904</c:v>
                </c:pt>
                <c:pt idx="33091">
                  <c:v>0.38299768518481869</c:v>
                </c:pt>
                <c:pt idx="33092">
                  <c:v>0.38300925925432239</c:v>
                </c:pt>
                <c:pt idx="33093">
                  <c:v>0.38302083333110204</c:v>
                </c:pt>
                <c:pt idx="33094">
                  <c:v>0.38303240740788169</c:v>
                </c:pt>
                <c:pt idx="33095">
                  <c:v>0.38304398147738539</c:v>
                </c:pt>
                <c:pt idx="33096">
                  <c:v>0.38305555555416504</c:v>
                </c:pt>
                <c:pt idx="33097">
                  <c:v>0.38306712963094469</c:v>
                </c:pt>
                <c:pt idx="33098">
                  <c:v>0.38307870370044839</c:v>
                </c:pt>
                <c:pt idx="33099">
                  <c:v>0.38309027777722804</c:v>
                </c:pt>
                <c:pt idx="33100">
                  <c:v>0.38310185184673173</c:v>
                </c:pt>
                <c:pt idx="33101">
                  <c:v>0.38311342592351139</c:v>
                </c:pt>
                <c:pt idx="33102">
                  <c:v>0.38312500000029104</c:v>
                </c:pt>
                <c:pt idx="33103">
                  <c:v>0.38313657406979473</c:v>
                </c:pt>
                <c:pt idx="33104">
                  <c:v>0.38314814814657439</c:v>
                </c:pt>
                <c:pt idx="33105">
                  <c:v>0.38315972222335404</c:v>
                </c:pt>
                <c:pt idx="33106">
                  <c:v>0.38317129629285773</c:v>
                </c:pt>
                <c:pt idx="33107">
                  <c:v>0.38318287036963739</c:v>
                </c:pt>
                <c:pt idx="33108">
                  <c:v>0.38319444443914108</c:v>
                </c:pt>
                <c:pt idx="33109">
                  <c:v>0.38320601851592073</c:v>
                </c:pt>
                <c:pt idx="33110">
                  <c:v>0.38321759259270038</c:v>
                </c:pt>
                <c:pt idx="33111">
                  <c:v>0.38322916666220408</c:v>
                </c:pt>
                <c:pt idx="33112">
                  <c:v>0.38324074073898373</c:v>
                </c:pt>
                <c:pt idx="33113">
                  <c:v>0.38325231481576338</c:v>
                </c:pt>
                <c:pt idx="33114">
                  <c:v>0.38326388888526708</c:v>
                </c:pt>
                <c:pt idx="33115">
                  <c:v>0.38327546296204673</c:v>
                </c:pt>
                <c:pt idx="33116">
                  <c:v>0.38328703703155043</c:v>
                </c:pt>
                <c:pt idx="33117">
                  <c:v>0.38329861110833008</c:v>
                </c:pt>
                <c:pt idx="33118">
                  <c:v>0.38331018518510973</c:v>
                </c:pt>
                <c:pt idx="33119">
                  <c:v>0.38332175925461343</c:v>
                </c:pt>
                <c:pt idx="33120">
                  <c:v>0.38333333333139308</c:v>
                </c:pt>
                <c:pt idx="33121">
                  <c:v>0.38334490740817273</c:v>
                </c:pt>
                <c:pt idx="33122">
                  <c:v>0.38335648147767643</c:v>
                </c:pt>
                <c:pt idx="33123">
                  <c:v>0.38336805555445608</c:v>
                </c:pt>
                <c:pt idx="33124">
                  <c:v>0.38337962962395977</c:v>
                </c:pt>
                <c:pt idx="33125">
                  <c:v>0.38339120370073942</c:v>
                </c:pt>
                <c:pt idx="33126">
                  <c:v>0.38340277777751908</c:v>
                </c:pt>
                <c:pt idx="33127">
                  <c:v>0.38341435184702277</c:v>
                </c:pt>
                <c:pt idx="33128">
                  <c:v>0.38342592592380242</c:v>
                </c:pt>
                <c:pt idx="33129">
                  <c:v>0.38343750000058208</c:v>
                </c:pt>
                <c:pt idx="33130">
                  <c:v>0.38344907407008577</c:v>
                </c:pt>
                <c:pt idx="33131">
                  <c:v>0.38346064814686542</c:v>
                </c:pt>
                <c:pt idx="33132">
                  <c:v>0.38347222221636912</c:v>
                </c:pt>
                <c:pt idx="33133">
                  <c:v>0.38348379629314877</c:v>
                </c:pt>
                <c:pt idx="33134">
                  <c:v>0.38349537036992842</c:v>
                </c:pt>
                <c:pt idx="33135">
                  <c:v>0.38350694443943212</c:v>
                </c:pt>
                <c:pt idx="33136">
                  <c:v>0.38351851851621177</c:v>
                </c:pt>
                <c:pt idx="33137">
                  <c:v>0.38353009259299142</c:v>
                </c:pt>
                <c:pt idx="33138">
                  <c:v>0.38354166666249512</c:v>
                </c:pt>
                <c:pt idx="33139">
                  <c:v>0.38355324073927477</c:v>
                </c:pt>
                <c:pt idx="33140">
                  <c:v>0.38356481481605442</c:v>
                </c:pt>
                <c:pt idx="33141">
                  <c:v>0.38357638888555812</c:v>
                </c:pt>
                <c:pt idx="33142">
                  <c:v>0.38358796296233777</c:v>
                </c:pt>
                <c:pt idx="33143">
                  <c:v>0.38359953703184146</c:v>
                </c:pt>
                <c:pt idx="33144">
                  <c:v>0.38361111110862112</c:v>
                </c:pt>
                <c:pt idx="33145">
                  <c:v>0.38362268518540077</c:v>
                </c:pt>
                <c:pt idx="33146">
                  <c:v>0.38363425925490446</c:v>
                </c:pt>
                <c:pt idx="33147">
                  <c:v>0.38364583333168412</c:v>
                </c:pt>
                <c:pt idx="33148">
                  <c:v>0.38365740740846377</c:v>
                </c:pt>
                <c:pt idx="33149">
                  <c:v>0.38366898147796746</c:v>
                </c:pt>
                <c:pt idx="33150">
                  <c:v>0.38368055555474712</c:v>
                </c:pt>
                <c:pt idx="33151">
                  <c:v>0.38369212962425081</c:v>
                </c:pt>
                <c:pt idx="33152">
                  <c:v>0.38370370370103046</c:v>
                </c:pt>
                <c:pt idx="33153">
                  <c:v>0.38371527777781012</c:v>
                </c:pt>
                <c:pt idx="33154">
                  <c:v>0.38372685184731381</c:v>
                </c:pt>
                <c:pt idx="33155">
                  <c:v>0.38373842592409346</c:v>
                </c:pt>
                <c:pt idx="33156">
                  <c:v>0.38375000000087311</c:v>
                </c:pt>
                <c:pt idx="33157">
                  <c:v>0.38376157407037681</c:v>
                </c:pt>
                <c:pt idx="33158">
                  <c:v>0.38377314814715646</c:v>
                </c:pt>
                <c:pt idx="33159">
                  <c:v>0.38378472221666016</c:v>
                </c:pt>
                <c:pt idx="33160">
                  <c:v>0.38379629629343981</c:v>
                </c:pt>
                <c:pt idx="33161">
                  <c:v>0.38380787037021946</c:v>
                </c:pt>
                <c:pt idx="33162">
                  <c:v>0.38381944443972316</c:v>
                </c:pt>
                <c:pt idx="33163">
                  <c:v>0.38383101851650281</c:v>
                </c:pt>
                <c:pt idx="33164">
                  <c:v>0.38384259259328246</c:v>
                </c:pt>
                <c:pt idx="33165">
                  <c:v>0.38385416666278616</c:v>
                </c:pt>
                <c:pt idx="33166">
                  <c:v>0.38386574073956581</c:v>
                </c:pt>
                <c:pt idx="33167">
                  <c:v>0.3838773148090695</c:v>
                </c:pt>
                <c:pt idx="33168">
                  <c:v>0.38388888888584916</c:v>
                </c:pt>
                <c:pt idx="33169">
                  <c:v>0.38390046296262881</c:v>
                </c:pt>
                <c:pt idx="33170">
                  <c:v>0.3839120370321325</c:v>
                </c:pt>
                <c:pt idx="33171">
                  <c:v>0.38392361110891216</c:v>
                </c:pt>
                <c:pt idx="33172">
                  <c:v>0.38393518518569181</c:v>
                </c:pt>
                <c:pt idx="33173">
                  <c:v>0.3839467592551955</c:v>
                </c:pt>
                <c:pt idx="33174">
                  <c:v>0.38395833333197515</c:v>
                </c:pt>
                <c:pt idx="33175">
                  <c:v>0.38396990740147885</c:v>
                </c:pt>
                <c:pt idx="33176">
                  <c:v>0.3839814814782585</c:v>
                </c:pt>
                <c:pt idx="33177">
                  <c:v>0.38399305555503815</c:v>
                </c:pt>
                <c:pt idx="33178">
                  <c:v>0.38400462962454185</c:v>
                </c:pt>
                <c:pt idx="33179">
                  <c:v>0.3840162037013215</c:v>
                </c:pt>
                <c:pt idx="33180">
                  <c:v>0.38402777777810115</c:v>
                </c:pt>
                <c:pt idx="33181">
                  <c:v>0.38403935184760485</c:v>
                </c:pt>
                <c:pt idx="33182">
                  <c:v>0.3840509259243845</c:v>
                </c:pt>
                <c:pt idx="33183">
                  <c:v>0.38406250000116415</c:v>
                </c:pt>
                <c:pt idx="33184">
                  <c:v>0.38407407407066785</c:v>
                </c:pt>
                <c:pt idx="33185">
                  <c:v>0.3840856481474475</c:v>
                </c:pt>
                <c:pt idx="33186">
                  <c:v>0.3840972222169512</c:v>
                </c:pt>
                <c:pt idx="33187">
                  <c:v>0.38410879629373085</c:v>
                </c:pt>
                <c:pt idx="33188">
                  <c:v>0.3841203703705105</c:v>
                </c:pt>
                <c:pt idx="33189">
                  <c:v>0.38413194444001419</c:v>
                </c:pt>
                <c:pt idx="33190">
                  <c:v>0.38414351851679385</c:v>
                </c:pt>
                <c:pt idx="33191">
                  <c:v>0.3841550925935735</c:v>
                </c:pt>
                <c:pt idx="33192">
                  <c:v>0.38416666666307719</c:v>
                </c:pt>
                <c:pt idx="33193">
                  <c:v>0.38417824073985685</c:v>
                </c:pt>
                <c:pt idx="33194">
                  <c:v>0.38418981480936054</c:v>
                </c:pt>
                <c:pt idx="33195">
                  <c:v>0.38420138888614019</c:v>
                </c:pt>
                <c:pt idx="33196">
                  <c:v>0.38421296296291985</c:v>
                </c:pt>
                <c:pt idx="33197">
                  <c:v>0.38422453703242354</c:v>
                </c:pt>
                <c:pt idx="33198">
                  <c:v>0.38423611110920319</c:v>
                </c:pt>
                <c:pt idx="33199">
                  <c:v>0.38424768518598285</c:v>
                </c:pt>
                <c:pt idx="33200">
                  <c:v>0.38425925925548654</c:v>
                </c:pt>
                <c:pt idx="33201">
                  <c:v>0.38427083333226619</c:v>
                </c:pt>
                <c:pt idx="33202">
                  <c:v>0.38428240740176989</c:v>
                </c:pt>
                <c:pt idx="33203">
                  <c:v>0.38429398147854954</c:v>
                </c:pt>
                <c:pt idx="33204">
                  <c:v>0.38430555555532919</c:v>
                </c:pt>
                <c:pt idx="33205">
                  <c:v>0.38431712962483289</c:v>
                </c:pt>
                <c:pt idx="33206">
                  <c:v>0.38432870370161254</c:v>
                </c:pt>
                <c:pt idx="33207">
                  <c:v>0.38434027777839219</c:v>
                </c:pt>
                <c:pt idx="33208">
                  <c:v>0.38435185184789589</c:v>
                </c:pt>
                <c:pt idx="33209">
                  <c:v>0.38436342592467554</c:v>
                </c:pt>
                <c:pt idx="33210">
                  <c:v>0.38437499999417923</c:v>
                </c:pt>
                <c:pt idx="33211">
                  <c:v>0.38438657407095889</c:v>
                </c:pt>
                <c:pt idx="33212">
                  <c:v>0.38439814814773854</c:v>
                </c:pt>
                <c:pt idx="33213">
                  <c:v>0.38440972221724223</c:v>
                </c:pt>
                <c:pt idx="33214">
                  <c:v>0.38442129629402189</c:v>
                </c:pt>
                <c:pt idx="33215">
                  <c:v>0.38443287037080154</c:v>
                </c:pt>
                <c:pt idx="33216">
                  <c:v>0.38444444444030523</c:v>
                </c:pt>
                <c:pt idx="33217">
                  <c:v>0.38445601851708489</c:v>
                </c:pt>
                <c:pt idx="33218">
                  <c:v>0.38446759259386454</c:v>
                </c:pt>
                <c:pt idx="33219">
                  <c:v>0.38447916666336823</c:v>
                </c:pt>
                <c:pt idx="33220">
                  <c:v>0.38449074074014788</c:v>
                </c:pt>
                <c:pt idx="33221">
                  <c:v>0.38450231480965158</c:v>
                </c:pt>
                <c:pt idx="33222">
                  <c:v>0.38451388888643123</c:v>
                </c:pt>
                <c:pt idx="33223">
                  <c:v>0.38452546296321088</c:v>
                </c:pt>
                <c:pt idx="33224">
                  <c:v>0.38453703703271458</c:v>
                </c:pt>
                <c:pt idx="33225">
                  <c:v>0.38454861110949423</c:v>
                </c:pt>
                <c:pt idx="33226">
                  <c:v>0.38456018518627388</c:v>
                </c:pt>
                <c:pt idx="33227">
                  <c:v>0.38457175925577758</c:v>
                </c:pt>
                <c:pt idx="33228">
                  <c:v>0.38458333333255723</c:v>
                </c:pt>
                <c:pt idx="33229">
                  <c:v>0.38459490740206093</c:v>
                </c:pt>
                <c:pt idx="33230">
                  <c:v>0.38460648147884058</c:v>
                </c:pt>
                <c:pt idx="33231">
                  <c:v>0.38461805555562023</c:v>
                </c:pt>
                <c:pt idx="33232">
                  <c:v>0.38462962962512393</c:v>
                </c:pt>
                <c:pt idx="33233">
                  <c:v>0.38464120370190358</c:v>
                </c:pt>
                <c:pt idx="33234">
                  <c:v>0.38465277777868323</c:v>
                </c:pt>
                <c:pt idx="33235">
                  <c:v>0.38466435184818693</c:v>
                </c:pt>
                <c:pt idx="33236">
                  <c:v>0.38467592592496658</c:v>
                </c:pt>
                <c:pt idx="33237">
                  <c:v>0.38468749999447027</c:v>
                </c:pt>
                <c:pt idx="33238">
                  <c:v>0.38469907407124992</c:v>
                </c:pt>
                <c:pt idx="33239">
                  <c:v>0.38471064814802958</c:v>
                </c:pt>
                <c:pt idx="33240">
                  <c:v>0.38472222221753327</c:v>
                </c:pt>
                <c:pt idx="33241">
                  <c:v>0.38473379629431292</c:v>
                </c:pt>
                <c:pt idx="33242">
                  <c:v>0.38474537037109258</c:v>
                </c:pt>
                <c:pt idx="33243">
                  <c:v>0.38475694444059627</c:v>
                </c:pt>
                <c:pt idx="33244">
                  <c:v>0.38476851851737592</c:v>
                </c:pt>
                <c:pt idx="33245">
                  <c:v>0.38478009258687962</c:v>
                </c:pt>
                <c:pt idx="33246">
                  <c:v>0.38479166666365927</c:v>
                </c:pt>
                <c:pt idx="33247">
                  <c:v>0.38480324074043892</c:v>
                </c:pt>
                <c:pt idx="33248">
                  <c:v>0.38481481480994262</c:v>
                </c:pt>
                <c:pt idx="33249">
                  <c:v>0.38482638888672227</c:v>
                </c:pt>
                <c:pt idx="33250">
                  <c:v>0.38483796296350192</c:v>
                </c:pt>
                <c:pt idx="33251">
                  <c:v>0.38484953703300562</c:v>
                </c:pt>
                <c:pt idx="33252">
                  <c:v>0.38486111110978527</c:v>
                </c:pt>
                <c:pt idx="33253">
                  <c:v>0.38487268517928896</c:v>
                </c:pt>
                <c:pt idx="33254">
                  <c:v>0.38488425925606862</c:v>
                </c:pt>
                <c:pt idx="33255">
                  <c:v>0.38489583333284827</c:v>
                </c:pt>
                <c:pt idx="33256">
                  <c:v>0.38490740740235196</c:v>
                </c:pt>
                <c:pt idx="33257">
                  <c:v>0.38491898147913162</c:v>
                </c:pt>
                <c:pt idx="33258">
                  <c:v>0.38493055555591127</c:v>
                </c:pt>
                <c:pt idx="33259">
                  <c:v>0.38494212962541496</c:v>
                </c:pt>
                <c:pt idx="33260">
                  <c:v>0.38495370370219462</c:v>
                </c:pt>
                <c:pt idx="33261">
                  <c:v>0.38496527777897427</c:v>
                </c:pt>
                <c:pt idx="33262">
                  <c:v>0.38497685184847796</c:v>
                </c:pt>
                <c:pt idx="33263">
                  <c:v>0.38498842592525762</c:v>
                </c:pt>
                <c:pt idx="33264">
                  <c:v>0.38499999999476131</c:v>
                </c:pt>
                <c:pt idx="33265">
                  <c:v>0.38501157407154096</c:v>
                </c:pt>
                <c:pt idx="33266">
                  <c:v>0.38502314814832062</c:v>
                </c:pt>
                <c:pt idx="33267">
                  <c:v>0.38503472221782431</c:v>
                </c:pt>
                <c:pt idx="33268">
                  <c:v>0.38504629629460396</c:v>
                </c:pt>
                <c:pt idx="33269">
                  <c:v>0.38505787037138361</c:v>
                </c:pt>
                <c:pt idx="33270">
                  <c:v>0.38506944444088731</c:v>
                </c:pt>
                <c:pt idx="33271">
                  <c:v>0.38508101851766696</c:v>
                </c:pt>
                <c:pt idx="33272">
                  <c:v>0.38509259258717066</c:v>
                </c:pt>
                <c:pt idx="33273">
                  <c:v>0.38510416666395031</c:v>
                </c:pt>
                <c:pt idx="33274">
                  <c:v>0.38511574074072996</c:v>
                </c:pt>
                <c:pt idx="33275">
                  <c:v>0.38512731481023366</c:v>
                </c:pt>
                <c:pt idx="33276">
                  <c:v>0.38513888888701331</c:v>
                </c:pt>
                <c:pt idx="33277">
                  <c:v>0.38515046296379296</c:v>
                </c:pt>
                <c:pt idx="33278">
                  <c:v>0.38516203703329666</c:v>
                </c:pt>
                <c:pt idx="33279">
                  <c:v>0.38517361111007631</c:v>
                </c:pt>
                <c:pt idx="33280">
                  <c:v>0.38518518517958</c:v>
                </c:pt>
                <c:pt idx="33281">
                  <c:v>0.38519675925635966</c:v>
                </c:pt>
                <c:pt idx="33282">
                  <c:v>0.38520833333313931</c:v>
                </c:pt>
                <c:pt idx="33283">
                  <c:v>0.385219907402643</c:v>
                </c:pt>
                <c:pt idx="33284">
                  <c:v>0.38523148147942265</c:v>
                </c:pt>
                <c:pt idx="33285">
                  <c:v>0.38524305555620231</c:v>
                </c:pt>
                <c:pt idx="33286">
                  <c:v>0.385254629625706</c:v>
                </c:pt>
                <c:pt idx="33287">
                  <c:v>0.38526620370248565</c:v>
                </c:pt>
                <c:pt idx="33288">
                  <c:v>0.38527777777198935</c:v>
                </c:pt>
                <c:pt idx="33289">
                  <c:v>0.385289351848769</c:v>
                </c:pt>
                <c:pt idx="33290">
                  <c:v>0.38530092592554865</c:v>
                </c:pt>
                <c:pt idx="33291">
                  <c:v>0.38531249999505235</c:v>
                </c:pt>
                <c:pt idx="33292">
                  <c:v>0.385324074071832</c:v>
                </c:pt>
                <c:pt idx="33293">
                  <c:v>0.38533564814861165</c:v>
                </c:pt>
                <c:pt idx="33294">
                  <c:v>0.38534722221811535</c:v>
                </c:pt>
                <c:pt idx="33295">
                  <c:v>0.385358796294895</c:v>
                </c:pt>
                <c:pt idx="33296">
                  <c:v>0.38537037037167465</c:v>
                </c:pt>
                <c:pt idx="33297">
                  <c:v>0.38538194444117835</c:v>
                </c:pt>
                <c:pt idx="33298">
                  <c:v>0.385393518517958</c:v>
                </c:pt>
                <c:pt idx="33299">
                  <c:v>0.3854050925874617</c:v>
                </c:pt>
                <c:pt idx="33300">
                  <c:v>0.38541666666424135</c:v>
                </c:pt>
                <c:pt idx="33301">
                  <c:v>0.385428240741021</c:v>
                </c:pt>
                <c:pt idx="33302">
                  <c:v>0.38543981481052469</c:v>
                </c:pt>
                <c:pt idx="33303">
                  <c:v>0.38545138888730435</c:v>
                </c:pt>
                <c:pt idx="33304">
                  <c:v>0.385462962964084</c:v>
                </c:pt>
                <c:pt idx="33305">
                  <c:v>0.38547453703358769</c:v>
                </c:pt>
                <c:pt idx="33306">
                  <c:v>0.38548611111036735</c:v>
                </c:pt>
                <c:pt idx="33307">
                  <c:v>0.38549768517987104</c:v>
                </c:pt>
                <c:pt idx="33308">
                  <c:v>0.38550925925665069</c:v>
                </c:pt>
                <c:pt idx="33309">
                  <c:v>0.38552083333343035</c:v>
                </c:pt>
                <c:pt idx="33310">
                  <c:v>0.38553240740293404</c:v>
                </c:pt>
                <c:pt idx="33311">
                  <c:v>0.38554398147971369</c:v>
                </c:pt>
                <c:pt idx="33312">
                  <c:v>0.38555555555649335</c:v>
                </c:pt>
                <c:pt idx="33313">
                  <c:v>0.38556712962599704</c:v>
                </c:pt>
                <c:pt idx="33314">
                  <c:v>0.38557870370277669</c:v>
                </c:pt>
                <c:pt idx="33315">
                  <c:v>0.38559027777228039</c:v>
                </c:pt>
                <c:pt idx="33316">
                  <c:v>0.38560185184906004</c:v>
                </c:pt>
                <c:pt idx="33317">
                  <c:v>0.38561342592583969</c:v>
                </c:pt>
                <c:pt idx="33318">
                  <c:v>0.38562499999534339</c:v>
                </c:pt>
                <c:pt idx="33319">
                  <c:v>0.38563657407212304</c:v>
                </c:pt>
                <c:pt idx="33320">
                  <c:v>0.38564814814890269</c:v>
                </c:pt>
                <c:pt idx="33321">
                  <c:v>0.38565972221840639</c:v>
                </c:pt>
                <c:pt idx="33322">
                  <c:v>0.38567129629518604</c:v>
                </c:pt>
                <c:pt idx="33323">
                  <c:v>0.38568287036468973</c:v>
                </c:pt>
                <c:pt idx="33324">
                  <c:v>0.38569444444146939</c:v>
                </c:pt>
                <c:pt idx="33325">
                  <c:v>0.38570601851824904</c:v>
                </c:pt>
                <c:pt idx="33326">
                  <c:v>0.38571759258775273</c:v>
                </c:pt>
                <c:pt idx="33327">
                  <c:v>0.38572916666453239</c:v>
                </c:pt>
                <c:pt idx="33328">
                  <c:v>0.38574074074131204</c:v>
                </c:pt>
                <c:pt idx="33329">
                  <c:v>0.38575231481081573</c:v>
                </c:pt>
                <c:pt idx="33330">
                  <c:v>0.38576388888759539</c:v>
                </c:pt>
                <c:pt idx="33331">
                  <c:v>0.38577546295709908</c:v>
                </c:pt>
                <c:pt idx="33332">
                  <c:v>0.38578703703387873</c:v>
                </c:pt>
                <c:pt idx="33333">
                  <c:v>0.38579861111065838</c:v>
                </c:pt>
                <c:pt idx="33334">
                  <c:v>0.38581018518016208</c:v>
                </c:pt>
                <c:pt idx="33335">
                  <c:v>0.38582175925694173</c:v>
                </c:pt>
                <c:pt idx="33336">
                  <c:v>0.38583333333372138</c:v>
                </c:pt>
                <c:pt idx="33337">
                  <c:v>0.38584490740322508</c:v>
                </c:pt>
                <c:pt idx="33338">
                  <c:v>0.38585648148000473</c:v>
                </c:pt>
                <c:pt idx="33339">
                  <c:v>0.38586805555678438</c:v>
                </c:pt>
                <c:pt idx="33340">
                  <c:v>0.38587962962628808</c:v>
                </c:pt>
                <c:pt idx="33341">
                  <c:v>0.38589120370306773</c:v>
                </c:pt>
                <c:pt idx="33342">
                  <c:v>0.38590277777257143</c:v>
                </c:pt>
                <c:pt idx="33343">
                  <c:v>0.38591435184935108</c:v>
                </c:pt>
                <c:pt idx="33344">
                  <c:v>0.38592592592613073</c:v>
                </c:pt>
                <c:pt idx="33345">
                  <c:v>0.38593749999563443</c:v>
                </c:pt>
                <c:pt idx="33346">
                  <c:v>0.38594907407241408</c:v>
                </c:pt>
                <c:pt idx="33347">
                  <c:v>0.38596064814919373</c:v>
                </c:pt>
                <c:pt idx="33348">
                  <c:v>0.38597222221869742</c:v>
                </c:pt>
                <c:pt idx="33349">
                  <c:v>0.38598379629547708</c:v>
                </c:pt>
                <c:pt idx="33350">
                  <c:v>0.38599537036498077</c:v>
                </c:pt>
                <c:pt idx="33351">
                  <c:v>0.38600694444176042</c:v>
                </c:pt>
                <c:pt idx="33352">
                  <c:v>0.38601851851854008</c:v>
                </c:pt>
                <c:pt idx="33353">
                  <c:v>0.38603009258804377</c:v>
                </c:pt>
                <c:pt idx="33354">
                  <c:v>0.38604166666482342</c:v>
                </c:pt>
                <c:pt idx="33355">
                  <c:v>0.38605324074160308</c:v>
                </c:pt>
                <c:pt idx="33356">
                  <c:v>0.38606481481110677</c:v>
                </c:pt>
                <c:pt idx="33357">
                  <c:v>0.38607638888788642</c:v>
                </c:pt>
                <c:pt idx="33358">
                  <c:v>0.38608796295739012</c:v>
                </c:pt>
                <c:pt idx="33359">
                  <c:v>0.38609953703416977</c:v>
                </c:pt>
                <c:pt idx="33360">
                  <c:v>0.38611111111094942</c:v>
                </c:pt>
                <c:pt idx="33361">
                  <c:v>0.38612268518045312</c:v>
                </c:pt>
                <c:pt idx="33362">
                  <c:v>0.38613425925723277</c:v>
                </c:pt>
                <c:pt idx="33363">
                  <c:v>0.38614583333401242</c:v>
                </c:pt>
                <c:pt idx="33364">
                  <c:v>0.38615740740351612</c:v>
                </c:pt>
                <c:pt idx="33365">
                  <c:v>0.38616898148029577</c:v>
                </c:pt>
                <c:pt idx="33366">
                  <c:v>0.38618055554979946</c:v>
                </c:pt>
                <c:pt idx="33367">
                  <c:v>0.38619212962657912</c:v>
                </c:pt>
                <c:pt idx="33368">
                  <c:v>0.38620370370335877</c:v>
                </c:pt>
                <c:pt idx="33369">
                  <c:v>0.38621527777286246</c:v>
                </c:pt>
                <c:pt idx="33370">
                  <c:v>0.38622685184964212</c:v>
                </c:pt>
                <c:pt idx="33371">
                  <c:v>0.38623842592642177</c:v>
                </c:pt>
                <c:pt idx="33372">
                  <c:v>0.38624999999592546</c:v>
                </c:pt>
                <c:pt idx="33373">
                  <c:v>0.38626157407270512</c:v>
                </c:pt>
                <c:pt idx="33374">
                  <c:v>0.38627314814948477</c:v>
                </c:pt>
                <c:pt idx="33375">
                  <c:v>0.38628472221898846</c:v>
                </c:pt>
                <c:pt idx="33376">
                  <c:v>0.38629629629576812</c:v>
                </c:pt>
                <c:pt idx="33377">
                  <c:v>0.38630787036527181</c:v>
                </c:pt>
                <c:pt idx="33378">
                  <c:v>0.38631944444205146</c:v>
                </c:pt>
                <c:pt idx="33379">
                  <c:v>0.38633101851883112</c:v>
                </c:pt>
                <c:pt idx="33380">
                  <c:v>0.38634259258833481</c:v>
                </c:pt>
                <c:pt idx="33381">
                  <c:v>0.38635416666511446</c:v>
                </c:pt>
                <c:pt idx="33382">
                  <c:v>0.38636574074189411</c:v>
                </c:pt>
                <c:pt idx="33383">
                  <c:v>0.38637731481139781</c:v>
                </c:pt>
                <c:pt idx="33384">
                  <c:v>0.38638888888817746</c:v>
                </c:pt>
                <c:pt idx="33385">
                  <c:v>0.38640046295768116</c:v>
                </c:pt>
                <c:pt idx="33386">
                  <c:v>0.38641203703446081</c:v>
                </c:pt>
                <c:pt idx="33387">
                  <c:v>0.38642361111124046</c:v>
                </c:pt>
                <c:pt idx="33388">
                  <c:v>0.38643518518074416</c:v>
                </c:pt>
                <c:pt idx="33389">
                  <c:v>0.38644675925752381</c:v>
                </c:pt>
                <c:pt idx="33390">
                  <c:v>0.38645833333430346</c:v>
                </c:pt>
                <c:pt idx="33391">
                  <c:v>0.38646990740380716</c:v>
                </c:pt>
                <c:pt idx="33392">
                  <c:v>0.38648148148058681</c:v>
                </c:pt>
                <c:pt idx="33393">
                  <c:v>0.3864930555500905</c:v>
                </c:pt>
                <c:pt idx="33394">
                  <c:v>0.38650462962687016</c:v>
                </c:pt>
                <c:pt idx="33395">
                  <c:v>0.38651620370364981</c:v>
                </c:pt>
                <c:pt idx="33396">
                  <c:v>0.3865277777731535</c:v>
                </c:pt>
                <c:pt idx="33397">
                  <c:v>0.38653935184993315</c:v>
                </c:pt>
                <c:pt idx="33398">
                  <c:v>0.38655092592671281</c:v>
                </c:pt>
                <c:pt idx="33399">
                  <c:v>0.3865624999962165</c:v>
                </c:pt>
                <c:pt idx="33400">
                  <c:v>0.38657407407299615</c:v>
                </c:pt>
                <c:pt idx="33401">
                  <c:v>0.38658564814249985</c:v>
                </c:pt>
                <c:pt idx="33402">
                  <c:v>0.3865972222192795</c:v>
                </c:pt>
                <c:pt idx="33403">
                  <c:v>0.38660879629605915</c:v>
                </c:pt>
                <c:pt idx="33404">
                  <c:v>0.38662037036556285</c:v>
                </c:pt>
                <c:pt idx="33405">
                  <c:v>0.3866319444423425</c:v>
                </c:pt>
                <c:pt idx="33406">
                  <c:v>0.38664351851912215</c:v>
                </c:pt>
                <c:pt idx="33407">
                  <c:v>0.38665509258862585</c:v>
                </c:pt>
                <c:pt idx="33408">
                  <c:v>0.3866666666654055</c:v>
                </c:pt>
                <c:pt idx="33409">
                  <c:v>0.3866782407349092</c:v>
                </c:pt>
                <c:pt idx="33410">
                  <c:v>0.38668981481168885</c:v>
                </c:pt>
                <c:pt idx="33411">
                  <c:v>0.3867013888884685</c:v>
                </c:pt>
                <c:pt idx="33412">
                  <c:v>0.38671296295797219</c:v>
                </c:pt>
                <c:pt idx="33413">
                  <c:v>0.38672453703475185</c:v>
                </c:pt>
                <c:pt idx="33414">
                  <c:v>0.3867361111115315</c:v>
                </c:pt>
                <c:pt idx="33415">
                  <c:v>0.38674768518103519</c:v>
                </c:pt>
                <c:pt idx="33416">
                  <c:v>0.38675925925781485</c:v>
                </c:pt>
                <c:pt idx="33417">
                  <c:v>0.3867708333345945</c:v>
                </c:pt>
                <c:pt idx="33418">
                  <c:v>0.38678240740409819</c:v>
                </c:pt>
                <c:pt idx="33419">
                  <c:v>0.38679398148087785</c:v>
                </c:pt>
                <c:pt idx="33420">
                  <c:v>0.38680555555038154</c:v>
                </c:pt>
                <c:pt idx="33421">
                  <c:v>0.38681712962716119</c:v>
                </c:pt>
                <c:pt idx="33422">
                  <c:v>0.38682870370394085</c:v>
                </c:pt>
                <c:pt idx="33423">
                  <c:v>0.38684027777344454</c:v>
                </c:pt>
                <c:pt idx="33424">
                  <c:v>0.38685185185022419</c:v>
                </c:pt>
                <c:pt idx="33425">
                  <c:v>0.38686342592700385</c:v>
                </c:pt>
                <c:pt idx="33426">
                  <c:v>0.38687499999650754</c:v>
                </c:pt>
                <c:pt idx="33427">
                  <c:v>0.38688657407328719</c:v>
                </c:pt>
                <c:pt idx="33428">
                  <c:v>0.38689814814279089</c:v>
                </c:pt>
                <c:pt idx="33429">
                  <c:v>0.38690972221957054</c:v>
                </c:pt>
                <c:pt idx="33430">
                  <c:v>0.38692129629635019</c:v>
                </c:pt>
                <c:pt idx="33431">
                  <c:v>0.38693287036585389</c:v>
                </c:pt>
                <c:pt idx="33432">
                  <c:v>0.38694444444263354</c:v>
                </c:pt>
                <c:pt idx="33433">
                  <c:v>0.38695601851941319</c:v>
                </c:pt>
                <c:pt idx="33434">
                  <c:v>0.38696759258891689</c:v>
                </c:pt>
                <c:pt idx="33435">
                  <c:v>0.38697916666569654</c:v>
                </c:pt>
                <c:pt idx="33436">
                  <c:v>0.38699074073520023</c:v>
                </c:pt>
                <c:pt idx="33437">
                  <c:v>0.38700231481197989</c:v>
                </c:pt>
                <c:pt idx="33438">
                  <c:v>0.38701388888875954</c:v>
                </c:pt>
                <c:pt idx="33439">
                  <c:v>0.38702546295826323</c:v>
                </c:pt>
                <c:pt idx="33440">
                  <c:v>0.38703703703504289</c:v>
                </c:pt>
                <c:pt idx="33441">
                  <c:v>0.38704861111182254</c:v>
                </c:pt>
                <c:pt idx="33442">
                  <c:v>0.38706018518132623</c:v>
                </c:pt>
                <c:pt idx="33443">
                  <c:v>0.38707175925810589</c:v>
                </c:pt>
                <c:pt idx="33444">
                  <c:v>0.38708333332760958</c:v>
                </c:pt>
                <c:pt idx="33445">
                  <c:v>0.38709490740438923</c:v>
                </c:pt>
                <c:pt idx="33446">
                  <c:v>0.38710648148116888</c:v>
                </c:pt>
                <c:pt idx="33447">
                  <c:v>0.38711805555067258</c:v>
                </c:pt>
                <c:pt idx="33448">
                  <c:v>0.38712962962745223</c:v>
                </c:pt>
                <c:pt idx="33449">
                  <c:v>0.38714120370423188</c:v>
                </c:pt>
                <c:pt idx="33450">
                  <c:v>0.38715277777373558</c:v>
                </c:pt>
                <c:pt idx="33451">
                  <c:v>0.38716435185051523</c:v>
                </c:pt>
                <c:pt idx="33452">
                  <c:v>0.38717592592001893</c:v>
                </c:pt>
                <c:pt idx="33453">
                  <c:v>0.38718749999679858</c:v>
                </c:pt>
                <c:pt idx="33454">
                  <c:v>0.38719907407357823</c:v>
                </c:pt>
                <c:pt idx="33455">
                  <c:v>0.38721064814308193</c:v>
                </c:pt>
                <c:pt idx="33456">
                  <c:v>0.38722222221986158</c:v>
                </c:pt>
                <c:pt idx="33457">
                  <c:v>0.38723379629664123</c:v>
                </c:pt>
                <c:pt idx="33458">
                  <c:v>0.38724537036614493</c:v>
                </c:pt>
                <c:pt idx="33459">
                  <c:v>0.38725694444292458</c:v>
                </c:pt>
                <c:pt idx="33460">
                  <c:v>0.38726851851970423</c:v>
                </c:pt>
                <c:pt idx="33461">
                  <c:v>0.38728009258920792</c:v>
                </c:pt>
                <c:pt idx="33462">
                  <c:v>0.38729166666598758</c:v>
                </c:pt>
                <c:pt idx="33463">
                  <c:v>0.38730324073549127</c:v>
                </c:pt>
                <c:pt idx="33464">
                  <c:v>0.38731481481227092</c:v>
                </c:pt>
                <c:pt idx="33465">
                  <c:v>0.38732638888905058</c:v>
                </c:pt>
                <c:pt idx="33466">
                  <c:v>0.38733796295855427</c:v>
                </c:pt>
                <c:pt idx="33467">
                  <c:v>0.38734953703533392</c:v>
                </c:pt>
                <c:pt idx="33468">
                  <c:v>0.38736111111211358</c:v>
                </c:pt>
                <c:pt idx="33469">
                  <c:v>0.38737268518161727</c:v>
                </c:pt>
                <c:pt idx="33470">
                  <c:v>0.38738425925839692</c:v>
                </c:pt>
                <c:pt idx="33471">
                  <c:v>0.38739583332790062</c:v>
                </c:pt>
                <c:pt idx="33472">
                  <c:v>0.38740740740468027</c:v>
                </c:pt>
                <c:pt idx="33473">
                  <c:v>0.38741898148145992</c:v>
                </c:pt>
                <c:pt idx="33474">
                  <c:v>0.38743055555096362</c:v>
                </c:pt>
                <c:pt idx="33475">
                  <c:v>0.38744212962774327</c:v>
                </c:pt>
                <c:pt idx="33476">
                  <c:v>0.38745370370452292</c:v>
                </c:pt>
                <c:pt idx="33477">
                  <c:v>0.38746527777402662</c:v>
                </c:pt>
                <c:pt idx="33478">
                  <c:v>0.38747685185080627</c:v>
                </c:pt>
                <c:pt idx="33479">
                  <c:v>0.38748842592030996</c:v>
                </c:pt>
                <c:pt idx="33480">
                  <c:v>0.38749999999708962</c:v>
                </c:pt>
                <c:pt idx="33481">
                  <c:v>0.38751157407386927</c:v>
                </c:pt>
                <c:pt idx="33482">
                  <c:v>0.38752314814337296</c:v>
                </c:pt>
                <c:pt idx="33483">
                  <c:v>0.38753472222015262</c:v>
                </c:pt>
                <c:pt idx="33484">
                  <c:v>0.38754629629693227</c:v>
                </c:pt>
                <c:pt idx="33485">
                  <c:v>0.38755787036643596</c:v>
                </c:pt>
                <c:pt idx="33486">
                  <c:v>0.38756944444321562</c:v>
                </c:pt>
                <c:pt idx="33487">
                  <c:v>0.38758101851271931</c:v>
                </c:pt>
                <c:pt idx="33488">
                  <c:v>0.38759259258949896</c:v>
                </c:pt>
                <c:pt idx="33489">
                  <c:v>0.38760416666627862</c:v>
                </c:pt>
                <c:pt idx="33490">
                  <c:v>0.38761574073578231</c:v>
                </c:pt>
                <c:pt idx="33491">
                  <c:v>0.38762731481256196</c:v>
                </c:pt>
                <c:pt idx="33492">
                  <c:v>0.38763888888934162</c:v>
                </c:pt>
                <c:pt idx="33493">
                  <c:v>0.38765046295884531</c:v>
                </c:pt>
                <c:pt idx="33494">
                  <c:v>0.38766203703562496</c:v>
                </c:pt>
                <c:pt idx="33495">
                  <c:v>0.38767361111240461</c:v>
                </c:pt>
                <c:pt idx="33496">
                  <c:v>0.38768518518190831</c:v>
                </c:pt>
                <c:pt idx="33497">
                  <c:v>0.38769675925868796</c:v>
                </c:pt>
                <c:pt idx="33498">
                  <c:v>0.38770833332819166</c:v>
                </c:pt>
                <c:pt idx="33499">
                  <c:v>0.38771990740497131</c:v>
                </c:pt>
                <c:pt idx="33500">
                  <c:v>0.38773148148175096</c:v>
                </c:pt>
                <c:pt idx="33501">
                  <c:v>0.38774305555125466</c:v>
                </c:pt>
                <c:pt idx="33502">
                  <c:v>0.38775462962803431</c:v>
                </c:pt>
                <c:pt idx="33503">
                  <c:v>0.38776620370481396</c:v>
                </c:pt>
                <c:pt idx="33504">
                  <c:v>0.38777777777431766</c:v>
                </c:pt>
                <c:pt idx="33505">
                  <c:v>0.38778935185109731</c:v>
                </c:pt>
                <c:pt idx="33506">
                  <c:v>0.387800925920601</c:v>
                </c:pt>
                <c:pt idx="33507">
                  <c:v>0.38781249999738066</c:v>
                </c:pt>
                <c:pt idx="33508">
                  <c:v>0.38782407407416031</c:v>
                </c:pt>
                <c:pt idx="33509">
                  <c:v>0.387835648143664</c:v>
                </c:pt>
                <c:pt idx="33510">
                  <c:v>0.38784722222044365</c:v>
                </c:pt>
                <c:pt idx="33511">
                  <c:v>0.38785879629722331</c:v>
                </c:pt>
                <c:pt idx="33512">
                  <c:v>0.387870370366727</c:v>
                </c:pt>
                <c:pt idx="33513">
                  <c:v>0.38788194444350665</c:v>
                </c:pt>
                <c:pt idx="33514">
                  <c:v>0.38789351851301035</c:v>
                </c:pt>
                <c:pt idx="33515">
                  <c:v>0.38790509258979</c:v>
                </c:pt>
                <c:pt idx="33516">
                  <c:v>0.38791666666656965</c:v>
                </c:pt>
                <c:pt idx="33517">
                  <c:v>0.38792824073607335</c:v>
                </c:pt>
                <c:pt idx="33518">
                  <c:v>0.387939814812853</c:v>
                </c:pt>
                <c:pt idx="33519">
                  <c:v>0.38795138888963265</c:v>
                </c:pt>
                <c:pt idx="33520">
                  <c:v>0.38796296295913635</c:v>
                </c:pt>
                <c:pt idx="33521">
                  <c:v>0.387974537035916</c:v>
                </c:pt>
                <c:pt idx="33522">
                  <c:v>0.3879861111054197</c:v>
                </c:pt>
                <c:pt idx="33523">
                  <c:v>0.38799768518219935</c:v>
                </c:pt>
                <c:pt idx="33524">
                  <c:v>0.388009259258979</c:v>
                </c:pt>
                <c:pt idx="33525">
                  <c:v>0.38802083332848269</c:v>
                </c:pt>
                <c:pt idx="33526">
                  <c:v>0.38803240740526235</c:v>
                </c:pt>
                <c:pt idx="33527">
                  <c:v>0.388043981482042</c:v>
                </c:pt>
                <c:pt idx="33528">
                  <c:v>0.38805555555154569</c:v>
                </c:pt>
                <c:pt idx="33529">
                  <c:v>0.38806712962832535</c:v>
                </c:pt>
                <c:pt idx="33530">
                  <c:v>0.38807870369782904</c:v>
                </c:pt>
                <c:pt idx="33531">
                  <c:v>0.38809027777460869</c:v>
                </c:pt>
                <c:pt idx="33532">
                  <c:v>0.38810185185138835</c:v>
                </c:pt>
                <c:pt idx="33533">
                  <c:v>0.38811342592089204</c:v>
                </c:pt>
                <c:pt idx="33534">
                  <c:v>0.38812499999767169</c:v>
                </c:pt>
                <c:pt idx="33535">
                  <c:v>0.38813657407445135</c:v>
                </c:pt>
                <c:pt idx="33536">
                  <c:v>0.38814814814395504</c:v>
                </c:pt>
                <c:pt idx="33537">
                  <c:v>0.38815972222073469</c:v>
                </c:pt>
                <c:pt idx="33538">
                  <c:v>0.38817129629751435</c:v>
                </c:pt>
                <c:pt idx="33539">
                  <c:v>0.38818287036701804</c:v>
                </c:pt>
                <c:pt idx="33540">
                  <c:v>0.38819444444379769</c:v>
                </c:pt>
                <c:pt idx="33541">
                  <c:v>0.38820601851330139</c:v>
                </c:pt>
                <c:pt idx="33542">
                  <c:v>0.38821759259008104</c:v>
                </c:pt>
                <c:pt idx="33543">
                  <c:v>0.38822916666686069</c:v>
                </c:pt>
                <c:pt idx="33544">
                  <c:v>0.38824074073636439</c:v>
                </c:pt>
                <c:pt idx="33545">
                  <c:v>0.38825231481314404</c:v>
                </c:pt>
                <c:pt idx="33546">
                  <c:v>0.38826388888992369</c:v>
                </c:pt>
                <c:pt idx="33547">
                  <c:v>0.38827546295942739</c:v>
                </c:pt>
                <c:pt idx="33548">
                  <c:v>0.38828703703620704</c:v>
                </c:pt>
                <c:pt idx="33549">
                  <c:v>0.38829861110571073</c:v>
                </c:pt>
                <c:pt idx="33550">
                  <c:v>0.38831018518249039</c:v>
                </c:pt>
                <c:pt idx="33551">
                  <c:v>0.38832175925927004</c:v>
                </c:pt>
                <c:pt idx="33552">
                  <c:v>0.38833333332877373</c:v>
                </c:pt>
                <c:pt idx="33553">
                  <c:v>0.38834490740555339</c:v>
                </c:pt>
                <c:pt idx="33554">
                  <c:v>0.38835648148233304</c:v>
                </c:pt>
                <c:pt idx="33555">
                  <c:v>0.38836805555183673</c:v>
                </c:pt>
                <c:pt idx="33556">
                  <c:v>0.38837962962861639</c:v>
                </c:pt>
                <c:pt idx="33557">
                  <c:v>0.38839120369812008</c:v>
                </c:pt>
                <c:pt idx="33558">
                  <c:v>0.38840277777489973</c:v>
                </c:pt>
                <c:pt idx="33559">
                  <c:v>0.38841435185167938</c:v>
                </c:pt>
                <c:pt idx="33560">
                  <c:v>0.38842592592118308</c:v>
                </c:pt>
                <c:pt idx="33561">
                  <c:v>0.38843749999796273</c:v>
                </c:pt>
                <c:pt idx="33562">
                  <c:v>0.38844907407474238</c:v>
                </c:pt>
                <c:pt idx="33563">
                  <c:v>0.38846064814424608</c:v>
                </c:pt>
                <c:pt idx="33564">
                  <c:v>0.38847222222102573</c:v>
                </c:pt>
                <c:pt idx="33565">
                  <c:v>0.38848379629052943</c:v>
                </c:pt>
                <c:pt idx="33566">
                  <c:v>0.38849537036730908</c:v>
                </c:pt>
                <c:pt idx="33567">
                  <c:v>0.38850694444408873</c:v>
                </c:pt>
                <c:pt idx="33568">
                  <c:v>0.38851851851359243</c:v>
                </c:pt>
                <c:pt idx="33569">
                  <c:v>0.38853009259037208</c:v>
                </c:pt>
                <c:pt idx="33570">
                  <c:v>0.38854166666715173</c:v>
                </c:pt>
                <c:pt idx="33571">
                  <c:v>0.38855324073665543</c:v>
                </c:pt>
                <c:pt idx="33572">
                  <c:v>0.38856481481343508</c:v>
                </c:pt>
                <c:pt idx="33573">
                  <c:v>0.38857638889021473</c:v>
                </c:pt>
                <c:pt idx="33574">
                  <c:v>0.38858796295971842</c:v>
                </c:pt>
                <c:pt idx="33575">
                  <c:v>0.38859953703649808</c:v>
                </c:pt>
                <c:pt idx="33576">
                  <c:v>0.38861111110600177</c:v>
                </c:pt>
                <c:pt idx="33577">
                  <c:v>0.38862268518278142</c:v>
                </c:pt>
                <c:pt idx="33578">
                  <c:v>0.38863425925956108</c:v>
                </c:pt>
                <c:pt idx="33579">
                  <c:v>0.38864583332906477</c:v>
                </c:pt>
                <c:pt idx="33580">
                  <c:v>0.38865740740584442</c:v>
                </c:pt>
                <c:pt idx="33581">
                  <c:v>0.38866898148262408</c:v>
                </c:pt>
                <c:pt idx="33582">
                  <c:v>0.38868055555212777</c:v>
                </c:pt>
                <c:pt idx="33583">
                  <c:v>0.38869212962890742</c:v>
                </c:pt>
                <c:pt idx="33584">
                  <c:v>0.38870370369841112</c:v>
                </c:pt>
                <c:pt idx="33585">
                  <c:v>0.38871527777519077</c:v>
                </c:pt>
                <c:pt idx="33586">
                  <c:v>0.38872685185197042</c:v>
                </c:pt>
                <c:pt idx="33587">
                  <c:v>0.38873842592147412</c:v>
                </c:pt>
                <c:pt idx="33588">
                  <c:v>0.38874999999825377</c:v>
                </c:pt>
                <c:pt idx="33589">
                  <c:v>0.38876157407503342</c:v>
                </c:pt>
                <c:pt idx="33590">
                  <c:v>0.38877314814453712</c:v>
                </c:pt>
                <c:pt idx="33591">
                  <c:v>0.38878472222131677</c:v>
                </c:pt>
                <c:pt idx="33592">
                  <c:v>0.38879629629082046</c:v>
                </c:pt>
                <c:pt idx="33593">
                  <c:v>0.38880787036760012</c:v>
                </c:pt>
                <c:pt idx="33594">
                  <c:v>0.38881944444437977</c:v>
                </c:pt>
                <c:pt idx="33595">
                  <c:v>0.38883101851388346</c:v>
                </c:pt>
                <c:pt idx="33596">
                  <c:v>0.38884259259066312</c:v>
                </c:pt>
                <c:pt idx="33597">
                  <c:v>0.38885416666744277</c:v>
                </c:pt>
                <c:pt idx="33598">
                  <c:v>0.38886574073694646</c:v>
                </c:pt>
                <c:pt idx="33599">
                  <c:v>0.38887731481372612</c:v>
                </c:pt>
                <c:pt idx="33600">
                  <c:v>0.38888888888322981</c:v>
                </c:pt>
                <c:pt idx="33601">
                  <c:v>0.38890046296000946</c:v>
                </c:pt>
                <c:pt idx="33602">
                  <c:v>0.38891203703678912</c:v>
                </c:pt>
                <c:pt idx="33603">
                  <c:v>0.38892361110629281</c:v>
                </c:pt>
                <c:pt idx="33604">
                  <c:v>0.38893518518307246</c:v>
                </c:pt>
                <c:pt idx="33605">
                  <c:v>0.38894675925985212</c:v>
                </c:pt>
                <c:pt idx="33606">
                  <c:v>0.38895833332935581</c:v>
                </c:pt>
                <c:pt idx="33607">
                  <c:v>0.38896990740613546</c:v>
                </c:pt>
                <c:pt idx="33608">
                  <c:v>0.38898148147563916</c:v>
                </c:pt>
                <c:pt idx="33609">
                  <c:v>0.38899305555241881</c:v>
                </c:pt>
                <c:pt idx="33610">
                  <c:v>0.38900462962919846</c:v>
                </c:pt>
                <c:pt idx="33611">
                  <c:v>0.38901620369870216</c:v>
                </c:pt>
                <c:pt idx="33612">
                  <c:v>0.38902777777548181</c:v>
                </c:pt>
                <c:pt idx="33613">
                  <c:v>0.38903935185226146</c:v>
                </c:pt>
                <c:pt idx="33614">
                  <c:v>0.38905092592176516</c:v>
                </c:pt>
                <c:pt idx="33615">
                  <c:v>0.38906249999854481</c:v>
                </c:pt>
                <c:pt idx="33616">
                  <c:v>0.38907407407532446</c:v>
                </c:pt>
                <c:pt idx="33617">
                  <c:v>0.38908564814482816</c:v>
                </c:pt>
                <c:pt idx="33618">
                  <c:v>0.38909722222160781</c:v>
                </c:pt>
                <c:pt idx="33619">
                  <c:v>0.3891087962911115</c:v>
                </c:pt>
                <c:pt idx="33620">
                  <c:v>0.38912037036789116</c:v>
                </c:pt>
                <c:pt idx="33621">
                  <c:v>0.38913194444467081</c:v>
                </c:pt>
                <c:pt idx="33622">
                  <c:v>0.3891435185141745</c:v>
                </c:pt>
                <c:pt idx="33623">
                  <c:v>0.38915509259095415</c:v>
                </c:pt>
                <c:pt idx="33624">
                  <c:v>0.38916666666773381</c:v>
                </c:pt>
                <c:pt idx="33625">
                  <c:v>0.3891782407372375</c:v>
                </c:pt>
                <c:pt idx="33626">
                  <c:v>0.38918981481401715</c:v>
                </c:pt>
                <c:pt idx="33627">
                  <c:v>0.38920138888352085</c:v>
                </c:pt>
                <c:pt idx="33628">
                  <c:v>0.3892129629603005</c:v>
                </c:pt>
                <c:pt idx="33629">
                  <c:v>0.38922453703708015</c:v>
                </c:pt>
                <c:pt idx="33630">
                  <c:v>0.38923611110658385</c:v>
                </c:pt>
                <c:pt idx="33631">
                  <c:v>0.3892476851833635</c:v>
                </c:pt>
                <c:pt idx="33632">
                  <c:v>0.38925925926014315</c:v>
                </c:pt>
                <c:pt idx="33633">
                  <c:v>0.38927083332964685</c:v>
                </c:pt>
                <c:pt idx="33634">
                  <c:v>0.3892824074064265</c:v>
                </c:pt>
                <c:pt idx="33635">
                  <c:v>0.3892939814759302</c:v>
                </c:pt>
                <c:pt idx="33636">
                  <c:v>0.38930555555270985</c:v>
                </c:pt>
                <c:pt idx="33637">
                  <c:v>0.3893171296294895</c:v>
                </c:pt>
                <c:pt idx="33638">
                  <c:v>0.38932870369899319</c:v>
                </c:pt>
                <c:pt idx="33639">
                  <c:v>0.38934027777577285</c:v>
                </c:pt>
                <c:pt idx="33640">
                  <c:v>0.3893518518525525</c:v>
                </c:pt>
                <c:pt idx="33641">
                  <c:v>0.38936342592205619</c:v>
                </c:pt>
                <c:pt idx="33642">
                  <c:v>0.38937499999883585</c:v>
                </c:pt>
                <c:pt idx="33643">
                  <c:v>0.38938657406833954</c:v>
                </c:pt>
                <c:pt idx="33644">
                  <c:v>0.38939814814511919</c:v>
                </c:pt>
                <c:pt idx="33645">
                  <c:v>0.38940972222189885</c:v>
                </c:pt>
                <c:pt idx="33646">
                  <c:v>0.38942129629140254</c:v>
                </c:pt>
                <c:pt idx="33647">
                  <c:v>0.38943287036818219</c:v>
                </c:pt>
                <c:pt idx="33648">
                  <c:v>0.38944444444496185</c:v>
                </c:pt>
                <c:pt idx="33649">
                  <c:v>0.38945601851446554</c:v>
                </c:pt>
                <c:pt idx="33650">
                  <c:v>0.38946759259124519</c:v>
                </c:pt>
                <c:pt idx="33651">
                  <c:v>0.38947916666074889</c:v>
                </c:pt>
                <c:pt idx="33652">
                  <c:v>0.38949074073752854</c:v>
                </c:pt>
                <c:pt idx="33653">
                  <c:v>0.38950231481430819</c:v>
                </c:pt>
                <c:pt idx="33654">
                  <c:v>0.38951388888381189</c:v>
                </c:pt>
                <c:pt idx="33655">
                  <c:v>0.38952546296059154</c:v>
                </c:pt>
                <c:pt idx="33656">
                  <c:v>0.38953703703737119</c:v>
                </c:pt>
                <c:pt idx="33657">
                  <c:v>0.38954861110687489</c:v>
                </c:pt>
                <c:pt idx="33658">
                  <c:v>0.38956018518365454</c:v>
                </c:pt>
                <c:pt idx="33659">
                  <c:v>0.38957175926043419</c:v>
                </c:pt>
                <c:pt idx="33660">
                  <c:v>0.38958333332993789</c:v>
                </c:pt>
                <c:pt idx="33661">
                  <c:v>0.38959490740671754</c:v>
                </c:pt>
                <c:pt idx="33662">
                  <c:v>0.38960648147622123</c:v>
                </c:pt>
                <c:pt idx="33663">
                  <c:v>0.38961805555300089</c:v>
                </c:pt>
                <c:pt idx="33664">
                  <c:v>0.38962962962978054</c:v>
                </c:pt>
                <c:pt idx="33665">
                  <c:v>0.38964120369928423</c:v>
                </c:pt>
                <c:pt idx="33666">
                  <c:v>0.38965277777606389</c:v>
                </c:pt>
                <c:pt idx="33667">
                  <c:v>0.38966435185284354</c:v>
                </c:pt>
                <c:pt idx="33668">
                  <c:v>0.38967592592234723</c:v>
                </c:pt>
                <c:pt idx="33669">
                  <c:v>0.38968749999912689</c:v>
                </c:pt>
                <c:pt idx="33670">
                  <c:v>0.38969907406863058</c:v>
                </c:pt>
                <c:pt idx="33671">
                  <c:v>0.38971064814541023</c:v>
                </c:pt>
                <c:pt idx="33672">
                  <c:v>0.38972222222218988</c:v>
                </c:pt>
                <c:pt idx="33673">
                  <c:v>0.38973379629169358</c:v>
                </c:pt>
                <c:pt idx="33674">
                  <c:v>0.38974537036847323</c:v>
                </c:pt>
                <c:pt idx="33675">
                  <c:v>0.38975694444525288</c:v>
                </c:pt>
                <c:pt idx="33676">
                  <c:v>0.38976851851475658</c:v>
                </c:pt>
                <c:pt idx="33677">
                  <c:v>0.38978009259153623</c:v>
                </c:pt>
                <c:pt idx="33678">
                  <c:v>0.38979166666103993</c:v>
                </c:pt>
                <c:pt idx="33679">
                  <c:v>0.38980324073781958</c:v>
                </c:pt>
                <c:pt idx="33680">
                  <c:v>0.38981481481459923</c:v>
                </c:pt>
                <c:pt idx="33681">
                  <c:v>0.38982638888410293</c:v>
                </c:pt>
                <c:pt idx="33682">
                  <c:v>0.38983796296088258</c:v>
                </c:pt>
                <c:pt idx="33683">
                  <c:v>0.38984953703766223</c:v>
                </c:pt>
                <c:pt idx="33684">
                  <c:v>0.38986111110716593</c:v>
                </c:pt>
                <c:pt idx="33685">
                  <c:v>0.38987268518394558</c:v>
                </c:pt>
                <c:pt idx="33686">
                  <c:v>0.38988425925344927</c:v>
                </c:pt>
                <c:pt idx="33687">
                  <c:v>0.38989583333022892</c:v>
                </c:pt>
                <c:pt idx="33688">
                  <c:v>0.38990740740700858</c:v>
                </c:pt>
                <c:pt idx="33689">
                  <c:v>0.38991898147651227</c:v>
                </c:pt>
                <c:pt idx="33690">
                  <c:v>0.38993055555329192</c:v>
                </c:pt>
                <c:pt idx="33691">
                  <c:v>0.38994212963007158</c:v>
                </c:pt>
                <c:pt idx="33692">
                  <c:v>0.38995370369957527</c:v>
                </c:pt>
                <c:pt idx="33693">
                  <c:v>0.38996527777635492</c:v>
                </c:pt>
                <c:pt idx="33694">
                  <c:v>0.38997685185313458</c:v>
                </c:pt>
                <c:pt idx="33695">
                  <c:v>0.38998842592263827</c:v>
                </c:pt>
                <c:pt idx="33696">
                  <c:v>0.38999999999941792</c:v>
                </c:pt>
                <c:pt idx="33697">
                  <c:v>0.39001157406892162</c:v>
                </c:pt>
                <c:pt idx="33698">
                  <c:v>0.39002314814570127</c:v>
                </c:pt>
                <c:pt idx="33699">
                  <c:v>0.39003472222248092</c:v>
                </c:pt>
                <c:pt idx="33700">
                  <c:v>0.39004629629198462</c:v>
                </c:pt>
                <c:pt idx="33701">
                  <c:v>0.39005787036876427</c:v>
                </c:pt>
                <c:pt idx="33702">
                  <c:v>0.39006944444554392</c:v>
                </c:pt>
                <c:pt idx="33703">
                  <c:v>0.39008101851504762</c:v>
                </c:pt>
                <c:pt idx="33704">
                  <c:v>0.39009259259182727</c:v>
                </c:pt>
                <c:pt idx="33705">
                  <c:v>0.39010416666133096</c:v>
                </c:pt>
                <c:pt idx="33706">
                  <c:v>0.39011574073811062</c:v>
                </c:pt>
                <c:pt idx="33707">
                  <c:v>0.39012731481489027</c:v>
                </c:pt>
                <c:pt idx="33708">
                  <c:v>0.39013888888439396</c:v>
                </c:pt>
                <c:pt idx="33709">
                  <c:v>0.39015046296117362</c:v>
                </c:pt>
                <c:pt idx="33710">
                  <c:v>0.39016203703795327</c:v>
                </c:pt>
                <c:pt idx="33711">
                  <c:v>0.39017361110745696</c:v>
                </c:pt>
                <c:pt idx="33712">
                  <c:v>0.39018518518423662</c:v>
                </c:pt>
                <c:pt idx="33713">
                  <c:v>0.39019675925374031</c:v>
                </c:pt>
                <c:pt idx="33714">
                  <c:v>0.39020833333051996</c:v>
                </c:pt>
                <c:pt idx="33715">
                  <c:v>0.39021990740729962</c:v>
                </c:pt>
                <c:pt idx="33716">
                  <c:v>0.39023148147680331</c:v>
                </c:pt>
                <c:pt idx="33717">
                  <c:v>0.39024305555358296</c:v>
                </c:pt>
                <c:pt idx="33718">
                  <c:v>0.39025462963036261</c:v>
                </c:pt>
                <c:pt idx="33719">
                  <c:v>0.39026620369986631</c:v>
                </c:pt>
                <c:pt idx="33720">
                  <c:v>0.39027777777664596</c:v>
                </c:pt>
                <c:pt idx="33721">
                  <c:v>0.39028935184614966</c:v>
                </c:pt>
                <c:pt idx="33722">
                  <c:v>0.39030092592292931</c:v>
                </c:pt>
                <c:pt idx="33723">
                  <c:v>0.39031249999970896</c:v>
                </c:pt>
                <c:pt idx="33724">
                  <c:v>0.39032407406921266</c:v>
                </c:pt>
                <c:pt idx="33725">
                  <c:v>0.39033564814599231</c:v>
                </c:pt>
                <c:pt idx="33726">
                  <c:v>0.39034722222277196</c:v>
                </c:pt>
                <c:pt idx="33727">
                  <c:v>0.39035879629227566</c:v>
                </c:pt>
                <c:pt idx="33728">
                  <c:v>0.39037037036905531</c:v>
                </c:pt>
                <c:pt idx="33729">
                  <c:v>0.390381944438559</c:v>
                </c:pt>
                <c:pt idx="33730">
                  <c:v>0.39039351851533866</c:v>
                </c:pt>
                <c:pt idx="33731">
                  <c:v>0.39040509259211831</c:v>
                </c:pt>
                <c:pt idx="33732">
                  <c:v>0.390416666661622</c:v>
                </c:pt>
                <c:pt idx="33733">
                  <c:v>0.39042824073840166</c:v>
                </c:pt>
                <c:pt idx="33734">
                  <c:v>0.39043981481518131</c:v>
                </c:pt>
                <c:pt idx="33735">
                  <c:v>0.390451388884685</c:v>
                </c:pt>
                <c:pt idx="33736">
                  <c:v>0.39046296296146465</c:v>
                </c:pt>
                <c:pt idx="33737">
                  <c:v>0.39047453703824431</c:v>
                </c:pt>
                <c:pt idx="33738">
                  <c:v>0.390486111107748</c:v>
                </c:pt>
                <c:pt idx="33739">
                  <c:v>0.39049768518452765</c:v>
                </c:pt>
                <c:pt idx="33740">
                  <c:v>0.39050925925403135</c:v>
                </c:pt>
                <c:pt idx="33741">
                  <c:v>0.390520833330811</c:v>
                </c:pt>
                <c:pt idx="33742">
                  <c:v>0.39053240740759065</c:v>
                </c:pt>
                <c:pt idx="33743">
                  <c:v>0.39054398147709435</c:v>
                </c:pt>
                <c:pt idx="33744">
                  <c:v>0.390555555553874</c:v>
                </c:pt>
                <c:pt idx="33745">
                  <c:v>0.39056712963065365</c:v>
                </c:pt>
                <c:pt idx="33746">
                  <c:v>0.39057870370015735</c:v>
                </c:pt>
                <c:pt idx="33747">
                  <c:v>0.390590277776937</c:v>
                </c:pt>
                <c:pt idx="33748">
                  <c:v>0.3906018518464407</c:v>
                </c:pt>
                <c:pt idx="33749">
                  <c:v>0.39061342592322035</c:v>
                </c:pt>
                <c:pt idx="33750">
                  <c:v>0.390625</c:v>
                </c:pt>
                <c:pt idx="33751">
                  <c:v>0.39063657406950369</c:v>
                </c:pt>
                <c:pt idx="33752">
                  <c:v>0.39064814814628335</c:v>
                </c:pt>
                <c:pt idx="33753">
                  <c:v>0.390659722223063</c:v>
                </c:pt>
                <c:pt idx="33754">
                  <c:v>0.39067129629256669</c:v>
                </c:pt>
                <c:pt idx="33755">
                  <c:v>0.39068287036934635</c:v>
                </c:pt>
                <c:pt idx="33756">
                  <c:v>0.39069444443885004</c:v>
                </c:pt>
                <c:pt idx="33757">
                  <c:v>0.39070601851562969</c:v>
                </c:pt>
                <c:pt idx="33758">
                  <c:v>0.39071759259240935</c:v>
                </c:pt>
                <c:pt idx="33759">
                  <c:v>0.39072916666191304</c:v>
                </c:pt>
                <c:pt idx="33760">
                  <c:v>0.39074074073869269</c:v>
                </c:pt>
                <c:pt idx="33761">
                  <c:v>0.39075231481547235</c:v>
                </c:pt>
                <c:pt idx="33762">
                  <c:v>0.39076388888497604</c:v>
                </c:pt>
                <c:pt idx="33763">
                  <c:v>0.39077546296175569</c:v>
                </c:pt>
                <c:pt idx="33764">
                  <c:v>0.39078703703125939</c:v>
                </c:pt>
                <c:pt idx="33765">
                  <c:v>0.39079861110803904</c:v>
                </c:pt>
                <c:pt idx="33766">
                  <c:v>0.39081018518481869</c:v>
                </c:pt>
                <c:pt idx="33767">
                  <c:v>0.39082175925432239</c:v>
                </c:pt>
                <c:pt idx="33768">
                  <c:v>0.39083333333110204</c:v>
                </c:pt>
                <c:pt idx="33769">
                  <c:v>0.39084490740788169</c:v>
                </c:pt>
                <c:pt idx="33770">
                  <c:v>0.39085648147738539</c:v>
                </c:pt>
                <c:pt idx="33771">
                  <c:v>0.39086805555416504</c:v>
                </c:pt>
                <c:pt idx="33772">
                  <c:v>0.39087962963094469</c:v>
                </c:pt>
                <c:pt idx="33773">
                  <c:v>0.39089120370044839</c:v>
                </c:pt>
                <c:pt idx="33774">
                  <c:v>0.39090277777722804</c:v>
                </c:pt>
                <c:pt idx="33775">
                  <c:v>0.39091435184673173</c:v>
                </c:pt>
                <c:pt idx="33776">
                  <c:v>0.39092592592351139</c:v>
                </c:pt>
                <c:pt idx="33777">
                  <c:v>0.39093750000029104</c:v>
                </c:pt>
                <c:pt idx="33778">
                  <c:v>0.39094907406979473</c:v>
                </c:pt>
                <c:pt idx="33779">
                  <c:v>0.39096064814657439</c:v>
                </c:pt>
                <c:pt idx="33780">
                  <c:v>0.39097222222335404</c:v>
                </c:pt>
                <c:pt idx="33781">
                  <c:v>0.39098379629285773</c:v>
                </c:pt>
                <c:pt idx="33782">
                  <c:v>0.39099537036963739</c:v>
                </c:pt>
                <c:pt idx="33783">
                  <c:v>0.39100694443914108</c:v>
                </c:pt>
                <c:pt idx="33784">
                  <c:v>0.39101851851592073</c:v>
                </c:pt>
                <c:pt idx="33785">
                  <c:v>0.39103009259270038</c:v>
                </c:pt>
                <c:pt idx="33786">
                  <c:v>0.39104166666220408</c:v>
                </c:pt>
                <c:pt idx="33787">
                  <c:v>0.39105324073898373</c:v>
                </c:pt>
                <c:pt idx="33788">
                  <c:v>0.39106481481576338</c:v>
                </c:pt>
                <c:pt idx="33789">
                  <c:v>0.39107638888526708</c:v>
                </c:pt>
                <c:pt idx="33790">
                  <c:v>0.39108796296204673</c:v>
                </c:pt>
                <c:pt idx="33791">
                  <c:v>0.39109953703155043</c:v>
                </c:pt>
                <c:pt idx="33792">
                  <c:v>0.39111111110833008</c:v>
                </c:pt>
                <c:pt idx="33793">
                  <c:v>0.39112268518510973</c:v>
                </c:pt>
                <c:pt idx="33794">
                  <c:v>0.39113425925461343</c:v>
                </c:pt>
                <c:pt idx="33795">
                  <c:v>0.39114583333139308</c:v>
                </c:pt>
                <c:pt idx="33796">
                  <c:v>0.39115740740817273</c:v>
                </c:pt>
                <c:pt idx="33797">
                  <c:v>0.39116898147767643</c:v>
                </c:pt>
                <c:pt idx="33798">
                  <c:v>0.39118055555445608</c:v>
                </c:pt>
                <c:pt idx="33799">
                  <c:v>0.39119212962395977</c:v>
                </c:pt>
                <c:pt idx="33800">
                  <c:v>0.39120370370073942</c:v>
                </c:pt>
                <c:pt idx="33801">
                  <c:v>0.39121527777751908</c:v>
                </c:pt>
                <c:pt idx="33802">
                  <c:v>0.39122685184702277</c:v>
                </c:pt>
                <c:pt idx="33803">
                  <c:v>0.39123842592380242</c:v>
                </c:pt>
                <c:pt idx="33804">
                  <c:v>0.39125000000058208</c:v>
                </c:pt>
                <c:pt idx="33805">
                  <c:v>0.39126157407008577</c:v>
                </c:pt>
                <c:pt idx="33806">
                  <c:v>0.39127314814686542</c:v>
                </c:pt>
                <c:pt idx="33807">
                  <c:v>0.39128472221636912</c:v>
                </c:pt>
                <c:pt idx="33808">
                  <c:v>0.39129629629314877</c:v>
                </c:pt>
                <c:pt idx="33809">
                  <c:v>0.39130787036992842</c:v>
                </c:pt>
                <c:pt idx="33810">
                  <c:v>0.39131944443943212</c:v>
                </c:pt>
                <c:pt idx="33811">
                  <c:v>0.39133101851621177</c:v>
                </c:pt>
                <c:pt idx="33812">
                  <c:v>0.39134259259299142</c:v>
                </c:pt>
                <c:pt idx="33813">
                  <c:v>0.39135416666249512</c:v>
                </c:pt>
                <c:pt idx="33814">
                  <c:v>0.39136574073927477</c:v>
                </c:pt>
                <c:pt idx="33815">
                  <c:v>0.39137731481605442</c:v>
                </c:pt>
                <c:pt idx="33816">
                  <c:v>0.39138888888555812</c:v>
                </c:pt>
                <c:pt idx="33817">
                  <c:v>0.39140046296233777</c:v>
                </c:pt>
                <c:pt idx="33818">
                  <c:v>0.39141203703184146</c:v>
                </c:pt>
                <c:pt idx="33819">
                  <c:v>0.39142361110862112</c:v>
                </c:pt>
                <c:pt idx="33820">
                  <c:v>0.39143518518540077</c:v>
                </c:pt>
                <c:pt idx="33821">
                  <c:v>0.39144675925490446</c:v>
                </c:pt>
                <c:pt idx="33822">
                  <c:v>0.39145833333168412</c:v>
                </c:pt>
                <c:pt idx="33823">
                  <c:v>0.39146990740846377</c:v>
                </c:pt>
                <c:pt idx="33824">
                  <c:v>0.39148148147796746</c:v>
                </c:pt>
                <c:pt idx="33825">
                  <c:v>0.39149305555474712</c:v>
                </c:pt>
                <c:pt idx="33826">
                  <c:v>0.39150462962425081</c:v>
                </c:pt>
                <c:pt idx="33827">
                  <c:v>0.39151620370103046</c:v>
                </c:pt>
                <c:pt idx="33828">
                  <c:v>0.39152777777781012</c:v>
                </c:pt>
                <c:pt idx="33829">
                  <c:v>0.39153935184731381</c:v>
                </c:pt>
                <c:pt idx="33830">
                  <c:v>0.39155092592409346</c:v>
                </c:pt>
                <c:pt idx="33831">
                  <c:v>0.39156250000087311</c:v>
                </c:pt>
                <c:pt idx="33832">
                  <c:v>0.39157407407037681</c:v>
                </c:pt>
                <c:pt idx="33833">
                  <c:v>0.39158564814715646</c:v>
                </c:pt>
                <c:pt idx="33834">
                  <c:v>0.39159722221666016</c:v>
                </c:pt>
                <c:pt idx="33835">
                  <c:v>0.39160879629343981</c:v>
                </c:pt>
                <c:pt idx="33836">
                  <c:v>0.39162037037021946</c:v>
                </c:pt>
                <c:pt idx="33837">
                  <c:v>0.39163194443972316</c:v>
                </c:pt>
                <c:pt idx="33838">
                  <c:v>0.39164351851650281</c:v>
                </c:pt>
                <c:pt idx="33839">
                  <c:v>0.39165509259328246</c:v>
                </c:pt>
                <c:pt idx="33840">
                  <c:v>0.39166666666278616</c:v>
                </c:pt>
                <c:pt idx="33841">
                  <c:v>0.39167824073956581</c:v>
                </c:pt>
                <c:pt idx="33842">
                  <c:v>0.3916898148090695</c:v>
                </c:pt>
                <c:pt idx="33843">
                  <c:v>0.39170138888584916</c:v>
                </c:pt>
                <c:pt idx="33844">
                  <c:v>0.39171296296262881</c:v>
                </c:pt>
                <c:pt idx="33845">
                  <c:v>0.3917245370321325</c:v>
                </c:pt>
                <c:pt idx="33846">
                  <c:v>0.39173611110891216</c:v>
                </c:pt>
                <c:pt idx="33847">
                  <c:v>0.39174768518569181</c:v>
                </c:pt>
                <c:pt idx="33848">
                  <c:v>0.3917592592551955</c:v>
                </c:pt>
                <c:pt idx="33849">
                  <c:v>0.39177083333197515</c:v>
                </c:pt>
                <c:pt idx="33850">
                  <c:v>0.39178240740147885</c:v>
                </c:pt>
                <c:pt idx="33851">
                  <c:v>0.3917939814782585</c:v>
                </c:pt>
                <c:pt idx="33852">
                  <c:v>0.39180555555503815</c:v>
                </c:pt>
                <c:pt idx="33853">
                  <c:v>0.39181712962454185</c:v>
                </c:pt>
                <c:pt idx="33854">
                  <c:v>0.3918287037013215</c:v>
                </c:pt>
                <c:pt idx="33855">
                  <c:v>0.39184027777810115</c:v>
                </c:pt>
                <c:pt idx="33856">
                  <c:v>0.39185185184760485</c:v>
                </c:pt>
                <c:pt idx="33857">
                  <c:v>0.3918634259243845</c:v>
                </c:pt>
                <c:pt idx="33858">
                  <c:v>0.39187500000116415</c:v>
                </c:pt>
                <c:pt idx="33859">
                  <c:v>0.39188657407066785</c:v>
                </c:pt>
                <c:pt idx="33860">
                  <c:v>0.3918981481474475</c:v>
                </c:pt>
                <c:pt idx="33861">
                  <c:v>0.3919097222169512</c:v>
                </c:pt>
                <c:pt idx="33862">
                  <c:v>0.39192129629373085</c:v>
                </c:pt>
                <c:pt idx="33863">
                  <c:v>0.3919328703705105</c:v>
                </c:pt>
                <c:pt idx="33864">
                  <c:v>0.39194444444001419</c:v>
                </c:pt>
                <c:pt idx="33865">
                  <c:v>0.39195601851679385</c:v>
                </c:pt>
                <c:pt idx="33866">
                  <c:v>0.3919675925935735</c:v>
                </c:pt>
                <c:pt idx="33867">
                  <c:v>0.39197916666307719</c:v>
                </c:pt>
                <c:pt idx="33868">
                  <c:v>0.39199074073985685</c:v>
                </c:pt>
                <c:pt idx="33869">
                  <c:v>0.39200231480936054</c:v>
                </c:pt>
                <c:pt idx="33870">
                  <c:v>0.39201388888614019</c:v>
                </c:pt>
                <c:pt idx="33871">
                  <c:v>0.39202546296291985</c:v>
                </c:pt>
                <c:pt idx="33872">
                  <c:v>0.39203703703242354</c:v>
                </c:pt>
                <c:pt idx="33873">
                  <c:v>0.39204861110920319</c:v>
                </c:pt>
                <c:pt idx="33874">
                  <c:v>0.39206018518598285</c:v>
                </c:pt>
                <c:pt idx="33875">
                  <c:v>0.39207175925548654</c:v>
                </c:pt>
                <c:pt idx="33876">
                  <c:v>0.39208333333226619</c:v>
                </c:pt>
                <c:pt idx="33877">
                  <c:v>0.39209490740176989</c:v>
                </c:pt>
                <c:pt idx="33878">
                  <c:v>0.39210648147854954</c:v>
                </c:pt>
                <c:pt idx="33879">
                  <c:v>0.39211805555532919</c:v>
                </c:pt>
                <c:pt idx="33880">
                  <c:v>0.39212962962483289</c:v>
                </c:pt>
                <c:pt idx="33881">
                  <c:v>0.39214120370161254</c:v>
                </c:pt>
                <c:pt idx="33882">
                  <c:v>0.39215277777839219</c:v>
                </c:pt>
                <c:pt idx="33883">
                  <c:v>0.39216435184789589</c:v>
                </c:pt>
                <c:pt idx="33884">
                  <c:v>0.39217592592467554</c:v>
                </c:pt>
                <c:pt idx="33885">
                  <c:v>0.39218749999417923</c:v>
                </c:pt>
                <c:pt idx="33886">
                  <c:v>0.39219907407095889</c:v>
                </c:pt>
                <c:pt idx="33887">
                  <c:v>0.39221064814773854</c:v>
                </c:pt>
                <c:pt idx="33888">
                  <c:v>0.39222222221724223</c:v>
                </c:pt>
                <c:pt idx="33889">
                  <c:v>0.39223379629402189</c:v>
                </c:pt>
                <c:pt idx="33890">
                  <c:v>0.39224537037080154</c:v>
                </c:pt>
                <c:pt idx="33891">
                  <c:v>0.39225694444030523</c:v>
                </c:pt>
                <c:pt idx="33892">
                  <c:v>0.39226851851708489</c:v>
                </c:pt>
                <c:pt idx="33893">
                  <c:v>0.39228009259386454</c:v>
                </c:pt>
                <c:pt idx="33894">
                  <c:v>0.39229166666336823</c:v>
                </c:pt>
                <c:pt idx="33895">
                  <c:v>0.39230324074014788</c:v>
                </c:pt>
                <c:pt idx="33896">
                  <c:v>0.39231481480965158</c:v>
                </c:pt>
                <c:pt idx="33897">
                  <c:v>0.39232638888643123</c:v>
                </c:pt>
                <c:pt idx="33898">
                  <c:v>0.39233796296321088</c:v>
                </c:pt>
                <c:pt idx="33899">
                  <c:v>0.39234953703271458</c:v>
                </c:pt>
                <c:pt idx="33900">
                  <c:v>0.39236111110949423</c:v>
                </c:pt>
                <c:pt idx="33901">
                  <c:v>0.39237268518627388</c:v>
                </c:pt>
                <c:pt idx="33902">
                  <c:v>0.39238425925577758</c:v>
                </c:pt>
                <c:pt idx="33903">
                  <c:v>0.39239583333255723</c:v>
                </c:pt>
                <c:pt idx="33904">
                  <c:v>0.39240740740206093</c:v>
                </c:pt>
                <c:pt idx="33905">
                  <c:v>0.39241898147884058</c:v>
                </c:pt>
                <c:pt idx="33906">
                  <c:v>0.39243055555562023</c:v>
                </c:pt>
                <c:pt idx="33907">
                  <c:v>0.39244212962512393</c:v>
                </c:pt>
                <c:pt idx="33908">
                  <c:v>0.39245370370190358</c:v>
                </c:pt>
                <c:pt idx="33909">
                  <c:v>0.39246527777868323</c:v>
                </c:pt>
                <c:pt idx="33910">
                  <c:v>0.39247685184818693</c:v>
                </c:pt>
                <c:pt idx="33911">
                  <c:v>0.39248842592496658</c:v>
                </c:pt>
                <c:pt idx="33912">
                  <c:v>0.39249999999447027</c:v>
                </c:pt>
                <c:pt idx="33913">
                  <c:v>0.39251157407124992</c:v>
                </c:pt>
                <c:pt idx="33914">
                  <c:v>0.39252314814802958</c:v>
                </c:pt>
                <c:pt idx="33915">
                  <c:v>0.39253472221753327</c:v>
                </c:pt>
                <c:pt idx="33916">
                  <c:v>0.39254629629431292</c:v>
                </c:pt>
                <c:pt idx="33917">
                  <c:v>0.39255787037109258</c:v>
                </c:pt>
                <c:pt idx="33918">
                  <c:v>0.39256944444059627</c:v>
                </c:pt>
                <c:pt idx="33919">
                  <c:v>0.39258101851737592</c:v>
                </c:pt>
                <c:pt idx="33920">
                  <c:v>0.39259259258687962</c:v>
                </c:pt>
                <c:pt idx="33921">
                  <c:v>0.39260416666365927</c:v>
                </c:pt>
                <c:pt idx="33922">
                  <c:v>0.39261574074043892</c:v>
                </c:pt>
                <c:pt idx="33923">
                  <c:v>0.39262731480994262</c:v>
                </c:pt>
                <c:pt idx="33924">
                  <c:v>0.39263888888672227</c:v>
                </c:pt>
                <c:pt idx="33925">
                  <c:v>0.39265046296350192</c:v>
                </c:pt>
                <c:pt idx="33926">
                  <c:v>0.39266203703300562</c:v>
                </c:pt>
                <c:pt idx="33927">
                  <c:v>0.39267361110978527</c:v>
                </c:pt>
                <c:pt idx="33928">
                  <c:v>0.39268518517928896</c:v>
                </c:pt>
                <c:pt idx="33929">
                  <c:v>0.39269675925606862</c:v>
                </c:pt>
                <c:pt idx="33930">
                  <c:v>0.39270833333284827</c:v>
                </c:pt>
                <c:pt idx="33931">
                  <c:v>0.39271990740235196</c:v>
                </c:pt>
                <c:pt idx="33932">
                  <c:v>0.39273148147913162</c:v>
                </c:pt>
                <c:pt idx="33933">
                  <c:v>0.39274305555591127</c:v>
                </c:pt>
                <c:pt idx="33934">
                  <c:v>0.39275462962541496</c:v>
                </c:pt>
                <c:pt idx="33935">
                  <c:v>0.39276620370219462</c:v>
                </c:pt>
                <c:pt idx="33936">
                  <c:v>0.39277777777897427</c:v>
                </c:pt>
                <c:pt idx="33937">
                  <c:v>0.39278935184847796</c:v>
                </c:pt>
                <c:pt idx="33938">
                  <c:v>0.39280092592525762</c:v>
                </c:pt>
                <c:pt idx="33939">
                  <c:v>0.39281249999476131</c:v>
                </c:pt>
                <c:pt idx="33940">
                  <c:v>0.39282407407154096</c:v>
                </c:pt>
                <c:pt idx="33941">
                  <c:v>0.39283564814832062</c:v>
                </c:pt>
                <c:pt idx="33942">
                  <c:v>0.39284722221782431</c:v>
                </c:pt>
                <c:pt idx="33943">
                  <c:v>0.39285879629460396</c:v>
                </c:pt>
                <c:pt idx="33944">
                  <c:v>0.39287037037138361</c:v>
                </c:pt>
                <c:pt idx="33945">
                  <c:v>0.39288194444088731</c:v>
                </c:pt>
                <c:pt idx="33946">
                  <c:v>0.39289351851766696</c:v>
                </c:pt>
                <c:pt idx="33947">
                  <c:v>0.39290509258717066</c:v>
                </c:pt>
                <c:pt idx="33948">
                  <c:v>0.39291666666395031</c:v>
                </c:pt>
                <c:pt idx="33949">
                  <c:v>0.39292824074072996</c:v>
                </c:pt>
                <c:pt idx="33950">
                  <c:v>0.39293981481023366</c:v>
                </c:pt>
                <c:pt idx="33951">
                  <c:v>0.39295138888701331</c:v>
                </c:pt>
                <c:pt idx="33952">
                  <c:v>0.39296296296379296</c:v>
                </c:pt>
                <c:pt idx="33953">
                  <c:v>0.39297453703329666</c:v>
                </c:pt>
                <c:pt idx="33954">
                  <c:v>0.39298611111007631</c:v>
                </c:pt>
                <c:pt idx="33955">
                  <c:v>0.39299768517958</c:v>
                </c:pt>
                <c:pt idx="33956">
                  <c:v>0.39300925925635966</c:v>
                </c:pt>
                <c:pt idx="33957">
                  <c:v>0.39302083333313931</c:v>
                </c:pt>
                <c:pt idx="33958">
                  <c:v>0.393032407402643</c:v>
                </c:pt>
                <c:pt idx="33959">
                  <c:v>0.39304398147942265</c:v>
                </c:pt>
                <c:pt idx="33960">
                  <c:v>0.39305555555620231</c:v>
                </c:pt>
                <c:pt idx="33961">
                  <c:v>0.393067129625706</c:v>
                </c:pt>
                <c:pt idx="33962">
                  <c:v>0.39307870370248565</c:v>
                </c:pt>
                <c:pt idx="33963">
                  <c:v>0.39309027777198935</c:v>
                </c:pt>
                <c:pt idx="33964">
                  <c:v>0.393101851848769</c:v>
                </c:pt>
                <c:pt idx="33965">
                  <c:v>0.39311342592554865</c:v>
                </c:pt>
                <c:pt idx="33966">
                  <c:v>0.39312499999505235</c:v>
                </c:pt>
                <c:pt idx="33967">
                  <c:v>0.393136574071832</c:v>
                </c:pt>
                <c:pt idx="33968">
                  <c:v>0.39314814814861165</c:v>
                </c:pt>
                <c:pt idx="33969">
                  <c:v>0.39315972221811535</c:v>
                </c:pt>
                <c:pt idx="33970">
                  <c:v>0.393171296294895</c:v>
                </c:pt>
                <c:pt idx="33971">
                  <c:v>0.39318287037167465</c:v>
                </c:pt>
                <c:pt idx="33972">
                  <c:v>0.39319444444117835</c:v>
                </c:pt>
                <c:pt idx="33973">
                  <c:v>0.393206018517958</c:v>
                </c:pt>
                <c:pt idx="33974">
                  <c:v>0.3932175925874617</c:v>
                </c:pt>
                <c:pt idx="33975">
                  <c:v>0.39322916666424135</c:v>
                </c:pt>
                <c:pt idx="33976">
                  <c:v>0.393240740741021</c:v>
                </c:pt>
                <c:pt idx="33977">
                  <c:v>0.39325231481052469</c:v>
                </c:pt>
                <c:pt idx="33978">
                  <c:v>0.39326388888730435</c:v>
                </c:pt>
                <c:pt idx="33979">
                  <c:v>0.393275462964084</c:v>
                </c:pt>
                <c:pt idx="33980">
                  <c:v>0.39328703703358769</c:v>
                </c:pt>
                <c:pt idx="33981">
                  <c:v>0.39329861111036735</c:v>
                </c:pt>
                <c:pt idx="33982">
                  <c:v>0.39331018517987104</c:v>
                </c:pt>
                <c:pt idx="33983">
                  <c:v>0.39332175925665069</c:v>
                </c:pt>
                <c:pt idx="33984">
                  <c:v>0.39333333333343035</c:v>
                </c:pt>
                <c:pt idx="33985">
                  <c:v>0.39334490740293404</c:v>
                </c:pt>
                <c:pt idx="33986">
                  <c:v>0.39335648147971369</c:v>
                </c:pt>
                <c:pt idx="33987">
                  <c:v>0.39336805555649335</c:v>
                </c:pt>
                <c:pt idx="33988">
                  <c:v>0.39337962962599704</c:v>
                </c:pt>
                <c:pt idx="33989">
                  <c:v>0.39339120370277669</c:v>
                </c:pt>
                <c:pt idx="33990">
                  <c:v>0.39340277777228039</c:v>
                </c:pt>
                <c:pt idx="33991">
                  <c:v>0.39341435184906004</c:v>
                </c:pt>
                <c:pt idx="33992">
                  <c:v>0.39342592592583969</c:v>
                </c:pt>
                <c:pt idx="33993">
                  <c:v>0.39343749999534339</c:v>
                </c:pt>
                <c:pt idx="33994">
                  <c:v>0.39344907407212304</c:v>
                </c:pt>
                <c:pt idx="33995">
                  <c:v>0.39346064814890269</c:v>
                </c:pt>
                <c:pt idx="33996">
                  <c:v>0.39347222221840639</c:v>
                </c:pt>
                <c:pt idx="33997">
                  <c:v>0.39348379629518604</c:v>
                </c:pt>
                <c:pt idx="33998">
                  <c:v>0.39349537036468973</c:v>
                </c:pt>
                <c:pt idx="33999">
                  <c:v>0.39350694444146939</c:v>
                </c:pt>
                <c:pt idx="34000">
                  <c:v>0.39351851851824904</c:v>
                </c:pt>
                <c:pt idx="34001">
                  <c:v>0.39353009258775273</c:v>
                </c:pt>
                <c:pt idx="34002">
                  <c:v>0.39354166666453239</c:v>
                </c:pt>
                <c:pt idx="34003">
                  <c:v>0.39355324074131204</c:v>
                </c:pt>
                <c:pt idx="34004">
                  <c:v>0.39356481481081573</c:v>
                </c:pt>
                <c:pt idx="34005">
                  <c:v>0.39357638888759539</c:v>
                </c:pt>
                <c:pt idx="34006">
                  <c:v>0.39358796295709908</c:v>
                </c:pt>
                <c:pt idx="34007">
                  <c:v>0.39359953703387873</c:v>
                </c:pt>
                <c:pt idx="34008">
                  <c:v>0.39361111111065838</c:v>
                </c:pt>
                <c:pt idx="34009">
                  <c:v>0.39362268518016208</c:v>
                </c:pt>
                <c:pt idx="34010">
                  <c:v>0.39363425925694173</c:v>
                </c:pt>
                <c:pt idx="34011">
                  <c:v>0.39364583333372138</c:v>
                </c:pt>
                <c:pt idx="34012">
                  <c:v>0.39365740740322508</c:v>
                </c:pt>
                <c:pt idx="34013">
                  <c:v>0.39366898148000473</c:v>
                </c:pt>
                <c:pt idx="34014">
                  <c:v>0.39368055555678438</c:v>
                </c:pt>
                <c:pt idx="34015">
                  <c:v>0.39369212962628808</c:v>
                </c:pt>
                <c:pt idx="34016">
                  <c:v>0.39370370370306773</c:v>
                </c:pt>
                <c:pt idx="34017">
                  <c:v>0.39371527777257143</c:v>
                </c:pt>
                <c:pt idx="34018">
                  <c:v>0.39372685184935108</c:v>
                </c:pt>
                <c:pt idx="34019">
                  <c:v>0.39373842592613073</c:v>
                </c:pt>
                <c:pt idx="34020">
                  <c:v>0.39374999999563443</c:v>
                </c:pt>
                <c:pt idx="34021">
                  <c:v>0.39376157407241408</c:v>
                </c:pt>
                <c:pt idx="34022">
                  <c:v>0.39377314814919373</c:v>
                </c:pt>
                <c:pt idx="34023">
                  <c:v>0.39378472221869742</c:v>
                </c:pt>
                <c:pt idx="34024">
                  <c:v>0.39379629629547708</c:v>
                </c:pt>
                <c:pt idx="34025">
                  <c:v>0.39380787036498077</c:v>
                </c:pt>
                <c:pt idx="34026">
                  <c:v>0.39381944444176042</c:v>
                </c:pt>
                <c:pt idx="34027">
                  <c:v>0.39383101851854008</c:v>
                </c:pt>
                <c:pt idx="34028">
                  <c:v>0.39384259258804377</c:v>
                </c:pt>
                <c:pt idx="34029">
                  <c:v>0.39385416666482342</c:v>
                </c:pt>
                <c:pt idx="34030">
                  <c:v>0.39386574074160308</c:v>
                </c:pt>
                <c:pt idx="34031">
                  <c:v>0.39387731481110677</c:v>
                </c:pt>
                <c:pt idx="34032">
                  <c:v>0.39388888888788642</c:v>
                </c:pt>
                <c:pt idx="34033">
                  <c:v>0.39390046295739012</c:v>
                </c:pt>
                <c:pt idx="34034">
                  <c:v>0.39391203703416977</c:v>
                </c:pt>
                <c:pt idx="34035">
                  <c:v>0.39392361111094942</c:v>
                </c:pt>
                <c:pt idx="34036">
                  <c:v>0.39393518518045312</c:v>
                </c:pt>
                <c:pt idx="34037">
                  <c:v>0.39394675925723277</c:v>
                </c:pt>
                <c:pt idx="34038">
                  <c:v>0.39395833333401242</c:v>
                </c:pt>
                <c:pt idx="34039">
                  <c:v>0.39396990740351612</c:v>
                </c:pt>
                <c:pt idx="34040">
                  <c:v>0.39398148148029577</c:v>
                </c:pt>
                <c:pt idx="34041">
                  <c:v>0.39399305554979946</c:v>
                </c:pt>
                <c:pt idx="34042">
                  <c:v>0.39400462962657912</c:v>
                </c:pt>
                <c:pt idx="34043">
                  <c:v>0.39401620370335877</c:v>
                </c:pt>
                <c:pt idx="34044">
                  <c:v>0.39402777777286246</c:v>
                </c:pt>
                <c:pt idx="34045">
                  <c:v>0.39403935184964212</c:v>
                </c:pt>
                <c:pt idx="34046">
                  <c:v>0.39405092592642177</c:v>
                </c:pt>
                <c:pt idx="34047">
                  <c:v>0.39406249999592546</c:v>
                </c:pt>
                <c:pt idx="34048">
                  <c:v>0.39407407407270512</c:v>
                </c:pt>
                <c:pt idx="34049">
                  <c:v>0.39408564814948477</c:v>
                </c:pt>
                <c:pt idx="34050">
                  <c:v>0.39409722221898846</c:v>
                </c:pt>
                <c:pt idx="34051">
                  <c:v>0.39410879629576812</c:v>
                </c:pt>
                <c:pt idx="34052">
                  <c:v>0.39412037036527181</c:v>
                </c:pt>
                <c:pt idx="34053">
                  <c:v>0.39413194444205146</c:v>
                </c:pt>
                <c:pt idx="34054">
                  <c:v>0.39414351851883112</c:v>
                </c:pt>
                <c:pt idx="34055">
                  <c:v>0.39415509258833481</c:v>
                </c:pt>
                <c:pt idx="34056">
                  <c:v>0.39416666666511446</c:v>
                </c:pt>
                <c:pt idx="34057">
                  <c:v>0.39417824074189411</c:v>
                </c:pt>
                <c:pt idx="34058">
                  <c:v>0.39418981481139781</c:v>
                </c:pt>
                <c:pt idx="34059">
                  <c:v>0.39420138888817746</c:v>
                </c:pt>
                <c:pt idx="34060">
                  <c:v>0.39421296295768116</c:v>
                </c:pt>
                <c:pt idx="34061">
                  <c:v>0.39422453703446081</c:v>
                </c:pt>
                <c:pt idx="34062">
                  <c:v>0.39423611111124046</c:v>
                </c:pt>
                <c:pt idx="34063">
                  <c:v>0.39424768518074416</c:v>
                </c:pt>
                <c:pt idx="34064">
                  <c:v>0.39425925925752381</c:v>
                </c:pt>
                <c:pt idx="34065">
                  <c:v>0.39427083333430346</c:v>
                </c:pt>
                <c:pt idx="34066">
                  <c:v>0.39428240740380716</c:v>
                </c:pt>
                <c:pt idx="34067">
                  <c:v>0.39429398148058681</c:v>
                </c:pt>
                <c:pt idx="34068">
                  <c:v>0.3943055555500905</c:v>
                </c:pt>
                <c:pt idx="34069">
                  <c:v>0.39431712962687016</c:v>
                </c:pt>
                <c:pt idx="34070">
                  <c:v>0.39432870370364981</c:v>
                </c:pt>
                <c:pt idx="34071">
                  <c:v>0.3943402777731535</c:v>
                </c:pt>
                <c:pt idx="34072">
                  <c:v>0.39435185184993315</c:v>
                </c:pt>
                <c:pt idx="34073">
                  <c:v>0.39436342592671281</c:v>
                </c:pt>
                <c:pt idx="34074">
                  <c:v>0.3943749999962165</c:v>
                </c:pt>
                <c:pt idx="34075">
                  <c:v>0.39438657407299615</c:v>
                </c:pt>
                <c:pt idx="34076">
                  <c:v>0.39439814814249985</c:v>
                </c:pt>
                <c:pt idx="34077">
                  <c:v>0.3944097222192795</c:v>
                </c:pt>
                <c:pt idx="34078">
                  <c:v>0.39442129629605915</c:v>
                </c:pt>
                <c:pt idx="34079">
                  <c:v>0.39443287036556285</c:v>
                </c:pt>
                <c:pt idx="34080">
                  <c:v>0.3944444444423425</c:v>
                </c:pt>
                <c:pt idx="34081">
                  <c:v>0.39445601851912215</c:v>
                </c:pt>
                <c:pt idx="34082">
                  <c:v>0.39446759258862585</c:v>
                </c:pt>
                <c:pt idx="34083">
                  <c:v>0.3944791666654055</c:v>
                </c:pt>
                <c:pt idx="34084">
                  <c:v>0.3944907407349092</c:v>
                </c:pt>
                <c:pt idx="34085">
                  <c:v>0.39450231481168885</c:v>
                </c:pt>
                <c:pt idx="34086">
                  <c:v>0.3945138888884685</c:v>
                </c:pt>
                <c:pt idx="34087">
                  <c:v>0.39452546295797219</c:v>
                </c:pt>
                <c:pt idx="34088">
                  <c:v>0.39453703703475185</c:v>
                </c:pt>
                <c:pt idx="34089">
                  <c:v>0.3945486111115315</c:v>
                </c:pt>
                <c:pt idx="34090">
                  <c:v>0.39456018518103519</c:v>
                </c:pt>
                <c:pt idx="34091">
                  <c:v>0.39457175925781485</c:v>
                </c:pt>
                <c:pt idx="34092">
                  <c:v>0.3945833333345945</c:v>
                </c:pt>
                <c:pt idx="34093">
                  <c:v>0.39459490740409819</c:v>
                </c:pt>
                <c:pt idx="34094">
                  <c:v>0.39460648148087785</c:v>
                </c:pt>
                <c:pt idx="34095">
                  <c:v>0.39461805555038154</c:v>
                </c:pt>
                <c:pt idx="34096">
                  <c:v>0.39462962962716119</c:v>
                </c:pt>
                <c:pt idx="34097">
                  <c:v>0.39464120370394085</c:v>
                </c:pt>
                <c:pt idx="34098">
                  <c:v>0.39465277777344454</c:v>
                </c:pt>
                <c:pt idx="34099">
                  <c:v>0.39466435185022419</c:v>
                </c:pt>
                <c:pt idx="34100">
                  <c:v>0.39467592592700385</c:v>
                </c:pt>
                <c:pt idx="34101">
                  <c:v>0.39468749999650754</c:v>
                </c:pt>
                <c:pt idx="34102">
                  <c:v>0.39469907407328719</c:v>
                </c:pt>
                <c:pt idx="34103">
                  <c:v>0.39471064814279089</c:v>
                </c:pt>
                <c:pt idx="34104">
                  <c:v>0.39472222221957054</c:v>
                </c:pt>
                <c:pt idx="34105">
                  <c:v>0.39473379629635019</c:v>
                </c:pt>
                <c:pt idx="34106">
                  <c:v>0.39474537036585389</c:v>
                </c:pt>
                <c:pt idx="34107">
                  <c:v>0.39475694444263354</c:v>
                </c:pt>
                <c:pt idx="34108">
                  <c:v>0.39476851851941319</c:v>
                </c:pt>
                <c:pt idx="34109">
                  <c:v>0.39478009258891689</c:v>
                </c:pt>
                <c:pt idx="34110">
                  <c:v>0.39479166666569654</c:v>
                </c:pt>
                <c:pt idx="34111">
                  <c:v>0.39480324073520023</c:v>
                </c:pt>
                <c:pt idx="34112">
                  <c:v>0.39481481481197989</c:v>
                </c:pt>
                <c:pt idx="34113">
                  <c:v>0.39482638888875954</c:v>
                </c:pt>
                <c:pt idx="34114">
                  <c:v>0.39483796295826323</c:v>
                </c:pt>
                <c:pt idx="34115">
                  <c:v>0.39484953703504289</c:v>
                </c:pt>
                <c:pt idx="34116">
                  <c:v>0.39486111111182254</c:v>
                </c:pt>
                <c:pt idx="34117">
                  <c:v>0.39487268518132623</c:v>
                </c:pt>
                <c:pt idx="34118">
                  <c:v>0.39488425925810589</c:v>
                </c:pt>
                <c:pt idx="34119">
                  <c:v>0.39489583332760958</c:v>
                </c:pt>
                <c:pt idx="34120">
                  <c:v>0.39490740740438923</c:v>
                </c:pt>
                <c:pt idx="34121">
                  <c:v>0.39491898148116888</c:v>
                </c:pt>
                <c:pt idx="34122">
                  <c:v>0.39493055555067258</c:v>
                </c:pt>
                <c:pt idx="34123">
                  <c:v>0.39494212962745223</c:v>
                </c:pt>
                <c:pt idx="34124">
                  <c:v>0.39495370370423188</c:v>
                </c:pt>
                <c:pt idx="34125">
                  <c:v>0.39496527777373558</c:v>
                </c:pt>
                <c:pt idx="34126">
                  <c:v>0.39497685185051523</c:v>
                </c:pt>
                <c:pt idx="34127">
                  <c:v>0.39498842592001893</c:v>
                </c:pt>
                <c:pt idx="34128">
                  <c:v>0.39499999999679858</c:v>
                </c:pt>
                <c:pt idx="34129">
                  <c:v>0.39501157407357823</c:v>
                </c:pt>
                <c:pt idx="34130">
                  <c:v>0.39502314814308193</c:v>
                </c:pt>
                <c:pt idx="34131">
                  <c:v>0.39503472221986158</c:v>
                </c:pt>
                <c:pt idx="34132">
                  <c:v>0.39504629629664123</c:v>
                </c:pt>
                <c:pt idx="34133">
                  <c:v>0.39505787036614493</c:v>
                </c:pt>
                <c:pt idx="34134">
                  <c:v>0.39506944444292458</c:v>
                </c:pt>
                <c:pt idx="34135">
                  <c:v>0.39508101851970423</c:v>
                </c:pt>
                <c:pt idx="34136">
                  <c:v>0.39509259258920792</c:v>
                </c:pt>
                <c:pt idx="34137">
                  <c:v>0.39510416666598758</c:v>
                </c:pt>
                <c:pt idx="34138">
                  <c:v>0.39511574073549127</c:v>
                </c:pt>
                <c:pt idx="34139">
                  <c:v>0.39512731481227092</c:v>
                </c:pt>
                <c:pt idx="34140">
                  <c:v>0.39513888888905058</c:v>
                </c:pt>
                <c:pt idx="34141">
                  <c:v>0.39515046295855427</c:v>
                </c:pt>
                <c:pt idx="34142">
                  <c:v>0.39516203703533392</c:v>
                </c:pt>
                <c:pt idx="34143">
                  <c:v>0.39517361111211358</c:v>
                </c:pt>
                <c:pt idx="34144">
                  <c:v>0.39518518518161727</c:v>
                </c:pt>
                <c:pt idx="34145">
                  <c:v>0.39519675925839692</c:v>
                </c:pt>
                <c:pt idx="34146">
                  <c:v>0.39520833332790062</c:v>
                </c:pt>
                <c:pt idx="34147">
                  <c:v>0.39521990740468027</c:v>
                </c:pt>
                <c:pt idx="34148">
                  <c:v>0.39523148148145992</c:v>
                </c:pt>
                <c:pt idx="34149">
                  <c:v>0.39524305555096362</c:v>
                </c:pt>
                <c:pt idx="34150">
                  <c:v>0.39525462962774327</c:v>
                </c:pt>
                <c:pt idx="34151">
                  <c:v>0.39526620370452292</c:v>
                </c:pt>
                <c:pt idx="34152">
                  <c:v>0.39527777777402662</c:v>
                </c:pt>
                <c:pt idx="34153">
                  <c:v>0.39528935185080627</c:v>
                </c:pt>
                <c:pt idx="34154">
                  <c:v>0.39530092592030996</c:v>
                </c:pt>
                <c:pt idx="34155">
                  <c:v>0.39531249999708962</c:v>
                </c:pt>
                <c:pt idx="34156">
                  <c:v>0.39532407407386927</c:v>
                </c:pt>
                <c:pt idx="34157">
                  <c:v>0.39533564814337296</c:v>
                </c:pt>
                <c:pt idx="34158">
                  <c:v>0.39534722222015262</c:v>
                </c:pt>
                <c:pt idx="34159">
                  <c:v>0.39535879629693227</c:v>
                </c:pt>
                <c:pt idx="34160">
                  <c:v>0.39537037036643596</c:v>
                </c:pt>
                <c:pt idx="34161">
                  <c:v>0.39538194444321562</c:v>
                </c:pt>
                <c:pt idx="34162">
                  <c:v>0.39539351851271931</c:v>
                </c:pt>
                <c:pt idx="34163">
                  <c:v>0.39540509258949896</c:v>
                </c:pt>
                <c:pt idx="34164">
                  <c:v>0.39541666666627862</c:v>
                </c:pt>
                <c:pt idx="34165">
                  <c:v>0.39542824073578231</c:v>
                </c:pt>
                <c:pt idx="34166">
                  <c:v>0.39543981481256196</c:v>
                </c:pt>
                <c:pt idx="34167">
                  <c:v>0.39545138888934162</c:v>
                </c:pt>
                <c:pt idx="34168">
                  <c:v>0.39546296295884531</c:v>
                </c:pt>
                <c:pt idx="34169">
                  <c:v>0.39547453703562496</c:v>
                </c:pt>
                <c:pt idx="34170">
                  <c:v>0.39548611111240461</c:v>
                </c:pt>
                <c:pt idx="34171">
                  <c:v>0.39549768518190831</c:v>
                </c:pt>
                <c:pt idx="34172">
                  <c:v>0.39550925925868796</c:v>
                </c:pt>
                <c:pt idx="34173">
                  <c:v>0.39552083332819166</c:v>
                </c:pt>
                <c:pt idx="34174">
                  <c:v>0.39553240740497131</c:v>
                </c:pt>
                <c:pt idx="34175">
                  <c:v>0.39554398148175096</c:v>
                </c:pt>
                <c:pt idx="34176">
                  <c:v>0.39555555555125466</c:v>
                </c:pt>
                <c:pt idx="34177">
                  <c:v>0.39556712962803431</c:v>
                </c:pt>
                <c:pt idx="34178">
                  <c:v>0.39557870370481396</c:v>
                </c:pt>
                <c:pt idx="34179">
                  <c:v>0.39559027777431766</c:v>
                </c:pt>
                <c:pt idx="34180">
                  <c:v>0.39560185185109731</c:v>
                </c:pt>
                <c:pt idx="34181">
                  <c:v>0.395613425920601</c:v>
                </c:pt>
                <c:pt idx="34182">
                  <c:v>0.39562499999738066</c:v>
                </c:pt>
                <c:pt idx="34183">
                  <c:v>0.39563657407416031</c:v>
                </c:pt>
                <c:pt idx="34184">
                  <c:v>0.395648148143664</c:v>
                </c:pt>
                <c:pt idx="34185">
                  <c:v>0.39565972222044365</c:v>
                </c:pt>
                <c:pt idx="34186">
                  <c:v>0.39567129629722331</c:v>
                </c:pt>
                <c:pt idx="34187">
                  <c:v>0.395682870366727</c:v>
                </c:pt>
                <c:pt idx="34188">
                  <c:v>0.39569444444350665</c:v>
                </c:pt>
                <c:pt idx="34189">
                  <c:v>0.39570601851301035</c:v>
                </c:pt>
                <c:pt idx="34190">
                  <c:v>0.39571759258979</c:v>
                </c:pt>
                <c:pt idx="34191">
                  <c:v>0.39572916666656965</c:v>
                </c:pt>
                <c:pt idx="34192">
                  <c:v>0.39574074073607335</c:v>
                </c:pt>
                <c:pt idx="34193">
                  <c:v>0.395752314812853</c:v>
                </c:pt>
                <c:pt idx="34194">
                  <c:v>0.39576388888963265</c:v>
                </c:pt>
                <c:pt idx="34195">
                  <c:v>0.39577546295913635</c:v>
                </c:pt>
                <c:pt idx="34196">
                  <c:v>0.395787037035916</c:v>
                </c:pt>
                <c:pt idx="34197">
                  <c:v>0.3957986111054197</c:v>
                </c:pt>
                <c:pt idx="34198">
                  <c:v>0.39581018518219935</c:v>
                </c:pt>
                <c:pt idx="34199">
                  <c:v>0.395821759258979</c:v>
                </c:pt>
                <c:pt idx="34200">
                  <c:v>0.39583333332848269</c:v>
                </c:pt>
                <c:pt idx="34201">
                  <c:v>0.39584490740526235</c:v>
                </c:pt>
                <c:pt idx="34202">
                  <c:v>0.395856481482042</c:v>
                </c:pt>
                <c:pt idx="34203">
                  <c:v>0.39586805555154569</c:v>
                </c:pt>
                <c:pt idx="34204">
                  <c:v>0.39587962962832535</c:v>
                </c:pt>
                <c:pt idx="34205">
                  <c:v>0.39589120369782904</c:v>
                </c:pt>
                <c:pt idx="34206">
                  <c:v>0.39590277777460869</c:v>
                </c:pt>
                <c:pt idx="34207">
                  <c:v>0.39591435185138835</c:v>
                </c:pt>
                <c:pt idx="34208">
                  <c:v>0.39592592592089204</c:v>
                </c:pt>
                <c:pt idx="34209">
                  <c:v>0.39593749999767169</c:v>
                </c:pt>
                <c:pt idx="34210">
                  <c:v>0.39594907407445135</c:v>
                </c:pt>
                <c:pt idx="34211">
                  <c:v>0.39596064814395504</c:v>
                </c:pt>
                <c:pt idx="34212">
                  <c:v>0.39597222222073469</c:v>
                </c:pt>
                <c:pt idx="34213">
                  <c:v>0.39598379629751435</c:v>
                </c:pt>
                <c:pt idx="34214">
                  <c:v>0.39599537036701804</c:v>
                </c:pt>
                <c:pt idx="34215">
                  <c:v>0.39600694444379769</c:v>
                </c:pt>
                <c:pt idx="34216">
                  <c:v>0.39601851851330139</c:v>
                </c:pt>
                <c:pt idx="34217">
                  <c:v>0.39603009259008104</c:v>
                </c:pt>
                <c:pt idx="34218">
                  <c:v>0.39604166666686069</c:v>
                </c:pt>
                <c:pt idx="34219">
                  <c:v>0.39605324073636439</c:v>
                </c:pt>
                <c:pt idx="34220">
                  <c:v>0.39606481481314404</c:v>
                </c:pt>
                <c:pt idx="34221">
                  <c:v>0.39607638888992369</c:v>
                </c:pt>
                <c:pt idx="34222">
                  <c:v>0.39608796295942739</c:v>
                </c:pt>
                <c:pt idx="34223">
                  <c:v>0.39609953703620704</c:v>
                </c:pt>
                <c:pt idx="34224">
                  <c:v>0.39611111110571073</c:v>
                </c:pt>
                <c:pt idx="34225">
                  <c:v>0.39612268518249039</c:v>
                </c:pt>
                <c:pt idx="34226">
                  <c:v>0.39613425925927004</c:v>
                </c:pt>
                <c:pt idx="34227">
                  <c:v>0.39614583332877373</c:v>
                </c:pt>
                <c:pt idx="34228">
                  <c:v>0.39615740740555339</c:v>
                </c:pt>
                <c:pt idx="34229">
                  <c:v>0.39616898148233304</c:v>
                </c:pt>
                <c:pt idx="34230">
                  <c:v>0.39618055555183673</c:v>
                </c:pt>
                <c:pt idx="34231">
                  <c:v>0.39619212962861639</c:v>
                </c:pt>
                <c:pt idx="34232">
                  <c:v>0.39620370369812008</c:v>
                </c:pt>
                <c:pt idx="34233">
                  <c:v>0.39621527777489973</c:v>
                </c:pt>
                <c:pt idx="34234">
                  <c:v>0.39622685185167938</c:v>
                </c:pt>
                <c:pt idx="34235">
                  <c:v>0.39623842592118308</c:v>
                </c:pt>
                <c:pt idx="34236">
                  <c:v>0.39624999999796273</c:v>
                </c:pt>
                <c:pt idx="34237">
                  <c:v>0.39626157407474238</c:v>
                </c:pt>
                <c:pt idx="34238">
                  <c:v>0.39627314814424608</c:v>
                </c:pt>
                <c:pt idx="34239">
                  <c:v>0.39628472222102573</c:v>
                </c:pt>
                <c:pt idx="34240">
                  <c:v>0.39629629629052943</c:v>
                </c:pt>
                <c:pt idx="34241">
                  <c:v>0.39630787036730908</c:v>
                </c:pt>
                <c:pt idx="34242">
                  <c:v>0.39631944444408873</c:v>
                </c:pt>
                <c:pt idx="34243">
                  <c:v>0.39633101851359243</c:v>
                </c:pt>
                <c:pt idx="34244">
                  <c:v>0.39634259259037208</c:v>
                </c:pt>
                <c:pt idx="34245">
                  <c:v>0.39635416666715173</c:v>
                </c:pt>
                <c:pt idx="34246">
                  <c:v>0.39636574073665543</c:v>
                </c:pt>
                <c:pt idx="34247">
                  <c:v>0.39637731481343508</c:v>
                </c:pt>
                <c:pt idx="34248">
                  <c:v>0.39638888889021473</c:v>
                </c:pt>
                <c:pt idx="34249">
                  <c:v>0.39640046295971842</c:v>
                </c:pt>
                <c:pt idx="34250">
                  <c:v>0.39641203703649808</c:v>
                </c:pt>
                <c:pt idx="34251">
                  <c:v>0.39642361110600177</c:v>
                </c:pt>
                <c:pt idx="34252">
                  <c:v>0.39643518518278142</c:v>
                </c:pt>
                <c:pt idx="34253">
                  <c:v>0.39644675925956108</c:v>
                </c:pt>
                <c:pt idx="34254">
                  <c:v>0.39645833332906477</c:v>
                </c:pt>
                <c:pt idx="34255">
                  <c:v>0.39646990740584442</c:v>
                </c:pt>
                <c:pt idx="34256">
                  <c:v>0.39648148148262408</c:v>
                </c:pt>
                <c:pt idx="34257">
                  <c:v>0.39649305555212777</c:v>
                </c:pt>
                <c:pt idx="34258">
                  <c:v>0.39650462962890742</c:v>
                </c:pt>
                <c:pt idx="34259">
                  <c:v>0.39651620369841112</c:v>
                </c:pt>
                <c:pt idx="34260">
                  <c:v>0.39652777777519077</c:v>
                </c:pt>
                <c:pt idx="34261">
                  <c:v>0.39653935185197042</c:v>
                </c:pt>
                <c:pt idx="34262">
                  <c:v>0.39655092592147412</c:v>
                </c:pt>
                <c:pt idx="34263">
                  <c:v>0.39656249999825377</c:v>
                </c:pt>
                <c:pt idx="34264">
                  <c:v>0.39657407407503342</c:v>
                </c:pt>
                <c:pt idx="34265">
                  <c:v>0.39658564814453712</c:v>
                </c:pt>
                <c:pt idx="34266">
                  <c:v>0.39659722222131677</c:v>
                </c:pt>
                <c:pt idx="34267">
                  <c:v>0.39660879629082046</c:v>
                </c:pt>
                <c:pt idx="34268">
                  <c:v>0.39662037036760012</c:v>
                </c:pt>
                <c:pt idx="34269">
                  <c:v>0.39663194444437977</c:v>
                </c:pt>
                <c:pt idx="34270">
                  <c:v>0.39664351851388346</c:v>
                </c:pt>
                <c:pt idx="34271">
                  <c:v>0.39665509259066312</c:v>
                </c:pt>
                <c:pt idx="34272">
                  <c:v>0.39666666666744277</c:v>
                </c:pt>
                <c:pt idx="34273">
                  <c:v>0.39667824073694646</c:v>
                </c:pt>
                <c:pt idx="34274">
                  <c:v>0.39668981481372612</c:v>
                </c:pt>
                <c:pt idx="34275">
                  <c:v>0.39670138888322981</c:v>
                </c:pt>
                <c:pt idx="34276">
                  <c:v>0.39671296296000946</c:v>
                </c:pt>
                <c:pt idx="34277">
                  <c:v>0.39672453703678912</c:v>
                </c:pt>
                <c:pt idx="34278">
                  <c:v>0.39673611110629281</c:v>
                </c:pt>
                <c:pt idx="34279">
                  <c:v>0.39674768518307246</c:v>
                </c:pt>
                <c:pt idx="34280">
                  <c:v>0.39675925925985212</c:v>
                </c:pt>
                <c:pt idx="34281">
                  <c:v>0.39677083332935581</c:v>
                </c:pt>
                <c:pt idx="34282">
                  <c:v>0.39678240740613546</c:v>
                </c:pt>
                <c:pt idx="34283">
                  <c:v>0.39679398147563916</c:v>
                </c:pt>
                <c:pt idx="34284">
                  <c:v>0.39680555555241881</c:v>
                </c:pt>
                <c:pt idx="34285">
                  <c:v>0.39681712962919846</c:v>
                </c:pt>
                <c:pt idx="34286">
                  <c:v>0.39682870369870216</c:v>
                </c:pt>
                <c:pt idx="34287">
                  <c:v>0.39684027777548181</c:v>
                </c:pt>
                <c:pt idx="34288">
                  <c:v>0.39685185185226146</c:v>
                </c:pt>
                <c:pt idx="34289">
                  <c:v>0.39686342592176516</c:v>
                </c:pt>
                <c:pt idx="34290">
                  <c:v>0.39687499999854481</c:v>
                </c:pt>
                <c:pt idx="34291">
                  <c:v>0.39688657407532446</c:v>
                </c:pt>
                <c:pt idx="34292">
                  <c:v>0.39689814814482816</c:v>
                </c:pt>
                <c:pt idx="34293">
                  <c:v>0.39690972222160781</c:v>
                </c:pt>
                <c:pt idx="34294">
                  <c:v>0.3969212962911115</c:v>
                </c:pt>
                <c:pt idx="34295">
                  <c:v>0.39693287036789116</c:v>
                </c:pt>
                <c:pt idx="34296">
                  <c:v>0.39694444444467081</c:v>
                </c:pt>
                <c:pt idx="34297">
                  <c:v>0.3969560185141745</c:v>
                </c:pt>
                <c:pt idx="34298">
                  <c:v>0.39696759259095415</c:v>
                </c:pt>
                <c:pt idx="34299">
                  <c:v>0.39697916666773381</c:v>
                </c:pt>
                <c:pt idx="34300">
                  <c:v>0.3969907407372375</c:v>
                </c:pt>
                <c:pt idx="34301">
                  <c:v>0.39700231481401715</c:v>
                </c:pt>
                <c:pt idx="34302">
                  <c:v>0.39701388888352085</c:v>
                </c:pt>
                <c:pt idx="34303">
                  <c:v>0.3970254629603005</c:v>
                </c:pt>
                <c:pt idx="34304">
                  <c:v>0.39703703703708015</c:v>
                </c:pt>
                <c:pt idx="34305">
                  <c:v>0.39704861110658385</c:v>
                </c:pt>
                <c:pt idx="34306">
                  <c:v>0.3970601851833635</c:v>
                </c:pt>
                <c:pt idx="34307">
                  <c:v>0.39707175926014315</c:v>
                </c:pt>
                <c:pt idx="34308">
                  <c:v>0.39708333332964685</c:v>
                </c:pt>
                <c:pt idx="34309">
                  <c:v>0.3970949074064265</c:v>
                </c:pt>
                <c:pt idx="34310">
                  <c:v>0.3971064814759302</c:v>
                </c:pt>
                <c:pt idx="34311">
                  <c:v>0.39711805555270985</c:v>
                </c:pt>
                <c:pt idx="34312">
                  <c:v>0.3971296296294895</c:v>
                </c:pt>
                <c:pt idx="34313">
                  <c:v>0.39714120369899319</c:v>
                </c:pt>
                <c:pt idx="34314">
                  <c:v>0.39715277777577285</c:v>
                </c:pt>
                <c:pt idx="34315">
                  <c:v>0.3971643518525525</c:v>
                </c:pt>
                <c:pt idx="34316">
                  <c:v>0.39717592592205619</c:v>
                </c:pt>
                <c:pt idx="34317">
                  <c:v>0.39718749999883585</c:v>
                </c:pt>
                <c:pt idx="34318">
                  <c:v>0.39719907406833954</c:v>
                </c:pt>
                <c:pt idx="34319">
                  <c:v>0.39721064814511919</c:v>
                </c:pt>
                <c:pt idx="34320">
                  <c:v>0.39722222222189885</c:v>
                </c:pt>
                <c:pt idx="34321">
                  <c:v>0.39723379629140254</c:v>
                </c:pt>
                <c:pt idx="34322">
                  <c:v>0.39724537036818219</c:v>
                </c:pt>
                <c:pt idx="34323">
                  <c:v>0.39725694444496185</c:v>
                </c:pt>
                <c:pt idx="34324">
                  <c:v>0.39726851851446554</c:v>
                </c:pt>
                <c:pt idx="34325">
                  <c:v>0.39728009259124519</c:v>
                </c:pt>
                <c:pt idx="34326">
                  <c:v>0.39729166666074889</c:v>
                </c:pt>
                <c:pt idx="34327">
                  <c:v>0.39730324073752854</c:v>
                </c:pt>
                <c:pt idx="34328">
                  <c:v>0.39731481481430819</c:v>
                </c:pt>
                <c:pt idx="34329">
                  <c:v>0.39732638888381189</c:v>
                </c:pt>
                <c:pt idx="34330">
                  <c:v>0.39733796296059154</c:v>
                </c:pt>
                <c:pt idx="34331">
                  <c:v>0.39734953703737119</c:v>
                </c:pt>
                <c:pt idx="34332">
                  <c:v>0.39736111110687489</c:v>
                </c:pt>
                <c:pt idx="34333">
                  <c:v>0.39737268518365454</c:v>
                </c:pt>
                <c:pt idx="34334">
                  <c:v>0.39738425926043419</c:v>
                </c:pt>
                <c:pt idx="34335">
                  <c:v>0.39739583332993789</c:v>
                </c:pt>
                <c:pt idx="34336">
                  <c:v>0.39740740740671754</c:v>
                </c:pt>
                <c:pt idx="34337">
                  <c:v>0.39741898147622123</c:v>
                </c:pt>
                <c:pt idx="34338">
                  <c:v>0.39743055555300089</c:v>
                </c:pt>
                <c:pt idx="34339">
                  <c:v>0.39744212962978054</c:v>
                </c:pt>
                <c:pt idx="34340">
                  <c:v>0.39745370369928423</c:v>
                </c:pt>
                <c:pt idx="34341">
                  <c:v>0.39746527777606389</c:v>
                </c:pt>
                <c:pt idx="34342">
                  <c:v>0.39747685185284354</c:v>
                </c:pt>
                <c:pt idx="34343">
                  <c:v>0.39748842592234723</c:v>
                </c:pt>
                <c:pt idx="34344">
                  <c:v>0.39749999999912689</c:v>
                </c:pt>
                <c:pt idx="34345">
                  <c:v>0.39751157406863058</c:v>
                </c:pt>
                <c:pt idx="34346">
                  <c:v>0.39752314814541023</c:v>
                </c:pt>
                <c:pt idx="34347">
                  <c:v>0.39753472222218988</c:v>
                </c:pt>
                <c:pt idx="34348">
                  <c:v>0.39754629629169358</c:v>
                </c:pt>
                <c:pt idx="34349">
                  <c:v>0.39755787036847323</c:v>
                </c:pt>
                <c:pt idx="34350">
                  <c:v>0.39756944444525288</c:v>
                </c:pt>
                <c:pt idx="34351">
                  <c:v>0.39758101851475658</c:v>
                </c:pt>
                <c:pt idx="34352">
                  <c:v>0.39759259259153623</c:v>
                </c:pt>
                <c:pt idx="34353">
                  <c:v>0.39760416666103993</c:v>
                </c:pt>
                <c:pt idx="34354">
                  <c:v>0.39761574073781958</c:v>
                </c:pt>
                <c:pt idx="34355">
                  <c:v>0.39762731481459923</c:v>
                </c:pt>
                <c:pt idx="34356">
                  <c:v>0.39763888888410293</c:v>
                </c:pt>
                <c:pt idx="34357">
                  <c:v>0.39765046296088258</c:v>
                </c:pt>
                <c:pt idx="34358">
                  <c:v>0.39766203703766223</c:v>
                </c:pt>
                <c:pt idx="34359">
                  <c:v>0.39767361110716593</c:v>
                </c:pt>
                <c:pt idx="34360">
                  <c:v>0.39768518518394558</c:v>
                </c:pt>
                <c:pt idx="34361">
                  <c:v>0.39769675925344927</c:v>
                </c:pt>
                <c:pt idx="34362">
                  <c:v>0.39770833333022892</c:v>
                </c:pt>
                <c:pt idx="34363">
                  <c:v>0.39771990740700858</c:v>
                </c:pt>
                <c:pt idx="34364">
                  <c:v>0.39773148147651227</c:v>
                </c:pt>
                <c:pt idx="34365">
                  <c:v>0.39774305555329192</c:v>
                </c:pt>
                <c:pt idx="34366">
                  <c:v>0.39775462963007158</c:v>
                </c:pt>
                <c:pt idx="34367">
                  <c:v>0.39776620369957527</c:v>
                </c:pt>
                <c:pt idx="34368">
                  <c:v>0.39777777777635492</c:v>
                </c:pt>
                <c:pt idx="34369">
                  <c:v>0.39778935185313458</c:v>
                </c:pt>
                <c:pt idx="34370">
                  <c:v>0.39780092592263827</c:v>
                </c:pt>
                <c:pt idx="34371">
                  <c:v>0.39781249999941792</c:v>
                </c:pt>
                <c:pt idx="34372">
                  <c:v>0.39782407406892162</c:v>
                </c:pt>
                <c:pt idx="34373">
                  <c:v>0.39783564814570127</c:v>
                </c:pt>
                <c:pt idx="34374">
                  <c:v>0.39784722222248092</c:v>
                </c:pt>
                <c:pt idx="34375">
                  <c:v>0.39785879629198462</c:v>
                </c:pt>
                <c:pt idx="34376">
                  <c:v>0.39787037036876427</c:v>
                </c:pt>
                <c:pt idx="34377">
                  <c:v>0.39788194444554392</c:v>
                </c:pt>
                <c:pt idx="34378">
                  <c:v>0.39789351851504762</c:v>
                </c:pt>
                <c:pt idx="34379">
                  <c:v>0.39790509259182727</c:v>
                </c:pt>
                <c:pt idx="34380">
                  <c:v>0.39791666666133096</c:v>
                </c:pt>
                <c:pt idx="34381">
                  <c:v>0.39792824073811062</c:v>
                </c:pt>
                <c:pt idx="34382">
                  <c:v>0.39793981481489027</c:v>
                </c:pt>
                <c:pt idx="34383">
                  <c:v>0.39795138888439396</c:v>
                </c:pt>
                <c:pt idx="34384">
                  <c:v>0.39796296296117362</c:v>
                </c:pt>
                <c:pt idx="34385">
                  <c:v>0.39797453703795327</c:v>
                </c:pt>
                <c:pt idx="34386">
                  <c:v>0.39798611110745696</c:v>
                </c:pt>
                <c:pt idx="34387">
                  <c:v>0.39799768518423662</c:v>
                </c:pt>
                <c:pt idx="34388">
                  <c:v>0.39800925925374031</c:v>
                </c:pt>
                <c:pt idx="34389">
                  <c:v>0.39802083333051996</c:v>
                </c:pt>
                <c:pt idx="34390">
                  <c:v>0.39803240740729962</c:v>
                </c:pt>
                <c:pt idx="34391">
                  <c:v>0.39804398147680331</c:v>
                </c:pt>
                <c:pt idx="34392">
                  <c:v>0.39805555555358296</c:v>
                </c:pt>
                <c:pt idx="34393">
                  <c:v>0.39806712963036261</c:v>
                </c:pt>
                <c:pt idx="34394">
                  <c:v>0.39807870369986631</c:v>
                </c:pt>
                <c:pt idx="34395">
                  <c:v>0.39809027777664596</c:v>
                </c:pt>
                <c:pt idx="34396">
                  <c:v>0.39810185184614966</c:v>
                </c:pt>
                <c:pt idx="34397">
                  <c:v>0.39811342592292931</c:v>
                </c:pt>
                <c:pt idx="34398">
                  <c:v>0.39812499999970896</c:v>
                </c:pt>
                <c:pt idx="34399">
                  <c:v>0.39813657406921266</c:v>
                </c:pt>
                <c:pt idx="34400">
                  <c:v>0.39814814814599231</c:v>
                </c:pt>
                <c:pt idx="34401">
                  <c:v>0.39815972222277196</c:v>
                </c:pt>
                <c:pt idx="34402">
                  <c:v>0.39817129629227566</c:v>
                </c:pt>
                <c:pt idx="34403">
                  <c:v>0.39818287036905531</c:v>
                </c:pt>
                <c:pt idx="34404">
                  <c:v>0.398194444438559</c:v>
                </c:pt>
                <c:pt idx="34405">
                  <c:v>0.39820601851533866</c:v>
                </c:pt>
                <c:pt idx="34406">
                  <c:v>0.39821759259211831</c:v>
                </c:pt>
                <c:pt idx="34407">
                  <c:v>0.398229166661622</c:v>
                </c:pt>
                <c:pt idx="34408">
                  <c:v>0.39824074073840166</c:v>
                </c:pt>
                <c:pt idx="34409">
                  <c:v>0.39825231481518131</c:v>
                </c:pt>
                <c:pt idx="34410">
                  <c:v>0.398263888884685</c:v>
                </c:pt>
                <c:pt idx="34411">
                  <c:v>0.39827546296146465</c:v>
                </c:pt>
                <c:pt idx="34412">
                  <c:v>0.39828703703824431</c:v>
                </c:pt>
                <c:pt idx="34413">
                  <c:v>0.398298611107748</c:v>
                </c:pt>
                <c:pt idx="34414">
                  <c:v>0.39831018518452765</c:v>
                </c:pt>
                <c:pt idx="34415">
                  <c:v>0.39832175925403135</c:v>
                </c:pt>
                <c:pt idx="34416">
                  <c:v>0.398333333330811</c:v>
                </c:pt>
                <c:pt idx="34417">
                  <c:v>0.39834490740759065</c:v>
                </c:pt>
                <c:pt idx="34418">
                  <c:v>0.39835648147709435</c:v>
                </c:pt>
                <c:pt idx="34419">
                  <c:v>0.398368055553874</c:v>
                </c:pt>
                <c:pt idx="34420">
                  <c:v>0.39837962963065365</c:v>
                </c:pt>
                <c:pt idx="34421">
                  <c:v>0.39839120370015735</c:v>
                </c:pt>
                <c:pt idx="34422">
                  <c:v>0.398402777776937</c:v>
                </c:pt>
                <c:pt idx="34423">
                  <c:v>0.3984143518464407</c:v>
                </c:pt>
                <c:pt idx="34424">
                  <c:v>0.39842592592322035</c:v>
                </c:pt>
                <c:pt idx="34425">
                  <c:v>0.3984375</c:v>
                </c:pt>
                <c:pt idx="34426">
                  <c:v>0.39844907406950369</c:v>
                </c:pt>
                <c:pt idx="34427">
                  <c:v>0.39846064814628335</c:v>
                </c:pt>
                <c:pt idx="34428">
                  <c:v>0.398472222223063</c:v>
                </c:pt>
                <c:pt idx="34429">
                  <c:v>0.39848379629256669</c:v>
                </c:pt>
                <c:pt idx="34430">
                  <c:v>0.39849537036934635</c:v>
                </c:pt>
                <c:pt idx="34431">
                  <c:v>0.39850694443885004</c:v>
                </c:pt>
                <c:pt idx="34432">
                  <c:v>0.39851851851562969</c:v>
                </c:pt>
                <c:pt idx="34433">
                  <c:v>0.39853009259240935</c:v>
                </c:pt>
                <c:pt idx="34434">
                  <c:v>0.39854166666191304</c:v>
                </c:pt>
                <c:pt idx="34435">
                  <c:v>0.39855324073869269</c:v>
                </c:pt>
                <c:pt idx="34436">
                  <c:v>0.39856481481547235</c:v>
                </c:pt>
                <c:pt idx="34437">
                  <c:v>0.39857638888497604</c:v>
                </c:pt>
                <c:pt idx="34438">
                  <c:v>0.39858796296175569</c:v>
                </c:pt>
                <c:pt idx="34439">
                  <c:v>0.39859953703125939</c:v>
                </c:pt>
                <c:pt idx="34440">
                  <c:v>0.39861111110803904</c:v>
                </c:pt>
                <c:pt idx="34441">
                  <c:v>0.39862268518481869</c:v>
                </c:pt>
                <c:pt idx="34442">
                  <c:v>0.39863425925432239</c:v>
                </c:pt>
                <c:pt idx="34443">
                  <c:v>0.39864583333110204</c:v>
                </c:pt>
                <c:pt idx="34444">
                  <c:v>0.39865740740788169</c:v>
                </c:pt>
                <c:pt idx="34445">
                  <c:v>0.39866898147738539</c:v>
                </c:pt>
                <c:pt idx="34446">
                  <c:v>0.39868055555416504</c:v>
                </c:pt>
                <c:pt idx="34447">
                  <c:v>0.39869212963094469</c:v>
                </c:pt>
                <c:pt idx="34448">
                  <c:v>0.39870370370044839</c:v>
                </c:pt>
                <c:pt idx="34449">
                  <c:v>0.39871527777722804</c:v>
                </c:pt>
                <c:pt idx="34450">
                  <c:v>0.39872685184673173</c:v>
                </c:pt>
                <c:pt idx="34451">
                  <c:v>0.39873842592351139</c:v>
                </c:pt>
                <c:pt idx="34452">
                  <c:v>0.39875000000029104</c:v>
                </c:pt>
                <c:pt idx="34453">
                  <c:v>0.39876157406979473</c:v>
                </c:pt>
                <c:pt idx="34454">
                  <c:v>0.39877314814657439</c:v>
                </c:pt>
                <c:pt idx="34455">
                  <c:v>0.39878472222335404</c:v>
                </c:pt>
                <c:pt idx="34456">
                  <c:v>0.39879629629285773</c:v>
                </c:pt>
                <c:pt idx="34457">
                  <c:v>0.39880787036963739</c:v>
                </c:pt>
                <c:pt idx="34458">
                  <c:v>0.39881944443914108</c:v>
                </c:pt>
                <c:pt idx="34459">
                  <c:v>0.39883101851592073</c:v>
                </c:pt>
                <c:pt idx="34460">
                  <c:v>0.39884259259270038</c:v>
                </c:pt>
                <c:pt idx="34461">
                  <c:v>0.39885416666220408</c:v>
                </c:pt>
                <c:pt idx="34462">
                  <c:v>0.39886574073898373</c:v>
                </c:pt>
                <c:pt idx="34463">
                  <c:v>0.39887731481576338</c:v>
                </c:pt>
                <c:pt idx="34464">
                  <c:v>0.39888888888526708</c:v>
                </c:pt>
                <c:pt idx="34465">
                  <c:v>0.39890046296204673</c:v>
                </c:pt>
                <c:pt idx="34466">
                  <c:v>0.39891203703155043</c:v>
                </c:pt>
                <c:pt idx="34467">
                  <c:v>0.39892361110833008</c:v>
                </c:pt>
                <c:pt idx="34468">
                  <c:v>0.39893518518510973</c:v>
                </c:pt>
                <c:pt idx="34469">
                  <c:v>0.39894675925461343</c:v>
                </c:pt>
                <c:pt idx="34470">
                  <c:v>0.39895833333139308</c:v>
                </c:pt>
                <c:pt idx="34471">
                  <c:v>0.39896990740817273</c:v>
                </c:pt>
                <c:pt idx="34472">
                  <c:v>0.39898148147767643</c:v>
                </c:pt>
                <c:pt idx="34473">
                  <c:v>0.39899305555445608</c:v>
                </c:pt>
                <c:pt idx="34474">
                  <c:v>0.39900462962395977</c:v>
                </c:pt>
                <c:pt idx="34475">
                  <c:v>0.39901620370073942</c:v>
                </c:pt>
                <c:pt idx="34476">
                  <c:v>0.39902777777751908</c:v>
                </c:pt>
                <c:pt idx="34477">
                  <c:v>0.39903935184702277</c:v>
                </c:pt>
                <c:pt idx="34478">
                  <c:v>0.39905092592380242</c:v>
                </c:pt>
                <c:pt idx="34479">
                  <c:v>0.39906250000058208</c:v>
                </c:pt>
                <c:pt idx="34480">
                  <c:v>0.39907407407008577</c:v>
                </c:pt>
                <c:pt idx="34481">
                  <c:v>0.39908564814686542</c:v>
                </c:pt>
                <c:pt idx="34482">
                  <c:v>0.39909722221636912</c:v>
                </c:pt>
                <c:pt idx="34483">
                  <c:v>0.39910879629314877</c:v>
                </c:pt>
                <c:pt idx="34484">
                  <c:v>0.39912037036992842</c:v>
                </c:pt>
                <c:pt idx="34485">
                  <c:v>0.39913194443943212</c:v>
                </c:pt>
                <c:pt idx="34486">
                  <c:v>0.39914351851621177</c:v>
                </c:pt>
                <c:pt idx="34487">
                  <c:v>0.39915509259299142</c:v>
                </c:pt>
                <c:pt idx="34488">
                  <c:v>0.39916666666249512</c:v>
                </c:pt>
                <c:pt idx="34489">
                  <c:v>0.39917824073927477</c:v>
                </c:pt>
                <c:pt idx="34490">
                  <c:v>0.39918981481605442</c:v>
                </c:pt>
                <c:pt idx="34491">
                  <c:v>0.39920138888555812</c:v>
                </c:pt>
                <c:pt idx="34492">
                  <c:v>0.39921296296233777</c:v>
                </c:pt>
                <c:pt idx="34493">
                  <c:v>0.39922453703184146</c:v>
                </c:pt>
                <c:pt idx="34494">
                  <c:v>0.39923611110862112</c:v>
                </c:pt>
                <c:pt idx="34495">
                  <c:v>0.39924768518540077</c:v>
                </c:pt>
                <c:pt idx="34496">
                  <c:v>0.39925925925490446</c:v>
                </c:pt>
                <c:pt idx="34497">
                  <c:v>0.39927083333168412</c:v>
                </c:pt>
                <c:pt idx="34498">
                  <c:v>0.39928240740846377</c:v>
                </c:pt>
                <c:pt idx="34499">
                  <c:v>0.39929398147796746</c:v>
                </c:pt>
                <c:pt idx="34500">
                  <c:v>0.39930555555474712</c:v>
                </c:pt>
                <c:pt idx="34501">
                  <c:v>0.39931712962425081</c:v>
                </c:pt>
                <c:pt idx="34502">
                  <c:v>0.39932870370103046</c:v>
                </c:pt>
                <c:pt idx="34503">
                  <c:v>0.39934027777781012</c:v>
                </c:pt>
                <c:pt idx="34504">
                  <c:v>0.39935185184731381</c:v>
                </c:pt>
                <c:pt idx="34505">
                  <c:v>0.39936342592409346</c:v>
                </c:pt>
                <c:pt idx="34506">
                  <c:v>0.39937500000087311</c:v>
                </c:pt>
                <c:pt idx="34507">
                  <c:v>0.39938657407037681</c:v>
                </c:pt>
                <c:pt idx="34508">
                  <c:v>0.39939814814715646</c:v>
                </c:pt>
                <c:pt idx="34509">
                  <c:v>0.39940972221666016</c:v>
                </c:pt>
                <c:pt idx="34510">
                  <c:v>0.39942129629343981</c:v>
                </c:pt>
                <c:pt idx="34511">
                  <c:v>0.39943287037021946</c:v>
                </c:pt>
                <c:pt idx="34512">
                  <c:v>0.39944444443972316</c:v>
                </c:pt>
                <c:pt idx="34513">
                  <c:v>0.39945601851650281</c:v>
                </c:pt>
                <c:pt idx="34514">
                  <c:v>0.39946759259328246</c:v>
                </c:pt>
                <c:pt idx="34515">
                  <c:v>0.39947916666278616</c:v>
                </c:pt>
                <c:pt idx="34516">
                  <c:v>0.39949074073956581</c:v>
                </c:pt>
                <c:pt idx="34517">
                  <c:v>0.3995023148090695</c:v>
                </c:pt>
                <c:pt idx="34518">
                  <c:v>0.39951388888584916</c:v>
                </c:pt>
                <c:pt idx="34519">
                  <c:v>0.39952546296262881</c:v>
                </c:pt>
                <c:pt idx="34520">
                  <c:v>0.3995370370321325</c:v>
                </c:pt>
                <c:pt idx="34521">
                  <c:v>0.39954861110891216</c:v>
                </c:pt>
                <c:pt idx="34522">
                  <c:v>0.39956018518569181</c:v>
                </c:pt>
                <c:pt idx="34523">
                  <c:v>0.3995717592551955</c:v>
                </c:pt>
                <c:pt idx="34524">
                  <c:v>0.39958333333197515</c:v>
                </c:pt>
                <c:pt idx="34525">
                  <c:v>0.39959490740147885</c:v>
                </c:pt>
                <c:pt idx="34526">
                  <c:v>0.3996064814782585</c:v>
                </c:pt>
                <c:pt idx="34527">
                  <c:v>0.39961805555503815</c:v>
                </c:pt>
                <c:pt idx="34528">
                  <c:v>0.39962962962454185</c:v>
                </c:pt>
                <c:pt idx="34529">
                  <c:v>0.3996412037013215</c:v>
                </c:pt>
                <c:pt idx="34530">
                  <c:v>0.39965277777810115</c:v>
                </c:pt>
                <c:pt idx="34531">
                  <c:v>0.39966435184760485</c:v>
                </c:pt>
                <c:pt idx="34532">
                  <c:v>0.3996759259243845</c:v>
                </c:pt>
                <c:pt idx="34533">
                  <c:v>0.39968750000116415</c:v>
                </c:pt>
                <c:pt idx="34534">
                  <c:v>0.39969907407066785</c:v>
                </c:pt>
                <c:pt idx="34535">
                  <c:v>0.3997106481474475</c:v>
                </c:pt>
                <c:pt idx="34536">
                  <c:v>0.3997222222169512</c:v>
                </c:pt>
                <c:pt idx="34537">
                  <c:v>0.39973379629373085</c:v>
                </c:pt>
                <c:pt idx="34538">
                  <c:v>0.3997453703705105</c:v>
                </c:pt>
                <c:pt idx="34539">
                  <c:v>0.39975694444001419</c:v>
                </c:pt>
                <c:pt idx="34540">
                  <c:v>0.39976851851679385</c:v>
                </c:pt>
                <c:pt idx="34541">
                  <c:v>0.3997800925935735</c:v>
                </c:pt>
                <c:pt idx="34542">
                  <c:v>0.39979166666307719</c:v>
                </c:pt>
                <c:pt idx="34543">
                  <c:v>0.39980324073985685</c:v>
                </c:pt>
                <c:pt idx="34544">
                  <c:v>0.39981481480936054</c:v>
                </c:pt>
                <c:pt idx="34545">
                  <c:v>0.39982638888614019</c:v>
                </c:pt>
                <c:pt idx="34546">
                  <c:v>0.39983796296291985</c:v>
                </c:pt>
                <c:pt idx="34547">
                  <c:v>0.39984953703242354</c:v>
                </c:pt>
                <c:pt idx="34548">
                  <c:v>0.39986111110920319</c:v>
                </c:pt>
                <c:pt idx="34549">
                  <c:v>0.39987268518598285</c:v>
                </c:pt>
                <c:pt idx="34550">
                  <c:v>0.39988425925548654</c:v>
                </c:pt>
                <c:pt idx="34551">
                  <c:v>0.39989583333226619</c:v>
                </c:pt>
                <c:pt idx="34552">
                  <c:v>0.39990740740176989</c:v>
                </c:pt>
                <c:pt idx="34553">
                  <c:v>0.39991898147854954</c:v>
                </c:pt>
                <c:pt idx="34554">
                  <c:v>0.39993055555532919</c:v>
                </c:pt>
                <c:pt idx="34555">
                  <c:v>0.39994212962483289</c:v>
                </c:pt>
                <c:pt idx="34556">
                  <c:v>0.39995370370161254</c:v>
                </c:pt>
                <c:pt idx="34557">
                  <c:v>0.39996527777839219</c:v>
                </c:pt>
                <c:pt idx="34558">
                  <c:v>0.39997685184789589</c:v>
                </c:pt>
                <c:pt idx="34559">
                  <c:v>0.39998842592467554</c:v>
                </c:pt>
                <c:pt idx="34560">
                  <c:v>0.39999999999417923</c:v>
                </c:pt>
                <c:pt idx="34561">
                  <c:v>0.40001157407095889</c:v>
                </c:pt>
                <c:pt idx="34562">
                  <c:v>0.40002314814773854</c:v>
                </c:pt>
                <c:pt idx="34563">
                  <c:v>0.40003472221724223</c:v>
                </c:pt>
                <c:pt idx="34564">
                  <c:v>0.40004629629402189</c:v>
                </c:pt>
                <c:pt idx="34565">
                  <c:v>0.40005787037080154</c:v>
                </c:pt>
                <c:pt idx="34566">
                  <c:v>0.40006944444030523</c:v>
                </c:pt>
                <c:pt idx="34567">
                  <c:v>0.40008101851708489</c:v>
                </c:pt>
                <c:pt idx="34568">
                  <c:v>0.40009259259386454</c:v>
                </c:pt>
                <c:pt idx="34569">
                  <c:v>0.40010416666336823</c:v>
                </c:pt>
                <c:pt idx="34570">
                  <c:v>0.40011574074014788</c:v>
                </c:pt>
                <c:pt idx="34571">
                  <c:v>0.40012731480965158</c:v>
                </c:pt>
                <c:pt idx="34572">
                  <c:v>0.40013888888643123</c:v>
                </c:pt>
                <c:pt idx="34573">
                  <c:v>0.40015046296321088</c:v>
                </c:pt>
                <c:pt idx="34574">
                  <c:v>0.40016203703271458</c:v>
                </c:pt>
                <c:pt idx="34575">
                  <c:v>0.40017361110949423</c:v>
                </c:pt>
                <c:pt idx="34576">
                  <c:v>0.40018518518627388</c:v>
                </c:pt>
                <c:pt idx="34577">
                  <c:v>0.40019675925577758</c:v>
                </c:pt>
                <c:pt idx="34578">
                  <c:v>0.40020833333255723</c:v>
                </c:pt>
                <c:pt idx="34579">
                  <c:v>0.40021990740206093</c:v>
                </c:pt>
                <c:pt idx="34580">
                  <c:v>0.40023148147884058</c:v>
                </c:pt>
                <c:pt idx="34581">
                  <c:v>0.40024305555562023</c:v>
                </c:pt>
                <c:pt idx="34582">
                  <c:v>0.40025462962512393</c:v>
                </c:pt>
                <c:pt idx="34583">
                  <c:v>0.40026620370190358</c:v>
                </c:pt>
                <c:pt idx="34584">
                  <c:v>0.40027777777868323</c:v>
                </c:pt>
                <c:pt idx="34585">
                  <c:v>0.40028935184818693</c:v>
                </c:pt>
                <c:pt idx="34586">
                  <c:v>0.40030092592496658</c:v>
                </c:pt>
                <c:pt idx="34587">
                  <c:v>0.40031249999447027</c:v>
                </c:pt>
                <c:pt idx="34588">
                  <c:v>0.40032407407124992</c:v>
                </c:pt>
                <c:pt idx="34589">
                  <c:v>0.40033564814802958</c:v>
                </c:pt>
                <c:pt idx="34590">
                  <c:v>0.40034722221753327</c:v>
                </c:pt>
                <c:pt idx="34591">
                  <c:v>0.40035879629431292</c:v>
                </c:pt>
                <c:pt idx="34592">
                  <c:v>0.40037037037109258</c:v>
                </c:pt>
                <c:pt idx="34593">
                  <c:v>0.40038194444059627</c:v>
                </c:pt>
                <c:pt idx="34594">
                  <c:v>0.40039351851737592</c:v>
                </c:pt>
                <c:pt idx="34595">
                  <c:v>0.40040509258687962</c:v>
                </c:pt>
                <c:pt idx="34596">
                  <c:v>0.40041666666365927</c:v>
                </c:pt>
                <c:pt idx="34597">
                  <c:v>0.40042824074043892</c:v>
                </c:pt>
                <c:pt idx="34598">
                  <c:v>0.40043981480994262</c:v>
                </c:pt>
                <c:pt idx="34599">
                  <c:v>0.40045138888672227</c:v>
                </c:pt>
                <c:pt idx="34600">
                  <c:v>0.40046296296350192</c:v>
                </c:pt>
                <c:pt idx="34601">
                  <c:v>0.40047453703300562</c:v>
                </c:pt>
                <c:pt idx="34602">
                  <c:v>0.40048611110978527</c:v>
                </c:pt>
                <c:pt idx="34603">
                  <c:v>0.40049768517928896</c:v>
                </c:pt>
                <c:pt idx="34604">
                  <c:v>0.40050925925606862</c:v>
                </c:pt>
                <c:pt idx="34605">
                  <c:v>0.40052083333284827</c:v>
                </c:pt>
                <c:pt idx="34606">
                  <c:v>0.40053240740235196</c:v>
                </c:pt>
                <c:pt idx="34607">
                  <c:v>0.40054398147913162</c:v>
                </c:pt>
                <c:pt idx="34608">
                  <c:v>0.40055555555591127</c:v>
                </c:pt>
                <c:pt idx="34609">
                  <c:v>0.40056712962541496</c:v>
                </c:pt>
                <c:pt idx="34610">
                  <c:v>0.40057870370219462</c:v>
                </c:pt>
                <c:pt idx="34611">
                  <c:v>0.40059027777897427</c:v>
                </c:pt>
                <c:pt idx="34612">
                  <c:v>0.40060185184847796</c:v>
                </c:pt>
                <c:pt idx="34613">
                  <c:v>0.40061342592525762</c:v>
                </c:pt>
                <c:pt idx="34614">
                  <c:v>0.40062499999476131</c:v>
                </c:pt>
                <c:pt idx="34615">
                  <c:v>0.40063657407154096</c:v>
                </c:pt>
                <c:pt idx="34616">
                  <c:v>0.40064814814832062</c:v>
                </c:pt>
                <c:pt idx="34617">
                  <c:v>0.40065972221782431</c:v>
                </c:pt>
                <c:pt idx="34618">
                  <c:v>0.40067129629460396</c:v>
                </c:pt>
                <c:pt idx="34619">
                  <c:v>0.40068287037138361</c:v>
                </c:pt>
                <c:pt idx="34620">
                  <c:v>0.40069444444088731</c:v>
                </c:pt>
                <c:pt idx="34621">
                  <c:v>0.40070601851766696</c:v>
                </c:pt>
                <c:pt idx="34622">
                  <c:v>0.40071759258717066</c:v>
                </c:pt>
                <c:pt idx="34623">
                  <c:v>0.40072916666395031</c:v>
                </c:pt>
                <c:pt idx="34624">
                  <c:v>0.40074074074072996</c:v>
                </c:pt>
                <c:pt idx="34625">
                  <c:v>0.40075231481023366</c:v>
                </c:pt>
                <c:pt idx="34626">
                  <c:v>0.40076388888701331</c:v>
                </c:pt>
                <c:pt idx="34627">
                  <c:v>0.40077546296379296</c:v>
                </c:pt>
                <c:pt idx="34628">
                  <c:v>0.40078703703329666</c:v>
                </c:pt>
                <c:pt idx="34629">
                  <c:v>0.40079861111007631</c:v>
                </c:pt>
                <c:pt idx="34630">
                  <c:v>0.40081018517958</c:v>
                </c:pt>
                <c:pt idx="34631">
                  <c:v>0.40082175925635966</c:v>
                </c:pt>
                <c:pt idx="34632">
                  <c:v>0.40083333333313931</c:v>
                </c:pt>
                <c:pt idx="34633">
                  <c:v>0.400844907402643</c:v>
                </c:pt>
                <c:pt idx="34634">
                  <c:v>0.40085648147942265</c:v>
                </c:pt>
                <c:pt idx="34635">
                  <c:v>0.40086805555620231</c:v>
                </c:pt>
                <c:pt idx="34636">
                  <c:v>0.400879629625706</c:v>
                </c:pt>
                <c:pt idx="34637">
                  <c:v>0.40089120370248565</c:v>
                </c:pt>
                <c:pt idx="34638">
                  <c:v>0.40090277777198935</c:v>
                </c:pt>
                <c:pt idx="34639">
                  <c:v>0.400914351848769</c:v>
                </c:pt>
                <c:pt idx="34640">
                  <c:v>0.40092592592554865</c:v>
                </c:pt>
                <c:pt idx="34641">
                  <c:v>0.40093749999505235</c:v>
                </c:pt>
                <c:pt idx="34642">
                  <c:v>0.400949074071832</c:v>
                </c:pt>
                <c:pt idx="34643">
                  <c:v>0.40096064814861165</c:v>
                </c:pt>
                <c:pt idx="34644">
                  <c:v>0.40097222221811535</c:v>
                </c:pt>
                <c:pt idx="34645">
                  <c:v>0.400983796294895</c:v>
                </c:pt>
                <c:pt idx="34646">
                  <c:v>0.40099537037167465</c:v>
                </c:pt>
                <c:pt idx="34647">
                  <c:v>0.40100694444117835</c:v>
                </c:pt>
                <c:pt idx="34648">
                  <c:v>0.401018518517958</c:v>
                </c:pt>
                <c:pt idx="34649">
                  <c:v>0.4010300925874617</c:v>
                </c:pt>
                <c:pt idx="34650">
                  <c:v>0.40104166666424135</c:v>
                </c:pt>
                <c:pt idx="34651">
                  <c:v>0.401053240741021</c:v>
                </c:pt>
                <c:pt idx="34652">
                  <c:v>0.40106481481052469</c:v>
                </c:pt>
                <c:pt idx="34653">
                  <c:v>0.40107638888730435</c:v>
                </c:pt>
                <c:pt idx="34654">
                  <c:v>0.401087962964084</c:v>
                </c:pt>
                <c:pt idx="34655">
                  <c:v>0.40109953703358769</c:v>
                </c:pt>
                <c:pt idx="34656">
                  <c:v>0.40111111111036735</c:v>
                </c:pt>
                <c:pt idx="34657">
                  <c:v>0.40112268517987104</c:v>
                </c:pt>
                <c:pt idx="34658">
                  <c:v>0.40113425925665069</c:v>
                </c:pt>
                <c:pt idx="34659">
                  <c:v>0.40114583333343035</c:v>
                </c:pt>
                <c:pt idx="34660">
                  <c:v>0.40115740740293404</c:v>
                </c:pt>
                <c:pt idx="34661">
                  <c:v>0.40116898147971369</c:v>
                </c:pt>
                <c:pt idx="34662">
                  <c:v>0.40118055555649335</c:v>
                </c:pt>
                <c:pt idx="34663">
                  <c:v>0.40119212962599704</c:v>
                </c:pt>
                <c:pt idx="34664">
                  <c:v>0.40120370370277669</c:v>
                </c:pt>
                <c:pt idx="34665">
                  <c:v>0.40121527777228039</c:v>
                </c:pt>
                <c:pt idx="34666">
                  <c:v>0.40122685184906004</c:v>
                </c:pt>
                <c:pt idx="34667">
                  <c:v>0.40123842592583969</c:v>
                </c:pt>
                <c:pt idx="34668">
                  <c:v>0.40124999999534339</c:v>
                </c:pt>
                <c:pt idx="34669">
                  <c:v>0.40126157407212304</c:v>
                </c:pt>
                <c:pt idx="34670">
                  <c:v>0.40127314814890269</c:v>
                </c:pt>
                <c:pt idx="34671">
                  <c:v>0.40128472221840639</c:v>
                </c:pt>
                <c:pt idx="34672">
                  <c:v>0.40129629629518604</c:v>
                </c:pt>
                <c:pt idx="34673">
                  <c:v>0.40130787036468973</c:v>
                </c:pt>
                <c:pt idx="34674">
                  <c:v>0.40131944444146939</c:v>
                </c:pt>
                <c:pt idx="34675">
                  <c:v>0.40133101851824904</c:v>
                </c:pt>
                <c:pt idx="34676">
                  <c:v>0.40134259258775273</c:v>
                </c:pt>
                <c:pt idx="34677">
                  <c:v>0.40135416666453239</c:v>
                </c:pt>
                <c:pt idx="34678">
                  <c:v>0.40136574074131204</c:v>
                </c:pt>
                <c:pt idx="34679">
                  <c:v>0.40137731481081573</c:v>
                </c:pt>
                <c:pt idx="34680">
                  <c:v>0.40138888888759539</c:v>
                </c:pt>
                <c:pt idx="34681">
                  <c:v>0.40140046295709908</c:v>
                </c:pt>
                <c:pt idx="34682">
                  <c:v>0.40141203703387873</c:v>
                </c:pt>
                <c:pt idx="34683">
                  <c:v>0.40142361111065838</c:v>
                </c:pt>
                <c:pt idx="34684">
                  <c:v>0.40143518518016208</c:v>
                </c:pt>
                <c:pt idx="34685">
                  <c:v>0.40144675925694173</c:v>
                </c:pt>
                <c:pt idx="34686">
                  <c:v>0.40145833333372138</c:v>
                </c:pt>
                <c:pt idx="34687">
                  <c:v>0.40146990740322508</c:v>
                </c:pt>
                <c:pt idx="34688">
                  <c:v>0.40148148148000473</c:v>
                </c:pt>
                <c:pt idx="34689">
                  <c:v>0.40149305555678438</c:v>
                </c:pt>
                <c:pt idx="34690">
                  <c:v>0.40150462962628808</c:v>
                </c:pt>
                <c:pt idx="34691">
                  <c:v>0.40151620370306773</c:v>
                </c:pt>
                <c:pt idx="34692">
                  <c:v>0.40152777777257143</c:v>
                </c:pt>
                <c:pt idx="34693">
                  <c:v>0.40153935184935108</c:v>
                </c:pt>
                <c:pt idx="34694">
                  <c:v>0.40155092592613073</c:v>
                </c:pt>
                <c:pt idx="34695">
                  <c:v>0.40156249999563443</c:v>
                </c:pt>
                <c:pt idx="34696">
                  <c:v>0.40157407407241408</c:v>
                </c:pt>
                <c:pt idx="34697">
                  <c:v>0.40158564814919373</c:v>
                </c:pt>
                <c:pt idx="34698">
                  <c:v>0.40159722221869742</c:v>
                </c:pt>
                <c:pt idx="34699">
                  <c:v>0.40160879629547708</c:v>
                </c:pt>
                <c:pt idx="34700">
                  <c:v>0.40162037036498077</c:v>
                </c:pt>
                <c:pt idx="34701">
                  <c:v>0.40163194444176042</c:v>
                </c:pt>
                <c:pt idx="34702">
                  <c:v>0.40164351851854008</c:v>
                </c:pt>
                <c:pt idx="34703">
                  <c:v>0.40165509258804377</c:v>
                </c:pt>
                <c:pt idx="34704">
                  <c:v>0.40166666666482342</c:v>
                </c:pt>
                <c:pt idx="34705">
                  <c:v>0.40167824074160308</c:v>
                </c:pt>
                <c:pt idx="34706">
                  <c:v>0.40168981481110677</c:v>
                </c:pt>
                <c:pt idx="34707">
                  <c:v>0.40170138888788642</c:v>
                </c:pt>
                <c:pt idx="34708">
                  <c:v>0.40171296295739012</c:v>
                </c:pt>
                <c:pt idx="34709">
                  <c:v>0.40172453703416977</c:v>
                </c:pt>
                <c:pt idx="34710">
                  <c:v>0.40173611111094942</c:v>
                </c:pt>
                <c:pt idx="34711">
                  <c:v>0.40174768518045312</c:v>
                </c:pt>
                <c:pt idx="34712">
                  <c:v>0.40175925925723277</c:v>
                </c:pt>
                <c:pt idx="34713">
                  <c:v>0.40177083333401242</c:v>
                </c:pt>
                <c:pt idx="34714">
                  <c:v>0.40178240740351612</c:v>
                </c:pt>
                <c:pt idx="34715">
                  <c:v>0.40179398148029577</c:v>
                </c:pt>
                <c:pt idx="34716">
                  <c:v>0.40180555554979946</c:v>
                </c:pt>
                <c:pt idx="34717">
                  <c:v>0.40181712962657912</c:v>
                </c:pt>
                <c:pt idx="34718">
                  <c:v>0.40182870370335877</c:v>
                </c:pt>
                <c:pt idx="34719">
                  <c:v>0.40184027777286246</c:v>
                </c:pt>
                <c:pt idx="34720">
                  <c:v>0.40185185184964212</c:v>
                </c:pt>
                <c:pt idx="34721">
                  <c:v>0.40186342592642177</c:v>
                </c:pt>
                <c:pt idx="34722">
                  <c:v>0.40187499999592546</c:v>
                </c:pt>
                <c:pt idx="34723">
                  <c:v>0.40188657407270512</c:v>
                </c:pt>
                <c:pt idx="34724">
                  <c:v>0.40189814814948477</c:v>
                </c:pt>
                <c:pt idx="34725">
                  <c:v>0.40190972221898846</c:v>
                </c:pt>
                <c:pt idx="34726">
                  <c:v>0.40192129629576812</c:v>
                </c:pt>
                <c:pt idx="34727">
                  <c:v>0.40193287036527181</c:v>
                </c:pt>
                <c:pt idx="34728">
                  <c:v>0.40194444444205146</c:v>
                </c:pt>
                <c:pt idx="34729">
                  <c:v>0.40195601851883112</c:v>
                </c:pt>
                <c:pt idx="34730">
                  <c:v>0.40196759258833481</c:v>
                </c:pt>
                <c:pt idx="34731">
                  <c:v>0.40197916666511446</c:v>
                </c:pt>
                <c:pt idx="34732">
                  <c:v>0.40199074074189411</c:v>
                </c:pt>
                <c:pt idx="34733">
                  <c:v>0.40200231481139781</c:v>
                </c:pt>
                <c:pt idx="34734">
                  <c:v>0.40201388888817746</c:v>
                </c:pt>
                <c:pt idx="34735">
                  <c:v>0.40202546295768116</c:v>
                </c:pt>
                <c:pt idx="34736">
                  <c:v>0.40203703703446081</c:v>
                </c:pt>
                <c:pt idx="34737">
                  <c:v>0.40204861111124046</c:v>
                </c:pt>
                <c:pt idx="34738">
                  <c:v>0.40206018518074416</c:v>
                </c:pt>
                <c:pt idx="34739">
                  <c:v>0.40207175925752381</c:v>
                </c:pt>
                <c:pt idx="34740">
                  <c:v>0.40208333333430346</c:v>
                </c:pt>
                <c:pt idx="34741">
                  <c:v>0.40209490740380716</c:v>
                </c:pt>
                <c:pt idx="34742">
                  <c:v>0.40210648148058681</c:v>
                </c:pt>
                <c:pt idx="34743">
                  <c:v>0.4021180555500905</c:v>
                </c:pt>
                <c:pt idx="34744">
                  <c:v>0.40212962962687016</c:v>
                </c:pt>
                <c:pt idx="34745">
                  <c:v>0.40214120370364981</c:v>
                </c:pt>
                <c:pt idx="34746">
                  <c:v>0.4021527777731535</c:v>
                </c:pt>
                <c:pt idx="34747">
                  <c:v>0.40216435184993315</c:v>
                </c:pt>
                <c:pt idx="34748">
                  <c:v>0.40217592592671281</c:v>
                </c:pt>
                <c:pt idx="34749">
                  <c:v>0.4021874999962165</c:v>
                </c:pt>
                <c:pt idx="34750">
                  <c:v>0.40219907407299615</c:v>
                </c:pt>
                <c:pt idx="34751">
                  <c:v>0.40221064814249985</c:v>
                </c:pt>
                <c:pt idx="34752">
                  <c:v>0.4022222222192795</c:v>
                </c:pt>
                <c:pt idx="34753">
                  <c:v>0.40223379629605915</c:v>
                </c:pt>
                <c:pt idx="34754">
                  <c:v>0.40224537036556285</c:v>
                </c:pt>
                <c:pt idx="34755">
                  <c:v>0.4022569444423425</c:v>
                </c:pt>
                <c:pt idx="34756">
                  <c:v>0.40226851851912215</c:v>
                </c:pt>
                <c:pt idx="34757">
                  <c:v>0.40228009258862585</c:v>
                </c:pt>
                <c:pt idx="34758">
                  <c:v>0.4022916666654055</c:v>
                </c:pt>
                <c:pt idx="34759">
                  <c:v>0.4023032407349092</c:v>
                </c:pt>
                <c:pt idx="34760">
                  <c:v>0.40231481481168885</c:v>
                </c:pt>
                <c:pt idx="34761">
                  <c:v>0.4023263888884685</c:v>
                </c:pt>
                <c:pt idx="34762">
                  <c:v>0.40233796295797219</c:v>
                </c:pt>
                <c:pt idx="34763">
                  <c:v>0.40234953703475185</c:v>
                </c:pt>
                <c:pt idx="34764">
                  <c:v>0.4023611111115315</c:v>
                </c:pt>
                <c:pt idx="34765">
                  <c:v>0.40237268518103519</c:v>
                </c:pt>
                <c:pt idx="34766">
                  <c:v>0.40238425925781485</c:v>
                </c:pt>
                <c:pt idx="34767">
                  <c:v>0.4023958333345945</c:v>
                </c:pt>
                <c:pt idx="34768">
                  <c:v>0.40240740740409819</c:v>
                </c:pt>
                <c:pt idx="34769">
                  <c:v>0.40241898148087785</c:v>
                </c:pt>
                <c:pt idx="34770">
                  <c:v>0.40243055555038154</c:v>
                </c:pt>
                <c:pt idx="34771">
                  <c:v>0.40244212962716119</c:v>
                </c:pt>
                <c:pt idx="34772">
                  <c:v>0.40245370370394085</c:v>
                </c:pt>
                <c:pt idx="34773">
                  <c:v>0.40246527777344454</c:v>
                </c:pt>
                <c:pt idx="34774">
                  <c:v>0.40247685185022419</c:v>
                </c:pt>
                <c:pt idx="34775">
                  <c:v>0.40248842592700385</c:v>
                </c:pt>
                <c:pt idx="34776">
                  <c:v>0.40249999999650754</c:v>
                </c:pt>
                <c:pt idx="34777">
                  <c:v>0.40251157407328719</c:v>
                </c:pt>
                <c:pt idx="34778">
                  <c:v>0.40252314814279089</c:v>
                </c:pt>
                <c:pt idx="34779">
                  <c:v>0.40253472221957054</c:v>
                </c:pt>
                <c:pt idx="34780">
                  <c:v>0.40254629629635019</c:v>
                </c:pt>
                <c:pt idx="34781">
                  <c:v>0.40255787036585389</c:v>
                </c:pt>
                <c:pt idx="34782">
                  <c:v>0.40256944444263354</c:v>
                </c:pt>
                <c:pt idx="34783">
                  <c:v>0.40258101851941319</c:v>
                </c:pt>
                <c:pt idx="34784">
                  <c:v>0.40259259258891689</c:v>
                </c:pt>
                <c:pt idx="34785">
                  <c:v>0.40260416666569654</c:v>
                </c:pt>
                <c:pt idx="34786">
                  <c:v>0.40261574073520023</c:v>
                </c:pt>
                <c:pt idx="34787">
                  <c:v>0.40262731481197989</c:v>
                </c:pt>
                <c:pt idx="34788">
                  <c:v>0.40263888888875954</c:v>
                </c:pt>
                <c:pt idx="34789">
                  <c:v>0.40265046295826323</c:v>
                </c:pt>
                <c:pt idx="34790">
                  <c:v>0.40266203703504289</c:v>
                </c:pt>
                <c:pt idx="34791">
                  <c:v>0.40267361111182254</c:v>
                </c:pt>
                <c:pt idx="34792">
                  <c:v>0.40268518518132623</c:v>
                </c:pt>
                <c:pt idx="34793">
                  <c:v>0.40269675925810589</c:v>
                </c:pt>
                <c:pt idx="34794">
                  <c:v>0.40270833332760958</c:v>
                </c:pt>
                <c:pt idx="34795">
                  <c:v>0.40271990740438923</c:v>
                </c:pt>
                <c:pt idx="34796">
                  <c:v>0.40273148148116888</c:v>
                </c:pt>
                <c:pt idx="34797">
                  <c:v>0.40274305555067258</c:v>
                </c:pt>
                <c:pt idx="34798">
                  <c:v>0.40275462962745223</c:v>
                </c:pt>
                <c:pt idx="34799">
                  <c:v>0.40276620370423188</c:v>
                </c:pt>
                <c:pt idx="34800">
                  <c:v>0.40277777777373558</c:v>
                </c:pt>
                <c:pt idx="34801">
                  <c:v>0.40278935185051523</c:v>
                </c:pt>
                <c:pt idx="34802">
                  <c:v>0.40280092592001893</c:v>
                </c:pt>
                <c:pt idx="34803">
                  <c:v>0.40281249999679858</c:v>
                </c:pt>
                <c:pt idx="34804">
                  <c:v>0.40282407407357823</c:v>
                </c:pt>
                <c:pt idx="34805">
                  <c:v>0.40283564814308193</c:v>
                </c:pt>
                <c:pt idx="34806">
                  <c:v>0.40284722221986158</c:v>
                </c:pt>
                <c:pt idx="34807">
                  <c:v>0.40285879629664123</c:v>
                </c:pt>
                <c:pt idx="34808">
                  <c:v>0.40287037036614493</c:v>
                </c:pt>
                <c:pt idx="34809">
                  <c:v>0.40288194444292458</c:v>
                </c:pt>
                <c:pt idx="34810">
                  <c:v>0.40289351851970423</c:v>
                </c:pt>
                <c:pt idx="34811">
                  <c:v>0.40290509258920792</c:v>
                </c:pt>
                <c:pt idx="34812">
                  <c:v>0.40291666666598758</c:v>
                </c:pt>
                <c:pt idx="34813">
                  <c:v>0.40292824073549127</c:v>
                </c:pt>
                <c:pt idx="34814">
                  <c:v>0.40293981481227092</c:v>
                </c:pt>
                <c:pt idx="34815">
                  <c:v>0.40295138888905058</c:v>
                </c:pt>
                <c:pt idx="34816">
                  <c:v>0.40296296295855427</c:v>
                </c:pt>
                <c:pt idx="34817">
                  <c:v>0.40297453703533392</c:v>
                </c:pt>
                <c:pt idx="34818">
                  <c:v>0.40298611111211358</c:v>
                </c:pt>
                <c:pt idx="34819">
                  <c:v>0.40299768518161727</c:v>
                </c:pt>
                <c:pt idx="34820">
                  <c:v>0.40300925925839692</c:v>
                </c:pt>
                <c:pt idx="34821">
                  <c:v>0.40302083332790062</c:v>
                </c:pt>
                <c:pt idx="34822">
                  <c:v>0.40303240740468027</c:v>
                </c:pt>
                <c:pt idx="34823">
                  <c:v>0.40304398148145992</c:v>
                </c:pt>
                <c:pt idx="34824">
                  <c:v>0.40305555555096362</c:v>
                </c:pt>
                <c:pt idx="34825">
                  <c:v>0.40306712962774327</c:v>
                </c:pt>
                <c:pt idx="34826">
                  <c:v>0.40307870370452292</c:v>
                </c:pt>
                <c:pt idx="34827">
                  <c:v>0.40309027777402662</c:v>
                </c:pt>
                <c:pt idx="34828">
                  <c:v>0.40310185185080627</c:v>
                </c:pt>
                <c:pt idx="34829">
                  <c:v>0.40311342592030996</c:v>
                </c:pt>
                <c:pt idx="34830">
                  <c:v>0.40312499999708962</c:v>
                </c:pt>
                <c:pt idx="34831">
                  <c:v>0.40313657407386927</c:v>
                </c:pt>
                <c:pt idx="34832">
                  <c:v>0.40314814814337296</c:v>
                </c:pt>
                <c:pt idx="34833">
                  <c:v>0.40315972222015262</c:v>
                </c:pt>
                <c:pt idx="34834">
                  <c:v>0.40317129629693227</c:v>
                </c:pt>
                <c:pt idx="34835">
                  <c:v>0.40318287036643596</c:v>
                </c:pt>
                <c:pt idx="34836">
                  <c:v>0.40319444444321562</c:v>
                </c:pt>
                <c:pt idx="34837">
                  <c:v>0.40320601851271931</c:v>
                </c:pt>
                <c:pt idx="34838">
                  <c:v>0.40321759258949896</c:v>
                </c:pt>
                <c:pt idx="34839">
                  <c:v>0.40322916666627862</c:v>
                </c:pt>
                <c:pt idx="34840">
                  <c:v>0.40324074073578231</c:v>
                </c:pt>
                <c:pt idx="34841">
                  <c:v>0.40325231481256196</c:v>
                </c:pt>
                <c:pt idx="34842">
                  <c:v>0.40326388888934162</c:v>
                </c:pt>
                <c:pt idx="34843">
                  <c:v>0.40327546295884531</c:v>
                </c:pt>
                <c:pt idx="34844">
                  <c:v>0.40328703703562496</c:v>
                </c:pt>
                <c:pt idx="34845">
                  <c:v>0.40329861111240461</c:v>
                </c:pt>
                <c:pt idx="34846">
                  <c:v>0.40331018518190831</c:v>
                </c:pt>
                <c:pt idx="34847">
                  <c:v>0.40332175925868796</c:v>
                </c:pt>
                <c:pt idx="34848">
                  <c:v>0.40333333332819166</c:v>
                </c:pt>
                <c:pt idx="34849">
                  <c:v>0.40334490740497131</c:v>
                </c:pt>
                <c:pt idx="34850">
                  <c:v>0.40335648148175096</c:v>
                </c:pt>
                <c:pt idx="34851">
                  <c:v>0.40336805555125466</c:v>
                </c:pt>
                <c:pt idx="34852">
                  <c:v>0.40337962962803431</c:v>
                </c:pt>
                <c:pt idx="34853">
                  <c:v>0.40339120370481396</c:v>
                </c:pt>
                <c:pt idx="34854">
                  <c:v>0.40340277777431766</c:v>
                </c:pt>
                <c:pt idx="34855">
                  <c:v>0.40341435185109731</c:v>
                </c:pt>
                <c:pt idx="34856">
                  <c:v>0.403425925920601</c:v>
                </c:pt>
                <c:pt idx="34857">
                  <c:v>0.40343749999738066</c:v>
                </c:pt>
                <c:pt idx="34858">
                  <c:v>0.40344907407416031</c:v>
                </c:pt>
                <c:pt idx="34859">
                  <c:v>0.403460648143664</c:v>
                </c:pt>
                <c:pt idx="34860">
                  <c:v>0.40347222222044365</c:v>
                </c:pt>
                <c:pt idx="34861">
                  <c:v>0.40348379629722331</c:v>
                </c:pt>
                <c:pt idx="34862">
                  <c:v>0.403495370366727</c:v>
                </c:pt>
                <c:pt idx="34863">
                  <c:v>0.40350694444350665</c:v>
                </c:pt>
                <c:pt idx="34864">
                  <c:v>0.40351851851301035</c:v>
                </c:pt>
                <c:pt idx="34865">
                  <c:v>0.40353009258979</c:v>
                </c:pt>
                <c:pt idx="34866">
                  <c:v>0.40354166666656965</c:v>
                </c:pt>
                <c:pt idx="34867">
                  <c:v>0.40355324073607335</c:v>
                </c:pt>
                <c:pt idx="34868">
                  <c:v>0.403564814812853</c:v>
                </c:pt>
                <c:pt idx="34869">
                  <c:v>0.40357638888963265</c:v>
                </c:pt>
                <c:pt idx="34870">
                  <c:v>0.40358796295913635</c:v>
                </c:pt>
                <c:pt idx="34871">
                  <c:v>0.403599537035916</c:v>
                </c:pt>
                <c:pt idx="34872">
                  <c:v>0.4036111111054197</c:v>
                </c:pt>
                <c:pt idx="34873">
                  <c:v>0.40362268518219935</c:v>
                </c:pt>
                <c:pt idx="34874">
                  <c:v>0.403634259258979</c:v>
                </c:pt>
                <c:pt idx="34875">
                  <c:v>0.40364583332848269</c:v>
                </c:pt>
                <c:pt idx="34876">
                  <c:v>0.40365740740526235</c:v>
                </c:pt>
                <c:pt idx="34877">
                  <c:v>0.403668981482042</c:v>
                </c:pt>
                <c:pt idx="34878">
                  <c:v>0.40368055555154569</c:v>
                </c:pt>
                <c:pt idx="34879">
                  <c:v>0.40369212962832535</c:v>
                </c:pt>
                <c:pt idx="34880">
                  <c:v>0.40370370369782904</c:v>
                </c:pt>
                <c:pt idx="34881">
                  <c:v>0.40371527777460869</c:v>
                </c:pt>
                <c:pt idx="34882">
                  <c:v>0.40372685185138835</c:v>
                </c:pt>
                <c:pt idx="34883">
                  <c:v>0.40373842592089204</c:v>
                </c:pt>
                <c:pt idx="34884">
                  <c:v>0.40374999999767169</c:v>
                </c:pt>
                <c:pt idx="34885">
                  <c:v>0.40376157407445135</c:v>
                </c:pt>
                <c:pt idx="34886">
                  <c:v>0.40377314814395504</c:v>
                </c:pt>
                <c:pt idx="34887">
                  <c:v>0.40378472222073469</c:v>
                </c:pt>
                <c:pt idx="34888">
                  <c:v>0.40379629629751435</c:v>
                </c:pt>
                <c:pt idx="34889">
                  <c:v>0.40380787036701804</c:v>
                </c:pt>
                <c:pt idx="34890">
                  <c:v>0.40381944444379769</c:v>
                </c:pt>
                <c:pt idx="34891">
                  <c:v>0.40383101851330139</c:v>
                </c:pt>
                <c:pt idx="34892">
                  <c:v>0.40384259259008104</c:v>
                </c:pt>
                <c:pt idx="34893">
                  <c:v>0.40385416666686069</c:v>
                </c:pt>
                <c:pt idx="34894">
                  <c:v>0.40386574073636439</c:v>
                </c:pt>
                <c:pt idx="34895">
                  <c:v>0.40387731481314404</c:v>
                </c:pt>
                <c:pt idx="34896">
                  <c:v>0.40388888888992369</c:v>
                </c:pt>
                <c:pt idx="34897">
                  <c:v>0.40390046295942739</c:v>
                </c:pt>
                <c:pt idx="34898">
                  <c:v>0.40391203703620704</c:v>
                </c:pt>
                <c:pt idx="34899">
                  <c:v>0.40392361110571073</c:v>
                </c:pt>
                <c:pt idx="34900">
                  <c:v>0.40393518518249039</c:v>
                </c:pt>
                <c:pt idx="34901">
                  <c:v>0.40394675925927004</c:v>
                </c:pt>
                <c:pt idx="34902">
                  <c:v>0.40395833332877373</c:v>
                </c:pt>
                <c:pt idx="34903">
                  <c:v>0.40396990740555339</c:v>
                </c:pt>
                <c:pt idx="34904">
                  <c:v>0.40398148148233304</c:v>
                </c:pt>
                <c:pt idx="34905">
                  <c:v>0.40399305555183673</c:v>
                </c:pt>
                <c:pt idx="34906">
                  <c:v>0.40400462962861639</c:v>
                </c:pt>
                <c:pt idx="34907">
                  <c:v>0.40401620369812008</c:v>
                </c:pt>
                <c:pt idx="34908">
                  <c:v>0.40402777777489973</c:v>
                </c:pt>
                <c:pt idx="34909">
                  <c:v>0.40403935185167938</c:v>
                </c:pt>
                <c:pt idx="34910">
                  <c:v>0.40405092592118308</c:v>
                </c:pt>
                <c:pt idx="34911">
                  <c:v>0.40406249999796273</c:v>
                </c:pt>
                <c:pt idx="34912">
                  <c:v>0.40407407407474238</c:v>
                </c:pt>
                <c:pt idx="34913">
                  <c:v>0.40408564814424608</c:v>
                </c:pt>
                <c:pt idx="34914">
                  <c:v>0.40409722222102573</c:v>
                </c:pt>
                <c:pt idx="34915">
                  <c:v>0.40410879629052943</c:v>
                </c:pt>
                <c:pt idx="34916">
                  <c:v>0.40412037036730908</c:v>
                </c:pt>
                <c:pt idx="34917">
                  <c:v>0.40413194444408873</c:v>
                </c:pt>
                <c:pt idx="34918">
                  <c:v>0.40414351851359243</c:v>
                </c:pt>
                <c:pt idx="34919">
                  <c:v>0.40415509259037208</c:v>
                </c:pt>
                <c:pt idx="34920">
                  <c:v>0.40416666666715173</c:v>
                </c:pt>
                <c:pt idx="34921">
                  <c:v>0.40417824073665543</c:v>
                </c:pt>
                <c:pt idx="34922">
                  <c:v>0.40418981481343508</c:v>
                </c:pt>
                <c:pt idx="34923">
                  <c:v>0.40420138889021473</c:v>
                </c:pt>
                <c:pt idx="34924">
                  <c:v>0.40421296295971842</c:v>
                </c:pt>
                <c:pt idx="34925">
                  <c:v>0.40422453703649808</c:v>
                </c:pt>
                <c:pt idx="34926">
                  <c:v>0.40423611110600177</c:v>
                </c:pt>
                <c:pt idx="34927">
                  <c:v>0.40424768518278142</c:v>
                </c:pt>
                <c:pt idx="34928">
                  <c:v>0.40425925925956108</c:v>
                </c:pt>
                <c:pt idx="34929">
                  <c:v>0.40427083332906477</c:v>
                </c:pt>
                <c:pt idx="34930">
                  <c:v>0.40428240740584442</c:v>
                </c:pt>
                <c:pt idx="34931">
                  <c:v>0.40429398148262408</c:v>
                </c:pt>
                <c:pt idx="34932">
                  <c:v>0.40430555555212777</c:v>
                </c:pt>
                <c:pt idx="34933">
                  <c:v>0.40431712962890742</c:v>
                </c:pt>
                <c:pt idx="34934">
                  <c:v>0.40432870369841112</c:v>
                </c:pt>
                <c:pt idx="34935">
                  <c:v>0.40434027777519077</c:v>
                </c:pt>
                <c:pt idx="34936">
                  <c:v>0.40435185185197042</c:v>
                </c:pt>
                <c:pt idx="34937">
                  <c:v>0.40436342592147412</c:v>
                </c:pt>
                <c:pt idx="34938">
                  <c:v>0.40437499999825377</c:v>
                </c:pt>
                <c:pt idx="34939">
                  <c:v>0.40438657407503342</c:v>
                </c:pt>
                <c:pt idx="34940">
                  <c:v>0.40439814814453712</c:v>
                </c:pt>
                <c:pt idx="34941">
                  <c:v>0.40440972222131677</c:v>
                </c:pt>
                <c:pt idx="34942">
                  <c:v>0.40442129629082046</c:v>
                </c:pt>
                <c:pt idx="34943">
                  <c:v>0.40443287036760012</c:v>
                </c:pt>
                <c:pt idx="34944">
                  <c:v>0.40444444444437977</c:v>
                </c:pt>
                <c:pt idx="34945">
                  <c:v>0.40445601851388346</c:v>
                </c:pt>
                <c:pt idx="34946">
                  <c:v>0.40446759259066312</c:v>
                </c:pt>
                <c:pt idx="34947">
                  <c:v>0.40447916666744277</c:v>
                </c:pt>
                <c:pt idx="34948">
                  <c:v>0.40449074073694646</c:v>
                </c:pt>
                <c:pt idx="34949">
                  <c:v>0.40450231481372612</c:v>
                </c:pt>
                <c:pt idx="34950">
                  <c:v>0.40451388888322981</c:v>
                </c:pt>
                <c:pt idx="34951">
                  <c:v>0.40452546296000946</c:v>
                </c:pt>
                <c:pt idx="34952">
                  <c:v>0.40453703703678912</c:v>
                </c:pt>
                <c:pt idx="34953">
                  <c:v>0.40454861110629281</c:v>
                </c:pt>
                <c:pt idx="34954">
                  <c:v>0.40456018518307246</c:v>
                </c:pt>
                <c:pt idx="34955">
                  <c:v>0.40457175925985212</c:v>
                </c:pt>
                <c:pt idx="34956">
                  <c:v>0.40458333332935581</c:v>
                </c:pt>
                <c:pt idx="34957">
                  <c:v>0.40459490740613546</c:v>
                </c:pt>
                <c:pt idx="34958">
                  <c:v>0.40460648147563916</c:v>
                </c:pt>
                <c:pt idx="34959">
                  <c:v>0.40461805555241881</c:v>
                </c:pt>
                <c:pt idx="34960">
                  <c:v>0.40462962962919846</c:v>
                </c:pt>
                <c:pt idx="34961">
                  <c:v>0.40464120369870216</c:v>
                </c:pt>
                <c:pt idx="34962">
                  <c:v>0.40465277777548181</c:v>
                </c:pt>
                <c:pt idx="34963">
                  <c:v>0.40466435185226146</c:v>
                </c:pt>
                <c:pt idx="34964">
                  <c:v>0.40467592592176516</c:v>
                </c:pt>
                <c:pt idx="34965">
                  <c:v>0.40468749999854481</c:v>
                </c:pt>
                <c:pt idx="34966">
                  <c:v>0.40469907407532446</c:v>
                </c:pt>
                <c:pt idx="34967">
                  <c:v>0.40471064814482816</c:v>
                </c:pt>
                <c:pt idx="34968">
                  <c:v>0.40472222222160781</c:v>
                </c:pt>
                <c:pt idx="34969">
                  <c:v>0.4047337962911115</c:v>
                </c:pt>
                <c:pt idx="34970">
                  <c:v>0.40474537036789116</c:v>
                </c:pt>
                <c:pt idx="34971">
                  <c:v>0.40475694444467081</c:v>
                </c:pt>
                <c:pt idx="34972">
                  <c:v>0.4047685185141745</c:v>
                </c:pt>
                <c:pt idx="34973">
                  <c:v>0.40478009259095415</c:v>
                </c:pt>
                <c:pt idx="34974">
                  <c:v>0.40479166666773381</c:v>
                </c:pt>
                <c:pt idx="34975">
                  <c:v>0.4048032407372375</c:v>
                </c:pt>
                <c:pt idx="34976">
                  <c:v>0.40481481481401715</c:v>
                </c:pt>
                <c:pt idx="34977">
                  <c:v>0.40482638888352085</c:v>
                </c:pt>
                <c:pt idx="34978">
                  <c:v>0.4048379629603005</c:v>
                </c:pt>
                <c:pt idx="34979">
                  <c:v>0.40484953703708015</c:v>
                </c:pt>
                <c:pt idx="34980">
                  <c:v>0.40486111110658385</c:v>
                </c:pt>
                <c:pt idx="34981">
                  <c:v>0.4048726851833635</c:v>
                </c:pt>
                <c:pt idx="34982">
                  <c:v>0.40488425926014315</c:v>
                </c:pt>
                <c:pt idx="34983">
                  <c:v>0.40489583332964685</c:v>
                </c:pt>
                <c:pt idx="34984">
                  <c:v>0.4049074074064265</c:v>
                </c:pt>
                <c:pt idx="34985">
                  <c:v>0.4049189814759302</c:v>
                </c:pt>
                <c:pt idx="34986">
                  <c:v>0.40493055555270985</c:v>
                </c:pt>
                <c:pt idx="34987">
                  <c:v>0.4049421296294895</c:v>
                </c:pt>
                <c:pt idx="34988">
                  <c:v>0.40495370369899319</c:v>
                </c:pt>
                <c:pt idx="34989">
                  <c:v>0.40496527777577285</c:v>
                </c:pt>
                <c:pt idx="34990">
                  <c:v>0.4049768518525525</c:v>
                </c:pt>
                <c:pt idx="34991">
                  <c:v>0.40498842592205619</c:v>
                </c:pt>
                <c:pt idx="34992">
                  <c:v>0.40499999999883585</c:v>
                </c:pt>
                <c:pt idx="34993">
                  <c:v>0.40501157406833954</c:v>
                </c:pt>
                <c:pt idx="34994">
                  <c:v>0.40502314814511919</c:v>
                </c:pt>
                <c:pt idx="34995">
                  <c:v>0.40503472222189885</c:v>
                </c:pt>
                <c:pt idx="34996">
                  <c:v>0.40504629629140254</c:v>
                </c:pt>
                <c:pt idx="34997">
                  <c:v>0.40505787036818219</c:v>
                </c:pt>
                <c:pt idx="34998">
                  <c:v>0.40506944444496185</c:v>
                </c:pt>
                <c:pt idx="34999">
                  <c:v>0.40508101851446554</c:v>
                </c:pt>
                <c:pt idx="35000">
                  <c:v>0.40509259259124519</c:v>
                </c:pt>
                <c:pt idx="35001">
                  <c:v>0.40510416666074889</c:v>
                </c:pt>
                <c:pt idx="35002">
                  <c:v>0.40511574073752854</c:v>
                </c:pt>
                <c:pt idx="35003">
                  <c:v>0.40512731481430819</c:v>
                </c:pt>
                <c:pt idx="35004">
                  <c:v>0.40513888888381189</c:v>
                </c:pt>
                <c:pt idx="35005">
                  <c:v>0.40515046296059154</c:v>
                </c:pt>
                <c:pt idx="35006">
                  <c:v>0.40516203703737119</c:v>
                </c:pt>
                <c:pt idx="35007">
                  <c:v>0.40517361110687489</c:v>
                </c:pt>
                <c:pt idx="35008">
                  <c:v>0.40518518518365454</c:v>
                </c:pt>
                <c:pt idx="35009">
                  <c:v>0.40519675926043419</c:v>
                </c:pt>
                <c:pt idx="35010">
                  <c:v>0.40520833332993789</c:v>
                </c:pt>
                <c:pt idx="35011">
                  <c:v>0.40521990740671754</c:v>
                </c:pt>
                <c:pt idx="35012">
                  <c:v>0.40523148147622123</c:v>
                </c:pt>
                <c:pt idx="35013">
                  <c:v>0.40524305555300089</c:v>
                </c:pt>
                <c:pt idx="35014">
                  <c:v>0.40525462962978054</c:v>
                </c:pt>
                <c:pt idx="35015">
                  <c:v>0.40526620369928423</c:v>
                </c:pt>
                <c:pt idx="35016">
                  <c:v>0.40527777777606389</c:v>
                </c:pt>
                <c:pt idx="35017">
                  <c:v>0.40528935185284354</c:v>
                </c:pt>
                <c:pt idx="35018">
                  <c:v>0.40530092592234723</c:v>
                </c:pt>
                <c:pt idx="35019">
                  <c:v>0.40531249999912689</c:v>
                </c:pt>
                <c:pt idx="35020">
                  <c:v>0.40532407406863058</c:v>
                </c:pt>
                <c:pt idx="35021">
                  <c:v>0.40533564814541023</c:v>
                </c:pt>
                <c:pt idx="35022">
                  <c:v>0.40534722222218988</c:v>
                </c:pt>
                <c:pt idx="35023">
                  <c:v>0.40535879629169358</c:v>
                </c:pt>
                <c:pt idx="35024">
                  <c:v>0.40537037036847323</c:v>
                </c:pt>
                <c:pt idx="35025">
                  <c:v>0.40538194444525288</c:v>
                </c:pt>
                <c:pt idx="35026">
                  <c:v>0.40539351851475658</c:v>
                </c:pt>
                <c:pt idx="35027">
                  <c:v>0.40540509259153623</c:v>
                </c:pt>
                <c:pt idx="35028">
                  <c:v>0.40541666666103993</c:v>
                </c:pt>
                <c:pt idx="35029">
                  <c:v>0.40542824073781958</c:v>
                </c:pt>
                <c:pt idx="35030">
                  <c:v>0.40543981481459923</c:v>
                </c:pt>
                <c:pt idx="35031">
                  <c:v>0.40545138888410293</c:v>
                </c:pt>
                <c:pt idx="35032">
                  <c:v>0.40546296296088258</c:v>
                </c:pt>
                <c:pt idx="35033">
                  <c:v>0.40547453703766223</c:v>
                </c:pt>
                <c:pt idx="35034">
                  <c:v>0.40548611110716593</c:v>
                </c:pt>
                <c:pt idx="35035">
                  <c:v>0.40549768518394558</c:v>
                </c:pt>
                <c:pt idx="35036">
                  <c:v>0.40550925925344927</c:v>
                </c:pt>
                <c:pt idx="35037">
                  <c:v>0.40552083333022892</c:v>
                </c:pt>
                <c:pt idx="35038">
                  <c:v>0.40553240740700858</c:v>
                </c:pt>
                <c:pt idx="35039">
                  <c:v>0.40554398147651227</c:v>
                </c:pt>
                <c:pt idx="35040">
                  <c:v>0.40555555555329192</c:v>
                </c:pt>
                <c:pt idx="35041">
                  <c:v>0.40556712963007158</c:v>
                </c:pt>
                <c:pt idx="35042">
                  <c:v>0.40557870369957527</c:v>
                </c:pt>
                <c:pt idx="35043">
                  <c:v>0.40559027777635492</c:v>
                </c:pt>
                <c:pt idx="35044">
                  <c:v>0.40560185185313458</c:v>
                </c:pt>
                <c:pt idx="35045">
                  <c:v>0.40561342592263827</c:v>
                </c:pt>
                <c:pt idx="35046">
                  <c:v>0.40562499999941792</c:v>
                </c:pt>
                <c:pt idx="35047">
                  <c:v>0.40563657406892162</c:v>
                </c:pt>
                <c:pt idx="35048">
                  <c:v>0.40564814814570127</c:v>
                </c:pt>
                <c:pt idx="35049">
                  <c:v>0.40565972222248092</c:v>
                </c:pt>
                <c:pt idx="35050">
                  <c:v>0.40567129629198462</c:v>
                </c:pt>
                <c:pt idx="35051">
                  <c:v>0.40568287036876427</c:v>
                </c:pt>
                <c:pt idx="35052">
                  <c:v>0.40569444444554392</c:v>
                </c:pt>
                <c:pt idx="35053">
                  <c:v>0.40570601851504762</c:v>
                </c:pt>
                <c:pt idx="35054">
                  <c:v>0.40571759259182727</c:v>
                </c:pt>
                <c:pt idx="35055">
                  <c:v>0.40572916666133096</c:v>
                </c:pt>
                <c:pt idx="35056">
                  <c:v>0.40574074073811062</c:v>
                </c:pt>
                <c:pt idx="35057">
                  <c:v>0.40575231481489027</c:v>
                </c:pt>
                <c:pt idx="35058">
                  <c:v>0.40576388888439396</c:v>
                </c:pt>
                <c:pt idx="35059">
                  <c:v>0.40577546296117362</c:v>
                </c:pt>
                <c:pt idx="35060">
                  <c:v>0.40578703703795327</c:v>
                </c:pt>
                <c:pt idx="35061">
                  <c:v>0.40579861110745696</c:v>
                </c:pt>
                <c:pt idx="35062">
                  <c:v>0.40581018518423662</c:v>
                </c:pt>
                <c:pt idx="35063">
                  <c:v>0.40582175925374031</c:v>
                </c:pt>
                <c:pt idx="35064">
                  <c:v>0.40583333333051996</c:v>
                </c:pt>
                <c:pt idx="35065">
                  <c:v>0.40584490740729962</c:v>
                </c:pt>
                <c:pt idx="35066">
                  <c:v>0.40585648147680331</c:v>
                </c:pt>
                <c:pt idx="35067">
                  <c:v>0.40586805555358296</c:v>
                </c:pt>
                <c:pt idx="35068">
                  <c:v>0.40587962963036261</c:v>
                </c:pt>
                <c:pt idx="35069">
                  <c:v>0.40589120369986631</c:v>
                </c:pt>
                <c:pt idx="35070">
                  <c:v>0.40590277777664596</c:v>
                </c:pt>
                <c:pt idx="35071">
                  <c:v>0.40591435184614966</c:v>
                </c:pt>
                <c:pt idx="35072">
                  <c:v>0.40592592592292931</c:v>
                </c:pt>
                <c:pt idx="35073">
                  <c:v>0.40593749999970896</c:v>
                </c:pt>
                <c:pt idx="35074">
                  <c:v>0.40594907406921266</c:v>
                </c:pt>
                <c:pt idx="35075">
                  <c:v>0.40596064814599231</c:v>
                </c:pt>
                <c:pt idx="35076">
                  <c:v>0.40597222222277196</c:v>
                </c:pt>
                <c:pt idx="35077">
                  <c:v>0.40598379629227566</c:v>
                </c:pt>
                <c:pt idx="35078">
                  <c:v>0.40599537036905531</c:v>
                </c:pt>
                <c:pt idx="35079">
                  <c:v>0.406006944438559</c:v>
                </c:pt>
                <c:pt idx="35080">
                  <c:v>0.40601851851533866</c:v>
                </c:pt>
                <c:pt idx="35081">
                  <c:v>0.40603009259211831</c:v>
                </c:pt>
                <c:pt idx="35082">
                  <c:v>0.406041666661622</c:v>
                </c:pt>
                <c:pt idx="35083">
                  <c:v>0.40605324073840166</c:v>
                </c:pt>
                <c:pt idx="35084">
                  <c:v>0.40606481481518131</c:v>
                </c:pt>
                <c:pt idx="35085">
                  <c:v>0.406076388884685</c:v>
                </c:pt>
                <c:pt idx="35086">
                  <c:v>0.40608796296146465</c:v>
                </c:pt>
                <c:pt idx="35087">
                  <c:v>0.40609953703824431</c:v>
                </c:pt>
                <c:pt idx="35088">
                  <c:v>0.406111111107748</c:v>
                </c:pt>
                <c:pt idx="35089">
                  <c:v>0.40612268518452765</c:v>
                </c:pt>
                <c:pt idx="35090">
                  <c:v>0.40613425925403135</c:v>
                </c:pt>
                <c:pt idx="35091">
                  <c:v>0.406145833330811</c:v>
                </c:pt>
                <c:pt idx="35092">
                  <c:v>0.40615740740759065</c:v>
                </c:pt>
                <c:pt idx="35093">
                  <c:v>0.40616898147709435</c:v>
                </c:pt>
                <c:pt idx="35094">
                  <c:v>0.406180555553874</c:v>
                </c:pt>
                <c:pt idx="35095">
                  <c:v>0.40619212963065365</c:v>
                </c:pt>
                <c:pt idx="35096">
                  <c:v>0.40620370370015735</c:v>
                </c:pt>
                <c:pt idx="35097">
                  <c:v>0.406215277776937</c:v>
                </c:pt>
                <c:pt idx="35098">
                  <c:v>0.4062268518464407</c:v>
                </c:pt>
                <c:pt idx="35099">
                  <c:v>0.40623842592322035</c:v>
                </c:pt>
                <c:pt idx="35100">
                  <c:v>0.40625</c:v>
                </c:pt>
                <c:pt idx="35101">
                  <c:v>0.40626157406950369</c:v>
                </c:pt>
                <c:pt idx="35102">
                  <c:v>0.40627314814628335</c:v>
                </c:pt>
                <c:pt idx="35103">
                  <c:v>0.406284722223063</c:v>
                </c:pt>
                <c:pt idx="35104">
                  <c:v>0.40629629629256669</c:v>
                </c:pt>
                <c:pt idx="35105">
                  <c:v>0.40630787036934635</c:v>
                </c:pt>
                <c:pt idx="35106">
                  <c:v>0.40631944443885004</c:v>
                </c:pt>
                <c:pt idx="35107">
                  <c:v>0.40633101851562969</c:v>
                </c:pt>
                <c:pt idx="35108">
                  <c:v>0.40634259259240935</c:v>
                </c:pt>
                <c:pt idx="35109">
                  <c:v>0.40635416666191304</c:v>
                </c:pt>
                <c:pt idx="35110">
                  <c:v>0.40636574073869269</c:v>
                </c:pt>
                <c:pt idx="35111">
                  <c:v>0.40637731481547235</c:v>
                </c:pt>
                <c:pt idx="35112">
                  <c:v>0.40638888888497604</c:v>
                </c:pt>
                <c:pt idx="35113">
                  <c:v>0.40640046296175569</c:v>
                </c:pt>
                <c:pt idx="35114">
                  <c:v>0.40641203703125939</c:v>
                </c:pt>
                <c:pt idx="35115">
                  <c:v>0.40642361110803904</c:v>
                </c:pt>
                <c:pt idx="35116">
                  <c:v>0.40643518518481869</c:v>
                </c:pt>
                <c:pt idx="35117">
                  <c:v>0.40644675925432239</c:v>
                </c:pt>
                <c:pt idx="35118">
                  <c:v>0.40645833333110204</c:v>
                </c:pt>
                <c:pt idx="35119">
                  <c:v>0.40646990740788169</c:v>
                </c:pt>
                <c:pt idx="35120">
                  <c:v>0.40648148147738539</c:v>
                </c:pt>
                <c:pt idx="35121">
                  <c:v>0.40649305555416504</c:v>
                </c:pt>
                <c:pt idx="35122">
                  <c:v>0.40650462963094469</c:v>
                </c:pt>
                <c:pt idx="35123">
                  <c:v>0.40651620370044839</c:v>
                </c:pt>
                <c:pt idx="35124">
                  <c:v>0.40652777777722804</c:v>
                </c:pt>
                <c:pt idx="35125">
                  <c:v>0.40653935184673173</c:v>
                </c:pt>
                <c:pt idx="35126">
                  <c:v>0.40655092592351139</c:v>
                </c:pt>
                <c:pt idx="35127">
                  <c:v>0.40656250000029104</c:v>
                </c:pt>
                <c:pt idx="35128">
                  <c:v>0.40657407406979473</c:v>
                </c:pt>
                <c:pt idx="35129">
                  <c:v>0.40658564814657439</c:v>
                </c:pt>
                <c:pt idx="35130">
                  <c:v>0.40659722222335404</c:v>
                </c:pt>
                <c:pt idx="35131">
                  <c:v>0.40660879629285773</c:v>
                </c:pt>
                <c:pt idx="35132">
                  <c:v>0.40662037036963739</c:v>
                </c:pt>
                <c:pt idx="35133">
                  <c:v>0.40663194443914108</c:v>
                </c:pt>
                <c:pt idx="35134">
                  <c:v>0.40664351851592073</c:v>
                </c:pt>
                <c:pt idx="35135">
                  <c:v>0.40665509259270038</c:v>
                </c:pt>
                <c:pt idx="35136">
                  <c:v>0.40666666666220408</c:v>
                </c:pt>
                <c:pt idx="35137">
                  <c:v>0.40667824073898373</c:v>
                </c:pt>
                <c:pt idx="35138">
                  <c:v>0.40668981481576338</c:v>
                </c:pt>
                <c:pt idx="35139">
                  <c:v>0.40670138888526708</c:v>
                </c:pt>
                <c:pt idx="35140">
                  <c:v>0.40671296296204673</c:v>
                </c:pt>
                <c:pt idx="35141">
                  <c:v>0.40672453703155043</c:v>
                </c:pt>
                <c:pt idx="35142">
                  <c:v>0.40673611110833008</c:v>
                </c:pt>
                <c:pt idx="35143">
                  <c:v>0.40674768518510973</c:v>
                </c:pt>
                <c:pt idx="35144">
                  <c:v>0.40675925925461343</c:v>
                </c:pt>
                <c:pt idx="35145">
                  <c:v>0.40677083333139308</c:v>
                </c:pt>
                <c:pt idx="35146">
                  <c:v>0.40678240740817273</c:v>
                </c:pt>
                <c:pt idx="35147">
                  <c:v>0.40679398147767643</c:v>
                </c:pt>
                <c:pt idx="35148">
                  <c:v>0.40680555555445608</c:v>
                </c:pt>
                <c:pt idx="35149">
                  <c:v>0.40681712962395977</c:v>
                </c:pt>
                <c:pt idx="35150">
                  <c:v>0.40682870370073942</c:v>
                </c:pt>
                <c:pt idx="35151">
                  <c:v>0.40684027777751908</c:v>
                </c:pt>
                <c:pt idx="35152">
                  <c:v>0.40685185184702277</c:v>
                </c:pt>
                <c:pt idx="35153">
                  <c:v>0.40686342592380242</c:v>
                </c:pt>
                <c:pt idx="35154">
                  <c:v>0.40687500000058208</c:v>
                </c:pt>
                <c:pt idx="35155">
                  <c:v>0.40688657407008577</c:v>
                </c:pt>
                <c:pt idx="35156">
                  <c:v>0.40689814814686542</c:v>
                </c:pt>
                <c:pt idx="35157">
                  <c:v>0.40690972221636912</c:v>
                </c:pt>
                <c:pt idx="35158">
                  <c:v>0.40692129629314877</c:v>
                </c:pt>
                <c:pt idx="35159">
                  <c:v>0.40693287036992842</c:v>
                </c:pt>
                <c:pt idx="35160">
                  <c:v>0.40694444443943212</c:v>
                </c:pt>
                <c:pt idx="35161">
                  <c:v>0.40695601851621177</c:v>
                </c:pt>
                <c:pt idx="35162">
                  <c:v>0.40696759259299142</c:v>
                </c:pt>
                <c:pt idx="35163">
                  <c:v>0.40697916666249512</c:v>
                </c:pt>
                <c:pt idx="35164">
                  <c:v>0.40699074073927477</c:v>
                </c:pt>
                <c:pt idx="35165">
                  <c:v>0.40700231481605442</c:v>
                </c:pt>
                <c:pt idx="35166">
                  <c:v>0.40701388888555812</c:v>
                </c:pt>
                <c:pt idx="35167">
                  <c:v>0.40702546296233777</c:v>
                </c:pt>
                <c:pt idx="35168">
                  <c:v>0.40703703703184146</c:v>
                </c:pt>
                <c:pt idx="35169">
                  <c:v>0.40704861110862112</c:v>
                </c:pt>
                <c:pt idx="35170">
                  <c:v>0.40706018518540077</c:v>
                </c:pt>
                <c:pt idx="35171">
                  <c:v>0.40707175925490446</c:v>
                </c:pt>
                <c:pt idx="35172">
                  <c:v>0.40708333333168412</c:v>
                </c:pt>
                <c:pt idx="35173">
                  <c:v>0.40709490740846377</c:v>
                </c:pt>
                <c:pt idx="35174">
                  <c:v>0.40710648147796746</c:v>
                </c:pt>
                <c:pt idx="35175">
                  <c:v>0.40711805555474712</c:v>
                </c:pt>
                <c:pt idx="35176">
                  <c:v>0.40712962962425081</c:v>
                </c:pt>
                <c:pt idx="35177">
                  <c:v>0.40714120370103046</c:v>
                </c:pt>
                <c:pt idx="35178">
                  <c:v>0.40715277777781012</c:v>
                </c:pt>
                <c:pt idx="35179">
                  <c:v>0.40716435184731381</c:v>
                </c:pt>
                <c:pt idx="35180">
                  <c:v>0.40717592592409346</c:v>
                </c:pt>
                <c:pt idx="35181">
                  <c:v>0.40718750000087311</c:v>
                </c:pt>
                <c:pt idx="35182">
                  <c:v>0.40719907407037681</c:v>
                </c:pt>
                <c:pt idx="35183">
                  <c:v>0.40721064814715646</c:v>
                </c:pt>
                <c:pt idx="35184">
                  <c:v>0.40722222221666016</c:v>
                </c:pt>
                <c:pt idx="35185">
                  <c:v>0.40723379629343981</c:v>
                </c:pt>
                <c:pt idx="35186">
                  <c:v>0.40724537037021946</c:v>
                </c:pt>
                <c:pt idx="35187">
                  <c:v>0.40725694443972316</c:v>
                </c:pt>
                <c:pt idx="35188">
                  <c:v>0.40726851851650281</c:v>
                </c:pt>
                <c:pt idx="35189">
                  <c:v>0.40728009259328246</c:v>
                </c:pt>
                <c:pt idx="35190">
                  <c:v>0.40729166666278616</c:v>
                </c:pt>
                <c:pt idx="35191">
                  <c:v>0.40730324073956581</c:v>
                </c:pt>
                <c:pt idx="35192">
                  <c:v>0.4073148148090695</c:v>
                </c:pt>
                <c:pt idx="35193">
                  <c:v>0.40732638888584916</c:v>
                </c:pt>
                <c:pt idx="35194">
                  <c:v>0.40733796296262881</c:v>
                </c:pt>
                <c:pt idx="35195">
                  <c:v>0.4073495370321325</c:v>
                </c:pt>
                <c:pt idx="35196">
                  <c:v>0.40736111110891216</c:v>
                </c:pt>
                <c:pt idx="35197">
                  <c:v>0.40737268518569181</c:v>
                </c:pt>
                <c:pt idx="35198">
                  <c:v>0.4073842592551955</c:v>
                </c:pt>
                <c:pt idx="35199">
                  <c:v>0.40739583333197515</c:v>
                </c:pt>
                <c:pt idx="35200">
                  <c:v>0.40740740740147885</c:v>
                </c:pt>
                <c:pt idx="35201">
                  <c:v>0.4074189814782585</c:v>
                </c:pt>
                <c:pt idx="35202">
                  <c:v>0.40743055555503815</c:v>
                </c:pt>
                <c:pt idx="35203">
                  <c:v>0.40744212962454185</c:v>
                </c:pt>
                <c:pt idx="35204">
                  <c:v>0.4074537037013215</c:v>
                </c:pt>
                <c:pt idx="35205">
                  <c:v>0.40746527777810115</c:v>
                </c:pt>
                <c:pt idx="35206">
                  <c:v>0.40747685184760485</c:v>
                </c:pt>
                <c:pt idx="35207">
                  <c:v>0.4074884259243845</c:v>
                </c:pt>
                <c:pt idx="35208">
                  <c:v>0.40750000000116415</c:v>
                </c:pt>
                <c:pt idx="35209">
                  <c:v>0.40751157407066785</c:v>
                </c:pt>
                <c:pt idx="35210">
                  <c:v>0.4075231481474475</c:v>
                </c:pt>
                <c:pt idx="35211">
                  <c:v>0.4075347222169512</c:v>
                </c:pt>
                <c:pt idx="35212">
                  <c:v>0.40754629629373085</c:v>
                </c:pt>
                <c:pt idx="35213">
                  <c:v>0.4075578703705105</c:v>
                </c:pt>
                <c:pt idx="35214">
                  <c:v>0.40756944444001419</c:v>
                </c:pt>
                <c:pt idx="35215">
                  <c:v>0.40758101851679385</c:v>
                </c:pt>
                <c:pt idx="35216">
                  <c:v>0.4075925925935735</c:v>
                </c:pt>
                <c:pt idx="35217">
                  <c:v>0.40760416666307719</c:v>
                </c:pt>
                <c:pt idx="35218">
                  <c:v>0.40761574073985685</c:v>
                </c:pt>
                <c:pt idx="35219">
                  <c:v>0.40762731480936054</c:v>
                </c:pt>
                <c:pt idx="35220">
                  <c:v>0.40763888888614019</c:v>
                </c:pt>
                <c:pt idx="35221">
                  <c:v>0.40765046296291985</c:v>
                </c:pt>
                <c:pt idx="35222">
                  <c:v>0.40766203703242354</c:v>
                </c:pt>
                <c:pt idx="35223">
                  <c:v>0.40767361110920319</c:v>
                </c:pt>
                <c:pt idx="35224">
                  <c:v>0.40768518518598285</c:v>
                </c:pt>
                <c:pt idx="35225">
                  <c:v>0.40769675925548654</c:v>
                </c:pt>
                <c:pt idx="35226">
                  <c:v>0.40770833333226619</c:v>
                </c:pt>
                <c:pt idx="35227">
                  <c:v>0.40771990740176989</c:v>
                </c:pt>
                <c:pt idx="35228">
                  <c:v>0.40773148147854954</c:v>
                </c:pt>
                <c:pt idx="35229">
                  <c:v>0.40774305555532919</c:v>
                </c:pt>
                <c:pt idx="35230">
                  <c:v>0.40775462962483289</c:v>
                </c:pt>
                <c:pt idx="35231">
                  <c:v>0.40776620370161254</c:v>
                </c:pt>
                <c:pt idx="35232">
                  <c:v>0.40777777777839219</c:v>
                </c:pt>
                <c:pt idx="35233">
                  <c:v>0.40778935184789589</c:v>
                </c:pt>
                <c:pt idx="35234">
                  <c:v>0.40780092592467554</c:v>
                </c:pt>
                <c:pt idx="35235">
                  <c:v>0.40781249999417923</c:v>
                </c:pt>
                <c:pt idx="35236">
                  <c:v>0.40782407407095889</c:v>
                </c:pt>
                <c:pt idx="35237">
                  <c:v>0.40783564814773854</c:v>
                </c:pt>
                <c:pt idx="35238">
                  <c:v>0.40784722221724223</c:v>
                </c:pt>
                <c:pt idx="35239">
                  <c:v>0.40785879629402189</c:v>
                </c:pt>
                <c:pt idx="35240">
                  <c:v>0.40787037037080154</c:v>
                </c:pt>
                <c:pt idx="35241">
                  <c:v>0.40788194444030523</c:v>
                </c:pt>
                <c:pt idx="35242">
                  <c:v>0.40789351851708489</c:v>
                </c:pt>
                <c:pt idx="35243">
                  <c:v>0.40790509259386454</c:v>
                </c:pt>
                <c:pt idx="35244">
                  <c:v>0.40791666666336823</c:v>
                </c:pt>
                <c:pt idx="35245">
                  <c:v>0.40792824074014788</c:v>
                </c:pt>
                <c:pt idx="35246">
                  <c:v>0.40793981480965158</c:v>
                </c:pt>
                <c:pt idx="35247">
                  <c:v>0.40795138888643123</c:v>
                </c:pt>
                <c:pt idx="35248">
                  <c:v>0.40796296296321088</c:v>
                </c:pt>
                <c:pt idx="35249">
                  <c:v>0.40797453703271458</c:v>
                </c:pt>
                <c:pt idx="35250">
                  <c:v>0.40798611110949423</c:v>
                </c:pt>
                <c:pt idx="35251">
                  <c:v>0.40799768518627388</c:v>
                </c:pt>
                <c:pt idx="35252">
                  <c:v>0.40800925925577758</c:v>
                </c:pt>
                <c:pt idx="35253">
                  <c:v>0.40802083333255723</c:v>
                </c:pt>
                <c:pt idx="35254">
                  <c:v>0.40803240740206093</c:v>
                </c:pt>
                <c:pt idx="35255">
                  <c:v>0.40804398147884058</c:v>
                </c:pt>
                <c:pt idx="35256">
                  <c:v>0.40805555555562023</c:v>
                </c:pt>
                <c:pt idx="35257">
                  <c:v>0.40806712962512393</c:v>
                </c:pt>
                <c:pt idx="35258">
                  <c:v>0.40807870370190358</c:v>
                </c:pt>
                <c:pt idx="35259">
                  <c:v>0.40809027777868323</c:v>
                </c:pt>
                <c:pt idx="35260">
                  <c:v>0.40810185184818693</c:v>
                </c:pt>
                <c:pt idx="35261">
                  <c:v>0.40811342592496658</c:v>
                </c:pt>
                <c:pt idx="35262">
                  <c:v>0.40812499999447027</c:v>
                </c:pt>
                <c:pt idx="35263">
                  <c:v>0.40813657407124992</c:v>
                </c:pt>
                <c:pt idx="35264">
                  <c:v>0.40814814814802958</c:v>
                </c:pt>
                <c:pt idx="35265">
                  <c:v>0.40815972221753327</c:v>
                </c:pt>
                <c:pt idx="35266">
                  <c:v>0.40817129629431292</c:v>
                </c:pt>
                <c:pt idx="35267">
                  <c:v>0.40818287037109258</c:v>
                </c:pt>
                <c:pt idx="35268">
                  <c:v>0.40819444444059627</c:v>
                </c:pt>
                <c:pt idx="35269">
                  <c:v>0.40820601851737592</c:v>
                </c:pt>
                <c:pt idx="35270">
                  <c:v>0.40821759258687962</c:v>
                </c:pt>
                <c:pt idx="35271">
                  <c:v>0.40822916666365927</c:v>
                </c:pt>
                <c:pt idx="35272">
                  <c:v>0.40824074074043892</c:v>
                </c:pt>
                <c:pt idx="35273">
                  <c:v>0.40825231480994262</c:v>
                </c:pt>
                <c:pt idx="35274">
                  <c:v>0.40826388888672227</c:v>
                </c:pt>
                <c:pt idx="35275">
                  <c:v>0.40827546296350192</c:v>
                </c:pt>
                <c:pt idx="35276">
                  <c:v>0.40828703703300562</c:v>
                </c:pt>
                <c:pt idx="35277">
                  <c:v>0.40829861110978527</c:v>
                </c:pt>
                <c:pt idx="35278">
                  <c:v>0.40831018517928896</c:v>
                </c:pt>
                <c:pt idx="35279">
                  <c:v>0.40832175925606862</c:v>
                </c:pt>
                <c:pt idx="35280">
                  <c:v>0.40833333333284827</c:v>
                </c:pt>
                <c:pt idx="35281">
                  <c:v>0.40834490740235196</c:v>
                </c:pt>
                <c:pt idx="35282">
                  <c:v>0.40835648147913162</c:v>
                </c:pt>
                <c:pt idx="35283">
                  <c:v>0.40836805555591127</c:v>
                </c:pt>
                <c:pt idx="35284">
                  <c:v>0.40837962962541496</c:v>
                </c:pt>
                <c:pt idx="35285">
                  <c:v>0.40839120370219462</c:v>
                </c:pt>
                <c:pt idx="35286">
                  <c:v>0.40840277777897427</c:v>
                </c:pt>
                <c:pt idx="35287">
                  <c:v>0.40841435184847796</c:v>
                </c:pt>
                <c:pt idx="35288">
                  <c:v>0.40842592592525762</c:v>
                </c:pt>
                <c:pt idx="35289">
                  <c:v>0.40843749999476131</c:v>
                </c:pt>
                <c:pt idx="35290">
                  <c:v>0.40844907407154096</c:v>
                </c:pt>
                <c:pt idx="35291">
                  <c:v>0.40846064814832062</c:v>
                </c:pt>
                <c:pt idx="35292">
                  <c:v>0.40847222221782431</c:v>
                </c:pt>
                <c:pt idx="35293">
                  <c:v>0.40848379629460396</c:v>
                </c:pt>
                <c:pt idx="35294">
                  <c:v>0.40849537037138361</c:v>
                </c:pt>
                <c:pt idx="35295">
                  <c:v>0.40850694444088731</c:v>
                </c:pt>
                <c:pt idx="35296">
                  <c:v>0.40851851851766696</c:v>
                </c:pt>
                <c:pt idx="35297">
                  <c:v>0.40853009258717066</c:v>
                </c:pt>
                <c:pt idx="35298">
                  <c:v>0.40854166666395031</c:v>
                </c:pt>
                <c:pt idx="35299">
                  <c:v>0.40855324074072996</c:v>
                </c:pt>
                <c:pt idx="35300">
                  <c:v>0.40856481481023366</c:v>
                </c:pt>
                <c:pt idx="35301">
                  <c:v>0.40857638888701331</c:v>
                </c:pt>
                <c:pt idx="35302">
                  <c:v>0.40858796296379296</c:v>
                </c:pt>
                <c:pt idx="35303">
                  <c:v>0.40859953703329666</c:v>
                </c:pt>
                <c:pt idx="35304">
                  <c:v>0.40861111111007631</c:v>
                </c:pt>
                <c:pt idx="35305">
                  <c:v>0.40862268517958</c:v>
                </c:pt>
                <c:pt idx="35306">
                  <c:v>0.40863425925635966</c:v>
                </c:pt>
                <c:pt idx="35307">
                  <c:v>0.40864583333313931</c:v>
                </c:pt>
                <c:pt idx="35308">
                  <c:v>0.408657407402643</c:v>
                </c:pt>
                <c:pt idx="35309">
                  <c:v>0.40866898147942265</c:v>
                </c:pt>
                <c:pt idx="35310">
                  <c:v>0.40868055555620231</c:v>
                </c:pt>
                <c:pt idx="35311">
                  <c:v>0.408692129625706</c:v>
                </c:pt>
                <c:pt idx="35312">
                  <c:v>0.40870370370248565</c:v>
                </c:pt>
                <c:pt idx="35313">
                  <c:v>0.40871527777198935</c:v>
                </c:pt>
                <c:pt idx="35314">
                  <c:v>0.408726851848769</c:v>
                </c:pt>
                <c:pt idx="35315">
                  <c:v>0.40873842592554865</c:v>
                </c:pt>
                <c:pt idx="35316">
                  <c:v>0.40874999999505235</c:v>
                </c:pt>
                <c:pt idx="35317">
                  <c:v>0.408761574071832</c:v>
                </c:pt>
                <c:pt idx="35318">
                  <c:v>0.40877314814861165</c:v>
                </c:pt>
                <c:pt idx="35319">
                  <c:v>0.40878472221811535</c:v>
                </c:pt>
                <c:pt idx="35320">
                  <c:v>0.408796296294895</c:v>
                </c:pt>
                <c:pt idx="35321">
                  <c:v>0.40880787037167465</c:v>
                </c:pt>
                <c:pt idx="35322">
                  <c:v>0.40881944444117835</c:v>
                </c:pt>
                <c:pt idx="35323">
                  <c:v>0.408831018517958</c:v>
                </c:pt>
                <c:pt idx="35324">
                  <c:v>0.4088425925874617</c:v>
                </c:pt>
                <c:pt idx="35325">
                  <c:v>0.40885416666424135</c:v>
                </c:pt>
                <c:pt idx="35326">
                  <c:v>0.408865740741021</c:v>
                </c:pt>
                <c:pt idx="35327">
                  <c:v>0.40887731481052469</c:v>
                </c:pt>
                <c:pt idx="35328">
                  <c:v>0.40888888888730435</c:v>
                </c:pt>
                <c:pt idx="35329">
                  <c:v>0.408900462964084</c:v>
                </c:pt>
                <c:pt idx="35330">
                  <c:v>0.40891203703358769</c:v>
                </c:pt>
                <c:pt idx="35331">
                  <c:v>0.40892361111036735</c:v>
                </c:pt>
                <c:pt idx="35332">
                  <c:v>0.40893518517987104</c:v>
                </c:pt>
                <c:pt idx="35333">
                  <c:v>0.40894675925665069</c:v>
                </c:pt>
                <c:pt idx="35334">
                  <c:v>0.40895833333343035</c:v>
                </c:pt>
                <c:pt idx="35335">
                  <c:v>0.40896990740293404</c:v>
                </c:pt>
                <c:pt idx="35336">
                  <c:v>0.40898148147971369</c:v>
                </c:pt>
                <c:pt idx="35337">
                  <c:v>0.40899305555649335</c:v>
                </c:pt>
                <c:pt idx="35338">
                  <c:v>0.40900462962599704</c:v>
                </c:pt>
                <c:pt idx="35339">
                  <c:v>0.40901620370277669</c:v>
                </c:pt>
                <c:pt idx="35340">
                  <c:v>0.40902777777228039</c:v>
                </c:pt>
                <c:pt idx="35341">
                  <c:v>0.40903935184906004</c:v>
                </c:pt>
                <c:pt idx="35342">
                  <c:v>0.40905092592583969</c:v>
                </c:pt>
                <c:pt idx="35343">
                  <c:v>0.40906249999534339</c:v>
                </c:pt>
                <c:pt idx="35344">
                  <c:v>0.40907407407212304</c:v>
                </c:pt>
                <c:pt idx="35345">
                  <c:v>0.40908564814890269</c:v>
                </c:pt>
                <c:pt idx="35346">
                  <c:v>0.40909722221840639</c:v>
                </c:pt>
                <c:pt idx="35347">
                  <c:v>0.40910879629518604</c:v>
                </c:pt>
                <c:pt idx="35348">
                  <c:v>0.40912037036468973</c:v>
                </c:pt>
                <c:pt idx="35349">
                  <c:v>0.40913194444146939</c:v>
                </c:pt>
                <c:pt idx="35350">
                  <c:v>0.40914351851824904</c:v>
                </c:pt>
                <c:pt idx="35351">
                  <c:v>0.40915509258775273</c:v>
                </c:pt>
                <c:pt idx="35352">
                  <c:v>0.40916666666453239</c:v>
                </c:pt>
                <c:pt idx="35353">
                  <c:v>0.40917824074131204</c:v>
                </c:pt>
                <c:pt idx="35354">
                  <c:v>0.40918981481081573</c:v>
                </c:pt>
                <c:pt idx="35355">
                  <c:v>0.40920138888759539</c:v>
                </c:pt>
                <c:pt idx="35356">
                  <c:v>0.40921296295709908</c:v>
                </c:pt>
                <c:pt idx="35357">
                  <c:v>0.40922453703387873</c:v>
                </c:pt>
                <c:pt idx="35358">
                  <c:v>0.40923611111065838</c:v>
                </c:pt>
                <c:pt idx="35359">
                  <c:v>0.40924768518016208</c:v>
                </c:pt>
                <c:pt idx="35360">
                  <c:v>0.40925925925694173</c:v>
                </c:pt>
                <c:pt idx="35361">
                  <c:v>0.40927083333372138</c:v>
                </c:pt>
                <c:pt idx="35362">
                  <c:v>0.40928240740322508</c:v>
                </c:pt>
                <c:pt idx="35363">
                  <c:v>0.40929398148000473</c:v>
                </c:pt>
                <c:pt idx="35364">
                  <c:v>0.40930555555678438</c:v>
                </c:pt>
                <c:pt idx="35365">
                  <c:v>0.40931712962628808</c:v>
                </c:pt>
                <c:pt idx="35366">
                  <c:v>0.40932870370306773</c:v>
                </c:pt>
                <c:pt idx="35367">
                  <c:v>0.40934027777257143</c:v>
                </c:pt>
                <c:pt idx="35368">
                  <c:v>0.40935185184935108</c:v>
                </c:pt>
                <c:pt idx="35369">
                  <c:v>0.40936342592613073</c:v>
                </c:pt>
                <c:pt idx="35370">
                  <c:v>0.40937499999563443</c:v>
                </c:pt>
                <c:pt idx="35371">
                  <c:v>0.40938657407241408</c:v>
                </c:pt>
                <c:pt idx="35372">
                  <c:v>0.40939814814919373</c:v>
                </c:pt>
                <c:pt idx="35373">
                  <c:v>0.40940972221869742</c:v>
                </c:pt>
                <c:pt idx="35374">
                  <c:v>0.40942129629547708</c:v>
                </c:pt>
                <c:pt idx="35375">
                  <c:v>0.40943287036498077</c:v>
                </c:pt>
                <c:pt idx="35376">
                  <c:v>0.40944444444176042</c:v>
                </c:pt>
                <c:pt idx="35377">
                  <c:v>0.40945601851854008</c:v>
                </c:pt>
                <c:pt idx="35378">
                  <c:v>0.40946759258804377</c:v>
                </c:pt>
                <c:pt idx="35379">
                  <c:v>0.40947916666482342</c:v>
                </c:pt>
                <c:pt idx="35380">
                  <c:v>0.40949074074160308</c:v>
                </c:pt>
                <c:pt idx="35381">
                  <c:v>0.40950231481110677</c:v>
                </c:pt>
                <c:pt idx="35382">
                  <c:v>0.40951388888788642</c:v>
                </c:pt>
                <c:pt idx="35383">
                  <c:v>0.40952546295739012</c:v>
                </c:pt>
                <c:pt idx="35384">
                  <c:v>0.40953703703416977</c:v>
                </c:pt>
                <c:pt idx="35385">
                  <c:v>0.40954861111094942</c:v>
                </c:pt>
                <c:pt idx="35386">
                  <c:v>0.40956018518045312</c:v>
                </c:pt>
                <c:pt idx="35387">
                  <c:v>0.40957175925723277</c:v>
                </c:pt>
                <c:pt idx="35388">
                  <c:v>0.40958333333401242</c:v>
                </c:pt>
                <c:pt idx="35389">
                  <c:v>0.40959490740351612</c:v>
                </c:pt>
                <c:pt idx="35390">
                  <c:v>0.40960648148029577</c:v>
                </c:pt>
                <c:pt idx="35391">
                  <c:v>0.40961805554979946</c:v>
                </c:pt>
                <c:pt idx="35392">
                  <c:v>0.40962962962657912</c:v>
                </c:pt>
                <c:pt idx="35393">
                  <c:v>0.40964120370335877</c:v>
                </c:pt>
                <c:pt idx="35394">
                  <c:v>0.40965277777286246</c:v>
                </c:pt>
                <c:pt idx="35395">
                  <c:v>0.40966435184964212</c:v>
                </c:pt>
                <c:pt idx="35396">
                  <c:v>0.40967592592642177</c:v>
                </c:pt>
                <c:pt idx="35397">
                  <c:v>0.40968749999592546</c:v>
                </c:pt>
                <c:pt idx="35398">
                  <c:v>0.40969907407270512</c:v>
                </c:pt>
                <c:pt idx="35399">
                  <c:v>0.40971064814948477</c:v>
                </c:pt>
                <c:pt idx="35400">
                  <c:v>0.40972222221898846</c:v>
                </c:pt>
                <c:pt idx="35401">
                  <c:v>0.40973379629576812</c:v>
                </c:pt>
                <c:pt idx="35402">
                  <c:v>0.40974537036527181</c:v>
                </c:pt>
                <c:pt idx="35403">
                  <c:v>0.40975694444205146</c:v>
                </c:pt>
                <c:pt idx="35404">
                  <c:v>0.40976851851883112</c:v>
                </c:pt>
                <c:pt idx="35405">
                  <c:v>0.40978009258833481</c:v>
                </c:pt>
                <c:pt idx="35406">
                  <c:v>0.40979166666511446</c:v>
                </c:pt>
                <c:pt idx="35407">
                  <c:v>0.40980324074189411</c:v>
                </c:pt>
                <c:pt idx="35408">
                  <c:v>0.40981481481139781</c:v>
                </c:pt>
                <c:pt idx="35409">
                  <c:v>0.40982638888817746</c:v>
                </c:pt>
                <c:pt idx="35410">
                  <c:v>0.40983796295768116</c:v>
                </c:pt>
                <c:pt idx="35411">
                  <c:v>0.40984953703446081</c:v>
                </c:pt>
                <c:pt idx="35412">
                  <c:v>0.40986111111124046</c:v>
                </c:pt>
                <c:pt idx="35413">
                  <c:v>0.40987268518074416</c:v>
                </c:pt>
                <c:pt idx="35414">
                  <c:v>0.40988425925752381</c:v>
                </c:pt>
                <c:pt idx="35415">
                  <c:v>0.40989583333430346</c:v>
                </c:pt>
                <c:pt idx="35416">
                  <c:v>0.40990740740380716</c:v>
                </c:pt>
                <c:pt idx="35417">
                  <c:v>0.40991898148058681</c:v>
                </c:pt>
                <c:pt idx="35418">
                  <c:v>0.4099305555500905</c:v>
                </c:pt>
                <c:pt idx="35419">
                  <c:v>0.40994212962687016</c:v>
                </c:pt>
                <c:pt idx="35420">
                  <c:v>0.40995370370364981</c:v>
                </c:pt>
                <c:pt idx="35421">
                  <c:v>0.4099652777731535</c:v>
                </c:pt>
                <c:pt idx="35422">
                  <c:v>0.40997685184993315</c:v>
                </c:pt>
                <c:pt idx="35423">
                  <c:v>0.40998842592671281</c:v>
                </c:pt>
                <c:pt idx="35424">
                  <c:v>0.4099999999962165</c:v>
                </c:pt>
                <c:pt idx="35425">
                  <c:v>0.41001157407299615</c:v>
                </c:pt>
                <c:pt idx="35426">
                  <c:v>0.41002314814249985</c:v>
                </c:pt>
                <c:pt idx="35427">
                  <c:v>0.4100347222192795</c:v>
                </c:pt>
                <c:pt idx="35428">
                  <c:v>0.41004629629605915</c:v>
                </c:pt>
                <c:pt idx="35429">
                  <c:v>0.41005787036556285</c:v>
                </c:pt>
                <c:pt idx="35430">
                  <c:v>0.4100694444423425</c:v>
                </c:pt>
                <c:pt idx="35431">
                  <c:v>0.41008101851912215</c:v>
                </c:pt>
                <c:pt idx="35432">
                  <c:v>0.41009259258862585</c:v>
                </c:pt>
                <c:pt idx="35433">
                  <c:v>0.4101041666654055</c:v>
                </c:pt>
                <c:pt idx="35434">
                  <c:v>0.4101157407349092</c:v>
                </c:pt>
                <c:pt idx="35435">
                  <c:v>0.41012731481168885</c:v>
                </c:pt>
                <c:pt idx="35436">
                  <c:v>0.4101388888884685</c:v>
                </c:pt>
                <c:pt idx="35437">
                  <c:v>0.41015046295797219</c:v>
                </c:pt>
                <c:pt idx="35438">
                  <c:v>0.41016203703475185</c:v>
                </c:pt>
                <c:pt idx="35439">
                  <c:v>0.4101736111115315</c:v>
                </c:pt>
                <c:pt idx="35440">
                  <c:v>0.41018518518103519</c:v>
                </c:pt>
                <c:pt idx="35441">
                  <c:v>0.41019675925781485</c:v>
                </c:pt>
                <c:pt idx="35442">
                  <c:v>0.4102083333345945</c:v>
                </c:pt>
                <c:pt idx="35443">
                  <c:v>0.41021990740409819</c:v>
                </c:pt>
                <c:pt idx="35444">
                  <c:v>0.41023148148087785</c:v>
                </c:pt>
                <c:pt idx="35445">
                  <c:v>0.41024305555038154</c:v>
                </c:pt>
                <c:pt idx="35446">
                  <c:v>0.41025462962716119</c:v>
                </c:pt>
                <c:pt idx="35447">
                  <c:v>0.41026620370394085</c:v>
                </c:pt>
                <c:pt idx="35448">
                  <c:v>0.41027777777344454</c:v>
                </c:pt>
                <c:pt idx="35449">
                  <c:v>0.41028935185022419</c:v>
                </c:pt>
                <c:pt idx="35450">
                  <c:v>0.41030092592700385</c:v>
                </c:pt>
                <c:pt idx="35451">
                  <c:v>0.41031249999650754</c:v>
                </c:pt>
                <c:pt idx="35452">
                  <c:v>0.41032407407328719</c:v>
                </c:pt>
                <c:pt idx="35453">
                  <c:v>0.41033564814279089</c:v>
                </c:pt>
                <c:pt idx="35454">
                  <c:v>0.41034722221957054</c:v>
                </c:pt>
                <c:pt idx="35455">
                  <c:v>0.41035879629635019</c:v>
                </c:pt>
                <c:pt idx="35456">
                  <c:v>0.41037037036585389</c:v>
                </c:pt>
                <c:pt idx="35457">
                  <c:v>0.41038194444263354</c:v>
                </c:pt>
                <c:pt idx="35458">
                  <c:v>0.41039351851941319</c:v>
                </c:pt>
                <c:pt idx="35459">
                  <c:v>0.41040509258891689</c:v>
                </c:pt>
                <c:pt idx="35460">
                  <c:v>0.41041666666569654</c:v>
                </c:pt>
                <c:pt idx="35461">
                  <c:v>0.41042824073520023</c:v>
                </c:pt>
                <c:pt idx="35462">
                  <c:v>0.41043981481197989</c:v>
                </c:pt>
                <c:pt idx="35463">
                  <c:v>0.41045138888875954</c:v>
                </c:pt>
                <c:pt idx="35464">
                  <c:v>0.41046296295826323</c:v>
                </c:pt>
                <c:pt idx="35465">
                  <c:v>0.41047453703504289</c:v>
                </c:pt>
                <c:pt idx="35466">
                  <c:v>0.41048611111182254</c:v>
                </c:pt>
                <c:pt idx="35467">
                  <c:v>0.41049768518132623</c:v>
                </c:pt>
                <c:pt idx="35468">
                  <c:v>0.41050925925810589</c:v>
                </c:pt>
                <c:pt idx="35469">
                  <c:v>0.41052083332760958</c:v>
                </c:pt>
                <c:pt idx="35470">
                  <c:v>0.41053240740438923</c:v>
                </c:pt>
                <c:pt idx="35471">
                  <c:v>0.41054398148116888</c:v>
                </c:pt>
                <c:pt idx="35472">
                  <c:v>0.41055555555067258</c:v>
                </c:pt>
                <c:pt idx="35473">
                  <c:v>0.41056712962745223</c:v>
                </c:pt>
                <c:pt idx="35474">
                  <c:v>0.41057870370423188</c:v>
                </c:pt>
                <c:pt idx="35475">
                  <c:v>0.41059027777373558</c:v>
                </c:pt>
                <c:pt idx="35476">
                  <c:v>0.41060185185051523</c:v>
                </c:pt>
                <c:pt idx="35477">
                  <c:v>0.41061342592001893</c:v>
                </c:pt>
                <c:pt idx="35478">
                  <c:v>0.41062499999679858</c:v>
                </c:pt>
                <c:pt idx="35479">
                  <c:v>0.41063657407357823</c:v>
                </c:pt>
                <c:pt idx="35480">
                  <c:v>0.41064814814308193</c:v>
                </c:pt>
                <c:pt idx="35481">
                  <c:v>0.41065972221986158</c:v>
                </c:pt>
                <c:pt idx="35482">
                  <c:v>0.41067129629664123</c:v>
                </c:pt>
                <c:pt idx="35483">
                  <c:v>0.41068287036614493</c:v>
                </c:pt>
                <c:pt idx="35484">
                  <c:v>0.41069444444292458</c:v>
                </c:pt>
                <c:pt idx="35485">
                  <c:v>0.41070601851970423</c:v>
                </c:pt>
                <c:pt idx="35486">
                  <c:v>0.41071759258920792</c:v>
                </c:pt>
                <c:pt idx="35487">
                  <c:v>0.41072916666598758</c:v>
                </c:pt>
                <c:pt idx="35488">
                  <c:v>0.41074074073549127</c:v>
                </c:pt>
                <c:pt idx="35489">
                  <c:v>0.41075231481227092</c:v>
                </c:pt>
                <c:pt idx="35490">
                  <c:v>0.41076388888905058</c:v>
                </c:pt>
                <c:pt idx="35491">
                  <c:v>0.41077546295855427</c:v>
                </c:pt>
                <c:pt idx="35492">
                  <c:v>0.41078703703533392</c:v>
                </c:pt>
                <c:pt idx="35493">
                  <c:v>0.41079861111211358</c:v>
                </c:pt>
                <c:pt idx="35494">
                  <c:v>0.41081018518161727</c:v>
                </c:pt>
                <c:pt idx="35495">
                  <c:v>0.41082175925839692</c:v>
                </c:pt>
                <c:pt idx="35496">
                  <c:v>0.41083333332790062</c:v>
                </c:pt>
                <c:pt idx="35497">
                  <c:v>0.41084490740468027</c:v>
                </c:pt>
                <c:pt idx="35498">
                  <c:v>0.41085648148145992</c:v>
                </c:pt>
                <c:pt idx="35499">
                  <c:v>0.41086805555096362</c:v>
                </c:pt>
                <c:pt idx="35500">
                  <c:v>0.41087962962774327</c:v>
                </c:pt>
                <c:pt idx="35501">
                  <c:v>0.41089120370452292</c:v>
                </c:pt>
                <c:pt idx="35502">
                  <c:v>0.41090277777402662</c:v>
                </c:pt>
                <c:pt idx="35503">
                  <c:v>0.41091435185080627</c:v>
                </c:pt>
                <c:pt idx="35504">
                  <c:v>0.41092592592030996</c:v>
                </c:pt>
                <c:pt idx="35505">
                  <c:v>0.41093749999708962</c:v>
                </c:pt>
                <c:pt idx="35506">
                  <c:v>0.41094907407386927</c:v>
                </c:pt>
                <c:pt idx="35507">
                  <c:v>0.41096064814337296</c:v>
                </c:pt>
                <c:pt idx="35508">
                  <c:v>0.41097222222015262</c:v>
                </c:pt>
                <c:pt idx="35509">
                  <c:v>0.41098379629693227</c:v>
                </c:pt>
                <c:pt idx="35510">
                  <c:v>0.41099537036643596</c:v>
                </c:pt>
                <c:pt idx="35511">
                  <c:v>0.41100694444321562</c:v>
                </c:pt>
                <c:pt idx="35512">
                  <c:v>0.41101851851271931</c:v>
                </c:pt>
                <c:pt idx="35513">
                  <c:v>0.41103009258949896</c:v>
                </c:pt>
                <c:pt idx="35514">
                  <c:v>0.41104166666627862</c:v>
                </c:pt>
                <c:pt idx="35515">
                  <c:v>0.41105324073578231</c:v>
                </c:pt>
                <c:pt idx="35516">
                  <c:v>0.41106481481256196</c:v>
                </c:pt>
                <c:pt idx="35517">
                  <c:v>0.41107638888934162</c:v>
                </c:pt>
                <c:pt idx="35518">
                  <c:v>0.41108796295884531</c:v>
                </c:pt>
                <c:pt idx="35519">
                  <c:v>0.41109953703562496</c:v>
                </c:pt>
                <c:pt idx="35520">
                  <c:v>0.41111111111240461</c:v>
                </c:pt>
                <c:pt idx="35521">
                  <c:v>0.41112268518190831</c:v>
                </c:pt>
                <c:pt idx="35522">
                  <c:v>0.41113425925868796</c:v>
                </c:pt>
                <c:pt idx="35523">
                  <c:v>0.41114583332819166</c:v>
                </c:pt>
                <c:pt idx="35524">
                  <c:v>0.41115740740497131</c:v>
                </c:pt>
                <c:pt idx="35525">
                  <c:v>0.41116898148175096</c:v>
                </c:pt>
                <c:pt idx="35526">
                  <c:v>0.41118055555125466</c:v>
                </c:pt>
                <c:pt idx="35527">
                  <c:v>0.41119212962803431</c:v>
                </c:pt>
                <c:pt idx="35528">
                  <c:v>0.41120370370481396</c:v>
                </c:pt>
                <c:pt idx="35529">
                  <c:v>0.41121527777431766</c:v>
                </c:pt>
                <c:pt idx="35530">
                  <c:v>0.41122685185109731</c:v>
                </c:pt>
                <c:pt idx="35531">
                  <c:v>0.411238425920601</c:v>
                </c:pt>
                <c:pt idx="35532">
                  <c:v>0.41124999999738066</c:v>
                </c:pt>
                <c:pt idx="35533">
                  <c:v>0.41126157407416031</c:v>
                </c:pt>
                <c:pt idx="35534">
                  <c:v>0.411273148143664</c:v>
                </c:pt>
                <c:pt idx="35535">
                  <c:v>0.41128472222044365</c:v>
                </c:pt>
                <c:pt idx="35536">
                  <c:v>0.41129629629722331</c:v>
                </c:pt>
                <c:pt idx="35537">
                  <c:v>0.411307870366727</c:v>
                </c:pt>
                <c:pt idx="35538">
                  <c:v>0.41131944444350665</c:v>
                </c:pt>
                <c:pt idx="35539">
                  <c:v>0.41133101851301035</c:v>
                </c:pt>
                <c:pt idx="35540">
                  <c:v>0.41134259258979</c:v>
                </c:pt>
                <c:pt idx="35541">
                  <c:v>0.41135416666656965</c:v>
                </c:pt>
                <c:pt idx="35542">
                  <c:v>0.41136574073607335</c:v>
                </c:pt>
                <c:pt idx="35543">
                  <c:v>0.411377314812853</c:v>
                </c:pt>
                <c:pt idx="35544">
                  <c:v>0.41138888888963265</c:v>
                </c:pt>
                <c:pt idx="35545">
                  <c:v>0.41140046295913635</c:v>
                </c:pt>
                <c:pt idx="35546">
                  <c:v>0.411412037035916</c:v>
                </c:pt>
                <c:pt idx="35547">
                  <c:v>0.4114236111054197</c:v>
                </c:pt>
                <c:pt idx="35548">
                  <c:v>0.41143518518219935</c:v>
                </c:pt>
                <c:pt idx="35549">
                  <c:v>0.411446759258979</c:v>
                </c:pt>
                <c:pt idx="35550">
                  <c:v>0.41145833332848269</c:v>
                </c:pt>
                <c:pt idx="35551">
                  <c:v>0.41146990740526235</c:v>
                </c:pt>
                <c:pt idx="35552">
                  <c:v>0.411481481482042</c:v>
                </c:pt>
                <c:pt idx="35553">
                  <c:v>0.41149305555154569</c:v>
                </c:pt>
                <c:pt idx="35554">
                  <c:v>0.41150462962832535</c:v>
                </c:pt>
                <c:pt idx="35555">
                  <c:v>0.41151620369782904</c:v>
                </c:pt>
                <c:pt idx="35556">
                  <c:v>0.41152777777460869</c:v>
                </c:pt>
                <c:pt idx="35557">
                  <c:v>0.41153935185138835</c:v>
                </c:pt>
                <c:pt idx="35558">
                  <c:v>0.41155092592089204</c:v>
                </c:pt>
                <c:pt idx="35559">
                  <c:v>0.41156249999767169</c:v>
                </c:pt>
                <c:pt idx="35560">
                  <c:v>0.41157407407445135</c:v>
                </c:pt>
                <c:pt idx="35561">
                  <c:v>0.41158564814395504</c:v>
                </c:pt>
                <c:pt idx="35562">
                  <c:v>0.41159722222073469</c:v>
                </c:pt>
                <c:pt idx="35563">
                  <c:v>0.41160879629751435</c:v>
                </c:pt>
                <c:pt idx="35564">
                  <c:v>0.41162037036701804</c:v>
                </c:pt>
                <c:pt idx="35565">
                  <c:v>0.41163194444379769</c:v>
                </c:pt>
                <c:pt idx="35566">
                  <c:v>0.41164351851330139</c:v>
                </c:pt>
                <c:pt idx="35567">
                  <c:v>0.41165509259008104</c:v>
                </c:pt>
                <c:pt idx="35568">
                  <c:v>0.41166666666686069</c:v>
                </c:pt>
                <c:pt idx="35569">
                  <c:v>0.41167824073636439</c:v>
                </c:pt>
                <c:pt idx="35570">
                  <c:v>0.41168981481314404</c:v>
                </c:pt>
                <c:pt idx="35571">
                  <c:v>0.41170138888992369</c:v>
                </c:pt>
                <c:pt idx="35572">
                  <c:v>0.41171296295942739</c:v>
                </c:pt>
                <c:pt idx="35573">
                  <c:v>0.41172453703620704</c:v>
                </c:pt>
                <c:pt idx="35574">
                  <c:v>0.41173611110571073</c:v>
                </c:pt>
                <c:pt idx="35575">
                  <c:v>0.41174768518249039</c:v>
                </c:pt>
                <c:pt idx="35576">
                  <c:v>0.41175925925927004</c:v>
                </c:pt>
                <c:pt idx="35577">
                  <c:v>0.41177083332877373</c:v>
                </c:pt>
                <c:pt idx="35578">
                  <c:v>0.41178240740555339</c:v>
                </c:pt>
                <c:pt idx="35579">
                  <c:v>0.41179398148233304</c:v>
                </c:pt>
                <c:pt idx="35580">
                  <c:v>0.41180555555183673</c:v>
                </c:pt>
                <c:pt idx="35581">
                  <c:v>0.41181712962861639</c:v>
                </c:pt>
                <c:pt idx="35582">
                  <c:v>0.41182870369812008</c:v>
                </c:pt>
                <c:pt idx="35583">
                  <c:v>0.41184027777489973</c:v>
                </c:pt>
                <c:pt idx="35584">
                  <c:v>0.41185185185167938</c:v>
                </c:pt>
                <c:pt idx="35585">
                  <c:v>0.41186342592118308</c:v>
                </c:pt>
                <c:pt idx="35586">
                  <c:v>0.41187499999796273</c:v>
                </c:pt>
                <c:pt idx="35587">
                  <c:v>0.41188657407474238</c:v>
                </c:pt>
                <c:pt idx="35588">
                  <c:v>0.41189814814424608</c:v>
                </c:pt>
                <c:pt idx="35589">
                  <c:v>0.41190972222102573</c:v>
                </c:pt>
                <c:pt idx="35590">
                  <c:v>0.41192129629052943</c:v>
                </c:pt>
                <c:pt idx="35591">
                  <c:v>0.41193287036730908</c:v>
                </c:pt>
                <c:pt idx="35592">
                  <c:v>0.41194444444408873</c:v>
                </c:pt>
                <c:pt idx="35593">
                  <c:v>0.41195601851359243</c:v>
                </c:pt>
                <c:pt idx="35594">
                  <c:v>0.41196759259037208</c:v>
                </c:pt>
                <c:pt idx="35595">
                  <c:v>0.41197916666715173</c:v>
                </c:pt>
                <c:pt idx="35596">
                  <c:v>0.41199074073665543</c:v>
                </c:pt>
                <c:pt idx="35597">
                  <c:v>0.41200231481343508</c:v>
                </c:pt>
                <c:pt idx="35598">
                  <c:v>0.41201388889021473</c:v>
                </c:pt>
                <c:pt idx="35599">
                  <c:v>0.41202546295971842</c:v>
                </c:pt>
                <c:pt idx="35600">
                  <c:v>0.41203703703649808</c:v>
                </c:pt>
                <c:pt idx="35601">
                  <c:v>0.41204861110600177</c:v>
                </c:pt>
                <c:pt idx="35602">
                  <c:v>0.41206018518278142</c:v>
                </c:pt>
                <c:pt idx="35603">
                  <c:v>0.41207175925956108</c:v>
                </c:pt>
                <c:pt idx="35604">
                  <c:v>0.41208333332906477</c:v>
                </c:pt>
                <c:pt idx="35605">
                  <c:v>0.41209490740584442</c:v>
                </c:pt>
                <c:pt idx="35606">
                  <c:v>0.41210648148262408</c:v>
                </c:pt>
                <c:pt idx="35607">
                  <c:v>0.41211805555212777</c:v>
                </c:pt>
                <c:pt idx="35608">
                  <c:v>0.41212962962890742</c:v>
                </c:pt>
                <c:pt idx="35609">
                  <c:v>0.41214120369841112</c:v>
                </c:pt>
                <c:pt idx="35610">
                  <c:v>0.41215277777519077</c:v>
                </c:pt>
                <c:pt idx="35611">
                  <c:v>0.41216435185197042</c:v>
                </c:pt>
                <c:pt idx="35612">
                  <c:v>0.41217592592147412</c:v>
                </c:pt>
                <c:pt idx="35613">
                  <c:v>0.41218749999825377</c:v>
                </c:pt>
                <c:pt idx="35614">
                  <c:v>0.41219907407503342</c:v>
                </c:pt>
                <c:pt idx="35615">
                  <c:v>0.41221064814453712</c:v>
                </c:pt>
                <c:pt idx="35616">
                  <c:v>0.41222222222131677</c:v>
                </c:pt>
                <c:pt idx="35617">
                  <c:v>0.41223379629082046</c:v>
                </c:pt>
                <c:pt idx="35618">
                  <c:v>0.41224537036760012</c:v>
                </c:pt>
                <c:pt idx="35619">
                  <c:v>0.41225694444437977</c:v>
                </c:pt>
                <c:pt idx="35620">
                  <c:v>0.41226851851388346</c:v>
                </c:pt>
                <c:pt idx="35621">
                  <c:v>0.41228009259066312</c:v>
                </c:pt>
                <c:pt idx="35622">
                  <c:v>0.41229166666744277</c:v>
                </c:pt>
                <c:pt idx="35623">
                  <c:v>0.41230324073694646</c:v>
                </c:pt>
                <c:pt idx="35624">
                  <c:v>0.41231481481372612</c:v>
                </c:pt>
                <c:pt idx="35625">
                  <c:v>0.41232638888322981</c:v>
                </c:pt>
                <c:pt idx="35626">
                  <c:v>0.41233796296000946</c:v>
                </c:pt>
                <c:pt idx="35627">
                  <c:v>0.41234953703678912</c:v>
                </c:pt>
                <c:pt idx="35628">
                  <c:v>0.41236111110629281</c:v>
                </c:pt>
                <c:pt idx="35629">
                  <c:v>0.41237268518307246</c:v>
                </c:pt>
                <c:pt idx="35630">
                  <c:v>0.41238425925985212</c:v>
                </c:pt>
                <c:pt idx="35631">
                  <c:v>0.41239583332935581</c:v>
                </c:pt>
                <c:pt idx="35632">
                  <c:v>0.41240740740613546</c:v>
                </c:pt>
                <c:pt idx="35633">
                  <c:v>0.41241898147563916</c:v>
                </c:pt>
                <c:pt idx="35634">
                  <c:v>0.41243055555241881</c:v>
                </c:pt>
                <c:pt idx="35635">
                  <c:v>0.41244212962919846</c:v>
                </c:pt>
                <c:pt idx="35636">
                  <c:v>0.41245370369870216</c:v>
                </c:pt>
                <c:pt idx="35637">
                  <c:v>0.41246527777548181</c:v>
                </c:pt>
                <c:pt idx="35638">
                  <c:v>0.41247685185226146</c:v>
                </c:pt>
                <c:pt idx="35639">
                  <c:v>0.41248842592176516</c:v>
                </c:pt>
                <c:pt idx="35640">
                  <c:v>0.41249999999854481</c:v>
                </c:pt>
                <c:pt idx="35641">
                  <c:v>0.41251157407532446</c:v>
                </c:pt>
                <c:pt idx="35642">
                  <c:v>0.41252314814482816</c:v>
                </c:pt>
                <c:pt idx="35643">
                  <c:v>0.41253472222160781</c:v>
                </c:pt>
                <c:pt idx="35644">
                  <c:v>0.4125462962911115</c:v>
                </c:pt>
                <c:pt idx="35645">
                  <c:v>0.41255787036789116</c:v>
                </c:pt>
                <c:pt idx="35646">
                  <c:v>0.41256944444467081</c:v>
                </c:pt>
                <c:pt idx="35647">
                  <c:v>0.4125810185141745</c:v>
                </c:pt>
                <c:pt idx="35648">
                  <c:v>0.41259259259095415</c:v>
                </c:pt>
                <c:pt idx="35649">
                  <c:v>0.41260416666773381</c:v>
                </c:pt>
                <c:pt idx="35650">
                  <c:v>0.4126157407372375</c:v>
                </c:pt>
                <c:pt idx="35651">
                  <c:v>0.41262731481401715</c:v>
                </c:pt>
                <c:pt idx="35652">
                  <c:v>0.41263888888352085</c:v>
                </c:pt>
                <c:pt idx="35653">
                  <c:v>0.4126504629603005</c:v>
                </c:pt>
                <c:pt idx="35654">
                  <c:v>0.41266203703708015</c:v>
                </c:pt>
                <c:pt idx="35655">
                  <c:v>0.41267361110658385</c:v>
                </c:pt>
                <c:pt idx="35656">
                  <c:v>0.4126851851833635</c:v>
                </c:pt>
                <c:pt idx="35657">
                  <c:v>0.41269675926014315</c:v>
                </c:pt>
                <c:pt idx="35658">
                  <c:v>0.41270833332964685</c:v>
                </c:pt>
                <c:pt idx="35659">
                  <c:v>0.4127199074064265</c:v>
                </c:pt>
                <c:pt idx="35660">
                  <c:v>0.4127314814759302</c:v>
                </c:pt>
                <c:pt idx="35661">
                  <c:v>0.41274305555270985</c:v>
                </c:pt>
                <c:pt idx="35662">
                  <c:v>0.4127546296294895</c:v>
                </c:pt>
                <c:pt idx="35663">
                  <c:v>0.41276620369899319</c:v>
                </c:pt>
                <c:pt idx="35664">
                  <c:v>0.41277777777577285</c:v>
                </c:pt>
                <c:pt idx="35665">
                  <c:v>0.4127893518525525</c:v>
                </c:pt>
                <c:pt idx="35666">
                  <c:v>0.41280092592205619</c:v>
                </c:pt>
                <c:pt idx="35667">
                  <c:v>0.41281249999883585</c:v>
                </c:pt>
                <c:pt idx="35668">
                  <c:v>0.41282407406833954</c:v>
                </c:pt>
                <c:pt idx="35669">
                  <c:v>0.41283564814511919</c:v>
                </c:pt>
                <c:pt idx="35670">
                  <c:v>0.41284722222189885</c:v>
                </c:pt>
                <c:pt idx="35671">
                  <c:v>0.41285879629140254</c:v>
                </c:pt>
                <c:pt idx="35672">
                  <c:v>0.41287037036818219</c:v>
                </c:pt>
                <c:pt idx="35673">
                  <c:v>0.41288194444496185</c:v>
                </c:pt>
                <c:pt idx="35674">
                  <c:v>0.41289351851446554</c:v>
                </c:pt>
                <c:pt idx="35675">
                  <c:v>0.41290509259124519</c:v>
                </c:pt>
                <c:pt idx="35676">
                  <c:v>0.41291666666074889</c:v>
                </c:pt>
                <c:pt idx="35677">
                  <c:v>0.41292824073752854</c:v>
                </c:pt>
                <c:pt idx="35678">
                  <c:v>0.41293981481430819</c:v>
                </c:pt>
                <c:pt idx="35679">
                  <c:v>0.41295138888381189</c:v>
                </c:pt>
                <c:pt idx="35680">
                  <c:v>0.41296296296059154</c:v>
                </c:pt>
                <c:pt idx="35681">
                  <c:v>0.41297453703737119</c:v>
                </c:pt>
                <c:pt idx="35682">
                  <c:v>0.41298611110687489</c:v>
                </c:pt>
                <c:pt idx="35683">
                  <c:v>0.41299768518365454</c:v>
                </c:pt>
                <c:pt idx="35684">
                  <c:v>0.41300925926043419</c:v>
                </c:pt>
                <c:pt idx="35685">
                  <c:v>0.41302083332993789</c:v>
                </c:pt>
                <c:pt idx="35686">
                  <c:v>0.41303240740671754</c:v>
                </c:pt>
                <c:pt idx="35687">
                  <c:v>0.41304398147622123</c:v>
                </c:pt>
                <c:pt idx="35688">
                  <c:v>0.41305555555300089</c:v>
                </c:pt>
                <c:pt idx="35689">
                  <c:v>0.41306712962978054</c:v>
                </c:pt>
                <c:pt idx="35690">
                  <c:v>0.41307870369928423</c:v>
                </c:pt>
                <c:pt idx="35691">
                  <c:v>0.41309027777606389</c:v>
                </c:pt>
                <c:pt idx="35692">
                  <c:v>0.41310185185284354</c:v>
                </c:pt>
                <c:pt idx="35693">
                  <c:v>0.41311342592234723</c:v>
                </c:pt>
                <c:pt idx="35694">
                  <c:v>0.41312499999912689</c:v>
                </c:pt>
                <c:pt idx="35695">
                  <c:v>0.41313657406863058</c:v>
                </c:pt>
                <c:pt idx="35696">
                  <c:v>0.41314814814541023</c:v>
                </c:pt>
                <c:pt idx="35697">
                  <c:v>0.41315972222218988</c:v>
                </c:pt>
                <c:pt idx="35698">
                  <c:v>0.41317129629169358</c:v>
                </c:pt>
                <c:pt idx="35699">
                  <c:v>0.41318287036847323</c:v>
                </c:pt>
                <c:pt idx="35700">
                  <c:v>0.41319444444525288</c:v>
                </c:pt>
                <c:pt idx="35701">
                  <c:v>0.41320601851475658</c:v>
                </c:pt>
                <c:pt idx="35702">
                  <c:v>0.41321759259153623</c:v>
                </c:pt>
                <c:pt idx="35703">
                  <c:v>0.41322916666103993</c:v>
                </c:pt>
                <c:pt idx="35704">
                  <c:v>0.41324074073781958</c:v>
                </c:pt>
                <c:pt idx="35705">
                  <c:v>0.41325231481459923</c:v>
                </c:pt>
                <c:pt idx="35706">
                  <c:v>0.41326388888410293</c:v>
                </c:pt>
                <c:pt idx="35707">
                  <c:v>0.41327546296088258</c:v>
                </c:pt>
                <c:pt idx="35708">
                  <c:v>0.41328703703766223</c:v>
                </c:pt>
                <c:pt idx="35709">
                  <c:v>0.41329861110716593</c:v>
                </c:pt>
                <c:pt idx="35710">
                  <c:v>0.41331018518394558</c:v>
                </c:pt>
                <c:pt idx="35711">
                  <c:v>0.41332175925344927</c:v>
                </c:pt>
                <c:pt idx="35712">
                  <c:v>0.41333333333022892</c:v>
                </c:pt>
                <c:pt idx="35713">
                  <c:v>0.41334490740700858</c:v>
                </c:pt>
                <c:pt idx="35714">
                  <c:v>0.41335648147651227</c:v>
                </c:pt>
                <c:pt idx="35715">
                  <c:v>0.41336805555329192</c:v>
                </c:pt>
                <c:pt idx="35716">
                  <c:v>0.41337962963007158</c:v>
                </c:pt>
                <c:pt idx="35717">
                  <c:v>0.41339120369957527</c:v>
                </c:pt>
                <c:pt idx="35718">
                  <c:v>0.41340277777635492</c:v>
                </c:pt>
                <c:pt idx="35719">
                  <c:v>0.41341435185313458</c:v>
                </c:pt>
                <c:pt idx="35720">
                  <c:v>0.41342592592263827</c:v>
                </c:pt>
                <c:pt idx="35721">
                  <c:v>0.41343749999941792</c:v>
                </c:pt>
                <c:pt idx="35722">
                  <c:v>0.41344907406892162</c:v>
                </c:pt>
                <c:pt idx="35723">
                  <c:v>0.41346064814570127</c:v>
                </c:pt>
                <c:pt idx="35724">
                  <c:v>0.41347222222248092</c:v>
                </c:pt>
                <c:pt idx="35725">
                  <c:v>0.41348379629198462</c:v>
                </c:pt>
                <c:pt idx="35726">
                  <c:v>0.41349537036876427</c:v>
                </c:pt>
                <c:pt idx="35727">
                  <c:v>0.41350694444554392</c:v>
                </c:pt>
                <c:pt idx="35728">
                  <c:v>0.41351851851504762</c:v>
                </c:pt>
                <c:pt idx="35729">
                  <c:v>0.41353009259182727</c:v>
                </c:pt>
                <c:pt idx="35730">
                  <c:v>0.41354166666133096</c:v>
                </c:pt>
                <c:pt idx="35731">
                  <c:v>0.41355324073811062</c:v>
                </c:pt>
                <c:pt idx="35732">
                  <c:v>0.41356481481489027</c:v>
                </c:pt>
                <c:pt idx="35733">
                  <c:v>0.41357638888439396</c:v>
                </c:pt>
                <c:pt idx="35734">
                  <c:v>0.41358796296117362</c:v>
                </c:pt>
                <c:pt idx="35735">
                  <c:v>0.41359953703795327</c:v>
                </c:pt>
                <c:pt idx="35736">
                  <c:v>0.41361111110745696</c:v>
                </c:pt>
                <c:pt idx="35737">
                  <c:v>0.41362268518423662</c:v>
                </c:pt>
                <c:pt idx="35738">
                  <c:v>0.41363425925374031</c:v>
                </c:pt>
                <c:pt idx="35739">
                  <c:v>0.41364583333051996</c:v>
                </c:pt>
                <c:pt idx="35740">
                  <c:v>0.41365740740729962</c:v>
                </c:pt>
                <c:pt idx="35741">
                  <c:v>0.41366898147680331</c:v>
                </c:pt>
                <c:pt idx="35742">
                  <c:v>0.41368055555358296</c:v>
                </c:pt>
                <c:pt idx="35743">
                  <c:v>0.41369212963036261</c:v>
                </c:pt>
                <c:pt idx="35744">
                  <c:v>0.41370370369986631</c:v>
                </c:pt>
                <c:pt idx="35745">
                  <c:v>0.41371527777664596</c:v>
                </c:pt>
                <c:pt idx="35746">
                  <c:v>0.41372685184614966</c:v>
                </c:pt>
                <c:pt idx="35747">
                  <c:v>0.41373842592292931</c:v>
                </c:pt>
                <c:pt idx="35748">
                  <c:v>0.41374999999970896</c:v>
                </c:pt>
                <c:pt idx="35749">
                  <c:v>0.41376157406921266</c:v>
                </c:pt>
                <c:pt idx="35750">
                  <c:v>0.41377314814599231</c:v>
                </c:pt>
                <c:pt idx="35751">
                  <c:v>0.41378472222277196</c:v>
                </c:pt>
                <c:pt idx="35752">
                  <c:v>0.41379629629227566</c:v>
                </c:pt>
                <c:pt idx="35753">
                  <c:v>0.41380787036905531</c:v>
                </c:pt>
                <c:pt idx="35754">
                  <c:v>0.413819444438559</c:v>
                </c:pt>
                <c:pt idx="35755">
                  <c:v>0.41383101851533866</c:v>
                </c:pt>
                <c:pt idx="35756">
                  <c:v>0.41384259259211831</c:v>
                </c:pt>
                <c:pt idx="35757">
                  <c:v>0.413854166661622</c:v>
                </c:pt>
                <c:pt idx="35758">
                  <c:v>0.41386574073840166</c:v>
                </c:pt>
                <c:pt idx="35759">
                  <c:v>0.41387731481518131</c:v>
                </c:pt>
                <c:pt idx="35760">
                  <c:v>0.413888888884685</c:v>
                </c:pt>
                <c:pt idx="35761">
                  <c:v>0.41390046296146465</c:v>
                </c:pt>
                <c:pt idx="35762">
                  <c:v>0.41391203703824431</c:v>
                </c:pt>
                <c:pt idx="35763">
                  <c:v>0.413923611107748</c:v>
                </c:pt>
                <c:pt idx="35764">
                  <c:v>0.41393518518452765</c:v>
                </c:pt>
                <c:pt idx="35765">
                  <c:v>0.41394675925403135</c:v>
                </c:pt>
                <c:pt idx="35766">
                  <c:v>0.413958333330811</c:v>
                </c:pt>
                <c:pt idx="35767">
                  <c:v>0.41396990740759065</c:v>
                </c:pt>
                <c:pt idx="35768">
                  <c:v>0.41398148147709435</c:v>
                </c:pt>
                <c:pt idx="35769">
                  <c:v>0.413993055553874</c:v>
                </c:pt>
                <c:pt idx="35770">
                  <c:v>0.41400462963065365</c:v>
                </c:pt>
                <c:pt idx="35771">
                  <c:v>0.41401620370015735</c:v>
                </c:pt>
                <c:pt idx="35772">
                  <c:v>0.414027777776937</c:v>
                </c:pt>
                <c:pt idx="35773">
                  <c:v>0.4140393518464407</c:v>
                </c:pt>
                <c:pt idx="35774">
                  <c:v>0.41405092592322035</c:v>
                </c:pt>
                <c:pt idx="35775">
                  <c:v>0.4140625</c:v>
                </c:pt>
                <c:pt idx="35776">
                  <c:v>0.41407407406950369</c:v>
                </c:pt>
                <c:pt idx="35777">
                  <c:v>0.41408564814628335</c:v>
                </c:pt>
                <c:pt idx="35778">
                  <c:v>0.414097222223063</c:v>
                </c:pt>
                <c:pt idx="35779">
                  <c:v>0.41410879629256669</c:v>
                </c:pt>
                <c:pt idx="35780">
                  <c:v>0.41412037036934635</c:v>
                </c:pt>
                <c:pt idx="35781">
                  <c:v>0.41413194443885004</c:v>
                </c:pt>
                <c:pt idx="35782">
                  <c:v>0.41414351851562969</c:v>
                </c:pt>
                <c:pt idx="35783">
                  <c:v>0.41415509259240935</c:v>
                </c:pt>
                <c:pt idx="35784">
                  <c:v>0.41416666666191304</c:v>
                </c:pt>
                <c:pt idx="35785">
                  <c:v>0.41417824073869269</c:v>
                </c:pt>
                <c:pt idx="35786">
                  <c:v>0.41418981481547235</c:v>
                </c:pt>
                <c:pt idx="35787">
                  <c:v>0.41420138888497604</c:v>
                </c:pt>
                <c:pt idx="35788">
                  <c:v>0.41421296296175569</c:v>
                </c:pt>
                <c:pt idx="35789">
                  <c:v>0.41422453703125939</c:v>
                </c:pt>
                <c:pt idx="35790">
                  <c:v>0.41423611110803904</c:v>
                </c:pt>
                <c:pt idx="35791">
                  <c:v>0.41424768518481869</c:v>
                </c:pt>
                <c:pt idx="35792">
                  <c:v>0.41425925925432239</c:v>
                </c:pt>
                <c:pt idx="35793">
                  <c:v>0.41427083333110204</c:v>
                </c:pt>
                <c:pt idx="35794">
                  <c:v>0.41428240740788169</c:v>
                </c:pt>
                <c:pt idx="35795">
                  <c:v>0.41429398147738539</c:v>
                </c:pt>
                <c:pt idx="35796">
                  <c:v>0.41430555555416504</c:v>
                </c:pt>
                <c:pt idx="35797">
                  <c:v>0.41431712963094469</c:v>
                </c:pt>
                <c:pt idx="35798">
                  <c:v>0.41432870370044839</c:v>
                </c:pt>
                <c:pt idx="35799">
                  <c:v>0.41434027777722804</c:v>
                </c:pt>
                <c:pt idx="35800">
                  <c:v>0.41435185184673173</c:v>
                </c:pt>
                <c:pt idx="35801">
                  <c:v>0.41436342592351139</c:v>
                </c:pt>
                <c:pt idx="35802">
                  <c:v>0.41437500000029104</c:v>
                </c:pt>
                <c:pt idx="35803">
                  <c:v>0.41438657406979473</c:v>
                </c:pt>
                <c:pt idx="35804">
                  <c:v>0.41439814814657439</c:v>
                </c:pt>
                <c:pt idx="35805">
                  <c:v>0.41440972222335404</c:v>
                </c:pt>
                <c:pt idx="35806">
                  <c:v>0.41442129629285773</c:v>
                </c:pt>
                <c:pt idx="35807">
                  <c:v>0.41443287036963739</c:v>
                </c:pt>
                <c:pt idx="35808">
                  <c:v>0.41444444443914108</c:v>
                </c:pt>
                <c:pt idx="35809">
                  <c:v>0.41445601851592073</c:v>
                </c:pt>
                <c:pt idx="35810">
                  <c:v>0.41446759259270038</c:v>
                </c:pt>
                <c:pt idx="35811">
                  <c:v>0.41447916666220408</c:v>
                </c:pt>
                <c:pt idx="35812">
                  <c:v>0.41449074073898373</c:v>
                </c:pt>
                <c:pt idx="35813">
                  <c:v>0.41450231481576338</c:v>
                </c:pt>
                <c:pt idx="35814">
                  <c:v>0.41451388888526708</c:v>
                </c:pt>
                <c:pt idx="35815">
                  <c:v>0.41452546296204673</c:v>
                </c:pt>
                <c:pt idx="35816">
                  <c:v>0.41453703703155043</c:v>
                </c:pt>
                <c:pt idx="35817">
                  <c:v>0.41454861110833008</c:v>
                </c:pt>
                <c:pt idx="35818">
                  <c:v>0.41456018518510973</c:v>
                </c:pt>
                <c:pt idx="35819">
                  <c:v>0.41457175925461343</c:v>
                </c:pt>
                <c:pt idx="35820">
                  <c:v>0.41458333333139308</c:v>
                </c:pt>
                <c:pt idx="35821">
                  <c:v>0.41459490740817273</c:v>
                </c:pt>
                <c:pt idx="35822">
                  <c:v>0.41460648147767643</c:v>
                </c:pt>
                <c:pt idx="35823">
                  <c:v>0.41461805555445608</c:v>
                </c:pt>
                <c:pt idx="35824">
                  <c:v>0.41462962962395977</c:v>
                </c:pt>
                <c:pt idx="35825">
                  <c:v>0.41464120370073942</c:v>
                </c:pt>
                <c:pt idx="35826">
                  <c:v>0.41465277777751908</c:v>
                </c:pt>
                <c:pt idx="35827">
                  <c:v>0.41466435184702277</c:v>
                </c:pt>
                <c:pt idx="35828">
                  <c:v>0.41467592592380242</c:v>
                </c:pt>
                <c:pt idx="35829">
                  <c:v>0.41468750000058208</c:v>
                </c:pt>
                <c:pt idx="35830">
                  <c:v>0.41469907407008577</c:v>
                </c:pt>
                <c:pt idx="35831">
                  <c:v>0.41471064814686542</c:v>
                </c:pt>
                <c:pt idx="35832">
                  <c:v>0.41472222221636912</c:v>
                </c:pt>
                <c:pt idx="35833">
                  <c:v>0.41473379629314877</c:v>
                </c:pt>
                <c:pt idx="35834">
                  <c:v>0.41474537036992842</c:v>
                </c:pt>
                <c:pt idx="35835">
                  <c:v>0.41475694443943212</c:v>
                </c:pt>
                <c:pt idx="35836">
                  <c:v>0.41476851851621177</c:v>
                </c:pt>
                <c:pt idx="35837">
                  <c:v>0.41478009259299142</c:v>
                </c:pt>
                <c:pt idx="35838">
                  <c:v>0.41479166666249512</c:v>
                </c:pt>
                <c:pt idx="35839">
                  <c:v>0.41480324073927477</c:v>
                </c:pt>
                <c:pt idx="35840">
                  <c:v>0.41481481481605442</c:v>
                </c:pt>
                <c:pt idx="35841">
                  <c:v>0.41482638888555812</c:v>
                </c:pt>
                <c:pt idx="35842">
                  <c:v>0.41483796296233777</c:v>
                </c:pt>
                <c:pt idx="35843">
                  <c:v>0.41484953703184146</c:v>
                </c:pt>
                <c:pt idx="35844">
                  <c:v>0.41486111110862112</c:v>
                </c:pt>
                <c:pt idx="35845">
                  <c:v>0.41487268518540077</c:v>
                </c:pt>
                <c:pt idx="35846">
                  <c:v>0.41488425925490446</c:v>
                </c:pt>
                <c:pt idx="35847">
                  <c:v>0.41489583333168412</c:v>
                </c:pt>
                <c:pt idx="35848">
                  <c:v>0.41490740740846377</c:v>
                </c:pt>
                <c:pt idx="35849">
                  <c:v>0.41491898147796746</c:v>
                </c:pt>
                <c:pt idx="35850">
                  <c:v>0.41493055555474712</c:v>
                </c:pt>
                <c:pt idx="35851">
                  <c:v>0.41494212962425081</c:v>
                </c:pt>
                <c:pt idx="35852">
                  <c:v>0.41495370370103046</c:v>
                </c:pt>
                <c:pt idx="35853">
                  <c:v>0.41496527777781012</c:v>
                </c:pt>
                <c:pt idx="35854">
                  <c:v>0.41497685184731381</c:v>
                </c:pt>
                <c:pt idx="35855">
                  <c:v>0.41498842592409346</c:v>
                </c:pt>
                <c:pt idx="35856">
                  <c:v>0.41500000000087311</c:v>
                </c:pt>
                <c:pt idx="35857">
                  <c:v>0.41501157407037681</c:v>
                </c:pt>
                <c:pt idx="35858">
                  <c:v>0.41502314814715646</c:v>
                </c:pt>
                <c:pt idx="35859">
                  <c:v>0.41503472221666016</c:v>
                </c:pt>
                <c:pt idx="35860">
                  <c:v>0.41504629629343981</c:v>
                </c:pt>
                <c:pt idx="35861">
                  <c:v>0.41505787037021946</c:v>
                </c:pt>
                <c:pt idx="35862">
                  <c:v>0.41506944443972316</c:v>
                </c:pt>
                <c:pt idx="35863">
                  <c:v>0.41508101851650281</c:v>
                </c:pt>
                <c:pt idx="35864">
                  <c:v>0.41509259259328246</c:v>
                </c:pt>
                <c:pt idx="35865">
                  <c:v>0.41510416666278616</c:v>
                </c:pt>
                <c:pt idx="35866">
                  <c:v>0.41511574073956581</c:v>
                </c:pt>
                <c:pt idx="35867">
                  <c:v>0.4151273148090695</c:v>
                </c:pt>
                <c:pt idx="35868">
                  <c:v>0.41513888888584916</c:v>
                </c:pt>
                <c:pt idx="35869">
                  <c:v>0.41515046296262881</c:v>
                </c:pt>
                <c:pt idx="35870">
                  <c:v>0.4151620370321325</c:v>
                </c:pt>
                <c:pt idx="35871">
                  <c:v>0.41517361110891216</c:v>
                </c:pt>
                <c:pt idx="35872">
                  <c:v>0.41518518518569181</c:v>
                </c:pt>
                <c:pt idx="35873">
                  <c:v>0.4151967592551955</c:v>
                </c:pt>
                <c:pt idx="35874">
                  <c:v>0.41520833333197515</c:v>
                </c:pt>
                <c:pt idx="35875">
                  <c:v>0.41521990740147885</c:v>
                </c:pt>
                <c:pt idx="35876">
                  <c:v>0.4152314814782585</c:v>
                </c:pt>
                <c:pt idx="35877">
                  <c:v>0.41524305555503815</c:v>
                </c:pt>
                <c:pt idx="35878">
                  <c:v>0.41525462962454185</c:v>
                </c:pt>
                <c:pt idx="35879">
                  <c:v>0.4152662037013215</c:v>
                </c:pt>
                <c:pt idx="35880">
                  <c:v>0.41527777777810115</c:v>
                </c:pt>
                <c:pt idx="35881">
                  <c:v>0.41528935184760485</c:v>
                </c:pt>
                <c:pt idx="35882">
                  <c:v>0.4153009259243845</c:v>
                </c:pt>
                <c:pt idx="35883">
                  <c:v>0.41531250000116415</c:v>
                </c:pt>
                <c:pt idx="35884">
                  <c:v>0.41532407407066785</c:v>
                </c:pt>
                <c:pt idx="35885">
                  <c:v>0.4153356481474475</c:v>
                </c:pt>
                <c:pt idx="35886">
                  <c:v>0.4153472222169512</c:v>
                </c:pt>
                <c:pt idx="35887">
                  <c:v>0.41535879629373085</c:v>
                </c:pt>
                <c:pt idx="35888">
                  <c:v>0.4153703703705105</c:v>
                </c:pt>
                <c:pt idx="35889">
                  <c:v>0.41538194444001419</c:v>
                </c:pt>
                <c:pt idx="35890">
                  <c:v>0.41539351851679385</c:v>
                </c:pt>
                <c:pt idx="35891">
                  <c:v>0.4154050925935735</c:v>
                </c:pt>
                <c:pt idx="35892">
                  <c:v>0.41541666666307719</c:v>
                </c:pt>
                <c:pt idx="35893">
                  <c:v>0.41542824073985685</c:v>
                </c:pt>
                <c:pt idx="35894">
                  <c:v>0.41543981480936054</c:v>
                </c:pt>
                <c:pt idx="35895">
                  <c:v>0.41545138888614019</c:v>
                </c:pt>
                <c:pt idx="35896">
                  <c:v>0.41546296296291985</c:v>
                </c:pt>
                <c:pt idx="35897">
                  <c:v>0.41547453703242354</c:v>
                </c:pt>
                <c:pt idx="35898">
                  <c:v>0.41548611110920319</c:v>
                </c:pt>
                <c:pt idx="35899">
                  <c:v>0.41549768518598285</c:v>
                </c:pt>
                <c:pt idx="35900">
                  <c:v>0.41550925925548654</c:v>
                </c:pt>
                <c:pt idx="35901">
                  <c:v>0.41552083333226619</c:v>
                </c:pt>
                <c:pt idx="35902">
                  <c:v>0.41553240740176989</c:v>
                </c:pt>
                <c:pt idx="35903">
                  <c:v>0.41554398147854954</c:v>
                </c:pt>
                <c:pt idx="35904">
                  <c:v>0.41555555555532919</c:v>
                </c:pt>
                <c:pt idx="35905">
                  <c:v>0.41556712962483289</c:v>
                </c:pt>
                <c:pt idx="35906">
                  <c:v>0.41557870370161254</c:v>
                </c:pt>
                <c:pt idx="35907">
                  <c:v>0.41559027777839219</c:v>
                </c:pt>
                <c:pt idx="35908">
                  <c:v>0.41560185184789589</c:v>
                </c:pt>
                <c:pt idx="35909">
                  <c:v>0.41561342592467554</c:v>
                </c:pt>
                <c:pt idx="35910">
                  <c:v>0.41562499999417923</c:v>
                </c:pt>
                <c:pt idx="35911">
                  <c:v>0.41563657407095889</c:v>
                </c:pt>
                <c:pt idx="35912">
                  <c:v>0.41564814814773854</c:v>
                </c:pt>
                <c:pt idx="35913">
                  <c:v>0.41565972221724223</c:v>
                </c:pt>
                <c:pt idx="35914">
                  <c:v>0.41567129629402189</c:v>
                </c:pt>
                <c:pt idx="35915">
                  <c:v>0.41568287037080154</c:v>
                </c:pt>
                <c:pt idx="35916">
                  <c:v>0.41569444444030523</c:v>
                </c:pt>
                <c:pt idx="35917">
                  <c:v>0.41570601851708489</c:v>
                </c:pt>
                <c:pt idx="35918">
                  <c:v>0.41571759259386454</c:v>
                </c:pt>
                <c:pt idx="35919">
                  <c:v>0.41572916666336823</c:v>
                </c:pt>
                <c:pt idx="35920">
                  <c:v>0.41574074074014788</c:v>
                </c:pt>
                <c:pt idx="35921">
                  <c:v>0.41575231480965158</c:v>
                </c:pt>
                <c:pt idx="35922">
                  <c:v>0.41576388888643123</c:v>
                </c:pt>
                <c:pt idx="35923">
                  <c:v>0.41577546296321088</c:v>
                </c:pt>
                <c:pt idx="35924">
                  <c:v>0.41578703703271458</c:v>
                </c:pt>
                <c:pt idx="35925">
                  <c:v>0.41579861110949423</c:v>
                </c:pt>
                <c:pt idx="35926">
                  <c:v>0.41581018518627388</c:v>
                </c:pt>
                <c:pt idx="35927">
                  <c:v>0.41582175925577758</c:v>
                </c:pt>
                <c:pt idx="35928">
                  <c:v>0.41583333333255723</c:v>
                </c:pt>
                <c:pt idx="35929">
                  <c:v>0.41584490740206093</c:v>
                </c:pt>
                <c:pt idx="35930">
                  <c:v>0.41585648147884058</c:v>
                </c:pt>
                <c:pt idx="35931">
                  <c:v>0.41586805555562023</c:v>
                </c:pt>
                <c:pt idx="35932">
                  <c:v>0.41587962962512393</c:v>
                </c:pt>
                <c:pt idx="35933">
                  <c:v>0.41589120370190358</c:v>
                </c:pt>
                <c:pt idx="35934">
                  <c:v>0.41590277777868323</c:v>
                </c:pt>
                <c:pt idx="35935">
                  <c:v>0.41591435184818693</c:v>
                </c:pt>
                <c:pt idx="35936">
                  <c:v>0.41592592592496658</c:v>
                </c:pt>
                <c:pt idx="35937">
                  <c:v>0.41593749999447027</c:v>
                </c:pt>
                <c:pt idx="35938">
                  <c:v>0.41594907407124992</c:v>
                </c:pt>
                <c:pt idx="35939">
                  <c:v>0.41596064814802958</c:v>
                </c:pt>
                <c:pt idx="35940">
                  <c:v>0.41597222221753327</c:v>
                </c:pt>
                <c:pt idx="35941">
                  <c:v>0.41598379629431292</c:v>
                </c:pt>
                <c:pt idx="35942">
                  <c:v>0.41599537037109258</c:v>
                </c:pt>
                <c:pt idx="35943">
                  <c:v>0.41600694444059627</c:v>
                </c:pt>
                <c:pt idx="35944">
                  <c:v>0.41601851851737592</c:v>
                </c:pt>
                <c:pt idx="35945">
                  <c:v>0.41603009258687962</c:v>
                </c:pt>
                <c:pt idx="35946">
                  <c:v>0.41604166666365927</c:v>
                </c:pt>
                <c:pt idx="35947">
                  <c:v>0.41605324074043892</c:v>
                </c:pt>
                <c:pt idx="35948">
                  <c:v>0.41606481480994262</c:v>
                </c:pt>
                <c:pt idx="35949">
                  <c:v>0.41607638888672227</c:v>
                </c:pt>
                <c:pt idx="35950">
                  <c:v>0.41608796296350192</c:v>
                </c:pt>
                <c:pt idx="35951">
                  <c:v>0.41609953703300562</c:v>
                </c:pt>
                <c:pt idx="35952">
                  <c:v>0.41611111110978527</c:v>
                </c:pt>
                <c:pt idx="35953">
                  <c:v>0.41612268517928896</c:v>
                </c:pt>
                <c:pt idx="35954">
                  <c:v>0.41613425925606862</c:v>
                </c:pt>
                <c:pt idx="35955">
                  <c:v>0.41614583333284827</c:v>
                </c:pt>
                <c:pt idx="35956">
                  <c:v>0.41615740740235196</c:v>
                </c:pt>
                <c:pt idx="35957">
                  <c:v>0.41616898147913162</c:v>
                </c:pt>
                <c:pt idx="35958">
                  <c:v>0.41618055555591127</c:v>
                </c:pt>
                <c:pt idx="35959">
                  <c:v>0.41619212962541496</c:v>
                </c:pt>
                <c:pt idx="35960">
                  <c:v>0.41620370370219462</c:v>
                </c:pt>
                <c:pt idx="35961">
                  <c:v>0.41621527777897427</c:v>
                </c:pt>
                <c:pt idx="35962">
                  <c:v>0.41622685184847796</c:v>
                </c:pt>
                <c:pt idx="35963">
                  <c:v>0.41623842592525762</c:v>
                </c:pt>
                <c:pt idx="35964">
                  <c:v>0.41624999999476131</c:v>
                </c:pt>
                <c:pt idx="35965">
                  <c:v>0.41626157407154096</c:v>
                </c:pt>
                <c:pt idx="35966">
                  <c:v>0.41627314814832062</c:v>
                </c:pt>
                <c:pt idx="35967">
                  <c:v>0.41628472221782431</c:v>
                </c:pt>
                <c:pt idx="35968">
                  <c:v>0.41629629629460396</c:v>
                </c:pt>
                <c:pt idx="35969">
                  <c:v>0.41630787037138361</c:v>
                </c:pt>
                <c:pt idx="35970">
                  <c:v>0.41631944444088731</c:v>
                </c:pt>
                <c:pt idx="35971">
                  <c:v>0.41633101851766696</c:v>
                </c:pt>
                <c:pt idx="35972">
                  <c:v>0.41634259258717066</c:v>
                </c:pt>
                <c:pt idx="35973">
                  <c:v>0.41635416666395031</c:v>
                </c:pt>
                <c:pt idx="35974">
                  <c:v>0.41636574074072996</c:v>
                </c:pt>
                <c:pt idx="35975">
                  <c:v>0.41637731481023366</c:v>
                </c:pt>
                <c:pt idx="35976">
                  <c:v>0.41638888888701331</c:v>
                </c:pt>
                <c:pt idx="35977">
                  <c:v>0.41640046296379296</c:v>
                </c:pt>
                <c:pt idx="35978">
                  <c:v>0.41641203703329666</c:v>
                </c:pt>
                <c:pt idx="35979">
                  <c:v>0.41642361111007631</c:v>
                </c:pt>
                <c:pt idx="35980">
                  <c:v>0.41643518517958</c:v>
                </c:pt>
                <c:pt idx="35981">
                  <c:v>0.41644675925635966</c:v>
                </c:pt>
                <c:pt idx="35982">
                  <c:v>0.41645833333313931</c:v>
                </c:pt>
                <c:pt idx="35983">
                  <c:v>0.416469907402643</c:v>
                </c:pt>
                <c:pt idx="35984">
                  <c:v>0.41648148147942265</c:v>
                </c:pt>
                <c:pt idx="35985">
                  <c:v>0.41649305555620231</c:v>
                </c:pt>
                <c:pt idx="35986">
                  <c:v>0.416504629625706</c:v>
                </c:pt>
                <c:pt idx="35987">
                  <c:v>0.41651620370248565</c:v>
                </c:pt>
                <c:pt idx="35988">
                  <c:v>0.41652777777198935</c:v>
                </c:pt>
                <c:pt idx="35989">
                  <c:v>0.416539351848769</c:v>
                </c:pt>
                <c:pt idx="35990">
                  <c:v>0.41655092592554865</c:v>
                </c:pt>
                <c:pt idx="35991">
                  <c:v>0.41656249999505235</c:v>
                </c:pt>
                <c:pt idx="35992">
                  <c:v>0.416574074071832</c:v>
                </c:pt>
                <c:pt idx="35993">
                  <c:v>0.41658564814861165</c:v>
                </c:pt>
                <c:pt idx="35994">
                  <c:v>0.41659722221811535</c:v>
                </c:pt>
                <c:pt idx="35995">
                  <c:v>0.416608796294895</c:v>
                </c:pt>
                <c:pt idx="35996">
                  <c:v>0.41662037037167465</c:v>
                </c:pt>
                <c:pt idx="35997">
                  <c:v>0.41663194444117835</c:v>
                </c:pt>
                <c:pt idx="35998">
                  <c:v>0.416643518517958</c:v>
                </c:pt>
                <c:pt idx="35999">
                  <c:v>0.4166550925874617</c:v>
                </c:pt>
                <c:pt idx="36000">
                  <c:v>0.41666666666424135</c:v>
                </c:pt>
                <c:pt idx="36001">
                  <c:v>0.416678240741021</c:v>
                </c:pt>
                <c:pt idx="36002">
                  <c:v>0.41668981481052469</c:v>
                </c:pt>
                <c:pt idx="36003">
                  <c:v>0.41670138888730435</c:v>
                </c:pt>
                <c:pt idx="36004">
                  <c:v>0.416712962964084</c:v>
                </c:pt>
                <c:pt idx="36005">
                  <c:v>0.41672453703358769</c:v>
                </c:pt>
                <c:pt idx="36006">
                  <c:v>0.41673611111036735</c:v>
                </c:pt>
                <c:pt idx="36007">
                  <c:v>0.41674768517987104</c:v>
                </c:pt>
                <c:pt idx="36008">
                  <c:v>0.41675925925665069</c:v>
                </c:pt>
                <c:pt idx="36009">
                  <c:v>0.41677083333343035</c:v>
                </c:pt>
                <c:pt idx="36010">
                  <c:v>0.41678240740293404</c:v>
                </c:pt>
                <c:pt idx="36011">
                  <c:v>0.41679398147971369</c:v>
                </c:pt>
                <c:pt idx="36012">
                  <c:v>0.41680555555649335</c:v>
                </c:pt>
                <c:pt idx="36013">
                  <c:v>0.41681712962599704</c:v>
                </c:pt>
                <c:pt idx="36014">
                  <c:v>0.41682870370277669</c:v>
                </c:pt>
                <c:pt idx="36015">
                  <c:v>0.41684027777228039</c:v>
                </c:pt>
                <c:pt idx="36016">
                  <c:v>0.41685185184906004</c:v>
                </c:pt>
                <c:pt idx="36017">
                  <c:v>0.41686342592583969</c:v>
                </c:pt>
                <c:pt idx="36018">
                  <c:v>0.41687499999534339</c:v>
                </c:pt>
                <c:pt idx="36019">
                  <c:v>0.41688657407212304</c:v>
                </c:pt>
                <c:pt idx="36020">
                  <c:v>0.41689814814890269</c:v>
                </c:pt>
                <c:pt idx="36021">
                  <c:v>0.41690972221840639</c:v>
                </c:pt>
                <c:pt idx="36022">
                  <c:v>0.41692129629518604</c:v>
                </c:pt>
                <c:pt idx="36023">
                  <c:v>0.41693287036468973</c:v>
                </c:pt>
                <c:pt idx="36024">
                  <c:v>0.41694444444146939</c:v>
                </c:pt>
                <c:pt idx="36025">
                  <c:v>0.41695601851824904</c:v>
                </c:pt>
                <c:pt idx="36026">
                  <c:v>0.41696759258775273</c:v>
                </c:pt>
                <c:pt idx="36027">
                  <c:v>0.41697916666453239</c:v>
                </c:pt>
                <c:pt idx="36028">
                  <c:v>0.41699074074131204</c:v>
                </c:pt>
                <c:pt idx="36029">
                  <c:v>0.41700231481081573</c:v>
                </c:pt>
                <c:pt idx="36030">
                  <c:v>0.41701388888759539</c:v>
                </c:pt>
                <c:pt idx="36031">
                  <c:v>0.41702546295709908</c:v>
                </c:pt>
                <c:pt idx="36032">
                  <c:v>0.41703703703387873</c:v>
                </c:pt>
                <c:pt idx="36033">
                  <c:v>0.41704861111065838</c:v>
                </c:pt>
                <c:pt idx="36034">
                  <c:v>0.41706018518016208</c:v>
                </c:pt>
                <c:pt idx="36035">
                  <c:v>0.41707175925694173</c:v>
                </c:pt>
                <c:pt idx="36036">
                  <c:v>0.41708333333372138</c:v>
                </c:pt>
                <c:pt idx="36037">
                  <c:v>0.41709490740322508</c:v>
                </c:pt>
                <c:pt idx="36038">
                  <c:v>0.41710648148000473</c:v>
                </c:pt>
                <c:pt idx="36039">
                  <c:v>0.41711805555678438</c:v>
                </c:pt>
                <c:pt idx="36040">
                  <c:v>0.41712962962628808</c:v>
                </c:pt>
                <c:pt idx="36041">
                  <c:v>0.41714120370306773</c:v>
                </c:pt>
                <c:pt idx="36042">
                  <c:v>0.41715277777257143</c:v>
                </c:pt>
                <c:pt idx="36043">
                  <c:v>0.41716435184935108</c:v>
                </c:pt>
                <c:pt idx="36044">
                  <c:v>0.41717592592613073</c:v>
                </c:pt>
                <c:pt idx="36045">
                  <c:v>0.41718749999563443</c:v>
                </c:pt>
                <c:pt idx="36046">
                  <c:v>0.41719907407241408</c:v>
                </c:pt>
                <c:pt idx="36047">
                  <c:v>0.41721064814919373</c:v>
                </c:pt>
                <c:pt idx="36048">
                  <c:v>0.41722222221869742</c:v>
                </c:pt>
                <c:pt idx="36049">
                  <c:v>0.41723379629547708</c:v>
                </c:pt>
                <c:pt idx="36050">
                  <c:v>0.41724537036498077</c:v>
                </c:pt>
                <c:pt idx="36051">
                  <c:v>0.41725694444176042</c:v>
                </c:pt>
                <c:pt idx="36052">
                  <c:v>0.41726851851854008</c:v>
                </c:pt>
                <c:pt idx="36053">
                  <c:v>0.41728009258804377</c:v>
                </c:pt>
                <c:pt idx="36054">
                  <c:v>0.41729166666482342</c:v>
                </c:pt>
                <c:pt idx="36055">
                  <c:v>0.41730324074160308</c:v>
                </c:pt>
                <c:pt idx="36056">
                  <c:v>0.41731481481110677</c:v>
                </c:pt>
                <c:pt idx="36057">
                  <c:v>0.41732638888788642</c:v>
                </c:pt>
                <c:pt idx="36058">
                  <c:v>0.41733796295739012</c:v>
                </c:pt>
                <c:pt idx="36059">
                  <c:v>0.41734953703416977</c:v>
                </c:pt>
                <c:pt idx="36060">
                  <c:v>0.41736111111094942</c:v>
                </c:pt>
                <c:pt idx="36061">
                  <c:v>0.41737268518045312</c:v>
                </c:pt>
                <c:pt idx="36062">
                  <c:v>0.41738425925723277</c:v>
                </c:pt>
                <c:pt idx="36063">
                  <c:v>0.41739583333401242</c:v>
                </c:pt>
                <c:pt idx="36064">
                  <c:v>0.41740740740351612</c:v>
                </c:pt>
                <c:pt idx="36065">
                  <c:v>0.41741898148029577</c:v>
                </c:pt>
                <c:pt idx="36066">
                  <c:v>0.41743055554979946</c:v>
                </c:pt>
                <c:pt idx="36067">
                  <c:v>0.41744212962657912</c:v>
                </c:pt>
                <c:pt idx="36068">
                  <c:v>0.41745370370335877</c:v>
                </c:pt>
                <c:pt idx="36069">
                  <c:v>0.41746527777286246</c:v>
                </c:pt>
                <c:pt idx="36070">
                  <c:v>0.41747685184964212</c:v>
                </c:pt>
                <c:pt idx="36071">
                  <c:v>0.41748842592642177</c:v>
                </c:pt>
                <c:pt idx="36072">
                  <c:v>0.41749999999592546</c:v>
                </c:pt>
                <c:pt idx="36073">
                  <c:v>0.41751157407270512</c:v>
                </c:pt>
                <c:pt idx="36074">
                  <c:v>0.41752314814948477</c:v>
                </c:pt>
                <c:pt idx="36075">
                  <c:v>0.41753472221898846</c:v>
                </c:pt>
                <c:pt idx="36076">
                  <c:v>0.41754629629576812</c:v>
                </c:pt>
                <c:pt idx="36077">
                  <c:v>0.41755787036527181</c:v>
                </c:pt>
                <c:pt idx="36078">
                  <c:v>0.41756944444205146</c:v>
                </c:pt>
                <c:pt idx="36079">
                  <c:v>0.41758101851883112</c:v>
                </c:pt>
                <c:pt idx="36080">
                  <c:v>0.41759259258833481</c:v>
                </c:pt>
                <c:pt idx="36081">
                  <c:v>0.41760416666511446</c:v>
                </c:pt>
                <c:pt idx="36082">
                  <c:v>0.41761574074189411</c:v>
                </c:pt>
                <c:pt idx="36083">
                  <c:v>0.41762731481139781</c:v>
                </c:pt>
                <c:pt idx="36084">
                  <c:v>0.41763888888817746</c:v>
                </c:pt>
                <c:pt idx="36085">
                  <c:v>0.41765046295768116</c:v>
                </c:pt>
                <c:pt idx="36086">
                  <c:v>0.41766203703446081</c:v>
                </c:pt>
                <c:pt idx="36087">
                  <c:v>0.41767361111124046</c:v>
                </c:pt>
                <c:pt idx="36088">
                  <c:v>0.41768518518074416</c:v>
                </c:pt>
                <c:pt idx="36089">
                  <c:v>0.41769675925752381</c:v>
                </c:pt>
                <c:pt idx="36090">
                  <c:v>0.41770833333430346</c:v>
                </c:pt>
                <c:pt idx="36091">
                  <c:v>0.41771990740380716</c:v>
                </c:pt>
                <c:pt idx="36092">
                  <c:v>0.41773148148058681</c:v>
                </c:pt>
                <c:pt idx="36093">
                  <c:v>0.4177430555500905</c:v>
                </c:pt>
                <c:pt idx="36094">
                  <c:v>0.41775462962687016</c:v>
                </c:pt>
                <c:pt idx="36095">
                  <c:v>0.41776620370364981</c:v>
                </c:pt>
                <c:pt idx="36096">
                  <c:v>0.4177777777731535</c:v>
                </c:pt>
                <c:pt idx="36097">
                  <c:v>0.41778935184993315</c:v>
                </c:pt>
                <c:pt idx="36098">
                  <c:v>0.41780092592671281</c:v>
                </c:pt>
                <c:pt idx="36099">
                  <c:v>0.4178124999962165</c:v>
                </c:pt>
                <c:pt idx="36100">
                  <c:v>0.41782407407299615</c:v>
                </c:pt>
                <c:pt idx="36101">
                  <c:v>0.41783564814249985</c:v>
                </c:pt>
                <c:pt idx="36102">
                  <c:v>0.4178472222192795</c:v>
                </c:pt>
                <c:pt idx="36103">
                  <c:v>0.41785879629605915</c:v>
                </c:pt>
                <c:pt idx="36104">
                  <c:v>0.41787037036556285</c:v>
                </c:pt>
                <c:pt idx="36105">
                  <c:v>0.4178819444423425</c:v>
                </c:pt>
                <c:pt idx="36106">
                  <c:v>0.41789351851912215</c:v>
                </c:pt>
                <c:pt idx="36107">
                  <c:v>0.41790509258862585</c:v>
                </c:pt>
                <c:pt idx="36108">
                  <c:v>0.4179166666654055</c:v>
                </c:pt>
                <c:pt idx="36109">
                  <c:v>0.4179282407349092</c:v>
                </c:pt>
                <c:pt idx="36110">
                  <c:v>0.41793981481168885</c:v>
                </c:pt>
                <c:pt idx="36111">
                  <c:v>0.4179513888884685</c:v>
                </c:pt>
                <c:pt idx="36112">
                  <c:v>0.41796296295797219</c:v>
                </c:pt>
                <c:pt idx="36113">
                  <c:v>0.41797453703475185</c:v>
                </c:pt>
                <c:pt idx="36114">
                  <c:v>0.4179861111115315</c:v>
                </c:pt>
                <c:pt idx="36115">
                  <c:v>0.41799768518103519</c:v>
                </c:pt>
                <c:pt idx="36116">
                  <c:v>0.41800925925781485</c:v>
                </c:pt>
                <c:pt idx="36117">
                  <c:v>0.4180208333345945</c:v>
                </c:pt>
                <c:pt idx="36118">
                  <c:v>0.41803240740409819</c:v>
                </c:pt>
                <c:pt idx="36119">
                  <c:v>0.41804398148087785</c:v>
                </c:pt>
                <c:pt idx="36120">
                  <c:v>0.41805555555038154</c:v>
                </c:pt>
                <c:pt idx="36121">
                  <c:v>0.41806712962716119</c:v>
                </c:pt>
                <c:pt idx="36122">
                  <c:v>0.41807870370394085</c:v>
                </c:pt>
                <c:pt idx="36123">
                  <c:v>0.41809027777344454</c:v>
                </c:pt>
                <c:pt idx="36124">
                  <c:v>0.41810185185022419</c:v>
                </c:pt>
                <c:pt idx="36125">
                  <c:v>0.41811342592700385</c:v>
                </c:pt>
                <c:pt idx="36126">
                  <c:v>0.41812499999650754</c:v>
                </c:pt>
                <c:pt idx="36127">
                  <c:v>0.41813657407328719</c:v>
                </c:pt>
                <c:pt idx="36128">
                  <c:v>0.41814814814279089</c:v>
                </c:pt>
                <c:pt idx="36129">
                  <c:v>0.41815972221957054</c:v>
                </c:pt>
                <c:pt idx="36130">
                  <c:v>0.41817129629635019</c:v>
                </c:pt>
                <c:pt idx="36131">
                  <c:v>0.41818287036585389</c:v>
                </c:pt>
                <c:pt idx="36132">
                  <c:v>0.41819444444263354</c:v>
                </c:pt>
                <c:pt idx="36133">
                  <c:v>0.41820601851941319</c:v>
                </c:pt>
                <c:pt idx="36134">
                  <c:v>0.41821759258891689</c:v>
                </c:pt>
                <c:pt idx="36135">
                  <c:v>0.41822916666569654</c:v>
                </c:pt>
                <c:pt idx="36136">
                  <c:v>0.41824074073520023</c:v>
                </c:pt>
                <c:pt idx="36137">
                  <c:v>0.41825231481197989</c:v>
                </c:pt>
                <c:pt idx="36138">
                  <c:v>0.41826388888875954</c:v>
                </c:pt>
                <c:pt idx="36139">
                  <c:v>0.41827546295826323</c:v>
                </c:pt>
                <c:pt idx="36140">
                  <c:v>0.41828703703504289</c:v>
                </c:pt>
                <c:pt idx="36141">
                  <c:v>0.41829861111182254</c:v>
                </c:pt>
                <c:pt idx="36142">
                  <c:v>0.41831018518132623</c:v>
                </c:pt>
                <c:pt idx="36143">
                  <c:v>0.41832175925810589</c:v>
                </c:pt>
                <c:pt idx="36144">
                  <c:v>0.41833333332760958</c:v>
                </c:pt>
                <c:pt idx="36145">
                  <c:v>0.41834490740438923</c:v>
                </c:pt>
                <c:pt idx="36146">
                  <c:v>0.41835648148116888</c:v>
                </c:pt>
                <c:pt idx="36147">
                  <c:v>0.41836805555067258</c:v>
                </c:pt>
                <c:pt idx="36148">
                  <c:v>0.41837962962745223</c:v>
                </c:pt>
                <c:pt idx="36149">
                  <c:v>0.41839120370423188</c:v>
                </c:pt>
                <c:pt idx="36150">
                  <c:v>0.41840277777373558</c:v>
                </c:pt>
                <c:pt idx="36151">
                  <c:v>0.41841435185051523</c:v>
                </c:pt>
                <c:pt idx="36152">
                  <c:v>0.41842592592001893</c:v>
                </c:pt>
                <c:pt idx="36153">
                  <c:v>0.41843749999679858</c:v>
                </c:pt>
                <c:pt idx="36154">
                  <c:v>0.41844907407357823</c:v>
                </c:pt>
                <c:pt idx="36155">
                  <c:v>0.41846064814308193</c:v>
                </c:pt>
                <c:pt idx="36156">
                  <c:v>0.41847222221986158</c:v>
                </c:pt>
                <c:pt idx="36157">
                  <c:v>0.41848379629664123</c:v>
                </c:pt>
                <c:pt idx="36158">
                  <c:v>0.41849537036614493</c:v>
                </c:pt>
                <c:pt idx="36159">
                  <c:v>0.41850694444292458</c:v>
                </c:pt>
                <c:pt idx="36160">
                  <c:v>0.41851851851970423</c:v>
                </c:pt>
                <c:pt idx="36161">
                  <c:v>0.41853009258920792</c:v>
                </c:pt>
                <c:pt idx="36162">
                  <c:v>0.41854166666598758</c:v>
                </c:pt>
                <c:pt idx="36163">
                  <c:v>0.41855324073549127</c:v>
                </c:pt>
                <c:pt idx="36164">
                  <c:v>0.41856481481227092</c:v>
                </c:pt>
                <c:pt idx="36165">
                  <c:v>0.41857638888905058</c:v>
                </c:pt>
                <c:pt idx="36166">
                  <c:v>0.41858796295855427</c:v>
                </c:pt>
                <c:pt idx="36167">
                  <c:v>0.41859953703533392</c:v>
                </c:pt>
                <c:pt idx="36168">
                  <c:v>0.41861111111211358</c:v>
                </c:pt>
                <c:pt idx="36169">
                  <c:v>0.41862268518161727</c:v>
                </c:pt>
                <c:pt idx="36170">
                  <c:v>0.41863425925839692</c:v>
                </c:pt>
                <c:pt idx="36171">
                  <c:v>0.41864583332790062</c:v>
                </c:pt>
                <c:pt idx="36172">
                  <c:v>0.41865740740468027</c:v>
                </c:pt>
                <c:pt idx="36173">
                  <c:v>0.41866898148145992</c:v>
                </c:pt>
                <c:pt idx="36174">
                  <c:v>0.41868055555096362</c:v>
                </c:pt>
                <c:pt idx="36175">
                  <c:v>0.41869212962774327</c:v>
                </c:pt>
                <c:pt idx="36176">
                  <c:v>0.41870370370452292</c:v>
                </c:pt>
                <c:pt idx="36177">
                  <c:v>0.41871527777402662</c:v>
                </c:pt>
                <c:pt idx="36178">
                  <c:v>0.41872685185080627</c:v>
                </c:pt>
                <c:pt idx="36179">
                  <c:v>0.41873842592030996</c:v>
                </c:pt>
                <c:pt idx="36180">
                  <c:v>0.41874999999708962</c:v>
                </c:pt>
                <c:pt idx="36181">
                  <c:v>0.41876157407386927</c:v>
                </c:pt>
                <c:pt idx="36182">
                  <c:v>0.41877314814337296</c:v>
                </c:pt>
                <c:pt idx="36183">
                  <c:v>0.41878472222015262</c:v>
                </c:pt>
                <c:pt idx="36184">
                  <c:v>0.41879629629693227</c:v>
                </c:pt>
                <c:pt idx="36185">
                  <c:v>0.41880787036643596</c:v>
                </c:pt>
                <c:pt idx="36186">
                  <c:v>0.41881944444321562</c:v>
                </c:pt>
                <c:pt idx="36187">
                  <c:v>0.41883101851271931</c:v>
                </c:pt>
                <c:pt idx="36188">
                  <c:v>0.41884259258949896</c:v>
                </c:pt>
                <c:pt idx="36189">
                  <c:v>0.41885416666627862</c:v>
                </c:pt>
                <c:pt idx="36190">
                  <c:v>0.41886574073578231</c:v>
                </c:pt>
                <c:pt idx="36191">
                  <c:v>0.41887731481256196</c:v>
                </c:pt>
                <c:pt idx="36192">
                  <c:v>0.41888888888934162</c:v>
                </c:pt>
                <c:pt idx="36193">
                  <c:v>0.41890046295884531</c:v>
                </c:pt>
                <c:pt idx="36194">
                  <c:v>0.41891203703562496</c:v>
                </c:pt>
                <c:pt idx="36195">
                  <c:v>0.41892361111240461</c:v>
                </c:pt>
                <c:pt idx="36196">
                  <c:v>0.41893518518190831</c:v>
                </c:pt>
                <c:pt idx="36197">
                  <c:v>0.41894675925868796</c:v>
                </c:pt>
                <c:pt idx="36198">
                  <c:v>0.41895833332819166</c:v>
                </c:pt>
                <c:pt idx="36199">
                  <c:v>0.41896990740497131</c:v>
                </c:pt>
                <c:pt idx="36200">
                  <c:v>0.41898148148175096</c:v>
                </c:pt>
                <c:pt idx="36201">
                  <c:v>0.41899305555125466</c:v>
                </c:pt>
                <c:pt idx="36202">
                  <c:v>0.41900462962803431</c:v>
                </c:pt>
                <c:pt idx="36203">
                  <c:v>0.41901620370481396</c:v>
                </c:pt>
                <c:pt idx="36204">
                  <c:v>0.41902777777431766</c:v>
                </c:pt>
                <c:pt idx="36205">
                  <c:v>0.41903935185109731</c:v>
                </c:pt>
                <c:pt idx="36206">
                  <c:v>0.419050925920601</c:v>
                </c:pt>
                <c:pt idx="36207">
                  <c:v>0.41906249999738066</c:v>
                </c:pt>
                <c:pt idx="36208">
                  <c:v>0.41907407407416031</c:v>
                </c:pt>
                <c:pt idx="36209">
                  <c:v>0.419085648143664</c:v>
                </c:pt>
                <c:pt idx="36210">
                  <c:v>0.41909722222044365</c:v>
                </c:pt>
                <c:pt idx="36211">
                  <c:v>0.41910879629722331</c:v>
                </c:pt>
                <c:pt idx="36212">
                  <c:v>0.419120370366727</c:v>
                </c:pt>
                <c:pt idx="36213">
                  <c:v>0.41913194444350665</c:v>
                </c:pt>
                <c:pt idx="36214">
                  <c:v>0.41914351851301035</c:v>
                </c:pt>
                <c:pt idx="36215">
                  <c:v>0.41915509258979</c:v>
                </c:pt>
                <c:pt idx="36216">
                  <c:v>0.41916666666656965</c:v>
                </c:pt>
                <c:pt idx="36217">
                  <c:v>0.41917824073607335</c:v>
                </c:pt>
                <c:pt idx="36218">
                  <c:v>0.419189814812853</c:v>
                </c:pt>
                <c:pt idx="36219">
                  <c:v>0.41920138888963265</c:v>
                </c:pt>
                <c:pt idx="36220">
                  <c:v>0.41921296295913635</c:v>
                </c:pt>
                <c:pt idx="36221">
                  <c:v>0.419224537035916</c:v>
                </c:pt>
                <c:pt idx="36222">
                  <c:v>0.4192361111054197</c:v>
                </c:pt>
                <c:pt idx="36223">
                  <c:v>0.41924768518219935</c:v>
                </c:pt>
                <c:pt idx="36224">
                  <c:v>0.419259259258979</c:v>
                </c:pt>
                <c:pt idx="36225">
                  <c:v>0.41927083332848269</c:v>
                </c:pt>
                <c:pt idx="36226">
                  <c:v>0.41928240740526235</c:v>
                </c:pt>
                <c:pt idx="36227">
                  <c:v>0.419293981482042</c:v>
                </c:pt>
                <c:pt idx="36228">
                  <c:v>0.41930555555154569</c:v>
                </c:pt>
                <c:pt idx="36229">
                  <c:v>0.41931712962832535</c:v>
                </c:pt>
                <c:pt idx="36230">
                  <c:v>0.41932870369782904</c:v>
                </c:pt>
                <c:pt idx="36231">
                  <c:v>0.41934027777460869</c:v>
                </c:pt>
                <c:pt idx="36232">
                  <c:v>0.41935185185138835</c:v>
                </c:pt>
                <c:pt idx="36233">
                  <c:v>0.41936342592089204</c:v>
                </c:pt>
                <c:pt idx="36234">
                  <c:v>0.41937499999767169</c:v>
                </c:pt>
                <c:pt idx="36235">
                  <c:v>0.41938657407445135</c:v>
                </c:pt>
                <c:pt idx="36236">
                  <c:v>0.41939814814395504</c:v>
                </c:pt>
                <c:pt idx="36237">
                  <c:v>0.41940972222073469</c:v>
                </c:pt>
                <c:pt idx="36238">
                  <c:v>0.41942129629751435</c:v>
                </c:pt>
                <c:pt idx="36239">
                  <c:v>0.41943287036701804</c:v>
                </c:pt>
                <c:pt idx="36240">
                  <c:v>0.41944444444379769</c:v>
                </c:pt>
                <c:pt idx="36241">
                  <c:v>0.41945601851330139</c:v>
                </c:pt>
                <c:pt idx="36242">
                  <c:v>0.41946759259008104</c:v>
                </c:pt>
                <c:pt idx="36243">
                  <c:v>0.41947916666686069</c:v>
                </c:pt>
                <c:pt idx="36244">
                  <c:v>0.41949074073636439</c:v>
                </c:pt>
                <c:pt idx="36245">
                  <c:v>0.41950231481314404</c:v>
                </c:pt>
                <c:pt idx="36246">
                  <c:v>0.41951388888992369</c:v>
                </c:pt>
                <c:pt idx="36247">
                  <c:v>0.41952546295942739</c:v>
                </c:pt>
                <c:pt idx="36248">
                  <c:v>0.41953703703620704</c:v>
                </c:pt>
                <c:pt idx="36249">
                  <c:v>0.41954861110571073</c:v>
                </c:pt>
                <c:pt idx="36250">
                  <c:v>0.41956018518249039</c:v>
                </c:pt>
                <c:pt idx="36251">
                  <c:v>0.41957175925927004</c:v>
                </c:pt>
                <c:pt idx="36252">
                  <c:v>0.41958333332877373</c:v>
                </c:pt>
                <c:pt idx="36253">
                  <c:v>0.41959490740555339</c:v>
                </c:pt>
                <c:pt idx="36254">
                  <c:v>0.41960648148233304</c:v>
                </c:pt>
                <c:pt idx="36255">
                  <c:v>0.41961805555183673</c:v>
                </c:pt>
                <c:pt idx="36256">
                  <c:v>0.41962962962861639</c:v>
                </c:pt>
                <c:pt idx="36257">
                  <c:v>0.41964120369812008</c:v>
                </c:pt>
                <c:pt idx="36258">
                  <c:v>0.41965277777489973</c:v>
                </c:pt>
                <c:pt idx="36259">
                  <c:v>0.41966435185167938</c:v>
                </c:pt>
                <c:pt idx="36260">
                  <c:v>0.41967592592118308</c:v>
                </c:pt>
                <c:pt idx="36261">
                  <c:v>0.41968749999796273</c:v>
                </c:pt>
                <c:pt idx="36262">
                  <c:v>0.41969907407474238</c:v>
                </c:pt>
                <c:pt idx="36263">
                  <c:v>0.41971064814424608</c:v>
                </c:pt>
                <c:pt idx="36264">
                  <c:v>0.41972222222102573</c:v>
                </c:pt>
                <c:pt idx="36265">
                  <c:v>0.41973379629052943</c:v>
                </c:pt>
                <c:pt idx="36266">
                  <c:v>0.41974537036730908</c:v>
                </c:pt>
                <c:pt idx="36267">
                  <c:v>0.41975694444408873</c:v>
                </c:pt>
                <c:pt idx="36268">
                  <c:v>0.41976851851359243</c:v>
                </c:pt>
                <c:pt idx="36269">
                  <c:v>0.41978009259037208</c:v>
                </c:pt>
                <c:pt idx="36270">
                  <c:v>0.41979166666715173</c:v>
                </c:pt>
                <c:pt idx="36271">
                  <c:v>0.41980324073665543</c:v>
                </c:pt>
                <c:pt idx="36272">
                  <c:v>0.41981481481343508</c:v>
                </c:pt>
                <c:pt idx="36273">
                  <c:v>0.41982638889021473</c:v>
                </c:pt>
                <c:pt idx="36274">
                  <c:v>0.41983796295971842</c:v>
                </c:pt>
                <c:pt idx="36275">
                  <c:v>0.41984953703649808</c:v>
                </c:pt>
                <c:pt idx="36276">
                  <c:v>0.41986111110600177</c:v>
                </c:pt>
                <c:pt idx="36277">
                  <c:v>0.41987268518278142</c:v>
                </c:pt>
                <c:pt idx="36278">
                  <c:v>0.41988425925956108</c:v>
                </c:pt>
                <c:pt idx="36279">
                  <c:v>0.41989583332906477</c:v>
                </c:pt>
                <c:pt idx="36280">
                  <c:v>0.41990740740584442</c:v>
                </c:pt>
                <c:pt idx="36281">
                  <c:v>0.41991898148262408</c:v>
                </c:pt>
                <c:pt idx="36282">
                  <c:v>0.41993055555212777</c:v>
                </c:pt>
                <c:pt idx="36283">
                  <c:v>0.41994212962890742</c:v>
                </c:pt>
                <c:pt idx="36284">
                  <c:v>0.41995370369841112</c:v>
                </c:pt>
                <c:pt idx="36285">
                  <c:v>0.41996527777519077</c:v>
                </c:pt>
                <c:pt idx="36286">
                  <c:v>0.41997685185197042</c:v>
                </c:pt>
                <c:pt idx="36287">
                  <c:v>0.41998842592147412</c:v>
                </c:pt>
                <c:pt idx="36288">
                  <c:v>0.41999999999825377</c:v>
                </c:pt>
                <c:pt idx="36289">
                  <c:v>0.42001157407503342</c:v>
                </c:pt>
                <c:pt idx="36290">
                  <c:v>0.42002314814453712</c:v>
                </c:pt>
                <c:pt idx="36291">
                  <c:v>0.42003472222131677</c:v>
                </c:pt>
                <c:pt idx="36292">
                  <c:v>0.42004629629082046</c:v>
                </c:pt>
                <c:pt idx="36293">
                  <c:v>0.42005787036760012</c:v>
                </c:pt>
                <c:pt idx="36294">
                  <c:v>0.42006944444437977</c:v>
                </c:pt>
                <c:pt idx="36295">
                  <c:v>0.42008101851388346</c:v>
                </c:pt>
                <c:pt idx="36296">
                  <c:v>0.42009259259066312</c:v>
                </c:pt>
                <c:pt idx="36297">
                  <c:v>0.42010416666744277</c:v>
                </c:pt>
                <c:pt idx="36298">
                  <c:v>0.42011574073694646</c:v>
                </c:pt>
                <c:pt idx="36299">
                  <c:v>0.42012731481372612</c:v>
                </c:pt>
                <c:pt idx="36300">
                  <c:v>0.42013888888322981</c:v>
                </c:pt>
                <c:pt idx="36301">
                  <c:v>0.42015046296000946</c:v>
                </c:pt>
                <c:pt idx="36302">
                  <c:v>0.42016203703678912</c:v>
                </c:pt>
                <c:pt idx="36303">
                  <c:v>0.42017361110629281</c:v>
                </c:pt>
                <c:pt idx="36304">
                  <c:v>0.42018518518307246</c:v>
                </c:pt>
                <c:pt idx="36305">
                  <c:v>0.42019675925985212</c:v>
                </c:pt>
                <c:pt idx="36306">
                  <c:v>0.42020833332935581</c:v>
                </c:pt>
                <c:pt idx="36307">
                  <c:v>0.42021990740613546</c:v>
                </c:pt>
                <c:pt idx="36308">
                  <c:v>0.42023148147563916</c:v>
                </c:pt>
                <c:pt idx="36309">
                  <c:v>0.42024305555241881</c:v>
                </c:pt>
                <c:pt idx="36310">
                  <c:v>0.42025462962919846</c:v>
                </c:pt>
                <c:pt idx="36311">
                  <c:v>0.42026620369870216</c:v>
                </c:pt>
                <c:pt idx="36312">
                  <c:v>0.42027777777548181</c:v>
                </c:pt>
                <c:pt idx="36313">
                  <c:v>0.42028935185226146</c:v>
                </c:pt>
                <c:pt idx="36314">
                  <c:v>0.42030092592176516</c:v>
                </c:pt>
                <c:pt idx="36315">
                  <c:v>0.42031249999854481</c:v>
                </c:pt>
                <c:pt idx="36316">
                  <c:v>0.42032407407532446</c:v>
                </c:pt>
                <c:pt idx="36317">
                  <c:v>0.42033564814482816</c:v>
                </c:pt>
                <c:pt idx="36318">
                  <c:v>0.42034722222160781</c:v>
                </c:pt>
                <c:pt idx="36319">
                  <c:v>0.4203587962911115</c:v>
                </c:pt>
                <c:pt idx="36320">
                  <c:v>0.42037037036789116</c:v>
                </c:pt>
                <c:pt idx="36321">
                  <c:v>0.42038194444467081</c:v>
                </c:pt>
                <c:pt idx="36322">
                  <c:v>0.4203935185141745</c:v>
                </c:pt>
                <c:pt idx="36323">
                  <c:v>0.42040509259095415</c:v>
                </c:pt>
                <c:pt idx="36324">
                  <c:v>0.42041666666773381</c:v>
                </c:pt>
                <c:pt idx="36325">
                  <c:v>0.4204282407372375</c:v>
                </c:pt>
                <c:pt idx="36326">
                  <c:v>0.42043981481401715</c:v>
                </c:pt>
                <c:pt idx="36327">
                  <c:v>0.42045138888352085</c:v>
                </c:pt>
                <c:pt idx="36328">
                  <c:v>0.4204629629603005</c:v>
                </c:pt>
                <c:pt idx="36329">
                  <c:v>0.42047453703708015</c:v>
                </c:pt>
                <c:pt idx="36330">
                  <c:v>0.42048611110658385</c:v>
                </c:pt>
                <c:pt idx="36331">
                  <c:v>0.4204976851833635</c:v>
                </c:pt>
                <c:pt idx="36332">
                  <c:v>0.42050925926014315</c:v>
                </c:pt>
                <c:pt idx="36333">
                  <c:v>0.42052083332964685</c:v>
                </c:pt>
                <c:pt idx="36334">
                  <c:v>0.4205324074064265</c:v>
                </c:pt>
                <c:pt idx="36335">
                  <c:v>0.4205439814759302</c:v>
                </c:pt>
                <c:pt idx="36336">
                  <c:v>0.42055555555270985</c:v>
                </c:pt>
                <c:pt idx="36337">
                  <c:v>0.4205671296294895</c:v>
                </c:pt>
                <c:pt idx="36338">
                  <c:v>0.42057870369899319</c:v>
                </c:pt>
                <c:pt idx="36339">
                  <c:v>0.42059027777577285</c:v>
                </c:pt>
                <c:pt idx="36340">
                  <c:v>0.4206018518525525</c:v>
                </c:pt>
                <c:pt idx="36341">
                  <c:v>0.42061342592205619</c:v>
                </c:pt>
                <c:pt idx="36342">
                  <c:v>0.42062499999883585</c:v>
                </c:pt>
                <c:pt idx="36343">
                  <c:v>0.42063657406833954</c:v>
                </c:pt>
                <c:pt idx="36344">
                  <c:v>0.42064814814511919</c:v>
                </c:pt>
                <c:pt idx="36345">
                  <c:v>0.42065972222189885</c:v>
                </c:pt>
                <c:pt idx="36346">
                  <c:v>0.42067129629140254</c:v>
                </c:pt>
                <c:pt idx="36347">
                  <c:v>0.42068287036818219</c:v>
                </c:pt>
                <c:pt idx="36348">
                  <c:v>0.42069444444496185</c:v>
                </c:pt>
                <c:pt idx="36349">
                  <c:v>0.42070601851446554</c:v>
                </c:pt>
                <c:pt idx="36350">
                  <c:v>0.42071759259124519</c:v>
                </c:pt>
                <c:pt idx="36351">
                  <c:v>0.42072916666074889</c:v>
                </c:pt>
                <c:pt idx="36352">
                  <c:v>0.42074074073752854</c:v>
                </c:pt>
                <c:pt idx="36353">
                  <c:v>0.42075231481430819</c:v>
                </c:pt>
                <c:pt idx="36354">
                  <c:v>0.42076388888381189</c:v>
                </c:pt>
                <c:pt idx="36355">
                  <c:v>0.42077546296059154</c:v>
                </c:pt>
                <c:pt idx="36356">
                  <c:v>0.42078703703737119</c:v>
                </c:pt>
                <c:pt idx="36357">
                  <c:v>0.42079861110687489</c:v>
                </c:pt>
                <c:pt idx="36358">
                  <c:v>0.42081018518365454</c:v>
                </c:pt>
                <c:pt idx="36359">
                  <c:v>0.42082175926043419</c:v>
                </c:pt>
                <c:pt idx="36360">
                  <c:v>0.42083333332993789</c:v>
                </c:pt>
                <c:pt idx="36361">
                  <c:v>0.42084490740671754</c:v>
                </c:pt>
                <c:pt idx="36362">
                  <c:v>0.42085648147622123</c:v>
                </c:pt>
                <c:pt idx="36363">
                  <c:v>0.42086805555300089</c:v>
                </c:pt>
                <c:pt idx="36364">
                  <c:v>0.42087962962978054</c:v>
                </c:pt>
                <c:pt idx="36365">
                  <c:v>0.42089120369928423</c:v>
                </c:pt>
                <c:pt idx="36366">
                  <c:v>0.42090277777606389</c:v>
                </c:pt>
                <c:pt idx="36367">
                  <c:v>0.42091435185284354</c:v>
                </c:pt>
                <c:pt idx="36368">
                  <c:v>0.42092592592234723</c:v>
                </c:pt>
                <c:pt idx="36369">
                  <c:v>0.42093749999912689</c:v>
                </c:pt>
                <c:pt idx="36370">
                  <c:v>0.42094907406863058</c:v>
                </c:pt>
                <c:pt idx="36371">
                  <c:v>0.42096064814541023</c:v>
                </c:pt>
                <c:pt idx="36372">
                  <c:v>0.42097222222218988</c:v>
                </c:pt>
                <c:pt idx="36373">
                  <c:v>0.42098379629169358</c:v>
                </c:pt>
                <c:pt idx="36374">
                  <c:v>0.42099537036847323</c:v>
                </c:pt>
                <c:pt idx="36375">
                  <c:v>0.42100694444525288</c:v>
                </c:pt>
                <c:pt idx="36376">
                  <c:v>0.42101851851475658</c:v>
                </c:pt>
                <c:pt idx="36377">
                  <c:v>0.42103009259153623</c:v>
                </c:pt>
                <c:pt idx="36378">
                  <c:v>0.42104166666103993</c:v>
                </c:pt>
                <c:pt idx="36379">
                  <c:v>0.42105324073781958</c:v>
                </c:pt>
                <c:pt idx="36380">
                  <c:v>0.42106481481459923</c:v>
                </c:pt>
                <c:pt idx="36381">
                  <c:v>0.42107638888410293</c:v>
                </c:pt>
                <c:pt idx="36382">
                  <c:v>0.42108796296088258</c:v>
                </c:pt>
                <c:pt idx="36383">
                  <c:v>0.42109953703766223</c:v>
                </c:pt>
                <c:pt idx="36384">
                  <c:v>0.42111111110716593</c:v>
                </c:pt>
                <c:pt idx="36385">
                  <c:v>0.42112268518394558</c:v>
                </c:pt>
                <c:pt idx="36386">
                  <c:v>0.42113425925344927</c:v>
                </c:pt>
                <c:pt idx="36387">
                  <c:v>0.42114583333022892</c:v>
                </c:pt>
                <c:pt idx="36388">
                  <c:v>0.42115740740700858</c:v>
                </c:pt>
                <c:pt idx="36389">
                  <c:v>0.42116898147651227</c:v>
                </c:pt>
                <c:pt idx="36390">
                  <c:v>0.42118055555329192</c:v>
                </c:pt>
                <c:pt idx="36391">
                  <c:v>0.42119212963007158</c:v>
                </c:pt>
                <c:pt idx="36392">
                  <c:v>0.42120370369957527</c:v>
                </c:pt>
                <c:pt idx="36393">
                  <c:v>0.42121527777635492</c:v>
                </c:pt>
                <c:pt idx="36394">
                  <c:v>0.42122685185313458</c:v>
                </c:pt>
                <c:pt idx="36395">
                  <c:v>0.42123842592263827</c:v>
                </c:pt>
                <c:pt idx="36396">
                  <c:v>0.42124999999941792</c:v>
                </c:pt>
                <c:pt idx="36397">
                  <c:v>0.42126157406892162</c:v>
                </c:pt>
                <c:pt idx="36398">
                  <c:v>0.42127314814570127</c:v>
                </c:pt>
                <c:pt idx="36399">
                  <c:v>0.42128472222248092</c:v>
                </c:pt>
                <c:pt idx="36400">
                  <c:v>0.42129629629198462</c:v>
                </c:pt>
                <c:pt idx="36401">
                  <c:v>0.42130787036876427</c:v>
                </c:pt>
                <c:pt idx="36402">
                  <c:v>0.42131944444554392</c:v>
                </c:pt>
                <c:pt idx="36403">
                  <c:v>0.42133101851504762</c:v>
                </c:pt>
                <c:pt idx="36404">
                  <c:v>0.42134259259182727</c:v>
                </c:pt>
                <c:pt idx="36405">
                  <c:v>0.42135416666133096</c:v>
                </c:pt>
                <c:pt idx="36406">
                  <c:v>0.42136574073811062</c:v>
                </c:pt>
                <c:pt idx="36407">
                  <c:v>0.42137731481489027</c:v>
                </c:pt>
                <c:pt idx="36408">
                  <c:v>0.42138888888439396</c:v>
                </c:pt>
                <c:pt idx="36409">
                  <c:v>0.42140046296117362</c:v>
                </c:pt>
                <c:pt idx="36410">
                  <c:v>0.42141203703795327</c:v>
                </c:pt>
                <c:pt idx="36411">
                  <c:v>0.42142361110745696</c:v>
                </c:pt>
                <c:pt idx="36412">
                  <c:v>0.42143518518423662</c:v>
                </c:pt>
                <c:pt idx="36413">
                  <c:v>0.42144675925374031</c:v>
                </c:pt>
                <c:pt idx="36414">
                  <c:v>0.42145833333051996</c:v>
                </c:pt>
                <c:pt idx="36415">
                  <c:v>0.42146990740729962</c:v>
                </c:pt>
                <c:pt idx="36416">
                  <c:v>0.42148148147680331</c:v>
                </c:pt>
                <c:pt idx="36417">
                  <c:v>0.42149305555358296</c:v>
                </c:pt>
                <c:pt idx="36418">
                  <c:v>0.42150462963036261</c:v>
                </c:pt>
                <c:pt idx="36419">
                  <c:v>0.42151620369986631</c:v>
                </c:pt>
                <c:pt idx="36420">
                  <c:v>0.42152777777664596</c:v>
                </c:pt>
                <c:pt idx="36421">
                  <c:v>0.42153935184614966</c:v>
                </c:pt>
                <c:pt idx="36422">
                  <c:v>0.42155092592292931</c:v>
                </c:pt>
                <c:pt idx="36423">
                  <c:v>0.42156249999970896</c:v>
                </c:pt>
                <c:pt idx="36424">
                  <c:v>0.42157407406921266</c:v>
                </c:pt>
                <c:pt idx="36425">
                  <c:v>0.42158564814599231</c:v>
                </c:pt>
                <c:pt idx="36426">
                  <c:v>0.42159722222277196</c:v>
                </c:pt>
                <c:pt idx="36427">
                  <c:v>0.42160879629227566</c:v>
                </c:pt>
                <c:pt idx="36428">
                  <c:v>0.42162037036905531</c:v>
                </c:pt>
                <c:pt idx="36429">
                  <c:v>0.421631944438559</c:v>
                </c:pt>
                <c:pt idx="36430">
                  <c:v>0.42164351851533866</c:v>
                </c:pt>
                <c:pt idx="36431">
                  <c:v>0.42165509259211831</c:v>
                </c:pt>
                <c:pt idx="36432">
                  <c:v>0.421666666661622</c:v>
                </c:pt>
                <c:pt idx="36433">
                  <c:v>0.42167824073840166</c:v>
                </c:pt>
                <c:pt idx="36434">
                  <c:v>0.42168981481518131</c:v>
                </c:pt>
                <c:pt idx="36435">
                  <c:v>0.421701388884685</c:v>
                </c:pt>
                <c:pt idx="36436">
                  <c:v>0.42171296296146465</c:v>
                </c:pt>
                <c:pt idx="36437">
                  <c:v>0.42172453703824431</c:v>
                </c:pt>
                <c:pt idx="36438">
                  <c:v>0.421736111107748</c:v>
                </c:pt>
                <c:pt idx="36439">
                  <c:v>0.42174768518452765</c:v>
                </c:pt>
                <c:pt idx="36440">
                  <c:v>0.42175925925403135</c:v>
                </c:pt>
                <c:pt idx="36441">
                  <c:v>0.421770833330811</c:v>
                </c:pt>
                <c:pt idx="36442">
                  <c:v>0.42178240740759065</c:v>
                </c:pt>
                <c:pt idx="36443">
                  <c:v>0.42179398147709435</c:v>
                </c:pt>
                <c:pt idx="36444">
                  <c:v>0.421805555553874</c:v>
                </c:pt>
                <c:pt idx="36445">
                  <c:v>0.42181712963065365</c:v>
                </c:pt>
                <c:pt idx="36446">
                  <c:v>0.42182870370015735</c:v>
                </c:pt>
                <c:pt idx="36447">
                  <c:v>0.421840277776937</c:v>
                </c:pt>
                <c:pt idx="36448">
                  <c:v>0.4218518518464407</c:v>
                </c:pt>
                <c:pt idx="36449">
                  <c:v>0.42186342592322035</c:v>
                </c:pt>
                <c:pt idx="36450">
                  <c:v>0.421875</c:v>
                </c:pt>
                <c:pt idx="36451">
                  <c:v>0.42188657406950369</c:v>
                </c:pt>
                <c:pt idx="36452">
                  <c:v>0.42189814814628335</c:v>
                </c:pt>
                <c:pt idx="36453">
                  <c:v>0.421909722223063</c:v>
                </c:pt>
                <c:pt idx="36454">
                  <c:v>0.42192129629256669</c:v>
                </c:pt>
                <c:pt idx="36455">
                  <c:v>0.42193287036934635</c:v>
                </c:pt>
                <c:pt idx="36456">
                  <c:v>0.42194444443885004</c:v>
                </c:pt>
                <c:pt idx="36457">
                  <c:v>0.42195601851562969</c:v>
                </c:pt>
                <c:pt idx="36458">
                  <c:v>0.42196759259240935</c:v>
                </c:pt>
                <c:pt idx="36459">
                  <c:v>0.42197916666191304</c:v>
                </c:pt>
                <c:pt idx="36460">
                  <c:v>0.42199074073869269</c:v>
                </c:pt>
                <c:pt idx="36461">
                  <c:v>0.42200231481547235</c:v>
                </c:pt>
                <c:pt idx="36462">
                  <c:v>0.42201388888497604</c:v>
                </c:pt>
                <c:pt idx="36463">
                  <c:v>0.42202546296175569</c:v>
                </c:pt>
                <c:pt idx="36464">
                  <c:v>0.42203703703125939</c:v>
                </c:pt>
                <c:pt idx="36465">
                  <c:v>0.42204861110803904</c:v>
                </c:pt>
                <c:pt idx="36466">
                  <c:v>0.42206018518481869</c:v>
                </c:pt>
                <c:pt idx="36467">
                  <c:v>0.42207175925432239</c:v>
                </c:pt>
                <c:pt idx="36468">
                  <c:v>0.42208333333110204</c:v>
                </c:pt>
                <c:pt idx="36469">
                  <c:v>0.42209490740788169</c:v>
                </c:pt>
                <c:pt idx="36470">
                  <c:v>0.42210648147738539</c:v>
                </c:pt>
                <c:pt idx="36471">
                  <c:v>0.42211805555416504</c:v>
                </c:pt>
                <c:pt idx="36472">
                  <c:v>0.42212962963094469</c:v>
                </c:pt>
                <c:pt idx="36473">
                  <c:v>0.42214120370044839</c:v>
                </c:pt>
                <c:pt idx="36474">
                  <c:v>0.42215277777722804</c:v>
                </c:pt>
                <c:pt idx="36475">
                  <c:v>0.42216435184673173</c:v>
                </c:pt>
                <c:pt idx="36476">
                  <c:v>0.42217592592351139</c:v>
                </c:pt>
                <c:pt idx="36477">
                  <c:v>0.42218750000029104</c:v>
                </c:pt>
                <c:pt idx="36478">
                  <c:v>0.42219907406979473</c:v>
                </c:pt>
                <c:pt idx="36479">
                  <c:v>0.42221064814657439</c:v>
                </c:pt>
                <c:pt idx="36480">
                  <c:v>0.42222222222335404</c:v>
                </c:pt>
                <c:pt idx="36481">
                  <c:v>0.42223379629285773</c:v>
                </c:pt>
                <c:pt idx="36482">
                  <c:v>0.42224537036963739</c:v>
                </c:pt>
                <c:pt idx="36483">
                  <c:v>0.42225694443914108</c:v>
                </c:pt>
                <c:pt idx="36484">
                  <c:v>0.42226851851592073</c:v>
                </c:pt>
                <c:pt idx="36485">
                  <c:v>0.42228009259270038</c:v>
                </c:pt>
                <c:pt idx="36486">
                  <c:v>0.42229166666220408</c:v>
                </c:pt>
                <c:pt idx="36487">
                  <c:v>0.42230324073898373</c:v>
                </c:pt>
                <c:pt idx="36488">
                  <c:v>0.42231481481576338</c:v>
                </c:pt>
                <c:pt idx="36489">
                  <c:v>0.42232638888526708</c:v>
                </c:pt>
                <c:pt idx="36490">
                  <c:v>0.42233796296204673</c:v>
                </c:pt>
                <c:pt idx="36491">
                  <c:v>0.42234953703155043</c:v>
                </c:pt>
                <c:pt idx="36492">
                  <c:v>0.42236111110833008</c:v>
                </c:pt>
                <c:pt idx="36493">
                  <c:v>0.42237268518510973</c:v>
                </c:pt>
                <c:pt idx="36494">
                  <c:v>0.42238425925461343</c:v>
                </c:pt>
                <c:pt idx="36495">
                  <c:v>0.42239583333139308</c:v>
                </c:pt>
                <c:pt idx="36496">
                  <c:v>0.42240740740817273</c:v>
                </c:pt>
                <c:pt idx="36497">
                  <c:v>0.42241898147767643</c:v>
                </c:pt>
                <c:pt idx="36498">
                  <c:v>0.42243055555445608</c:v>
                </c:pt>
                <c:pt idx="36499">
                  <c:v>0.42244212962395977</c:v>
                </c:pt>
                <c:pt idx="36500">
                  <c:v>0.42245370370073942</c:v>
                </c:pt>
                <c:pt idx="36501">
                  <c:v>0.42246527777751908</c:v>
                </c:pt>
                <c:pt idx="36502">
                  <c:v>0.42247685184702277</c:v>
                </c:pt>
                <c:pt idx="36503">
                  <c:v>0.42248842592380242</c:v>
                </c:pt>
                <c:pt idx="36504">
                  <c:v>0.42250000000058208</c:v>
                </c:pt>
                <c:pt idx="36505">
                  <c:v>0.42251157407008577</c:v>
                </c:pt>
                <c:pt idx="36506">
                  <c:v>0.42252314814686542</c:v>
                </c:pt>
                <c:pt idx="36507">
                  <c:v>0.42253472221636912</c:v>
                </c:pt>
                <c:pt idx="36508">
                  <c:v>0.42254629629314877</c:v>
                </c:pt>
                <c:pt idx="36509">
                  <c:v>0.42255787036992842</c:v>
                </c:pt>
                <c:pt idx="36510">
                  <c:v>0.42256944443943212</c:v>
                </c:pt>
                <c:pt idx="36511">
                  <c:v>0.42258101851621177</c:v>
                </c:pt>
                <c:pt idx="36512">
                  <c:v>0.42259259259299142</c:v>
                </c:pt>
                <c:pt idx="36513">
                  <c:v>0.42260416666249512</c:v>
                </c:pt>
                <c:pt idx="36514">
                  <c:v>0.42261574073927477</c:v>
                </c:pt>
                <c:pt idx="36515">
                  <c:v>0.42262731481605442</c:v>
                </c:pt>
                <c:pt idx="36516">
                  <c:v>0.42263888888555812</c:v>
                </c:pt>
                <c:pt idx="36517">
                  <c:v>0.42265046296233777</c:v>
                </c:pt>
                <c:pt idx="36518">
                  <c:v>0.42266203703184146</c:v>
                </c:pt>
                <c:pt idx="36519">
                  <c:v>0.42267361110862112</c:v>
                </c:pt>
                <c:pt idx="36520">
                  <c:v>0.42268518518540077</c:v>
                </c:pt>
                <c:pt idx="36521">
                  <c:v>0.42269675925490446</c:v>
                </c:pt>
                <c:pt idx="36522">
                  <c:v>0.42270833333168412</c:v>
                </c:pt>
                <c:pt idx="36523">
                  <c:v>0.42271990740846377</c:v>
                </c:pt>
                <c:pt idx="36524">
                  <c:v>0.42273148147796746</c:v>
                </c:pt>
                <c:pt idx="36525">
                  <c:v>0.42274305555474712</c:v>
                </c:pt>
                <c:pt idx="36526">
                  <c:v>0.42275462962425081</c:v>
                </c:pt>
                <c:pt idx="36527">
                  <c:v>0.42276620370103046</c:v>
                </c:pt>
                <c:pt idx="36528">
                  <c:v>0.42277777777781012</c:v>
                </c:pt>
                <c:pt idx="36529">
                  <c:v>0.42278935184731381</c:v>
                </c:pt>
                <c:pt idx="36530">
                  <c:v>0.42280092592409346</c:v>
                </c:pt>
                <c:pt idx="36531">
                  <c:v>0.42281250000087311</c:v>
                </c:pt>
                <c:pt idx="36532">
                  <c:v>0.42282407407037681</c:v>
                </c:pt>
                <c:pt idx="36533">
                  <c:v>0.42283564814715646</c:v>
                </c:pt>
                <c:pt idx="36534">
                  <c:v>0.42284722221666016</c:v>
                </c:pt>
                <c:pt idx="36535">
                  <c:v>0.42285879629343981</c:v>
                </c:pt>
                <c:pt idx="36536">
                  <c:v>0.42287037037021946</c:v>
                </c:pt>
                <c:pt idx="36537">
                  <c:v>0.42288194443972316</c:v>
                </c:pt>
                <c:pt idx="36538">
                  <c:v>0.42289351851650281</c:v>
                </c:pt>
                <c:pt idx="36539">
                  <c:v>0.42290509259328246</c:v>
                </c:pt>
                <c:pt idx="36540">
                  <c:v>0.42291666666278616</c:v>
                </c:pt>
                <c:pt idx="36541">
                  <c:v>0.42292824073956581</c:v>
                </c:pt>
                <c:pt idx="36542">
                  <c:v>0.4229398148090695</c:v>
                </c:pt>
                <c:pt idx="36543">
                  <c:v>0.42295138888584916</c:v>
                </c:pt>
                <c:pt idx="36544">
                  <c:v>0.42296296296262881</c:v>
                </c:pt>
                <c:pt idx="36545">
                  <c:v>0.4229745370321325</c:v>
                </c:pt>
                <c:pt idx="36546">
                  <c:v>0.42298611110891216</c:v>
                </c:pt>
                <c:pt idx="36547">
                  <c:v>0.42299768518569181</c:v>
                </c:pt>
                <c:pt idx="36548">
                  <c:v>0.4230092592551955</c:v>
                </c:pt>
                <c:pt idx="36549">
                  <c:v>0.42302083333197515</c:v>
                </c:pt>
                <c:pt idx="36550">
                  <c:v>0.42303240740147885</c:v>
                </c:pt>
                <c:pt idx="36551">
                  <c:v>0.4230439814782585</c:v>
                </c:pt>
                <c:pt idx="36552">
                  <c:v>0.42305555555503815</c:v>
                </c:pt>
                <c:pt idx="36553">
                  <c:v>0.42306712962454185</c:v>
                </c:pt>
                <c:pt idx="36554">
                  <c:v>0.4230787037013215</c:v>
                </c:pt>
                <c:pt idx="36555">
                  <c:v>0.42309027777810115</c:v>
                </c:pt>
                <c:pt idx="36556">
                  <c:v>0.42310185184760485</c:v>
                </c:pt>
                <c:pt idx="36557">
                  <c:v>0.4231134259243845</c:v>
                </c:pt>
                <c:pt idx="36558">
                  <c:v>0.42312500000116415</c:v>
                </c:pt>
                <c:pt idx="36559">
                  <c:v>0.42313657407066785</c:v>
                </c:pt>
                <c:pt idx="36560">
                  <c:v>0.4231481481474475</c:v>
                </c:pt>
                <c:pt idx="36561">
                  <c:v>0.4231597222169512</c:v>
                </c:pt>
                <c:pt idx="36562">
                  <c:v>0.42317129629373085</c:v>
                </c:pt>
                <c:pt idx="36563">
                  <c:v>0.4231828703705105</c:v>
                </c:pt>
                <c:pt idx="36564">
                  <c:v>0.42319444444001419</c:v>
                </c:pt>
                <c:pt idx="36565">
                  <c:v>0.42320601851679385</c:v>
                </c:pt>
                <c:pt idx="36566">
                  <c:v>0.4232175925935735</c:v>
                </c:pt>
                <c:pt idx="36567">
                  <c:v>0.42322916666307719</c:v>
                </c:pt>
                <c:pt idx="36568">
                  <c:v>0.42324074073985685</c:v>
                </c:pt>
                <c:pt idx="36569">
                  <c:v>0.42325231480936054</c:v>
                </c:pt>
                <c:pt idx="36570">
                  <c:v>0.42326388888614019</c:v>
                </c:pt>
                <c:pt idx="36571">
                  <c:v>0.42327546296291985</c:v>
                </c:pt>
                <c:pt idx="36572">
                  <c:v>0.42328703703242354</c:v>
                </c:pt>
                <c:pt idx="36573">
                  <c:v>0.42329861110920319</c:v>
                </c:pt>
                <c:pt idx="36574">
                  <c:v>0.42331018518598285</c:v>
                </c:pt>
                <c:pt idx="36575">
                  <c:v>0.42332175925548654</c:v>
                </c:pt>
                <c:pt idx="36576">
                  <c:v>0.42333333333226619</c:v>
                </c:pt>
                <c:pt idx="36577">
                  <c:v>0.42334490740176989</c:v>
                </c:pt>
                <c:pt idx="36578">
                  <c:v>0.42335648147854954</c:v>
                </c:pt>
                <c:pt idx="36579">
                  <c:v>0.42336805555532919</c:v>
                </c:pt>
                <c:pt idx="36580">
                  <c:v>0.42337962962483289</c:v>
                </c:pt>
                <c:pt idx="36581">
                  <c:v>0.42339120370161254</c:v>
                </c:pt>
                <c:pt idx="36582">
                  <c:v>0.42340277777839219</c:v>
                </c:pt>
                <c:pt idx="36583">
                  <c:v>0.42341435184789589</c:v>
                </c:pt>
                <c:pt idx="36584">
                  <c:v>0.42342592592467554</c:v>
                </c:pt>
                <c:pt idx="36585">
                  <c:v>0.42343749999417923</c:v>
                </c:pt>
                <c:pt idx="36586">
                  <c:v>0.42344907407095889</c:v>
                </c:pt>
                <c:pt idx="36587">
                  <c:v>0.42346064814773854</c:v>
                </c:pt>
                <c:pt idx="36588">
                  <c:v>0.42347222221724223</c:v>
                </c:pt>
                <c:pt idx="36589">
                  <c:v>0.42348379629402189</c:v>
                </c:pt>
                <c:pt idx="36590">
                  <c:v>0.42349537037080154</c:v>
                </c:pt>
                <c:pt idx="36591">
                  <c:v>0.42350694444030523</c:v>
                </c:pt>
                <c:pt idx="36592">
                  <c:v>0.42351851851708489</c:v>
                </c:pt>
                <c:pt idx="36593">
                  <c:v>0.42353009259386454</c:v>
                </c:pt>
                <c:pt idx="36594">
                  <c:v>0.42354166666336823</c:v>
                </c:pt>
                <c:pt idx="36595">
                  <c:v>0.42355324074014788</c:v>
                </c:pt>
                <c:pt idx="36596">
                  <c:v>0.42356481480965158</c:v>
                </c:pt>
                <c:pt idx="36597">
                  <c:v>0.42357638888643123</c:v>
                </c:pt>
                <c:pt idx="36598">
                  <c:v>0.42358796296321088</c:v>
                </c:pt>
                <c:pt idx="36599">
                  <c:v>0.42359953703271458</c:v>
                </c:pt>
                <c:pt idx="36600">
                  <c:v>0.42361111110949423</c:v>
                </c:pt>
                <c:pt idx="36601">
                  <c:v>0.42362268518627388</c:v>
                </c:pt>
                <c:pt idx="36602">
                  <c:v>0.42363425925577758</c:v>
                </c:pt>
                <c:pt idx="36603">
                  <c:v>0.42364583333255723</c:v>
                </c:pt>
                <c:pt idx="36604">
                  <c:v>0.42365740740206093</c:v>
                </c:pt>
                <c:pt idx="36605">
                  <c:v>0.42366898147884058</c:v>
                </c:pt>
                <c:pt idx="36606">
                  <c:v>0.42368055555562023</c:v>
                </c:pt>
                <c:pt idx="36607">
                  <c:v>0.42369212962512393</c:v>
                </c:pt>
                <c:pt idx="36608">
                  <c:v>0.42370370370190358</c:v>
                </c:pt>
                <c:pt idx="36609">
                  <c:v>0.42371527777868323</c:v>
                </c:pt>
                <c:pt idx="36610">
                  <c:v>0.42372685184818693</c:v>
                </c:pt>
                <c:pt idx="36611">
                  <c:v>0.42373842592496658</c:v>
                </c:pt>
                <c:pt idx="36612">
                  <c:v>0.42374999999447027</c:v>
                </c:pt>
                <c:pt idx="36613">
                  <c:v>0.42376157407124992</c:v>
                </c:pt>
                <c:pt idx="36614">
                  <c:v>0.42377314814802958</c:v>
                </c:pt>
                <c:pt idx="36615">
                  <c:v>0.42378472221753327</c:v>
                </c:pt>
                <c:pt idx="36616">
                  <c:v>0.42379629629431292</c:v>
                </c:pt>
                <c:pt idx="36617">
                  <c:v>0.42380787037109258</c:v>
                </c:pt>
                <c:pt idx="36618">
                  <c:v>0.42381944444059627</c:v>
                </c:pt>
                <c:pt idx="36619">
                  <c:v>0.42383101851737592</c:v>
                </c:pt>
                <c:pt idx="36620">
                  <c:v>0.42384259258687962</c:v>
                </c:pt>
                <c:pt idx="36621">
                  <c:v>0.42385416666365927</c:v>
                </c:pt>
                <c:pt idx="36622">
                  <c:v>0.42386574074043892</c:v>
                </c:pt>
                <c:pt idx="36623">
                  <c:v>0.42387731480994262</c:v>
                </c:pt>
                <c:pt idx="36624">
                  <c:v>0.42388888888672227</c:v>
                </c:pt>
                <c:pt idx="36625">
                  <c:v>0.42390046296350192</c:v>
                </c:pt>
                <c:pt idx="36626">
                  <c:v>0.42391203703300562</c:v>
                </c:pt>
                <c:pt idx="36627">
                  <c:v>0.42392361110978527</c:v>
                </c:pt>
                <c:pt idx="36628">
                  <c:v>0.42393518517928896</c:v>
                </c:pt>
                <c:pt idx="36629">
                  <c:v>0.42394675925606862</c:v>
                </c:pt>
                <c:pt idx="36630">
                  <c:v>0.42395833333284827</c:v>
                </c:pt>
                <c:pt idx="36631">
                  <c:v>0.42396990740235196</c:v>
                </c:pt>
                <c:pt idx="36632">
                  <c:v>0.42398148147913162</c:v>
                </c:pt>
                <c:pt idx="36633">
                  <c:v>0.42399305555591127</c:v>
                </c:pt>
                <c:pt idx="36634">
                  <c:v>0.42400462962541496</c:v>
                </c:pt>
                <c:pt idx="36635">
                  <c:v>0.42401620370219462</c:v>
                </c:pt>
                <c:pt idx="36636">
                  <c:v>0.42402777777897427</c:v>
                </c:pt>
                <c:pt idx="36637">
                  <c:v>0.42403935184847796</c:v>
                </c:pt>
                <c:pt idx="36638">
                  <c:v>0.42405092592525762</c:v>
                </c:pt>
                <c:pt idx="36639">
                  <c:v>0.42406249999476131</c:v>
                </c:pt>
                <c:pt idx="36640">
                  <c:v>0.42407407407154096</c:v>
                </c:pt>
                <c:pt idx="36641">
                  <c:v>0.42408564814832062</c:v>
                </c:pt>
                <c:pt idx="36642">
                  <c:v>0.42409722221782431</c:v>
                </c:pt>
                <c:pt idx="36643">
                  <c:v>0.42410879629460396</c:v>
                </c:pt>
                <c:pt idx="36644">
                  <c:v>0.42412037037138361</c:v>
                </c:pt>
                <c:pt idx="36645">
                  <c:v>0.42413194444088731</c:v>
                </c:pt>
                <c:pt idx="36646">
                  <c:v>0.42414351851766696</c:v>
                </c:pt>
                <c:pt idx="36647">
                  <c:v>0.42415509258717066</c:v>
                </c:pt>
                <c:pt idx="36648">
                  <c:v>0.42416666666395031</c:v>
                </c:pt>
                <c:pt idx="36649">
                  <c:v>0.42417824074072996</c:v>
                </c:pt>
                <c:pt idx="36650">
                  <c:v>0.42418981481023366</c:v>
                </c:pt>
                <c:pt idx="36651">
                  <c:v>0.42420138888701331</c:v>
                </c:pt>
                <c:pt idx="36652">
                  <c:v>0.42421296296379296</c:v>
                </c:pt>
                <c:pt idx="36653">
                  <c:v>0.42422453703329666</c:v>
                </c:pt>
                <c:pt idx="36654">
                  <c:v>0.42423611111007631</c:v>
                </c:pt>
                <c:pt idx="36655">
                  <c:v>0.42424768517958</c:v>
                </c:pt>
                <c:pt idx="36656">
                  <c:v>0.42425925925635966</c:v>
                </c:pt>
                <c:pt idx="36657">
                  <c:v>0.42427083333313931</c:v>
                </c:pt>
                <c:pt idx="36658">
                  <c:v>0.424282407402643</c:v>
                </c:pt>
                <c:pt idx="36659">
                  <c:v>0.42429398147942265</c:v>
                </c:pt>
                <c:pt idx="36660">
                  <c:v>0.42430555555620231</c:v>
                </c:pt>
                <c:pt idx="36661">
                  <c:v>0.424317129625706</c:v>
                </c:pt>
                <c:pt idx="36662">
                  <c:v>0.42432870370248565</c:v>
                </c:pt>
                <c:pt idx="36663">
                  <c:v>0.42434027777198935</c:v>
                </c:pt>
                <c:pt idx="36664">
                  <c:v>0.424351851848769</c:v>
                </c:pt>
                <c:pt idx="36665">
                  <c:v>0.42436342592554865</c:v>
                </c:pt>
                <c:pt idx="36666">
                  <c:v>0.42437499999505235</c:v>
                </c:pt>
                <c:pt idx="36667">
                  <c:v>0.424386574071832</c:v>
                </c:pt>
                <c:pt idx="36668">
                  <c:v>0.42439814814861165</c:v>
                </c:pt>
                <c:pt idx="36669">
                  <c:v>0.42440972221811535</c:v>
                </c:pt>
                <c:pt idx="36670">
                  <c:v>0.424421296294895</c:v>
                </c:pt>
                <c:pt idx="36671">
                  <c:v>0.42443287037167465</c:v>
                </c:pt>
                <c:pt idx="36672">
                  <c:v>0.42444444444117835</c:v>
                </c:pt>
                <c:pt idx="36673">
                  <c:v>0.424456018517958</c:v>
                </c:pt>
                <c:pt idx="36674">
                  <c:v>0.4244675925874617</c:v>
                </c:pt>
                <c:pt idx="36675">
                  <c:v>0.42447916666424135</c:v>
                </c:pt>
                <c:pt idx="36676">
                  <c:v>0.424490740741021</c:v>
                </c:pt>
                <c:pt idx="36677">
                  <c:v>0.42450231481052469</c:v>
                </c:pt>
                <c:pt idx="36678">
                  <c:v>0.42451388888730435</c:v>
                </c:pt>
                <c:pt idx="36679">
                  <c:v>0.424525462964084</c:v>
                </c:pt>
                <c:pt idx="36680">
                  <c:v>0.42453703703358769</c:v>
                </c:pt>
                <c:pt idx="36681">
                  <c:v>0.42454861111036735</c:v>
                </c:pt>
                <c:pt idx="36682">
                  <c:v>0.42456018517987104</c:v>
                </c:pt>
                <c:pt idx="36683">
                  <c:v>0.42457175925665069</c:v>
                </c:pt>
                <c:pt idx="36684">
                  <c:v>0.42458333333343035</c:v>
                </c:pt>
                <c:pt idx="36685">
                  <c:v>0.42459490740293404</c:v>
                </c:pt>
                <c:pt idx="36686">
                  <c:v>0.42460648147971369</c:v>
                </c:pt>
                <c:pt idx="36687">
                  <c:v>0.42461805555649335</c:v>
                </c:pt>
                <c:pt idx="36688">
                  <c:v>0.42462962962599704</c:v>
                </c:pt>
                <c:pt idx="36689">
                  <c:v>0.42464120370277669</c:v>
                </c:pt>
                <c:pt idx="36690">
                  <c:v>0.42465277777228039</c:v>
                </c:pt>
                <c:pt idx="36691">
                  <c:v>0.42466435184906004</c:v>
                </c:pt>
                <c:pt idx="36692">
                  <c:v>0.42467592592583969</c:v>
                </c:pt>
                <c:pt idx="36693">
                  <c:v>0.42468749999534339</c:v>
                </c:pt>
                <c:pt idx="36694">
                  <c:v>0.42469907407212304</c:v>
                </c:pt>
                <c:pt idx="36695">
                  <c:v>0.42471064814890269</c:v>
                </c:pt>
                <c:pt idx="36696">
                  <c:v>0.42472222221840639</c:v>
                </c:pt>
                <c:pt idx="36697">
                  <c:v>0.42473379629518604</c:v>
                </c:pt>
                <c:pt idx="36698">
                  <c:v>0.42474537036468973</c:v>
                </c:pt>
                <c:pt idx="36699">
                  <c:v>0.42475694444146939</c:v>
                </c:pt>
                <c:pt idx="36700">
                  <c:v>0.42476851851824904</c:v>
                </c:pt>
                <c:pt idx="36701">
                  <c:v>0.42478009258775273</c:v>
                </c:pt>
                <c:pt idx="36702">
                  <c:v>0.42479166666453239</c:v>
                </c:pt>
                <c:pt idx="36703">
                  <c:v>0.42480324074131204</c:v>
                </c:pt>
                <c:pt idx="36704">
                  <c:v>0.42481481481081573</c:v>
                </c:pt>
                <c:pt idx="36705">
                  <c:v>0.42482638888759539</c:v>
                </c:pt>
                <c:pt idx="36706">
                  <c:v>0.42483796295709908</c:v>
                </c:pt>
                <c:pt idx="36707">
                  <c:v>0.42484953703387873</c:v>
                </c:pt>
                <c:pt idx="36708">
                  <c:v>0.42486111111065838</c:v>
                </c:pt>
                <c:pt idx="36709">
                  <c:v>0.42487268518016208</c:v>
                </c:pt>
                <c:pt idx="36710">
                  <c:v>0.42488425925694173</c:v>
                </c:pt>
                <c:pt idx="36711">
                  <c:v>0.42489583333372138</c:v>
                </c:pt>
                <c:pt idx="36712">
                  <c:v>0.42490740740322508</c:v>
                </c:pt>
                <c:pt idx="36713">
                  <c:v>0.42491898148000473</c:v>
                </c:pt>
                <c:pt idx="36714">
                  <c:v>0.42493055555678438</c:v>
                </c:pt>
                <c:pt idx="36715">
                  <c:v>0.42494212962628808</c:v>
                </c:pt>
                <c:pt idx="36716">
                  <c:v>0.42495370370306773</c:v>
                </c:pt>
                <c:pt idx="36717">
                  <c:v>0.42496527777257143</c:v>
                </c:pt>
                <c:pt idx="36718">
                  <c:v>0.42497685184935108</c:v>
                </c:pt>
                <c:pt idx="36719">
                  <c:v>0.42498842592613073</c:v>
                </c:pt>
                <c:pt idx="36720">
                  <c:v>0.42499999999563443</c:v>
                </c:pt>
                <c:pt idx="36721">
                  <c:v>0.42501157407241408</c:v>
                </c:pt>
                <c:pt idx="36722">
                  <c:v>0.42502314814919373</c:v>
                </c:pt>
                <c:pt idx="36723">
                  <c:v>0.42503472221869742</c:v>
                </c:pt>
                <c:pt idx="36724">
                  <c:v>0.42504629629547708</c:v>
                </c:pt>
                <c:pt idx="36725">
                  <c:v>0.42505787036498077</c:v>
                </c:pt>
                <c:pt idx="36726">
                  <c:v>0.42506944444176042</c:v>
                </c:pt>
                <c:pt idx="36727">
                  <c:v>0.42508101851854008</c:v>
                </c:pt>
                <c:pt idx="36728">
                  <c:v>0.42509259258804377</c:v>
                </c:pt>
                <c:pt idx="36729">
                  <c:v>0.42510416666482342</c:v>
                </c:pt>
                <c:pt idx="36730">
                  <c:v>0.42511574074160308</c:v>
                </c:pt>
                <c:pt idx="36731">
                  <c:v>0.42512731481110677</c:v>
                </c:pt>
                <c:pt idx="36732">
                  <c:v>0.42513888888788642</c:v>
                </c:pt>
                <c:pt idx="36733">
                  <c:v>0.42515046295739012</c:v>
                </c:pt>
                <c:pt idx="36734">
                  <c:v>0.42516203703416977</c:v>
                </c:pt>
                <c:pt idx="36735">
                  <c:v>0.42517361111094942</c:v>
                </c:pt>
                <c:pt idx="36736">
                  <c:v>0.42518518518045312</c:v>
                </c:pt>
                <c:pt idx="36737">
                  <c:v>0.42519675925723277</c:v>
                </c:pt>
                <c:pt idx="36738">
                  <c:v>0.42520833333401242</c:v>
                </c:pt>
                <c:pt idx="36739">
                  <c:v>0.42521990740351612</c:v>
                </c:pt>
                <c:pt idx="36740">
                  <c:v>0.42523148148029577</c:v>
                </c:pt>
                <c:pt idx="36741">
                  <c:v>0.42524305554979946</c:v>
                </c:pt>
                <c:pt idx="36742">
                  <c:v>0.42525462962657912</c:v>
                </c:pt>
                <c:pt idx="36743">
                  <c:v>0.42526620370335877</c:v>
                </c:pt>
                <c:pt idx="36744">
                  <c:v>0.42527777777286246</c:v>
                </c:pt>
                <c:pt idx="36745">
                  <c:v>0.42528935184964212</c:v>
                </c:pt>
                <c:pt idx="36746">
                  <c:v>0.42530092592642177</c:v>
                </c:pt>
                <c:pt idx="36747">
                  <c:v>0.42531249999592546</c:v>
                </c:pt>
                <c:pt idx="36748">
                  <c:v>0.42532407407270512</c:v>
                </c:pt>
                <c:pt idx="36749">
                  <c:v>0.42533564814948477</c:v>
                </c:pt>
                <c:pt idx="36750">
                  <c:v>0.42534722221898846</c:v>
                </c:pt>
                <c:pt idx="36751">
                  <c:v>0.42535879629576812</c:v>
                </c:pt>
                <c:pt idx="36752">
                  <c:v>0.42537037036527181</c:v>
                </c:pt>
                <c:pt idx="36753">
                  <c:v>0.42538194444205146</c:v>
                </c:pt>
                <c:pt idx="36754">
                  <c:v>0.42539351851883112</c:v>
                </c:pt>
                <c:pt idx="36755">
                  <c:v>0.42540509258833481</c:v>
                </c:pt>
                <c:pt idx="36756">
                  <c:v>0.42541666666511446</c:v>
                </c:pt>
                <c:pt idx="36757">
                  <c:v>0.42542824074189411</c:v>
                </c:pt>
                <c:pt idx="36758">
                  <c:v>0.42543981481139781</c:v>
                </c:pt>
                <c:pt idx="36759">
                  <c:v>0.42545138888817746</c:v>
                </c:pt>
                <c:pt idx="36760">
                  <c:v>0.42546296295768116</c:v>
                </c:pt>
                <c:pt idx="36761">
                  <c:v>0.42547453703446081</c:v>
                </c:pt>
                <c:pt idx="36762">
                  <c:v>0.42548611111124046</c:v>
                </c:pt>
                <c:pt idx="36763">
                  <c:v>0.42549768518074416</c:v>
                </c:pt>
                <c:pt idx="36764">
                  <c:v>0.42550925925752381</c:v>
                </c:pt>
                <c:pt idx="36765">
                  <c:v>0.42552083333430346</c:v>
                </c:pt>
                <c:pt idx="36766">
                  <c:v>0.42553240740380716</c:v>
                </c:pt>
                <c:pt idx="36767">
                  <c:v>0.42554398148058681</c:v>
                </c:pt>
                <c:pt idx="36768">
                  <c:v>0.4255555555500905</c:v>
                </c:pt>
                <c:pt idx="36769">
                  <c:v>0.42556712962687016</c:v>
                </c:pt>
                <c:pt idx="36770">
                  <c:v>0.42557870370364981</c:v>
                </c:pt>
                <c:pt idx="36771">
                  <c:v>0.4255902777731535</c:v>
                </c:pt>
                <c:pt idx="36772">
                  <c:v>0.42560185184993315</c:v>
                </c:pt>
                <c:pt idx="36773">
                  <c:v>0.42561342592671281</c:v>
                </c:pt>
                <c:pt idx="36774">
                  <c:v>0.4256249999962165</c:v>
                </c:pt>
                <c:pt idx="36775">
                  <c:v>0.42563657407299615</c:v>
                </c:pt>
                <c:pt idx="36776">
                  <c:v>0.42564814814249985</c:v>
                </c:pt>
                <c:pt idx="36777">
                  <c:v>0.4256597222192795</c:v>
                </c:pt>
                <c:pt idx="36778">
                  <c:v>0.42567129629605915</c:v>
                </c:pt>
                <c:pt idx="36779">
                  <c:v>0.42568287036556285</c:v>
                </c:pt>
                <c:pt idx="36780">
                  <c:v>0.4256944444423425</c:v>
                </c:pt>
                <c:pt idx="36781">
                  <c:v>0.42570601851912215</c:v>
                </c:pt>
                <c:pt idx="36782">
                  <c:v>0.42571759258862585</c:v>
                </c:pt>
                <c:pt idx="36783">
                  <c:v>0.4257291666654055</c:v>
                </c:pt>
                <c:pt idx="36784">
                  <c:v>0.4257407407349092</c:v>
                </c:pt>
                <c:pt idx="36785">
                  <c:v>0.42575231481168885</c:v>
                </c:pt>
                <c:pt idx="36786">
                  <c:v>0.4257638888884685</c:v>
                </c:pt>
                <c:pt idx="36787">
                  <c:v>0.42577546295797219</c:v>
                </c:pt>
                <c:pt idx="36788">
                  <c:v>0.42578703703475185</c:v>
                </c:pt>
                <c:pt idx="36789">
                  <c:v>0.4257986111115315</c:v>
                </c:pt>
                <c:pt idx="36790">
                  <c:v>0.42581018518103519</c:v>
                </c:pt>
                <c:pt idx="36791">
                  <c:v>0.42582175925781485</c:v>
                </c:pt>
                <c:pt idx="36792">
                  <c:v>0.4258333333345945</c:v>
                </c:pt>
                <c:pt idx="36793">
                  <c:v>0.42584490740409819</c:v>
                </c:pt>
                <c:pt idx="36794">
                  <c:v>0.42585648148087785</c:v>
                </c:pt>
                <c:pt idx="36795">
                  <c:v>0.42586805555038154</c:v>
                </c:pt>
                <c:pt idx="36796">
                  <c:v>0.42587962962716119</c:v>
                </c:pt>
                <c:pt idx="36797">
                  <c:v>0.42589120370394085</c:v>
                </c:pt>
                <c:pt idx="36798">
                  <c:v>0.42590277777344454</c:v>
                </c:pt>
                <c:pt idx="36799">
                  <c:v>0.42591435185022419</c:v>
                </c:pt>
                <c:pt idx="36800">
                  <c:v>0.42592592592700385</c:v>
                </c:pt>
                <c:pt idx="36801">
                  <c:v>0.42593749999650754</c:v>
                </c:pt>
                <c:pt idx="36802">
                  <c:v>0.42594907407328719</c:v>
                </c:pt>
                <c:pt idx="36803">
                  <c:v>0.42596064814279089</c:v>
                </c:pt>
                <c:pt idx="36804">
                  <c:v>0.42597222221957054</c:v>
                </c:pt>
                <c:pt idx="36805">
                  <c:v>0.42598379629635019</c:v>
                </c:pt>
                <c:pt idx="36806">
                  <c:v>0.42599537036585389</c:v>
                </c:pt>
                <c:pt idx="36807">
                  <c:v>0.42600694444263354</c:v>
                </c:pt>
                <c:pt idx="36808">
                  <c:v>0.42601851851941319</c:v>
                </c:pt>
                <c:pt idx="36809">
                  <c:v>0.42603009258891689</c:v>
                </c:pt>
                <c:pt idx="36810">
                  <c:v>0.42604166666569654</c:v>
                </c:pt>
                <c:pt idx="36811">
                  <c:v>0.42605324073520023</c:v>
                </c:pt>
                <c:pt idx="36812">
                  <c:v>0.42606481481197989</c:v>
                </c:pt>
                <c:pt idx="36813">
                  <c:v>0.42607638888875954</c:v>
                </c:pt>
                <c:pt idx="36814">
                  <c:v>0.42608796295826323</c:v>
                </c:pt>
                <c:pt idx="36815">
                  <c:v>0.42609953703504289</c:v>
                </c:pt>
                <c:pt idx="36816">
                  <c:v>0.42611111111182254</c:v>
                </c:pt>
                <c:pt idx="36817">
                  <c:v>0.42612268518132623</c:v>
                </c:pt>
                <c:pt idx="36818">
                  <c:v>0.42613425925810589</c:v>
                </c:pt>
                <c:pt idx="36819">
                  <c:v>0.42614583332760958</c:v>
                </c:pt>
                <c:pt idx="36820">
                  <c:v>0.42615740740438923</c:v>
                </c:pt>
                <c:pt idx="36821">
                  <c:v>0.42616898148116888</c:v>
                </c:pt>
                <c:pt idx="36822">
                  <c:v>0.42618055555067258</c:v>
                </c:pt>
                <c:pt idx="36823">
                  <c:v>0.42619212962745223</c:v>
                </c:pt>
                <c:pt idx="36824">
                  <c:v>0.42620370370423188</c:v>
                </c:pt>
                <c:pt idx="36825">
                  <c:v>0.42621527777373558</c:v>
                </c:pt>
                <c:pt idx="36826">
                  <c:v>0.42622685185051523</c:v>
                </c:pt>
                <c:pt idx="36827">
                  <c:v>0.42623842592001893</c:v>
                </c:pt>
                <c:pt idx="36828">
                  <c:v>0.42624999999679858</c:v>
                </c:pt>
                <c:pt idx="36829">
                  <c:v>0.42626157407357823</c:v>
                </c:pt>
                <c:pt idx="36830">
                  <c:v>0.42627314814308193</c:v>
                </c:pt>
                <c:pt idx="36831">
                  <c:v>0.42628472221986158</c:v>
                </c:pt>
                <c:pt idx="36832">
                  <c:v>0.42629629629664123</c:v>
                </c:pt>
                <c:pt idx="36833">
                  <c:v>0.42630787036614493</c:v>
                </c:pt>
                <c:pt idx="36834">
                  <c:v>0.42631944444292458</c:v>
                </c:pt>
                <c:pt idx="36835">
                  <c:v>0.42633101851970423</c:v>
                </c:pt>
                <c:pt idx="36836">
                  <c:v>0.42634259258920792</c:v>
                </c:pt>
                <c:pt idx="36837">
                  <c:v>0.42635416666598758</c:v>
                </c:pt>
                <c:pt idx="36838">
                  <c:v>0.42636574073549127</c:v>
                </c:pt>
                <c:pt idx="36839">
                  <c:v>0.42637731481227092</c:v>
                </c:pt>
                <c:pt idx="36840">
                  <c:v>0.42638888888905058</c:v>
                </c:pt>
                <c:pt idx="36841">
                  <c:v>0.42640046295855427</c:v>
                </c:pt>
                <c:pt idx="36842">
                  <c:v>0.42641203703533392</c:v>
                </c:pt>
                <c:pt idx="36843">
                  <c:v>0.42642361111211358</c:v>
                </c:pt>
                <c:pt idx="36844">
                  <c:v>0.42643518518161727</c:v>
                </c:pt>
                <c:pt idx="36845">
                  <c:v>0.42644675925839692</c:v>
                </c:pt>
                <c:pt idx="36846">
                  <c:v>0.42645833332790062</c:v>
                </c:pt>
                <c:pt idx="36847">
                  <c:v>0.42646990740468027</c:v>
                </c:pt>
                <c:pt idx="36848">
                  <c:v>0.42648148148145992</c:v>
                </c:pt>
                <c:pt idx="36849">
                  <c:v>0.42649305555096362</c:v>
                </c:pt>
                <c:pt idx="36850">
                  <c:v>0.42650462962774327</c:v>
                </c:pt>
                <c:pt idx="36851">
                  <c:v>0.42651620370452292</c:v>
                </c:pt>
                <c:pt idx="36852">
                  <c:v>0.42652777777402662</c:v>
                </c:pt>
                <c:pt idx="36853">
                  <c:v>0.42653935185080627</c:v>
                </c:pt>
                <c:pt idx="36854">
                  <c:v>0.42655092592030996</c:v>
                </c:pt>
                <c:pt idx="36855">
                  <c:v>0.42656249999708962</c:v>
                </c:pt>
                <c:pt idx="36856">
                  <c:v>0.42657407407386927</c:v>
                </c:pt>
                <c:pt idx="36857">
                  <c:v>0.42658564814337296</c:v>
                </c:pt>
                <c:pt idx="36858">
                  <c:v>0.42659722222015262</c:v>
                </c:pt>
                <c:pt idx="36859">
                  <c:v>0.42660879629693227</c:v>
                </c:pt>
                <c:pt idx="36860">
                  <c:v>0.42662037036643596</c:v>
                </c:pt>
                <c:pt idx="36861">
                  <c:v>0.42663194444321562</c:v>
                </c:pt>
                <c:pt idx="36862">
                  <c:v>0.42664351851271931</c:v>
                </c:pt>
                <c:pt idx="36863">
                  <c:v>0.42665509258949896</c:v>
                </c:pt>
                <c:pt idx="36864">
                  <c:v>0.42666666666627862</c:v>
                </c:pt>
                <c:pt idx="36865">
                  <c:v>0.42667824073578231</c:v>
                </c:pt>
                <c:pt idx="36866">
                  <c:v>0.42668981481256196</c:v>
                </c:pt>
                <c:pt idx="36867">
                  <c:v>0.42670138888934162</c:v>
                </c:pt>
                <c:pt idx="36868">
                  <c:v>0.42671296295884531</c:v>
                </c:pt>
                <c:pt idx="36869">
                  <c:v>0.42672453703562496</c:v>
                </c:pt>
                <c:pt idx="36870">
                  <c:v>0.42673611111240461</c:v>
                </c:pt>
                <c:pt idx="36871">
                  <c:v>0.42674768518190831</c:v>
                </c:pt>
                <c:pt idx="36872">
                  <c:v>0.42675925925868796</c:v>
                </c:pt>
                <c:pt idx="36873">
                  <c:v>0.42677083332819166</c:v>
                </c:pt>
                <c:pt idx="36874">
                  <c:v>0.42678240740497131</c:v>
                </c:pt>
                <c:pt idx="36875">
                  <c:v>0.42679398148175096</c:v>
                </c:pt>
                <c:pt idx="36876">
                  <c:v>0.42680555555125466</c:v>
                </c:pt>
                <c:pt idx="36877">
                  <c:v>0.42681712962803431</c:v>
                </c:pt>
                <c:pt idx="36878">
                  <c:v>0.42682870370481396</c:v>
                </c:pt>
                <c:pt idx="36879">
                  <c:v>0.42684027777431766</c:v>
                </c:pt>
                <c:pt idx="36880">
                  <c:v>0.42685185185109731</c:v>
                </c:pt>
                <c:pt idx="36881">
                  <c:v>0.426863425920601</c:v>
                </c:pt>
                <c:pt idx="36882">
                  <c:v>0.42687499999738066</c:v>
                </c:pt>
                <c:pt idx="36883">
                  <c:v>0.42688657407416031</c:v>
                </c:pt>
                <c:pt idx="36884">
                  <c:v>0.426898148143664</c:v>
                </c:pt>
                <c:pt idx="36885">
                  <c:v>0.42690972222044365</c:v>
                </c:pt>
                <c:pt idx="36886">
                  <c:v>0.42692129629722331</c:v>
                </c:pt>
                <c:pt idx="36887">
                  <c:v>0.426932870366727</c:v>
                </c:pt>
                <c:pt idx="36888">
                  <c:v>0.42694444444350665</c:v>
                </c:pt>
                <c:pt idx="36889">
                  <c:v>0.42695601851301035</c:v>
                </c:pt>
                <c:pt idx="36890">
                  <c:v>0.42696759258979</c:v>
                </c:pt>
                <c:pt idx="36891">
                  <c:v>0.42697916666656965</c:v>
                </c:pt>
                <c:pt idx="36892">
                  <c:v>0.42699074073607335</c:v>
                </c:pt>
                <c:pt idx="36893">
                  <c:v>0.427002314812853</c:v>
                </c:pt>
                <c:pt idx="36894">
                  <c:v>0.42701388888963265</c:v>
                </c:pt>
                <c:pt idx="36895">
                  <c:v>0.42702546295913635</c:v>
                </c:pt>
                <c:pt idx="36896">
                  <c:v>0.427037037035916</c:v>
                </c:pt>
                <c:pt idx="36897">
                  <c:v>0.4270486111054197</c:v>
                </c:pt>
                <c:pt idx="36898">
                  <c:v>0.42706018518219935</c:v>
                </c:pt>
                <c:pt idx="36899">
                  <c:v>0.427071759258979</c:v>
                </c:pt>
                <c:pt idx="36900">
                  <c:v>0.42708333332848269</c:v>
                </c:pt>
                <c:pt idx="36901">
                  <c:v>0.42709490740526235</c:v>
                </c:pt>
                <c:pt idx="36902">
                  <c:v>0.427106481482042</c:v>
                </c:pt>
                <c:pt idx="36903">
                  <c:v>0.42711805555154569</c:v>
                </c:pt>
                <c:pt idx="36904">
                  <c:v>0.42712962962832535</c:v>
                </c:pt>
                <c:pt idx="36905">
                  <c:v>0.42714120369782904</c:v>
                </c:pt>
                <c:pt idx="36906">
                  <c:v>0.42715277777460869</c:v>
                </c:pt>
                <c:pt idx="36907">
                  <c:v>0.42716435185138835</c:v>
                </c:pt>
                <c:pt idx="36908">
                  <c:v>0.42717592592089204</c:v>
                </c:pt>
                <c:pt idx="36909">
                  <c:v>0.42718749999767169</c:v>
                </c:pt>
                <c:pt idx="36910">
                  <c:v>0.42719907407445135</c:v>
                </c:pt>
                <c:pt idx="36911">
                  <c:v>0.42721064814395504</c:v>
                </c:pt>
                <c:pt idx="36912">
                  <c:v>0.42722222222073469</c:v>
                </c:pt>
                <c:pt idx="36913">
                  <c:v>0.42723379629751435</c:v>
                </c:pt>
                <c:pt idx="36914">
                  <c:v>0.42724537036701804</c:v>
                </c:pt>
                <c:pt idx="36915">
                  <c:v>0.42725694444379769</c:v>
                </c:pt>
                <c:pt idx="36916">
                  <c:v>0.42726851851330139</c:v>
                </c:pt>
                <c:pt idx="36917">
                  <c:v>0.42728009259008104</c:v>
                </c:pt>
                <c:pt idx="36918">
                  <c:v>0.42729166666686069</c:v>
                </c:pt>
                <c:pt idx="36919">
                  <c:v>0.42730324073636439</c:v>
                </c:pt>
                <c:pt idx="36920">
                  <c:v>0.42731481481314404</c:v>
                </c:pt>
                <c:pt idx="36921">
                  <c:v>0.42732638888992369</c:v>
                </c:pt>
                <c:pt idx="36922">
                  <c:v>0.42733796295942739</c:v>
                </c:pt>
                <c:pt idx="36923">
                  <c:v>0.42734953703620704</c:v>
                </c:pt>
                <c:pt idx="36924">
                  <c:v>0.42736111110571073</c:v>
                </c:pt>
                <c:pt idx="36925">
                  <c:v>0.42737268518249039</c:v>
                </c:pt>
                <c:pt idx="36926">
                  <c:v>0.42738425925927004</c:v>
                </c:pt>
                <c:pt idx="36927">
                  <c:v>0.42739583332877373</c:v>
                </c:pt>
                <c:pt idx="36928">
                  <c:v>0.42740740740555339</c:v>
                </c:pt>
                <c:pt idx="36929">
                  <c:v>0.42741898148233304</c:v>
                </c:pt>
                <c:pt idx="36930">
                  <c:v>0.42743055555183673</c:v>
                </c:pt>
                <c:pt idx="36931">
                  <c:v>0.42744212962861639</c:v>
                </c:pt>
                <c:pt idx="36932">
                  <c:v>0.42745370369812008</c:v>
                </c:pt>
                <c:pt idx="36933">
                  <c:v>0.42746527777489973</c:v>
                </c:pt>
                <c:pt idx="36934">
                  <c:v>0.42747685185167938</c:v>
                </c:pt>
                <c:pt idx="36935">
                  <c:v>0.42748842592118308</c:v>
                </c:pt>
                <c:pt idx="36936">
                  <c:v>0.42749999999796273</c:v>
                </c:pt>
                <c:pt idx="36937">
                  <c:v>0.42751157407474238</c:v>
                </c:pt>
                <c:pt idx="36938">
                  <c:v>0.42752314814424608</c:v>
                </c:pt>
                <c:pt idx="36939">
                  <c:v>0.42753472222102573</c:v>
                </c:pt>
                <c:pt idx="36940">
                  <c:v>0.42754629629052943</c:v>
                </c:pt>
                <c:pt idx="36941">
                  <c:v>0.42755787036730908</c:v>
                </c:pt>
                <c:pt idx="36942">
                  <c:v>0.42756944444408873</c:v>
                </c:pt>
                <c:pt idx="36943">
                  <c:v>0.42758101851359243</c:v>
                </c:pt>
                <c:pt idx="36944">
                  <c:v>0.42759259259037208</c:v>
                </c:pt>
                <c:pt idx="36945">
                  <c:v>0.42760416666715173</c:v>
                </c:pt>
                <c:pt idx="36946">
                  <c:v>0.42761574073665543</c:v>
                </c:pt>
                <c:pt idx="36947">
                  <c:v>0.42762731481343508</c:v>
                </c:pt>
                <c:pt idx="36948">
                  <c:v>0.42763888889021473</c:v>
                </c:pt>
                <c:pt idx="36949">
                  <c:v>0.42765046295971842</c:v>
                </c:pt>
                <c:pt idx="36950">
                  <c:v>0.42766203703649808</c:v>
                </c:pt>
                <c:pt idx="36951">
                  <c:v>0.42767361110600177</c:v>
                </c:pt>
                <c:pt idx="36952">
                  <c:v>0.42768518518278142</c:v>
                </c:pt>
                <c:pt idx="36953">
                  <c:v>0.42769675925956108</c:v>
                </c:pt>
                <c:pt idx="36954">
                  <c:v>0.42770833332906477</c:v>
                </c:pt>
                <c:pt idx="36955">
                  <c:v>0.42771990740584442</c:v>
                </c:pt>
                <c:pt idx="36956">
                  <c:v>0.42773148148262408</c:v>
                </c:pt>
                <c:pt idx="36957">
                  <c:v>0.42774305555212777</c:v>
                </c:pt>
                <c:pt idx="36958">
                  <c:v>0.42775462962890742</c:v>
                </c:pt>
                <c:pt idx="36959">
                  <c:v>0.42776620369841112</c:v>
                </c:pt>
                <c:pt idx="36960">
                  <c:v>0.42777777777519077</c:v>
                </c:pt>
                <c:pt idx="36961">
                  <c:v>0.42778935185197042</c:v>
                </c:pt>
                <c:pt idx="36962">
                  <c:v>0.42780092592147412</c:v>
                </c:pt>
                <c:pt idx="36963">
                  <c:v>0.42781249999825377</c:v>
                </c:pt>
                <c:pt idx="36964">
                  <c:v>0.42782407407503342</c:v>
                </c:pt>
                <c:pt idx="36965">
                  <c:v>0.42783564814453712</c:v>
                </c:pt>
                <c:pt idx="36966">
                  <c:v>0.42784722222131677</c:v>
                </c:pt>
                <c:pt idx="36967">
                  <c:v>0.42785879629082046</c:v>
                </c:pt>
                <c:pt idx="36968">
                  <c:v>0.42787037036760012</c:v>
                </c:pt>
                <c:pt idx="36969">
                  <c:v>0.42788194444437977</c:v>
                </c:pt>
                <c:pt idx="36970">
                  <c:v>0.42789351851388346</c:v>
                </c:pt>
                <c:pt idx="36971">
                  <c:v>0.42790509259066312</c:v>
                </c:pt>
                <c:pt idx="36972">
                  <c:v>0.42791666666744277</c:v>
                </c:pt>
                <c:pt idx="36973">
                  <c:v>0.42792824073694646</c:v>
                </c:pt>
                <c:pt idx="36974">
                  <c:v>0.42793981481372612</c:v>
                </c:pt>
                <c:pt idx="36975">
                  <c:v>0.42795138888322981</c:v>
                </c:pt>
                <c:pt idx="36976">
                  <c:v>0.42796296296000946</c:v>
                </c:pt>
                <c:pt idx="36977">
                  <c:v>0.42797453703678912</c:v>
                </c:pt>
                <c:pt idx="36978">
                  <c:v>0.42798611110629281</c:v>
                </c:pt>
                <c:pt idx="36979">
                  <c:v>0.42799768518307246</c:v>
                </c:pt>
                <c:pt idx="36980">
                  <c:v>0.42800925925985212</c:v>
                </c:pt>
                <c:pt idx="36981">
                  <c:v>0.42802083332935581</c:v>
                </c:pt>
                <c:pt idx="36982">
                  <c:v>0.42803240740613546</c:v>
                </c:pt>
                <c:pt idx="36983">
                  <c:v>0.42804398147563916</c:v>
                </c:pt>
                <c:pt idx="36984">
                  <c:v>0.42805555555241881</c:v>
                </c:pt>
                <c:pt idx="36985">
                  <c:v>0.42806712962919846</c:v>
                </c:pt>
                <c:pt idx="36986">
                  <c:v>0.42807870369870216</c:v>
                </c:pt>
                <c:pt idx="36987">
                  <c:v>0.42809027777548181</c:v>
                </c:pt>
                <c:pt idx="36988">
                  <c:v>0.42810185185226146</c:v>
                </c:pt>
                <c:pt idx="36989">
                  <c:v>0.42811342592176516</c:v>
                </c:pt>
                <c:pt idx="36990">
                  <c:v>0.42812499999854481</c:v>
                </c:pt>
                <c:pt idx="36991">
                  <c:v>0.42813657407532446</c:v>
                </c:pt>
                <c:pt idx="36992">
                  <c:v>0.42814814814482816</c:v>
                </c:pt>
                <c:pt idx="36993">
                  <c:v>0.42815972222160781</c:v>
                </c:pt>
                <c:pt idx="36994">
                  <c:v>0.4281712962911115</c:v>
                </c:pt>
                <c:pt idx="36995">
                  <c:v>0.42818287036789116</c:v>
                </c:pt>
                <c:pt idx="36996">
                  <c:v>0.42819444444467081</c:v>
                </c:pt>
                <c:pt idx="36997">
                  <c:v>0.4282060185141745</c:v>
                </c:pt>
                <c:pt idx="36998">
                  <c:v>0.42821759259095415</c:v>
                </c:pt>
                <c:pt idx="36999">
                  <c:v>0.42822916666773381</c:v>
                </c:pt>
                <c:pt idx="37000">
                  <c:v>0.4282407407372375</c:v>
                </c:pt>
                <c:pt idx="37001">
                  <c:v>0.42825231481401715</c:v>
                </c:pt>
                <c:pt idx="37002">
                  <c:v>0.42826388888352085</c:v>
                </c:pt>
                <c:pt idx="37003">
                  <c:v>0.4282754629603005</c:v>
                </c:pt>
                <c:pt idx="37004">
                  <c:v>0.42828703703708015</c:v>
                </c:pt>
                <c:pt idx="37005">
                  <c:v>0.42829861110658385</c:v>
                </c:pt>
                <c:pt idx="37006">
                  <c:v>0.4283101851833635</c:v>
                </c:pt>
                <c:pt idx="37007">
                  <c:v>0.42832175926014315</c:v>
                </c:pt>
                <c:pt idx="37008">
                  <c:v>0.42833333332964685</c:v>
                </c:pt>
                <c:pt idx="37009">
                  <c:v>0.4283449074064265</c:v>
                </c:pt>
                <c:pt idx="37010">
                  <c:v>0.4283564814759302</c:v>
                </c:pt>
                <c:pt idx="37011">
                  <c:v>0.42836805555270985</c:v>
                </c:pt>
                <c:pt idx="37012">
                  <c:v>0.4283796296294895</c:v>
                </c:pt>
                <c:pt idx="37013">
                  <c:v>0.42839120369899319</c:v>
                </c:pt>
                <c:pt idx="37014">
                  <c:v>0.42840277777577285</c:v>
                </c:pt>
                <c:pt idx="37015">
                  <c:v>0.4284143518525525</c:v>
                </c:pt>
                <c:pt idx="37016">
                  <c:v>0.42842592592205619</c:v>
                </c:pt>
                <c:pt idx="37017">
                  <c:v>0.42843749999883585</c:v>
                </c:pt>
                <c:pt idx="37018">
                  <c:v>0.42844907406833954</c:v>
                </c:pt>
                <c:pt idx="37019">
                  <c:v>0.42846064814511919</c:v>
                </c:pt>
                <c:pt idx="37020">
                  <c:v>0.42847222222189885</c:v>
                </c:pt>
                <c:pt idx="37021">
                  <c:v>0.42848379629140254</c:v>
                </c:pt>
                <c:pt idx="37022">
                  <c:v>0.42849537036818219</c:v>
                </c:pt>
                <c:pt idx="37023">
                  <c:v>0.42850694444496185</c:v>
                </c:pt>
                <c:pt idx="37024">
                  <c:v>0.42851851851446554</c:v>
                </c:pt>
                <c:pt idx="37025">
                  <c:v>0.42853009259124519</c:v>
                </c:pt>
                <c:pt idx="37026">
                  <c:v>0.42854166666074889</c:v>
                </c:pt>
                <c:pt idx="37027">
                  <c:v>0.42855324073752854</c:v>
                </c:pt>
                <c:pt idx="37028">
                  <c:v>0.42856481481430819</c:v>
                </c:pt>
                <c:pt idx="37029">
                  <c:v>0.42857638888381189</c:v>
                </c:pt>
                <c:pt idx="37030">
                  <c:v>0.42858796296059154</c:v>
                </c:pt>
                <c:pt idx="37031">
                  <c:v>0.42859953703737119</c:v>
                </c:pt>
                <c:pt idx="37032">
                  <c:v>0.42861111110687489</c:v>
                </c:pt>
                <c:pt idx="37033">
                  <c:v>0.42862268518365454</c:v>
                </c:pt>
                <c:pt idx="37034">
                  <c:v>0.42863425926043419</c:v>
                </c:pt>
                <c:pt idx="37035">
                  <c:v>0.42864583332993789</c:v>
                </c:pt>
                <c:pt idx="37036">
                  <c:v>0.42865740740671754</c:v>
                </c:pt>
                <c:pt idx="37037">
                  <c:v>0.42866898147622123</c:v>
                </c:pt>
                <c:pt idx="37038">
                  <c:v>0.42868055555300089</c:v>
                </c:pt>
                <c:pt idx="37039">
                  <c:v>0.42869212962978054</c:v>
                </c:pt>
                <c:pt idx="37040">
                  <c:v>0.42870370369928423</c:v>
                </c:pt>
                <c:pt idx="37041">
                  <c:v>0.42871527777606389</c:v>
                </c:pt>
                <c:pt idx="37042">
                  <c:v>0.42872685185284354</c:v>
                </c:pt>
                <c:pt idx="37043">
                  <c:v>0.42873842592234723</c:v>
                </c:pt>
                <c:pt idx="37044">
                  <c:v>0.42874999999912689</c:v>
                </c:pt>
                <c:pt idx="37045">
                  <c:v>0.42876157406863058</c:v>
                </c:pt>
                <c:pt idx="37046">
                  <c:v>0.42877314814541023</c:v>
                </c:pt>
                <c:pt idx="37047">
                  <c:v>0.42878472222218988</c:v>
                </c:pt>
                <c:pt idx="37048">
                  <c:v>0.42879629629169358</c:v>
                </c:pt>
                <c:pt idx="37049">
                  <c:v>0.42880787036847323</c:v>
                </c:pt>
                <c:pt idx="37050">
                  <c:v>0.42881944444525288</c:v>
                </c:pt>
                <c:pt idx="37051">
                  <c:v>0.42883101851475658</c:v>
                </c:pt>
                <c:pt idx="37052">
                  <c:v>0.42884259259153623</c:v>
                </c:pt>
                <c:pt idx="37053">
                  <c:v>0.42885416666103993</c:v>
                </c:pt>
                <c:pt idx="37054">
                  <c:v>0.42886574073781958</c:v>
                </c:pt>
                <c:pt idx="37055">
                  <c:v>0.42887731481459923</c:v>
                </c:pt>
                <c:pt idx="37056">
                  <c:v>0.42888888888410293</c:v>
                </c:pt>
                <c:pt idx="37057">
                  <c:v>0.42890046296088258</c:v>
                </c:pt>
                <c:pt idx="37058">
                  <c:v>0.42891203703766223</c:v>
                </c:pt>
                <c:pt idx="37059">
                  <c:v>0.42892361110716593</c:v>
                </c:pt>
                <c:pt idx="37060">
                  <c:v>0.42893518518394558</c:v>
                </c:pt>
                <c:pt idx="37061">
                  <c:v>0.42894675925344927</c:v>
                </c:pt>
                <c:pt idx="37062">
                  <c:v>0.42895833333022892</c:v>
                </c:pt>
                <c:pt idx="37063">
                  <c:v>0.42896990740700858</c:v>
                </c:pt>
                <c:pt idx="37064">
                  <c:v>0.42898148147651227</c:v>
                </c:pt>
                <c:pt idx="37065">
                  <c:v>0.42899305555329192</c:v>
                </c:pt>
                <c:pt idx="37066">
                  <c:v>0.42900462963007158</c:v>
                </c:pt>
                <c:pt idx="37067">
                  <c:v>0.42901620369957527</c:v>
                </c:pt>
                <c:pt idx="37068">
                  <c:v>0.42902777777635492</c:v>
                </c:pt>
                <c:pt idx="37069">
                  <c:v>0.42903935185313458</c:v>
                </c:pt>
                <c:pt idx="37070">
                  <c:v>0.42905092592263827</c:v>
                </c:pt>
                <c:pt idx="37071">
                  <c:v>0.42906249999941792</c:v>
                </c:pt>
                <c:pt idx="37072">
                  <c:v>0.42907407406892162</c:v>
                </c:pt>
                <c:pt idx="37073">
                  <c:v>0.42908564814570127</c:v>
                </c:pt>
                <c:pt idx="37074">
                  <c:v>0.42909722222248092</c:v>
                </c:pt>
                <c:pt idx="37075">
                  <c:v>0.42910879629198462</c:v>
                </c:pt>
                <c:pt idx="37076">
                  <c:v>0.42912037036876427</c:v>
                </c:pt>
                <c:pt idx="37077">
                  <c:v>0.42913194444554392</c:v>
                </c:pt>
                <c:pt idx="37078">
                  <c:v>0.42914351851504762</c:v>
                </c:pt>
                <c:pt idx="37079">
                  <c:v>0.42915509259182727</c:v>
                </c:pt>
                <c:pt idx="37080">
                  <c:v>0.42916666666133096</c:v>
                </c:pt>
                <c:pt idx="37081">
                  <c:v>0.42917824073811062</c:v>
                </c:pt>
                <c:pt idx="37082">
                  <c:v>0.42918981481489027</c:v>
                </c:pt>
                <c:pt idx="37083">
                  <c:v>0.42920138888439396</c:v>
                </c:pt>
                <c:pt idx="37084">
                  <c:v>0.42921296296117362</c:v>
                </c:pt>
                <c:pt idx="37085">
                  <c:v>0.42922453703795327</c:v>
                </c:pt>
                <c:pt idx="37086">
                  <c:v>0.42923611110745696</c:v>
                </c:pt>
                <c:pt idx="37087">
                  <c:v>0.42924768518423662</c:v>
                </c:pt>
                <c:pt idx="37088">
                  <c:v>0.42925925925374031</c:v>
                </c:pt>
                <c:pt idx="37089">
                  <c:v>0.42927083333051996</c:v>
                </c:pt>
                <c:pt idx="37090">
                  <c:v>0.42928240740729962</c:v>
                </c:pt>
                <c:pt idx="37091">
                  <c:v>0.42929398147680331</c:v>
                </c:pt>
                <c:pt idx="37092">
                  <c:v>0.42930555555358296</c:v>
                </c:pt>
                <c:pt idx="37093">
                  <c:v>0.42931712963036261</c:v>
                </c:pt>
                <c:pt idx="37094">
                  <c:v>0.42932870369986631</c:v>
                </c:pt>
                <c:pt idx="37095">
                  <c:v>0.42934027777664596</c:v>
                </c:pt>
                <c:pt idx="37096">
                  <c:v>0.42935185184614966</c:v>
                </c:pt>
                <c:pt idx="37097">
                  <c:v>0.42936342592292931</c:v>
                </c:pt>
                <c:pt idx="37098">
                  <c:v>0.42937499999970896</c:v>
                </c:pt>
                <c:pt idx="37099">
                  <c:v>0.42938657406921266</c:v>
                </c:pt>
                <c:pt idx="37100">
                  <c:v>0.42939814814599231</c:v>
                </c:pt>
                <c:pt idx="37101">
                  <c:v>0.42940972222277196</c:v>
                </c:pt>
                <c:pt idx="37102">
                  <c:v>0.42942129629227566</c:v>
                </c:pt>
                <c:pt idx="37103">
                  <c:v>0.42943287036905531</c:v>
                </c:pt>
                <c:pt idx="37104">
                  <c:v>0.429444444438559</c:v>
                </c:pt>
                <c:pt idx="37105">
                  <c:v>0.42945601851533866</c:v>
                </c:pt>
                <c:pt idx="37106">
                  <c:v>0.42946759259211831</c:v>
                </c:pt>
                <c:pt idx="37107">
                  <c:v>0.429479166661622</c:v>
                </c:pt>
                <c:pt idx="37108">
                  <c:v>0.42949074073840166</c:v>
                </c:pt>
                <c:pt idx="37109">
                  <c:v>0.42950231481518131</c:v>
                </c:pt>
                <c:pt idx="37110">
                  <c:v>0.429513888884685</c:v>
                </c:pt>
                <c:pt idx="37111">
                  <c:v>0.42952546296146465</c:v>
                </c:pt>
                <c:pt idx="37112">
                  <c:v>0.42953703703824431</c:v>
                </c:pt>
                <c:pt idx="37113">
                  <c:v>0.429548611107748</c:v>
                </c:pt>
                <c:pt idx="37114">
                  <c:v>0.42956018518452765</c:v>
                </c:pt>
                <c:pt idx="37115">
                  <c:v>0.42957175925403135</c:v>
                </c:pt>
                <c:pt idx="37116">
                  <c:v>0.429583333330811</c:v>
                </c:pt>
                <c:pt idx="37117">
                  <c:v>0.42959490740759065</c:v>
                </c:pt>
                <c:pt idx="37118">
                  <c:v>0.42960648147709435</c:v>
                </c:pt>
                <c:pt idx="37119">
                  <c:v>0.429618055553874</c:v>
                </c:pt>
                <c:pt idx="37120">
                  <c:v>0.42962962963065365</c:v>
                </c:pt>
                <c:pt idx="37121">
                  <c:v>0.42964120370015735</c:v>
                </c:pt>
                <c:pt idx="37122">
                  <c:v>0.429652777776937</c:v>
                </c:pt>
                <c:pt idx="37123">
                  <c:v>0.4296643518464407</c:v>
                </c:pt>
                <c:pt idx="37124">
                  <c:v>0.42967592592322035</c:v>
                </c:pt>
                <c:pt idx="37125">
                  <c:v>0.4296875</c:v>
                </c:pt>
                <c:pt idx="37126">
                  <c:v>0.42969907406950369</c:v>
                </c:pt>
                <c:pt idx="37127">
                  <c:v>0.42971064814628335</c:v>
                </c:pt>
                <c:pt idx="37128">
                  <c:v>0.429722222223063</c:v>
                </c:pt>
                <c:pt idx="37129">
                  <c:v>0.42973379629256669</c:v>
                </c:pt>
                <c:pt idx="37130">
                  <c:v>0.42974537036934635</c:v>
                </c:pt>
                <c:pt idx="37131">
                  <c:v>0.42975694443885004</c:v>
                </c:pt>
                <c:pt idx="37132">
                  <c:v>0.42976851851562969</c:v>
                </c:pt>
                <c:pt idx="37133">
                  <c:v>0.42978009259240935</c:v>
                </c:pt>
                <c:pt idx="37134">
                  <c:v>0.42979166666191304</c:v>
                </c:pt>
                <c:pt idx="37135">
                  <c:v>0.42980324073869269</c:v>
                </c:pt>
                <c:pt idx="37136">
                  <c:v>0.42981481481547235</c:v>
                </c:pt>
                <c:pt idx="37137">
                  <c:v>0.42982638888497604</c:v>
                </c:pt>
                <c:pt idx="37138">
                  <c:v>0.42983796296175569</c:v>
                </c:pt>
                <c:pt idx="37139">
                  <c:v>0.42984953703125939</c:v>
                </c:pt>
                <c:pt idx="37140">
                  <c:v>0.42986111110803904</c:v>
                </c:pt>
                <c:pt idx="37141">
                  <c:v>0.42987268518481869</c:v>
                </c:pt>
                <c:pt idx="37142">
                  <c:v>0.42988425925432239</c:v>
                </c:pt>
                <c:pt idx="37143">
                  <c:v>0.42989583333110204</c:v>
                </c:pt>
                <c:pt idx="37144">
                  <c:v>0.42990740740788169</c:v>
                </c:pt>
                <c:pt idx="37145">
                  <c:v>0.42991898147738539</c:v>
                </c:pt>
                <c:pt idx="37146">
                  <c:v>0.42993055555416504</c:v>
                </c:pt>
                <c:pt idx="37147">
                  <c:v>0.42994212963094469</c:v>
                </c:pt>
                <c:pt idx="37148">
                  <c:v>0.42995370370044839</c:v>
                </c:pt>
                <c:pt idx="37149">
                  <c:v>0.42996527777722804</c:v>
                </c:pt>
                <c:pt idx="37150">
                  <c:v>0.42997685184673173</c:v>
                </c:pt>
                <c:pt idx="37151">
                  <c:v>0.42998842592351139</c:v>
                </c:pt>
                <c:pt idx="37152">
                  <c:v>0.43000000000029104</c:v>
                </c:pt>
                <c:pt idx="37153">
                  <c:v>0.43001157406979473</c:v>
                </c:pt>
                <c:pt idx="37154">
                  <c:v>0.43002314814657439</c:v>
                </c:pt>
                <c:pt idx="37155">
                  <c:v>0.43003472222335404</c:v>
                </c:pt>
                <c:pt idx="37156">
                  <c:v>0.43004629629285773</c:v>
                </c:pt>
                <c:pt idx="37157">
                  <c:v>0.43005787036963739</c:v>
                </c:pt>
                <c:pt idx="37158">
                  <c:v>0.43006944443914108</c:v>
                </c:pt>
                <c:pt idx="37159">
                  <c:v>0.43008101851592073</c:v>
                </c:pt>
                <c:pt idx="37160">
                  <c:v>0.43009259259270038</c:v>
                </c:pt>
                <c:pt idx="37161">
                  <c:v>0.43010416666220408</c:v>
                </c:pt>
                <c:pt idx="37162">
                  <c:v>0.43011574073898373</c:v>
                </c:pt>
                <c:pt idx="37163">
                  <c:v>0.43012731481576338</c:v>
                </c:pt>
                <c:pt idx="37164">
                  <c:v>0.43013888888526708</c:v>
                </c:pt>
                <c:pt idx="37165">
                  <c:v>0.43015046296204673</c:v>
                </c:pt>
                <c:pt idx="37166">
                  <c:v>0.43016203703155043</c:v>
                </c:pt>
                <c:pt idx="37167">
                  <c:v>0.43017361110833008</c:v>
                </c:pt>
                <c:pt idx="37168">
                  <c:v>0.43018518518510973</c:v>
                </c:pt>
                <c:pt idx="37169">
                  <c:v>0.43019675925461343</c:v>
                </c:pt>
                <c:pt idx="37170">
                  <c:v>0.43020833333139308</c:v>
                </c:pt>
                <c:pt idx="37171">
                  <c:v>0.43021990740817273</c:v>
                </c:pt>
                <c:pt idx="37172">
                  <c:v>0.43023148147767643</c:v>
                </c:pt>
                <c:pt idx="37173">
                  <c:v>0.43024305555445608</c:v>
                </c:pt>
                <c:pt idx="37174">
                  <c:v>0.43025462962395977</c:v>
                </c:pt>
                <c:pt idx="37175">
                  <c:v>0.43026620370073942</c:v>
                </c:pt>
                <c:pt idx="37176">
                  <c:v>0.43027777777751908</c:v>
                </c:pt>
                <c:pt idx="37177">
                  <c:v>0.43028935184702277</c:v>
                </c:pt>
                <c:pt idx="37178">
                  <c:v>0.43030092592380242</c:v>
                </c:pt>
                <c:pt idx="37179">
                  <c:v>0.43031250000058208</c:v>
                </c:pt>
                <c:pt idx="37180">
                  <c:v>0.43032407407008577</c:v>
                </c:pt>
                <c:pt idx="37181">
                  <c:v>0.43033564814686542</c:v>
                </c:pt>
                <c:pt idx="37182">
                  <c:v>0.43034722221636912</c:v>
                </c:pt>
                <c:pt idx="37183">
                  <c:v>0.43035879629314877</c:v>
                </c:pt>
                <c:pt idx="37184">
                  <c:v>0.43037037036992842</c:v>
                </c:pt>
                <c:pt idx="37185">
                  <c:v>0.43038194443943212</c:v>
                </c:pt>
                <c:pt idx="37186">
                  <c:v>0.43039351851621177</c:v>
                </c:pt>
                <c:pt idx="37187">
                  <c:v>0.43040509259299142</c:v>
                </c:pt>
                <c:pt idx="37188">
                  <c:v>0.43041666666249512</c:v>
                </c:pt>
                <c:pt idx="37189">
                  <c:v>0.43042824073927477</c:v>
                </c:pt>
                <c:pt idx="37190">
                  <c:v>0.43043981481605442</c:v>
                </c:pt>
                <c:pt idx="37191">
                  <c:v>0.43045138888555812</c:v>
                </c:pt>
                <c:pt idx="37192">
                  <c:v>0.43046296296233777</c:v>
                </c:pt>
                <c:pt idx="37193">
                  <c:v>0.43047453703184146</c:v>
                </c:pt>
                <c:pt idx="37194">
                  <c:v>0.43048611110862112</c:v>
                </c:pt>
                <c:pt idx="37195">
                  <c:v>0.43049768518540077</c:v>
                </c:pt>
                <c:pt idx="37196">
                  <c:v>0.43050925925490446</c:v>
                </c:pt>
                <c:pt idx="37197">
                  <c:v>0.43052083333168412</c:v>
                </c:pt>
                <c:pt idx="37198">
                  <c:v>0.43053240740846377</c:v>
                </c:pt>
                <c:pt idx="37199">
                  <c:v>0.43054398147796746</c:v>
                </c:pt>
                <c:pt idx="37200">
                  <c:v>0.43055555555474712</c:v>
                </c:pt>
                <c:pt idx="37201">
                  <c:v>0.43056712962425081</c:v>
                </c:pt>
                <c:pt idx="37202">
                  <c:v>0.43057870370103046</c:v>
                </c:pt>
                <c:pt idx="37203">
                  <c:v>0.43059027777781012</c:v>
                </c:pt>
                <c:pt idx="37204">
                  <c:v>0.43060185184731381</c:v>
                </c:pt>
                <c:pt idx="37205">
                  <c:v>0.43061342592409346</c:v>
                </c:pt>
                <c:pt idx="37206">
                  <c:v>0.43062500000087311</c:v>
                </c:pt>
                <c:pt idx="37207">
                  <c:v>0.43063657407037681</c:v>
                </c:pt>
                <c:pt idx="37208">
                  <c:v>0.43064814814715646</c:v>
                </c:pt>
                <c:pt idx="37209">
                  <c:v>0.43065972221666016</c:v>
                </c:pt>
                <c:pt idx="37210">
                  <c:v>0.43067129629343981</c:v>
                </c:pt>
                <c:pt idx="37211">
                  <c:v>0.43068287037021946</c:v>
                </c:pt>
                <c:pt idx="37212">
                  <c:v>0.43069444443972316</c:v>
                </c:pt>
                <c:pt idx="37213">
                  <c:v>0.43070601851650281</c:v>
                </c:pt>
                <c:pt idx="37214">
                  <c:v>0.43071759259328246</c:v>
                </c:pt>
                <c:pt idx="37215">
                  <c:v>0.43072916666278616</c:v>
                </c:pt>
                <c:pt idx="37216">
                  <c:v>0.43074074073956581</c:v>
                </c:pt>
                <c:pt idx="37217">
                  <c:v>0.4307523148090695</c:v>
                </c:pt>
                <c:pt idx="37218">
                  <c:v>0.43076388888584916</c:v>
                </c:pt>
                <c:pt idx="37219">
                  <c:v>0.43077546296262881</c:v>
                </c:pt>
                <c:pt idx="37220">
                  <c:v>0.4307870370321325</c:v>
                </c:pt>
                <c:pt idx="37221">
                  <c:v>0.43079861110891216</c:v>
                </c:pt>
                <c:pt idx="37222">
                  <c:v>0.43081018518569181</c:v>
                </c:pt>
                <c:pt idx="37223">
                  <c:v>0.4308217592551955</c:v>
                </c:pt>
                <c:pt idx="37224">
                  <c:v>0.43083333333197515</c:v>
                </c:pt>
                <c:pt idx="37225">
                  <c:v>0.43084490740147885</c:v>
                </c:pt>
                <c:pt idx="37226">
                  <c:v>0.4308564814782585</c:v>
                </c:pt>
                <c:pt idx="37227">
                  <c:v>0.43086805555503815</c:v>
                </c:pt>
                <c:pt idx="37228">
                  <c:v>0.43087962962454185</c:v>
                </c:pt>
                <c:pt idx="37229">
                  <c:v>0.4308912037013215</c:v>
                </c:pt>
                <c:pt idx="37230">
                  <c:v>0.43090277777810115</c:v>
                </c:pt>
                <c:pt idx="37231">
                  <c:v>0.43091435184760485</c:v>
                </c:pt>
                <c:pt idx="37232">
                  <c:v>0.4309259259243845</c:v>
                </c:pt>
                <c:pt idx="37233">
                  <c:v>0.43093750000116415</c:v>
                </c:pt>
                <c:pt idx="37234">
                  <c:v>0.43094907407066785</c:v>
                </c:pt>
                <c:pt idx="37235">
                  <c:v>0.4309606481474475</c:v>
                </c:pt>
                <c:pt idx="37236">
                  <c:v>0.4309722222169512</c:v>
                </c:pt>
                <c:pt idx="37237">
                  <c:v>0.43098379629373085</c:v>
                </c:pt>
                <c:pt idx="37238">
                  <c:v>0.4309953703705105</c:v>
                </c:pt>
                <c:pt idx="37239">
                  <c:v>0.43100694444001419</c:v>
                </c:pt>
                <c:pt idx="37240">
                  <c:v>0.43101851851679385</c:v>
                </c:pt>
                <c:pt idx="37241">
                  <c:v>0.4310300925935735</c:v>
                </c:pt>
                <c:pt idx="37242">
                  <c:v>0.43104166666307719</c:v>
                </c:pt>
                <c:pt idx="37243">
                  <c:v>0.43105324073985685</c:v>
                </c:pt>
                <c:pt idx="37244">
                  <c:v>0.43106481480936054</c:v>
                </c:pt>
                <c:pt idx="37245">
                  <c:v>0.43107638888614019</c:v>
                </c:pt>
                <c:pt idx="37246">
                  <c:v>0.43108796296291985</c:v>
                </c:pt>
                <c:pt idx="37247">
                  <c:v>0.43109953703242354</c:v>
                </c:pt>
                <c:pt idx="37248">
                  <c:v>0.43111111110920319</c:v>
                </c:pt>
                <c:pt idx="37249">
                  <c:v>0.43112268518598285</c:v>
                </c:pt>
                <c:pt idx="37250">
                  <c:v>0.43113425925548654</c:v>
                </c:pt>
                <c:pt idx="37251">
                  <c:v>0.43114583333226619</c:v>
                </c:pt>
                <c:pt idx="37252">
                  <c:v>0.43115740740176989</c:v>
                </c:pt>
                <c:pt idx="37253">
                  <c:v>0.43116898147854954</c:v>
                </c:pt>
                <c:pt idx="37254">
                  <c:v>0.43118055555532919</c:v>
                </c:pt>
                <c:pt idx="37255">
                  <c:v>0.43119212962483289</c:v>
                </c:pt>
                <c:pt idx="37256">
                  <c:v>0.43120370370161254</c:v>
                </c:pt>
                <c:pt idx="37257">
                  <c:v>0.43121527777839219</c:v>
                </c:pt>
                <c:pt idx="37258">
                  <c:v>0.43122685184789589</c:v>
                </c:pt>
                <c:pt idx="37259">
                  <c:v>0.43123842592467554</c:v>
                </c:pt>
                <c:pt idx="37260">
                  <c:v>0.43124999999417923</c:v>
                </c:pt>
                <c:pt idx="37261">
                  <c:v>0.43126157407095889</c:v>
                </c:pt>
                <c:pt idx="37262">
                  <c:v>0.43127314814773854</c:v>
                </c:pt>
                <c:pt idx="37263">
                  <c:v>0.43128472221724223</c:v>
                </c:pt>
                <c:pt idx="37264">
                  <c:v>0.43129629629402189</c:v>
                </c:pt>
                <c:pt idx="37265">
                  <c:v>0.43130787037080154</c:v>
                </c:pt>
                <c:pt idx="37266">
                  <c:v>0.43131944444030523</c:v>
                </c:pt>
                <c:pt idx="37267">
                  <c:v>0.43133101851708489</c:v>
                </c:pt>
                <c:pt idx="37268">
                  <c:v>0.43134259259386454</c:v>
                </c:pt>
                <c:pt idx="37269">
                  <c:v>0.43135416666336823</c:v>
                </c:pt>
                <c:pt idx="37270">
                  <c:v>0.43136574074014788</c:v>
                </c:pt>
                <c:pt idx="37271">
                  <c:v>0.43137731480965158</c:v>
                </c:pt>
                <c:pt idx="37272">
                  <c:v>0.43138888888643123</c:v>
                </c:pt>
                <c:pt idx="37273">
                  <c:v>0.43140046296321088</c:v>
                </c:pt>
                <c:pt idx="37274">
                  <c:v>0.43141203703271458</c:v>
                </c:pt>
                <c:pt idx="37275">
                  <c:v>0.43142361110949423</c:v>
                </c:pt>
                <c:pt idx="37276">
                  <c:v>0.43143518518627388</c:v>
                </c:pt>
                <c:pt idx="37277">
                  <c:v>0.43144675925577758</c:v>
                </c:pt>
                <c:pt idx="37278">
                  <c:v>0.43145833333255723</c:v>
                </c:pt>
                <c:pt idx="37279">
                  <c:v>0.43146990740206093</c:v>
                </c:pt>
                <c:pt idx="37280">
                  <c:v>0.43148148147884058</c:v>
                </c:pt>
                <c:pt idx="37281">
                  <c:v>0.43149305555562023</c:v>
                </c:pt>
                <c:pt idx="37282">
                  <c:v>0.43150462962512393</c:v>
                </c:pt>
                <c:pt idx="37283">
                  <c:v>0.43151620370190358</c:v>
                </c:pt>
                <c:pt idx="37284">
                  <c:v>0.43152777777868323</c:v>
                </c:pt>
                <c:pt idx="37285">
                  <c:v>0.43153935184818693</c:v>
                </c:pt>
                <c:pt idx="37286">
                  <c:v>0.43155092592496658</c:v>
                </c:pt>
                <c:pt idx="37287">
                  <c:v>0.43156249999447027</c:v>
                </c:pt>
                <c:pt idx="37288">
                  <c:v>0.43157407407124992</c:v>
                </c:pt>
                <c:pt idx="37289">
                  <c:v>0.43158564814802958</c:v>
                </c:pt>
                <c:pt idx="37290">
                  <c:v>0.43159722221753327</c:v>
                </c:pt>
                <c:pt idx="37291">
                  <c:v>0.43160879629431292</c:v>
                </c:pt>
                <c:pt idx="37292">
                  <c:v>0.43162037037109258</c:v>
                </c:pt>
                <c:pt idx="37293">
                  <c:v>0.43163194444059627</c:v>
                </c:pt>
                <c:pt idx="37294">
                  <c:v>0.43164351851737592</c:v>
                </c:pt>
                <c:pt idx="37295">
                  <c:v>0.43165509258687962</c:v>
                </c:pt>
                <c:pt idx="37296">
                  <c:v>0.43166666666365927</c:v>
                </c:pt>
                <c:pt idx="37297">
                  <c:v>0.43167824074043892</c:v>
                </c:pt>
                <c:pt idx="37298">
                  <c:v>0.43168981480994262</c:v>
                </c:pt>
                <c:pt idx="37299">
                  <c:v>0.43170138888672227</c:v>
                </c:pt>
                <c:pt idx="37300">
                  <c:v>0.43171296296350192</c:v>
                </c:pt>
                <c:pt idx="37301">
                  <c:v>0.43172453703300562</c:v>
                </c:pt>
                <c:pt idx="37302">
                  <c:v>0.43173611110978527</c:v>
                </c:pt>
                <c:pt idx="37303">
                  <c:v>0.43174768517928896</c:v>
                </c:pt>
                <c:pt idx="37304">
                  <c:v>0.43175925925606862</c:v>
                </c:pt>
                <c:pt idx="37305">
                  <c:v>0.43177083333284827</c:v>
                </c:pt>
                <c:pt idx="37306">
                  <c:v>0.43178240740235196</c:v>
                </c:pt>
                <c:pt idx="37307">
                  <c:v>0.43179398147913162</c:v>
                </c:pt>
                <c:pt idx="37308">
                  <c:v>0.43180555555591127</c:v>
                </c:pt>
                <c:pt idx="37309">
                  <c:v>0.43181712962541496</c:v>
                </c:pt>
                <c:pt idx="37310">
                  <c:v>0.43182870370219462</c:v>
                </c:pt>
                <c:pt idx="37311">
                  <c:v>0.43184027777897427</c:v>
                </c:pt>
                <c:pt idx="37312">
                  <c:v>0.43185185184847796</c:v>
                </c:pt>
                <c:pt idx="37313">
                  <c:v>0.43186342592525762</c:v>
                </c:pt>
                <c:pt idx="37314">
                  <c:v>0.43187499999476131</c:v>
                </c:pt>
                <c:pt idx="37315">
                  <c:v>0.43188657407154096</c:v>
                </c:pt>
                <c:pt idx="37316">
                  <c:v>0.43189814814832062</c:v>
                </c:pt>
                <c:pt idx="37317">
                  <c:v>0.43190972221782431</c:v>
                </c:pt>
                <c:pt idx="37318">
                  <c:v>0.43192129629460396</c:v>
                </c:pt>
                <c:pt idx="37319">
                  <c:v>0.43193287037138361</c:v>
                </c:pt>
                <c:pt idx="37320">
                  <c:v>0.43194444444088731</c:v>
                </c:pt>
                <c:pt idx="37321">
                  <c:v>0.43195601851766696</c:v>
                </c:pt>
                <c:pt idx="37322">
                  <c:v>0.43196759258717066</c:v>
                </c:pt>
                <c:pt idx="37323">
                  <c:v>0.43197916666395031</c:v>
                </c:pt>
                <c:pt idx="37324">
                  <c:v>0.43199074074072996</c:v>
                </c:pt>
                <c:pt idx="37325">
                  <c:v>0.43200231481023366</c:v>
                </c:pt>
                <c:pt idx="37326">
                  <c:v>0.43201388888701331</c:v>
                </c:pt>
                <c:pt idx="37327">
                  <c:v>0.43202546296379296</c:v>
                </c:pt>
                <c:pt idx="37328">
                  <c:v>0.43203703703329666</c:v>
                </c:pt>
                <c:pt idx="37329">
                  <c:v>0.43204861111007631</c:v>
                </c:pt>
                <c:pt idx="37330">
                  <c:v>0.43206018517958</c:v>
                </c:pt>
                <c:pt idx="37331">
                  <c:v>0.43207175925635966</c:v>
                </c:pt>
                <c:pt idx="37332">
                  <c:v>0.43208333333313931</c:v>
                </c:pt>
                <c:pt idx="37333">
                  <c:v>0.432094907402643</c:v>
                </c:pt>
                <c:pt idx="37334">
                  <c:v>0.43210648147942265</c:v>
                </c:pt>
                <c:pt idx="37335">
                  <c:v>0.43211805555620231</c:v>
                </c:pt>
                <c:pt idx="37336">
                  <c:v>0.432129629625706</c:v>
                </c:pt>
                <c:pt idx="37337">
                  <c:v>0.43214120370248565</c:v>
                </c:pt>
                <c:pt idx="37338">
                  <c:v>0.43215277777198935</c:v>
                </c:pt>
                <c:pt idx="37339">
                  <c:v>0.432164351848769</c:v>
                </c:pt>
                <c:pt idx="37340">
                  <c:v>0.43217592592554865</c:v>
                </c:pt>
                <c:pt idx="37341">
                  <c:v>0.43218749999505235</c:v>
                </c:pt>
                <c:pt idx="37342">
                  <c:v>0.432199074071832</c:v>
                </c:pt>
                <c:pt idx="37343">
                  <c:v>0.43221064814861165</c:v>
                </c:pt>
                <c:pt idx="37344">
                  <c:v>0.43222222221811535</c:v>
                </c:pt>
                <c:pt idx="37345">
                  <c:v>0.432233796294895</c:v>
                </c:pt>
                <c:pt idx="37346">
                  <c:v>0.43224537037167465</c:v>
                </c:pt>
                <c:pt idx="37347">
                  <c:v>0.43225694444117835</c:v>
                </c:pt>
                <c:pt idx="37348">
                  <c:v>0.432268518517958</c:v>
                </c:pt>
                <c:pt idx="37349">
                  <c:v>0.4322800925874617</c:v>
                </c:pt>
                <c:pt idx="37350">
                  <c:v>0.43229166666424135</c:v>
                </c:pt>
                <c:pt idx="37351">
                  <c:v>0.432303240741021</c:v>
                </c:pt>
                <c:pt idx="37352">
                  <c:v>0.43231481481052469</c:v>
                </c:pt>
                <c:pt idx="37353">
                  <c:v>0.43232638888730435</c:v>
                </c:pt>
                <c:pt idx="37354">
                  <c:v>0.432337962964084</c:v>
                </c:pt>
                <c:pt idx="37355">
                  <c:v>0.43234953703358769</c:v>
                </c:pt>
                <c:pt idx="37356">
                  <c:v>0.43236111111036735</c:v>
                </c:pt>
                <c:pt idx="37357">
                  <c:v>0.43237268517987104</c:v>
                </c:pt>
                <c:pt idx="37358">
                  <c:v>0.43238425925665069</c:v>
                </c:pt>
                <c:pt idx="37359">
                  <c:v>0.43239583333343035</c:v>
                </c:pt>
                <c:pt idx="37360">
                  <c:v>0.43240740740293404</c:v>
                </c:pt>
                <c:pt idx="37361">
                  <c:v>0.43241898147971369</c:v>
                </c:pt>
                <c:pt idx="37362">
                  <c:v>0.43243055555649335</c:v>
                </c:pt>
                <c:pt idx="37363">
                  <c:v>0.43244212962599704</c:v>
                </c:pt>
                <c:pt idx="37364">
                  <c:v>0.43245370370277669</c:v>
                </c:pt>
                <c:pt idx="37365">
                  <c:v>0.43246527777228039</c:v>
                </c:pt>
                <c:pt idx="37366">
                  <c:v>0.43247685184906004</c:v>
                </c:pt>
                <c:pt idx="37367">
                  <c:v>0.43248842592583969</c:v>
                </c:pt>
                <c:pt idx="37368">
                  <c:v>0.43249999999534339</c:v>
                </c:pt>
                <c:pt idx="37369">
                  <c:v>0.43251157407212304</c:v>
                </c:pt>
                <c:pt idx="37370">
                  <c:v>0.43252314814890269</c:v>
                </c:pt>
                <c:pt idx="37371">
                  <c:v>0.43253472221840639</c:v>
                </c:pt>
                <c:pt idx="37372">
                  <c:v>0.43254629629518604</c:v>
                </c:pt>
                <c:pt idx="37373">
                  <c:v>0.43255787036468973</c:v>
                </c:pt>
                <c:pt idx="37374">
                  <c:v>0.43256944444146939</c:v>
                </c:pt>
                <c:pt idx="37375">
                  <c:v>0.43258101851824904</c:v>
                </c:pt>
                <c:pt idx="37376">
                  <c:v>0.43259259258775273</c:v>
                </c:pt>
                <c:pt idx="37377">
                  <c:v>0.43260416666453239</c:v>
                </c:pt>
                <c:pt idx="37378">
                  <c:v>0.43261574074131204</c:v>
                </c:pt>
                <c:pt idx="37379">
                  <c:v>0.43262731481081573</c:v>
                </c:pt>
                <c:pt idx="37380">
                  <c:v>0.43263888888759539</c:v>
                </c:pt>
                <c:pt idx="37381">
                  <c:v>0.43265046295709908</c:v>
                </c:pt>
                <c:pt idx="37382">
                  <c:v>0.43266203703387873</c:v>
                </c:pt>
                <c:pt idx="37383">
                  <c:v>0.43267361111065838</c:v>
                </c:pt>
                <c:pt idx="37384">
                  <c:v>0.43268518518016208</c:v>
                </c:pt>
                <c:pt idx="37385">
                  <c:v>0.43269675925694173</c:v>
                </c:pt>
                <c:pt idx="37386">
                  <c:v>0.43270833333372138</c:v>
                </c:pt>
                <c:pt idx="37387">
                  <c:v>0.43271990740322508</c:v>
                </c:pt>
                <c:pt idx="37388">
                  <c:v>0.43273148148000473</c:v>
                </c:pt>
                <c:pt idx="37389">
                  <c:v>0.43274305555678438</c:v>
                </c:pt>
                <c:pt idx="37390">
                  <c:v>0.43275462962628808</c:v>
                </c:pt>
                <c:pt idx="37391">
                  <c:v>0.43276620370306773</c:v>
                </c:pt>
                <c:pt idx="37392">
                  <c:v>0.43277777777257143</c:v>
                </c:pt>
                <c:pt idx="37393">
                  <c:v>0.43278935184935108</c:v>
                </c:pt>
                <c:pt idx="37394">
                  <c:v>0.43280092592613073</c:v>
                </c:pt>
                <c:pt idx="37395">
                  <c:v>0.43281249999563443</c:v>
                </c:pt>
                <c:pt idx="37396">
                  <c:v>0.43282407407241408</c:v>
                </c:pt>
                <c:pt idx="37397">
                  <c:v>0.43283564814919373</c:v>
                </c:pt>
                <c:pt idx="37398">
                  <c:v>0.43284722221869742</c:v>
                </c:pt>
                <c:pt idx="37399">
                  <c:v>0.43285879629547708</c:v>
                </c:pt>
                <c:pt idx="37400">
                  <c:v>0.43287037036498077</c:v>
                </c:pt>
                <c:pt idx="37401">
                  <c:v>0.43288194444176042</c:v>
                </c:pt>
                <c:pt idx="37402">
                  <c:v>0.43289351851854008</c:v>
                </c:pt>
                <c:pt idx="37403">
                  <c:v>0.43290509258804377</c:v>
                </c:pt>
                <c:pt idx="37404">
                  <c:v>0.43291666666482342</c:v>
                </c:pt>
                <c:pt idx="37405">
                  <c:v>0.43292824074160308</c:v>
                </c:pt>
                <c:pt idx="37406">
                  <c:v>0.43293981481110677</c:v>
                </c:pt>
                <c:pt idx="37407">
                  <c:v>0.43295138888788642</c:v>
                </c:pt>
                <c:pt idx="37408">
                  <c:v>0.43296296295739012</c:v>
                </c:pt>
                <c:pt idx="37409">
                  <c:v>0.43297453703416977</c:v>
                </c:pt>
                <c:pt idx="37410">
                  <c:v>0.43298611111094942</c:v>
                </c:pt>
                <c:pt idx="37411">
                  <c:v>0.43299768518045312</c:v>
                </c:pt>
                <c:pt idx="37412">
                  <c:v>0.43300925925723277</c:v>
                </c:pt>
                <c:pt idx="37413">
                  <c:v>0.43302083333401242</c:v>
                </c:pt>
                <c:pt idx="37414">
                  <c:v>0.43303240740351612</c:v>
                </c:pt>
                <c:pt idx="37415">
                  <c:v>0.43304398148029577</c:v>
                </c:pt>
                <c:pt idx="37416">
                  <c:v>0.43305555554979946</c:v>
                </c:pt>
                <c:pt idx="37417">
                  <c:v>0.43306712962657912</c:v>
                </c:pt>
                <c:pt idx="37418">
                  <c:v>0.43307870370335877</c:v>
                </c:pt>
                <c:pt idx="37419">
                  <c:v>0.43309027777286246</c:v>
                </c:pt>
                <c:pt idx="37420">
                  <c:v>0.43310185184964212</c:v>
                </c:pt>
                <c:pt idx="37421">
                  <c:v>0.43311342592642177</c:v>
                </c:pt>
                <c:pt idx="37422">
                  <c:v>0.43312499999592546</c:v>
                </c:pt>
                <c:pt idx="37423">
                  <c:v>0.43313657407270512</c:v>
                </c:pt>
                <c:pt idx="37424">
                  <c:v>0.43314814814948477</c:v>
                </c:pt>
                <c:pt idx="37425">
                  <c:v>0.43315972221898846</c:v>
                </c:pt>
                <c:pt idx="37426">
                  <c:v>0.43317129629576812</c:v>
                </c:pt>
                <c:pt idx="37427">
                  <c:v>0.43318287036527181</c:v>
                </c:pt>
                <c:pt idx="37428">
                  <c:v>0.43319444444205146</c:v>
                </c:pt>
                <c:pt idx="37429">
                  <c:v>0.43320601851883112</c:v>
                </c:pt>
                <c:pt idx="37430">
                  <c:v>0.43321759258833481</c:v>
                </c:pt>
                <c:pt idx="37431">
                  <c:v>0.43322916666511446</c:v>
                </c:pt>
                <c:pt idx="37432">
                  <c:v>0.43324074074189411</c:v>
                </c:pt>
                <c:pt idx="37433">
                  <c:v>0.43325231481139781</c:v>
                </c:pt>
                <c:pt idx="37434">
                  <c:v>0.43326388888817746</c:v>
                </c:pt>
                <c:pt idx="37435">
                  <c:v>0.43327546295768116</c:v>
                </c:pt>
                <c:pt idx="37436">
                  <c:v>0.43328703703446081</c:v>
                </c:pt>
                <c:pt idx="37437">
                  <c:v>0.43329861111124046</c:v>
                </c:pt>
                <c:pt idx="37438">
                  <c:v>0.43331018518074416</c:v>
                </c:pt>
                <c:pt idx="37439">
                  <c:v>0.43332175925752381</c:v>
                </c:pt>
                <c:pt idx="37440">
                  <c:v>0.43333333333430346</c:v>
                </c:pt>
                <c:pt idx="37441">
                  <c:v>0.43334490740380716</c:v>
                </c:pt>
                <c:pt idx="37442">
                  <c:v>0.43335648148058681</c:v>
                </c:pt>
                <c:pt idx="37443">
                  <c:v>0.4333680555500905</c:v>
                </c:pt>
                <c:pt idx="37444">
                  <c:v>0.43337962962687016</c:v>
                </c:pt>
                <c:pt idx="37445">
                  <c:v>0.43339120370364981</c:v>
                </c:pt>
                <c:pt idx="37446">
                  <c:v>0.4334027777731535</c:v>
                </c:pt>
                <c:pt idx="37447">
                  <c:v>0.43341435184993315</c:v>
                </c:pt>
                <c:pt idx="37448">
                  <c:v>0.43342592592671281</c:v>
                </c:pt>
                <c:pt idx="37449">
                  <c:v>0.4334374999962165</c:v>
                </c:pt>
                <c:pt idx="37450">
                  <c:v>0.43344907407299615</c:v>
                </c:pt>
                <c:pt idx="37451">
                  <c:v>0.43346064814249985</c:v>
                </c:pt>
                <c:pt idx="37452">
                  <c:v>0.4334722222192795</c:v>
                </c:pt>
                <c:pt idx="37453">
                  <c:v>0.43348379629605915</c:v>
                </c:pt>
                <c:pt idx="37454">
                  <c:v>0.43349537036556285</c:v>
                </c:pt>
                <c:pt idx="37455">
                  <c:v>0.4335069444423425</c:v>
                </c:pt>
                <c:pt idx="37456">
                  <c:v>0.43351851851912215</c:v>
                </c:pt>
                <c:pt idx="37457">
                  <c:v>0.43353009258862585</c:v>
                </c:pt>
                <c:pt idx="37458">
                  <c:v>0.4335416666654055</c:v>
                </c:pt>
                <c:pt idx="37459">
                  <c:v>0.4335532407349092</c:v>
                </c:pt>
                <c:pt idx="37460">
                  <c:v>0.43356481481168885</c:v>
                </c:pt>
                <c:pt idx="37461">
                  <c:v>0.4335763888884685</c:v>
                </c:pt>
                <c:pt idx="37462">
                  <c:v>0.43358796295797219</c:v>
                </c:pt>
                <c:pt idx="37463">
                  <c:v>0.43359953703475185</c:v>
                </c:pt>
                <c:pt idx="37464">
                  <c:v>0.4336111111115315</c:v>
                </c:pt>
                <c:pt idx="37465">
                  <c:v>0.43362268518103519</c:v>
                </c:pt>
                <c:pt idx="37466">
                  <c:v>0.43363425925781485</c:v>
                </c:pt>
                <c:pt idx="37467">
                  <c:v>0.4336458333345945</c:v>
                </c:pt>
                <c:pt idx="37468">
                  <c:v>0.43365740740409819</c:v>
                </c:pt>
                <c:pt idx="37469">
                  <c:v>0.43366898148087785</c:v>
                </c:pt>
                <c:pt idx="37470">
                  <c:v>0.43368055555038154</c:v>
                </c:pt>
                <c:pt idx="37471">
                  <c:v>0.43369212962716119</c:v>
                </c:pt>
                <c:pt idx="37472">
                  <c:v>0.43370370370394085</c:v>
                </c:pt>
                <c:pt idx="37473">
                  <c:v>0.43371527777344454</c:v>
                </c:pt>
                <c:pt idx="37474">
                  <c:v>0.43372685185022419</c:v>
                </c:pt>
                <c:pt idx="37475">
                  <c:v>0.43373842592700385</c:v>
                </c:pt>
                <c:pt idx="37476">
                  <c:v>0.43374999999650754</c:v>
                </c:pt>
                <c:pt idx="37477">
                  <c:v>0.43376157407328719</c:v>
                </c:pt>
                <c:pt idx="37478">
                  <c:v>0.43377314814279089</c:v>
                </c:pt>
                <c:pt idx="37479">
                  <c:v>0.43378472221957054</c:v>
                </c:pt>
                <c:pt idx="37480">
                  <c:v>0.43379629629635019</c:v>
                </c:pt>
                <c:pt idx="37481">
                  <c:v>0.43380787036585389</c:v>
                </c:pt>
                <c:pt idx="37482">
                  <c:v>0.43381944444263354</c:v>
                </c:pt>
                <c:pt idx="37483">
                  <c:v>0.43383101851941319</c:v>
                </c:pt>
                <c:pt idx="37484">
                  <c:v>0.43384259258891689</c:v>
                </c:pt>
                <c:pt idx="37485">
                  <c:v>0.43385416666569654</c:v>
                </c:pt>
                <c:pt idx="37486">
                  <c:v>0.43386574073520023</c:v>
                </c:pt>
                <c:pt idx="37487">
                  <c:v>0.43387731481197989</c:v>
                </c:pt>
                <c:pt idx="37488">
                  <c:v>0.43388888888875954</c:v>
                </c:pt>
                <c:pt idx="37489">
                  <c:v>0.43390046295826323</c:v>
                </c:pt>
                <c:pt idx="37490">
                  <c:v>0.43391203703504289</c:v>
                </c:pt>
                <c:pt idx="37491">
                  <c:v>0.43392361111182254</c:v>
                </c:pt>
                <c:pt idx="37492">
                  <c:v>0.43393518518132623</c:v>
                </c:pt>
                <c:pt idx="37493">
                  <c:v>0.43394675925810589</c:v>
                </c:pt>
                <c:pt idx="37494">
                  <c:v>0.43395833332760958</c:v>
                </c:pt>
                <c:pt idx="37495">
                  <c:v>0.43396990740438923</c:v>
                </c:pt>
                <c:pt idx="37496">
                  <c:v>0.43398148148116888</c:v>
                </c:pt>
                <c:pt idx="37497">
                  <c:v>0.43399305555067258</c:v>
                </c:pt>
                <c:pt idx="37498">
                  <c:v>0.43400462962745223</c:v>
                </c:pt>
                <c:pt idx="37499">
                  <c:v>0.43401620370423188</c:v>
                </c:pt>
                <c:pt idx="37500">
                  <c:v>0.43402777777373558</c:v>
                </c:pt>
                <c:pt idx="37501">
                  <c:v>0.43403935185051523</c:v>
                </c:pt>
                <c:pt idx="37502">
                  <c:v>0.43405092592001893</c:v>
                </c:pt>
                <c:pt idx="37503">
                  <c:v>0.43406249999679858</c:v>
                </c:pt>
                <c:pt idx="37504">
                  <c:v>0.43407407407357823</c:v>
                </c:pt>
                <c:pt idx="37505">
                  <c:v>0.43408564814308193</c:v>
                </c:pt>
                <c:pt idx="37506">
                  <c:v>0.43409722221986158</c:v>
                </c:pt>
                <c:pt idx="37507">
                  <c:v>0.43410879629664123</c:v>
                </c:pt>
                <c:pt idx="37508">
                  <c:v>0.43412037036614493</c:v>
                </c:pt>
                <c:pt idx="37509">
                  <c:v>0.43413194444292458</c:v>
                </c:pt>
                <c:pt idx="37510">
                  <c:v>0.43414351851970423</c:v>
                </c:pt>
                <c:pt idx="37511">
                  <c:v>0.43415509258920792</c:v>
                </c:pt>
                <c:pt idx="37512">
                  <c:v>0.43416666666598758</c:v>
                </c:pt>
                <c:pt idx="37513">
                  <c:v>0.43417824073549127</c:v>
                </c:pt>
                <c:pt idx="37514">
                  <c:v>0.43418981481227092</c:v>
                </c:pt>
                <c:pt idx="37515">
                  <c:v>0.43420138888905058</c:v>
                </c:pt>
                <c:pt idx="37516">
                  <c:v>0.43421296295855427</c:v>
                </c:pt>
                <c:pt idx="37517">
                  <c:v>0.43422453703533392</c:v>
                </c:pt>
                <c:pt idx="37518">
                  <c:v>0.43423611111211358</c:v>
                </c:pt>
                <c:pt idx="37519">
                  <c:v>0.43424768518161727</c:v>
                </c:pt>
                <c:pt idx="37520">
                  <c:v>0.43425925925839692</c:v>
                </c:pt>
                <c:pt idx="37521">
                  <c:v>0.43427083332790062</c:v>
                </c:pt>
                <c:pt idx="37522">
                  <c:v>0.43428240740468027</c:v>
                </c:pt>
                <c:pt idx="37523">
                  <c:v>0.43429398148145992</c:v>
                </c:pt>
                <c:pt idx="37524">
                  <c:v>0.43430555555096362</c:v>
                </c:pt>
                <c:pt idx="37525">
                  <c:v>0.43431712962774327</c:v>
                </c:pt>
                <c:pt idx="37526">
                  <c:v>0.43432870370452292</c:v>
                </c:pt>
                <c:pt idx="37527">
                  <c:v>0.43434027777402662</c:v>
                </c:pt>
                <c:pt idx="37528">
                  <c:v>0.43435185185080627</c:v>
                </c:pt>
                <c:pt idx="37529">
                  <c:v>0.43436342592030996</c:v>
                </c:pt>
                <c:pt idx="37530">
                  <c:v>0.43437499999708962</c:v>
                </c:pt>
                <c:pt idx="37531">
                  <c:v>0.43438657407386927</c:v>
                </c:pt>
                <c:pt idx="37532">
                  <c:v>0.43439814814337296</c:v>
                </c:pt>
                <c:pt idx="37533">
                  <c:v>0.43440972222015262</c:v>
                </c:pt>
                <c:pt idx="37534">
                  <c:v>0.43442129629693227</c:v>
                </c:pt>
                <c:pt idx="37535">
                  <c:v>0.43443287036643596</c:v>
                </c:pt>
                <c:pt idx="37536">
                  <c:v>0.43444444444321562</c:v>
                </c:pt>
                <c:pt idx="37537">
                  <c:v>0.43445601851271931</c:v>
                </c:pt>
                <c:pt idx="37538">
                  <c:v>0.43446759258949896</c:v>
                </c:pt>
                <c:pt idx="37539">
                  <c:v>0.43447916666627862</c:v>
                </c:pt>
                <c:pt idx="37540">
                  <c:v>0.43449074073578231</c:v>
                </c:pt>
                <c:pt idx="37541">
                  <c:v>0.43450231481256196</c:v>
                </c:pt>
                <c:pt idx="37542">
                  <c:v>0.43451388888934162</c:v>
                </c:pt>
                <c:pt idx="37543">
                  <c:v>0.43452546295884531</c:v>
                </c:pt>
                <c:pt idx="37544">
                  <c:v>0.43453703703562496</c:v>
                </c:pt>
                <c:pt idx="37545">
                  <c:v>0.43454861111240461</c:v>
                </c:pt>
                <c:pt idx="37546">
                  <c:v>0.43456018518190831</c:v>
                </c:pt>
                <c:pt idx="37547">
                  <c:v>0.43457175925868796</c:v>
                </c:pt>
                <c:pt idx="37548">
                  <c:v>0.43458333332819166</c:v>
                </c:pt>
                <c:pt idx="37549">
                  <c:v>0.43459490740497131</c:v>
                </c:pt>
                <c:pt idx="37550">
                  <c:v>0.43460648148175096</c:v>
                </c:pt>
                <c:pt idx="37551">
                  <c:v>0.43461805555125466</c:v>
                </c:pt>
                <c:pt idx="37552">
                  <c:v>0.43462962962803431</c:v>
                </c:pt>
                <c:pt idx="37553">
                  <c:v>0.43464120370481396</c:v>
                </c:pt>
                <c:pt idx="37554">
                  <c:v>0.43465277777431766</c:v>
                </c:pt>
                <c:pt idx="37555">
                  <c:v>0.43466435185109731</c:v>
                </c:pt>
                <c:pt idx="37556">
                  <c:v>0.434675925920601</c:v>
                </c:pt>
                <c:pt idx="37557">
                  <c:v>0.43468749999738066</c:v>
                </c:pt>
                <c:pt idx="37558">
                  <c:v>0.43469907407416031</c:v>
                </c:pt>
                <c:pt idx="37559">
                  <c:v>0.434710648143664</c:v>
                </c:pt>
                <c:pt idx="37560">
                  <c:v>0.43472222222044365</c:v>
                </c:pt>
                <c:pt idx="37561">
                  <c:v>0.43473379629722331</c:v>
                </c:pt>
                <c:pt idx="37562">
                  <c:v>0.434745370366727</c:v>
                </c:pt>
                <c:pt idx="37563">
                  <c:v>0.43475694444350665</c:v>
                </c:pt>
                <c:pt idx="37564">
                  <c:v>0.43476851851301035</c:v>
                </c:pt>
                <c:pt idx="37565">
                  <c:v>0.43478009258979</c:v>
                </c:pt>
                <c:pt idx="37566">
                  <c:v>0.43479166666656965</c:v>
                </c:pt>
                <c:pt idx="37567">
                  <c:v>0.43480324073607335</c:v>
                </c:pt>
                <c:pt idx="37568">
                  <c:v>0.434814814812853</c:v>
                </c:pt>
                <c:pt idx="37569">
                  <c:v>0.43482638888963265</c:v>
                </c:pt>
                <c:pt idx="37570">
                  <c:v>0.43483796295913635</c:v>
                </c:pt>
                <c:pt idx="37571">
                  <c:v>0.434849537035916</c:v>
                </c:pt>
                <c:pt idx="37572">
                  <c:v>0.4348611111054197</c:v>
                </c:pt>
                <c:pt idx="37573">
                  <c:v>0.43487268518219935</c:v>
                </c:pt>
                <c:pt idx="37574">
                  <c:v>0.434884259258979</c:v>
                </c:pt>
                <c:pt idx="37575">
                  <c:v>0.43489583332848269</c:v>
                </c:pt>
                <c:pt idx="37576">
                  <c:v>0.43490740740526235</c:v>
                </c:pt>
                <c:pt idx="37577">
                  <c:v>0.434918981482042</c:v>
                </c:pt>
                <c:pt idx="37578">
                  <c:v>0.43493055555154569</c:v>
                </c:pt>
                <c:pt idx="37579">
                  <c:v>0.43494212962832535</c:v>
                </c:pt>
                <c:pt idx="37580">
                  <c:v>0.43495370369782904</c:v>
                </c:pt>
                <c:pt idx="37581">
                  <c:v>0.43496527777460869</c:v>
                </c:pt>
                <c:pt idx="37582">
                  <c:v>0.43497685185138835</c:v>
                </c:pt>
                <c:pt idx="37583">
                  <c:v>0.43498842592089204</c:v>
                </c:pt>
                <c:pt idx="37584">
                  <c:v>0.43499999999767169</c:v>
                </c:pt>
                <c:pt idx="37585">
                  <c:v>0.43501157407445135</c:v>
                </c:pt>
                <c:pt idx="37586">
                  <c:v>0.43502314814395504</c:v>
                </c:pt>
                <c:pt idx="37587">
                  <c:v>0.43503472222073469</c:v>
                </c:pt>
                <c:pt idx="37588">
                  <c:v>0.43504629629751435</c:v>
                </c:pt>
                <c:pt idx="37589">
                  <c:v>0.43505787036701804</c:v>
                </c:pt>
                <c:pt idx="37590">
                  <c:v>0.43506944444379769</c:v>
                </c:pt>
                <c:pt idx="37591">
                  <c:v>0.43508101851330139</c:v>
                </c:pt>
                <c:pt idx="37592">
                  <c:v>0.43509259259008104</c:v>
                </c:pt>
                <c:pt idx="37593">
                  <c:v>0.43510416666686069</c:v>
                </c:pt>
                <c:pt idx="37594">
                  <c:v>0.43511574073636439</c:v>
                </c:pt>
                <c:pt idx="37595">
                  <c:v>0.43512731481314404</c:v>
                </c:pt>
                <c:pt idx="37596">
                  <c:v>0.43513888888992369</c:v>
                </c:pt>
                <c:pt idx="37597">
                  <c:v>0.43515046295942739</c:v>
                </c:pt>
                <c:pt idx="37598">
                  <c:v>0.43516203703620704</c:v>
                </c:pt>
                <c:pt idx="37599">
                  <c:v>0.43517361110571073</c:v>
                </c:pt>
                <c:pt idx="37600">
                  <c:v>0.43518518518249039</c:v>
                </c:pt>
                <c:pt idx="37601">
                  <c:v>0.43519675925927004</c:v>
                </c:pt>
                <c:pt idx="37602">
                  <c:v>0.43520833332877373</c:v>
                </c:pt>
                <c:pt idx="37603">
                  <c:v>0.43521990740555339</c:v>
                </c:pt>
                <c:pt idx="37604">
                  <c:v>0.43523148148233304</c:v>
                </c:pt>
                <c:pt idx="37605">
                  <c:v>0.43524305555183673</c:v>
                </c:pt>
                <c:pt idx="37606">
                  <c:v>0.43525462962861639</c:v>
                </c:pt>
                <c:pt idx="37607">
                  <c:v>0.43526620369812008</c:v>
                </c:pt>
                <c:pt idx="37608">
                  <c:v>0.43527777777489973</c:v>
                </c:pt>
                <c:pt idx="37609">
                  <c:v>0.43528935185167938</c:v>
                </c:pt>
                <c:pt idx="37610">
                  <c:v>0.43530092592118308</c:v>
                </c:pt>
                <c:pt idx="37611">
                  <c:v>0.43531249999796273</c:v>
                </c:pt>
                <c:pt idx="37612">
                  <c:v>0.43532407407474238</c:v>
                </c:pt>
                <c:pt idx="37613">
                  <c:v>0.43533564814424608</c:v>
                </c:pt>
                <c:pt idx="37614">
                  <c:v>0.43534722222102573</c:v>
                </c:pt>
                <c:pt idx="37615">
                  <c:v>0.43535879629052943</c:v>
                </c:pt>
                <c:pt idx="37616">
                  <c:v>0.43537037036730908</c:v>
                </c:pt>
                <c:pt idx="37617">
                  <c:v>0.43538194444408873</c:v>
                </c:pt>
                <c:pt idx="37618">
                  <c:v>0.43539351851359243</c:v>
                </c:pt>
                <c:pt idx="37619">
                  <c:v>0.43540509259037208</c:v>
                </c:pt>
                <c:pt idx="37620">
                  <c:v>0.43541666666715173</c:v>
                </c:pt>
                <c:pt idx="37621">
                  <c:v>0.43542824073665543</c:v>
                </c:pt>
                <c:pt idx="37622">
                  <c:v>0.43543981481343508</c:v>
                </c:pt>
                <c:pt idx="37623">
                  <c:v>0.43545138889021473</c:v>
                </c:pt>
                <c:pt idx="37624">
                  <c:v>0.43546296295971842</c:v>
                </c:pt>
                <c:pt idx="37625">
                  <c:v>0.43547453703649808</c:v>
                </c:pt>
                <c:pt idx="37626">
                  <c:v>0.43548611110600177</c:v>
                </c:pt>
                <c:pt idx="37627">
                  <c:v>0.43549768518278142</c:v>
                </c:pt>
                <c:pt idx="37628">
                  <c:v>0.43550925925956108</c:v>
                </c:pt>
                <c:pt idx="37629">
                  <c:v>0.43552083332906477</c:v>
                </c:pt>
                <c:pt idx="37630">
                  <c:v>0.43553240740584442</c:v>
                </c:pt>
                <c:pt idx="37631">
                  <c:v>0.43554398148262408</c:v>
                </c:pt>
                <c:pt idx="37632">
                  <c:v>0.43555555555212777</c:v>
                </c:pt>
                <c:pt idx="37633">
                  <c:v>0.43556712962890742</c:v>
                </c:pt>
                <c:pt idx="37634">
                  <c:v>0.43557870369841112</c:v>
                </c:pt>
                <c:pt idx="37635">
                  <c:v>0.43559027777519077</c:v>
                </c:pt>
                <c:pt idx="37636">
                  <c:v>0.43560185185197042</c:v>
                </c:pt>
                <c:pt idx="37637">
                  <c:v>0.43561342592147412</c:v>
                </c:pt>
                <c:pt idx="37638">
                  <c:v>0.43562499999825377</c:v>
                </c:pt>
                <c:pt idx="37639">
                  <c:v>0.43563657407503342</c:v>
                </c:pt>
                <c:pt idx="37640">
                  <c:v>0.43564814814453712</c:v>
                </c:pt>
                <c:pt idx="37641">
                  <c:v>0.43565972222131677</c:v>
                </c:pt>
                <c:pt idx="37642">
                  <c:v>0.43567129629082046</c:v>
                </c:pt>
                <c:pt idx="37643">
                  <c:v>0.43568287036760012</c:v>
                </c:pt>
                <c:pt idx="37644">
                  <c:v>0.43569444444437977</c:v>
                </c:pt>
                <c:pt idx="37645">
                  <c:v>0.43570601851388346</c:v>
                </c:pt>
                <c:pt idx="37646">
                  <c:v>0.43571759259066312</c:v>
                </c:pt>
                <c:pt idx="37647">
                  <c:v>0.43572916666744277</c:v>
                </c:pt>
                <c:pt idx="37648">
                  <c:v>0.43574074073694646</c:v>
                </c:pt>
                <c:pt idx="37649">
                  <c:v>0.43575231481372612</c:v>
                </c:pt>
                <c:pt idx="37650">
                  <c:v>0.43576388888322981</c:v>
                </c:pt>
                <c:pt idx="37651">
                  <c:v>0.43577546296000946</c:v>
                </c:pt>
                <c:pt idx="37652">
                  <c:v>0.43578703703678912</c:v>
                </c:pt>
                <c:pt idx="37653">
                  <c:v>0.43579861110629281</c:v>
                </c:pt>
                <c:pt idx="37654">
                  <c:v>0.43581018518307246</c:v>
                </c:pt>
                <c:pt idx="37655">
                  <c:v>0.43582175925985212</c:v>
                </c:pt>
                <c:pt idx="37656">
                  <c:v>0.43583333332935581</c:v>
                </c:pt>
                <c:pt idx="37657">
                  <c:v>0.43584490740613546</c:v>
                </c:pt>
                <c:pt idx="37658">
                  <c:v>0.43585648147563916</c:v>
                </c:pt>
                <c:pt idx="37659">
                  <c:v>0.43586805555241881</c:v>
                </c:pt>
                <c:pt idx="37660">
                  <c:v>0.43587962962919846</c:v>
                </c:pt>
                <c:pt idx="37661">
                  <c:v>0.43589120369870216</c:v>
                </c:pt>
                <c:pt idx="37662">
                  <c:v>0.43590277777548181</c:v>
                </c:pt>
                <c:pt idx="37663">
                  <c:v>0.43591435185226146</c:v>
                </c:pt>
                <c:pt idx="37664">
                  <c:v>0.43592592592176516</c:v>
                </c:pt>
                <c:pt idx="37665">
                  <c:v>0.43593749999854481</c:v>
                </c:pt>
                <c:pt idx="37666">
                  <c:v>0.43594907407532446</c:v>
                </c:pt>
                <c:pt idx="37667">
                  <c:v>0.43596064814482816</c:v>
                </c:pt>
                <c:pt idx="37668">
                  <c:v>0.43597222222160781</c:v>
                </c:pt>
                <c:pt idx="37669">
                  <c:v>0.4359837962911115</c:v>
                </c:pt>
                <c:pt idx="37670">
                  <c:v>0.43599537036789116</c:v>
                </c:pt>
                <c:pt idx="37671">
                  <c:v>0.43600694444467081</c:v>
                </c:pt>
                <c:pt idx="37672">
                  <c:v>0.4360185185141745</c:v>
                </c:pt>
                <c:pt idx="37673">
                  <c:v>0.43603009259095415</c:v>
                </c:pt>
                <c:pt idx="37674">
                  <c:v>0.43604166666773381</c:v>
                </c:pt>
                <c:pt idx="37675">
                  <c:v>0.4360532407372375</c:v>
                </c:pt>
                <c:pt idx="37676">
                  <c:v>0.43606481481401715</c:v>
                </c:pt>
                <c:pt idx="37677">
                  <c:v>0.43607638888352085</c:v>
                </c:pt>
                <c:pt idx="37678">
                  <c:v>0.4360879629603005</c:v>
                </c:pt>
                <c:pt idx="37679">
                  <c:v>0.43609953703708015</c:v>
                </c:pt>
                <c:pt idx="37680">
                  <c:v>0.43611111110658385</c:v>
                </c:pt>
                <c:pt idx="37681">
                  <c:v>0.4361226851833635</c:v>
                </c:pt>
                <c:pt idx="37682">
                  <c:v>0.43613425926014315</c:v>
                </c:pt>
                <c:pt idx="37683">
                  <c:v>0.43614583332964685</c:v>
                </c:pt>
                <c:pt idx="37684">
                  <c:v>0.4361574074064265</c:v>
                </c:pt>
                <c:pt idx="37685">
                  <c:v>0.4361689814759302</c:v>
                </c:pt>
                <c:pt idx="37686">
                  <c:v>0.43618055555270985</c:v>
                </c:pt>
                <c:pt idx="37687">
                  <c:v>0.4361921296294895</c:v>
                </c:pt>
                <c:pt idx="37688">
                  <c:v>0.43620370369899319</c:v>
                </c:pt>
                <c:pt idx="37689">
                  <c:v>0.43621527777577285</c:v>
                </c:pt>
                <c:pt idx="37690">
                  <c:v>0.4362268518525525</c:v>
                </c:pt>
                <c:pt idx="37691">
                  <c:v>0.43623842592205619</c:v>
                </c:pt>
                <c:pt idx="37692">
                  <c:v>0.43624999999883585</c:v>
                </c:pt>
                <c:pt idx="37693">
                  <c:v>0.43626157406833954</c:v>
                </c:pt>
                <c:pt idx="37694">
                  <c:v>0.43627314814511919</c:v>
                </c:pt>
                <c:pt idx="37695">
                  <c:v>0.43628472222189885</c:v>
                </c:pt>
                <c:pt idx="37696">
                  <c:v>0.43629629629140254</c:v>
                </c:pt>
                <c:pt idx="37697">
                  <c:v>0.43630787036818219</c:v>
                </c:pt>
                <c:pt idx="37698">
                  <c:v>0.43631944444496185</c:v>
                </c:pt>
                <c:pt idx="37699">
                  <c:v>0.43633101851446554</c:v>
                </c:pt>
                <c:pt idx="37700">
                  <c:v>0.43634259259124519</c:v>
                </c:pt>
                <c:pt idx="37701">
                  <c:v>0.43635416666074889</c:v>
                </c:pt>
                <c:pt idx="37702">
                  <c:v>0.43636574073752854</c:v>
                </c:pt>
                <c:pt idx="37703">
                  <c:v>0.43637731481430819</c:v>
                </c:pt>
                <c:pt idx="37704">
                  <c:v>0.43638888888381189</c:v>
                </c:pt>
                <c:pt idx="37705">
                  <c:v>0.43640046296059154</c:v>
                </c:pt>
                <c:pt idx="37706">
                  <c:v>0.43641203703737119</c:v>
                </c:pt>
                <c:pt idx="37707">
                  <c:v>0.43642361110687489</c:v>
                </c:pt>
                <c:pt idx="37708">
                  <c:v>0.43643518518365454</c:v>
                </c:pt>
                <c:pt idx="37709">
                  <c:v>0.43644675926043419</c:v>
                </c:pt>
                <c:pt idx="37710">
                  <c:v>0.43645833332993789</c:v>
                </c:pt>
                <c:pt idx="37711">
                  <c:v>0.43646990740671754</c:v>
                </c:pt>
                <c:pt idx="37712">
                  <c:v>0.43648148147622123</c:v>
                </c:pt>
                <c:pt idx="37713">
                  <c:v>0.43649305555300089</c:v>
                </c:pt>
                <c:pt idx="37714">
                  <c:v>0.43650462962978054</c:v>
                </c:pt>
                <c:pt idx="37715">
                  <c:v>0.43651620369928423</c:v>
                </c:pt>
                <c:pt idx="37716">
                  <c:v>0.43652777777606389</c:v>
                </c:pt>
                <c:pt idx="37717">
                  <c:v>0.43653935185284354</c:v>
                </c:pt>
                <c:pt idx="37718">
                  <c:v>0.43655092592234723</c:v>
                </c:pt>
                <c:pt idx="37719">
                  <c:v>0.43656249999912689</c:v>
                </c:pt>
                <c:pt idx="37720">
                  <c:v>0.43657407406863058</c:v>
                </c:pt>
                <c:pt idx="37721">
                  <c:v>0.43658564814541023</c:v>
                </c:pt>
                <c:pt idx="37722">
                  <c:v>0.43659722222218988</c:v>
                </c:pt>
                <c:pt idx="37723">
                  <c:v>0.43660879629169358</c:v>
                </c:pt>
                <c:pt idx="37724">
                  <c:v>0.43662037036847323</c:v>
                </c:pt>
                <c:pt idx="37725">
                  <c:v>0.43663194444525288</c:v>
                </c:pt>
                <c:pt idx="37726">
                  <c:v>0.43664351851475658</c:v>
                </c:pt>
                <c:pt idx="37727">
                  <c:v>0.43665509259153623</c:v>
                </c:pt>
                <c:pt idx="37728">
                  <c:v>0.43666666666103993</c:v>
                </c:pt>
                <c:pt idx="37729">
                  <c:v>0.43667824073781958</c:v>
                </c:pt>
                <c:pt idx="37730">
                  <c:v>0.43668981481459923</c:v>
                </c:pt>
                <c:pt idx="37731">
                  <c:v>0.43670138888410293</c:v>
                </c:pt>
                <c:pt idx="37732">
                  <c:v>0.43671296296088258</c:v>
                </c:pt>
                <c:pt idx="37733">
                  <c:v>0.43672453703766223</c:v>
                </c:pt>
                <c:pt idx="37734">
                  <c:v>0.43673611110716593</c:v>
                </c:pt>
                <c:pt idx="37735">
                  <c:v>0.43674768518394558</c:v>
                </c:pt>
                <c:pt idx="37736">
                  <c:v>0.43675925925344927</c:v>
                </c:pt>
                <c:pt idx="37737">
                  <c:v>0.43677083333022892</c:v>
                </c:pt>
                <c:pt idx="37738">
                  <c:v>0.43678240740700858</c:v>
                </c:pt>
                <c:pt idx="37739">
                  <c:v>0.43679398147651227</c:v>
                </c:pt>
                <c:pt idx="37740">
                  <c:v>0.43680555555329192</c:v>
                </c:pt>
                <c:pt idx="37741">
                  <c:v>0.43681712963007158</c:v>
                </c:pt>
                <c:pt idx="37742">
                  <c:v>0.43682870369957527</c:v>
                </c:pt>
                <c:pt idx="37743">
                  <c:v>0.43684027777635492</c:v>
                </c:pt>
                <c:pt idx="37744">
                  <c:v>0.43685185185313458</c:v>
                </c:pt>
                <c:pt idx="37745">
                  <c:v>0.43686342592263827</c:v>
                </c:pt>
                <c:pt idx="37746">
                  <c:v>0.43687499999941792</c:v>
                </c:pt>
                <c:pt idx="37747">
                  <c:v>0.43688657406892162</c:v>
                </c:pt>
                <c:pt idx="37748">
                  <c:v>0.43689814814570127</c:v>
                </c:pt>
                <c:pt idx="37749">
                  <c:v>0.43690972222248092</c:v>
                </c:pt>
                <c:pt idx="37750">
                  <c:v>0.43692129629198462</c:v>
                </c:pt>
                <c:pt idx="37751">
                  <c:v>0.43693287036876427</c:v>
                </c:pt>
                <c:pt idx="37752">
                  <c:v>0.43694444444554392</c:v>
                </c:pt>
                <c:pt idx="37753">
                  <c:v>0.43695601851504762</c:v>
                </c:pt>
                <c:pt idx="37754">
                  <c:v>0.43696759259182727</c:v>
                </c:pt>
                <c:pt idx="37755">
                  <c:v>0.43697916666133096</c:v>
                </c:pt>
                <c:pt idx="37756">
                  <c:v>0.43699074073811062</c:v>
                </c:pt>
                <c:pt idx="37757">
                  <c:v>0.43700231481489027</c:v>
                </c:pt>
                <c:pt idx="37758">
                  <c:v>0.43701388888439396</c:v>
                </c:pt>
                <c:pt idx="37759">
                  <c:v>0.43702546296117362</c:v>
                </c:pt>
                <c:pt idx="37760">
                  <c:v>0.43703703703795327</c:v>
                </c:pt>
                <c:pt idx="37761">
                  <c:v>0.43704861110745696</c:v>
                </c:pt>
                <c:pt idx="37762">
                  <c:v>0.43706018518423662</c:v>
                </c:pt>
                <c:pt idx="37763">
                  <c:v>0.43707175925374031</c:v>
                </c:pt>
                <c:pt idx="37764">
                  <c:v>0.43708333333051996</c:v>
                </c:pt>
                <c:pt idx="37765">
                  <c:v>0.43709490740729962</c:v>
                </c:pt>
                <c:pt idx="37766">
                  <c:v>0.43710648147680331</c:v>
                </c:pt>
                <c:pt idx="37767">
                  <c:v>0.43711805555358296</c:v>
                </c:pt>
                <c:pt idx="37768">
                  <c:v>0.43712962963036261</c:v>
                </c:pt>
                <c:pt idx="37769">
                  <c:v>0.43714120369986631</c:v>
                </c:pt>
                <c:pt idx="37770">
                  <c:v>0.43715277777664596</c:v>
                </c:pt>
                <c:pt idx="37771">
                  <c:v>0.43716435184614966</c:v>
                </c:pt>
                <c:pt idx="37772">
                  <c:v>0.43717592592292931</c:v>
                </c:pt>
                <c:pt idx="37773">
                  <c:v>0.43718749999970896</c:v>
                </c:pt>
                <c:pt idx="37774">
                  <c:v>0.43719907406921266</c:v>
                </c:pt>
                <c:pt idx="37775">
                  <c:v>0.43721064814599231</c:v>
                </c:pt>
                <c:pt idx="37776">
                  <c:v>0.43722222222277196</c:v>
                </c:pt>
                <c:pt idx="37777">
                  <c:v>0.43723379629227566</c:v>
                </c:pt>
                <c:pt idx="37778">
                  <c:v>0.43724537036905531</c:v>
                </c:pt>
                <c:pt idx="37779">
                  <c:v>0.437256944438559</c:v>
                </c:pt>
                <c:pt idx="37780">
                  <c:v>0.43726851851533866</c:v>
                </c:pt>
                <c:pt idx="37781">
                  <c:v>0.43728009259211831</c:v>
                </c:pt>
                <c:pt idx="37782">
                  <c:v>0.437291666661622</c:v>
                </c:pt>
                <c:pt idx="37783">
                  <c:v>0.43730324073840166</c:v>
                </c:pt>
                <c:pt idx="37784">
                  <c:v>0.43731481481518131</c:v>
                </c:pt>
                <c:pt idx="37785">
                  <c:v>0.437326388884685</c:v>
                </c:pt>
                <c:pt idx="37786">
                  <c:v>0.43733796296146465</c:v>
                </c:pt>
                <c:pt idx="37787">
                  <c:v>0.43734953703824431</c:v>
                </c:pt>
                <c:pt idx="37788">
                  <c:v>0.437361111107748</c:v>
                </c:pt>
                <c:pt idx="37789">
                  <c:v>0.43737268518452765</c:v>
                </c:pt>
                <c:pt idx="37790">
                  <c:v>0.43738425925403135</c:v>
                </c:pt>
                <c:pt idx="37791">
                  <c:v>0.437395833330811</c:v>
                </c:pt>
                <c:pt idx="37792">
                  <c:v>0.43740740740759065</c:v>
                </c:pt>
                <c:pt idx="37793">
                  <c:v>0.43741898147709435</c:v>
                </c:pt>
                <c:pt idx="37794">
                  <c:v>0.437430555553874</c:v>
                </c:pt>
                <c:pt idx="37795">
                  <c:v>0.43744212963065365</c:v>
                </c:pt>
                <c:pt idx="37796">
                  <c:v>0.43745370370015735</c:v>
                </c:pt>
                <c:pt idx="37797">
                  <c:v>0.437465277776937</c:v>
                </c:pt>
                <c:pt idx="37798">
                  <c:v>0.4374768518464407</c:v>
                </c:pt>
                <c:pt idx="37799">
                  <c:v>0.43748842592322035</c:v>
                </c:pt>
                <c:pt idx="37800">
                  <c:v>0.4375</c:v>
                </c:pt>
                <c:pt idx="37801">
                  <c:v>0.43751157406950369</c:v>
                </c:pt>
                <c:pt idx="37802">
                  <c:v>0.43752314814628335</c:v>
                </c:pt>
                <c:pt idx="37803">
                  <c:v>0.437534722223063</c:v>
                </c:pt>
                <c:pt idx="37804">
                  <c:v>0.43754629629256669</c:v>
                </c:pt>
                <c:pt idx="37805">
                  <c:v>0.43755787036934635</c:v>
                </c:pt>
                <c:pt idx="37806">
                  <c:v>0.43756944443885004</c:v>
                </c:pt>
                <c:pt idx="37807">
                  <c:v>0.43758101851562969</c:v>
                </c:pt>
                <c:pt idx="37808">
                  <c:v>0.43759259259240935</c:v>
                </c:pt>
                <c:pt idx="37809">
                  <c:v>0.43760416666191304</c:v>
                </c:pt>
                <c:pt idx="37810">
                  <c:v>0.43761574073869269</c:v>
                </c:pt>
                <c:pt idx="37811">
                  <c:v>0.43762731481547235</c:v>
                </c:pt>
                <c:pt idx="37812">
                  <c:v>0.43763888888497604</c:v>
                </c:pt>
                <c:pt idx="37813">
                  <c:v>0.43765046296175569</c:v>
                </c:pt>
                <c:pt idx="37814">
                  <c:v>0.43766203703125939</c:v>
                </c:pt>
                <c:pt idx="37815">
                  <c:v>0.43767361110803904</c:v>
                </c:pt>
                <c:pt idx="37816">
                  <c:v>0.43768518518481869</c:v>
                </c:pt>
                <c:pt idx="37817">
                  <c:v>0.43769675925432239</c:v>
                </c:pt>
                <c:pt idx="37818">
                  <c:v>0.43770833333110204</c:v>
                </c:pt>
                <c:pt idx="37819">
                  <c:v>0.43771990740788169</c:v>
                </c:pt>
                <c:pt idx="37820">
                  <c:v>0.43773148147738539</c:v>
                </c:pt>
                <c:pt idx="37821">
                  <c:v>0.43774305555416504</c:v>
                </c:pt>
                <c:pt idx="37822">
                  <c:v>0.43775462963094469</c:v>
                </c:pt>
                <c:pt idx="37823">
                  <c:v>0.43776620370044839</c:v>
                </c:pt>
                <c:pt idx="37824">
                  <c:v>0.43777777777722804</c:v>
                </c:pt>
                <c:pt idx="37825">
                  <c:v>0.43778935184673173</c:v>
                </c:pt>
                <c:pt idx="37826">
                  <c:v>0.43780092592351139</c:v>
                </c:pt>
                <c:pt idx="37827">
                  <c:v>0.43781250000029104</c:v>
                </c:pt>
                <c:pt idx="37828">
                  <c:v>0.43782407406979473</c:v>
                </c:pt>
                <c:pt idx="37829">
                  <c:v>0.43783564814657439</c:v>
                </c:pt>
                <c:pt idx="37830">
                  <c:v>0.43784722222335404</c:v>
                </c:pt>
                <c:pt idx="37831">
                  <c:v>0.43785879629285773</c:v>
                </c:pt>
                <c:pt idx="37832">
                  <c:v>0.43787037036963739</c:v>
                </c:pt>
                <c:pt idx="37833">
                  <c:v>0.43788194443914108</c:v>
                </c:pt>
                <c:pt idx="37834">
                  <c:v>0.43789351851592073</c:v>
                </c:pt>
                <c:pt idx="37835">
                  <c:v>0.43790509259270038</c:v>
                </c:pt>
                <c:pt idx="37836">
                  <c:v>0.43791666666220408</c:v>
                </c:pt>
                <c:pt idx="37837">
                  <c:v>0.43792824073898373</c:v>
                </c:pt>
                <c:pt idx="37838">
                  <c:v>0.43793981481576338</c:v>
                </c:pt>
                <c:pt idx="37839">
                  <c:v>0.43795138888526708</c:v>
                </c:pt>
                <c:pt idx="37840">
                  <c:v>0.43796296296204673</c:v>
                </c:pt>
                <c:pt idx="37841">
                  <c:v>0.43797453703155043</c:v>
                </c:pt>
                <c:pt idx="37842">
                  <c:v>0.43798611110833008</c:v>
                </c:pt>
                <c:pt idx="37843">
                  <c:v>0.43799768518510973</c:v>
                </c:pt>
                <c:pt idx="37844">
                  <c:v>0.43800925925461343</c:v>
                </c:pt>
                <c:pt idx="37845">
                  <c:v>0.43802083333139308</c:v>
                </c:pt>
                <c:pt idx="37846">
                  <c:v>0.43803240740817273</c:v>
                </c:pt>
                <c:pt idx="37847">
                  <c:v>0.43804398147767643</c:v>
                </c:pt>
                <c:pt idx="37848">
                  <c:v>0.43805555555445608</c:v>
                </c:pt>
                <c:pt idx="37849">
                  <c:v>0.43806712962395977</c:v>
                </c:pt>
                <c:pt idx="37850">
                  <c:v>0.43807870370073942</c:v>
                </c:pt>
                <c:pt idx="37851">
                  <c:v>0.43809027777751908</c:v>
                </c:pt>
                <c:pt idx="37852">
                  <c:v>0.43810185184702277</c:v>
                </c:pt>
                <c:pt idx="37853">
                  <c:v>0.43811342592380242</c:v>
                </c:pt>
                <c:pt idx="37854">
                  <c:v>0.43812500000058208</c:v>
                </c:pt>
                <c:pt idx="37855">
                  <c:v>0.43813657407008577</c:v>
                </c:pt>
                <c:pt idx="37856">
                  <c:v>0.43814814814686542</c:v>
                </c:pt>
                <c:pt idx="37857">
                  <c:v>0.43815972221636912</c:v>
                </c:pt>
                <c:pt idx="37858">
                  <c:v>0.43817129629314877</c:v>
                </c:pt>
                <c:pt idx="37859">
                  <c:v>0.43818287036992842</c:v>
                </c:pt>
                <c:pt idx="37860">
                  <c:v>0.43819444443943212</c:v>
                </c:pt>
                <c:pt idx="37861">
                  <c:v>0.43820601851621177</c:v>
                </c:pt>
                <c:pt idx="37862">
                  <c:v>0.43821759259299142</c:v>
                </c:pt>
                <c:pt idx="37863">
                  <c:v>0.43822916666249512</c:v>
                </c:pt>
                <c:pt idx="37864">
                  <c:v>0.43824074073927477</c:v>
                </c:pt>
                <c:pt idx="37865">
                  <c:v>0.43825231481605442</c:v>
                </c:pt>
                <c:pt idx="37866">
                  <c:v>0.43826388888555812</c:v>
                </c:pt>
                <c:pt idx="37867">
                  <c:v>0.43827546296233777</c:v>
                </c:pt>
                <c:pt idx="37868">
                  <c:v>0.43828703703184146</c:v>
                </c:pt>
                <c:pt idx="37869">
                  <c:v>0.43829861110862112</c:v>
                </c:pt>
                <c:pt idx="37870">
                  <c:v>0.43831018518540077</c:v>
                </c:pt>
                <c:pt idx="37871">
                  <c:v>0.43832175925490446</c:v>
                </c:pt>
                <c:pt idx="37872">
                  <c:v>0.43833333333168412</c:v>
                </c:pt>
                <c:pt idx="37873">
                  <c:v>0.43834490740846377</c:v>
                </c:pt>
                <c:pt idx="37874">
                  <c:v>0.43835648147796746</c:v>
                </c:pt>
                <c:pt idx="37875">
                  <c:v>0.43836805555474712</c:v>
                </c:pt>
                <c:pt idx="37876">
                  <c:v>0.43837962962425081</c:v>
                </c:pt>
                <c:pt idx="37877">
                  <c:v>0.43839120370103046</c:v>
                </c:pt>
                <c:pt idx="37878">
                  <c:v>0.43840277777781012</c:v>
                </c:pt>
                <c:pt idx="37879">
                  <c:v>0.43841435184731381</c:v>
                </c:pt>
                <c:pt idx="37880">
                  <c:v>0.43842592592409346</c:v>
                </c:pt>
                <c:pt idx="37881">
                  <c:v>0.43843750000087311</c:v>
                </c:pt>
                <c:pt idx="37882">
                  <c:v>0.43844907407037681</c:v>
                </c:pt>
                <c:pt idx="37883">
                  <c:v>0.43846064814715646</c:v>
                </c:pt>
                <c:pt idx="37884">
                  <c:v>0.43847222221666016</c:v>
                </c:pt>
                <c:pt idx="37885">
                  <c:v>0.43848379629343981</c:v>
                </c:pt>
                <c:pt idx="37886">
                  <c:v>0.43849537037021946</c:v>
                </c:pt>
                <c:pt idx="37887">
                  <c:v>0.43850694443972316</c:v>
                </c:pt>
                <c:pt idx="37888">
                  <c:v>0.43851851851650281</c:v>
                </c:pt>
                <c:pt idx="37889">
                  <c:v>0.43853009259328246</c:v>
                </c:pt>
                <c:pt idx="37890">
                  <c:v>0.43854166666278616</c:v>
                </c:pt>
                <c:pt idx="37891">
                  <c:v>0.43855324073956581</c:v>
                </c:pt>
                <c:pt idx="37892">
                  <c:v>0.4385648148090695</c:v>
                </c:pt>
                <c:pt idx="37893">
                  <c:v>0.43857638888584916</c:v>
                </c:pt>
                <c:pt idx="37894">
                  <c:v>0.43858796296262881</c:v>
                </c:pt>
                <c:pt idx="37895">
                  <c:v>0.4385995370321325</c:v>
                </c:pt>
                <c:pt idx="37896">
                  <c:v>0.43861111110891216</c:v>
                </c:pt>
                <c:pt idx="37897">
                  <c:v>0.43862268518569181</c:v>
                </c:pt>
                <c:pt idx="37898">
                  <c:v>0.4386342592551955</c:v>
                </c:pt>
                <c:pt idx="37899">
                  <c:v>0.43864583333197515</c:v>
                </c:pt>
                <c:pt idx="37900">
                  <c:v>0.43865740740147885</c:v>
                </c:pt>
                <c:pt idx="37901">
                  <c:v>0.4386689814782585</c:v>
                </c:pt>
                <c:pt idx="37902">
                  <c:v>0.43868055555503815</c:v>
                </c:pt>
                <c:pt idx="37903">
                  <c:v>0.43869212962454185</c:v>
                </c:pt>
                <c:pt idx="37904">
                  <c:v>0.4387037037013215</c:v>
                </c:pt>
                <c:pt idx="37905">
                  <c:v>0.43871527777810115</c:v>
                </c:pt>
                <c:pt idx="37906">
                  <c:v>0.43872685184760485</c:v>
                </c:pt>
                <c:pt idx="37907">
                  <c:v>0.4387384259243845</c:v>
                </c:pt>
                <c:pt idx="37908">
                  <c:v>0.43875000000116415</c:v>
                </c:pt>
                <c:pt idx="37909">
                  <c:v>0.43876157407066785</c:v>
                </c:pt>
                <c:pt idx="37910">
                  <c:v>0.4387731481474475</c:v>
                </c:pt>
                <c:pt idx="37911">
                  <c:v>0.4387847222169512</c:v>
                </c:pt>
                <c:pt idx="37912">
                  <c:v>0.43879629629373085</c:v>
                </c:pt>
                <c:pt idx="37913">
                  <c:v>0.4388078703705105</c:v>
                </c:pt>
                <c:pt idx="37914">
                  <c:v>0.43881944444001419</c:v>
                </c:pt>
                <c:pt idx="37915">
                  <c:v>0.43883101851679385</c:v>
                </c:pt>
                <c:pt idx="37916">
                  <c:v>0.4388425925935735</c:v>
                </c:pt>
                <c:pt idx="37917">
                  <c:v>0.43885416666307719</c:v>
                </c:pt>
                <c:pt idx="37918">
                  <c:v>0.43886574073985685</c:v>
                </c:pt>
                <c:pt idx="37919">
                  <c:v>0.43887731480936054</c:v>
                </c:pt>
                <c:pt idx="37920">
                  <c:v>0.43888888888614019</c:v>
                </c:pt>
                <c:pt idx="37921">
                  <c:v>0.43890046296291985</c:v>
                </c:pt>
                <c:pt idx="37922">
                  <c:v>0.43891203703242354</c:v>
                </c:pt>
                <c:pt idx="37923">
                  <c:v>0.43892361110920319</c:v>
                </c:pt>
                <c:pt idx="37924">
                  <c:v>0.43893518518598285</c:v>
                </c:pt>
                <c:pt idx="37925">
                  <c:v>0.43894675925548654</c:v>
                </c:pt>
                <c:pt idx="37926">
                  <c:v>0.43895833333226619</c:v>
                </c:pt>
                <c:pt idx="37927">
                  <c:v>0.43896990740176989</c:v>
                </c:pt>
                <c:pt idx="37928">
                  <c:v>0.43898148147854954</c:v>
                </c:pt>
                <c:pt idx="37929">
                  <c:v>0.43899305555532919</c:v>
                </c:pt>
                <c:pt idx="37930">
                  <c:v>0.43900462962483289</c:v>
                </c:pt>
                <c:pt idx="37931">
                  <c:v>0.43901620370161254</c:v>
                </c:pt>
                <c:pt idx="37932">
                  <c:v>0.43902777777839219</c:v>
                </c:pt>
                <c:pt idx="37933">
                  <c:v>0.43903935184789589</c:v>
                </c:pt>
                <c:pt idx="37934">
                  <c:v>0.43905092592467554</c:v>
                </c:pt>
                <c:pt idx="37935">
                  <c:v>0.43906249999417923</c:v>
                </c:pt>
                <c:pt idx="37936">
                  <c:v>0.43907407407095889</c:v>
                </c:pt>
                <c:pt idx="37937">
                  <c:v>0.43908564814773854</c:v>
                </c:pt>
                <c:pt idx="37938">
                  <c:v>0.43909722221724223</c:v>
                </c:pt>
                <c:pt idx="37939">
                  <c:v>0.43910879629402189</c:v>
                </c:pt>
                <c:pt idx="37940">
                  <c:v>0.43912037037080154</c:v>
                </c:pt>
                <c:pt idx="37941">
                  <c:v>0.43913194444030523</c:v>
                </c:pt>
                <c:pt idx="37942">
                  <c:v>0.43914351851708489</c:v>
                </c:pt>
                <c:pt idx="37943">
                  <c:v>0.43915509259386454</c:v>
                </c:pt>
                <c:pt idx="37944">
                  <c:v>0.43916666666336823</c:v>
                </c:pt>
                <c:pt idx="37945">
                  <c:v>0.43917824074014788</c:v>
                </c:pt>
                <c:pt idx="37946">
                  <c:v>0.43918981480965158</c:v>
                </c:pt>
                <c:pt idx="37947">
                  <c:v>0.43920138888643123</c:v>
                </c:pt>
                <c:pt idx="37948">
                  <c:v>0.43921296296321088</c:v>
                </c:pt>
                <c:pt idx="37949">
                  <c:v>0.43922453703271458</c:v>
                </c:pt>
                <c:pt idx="37950">
                  <c:v>0.43923611110949423</c:v>
                </c:pt>
                <c:pt idx="37951">
                  <c:v>0.43924768518627388</c:v>
                </c:pt>
                <c:pt idx="37952">
                  <c:v>0.43925925925577758</c:v>
                </c:pt>
                <c:pt idx="37953">
                  <c:v>0.43927083333255723</c:v>
                </c:pt>
                <c:pt idx="37954">
                  <c:v>0.43928240740206093</c:v>
                </c:pt>
                <c:pt idx="37955">
                  <c:v>0.43929398147884058</c:v>
                </c:pt>
                <c:pt idx="37956">
                  <c:v>0.43930555555562023</c:v>
                </c:pt>
                <c:pt idx="37957">
                  <c:v>0.43931712962512393</c:v>
                </c:pt>
                <c:pt idx="37958">
                  <c:v>0.43932870370190358</c:v>
                </c:pt>
                <c:pt idx="37959">
                  <c:v>0.43934027777868323</c:v>
                </c:pt>
                <c:pt idx="37960">
                  <c:v>0.43935185184818693</c:v>
                </c:pt>
                <c:pt idx="37961">
                  <c:v>0.43936342592496658</c:v>
                </c:pt>
                <c:pt idx="37962">
                  <c:v>0.43937499999447027</c:v>
                </c:pt>
                <c:pt idx="37963">
                  <c:v>0.43938657407124992</c:v>
                </c:pt>
                <c:pt idx="37964">
                  <c:v>0.43939814814802958</c:v>
                </c:pt>
                <c:pt idx="37965">
                  <c:v>0.43940972221753327</c:v>
                </c:pt>
                <c:pt idx="37966">
                  <c:v>0.43942129629431292</c:v>
                </c:pt>
                <c:pt idx="37967">
                  <c:v>0.43943287037109258</c:v>
                </c:pt>
                <c:pt idx="37968">
                  <c:v>0.43944444444059627</c:v>
                </c:pt>
                <c:pt idx="37969">
                  <c:v>0.43945601851737592</c:v>
                </c:pt>
                <c:pt idx="37970">
                  <c:v>0.43946759258687962</c:v>
                </c:pt>
                <c:pt idx="37971">
                  <c:v>0.43947916666365927</c:v>
                </c:pt>
                <c:pt idx="37972">
                  <c:v>0.43949074074043892</c:v>
                </c:pt>
                <c:pt idx="37973">
                  <c:v>0.43950231480994262</c:v>
                </c:pt>
                <c:pt idx="37974">
                  <c:v>0.43951388888672227</c:v>
                </c:pt>
                <c:pt idx="37975">
                  <c:v>0.43952546296350192</c:v>
                </c:pt>
                <c:pt idx="37976">
                  <c:v>0.43953703703300562</c:v>
                </c:pt>
                <c:pt idx="37977">
                  <c:v>0.43954861110978527</c:v>
                </c:pt>
                <c:pt idx="37978">
                  <c:v>0.43956018517928896</c:v>
                </c:pt>
                <c:pt idx="37979">
                  <c:v>0.43957175925606862</c:v>
                </c:pt>
                <c:pt idx="37980">
                  <c:v>0.43958333333284827</c:v>
                </c:pt>
                <c:pt idx="37981">
                  <c:v>0.43959490740235196</c:v>
                </c:pt>
                <c:pt idx="37982">
                  <c:v>0.43960648147913162</c:v>
                </c:pt>
                <c:pt idx="37983">
                  <c:v>0.43961805555591127</c:v>
                </c:pt>
                <c:pt idx="37984">
                  <c:v>0.43962962962541496</c:v>
                </c:pt>
                <c:pt idx="37985">
                  <c:v>0.43964120370219462</c:v>
                </c:pt>
                <c:pt idx="37986">
                  <c:v>0.43965277777897427</c:v>
                </c:pt>
                <c:pt idx="37987">
                  <c:v>0.43966435184847796</c:v>
                </c:pt>
                <c:pt idx="37988">
                  <c:v>0.43967592592525762</c:v>
                </c:pt>
                <c:pt idx="37989">
                  <c:v>0.43968749999476131</c:v>
                </c:pt>
                <c:pt idx="37990">
                  <c:v>0.43969907407154096</c:v>
                </c:pt>
                <c:pt idx="37991">
                  <c:v>0.43971064814832062</c:v>
                </c:pt>
                <c:pt idx="37992">
                  <c:v>0.43972222221782431</c:v>
                </c:pt>
                <c:pt idx="37993">
                  <c:v>0.43973379629460396</c:v>
                </c:pt>
                <c:pt idx="37994">
                  <c:v>0.43974537037138361</c:v>
                </c:pt>
                <c:pt idx="37995">
                  <c:v>0.43975694444088731</c:v>
                </c:pt>
                <c:pt idx="37996">
                  <c:v>0.43976851851766696</c:v>
                </c:pt>
                <c:pt idx="37997">
                  <c:v>0.43978009258717066</c:v>
                </c:pt>
                <c:pt idx="37998">
                  <c:v>0.43979166666395031</c:v>
                </c:pt>
                <c:pt idx="37999">
                  <c:v>0.43980324074072996</c:v>
                </c:pt>
                <c:pt idx="38000">
                  <c:v>0.43981481481023366</c:v>
                </c:pt>
                <c:pt idx="38001">
                  <c:v>0.43982638888701331</c:v>
                </c:pt>
                <c:pt idx="38002">
                  <c:v>0.43983796296379296</c:v>
                </c:pt>
                <c:pt idx="38003">
                  <c:v>0.43984953703329666</c:v>
                </c:pt>
                <c:pt idx="38004">
                  <c:v>0.43986111111007631</c:v>
                </c:pt>
                <c:pt idx="38005">
                  <c:v>0.43987268517958</c:v>
                </c:pt>
                <c:pt idx="38006">
                  <c:v>0.43988425925635966</c:v>
                </c:pt>
                <c:pt idx="38007">
                  <c:v>0.43989583333313931</c:v>
                </c:pt>
                <c:pt idx="38008">
                  <c:v>0.439907407402643</c:v>
                </c:pt>
                <c:pt idx="38009">
                  <c:v>0.43991898147942265</c:v>
                </c:pt>
                <c:pt idx="38010">
                  <c:v>0.43993055555620231</c:v>
                </c:pt>
                <c:pt idx="38011">
                  <c:v>0.439942129625706</c:v>
                </c:pt>
                <c:pt idx="38012">
                  <c:v>0.43995370370248565</c:v>
                </c:pt>
                <c:pt idx="38013">
                  <c:v>0.43996527777198935</c:v>
                </c:pt>
                <c:pt idx="38014">
                  <c:v>0.439976851848769</c:v>
                </c:pt>
                <c:pt idx="38015">
                  <c:v>0.43998842592554865</c:v>
                </c:pt>
                <c:pt idx="38016">
                  <c:v>0.43999999999505235</c:v>
                </c:pt>
                <c:pt idx="38017">
                  <c:v>0.440011574071832</c:v>
                </c:pt>
                <c:pt idx="38018">
                  <c:v>0.44002314814861165</c:v>
                </c:pt>
                <c:pt idx="38019">
                  <c:v>0.44003472221811535</c:v>
                </c:pt>
                <c:pt idx="38020">
                  <c:v>0.440046296294895</c:v>
                </c:pt>
                <c:pt idx="38021">
                  <c:v>0.44005787037167465</c:v>
                </c:pt>
                <c:pt idx="38022">
                  <c:v>0.44006944444117835</c:v>
                </c:pt>
                <c:pt idx="38023">
                  <c:v>0.440081018517958</c:v>
                </c:pt>
                <c:pt idx="38024">
                  <c:v>0.4400925925874617</c:v>
                </c:pt>
                <c:pt idx="38025">
                  <c:v>0.44010416666424135</c:v>
                </c:pt>
                <c:pt idx="38026">
                  <c:v>0.440115740741021</c:v>
                </c:pt>
                <c:pt idx="38027">
                  <c:v>0.44012731481052469</c:v>
                </c:pt>
                <c:pt idx="38028">
                  <c:v>0.44013888888730435</c:v>
                </c:pt>
                <c:pt idx="38029">
                  <c:v>0.440150462964084</c:v>
                </c:pt>
                <c:pt idx="38030">
                  <c:v>0.44016203703358769</c:v>
                </c:pt>
                <c:pt idx="38031">
                  <c:v>0.44017361111036735</c:v>
                </c:pt>
                <c:pt idx="38032">
                  <c:v>0.44018518517987104</c:v>
                </c:pt>
                <c:pt idx="38033">
                  <c:v>0.44019675925665069</c:v>
                </c:pt>
                <c:pt idx="38034">
                  <c:v>0.44020833333343035</c:v>
                </c:pt>
                <c:pt idx="38035">
                  <c:v>0.44021990740293404</c:v>
                </c:pt>
                <c:pt idx="38036">
                  <c:v>0.44023148147971369</c:v>
                </c:pt>
                <c:pt idx="38037">
                  <c:v>0.44024305555649335</c:v>
                </c:pt>
                <c:pt idx="38038">
                  <c:v>0.44025462962599704</c:v>
                </c:pt>
                <c:pt idx="38039">
                  <c:v>0.44026620370277669</c:v>
                </c:pt>
                <c:pt idx="38040">
                  <c:v>0.44027777777228039</c:v>
                </c:pt>
                <c:pt idx="38041">
                  <c:v>0.44028935184906004</c:v>
                </c:pt>
                <c:pt idx="38042">
                  <c:v>0.44030092592583969</c:v>
                </c:pt>
                <c:pt idx="38043">
                  <c:v>0.44031249999534339</c:v>
                </c:pt>
                <c:pt idx="38044">
                  <c:v>0.44032407407212304</c:v>
                </c:pt>
                <c:pt idx="38045">
                  <c:v>0.44033564814890269</c:v>
                </c:pt>
                <c:pt idx="38046">
                  <c:v>0.44034722221840639</c:v>
                </c:pt>
                <c:pt idx="38047">
                  <c:v>0.44035879629518604</c:v>
                </c:pt>
                <c:pt idx="38048">
                  <c:v>0.44037037036468973</c:v>
                </c:pt>
                <c:pt idx="38049">
                  <c:v>0.44038194444146939</c:v>
                </c:pt>
                <c:pt idx="38050">
                  <c:v>0.44039351851824904</c:v>
                </c:pt>
                <c:pt idx="38051">
                  <c:v>0.44040509258775273</c:v>
                </c:pt>
                <c:pt idx="38052">
                  <c:v>0.44041666666453239</c:v>
                </c:pt>
                <c:pt idx="38053">
                  <c:v>0.44042824074131204</c:v>
                </c:pt>
                <c:pt idx="38054">
                  <c:v>0.44043981481081573</c:v>
                </c:pt>
                <c:pt idx="38055">
                  <c:v>0.44045138888759539</c:v>
                </c:pt>
                <c:pt idx="38056">
                  <c:v>0.44046296295709908</c:v>
                </c:pt>
                <c:pt idx="38057">
                  <c:v>0.44047453703387873</c:v>
                </c:pt>
                <c:pt idx="38058">
                  <c:v>0.44048611111065838</c:v>
                </c:pt>
                <c:pt idx="38059">
                  <c:v>0.44049768518016208</c:v>
                </c:pt>
                <c:pt idx="38060">
                  <c:v>0.44050925925694173</c:v>
                </c:pt>
                <c:pt idx="38061">
                  <c:v>0.44052083333372138</c:v>
                </c:pt>
                <c:pt idx="38062">
                  <c:v>0.44053240740322508</c:v>
                </c:pt>
                <c:pt idx="38063">
                  <c:v>0.44054398148000473</c:v>
                </c:pt>
                <c:pt idx="38064">
                  <c:v>0.44055555555678438</c:v>
                </c:pt>
                <c:pt idx="38065">
                  <c:v>0.44056712962628808</c:v>
                </c:pt>
                <c:pt idx="38066">
                  <c:v>0.44057870370306773</c:v>
                </c:pt>
                <c:pt idx="38067">
                  <c:v>0.44059027777257143</c:v>
                </c:pt>
                <c:pt idx="38068">
                  <c:v>0.44060185184935108</c:v>
                </c:pt>
                <c:pt idx="38069">
                  <c:v>0.44061342592613073</c:v>
                </c:pt>
                <c:pt idx="38070">
                  <c:v>0.44062499999563443</c:v>
                </c:pt>
                <c:pt idx="38071">
                  <c:v>0.44063657407241408</c:v>
                </c:pt>
                <c:pt idx="38072">
                  <c:v>0.44064814814919373</c:v>
                </c:pt>
                <c:pt idx="38073">
                  <c:v>0.44065972221869742</c:v>
                </c:pt>
                <c:pt idx="38074">
                  <c:v>0.44067129629547708</c:v>
                </c:pt>
                <c:pt idx="38075">
                  <c:v>0.44068287036498077</c:v>
                </c:pt>
                <c:pt idx="38076">
                  <c:v>0.44069444444176042</c:v>
                </c:pt>
                <c:pt idx="38077">
                  <c:v>0.44070601851854008</c:v>
                </c:pt>
                <c:pt idx="38078">
                  <c:v>0.44071759258804377</c:v>
                </c:pt>
                <c:pt idx="38079">
                  <c:v>0.44072916666482342</c:v>
                </c:pt>
                <c:pt idx="38080">
                  <c:v>0.44074074074160308</c:v>
                </c:pt>
                <c:pt idx="38081">
                  <c:v>0.44075231481110677</c:v>
                </c:pt>
                <c:pt idx="38082">
                  <c:v>0.44076388888788642</c:v>
                </c:pt>
                <c:pt idx="38083">
                  <c:v>0.44077546295739012</c:v>
                </c:pt>
                <c:pt idx="38084">
                  <c:v>0.44078703703416977</c:v>
                </c:pt>
                <c:pt idx="38085">
                  <c:v>0.44079861111094942</c:v>
                </c:pt>
                <c:pt idx="38086">
                  <c:v>0.44081018518045312</c:v>
                </c:pt>
                <c:pt idx="38087">
                  <c:v>0.44082175925723277</c:v>
                </c:pt>
                <c:pt idx="38088">
                  <c:v>0.44083333333401242</c:v>
                </c:pt>
                <c:pt idx="38089">
                  <c:v>0.44084490740351612</c:v>
                </c:pt>
                <c:pt idx="38090">
                  <c:v>0.44085648148029577</c:v>
                </c:pt>
                <c:pt idx="38091">
                  <c:v>0.44086805554979946</c:v>
                </c:pt>
                <c:pt idx="38092">
                  <c:v>0.44087962962657912</c:v>
                </c:pt>
                <c:pt idx="38093">
                  <c:v>0.44089120370335877</c:v>
                </c:pt>
                <c:pt idx="38094">
                  <c:v>0.44090277777286246</c:v>
                </c:pt>
                <c:pt idx="38095">
                  <c:v>0.44091435184964212</c:v>
                </c:pt>
                <c:pt idx="38096">
                  <c:v>0.44092592592642177</c:v>
                </c:pt>
                <c:pt idx="38097">
                  <c:v>0.44093749999592546</c:v>
                </c:pt>
                <c:pt idx="38098">
                  <c:v>0.44094907407270512</c:v>
                </c:pt>
                <c:pt idx="38099">
                  <c:v>0.44096064814948477</c:v>
                </c:pt>
                <c:pt idx="38100">
                  <c:v>0.44097222221898846</c:v>
                </c:pt>
                <c:pt idx="38101">
                  <c:v>0.44098379629576812</c:v>
                </c:pt>
                <c:pt idx="38102">
                  <c:v>0.44099537036527181</c:v>
                </c:pt>
                <c:pt idx="38103">
                  <c:v>0.44100694444205146</c:v>
                </c:pt>
                <c:pt idx="38104">
                  <c:v>0.44101851851883112</c:v>
                </c:pt>
                <c:pt idx="38105">
                  <c:v>0.44103009258833481</c:v>
                </c:pt>
                <c:pt idx="38106">
                  <c:v>0.44104166666511446</c:v>
                </c:pt>
                <c:pt idx="38107">
                  <c:v>0.44105324074189411</c:v>
                </c:pt>
                <c:pt idx="38108">
                  <c:v>0.44106481481139781</c:v>
                </c:pt>
                <c:pt idx="38109">
                  <c:v>0.44107638888817746</c:v>
                </c:pt>
                <c:pt idx="38110">
                  <c:v>0.44108796295768116</c:v>
                </c:pt>
                <c:pt idx="38111">
                  <c:v>0.44109953703446081</c:v>
                </c:pt>
                <c:pt idx="38112">
                  <c:v>0.44111111111124046</c:v>
                </c:pt>
                <c:pt idx="38113">
                  <c:v>0.44112268518074416</c:v>
                </c:pt>
                <c:pt idx="38114">
                  <c:v>0.44113425925752381</c:v>
                </c:pt>
                <c:pt idx="38115">
                  <c:v>0.44114583333430346</c:v>
                </c:pt>
                <c:pt idx="38116">
                  <c:v>0.44115740740380716</c:v>
                </c:pt>
                <c:pt idx="38117">
                  <c:v>0.44116898148058681</c:v>
                </c:pt>
                <c:pt idx="38118">
                  <c:v>0.4411805555500905</c:v>
                </c:pt>
                <c:pt idx="38119">
                  <c:v>0.44119212962687016</c:v>
                </c:pt>
                <c:pt idx="38120">
                  <c:v>0.44120370370364981</c:v>
                </c:pt>
                <c:pt idx="38121">
                  <c:v>0.4412152777731535</c:v>
                </c:pt>
                <c:pt idx="38122">
                  <c:v>0.44122685184993315</c:v>
                </c:pt>
                <c:pt idx="38123">
                  <c:v>0.44123842592671281</c:v>
                </c:pt>
                <c:pt idx="38124">
                  <c:v>0.4412499999962165</c:v>
                </c:pt>
                <c:pt idx="38125">
                  <c:v>0.44126157407299615</c:v>
                </c:pt>
                <c:pt idx="38126">
                  <c:v>0.44127314814249985</c:v>
                </c:pt>
                <c:pt idx="38127">
                  <c:v>0.4412847222192795</c:v>
                </c:pt>
                <c:pt idx="38128">
                  <c:v>0.44129629629605915</c:v>
                </c:pt>
                <c:pt idx="38129">
                  <c:v>0.44130787036556285</c:v>
                </c:pt>
                <c:pt idx="38130">
                  <c:v>0.4413194444423425</c:v>
                </c:pt>
                <c:pt idx="38131">
                  <c:v>0.44133101851912215</c:v>
                </c:pt>
                <c:pt idx="38132">
                  <c:v>0.44134259258862585</c:v>
                </c:pt>
                <c:pt idx="38133">
                  <c:v>0.4413541666654055</c:v>
                </c:pt>
                <c:pt idx="38134">
                  <c:v>0.4413657407349092</c:v>
                </c:pt>
                <c:pt idx="38135">
                  <c:v>0.44137731481168885</c:v>
                </c:pt>
                <c:pt idx="38136">
                  <c:v>0.4413888888884685</c:v>
                </c:pt>
                <c:pt idx="38137">
                  <c:v>0.44140046295797219</c:v>
                </c:pt>
                <c:pt idx="38138">
                  <c:v>0.44141203703475185</c:v>
                </c:pt>
                <c:pt idx="38139">
                  <c:v>0.4414236111115315</c:v>
                </c:pt>
                <c:pt idx="38140">
                  <c:v>0.44143518518103519</c:v>
                </c:pt>
                <c:pt idx="38141">
                  <c:v>0.44144675925781485</c:v>
                </c:pt>
                <c:pt idx="38142">
                  <c:v>0.4414583333345945</c:v>
                </c:pt>
                <c:pt idx="38143">
                  <c:v>0.44146990740409819</c:v>
                </c:pt>
                <c:pt idx="38144">
                  <c:v>0.44148148148087785</c:v>
                </c:pt>
                <c:pt idx="38145">
                  <c:v>0.44149305555038154</c:v>
                </c:pt>
                <c:pt idx="38146">
                  <c:v>0.44150462962716119</c:v>
                </c:pt>
                <c:pt idx="38147">
                  <c:v>0.44151620370394085</c:v>
                </c:pt>
                <c:pt idx="38148">
                  <c:v>0.44152777777344454</c:v>
                </c:pt>
                <c:pt idx="38149">
                  <c:v>0.44153935185022419</c:v>
                </c:pt>
                <c:pt idx="38150">
                  <c:v>0.44155092592700385</c:v>
                </c:pt>
                <c:pt idx="38151">
                  <c:v>0.44156249999650754</c:v>
                </c:pt>
                <c:pt idx="38152">
                  <c:v>0.44157407407328719</c:v>
                </c:pt>
                <c:pt idx="38153">
                  <c:v>0.44158564814279089</c:v>
                </c:pt>
                <c:pt idx="38154">
                  <c:v>0.44159722221957054</c:v>
                </c:pt>
                <c:pt idx="38155">
                  <c:v>0.44160879629635019</c:v>
                </c:pt>
                <c:pt idx="38156">
                  <c:v>0.44162037036585389</c:v>
                </c:pt>
                <c:pt idx="38157">
                  <c:v>0.44163194444263354</c:v>
                </c:pt>
                <c:pt idx="38158">
                  <c:v>0.44164351851941319</c:v>
                </c:pt>
                <c:pt idx="38159">
                  <c:v>0.44165509258891689</c:v>
                </c:pt>
                <c:pt idx="38160">
                  <c:v>0.44166666666569654</c:v>
                </c:pt>
                <c:pt idx="38161">
                  <c:v>0.44167824073520023</c:v>
                </c:pt>
                <c:pt idx="38162">
                  <c:v>0.44168981481197989</c:v>
                </c:pt>
                <c:pt idx="38163">
                  <c:v>0.44170138888875954</c:v>
                </c:pt>
                <c:pt idx="38164">
                  <c:v>0.44171296295826323</c:v>
                </c:pt>
                <c:pt idx="38165">
                  <c:v>0.44172453703504289</c:v>
                </c:pt>
                <c:pt idx="38166">
                  <c:v>0.44173611111182254</c:v>
                </c:pt>
                <c:pt idx="38167">
                  <c:v>0.44174768518132623</c:v>
                </c:pt>
                <c:pt idx="38168">
                  <c:v>0.44175925925810589</c:v>
                </c:pt>
                <c:pt idx="38169">
                  <c:v>0.44177083332760958</c:v>
                </c:pt>
                <c:pt idx="38170">
                  <c:v>0.44178240740438923</c:v>
                </c:pt>
                <c:pt idx="38171">
                  <c:v>0.44179398148116888</c:v>
                </c:pt>
                <c:pt idx="38172">
                  <c:v>0.44180555555067258</c:v>
                </c:pt>
                <c:pt idx="38173">
                  <c:v>0.44181712962745223</c:v>
                </c:pt>
                <c:pt idx="38174">
                  <c:v>0.44182870370423188</c:v>
                </c:pt>
                <c:pt idx="38175">
                  <c:v>0.44184027777373558</c:v>
                </c:pt>
                <c:pt idx="38176">
                  <c:v>0.44185185185051523</c:v>
                </c:pt>
                <c:pt idx="38177">
                  <c:v>0.44186342592001893</c:v>
                </c:pt>
                <c:pt idx="38178">
                  <c:v>0.44187499999679858</c:v>
                </c:pt>
                <c:pt idx="38179">
                  <c:v>0.44188657407357823</c:v>
                </c:pt>
                <c:pt idx="38180">
                  <c:v>0.44189814814308193</c:v>
                </c:pt>
                <c:pt idx="38181">
                  <c:v>0.44190972221986158</c:v>
                </c:pt>
                <c:pt idx="38182">
                  <c:v>0.44192129629664123</c:v>
                </c:pt>
                <c:pt idx="38183">
                  <c:v>0.44193287036614493</c:v>
                </c:pt>
                <c:pt idx="38184">
                  <c:v>0.44194444444292458</c:v>
                </c:pt>
                <c:pt idx="38185">
                  <c:v>0.44195601851970423</c:v>
                </c:pt>
                <c:pt idx="38186">
                  <c:v>0.44196759258920792</c:v>
                </c:pt>
                <c:pt idx="38187">
                  <c:v>0.44197916666598758</c:v>
                </c:pt>
                <c:pt idx="38188">
                  <c:v>0.44199074073549127</c:v>
                </c:pt>
                <c:pt idx="38189">
                  <c:v>0.44200231481227092</c:v>
                </c:pt>
                <c:pt idx="38190">
                  <c:v>0.44201388888905058</c:v>
                </c:pt>
                <c:pt idx="38191">
                  <c:v>0.44202546295855427</c:v>
                </c:pt>
                <c:pt idx="38192">
                  <c:v>0.44203703703533392</c:v>
                </c:pt>
                <c:pt idx="38193">
                  <c:v>0.44204861111211358</c:v>
                </c:pt>
                <c:pt idx="38194">
                  <c:v>0.44206018518161727</c:v>
                </c:pt>
                <c:pt idx="38195">
                  <c:v>0.44207175925839692</c:v>
                </c:pt>
                <c:pt idx="38196">
                  <c:v>0.44208333332790062</c:v>
                </c:pt>
                <c:pt idx="38197">
                  <c:v>0.44209490740468027</c:v>
                </c:pt>
                <c:pt idx="38198">
                  <c:v>0.44210648148145992</c:v>
                </c:pt>
                <c:pt idx="38199">
                  <c:v>0.44211805555096362</c:v>
                </c:pt>
                <c:pt idx="38200">
                  <c:v>0.44212962962774327</c:v>
                </c:pt>
                <c:pt idx="38201">
                  <c:v>0.44214120370452292</c:v>
                </c:pt>
                <c:pt idx="38202">
                  <c:v>0.44215277777402662</c:v>
                </c:pt>
                <c:pt idx="38203">
                  <c:v>0.44216435185080627</c:v>
                </c:pt>
                <c:pt idx="38204">
                  <c:v>0.44217592592030996</c:v>
                </c:pt>
                <c:pt idx="38205">
                  <c:v>0.44218749999708962</c:v>
                </c:pt>
                <c:pt idx="38206">
                  <c:v>0.44219907407386927</c:v>
                </c:pt>
                <c:pt idx="38207">
                  <c:v>0.44221064814337296</c:v>
                </c:pt>
                <c:pt idx="38208">
                  <c:v>0.44222222222015262</c:v>
                </c:pt>
                <c:pt idx="38209">
                  <c:v>0.44223379629693227</c:v>
                </c:pt>
                <c:pt idx="38210">
                  <c:v>0.44224537036643596</c:v>
                </c:pt>
                <c:pt idx="38211">
                  <c:v>0.44225694444321562</c:v>
                </c:pt>
                <c:pt idx="38212">
                  <c:v>0.44226851851271931</c:v>
                </c:pt>
                <c:pt idx="38213">
                  <c:v>0.44228009258949896</c:v>
                </c:pt>
                <c:pt idx="38214">
                  <c:v>0.44229166666627862</c:v>
                </c:pt>
                <c:pt idx="38215">
                  <c:v>0.44230324073578231</c:v>
                </c:pt>
                <c:pt idx="38216">
                  <c:v>0.44231481481256196</c:v>
                </c:pt>
                <c:pt idx="38217">
                  <c:v>0.44232638888934162</c:v>
                </c:pt>
                <c:pt idx="38218">
                  <c:v>0.44233796295884531</c:v>
                </c:pt>
                <c:pt idx="38219">
                  <c:v>0.44234953703562496</c:v>
                </c:pt>
                <c:pt idx="38220">
                  <c:v>0.44236111111240461</c:v>
                </c:pt>
                <c:pt idx="38221">
                  <c:v>0.44237268518190831</c:v>
                </c:pt>
                <c:pt idx="38222">
                  <c:v>0.44238425925868796</c:v>
                </c:pt>
                <c:pt idx="38223">
                  <c:v>0.44239583332819166</c:v>
                </c:pt>
                <c:pt idx="38224">
                  <c:v>0.44240740740497131</c:v>
                </c:pt>
                <c:pt idx="38225">
                  <c:v>0.44241898148175096</c:v>
                </c:pt>
                <c:pt idx="38226">
                  <c:v>0.44243055555125466</c:v>
                </c:pt>
                <c:pt idx="38227">
                  <c:v>0.44244212962803431</c:v>
                </c:pt>
                <c:pt idx="38228">
                  <c:v>0.44245370370481396</c:v>
                </c:pt>
                <c:pt idx="38229">
                  <c:v>0.44246527777431766</c:v>
                </c:pt>
                <c:pt idx="38230">
                  <c:v>0.44247685185109731</c:v>
                </c:pt>
                <c:pt idx="38231">
                  <c:v>0.442488425920601</c:v>
                </c:pt>
                <c:pt idx="38232">
                  <c:v>0.44249999999738066</c:v>
                </c:pt>
                <c:pt idx="38233">
                  <c:v>0.44251157407416031</c:v>
                </c:pt>
                <c:pt idx="38234">
                  <c:v>0.442523148143664</c:v>
                </c:pt>
                <c:pt idx="38235">
                  <c:v>0.44253472222044365</c:v>
                </c:pt>
                <c:pt idx="38236">
                  <c:v>0.44254629629722331</c:v>
                </c:pt>
                <c:pt idx="38237">
                  <c:v>0.442557870366727</c:v>
                </c:pt>
                <c:pt idx="38238">
                  <c:v>0.44256944444350665</c:v>
                </c:pt>
                <c:pt idx="38239">
                  <c:v>0.44258101851301035</c:v>
                </c:pt>
                <c:pt idx="38240">
                  <c:v>0.44259259258979</c:v>
                </c:pt>
                <c:pt idx="38241">
                  <c:v>0.44260416666656965</c:v>
                </c:pt>
                <c:pt idx="38242">
                  <c:v>0.44261574073607335</c:v>
                </c:pt>
                <c:pt idx="38243">
                  <c:v>0.442627314812853</c:v>
                </c:pt>
                <c:pt idx="38244">
                  <c:v>0.44263888888963265</c:v>
                </c:pt>
                <c:pt idx="38245">
                  <c:v>0.44265046295913635</c:v>
                </c:pt>
                <c:pt idx="38246">
                  <c:v>0.442662037035916</c:v>
                </c:pt>
                <c:pt idx="38247">
                  <c:v>0.4426736111054197</c:v>
                </c:pt>
                <c:pt idx="38248">
                  <c:v>0.44268518518219935</c:v>
                </c:pt>
                <c:pt idx="38249">
                  <c:v>0.442696759258979</c:v>
                </c:pt>
                <c:pt idx="38250">
                  <c:v>0.44270833332848269</c:v>
                </c:pt>
                <c:pt idx="38251">
                  <c:v>0.44271990740526235</c:v>
                </c:pt>
                <c:pt idx="38252">
                  <c:v>0.442731481482042</c:v>
                </c:pt>
                <c:pt idx="38253">
                  <c:v>0.44274305555154569</c:v>
                </c:pt>
                <c:pt idx="38254">
                  <c:v>0.44275462962832535</c:v>
                </c:pt>
                <c:pt idx="38255">
                  <c:v>0.44276620369782904</c:v>
                </c:pt>
                <c:pt idx="38256">
                  <c:v>0.44277777777460869</c:v>
                </c:pt>
                <c:pt idx="38257">
                  <c:v>0.44278935185138835</c:v>
                </c:pt>
                <c:pt idx="38258">
                  <c:v>0.44280092592089204</c:v>
                </c:pt>
                <c:pt idx="38259">
                  <c:v>0.44281249999767169</c:v>
                </c:pt>
                <c:pt idx="38260">
                  <c:v>0.44282407407445135</c:v>
                </c:pt>
                <c:pt idx="38261">
                  <c:v>0.44283564814395504</c:v>
                </c:pt>
                <c:pt idx="38262">
                  <c:v>0.44284722222073469</c:v>
                </c:pt>
                <c:pt idx="38263">
                  <c:v>0.44285879629751435</c:v>
                </c:pt>
                <c:pt idx="38264">
                  <c:v>0.44287037036701804</c:v>
                </c:pt>
                <c:pt idx="38265">
                  <c:v>0.44288194444379769</c:v>
                </c:pt>
                <c:pt idx="38266">
                  <c:v>0.44289351851330139</c:v>
                </c:pt>
                <c:pt idx="38267">
                  <c:v>0.44290509259008104</c:v>
                </c:pt>
                <c:pt idx="38268">
                  <c:v>0.44291666666686069</c:v>
                </c:pt>
                <c:pt idx="38269">
                  <c:v>0.44292824073636439</c:v>
                </c:pt>
                <c:pt idx="38270">
                  <c:v>0.44293981481314404</c:v>
                </c:pt>
                <c:pt idx="38271">
                  <c:v>0.44295138888992369</c:v>
                </c:pt>
                <c:pt idx="38272">
                  <c:v>0.44296296295942739</c:v>
                </c:pt>
                <c:pt idx="38273">
                  <c:v>0.44297453703620704</c:v>
                </c:pt>
                <c:pt idx="38274">
                  <c:v>0.44298611110571073</c:v>
                </c:pt>
                <c:pt idx="38275">
                  <c:v>0.44299768518249039</c:v>
                </c:pt>
                <c:pt idx="38276">
                  <c:v>0.44300925925927004</c:v>
                </c:pt>
                <c:pt idx="38277">
                  <c:v>0.44302083332877373</c:v>
                </c:pt>
                <c:pt idx="38278">
                  <c:v>0.44303240740555339</c:v>
                </c:pt>
                <c:pt idx="38279">
                  <c:v>0.44304398148233304</c:v>
                </c:pt>
                <c:pt idx="38280">
                  <c:v>0.44305555555183673</c:v>
                </c:pt>
                <c:pt idx="38281">
                  <c:v>0.44306712962861639</c:v>
                </c:pt>
                <c:pt idx="38282">
                  <c:v>0.44307870369812008</c:v>
                </c:pt>
                <c:pt idx="38283">
                  <c:v>0.44309027777489973</c:v>
                </c:pt>
                <c:pt idx="38284">
                  <c:v>0.44310185185167938</c:v>
                </c:pt>
                <c:pt idx="38285">
                  <c:v>0.44311342592118308</c:v>
                </c:pt>
                <c:pt idx="38286">
                  <c:v>0.44312499999796273</c:v>
                </c:pt>
                <c:pt idx="38287">
                  <c:v>0.44313657407474238</c:v>
                </c:pt>
                <c:pt idx="38288">
                  <c:v>0.44314814814424608</c:v>
                </c:pt>
                <c:pt idx="38289">
                  <c:v>0.44315972222102573</c:v>
                </c:pt>
                <c:pt idx="38290">
                  <c:v>0.44317129629052943</c:v>
                </c:pt>
                <c:pt idx="38291">
                  <c:v>0.44318287036730908</c:v>
                </c:pt>
                <c:pt idx="38292">
                  <c:v>0.44319444444408873</c:v>
                </c:pt>
                <c:pt idx="38293">
                  <c:v>0.44320601851359243</c:v>
                </c:pt>
                <c:pt idx="38294">
                  <c:v>0.44321759259037208</c:v>
                </c:pt>
                <c:pt idx="38295">
                  <c:v>0.44322916666715173</c:v>
                </c:pt>
                <c:pt idx="38296">
                  <c:v>0.44324074073665543</c:v>
                </c:pt>
                <c:pt idx="38297">
                  <c:v>0.44325231481343508</c:v>
                </c:pt>
                <c:pt idx="38298">
                  <c:v>0.44326388889021473</c:v>
                </c:pt>
                <c:pt idx="38299">
                  <c:v>0.44327546295971842</c:v>
                </c:pt>
                <c:pt idx="38300">
                  <c:v>0.44328703703649808</c:v>
                </c:pt>
                <c:pt idx="38301">
                  <c:v>0.44329861110600177</c:v>
                </c:pt>
                <c:pt idx="38302">
                  <c:v>0.44331018518278142</c:v>
                </c:pt>
                <c:pt idx="38303">
                  <c:v>0.44332175925956108</c:v>
                </c:pt>
                <c:pt idx="38304">
                  <c:v>0.44333333332906477</c:v>
                </c:pt>
                <c:pt idx="38305">
                  <c:v>0.44334490740584442</c:v>
                </c:pt>
                <c:pt idx="38306">
                  <c:v>0.44335648148262408</c:v>
                </c:pt>
                <c:pt idx="38307">
                  <c:v>0.44336805555212777</c:v>
                </c:pt>
                <c:pt idx="38308">
                  <c:v>0.44337962962890742</c:v>
                </c:pt>
                <c:pt idx="38309">
                  <c:v>0.44339120369841112</c:v>
                </c:pt>
                <c:pt idx="38310">
                  <c:v>0.44340277777519077</c:v>
                </c:pt>
                <c:pt idx="38311">
                  <c:v>0.44341435185197042</c:v>
                </c:pt>
                <c:pt idx="38312">
                  <c:v>0.44342592592147412</c:v>
                </c:pt>
                <c:pt idx="38313">
                  <c:v>0.44343749999825377</c:v>
                </c:pt>
                <c:pt idx="38314">
                  <c:v>0.44344907407503342</c:v>
                </c:pt>
                <c:pt idx="38315">
                  <c:v>0.44346064814453712</c:v>
                </c:pt>
                <c:pt idx="38316">
                  <c:v>0.44347222222131677</c:v>
                </c:pt>
                <c:pt idx="38317">
                  <c:v>0.44348379629082046</c:v>
                </c:pt>
                <c:pt idx="38318">
                  <c:v>0.44349537036760012</c:v>
                </c:pt>
                <c:pt idx="38319">
                  <c:v>0.44350694444437977</c:v>
                </c:pt>
                <c:pt idx="38320">
                  <c:v>0.44351851851388346</c:v>
                </c:pt>
                <c:pt idx="38321">
                  <c:v>0.44353009259066312</c:v>
                </c:pt>
                <c:pt idx="38322">
                  <c:v>0.44354166666744277</c:v>
                </c:pt>
                <c:pt idx="38323">
                  <c:v>0.44355324073694646</c:v>
                </c:pt>
                <c:pt idx="38324">
                  <c:v>0.44356481481372612</c:v>
                </c:pt>
                <c:pt idx="38325">
                  <c:v>0.44357638888322981</c:v>
                </c:pt>
                <c:pt idx="38326">
                  <c:v>0.44358796296000946</c:v>
                </c:pt>
                <c:pt idx="38327">
                  <c:v>0.44359953703678912</c:v>
                </c:pt>
                <c:pt idx="38328">
                  <c:v>0.44361111110629281</c:v>
                </c:pt>
                <c:pt idx="38329">
                  <c:v>0.44362268518307246</c:v>
                </c:pt>
                <c:pt idx="38330">
                  <c:v>0.44363425925985212</c:v>
                </c:pt>
                <c:pt idx="38331">
                  <c:v>0.44364583332935581</c:v>
                </c:pt>
                <c:pt idx="38332">
                  <c:v>0.44365740740613546</c:v>
                </c:pt>
                <c:pt idx="38333">
                  <c:v>0.44366898147563916</c:v>
                </c:pt>
                <c:pt idx="38334">
                  <c:v>0.44368055555241881</c:v>
                </c:pt>
                <c:pt idx="38335">
                  <c:v>0.44369212962919846</c:v>
                </c:pt>
                <c:pt idx="38336">
                  <c:v>0.44370370369870216</c:v>
                </c:pt>
                <c:pt idx="38337">
                  <c:v>0.44371527777548181</c:v>
                </c:pt>
                <c:pt idx="38338">
                  <c:v>0.44372685185226146</c:v>
                </c:pt>
                <c:pt idx="38339">
                  <c:v>0.44373842592176516</c:v>
                </c:pt>
                <c:pt idx="38340">
                  <c:v>0.44374999999854481</c:v>
                </c:pt>
                <c:pt idx="38341">
                  <c:v>0.44376157407532446</c:v>
                </c:pt>
                <c:pt idx="38342">
                  <c:v>0.44377314814482816</c:v>
                </c:pt>
                <c:pt idx="38343">
                  <c:v>0.44378472222160781</c:v>
                </c:pt>
                <c:pt idx="38344">
                  <c:v>0.4437962962911115</c:v>
                </c:pt>
                <c:pt idx="38345">
                  <c:v>0.44380787036789116</c:v>
                </c:pt>
                <c:pt idx="38346">
                  <c:v>0.44381944444467081</c:v>
                </c:pt>
                <c:pt idx="38347">
                  <c:v>0.4438310185141745</c:v>
                </c:pt>
                <c:pt idx="38348">
                  <c:v>0.44384259259095415</c:v>
                </c:pt>
                <c:pt idx="38349">
                  <c:v>0.44385416666773381</c:v>
                </c:pt>
                <c:pt idx="38350">
                  <c:v>0.4438657407372375</c:v>
                </c:pt>
                <c:pt idx="38351">
                  <c:v>0.44387731481401715</c:v>
                </c:pt>
                <c:pt idx="38352">
                  <c:v>0.44388888888352085</c:v>
                </c:pt>
                <c:pt idx="38353">
                  <c:v>0.4439004629603005</c:v>
                </c:pt>
                <c:pt idx="38354">
                  <c:v>0.44391203703708015</c:v>
                </c:pt>
                <c:pt idx="38355">
                  <c:v>0.44392361110658385</c:v>
                </c:pt>
                <c:pt idx="38356">
                  <c:v>0.4439351851833635</c:v>
                </c:pt>
                <c:pt idx="38357">
                  <c:v>0.44394675926014315</c:v>
                </c:pt>
                <c:pt idx="38358">
                  <c:v>0.44395833332964685</c:v>
                </c:pt>
                <c:pt idx="38359">
                  <c:v>0.4439699074064265</c:v>
                </c:pt>
                <c:pt idx="38360">
                  <c:v>0.4439814814759302</c:v>
                </c:pt>
                <c:pt idx="38361">
                  <c:v>0.44399305555270985</c:v>
                </c:pt>
                <c:pt idx="38362">
                  <c:v>0.4440046296294895</c:v>
                </c:pt>
                <c:pt idx="38363">
                  <c:v>0.44401620369899319</c:v>
                </c:pt>
                <c:pt idx="38364">
                  <c:v>0.44402777777577285</c:v>
                </c:pt>
                <c:pt idx="38365">
                  <c:v>0.4440393518525525</c:v>
                </c:pt>
                <c:pt idx="38366">
                  <c:v>0.44405092592205619</c:v>
                </c:pt>
                <c:pt idx="38367">
                  <c:v>0.44406249999883585</c:v>
                </c:pt>
                <c:pt idx="38368">
                  <c:v>0.44407407406833954</c:v>
                </c:pt>
                <c:pt idx="38369">
                  <c:v>0.44408564814511919</c:v>
                </c:pt>
                <c:pt idx="38370">
                  <c:v>0.44409722222189885</c:v>
                </c:pt>
                <c:pt idx="38371">
                  <c:v>0.44410879629140254</c:v>
                </c:pt>
                <c:pt idx="38372">
                  <c:v>0.44412037036818219</c:v>
                </c:pt>
                <c:pt idx="38373">
                  <c:v>0.44413194444496185</c:v>
                </c:pt>
                <c:pt idx="38374">
                  <c:v>0.44414351851446554</c:v>
                </c:pt>
                <c:pt idx="38375">
                  <c:v>0.44415509259124519</c:v>
                </c:pt>
                <c:pt idx="38376">
                  <c:v>0.44416666666074889</c:v>
                </c:pt>
                <c:pt idx="38377">
                  <c:v>0.44417824073752854</c:v>
                </c:pt>
                <c:pt idx="38378">
                  <c:v>0.44418981481430819</c:v>
                </c:pt>
                <c:pt idx="38379">
                  <c:v>0.44420138888381189</c:v>
                </c:pt>
                <c:pt idx="38380">
                  <c:v>0.44421296296059154</c:v>
                </c:pt>
                <c:pt idx="38381">
                  <c:v>0.44422453703737119</c:v>
                </c:pt>
                <c:pt idx="38382">
                  <c:v>0.44423611110687489</c:v>
                </c:pt>
                <c:pt idx="38383">
                  <c:v>0.44424768518365454</c:v>
                </c:pt>
                <c:pt idx="38384">
                  <c:v>0.44425925926043419</c:v>
                </c:pt>
                <c:pt idx="38385">
                  <c:v>0.44427083332993789</c:v>
                </c:pt>
                <c:pt idx="38386">
                  <c:v>0.44428240740671754</c:v>
                </c:pt>
                <c:pt idx="38387">
                  <c:v>0.44429398147622123</c:v>
                </c:pt>
                <c:pt idx="38388">
                  <c:v>0.44430555555300089</c:v>
                </c:pt>
                <c:pt idx="38389">
                  <c:v>0.44431712962978054</c:v>
                </c:pt>
                <c:pt idx="38390">
                  <c:v>0.44432870369928423</c:v>
                </c:pt>
                <c:pt idx="38391">
                  <c:v>0.44434027777606389</c:v>
                </c:pt>
                <c:pt idx="38392">
                  <c:v>0.44435185185284354</c:v>
                </c:pt>
                <c:pt idx="38393">
                  <c:v>0.44436342592234723</c:v>
                </c:pt>
                <c:pt idx="38394">
                  <c:v>0.44437499999912689</c:v>
                </c:pt>
                <c:pt idx="38395">
                  <c:v>0.44438657406863058</c:v>
                </c:pt>
                <c:pt idx="38396">
                  <c:v>0.44439814814541023</c:v>
                </c:pt>
                <c:pt idx="38397">
                  <c:v>0.44440972222218988</c:v>
                </c:pt>
                <c:pt idx="38398">
                  <c:v>0.44442129629169358</c:v>
                </c:pt>
                <c:pt idx="38399">
                  <c:v>0.44443287036847323</c:v>
                </c:pt>
                <c:pt idx="38400">
                  <c:v>0.44444444444525288</c:v>
                </c:pt>
                <c:pt idx="38401">
                  <c:v>0.44445601851475658</c:v>
                </c:pt>
                <c:pt idx="38402">
                  <c:v>0.44446759259153623</c:v>
                </c:pt>
                <c:pt idx="38403">
                  <c:v>0.44447916666103993</c:v>
                </c:pt>
                <c:pt idx="38404">
                  <c:v>0.44449074073781958</c:v>
                </c:pt>
                <c:pt idx="38405">
                  <c:v>0.44450231481459923</c:v>
                </c:pt>
                <c:pt idx="38406">
                  <c:v>0.44451388888410293</c:v>
                </c:pt>
                <c:pt idx="38407">
                  <c:v>0.44452546296088258</c:v>
                </c:pt>
                <c:pt idx="38408">
                  <c:v>0.44453703703766223</c:v>
                </c:pt>
                <c:pt idx="38409">
                  <c:v>0.44454861110716593</c:v>
                </c:pt>
                <c:pt idx="38410">
                  <c:v>0.44456018518394558</c:v>
                </c:pt>
                <c:pt idx="38411">
                  <c:v>0.44457175925344927</c:v>
                </c:pt>
                <c:pt idx="38412">
                  <c:v>0.44458333333022892</c:v>
                </c:pt>
                <c:pt idx="38413">
                  <c:v>0.44459490740700858</c:v>
                </c:pt>
                <c:pt idx="38414">
                  <c:v>0.44460648147651227</c:v>
                </c:pt>
                <c:pt idx="38415">
                  <c:v>0.44461805555329192</c:v>
                </c:pt>
                <c:pt idx="38416">
                  <c:v>0.44462962963007158</c:v>
                </c:pt>
                <c:pt idx="38417">
                  <c:v>0.44464120369957527</c:v>
                </c:pt>
                <c:pt idx="38418">
                  <c:v>0.44465277777635492</c:v>
                </c:pt>
                <c:pt idx="38419">
                  <c:v>0.44466435185313458</c:v>
                </c:pt>
                <c:pt idx="38420">
                  <c:v>0.44467592592263827</c:v>
                </c:pt>
                <c:pt idx="38421">
                  <c:v>0.44468749999941792</c:v>
                </c:pt>
                <c:pt idx="38422">
                  <c:v>0.44469907406892162</c:v>
                </c:pt>
                <c:pt idx="38423">
                  <c:v>0.44471064814570127</c:v>
                </c:pt>
                <c:pt idx="38424">
                  <c:v>0.44472222222248092</c:v>
                </c:pt>
                <c:pt idx="38425">
                  <c:v>0.44473379629198462</c:v>
                </c:pt>
                <c:pt idx="38426">
                  <c:v>0.44474537036876427</c:v>
                </c:pt>
                <c:pt idx="38427">
                  <c:v>0.44475694444554392</c:v>
                </c:pt>
                <c:pt idx="38428">
                  <c:v>0.44476851851504762</c:v>
                </c:pt>
                <c:pt idx="38429">
                  <c:v>0.44478009259182727</c:v>
                </c:pt>
                <c:pt idx="38430">
                  <c:v>0.44479166666133096</c:v>
                </c:pt>
                <c:pt idx="38431">
                  <c:v>0.44480324073811062</c:v>
                </c:pt>
                <c:pt idx="38432">
                  <c:v>0.44481481481489027</c:v>
                </c:pt>
                <c:pt idx="38433">
                  <c:v>0.44482638888439396</c:v>
                </c:pt>
                <c:pt idx="38434">
                  <c:v>0.44483796296117362</c:v>
                </c:pt>
                <c:pt idx="38435">
                  <c:v>0.44484953703795327</c:v>
                </c:pt>
                <c:pt idx="38436">
                  <c:v>0.44486111110745696</c:v>
                </c:pt>
                <c:pt idx="38437">
                  <c:v>0.44487268518423662</c:v>
                </c:pt>
                <c:pt idx="38438">
                  <c:v>0.44488425925374031</c:v>
                </c:pt>
                <c:pt idx="38439">
                  <c:v>0.44489583333051996</c:v>
                </c:pt>
                <c:pt idx="38440">
                  <c:v>0.44490740740729962</c:v>
                </c:pt>
                <c:pt idx="38441">
                  <c:v>0.44491898147680331</c:v>
                </c:pt>
                <c:pt idx="38442">
                  <c:v>0.44493055555358296</c:v>
                </c:pt>
                <c:pt idx="38443">
                  <c:v>0.44494212963036261</c:v>
                </c:pt>
                <c:pt idx="38444">
                  <c:v>0.44495370369986631</c:v>
                </c:pt>
                <c:pt idx="38445">
                  <c:v>0.44496527777664596</c:v>
                </c:pt>
                <c:pt idx="38446">
                  <c:v>0.44497685184614966</c:v>
                </c:pt>
                <c:pt idx="38447">
                  <c:v>0.44498842592292931</c:v>
                </c:pt>
                <c:pt idx="38448">
                  <c:v>0.44499999999970896</c:v>
                </c:pt>
                <c:pt idx="38449">
                  <c:v>0.44501157406921266</c:v>
                </c:pt>
                <c:pt idx="38450">
                  <c:v>0.44502314814599231</c:v>
                </c:pt>
                <c:pt idx="38451">
                  <c:v>0.44503472222277196</c:v>
                </c:pt>
                <c:pt idx="38452">
                  <c:v>0.44504629629227566</c:v>
                </c:pt>
                <c:pt idx="38453">
                  <c:v>0.44505787036905531</c:v>
                </c:pt>
                <c:pt idx="38454">
                  <c:v>0.445069444438559</c:v>
                </c:pt>
                <c:pt idx="38455">
                  <c:v>0.44508101851533866</c:v>
                </c:pt>
                <c:pt idx="38456">
                  <c:v>0.44509259259211831</c:v>
                </c:pt>
                <c:pt idx="38457">
                  <c:v>0.445104166661622</c:v>
                </c:pt>
                <c:pt idx="38458">
                  <c:v>0.44511574073840166</c:v>
                </c:pt>
                <c:pt idx="38459">
                  <c:v>0.44512731481518131</c:v>
                </c:pt>
                <c:pt idx="38460">
                  <c:v>0.445138888884685</c:v>
                </c:pt>
                <c:pt idx="38461">
                  <c:v>0.44515046296146465</c:v>
                </c:pt>
                <c:pt idx="38462">
                  <c:v>0.44516203703824431</c:v>
                </c:pt>
                <c:pt idx="38463">
                  <c:v>0.445173611107748</c:v>
                </c:pt>
                <c:pt idx="38464">
                  <c:v>0.44518518518452765</c:v>
                </c:pt>
                <c:pt idx="38465">
                  <c:v>0.44519675925403135</c:v>
                </c:pt>
                <c:pt idx="38466">
                  <c:v>0.445208333330811</c:v>
                </c:pt>
                <c:pt idx="38467">
                  <c:v>0.44521990740759065</c:v>
                </c:pt>
                <c:pt idx="38468">
                  <c:v>0.44523148147709435</c:v>
                </c:pt>
                <c:pt idx="38469">
                  <c:v>0.445243055553874</c:v>
                </c:pt>
                <c:pt idx="38470">
                  <c:v>0.44525462963065365</c:v>
                </c:pt>
                <c:pt idx="38471">
                  <c:v>0.44526620370015735</c:v>
                </c:pt>
                <c:pt idx="38472">
                  <c:v>0.445277777776937</c:v>
                </c:pt>
                <c:pt idx="38473">
                  <c:v>0.4452893518464407</c:v>
                </c:pt>
                <c:pt idx="38474">
                  <c:v>0.44530092592322035</c:v>
                </c:pt>
                <c:pt idx="38475">
                  <c:v>0.4453125</c:v>
                </c:pt>
                <c:pt idx="38476">
                  <c:v>0.44532407406950369</c:v>
                </c:pt>
                <c:pt idx="38477">
                  <c:v>0.44533564814628335</c:v>
                </c:pt>
                <c:pt idx="38478">
                  <c:v>0.445347222223063</c:v>
                </c:pt>
                <c:pt idx="38479">
                  <c:v>0.44535879629256669</c:v>
                </c:pt>
                <c:pt idx="38480">
                  <c:v>0.44537037036934635</c:v>
                </c:pt>
                <c:pt idx="38481">
                  <c:v>0.44538194443885004</c:v>
                </c:pt>
                <c:pt idx="38482">
                  <c:v>0.44539351851562969</c:v>
                </c:pt>
                <c:pt idx="38483">
                  <c:v>0.44540509259240935</c:v>
                </c:pt>
                <c:pt idx="38484">
                  <c:v>0.44541666666191304</c:v>
                </c:pt>
                <c:pt idx="38485">
                  <c:v>0.44542824073869269</c:v>
                </c:pt>
                <c:pt idx="38486">
                  <c:v>0.44543981481547235</c:v>
                </c:pt>
                <c:pt idx="38487">
                  <c:v>0.44545138888497604</c:v>
                </c:pt>
                <c:pt idx="38488">
                  <c:v>0.44546296296175569</c:v>
                </c:pt>
                <c:pt idx="38489">
                  <c:v>0.44547453703125939</c:v>
                </c:pt>
                <c:pt idx="38490">
                  <c:v>0.44548611110803904</c:v>
                </c:pt>
                <c:pt idx="38491">
                  <c:v>0.44549768518481869</c:v>
                </c:pt>
                <c:pt idx="38492">
                  <c:v>0.44550925925432239</c:v>
                </c:pt>
                <c:pt idx="38493">
                  <c:v>0.44552083333110204</c:v>
                </c:pt>
                <c:pt idx="38494">
                  <c:v>0.44553240740788169</c:v>
                </c:pt>
                <c:pt idx="38495">
                  <c:v>0.44554398147738539</c:v>
                </c:pt>
                <c:pt idx="38496">
                  <c:v>0.44555555555416504</c:v>
                </c:pt>
                <c:pt idx="38497">
                  <c:v>0.44556712963094469</c:v>
                </c:pt>
                <c:pt idx="38498">
                  <c:v>0.44557870370044839</c:v>
                </c:pt>
                <c:pt idx="38499">
                  <c:v>0.44559027777722804</c:v>
                </c:pt>
                <c:pt idx="38500">
                  <c:v>0.44560185184673173</c:v>
                </c:pt>
                <c:pt idx="38501">
                  <c:v>0.44561342592351139</c:v>
                </c:pt>
                <c:pt idx="38502">
                  <c:v>0.44562500000029104</c:v>
                </c:pt>
                <c:pt idx="38503">
                  <c:v>0.44563657406979473</c:v>
                </c:pt>
                <c:pt idx="38504">
                  <c:v>0.44564814814657439</c:v>
                </c:pt>
                <c:pt idx="38505">
                  <c:v>0.44565972222335404</c:v>
                </c:pt>
                <c:pt idx="38506">
                  <c:v>0.44567129629285773</c:v>
                </c:pt>
                <c:pt idx="38507">
                  <c:v>0.44568287036963739</c:v>
                </c:pt>
                <c:pt idx="38508">
                  <c:v>0.44569444443914108</c:v>
                </c:pt>
                <c:pt idx="38509">
                  <c:v>0.44570601851592073</c:v>
                </c:pt>
                <c:pt idx="38510">
                  <c:v>0.44571759259270038</c:v>
                </c:pt>
                <c:pt idx="38511">
                  <c:v>0.44572916666220408</c:v>
                </c:pt>
                <c:pt idx="38512">
                  <c:v>0.44574074073898373</c:v>
                </c:pt>
                <c:pt idx="38513">
                  <c:v>0.44575231481576338</c:v>
                </c:pt>
                <c:pt idx="38514">
                  <c:v>0.44576388888526708</c:v>
                </c:pt>
                <c:pt idx="38515">
                  <c:v>0.44577546296204673</c:v>
                </c:pt>
                <c:pt idx="38516">
                  <c:v>0.44578703703155043</c:v>
                </c:pt>
                <c:pt idx="38517">
                  <c:v>0.44579861110833008</c:v>
                </c:pt>
                <c:pt idx="38518">
                  <c:v>0.44581018518510973</c:v>
                </c:pt>
                <c:pt idx="38519">
                  <c:v>0.44582175925461343</c:v>
                </c:pt>
                <c:pt idx="38520">
                  <c:v>0.44583333333139308</c:v>
                </c:pt>
                <c:pt idx="38521">
                  <c:v>0.44584490740817273</c:v>
                </c:pt>
                <c:pt idx="38522">
                  <c:v>0.44585648147767643</c:v>
                </c:pt>
                <c:pt idx="38523">
                  <c:v>0.44586805555445608</c:v>
                </c:pt>
                <c:pt idx="38524">
                  <c:v>0.44587962962395977</c:v>
                </c:pt>
                <c:pt idx="38525">
                  <c:v>0.44589120370073942</c:v>
                </c:pt>
                <c:pt idx="38526">
                  <c:v>0.44590277777751908</c:v>
                </c:pt>
                <c:pt idx="38527">
                  <c:v>0.44591435184702277</c:v>
                </c:pt>
                <c:pt idx="38528">
                  <c:v>0.44592592592380242</c:v>
                </c:pt>
                <c:pt idx="38529">
                  <c:v>0.44593750000058208</c:v>
                </c:pt>
                <c:pt idx="38530">
                  <c:v>0.44594907407008577</c:v>
                </c:pt>
                <c:pt idx="38531">
                  <c:v>0.44596064814686542</c:v>
                </c:pt>
                <c:pt idx="38532">
                  <c:v>0.44597222221636912</c:v>
                </c:pt>
                <c:pt idx="38533">
                  <c:v>0.44598379629314877</c:v>
                </c:pt>
                <c:pt idx="38534">
                  <c:v>0.44599537036992842</c:v>
                </c:pt>
                <c:pt idx="38535">
                  <c:v>0.44600694443943212</c:v>
                </c:pt>
                <c:pt idx="38536">
                  <c:v>0.44601851851621177</c:v>
                </c:pt>
                <c:pt idx="38537">
                  <c:v>0.44603009259299142</c:v>
                </c:pt>
                <c:pt idx="38538">
                  <c:v>0.44604166666249512</c:v>
                </c:pt>
                <c:pt idx="38539">
                  <c:v>0.44605324073927477</c:v>
                </c:pt>
                <c:pt idx="38540">
                  <c:v>0.44606481481605442</c:v>
                </c:pt>
                <c:pt idx="38541">
                  <c:v>0.44607638888555812</c:v>
                </c:pt>
                <c:pt idx="38542">
                  <c:v>0.44608796296233777</c:v>
                </c:pt>
                <c:pt idx="38543">
                  <c:v>0.44609953703184146</c:v>
                </c:pt>
                <c:pt idx="38544">
                  <c:v>0.44611111110862112</c:v>
                </c:pt>
                <c:pt idx="38545">
                  <c:v>0.44612268518540077</c:v>
                </c:pt>
                <c:pt idx="38546">
                  <c:v>0.44613425925490446</c:v>
                </c:pt>
                <c:pt idx="38547">
                  <c:v>0.44614583333168412</c:v>
                </c:pt>
                <c:pt idx="38548">
                  <c:v>0.44615740740846377</c:v>
                </c:pt>
                <c:pt idx="38549">
                  <c:v>0.44616898147796746</c:v>
                </c:pt>
                <c:pt idx="38550">
                  <c:v>0.44618055555474712</c:v>
                </c:pt>
                <c:pt idx="38551">
                  <c:v>0.44619212962425081</c:v>
                </c:pt>
                <c:pt idx="38552">
                  <c:v>0.44620370370103046</c:v>
                </c:pt>
                <c:pt idx="38553">
                  <c:v>0.44621527777781012</c:v>
                </c:pt>
                <c:pt idx="38554">
                  <c:v>0.44622685184731381</c:v>
                </c:pt>
                <c:pt idx="38555">
                  <c:v>0.44623842592409346</c:v>
                </c:pt>
                <c:pt idx="38556">
                  <c:v>0.44625000000087311</c:v>
                </c:pt>
                <c:pt idx="38557">
                  <c:v>0.44626157407037681</c:v>
                </c:pt>
                <c:pt idx="38558">
                  <c:v>0.44627314814715646</c:v>
                </c:pt>
                <c:pt idx="38559">
                  <c:v>0.44628472221666016</c:v>
                </c:pt>
                <c:pt idx="38560">
                  <c:v>0.44629629629343981</c:v>
                </c:pt>
                <c:pt idx="38561">
                  <c:v>0.44630787037021946</c:v>
                </c:pt>
                <c:pt idx="38562">
                  <c:v>0.44631944443972316</c:v>
                </c:pt>
                <c:pt idx="38563">
                  <c:v>0.44633101851650281</c:v>
                </c:pt>
                <c:pt idx="38564">
                  <c:v>0.44634259259328246</c:v>
                </c:pt>
                <c:pt idx="38565">
                  <c:v>0.44635416666278616</c:v>
                </c:pt>
                <c:pt idx="38566">
                  <c:v>0.44636574073956581</c:v>
                </c:pt>
                <c:pt idx="38567">
                  <c:v>0.4463773148090695</c:v>
                </c:pt>
                <c:pt idx="38568">
                  <c:v>0.44638888888584916</c:v>
                </c:pt>
                <c:pt idx="38569">
                  <c:v>0.44640046296262881</c:v>
                </c:pt>
                <c:pt idx="38570">
                  <c:v>0.4464120370321325</c:v>
                </c:pt>
                <c:pt idx="38571">
                  <c:v>0.44642361110891216</c:v>
                </c:pt>
                <c:pt idx="38572">
                  <c:v>0.44643518518569181</c:v>
                </c:pt>
                <c:pt idx="38573">
                  <c:v>0.4464467592551955</c:v>
                </c:pt>
                <c:pt idx="38574">
                  <c:v>0.44645833333197515</c:v>
                </c:pt>
                <c:pt idx="38575">
                  <c:v>0.44646990740147885</c:v>
                </c:pt>
                <c:pt idx="38576">
                  <c:v>0.4464814814782585</c:v>
                </c:pt>
                <c:pt idx="38577">
                  <c:v>0.44649305555503815</c:v>
                </c:pt>
                <c:pt idx="38578">
                  <c:v>0.44650462962454185</c:v>
                </c:pt>
                <c:pt idx="38579">
                  <c:v>0.4465162037013215</c:v>
                </c:pt>
                <c:pt idx="38580">
                  <c:v>0.44652777777810115</c:v>
                </c:pt>
                <c:pt idx="38581">
                  <c:v>0.44653935184760485</c:v>
                </c:pt>
                <c:pt idx="38582">
                  <c:v>0.4465509259243845</c:v>
                </c:pt>
                <c:pt idx="38583">
                  <c:v>0.44656250000116415</c:v>
                </c:pt>
                <c:pt idx="38584">
                  <c:v>0.44657407407066785</c:v>
                </c:pt>
                <c:pt idx="38585">
                  <c:v>0.4465856481474475</c:v>
                </c:pt>
                <c:pt idx="38586">
                  <c:v>0.4465972222169512</c:v>
                </c:pt>
                <c:pt idx="38587">
                  <c:v>0.44660879629373085</c:v>
                </c:pt>
                <c:pt idx="38588">
                  <c:v>0.4466203703705105</c:v>
                </c:pt>
                <c:pt idx="38589">
                  <c:v>0.44663194444001419</c:v>
                </c:pt>
                <c:pt idx="38590">
                  <c:v>0.44664351851679385</c:v>
                </c:pt>
                <c:pt idx="38591">
                  <c:v>0.4466550925935735</c:v>
                </c:pt>
                <c:pt idx="38592">
                  <c:v>0.44666666666307719</c:v>
                </c:pt>
                <c:pt idx="38593">
                  <c:v>0.44667824073985685</c:v>
                </c:pt>
                <c:pt idx="38594">
                  <c:v>0.44668981480936054</c:v>
                </c:pt>
                <c:pt idx="38595">
                  <c:v>0.44670138888614019</c:v>
                </c:pt>
                <c:pt idx="38596">
                  <c:v>0.44671296296291985</c:v>
                </c:pt>
                <c:pt idx="38597">
                  <c:v>0.44672453703242354</c:v>
                </c:pt>
                <c:pt idx="38598">
                  <c:v>0.44673611110920319</c:v>
                </c:pt>
                <c:pt idx="38599">
                  <c:v>0.44674768518598285</c:v>
                </c:pt>
                <c:pt idx="38600">
                  <c:v>0.44675925925548654</c:v>
                </c:pt>
                <c:pt idx="38601">
                  <c:v>0.44677083333226619</c:v>
                </c:pt>
                <c:pt idx="38602">
                  <c:v>0.44678240740176989</c:v>
                </c:pt>
                <c:pt idx="38603">
                  <c:v>0.44679398147854954</c:v>
                </c:pt>
                <c:pt idx="38604">
                  <c:v>0.44680555555532919</c:v>
                </c:pt>
                <c:pt idx="38605">
                  <c:v>0.44681712962483289</c:v>
                </c:pt>
                <c:pt idx="38606">
                  <c:v>0.44682870370161254</c:v>
                </c:pt>
                <c:pt idx="38607">
                  <c:v>0.44684027777839219</c:v>
                </c:pt>
                <c:pt idx="38608">
                  <c:v>0.44685185184789589</c:v>
                </c:pt>
                <c:pt idx="38609">
                  <c:v>0.44686342592467554</c:v>
                </c:pt>
                <c:pt idx="38610">
                  <c:v>0.44687499999417923</c:v>
                </c:pt>
                <c:pt idx="38611">
                  <c:v>0.44688657407095889</c:v>
                </c:pt>
                <c:pt idx="38612">
                  <c:v>0.44689814814773854</c:v>
                </c:pt>
                <c:pt idx="38613">
                  <c:v>0.44690972221724223</c:v>
                </c:pt>
                <c:pt idx="38614">
                  <c:v>0.44692129629402189</c:v>
                </c:pt>
                <c:pt idx="38615">
                  <c:v>0.44693287037080154</c:v>
                </c:pt>
                <c:pt idx="38616">
                  <c:v>0.44694444444030523</c:v>
                </c:pt>
                <c:pt idx="38617">
                  <c:v>0.44695601851708489</c:v>
                </c:pt>
                <c:pt idx="38618">
                  <c:v>0.44696759259386454</c:v>
                </c:pt>
                <c:pt idx="38619">
                  <c:v>0.44697916666336823</c:v>
                </c:pt>
                <c:pt idx="38620">
                  <c:v>0.44699074074014788</c:v>
                </c:pt>
                <c:pt idx="38621">
                  <c:v>0.44700231480965158</c:v>
                </c:pt>
                <c:pt idx="38622">
                  <c:v>0.44701388888643123</c:v>
                </c:pt>
                <c:pt idx="38623">
                  <c:v>0.44702546296321088</c:v>
                </c:pt>
                <c:pt idx="38624">
                  <c:v>0.44703703703271458</c:v>
                </c:pt>
                <c:pt idx="38625">
                  <c:v>0.44704861110949423</c:v>
                </c:pt>
                <c:pt idx="38626">
                  <c:v>0.44706018518627388</c:v>
                </c:pt>
                <c:pt idx="38627">
                  <c:v>0.44707175925577758</c:v>
                </c:pt>
                <c:pt idx="38628">
                  <c:v>0.44708333333255723</c:v>
                </c:pt>
                <c:pt idx="38629">
                  <c:v>0.44709490740206093</c:v>
                </c:pt>
                <c:pt idx="38630">
                  <c:v>0.44710648147884058</c:v>
                </c:pt>
                <c:pt idx="38631">
                  <c:v>0.44711805555562023</c:v>
                </c:pt>
                <c:pt idx="38632">
                  <c:v>0.44712962962512393</c:v>
                </c:pt>
                <c:pt idx="38633">
                  <c:v>0.44714120370190358</c:v>
                </c:pt>
                <c:pt idx="38634">
                  <c:v>0.44715277777868323</c:v>
                </c:pt>
                <c:pt idx="38635">
                  <c:v>0.44716435184818693</c:v>
                </c:pt>
                <c:pt idx="38636">
                  <c:v>0.44717592592496658</c:v>
                </c:pt>
                <c:pt idx="38637">
                  <c:v>0.44718749999447027</c:v>
                </c:pt>
                <c:pt idx="38638">
                  <c:v>0.44719907407124992</c:v>
                </c:pt>
                <c:pt idx="38639">
                  <c:v>0.44721064814802958</c:v>
                </c:pt>
                <c:pt idx="38640">
                  <c:v>0.44722222221753327</c:v>
                </c:pt>
                <c:pt idx="38641">
                  <c:v>0.44723379629431292</c:v>
                </c:pt>
                <c:pt idx="38642">
                  <c:v>0.44724537037109258</c:v>
                </c:pt>
                <c:pt idx="38643">
                  <c:v>0.44725694444059627</c:v>
                </c:pt>
                <c:pt idx="38644">
                  <c:v>0.44726851851737592</c:v>
                </c:pt>
                <c:pt idx="38645">
                  <c:v>0.44728009258687962</c:v>
                </c:pt>
                <c:pt idx="38646">
                  <c:v>0.44729166666365927</c:v>
                </c:pt>
                <c:pt idx="38647">
                  <c:v>0.44730324074043892</c:v>
                </c:pt>
                <c:pt idx="38648">
                  <c:v>0.44731481480994262</c:v>
                </c:pt>
                <c:pt idx="38649">
                  <c:v>0.44732638888672227</c:v>
                </c:pt>
                <c:pt idx="38650">
                  <c:v>0.44733796296350192</c:v>
                </c:pt>
                <c:pt idx="38651">
                  <c:v>0.44734953703300562</c:v>
                </c:pt>
                <c:pt idx="38652">
                  <c:v>0.44736111110978527</c:v>
                </c:pt>
                <c:pt idx="38653">
                  <c:v>0.44737268517928896</c:v>
                </c:pt>
                <c:pt idx="38654">
                  <c:v>0.44738425925606862</c:v>
                </c:pt>
                <c:pt idx="38655">
                  <c:v>0.44739583333284827</c:v>
                </c:pt>
                <c:pt idx="38656">
                  <c:v>0.44740740740235196</c:v>
                </c:pt>
                <c:pt idx="38657">
                  <c:v>0.44741898147913162</c:v>
                </c:pt>
                <c:pt idx="38658">
                  <c:v>0.44743055555591127</c:v>
                </c:pt>
                <c:pt idx="38659">
                  <c:v>0.44744212962541496</c:v>
                </c:pt>
                <c:pt idx="38660">
                  <c:v>0.44745370370219462</c:v>
                </c:pt>
                <c:pt idx="38661">
                  <c:v>0.44746527777897427</c:v>
                </c:pt>
                <c:pt idx="38662">
                  <c:v>0.44747685184847796</c:v>
                </c:pt>
                <c:pt idx="38663">
                  <c:v>0.44748842592525762</c:v>
                </c:pt>
                <c:pt idx="38664">
                  <c:v>0.44749999999476131</c:v>
                </c:pt>
                <c:pt idx="38665">
                  <c:v>0.44751157407154096</c:v>
                </c:pt>
                <c:pt idx="38666">
                  <c:v>0.44752314814832062</c:v>
                </c:pt>
                <c:pt idx="38667">
                  <c:v>0.44753472221782431</c:v>
                </c:pt>
                <c:pt idx="38668">
                  <c:v>0.44754629629460396</c:v>
                </c:pt>
                <c:pt idx="38669">
                  <c:v>0.44755787037138361</c:v>
                </c:pt>
                <c:pt idx="38670">
                  <c:v>0.44756944444088731</c:v>
                </c:pt>
                <c:pt idx="38671">
                  <c:v>0.44758101851766696</c:v>
                </c:pt>
                <c:pt idx="38672">
                  <c:v>0.44759259258717066</c:v>
                </c:pt>
                <c:pt idx="38673">
                  <c:v>0.44760416666395031</c:v>
                </c:pt>
                <c:pt idx="38674">
                  <c:v>0.44761574074072996</c:v>
                </c:pt>
                <c:pt idx="38675">
                  <c:v>0.44762731481023366</c:v>
                </c:pt>
                <c:pt idx="38676">
                  <c:v>0.44763888888701331</c:v>
                </c:pt>
                <c:pt idx="38677">
                  <c:v>0.44765046296379296</c:v>
                </c:pt>
                <c:pt idx="38678">
                  <c:v>0.44766203703329666</c:v>
                </c:pt>
                <c:pt idx="38679">
                  <c:v>0.44767361111007631</c:v>
                </c:pt>
                <c:pt idx="38680">
                  <c:v>0.44768518517958</c:v>
                </c:pt>
                <c:pt idx="38681">
                  <c:v>0.44769675925635966</c:v>
                </c:pt>
                <c:pt idx="38682">
                  <c:v>0.44770833333313931</c:v>
                </c:pt>
                <c:pt idx="38683">
                  <c:v>0.447719907402643</c:v>
                </c:pt>
                <c:pt idx="38684">
                  <c:v>0.44773148147942265</c:v>
                </c:pt>
                <c:pt idx="38685">
                  <c:v>0.44774305555620231</c:v>
                </c:pt>
                <c:pt idx="38686">
                  <c:v>0.447754629625706</c:v>
                </c:pt>
                <c:pt idx="38687">
                  <c:v>0.44776620370248565</c:v>
                </c:pt>
                <c:pt idx="38688">
                  <c:v>0.44777777777198935</c:v>
                </c:pt>
                <c:pt idx="38689">
                  <c:v>0.447789351848769</c:v>
                </c:pt>
                <c:pt idx="38690">
                  <c:v>0.44780092592554865</c:v>
                </c:pt>
                <c:pt idx="38691">
                  <c:v>0.44781249999505235</c:v>
                </c:pt>
                <c:pt idx="38692">
                  <c:v>0.447824074071832</c:v>
                </c:pt>
                <c:pt idx="38693">
                  <c:v>0.44783564814861165</c:v>
                </c:pt>
                <c:pt idx="38694">
                  <c:v>0.44784722221811535</c:v>
                </c:pt>
                <c:pt idx="38695">
                  <c:v>0.447858796294895</c:v>
                </c:pt>
                <c:pt idx="38696">
                  <c:v>0.44787037037167465</c:v>
                </c:pt>
                <c:pt idx="38697">
                  <c:v>0.44788194444117835</c:v>
                </c:pt>
                <c:pt idx="38698">
                  <c:v>0.447893518517958</c:v>
                </c:pt>
                <c:pt idx="38699">
                  <c:v>0.4479050925874617</c:v>
                </c:pt>
                <c:pt idx="38700">
                  <c:v>0.44791666666424135</c:v>
                </c:pt>
                <c:pt idx="38701">
                  <c:v>0.447928240741021</c:v>
                </c:pt>
                <c:pt idx="38702">
                  <c:v>0.44793981481052469</c:v>
                </c:pt>
                <c:pt idx="38703">
                  <c:v>0.44795138888730435</c:v>
                </c:pt>
                <c:pt idx="38704">
                  <c:v>0.447962962964084</c:v>
                </c:pt>
                <c:pt idx="38705">
                  <c:v>0.44797453703358769</c:v>
                </c:pt>
                <c:pt idx="38706">
                  <c:v>0.44798611111036735</c:v>
                </c:pt>
                <c:pt idx="38707">
                  <c:v>0.44799768517987104</c:v>
                </c:pt>
                <c:pt idx="38708">
                  <c:v>0.44800925925665069</c:v>
                </c:pt>
                <c:pt idx="38709">
                  <c:v>0.44802083333343035</c:v>
                </c:pt>
                <c:pt idx="38710">
                  <c:v>0.44803240740293404</c:v>
                </c:pt>
                <c:pt idx="38711">
                  <c:v>0.44804398147971369</c:v>
                </c:pt>
                <c:pt idx="38712">
                  <c:v>0.44805555555649335</c:v>
                </c:pt>
                <c:pt idx="38713">
                  <c:v>0.44806712962599704</c:v>
                </c:pt>
                <c:pt idx="38714">
                  <c:v>0.44807870370277669</c:v>
                </c:pt>
                <c:pt idx="38715">
                  <c:v>0.44809027777228039</c:v>
                </c:pt>
                <c:pt idx="38716">
                  <c:v>0.44810185184906004</c:v>
                </c:pt>
                <c:pt idx="38717">
                  <c:v>0.44811342592583969</c:v>
                </c:pt>
                <c:pt idx="38718">
                  <c:v>0.44812499999534339</c:v>
                </c:pt>
                <c:pt idx="38719">
                  <c:v>0.44813657407212304</c:v>
                </c:pt>
                <c:pt idx="38720">
                  <c:v>0.44814814814890269</c:v>
                </c:pt>
                <c:pt idx="38721">
                  <c:v>0.44815972221840639</c:v>
                </c:pt>
                <c:pt idx="38722">
                  <c:v>0.44817129629518604</c:v>
                </c:pt>
                <c:pt idx="38723">
                  <c:v>0.44818287036468973</c:v>
                </c:pt>
                <c:pt idx="38724">
                  <c:v>0.44819444444146939</c:v>
                </c:pt>
                <c:pt idx="38725">
                  <c:v>0.44820601851824904</c:v>
                </c:pt>
                <c:pt idx="38726">
                  <c:v>0.44821759258775273</c:v>
                </c:pt>
                <c:pt idx="38727">
                  <c:v>0.44822916666453239</c:v>
                </c:pt>
                <c:pt idx="38728">
                  <c:v>0.44824074074131204</c:v>
                </c:pt>
                <c:pt idx="38729">
                  <c:v>0.44825231481081573</c:v>
                </c:pt>
                <c:pt idx="38730">
                  <c:v>0.44826388888759539</c:v>
                </c:pt>
                <c:pt idx="38731">
                  <c:v>0.44827546295709908</c:v>
                </c:pt>
                <c:pt idx="38732">
                  <c:v>0.44828703703387873</c:v>
                </c:pt>
                <c:pt idx="38733">
                  <c:v>0.44829861111065838</c:v>
                </c:pt>
                <c:pt idx="38734">
                  <c:v>0.44831018518016208</c:v>
                </c:pt>
                <c:pt idx="38735">
                  <c:v>0.44832175925694173</c:v>
                </c:pt>
                <c:pt idx="38736">
                  <c:v>0.44833333333372138</c:v>
                </c:pt>
                <c:pt idx="38737">
                  <c:v>0.44834490740322508</c:v>
                </c:pt>
                <c:pt idx="38738">
                  <c:v>0.44835648148000473</c:v>
                </c:pt>
                <c:pt idx="38739">
                  <c:v>0.44836805555678438</c:v>
                </c:pt>
                <c:pt idx="38740">
                  <c:v>0.44837962962628808</c:v>
                </c:pt>
                <c:pt idx="38741">
                  <c:v>0.44839120370306773</c:v>
                </c:pt>
                <c:pt idx="38742">
                  <c:v>0.44840277777257143</c:v>
                </c:pt>
                <c:pt idx="38743">
                  <c:v>0.44841435184935108</c:v>
                </c:pt>
                <c:pt idx="38744">
                  <c:v>0.44842592592613073</c:v>
                </c:pt>
                <c:pt idx="38745">
                  <c:v>0.44843749999563443</c:v>
                </c:pt>
                <c:pt idx="38746">
                  <c:v>0.44844907407241408</c:v>
                </c:pt>
                <c:pt idx="38747">
                  <c:v>0.44846064814919373</c:v>
                </c:pt>
                <c:pt idx="38748">
                  <c:v>0.44847222221869742</c:v>
                </c:pt>
                <c:pt idx="38749">
                  <c:v>0.44848379629547708</c:v>
                </c:pt>
                <c:pt idx="38750">
                  <c:v>0.44849537036498077</c:v>
                </c:pt>
                <c:pt idx="38751">
                  <c:v>0.44850694444176042</c:v>
                </c:pt>
                <c:pt idx="38752">
                  <c:v>0.44851851851854008</c:v>
                </c:pt>
                <c:pt idx="38753">
                  <c:v>0.44853009258804377</c:v>
                </c:pt>
                <c:pt idx="38754">
                  <c:v>0.44854166666482342</c:v>
                </c:pt>
                <c:pt idx="38755">
                  <c:v>0.44855324074160308</c:v>
                </c:pt>
                <c:pt idx="38756">
                  <c:v>0.44856481481110677</c:v>
                </c:pt>
                <c:pt idx="38757">
                  <c:v>0.44857638888788642</c:v>
                </c:pt>
                <c:pt idx="38758">
                  <c:v>0.44858796295739012</c:v>
                </c:pt>
                <c:pt idx="38759">
                  <c:v>0.44859953703416977</c:v>
                </c:pt>
                <c:pt idx="38760">
                  <c:v>0.44861111111094942</c:v>
                </c:pt>
                <c:pt idx="38761">
                  <c:v>0.44862268518045312</c:v>
                </c:pt>
                <c:pt idx="38762">
                  <c:v>0.44863425925723277</c:v>
                </c:pt>
                <c:pt idx="38763">
                  <c:v>0.44864583333401242</c:v>
                </c:pt>
                <c:pt idx="38764">
                  <c:v>0.44865740740351612</c:v>
                </c:pt>
                <c:pt idx="38765">
                  <c:v>0.44866898148029577</c:v>
                </c:pt>
                <c:pt idx="38766">
                  <c:v>0.44868055554979946</c:v>
                </c:pt>
                <c:pt idx="38767">
                  <c:v>0.44869212962657912</c:v>
                </c:pt>
                <c:pt idx="38768">
                  <c:v>0.44870370370335877</c:v>
                </c:pt>
                <c:pt idx="38769">
                  <c:v>0.44871527777286246</c:v>
                </c:pt>
                <c:pt idx="38770">
                  <c:v>0.44872685184964212</c:v>
                </c:pt>
                <c:pt idx="38771">
                  <c:v>0.44873842592642177</c:v>
                </c:pt>
                <c:pt idx="38772">
                  <c:v>0.44874999999592546</c:v>
                </c:pt>
                <c:pt idx="38773">
                  <c:v>0.44876157407270512</c:v>
                </c:pt>
                <c:pt idx="38774">
                  <c:v>0.44877314814948477</c:v>
                </c:pt>
                <c:pt idx="38775">
                  <c:v>0.44878472221898846</c:v>
                </c:pt>
                <c:pt idx="38776">
                  <c:v>0.44879629629576812</c:v>
                </c:pt>
                <c:pt idx="38777">
                  <c:v>0.44880787036527181</c:v>
                </c:pt>
                <c:pt idx="38778">
                  <c:v>0.44881944444205146</c:v>
                </c:pt>
                <c:pt idx="38779">
                  <c:v>0.44883101851883112</c:v>
                </c:pt>
                <c:pt idx="38780">
                  <c:v>0.44884259258833481</c:v>
                </c:pt>
                <c:pt idx="38781">
                  <c:v>0.44885416666511446</c:v>
                </c:pt>
                <c:pt idx="38782">
                  <c:v>0.44886574074189411</c:v>
                </c:pt>
                <c:pt idx="38783">
                  <c:v>0.44887731481139781</c:v>
                </c:pt>
                <c:pt idx="38784">
                  <c:v>0.44888888888817746</c:v>
                </c:pt>
                <c:pt idx="38785">
                  <c:v>0.44890046295768116</c:v>
                </c:pt>
                <c:pt idx="38786">
                  <c:v>0.44891203703446081</c:v>
                </c:pt>
                <c:pt idx="38787">
                  <c:v>0.44892361111124046</c:v>
                </c:pt>
                <c:pt idx="38788">
                  <c:v>0.44893518518074416</c:v>
                </c:pt>
                <c:pt idx="38789">
                  <c:v>0.44894675925752381</c:v>
                </c:pt>
                <c:pt idx="38790">
                  <c:v>0.44895833333430346</c:v>
                </c:pt>
                <c:pt idx="38791">
                  <c:v>0.44896990740380716</c:v>
                </c:pt>
                <c:pt idx="38792">
                  <c:v>0.44898148148058681</c:v>
                </c:pt>
                <c:pt idx="38793">
                  <c:v>0.4489930555500905</c:v>
                </c:pt>
                <c:pt idx="38794">
                  <c:v>0.44900462962687016</c:v>
                </c:pt>
                <c:pt idx="38795">
                  <c:v>0.44901620370364981</c:v>
                </c:pt>
                <c:pt idx="38796">
                  <c:v>0.4490277777731535</c:v>
                </c:pt>
                <c:pt idx="38797">
                  <c:v>0.44903935184993315</c:v>
                </c:pt>
                <c:pt idx="38798">
                  <c:v>0.44905092592671281</c:v>
                </c:pt>
                <c:pt idx="38799">
                  <c:v>0.4490624999962165</c:v>
                </c:pt>
                <c:pt idx="38800">
                  <c:v>0.44907407407299615</c:v>
                </c:pt>
                <c:pt idx="38801">
                  <c:v>0.44908564814249985</c:v>
                </c:pt>
                <c:pt idx="38802">
                  <c:v>0.4490972222192795</c:v>
                </c:pt>
                <c:pt idx="38803">
                  <c:v>0.44910879629605915</c:v>
                </c:pt>
                <c:pt idx="38804">
                  <c:v>0.44912037036556285</c:v>
                </c:pt>
                <c:pt idx="38805">
                  <c:v>0.4491319444423425</c:v>
                </c:pt>
                <c:pt idx="38806">
                  <c:v>0.44914351851912215</c:v>
                </c:pt>
                <c:pt idx="38807">
                  <c:v>0.44915509258862585</c:v>
                </c:pt>
                <c:pt idx="38808">
                  <c:v>0.4491666666654055</c:v>
                </c:pt>
                <c:pt idx="38809">
                  <c:v>0.4491782407349092</c:v>
                </c:pt>
                <c:pt idx="38810">
                  <c:v>0.44918981481168885</c:v>
                </c:pt>
                <c:pt idx="38811">
                  <c:v>0.4492013888884685</c:v>
                </c:pt>
                <c:pt idx="38812">
                  <c:v>0.44921296295797219</c:v>
                </c:pt>
                <c:pt idx="38813">
                  <c:v>0.44922453703475185</c:v>
                </c:pt>
                <c:pt idx="38814">
                  <c:v>0.4492361111115315</c:v>
                </c:pt>
                <c:pt idx="38815">
                  <c:v>0.44924768518103519</c:v>
                </c:pt>
                <c:pt idx="38816">
                  <c:v>0.44925925925781485</c:v>
                </c:pt>
                <c:pt idx="38817">
                  <c:v>0.4492708333345945</c:v>
                </c:pt>
                <c:pt idx="38818">
                  <c:v>0.44928240740409819</c:v>
                </c:pt>
                <c:pt idx="38819">
                  <c:v>0.44929398148087785</c:v>
                </c:pt>
                <c:pt idx="38820">
                  <c:v>0.44930555555038154</c:v>
                </c:pt>
                <c:pt idx="38821">
                  <c:v>0.44931712962716119</c:v>
                </c:pt>
                <c:pt idx="38822">
                  <c:v>0.44932870370394085</c:v>
                </c:pt>
                <c:pt idx="38823">
                  <c:v>0.44934027777344454</c:v>
                </c:pt>
                <c:pt idx="38824">
                  <c:v>0.44935185185022419</c:v>
                </c:pt>
                <c:pt idx="38825">
                  <c:v>0.44936342592700385</c:v>
                </c:pt>
                <c:pt idx="38826">
                  <c:v>0.44937499999650754</c:v>
                </c:pt>
                <c:pt idx="38827">
                  <c:v>0.44938657407328719</c:v>
                </c:pt>
                <c:pt idx="38828">
                  <c:v>0.44939814814279089</c:v>
                </c:pt>
                <c:pt idx="38829">
                  <c:v>0.44940972221957054</c:v>
                </c:pt>
                <c:pt idx="38830">
                  <c:v>0.44942129629635019</c:v>
                </c:pt>
                <c:pt idx="38831">
                  <c:v>0.44943287036585389</c:v>
                </c:pt>
                <c:pt idx="38832">
                  <c:v>0.44944444444263354</c:v>
                </c:pt>
                <c:pt idx="38833">
                  <c:v>0.44945601851941319</c:v>
                </c:pt>
                <c:pt idx="38834">
                  <c:v>0.44946759258891689</c:v>
                </c:pt>
                <c:pt idx="38835">
                  <c:v>0.44947916666569654</c:v>
                </c:pt>
                <c:pt idx="38836">
                  <c:v>0.44949074073520023</c:v>
                </c:pt>
                <c:pt idx="38837">
                  <c:v>0.44950231481197989</c:v>
                </c:pt>
                <c:pt idx="38838">
                  <c:v>0.44951388888875954</c:v>
                </c:pt>
                <c:pt idx="38839">
                  <c:v>0.44952546295826323</c:v>
                </c:pt>
                <c:pt idx="38840">
                  <c:v>0.44953703703504289</c:v>
                </c:pt>
                <c:pt idx="38841">
                  <c:v>0.44954861111182254</c:v>
                </c:pt>
                <c:pt idx="38842">
                  <c:v>0.44956018518132623</c:v>
                </c:pt>
                <c:pt idx="38843">
                  <c:v>0.44957175925810589</c:v>
                </c:pt>
                <c:pt idx="38844">
                  <c:v>0.44958333332760958</c:v>
                </c:pt>
                <c:pt idx="38845">
                  <c:v>0.44959490740438923</c:v>
                </c:pt>
                <c:pt idx="38846">
                  <c:v>0.44960648148116888</c:v>
                </c:pt>
                <c:pt idx="38847">
                  <c:v>0.44961805555067258</c:v>
                </c:pt>
                <c:pt idx="38848">
                  <c:v>0.44962962962745223</c:v>
                </c:pt>
                <c:pt idx="38849">
                  <c:v>0.44964120370423188</c:v>
                </c:pt>
                <c:pt idx="38850">
                  <c:v>0.44965277777373558</c:v>
                </c:pt>
                <c:pt idx="38851">
                  <c:v>0.44966435185051523</c:v>
                </c:pt>
                <c:pt idx="38852">
                  <c:v>0.44967592592001893</c:v>
                </c:pt>
                <c:pt idx="38853">
                  <c:v>0.44968749999679858</c:v>
                </c:pt>
                <c:pt idx="38854">
                  <c:v>0.44969907407357823</c:v>
                </c:pt>
                <c:pt idx="38855">
                  <c:v>0.44971064814308193</c:v>
                </c:pt>
                <c:pt idx="38856">
                  <c:v>0.44972222221986158</c:v>
                </c:pt>
                <c:pt idx="38857">
                  <c:v>0.44973379629664123</c:v>
                </c:pt>
                <c:pt idx="38858">
                  <c:v>0.44974537036614493</c:v>
                </c:pt>
                <c:pt idx="38859">
                  <c:v>0.44975694444292458</c:v>
                </c:pt>
                <c:pt idx="38860">
                  <c:v>0.44976851851970423</c:v>
                </c:pt>
                <c:pt idx="38861">
                  <c:v>0.44978009258920792</c:v>
                </c:pt>
                <c:pt idx="38862">
                  <c:v>0.44979166666598758</c:v>
                </c:pt>
                <c:pt idx="38863">
                  <c:v>0.44980324073549127</c:v>
                </c:pt>
                <c:pt idx="38864">
                  <c:v>0.44981481481227092</c:v>
                </c:pt>
                <c:pt idx="38865">
                  <c:v>0.44982638888905058</c:v>
                </c:pt>
                <c:pt idx="38866">
                  <c:v>0.44983796295855427</c:v>
                </c:pt>
                <c:pt idx="38867">
                  <c:v>0.44984953703533392</c:v>
                </c:pt>
                <c:pt idx="38868">
                  <c:v>0.44986111111211358</c:v>
                </c:pt>
                <c:pt idx="38869">
                  <c:v>0.44987268518161727</c:v>
                </c:pt>
                <c:pt idx="38870">
                  <c:v>0.44988425925839692</c:v>
                </c:pt>
                <c:pt idx="38871">
                  <c:v>0.44989583332790062</c:v>
                </c:pt>
                <c:pt idx="38872">
                  <c:v>0.44990740740468027</c:v>
                </c:pt>
                <c:pt idx="38873">
                  <c:v>0.44991898148145992</c:v>
                </c:pt>
                <c:pt idx="38874">
                  <c:v>0.44993055555096362</c:v>
                </c:pt>
                <c:pt idx="38875">
                  <c:v>0.44994212962774327</c:v>
                </c:pt>
                <c:pt idx="38876">
                  <c:v>0.44995370370452292</c:v>
                </c:pt>
                <c:pt idx="38877">
                  <c:v>0.44996527777402662</c:v>
                </c:pt>
                <c:pt idx="38878">
                  <c:v>0.44997685185080627</c:v>
                </c:pt>
                <c:pt idx="38879">
                  <c:v>0.44998842592030996</c:v>
                </c:pt>
                <c:pt idx="38880">
                  <c:v>0.44999999999708962</c:v>
                </c:pt>
                <c:pt idx="38881">
                  <c:v>0.45001157407386927</c:v>
                </c:pt>
                <c:pt idx="38882">
                  <c:v>0.45002314814337296</c:v>
                </c:pt>
                <c:pt idx="38883">
                  <c:v>0.45003472222015262</c:v>
                </c:pt>
                <c:pt idx="38884">
                  <c:v>0.45004629629693227</c:v>
                </c:pt>
                <c:pt idx="38885">
                  <c:v>0.45005787036643596</c:v>
                </c:pt>
                <c:pt idx="38886">
                  <c:v>0.45006944444321562</c:v>
                </c:pt>
                <c:pt idx="38887">
                  <c:v>0.45008101851271931</c:v>
                </c:pt>
                <c:pt idx="38888">
                  <c:v>0.45009259258949896</c:v>
                </c:pt>
                <c:pt idx="38889">
                  <c:v>0.45010416666627862</c:v>
                </c:pt>
                <c:pt idx="38890">
                  <c:v>0.45011574073578231</c:v>
                </c:pt>
                <c:pt idx="38891">
                  <c:v>0.45012731481256196</c:v>
                </c:pt>
                <c:pt idx="38892">
                  <c:v>0.45013888888934162</c:v>
                </c:pt>
                <c:pt idx="38893">
                  <c:v>0.45015046295884531</c:v>
                </c:pt>
                <c:pt idx="38894">
                  <c:v>0.45016203703562496</c:v>
                </c:pt>
                <c:pt idx="38895">
                  <c:v>0.45017361111240461</c:v>
                </c:pt>
                <c:pt idx="38896">
                  <c:v>0.45018518518190831</c:v>
                </c:pt>
                <c:pt idx="38897">
                  <c:v>0.45019675925868796</c:v>
                </c:pt>
                <c:pt idx="38898">
                  <c:v>0.45020833332819166</c:v>
                </c:pt>
                <c:pt idx="38899">
                  <c:v>0.45021990740497131</c:v>
                </c:pt>
                <c:pt idx="38900">
                  <c:v>0.45023148148175096</c:v>
                </c:pt>
                <c:pt idx="38901">
                  <c:v>0.45024305555125466</c:v>
                </c:pt>
                <c:pt idx="38902">
                  <c:v>0.45025462962803431</c:v>
                </c:pt>
                <c:pt idx="38903">
                  <c:v>0.45026620370481396</c:v>
                </c:pt>
                <c:pt idx="38904">
                  <c:v>0.45027777777431766</c:v>
                </c:pt>
                <c:pt idx="38905">
                  <c:v>0.45028935185109731</c:v>
                </c:pt>
                <c:pt idx="38906">
                  <c:v>0.450300925920601</c:v>
                </c:pt>
                <c:pt idx="38907">
                  <c:v>0.45031249999738066</c:v>
                </c:pt>
                <c:pt idx="38908">
                  <c:v>0.45032407407416031</c:v>
                </c:pt>
                <c:pt idx="38909">
                  <c:v>0.450335648143664</c:v>
                </c:pt>
                <c:pt idx="38910">
                  <c:v>0.45034722222044365</c:v>
                </c:pt>
                <c:pt idx="38911">
                  <c:v>0.45035879629722331</c:v>
                </c:pt>
                <c:pt idx="38912">
                  <c:v>0.450370370366727</c:v>
                </c:pt>
                <c:pt idx="38913">
                  <c:v>0.45038194444350665</c:v>
                </c:pt>
                <c:pt idx="38914">
                  <c:v>0.45039351851301035</c:v>
                </c:pt>
                <c:pt idx="38915">
                  <c:v>0.45040509258979</c:v>
                </c:pt>
                <c:pt idx="38916">
                  <c:v>0.45041666666656965</c:v>
                </c:pt>
                <c:pt idx="38917">
                  <c:v>0.45042824073607335</c:v>
                </c:pt>
                <c:pt idx="38918">
                  <c:v>0.450439814812853</c:v>
                </c:pt>
                <c:pt idx="38919">
                  <c:v>0.45045138888963265</c:v>
                </c:pt>
                <c:pt idx="38920">
                  <c:v>0.45046296295913635</c:v>
                </c:pt>
                <c:pt idx="38921">
                  <c:v>0.450474537035916</c:v>
                </c:pt>
                <c:pt idx="38922">
                  <c:v>0.4504861111054197</c:v>
                </c:pt>
                <c:pt idx="38923">
                  <c:v>0.45049768518219935</c:v>
                </c:pt>
                <c:pt idx="38924">
                  <c:v>0.450509259258979</c:v>
                </c:pt>
                <c:pt idx="38925">
                  <c:v>0.45052083332848269</c:v>
                </c:pt>
                <c:pt idx="38926">
                  <c:v>0.45053240740526235</c:v>
                </c:pt>
                <c:pt idx="38927">
                  <c:v>0.450543981482042</c:v>
                </c:pt>
                <c:pt idx="38928">
                  <c:v>0.45055555555154569</c:v>
                </c:pt>
                <c:pt idx="38929">
                  <c:v>0.45056712962832535</c:v>
                </c:pt>
                <c:pt idx="38930">
                  <c:v>0.45057870369782904</c:v>
                </c:pt>
                <c:pt idx="38931">
                  <c:v>0.45059027777460869</c:v>
                </c:pt>
                <c:pt idx="38932">
                  <c:v>0.45060185185138835</c:v>
                </c:pt>
                <c:pt idx="38933">
                  <c:v>0.45061342592089204</c:v>
                </c:pt>
                <c:pt idx="38934">
                  <c:v>0.45062499999767169</c:v>
                </c:pt>
                <c:pt idx="38935">
                  <c:v>0.45063657407445135</c:v>
                </c:pt>
                <c:pt idx="38936">
                  <c:v>0.45064814814395504</c:v>
                </c:pt>
                <c:pt idx="38937">
                  <c:v>0.45065972222073469</c:v>
                </c:pt>
                <c:pt idx="38938">
                  <c:v>0.45067129629751435</c:v>
                </c:pt>
                <c:pt idx="38939">
                  <c:v>0.45068287036701804</c:v>
                </c:pt>
                <c:pt idx="38940">
                  <c:v>0.45069444444379769</c:v>
                </c:pt>
                <c:pt idx="38941">
                  <c:v>0.45070601851330139</c:v>
                </c:pt>
                <c:pt idx="38942">
                  <c:v>0.45071759259008104</c:v>
                </c:pt>
                <c:pt idx="38943">
                  <c:v>0.45072916666686069</c:v>
                </c:pt>
                <c:pt idx="38944">
                  <c:v>0.45074074073636439</c:v>
                </c:pt>
                <c:pt idx="38945">
                  <c:v>0.45075231481314404</c:v>
                </c:pt>
                <c:pt idx="38946">
                  <c:v>0.45076388888992369</c:v>
                </c:pt>
                <c:pt idx="38947">
                  <c:v>0.45077546295942739</c:v>
                </c:pt>
                <c:pt idx="38948">
                  <c:v>0.45078703703620704</c:v>
                </c:pt>
                <c:pt idx="38949">
                  <c:v>0.45079861110571073</c:v>
                </c:pt>
                <c:pt idx="38950">
                  <c:v>0.45081018518249039</c:v>
                </c:pt>
                <c:pt idx="38951">
                  <c:v>0.45082175925927004</c:v>
                </c:pt>
                <c:pt idx="38952">
                  <c:v>0.45083333332877373</c:v>
                </c:pt>
                <c:pt idx="38953">
                  <c:v>0.45084490740555339</c:v>
                </c:pt>
                <c:pt idx="38954">
                  <c:v>0.45085648148233304</c:v>
                </c:pt>
                <c:pt idx="38955">
                  <c:v>0.45086805555183673</c:v>
                </c:pt>
                <c:pt idx="38956">
                  <c:v>0.45087962962861639</c:v>
                </c:pt>
                <c:pt idx="38957">
                  <c:v>0.45089120369812008</c:v>
                </c:pt>
                <c:pt idx="38958">
                  <c:v>0.45090277777489973</c:v>
                </c:pt>
                <c:pt idx="38959">
                  <c:v>0.45091435185167938</c:v>
                </c:pt>
                <c:pt idx="38960">
                  <c:v>0.45092592592118308</c:v>
                </c:pt>
                <c:pt idx="38961">
                  <c:v>0.45093749999796273</c:v>
                </c:pt>
                <c:pt idx="38962">
                  <c:v>0.45094907407474238</c:v>
                </c:pt>
                <c:pt idx="38963">
                  <c:v>0.45096064814424608</c:v>
                </c:pt>
                <c:pt idx="38964">
                  <c:v>0.45097222222102573</c:v>
                </c:pt>
                <c:pt idx="38965">
                  <c:v>0.45098379629052943</c:v>
                </c:pt>
                <c:pt idx="38966">
                  <c:v>0.45099537036730908</c:v>
                </c:pt>
                <c:pt idx="38967">
                  <c:v>0.45100694444408873</c:v>
                </c:pt>
                <c:pt idx="38968">
                  <c:v>0.45101851851359243</c:v>
                </c:pt>
                <c:pt idx="38969">
                  <c:v>0.45103009259037208</c:v>
                </c:pt>
                <c:pt idx="38970">
                  <c:v>0.45104166666715173</c:v>
                </c:pt>
                <c:pt idx="38971">
                  <c:v>0.45105324073665543</c:v>
                </c:pt>
                <c:pt idx="38972">
                  <c:v>0.45106481481343508</c:v>
                </c:pt>
                <c:pt idx="38973">
                  <c:v>0.45107638889021473</c:v>
                </c:pt>
                <c:pt idx="38974">
                  <c:v>0.45108796295971842</c:v>
                </c:pt>
                <c:pt idx="38975">
                  <c:v>0.45109953703649808</c:v>
                </c:pt>
                <c:pt idx="38976">
                  <c:v>0.45111111110600177</c:v>
                </c:pt>
                <c:pt idx="38977">
                  <c:v>0.45112268518278142</c:v>
                </c:pt>
                <c:pt idx="38978">
                  <c:v>0.45113425925956108</c:v>
                </c:pt>
                <c:pt idx="38979">
                  <c:v>0.45114583332906477</c:v>
                </c:pt>
                <c:pt idx="38980">
                  <c:v>0.45115740740584442</c:v>
                </c:pt>
                <c:pt idx="38981">
                  <c:v>0.45116898148262408</c:v>
                </c:pt>
                <c:pt idx="38982">
                  <c:v>0.45118055555212777</c:v>
                </c:pt>
                <c:pt idx="38983">
                  <c:v>0.45119212962890742</c:v>
                </c:pt>
                <c:pt idx="38984">
                  <c:v>0.45120370369841112</c:v>
                </c:pt>
                <c:pt idx="38985">
                  <c:v>0.45121527777519077</c:v>
                </c:pt>
                <c:pt idx="38986">
                  <c:v>0.45122685185197042</c:v>
                </c:pt>
                <c:pt idx="38987">
                  <c:v>0.45123842592147412</c:v>
                </c:pt>
                <c:pt idx="38988">
                  <c:v>0.45124999999825377</c:v>
                </c:pt>
                <c:pt idx="38989">
                  <c:v>0.45126157407503342</c:v>
                </c:pt>
                <c:pt idx="38990">
                  <c:v>0.45127314814453712</c:v>
                </c:pt>
                <c:pt idx="38991">
                  <c:v>0.45128472222131677</c:v>
                </c:pt>
                <c:pt idx="38992">
                  <c:v>0.45129629629082046</c:v>
                </c:pt>
                <c:pt idx="38993">
                  <c:v>0.45130787036760012</c:v>
                </c:pt>
                <c:pt idx="38994">
                  <c:v>0.45131944444437977</c:v>
                </c:pt>
                <c:pt idx="38995">
                  <c:v>0.45133101851388346</c:v>
                </c:pt>
                <c:pt idx="38996">
                  <c:v>0.45134259259066312</c:v>
                </c:pt>
                <c:pt idx="38997">
                  <c:v>0.45135416666744277</c:v>
                </c:pt>
                <c:pt idx="38998">
                  <c:v>0.45136574073694646</c:v>
                </c:pt>
                <c:pt idx="38999">
                  <c:v>0.45137731481372612</c:v>
                </c:pt>
                <c:pt idx="39000">
                  <c:v>0.45138888888322981</c:v>
                </c:pt>
                <c:pt idx="39001">
                  <c:v>0.45140046296000946</c:v>
                </c:pt>
                <c:pt idx="39002">
                  <c:v>0.45141203703678912</c:v>
                </c:pt>
                <c:pt idx="39003">
                  <c:v>0.45142361110629281</c:v>
                </c:pt>
                <c:pt idx="39004">
                  <c:v>0.45143518518307246</c:v>
                </c:pt>
                <c:pt idx="39005">
                  <c:v>0.45144675925985212</c:v>
                </c:pt>
                <c:pt idx="39006">
                  <c:v>0.45145833332935581</c:v>
                </c:pt>
                <c:pt idx="39007">
                  <c:v>0.45146990740613546</c:v>
                </c:pt>
                <c:pt idx="39008">
                  <c:v>0.45148148147563916</c:v>
                </c:pt>
                <c:pt idx="39009">
                  <c:v>0.45149305555241881</c:v>
                </c:pt>
                <c:pt idx="39010">
                  <c:v>0.45150462962919846</c:v>
                </c:pt>
                <c:pt idx="39011">
                  <c:v>0.45151620369870216</c:v>
                </c:pt>
                <c:pt idx="39012">
                  <c:v>0.45152777777548181</c:v>
                </c:pt>
                <c:pt idx="39013">
                  <c:v>0.45153935185226146</c:v>
                </c:pt>
                <c:pt idx="39014">
                  <c:v>0.45155092592176516</c:v>
                </c:pt>
                <c:pt idx="39015">
                  <c:v>0.45156249999854481</c:v>
                </c:pt>
                <c:pt idx="39016">
                  <c:v>0.45157407407532446</c:v>
                </c:pt>
                <c:pt idx="39017">
                  <c:v>0.45158564814482816</c:v>
                </c:pt>
                <c:pt idx="39018">
                  <c:v>0.45159722222160781</c:v>
                </c:pt>
                <c:pt idx="39019">
                  <c:v>0.4516087962911115</c:v>
                </c:pt>
                <c:pt idx="39020">
                  <c:v>0.45162037036789116</c:v>
                </c:pt>
                <c:pt idx="39021">
                  <c:v>0.45163194444467081</c:v>
                </c:pt>
                <c:pt idx="39022">
                  <c:v>0.4516435185141745</c:v>
                </c:pt>
                <c:pt idx="39023">
                  <c:v>0.45165509259095415</c:v>
                </c:pt>
                <c:pt idx="39024">
                  <c:v>0.45166666666773381</c:v>
                </c:pt>
                <c:pt idx="39025">
                  <c:v>0.4516782407372375</c:v>
                </c:pt>
                <c:pt idx="39026">
                  <c:v>0.45168981481401715</c:v>
                </c:pt>
                <c:pt idx="39027">
                  <c:v>0.45170138888352085</c:v>
                </c:pt>
                <c:pt idx="39028">
                  <c:v>0.4517129629603005</c:v>
                </c:pt>
                <c:pt idx="39029">
                  <c:v>0.45172453703708015</c:v>
                </c:pt>
                <c:pt idx="39030">
                  <c:v>0.45173611110658385</c:v>
                </c:pt>
                <c:pt idx="39031">
                  <c:v>0.4517476851833635</c:v>
                </c:pt>
                <c:pt idx="39032">
                  <c:v>0.45175925926014315</c:v>
                </c:pt>
                <c:pt idx="39033">
                  <c:v>0.45177083332964685</c:v>
                </c:pt>
                <c:pt idx="39034">
                  <c:v>0.4517824074064265</c:v>
                </c:pt>
                <c:pt idx="39035">
                  <c:v>0.4517939814759302</c:v>
                </c:pt>
                <c:pt idx="39036">
                  <c:v>0.45180555555270985</c:v>
                </c:pt>
                <c:pt idx="39037">
                  <c:v>0.4518171296294895</c:v>
                </c:pt>
                <c:pt idx="39038">
                  <c:v>0.45182870369899319</c:v>
                </c:pt>
                <c:pt idx="39039">
                  <c:v>0.45184027777577285</c:v>
                </c:pt>
                <c:pt idx="39040">
                  <c:v>0.4518518518525525</c:v>
                </c:pt>
                <c:pt idx="39041">
                  <c:v>0.45186342592205619</c:v>
                </c:pt>
                <c:pt idx="39042">
                  <c:v>0.45187499999883585</c:v>
                </c:pt>
                <c:pt idx="39043">
                  <c:v>0.45188657406833954</c:v>
                </c:pt>
                <c:pt idx="39044">
                  <c:v>0.45189814814511919</c:v>
                </c:pt>
                <c:pt idx="39045">
                  <c:v>0.45190972222189885</c:v>
                </c:pt>
                <c:pt idx="39046">
                  <c:v>0.45192129629140254</c:v>
                </c:pt>
                <c:pt idx="39047">
                  <c:v>0.45193287036818219</c:v>
                </c:pt>
                <c:pt idx="39048">
                  <c:v>0.45194444444496185</c:v>
                </c:pt>
                <c:pt idx="39049">
                  <c:v>0.45195601851446554</c:v>
                </c:pt>
                <c:pt idx="39050">
                  <c:v>0.45196759259124519</c:v>
                </c:pt>
                <c:pt idx="39051">
                  <c:v>0.45197916666074889</c:v>
                </c:pt>
                <c:pt idx="39052">
                  <c:v>0.45199074073752854</c:v>
                </c:pt>
                <c:pt idx="39053">
                  <c:v>0.45200231481430819</c:v>
                </c:pt>
                <c:pt idx="39054">
                  <c:v>0.45201388888381189</c:v>
                </c:pt>
                <c:pt idx="39055">
                  <c:v>0.45202546296059154</c:v>
                </c:pt>
                <c:pt idx="39056">
                  <c:v>0.45203703703737119</c:v>
                </c:pt>
                <c:pt idx="39057">
                  <c:v>0.45204861110687489</c:v>
                </c:pt>
                <c:pt idx="39058">
                  <c:v>0.45206018518365454</c:v>
                </c:pt>
                <c:pt idx="39059">
                  <c:v>0.45207175926043419</c:v>
                </c:pt>
                <c:pt idx="39060">
                  <c:v>0.45208333332993789</c:v>
                </c:pt>
                <c:pt idx="39061">
                  <c:v>0.45209490740671754</c:v>
                </c:pt>
                <c:pt idx="39062">
                  <c:v>0.45210648147622123</c:v>
                </c:pt>
                <c:pt idx="39063">
                  <c:v>0.45211805555300089</c:v>
                </c:pt>
                <c:pt idx="39064">
                  <c:v>0.45212962962978054</c:v>
                </c:pt>
                <c:pt idx="39065">
                  <c:v>0.45214120369928423</c:v>
                </c:pt>
                <c:pt idx="39066">
                  <c:v>0.45215277777606389</c:v>
                </c:pt>
                <c:pt idx="39067">
                  <c:v>0.45216435185284354</c:v>
                </c:pt>
                <c:pt idx="39068">
                  <c:v>0.45217592592234723</c:v>
                </c:pt>
                <c:pt idx="39069">
                  <c:v>0.45218749999912689</c:v>
                </c:pt>
                <c:pt idx="39070">
                  <c:v>0.45219907406863058</c:v>
                </c:pt>
                <c:pt idx="39071">
                  <c:v>0.45221064814541023</c:v>
                </c:pt>
                <c:pt idx="39072">
                  <c:v>0.45222222222218988</c:v>
                </c:pt>
                <c:pt idx="39073">
                  <c:v>0.45223379629169358</c:v>
                </c:pt>
                <c:pt idx="39074">
                  <c:v>0.45224537036847323</c:v>
                </c:pt>
                <c:pt idx="39075">
                  <c:v>0.45225694444525288</c:v>
                </c:pt>
                <c:pt idx="39076">
                  <c:v>0.45226851851475658</c:v>
                </c:pt>
                <c:pt idx="39077">
                  <c:v>0.45228009259153623</c:v>
                </c:pt>
                <c:pt idx="39078">
                  <c:v>0.45229166666103993</c:v>
                </c:pt>
                <c:pt idx="39079">
                  <c:v>0.45230324073781958</c:v>
                </c:pt>
                <c:pt idx="39080">
                  <c:v>0.45231481481459923</c:v>
                </c:pt>
                <c:pt idx="39081">
                  <c:v>0.45232638888410293</c:v>
                </c:pt>
                <c:pt idx="39082">
                  <c:v>0.45233796296088258</c:v>
                </c:pt>
                <c:pt idx="39083">
                  <c:v>0.45234953703766223</c:v>
                </c:pt>
                <c:pt idx="39084">
                  <c:v>0.45236111110716593</c:v>
                </c:pt>
                <c:pt idx="39085">
                  <c:v>0.45237268518394558</c:v>
                </c:pt>
                <c:pt idx="39086">
                  <c:v>0.45238425925344927</c:v>
                </c:pt>
                <c:pt idx="39087">
                  <c:v>0.45239583333022892</c:v>
                </c:pt>
                <c:pt idx="39088">
                  <c:v>0.45240740740700858</c:v>
                </c:pt>
                <c:pt idx="39089">
                  <c:v>0.45241898147651227</c:v>
                </c:pt>
                <c:pt idx="39090">
                  <c:v>0.45243055555329192</c:v>
                </c:pt>
                <c:pt idx="39091">
                  <c:v>0.45244212963007158</c:v>
                </c:pt>
                <c:pt idx="39092">
                  <c:v>0.45245370369957527</c:v>
                </c:pt>
                <c:pt idx="39093">
                  <c:v>0.45246527777635492</c:v>
                </c:pt>
                <c:pt idx="39094">
                  <c:v>0.45247685185313458</c:v>
                </c:pt>
                <c:pt idx="39095">
                  <c:v>0.45248842592263827</c:v>
                </c:pt>
                <c:pt idx="39096">
                  <c:v>0.45249999999941792</c:v>
                </c:pt>
                <c:pt idx="39097">
                  <c:v>0.45251157406892162</c:v>
                </c:pt>
                <c:pt idx="39098">
                  <c:v>0.45252314814570127</c:v>
                </c:pt>
                <c:pt idx="39099">
                  <c:v>0.45253472222248092</c:v>
                </c:pt>
                <c:pt idx="39100">
                  <c:v>0.45254629629198462</c:v>
                </c:pt>
                <c:pt idx="39101">
                  <c:v>0.45255787036876427</c:v>
                </c:pt>
                <c:pt idx="39102">
                  <c:v>0.45256944444554392</c:v>
                </c:pt>
                <c:pt idx="39103">
                  <c:v>0.45258101851504762</c:v>
                </c:pt>
                <c:pt idx="39104">
                  <c:v>0.45259259259182727</c:v>
                </c:pt>
                <c:pt idx="39105">
                  <c:v>0.45260416666133096</c:v>
                </c:pt>
                <c:pt idx="39106">
                  <c:v>0.45261574073811062</c:v>
                </c:pt>
                <c:pt idx="39107">
                  <c:v>0.45262731481489027</c:v>
                </c:pt>
                <c:pt idx="39108">
                  <c:v>0.45263888888439396</c:v>
                </c:pt>
                <c:pt idx="39109">
                  <c:v>0.45265046296117362</c:v>
                </c:pt>
                <c:pt idx="39110">
                  <c:v>0.45266203703795327</c:v>
                </c:pt>
                <c:pt idx="39111">
                  <c:v>0.45267361110745696</c:v>
                </c:pt>
                <c:pt idx="39112">
                  <c:v>0.45268518518423662</c:v>
                </c:pt>
                <c:pt idx="39113">
                  <c:v>0.45269675925374031</c:v>
                </c:pt>
                <c:pt idx="39114">
                  <c:v>0.45270833333051996</c:v>
                </c:pt>
                <c:pt idx="39115">
                  <c:v>0.45271990740729962</c:v>
                </c:pt>
                <c:pt idx="39116">
                  <c:v>0.45273148147680331</c:v>
                </c:pt>
                <c:pt idx="39117">
                  <c:v>0.45274305555358296</c:v>
                </c:pt>
                <c:pt idx="39118">
                  <c:v>0.45275462963036261</c:v>
                </c:pt>
                <c:pt idx="39119">
                  <c:v>0.45276620369986631</c:v>
                </c:pt>
                <c:pt idx="39120">
                  <c:v>0.45277777777664596</c:v>
                </c:pt>
                <c:pt idx="39121">
                  <c:v>0.45278935184614966</c:v>
                </c:pt>
                <c:pt idx="39122">
                  <c:v>0.45280092592292931</c:v>
                </c:pt>
                <c:pt idx="39123">
                  <c:v>0.45281249999970896</c:v>
                </c:pt>
                <c:pt idx="39124">
                  <c:v>0.45282407406921266</c:v>
                </c:pt>
                <c:pt idx="39125">
                  <c:v>0.45283564814599231</c:v>
                </c:pt>
                <c:pt idx="39126">
                  <c:v>0.45284722222277196</c:v>
                </c:pt>
                <c:pt idx="39127">
                  <c:v>0.45285879629227566</c:v>
                </c:pt>
                <c:pt idx="39128">
                  <c:v>0.45287037036905531</c:v>
                </c:pt>
                <c:pt idx="39129">
                  <c:v>0.452881944438559</c:v>
                </c:pt>
                <c:pt idx="39130">
                  <c:v>0.45289351851533866</c:v>
                </c:pt>
                <c:pt idx="39131">
                  <c:v>0.45290509259211831</c:v>
                </c:pt>
                <c:pt idx="39132">
                  <c:v>0.452916666661622</c:v>
                </c:pt>
                <c:pt idx="39133">
                  <c:v>0.45292824073840166</c:v>
                </c:pt>
                <c:pt idx="39134">
                  <c:v>0.45293981481518131</c:v>
                </c:pt>
                <c:pt idx="39135">
                  <c:v>0.452951388884685</c:v>
                </c:pt>
                <c:pt idx="39136">
                  <c:v>0.45296296296146465</c:v>
                </c:pt>
                <c:pt idx="39137">
                  <c:v>0.45297453703824431</c:v>
                </c:pt>
                <c:pt idx="39138">
                  <c:v>0.452986111107748</c:v>
                </c:pt>
                <c:pt idx="39139">
                  <c:v>0.45299768518452765</c:v>
                </c:pt>
                <c:pt idx="39140">
                  <c:v>0.45300925925403135</c:v>
                </c:pt>
                <c:pt idx="39141">
                  <c:v>0.453020833330811</c:v>
                </c:pt>
                <c:pt idx="39142">
                  <c:v>0.45303240740759065</c:v>
                </c:pt>
                <c:pt idx="39143">
                  <c:v>0.45304398147709435</c:v>
                </c:pt>
                <c:pt idx="39144">
                  <c:v>0.453055555553874</c:v>
                </c:pt>
                <c:pt idx="39145">
                  <c:v>0.45306712963065365</c:v>
                </c:pt>
                <c:pt idx="39146">
                  <c:v>0.45307870370015735</c:v>
                </c:pt>
                <c:pt idx="39147">
                  <c:v>0.453090277776937</c:v>
                </c:pt>
                <c:pt idx="39148">
                  <c:v>0.4531018518464407</c:v>
                </c:pt>
                <c:pt idx="39149">
                  <c:v>0.45311342592322035</c:v>
                </c:pt>
                <c:pt idx="39150">
                  <c:v>0.453125</c:v>
                </c:pt>
                <c:pt idx="39151">
                  <c:v>0.45313657406950369</c:v>
                </c:pt>
                <c:pt idx="39152">
                  <c:v>0.45314814814628335</c:v>
                </c:pt>
                <c:pt idx="39153">
                  <c:v>0.453159722223063</c:v>
                </c:pt>
                <c:pt idx="39154">
                  <c:v>0.45317129629256669</c:v>
                </c:pt>
                <c:pt idx="39155">
                  <c:v>0.45318287036934635</c:v>
                </c:pt>
                <c:pt idx="39156">
                  <c:v>0.45319444443885004</c:v>
                </c:pt>
                <c:pt idx="39157">
                  <c:v>0.45320601851562969</c:v>
                </c:pt>
                <c:pt idx="39158">
                  <c:v>0.45321759259240935</c:v>
                </c:pt>
                <c:pt idx="39159">
                  <c:v>0.45322916666191304</c:v>
                </c:pt>
                <c:pt idx="39160">
                  <c:v>0.45324074073869269</c:v>
                </c:pt>
                <c:pt idx="39161">
                  <c:v>0.45325231481547235</c:v>
                </c:pt>
                <c:pt idx="39162">
                  <c:v>0.45326388888497604</c:v>
                </c:pt>
                <c:pt idx="39163">
                  <c:v>0.45327546296175569</c:v>
                </c:pt>
                <c:pt idx="39164">
                  <c:v>0.45328703703125939</c:v>
                </c:pt>
                <c:pt idx="39165">
                  <c:v>0.45329861110803904</c:v>
                </c:pt>
                <c:pt idx="39166">
                  <c:v>0.45331018518481869</c:v>
                </c:pt>
                <c:pt idx="39167">
                  <c:v>0.45332175925432239</c:v>
                </c:pt>
                <c:pt idx="39168">
                  <c:v>0.45333333333110204</c:v>
                </c:pt>
                <c:pt idx="39169">
                  <c:v>0.45334490740788169</c:v>
                </c:pt>
                <c:pt idx="39170">
                  <c:v>0.45335648147738539</c:v>
                </c:pt>
                <c:pt idx="39171">
                  <c:v>0.45336805555416504</c:v>
                </c:pt>
                <c:pt idx="39172">
                  <c:v>0.45337962963094469</c:v>
                </c:pt>
                <c:pt idx="39173">
                  <c:v>0.45339120370044839</c:v>
                </c:pt>
                <c:pt idx="39174">
                  <c:v>0.45340277777722804</c:v>
                </c:pt>
                <c:pt idx="39175">
                  <c:v>0.45341435184673173</c:v>
                </c:pt>
                <c:pt idx="39176">
                  <c:v>0.45342592592351139</c:v>
                </c:pt>
                <c:pt idx="39177">
                  <c:v>0.45343750000029104</c:v>
                </c:pt>
                <c:pt idx="39178">
                  <c:v>0.45344907406979473</c:v>
                </c:pt>
                <c:pt idx="39179">
                  <c:v>0.45346064814657439</c:v>
                </c:pt>
                <c:pt idx="39180">
                  <c:v>0.45347222222335404</c:v>
                </c:pt>
                <c:pt idx="39181">
                  <c:v>0.45348379629285773</c:v>
                </c:pt>
                <c:pt idx="39182">
                  <c:v>0.45349537036963739</c:v>
                </c:pt>
                <c:pt idx="39183">
                  <c:v>0.45350694443914108</c:v>
                </c:pt>
                <c:pt idx="39184">
                  <c:v>0.45351851851592073</c:v>
                </c:pt>
                <c:pt idx="39185">
                  <c:v>0.45353009259270038</c:v>
                </c:pt>
                <c:pt idx="39186">
                  <c:v>0.45354166666220408</c:v>
                </c:pt>
                <c:pt idx="39187">
                  <c:v>0.45355324073898373</c:v>
                </c:pt>
                <c:pt idx="39188">
                  <c:v>0.45356481481576338</c:v>
                </c:pt>
                <c:pt idx="39189">
                  <c:v>0.45357638888526708</c:v>
                </c:pt>
                <c:pt idx="39190">
                  <c:v>0.45358796296204673</c:v>
                </c:pt>
                <c:pt idx="39191">
                  <c:v>0.45359953703155043</c:v>
                </c:pt>
                <c:pt idx="39192">
                  <c:v>0.45361111110833008</c:v>
                </c:pt>
                <c:pt idx="39193">
                  <c:v>0.45362268518510973</c:v>
                </c:pt>
                <c:pt idx="39194">
                  <c:v>0.45363425925461343</c:v>
                </c:pt>
                <c:pt idx="39195">
                  <c:v>0.45364583333139308</c:v>
                </c:pt>
                <c:pt idx="39196">
                  <c:v>0.45365740740817273</c:v>
                </c:pt>
                <c:pt idx="39197">
                  <c:v>0.45366898147767643</c:v>
                </c:pt>
                <c:pt idx="39198">
                  <c:v>0.45368055555445608</c:v>
                </c:pt>
                <c:pt idx="39199">
                  <c:v>0.45369212962395977</c:v>
                </c:pt>
                <c:pt idx="39200">
                  <c:v>0.45370370370073942</c:v>
                </c:pt>
                <c:pt idx="39201">
                  <c:v>0.45371527777751908</c:v>
                </c:pt>
                <c:pt idx="39202">
                  <c:v>0.45372685184702277</c:v>
                </c:pt>
                <c:pt idx="39203">
                  <c:v>0.45373842592380242</c:v>
                </c:pt>
                <c:pt idx="39204">
                  <c:v>0.45375000000058208</c:v>
                </c:pt>
                <c:pt idx="39205">
                  <c:v>0.45376157407008577</c:v>
                </c:pt>
                <c:pt idx="39206">
                  <c:v>0.45377314814686542</c:v>
                </c:pt>
                <c:pt idx="39207">
                  <c:v>0.45378472221636912</c:v>
                </c:pt>
                <c:pt idx="39208">
                  <c:v>0.45379629629314877</c:v>
                </c:pt>
                <c:pt idx="39209">
                  <c:v>0.45380787036992842</c:v>
                </c:pt>
                <c:pt idx="39210">
                  <c:v>0.45381944443943212</c:v>
                </c:pt>
                <c:pt idx="39211">
                  <c:v>0.45383101851621177</c:v>
                </c:pt>
                <c:pt idx="39212">
                  <c:v>0.45384259259299142</c:v>
                </c:pt>
                <c:pt idx="39213">
                  <c:v>0.45385416666249512</c:v>
                </c:pt>
                <c:pt idx="39214">
                  <c:v>0.45386574073927477</c:v>
                </c:pt>
                <c:pt idx="39215">
                  <c:v>0.45387731481605442</c:v>
                </c:pt>
                <c:pt idx="39216">
                  <c:v>0.45388888888555812</c:v>
                </c:pt>
                <c:pt idx="39217">
                  <c:v>0.45390046296233777</c:v>
                </c:pt>
                <c:pt idx="39218">
                  <c:v>0.45391203703184146</c:v>
                </c:pt>
                <c:pt idx="39219">
                  <c:v>0.45392361110862112</c:v>
                </c:pt>
                <c:pt idx="39220">
                  <c:v>0.45393518518540077</c:v>
                </c:pt>
                <c:pt idx="39221">
                  <c:v>0.45394675925490446</c:v>
                </c:pt>
                <c:pt idx="39222">
                  <c:v>0.45395833333168412</c:v>
                </c:pt>
                <c:pt idx="39223">
                  <c:v>0.45396990740846377</c:v>
                </c:pt>
                <c:pt idx="39224">
                  <c:v>0.45398148147796746</c:v>
                </c:pt>
                <c:pt idx="39225">
                  <c:v>0.45399305555474712</c:v>
                </c:pt>
                <c:pt idx="39226">
                  <c:v>0.45400462962425081</c:v>
                </c:pt>
                <c:pt idx="39227">
                  <c:v>0.45401620370103046</c:v>
                </c:pt>
                <c:pt idx="39228">
                  <c:v>0.45402777777781012</c:v>
                </c:pt>
                <c:pt idx="39229">
                  <c:v>0.45403935184731381</c:v>
                </c:pt>
                <c:pt idx="39230">
                  <c:v>0.45405092592409346</c:v>
                </c:pt>
                <c:pt idx="39231">
                  <c:v>0.45406250000087311</c:v>
                </c:pt>
                <c:pt idx="39232">
                  <c:v>0.45407407407037681</c:v>
                </c:pt>
                <c:pt idx="39233">
                  <c:v>0.45408564814715646</c:v>
                </c:pt>
                <c:pt idx="39234">
                  <c:v>0.45409722221666016</c:v>
                </c:pt>
                <c:pt idx="39235">
                  <c:v>0.45410879629343981</c:v>
                </c:pt>
                <c:pt idx="39236">
                  <c:v>0.45412037037021946</c:v>
                </c:pt>
                <c:pt idx="39237">
                  <c:v>0.45413194443972316</c:v>
                </c:pt>
                <c:pt idx="39238">
                  <c:v>0.45414351851650281</c:v>
                </c:pt>
                <c:pt idx="39239">
                  <c:v>0.45415509259328246</c:v>
                </c:pt>
                <c:pt idx="39240">
                  <c:v>0.45416666666278616</c:v>
                </c:pt>
                <c:pt idx="39241">
                  <c:v>0.45417824073956581</c:v>
                </c:pt>
                <c:pt idx="39242">
                  <c:v>0.4541898148090695</c:v>
                </c:pt>
                <c:pt idx="39243">
                  <c:v>0.45420138888584916</c:v>
                </c:pt>
                <c:pt idx="39244">
                  <c:v>0.45421296296262881</c:v>
                </c:pt>
                <c:pt idx="39245">
                  <c:v>0.4542245370321325</c:v>
                </c:pt>
                <c:pt idx="39246">
                  <c:v>0.45423611110891216</c:v>
                </c:pt>
                <c:pt idx="39247">
                  <c:v>0.45424768518569181</c:v>
                </c:pt>
                <c:pt idx="39248">
                  <c:v>0.4542592592551955</c:v>
                </c:pt>
                <c:pt idx="39249">
                  <c:v>0.45427083333197515</c:v>
                </c:pt>
                <c:pt idx="39250">
                  <c:v>0.45428240740147885</c:v>
                </c:pt>
                <c:pt idx="39251">
                  <c:v>0.4542939814782585</c:v>
                </c:pt>
                <c:pt idx="39252">
                  <c:v>0.45430555555503815</c:v>
                </c:pt>
                <c:pt idx="39253">
                  <c:v>0.45431712962454185</c:v>
                </c:pt>
                <c:pt idx="39254">
                  <c:v>0.4543287037013215</c:v>
                </c:pt>
                <c:pt idx="39255">
                  <c:v>0.45434027777810115</c:v>
                </c:pt>
                <c:pt idx="39256">
                  <c:v>0.45435185184760485</c:v>
                </c:pt>
                <c:pt idx="39257">
                  <c:v>0.4543634259243845</c:v>
                </c:pt>
                <c:pt idx="39258">
                  <c:v>0.45437500000116415</c:v>
                </c:pt>
                <c:pt idx="39259">
                  <c:v>0.45438657407066785</c:v>
                </c:pt>
                <c:pt idx="39260">
                  <c:v>0.4543981481474475</c:v>
                </c:pt>
                <c:pt idx="39261">
                  <c:v>0.4544097222169512</c:v>
                </c:pt>
                <c:pt idx="39262">
                  <c:v>0.45442129629373085</c:v>
                </c:pt>
                <c:pt idx="39263">
                  <c:v>0.4544328703705105</c:v>
                </c:pt>
                <c:pt idx="39264">
                  <c:v>0.45444444444001419</c:v>
                </c:pt>
                <c:pt idx="39265">
                  <c:v>0.45445601851679385</c:v>
                </c:pt>
                <c:pt idx="39266">
                  <c:v>0.4544675925935735</c:v>
                </c:pt>
                <c:pt idx="39267">
                  <c:v>0.45447916666307719</c:v>
                </c:pt>
                <c:pt idx="39268">
                  <c:v>0.45449074073985685</c:v>
                </c:pt>
                <c:pt idx="39269">
                  <c:v>0.45450231480936054</c:v>
                </c:pt>
                <c:pt idx="39270">
                  <c:v>0.45451388888614019</c:v>
                </c:pt>
                <c:pt idx="39271">
                  <c:v>0.45452546296291985</c:v>
                </c:pt>
                <c:pt idx="39272">
                  <c:v>0.45453703703242354</c:v>
                </c:pt>
                <c:pt idx="39273">
                  <c:v>0.45454861110920319</c:v>
                </c:pt>
                <c:pt idx="39274">
                  <c:v>0.45456018518598285</c:v>
                </c:pt>
                <c:pt idx="39275">
                  <c:v>0.45457175925548654</c:v>
                </c:pt>
                <c:pt idx="39276">
                  <c:v>0.45458333333226619</c:v>
                </c:pt>
                <c:pt idx="39277">
                  <c:v>0.45459490740176989</c:v>
                </c:pt>
                <c:pt idx="39278">
                  <c:v>0.45460648147854954</c:v>
                </c:pt>
                <c:pt idx="39279">
                  <c:v>0.45461805555532919</c:v>
                </c:pt>
                <c:pt idx="39280">
                  <c:v>0.45462962962483289</c:v>
                </c:pt>
                <c:pt idx="39281">
                  <c:v>0.45464120370161254</c:v>
                </c:pt>
                <c:pt idx="39282">
                  <c:v>0.45465277777839219</c:v>
                </c:pt>
                <c:pt idx="39283">
                  <c:v>0.45466435184789589</c:v>
                </c:pt>
                <c:pt idx="39284">
                  <c:v>0.45467592592467554</c:v>
                </c:pt>
                <c:pt idx="39285">
                  <c:v>0.45468749999417923</c:v>
                </c:pt>
                <c:pt idx="39286">
                  <c:v>0.45469907407095889</c:v>
                </c:pt>
                <c:pt idx="39287">
                  <c:v>0.45471064814773854</c:v>
                </c:pt>
                <c:pt idx="39288">
                  <c:v>0.45472222221724223</c:v>
                </c:pt>
                <c:pt idx="39289">
                  <c:v>0.45473379629402189</c:v>
                </c:pt>
                <c:pt idx="39290">
                  <c:v>0.45474537037080154</c:v>
                </c:pt>
                <c:pt idx="39291">
                  <c:v>0.45475694444030523</c:v>
                </c:pt>
                <c:pt idx="39292">
                  <c:v>0.45476851851708489</c:v>
                </c:pt>
                <c:pt idx="39293">
                  <c:v>0.45478009259386454</c:v>
                </c:pt>
                <c:pt idx="39294">
                  <c:v>0.45479166666336823</c:v>
                </c:pt>
                <c:pt idx="39295">
                  <c:v>0.45480324074014788</c:v>
                </c:pt>
                <c:pt idx="39296">
                  <c:v>0.45481481480965158</c:v>
                </c:pt>
                <c:pt idx="39297">
                  <c:v>0.45482638888643123</c:v>
                </c:pt>
                <c:pt idx="39298">
                  <c:v>0.45483796296321088</c:v>
                </c:pt>
                <c:pt idx="39299">
                  <c:v>0.45484953703271458</c:v>
                </c:pt>
                <c:pt idx="39300">
                  <c:v>0.45486111110949423</c:v>
                </c:pt>
                <c:pt idx="39301">
                  <c:v>0.45487268518627388</c:v>
                </c:pt>
                <c:pt idx="39302">
                  <c:v>0.45488425925577758</c:v>
                </c:pt>
                <c:pt idx="39303">
                  <c:v>0.45489583333255723</c:v>
                </c:pt>
                <c:pt idx="39304">
                  <c:v>0.45490740740206093</c:v>
                </c:pt>
                <c:pt idx="39305">
                  <c:v>0.45491898147884058</c:v>
                </c:pt>
                <c:pt idx="39306">
                  <c:v>0.45493055555562023</c:v>
                </c:pt>
                <c:pt idx="39307">
                  <c:v>0.45494212962512393</c:v>
                </c:pt>
                <c:pt idx="39308">
                  <c:v>0.45495370370190358</c:v>
                </c:pt>
                <c:pt idx="39309">
                  <c:v>0.45496527777868323</c:v>
                </c:pt>
                <c:pt idx="39310">
                  <c:v>0.45497685184818693</c:v>
                </c:pt>
                <c:pt idx="39311">
                  <c:v>0.45498842592496658</c:v>
                </c:pt>
                <c:pt idx="39312">
                  <c:v>0.45499999999447027</c:v>
                </c:pt>
                <c:pt idx="39313">
                  <c:v>0.45501157407124992</c:v>
                </c:pt>
                <c:pt idx="39314">
                  <c:v>0.45502314814802958</c:v>
                </c:pt>
                <c:pt idx="39315">
                  <c:v>0.45503472221753327</c:v>
                </c:pt>
                <c:pt idx="39316">
                  <c:v>0.45504629629431292</c:v>
                </c:pt>
                <c:pt idx="39317">
                  <c:v>0.45505787037109258</c:v>
                </c:pt>
                <c:pt idx="39318">
                  <c:v>0.45506944444059627</c:v>
                </c:pt>
                <c:pt idx="39319">
                  <c:v>0.45508101851737592</c:v>
                </c:pt>
                <c:pt idx="39320">
                  <c:v>0.45509259258687962</c:v>
                </c:pt>
                <c:pt idx="39321">
                  <c:v>0.45510416666365927</c:v>
                </c:pt>
                <c:pt idx="39322">
                  <c:v>0.45511574074043892</c:v>
                </c:pt>
                <c:pt idx="39323">
                  <c:v>0.45512731480994262</c:v>
                </c:pt>
                <c:pt idx="39324">
                  <c:v>0.45513888888672227</c:v>
                </c:pt>
                <c:pt idx="39325">
                  <c:v>0.45515046296350192</c:v>
                </c:pt>
                <c:pt idx="39326">
                  <c:v>0.45516203703300562</c:v>
                </c:pt>
                <c:pt idx="39327">
                  <c:v>0.45517361110978527</c:v>
                </c:pt>
                <c:pt idx="39328">
                  <c:v>0.45518518517928896</c:v>
                </c:pt>
                <c:pt idx="39329">
                  <c:v>0.45519675925606862</c:v>
                </c:pt>
                <c:pt idx="39330">
                  <c:v>0.45520833333284827</c:v>
                </c:pt>
                <c:pt idx="39331">
                  <c:v>0.45521990740235196</c:v>
                </c:pt>
                <c:pt idx="39332">
                  <c:v>0.45523148147913162</c:v>
                </c:pt>
                <c:pt idx="39333">
                  <c:v>0.45524305555591127</c:v>
                </c:pt>
                <c:pt idx="39334">
                  <c:v>0.45525462962541496</c:v>
                </c:pt>
                <c:pt idx="39335">
                  <c:v>0.45526620370219462</c:v>
                </c:pt>
                <c:pt idx="39336">
                  <c:v>0.45527777777897427</c:v>
                </c:pt>
                <c:pt idx="39337">
                  <c:v>0.45528935184847796</c:v>
                </c:pt>
                <c:pt idx="39338">
                  <c:v>0.45530092592525762</c:v>
                </c:pt>
                <c:pt idx="39339">
                  <c:v>0.45531249999476131</c:v>
                </c:pt>
                <c:pt idx="39340">
                  <c:v>0.45532407407154096</c:v>
                </c:pt>
                <c:pt idx="39341">
                  <c:v>0.45533564814832062</c:v>
                </c:pt>
                <c:pt idx="39342">
                  <c:v>0.45534722221782431</c:v>
                </c:pt>
                <c:pt idx="39343">
                  <c:v>0.45535879629460396</c:v>
                </c:pt>
                <c:pt idx="39344">
                  <c:v>0.45537037037138361</c:v>
                </c:pt>
                <c:pt idx="39345">
                  <c:v>0.45538194444088731</c:v>
                </c:pt>
                <c:pt idx="39346">
                  <c:v>0.45539351851766696</c:v>
                </c:pt>
                <c:pt idx="39347">
                  <c:v>0.45540509258717066</c:v>
                </c:pt>
                <c:pt idx="39348">
                  <c:v>0.45541666666395031</c:v>
                </c:pt>
                <c:pt idx="39349">
                  <c:v>0.45542824074072996</c:v>
                </c:pt>
                <c:pt idx="39350">
                  <c:v>0.45543981481023366</c:v>
                </c:pt>
                <c:pt idx="39351">
                  <c:v>0.45545138888701331</c:v>
                </c:pt>
                <c:pt idx="39352">
                  <c:v>0.45546296296379296</c:v>
                </c:pt>
                <c:pt idx="39353">
                  <c:v>0.45547453703329666</c:v>
                </c:pt>
                <c:pt idx="39354">
                  <c:v>0.45548611111007631</c:v>
                </c:pt>
                <c:pt idx="39355">
                  <c:v>0.45549768517958</c:v>
                </c:pt>
                <c:pt idx="39356">
                  <c:v>0.45550925925635966</c:v>
                </c:pt>
                <c:pt idx="39357">
                  <c:v>0.45552083333313931</c:v>
                </c:pt>
                <c:pt idx="39358">
                  <c:v>0.455532407402643</c:v>
                </c:pt>
                <c:pt idx="39359">
                  <c:v>0.45554398147942265</c:v>
                </c:pt>
                <c:pt idx="39360">
                  <c:v>0.45555555555620231</c:v>
                </c:pt>
                <c:pt idx="39361">
                  <c:v>0.455567129625706</c:v>
                </c:pt>
                <c:pt idx="39362">
                  <c:v>0.45557870370248565</c:v>
                </c:pt>
                <c:pt idx="39363">
                  <c:v>0.45559027777198935</c:v>
                </c:pt>
                <c:pt idx="39364">
                  <c:v>0.455601851848769</c:v>
                </c:pt>
                <c:pt idx="39365">
                  <c:v>0.45561342592554865</c:v>
                </c:pt>
                <c:pt idx="39366">
                  <c:v>0.45562499999505235</c:v>
                </c:pt>
                <c:pt idx="39367">
                  <c:v>0.455636574071832</c:v>
                </c:pt>
                <c:pt idx="39368">
                  <c:v>0.45564814814861165</c:v>
                </c:pt>
                <c:pt idx="39369">
                  <c:v>0.45565972221811535</c:v>
                </c:pt>
                <c:pt idx="39370">
                  <c:v>0.455671296294895</c:v>
                </c:pt>
                <c:pt idx="39371">
                  <c:v>0.45568287037167465</c:v>
                </c:pt>
                <c:pt idx="39372">
                  <c:v>0.45569444444117835</c:v>
                </c:pt>
                <c:pt idx="39373">
                  <c:v>0.455706018517958</c:v>
                </c:pt>
                <c:pt idx="39374">
                  <c:v>0.4557175925874617</c:v>
                </c:pt>
                <c:pt idx="39375">
                  <c:v>0.45572916666424135</c:v>
                </c:pt>
                <c:pt idx="39376">
                  <c:v>0.455740740741021</c:v>
                </c:pt>
                <c:pt idx="39377">
                  <c:v>0.45575231481052469</c:v>
                </c:pt>
                <c:pt idx="39378">
                  <c:v>0.45576388888730435</c:v>
                </c:pt>
                <c:pt idx="39379">
                  <c:v>0.455775462964084</c:v>
                </c:pt>
                <c:pt idx="39380">
                  <c:v>0.45578703703358769</c:v>
                </c:pt>
                <c:pt idx="39381">
                  <c:v>0.45579861111036735</c:v>
                </c:pt>
                <c:pt idx="39382">
                  <c:v>0.45581018517987104</c:v>
                </c:pt>
                <c:pt idx="39383">
                  <c:v>0.45582175925665069</c:v>
                </c:pt>
                <c:pt idx="39384">
                  <c:v>0.45583333333343035</c:v>
                </c:pt>
                <c:pt idx="39385">
                  <c:v>0.45584490740293404</c:v>
                </c:pt>
                <c:pt idx="39386">
                  <c:v>0.45585648147971369</c:v>
                </c:pt>
                <c:pt idx="39387">
                  <c:v>0.45586805555649335</c:v>
                </c:pt>
                <c:pt idx="39388">
                  <c:v>0.45587962962599704</c:v>
                </c:pt>
                <c:pt idx="39389">
                  <c:v>0.45589120370277669</c:v>
                </c:pt>
                <c:pt idx="39390">
                  <c:v>0.45590277777228039</c:v>
                </c:pt>
                <c:pt idx="39391">
                  <c:v>0.45591435184906004</c:v>
                </c:pt>
                <c:pt idx="39392">
                  <c:v>0.45592592592583969</c:v>
                </c:pt>
                <c:pt idx="39393">
                  <c:v>0.45593749999534339</c:v>
                </c:pt>
                <c:pt idx="39394">
                  <c:v>0.45594907407212304</c:v>
                </c:pt>
                <c:pt idx="39395">
                  <c:v>0.45596064814890269</c:v>
                </c:pt>
                <c:pt idx="39396">
                  <c:v>0.45597222221840639</c:v>
                </c:pt>
                <c:pt idx="39397">
                  <c:v>0.45598379629518604</c:v>
                </c:pt>
                <c:pt idx="39398">
                  <c:v>0.45599537036468973</c:v>
                </c:pt>
                <c:pt idx="39399">
                  <c:v>0.45600694444146939</c:v>
                </c:pt>
                <c:pt idx="39400">
                  <c:v>0.45601851851824904</c:v>
                </c:pt>
                <c:pt idx="39401">
                  <c:v>0.45603009258775273</c:v>
                </c:pt>
                <c:pt idx="39402">
                  <c:v>0.45604166666453239</c:v>
                </c:pt>
                <c:pt idx="39403">
                  <c:v>0.45605324074131204</c:v>
                </c:pt>
                <c:pt idx="39404">
                  <c:v>0.45606481481081573</c:v>
                </c:pt>
                <c:pt idx="39405">
                  <c:v>0.45607638888759539</c:v>
                </c:pt>
                <c:pt idx="39406">
                  <c:v>0.45608796295709908</c:v>
                </c:pt>
                <c:pt idx="39407">
                  <c:v>0.45609953703387873</c:v>
                </c:pt>
                <c:pt idx="39408">
                  <c:v>0.45611111111065838</c:v>
                </c:pt>
                <c:pt idx="39409">
                  <c:v>0.45612268518016208</c:v>
                </c:pt>
                <c:pt idx="39410">
                  <c:v>0.45613425925694173</c:v>
                </c:pt>
                <c:pt idx="39411">
                  <c:v>0.45614583333372138</c:v>
                </c:pt>
                <c:pt idx="39412">
                  <c:v>0.45615740740322508</c:v>
                </c:pt>
                <c:pt idx="39413">
                  <c:v>0.45616898148000473</c:v>
                </c:pt>
                <c:pt idx="39414">
                  <c:v>0.45618055555678438</c:v>
                </c:pt>
                <c:pt idx="39415">
                  <c:v>0.45619212962628808</c:v>
                </c:pt>
                <c:pt idx="39416">
                  <c:v>0.45620370370306773</c:v>
                </c:pt>
                <c:pt idx="39417">
                  <c:v>0.45621527777257143</c:v>
                </c:pt>
                <c:pt idx="39418">
                  <c:v>0.45622685184935108</c:v>
                </c:pt>
                <c:pt idx="39419">
                  <c:v>0.45623842592613073</c:v>
                </c:pt>
                <c:pt idx="39420">
                  <c:v>0.45624999999563443</c:v>
                </c:pt>
                <c:pt idx="39421">
                  <c:v>0.45626157407241408</c:v>
                </c:pt>
                <c:pt idx="39422">
                  <c:v>0.45627314814919373</c:v>
                </c:pt>
                <c:pt idx="39423">
                  <c:v>0.45628472221869742</c:v>
                </c:pt>
                <c:pt idx="39424">
                  <c:v>0.45629629629547708</c:v>
                </c:pt>
                <c:pt idx="39425">
                  <c:v>0.45630787036498077</c:v>
                </c:pt>
                <c:pt idx="39426">
                  <c:v>0.45631944444176042</c:v>
                </c:pt>
                <c:pt idx="39427">
                  <c:v>0.45633101851854008</c:v>
                </c:pt>
                <c:pt idx="39428">
                  <c:v>0.45634259258804377</c:v>
                </c:pt>
                <c:pt idx="39429">
                  <c:v>0.45635416666482342</c:v>
                </c:pt>
                <c:pt idx="39430">
                  <c:v>0.45636574074160308</c:v>
                </c:pt>
                <c:pt idx="39431">
                  <c:v>0.45637731481110677</c:v>
                </c:pt>
                <c:pt idx="39432">
                  <c:v>0.45638888888788642</c:v>
                </c:pt>
                <c:pt idx="39433">
                  <c:v>0.45640046295739012</c:v>
                </c:pt>
                <c:pt idx="39434">
                  <c:v>0.45641203703416977</c:v>
                </c:pt>
                <c:pt idx="39435">
                  <c:v>0.45642361111094942</c:v>
                </c:pt>
                <c:pt idx="39436">
                  <c:v>0.45643518518045312</c:v>
                </c:pt>
                <c:pt idx="39437">
                  <c:v>0.45644675925723277</c:v>
                </c:pt>
                <c:pt idx="39438">
                  <c:v>0.45645833333401242</c:v>
                </c:pt>
                <c:pt idx="39439">
                  <c:v>0.45646990740351612</c:v>
                </c:pt>
                <c:pt idx="39440">
                  <c:v>0.45648148148029577</c:v>
                </c:pt>
                <c:pt idx="39441">
                  <c:v>0.45649305554979946</c:v>
                </c:pt>
                <c:pt idx="39442">
                  <c:v>0.45650462962657912</c:v>
                </c:pt>
                <c:pt idx="39443">
                  <c:v>0.45651620370335877</c:v>
                </c:pt>
                <c:pt idx="39444">
                  <c:v>0.45652777777286246</c:v>
                </c:pt>
                <c:pt idx="39445">
                  <c:v>0.45653935184964212</c:v>
                </c:pt>
                <c:pt idx="39446">
                  <c:v>0.45655092592642177</c:v>
                </c:pt>
                <c:pt idx="39447">
                  <c:v>0.45656249999592546</c:v>
                </c:pt>
                <c:pt idx="39448">
                  <c:v>0.45657407407270512</c:v>
                </c:pt>
                <c:pt idx="39449">
                  <c:v>0.45658564814948477</c:v>
                </c:pt>
                <c:pt idx="39450">
                  <c:v>0.45659722221898846</c:v>
                </c:pt>
                <c:pt idx="39451">
                  <c:v>0.45660879629576812</c:v>
                </c:pt>
                <c:pt idx="39452">
                  <c:v>0.45662037036527181</c:v>
                </c:pt>
                <c:pt idx="39453">
                  <c:v>0.45663194444205146</c:v>
                </c:pt>
                <c:pt idx="39454">
                  <c:v>0.45664351851883112</c:v>
                </c:pt>
                <c:pt idx="39455">
                  <c:v>0.45665509258833481</c:v>
                </c:pt>
                <c:pt idx="39456">
                  <c:v>0.45666666666511446</c:v>
                </c:pt>
                <c:pt idx="39457">
                  <c:v>0.45667824074189411</c:v>
                </c:pt>
                <c:pt idx="39458">
                  <c:v>0.45668981481139781</c:v>
                </c:pt>
                <c:pt idx="39459">
                  <c:v>0.45670138888817746</c:v>
                </c:pt>
                <c:pt idx="39460">
                  <c:v>0.45671296295768116</c:v>
                </c:pt>
                <c:pt idx="39461">
                  <c:v>0.45672453703446081</c:v>
                </c:pt>
                <c:pt idx="39462">
                  <c:v>0.45673611111124046</c:v>
                </c:pt>
                <c:pt idx="39463">
                  <c:v>0.45674768518074416</c:v>
                </c:pt>
                <c:pt idx="39464">
                  <c:v>0.45675925925752381</c:v>
                </c:pt>
                <c:pt idx="39465">
                  <c:v>0.45677083333430346</c:v>
                </c:pt>
                <c:pt idx="39466">
                  <c:v>0.45678240740380716</c:v>
                </c:pt>
                <c:pt idx="39467">
                  <c:v>0.45679398148058681</c:v>
                </c:pt>
                <c:pt idx="39468">
                  <c:v>0.4568055555500905</c:v>
                </c:pt>
                <c:pt idx="39469">
                  <c:v>0.45681712962687016</c:v>
                </c:pt>
                <c:pt idx="39470">
                  <c:v>0.45682870370364981</c:v>
                </c:pt>
                <c:pt idx="39471">
                  <c:v>0.4568402777731535</c:v>
                </c:pt>
                <c:pt idx="39472">
                  <c:v>0.45685185184993315</c:v>
                </c:pt>
                <c:pt idx="39473">
                  <c:v>0.45686342592671281</c:v>
                </c:pt>
                <c:pt idx="39474">
                  <c:v>0.4568749999962165</c:v>
                </c:pt>
                <c:pt idx="39475">
                  <c:v>0.45688657407299615</c:v>
                </c:pt>
                <c:pt idx="39476">
                  <c:v>0.45689814814249985</c:v>
                </c:pt>
                <c:pt idx="39477">
                  <c:v>0.4569097222192795</c:v>
                </c:pt>
                <c:pt idx="39478">
                  <c:v>0.45692129629605915</c:v>
                </c:pt>
                <c:pt idx="39479">
                  <c:v>0.45693287036556285</c:v>
                </c:pt>
                <c:pt idx="39480">
                  <c:v>0.4569444444423425</c:v>
                </c:pt>
                <c:pt idx="39481">
                  <c:v>0.45695601851912215</c:v>
                </c:pt>
                <c:pt idx="39482">
                  <c:v>0.45696759258862585</c:v>
                </c:pt>
                <c:pt idx="39483">
                  <c:v>0.4569791666654055</c:v>
                </c:pt>
                <c:pt idx="39484">
                  <c:v>0.4569907407349092</c:v>
                </c:pt>
                <c:pt idx="39485">
                  <c:v>0.45700231481168885</c:v>
                </c:pt>
                <c:pt idx="39486">
                  <c:v>0.4570138888884685</c:v>
                </c:pt>
                <c:pt idx="39487">
                  <c:v>0.45702546295797219</c:v>
                </c:pt>
                <c:pt idx="39488">
                  <c:v>0.45703703703475185</c:v>
                </c:pt>
                <c:pt idx="39489">
                  <c:v>0.4570486111115315</c:v>
                </c:pt>
                <c:pt idx="39490">
                  <c:v>0.45706018518103519</c:v>
                </c:pt>
                <c:pt idx="39491">
                  <c:v>0.45707175925781485</c:v>
                </c:pt>
                <c:pt idx="39492">
                  <c:v>0.4570833333345945</c:v>
                </c:pt>
                <c:pt idx="39493">
                  <c:v>0.45709490740409819</c:v>
                </c:pt>
                <c:pt idx="39494">
                  <c:v>0.45710648148087785</c:v>
                </c:pt>
                <c:pt idx="39495">
                  <c:v>0.45711805555038154</c:v>
                </c:pt>
                <c:pt idx="39496">
                  <c:v>0.45712962962716119</c:v>
                </c:pt>
                <c:pt idx="39497">
                  <c:v>0.45714120370394085</c:v>
                </c:pt>
                <c:pt idx="39498">
                  <c:v>0.45715277777344454</c:v>
                </c:pt>
                <c:pt idx="39499">
                  <c:v>0.45716435185022419</c:v>
                </c:pt>
                <c:pt idx="39500">
                  <c:v>0.45717592592700385</c:v>
                </c:pt>
                <c:pt idx="39501">
                  <c:v>0.45718749999650754</c:v>
                </c:pt>
                <c:pt idx="39502">
                  <c:v>0.45719907407328719</c:v>
                </c:pt>
                <c:pt idx="39503">
                  <c:v>0.45721064814279089</c:v>
                </c:pt>
                <c:pt idx="39504">
                  <c:v>0.45722222221957054</c:v>
                </c:pt>
                <c:pt idx="39505">
                  <c:v>0.45723379629635019</c:v>
                </c:pt>
                <c:pt idx="39506">
                  <c:v>0.45724537036585389</c:v>
                </c:pt>
                <c:pt idx="39507">
                  <c:v>0.45725694444263354</c:v>
                </c:pt>
                <c:pt idx="39508">
                  <c:v>0.45726851851941319</c:v>
                </c:pt>
                <c:pt idx="39509">
                  <c:v>0.45728009258891689</c:v>
                </c:pt>
                <c:pt idx="39510">
                  <c:v>0.45729166666569654</c:v>
                </c:pt>
                <c:pt idx="39511">
                  <c:v>0.45730324073520023</c:v>
                </c:pt>
                <c:pt idx="39512">
                  <c:v>0.45731481481197989</c:v>
                </c:pt>
                <c:pt idx="39513">
                  <c:v>0.45732638888875954</c:v>
                </c:pt>
                <c:pt idx="39514">
                  <c:v>0.45733796295826323</c:v>
                </c:pt>
                <c:pt idx="39515">
                  <c:v>0.45734953703504289</c:v>
                </c:pt>
                <c:pt idx="39516">
                  <c:v>0.45736111111182254</c:v>
                </c:pt>
                <c:pt idx="39517">
                  <c:v>0.45737268518132623</c:v>
                </c:pt>
                <c:pt idx="39518">
                  <c:v>0.45738425925810589</c:v>
                </c:pt>
                <c:pt idx="39519">
                  <c:v>0.45739583332760958</c:v>
                </c:pt>
                <c:pt idx="39520">
                  <c:v>0.45740740740438923</c:v>
                </c:pt>
                <c:pt idx="39521">
                  <c:v>0.45741898148116888</c:v>
                </c:pt>
                <c:pt idx="39522">
                  <c:v>0.45743055555067258</c:v>
                </c:pt>
                <c:pt idx="39523">
                  <c:v>0.45744212962745223</c:v>
                </c:pt>
                <c:pt idx="39524">
                  <c:v>0.45745370370423188</c:v>
                </c:pt>
                <c:pt idx="39525">
                  <c:v>0.45746527777373558</c:v>
                </c:pt>
                <c:pt idx="39526">
                  <c:v>0.45747685185051523</c:v>
                </c:pt>
                <c:pt idx="39527">
                  <c:v>0.45748842592001893</c:v>
                </c:pt>
                <c:pt idx="39528">
                  <c:v>0.45749999999679858</c:v>
                </c:pt>
                <c:pt idx="39529">
                  <c:v>0.45751157407357823</c:v>
                </c:pt>
                <c:pt idx="39530">
                  <c:v>0.45752314814308193</c:v>
                </c:pt>
                <c:pt idx="39531">
                  <c:v>0.45753472221986158</c:v>
                </c:pt>
                <c:pt idx="39532">
                  <c:v>0.45754629629664123</c:v>
                </c:pt>
                <c:pt idx="39533">
                  <c:v>0.45755787036614493</c:v>
                </c:pt>
                <c:pt idx="39534">
                  <c:v>0.45756944444292458</c:v>
                </c:pt>
                <c:pt idx="39535">
                  <c:v>0.45758101851970423</c:v>
                </c:pt>
                <c:pt idx="39536">
                  <c:v>0.45759259258920792</c:v>
                </c:pt>
                <c:pt idx="39537">
                  <c:v>0.45760416666598758</c:v>
                </c:pt>
                <c:pt idx="39538">
                  <c:v>0.45761574073549127</c:v>
                </c:pt>
                <c:pt idx="39539">
                  <c:v>0.45762731481227092</c:v>
                </c:pt>
                <c:pt idx="39540">
                  <c:v>0.45763888888905058</c:v>
                </c:pt>
                <c:pt idx="39541">
                  <c:v>0.45765046295855427</c:v>
                </c:pt>
                <c:pt idx="39542">
                  <c:v>0.45766203703533392</c:v>
                </c:pt>
                <c:pt idx="39543">
                  <c:v>0.45767361111211358</c:v>
                </c:pt>
                <c:pt idx="39544">
                  <c:v>0.45768518518161727</c:v>
                </c:pt>
                <c:pt idx="39545">
                  <c:v>0.45769675925839692</c:v>
                </c:pt>
                <c:pt idx="39546">
                  <c:v>0.45770833332790062</c:v>
                </c:pt>
                <c:pt idx="39547">
                  <c:v>0.45771990740468027</c:v>
                </c:pt>
                <c:pt idx="39548">
                  <c:v>0.45773148148145992</c:v>
                </c:pt>
                <c:pt idx="39549">
                  <c:v>0.45774305555096362</c:v>
                </c:pt>
                <c:pt idx="39550">
                  <c:v>0.45775462962774327</c:v>
                </c:pt>
                <c:pt idx="39551">
                  <c:v>0.45776620370452292</c:v>
                </c:pt>
                <c:pt idx="39552">
                  <c:v>0.45777777777402662</c:v>
                </c:pt>
                <c:pt idx="39553">
                  <c:v>0.45778935185080627</c:v>
                </c:pt>
                <c:pt idx="39554">
                  <c:v>0.45780092592030996</c:v>
                </c:pt>
                <c:pt idx="39555">
                  <c:v>0.45781249999708962</c:v>
                </c:pt>
                <c:pt idx="39556">
                  <c:v>0.45782407407386927</c:v>
                </c:pt>
                <c:pt idx="39557">
                  <c:v>0.45783564814337296</c:v>
                </c:pt>
                <c:pt idx="39558">
                  <c:v>0.45784722222015262</c:v>
                </c:pt>
                <c:pt idx="39559">
                  <c:v>0.45785879629693227</c:v>
                </c:pt>
                <c:pt idx="39560">
                  <c:v>0.45787037036643596</c:v>
                </c:pt>
                <c:pt idx="39561">
                  <c:v>0.45788194444321562</c:v>
                </c:pt>
                <c:pt idx="39562">
                  <c:v>0.45789351851271931</c:v>
                </c:pt>
                <c:pt idx="39563">
                  <c:v>0.45790509258949896</c:v>
                </c:pt>
                <c:pt idx="39564">
                  <c:v>0.45791666666627862</c:v>
                </c:pt>
                <c:pt idx="39565">
                  <c:v>0.45792824073578231</c:v>
                </c:pt>
                <c:pt idx="39566">
                  <c:v>0.45793981481256196</c:v>
                </c:pt>
                <c:pt idx="39567">
                  <c:v>0.45795138888934162</c:v>
                </c:pt>
                <c:pt idx="39568">
                  <c:v>0.45796296295884531</c:v>
                </c:pt>
                <c:pt idx="39569">
                  <c:v>0.45797453703562496</c:v>
                </c:pt>
                <c:pt idx="39570">
                  <c:v>0.45798611111240461</c:v>
                </c:pt>
                <c:pt idx="39571">
                  <c:v>0.45799768518190831</c:v>
                </c:pt>
                <c:pt idx="39572">
                  <c:v>0.45800925925868796</c:v>
                </c:pt>
                <c:pt idx="39573">
                  <c:v>0.45802083332819166</c:v>
                </c:pt>
                <c:pt idx="39574">
                  <c:v>0.45803240740497131</c:v>
                </c:pt>
                <c:pt idx="39575">
                  <c:v>0.45804398148175096</c:v>
                </c:pt>
                <c:pt idx="39576">
                  <c:v>0.45805555555125466</c:v>
                </c:pt>
                <c:pt idx="39577">
                  <c:v>0.45806712962803431</c:v>
                </c:pt>
                <c:pt idx="39578">
                  <c:v>0.45807870370481396</c:v>
                </c:pt>
                <c:pt idx="39579">
                  <c:v>0.45809027777431766</c:v>
                </c:pt>
                <c:pt idx="39580">
                  <c:v>0.45810185185109731</c:v>
                </c:pt>
                <c:pt idx="39581">
                  <c:v>0.458113425920601</c:v>
                </c:pt>
                <c:pt idx="39582">
                  <c:v>0.45812499999738066</c:v>
                </c:pt>
                <c:pt idx="39583">
                  <c:v>0.45813657407416031</c:v>
                </c:pt>
                <c:pt idx="39584">
                  <c:v>0.458148148143664</c:v>
                </c:pt>
                <c:pt idx="39585">
                  <c:v>0.45815972222044365</c:v>
                </c:pt>
                <c:pt idx="39586">
                  <c:v>0.45817129629722331</c:v>
                </c:pt>
                <c:pt idx="39587">
                  <c:v>0.458182870366727</c:v>
                </c:pt>
                <c:pt idx="39588">
                  <c:v>0.45819444444350665</c:v>
                </c:pt>
                <c:pt idx="39589">
                  <c:v>0.45820601851301035</c:v>
                </c:pt>
                <c:pt idx="39590">
                  <c:v>0.45821759258979</c:v>
                </c:pt>
                <c:pt idx="39591">
                  <c:v>0.45822916666656965</c:v>
                </c:pt>
                <c:pt idx="39592">
                  <c:v>0.45824074073607335</c:v>
                </c:pt>
                <c:pt idx="39593">
                  <c:v>0.458252314812853</c:v>
                </c:pt>
                <c:pt idx="39594">
                  <c:v>0.45826388888963265</c:v>
                </c:pt>
                <c:pt idx="39595">
                  <c:v>0.45827546295913635</c:v>
                </c:pt>
                <c:pt idx="39596">
                  <c:v>0.458287037035916</c:v>
                </c:pt>
                <c:pt idx="39597">
                  <c:v>0.4582986111054197</c:v>
                </c:pt>
                <c:pt idx="39598">
                  <c:v>0.45831018518219935</c:v>
                </c:pt>
                <c:pt idx="39599">
                  <c:v>0.458321759258979</c:v>
                </c:pt>
                <c:pt idx="39600">
                  <c:v>0.45833333332848269</c:v>
                </c:pt>
                <c:pt idx="39601">
                  <c:v>0.45834490740526235</c:v>
                </c:pt>
                <c:pt idx="39602">
                  <c:v>0.458356481482042</c:v>
                </c:pt>
                <c:pt idx="39603">
                  <c:v>0.45836805555154569</c:v>
                </c:pt>
                <c:pt idx="39604">
                  <c:v>0.45837962962832535</c:v>
                </c:pt>
                <c:pt idx="39605">
                  <c:v>0.45839120369782904</c:v>
                </c:pt>
                <c:pt idx="39606">
                  <c:v>0.45840277777460869</c:v>
                </c:pt>
                <c:pt idx="39607">
                  <c:v>0.45841435185138835</c:v>
                </c:pt>
                <c:pt idx="39608">
                  <c:v>0.45842592592089204</c:v>
                </c:pt>
                <c:pt idx="39609">
                  <c:v>0.45843749999767169</c:v>
                </c:pt>
                <c:pt idx="39610">
                  <c:v>0.45844907407445135</c:v>
                </c:pt>
                <c:pt idx="39611">
                  <c:v>0.45846064814395504</c:v>
                </c:pt>
                <c:pt idx="39612">
                  <c:v>0.45847222222073469</c:v>
                </c:pt>
                <c:pt idx="39613">
                  <c:v>0.45848379629751435</c:v>
                </c:pt>
                <c:pt idx="39614">
                  <c:v>0.45849537036701804</c:v>
                </c:pt>
                <c:pt idx="39615">
                  <c:v>0.45850694444379769</c:v>
                </c:pt>
                <c:pt idx="39616">
                  <c:v>0.45851851851330139</c:v>
                </c:pt>
                <c:pt idx="39617">
                  <c:v>0.45853009259008104</c:v>
                </c:pt>
                <c:pt idx="39618">
                  <c:v>0.45854166666686069</c:v>
                </c:pt>
                <c:pt idx="39619">
                  <c:v>0.45855324073636439</c:v>
                </c:pt>
                <c:pt idx="39620">
                  <c:v>0.45856481481314404</c:v>
                </c:pt>
                <c:pt idx="39621">
                  <c:v>0.45857638888992369</c:v>
                </c:pt>
                <c:pt idx="39622">
                  <c:v>0.45858796295942739</c:v>
                </c:pt>
                <c:pt idx="39623">
                  <c:v>0.45859953703620704</c:v>
                </c:pt>
                <c:pt idx="39624">
                  <c:v>0.45861111110571073</c:v>
                </c:pt>
                <c:pt idx="39625">
                  <c:v>0.45862268518249039</c:v>
                </c:pt>
                <c:pt idx="39626">
                  <c:v>0.45863425925927004</c:v>
                </c:pt>
                <c:pt idx="39627">
                  <c:v>0.45864583332877373</c:v>
                </c:pt>
                <c:pt idx="39628">
                  <c:v>0.45865740740555339</c:v>
                </c:pt>
                <c:pt idx="39629">
                  <c:v>0.45866898148233304</c:v>
                </c:pt>
                <c:pt idx="39630">
                  <c:v>0.45868055555183673</c:v>
                </c:pt>
                <c:pt idx="39631">
                  <c:v>0.45869212962861639</c:v>
                </c:pt>
                <c:pt idx="39632">
                  <c:v>0.45870370369812008</c:v>
                </c:pt>
                <c:pt idx="39633">
                  <c:v>0.45871527777489973</c:v>
                </c:pt>
                <c:pt idx="39634">
                  <c:v>0.45872685185167938</c:v>
                </c:pt>
                <c:pt idx="39635">
                  <c:v>0.45873842592118308</c:v>
                </c:pt>
                <c:pt idx="39636">
                  <c:v>0.45874999999796273</c:v>
                </c:pt>
                <c:pt idx="39637">
                  <c:v>0.45876157407474238</c:v>
                </c:pt>
                <c:pt idx="39638">
                  <c:v>0.45877314814424608</c:v>
                </c:pt>
                <c:pt idx="39639">
                  <c:v>0.45878472222102573</c:v>
                </c:pt>
                <c:pt idx="39640">
                  <c:v>0.45879629629052943</c:v>
                </c:pt>
                <c:pt idx="39641">
                  <c:v>0.45880787036730908</c:v>
                </c:pt>
                <c:pt idx="39642">
                  <c:v>0.45881944444408873</c:v>
                </c:pt>
                <c:pt idx="39643">
                  <c:v>0.45883101851359243</c:v>
                </c:pt>
                <c:pt idx="39644">
                  <c:v>0.45884259259037208</c:v>
                </c:pt>
                <c:pt idx="39645">
                  <c:v>0.45885416666715173</c:v>
                </c:pt>
                <c:pt idx="39646">
                  <c:v>0.45886574073665543</c:v>
                </c:pt>
                <c:pt idx="39647">
                  <c:v>0.45887731481343508</c:v>
                </c:pt>
                <c:pt idx="39648">
                  <c:v>0.45888888889021473</c:v>
                </c:pt>
                <c:pt idx="39649">
                  <c:v>0.45890046295971842</c:v>
                </c:pt>
                <c:pt idx="39650">
                  <c:v>0.45891203703649808</c:v>
                </c:pt>
                <c:pt idx="39651">
                  <c:v>0.45892361110600177</c:v>
                </c:pt>
                <c:pt idx="39652">
                  <c:v>0.45893518518278142</c:v>
                </c:pt>
                <c:pt idx="39653">
                  <c:v>0.45894675925956108</c:v>
                </c:pt>
                <c:pt idx="39654">
                  <c:v>0.45895833332906477</c:v>
                </c:pt>
                <c:pt idx="39655">
                  <c:v>0.45896990740584442</c:v>
                </c:pt>
                <c:pt idx="39656">
                  <c:v>0.45898148148262408</c:v>
                </c:pt>
                <c:pt idx="39657">
                  <c:v>0.45899305555212777</c:v>
                </c:pt>
                <c:pt idx="39658">
                  <c:v>0.45900462962890742</c:v>
                </c:pt>
                <c:pt idx="39659">
                  <c:v>0.45901620369841112</c:v>
                </c:pt>
                <c:pt idx="39660">
                  <c:v>0.45902777777519077</c:v>
                </c:pt>
                <c:pt idx="39661">
                  <c:v>0.45903935185197042</c:v>
                </c:pt>
                <c:pt idx="39662">
                  <c:v>0.45905092592147412</c:v>
                </c:pt>
                <c:pt idx="39663">
                  <c:v>0.45906249999825377</c:v>
                </c:pt>
                <c:pt idx="39664">
                  <c:v>0.45907407407503342</c:v>
                </c:pt>
                <c:pt idx="39665">
                  <c:v>0.45908564814453712</c:v>
                </c:pt>
                <c:pt idx="39666">
                  <c:v>0.45909722222131677</c:v>
                </c:pt>
                <c:pt idx="39667">
                  <c:v>0.45910879629082046</c:v>
                </c:pt>
                <c:pt idx="39668">
                  <c:v>0.45912037036760012</c:v>
                </c:pt>
                <c:pt idx="39669">
                  <c:v>0.45913194444437977</c:v>
                </c:pt>
                <c:pt idx="39670">
                  <c:v>0.45914351851388346</c:v>
                </c:pt>
                <c:pt idx="39671">
                  <c:v>0.45915509259066312</c:v>
                </c:pt>
                <c:pt idx="39672">
                  <c:v>0.45916666666744277</c:v>
                </c:pt>
                <c:pt idx="39673">
                  <c:v>0.45917824073694646</c:v>
                </c:pt>
                <c:pt idx="39674">
                  <c:v>0.45918981481372612</c:v>
                </c:pt>
                <c:pt idx="39675">
                  <c:v>0.45920138888322981</c:v>
                </c:pt>
                <c:pt idx="39676">
                  <c:v>0.45921296296000946</c:v>
                </c:pt>
                <c:pt idx="39677">
                  <c:v>0.45922453703678912</c:v>
                </c:pt>
                <c:pt idx="39678">
                  <c:v>0.45923611110629281</c:v>
                </c:pt>
                <c:pt idx="39679">
                  <c:v>0.45924768518307246</c:v>
                </c:pt>
                <c:pt idx="39680">
                  <c:v>0.45925925925985212</c:v>
                </c:pt>
                <c:pt idx="39681">
                  <c:v>0.45927083332935581</c:v>
                </c:pt>
                <c:pt idx="39682">
                  <c:v>0.45928240740613546</c:v>
                </c:pt>
                <c:pt idx="39683">
                  <c:v>0.45929398147563916</c:v>
                </c:pt>
                <c:pt idx="39684">
                  <c:v>0.45930555555241881</c:v>
                </c:pt>
                <c:pt idx="39685">
                  <c:v>0.45931712962919846</c:v>
                </c:pt>
                <c:pt idx="39686">
                  <c:v>0.45932870369870216</c:v>
                </c:pt>
                <c:pt idx="39687">
                  <c:v>0.45934027777548181</c:v>
                </c:pt>
                <c:pt idx="39688">
                  <c:v>0.45935185185226146</c:v>
                </c:pt>
                <c:pt idx="39689">
                  <c:v>0.45936342592176516</c:v>
                </c:pt>
                <c:pt idx="39690">
                  <c:v>0.45937499999854481</c:v>
                </c:pt>
                <c:pt idx="39691">
                  <c:v>0.45938657407532446</c:v>
                </c:pt>
                <c:pt idx="39692">
                  <c:v>0.45939814814482816</c:v>
                </c:pt>
                <c:pt idx="39693">
                  <c:v>0.45940972222160781</c:v>
                </c:pt>
                <c:pt idx="39694">
                  <c:v>0.4594212962911115</c:v>
                </c:pt>
                <c:pt idx="39695">
                  <c:v>0.45943287036789116</c:v>
                </c:pt>
                <c:pt idx="39696">
                  <c:v>0.45944444444467081</c:v>
                </c:pt>
                <c:pt idx="39697">
                  <c:v>0.4594560185141745</c:v>
                </c:pt>
                <c:pt idx="39698">
                  <c:v>0.45946759259095415</c:v>
                </c:pt>
                <c:pt idx="39699">
                  <c:v>0.45947916666773381</c:v>
                </c:pt>
                <c:pt idx="39700">
                  <c:v>0.4594907407372375</c:v>
                </c:pt>
                <c:pt idx="39701">
                  <c:v>0.45950231481401715</c:v>
                </c:pt>
                <c:pt idx="39702">
                  <c:v>0.45951388888352085</c:v>
                </c:pt>
                <c:pt idx="39703">
                  <c:v>0.4595254629603005</c:v>
                </c:pt>
                <c:pt idx="39704">
                  <c:v>0.45953703703708015</c:v>
                </c:pt>
                <c:pt idx="39705">
                  <c:v>0.45954861110658385</c:v>
                </c:pt>
                <c:pt idx="39706">
                  <c:v>0.4595601851833635</c:v>
                </c:pt>
                <c:pt idx="39707">
                  <c:v>0.45957175926014315</c:v>
                </c:pt>
                <c:pt idx="39708">
                  <c:v>0.45958333332964685</c:v>
                </c:pt>
                <c:pt idx="39709">
                  <c:v>0.4595949074064265</c:v>
                </c:pt>
                <c:pt idx="39710">
                  <c:v>0.4596064814759302</c:v>
                </c:pt>
                <c:pt idx="39711">
                  <c:v>0.45961805555270985</c:v>
                </c:pt>
                <c:pt idx="39712">
                  <c:v>0.4596296296294895</c:v>
                </c:pt>
                <c:pt idx="39713">
                  <c:v>0.45964120369899319</c:v>
                </c:pt>
                <c:pt idx="39714">
                  <c:v>0.45965277777577285</c:v>
                </c:pt>
                <c:pt idx="39715">
                  <c:v>0.4596643518525525</c:v>
                </c:pt>
                <c:pt idx="39716">
                  <c:v>0.45967592592205619</c:v>
                </c:pt>
                <c:pt idx="39717">
                  <c:v>0.45968749999883585</c:v>
                </c:pt>
                <c:pt idx="39718">
                  <c:v>0.45969907406833954</c:v>
                </c:pt>
                <c:pt idx="39719">
                  <c:v>0.45971064814511919</c:v>
                </c:pt>
                <c:pt idx="39720">
                  <c:v>0.45972222222189885</c:v>
                </c:pt>
                <c:pt idx="39721">
                  <c:v>0.45973379629140254</c:v>
                </c:pt>
                <c:pt idx="39722">
                  <c:v>0.45974537036818219</c:v>
                </c:pt>
                <c:pt idx="39723">
                  <c:v>0.45975694444496185</c:v>
                </c:pt>
                <c:pt idx="39724">
                  <c:v>0.45976851851446554</c:v>
                </c:pt>
                <c:pt idx="39725">
                  <c:v>0.45978009259124519</c:v>
                </c:pt>
                <c:pt idx="39726">
                  <c:v>0.45979166666074889</c:v>
                </c:pt>
                <c:pt idx="39727">
                  <c:v>0.45980324073752854</c:v>
                </c:pt>
                <c:pt idx="39728">
                  <c:v>0.45981481481430819</c:v>
                </c:pt>
                <c:pt idx="39729">
                  <c:v>0.45982638888381189</c:v>
                </c:pt>
                <c:pt idx="39730">
                  <c:v>0.45983796296059154</c:v>
                </c:pt>
                <c:pt idx="39731">
                  <c:v>0.45984953703737119</c:v>
                </c:pt>
                <c:pt idx="39732">
                  <c:v>0.45986111110687489</c:v>
                </c:pt>
                <c:pt idx="39733">
                  <c:v>0.45987268518365454</c:v>
                </c:pt>
                <c:pt idx="39734">
                  <c:v>0.45988425926043419</c:v>
                </c:pt>
                <c:pt idx="39735">
                  <c:v>0.45989583332993789</c:v>
                </c:pt>
                <c:pt idx="39736">
                  <c:v>0.45990740740671754</c:v>
                </c:pt>
                <c:pt idx="39737">
                  <c:v>0.45991898147622123</c:v>
                </c:pt>
                <c:pt idx="39738">
                  <c:v>0.45993055555300089</c:v>
                </c:pt>
                <c:pt idx="39739">
                  <c:v>0.45994212962978054</c:v>
                </c:pt>
                <c:pt idx="39740">
                  <c:v>0.45995370369928423</c:v>
                </c:pt>
                <c:pt idx="39741">
                  <c:v>0.45996527777606389</c:v>
                </c:pt>
                <c:pt idx="39742">
                  <c:v>0.45997685185284354</c:v>
                </c:pt>
                <c:pt idx="39743">
                  <c:v>0.45998842592234723</c:v>
                </c:pt>
                <c:pt idx="39744">
                  <c:v>0.45999999999912689</c:v>
                </c:pt>
                <c:pt idx="39745">
                  <c:v>0.46001157406863058</c:v>
                </c:pt>
                <c:pt idx="39746">
                  <c:v>0.46002314814541023</c:v>
                </c:pt>
                <c:pt idx="39747">
                  <c:v>0.46003472222218988</c:v>
                </c:pt>
                <c:pt idx="39748">
                  <c:v>0.46004629629169358</c:v>
                </c:pt>
                <c:pt idx="39749">
                  <c:v>0.46005787036847323</c:v>
                </c:pt>
                <c:pt idx="39750">
                  <c:v>0.46006944444525288</c:v>
                </c:pt>
                <c:pt idx="39751">
                  <c:v>0.46008101851475658</c:v>
                </c:pt>
                <c:pt idx="39752">
                  <c:v>0.46009259259153623</c:v>
                </c:pt>
                <c:pt idx="39753">
                  <c:v>0.46010416666103993</c:v>
                </c:pt>
                <c:pt idx="39754">
                  <c:v>0.46011574073781958</c:v>
                </c:pt>
                <c:pt idx="39755">
                  <c:v>0.46012731481459923</c:v>
                </c:pt>
                <c:pt idx="39756">
                  <c:v>0.46013888888410293</c:v>
                </c:pt>
                <c:pt idx="39757">
                  <c:v>0.46015046296088258</c:v>
                </c:pt>
                <c:pt idx="39758">
                  <c:v>0.46016203703766223</c:v>
                </c:pt>
                <c:pt idx="39759">
                  <c:v>0.46017361110716593</c:v>
                </c:pt>
                <c:pt idx="39760">
                  <c:v>0.46018518518394558</c:v>
                </c:pt>
                <c:pt idx="39761">
                  <c:v>0.46019675925344927</c:v>
                </c:pt>
                <c:pt idx="39762">
                  <c:v>0.46020833333022892</c:v>
                </c:pt>
                <c:pt idx="39763">
                  <c:v>0.46021990740700858</c:v>
                </c:pt>
                <c:pt idx="39764">
                  <c:v>0.46023148147651227</c:v>
                </c:pt>
                <c:pt idx="39765">
                  <c:v>0.46024305555329192</c:v>
                </c:pt>
                <c:pt idx="39766">
                  <c:v>0.46025462963007158</c:v>
                </c:pt>
                <c:pt idx="39767">
                  <c:v>0.46026620369957527</c:v>
                </c:pt>
                <c:pt idx="39768">
                  <c:v>0.46027777777635492</c:v>
                </c:pt>
                <c:pt idx="39769">
                  <c:v>0.46028935185313458</c:v>
                </c:pt>
                <c:pt idx="39770">
                  <c:v>0.46030092592263827</c:v>
                </c:pt>
                <c:pt idx="39771">
                  <c:v>0.46031249999941792</c:v>
                </c:pt>
                <c:pt idx="39772">
                  <c:v>0.46032407406892162</c:v>
                </c:pt>
                <c:pt idx="39773">
                  <c:v>0.46033564814570127</c:v>
                </c:pt>
                <c:pt idx="39774">
                  <c:v>0.46034722222248092</c:v>
                </c:pt>
                <c:pt idx="39775">
                  <c:v>0.46035879629198462</c:v>
                </c:pt>
                <c:pt idx="39776">
                  <c:v>0.46037037036876427</c:v>
                </c:pt>
                <c:pt idx="39777">
                  <c:v>0.46038194444554392</c:v>
                </c:pt>
                <c:pt idx="39778">
                  <c:v>0.46039351851504762</c:v>
                </c:pt>
                <c:pt idx="39779">
                  <c:v>0.46040509259182727</c:v>
                </c:pt>
                <c:pt idx="39780">
                  <c:v>0.46041666666133096</c:v>
                </c:pt>
                <c:pt idx="39781">
                  <c:v>0.46042824073811062</c:v>
                </c:pt>
                <c:pt idx="39782">
                  <c:v>0.46043981481489027</c:v>
                </c:pt>
                <c:pt idx="39783">
                  <c:v>0.46045138888439396</c:v>
                </c:pt>
                <c:pt idx="39784">
                  <c:v>0.46046296296117362</c:v>
                </c:pt>
                <c:pt idx="39785">
                  <c:v>0.46047453703795327</c:v>
                </c:pt>
                <c:pt idx="39786">
                  <c:v>0.46048611110745696</c:v>
                </c:pt>
                <c:pt idx="39787">
                  <c:v>0.46049768518423662</c:v>
                </c:pt>
                <c:pt idx="39788">
                  <c:v>0.46050925925374031</c:v>
                </c:pt>
                <c:pt idx="39789">
                  <c:v>0.46052083333051996</c:v>
                </c:pt>
                <c:pt idx="39790">
                  <c:v>0.46053240740729962</c:v>
                </c:pt>
                <c:pt idx="39791">
                  <c:v>0.46054398147680331</c:v>
                </c:pt>
                <c:pt idx="39792">
                  <c:v>0.46055555555358296</c:v>
                </c:pt>
                <c:pt idx="39793">
                  <c:v>0.46056712963036261</c:v>
                </c:pt>
                <c:pt idx="39794">
                  <c:v>0.46057870369986631</c:v>
                </c:pt>
                <c:pt idx="39795">
                  <c:v>0.46059027777664596</c:v>
                </c:pt>
                <c:pt idx="39796">
                  <c:v>0.46060185184614966</c:v>
                </c:pt>
                <c:pt idx="39797">
                  <c:v>0.46061342592292931</c:v>
                </c:pt>
                <c:pt idx="39798">
                  <c:v>0.46062499999970896</c:v>
                </c:pt>
                <c:pt idx="39799">
                  <c:v>0.46063657406921266</c:v>
                </c:pt>
                <c:pt idx="39800">
                  <c:v>0.46064814814599231</c:v>
                </c:pt>
                <c:pt idx="39801">
                  <c:v>0.46065972222277196</c:v>
                </c:pt>
                <c:pt idx="39802">
                  <c:v>0.46067129629227566</c:v>
                </c:pt>
                <c:pt idx="39803">
                  <c:v>0.46068287036905531</c:v>
                </c:pt>
                <c:pt idx="39804">
                  <c:v>0.460694444438559</c:v>
                </c:pt>
                <c:pt idx="39805">
                  <c:v>0.46070601851533866</c:v>
                </c:pt>
                <c:pt idx="39806">
                  <c:v>0.46071759259211831</c:v>
                </c:pt>
                <c:pt idx="39807">
                  <c:v>0.460729166661622</c:v>
                </c:pt>
                <c:pt idx="39808">
                  <c:v>0.46074074073840166</c:v>
                </c:pt>
                <c:pt idx="39809">
                  <c:v>0.46075231481518131</c:v>
                </c:pt>
                <c:pt idx="39810">
                  <c:v>0.460763888884685</c:v>
                </c:pt>
                <c:pt idx="39811">
                  <c:v>0.46077546296146465</c:v>
                </c:pt>
                <c:pt idx="39812">
                  <c:v>0.46078703703824431</c:v>
                </c:pt>
                <c:pt idx="39813">
                  <c:v>0.460798611107748</c:v>
                </c:pt>
                <c:pt idx="39814">
                  <c:v>0.46081018518452765</c:v>
                </c:pt>
                <c:pt idx="39815">
                  <c:v>0.46082175925403135</c:v>
                </c:pt>
                <c:pt idx="39816">
                  <c:v>0.460833333330811</c:v>
                </c:pt>
                <c:pt idx="39817">
                  <c:v>0.46084490740759065</c:v>
                </c:pt>
                <c:pt idx="39818">
                  <c:v>0.46085648147709435</c:v>
                </c:pt>
                <c:pt idx="39819">
                  <c:v>0.460868055553874</c:v>
                </c:pt>
                <c:pt idx="39820">
                  <c:v>0.46087962963065365</c:v>
                </c:pt>
                <c:pt idx="39821">
                  <c:v>0.46089120370015735</c:v>
                </c:pt>
                <c:pt idx="39822">
                  <c:v>0.460902777776937</c:v>
                </c:pt>
                <c:pt idx="39823">
                  <c:v>0.4609143518464407</c:v>
                </c:pt>
                <c:pt idx="39824">
                  <c:v>0.46092592592322035</c:v>
                </c:pt>
                <c:pt idx="39825">
                  <c:v>0.4609375</c:v>
                </c:pt>
                <c:pt idx="39826">
                  <c:v>0.46094907406950369</c:v>
                </c:pt>
                <c:pt idx="39827">
                  <c:v>0.46096064814628335</c:v>
                </c:pt>
                <c:pt idx="39828">
                  <c:v>0.460972222223063</c:v>
                </c:pt>
                <c:pt idx="39829">
                  <c:v>0.46098379629256669</c:v>
                </c:pt>
                <c:pt idx="39830">
                  <c:v>0.46099537036934635</c:v>
                </c:pt>
                <c:pt idx="39831">
                  <c:v>0.46100694443885004</c:v>
                </c:pt>
                <c:pt idx="39832">
                  <c:v>0.46101851851562969</c:v>
                </c:pt>
                <c:pt idx="39833">
                  <c:v>0.46103009259240935</c:v>
                </c:pt>
                <c:pt idx="39834">
                  <c:v>0.46104166666191304</c:v>
                </c:pt>
                <c:pt idx="39835">
                  <c:v>0.46105324073869269</c:v>
                </c:pt>
                <c:pt idx="39836">
                  <c:v>0.46106481481547235</c:v>
                </c:pt>
                <c:pt idx="39837">
                  <c:v>0.46107638888497604</c:v>
                </c:pt>
                <c:pt idx="39838">
                  <c:v>0.46108796296175569</c:v>
                </c:pt>
                <c:pt idx="39839">
                  <c:v>0.46109953703125939</c:v>
                </c:pt>
                <c:pt idx="39840">
                  <c:v>0.46111111110803904</c:v>
                </c:pt>
                <c:pt idx="39841">
                  <c:v>0.46112268518481869</c:v>
                </c:pt>
                <c:pt idx="39842">
                  <c:v>0.46113425925432239</c:v>
                </c:pt>
                <c:pt idx="39843">
                  <c:v>0.46114583333110204</c:v>
                </c:pt>
                <c:pt idx="39844">
                  <c:v>0.46115740740788169</c:v>
                </c:pt>
                <c:pt idx="39845">
                  <c:v>0.46116898147738539</c:v>
                </c:pt>
                <c:pt idx="39846">
                  <c:v>0.46118055555416504</c:v>
                </c:pt>
                <c:pt idx="39847">
                  <c:v>0.46119212963094469</c:v>
                </c:pt>
                <c:pt idx="39848">
                  <c:v>0.46120370370044839</c:v>
                </c:pt>
                <c:pt idx="39849">
                  <c:v>0.46121527777722804</c:v>
                </c:pt>
                <c:pt idx="39850">
                  <c:v>0.46122685184673173</c:v>
                </c:pt>
                <c:pt idx="39851">
                  <c:v>0.46123842592351139</c:v>
                </c:pt>
                <c:pt idx="39852">
                  <c:v>0.46125000000029104</c:v>
                </c:pt>
                <c:pt idx="39853">
                  <c:v>0.46126157406979473</c:v>
                </c:pt>
                <c:pt idx="39854">
                  <c:v>0.46127314814657439</c:v>
                </c:pt>
                <c:pt idx="39855">
                  <c:v>0.46128472222335404</c:v>
                </c:pt>
                <c:pt idx="39856">
                  <c:v>0.46129629629285773</c:v>
                </c:pt>
                <c:pt idx="39857">
                  <c:v>0.46130787036963739</c:v>
                </c:pt>
                <c:pt idx="39858">
                  <c:v>0.46131944443914108</c:v>
                </c:pt>
                <c:pt idx="39859">
                  <c:v>0.46133101851592073</c:v>
                </c:pt>
                <c:pt idx="39860">
                  <c:v>0.46134259259270038</c:v>
                </c:pt>
                <c:pt idx="39861">
                  <c:v>0.46135416666220408</c:v>
                </c:pt>
                <c:pt idx="39862">
                  <c:v>0.46136574073898373</c:v>
                </c:pt>
                <c:pt idx="39863">
                  <c:v>0.46137731481576338</c:v>
                </c:pt>
                <c:pt idx="39864">
                  <c:v>0.46138888888526708</c:v>
                </c:pt>
                <c:pt idx="39865">
                  <c:v>0.46140046296204673</c:v>
                </c:pt>
                <c:pt idx="39866">
                  <c:v>0.46141203703155043</c:v>
                </c:pt>
                <c:pt idx="39867">
                  <c:v>0.46142361110833008</c:v>
                </c:pt>
                <c:pt idx="39868">
                  <c:v>0.46143518518510973</c:v>
                </c:pt>
                <c:pt idx="39869">
                  <c:v>0.46144675925461343</c:v>
                </c:pt>
                <c:pt idx="39870">
                  <c:v>0.46145833333139308</c:v>
                </c:pt>
                <c:pt idx="39871">
                  <c:v>0.46146990740817273</c:v>
                </c:pt>
                <c:pt idx="39872">
                  <c:v>0.46148148147767643</c:v>
                </c:pt>
                <c:pt idx="39873">
                  <c:v>0.46149305555445608</c:v>
                </c:pt>
                <c:pt idx="39874">
                  <c:v>0.46150462962395977</c:v>
                </c:pt>
                <c:pt idx="39875">
                  <c:v>0.46151620370073942</c:v>
                </c:pt>
                <c:pt idx="39876">
                  <c:v>0.46152777777751908</c:v>
                </c:pt>
                <c:pt idx="39877">
                  <c:v>0.46153935184702277</c:v>
                </c:pt>
                <c:pt idx="39878">
                  <c:v>0.46155092592380242</c:v>
                </c:pt>
                <c:pt idx="39879">
                  <c:v>0.46156250000058208</c:v>
                </c:pt>
                <c:pt idx="39880">
                  <c:v>0.46157407407008577</c:v>
                </c:pt>
                <c:pt idx="39881">
                  <c:v>0.46158564814686542</c:v>
                </c:pt>
                <c:pt idx="39882">
                  <c:v>0.46159722221636912</c:v>
                </c:pt>
                <c:pt idx="39883">
                  <c:v>0.46160879629314877</c:v>
                </c:pt>
                <c:pt idx="39884">
                  <c:v>0.46162037036992842</c:v>
                </c:pt>
                <c:pt idx="39885">
                  <c:v>0.46163194443943212</c:v>
                </c:pt>
                <c:pt idx="39886">
                  <c:v>0.46164351851621177</c:v>
                </c:pt>
                <c:pt idx="39887">
                  <c:v>0.46165509259299142</c:v>
                </c:pt>
                <c:pt idx="39888">
                  <c:v>0.46166666666249512</c:v>
                </c:pt>
                <c:pt idx="39889">
                  <c:v>0.46167824073927477</c:v>
                </c:pt>
                <c:pt idx="39890">
                  <c:v>0.46168981481605442</c:v>
                </c:pt>
                <c:pt idx="39891">
                  <c:v>0.46170138888555812</c:v>
                </c:pt>
                <c:pt idx="39892">
                  <c:v>0.46171296296233777</c:v>
                </c:pt>
                <c:pt idx="39893">
                  <c:v>0.46172453703184146</c:v>
                </c:pt>
                <c:pt idx="39894">
                  <c:v>0.46173611110862112</c:v>
                </c:pt>
                <c:pt idx="39895">
                  <c:v>0.46174768518540077</c:v>
                </c:pt>
                <c:pt idx="39896">
                  <c:v>0.46175925925490446</c:v>
                </c:pt>
                <c:pt idx="39897">
                  <c:v>0.46177083333168412</c:v>
                </c:pt>
                <c:pt idx="39898">
                  <c:v>0.46178240740846377</c:v>
                </c:pt>
                <c:pt idx="39899">
                  <c:v>0.46179398147796746</c:v>
                </c:pt>
                <c:pt idx="39900">
                  <c:v>0.46180555555474712</c:v>
                </c:pt>
                <c:pt idx="39901">
                  <c:v>0.46181712962425081</c:v>
                </c:pt>
                <c:pt idx="39902">
                  <c:v>0.46182870370103046</c:v>
                </c:pt>
                <c:pt idx="39903">
                  <c:v>0.46184027777781012</c:v>
                </c:pt>
                <c:pt idx="39904">
                  <c:v>0.46185185184731381</c:v>
                </c:pt>
                <c:pt idx="39905">
                  <c:v>0.46186342592409346</c:v>
                </c:pt>
                <c:pt idx="39906">
                  <c:v>0.46187500000087311</c:v>
                </c:pt>
                <c:pt idx="39907">
                  <c:v>0.46188657407037681</c:v>
                </c:pt>
                <c:pt idx="39908">
                  <c:v>0.46189814814715646</c:v>
                </c:pt>
                <c:pt idx="39909">
                  <c:v>0.46190972221666016</c:v>
                </c:pt>
                <c:pt idx="39910">
                  <c:v>0.46192129629343981</c:v>
                </c:pt>
                <c:pt idx="39911">
                  <c:v>0.46193287037021946</c:v>
                </c:pt>
                <c:pt idx="39912">
                  <c:v>0.46194444443972316</c:v>
                </c:pt>
                <c:pt idx="39913">
                  <c:v>0.46195601851650281</c:v>
                </c:pt>
                <c:pt idx="39914">
                  <c:v>0.46196759259328246</c:v>
                </c:pt>
                <c:pt idx="39915">
                  <c:v>0.46197916666278616</c:v>
                </c:pt>
                <c:pt idx="39916">
                  <c:v>0.46199074073956581</c:v>
                </c:pt>
                <c:pt idx="39917">
                  <c:v>0.4620023148090695</c:v>
                </c:pt>
                <c:pt idx="39918">
                  <c:v>0.46201388888584916</c:v>
                </c:pt>
                <c:pt idx="39919">
                  <c:v>0.46202546296262881</c:v>
                </c:pt>
                <c:pt idx="39920">
                  <c:v>0.4620370370321325</c:v>
                </c:pt>
                <c:pt idx="39921">
                  <c:v>0.46204861110891216</c:v>
                </c:pt>
                <c:pt idx="39922">
                  <c:v>0.46206018518569181</c:v>
                </c:pt>
                <c:pt idx="39923">
                  <c:v>0.4620717592551955</c:v>
                </c:pt>
                <c:pt idx="39924">
                  <c:v>0.46208333333197515</c:v>
                </c:pt>
                <c:pt idx="39925">
                  <c:v>0.46209490740147885</c:v>
                </c:pt>
                <c:pt idx="39926">
                  <c:v>0.4621064814782585</c:v>
                </c:pt>
                <c:pt idx="39927">
                  <c:v>0.46211805555503815</c:v>
                </c:pt>
                <c:pt idx="39928">
                  <c:v>0.46212962962454185</c:v>
                </c:pt>
                <c:pt idx="39929">
                  <c:v>0.4621412037013215</c:v>
                </c:pt>
                <c:pt idx="39930">
                  <c:v>0.46215277777810115</c:v>
                </c:pt>
                <c:pt idx="39931">
                  <c:v>0.46216435184760485</c:v>
                </c:pt>
                <c:pt idx="39932">
                  <c:v>0.4621759259243845</c:v>
                </c:pt>
                <c:pt idx="39933">
                  <c:v>0.46218750000116415</c:v>
                </c:pt>
                <c:pt idx="39934">
                  <c:v>0.46219907407066785</c:v>
                </c:pt>
                <c:pt idx="39935">
                  <c:v>0.4622106481474475</c:v>
                </c:pt>
                <c:pt idx="39936">
                  <c:v>0.4622222222169512</c:v>
                </c:pt>
                <c:pt idx="39937">
                  <c:v>0.46223379629373085</c:v>
                </c:pt>
                <c:pt idx="39938">
                  <c:v>0.4622453703705105</c:v>
                </c:pt>
                <c:pt idx="39939">
                  <c:v>0.46225694444001419</c:v>
                </c:pt>
                <c:pt idx="39940">
                  <c:v>0.46226851851679385</c:v>
                </c:pt>
                <c:pt idx="39941">
                  <c:v>0.4622800925935735</c:v>
                </c:pt>
                <c:pt idx="39942">
                  <c:v>0.46229166666307719</c:v>
                </c:pt>
                <c:pt idx="39943">
                  <c:v>0.46230324073985685</c:v>
                </c:pt>
                <c:pt idx="39944">
                  <c:v>0.46231481480936054</c:v>
                </c:pt>
                <c:pt idx="39945">
                  <c:v>0.46232638888614019</c:v>
                </c:pt>
                <c:pt idx="39946">
                  <c:v>0.46233796296291985</c:v>
                </c:pt>
                <c:pt idx="39947">
                  <c:v>0.46234953703242354</c:v>
                </c:pt>
                <c:pt idx="39948">
                  <c:v>0.46236111110920319</c:v>
                </c:pt>
                <c:pt idx="39949">
                  <c:v>0.46237268518598285</c:v>
                </c:pt>
                <c:pt idx="39950">
                  <c:v>0.46238425925548654</c:v>
                </c:pt>
                <c:pt idx="39951">
                  <c:v>0.46239583333226619</c:v>
                </c:pt>
                <c:pt idx="39952">
                  <c:v>0.46240740740176989</c:v>
                </c:pt>
                <c:pt idx="39953">
                  <c:v>0.46241898147854954</c:v>
                </c:pt>
                <c:pt idx="39954">
                  <c:v>0.46243055555532919</c:v>
                </c:pt>
                <c:pt idx="39955">
                  <c:v>0.46244212962483289</c:v>
                </c:pt>
                <c:pt idx="39956">
                  <c:v>0.46245370370161254</c:v>
                </c:pt>
                <c:pt idx="39957">
                  <c:v>0.46246527777839219</c:v>
                </c:pt>
                <c:pt idx="39958">
                  <c:v>0.46247685184789589</c:v>
                </c:pt>
                <c:pt idx="39959">
                  <c:v>0.46248842592467554</c:v>
                </c:pt>
                <c:pt idx="39960">
                  <c:v>0.46249999999417923</c:v>
                </c:pt>
                <c:pt idx="39961">
                  <c:v>0.46251157407095889</c:v>
                </c:pt>
                <c:pt idx="39962">
                  <c:v>0.46252314814773854</c:v>
                </c:pt>
                <c:pt idx="39963">
                  <c:v>0.46253472221724223</c:v>
                </c:pt>
                <c:pt idx="39964">
                  <c:v>0.46254629629402189</c:v>
                </c:pt>
                <c:pt idx="39965">
                  <c:v>0.46255787037080154</c:v>
                </c:pt>
                <c:pt idx="39966">
                  <c:v>0.46256944444030523</c:v>
                </c:pt>
                <c:pt idx="39967">
                  <c:v>0.46258101851708489</c:v>
                </c:pt>
                <c:pt idx="39968">
                  <c:v>0.46259259259386454</c:v>
                </c:pt>
                <c:pt idx="39969">
                  <c:v>0.46260416666336823</c:v>
                </c:pt>
                <c:pt idx="39970">
                  <c:v>0.46261574074014788</c:v>
                </c:pt>
                <c:pt idx="39971">
                  <c:v>0.46262731480965158</c:v>
                </c:pt>
                <c:pt idx="39972">
                  <c:v>0.46263888888643123</c:v>
                </c:pt>
                <c:pt idx="39973">
                  <c:v>0.46265046296321088</c:v>
                </c:pt>
                <c:pt idx="39974">
                  <c:v>0.46266203703271458</c:v>
                </c:pt>
                <c:pt idx="39975">
                  <c:v>0.46267361110949423</c:v>
                </c:pt>
                <c:pt idx="39976">
                  <c:v>0.46268518518627388</c:v>
                </c:pt>
                <c:pt idx="39977">
                  <c:v>0.46269675925577758</c:v>
                </c:pt>
                <c:pt idx="39978">
                  <c:v>0.46270833333255723</c:v>
                </c:pt>
                <c:pt idx="39979">
                  <c:v>0.46271990740206093</c:v>
                </c:pt>
                <c:pt idx="39980">
                  <c:v>0.46273148147884058</c:v>
                </c:pt>
                <c:pt idx="39981">
                  <c:v>0.46274305555562023</c:v>
                </c:pt>
                <c:pt idx="39982">
                  <c:v>0.46275462962512393</c:v>
                </c:pt>
                <c:pt idx="39983">
                  <c:v>0.46276620370190358</c:v>
                </c:pt>
                <c:pt idx="39984">
                  <c:v>0.46277777777868323</c:v>
                </c:pt>
                <c:pt idx="39985">
                  <c:v>0.46278935184818693</c:v>
                </c:pt>
                <c:pt idx="39986">
                  <c:v>0.46280092592496658</c:v>
                </c:pt>
                <c:pt idx="39987">
                  <c:v>0.46281249999447027</c:v>
                </c:pt>
                <c:pt idx="39988">
                  <c:v>0.46282407407124992</c:v>
                </c:pt>
                <c:pt idx="39989">
                  <c:v>0.46283564814802958</c:v>
                </c:pt>
                <c:pt idx="39990">
                  <c:v>0.46284722221753327</c:v>
                </c:pt>
                <c:pt idx="39991">
                  <c:v>0.46285879629431292</c:v>
                </c:pt>
                <c:pt idx="39992">
                  <c:v>0.46287037037109258</c:v>
                </c:pt>
                <c:pt idx="39993">
                  <c:v>0.46288194444059627</c:v>
                </c:pt>
                <c:pt idx="39994">
                  <c:v>0.46289351851737592</c:v>
                </c:pt>
                <c:pt idx="39995">
                  <c:v>0.46290509258687962</c:v>
                </c:pt>
                <c:pt idx="39996">
                  <c:v>0.46291666666365927</c:v>
                </c:pt>
                <c:pt idx="39997">
                  <c:v>0.46292824074043892</c:v>
                </c:pt>
                <c:pt idx="39998">
                  <c:v>0.46293981480994262</c:v>
                </c:pt>
                <c:pt idx="39999">
                  <c:v>0.46295138888672227</c:v>
                </c:pt>
                <c:pt idx="40000">
                  <c:v>0.46296296296350192</c:v>
                </c:pt>
                <c:pt idx="40001">
                  <c:v>0.46297453703300562</c:v>
                </c:pt>
                <c:pt idx="40002">
                  <c:v>0.46298611110978527</c:v>
                </c:pt>
                <c:pt idx="40003">
                  <c:v>0.46299768517928896</c:v>
                </c:pt>
                <c:pt idx="40004">
                  <c:v>0.46300925925606862</c:v>
                </c:pt>
                <c:pt idx="40005">
                  <c:v>0.46302083333284827</c:v>
                </c:pt>
                <c:pt idx="40006">
                  <c:v>0.46303240740235196</c:v>
                </c:pt>
                <c:pt idx="40007">
                  <c:v>0.46304398147913162</c:v>
                </c:pt>
                <c:pt idx="40008">
                  <c:v>0.46305555555591127</c:v>
                </c:pt>
                <c:pt idx="40009">
                  <c:v>0.46306712962541496</c:v>
                </c:pt>
                <c:pt idx="40010">
                  <c:v>0.46307870370219462</c:v>
                </c:pt>
                <c:pt idx="40011">
                  <c:v>0.46309027777897427</c:v>
                </c:pt>
                <c:pt idx="40012">
                  <c:v>0.46310185184847796</c:v>
                </c:pt>
                <c:pt idx="40013">
                  <c:v>0.46311342592525762</c:v>
                </c:pt>
                <c:pt idx="40014">
                  <c:v>0.46312499999476131</c:v>
                </c:pt>
                <c:pt idx="40015">
                  <c:v>0.46313657407154096</c:v>
                </c:pt>
                <c:pt idx="40016">
                  <c:v>0.46314814814832062</c:v>
                </c:pt>
                <c:pt idx="40017">
                  <c:v>0.46315972221782431</c:v>
                </c:pt>
                <c:pt idx="40018">
                  <c:v>0.46317129629460396</c:v>
                </c:pt>
                <c:pt idx="40019">
                  <c:v>0.46318287037138361</c:v>
                </c:pt>
                <c:pt idx="40020">
                  <c:v>0.46319444444088731</c:v>
                </c:pt>
                <c:pt idx="40021">
                  <c:v>0.46320601851766696</c:v>
                </c:pt>
                <c:pt idx="40022">
                  <c:v>0.46321759258717066</c:v>
                </c:pt>
                <c:pt idx="40023">
                  <c:v>0.46322916666395031</c:v>
                </c:pt>
                <c:pt idx="40024">
                  <c:v>0.46324074074072996</c:v>
                </c:pt>
                <c:pt idx="40025">
                  <c:v>0.46325231481023366</c:v>
                </c:pt>
                <c:pt idx="40026">
                  <c:v>0.46326388888701331</c:v>
                </c:pt>
                <c:pt idx="40027">
                  <c:v>0.46327546296379296</c:v>
                </c:pt>
                <c:pt idx="40028">
                  <c:v>0.46328703703329666</c:v>
                </c:pt>
                <c:pt idx="40029">
                  <c:v>0.46329861111007631</c:v>
                </c:pt>
                <c:pt idx="40030">
                  <c:v>0.46331018517958</c:v>
                </c:pt>
                <c:pt idx="40031">
                  <c:v>0.46332175925635966</c:v>
                </c:pt>
                <c:pt idx="40032">
                  <c:v>0.46333333333313931</c:v>
                </c:pt>
                <c:pt idx="40033">
                  <c:v>0.463344907402643</c:v>
                </c:pt>
                <c:pt idx="40034">
                  <c:v>0.46335648147942265</c:v>
                </c:pt>
                <c:pt idx="40035">
                  <c:v>0.46336805555620231</c:v>
                </c:pt>
                <c:pt idx="40036">
                  <c:v>0.463379629625706</c:v>
                </c:pt>
                <c:pt idx="40037">
                  <c:v>0.46339120370248565</c:v>
                </c:pt>
                <c:pt idx="40038">
                  <c:v>0.46340277777198935</c:v>
                </c:pt>
                <c:pt idx="40039">
                  <c:v>0.463414351848769</c:v>
                </c:pt>
                <c:pt idx="40040">
                  <c:v>0.46342592592554865</c:v>
                </c:pt>
                <c:pt idx="40041">
                  <c:v>0.46343749999505235</c:v>
                </c:pt>
                <c:pt idx="40042">
                  <c:v>0.463449074071832</c:v>
                </c:pt>
                <c:pt idx="40043">
                  <c:v>0.46346064814861165</c:v>
                </c:pt>
                <c:pt idx="40044">
                  <c:v>0.46347222221811535</c:v>
                </c:pt>
                <c:pt idx="40045">
                  <c:v>0.463483796294895</c:v>
                </c:pt>
                <c:pt idx="40046">
                  <c:v>0.46349537037167465</c:v>
                </c:pt>
                <c:pt idx="40047">
                  <c:v>0.46350694444117835</c:v>
                </c:pt>
                <c:pt idx="40048">
                  <c:v>0.463518518517958</c:v>
                </c:pt>
                <c:pt idx="40049">
                  <c:v>0.4635300925874617</c:v>
                </c:pt>
                <c:pt idx="40050">
                  <c:v>0.46354166666424135</c:v>
                </c:pt>
                <c:pt idx="40051">
                  <c:v>0.463553240741021</c:v>
                </c:pt>
                <c:pt idx="40052">
                  <c:v>0.46356481481052469</c:v>
                </c:pt>
                <c:pt idx="40053">
                  <c:v>0.46357638888730435</c:v>
                </c:pt>
                <c:pt idx="40054">
                  <c:v>0.463587962964084</c:v>
                </c:pt>
                <c:pt idx="40055">
                  <c:v>0.46359953703358769</c:v>
                </c:pt>
                <c:pt idx="40056">
                  <c:v>0.46361111111036735</c:v>
                </c:pt>
                <c:pt idx="40057">
                  <c:v>0.46362268517987104</c:v>
                </c:pt>
                <c:pt idx="40058">
                  <c:v>0.46363425925665069</c:v>
                </c:pt>
                <c:pt idx="40059">
                  <c:v>0.46364583333343035</c:v>
                </c:pt>
                <c:pt idx="40060">
                  <c:v>0.46365740740293404</c:v>
                </c:pt>
                <c:pt idx="40061">
                  <c:v>0.46366898147971369</c:v>
                </c:pt>
                <c:pt idx="40062">
                  <c:v>0.46368055555649335</c:v>
                </c:pt>
                <c:pt idx="40063">
                  <c:v>0.46369212962599704</c:v>
                </c:pt>
                <c:pt idx="40064">
                  <c:v>0.46370370370277669</c:v>
                </c:pt>
                <c:pt idx="40065">
                  <c:v>0.46371527777228039</c:v>
                </c:pt>
                <c:pt idx="40066">
                  <c:v>0.46372685184906004</c:v>
                </c:pt>
                <c:pt idx="40067">
                  <c:v>0.46373842592583969</c:v>
                </c:pt>
                <c:pt idx="40068">
                  <c:v>0.46374999999534339</c:v>
                </c:pt>
                <c:pt idx="40069">
                  <c:v>0.46376157407212304</c:v>
                </c:pt>
                <c:pt idx="40070">
                  <c:v>0.46377314814890269</c:v>
                </c:pt>
                <c:pt idx="40071">
                  <c:v>0.46378472221840639</c:v>
                </c:pt>
                <c:pt idx="40072">
                  <c:v>0.46379629629518604</c:v>
                </c:pt>
                <c:pt idx="40073">
                  <c:v>0.46380787036468973</c:v>
                </c:pt>
                <c:pt idx="40074">
                  <c:v>0.46381944444146939</c:v>
                </c:pt>
                <c:pt idx="40075">
                  <c:v>0.46383101851824904</c:v>
                </c:pt>
                <c:pt idx="40076">
                  <c:v>0.46384259258775273</c:v>
                </c:pt>
                <c:pt idx="40077">
                  <c:v>0.46385416666453239</c:v>
                </c:pt>
                <c:pt idx="40078">
                  <c:v>0.46386574074131204</c:v>
                </c:pt>
                <c:pt idx="40079">
                  <c:v>0.46387731481081573</c:v>
                </c:pt>
                <c:pt idx="40080">
                  <c:v>0.46388888888759539</c:v>
                </c:pt>
                <c:pt idx="40081">
                  <c:v>0.46390046295709908</c:v>
                </c:pt>
                <c:pt idx="40082">
                  <c:v>0.46391203703387873</c:v>
                </c:pt>
                <c:pt idx="40083">
                  <c:v>0.46392361111065838</c:v>
                </c:pt>
                <c:pt idx="40084">
                  <c:v>0.46393518518016208</c:v>
                </c:pt>
                <c:pt idx="40085">
                  <c:v>0.46394675925694173</c:v>
                </c:pt>
                <c:pt idx="40086">
                  <c:v>0.46395833333372138</c:v>
                </c:pt>
                <c:pt idx="40087">
                  <c:v>0.46396990740322508</c:v>
                </c:pt>
                <c:pt idx="40088">
                  <c:v>0.46398148148000473</c:v>
                </c:pt>
                <c:pt idx="40089">
                  <c:v>0.46399305555678438</c:v>
                </c:pt>
                <c:pt idx="40090">
                  <c:v>0.46400462962628808</c:v>
                </c:pt>
                <c:pt idx="40091">
                  <c:v>0.46401620370306773</c:v>
                </c:pt>
                <c:pt idx="40092">
                  <c:v>0.46402777777257143</c:v>
                </c:pt>
                <c:pt idx="40093">
                  <c:v>0.46403935184935108</c:v>
                </c:pt>
                <c:pt idx="40094">
                  <c:v>0.46405092592613073</c:v>
                </c:pt>
                <c:pt idx="40095">
                  <c:v>0.46406249999563443</c:v>
                </c:pt>
                <c:pt idx="40096">
                  <c:v>0.46407407407241408</c:v>
                </c:pt>
                <c:pt idx="40097">
                  <c:v>0.46408564814919373</c:v>
                </c:pt>
                <c:pt idx="40098">
                  <c:v>0.46409722221869742</c:v>
                </c:pt>
                <c:pt idx="40099">
                  <c:v>0.46410879629547708</c:v>
                </c:pt>
                <c:pt idx="40100">
                  <c:v>0.46412037036498077</c:v>
                </c:pt>
                <c:pt idx="40101">
                  <c:v>0.46413194444176042</c:v>
                </c:pt>
                <c:pt idx="40102">
                  <c:v>0.46414351851854008</c:v>
                </c:pt>
                <c:pt idx="40103">
                  <c:v>0.46415509258804377</c:v>
                </c:pt>
                <c:pt idx="40104">
                  <c:v>0.46416666666482342</c:v>
                </c:pt>
                <c:pt idx="40105">
                  <c:v>0.46417824074160308</c:v>
                </c:pt>
                <c:pt idx="40106">
                  <c:v>0.46418981481110677</c:v>
                </c:pt>
                <c:pt idx="40107">
                  <c:v>0.46420138888788642</c:v>
                </c:pt>
                <c:pt idx="40108">
                  <c:v>0.46421296295739012</c:v>
                </c:pt>
                <c:pt idx="40109">
                  <c:v>0.46422453703416977</c:v>
                </c:pt>
                <c:pt idx="40110">
                  <c:v>0.46423611111094942</c:v>
                </c:pt>
                <c:pt idx="40111">
                  <c:v>0.46424768518045312</c:v>
                </c:pt>
                <c:pt idx="40112">
                  <c:v>0.46425925925723277</c:v>
                </c:pt>
                <c:pt idx="40113">
                  <c:v>0.46427083333401242</c:v>
                </c:pt>
                <c:pt idx="40114">
                  <c:v>0.46428240740351612</c:v>
                </c:pt>
                <c:pt idx="40115">
                  <c:v>0.46429398148029577</c:v>
                </c:pt>
                <c:pt idx="40116">
                  <c:v>0.46430555554979946</c:v>
                </c:pt>
                <c:pt idx="40117">
                  <c:v>0.46431712962657912</c:v>
                </c:pt>
                <c:pt idx="40118">
                  <c:v>0.46432870370335877</c:v>
                </c:pt>
                <c:pt idx="40119">
                  <c:v>0.46434027777286246</c:v>
                </c:pt>
                <c:pt idx="40120">
                  <c:v>0.46435185184964212</c:v>
                </c:pt>
                <c:pt idx="40121">
                  <c:v>0.46436342592642177</c:v>
                </c:pt>
                <c:pt idx="40122">
                  <c:v>0.46437499999592546</c:v>
                </c:pt>
                <c:pt idx="40123">
                  <c:v>0.46438657407270512</c:v>
                </c:pt>
                <c:pt idx="40124">
                  <c:v>0.46439814814948477</c:v>
                </c:pt>
                <c:pt idx="40125">
                  <c:v>0.46440972221898846</c:v>
                </c:pt>
                <c:pt idx="40126">
                  <c:v>0.46442129629576812</c:v>
                </c:pt>
                <c:pt idx="40127">
                  <c:v>0.46443287036527181</c:v>
                </c:pt>
                <c:pt idx="40128">
                  <c:v>0.46444444444205146</c:v>
                </c:pt>
                <c:pt idx="40129">
                  <c:v>0.46445601851883112</c:v>
                </c:pt>
                <c:pt idx="40130">
                  <c:v>0.46446759258833481</c:v>
                </c:pt>
                <c:pt idx="40131">
                  <c:v>0.46447916666511446</c:v>
                </c:pt>
                <c:pt idx="40132">
                  <c:v>0.46449074074189411</c:v>
                </c:pt>
                <c:pt idx="40133">
                  <c:v>0.46450231481139781</c:v>
                </c:pt>
                <c:pt idx="40134">
                  <c:v>0.46451388888817746</c:v>
                </c:pt>
                <c:pt idx="40135">
                  <c:v>0.46452546295768116</c:v>
                </c:pt>
                <c:pt idx="40136">
                  <c:v>0.46453703703446081</c:v>
                </c:pt>
                <c:pt idx="40137">
                  <c:v>0.46454861111124046</c:v>
                </c:pt>
                <c:pt idx="40138">
                  <c:v>0.46456018518074416</c:v>
                </c:pt>
                <c:pt idx="40139">
                  <c:v>0.46457175925752381</c:v>
                </c:pt>
                <c:pt idx="40140">
                  <c:v>0.46458333333430346</c:v>
                </c:pt>
                <c:pt idx="40141">
                  <c:v>0.46459490740380716</c:v>
                </c:pt>
                <c:pt idx="40142">
                  <c:v>0.46460648148058681</c:v>
                </c:pt>
                <c:pt idx="40143">
                  <c:v>0.4646180555500905</c:v>
                </c:pt>
                <c:pt idx="40144">
                  <c:v>0.46462962962687016</c:v>
                </c:pt>
                <c:pt idx="40145">
                  <c:v>0.46464120370364981</c:v>
                </c:pt>
                <c:pt idx="40146">
                  <c:v>0.4646527777731535</c:v>
                </c:pt>
                <c:pt idx="40147">
                  <c:v>0.46466435184993315</c:v>
                </c:pt>
                <c:pt idx="40148">
                  <c:v>0.46467592592671281</c:v>
                </c:pt>
                <c:pt idx="40149">
                  <c:v>0.4646874999962165</c:v>
                </c:pt>
                <c:pt idx="40150">
                  <c:v>0.46469907407299615</c:v>
                </c:pt>
                <c:pt idx="40151">
                  <c:v>0.46471064814249985</c:v>
                </c:pt>
                <c:pt idx="40152">
                  <c:v>0.4647222222192795</c:v>
                </c:pt>
                <c:pt idx="40153">
                  <c:v>0.46473379629605915</c:v>
                </c:pt>
                <c:pt idx="40154">
                  <c:v>0.46474537036556285</c:v>
                </c:pt>
                <c:pt idx="40155">
                  <c:v>0.4647569444423425</c:v>
                </c:pt>
                <c:pt idx="40156">
                  <c:v>0.46476851851912215</c:v>
                </c:pt>
                <c:pt idx="40157">
                  <c:v>0.46478009258862585</c:v>
                </c:pt>
                <c:pt idx="40158">
                  <c:v>0.4647916666654055</c:v>
                </c:pt>
                <c:pt idx="40159">
                  <c:v>0.4648032407349092</c:v>
                </c:pt>
                <c:pt idx="40160">
                  <c:v>0.46481481481168885</c:v>
                </c:pt>
                <c:pt idx="40161">
                  <c:v>0.4648263888884685</c:v>
                </c:pt>
                <c:pt idx="40162">
                  <c:v>0.46483796295797219</c:v>
                </c:pt>
                <c:pt idx="40163">
                  <c:v>0.46484953703475185</c:v>
                </c:pt>
                <c:pt idx="40164">
                  <c:v>0.4648611111115315</c:v>
                </c:pt>
                <c:pt idx="40165">
                  <c:v>0.46487268518103519</c:v>
                </c:pt>
                <c:pt idx="40166">
                  <c:v>0.46488425925781485</c:v>
                </c:pt>
                <c:pt idx="40167">
                  <c:v>0.4648958333345945</c:v>
                </c:pt>
                <c:pt idx="40168">
                  <c:v>0.46490740740409819</c:v>
                </c:pt>
                <c:pt idx="40169">
                  <c:v>0.46491898148087785</c:v>
                </c:pt>
                <c:pt idx="40170">
                  <c:v>0.46493055555038154</c:v>
                </c:pt>
                <c:pt idx="40171">
                  <c:v>0.46494212962716119</c:v>
                </c:pt>
                <c:pt idx="40172">
                  <c:v>0.46495370370394085</c:v>
                </c:pt>
                <c:pt idx="40173">
                  <c:v>0.46496527777344454</c:v>
                </c:pt>
                <c:pt idx="40174">
                  <c:v>0.46497685185022419</c:v>
                </c:pt>
                <c:pt idx="40175">
                  <c:v>0.46498842592700385</c:v>
                </c:pt>
                <c:pt idx="40176">
                  <c:v>0.46499999999650754</c:v>
                </c:pt>
                <c:pt idx="40177">
                  <c:v>0.46501157407328719</c:v>
                </c:pt>
                <c:pt idx="40178">
                  <c:v>0.46502314814279089</c:v>
                </c:pt>
                <c:pt idx="40179">
                  <c:v>0.46503472221957054</c:v>
                </c:pt>
                <c:pt idx="40180">
                  <c:v>0.46504629629635019</c:v>
                </c:pt>
                <c:pt idx="40181">
                  <c:v>0.46505787036585389</c:v>
                </c:pt>
                <c:pt idx="40182">
                  <c:v>0.46506944444263354</c:v>
                </c:pt>
                <c:pt idx="40183">
                  <c:v>0.46508101851941319</c:v>
                </c:pt>
                <c:pt idx="40184">
                  <c:v>0.46509259258891689</c:v>
                </c:pt>
                <c:pt idx="40185">
                  <c:v>0.46510416666569654</c:v>
                </c:pt>
                <c:pt idx="40186">
                  <c:v>0.46511574073520023</c:v>
                </c:pt>
                <c:pt idx="40187">
                  <c:v>0.46512731481197989</c:v>
                </c:pt>
                <c:pt idx="40188">
                  <c:v>0.46513888888875954</c:v>
                </c:pt>
                <c:pt idx="40189">
                  <c:v>0.46515046295826323</c:v>
                </c:pt>
                <c:pt idx="40190">
                  <c:v>0.46516203703504289</c:v>
                </c:pt>
                <c:pt idx="40191">
                  <c:v>0.46517361111182254</c:v>
                </c:pt>
                <c:pt idx="40192">
                  <c:v>0.46518518518132623</c:v>
                </c:pt>
                <c:pt idx="40193">
                  <c:v>0.46519675925810589</c:v>
                </c:pt>
                <c:pt idx="40194">
                  <c:v>0.46520833332760958</c:v>
                </c:pt>
                <c:pt idx="40195">
                  <c:v>0.46521990740438923</c:v>
                </c:pt>
                <c:pt idx="40196">
                  <c:v>0.46523148148116888</c:v>
                </c:pt>
                <c:pt idx="40197">
                  <c:v>0.46524305555067258</c:v>
                </c:pt>
                <c:pt idx="40198">
                  <c:v>0.46525462962745223</c:v>
                </c:pt>
                <c:pt idx="40199">
                  <c:v>0.46526620370423188</c:v>
                </c:pt>
                <c:pt idx="40200">
                  <c:v>0.46527777777373558</c:v>
                </c:pt>
                <c:pt idx="40201">
                  <c:v>0.46528935185051523</c:v>
                </c:pt>
                <c:pt idx="40202">
                  <c:v>0.46530092592001893</c:v>
                </c:pt>
                <c:pt idx="40203">
                  <c:v>0.46531249999679858</c:v>
                </c:pt>
                <c:pt idx="40204">
                  <c:v>0.46532407407357823</c:v>
                </c:pt>
                <c:pt idx="40205">
                  <c:v>0.46533564814308193</c:v>
                </c:pt>
                <c:pt idx="40206">
                  <c:v>0.46534722221986158</c:v>
                </c:pt>
                <c:pt idx="40207">
                  <c:v>0.46535879629664123</c:v>
                </c:pt>
                <c:pt idx="40208">
                  <c:v>0.46537037036614493</c:v>
                </c:pt>
                <c:pt idx="40209">
                  <c:v>0.46538194444292458</c:v>
                </c:pt>
                <c:pt idx="40210">
                  <c:v>0.46539351851970423</c:v>
                </c:pt>
                <c:pt idx="40211">
                  <c:v>0.46540509258920792</c:v>
                </c:pt>
                <c:pt idx="40212">
                  <c:v>0.46541666666598758</c:v>
                </c:pt>
                <c:pt idx="40213">
                  <c:v>0.46542824073549127</c:v>
                </c:pt>
                <c:pt idx="40214">
                  <c:v>0.46543981481227092</c:v>
                </c:pt>
                <c:pt idx="40215">
                  <c:v>0.46545138888905058</c:v>
                </c:pt>
                <c:pt idx="40216">
                  <c:v>0.46546296295855427</c:v>
                </c:pt>
                <c:pt idx="40217">
                  <c:v>0.46547453703533392</c:v>
                </c:pt>
                <c:pt idx="40218">
                  <c:v>0.46548611111211358</c:v>
                </c:pt>
                <c:pt idx="40219">
                  <c:v>0.46549768518161727</c:v>
                </c:pt>
                <c:pt idx="40220">
                  <c:v>0.46550925925839692</c:v>
                </c:pt>
                <c:pt idx="40221">
                  <c:v>0.46552083332790062</c:v>
                </c:pt>
                <c:pt idx="40222">
                  <c:v>0.46553240740468027</c:v>
                </c:pt>
                <c:pt idx="40223">
                  <c:v>0.46554398148145992</c:v>
                </c:pt>
                <c:pt idx="40224">
                  <c:v>0.46555555555096362</c:v>
                </c:pt>
                <c:pt idx="40225">
                  <c:v>0.46556712962774327</c:v>
                </c:pt>
                <c:pt idx="40226">
                  <c:v>0.46557870370452292</c:v>
                </c:pt>
                <c:pt idx="40227">
                  <c:v>0.46559027777402662</c:v>
                </c:pt>
                <c:pt idx="40228">
                  <c:v>0.46560185185080627</c:v>
                </c:pt>
                <c:pt idx="40229">
                  <c:v>0.46561342592030996</c:v>
                </c:pt>
                <c:pt idx="40230">
                  <c:v>0.46562499999708962</c:v>
                </c:pt>
                <c:pt idx="40231">
                  <c:v>0.46563657407386927</c:v>
                </c:pt>
                <c:pt idx="40232">
                  <c:v>0.46564814814337296</c:v>
                </c:pt>
                <c:pt idx="40233">
                  <c:v>0.46565972222015262</c:v>
                </c:pt>
                <c:pt idx="40234">
                  <c:v>0.46567129629693227</c:v>
                </c:pt>
                <c:pt idx="40235">
                  <c:v>0.46568287036643596</c:v>
                </c:pt>
                <c:pt idx="40236">
                  <c:v>0.46569444444321562</c:v>
                </c:pt>
                <c:pt idx="40237">
                  <c:v>0.46570601851271931</c:v>
                </c:pt>
                <c:pt idx="40238">
                  <c:v>0.46571759258949896</c:v>
                </c:pt>
                <c:pt idx="40239">
                  <c:v>0.46572916666627862</c:v>
                </c:pt>
                <c:pt idx="40240">
                  <c:v>0.46574074073578231</c:v>
                </c:pt>
                <c:pt idx="40241">
                  <c:v>0.46575231481256196</c:v>
                </c:pt>
                <c:pt idx="40242">
                  <c:v>0.46576388888934162</c:v>
                </c:pt>
                <c:pt idx="40243">
                  <c:v>0.46577546295884531</c:v>
                </c:pt>
                <c:pt idx="40244">
                  <c:v>0.46578703703562496</c:v>
                </c:pt>
                <c:pt idx="40245">
                  <c:v>0.46579861111240461</c:v>
                </c:pt>
                <c:pt idx="40246">
                  <c:v>0.46581018518190831</c:v>
                </c:pt>
                <c:pt idx="40247">
                  <c:v>0.46582175925868796</c:v>
                </c:pt>
                <c:pt idx="40248">
                  <c:v>0.46583333332819166</c:v>
                </c:pt>
                <c:pt idx="40249">
                  <c:v>0.46584490740497131</c:v>
                </c:pt>
                <c:pt idx="40250">
                  <c:v>0.46585648148175096</c:v>
                </c:pt>
                <c:pt idx="40251">
                  <c:v>0.46586805555125466</c:v>
                </c:pt>
                <c:pt idx="40252">
                  <c:v>0.46587962962803431</c:v>
                </c:pt>
                <c:pt idx="40253">
                  <c:v>0.46589120370481396</c:v>
                </c:pt>
                <c:pt idx="40254">
                  <c:v>0.46590277777431766</c:v>
                </c:pt>
                <c:pt idx="40255">
                  <c:v>0.46591435185109731</c:v>
                </c:pt>
                <c:pt idx="40256">
                  <c:v>0.465925925920601</c:v>
                </c:pt>
                <c:pt idx="40257">
                  <c:v>0.46593749999738066</c:v>
                </c:pt>
                <c:pt idx="40258">
                  <c:v>0.46594907407416031</c:v>
                </c:pt>
                <c:pt idx="40259">
                  <c:v>0.465960648143664</c:v>
                </c:pt>
                <c:pt idx="40260">
                  <c:v>0.46597222222044365</c:v>
                </c:pt>
                <c:pt idx="40261">
                  <c:v>0.46598379629722331</c:v>
                </c:pt>
                <c:pt idx="40262">
                  <c:v>0.465995370366727</c:v>
                </c:pt>
                <c:pt idx="40263">
                  <c:v>0.46600694444350665</c:v>
                </c:pt>
                <c:pt idx="40264">
                  <c:v>0.46601851851301035</c:v>
                </c:pt>
                <c:pt idx="40265">
                  <c:v>0.46603009258979</c:v>
                </c:pt>
                <c:pt idx="40266">
                  <c:v>0.46604166666656965</c:v>
                </c:pt>
                <c:pt idx="40267">
                  <c:v>0.46605324073607335</c:v>
                </c:pt>
                <c:pt idx="40268">
                  <c:v>0.466064814812853</c:v>
                </c:pt>
                <c:pt idx="40269">
                  <c:v>0.46607638888963265</c:v>
                </c:pt>
                <c:pt idx="40270">
                  <c:v>0.46608796295913635</c:v>
                </c:pt>
                <c:pt idx="40271">
                  <c:v>0.466099537035916</c:v>
                </c:pt>
                <c:pt idx="40272">
                  <c:v>0.4661111111054197</c:v>
                </c:pt>
                <c:pt idx="40273">
                  <c:v>0.46612268518219935</c:v>
                </c:pt>
                <c:pt idx="40274">
                  <c:v>0.466134259258979</c:v>
                </c:pt>
                <c:pt idx="40275">
                  <c:v>0.46614583332848269</c:v>
                </c:pt>
                <c:pt idx="40276">
                  <c:v>0.46615740740526235</c:v>
                </c:pt>
                <c:pt idx="40277">
                  <c:v>0.466168981482042</c:v>
                </c:pt>
                <c:pt idx="40278">
                  <c:v>0.46618055555154569</c:v>
                </c:pt>
                <c:pt idx="40279">
                  <c:v>0.46619212962832535</c:v>
                </c:pt>
                <c:pt idx="40280">
                  <c:v>0.46620370369782904</c:v>
                </c:pt>
                <c:pt idx="40281">
                  <c:v>0.46621527777460869</c:v>
                </c:pt>
                <c:pt idx="40282">
                  <c:v>0.46622685185138835</c:v>
                </c:pt>
                <c:pt idx="40283">
                  <c:v>0.46623842592089204</c:v>
                </c:pt>
                <c:pt idx="40284">
                  <c:v>0.46624999999767169</c:v>
                </c:pt>
                <c:pt idx="40285">
                  <c:v>0.46626157407445135</c:v>
                </c:pt>
                <c:pt idx="40286">
                  <c:v>0.46627314814395504</c:v>
                </c:pt>
                <c:pt idx="40287">
                  <c:v>0.46628472222073469</c:v>
                </c:pt>
                <c:pt idx="40288">
                  <c:v>0.46629629629751435</c:v>
                </c:pt>
                <c:pt idx="40289">
                  <c:v>0.46630787036701804</c:v>
                </c:pt>
                <c:pt idx="40290">
                  <c:v>0.46631944444379769</c:v>
                </c:pt>
                <c:pt idx="40291">
                  <c:v>0.46633101851330139</c:v>
                </c:pt>
                <c:pt idx="40292">
                  <c:v>0.46634259259008104</c:v>
                </c:pt>
                <c:pt idx="40293">
                  <c:v>0.46635416666686069</c:v>
                </c:pt>
                <c:pt idx="40294">
                  <c:v>0.46636574073636439</c:v>
                </c:pt>
                <c:pt idx="40295">
                  <c:v>0.46637731481314404</c:v>
                </c:pt>
                <c:pt idx="40296">
                  <c:v>0.46638888888992369</c:v>
                </c:pt>
                <c:pt idx="40297">
                  <c:v>0.46640046295942739</c:v>
                </c:pt>
                <c:pt idx="40298">
                  <c:v>0.46641203703620704</c:v>
                </c:pt>
                <c:pt idx="40299">
                  <c:v>0.46642361110571073</c:v>
                </c:pt>
                <c:pt idx="40300">
                  <c:v>0.46643518518249039</c:v>
                </c:pt>
                <c:pt idx="40301">
                  <c:v>0.46644675925927004</c:v>
                </c:pt>
                <c:pt idx="40302">
                  <c:v>0.46645833332877373</c:v>
                </c:pt>
                <c:pt idx="40303">
                  <c:v>0.46646990740555339</c:v>
                </c:pt>
                <c:pt idx="40304">
                  <c:v>0.46648148148233304</c:v>
                </c:pt>
                <c:pt idx="40305">
                  <c:v>0.46649305555183673</c:v>
                </c:pt>
                <c:pt idx="40306">
                  <c:v>0.46650462962861639</c:v>
                </c:pt>
                <c:pt idx="40307">
                  <c:v>0.46651620369812008</c:v>
                </c:pt>
                <c:pt idx="40308">
                  <c:v>0.46652777777489973</c:v>
                </c:pt>
                <c:pt idx="40309">
                  <c:v>0.46653935185167938</c:v>
                </c:pt>
                <c:pt idx="40310">
                  <c:v>0.46655092592118308</c:v>
                </c:pt>
                <c:pt idx="40311">
                  <c:v>0.46656249999796273</c:v>
                </c:pt>
                <c:pt idx="40312">
                  <c:v>0.46657407407474238</c:v>
                </c:pt>
                <c:pt idx="40313">
                  <c:v>0.46658564814424608</c:v>
                </c:pt>
                <c:pt idx="40314">
                  <c:v>0.46659722222102573</c:v>
                </c:pt>
                <c:pt idx="40315">
                  <c:v>0.46660879629052943</c:v>
                </c:pt>
                <c:pt idx="40316">
                  <c:v>0.46662037036730908</c:v>
                </c:pt>
                <c:pt idx="40317">
                  <c:v>0.46663194444408873</c:v>
                </c:pt>
                <c:pt idx="40318">
                  <c:v>0.46664351851359243</c:v>
                </c:pt>
                <c:pt idx="40319">
                  <c:v>0.46665509259037208</c:v>
                </c:pt>
                <c:pt idx="40320">
                  <c:v>0.46666666666715173</c:v>
                </c:pt>
                <c:pt idx="40321">
                  <c:v>0.46667824073665543</c:v>
                </c:pt>
                <c:pt idx="40322">
                  <c:v>0.46668981481343508</c:v>
                </c:pt>
                <c:pt idx="40323">
                  <c:v>0.46670138889021473</c:v>
                </c:pt>
                <c:pt idx="40324">
                  <c:v>0.46671296295971842</c:v>
                </c:pt>
                <c:pt idx="40325">
                  <c:v>0.46672453703649808</c:v>
                </c:pt>
                <c:pt idx="40326">
                  <c:v>0.46673611110600177</c:v>
                </c:pt>
                <c:pt idx="40327">
                  <c:v>0.46674768518278142</c:v>
                </c:pt>
                <c:pt idx="40328">
                  <c:v>0.46675925925956108</c:v>
                </c:pt>
                <c:pt idx="40329">
                  <c:v>0.46677083332906477</c:v>
                </c:pt>
                <c:pt idx="40330">
                  <c:v>0.46678240740584442</c:v>
                </c:pt>
                <c:pt idx="40331">
                  <c:v>0.46679398148262408</c:v>
                </c:pt>
                <c:pt idx="40332">
                  <c:v>0.46680555555212777</c:v>
                </c:pt>
                <c:pt idx="40333">
                  <c:v>0.46681712962890742</c:v>
                </c:pt>
                <c:pt idx="40334">
                  <c:v>0.46682870369841112</c:v>
                </c:pt>
                <c:pt idx="40335">
                  <c:v>0.46684027777519077</c:v>
                </c:pt>
                <c:pt idx="40336">
                  <c:v>0.46685185185197042</c:v>
                </c:pt>
                <c:pt idx="40337">
                  <c:v>0.46686342592147412</c:v>
                </c:pt>
                <c:pt idx="40338">
                  <c:v>0.46687499999825377</c:v>
                </c:pt>
                <c:pt idx="40339">
                  <c:v>0.46688657407503342</c:v>
                </c:pt>
                <c:pt idx="40340">
                  <c:v>0.46689814814453712</c:v>
                </c:pt>
                <c:pt idx="40341">
                  <c:v>0.46690972222131677</c:v>
                </c:pt>
                <c:pt idx="40342">
                  <c:v>0.46692129629082046</c:v>
                </c:pt>
                <c:pt idx="40343">
                  <c:v>0.46693287036760012</c:v>
                </c:pt>
                <c:pt idx="40344">
                  <c:v>0.46694444444437977</c:v>
                </c:pt>
                <c:pt idx="40345">
                  <c:v>0.46695601851388346</c:v>
                </c:pt>
                <c:pt idx="40346">
                  <c:v>0.46696759259066312</c:v>
                </c:pt>
                <c:pt idx="40347">
                  <c:v>0.46697916666744277</c:v>
                </c:pt>
                <c:pt idx="40348">
                  <c:v>0.46699074073694646</c:v>
                </c:pt>
                <c:pt idx="40349">
                  <c:v>0.46700231481372612</c:v>
                </c:pt>
                <c:pt idx="40350">
                  <c:v>0.46701388888322981</c:v>
                </c:pt>
                <c:pt idx="40351">
                  <c:v>0.46702546296000946</c:v>
                </c:pt>
                <c:pt idx="40352">
                  <c:v>0.46703703703678912</c:v>
                </c:pt>
                <c:pt idx="40353">
                  <c:v>0.46704861110629281</c:v>
                </c:pt>
                <c:pt idx="40354">
                  <c:v>0.46706018518307246</c:v>
                </c:pt>
                <c:pt idx="40355">
                  <c:v>0.46707175925985212</c:v>
                </c:pt>
                <c:pt idx="40356">
                  <c:v>0.46708333332935581</c:v>
                </c:pt>
                <c:pt idx="40357">
                  <c:v>0.46709490740613546</c:v>
                </c:pt>
                <c:pt idx="40358">
                  <c:v>0.46710648147563916</c:v>
                </c:pt>
                <c:pt idx="40359">
                  <c:v>0.46711805555241881</c:v>
                </c:pt>
                <c:pt idx="40360">
                  <c:v>0.46712962962919846</c:v>
                </c:pt>
                <c:pt idx="40361">
                  <c:v>0.46714120369870216</c:v>
                </c:pt>
                <c:pt idx="40362">
                  <c:v>0.46715277777548181</c:v>
                </c:pt>
                <c:pt idx="40363">
                  <c:v>0.46716435185226146</c:v>
                </c:pt>
                <c:pt idx="40364">
                  <c:v>0.46717592592176516</c:v>
                </c:pt>
                <c:pt idx="40365">
                  <c:v>0.46718749999854481</c:v>
                </c:pt>
                <c:pt idx="40366">
                  <c:v>0.46719907407532446</c:v>
                </c:pt>
                <c:pt idx="40367">
                  <c:v>0.46721064814482816</c:v>
                </c:pt>
                <c:pt idx="40368">
                  <c:v>0.46722222222160781</c:v>
                </c:pt>
                <c:pt idx="40369">
                  <c:v>0.4672337962911115</c:v>
                </c:pt>
                <c:pt idx="40370">
                  <c:v>0.46724537036789116</c:v>
                </c:pt>
                <c:pt idx="40371">
                  <c:v>0.46725694444467081</c:v>
                </c:pt>
                <c:pt idx="40372">
                  <c:v>0.4672685185141745</c:v>
                </c:pt>
                <c:pt idx="40373">
                  <c:v>0.46728009259095415</c:v>
                </c:pt>
                <c:pt idx="40374">
                  <c:v>0.46729166666773381</c:v>
                </c:pt>
                <c:pt idx="40375">
                  <c:v>0.4673032407372375</c:v>
                </c:pt>
                <c:pt idx="40376">
                  <c:v>0.46731481481401715</c:v>
                </c:pt>
                <c:pt idx="40377">
                  <c:v>0.46732638888352085</c:v>
                </c:pt>
                <c:pt idx="40378">
                  <c:v>0.4673379629603005</c:v>
                </c:pt>
                <c:pt idx="40379">
                  <c:v>0.46734953703708015</c:v>
                </c:pt>
                <c:pt idx="40380">
                  <c:v>0.46736111110658385</c:v>
                </c:pt>
                <c:pt idx="40381">
                  <c:v>0.4673726851833635</c:v>
                </c:pt>
                <c:pt idx="40382">
                  <c:v>0.46738425926014315</c:v>
                </c:pt>
                <c:pt idx="40383">
                  <c:v>0.46739583332964685</c:v>
                </c:pt>
                <c:pt idx="40384">
                  <c:v>0.4674074074064265</c:v>
                </c:pt>
                <c:pt idx="40385">
                  <c:v>0.4674189814759302</c:v>
                </c:pt>
                <c:pt idx="40386">
                  <c:v>0.46743055555270985</c:v>
                </c:pt>
                <c:pt idx="40387">
                  <c:v>0.4674421296294895</c:v>
                </c:pt>
                <c:pt idx="40388">
                  <c:v>0.46745370369899319</c:v>
                </c:pt>
                <c:pt idx="40389">
                  <c:v>0.46746527777577285</c:v>
                </c:pt>
                <c:pt idx="40390">
                  <c:v>0.4674768518525525</c:v>
                </c:pt>
                <c:pt idx="40391">
                  <c:v>0.46748842592205619</c:v>
                </c:pt>
                <c:pt idx="40392">
                  <c:v>0.46749999999883585</c:v>
                </c:pt>
                <c:pt idx="40393">
                  <c:v>0.46751157406833954</c:v>
                </c:pt>
                <c:pt idx="40394">
                  <c:v>0.46752314814511919</c:v>
                </c:pt>
                <c:pt idx="40395">
                  <c:v>0.46753472222189885</c:v>
                </c:pt>
                <c:pt idx="40396">
                  <c:v>0.46754629629140254</c:v>
                </c:pt>
                <c:pt idx="40397">
                  <c:v>0.46755787036818219</c:v>
                </c:pt>
                <c:pt idx="40398">
                  <c:v>0.46756944444496185</c:v>
                </c:pt>
                <c:pt idx="40399">
                  <c:v>0.46758101851446554</c:v>
                </c:pt>
                <c:pt idx="40400">
                  <c:v>0.46759259259124519</c:v>
                </c:pt>
                <c:pt idx="40401">
                  <c:v>0.46760416666074889</c:v>
                </c:pt>
                <c:pt idx="40402">
                  <c:v>0.46761574073752854</c:v>
                </c:pt>
                <c:pt idx="40403">
                  <c:v>0.46762731481430819</c:v>
                </c:pt>
                <c:pt idx="40404">
                  <c:v>0.46763888888381189</c:v>
                </c:pt>
                <c:pt idx="40405">
                  <c:v>0.46765046296059154</c:v>
                </c:pt>
                <c:pt idx="40406">
                  <c:v>0.46766203703737119</c:v>
                </c:pt>
                <c:pt idx="40407">
                  <c:v>0.46767361110687489</c:v>
                </c:pt>
                <c:pt idx="40408">
                  <c:v>0.46768518518365454</c:v>
                </c:pt>
                <c:pt idx="40409">
                  <c:v>0.46769675926043419</c:v>
                </c:pt>
                <c:pt idx="40410">
                  <c:v>0.46770833332993789</c:v>
                </c:pt>
                <c:pt idx="40411">
                  <c:v>0.46771990740671754</c:v>
                </c:pt>
                <c:pt idx="40412">
                  <c:v>0.46773148147622123</c:v>
                </c:pt>
                <c:pt idx="40413">
                  <c:v>0.46774305555300089</c:v>
                </c:pt>
                <c:pt idx="40414">
                  <c:v>0.46775462962978054</c:v>
                </c:pt>
                <c:pt idx="40415">
                  <c:v>0.46776620369928423</c:v>
                </c:pt>
                <c:pt idx="40416">
                  <c:v>0.46777777777606389</c:v>
                </c:pt>
                <c:pt idx="40417">
                  <c:v>0.46778935185284354</c:v>
                </c:pt>
                <c:pt idx="40418">
                  <c:v>0.46780092592234723</c:v>
                </c:pt>
                <c:pt idx="40419">
                  <c:v>0.46781249999912689</c:v>
                </c:pt>
                <c:pt idx="40420">
                  <c:v>0.46782407406863058</c:v>
                </c:pt>
                <c:pt idx="40421">
                  <c:v>0.46783564814541023</c:v>
                </c:pt>
                <c:pt idx="40422">
                  <c:v>0.46784722222218988</c:v>
                </c:pt>
                <c:pt idx="40423">
                  <c:v>0.46785879629169358</c:v>
                </c:pt>
                <c:pt idx="40424">
                  <c:v>0.46787037036847323</c:v>
                </c:pt>
                <c:pt idx="40425">
                  <c:v>0.46788194444525288</c:v>
                </c:pt>
                <c:pt idx="40426">
                  <c:v>0.46789351851475658</c:v>
                </c:pt>
                <c:pt idx="40427">
                  <c:v>0.46790509259153623</c:v>
                </c:pt>
                <c:pt idx="40428">
                  <c:v>0.46791666666103993</c:v>
                </c:pt>
                <c:pt idx="40429">
                  <c:v>0.46792824073781958</c:v>
                </c:pt>
                <c:pt idx="40430">
                  <c:v>0.46793981481459923</c:v>
                </c:pt>
                <c:pt idx="40431">
                  <c:v>0.46795138888410293</c:v>
                </c:pt>
                <c:pt idx="40432">
                  <c:v>0.46796296296088258</c:v>
                </c:pt>
                <c:pt idx="40433">
                  <c:v>0.46797453703766223</c:v>
                </c:pt>
                <c:pt idx="40434">
                  <c:v>0.46798611110716593</c:v>
                </c:pt>
                <c:pt idx="40435">
                  <c:v>0.46799768518394558</c:v>
                </c:pt>
                <c:pt idx="40436">
                  <c:v>0.46800925925344927</c:v>
                </c:pt>
                <c:pt idx="40437">
                  <c:v>0.46802083333022892</c:v>
                </c:pt>
                <c:pt idx="40438">
                  <c:v>0.46803240740700858</c:v>
                </c:pt>
                <c:pt idx="40439">
                  <c:v>0.46804398147651227</c:v>
                </c:pt>
                <c:pt idx="40440">
                  <c:v>0.46805555555329192</c:v>
                </c:pt>
                <c:pt idx="40441">
                  <c:v>0.46806712963007158</c:v>
                </c:pt>
                <c:pt idx="40442">
                  <c:v>0.46807870369957527</c:v>
                </c:pt>
                <c:pt idx="40443">
                  <c:v>0.46809027777635492</c:v>
                </c:pt>
                <c:pt idx="40444">
                  <c:v>0.46810185185313458</c:v>
                </c:pt>
                <c:pt idx="40445">
                  <c:v>0.46811342592263827</c:v>
                </c:pt>
                <c:pt idx="40446">
                  <c:v>0.46812499999941792</c:v>
                </c:pt>
                <c:pt idx="40447">
                  <c:v>0.46813657406892162</c:v>
                </c:pt>
                <c:pt idx="40448">
                  <c:v>0.46814814814570127</c:v>
                </c:pt>
                <c:pt idx="40449">
                  <c:v>0.46815972222248092</c:v>
                </c:pt>
                <c:pt idx="40450">
                  <c:v>0.46817129629198462</c:v>
                </c:pt>
                <c:pt idx="40451">
                  <c:v>0.46818287036876427</c:v>
                </c:pt>
                <c:pt idx="40452">
                  <c:v>0.46819444444554392</c:v>
                </c:pt>
                <c:pt idx="40453">
                  <c:v>0.46820601851504762</c:v>
                </c:pt>
                <c:pt idx="40454">
                  <c:v>0.46821759259182727</c:v>
                </c:pt>
                <c:pt idx="40455">
                  <c:v>0.46822916666133096</c:v>
                </c:pt>
                <c:pt idx="40456">
                  <c:v>0.46824074073811062</c:v>
                </c:pt>
                <c:pt idx="40457">
                  <c:v>0.46825231481489027</c:v>
                </c:pt>
                <c:pt idx="40458">
                  <c:v>0.46826388888439396</c:v>
                </c:pt>
                <c:pt idx="40459">
                  <c:v>0.46827546296117362</c:v>
                </c:pt>
                <c:pt idx="40460">
                  <c:v>0.46828703703795327</c:v>
                </c:pt>
                <c:pt idx="40461">
                  <c:v>0.46829861110745696</c:v>
                </c:pt>
                <c:pt idx="40462">
                  <c:v>0.46831018518423662</c:v>
                </c:pt>
                <c:pt idx="40463">
                  <c:v>0.46832175925374031</c:v>
                </c:pt>
                <c:pt idx="40464">
                  <c:v>0.46833333333051996</c:v>
                </c:pt>
                <c:pt idx="40465">
                  <c:v>0.46834490740729962</c:v>
                </c:pt>
                <c:pt idx="40466">
                  <c:v>0.46835648147680331</c:v>
                </c:pt>
                <c:pt idx="40467">
                  <c:v>0.46836805555358296</c:v>
                </c:pt>
                <c:pt idx="40468">
                  <c:v>0.46837962963036261</c:v>
                </c:pt>
                <c:pt idx="40469">
                  <c:v>0.46839120369986631</c:v>
                </c:pt>
                <c:pt idx="40470">
                  <c:v>0.46840277777664596</c:v>
                </c:pt>
                <c:pt idx="40471">
                  <c:v>0.46841435184614966</c:v>
                </c:pt>
                <c:pt idx="40472">
                  <c:v>0.46842592592292931</c:v>
                </c:pt>
                <c:pt idx="40473">
                  <c:v>0.46843749999970896</c:v>
                </c:pt>
                <c:pt idx="40474">
                  <c:v>0.46844907406921266</c:v>
                </c:pt>
                <c:pt idx="40475">
                  <c:v>0.46846064814599231</c:v>
                </c:pt>
                <c:pt idx="40476">
                  <c:v>0.46847222222277196</c:v>
                </c:pt>
                <c:pt idx="40477">
                  <c:v>0.46848379629227566</c:v>
                </c:pt>
                <c:pt idx="40478">
                  <c:v>0.46849537036905531</c:v>
                </c:pt>
                <c:pt idx="40479">
                  <c:v>0.468506944438559</c:v>
                </c:pt>
                <c:pt idx="40480">
                  <c:v>0.46851851851533866</c:v>
                </c:pt>
                <c:pt idx="40481">
                  <c:v>0.46853009259211831</c:v>
                </c:pt>
                <c:pt idx="40482">
                  <c:v>0.468541666661622</c:v>
                </c:pt>
                <c:pt idx="40483">
                  <c:v>0.46855324073840166</c:v>
                </c:pt>
                <c:pt idx="40484">
                  <c:v>0.46856481481518131</c:v>
                </c:pt>
                <c:pt idx="40485">
                  <c:v>0.468576388884685</c:v>
                </c:pt>
                <c:pt idx="40486">
                  <c:v>0.46858796296146465</c:v>
                </c:pt>
                <c:pt idx="40487">
                  <c:v>0.46859953703824431</c:v>
                </c:pt>
                <c:pt idx="40488">
                  <c:v>0.468611111107748</c:v>
                </c:pt>
                <c:pt idx="40489">
                  <c:v>0.46862268518452765</c:v>
                </c:pt>
                <c:pt idx="40490">
                  <c:v>0.46863425925403135</c:v>
                </c:pt>
                <c:pt idx="40491">
                  <c:v>0.468645833330811</c:v>
                </c:pt>
                <c:pt idx="40492">
                  <c:v>0.46865740740759065</c:v>
                </c:pt>
                <c:pt idx="40493">
                  <c:v>0.46866898147709435</c:v>
                </c:pt>
                <c:pt idx="40494">
                  <c:v>0.468680555553874</c:v>
                </c:pt>
                <c:pt idx="40495">
                  <c:v>0.46869212963065365</c:v>
                </c:pt>
                <c:pt idx="40496">
                  <c:v>0.46870370370015735</c:v>
                </c:pt>
                <c:pt idx="40497">
                  <c:v>0.468715277776937</c:v>
                </c:pt>
                <c:pt idx="40498">
                  <c:v>0.4687268518464407</c:v>
                </c:pt>
                <c:pt idx="40499">
                  <c:v>0.46873842592322035</c:v>
                </c:pt>
                <c:pt idx="40500">
                  <c:v>0.46875</c:v>
                </c:pt>
                <c:pt idx="40501">
                  <c:v>0.46876157406950369</c:v>
                </c:pt>
                <c:pt idx="40502">
                  <c:v>0.46877314814628335</c:v>
                </c:pt>
                <c:pt idx="40503">
                  <c:v>0.468784722223063</c:v>
                </c:pt>
                <c:pt idx="40504">
                  <c:v>0.46879629629256669</c:v>
                </c:pt>
                <c:pt idx="40505">
                  <c:v>0.46880787036934635</c:v>
                </c:pt>
                <c:pt idx="40506">
                  <c:v>0.46881944443885004</c:v>
                </c:pt>
                <c:pt idx="40507">
                  <c:v>0.46883101851562969</c:v>
                </c:pt>
                <c:pt idx="40508">
                  <c:v>0.46884259259240935</c:v>
                </c:pt>
                <c:pt idx="40509">
                  <c:v>0.46885416666191304</c:v>
                </c:pt>
                <c:pt idx="40510">
                  <c:v>0.46886574073869269</c:v>
                </c:pt>
                <c:pt idx="40511">
                  <c:v>0.46887731481547235</c:v>
                </c:pt>
                <c:pt idx="40512">
                  <c:v>0.46888888888497604</c:v>
                </c:pt>
                <c:pt idx="40513">
                  <c:v>0.46890046296175569</c:v>
                </c:pt>
                <c:pt idx="40514">
                  <c:v>0.46891203703125939</c:v>
                </c:pt>
                <c:pt idx="40515">
                  <c:v>0.46892361110803904</c:v>
                </c:pt>
                <c:pt idx="40516">
                  <c:v>0.46893518518481869</c:v>
                </c:pt>
                <c:pt idx="40517">
                  <c:v>0.46894675925432239</c:v>
                </c:pt>
                <c:pt idx="40518">
                  <c:v>0.46895833333110204</c:v>
                </c:pt>
                <c:pt idx="40519">
                  <c:v>0.46896990740788169</c:v>
                </c:pt>
                <c:pt idx="40520">
                  <c:v>0.46898148147738539</c:v>
                </c:pt>
                <c:pt idx="40521">
                  <c:v>0.46899305555416504</c:v>
                </c:pt>
                <c:pt idx="40522">
                  <c:v>0.46900462963094469</c:v>
                </c:pt>
                <c:pt idx="40523">
                  <c:v>0.46901620370044839</c:v>
                </c:pt>
                <c:pt idx="40524">
                  <c:v>0.46902777777722804</c:v>
                </c:pt>
                <c:pt idx="40525">
                  <c:v>0.46903935184673173</c:v>
                </c:pt>
                <c:pt idx="40526">
                  <c:v>0.46905092592351139</c:v>
                </c:pt>
                <c:pt idx="40527">
                  <c:v>0.46906250000029104</c:v>
                </c:pt>
                <c:pt idx="40528">
                  <c:v>0.46907407406979473</c:v>
                </c:pt>
                <c:pt idx="40529">
                  <c:v>0.46908564814657439</c:v>
                </c:pt>
                <c:pt idx="40530">
                  <c:v>0.46909722222335404</c:v>
                </c:pt>
                <c:pt idx="40531">
                  <c:v>0.46910879629285773</c:v>
                </c:pt>
                <c:pt idx="40532">
                  <c:v>0.46912037036963739</c:v>
                </c:pt>
                <c:pt idx="40533">
                  <c:v>0.46913194443914108</c:v>
                </c:pt>
                <c:pt idx="40534">
                  <c:v>0.46914351851592073</c:v>
                </c:pt>
                <c:pt idx="40535">
                  <c:v>0.46915509259270038</c:v>
                </c:pt>
                <c:pt idx="40536">
                  <c:v>0.46916666666220408</c:v>
                </c:pt>
                <c:pt idx="40537">
                  <c:v>0.46917824073898373</c:v>
                </c:pt>
                <c:pt idx="40538">
                  <c:v>0.46918981481576338</c:v>
                </c:pt>
                <c:pt idx="40539">
                  <c:v>0.46920138888526708</c:v>
                </c:pt>
                <c:pt idx="40540">
                  <c:v>0.46921296296204673</c:v>
                </c:pt>
                <c:pt idx="40541">
                  <c:v>0.46922453703155043</c:v>
                </c:pt>
                <c:pt idx="40542">
                  <c:v>0.46923611110833008</c:v>
                </c:pt>
                <c:pt idx="40543">
                  <c:v>0.46924768518510973</c:v>
                </c:pt>
                <c:pt idx="40544">
                  <c:v>0.46925925925461343</c:v>
                </c:pt>
                <c:pt idx="40545">
                  <c:v>0.46927083333139308</c:v>
                </c:pt>
                <c:pt idx="40546">
                  <c:v>0.46928240740817273</c:v>
                </c:pt>
                <c:pt idx="40547">
                  <c:v>0.46929398147767643</c:v>
                </c:pt>
                <c:pt idx="40548">
                  <c:v>0.46930555555445608</c:v>
                </c:pt>
                <c:pt idx="40549">
                  <c:v>0.46931712962395977</c:v>
                </c:pt>
                <c:pt idx="40550">
                  <c:v>0.46932870370073942</c:v>
                </c:pt>
                <c:pt idx="40551">
                  <c:v>0.46934027777751908</c:v>
                </c:pt>
                <c:pt idx="40552">
                  <c:v>0.46935185184702277</c:v>
                </c:pt>
                <c:pt idx="40553">
                  <c:v>0.46936342592380242</c:v>
                </c:pt>
                <c:pt idx="40554">
                  <c:v>0.46937500000058208</c:v>
                </c:pt>
                <c:pt idx="40555">
                  <c:v>0.46938657407008577</c:v>
                </c:pt>
                <c:pt idx="40556">
                  <c:v>0.46939814814686542</c:v>
                </c:pt>
                <c:pt idx="40557">
                  <c:v>0.46940972221636912</c:v>
                </c:pt>
                <c:pt idx="40558">
                  <c:v>0.46942129629314877</c:v>
                </c:pt>
                <c:pt idx="40559">
                  <c:v>0.46943287036992842</c:v>
                </c:pt>
                <c:pt idx="40560">
                  <c:v>0.46944444443943212</c:v>
                </c:pt>
                <c:pt idx="40561">
                  <c:v>0.46945601851621177</c:v>
                </c:pt>
                <c:pt idx="40562">
                  <c:v>0.46946759259299142</c:v>
                </c:pt>
                <c:pt idx="40563">
                  <c:v>0.46947916666249512</c:v>
                </c:pt>
                <c:pt idx="40564">
                  <c:v>0.46949074073927477</c:v>
                </c:pt>
                <c:pt idx="40565">
                  <c:v>0.46950231481605442</c:v>
                </c:pt>
                <c:pt idx="40566">
                  <c:v>0.46951388888555812</c:v>
                </c:pt>
                <c:pt idx="40567">
                  <c:v>0.46952546296233777</c:v>
                </c:pt>
                <c:pt idx="40568">
                  <c:v>0.46953703703184146</c:v>
                </c:pt>
                <c:pt idx="40569">
                  <c:v>0.46954861110862112</c:v>
                </c:pt>
                <c:pt idx="40570">
                  <c:v>0.46956018518540077</c:v>
                </c:pt>
                <c:pt idx="40571">
                  <c:v>0.46957175925490446</c:v>
                </c:pt>
                <c:pt idx="40572">
                  <c:v>0.46958333333168412</c:v>
                </c:pt>
                <c:pt idx="40573">
                  <c:v>0.46959490740846377</c:v>
                </c:pt>
                <c:pt idx="40574">
                  <c:v>0.46960648147796746</c:v>
                </c:pt>
                <c:pt idx="40575">
                  <c:v>0.46961805555474712</c:v>
                </c:pt>
                <c:pt idx="40576">
                  <c:v>0.46962962962425081</c:v>
                </c:pt>
                <c:pt idx="40577">
                  <c:v>0.46964120370103046</c:v>
                </c:pt>
                <c:pt idx="40578">
                  <c:v>0.46965277777781012</c:v>
                </c:pt>
                <c:pt idx="40579">
                  <c:v>0.46966435184731381</c:v>
                </c:pt>
                <c:pt idx="40580">
                  <c:v>0.46967592592409346</c:v>
                </c:pt>
                <c:pt idx="40581">
                  <c:v>0.46968750000087311</c:v>
                </c:pt>
                <c:pt idx="40582">
                  <c:v>0.46969907407037681</c:v>
                </c:pt>
                <c:pt idx="40583">
                  <c:v>0.46971064814715646</c:v>
                </c:pt>
                <c:pt idx="40584">
                  <c:v>0.46972222221666016</c:v>
                </c:pt>
                <c:pt idx="40585">
                  <c:v>0.46973379629343981</c:v>
                </c:pt>
                <c:pt idx="40586">
                  <c:v>0.46974537037021946</c:v>
                </c:pt>
                <c:pt idx="40587">
                  <c:v>0.46975694443972316</c:v>
                </c:pt>
                <c:pt idx="40588">
                  <c:v>0.46976851851650281</c:v>
                </c:pt>
                <c:pt idx="40589">
                  <c:v>0.46978009259328246</c:v>
                </c:pt>
                <c:pt idx="40590">
                  <c:v>0.46979166666278616</c:v>
                </c:pt>
                <c:pt idx="40591">
                  <c:v>0.46980324073956581</c:v>
                </c:pt>
                <c:pt idx="40592">
                  <c:v>0.4698148148090695</c:v>
                </c:pt>
                <c:pt idx="40593">
                  <c:v>0.46982638888584916</c:v>
                </c:pt>
                <c:pt idx="40594">
                  <c:v>0.46983796296262881</c:v>
                </c:pt>
                <c:pt idx="40595">
                  <c:v>0.4698495370321325</c:v>
                </c:pt>
                <c:pt idx="40596">
                  <c:v>0.46986111110891216</c:v>
                </c:pt>
                <c:pt idx="40597">
                  <c:v>0.46987268518569181</c:v>
                </c:pt>
                <c:pt idx="40598">
                  <c:v>0.4698842592551955</c:v>
                </c:pt>
                <c:pt idx="40599">
                  <c:v>0.46989583333197515</c:v>
                </c:pt>
                <c:pt idx="40600">
                  <c:v>0.46990740740147885</c:v>
                </c:pt>
                <c:pt idx="40601">
                  <c:v>0.4699189814782585</c:v>
                </c:pt>
                <c:pt idx="40602">
                  <c:v>0.46993055555503815</c:v>
                </c:pt>
                <c:pt idx="40603">
                  <c:v>0.46994212962454185</c:v>
                </c:pt>
                <c:pt idx="40604">
                  <c:v>0.4699537037013215</c:v>
                </c:pt>
                <c:pt idx="40605">
                  <c:v>0.46996527777810115</c:v>
                </c:pt>
                <c:pt idx="40606">
                  <c:v>0.46997685184760485</c:v>
                </c:pt>
                <c:pt idx="40607">
                  <c:v>0.4699884259243845</c:v>
                </c:pt>
                <c:pt idx="40608">
                  <c:v>0.47000000000116415</c:v>
                </c:pt>
                <c:pt idx="40609">
                  <c:v>0.47001157407066785</c:v>
                </c:pt>
                <c:pt idx="40610">
                  <c:v>0.4700231481474475</c:v>
                </c:pt>
                <c:pt idx="40611">
                  <c:v>0.4700347222169512</c:v>
                </c:pt>
                <c:pt idx="40612">
                  <c:v>0.47004629629373085</c:v>
                </c:pt>
                <c:pt idx="40613">
                  <c:v>0.4700578703705105</c:v>
                </c:pt>
                <c:pt idx="40614">
                  <c:v>0.47006944444001419</c:v>
                </c:pt>
                <c:pt idx="40615">
                  <c:v>0.47008101851679385</c:v>
                </c:pt>
                <c:pt idx="40616">
                  <c:v>0.4700925925935735</c:v>
                </c:pt>
                <c:pt idx="40617">
                  <c:v>0.47010416666307719</c:v>
                </c:pt>
                <c:pt idx="40618">
                  <c:v>0.47011574073985685</c:v>
                </c:pt>
                <c:pt idx="40619">
                  <c:v>0.47012731480936054</c:v>
                </c:pt>
                <c:pt idx="40620">
                  <c:v>0.47013888888614019</c:v>
                </c:pt>
                <c:pt idx="40621">
                  <c:v>0.47015046296291985</c:v>
                </c:pt>
                <c:pt idx="40622">
                  <c:v>0.47016203703242354</c:v>
                </c:pt>
                <c:pt idx="40623">
                  <c:v>0.47017361110920319</c:v>
                </c:pt>
                <c:pt idx="40624">
                  <c:v>0.47018518518598285</c:v>
                </c:pt>
                <c:pt idx="40625">
                  <c:v>0.47019675925548654</c:v>
                </c:pt>
                <c:pt idx="40626">
                  <c:v>0.47020833333226619</c:v>
                </c:pt>
                <c:pt idx="40627">
                  <c:v>0.47021990740176989</c:v>
                </c:pt>
                <c:pt idx="40628">
                  <c:v>0.47023148147854954</c:v>
                </c:pt>
                <c:pt idx="40629">
                  <c:v>0.47024305555532919</c:v>
                </c:pt>
                <c:pt idx="40630">
                  <c:v>0.47025462962483289</c:v>
                </c:pt>
                <c:pt idx="40631">
                  <c:v>0.47026620370161254</c:v>
                </c:pt>
                <c:pt idx="40632">
                  <c:v>0.47027777777839219</c:v>
                </c:pt>
                <c:pt idx="40633">
                  <c:v>0.47028935184789589</c:v>
                </c:pt>
                <c:pt idx="40634">
                  <c:v>0.47030092592467554</c:v>
                </c:pt>
                <c:pt idx="40635">
                  <c:v>0.47031249999417923</c:v>
                </c:pt>
                <c:pt idx="40636">
                  <c:v>0.47032407407095889</c:v>
                </c:pt>
                <c:pt idx="40637">
                  <c:v>0.47033564814773854</c:v>
                </c:pt>
                <c:pt idx="40638">
                  <c:v>0.47034722221724223</c:v>
                </c:pt>
                <c:pt idx="40639">
                  <c:v>0.47035879629402189</c:v>
                </c:pt>
                <c:pt idx="40640">
                  <c:v>0.47037037037080154</c:v>
                </c:pt>
                <c:pt idx="40641">
                  <c:v>0.47038194444030523</c:v>
                </c:pt>
                <c:pt idx="40642">
                  <c:v>0.47039351851708489</c:v>
                </c:pt>
                <c:pt idx="40643">
                  <c:v>0.47040509259386454</c:v>
                </c:pt>
                <c:pt idx="40644">
                  <c:v>0.47041666666336823</c:v>
                </c:pt>
                <c:pt idx="40645">
                  <c:v>0.47042824074014788</c:v>
                </c:pt>
                <c:pt idx="40646">
                  <c:v>0.47043981480965158</c:v>
                </c:pt>
                <c:pt idx="40647">
                  <c:v>0.47045138888643123</c:v>
                </c:pt>
                <c:pt idx="40648">
                  <c:v>0.47046296296321088</c:v>
                </c:pt>
                <c:pt idx="40649">
                  <c:v>0.47047453703271458</c:v>
                </c:pt>
                <c:pt idx="40650">
                  <c:v>0.47048611110949423</c:v>
                </c:pt>
                <c:pt idx="40651">
                  <c:v>0.47049768518627388</c:v>
                </c:pt>
                <c:pt idx="40652">
                  <c:v>0.47050925925577758</c:v>
                </c:pt>
                <c:pt idx="40653">
                  <c:v>0.47052083333255723</c:v>
                </c:pt>
                <c:pt idx="40654">
                  <c:v>0.47053240740206093</c:v>
                </c:pt>
                <c:pt idx="40655">
                  <c:v>0.47054398147884058</c:v>
                </c:pt>
                <c:pt idx="40656">
                  <c:v>0.47055555555562023</c:v>
                </c:pt>
                <c:pt idx="40657">
                  <c:v>0.47056712962512393</c:v>
                </c:pt>
                <c:pt idx="40658">
                  <c:v>0.47057870370190358</c:v>
                </c:pt>
                <c:pt idx="40659">
                  <c:v>0.47059027777868323</c:v>
                </c:pt>
                <c:pt idx="40660">
                  <c:v>0.47060185184818693</c:v>
                </c:pt>
                <c:pt idx="40661">
                  <c:v>0.47061342592496658</c:v>
                </c:pt>
                <c:pt idx="40662">
                  <c:v>0.47062499999447027</c:v>
                </c:pt>
                <c:pt idx="40663">
                  <c:v>0.47063657407124992</c:v>
                </c:pt>
                <c:pt idx="40664">
                  <c:v>0.47064814814802958</c:v>
                </c:pt>
                <c:pt idx="40665">
                  <c:v>0.47065972221753327</c:v>
                </c:pt>
                <c:pt idx="40666">
                  <c:v>0.47067129629431292</c:v>
                </c:pt>
                <c:pt idx="40667">
                  <c:v>0.47068287037109258</c:v>
                </c:pt>
                <c:pt idx="40668">
                  <c:v>0.47069444444059627</c:v>
                </c:pt>
                <c:pt idx="40669">
                  <c:v>0.47070601851737592</c:v>
                </c:pt>
                <c:pt idx="40670">
                  <c:v>0.47071759258687962</c:v>
                </c:pt>
                <c:pt idx="40671">
                  <c:v>0.47072916666365927</c:v>
                </c:pt>
                <c:pt idx="40672">
                  <c:v>0.47074074074043892</c:v>
                </c:pt>
                <c:pt idx="40673">
                  <c:v>0.47075231480994262</c:v>
                </c:pt>
                <c:pt idx="40674">
                  <c:v>0.47076388888672227</c:v>
                </c:pt>
                <c:pt idx="40675">
                  <c:v>0.47077546296350192</c:v>
                </c:pt>
                <c:pt idx="40676">
                  <c:v>0.47078703703300562</c:v>
                </c:pt>
                <c:pt idx="40677">
                  <c:v>0.47079861110978527</c:v>
                </c:pt>
                <c:pt idx="40678">
                  <c:v>0.47081018517928896</c:v>
                </c:pt>
                <c:pt idx="40679">
                  <c:v>0.47082175925606862</c:v>
                </c:pt>
                <c:pt idx="40680">
                  <c:v>0.47083333333284827</c:v>
                </c:pt>
                <c:pt idx="40681">
                  <c:v>0.47084490740235196</c:v>
                </c:pt>
                <c:pt idx="40682">
                  <c:v>0.47085648147913162</c:v>
                </c:pt>
                <c:pt idx="40683">
                  <c:v>0.47086805555591127</c:v>
                </c:pt>
                <c:pt idx="40684">
                  <c:v>0.47087962962541496</c:v>
                </c:pt>
                <c:pt idx="40685">
                  <c:v>0.47089120370219462</c:v>
                </c:pt>
                <c:pt idx="40686">
                  <c:v>0.47090277777897427</c:v>
                </c:pt>
                <c:pt idx="40687">
                  <c:v>0.47091435184847796</c:v>
                </c:pt>
                <c:pt idx="40688">
                  <c:v>0.47092592592525762</c:v>
                </c:pt>
                <c:pt idx="40689">
                  <c:v>0.47093749999476131</c:v>
                </c:pt>
                <c:pt idx="40690">
                  <c:v>0.47094907407154096</c:v>
                </c:pt>
                <c:pt idx="40691">
                  <c:v>0.47096064814832062</c:v>
                </c:pt>
                <c:pt idx="40692">
                  <c:v>0.47097222221782431</c:v>
                </c:pt>
                <c:pt idx="40693">
                  <c:v>0.47098379629460396</c:v>
                </c:pt>
                <c:pt idx="40694">
                  <c:v>0.47099537037138361</c:v>
                </c:pt>
                <c:pt idx="40695">
                  <c:v>0.47100694444088731</c:v>
                </c:pt>
                <c:pt idx="40696">
                  <c:v>0.47101851851766696</c:v>
                </c:pt>
                <c:pt idx="40697">
                  <c:v>0.47103009258717066</c:v>
                </c:pt>
                <c:pt idx="40698">
                  <c:v>0.47104166666395031</c:v>
                </c:pt>
                <c:pt idx="40699">
                  <c:v>0.47105324074072996</c:v>
                </c:pt>
                <c:pt idx="40700">
                  <c:v>0.47106481481023366</c:v>
                </c:pt>
                <c:pt idx="40701">
                  <c:v>0.47107638888701331</c:v>
                </c:pt>
                <c:pt idx="40702">
                  <c:v>0.47108796296379296</c:v>
                </c:pt>
                <c:pt idx="40703">
                  <c:v>0.47109953703329666</c:v>
                </c:pt>
                <c:pt idx="40704">
                  <c:v>0.47111111111007631</c:v>
                </c:pt>
                <c:pt idx="40705">
                  <c:v>0.47112268517958</c:v>
                </c:pt>
                <c:pt idx="40706">
                  <c:v>0.47113425925635966</c:v>
                </c:pt>
                <c:pt idx="40707">
                  <c:v>0.47114583333313931</c:v>
                </c:pt>
                <c:pt idx="40708">
                  <c:v>0.471157407402643</c:v>
                </c:pt>
                <c:pt idx="40709">
                  <c:v>0.47116898147942265</c:v>
                </c:pt>
                <c:pt idx="40710">
                  <c:v>0.47118055555620231</c:v>
                </c:pt>
                <c:pt idx="40711">
                  <c:v>0.471192129625706</c:v>
                </c:pt>
                <c:pt idx="40712">
                  <c:v>0.47120370370248565</c:v>
                </c:pt>
                <c:pt idx="40713">
                  <c:v>0.47121527777198935</c:v>
                </c:pt>
                <c:pt idx="40714">
                  <c:v>0.471226851848769</c:v>
                </c:pt>
                <c:pt idx="40715">
                  <c:v>0.47123842592554865</c:v>
                </c:pt>
                <c:pt idx="40716">
                  <c:v>0.47124999999505235</c:v>
                </c:pt>
                <c:pt idx="40717">
                  <c:v>0.471261574071832</c:v>
                </c:pt>
                <c:pt idx="40718">
                  <c:v>0.47127314814861165</c:v>
                </c:pt>
                <c:pt idx="40719">
                  <c:v>0.47128472221811535</c:v>
                </c:pt>
                <c:pt idx="40720">
                  <c:v>0.471296296294895</c:v>
                </c:pt>
                <c:pt idx="40721">
                  <c:v>0.47130787037167465</c:v>
                </c:pt>
                <c:pt idx="40722">
                  <c:v>0.47131944444117835</c:v>
                </c:pt>
                <c:pt idx="40723">
                  <c:v>0.471331018517958</c:v>
                </c:pt>
                <c:pt idx="40724">
                  <c:v>0.4713425925874617</c:v>
                </c:pt>
                <c:pt idx="40725">
                  <c:v>0.47135416666424135</c:v>
                </c:pt>
                <c:pt idx="40726">
                  <c:v>0.471365740741021</c:v>
                </c:pt>
                <c:pt idx="40727">
                  <c:v>0.47137731481052469</c:v>
                </c:pt>
                <c:pt idx="40728">
                  <c:v>0.47138888888730435</c:v>
                </c:pt>
                <c:pt idx="40729">
                  <c:v>0.471400462964084</c:v>
                </c:pt>
                <c:pt idx="40730">
                  <c:v>0.47141203703358769</c:v>
                </c:pt>
                <c:pt idx="40731">
                  <c:v>0.47142361111036735</c:v>
                </c:pt>
                <c:pt idx="40732">
                  <c:v>0.47143518517987104</c:v>
                </c:pt>
                <c:pt idx="40733">
                  <c:v>0.47144675925665069</c:v>
                </c:pt>
                <c:pt idx="40734">
                  <c:v>0.47145833333343035</c:v>
                </c:pt>
                <c:pt idx="40735">
                  <c:v>0.47146990740293404</c:v>
                </c:pt>
                <c:pt idx="40736">
                  <c:v>0.47148148147971369</c:v>
                </c:pt>
                <c:pt idx="40737">
                  <c:v>0.47149305555649335</c:v>
                </c:pt>
                <c:pt idx="40738">
                  <c:v>0.47150462962599704</c:v>
                </c:pt>
                <c:pt idx="40739">
                  <c:v>0.47151620370277669</c:v>
                </c:pt>
                <c:pt idx="40740">
                  <c:v>0.47152777777228039</c:v>
                </c:pt>
                <c:pt idx="40741">
                  <c:v>0.47153935184906004</c:v>
                </c:pt>
                <c:pt idx="40742">
                  <c:v>0.47155092592583969</c:v>
                </c:pt>
                <c:pt idx="40743">
                  <c:v>0.47156249999534339</c:v>
                </c:pt>
                <c:pt idx="40744">
                  <c:v>0.47157407407212304</c:v>
                </c:pt>
                <c:pt idx="40745">
                  <c:v>0.47158564814890269</c:v>
                </c:pt>
                <c:pt idx="40746">
                  <c:v>0.47159722221840639</c:v>
                </c:pt>
                <c:pt idx="40747">
                  <c:v>0.47160879629518604</c:v>
                </c:pt>
                <c:pt idx="40748">
                  <c:v>0.47162037036468973</c:v>
                </c:pt>
                <c:pt idx="40749">
                  <c:v>0.47163194444146939</c:v>
                </c:pt>
                <c:pt idx="40750">
                  <c:v>0.47164351851824904</c:v>
                </c:pt>
                <c:pt idx="40751">
                  <c:v>0.47165509258775273</c:v>
                </c:pt>
                <c:pt idx="40752">
                  <c:v>0.47166666666453239</c:v>
                </c:pt>
                <c:pt idx="40753">
                  <c:v>0.47167824074131204</c:v>
                </c:pt>
                <c:pt idx="40754">
                  <c:v>0.47168981481081573</c:v>
                </c:pt>
                <c:pt idx="40755">
                  <c:v>0.47170138888759539</c:v>
                </c:pt>
                <c:pt idx="40756">
                  <c:v>0.47171296295709908</c:v>
                </c:pt>
                <c:pt idx="40757">
                  <c:v>0.47172453703387873</c:v>
                </c:pt>
                <c:pt idx="40758">
                  <c:v>0.47173611111065838</c:v>
                </c:pt>
                <c:pt idx="40759">
                  <c:v>0.47174768518016208</c:v>
                </c:pt>
                <c:pt idx="40760">
                  <c:v>0.47175925925694173</c:v>
                </c:pt>
                <c:pt idx="40761">
                  <c:v>0.47177083333372138</c:v>
                </c:pt>
                <c:pt idx="40762">
                  <c:v>0.47178240740322508</c:v>
                </c:pt>
                <c:pt idx="40763">
                  <c:v>0.47179398148000473</c:v>
                </c:pt>
                <c:pt idx="40764">
                  <c:v>0.47180555555678438</c:v>
                </c:pt>
                <c:pt idx="40765">
                  <c:v>0.47181712962628808</c:v>
                </c:pt>
                <c:pt idx="40766">
                  <c:v>0.47182870370306773</c:v>
                </c:pt>
                <c:pt idx="40767">
                  <c:v>0.47184027777257143</c:v>
                </c:pt>
                <c:pt idx="40768">
                  <c:v>0.47185185184935108</c:v>
                </c:pt>
                <c:pt idx="40769">
                  <c:v>0.47186342592613073</c:v>
                </c:pt>
                <c:pt idx="40770">
                  <c:v>0.47187499999563443</c:v>
                </c:pt>
                <c:pt idx="40771">
                  <c:v>0.47188657407241408</c:v>
                </c:pt>
                <c:pt idx="40772">
                  <c:v>0.47189814814919373</c:v>
                </c:pt>
                <c:pt idx="40773">
                  <c:v>0.47190972221869742</c:v>
                </c:pt>
                <c:pt idx="40774">
                  <c:v>0.47192129629547708</c:v>
                </c:pt>
                <c:pt idx="40775">
                  <c:v>0.47193287036498077</c:v>
                </c:pt>
                <c:pt idx="40776">
                  <c:v>0.47194444444176042</c:v>
                </c:pt>
                <c:pt idx="40777">
                  <c:v>0.47195601851854008</c:v>
                </c:pt>
                <c:pt idx="40778">
                  <c:v>0.47196759258804377</c:v>
                </c:pt>
                <c:pt idx="40779">
                  <c:v>0.47197916666482342</c:v>
                </c:pt>
                <c:pt idx="40780">
                  <c:v>0.47199074074160308</c:v>
                </c:pt>
                <c:pt idx="40781">
                  <c:v>0.47200231481110677</c:v>
                </c:pt>
                <c:pt idx="40782">
                  <c:v>0.47201388888788642</c:v>
                </c:pt>
                <c:pt idx="40783">
                  <c:v>0.47202546295739012</c:v>
                </c:pt>
                <c:pt idx="40784">
                  <c:v>0.47203703703416977</c:v>
                </c:pt>
                <c:pt idx="40785">
                  <c:v>0.47204861111094942</c:v>
                </c:pt>
                <c:pt idx="40786">
                  <c:v>0.47206018518045312</c:v>
                </c:pt>
                <c:pt idx="40787">
                  <c:v>0.47207175925723277</c:v>
                </c:pt>
                <c:pt idx="40788">
                  <c:v>0.47208333333401242</c:v>
                </c:pt>
                <c:pt idx="40789">
                  <c:v>0.47209490740351612</c:v>
                </c:pt>
                <c:pt idx="40790">
                  <c:v>0.47210648148029577</c:v>
                </c:pt>
                <c:pt idx="40791">
                  <c:v>0.47211805554979946</c:v>
                </c:pt>
                <c:pt idx="40792">
                  <c:v>0.47212962962657912</c:v>
                </c:pt>
                <c:pt idx="40793">
                  <c:v>0.47214120370335877</c:v>
                </c:pt>
                <c:pt idx="40794">
                  <c:v>0.47215277777286246</c:v>
                </c:pt>
                <c:pt idx="40795">
                  <c:v>0.47216435184964212</c:v>
                </c:pt>
                <c:pt idx="40796">
                  <c:v>0.47217592592642177</c:v>
                </c:pt>
                <c:pt idx="40797">
                  <c:v>0.47218749999592546</c:v>
                </c:pt>
                <c:pt idx="40798">
                  <c:v>0.47219907407270512</c:v>
                </c:pt>
                <c:pt idx="40799">
                  <c:v>0.47221064814948477</c:v>
                </c:pt>
                <c:pt idx="40800">
                  <c:v>0.47222222221898846</c:v>
                </c:pt>
                <c:pt idx="40801">
                  <c:v>0.47223379629576812</c:v>
                </c:pt>
                <c:pt idx="40802">
                  <c:v>0.47224537036527181</c:v>
                </c:pt>
                <c:pt idx="40803">
                  <c:v>0.47225694444205146</c:v>
                </c:pt>
                <c:pt idx="40804">
                  <c:v>0.47226851851883112</c:v>
                </c:pt>
                <c:pt idx="40805">
                  <c:v>0.47228009258833481</c:v>
                </c:pt>
                <c:pt idx="40806">
                  <c:v>0.47229166666511446</c:v>
                </c:pt>
                <c:pt idx="40807">
                  <c:v>0.47230324074189411</c:v>
                </c:pt>
                <c:pt idx="40808">
                  <c:v>0.47231481481139781</c:v>
                </c:pt>
                <c:pt idx="40809">
                  <c:v>0.47232638888817746</c:v>
                </c:pt>
                <c:pt idx="40810">
                  <c:v>0.47233796295768116</c:v>
                </c:pt>
                <c:pt idx="40811">
                  <c:v>0.47234953703446081</c:v>
                </c:pt>
                <c:pt idx="40812">
                  <c:v>0.47236111111124046</c:v>
                </c:pt>
                <c:pt idx="40813">
                  <c:v>0.47237268518074416</c:v>
                </c:pt>
                <c:pt idx="40814">
                  <c:v>0.47238425925752381</c:v>
                </c:pt>
                <c:pt idx="40815">
                  <c:v>0.47239583333430346</c:v>
                </c:pt>
                <c:pt idx="40816">
                  <c:v>0.47240740740380716</c:v>
                </c:pt>
                <c:pt idx="40817">
                  <c:v>0.47241898148058681</c:v>
                </c:pt>
                <c:pt idx="40818">
                  <c:v>0.4724305555500905</c:v>
                </c:pt>
                <c:pt idx="40819">
                  <c:v>0.47244212962687016</c:v>
                </c:pt>
                <c:pt idx="40820">
                  <c:v>0.47245370370364981</c:v>
                </c:pt>
                <c:pt idx="40821">
                  <c:v>0.4724652777731535</c:v>
                </c:pt>
                <c:pt idx="40822">
                  <c:v>0.47247685184993315</c:v>
                </c:pt>
                <c:pt idx="40823">
                  <c:v>0.47248842592671281</c:v>
                </c:pt>
                <c:pt idx="40824">
                  <c:v>0.4724999999962165</c:v>
                </c:pt>
                <c:pt idx="40825">
                  <c:v>0.47251157407299615</c:v>
                </c:pt>
                <c:pt idx="40826">
                  <c:v>0.47252314814249985</c:v>
                </c:pt>
                <c:pt idx="40827">
                  <c:v>0.4725347222192795</c:v>
                </c:pt>
                <c:pt idx="40828">
                  <c:v>0.47254629629605915</c:v>
                </c:pt>
                <c:pt idx="40829">
                  <c:v>0.47255787036556285</c:v>
                </c:pt>
                <c:pt idx="40830">
                  <c:v>0.4725694444423425</c:v>
                </c:pt>
                <c:pt idx="40831">
                  <c:v>0.47258101851912215</c:v>
                </c:pt>
                <c:pt idx="40832">
                  <c:v>0.47259259258862585</c:v>
                </c:pt>
                <c:pt idx="40833">
                  <c:v>0.4726041666654055</c:v>
                </c:pt>
                <c:pt idx="40834">
                  <c:v>0.4726157407349092</c:v>
                </c:pt>
                <c:pt idx="40835">
                  <c:v>0.47262731481168885</c:v>
                </c:pt>
                <c:pt idx="40836">
                  <c:v>0.4726388888884685</c:v>
                </c:pt>
                <c:pt idx="40837">
                  <c:v>0.47265046295797219</c:v>
                </c:pt>
                <c:pt idx="40838">
                  <c:v>0.47266203703475185</c:v>
                </c:pt>
                <c:pt idx="40839">
                  <c:v>0.4726736111115315</c:v>
                </c:pt>
                <c:pt idx="40840">
                  <c:v>0.47268518518103519</c:v>
                </c:pt>
                <c:pt idx="40841">
                  <c:v>0.47269675925781485</c:v>
                </c:pt>
                <c:pt idx="40842">
                  <c:v>0.4727083333345945</c:v>
                </c:pt>
                <c:pt idx="40843">
                  <c:v>0.47271990740409819</c:v>
                </c:pt>
                <c:pt idx="40844">
                  <c:v>0.47273148148087785</c:v>
                </c:pt>
                <c:pt idx="40845">
                  <c:v>0.47274305555038154</c:v>
                </c:pt>
                <c:pt idx="40846">
                  <c:v>0.47275462962716119</c:v>
                </c:pt>
                <c:pt idx="40847">
                  <c:v>0.47276620370394085</c:v>
                </c:pt>
                <c:pt idx="40848">
                  <c:v>0.47277777777344454</c:v>
                </c:pt>
                <c:pt idx="40849">
                  <c:v>0.47278935185022419</c:v>
                </c:pt>
                <c:pt idx="40850">
                  <c:v>0.47280092592700385</c:v>
                </c:pt>
                <c:pt idx="40851">
                  <c:v>0.47281249999650754</c:v>
                </c:pt>
                <c:pt idx="40852">
                  <c:v>0.47282407407328719</c:v>
                </c:pt>
                <c:pt idx="40853">
                  <c:v>0.47283564814279089</c:v>
                </c:pt>
                <c:pt idx="40854">
                  <c:v>0.47284722221957054</c:v>
                </c:pt>
                <c:pt idx="40855">
                  <c:v>0.47285879629635019</c:v>
                </c:pt>
                <c:pt idx="40856">
                  <c:v>0.47287037036585389</c:v>
                </c:pt>
                <c:pt idx="40857">
                  <c:v>0.47288194444263354</c:v>
                </c:pt>
                <c:pt idx="40858">
                  <c:v>0.47289351851941319</c:v>
                </c:pt>
                <c:pt idx="40859">
                  <c:v>0.47290509258891689</c:v>
                </c:pt>
                <c:pt idx="40860">
                  <c:v>0.47291666666569654</c:v>
                </c:pt>
                <c:pt idx="40861">
                  <c:v>0.47292824073520023</c:v>
                </c:pt>
                <c:pt idx="40862">
                  <c:v>0.47293981481197989</c:v>
                </c:pt>
                <c:pt idx="40863">
                  <c:v>0.47295138888875954</c:v>
                </c:pt>
                <c:pt idx="40864">
                  <c:v>0.47296296295826323</c:v>
                </c:pt>
                <c:pt idx="40865">
                  <c:v>0.47297453703504289</c:v>
                </c:pt>
                <c:pt idx="40866">
                  <c:v>0.47298611111182254</c:v>
                </c:pt>
                <c:pt idx="40867">
                  <c:v>0.47299768518132623</c:v>
                </c:pt>
                <c:pt idx="40868">
                  <c:v>0.47300925925810589</c:v>
                </c:pt>
                <c:pt idx="40869">
                  <c:v>0.47302083332760958</c:v>
                </c:pt>
                <c:pt idx="40870">
                  <c:v>0.47303240740438923</c:v>
                </c:pt>
                <c:pt idx="40871">
                  <c:v>0.47304398148116888</c:v>
                </c:pt>
                <c:pt idx="40872">
                  <c:v>0.47305555555067258</c:v>
                </c:pt>
                <c:pt idx="40873">
                  <c:v>0.47306712962745223</c:v>
                </c:pt>
                <c:pt idx="40874">
                  <c:v>0.47307870370423188</c:v>
                </c:pt>
                <c:pt idx="40875">
                  <c:v>0.47309027777373558</c:v>
                </c:pt>
                <c:pt idx="40876">
                  <c:v>0.47310185185051523</c:v>
                </c:pt>
                <c:pt idx="40877">
                  <c:v>0.47311342592001893</c:v>
                </c:pt>
                <c:pt idx="40878">
                  <c:v>0.47312499999679858</c:v>
                </c:pt>
                <c:pt idx="40879">
                  <c:v>0.47313657407357823</c:v>
                </c:pt>
                <c:pt idx="40880">
                  <c:v>0.47314814814308193</c:v>
                </c:pt>
                <c:pt idx="40881">
                  <c:v>0.47315972221986158</c:v>
                </c:pt>
                <c:pt idx="40882">
                  <c:v>0.47317129629664123</c:v>
                </c:pt>
                <c:pt idx="40883">
                  <c:v>0.47318287036614493</c:v>
                </c:pt>
                <c:pt idx="40884">
                  <c:v>0.47319444444292458</c:v>
                </c:pt>
                <c:pt idx="40885">
                  <c:v>0.47320601851970423</c:v>
                </c:pt>
                <c:pt idx="40886">
                  <c:v>0.47321759258920792</c:v>
                </c:pt>
                <c:pt idx="40887">
                  <c:v>0.47322916666598758</c:v>
                </c:pt>
                <c:pt idx="40888">
                  <c:v>0.47324074073549127</c:v>
                </c:pt>
                <c:pt idx="40889">
                  <c:v>0.47325231481227092</c:v>
                </c:pt>
                <c:pt idx="40890">
                  <c:v>0.47326388888905058</c:v>
                </c:pt>
                <c:pt idx="40891">
                  <c:v>0.47327546295855427</c:v>
                </c:pt>
                <c:pt idx="40892">
                  <c:v>0.47328703703533392</c:v>
                </c:pt>
                <c:pt idx="40893">
                  <c:v>0.47329861111211358</c:v>
                </c:pt>
                <c:pt idx="40894">
                  <c:v>0.47331018518161727</c:v>
                </c:pt>
                <c:pt idx="40895">
                  <c:v>0.47332175925839692</c:v>
                </c:pt>
                <c:pt idx="40896">
                  <c:v>0.47333333332790062</c:v>
                </c:pt>
                <c:pt idx="40897">
                  <c:v>0.47334490740468027</c:v>
                </c:pt>
                <c:pt idx="40898">
                  <c:v>0.47335648148145992</c:v>
                </c:pt>
                <c:pt idx="40899">
                  <c:v>0.47336805555096362</c:v>
                </c:pt>
                <c:pt idx="40900">
                  <c:v>0.47337962962774327</c:v>
                </c:pt>
                <c:pt idx="40901">
                  <c:v>0.47339120370452292</c:v>
                </c:pt>
                <c:pt idx="40902">
                  <c:v>0.47340277777402662</c:v>
                </c:pt>
                <c:pt idx="40903">
                  <c:v>0.47341435185080627</c:v>
                </c:pt>
                <c:pt idx="40904">
                  <c:v>0.47342592592030996</c:v>
                </c:pt>
                <c:pt idx="40905">
                  <c:v>0.47343749999708962</c:v>
                </c:pt>
                <c:pt idx="40906">
                  <c:v>0.47344907407386927</c:v>
                </c:pt>
                <c:pt idx="40907">
                  <c:v>0.47346064814337296</c:v>
                </c:pt>
                <c:pt idx="40908">
                  <c:v>0.47347222222015262</c:v>
                </c:pt>
                <c:pt idx="40909">
                  <c:v>0.47348379629693227</c:v>
                </c:pt>
                <c:pt idx="40910">
                  <c:v>0.47349537036643596</c:v>
                </c:pt>
                <c:pt idx="40911">
                  <c:v>0.47350694444321562</c:v>
                </c:pt>
                <c:pt idx="40912">
                  <c:v>0.47351851851271931</c:v>
                </c:pt>
                <c:pt idx="40913">
                  <c:v>0.47353009258949896</c:v>
                </c:pt>
                <c:pt idx="40914">
                  <c:v>0.47354166666627862</c:v>
                </c:pt>
                <c:pt idx="40915">
                  <c:v>0.47355324073578231</c:v>
                </c:pt>
                <c:pt idx="40916">
                  <c:v>0.47356481481256196</c:v>
                </c:pt>
                <c:pt idx="40917">
                  <c:v>0.47357638888934162</c:v>
                </c:pt>
                <c:pt idx="40918">
                  <c:v>0.47358796295884531</c:v>
                </c:pt>
                <c:pt idx="40919">
                  <c:v>0.47359953703562496</c:v>
                </c:pt>
                <c:pt idx="40920">
                  <c:v>0.47361111111240461</c:v>
                </c:pt>
                <c:pt idx="40921">
                  <c:v>0.47362268518190831</c:v>
                </c:pt>
                <c:pt idx="40922">
                  <c:v>0.47363425925868796</c:v>
                </c:pt>
                <c:pt idx="40923">
                  <c:v>0.47364583332819166</c:v>
                </c:pt>
                <c:pt idx="40924">
                  <c:v>0.47365740740497131</c:v>
                </c:pt>
                <c:pt idx="40925">
                  <c:v>0.47366898148175096</c:v>
                </c:pt>
                <c:pt idx="40926">
                  <c:v>0.47368055555125466</c:v>
                </c:pt>
                <c:pt idx="40927">
                  <c:v>0.47369212962803431</c:v>
                </c:pt>
                <c:pt idx="40928">
                  <c:v>0.47370370370481396</c:v>
                </c:pt>
                <c:pt idx="40929">
                  <c:v>0.47371527777431766</c:v>
                </c:pt>
                <c:pt idx="40930">
                  <c:v>0.47372685185109731</c:v>
                </c:pt>
                <c:pt idx="40931">
                  <c:v>0.473738425920601</c:v>
                </c:pt>
                <c:pt idx="40932">
                  <c:v>0.47374999999738066</c:v>
                </c:pt>
                <c:pt idx="40933">
                  <c:v>0.47376157407416031</c:v>
                </c:pt>
                <c:pt idx="40934">
                  <c:v>0.473773148143664</c:v>
                </c:pt>
                <c:pt idx="40935">
                  <c:v>0.47378472222044365</c:v>
                </c:pt>
                <c:pt idx="40936">
                  <c:v>0.47379629629722331</c:v>
                </c:pt>
                <c:pt idx="40937">
                  <c:v>0.473807870366727</c:v>
                </c:pt>
                <c:pt idx="40938">
                  <c:v>0.47381944444350665</c:v>
                </c:pt>
                <c:pt idx="40939">
                  <c:v>0.47383101851301035</c:v>
                </c:pt>
                <c:pt idx="40940">
                  <c:v>0.47384259258979</c:v>
                </c:pt>
                <c:pt idx="40941">
                  <c:v>0.47385416666656965</c:v>
                </c:pt>
                <c:pt idx="40942">
                  <c:v>0.47386574073607335</c:v>
                </c:pt>
                <c:pt idx="40943">
                  <c:v>0.473877314812853</c:v>
                </c:pt>
                <c:pt idx="40944">
                  <c:v>0.47388888888963265</c:v>
                </c:pt>
                <c:pt idx="40945">
                  <c:v>0.47390046295913635</c:v>
                </c:pt>
                <c:pt idx="40946">
                  <c:v>0.473912037035916</c:v>
                </c:pt>
                <c:pt idx="40947">
                  <c:v>0.4739236111054197</c:v>
                </c:pt>
                <c:pt idx="40948">
                  <c:v>0.47393518518219935</c:v>
                </c:pt>
                <c:pt idx="40949">
                  <c:v>0.473946759258979</c:v>
                </c:pt>
                <c:pt idx="40950">
                  <c:v>0.47395833332848269</c:v>
                </c:pt>
                <c:pt idx="40951">
                  <c:v>0.47396990740526235</c:v>
                </c:pt>
                <c:pt idx="40952">
                  <c:v>0.473981481482042</c:v>
                </c:pt>
                <c:pt idx="40953">
                  <c:v>0.47399305555154569</c:v>
                </c:pt>
                <c:pt idx="40954">
                  <c:v>0.47400462962832535</c:v>
                </c:pt>
                <c:pt idx="40955">
                  <c:v>0.47401620369782904</c:v>
                </c:pt>
                <c:pt idx="40956">
                  <c:v>0.47402777777460869</c:v>
                </c:pt>
                <c:pt idx="40957">
                  <c:v>0.47403935185138835</c:v>
                </c:pt>
                <c:pt idx="40958">
                  <c:v>0.47405092592089204</c:v>
                </c:pt>
                <c:pt idx="40959">
                  <c:v>0.47406249999767169</c:v>
                </c:pt>
                <c:pt idx="40960">
                  <c:v>0.47407407407445135</c:v>
                </c:pt>
                <c:pt idx="40961">
                  <c:v>0.47408564814395504</c:v>
                </c:pt>
                <c:pt idx="40962">
                  <c:v>0.47409722222073469</c:v>
                </c:pt>
                <c:pt idx="40963">
                  <c:v>0.47410879629751435</c:v>
                </c:pt>
                <c:pt idx="40964">
                  <c:v>0.47412037036701804</c:v>
                </c:pt>
                <c:pt idx="40965">
                  <c:v>0.47413194444379769</c:v>
                </c:pt>
                <c:pt idx="40966">
                  <c:v>0.47414351851330139</c:v>
                </c:pt>
                <c:pt idx="40967">
                  <c:v>0.47415509259008104</c:v>
                </c:pt>
                <c:pt idx="40968">
                  <c:v>0.47416666666686069</c:v>
                </c:pt>
                <c:pt idx="40969">
                  <c:v>0.47417824073636439</c:v>
                </c:pt>
                <c:pt idx="40970">
                  <c:v>0.47418981481314404</c:v>
                </c:pt>
                <c:pt idx="40971">
                  <c:v>0.47420138888992369</c:v>
                </c:pt>
                <c:pt idx="40972">
                  <c:v>0.47421296295942739</c:v>
                </c:pt>
                <c:pt idx="40973">
                  <c:v>0.47422453703620704</c:v>
                </c:pt>
                <c:pt idx="40974">
                  <c:v>0.47423611110571073</c:v>
                </c:pt>
                <c:pt idx="40975">
                  <c:v>0.47424768518249039</c:v>
                </c:pt>
                <c:pt idx="40976">
                  <c:v>0.47425925925927004</c:v>
                </c:pt>
                <c:pt idx="40977">
                  <c:v>0.47427083332877373</c:v>
                </c:pt>
                <c:pt idx="40978">
                  <c:v>0.47428240740555339</c:v>
                </c:pt>
                <c:pt idx="40979">
                  <c:v>0.47429398148233304</c:v>
                </c:pt>
                <c:pt idx="40980">
                  <c:v>0.47430555555183673</c:v>
                </c:pt>
                <c:pt idx="40981">
                  <c:v>0.47431712962861639</c:v>
                </c:pt>
                <c:pt idx="40982">
                  <c:v>0.47432870369812008</c:v>
                </c:pt>
                <c:pt idx="40983">
                  <c:v>0.47434027777489973</c:v>
                </c:pt>
                <c:pt idx="40984">
                  <c:v>0.47435185185167938</c:v>
                </c:pt>
                <c:pt idx="40985">
                  <c:v>0.47436342592118308</c:v>
                </c:pt>
                <c:pt idx="40986">
                  <c:v>0.47437499999796273</c:v>
                </c:pt>
                <c:pt idx="40987">
                  <c:v>0.47438657407474238</c:v>
                </c:pt>
                <c:pt idx="40988">
                  <c:v>0.47439814814424608</c:v>
                </c:pt>
                <c:pt idx="40989">
                  <c:v>0.47440972222102573</c:v>
                </c:pt>
                <c:pt idx="40990">
                  <c:v>0.47442129629052943</c:v>
                </c:pt>
                <c:pt idx="40991">
                  <c:v>0.47443287036730908</c:v>
                </c:pt>
                <c:pt idx="40992">
                  <c:v>0.47444444444408873</c:v>
                </c:pt>
                <c:pt idx="40993">
                  <c:v>0.47445601851359243</c:v>
                </c:pt>
                <c:pt idx="40994">
                  <c:v>0.47446759259037208</c:v>
                </c:pt>
                <c:pt idx="40995">
                  <c:v>0.47447916666715173</c:v>
                </c:pt>
                <c:pt idx="40996">
                  <c:v>0.47449074073665543</c:v>
                </c:pt>
                <c:pt idx="40997">
                  <c:v>0.47450231481343508</c:v>
                </c:pt>
                <c:pt idx="40998">
                  <c:v>0.47451388889021473</c:v>
                </c:pt>
                <c:pt idx="40999">
                  <c:v>0.47452546295971842</c:v>
                </c:pt>
                <c:pt idx="41000">
                  <c:v>0.47453703703649808</c:v>
                </c:pt>
                <c:pt idx="41001">
                  <c:v>0.47454861110600177</c:v>
                </c:pt>
                <c:pt idx="41002">
                  <c:v>0.47456018518278142</c:v>
                </c:pt>
                <c:pt idx="41003">
                  <c:v>0.47457175925956108</c:v>
                </c:pt>
                <c:pt idx="41004">
                  <c:v>0.47458333332906477</c:v>
                </c:pt>
                <c:pt idx="41005">
                  <c:v>0.47459490740584442</c:v>
                </c:pt>
                <c:pt idx="41006">
                  <c:v>0.47460648148262408</c:v>
                </c:pt>
                <c:pt idx="41007">
                  <c:v>0.47461805555212777</c:v>
                </c:pt>
                <c:pt idx="41008">
                  <c:v>0.47462962962890742</c:v>
                </c:pt>
                <c:pt idx="41009">
                  <c:v>0.47464120369841112</c:v>
                </c:pt>
                <c:pt idx="41010">
                  <c:v>0.47465277777519077</c:v>
                </c:pt>
                <c:pt idx="41011">
                  <c:v>0.47466435185197042</c:v>
                </c:pt>
                <c:pt idx="41012">
                  <c:v>0.47467592592147412</c:v>
                </c:pt>
                <c:pt idx="41013">
                  <c:v>0.47468749999825377</c:v>
                </c:pt>
                <c:pt idx="41014">
                  <c:v>0.47469907407503342</c:v>
                </c:pt>
                <c:pt idx="41015">
                  <c:v>0.47471064814453712</c:v>
                </c:pt>
                <c:pt idx="41016">
                  <c:v>0.47472222222131677</c:v>
                </c:pt>
                <c:pt idx="41017">
                  <c:v>0.47473379629082046</c:v>
                </c:pt>
                <c:pt idx="41018">
                  <c:v>0.47474537036760012</c:v>
                </c:pt>
                <c:pt idx="41019">
                  <c:v>0.47475694444437977</c:v>
                </c:pt>
                <c:pt idx="41020">
                  <c:v>0.47476851851388346</c:v>
                </c:pt>
                <c:pt idx="41021">
                  <c:v>0.47478009259066312</c:v>
                </c:pt>
                <c:pt idx="41022">
                  <c:v>0.47479166666744277</c:v>
                </c:pt>
                <c:pt idx="41023">
                  <c:v>0.47480324073694646</c:v>
                </c:pt>
                <c:pt idx="41024">
                  <c:v>0.47481481481372612</c:v>
                </c:pt>
                <c:pt idx="41025">
                  <c:v>0.47482638888322981</c:v>
                </c:pt>
                <c:pt idx="41026">
                  <c:v>0.47483796296000946</c:v>
                </c:pt>
                <c:pt idx="41027">
                  <c:v>0.47484953703678912</c:v>
                </c:pt>
                <c:pt idx="41028">
                  <c:v>0.47486111110629281</c:v>
                </c:pt>
                <c:pt idx="41029">
                  <c:v>0.47487268518307246</c:v>
                </c:pt>
                <c:pt idx="41030">
                  <c:v>0.47488425925985212</c:v>
                </c:pt>
                <c:pt idx="41031">
                  <c:v>0.47489583332935581</c:v>
                </c:pt>
                <c:pt idx="41032">
                  <c:v>0.47490740740613546</c:v>
                </c:pt>
                <c:pt idx="41033">
                  <c:v>0.47491898147563916</c:v>
                </c:pt>
                <c:pt idx="41034">
                  <c:v>0.47493055555241881</c:v>
                </c:pt>
                <c:pt idx="41035">
                  <c:v>0.47494212962919846</c:v>
                </c:pt>
                <c:pt idx="41036">
                  <c:v>0.47495370369870216</c:v>
                </c:pt>
                <c:pt idx="41037">
                  <c:v>0.47496527777548181</c:v>
                </c:pt>
                <c:pt idx="41038">
                  <c:v>0.47497685185226146</c:v>
                </c:pt>
                <c:pt idx="41039">
                  <c:v>0.47498842592176516</c:v>
                </c:pt>
                <c:pt idx="41040">
                  <c:v>0.47499999999854481</c:v>
                </c:pt>
                <c:pt idx="41041">
                  <c:v>0.47501157407532446</c:v>
                </c:pt>
                <c:pt idx="41042">
                  <c:v>0.47502314814482816</c:v>
                </c:pt>
                <c:pt idx="41043">
                  <c:v>0.47503472222160781</c:v>
                </c:pt>
                <c:pt idx="41044">
                  <c:v>0.4750462962911115</c:v>
                </c:pt>
                <c:pt idx="41045">
                  <c:v>0.47505787036789116</c:v>
                </c:pt>
                <c:pt idx="41046">
                  <c:v>0.47506944444467081</c:v>
                </c:pt>
                <c:pt idx="41047">
                  <c:v>0.4750810185141745</c:v>
                </c:pt>
                <c:pt idx="41048">
                  <c:v>0.47509259259095415</c:v>
                </c:pt>
                <c:pt idx="41049">
                  <c:v>0.47510416666773381</c:v>
                </c:pt>
                <c:pt idx="41050">
                  <c:v>0.4751157407372375</c:v>
                </c:pt>
                <c:pt idx="41051">
                  <c:v>0.47512731481401715</c:v>
                </c:pt>
                <c:pt idx="41052">
                  <c:v>0.47513888888352085</c:v>
                </c:pt>
                <c:pt idx="41053">
                  <c:v>0.4751504629603005</c:v>
                </c:pt>
                <c:pt idx="41054">
                  <c:v>0.47516203703708015</c:v>
                </c:pt>
                <c:pt idx="41055">
                  <c:v>0.47517361110658385</c:v>
                </c:pt>
                <c:pt idx="41056">
                  <c:v>0.4751851851833635</c:v>
                </c:pt>
                <c:pt idx="41057">
                  <c:v>0.47519675926014315</c:v>
                </c:pt>
                <c:pt idx="41058">
                  <c:v>0.47520833332964685</c:v>
                </c:pt>
                <c:pt idx="41059">
                  <c:v>0.4752199074064265</c:v>
                </c:pt>
                <c:pt idx="41060">
                  <c:v>0.4752314814759302</c:v>
                </c:pt>
                <c:pt idx="41061">
                  <c:v>0.47524305555270985</c:v>
                </c:pt>
                <c:pt idx="41062">
                  <c:v>0.4752546296294895</c:v>
                </c:pt>
                <c:pt idx="41063">
                  <c:v>0.47526620369899319</c:v>
                </c:pt>
                <c:pt idx="41064">
                  <c:v>0.47527777777577285</c:v>
                </c:pt>
                <c:pt idx="41065">
                  <c:v>0.4752893518525525</c:v>
                </c:pt>
                <c:pt idx="41066">
                  <c:v>0.47530092592205619</c:v>
                </c:pt>
                <c:pt idx="41067">
                  <c:v>0.47531249999883585</c:v>
                </c:pt>
                <c:pt idx="41068">
                  <c:v>0.47532407406833954</c:v>
                </c:pt>
                <c:pt idx="41069">
                  <c:v>0.47533564814511919</c:v>
                </c:pt>
                <c:pt idx="41070">
                  <c:v>0.47534722222189885</c:v>
                </c:pt>
                <c:pt idx="41071">
                  <c:v>0.47535879629140254</c:v>
                </c:pt>
                <c:pt idx="41072">
                  <c:v>0.47537037036818219</c:v>
                </c:pt>
                <c:pt idx="41073">
                  <c:v>0.47538194444496185</c:v>
                </c:pt>
                <c:pt idx="41074">
                  <c:v>0.47539351851446554</c:v>
                </c:pt>
                <c:pt idx="41075">
                  <c:v>0.47540509259124519</c:v>
                </c:pt>
                <c:pt idx="41076">
                  <c:v>0.47541666666074889</c:v>
                </c:pt>
                <c:pt idx="41077">
                  <c:v>0.47542824073752854</c:v>
                </c:pt>
                <c:pt idx="41078">
                  <c:v>0.47543981481430819</c:v>
                </c:pt>
                <c:pt idx="41079">
                  <c:v>0.47545138888381189</c:v>
                </c:pt>
                <c:pt idx="41080">
                  <c:v>0.47546296296059154</c:v>
                </c:pt>
                <c:pt idx="41081">
                  <c:v>0.47547453703737119</c:v>
                </c:pt>
                <c:pt idx="41082">
                  <c:v>0.47548611110687489</c:v>
                </c:pt>
                <c:pt idx="41083">
                  <c:v>0.47549768518365454</c:v>
                </c:pt>
                <c:pt idx="41084">
                  <c:v>0.47550925926043419</c:v>
                </c:pt>
                <c:pt idx="41085">
                  <c:v>0.47552083332993789</c:v>
                </c:pt>
                <c:pt idx="41086">
                  <c:v>0.47553240740671754</c:v>
                </c:pt>
                <c:pt idx="41087">
                  <c:v>0.47554398147622123</c:v>
                </c:pt>
                <c:pt idx="41088">
                  <c:v>0.47555555555300089</c:v>
                </c:pt>
                <c:pt idx="41089">
                  <c:v>0.47556712962978054</c:v>
                </c:pt>
                <c:pt idx="41090">
                  <c:v>0.47557870369928423</c:v>
                </c:pt>
                <c:pt idx="41091">
                  <c:v>0.47559027777606389</c:v>
                </c:pt>
                <c:pt idx="41092">
                  <c:v>0.47560185185284354</c:v>
                </c:pt>
                <c:pt idx="41093">
                  <c:v>0.47561342592234723</c:v>
                </c:pt>
                <c:pt idx="41094">
                  <c:v>0.47562499999912689</c:v>
                </c:pt>
                <c:pt idx="41095">
                  <c:v>0.47563657406863058</c:v>
                </c:pt>
                <c:pt idx="41096">
                  <c:v>0.47564814814541023</c:v>
                </c:pt>
                <c:pt idx="41097">
                  <c:v>0.47565972222218988</c:v>
                </c:pt>
                <c:pt idx="41098">
                  <c:v>0.47567129629169358</c:v>
                </c:pt>
                <c:pt idx="41099">
                  <c:v>0.47568287036847323</c:v>
                </c:pt>
                <c:pt idx="41100">
                  <c:v>0.47569444444525288</c:v>
                </c:pt>
                <c:pt idx="41101">
                  <c:v>0.47570601851475658</c:v>
                </c:pt>
                <c:pt idx="41102">
                  <c:v>0.47571759259153623</c:v>
                </c:pt>
                <c:pt idx="41103">
                  <c:v>0.47572916666103993</c:v>
                </c:pt>
                <c:pt idx="41104">
                  <c:v>0.47574074073781958</c:v>
                </c:pt>
                <c:pt idx="41105">
                  <c:v>0.47575231481459923</c:v>
                </c:pt>
                <c:pt idx="41106">
                  <c:v>0.47576388888410293</c:v>
                </c:pt>
                <c:pt idx="41107">
                  <c:v>0.47577546296088258</c:v>
                </c:pt>
                <c:pt idx="41108">
                  <c:v>0.47578703703766223</c:v>
                </c:pt>
                <c:pt idx="41109">
                  <c:v>0.47579861110716593</c:v>
                </c:pt>
                <c:pt idx="41110">
                  <c:v>0.47581018518394558</c:v>
                </c:pt>
                <c:pt idx="41111">
                  <c:v>0.47582175925344927</c:v>
                </c:pt>
                <c:pt idx="41112">
                  <c:v>0.47583333333022892</c:v>
                </c:pt>
                <c:pt idx="41113">
                  <c:v>0.47584490740700858</c:v>
                </c:pt>
                <c:pt idx="41114">
                  <c:v>0.47585648147651227</c:v>
                </c:pt>
                <c:pt idx="41115">
                  <c:v>0.47586805555329192</c:v>
                </c:pt>
                <c:pt idx="41116">
                  <c:v>0.47587962963007158</c:v>
                </c:pt>
                <c:pt idx="41117">
                  <c:v>0.47589120369957527</c:v>
                </c:pt>
                <c:pt idx="41118">
                  <c:v>0.47590277777635492</c:v>
                </c:pt>
                <c:pt idx="41119">
                  <c:v>0.47591435185313458</c:v>
                </c:pt>
                <c:pt idx="41120">
                  <c:v>0.47592592592263827</c:v>
                </c:pt>
                <c:pt idx="41121">
                  <c:v>0.47593749999941792</c:v>
                </c:pt>
                <c:pt idx="41122">
                  <c:v>0.47594907406892162</c:v>
                </c:pt>
                <c:pt idx="41123">
                  <c:v>0.47596064814570127</c:v>
                </c:pt>
                <c:pt idx="41124">
                  <c:v>0.47597222222248092</c:v>
                </c:pt>
                <c:pt idx="41125">
                  <c:v>0.47598379629198462</c:v>
                </c:pt>
                <c:pt idx="41126">
                  <c:v>0.47599537036876427</c:v>
                </c:pt>
                <c:pt idx="41127">
                  <c:v>0.47600694444554392</c:v>
                </c:pt>
                <c:pt idx="41128">
                  <c:v>0.47601851851504762</c:v>
                </c:pt>
                <c:pt idx="41129">
                  <c:v>0.47603009259182727</c:v>
                </c:pt>
                <c:pt idx="41130">
                  <c:v>0.47604166666133096</c:v>
                </c:pt>
                <c:pt idx="41131">
                  <c:v>0.47605324073811062</c:v>
                </c:pt>
                <c:pt idx="41132">
                  <c:v>0.47606481481489027</c:v>
                </c:pt>
                <c:pt idx="41133">
                  <c:v>0.47607638888439396</c:v>
                </c:pt>
                <c:pt idx="41134">
                  <c:v>0.47608796296117362</c:v>
                </c:pt>
                <c:pt idx="41135">
                  <c:v>0.47609953703795327</c:v>
                </c:pt>
                <c:pt idx="41136">
                  <c:v>0.47611111110745696</c:v>
                </c:pt>
                <c:pt idx="41137">
                  <c:v>0.47612268518423662</c:v>
                </c:pt>
                <c:pt idx="41138">
                  <c:v>0.47613425925374031</c:v>
                </c:pt>
                <c:pt idx="41139">
                  <c:v>0.47614583333051996</c:v>
                </c:pt>
                <c:pt idx="41140">
                  <c:v>0.47615740740729962</c:v>
                </c:pt>
                <c:pt idx="41141">
                  <c:v>0.47616898147680331</c:v>
                </c:pt>
                <c:pt idx="41142">
                  <c:v>0.47618055555358296</c:v>
                </c:pt>
                <c:pt idx="41143">
                  <c:v>0.47619212963036261</c:v>
                </c:pt>
                <c:pt idx="41144">
                  <c:v>0.47620370369986631</c:v>
                </c:pt>
                <c:pt idx="41145">
                  <c:v>0.47621527777664596</c:v>
                </c:pt>
                <c:pt idx="41146">
                  <c:v>0.47622685184614966</c:v>
                </c:pt>
                <c:pt idx="41147">
                  <c:v>0.47623842592292931</c:v>
                </c:pt>
                <c:pt idx="41148">
                  <c:v>0.47624999999970896</c:v>
                </c:pt>
                <c:pt idx="41149">
                  <c:v>0.47626157406921266</c:v>
                </c:pt>
                <c:pt idx="41150">
                  <c:v>0.47627314814599231</c:v>
                </c:pt>
                <c:pt idx="41151">
                  <c:v>0.47628472222277196</c:v>
                </c:pt>
                <c:pt idx="41152">
                  <c:v>0.47629629629227566</c:v>
                </c:pt>
                <c:pt idx="41153">
                  <c:v>0.47630787036905531</c:v>
                </c:pt>
                <c:pt idx="41154">
                  <c:v>0.476319444438559</c:v>
                </c:pt>
                <c:pt idx="41155">
                  <c:v>0.47633101851533866</c:v>
                </c:pt>
                <c:pt idx="41156">
                  <c:v>0.47634259259211831</c:v>
                </c:pt>
                <c:pt idx="41157">
                  <c:v>0.476354166661622</c:v>
                </c:pt>
                <c:pt idx="41158">
                  <c:v>0.47636574073840166</c:v>
                </c:pt>
                <c:pt idx="41159">
                  <c:v>0.47637731481518131</c:v>
                </c:pt>
                <c:pt idx="41160">
                  <c:v>0.476388888884685</c:v>
                </c:pt>
                <c:pt idx="41161">
                  <c:v>0.47640046296146465</c:v>
                </c:pt>
                <c:pt idx="41162">
                  <c:v>0.47641203703824431</c:v>
                </c:pt>
                <c:pt idx="41163">
                  <c:v>0.476423611107748</c:v>
                </c:pt>
                <c:pt idx="41164">
                  <c:v>0.47643518518452765</c:v>
                </c:pt>
                <c:pt idx="41165">
                  <c:v>0.47644675925403135</c:v>
                </c:pt>
                <c:pt idx="41166">
                  <c:v>0.476458333330811</c:v>
                </c:pt>
                <c:pt idx="41167">
                  <c:v>0.47646990740759065</c:v>
                </c:pt>
                <c:pt idx="41168">
                  <c:v>0.47648148147709435</c:v>
                </c:pt>
                <c:pt idx="41169">
                  <c:v>0.476493055553874</c:v>
                </c:pt>
                <c:pt idx="41170">
                  <c:v>0.47650462963065365</c:v>
                </c:pt>
                <c:pt idx="41171">
                  <c:v>0.47651620370015735</c:v>
                </c:pt>
                <c:pt idx="41172">
                  <c:v>0.476527777776937</c:v>
                </c:pt>
                <c:pt idx="41173">
                  <c:v>0.4765393518464407</c:v>
                </c:pt>
                <c:pt idx="41174">
                  <c:v>0.47655092592322035</c:v>
                </c:pt>
                <c:pt idx="41175">
                  <c:v>0.4765625</c:v>
                </c:pt>
                <c:pt idx="41176">
                  <c:v>0.47657407406950369</c:v>
                </c:pt>
                <c:pt idx="41177">
                  <c:v>0.47658564814628335</c:v>
                </c:pt>
                <c:pt idx="41178">
                  <c:v>0.476597222223063</c:v>
                </c:pt>
                <c:pt idx="41179">
                  <c:v>0.47660879629256669</c:v>
                </c:pt>
                <c:pt idx="41180">
                  <c:v>0.47662037036934635</c:v>
                </c:pt>
                <c:pt idx="41181">
                  <c:v>0.47663194443885004</c:v>
                </c:pt>
                <c:pt idx="41182">
                  <c:v>0.47664351851562969</c:v>
                </c:pt>
                <c:pt idx="41183">
                  <c:v>0.47665509259240935</c:v>
                </c:pt>
                <c:pt idx="41184">
                  <c:v>0.47666666666191304</c:v>
                </c:pt>
                <c:pt idx="41185">
                  <c:v>0.47667824073869269</c:v>
                </c:pt>
                <c:pt idx="41186">
                  <c:v>0.47668981481547235</c:v>
                </c:pt>
                <c:pt idx="41187">
                  <c:v>0.47670138888497604</c:v>
                </c:pt>
                <c:pt idx="41188">
                  <c:v>0.47671296296175569</c:v>
                </c:pt>
                <c:pt idx="41189">
                  <c:v>0.47672453703125939</c:v>
                </c:pt>
                <c:pt idx="41190">
                  <c:v>0.47673611110803904</c:v>
                </c:pt>
                <c:pt idx="41191">
                  <c:v>0.47674768518481869</c:v>
                </c:pt>
                <c:pt idx="41192">
                  <c:v>0.47675925925432239</c:v>
                </c:pt>
                <c:pt idx="41193">
                  <c:v>0.47677083333110204</c:v>
                </c:pt>
                <c:pt idx="41194">
                  <c:v>0.47678240740788169</c:v>
                </c:pt>
                <c:pt idx="41195">
                  <c:v>0.47679398147738539</c:v>
                </c:pt>
                <c:pt idx="41196">
                  <c:v>0.47680555555416504</c:v>
                </c:pt>
                <c:pt idx="41197">
                  <c:v>0.47681712963094469</c:v>
                </c:pt>
                <c:pt idx="41198">
                  <c:v>0.47682870370044839</c:v>
                </c:pt>
                <c:pt idx="41199">
                  <c:v>0.47684027777722804</c:v>
                </c:pt>
                <c:pt idx="41200">
                  <c:v>0.47685185184673173</c:v>
                </c:pt>
                <c:pt idx="41201">
                  <c:v>0.47686342592351139</c:v>
                </c:pt>
                <c:pt idx="41202">
                  <c:v>0.47687500000029104</c:v>
                </c:pt>
                <c:pt idx="41203">
                  <c:v>0.47688657406979473</c:v>
                </c:pt>
                <c:pt idx="41204">
                  <c:v>0.47689814814657439</c:v>
                </c:pt>
                <c:pt idx="41205">
                  <c:v>0.47690972222335404</c:v>
                </c:pt>
                <c:pt idx="41206">
                  <c:v>0.47692129629285773</c:v>
                </c:pt>
                <c:pt idx="41207">
                  <c:v>0.47693287036963739</c:v>
                </c:pt>
                <c:pt idx="41208">
                  <c:v>0.47694444443914108</c:v>
                </c:pt>
                <c:pt idx="41209">
                  <c:v>0.47695601851592073</c:v>
                </c:pt>
                <c:pt idx="41210">
                  <c:v>0.47696759259270038</c:v>
                </c:pt>
                <c:pt idx="41211">
                  <c:v>0.47697916666220408</c:v>
                </c:pt>
                <c:pt idx="41212">
                  <c:v>0.47699074073898373</c:v>
                </c:pt>
                <c:pt idx="41213">
                  <c:v>0.47700231481576338</c:v>
                </c:pt>
                <c:pt idx="41214">
                  <c:v>0.47701388888526708</c:v>
                </c:pt>
                <c:pt idx="41215">
                  <c:v>0.47702546296204673</c:v>
                </c:pt>
                <c:pt idx="41216">
                  <c:v>0.47703703703155043</c:v>
                </c:pt>
                <c:pt idx="41217">
                  <c:v>0.47704861110833008</c:v>
                </c:pt>
                <c:pt idx="41218">
                  <c:v>0.47706018518510973</c:v>
                </c:pt>
                <c:pt idx="41219">
                  <c:v>0.47707175925461343</c:v>
                </c:pt>
                <c:pt idx="41220">
                  <c:v>0.47708333333139308</c:v>
                </c:pt>
                <c:pt idx="41221">
                  <c:v>0.47709490740817273</c:v>
                </c:pt>
                <c:pt idx="41222">
                  <c:v>0.47710648147767643</c:v>
                </c:pt>
                <c:pt idx="41223">
                  <c:v>0.47711805555445608</c:v>
                </c:pt>
                <c:pt idx="41224">
                  <c:v>0.47712962962395977</c:v>
                </c:pt>
                <c:pt idx="41225">
                  <c:v>0.47714120370073942</c:v>
                </c:pt>
                <c:pt idx="41226">
                  <c:v>0.47715277777751908</c:v>
                </c:pt>
                <c:pt idx="41227">
                  <c:v>0.47716435184702277</c:v>
                </c:pt>
                <c:pt idx="41228">
                  <c:v>0.47717592592380242</c:v>
                </c:pt>
                <c:pt idx="41229">
                  <c:v>0.47718750000058208</c:v>
                </c:pt>
                <c:pt idx="41230">
                  <c:v>0.47719907407008577</c:v>
                </c:pt>
                <c:pt idx="41231">
                  <c:v>0.47721064814686542</c:v>
                </c:pt>
                <c:pt idx="41232">
                  <c:v>0.47722222221636912</c:v>
                </c:pt>
                <c:pt idx="41233">
                  <c:v>0.47723379629314877</c:v>
                </c:pt>
                <c:pt idx="41234">
                  <c:v>0.47724537036992842</c:v>
                </c:pt>
                <c:pt idx="41235">
                  <c:v>0.47725694443943212</c:v>
                </c:pt>
                <c:pt idx="41236">
                  <c:v>0.47726851851621177</c:v>
                </c:pt>
                <c:pt idx="41237">
                  <c:v>0.47728009259299142</c:v>
                </c:pt>
                <c:pt idx="41238">
                  <c:v>0.47729166666249512</c:v>
                </c:pt>
                <c:pt idx="41239">
                  <c:v>0.47730324073927477</c:v>
                </c:pt>
                <c:pt idx="41240">
                  <c:v>0.47731481481605442</c:v>
                </c:pt>
                <c:pt idx="41241">
                  <c:v>0.47732638888555812</c:v>
                </c:pt>
                <c:pt idx="41242">
                  <c:v>0.47733796296233777</c:v>
                </c:pt>
                <c:pt idx="41243">
                  <c:v>0.47734953703184146</c:v>
                </c:pt>
                <c:pt idx="41244">
                  <c:v>0.47736111110862112</c:v>
                </c:pt>
                <c:pt idx="41245">
                  <c:v>0.47737268518540077</c:v>
                </c:pt>
                <c:pt idx="41246">
                  <c:v>0.47738425925490446</c:v>
                </c:pt>
                <c:pt idx="41247">
                  <c:v>0.47739583333168412</c:v>
                </c:pt>
                <c:pt idx="41248">
                  <c:v>0.47740740740846377</c:v>
                </c:pt>
                <c:pt idx="41249">
                  <c:v>0.47741898147796746</c:v>
                </c:pt>
                <c:pt idx="41250">
                  <c:v>0.47743055555474712</c:v>
                </c:pt>
                <c:pt idx="41251">
                  <c:v>0.47744212962425081</c:v>
                </c:pt>
                <c:pt idx="41252">
                  <c:v>0.47745370370103046</c:v>
                </c:pt>
                <c:pt idx="41253">
                  <c:v>0.47746527777781012</c:v>
                </c:pt>
                <c:pt idx="41254">
                  <c:v>0.47747685184731381</c:v>
                </c:pt>
                <c:pt idx="41255">
                  <c:v>0.47748842592409346</c:v>
                </c:pt>
                <c:pt idx="41256">
                  <c:v>0.47750000000087311</c:v>
                </c:pt>
                <c:pt idx="41257">
                  <c:v>0.47751157407037681</c:v>
                </c:pt>
                <c:pt idx="41258">
                  <c:v>0.47752314814715646</c:v>
                </c:pt>
                <c:pt idx="41259">
                  <c:v>0.47753472221666016</c:v>
                </c:pt>
                <c:pt idx="41260">
                  <c:v>0.47754629629343981</c:v>
                </c:pt>
                <c:pt idx="41261">
                  <c:v>0.47755787037021946</c:v>
                </c:pt>
                <c:pt idx="41262">
                  <c:v>0.47756944443972316</c:v>
                </c:pt>
                <c:pt idx="41263">
                  <c:v>0.47758101851650281</c:v>
                </c:pt>
                <c:pt idx="41264">
                  <c:v>0.47759259259328246</c:v>
                </c:pt>
                <c:pt idx="41265">
                  <c:v>0.47760416666278616</c:v>
                </c:pt>
                <c:pt idx="41266">
                  <c:v>0.47761574073956581</c:v>
                </c:pt>
                <c:pt idx="41267">
                  <c:v>0.4776273148090695</c:v>
                </c:pt>
                <c:pt idx="41268">
                  <c:v>0.47763888888584916</c:v>
                </c:pt>
                <c:pt idx="41269">
                  <c:v>0.47765046296262881</c:v>
                </c:pt>
                <c:pt idx="41270">
                  <c:v>0.4776620370321325</c:v>
                </c:pt>
                <c:pt idx="41271">
                  <c:v>0.47767361110891216</c:v>
                </c:pt>
                <c:pt idx="41272">
                  <c:v>0.47768518518569181</c:v>
                </c:pt>
                <c:pt idx="41273">
                  <c:v>0.4776967592551955</c:v>
                </c:pt>
                <c:pt idx="41274">
                  <c:v>0.47770833333197515</c:v>
                </c:pt>
                <c:pt idx="41275">
                  <c:v>0.47771990740147885</c:v>
                </c:pt>
                <c:pt idx="41276">
                  <c:v>0.4777314814782585</c:v>
                </c:pt>
                <c:pt idx="41277">
                  <c:v>0.47774305555503815</c:v>
                </c:pt>
                <c:pt idx="41278">
                  <c:v>0.47775462962454185</c:v>
                </c:pt>
                <c:pt idx="41279">
                  <c:v>0.4777662037013215</c:v>
                </c:pt>
                <c:pt idx="41280">
                  <c:v>0.47777777777810115</c:v>
                </c:pt>
                <c:pt idx="41281">
                  <c:v>0.47778935184760485</c:v>
                </c:pt>
                <c:pt idx="41282">
                  <c:v>0.4778009259243845</c:v>
                </c:pt>
                <c:pt idx="41283">
                  <c:v>0.47781250000116415</c:v>
                </c:pt>
                <c:pt idx="41284">
                  <c:v>0.47782407407066785</c:v>
                </c:pt>
                <c:pt idx="41285">
                  <c:v>0.4778356481474475</c:v>
                </c:pt>
                <c:pt idx="41286">
                  <c:v>0.4778472222169512</c:v>
                </c:pt>
                <c:pt idx="41287">
                  <c:v>0.47785879629373085</c:v>
                </c:pt>
                <c:pt idx="41288">
                  <c:v>0.4778703703705105</c:v>
                </c:pt>
                <c:pt idx="41289">
                  <c:v>0.47788194444001419</c:v>
                </c:pt>
                <c:pt idx="41290">
                  <c:v>0.47789351851679385</c:v>
                </c:pt>
                <c:pt idx="41291">
                  <c:v>0.4779050925935735</c:v>
                </c:pt>
                <c:pt idx="41292">
                  <c:v>0.47791666666307719</c:v>
                </c:pt>
                <c:pt idx="41293">
                  <c:v>0.47792824073985685</c:v>
                </c:pt>
                <c:pt idx="41294">
                  <c:v>0.47793981480936054</c:v>
                </c:pt>
                <c:pt idx="41295">
                  <c:v>0.47795138888614019</c:v>
                </c:pt>
                <c:pt idx="41296">
                  <c:v>0.47796296296291985</c:v>
                </c:pt>
                <c:pt idx="41297">
                  <c:v>0.47797453703242354</c:v>
                </c:pt>
                <c:pt idx="41298">
                  <c:v>0.47798611110920319</c:v>
                </c:pt>
                <c:pt idx="41299">
                  <c:v>0.47799768518598285</c:v>
                </c:pt>
                <c:pt idx="41300">
                  <c:v>0.47800925925548654</c:v>
                </c:pt>
                <c:pt idx="41301">
                  <c:v>0.47802083333226619</c:v>
                </c:pt>
                <c:pt idx="41302">
                  <c:v>0.47803240740176989</c:v>
                </c:pt>
                <c:pt idx="41303">
                  <c:v>0.47804398147854954</c:v>
                </c:pt>
                <c:pt idx="41304">
                  <c:v>0.47805555555532919</c:v>
                </c:pt>
                <c:pt idx="41305">
                  <c:v>0.47806712962483289</c:v>
                </c:pt>
                <c:pt idx="41306">
                  <c:v>0.47807870370161254</c:v>
                </c:pt>
                <c:pt idx="41307">
                  <c:v>0.47809027777839219</c:v>
                </c:pt>
                <c:pt idx="41308">
                  <c:v>0.47810185184789589</c:v>
                </c:pt>
                <c:pt idx="41309">
                  <c:v>0.47811342592467554</c:v>
                </c:pt>
                <c:pt idx="41310">
                  <c:v>0.47812499999417923</c:v>
                </c:pt>
                <c:pt idx="41311">
                  <c:v>0.47813657407095889</c:v>
                </c:pt>
                <c:pt idx="41312">
                  <c:v>0.47814814814773854</c:v>
                </c:pt>
                <c:pt idx="41313">
                  <c:v>0.47815972221724223</c:v>
                </c:pt>
                <c:pt idx="41314">
                  <c:v>0.47817129629402189</c:v>
                </c:pt>
                <c:pt idx="41315">
                  <c:v>0.47818287037080154</c:v>
                </c:pt>
                <c:pt idx="41316">
                  <c:v>0.47819444444030523</c:v>
                </c:pt>
                <c:pt idx="41317">
                  <c:v>0.47820601851708489</c:v>
                </c:pt>
                <c:pt idx="41318">
                  <c:v>0.47821759259386454</c:v>
                </c:pt>
                <c:pt idx="41319">
                  <c:v>0.47822916666336823</c:v>
                </c:pt>
                <c:pt idx="41320">
                  <c:v>0.47824074074014788</c:v>
                </c:pt>
                <c:pt idx="41321">
                  <c:v>0.47825231480965158</c:v>
                </c:pt>
                <c:pt idx="41322">
                  <c:v>0.47826388888643123</c:v>
                </c:pt>
                <c:pt idx="41323">
                  <c:v>0.47827546296321088</c:v>
                </c:pt>
                <c:pt idx="41324">
                  <c:v>0.47828703703271458</c:v>
                </c:pt>
                <c:pt idx="41325">
                  <c:v>0.47829861110949423</c:v>
                </c:pt>
                <c:pt idx="41326">
                  <c:v>0.47831018518627388</c:v>
                </c:pt>
                <c:pt idx="41327">
                  <c:v>0.47832175925577758</c:v>
                </c:pt>
                <c:pt idx="41328">
                  <c:v>0.47833333333255723</c:v>
                </c:pt>
                <c:pt idx="41329">
                  <c:v>0.47834490740206093</c:v>
                </c:pt>
                <c:pt idx="41330">
                  <c:v>0.47835648147884058</c:v>
                </c:pt>
                <c:pt idx="41331">
                  <c:v>0.47836805555562023</c:v>
                </c:pt>
                <c:pt idx="41332">
                  <c:v>0.47837962962512393</c:v>
                </c:pt>
                <c:pt idx="41333">
                  <c:v>0.47839120370190358</c:v>
                </c:pt>
                <c:pt idx="41334">
                  <c:v>0.47840277777868323</c:v>
                </c:pt>
                <c:pt idx="41335">
                  <c:v>0.47841435184818693</c:v>
                </c:pt>
                <c:pt idx="41336">
                  <c:v>0.47842592592496658</c:v>
                </c:pt>
                <c:pt idx="41337">
                  <c:v>0.47843749999447027</c:v>
                </c:pt>
                <c:pt idx="41338">
                  <c:v>0.47844907407124992</c:v>
                </c:pt>
                <c:pt idx="41339">
                  <c:v>0.47846064814802958</c:v>
                </c:pt>
                <c:pt idx="41340">
                  <c:v>0.47847222221753327</c:v>
                </c:pt>
                <c:pt idx="41341">
                  <c:v>0.47848379629431292</c:v>
                </c:pt>
                <c:pt idx="41342">
                  <c:v>0.47849537037109258</c:v>
                </c:pt>
                <c:pt idx="41343">
                  <c:v>0.47850694444059627</c:v>
                </c:pt>
                <c:pt idx="41344">
                  <c:v>0.47851851851737592</c:v>
                </c:pt>
                <c:pt idx="41345">
                  <c:v>0.47853009258687962</c:v>
                </c:pt>
                <c:pt idx="41346">
                  <c:v>0.47854166666365927</c:v>
                </c:pt>
                <c:pt idx="41347">
                  <c:v>0.47855324074043892</c:v>
                </c:pt>
                <c:pt idx="41348">
                  <c:v>0.47856481480994262</c:v>
                </c:pt>
                <c:pt idx="41349">
                  <c:v>0.47857638888672227</c:v>
                </c:pt>
                <c:pt idx="41350">
                  <c:v>0.47858796296350192</c:v>
                </c:pt>
                <c:pt idx="41351">
                  <c:v>0.47859953703300562</c:v>
                </c:pt>
                <c:pt idx="41352">
                  <c:v>0.47861111110978527</c:v>
                </c:pt>
                <c:pt idx="41353">
                  <c:v>0.47862268517928896</c:v>
                </c:pt>
                <c:pt idx="41354">
                  <c:v>0.47863425925606862</c:v>
                </c:pt>
                <c:pt idx="41355">
                  <c:v>0.47864583333284827</c:v>
                </c:pt>
                <c:pt idx="41356">
                  <c:v>0.47865740740235196</c:v>
                </c:pt>
                <c:pt idx="41357">
                  <c:v>0.47866898147913162</c:v>
                </c:pt>
                <c:pt idx="41358">
                  <c:v>0.47868055555591127</c:v>
                </c:pt>
                <c:pt idx="41359">
                  <c:v>0.47869212962541496</c:v>
                </c:pt>
                <c:pt idx="41360">
                  <c:v>0.47870370370219462</c:v>
                </c:pt>
                <c:pt idx="41361">
                  <c:v>0.47871527777897427</c:v>
                </c:pt>
                <c:pt idx="41362">
                  <c:v>0.47872685184847796</c:v>
                </c:pt>
                <c:pt idx="41363">
                  <c:v>0.47873842592525762</c:v>
                </c:pt>
                <c:pt idx="41364">
                  <c:v>0.47874999999476131</c:v>
                </c:pt>
                <c:pt idx="41365">
                  <c:v>0.47876157407154096</c:v>
                </c:pt>
                <c:pt idx="41366">
                  <c:v>0.47877314814832062</c:v>
                </c:pt>
                <c:pt idx="41367">
                  <c:v>0.47878472221782431</c:v>
                </c:pt>
                <c:pt idx="41368">
                  <c:v>0.47879629629460396</c:v>
                </c:pt>
                <c:pt idx="41369">
                  <c:v>0.47880787037138361</c:v>
                </c:pt>
                <c:pt idx="41370">
                  <c:v>0.47881944444088731</c:v>
                </c:pt>
                <c:pt idx="41371">
                  <c:v>0.47883101851766696</c:v>
                </c:pt>
                <c:pt idx="41372">
                  <c:v>0.47884259258717066</c:v>
                </c:pt>
                <c:pt idx="41373">
                  <c:v>0.47885416666395031</c:v>
                </c:pt>
                <c:pt idx="41374">
                  <c:v>0.47886574074072996</c:v>
                </c:pt>
                <c:pt idx="41375">
                  <c:v>0.47887731481023366</c:v>
                </c:pt>
                <c:pt idx="41376">
                  <c:v>0.47888888888701331</c:v>
                </c:pt>
                <c:pt idx="41377">
                  <c:v>0.47890046296379296</c:v>
                </c:pt>
                <c:pt idx="41378">
                  <c:v>0.47891203703329666</c:v>
                </c:pt>
                <c:pt idx="41379">
                  <c:v>0.47892361111007631</c:v>
                </c:pt>
                <c:pt idx="41380">
                  <c:v>0.47893518517958</c:v>
                </c:pt>
                <c:pt idx="41381">
                  <c:v>0.47894675925635966</c:v>
                </c:pt>
                <c:pt idx="41382">
                  <c:v>0.47895833333313931</c:v>
                </c:pt>
                <c:pt idx="41383">
                  <c:v>0.478969907402643</c:v>
                </c:pt>
                <c:pt idx="41384">
                  <c:v>0.47898148147942265</c:v>
                </c:pt>
                <c:pt idx="41385">
                  <c:v>0.47899305555620231</c:v>
                </c:pt>
                <c:pt idx="41386">
                  <c:v>0.479004629625706</c:v>
                </c:pt>
                <c:pt idx="41387">
                  <c:v>0.47901620370248565</c:v>
                </c:pt>
                <c:pt idx="41388">
                  <c:v>0.47902777777198935</c:v>
                </c:pt>
                <c:pt idx="41389">
                  <c:v>0.479039351848769</c:v>
                </c:pt>
                <c:pt idx="41390">
                  <c:v>0.47905092592554865</c:v>
                </c:pt>
                <c:pt idx="41391">
                  <c:v>0.47906249999505235</c:v>
                </c:pt>
                <c:pt idx="41392">
                  <c:v>0.479074074071832</c:v>
                </c:pt>
                <c:pt idx="41393">
                  <c:v>0.47908564814861165</c:v>
                </c:pt>
                <c:pt idx="41394">
                  <c:v>0.47909722221811535</c:v>
                </c:pt>
                <c:pt idx="41395">
                  <c:v>0.479108796294895</c:v>
                </c:pt>
                <c:pt idx="41396">
                  <c:v>0.47912037037167465</c:v>
                </c:pt>
                <c:pt idx="41397">
                  <c:v>0.47913194444117835</c:v>
                </c:pt>
                <c:pt idx="41398">
                  <c:v>0.479143518517958</c:v>
                </c:pt>
                <c:pt idx="41399">
                  <c:v>0.4791550925874617</c:v>
                </c:pt>
                <c:pt idx="41400">
                  <c:v>0.47916666666424135</c:v>
                </c:pt>
                <c:pt idx="41401">
                  <c:v>0.479178240741021</c:v>
                </c:pt>
                <c:pt idx="41402">
                  <c:v>0.47918981481052469</c:v>
                </c:pt>
                <c:pt idx="41403">
                  <c:v>0.47920138888730435</c:v>
                </c:pt>
                <c:pt idx="41404">
                  <c:v>0.479212962964084</c:v>
                </c:pt>
                <c:pt idx="41405">
                  <c:v>0.47922453703358769</c:v>
                </c:pt>
                <c:pt idx="41406">
                  <c:v>0.47923611111036735</c:v>
                </c:pt>
                <c:pt idx="41407">
                  <c:v>0.47924768517987104</c:v>
                </c:pt>
                <c:pt idx="41408">
                  <c:v>0.47925925925665069</c:v>
                </c:pt>
                <c:pt idx="41409">
                  <c:v>0.47927083333343035</c:v>
                </c:pt>
                <c:pt idx="41410">
                  <c:v>0.47928240740293404</c:v>
                </c:pt>
                <c:pt idx="41411">
                  <c:v>0.47929398147971369</c:v>
                </c:pt>
                <c:pt idx="41412">
                  <c:v>0.47930555555649335</c:v>
                </c:pt>
                <c:pt idx="41413">
                  <c:v>0.47931712962599704</c:v>
                </c:pt>
                <c:pt idx="41414">
                  <c:v>0.47932870370277669</c:v>
                </c:pt>
                <c:pt idx="41415">
                  <c:v>0.47934027777228039</c:v>
                </c:pt>
                <c:pt idx="41416">
                  <c:v>0.47935185184906004</c:v>
                </c:pt>
                <c:pt idx="41417">
                  <c:v>0.47936342592583969</c:v>
                </c:pt>
                <c:pt idx="41418">
                  <c:v>0.47937499999534339</c:v>
                </c:pt>
                <c:pt idx="41419">
                  <c:v>0.47938657407212304</c:v>
                </c:pt>
                <c:pt idx="41420">
                  <c:v>0.47939814814890269</c:v>
                </c:pt>
                <c:pt idx="41421">
                  <c:v>0.47940972221840639</c:v>
                </c:pt>
                <c:pt idx="41422">
                  <c:v>0.47942129629518604</c:v>
                </c:pt>
                <c:pt idx="41423">
                  <c:v>0.47943287036468973</c:v>
                </c:pt>
                <c:pt idx="41424">
                  <c:v>0.47944444444146939</c:v>
                </c:pt>
                <c:pt idx="41425">
                  <c:v>0.47945601851824904</c:v>
                </c:pt>
                <c:pt idx="41426">
                  <c:v>0.47946759258775273</c:v>
                </c:pt>
                <c:pt idx="41427">
                  <c:v>0.47947916666453239</c:v>
                </c:pt>
                <c:pt idx="41428">
                  <c:v>0.47949074074131204</c:v>
                </c:pt>
                <c:pt idx="41429">
                  <c:v>0.47950231481081573</c:v>
                </c:pt>
                <c:pt idx="41430">
                  <c:v>0.47951388888759539</c:v>
                </c:pt>
                <c:pt idx="41431">
                  <c:v>0.47952546295709908</c:v>
                </c:pt>
                <c:pt idx="41432">
                  <c:v>0.47953703703387873</c:v>
                </c:pt>
                <c:pt idx="41433">
                  <c:v>0.47954861111065838</c:v>
                </c:pt>
                <c:pt idx="41434">
                  <c:v>0.47956018518016208</c:v>
                </c:pt>
                <c:pt idx="41435">
                  <c:v>0.47957175925694173</c:v>
                </c:pt>
                <c:pt idx="41436">
                  <c:v>0.47958333333372138</c:v>
                </c:pt>
                <c:pt idx="41437">
                  <c:v>0.47959490740322508</c:v>
                </c:pt>
                <c:pt idx="41438">
                  <c:v>0.47960648148000473</c:v>
                </c:pt>
                <c:pt idx="41439">
                  <c:v>0.47961805555678438</c:v>
                </c:pt>
                <c:pt idx="41440">
                  <c:v>0.47962962962628808</c:v>
                </c:pt>
                <c:pt idx="41441">
                  <c:v>0.47964120370306773</c:v>
                </c:pt>
                <c:pt idx="41442">
                  <c:v>0.47965277777257143</c:v>
                </c:pt>
                <c:pt idx="41443">
                  <c:v>0.47966435184935108</c:v>
                </c:pt>
                <c:pt idx="41444">
                  <c:v>0.47967592592613073</c:v>
                </c:pt>
                <c:pt idx="41445">
                  <c:v>0.47968749999563443</c:v>
                </c:pt>
                <c:pt idx="41446">
                  <c:v>0.47969907407241408</c:v>
                </c:pt>
                <c:pt idx="41447">
                  <c:v>0.47971064814919373</c:v>
                </c:pt>
                <c:pt idx="41448">
                  <c:v>0.47972222221869742</c:v>
                </c:pt>
                <c:pt idx="41449">
                  <c:v>0.47973379629547708</c:v>
                </c:pt>
                <c:pt idx="41450">
                  <c:v>0.47974537036498077</c:v>
                </c:pt>
                <c:pt idx="41451">
                  <c:v>0.47975694444176042</c:v>
                </c:pt>
                <c:pt idx="41452">
                  <c:v>0.47976851851854008</c:v>
                </c:pt>
                <c:pt idx="41453">
                  <c:v>0.47978009258804377</c:v>
                </c:pt>
                <c:pt idx="41454">
                  <c:v>0.47979166666482342</c:v>
                </c:pt>
                <c:pt idx="41455">
                  <c:v>0.47980324074160308</c:v>
                </c:pt>
                <c:pt idx="41456">
                  <c:v>0.47981481481110677</c:v>
                </c:pt>
                <c:pt idx="41457">
                  <c:v>0.47982638888788642</c:v>
                </c:pt>
                <c:pt idx="41458">
                  <c:v>0.47983796295739012</c:v>
                </c:pt>
                <c:pt idx="41459">
                  <c:v>0.47984953703416977</c:v>
                </c:pt>
                <c:pt idx="41460">
                  <c:v>0.47986111111094942</c:v>
                </c:pt>
                <c:pt idx="41461">
                  <c:v>0.47987268518045312</c:v>
                </c:pt>
                <c:pt idx="41462">
                  <c:v>0.47988425925723277</c:v>
                </c:pt>
                <c:pt idx="41463">
                  <c:v>0.47989583333401242</c:v>
                </c:pt>
                <c:pt idx="41464">
                  <c:v>0.47990740740351612</c:v>
                </c:pt>
                <c:pt idx="41465">
                  <c:v>0.47991898148029577</c:v>
                </c:pt>
                <c:pt idx="41466">
                  <c:v>0.47993055554979946</c:v>
                </c:pt>
                <c:pt idx="41467">
                  <c:v>0.47994212962657912</c:v>
                </c:pt>
                <c:pt idx="41468">
                  <c:v>0.47995370370335877</c:v>
                </c:pt>
                <c:pt idx="41469">
                  <c:v>0.47996527777286246</c:v>
                </c:pt>
                <c:pt idx="41470">
                  <c:v>0.47997685184964212</c:v>
                </c:pt>
                <c:pt idx="41471">
                  <c:v>0.47998842592642177</c:v>
                </c:pt>
                <c:pt idx="41472">
                  <c:v>0.47999999999592546</c:v>
                </c:pt>
                <c:pt idx="41473">
                  <c:v>0.48001157407270512</c:v>
                </c:pt>
                <c:pt idx="41474">
                  <c:v>0.48002314814948477</c:v>
                </c:pt>
                <c:pt idx="41475">
                  <c:v>0.48003472221898846</c:v>
                </c:pt>
                <c:pt idx="41476">
                  <c:v>0.48004629629576812</c:v>
                </c:pt>
                <c:pt idx="41477">
                  <c:v>0.48005787036527181</c:v>
                </c:pt>
                <c:pt idx="41478">
                  <c:v>0.48006944444205146</c:v>
                </c:pt>
                <c:pt idx="41479">
                  <c:v>0.48008101851883112</c:v>
                </c:pt>
                <c:pt idx="41480">
                  <c:v>0.48009259258833481</c:v>
                </c:pt>
                <c:pt idx="41481">
                  <c:v>0.48010416666511446</c:v>
                </c:pt>
                <c:pt idx="41482">
                  <c:v>0.48011574074189411</c:v>
                </c:pt>
                <c:pt idx="41483">
                  <c:v>0.48012731481139781</c:v>
                </c:pt>
                <c:pt idx="41484">
                  <c:v>0.48013888888817746</c:v>
                </c:pt>
                <c:pt idx="41485">
                  <c:v>0.48015046295768116</c:v>
                </c:pt>
                <c:pt idx="41486">
                  <c:v>0.48016203703446081</c:v>
                </c:pt>
                <c:pt idx="41487">
                  <c:v>0.48017361111124046</c:v>
                </c:pt>
                <c:pt idx="41488">
                  <c:v>0.48018518518074416</c:v>
                </c:pt>
                <c:pt idx="41489">
                  <c:v>0.48019675925752381</c:v>
                </c:pt>
                <c:pt idx="41490">
                  <c:v>0.48020833333430346</c:v>
                </c:pt>
                <c:pt idx="41491">
                  <c:v>0.48021990740380716</c:v>
                </c:pt>
                <c:pt idx="41492">
                  <c:v>0.48023148148058681</c:v>
                </c:pt>
                <c:pt idx="41493">
                  <c:v>0.4802430555500905</c:v>
                </c:pt>
                <c:pt idx="41494">
                  <c:v>0.48025462962687016</c:v>
                </c:pt>
                <c:pt idx="41495">
                  <c:v>0.48026620370364981</c:v>
                </c:pt>
                <c:pt idx="41496">
                  <c:v>0.4802777777731535</c:v>
                </c:pt>
                <c:pt idx="41497">
                  <c:v>0.48028935184993315</c:v>
                </c:pt>
                <c:pt idx="41498">
                  <c:v>0.48030092592671281</c:v>
                </c:pt>
                <c:pt idx="41499">
                  <c:v>0.4803124999962165</c:v>
                </c:pt>
                <c:pt idx="41500">
                  <c:v>0.48032407407299615</c:v>
                </c:pt>
                <c:pt idx="41501">
                  <c:v>0.48033564814249985</c:v>
                </c:pt>
                <c:pt idx="41502">
                  <c:v>0.4803472222192795</c:v>
                </c:pt>
                <c:pt idx="41503">
                  <c:v>0.48035879629605915</c:v>
                </c:pt>
                <c:pt idx="41504">
                  <c:v>0.48037037036556285</c:v>
                </c:pt>
                <c:pt idx="41505">
                  <c:v>0.4803819444423425</c:v>
                </c:pt>
                <c:pt idx="41506">
                  <c:v>0.48039351851912215</c:v>
                </c:pt>
                <c:pt idx="41507">
                  <c:v>0.48040509258862585</c:v>
                </c:pt>
                <c:pt idx="41508">
                  <c:v>0.4804166666654055</c:v>
                </c:pt>
                <c:pt idx="41509">
                  <c:v>0.4804282407349092</c:v>
                </c:pt>
                <c:pt idx="41510">
                  <c:v>0.48043981481168885</c:v>
                </c:pt>
                <c:pt idx="41511">
                  <c:v>0.4804513888884685</c:v>
                </c:pt>
                <c:pt idx="41512">
                  <c:v>0.48046296295797219</c:v>
                </c:pt>
                <c:pt idx="41513">
                  <c:v>0.48047453703475185</c:v>
                </c:pt>
                <c:pt idx="41514">
                  <c:v>0.4804861111115315</c:v>
                </c:pt>
                <c:pt idx="41515">
                  <c:v>0.48049768518103519</c:v>
                </c:pt>
                <c:pt idx="41516">
                  <c:v>0.48050925925781485</c:v>
                </c:pt>
                <c:pt idx="41517">
                  <c:v>0.4805208333345945</c:v>
                </c:pt>
                <c:pt idx="41518">
                  <c:v>0.48053240740409819</c:v>
                </c:pt>
                <c:pt idx="41519">
                  <c:v>0.48054398148087785</c:v>
                </c:pt>
                <c:pt idx="41520">
                  <c:v>0.48055555555038154</c:v>
                </c:pt>
                <c:pt idx="41521">
                  <c:v>0.48056712962716119</c:v>
                </c:pt>
                <c:pt idx="41522">
                  <c:v>0.48057870370394085</c:v>
                </c:pt>
                <c:pt idx="41523">
                  <c:v>0.48059027777344454</c:v>
                </c:pt>
                <c:pt idx="41524">
                  <c:v>0.48060185185022419</c:v>
                </c:pt>
                <c:pt idx="41525">
                  <c:v>0.48061342592700385</c:v>
                </c:pt>
                <c:pt idx="41526">
                  <c:v>0.48062499999650754</c:v>
                </c:pt>
                <c:pt idx="41527">
                  <c:v>0.48063657407328719</c:v>
                </c:pt>
                <c:pt idx="41528">
                  <c:v>0.48064814814279089</c:v>
                </c:pt>
                <c:pt idx="41529">
                  <c:v>0.48065972221957054</c:v>
                </c:pt>
                <c:pt idx="41530">
                  <c:v>0.48067129629635019</c:v>
                </c:pt>
                <c:pt idx="41531">
                  <c:v>0.48068287036585389</c:v>
                </c:pt>
                <c:pt idx="41532">
                  <c:v>0.48069444444263354</c:v>
                </c:pt>
                <c:pt idx="41533">
                  <c:v>0.48070601851941319</c:v>
                </c:pt>
                <c:pt idx="41534">
                  <c:v>0.48071759258891689</c:v>
                </c:pt>
                <c:pt idx="41535">
                  <c:v>0.48072916666569654</c:v>
                </c:pt>
                <c:pt idx="41536">
                  <c:v>0.48074074073520023</c:v>
                </c:pt>
                <c:pt idx="41537">
                  <c:v>0.48075231481197989</c:v>
                </c:pt>
                <c:pt idx="41538">
                  <c:v>0.48076388888875954</c:v>
                </c:pt>
                <c:pt idx="41539">
                  <c:v>0.48077546295826323</c:v>
                </c:pt>
                <c:pt idx="41540">
                  <c:v>0.48078703703504289</c:v>
                </c:pt>
                <c:pt idx="41541">
                  <c:v>0.48079861111182254</c:v>
                </c:pt>
                <c:pt idx="41542">
                  <c:v>0.48081018518132623</c:v>
                </c:pt>
                <c:pt idx="41543">
                  <c:v>0.48082175925810589</c:v>
                </c:pt>
                <c:pt idx="41544">
                  <c:v>0.48083333332760958</c:v>
                </c:pt>
                <c:pt idx="41545">
                  <c:v>0.48084490740438923</c:v>
                </c:pt>
                <c:pt idx="41546">
                  <c:v>0.48085648148116888</c:v>
                </c:pt>
                <c:pt idx="41547">
                  <c:v>0.48086805555067258</c:v>
                </c:pt>
                <c:pt idx="41548">
                  <c:v>0.48087962962745223</c:v>
                </c:pt>
                <c:pt idx="41549">
                  <c:v>0.48089120370423188</c:v>
                </c:pt>
                <c:pt idx="41550">
                  <c:v>0.48090277777373558</c:v>
                </c:pt>
                <c:pt idx="41551">
                  <c:v>0.48091435185051523</c:v>
                </c:pt>
                <c:pt idx="41552">
                  <c:v>0.48092592592001893</c:v>
                </c:pt>
                <c:pt idx="41553">
                  <c:v>0.48093749999679858</c:v>
                </c:pt>
                <c:pt idx="41554">
                  <c:v>0.48094907407357823</c:v>
                </c:pt>
                <c:pt idx="41555">
                  <c:v>0.48096064814308193</c:v>
                </c:pt>
                <c:pt idx="41556">
                  <c:v>0.48097222221986158</c:v>
                </c:pt>
                <c:pt idx="41557">
                  <c:v>0.48098379629664123</c:v>
                </c:pt>
                <c:pt idx="41558">
                  <c:v>0.48099537036614493</c:v>
                </c:pt>
                <c:pt idx="41559">
                  <c:v>0.48100694444292458</c:v>
                </c:pt>
                <c:pt idx="41560">
                  <c:v>0.48101851851970423</c:v>
                </c:pt>
                <c:pt idx="41561">
                  <c:v>0.48103009258920792</c:v>
                </c:pt>
                <c:pt idx="41562">
                  <c:v>0.48104166666598758</c:v>
                </c:pt>
                <c:pt idx="41563">
                  <c:v>0.48105324073549127</c:v>
                </c:pt>
                <c:pt idx="41564">
                  <c:v>0.48106481481227092</c:v>
                </c:pt>
                <c:pt idx="41565">
                  <c:v>0.48107638888905058</c:v>
                </c:pt>
                <c:pt idx="41566">
                  <c:v>0.48108796295855427</c:v>
                </c:pt>
                <c:pt idx="41567">
                  <c:v>0.48109953703533392</c:v>
                </c:pt>
                <c:pt idx="41568">
                  <c:v>0.48111111111211358</c:v>
                </c:pt>
                <c:pt idx="41569">
                  <c:v>0.48112268518161727</c:v>
                </c:pt>
                <c:pt idx="41570">
                  <c:v>0.48113425925839692</c:v>
                </c:pt>
                <c:pt idx="41571">
                  <c:v>0.48114583332790062</c:v>
                </c:pt>
                <c:pt idx="41572">
                  <c:v>0.48115740740468027</c:v>
                </c:pt>
                <c:pt idx="41573">
                  <c:v>0.48116898148145992</c:v>
                </c:pt>
                <c:pt idx="41574">
                  <c:v>0.48118055555096362</c:v>
                </c:pt>
                <c:pt idx="41575">
                  <c:v>0.48119212962774327</c:v>
                </c:pt>
                <c:pt idx="41576">
                  <c:v>0.48120370370452292</c:v>
                </c:pt>
                <c:pt idx="41577">
                  <c:v>0.48121527777402662</c:v>
                </c:pt>
                <c:pt idx="41578">
                  <c:v>0.48122685185080627</c:v>
                </c:pt>
                <c:pt idx="41579">
                  <c:v>0.48123842592030996</c:v>
                </c:pt>
                <c:pt idx="41580">
                  <c:v>0.48124999999708962</c:v>
                </c:pt>
                <c:pt idx="41581">
                  <c:v>0.48126157407386927</c:v>
                </c:pt>
                <c:pt idx="41582">
                  <c:v>0.48127314814337296</c:v>
                </c:pt>
                <c:pt idx="41583">
                  <c:v>0.48128472222015262</c:v>
                </c:pt>
                <c:pt idx="41584">
                  <c:v>0.48129629629693227</c:v>
                </c:pt>
                <c:pt idx="41585">
                  <c:v>0.48130787036643596</c:v>
                </c:pt>
                <c:pt idx="41586">
                  <c:v>0.48131944444321562</c:v>
                </c:pt>
                <c:pt idx="41587">
                  <c:v>0.48133101851271931</c:v>
                </c:pt>
                <c:pt idx="41588">
                  <c:v>0.48134259258949896</c:v>
                </c:pt>
                <c:pt idx="41589">
                  <c:v>0.48135416666627862</c:v>
                </c:pt>
                <c:pt idx="41590">
                  <c:v>0.48136574073578231</c:v>
                </c:pt>
                <c:pt idx="41591">
                  <c:v>0.48137731481256196</c:v>
                </c:pt>
                <c:pt idx="41592">
                  <c:v>0.48138888888934162</c:v>
                </c:pt>
                <c:pt idx="41593">
                  <c:v>0.48140046295884531</c:v>
                </c:pt>
                <c:pt idx="41594">
                  <c:v>0.48141203703562496</c:v>
                </c:pt>
                <c:pt idx="41595">
                  <c:v>0.48142361111240461</c:v>
                </c:pt>
                <c:pt idx="41596">
                  <c:v>0.48143518518190831</c:v>
                </c:pt>
                <c:pt idx="41597">
                  <c:v>0.48144675925868796</c:v>
                </c:pt>
                <c:pt idx="41598">
                  <c:v>0.48145833332819166</c:v>
                </c:pt>
                <c:pt idx="41599">
                  <c:v>0.48146990740497131</c:v>
                </c:pt>
                <c:pt idx="41600">
                  <c:v>0.48148148148175096</c:v>
                </c:pt>
                <c:pt idx="41601">
                  <c:v>0.48149305555125466</c:v>
                </c:pt>
                <c:pt idx="41602">
                  <c:v>0.48150462962803431</c:v>
                </c:pt>
                <c:pt idx="41603">
                  <c:v>0.48151620370481396</c:v>
                </c:pt>
                <c:pt idx="41604">
                  <c:v>0.48152777777431766</c:v>
                </c:pt>
                <c:pt idx="41605">
                  <c:v>0.48153935185109731</c:v>
                </c:pt>
                <c:pt idx="41606">
                  <c:v>0.481550925920601</c:v>
                </c:pt>
                <c:pt idx="41607">
                  <c:v>0.48156249999738066</c:v>
                </c:pt>
                <c:pt idx="41608">
                  <c:v>0.48157407407416031</c:v>
                </c:pt>
                <c:pt idx="41609">
                  <c:v>0.481585648143664</c:v>
                </c:pt>
                <c:pt idx="41610">
                  <c:v>0.48159722222044365</c:v>
                </c:pt>
                <c:pt idx="41611">
                  <c:v>0.48160879629722331</c:v>
                </c:pt>
                <c:pt idx="41612">
                  <c:v>0.481620370366727</c:v>
                </c:pt>
                <c:pt idx="41613">
                  <c:v>0.48163194444350665</c:v>
                </c:pt>
                <c:pt idx="41614">
                  <c:v>0.48164351851301035</c:v>
                </c:pt>
                <c:pt idx="41615">
                  <c:v>0.48165509258979</c:v>
                </c:pt>
                <c:pt idx="41616">
                  <c:v>0.48166666666656965</c:v>
                </c:pt>
                <c:pt idx="41617">
                  <c:v>0.48167824073607335</c:v>
                </c:pt>
                <c:pt idx="41618">
                  <c:v>0.481689814812853</c:v>
                </c:pt>
                <c:pt idx="41619">
                  <c:v>0.48170138888963265</c:v>
                </c:pt>
                <c:pt idx="41620">
                  <c:v>0.48171296295913635</c:v>
                </c:pt>
                <c:pt idx="41621">
                  <c:v>0.481724537035916</c:v>
                </c:pt>
                <c:pt idx="41622">
                  <c:v>0.4817361111054197</c:v>
                </c:pt>
                <c:pt idx="41623">
                  <c:v>0.48174768518219935</c:v>
                </c:pt>
                <c:pt idx="41624">
                  <c:v>0.481759259258979</c:v>
                </c:pt>
                <c:pt idx="41625">
                  <c:v>0.48177083332848269</c:v>
                </c:pt>
                <c:pt idx="41626">
                  <c:v>0.48178240740526235</c:v>
                </c:pt>
                <c:pt idx="41627">
                  <c:v>0.481793981482042</c:v>
                </c:pt>
                <c:pt idx="41628">
                  <c:v>0.48180555555154569</c:v>
                </c:pt>
                <c:pt idx="41629">
                  <c:v>0.48181712962832535</c:v>
                </c:pt>
                <c:pt idx="41630">
                  <c:v>0.48182870369782904</c:v>
                </c:pt>
                <c:pt idx="41631">
                  <c:v>0.48184027777460869</c:v>
                </c:pt>
                <c:pt idx="41632">
                  <c:v>0.48185185185138835</c:v>
                </c:pt>
                <c:pt idx="41633">
                  <c:v>0.48186342592089204</c:v>
                </c:pt>
                <c:pt idx="41634">
                  <c:v>0.48187499999767169</c:v>
                </c:pt>
                <c:pt idx="41635">
                  <c:v>0.48188657407445135</c:v>
                </c:pt>
                <c:pt idx="41636">
                  <c:v>0.48189814814395504</c:v>
                </c:pt>
                <c:pt idx="41637">
                  <c:v>0.48190972222073469</c:v>
                </c:pt>
                <c:pt idx="41638">
                  <c:v>0.48192129629751435</c:v>
                </c:pt>
                <c:pt idx="41639">
                  <c:v>0.48193287036701804</c:v>
                </c:pt>
                <c:pt idx="41640">
                  <c:v>0.48194444444379769</c:v>
                </c:pt>
                <c:pt idx="41641">
                  <c:v>0.48195601851330139</c:v>
                </c:pt>
                <c:pt idx="41642">
                  <c:v>0.48196759259008104</c:v>
                </c:pt>
                <c:pt idx="41643">
                  <c:v>0.48197916666686069</c:v>
                </c:pt>
                <c:pt idx="41644">
                  <c:v>0.48199074073636439</c:v>
                </c:pt>
                <c:pt idx="41645">
                  <c:v>0.48200231481314404</c:v>
                </c:pt>
                <c:pt idx="41646">
                  <c:v>0.48201388888992369</c:v>
                </c:pt>
                <c:pt idx="41647">
                  <c:v>0.48202546295942739</c:v>
                </c:pt>
                <c:pt idx="41648">
                  <c:v>0.48203703703620704</c:v>
                </c:pt>
                <c:pt idx="41649">
                  <c:v>0.48204861110571073</c:v>
                </c:pt>
                <c:pt idx="41650">
                  <c:v>0.48206018518249039</c:v>
                </c:pt>
                <c:pt idx="41651">
                  <c:v>0.48207175925927004</c:v>
                </c:pt>
                <c:pt idx="41652">
                  <c:v>0.48208333332877373</c:v>
                </c:pt>
                <c:pt idx="41653">
                  <c:v>0.48209490740555339</c:v>
                </c:pt>
                <c:pt idx="41654">
                  <c:v>0.48210648148233304</c:v>
                </c:pt>
                <c:pt idx="41655">
                  <c:v>0.48211805555183673</c:v>
                </c:pt>
                <c:pt idx="41656">
                  <c:v>0.48212962962861639</c:v>
                </c:pt>
                <c:pt idx="41657">
                  <c:v>0.48214120369812008</c:v>
                </c:pt>
                <c:pt idx="41658">
                  <c:v>0.48215277777489973</c:v>
                </c:pt>
                <c:pt idx="41659">
                  <c:v>0.48216435185167938</c:v>
                </c:pt>
                <c:pt idx="41660">
                  <c:v>0.48217592592118308</c:v>
                </c:pt>
                <c:pt idx="41661">
                  <c:v>0.48218749999796273</c:v>
                </c:pt>
                <c:pt idx="41662">
                  <c:v>0.48219907407474238</c:v>
                </c:pt>
                <c:pt idx="41663">
                  <c:v>0.48221064814424608</c:v>
                </c:pt>
                <c:pt idx="41664">
                  <c:v>0.48222222222102573</c:v>
                </c:pt>
                <c:pt idx="41665">
                  <c:v>0.48223379629052943</c:v>
                </c:pt>
                <c:pt idx="41666">
                  <c:v>0.48224537036730908</c:v>
                </c:pt>
                <c:pt idx="41667">
                  <c:v>0.48225694444408873</c:v>
                </c:pt>
                <c:pt idx="41668">
                  <c:v>0.48226851851359243</c:v>
                </c:pt>
                <c:pt idx="41669">
                  <c:v>0.48228009259037208</c:v>
                </c:pt>
                <c:pt idx="41670">
                  <c:v>0.48229166666715173</c:v>
                </c:pt>
                <c:pt idx="41671">
                  <c:v>0.48230324073665543</c:v>
                </c:pt>
                <c:pt idx="41672">
                  <c:v>0.48231481481343508</c:v>
                </c:pt>
                <c:pt idx="41673">
                  <c:v>0.48232638889021473</c:v>
                </c:pt>
                <c:pt idx="41674">
                  <c:v>0.48233796295971842</c:v>
                </c:pt>
                <c:pt idx="41675">
                  <c:v>0.48234953703649808</c:v>
                </c:pt>
                <c:pt idx="41676">
                  <c:v>0.48236111110600177</c:v>
                </c:pt>
                <c:pt idx="41677">
                  <c:v>0.48237268518278142</c:v>
                </c:pt>
                <c:pt idx="41678">
                  <c:v>0.48238425925956108</c:v>
                </c:pt>
                <c:pt idx="41679">
                  <c:v>0.48239583332906477</c:v>
                </c:pt>
                <c:pt idx="41680">
                  <c:v>0.48240740740584442</c:v>
                </c:pt>
                <c:pt idx="41681">
                  <c:v>0.48241898148262408</c:v>
                </c:pt>
                <c:pt idx="41682">
                  <c:v>0.48243055555212777</c:v>
                </c:pt>
                <c:pt idx="41683">
                  <c:v>0.48244212962890742</c:v>
                </c:pt>
                <c:pt idx="41684">
                  <c:v>0.48245370369841112</c:v>
                </c:pt>
                <c:pt idx="41685">
                  <c:v>0.48246527777519077</c:v>
                </c:pt>
                <c:pt idx="41686">
                  <c:v>0.48247685185197042</c:v>
                </c:pt>
                <c:pt idx="41687">
                  <c:v>0.48248842592147412</c:v>
                </c:pt>
                <c:pt idx="41688">
                  <c:v>0.48249999999825377</c:v>
                </c:pt>
                <c:pt idx="41689">
                  <c:v>0.48251157407503342</c:v>
                </c:pt>
                <c:pt idx="41690">
                  <c:v>0.48252314814453712</c:v>
                </c:pt>
                <c:pt idx="41691">
                  <c:v>0.48253472222131677</c:v>
                </c:pt>
                <c:pt idx="41692">
                  <c:v>0.48254629629082046</c:v>
                </c:pt>
                <c:pt idx="41693">
                  <c:v>0.48255787036760012</c:v>
                </c:pt>
                <c:pt idx="41694">
                  <c:v>0.48256944444437977</c:v>
                </c:pt>
                <c:pt idx="41695">
                  <c:v>0.48258101851388346</c:v>
                </c:pt>
                <c:pt idx="41696">
                  <c:v>0.48259259259066312</c:v>
                </c:pt>
                <c:pt idx="41697">
                  <c:v>0.48260416666744277</c:v>
                </c:pt>
                <c:pt idx="41698">
                  <c:v>0.48261574073694646</c:v>
                </c:pt>
                <c:pt idx="41699">
                  <c:v>0.48262731481372612</c:v>
                </c:pt>
                <c:pt idx="41700">
                  <c:v>0.48263888888322981</c:v>
                </c:pt>
                <c:pt idx="41701">
                  <c:v>0.48265046296000946</c:v>
                </c:pt>
                <c:pt idx="41702">
                  <c:v>0.48266203703678912</c:v>
                </c:pt>
                <c:pt idx="41703">
                  <c:v>0.48267361110629281</c:v>
                </c:pt>
                <c:pt idx="41704">
                  <c:v>0.48268518518307246</c:v>
                </c:pt>
                <c:pt idx="41705">
                  <c:v>0.48269675925985212</c:v>
                </c:pt>
                <c:pt idx="41706">
                  <c:v>0.48270833332935581</c:v>
                </c:pt>
                <c:pt idx="41707">
                  <c:v>0.48271990740613546</c:v>
                </c:pt>
                <c:pt idx="41708">
                  <c:v>0.48273148147563916</c:v>
                </c:pt>
                <c:pt idx="41709">
                  <c:v>0.48274305555241881</c:v>
                </c:pt>
                <c:pt idx="41710">
                  <c:v>0.48275462962919846</c:v>
                </c:pt>
                <c:pt idx="41711">
                  <c:v>0.48276620369870216</c:v>
                </c:pt>
                <c:pt idx="41712">
                  <c:v>0.48277777777548181</c:v>
                </c:pt>
                <c:pt idx="41713">
                  <c:v>0.48278935185226146</c:v>
                </c:pt>
                <c:pt idx="41714">
                  <c:v>0.48280092592176516</c:v>
                </c:pt>
                <c:pt idx="41715">
                  <c:v>0.48281249999854481</c:v>
                </c:pt>
                <c:pt idx="41716">
                  <c:v>0.48282407407532446</c:v>
                </c:pt>
                <c:pt idx="41717">
                  <c:v>0.48283564814482816</c:v>
                </c:pt>
                <c:pt idx="41718">
                  <c:v>0.48284722222160781</c:v>
                </c:pt>
                <c:pt idx="41719">
                  <c:v>0.4828587962911115</c:v>
                </c:pt>
                <c:pt idx="41720">
                  <c:v>0.48287037036789116</c:v>
                </c:pt>
                <c:pt idx="41721">
                  <c:v>0.48288194444467081</c:v>
                </c:pt>
                <c:pt idx="41722">
                  <c:v>0.4828935185141745</c:v>
                </c:pt>
                <c:pt idx="41723">
                  <c:v>0.48290509259095415</c:v>
                </c:pt>
                <c:pt idx="41724">
                  <c:v>0.48291666666773381</c:v>
                </c:pt>
                <c:pt idx="41725">
                  <c:v>0.4829282407372375</c:v>
                </c:pt>
                <c:pt idx="41726">
                  <c:v>0.48293981481401715</c:v>
                </c:pt>
                <c:pt idx="41727">
                  <c:v>0.48295138888352085</c:v>
                </c:pt>
                <c:pt idx="41728">
                  <c:v>0.4829629629603005</c:v>
                </c:pt>
                <c:pt idx="41729">
                  <c:v>0.48297453703708015</c:v>
                </c:pt>
                <c:pt idx="41730">
                  <c:v>0.48298611110658385</c:v>
                </c:pt>
                <c:pt idx="41731">
                  <c:v>0.4829976851833635</c:v>
                </c:pt>
                <c:pt idx="41732">
                  <c:v>0.48300925926014315</c:v>
                </c:pt>
                <c:pt idx="41733">
                  <c:v>0.48302083332964685</c:v>
                </c:pt>
                <c:pt idx="41734">
                  <c:v>0.4830324074064265</c:v>
                </c:pt>
                <c:pt idx="41735">
                  <c:v>0.4830439814759302</c:v>
                </c:pt>
                <c:pt idx="41736">
                  <c:v>0.48305555555270985</c:v>
                </c:pt>
                <c:pt idx="41737">
                  <c:v>0.4830671296294895</c:v>
                </c:pt>
                <c:pt idx="41738">
                  <c:v>0.48307870369899319</c:v>
                </c:pt>
                <c:pt idx="41739">
                  <c:v>0.48309027777577285</c:v>
                </c:pt>
                <c:pt idx="41740">
                  <c:v>0.4831018518525525</c:v>
                </c:pt>
                <c:pt idx="41741">
                  <c:v>0.48311342592205619</c:v>
                </c:pt>
                <c:pt idx="41742">
                  <c:v>0.48312499999883585</c:v>
                </c:pt>
                <c:pt idx="41743">
                  <c:v>0.48313657406833954</c:v>
                </c:pt>
                <c:pt idx="41744">
                  <c:v>0.48314814814511919</c:v>
                </c:pt>
                <c:pt idx="41745">
                  <c:v>0.48315972222189885</c:v>
                </c:pt>
                <c:pt idx="41746">
                  <c:v>0.48317129629140254</c:v>
                </c:pt>
                <c:pt idx="41747">
                  <c:v>0.48318287036818219</c:v>
                </c:pt>
                <c:pt idx="41748">
                  <c:v>0.48319444444496185</c:v>
                </c:pt>
                <c:pt idx="41749">
                  <c:v>0.48320601851446554</c:v>
                </c:pt>
                <c:pt idx="41750">
                  <c:v>0.48321759259124519</c:v>
                </c:pt>
                <c:pt idx="41751">
                  <c:v>0.48322916666074889</c:v>
                </c:pt>
                <c:pt idx="41752">
                  <c:v>0.48324074073752854</c:v>
                </c:pt>
                <c:pt idx="41753">
                  <c:v>0.48325231481430819</c:v>
                </c:pt>
                <c:pt idx="41754">
                  <c:v>0.48326388888381189</c:v>
                </c:pt>
                <c:pt idx="41755">
                  <c:v>0.48327546296059154</c:v>
                </c:pt>
                <c:pt idx="41756">
                  <c:v>0.48328703703737119</c:v>
                </c:pt>
                <c:pt idx="41757">
                  <c:v>0.48329861110687489</c:v>
                </c:pt>
                <c:pt idx="41758">
                  <c:v>0.48331018518365454</c:v>
                </c:pt>
                <c:pt idx="41759">
                  <c:v>0.48332175926043419</c:v>
                </c:pt>
                <c:pt idx="41760">
                  <c:v>0.48333333332993789</c:v>
                </c:pt>
                <c:pt idx="41761">
                  <c:v>0.48334490740671754</c:v>
                </c:pt>
                <c:pt idx="41762">
                  <c:v>0.48335648147622123</c:v>
                </c:pt>
                <c:pt idx="41763">
                  <c:v>0.48336805555300089</c:v>
                </c:pt>
                <c:pt idx="41764">
                  <c:v>0.48337962962978054</c:v>
                </c:pt>
                <c:pt idx="41765">
                  <c:v>0.48339120369928423</c:v>
                </c:pt>
                <c:pt idx="41766">
                  <c:v>0.48340277777606389</c:v>
                </c:pt>
                <c:pt idx="41767">
                  <c:v>0.48341435185284354</c:v>
                </c:pt>
                <c:pt idx="41768">
                  <c:v>0.48342592592234723</c:v>
                </c:pt>
                <c:pt idx="41769">
                  <c:v>0.48343749999912689</c:v>
                </c:pt>
                <c:pt idx="41770">
                  <c:v>0.48344907406863058</c:v>
                </c:pt>
                <c:pt idx="41771">
                  <c:v>0.48346064814541023</c:v>
                </c:pt>
                <c:pt idx="41772">
                  <c:v>0.48347222222218988</c:v>
                </c:pt>
                <c:pt idx="41773">
                  <c:v>0.48348379629169358</c:v>
                </c:pt>
                <c:pt idx="41774">
                  <c:v>0.48349537036847323</c:v>
                </c:pt>
                <c:pt idx="41775">
                  <c:v>0.48350694444525288</c:v>
                </c:pt>
                <c:pt idx="41776">
                  <c:v>0.48351851851475658</c:v>
                </c:pt>
                <c:pt idx="41777">
                  <c:v>0.48353009259153623</c:v>
                </c:pt>
                <c:pt idx="41778">
                  <c:v>0.48354166666103993</c:v>
                </c:pt>
                <c:pt idx="41779">
                  <c:v>0.48355324073781958</c:v>
                </c:pt>
                <c:pt idx="41780">
                  <c:v>0.48356481481459923</c:v>
                </c:pt>
                <c:pt idx="41781">
                  <c:v>0.48357638888410293</c:v>
                </c:pt>
                <c:pt idx="41782">
                  <c:v>0.48358796296088258</c:v>
                </c:pt>
                <c:pt idx="41783">
                  <c:v>0.48359953703766223</c:v>
                </c:pt>
                <c:pt idx="41784">
                  <c:v>0.48361111110716593</c:v>
                </c:pt>
                <c:pt idx="41785">
                  <c:v>0.48362268518394558</c:v>
                </c:pt>
                <c:pt idx="41786">
                  <c:v>0.48363425925344927</c:v>
                </c:pt>
                <c:pt idx="41787">
                  <c:v>0.48364583333022892</c:v>
                </c:pt>
                <c:pt idx="41788">
                  <c:v>0.48365740740700858</c:v>
                </c:pt>
                <c:pt idx="41789">
                  <c:v>0.48366898147651227</c:v>
                </c:pt>
                <c:pt idx="41790">
                  <c:v>0.48368055555329192</c:v>
                </c:pt>
                <c:pt idx="41791">
                  <c:v>0.48369212963007158</c:v>
                </c:pt>
                <c:pt idx="41792">
                  <c:v>0.48370370369957527</c:v>
                </c:pt>
                <c:pt idx="41793">
                  <c:v>0.48371527777635492</c:v>
                </c:pt>
                <c:pt idx="41794">
                  <c:v>0.48372685185313458</c:v>
                </c:pt>
                <c:pt idx="41795">
                  <c:v>0.48373842592263827</c:v>
                </c:pt>
                <c:pt idx="41796">
                  <c:v>0.48374999999941792</c:v>
                </c:pt>
                <c:pt idx="41797">
                  <c:v>0.48376157406892162</c:v>
                </c:pt>
                <c:pt idx="41798">
                  <c:v>0.48377314814570127</c:v>
                </c:pt>
                <c:pt idx="41799">
                  <c:v>0.48378472222248092</c:v>
                </c:pt>
                <c:pt idx="41800">
                  <c:v>0.48379629629198462</c:v>
                </c:pt>
                <c:pt idx="41801">
                  <c:v>0.48380787036876427</c:v>
                </c:pt>
                <c:pt idx="41802">
                  <c:v>0.48381944444554392</c:v>
                </c:pt>
                <c:pt idx="41803">
                  <c:v>0.48383101851504762</c:v>
                </c:pt>
                <c:pt idx="41804">
                  <c:v>0.48384259259182727</c:v>
                </c:pt>
                <c:pt idx="41805">
                  <c:v>0.48385416666133096</c:v>
                </c:pt>
                <c:pt idx="41806">
                  <c:v>0.48386574073811062</c:v>
                </c:pt>
                <c:pt idx="41807">
                  <c:v>0.48387731481489027</c:v>
                </c:pt>
                <c:pt idx="41808">
                  <c:v>0.48388888888439396</c:v>
                </c:pt>
                <c:pt idx="41809">
                  <c:v>0.48390046296117362</c:v>
                </c:pt>
                <c:pt idx="41810">
                  <c:v>0.48391203703795327</c:v>
                </c:pt>
                <c:pt idx="41811">
                  <c:v>0.48392361110745696</c:v>
                </c:pt>
                <c:pt idx="41812">
                  <c:v>0.48393518518423662</c:v>
                </c:pt>
                <c:pt idx="41813">
                  <c:v>0.48394675925374031</c:v>
                </c:pt>
                <c:pt idx="41814">
                  <c:v>0.48395833333051996</c:v>
                </c:pt>
                <c:pt idx="41815">
                  <c:v>0.48396990740729962</c:v>
                </c:pt>
                <c:pt idx="41816">
                  <c:v>0.48398148147680331</c:v>
                </c:pt>
                <c:pt idx="41817">
                  <c:v>0.48399305555358296</c:v>
                </c:pt>
                <c:pt idx="41818">
                  <c:v>0.48400462963036261</c:v>
                </c:pt>
                <c:pt idx="41819">
                  <c:v>0.48401620369986631</c:v>
                </c:pt>
                <c:pt idx="41820">
                  <c:v>0.48402777777664596</c:v>
                </c:pt>
                <c:pt idx="41821">
                  <c:v>0.48403935184614966</c:v>
                </c:pt>
                <c:pt idx="41822">
                  <c:v>0.48405092592292931</c:v>
                </c:pt>
                <c:pt idx="41823">
                  <c:v>0.48406249999970896</c:v>
                </c:pt>
                <c:pt idx="41824">
                  <c:v>0.48407407406921266</c:v>
                </c:pt>
                <c:pt idx="41825">
                  <c:v>0.48408564814599231</c:v>
                </c:pt>
                <c:pt idx="41826">
                  <c:v>0.48409722222277196</c:v>
                </c:pt>
                <c:pt idx="41827">
                  <c:v>0.48410879629227566</c:v>
                </c:pt>
                <c:pt idx="41828">
                  <c:v>0.48412037036905531</c:v>
                </c:pt>
                <c:pt idx="41829">
                  <c:v>0.484131944438559</c:v>
                </c:pt>
                <c:pt idx="41830">
                  <c:v>0.48414351851533866</c:v>
                </c:pt>
                <c:pt idx="41831">
                  <c:v>0.48415509259211831</c:v>
                </c:pt>
                <c:pt idx="41832">
                  <c:v>0.484166666661622</c:v>
                </c:pt>
                <c:pt idx="41833">
                  <c:v>0.48417824073840166</c:v>
                </c:pt>
                <c:pt idx="41834">
                  <c:v>0.48418981481518131</c:v>
                </c:pt>
                <c:pt idx="41835">
                  <c:v>0.484201388884685</c:v>
                </c:pt>
                <c:pt idx="41836">
                  <c:v>0.48421296296146465</c:v>
                </c:pt>
                <c:pt idx="41837">
                  <c:v>0.48422453703824431</c:v>
                </c:pt>
                <c:pt idx="41838">
                  <c:v>0.484236111107748</c:v>
                </c:pt>
                <c:pt idx="41839">
                  <c:v>0.48424768518452765</c:v>
                </c:pt>
                <c:pt idx="41840">
                  <c:v>0.48425925925403135</c:v>
                </c:pt>
                <c:pt idx="41841">
                  <c:v>0.484270833330811</c:v>
                </c:pt>
                <c:pt idx="41842">
                  <c:v>0.48428240740759065</c:v>
                </c:pt>
                <c:pt idx="41843">
                  <c:v>0.48429398147709435</c:v>
                </c:pt>
                <c:pt idx="41844">
                  <c:v>0.484305555553874</c:v>
                </c:pt>
                <c:pt idx="41845">
                  <c:v>0.48431712963065365</c:v>
                </c:pt>
                <c:pt idx="41846">
                  <c:v>0.48432870370015735</c:v>
                </c:pt>
                <c:pt idx="41847">
                  <c:v>0.484340277776937</c:v>
                </c:pt>
                <c:pt idx="41848">
                  <c:v>0.4843518518464407</c:v>
                </c:pt>
                <c:pt idx="41849">
                  <c:v>0.48436342592322035</c:v>
                </c:pt>
                <c:pt idx="41850">
                  <c:v>0.484375</c:v>
                </c:pt>
                <c:pt idx="41851">
                  <c:v>0.48438657406950369</c:v>
                </c:pt>
                <c:pt idx="41852">
                  <c:v>0.48439814814628335</c:v>
                </c:pt>
                <c:pt idx="41853">
                  <c:v>0.484409722223063</c:v>
                </c:pt>
                <c:pt idx="41854">
                  <c:v>0.48442129629256669</c:v>
                </c:pt>
                <c:pt idx="41855">
                  <c:v>0.48443287036934635</c:v>
                </c:pt>
                <c:pt idx="41856">
                  <c:v>0.48444444443885004</c:v>
                </c:pt>
                <c:pt idx="41857">
                  <c:v>0.48445601851562969</c:v>
                </c:pt>
                <c:pt idx="41858">
                  <c:v>0.48446759259240935</c:v>
                </c:pt>
                <c:pt idx="41859">
                  <c:v>0.48447916666191304</c:v>
                </c:pt>
                <c:pt idx="41860">
                  <c:v>0.48449074073869269</c:v>
                </c:pt>
                <c:pt idx="41861">
                  <c:v>0.48450231481547235</c:v>
                </c:pt>
                <c:pt idx="41862">
                  <c:v>0.48451388888497604</c:v>
                </c:pt>
                <c:pt idx="41863">
                  <c:v>0.48452546296175569</c:v>
                </c:pt>
                <c:pt idx="41864">
                  <c:v>0.48453703703125939</c:v>
                </c:pt>
                <c:pt idx="41865">
                  <c:v>0.48454861110803904</c:v>
                </c:pt>
                <c:pt idx="41866">
                  <c:v>0.48456018518481869</c:v>
                </c:pt>
                <c:pt idx="41867">
                  <c:v>0.48457175925432239</c:v>
                </c:pt>
                <c:pt idx="41868">
                  <c:v>0.48458333333110204</c:v>
                </c:pt>
                <c:pt idx="41869">
                  <c:v>0.48459490740788169</c:v>
                </c:pt>
                <c:pt idx="41870">
                  <c:v>0.48460648147738539</c:v>
                </c:pt>
                <c:pt idx="41871">
                  <c:v>0.48461805555416504</c:v>
                </c:pt>
                <c:pt idx="41872">
                  <c:v>0.48462962963094469</c:v>
                </c:pt>
                <c:pt idx="41873">
                  <c:v>0.48464120370044839</c:v>
                </c:pt>
                <c:pt idx="41874">
                  <c:v>0.48465277777722804</c:v>
                </c:pt>
                <c:pt idx="41875">
                  <c:v>0.48466435184673173</c:v>
                </c:pt>
                <c:pt idx="41876">
                  <c:v>0.48467592592351139</c:v>
                </c:pt>
                <c:pt idx="41877">
                  <c:v>0.48468750000029104</c:v>
                </c:pt>
                <c:pt idx="41878">
                  <c:v>0.48469907406979473</c:v>
                </c:pt>
                <c:pt idx="41879">
                  <c:v>0.48471064814657439</c:v>
                </c:pt>
                <c:pt idx="41880">
                  <c:v>0.48472222222335404</c:v>
                </c:pt>
                <c:pt idx="41881">
                  <c:v>0.48473379629285773</c:v>
                </c:pt>
                <c:pt idx="41882">
                  <c:v>0.48474537036963739</c:v>
                </c:pt>
                <c:pt idx="41883">
                  <c:v>0.48475694443914108</c:v>
                </c:pt>
                <c:pt idx="41884">
                  <c:v>0.48476851851592073</c:v>
                </c:pt>
                <c:pt idx="41885">
                  <c:v>0.48478009259270038</c:v>
                </c:pt>
                <c:pt idx="41886">
                  <c:v>0.48479166666220408</c:v>
                </c:pt>
                <c:pt idx="41887">
                  <c:v>0.48480324073898373</c:v>
                </c:pt>
                <c:pt idx="41888">
                  <c:v>0.48481481481576338</c:v>
                </c:pt>
                <c:pt idx="41889">
                  <c:v>0.48482638888526708</c:v>
                </c:pt>
                <c:pt idx="41890">
                  <c:v>0.48483796296204673</c:v>
                </c:pt>
                <c:pt idx="41891">
                  <c:v>0.48484953703155043</c:v>
                </c:pt>
                <c:pt idx="41892">
                  <c:v>0.48486111110833008</c:v>
                </c:pt>
                <c:pt idx="41893">
                  <c:v>0.48487268518510973</c:v>
                </c:pt>
                <c:pt idx="41894">
                  <c:v>0.48488425925461343</c:v>
                </c:pt>
                <c:pt idx="41895">
                  <c:v>0.48489583333139308</c:v>
                </c:pt>
                <c:pt idx="41896">
                  <c:v>0.48490740740817273</c:v>
                </c:pt>
                <c:pt idx="41897">
                  <c:v>0.48491898147767643</c:v>
                </c:pt>
                <c:pt idx="41898">
                  <c:v>0.48493055555445608</c:v>
                </c:pt>
                <c:pt idx="41899">
                  <c:v>0.48494212962395977</c:v>
                </c:pt>
                <c:pt idx="41900">
                  <c:v>0.48495370370073942</c:v>
                </c:pt>
                <c:pt idx="41901">
                  <c:v>0.48496527777751908</c:v>
                </c:pt>
                <c:pt idx="41902">
                  <c:v>0.48497685184702277</c:v>
                </c:pt>
                <c:pt idx="41903">
                  <c:v>0.48498842592380242</c:v>
                </c:pt>
                <c:pt idx="41904">
                  <c:v>0.48500000000058208</c:v>
                </c:pt>
                <c:pt idx="41905">
                  <c:v>0.48501157407008577</c:v>
                </c:pt>
                <c:pt idx="41906">
                  <c:v>0.48502314814686542</c:v>
                </c:pt>
                <c:pt idx="41907">
                  <c:v>0.48503472221636912</c:v>
                </c:pt>
                <c:pt idx="41908">
                  <c:v>0.48504629629314877</c:v>
                </c:pt>
                <c:pt idx="41909">
                  <c:v>0.48505787036992842</c:v>
                </c:pt>
                <c:pt idx="41910">
                  <c:v>0.48506944443943212</c:v>
                </c:pt>
                <c:pt idx="41911">
                  <c:v>0.48508101851621177</c:v>
                </c:pt>
                <c:pt idx="41912">
                  <c:v>0.48509259259299142</c:v>
                </c:pt>
                <c:pt idx="41913">
                  <c:v>0.48510416666249512</c:v>
                </c:pt>
                <c:pt idx="41914">
                  <c:v>0.48511574073927477</c:v>
                </c:pt>
                <c:pt idx="41915">
                  <c:v>0.48512731481605442</c:v>
                </c:pt>
                <c:pt idx="41916">
                  <c:v>0.48513888888555812</c:v>
                </c:pt>
                <c:pt idx="41917">
                  <c:v>0.48515046296233777</c:v>
                </c:pt>
                <c:pt idx="41918">
                  <c:v>0.48516203703184146</c:v>
                </c:pt>
                <c:pt idx="41919">
                  <c:v>0.48517361110862112</c:v>
                </c:pt>
                <c:pt idx="41920">
                  <c:v>0.48518518518540077</c:v>
                </c:pt>
                <c:pt idx="41921">
                  <c:v>0.48519675925490446</c:v>
                </c:pt>
                <c:pt idx="41922">
                  <c:v>0.48520833333168412</c:v>
                </c:pt>
                <c:pt idx="41923">
                  <c:v>0.48521990740846377</c:v>
                </c:pt>
                <c:pt idx="41924">
                  <c:v>0.48523148147796746</c:v>
                </c:pt>
                <c:pt idx="41925">
                  <c:v>0.48524305555474712</c:v>
                </c:pt>
                <c:pt idx="41926">
                  <c:v>0.48525462962425081</c:v>
                </c:pt>
                <c:pt idx="41927">
                  <c:v>0.48526620370103046</c:v>
                </c:pt>
                <c:pt idx="41928">
                  <c:v>0.48527777777781012</c:v>
                </c:pt>
                <c:pt idx="41929">
                  <c:v>0.48528935184731381</c:v>
                </c:pt>
                <c:pt idx="41930">
                  <c:v>0.48530092592409346</c:v>
                </c:pt>
                <c:pt idx="41931">
                  <c:v>0.48531250000087311</c:v>
                </c:pt>
                <c:pt idx="41932">
                  <c:v>0.48532407407037681</c:v>
                </c:pt>
                <c:pt idx="41933">
                  <c:v>0.48533564814715646</c:v>
                </c:pt>
                <c:pt idx="41934">
                  <c:v>0.48534722221666016</c:v>
                </c:pt>
                <c:pt idx="41935">
                  <c:v>0.48535879629343981</c:v>
                </c:pt>
                <c:pt idx="41936">
                  <c:v>0.48537037037021946</c:v>
                </c:pt>
                <c:pt idx="41937">
                  <c:v>0.48538194443972316</c:v>
                </c:pt>
                <c:pt idx="41938">
                  <c:v>0.48539351851650281</c:v>
                </c:pt>
                <c:pt idx="41939">
                  <c:v>0.48540509259328246</c:v>
                </c:pt>
                <c:pt idx="41940">
                  <c:v>0.48541666666278616</c:v>
                </c:pt>
                <c:pt idx="41941">
                  <c:v>0.48542824073956581</c:v>
                </c:pt>
                <c:pt idx="41942">
                  <c:v>0.4854398148090695</c:v>
                </c:pt>
                <c:pt idx="41943">
                  <c:v>0.48545138888584916</c:v>
                </c:pt>
                <c:pt idx="41944">
                  <c:v>0.48546296296262881</c:v>
                </c:pt>
                <c:pt idx="41945">
                  <c:v>0.4854745370321325</c:v>
                </c:pt>
                <c:pt idx="41946">
                  <c:v>0.48548611110891216</c:v>
                </c:pt>
                <c:pt idx="41947">
                  <c:v>0.48549768518569181</c:v>
                </c:pt>
                <c:pt idx="41948">
                  <c:v>0.4855092592551955</c:v>
                </c:pt>
                <c:pt idx="41949">
                  <c:v>0.48552083333197515</c:v>
                </c:pt>
                <c:pt idx="41950">
                  <c:v>0.48553240740147885</c:v>
                </c:pt>
                <c:pt idx="41951">
                  <c:v>0.4855439814782585</c:v>
                </c:pt>
                <c:pt idx="41952">
                  <c:v>0.48555555555503815</c:v>
                </c:pt>
                <c:pt idx="41953">
                  <c:v>0.48556712962454185</c:v>
                </c:pt>
                <c:pt idx="41954">
                  <c:v>0.4855787037013215</c:v>
                </c:pt>
                <c:pt idx="41955">
                  <c:v>0.48559027777810115</c:v>
                </c:pt>
                <c:pt idx="41956">
                  <c:v>0.48560185184760485</c:v>
                </c:pt>
                <c:pt idx="41957">
                  <c:v>0.4856134259243845</c:v>
                </c:pt>
                <c:pt idx="41958">
                  <c:v>0.48562500000116415</c:v>
                </c:pt>
                <c:pt idx="41959">
                  <c:v>0.48563657407066785</c:v>
                </c:pt>
                <c:pt idx="41960">
                  <c:v>0.4856481481474475</c:v>
                </c:pt>
                <c:pt idx="41961">
                  <c:v>0.4856597222169512</c:v>
                </c:pt>
                <c:pt idx="41962">
                  <c:v>0.48567129629373085</c:v>
                </c:pt>
                <c:pt idx="41963">
                  <c:v>0.4856828703705105</c:v>
                </c:pt>
                <c:pt idx="41964">
                  <c:v>0.48569444444001419</c:v>
                </c:pt>
                <c:pt idx="41965">
                  <c:v>0.48570601851679385</c:v>
                </c:pt>
                <c:pt idx="41966">
                  <c:v>0.4857175925935735</c:v>
                </c:pt>
                <c:pt idx="41967">
                  <c:v>0.48572916666307719</c:v>
                </c:pt>
                <c:pt idx="41968">
                  <c:v>0.48574074073985685</c:v>
                </c:pt>
                <c:pt idx="41969">
                  <c:v>0.48575231480936054</c:v>
                </c:pt>
                <c:pt idx="41970">
                  <c:v>0.48576388888614019</c:v>
                </c:pt>
                <c:pt idx="41971">
                  <c:v>0.48577546296291985</c:v>
                </c:pt>
                <c:pt idx="41972">
                  <c:v>0.48578703703242354</c:v>
                </c:pt>
                <c:pt idx="41973">
                  <c:v>0.48579861110920319</c:v>
                </c:pt>
                <c:pt idx="41974">
                  <c:v>0.48581018518598285</c:v>
                </c:pt>
                <c:pt idx="41975">
                  <c:v>0.48582175925548654</c:v>
                </c:pt>
                <c:pt idx="41976">
                  <c:v>0.48583333333226619</c:v>
                </c:pt>
                <c:pt idx="41977">
                  <c:v>0.48584490740176989</c:v>
                </c:pt>
                <c:pt idx="41978">
                  <c:v>0.48585648147854954</c:v>
                </c:pt>
                <c:pt idx="41979">
                  <c:v>0.48586805555532919</c:v>
                </c:pt>
                <c:pt idx="41980">
                  <c:v>0.48587962962483289</c:v>
                </c:pt>
                <c:pt idx="41981">
                  <c:v>0.48589120370161254</c:v>
                </c:pt>
                <c:pt idx="41982">
                  <c:v>0.48590277777839219</c:v>
                </c:pt>
                <c:pt idx="41983">
                  <c:v>0.48591435184789589</c:v>
                </c:pt>
                <c:pt idx="41984">
                  <c:v>0.48592592592467554</c:v>
                </c:pt>
                <c:pt idx="41985">
                  <c:v>0.48593749999417923</c:v>
                </c:pt>
                <c:pt idx="41986">
                  <c:v>0.48594907407095889</c:v>
                </c:pt>
                <c:pt idx="41987">
                  <c:v>0.48596064814773854</c:v>
                </c:pt>
                <c:pt idx="41988">
                  <c:v>0.48597222221724223</c:v>
                </c:pt>
                <c:pt idx="41989">
                  <c:v>0.48598379629402189</c:v>
                </c:pt>
                <c:pt idx="41990">
                  <c:v>0.48599537037080154</c:v>
                </c:pt>
                <c:pt idx="41991">
                  <c:v>0.48600694444030523</c:v>
                </c:pt>
                <c:pt idx="41992">
                  <c:v>0.48601851851708489</c:v>
                </c:pt>
                <c:pt idx="41993">
                  <c:v>0.48603009259386454</c:v>
                </c:pt>
                <c:pt idx="41994">
                  <c:v>0.48604166666336823</c:v>
                </c:pt>
                <c:pt idx="41995">
                  <c:v>0.48605324074014788</c:v>
                </c:pt>
                <c:pt idx="41996">
                  <c:v>0.48606481480965158</c:v>
                </c:pt>
                <c:pt idx="41997">
                  <c:v>0.48607638888643123</c:v>
                </c:pt>
                <c:pt idx="41998">
                  <c:v>0.48608796296321088</c:v>
                </c:pt>
                <c:pt idx="41999">
                  <c:v>0.48609953703271458</c:v>
                </c:pt>
                <c:pt idx="42000">
                  <c:v>0.48611111110949423</c:v>
                </c:pt>
                <c:pt idx="42001">
                  <c:v>0.48612268518627388</c:v>
                </c:pt>
                <c:pt idx="42002">
                  <c:v>0.48613425925577758</c:v>
                </c:pt>
                <c:pt idx="42003">
                  <c:v>0.48614583333255723</c:v>
                </c:pt>
                <c:pt idx="42004">
                  <c:v>0.48615740740206093</c:v>
                </c:pt>
                <c:pt idx="42005">
                  <c:v>0.48616898147884058</c:v>
                </c:pt>
                <c:pt idx="42006">
                  <c:v>0.48618055555562023</c:v>
                </c:pt>
                <c:pt idx="42007">
                  <c:v>0.48619212962512393</c:v>
                </c:pt>
                <c:pt idx="42008">
                  <c:v>0.48620370370190358</c:v>
                </c:pt>
                <c:pt idx="42009">
                  <c:v>0.48621527777868323</c:v>
                </c:pt>
                <c:pt idx="42010">
                  <c:v>0.48622685184818693</c:v>
                </c:pt>
                <c:pt idx="42011">
                  <c:v>0.48623842592496658</c:v>
                </c:pt>
                <c:pt idx="42012">
                  <c:v>0.48624999999447027</c:v>
                </c:pt>
                <c:pt idx="42013">
                  <c:v>0.48626157407124992</c:v>
                </c:pt>
                <c:pt idx="42014">
                  <c:v>0.48627314814802958</c:v>
                </c:pt>
                <c:pt idx="42015">
                  <c:v>0.48628472221753327</c:v>
                </c:pt>
                <c:pt idx="42016">
                  <c:v>0.48629629629431292</c:v>
                </c:pt>
                <c:pt idx="42017">
                  <c:v>0.48630787037109258</c:v>
                </c:pt>
                <c:pt idx="42018">
                  <c:v>0.48631944444059627</c:v>
                </c:pt>
                <c:pt idx="42019">
                  <c:v>0.48633101851737592</c:v>
                </c:pt>
                <c:pt idx="42020">
                  <c:v>0.48634259258687962</c:v>
                </c:pt>
                <c:pt idx="42021">
                  <c:v>0.48635416666365927</c:v>
                </c:pt>
                <c:pt idx="42022">
                  <c:v>0.48636574074043892</c:v>
                </c:pt>
                <c:pt idx="42023">
                  <c:v>0.48637731480994262</c:v>
                </c:pt>
                <c:pt idx="42024">
                  <c:v>0.48638888888672227</c:v>
                </c:pt>
                <c:pt idx="42025">
                  <c:v>0.48640046296350192</c:v>
                </c:pt>
                <c:pt idx="42026">
                  <c:v>0.48641203703300562</c:v>
                </c:pt>
                <c:pt idx="42027">
                  <c:v>0.48642361110978527</c:v>
                </c:pt>
                <c:pt idx="42028">
                  <c:v>0.48643518517928896</c:v>
                </c:pt>
                <c:pt idx="42029">
                  <c:v>0.48644675925606862</c:v>
                </c:pt>
                <c:pt idx="42030">
                  <c:v>0.48645833333284827</c:v>
                </c:pt>
                <c:pt idx="42031">
                  <c:v>0.48646990740235196</c:v>
                </c:pt>
                <c:pt idx="42032">
                  <c:v>0.48648148147913162</c:v>
                </c:pt>
                <c:pt idx="42033">
                  <c:v>0.48649305555591127</c:v>
                </c:pt>
                <c:pt idx="42034">
                  <c:v>0.48650462962541496</c:v>
                </c:pt>
                <c:pt idx="42035">
                  <c:v>0.48651620370219462</c:v>
                </c:pt>
                <c:pt idx="42036">
                  <c:v>0.48652777777897427</c:v>
                </c:pt>
                <c:pt idx="42037">
                  <c:v>0.48653935184847796</c:v>
                </c:pt>
                <c:pt idx="42038">
                  <c:v>0.48655092592525762</c:v>
                </c:pt>
                <c:pt idx="42039">
                  <c:v>0.48656249999476131</c:v>
                </c:pt>
                <c:pt idx="42040">
                  <c:v>0.48657407407154096</c:v>
                </c:pt>
                <c:pt idx="42041">
                  <c:v>0.48658564814832062</c:v>
                </c:pt>
                <c:pt idx="42042">
                  <c:v>0.48659722221782431</c:v>
                </c:pt>
                <c:pt idx="42043">
                  <c:v>0.48660879629460396</c:v>
                </c:pt>
                <c:pt idx="42044">
                  <c:v>0.48662037037138361</c:v>
                </c:pt>
                <c:pt idx="42045">
                  <c:v>0.48663194444088731</c:v>
                </c:pt>
                <c:pt idx="42046">
                  <c:v>0.48664351851766696</c:v>
                </c:pt>
                <c:pt idx="42047">
                  <c:v>0.48665509258717066</c:v>
                </c:pt>
                <c:pt idx="42048">
                  <c:v>0.48666666666395031</c:v>
                </c:pt>
                <c:pt idx="42049">
                  <c:v>0.48667824074072996</c:v>
                </c:pt>
                <c:pt idx="42050">
                  <c:v>0.48668981481023366</c:v>
                </c:pt>
                <c:pt idx="42051">
                  <c:v>0.48670138888701331</c:v>
                </c:pt>
                <c:pt idx="42052">
                  <c:v>0.48671296296379296</c:v>
                </c:pt>
                <c:pt idx="42053">
                  <c:v>0.48672453703329666</c:v>
                </c:pt>
                <c:pt idx="42054">
                  <c:v>0.48673611111007631</c:v>
                </c:pt>
                <c:pt idx="42055">
                  <c:v>0.48674768517958</c:v>
                </c:pt>
                <c:pt idx="42056">
                  <c:v>0.48675925925635966</c:v>
                </c:pt>
                <c:pt idx="42057">
                  <c:v>0.48677083333313931</c:v>
                </c:pt>
                <c:pt idx="42058">
                  <c:v>0.486782407402643</c:v>
                </c:pt>
                <c:pt idx="42059">
                  <c:v>0.48679398147942265</c:v>
                </c:pt>
                <c:pt idx="42060">
                  <c:v>0.48680555555620231</c:v>
                </c:pt>
                <c:pt idx="42061">
                  <c:v>0.486817129625706</c:v>
                </c:pt>
                <c:pt idx="42062">
                  <c:v>0.48682870370248565</c:v>
                </c:pt>
                <c:pt idx="42063">
                  <c:v>0.48684027777198935</c:v>
                </c:pt>
                <c:pt idx="42064">
                  <c:v>0.486851851848769</c:v>
                </c:pt>
                <c:pt idx="42065">
                  <c:v>0.48686342592554865</c:v>
                </c:pt>
                <c:pt idx="42066">
                  <c:v>0.48687499999505235</c:v>
                </c:pt>
                <c:pt idx="42067">
                  <c:v>0.486886574071832</c:v>
                </c:pt>
                <c:pt idx="42068">
                  <c:v>0.48689814814861165</c:v>
                </c:pt>
                <c:pt idx="42069">
                  <c:v>0.48690972221811535</c:v>
                </c:pt>
                <c:pt idx="42070">
                  <c:v>0.486921296294895</c:v>
                </c:pt>
                <c:pt idx="42071">
                  <c:v>0.48693287037167465</c:v>
                </c:pt>
                <c:pt idx="42072">
                  <c:v>0.48694444444117835</c:v>
                </c:pt>
                <c:pt idx="42073">
                  <c:v>0.486956018517958</c:v>
                </c:pt>
                <c:pt idx="42074">
                  <c:v>0.4869675925874617</c:v>
                </c:pt>
                <c:pt idx="42075">
                  <c:v>0.48697916666424135</c:v>
                </c:pt>
                <c:pt idx="42076">
                  <c:v>0.486990740741021</c:v>
                </c:pt>
                <c:pt idx="42077">
                  <c:v>0.48700231481052469</c:v>
                </c:pt>
                <c:pt idx="42078">
                  <c:v>0.48701388888730435</c:v>
                </c:pt>
                <c:pt idx="42079">
                  <c:v>0.487025462964084</c:v>
                </c:pt>
                <c:pt idx="42080">
                  <c:v>0.48703703703358769</c:v>
                </c:pt>
                <c:pt idx="42081">
                  <c:v>0.48704861111036735</c:v>
                </c:pt>
                <c:pt idx="42082">
                  <c:v>0.48706018517987104</c:v>
                </c:pt>
                <c:pt idx="42083">
                  <c:v>0.48707175925665069</c:v>
                </c:pt>
                <c:pt idx="42084">
                  <c:v>0.48708333333343035</c:v>
                </c:pt>
                <c:pt idx="42085">
                  <c:v>0.48709490740293404</c:v>
                </c:pt>
                <c:pt idx="42086">
                  <c:v>0.48710648147971369</c:v>
                </c:pt>
                <c:pt idx="42087">
                  <c:v>0.48711805555649335</c:v>
                </c:pt>
                <c:pt idx="42088">
                  <c:v>0.48712962962599704</c:v>
                </c:pt>
                <c:pt idx="42089">
                  <c:v>0.48714120370277669</c:v>
                </c:pt>
                <c:pt idx="42090">
                  <c:v>0.48715277777228039</c:v>
                </c:pt>
                <c:pt idx="42091">
                  <c:v>0.48716435184906004</c:v>
                </c:pt>
                <c:pt idx="42092">
                  <c:v>0.48717592592583969</c:v>
                </c:pt>
                <c:pt idx="42093">
                  <c:v>0.48718749999534339</c:v>
                </c:pt>
                <c:pt idx="42094">
                  <c:v>0.48719907407212304</c:v>
                </c:pt>
                <c:pt idx="42095">
                  <c:v>0.48721064814890269</c:v>
                </c:pt>
                <c:pt idx="42096">
                  <c:v>0.48722222221840639</c:v>
                </c:pt>
                <c:pt idx="42097">
                  <c:v>0.48723379629518604</c:v>
                </c:pt>
                <c:pt idx="42098">
                  <c:v>0.48724537036468973</c:v>
                </c:pt>
                <c:pt idx="42099">
                  <c:v>0.48725694444146939</c:v>
                </c:pt>
                <c:pt idx="42100">
                  <c:v>0.48726851851824904</c:v>
                </c:pt>
                <c:pt idx="42101">
                  <c:v>0.48728009258775273</c:v>
                </c:pt>
                <c:pt idx="42102">
                  <c:v>0.48729166666453239</c:v>
                </c:pt>
                <c:pt idx="42103">
                  <c:v>0.48730324074131204</c:v>
                </c:pt>
                <c:pt idx="42104">
                  <c:v>0.48731481481081573</c:v>
                </c:pt>
                <c:pt idx="42105">
                  <c:v>0.48732638888759539</c:v>
                </c:pt>
                <c:pt idx="42106">
                  <c:v>0.48733796295709908</c:v>
                </c:pt>
                <c:pt idx="42107">
                  <c:v>0.48734953703387873</c:v>
                </c:pt>
                <c:pt idx="42108">
                  <c:v>0.48736111111065838</c:v>
                </c:pt>
                <c:pt idx="42109">
                  <c:v>0.48737268518016208</c:v>
                </c:pt>
                <c:pt idx="42110">
                  <c:v>0.48738425925694173</c:v>
                </c:pt>
                <c:pt idx="42111">
                  <c:v>0.48739583333372138</c:v>
                </c:pt>
                <c:pt idx="42112">
                  <c:v>0.48740740740322508</c:v>
                </c:pt>
                <c:pt idx="42113">
                  <c:v>0.48741898148000473</c:v>
                </c:pt>
                <c:pt idx="42114">
                  <c:v>0.48743055555678438</c:v>
                </c:pt>
                <c:pt idx="42115">
                  <c:v>0.48744212962628808</c:v>
                </c:pt>
                <c:pt idx="42116">
                  <c:v>0.48745370370306773</c:v>
                </c:pt>
                <c:pt idx="42117">
                  <c:v>0.48746527777257143</c:v>
                </c:pt>
                <c:pt idx="42118">
                  <c:v>0.48747685184935108</c:v>
                </c:pt>
                <c:pt idx="42119">
                  <c:v>0.48748842592613073</c:v>
                </c:pt>
                <c:pt idx="42120">
                  <c:v>0.48749999999563443</c:v>
                </c:pt>
                <c:pt idx="42121">
                  <c:v>0.48751157407241408</c:v>
                </c:pt>
                <c:pt idx="42122">
                  <c:v>0.48752314814919373</c:v>
                </c:pt>
                <c:pt idx="42123">
                  <c:v>0.48753472221869742</c:v>
                </c:pt>
                <c:pt idx="42124">
                  <c:v>0.48754629629547708</c:v>
                </c:pt>
                <c:pt idx="42125">
                  <c:v>0.48755787036498077</c:v>
                </c:pt>
                <c:pt idx="42126">
                  <c:v>0.48756944444176042</c:v>
                </c:pt>
                <c:pt idx="42127">
                  <c:v>0.48758101851854008</c:v>
                </c:pt>
                <c:pt idx="42128">
                  <c:v>0.48759259258804377</c:v>
                </c:pt>
                <c:pt idx="42129">
                  <c:v>0.48760416666482342</c:v>
                </c:pt>
                <c:pt idx="42130">
                  <c:v>0.48761574074160308</c:v>
                </c:pt>
                <c:pt idx="42131">
                  <c:v>0.48762731481110677</c:v>
                </c:pt>
                <c:pt idx="42132">
                  <c:v>0.48763888888788642</c:v>
                </c:pt>
                <c:pt idx="42133">
                  <c:v>0.48765046295739012</c:v>
                </c:pt>
                <c:pt idx="42134">
                  <c:v>0.48766203703416977</c:v>
                </c:pt>
                <c:pt idx="42135">
                  <c:v>0.48767361111094942</c:v>
                </c:pt>
                <c:pt idx="42136">
                  <c:v>0.48768518518045312</c:v>
                </c:pt>
                <c:pt idx="42137">
                  <c:v>0.48769675925723277</c:v>
                </c:pt>
                <c:pt idx="42138">
                  <c:v>0.48770833333401242</c:v>
                </c:pt>
                <c:pt idx="42139">
                  <c:v>0.48771990740351612</c:v>
                </c:pt>
                <c:pt idx="42140">
                  <c:v>0.48773148148029577</c:v>
                </c:pt>
                <c:pt idx="42141">
                  <c:v>0.48774305554979946</c:v>
                </c:pt>
                <c:pt idx="42142">
                  <c:v>0.48775462962657912</c:v>
                </c:pt>
                <c:pt idx="42143">
                  <c:v>0.48776620370335877</c:v>
                </c:pt>
                <c:pt idx="42144">
                  <c:v>0.48777777777286246</c:v>
                </c:pt>
                <c:pt idx="42145">
                  <c:v>0.48778935184964212</c:v>
                </c:pt>
                <c:pt idx="42146">
                  <c:v>0.48780092592642177</c:v>
                </c:pt>
                <c:pt idx="42147">
                  <c:v>0.48781249999592546</c:v>
                </c:pt>
                <c:pt idx="42148">
                  <c:v>0.48782407407270512</c:v>
                </c:pt>
                <c:pt idx="42149">
                  <c:v>0.48783564814948477</c:v>
                </c:pt>
                <c:pt idx="42150">
                  <c:v>0.48784722221898846</c:v>
                </c:pt>
                <c:pt idx="42151">
                  <c:v>0.48785879629576812</c:v>
                </c:pt>
                <c:pt idx="42152">
                  <c:v>0.48787037036527181</c:v>
                </c:pt>
                <c:pt idx="42153">
                  <c:v>0.48788194444205146</c:v>
                </c:pt>
                <c:pt idx="42154">
                  <c:v>0.48789351851883112</c:v>
                </c:pt>
                <c:pt idx="42155">
                  <c:v>0.48790509258833481</c:v>
                </c:pt>
                <c:pt idx="42156">
                  <c:v>0.48791666666511446</c:v>
                </c:pt>
                <c:pt idx="42157">
                  <c:v>0.48792824074189411</c:v>
                </c:pt>
                <c:pt idx="42158">
                  <c:v>0.48793981481139781</c:v>
                </c:pt>
                <c:pt idx="42159">
                  <c:v>0.48795138888817746</c:v>
                </c:pt>
                <c:pt idx="42160">
                  <c:v>0.48796296295768116</c:v>
                </c:pt>
                <c:pt idx="42161">
                  <c:v>0.48797453703446081</c:v>
                </c:pt>
                <c:pt idx="42162">
                  <c:v>0.48798611111124046</c:v>
                </c:pt>
                <c:pt idx="42163">
                  <c:v>0.48799768518074416</c:v>
                </c:pt>
                <c:pt idx="42164">
                  <c:v>0.48800925925752381</c:v>
                </c:pt>
                <c:pt idx="42165">
                  <c:v>0.48802083333430346</c:v>
                </c:pt>
                <c:pt idx="42166">
                  <c:v>0.48803240740380716</c:v>
                </c:pt>
                <c:pt idx="42167">
                  <c:v>0.48804398148058681</c:v>
                </c:pt>
                <c:pt idx="42168">
                  <c:v>0.4880555555500905</c:v>
                </c:pt>
                <c:pt idx="42169">
                  <c:v>0.48806712962687016</c:v>
                </c:pt>
                <c:pt idx="42170">
                  <c:v>0.48807870370364981</c:v>
                </c:pt>
                <c:pt idx="42171">
                  <c:v>0.4880902777731535</c:v>
                </c:pt>
                <c:pt idx="42172">
                  <c:v>0.48810185184993315</c:v>
                </c:pt>
                <c:pt idx="42173">
                  <c:v>0.48811342592671281</c:v>
                </c:pt>
                <c:pt idx="42174">
                  <c:v>0.4881249999962165</c:v>
                </c:pt>
                <c:pt idx="42175">
                  <c:v>0.48813657407299615</c:v>
                </c:pt>
                <c:pt idx="42176">
                  <c:v>0.48814814814249985</c:v>
                </c:pt>
                <c:pt idx="42177">
                  <c:v>0.4881597222192795</c:v>
                </c:pt>
                <c:pt idx="42178">
                  <c:v>0.48817129629605915</c:v>
                </c:pt>
                <c:pt idx="42179">
                  <c:v>0.48818287036556285</c:v>
                </c:pt>
                <c:pt idx="42180">
                  <c:v>0.4881944444423425</c:v>
                </c:pt>
                <c:pt idx="42181">
                  <c:v>0.48820601851912215</c:v>
                </c:pt>
                <c:pt idx="42182">
                  <c:v>0.48821759258862585</c:v>
                </c:pt>
                <c:pt idx="42183">
                  <c:v>0.4882291666654055</c:v>
                </c:pt>
                <c:pt idx="42184">
                  <c:v>0.4882407407349092</c:v>
                </c:pt>
                <c:pt idx="42185">
                  <c:v>0.48825231481168885</c:v>
                </c:pt>
                <c:pt idx="42186">
                  <c:v>0.4882638888884685</c:v>
                </c:pt>
                <c:pt idx="42187">
                  <c:v>0.48827546295797219</c:v>
                </c:pt>
                <c:pt idx="42188">
                  <c:v>0.48828703703475185</c:v>
                </c:pt>
                <c:pt idx="42189">
                  <c:v>0.4882986111115315</c:v>
                </c:pt>
                <c:pt idx="42190">
                  <c:v>0.48831018518103519</c:v>
                </c:pt>
                <c:pt idx="42191">
                  <c:v>0.48832175925781485</c:v>
                </c:pt>
                <c:pt idx="42192">
                  <c:v>0.4883333333345945</c:v>
                </c:pt>
                <c:pt idx="42193">
                  <c:v>0.48834490740409819</c:v>
                </c:pt>
                <c:pt idx="42194">
                  <c:v>0.48835648148087785</c:v>
                </c:pt>
                <c:pt idx="42195">
                  <c:v>0.48836805555038154</c:v>
                </c:pt>
                <c:pt idx="42196">
                  <c:v>0.48837962962716119</c:v>
                </c:pt>
                <c:pt idx="42197">
                  <c:v>0.48839120370394085</c:v>
                </c:pt>
                <c:pt idx="42198">
                  <c:v>0.48840277777344454</c:v>
                </c:pt>
                <c:pt idx="42199">
                  <c:v>0.48841435185022419</c:v>
                </c:pt>
                <c:pt idx="42200">
                  <c:v>0.48842592592700385</c:v>
                </c:pt>
                <c:pt idx="42201">
                  <c:v>0.48843749999650754</c:v>
                </c:pt>
                <c:pt idx="42202">
                  <c:v>0.48844907407328719</c:v>
                </c:pt>
                <c:pt idx="42203">
                  <c:v>0.48846064814279089</c:v>
                </c:pt>
                <c:pt idx="42204">
                  <c:v>0.48847222221957054</c:v>
                </c:pt>
                <c:pt idx="42205">
                  <c:v>0.48848379629635019</c:v>
                </c:pt>
                <c:pt idx="42206">
                  <c:v>0.48849537036585389</c:v>
                </c:pt>
                <c:pt idx="42207">
                  <c:v>0.48850694444263354</c:v>
                </c:pt>
                <c:pt idx="42208">
                  <c:v>0.48851851851941319</c:v>
                </c:pt>
                <c:pt idx="42209">
                  <c:v>0.48853009258891689</c:v>
                </c:pt>
                <c:pt idx="42210">
                  <c:v>0.48854166666569654</c:v>
                </c:pt>
                <c:pt idx="42211">
                  <c:v>0.48855324073520023</c:v>
                </c:pt>
                <c:pt idx="42212">
                  <c:v>0.48856481481197989</c:v>
                </c:pt>
                <c:pt idx="42213">
                  <c:v>0.48857638888875954</c:v>
                </c:pt>
                <c:pt idx="42214">
                  <c:v>0.48858796295826323</c:v>
                </c:pt>
                <c:pt idx="42215">
                  <c:v>0.48859953703504289</c:v>
                </c:pt>
                <c:pt idx="42216">
                  <c:v>0.48861111111182254</c:v>
                </c:pt>
                <c:pt idx="42217">
                  <c:v>0.48862268518132623</c:v>
                </c:pt>
                <c:pt idx="42218">
                  <c:v>0.48863425925810589</c:v>
                </c:pt>
                <c:pt idx="42219">
                  <c:v>0.48864583332760958</c:v>
                </c:pt>
                <c:pt idx="42220">
                  <c:v>0.48865740740438923</c:v>
                </c:pt>
                <c:pt idx="42221">
                  <c:v>0.48866898148116888</c:v>
                </c:pt>
                <c:pt idx="42222">
                  <c:v>0.48868055555067258</c:v>
                </c:pt>
                <c:pt idx="42223">
                  <c:v>0.48869212962745223</c:v>
                </c:pt>
                <c:pt idx="42224">
                  <c:v>0.48870370370423188</c:v>
                </c:pt>
                <c:pt idx="42225">
                  <c:v>0.48871527777373558</c:v>
                </c:pt>
                <c:pt idx="42226">
                  <c:v>0.48872685185051523</c:v>
                </c:pt>
                <c:pt idx="42227">
                  <c:v>0.48873842592001893</c:v>
                </c:pt>
                <c:pt idx="42228">
                  <c:v>0.48874999999679858</c:v>
                </c:pt>
                <c:pt idx="42229">
                  <c:v>0.48876157407357823</c:v>
                </c:pt>
                <c:pt idx="42230">
                  <c:v>0.48877314814308193</c:v>
                </c:pt>
                <c:pt idx="42231">
                  <c:v>0.48878472221986158</c:v>
                </c:pt>
                <c:pt idx="42232">
                  <c:v>0.48879629629664123</c:v>
                </c:pt>
                <c:pt idx="42233">
                  <c:v>0.48880787036614493</c:v>
                </c:pt>
                <c:pt idx="42234">
                  <c:v>0.48881944444292458</c:v>
                </c:pt>
                <c:pt idx="42235">
                  <c:v>0.48883101851970423</c:v>
                </c:pt>
                <c:pt idx="42236">
                  <c:v>0.48884259258920792</c:v>
                </c:pt>
                <c:pt idx="42237">
                  <c:v>0.48885416666598758</c:v>
                </c:pt>
                <c:pt idx="42238">
                  <c:v>0.48886574073549127</c:v>
                </c:pt>
                <c:pt idx="42239">
                  <c:v>0.48887731481227092</c:v>
                </c:pt>
                <c:pt idx="42240">
                  <c:v>0.48888888888905058</c:v>
                </c:pt>
                <c:pt idx="42241">
                  <c:v>0.48890046295855427</c:v>
                </c:pt>
                <c:pt idx="42242">
                  <c:v>0.48891203703533392</c:v>
                </c:pt>
                <c:pt idx="42243">
                  <c:v>0.48892361111211358</c:v>
                </c:pt>
                <c:pt idx="42244">
                  <c:v>0.48893518518161727</c:v>
                </c:pt>
                <c:pt idx="42245">
                  <c:v>0.48894675925839692</c:v>
                </c:pt>
                <c:pt idx="42246">
                  <c:v>0.48895833332790062</c:v>
                </c:pt>
                <c:pt idx="42247">
                  <c:v>0.48896990740468027</c:v>
                </c:pt>
                <c:pt idx="42248">
                  <c:v>0.48898148148145992</c:v>
                </c:pt>
                <c:pt idx="42249">
                  <c:v>0.48899305555096362</c:v>
                </c:pt>
                <c:pt idx="42250">
                  <c:v>0.48900462962774327</c:v>
                </c:pt>
                <c:pt idx="42251">
                  <c:v>0.48901620370452292</c:v>
                </c:pt>
                <c:pt idx="42252">
                  <c:v>0.48902777777402662</c:v>
                </c:pt>
                <c:pt idx="42253">
                  <c:v>0.48903935185080627</c:v>
                </c:pt>
                <c:pt idx="42254">
                  <c:v>0.48905092592030996</c:v>
                </c:pt>
                <c:pt idx="42255">
                  <c:v>0.48906249999708962</c:v>
                </c:pt>
                <c:pt idx="42256">
                  <c:v>0.48907407407386927</c:v>
                </c:pt>
                <c:pt idx="42257">
                  <c:v>0.48908564814337296</c:v>
                </c:pt>
                <c:pt idx="42258">
                  <c:v>0.48909722222015262</c:v>
                </c:pt>
                <c:pt idx="42259">
                  <c:v>0.48910879629693227</c:v>
                </c:pt>
                <c:pt idx="42260">
                  <c:v>0.48912037036643596</c:v>
                </c:pt>
                <c:pt idx="42261">
                  <c:v>0.48913194444321562</c:v>
                </c:pt>
                <c:pt idx="42262">
                  <c:v>0.48914351851271931</c:v>
                </c:pt>
                <c:pt idx="42263">
                  <c:v>0.48915509258949896</c:v>
                </c:pt>
                <c:pt idx="42264">
                  <c:v>0.48916666666627862</c:v>
                </c:pt>
                <c:pt idx="42265">
                  <c:v>0.48917824073578231</c:v>
                </c:pt>
                <c:pt idx="42266">
                  <c:v>0.48918981481256196</c:v>
                </c:pt>
                <c:pt idx="42267">
                  <c:v>0.48920138888934162</c:v>
                </c:pt>
                <c:pt idx="42268">
                  <c:v>0.48921296295884531</c:v>
                </c:pt>
                <c:pt idx="42269">
                  <c:v>0.48922453703562496</c:v>
                </c:pt>
                <c:pt idx="42270">
                  <c:v>0.48923611111240461</c:v>
                </c:pt>
                <c:pt idx="42271">
                  <c:v>0.48924768518190831</c:v>
                </c:pt>
                <c:pt idx="42272">
                  <c:v>0.48925925925868796</c:v>
                </c:pt>
                <c:pt idx="42273">
                  <c:v>0.48927083332819166</c:v>
                </c:pt>
                <c:pt idx="42274">
                  <c:v>0.48928240740497131</c:v>
                </c:pt>
                <c:pt idx="42275">
                  <c:v>0.48929398148175096</c:v>
                </c:pt>
                <c:pt idx="42276">
                  <c:v>0.48930555555125466</c:v>
                </c:pt>
                <c:pt idx="42277">
                  <c:v>0.48931712962803431</c:v>
                </c:pt>
                <c:pt idx="42278">
                  <c:v>0.48932870370481396</c:v>
                </c:pt>
                <c:pt idx="42279">
                  <c:v>0.48934027777431766</c:v>
                </c:pt>
                <c:pt idx="42280">
                  <c:v>0.48935185185109731</c:v>
                </c:pt>
                <c:pt idx="42281">
                  <c:v>0.489363425920601</c:v>
                </c:pt>
                <c:pt idx="42282">
                  <c:v>0.48937499999738066</c:v>
                </c:pt>
                <c:pt idx="42283">
                  <c:v>0.48938657407416031</c:v>
                </c:pt>
                <c:pt idx="42284">
                  <c:v>0.489398148143664</c:v>
                </c:pt>
                <c:pt idx="42285">
                  <c:v>0.48940972222044365</c:v>
                </c:pt>
                <c:pt idx="42286">
                  <c:v>0.48942129629722331</c:v>
                </c:pt>
                <c:pt idx="42287">
                  <c:v>0.489432870366727</c:v>
                </c:pt>
                <c:pt idx="42288">
                  <c:v>0.48944444444350665</c:v>
                </c:pt>
                <c:pt idx="42289">
                  <c:v>0.48945601851301035</c:v>
                </c:pt>
                <c:pt idx="42290">
                  <c:v>0.48946759258979</c:v>
                </c:pt>
                <c:pt idx="42291">
                  <c:v>0.48947916666656965</c:v>
                </c:pt>
                <c:pt idx="42292">
                  <c:v>0.48949074073607335</c:v>
                </c:pt>
                <c:pt idx="42293">
                  <c:v>0.489502314812853</c:v>
                </c:pt>
                <c:pt idx="42294">
                  <c:v>0.48951388888963265</c:v>
                </c:pt>
                <c:pt idx="42295">
                  <c:v>0.48952546295913635</c:v>
                </c:pt>
                <c:pt idx="42296">
                  <c:v>0.489537037035916</c:v>
                </c:pt>
                <c:pt idx="42297">
                  <c:v>0.4895486111054197</c:v>
                </c:pt>
                <c:pt idx="42298">
                  <c:v>0.48956018518219935</c:v>
                </c:pt>
                <c:pt idx="42299">
                  <c:v>0.489571759258979</c:v>
                </c:pt>
                <c:pt idx="42300">
                  <c:v>0.48958333332848269</c:v>
                </c:pt>
                <c:pt idx="42301">
                  <c:v>0.48959490740526235</c:v>
                </c:pt>
                <c:pt idx="42302">
                  <c:v>0.489606481482042</c:v>
                </c:pt>
                <c:pt idx="42303">
                  <c:v>0.48961805555154569</c:v>
                </c:pt>
                <c:pt idx="42304">
                  <c:v>0.48962962962832535</c:v>
                </c:pt>
                <c:pt idx="42305">
                  <c:v>0.48964120369782904</c:v>
                </c:pt>
                <c:pt idx="42306">
                  <c:v>0.48965277777460869</c:v>
                </c:pt>
                <c:pt idx="42307">
                  <c:v>0.48966435185138835</c:v>
                </c:pt>
                <c:pt idx="42308">
                  <c:v>0.48967592592089204</c:v>
                </c:pt>
                <c:pt idx="42309">
                  <c:v>0.48968749999767169</c:v>
                </c:pt>
                <c:pt idx="42310">
                  <c:v>0.48969907407445135</c:v>
                </c:pt>
                <c:pt idx="42311">
                  <c:v>0.48971064814395504</c:v>
                </c:pt>
                <c:pt idx="42312">
                  <c:v>0.48972222222073469</c:v>
                </c:pt>
                <c:pt idx="42313">
                  <c:v>0.48973379629751435</c:v>
                </c:pt>
                <c:pt idx="42314">
                  <c:v>0.48974537036701804</c:v>
                </c:pt>
                <c:pt idx="42315">
                  <c:v>0.48975694444379769</c:v>
                </c:pt>
                <c:pt idx="42316">
                  <c:v>0.48976851851330139</c:v>
                </c:pt>
                <c:pt idx="42317">
                  <c:v>0.48978009259008104</c:v>
                </c:pt>
                <c:pt idx="42318">
                  <c:v>0.48979166666686069</c:v>
                </c:pt>
                <c:pt idx="42319">
                  <c:v>0.48980324073636439</c:v>
                </c:pt>
                <c:pt idx="42320">
                  <c:v>0.48981481481314404</c:v>
                </c:pt>
                <c:pt idx="42321">
                  <c:v>0.48982638888992369</c:v>
                </c:pt>
                <c:pt idx="42322">
                  <c:v>0.48983796295942739</c:v>
                </c:pt>
                <c:pt idx="42323">
                  <c:v>0.48984953703620704</c:v>
                </c:pt>
                <c:pt idx="42324">
                  <c:v>0.48986111110571073</c:v>
                </c:pt>
                <c:pt idx="42325">
                  <c:v>0.48987268518249039</c:v>
                </c:pt>
                <c:pt idx="42326">
                  <c:v>0.48988425925927004</c:v>
                </c:pt>
                <c:pt idx="42327">
                  <c:v>0.48989583332877373</c:v>
                </c:pt>
                <c:pt idx="42328">
                  <c:v>0.48990740740555339</c:v>
                </c:pt>
                <c:pt idx="42329">
                  <c:v>0.48991898148233304</c:v>
                </c:pt>
                <c:pt idx="42330">
                  <c:v>0.48993055555183673</c:v>
                </c:pt>
                <c:pt idx="42331">
                  <c:v>0.48994212962861639</c:v>
                </c:pt>
                <c:pt idx="42332">
                  <c:v>0.48995370369812008</c:v>
                </c:pt>
                <c:pt idx="42333">
                  <c:v>0.48996527777489973</c:v>
                </c:pt>
                <c:pt idx="42334">
                  <c:v>0.48997685185167938</c:v>
                </c:pt>
                <c:pt idx="42335">
                  <c:v>0.48998842592118308</c:v>
                </c:pt>
                <c:pt idx="42336">
                  <c:v>0.48999999999796273</c:v>
                </c:pt>
                <c:pt idx="42337">
                  <c:v>0.49001157407474238</c:v>
                </c:pt>
                <c:pt idx="42338">
                  <c:v>0.49002314814424608</c:v>
                </c:pt>
                <c:pt idx="42339">
                  <c:v>0.49003472222102573</c:v>
                </c:pt>
                <c:pt idx="42340">
                  <c:v>0.49004629629052943</c:v>
                </c:pt>
                <c:pt idx="42341">
                  <c:v>0.49005787036730908</c:v>
                </c:pt>
                <c:pt idx="42342">
                  <c:v>0.49006944444408873</c:v>
                </c:pt>
                <c:pt idx="42343">
                  <c:v>0.49008101851359243</c:v>
                </c:pt>
                <c:pt idx="42344">
                  <c:v>0.49009259259037208</c:v>
                </c:pt>
                <c:pt idx="42345">
                  <c:v>0.49010416666715173</c:v>
                </c:pt>
                <c:pt idx="42346">
                  <c:v>0.49011574073665543</c:v>
                </c:pt>
                <c:pt idx="42347">
                  <c:v>0.49012731481343508</c:v>
                </c:pt>
                <c:pt idx="42348">
                  <c:v>0.49013888889021473</c:v>
                </c:pt>
                <c:pt idx="42349">
                  <c:v>0.49015046295971842</c:v>
                </c:pt>
                <c:pt idx="42350">
                  <c:v>0.49016203703649808</c:v>
                </c:pt>
                <c:pt idx="42351">
                  <c:v>0.49017361110600177</c:v>
                </c:pt>
                <c:pt idx="42352">
                  <c:v>0.49018518518278142</c:v>
                </c:pt>
                <c:pt idx="42353">
                  <c:v>0.49019675925956108</c:v>
                </c:pt>
                <c:pt idx="42354">
                  <c:v>0.49020833332906477</c:v>
                </c:pt>
                <c:pt idx="42355">
                  <c:v>0.49021990740584442</c:v>
                </c:pt>
                <c:pt idx="42356">
                  <c:v>0.49023148148262408</c:v>
                </c:pt>
                <c:pt idx="42357">
                  <c:v>0.49024305555212777</c:v>
                </c:pt>
                <c:pt idx="42358">
                  <c:v>0.49025462962890742</c:v>
                </c:pt>
                <c:pt idx="42359">
                  <c:v>0.49026620369841112</c:v>
                </c:pt>
                <c:pt idx="42360">
                  <c:v>0.49027777777519077</c:v>
                </c:pt>
                <c:pt idx="42361">
                  <c:v>0.49028935185197042</c:v>
                </c:pt>
                <c:pt idx="42362">
                  <c:v>0.49030092592147412</c:v>
                </c:pt>
                <c:pt idx="42363">
                  <c:v>0.49031249999825377</c:v>
                </c:pt>
                <c:pt idx="42364">
                  <c:v>0.49032407407503342</c:v>
                </c:pt>
                <c:pt idx="42365">
                  <c:v>0.49033564814453712</c:v>
                </c:pt>
                <c:pt idx="42366">
                  <c:v>0.49034722222131677</c:v>
                </c:pt>
                <c:pt idx="42367">
                  <c:v>0.49035879629082046</c:v>
                </c:pt>
                <c:pt idx="42368">
                  <c:v>0.49037037036760012</c:v>
                </c:pt>
                <c:pt idx="42369">
                  <c:v>0.49038194444437977</c:v>
                </c:pt>
                <c:pt idx="42370">
                  <c:v>0.49039351851388346</c:v>
                </c:pt>
                <c:pt idx="42371">
                  <c:v>0.49040509259066312</c:v>
                </c:pt>
                <c:pt idx="42372">
                  <c:v>0.49041666666744277</c:v>
                </c:pt>
                <c:pt idx="42373">
                  <c:v>0.49042824073694646</c:v>
                </c:pt>
                <c:pt idx="42374">
                  <c:v>0.49043981481372612</c:v>
                </c:pt>
                <c:pt idx="42375">
                  <c:v>0.49045138888322981</c:v>
                </c:pt>
                <c:pt idx="42376">
                  <c:v>0.49046296296000946</c:v>
                </c:pt>
                <c:pt idx="42377">
                  <c:v>0.49047453703678912</c:v>
                </c:pt>
                <c:pt idx="42378">
                  <c:v>0.49048611110629281</c:v>
                </c:pt>
                <c:pt idx="42379">
                  <c:v>0.49049768518307246</c:v>
                </c:pt>
                <c:pt idx="42380">
                  <c:v>0.49050925925985212</c:v>
                </c:pt>
                <c:pt idx="42381">
                  <c:v>0.49052083332935581</c:v>
                </c:pt>
                <c:pt idx="42382">
                  <c:v>0.49053240740613546</c:v>
                </c:pt>
                <c:pt idx="42383">
                  <c:v>0.49054398147563916</c:v>
                </c:pt>
                <c:pt idx="42384">
                  <c:v>0.49055555555241881</c:v>
                </c:pt>
                <c:pt idx="42385">
                  <c:v>0.49056712962919846</c:v>
                </c:pt>
                <c:pt idx="42386">
                  <c:v>0.49057870369870216</c:v>
                </c:pt>
                <c:pt idx="42387">
                  <c:v>0.49059027777548181</c:v>
                </c:pt>
                <c:pt idx="42388">
                  <c:v>0.49060185185226146</c:v>
                </c:pt>
                <c:pt idx="42389">
                  <c:v>0.49061342592176516</c:v>
                </c:pt>
                <c:pt idx="42390">
                  <c:v>0.49062499999854481</c:v>
                </c:pt>
                <c:pt idx="42391">
                  <c:v>0.49063657407532446</c:v>
                </c:pt>
                <c:pt idx="42392">
                  <c:v>0.49064814814482816</c:v>
                </c:pt>
                <c:pt idx="42393">
                  <c:v>0.49065972222160781</c:v>
                </c:pt>
                <c:pt idx="42394">
                  <c:v>0.4906712962911115</c:v>
                </c:pt>
                <c:pt idx="42395">
                  <c:v>0.49068287036789116</c:v>
                </c:pt>
                <c:pt idx="42396">
                  <c:v>0.49069444444467081</c:v>
                </c:pt>
                <c:pt idx="42397">
                  <c:v>0.4907060185141745</c:v>
                </c:pt>
                <c:pt idx="42398">
                  <c:v>0.49071759259095415</c:v>
                </c:pt>
                <c:pt idx="42399">
                  <c:v>0.49072916666773381</c:v>
                </c:pt>
                <c:pt idx="42400">
                  <c:v>0.4907407407372375</c:v>
                </c:pt>
                <c:pt idx="42401">
                  <c:v>0.49075231481401715</c:v>
                </c:pt>
                <c:pt idx="42402">
                  <c:v>0.49076388888352085</c:v>
                </c:pt>
                <c:pt idx="42403">
                  <c:v>0.4907754629603005</c:v>
                </c:pt>
                <c:pt idx="42404">
                  <c:v>0.49078703703708015</c:v>
                </c:pt>
                <c:pt idx="42405">
                  <c:v>0.49079861110658385</c:v>
                </c:pt>
                <c:pt idx="42406">
                  <c:v>0.4908101851833635</c:v>
                </c:pt>
                <c:pt idx="42407">
                  <c:v>0.49082175926014315</c:v>
                </c:pt>
                <c:pt idx="42408">
                  <c:v>0.49083333332964685</c:v>
                </c:pt>
                <c:pt idx="42409">
                  <c:v>0.4908449074064265</c:v>
                </c:pt>
                <c:pt idx="42410">
                  <c:v>0.4908564814759302</c:v>
                </c:pt>
                <c:pt idx="42411">
                  <c:v>0.49086805555270985</c:v>
                </c:pt>
                <c:pt idx="42412">
                  <c:v>0.4908796296294895</c:v>
                </c:pt>
                <c:pt idx="42413">
                  <c:v>0.49089120369899319</c:v>
                </c:pt>
                <c:pt idx="42414">
                  <c:v>0.49090277777577285</c:v>
                </c:pt>
                <c:pt idx="42415">
                  <c:v>0.4909143518525525</c:v>
                </c:pt>
                <c:pt idx="42416">
                  <c:v>0.49092592592205619</c:v>
                </c:pt>
                <c:pt idx="42417">
                  <c:v>0.49093749999883585</c:v>
                </c:pt>
                <c:pt idx="42418">
                  <c:v>0.49094907406833954</c:v>
                </c:pt>
                <c:pt idx="42419">
                  <c:v>0.49096064814511919</c:v>
                </c:pt>
                <c:pt idx="42420">
                  <c:v>0.49097222222189885</c:v>
                </c:pt>
                <c:pt idx="42421">
                  <c:v>0.49098379629140254</c:v>
                </c:pt>
                <c:pt idx="42422">
                  <c:v>0.49099537036818219</c:v>
                </c:pt>
                <c:pt idx="42423">
                  <c:v>0.49100694444496185</c:v>
                </c:pt>
                <c:pt idx="42424">
                  <c:v>0.49101851851446554</c:v>
                </c:pt>
                <c:pt idx="42425">
                  <c:v>0.49103009259124519</c:v>
                </c:pt>
                <c:pt idx="42426">
                  <c:v>0.49104166666074889</c:v>
                </c:pt>
                <c:pt idx="42427">
                  <c:v>0.49105324073752854</c:v>
                </c:pt>
                <c:pt idx="42428">
                  <c:v>0.49106481481430819</c:v>
                </c:pt>
                <c:pt idx="42429">
                  <c:v>0.49107638888381189</c:v>
                </c:pt>
                <c:pt idx="42430">
                  <c:v>0.49108796296059154</c:v>
                </c:pt>
                <c:pt idx="42431">
                  <c:v>0.49109953703737119</c:v>
                </c:pt>
                <c:pt idx="42432">
                  <c:v>0.49111111110687489</c:v>
                </c:pt>
                <c:pt idx="42433">
                  <c:v>0.49112268518365454</c:v>
                </c:pt>
                <c:pt idx="42434">
                  <c:v>0.49113425926043419</c:v>
                </c:pt>
                <c:pt idx="42435">
                  <c:v>0.49114583332993789</c:v>
                </c:pt>
                <c:pt idx="42436">
                  <c:v>0.49115740740671754</c:v>
                </c:pt>
                <c:pt idx="42437">
                  <c:v>0.49116898147622123</c:v>
                </c:pt>
                <c:pt idx="42438">
                  <c:v>0.49118055555300089</c:v>
                </c:pt>
                <c:pt idx="42439">
                  <c:v>0.49119212962978054</c:v>
                </c:pt>
                <c:pt idx="42440">
                  <c:v>0.49120370369928423</c:v>
                </c:pt>
                <c:pt idx="42441">
                  <c:v>0.49121527777606389</c:v>
                </c:pt>
                <c:pt idx="42442">
                  <c:v>0.49122685185284354</c:v>
                </c:pt>
                <c:pt idx="42443">
                  <c:v>0.49123842592234723</c:v>
                </c:pt>
                <c:pt idx="42444">
                  <c:v>0.49124999999912689</c:v>
                </c:pt>
                <c:pt idx="42445">
                  <c:v>0.49126157406863058</c:v>
                </c:pt>
                <c:pt idx="42446">
                  <c:v>0.49127314814541023</c:v>
                </c:pt>
                <c:pt idx="42447">
                  <c:v>0.49128472222218988</c:v>
                </c:pt>
                <c:pt idx="42448">
                  <c:v>0.49129629629169358</c:v>
                </c:pt>
                <c:pt idx="42449">
                  <c:v>0.49130787036847323</c:v>
                </c:pt>
                <c:pt idx="42450">
                  <c:v>0.49131944444525288</c:v>
                </c:pt>
                <c:pt idx="42451">
                  <c:v>0.49133101851475658</c:v>
                </c:pt>
                <c:pt idx="42452">
                  <c:v>0.49134259259153623</c:v>
                </c:pt>
                <c:pt idx="42453">
                  <c:v>0.49135416666103993</c:v>
                </c:pt>
                <c:pt idx="42454">
                  <c:v>0.49136574073781958</c:v>
                </c:pt>
                <c:pt idx="42455">
                  <c:v>0.49137731481459923</c:v>
                </c:pt>
                <c:pt idx="42456">
                  <c:v>0.49138888888410293</c:v>
                </c:pt>
                <c:pt idx="42457">
                  <c:v>0.49140046296088258</c:v>
                </c:pt>
                <c:pt idx="42458">
                  <c:v>0.49141203703766223</c:v>
                </c:pt>
                <c:pt idx="42459">
                  <c:v>0.49142361110716593</c:v>
                </c:pt>
                <c:pt idx="42460">
                  <c:v>0.49143518518394558</c:v>
                </c:pt>
                <c:pt idx="42461">
                  <c:v>0.49144675925344927</c:v>
                </c:pt>
                <c:pt idx="42462">
                  <c:v>0.49145833333022892</c:v>
                </c:pt>
                <c:pt idx="42463">
                  <c:v>0.49146990740700858</c:v>
                </c:pt>
                <c:pt idx="42464">
                  <c:v>0.49148148147651227</c:v>
                </c:pt>
                <c:pt idx="42465">
                  <c:v>0.49149305555329192</c:v>
                </c:pt>
                <c:pt idx="42466">
                  <c:v>0.49150462963007158</c:v>
                </c:pt>
                <c:pt idx="42467">
                  <c:v>0.49151620369957527</c:v>
                </c:pt>
                <c:pt idx="42468">
                  <c:v>0.49152777777635492</c:v>
                </c:pt>
                <c:pt idx="42469">
                  <c:v>0.49153935185313458</c:v>
                </c:pt>
                <c:pt idx="42470">
                  <c:v>0.49155092592263827</c:v>
                </c:pt>
                <c:pt idx="42471">
                  <c:v>0.49156249999941792</c:v>
                </c:pt>
                <c:pt idx="42472">
                  <c:v>0.49157407406892162</c:v>
                </c:pt>
                <c:pt idx="42473">
                  <c:v>0.49158564814570127</c:v>
                </c:pt>
                <c:pt idx="42474">
                  <c:v>0.49159722222248092</c:v>
                </c:pt>
                <c:pt idx="42475">
                  <c:v>0.49160879629198462</c:v>
                </c:pt>
                <c:pt idx="42476">
                  <c:v>0.49162037036876427</c:v>
                </c:pt>
                <c:pt idx="42477">
                  <c:v>0.49163194444554392</c:v>
                </c:pt>
                <c:pt idx="42478">
                  <c:v>0.49164351851504762</c:v>
                </c:pt>
                <c:pt idx="42479">
                  <c:v>0.49165509259182727</c:v>
                </c:pt>
                <c:pt idx="42480">
                  <c:v>0.49166666666133096</c:v>
                </c:pt>
                <c:pt idx="42481">
                  <c:v>0.49167824073811062</c:v>
                </c:pt>
                <c:pt idx="42482">
                  <c:v>0.49168981481489027</c:v>
                </c:pt>
                <c:pt idx="42483">
                  <c:v>0.49170138888439396</c:v>
                </c:pt>
                <c:pt idx="42484">
                  <c:v>0.49171296296117362</c:v>
                </c:pt>
                <c:pt idx="42485">
                  <c:v>0.49172453703795327</c:v>
                </c:pt>
                <c:pt idx="42486">
                  <c:v>0.49173611110745696</c:v>
                </c:pt>
                <c:pt idx="42487">
                  <c:v>0.49174768518423662</c:v>
                </c:pt>
                <c:pt idx="42488">
                  <c:v>0.49175925925374031</c:v>
                </c:pt>
                <c:pt idx="42489">
                  <c:v>0.49177083333051996</c:v>
                </c:pt>
                <c:pt idx="42490">
                  <c:v>0.49178240740729962</c:v>
                </c:pt>
                <c:pt idx="42491">
                  <c:v>0.49179398147680331</c:v>
                </c:pt>
                <c:pt idx="42492">
                  <c:v>0.49180555555358296</c:v>
                </c:pt>
                <c:pt idx="42493">
                  <c:v>0.49181712963036261</c:v>
                </c:pt>
                <c:pt idx="42494">
                  <c:v>0.49182870369986631</c:v>
                </c:pt>
                <c:pt idx="42495">
                  <c:v>0.49184027777664596</c:v>
                </c:pt>
                <c:pt idx="42496">
                  <c:v>0.49185185184614966</c:v>
                </c:pt>
                <c:pt idx="42497">
                  <c:v>0.49186342592292931</c:v>
                </c:pt>
                <c:pt idx="42498">
                  <c:v>0.49187499999970896</c:v>
                </c:pt>
                <c:pt idx="42499">
                  <c:v>0.49188657406921266</c:v>
                </c:pt>
                <c:pt idx="42500">
                  <c:v>0.49189814814599231</c:v>
                </c:pt>
                <c:pt idx="42501">
                  <c:v>0.49190972222277196</c:v>
                </c:pt>
                <c:pt idx="42502">
                  <c:v>0.49192129629227566</c:v>
                </c:pt>
                <c:pt idx="42503">
                  <c:v>0.49193287036905531</c:v>
                </c:pt>
                <c:pt idx="42504">
                  <c:v>0.491944444438559</c:v>
                </c:pt>
                <c:pt idx="42505">
                  <c:v>0.49195601851533866</c:v>
                </c:pt>
                <c:pt idx="42506">
                  <c:v>0.49196759259211831</c:v>
                </c:pt>
                <c:pt idx="42507">
                  <c:v>0.491979166661622</c:v>
                </c:pt>
                <c:pt idx="42508">
                  <c:v>0.49199074073840166</c:v>
                </c:pt>
                <c:pt idx="42509">
                  <c:v>0.49200231481518131</c:v>
                </c:pt>
                <c:pt idx="42510">
                  <c:v>0.492013888884685</c:v>
                </c:pt>
                <c:pt idx="42511">
                  <c:v>0.49202546296146465</c:v>
                </c:pt>
                <c:pt idx="42512">
                  <c:v>0.49203703703824431</c:v>
                </c:pt>
                <c:pt idx="42513">
                  <c:v>0.492048611107748</c:v>
                </c:pt>
                <c:pt idx="42514">
                  <c:v>0.49206018518452765</c:v>
                </c:pt>
                <c:pt idx="42515">
                  <c:v>0.49207175925403135</c:v>
                </c:pt>
                <c:pt idx="42516">
                  <c:v>0.492083333330811</c:v>
                </c:pt>
                <c:pt idx="42517">
                  <c:v>0.49209490740759065</c:v>
                </c:pt>
                <c:pt idx="42518">
                  <c:v>0.49210648147709435</c:v>
                </c:pt>
                <c:pt idx="42519">
                  <c:v>0.492118055553874</c:v>
                </c:pt>
                <c:pt idx="42520">
                  <c:v>0.49212962963065365</c:v>
                </c:pt>
                <c:pt idx="42521">
                  <c:v>0.49214120370015735</c:v>
                </c:pt>
                <c:pt idx="42522">
                  <c:v>0.492152777776937</c:v>
                </c:pt>
                <c:pt idx="42523">
                  <c:v>0.4921643518464407</c:v>
                </c:pt>
                <c:pt idx="42524">
                  <c:v>0.49217592592322035</c:v>
                </c:pt>
                <c:pt idx="42525">
                  <c:v>0.4921875</c:v>
                </c:pt>
                <c:pt idx="42526">
                  <c:v>0.49219907406950369</c:v>
                </c:pt>
                <c:pt idx="42527">
                  <c:v>0.49221064814628335</c:v>
                </c:pt>
                <c:pt idx="42528">
                  <c:v>0.492222222223063</c:v>
                </c:pt>
                <c:pt idx="42529">
                  <c:v>0.49223379629256669</c:v>
                </c:pt>
                <c:pt idx="42530">
                  <c:v>0.49224537036934635</c:v>
                </c:pt>
                <c:pt idx="42531">
                  <c:v>0.49225694443885004</c:v>
                </c:pt>
                <c:pt idx="42532">
                  <c:v>0.49226851851562969</c:v>
                </c:pt>
                <c:pt idx="42533">
                  <c:v>0.49228009259240935</c:v>
                </c:pt>
                <c:pt idx="42534">
                  <c:v>0.49229166666191304</c:v>
                </c:pt>
                <c:pt idx="42535">
                  <c:v>0.49230324073869269</c:v>
                </c:pt>
                <c:pt idx="42536">
                  <c:v>0.49231481481547235</c:v>
                </c:pt>
                <c:pt idx="42537">
                  <c:v>0.49232638888497604</c:v>
                </c:pt>
                <c:pt idx="42538">
                  <c:v>0.49233796296175569</c:v>
                </c:pt>
                <c:pt idx="42539">
                  <c:v>0.49234953703125939</c:v>
                </c:pt>
                <c:pt idx="42540">
                  <c:v>0.49236111110803904</c:v>
                </c:pt>
                <c:pt idx="42541">
                  <c:v>0.49237268518481869</c:v>
                </c:pt>
                <c:pt idx="42542">
                  <c:v>0.49238425925432239</c:v>
                </c:pt>
                <c:pt idx="42543">
                  <c:v>0.49239583333110204</c:v>
                </c:pt>
                <c:pt idx="42544">
                  <c:v>0.49240740740788169</c:v>
                </c:pt>
                <c:pt idx="42545">
                  <c:v>0.49241898147738539</c:v>
                </c:pt>
                <c:pt idx="42546">
                  <c:v>0.49243055555416504</c:v>
                </c:pt>
                <c:pt idx="42547">
                  <c:v>0.49244212963094469</c:v>
                </c:pt>
                <c:pt idx="42548">
                  <c:v>0.49245370370044839</c:v>
                </c:pt>
                <c:pt idx="42549">
                  <c:v>0.49246527777722804</c:v>
                </c:pt>
                <c:pt idx="42550">
                  <c:v>0.49247685184673173</c:v>
                </c:pt>
                <c:pt idx="42551">
                  <c:v>0.49248842592351139</c:v>
                </c:pt>
                <c:pt idx="42552">
                  <c:v>0.49250000000029104</c:v>
                </c:pt>
                <c:pt idx="42553">
                  <c:v>0.49251157406979473</c:v>
                </c:pt>
                <c:pt idx="42554">
                  <c:v>0.49252314814657439</c:v>
                </c:pt>
                <c:pt idx="42555">
                  <c:v>0.49253472222335404</c:v>
                </c:pt>
                <c:pt idx="42556">
                  <c:v>0.49254629629285773</c:v>
                </c:pt>
                <c:pt idx="42557">
                  <c:v>0.49255787036963739</c:v>
                </c:pt>
                <c:pt idx="42558">
                  <c:v>0.49256944443914108</c:v>
                </c:pt>
                <c:pt idx="42559">
                  <c:v>0.49258101851592073</c:v>
                </c:pt>
                <c:pt idx="42560">
                  <c:v>0.49259259259270038</c:v>
                </c:pt>
                <c:pt idx="42561">
                  <c:v>0.49260416666220408</c:v>
                </c:pt>
                <c:pt idx="42562">
                  <c:v>0.49261574073898373</c:v>
                </c:pt>
                <c:pt idx="42563">
                  <c:v>0.49262731481576338</c:v>
                </c:pt>
                <c:pt idx="42564">
                  <c:v>0.49263888888526708</c:v>
                </c:pt>
                <c:pt idx="42565">
                  <c:v>0.49265046296204673</c:v>
                </c:pt>
                <c:pt idx="42566">
                  <c:v>0.49266203703155043</c:v>
                </c:pt>
                <c:pt idx="42567">
                  <c:v>0.49267361110833008</c:v>
                </c:pt>
                <c:pt idx="42568">
                  <c:v>0.49268518518510973</c:v>
                </c:pt>
                <c:pt idx="42569">
                  <c:v>0.49269675925461343</c:v>
                </c:pt>
                <c:pt idx="42570">
                  <c:v>0.49270833333139308</c:v>
                </c:pt>
                <c:pt idx="42571">
                  <c:v>0.49271990740817273</c:v>
                </c:pt>
                <c:pt idx="42572">
                  <c:v>0.49273148147767643</c:v>
                </c:pt>
                <c:pt idx="42573">
                  <c:v>0.49274305555445608</c:v>
                </c:pt>
                <c:pt idx="42574">
                  <c:v>0.49275462962395977</c:v>
                </c:pt>
                <c:pt idx="42575">
                  <c:v>0.49276620370073942</c:v>
                </c:pt>
                <c:pt idx="42576">
                  <c:v>0.49277777777751908</c:v>
                </c:pt>
                <c:pt idx="42577">
                  <c:v>0.49278935184702277</c:v>
                </c:pt>
                <c:pt idx="42578">
                  <c:v>0.49280092592380242</c:v>
                </c:pt>
                <c:pt idx="42579">
                  <c:v>0.49281250000058208</c:v>
                </c:pt>
                <c:pt idx="42580">
                  <c:v>0.49282407407008577</c:v>
                </c:pt>
                <c:pt idx="42581">
                  <c:v>0.49283564814686542</c:v>
                </c:pt>
                <c:pt idx="42582">
                  <c:v>0.49284722221636912</c:v>
                </c:pt>
                <c:pt idx="42583">
                  <c:v>0.49285879629314877</c:v>
                </c:pt>
                <c:pt idx="42584">
                  <c:v>0.49287037036992842</c:v>
                </c:pt>
                <c:pt idx="42585">
                  <c:v>0.49288194443943212</c:v>
                </c:pt>
                <c:pt idx="42586">
                  <c:v>0.49289351851621177</c:v>
                </c:pt>
                <c:pt idx="42587">
                  <c:v>0.49290509259299142</c:v>
                </c:pt>
                <c:pt idx="42588">
                  <c:v>0.49291666666249512</c:v>
                </c:pt>
                <c:pt idx="42589">
                  <c:v>0.49292824073927477</c:v>
                </c:pt>
                <c:pt idx="42590">
                  <c:v>0.49293981481605442</c:v>
                </c:pt>
                <c:pt idx="42591">
                  <c:v>0.49295138888555812</c:v>
                </c:pt>
                <c:pt idx="42592">
                  <c:v>0.49296296296233777</c:v>
                </c:pt>
                <c:pt idx="42593">
                  <c:v>0.49297453703184146</c:v>
                </c:pt>
                <c:pt idx="42594">
                  <c:v>0.49298611110862112</c:v>
                </c:pt>
                <c:pt idx="42595">
                  <c:v>0.49299768518540077</c:v>
                </c:pt>
                <c:pt idx="42596">
                  <c:v>0.49300925925490446</c:v>
                </c:pt>
                <c:pt idx="42597">
                  <c:v>0.49302083333168412</c:v>
                </c:pt>
                <c:pt idx="42598">
                  <c:v>0.49303240740846377</c:v>
                </c:pt>
                <c:pt idx="42599">
                  <c:v>0.49304398147796746</c:v>
                </c:pt>
                <c:pt idx="42600">
                  <c:v>0.49305555555474712</c:v>
                </c:pt>
                <c:pt idx="42601">
                  <c:v>0.49306712962425081</c:v>
                </c:pt>
                <c:pt idx="42602">
                  <c:v>0.49307870370103046</c:v>
                </c:pt>
                <c:pt idx="42603">
                  <c:v>0.49309027777781012</c:v>
                </c:pt>
                <c:pt idx="42604">
                  <c:v>0.49310185184731381</c:v>
                </c:pt>
                <c:pt idx="42605">
                  <c:v>0.49311342592409346</c:v>
                </c:pt>
                <c:pt idx="42606">
                  <c:v>0.49312500000087311</c:v>
                </c:pt>
                <c:pt idx="42607">
                  <c:v>0.49313657407037681</c:v>
                </c:pt>
                <c:pt idx="42608">
                  <c:v>0.49314814814715646</c:v>
                </c:pt>
                <c:pt idx="42609">
                  <c:v>0.49315972221666016</c:v>
                </c:pt>
                <c:pt idx="42610">
                  <c:v>0.49317129629343981</c:v>
                </c:pt>
                <c:pt idx="42611">
                  <c:v>0.49318287037021946</c:v>
                </c:pt>
                <c:pt idx="42612">
                  <c:v>0.49319444443972316</c:v>
                </c:pt>
                <c:pt idx="42613">
                  <c:v>0.49320601851650281</c:v>
                </c:pt>
                <c:pt idx="42614">
                  <c:v>0.49321759259328246</c:v>
                </c:pt>
                <c:pt idx="42615">
                  <c:v>0.49322916666278616</c:v>
                </c:pt>
                <c:pt idx="42616">
                  <c:v>0.49324074073956581</c:v>
                </c:pt>
                <c:pt idx="42617">
                  <c:v>0.4932523148090695</c:v>
                </c:pt>
                <c:pt idx="42618">
                  <c:v>0.49326388888584916</c:v>
                </c:pt>
                <c:pt idx="42619">
                  <c:v>0.49327546296262881</c:v>
                </c:pt>
                <c:pt idx="42620">
                  <c:v>0.4932870370321325</c:v>
                </c:pt>
                <c:pt idx="42621">
                  <c:v>0.49329861110891216</c:v>
                </c:pt>
                <c:pt idx="42622">
                  <c:v>0.49331018518569181</c:v>
                </c:pt>
                <c:pt idx="42623">
                  <c:v>0.4933217592551955</c:v>
                </c:pt>
                <c:pt idx="42624">
                  <c:v>0.49333333333197515</c:v>
                </c:pt>
                <c:pt idx="42625">
                  <c:v>0.49334490740147885</c:v>
                </c:pt>
                <c:pt idx="42626">
                  <c:v>0.4933564814782585</c:v>
                </c:pt>
                <c:pt idx="42627">
                  <c:v>0.49336805555503815</c:v>
                </c:pt>
                <c:pt idx="42628">
                  <c:v>0.49337962962454185</c:v>
                </c:pt>
                <c:pt idx="42629">
                  <c:v>0.4933912037013215</c:v>
                </c:pt>
                <c:pt idx="42630">
                  <c:v>0.49340277777810115</c:v>
                </c:pt>
                <c:pt idx="42631">
                  <c:v>0.49341435184760485</c:v>
                </c:pt>
                <c:pt idx="42632">
                  <c:v>0.4934259259243845</c:v>
                </c:pt>
                <c:pt idx="42633">
                  <c:v>0.49343750000116415</c:v>
                </c:pt>
                <c:pt idx="42634">
                  <c:v>0.49344907407066785</c:v>
                </c:pt>
                <c:pt idx="42635">
                  <c:v>0.4934606481474475</c:v>
                </c:pt>
                <c:pt idx="42636">
                  <c:v>0.4934722222169512</c:v>
                </c:pt>
                <c:pt idx="42637">
                  <c:v>0.49348379629373085</c:v>
                </c:pt>
                <c:pt idx="42638">
                  <c:v>0.4934953703705105</c:v>
                </c:pt>
                <c:pt idx="42639">
                  <c:v>0.49350694444001419</c:v>
                </c:pt>
                <c:pt idx="42640">
                  <c:v>0.49351851851679385</c:v>
                </c:pt>
                <c:pt idx="42641">
                  <c:v>0.4935300925935735</c:v>
                </c:pt>
                <c:pt idx="42642">
                  <c:v>0.49354166666307719</c:v>
                </c:pt>
                <c:pt idx="42643">
                  <c:v>0.49355324073985685</c:v>
                </c:pt>
                <c:pt idx="42644">
                  <c:v>0.49356481480936054</c:v>
                </c:pt>
                <c:pt idx="42645">
                  <c:v>0.49357638888614019</c:v>
                </c:pt>
                <c:pt idx="42646">
                  <c:v>0.49358796296291985</c:v>
                </c:pt>
                <c:pt idx="42647">
                  <c:v>0.49359953703242354</c:v>
                </c:pt>
                <c:pt idx="42648">
                  <c:v>0.49361111110920319</c:v>
                </c:pt>
                <c:pt idx="42649">
                  <c:v>0.49362268518598285</c:v>
                </c:pt>
                <c:pt idx="42650">
                  <c:v>0.49363425925548654</c:v>
                </c:pt>
                <c:pt idx="42651">
                  <c:v>0.49364583333226619</c:v>
                </c:pt>
                <c:pt idx="42652">
                  <c:v>0.49365740740176989</c:v>
                </c:pt>
                <c:pt idx="42653">
                  <c:v>0.49366898147854954</c:v>
                </c:pt>
                <c:pt idx="42654">
                  <c:v>0.49368055555532919</c:v>
                </c:pt>
                <c:pt idx="42655">
                  <c:v>0.49369212962483289</c:v>
                </c:pt>
                <c:pt idx="42656">
                  <c:v>0.49370370370161254</c:v>
                </c:pt>
                <c:pt idx="42657">
                  <c:v>0.49371527777839219</c:v>
                </c:pt>
                <c:pt idx="42658">
                  <c:v>0.49372685184789589</c:v>
                </c:pt>
                <c:pt idx="42659">
                  <c:v>0.49373842592467554</c:v>
                </c:pt>
                <c:pt idx="42660">
                  <c:v>0.49374999999417923</c:v>
                </c:pt>
                <c:pt idx="42661">
                  <c:v>0.49376157407095889</c:v>
                </c:pt>
                <c:pt idx="42662">
                  <c:v>0.49377314814773854</c:v>
                </c:pt>
                <c:pt idx="42663">
                  <c:v>0.49378472221724223</c:v>
                </c:pt>
                <c:pt idx="42664">
                  <c:v>0.49379629629402189</c:v>
                </c:pt>
                <c:pt idx="42665">
                  <c:v>0.49380787037080154</c:v>
                </c:pt>
                <c:pt idx="42666">
                  <c:v>0.49381944444030523</c:v>
                </c:pt>
                <c:pt idx="42667">
                  <c:v>0.49383101851708489</c:v>
                </c:pt>
                <c:pt idx="42668">
                  <c:v>0.49384259259386454</c:v>
                </c:pt>
                <c:pt idx="42669">
                  <c:v>0.49385416666336823</c:v>
                </c:pt>
                <c:pt idx="42670">
                  <c:v>0.49386574074014788</c:v>
                </c:pt>
                <c:pt idx="42671">
                  <c:v>0.49387731480965158</c:v>
                </c:pt>
                <c:pt idx="42672">
                  <c:v>0.49388888888643123</c:v>
                </c:pt>
                <c:pt idx="42673">
                  <c:v>0.49390046296321088</c:v>
                </c:pt>
                <c:pt idx="42674">
                  <c:v>0.49391203703271458</c:v>
                </c:pt>
                <c:pt idx="42675">
                  <c:v>0.49392361110949423</c:v>
                </c:pt>
                <c:pt idx="42676">
                  <c:v>0.49393518518627388</c:v>
                </c:pt>
                <c:pt idx="42677">
                  <c:v>0.49394675925577758</c:v>
                </c:pt>
                <c:pt idx="42678">
                  <c:v>0.49395833333255723</c:v>
                </c:pt>
                <c:pt idx="42679">
                  <c:v>0.49396990740206093</c:v>
                </c:pt>
                <c:pt idx="42680">
                  <c:v>0.49398148147884058</c:v>
                </c:pt>
                <c:pt idx="42681">
                  <c:v>0.49399305555562023</c:v>
                </c:pt>
                <c:pt idx="42682">
                  <c:v>0.49400462962512393</c:v>
                </c:pt>
                <c:pt idx="42683">
                  <c:v>0.49401620370190358</c:v>
                </c:pt>
                <c:pt idx="42684">
                  <c:v>0.49402777777868323</c:v>
                </c:pt>
                <c:pt idx="42685">
                  <c:v>0.49403935184818693</c:v>
                </c:pt>
                <c:pt idx="42686">
                  <c:v>0.49405092592496658</c:v>
                </c:pt>
                <c:pt idx="42687">
                  <c:v>0.49406249999447027</c:v>
                </c:pt>
                <c:pt idx="42688">
                  <c:v>0.49407407407124992</c:v>
                </c:pt>
                <c:pt idx="42689">
                  <c:v>0.49408564814802958</c:v>
                </c:pt>
                <c:pt idx="42690">
                  <c:v>0.49409722221753327</c:v>
                </c:pt>
                <c:pt idx="42691">
                  <c:v>0.49410879629431292</c:v>
                </c:pt>
                <c:pt idx="42692">
                  <c:v>0.49412037037109258</c:v>
                </c:pt>
                <c:pt idx="42693">
                  <c:v>0.49413194444059627</c:v>
                </c:pt>
                <c:pt idx="42694">
                  <c:v>0.49414351851737592</c:v>
                </c:pt>
                <c:pt idx="42695">
                  <c:v>0.49415509258687962</c:v>
                </c:pt>
                <c:pt idx="42696">
                  <c:v>0.49416666666365927</c:v>
                </c:pt>
                <c:pt idx="42697">
                  <c:v>0.49417824074043892</c:v>
                </c:pt>
                <c:pt idx="42698">
                  <c:v>0.49418981480994262</c:v>
                </c:pt>
                <c:pt idx="42699">
                  <c:v>0.49420138888672227</c:v>
                </c:pt>
                <c:pt idx="42700">
                  <c:v>0.49421296296350192</c:v>
                </c:pt>
                <c:pt idx="42701">
                  <c:v>0.49422453703300562</c:v>
                </c:pt>
                <c:pt idx="42702">
                  <c:v>0.49423611110978527</c:v>
                </c:pt>
                <c:pt idx="42703">
                  <c:v>0.49424768517928896</c:v>
                </c:pt>
                <c:pt idx="42704">
                  <c:v>0.49425925925606862</c:v>
                </c:pt>
                <c:pt idx="42705">
                  <c:v>0.49427083333284827</c:v>
                </c:pt>
                <c:pt idx="42706">
                  <c:v>0.49428240740235196</c:v>
                </c:pt>
                <c:pt idx="42707">
                  <c:v>0.49429398147913162</c:v>
                </c:pt>
                <c:pt idx="42708">
                  <c:v>0.49430555555591127</c:v>
                </c:pt>
                <c:pt idx="42709">
                  <c:v>0.49431712962541496</c:v>
                </c:pt>
                <c:pt idx="42710">
                  <c:v>0.49432870370219462</c:v>
                </c:pt>
                <c:pt idx="42711">
                  <c:v>0.49434027777897427</c:v>
                </c:pt>
                <c:pt idx="42712">
                  <c:v>0.49435185184847796</c:v>
                </c:pt>
                <c:pt idx="42713">
                  <c:v>0.49436342592525762</c:v>
                </c:pt>
                <c:pt idx="42714">
                  <c:v>0.49437499999476131</c:v>
                </c:pt>
                <c:pt idx="42715">
                  <c:v>0.49438657407154096</c:v>
                </c:pt>
                <c:pt idx="42716">
                  <c:v>0.49439814814832062</c:v>
                </c:pt>
                <c:pt idx="42717">
                  <c:v>0.49440972221782431</c:v>
                </c:pt>
                <c:pt idx="42718">
                  <c:v>0.49442129629460396</c:v>
                </c:pt>
                <c:pt idx="42719">
                  <c:v>0.49443287037138361</c:v>
                </c:pt>
                <c:pt idx="42720">
                  <c:v>0.49444444444088731</c:v>
                </c:pt>
                <c:pt idx="42721">
                  <c:v>0.49445601851766696</c:v>
                </c:pt>
                <c:pt idx="42722">
                  <c:v>0.49446759258717066</c:v>
                </c:pt>
                <c:pt idx="42723">
                  <c:v>0.49447916666395031</c:v>
                </c:pt>
                <c:pt idx="42724">
                  <c:v>0.49449074074072996</c:v>
                </c:pt>
                <c:pt idx="42725">
                  <c:v>0.49450231481023366</c:v>
                </c:pt>
                <c:pt idx="42726">
                  <c:v>0.49451388888701331</c:v>
                </c:pt>
                <c:pt idx="42727">
                  <c:v>0.49452546296379296</c:v>
                </c:pt>
                <c:pt idx="42728">
                  <c:v>0.49453703703329666</c:v>
                </c:pt>
                <c:pt idx="42729">
                  <c:v>0.49454861111007631</c:v>
                </c:pt>
                <c:pt idx="42730">
                  <c:v>0.49456018517958</c:v>
                </c:pt>
                <c:pt idx="42731">
                  <c:v>0.49457175925635966</c:v>
                </c:pt>
                <c:pt idx="42732">
                  <c:v>0.49458333333313931</c:v>
                </c:pt>
                <c:pt idx="42733">
                  <c:v>0.494594907402643</c:v>
                </c:pt>
                <c:pt idx="42734">
                  <c:v>0.49460648147942265</c:v>
                </c:pt>
                <c:pt idx="42735">
                  <c:v>0.49461805555620231</c:v>
                </c:pt>
                <c:pt idx="42736">
                  <c:v>0.494629629625706</c:v>
                </c:pt>
                <c:pt idx="42737">
                  <c:v>0.49464120370248565</c:v>
                </c:pt>
                <c:pt idx="42738">
                  <c:v>0.49465277777198935</c:v>
                </c:pt>
                <c:pt idx="42739">
                  <c:v>0.494664351848769</c:v>
                </c:pt>
                <c:pt idx="42740">
                  <c:v>0.49467592592554865</c:v>
                </c:pt>
                <c:pt idx="42741">
                  <c:v>0.49468749999505235</c:v>
                </c:pt>
                <c:pt idx="42742">
                  <c:v>0.494699074071832</c:v>
                </c:pt>
                <c:pt idx="42743">
                  <c:v>0.49471064814861165</c:v>
                </c:pt>
                <c:pt idx="42744">
                  <c:v>0.49472222221811535</c:v>
                </c:pt>
                <c:pt idx="42745">
                  <c:v>0.494733796294895</c:v>
                </c:pt>
                <c:pt idx="42746">
                  <c:v>0.49474537037167465</c:v>
                </c:pt>
                <c:pt idx="42747">
                  <c:v>0.49475694444117835</c:v>
                </c:pt>
                <c:pt idx="42748">
                  <c:v>0.494768518517958</c:v>
                </c:pt>
                <c:pt idx="42749">
                  <c:v>0.4947800925874617</c:v>
                </c:pt>
                <c:pt idx="42750">
                  <c:v>0.49479166666424135</c:v>
                </c:pt>
                <c:pt idx="42751">
                  <c:v>0.494803240741021</c:v>
                </c:pt>
                <c:pt idx="42752">
                  <c:v>0.49481481481052469</c:v>
                </c:pt>
                <c:pt idx="42753">
                  <c:v>0.49482638888730435</c:v>
                </c:pt>
                <c:pt idx="42754">
                  <c:v>0.494837962964084</c:v>
                </c:pt>
                <c:pt idx="42755">
                  <c:v>0.49484953703358769</c:v>
                </c:pt>
                <c:pt idx="42756">
                  <c:v>0.49486111111036735</c:v>
                </c:pt>
                <c:pt idx="42757">
                  <c:v>0.49487268517987104</c:v>
                </c:pt>
                <c:pt idx="42758">
                  <c:v>0.49488425925665069</c:v>
                </c:pt>
                <c:pt idx="42759">
                  <c:v>0.49489583333343035</c:v>
                </c:pt>
                <c:pt idx="42760">
                  <c:v>0.49490740740293404</c:v>
                </c:pt>
                <c:pt idx="42761">
                  <c:v>0.49491898147971369</c:v>
                </c:pt>
                <c:pt idx="42762">
                  <c:v>0.49493055555649335</c:v>
                </c:pt>
                <c:pt idx="42763">
                  <c:v>0.49494212962599704</c:v>
                </c:pt>
                <c:pt idx="42764">
                  <c:v>0.49495370370277669</c:v>
                </c:pt>
                <c:pt idx="42765">
                  <c:v>0.49496527777228039</c:v>
                </c:pt>
                <c:pt idx="42766">
                  <c:v>0.49497685184906004</c:v>
                </c:pt>
                <c:pt idx="42767">
                  <c:v>0.49498842592583969</c:v>
                </c:pt>
                <c:pt idx="42768">
                  <c:v>0.49499999999534339</c:v>
                </c:pt>
                <c:pt idx="42769">
                  <c:v>0.49501157407212304</c:v>
                </c:pt>
                <c:pt idx="42770">
                  <c:v>0.49502314814890269</c:v>
                </c:pt>
                <c:pt idx="42771">
                  <c:v>0.49503472221840639</c:v>
                </c:pt>
                <c:pt idx="42772">
                  <c:v>0.49504629629518604</c:v>
                </c:pt>
                <c:pt idx="42773">
                  <c:v>0.49505787036468973</c:v>
                </c:pt>
                <c:pt idx="42774">
                  <c:v>0.49506944444146939</c:v>
                </c:pt>
                <c:pt idx="42775">
                  <c:v>0.49508101851824904</c:v>
                </c:pt>
                <c:pt idx="42776">
                  <c:v>0.49509259258775273</c:v>
                </c:pt>
                <c:pt idx="42777">
                  <c:v>0.49510416666453239</c:v>
                </c:pt>
                <c:pt idx="42778">
                  <c:v>0.49511574074131204</c:v>
                </c:pt>
                <c:pt idx="42779">
                  <c:v>0.49512731481081573</c:v>
                </c:pt>
                <c:pt idx="42780">
                  <c:v>0.49513888888759539</c:v>
                </c:pt>
                <c:pt idx="42781">
                  <c:v>0.49515046295709908</c:v>
                </c:pt>
                <c:pt idx="42782">
                  <c:v>0.49516203703387873</c:v>
                </c:pt>
                <c:pt idx="42783">
                  <c:v>0.49517361111065838</c:v>
                </c:pt>
                <c:pt idx="42784">
                  <c:v>0.49518518518016208</c:v>
                </c:pt>
                <c:pt idx="42785">
                  <c:v>0.49519675925694173</c:v>
                </c:pt>
                <c:pt idx="42786">
                  <c:v>0.49520833333372138</c:v>
                </c:pt>
                <c:pt idx="42787">
                  <c:v>0.49521990740322508</c:v>
                </c:pt>
                <c:pt idx="42788">
                  <c:v>0.49523148148000473</c:v>
                </c:pt>
                <c:pt idx="42789">
                  <c:v>0.49524305555678438</c:v>
                </c:pt>
                <c:pt idx="42790">
                  <c:v>0.49525462962628808</c:v>
                </c:pt>
                <c:pt idx="42791">
                  <c:v>0.49526620370306773</c:v>
                </c:pt>
                <c:pt idx="42792">
                  <c:v>0.49527777777257143</c:v>
                </c:pt>
                <c:pt idx="42793">
                  <c:v>0.49528935184935108</c:v>
                </c:pt>
                <c:pt idx="42794">
                  <c:v>0.49530092592613073</c:v>
                </c:pt>
                <c:pt idx="42795">
                  <c:v>0.49531249999563443</c:v>
                </c:pt>
                <c:pt idx="42796">
                  <c:v>0.49532407407241408</c:v>
                </c:pt>
                <c:pt idx="42797">
                  <c:v>0.49533564814919373</c:v>
                </c:pt>
                <c:pt idx="42798">
                  <c:v>0.49534722221869742</c:v>
                </c:pt>
                <c:pt idx="42799">
                  <c:v>0.49535879629547708</c:v>
                </c:pt>
                <c:pt idx="42800">
                  <c:v>0.49537037036498077</c:v>
                </c:pt>
                <c:pt idx="42801">
                  <c:v>0.49538194444176042</c:v>
                </c:pt>
                <c:pt idx="42802">
                  <c:v>0.49539351851854008</c:v>
                </c:pt>
                <c:pt idx="42803">
                  <c:v>0.49540509258804377</c:v>
                </c:pt>
                <c:pt idx="42804">
                  <c:v>0.49541666666482342</c:v>
                </c:pt>
                <c:pt idx="42805">
                  <c:v>0.49542824074160308</c:v>
                </c:pt>
                <c:pt idx="42806">
                  <c:v>0.49543981481110677</c:v>
                </c:pt>
                <c:pt idx="42807">
                  <c:v>0.49545138888788642</c:v>
                </c:pt>
                <c:pt idx="42808">
                  <c:v>0.49546296295739012</c:v>
                </c:pt>
                <c:pt idx="42809">
                  <c:v>0.49547453703416977</c:v>
                </c:pt>
                <c:pt idx="42810">
                  <c:v>0.49548611111094942</c:v>
                </c:pt>
                <c:pt idx="42811">
                  <c:v>0.49549768518045312</c:v>
                </c:pt>
                <c:pt idx="42812">
                  <c:v>0.49550925925723277</c:v>
                </c:pt>
                <c:pt idx="42813">
                  <c:v>0.49552083333401242</c:v>
                </c:pt>
                <c:pt idx="42814">
                  <c:v>0.49553240740351612</c:v>
                </c:pt>
                <c:pt idx="42815">
                  <c:v>0.49554398148029577</c:v>
                </c:pt>
                <c:pt idx="42816">
                  <c:v>0.49555555554979946</c:v>
                </c:pt>
                <c:pt idx="42817">
                  <c:v>0.49556712962657912</c:v>
                </c:pt>
                <c:pt idx="42818">
                  <c:v>0.49557870370335877</c:v>
                </c:pt>
                <c:pt idx="42819">
                  <c:v>0.49559027777286246</c:v>
                </c:pt>
                <c:pt idx="42820">
                  <c:v>0.49560185184964212</c:v>
                </c:pt>
                <c:pt idx="42821">
                  <c:v>0.49561342592642177</c:v>
                </c:pt>
                <c:pt idx="42822">
                  <c:v>0.49562499999592546</c:v>
                </c:pt>
                <c:pt idx="42823">
                  <c:v>0.49563657407270512</c:v>
                </c:pt>
                <c:pt idx="42824">
                  <c:v>0.49564814814948477</c:v>
                </c:pt>
                <c:pt idx="42825">
                  <c:v>0.49565972221898846</c:v>
                </c:pt>
                <c:pt idx="42826">
                  <c:v>0.49567129629576812</c:v>
                </c:pt>
                <c:pt idx="42827">
                  <c:v>0.49568287036527181</c:v>
                </c:pt>
                <c:pt idx="42828">
                  <c:v>0.49569444444205146</c:v>
                </c:pt>
                <c:pt idx="42829">
                  <c:v>0.49570601851883112</c:v>
                </c:pt>
                <c:pt idx="42830">
                  <c:v>0.49571759258833481</c:v>
                </c:pt>
                <c:pt idx="42831">
                  <c:v>0.49572916666511446</c:v>
                </c:pt>
                <c:pt idx="42832">
                  <c:v>0.49574074074189411</c:v>
                </c:pt>
                <c:pt idx="42833">
                  <c:v>0.49575231481139781</c:v>
                </c:pt>
                <c:pt idx="42834">
                  <c:v>0.49576388888817746</c:v>
                </c:pt>
                <c:pt idx="42835">
                  <c:v>0.49577546295768116</c:v>
                </c:pt>
                <c:pt idx="42836">
                  <c:v>0.49578703703446081</c:v>
                </c:pt>
                <c:pt idx="42837">
                  <c:v>0.49579861111124046</c:v>
                </c:pt>
                <c:pt idx="42838">
                  <c:v>0.49581018518074416</c:v>
                </c:pt>
                <c:pt idx="42839">
                  <c:v>0.49582175925752381</c:v>
                </c:pt>
                <c:pt idx="42840">
                  <c:v>0.49583333333430346</c:v>
                </c:pt>
                <c:pt idx="42841">
                  <c:v>0.49584490740380716</c:v>
                </c:pt>
                <c:pt idx="42842">
                  <c:v>0.49585648148058681</c:v>
                </c:pt>
                <c:pt idx="42843">
                  <c:v>0.4958680555500905</c:v>
                </c:pt>
                <c:pt idx="42844">
                  <c:v>0.49587962962687016</c:v>
                </c:pt>
                <c:pt idx="42845">
                  <c:v>0.49589120370364981</c:v>
                </c:pt>
                <c:pt idx="42846">
                  <c:v>0.4959027777731535</c:v>
                </c:pt>
                <c:pt idx="42847">
                  <c:v>0.49591435184993315</c:v>
                </c:pt>
                <c:pt idx="42848">
                  <c:v>0.49592592592671281</c:v>
                </c:pt>
                <c:pt idx="42849">
                  <c:v>0.4959374999962165</c:v>
                </c:pt>
                <c:pt idx="42850">
                  <c:v>0.49594907407299615</c:v>
                </c:pt>
                <c:pt idx="42851">
                  <c:v>0.49596064814249985</c:v>
                </c:pt>
                <c:pt idx="42852">
                  <c:v>0.4959722222192795</c:v>
                </c:pt>
                <c:pt idx="42853">
                  <c:v>0.49598379629605915</c:v>
                </c:pt>
                <c:pt idx="42854">
                  <c:v>0.49599537036556285</c:v>
                </c:pt>
                <c:pt idx="42855">
                  <c:v>0.4960069444423425</c:v>
                </c:pt>
                <c:pt idx="42856">
                  <c:v>0.49601851851912215</c:v>
                </c:pt>
                <c:pt idx="42857">
                  <c:v>0.49603009258862585</c:v>
                </c:pt>
                <c:pt idx="42858">
                  <c:v>0.4960416666654055</c:v>
                </c:pt>
                <c:pt idx="42859">
                  <c:v>0.4960532407349092</c:v>
                </c:pt>
                <c:pt idx="42860">
                  <c:v>0.49606481481168885</c:v>
                </c:pt>
                <c:pt idx="42861">
                  <c:v>0.4960763888884685</c:v>
                </c:pt>
                <c:pt idx="42862">
                  <c:v>0.49608796295797219</c:v>
                </c:pt>
                <c:pt idx="42863">
                  <c:v>0.49609953703475185</c:v>
                </c:pt>
                <c:pt idx="42864">
                  <c:v>0.4961111111115315</c:v>
                </c:pt>
                <c:pt idx="42865">
                  <c:v>0.49612268518103519</c:v>
                </c:pt>
                <c:pt idx="42866">
                  <c:v>0.49613425925781485</c:v>
                </c:pt>
                <c:pt idx="42867">
                  <c:v>0.4961458333345945</c:v>
                </c:pt>
                <c:pt idx="42868">
                  <c:v>0.49615740740409819</c:v>
                </c:pt>
                <c:pt idx="42869">
                  <c:v>0.49616898148087785</c:v>
                </c:pt>
                <c:pt idx="42870">
                  <c:v>0.49618055555038154</c:v>
                </c:pt>
                <c:pt idx="42871">
                  <c:v>0.49619212962716119</c:v>
                </c:pt>
                <c:pt idx="42872">
                  <c:v>0.49620370370394085</c:v>
                </c:pt>
                <c:pt idx="42873">
                  <c:v>0.49621527777344454</c:v>
                </c:pt>
                <c:pt idx="42874">
                  <c:v>0.49622685185022419</c:v>
                </c:pt>
                <c:pt idx="42875">
                  <c:v>0.49623842592700385</c:v>
                </c:pt>
                <c:pt idx="42876">
                  <c:v>0.49624999999650754</c:v>
                </c:pt>
                <c:pt idx="42877">
                  <c:v>0.49626157407328719</c:v>
                </c:pt>
                <c:pt idx="42878">
                  <c:v>0.49627314814279089</c:v>
                </c:pt>
                <c:pt idx="42879">
                  <c:v>0.49628472221957054</c:v>
                </c:pt>
                <c:pt idx="42880">
                  <c:v>0.49629629629635019</c:v>
                </c:pt>
                <c:pt idx="42881">
                  <c:v>0.49630787036585389</c:v>
                </c:pt>
                <c:pt idx="42882">
                  <c:v>0.49631944444263354</c:v>
                </c:pt>
                <c:pt idx="42883">
                  <c:v>0.49633101851941319</c:v>
                </c:pt>
                <c:pt idx="42884">
                  <c:v>0.49634259258891689</c:v>
                </c:pt>
                <c:pt idx="42885">
                  <c:v>0.49635416666569654</c:v>
                </c:pt>
                <c:pt idx="42886">
                  <c:v>0.49636574073520023</c:v>
                </c:pt>
                <c:pt idx="42887">
                  <c:v>0.49637731481197989</c:v>
                </c:pt>
                <c:pt idx="42888">
                  <c:v>0.49638888888875954</c:v>
                </c:pt>
                <c:pt idx="42889">
                  <c:v>0.49640046295826323</c:v>
                </c:pt>
                <c:pt idx="42890">
                  <c:v>0.49641203703504289</c:v>
                </c:pt>
                <c:pt idx="42891">
                  <c:v>0.49642361111182254</c:v>
                </c:pt>
                <c:pt idx="42892">
                  <c:v>0.49643518518132623</c:v>
                </c:pt>
                <c:pt idx="42893">
                  <c:v>0.49644675925810589</c:v>
                </c:pt>
                <c:pt idx="42894">
                  <c:v>0.49645833332760958</c:v>
                </c:pt>
                <c:pt idx="42895">
                  <c:v>0.49646990740438923</c:v>
                </c:pt>
                <c:pt idx="42896">
                  <c:v>0.49648148148116888</c:v>
                </c:pt>
                <c:pt idx="42897">
                  <c:v>0.49649305555067258</c:v>
                </c:pt>
                <c:pt idx="42898">
                  <c:v>0.49650462962745223</c:v>
                </c:pt>
                <c:pt idx="42899">
                  <c:v>0.49651620370423188</c:v>
                </c:pt>
                <c:pt idx="42900">
                  <c:v>0.49652777777373558</c:v>
                </c:pt>
                <c:pt idx="42901">
                  <c:v>0.49653935185051523</c:v>
                </c:pt>
                <c:pt idx="42902">
                  <c:v>0.49655092592001893</c:v>
                </c:pt>
                <c:pt idx="42903">
                  <c:v>0.49656249999679858</c:v>
                </c:pt>
                <c:pt idx="42904">
                  <c:v>0.49657407407357823</c:v>
                </c:pt>
                <c:pt idx="42905">
                  <c:v>0.49658564814308193</c:v>
                </c:pt>
                <c:pt idx="42906">
                  <c:v>0.49659722221986158</c:v>
                </c:pt>
                <c:pt idx="42907">
                  <c:v>0.49660879629664123</c:v>
                </c:pt>
                <c:pt idx="42908">
                  <c:v>0.49662037036614493</c:v>
                </c:pt>
                <c:pt idx="42909">
                  <c:v>0.49663194444292458</c:v>
                </c:pt>
                <c:pt idx="42910">
                  <c:v>0.49664351851970423</c:v>
                </c:pt>
                <c:pt idx="42911">
                  <c:v>0.49665509258920792</c:v>
                </c:pt>
                <c:pt idx="42912">
                  <c:v>0.49666666666598758</c:v>
                </c:pt>
                <c:pt idx="42913">
                  <c:v>0.49667824073549127</c:v>
                </c:pt>
                <c:pt idx="42914">
                  <c:v>0.49668981481227092</c:v>
                </c:pt>
                <c:pt idx="42915">
                  <c:v>0.49670138888905058</c:v>
                </c:pt>
                <c:pt idx="42916">
                  <c:v>0.49671296295855427</c:v>
                </c:pt>
                <c:pt idx="42917">
                  <c:v>0.49672453703533392</c:v>
                </c:pt>
                <c:pt idx="42918">
                  <c:v>0.49673611111211358</c:v>
                </c:pt>
                <c:pt idx="42919">
                  <c:v>0.49674768518161727</c:v>
                </c:pt>
                <c:pt idx="42920">
                  <c:v>0.49675925925839692</c:v>
                </c:pt>
                <c:pt idx="42921">
                  <c:v>0.49677083332790062</c:v>
                </c:pt>
                <c:pt idx="42922">
                  <c:v>0.49678240740468027</c:v>
                </c:pt>
                <c:pt idx="42923">
                  <c:v>0.49679398148145992</c:v>
                </c:pt>
                <c:pt idx="42924">
                  <c:v>0.49680555555096362</c:v>
                </c:pt>
                <c:pt idx="42925">
                  <c:v>0.49681712962774327</c:v>
                </c:pt>
                <c:pt idx="42926">
                  <c:v>0.49682870370452292</c:v>
                </c:pt>
                <c:pt idx="42927">
                  <c:v>0.49684027777402662</c:v>
                </c:pt>
                <c:pt idx="42928">
                  <c:v>0.49685185185080627</c:v>
                </c:pt>
                <c:pt idx="42929">
                  <c:v>0.49686342592030996</c:v>
                </c:pt>
                <c:pt idx="42930">
                  <c:v>0.49687499999708962</c:v>
                </c:pt>
                <c:pt idx="42931">
                  <c:v>0.49688657407386927</c:v>
                </c:pt>
                <c:pt idx="42932">
                  <c:v>0.49689814814337296</c:v>
                </c:pt>
                <c:pt idx="42933">
                  <c:v>0.49690972222015262</c:v>
                </c:pt>
                <c:pt idx="42934">
                  <c:v>0.49692129629693227</c:v>
                </c:pt>
                <c:pt idx="42935">
                  <c:v>0.49693287036643596</c:v>
                </c:pt>
                <c:pt idx="42936">
                  <c:v>0.49694444444321562</c:v>
                </c:pt>
                <c:pt idx="42937">
                  <c:v>0.49695601851271931</c:v>
                </c:pt>
                <c:pt idx="42938">
                  <c:v>0.49696759258949896</c:v>
                </c:pt>
                <c:pt idx="42939">
                  <c:v>0.49697916666627862</c:v>
                </c:pt>
                <c:pt idx="42940">
                  <c:v>0.49699074073578231</c:v>
                </c:pt>
                <c:pt idx="42941">
                  <c:v>0.49700231481256196</c:v>
                </c:pt>
                <c:pt idx="42942">
                  <c:v>0.49701388888934162</c:v>
                </c:pt>
                <c:pt idx="42943">
                  <c:v>0.49702546295884531</c:v>
                </c:pt>
                <c:pt idx="42944">
                  <c:v>0.49703703703562496</c:v>
                </c:pt>
                <c:pt idx="42945">
                  <c:v>0.49704861111240461</c:v>
                </c:pt>
                <c:pt idx="42946">
                  <c:v>0.49706018518190831</c:v>
                </c:pt>
                <c:pt idx="42947">
                  <c:v>0.49707175925868796</c:v>
                </c:pt>
                <c:pt idx="42948">
                  <c:v>0.49708333332819166</c:v>
                </c:pt>
                <c:pt idx="42949">
                  <c:v>0.49709490740497131</c:v>
                </c:pt>
                <c:pt idx="42950">
                  <c:v>0.49710648148175096</c:v>
                </c:pt>
                <c:pt idx="42951">
                  <c:v>0.49711805555125466</c:v>
                </c:pt>
                <c:pt idx="42952">
                  <c:v>0.49712962962803431</c:v>
                </c:pt>
                <c:pt idx="42953">
                  <c:v>0.49714120370481396</c:v>
                </c:pt>
                <c:pt idx="42954">
                  <c:v>0.49715277777431766</c:v>
                </c:pt>
                <c:pt idx="42955">
                  <c:v>0.49716435185109731</c:v>
                </c:pt>
                <c:pt idx="42956">
                  <c:v>0.497175925920601</c:v>
                </c:pt>
                <c:pt idx="42957">
                  <c:v>0.49718749999738066</c:v>
                </c:pt>
                <c:pt idx="42958">
                  <c:v>0.49719907407416031</c:v>
                </c:pt>
                <c:pt idx="42959">
                  <c:v>0.497210648143664</c:v>
                </c:pt>
                <c:pt idx="42960">
                  <c:v>0.49722222222044365</c:v>
                </c:pt>
                <c:pt idx="42961">
                  <c:v>0.49723379629722331</c:v>
                </c:pt>
                <c:pt idx="42962">
                  <c:v>0.497245370366727</c:v>
                </c:pt>
                <c:pt idx="42963">
                  <c:v>0.49725694444350665</c:v>
                </c:pt>
                <c:pt idx="42964">
                  <c:v>0.49726851851301035</c:v>
                </c:pt>
                <c:pt idx="42965">
                  <c:v>0.49728009258979</c:v>
                </c:pt>
                <c:pt idx="42966">
                  <c:v>0.49729166666656965</c:v>
                </c:pt>
                <c:pt idx="42967">
                  <c:v>0.49730324073607335</c:v>
                </c:pt>
                <c:pt idx="42968">
                  <c:v>0.497314814812853</c:v>
                </c:pt>
                <c:pt idx="42969">
                  <c:v>0.49732638888963265</c:v>
                </c:pt>
                <c:pt idx="42970">
                  <c:v>0.49733796295913635</c:v>
                </c:pt>
                <c:pt idx="42971">
                  <c:v>0.497349537035916</c:v>
                </c:pt>
                <c:pt idx="42972">
                  <c:v>0.4973611111054197</c:v>
                </c:pt>
                <c:pt idx="42973">
                  <c:v>0.49737268518219935</c:v>
                </c:pt>
                <c:pt idx="42974">
                  <c:v>0.497384259258979</c:v>
                </c:pt>
                <c:pt idx="42975">
                  <c:v>0.49739583332848269</c:v>
                </c:pt>
                <c:pt idx="42976">
                  <c:v>0.49740740740526235</c:v>
                </c:pt>
                <c:pt idx="42977">
                  <c:v>0.497418981482042</c:v>
                </c:pt>
                <c:pt idx="42978">
                  <c:v>0.49743055555154569</c:v>
                </c:pt>
                <c:pt idx="42979">
                  <c:v>0.49744212962832535</c:v>
                </c:pt>
                <c:pt idx="42980">
                  <c:v>0.49745370369782904</c:v>
                </c:pt>
                <c:pt idx="42981">
                  <c:v>0.49746527777460869</c:v>
                </c:pt>
                <c:pt idx="42982">
                  <c:v>0.49747685185138835</c:v>
                </c:pt>
                <c:pt idx="42983">
                  <c:v>0.49748842592089204</c:v>
                </c:pt>
                <c:pt idx="42984">
                  <c:v>0.49749999999767169</c:v>
                </c:pt>
                <c:pt idx="42985">
                  <c:v>0.49751157407445135</c:v>
                </c:pt>
                <c:pt idx="42986">
                  <c:v>0.49752314814395504</c:v>
                </c:pt>
                <c:pt idx="42987">
                  <c:v>0.49753472222073469</c:v>
                </c:pt>
                <c:pt idx="42988">
                  <c:v>0.49754629629751435</c:v>
                </c:pt>
                <c:pt idx="42989">
                  <c:v>0.49755787036701804</c:v>
                </c:pt>
                <c:pt idx="42990">
                  <c:v>0.49756944444379769</c:v>
                </c:pt>
                <c:pt idx="42991">
                  <c:v>0.49758101851330139</c:v>
                </c:pt>
                <c:pt idx="42992">
                  <c:v>0.49759259259008104</c:v>
                </c:pt>
                <c:pt idx="42993">
                  <c:v>0.49760416666686069</c:v>
                </c:pt>
                <c:pt idx="42994">
                  <c:v>0.49761574073636439</c:v>
                </c:pt>
                <c:pt idx="42995">
                  <c:v>0.49762731481314404</c:v>
                </c:pt>
                <c:pt idx="42996">
                  <c:v>0.49763888888992369</c:v>
                </c:pt>
                <c:pt idx="42997">
                  <c:v>0.49765046295942739</c:v>
                </c:pt>
                <c:pt idx="42998">
                  <c:v>0.49766203703620704</c:v>
                </c:pt>
                <c:pt idx="42999">
                  <c:v>0.49767361110571073</c:v>
                </c:pt>
                <c:pt idx="43000">
                  <c:v>0.49768518518249039</c:v>
                </c:pt>
                <c:pt idx="43001">
                  <c:v>0.49769675925927004</c:v>
                </c:pt>
                <c:pt idx="43002">
                  <c:v>0.49770833332877373</c:v>
                </c:pt>
                <c:pt idx="43003">
                  <c:v>0.49771990740555339</c:v>
                </c:pt>
                <c:pt idx="43004">
                  <c:v>0.49773148148233304</c:v>
                </c:pt>
                <c:pt idx="43005">
                  <c:v>0.49774305555183673</c:v>
                </c:pt>
                <c:pt idx="43006">
                  <c:v>0.49775462962861639</c:v>
                </c:pt>
                <c:pt idx="43007">
                  <c:v>0.49776620369812008</c:v>
                </c:pt>
                <c:pt idx="43008">
                  <c:v>0.49777777777489973</c:v>
                </c:pt>
                <c:pt idx="43009">
                  <c:v>0.49778935185167938</c:v>
                </c:pt>
                <c:pt idx="43010">
                  <c:v>0.49780092592118308</c:v>
                </c:pt>
                <c:pt idx="43011">
                  <c:v>0.49781249999796273</c:v>
                </c:pt>
                <c:pt idx="43012">
                  <c:v>0.49782407407474238</c:v>
                </c:pt>
                <c:pt idx="43013">
                  <c:v>0.49783564814424608</c:v>
                </c:pt>
                <c:pt idx="43014">
                  <c:v>0.49784722222102573</c:v>
                </c:pt>
                <c:pt idx="43015">
                  <c:v>0.49785879629052943</c:v>
                </c:pt>
                <c:pt idx="43016">
                  <c:v>0.49787037036730908</c:v>
                </c:pt>
                <c:pt idx="43017">
                  <c:v>0.49788194444408873</c:v>
                </c:pt>
                <c:pt idx="43018">
                  <c:v>0.49789351851359243</c:v>
                </c:pt>
                <c:pt idx="43019">
                  <c:v>0.49790509259037208</c:v>
                </c:pt>
                <c:pt idx="43020">
                  <c:v>0.49791666666715173</c:v>
                </c:pt>
                <c:pt idx="43021">
                  <c:v>0.49792824073665543</c:v>
                </c:pt>
                <c:pt idx="43022">
                  <c:v>0.49793981481343508</c:v>
                </c:pt>
                <c:pt idx="43023">
                  <c:v>0.49795138889021473</c:v>
                </c:pt>
                <c:pt idx="43024">
                  <c:v>0.49796296295971842</c:v>
                </c:pt>
                <c:pt idx="43025">
                  <c:v>0.49797453703649808</c:v>
                </c:pt>
                <c:pt idx="43026">
                  <c:v>0.49798611110600177</c:v>
                </c:pt>
                <c:pt idx="43027">
                  <c:v>0.49799768518278142</c:v>
                </c:pt>
                <c:pt idx="43028">
                  <c:v>0.49800925925956108</c:v>
                </c:pt>
                <c:pt idx="43029">
                  <c:v>0.49802083332906477</c:v>
                </c:pt>
                <c:pt idx="43030">
                  <c:v>0.49803240740584442</c:v>
                </c:pt>
                <c:pt idx="43031">
                  <c:v>0.49804398148262408</c:v>
                </c:pt>
                <c:pt idx="43032">
                  <c:v>0.49805555555212777</c:v>
                </c:pt>
                <c:pt idx="43033">
                  <c:v>0.49806712962890742</c:v>
                </c:pt>
                <c:pt idx="43034">
                  <c:v>0.49807870369841112</c:v>
                </c:pt>
                <c:pt idx="43035">
                  <c:v>0.49809027777519077</c:v>
                </c:pt>
                <c:pt idx="43036">
                  <c:v>0.49810185185197042</c:v>
                </c:pt>
                <c:pt idx="43037">
                  <c:v>0.49811342592147412</c:v>
                </c:pt>
                <c:pt idx="43038">
                  <c:v>0.49812499999825377</c:v>
                </c:pt>
                <c:pt idx="43039">
                  <c:v>0.49813657407503342</c:v>
                </c:pt>
                <c:pt idx="43040">
                  <c:v>0.49814814814453712</c:v>
                </c:pt>
                <c:pt idx="43041">
                  <c:v>0.49815972222131677</c:v>
                </c:pt>
                <c:pt idx="43042">
                  <c:v>0.49817129629082046</c:v>
                </c:pt>
                <c:pt idx="43043">
                  <c:v>0.49818287036760012</c:v>
                </c:pt>
                <c:pt idx="43044">
                  <c:v>0.49819444444437977</c:v>
                </c:pt>
                <c:pt idx="43045">
                  <c:v>0.49820601851388346</c:v>
                </c:pt>
                <c:pt idx="43046">
                  <c:v>0.49821759259066312</c:v>
                </c:pt>
                <c:pt idx="43047">
                  <c:v>0.49822916666744277</c:v>
                </c:pt>
                <c:pt idx="43048">
                  <c:v>0.49824074073694646</c:v>
                </c:pt>
                <c:pt idx="43049">
                  <c:v>0.49825231481372612</c:v>
                </c:pt>
                <c:pt idx="43050">
                  <c:v>0.49826388888322981</c:v>
                </c:pt>
                <c:pt idx="43051">
                  <c:v>0.49827546296000946</c:v>
                </c:pt>
                <c:pt idx="43052">
                  <c:v>0.49828703703678912</c:v>
                </c:pt>
                <c:pt idx="43053">
                  <c:v>0.49829861110629281</c:v>
                </c:pt>
                <c:pt idx="43054">
                  <c:v>0.49831018518307246</c:v>
                </c:pt>
                <c:pt idx="43055">
                  <c:v>0.49832175925985212</c:v>
                </c:pt>
                <c:pt idx="43056">
                  <c:v>0.49833333332935581</c:v>
                </c:pt>
                <c:pt idx="43057">
                  <c:v>0.49834490740613546</c:v>
                </c:pt>
                <c:pt idx="43058">
                  <c:v>0.49835648147563916</c:v>
                </c:pt>
                <c:pt idx="43059">
                  <c:v>0.49836805555241881</c:v>
                </c:pt>
                <c:pt idx="43060">
                  <c:v>0.49837962962919846</c:v>
                </c:pt>
                <c:pt idx="43061">
                  <c:v>0.49839120369870216</c:v>
                </c:pt>
                <c:pt idx="43062">
                  <c:v>0.49840277777548181</c:v>
                </c:pt>
                <c:pt idx="43063">
                  <c:v>0.49841435185226146</c:v>
                </c:pt>
                <c:pt idx="43064">
                  <c:v>0.49842592592176516</c:v>
                </c:pt>
                <c:pt idx="43065">
                  <c:v>0.49843749999854481</c:v>
                </c:pt>
                <c:pt idx="43066">
                  <c:v>0.49844907407532446</c:v>
                </c:pt>
                <c:pt idx="43067">
                  <c:v>0.49846064814482816</c:v>
                </c:pt>
                <c:pt idx="43068">
                  <c:v>0.49847222222160781</c:v>
                </c:pt>
                <c:pt idx="43069">
                  <c:v>0.4984837962911115</c:v>
                </c:pt>
                <c:pt idx="43070">
                  <c:v>0.49849537036789116</c:v>
                </c:pt>
                <c:pt idx="43071">
                  <c:v>0.49850694444467081</c:v>
                </c:pt>
                <c:pt idx="43072">
                  <c:v>0.4985185185141745</c:v>
                </c:pt>
                <c:pt idx="43073">
                  <c:v>0.49853009259095415</c:v>
                </c:pt>
                <c:pt idx="43074">
                  <c:v>0.49854166666773381</c:v>
                </c:pt>
                <c:pt idx="43075">
                  <c:v>0.4985532407372375</c:v>
                </c:pt>
                <c:pt idx="43076">
                  <c:v>0.49856481481401715</c:v>
                </c:pt>
                <c:pt idx="43077">
                  <c:v>0.49857638888352085</c:v>
                </c:pt>
                <c:pt idx="43078">
                  <c:v>0.4985879629603005</c:v>
                </c:pt>
                <c:pt idx="43079">
                  <c:v>0.49859953703708015</c:v>
                </c:pt>
                <c:pt idx="43080">
                  <c:v>0.49861111110658385</c:v>
                </c:pt>
                <c:pt idx="43081">
                  <c:v>0.4986226851833635</c:v>
                </c:pt>
                <c:pt idx="43082">
                  <c:v>0.49863425926014315</c:v>
                </c:pt>
                <c:pt idx="43083">
                  <c:v>0.49864583332964685</c:v>
                </c:pt>
                <c:pt idx="43084">
                  <c:v>0.4986574074064265</c:v>
                </c:pt>
                <c:pt idx="43085">
                  <c:v>0.4986689814759302</c:v>
                </c:pt>
                <c:pt idx="43086">
                  <c:v>0.49868055555270985</c:v>
                </c:pt>
                <c:pt idx="43087">
                  <c:v>0.4986921296294895</c:v>
                </c:pt>
                <c:pt idx="43088">
                  <c:v>0.49870370369899319</c:v>
                </c:pt>
                <c:pt idx="43089">
                  <c:v>0.49871527777577285</c:v>
                </c:pt>
                <c:pt idx="43090">
                  <c:v>0.4987268518525525</c:v>
                </c:pt>
                <c:pt idx="43091">
                  <c:v>0.49873842592205619</c:v>
                </c:pt>
                <c:pt idx="43092">
                  <c:v>0.49874999999883585</c:v>
                </c:pt>
                <c:pt idx="43093">
                  <c:v>0.49876157406833954</c:v>
                </c:pt>
                <c:pt idx="43094">
                  <c:v>0.49877314814511919</c:v>
                </c:pt>
                <c:pt idx="43095">
                  <c:v>0.49878472222189885</c:v>
                </c:pt>
                <c:pt idx="43096">
                  <c:v>0.49879629629140254</c:v>
                </c:pt>
                <c:pt idx="43097">
                  <c:v>0.49880787036818219</c:v>
                </c:pt>
                <c:pt idx="43098">
                  <c:v>0.49881944444496185</c:v>
                </c:pt>
                <c:pt idx="43099">
                  <c:v>0.49883101851446554</c:v>
                </c:pt>
                <c:pt idx="43100">
                  <c:v>0.49884259259124519</c:v>
                </c:pt>
                <c:pt idx="43101">
                  <c:v>0.49885416666074889</c:v>
                </c:pt>
                <c:pt idx="43102">
                  <c:v>0.49886574073752854</c:v>
                </c:pt>
                <c:pt idx="43103">
                  <c:v>0.49887731481430819</c:v>
                </c:pt>
                <c:pt idx="43104">
                  <c:v>0.49888888888381189</c:v>
                </c:pt>
                <c:pt idx="43105">
                  <c:v>0.49890046296059154</c:v>
                </c:pt>
                <c:pt idx="43106">
                  <c:v>0.49891203703737119</c:v>
                </c:pt>
                <c:pt idx="43107">
                  <c:v>0.49892361110687489</c:v>
                </c:pt>
                <c:pt idx="43108">
                  <c:v>0.49893518518365454</c:v>
                </c:pt>
                <c:pt idx="43109">
                  <c:v>0.49894675926043419</c:v>
                </c:pt>
                <c:pt idx="43110">
                  <c:v>0.49895833332993789</c:v>
                </c:pt>
                <c:pt idx="43111">
                  <c:v>0.49896990740671754</c:v>
                </c:pt>
                <c:pt idx="43112">
                  <c:v>0.49898148147622123</c:v>
                </c:pt>
                <c:pt idx="43113">
                  <c:v>0.49899305555300089</c:v>
                </c:pt>
                <c:pt idx="43114">
                  <c:v>0.49900462962978054</c:v>
                </c:pt>
                <c:pt idx="43115">
                  <c:v>0.49901620369928423</c:v>
                </c:pt>
                <c:pt idx="43116">
                  <c:v>0.49902777777606389</c:v>
                </c:pt>
                <c:pt idx="43117">
                  <c:v>0.49903935185284354</c:v>
                </c:pt>
                <c:pt idx="43118">
                  <c:v>0.49905092592234723</c:v>
                </c:pt>
                <c:pt idx="43119">
                  <c:v>0.49906249999912689</c:v>
                </c:pt>
                <c:pt idx="43120">
                  <c:v>0.49907407406863058</c:v>
                </c:pt>
                <c:pt idx="43121">
                  <c:v>0.49908564814541023</c:v>
                </c:pt>
                <c:pt idx="43122">
                  <c:v>0.49909722222218988</c:v>
                </c:pt>
                <c:pt idx="43123">
                  <c:v>0.49910879629169358</c:v>
                </c:pt>
                <c:pt idx="43124">
                  <c:v>0.49912037036847323</c:v>
                </c:pt>
                <c:pt idx="43125">
                  <c:v>0.49913194444525288</c:v>
                </c:pt>
                <c:pt idx="43126">
                  <c:v>0.49914351851475658</c:v>
                </c:pt>
                <c:pt idx="43127">
                  <c:v>0.49915509259153623</c:v>
                </c:pt>
                <c:pt idx="43128">
                  <c:v>0.49916666666103993</c:v>
                </c:pt>
                <c:pt idx="43129">
                  <c:v>0.49917824073781958</c:v>
                </c:pt>
                <c:pt idx="43130">
                  <c:v>0.49918981481459923</c:v>
                </c:pt>
                <c:pt idx="43131">
                  <c:v>0.49920138888410293</c:v>
                </c:pt>
                <c:pt idx="43132">
                  <c:v>0.49921296296088258</c:v>
                </c:pt>
                <c:pt idx="43133">
                  <c:v>0.49922453703766223</c:v>
                </c:pt>
                <c:pt idx="43134">
                  <c:v>0.49923611110716593</c:v>
                </c:pt>
                <c:pt idx="43135">
                  <c:v>0.49924768518394558</c:v>
                </c:pt>
                <c:pt idx="43136">
                  <c:v>0.49925925925344927</c:v>
                </c:pt>
                <c:pt idx="43137">
                  <c:v>0.49927083333022892</c:v>
                </c:pt>
                <c:pt idx="43138">
                  <c:v>0.49928240740700858</c:v>
                </c:pt>
                <c:pt idx="43139">
                  <c:v>0.49929398147651227</c:v>
                </c:pt>
                <c:pt idx="43140">
                  <c:v>0.49930555555329192</c:v>
                </c:pt>
                <c:pt idx="43141">
                  <c:v>0.49931712963007158</c:v>
                </c:pt>
                <c:pt idx="43142">
                  <c:v>0.49932870369957527</c:v>
                </c:pt>
                <c:pt idx="43143">
                  <c:v>0.49934027777635492</c:v>
                </c:pt>
                <c:pt idx="43144">
                  <c:v>0.49935185185313458</c:v>
                </c:pt>
                <c:pt idx="43145">
                  <c:v>0.49936342592263827</c:v>
                </c:pt>
                <c:pt idx="43146">
                  <c:v>0.49937499999941792</c:v>
                </c:pt>
                <c:pt idx="43147">
                  <c:v>0.49938657406892162</c:v>
                </c:pt>
                <c:pt idx="43148">
                  <c:v>0.49939814814570127</c:v>
                </c:pt>
                <c:pt idx="43149">
                  <c:v>0.49940972222248092</c:v>
                </c:pt>
                <c:pt idx="43150">
                  <c:v>0.49942129629198462</c:v>
                </c:pt>
                <c:pt idx="43151">
                  <c:v>0.49943287036876427</c:v>
                </c:pt>
                <c:pt idx="43152">
                  <c:v>0.49944444444554392</c:v>
                </c:pt>
                <c:pt idx="43153">
                  <c:v>0.49945601851504762</c:v>
                </c:pt>
                <c:pt idx="43154">
                  <c:v>0.49946759259182727</c:v>
                </c:pt>
                <c:pt idx="43155">
                  <c:v>0.49947916666133096</c:v>
                </c:pt>
                <c:pt idx="43156">
                  <c:v>0.49949074073811062</c:v>
                </c:pt>
                <c:pt idx="43157">
                  <c:v>0.49950231481489027</c:v>
                </c:pt>
                <c:pt idx="43158">
                  <c:v>0.49951388888439396</c:v>
                </c:pt>
                <c:pt idx="43159">
                  <c:v>0.49952546296117362</c:v>
                </c:pt>
                <c:pt idx="43160">
                  <c:v>0.49953703703795327</c:v>
                </c:pt>
                <c:pt idx="43161">
                  <c:v>0.49954861110745696</c:v>
                </c:pt>
                <c:pt idx="43162">
                  <c:v>0.49956018518423662</c:v>
                </c:pt>
                <c:pt idx="43163">
                  <c:v>0.49957175925374031</c:v>
                </c:pt>
                <c:pt idx="43164">
                  <c:v>0.49958333333051996</c:v>
                </c:pt>
                <c:pt idx="43165">
                  <c:v>0.49959490740729962</c:v>
                </c:pt>
                <c:pt idx="43166">
                  <c:v>0.49960648147680331</c:v>
                </c:pt>
                <c:pt idx="43167">
                  <c:v>0.49961805555358296</c:v>
                </c:pt>
                <c:pt idx="43168">
                  <c:v>0.49962962963036261</c:v>
                </c:pt>
                <c:pt idx="43169">
                  <c:v>0.49964120369986631</c:v>
                </c:pt>
                <c:pt idx="43170">
                  <c:v>0.49965277777664596</c:v>
                </c:pt>
                <c:pt idx="43171">
                  <c:v>0.49966435184614966</c:v>
                </c:pt>
                <c:pt idx="43172">
                  <c:v>0.49967592592292931</c:v>
                </c:pt>
                <c:pt idx="43173">
                  <c:v>0.49968749999970896</c:v>
                </c:pt>
                <c:pt idx="43174">
                  <c:v>0.49969907406921266</c:v>
                </c:pt>
                <c:pt idx="43175">
                  <c:v>0.49971064814599231</c:v>
                </c:pt>
                <c:pt idx="43176">
                  <c:v>0.49972222222277196</c:v>
                </c:pt>
                <c:pt idx="43177">
                  <c:v>0.49973379629227566</c:v>
                </c:pt>
                <c:pt idx="43178">
                  <c:v>0.49974537036905531</c:v>
                </c:pt>
                <c:pt idx="43179">
                  <c:v>0.499756944438559</c:v>
                </c:pt>
                <c:pt idx="43180">
                  <c:v>0.49976851851533866</c:v>
                </c:pt>
                <c:pt idx="43181">
                  <c:v>0.49978009259211831</c:v>
                </c:pt>
                <c:pt idx="43182">
                  <c:v>0.499791666661622</c:v>
                </c:pt>
                <c:pt idx="43183">
                  <c:v>0.49980324073840166</c:v>
                </c:pt>
                <c:pt idx="43184">
                  <c:v>0.49981481481518131</c:v>
                </c:pt>
                <c:pt idx="43185">
                  <c:v>0.499826388884685</c:v>
                </c:pt>
                <c:pt idx="43186">
                  <c:v>0.49983796296146465</c:v>
                </c:pt>
                <c:pt idx="43187">
                  <c:v>0.49984953703824431</c:v>
                </c:pt>
                <c:pt idx="43188">
                  <c:v>0.499861111107748</c:v>
                </c:pt>
                <c:pt idx="43189">
                  <c:v>0.49987268518452765</c:v>
                </c:pt>
                <c:pt idx="43190">
                  <c:v>0.49988425925403135</c:v>
                </c:pt>
                <c:pt idx="43191">
                  <c:v>0.499895833330811</c:v>
                </c:pt>
                <c:pt idx="43192">
                  <c:v>0.49990740740759065</c:v>
                </c:pt>
                <c:pt idx="43193">
                  <c:v>0.49991898147709435</c:v>
                </c:pt>
                <c:pt idx="43194">
                  <c:v>0.499930555553874</c:v>
                </c:pt>
                <c:pt idx="43195">
                  <c:v>0.49994212963065365</c:v>
                </c:pt>
                <c:pt idx="43196">
                  <c:v>0.49995370370015735</c:v>
                </c:pt>
                <c:pt idx="43197">
                  <c:v>0.499965277776937</c:v>
                </c:pt>
                <c:pt idx="43198">
                  <c:v>0.4999768518464407</c:v>
                </c:pt>
                <c:pt idx="43199">
                  <c:v>0.49998842592322035</c:v>
                </c:pt>
                <c:pt idx="43200">
                  <c:v>0.5</c:v>
                </c:pt>
                <c:pt idx="43201">
                  <c:v>0.50001157406950369</c:v>
                </c:pt>
                <c:pt idx="43202">
                  <c:v>0.50002314814628335</c:v>
                </c:pt>
                <c:pt idx="43203">
                  <c:v>0.500034722223063</c:v>
                </c:pt>
                <c:pt idx="43204">
                  <c:v>0.50004629629256669</c:v>
                </c:pt>
                <c:pt idx="43205">
                  <c:v>0.50005787036934635</c:v>
                </c:pt>
                <c:pt idx="43206">
                  <c:v>0.50006944443885004</c:v>
                </c:pt>
                <c:pt idx="43207">
                  <c:v>0.50008101851562969</c:v>
                </c:pt>
                <c:pt idx="43208">
                  <c:v>0.50009259259240935</c:v>
                </c:pt>
                <c:pt idx="43209">
                  <c:v>0.50010416666191304</c:v>
                </c:pt>
                <c:pt idx="43210">
                  <c:v>0.50011574073869269</c:v>
                </c:pt>
                <c:pt idx="43211">
                  <c:v>0.50012731481547235</c:v>
                </c:pt>
                <c:pt idx="43212">
                  <c:v>0.50013888888497604</c:v>
                </c:pt>
                <c:pt idx="43213">
                  <c:v>0.50015046296175569</c:v>
                </c:pt>
                <c:pt idx="43214">
                  <c:v>0.50016203703125939</c:v>
                </c:pt>
                <c:pt idx="43215">
                  <c:v>0.50017361110803904</c:v>
                </c:pt>
                <c:pt idx="43216">
                  <c:v>0.50018518518481869</c:v>
                </c:pt>
                <c:pt idx="43217">
                  <c:v>0.50019675925432239</c:v>
                </c:pt>
                <c:pt idx="43218">
                  <c:v>0.50020833333110204</c:v>
                </c:pt>
                <c:pt idx="43219">
                  <c:v>0.50021990740788169</c:v>
                </c:pt>
                <c:pt idx="43220">
                  <c:v>0.50023148147738539</c:v>
                </c:pt>
                <c:pt idx="43221">
                  <c:v>0.50024305555416504</c:v>
                </c:pt>
                <c:pt idx="43222">
                  <c:v>0.50025462963094469</c:v>
                </c:pt>
                <c:pt idx="43223">
                  <c:v>0.50026620370044839</c:v>
                </c:pt>
                <c:pt idx="43224">
                  <c:v>0.50027777777722804</c:v>
                </c:pt>
                <c:pt idx="43225">
                  <c:v>0.50028935184673173</c:v>
                </c:pt>
                <c:pt idx="43226">
                  <c:v>0.50030092592351139</c:v>
                </c:pt>
                <c:pt idx="43227">
                  <c:v>0.50031250000029104</c:v>
                </c:pt>
                <c:pt idx="43228">
                  <c:v>0.50032407406979473</c:v>
                </c:pt>
                <c:pt idx="43229">
                  <c:v>0.50033564814657439</c:v>
                </c:pt>
                <c:pt idx="43230">
                  <c:v>0.50034722222335404</c:v>
                </c:pt>
                <c:pt idx="43231">
                  <c:v>0.50035879629285773</c:v>
                </c:pt>
                <c:pt idx="43232">
                  <c:v>0.50037037036963739</c:v>
                </c:pt>
                <c:pt idx="43233">
                  <c:v>0.50038194443914108</c:v>
                </c:pt>
                <c:pt idx="43234">
                  <c:v>0.50039351851592073</c:v>
                </c:pt>
                <c:pt idx="43235">
                  <c:v>0.50040509259270038</c:v>
                </c:pt>
                <c:pt idx="43236">
                  <c:v>0.50041666666220408</c:v>
                </c:pt>
                <c:pt idx="43237">
                  <c:v>0.50042824073898373</c:v>
                </c:pt>
                <c:pt idx="43238">
                  <c:v>0.50043981481576338</c:v>
                </c:pt>
                <c:pt idx="43239">
                  <c:v>0.50045138888526708</c:v>
                </c:pt>
                <c:pt idx="43240">
                  <c:v>0.50046296296204673</c:v>
                </c:pt>
                <c:pt idx="43241">
                  <c:v>0.50047453703155043</c:v>
                </c:pt>
                <c:pt idx="43242">
                  <c:v>0.50048611110833008</c:v>
                </c:pt>
                <c:pt idx="43243">
                  <c:v>0.50049768518510973</c:v>
                </c:pt>
                <c:pt idx="43244">
                  <c:v>0.50050925925461343</c:v>
                </c:pt>
                <c:pt idx="43245">
                  <c:v>0.50052083333139308</c:v>
                </c:pt>
                <c:pt idx="43246">
                  <c:v>0.50053240740817273</c:v>
                </c:pt>
                <c:pt idx="43247">
                  <c:v>0.50054398147767643</c:v>
                </c:pt>
                <c:pt idx="43248">
                  <c:v>0.50055555555445608</c:v>
                </c:pt>
                <c:pt idx="43249">
                  <c:v>0.50056712962395977</c:v>
                </c:pt>
                <c:pt idx="43250">
                  <c:v>0.50057870370073942</c:v>
                </c:pt>
                <c:pt idx="43251">
                  <c:v>0.50059027777751908</c:v>
                </c:pt>
                <c:pt idx="43252">
                  <c:v>0.50060185184702277</c:v>
                </c:pt>
                <c:pt idx="43253">
                  <c:v>0.50061342592380242</c:v>
                </c:pt>
                <c:pt idx="43254">
                  <c:v>0.50062500000058208</c:v>
                </c:pt>
                <c:pt idx="43255">
                  <c:v>0.50063657407008577</c:v>
                </c:pt>
                <c:pt idx="43256">
                  <c:v>0.50064814814686542</c:v>
                </c:pt>
                <c:pt idx="43257">
                  <c:v>0.50065972221636912</c:v>
                </c:pt>
                <c:pt idx="43258">
                  <c:v>0.50067129629314877</c:v>
                </c:pt>
                <c:pt idx="43259">
                  <c:v>0.50068287036992842</c:v>
                </c:pt>
                <c:pt idx="43260">
                  <c:v>0.50069444443943212</c:v>
                </c:pt>
                <c:pt idx="43261">
                  <c:v>0.50070601851621177</c:v>
                </c:pt>
                <c:pt idx="43262">
                  <c:v>0.50071759259299142</c:v>
                </c:pt>
                <c:pt idx="43263">
                  <c:v>0.50072916666249512</c:v>
                </c:pt>
                <c:pt idx="43264">
                  <c:v>0.50074074073927477</c:v>
                </c:pt>
                <c:pt idx="43265">
                  <c:v>0.50075231481605442</c:v>
                </c:pt>
                <c:pt idx="43266">
                  <c:v>0.50076388888555812</c:v>
                </c:pt>
                <c:pt idx="43267">
                  <c:v>0.50077546296233777</c:v>
                </c:pt>
                <c:pt idx="43268">
                  <c:v>0.50078703703184146</c:v>
                </c:pt>
                <c:pt idx="43269">
                  <c:v>0.50079861110862112</c:v>
                </c:pt>
                <c:pt idx="43270">
                  <c:v>0.50081018518540077</c:v>
                </c:pt>
                <c:pt idx="43271">
                  <c:v>0.50082175925490446</c:v>
                </c:pt>
                <c:pt idx="43272">
                  <c:v>0.50083333333168412</c:v>
                </c:pt>
                <c:pt idx="43273">
                  <c:v>0.50084490740846377</c:v>
                </c:pt>
                <c:pt idx="43274">
                  <c:v>0.50085648147796746</c:v>
                </c:pt>
                <c:pt idx="43275">
                  <c:v>0.50086805555474712</c:v>
                </c:pt>
                <c:pt idx="43276">
                  <c:v>0.50087962962425081</c:v>
                </c:pt>
                <c:pt idx="43277">
                  <c:v>0.50089120370103046</c:v>
                </c:pt>
                <c:pt idx="43278">
                  <c:v>0.50090277777781012</c:v>
                </c:pt>
                <c:pt idx="43279">
                  <c:v>0.50091435184731381</c:v>
                </c:pt>
                <c:pt idx="43280">
                  <c:v>0.50092592592409346</c:v>
                </c:pt>
                <c:pt idx="43281">
                  <c:v>0.50093750000087311</c:v>
                </c:pt>
                <c:pt idx="43282">
                  <c:v>0.50094907407037681</c:v>
                </c:pt>
                <c:pt idx="43283">
                  <c:v>0.50096064814715646</c:v>
                </c:pt>
                <c:pt idx="43284">
                  <c:v>0.50097222221666016</c:v>
                </c:pt>
                <c:pt idx="43285">
                  <c:v>0.50098379629343981</c:v>
                </c:pt>
                <c:pt idx="43286">
                  <c:v>0.50099537037021946</c:v>
                </c:pt>
                <c:pt idx="43287">
                  <c:v>0.50100694443972316</c:v>
                </c:pt>
                <c:pt idx="43288">
                  <c:v>0.50101851851650281</c:v>
                </c:pt>
                <c:pt idx="43289">
                  <c:v>0.50103009259328246</c:v>
                </c:pt>
                <c:pt idx="43290">
                  <c:v>0.50104166666278616</c:v>
                </c:pt>
                <c:pt idx="43291">
                  <c:v>0.50105324073956581</c:v>
                </c:pt>
                <c:pt idx="43292">
                  <c:v>0.5010648148090695</c:v>
                </c:pt>
                <c:pt idx="43293">
                  <c:v>0.50107638888584916</c:v>
                </c:pt>
                <c:pt idx="43294">
                  <c:v>0.50108796296262881</c:v>
                </c:pt>
                <c:pt idx="43295">
                  <c:v>0.5010995370321325</c:v>
                </c:pt>
                <c:pt idx="43296">
                  <c:v>0.50111111110891216</c:v>
                </c:pt>
                <c:pt idx="43297">
                  <c:v>0.50112268518569181</c:v>
                </c:pt>
                <c:pt idx="43298">
                  <c:v>0.5011342592551955</c:v>
                </c:pt>
                <c:pt idx="43299">
                  <c:v>0.50114583333197515</c:v>
                </c:pt>
                <c:pt idx="43300">
                  <c:v>0.50115740740147885</c:v>
                </c:pt>
                <c:pt idx="43301">
                  <c:v>0.5011689814782585</c:v>
                </c:pt>
                <c:pt idx="43302">
                  <c:v>0.50118055555503815</c:v>
                </c:pt>
                <c:pt idx="43303">
                  <c:v>0.50119212962454185</c:v>
                </c:pt>
                <c:pt idx="43304">
                  <c:v>0.5012037037013215</c:v>
                </c:pt>
                <c:pt idx="43305">
                  <c:v>0.50121527777810115</c:v>
                </c:pt>
                <c:pt idx="43306">
                  <c:v>0.50122685184760485</c:v>
                </c:pt>
                <c:pt idx="43307">
                  <c:v>0.5012384259243845</c:v>
                </c:pt>
                <c:pt idx="43308">
                  <c:v>0.50125000000116415</c:v>
                </c:pt>
                <c:pt idx="43309">
                  <c:v>0.50126157407066785</c:v>
                </c:pt>
                <c:pt idx="43310">
                  <c:v>0.5012731481474475</c:v>
                </c:pt>
                <c:pt idx="43311">
                  <c:v>0.5012847222169512</c:v>
                </c:pt>
                <c:pt idx="43312">
                  <c:v>0.50129629629373085</c:v>
                </c:pt>
                <c:pt idx="43313">
                  <c:v>0.5013078703705105</c:v>
                </c:pt>
                <c:pt idx="43314">
                  <c:v>0.50131944444001419</c:v>
                </c:pt>
                <c:pt idx="43315">
                  <c:v>0.50133101851679385</c:v>
                </c:pt>
                <c:pt idx="43316">
                  <c:v>0.5013425925935735</c:v>
                </c:pt>
                <c:pt idx="43317">
                  <c:v>0.50135416666307719</c:v>
                </c:pt>
                <c:pt idx="43318">
                  <c:v>0.50136574073985685</c:v>
                </c:pt>
                <c:pt idx="43319">
                  <c:v>0.50137731480936054</c:v>
                </c:pt>
                <c:pt idx="43320">
                  <c:v>0.50138888888614019</c:v>
                </c:pt>
                <c:pt idx="43321">
                  <c:v>0.50140046296291985</c:v>
                </c:pt>
                <c:pt idx="43322">
                  <c:v>0.50141203703242354</c:v>
                </c:pt>
                <c:pt idx="43323">
                  <c:v>0.50142361110920319</c:v>
                </c:pt>
                <c:pt idx="43324">
                  <c:v>0.50143518518598285</c:v>
                </c:pt>
                <c:pt idx="43325">
                  <c:v>0.50144675925548654</c:v>
                </c:pt>
                <c:pt idx="43326">
                  <c:v>0.50145833333226619</c:v>
                </c:pt>
                <c:pt idx="43327">
                  <c:v>0.50146990740176989</c:v>
                </c:pt>
                <c:pt idx="43328">
                  <c:v>0.50148148147854954</c:v>
                </c:pt>
                <c:pt idx="43329">
                  <c:v>0.50149305555532919</c:v>
                </c:pt>
                <c:pt idx="43330">
                  <c:v>0.50150462962483289</c:v>
                </c:pt>
                <c:pt idx="43331">
                  <c:v>0.50151620370161254</c:v>
                </c:pt>
                <c:pt idx="43332">
                  <c:v>0.50152777777839219</c:v>
                </c:pt>
                <c:pt idx="43333">
                  <c:v>0.50153935184789589</c:v>
                </c:pt>
                <c:pt idx="43334">
                  <c:v>0.50155092592467554</c:v>
                </c:pt>
                <c:pt idx="43335">
                  <c:v>0.50156249999417923</c:v>
                </c:pt>
                <c:pt idx="43336">
                  <c:v>0.50157407407095889</c:v>
                </c:pt>
                <c:pt idx="43337">
                  <c:v>0.50158564814773854</c:v>
                </c:pt>
                <c:pt idx="43338">
                  <c:v>0.50159722221724223</c:v>
                </c:pt>
                <c:pt idx="43339">
                  <c:v>0.50160879629402189</c:v>
                </c:pt>
                <c:pt idx="43340">
                  <c:v>0.50162037037080154</c:v>
                </c:pt>
                <c:pt idx="43341">
                  <c:v>0.50163194444030523</c:v>
                </c:pt>
                <c:pt idx="43342">
                  <c:v>0.50164351851708489</c:v>
                </c:pt>
                <c:pt idx="43343">
                  <c:v>0.50165509259386454</c:v>
                </c:pt>
                <c:pt idx="43344">
                  <c:v>0.50166666666336823</c:v>
                </c:pt>
                <c:pt idx="43345">
                  <c:v>0.50167824074014788</c:v>
                </c:pt>
                <c:pt idx="43346">
                  <c:v>0.50168981480965158</c:v>
                </c:pt>
                <c:pt idx="43347">
                  <c:v>0.50170138888643123</c:v>
                </c:pt>
                <c:pt idx="43348">
                  <c:v>0.50171296296321088</c:v>
                </c:pt>
                <c:pt idx="43349">
                  <c:v>0.50172453703271458</c:v>
                </c:pt>
                <c:pt idx="43350">
                  <c:v>0.50173611110949423</c:v>
                </c:pt>
                <c:pt idx="43351">
                  <c:v>0.50174768518627388</c:v>
                </c:pt>
                <c:pt idx="43352">
                  <c:v>0.50175925925577758</c:v>
                </c:pt>
                <c:pt idx="43353">
                  <c:v>0.50177083333255723</c:v>
                </c:pt>
                <c:pt idx="43354">
                  <c:v>0.50178240740206093</c:v>
                </c:pt>
                <c:pt idx="43355">
                  <c:v>0.50179398147884058</c:v>
                </c:pt>
                <c:pt idx="43356">
                  <c:v>0.50180555555562023</c:v>
                </c:pt>
                <c:pt idx="43357">
                  <c:v>0.50181712962512393</c:v>
                </c:pt>
                <c:pt idx="43358">
                  <c:v>0.50182870370190358</c:v>
                </c:pt>
                <c:pt idx="43359">
                  <c:v>0.50184027777868323</c:v>
                </c:pt>
                <c:pt idx="43360">
                  <c:v>0.50185185184818693</c:v>
                </c:pt>
                <c:pt idx="43361">
                  <c:v>0.50186342592496658</c:v>
                </c:pt>
                <c:pt idx="43362">
                  <c:v>0.50187499999447027</c:v>
                </c:pt>
                <c:pt idx="43363">
                  <c:v>0.50188657407124992</c:v>
                </c:pt>
                <c:pt idx="43364">
                  <c:v>0.50189814814802958</c:v>
                </c:pt>
                <c:pt idx="43365">
                  <c:v>0.50190972221753327</c:v>
                </c:pt>
                <c:pt idx="43366">
                  <c:v>0.50192129629431292</c:v>
                </c:pt>
                <c:pt idx="43367">
                  <c:v>0.50193287037109258</c:v>
                </c:pt>
                <c:pt idx="43368">
                  <c:v>0.50194444444059627</c:v>
                </c:pt>
                <c:pt idx="43369">
                  <c:v>0.50195601851737592</c:v>
                </c:pt>
                <c:pt idx="43370">
                  <c:v>0.50196759258687962</c:v>
                </c:pt>
                <c:pt idx="43371">
                  <c:v>0.50197916666365927</c:v>
                </c:pt>
                <c:pt idx="43372">
                  <c:v>0.50199074074043892</c:v>
                </c:pt>
                <c:pt idx="43373">
                  <c:v>0.50200231480994262</c:v>
                </c:pt>
                <c:pt idx="43374">
                  <c:v>0.50201388888672227</c:v>
                </c:pt>
                <c:pt idx="43375">
                  <c:v>0.50202546296350192</c:v>
                </c:pt>
                <c:pt idx="43376">
                  <c:v>0.50203703703300562</c:v>
                </c:pt>
                <c:pt idx="43377">
                  <c:v>0.50204861110978527</c:v>
                </c:pt>
                <c:pt idx="43378">
                  <c:v>0.50206018517928896</c:v>
                </c:pt>
                <c:pt idx="43379">
                  <c:v>0.50207175925606862</c:v>
                </c:pt>
                <c:pt idx="43380">
                  <c:v>0.50208333333284827</c:v>
                </c:pt>
                <c:pt idx="43381">
                  <c:v>0.50209490740235196</c:v>
                </c:pt>
                <c:pt idx="43382">
                  <c:v>0.50210648147913162</c:v>
                </c:pt>
                <c:pt idx="43383">
                  <c:v>0.50211805555591127</c:v>
                </c:pt>
                <c:pt idx="43384">
                  <c:v>0.50212962962541496</c:v>
                </c:pt>
                <c:pt idx="43385">
                  <c:v>0.50214120370219462</c:v>
                </c:pt>
                <c:pt idx="43386">
                  <c:v>0.50215277777897427</c:v>
                </c:pt>
                <c:pt idx="43387">
                  <c:v>0.50216435184847796</c:v>
                </c:pt>
                <c:pt idx="43388">
                  <c:v>0.50217592592525762</c:v>
                </c:pt>
                <c:pt idx="43389">
                  <c:v>0.50218749999476131</c:v>
                </c:pt>
                <c:pt idx="43390">
                  <c:v>0.50219907407154096</c:v>
                </c:pt>
                <c:pt idx="43391">
                  <c:v>0.50221064814832062</c:v>
                </c:pt>
                <c:pt idx="43392">
                  <c:v>0.50222222221782431</c:v>
                </c:pt>
                <c:pt idx="43393">
                  <c:v>0.50223379629460396</c:v>
                </c:pt>
                <c:pt idx="43394">
                  <c:v>0.50224537037138361</c:v>
                </c:pt>
                <c:pt idx="43395">
                  <c:v>0.50225694444088731</c:v>
                </c:pt>
                <c:pt idx="43396">
                  <c:v>0.50226851851766696</c:v>
                </c:pt>
                <c:pt idx="43397">
                  <c:v>0.50228009258717066</c:v>
                </c:pt>
                <c:pt idx="43398">
                  <c:v>0.50229166666395031</c:v>
                </c:pt>
                <c:pt idx="43399">
                  <c:v>0.50230324074072996</c:v>
                </c:pt>
                <c:pt idx="43400">
                  <c:v>0.50231481481023366</c:v>
                </c:pt>
                <c:pt idx="43401">
                  <c:v>0.50232638888701331</c:v>
                </c:pt>
                <c:pt idx="43402">
                  <c:v>0.50233796296379296</c:v>
                </c:pt>
                <c:pt idx="43403">
                  <c:v>0.50234953703329666</c:v>
                </c:pt>
                <c:pt idx="43404">
                  <c:v>0.50236111111007631</c:v>
                </c:pt>
                <c:pt idx="43405">
                  <c:v>0.50237268517958</c:v>
                </c:pt>
                <c:pt idx="43406">
                  <c:v>0.50238425925635966</c:v>
                </c:pt>
                <c:pt idx="43407">
                  <c:v>0.50239583333313931</c:v>
                </c:pt>
                <c:pt idx="43408">
                  <c:v>0.502407407402643</c:v>
                </c:pt>
                <c:pt idx="43409">
                  <c:v>0.50241898147942265</c:v>
                </c:pt>
                <c:pt idx="43410">
                  <c:v>0.50243055555620231</c:v>
                </c:pt>
                <c:pt idx="43411">
                  <c:v>0.502442129625706</c:v>
                </c:pt>
                <c:pt idx="43412">
                  <c:v>0.50245370370248565</c:v>
                </c:pt>
                <c:pt idx="43413">
                  <c:v>0.50246527777198935</c:v>
                </c:pt>
                <c:pt idx="43414">
                  <c:v>0.502476851848769</c:v>
                </c:pt>
                <c:pt idx="43415">
                  <c:v>0.50248842592554865</c:v>
                </c:pt>
                <c:pt idx="43416">
                  <c:v>0.50249999999505235</c:v>
                </c:pt>
                <c:pt idx="43417">
                  <c:v>0.502511574071832</c:v>
                </c:pt>
                <c:pt idx="43418">
                  <c:v>0.50252314814861165</c:v>
                </c:pt>
                <c:pt idx="43419">
                  <c:v>0.50253472221811535</c:v>
                </c:pt>
                <c:pt idx="43420">
                  <c:v>0.502546296294895</c:v>
                </c:pt>
                <c:pt idx="43421">
                  <c:v>0.50255787037167465</c:v>
                </c:pt>
                <c:pt idx="43422">
                  <c:v>0.50256944444117835</c:v>
                </c:pt>
                <c:pt idx="43423">
                  <c:v>0.502581018517958</c:v>
                </c:pt>
                <c:pt idx="43424">
                  <c:v>0.5025925925874617</c:v>
                </c:pt>
                <c:pt idx="43425">
                  <c:v>0.50260416666424135</c:v>
                </c:pt>
                <c:pt idx="43426">
                  <c:v>0.502615740741021</c:v>
                </c:pt>
                <c:pt idx="43427">
                  <c:v>0.50262731481052469</c:v>
                </c:pt>
                <c:pt idx="43428">
                  <c:v>0.50263888888730435</c:v>
                </c:pt>
                <c:pt idx="43429">
                  <c:v>0.502650462964084</c:v>
                </c:pt>
                <c:pt idx="43430">
                  <c:v>0.50266203703358769</c:v>
                </c:pt>
                <c:pt idx="43431">
                  <c:v>0.50267361111036735</c:v>
                </c:pt>
                <c:pt idx="43432">
                  <c:v>0.50268518517987104</c:v>
                </c:pt>
                <c:pt idx="43433">
                  <c:v>0.50269675925665069</c:v>
                </c:pt>
                <c:pt idx="43434">
                  <c:v>0.50270833333343035</c:v>
                </c:pt>
                <c:pt idx="43435">
                  <c:v>0.50271990740293404</c:v>
                </c:pt>
                <c:pt idx="43436">
                  <c:v>0.50273148147971369</c:v>
                </c:pt>
                <c:pt idx="43437">
                  <c:v>0.50274305555649335</c:v>
                </c:pt>
                <c:pt idx="43438">
                  <c:v>0.50275462962599704</c:v>
                </c:pt>
                <c:pt idx="43439">
                  <c:v>0.50276620370277669</c:v>
                </c:pt>
                <c:pt idx="43440">
                  <c:v>0.50277777777228039</c:v>
                </c:pt>
                <c:pt idx="43441">
                  <c:v>0.50278935184906004</c:v>
                </c:pt>
                <c:pt idx="43442">
                  <c:v>0.50280092592583969</c:v>
                </c:pt>
                <c:pt idx="43443">
                  <c:v>0.50281249999534339</c:v>
                </c:pt>
                <c:pt idx="43444">
                  <c:v>0.50282407407212304</c:v>
                </c:pt>
                <c:pt idx="43445">
                  <c:v>0.50283564814890269</c:v>
                </c:pt>
                <c:pt idx="43446">
                  <c:v>0.50284722221840639</c:v>
                </c:pt>
                <c:pt idx="43447">
                  <c:v>0.50285879629518604</c:v>
                </c:pt>
                <c:pt idx="43448">
                  <c:v>0.50287037036468973</c:v>
                </c:pt>
                <c:pt idx="43449">
                  <c:v>0.50288194444146939</c:v>
                </c:pt>
                <c:pt idx="43450">
                  <c:v>0.50289351851824904</c:v>
                </c:pt>
                <c:pt idx="43451">
                  <c:v>0.50290509258775273</c:v>
                </c:pt>
                <c:pt idx="43452">
                  <c:v>0.50291666666453239</c:v>
                </c:pt>
                <c:pt idx="43453">
                  <c:v>0.50292824074131204</c:v>
                </c:pt>
                <c:pt idx="43454">
                  <c:v>0.50293981481081573</c:v>
                </c:pt>
                <c:pt idx="43455">
                  <c:v>0.50295138888759539</c:v>
                </c:pt>
                <c:pt idx="43456">
                  <c:v>0.50296296295709908</c:v>
                </c:pt>
                <c:pt idx="43457">
                  <c:v>0.50297453703387873</c:v>
                </c:pt>
                <c:pt idx="43458">
                  <c:v>0.50298611111065838</c:v>
                </c:pt>
                <c:pt idx="43459">
                  <c:v>0.50299768518016208</c:v>
                </c:pt>
                <c:pt idx="43460">
                  <c:v>0.50300925925694173</c:v>
                </c:pt>
                <c:pt idx="43461">
                  <c:v>0.50302083333372138</c:v>
                </c:pt>
                <c:pt idx="43462">
                  <c:v>0.50303240740322508</c:v>
                </c:pt>
                <c:pt idx="43463">
                  <c:v>0.50304398148000473</c:v>
                </c:pt>
                <c:pt idx="43464">
                  <c:v>0.50305555555678438</c:v>
                </c:pt>
                <c:pt idx="43465">
                  <c:v>0.50306712962628808</c:v>
                </c:pt>
                <c:pt idx="43466">
                  <c:v>0.50307870370306773</c:v>
                </c:pt>
                <c:pt idx="43467">
                  <c:v>0.50309027777257143</c:v>
                </c:pt>
                <c:pt idx="43468">
                  <c:v>0.50310185184935108</c:v>
                </c:pt>
                <c:pt idx="43469">
                  <c:v>0.50311342592613073</c:v>
                </c:pt>
                <c:pt idx="43470">
                  <c:v>0.50312499999563443</c:v>
                </c:pt>
                <c:pt idx="43471">
                  <c:v>0.50313657407241408</c:v>
                </c:pt>
                <c:pt idx="43472">
                  <c:v>0.50314814814919373</c:v>
                </c:pt>
                <c:pt idx="43473">
                  <c:v>0.50315972221869742</c:v>
                </c:pt>
                <c:pt idx="43474">
                  <c:v>0.50317129629547708</c:v>
                </c:pt>
                <c:pt idx="43475">
                  <c:v>0.50318287036498077</c:v>
                </c:pt>
                <c:pt idx="43476">
                  <c:v>0.50319444444176042</c:v>
                </c:pt>
                <c:pt idx="43477">
                  <c:v>0.50320601851854008</c:v>
                </c:pt>
                <c:pt idx="43478">
                  <c:v>0.50321759258804377</c:v>
                </c:pt>
                <c:pt idx="43479">
                  <c:v>0.50322916666482342</c:v>
                </c:pt>
                <c:pt idx="43480">
                  <c:v>0.50324074074160308</c:v>
                </c:pt>
                <c:pt idx="43481">
                  <c:v>0.50325231481110677</c:v>
                </c:pt>
                <c:pt idx="43482">
                  <c:v>0.50326388888788642</c:v>
                </c:pt>
                <c:pt idx="43483">
                  <c:v>0.50327546295739012</c:v>
                </c:pt>
                <c:pt idx="43484">
                  <c:v>0.50328703703416977</c:v>
                </c:pt>
                <c:pt idx="43485">
                  <c:v>0.50329861111094942</c:v>
                </c:pt>
                <c:pt idx="43486">
                  <c:v>0.50331018518045312</c:v>
                </c:pt>
                <c:pt idx="43487">
                  <c:v>0.50332175925723277</c:v>
                </c:pt>
                <c:pt idx="43488">
                  <c:v>0.50333333333401242</c:v>
                </c:pt>
                <c:pt idx="43489">
                  <c:v>0.50334490740351612</c:v>
                </c:pt>
                <c:pt idx="43490">
                  <c:v>0.50335648148029577</c:v>
                </c:pt>
                <c:pt idx="43491">
                  <c:v>0.50336805554979946</c:v>
                </c:pt>
                <c:pt idx="43492">
                  <c:v>0.50337962962657912</c:v>
                </c:pt>
                <c:pt idx="43493">
                  <c:v>0.50339120370335877</c:v>
                </c:pt>
                <c:pt idx="43494">
                  <c:v>0.50340277777286246</c:v>
                </c:pt>
                <c:pt idx="43495">
                  <c:v>0.50341435184964212</c:v>
                </c:pt>
                <c:pt idx="43496">
                  <c:v>0.50342592592642177</c:v>
                </c:pt>
                <c:pt idx="43497">
                  <c:v>0.50343749999592546</c:v>
                </c:pt>
                <c:pt idx="43498">
                  <c:v>0.50344907407270512</c:v>
                </c:pt>
                <c:pt idx="43499">
                  <c:v>0.50346064814948477</c:v>
                </c:pt>
                <c:pt idx="43500">
                  <c:v>0.50347222221898846</c:v>
                </c:pt>
                <c:pt idx="43501">
                  <c:v>0.50348379629576812</c:v>
                </c:pt>
                <c:pt idx="43502">
                  <c:v>0.50349537036527181</c:v>
                </c:pt>
                <c:pt idx="43503">
                  <c:v>0.50350694444205146</c:v>
                </c:pt>
                <c:pt idx="43504">
                  <c:v>0.50351851851883112</c:v>
                </c:pt>
                <c:pt idx="43505">
                  <c:v>0.50353009258833481</c:v>
                </c:pt>
                <c:pt idx="43506">
                  <c:v>0.50354166666511446</c:v>
                </c:pt>
                <c:pt idx="43507">
                  <c:v>0.50355324074189411</c:v>
                </c:pt>
                <c:pt idx="43508">
                  <c:v>0.50356481481139781</c:v>
                </c:pt>
                <c:pt idx="43509">
                  <c:v>0.50357638888817746</c:v>
                </c:pt>
                <c:pt idx="43510">
                  <c:v>0.50358796295768116</c:v>
                </c:pt>
                <c:pt idx="43511">
                  <c:v>0.50359953703446081</c:v>
                </c:pt>
                <c:pt idx="43512">
                  <c:v>0.50361111111124046</c:v>
                </c:pt>
                <c:pt idx="43513">
                  <c:v>0.50362268518074416</c:v>
                </c:pt>
                <c:pt idx="43514">
                  <c:v>0.50363425925752381</c:v>
                </c:pt>
                <c:pt idx="43515">
                  <c:v>0.50364583333430346</c:v>
                </c:pt>
                <c:pt idx="43516">
                  <c:v>0.50365740740380716</c:v>
                </c:pt>
                <c:pt idx="43517">
                  <c:v>0.50366898148058681</c:v>
                </c:pt>
                <c:pt idx="43518">
                  <c:v>0.5036805555500905</c:v>
                </c:pt>
                <c:pt idx="43519">
                  <c:v>0.50369212962687016</c:v>
                </c:pt>
                <c:pt idx="43520">
                  <c:v>0.50370370370364981</c:v>
                </c:pt>
                <c:pt idx="43521">
                  <c:v>0.5037152777731535</c:v>
                </c:pt>
                <c:pt idx="43522">
                  <c:v>0.50372685184993315</c:v>
                </c:pt>
                <c:pt idx="43523">
                  <c:v>0.50373842592671281</c:v>
                </c:pt>
                <c:pt idx="43524">
                  <c:v>0.5037499999962165</c:v>
                </c:pt>
                <c:pt idx="43525">
                  <c:v>0.50376157407299615</c:v>
                </c:pt>
                <c:pt idx="43526">
                  <c:v>0.50377314814249985</c:v>
                </c:pt>
                <c:pt idx="43527">
                  <c:v>0.5037847222192795</c:v>
                </c:pt>
                <c:pt idx="43528">
                  <c:v>0.50379629629605915</c:v>
                </c:pt>
                <c:pt idx="43529">
                  <c:v>0.50380787036556285</c:v>
                </c:pt>
                <c:pt idx="43530">
                  <c:v>0.5038194444423425</c:v>
                </c:pt>
                <c:pt idx="43531">
                  <c:v>0.50383101851912215</c:v>
                </c:pt>
                <c:pt idx="43532">
                  <c:v>0.50384259258862585</c:v>
                </c:pt>
                <c:pt idx="43533">
                  <c:v>0.5038541666654055</c:v>
                </c:pt>
                <c:pt idx="43534">
                  <c:v>0.5038657407349092</c:v>
                </c:pt>
                <c:pt idx="43535">
                  <c:v>0.50387731481168885</c:v>
                </c:pt>
                <c:pt idx="43536">
                  <c:v>0.5038888888884685</c:v>
                </c:pt>
                <c:pt idx="43537">
                  <c:v>0.50390046295797219</c:v>
                </c:pt>
                <c:pt idx="43538">
                  <c:v>0.50391203703475185</c:v>
                </c:pt>
                <c:pt idx="43539">
                  <c:v>0.5039236111115315</c:v>
                </c:pt>
                <c:pt idx="43540">
                  <c:v>0.50393518518103519</c:v>
                </c:pt>
                <c:pt idx="43541">
                  <c:v>0.50394675925781485</c:v>
                </c:pt>
                <c:pt idx="43542">
                  <c:v>0.5039583333345945</c:v>
                </c:pt>
                <c:pt idx="43543">
                  <c:v>0.50396990740409819</c:v>
                </c:pt>
                <c:pt idx="43544">
                  <c:v>0.50398148148087785</c:v>
                </c:pt>
                <c:pt idx="43545">
                  <c:v>0.50399305555038154</c:v>
                </c:pt>
                <c:pt idx="43546">
                  <c:v>0.50400462962716119</c:v>
                </c:pt>
                <c:pt idx="43547">
                  <c:v>0.50401620370394085</c:v>
                </c:pt>
                <c:pt idx="43548">
                  <c:v>0.50402777777344454</c:v>
                </c:pt>
                <c:pt idx="43549">
                  <c:v>0.50403935185022419</c:v>
                </c:pt>
                <c:pt idx="43550">
                  <c:v>0.50405092592700385</c:v>
                </c:pt>
                <c:pt idx="43551">
                  <c:v>0.50406249999650754</c:v>
                </c:pt>
                <c:pt idx="43552">
                  <c:v>0.50407407407328719</c:v>
                </c:pt>
                <c:pt idx="43553">
                  <c:v>0.50408564814279089</c:v>
                </c:pt>
                <c:pt idx="43554">
                  <c:v>0.50409722221957054</c:v>
                </c:pt>
                <c:pt idx="43555">
                  <c:v>0.50410879629635019</c:v>
                </c:pt>
                <c:pt idx="43556">
                  <c:v>0.50412037036585389</c:v>
                </c:pt>
                <c:pt idx="43557">
                  <c:v>0.50413194444263354</c:v>
                </c:pt>
                <c:pt idx="43558">
                  <c:v>0.50414351851941319</c:v>
                </c:pt>
                <c:pt idx="43559">
                  <c:v>0.50415509258891689</c:v>
                </c:pt>
                <c:pt idx="43560">
                  <c:v>0.50416666666569654</c:v>
                </c:pt>
                <c:pt idx="43561">
                  <c:v>0.50417824073520023</c:v>
                </c:pt>
                <c:pt idx="43562">
                  <c:v>0.50418981481197989</c:v>
                </c:pt>
                <c:pt idx="43563">
                  <c:v>0.50420138888875954</c:v>
                </c:pt>
                <c:pt idx="43564">
                  <c:v>0.50421296295826323</c:v>
                </c:pt>
                <c:pt idx="43565">
                  <c:v>0.50422453703504289</c:v>
                </c:pt>
                <c:pt idx="43566">
                  <c:v>0.50423611111182254</c:v>
                </c:pt>
                <c:pt idx="43567">
                  <c:v>0.50424768518132623</c:v>
                </c:pt>
                <c:pt idx="43568">
                  <c:v>0.50425925925810589</c:v>
                </c:pt>
                <c:pt idx="43569">
                  <c:v>0.50427083332760958</c:v>
                </c:pt>
                <c:pt idx="43570">
                  <c:v>0.50428240740438923</c:v>
                </c:pt>
                <c:pt idx="43571">
                  <c:v>0.50429398148116888</c:v>
                </c:pt>
                <c:pt idx="43572">
                  <c:v>0.50430555555067258</c:v>
                </c:pt>
                <c:pt idx="43573">
                  <c:v>0.50431712962745223</c:v>
                </c:pt>
                <c:pt idx="43574">
                  <c:v>0.50432870370423188</c:v>
                </c:pt>
                <c:pt idx="43575">
                  <c:v>0.50434027777373558</c:v>
                </c:pt>
                <c:pt idx="43576">
                  <c:v>0.50435185185051523</c:v>
                </c:pt>
                <c:pt idx="43577">
                  <c:v>0.50436342592001893</c:v>
                </c:pt>
                <c:pt idx="43578">
                  <c:v>0.50437499999679858</c:v>
                </c:pt>
                <c:pt idx="43579">
                  <c:v>0.50438657407357823</c:v>
                </c:pt>
                <c:pt idx="43580">
                  <c:v>0.50439814814308193</c:v>
                </c:pt>
                <c:pt idx="43581">
                  <c:v>0.50440972221986158</c:v>
                </c:pt>
                <c:pt idx="43582">
                  <c:v>0.50442129629664123</c:v>
                </c:pt>
                <c:pt idx="43583">
                  <c:v>0.50443287036614493</c:v>
                </c:pt>
                <c:pt idx="43584">
                  <c:v>0.50444444444292458</c:v>
                </c:pt>
                <c:pt idx="43585">
                  <c:v>0.50445601851970423</c:v>
                </c:pt>
                <c:pt idx="43586">
                  <c:v>0.50446759258920792</c:v>
                </c:pt>
                <c:pt idx="43587">
                  <c:v>0.50447916666598758</c:v>
                </c:pt>
                <c:pt idx="43588">
                  <c:v>0.50449074073549127</c:v>
                </c:pt>
                <c:pt idx="43589">
                  <c:v>0.50450231481227092</c:v>
                </c:pt>
                <c:pt idx="43590">
                  <c:v>0.50451388888905058</c:v>
                </c:pt>
                <c:pt idx="43591">
                  <c:v>0.50452546295855427</c:v>
                </c:pt>
                <c:pt idx="43592">
                  <c:v>0.50453703703533392</c:v>
                </c:pt>
                <c:pt idx="43593">
                  <c:v>0.50454861111211358</c:v>
                </c:pt>
                <c:pt idx="43594">
                  <c:v>0.50456018518161727</c:v>
                </c:pt>
                <c:pt idx="43595">
                  <c:v>0.50457175925839692</c:v>
                </c:pt>
                <c:pt idx="43596">
                  <c:v>0.50458333332790062</c:v>
                </c:pt>
                <c:pt idx="43597">
                  <c:v>0.50459490740468027</c:v>
                </c:pt>
                <c:pt idx="43598">
                  <c:v>0.50460648148145992</c:v>
                </c:pt>
                <c:pt idx="43599">
                  <c:v>0.50461805555096362</c:v>
                </c:pt>
                <c:pt idx="43600">
                  <c:v>0.50462962962774327</c:v>
                </c:pt>
                <c:pt idx="43601">
                  <c:v>0.50464120370452292</c:v>
                </c:pt>
                <c:pt idx="43602">
                  <c:v>0.50465277777402662</c:v>
                </c:pt>
                <c:pt idx="43603">
                  <c:v>0.50466435185080627</c:v>
                </c:pt>
                <c:pt idx="43604">
                  <c:v>0.50467592592030996</c:v>
                </c:pt>
                <c:pt idx="43605">
                  <c:v>0.50468749999708962</c:v>
                </c:pt>
                <c:pt idx="43606">
                  <c:v>0.50469907407386927</c:v>
                </c:pt>
                <c:pt idx="43607">
                  <c:v>0.50471064814337296</c:v>
                </c:pt>
                <c:pt idx="43608">
                  <c:v>0.50472222222015262</c:v>
                </c:pt>
                <c:pt idx="43609">
                  <c:v>0.50473379629693227</c:v>
                </c:pt>
                <c:pt idx="43610">
                  <c:v>0.50474537036643596</c:v>
                </c:pt>
                <c:pt idx="43611">
                  <c:v>0.50475694444321562</c:v>
                </c:pt>
                <c:pt idx="43612">
                  <c:v>0.50476851851271931</c:v>
                </c:pt>
                <c:pt idx="43613">
                  <c:v>0.50478009258949896</c:v>
                </c:pt>
                <c:pt idx="43614">
                  <c:v>0.50479166666627862</c:v>
                </c:pt>
                <c:pt idx="43615">
                  <c:v>0.50480324073578231</c:v>
                </c:pt>
                <c:pt idx="43616">
                  <c:v>0.50481481481256196</c:v>
                </c:pt>
                <c:pt idx="43617">
                  <c:v>0.50482638888934162</c:v>
                </c:pt>
                <c:pt idx="43618">
                  <c:v>0.50483796295884531</c:v>
                </c:pt>
                <c:pt idx="43619">
                  <c:v>0.50484953703562496</c:v>
                </c:pt>
                <c:pt idx="43620">
                  <c:v>0.50486111111240461</c:v>
                </c:pt>
                <c:pt idx="43621">
                  <c:v>0.50487268518190831</c:v>
                </c:pt>
                <c:pt idx="43622">
                  <c:v>0.50488425925868796</c:v>
                </c:pt>
                <c:pt idx="43623">
                  <c:v>0.50489583332819166</c:v>
                </c:pt>
                <c:pt idx="43624">
                  <c:v>0.50490740740497131</c:v>
                </c:pt>
                <c:pt idx="43625">
                  <c:v>0.50491898148175096</c:v>
                </c:pt>
                <c:pt idx="43626">
                  <c:v>0.50493055555125466</c:v>
                </c:pt>
                <c:pt idx="43627">
                  <c:v>0.50494212962803431</c:v>
                </c:pt>
                <c:pt idx="43628">
                  <c:v>0.50495370370481396</c:v>
                </c:pt>
                <c:pt idx="43629">
                  <c:v>0.50496527777431766</c:v>
                </c:pt>
                <c:pt idx="43630">
                  <c:v>0.50497685185109731</c:v>
                </c:pt>
                <c:pt idx="43631">
                  <c:v>0.504988425920601</c:v>
                </c:pt>
                <c:pt idx="43632">
                  <c:v>0.50499999999738066</c:v>
                </c:pt>
                <c:pt idx="43633">
                  <c:v>0.50501157407416031</c:v>
                </c:pt>
                <c:pt idx="43634">
                  <c:v>0.505023148143664</c:v>
                </c:pt>
                <c:pt idx="43635">
                  <c:v>0.50503472222044365</c:v>
                </c:pt>
                <c:pt idx="43636">
                  <c:v>0.50504629629722331</c:v>
                </c:pt>
                <c:pt idx="43637">
                  <c:v>0.505057870366727</c:v>
                </c:pt>
                <c:pt idx="43638">
                  <c:v>0.50506944444350665</c:v>
                </c:pt>
                <c:pt idx="43639">
                  <c:v>0.50508101851301035</c:v>
                </c:pt>
                <c:pt idx="43640">
                  <c:v>0.50509259258979</c:v>
                </c:pt>
                <c:pt idx="43641">
                  <c:v>0.50510416666656965</c:v>
                </c:pt>
                <c:pt idx="43642">
                  <c:v>0.50511574073607335</c:v>
                </c:pt>
                <c:pt idx="43643">
                  <c:v>0.505127314812853</c:v>
                </c:pt>
                <c:pt idx="43644">
                  <c:v>0.50513888888963265</c:v>
                </c:pt>
                <c:pt idx="43645">
                  <c:v>0.50515046295913635</c:v>
                </c:pt>
                <c:pt idx="43646">
                  <c:v>0.505162037035916</c:v>
                </c:pt>
                <c:pt idx="43647">
                  <c:v>0.5051736111054197</c:v>
                </c:pt>
                <c:pt idx="43648">
                  <c:v>0.50518518518219935</c:v>
                </c:pt>
                <c:pt idx="43649">
                  <c:v>0.505196759258979</c:v>
                </c:pt>
                <c:pt idx="43650">
                  <c:v>0.50520833332848269</c:v>
                </c:pt>
                <c:pt idx="43651">
                  <c:v>0.50521990740526235</c:v>
                </c:pt>
                <c:pt idx="43652">
                  <c:v>0.505231481482042</c:v>
                </c:pt>
                <c:pt idx="43653">
                  <c:v>0.50524305555154569</c:v>
                </c:pt>
                <c:pt idx="43654">
                  <c:v>0.50525462962832535</c:v>
                </c:pt>
                <c:pt idx="43655">
                  <c:v>0.50526620369782904</c:v>
                </c:pt>
                <c:pt idx="43656">
                  <c:v>0.50527777777460869</c:v>
                </c:pt>
                <c:pt idx="43657">
                  <c:v>0.50528935185138835</c:v>
                </c:pt>
                <c:pt idx="43658">
                  <c:v>0.50530092592089204</c:v>
                </c:pt>
                <c:pt idx="43659">
                  <c:v>0.50531249999767169</c:v>
                </c:pt>
                <c:pt idx="43660">
                  <c:v>0.50532407407445135</c:v>
                </c:pt>
                <c:pt idx="43661">
                  <c:v>0.50533564814395504</c:v>
                </c:pt>
                <c:pt idx="43662">
                  <c:v>0.50534722222073469</c:v>
                </c:pt>
                <c:pt idx="43663">
                  <c:v>0.50535879629751435</c:v>
                </c:pt>
                <c:pt idx="43664">
                  <c:v>0.50537037036701804</c:v>
                </c:pt>
                <c:pt idx="43665">
                  <c:v>0.50538194444379769</c:v>
                </c:pt>
                <c:pt idx="43666">
                  <c:v>0.50539351851330139</c:v>
                </c:pt>
                <c:pt idx="43667">
                  <c:v>0.50540509259008104</c:v>
                </c:pt>
                <c:pt idx="43668">
                  <c:v>0.50541666666686069</c:v>
                </c:pt>
                <c:pt idx="43669">
                  <c:v>0.50542824073636439</c:v>
                </c:pt>
                <c:pt idx="43670">
                  <c:v>0.50543981481314404</c:v>
                </c:pt>
                <c:pt idx="43671">
                  <c:v>0.50545138888992369</c:v>
                </c:pt>
                <c:pt idx="43672">
                  <c:v>0.50546296295942739</c:v>
                </c:pt>
                <c:pt idx="43673">
                  <c:v>0.50547453703620704</c:v>
                </c:pt>
                <c:pt idx="43674">
                  <c:v>0.50548611110571073</c:v>
                </c:pt>
                <c:pt idx="43675">
                  <c:v>0.50549768518249039</c:v>
                </c:pt>
                <c:pt idx="43676">
                  <c:v>0.50550925925927004</c:v>
                </c:pt>
                <c:pt idx="43677">
                  <c:v>0.50552083332877373</c:v>
                </c:pt>
                <c:pt idx="43678">
                  <c:v>0.50553240740555339</c:v>
                </c:pt>
                <c:pt idx="43679">
                  <c:v>0.50554398148233304</c:v>
                </c:pt>
                <c:pt idx="43680">
                  <c:v>0.50555555555183673</c:v>
                </c:pt>
                <c:pt idx="43681">
                  <c:v>0.50556712962861639</c:v>
                </c:pt>
                <c:pt idx="43682">
                  <c:v>0.50557870369812008</c:v>
                </c:pt>
                <c:pt idx="43683">
                  <c:v>0.50559027777489973</c:v>
                </c:pt>
                <c:pt idx="43684">
                  <c:v>0.50560185185167938</c:v>
                </c:pt>
                <c:pt idx="43685">
                  <c:v>0.50561342592118308</c:v>
                </c:pt>
                <c:pt idx="43686">
                  <c:v>0.50562499999796273</c:v>
                </c:pt>
                <c:pt idx="43687">
                  <c:v>0.50563657407474238</c:v>
                </c:pt>
                <c:pt idx="43688">
                  <c:v>0.50564814814424608</c:v>
                </c:pt>
                <c:pt idx="43689">
                  <c:v>0.50565972222102573</c:v>
                </c:pt>
                <c:pt idx="43690">
                  <c:v>0.50567129629052943</c:v>
                </c:pt>
                <c:pt idx="43691">
                  <c:v>0.50568287036730908</c:v>
                </c:pt>
                <c:pt idx="43692">
                  <c:v>0.50569444444408873</c:v>
                </c:pt>
                <c:pt idx="43693">
                  <c:v>0.50570601851359243</c:v>
                </c:pt>
                <c:pt idx="43694">
                  <c:v>0.50571759259037208</c:v>
                </c:pt>
                <c:pt idx="43695">
                  <c:v>0.50572916666715173</c:v>
                </c:pt>
                <c:pt idx="43696">
                  <c:v>0.50574074073665543</c:v>
                </c:pt>
                <c:pt idx="43697">
                  <c:v>0.50575231481343508</c:v>
                </c:pt>
                <c:pt idx="43698">
                  <c:v>0.50576388889021473</c:v>
                </c:pt>
                <c:pt idx="43699">
                  <c:v>0.50577546295971842</c:v>
                </c:pt>
                <c:pt idx="43700">
                  <c:v>0.50578703703649808</c:v>
                </c:pt>
                <c:pt idx="43701">
                  <c:v>0.50579861110600177</c:v>
                </c:pt>
                <c:pt idx="43702">
                  <c:v>0.50581018518278142</c:v>
                </c:pt>
                <c:pt idx="43703">
                  <c:v>0.50582175925956108</c:v>
                </c:pt>
                <c:pt idx="43704">
                  <c:v>0.50583333332906477</c:v>
                </c:pt>
                <c:pt idx="43705">
                  <c:v>0.50584490740584442</c:v>
                </c:pt>
                <c:pt idx="43706">
                  <c:v>0.50585648148262408</c:v>
                </c:pt>
                <c:pt idx="43707">
                  <c:v>0.50586805555212777</c:v>
                </c:pt>
                <c:pt idx="43708">
                  <c:v>0.50587962962890742</c:v>
                </c:pt>
                <c:pt idx="43709">
                  <c:v>0.50589120369841112</c:v>
                </c:pt>
                <c:pt idx="43710">
                  <c:v>0.50590277777519077</c:v>
                </c:pt>
                <c:pt idx="43711">
                  <c:v>0.50591435185197042</c:v>
                </c:pt>
                <c:pt idx="43712">
                  <c:v>0.50592592592147412</c:v>
                </c:pt>
                <c:pt idx="43713">
                  <c:v>0.50593749999825377</c:v>
                </c:pt>
                <c:pt idx="43714">
                  <c:v>0.50594907407503342</c:v>
                </c:pt>
                <c:pt idx="43715">
                  <c:v>0.50596064814453712</c:v>
                </c:pt>
                <c:pt idx="43716">
                  <c:v>0.50597222222131677</c:v>
                </c:pt>
                <c:pt idx="43717">
                  <c:v>0.50598379629082046</c:v>
                </c:pt>
                <c:pt idx="43718">
                  <c:v>0.50599537036760012</c:v>
                </c:pt>
                <c:pt idx="43719">
                  <c:v>0.50600694444437977</c:v>
                </c:pt>
                <c:pt idx="43720">
                  <c:v>0.50601851851388346</c:v>
                </c:pt>
                <c:pt idx="43721">
                  <c:v>0.50603009259066312</c:v>
                </c:pt>
                <c:pt idx="43722">
                  <c:v>0.50604166666744277</c:v>
                </c:pt>
                <c:pt idx="43723">
                  <c:v>0.50605324073694646</c:v>
                </c:pt>
                <c:pt idx="43724">
                  <c:v>0.50606481481372612</c:v>
                </c:pt>
                <c:pt idx="43725">
                  <c:v>0.50607638888322981</c:v>
                </c:pt>
                <c:pt idx="43726">
                  <c:v>0.50608796296000946</c:v>
                </c:pt>
                <c:pt idx="43727">
                  <c:v>0.50609953703678912</c:v>
                </c:pt>
                <c:pt idx="43728">
                  <c:v>0.50611111110629281</c:v>
                </c:pt>
                <c:pt idx="43729">
                  <c:v>0.50612268518307246</c:v>
                </c:pt>
                <c:pt idx="43730">
                  <c:v>0.50613425925985212</c:v>
                </c:pt>
                <c:pt idx="43731">
                  <c:v>0.50614583332935581</c:v>
                </c:pt>
                <c:pt idx="43732">
                  <c:v>0.50615740740613546</c:v>
                </c:pt>
                <c:pt idx="43733">
                  <c:v>0.50616898147563916</c:v>
                </c:pt>
                <c:pt idx="43734">
                  <c:v>0.50618055555241881</c:v>
                </c:pt>
                <c:pt idx="43735">
                  <c:v>0.50619212962919846</c:v>
                </c:pt>
                <c:pt idx="43736">
                  <c:v>0.50620370369870216</c:v>
                </c:pt>
                <c:pt idx="43737">
                  <c:v>0.50621527777548181</c:v>
                </c:pt>
                <c:pt idx="43738">
                  <c:v>0.50622685185226146</c:v>
                </c:pt>
                <c:pt idx="43739">
                  <c:v>0.50623842592176516</c:v>
                </c:pt>
                <c:pt idx="43740">
                  <c:v>0.50624999999854481</c:v>
                </c:pt>
                <c:pt idx="43741">
                  <c:v>0.50626157407532446</c:v>
                </c:pt>
                <c:pt idx="43742">
                  <c:v>0.50627314814482816</c:v>
                </c:pt>
                <c:pt idx="43743">
                  <c:v>0.50628472222160781</c:v>
                </c:pt>
                <c:pt idx="43744">
                  <c:v>0.5062962962911115</c:v>
                </c:pt>
                <c:pt idx="43745">
                  <c:v>0.50630787036789116</c:v>
                </c:pt>
                <c:pt idx="43746">
                  <c:v>0.50631944444467081</c:v>
                </c:pt>
                <c:pt idx="43747">
                  <c:v>0.5063310185141745</c:v>
                </c:pt>
                <c:pt idx="43748">
                  <c:v>0.50634259259095415</c:v>
                </c:pt>
                <c:pt idx="43749">
                  <c:v>0.50635416666773381</c:v>
                </c:pt>
                <c:pt idx="43750">
                  <c:v>0.5063657407372375</c:v>
                </c:pt>
                <c:pt idx="43751">
                  <c:v>0.50637731481401715</c:v>
                </c:pt>
                <c:pt idx="43752">
                  <c:v>0.50638888888352085</c:v>
                </c:pt>
                <c:pt idx="43753">
                  <c:v>0.5064004629603005</c:v>
                </c:pt>
                <c:pt idx="43754">
                  <c:v>0.50641203703708015</c:v>
                </c:pt>
                <c:pt idx="43755">
                  <c:v>0.50642361110658385</c:v>
                </c:pt>
                <c:pt idx="43756">
                  <c:v>0.5064351851833635</c:v>
                </c:pt>
                <c:pt idx="43757">
                  <c:v>0.50644675926014315</c:v>
                </c:pt>
                <c:pt idx="43758">
                  <c:v>0.50645833332964685</c:v>
                </c:pt>
                <c:pt idx="43759">
                  <c:v>0.5064699074064265</c:v>
                </c:pt>
                <c:pt idx="43760">
                  <c:v>0.5064814814759302</c:v>
                </c:pt>
                <c:pt idx="43761">
                  <c:v>0.50649305555270985</c:v>
                </c:pt>
                <c:pt idx="43762">
                  <c:v>0.5065046296294895</c:v>
                </c:pt>
                <c:pt idx="43763">
                  <c:v>0.50651620369899319</c:v>
                </c:pt>
                <c:pt idx="43764">
                  <c:v>0.50652777777577285</c:v>
                </c:pt>
                <c:pt idx="43765">
                  <c:v>0.5065393518525525</c:v>
                </c:pt>
                <c:pt idx="43766">
                  <c:v>0.50655092592205619</c:v>
                </c:pt>
                <c:pt idx="43767">
                  <c:v>0.50656249999883585</c:v>
                </c:pt>
                <c:pt idx="43768">
                  <c:v>0.50657407406833954</c:v>
                </c:pt>
                <c:pt idx="43769">
                  <c:v>0.50658564814511919</c:v>
                </c:pt>
                <c:pt idx="43770">
                  <c:v>0.50659722222189885</c:v>
                </c:pt>
                <c:pt idx="43771">
                  <c:v>0.50660879629140254</c:v>
                </c:pt>
                <c:pt idx="43772">
                  <c:v>0.50662037036818219</c:v>
                </c:pt>
                <c:pt idx="43773">
                  <c:v>0.50663194444496185</c:v>
                </c:pt>
                <c:pt idx="43774">
                  <c:v>0.50664351851446554</c:v>
                </c:pt>
                <c:pt idx="43775">
                  <c:v>0.50665509259124519</c:v>
                </c:pt>
                <c:pt idx="43776">
                  <c:v>0.50666666666074889</c:v>
                </c:pt>
                <c:pt idx="43777">
                  <c:v>0.50667824073752854</c:v>
                </c:pt>
                <c:pt idx="43778">
                  <c:v>0.50668981481430819</c:v>
                </c:pt>
                <c:pt idx="43779">
                  <c:v>0.50670138888381189</c:v>
                </c:pt>
                <c:pt idx="43780">
                  <c:v>0.50671296296059154</c:v>
                </c:pt>
                <c:pt idx="43781">
                  <c:v>0.50672453703737119</c:v>
                </c:pt>
                <c:pt idx="43782">
                  <c:v>0.50673611110687489</c:v>
                </c:pt>
                <c:pt idx="43783">
                  <c:v>0.50674768518365454</c:v>
                </c:pt>
                <c:pt idx="43784">
                  <c:v>0.50675925926043419</c:v>
                </c:pt>
                <c:pt idx="43785">
                  <c:v>0.50677083332993789</c:v>
                </c:pt>
                <c:pt idx="43786">
                  <c:v>0.50678240740671754</c:v>
                </c:pt>
                <c:pt idx="43787">
                  <c:v>0.50679398147622123</c:v>
                </c:pt>
                <c:pt idx="43788">
                  <c:v>0.50680555555300089</c:v>
                </c:pt>
                <c:pt idx="43789">
                  <c:v>0.50681712962978054</c:v>
                </c:pt>
                <c:pt idx="43790">
                  <c:v>0.50682870369928423</c:v>
                </c:pt>
                <c:pt idx="43791">
                  <c:v>0.50684027777606389</c:v>
                </c:pt>
                <c:pt idx="43792">
                  <c:v>0.50685185185284354</c:v>
                </c:pt>
                <c:pt idx="43793">
                  <c:v>0.50686342592234723</c:v>
                </c:pt>
                <c:pt idx="43794">
                  <c:v>0.50687499999912689</c:v>
                </c:pt>
                <c:pt idx="43795">
                  <c:v>0.50688657406863058</c:v>
                </c:pt>
                <c:pt idx="43796">
                  <c:v>0.50689814814541023</c:v>
                </c:pt>
                <c:pt idx="43797">
                  <c:v>0.50690972222218988</c:v>
                </c:pt>
                <c:pt idx="43798">
                  <c:v>0.50692129629169358</c:v>
                </c:pt>
                <c:pt idx="43799">
                  <c:v>0.50693287036847323</c:v>
                </c:pt>
                <c:pt idx="43800">
                  <c:v>0.50694444444525288</c:v>
                </c:pt>
                <c:pt idx="43801">
                  <c:v>0.50695601851475658</c:v>
                </c:pt>
                <c:pt idx="43802">
                  <c:v>0.50696759259153623</c:v>
                </c:pt>
                <c:pt idx="43803">
                  <c:v>0.50697916666103993</c:v>
                </c:pt>
                <c:pt idx="43804">
                  <c:v>0.50699074073781958</c:v>
                </c:pt>
                <c:pt idx="43805">
                  <c:v>0.50700231481459923</c:v>
                </c:pt>
                <c:pt idx="43806">
                  <c:v>0.50701388888410293</c:v>
                </c:pt>
                <c:pt idx="43807">
                  <c:v>0.50702546296088258</c:v>
                </c:pt>
                <c:pt idx="43808">
                  <c:v>0.50703703703766223</c:v>
                </c:pt>
                <c:pt idx="43809">
                  <c:v>0.50704861110716593</c:v>
                </c:pt>
                <c:pt idx="43810">
                  <c:v>0.50706018518394558</c:v>
                </c:pt>
                <c:pt idx="43811">
                  <c:v>0.50707175925344927</c:v>
                </c:pt>
                <c:pt idx="43812">
                  <c:v>0.50708333333022892</c:v>
                </c:pt>
                <c:pt idx="43813">
                  <c:v>0.50709490740700858</c:v>
                </c:pt>
                <c:pt idx="43814">
                  <c:v>0.50710648147651227</c:v>
                </c:pt>
                <c:pt idx="43815">
                  <c:v>0.50711805555329192</c:v>
                </c:pt>
                <c:pt idx="43816">
                  <c:v>0.50712962963007158</c:v>
                </c:pt>
                <c:pt idx="43817">
                  <c:v>0.50714120369957527</c:v>
                </c:pt>
                <c:pt idx="43818">
                  <c:v>0.50715277777635492</c:v>
                </c:pt>
                <c:pt idx="43819">
                  <c:v>0.50716435185313458</c:v>
                </c:pt>
                <c:pt idx="43820">
                  <c:v>0.50717592592263827</c:v>
                </c:pt>
                <c:pt idx="43821">
                  <c:v>0.50718749999941792</c:v>
                </c:pt>
                <c:pt idx="43822">
                  <c:v>0.50719907406892162</c:v>
                </c:pt>
                <c:pt idx="43823">
                  <c:v>0.50721064814570127</c:v>
                </c:pt>
                <c:pt idx="43824">
                  <c:v>0.50722222222248092</c:v>
                </c:pt>
                <c:pt idx="43825">
                  <c:v>0.50723379629198462</c:v>
                </c:pt>
                <c:pt idx="43826">
                  <c:v>0.50724537036876427</c:v>
                </c:pt>
                <c:pt idx="43827">
                  <c:v>0.50725694444554392</c:v>
                </c:pt>
                <c:pt idx="43828">
                  <c:v>0.50726851851504762</c:v>
                </c:pt>
                <c:pt idx="43829">
                  <c:v>0.50728009259182727</c:v>
                </c:pt>
                <c:pt idx="43830">
                  <c:v>0.50729166666133096</c:v>
                </c:pt>
                <c:pt idx="43831">
                  <c:v>0.50730324073811062</c:v>
                </c:pt>
                <c:pt idx="43832">
                  <c:v>0.50731481481489027</c:v>
                </c:pt>
                <c:pt idx="43833">
                  <c:v>0.50732638888439396</c:v>
                </c:pt>
                <c:pt idx="43834">
                  <c:v>0.50733796296117362</c:v>
                </c:pt>
                <c:pt idx="43835">
                  <c:v>0.50734953703795327</c:v>
                </c:pt>
                <c:pt idx="43836">
                  <c:v>0.50736111110745696</c:v>
                </c:pt>
                <c:pt idx="43837">
                  <c:v>0.50737268518423662</c:v>
                </c:pt>
                <c:pt idx="43838">
                  <c:v>0.50738425925374031</c:v>
                </c:pt>
                <c:pt idx="43839">
                  <c:v>0.50739583333051996</c:v>
                </c:pt>
                <c:pt idx="43840">
                  <c:v>0.50740740740729962</c:v>
                </c:pt>
                <c:pt idx="43841">
                  <c:v>0.50741898147680331</c:v>
                </c:pt>
                <c:pt idx="43842">
                  <c:v>0.50743055555358296</c:v>
                </c:pt>
                <c:pt idx="43843">
                  <c:v>0.50744212963036261</c:v>
                </c:pt>
                <c:pt idx="43844">
                  <c:v>0.50745370369986631</c:v>
                </c:pt>
                <c:pt idx="43845">
                  <c:v>0.50746527777664596</c:v>
                </c:pt>
                <c:pt idx="43846">
                  <c:v>0.50747685184614966</c:v>
                </c:pt>
                <c:pt idx="43847">
                  <c:v>0.50748842592292931</c:v>
                </c:pt>
                <c:pt idx="43848">
                  <c:v>0.50749999999970896</c:v>
                </c:pt>
                <c:pt idx="43849">
                  <c:v>0.50751157406921266</c:v>
                </c:pt>
                <c:pt idx="43850">
                  <c:v>0.50752314814599231</c:v>
                </c:pt>
                <c:pt idx="43851">
                  <c:v>0.50753472222277196</c:v>
                </c:pt>
                <c:pt idx="43852">
                  <c:v>0.50754629629227566</c:v>
                </c:pt>
                <c:pt idx="43853">
                  <c:v>0.50755787036905531</c:v>
                </c:pt>
                <c:pt idx="43854">
                  <c:v>0.507569444438559</c:v>
                </c:pt>
                <c:pt idx="43855">
                  <c:v>0.50758101851533866</c:v>
                </c:pt>
                <c:pt idx="43856">
                  <c:v>0.50759259259211831</c:v>
                </c:pt>
                <c:pt idx="43857">
                  <c:v>0.507604166661622</c:v>
                </c:pt>
                <c:pt idx="43858">
                  <c:v>0.50761574073840166</c:v>
                </c:pt>
                <c:pt idx="43859">
                  <c:v>0.50762731481518131</c:v>
                </c:pt>
                <c:pt idx="43860">
                  <c:v>0.507638888884685</c:v>
                </c:pt>
                <c:pt idx="43861">
                  <c:v>0.50765046296146465</c:v>
                </c:pt>
                <c:pt idx="43862">
                  <c:v>0.50766203703824431</c:v>
                </c:pt>
                <c:pt idx="43863">
                  <c:v>0.507673611107748</c:v>
                </c:pt>
                <c:pt idx="43864">
                  <c:v>0.50768518518452765</c:v>
                </c:pt>
                <c:pt idx="43865">
                  <c:v>0.50769675925403135</c:v>
                </c:pt>
                <c:pt idx="43866">
                  <c:v>0.507708333330811</c:v>
                </c:pt>
                <c:pt idx="43867">
                  <c:v>0.50771990740759065</c:v>
                </c:pt>
                <c:pt idx="43868">
                  <c:v>0.50773148147709435</c:v>
                </c:pt>
                <c:pt idx="43869">
                  <c:v>0.507743055553874</c:v>
                </c:pt>
                <c:pt idx="43870">
                  <c:v>0.50775462963065365</c:v>
                </c:pt>
                <c:pt idx="43871">
                  <c:v>0.50776620370015735</c:v>
                </c:pt>
                <c:pt idx="43872">
                  <c:v>0.507777777776937</c:v>
                </c:pt>
                <c:pt idx="43873">
                  <c:v>0.5077893518464407</c:v>
                </c:pt>
                <c:pt idx="43874">
                  <c:v>0.50780092592322035</c:v>
                </c:pt>
                <c:pt idx="43875">
                  <c:v>0.5078125</c:v>
                </c:pt>
                <c:pt idx="43876">
                  <c:v>0.50782407406950369</c:v>
                </c:pt>
                <c:pt idx="43877">
                  <c:v>0.50783564814628335</c:v>
                </c:pt>
                <c:pt idx="43878">
                  <c:v>0.507847222223063</c:v>
                </c:pt>
                <c:pt idx="43879">
                  <c:v>0.50785879629256669</c:v>
                </c:pt>
                <c:pt idx="43880">
                  <c:v>0.50787037036934635</c:v>
                </c:pt>
                <c:pt idx="43881">
                  <c:v>0.50788194443885004</c:v>
                </c:pt>
                <c:pt idx="43882">
                  <c:v>0.50789351851562969</c:v>
                </c:pt>
                <c:pt idx="43883">
                  <c:v>0.50790509259240935</c:v>
                </c:pt>
                <c:pt idx="43884">
                  <c:v>0.50791666666191304</c:v>
                </c:pt>
                <c:pt idx="43885">
                  <c:v>0.50792824073869269</c:v>
                </c:pt>
                <c:pt idx="43886">
                  <c:v>0.50793981481547235</c:v>
                </c:pt>
                <c:pt idx="43887">
                  <c:v>0.50795138888497604</c:v>
                </c:pt>
                <c:pt idx="43888">
                  <c:v>0.50796296296175569</c:v>
                </c:pt>
                <c:pt idx="43889">
                  <c:v>0.50797453703125939</c:v>
                </c:pt>
                <c:pt idx="43890">
                  <c:v>0.50798611110803904</c:v>
                </c:pt>
                <c:pt idx="43891">
                  <c:v>0.50799768518481869</c:v>
                </c:pt>
                <c:pt idx="43892">
                  <c:v>0.50800925925432239</c:v>
                </c:pt>
                <c:pt idx="43893">
                  <c:v>0.50802083333110204</c:v>
                </c:pt>
                <c:pt idx="43894">
                  <c:v>0.50803240740788169</c:v>
                </c:pt>
                <c:pt idx="43895">
                  <c:v>0.50804398147738539</c:v>
                </c:pt>
                <c:pt idx="43896">
                  <c:v>0.50805555555416504</c:v>
                </c:pt>
                <c:pt idx="43897">
                  <c:v>0.50806712963094469</c:v>
                </c:pt>
                <c:pt idx="43898">
                  <c:v>0.50807870370044839</c:v>
                </c:pt>
                <c:pt idx="43899">
                  <c:v>0.50809027777722804</c:v>
                </c:pt>
                <c:pt idx="43900">
                  <c:v>0.50810185184673173</c:v>
                </c:pt>
                <c:pt idx="43901">
                  <c:v>0.50811342592351139</c:v>
                </c:pt>
                <c:pt idx="43902">
                  <c:v>0.50812500000029104</c:v>
                </c:pt>
                <c:pt idx="43903">
                  <c:v>0.50813657406979473</c:v>
                </c:pt>
                <c:pt idx="43904">
                  <c:v>0.50814814814657439</c:v>
                </c:pt>
                <c:pt idx="43905">
                  <c:v>0.50815972222335404</c:v>
                </c:pt>
                <c:pt idx="43906">
                  <c:v>0.50817129629285773</c:v>
                </c:pt>
                <c:pt idx="43907">
                  <c:v>0.50818287036963739</c:v>
                </c:pt>
                <c:pt idx="43908">
                  <c:v>0.50819444443914108</c:v>
                </c:pt>
                <c:pt idx="43909">
                  <c:v>0.50820601851592073</c:v>
                </c:pt>
                <c:pt idx="43910">
                  <c:v>0.50821759259270038</c:v>
                </c:pt>
                <c:pt idx="43911">
                  <c:v>0.50822916666220408</c:v>
                </c:pt>
                <c:pt idx="43912">
                  <c:v>0.50824074073898373</c:v>
                </c:pt>
                <c:pt idx="43913">
                  <c:v>0.50825231481576338</c:v>
                </c:pt>
                <c:pt idx="43914">
                  <c:v>0.50826388888526708</c:v>
                </c:pt>
                <c:pt idx="43915">
                  <c:v>0.50827546296204673</c:v>
                </c:pt>
                <c:pt idx="43916">
                  <c:v>0.50828703703155043</c:v>
                </c:pt>
                <c:pt idx="43917">
                  <c:v>0.50829861110833008</c:v>
                </c:pt>
                <c:pt idx="43918">
                  <c:v>0.50831018518510973</c:v>
                </c:pt>
                <c:pt idx="43919">
                  <c:v>0.50832175925461343</c:v>
                </c:pt>
                <c:pt idx="43920">
                  <c:v>0.50833333333139308</c:v>
                </c:pt>
                <c:pt idx="43921">
                  <c:v>0.50834490740817273</c:v>
                </c:pt>
                <c:pt idx="43922">
                  <c:v>0.50835648147767643</c:v>
                </c:pt>
                <c:pt idx="43923">
                  <c:v>0.50836805555445608</c:v>
                </c:pt>
                <c:pt idx="43924">
                  <c:v>0.50837962962395977</c:v>
                </c:pt>
                <c:pt idx="43925">
                  <c:v>0.50839120370073942</c:v>
                </c:pt>
                <c:pt idx="43926">
                  <c:v>0.50840277777751908</c:v>
                </c:pt>
                <c:pt idx="43927">
                  <c:v>0.50841435184702277</c:v>
                </c:pt>
                <c:pt idx="43928">
                  <c:v>0.50842592592380242</c:v>
                </c:pt>
                <c:pt idx="43929">
                  <c:v>0.50843750000058208</c:v>
                </c:pt>
                <c:pt idx="43930">
                  <c:v>0.50844907407008577</c:v>
                </c:pt>
                <c:pt idx="43931">
                  <c:v>0.50846064814686542</c:v>
                </c:pt>
                <c:pt idx="43932">
                  <c:v>0.50847222221636912</c:v>
                </c:pt>
                <c:pt idx="43933">
                  <c:v>0.50848379629314877</c:v>
                </c:pt>
                <c:pt idx="43934">
                  <c:v>0.50849537036992842</c:v>
                </c:pt>
                <c:pt idx="43935">
                  <c:v>0.50850694443943212</c:v>
                </c:pt>
                <c:pt idx="43936">
                  <c:v>0.50851851851621177</c:v>
                </c:pt>
                <c:pt idx="43937">
                  <c:v>0.50853009259299142</c:v>
                </c:pt>
                <c:pt idx="43938">
                  <c:v>0.50854166666249512</c:v>
                </c:pt>
                <c:pt idx="43939">
                  <c:v>0.50855324073927477</c:v>
                </c:pt>
                <c:pt idx="43940">
                  <c:v>0.50856481481605442</c:v>
                </c:pt>
                <c:pt idx="43941">
                  <c:v>0.50857638888555812</c:v>
                </c:pt>
                <c:pt idx="43942">
                  <c:v>0.50858796296233777</c:v>
                </c:pt>
                <c:pt idx="43943">
                  <c:v>0.50859953703184146</c:v>
                </c:pt>
                <c:pt idx="43944">
                  <c:v>0.50861111110862112</c:v>
                </c:pt>
                <c:pt idx="43945">
                  <c:v>0.50862268518540077</c:v>
                </c:pt>
                <c:pt idx="43946">
                  <c:v>0.50863425925490446</c:v>
                </c:pt>
                <c:pt idx="43947">
                  <c:v>0.50864583333168412</c:v>
                </c:pt>
                <c:pt idx="43948">
                  <c:v>0.50865740740846377</c:v>
                </c:pt>
                <c:pt idx="43949">
                  <c:v>0.50866898147796746</c:v>
                </c:pt>
                <c:pt idx="43950">
                  <c:v>0.50868055555474712</c:v>
                </c:pt>
                <c:pt idx="43951">
                  <c:v>0.50869212962425081</c:v>
                </c:pt>
                <c:pt idx="43952">
                  <c:v>0.50870370370103046</c:v>
                </c:pt>
                <c:pt idx="43953">
                  <c:v>0.50871527777781012</c:v>
                </c:pt>
                <c:pt idx="43954">
                  <c:v>0.50872685184731381</c:v>
                </c:pt>
                <c:pt idx="43955">
                  <c:v>0.50873842592409346</c:v>
                </c:pt>
                <c:pt idx="43956">
                  <c:v>0.50875000000087311</c:v>
                </c:pt>
                <c:pt idx="43957">
                  <c:v>0.50876157407037681</c:v>
                </c:pt>
                <c:pt idx="43958">
                  <c:v>0.50877314814715646</c:v>
                </c:pt>
                <c:pt idx="43959">
                  <c:v>0.50878472221666016</c:v>
                </c:pt>
                <c:pt idx="43960">
                  <c:v>0.50879629629343981</c:v>
                </c:pt>
                <c:pt idx="43961">
                  <c:v>0.50880787037021946</c:v>
                </c:pt>
                <c:pt idx="43962">
                  <c:v>0.50881944443972316</c:v>
                </c:pt>
                <c:pt idx="43963">
                  <c:v>0.50883101851650281</c:v>
                </c:pt>
                <c:pt idx="43964">
                  <c:v>0.50884259259328246</c:v>
                </c:pt>
                <c:pt idx="43965">
                  <c:v>0.50885416666278616</c:v>
                </c:pt>
                <c:pt idx="43966">
                  <c:v>0.50886574073956581</c:v>
                </c:pt>
                <c:pt idx="43967">
                  <c:v>0.5088773148090695</c:v>
                </c:pt>
                <c:pt idx="43968">
                  <c:v>0.50888888888584916</c:v>
                </c:pt>
                <c:pt idx="43969">
                  <c:v>0.50890046296262881</c:v>
                </c:pt>
                <c:pt idx="43970">
                  <c:v>0.5089120370321325</c:v>
                </c:pt>
                <c:pt idx="43971">
                  <c:v>0.50892361110891216</c:v>
                </c:pt>
                <c:pt idx="43972">
                  <c:v>0.50893518518569181</c:v>
                </c:pt>
                <c:pt idx="43973">
                  <c:v>0.5089467592551955</c:v>
                </c:pt>
                <c:pt idx="43974">
                  <c:v>0.50895833333197515</c:v>
                </c:pt>
                <c:pt idx="43975">
                  <c:v>0.50896990740147885</c:v>
                </c:pt>
                <c:pt idx="43976">
                  <c:v>0.5089814814782585</c:v>
                </c:pt>
                <c:pt idx="43977">
                  <c:v>0.50899305555503815</c:v>
                </c:pt>
                <c:pt idx="43978">
                  <c:v>0.50900462962454185</c:v>
                </c:pt>
                <c:pt idx="43979">
                  <c:v>0.5090162037013215</c:v>
                </c:pt>
                <c:pt idx="43980">
                  <c:v>0.50902777777810115</c:v>
                </c:pt>
                <c:pt idx="43981">
                  <c:v>0.50903935184760485</c:v>
                </c:pt>
                <c:pt idx="43982">
                  <c:v>0.5090509259243845</c:v>
                </c:pt>
                <c:pt idx="43983">
                  <c:v>0.50906250000116415</c:v>
                </c:pt>
                <c:pt idx="43984">
                  <c:v>0.50907407407066785</c:v>
                </c:pt>
                <c:pt idx="43985">
                  <c:v>0.5090856481474475</c:v>
                </c:pt>
                <c:pt idx="43986">
                  <c:v>0.5090972222169512</c:v>
                </c:pt>
                <c:pt idx="43987">
                  <c:v>0.50910879629373085</c:v>
                </c:pt>
                <c:pt idx="43988">
                  <c:v>0.5091203703705105</c:v>
                </c:pt>
                <c:pt idx="43989">
                  <c:v>0.50913194444001419</c:v>
                </c:pt>
                <c:pt idx="43990">
                  <c:v>0.50914351851679385</c:v>
                </c:pt>
                <c:pt idx="43991">
                  <c:v>0.5091550925935735</c:v>
                </c:pt>
                <c:pt idx="43992">
                  <c:v>0.50916666666307719</c:v>
                </c:pt>
                <c:pt idx="43993">
                  <c:v>0.50917824073985685</c:v>
                </c:pt>
                <c:pt idx="43994">
                  <c:v>0.50918981480936054</c:v>
                </c:pt>
                <c:pt idx="43995">
                  <c:v>0.50920138888614019</c:v>
                </c:pt>
                <c:pt idx="43996">
                  <c:v>0.50921296296291985</c:v>
                </c:pt>
                <c:pt idx="43997">
                  <c:v>0.50922453703242354</c:v>
                </c:pt>
                <c:pt idx="43998">
                  <c:v>0.50923611110920319</c:v>
                </c:pt>
                <c:pt idx="43999">
                  <c:v>0.50924768518598285</c:v>
                </c:pt>
                <c:pt idx="44000">
                  <c:v>0.50925925925548654</c:v>
                </c:pt>
                <c:pt idx="44001">
                  <c:v>0.50927083333226619</c:v>
                </c:pt>
                <c:pt idx="44002">
                  <c:v>0.50928240740176989</c:v>
                </c:pt>
                <c:pt idx="44003">
                  <c:v>0.50929398147854954</c:v>
                </c:pt>
                <c:pt idx="44004">
                  <c:v>0.50930555555532919</c:v>
                </c:pt>
                <c:pt idx="44005">
                  <c:v>0.50931712962483289</c:v>
                </c:pt>
                <c:pt idx="44006">
                  <c:v>0.50932870370161254</c:v>
                </c:pt>
                <c:pt idx="44007">
                  <c:v>0.50934027777839219</c:v>
                </c:pt>
                <c:pt idx="44008">
                  <c:v>0.50935185184789589</c:v>
                </c:pt>
                <c:pt idx="44009">
                  <c:v>0.50936342592467554</c:v>
                </c:pt>
                <c:pt idx="44010">
                  <c:v>0.50937499999417923</c:v>
                </c:pt>
                <c:pt idx="44011">
                  <c:v>0.50938657407095889</c:v>
                </c:pt>
                <c:pt idx="44012">
                  <c:v>0.50939814814773854</c:v>
                </c:pt>
                <c:pt idx="44013">
                  <c:v>0.50940972221724223</c:v>
                </c:pt>
                <c:pt idx="44014">
                  <c:v>0.50942129629402189</c:v>
                </c:pt>
                <c:pt idx="44015">
                  <c:v>0.50943287037080154</c:v>
                </c:pt>
                <c:pt idx="44016">
                  <c:v>0.50944444444030523</c:v>
                </c:pt>
                <c:pt idx="44017">
                  <c:v>0.50945601851708489</c:v>
                </c:pt>
                <c:pt idx="44018">
                  <c:v>0.50946759259386454</c:v>
                </c:pt>
                <c:pt idx="44019">
                  <c:v>0.50947916666336823</c:v>
                </c:pt>
                <c:pt idx="44020">
                  <c:v>0.50949074074014788</c:v>
                </c:pt>
                <c:pt idx="44021">
                  <c:v>0.50950231480965158</c:v>
                </c:pt>
                <c:pt idx="44022">
                  <c:v>0.50951388888643123</c:v>
                </c:pt>
                <c:pt idx="44023">
                  <c:v>0.50952546296321088</c:v>
                </c:pt>
                <c:pt idx="44024">
                  <c:v>0.50953703703271458</c:v>
                </c:pt>
                <c:pt idx="44025">
                  <c:v>0.50954861110949423</c:v>
                </c:pt>
                <c:pt idx="44026">
                  <c:v>0.50956018518627388</c:v>
                </c:pt>
                <c:pt idx="44027">
                  <c:v>0.50957175925577758</c:v>
                </c:pt>
                <c:pt idx="44028">
                  <c:v>0.50958333333255723</c:v>
                </c:pt>
                <c:pt idx="44029">
                  <c:v>0.50959490740206093</c:v>
                </c:pt>
                <c:pt idx="44030">
                  <c:v>0.50960648147884058</c:v>
                </c:pt>
                <c:pt idx="44031">
                  <c:v>0.50961805555562023</c:v>
                </c:pt>
                <c:pt idx="44032">
                  <c:v>0.50962962962512393</c:v>
                </c:pt>
                <c:pt idx="44033">
                  <c:v>0.50964120370190358</c:v>
                </c:pt>
                <c:pt idx="44034">
                  <c:v>0.50965277777868323</c:v>
                </c:pt>
                <c:pt idx="44035">
                  <c:v>0.50966435184818693</c:v>
                </c:pt>
                <c:pt idx="44036">
                  <c:v>0.50967592592496658</c:v>
                </c:pt>
                <c:pt idx="44037">
                  <c:v>0.50968749999447027</c:v>
                </c:pt>
                <c:pt idx="44038">
                  <c:v>0.50969907407124992</c:v>
                </c:pt>
                <c:pt idx="44039">
                  <c:v>0.50971064814802958</c:v>
                </c:pt>
                <c:pt idx="44040">
                  <c:v>0.50972222221753327</c:v>
                </c:pt>
                <c:pt idx="44041">
                  <c:v>0.50973379629431292</c:v>
                </c:pt>
                <c:pt idx="44042">
                  <c:v>0.50974537037109258</c:v>
                </c:pt>
                <c:pt idx="44043">
                  <c:v>0.50975694444059627</c:v>
                </c:pt>
                <c:pt idx="44044">
                  <c:v>0.50976851851737592</c:v>
                </c:pt>
                <c:pt idx="44045">
                  <c:v>0.50978009258687962</c:v>
                </c:pt>
                <c:pt idx="44046">
                  <c:v>0.50979166666365927</c:v>
                </c:pt>
                <c:pt idx="44047">
                  <c:v>0.50980324074043892</c:v>
                </c:pt>
                <c:pt idx="44048">
                  <c:v>0.50981481480994262</c:v>
                </c:pt>
                <c:pt idx="44049">
                  <c:v>0.50982638888672227</c:v>
                </c:pt>
                <c:pt idx="44050">
                  <c:v>0.50983796296350192</c:v>
                </c:pt>
                <c:pt idx="44051">
                  <c:v>0.50984953703300562</c:v>
                </c:pt>
                <c:pt idx="44052">
                  <c:v>0.50986111110978527</c:v>
                </c:pt>
                <c:pt idx="44053">
                  <c:v>0.50987268517928896</c:v>
                </c:pt>
                <c:pt idx="44054">
                  <c:v>0.50988425925606862</c:v>
                </c:pt>
                <c:pt idx="44055">
                  <c:v>0.50989583333284827</c:v>
                </c:pt>
                <c:pt idx="44056">
                  <c:v>0.50990740740235196</c:v>
                </c:pt>
                <c:pt idx="44057">
                  <c:v>0.50991898147913162</c:v>
                </c:pt>
                <c:pt idx="44058">
                  <c:v>0.50993055555591127</c:v>
                </c:pt>
                <c:pt idx="44059">
                  <c:v>0.50994212962541496</c:v>
                </c:pt>
                <c:pt idx="44060">
                  <c:v>0.50995370370219462</c:v>
                </c:pt>
                <c:pt idx="44061">
                  <c:v>0.50996527777897427</c:v>
                </c:pt>
                <c:pt idx="44062">
                  <c:v>0.50997685184847796</c:v>
                </c:pt>
                <c:pt idx="44063">
                  <c:v>0.50998842592525762</c:v>
                </c:pt>
                <c:pt idx="44064">
                  <c:v>0.50999999999476131</c:v>
                </c:pt>
                <c:pt idx="44065">
                  <c:v>0.51001157407154096</c:v>
                </c:pt>
                <c:pt idx="44066">
                  <c:v>0.51002314814832062</c:v>
                </c:pt>
                <c:pt idx="44067">
                  <c:v>0.51003472221782431</c:v>
                </c:pt>
                <c:pt idx="44068">
                  <c:v>0.51004629629460396</c:v>
                </c:pt>
                <c:pt idx="44069">
                  <c:v>0.51005787037138361</c:v>
                </c:pt>
                <c:pt idx="44070">
                  <c:v>0.51006944444088731</c:v>
                </c:pt>
                <c:pt idx="44071">
                  <c:v>0.51008101851766696</c:v>
                </c:pt>
                <c:pt idx="44072">
                  <c:v>0.51009259258717066</c:v>
                </c:pt>
                <c:pt idx="44073">
                  <c:v>0.51010416666395031</c:v>
                </c:pt>
                <c:pt idx="44074">
                  <c:v>0.51011574074072996</c:v>
                </c:pt>
                <c:pt idx="44075">
                  <c:v>0.51012731481023366</c:v>
                </c:pt>
                <c:pt idx="44076">
                  <c:v>0.51013888888701331</c:v>
                </c:pt>
                <c:pt idx="44077">
                  <c:v>0.51015046296379296</c:v>
                </c:pt>
                <c:pt idx="44078">
                  <c:v>0.51016203703329666</c:v>
                </c:pt>
                <c:pt idx="44079">
                  <c:v>0.51017361111007631</c:v>
                </c:pt>
                <c:pt idx="44080">
                  <c:v>0.51018518517958</c:v>
                </c:pt>
                <c:pt idx="44081">
                  <c:v>0.51019675925635966</c:v>
                </c:pt>
                <c:pt idx="44082">
                  <c:v>0.51020833333313931</c:v>
                </c:pt>
                <c:pt idx="44083">
                  <c:v>0.510219907402643</c:v>
                </c:pt>
                <c:pt idx="44084">
                  <c:v>0.51023148147942265</c:v>
                </c:pt>
                <c:pt idx="44085">
                  <c:v>0.51024305555620231</c:v>
                </c:pt>
                <c:pt idx="44086">
                  <c:v>0.510254629625706</c:v>
                </c:pt>
                <c:pt idx="44087">
                  <c:v>0.51026620370248565</c:v>
                </c:pt>
                <c:pt idx="44088">
                  <c:v>0.51027777777198935</c:v>
                </c:pt>
                <c:pt idx="44089">
                  <c:v>0.510289351848769</c:v>
                </c:pt>
                <c:pt idx="44090">
                  <c:v>0.51030092592554865</c:v>
                </c:pt>
                <c:pt idx="44091">
                  <c:v>0.51031249999505235</c:v>
                </c:pt>
                <c:pt idx="44092">
                  <c:v>0.510324074071832</c:v>
                </c:pt>
                <c:pt idx="44093">
                  <c:v>0.51033564814861165</c:v>
                </c:pt>
                <c:pt idx="44094">
                  <c:v>0.51034722221811535</c:v>
                </c:pt>
                <c:pt idx="44095">
                  <c:v>0.510358796294895</c:v>
                </c:pt>
                <c:pt idx="44096">
                  <c:v>0.51037037037167465</c:v>
                </c:pt>
                <c:pt idx="44097">
                  <c:v>0.51038194444117835</c:v>
                </c:pt>
                <c:pt idx="44098">
                  <c:v>0.510393518517958</c:v>
                </c:pt>
                <c:pt idx="44099">
                  <c:v>0.5104050925874617</c:v>
                </c:pt>
                <c:pt idx="44100">
                  <c:v>0.51041666666424135</c:v>
                </c:pt>
                <c:pt idx="44101">
                  <c:v>0.510428240741021</c:v>
                </c:pt>
                <c:pt idx="44102">
                  <c:v>0.51043981481052469</c:v>
                </c:pt>
                <c:pt idx="44103">
                  <c:v>0.51045138888730435</c:v>
                </c:pt>
                <c:pt idx="44104">
                  <c:v>0.510462962964084</c:v>
                </c:pt>
                <c:pt idx="44105">
                  <c:v>0.51047453703358769</c:v>
                </c:pt>
                <c:pt idx="44106">
                  <c:v>0.51048611111036735</c:v>
                </c:pt>
                <c:pt idx="44107">
                  <c:v>0.51049768517987104</c:v>
                </c:pt>
                <c:pt idx="44108">
                  <c:v>0.51050925925665069</c:v>
                </c:pt>
                <c:pt idx="44109">
                  <c:v>0.51052083333343035</c:v>
                </c:pt>
                <c:pt idx="44110">
                  <c:v>0.51053240740293404</c:v>
                </c:pt>
                <c:pt idx="44111">
                  <c:v>0.51054398147971369</c:v>
                </c:pt>
                <c:pt idx="44112">
                  <c:v>0.51055555555649335</c:v>
                </c:pt>
                <c:pt idx="44113">
                  <c:v>0.51056712962599704</c:v>
                </c:pt>
                <c:pt idx="44114">
                  <c:v>0.51057870370277669</c:v>
                </c:pt>
                <c:pt idx="44115">
                  <c:v>0.51059027777228039</c:v>
                </c:pt>
                <c:pt idx="44116">
                  <c:v>0.51060185184906004</c:v>
                </c:pt>
                <c:pt idx="44117">
                  <c:v>0.51061342592583969</c:v>
                </c:pt>
                <c:pt idx="44118">
                  <c:v>0.51062499999534339</c:v>
                </c:pt>
                <c:pt idx="44119">
                  <c:v>0.51063657407212304</c:v>
                </c:pt>
                <c:pt idx="44120">
                  <c:v>0.51064814814890269</c:v>
                </c:pt>
                <c:pt idx="44121">
                  <c:v>0.51065972221840639</c:v>
                </c:pt>
                <c:pt idx="44122">
                  <c:v>0.51067129629518604</c:v>
                </c:pt>
                <c:pt idx="44123">
                  <c:v>0.51068287036468973</c:v>
                </c:pt>
                <c:pt idx="44124">
                  <c:v>0.51069444444146939</c:v>
                </c:pt>
                <c:pt idx="44125">
                  <c:v>0.51070601851824904</c:v>
                </c:pt>
                <c:pt idx="44126">
                  <c:v>0.51071759258775273</c:v>
                </c:pt>
                <c:pt idx="44127">
                  <c:v>0.51072916666453239</c:v>
                </c:pt>
                <c:pt idx="44128">
                  <c:v>0.51074074074131204</c:v>
                </c:pt>
                <c:pt idx="44129">
                  <c:v>0.51075231481081573</c:v>
                </c:pt>
                <c:pt idx="44130">
                  <c:v>0.51076388888759539</c:v>
                </c:pt>
                <c:pt idx="44131">
                  <c:v>0.51077546295709908</c:v>
                </c:pt>
                <c:pt idx="44132">
                  <c:v>0.51078703703387873</c:v>
                </c:pt>
                <c:pt idx="44133">
                  <c:v>0.51079861111065838</c:v>
                </c:pt>
                <c:pt idx="44134">
                  <c:v>0.51081018518016208</c:v>
                </c:pt>
                <c:pt idx="44135">
                  <c:v>0.51082175925694173</c:v>
                </c:pt>
                <c:pt idx="44136">
                  <c:v>0.51083333333372138</c:v>
                </c:pt>
                <c:pt idx="44137">
                  <c:v>0.51084490740322508</c:v>
                </c:pt>
                <c:pt idx="44138">
                  <c:v>0.51085648148000473</c:v>
                </c:pt>
                <c:pt idx="44139">
                  <c:v>0.51086805555678438</c:v>
                </c:pt>
                <c:pt idx="44140">
                  <c:v>0.51087962962628808</c:v>
                </c:pt>
                <c:pt idx="44141">
                  <c:v>0.51089120370306773</c:v>
                </c:pt>
                <c:pt idx="44142">
                  <c:v>0.51090277777257143</c:v>
                </c:pt>
                <c:pt idx="44143">
                  <c:v>0.51091435184935108</c:v>
                </c:pt>
                <c:pt idx="44144">
                  <c:v>0.51092592592613073</c:v>
                </c:pt>
                <c:pt idx="44145">
                  <c:v>0.51093749999563443</c:v>
                </c:pt>
                <c:pt idx="44146">
                  <c:v>0.51094907407241408</c:v>
                </c:pt>
                <c:pt idx="44147">
                  <c:v>0.51096064814919373</c:v>
                </c:pt>
                <c:pt idx="44148">
                  <c:v>0.51097222221869742</c:v>
                </c:pt>
                <c:pt idx="44149">
                  <c:v>0.51098379629547708</c:v>
                </c:pt>
                <c:pt idx="44150">
                  <c:v>0.51099537036498077</c:v>
                </c:pt>
                <c:pt idx="44151">
                  <c:v>0.51100694444176042</c:v>
                </c:pt>
                <c:pt idx="44152">
                  <c:v>0.51101851851854008</c:v>
                </c:pt>
                <c:pt idx="44153">
                  <c:v>0.51103009258804377</c:v>
                </c:pt>
                <c:pt idx="44154">
                  <c:v>0.51104166666482342</c:v>
                </c:pt>
                <c:pt idx="44155">
                  <c:v>0.51105324074160308</c:v>
                </c:pt>
                <c:pt idx="44156">
                  <c:v>0.51106481481110677</c:v>
                </c:pt>
                <c:pt idx="44157">
                  <c:v>0.51107638888788642</c:v>
                </c:pt>
                <c:pt idx="44158">
                  <c:v>0.51108796295739012</c:v>
                </c:pt>
                <c:pt idx="44159">
                  <c:v>0.51109953703416977</c:v>
                </c:pt>
                <c:pt idx="44160">
                  <c:v>0.51111111111094942</c:v>
                </c:pt>
                <c:pt idx="44161">
                  <c:v>0.51112268518045312</c:v>
                </c:pt>
                <c:pt idx="44162">
                  <c:v>0.51113425925723277</c:v>
                </c:pt>
                <c:pt idx="44163">
                  <c:v>0.51114583333401242</c:v>
                </c:pt>
                <c:pt idx="44164">
                  <c:v>0.51115740740351612</c:v>
                </c:pt>
                <c:pt idx="44165">
                  <c:v>0.51116898148029577</c:v>
                </c:pt>
                <c:pt idx="44166">
                  <c:v>0.51118055554979946</c:v>
                </c:pt>
                <c:pt idx="44167">
                  <c:v>0.51119212962657912</c:v>
                </c:pt>
                <c:pt idx="44168">
                  <c:v>0.51120370370335877</c:v>
                </c:pt>
                <c:pt idx="44169">
                  <c:v>0.51121527777286246</c:v>
                </c:pt>
                <c:pt idx="44170">
                  <c:v>0.51122685184964212</c:v>
                </c:pt>
                <c:pt idx="44171">
                  <c:v>0.51123842592642177</c:v>
                </c:pt>
                <c:pt idx="44172">
                  <c:v>0.51124999999592546</c:v>
                </c:pt>
                <c:pt idx="44173">
                  <c:v>0.51126157407270512</c:v>
                </c:pt>
                <c:pt idx="44174">
                  <c:v>0.51127314814948477</c:v>
                </c:pt>
                <c:pt idx="44175">
                  <c:v>0.51128472221898846</c:v>
                </c:pt>
                <c:pt idx="44176">
                  <c:v>0.51129629629576812</c:v>
                </c:pt>
                <c:pt idx="44177">
                  <c:v>0.51130787036527181</c:v>
                </c:pt>
                <c:pt idx="44178">
                  <c:v>0.51131944444205146</c:v>
                </c:pt>
                <c:pt idx="44179">
                  <c:v>0.51133101851883112</c:v>
                </c:pt>
                <c:pt idx="44180">
                  <c:v>0.51134259258833481</c:v>
                </c:pt>
                <c:pt idx="44181">
                  <c:v>0.51135416666511446</c:v>
                </c:pt>
                <c:pt idx="44182">
                  <c:v>0.51136574074189411</c:v>
                </c:pt>
                <c:pt idx="44183">
                  <c:v>0.51137731481139781</c:v>
                </c:pt>
                <c:pt idx="44184">
                  <c:v>0.51138888888817746</c:v>
                </c:pt>
                <c:pt idx="44185">
                  <c:v>0.51140046295768116</c:v>
                </c:pt>
                <c:pt idx="44186">
                  <c:v>0.51141203703446081</c:v>
                </c:pt>
                <c:pt idx="44187">
                  <c:v>0.51142361111124046</c:v>
                </c:pt>
                <c:pt idx="44188">
                  <c:v>0.51143518518074416</c:v>
                </c:pt>
                <c:pt idx="44189">
                  <c:v>0.51144675925752381</c:v>
                </c:pt>
                <c:pt idx="44190">
                  <c:v>0.51145833333430346</c:v>
                </c:pt>
                <c:pt idx="44191">
                  <c:v>0.51146990740380716</c:v>
                </c:pt>
                <c:pt idx="44192">
                  <c:v>0.51148148148058681</c:v>
                </c:pt>
                <c:pt idx="44193">
                  <c:v>0.5114930555500905</c:v>
                </c:pt>
                <c:pt idx="44194">
                  <c:v>0.51150462962687016</c:v>
                </c:pt>
                <c:pt idx="44195">
                  <c:v>0.51151620370364981</c:v>
                </c:pt>
                <c:pt idx="44196">
                  <c:v>0.5115277777731535</c:v>
                </c:pt>
                <c:pt idx="44197">
                  <c:v>0.51153935184993315</c:v>
                </c:pt>
                <c:pt idx="44198">
                  <c:v>0.51155092592671281</c:v>
                </c:pt>
                <c:pt idx="44199">
                  <c:v>0.5115624999962165</c:v>
                </c:pt>
                <c:pt idx="44200">
                  <c:v>0.51157407407299615</c:v>
                </c:pt>
                <c:pt idx="44201">
                  <c:v>0.51158564814249985</c:v>
                </c:pt>
                <c:pt idx="44202">
                  <c:v>0.5115972222192795</c:v>
                </c:pt>
                <c:pt idx="44203">
                  <c:v>0.51160879629605915</c:v>
                </c:pt>
                <c:pt idx="44204">
                  <c:v>0.51162037036556285</c:v>
                </c:pt>
                <c:pt idx="44205">
                  <c:v>0.5116319444423425</c:v>
                </c:pt>
                <c:pt idx="44206">
                  <c:v>0.51164351851912215</c:v>
                </c:pt>
                <c:pt idx="44207">
                  <c:v>0.51165509258862585</c:v>
                </c:pt>
                <c:pt idx="44208">
                  <c:v>0.5116666666654055</c:v>
                </c:pt>
                <c:pt idx="44209">
                  <c:v>0.5116782407349092</c:v>
                </c:pt>
                <c:pt idx="44210">
                  <c:v>0.51168981481168885</c:v>
                </c:pt>
                <c:pt idx="44211">
                  <c:v>0.5117013888884685</c:v>
                </c:pt>
                <c:pt idx="44212">
                  <c:v>0.51171296295797219</c:v>
                </c:pt>
                <c:pt idx="44213">
                  <c:v>0.51172453703475185</c:v>
                </c:pt>
                <c:pt idx="44214">
                  <c:v>0.5117361111115315</c:v>
                </c:pt>
                <c:pt idx="44215">
                  <c:v>0.51174768518103519</c:v>
                </c:pt>
                <c:pt idx="44216">
                  <c:v>0.51175925925781485</c:v>
                </c:pt>
                <c:pt idx="44217">
                  <c:v>0.5117708333345945</c:v>
                </c:pt>
                <c:pt idx="44218">
                  <c:v>0.51178240740409819</c:v>
                </c:pt>
                <c:pt idx="44219">
                  <c:v>0.51179398148087785</c:v>
                </c:pt>
                <c:pt idx="44220">
                  <c:v>0.51180555555038154</c:v>
                </c:pt>
                <c:pt idx="44221">
                  <c:v>0.51181712962716119</c:v>
                </c:pt>
                <c:pt idx="44222">
                  <c:v>0.51182870370394085</c:v>
                </c:pt>
                <c:pt idx="44223">
                  <c:v>0.51184027777344454</c:v>
                </c:pt>
                <c:pt idx="44224">
                  <c:v>0.51185185185022419</c:v>
                </c:pt>
                <c:pt idx="44225">
                  <c:v>0.51186342592700385</c:v>
                </c:pt>
                <c:pt idx="44226">
                  <c:v>0.51187499999650754</c:v>
                </c:pt>
                <c:pt idx="44227">
                  <c:v>0.51188657407328719</c:v>
                </c:pt>
                <c:pt idx="44228">
                  <c:v>0.51189814814279089</c:v>
                </c:pt>
                <c:pt idx="44229">
                  <c:v>0.51190972221957054</c:v>
                </c:pt>
                <c:pt idx="44230">
                  <c:v>0.51192129629635019</c:v>
                </c:pt>
                <c:pt idx="44231">
                  <c:v>0.51193287036585389</c:v>
                </c:pt>
                <c:pt idx="44232">
                  <c:v>0.51194444444263354</c:v>
                </c:pt>
                <c:pt idx="44233">
                  <c:v>0.51195601851941319</c:v>
                </c:pt>
                <c:pt idx="44234">
                  <c:v>0.51196759258891689</c:v>
                </c:pt>
                <c:pt idx="44235">
                  <c:v>0.51197916666569654</c:v>
                </c:pt>
                <c:pt idx="44236">
                  <c:v>0.51199074073520023</c:v>
                </c:pt>
                <c:pt idx="44237">
                  <c:v>0.51200231481197989</c:v>
                </c:pt>
                <c:pt idx="44238">
                  <c:v>0.51201388888875954</c:v>
                </c:pt>
                <c:pt idx="44239">
                  <c:v>0.51202546295826323</c:v>
                </c:pt>
                <c:pt idx="44240">
                  <c:v>0.51203703703504289</c:v>
                </c:pt>
                <c:pt idx="44241">
                  <c:v>0.51204861111182254</c:v>
                </c:pt>
                <c:pt idx="44242">
                  <c:v>0.51206018518132623</c:v>
                </c:pt>
                <c:pt idx="44243">
                  <c:v>0.51207175925810589</c:v>
                </c:pt>
                <c:pt idx="44244">
                  <c:v>0.51208333332760958</c:v>
                </c:pt>
                <c:pt idx="44245">
                  <c:v>0.51209490740438923</c:v>
                </c:pt>
                <c:pt idx="44246">
                  <c:v>0.51210648148116888</c:v>
                </c:pt>
                <c:pt idx="44247">
                  <c:v>0.51211805555067258</c:v>
                </c:pt>
                <c:pt idx="44248">
                  <c:v>0.51212962962745223</c:v>
                </c:pt>
                <c:pt idx="44249">
                  <c:v>0.51214120370423188</c:v>
                </c:pt>
                <c:pt idx="44250">
                  <c:v>0.51215277777373558</c:v>
                </c:pt>
                <c:pt idx="44251">
                  <c:v>0.51216435185051523</c:v>
                </c:pt>
                <c:pt idx="44252">
                  <c:v>0.51217592592001893</c:v>
                </c:pt>
                <c:pt idx="44253">
                  <c:v>0.51218749999679858</c:v>
                </c:pt>
                <c:pt idx="44254">
                  <c:v>0.51219907407357823</c:v>
                </c:pt>
                <c:pt idx="44255">
                  <c:v>0.51221064814308193</c:v>
                </c:pt>
                <c:pt idx="44256">
                  <c:v>0.51222222221986158</c:v>
                </c:pt>
                <c:pt idx="44257">
                  <c:v>0.51223379629664123</c:v>
                </c:pt>
                <c:pt idx="44258">
                  <c:v>0.51224537036614493</c:v>
                </c:pt>
                <c:pt idx="44259">
                  <c:v>0.51225694444292458</c:v>
                </c:pt>
                <c:pt idx="44260">
                  <c:v>0.51226851851970423</c:v>
                </c:pt>
                <c:pt idx="44261">
                  <c:v>0.51228009258920792</c:v>
                </c:pt>
                <c:pt idx="44262">
                  <c:v>0.51229166666598758</c:v>
                </c:pt>
                <c:pt idx="44263">
                  <c:v>0.51230324073549127</c:v>
                </c:pt>
                <c:pt idx="44264">
                  <c:v>0.51231481481227092</c:v>
                </c:pt>
                <c:pt idx="44265">
                  <c:v>0.51232638888905058</c:v>
                </c:pt>
                <c:pt idx="44266">
                  <c:v>0.51233796295855427</c:v>
                </c:pt>
                <c:pt idx="44267">
                  <c:v>0.51234953703533392</c:v>
                </c:pt>
                <c:pt idx="44268">
                  <c:v>0.51236111111211358</c:v>
                </c:pt>
                <c:pt idx="44269">
                  <c:v>0.51237268518161727</c:v>
                </c:pt>
                <c:pt idx="44270">
                  <c:v>0.51238425925839692</c:v>
                </c:pt>
                <c:pt idx="44271">
                  <c:v>0.51239583332790062</c:v>
                </c:pt>
                <c:pt idx="44272">
                  <c:v>0.51240740740468027</c:v>
                </c:pt>
                <c:pt idx="44273">
                  <c:v>0.51241898148145992</c:v>
                </c:pt>
                <c:pt idx="44274">
                  <c:v>0.51243055555096362</c:v>
                </c:pt>
                <c:pt idx="44275">
                  <c:v>0.51244212962774327</c:v>
                </c:pt>
                <c:pt idx="44276">
                  <c:v>0.51245370370452292</c:v>
                </c:pt>
                <c:pt idx="44277">
                  <c:v>0.51246527777402662</c:v>
                </c:pt>
                <c:pt idx="44278">
                  <c:v>0.51247685185080627</c:v>
                </c:pt>
                <c:pt idx="44279">
                  <c:v>0.51248842592030996</c:v>
                </c:pt>
                <c:pt idx="44280">
                  <c:v>0.51249999999708962</c:v>
                </c:pt>
                <c:pt idx="44281">
                  <c:v>0.51251157407386927</c:v>
                </c:pt>
                <c:pt idx="44282">
                  <c:v>0.51252314814337296</c:v>
                </c:pt>
                <c:pt idx="44283">
                  <c:v>0.51253472222015262</c:v>
                </c:pt>
                <c:pt idx="44284">
                  <c:v>0.51254629629693227</c:v>
                </c:pt>
                <c:pt idx="44285">
                  <c:v>0.51255787036643596</c:v>
                </c:pt>
                <c:pt idx="44286">
                  <c:v>0.51256944444321562</c:v>
                </c:pt>
                <c:pt idx="44287">
                  <c:v>0.51258101851271931</c:v>
                </c:pt>
                <c:pt idx="44288">
                  <c:v>0.51259259258949896</c:v>
                </c:pt>
                <c:pt idx="44289">
                  <c:v>0.51260416666627862</c:v>
                </c:pt>
                <c:pt idx="44290">
                  <c:v>0.51261574073578231</c:v>
                </c:pt>
                <c:pt idx="44291">
                  <c:v>0.51262731481256196</c:v>
                </c:pt>
                <c:pt idx="44292">
                  <c:v>0.51263888888934162</c:v>
                </c:pt>
                <c:pt idx="44293">
                  <c:v>0.51265046295884531</c:v>
                </c:pt>
                <c:pt idx="44294">
                  <c:v>0.51266203703562496</c:v>
                </c:pt>
                <c:pt idx="44295">
                  <c:v>0.51267361111240461</c:v>
                </c:pt>
                <c:pt idx="44296">
                  <c:v>0.51268518518190831</c:v>
                </c:pt>
                <c:pt idx="44297">
                  <c:v>0.51269675925868796</c:v>
                </c:pt>
                <c:pt idx="44298">
                  <c:v>0.51270833332819166</c:v>
                </c:pt>
                <c:pt idx="44299">
                  <c:v>0.51271990740497131</c:v>
                </c:pt>
                <c:pt idx="44300">
                  <c:v>0.51273148148175096</c:v>
                </c:pt>
                <c:pt idx="44301">
                  <c:v>0.51274305555125466</c:v>
                </c:pt>
                <c:pt idx="44302">
                  <c:v>0.51275462962803431</c:v>
                </c:pt>
                <c:pt idx="44303">
                  <c:v>0.51276620370481396</c:v>
                </c:pt>
                <c:pt idx="44304">
                  <c:v>0.51277777777431766</c:v>
                </c:pt>
                <c:pt idx="44305">
                  <c:v>0.51278935185109731</c:v>
                </c:pt>
                <c:pt idx="44306">
                  <c:v>0.512800925920601</c:v>
                </c:pt>
                <c:pt idx="44307">
                  <c:v>0.51281249999738066</c:v>
                </c:pt>
                <c:pt idx="44308">
                  <c:v>0.51282407407416031</c:v>
                </c:pt>
                <c:pt idx="44309">
                  <c:v>0.512835648143664</c:v>
                </c:pt>
                <c:pt idx="44310">
                  <c:v>0.51284722222044365</c:v>
                </c:pt>
                <c:pt idx="44311">
                  <c:v>0.51285879629722331</c:v>
                </c:pt>
                <c:pt idx="44312">
                  <c:v>0.512870370366727</c:v>
                </c:pt>
                <c:pt idx="44313">
                  <c:v>0.51288194444350665</c:v>
                </c:pt>
                <c:pt idx="44314">
                  <c:v>0.51289351851301035</c:v>
                </c:pt>
                <c:pt idx="44315">
                  <c:v>0.51290509258979</c:v>
                </c:pt>
                <c:pt idx="44316">
                  <c:v>0.51291666666656965</c:v>
                </c:pt>
                <c:pt idx="44317">
                  <c:v>0.51292824073607335</c:v>
                </c:pt>
                <c:pt idx="44318">
                  <c:v>0.512939814812853</c:v>
                </c:pt>
                <c:pt idx="44319">
                  <c:v>0.51295138888963265</c:v>
                </c:pt>
                <c:pt idx="44320">
                  <c:v>0.51296296295913635</c:v>
                </c:pt>
                <c:pt idx="44321">
                  <c:v>0.512974537035916</c:v>
                </c:pt>
                <c:pt idx="44322">
                  <c:v>0.5129861111054197</c:v>
                </c:pt>
                <c:pt idx="44323">
                  <c:v>0.51299768518219935</c:v>
                </c:pt>
                <c:pt idx="44324">
                  <c:v>0.513009259258979</c:v>
                </c:pt>
                <c:pt idx="44325">
                  <c:v>0.51302083332848269</c:v>
                </c:pt>
                <c:pt idx="44326">
                  <c:v>0.51303240740526235</c:v>
                </c:pt>
                <c:pt idx="44327">
                  <c:v>0.513043981482042</c:v>
                </c:pt>
                <c:pt idx="44328">
                  <c:v>0.51305555555154569</c:v>
                </c:pt>
                <c:pt idx="44329">
                  <c:v>0.51306712962832535</c:v>
                </c:pt>
                <c:pt idx="44330">
                  <c:v>0.51307870369782904</c:v>
                </c:pt>
                <c:pt idx="44331">
                  <c:v>0.51309027777460869</c:v>
                </c:pt>
                <c:pt idx="44332">
                  <c:v>0.51310185185138835</c:v>
                </c:pt>
                <c:pt idx="44333">
                  <c:v>0.51311342592089204</c:v>
                </c:pt>
                <c:pt idx="44334">
                  <c:v>0.51312499999767169</c:v>
                </c:pt>
                <c:pt idx="44335">
                  <c:v>0.51313657407445135</c:v>
                </c:pt>
                <c:pt idx="44336">
                  <c:v>0.51314814814395504</c:v>
                </c:pt>
                <c:pt idx="44337">
                  <c:v>0.51315972222073469</c:v>
                </c:pt>
                <c:pt idx="44338">
                  <c:v>0.51317129629751435</c:v>
                </c:pt>
                <c:pt idx="44339">
                  <c:v>0.51318287036701804</c:v>
                </c:pt>
                <c:pt idx="44340">
                  <c:v>0.51319444444379769</c:v>
                </c:pt>
                <c:pt idx="44341">
                  <c:v>0.51320601851330139</c:v>
                </c:pt>
                <c:pt idx="44342">
                  <c:v>0.51321759259008104</c:v>
                </c:pt>
                <c:pt idx="44343">
                  <c:v>0.51322916666686069</c:v>
                </c:pt>
                <c:pt idx="44344">
                  <c:v>0.51324074073636439</c:v>
                </c:pt>
                <c:pt idx="44345">
                  <c:v>0.51325231481314404</c:v>
                </c:pt>
                <c:pt idx="44346">
                  <c:v>0.51326388888992369</c:v>
                </c:pt>
                <c:pt idx="44347">
                  <c:v>0.51327546295942739</c:v>
                </c:pt>
                <c:pt idx="44348">
                  <c:v>0.51328703703620704</c:v>
                </c:pt>
                <c:pt idx="44349">
                  <c:v>0.51329861110571073</c:v>
                </c:pt>
                <c:pt idx="44350">
                  <c:v>0.51331018518249039</c:v>
                </c:pt>
                <c:pt idx="44351">
                  <c:v>0.51332175925927004</c:v>
                </c:pt>
                <c:pt idx="44352">
                  <c:v>0.51333333332877373</c:v>
                </c:pt>
                <c:pt idx="44353">
                  <c:v>0.51334490740555339</c:v>
                </c:pt>
                <c:pt idx="44354">
                  <c:v>0.51335648148233304</c:v>
                </c:pt>
                <c:pt idx="44355">
                  <c:v>0.51336805555183673</c:v>
                </c:pt>
                <c:pt idx="44356">
                  <c:v>0.51337962962861639</c:v>
                </c:pt>
                <c:pt idx="44357">
                  <c:v>0.51339120369812008</c:v>
                </c:pt>
                <c:pt idx="44358">
                  <c:v>0.51340277777489973</c:v>
                </c:pt>
                <c:pt idx="44359">
                  <c:v>0.51341435185167938</c:v>
                </c:pt>
                <c:pt idx="44360">
                  <c:v>0.51342592592118308</c:v>
                </c:pt>
                <c:pt idx="44361">
                  <c:v>0.51343749999796273</c:v>
                </c:pt>
                <c:pt idx="44362">
                  <c:v>0.51344907407474238</c:v>
                </c:pt>
                <c:pt idx="44363">
                  <c:v>0.51346064814424608</c:v>
                </c:pt>
                <c:pt idx="44364">
                  <c:v>0.51347222222102573</c:v>
                </c:pt>
                <c:pt idx="44365">
                  <c:v>0.51348379629052943</c:v>
                </c:pt>
                <c:pt idx="44366">
                  <c:v>0.51349537036730908</c:v>
                </c:pt>
                <c:pt idx="44367">
                  <c:v>0.51350694444408873</c:v>
                </c:pt>
                <c:pt idx="44368">
                  <c:v>0.51351851851359243</c:v>
                </c:pt>
                <c:pt idx="44369">
                  <c:v>0.51353009259037208</c:v>
                </c:pt>
                <c:pt idx="44370">
                  <c:v>0.51354166666715173</c:v>
                </c:pt>
                <c:pt idx="44371">
                  <c:v>0.51355324073665543</c:v>
                </c:pt>
                <c:pt idx="44372">
                  <c:v>0.51356481481343508</c:v>
                </c:pt>
                <c:pt idx="44373">
                  <c:v>0.51357638889021473</c:v>
                </c:pt>
                <c:pt idx="44374">
                  <c:v>0.51358796295971842</c:v>
                </c:pt>
                <c:pt idx="44375">
                  <c:v>0.51359953703649808</c:v>
                </c:pt>
                <c:pt idx="44376">
                  <c:v>0.51361111110600177</c:v>
                </c:pt>
                <c:pt idx="44377">
                  <c:v>0.51362268518278142</c:v>
                </c:pt>
                <c:pt idx="44378">
                  <c:v>0.51363425925956108</c:v>
                </c:pt>
                <c:pt idx="44379">
                  <c:v>0.51364583332906477</c:v>
                </c:pt>
                <c:pt idx="44380">
                  <c:v>0.51365740740584442</c:v>
                </c:pt>
                <c:pt idx="44381">
                  <c:v>0.51366898148262408</c:v>
                </c:pt>
                <c:pt idx="44382">
                  <c:v>0.51368055555212777</c:v>
                </c:pt>
                <c:pt idx="44383">
                  <c:v>0.51369212962890742</c:v>
                </c:pt>
                <c:pt idx="44384">
                  <c:v>0.51370370369841112</c:v>
                </c:pt>
                <c:pt idx="44385">
                  <c:v>0.51371527777519077</c:v>
                </c:pt>
                <c:pt idx="44386">
                  <c:v>0.51372685185197042</c:v>
                </c:pt>
                <c:pt idx="44387">
                  <c:v>0.51373842592147412</c:v>
                </c:pt>
                <c:pt idx="44388">
                  <c:v>0.51374999999825377</c:v>
                </c:pt>
                <c:pt idx="44389">
                  <c:v>0.51376157407503342</c:v>
                </c:pt>
                <c:pt idx="44390">
                  <c:v>0.51377314814453712</c:v>
                </c:pt>
                <c:pt idx="44391">
                  <c:v>0.51378472222131677</c:v>
                </c:pt>
                <c:pt idx="44392">
                  <c:v>0.51379629629082046</c:v>
                </c:pt>
                <c:pt idx="44393">
                  <c:v>0.51380787036760012</c:v>
                </c:pt>
                <c:pt idx="44394">
                  <c:v>0.51381944444437977</c:v>
                </c:pt>
                <c:pt idx="44395">
                  <c:v>0.51383101851388346</c:v>
                </c:pt>
                <c:pt idx="44396">
                  <c:v>0.51384259259066312</c:v>
                </c:pt>
                <c:pt idx="44397">
                  <c:v>0.51385416666744277</c:v>
                </c:pt>
                <c:pt idx="44398">
                  <c:v>0.51386574073694646</c:v>
                </c:pt>
                <c:pt idx="44399">
                  <c:v>0.51387731481372612</c:v>
                </c:pt>
                <c:pt idx="44400">
                  <c:v>0.51388888888322981</c:v>
                </c:pt>
                <c:pt idx="44401">
                  <c:v>0.51390046296000946</c:v>
                </c:pt>
                <c:pt idx="44402">
                  <c:v>0.51391203703678912</c:v>
                </c:pt>
                <c:pt idx="44403">
                  <c:v>0.51392361110629281</c:v>
                </c:pt>
                <c:pt idx="44404">
                  <c:v>0.51393518518307246</c:v>
                </c:pt>
                <c:pt idx="44405">
                  <c:v>0.51394675925985212</c:v>
                </c:pt>
                <c:pt idx="44406">
                  <c:v>0.51395833332935581</c:v>
                </c:pt>
                <c:pt idx="44407">
                  <c:v>0.51396990740613546</c:v>
                </c:pt>
                <c:pt idx="44408">
                  <c:v>0.51398148147563916</c:v>
                </c:pt>
                <c:pt idx="44409">
                  <c:v>0.51399305555241881</c:v>
                </c:pt>
                <c:pt idx="44410">
                  <c:v>0.51400462962919846</c:v>
                </c:pt>
                <c:pt idx="44411">
                  <c:v>0.51401620369870216</c:v>
                </c:pt>
                <c:pt idx="44412">
                  <c:v>0.51402777777548181</c:v>
                </c:pt>
                <c:pt idx="44413">
                  <c:v>0.51403935185226146</c:v>
                </c:pt>
                <c:pt idx="44414">
                  <c:v>0.51405092592176516</c:v>
                </c:pt>
                <c:pt idx="44415">
                  <c:v>0.51406249999854481</c:v>
                </c:pt>
                <c:pt idx="44416">
                  <c:v>0.51407407407532446</c:v>
                </c:pt>
                <c:pt idx="44417">
                  <c:v>0.51408564814482816</c:v>
                </c:pt>
                <c:pt idx="44418">
                  <c:v>0.51409722222160781</c:v>
                </c:pt>
                <c:pt idx="44419">
                  <c:v>0.5141087962911115</c:v>
                </c:pt>
                <c:pt idx="44420">
                  <c:v>0.51412037036789116</c:v>
                </c:pt>
                <c:pt idx="44421">
                  <c:v>0.51413194444467081</c:v>
                </c:pt>
                <c:pt idx="44422">
                  <c:v>0.5141435185141745</c:v>
                </c:pt>
                <c:pt idx="44423">
                  <c:v>0.51415509259095415</c:v>
                </c:pt>
                <c:pt idx="44424">
                  <c:v>0.51416666666773381</c:v>
                </c:pt>
                <c:pt idx="44425">
                  <c:v>0.5141782407372375</c:v>
                </c:pt>
                <c:pt idx="44426">
                  <c:v>0.51418981481401715</c:v>
                </c:pt>
                <c:pt idx="44427">
                  <c:v>0.51420138888352085</c:v>
                </c:pt>
                <c:pt idx="44428">
                  <c:v>0.5142129629603005</c:v>
                </c:pt>
                <c:pt idx="44429">
                  <c:v>0.51422453703708015</c:v>
                </c:pt>
                <c:pt idx="44430">
                  <c:v>0.51423611110658385</c:v>
                </c:pt>
                <c:pt idx="44431">
                  <c:v>0.5142476851833635</c:v>
                </c:pt>
                <c:pt idx="44432">
                  <c:v>0.51425925926014315</c:v>
                </c:pt>
                <c:pt idx="44433">
                  <c:v>0.51427083332964685</c:v>
                </c:pt>
                <c:pt idx="44434">
                  <c:v>0.5142824074064265</c:v>
                </c:pt>
                <c:pt idx="44435">
                  <c:v>0.5142939814759302</c:v>
                </c:pt>
                <c:pt idx="44436">
                  <c:v>0.51430555555270985</c:v>
                </c:pt>
                <c:pt idx="44437">
                  <c:v>0.5143171296294895</c:v>
                </c:pt>
                <c:pt idx="44438">
                  <c:v>0.51432870369899319</c:v>
                </c:pt>
                <c:pt idx="44439">
                  <c:v>0.51434027777577285</c:v>
                </c:pt>
                <c:pt idx="44440">
                  <c:v>0.5143518518525525</c:v>
                </c:pt>
                <c:pt idx="44441">
                  <c:v>0.51436342592205619</c:v>
                </c:pt>
                <c:pt idx="44442">
                  <c:v>0.51437499999883585</c:v>
                </c:pt>
                <c:pt idx="44443">
                  <c:v>0.51438657406833954</c:v>
                </c:pt>
                <c:pt idx="44444">
                  <c:v>0.51439814814511919</c:v>
                </c:pt>
                <c:pt idx="44445">
                  <c:v>0.51440972222189885</c:v>
                </c:pt>
                <c:pt idx="44446">
                  <c:v>0.51442129629140254</c:v>
                </c:pt>
                <c:pt idx="44447">
                  <c:v>0.51443287036818219</c:v>
                </c:pt>
                <c:pt idx="44448">
                  <c:v>0.51444444444496185</c:v>
                </c:pt>
                <c:pt idx="44449">
                  <c:v>0.51445601851446554</c:v>
                </c:pt>
                <c:pt idx="44450">
                  <c:v>0.51446759259124519</c:v>
                </c:pt>
                <c:pt idx="44451">
                  <c:v>0.51447916666074889</c:v>
                </c:pt>
                <c:pt idx="44452">
                  <c:v>0.51449074073752854</c:v>
                </c:pt>
                <c:pt idx="44453">
                  <c:v>0.51450231481430819</c:v>
                </c:pt>
                <c:pt idx="44454">
                  <c:v>0.51451388888381189</c:v>
                </c:pt>
                <c:pt idx="44455">
                  <c:v>0.51452546296059154</c:v>
                </c:pt>
                <c:pt idx="44456">
                  <c:v>0.51453703703737119</c:v>
                </c:pt>
                <c:pt idx="44457">
                  <c:v>0.51454861110687489</c:v>
                </c:pt>
                <c:pt idx="44458">
                  <c:v>0.51456018518365454</c:v>
                </c:pt>
                <c:pt idx="44459">
                  <c:v>0.51457175926043419</c:v>
                </c:pt>
                <c:pt idx="44460">
                  <c:v>0.51458333332993789</c:v>
                </c:pt>
                <c:pt idx="44461">
                  <c:v>0.51459490740671754</c:v>
                </c:pt>
                <c:pt idx="44462">
                  <c:v>0.51460648147622123</c:v>
                </c:pt>
                <c:pt idx="44463">
                  <c:v>0.51461805555300089</c:v>
                </c:pt>
                <c:pt idx="44464">
                  <c:v>0.51462962962978054</c:v>
                </c:pt>
                <c:pt idx="44465">
                  <c:v>0.51464120369928423</c:v>
                </c:pt>
                <c:pt idx="44466">
                  <c:v>0.51465277777606389</c:v>
                </c:pt>
                <c:pt idx="44467">
                  <c:v>0.51466435185284354</c:v>
                </c:pt>
                <c:pt idx="44468">
                  <c:v>0.51467592592234723</c:v>
                </c:pt>
                <c:pt idx="44469">
                  <c:v>0.51468749999912689</c:v>
                </c:pt>
                <c:pt idx="44470">
                  <c:v>0.51469907406863058</c:v>
                </c:pt>
                <c:pt idx="44471">
                  <c:v>0.51471064814541023</c:v>
                </c:pt>
                <c:pt idx="44472">
                  <c:v>0.51472222222218988</c:v>
                </c:pt>
                <c:pt idx="44473">
                  <c:v>0.51473379629169358</c:v>
                </c:pt>
                <c:pt idx="44474">
                  <c:v>0.51474537036847323</c:v>
                </c:pt>
                <c:pt idx="44475">
                  <c:v>0.51475694444525288</c:v>
                </c:pt>
                <c:pt idx="44476">
                  <c:v>0.51476851851475658</c:v>
                </c:pt>
                <c:pt idx="44477">
                  <c:v>0.51478009259153623</c:v>
                </c:pt>
                <c:pt idx="44478">
                  <c:v>0.51479166666103993</c:v>
                </c:pt>
                <c:pt idx="44479">
                  <c:v>0.51480324073781958</c:v>
                </c:pt>
                <c:pt idx="44480">
                  <c:v>0.51481481481459923</c:v>
                </c:pt>
                <c:pt idx="44481">
                  <c:v>0.51482638888410293</c:v>
                </c:pt>
                <c:pt idx="44482">
                  <c:v>0.51483796296088258</c:v>
                </c:pt>
                <c:pt idx="44483">
                  <c:v>0.51484953703766223</c:v>
                </c:pt>
                <c:pt idx="44484">
                  <c:v>0.51486111110716593</c:v>
                </c:pt>
                <c:pt idx="44485">
                  <c:v>0.51487268518394558</c:v>
                </c:pt>
                <c:pt idx="44486">
                  <c:v>0.51488425925344927</c:v>
                </c:pt>
                <c:pt idx="44487">
                  <c:v>0.51489583333022892</c:v>
                </c:pt>
                <c:pt idx="44488">
                  <c:v>0.51490740740700858</c:v>
                </c:pt>
                <c:pt idx="44489">
                  <c:v>0.51491898147651227</c:v>
                </c:pt>
                <c:pt idx="44490">
                  <c:v>0.51493055555329192</c:v>
                </c:pt>
                <c:pt idx="44491">
                  <c:v>0.51494212963007158</c:v>
                </c:pt>
                <c:pt idx="44492">
                  <c:v>0.51495370369957527</c:v>
                </c:pt>
                <c:pt idx="44493">
                  <c:v>0.51496527777635492</c:v>
                </c:pt>
                <c:pt idx="44494">
                  <c:v>0.51497685185313458</c:v>
                </c:pt>
                <c:pt idx="44495">
                  <c:v>0.51498842592263827</c:v>
                </c:pt>
                <c:pt idx="44496">
                  <c:v>0.51499999999941792</c:v>
                </c:pt>
                <c:pt idx="44497">
                  <c:v>0.51501157406892162</c:v>
                </c:pt>
                <c:pt idx="44498">
                  <c:v>0.51502314814570127</c:v>
                </c:pt>
                <c:pt idx="44499">
                  <c:v>0.51503472222248092</c:v>
                </c:pt>
                <c:pt idx="44500">
                  <c:v>0.51504629629198462</c:v>
                </c:pt>
                <c:pt idx="44501">
                  <c:v>0.51505787036876427</c:v>
                </c:pt>
                <c:pt idx="44502">
                  <c:v>0.51506944444554392</c:v>
                </c:pt>
                <c:pt idx="44503">
                  <c:v>0.51508101851504762</c:v>
                </c:pt>
                <c:pt idx="44504">
                  <c:v>0.51509259259182727</c:v>
                </c:pt>
                <c:pt idx="44505">
                  <c:v>0.51510416666133096</c:v>
                </c:pt>
                <c:pt idx="44506">
                  <c:v>0.51511574073811062</c:v>
                </c:pt>
                <c:pt idx="44507">
                  <c:v>0.51512731481489027</c:v>
                </c:pt>
                <c:pt idx="44508">
                  <c:v>0.51513888888439396</c:v>
                </c:pt>
                <c:pt idx="44509">
                  <c:v>0.51515046296117362</c:v>
                </c:pt>
                <c:pt idx="44510">
                  <c:v>0.51516203703795327</c:v>
                </c:pt>
                <c:pt idx="44511">
                  <c:v>0.51517361110745696</c:v>
                </c:pt>
                <c:pt idx="44512">
                  <c:v>0.51518518518423662</c:v>
                </c:pt>
                <c:pt idx="44513">
                  <c:v>0.51519675925374031</c:v>
                </c:pt>
                <c:pt idx="44514">
                  <c:v>0.51520833333051996</c:v>
                </c:pt>
                <c:pt idx="44515">
                  <c:v>0.51521990740729962</c:v>
                </c:pt>
                <c:pt idx="44516">
                  <c:v>0.51523148147680331</c:v>
                </c:pt>
                <c:pt idx="44517">
                  <c:v>0.51524305555358296</c:v>
                </c:pt>
                <c:pt idx="44518">
                  <c:v>0.51525462963036261</c:v>
                </c:pt>
                <c:pt idx="44519">
                  <c:v>0.51526620369986631</c:v>
                </c:pt>
                <c:pt idx="44520">
                  <c:v>0.51527777777664596</c:v>
                </c:pt>
                <c:pt idx="44521">
                  <c:v>0.51528935184614966</c:v>
                </c:pt>
                <c:pt idx="44522">
                  <c:v>0.51530092592292931</c:v>
                </c:pt>
                <c:pt idx="44523">
                  <c:v>0.51531249999970896</c:v>
                </c:pt>
                <c:pt idx="44524">
                  <c:v>0.51532407406921266</c:v>
                </c:pt>
                <c:pt idx="44525">
                  <c:v>0.51533564814599231</c:v>
                </c:pt>
                <c:pt idx="44526">
                  <c:v>0.51534722222277196</c:v>
                </c:pt>
                <c:pt idx="44527">
                  <c:v>0.51535879629227566</c:v>
                </c:pt>
                <c:pt idx="44528">
                  <c:v>0.51537037036905531</c:v>
                </c:pt>
                <c:pt idx="44529">
                  <c:v>0.515381944438559</c:v>
                </c:pt>
                <c:pt idx="44530">
                  <c:v>0.51539351851533866</c:v>
                </c:pt>
                <c:pt idx="44531">
                  <c:v>0.51540509259211831</c:v>
                </c:pt>
                <c:pt idx="44532">
                  <c:v>0.515416666661622</c:v>
                </c:pt>
                <c:pt idx="44533">
                  <c:v>0.51542824073840166</c:v>
                </c:pt>
                <c:pt idx="44534">
                  <c:v>0.51543981481518131</c:v>
                </c:pt>
                <c:pt idx="44535">
                  <c:v>0.515451388884685</c:v>
                </c:pt>
                <c:pt idx="44536">
                  <c:v>0.51546296296146465</c:v>
                </c:pt>
                <c:pt idx="44537">
                  <c:v>0.51547453703824431</c:v>
                </c:pt>
                <c:pt idx="44538">
                  <c:v>0.515486111107748</c:v>
                </c:pt>
                <c:pt idx="44539">
                  <c:v>0.51549768518452765</c:v>
                </c:pt>
                <c:pt idx="44540">
                  <c:v>0.51550925925403135</c:v>
                </c:pt>
                <c:pt idx="44541">
                  <c:v>0.515520833330811</c:v>
                </c:pt>
                <c:pt idx="44542">
                  <c:v>0.51553240740759065</c:v>
                </c:pt>
                <c:pt idx="44543">
                  <c:v>0.51554398147709435</c:v>
                </c:pt>
                <c:pt idx="44544">
                  <c:v>0.515555555553874</c:v>
                </c:pt>
                <c:pt idx="44545">
                  <c:v>0.51556712963065365</c:v>
                </c:pt>
                <c:pt idx="44546">
                  <c:v>0.51557870370015735</c:v>
                </c:pt>
                <c:pt idx="44547">
                  <c:v>0.515590277776937</c:v>
                </c:pt>
                <c:pt idx="44548">
                  <c:v>0.5156018518464407</c:v>
                </c:pt>
                <c:pt idx="44549">
                  <c:v>0.51561342592322035</c:v>
                </c:pt>
                <c:pt idx="44550">
                  <c:v>0.515625</c:v>
                </c:pt>
                <c:pt idx="44551">
                  <c:v>0.51563657406950369</c:v>
                </c:pt>
                <c:pt idx="44552">
                  <c:v>0.51564814814628335</c:v>
                </c:pt>
                <c:pt idx="44553">
                  <c:v>0.515659722223063</c:v>
                </c:pt>
                <c:pt idx="44554">
                  <c:v>0.51567129629256669</c:v>
                </c:pt>
                <c:pt idx="44555">
                  <c:v>0.51568287036934635</c:v>
                </c:pt>
                <c:pt idx="44556">
                  <c:v>0.51569444443885004</c:v>
                </c:pt>
                <c:pt idx="44557">
                  <c:v>0.51570601851562969</c:v>
                </c:pt>
                <c:pt idx="44558">
                  <c:v>0.51571759259240935</c:v>
                </c:pt>
                <c:pt idx="44559">
                  <c:v>0.51572916666191304</c:v>
                </c:pt>
                <c:pt idx="44560">
                  <c:v>0.51574074073869269</c:v>
                </c:pt>
                <c:pt idx="44561">
                  <c:v>0.51575231481547235</c:v>
                </c:pt>
                <c:pt idx="44562">
                  <c:v>0.51576388888497604</c:v>
                </c:pt>
                <c:pt idx="44563">
                  <c:v>0.51577546296175569</c:v>
                </c:pt>
                <c:pt idx="44564">
                  <c:v>0.51578703703125939</c:v>
                </c:pt>
                <c:pt idx="44565">
                  <c:v>0.51579861110803904</c:v>
                </c:pt>
                <c:pt idx="44566">
                  <c:v>0.51581018518481869</c:v>
                </c:pt>
                <c:pt idx="44567">
                  <c:v>0.51582175925432239</c:v>
                </c:pt>
                <c:pt idx="44568">
                  <c:v>0.51583333333110204</c:v>
                </c:pt>
                <c:pt idx="44569">
                  <c:v>0.51584490740788169</c:v>
                </c:pt>
                <c:pt idx="44570">
                  <c:v>0.51585648147738539</c:v>
                </c:pt>
                <c:pt idx="44571">
                  <c:v>0.51586805555416504</c:v>
                </c:pt>
                <c:pt idx="44572">
                  <c:v>0.51587962963094469</c:v>
                </c:pt>
                <c:pt idx="44573">
                  <c:v>0.51589120370044839</c:v>
                </c:pt>
                <c:pt idx="44574">
                  <c:v>0.51590277777722804</c:v>
                </c:pt>
                <c:pt idx="44575">
                  <c:v>0.51591435184673173</c:v>
                </c:pt>
                <c:pt idx="44576">
                  <c:v>0.51592592592351139</c:v>
                </c:pt>
                <c:pt idx="44577">
                  <c:v>0.51593750000029104</c:v>
                </c:pt>
                <c:pt idx="44578">
                  <c:v>0.51594907406979473</c:v>
                </c:pt>
                <c:pt idx="44579">
                  <c:v>0.51596064814657439</c:v>
                </c:pt>
                <c:pt idx="44580">
                  <c:v>0.51597222222335404</c:v>
                </c:pt>
                <c:pt idx="44581">
                  <c:v>0.51598379629285773</c:v>
                </c:pt>
                <c:pt idx="44582">
                  <c:v>0.51599537036963739</c:v>
                </c:pt>
                <c:pt idx="44583">
                  <c:v>0.51600694443914108</c:v>
                </c:pt>
                <c:pt idx="44584">
                  <c:v>0.51601851851592073</c:v>
                </c:pt>
                <c:pt idx="44585">
                  <c:v>0.51603009259270038</c:v>
                </c:pt>
                <c:pt idx="44586">
                  <c:v>0.51604166666220408</c:v>
                </c:pt>
                <c:pt idx="44587">
                  <c:v>0.51605324073898373</c:v>
                </c:pt>
                <c:pt idx="44588">
                  <c:v>0.51606481481576338</c:v>
                </c:pt>
                <c:pt idx="44589">
                  <c:v>0.51607638888526708</c:v>
                </c:pt>
                <c:pt idx="44590">
                  <c:v>0.51608796296204673</c:v>
                </c:pt>
                <c:pt idx="44591">
                  <c:v>0.51609953703155043</c:v>
                </c:pt>
                <c:pt idx="44592">
                  <c:v>0.51611111110833008</c:v>
                </c:pt>
                <c:pt idx="44593">
                  <c:v>0.51612268518510973</c:v>
                </c:pt>
                <c:pt idx="44594">
                  <c:v>0.51613425925461343</c:v>
                </c:pt>
                <c:pt idx="44595">
                  <c:v>0.51614583333139308</c:v>
                </c:pt>
                <c:pt idx="44596">
                  <c:v>0.51615740740817273</c:v>
                </c:pt>
                <c:pt idx="44597">
                  <c:v>0.51616898147767643</c:v>
                </c:pt>
                <c:pt idx="44598">
                  <c:v>0.51618055555445608</c:v>
                </c:pt>
                <c:pt idx="44599">
                  <c:v>0.51619212962395977</c:v>
                </c:pt>
                <c:pt idx="44600">
                  <c:v>0.51620370370073942</c:v>
                </c:pt>
                <c:pt idx="44601">
                  <c:v>0.51621527777751908</c:v>
                </c:pt>
                <c:pt idx="44602">
                  <c:v>0.51622685184702277</c:v>
                </c:pt>
                <c:pt idx="44603">
                  <c:v>0.51623842592380242</c:v>
                </c:pt>
                <c:pt idx="44604">
                  <c:v>0.51625000000058208</c:v>
                </c:pt>
                <c:pt idx="44605">
                  <c:v>0.51626157407008577</c:v>
                </c:pt>
                <c:pt idx="44606">
                  <c:v>0.51627314814686542</c:v>
                </c:pt>
                <c:pt idx="44607">
                  <c:v>0.51628472221636912</c:v>
                </c:pt>
                <c:pt idx="44608">
                  <c:v>0.51629629629314877</c:v>
                </c:pt>
                <c:pt idx="44609">
                  <c:v>0.51630787036992842</c:v>
                </c:pt>
                <c:pt idx="44610">
                  <c:v>0.51631944443943212</c:v>
                </c:pt>
                <c:pt idx="44611">
                  <c:v>0.51633101851621177</c:v>
                </c:pt>
                <c:pt idx="44612">
                  <c:v>0.51634259259299142</c:v>
                </c:pt>
                <c:pt idx="44613">
                  <c:v>0.51635416666249512</c:v>
                </c:pt>
                <c:pt idx="44614">
                  <c:v>0.51636574073927477</c:v>
                </c:pt>
                <c:pt idx="44615">
                  <c:v>0.51637731481605442</c:v>
                </c:pt>
                <c:pt idx="44616">
                  <c:v>0.51638888888555812</c:v>
                </c:pt>
                <c:pt idx="44617">
                  <c:v>0.51640046296233777</c:v>
                </c:pt>
                <c:pt idx="44618">
                  <c:v>0.51641203703184146</c:v>
                </c:pt>
                <c:pt idx="44619">
                  <c:v>0.51642361110862112</c:v>
                </c:pt>
                <c:pt idx="44620">
                  <c:v>0.51643518518540077</c:v>
                </c:pt>
                <c:pt idx="44621">
                  <c:v>0.51644675925490446</c:v>
                </c:pt>
                <c:pt idx="44622">
                  <c:v>0.51645833333168412</c:v>
                </c:pt>
                <c:pt idx="44623">
                  <c:v>0.51646990740846377</c:v>
                </c:pt>
                <c:pt idx="44624">
                  <c:v>0.51648148147796746</c:v>
                </c:pt>
                <c:pt idx="44625">
                  <c:v>0.51649305555474712</c:v>
                </c:pt>
                <c:pt idx="44626">
                  <c:v>0.51650462962425081</c:v>
                </c:pt>
                <c:pt idx="44627">
                  <c:v>0.51651620370103046</c:v>
                </c:pt>
                <c:pt idx="44628">
                  <c:v>0.51652777777781012</c:v>
                </c:pt>
                <c:pt idx="44629">
                  <c:v>0.51653935184731381</c:v>
                </c:pt>
                <c:pt idx="44630">
                  <c:v>0.51655092592409346</c:v>
                </c:pt>
                <c:pt idx="44631">
                  <c:v>0.51656250000087311</c:v>
                </c:pt>
                <c:pt idx="44632">
                  <c:v>0.51657407407037681</c:v>
                </c:pt>
                <c:pt idx="44633">
                  <c:v>0.51658564814715646</c:v>
                </c:pt>
                <c:pt idx="44634">
                  <c:v>0.51659722221666016</c:v>
                </c:pt>
                <c:pt idx="44635">
                  <c:v>0.51660879629343981</c:v>
                </c:pt>
                <c:pt idx="44636">
                  <c:v>0.51662037037021946</c:v>
                </c:pt>
                <c:pt idx="44637">
                  <c:v>0.51663194443972316</c:v>
                </c:pt>
                <c:pt idx="44638">
                  <c:v>0.51664351851650281</c:v>
                </c:pt>
                <c:pt idx="44639">
                  <c:v>0.51665509259328246</c:v>
                </c:pt>
                <c:pt idx="44640">
                  <c:v>0.51666666666278616</c:v>
                </c:pt>
                <c:pt idx="44641">
                  <c:v>0.51667824073956581</c:v>
                </c:pt>
                <c:pt idx="44642">
                  <c:v>0.5166898148090695</c:v>
                </c:pt>
                <c:pt idx="44643">
                  <c:v>0.51670138888584916</c:v>
                </c:pt>
                <c:pt idx="44644">
                  <c:v>0.51671296296262881</c:v>
                </c:pt>
                <c:pt idx="44645">
                  <c:v>0.5167245370321325</c:v>
                </c:pt>
                <c:pt idx="44646">
                  <c:v>0.51673611110891216</c:v>
                </c:pt>
                <c:pt idx="44647">
                  <c:v>0.51674768518569181</c:v>
                </c:pt>
                <c:pt idx="44648">
                  <c:v>0.5167592592551955</c:v>
                </c:pt>
                <c:pt idx="44649">
                  <c:v>0.51677083333197515</c:v>
                </c:pt>
                <c:pt idx="44650">
                  <c:v>0.51678240740147885</c:v>
                </c:pt>
                <c:pt idx="44651">
                  <c:v>0.5167939814782585</c:v>
                </c:pt>
                <c:pt idx="44652">
                  <c:v>0.51680555555503815</c:v>
                </c:pt>
                <c:pt idx="44653">
                  <c:v>0.51681712962454185</c:v>
                </c:pt>
                <c:pt idx="44654">
                  <c:v>0.5168287037013215</c:v>
                </c:pt>
                <c:pt idx="44655">
                  <c:v>0.51684027777810115</c:v>
                </c:pt>
                <c:pt idx="44656">
                  <c:v>0.51685185184760485</c:v>
                </c:pt>
                <c:pt idx="44657">
                  <c:v>0.5168634259243845</c:v>
                </c:pt>
                <c:pt idx="44658">
                  <c:v>0.51687500000116415</c:v>
                </c:pt>
                <c:pt idx="44659">
                  <c:v>0.51688657407066785</c:v>
                </c:pt>
                <c:pt idx="44660">
                  <c:v>0.5168981481474475</c:v>
                </c:pt>
                <c:pt idx="44661">
                  <c:v>0.5169097222169512</c:v>
                </c:pt>
                <c:pt idx="44662">
                  <c:v>0.51692129629373085</c:v>
                </c:pt>
                <c:pt idx="44663">
                  <c:v>0.5169328703705105</c:v>
                </c:pt>
                <c:pt idx="44664">
                  <c:v>0.51694444444001419</c:v>
                </c:pt>
                <c:pt idx="44665">
                  <c:v>0.51695601851679385</c:v>
                </c:pt>
                <c:pt idx="44666">
                  <c:v>0.5169675925935735</c:v>
                </c:pt>
                <c:pt idx="44667">
                  <c:v>0.51697916666307719</c:v>
                </c:pt>
                <c:pt idx="44668">
                  <c:v>0.51699074073985685</c:v>
                </c:pt>
                <c:pt idx="44669">
                  <c:v>0.51700231480936054</c:v>
                </c:pt>
                <c:pt idx="44670">
                  <c:v>0.51701388888614019</c:v>
                </c:pt>
                <c:pt idx="44671">
                  <c:v>0.51702546296291985</c:v>
                </c:pt>
                <c:pt idx="44672">
                  <c:v>0.51703703703242354</c:v>
                </c:pt>
                <c:pt idx="44673">
                  <c:v>0.51704861110920319</c:v>
                </c:pt>
                <c:pt idx="44674">
                  <c:v>0.51706018518598285</c:v>
                </c:pt>
                <c:pt idx="44675">
                  <c:v>0.51707175925548654</c:v>
                </c:pt>
                <c:pt idx="44676">
                  <c:v>0.51708333333226619</c:v>
                </c:pt>
                <c:pt idx="44677">
                  <c:v>0.51709490740176989</c:v>
                </c:pt>
                <c:pt idx="44678">
                  <c:v>0.51710648147854954</c:v>
                </c:pt>
                <c:pt idx="44679">
                  <c:v>0.51711805555532919</c:v>
                </c:pt>
                <c:pt idx="44680">
                  <c:v>0.51712962962483289</c:v>
                </c:pt>
                <c:pt idx="44681">
                  <c:v>0.51714120370161254</c:v>
                </c:pt>
                <c:pt idx="44682">
                  <c:v>0.51715277777839219</c:v>
                </c:pt>
                <c:pt idx="44683">
                  <c:v>0.51716435184789589</c:v>
                </c:pt>
                <c:pt idx="44684">
                  <c:v>0.51717592592467554</c:v>
                </c:pt>
                <c:pt idx="44685">
                  <c:v>0.51718749999417923</c:v>
                </c:pt>
                <c:pt idx="44686">
                  <c:v>0.51719907407095889</c:v>
                </c:pt>
                <c:pt idx="44687">
                  <c:v>0.51721064814773854</c:v>
                </c:pt>
                <c:pt idx="44688">
                  <c:v>0.51722222221724223</c:v>
                </c:pt>
                <c:pt idx="44689">
                  <c:v>0.51723379629402189</c:v>
                </c:pt>
                <c:pt idx="44690">
                  <c:v>0.51724537037080154</c:v>
                </c:pt>
                <c:pt idx="44691">
                  <c:v>0.51725694444030523</c:v>
                </c:pt>
                <c:pt idx="44692">
                  <c:v>0.51726851851708489</c:v>
                </c:pt>
                <c:pt idx="44693">
                  <c:v>0.51728009259386454</c:v>
                </c:pt>
                <c:pt idx="44694">
                  <c:v>0.51729166666336823</c:v>
                </c:pt>
                <c:pt idx="44695">
                  <c:v>0.51730324074014788</c:v>
                </c:pt>
                <c:pt idx="44696">
                  <c:v>0.51731481480965158</c:v>
                </c:pt>
                <c:pt idx="44697">
                  <c:v>0.51732638888643123</c:v>
                </c:pt>
                <c:pt idx="44698">
                  <c:v>0.51733796296321088</c:v>
                </c:pt>
                <c:pt idx="44699">
                  <c:v>0.51734953703271458</c:v>
                </c:pt>
                <c:pt idx="44700">
                  <c:v>0.51736111110949423</c:v>
                </c:pt>
                <c:pt idx="44701">
                  <c:v>0.51737268518627388</c:v>
                </c:pt>
                <c:pt idx="44702">
                  <c:v>0.51738425925577758</c:v>
                </c:pt>
                <c:pt idx="44703">
                  <c:v>0.51739583333255723</c:v>
                </c:pt>
                <c:pt idx="44704">
                  <c:v>0.51740740740206093</c:v>
                </c:pt>
                <c:pt idx="44705">
                  <c:v>0.51741898147884058</c:v>
                </c:pt>
                <c:pt idx="44706">
                  <c:v>0.51743055555562023</c:v>
                </c:pt>
                <c:pt idx="44707">
                  <c:v>0.51744212962512393</c:v>
                </c:pt>
                <c:pt idx="44708">
                  <c:v>0.51745370370190358</c:v>
                </c:pt>
                <c:pt idx="44709">
                  <c:v>0.51746527777868323</c:v>
                </c:pt>
                <c:pt idx="44710">
                  <c:v>0.51747685184818693</c:v>
                </c:pt>
                <c:pt idx="44711">
                  <c:v>0.51748842592496658</c:v>
                </c:pt>
                <c:pt idx="44712">
                  <c:v>0.51749999999447027</c:v>
                </c:pt>
                <c:pt idx="44713">
                  <c:v>0.51751157407124992</c:v>
                </c:pt>
                <c:pt idx="44714">
                  <c:v>0.51752314814802958</c:v>
                </c:pt>
                <c:pt idx="44715">
                  <c:v>0.51753472221753327</c:v>
                </c:pt>
                <c:pt idx="44716">
                  <c:v>0.51754629629431292</c:v>
                </c:pt>
                <c:pt idx="44717">
                  <c:v>0.51755787037109258</c:v>
                </c:pt>
                <c:pt idx="44718">
                  <c:v>0.51756944444059627</c:v>
                </c:pt>
                <c:pt idx="44719">
                  <c:v>0.51758101851737592</c:v>
                </c:pt>
                <c:pt idx="44720">
                  <c:v>0.51759259258687962</c:v>
                </c:pt>
                <c:pt idx="44721">
                  <c:v>0.51760416666365927</c:v>
                </c:pt>
                <c:pt idx="44722">
                  <c:v>0.51761574074043892</c:v>
                </c:pt>
                <c:pt idx="44723">
                  <c:v>0.51762731480994262</c:v>
                </c:pt>
                <c:pt idx="44724">
                  <c:v>0.51763888888672227</c:v>
                </c:pt>
                <c:pt idx="44725">
                  <c:v>0.51765046296350192</c:v>
                </c:pt>
                <c:pt idx="44726">
                  <c:v>0.51766203703300562</c:v>
                </c:pt>
                <c:pt idx="44727">
                  <c:v>0.51767361110978527</c:v>
                </c:pt>
                <c:pt idx="44728">
                  <c:v>0.51768518517928896</c:v>
                </c:pt>
                <c:pt idx="44729">
                  <c:v>0.51769675925606862</c:v>
                </c:pt>
                <c:pt idx="44730">
                  <c:v>0.51770833333284827</c:v>
                </c:pt>
                <c:pt idx="44731">
                  <c:v>0.51771990740235196</c:v>
                </c:pt>
                <c:pt idx="44732">
                  <c:v>0.51773148147913162</c:v>
                </c:pt>
                <c:pt idx="44733">
                  <c:v>0.51774305555591127</c:v>
                </c:pt>
                <c:pt idx="44734">
                  <c:v>0.51775462962541496</c:v>
                </c:pt>
                <c:pt idx="44735">
                  <c:v>0.51776620370219462</c:v>
                </c:pt>
                <c:pt idx="44736">
                  <c:v>0.51777777777897427</c:v>
                </c:pt>
                <c:pt idx="44737">
                  <c:v>0.51778935184847796</c:v>
                </c:pt>
                <c:pt idx="44738">
                  <c:v>0.51780092592525762</c:v>
                </c:pt>
                <c:pt idx="44739">
                  <c:v>0.51781249999476131</c:v>
                </c:pt>
                <c:pt idx="44740">
                  <c:v>0.51782407407154096</c:v>
                </c:pt>
                <c:pt idx="44741">
                  <c:v>0.51783564814832062</c:v>
                </c:pt>
                <c:pt idx="44742">
                  <c:v>0.51784722221782431</c:v>
                </c:pt>
                <c:pt idx="44743">
                  <c:v>0.51785879629460396</c:v>
                </c:pt>
                <c:pt idx="44744">
                  <c:v>0.51787037037138361</c:v>
                </c:pt>
                <c:pt idx="44745">
                  <c:v>0.51788194444088731</c:v>
                </c:pt>
                <c:pt idx="44746">
                  <c:v>0.51789351851766696</c:v>
                </c:pt>
                <c:pt idx="44747">
                  <c:v>0.51790509258717066</c:v>
                </c:pt>
                <c:pt idx="44748">
                  <c:v>0.51791666666395031</c:v>
                </c:pt>
                <c:pt idx="44749">
                  <c:v>0.51792824074072996</c:v>
                </c:pt>
                <c:pt idx="44750">
                  <c:v>0.51793981481023366</c:v>
                </c:pt>
                <c:pt idx="44751">
                  <c:v>0.51795138888701331</c:v>
                </c:pt>
                <c:pt idx="44752">
                  <c:v>0.51796296296379296</c:v>
                </c:pt>
                <c:pt idx="44753">
                  <c:v>0.51797453703329666</c:v>
                </c:pt>
                <c:pt idx="44754">
                  <c:v>0.51798611111007631</c:v>
                </c:pt>
                <c:pt idx="44755">
                  <c:v>0.51799768517958</c:v>
                </c:pt>
                <c:pt idx="44756">
                  <c:v>0.51800925925635966</c:v>
                </c:pt>
                <c:pt idx="44757">
                  <c:v>0.51802083333313931</c:v>
                </c:pt>
                <c:pt idx="44758">
                  <c:v>0.518032407402643</c:v>
                </c:pt>
                <c:pt idx="44759">
                  <c:v>0.51804398147942265</c:v>
                </c:pt>
                <c:pt idx="44760">
                  <c:v>0.51805555555620231</c:v>
                </c:pt>
                <c:pt idx="44761">
                  <c:v>0.518067129625706</c:v>
                </c:pt>
                <c:pt idx="44762">
                  <c:v>0.51807870370248565</c:v>
                </c:pt>
                <c:pt idx="44763">
                  <c:v>0.51809027777198935</c:v>
                </c:pt>
                <c:pt idx="44764">
                  <c:v>0.518101851848769</c:v>
                </c:pt>
                <c:pt idx="44765">
                  <c:v>0.51811342592554865</c:v>
                </c:pt>
                <c:pt idx="44766">
                  <c:v>0.51812499999505235</c:v>
                </c:pt>
                <c:pt idx="44767">
                  <c:v>0.518136574071832</c:v>
                </c:pt>
                <c:pt idx="44768">
                  <c:v>0.51814814814861165</c:v>
                </c:pt>
                <c:pt idx="44769">
                  <c:v>0.51815972221811535</c:v>
                </c:pt>
                <c:pt idx="44770">
                  <c:v>0.518171296294895</c:v>
                </c:pt>
                <c:pt idx="44771">
                  <c:v>0.51818287037167465</c:v>
                </c:pt>
                <c:pt idx="44772">
                  <c:v>0.51819444444117835</c:v>
                </c:pt>
                <c:pt idx="44773">
                  <c:v>0.518206018517958</c:v>
                </c:pt>
                <c:pt idx="44774">
                  <c:v>0.5182175925874617</c:v>
                </c:pt>
                <c:pt idx="44775">
                  <c:v>0.51822916666424135</c:v>
                </c:pt>
                <c:pt idx="44776">
                  <c:v>0.518240740741021</c:v>
                </c:pt>
                <c:pt idx="44777">
                  <c:v>0.51825231481052469</c:v>
                </c:pt>
                <c:pt idx="44778">
                  <c:v>0.51826388888730435</c:v>
                </c:pt>
                <c:pt idx="44779">
                  <c:v>0.518275462964084</c:v>
                </c:pt>
                <c:pt idx="44780">
                  <c:v>0.51828703703358769</c:v>
                </c:pt>
                <c:pt idx="44781">
                  <c:v>0.51829861111036735</c:v>
                </c:pt>
                <c:pt idx="44782">
                  <c:v>0.51831018517987104</c:v>
                </c:pt>
                <c:pt idx="44783">
                  <c:v>0.51832175925665069</c:v>
                </c:pt>
                <c:pt idx="44784">
                  <c:v>0.51833333333343035</c:v>
                </c:pt>
                <c:pt idx="44785">
                  <c:v>0.51834490740293404</c:v>
                </c:pt>
                <c:pt idx="44786">
                  <c:v>0.51835648147971369</c:v>
                </c:pt>
                <c:pt idx="44787">
                  <c:v>0.51836805555649335</c:v>
                </c:pt>
                <c:pt idx="44788">
                  <c:v>0.51837962962599704</c:v>
                </c:pt>
                <c:pt idx="44789">
                  <c:v>0.51839120370277669</c:v>
                </c:pt>
                <c:pt idx="44790">
                  <c:v>0.51840277777228039</c:v>
                </c:pt>
                <c:pt idx="44791">
                  <c:v>0.51841435184906004</c:v>
                </c:pt>
                <c:pt idx="44792">
                  <c:v>0.51842592592583969</c:v>
                </c:pt>
                <c:pt idx="44793">
                  <c:v>0.51843749999534339</c:v>
                </c:pt>
                <c:pt idx="44794">
                  <c:v>0.51844907407212304</c:v>
                </c:pt>
                <c:pt idx="44795">
                  <c:v>0.51846064814890269</c:v>
                </c:pt>
                <c:pt idx="44796">
                  <c:v>0.51847222221840639</c:v>
                </c:pt>
                <c:pt idx="44797">
                  <c:v>0.51848379629518604</c:v>
                </c:pt>
                <c:pt idx="44798">
                  <c:v>0.51849537036468973</c:v>
                </c:pt>
                <c:pt idx="44799">
                  <c:v>0.51850694444146939</c:v>
                </c:pt>
                <c:pt idx="44800">
                  <c:v>0.51851851851824904</c:v>
                </c:pt>
                <c:pt idx="44801">
                  <c:v>0.51853009258775273</c:v>
                </c:pt>
                <c:pt idx="44802">
                  <c:v>0.51854166666453239</c:v>
                </c:pt>
                <c:pt idx="44803">
                  <c:v>0.51855324074131204</c:v>
                </c:pt>
                <c:pt idx="44804">
                  <c:v>0.51856481481081573</c:v>
                </c:pt>
                <c:pt idx="44805">
                  <c:v>0.51857638888759539</c:v>
                </c:pt>
                <c:pt idx="44806">
                  <c:v>0.51858796295709908</c:v>
                </c:pt>
                <c:pt idx="44807">
                  <c:v>0.51859953703387873</c:v>
                </c:pt>
                <c:pt idx="44808">
                  <c:v>0.51861111111065838</c:v>
                </c:pt>
                <c:pt idx="44809">
                  <c:v>0.51862268518016208</c:v>
                </c:pt>
                <c:pt idx="44810">
                  <c:v>0.51863425925694173</c:v>
                </c:pt>
                <c:pt idx="44811">
                  <c:v>0.51864583333372138</c:v>
                </c:pt>
                <c:pt idx="44812">
                  <c:v>0.51865740740322508</c:v>
                </c:pt>
                <c:pt idx="44813">
                  <c:v>0.51866898148000473</c:v>
                </c:pt>
                <c:pt idx="44814">
                  <c:v>0.51868055555678438</c:v>
                </c:pt>
                <c:pt idx="44815">
                  <c:v>0.51869212962628808</c:v>
                </c:pt>
                <c:pt idx="44816">
                  <c:v>0.51870370370306773</c:v>
                </c:pt>
                <c:pt idx="44817">
                  <c:v>0.51871527777257143</c:v>
                </c:pt>
                <c:pt idx="44818">
                  <c:v>0.51872685184935108</c:v>
                </c:pt>
                <c:pt idx="44819">
                  <c:v>0.51873842592613073</c:v>
                </c:pt>
                <c:pt idx="44820">
                  <c:v>0.51874999999563443</c:v>
                </c:pt>
                <c:pt idx="44821">
                  <c:v>0.51876157407241408</c:v>
                </c:pt>
                <c:pt idx="44822">
                  <c:v>0.51877314814919373</c:v>
                </c:pt>
                <c:pt idx="44823">
                  <c:v>0.51878472221869742</c:v>
                </c:pt>
                <c:pt idx="44824">
                  <c:v>0.51879629629547708</c:v>
                </c:pt>
                <c:pt idx="44825">
                  <c:v>0.51880787036498077</c:v>
                </c:pt>
                <c:pt idx="44826">
                  <c:v>0.51881944444176042</c:v>
                </c:pt>
                <c:pt idx="44827">
                  <c:v>0.51883101851854008</c:v>
                </c:pt>
                <c:pt idx="44828">
                  <c:v>0.51884259258804377</c:v>
                </c:pt>
                <c:pt idx="44829">
                  <c:v>0.51885416666482342</c:v>
                </c:pt>
                <c:pt idx="44830">
                  <c:v>0.51886574074160308</c:v>
                </c:pt>
                <c:pt idx="44831">
                  <c:v>0.51887731481110677</c:v>
                </c:pt>
                <c:pt idx="44832">
                  <c:v>0.51888888888788642</c:v>
                </c:pt>
                <c:pt idx="44833">
                  <c:v>0.51890046295739012</c:v>
                </c:pt>
                <c:pt idx="44834">
                  <c:v>0.51891203703416977</c:v>
                </c:pt>
                <c:pt idx="44835">
                  <c:v>0.51892361111094942</c:v>
                </c:pt>
                <c:pt idx="44836">
                  <c:v>0.51893518518045312</c:v>
                </c:pt>
                <c:pt idx="44837">
                  <c:v>0.51894675925723277</c:v>
                </c:pt>
                <c:pt idx="44838">
                  <c:v>0.51895833333401242</c:v>
                </c:pt>
                <c:pt idx="44839">
                  <c:v>0.51896990740351612</c:v>
                </c:pt>
                <c:pt idx="44840">
                  <c:v>0.51898148148029577</c:v>
                </c:pt>
                <c:pt idx="44841">
                  <c:v>0.51899305554979946</c:v>
                </c:pt>
                <c:pt idx="44842">
                  <c:v>0.51900462962657912</c:v>
                </c:pt>
                <c:pt idx="44843">
                  <c:v>0.51901620370335877</c:v>
                </c:pt>
                <c:pt idx="44844">
                  <c:v>0.51902777777286246</c:v>
                </c:pt>
                <c:pt idx="44845">
                  <c:v>0.51903935184964212</c:v>
                </c:pt>
                <c:pt idx="44846">
                  <c:v>0.51905092592642177</c:v>
                </c:pt>
                <c:pt idx="44847">
                  <c:v>0.51906249999592546</c:v>
                </c:pt>
                <c:pt idx="44848">
                  <c:v>0.51907407407270512</c:v>
                </c:pt>
                <c:pt idx="44849">
                  <c:v>0.51908564814948477</c:v>
                </c:pt>
                <c:pt idx="44850">
                  <c:v>0.51909722221898846</c:v>
                </c:pt>
                <c:pt idx="44851">
                  <c:v>0.51910879629576812</c:v>
                </c:pt>
                <c:pt idx="44852">
                  <c:v>0.51912037036527181</c:v>
                </c:pt>
                <c:pt idx="44853">
                  <c:v>0.51913194444205146</c:v>
                </c:pt>
                <c:pt idx="44854">
                  <c:v>0.51914351851883112</c:v>
                </c:pt>
                <c:pt idx="44855">
                  <c:v>0.51915509258833481</c:v>
                </c:pt>
                <c:pt idx="44856">
                  <c:v>0.51916666666511446</c:v>
                </c:pt>
                <c:pt idx="44857">
                  <c:v>0.51917824074189411</c:v>
                </c:pt>
                <c:pt idx="44858">
                  <c:v>0.51918981481139781</c:v>
                </c:pt>
                <c:pt idx="44859">
                  <c:v>0.51920138888817746</c:v>
                </c:pt>
                <c:pt idx="44860">
                  <c:v>0.51921296295768116</c:v>
                </c:pt>
                <c:pt idx="44861">
                  <c:v>0.51922453703446081</c:v>
                </c:pt>
                <c:pt idx="44862">
                  <c:v>0.51923611111124046</c:v>
                </c:pt>
                <c:pt idx="44863">
                  <c:v>0.51924768518074416</c:v>
                </c:pt>
                <c:pt idx="44864">
                  <c:v>0.51925925925752381</c:v>
                </c:pt>
                <c:pt idx="44865">
                  <c:v>0.51927083333430346</c:v>
                </c:pt>
                <c:pt idx="44866">
                  <c:v>0.51928240740380716</c:v>
                </c:pt>
                <c:pt idx="44867">
                  <c:v>0.51929398148058681</c:v>
                </c:pt>
                <c:pt idx="44868">
                  <c:v>0.5193055555500905</c:v>
                </c:pt>
                <c:pt idx="44869">
                  <c:v>0.51931712962687016</c:v>
                </c:pt>
                <c:pt idx="44870">
                  <c:v>0.51932870370364981</c:v>
                </c:pt>
                <c:pt idx="44871">
                  <c:v>0.5193402777731535</c:v>
                </c:pt>
                <c:pt idx="44872">
                  <c:v>0.51935185184993315</c:v>
                </c:pt>
                <c:pt idx="44873">
                  <c:v>0.51936342592671281</c:v>
                </c:pt>
                <c:pt idx="44874">
                  <c:v>0.5193749999962165</c:v>
                </c:pt>
                <c:pt idx="44875">
                  <c:v>0.51938657407299615</c:v>
                </c:pt>
                <c:pt idx="44876">
                  <c:v>0.51939814814249985</c:v>
                </c:pt>
                <c:pt idx="44877">
                  <c:v>0.5194097222192795</c:v>
                </c:pt>
                <c:pt idx="44878">
                  <c:v>0.51942129629605915</c:v>
                </c:pt>
                <c:pt idx="44879">
                  <c:v>0.51943287036556285</c:v>
                </c:pt>
                <c:pt idx="44880">
                  <c:v>0.5194444444423425</c:v>
                </c:pt>
                <c:pt idx="44881">
                  <c:v>0.51945601851912215</c:v>
                </c:pt>
                <c:pt idx="44882">
                  <c:v>0.51946759258862585</c:v>
                </c:pt>
                <c:pt idx="44883">
                  <c:v>0.5194791666654055</c:v>
                </c:pt>
                <c:pt idx="44884">
                  <c:v>0.5194907407349092</c:v>
                </c:pt>
                <c:pt idx="44885">
                  <c:v>0.51950231481168885</c:v>
                </c:pt>
                <c:pt idx="44886">
                  <c:v>0.5195138888884685</c:v>
                </c:pt>
                <c:pt idx="44887">
                  <c:v>0.51952546295797219</c:v>
                </c:pt>
                <c:pt idx="44888">
                  <c:v>0.51953703703475185</c:v>
                </c:pt>
                <c:pt idx="44889">
                  <c:v>0.5195486111115315</c:v>
                </c:pt>
                <c:pt idx="44890">
                  <c:v>0.51956018518103519</c:v>
                </c:pt>
                <c:pt idx="44891">
                  <c:v>0.51957175925781485</c:v>
                </c:pt>
                <c:pt idx="44892">
                  <c:v>0.5195833333345945</c:v>
                </c:pt>
                <c:pt idx="44893">
                  <c:v>0.51959490740409819</c:v>
                </c:pt>
                <c:pt idx="44894">
                  <c:v>0.51960648148087785</c:v>
                </c:pt>
                <c:pt idx="44895">
                  <c:v>0.51961805555038154</c:v>
                </c:pt>
                <c:pt idx="44896">
                  <c:v>0.51962962962716119</c:v>
                </c:pt>
                <c:pt idx="44897">
                  <c:v>0.51964120370394085</c:v>
                </c:pt>
                <c:pt idx="44898">
                  <c:v>0.51965277777344454</c:v>
                </c:pt>
                <c:pt idx="44899">
                  <c:v>0.51966435185022419</c:v>
                </c:pt>
                <c:pt idx="44900">
                  <c:v>0.51967592592700385</c:v>
                </c:pt>
                <c:pt idx="44901">
                  <c:v>0.51968749999650754</c:v>
                </c:pt>
                <c:pt idx="44902">
                  <c:v>0.51969907407328719</c:v>
                </c:pt>
                <c:pt idx="44903">
                  <c:v>0.51971064814279089</c:v>
                </c:pt>
                <c:pt idx="44904">
                  <c:v>0.51972222221957054</c:v>
                </c:pt>
                <c:pt idx="44905">
                  <c:v>0.51973379629635019</c:v>
                </c:pt>
                <c:pt idx="44906">
                  <c:v>0.51974537036585389</c:v>
                </c:pt>
                <c:pt idx="44907">
                  <c:v>0.51975694444263354</c:v>
                </c:pt>
                <c:pt idx="44908">
                  <c:v>0.51976851851941319</c:v>
                </c:pt>
                <c:pt idx="44909">
                  <c:v>0.51978009258891689</c:v>
                </c:pt>
                <c:pt idx="44910">
                  <c:v>0.51979166666569654</c:v>
                </c:pt>
                <c:pt idx="44911">
                  <c:v>0.51980324073520023</c:v>
                </c:pt>
                <c:pt idx="44912">
                  <c:v>0.51981481481197989</c:v>
                </c:pt>
                <c:pt idx="44913">
                  <c:v>0.51982638888875954</c:v>
                </c:pt>
                <c:pt idx="44914">
                  <c:v>0.51983796295826323</c:v>
                </c:pt>
                <c:pt idx="44915">
                  <c:v>0.51984953703504289</c:v>
                </c:pt>
                <c:pt idx="44916">
                  <c:v>0.51986111111182254</c:v>
                </c:pt>
                <c:pt idx="44917">
                  <c:v>0.51987268518132623</c:v>
                </c:pt>
                <c:pt idx="44918">
                  <c:v>0.51988425925810589</c:v>
                </c:pt>
                <c:pt idx="44919">
                  <c:v>0.51989583332760958</c:v>
                </c:pt>
                <c:pt idx="44920">
                  <c:v>0.51990740740438923</c:v>
                </c:pt>
                <c:pt idx="44921">
                  <c:v>0.51991898148116888</c:v>
                </c:pt>
                <c:pt idx="44922">
                  <c:v>0.51993055555067258</c:v>
                </c:pt>
                <c:pt idx="44923">
                  <c:v>0.51994212962745223</c:v>
                </c:pt>
                <c:pt idx="44924">
                  <c:v>0.51995370370423188</c:v>
                </c:pt>
                <c:pt idx="44925">
                  <c:v>0.51996527777373558</c:v>
                </c:pt>
                <c:pt idx="44926">
                  <c:v>0.51997685185051523</c:v>
                </c:pt>
                <c:pt idx="44927">
                  <c:v>0.51998842592001893</c:v>
                </c:pt>
                <c:pt idx="44928">
                  <c:v>0.51999999999679858</c:v>
                </c:pt>
                <c:pt idx="44929">
                  <c:v>0.52001157407357823</c:v>
                </c:pt>
                <c:pt idx="44930">
                  <c:v>0.52002314814308193</c:v>
                </c:pt>
                <c:pt idx="44931">
                  <c:v>0.52003472221986158</c:v>
                </c:pt>
                <c:pt idx="44932">
                  <c:v>0.52004629629664123</c:v>
                </c:pt>
                <c:pt idx="44933">
                  <c:v>0.52005787036614493</c:v>
                </c:pt>
                <c:pt idx="44934">
                  <c:v>0.52006944444292458</c:v>
                </c:pt>
                <c:pt idx="44935">
                  <c:v>0.52008101851970423</c:v>
                </c:pt>
                <c:pt idx="44936">
                  <c:v>0.52009259258920792</c:v>
                </c:pt>
                <c:pt idx="44937">
                  <c:v>0.52010416666598758</c:v>
                </c:pt>
                <c:pt idx="44938">
                  <c:v>0.52011574073549127</c:v>
                </c:pt>
                <c:pt idx="44939">
                  <c:v>0.52012731481227092</c:v>
                </c:pt>
                <c:pt idx="44940">
                  <c:v>0.52013888888905058</c:v>
                </c:pt>
                <c:pt idx="44941">
                  <c:v>0.52015046295855427</c:v>
                </c:pt>
                <c:pt idx="44942">
                  <c:v>0.52016203703533392</c:v>
                </c:pt>
                <c:pt idx="44943">
                  <c:v>0.52017361111211358</c:v>
                </c:pt>
                <c:pt idx="44944">
                  <c:v>0.52018518518161727</c:v>
                </c:pt>
                <c:pt idx="44945">
                  <c:v>0.52019675925839692</c:v>
                </c:pt>
                <c:pt idx="44946">
                  <c:v>0.52020833332790062</c:v>
                </c:pt>
                <c:pt idx="44947">
                  <c:v>0.52021990740468027</c:v>
                </c:pt>
                <c:pt idx="44948">
                  <c:v>0.52023148148145992</c:v>
                </c:pt>
                <c:pt idx="44949">
                  <c:v>0.52024305555096362</c:v>
                </c:pt>
                <c:pt idx="44950">
                  <c:v>0.52025462962774327</c:v>
                </c:pt>
                <c:pt idx="44951">
                  <c:v>0.52026620370452292</c:v>
                </c:pt>
                <c:pt idx="44952">
                  <c:v>0.52027777777402662</c:v>
                </c:pt>
                <c:pt idx="44953">
                  <c:v>0.52028935185080627</c:v>
                </c:pt>
                <c:pt idx="44954">
                  <c:v>0.52030092592030996</c:v>
                </c:pt>
                <c:pt idx="44955">
                  <c:v>0.52031249999708962</c:v>
                </c:pt>
                <c:pt idx="44956">
                  <c:v>0.52032407407386927</c:v>
                </c:pt>
                <c:pt idx="44957">
                  <c:v>0.52033564814337296</c:v>
                </c:pt>
                <c:pt idx="44958">
                  <c:v>0.52034722222015262</c:v>
                </c:pt>
                <c:pt idx="44959">
                  <c:v>0.52035879629693227</c:v>
                </c:pt>
                <c:pt idx="44960">
                  <c:v>0.52037037036643596</c:v>
                </c:pt>
                <c:pt idx="44961">
                  <c:v>0.52038194444321562</c:v>
                </c:pt>
                <c:pt idx="44962">
                  <c:v>0.52039351851271931</c:v>
                </c:pt>
                <c:pt idx="44963">
                  <c:v>0.52040509258949896</c:v>
                </c:pt>
                <c:pt idx="44964">
                  <c:v>0.52041666666627862</c:v>
                </c:pt>
                <c:pt idx="44965">
                  <c:v>0.52042824073578231</c:v>
                </c:pt>
                <c:pt idx="44966">
                  <c:v>0.52043981481256196</c:v>
                </c:pt>
                <c:pt idx="44967">
                  <c:v>0.52045138888934162</c:v>
                </c:pt>
                <c:pt idx="44968">
                  <c:v>0.52046296295884531</c:v>
                </c:pt>
                <c:pt idx="44969">
                  <c:v>0.52047453703562496</c:v>
                </c:pt>
                <c:pt idx="44970">
                  <c:v>0.52048611111240461</c:v>
                </c:pt>
                <c:pt idx="44971">
                  <c:v>0.52049768518190831</c:v>
                </c:pt>
                <c:pt idx="44972">
                  <c:v>0.52050925925868796</c:v>
                </c:pt>
                <c:pt idx="44973">
                  <c:v>0.52052083332819166</c:v>
                </c:pt>
                <c:pt idx="44974">
                  <c:v>0.52053240740497131</c:v>
                </c:pt>
                <c:pt idx="44975">
                  <c:v>0.52054398148175096</c:v>
                </c:pt>
                <c:pt idx="44976">
                  <c:v>0.52055555555125466</c:v>
                </c:pt>
                <c:pt idx="44977">
                  <c:v>0.52056712962803431</c:v>
                </c:pt>
                <c:pt idx="44978">
                  <c:v>0.52057870370481396</c:v>
                </c:pt>
                <c:pt idx="44979">
                  <c:v>0.52059027777431766</c:v>
                </c:pt>
                <c:pt idx="44980">
                  <c:v>0.52060185185109731</c:v>
                </c:pt>
                <c:pt idx="44981">
                  <c:v>0.520613425920601</c:v>
                </c:pt>
                <c:pt idx="44982">
                  <c:v>0.52062499999738066</c:v>
                </c:pt>
                <c:pt idx="44983">
                  <c:v>0.52063657407416031</c:v>
                </c:pt>
                <c:pt idx="44984">
                  <c:v>0.520648148143664</c:v>
                </c:pt>
                <c:pt idx="44985">
                  <c:v>0.52065972222044365</c:v>
                </c:pt>
                <c:pt idx="44986">
                  <c:v>0.52067129629722331</c:v>
                </c:pt>
                <c:pt idx="44987">
                  <c:v>0.520682870366727</c:v>
                </c:pt>
                <c:pt idx="44988">
                  <c:v>0.52069444444350665</c:v>
                </c:pt>
                <c:pt idx="44989">
                  <c:v>0.52070601851301035</c:v>
                </c:pt>
                <c:pt idx="44990">
                  <c:v>0.52071759258979</c:v>
                </c:pt>
                <c:pt idx="44991">
                  <c:v>0.52072916666656965</c:v>
                </c:pt>
                <c:pt idx="44992">
                  <c:v>0.52074074073607335</c:v>
                </c:pt>
                <c:pt idx="44993">
                  <c:v>0.520752314812853</c:v>
                </c:pt>
                <c:pt idx="44994">
                  <c:v>0.52076388888963265</c:v>
                </c:pt>
                <c:pt idx="44995">
                  <c:v>0.52077546295913635</c:v>
                </c:pt>
                <c:pt idx="44996">
                  <c:v>0.520787037035916</c:v>
                </c:pt>
                <c:pt idx="44997">
                  <c:v>0.5207986111054197</c:v>
                </c:pt>
                <c:pt idx="44998">
                  <c:v>0.52081018518219935</c:v>
                </c:pt>
                <c:pt idx="44999">
                  <c:v>0.520821759258979</c:v>
                </c:pt>
                <c:pt idx="45000">
                  <c:v>0.52083333332848269</c:v>
                </c:pt>
                <c:pt idx="45001">
                  <c:v>0.52084490740526235</c:v>
                </c:pt>
                <c:pt idx="45002">
                  <c:v>0.520856481482042</c:v>
                </c:pt>
                <c:pt idx="45003">
                  <c:v>0.52086805555154569</c:v>
                </c:pt>
                <c:pt idx="45004">
                  <c:v>0.52087962962832535</c:v>
                </c:pt>
                <c:pt idx="45005">
                  <c:v>0.52089120369782904</c:v>
                </c:pt>
                <c:pt idx="45006">
                  <c:v>0.52090277777460869</c:v>
                </c:pt>
                <c:pt idx="45007">
                  <c:v>0.52091435185138835</c:v>
                </c:pt>
                <c:pt idx="45008">
                  <c:v>0.52092592592089204</c:v>
                </c:pt>
                <c:pt idx="45009">
                  <c:v>0.52093749999767169</c:v>
                </c:pt>
                <c:pt idx="45010">
                  <c:v>0.52094907407445135</c:v>
                </c:pt>
                <c:pt idx="45011">
                  <c:v>0.52096064814395504</c:v>
                </c:pt>
                <c:pt idx="45012">
                  <c:v>0.52097222222073469</c:v>
                </c:pt>
                <c:pt idx="45013">
                  <c:v>0.52098379629751435</c:v>
                </c:pt>
                <c:pt idx="45014">
                  <c:v>0.52099537036701804</c:v>
                </c:pt>
                <c:pt idx="45015">
                  <c:v>0.52100694444379769</c:v>
                </c:pt>
                <c:pt idx="45016">
                  <c:v>0.52101851851330139</c:v>
                </c:pt>
                <c:pt idx="45017">
                  <c:v>0.52103009259008104</c:v>
                </c:pt>
                <c:pt idx="45018">
                  <c:v>0.52104166666686069</c:v>
                </c:pt>
                <c:pt idx="45019">
                  <c:v>0.52105324073636439</c:v>
                </c:pt>
                <c:pt idx="45020">
                  <c:v>0.52106481481314404</c:v>
                </c:pt>
                <c:pt idx="45021">
                  <c:v>0.52107638888992369</c:v>
                </c:pt>
                <c:pt idx="45022">
                  <c:v>0.52108796295942739</c:v>
                </c:pt>
                <c:pt idx="45023">
                  <c:v>0.52109953703620704</c:v>
                </c:pt>
                <c:pt idx="45024">
                  <c:v>0.52111111110571073</c:v>
                </c:pt>
                <c:pt idx="45025">
                  <c:v>0.52112268518249039</c:v>
                </c:pt>
                <c:pt idx="45026">
                  <c:v>0.52113425925927004</c:v>
                </c:pt>
                <c:pt idx="45027">
                  <c:v>0.52114583332877373</c:v>
                </c:pt>
                <c:pt idx="45028">
                  <c:v>0.52115740740555339</c:v>
                </c:pt>
                <c:pt idx="45029">
                  <c:v>0.52116898148233304</c:v>
                </c:pt>
                <c:pt idx="45030">
                  <c:v>0.52118055555183673</c:v>
                </c:pt>
                <c:pt idx="45031">
                  <c:v>0.52119212962861639</c:v>
                </c:pt>
                <c:pt idx="45032">
                  <c:v>0.52120370369812008</c:v>
                </c:pt>
                <c:pt idx="45033">
                  <c:v>0.52121527777489973</c:v>
                </c:pt>
                <c:pt idx="45034">
                  <c:v>0.52122685185167938</c:v>
                </c:pt>
                <c:pt idx="45035">
                  <c:v>0.52123842592118308</c:v>
                </c:pt>
                <c:pt idx="45036">
                  <c:v>0.52124999999796273</c:v>
                </c:pt>
                <c:pt idx="45037">
                  <c:v>0.52126157407474238</c:v>
                </c:pt>
                <c:pt idx="45038">
                  <c:v>0.52127314814424608</c:v>
                </c:pt>
                <c:pt idx="45039">
                  <c:v>0.52128472222102573</c:v>
                </c:pt>
                <c:pt idx="45040">
                  <c:v>0.52129629629052943</c:v>
                </c:pt>
                <c:pt idx="45041">
                  <c:v>0.52130787036730908</c:v>
                </c:pt>
                <c:pt idx="45042">
                  <c:v>0.52131944444408873</c:v>
                </c:pt>
                <c:pt idx="45043">
                  <c:v>0.52133101851359243</c:v>
                </c:pt>
                <c:pt idx="45044">
                  <c:v>0.52134259259037208</c:v>
                </c:pt>
                <c:pt idx="45045">
                  <c:v>0.52135416666715173</c:v>
                </c:pt>
                <c:pt idx="45046">
                  <c:v>0.52136574073665543</c:v>
                </c:pt>
                <c:pt idx="45047">
                  <c:v>0.52137731481343508</c:v>
                </c:pt>
                <c:pt idx="45048">
                  <c:v>0.52138888889021473</c:v>
                </c:pt>
                <c:pt idx="45049">
                  <c:v>0.52140046295971842</c:v>
                </c:pt>
                <c:pt idx="45050">
                  <c:v>0.52141203703649808</c:v>
                </c:pt>
                <c:pt idx="45051">
                  <c:v>0.52142361110600177</c:v>
                </c:pt>
                <c:pt idx="45052">
                  <c:v>0.52143518518278142</c:v>
                </c:pt>
                <c:pt idx="45053">
                  <c:v>0.52144675925956108</c:v>
                </c:pt>
                <c:pt idx="45054">
                  <c:v>0.52145833332906477</c:v>
                </c:pt>
                <c:pt idx="45055">
                  <c:v>0.52146990740584442</c:v>
                </c:pt>
                <c:pt idx="45056">
                  <c:v>0.52148148148262408</c:v>
                </c:pt>
                <c:pt idx="45057">
                  <c:v>0.52149305555212777</c:v>
                </c:pt>
                <c:pt idx="45058">
                  <c:v>0.52150462962890742</c:v>
                </c:pt>
                <c:pt idx="45059">
                  <c:v>0.52151620369841112</c:v>
                </c:pt>
                <c:pt idx="45060">
                  <c:v>0.52152777777519077</c:v>
                </c:pt>
                <c:pt idx="45061">
                  <c:v>0.52153935185197042</c:v>
                </c:pt>
                <c:pt idx="45062">
                  <c:v>0.52155092592147412</c:v>
                </c:pt>
                <c:pt idx="45063">
                  <c:v>0.52156249999825377</c:v>
                </c:pt>
                <c:pt idx="45064">
                  <c:v>0.52157407407503342</c:v>
                </c:pt>
                <c:pt idx="45065">
                  <c:v>0.52158564814453712</c:v>
                </c:pt>
                <c:pt idx="45066">
                  <c:v>0.52159722222131677</c:v>
                </c:pt>
                <c:pt idx="45067">
                  <c:v>0.52160879629082046</c:v>
                </c:pt>
                <c:pt idx="45068">
                  <c:v>0.52162037036760012</c:v>
                </c:pt>
                <c:pt idx="45069">
                  <c:v>0.52163194444437977</c:v>
                </c:pt>
                <c:pt idx="45070">
                  <c:v>0.52164351851388346</c:v>
                </c:pt>
                <c:pt idx="45071">
                  <c:v>0.52165509259066312</c:v>
                </c:pt>
                <c:pt idx="45072">
                  <c:v>0.52166666666744277</c:v>
                </c:pt>
                <c:pt idx="45073">
                  <c:v>0.52167824073694646</c:v>
                </c:pt>
                <c:pt idx="45074">
                  <c:v>0.52168981481372612</c:v>
                </c:pt>
                <c:pt idx="45075">
                  <c:v>0.52170138888322981</c:v>
                </c:pt>
                <c:pt idx="45076">
                  <c:v>0.52171296296000946</c:v>
                </c:pt>
                <c:pt idx="45077">
                  <c:v>0.52172453703678912</c:v>
                </c:pt>
                <c:pt idx="45078">
                  <c:v>0.52173611110629281</c:v>
                </c:pt>
                <c:pt idx="45079">
                  <c:v>0.52174768518307246</c:v>
                </c:pt>
                <c:pt idx="45080">
                  <c:v>0.52175925925985212</c:v>
                </c:pt>
                <c:pt idx="45081">
                  <c:v>0.52177083332935581</c:v>
                </c:pt>
                <c:pt idx="45082">
                  <c:v>0.52178240740613546</c:v>
                </c:pt>
                <c:pt idx="45083">
                  <c:v>0.52179398147563916</c:v>
                </c:pt>
                <c:pt idx="45084">
                  <c:v>0.52180555555241881</c:v>
                </c:pt>
                <c:pt idx="45085">
                  <c:v>0.52181712962919846</c:v>
                </c:pt>
                <c:pt idx="45086">
                  <c:v>0.52182870369870216</c:v>
                </c:pt>
                <c:pt idx="45087">
                  <c:v>0.52184027777548181</c:v>
                </c:pt>
                <c:pt idx="45088">
                  <c:v>0.52185185185226146</c:v>
                </c:pt>
                <c:pt idx="45089">
                  <c:v>0.52186342592176516</c:v>
                </c:pt>
                <c:pt idx="45090">
                  <c:v>0.52187499999854481</c:v>
                </c:pt>
                <c:pt idx="45091">
                  <c:v>0.52188657407532446</c:v>
                </c:pt>
                <c:pt idx="45092">
                  <c:v>0.52189814814482816</c:v>
                </c:pt>
                <c:pt idx="45093">
                  <c:v>0.52190972222160781</c:v>
                </c:pt>
                <c:pt idx="45094">
                  <c:v>0.5219212962911115</c:v>
                </c:pt>
                <c:pt idx="45095">
                  <c:v>0.52193287036789116</c:v>
                </c:pt>
                <c:pt idx="45096">
                  <c:v>0.52194444444467081</c:v>
                </c:pt>
                <c:pt idx="45097">
                  <c:v>0.5219560185141745</c:v>
                </c:pt>
                <c:pt idx="45098">
                  <c:v>0.52196759259095415</c:v>
                </c:pt>
                <c:pt idx="45099">
                  <c:v>0.52197916666773381</c:v>
                </c:pt>
                <c:pt idx="45100">
                  <c:v>0.5219907407372375</c:v>
                </c:pt>
                <c:pt idx="45101">
                  <c:v>0.52200231481401715</c:v>
                </c:pt>
                <c:pt idx="45102">
                  <c:v>0.52201388888352085</c:v>
                </c:pt>
                <c:pt idx="45103">
                  <c:v>0.5220254629603005</c:v>
                </c:pt>
                <c:pt idx="45104">
                  <c:v>0.52203703703708015</c:v>
                </c:pt>
                <c:pt idx="45105">
                  <c:v>0.52204861110658385</c:v>
                </c:pt>
                <c:pt idx="45106">
                  <c:v>0.5220601851833635</c:v>
                </c:pt>
                <c:pt idx="45107">
                  <c:v>0.52207175926014315</c:v>
                </c:pt>
                <c:pt idx="45108">
                  <c:v>0.52208333332964685</c:v>
                </c:pt>
                <c:pt idx="45109">
                  <c:v>0.5220949074064265</c:v>
                </c:pt>
                <c:pt idx="45110">
                  <c:v>0.5221064814759302</c:v>
                </c:pt>
                <c:pt idx="45111">
                  <c:v>0.52211805555270985</c:v>
                </c:pt>
                <c:pt idx="45112">
                  <c:v>0.5221296296294895</c:v>
                </c:pt>
                <c:pt idx="45113">
                  <c:v>0.52214120369899319</c:v>
                </c:pt>
                <c:pt idx="45114">
                  <c:v>0.52215277777577285</c:v>
                </c:pt>
                <c:pt idx="45115">
                  <c:v>0.5221643518525525</c:v>
                </c:pt>
                <c:pt idx="45116">
                  <c:v>0.52217592592205619</c:v>
                </c:pt>
                <c:pt idx="45117">
                  <c:v>0.52218749999883585</c:v>
                </c:pt>
                <c:pt idx="45118">
                  <c:v>0.52219907406833954</c:v>
                </c:pt>
                <c:pt idx="45119">
                  <c:v>0.52221064814511919</c:v>
                </c:pt>
                <c:pt idx="45120">
                  <c:v>0.52222222222189885</c:v>
                </c:pt>
                <c:pt idx="45121">
                  <c:v>0.52223379629140254</c:v>
                </c:pt>
                <c:pt idx="45122">
                  <c:v>0.52224537036818219</c:v>
                </c:pt>
                <c:pt idx="45123">
                  <c:v>0.52225694444496185</c:v>
                </c:pt>
                <c:pt idx="45124">
                  <c:v>0.52226851851446554</c:v>
                </c:pt>
                <c:pt idx="45125">
                  <c:v>0.52228009259124519</c:v>
                </c:pt>
                <c:pt idx="45126">
                  <c:v>0.52229166666074889</c:v>
                </c:pt>
                <c:pt idx="45127">
                  <c:v>0.52230324073752854</c:v>
                </c:pt>
                <c:pt idx="45128">
                  <c:v>0.52231481481430819</c:v>
                </c:pt>
                <c:pt idx="45129">
                  <c:v>0.52232638888381189</c:v>
                </c:pt>
                <c:pt idx="45130">
                  <c:v>0.52233796296059154</c:v>
                </c:pt>
                <c:pt idx="45131">
                  <c:v>0.52234953703737119</c:v>
                </c:pt>
                <c:pt idx="45132">
                  <c:v>0.52236111110687489</c:v>
                </c:pt>
                <c:pt idx="45133">
                  <c:v>0.52237268518365454</c:v>
                </c:pt>
                <c:pt idx="45134">
                  <c:v>0.52238425926043419</c:v>
                </c:pt>
                <c:pt idx="45135">
                  <c:v>0.52239583332993789</c:v>
                </c:pt>
                <c:pt idx="45136">
                  <c:v>0.52240740740671754</c:v>
                </c:pt>
                <c:pt idx="45137">
                  <c:v>0.52241898147622123</c:v>
                </c:pt>
                <c:pt idx="45138">
                  <c:v>0.52243055555300089</c:v>
                </c:pt>
                <c:pt idx="45139">
                  <c:v>0.52244212962978054</c:v>
                </c:pt>
                <c:pt idx="45140">
                  <c:v>0.52245370369928423</c:v>
                </c:pt>
                <c:pt idx="45141">
                  <c:v>0.52246527777606389</c:v>
                </c:pt>
                <c:pt idx="45142">
                  <c:v>0.52247685185284354</c:v>
                </c:pt>
                <c:pt idx="45143">
                  <c:v>0.52248842592234723</c:v>
                </c:pt>
                <c:pt idx="45144">
                  <c:v>0.52249999999912689</c:v>
                </c:pt>
                <c:pt idx="45145">
                  <c:v>0.52251157406863058</c:v>
                </c:pt>
                <c:pt idx="45146">
                  <c:v>0.52252314814541023</c:v>
                </c:pt>
                <c:pt idx="45147">
                  <c:v>0.52253472222218988</c:v>
                </c:pt>
                <c:pt idx="45148">
                  <c:v>0.52254629629169358</c:v>
                </c:pt>
                <c:pt idx="45149">
                  <c:v>0.52255787036847323</c:v>
                </c:pt>
                <c:pt idx="45150">
                  <c:v>0.52256944444525288</c:v>
                </c:pt>
                <c:pt idx="45151">
                  <c:v>0.52258101851475658</c:v>
                </c:pt>
                <c:pt idx="45152">
                  <c:v>0.52259259259153623</c:v>
                </c:pt>
                <c:pt idx="45153">
                  <c:v>0.52260416666103993</c:v>
                </c:pt>
                <c:pt idx="45154">
                  <c:v>0.52261574073781958</c:v>
                </c:pt>
                <c:pt idx="45155">
                  <c:v>0.52262731481459923</c:v>
                </c:pt>
                <c:pt idx="45156">
                  <c:v>0.52263888888410293</c:v>
                </c:pt>
                <c:pt idx="45157">
                  <c:v>0.52265046296088258</c:v>
                </c:pt>
                <c:pt idx="45158">
                  <c:v>0.52266203703766223</c:v>
                </c:pt>
                <c:pt idx="45159">
                  <c:v>0.52267361110716593</c:v>
                </c:pt>
                <c:pt idx="45160">
                  <c:v>0.52268518518394558</c:v>
                </c:pt>
                <c:pt idx="45161">
                  <c:v>0.52269675925344927</c:v>
                </c:pt>
                <c:pt idx="45162">
                  <c:v>0.52270833333022892</c:v>
                </c:pt>
                <c:pt idx="45163">
                  <c:v>0.52271990740700858</c:v>
                </c:pt>
                <c:pt idx="45164">
                  <c:v>0.52273148147651227</c:v>
                </c:pt>
                <c:pt idx="45165">
                  <c:v>0.52274305555329192</c:v>
                </c:pt>
                <c:pt idx="45166">
                  <c:v>0.52275462963007158</c:v>
                </c:pt>
                <c:pt idx="45167">
                  <c:v>0.52276620369957527</c:v>
                </c:pt>
                <c:pt idx="45168">
                  <c:v>0.52277777777635492</c:v>
                </c:pt>
                <c:pt idx="45169">
                  <c:v>0.52278935185313458</c:v>
                </c:pt>
                <c:pt idx="45170">
                  <c:v>0.52280092592263827</c:v>
                </c:pt>
                <c:pt idx="45171">
                  <c:v>0.52281249999941792</c:v>
                </c:pt>
                <c:pt idx="45172">
                  <c:v>0.52282407406892162</c:v>
                </c:pt>
                <c:pt idx="45173">
                  <c:v>0.52283564814570127</c:v>
                </c:pt>
                <c:pt idx="45174">
                  <c:v>0.52284722222248092</c:v>
                </c:pt>
                <c:pt idx="45175">
                  <c:v>0.52285879629198462</c:v>
                </c:pt>
                <c:pt idx="45176">
                  <c:v>0.52287037036876427</c:v>
                </c:pt>
                <c:pt idx="45177">
                  <c:v>0.52288194444554392</c:v>
                </c:pt>
                <c:pt idx="45178">
                  <c:v>0.52289351851504762</c:v>
                </c:pt>
                <c:pt idx="45179">
                  <c:v>0.52290509259182727</c:v>
                </c:pt>
                <c:pt idx="45180">
                  <c:v>0.52291666666133096</c:v>
                </c:pt>
                <c:pt idx="45181">
                  <c:v>0.52292824073811062</c:v>
                </c:pt>
                <c:pt idx="45182">
                  <c:v>0.52293981481489027</c:v>
                </c:pt>
                <c:pt idx="45183">
                  <c:v>0.52295138888439396</c:v>
                </c:pt>
                <c:pt idx="45184">
                  <c:v>0.52296296296117362</c:v>
                </c:pt>
                <c:pt idx="45185">
                  <c:v>0.52297453703795327</c:v>
                </c:pt>
                <c:pt idx="45186">
                  <c:v>0.52298611110745696</c:v>
                </c:pt>
                <c:pt idx="45187">
                  <c:v>0.52299768518423662</c:v>
                </c:pt>
                <c:pt idx="45188">
                  <c:v>0.52300925925374031</c:v>
                </c:pt>
                <c:pt idx="45189">
                  <c:v>0.52302083333051996</c:v>
                </c:pt>
                <c:pt idx="45190">
                  <c:v>0.52303240740729962</c:v>
                </c:pt>
                <c:pt idx="45191">
                  <c:v>0.52304398147680331</c:v>
                </c:pt>
                <c:pt idx="45192">
                  <c:v>0.52305555555358296</c:v>
                </c:pt>
                <c:pt idx="45193">
                  <c:v>0.52306712963036261</c:v>
                </c:pt>
                <c:pt idx="45194">
                  <c:v>0.52307870369986631</c:v>
                </c:pt>
                <c:pt idx="45195">
                  <c:v>0.52309027777664596</c:v>
                </c:pt>
                <c:pt idx="45196">
                  <c:v>0.52310185184614966</c:v>
                </c:pt>
                <c:pt idx="45197">
                  <c:v>0.52311342592292931</c:v>
                </c:pt>
                <c:pt idx="45198">
                  <c:v>0.52312499999970896</c:v>
                </c:pt>
                <c:pt idx="45199">
                  <c:v>0.52313657406921266</c:v>
                </c:pt>
                <c:pt idx="45200">
                  <c:v>0.52314814814599231</c:v>
                </c:pt>
                <c:pt idx="45201">
                  <c:v>0.52315972222277196</c:v>
                </c:pt>
                <c:pt idx="45202">
                  <c:v>0.52317129629227566</c:v>
                </c:pt>
                <c:pt idx="45203">
                  <c:v>0.52318287036905531</c:v>
                </c:pt>
                <c:pt idx="45204">
                  <c:v>0.523194444438559</c:v>
                </c:pt>
                <c:pt idx="45205">
                  <c:v>0.52320601851533866</c:v>
                </c:pt>
                <c:pt idx="45206">
                  <c:v>0.52321759259211831</c:v>
                </c:pt>
                <c:pt idx="45207">
                  <c:v>0.523229166661622</c:v>
                </c:pt>
                <c:pt idx="45208">
                  <c:v>0.52324074073840166</c:v>
                </c:pt>
                <c:pt idx="45209">
                  <c:v>0.52325231481518131</c:v>
                </c:pt>
                <c:pt idx="45210">
                  <c:v>0.523263888884685</c:v>
                </c:pt>
                <c:pt idx="45211">
                  <c:v>0.52327546296146465</c:v>
                </c:pt>
                <c:pt idx="45212">
                  <c:v>0.52328703703824431</c:v>
                </c:pt>
                <c:pt idx="45213">
                  <c:v>0.523298611107748</c:v>
                </c:pt>
                <c:pt idx="45214">
                  <c:v>0.52331018518452765</c:v>
                </c:pt>
                <c:pt idx="45215">
                  <c:v>0.52332175925403135</c:v>
                </c:pt>
                <c:pt idx="45216">
                  <c:v>0.523333333330811</c:v>
                </c:pt>
                <c:pt idx="45217">
                  <c:v>0.52334490740759065</c:v>
                </c:pt>
                <c:pt idx="45218">
                  <c:v>0.52335648147709435</c:v>
                </c:pt>
                <c:pt idx="45219">
                  <c:v>0.523368055553874</c:v>
                </c:pt>
                <c:pt idx="45220">
                  <c:v>0.52337962963065365</c:v>
                </c:pt>
                <c:pt idx="45221">
                  <c:v>0.52339120370015735</c:v>
                </c:pt>
                <c:pt idx="45222">
                  <c:v>0.523402777776937</c:v>
                </c:pt>
                <c:pt idx="45223">
                  <c:v>0.5234143518464407</c:v>
                </c:pt>
                <c:pt idx="45224">
                  <c:v>0.52342592592322035</c:v>
                </c:pt>
                <c:pt idx="45225">
                  <c:v>0.5234375</c:v>
                </c:pt>
                <c:pt idx="45226">
                  <c:v>0.52344907406950369</c:v>
                </c:pt>
                <c:pt idx="45227">
                  <c:v>0.52346064814628335</c:v>
                </c:pt>
                <c:pt idx="45228">
                  <c:v>0.523472222223063</c:v>
                </c:pt>
                <c:pt idx="45229">
                  <c:v>0.52348379629256669</c:v>
                </c:pt>
                <c:pt idx="45230">
                  <c:v>0.52349537036934635</c:v>
                </c:pt>
                <c:pt idx="45231">
                  <c:v>0.52350694443885004</c:v>
                </c:pt>
                <c:pt idx="45232">
                  <c:v>0.52351851851562969</c:v>
                </c:pt>
                <c:pt idx="45233">
                  <c:v>0.52353009259240935</c:v>
                </c:pt>
                <c:pt idx="45234">
                  <c:v>0.52354166666191304</c:v>
                </c:pt>
                <c:pt idx="45235">
                  <c:v>0.52355324073869269</c:v>
                </c:pt>
                <c:pt idx="45236">
                  <c:v>0.52356481481547235</c:v>
                </c:pt>
                <c:pt idx="45237">
                  <c:v>0.52357638888497604</c:v>
                </c:pt>
                <c:pt idx="45238">
                  <c:v>0.52358796296175569</c:v>
                </c:pt>
                <c:pt idx="45239">
                  <c:v>0.52359953703125939</c:v>
                </c:pt>
                <c:pt idx="45240">
                  <c:v>0.52361111110803904</c:v>
                </c:pt>
                <c:pt idx="45241">
                  <c:v>0.52362268518481869</c:v>
                </c:pt>
                <c:pt idx="45242">
                  <c:v>0.52363425925432239</c:v>
                </c:pt>
                <c:pt idx="45243">
                  <c:v>0.52364583333110204</c:v>
                </c:pt>
                <c:pt idx="45244">
                  <c:v>0.52365740740788169</c:v>
                </c:pt>
                <c:pt idx="45245">
                  <c:v>0.52366898147738539</c:v>
                </c:pt>
                <c:pt idx="45246">
                  <c:v>0.52368055555416504</c:v>
                </c:pt>
                <c:pt idx="45247">
                  <c:v>0.52369212963094469</c:v>
                </c:pt>
                <c:pt idx="45248">
                  <c:v>0.52370370370044839</c:v>
                </c:pt>
                <c:pt idx="45249">
                  <c:v>0.52371527777722804</c:v>
                </c:pt>
                <c:pt idx="45250">
                  <c:v>0.52372685184673173</c:v>
                </c:pt>
                <c:pt idx="45251">
                  <c:v>0.52373842592351139</c:v>
                </c:pt>
                <c:pt idx="45252">
                  <c:v>0.52375000000029104</c:v>
                </c:pt>
                <c:pt idx="45253">
                  <c:v>0.52376157406979473</c:v>
                </c:pt>
                <c:pt idx="45254">
                  <c:v>0.52377314814657439</c:v>
                </c:pt>
                <c:pt idx="45255">
                  <c:v>0.52378472222335404</c:v>
                </c:pt>
                <c:pt idx="45256">
                  <c:v>0.52379629629285773</c:v>
                </c:pt>
                <c:pt idx="45257">
                  <c:v>0.52380787036963739</c:v>
                </c:pt>
                <c:pt idx="45258">
                  <c:v>0.52381944443914108</c:v>
                </c:pt>
                <c:pt idx="45259">
                  <c:v>0.52383101851592073</c:v>
                </c:pt>
                <c:pt idx="45260">
                  <c:v>0.52384259259270038</c:v>
                </c:pt>
                <c:pt idx="45261">
                  <c:v>0.52385416666220408</c:v>
                </c:pt>
                <c:pt idx="45262">
                  <c:v>0.52386574073898373</c:v>
                </c:pt>
                <c:pt idx="45263">
                  <c:v>0.52387731481576338</c:v>
                </c:pt>
                <c:pt idx="45264">
                  <c:v>0.52388888888526708</c:v>
                </c:pt>
                <c:pt idx="45265">
                  <c:v>0.52390046296204673</c:v>
                </c:pt>
                <c:pt idx="45266">
                  <c:v>0.52391203703155043</c:v>
                </c:pt>
                <c:pt idx="45267">
                  <c:v>0.52392361110833008</c:v>
                </c:pt>
                <c:pt idx="45268">
                  <c:v>0.52393518518510973</c:v>
                </c:pt>
                <c:pt idx="45269">
                  <c:v>0.52394675925461343</c:v>
                </c:pt>
                <c:pt idx="45270">
                  <c:v>0.52395833333139308</c:v>
                </c:pt>
                <c:pt idx="45271">
                  <c:v>0.52396990740817273</c:v>
                </c:pt>
                <c:pt idx="45272">
                  <c:v>0.52398148147767643</c:v>
                </c:pt>
                <c:pt idx="45273">
                  <c:v>0.52399305555445608</c:v>
                </c:pt>
                <c:pt idx="45274">
                  <c:v>0.52400462962395977</c:v>
                </c:pt>
                <c:pt idx="45275">
                  <c:v>0.52401620370073942</c:v>
                </c:pt>
                <c:pt idx="45276">
                  <c:v>0.52402777777751908</c:v>
                </c:pt>
                <c:pt idx="45277">
                  <c:v>0.52403935184702277</c:v>
                </c:pt>
                <c:pt idx="45278">
                  <c:v>0.52405092592380242</c:v>
                </c:pt>
                <c:pt idx="45279">
                  <c:v>0.52406250000058208</c:v>
                </c:pt>
                <c:pt idx="45280">
                  <c:v>0.52407407407008577</c:v>
                </c:pt>
                <c:pt idx="45281">
                  <c:v>0.52408564814686542</c:v>
                </c:pt>
                <c:pt idx="45282">
                  <c:v>0.52409722221636912</c:v>
                </c:pt>
                <c:pt idx="45283">
                  <c:v>0.52410879629314877</c:v>
                </c:pt>
                <c:pt idx="45284">
                  <c:v>0.52412037036992842</c:v>
                </c:pt>
                <c:pt idx="45285">
                  <c:v>0.52413194443943212</c:v>
                </c:pt>
                <c:pt idx="45286">
                  <c:v>0.52414351851621177</c:v>
                </c:pt>
                <c:pt idx="45287">
                  <c:v>0.52415509259299142</c:v>
                </c:pt>
                <c:pt idx="45288">
                  <c:v>0.52416666666249512</c:v>
                </c:pt>
                <c:pt idx="45289">
                  <c:v>0.52417824073927477</c:v>
                </c:pt>
                <c:pt idx="45290">
                  <c:v>0.52418981481605442</c:v>
                </c:pt>
                <c:pt idx="45291">
                  <c:v>0.52420138888555812</c:v>
                </c:pt>
                <c:pt idx="45292">
                  <c:v>0.52421296296233777</c:v>
                </c:pt>
                <c:pt idx="45293">
                  <c:v>0.52422453703184146</c:v>
                </c:pt>
                <c:pt idx="45294">
                  <c:v>0.52423611110862112</c:v>
                </c:pt>
                <c:pt idx="45295">
                  <c:v>0.52424768518540077</c:v>
                </c:pt>
                <c:pt idx="45296">
                  <c:v>0.52425925925490446</c:v>
                </c:pt>
                <c:pt idx="45297">
                  <c:v>0.52427083333168412</c:v>
                </c:pt>
                <c:pt idx="45298">
                  <c:v>0.52428240740846377</c:v>
                </c:pt>
                <c:pt idx="45299">
                  <c:v>0.52429398147796746</c:v>
                </c:pt>
                <c:pt idx="45300">
                  <c:v>0.52430555555474712</c:v>
                </c:pt>
                <c:pt idx="45301">
                  <c:v>0.52431712962425081</c:v>
                </c:pt>
                <c:pt idx="45302">
                  <c:v>0.52432870370103046</c:v>
                </c:pt>
                <c:pt idx="45303">
                  <c:v>0.52434027777781012</c:v>
                </c:pt>
                <c:pt idx="45304">
                  <c:v>0.52435185184731381</c:v>
                </c:pt>
                <c:pt idx="45305">
                  <c:v>0.52436342592409346</c:v>
                </c:pt>
                <c:pt idx="45306">
                  <c:v>0.52437500000087311</c:v>
                </c:pt>
                <c:pt idx="45307">
                  <c:v>0.52438657407037681</c:v>
                </c:pt>
                <c:pt idx="45308">
                  <c:v>0.52439814814715646</c:v>
                </c:pt>
                <c:pt idx="45309">
                  <c:v>0.52440972221666016</c:v>
                </c:pt>
                <c:pt idx="45310">
                  <c:v>0.52442129629343981</c:v>
                </c:pt>
                <c:pt idx="45311">
                  <c:v>0.52443287037021946</c:v>
                </c:pt>
                <c:pt idx="45312">
                  <c:v>0.52444444443972316</c:v>
                </c:pt>
                <c:pt idx="45313">
                  <c:v>0.52445601851650281</c:v>
                </c:pt>
                <c:pt idx="45314">
                  <c:v>0.52446759259328246</c:v>
                </c:pt>
                <c:pt idx="45315">
                  <c:v>0.52447916666278616</c:v>
                </c:pt>
                <c:pt idx="45316">
                  <c:v>0.52449074073956581</c:v>
                </c:pt>
                <c:pt idx="45317">
                  <c:v>0.5245023148090695</c:v>
                </c:pt>
                <c:pt idx="45318">
                  <c:v>0.52451388888584916</c:v>
                </c:pt>
                <c:pt idx="45319">
                  <c:v>0.52452546296262881</c:v>
                </c:pt>
                <c:pt idx="45320">
                  <c:v>0.5245370370321325</c:v>
                </c:pt>
                <c:pt idx="45321">
                  <c:v>0.52454861110891216</c:v>
                </c:pt>
                <c:pt idx="45322">
                  <c:v>0.52456018518569181</c:v>
                </c:pt>
                <c:pt idx="45323">
                  <c:v>0.5245717592551955</c:v>
                </c:pt>
                <c:pt idx="45324">
                  <c:v>0.52458333333197515</c:v>
                </c:pt>
                <c:pt idx="45325">
                  <c:v>0.52459490740147885</c:v>
                </c:pt>
                <c:pt idx="45326">
                  <c:v>0.5246064814782585</c:v>
                </c:pt>
                <c:pt idx="45327">
                  <c:v>0.52461805555503815</c:v>
                </c:pt>
                <c:pt idx="45328">
                  <c:v>0.52462962962454185</c:v>
                </c:pt>
                <c:pt idx="45329">
                  <c:v>0.5246412037013215</c:v>
                </c:pt>
                <c:pt idx="45330">
                  <c:v>0.52465277777810115</c:v>
                </c:pt>
                <c:pt idx="45331">
                  <c:v>0.52466435184760485</c:v>
                </c:pt>
                <c:pt idx="45332">
                  <c:v>0.5246759259243845</c:v>
                </c:pt>
                <c:pt idx="45333">
                  <c:v>0.52468750000116415</c:v>
                </c:pt>
                <c:pt idx="45334">
                  <c:v>0.52469907407066785</c:v>
                </c:pt>
                <c:pt idx="45335">
                  <c:v>0.5247106481474475</c:v>
                </c:pt>
                <c:pt idx="45336">
                  <c:v>0.5247222222169512</c:v>
                </c:pt>
                <c:pt idx="45337">
                  <c:v>0.52473379629373085</c:v>
                </c:pt>
                <c:pt idx="45338">
                  <c:v>0.5247453703705105</c:v>
                </c:pt>
                <c:pt idx="45339">
                  <c:v>0.52475694444001419</c:v>
                </c:pt>
                <c:pt idx="45340">
                  <c:v>0.52476851851679385</c:v>
                </c:pt>
                <c:pt idx="45341">
                  <c:v>0.5247800925935735</c:v>
                </c:pt>
                <c:pt idx="45342">
                  <c:v>0.52479166666307719</c:v>
                </c:pt>
                <c:pt idx="45343">
                  <c:v>0.52480324073985685</c:v>
                </c:pt>
                <c:pt idx="45344">
                  <c:v>0.52481481480936054</c:v>
                </c:pt>
                <c:pt idx="45345">
                  <c:v>0.52482638888614019</c:v>
                </c:pt>
                <c:pt idx="45346">
                  <c:v>0.52483796296291985</c:v>
                </c:pt>
                <c:pt idx="45347">
                  <c:v>0.52484953703242354</c:v>
                </c:pt>
                <c:pt idx="45348">
                  <c:v>0.52486111110920319</c:v>
                </c:pt>
                <c:pt idx="45349">
                  <c:v>0.52487268518598285</c:v>
                </c:pt>
                <c:pt idx="45350">
                  <c:v>0.52488425925548654</c:v>
                </c:pt>
                <c:pt idx="45351">
                  <c:v>0.52489583333226619</c:v>
                </c:pt>
                <c:pt idx="45352">
                  <c:v>0.52490740740176989</c:v>
                </c:pt>
                <c:pt idx="45353">
                  <c:v>0.52491898147854954</c:v>
                </c:pt>
                <c:pt idx="45354">
                  <c:v>0.52493055555532919</c:v>
                </c:pt>
                <c:pt idx="45355">
                  <c:v>0.52494212962483289</c:v>
                </c:pt>
                <c:pt idx="45356">
                  <c:v>0.52495370370161254</c:v>
                </c:pt>
                <c:pt idx="45357">
                  <c:v>0.52496527777839219</c:v>
                </c:pt>
                <c:pt idx="45358">
                  <c:v>0.52497685184789589</c:v>
                </c:pt>
                <c:pt idx="45359">
                  <c:v>0.52498842592467554</c:v>
                </c:pt>
                <c:pt idx="45360">
                  <c:v>0.52499999999417923</c:v>
                </c:pt>
                <c:pt idx="45361">
                  <c:v>0.52501157407095889</c:v>
                </c:pt>
                <c:pt idx="45362">
                  <c:v>0.52502314814773854</c:v>
                </c:pt>
                <c:pt idx="45363">
                  <c:v>0.52503472221724223</c:v>
                </c:pt>
                <c:pt idx="45364">
                  <c:v>0.52504629629402189</c:v>
                </c:pt>
                <c:pt idx="45365">
                  <c:v>0.52505787037080154</c:v>
                </c:pt>
                <c:pt idx="45366">
                  <c:v>0.52506944444030523</c:v>
                </c:pt>
                <c:pt idx="45367">
                  <c:v>0.52508101851708489</c:v>
                </c:pt>
                <c:pt idx="45368">
                  <c:v>0.52509259259386454</c:v>
                </c:pt>
                <c:pt idx="45369">
                  <c:v>0.52510416666336823</c:v>
                </c:pt>
                <c:pt idx="45370">
                  <c:v>0.52511574074014788</c:v>
                </c:pt>
                <c:pt idx="45371">
                  <c:v>0.52512731480965158</c:v>
                </c:pt>
                <c:pt idx="45372">
                  <c:v>0.52513888888643123</c:v>
                </c:pt>
                <c:pt idx="45373">
                  <c:v>0.52515046296321088</c:v>
                </c:pt>
                <c:pt idx="45374">
                  <c:v>0.52516203703271458</c:v>
                </c:pt>
                <c:pt idx="45375">
                  <c:v>0.52517361110949423</c:v>
                </c:pt>
                <c:pt idx="45376">
                  <c:v>0.52518518518627388</c:v>
                </c:pt>
                <c:pt idx="45377">
                  <c:v>0.52519675925577758</c:v>
                </c:pt>
                <c:pt idx="45378">
                  <c:v>0.52520833333255723</c:v>
                </c:pt>
                <c:pt idx="45379">
                  <c:v>0.52521990740206093</c:v>
                </c:pt>
                <c:pt idx="45380">
                  <c:v>0.52523148147884058</c:v>
                </c:pt>
                <c:pt idx="45381">
                  <c:v>0.52524305555562023</c:v>
                </c:pt>
                <c:pt idx="45382">
                  <c:v>0.52525462962512393</c:v>
                </c:pt>
                <c:pt idx="45383">
                  <c:v>0.52526620370190358</c:v>
                </c:pt>
                <c:pt idx="45384">
                  <c:v>0.52527777777868323</c:v>
                </c:pt>
                <c:pt idx="45385">
                  <c:v>0.52528935184818693</c:v>
                </c:pt>
                <c:pt idx="45386">
                  <c:v>0.52530092592496658</c:v>
                </c:pt>
                <c:pt idx="45387">
                  <c:v>0.52531249999447027</c:v>
                </c:pt>
                <c:pt idx="45388">
                  <c:v>0.52532407407124992</c:v>
                </c:pt>
                <c:pt idx="45389">
                  <c:v>0.52533564814802958</c:v>
                </c:pt>
                <c:pt idx="45390">
                  <c:v>0.52534722221753327</c:v>
                </c:pt>
                <c:pt idx="45391">
                  <c:v>0.52535879629431292</c:v>
                </c:pt>
                <c:pt idx="45392">
                  <c:v>0.52537037037109258</c:v>
                </c:pt>
                <c:pt idx="45393">
                  <c:v>0.52538194444059627</c:v>
                </c:pt>
                <c:pt idx="45394">
                  <c:v>0.52539351851737592</c:v>
                </c:pt>
                <c:pt idx="45395">
                  <c:v>0.52540509258687962</c:v>
                </c:pt>
                <c:pt idx="45396">
                  <c:v>0.52541666666365927</c:v>
                </c:pt>
                <c:pt idx="45397">
                  <c:v>0.52542824074043892</c:v>
                </c:pt>
                <c:pt idx="45398">
                  <c:v>0.52543981480994262</c:v>
                </c:pt>
                <c:pt idx="45399">
                  <c:v>0.52545138888672227</c:v>
                </c:pt>
                <c:pt idx="45400">
                  <c:v>0.52546296296350192</c:v>
                </c:pt>
                <c:pt idx="45401">
                  <c:v>0.52547453703300562</c:v>
                </c:pt>
                <c:pt idx="45402">
                  <c:v>0.52548611110978527</c:v>
                </c:pt>
                <c:pt idx="45403">
                  <c:v>0.52549768517928896</c:v>
                </c:pt>
                <c:pt idx="45404">
                  <c:v>0.52550925925606862</c:v>
                </c:pt>
                <c:pt idx="45405">
                  <c:v>0.52552083333284827</c:v>
                </c:pt>
                <c:pt idx="45406">
                  <c:v>0.52553240740235196</c:v>
                </c:pt>
                <c:pt idx="45407">
                  <c:v>0.52554398147913162</c:v>
                </c:pt>
                <c:pt idx="45408">
                  <c:v>0.52555555555591127</c:v>
                </c:pt>
                <c:pt idx="45409">
                  <c:v>0.52556712962541496</c:v>
                </c:pt>
                <c:pt idx="45410">
                  <c:v>0.52557870370219462</c:v>
                </c:pt>
                <c:pt idx="45411">
                  <c:v>0.52559027777897427</c:v>
                </c:pt>
                <c:pt idx="45412">
                  <c:v>0.52560185184847796</c:v>
                </c:pt>
                <c:pt idx="45413">
                  <c:v>0.52561342592525762</c:v>
                </c:pt>
                <c:pt idx="45414">
                  <c:v>0.52562499999476131</c:v>
                </c:pt>
                <c:pt idx="45415">
                  <c:v>0.52563657407154096</c:v>
                </c:pt>
                <c:pt idx="45416">
                  <c:v>0.52564814814832062</c:v>
                </c:pt>
                <c:pt idx="45417">
                  <c:v>0.52565972221782431</c:v>
                </c:pt>
                <c:pt idx="45418">
                  <c:v>0.52567129629460396</c:v>
                </c:pt>
                <c:pt idx="45419">
                  <c:v>0.52568287037138361</c:v>
                </c:pt>
                <c:pt idx="45420">
                  <c:v>0.52569444444088731</c:v>
                </c:pt>
                <c:pt idx="45421">
                  <c:v>0.52570601851766696</c:v>
                </c:pt>
                <c:pt idx="45422">
                  <c:v>0.52571759258717066</c:v>
                </c:pt>
                <c:pt idx="45423">
                  <c:v>0.52572916666395031</c:v>
                </c:pt>
                <c:pt idx="45424">
                  <c:v>0.52574074074072996</c:v>
                </c:pt>
                <c:pt idx="45425">
                  <c:v>0.52575231481023366</c:v>
                </c:pt>
                <c:pt idx="45426">
                  <c:v>0.52576388888701331</c:v>
                </c:pt>
                <c:pt idx="45427">
                  <c:v>0.52577546296379296</c:v>
                </c:pt>
                <c:pt idx="45428">
                  <c:v>0.52578703703329666</c:v>
                </c:pt>
                <c:pt idx="45429">
                  <c:v>0.52579861111007631</c:v>
                </c:pt>
                <c:pt idx="45430">
                  <c:v>0.52581018517958</c:v>
                </c:pt>
                <c:pt idx="45431">
                  <c:v>0.52582175925635966</c:v>
                </c:pt>
                <c:pt idx="45432">
                  <c:v>0.52583333333313931</c:v>
                </c:pt>
                <c:pt idx="45433">
                  <c:v>0.525844907402643</c:v>
                </c:pt>
                <c:pt idx="45434">
                  <c:v>0.52585648147942265</c:v>
                </c:pt>
                <c:pt idx="45435">
                  <c:v>0.52586805555620231</c:v>
                </c:pt>
                <c:pt idx="45436">
                  <c:v>0.525879629625706</c:v>
                </c:pt>
                <c:pt idx="45437">
                  <c:v>0.52589120370248565</c:v>
                </c:pt>
                <c:pt idx="45438">
                  <c:v>0.52590277777198935</c:v>
                </c:pt>
                <c:pt idx="45439">
                  <c:v>0.525914351848769</c:v>
                </c:pt>
                <c:pt idx="45440">
                  <c:v>0.52592592592554865</c:v>
                </c:pt>
                <c:pt idx="45441">
                  <c:v>0.52593749999505235</c:v>
                </c:pt>
                <c:pt idx="45442">
                  <c:v>0.525949074071832</c:v>
                </c:pt>
                <c:pt idx="45443">
                  <c:v>0.52596064814861165</c:v>
                </c:pt>
                <c:pt idx="45444">
                  <c:v>0.52597222221811535</c:v>
                </c:pt>
                <c:pt idx="45445">
                  <c:v>0.525983796294895</c:v>
                </c:pt>
                <c:pt idx="45446">
                  <c:v>0.52599537037167465</c:v>
                </c:pt>
                <c:pt idx="45447">
                  <c:v>0.52600694444117835</c:v>
                </c:pt>
                <c:pt idx="45448">
                  <c:v>0.526018518517958</c:v>
                </c:pt>
                <c:pt idx="45449">
                  <c:v>0.5260300925874617</c:v>
                </c:pt>
                <c:pt idx="45450">
                  <c:v>0.52604166666424135</c:v>
                </c:pt>
                <c:pt idx="45451">
                  <c:v>0.526053240741021</c:v>
                </c:pt>
                <c:pt idx="45452">
                  <c:v>0.52606481481052469</c:v>
                </c:pt>
                <c:pt idx="45453">
                  <c:v>0.52607638888730435</c:v>
                </c:pt>
                <c:pt idx="45454">
                  <c:v>0.526087962964084</c:v>
                </c:pt>
                <c:pt idx="45455">
                  <c:v>0.52609953703358769</c:v>
                </c:pt>
                <c:pt idx="45456">
                  <c:v>0.52611111111036735</c:v>
                </c:pt>
                <c:pt idx="45457">
                  <c:v>0.52612268517987104</c:v>
                </c:pt>
                <c:pt idx="45458">
                  <c:v>0.52613425925665069</c:v>
                </c:pt>
                <c:pt idx="45459">
                  <c:v>0.52614583333343035</c:v>
                </c:pt>
                <c:pt idx="45460">
                  <c:v>0.52615740740293404</c:v>
                </c:pt>
                <c:pt idx="45461">
                  <c:v>0.52616898147971369</c:v>
                </c:pt>
                <c:pt idx="45462">
                  <c:v>0.52618055555649335</c:v>
                </c:pt>
                <c:pt idx="45463">
                  <c:v>0.52619212962599704</c:v>
                </c:pt>
                <c:pt idx="45464">
                  <c:v>0.52620370370277669</c:v>
                </c:pt>
                <c:pt idx="45465">
                  <c:v>0.52621527777228039</c:v>
                </c:pt>
                <c:pt idx="45466">
                  <c:v>0.52622685184906004</c:v>
                </c:pt>
                <c:pt idx="45467">
                  <c:v>0.52623842592583969</c:v>
                </c:pt>
                <c:pt idx="45468">
                  <c:v>0.52624999999534339</c:v>
                </c:pt>
                <c:pt idx="45469">
                  <c:v>0.52626157407212304</c:v>
                </c:pt>
                <c:pt idx="45470">
                  <c:v>0.52627314814890269</c:v>
                </c:pt>
                <c:pt idx="45471">
                  <c:v>0.52628472221840639</c:v>
                </c:pt>
                <c:pt idx="45472">
                  <c:v>0.52629629629518604</c:v>
                </c:pt>
                <c:pt idx="45473">
                  <c:v>0.52630787036468973</c:v>
                </c:pt>
                <c:pt idx="45474">
                  <c:v>0.52631944444146939</c:v>
                </c:pt>
                <c:pt idx="45475">
                  <c:v>0.52633101851824904</c:v>
                </c:pt>
                <c:pt idx="45476">
                  <c:v>0.52634259258775273</c:v>
                </c:pt>
                <c:pt idx="45477">
                  <c:v>0.52635416666453239</c:v>
                </c:pt>
                <c:pt idx="45478">
                  <c:v>0.52636574074131204</c:v>
                </c:pt>
                <c:pt idx="45479">
                  <c:v>0.52637731481081573</c:v>
                </c:pt>
                <c:pt idx="45480">
                  <c:v>0.52638888888759539</c:v>
                </c:pt>
                <c:pt idx="45481">
                  <c:v>0.52640046295709908</c:v>
                </c:pt>
                <c:pt idx="45482">
                  <c:v>0.52641203703387873</c:v>
                </c:pt>
                <c:pt idx="45483">
                  <c:v>0.52642361111065838</c:v>
                </c:pt>
                <c:pt idx="45484">
                  <c:v>0.52643518518016208</c:v>
                </c:pt>
                <c:pt idx="45485">
                  <c:v>0.52644675925694173</c:v>
                </c:pt>
                <c:pt idx="45486">
                  <c:v>0.52645833333372138</c:v>
                </c:pt>
                <c:pt idx="45487">
                  <c:v>0.52646990740322508</c:v>
                </c:pt>
                <c:pt idx="45488">
                  <c:v>0.52648148148000473</c:v>
                </c:pt>
                <c:pt idx="45489">
                  <c:v>0.52649305555678438</c:v>
                </c:pt>
                <c:pt idx="45490">
                  <c:v>0.52650462962628808</c:v>
                </c:pt>
                <c:pt idx="45491">
                  <c:v>0.52651620370306773</c:v>
                </c:pt>
                <c:pt idx="45492">
                  <c:v>0.52652777777257143</c:v>
                </c:pt>
                <c:pt idx="45493">
                  <c:v>0.52653935184935108</c:v>
                </c:pt>
                <c:pt idx="45494">
                  <c:v>0.52655092592613073</c:v>
                </c:pt>
                <c:pt idx="45495">
                  <c:v>0.52656249999563443</c:v>
                </c:pt>
                <c:pt idx="45496">
                  <c:v>0.52657407407241408</c:v>
                </c:pt>
                <c:pt idx="45497">
                  <c:v>0.52658564814919373</c:v>
                </c:pt>
                <c:pt idx="45498">
                  <c:v>0.52659722221869742</c:v>
                </c:pt>
                <c:pt idx="45499">
                  <c:v>0.52660879629547708</c:v>
                </c:pt>
                <c:pt idx="45500">
                  <c:v>0.52662037036498077</c:v>
                </c:pt>
                <c:pt idx="45501">
                  <c:v>0.52663194444176042</c:v>
                </c:pt>
                <c:pt idx="45502">
                  <c:v>0.52664351851854008</c:v>
                </c:pt>
                <c:pt idx="45503">
                  <c:v>0.52665509258804377</c:v>
                </c:pt>
                <c:pt idx="45504">
                  <c:v>0.52666666666482342</c:v>
                </c:pt>
                <c:pt idx="45505">
                  <c:v>0.52667824074160308</c:v>
                </c:pt>
                <c:pt idx="45506">
                  <c:v>0.52668981481110677</c:v>
                </c:pt>
                <c:pt idx="45507">
                  <c:v>0.52670138888788642</c:v>
                </c:pt>
                <c:pt idx="45508">
                  <c:v>0.52671296295739012</c:v>
                </c:pt>
                <c:pt idx="45509">
                  <c:v>0.52672453703416977</c:v>
                </c:pt>
                <c:pt idx="45510">
                  <c:v>0.52673611111094942</c:v>
                </c:pt>
                <c:pt idx="45511">
                  <c:v>0.52674768518045312</c:v>
                </c:pt>
                <c:pt idx="45512">
                  <c:v>0.52675925925723277</c:v>
                </c:pt>
                <c:pt idx="45513">
                  <c:v>0.52677083333401242</c:v>
                </c:pt>
                <c:pt idx="45514">
                  <c:v>0.52678240740351612</c:v>
                </c:pt>
                <c:pt idx="45515">
                  <c:v>0.52679398148029577</c:v>
                </c:pt>
                <c:pt idx="45516">
                  <c:v>0.52680555554979946</c:v>
                </c:pt>
                <c:pt idx="45517">
                  <c:v>0.52681712962657912</c:v>
                </c:pt>
                <c:pt idx="45518">
                  <c:v>0.52682870370335877</c:v>
                </c:pt>
                <c:pt idx="45519">
                  <c:v>0.52684027777286246</c:v>
                </c:pt>
                <c:pt idx="45520">
                  <c:v>0.52685185184964212</c:v>
                </c:pt>
                <c:pt idx="45521">
                  <c:v>0.52686342592642177</c:v>
                </c:pt>
                <c:pt idx="45522">
                  <c:v>0.52687499999592546</c:v>
                </c:pt>
                <c:pt idx="45523">
                  <c:v>0.52688657407270512</c:v>
                </c:pt>
                <c:pt idx="45524">
                  <c:v>0.52689814814948477</c:v>
                </c:pt>
                <c:pt idx="45525">
                  <c:v>0.52690972221898846</c:v>
                </c:pt>
                <c:pt idx="45526">
                  <c:v>0.52692129629576812</c:v>
                </c:pt>
                <c:pt idx="45527">
                  <c:v>0.52693287036527181</c:v>
                </c:pt>
                <c:pt idx="45528">
                  <c:v>0.52694444444205146</c:v>
                </c:pt>
                <c:pt idx="45529">
                  <c:v>0.52695601851883112</c:v>
                </c:pt>
                <c:pt idx="45530">
                  <c:v>0.52696759258833481</c:v>
                </c:pt>
                <c:pt idx="45531">
                  <c:v>0.52697916666511446</c:v>
                </c:pt>
                <c:pt idx="45532">
                  <c:v>0.52699074074189411</c:v>
                </c:pt>
                <c:pt idx="45533">
                  <c:v>0.52700231481139781</c:v>
                </c:pt>
                <c:pt idx="45534">
                  <c:v>0.52701388888817746</c:v>
                </c:pt>
                <c:pt idx="45535">
                  <c:v>0.52702546295768116</c:v>
                </c:pt>
                <c:pt idx="45536">
                  <c:v>0.52703703703446081</c:v>
                </c:pt>
                <c:pt idx="45537">
                  <c:v>0.52704861111124046</c:v>
                </c:pt>
                <c:pt idx="45538">
                  <c:v>0.52706018518074416</c:v>
                </c:pt>
                <c:pt idx="45539">
                  <c:v>0.52707175925752381</c:v>
                </c:pt>
                <c:pt idx="45540">
                  <c:v>0.52708333333430346</c:v>
                </c:pt>
                <c:pt idx="45541">
                  <c:v>0.52709490740380716</c:v>
                </c:pt>
                <c:pt idx="45542">
                  <c:v>0.52710648148058681</c:v>
                </c:pt>
                <c:pt idx="45543">
                  <c:v>0.5271180555500905</c:v>
                </c:pt>
                <c:pt idx="45544">
                  <c:v>0.52712962962687016</c:v>
                </c:pt>
                <c:pt idx="45545">
                  <c:v>0.52714120370364981</c:v>
                </c:pt>
                <c:pt idx="45546">
                  <c:v>0.5271527777731535</c:v>
                </c:pt>
                <c:pt idx="45547">
                  <c:v>0.52716435184993315</c:v>
                </c:pt>
                <c:pt idx="45548">
                  <c:v>0.52717592592671281</c:v>
                </c:pt>
                <c:pt idx="45549">
                  <c:v>0.5271874999962165</c:v>
                </c:pt>
                <c:pt idx="45550">
                  <c:v>0.52719907407299615</c:v>
                </c:pt>
                <c:pt idx="45551">
                  <c:v>0.52721064814249985</c:v>
                </c:pt>
                <c:pt idx="45552">
                  <c:v>0.5272222222192795</c:v>
                </c:pt>
                <c:pt idx="45553">
                  <c:v>0.52723379629605915</c:v>
                </c:pt>
                <c:pt idx="45554">
                  <c:v>0.52724537036556285</c:v>
                </c:pt>
                <c:pt idx="45555">
                  <c:v>0.5272569444423425</c:v>
                </c:pt>
                <c:pt idx="45556">
                  <c:v>0.52726851851912215</c:v>
                </c:pt>
                <c:pt idx="45557">
                  <c:v>0.52728009258862585</c:v>
                </c:pt>
                <c:pt idx="45558">
                  <c:v>0.5272916666654055</c:v>
                </c:pt>
                <c:pt idx="45559">
                  <c:v>0.5273032407349092</c:v>
                </c:pt>
                <c:pt idx="45560">
                  <c:v>0.52731481481168885</c:v>
                </c:pt>
                <c:pt idx="45561">
                  <c:v>0.5273263888884685</c:v>
                </c:pt>
                <c:pt idx="45562">
                  <c:v>0.52733796295797219</c:v>
                </c:pt>
                <c:pt idx="45563">
                  <c:v>0.52734953703475185</c:v>
                </c:pt>
                <c:pt idx="45564">
                  <c:v>0.5273611111115315</c:v>
                </c:pt>
                <c:pt idx="45565">
                  <c:v>0.52737268518103519</c:v>
                </c:pt>
                <c:pt idx="45566">
                  <c:v>0.52738425925781485</c:v>
                </c:pt>
                <c:pt idx="45567">
                  <c:v>0.5273958333345945</c:v>
                </c:pt>
                <c:pt idx="45568">
                  <c:v>0.52740740740409819</c:v>
                </c:pt>
                <c:pt idx="45569">
                  <c:v>0.52741898148087785</c:v>
                </c:pt>
                <c:pt idx="45570">
                  <c:v>0.52743055555038154</c:v>
                </c:pt>
                <c:pt idx="45571">
                  <c:v>0.52744212962716119</c:v>
                </c:pt>
                <c:pt idx="45572">
                  <c:v>0.52745370370394085</c:v>
                </c:pt>
                <c:pt idx="45573">
                  <c:v>0.52746527777344454</c:v>
                </c:pt>
                <c:pt idx="45574">
                  <c:v>0.52747685185022419</c:v>
                </c:pt>
                <c:pt idx="45575">
                  <c:v>0.52748842592700385</c:v>
                </c:pt>
                <c:pt idx="45576">
                  <c:v>0.52749999999650754</c:v>
                </c:pt>
                <c:pt idx="45577">
                  <c:v>0.52751157407328719</c:v>
                </c:pt>
                <c:pt idx="45578">
                  <c:v>0.52752314814279089</c:v>
                </c:pt>
                <c:pt idx="45579">
                  <c:v>0.52753472221957054</c:v>
                </c:pt>
                <c:pt idx="45580">
                  <c:v>0.52754629629635019</c:v>
                </c:pt>
                <c:pt idx="45581">
                  <c:v>0.52755787036585389</c:v>
                </c:pt>
                <c:pt idx="45582">
                  <c:v>0.52756944444263354</c:v>
                </c:pt>
                <c:pt idx="45583">
                  <c:v>0.52758101851941319</c:v>
                </c:pt>
                <c:pt idx="45584">
                  <c:v>0.52759259258891689</c:v>
                </c:pt>
                <c:pt idx="45585">
                  <c:v>0.52760416666569654</c:v>
                </c:pt>
                <c:pt idx="45586">
                  <c:v>0.52761574073520023</c:v>
                </c:pt>
                <c:pt idx="45587">
                  <c:v>0.52762731481197989</c:v>
                </c:pt>
                <c:pt idx="45588">
                  <c:v>0.52763888888875954</c:v>
                </c:pt>
                <c:pt idx="45589">
                  <c:v>0.52765046295826323</c:v>
                </c:pt>
                <c:pt idx="45590">
                  <c:v>0.52766203703504289</c:v>
                </c:pt>
                <c:pt idx="45591">
                  <c:v>0.52767361111182254</c:v>
                </c:pt>
                <c:pt idx="45592">
                  <c:v>0.52768518518132623</c:v>
                </c:pt>
                <c:pt idx="45593">
                  <c:v>0.52769675925810589</c:v>
                </c:pt>
                <c:pt idx="45594">
                  <c:v>0.52770833332760958</c:v>
                </c:pt>
                <c:pt idx="45595">
                  <c:v>0.52771990740438923</c:v>
                </c:pt>
                <c:pt idx="45596">
                  <c:v>0.52773148148116888</c:v>
                </c:pt>
                <c:pt idx="45597">
                  <c:v>0.52774305555067258</c:v>
                </c:pt>
                <c:pt idx="45598">
                  <c:v>0.52775462962745223</c:v>
                </c:pt>
                <c:pt idx="45599">
                  <c:v>0.52776620370423188</c:v>
                </c:pt>
                <c:pt idx="45600">
                  <c:v>0.52777777777373558</c:v>
                </c:pt>
                <c:pt idx="45601">
                  <c:v>0.52778935185051523</c:v>
                </c:pt>
                <c:pt idx="45602">
                  <c:v>0.52780092592001893</c:v>
                </c:pt>
                <c:pt idx="45603">
                  <c:v>0.52781249999679858</c:v>
                </c:pt>
                <c:pt idx="45604">
                  <c:v>0.52782407407357823</c:v>
                </c:pt>
                <c:pt idx="45605">
                  <c:v>0.52783564814308193</c:v>
                </c:pt>
                <c:pt idx="45606">
                  <c:v>0.52784722221986158</c:v>
                </c:pt>
                <c:pt idx="45607">
                  <c:v>0.52785879629664123</c:v>
                </c:pt>
                <c:pt idx="45608">
                  <c:v>0.52787037036614493</c:v>
                </c:pt>
                <c:pt idx="45609">
                  <c:v>0.52788194444292458</c:v>
                </c:pt>
                <c:pt idx="45610">
                  <c:v>0.52789351851970423</c:v>
                </c:pt>
                <c:pt idx="45611">
                  <c:v>0.52790509258920792</c:v>
                </c:pt>
                <c:pt idx="45612">
                  <c:v>0.52791666666598758</c:v>
                </c:pt>
                <c:pt idx="45613">
                  <c:v>0.52792824073549127</c:v>
                </c:pt>
                <c:pt idx="45614">
                  <c:v>0.52793981481227092</c:v>
                </c:pt>
                <c:pt idx="45615">
                  <c:v>0.52795138888905058</c:v>
                </c:pt>
                <c:pt idx="45616">
                  <c:v>0.52796296295855427</c:v>
                </c:pt>
                <c:pt idx="45617">
                  <c:v>0.52797453703533392</c:v>
                </c:pt>
                <c:pt idx="45618">
                  <c:v>0.52798611111211358</c:v>
                </c:pt>
                <c:pt idx="45619">
                  <c:v>0.52799768518161727</c:v>
                </c:pt>
                <c:pt idx="45620">
                  <c:v>0.52800925925839692</c:v>
                </c:pt>
                <c:pt idx="45621">
                  <c:v>0.52802083332790062</c:v>
                </c:pt>
                <c:pt idx="45622">
                  <c:v>0.52803240740468027</c:v>
                </c:pt>
                <c:pt idx="45623">
                  <c:v>0.52804398148145992</c:v>
                </c:pt>
                <c:pt idx="45624">
                  <c:v>0.52805555555096362</c:v>
                </c:pt>
                <c:pt idx="45625">
                  <c:v>0.52806712962774327</c:v>
                </c:pt>
                <c:pt idx="45626">
                  <c:v>0.52807870370452292</c:v>
                </c:pt>
                <c:pt idx="45627">
                  <c:v>0.52809027777402662</c:v>
                </c:pt>
                <c:pt idx="45628">
                  <c:v>0.52810185185080627</c:v>
                </c:pt>
                <c:pt idx="45629">
                  <c:v>0.52811342592030996</c:v>
                </c:pt>
                <c:pt idx="45630">
                  <c:v>0.52812499999708962</c:v>
                </c:pt>
                <c:pt idx="45631">
                  <c:v>0.52813657407386927</c:v>
                </c:pt>
                <c:pt idx="45632">
                  <c:v>0.52814814814337296</c:v>
                </c:pt>
                <c:pt idx="45633">
                  <c:v>0.52815972222015262</c:v>
                </c:pt>
                <c:pt idx="45634">
                  <c:v>0.52817129629693227</c:v>
                </c:pt>
                <c:pt idx="45635">
                  <c:v>0.52818287036643596</c:v>
                </c:pt>
                <c:pt idx="45636">
                  <c:v>0.52819444444321562</c:v>
                </c:pt>
                <c:pt idx="45637">
                  <c:v>0.52820601851271931</c:v>
                </c:pt>
                <c:pt idx="45638">
                  <c:v>0.52821759258949896</c:v>
                </c:pt>
                <c:pt idx="45639">
                  <c:v>0.52822916666627862</c:v>
                </c:pt>
                <c:pt idx="45640">
                  <c:v>0.52824074073578231</c:v>
                </c:pt>
                <c:pt idx="45641">
                  <c:v>0.52825231481256196</c:v>
                </c:pt>
                <c:pt idx="45642">
                  <c:v>0.52826388888934162</c:v>
                </c:pt>
                <c:pt idx="45643">
                  <c:v>0.52827546295884531</c:v>
                </c:pt>
                <c:pt idx="45644">
                  <c:v>0.52828703703562496</c:v>
                </c:pt>
                <c:pt idx="45645">
                  <c:v>0.52829861111240461</c:v>
                </c:pt>
                <c:pt idx="45646">
                  <c:v>0.52831018518190831</c:v>
                </c:pt>
                <c:pt idx="45647">
                  <c:v>0.52832175925868796</c:v>
                </c:pt>
                <c:pt idx="45648">
                  <c:v>0.52833333332819166</c:v>
                </c:pt>
                <c:pt idx="45649">
                  <c:v>0.52834490740497131</c:v>
                </c:pt>
                <c:pt idx="45650">
                  <c:v>0.52835648148175096</c:v>
                </c:pt>
                <c:pt idx="45651">
                  <c:v>0.52836805555125466</c:v>
                </c:pt>
                <c:pt idx="45652">
                  <c:v>0.52837962962803431</c:v>
                </c:pt>
                <c:pt idx="45653">
                  <c:v>0.52839120370481396</c:v>
                </c:pt>
                <c:pt idx="45654">
                  <c:v>0.52840277777431766</c:v>
                </c:pt>
                <c:pt idx="45655">
                  <c:v>0.52841435185109731</c:v>
                </c:pt>
                <c:pt idx="45656">
                  <c:v>0.528425925920601</c:v>
                </c:pt>
                <c:pt idx="45657">
                  <c:v>0.52843749999738066</c:v>
                </c:pt>
                <c:pt idx="45658">
                  <c:v>0.52844907407416031</c:v>
                </c:pt>
                <c:pt idx="45659">
                  <c:v>0.528460648143664</c:v>
                </c:pt>
                <c:pt idx="45660">
                  <c:v>0.52847222222044365</c:v>
                </c:pt>
                <c:pt idx="45661">
                  <c:v>0.52848379629722331</c:v>
                </c:pt>
                <c:pt idx="45662">
                  <c:v>0.528495370366727</c:v>
                </c:pt>
                <c:pt idx="45663">
                  <c:v>0.52850694444350665</c:v>
                </c:pt>
                <c:pt idx="45664">
                  <c:v>0.52851851851301035</c:v>
                </c:pt>
                <c:pt idx="45665">
                  <c:v>0.52853009258979</c:v>
                </c:pt>
                <c:pt idx="45666">
                  <c:v>0.52854166666656965</c:v>
                </c:pt>
                <c:pt idx="45667">
                  <c:v>0.52855324073607335</c:v>
                </c:pt>
                <c:pt idx="45668">
                  <c:v>0.528564814812853</c:v>
                </c:pt>
                <c:pt idx="45669">
                  <c:v>0.52857638888963265</c:v>
                </c:pt>
                <c:pt idx="45670">
                  <c:v>0.52858796295913635</c:v>
                </c:pt>
                <c:pt idx="45671">
                  <c:v>0.528599537035916</c:v>
                </c:pt>
                <c:pt idx="45672">
                  <c:v>0.5286111111054197</c:v>
                </c:pt>
                <c:pt idx="45673">
                  <c:v>0.52862268518219935</c:v>
                </c:pt>
                <c:pt idx="45674">
                  <c:v>0.528634259258979</c:v>
                </c:pt>
                <c:pt idx="45675">
                  <c:v>0.52864583332848269</c:v>
                </c:pt>
                <c:pt idx="45676">
                  <c:v>0.52865740740526235</c:v>
                </c:pt>
                <c:pt idx="45677">
                  <c:v>0.528668981482042</c:v>
                </c:pt>
                <c:pt idx="45678">
                  <c:v>0.52868055555154569</c:v>
                </c:pt>
                <c:pt idx="45679">
                  <c:v>0.52869212962832535</c:v>
                </c:pt>
                <c:pt idx="45680">
                  <c:v>0.52870370369782904</c:v>
                </c:pt>
                <c:pt idx="45681">
                  <c:v>0.52871527777460869</c:v>
                </c:pt>
                <c:pt idx="45682">
                  <c:v>0.52872685185138835</c:v>
                </c:pt>
                <c:pt idx="45683">
                  <c:v>0.52873842592089204</c:v>
                </c:pt>
                <c:pt idx="45684">
                  <c:v>0.52874999999767169</c:v>
                </c:pt>
                <c:pt idx="45685">
                  <c:v>0.52876157407445135</c:v>
                </c:pt>
                <c:pt idx="45686">
                  <c:v>0.52877314814395504</c:v>
                </c:pt>
                <c:pt idx="45687">
                  <c:v>0.52878472222073469</c:v>
                </c:pt>
                <c:pt idx="45688">
                  <c:v>0.52879629629751435</c:v>
                </c:pt>
                <c:pt idx="45689">
                  <c:v>0.52880787036701804</c:v>
                </c:pt>
                <c:pt idx="45690">
                  <c:v>0.52881944444379769</c:v>
                </c:pt>
                <c:pt idx="45691">
                  <c:v>0.52883101851330139</c:v>
                </c:pt>
                <c:pt idx="45692">
                  <c:v>0.52884259259008104</c:v>
                </c:pt>
                <c:pt idx="45693">
                  <c:v>0.52885416666686069</c:v>
                </c:pt>
                <c:pt idx="45694">
                  <c:v>0.52886574073636439</c:v>
                </c:pt>
                <c:pt idx="45695">
                  <c:v>0.52887731481314404</c:v>
                </c:pt>
                <c:pt idx="45696">
                  <c:v>0.52888888888992369</c:v>
                </c:pt>
                <c:pt idx="45697">
                  <c:v>0.52890046295942739</c:v>
                </c:pt>
                <c:pt idx="45698">
                  <c:v>0.52891203703620704</c:v>
                </c:pt>
                <c:pt idx="45699">
                  <c:v>0.52892361110571073</c:v>
                </c:pt>
                <c:pt idx="45700">
                  <c:v>0.52893518518249039</c:v>
                </c:pt>
                <c:pt idx="45701">
                  <c:v>0.52894675925927004</c:v>
                </c:pt>
                <c:pt idx="45702">
                  <c:v>0.52895833332877373</c:v>
                </c:pt>
                <c:pt idx="45703">
                  <c:v>0.52896990740555339</c:v>
                </c:pt>
                <c:pt idx="45704">
                  <c:v>0.52898148148233304</c:v>
                </c:pt>
                <c:pt idx="45705">
                  <c:v>0.52899305555183673</c:v>
                </c:pt>
                <c:pt idx="45706">
                  <c:v>0.52900462962861639</c:v>
                </c:pt>
                <c:pt idx="45707">
                  <c:v>0.52901620369812008</c:v>
                </c:pt>
                <c:pt idx="45708">
                  <c:v>0.52902777777489973</c:v>
                </c:pt>
                <c:pt idx="45709">
                  <c:v>0.52903935185167938</c:v>
                </c:pt>
                <c:pt idx="45710">
                  <c:v>0.52905092592118308</c:v>
                </c:pt>
                <c:pt idx="45711">
                  <c:v>0.52906249999796273</c:v>
                </c:pt>
                <c:pt idx="45712">
                  <c:v>0.52907407407474238</c:v>
                </c:pt>
                <c:pt idx="45713">
                  <c:v>0.52908564814424608</c:v>
                </c:pt>
                <c:pt idx="45714">
                  <c:v>0.52909722222102573</c:v>
                </c:pt>
                <c:pt idx="45715">
                  <c:v>0.52910879629052943</c:v>
                </c:pt>
                <c:pt idx="45716">
                  <c:v>0.52912037036730908</c:v>
                </c:pt>
                <c:pt idx="45717">
                  <c:v>0.52913194444408873</c:v>
                </c:pt>
                <c:pt idx="45718">
                  <c:v>0.52914351851359243</c:v>
                </c:pt>
                <c:pt idx="45719">
                  <c:v>0.52915509259037208</c:v>
                </c:pt>
                <c:pt idx="45720">
                  <c:v>0.52916666666715173</c:v>
                </c:pt>
                <c:pt idx="45721">
                  <c:v>0.52917824073665543</c:v>
                </c:pt>
                <c:pt idx="45722">
                  <c:v>0.52918981481343508</c:v>
                </c:pt>
                <c:pt idx="45723">
                  <c:v>0.52920138889021473</c:v>
                </c:pt>
                <c:pt idx="45724">
                  <c:v>0.52921296295971842</c:v>
                </c:pt>
                <c:pt idx="45725">
                  <c:v>0.52922453703649808</c:v>
                </c:pt>
                <c:pt idx="45726">
                  <c:v>0.52923611110600177</c:v>
                </c:pt>
                <c:pt idx="45727">
                  <c:v>0.52924768518278142</c:v>
                </c:pt>
                <c:pt idx="45728">
                  <c:v>0.52925925925956108</c:v>
                </c:pt>
                <c:pt idx="45729">
                  <c:v>0.52927083332906477</c:v>
                </c:pt>
                <c:pt idx="45730">
                  <c:v>0.52928240740584442</c:v>
                </c:pt>
                <c:pt idx="45731">
                  <c:v>0.52929398148262408</c:v>
                </c:pt>
                <c:pt idx="45732">
                  <c:v>0.52930555555212777</c:v>
                </c:pt>
                <c:pt idx="45733">
                  <c:v>0.52931712962890742</c:v>
                </c:pt>
                <c:pt idx="45734">
                  <c:v>0.52932870369841112</c:v>
                </c:pt>
                <c:pt idx="45735">
                  <c:v>0.52934027777519077</c:v>
                </c:pt>
                <c:pt idx="45736">
                  <c:v>0.52935185185197042</c:v>
                </c:pt>
                <c:pt idx="45737">
                  <c:v>0.52936342592147412</c:v>
                </c:pt>
                <c:pt idx="45738">
                  <c:v>0.52937499999825377</c:v>
                </c:pt>
                <c:pt idx="45739">
                  <c:v>0.52938657407503342</c:v>
                </c:pt>
                <c:pt idx="45740">
                  <c:v>0.52939814814453712</c:v>
                </c:pt>
                <c:pt idx="45741">
                  <c:v>0.52940972222131677</c:v>
                </c:pt>
                <c:pt idx="45742">
                  <c:v>0.52942129629082046</c:v>
                </c:pt>
                <c:pt idx="45743">
                  <c:v>0.52943287036760012</c:v>
                </c:pt>
                <c:pt idx="45744">
                  <c:v>0.52944444444437977</c:v>
                </c:pt>
                <c:pt idx="45745">
                  <c:v>0.52945601851388346</c:v>
                </c:pt>
                <c:pt idx="45746">
                  <c:v>0.52946759259066312</c:v>
                </c:pt>
                <c:pt idx="45747">
                  <c:v>0.52947916666744277</c:v>
                </c:pt>
                <c:pt idx="45748">
                  <c:v>0.52949074073694646</c:v>
                </c:pt>
                <c:pt idx="45749">
                  <c:v>0.52950231481372612</c:v>
                </c:pt>
                <c:pt idx="45750">
                  <c:v>0.52951388888322981</c:v>
                </c:pt>
                <c:pt idx="45751">
                  <c:v>0.52952546296000946</c:v>
                </c:pt>
                <c:pt idx="45752">
                  <c:v>0.52953703703678912</c:v>
                </c:pt>
                <c:pt idx="45753">
                  <c:v>0.52954861110629281</c:v>
                </c:pt>
                <c:pt idx="45754">
                  <c:v>0.52956018518307246</c:v>
                </c:pt>
                <c:pt idx="45755">
                  <c:v>0.52957175925985212</c:v>
                </c:pt>
                <c:pt idx="45756">
                  <c:v>0.52958333332935581</c:v>
                </c:pt>
                <c:pt idx="45757">
                  <c:v>0.52959490740613546</c:v>
                </c:pt>
                <c:pt idx="45758">
                  <c:v>0.52960648147563916</c:v>
                </c:pt>
                <c:pt idx="45759">
                  <c:v>0.52961805555241881</c:v>
                </c:pt>
                <c:pt idx="45760">
                  <c:v>0.52962962962919846</c:v>
                </c:pt>
                <c:pt idx="45761">
                  <c:v>0.52964120369870216</c:v>
                </c:pt>
                <c:pt idx="45762">
                  <c:v>0.52965277777548181</c:v>
                </c:pt>
                <c:pt idx="45763">
                  <c:v>0.52966435185226146</c:v>
                </c:pt>
                <c:pt idx="45764">
                  <c:v>0.52967592592176516</c:v>
                </c:pt>
                <c:pt idx="45765">
                  <c:v>0.52968749999854481</c:v>
                </c:pt>
                <c:pt idx="45766">
                  <c:v>0.52969907407532446</c:v>
                </c:pt>
                <c:pt idx="45767">
                  <c:v>0.52971064814482816</c:v>
                </c:pt>
                <c:pt idx="45768">
                  <c:v>0.52972222222160781</c:v>
                </c:pt>
                <c:pt idx="45769">
                  <c:v>0.5297337962911115</c:v>
                </c:pt>
                <c:pt idx="45770">
                  <c:v>0.52974537036789116</c:v>
                </c:pt>
                <c:pt idx="45771">
                  <c:v>0.52975694444467081</c:v>
                </c:pt>
                <c:pt idx="45772">
                  <c:v>0.5297685185141745</c:v>
                </c:pt>
                <c:pt idx="45773">
                  <c:v>0.52978009259095415</c:v>
                </c:pt>
                <c:pt idx="45774">
                  <c:v>0.52979166666773381</c:v>
                </c:pt>
                <c:pt idx="45775">
                  <c:v>0.5298032407372375</c:v>
                </c:pt>
                <c:pt idx="45776">
                  <c:v>0.52981481481401715</c:v>
                </c:pt>
                <c:pt idx="45777">
                  <c:v>0.52982638888352085</c:v>
                </c:pt>
                <c:pt idx="45778">
                  <c:v>0.5298379629603005</c:v>
                </c:pt>
                <c:pt idx="45779">
                  <c:v>0.52984953703708015</c:v>
                </c:pt>
                <c:pt idx="45780">
                  <c:v>0.52986111110658385</c:v>
                </c:pt>
                <c:pt idx="45781">
                  <c:v>0.5298726851833635</c:v>
                </c:pt>
                <c:pt idx="45782">
                  <c:v>0.52988425926014315</c:v>
                </c:pt>
                <c:pt idx="45783">
                  <c:v>0.52989583332964685</c:v>
                </c:pt>
                <c:pt idx="45784">
                  <c:v>0.5299074074064265</c:v>
                </c:pt>
                <c:pt idx="45785">
                  <c:v>0.5299189814759302</c:v>
                </c:pt>
                <c:pt idx="45786">
                  <c:v>0.52993055555270985</c:v>
                </c:pt>
                <c:pt idx="45787">
                  <c:v>0.5299421296294895</c:v>
                </c:pt>
                <c:pt idx="45788">
                  <c:v>0.52995370369899319</c:v>
                </c:pt>
                <c:pt idx="45789">
                  <c:v>0.52996527777577285</c:v>
                </c:pt>
                <c:pt idx="45790">
                  <c:v>0.5299768518525525</c:v>
                </c:pt>
                <c:pt idx="45791">
                  <c:v>0.52998842592205619</c:v>
                </c:pt>
                <c:pt idx="45792">
                  <c:v>0.52999999999883585</c:v>
                </c:pt>
                <c:pt idx="45793">
                  <c:v>0.53001157406833954</c:v>
                </c:pt>
                <c:pt idx="45794">
                  <c:v>0.53002314814511919</c:v>
                </c:pt>
                <c:pt idx="45795">
                  <c:v>0.53003472222189885</c:v>
                </c:pt>
                <c:pt idx="45796">
                  <c:v>0.53004629629140254</c:v>
                </c:pt>
                <c:pt idx="45797">
                  <c:v>0.53005787036818219</c:v>
                </c:pt>
                <c:pt idx="45798">
                  <c:v>0.53006944444496185</c:v>
                </c:pt>
                <c:pt idx="45799">
                  <c:v>0.53008101851446554</c:v>
                </c:pt>
                <c:pt idx="45800">
                  <c:v>0.53009259259124519</c:v>
                </c:pt>
                <c:pt idx="45801">
                  <c:v>0.53010416666074889</c:v>
                </c:pt>
                <c:pt idx="45802">
                  <c:v>0.53011574073752854</c:v>
                </c:pt>
                <c:pt idx="45803">
                  <c:v>0.53012731481430819</c:v>
                </c:pt>
                <c:pt idx="45804">
                  <c:v>0.53013888888381189</c:v>
                </c:pt>
                <c:pt idx="45805">
                  <c:v>0.53015046296059154</c:v>
                </c:pt>
                <c:pt idx="45806">
                  <c:v>0.53016203703737119</c:v>
                </c:pt>
                <c:pt idx="45807">
                  <c:v>0.53017361110687489</c:v>
                </c:pt>
                <c:pt idx="45808">
                  <c:v>0.53018518518365454</c:v>
                </c:pt>
                <c:pt idx="45809">
                  <c:v>0.53019675926043419</c:v>
                </c:pt>
                <c:pt idx="45810">
                  <c:v>0.53020833332993789</c:v>
                </c:pt>
                <c:pt idx="45811">
                  <c:v>0.53021990740671754</c:v>
                </c:pt>
                <c:pt idx="45812">
                  <c:v>0.53023148147622123</c:v>
                </c:pt>
                <c:pt idx="45813">
                  <c:v>0.53024305555300089</c:v>
                </c:pt>
                <c:pt idx="45814">
                  <c:v>0.53025462962978054</c:v>
                </c:pt>
                <c:pt idx="45815">
                  <c:v>0.53026620369928423</c:v>
                </c:pt>
                <c:pt idx="45816">
                  <c:v>0.53027777777606389</c:v>
                </c:pt>
                <c:pt idx="45817">
                  <c:v>0.53028935185284354</c:v>
                </c:pt>
                <c:pt idx="45818">
                  <c:v>0.53030092592234723</c:v>
                </c:pt>
                <c:pt idx="45819">
                  <c:v>0.53031249999912689</c:v>
                </c:pt>
                <c:pt idx="45820">
                  <c:v>0.53032407406863058</c:v>
                </c:pt>
                <c:pt idx="45821">
                  <c:v>0.53033564814541023</c:v>
                </c:pt>
                <c:pt idx="45822">
                  <c:v>0.53034722222218988</c:v>
                </c:pt>
                <c:pt idx="45823">
                  <c:v>0.53035879629169358</c:v>
                </c:pt>
                <c:pt idx="45824">
                  <c:v>0.53037037036847323</c:v>
                </c:pt>
                <c:pt idx="45825">
                  <c:v>0.53038194444525288</c:v>
                </c:pt>
                <c:pt idx="45826">
                  <c:v>0.53039351851475658</c:v>
                </c:pt>
                <c:pt idx="45827">
                  <c:v>0.53040509259153623</c:v>
                </c:pt>
                <c:pt idx="45828">
                  <c:v>0.53041666666103993</c:v>
                </c:pt>
                <c:pt idx="45829">
                  <c:v>0.53042824073781958</c:v>
                </c:pt>
                <c:pt idx="45830">
                  <c:v>0.53043981481459923</c:v>
                </c:pt>
                <c:pt idx="45831">
                  <c:v>0.53045138888410293</c:v>
                </c:pt>
                <c:pt idx="45832">
                  <c:v>0.53046296296088258</c:v>
                </c:pt>
                <c:pt idx="45833">
                  <c:v>0.53047453703766223</c:v>
                </c:pt>
                <c:pt idx="45834">
                  <c:v>0.53048611110716593</c:v>
                </c:pt>
                <c:pt idx="45835">
                  <c:v>0.53049768518394558</c:v>
                </c:pt>
                <c:pt idx="45836">
                  <c:v>0.53050925925344927</c:v>
                </c:pt>
                <c:pt idx="45837">
                  <c:v>0.53052083333022892</c:v>
                </c:pt>
                <c:pt idx="45838">
                  <c:v>0.53053240740700858</c:v>
                </c:pt>
                <c:pt idx="45839">
                  <c:v>0.53054398147651227</c:v>
                </c:pt>
                <c:pt idx="45840">
                  <c:v>0.53055555555329192</c:v>
                </c:pt>
                <c:pt idx="45841">
                  <c:v>0.53056712963007158</c:v>
                </c:pt>
                <c:pt idx="45842">
                  <c:v>0.53057870369957527</c:v>
                </c:pt>
                <c:pt idx="45843">
                  <c:v>0.53059027777635492</c:v>
                </c:pt>
                <c:pt idx="45844">
                  <c:v>0.53060185185313458</c:v>
                </c:pt>
                <c:pt idx="45845">
                  <c:v>0.53061342592263827</c:v>
                </c:pt>
                <c:pt idx="45846">
                  <c:v>0.53062499999941792</c:v>
                </c:pt>
                <c:pt idx="45847">
                  <c:v>0.53063657406892162</c:v>
                </c:pt>
                <c:pt idx="45848">
                  <c:v>0.53064814814570127</c:v>
                </c:pt>
                <c:pt idx="45849">
                  <c:v>0.53065972222248092</c:v>
                </c:pt>
                <c:pt idx="45850">
                  <c:v>0.53067129629198462</c:v>
                </c:pt>
                <c:pt idx="45851">
                  <c:v>0.53068287036876427</c:v>
                </c:pt>
                <c:pt idx="45852">
                  <c:v>0.53069444444554392</c:v>
                </c:pt>
                <c:pt idx="45853">
                  <c:v>0.53070601851504762</c:v>
                </c:pt>
                <c:pt idx="45854">
                  <c:v>0.53071759259182727</c:v>
                </c:pt>
                <c:pt idx="45855">
                  <c:v>0.53072916666133096</c:v>
                </c:pt>
                <c:pt idx="45856">
                  <c:v>0.53074074073811062</c:v>
                </c:pt>
                <c:pt idx="45857">
                  <c:v>0.53075231481489027</c:v>
                </c:pt>
                <c:pt idx="45858">
                  <c:v>0.53076388888439396</c:v>
                </c:pt>
                <c:pt idx="45859">
                  <c:v>0.53077546296117362</c:v>
                </c:pt>
                <c:pt idx="45860">
                  <c:v>0.53078703703795327</c:v>
                </c:pt>
                <c:pt idx="45861">
                  <c:v>0.53079861110745696</c:v>
                </c:pt>
                <c:pt idx="45862">
                  <c:v>0.53081018518423662</c:v>
                </c:pt>
                <c:pt idx="45863">
                  <c:v>0.53082175925374031</c:v>
                </c:pt>
                <c:pt idx="45864">
                  <c:v>0.53083333333051996</c:v>
                </c:pt>
                <c:pt idx="45865">
                  <c:v>0.53084490740729962</c:v>
                </c:pt>
                <c:pt idx="45866">
                  <c:v>0.53085648147680331</c:v>
                </c:pt>
                <c:pt idx="45867">
                  <c:v>0.53086805555358296</c:v>
                </c:pt>
                <c:pt idx="45868">
                  <c:v>0.53087962963036261</c:v>
                </c:pt>
                <c:pt idx="45869">
                  <c:v>0.53089120369986631</c:v>
                </c:pt>
                <c:pt idx="45870">
                  <c:v>0.53090277777664596</c:v>
                </c:pt>
                <c:pt idx="45871">
                  <c:v>0.53091435184614966</c:v>
                </c:pt>
                <c:pt idx="45872">
                  <c:v>0.53092592592292931</c:v>
                </c:pt>
                <c:pt idx="45873">
                  <c:v>0.53093749999970896</c:v>
                </c:pt>
                <c:pt idx="45874">
                  <c:v>0.53094907406921266</c:v>
                </c:pt>
                <c:pt idx="45875">
                  <c:v>0.53096064814599231</c:v>
                </c:pt>
                <c:pt idx="45876">
                  <c:v>0.53097222222277196</c:v>
                </c:pt>
                <c:pt idx="45877">
                  <c:v>0.53098379629227566</c:v>
                </c:pt>
                <c:pt idx="45878">
                  <c:v>0.53099537036905531</c:v>
                </c:pt>
                <c:pt idx="45879">
                  <c:v>0.531006944438559</c:v>
                </c:pt>
                <c:pt idx="45880">
                  <c:v>0.53101851851533866</c:v>
                </c:pt>
                <c:pt idx="45881">
                  <c:v>0.53103009259211831</c:v>
                </c:pt>
                <c:pt idx="45882">
                  <c:v>0.531041666661622</c:v>
                </c:pt>
                <c:pt idx="45883">
                  <c:v>0.53105324073840166</c:v>
                </c:pt>
                <c:pt idx="45884">
                  <c:v>0.53106481481518131</c:v>
                </c:pt>
                <c:pt idx="45885">
                  <c:v>0.531076388884685</c:v>
                </c:pt>
                <c:pt idx="45886">
                  <c:v>0.53108796296146465</c:v>
                </c:pt>
                <c:pt idx="45887">
                  <c:v>0.53109953703824431</c:v>
                </c:pt>
                <c:pt idx="45888">
                  <c:v>0.531111111107748</c:v>
                </c:pt>
                <c:pt idx="45889">
                  <c:v>0.53112268518452765</c:v>
                </c:pt>
                <c:pt idx="45890">
                  <c:v>0.53113425925403135</c:v>
                </c:pt>
                <c:pt idx="45891">
                  <c:v>0.531145833330811</c:v>
                </c:pt>
                <c:pt idx="45892">
                  <c:v>0.53115740740759065</c:v>
                </c:pt>
                <c:pt idx="45893">
                  <c:v>0.53116898147709435</c:v>
                </c:pt>
                <c:pt idx="45894">
                  <c:v>0.531180555553874</c:v>
                </c:pt>
                <c:pt idx="45895">
                  <c:v>0.53119212963065365</c:v>
                </c:pt>
                <c:pt idx="45896">
                  <c:v>0.53120370370015735</c:v>
                </c:pt>
                <c:pt idx="45897">
                  <c:v>0.531215277776937</c:v>
                </c:pt>
                <c:pt idx="45898">
                  <c:v>0.5312268518464407</c:v>
                </c:pt>
                <c:pt idx="45899">
                  <c:v>0.53123842592322035</c:v>
                </c:pt>
                <c:pt idx="45900">
                  <c:v>0.53125</c:v>
                </c:pt>
                <c:pt idx="45901">
                  <c:v>0.53126157406950369</c:v>
                </c:pt>
                <c:pt idx="45902">
                  <c:v>0.53127314814628335</c:v>
                </c:pt>
                <c:pt idx="45903">
                  <c:v>0.531284722223063</c:v>
                </c:pt>
                <c:pt idx="45904">
                  <c:v>0.53129629629256669</c:v>
                </c:pt>
                <c:pt idx="45905">
                  <c:v>0.53130787036934635</c:v>
                </c:pt>
                <c:pt idx="45906">
                  <c:v>0.53131944443885004</c:v>
                </c:pt>
                <c:pt idx="45907">
                  <c:v>0.53133101851562969</c:v>
                </c:pt>
                <c:pt idx="45908">
                  <c:v>0.53134259259240935</c:v>
                </c:pt>
                <c:pt idx="45909">
                  <c:v>0.53135416666191304</c:v>
                </c:pt>
                <c:pt idx="45910">
                  <c:v>0.53136574073869269</c:v>
                </c:pt>
                <c:pt idx="45911">
                  <c:v>0.53137731481547235</c:v>
                </c:pt>
                <c:pt idx="45912">
                  <c:v>0.53138888888497604</c:v>
                </c:pt>
                <c:pt idx="45913">
                  <c:v>0.53140046296175569</c:v>
                </c:pt>
                <c:pt idx="45914">
                  <c:v>0.53141203703125939</c:v>
                </c:pt>
                <c:pt idx="45915">
                  <c:v>0.53142361110803904</c:v>
                </c:pt>
                <c:pt idx="45916">
                  <c:v>0.53143518518481869</c:v>
                </c:pt>
                <c:pt idx="45917">
                  <c:v>0.53144675925432239</c:v>
                </c:pt>
                <c:pt idx="45918">
                  <c:v>0.53145833333110204</c:v>
                </c:pt>
                <c:pt idx="45919">
                  <c:v>0.53146990740788169</c:v>
                </c:pt>
                <c:pt idx="45920">
                  <c:v>0.53148148147738539</c:v>
                </c:pt>
                <c:pt idx="45921">
                  <c:v>0.53149305555416504</c:v>
                </c:pt>
                <c:pt idx="45922">
                  <c:v>0.53150462963094469</c:v>
                </c:pt>
                <c:pt idx="45923">
                  <c:v>0.53151620370044839</c:v>
                </c:pt>
                <c:pt idx="45924">
                  <c:v>0.53152777777722804</c:v>
                </c:pt>
                <c:pt idx="45925">
                  <c:v>0.53153935184673173</c:v>
                </c:pt>
                <c:pt idx="45926">
                  <c:v>0.53155092592351139</c:v>
                </c:pt>
                <c:pt idx="45927">
                  <c:v>0.53156250000029104</c:v>
                </c:pt>
                <c:pt idx="45928">
                  <c:v>0.53157407406979473</c:v>
                </c:pt>
                <c:pt idx="45929">
                  <c:v>0.53158564814657439</c:v>
                </c:pt>
                <c:pt idx="45930">
                  <c:v>0.53159722222335404</c:v>
                </c:pt>
                <c:pt idx="45931">
                  <c:v>0.53160879629285773</c:v>
                </c:pt>
                <c:pt idx="45932">
                  <c:v>0.53162037036963739</c:v>
                </c:pt>
                <c:pt idx="45933">
                  <c:v>0.53163194443914108</c:v>
                </c:pt>
                <c:pt idx="45934">
                  <c:v>0.53164351851592073</c:v>
                </c:pt>
                <c:pt idx="45935">
                  <c:v>0.53165509259270038</c:v>
                </c:pt>
                <c:pt idx="45936">
                  <c:v>0.53166666666220408</c:v>
                </c:pt>
                <c:pt idx="45937">
                  <c:v>0.53167824073898373</c:v>
                </c:pt>
                <c:pt idx="45938">
                  <c:v>0.53168981481576338</c:v>
                </c:pt>
                <c:pt idx="45939">
                  <c:v>0.53170138888526708</c:v>
                </c:pt>
                <c:pt idx="45940">
                  <c:v>0.53171296296204673</c:v>
                </c:pt>
                <c:pt idx="45941">
                  <c:v>0.53172453703155043</c:v>
                </c:pt>
                <c:pt idx="45942">
                  <c:v>0.53173611110833008</c:v>
                </c:pt>
                <c:pt idx="45943">
                  <c:v>0.53174768518510973</c:v>
                </c:pt>
                <c:pt idx="45944">
                  <c:v>0.53175925925461343</c:v>
                </c:pt>
                <c:pt idx="45945">
                  <c:v>0.53177083333139308</c:v>
                </c:pt>
                <c:pt idx="45946">
                  <c:v>0.53178240740817273</c:v>
                </c:pt>
                <c:pt idx="45947">
                  <c:v>0.53179398147767643</c:v>
                </c:pt>
                <c:pt idx="45948">
                  <c:v>0.53180555555445608</c:v>
                </c:pt>
                <c:pt idx="45949">
                  <c:v>0.53181712962395977</c:v>
                </c:pt>
                <c:pt idx="45950">
                  <c:v>0.53182870370073942</c:v>
                </c:pt>
                <c:pt idx="45951">
                  <c:v>0.53184027777751908</c:v>
                </c:pt>
                <c:pt idx="45952">
                  <c:v>0.53185185184702277</c:v>
                </c:pt>
                <c:pt idx="45953">
                  <c:v>0.53186342592380242</c:v>
                </c:pt>
                <c:pt idx="45954">
                  <c:v>0.53187500000058208</c:v>
                </c:pt>
                <c:pt idx="45955">
                  <c:v>0.53188657407008577</c:v>
                </c:pt>
                <c:pt idx="45956">
                  <c:v>0.53189814814686542</c:v>
                </c:pt>
                <c:pt idx="45957">
                  <c:v>0.53190972221636912</c:v>
                </c:pt>
                <c:pt idx="45958">
                  <c:v>0.53192129629314877</c:v>
                </c:pt>
                <c:pt idx="45959">
                  <c:v>0.53193287036992842</c:v>
                </c:pt>
                <c:pt idx="45960">
                  <c:v>0.53194444443943212</c:v>
                </c:pt>
                <c:pt idx="45961">
                  <c:v>0.53195601851621177</c:v>
                </c:pt>
                <c:pt idx="45962">
                  <c:v>0.53196759259299142</c:v>
                </c:pt>
                <c:pt idx="45963">
                  <c:v>0.53197916666249512</c:v>
                </c:pt>
                <c:pt idx="45964">
                  <c:v>0.53199074073927477</c:v>
                </c:pt>
                <c:pt idx="45965">
                  <c:v>0.53200231481605442</c:v>
                </c:pt>
                <c:pt idx="45966">
                  <c:v>0.53201388888555812</c:v>
                </c:pt>
                <c:pt idx="45967">
                  <c:v>0.53202546296233777</c:v>
                </c:pt>
                <c:pt idx="45968">
                  <c:v>0.53203703703184146</c:v>
                </c:pt>
                <c:pt idx="45969">
                  <c:v>0.53204861110862112</c:v>
                </c:pt>
                <c:pt idx="45970">
                  <c:v>0.53206018518540077</c:v>
                </c:pt>
                <c:pt idx="45971">
                  <c:v>0.53207175925490446</c:v>
                </c:pt>
                <c:pt idx="45972">
                  <c:v>0.53208333333168412</c:v>
                </c:pt>
                <c:pt idx="45973">
                  <c:v>0.53209490740846377</c:v>
                </c:pt>
                <c:pt idx="45974">
                  <c:v>0.53210648147796746</c:v>
                </c:pt>
                <c:pt idx="45975">
                  <c:v>0.53211805555474712</c:v>
                </c:pt>
                <c:pt idx="45976">
                  <c:v>0.53212962962425081</c:v>
                </c:pt>
                <c:pt idx="45977">
                  <c:v>0.53214120370103046</c:v>
                </c:pt>
                <c:pt idx="45978">
                  <c:v>0.53215277777781012</c:v>
                </c:pt>
                <c:pt idx="45979">
                  <c:v>0.53216435184731381</c:v>
                </c:pt>
                <c:pt idx="45980">
                  <c:v>0.53217592592409346</c:v>
                </c:pt>
                <c:pt idx="45981">
                  <c:v>0.53218750000087311</c:v>
                </c:pt>
                <c:pt idx="45982">
                  <c:v>0.53219907407037681</c:v>
                </c:pt>
                <c:pt idx="45983">
                  <c:v>0.53221064814715646</c:v>
                </c:pt>
                <c:pt idx="45984">
                  <c:v>0.53222222221666016</c:v>
                </c:pt>
                <c:pt idx="45985">
                  <c:v>0.53223379629343981</c:v>
                </c:pt>
                <c:pt idx="45986">
                  <c:v>0.53224537037021946</c:v>
                </c:pt>
                <c:pt idx="45987">
                  <c:v>0.53225694443972316</c:v>
                </c:pt>
                <c:pt idx="45988">
                  <c:v>0.53226851851650281</c:v>
                </c:pt>
                <c:pt idx="45989">
                  <c:v>0.53228009259328246</c:v>
                </c:pt>
                <c:pt idx="45990">
                  <c:v>0.53229166666278616</c:v>
                </c:pt>
                <c:pt idx="45991">
                  <c:v>0.53230324073956581</c:v>
                </c:pt>
                <c:pt idx="45992">
                  <c:v>0.5323148148090695</c:v>
                </c:pt>
                <c:pt idx="45993">
                  <c:v>0.53232638888584916</c:v>
                </c:pt>
                <c:pt idx="45994">
                  <c:v>0.53233796296262881</c:v>
                </c:pt>
                <c:pt idx="45995">
                  <c:v>0.5323495370321325</c:v>
                </c:pt>
                <c:pt idx="45996">
                  <c:v>0.53236111110891216</c:v>
                </c:pt>
                <c:pt idx="45997">
                  <c:v>0.53237268518569181</c:v>
                </c:pt>
                <c:pt idx="45998">
                  <c:v>0.5323842592551955</c:v>
                </c:pt>
                <c:pt idx="45999">
                  <c:v>0.53239583333197515</c:v>
                </c:pt>
                <c:pt idx="46000">
                  <c:v>0.53240740740147885</c:v>
                </c:pt>
                <c:pt idx="46001">
                  <c:v>0.5324189814782585</c:v>
                </c:pt>
                <c:pt idx="46002">
                  <c:v>0.53243055555503815</c:v>
                </c:pt>
                <c:pt idx="46003">
                  <c:v>0.53244212962454185</c:v>
                </c:pt>
                <c:pt idx="46004">
                  <c:v>0.5324537037013215</c:v>
                </c:pt>
                <c:pt idx="46005">
                  <c:v>0.53246527777810115</c:v>
                </c:pt>
                <c:pt idx="46006">
                  <c:v>0.53247685184760485</c:v>
                </c:pt>
                <c:pt idx="46007">
                  <c:v>0.5324884259243845</c:v>
                </c:pt>
                <c:pt idx="46008">
                  <c:v>0.53250000000116415</c:v>
                </c:pt>
                <c:pt idx="46009">
                  <c:v>0.53251157407066785</c:v>
                </c:pt>
                <c:pt idx="46010">
                  <c:v>0.5325231481474475</c:v>
                </c:pt>
                <c:pt idx="46011">
                  <c:v>0.5325347222169512</c:v>
                </c:pt>
                <c:pt idx="46012">
                  <c:v>0.53254629629373085</c:v>
                </c:pt>
                <c:pt idx="46013">
                  <c:v>0.5325578703705105</c:v>
                </c:pt>
                <c:pt idx="46014">
                  <c:v>0.53256944444001419</c:v>
                </c:pt>
                <c:pt idx="46015">
                  <c:v>0.53258101851679385</c:v>
                </c:pt>
                <c:pt idx="46016">
                  <c:v>0.5325925925935735</c:v>
                </c:pt>
                <c:pt idx="46017">
                  <c:v>0.53260416666307719</c:v>
                </c:pt>
                <c:pt idx="46018">
                  <c:v>0.53261574073985685</c:v>
                </c:pt>
                <c:pt idx="46019">
                  <c:v>0.53262731480936054</c:v>
                </c:pt>
                <c:pt idx="46020">
                  <c:v>0.53263888888614019</c:v>
                </c:pt>
                <c:pt idx="46021">
                  <c:v>0.53265046296291985</c:v>
                </c:pt>
                <c:pt idx="46022">
                  <c:v>0.53266203703242354</c:v>
                </c:pt>
                <c:pt idx="46023">
                  <c:v>0.53267361110920319</c:v>
                </c:pt>
                <c:pt idx="46024">
                  <c:v>0.53268518518598285</c:v>
                </c:pt>
                <c:pt idx="46025">
                  <c:v>0.53269675925548654</c:v>
                </c:pt>
                <c:pt idx="46026">
                  <c:v>0.53270833333226619</c:v>
                </c:pt>
                <c:pt idx="46027">
                  <c:v>0.53271990740176989</c:v>
                </c:pt>
                <c:pt idx="46028">
                  <c:v>0.53273148147854954</c:v>
                </c:pt>
                <c:pt idx="46029">
                  <c:v>0.53274305555532919</c:v>
                </c:pt>
                <c:pt idx="46030">
                  <c:v>0.53275462962483289</c:v>
                </c:pt>
                <c:pt idx="46031">
                  <c:v>0.53276620370161254</c:v>
                </c:pt>
                <c:pt idx="46032">
                  <c:v>0.53277777777839219</c:v>
                </c:pt>
                <c:pt idx="46033">
                  <c:v>0.53278935184789589</c:v>
                </c:pt>
                <c:pt idx="46034">
                  <c:v>0.53280092592467554</c:v>
                </c:pt>
                <c:pt idx="46035">
                  <c:v>0.53281249999417923</c:v>
                </c:pt>
                <c:pt idx="46036">
                  <c:v>0.53282407407095889</c:v>
                </c:pt>
                <c:pt idx="46037">
                  <c:v>0.53283564814773854</c:v>
                </c:pt>
                <c:pt idx="46038">
                  <c:v>0.53284722221724223</c:v>
                </c:pt>
                <c:pt idx="46039">
                  <c:v>0.53285879629402189</c:v>
                </c:pt>
                <c:pt idx="46040">
                  <c:v>0.53287037037080154</c:v>
                </c:pt>
                <c:pt idx="46041">
                  <c:v>0.53288194444030523</c:v>
                </c:pt>
                <c:pt idx="46042">
                  <c:v>0.53289351851708489</c:v>
                </c:pt>
                <c:pt idx="46043">
                  <c:v>0.53290509259386454</c:v>
                </c:pt>
                <c:pt idx="46044">
                  <c:v>0.53291666666336823</c:v>
                </c:pt>
                <c:pt idx="46045">
                  <c:v>0.53292824074014788</c:v>
                </c:pt>
                <c:pt idx="46046">
                  <c:v>0.53293981480965158</c:v>
                </c:pt>
                <c:pt idx="46047">
                  <c:v>0.53295138888643123</c:v>
                </c:pt>
                <c:pt idx="46048">
                  <c:v>0.53296296296321088</c:v>
                </c:pt>
                <c:pt idx="46049">
                  <c:v>0.53297453703271458</c:v>
                </c:pt>
                <c:pt idx="46050">
                  <c:v>0.53298611110949423</c:v>
                </c:pt>
                <c:pt idx="46051">
                  <c:v>0.53299768518627388</c:v>
                </c:pt>
                <c:pt idx="46052">
                  <c:v>0.53300925925577758</c:v>
                </c:pt>
                <c:pt idx="46053">
                  <c:v>0.53302083333255723</c:v>
                </c:pt>
                <c:pt idx="46054">
                  <c:v>0.53303240740206093</c:v>
                </c:pt>
                <c:pt idx="46055">
                  <c:v>0.53304398147884058</c:v>
                </c:pt>
                <c:pt idx="46056">
                  <c:v>0.53305555555562023</c:v>
                </c:pt>
                <c:pt idx="46057">
                  <c:v>0.53306712962512393</c:v>
                </c:pt>
                <c:pt idx="46058">
                  <c:v>0.53307870370190358</c:v>
                </c:pt>
                <c:pt idx="46059">
                  <c:v>0.53309027777868323</c:v>
                </c:pt>
                <c:pt idx="46060">
                  <c:v>0.53310185184818693</c:v>
                </c:pt>
                <c:pt idx="46061">
                  <c:v>0.53311342592496658</c:v>
                </c:pt>
                <c:pt idx="46062">
                  <c:v>0.53312499999447027</c:v>
                </c:pt>
                <c:pt idx="46063">
                  <c:v>0.53313657407124992</c:v>
                </c:pt>
                <c:pt idx="46064">
                  <c:v>0.53314814814802958</c:v>
                </c:pt>
                <c:pt idx="46065">
                  <c:v>0.53315972221753327</c:v>
                </c:pt>
                <c:pt idx="46066">
                  <c:v>0.53317129629431292</c:v>
                </c:pt>
                <c:pt idx="46067">
                  <c:v>0.53318287037109258</c:v>
                </c:pt>
                <c:pt idx="46068">
                  <c:v>0.53319444444059627</c:v>
                </c:pt>
                <c:pt idx="46069">
                  <c:v>0.53320601851737592</c:v>
                </c:pt>
                <c:pt idx="46070">
                  <c:v>0.53321759258687962</c:v>
                </c:pt>
                <c:pt idx="46071">
                  <c:v>0.53322916666365927</c:v>
                </c:pt>
                <c:pt idx="46072">
                  <c:v>0.53324074074043892</c:v>
                </c:pt>
                <c:pt idx="46073">
                  <c:v>0.53325231480994262</c:v>
                </c:pt>
                <c:pt idx="46074">
                  <c:v>0.53326388888672227</c:v>
                </c:pt>
                <c:pt idx="46075">
                  <c:v>0.53327546296350192</c:v>
                </c:pt>
                <c:pt idx="46076">
                  <c:v>0.53328703703300562</c:v>
                </c:pt>
                <c:pt idx="46077">
                  <c:v>0.53329861110978527</c:v>
                </c:pt>
                <c:pt idx="46078">
                  <c:v>0.53331018517928896</c:v>
                </c:pt>
                <c:pt idx="46079">
                  <c:v>0.53332175925606862</c:v>
                </c:pt>
                <c:pt idx="46080">
                  <c:v>0.53333333333284827</c:v>
                </c:pt>
                <c:pt idx="46081">
                  <c:v>0.53334490740235196</c:v>
                </c:pt>
                <c:pt idx="46082">
                  <c:v>0.53335648147913162</c:v>
                </c:pt>
                <c:pt idx="46083">
                  <c:v>0.53336805555591127</c:v>
                </c:pt>
                <c:pt idx="46084">
                  <c:v>0.53337962962541496</c:v>
                </c:pt>
                <c:pt idx="46085">
                  <c:v>0.53339120370219462</c:v>
                </c:pt>
                <c:pt idx="46086">
                  <c:v>0.53340277777897427</c:v>
                </c:pt>
                <c:pt idx="46087">
                  <c:v>0.53341435184847796</c:v>
                </c:pt>
                <c:pt idx="46088">
                  <c:v>0.53342592592525762</c:v>
                </c:pt>
                <c:pt idx="46089">
                  <c:v>0.53343749999476131</c:v>
                </c:pt>
                <c:pt idx="46090">
                  <c:v>0.53344907407154096</c:v>
                </c:pt>
                <c:pt idx="46091">
                  <c:v>0.53346064814832062</c:v>
                </c:pt>
                <c:pt idx="46092">
                  <c:v>0.53347222221782431</c:v>
                </c:pt>
                <c:pt idx="46093">
                  <c:v>0.53348379629460396</c:v>
                </c:pt>
                <c:pt idx="46094">
                  <c:v>0.53349537037138361</c:v>
                </c:pt>
                <c:pt idx="46095">
                  <c:v>0.53350694444088731</c:v>
                </c:pt>
                <c:pt idx="46096">
                  <c:v>0.53351851851766696</c:v>
                </c:pt>
                <c:pt idx="46097">
                  <c:v>0.53353009258717066</c:v>
                </c:pt>
                <c:pt idx="46098">
                  <c:v>0.53354166666395031</c:v>
                </c:pt>
                <c:pt idx="46099">
                  <c:v>0.53355324074072996</c:v>
                </c:pt>
                <c:pt idx="46100">
                  <c:v>0.53356481481023366</c:v>
                </c:pt>
                <c:pt idx="46101">
                  <c:v>0.53357638888701331</c:v>
                </c:pt>
                <c:pt idx="46102">
                  <c:v>0.53358796296379296</c:v>
                </c:pt>
                <c:pt idx="46103">
                  <c:v>0.53359953703329666</c:v>
                </c:pt>
                <c:pt idx="46104">
                  <c:v>0.53361111111007631</c:v>
                </c:pt>
                <c:pt idx="46105">
                  <c:v>0.53362268517958</c:v>
                </c:pt>
                <c:pt idx="46106">
                  <c:v>0.53363425925635966</c:v>
                </c:pt>
                <c:pt idx="46107">
                  <c:v>0.53364583333313931</c:v>
                </c:pt>
                <c:pt idx="46108">
                  <c:v>0.533657407402643</c:v>
                </c:pt>
                <c:pt idx="46109">
                  <c:v>0.53366898147942265</c:v>
                </c:pt>
                <c:pt idx="46110">
                  <c:v>0.53368055555620231</c:v>
                </c:pt>
                <c:pt idx="46111">
                  <c:v>0.533692129625706</c:v>
                </c:pt>
                <c:pt idx="46112">
                  <c:v>0.53370370370248565</c:v>
                </c:pt>
                <c:pt idx="46113">
                  <c:v>0.53371527777198935</c:v>
                </c:pt>
                <c:pt idx="46114">
                  <c:v>0.533726851848769</c:v>
                </c:pt>
                <c:pt idx="46115">
                  <c:v>0.53373842592554865</c:v>
                </c:pt>
                <c:pt idx="46116">
                  <c:v>0.53374999999505235</c:v>
                </c:pt>
                <c:pt idx="46117">
                  <c:v>0.533761574071832</c:v>
                </c:pt>
                <c:pt idx="46118">
                  <c:v>0.53377314814861165</c:v>
                </c:pt>
                <c:pt idx="46119">
                  <c:v>0.53378472221811535</c:v>
                </c:pt>
                <c:pt idx="46120">
                  <c:v>0.533796296294895</c:v>
                </c:pt>
                <c:pt idx="46121">
                  <c:v>0.53380787037167465</c:v>
                </c:pt>
                <c:pt idx="46122">
                  <c:v>0.53381944444117835</c:v>
                </c:pt>
                <c:pt idx="46123">
                  <c:v>0.533831018517958</c:v>
                </c:pt>
                <c:pt idx="46124">
                  <c:v>0.5338425925874617</c:v>
                </c:pt>
                <c:pt idx="46125">
                  <c:v>0.53385416666424135</c:v>
                </c:pt>
                <c:pt idx="46126">
                  <c:v>0.533865740741021</c:v>
                </c:pt>
                <c:pt idx="46127">
                  <c:v>0.53387731481052469</c:v>
                </c:pt>
                <c:pt idx="46128">
                  <c:v>0.53388888888730435</c:v>
                </c:pt>
                <c:pt idx="46129">
                  <c:v>0.533900462964084</c:v>
                </c:pt>
                <c:pt idx="46130">
                  <c:v>0.53391203703358769</c:v>
                </c:pt>
                <c:pt idx="46131">
                  <c:v>0.53392361111036735</c:v>
                </c:pt>
                <c:pt idx="46132">
                  <c:v>0.53393518517987104</c:v>
                </c:pt>
                <c:pt idx="46133">
                  <c:v>0.53394675925665069</c:v>
                </c:pt>
                <c:pt idx="46134">
                  <c:v>0.53395833333343035</c:v>
                </c:pt>
                <c:pt idx="46135">
                  <c:v>0.53396990740293404</c:v>
                </c:pt>
                <c:pt idx="46136">
                  <c:v>0.53398148147971369</c:v>
                </c:pt>
                <c:pt idx="46137">
                  <c:v>0.53399305555649335</c:v>
                </c:pt>
                <c:pt idx="46138">
                  <c:v>0.53400462962599704</c:v>
                </c:pt>
                <c:pt idx="46139">
                  <c:v>0.53401620370277669</c:v>
                </c:pt>
                <c:pt idx="46140">
                  <c:v>0.53402777777228039</c:v>
                </c:pt>
                <c:pt idx="46141">
                  <c:v>0.53403935184906004</c:v>
                </c:pt>
                <c:pt idx="46142">
                  <c:v>0.53405092592583969</c:v>
                </c:pt>
                <c:pt idx="46143">
                  <c:v>0.53406249999534339</c:v>
                </c:pt>
                <c:pt idx="46144">
                  <c:v>0.53407407407212304</c:v>
                </c:pt>
                <c:pt idx="46145">
                  <c:v>0.53408564814890269</c:v>
                </c:pt>
                <c:pt idx="46146">
                  <c:v>0.53409722221840639</c:v>
                </c:pt>
                <c:pt idx="46147">
                  <c:v>0.53410879629518604</c:v>
                </c:pt>
                <c:pt idx="46148">
                  <c:v>0.53412037036468973</c:v>
                </c:pt>
                <c:pt idx="46149">
                  <c:v>0.53413194444146939</c:v>
                </c:pt>
                <c:pt idx="46150">
                  <c:v>0.53414351851824904</c:v>
                </c:pt>
                <c:pt idx="46151">
                  <c:v>0.53415509258775273</c:v>
                </c:pt>
                <c:pt idx="46152">
                  <c:v>0.53416666666453239</c:v>
                </c:pt>
                <c:pt idx="46153">
                  <c:v>0.53417824074131204</c:v>
                </c:pt>
                <c:pt idx="46154">
                  <c:v>0.53418981481081573</c:v>
                </c:pt>
                <c:pt idx="46155">
                  <c:v>0.53420138888759539</c:v>
                </c:pt>
                <c:pt idx="46156">
                  <c:v>0.53421296295709908</c:v>
                </c:pt>
                <c:pt idx="46157">
                  <c:v>0.53422453703387873</c:v>
                </c:pt>
                <c:pt idx="46158">
                  <c:v>0.53423611111065838</c:v>
                </c:pt>
                <c:pt idx="46159">
                  <c:v>0.53424768518016208</c:v>
                </c:pt>
                <c:pt idx="46160">
                  <c:v>0.53425925925694173</c:v>
                </c:pt>
                <c:pt idx="46161">
                  <c:v>0.53427083333372138</c:v>
                </c:pt>
                <c:pt idx="46162">
                  <c:v>0.53428240740322508</c:v>
                </c:pt>
                <c:pt idx="46163">
                  <c:v>0.53429398148000473</c:v>
                </c:pt>
                <c:pt idx="46164">
                  <c:v>0.53430555555678438</c:v>
                </c:pt>
                <c:pt idx="46165">
                  <c:v>0.53431712962628808</c:v>
                </c:pt>
                <c:pt idx="46166">
                  <c:v>0.53432870370306773</c:v>
                </c:pt>
                <c:pt idx="46167">
                  <c:v>0.53434027777257143</c:v>
                </c:pt>
                <c:pt idx="46168">
                  <c:v>0.53435185184935108</c:v>
                </c:pt>
                <c:pt idx="46169">
                  <c:v>0.53436342592613073</c:v>
                </c:pt>
                <c:pt idx="46170">
                  <c:v>0.53437499999563443</c:v>
                </c:pt>
                <c:pt idx="46171">
                  <c:v>0.53438657407241408</c:v>
                </c:pt>
                <c:pt idx="46172">
                  <c:v>0.53439814814919373</c:v>
                </c:pt>
                <c:pt idx="46173">
                  <c:v>0.53440972221869742</c:v>
                </c:pt>
                <c:pt idx="46174">
                  <c:v>0.53442129629547708</c:v>
                </c:pt>
                <c:pt idx="46175">
                  <c:v>0.53443287036498077</c:v>
                </c:pt>
                <c:pt idx="46176">
                  <c:v>0.53444444444176042</c:v>
                </c:pt>
                <c:pt idx="46177">
                  <c:v>0.53445601851854008</c:v>
                </c:pt>
                <c:pt idx="46178">
                  <c:v>0.53446759258804377</c:v>
                </c:pt>
                <c:pt idx="46179">
                  <c:v>0.53447916666482342</c:v>
                </c:pt>
                <c:pt idx="46180">
                  <c:v>0.53449074074160308</c:v>
                </c:pt>
                <c:pt idx="46181">
                  <c:v>0.53450231481110677</c:v>
                </c:pt>
                <c:pt idx="46182">
                  <c:v>0.53451388888788642</c:v>
                </c:pt>
                <c:pt idx="46183">
                  <c:v>0.53452546295739012</c:v>
                </c:pt>
                <c:pt idx="46184">
                  <c:v>0.53453703703416977</c:v>
                </c:pt>
                <c:pt idx="46185">
                  <c:v>0.53454861111094942</c:v>
                </c:pt>
                <c:pt idx="46186">
                  <c:v>0.53456018518045312</c:v>
                </c:pt>
                <c:pt idx="46187">
                  <c:v>0.53457175925723277</c:v>
                </c:pt>
                <c:pt idx="46188">
                  <c:v>0.53458333333401242</c:v>
                </c:pt>
                <c:pt idx="46189">
                  <c:v>0.53459490740351612</c:v>
                </c:pt>
                <c:pt idx="46190">
                  <c:v>0.53460648148029577</c:v>
                </c:pt>
                <c:pt idx="46191">
                  <c:v>0.53461805554979946</c:v>
                </c:pt>
                <c:pt idx="46192">
                  <c:v>0.53462962962657912</c:v>
                </c:pt>
                <c:pt idx="46193">
                  <c:v>0.53464120370335877</c:v>
                </c:pt>
                <c:pt idx="46194">
                  <c:v>0.53465277777286246</c:v>
                </c:pt>
                <c:pt idx="46195">
                  <c:v>0.53466435184964212</c:v>
                </c:pt>
                <c:pt idx="46196">
                  <c:v>0.53467592592642177</c:v>
                </c:pt>
                <c:pt idx="46197">
                  <c:v>0.53468749999592546</c:v>
                </c:pt>
                <c:pt idx="46198">
                  <c:v>0.53469907407270512</c:v>
                </c:pt>
                <c:pt idx="46199">
                  <c:v>0.53471064814948477</c:v>
                </c:pt>
                <c:pt idx="46200">
                  <c:v>0.53472222221898846</c:v>
                </c:pt>
                <c:pt idx="46201">
                  <c:v>0.53473379629576812</c:v>
                </c:pt>
                <c:pt idx="46202">
                  <c:v>0.53474537036527181</c:v>
                </c:pt>
                <c:pt idx="46203">
                  <c:v>0.53475694444205146</c:v>
                </c:pt>
                <c:pt idx="46204">
                  <c:v>0.53476851851883112</c:v>
                </c:pt>
                <c:pt idx="46205">
                  <c:v>0.53478009258833481</c:v>
                </c:pt>
                <c:pt idx="46206">
                  <c:v>0.53479166666511446</c:v>
                </c:pt>
                <c:pt idx="46207">
                  <c:v>0.53480324074189411</c:v>
                </c:pt>
                <c:pt idx="46208">
                  <c:v>0.53481481481139781</c:v>
                </c:pt>
                <c:pt idx="46209">
                  <c:v>0.53482638888817746</c:v>
                </c:pt>
                <c:pt idx="46210">
                  <c:v>0.53483796295768116</c:v>
                </c:pt>
                <c:pt idx="46211">
                  <c:v>0.53484953703446081</c:v>
                </c:pt>
                <c:pt idx="46212">
                  <c:v>0.53486111111124046</c:v>
                </c:pt>
                <c:pt idx="46213">
                  <c:v>0.53487268518074416</c:v>
                </c:pt>
                <c:pt idx="46214">
                  <c:v>0.53488425925752381</c:v>
                </c:pt>
                <c:pt idx="46215">
                  <c:v>0.53489583333430346</c:v>
                </c:pt>
                <c:pt idx="46216">
                  <c:v>0.53490740740380716</c:v>
                </c:pt>
                <c:pt idx="46217">
                  <c:v>0.53491898148058681</c:v>
                </c:pt>
                <c:pt idx="46218">
                  <c:v>0.5349305555500905</c:v>
                </c:pt>
                <c:pt idx="46219">
                  <c:v>0.53494212962687016</c:v>
                </c:pt>
                <c:pt idx="46220">
                  <c:v>0.53495370370364981</c:v>
                </c:pt>
                <c:pt idx="46221">
                  <c:v>0.5349652777731535</c:v>
                </c:pt>
                <c:pt idx="46222">
                  <c:v>0.53497685184993315</c:v>
                </c:pt>
                <c:pt idx="46223">
                  <c:v>0.53498842592671281</c:v>
                </c:pt>
                <c:pt idx="46224">
                  <c:v>0.5349999999962165</c:v>
                </c:pt>
                <c:pt idx="46225">
                  <c:v>0.53501157407299615</c:v>
                </c:pt>
                <c:pt idx="46226">
                  <c:v>0.53502314814249985</c:v>
                </c:pt>
                <c:pt idx="46227">
                  <c:v>0.5350347222192795</c:v>
                </c:pt>
                <c:pt idx="46228">
                  <c:v>0.53504629629605915</c:v>
                </c:pt>
                <c:pt idx="46229">
                  <c:v>0.53505787036556285</c:v>
                </c:pt>
                <c:pt idx="46230">
                  <c:v>0.5350694444423425</c:v>
                </c:pt>
                <c:pt idx="46231">
                  <c:v>0.53508101851912215</c:v>
                </c:pt>
                <c:pt idx="46232">
                  <c:v>0.53509259258862585</c:v>
                </c:pt>
                <c:pt idx="46233">
                  <c:v>0.5351041666654055</c:v>
                </c:pt>
                <c:pt idx="46234">
                  <c:v>0.5351157407349092</c:v>
                </c:pt>
                <c:pt idx="46235">
                  <c:v>0.53512731481168885</c:v>
                </c:pt>
                <c:pt idx="46236">
                  <c:v>0.5351388888884685</c:v>
                </c:pt>
                <c:pt idx="46237">
                  <c:v>0.53515046295797219</c:v>
                </c:pt>
                <c:pt idx="46238">
                  <c:v>0.53516203703475185</c:v>
                </c:pt>
                <c:pt idx="46239">
                  <c:v>0.5351736111115315</c:v>
                </c:pt>
                <c:pt idx="46240">
                  <c:v>0.53518518518103519</c:v>
                </c:pt>
                <c:pt idx="46241">
                  <c:v>0.53519675925781485</c:v>
                </c:pt>
                <c:pt idx="46242">
                  <c:v>0.5352083333345945</c:v>
                </c:pt>
                <c:pt idx="46243">
                  <c:v>0.53521990740409819</c:v>
                </c:pt>
                <c:pt idx="46244">
                  <c:v>0.53523148148087785</c:v>
                </c:pt>
                <c:pt idx="46245">
                  <c:v>0.53524305555038154</c:v>
                </c:pt>
                <c:pt idx="46246">
                  <c:v>0.53525462962716119</c:v>
                </c:pt>
                <c:pt idx="46247">
                  <c:v>0.53526620370394085</c:v>
                </c:pt>
                <c:pt idx="46248">
                  <c:v>0.53527777777344454</c:v>
                </c:pt>
                <c:pt idx="46249">
                  <c:v>0.53528935185022419</c:v>
                </c:pt>
                <c:pt idx="46250">
                  <c:v>0.53530092592700385</c:v>
                </c:pt>
                <c:pt idx="46251">
                  <c:v>0.53531249999650754</c:v>
                </c:pt>
                <c:pt idx="46252">
                  <c:v>0.53532407407328719</c:v>
                </c:pt>
                <c:pt idx="46253">
                  <c:v>0.53533564814279089</c:v>
                </c:pt>
                <c:pt idx="46254">
                  <c:v>0.53534722221957054</c:v>
                </c:pt>
                <c:pt idx="46255">
                  <c:v>0.53535879629635019</c:v>
                </c:pt>
                <c:pt idx="46256">
                  <c:v>0.53537037036585389</c:v>
                </c:pt>
                <c:pt idx="46257">
                  <c:v>0.53538194444263354</c:v>
                </c:pt>
                <c:pt idx="46258">
                  <c:v>0.53539351851941319</c:v>
                </c:pt>
                <c:pt idx="46259">
                  <c:v>0.53540509258891689</c:v>
                </c:pt>
                <c:pt idx="46260">
                  <c:v>0.53541666666569654</c:v>
                </c:pt>
                <c:pt idx="46261">
                  <c:v>0.53542824073520023</c:v>
                </c:pt>
                <c:pt idx="46262">
                  <c:v>0.53543981481197989</c:v>
                </c:pt>
                <c:pt idx="46263">
                  <c:v>0.53545138888875954</c:v>
                </c:pt>
                <c:pt idx="46264">
                  <c:v>0.53546296295826323</c:v>
                </c:pt>
                <c:pt idx="46265">
                  <c:v>0.53547453703504289</c:v>
                </c:pt>
                <c:pt idx="46266">
                  <c:v>0.53548611111182254</c:v>
                </c:pt>
                <c:pt idx="46267">
                  <c:v>0.53549768518132623</c:v>
                </c:pt>
                <c:pt idx="46268">
                  <c:v>0.53550925925810589</c:v>
                </c:pt>
                <c:pt idx="46269">
                  <c:v>0.53552083332760958</c:v>
                </c:pt>
                <c:pt idx="46270">
                  <c:v>0.53553240740438923</c:v>
                </c:pt>
                <c:pt idx="46271">
                  <c:v>0.53554398148116888</c:v>
                </c:pt>
                <c:pt idx="46272">
                  <c:v>0.53555555555067258</c:v>
                </c:pt>
                <c:pt idx="46273">
                  <c:v>0.53556712962745223</c:v>
                </c:pt>
                <c:pt idx="46274">
                  <c:v>0.53557870370423188</c:v>
                </c:pt>
                <c:pt idx="46275">
                  <c:v>0.53559027777373558</c:v>
                </c:pt>
                <c:pt idx="46276">
                  <c:v>0.53560185185051523</c:v>
                </c:pt>
                <c:pt idx="46277">
                  <c:v>0.53561342592001893</c:v>
                </c:pt>
                <c:pt idx="46278">
                  <c:v>0.53562499999679858</c:v>
                </c:pt>
                <c:pt idx="46279">
                  <c:v>0.53563657407357823</c:v>
                </c:pt>
                <c:pt idx="46280">
                  <c:v>0.53564814814308193</c:v>
                </c:pt>
                <c:pt idx="46281">
                  <c:v>0.53565972221986158</c:v>
                </c:pt>
                <c:pt idx="46282">
                  <c:v>0.53567129629664123</c:v>
                </c:pt>
                <c:pt idx="46283">
                  <c:v>0.53568287036614493</c:v>
                </c:pt>
                <c:pt idx="46284">
                  <c:v>0.53569444444292458</c:v>
                </c:pt>
                <c:pt idx="46285">
                  <c:v>0.53570601851970423</c:v>
                </c:pt>
                <c:pt idx="46286">
                  <c:v>0.53571759258920792</c:v>
                </c:pt>
                <c:pt idx="46287">
                  <c:v>0.53572916666598758</c:v>
                </c:pt>
                <c:pt idx="46288">
                  <c:v>0.53574074073549127</c:v>
                </c:pt>
                <c:pt idx="46289">
                  <c:v>0.53575231481227092</c:v>
                </c:pt>
                <c:pt idx="46290">
                  <c:v>0.53576388888905058</c:v>
                </c:pt>
                <c:pt idx="46291">
                  <c:v>0.53577546295855427</c:v>
                </c:pt>
                <c:pt idx="46292">
                  <c:v>0.53578703703533392</c:v>
                </c:pt>
                <c:pt idx="46293">
                  <c:v>0.53579861111211358</c:v>
                </c:pt>
                <c:pt idx="46294">
                  <c:v>0.53581018518161727</c:v>
                </c:pt>
                <c:pt idx="46295">
                  <c:v>0.53582175925839692</c:v>
                </c:pt>
                <c:pt idx="46296">
                  <c:v>0.53583333332790062</c:v>
                </c:pt>
                <c:pt idx="46297">
                  <c:v>0.53584490740468027</c:v>
                </c:pt>
                <c:pt idx="46298">
                  <c:v>0.53585648148145992</c:v>
                </c:pt>
                <c:pt idx="46299">
                  <c:v>0.53586805555096362</c:v>
                </c:pt>
                <c:pt idx="46300">
                  <c:v>0.53587962962774327</c:v>
                </c:pt>
                <c:pt idx="46301">
                  <c:v>0.53589120370452292</c:v>
                </c:pt>
                <c:pt idx="46302">
                  <c:v>0.53590277777402662</c:v>
                </c:pt>
                <c:pt idx="46303">
                  <c:v>0.53591435185080627</c:v>
                </c:pt>
                <c:pt idx="46304">
                  <c:v>0.53592592592030996</c:v>
                </c:pt>
                <c:pt idx="46305">
                  <c:v>0.53593749999708962</c:v>
                </c:pt>
                <c:pt idx="46306">
                  <c:v>0.53594907407386927</c:v>
                </c:pt>
                <c:pt idx="46307">
                  <c:v>0.53596064814337296</c:v>
                </c:pt>
                <c:pt idx="46308">
                  <c:v>0.53597222222015262</c:v>
                </c:pt>
                <c:pt idx="46309">
                  <c:v>0.53598379629693227</c:v>
                </c:pt>
                <c:pt idx="46310">
                  <c:v>0.53599537036643596</c:v>
                </c:pt>
                <c:pt idx="46311">
                  <c:v>0.53600694444321562</c:v>
                </c:pt>
                <c:pt idx="46312">
                  <c:v>0.53601851851271931</c:v>
                </c:pt>
                <c:pt idx="46313">
                  <c:v>0.53603009258949896</c:v>
                </c:pt>
                <c:pt idx="46314">
                  <c:v>0.53604166666627862</c:v>
                </c:pt>
                <c:pt idx="46315">
                  <c:v>0.53605324073578231</c:v>
                </c:pt>
                <c:pt idx="46316">
                  <c:v>0.53606481481256196</c:v>
                </c:pt>
                <c:pt idx="46317">
                  <c:v>0.53607638888934162</c:v>
                </c:pt>
                <c:pt idx="46318">
                  <c:v>0.53608796295884531</c:v>
                </c:pt>
                <c:pt idx="46319">
                  <c:v>0.53609953703562496</c:v>
                </c:pt>
                <c:pt idx="46320">
                  <c:v>0.53611111111240461</c:v>
                </c:pt>
                <c:pt idx="46321">
                  <c:v>0.53612268518190831</c:v>
                </c:pt>
                <c:pt idx="46322">
                  <c:v>0.53613425925868796</c:v>
                </c:pt>
                <c:pt idx="46323">
                  <c:v>0.53614583332819166</c:v>
                </c:pt>
                <c:pt idx="46324">
                  <c:v>0.53615740740497131</c:v>
                </c:pt>
                <c:pt idx="46325">
                  <c:v>0.53616898148175096</c:v>
                </c:pt>
                <c:pt idx="46326">
                  <c:v>0.53618055555125466</c:v>
                </c:pt>
                <c:pt idx="46327">
                  <c:v>0.53619212962803431</c:v>
                </c:pt>
                <c:pt idx="46328">
                  <c:v>0.53620370370481396</c:v>
                </c:pt>
                <c:pt idx="46329">
                  <c:v>0.53621527777431766</c:v>
                </c:pt>
                <c:pt idx="46330">
                  <c:v>0.53622685185109731</c:v>
                </c:pt>
                <c:pt idx="46331">
                  <c:v>0.536238425920601</c:v>
                </c:pt>
                <c:pt idx="46332">
                  <c:v>0.53624999999738066</c:v>
                </c:pt>
                <c:pt idx="46333">
                  <c:v>0.53626157407416031</c:v>
                </c:pt>
                <c:pt idx="46334">
                  <c:v>0.536273148143664</c:v>
                </c:pt>
                <c:pt idx="46335">
                  <c:v>0.53628472222044365</c:v>
                </c:pt>
                <c:pt idx="46336">
                  <c:v>0.53629629629722331</c:v>
                </c:pt>
                <c:pt idx="46337">
                  <c:v>0.536307870366727</c:v>
                </c:pt>
                <c:pt idx="46338">
                  <c:v>0.53631944444350665</c:v>
                </c:pt>
                <c:pt idx="46339">
                  <c:v>0.53633101851301035</c:v>
                </c:pt>
                <c:pt idx="46340">
                  <c:v>0.53634259258979</c:v>
                </c:pt>
                <c:pt idx="46341">
                  <c:v>0.53635416666656965</c:v>
                </c:pt>
                <c:pt idx="46342">
                  <c:v>0.53636574073607335</c:v>
                </c:pt>
                <c:pt idx="46343">
                  <c:v>0.536377314812853</c:v>
                </c:pt>
                <c:pt idx="46344">
                  <c:v>0.53638888888963265</c:v>
                </c:pt>
                <c:pt idx="46345">
                  <c:v>0.53640046295913635</c:v>
                </c:pt>
                <c:pt idx="46346">
                  <c:v>0.536412037035916</c:v>
                </c:pt>
                <c:pt idx="46347">
                  <c:v>0.5364236111054197</c:v>
                </c:pt>
                <c:pt idx="46348">
                  <c:v>0.53643518518219935</c:v>
                </c:pt>
                <c:pt idx="46349">
                  <c:v>0.536446759258979</c:v>
                </c:pt>
                <c:pt idx="46350">
                  <c:v>0.53645833332848269</c:v>
                </c:pt>
                <c:pt idx="46351">
                  <c:v>0.53646990740526235</c:v>
                </c:pt>
                <c:pt idx="46352">
                  <c:v>0.536481481482042</c:v>
                </c:pt>
                <c:pt idx="46353">
                  <c:v>0.53649305555154569</c:v>
                </c:pt>
                <c:pt idx="46354">
                  <c:v>0.53650462962832535</c:v>
                </c:pt>
                <c:pt idx="46355">
                  <c:v>0.53651620369782904</c:v>
                </c:pt>
                <c:pt idx="46356">
                  <c:v>0.53652777777460869</c:v>
                </c:pt>
                <c:pt idx="46357">
                  <c:v>0.53653935185138835</c:v>
                </c:pt>
                <c:pt idx="46358">
                  <c:v>0.53655092592089204</c:v>
                </c:pt>
                <c:pt idx="46359">
                  <c:v>0.53656249999767169</c:v>
                </c:pt>
                <c:pt idx="46360">
                  <c:v>0.53657407407445135</c:v>
                </c:pt>
                <c:pt idx="46361">
                  <c:v>0.53658564814395504</c:v>
                </c:pt>
                <c:pt idx="46362">
                  <c:v>0.53659722222073469</c:v>
                </c:pt>
                <c:pt idx="46363">
                  <c:v>0.53660879629751435</c:v>
                </c:pt>
                <c:pt idx="46364">
                  <c:v>0.53662037036701804</c:v>
                </c:pt>
                <c:pt idx="46365">
                  <c:v>0.53663194444379769</c:v>
                </c:pt>
                <c:pt idx="46366">
                  <c:v>0.53664351851330139</c:v>
                </c:pt>
                <c:pt idx="46367">
                  <c:v>0.53665509259008104</c:v>
                </c:pt>
                <c:pt idx="46368">
                  <c:v>0.53666666666686069</c:v>
                </c:pt>
                <c:pt idx="46369">
                  <c:v>0.53667824073636439</c:v>
                </c:pt>
                <c:pt idx="46370">
                  <c:v>0.53668981481314404</c:v>
                </c:pt>
                <c:pt idx="46371">
                  <c:v>0.53670138888992369</c:v>
                </c:pt>
                <c:pt idx="46372">
                  <c:v>0.53671296295942739</c:v>
                </c:pt>
                <c:pt idx="46373">
                  <c:v>0.53672453703620704</c:v>
                </c:pt>
                <c:pt idx="46374">
                  <c:v>0.53673611110571073</c:v>
                </c:pt>
                <c:pt idx="46375">
                  <c:v>0.53674768518249039</c:v>
                </c:pt>
                <c:pt idx="46376">
                  <c:v>0.53675925925927004</c:v>
                </c:pt>
                <c:pt idx="46377">
                  <c:v>0.53677083332877373</c:v>
                </c:pt>
                <c:pt idx="46378">
                  <c:v>0.53678240740555339</c:v>
                </c:pt>
                <c:pt idx="46379">
                  <c:v>0.53679398148233304</c:v>
                </c:pt>
                <c:pt idx="46380">
                  <c:v>0.53680555555183673</c:v>
                </c:pt>
                <c:pt idx="46381">
                  <c:v>0.53681712962861639</c:v>
                </c:pt>
                <c:pt idx="46382">
                  <c:v>0.53682870369812008</c:v>
                </c:pt>
                <c:pt idx="46383">
                  <c:v>0.53684027777489973</c:v>
                </c:pt>
                <c:pt idx="46384">
                  <c:v>0.53685185185167938</c:v>
                </c:pt>
                <c:pt idx="46385">
                  <c:v>0.53686342592118308</c:v>
                </c:pt>
                <c:pt idx="46386">
                  <c:v>0.53687499999796273</c:v>
                </c:pt>
                <c:pt idx="46387">
                  <c:v>0.53688657407474238</c:v>
                </c:pt>
                <c:pt idx="46388">
                  <c:v>0.53689814814424608</c:v>
                </c:pt>
                <c:pt idx="46389">
                  <c:v>0.53690972222102573</c:v>
                </c:pt>
                <c:pt idx="46390">
                  <c:v>0.53692129629052943</c:v>
                </c:pt>
                <c:pt idx="46391">
                  <c:v>0.53693287036730908</c:v>
                </c:pt>
                <c:pt idx="46392">
                  <c:v>0.53694444444408873</c:v>
                </c:pt>
                <c:pt idx="46393">
                  <c:v>0.53695601851359243</c:v>
                </c:pt>
                <c:pt idx="46394">
                  <c:v>0.53696759259037208</c:v>
                </c:pt>
                <c:pt idx="46395">
                  <c:v>0.53697916666715173</c:v>
                </c:pt>
                <c:pt idx="46396">
                  <c:v>0.53699074073665543</c:v>
                </c:pt>
                <c:pt idx="46397">
                  <c:v>0.53700231481343508</c:v>
                </c:pt>
                <c:pt idx="46398">
                  <c:v>0.53701388889021473</c:v>
                </c:pt>
                <c:pt idx="46399">
                  <c:v>0.53702546295971842</c:v>
                </c:pt>
                <c:pt idx="46400">
                  <c:v>0.53703703703649808</c:v>
                </c:pt>
                <c:pt idx="46401">
                  <c:v>0.53704861110600177</c:v>
                </c:pt>
                <c:pt idx="46402">
                  <c:v>0.53706018518278142</c:v>
                </c:pt>
                <c:pt idx="46403">
                  <c:v>0.53707175925956108</c:v>
                </c:pt>
                <c:pt idx="46404">
                  <c:v>0.53708333332906477</c:v>
                </c:pt>
                <c:pt idx="46405">
                  <c:v>0.53709490740584442</c:v>
                </c:pt>
                <c:pt idx="46406">
                  <c:v>0.53710648148262408</c:v>
                </c:pt>
                <c:pt idx="46407">
                  <c:v>0.53711805555212777</c:v>
                </c:pt>
                <c:pt idx="46408">
                  <c:v>0.53712962962890742</c:v>
                </c:pt>
                <c:pt idx="46409">
                  <c:v>0.53714120369841112</c:v>
                </c:pt>
                <c:pt idx="46410">
                  <c:v>0.53715277777519077</c:v>
                </c:pt>
                <c:pt idx="46411">
                  <c:v>0.53716435185197042</c:v>
                </c:pt>
                <c:pt idx="46412">
                  <c:v>0.53717592592147412</c:v>
                </c:pt>
                <c:pt idx="46413">
                  <c:v>0.53718749999825377</c:v>
                </c:pt>
                <c:pt idx="46414">
                  <c:v>0.53719907407503342</c:v>
                </c:pt>
                <c:pt idx="46415">
                  <c:v>0.53721064814453712</c:v>
                </c:pt>
                <c:pt idx="46416">
                  <c:v>0.53722222222131677</c:v>
                </c:pt>
                <c:pt idx="46417">
                  <c:v>0.53723379629082046</c:v>
                </c:pt>
                <c:pt idx="46418">
                  <c:v>0.53724537036760012</c:v>
                </c:pt>
                <c:pt idx="46419">
                  <c:v>0.53725694444437977</c:v>
                </c:pt>
                <c:pt idx="46420">
                  <c:v>0.53726851851388346</c:v>
                </c:pt>
                <c:pt idx="46421">
                  <c:v>0.53728009259066312</c:v>
                </c:pt>
                <c:pt idx="46422">
                  <c:v>0.53729166666744277</c:v>
                </c:pt>
                <c:pt idx="46423">
                  <c:v>0.53730324073694646</c:v>
                </c:pt>
                <c:pt idx="46424">
                  <c:v>0.53731481481372612</c:v>
                </c:pt>
                <c:pt idx="46425">
                  <c:v>0.53732638888322981</c:v>
                </c:pt>
                <c:pt idx="46426">
                  <c:v>0.53733796296000946</c:v>
                </c:pt>
                <c:pt idx="46427">
                  <c:v>0.53734953703678912</c:v>
                </c:pt>
                <c:pt idx="46428">
                  <c:v>0.53736111110629281</c:v>
                </c:pt>
                <c:pt idx="46429">
                  <c:v>0.53737268518307246</c:v>
                </c:pt>
                <c:pt idx="46430">
                  <c:v>0.53738425925985212</c:v>
                </c:pt>
                <c:pt idx="46431">
                  <c:v>0.53739583332935581</c:v>
                </c:pt>
                <c:pt idx="46432">
                  <c:v>0.53740740740613546</c:v>
                </c:pt>
                <c:pt idx="46433">
                  <c:v>0.53741898147563916</c:v>
                </c:pt>
                <c:pt idx="46434">
                  <c:v>0.53743055555241881</c:v>
                </c:pt>
                <c:pt idx="46435">
                  <c:v>0.53744212962919846</c:v>
                </c:pt>
                <c:pt idx="46436">
                  <c:v>0.53745370369870216</c:v>
                </c:pt>
                <c:pt idx="46437">
                  <c:v>0.53746527777548181</c:v>
                </c:pt>
                <c:pt idx="46438">
                  <c:v>0.53747685185226146</c:v>
                </c:pt>
                <c:pt idx="46439">
                  <c:v>0.53748842592176516</c:v>
                </c:pt>
                <c:pt idx="46440">
                  <c:v>0.53749999999854481</c:v>
                </c:pt>
                <c:pt idx="46441">
                  <c:v>0.53751157407532446</c:v>
                </c:pt>
                <c:pt idx="46442">
                  <c:v>0.53752314814482816</c:v>
                </c:pt>
                <c:pt idx="46443">
                  <c:v>0.53753472222160781</c:v>
                </c:pt>
                <c:pt idx="46444">
                  <c:v>0.5375462962911115</c:v>
                </c:pt>
                <c:pt idx="46445">
                  <c:v>0.53755787036789116</c:v>
                </c:pt>
                <c:pt idx="46446">
                  <c:v>0.53756944444467081</c:v>
                </c:pt>
                <c:pt idx="46447">
                  <c:v>0.5375810185141745</c:v>
                </c:pt>
                <c:pt idx="46448">
                  <c:v>0.53759259259095415</c:v>
                </c:pt>
                <c:pt idx="46449">
                  <c:v>0.53760416666773381</c:v>
                </c:pt>
                <c:pt idx="46450">
                  <c:v>0.5376157407372375</c:v>
                </c:pt>
                <c:pt idx="46451">
                  <c:v>0.53762731481401715</c:v>
                </c:pt>
                <c:pt idx="46452">
                  <c:v>0.53763888888352085</c:v>
                </c:pt>
                <c:pt idx="46453">
                  <c:v>0.5376504629603005</c:v>
                </c:pt>
                <c:pt idx="46454">
                  <c:v>0.53766203703708015</c:v>
                </c:pt>
                <c:pt idx="46455">
                  <c:v>0.53767361110658385</c:v>
                </c:pt>
                <c:pt idx="46456">
                  <c:v>0.5376851851833635</c:v>
                </c:pt>
                <c:pt idx="46457">
                  <c:v>0.53769675926014315</c:v>
                </c:pt>
                <c:pt idx="46458">
                  <c:v>0.53770833332964685</c:v>
                </c:pt>
                <c:pt idx="46459">
                  <c:v>0.5377199074064265</c:v>
                </c:pt>
                <c:pt idx="46460">
                  <c:v>0.5377314814759302</c:v>
                </c:pt>
                <c:pt idx="46461">
                  <c:v>0.53774305555270985</c:v>
                </c:pt>
                <c:pt idx="46462">
                  <c:v>0.5377546296294895</c:v>
                </c:pt>
                <c:pt idx="46463">
                  <c:v>0.53776620369899319</c:v>
                </c:pt>
                <c:pt idx="46464">
                  <c:v>0.53777777777577285</c:v>
                </c:pt>
                <c:pt idx="46465">
                  <c:v>0.5377893518525525</c:v>
                </c:pt>
                <c:pt idx="46466">
                  <c:v>0.53780092592205619</c:v>
                </c:pt>
                <c:pt idx="46467">
                  <c:v>0.53781249999883585</c:v>
                </c:pt>
                <c:pt idx="46468">
                  <c:v>0.53782407406833954</c:v>
                </c:pt>
                <c:pt idx="46469">
                  <c:v>0.53783564814511919</c:v>
                </c:pt>
                <c:pt idx="46470">
                  <c:v>0.53784722222189885</c:v>
                </c:pt>
                <c:pt idx="46471">
                  <c:v>0.53785879629140254</c:v>
                </c:pt>
                <c:pt idx="46472">
                  <c:v>0.53787037036818219</c:v>
                </c:pt>
                <c:pt idx="46473">
                  <c:v>0.53788194444496185</c:v>
                </c:pt>
                <c:pt idx="46474">
                  <c:v>0.53789351851446554</c:v>
                </c:pt>
                <c:pt idx="46475">
                  <c:v>0.53790509259124519</c:v>
                </c:pt>
                <c:pt idx="46476">
                  <c:v>0.53791666666074889</c:v>
                </c:pt>
                <c:pt idx="46477">
                  <c:v>0.53792824073752854</c:v>
                </c:pt>
                <c:pt idx="46478">
                  <c:v>0.53793981481430819</c:v>
                </c:pt>
                <c:pt idx="46479">
                  <c:v>0.53795138888381189</c:v>
                </c:pt>
                <c:pt idx="46480">
                  <c:v>0.53796296296059154</c:v>
                </c:pt>
                <c:pt idx="46481">
                  <c:v>0.53797453703737119</c:v>
                </c:pt>
                <c:pt idx="46482">
                  <c:v>0.53798611110687489</c:v>
                </c:pt>
                <c:pt idx="46483">
                  <c:v>0.53799768518365454</c:v>
                </c:pt>
                <c:pt idx="46484">
                  <c:v>0.53800925926043419</c:v>
                </c:pt>
                <c:pt idx="46485">
                  <c:v>0.53802083332993789</c:v>
                </c:pt>
                <c:pt idx="46486">
                  <c:v>0.53803240740671754</c:v>
                </c:pt>
                <c:pt idx="46487">
                  <c:v>0.53804398147622123</c:v>
                </c:pt>
                <c:pt idx="46488">
                  <c:v>0.53805555555300089</c:v>
                </c:pt>
                <c:pt idx="46489">
                  <c:v>0.53806712962978054</c:v>
                </c:pt>
                <c:pt idx="46490">
                  <c:v>0.53807870369928423</c:v>
                </c:pt>
                <c:pt idx="46491">
                  <c:v>0.53809027777606389</c:v>
                </c:pt>
                <c:pt idx="46492">
                  <c:v>0.53810185185284354</c:v>
                </c:pt>
                <c:pt idx="46493">
                  <c:v>0.53811342592234723</c:v>
                </c:pt>
                <c:pt idx="46494">
                  <c:v>0.53812499999912689</c:v>
                </c:pt>
                <c:pt idx="46495">
                  <c:v>0.53813657406863058</c:v>
                </c:pt>
                <c:pt idx="46496">
                  <c:v>0.53814814814541023</c:v>
                </c:pt>
                <c:pt idx="46497">
                  <c:v>0.53815972222218988</c:v>
                </c:pt>
                <c:pt idx="46498">
                  <c:v>0.53817129629169358</c:v>
                </c:pt>
                <c:pt idx="46499">
                  <c:v>0.53818287036847323</c:v>
                </c:pt>
                <c:pt idx="46500">
                  <c:v>0.53819444444525288</c:v>
                </c:pt>
                <c:pt idx="46501">
                  <c:v>0.53820601851475658</c:v>
                </c:pt>
                <c:pt idx="46502">
                  <c:v>0.53821759259153623</c:v>
                </c:pt>
                <c:pt idx="46503">
                  <c:v>0.53822916666103993</c:v>
                </c:pt>
                <c:pt idx="46504">
                  <c:v>0.53824074073781958</c:v>
                </c:pt>
                <c:pt idx="46505">
                  <c:v>0.53825231481459923</c:v>
                </c:pt>
                <c:pt idx="46506">
                  <c:v>0.53826388888410293</c:v>
                </c:pt>
                <c:pt idx="46507">
                  <c:v>0.53827546296088258</c:v>
                </c:pt>
                <c:pt idx="46508">
                  <c:v>0.53828703703766223</c:v>
                </c:pt>
                <c:pt idx="46509">
                  <c:v>0.53829861110716593</c:v>
                </c:pt>
                <c:pt idx="46510">
                  <c:v>0.53831018518394558</c:v>
                </c:pt>
                <c:pt idx="46511">
                  <c:v>0.53832175925344927</c:v>
                </c:pt>
                <c:pt idx="46512">
                  <c:v>0.53833333333022892</c:v>
                </c:pt>
                <c:pt idx="46513">
                  <c:v>0.53834490740700858</c:v>
                </c:pt>
                <c:pt idx="46514">
                  <c:v>0.53835648147651227</c:v>
                </c:pt>
                <c:pt idx="46515">
                  <c:v>0.53836805555329192</c:v>
                </c:pt>
                <c:pt idx="46516">
                  <c:v>0.53837962963007158</c:v>
                </c:pt>
                <c:pt idx="46517">
                  <c:v>0.53839120369957527</c:v>
                </c:pt>
                <c:pt idx="46518">
                  <c:v>0.53840277777635492</c:v>
                </c:pt>
                <c:pt idx="46519">
                  <c:v>0.53841435185313458</c:v>
                </c:pt>
                <c:pt idx="46520">
                  <c:v>0.53842592592263827</c:v>
                </c:pt>
                <c:pt idx="46521">
                  <c:v>0.53843749999941792</c:v>
                </c:pt>
                <c:pt idx="46522">
                  <c:v>0.53844907406892162</c:v>
                </c:pt>
                <c:pt idx="46523">
                  <c:v>0.53846064814570127</c:v>
                </c:pt>
                <c:pt idx="46524">
                  <c:v>0.53847222222248092</c:v>
                </c:pt>
                <c:pt idx="46525">
                  <c:v>0.53848379629198462</c:v>
                </c:pt>
                <c:pt idx="46526">
                  <c:v>0.53849537036876427</c:v>
                </c:pt>
                <c:pt idx="46527">
                  <c:v>0.53850694444554392</c:v>
                </c:pt>
                <c:pt idx="46528">
                  <c:v>0.53851851851504762</c:v>
                </c:pt>
                <c:pt idx="46529">
                  <c:v>0.53853009259182727</c:v>
                </c:pt>
                <c:pt idx="46530">
                  <c:v>0.53854166666133096</c:v>
                </c:pt>
                <c:pt idx="46531">
                  <c:v>0.53855324073811062</c:v>
                </c:pt>
                <c:pt idx="46532">
                  <c:v>0.53856481481489027</c:v>
                </c:pt>
                <c:pt idx="46533">
                  <c:v>0.53857638888439396</c:v>
                </c:pt>
                <c:pt idx="46534">
                  <c:v>0.53858796296117362</c:v>
                </c:pt>
                <c:pt idx="46535">
                  <c:v>0.53859953703795327</c:v>
                </c:pt>
                <c:pt idx="46536">
                  <c:v>0.53861111110745696</c:v>
                </c:pt>
                <c:pt idx="46537">
                  <c:v>0.53862268518423662</c:v>
                </c:pt>
                <c:pt idx="46538">
                  <c:v>0.53863425925374031</c:v>
                </c:pt>
                <c:pt idx="46539">
                  <c:v>0.53864583333051996</c:v>
                </c:pt>
                <c:pt idx="46540">
                  <c:v>0.53865740740729962</c:v>
                </c:pt>
                <c:pt idx="46541">
                  <c:v>0.53866898147680331</c:v>
                </c:pt>
                <c:pt idx="46542">
                  <c:v>0.53868055555358296</c:v>
                </c:pt>
                <c:pt idx="46543">
                  <c:v>0.53869212963036261</c:v>
                </c:pt>
                <c:pt idx="46544">
                  <c:v>0.53870370369986631</c:v>
                </c:pt>
                <c:pt idx="46545">
                  <c:v>0.53871527777664596</c:v>
                </c:pt>
                <c:pt idx="46546">
                  <c:v>0.53872685184614966</c:v>
                </c:pt>
                <c:pt idx="46547">
                  <c:v>0.53873842592292931</c:v>
                </c:pt>
                <c:pt idx="46548">
                  <c:v>0.53874999999970896</c:v>
                </c:pt>
                <c:pt idx="46549">
                  <c:v>0.53876157406921266</c:v>
                </c:pt>
                <c:pt idx="46550">
                  <c:v>0.53877314814599231</c:v>
                </c:pt>
                <c:pt idx="46551">
                  <c:v>0.53878472222277196</c:v>
                </c:pt>
                <c:pt idx="46552">
                  <c:v>0.53879629629227566</c:v>
                </c:pt>
                <c:pt idx="46553">
                  <c:v>0.53880787036905531</c:v>
                </c:pt>
                <c:pt idx="46554">
                  <c:v>0.538819444438559</c:v>
                </c:pt>
                <c:pt idx="46555">
                  <c:v>0.53883101851533866</c:v>
                </c:pt>
                <c:pt idx="46556">
                  <c:v>0.53884259259211831</c:v>
                </c:pt>
                <c:pt idx="46557">
                  <c:v>0.538854166661622</c:v>
                </c:pt>
                <c:pt idx="46558">
                  <c:v>0.53886574073840166</c:v>
                </c:pt>
                <c:pt idx="46559">
                  <c:v>0.53887731481518131</c:v>
                </c:pt>
                <c:pt idx="46560">
                  <c:v>0.538888888884685</c:v>
                </c:pt>
                <c:pt idx="46561">
                  <c:v>0.53890046296146465</c:v>
                </c:pt>
                <c:pt idx="46562">
                  <c:v>0.53891203703824431</c:v>
                </c:pt>
                <c:pt idx="46563">
                  <c:v>0.538923611107748</c:v>
                </c:pt>
                <c:pt idx="46564">
                  <c:v>0.53893518518452765</c:v>
                </c:pt>
                <c:pt idx="46565">
                  <c:v>0.53894675925403135</c:v>
                </c:pt>
                <c:pt idx="46566">
                  <c:v>0.538958333330811</c:v>
                </c:pt>
                <c:pt idx="46567">
                  <c:v>0.53896990740759065</c:v>
                </c:pt>
                <c:pt idx="46568">
                  <c:v>0.53898148147709435</c:v>
                </c:pt>
                <c:pt idx="46569">
                  <c:v>0.538993055553874</c:v>
                </c:pt>
                <c:pt idx="46570">
                  <c:v>0.53900462963065365</c:v>
                </c:pt>
                <c:pt idx="46571">
                  <c:v>0.53901620370015735</c:v>
                </c:pt>
                <c:pt idx="46572">
                  <c:v>0.539027777776937</c:v>
                </c:pt>
                <c:pt idx="46573">
                  <c:v>0.5390393518464407</c:v>
                </c:pt>
                <c:pt idx="46574">
                  <c:v>0.53905092592322035</c:v>
                </c:pt>
                <c:pt idx="46575">
                  <c:v>0.5390625</c:v>
                </c:pt>
                <c:pt idx="46576">
                  <c:v>0.53907407406950369</c:v>
                </c:pt>
                <c:pt idx="46577">
                  <c:v>0.53908564814628335</c:v>
                </c:pt>
                <c:pt idx="46578">
                  <c:v>0.539097222223063</c:v>
                </c:pt>
                <c:pt idx="46579">
                  <c:v>0.53910879629256669</c:v>
                </c:pt>
                <c:pt idx="46580">
                  <c:v>0.53912037036934635</c:v>
                </c:pt>
                <c:pt idx="46581">
                  <c:v>0.53913194443885004</c:v>
                </c:pt>
                <c:pt idx="46582">
                  <c:v>0.53914351851562969</c:v>
                </c:pt>
                <c:pt idx="46583">
                  <c:v>0.53915509259240935</c:v>
                </c:pt>
                <c:pt idx="46584">
                  <c:v>0.53916666666191304</c:v>
                </c:pt>
                <c:pt idx="46585">
                  <c:v>0.53917824073869269</c:v>
                </c:pt>
                <c:pt idx="46586">
                  <c:v>0.53918981481547235</c:v>
                </c:pt>
                <c:pt idx="46587">
                  <c:v>0.53920138888497604</c:v>
                </c:pt>
                <c:pt idx="46588">
                  <c:v>0.53921296296175569</c:v>
                </c:pt>
                <c:pt idx="46589">
                  <c:v>0.53922453703125939</c:v>
                </c:pt>
                <c:pt idx="46590">
                  <c:v>0.53923611110803904</c:v>
                </c:pt>
                <c:pt idx="46591">
                  <c:v>0.53924768518481869</c:v>
                </c:pt>
                <c:pt idx="46592">
                  <c:v>0.53925925925432239</c:v>
                </c:pt>
                <c:pt idx="46593">
                  <c:v>0.53927083333110204</c:v>
                </c:pt>
                <c:pt idx="46594">
                  <c:v>0.53928240740788169</c:v>
                </c:pt>
                <c:pt idx="46595">
                  <c:v>0.53929398147738539</c:v>
                </c:pt>
                <c:pt idx="46596">
                  <c:v>0.53930555555416504</c:v>
                </c:pt>
                <c:pt idx="46597">
                  <c:v>0.53931712963094469</c:v>
                </c:pt>
                <c:pt idx="46598">
                  <c:v>0.53932870370044839</c:v>
                </c:pt>
                <c:pt idx="46599">
                  <c:v>0.53934027777722804</c:v>
                </c:pt>
                <c:pt idx="46600">
                  <c:v>0.53935185184673173</c:v>
                </c:pt>
                <c:pt idx="46601">
                  <c:v>0.53936342592351139</c:v>
                </c:pt>
                <c:pt idx="46602">
                  <c:v>0.53937500000029104</c:v>
                </c:pt>
                <c:pt idx="46603">
                  <c:v>0.53938657406979473</c:v>
                </c:pt>
                <c:pt idx="46604">
                  <c:v>0.53939814814657439</c:v>
                </c:pt>
                <c:pt idx="46605">
                  <c:v>0.53940972222335404</c:v>
                </c:pt>
                <c:pt idx="46606">
                  <c:v>0.53942129629285773</c:v>
                </c:pt>
                <c:pt idx="46607">
                  <c:v>0.53943287036963739</c:v>
                </c:pt>
                <c:pt idx="46608">
                  <c:v>0.53944444443914108</c:v>
                </c:pt>
                <c:pt idx="46609">
                  <c:v>0.53945601851592073</c:v>
                </c:pt>
                <c:pt idx="46610">
                  <c:v>0.53946759259270038</c:v>
                </c:pt>
                <c:pt idx="46611">
                  <c:v>0.53947916666220408</c:v>
                </c:pt>
                <c:pt idx="46612">
                  <c:v>0.53949074073898373</c:v>
                </c:pt>
                <c:pt idx="46613">
                  <c:v>0.53950231481576338</c:v>
                </c:pt>
                <c:pt idx="46614">
                  <c:v>0.53951388888526708</c:v>
                </c:pt>
                <c:pt idx="46615">
                  <c:v>0.53952546296204673</c:v>
                </c:pt>
                <c:pt idx="46616">
                  <c:v>0.53953703703155043</c:v>
                </c:pt>
                <c:pt idx="46617">
                  <c:v>0.53954861110833008</c:v>
                </c:pt>
                <c:pt idx="46618">
                  <c:v>0.53956018518510973</c:v>
                </c:pt>
                <c:pt idx="46619">
                  <c:v>0.53957175925461343</c:v>
                </c:pt>
                <c:pt idx="46620">
                  <c:v>0.53958333333139308</c:v>
                </c:pt>
                <c:pt idx="46621">
                  <c:v>0.53959490740817273</c:v>
                </c:pt>
                <c:pt idx="46622">
                  <c:v>0.53960648147767643</c:v>
                </c:pt>
                <c:pt idx="46623">
                  <c:v>0.53961805555445608</c:v>
                </c:pt>
                <c:pt idx="46624">
                  <c:v>0.53962962962395977</c:v>
                </c:pt>
                <c:pt idx="46625">
                  <c:v>0.53964120370073942</c:v>
                </c:pt>
                <c:pt idx="46626">
                  <c:v>0.53965277777751908</c:v>
                </c:pt>
                <c:pt idx="46627">
                  <c:v>0.53966435184702277</c:v>
                </c:pt>
                <c:pt idx="46628">
                  <c:v>0.53967592592380242</c:v>
                </c:pt>
                <c:pt idx="46629">
                  <c:v>0.53968750000058208</c:v>
                </c:pt>
                <c:pt idx="46630">
                  <c:v>0.53969907407008577</c:v>
                </c:pt>
                <c:pt idx="46631">
                  <c:v>0.53971064814686542</c:v>
                </c:pt>
                <c:pt idx="46632">
                  <c:v>0.53972222221636912</c:v>
                </c:pt>
                <c:pt idx="46633">
                  <c:v>0.53973379629314877</c:v>
                </c:pt>
                <c:pt idx="46634">
                  <c:v>0.53974537036992842</c:v>
                </c:pt>
                <c:pt idx="46635">
                  <c:v>0.53975694443943212</c:v>
                </c:pt>
                <c:pt idx="46636">
                  <c:v>0.53976851851621177</c:v>
                </c:pt>
                <c:pt idx="46637">
                  <c:v>0.53978009259299142</c:v>
                </c:pt>
                <c:pt idx="46638">
                  <c:v>0.53979166666249512</c:v>
                </c:pt>
                <c:pt idx="46639">
                  <c:v>0.53980324073927477</c:v>
                </c:pt>
                <c:pt idx="46640">
                  <c:v>0.53981481481605442</c:v>
                </c:pt>
                <c:pt idx="46641">
                  <c:v>0.53982638888555812</c:v>
                </c:pt>
                <c:pt idx="46642">
                  <c:v>0.53983796296233777</c:v>
                </c:pt>
                <c:pt idx="46643">
                  <c:v>0.53984953703184146</c:v>
                </c:pt>
                <c:pt idx="46644">
                  <c:v>0.53986111110862112</c:v>
                </c:pt>
                <c:pt idx="46645">
                  <c:v>0.53987268518540077</c:v>
                </c:pt>
                <c:pt idx="46646">
                  <c:v>0.53988425925490446</c:v>
                </c:pt>
                <c:pt idx="46647">
                  <c:v>0.53989583333168412</c:v>
                </c:pt>
                <c:pt idx="46648">
                  <c:v>0.53990740740846377</c:v>
                </c:pt>
                <c:pt idx="46649">
                  <c:v>0.53991898147796746</c:v>
                </c:pt>
                <c:pt idx="46650">
                  <c:v>0.53993055555474712</c:v>
                </c:pt>
                <c:pt idx="46651">
                  <c:v>0.53994212962425081</c:v>
                </c:pt>
                <c:pt idx="46652">
                  <c:v>0.53995370370103046</c:v>
                </c:pt>
                <c:pt idx="46653">
                  <c:v>0.53996527777781012</c:v>
                </c:pt>
                <c:pt idx="46654">
                  <c:v>0.53997685184731381</c:v>
                </c:pt>
                <c:pt idx="46655">
                  <c:v>0.53998842592409346</c:v>
                </c:pt>
                <c:pt idx="46656">
                  <c:v>0.54000000000087311</c:v>
                </c:pt>
                <c:pt idx="46657">
                  <c:v>0.54001157407037681</c:v>
                </c:pt>
                <c:pt idx="46658">
                  <c:v>0.54002314814715646</c:v>
                </c:pt>
                <c:pt idx="46659">
                  <c:v>0.54003472221666016</c:v>
                </c:pt>
                <c:pt idx="46660">
                  <c:v>0.54004629629343981</c:v>
                </c:pt>
                <c:pt idx="46661">
                  <c:v>0.54005787037021946</c:v>
                </c:pt>
                <c:pt idx="46662">
                  <c:v>0.54006944443972316</c:v>
                </c:pt>
                <c:pt idx="46663">
                  <c:v>0.54008101851650281</c:v>
                </c:pt>
                <c:pt idx="46664">
                  <c:v>0.54009259259328246</c:v>
                </c:pt>
                <c:pt idx="46665">
                  <c:v>0.54010416666278616</c:v>
                </c:pt>
                <c:pt idx="46666">
                  <c:v>0.54011574073956581</c:v>
                </c:pt>
                <c:pt idx="46667">
                  <c:v>0.5401273148090695</c:v>
                </c:pt>
                <c:pt idx="46668">
                  <c:v>0.54013888888584916</c:v>
                </c:pt>
                <c:pt idx="46669">
                  <c:v>0.54015046296262881</c:v>
                </c:pt>
                <c:pt idx="46670">
                  <c:v>0.5401620370321325</c:v>
                </c:pt>
                <c:pt idx="46671">
                  <c:v>0.54017361110891216</c:v>
                </c:pt>
                <c:pt idx="46672">
                  <c:v>0.54018518518569181</c:v>
                </c:pt>
                <c:pt idx="46673">
                  <c:v>0.5401967592551955</c:v>
                </c:pt>
                <c:pt idx="46674">
                  <c:v>0.54020833333197515</c:v>
                </c:pt>
                <c:pt idx="46675">
                  <c:v>0.54021990740147885</c:v>
                </c:pt>
                <c:pt idx="46676">
                  <c:v>0.5402314814782585</c:v>
                </c:pt>
                <c:pt idx="46677">
                  <c:v>0.54024305555503815</c:v>
                </c:pt>
                <c:pt idx="46678">
                  <c:v>0.54025462962454185</c:v>
                </c:pt>
                <c:pt idx="46679">
                  <c:v>0.5402662037013215</c:v>
                </c:pt>
                <c:pt idx="46680">
                  <c:v>0.54027777777810115</c:v>
                </c:pt>
                <c:pt idx="46681">
                  <c:v>0.54028935184760485</c:v>
                </c:pt>
                <c:pt idx="46682">
                  <c:v>0.5403009259243845</c:v>
                </c:pt>
                <c:pt idx="46683">
                  <c:v>0.54031250000116415</c:v>
                </c:pt>
                <c:pt idx="46684">
                  <c:v>0.54032407407066785</c:v>
                </c:pt>
                <c:pt idx="46685">
                  <c:v>0.5403356481474475</c:v>
                </c:pt>
                <c:pt idx="46686">
                  <c:v>0.5403472222169512</c:v>
                </c:pt>
                <c:pt idx="46687">
                  <c:v>0.54035879629373085</c:v>
                </c:pt>
                <c:pt idx="46688">
                  <c:v>0.5403703703705105</c:v>
                </c:pt>
                <c:pt idx="46689">
                  <c:v>0.54038194444001419</c:v>
                </c:pt>
                <c:pt idx="46690">
                  <c:v>0.54039351851679385</c:v>
                </c:pt>
                <c:pt idx="46691">
                  <c:v>0.5404050925935735</c:v>
                </c:pt>
                <c:pt idx="46692">
                  <c:v>0.54041666666307719</c:v>
                </c:pt>
                <c:pt idx="46693">
                  <c:v>0.54042824073985685</c:v>
                </c:pt>
                <c:pt idx="46694">
                  <c:v>0.54043981480936054</c:v>
                </c:pt>
                <c:pt idx="46695">
                  <c:v>0.54045138888614019</c:v>
                </c:pt>
                <c:pt idx="46696">
                  <c:v>0.54046296296291985</c:v>
                </c:pt>
                <c:pt idx="46697">
                  <c:v>0.54047453703242354</c:v>
                </c:pt>
                <c:pt idx="46698">
                  <c:v>0.54048611110920319</c:v>
                </c:pt>
                <c:pt idx="46699">
                  <c:v>0.54049768518598285</c:v>
                </c:pt>
                <c:pt idx="46700">
                  <c:v>0.54050925925548654</c:v>
                </c:pt>
                <c:pt idx="46701">
                  <c:v>0.54052083333226619</c:v>
                </c:pt>
                <c:pt idx="46702">
                  <c:v>0.54053240740176989</c:v>
                </c:pt>
                <c:pt idx="46703">
                  <c:v>0.54054398147854954</c:v>
                </c:pt>
                <c:pt idx="46704">
                  <c:v>0.54055555555532919</c:v>
                </c:pt>
                <c:pt idx="46705">
                  <c:v>0.54056712962483289</c:v>
                </c:pt>
                <c:pt idx="46706">
                  <c:v>0.54057870370161254</c:v>
                </c:pt>
                <c:pt idx="46707">
                  <c:v>0.54059027777839219</c:v>
                </c:pt>
                <c:pt idx="46708">
                  <c:v>0.54060185184789589</c:v>
                </c:pt>
                <c:pt idx="46709">
                  <c:v>0.54061342592467554</c:v>
                </c:pt>
                <c:pt idx="46710">
                  <c:v>0.54062499999417923</c:v>
                </c:pt>
                <c:pt idx="46711">
                  <c:v>0.54063657407095889</c:v>
                </c:pt>
                <c:pt idx="46712">
                  <c:v>0.54064814814773854</c:v>
                </c:pt>
                <c:pt idx="46713">
                  <c:v>0.54065972221724223</c:v>
                </c:pt>
                <c:pt idx="46714">
                  <c:v>0.54067129629402189</c:v>
                </c:pt>
                <c:pt idx="46715">
                  <c:v>0.54068287037080154</c:v>
                </c:pt>
                <c:pt idx="46716">
                  <c:v>0.54069444444030523</c:v>
                </c:pt>
                <c:pt idx="46717">
                  <c:v>0.54070601851708489</c:v>
                </c:pt>
                <c:pt idx="46718">
                  <c:v>0.54071759259386454</c:v>
                </c:pt>
                <c:pt idx="46719">
                  <c:v>0.54072916666336823</c:v>
                </c:pt>
                <c:pt idx="46720">
                  <c:v>0.54074074074014788</c:v>
                </c:pt>
                <c:pt idx="46721">
                  <c:v>0.54075231480965158</c:v>
                </c:pt>
                <c:pt idx="46722">
                  <c:v>0.54076388888643123</c:v>
                </c:pt>
                <c:pt idx="46723">
                  <c:v>0.54077546296321088</c:v>
                </c:pt>
                <c:pt idx="46724">
                  <c:v>0.54078703703271458</c:v>
                </c:pt>
                <c:pt idx="46725">
                  <c:v>0.54079861110949423</c:v>
                </c:pt>
                <c:pt idx="46726">
                  <c:v>0.54081018518627388</c:v>
                </c:pt>
                <c:pt idx="46727">
                  <c:v>0.54082175925577758</c:v>
                </c:pt>
                <c:pt idx="46728">
                  <c:v>0.54083333333255723</c:v>
                </c:pt>
                <c:pt idx="46729">
                  <c:v>0.54084490740206093</c:v>
                </c:pt>
                <c:pt idx="46730">
                  <c:v>0.54085648147884058</c:v>
                </c:pt>
                <c:pt idx="46731">
                  <c:v>0.54086805555562023</c:v>
                </c:pt>
                <c:pt idx="46732">
                  <c:v>0.54087962962512393</c:v>
                </c:pt>
                <c:pt idx="46733">
                  <c:v>0.54089120370190358</c:v>
                </c:pt>
                <c:pt idx="46734">
                  <c:v>0.54090277777868323</c:v>
                </c:pt>
                <c:pt idx="46735">
                  <c:v>0.54091435184818693</c:v>
                </c:pt>
                <c:pt idx="46736">
                  <c:v>0.54092592592496658</c:v>
                </c:pt>
                <c:pt idx="46737">
                  <c:v>0.54093749999447027</c:v>
                </c:pt>
                <c:pt idx="46738">
                  <c:v>0.54094907407124992</c:v>
                </c:pt>
                <c:pt idx="46739">
                  <c:v>0.54096064814802958</c:v>
                </c:pt>
                <c:pt idx="46740">
                  <c:v>0.54097222221753327</c:v>
                </c:pt>
                <c:pt idx="46741">
                  <c:v>0.54098379629431292</c:v>
                </c:pt>
                <c:pt idx="46742">
                  <c:v>0.54099537037109258</c:v>
                </c:pt>
                <c:pt idx="46743">
                  <c:v>0.54100694444059627</c:v>
                </c:pt>
                <c:pt idx="46744">
                  <c:v>0.54101851851737592</c:v>
                </c:pt>
                <c:pt idx="46745">
                  <c:v>0.54103009258687962</c:v>
                </c:pt>
                <c:pt idx="46746">
                  <c:v>0.54104166666365927</c:v>
                </c:pt>
                <c:pt idx="46747">
                  <c:v>0.54105324074043892</c:v>
                </c:pt>
                <c:pt idx="46748">
                  <c:v>0.54106481480994262</c:v>
                </c:pt>
                <c:pt idx="46749">
                  <c:v>0.54107638888672227</c:v>
                </c:pt>
                <c:pt idx="46750">
                  <c:v>0.54108796296350192</c:v>
                </c:pt>
                <c:pt idx="46751">
                  <c:v>0.54109953703300562</c:v>
                </c:pt>
                <c:pt idx="46752">
                  <c:v>0.54111111110978527</c:v>
                </c:pt>
                <c:pt idx="46753">
                  <c:v>0.54112268517928896</c:v>
                </c:pt>
                <c:pt idx="46754">
                  <c:v>0.54113425925606862</c:v>
                </c:pt>
                <c:pt idx="46755">
                  <c:v>0.54114583333284827</c:v>
                </c:pt>
                <c:pt idx="46756">
                  <c:v>0.54115740740235196</c:v>
                </c:pt>
                <c:pt idx="46757">
                  <c:v>0.54116898147913162</c:v>
                </c:pt>
                <c:pt idx="46758">
                  <c:v>0.54118055555591127</c:v>
                </c:pt>
                <c:pt idx="46759">
                  <c:v>0.54119212962541496</c:v>
                </c:pt>
                <c:pt idx="46760">
                  <c:v>0.54120370370219462</c:v>
                </c:pt>
                <c:pt idx="46761">
                  <c:v>0.54121527777897427</c:v>
                </c:pt>
                <c:pt idx="46762">
                  <c:v>0.54122685184847796</c:v>
                </c:pt>
                <c:pt idx="46763">
                  <c:v>0.54123842592525762</c:v>
                </c:pt>
                <c:pt idx="46764">
                  <c:v>0.54124999999476131</c:v>
                </c:pt>
                <c:pt idx="46765">
                  <c:v>0.54126157407154096</c:v>
                </c:pt>
                <c:pt idx="46766">
                  <c:v>0.54127314814832062</c:v>
                </c:pt>
                <c:pt idx="46767">
                  <c:v>0.54128472221782431</c:v>
                </c:pt>
                <c:pt idx="46768">
                  <c:v>0.54129629629460396</c:v>
                </c:pt>
                <c:pt idx="46769">
                  <c:v>0.54130787037138361</c:v>
                </c:pt>
                <c:pt idx="46770">
                  <c:v>0.54131944444088731</c:v>
                </c:pt>
                <c:pt idx="46771">
                  <c:v>0.54133101851766696</c:v>
                </c:pt>
                <c:pt idx="46772">
                  <c:v>0.54134259258717066</c:v>
                </c:pt>
                <c:pt idx="46773">
                  <c:v>0.54135416666395031</c:v>
                </c:pt>
                <c:pt idx="46774">
                  <c:v>0.54136574074072996</c:v>
                </c:pt>
                <c:pt idx="46775">
                  <c:v>0.54137731481023366</c:v>
                </c:pt>
                <c:pt idx="46776">
                  <c:v>0.54138888888701331</c:v>
                </c:pt>
                <c:pt idx="46777">
                  <c:v>0.54140046296379296</c:v>
                </c:pt>
                <c:pt idx="46778">
                  <c:v>0.54141203703329666</c:v>
                </c:pt>
                <c:pt idx="46779">
                  <c:v>0.54142361111007631</c:v>
                </c:pt>
                <c:pt idx="46780">
                  <c:v>0.54143518517958</c:v>
                </c:pt>
                <c:pt idx="46781">
                  <c:v>0.54144675925635966</c:v>
                </c:pt>
                <c:pt idx="46782">
                  <c:v>0.54145833333313931</c:v>
                </c:pt>
                <c:pt idx="46783">
                  <c:v>0.541469907402643</c:v>
                </c:pt>
                <c:pt idx="46784">
                  <c:v>0.54148148147942265</c:v>
                </c:pt>
                <c:pt idx="46785">
                  <c:v>0.54149305555620231</c:v>
                </c:pt>
                <c:pt idx="46786">
                  <c:v>0.541504629625706</c:v>
                </c:pt>
                <c:pt idx="46787">
                  <c:v>0.54151620370248565</c:v>
                </c:pt>
                <c:pt idx="46788">
                  <c:v>0.54152777777198935</c:v>
                </c:pt>
                <c:pt idx="46789">
                  <c:v>0.541539351848769</c:v>
                </c:pt>
                <c:pt idx="46790">
                  <c:v>0.54155092592554865</c:v>
                </c:pt>
                <c:pt idx="46791">
                  <c:v>0.54156249999505235</c:v>
                </c:pt>
                <c:pt idx="46792">
                  <c:v>0.541574074071832</c:v>
                </c:pt>
                <c:pt idx="46793">
                  <c:v>0.54158564814861165</c:v>
                </c:pt>
                <c:pt idx="46794">
                  <c:v>0.54159722221811535</c:v>
                </c:pt>
                <c:pt idx="46795">
                  <c:v>0.541608796294895</c:v>
                </c:pt>
                <c:pt idx="46796">
                  <c:v>0.54162037037167465</c:v>
                </c:pt>
                <c:pt idx="46797">
                  <c:v>0.54163194444117835</c:v>
                </c:pt>
                <c:pt idx="46798">
                  <c:v>0.541643518517958</c:v>
                </c:pt>
                <c:pt idx="46799">
                  <c:v>0.5416550925874617</c:v>
                </c:pt>
                <c:pt idx="46800">
                  <c:v>0.54166666666424135</c:v>
                </c:pt>
                <c:pt idx="46801">
                  <c:v>0.541678240741021</c:v>
                </c:pt>
                <c:pt idx="46802">
                  <c:v>0.54168981481052469</c:v>
                </c:pt>
                <c:pt idx="46803">
                  <c:v>0.54170138888730435</c:v>
                </c:pt>
                <c:pt idx="46804">
                  <c:v>0.541712962964084</c:v>
                </c:pt>
                <c:pt idx="46805">
                  <c:v>0.54172453703358769</c:v>
                </c:pt>
                <c:pt idx="46806">
                  <c:v>0.54173611111036735</c:v>
                </c:pt>
                <c:pt idx="46807">
                  <c:v>0.54174768517987104</c:v>
                </c:pt>
                <c:pt idx="46808">
                  <c:v>0.54175925925665069</c:v>
                </c:pt>
                <c:pt idx="46809">
                  <c:v>0.54177083333343035</c:v>
                </c:pt>
                <c:pt idx="46810">
                  <c:v>0.54178240740293404</c:v>
                </c:pt>
                <c:pt idx="46811">
                  <c:v>0.54179398147971369</c:v>
                </c:pt>
                <c:pt idx="46812">
                  <c:v>0.54180555555649335</c:v>
                </c:pt>
                <c:pt idx="46813">
                  <c:v>0.54181712962599704</c:v>
                </c:pt>
                <c:pt idx="46814">
                  <c:v>0.54182870370277669</c:v>
                </c:pt>
                <c:pt idx="46815">
                  <c:v>0.54184027777228039</c:v>
                </c:pt>
                <c:pt idx="46816">
                  <c:v>0.54185185184906004</c:v>
                </c:pt>
                <c:pt idx="46817">
                  <c:v>0.54186342592583969</c:v>
                </c:pt>
                <c:pt idx="46818">
                  <c:v>0.54187499999534339</c:v>
                </c:pt>
                <c:pt idx="46819">
                  <c:v>0.54188657407212304</c:v>
                </c:pt>
                <c:pt idx="46820">
                  <c:v>0.54189814814890269</c:v>
                </c:pt>
                <c:pt idx="46821">
                  <c:v>0.54190972221840639</c:v>
                </c:pt>
                <c:pt idx="46822">
                  <c:v>0.54192129629518604</c:v>
                </c:pt>
                <c:pt idx="46823">
                  <c:v>0.54193287036468973</c:v>
                </c:pt>
                <c:pt idx="46824">
                  <c:v>0.54194444444146939</c:v>
                </c:pt>
                <c:pt idx="46825">
                  <c:v>0.54195601851824904</c:v>
                </c:pt>
                <c:pt idx="46826">
                  <c:v>0.54196759258775273</c:v>
                </c:pt>
                <c:pt idx="46827">
                  <c:v>0.54197916666453239</c:v>
                </c:pt>
                <c:pt idx="46828">
                  <c:v>0.54199074074131204</c:v>
                </c:pt>
                <c:pt idx="46829">
                  <c:v>0.54200231481081573</c:v>
                </c:pt>
                <c:pt idx="46830">
                  <c:v>0.54201388888759539</c:v>
                </c:pt>
                <c:pt idx="46831">
                  <c:v>0.54202546295709908</c:v>
                </c:pt>
                <c:pt idx="46832">
                  <c:v>0.54203703703387873</c:v>
                </c:pt>
                <c:pt idx="46833">
                  <c:v>0.54204861111065838</c:v>
                </c:pt>
                <c:pt idx="46834">
                  <c:v>0.54206018518016208</c:v>
                </c:pt>
                <c:pt idx="46835">
                  <c:v>0.54207175925694173</c:v>
                </c:pt>
                <c:pt idx="46836">
                  <c:v>0.54208333333372138</c:v>
                </c:pt>
                <c:pt idx="46837">
                  <c:v>0.54209490740322508</c:v>
                </c:pt>
                <c:pt idx="46838">
                  <c:v>0.54210648148000473</c:v>
                </c:pt>
                <c:pt idx="46839">
                  <c:v>0.54211805555678438</c:v>
                </c:pt>
                <c:pt idx="46840">
                  <c:v>0.54212962962628808</c:v>
                </c:pt>
                <c:pt idx="46841">
                  <c:v>0.54214120370306773</c:v>
                </c:pt>
                <c:pt idx="46842">
                  <c:v>0.54215277777257143</c:v>
                </c:pt>
                <c:pt idx="46843">
                  <c:v>0.54216435184935108</c:v>
                </c:pt>
                <c:pt idx="46844">
                  <c:v>0.54217592592613073</c:v>
                </c:pt>
                <c:pt idx="46845">
                  <c:v>0.54218749999563443</c:v>
                </c:pt>
                <c:pt idx="46846">
                  <c:v>0.54219907407241408</c:v>
                </c:pt>
                <c:pt idx="46847">
                  <c:v>0.54221064814919373</c:v>
                </c:pt>
                <c:pt idx="46848">
                  <c:v>0.54222222221869742</c:v>
                </c:pt>
                <c:pt idx="46849">
                  <c:v>0.54223379629547708</c:v>
                </c:pt>
                <c:pt idx="46850">
                  <c:v>0.54224537036498077</c:v>
                </c:pt>
                <c:pt idx="46851">
                  <c:v>0.54225694444176042</c:v>
                </c:pt>
                <c:pt idx="46852">
                  <c:v>0.54226851851854008</c:v>
                </c:pt>
                <c:pt idx="46853">
                  <c:v>0.54228009258804377</c:v>
                </c:pt>
                <c:pt idx="46854">
                  <c:v>0.54229166666482342</c:v>
                </c:pt>
                <c:pt idx="46855">
                  <c:v>0.54230324074160308</c:v>
                </c:pt>
                <c:pt idx="46856">
                  <c:v>0.54231481481110677</c:v>
                </c:pt>
                <c:pt idx="46857">
                  <c:v>0.54232638888788642</c:v>
                </c:pt>
                <c:pt idx="46858">
                  <c:v>0.54233796295739012</c:v>
                </c:pt>
                <c:pt idx="46859">
                  <c:v>0.54234953703416977</c:v>
                </c:pt>
                <c:pt idx="46860">
                  <c:v>0.54236111111094942</c:v>
                </c:pt>
                <c:pt idx="46861">
                  <c:v>0.54237268518045312</c:v>
                </c:pt>
                <c:pt idx="46862">
                  <c:v>0.54238425925723277</c:v>
                </c:pt>
                <c:pt idx="46863">
                  <c:v>0.54239583333401242</c:v>
                </c:pt>
                <c:pt idx="46864">
                  <c:v>0.54240740740351612</c:v>
                </c:pt>
                <c:pt idx="46865">
                  <c:v>0.54241898148029577</c:v>
                </c:pt>
                <c:pt idx="46866">
                  <c:v>0.54243055554979946</c:v>
                </c:pt>
                <c:pt idx="46867">
                  <c:v>0.54244212962657912</c:v>
                </c:pt>
                <c:pt idx="46868">
                  <c:v>0.54245370370335877</c:v>
                </c:pt>
                <c:pt idx="46869">
                  <c:v>0.54246527777286246</c:v>
                </c:pt>
                <c:pt idx="46870">
                  <c:v>0.54247685184964212</c:v>
                </c:pt>
                <c:pt idx="46871">
                  <c:v>0.54248842592642177</c:v>
                </c:pt>
                <c:pt idx="46872">
                  <c:v>0.54249999999592546</c:v>
                </c:pt>
                <c:pt idx="46873">
                  <c:v>0.54251157407270512</c:v>
                </c:pt>
                <c:pt idx="46874">
                  <c:v>0.54252314814948477</c:v>
                </c:pt>
                <c:pt idx="46875">
                  <c:v>0.54253472221898846</c:v>
                </c:pt>
                <c:pt idx="46876">
                  <c:v>0.54254629629576812</c:v>
                </c:pt>
                <c:pt idx="46877">
                  <c:v>0.54255787036527181</c:v>
                </c:pt>
                <c:pt idx="46878">
                  <c:v>0.54256944444205146</c:v>
                </c:pt>
                <c:pt idx="46879">
                  <c:v>0.54258101851883112</c:v>
                </c:pt>
                <c:pt idx="46880">
                  <c:v>0.54259259258833481</c:v>
                </c:pt>
                <c:pt idx="46881">
                  <c:v>0.54260416666511446</c:v>
                </c:pt>
                <c:pt idx="46882">
                  <c:v>0.54261574074189411</c:v>
                </c:pt>
                <c:pt idx="46883">
                  <c:v>0.54262731481139781</c:v>
                </c:pt>
                <c:pt idx="46884">
                  <c:v>0.54263888888817746</c:v>
                </c:pt>
                <c:pt idx="46885">
                  <c:v>0.54265046295768116</c:v>
                </c:pt>
                <c:pt idx="46886">
                  <c:v>0.54266203703446081</c:v>
                </c:pt>
                <c:pt idx="46887">
                  <c:v>0.54267361111124046</c:v>
                </c:pt>
                <c:pt idx="46888">
                  <c:v>0.54268518518074416</c:v>
                </c:pt>
                <c:pt idx="46889">
                  <c:v>0.54269675925752381</c:v>
                </c:pt>
                <c:pt idx="46890">
                  <c:v>0.54270833333430346</c:v>
                </c:pt>
                <c:pt idx="46891">
                  <c:v>0.54271990740380716</c:v>
                </c:pt>
                <c:pt idx="46892">
                  <c:v>0.54273148148058681</c:v>
                </c:pt>
                <c:pt idx="46893">
                  <c:v>0.5427430555500905</c:v>
                </c:pt>
                <c:pt idx="46894">
                  <c:v>0.54275462962687016</c:v>
                </c:pt>
                <c:pt idx="46895">
                  <c:v>0.54276620370364981</c:v>
                </c:pt>
                <c:pt idx="46896">
                  <c:v>0.5427777777731535</c:v>
                </c:pt>
                <c:pt idx="46897">
                  <c:v>0.54278935184993315</c:v>
                </c:pt>
                <c:pt idx="46898">
                  <c:v>0.54280092592671281</c:v>
                </c:pt>
                <c:pt idx="46899">
                  <c:v>0.5428124999962165</c:v>
                </c:pt>
                <c:pt idx="46900">
                  <c:v>0.54282407407299615</c:v>
                </c:pt>
                <c:pt idx="46901">
                  <c:v>0.54283564814249985</c:v>
                </c:pt>
                <c:pt idx="46902">
                  <c:v>0.5428472222192795</c:v>
                </c:pt>
                <c:pt idx="46903">
                  <c:v>0.54285879629605915</c:v>
                </c:pt>
                <c:pt idx="46904">
                  <c:v>0.54287037036556285</c:v>
                </c:pt>
                <c:pt idx="46905">
                  <c:v>0.5428819444423425</c:v>
                </c:pt>
                <c:pt idx="46906">
                  <c:v>0.54289351851912215</c:v>
                </c:pt>
                <c:pt idx="46907">
                  <c:v>0.54290509258862585</c:v>
                </c:pt>
                <c:pt idx="46908">
                  <c:v>0.5429166666654055</c:v>
                </c:pt>
                <c:pt idx="46909">
                  <c:v>0.5429282407349092</c:v>
                </c:pt>
                <c:pt idx="46910">
                  <c:v>0.54293981481168885</c:v>
                </c:pt>
                <c:pt idx="46911">
                  <c:v>0.5429513888884685</c:v>
                </c:pt>
                <c:pt idx="46912">
                  <c:v>0.54296296295797219</c:v>
                </c:pt>
                <c:pt idx="46913">
                  <c:v>0.54297453703475185</c:v>
                </c:pt>
                <c:pt idx="46914">
                  <c:v>0.5429861111115315</c:v>
                </c:pt>
                <c:pt idx="46915">
                  <c:v>0.54299768518103519</c:v>
                </c:pt>
                <c:pt idx="46916">
                  <c:v>0.54300925925781485</c:v>
                </c:pt>
                <c:pt idx="46917">
                  <c:v>0.5430208333345945</c:v>
                </c:pt>
                <c:pt idx="46918">
                  <c:v>0.54303240740409819</c:v>
                </c:pt>
                <c:pt idx="46919">
                  <c:v>0.54304398148087785</c:v>
                </c:pt>
                <c:pt idx="46920">
                  <c:v>0.54305555555038154</c:v>
                </c:pt>
                <c:pt idx="46921">
                  <c:v>0.54306712962716119</c:v>
                </c:pt>
                <c:pt idx="46922">
                  <c:v>0.54307870370394085</c:v>
                </c:pt>
                <c:pt idx="46923">
                  <c:v>0.54309027777344454</c:v>
                </c:pt>
                <c:pt idx="46924">
                  <c:v>0.54310185185022419</c:v>
                </c:pt>
                <c:pt idx="46925">
                  <c:v>0.54311342592700385</c:v>
                </c:pt>
                <c:pt idx="46926">
                  <c:v>0.54312499999650754</c:v>
                </c:pt>
                <c:pt idx="46927">
                  <c:v>0.54313657407328719</c:v>
                </c:pt>
                <c:pt idx="46928">
                  <c:v>0.54314814814279089</c:v>
                </c:pt>
                <c:pt idx="46929">
                  <c:v>0.54315972221957054</c:v>
                </c:pt>
                <c:pt idx="46930">
                  <c:v>0.54317129629635019</c:v>
                </c:pt>
                <c:pt idx="46931">
                  <c:v>0.54318287036585389</c:v>
                </c:pt>
                <c:pt idx="46932">
                  <c:v>0.54319444444263354</c:v>
                </c:pt>
                <c:pt idx="46933">
                  <c:v>0.54320601851941319</c:v>
                </c:pt>
                <c:pt idx="46934">
                  <c:v>0.54321759258891689</c:v>
                </c:pt>
                <c:pt idx="46935">
                  <c:v>0.54322916666569654</c:v>
                </c:pt>
                <c:pt idx="46936">
                  <c:v>0.54324074073520023</c:v>
                </c:pt>
                <c:pt idx="46937">
                  <c:v>0.54325231481197989</c:v>
                </c:pt>
                <c:pt idx="46938">
                  <c:v>0.54326388888875954</c:v>
                </c:pt>
                <c:pt idx="46939">
                  <c:v>0.54327546295826323</c:v>
                </c:pt>
                <c:pt idx="46940">
                  <c:v>0.54328703703504289</c:v>
                </c:pt>
                <c:pt idx="46941">
                  <c:v>0.54329861111182254</c:v>
                </c:pt>
                <c:pt idx="46942">
                  <c:v>0.54331018518132623</c:v>
                </c:pt>
                <c:pt idx="46943">
                  <c:v>0.54332175925810589</c:v>
                </c:pt>
                <c:pt idx="46944">
                  <c:v>0.54333333332760958</c:v>
                </c:pt>
                <c:pt idx="46945">
                  <c:v>0.54334490740438923</c:v>
                </c:pt>
                <c:pt idx="46946">
                  <c:v>0.54335648148116888</c:v>
                </c:pt>
                <c:pt idx="46947">
                  <c:v>0.54336805555067258</c:v>
                </c:pt>
                <c:pt idx="46948">
                  <c:v>0.54337962962745223</c:v>
                </c:pt>
                <c:pt idx="46949">
                  <c:v>0.54339120370423188</c:v>
                </c:pt>
                <c:pt idx="46950">
                  <c:v>0.54340277777373558</c:v>
                </c:pt>
                <c:pt idx="46951">
                  <c:v>0.54341435185051523</c:v>
                </c:pt>
                <c:pt idx="46952">
                  <c:v>0.54342592592001893</c:v>
                </c:pt>
                <c:pt idx="46953">
                  <c:v>0.54343749999679858</c:v>
                </c:pt>
                <c:pt idx="46954">
                  <c:v>0.54344907407357823</c:v>
                </c:pt>
                <c:pt idx="46955">
                  <c:v>0.54346064814308193</c:v>
                </c:pt>
                <c:pt idx="46956">
                  <c:v>0.54347222221986158</c:v>
                </c:pt>
                <c:pt idx="46957">
                  <c:v>0.54348379629664123</c:v>
                </c:pt>
                <c:pt idx="46958">
                  <c:v>0.54349537036614493</c:v>
                </c:pt>
                <c:pt idx="46959">
                  <c:v>0.54350694444292458</c:v>
                </c:pt>
                <c:pt idx="46960">
                  <c:v>0.54351851851970423</c:v>
                </c:pt>
                <c:pt idx="46961">
                  <c:v>0.54353009258920792</c:v>
                </c:pt>
                <c:pt idx="46962">
                  <c:v>0.54354166666598758</c:v>
                </c:pt>
                <c:pt idx="46963">
                  <c:v>0.54355324073549127</c:v>
                </c:pt>
                <c:pt idx="46964">
                  <c:v>0.54356481481227092</c:v>
                </c:pt>
                <c:pt idx="46965">
                  <c:v>0.54357638888905058</c:v>
                </c:pt>
                <c:pt idx="46966">
                  <c:v>0.54358796295855427</c:v>
                </c:pt>
                <c:pt idx="46967">
                  <c:v>0.54359953703533392</c:v>
                </c:pt>
                <c:pt idx="46968">
                  <c:v>0.54361111111211358</c:v>
                </c:pt>
                <c:pt idx="46969">
                  <c:v>0.54362268518161727</c:v>
                </c:pt>
                <c:pt idx="46970">
                  <c:v>0.54363425925839692</c:v>
                </c:pt>
                <c:pt idx="46971">
                  <c:v>0.54364583332790062</c:v>
                </c:pt>
                <c:pt idx="46972">
                  <c:v>0.54365740740468027</c:v>
                </c:pt>
                <c:pt idx="46973">
                  <c:v>0.54366898148145992</c:v>
                </c:pt>
                <c:pt idx="46974">
                  <c:v>0.54368055555096362</c:v>
                </c:pt>
                <c:pt idx="46975">
                  <c:v>0.54369212962774327</c:v>
                </c:pt>
                <c:pt idx="46976">
                  <c:v>0.54370370370452292</c:v>
                </c:pt>
                <c:pt idx="46977">
                  <c:v>0.54371527777402662</c:v>
                </c:pt>
                <c:pt idx="46978">
                  <c:v>0.54372685185080627</c:v>
                </c:pt>
                <c:pt idx="46979">
                  <c:v>0.54373842592030996</c:v>
                </c:pt>
                <c:pt idx="46980">
                  <c:v>0.54374999999708962</c:v>
                </c:pt>
                <c:pt idx="46981">
                  <c:v>0.54376157407386927</c:v>
                </c:pt>
                <c:pt idx="46982">
                  <c:v>0.54377314814337296</c:v>
                </c:pt>
                <c:pt idx="46983">
                  <c:v>0.54378472222015262</c:v>
                </c:pt>
                <c:pt idx="46984">
                  <c:v>0.54379629629693227</c:v>
                </c:pt>
                <c:pt idx="46985">
                  <c:v>0.54380787036643596</c:v>
                </c:pt>
                <c:pt idx="46986">
                  <c:v>0.54381944444321562</c:v>
                </c:pt>
                <c:pt idx="46987">
                  <c:v>0.54383101851271931</c:v>
                </c:pt>
                <c:pt idx="46988">
                  <c:v>0.54384259258949896</c:v>
                </c:pt>
                <c:pt idx="46989">
                  <c:v>0.54385416666627862</c:v>
                </c:pt>
                <c:pt idx="46990">
                  <c:v>0.54386574073578231</c:v>
                </c:pt>
                <c:pt idx="46991">
                  <c:v>0.54387731481256196</c:v>
                </c:pt>
                <c:pt idx="46992">
                  <c:v>0.54388888888934162</c:v>
                </c:pt>
                <c:pt idx="46993">
                  <c:v>0.54390046295884531</c:v>
                </c:pt>
                <c:pt idx="46994">
                  <c:v>0.54391203703562496</c:v>
                </c:pt>
                <c:pt idx="46995">
                  <c:v>0.54392361111240461</c:v>
                </c:pt>
                <c:pt idx="46996">
                  <c:v>0.54393518518190831</c:v>
                </c:pt>
                <c:pt idx="46997">
                  <c:v>0.54394675925868796</c:v>
                </c:pt>
                <c:pt idx="46998">
                  <c:v>0.54395833332819166</c:v>
                </c:pt>
                <c:pt idx="46999">
                  <c:v>0.54396990740497131</c:v>
                </c:pt>
                <c:pt idx="47000">
                  <c:v>0.54398148148175096</c:v>
                </c:pt>
                <c:pt idx="47001">
                  <c:v>0.54399305555125466</c:v>
                </c:pt>
                <c:pt idx="47002">
                  <c:v>0.54400462962803431</c:v>
                </c:pt>
                <c:pt idx="47003">
                  <c:v>0.54401620370481396</c:v>
                </c:pt>
                <c:pt idx="47004">
                  <c:v>0.54402777777431766</c:v>
                </c:pt>
                <c:pt idx="47005">
                  <c:v>0.54403935185109731</c:v>
                </c:pt>
                <c:pt idx="47006">
                  <c:v>0.544050925920601</c:v>
                </c:pt>
                <c:pt idx="47007">
                  <c:v>0.54406249999738066</c:v>
                </c:pt>
                <c:pt idx="47008">
                  <c:v>0.54407407407416031</c:v>
                </c:pt>
                <c:pt idx="47009">
                  <c:v>0.544085648143664</c:v>
                </c:pt>
                <c:pt idx="47010">
                  <c:v>0.54409722222044365</c:v>
                </c:pt>
                <c:pt idx="47011">
                  <c:v>0.54410879629722331</c:v>
                </c:pt>
                <c:pt idx="47012">
                  <c:v>0.544120370366727</c:v>
                </c:pt>
                <c:pt idx="47013">
                  <c:v>0.54413194444350665</c:v>
                </c:pt>
                <c:pt idx="47014">
                  <c:v>0.54414351851301035</c:v>
                </c:pt>
                <c:pt idx="47015">
                  <c:v>0.54415509258979</c:v>
                </c:pt>
                <c:pt idx="47016">
                  <c:v>0.54416666666656965</c:v>
                </c:pt>
                <c:pt idx="47017">
                  <c:v>0.54417824073607335</c:v>
                </c:pt>
                <c:pt idx="47018">
                  <c:v>0.544189814812853</c:v>
                </c:pt>
                <c:pt idx="47019">
                  <c:v>0.54420138888963265</c:v>
                </c:pt>
                <c:pt idx="47020">
                  <c:v>0.54421296295913635</c:v>
                </c:pt>
                <c:pt idx="47021">
                  <c:v>0.544224537035916</c:v>
                </c:pt>
                <c:pt idx="47022">
                  <c:v>0.5442361111054197</c:v>
                </c:pt>
                <c:pt idx="47023">
                  <c:v>0.54424768518219935</c:v>
                </c:pt>
                <c:pt idx="47024">
                  <c:v>0.544259259258979</c:v>
                </c:pt>
                <c:pt idx="47025">
                  <c:v>0.54427083332848269</c:v>
                </c:pt>
                <c:pt idx="47026">
                  <c:v>0.54428240740526235</c:v>
                </c:pt>
                <c:pt idx="47027">
                  <c:v>0.544293981482042</c:v>
                </c:pt>
                <c:pt idx="47028">
                  <c:v>0.54430555555154569</c:v>
                </c:pt>
                <c:pt idx="47029">
                  <c:v>0.54431712962832535</c:v>
                </c:pt>
                <c:pt idx="47030">
                  <c:v>0.54432870369782904</c:v>
                </c:pt>
                <c:pt idx="47031">
                  <c:v>0.54434027777460869</c:v>
                </c:pt>
                <c:pt idx="47032">
                  <c:v>0.54435185185138835</c:v>
                </c:pt>
                <c:pt idx="47033">
                  <c:v>0.54436342592089204</c:v>
                </c:pt>
                <c:pt idx="47034">
                  <c:v>0.54437499999767169</c:v>
                </c:pt>
                <c:pt idx="47035">
                  <c:v>0.54438657407445135</c:v>
                </c:pt>
                <c:pt idx="47036">
                  <c:v>0.54439814814395504</c:v>
                </c:pt>
                <c:pt idx="47037">
                  <c:v>0.54440972222073469</c:v>
                </c:pt>
                <c:pt idx="47038">
                  <c:v>0.54442129629751435</c:v>
                </c:pt>
                <c:pt idx="47039">
                  <c:v>0.54443287036701804</c:v>
                </c:pt>
                <c:pt idx="47040">
                  <c:v>0.54444444444379769</c:v>
                </c:pt>
                <c:pt idx="47041">
                  <c:v>0.54445601851330139</c:v>
                </c:pt>
                <c:pt idx="47042">
                  <c:v>0.54446759259008104</c:v>
                </c:pt>
                <c:pt idx="47043">
                  <c:v>0.54447916666686069</c:v>
                </c:pt>
                <c:pt idx="47044">
                  <c:v>0.54449074073636439</c:v>
                </c:pt>
                <c:pt idx="47045">
                  <c:v>0.54450231481314404</c:v>
                </c:pt>
                <c:pt idx="47046">
                  <c:v>0.54451388888992369</c:v>
                </c:pt>
                <c:pt idx="47047">
                  <c:v>0.54452546295942739</c:v>
                </c:pt>
                <c:pt idx="47048">
                  <c:v>0.54453703703620704</c:v>
                </c:pt>
                <c:pt idx="47049">
                  <c:v>0.54454861110571073</c:v>
                </c:pt>
                <c:pt idx="47050">
                  <c:v>0.54456018518249039</c:v>
                </c:pt>
                <c:pt idx="47051">
                  <c:v>0.54457175925927004</c:v>
                </c:pt>
                <c:pt idx="47052">
                  <c:v>0.54458333332877373</c:v>
                </c:pt>
                <c:pt idx="47053">
                  <c:v>0.54459490740555339</c:v>
                </c:pt>
                <c:pt idx="47054">
                  <c:v>0.54460648148233304</c:v>
                </c:pt>
                <c:pt idx="47055">
                  <c:v>0.54461805555183673</c:v>
                </c:pt>
                <c:pt idx="47056">
                  <c:v>0.54462962962861639</c:v>
                </c:pt>
                <c:pt idx="47057">
                  <c:v>0.54464120369812008</c:v>
                </c:pt>
                <c:pt idx="47058">
                  <c:v>0.54465277777489973</c:v>
                </c:pt>
                <c:pt idx="47059">
                  <c:v>0.54466435185167938</c:v>
                </c:pt>
                <c:pt idx="47060">
                  <c:v>0.54467592592118308</c:v>
                </c:pt>
                <c:pt idx="47061">
                  <c:v>0.54468749999796273</c:v>
                </c:pt>
                <c:pt idx="47062">
                  <c:v>0.54469907407474238</c:v>
                </c:pt>
                <c:pt idx="47063">
                  <c:v>0.54471064814424608</c:v>
                </c:pt>
                <c:pt idx="47064">
                  <c:v>0.54472222222102573</c:v>
                </c:pt>
                <c:pt idx="47065">
                  <c:v>0.54473379629052943</c:v>
                </c:pt>
                <c:pt idx="47066">
                  <c:v>0.54474537036730908</c:v>
                </c:pt>
                <c:pt idx="47067">
                  <c:v>0.54475694444408873</c:v>
                </c:pt>
                <c:pt idx="47068">
                  <c:v>0.54476851851359243</c:v>
                </c:pt>
                <c:pt idx="47069">
                  <c:v>0.54478009259037208</c:v>
                </c:pt>
                <c:pt idx="47070">
                  <c:v>0.54479166666715173</c:v>
                </c:pt>
                <c:pt idx="47071">
                  <c:v>0.54480324073665543</c:v>
                </c:pt>
                <c:pt idx="47072">
                  <c:v>0.54481481481343508</c:v>
                </c:pt>
                <c:pt idx="47073">
                  <c:v>0.54482638889021473</c:v>
                </c:pt>
                <c:pt idx="47074">
                  <c:v>0.54483796295971842</c:v>
                </c:pt>
                <c:pt idx="47075">
                  <c:v>0.54484953703649808</c:v>
                </c:pt>
                <c:pt idx="47076">
                  <c:v>0.54486111110600177</c:v>
                </c:pt>
                <c:pt idx="47077">
                  <c:v>0.54487268518278142</c:v>
                </c:pt>
                <c:pt idx="47078">
                  <c:v>0.54488425925956108</c:v>
                </c:pt>
                <c:pt idx="47079">
                  <c:v>0.54489583332906477</c:v>
                </c:pt>
                <c:pt idx="47080">
                  <c:v>0.54490740740584442</c:v>
                </c:pt>
                <c:pt idx="47081">
                  <c:v>0.54491898148262408</c:v>
                </c:pt>
                <c:pt idx="47082">
                  <c:v>0.54493055555212777</c:v>
                </c:pt>
                <c:pt idx="47083">
                  <c:v>0.54494212962890742</c:v>
                </c:pt>
                <c:pt idx="47084">
                  <c:v>0.54495370369841112</c:v>
                </c:pt>
                <c:pt idx="47085">
                  <c:v>0.54496527777519077</c:v>
                </c:pt>
                <c:pt idx="47086">
                  <c:v>0.54497685185197042</c:v>
                </c:pt>
                <c:pt idx="47087">
                  <c:v>0.54498842592147412</c:v>
                </c:pt>
                <c:pt idx="47088">
                  <c:v>0.54499999999825377</c:v>
                </c:pt>
                <c:pt idx="47089">
                  <c:v>0.54501157407503342</c:v>
                </c:pt>
                <c:pt idx="47090">
                  <c:v>0.54502314814453712</c:v>
                </c:pt>
                <c:pt idx="47091">
                  <c:v>0.54503472222131677</c:v>
                </c:pt>
                <c:pt idx="47092">
                  <c:v>0.54504629629082046</c:v>
                </c:pt>
                <c:pt idx="47093">
                  <c:v>0.54505787036760012</c:v>
                </c:pt>
                <c:pt idx="47094">
                  <c:v>0.54506944444437977</c:v>
                </c:pt>
                <c:pt idx="47095">
                  <c:v>0.54508101851388346</c:v>
                </c:pt>
                <c:pt idx="47096">
                  <c:v>0.54509259259066312</c:v>
                </c:pt>
                <c:pt idx="47097">
                  <c:v>0.54510416666744277</c:v>
                </c:pt>
                <c:pt idx="47098">
                  <c:v>0.54511574073694646</c:v>
                </c:pt>
                <c:pt idx="47099">
                  <c:v>0.54512731481372612</c:v>
                </c:pt>
                <c:pt idx="47100">
                  <c:v>0.54513888888322981</c:v>
                </c:pt>
                <c:pt idx="47101">
                  <c:v>0.54515046296000946</c:v>
                </c:pt>
                <c:pt idx="47102">
                  <c:v>0.54516203703678912</c:v>
                </c:pt>
                <c:pt idx="47103">
                  <c:v>0.54517361110629281</c:v>
                </c:pt>
                <c:pt idx="47104">
                  <c:v>0.54518518518307246</c:v>
                </c:pt>
                <c:pt idx="47105">
                  <c:v>0.54519675925985212</c:v>
                </c:pt>
                <c:pt idx="47106">
                  <c:v>0.54520833332935581</c:v>
                </c:pt>
                <c:pt idx="47107">
                  <c:v>0.54521990740613546</c:v>
                </c:pt>
                <c:pt idx="47108">
                  <c:v>0.54523148147563916</c:v>
                </c:pt>
                <c:pt idx="47109">
                  <c:v>0.54524305555241881</c:v>
                </c:pt>
                <c:pt idx="47110">
                  <c:v>0.54525462962919846</c:v>
                </c:pt>
                <c:pt idx="47111">
                  <c:v>0.54526620369870216</c:v>
                </c:pt>
                <c:pt idx="47112">
                  <c:v>0.54527777777548181</c:v>
                </c:pt>
                <c:pt idx="47113">
                  <c:v>0.54528935185226146</c:v>
                </c:pt>
                <c:pt idx="47114">
                  <c:v>0.54530092592176516</c:v>
                </c:pt>
                <c:pt idx="47115">
                  <c:v>0.54531249999854481</c:v>
                </c:pt>
                <c:pt idx="47116">
                  <c:v>0.54532407407532446</c:v>
                </c:pt>
                <c:pt idx="47117">
                  <c:v>0.54533564814482816</c:v>
                </c:pt>
                <c:pt idx="47118">
                  <c:v>0.54534722222160781</c:v>
                </c:pt>
                <c:pt idx="47119">
                  <c:v>0.5453587962911115</c:v>
                </c:pt>
                <c:pt idx="47120">
                  <c:v>0.54537037036789116</c:v>
                </c:pt>
                <c:pt idx="47121">
                  <c:v>0.54538194444467081</c:v>
                </c:pt>
                <c:pt idx="47122">
                  <c:v>0.5453935185141745</c:v>
                </c:pt>
                <c:pt idx="47123">
                  <c:v>0.54540509259095415</c:v>
                </c:pt>
                <c:pt idx="47124">
                  <c:v>0.54541666666773381</c:v>
                </c:pt>
                <c:pt idx="47125">
                  <c:v>0.5454282407372375</c:v>
                </c:pt>
                <c:pt idx="47126">
                  <c:v>0.54543981481401715</c:v>
                </c:pt>
                <c:pt idx="47127">
                  <c:v>0.54545138888352085</c:v>
                </c:pt>
                <c:pt idx="47128">
                  <c:v>0.5454629629603005</c:v>
                </c:pt>
                <c:pt idx="47129">
                  <c:v>0.54547453703708015</c:v>
                </c:pt>
                <c:pt idx="47130">
                  <c:v>0.54548611110658385</c:v>
                </c:pt>
                <c:pt idx="47131">
                  <c:v>0.5454976851833635</c:v>
                </c:pt>
                <c:pt idx="47132">
                  <c:v>0.54550925926014315</c:v>
                </c:pt>
                <c:pt idx="47133">
                  <c:v>0.54552083332964685</c:v>
                </c:pt>
                <c:pt idx="47134">
                  <c:v>0.5455324074064265</c:v>
                </c:pt>
                <c:pt idx="47135">
                  <c:v>0.5455439814759302</c:v>
                </c:pt>
                <c:pt idx="47136">
                  <c:v>0.54555555555270985</c:v>
                </c:pt>
                <c:pt idx="47137">
                  <c:v>0.5455671296294895</c:v>
                </c:pt>
                <c:pt idx="47138">
                  <c:v>0.54557870369899319</c:v>
                </c:pt>
                <c:pt idx="47139">
                  <c:v>0.54559027777577285</c:v>
                </c:pt>
                <c:pt idx="47140">
                  <c:v>0.5456018518525525</c:v>
                </c:pt>
                <c:pt idx="47141">
                  <c:v>0.54561342592205619</c:v>
                </c:pt>
                <c:pt idx="47142">
                  <c:v>0.54562499999883585</c:v>
                </c:pt>
                <c:pt idx="47143">
                  <c:v>0.54563657406833954</c:v>
                </c:pt>
                <c:pt idx="47144">
                  <c:v>0.54564814814511919</c:v>
                </c:pt>
                <c:pt idx="47145">
                  <c:v>0.54565972222189885</c:v>
                </c:pt>
                <c:pt idx="47146">
                  <c:v>0.54567129629140254</c:v>
                </c:pt>
                <c:pt idx="47147">
                  <c:v>0.54568287036818219</c:v>
                </c:pt>
                <c:pt idx="47148">
                  <c:v>0.54569444444496185</c:v>
                </c:pt>
                <c:pt idx="47149">
                  <c:v>0.54570601851446554</c:v>
                </c:pt>
                <c:pt idx="47150">
                  <c:v>0.54571759259124519</c:v>
                </c:pt>
                <c:pt idx="47151">
                  <c:v>0.54572916666074889</c:v>
                </c:pt>
                <c:pt idx="47152">
                  <c:v>0.54574074073752854</c:v>
                </c:pt>
                <c:pt idx="47153">
                  <c:v>0.54575231481430819</c:v>
                </c:pt>
                <c:pt idx="47154">
                  <c:v>0.54576388888381189</c:v>
                </c:pt>
                <c:pt idx="47155">
                  <c:v>0.54577546296059154</c:v>
                </c:pt>
                <c:pt idx="47156">
                  <c:v>0.54578703703737119</c:v>
                </c:pt>
                <c:pt idx="47157">
                  <c:v>0.54579861110687489</c:v>
                </c:pt>
                <c:pt idx="47158">
                  <c:v>0.54581018518365454</c:v>
                </c:pt>
                <c:pt idx="47159">
                  <c:v>0.54582175926043419</c:v>
                </c:pt>
                <c:pt idx="47160">
                  <c:v>0.54583333332993789</c:v>
                </c:pt>
                <c:pt idx="47161">
                  <c:v>0.54584490740671754</c:v>
                </c:pt>
                <c:pt idx="47162">
                  <c:v>0.54585648147622123</c:v>
                </c:pt>
                <c:pt idx="47163">
                  <c:v>0.54586805555300089</c:v>
                </c:pt>
                <c:pt idx="47164">
                  <c:v>0.54587962962978054</c:v>
                </c:pt>
                <c:pt idx="47165">
                  <c:v>0.54589120369928423</c:v>
                </c:pt>
                <c:pt idx="47166">
                  <c:v>0.54590277777606389</c:v>
                </c:pt>
                <c:pt idx="47167">
                  <c:v>0.54591435185284354</c:v>
                </c:pt>
                <c:pt idx="47168">
                  <c:v>0.54592592592234723</c:v>
                </c:pt>
                <c:pt idx="47169">
                  <c:v>0.54593749999912689</c:v>
                </c:pt>
                <c:pt idx="47170">
                  <c:v>0.54594907406863058</c:v>
                </c:pt>
                <c:pt idx="47171">
                  <c:v>0.54596064814541023</c:v>
                </c:pt>
                <c:pt idx="47172">
                  <c:v>0.54597222222218988</c:v>
                </c:pt>
                <c:pt idx="47173">
                  <c:v>0.54598379629169358</c:v>
                </c:pt>
                <c:pt idx="47174">
                  <c:v>0.54599537036847323</c:v>
                </c:pt>
                <c:pt idx="47175">
                  <c:v>0.54600694444525288</c:v>
                </c:pt>
                <c:pt idx="47176">
                  <c:v>0.54601851851475658</c:v>
                </c:pt>
                <c:pt idx="47177">
                  <c:v>0.54603009259153623</c:v>
                </c:pt>
                <c:pt idx="47178">
                  <c:v>0.54604166666103993</c:v>
                </c:pt>
                <c:pt idx="47179">
                  <c:v>0.54605324073781958</c:v>
                </c:pt>
                <c:pt idx="47180">
                  <c:v>0.54606481481459923</c:v>
                </c:pt>
                <c:pt idx="47181">
                  <c:v>0.54607638888410293</c:v>
                </c:pt>
                <c:pt idx="47182">
                  <c:v>0.54608796296088258</c:v>
                </c:pt>
                <c:pt idx="47183">
                  <c:v>0.54609953703766223</c:v>
                </c:pt>
                <c:pt idx="47184">
                  <c:v>0.54611111110716593</c:v>
                </c:pt>
                <c:pt idx="47185">
                  <c:v>0.54612268518394558</c:v>
                </c:pt>
                <c:pt idx="47186">
                  <c:v>0.54613425925344927</c:v>
                </c:pt>
                <c:pt idx="47187">
                  <c:v>0.54614583333022892</c:v>
                </c:pt>
                <c:pt idx="47188">
                  <c:v>0.54615740740700858</c:v>
                </c:pt>
                <c:pt idx="47189">
                  <c:v>0.54616898147651227</c:v>
                </c:pt>
                <c:pt idx="47190">
                  <c:v>0.54618055555329192</c:v>
                </c:pt>
                <c:pt idx="47191">
                  <c:v>0.54619212963007158</c:v>
                </c:pt>
                <c:pt idx="47192">
                  <c:v>0.54620370369957527</c:v>
                </c:pt>
                <c:pt idx="47193">
                  <c:v>0.54621527777635492</c:v>
                </c:pt>
                <c:pt idx="47194">
                  <c:v>0.54622685185313458</c:v>
                </c:pt>
                <c:pt idx="47195">
                  <c:v>0.54623842592263827</c:v>
                </c:pt>
                <c:pt idx="47196">
                  <c:v>0.54624999999941792</c:v>
                </c:pt>
                <c:pt idx="47197">
                  <c:v>0.54626157406892162</c:v>
                </c:pt>
                <c:pt idx="47198">
                  <c:v>0.54627314814570127</c:v>
                </c:pt>
                <c:pt idx="47199">
                  <c:v>0.54628472222248092</c:v>
                </c:pt>
                <c:pt idx="47200">
                  <c:v>0.54629629629198462</c:v>
                </c:pt>
                <c:pt idx="47201">
                  <c:v>0.54630787036876427</c:v>
                </c:pt>
                <c:pt idx="47202">
                  <c:v>0.54631944444554392</c:v>
                </c:pt>
                <c:pt idx="47203">
                  <c:v>0.54633101851504762</c:v>
                </c:pt>
                <c:pt idx="47204">
                  <c:v>0.54634259259182727</c:v>
                </c:pt>
                <c:pt idx="47205">
                  <c:v>0.54635416666133096</c:v>
                </c:pt>
                <c:pt idx="47206">
                  <c:v>0.54636574073811062</c:v>
                </c:pt>
                <c:pt idx="47207">
                  <c:v>0.54637731481489027</c:v>
                </c:pt>
                <c:pt idx="47208">
                  <c:v>0.54638888888439396</c:v>
                </c:pt>
                <c:pt idx="47209">
                  <c:v>0.54640046296117362</c:v>
                </c:pt>
                <c:pt idx="47210">
                  <c:v>0.54641203703795327</c:v>
                </c:pt>
                <c:pt idx="47211">
                  <c:v>0.54642361110745696</c:v>
                </c:pt>
                <c:pt idx="47212">
                  <c:v>0.54643518518423662</c:v>
                </c:pt>
                <c:pt idx="47213">
                  <c:v>0.54644675925374031</c:v>
                </c:pt>
                <c:pt idx="47214">
                  <c:v>0.54645833333051996</c:v>
                </c:pt>
                <c:pt idx="47215">
                  <c:v>0.54646990740729962</c:v>
                </c:pt>
                <c:pt idx="47216">
                  <c:v>0.54648148147680331</c:v>
                </c:pt>
                <c:pt idx="47217">
                  <c:v>0.54649305555358296</c:v>
                </c:pt>
                <c:pt idx="47218">
                  <c:v>0.54650462963036261</c:v>
                </c:pt>
                <c:pt idx="47219">
                  <c:v>0.54651620369986631</c:v>
                </c:pt>
                <c:pt idx="47220">
                  <c:v>0.54652777777664596</c:v>
                </c:pt>
                <c:pt idx="47221">
                  <c:v>0.54653935184614966</c:v>
                </c:pt>
                <c:pt idx="47222">
                  <c:v>0.54655092592292931</c:v>
                </c:pt>
                <c:pt idx="47223">
                  <c:v>0.54656249999970896</c:v>
                </c:pt>
                <c:pt idx="47224">
                  <c:v>0.54657407406921266</c:v>
                </c:pt>
                <c:pt idx="47225">
                  <c:v>0.54658564814599231</c:v>
                </c:pt>
                <c:pt idx="47226">
                  <c:v>0.54659722222277196</c:v>
                </c:pt>
                <c:pt idx="47227">
                  <c:v>0.54660879629227566</c:v>
                </c:pt>
                <c:pt idx="47228">
                  <c:v>0.54662037036905531</c:v>
                </c:pt>
                <c:pt idx="47229">
                  <c:v>0.546631944438559</c:v>
                </c:pt>
                <c:pt idx="47230">
                  <c:v>0.54664351851533866</c:v>
                </c:pt>
                <c:pt idx="47231">
                  <c:v>0.54665509259211831</c:v>
                </c:pt>
                <c:pt idx="47232">
                  <c:v>0.546666666661622</c:v>
                </c:pt>
                <c:pt idx="47233">
                  <c:v>0.54667824073840166</c:v>
                </c:pt>
                <c:pt idx="47234">
                  <c:v>0.54668981481518131</c:v>
                </c:pt>
                <c:pt idx="47235">
                  <c:v>0.546701388884685</c:v>
                </c:pt>
                <c:pt idx="47236">
                  <c:v>0.54671296296146465</c:v>
                </c:pt>
                <c:pt idx="47237">
                  <c:v>0.54672453703824431</c:v>
                </c:pt>
                <c:pt idx="47238">
                  <c:v>0.546736111107748</c:v>
                </c:pt>
                <c:pt idx="47239">
                  <c:v>0.54674768518452765</c:v>
                </c:pt>
                <c:pt idx="47240">
                  <c:v>0.54675925925403135</c:v>
                </c:pt>
                <c:pt idx="47241">
                  <c:v>0.546770833330811</c:v>
                </c:pt>
                <c:pt idx="47242">
                  <c:v>0.54678240740759065</c:v>
                </c:pt>
                <c:pt idx="47243">
                  <c:v>0.54679398147709435</c:v>
                </c:pt>
                <c:pt idx="47244">
                  <c:v>0.546805555553874</c:v>
                </c:pt>
                <c:pt idx="47245">
                  <c:v>0.54681712963065365</c:v>
                </c:pt>
                <c:pt idx="47246">
                  <c:v>0.54682870370015735</c:v>
                </c:pt>
                <c:pt idx="47247">
                  <c:v>0.546840277776937</c:v>
                </c:pt>
                <c:pt idx="47248">
                  <c:v>0.5468518518464407</c:v>
                </c:pt>
                <c:pt idx="47249">
                  <c:v>0.54686342592322035</c:v>
                </c:pt>
                <c:pt idx="47250">
                  <c:v>0.546875</c:v>
                </c:pt>
                <c:pt idx="47251">
                  <c:v>0.54688657406950369</c:v>
                </c:pt>
                <c:pt idx="47252">
                  <c:v>0.54689814814628335</c:v>
                </c:pt>
                <c:pt idx="47253">
                  <c:v>0.546909722223063</c:v>
                </c:pt>
                <c:pt idx="47254">
                  <c:v>0.54692129629256669</c:v>
                </c:pt>
                <c:pt idx="47255">
                  <c:v>0.54693287036934635</c:v>
                </c:pt>
                <c:pt idx="47256">
                  <c:v>0.54694444443885004</c:v>
                </c:pt>
                <c:pt idx="47257">
                  <c:v>0.54695601851562969</c:v>
                </c:pt>
                <c:pt idx="47258">
                  <c:v>0.54696759259240935</c:v>
                </c:pt>
                <c:pt idx="47259">
                  <c:v>0.54697916666191304</c:v>
                </c:pt>
                <c:pt idx="47260">
                  <c:v>0.54699074073869269</c:v>
                </c:pt>
                <c:pt idx="47261">
                  <c:v>0.54700231481547235</c:v>
                </c:pt>
                <c:pt idx="47262">
                  <c:v>0.54701388888497604</c:v>
                </c:pt>
                <c:pt idx="47263">
                  <c:v>0.54702546296175569</c:v>
                </c:pt>
                <c:pt idx="47264">
                  <c:v>0.54703703703125939</c:v>
                </c:pt>
                <c:pt idx="47265">
                  <c:v>0.54704861110803904</c:v>
                </c:pt>
                <c:pt idx="47266">
                  <c:v>0.54706018518481869</c:v>
                </c:pt>
                <c:pt idx="47267">
                  <c:v>0.54707175925432239</c:v>
                </c:pt>
                <c:pt idx="47268">
                  <c:v>0.54708333333110204</c:v>
                </c:pt>
                <c:pt idx="47269">
                  <c:v>0.54709490740788169</c:v>
                </c:pt>
                <c:pt idx="47270">
                  <c:v>0.54710648147738539</c:v>
                </c:pt>
                <c:pt idx="47271">
                  <c:v>0.54711805555416504</c:v>
                </c:pt>
                <c:pt idx="47272">
                  <c:v>0.54712962963094469</c:v>
                </c:pt>
                <c:pt idx="47273">
                  <c:v>0.54714120370044839</c:v>
                </c:pt>
                <c:pt idx="47274">
                  <c:v>0.54715277777722804</c:v>
                </c:pt>
                <c:pt idx="47275">
                  <c:v>0.54716435184673173</c:v>
                </c:pt>
                <c:pt idx="47276">
                  <c:v>0.54717592592351139</c:v>
                </c:pt>
                <c:pt idx="47277">
                  <c:v>0.54718750000029104</c:v>
                </c:pt>
                <c:pt idx="47278">
                  <c:v>0.54719907406979473</c:v>
                </c:pt>
                <c:pt idx="47279">
                  <c:v>0.54721064814657439</c:v>
                </c:pt>
                <c:pt idx="47280">
                  <c:v>0.54722222222335404</c:v>
                </c:pt>
                <c:pt idx="47281">
                  <c:v>0.54723379629285773</c:v>
                </c:pt>
                <c:pt idx="47282">
                  <c:v>0.54724537036963739</c:v>
                </c:pt>
                <c:pt idx="47283">
                  <c:v>0.54725694443914108</c:v>
                </c:pt>
                <c:pt idx="47284">
                  <c:v>0.54726851851592073</c:v>
                </c:pt>
                <c:pt idx="47285">
                  <c:v>0.54728009259270038</c:v>
                </c:pt>
                <c:pt idx="47286">
                  <c:v>0.54729166666220408</c:v>
                </c:pt>
                <c:pt idx="47287">
                  <c:v>0.54730324073898373</c:v>
                </c:pt>
                <c:pt idx="47288">
                  <c:v>0.54731481481576338</c:v>
                </c:pt>
                <c:pt idx="47289">
                  <c:v>0.54732638888526708</c:v>
                </c:pt>
                <c:pt idx="47290">
                  <c:v>0.54733796296204673</c:v>
                </c:pt>
                <c:pt idx="47291">
                  <c:v>0.54734953703155043</c:v>
                </c:pt>
                <c:pt idx="47292">
                  <c:v>0.54736111110833008</c:v>
                </c:pt>
                <c:pt idx="47293">
                  <c:v>0.54737268518510973</c:v>
                </c:pt>
                <c:pt idx="47294">
                  <c:v>0.54738425925461343</c:v>
                </c:pt>
                <c:pt idx="47295">
                  <c:v>0.54739583333139308</c:v>
                </c:pt>
                <c:pt idx="47296">
                  <c:v>0.54740740740817273</c:v>
                </c:pt>
                <c:pt idx="47297">
                  <c:v>0.54741898147767643</c:v>
                </c:pt>
                <c:pt idx="47298">
                  <c:v>0.54743055555445608</c:v>
                </c:pt>
                <c:pt idx="47299">
                  <c:v>0.54744212962395977</c:v>
                </c:pt>
                <c:pt idx="47300">
                  <c:v>0.54745370370073942</c:v>
                </c:pt>
                <c:pt idx="47301">
                  <c:v>0.54746527777751908</c:v>
                </c:pt>
                <c:pt idx="47302">
                  <c:v>0.54747685184702277</c:v>
                </c:pt>
                <c:pt idx="47303">
                  <c:v>0.54748842592380242</c:v>
                </c:pt>
                <c:pt idx="47304">
                  <c:v>0.54750000000058208</c:v>
                </c:pt>
                <c:pt idx="47305">
                  <c:v>0.54751157407008577</c:v>
                </c:pt>
                <c:pt idx="47306">
                  <c:v>0.54752314814686542</c:v>
                </c:pt>
                <c:pt idx="47307">
                  <c:v>0.54753472221636912</c:v>
                </c:pt>
                <c:pt idx="47308">
                  <c:v>0.54754629629314877</c:v>
                </c:pt>
                <c:pt idx="47309">
                  <c:v>0.54755787036992842</c:v>
                </c:pt>
                <c:pt idx="47310">
                  <c:v>0.54756944443943212</c:v>
                </c:pt>
                <c:pt idx="47311">
                  <c:v>0.54758101851621177</c:v>
                </c:pt>
                <c:pt idx="47312">
                  <c:v>0.54759259259299142</c:v>
                </c:pt>
                <c:pt idx="47313">
                  <c:v>0.54760416666249512</c:v>
                </c:pt>
                <c:pt idx="47314">
                  <c:v>0.54761574073927477</c:v>
                </c:pt>
                <c:pt idx="47315">
                  <c:v>0.54762731481605442</c:v>
                </c:pt>
                <c:pt idx="47316">
                  <c:v>0.54763888888555812</c:v>
                </c:pt>
                <c:pt idx="47317">
                  <c:v>0.54765046296233777</c:v>
                </c:pt>
                <c:pt idx="47318">
                  <c:v>0.54766203703184146</c:v>
                </c:pt>
                <c:pt idx="47319">
                  <c:v>0.54767361110862112</c:v>
                </c:pt>
                <c:pt idx="47320">
                  <c:v>0.54768518518540077</c:v>
                </c:pt>
                <c:pt idx="47321">
                  <c:v>0.54769675925490446</c:v>
                </c:pt>
                <c:pt idx="47322">
                  <c:v>0.54770833333168412</c:v>
                </c:pt>
                <c:pt idx="47323">
                  <c:v>0.54771990740846377</c:v>
                </c:pt>
                <c:pt idx="47324">
                  <c:v>0.54773148147796746</c:v>
                </c:pt>
                <c:pt idx="47325">
                  <c:v>0.54774305555474712</c:v>
                </c:pt>
                <c:pt idx="47326">
                  <c:v>0.54775462962425081</c:v>
                </c:pt>
                <c:pt idx="47327">
                  <c:v>0.54776620370103046</c:v>
                </c:pt>
                <c:pt idx="47328">
                  <c:v>0.54777777777781012</c:v>
                </c:pt>
                <c:pt idx="47329">
                  <c:v>0.54778935184731381</c:v>
                </c:pt>
                <c:pt idx="47330">
                  <c:v>0.54780092592409346</c:v>
                </c:pt>
                <c:pt idx="47331">
                  <c:v>0.54781250000087311</c:v>
                </c:pt>
                <c:pt idx="47332">
                  <c:v>0.54782407407037681</c:v>
                </c:pt>
                <c:pt idx="47333">
                  <c:v>0.54783564814715646</c:v>
                </c:pt>
                <c:pt idx="47334">
                  <c:v>0.54784722221666016</c:v>
                </c:pt>
                <c:pt idx="47335">
                  <c:v>0.54785879629343981</c:v>
                </c:pt>
                <c:pt idx="47336">
                  <c:v>0.54787037037021946</c:v>
                </c:pt>
                <c:pt idx="47337">
                  <c:v>0.54788194443972316</c:v>
                </c:pt>
                <c:pt idx="47338">
                  <c:v>0.54789351851650281</c:v>
                </c:pt>
                <c:pt idx="47339">
                  <c:v>0.54790509259328246</c:v>
                </c:pt>
                <c:pt idx="47340">
                  <c:v>0.54791666666278616</c:v>
                </c:pt>
                <c:pt idx="47341">
                  <c:v>0.54792824073956581</c:v>
                </c:pt>
                <c:pt idx="47342">
                  <c:v>0.5479398148090695</c:v>
                </c:pt>
                <c:pt idx="47343">
                  <c:v>0.54795138888584916</c:v>
                </c:pt>
                <c:pt idx="47344">
                  <c:v>0.54796296296262881</c:v>
                </c:pt>
                <c:pt idx="47345">
                  <c:v>0.5479745370321325</c:v>
                </c:pt>
                <c:pt idx="47346">
                  <c:v>0.54798611110891216</c:v>
                </c:pt>
                <c:pt idx="47347">
                  <c:v>0.54799768518569181</c:v>
                </c:pt>
                <c:pt idx="47348">
                  <c:v>0.5480092592551955</c:v>
                </c:pt>
                <c:pt idx="47349">
                  <c:v>0.54802083333197515</c:v>
                </c:pt>
                <c:pt idx="47350">
                  <c:v>0.54803240740147885</c:v>
                </c:pt>
                <c:pt idx="47351">
                  <c:v>0.5480439814782585</c:v>
                </c:pt>
                <c:pt idx="47352">
                  <c:v>0.54805555555503815</c:v>
                </c:pt>
                <c:pt idx="47353">
                  <c:v>0.54806712962454185</c:v>
                </c:pt>
                <c:pt idx="47354">
                  <c:v>0.5480787037013215</c:v>
                </c:pt>
                <c:pt idx="47355">
                  <c:v>0.54809027777810115</c:v>
                </c:pt>
                <c:pt idx="47356">
                  <c:v>0.54810185184760485</c:v>
                </c:pt>
                <c:pt idx="47357">
                  <c:v>0.5481134259243845</c:v>
                </c:pt>
                <c:pt idx="47358">
                  <c:v>0.54812500000116415</c:v>
                </c:pt>
                <c:pt idx="47359">
                  <c:v>0.54813657407066785</c:v>
                </c:pt>
                <c:pt idx="47360">
                  <c:v>0.5481481481474475</c:v>
                </c:pt>
                <c:pt idx="47361">
                  <c:v>0.5481597222169512</c:v>
                </c:pt>
                <c:pt idx="47362">
                  <c:v>0.54817129629373085</c:v>
                </c:pt>
                <c:pt idx="47363">
                  <c:v>0.5481828703705105</c:v>
                </c:pt>
                <c:pt idx="47364">
                  <c:v>0.54819444444001419</c:v>
                </c:pt>
                <c:pt idx="47365">
                  <c:v>0.54820601851679385</c:v>
                </c:pt>
                <c:pt idx="47366">
                  <c:v>0.5482175925935735</c:v>
                </c:pt>
                <c:pt idx="47367">
                  <c:v>0.54822916666307719</c:v>
                </c:pt>
                <c:pt idx="47368">
                  <c:v>0.54824074073985685</c:v>
                </c:pt>
                <c:pt idx="47369">
                  <c:v>0.54825231480936054</c:v>
                </c:pt>
                <c:pt idx="47370">
                  <c:v>0.54826388888614019</c:v>
                </c:pt>
                <c:pt idx="47371">
                  <c:v>0.54827546296291985</c:v>
                </c:pt>
                <c:pt idx="47372">
                  <c:v>0.54828703703242354</c:v>
                </c:pt>
                <c:pt idx="47373">
                  <c:v>0.54829861110920319</c:v>
                </c:pt>
                <c:pt idx="47374">
                  <c:v>0.54831018518598285</c:v>
                </c:pt>
                <c:pt idx="47375">
                  <c:v>0.54832175925548654</c:v>
                </c:pt>
                <c:pt idx="47376">
                  <c:v>0.54833333333226619</c:v>
                </c:pt>
                <c:pt idx="47377">
                  <c:v>0.54834490740176989</c:v>
                </c:pt>
                <c:pt idx="47378">
                  <c:v>0.54835648147854954</c:v>
                </c:pt>
                <c:pt idx="47379">
                  <c:v>0.54836805555532919</c:v>
                </c:pt>
                <c:pt idx="47380">
                  <c:v>0.54837962962483289</c:v>
                </c:pt>
                <c:pt idx="47381">
                  <c:v>0.54839120370161254</c:v>
                </c:pt>
                <c:pt idx="47382">
                  <c:v>0.54840277777839219</c:v>
                </c:pt>
                <c:pt idx="47383">
                  <c:v>0.54841435184789589</c:v>
                </c:pt>
                <c:pt idx="47384">
                  <c:v>0.54842592592467554</c:v>
                </c:pt>
                <c:pt idx="47385">
                  <c:v>0.54843749999417923</c:v>
                </c:pt>
                <c:pt idx="47386">
                  <c:v>0.54844907407095889</c:v>
                </c:pt>
                <c:pt idx="47387">
                  <c:v>0.54846064814773854</c:v>
                </c:pt>
                <c:pt idx="47388">
                  <c:v>0.54847222221724223</c:v>
                </c:pt>
                <c:pt idx="47389">
                  <c:v>0.54848379629402189</c:v>
                </c:pt>
                <c:pt idx="47390">
                  <c:v>0.54849537037080154</c:v>
                </c:pt>
                <c:pt idx="47391">
                  <c:v>0.54850694444030523</c:v>
                </c:pt>
                <c:pt idx="47392">
                  <c:v>0.54851851851708489</c:v>
                </c:pt>
                <c:pt idx="47393">
                  <c:v>0.54853009259386454</c:v>
                </c:pt>
                <c:pt idx="47394">
                  <c:v>0.54854166666336823</c:v>
                </c:pt>
                <c:pt idx="47395">
                  <c:v>0.54855324074014788</c:v>
                </c:pt>
                <c:pt idx="47396">
                  <c:v>0.54856481480965158</c:v>
                </c:pt>
                <c:pt idx="47397">
                  <c:v>0.54857638888643123</c:v>
                </c:pt>
                <c:pt idx="47398">
                  <c:v>0.54858796296321088</c:v>
                </c:pt>
                <c:pt idx="47399">
                  <c:v>0.54859953703271458</c:v>
                </c:pt>
                <c:pt idx="47400">
                  <c:v>0.54861111110949423</c:v>
                </c:pt>
                <c:pt idx="47401">
                  <c:v>0.54862268518627388</c:v>
                </c:pt>
                <c:pt idx="47402">
                  <c:v>0.54863425925577758</c:v>
                </c:pt>
                <c:pt idx="47403">
                  <c:v>0.54864583333255723</c:v>
                </c:pt>
                <c:pt idx="47404">
                  <c:v>0.54865740740206093</c:v>
                </c:pt>
                <c:pt idx="47405">
                  <c:v>0.54866898147884058</c:v>
                </c:pt>
                <c:pt idx="47406">
                  <c:v>0.54868055555562023</c:v>
                </c:pt>
                <c:pt idx="47407">
                  <c:v>0.54869212962512393</c:v>
                </c:pt>
                <c:pt idx="47408">
                  <c:v>0.54870370370190358</c:v>
                </c:pt>
                <c:pt idx="47409">
                  <c:v>0.54871527777868323</c:v>
                </c:pt>
                <c:pt idx="47410">
                  <c:v>0.54872685184818693</c:v>
                </c:pt>
                <c:pt idx="47411">
                  <c:v>0.54873842592496658</c:v>
                </c:pt>
                <c:pt idx="47412">
                  <c:v>0.54874999999447027</c:v>
                </c:pt>
                <c:pt idx="47413">
                  <c:v>0.54876157407124992</c:v>
                </c:pt>
                <c:pt idx="47414">
                  <c:v>0.54877314814802958</c:v>
                </c:pt>
                <c:pt idx="47415">
                  <c:v>0.54878472221753327</c:v>
                </c:pt>
                <c:pt idx="47416">
                  <c:v>0.54879629629431292</c:v>
                </c:pt>
                <c:pt idx="47417">
                  <c:v>0.54880787037109258</c:v>
                </c:pt>
                <c:pt idx="47418">
                  <c:v>0.54881944444059627</c:v>
                </c:pt>
                <c:pt idx="47419">
                  <c:v>0.54883101851737592</c:v>
                </c:pt>
                <c:pt idx="47420">
                  <c:v>0.54884259258687962</c:v>
                </c:pt>
                <c:pt idx="47421">
                  <c:v>0.54885416666365927</c:v>
                </c:pt>
                <c:pt idx="47422">
                  <c:v>0.54886574074043892</c:v>
                </c:pt>
                <c:pt idx="47423">
                  <c:v>0.54887731480994262</c:v>
                </c:pt>
                <c:pt idx="47424">
                  <c:v>0.54888888888672227</c:v>
                </c:pt>
                <c:pt idx="47425">
                  <c:v>0.54890046296350192</c:v>
                </c:pt>
                <c:pt idx="47426">
                  <c:v>0.54891203703300562</c:v>
                </c:pt>
                <c:pt idx="47427">
                  <c:v>0.54892361110978527</c:v>
                </c:pt>
                <c:pt idx="47428">
                  <c:v>0.54893518517928896</c:v>
                </c:pt>
                <c:pt idx="47429">
                  <c:v>0.54894675925606862</c:v>
                </c:pt>
                <c:pt idx="47430">
                  <c:v>0.54895833333284827</c:v>
                </c:pt>
                <c:pt idx="47431">
                  <c:v>0.54896990740235196</c:v>
                </c:pt>
                <c:pt idx="47432">
                  <c:v>0.54898148147913162</c:v>
                </c:pt>
                <c:pt idx="47433">
                  <c:v>0.54899305555591127</c:v>
                </c:pt>
                <c:pt idx="47434">
                  <c:v>0.54900462962541496</c:v>
                </c:pt>
                <c:pt idx="47435">
                  <c:v>0.54901620370219462</c:v>
                </c:pt>
                <c:pt idx="47436">
                  <c:v>0.54902777777897427</c:v>
                </c:pt>
                <c:pt idx="47437">
                  <c:v>0.54903935184847796</c:v>
                </c:pt>
                <c:pt idx="47438">
                  <c:v>0.54905092592525762</c:v>
                </c:pt>
                <c:pt idx="47439">
                  <c:v>0.54906249999476131</c:v>
                </c:pt>
                <c:pt idx="47440">
                  <c:v>0.54907407407154096</c:v>
                </c:pt>
                <c:pt idx="47441">
                  <c:v>0.54908564814832062</c:v>
                </c:pt>
                <c:pt idx="47442">
                  <c:v>0.54909722221782431</c:v>
                </c:pt>
                <c:pt idx="47443">
                  <c:v>0.54910879629460396</c:v>
                </c:pt>
                <c:pt idx="47444">
                  <c:v>0.54912037037138361</c:v>
                </c:pt>
                <c:pt idx="47445">
                  <c:v>0.54913194444088731</c:v>
                </c:pt>
                <c:pt idx="47446">
                  <c:v>0.54914351851766696</c:v>
                </c:pt>
                <c:pt idx="47447">
                  <c:v>0.54915509258717066</c:v>
                </c:pt>
                <c:pt idx="47448">
                  <c:v>0.54916666666395031</c:v>
                </c:pt>
                <c:pt idx="47449">
                  <c:v>0.54917824074072996</c:v>
                </c:pt>
                <c:pt idx="47450">
                  <c:v>0.54918981481023366</c:v>
                </c:pt>
                <c:pt idx="47451">
                  <c:v>0.54920138888701331</c:v>
                </c:pt>
                <c:pt idx="47452">
                  <c:v>0.54921296296379296</c:v>
                </c:pt>
                <c:pt idx="47453">
                  <c:v>0.54922453703329666</c:v>
                </c:pt>
                <c:pt idx="47454">
                  <c:v>0.54923611111007631</c:v>
                </c:pt>
                <c:pt idx="47455">
                  <c:v>0.54924768517958</c:v>
                </c:pt>
                <c:pt idx="47456">
                  <c:v>0.54925925925635966</c:v>
                </c:pt>
                <c:pt idx="47457">
                  <c:v>0.54927083333313931</c:v>
                </c:pt>
                <c:pt idx="47458">
                  <c:v>0.549282407402643</c:v>
                </c:pt>
                <c:pt idx="47459">
                  <c:v>0.54929398147942265</c:v>
                </c:pt>
                <c:pt idx="47460">
                  <c:v>0.54930555555620231</c:v>
                </c:pt>
                <c:pt idx="47461">
                  <c:v>0.549317129625706</c:v>
                </c:pt>
                <c:pt idx="47462">
                  <c:v>0.54932870370248565</c:v>
                </c:pt>
                <c:pt idx="47463">
                  <c:v>0.54934027777198935</c:v>
                </c:pt>
                <c:pt idx="47464">
                  <c:v>0.549351851848769</c:v>
                </c:pt>
                <c:pt idx="47465">
                  <c:v>0.54936342592554865</c:v>
                </c:pt>
                <c:pt idx="47466">
                  <c:v>0.54937499999505235</c:v>
                </c:pt>
                <c:pt idx="47467">
                  <c:v>0.549386574071832</c:v>
                </c:pt>
                <c:pt idx="47468">
                  <c:v>0.54939814814861165</c:v>
                </c:pt>
                <c:pt idx="47469">
                  <c:v>0.54940972221811535</c:v>
                </c:pt>
                <c:pt idx="47470">
                  <c:v>0.549421296294895</c:v>
                </c:pt>
                <c:pt idx="47471">
                  <c:v>0.54943287037167465</c:v>
                </c:pt>
                <c:pt idx="47472">
                  <c:v>0.54944444444117835</c:v>
                </c:pt>
                <c:pt idx="47473">
                  <c:v>0.549456018517958</c:v>
                </c:pt>
                <c:pt idx="47474">
                  <c:v>0.5494675925874617</c:v>
                </c:pt>
                <c:pt idx="47475">
                  <c:v>0.54947916666424135</c:v>
                </c:pt>
                <c:pt idx="47476">
                  <c:v>0.549490740741021</c:v>
                </c:pt>
                <c:pt idx="47477">
                  <c:v>0.54950231481052469</c:v>
                </c:pt>
                <c:pt idx="47478">
                  <c:v>0.54951388888730435</c:v>
                </c:pt>
                <c:pt idx="47479">
                  <c:v>0.549525462964084</c:v>
                </c:pt>
                <c:pt idx="47480">
                  <c:v>0.54953703703358769</c:v>
                </c:pt>
                <c:pt idx="47481">
                  <c:v>0.54954861111036735</c:v>
                </c:pt>
                <c:pt idx="47482">
                  <c:v>0.54956018517987104</c:v>
                </c:pt>
                <c:pt idx="47483">
                  <c:v>0.54957175925665069</c:v>
                </c:pt>
                <c:pt idx="47484">
                  <c:v>0.54958333333343035</c:v>
                </c:pt>
                <c:pt idx="47485">
                  <c:v>0.54959490740293404</c:v>
                </c:pt>
                <c:pt idx="47486">
                  <c:v>0.54960648147971369</c:v>
                </c:pt>
                <c:pt idx="47487">
                  <c:v>0.54961805555649335</c:v>
                </c:pt>
                <c:pt idx="47488">
                  <c:v>0.54962962962599704</c:v>
                </c:pt>
                <c:pt idx="47489">
                  <c:v>0.54964120370277669</c:v>
                </c:pt>
                <c:pt idx="47490">
                  <c:v>0.54965277777228039</c:v>
                </c:pt>
                <c:pt idx="47491">
                  <c:v>0.54966435184906004</c:v>
                </c:pt>
                <c:pt idx="47492">
                  <c:v>0.54967592592583969</c:v>
                </c:pt>
                <c:pt idx="47493">
                  <c:v>0.54968749999534339</c:v>
                </c:pt>
                <c:pt idx="47494">
                  <c:v>0.54969907407212304</c:v>
                </c:pt>
                <c:pt idx="47495">
                  <c:v>0.54971064814890269</c:v>
                </c:pt>
                <c:pt idx="47496">
                  <c:v>0.54972222221840639</c:v>
                </c:pt>
                <c:pt idx="47497">
                  <c:v>0.54973379629518604</c:v>
                </c:pt>
                <c:pt idx="47498">
                  <c:v>0.54974537036468973</c:v>
                </c:pt>
                <c:pt idx="47499">
                  <c:v>0.54975694444146939</c:v>
                </c:pt>
                <c:pt idx="47500">
                  <c:v>0.54976851851824904</c:v>
                </c:pt>
                <c:pt idx="47501">
                  <c:v>0.54978009258775273</c:v>
                </c:pt>
                <c:pt idx="47502">
                  <c:v>0.54979166666453239</c:v>
                </c:pt>
                <c:pt idx="47503">
                  <c:v>0.54980324074131204</c:v>
                </c:pt>
                <c:pt idx="47504">
                  <c:v>0.54981481481081573</c:v>
                </c:pt>
                <c:pt idx="47505">
                  <c:v>0.54982638888759539</c:v>
                </c:pt>
                <c:pt idx="47506">
                  <c:v>0.54983796295709908</c:v>
                </c:pt>
                <c:pt idx="47507">
                  <c:v>0.54984953703387873</c:v>
                </c:pt>
                <c:pt idx="47508">
                  <c:v>0.54986111111065838</c:v>
                </c:pt>
                <c:pt idx="47509">
                  <c:v>0.54987268518016208</c:v>
                </c:pt>
                <c:pt idx="47510">
                  <c:v>0.54988425925694173</c:v>
                </c:pt>
                <c:pt idx="47511">
                  <c:v>0.54989583333372138</c:v>
                </c:pt>
                <c:pt idx="47512">
                  <c:v>0.54990740740322508</c:v>
                </c:pt>
                <c:pt idx="47513">
                  <c:v>0.54991898148000473</c:v>
                </c:pt>
                <c:pt idx="47514">
                  <c:v>0.54993055555678438</c:v>
                </c:pt>
                <c:pt idx="47515">
                  <c:v>0.54994212962628808</c:v>
                </c:pt>
                <c:pt idx="47516">
                  <c:v>0.54995370370306773</c:v>
                </c:pt>
                <c:pt idx="47517">
                  <c:v>0.54996527777257143</c:v>
                </c:pt>
                <c:pt idx="47518">
                  <c:v>0.54997685184935108</c:v>
                </c:pt>
                <c:pt idx="47519">
                  <c:v>0.54998842592613073</c:v>
                </c:pt>
                <c:pt idx="47520">
                  <c:v>0.54999999999563443</c:v>
                </c:pt>
                <c:pt idx="47521">
                  <c:v>0.55001157407241408</c:v>
                </c:pt>
                <c:pt idx="47522">
                  <c:v>0.55002314814919373</c:v>
                </c:pt>
                <c:pt idx="47523">
                  <c:v>0.55003472221869742</c:v>
                </c:pt>
                <c:pt idx="47524">
                  <c:v>0.55004629629547708</c:v>
                </c:pt>
                <c:pt idx="47525">
                  <c:v>0.55005787036498077</c:v>
                </c:pt>
                <c:pt idx="47526">
                  <c:v>0.55006944444176042</c:v>
                </c:pt>
                <c:pt idx="47527">
                  <c:v>0.55008101851854008</c:v>
                </c:pt>
                <c:pt idx="47528">
                  <c:v>0.55009259258804377</c:v>
                </c:pt>
                <c:pt idx="47529">
                  <c:v>0.55010416666482342</c:v>
                </c:pt>
                <c:pt idx="47530">
                  <c:v>0.55011574074160308</c:v>
                </c:pt>
                <c:pt idx="47531">
                  <c:v>0.55012731481110677</c:v>
                </c:pt>
                <c:pt idx="47532">
                  <c:v>0.55013888888788642</c:v>
                </c:pt>
                <c:pt idx="47533">
                  <c:v>0.55015046295739012</c:v>
                </c:pt>
                <c:pt idx="47534">
                  <c:v>0.55016203703416977</c:v>
                </c:pt>
                <c:pt idx="47535">
                  <c:v>0.55017361111094942</c:v>
                </c:pt>
                <c:pt idx="47536">
                  <c:v>0.55018518518045312</c:v>
                </c:pt>
                <c:pt idx="47537">
                  <c:v>0.55019675925723277</c:v>
                </c:pt>
                <c:pt idx="47538">
                  <c:v>0.55020833333401242</c:v>
                </c:pt>
                <c:pt idx="47539">
                  <c:v>0.55021990740351612</c:v>
                </c:pt>
                <c:pt idx="47540">
                  <c:v>0.55023148148029577</c:v>
                </c:pt>
                <c:pt idx="47541">
                  <c:v>0.55024305554979946</c:v>
                </c:pt>
                <c:pt idx="47542">
                  <c:v>0.55025462962657912</c:v>
                </c:pt>
                <c:pt idx="47543">
                  <c:v>0.55026620370335877</c:v>
                </c:pt>
                <c:pt idx="47544">
                  <c:v>0.55027777777286246</c:v>
                </c:pt>
                <c:pt idx="47545">
                  <c:v>0.55028935184964212</c:v>
                </c:pt>
                <c:pt idx="47546">
                  <c:v>0.55030092592642177</c:v>
                </c:pt>
                <c:pt idx="47547">
                  <c:v>0.55031249999592546</c:v>
                </c:pt>
                <c:pt idx="47548">
                  <c:v>0.55032407407270512</c:v>
                </c:pt>
                <c:pt idx="47549">
                  <c:v>0.55033564814948477</c:v>
                </c:pt>
                <c:pt idx="47550">
                  <c:v>0.55034722221898846</c:v>
                </c:pt>
                <c:pt idx="47551">
                  <c:v>0.55035879629576812</c:v>
                </c:pt>
                <c:pt idx="47552">
                  <c:v>0.55037037036527181</c:v>
                </c:pt>
                <c:pt idx="47553">
                  <c:v>0.55038194444205146</c:v>
                </c:pt>
                <c:pt idx="47554">
                  <c:v>0.55039351851883112</c:v>
                </c:pt>
                <c:pt idx="47555">
                  <c:v>0.55040509258833481</c:v>
                </c:pt>
                <c:pt idx="47556">
                  <c:v>0.55041666666511446</c:v>
                </c:pt>
                <c:pt idx="47557">
                  <c:v>0.55042824074189411</c:v>
                </c:pt>
                <c:pt idx="47558">
                  <c:v>0.55043981481139781</c:v>
                </c:pt>
                <c:pt idx="47559">
                  <c:v>0.55045138888817746</c:v>
                </c:pt>
                <c:pt idx="47560">
                  <c:v>0.55046296295768116</c:v>
                </c:pt>
                <c:pt idx="47561">
                  <c:v>0.55047453703446081</c:v>
                </c:pt>
                <c:pt idx="47562">
                  <c:v>0.55048611111124046</c:v>
                </c:pt>
                <c:pt idx="47563">
                  <c:v>0.55049768518074416</c:v>
                </c:pt>
                <c:pt idx="47564">
                  <c:v>0.55050925925752381</c:v>
                </c:pt>
                <c:pt idx="47565">
                  <c:v>0.55052083333430346</c:v>
                </c:pt>
                <c:pt idx="47566">
                  <c:v>0.55053240740380716</c:v>
                </c:pt>
                <c:pt idx="47567">
                  <c:v>0.55054398148058681</c:v>
                </c:pt>
                <c:pt idx="47568">
                  <c:v>0.5505555555500905</c:v>
                </c:pt>
                <c:pt idx="47569">
                  <c:v>0.55056712962687016</c:v>
                </c:pt>
                <c:pt idx="47570">
                  <c:v>0.55057870370364981</c:v>
                </c:pt>
                <c:pt idx="47571">
                  <c:v>0.5505902777731535</c:v>
                </c:pt>
                <c:pt idx="47572">
                  <c:v>0.55060185184993315</c:v>
                </c:pt>
                <c:pt idx="47573">
                  <c:v>0.55061342592671281</c:v>
                </c:pt>
                <c:pt idx="47574">
                  <c:v>0.5506249999962165</c:v>
                </c:pt>
                <c:pt idx="47575">
                  <c:v>0.55063657407299615</c:v>
                </c:pt>
                <c:pt idx="47576">
                  <c:v>0.55064814814249985</c:v>
                </c:pt>
                <c:pt idx="47577">
                  <c:v>0.5506597222192795</c:v>
                </c:pt>
                <c:pt idx="47578">
                  <c:v>0.55067129629605915</c:v>
                </c:pt>
                <c:pt idx="47579">
                  <c:v>0.55068287036556285</c:v>
                </c:pt>
                <c:pt idx="47580">
                  <c:v>0.5506944444423425</c:v>
                </c:pt>
                <c:pt idx="47581">
                  <c:v>0.55070601851912215</c:v>
                </c:pt>
                <c:pt idx="47582">
                  <c:v>0.55071759258862585</c:v>
                </c:pt>
                <c:pt idx="47583">
                  <c:v>0.5507291666654055</c:v>
                </c:pt>
                <c:pt idx="47584">
                  <c:v>0.5507407407349092</c:v>
                </c:pt>
                <c:pt idx="47585">
                  <c:v>0.55075231481168885</c:v>
                </c:pt>
                <c:pt idx="47586">
                  <c:v>0.5507638888884685</c:v>
                </c:pt>
                <c:pt idx="47587">
                  <c:v>0.55077546295797219</c:v>
                </c:pt>
                <c:pt idx="47588">
                  <c:v>0.55078703703475185</c:v>
                </c:pt>
                <c:pt idx="47589">
                  <c:v>0.5507986111115315</c:v>
                </c:pt>
                <c:pt idx="47590">
                  <c:v>0.55081018518103519</c:v>
                </c:pt>
                <c:pt idx="47591">
                  <c:v>0.55082175925781485</c:v>
                </c:pt>
                <c:pt idx="47592">
                  <c:v>0.5508333333345945</c:v>
                </c:pt>
                <c:pt idx="47593">
                  <c:v>0.55084490740409819</c:v>
                </c:pt>
                <c:pt idx="47594">
                  <c:v>0.55085648148087785</c:v>
                </c:pt>
                <c:pt idx="47595">
                  <c:v>0.55086805555038154</c:v>
                </c:pt>
                <c:pt idx="47596">
                  <c:v>0.55087962962716119</c:v>
                </c:pt>
                <c:pt idx="47597">
                  <c:v>0.55089120370394085</c:v>
                </c:pt>
                <c:pt idx="47598">
                  <c:v>0.55090277777344454</c:v>
                </c:pt>
                <c:pt idx="47599">
                  <c:v>0.55091435185022419</c:v>
                </c:pt>
                <c:pt idx="47600">
                  <c:v>0.55092592592700385</c:v>
                </c:pt>
                <c:pt idx="47601">
                  <c:v>0.55093749999650754</c:v>
                </c:pt>
                <c:pt idx="47602">
                  <c:v>0.55094907407328719</c:v>
                </c:pt>
                <c:pt idx="47603">
                  <c:v>0.55096064814279089</c:v>
                </c:pt>
                <c:pt idx="47604">
                  <c:v>0.55097222221957054</c:v>
                </c:pt>
                <c:pt idx="47605">
                  <c:v>0.55098379629635019</c:v>
                </c:pt>
                <c:pt idx="47606">
                  <c:v>0.55099537036585389</c:v>
                </c:pt>
                <c:pt idx="47607">
                  <c:v>0.55100694444263354</c:v>
                </c:pt>
                <c:pt idx="47608">
                  <c:v>0.55101851851941319</c:v>
                </c:pt>
                <c:pt idx="47609">
                  <c:v>0.55103009258891689</c:v>
                </c:pt>
                <c:pt idx="47610">
                  <c:v>0.55104166666569654</c:v>
                </c:pt>
                <c:pt idx="47611">
                  <c:v>0.55105324073520023</c:v>
                </c:pt>
                <c:pt idx="47612">
                  <c:v>0.55106481481197989</c:v>
                </c:pt>
                <c:pt idx="47613">
                  <c:v>0.55107638888875954</c:v>
                </c:pt>
                <c:pt idx="47614">
                  <c:v>0.55108796295826323</c:v>
                </c:pt>
                <c:pt idx="47615">
                  <c:v>0.55109953703504289</c:v>
                </c:pt>
                <c:pt idx="47616">
                  <c:v>0.55111111111182254</c:v>
                </c:pt>
                <c:pt idx="47617">
                  <c:v>0.55112268518132623</c:v>
                </c:pt>
                <c:pt idx="47618">
                  <c:v>0.55113425925810589</c:v>
                </c:pt>
                <c:pt idx="47619">
                  <c:v>0.55114583332760958</c:v>
                </c:pt>
                <c:pt idx="47620">
                  <c:v>0.55115740740438923</c:v>
                </c:pt>
                <c:pt idx="47621">
                  <c:v>0.55116898148116888</c:v>
                </c:pt>
                <c:pt idx="47622">
                  <c:v>0.55118055555067258</c:v>
                </c:pt>
                <c:pt idx="47623">
                  <c:v>0.55119212962745223</c:v>
                </c:pt>
                <c:pt idx="47624">
                  <c:v>0.55120370370423188</c:v>
                </c:pt>
                <c:pt idx="47625">
                  <c:v>0.55121527777373558</c:v>
                </c:pt>
                <c:pt idx="47626">
                  <c:v>0.55122685185051523</c:v>
                </c:pt>
                <c:pt idx="47627">
                  <c:v>0.55123842592001893</c:v>
                </c:pt>
                <c:pt idx="47628">
                  <c:v>0.55124999999679858</c:v>
                </c:pt>
                <c:pt idx="47629">
                  <c:v>0.55126157407357823</c:v>
                </c:pt>
                <c:pt idx="47630">
                  <c:v>0.55127314814308193</c:v>
                </c:pt>
                <c:pt idx="47631">
                  <c:v>0.55128472221986158</c:v>
                </c:pt>
                <c:pt idx="47632">
                  <c:v>0.55129629629664123</c:v>
                </c:pt>
                <c:pt idx="47633">
                  <c:v>0.55130787036614493</c:v>
                </c:pt>
                <c:pt idx="47634">
                  <c:v>0.55131944444292458</c:v>
                </c:pt>
                <c:pt idx="47635">
                  <c:v>0.55133101851970423</c:v>
                </c:pt>
                <c:pt idx="47636">
                  <c:v>0.55134259258920792</c:v>
                </c:pt>
                <c:pt idx="47637">
                  <c:v>0.55135416666598758</c:v>
                </c:pt>
                <c:pt idx="47638">
                  <c:v>0.55136574073549127</c:v>
                </c:pt>
                <c:pt idx="47639">
                  <c:v>0.55137731481227092</c:v>
                </c:pt>
                <c:pt idx="47640">
                  <c:v>0.55138888888905058</c:v>
                </c:pt>
                <c:pt idx="47641">
                  <c:v>0.55140046295855427</c:v>
                </c:pt>
                <c:pt idx="47642">
                  <c:v>0.55141203703533392</c:v>
                </c:pt>
                <c:pt idx="47643">
                  <c:v>0.55142361111211358</c:v>
                </c:pt>
                <c:pt idx="47644">
                  <c:v>0.55143518518161727</c:v>
                </c:pt>
                <c:pt idx="47645">
                  <c:v>0.55144675925839692</c:v>
                </c:pt>
                <c:pt idx="47646">
                  <c:v>0.55145833332790062</c:v>
                </c:pt>
                <c:pt idx="47647">
                  <c:v>0.55146990740468027</c:v>
                </c:pt>
                <c:pt idx="47648">
                  <c:v>0.55148148148145992</c:v>
                </c:pt>
                <c:pt idx="47649">
                  <c:v>0.55149305555096362</c:v>
                </c:pt>
                <c:pt idx="47650">
                  <c:v>0.55150462962774327</c:v>
                </c:pt>
                <c:pt idx="47651">
                  <c:v>0.55151620370452292</c:v>
                </c:pt>
                <c:pt idx="47652">
                  <c:v>0.55152777777402662</c:v>
                </c:pt>
                <c:pt idx="47653">
                  <c:v>0.55153935185080627</c:v>
                </c:pt>
                <c:pt idx="47654">
                  <c:v>0.55155092592030996</c:v>
                </c:pt>
                <c:pt idx="47655">
                  <c:v>0.55156249999708962</c:v>
                </c:pt>
                <c:pt idx="47656">
                  <c:v>0.55157407407386927</c:v>
                </c:pt>
                <c:pt idx="47657">
                  <c:v>0.55158564814337296</c:v>
                </c:pt>
                <c:pt idx="47658">
                  <c:v>0.55159722222015262</c:v>
                </c:pt>
                <c:pt idx="47659">
                  <c:v>0.55160879629693227</c:v>
                </c:pt>
                <c:pt idx="47660">
                  <c:v>0.55162037036643596</c:v>
                </c:pt>
                <c:pt idx="47661">
                  <c:v>0.55163194444321562</c:v>
                </c:pt>
                <c:pt idx="47662">
                  <c:v>0.55164351851271931</c:v>
                </c:pt>
                <c:pt idx="47663">
                  <c:v>0.55165509258949896</c:v>
                </c:pt>
                <c:pt idx="47664">
                  <c:v>0.55166666666627862</c:v>
                </c:pt>
                <c:pt idx="47665">
                  <c:v>0.55167824073578231</c:v>
                </c:pt>
                <c:pt idx="47666">
                  <c:v>0.55168981481256196</c:v>
                </c:pt>
                <c:pt idx="47667">
                  <c:v>0.55170138888934162</c:v>
                </c:pt>
                <c:pt idx="47668">
                  <c:v>0.55171296295884531</c:v>
                </c:pt>
                <c:pt idx="47669">
                  <c:v>0.55172453703562496</c:v>
                </c:pt>
                <c:pt idx="47670">
                  <c:v>0.55173611111240461</c:v>
                </c:pt>
                <c:pt idx="47671">
                  <c:v>0.55174768518190831</c:v>
                </c:pt>
                <c:pt idx="47672">
                  <c:v>0.55175925925868796</c:v>
                </c:pt>
                <c:pt idx="47673">
                  <c:v>0.55177083332819166</c:v>
                </c:pt>
                <c:pt idx="47674">
                  <c:v>0.55178240740497131</c:v>
                </c:pt>
                <c:pt idx="47675">
                  <c:v>0.55179398148175096</c:v>
                </c:pt>
                <c:pt idx="47676">
                  <c:v>0.55180555555125466</c:v>
                </c:pt>
                <c:pt idx="47677">
                  <c:v>0.55181712962803431</c:v>
                </c:pt>
                <c:pt idx="47678">
                  <c:v>0.55182870370481396</c:v>
                </c:pt>
                <c:pt idx="47679">
                  <c:v>0.55184027777431766</c:v>
                </c:pt>
                <c:pt idx="47680">
                  <c:v>0.55185185185109731</c:v>
                </c:pt>
                <c:pt idx="47681">
                  <c:v>0.551863425920601</c:v>
                </c:pt>
                <c:pt idx="47682">
                  <c:v>0.55187499999738066</c:v>
                </c:pt>
                <c:pt idx="47683">
                  <c:v>0.55188657407416031</c:v>
                </c:pt>
                <c:pt idx="47684">
                  <c:v>0.551898148143664</c:v>
                </c:pt>
                <c:pt idx="47685">
                  <c:v>0.55190972222044365</c:v>
                </c:pt>
                <c:pt idx="47686">
                  <c:v>0.55192129629722331</c:v>
                </c:pt>
                <c:pt idx="47687">
                  <c:v>0.551932870366727</c:v>
                </c:pt>
                <c:pt idx="47688">
                  <c:v>0.55194444444350665</c:v>
                </c:pt>
                <c:pt idx="47689">
                  <c:v>0.55195601851301035</c:v>
                </c:pt>
                <c:pt idx="47690">
                  <c:v>0.55196759258979</c:v>
                </c:pt>
                <c:pt idx="47691">
                  <c:v>0.55197916666656965</c:v>
                </c:pt>
                <c:pt idx="47692">
                  <c:v>0.55199074073607335</c:v>
                </c:pt>
                <c:pt idx="47693">
                  <c:v>0.552002314812853</c:v>
                </c:pt>
                <c:pt idx="47694">
                  <c:v>0.55201388888963265</c:v>
                </c:pt>
                <c:pt idx="47695">
                  <c:v>0.55202546295913635</c:v>
                </c:pt>
                <c:pt idx="47696">
                  <c:v>0.552037037035916</c:v>
                </c:pt>
                <c:pt idx="47697">
                  <c:v>0.5520486111054197</c:v>
                </c:pt>
                <c:pt idx="47698">
                  <c:v>0.55206018518219935</c:v>
                </c:pt>
                <c:pt idx="47699">
                  <c:v>0.552071759258979</c:v>
                </c:pt>
                <c:pt idx="47700">
                  <c:v>0.55208333332848269</c:v>
                </c:pt>
                <c:pt idx="47701">
                  <c:v>0.55209490740526235</c:v>
                </c:pt>
                <c:pt idx="47702">
                  <c:v>0.552106481482042</c:v>
                </c:pt>
                <c:pt idx="47703">
                  <c:v>0.55211805555154569</c:v>
                </c:pt>
                <c:pt idx="47704">
                  <c:v>0.55212962962832535</c:v>
                </c:pt>
                <c:pt idx="47705">
                  <c:v>0.55214120369782904</c:v>
                </c:pt>
                <c:pt idx="47706">
                  <c:v>0.55215277777460869</c:v>
                </c:pt>
                <c:pt idx="47707">
                  <c:v>0.55216435185138835</c:v>
                </c:pt>
                <c:pt idx="47708">
                  <c:v>0.55217592592089204</c:v>
                </c:pt>
                <c:pt idx="47709">
                  <c:v>0.55218749999767169</c:v>
                </c:pt>
                <c:pt idx="47710">
                  <c:v>0.55219907407445135</c:v>
                </c:pt>
                <c:pt idx="47711">
                  <c:v>0.55221064814395504</c:v>
                </c:pt>
                <c:pt idx="47712">
                  <c:v>0.55222222222073469</c:v>
                </c:pt>
                <c:pt idx="47713">
                  <c:v>0.55223379629751435</c:v>
                </c:pt>
                <c:pt idx="47714">
                  <c:v>0.55224537036701804</c:v>
                </c:pt>
                <c:pt idx="47715">
                  <c:v>0.55225694444379769</c:v>
                </c:pt>
                <c:pt idx="47716">
                  <c:v>0.55226851851330139</c:v>
                </c:pt>
                <c:pt idx="47717">
                  <c:v>0.55228009259008104</c:v>
                </c:pt>
                <c:pt idx="47718">
                  <c:v>0.55229166666686069</c:v>
                </c:pt>
                <c:pt idx="47719">
                  <c:v>0.55230324073636439</c:v>
                </c:pt>
                <c:pt idx="47720">
                  <c:v>0.55231481481314404</c:v>
                </c:pt>
                <c:pt idx="47721">
                  <c:v>0.55232638888992369</c:v>
                </c:pt>
                <c:pt idx="47722">
                  <c:v>0.55233796295942739</c:v>
                </c:pt>
                <c:pt idx="47723">
                  <c:v>0.55234953703620704</c:v>
                </c:pt>
                <c:pt idx="47724">
                  <c:v>0.55236111110571073</c:v>
                </c:pt>
                <c:pt idx="47725">
                  <c:v>0.55237268518249039</c:v>
                </c:pt>
                <c:pt idx="47726">
                  <c:v>0.55238425925927004</c:v>
                </c:pt>
                <c:pt idx="47727">
                  <c:v>0.55239583332877373</c:v>
                </c:pt>
                <c:pt idx="47728">
                  <c:v>0.55240740740555339</c:v>
                </c:pt>
                <c:pt idx="47729">
                  <c:v>0.55241898148233304</c:v>
                </c:pt>
                <c:pt idx="47730">
                  <c:v>0.55243055555183673</c:v>
                </c:pt>
                <c:pt idx="47731">
                  <c:v>0.55244212962861639</c:v>
                </c:pt>
                <c:pt idx="47732">
                  <c:v>0.55245370369812008</c:v>
                </c:pt>
                <c:pt idx="47733">
                  <c:v>0.55246527777489973</c:v>
                </c:pt>
                <c:pt idx="47734">
                  <c:v>0.55247685185167938</c:v>
                </c:pt>
                <c:pt idx="47735">
                  <c:v>0.55248842592118308</c:v>
                </c:pt>
                <c:pt idx="47736">
                  <c:v>0.55249999999796273</c:v>
                </c:pt>
                <c:pt idx="47737">
                  <c:v>0.55251157407474238</c:v>
                </c:pt>
                <c:pt idx="47738">
                  <c:v>0.55252314814424608</c:v>
                </c:pt>
                <c:pt idx="47739">
                  <c:v>0.55253472222102573</c:v>
                </c:pt>
                <c:pt idx="47740">
                  <c:v>0.55254629629052943</c:v>
                </c:pt>
                <c:pt idx="47741">
                  <c:v>0.55255787036730908</c:v>
                </c:pt>
                <c:pt idx="47742">
                  <c:v>0.55256944444408873</c:v>
                </c:pt>
                <c:pt idx="47743">
                  <c:v>0.55258101851359243</c:v>
                </c:pt>
                <c:pt idx="47744">
                  <c:v>0.55259259259037208</c:v>
                </c:pt>
                <c:pt idx="47745">
                  <c:v>0.55260416666715173</c:v>
                </c:pt>
                <c:pt idx="47746">
                  <c:v>0.55261574073665543</c:v>
                </c:pt>
                <c:pt idx="47747">
                  <c:v>0.55262731481343508</c:v>
                </c:pt>
                <c:pt idx="47748">
                  <c:v>0.55263888889021473</c:v>
                </c:pt>
                <c:pt idx="47749">
                  <c:v>0.55265046295971842</c:v>
                </c:pt>
                <c:pt idx="47750">
                  <c:v>0.55266203703649808</c:v>
                </c:pt>
                <c:pt idx="47751">
                  <c:v>0.55267361110600177</c:v>
                </c:pt>
                <c:pt idx="47752">
                  <c:v>0.55268518518278142</c:v>
                </c:pt>
                <c:pt idx="47753">
                  <c:v>0.55269675925956108</c:v>
                </c:pt>
                <c:pt idx="47754">
                  <c:v>0.55270833332906477</c:v>
                </c:pt>
                <c:pt idx="47755">
                  <c:v>0.55271990740584442</c:v>
                </c:pt>
                <c:pt idx="47756">
                  <c:v>0.55273148148262408</c:v>
                </c:pt>
                <c:pt idx="47757">
                  <c:v>0.55274305555212777</c:v>
                </c:pt>
                <c:pt idx="47758">
                  <c:v>0.55275462962890742</c:v>
                </c:pt>
                <c:pt idx="47759">
                  <c:v>0.55276620369841112</c:v>
                </c:pt>
                <c:pt idx="47760">
                  <c:v>0.55277777777519077</c:v>
                </c:pt>
                <c:pt idx="47761">
                  <c:v>0.55278935185197042</c:v>
                </c:pt>
                <c:pt idx="47762">
                  <c:v>0.55280092592147412</c:v>
                </c:pt>
                <c:pt idx="47763">
                  <c:v>0.55281249999825377</c:v>
                </c:pt>
                <c:pt idx="47764">
                  <c:v>0.55282407407503342</c:v>
                </c:pt>
                <c:pt idx="47765">
                  <c:v>0.55283564814453712</c:v>
                </c:pt>
                <c:pt idx="47766">
                  <c:v>0.55284722222131677</c:v>
                </c:pt>
                <c:pt idx="47767">
                  <c:v>0.55285879629082046</c:v>
                </c:pt>
                <c:pt idx="47768">
                  <c:v>0.55287037036760012</c:v>
                </c:pt>
                <c:pt idx="47769">
                  <c:v>0.55288194444437977</c:v>
                </c:pt>
                <c:pt idx="47770">
                  <c:v>0.55289351851388346</c:v>
                </c:pt>
                <c:pt idx="47771">
                  <c:v>0.55290509259066312</c:v>
                </c:pt>
                <c:pt idx="47772">
                  <c:v>0.55291666666744277</c:v>
                </c:pt>
                <c:pt idx="47773">
                  <c:v>0.55292824073694646</c:v>
                </c:pt>
                <c:pt idx="47774">
                  <c:v>0.55293981481372612</c:v>
                </c:pt>
                <c:pt idx="47775">
                  <c:v>0.55295138888322981</c:v>
                </c:pt>
                <c:pt idx="47776">
                  <c:v>0.55296296296000946</c:v>
                </c:pt>
                <c:pt idx="47777">
                  <c:v>0.55297453703678912</c:v>
                </c:pt>
                <c:pt idx="47778">
                  <c:v>0.55298611110629281</c:v>
                </c:pt>
                <c:pt idx="47779">
                  <c:v>0.55299768518307246</c:v>
                </c:pt>
                <c:pt idx="47780">
                  <c:v>0.55300925925985212</c:v>
                </c:pt>
                <c:pt idx="47781">
                  <c:v>0.55302083332935581</c:v>
                </c:pt>
                <c:pt idx="47782">
                  <c:v>0.55303240740613546</c:v>
                </c:pt>
                <c:pt idx="47783">
                  <c:v>0.55304398147563916</c:v>
                </c:pt>
                <c:pt idx="47784">
                  <c:v>0.55305555555241881</c:v>
                </c:pt>
                <c:pt idx="47785">
                  <c:v>0.55306712962919846</c:v>
                </c:pt>
                <c:pt idx="47786">
                  <c:v>0.55307870369870216</c:v>
                </c:pt>
                <c:pt idx="47787">
                  <c:v>0.55309027777548181</c:v>
                </c:pt>
                <c:pt idx="47788">
                  <c:v>0.55310185185226146</c:v>
                </c:pt>
                <c:pt idx="47789">
                  <c:v>0.55311342592176516</c:v>
                </c:pt>
                <c:pt idx="47790">
                  <c:v>0.55312499999854481</c:v>
                </c:pt>
                <c:pt idx="47791">
                  <c:v>0.55313657407532446</c:v>
                </c:pt>
                <c:pt idx="47792">
                  <c:v>0.55314814814482816</c:v>
                </c:pt>
                <c:pt idx="47793">
                  <c:v>0.55315972222160781</c:v>
                </c:pt>
                <c:pt idx="47794">
                  <c:v>0.5531712962911115</c:v>
                </c:pt>
                <c:pt idx="47795">
                  <c:v>0.55318287036789116</c:v>
                </c:pt>
                <c:pt idx="47796">
                  <c:v>0.55319444444467081</c:v>
                </c:pt>
                <c:pt idx="47797">
                  <c:v>0.5532060185141745</c:v>
                </c:pt>
                <c:pt idx="47798">
                  <c:v>0.55321759259095415</c:v>
                </c:pt>
                <c:pt idx="47799">
                  <c:v>0.55322916666773381</c:v>
                </c:pt>
                <c:pt idx="47800">
                  <c:v>0.5532407407372375</c:v>
                </c:pt>
                <c:pt idx="47801">
                  <c:v>0.55325231481401715</c:v>
                </c:pt>
                <c:pt idx="47802">
                  <c:v>0.55326388888352085</c:v>
                </c:pt>
                <c:pt idx="47803">
                  <c:v>0.5532754629603005</c:v>
                </c:pt>
                <c:pt idx="47804">
                  <c:v>0.55328703703708015</c:v>
                </c:pt>
                <c:pt idx="47805">
                  <c:v>0.55329861110658385</c:v>
                </c:pt>
                <c:pt idx="47806">
                  <c:v>0.5533101851833635</c:v>
                </c:pt>
                <c:pt idx="47807">
                  <c:v>0.55332175926014315</c:v>
                </c:pt>
                <c:pt idx="47808">
                  <c:v>0.55333333332964685</c:v>
                </c:pt>
                <c:pt idx="47809">
                  <c:v>0.5533449074064265</c:v>
                </c:pt>
                <c:pt idx="47810">
                  <c:v>0.5533564814759302</c:v>
                </c:pt>
                <c:pt idx="47811">
                  <c:v>0.55336805555270985</c:v>
                </c:pt>
                <c:pt idx="47812">
                  <c:v>0.5533796296294895</c:v>
                </c:pt>
                <c:pt idx="47813">
                  <c:v>0.55339120369899319</c:v>
                </c:pt>
                <c:pt idx="47814">
                  <c:v>0.55340277777577285</c:v>
                </c:pt>
                <c:pt idx="47815">
                  <c:v>0.5534143518525525</c:v>
                </c:pt>
                <c:pt idx="47816">
                  <c:v>0.55342592592205619</c:v>
                </c:pt>
                <c:pt idx="47817">
                  <c:v>0.55343749999883585</c:v>
                </c:pt>
                <c:pt idx="47818">
                  <c:v>0.55344907406833954</c:v>
                </c:pt>
                <c:pt idx="47819">
                  <c:v>0.55346064814511919</c:v>
                </c:pt>
                <c:pt idx="47820">
                  <c:v>0.55347222222189885</c:v>
                </c:pt>
                <c:pt idx="47821">
                  <c:v>0.55348379629140254</c:v>
                </c:pt>
                <c:pt idx="47822">
                  <c:v>0.55349537036818219</c:v>
                </c:pt>
                <c:pt idx="47823">
                  <c:v>0.55350694444496185</c:v>
                </c:pt>
                <c:pt idx="47824">
                  <c:v>0.55351851851446554</c:v>
                </c:pt>
                <c:pt idx="47825">
                  <c:v>0.55353009259124519</c:v>
                </c:pt>
                <c:pt idx="47826">
                  <c:v>0.55354166666074889</c:v>
                </c:pt>
                <c:pt idx="47827">
                  <c:v>0.55355324073752854</c:v>
                </c:pt>
                <c:pt idx="47828">
                  <c:v>0.55356481481430819</c:v>
                </c:pt>
                <c:pt idx="47829">
                  <c:v>0.55357638888381189</c:v>
                </c:pt>
                <c:pt idx="47830">
                  <c:v>0.55358796296059154</c:v>
                </c:pt>
                <c:pt idx="47831">
                  <c:v>0.55359953703737119</c:v>
                </c:pt>
                <c:pt idx="47832">
                  <c:v>0.55361111110687489</c:v>
                </c:pt>
                <c:pt idx="47833">
                  <c:v>0.55362268518365454</c:v>
                </c:pt>
                <c:pt idx="47834">
                  <c:v>0.55363425926043419</c:v>
                </c:pt>
                <c:pt idx="47835">
                  <c:v>0.55364583332993789</c:v>
                </c:pt>
                <c:pt idx="47836">
                  <c:v>0.55365740740671754</c:v>
                </c:pt>
                <c:pt idx="47837">
                  <c:v>0.55366898147622123</c:v>
                </c:pt>
                <c:pt idx="47838">
                  <c:v>0.55368055555300089</c:v>
                </c:pt>
                <c:pt idx="47839">
                  <c:v>0.55369212962978054</c:v>
                </c:pt>
                <c:pt idx="47840">
                  <c:v>0.55370370369928423</c:v>
                </c:pt>
                <c:pt idx="47841">
                  <c:v>0.55371527777606389</c:v>
                </c:pt>
                <c:pt idx="47842">
                  <c:v>0.55372685185284354</c:v>
                </c:pt>
                <c:pt idx="47843">
                  <c:v>0.55373842592234723</c:v>
                </c:pt>
                <c:pt idx="47844">
                  <c:v>0.55374999999912689</c:v>
                </c:pt>
                <c:pt idx="47845">
                  <c:v>0.55376157406863058</c:v>
                </c:pt>
                <c:pt idx="47846">
                  <c:v>0.55377314814541023</c:v>
                </c:pt>
                <c:pt idx="47847">
                  <c:v>0.55378472222218988</c:v>
                </c:pt>
                <c:pt idx="47848">
                  <c:v>0.55379629629169358</c:v>
                </c:pt>
                <c:pt idx="47849">
                  <c:v>0.55380787036847323</c:v>
                </c:pt>
                <c:pt idx="47850">
                  <c:v>0.55381944444525288</c:v>
                </c:pt>
                <c:pt idx="47851">
                  <c:v>0.55383101851475658</c:v>
                </c:pt>
                <c:pt idx="47852">
                  <c:v>0.55384259259153623</c:v>
                </c:pt>
                <c:pt idx="47853">
                  <c:v>0.55385416666103993</c:v>
                </c:pt>
                <c:pt idx="47854">
                  <c:v>0.55386574073781958</c:v>
                </c:pt>
                <c:pt idx="47855">
                  <c:v>0.55387731481459923</c:v>
                </c:pt>
                <c:pt idx="47856">
                  <c:v>0.55388888888410293</c:v>
                </c:pt>
                <c:pt idx="47857">
                  <c:v>0.55390046296088258</c:v>
                </c:pt>
                <c:pt idx="47858">
                  <c:v>0.55391203703766223</c:v>
                </c:pt>
                <c:pt idx="47859">
                  <c:v>0.55392361110716593</c:v>
                </c:pt>
                <c:pt idx="47860">
                  <c:v>0.55393518518394558</c:v>
                </c:pt>
                <c:pt idx="47861">
                  <c:v>0.55394675925344927</c:v>
                </c:pt>
                <c:pt idx="47862">
                  <c:v>0.55395833333022892</c:v>
                </c:pt>
                <c:pt idx="47863">
                  <c:v>0.55396990740700858</c:v>
                </c:pt>
                <c:pt idx="47864">
                  <c:v>0.55398148147651227</c:v>
                </c:pt>
                <c:pt idx="47865">
                  <c:v>0.55399305555329192</c:v>
                </c:pt>
                <c:pt idx="47866">
                  <c:v>0.55400462963007158</c:v>
                </c:pt>
                <c:pt idx="47867">
                  <c:v>0.55401620369957527</c:v>
                </c:pt>
                <c:pt idx="47868">
                  <c:v>0.55402777777635492</c:v>
                </c:pt>
                <c:pt idx="47869">
                  <c:v>0.55403935185313458</c:v>
                </c:pt>
                <c:pt idx="47870">
                  <c:v>0.55405092592263827</c:v>
                </c:pt>
                <c:pt idx="47871">
                  <c:v>0.55406249999941792</c:v>
                </c:pt>
                <c:pt idx="47872">
                  <c:v>0.55407407406892162</c:v>
                </c:pt>
                <c:pt idx="47873">
                  <c:v>0.55408564814570127</c:v>
                </c:pt>
                <c:pt idx="47874">
                  <c:v>0.55409722222248092</c:v>
                </c:pt>
                <c:pt idx="47875">
                  <c:v>0.55410879629198462</c:v>
                </c:pt>
                <c:pt idx="47876">
                  <c:v>0.55412037036876427</c:v>
                </c:pt>
                <c:pt idx="47877">
                  <c:v>0.55413194444554392</c:v>
                </c:pt>
                <c:pt idx="47878">
                  <c:v>0.55414351851504762</c:v>
                </c:pt>
                <c:pt idx="47879">
                  <c:v>0.55415509259182727</c:v>
                </c:pt>
                <c:pt idx="47880">
                  <c:v>0.55416666666133096</c:v>
                </c:pt>
                <c:pt idx="47881">
                  <c:v>0.55417824073811062</c:v>
                </c:pt>
                <c:pt idx="47882">
                  <c:v>0.55418981481489027</c:v>
                </c:pt>
                <c:pt idx="47883">
                  <c:v>0.55420138888439396</c:v>
                </c:pt>
                <c:pt idx="47884">
                  <c:v>0.55421296296117362</c:v>
                </c:pt>
                <c:pt idx="47885">
                  <c:v>0.55422453703795327</c:v>
                </c:pt>
                <c:pt idx="47886">
                  <c:v>0.55423611110745696</c:v>
                </c:pt>
                <c:pt idx="47887">
                  <c:v>0.55424768518423662</c:v>
                </c:pt>
                <c:pt idx="47888">
                  <c:v>0.55425925925374031</c:v>
                </c:pt>
                <c:pt idx="47889">
                  <c:v>0.55427083333051996</c:v>
                </c:pt>
                <c:pt idx="47890">
                  <c:v>0.55428240740729962</c:v>
                </c:pt>
                <c:pt idx="47891">
                  <c:v>0.55429398147680331</c:v>
                </c:pt>
                <c:pt idx="47892">
                  <c:v>0.55430555555358296</c:v>
                </c:pt>
                <c:pt idx="47893">
                  <c:v>0.55431712963036261</c:v>
                </c:pt>
                <c:pt idx="47894">
                  <c:v>0.55432870369986631</c:v>
                </c:pt>
                <c:pt idx="47895">
                  <c:v>0.55434027777664596</c:v>
                </c:pt>
                <c:pt idx="47896">
                  <c:v>0.55435185184614966</c:v>
                </c:pt>
                <c:pt idx="47897">
                  <c:v>0.55436342592292931</c:v>
                </c:pt>
                <c:pt idx="47898">
                  <c:v>0.55437499999970896</c:v>
                </c:pt>
                <c:pt idx="47899">
                  <c:v>0.55438657406921266</c:v>
                </c:pt>
                <c:pt idx="47900">
                  <c:v>0.55439814814599231</c:v>
                </c:pt>
                <c:pt idx="47901">
                  <c:v>0.55440972222277196</c:v>
                </c:pt>
                <c:pt idx="47902">
                  <c:v>0.55442129629227566</c:v>
                </c:pt>
                <c:pt idx="47903">
                  <c:v>0.55443287036905531</c:v>
                </c:pt>
                <c:pt idx="47904">
                  <c:v>0.554444444438559</c:v>
                </c:pt>
                <c:pt idx="47905">
                  <c:v>0.55445601851533866</c:v>
                </c:pt>
                <c:pt idx="47906">
                  <c:v>0.55446759259211831</c:v>
                </c:pt>
                <c:pt idx="47907">
                  <c:v>0.554479166661622</c:v>
                </c:pt>
                <c:pt idx="47908">
                  <c:v>0.55449074073840166</c:v>
                </c:pt>
                <c:pt idx="47909">
                  <c:v>0.55450231481518131</c:v>
                </c:pt>
                <c:pt idx="47910">
                  <c:v>0.554513888884685</c:v>
                </c:pt>
                <c:pt idx="47911">
                  <c:v>0.55452546296146465</c:v>
                </c:pt>
                <c:pt idx="47912">
                  <c:v>0.55453703703824431</c:v>
                </c:pt>
                <c:pt idx="47913">
                  <c:v>0.554548611107748</c:v>
                </c:pt>
                <c:pt idx="47914">
                  <c:v>0.55456018518452765</c:v>
                </c:pt>
                <c:pt idx="47915">
                  <c:v>0.55457175925403135</c:v>
                </c:pt>
                <c:pt idx="47916">
                  <c:v>0.554583333330811</c:v>
                </c:pt>
                <c:pt idx="47917">
                  <c:v>0.55459490740759065</c:v>
                </c:pt>
                <c:pt idx="47918">
                  <c:v>0.55460648147709435</c:v>
                </c:pt>
                <c:pt idx="47919">
                  <c:v>0.554618055553874</c:v>
                </c:pt>
                <c:pt idx="47920">
                  <c:v>0.55462962963065365</c:v>
                </c:pt>
                <c:pt idx="47921">
                  <c:v>0.55464120370015735</c:v>
                </c:pt>
                <c:pt idx="47922">
                  <c:v>0.554652777776937</c:v>
                </c:pt>
                <c:pt idx="47923">
                  <c:v>0.5546643518464407</c:v>
                </c:pt>
                <c:pt idx="47924">
                  <c:v>0.55467592592322035</c:v>
                </c:pt>
                <c:pt idx="47925">
                  <c:v>0.5546875</c:v>
                </c:pt>
                <c:pt idx="47926">
                  <c:v>0.55469907406950369</c:v>
                </c:pt>
                <c:pt idx="47927">
                  <c:v>0.55471064814628335</c:v>
                </c:pt>
                <c:pt idx="47928">
                  <c:v>0.554722222223063</c:v>
                </c:pt>
                <c:pt idx="47929">
                  <c:v>0.55473379629256669</c:v>
                </c:pt>
                <c:pt idx="47930">
                  <c:v>0.55474537036934635</c:v>
                </c:pt>
                <c:pt idx="47931">
                  <c:v>0.55475694443885004</c:v>
                </c:pt>
                <c:pt idx="47932">
                  <c:v>0.55476851851562969</c:v>
                </c:pt>
                <c:pt idx="47933">
                  <c:v>0.55478009259240935</c:v>
                </c:pt>
                <c:pt idx="47934">
                  <c:v>0.55479166666191304</c:v>
                </c:pt>
                <c:pt idx="47935">
                  <c:v>0.55480324073869269</c:v>
                </c:pt>
                <c:pt idx="47936">
                  <c:v>0.55481481481547235</c:v>
                </c:pt>
                <c:pt idx="47937">
                  <c:v>0.55482638888497604</c:v>
                </c:pt>
                <c:pt idx="47938">
                  <c:v>0.55483796296175569</c:v>
                </c:pt>
                <c:pt idx="47939">
                  <c:v>0.55484953703125939</c:v>
                </c:pt>
                <c:pt idx="47940">
                  <c:v>0.55486111110803904</c:v>
                </c:pt>
                <c:pt idx="47941">
                  <c:v>0.55487268518481869</c:v>
                </c:pt>
                <c:pt idx="47942">
                  <c:v>0.55488425925432239</c:v>
                </c:pt>
                <c:pt idx="47943">
                  <c:v>0.55489583333110204</c:v>
                </c:pt>
                <c:pt idx="47944">
                  <c:v>0.55490740740788169</c:v>
                </c:pt>
                <c:pt idx="47945">
                  <c:v>0.55491898147738539</c:v>
                </c:pt>
                <c:pt idx="47946">
                  <c:v>0.55493055555416504</c:v>
                </c:pt>
                <c:pt idx="47947">
                  <c:v>0.55494212963094469</c:v>
                </c:pt>
                <c:pt idx="47948">
                  <c:v>0.55495370370044839</c:v>
                </c:pt>
                <c:pt idx="47949">
                  <c:v>0.55496527777722804</c:v>
                </c:pt>
                <c:pt idx="47950">
                  <c:v>0.55497685184673173</c:v>
                </c:pt>
                <c:pt idx="47951">
                  <c:v>0.55498842592351139</c:v>
                </c:pt>
                <c:pt idx="47952">
                  <c:v>0.55500000000029104</c:v>
                </c:pt>
                <c:pt idx="47953">
                  <c:v>0.55501157406979473</c:v>
                </c:pt>
                <c:pt idx="47954">
                  <c:v>0.55502314814657439</c:v>
                </c:pt>
                <c:pt idx="47955">
                  <c:v>0.55503472222335404</c:v>
                </c:pt>
                <c:pt idx="47956">
                  <c:v>0.55504629629285773</c:v>
                </c:pt>
                <c:pt idx="47957">
                  <c:v>0.55505787036963739</c:v>
                </c:pt>
                <c:pt idx="47958">
                  <c:v>0.55506944443914108</c:v>
                </c:pt>
                <c:pt idx="47959">
                  <c:v>0.55508101851592073</c:v>
                </c:pt>
                <c:pt idx="47960">
                  <c:v>0.55509259259270038</c:v>
                </c:pt>
                <c:pt idx="47961">
                  <c:v>0.55510416666220408</c:v>
                </c:pt>
                <c:pt idx="47962">
                  <c:v>0.55511574073898373</c:v>
                </c:pt>
                <c:pt idx="47963">
                  <c:v>0.55512731481576338</c:v>
                </c:pt>
                <c:pt idx="47964">
                  <c:v>0.55513888888526708</c:v>
                </c:pt>
                <c:pt idx="47965">
                  <c:v>0.55515046296204673</c:v>
                </c:pt>
                <c:pt idx="47966">
                  <c:v>0.55516203703155043</c:v>
                </c:pt>
                <c:pt idx="47967">
                  <c:v>0.55517361110833008</c:v>
                </c:pt>
                <c:pt idx="47968">
                  <c:v>0.55518518518510973</c:v>
                </c:pt>
                <c:pt idx="47969">
                  <c:v>0.55519675925461343</c:v>
                </c:pt>
                <c:pt idx="47970">
                  <c:v>0.55520833333139308</c:v>
                </c:pt>
                <c:pt idx="47971">
                  <c:v>0.55521990740817273</c:v>
                </c:pt>
                <c:pt idx="47972">
                  <c:v>0.55523148147767643</c:v>
                </c:pt>
                <c:pt idx="47973">
                  <c:v>0.55524305555445608</c:v>
                </c:pt>
                <c:pt idx="47974">
                  <c:v>0.55525462962395977</c:v>
                </c:pt>
                <c:pt idx="47975">
                  <c:v>0.55526620370073942</c:v>
                </c:pt>
                <c:pt idx="47976">
                  <c:v>0.55527777777751908</c:v>
                </c:pt>
                <c:pt idx="47977">
                  <c:v>0.55528935184702277</c:v>
                </c:pt>
                <c:pt idx="47978">
                  <c:v>0.55530092592380242</c:v>
                </c:pt>
                <c:pt idx="47979">
                  <c:v>0.55531250000058208</c:v>
                </c:pt>
                <c:pt idx="47980">
                  <c:v>0.55532407407008577</c:v>
                </c:pt>
                <c:pt idx="47981">
                  <c:v>0.55533564814686542</c:v>
                </c:pt>
                <c:pt idx="47982">
                  <c:v>0.55534722221636912</c:v>
                </c:pt>
                <c:pt idx="47983">
                  <c:v>0.55535879629314877</c:v>
                </c:pt>
                <c:pt idx="47984">
                  <c:v>0.55537037036992842</c:v>
                </c:pt>
                <c:pt idx="47985">
                  <c:v>0.55538194443943212</c:v>
                </c:pt>
                <c:pt idx="47986">
                  <c:v>0.55539351851621177</c:v>
                </c:pt>
                <c:pt idx="47987">
                  <c:v>0.55540509259299142</c:v>
                </c:pt>
                <c:pt idx="47988">
                  <c:v>0.55541666666249512</c:v>
                </c:pt>
                <c:pt idx="47989">
                  <c:v>0.55542824073927477</c:v>
                </c:pt>
                <c:pt idx="47990">
                  <c:v>0.55543981481605442</c:v>
                </c:pt>
                <c:pt idx="47991">
                  <c:v>0.55545138888555812</c:v>
                </c:pt>
                <c:pt idx="47992">
                  <c:v>0.55546296296233777</c:v>
                </c:pt>
                <c:pt idx="47993">
                  <c:v>0.55547453703184146</c:v>
                </c:pt>
                <c:pt idx="47994">
                  <c:v>0.55548611110862112</c:v>
                </c:pt>
                <c:pt idx="47995">
                  <c:v>0.55549768518540077</c:v>
                </c:pt>
                <c:pt idx="47996">
                  <c:v>0.55550925925490446</c:v>
                </c:pt>
                <c:pt idx="47997">
                  <c:v>0.55552083333168412</c:v>
                </c:pt>
                <c:pt idx="47998">
                  <c:v>0.55553240740846377</c:v>
                </c:pt>
                <c:pt idx="47999">
                  <c:v>0.55554398147796746</c:v>
                </c:pt>
                <c:pt idx="48000">
                  <c:v>0.55555555555474712</c:v>
                </c:pt>
                <c:pt idx="48001">
                  <c:v>0.55556712962425081</c:v>
                </c:pt>
                <c:pt idx="48002">
                  <c:v>0.55557870370103046</c:v>
                </c:pt>
                <c:pt idx="48003">
                  <c:v>0.55559027777781012</c:v>
                </c:pt>
                <c:pt idx="48004">
                  <c:v>0.55560185184731381</c:v>
                </c:pt>
                <c:pt idx="48005">
                  <c:v>0.55561342592409346</c:v>
                </c:pt>
                <c:pt idx="48006">
                  <c:v>0.55562500000087311</c:v>
                </c:pt>
                <c:pt idx="48007">
                  <c:v>0.55563657407037681</c:v>
                </c:pt>
                <c:pt idx="48008">
                  <c:v>0.55564814814715646</c:v>
                </c:pt>
                <c:pt idx="48009">
                  <c:v>0.55565972221666016</c:v>
                </c:pt>
                <c:pt idx="48010">
                  <c:v>0.55567129629343981</c:v>
                </c:pt>
                <c:pt idx="48011">
                  <c:v>0.55568287037021946</c:v>
                </c:pt>
                <c:pt idx="48012">
                  <c:v>0.55569444443972316</c:v>
                </c:pt>
                <c:pt idx="48013">
                  <c:v>0.55570601851650281</c:v>
                </c:pt>
                <c:pt idx="48014">
                  <c:v>0.55571759259328246</c:v>
                </c:pt>
                <c:pt idx="48015">
                  <c:v>0.55572916666278616</c:v>
                </c:pt>
                <c:pt idx="48016">
                  <c:v>0.55574074073956581</c:v>
                </c:pt>
                <c:pt idx="48017">
                  <c:v>0.5557523148090695</c:v>
                </c:pt>
                <c:pt idx="48018">
                  <c:v>0.55576388888584916</c:v>
                </c:pt>
                <c:pt idx="48019">
                  <c:v>0.55577546296262881</c:v>
                </c:pt>
                <c:pt idx="48020">
                  <c:v>0.5557870370321325</c:v>
                </c:pt>
                <c:pt idx="48021">
                  <c:v>0.55579861110891216</c:v>
                </c:pt>
                <c:pt idx="48022">
                  <c:v>0.55581018518569181</c:v>
                </c:pt>
                <c:pt idx="48023">
                  <c:v>0.5558217592551955</c:v>
                </c:pt>
                <c:pt idx="48024">
                  <c:v>0.55583333333197515</c:v>
                </c:pt>
                <c:pt idx="48025">
                  <c:v>0.55584490740147885</c:v>
                </c:pt>
                <c:pt idx="48026">
                  <c:v>0.5558564814782585</c:v>
                </c:pt>
                <c:pt idx="48027">
                  <c:v>0.55586805555503815</c:v>
                </c:pt>
                <c:pt idx="48028">
                  <c:v>0.55587962962454185</c:v>
                </c:pt>
                <c:pt idx="48029">
                  <c:v>0.5558912037013215</c:v>
                </c:pt>
                <c:pt idx="48030">
                  <c:v>0.55590277777810115</c:v>
                </c:pt>
                <c:pt idx="48031">
                  <c:v>0.55591435184760485</c:v>
                </c:pt>
                <c:pt idx="48032">
                  <c:v>0.5559259259243845</c:v>
                </c:pt>
                <c:pt idx="48033">
                  <c:v>0.55593750000116415</c:v>
                </c:pt>
                <c:pt idx="48034">
                  <c:v>0.55594907407066785</c:v>
                </c:pt>
                <c:pt idx="48035">
                  <c:v>0.5559606481474475</c:v>
                </c:pt>
                <c:pt idx="48036">
                  <c:v>0.5559722222169512</c:v>
                </c:pt>
                <c:pt idx="48037">
                  <c:v>0.55598379629373085</c:v>
                </c:pt>
                <c:pt idx="48038">
                  <c:v>0.5559953703705105</c:v>
                </c:pt>
                <c:pt idx="48039">
                  <c:v>0.55600694444001419</c:v>
                </c:pt>
                <c:pt idx="48040">
                  <c:v>0.55601851851679385</c:v>
                </c:pt>
                <c:pt idx="48041">
                  <c:v>0.5560300925935735</c:v>
                </c:pt>
                <c:pt idx="48042">
                  <c:v>0.55604166666307719</c:v>
                </c:pt>
                <c:pt idx="48043">
                  <c:v>0.55605324073985685</c:v>
                </c:pt>
                <c:pt idx="48044">
                  <c:v>0.55606481480936054</c:v>
                </c:pt>
                <c:pt idx="48045">
                  <c:v>0.55607638888614019</c:v>
                </c:pt>
                <c:pt idx="48046">
                  <c:v>0.55608796296291985</c:v>
                </c:pt>
                <c:pt idx="48047">
                  <c:v>0.55609953703242354</c:v>
                </c:pt>
                <c:pt idx="48048">
                  <c:v>0.55611111110920319</c:v>
                </c:pt>
                <c:pt idx="48049">
                  <c:v>0.55612268518598285</c:v>
                </c:pt>
                <c:pt idx="48050">
                  <c:v>0.55613425925548654</c:v>
                </c:pt>
                <c:pt idx="48051">
                  <c:v>0.55614583333226619</c:v>
                </c:pt>
                <c:pt idx="48052">
                  <c:v>0.55615740740176989</c:v>
                </c:pt>
                <c:pt idx="48053">
                  <c:v>0.55616898147854954</c:v>
                </c:pt>
                <c:pt idx="48054">
                  <c:v>0.55618055555532919</c:v>
                </c:pt>
                <c:pt idx="48055">
                  <c:v>0.55619212962483289</c:v>
                </c:pt>
                <c:pt idx="48056">
                  <c:v>0.55620370370161254</c:v>
                </c:pt>
                <c:pt idx="48057">
                  <c:v>0.55621527777839219</c:v>
                </c:pt>
                <c:pt idx="48058">
                  <c:v>0.55622685184789589</c:v>
                </c:pt>
                <c:pt idx="48059">
                  <c:v>0.55623842592467554</c:v>
                </c:pt>
                <c:pt idx="48060">
                  <c:v>0.55624999999417923</c:v>
                </c:pt>
                <c:pt idx="48061">
                  <c:v>0.55626157407095889</c:v>
                </c:pt>
                <c:pt idx="48062">
                  <c:v>0.55627314814773854</c:v>
                </c:pt>
                <c:pt idx="48063">
                  <c:v>0.55628472221724223</c:v>
                </c:pt>
                <c:pt idx="48064">
                  <c:v>0.55629629629402189</c:v>
                </c:pt>
                <c:pt idx="48065">
                  <c:v>0.55630787037080154</c:v>
                </c:pt>
                <c:pt idx="48066">
                  <c:v>0.55631944444030523</c:v>
                </c:pt>
                <c:pt idx="48067">
                  <c:v>0.55633101851708489</c:v>
                </c:pt>
                <c:pt idx="48068">
                  <c:v>0.55634259259386454</c:v>
                </c:pt>
                <c:pt idx="48069">
                  <c:v>0.55635416666336823</c:v>
                </c:pt>
                <c:pt idx="48070">
                  <c:v>0.55636574074014788</c:v>
                </c:pt>
                <c:pt idx="48071">
                  <c:v>0.55637731480965158</c:v>
                </c:pt>
                <c:pt idx="48072">
                  <c:v>0.55638888888643123</c:v>
                </c:pt>
                <c:pt idx="48073">
                  <c:v>0.55640046296321088</c:v>
                </c:pt>
                <c:pt idx="48074">
                  <c:v>0.55641203703271458</c:v>
                </c:pt>
                <c:pt idx="48075">
                  <c:v>0.55642361110949423</c:v>
                </c:pt>
                <c:pt idx="48076">
                  <c:v>0.55643518518627388</c:v>
                </c:pt>
                <c:pt idx="48077">
                  <c:v>0.55644675925577758</c:v>
                </c:pt>
                <c:pt idx="48078">
                  <c:v>0.55645833333255723</c:v>
                </c:pt>
                <c:pt idx="48079">
                  <c:v>0.55646990740206093</c:v>
                </c:pt>
                <c:pt idx="48080">
                  <c:v>0.55648148147884058</c:v>
                </c:pt>
                <c:pt idx="48081">
                  <c:v>0.55649305555562023</c:v>
                </c:pt>
                <c:pt idx="48082">
                  <c:v>0.55650462962512393</c:v>
                </c:pt>
                <c:pt idx="48083">
                  <c:v>0.55651620370190358</c:v>
                </c:pt>
                <c:pt idx="48084">
                  <c:v>0.55652777777868323</c:v>
                </c:pt>
                <c:pt idx="48085">
                  <c:v>0.55653935184818693</c:v>
                </c:pt>
                <c:pt idx="48086">
                  <c:v>0.55655092592496658</c:v>
                </c:pt>
                <c:pt idx="48087">
                  <c:v>0.55656249999447027</c:v>
                </c:pt>
                <c:pt idx="48088">
                  <c:v>0.55657407407124992</c:v>
                </c:pt>
                <c:pt idx="48089">
                  <c:v>0.55658564814802958</c:v>
                </c:pt>
                <c:pt idx="48090">
                  <c:v>0.55659722221753327</c:v>
                </c:pt>
                <c:pt idx="48091">
                  <c:v>0.55660879629431292</c:v>
                </c:pt>
                <c:pt idx="48092">
                  <c:v>0.55662037037109258</c:v>
                </c:pt>
                <c:pt idx="48093">
                  <c:v>0.55663194444059627</c:v>
                </c:pt>
                <c:pt idx="48094">
                  <c:v>0.55664351851737592</c:v>
                </c:pt>
                <c:pt idx="48095">
                  <c:v>0.55665509258687962</c:v>
                </c:pt>
                <c:pt idx="48096">
                  <c:v>0.55666666666365927</c:v>
                </c:pt>
                <c:pt idx="48097">
                  <c:v>0.55667824074043892</c:v>
                </c:pt>
                <c:pt idx="48098">
                  <c:v>0.55668981480994262</c:v>
                </c:pt>
                <c:pt idx="48099">
                  <c:v>0.55670138888672227</c:v>
                </c:pt>
                <c:pt idx="48100">
                  <c:v>0.55671296296350192</c:v>
                </c:pt>
                <c:pt idx="48101">
                  <c:v>0.55672453703300562</c:v>
                </c:pt>
                <c:pt idx="48102">
                  <c:v>0.55673611110978527</c:v>
                </c:pt>
                <c:pt idx="48103">
                  <c:v>0.55674768517928896</c:v>
                </c:pt>
                <c:pt idx="48104">
                  <c:v>0.55675925925606862</c:v>
                </c:pt>
                <c:pt idx="48105">
                  <c:v>0.55677083333284827</c:v>
                </c:pt>
                <c:pt idx="48106">
                  <c:v>0.55678240740235196</c:v>
                </c:pt>
                <c:pt idx="48107">
                  <c:v>0.55679398147913162</c:v>
                </c:pt>
                <c:pt idx="48108">
                  <c:v>0.55680555555591127</c:v>
                </c:pt>
                <c:pt idx="48109">
                  <c:v>0.55681712962541496</c:v>
                </c:pt>
                <c:pt idx="48110">
                  <c:v>0.55682870370219462</c:v>
                </c:pt>
                <c:pt idx="48111">
                  <c:v>0.55684027777897427</c:v>
                </c:pt>
                <c:pt idx="48112">
                  <c:v>0.55685185184847796</c:v>
                </c:pt>
                <c:pt idx="48113">
                  <c:v>0.55686342592525762</c:v>
                </c:pt>
                <c:pt idx="48114">
                  <c:v>0.55687499999476131</c:v>
                </c:pt>
                <c:pt idx="48115">
                  <c:v>0.55688657407154096</c:v>
                </c:pt>
                <c:pt idx="48116">
                  <c:v>0.55689814814832062</c:v>
                </c:pt>
                <c:pt idx="48117">
                  <c:v>0.55690972221782431</c:v>
                </c:pt>
                <c:pt idx="48118">
                  <c:v>0.55692129629460396</c:v>
                </c:pt>
                <c:pt idx="48119">
                  <c:v>0.55693287037138361</c:v>
                </c:pt>
                <c:pt idx="48120">
                  <c:v>0.55694444444088731</c:v>
                </c:pt>
                <c:pt idx="48121">
                  <c:v>0.55695601851766696</c:v>
                </c:pt>
                <c:pt idx="48122">
                  <c:v>0.55696759258717066</c:v>
                </c:pt>
                <c:pt idx="48123">
                  <c:v>0.55697916666395031</c:v>
                </c:pt>
                <c:pt idx="48124">
                  <c:v>0.55699074074072996</c:v>
                </c:pt>
                <c:pt idx="48125">
                  <c:v>0.55700231481023366</c:v>
                </c:pt>
                <c:pt idx="48126">
                  <c:v>0.55701388888701331</c:v>
                </c:pt>
                <c:pt idx="48127">
                  <c:v>0.55702546296379296</c:v>
                </c:pt>
                <c:pt idx="48128">
                  <c:v>0.55703703703329666</c:v>
                </c:pt>
                <c:pt idx="48129">
                  <c:v>0.55704861111007631</c:v>
                </c:pt>
                <c:pt idx="48130">
                  <c:v>0.55706018517958</c:v>
                </c:pt>
                <c:pt idx="48131">
                  <c:v>0.55707175925635966</c:v>
                </c:pt>
                <c:pt idx="48132">
                  <c:v>0.55708333333313931</c:v>
                </c:pt>
                <c:pt idx="48133">
                  <c:v>0.557094907402643</c:v>
                </c:pt>
                <c:pt idx="48134">
                  <c:v>0.55710648147942265</c:v>
                </c:pt>
                <c:pt idx="48135">
                  <c:v>0.55711805555620231</c:v>
                </c:pt>
                <c:pt idx="48136">
                  <c:v>0.557129629625706</c:v>
                </c:pt>
                <c:pt idx="48137">
                  <c:v>0.55714120370248565</c:v>
                </c:pt>
                <c:pt idx="48138">
                  <c:v>0.55715277777198935</c:v>
                </c:pt>
                <c:pt idx="48139">
                  <c:v>0.557164351848769</c:v>
                </c:pt>
                <c:pt idx="48140">
                  <c:v>0.55717592592554865</c:v>
                </c:pt>
                <c:pt idx="48141">
                  <c:v>0.55718749999505235</c:v>
                </c:pt>
                <c:pt idx="48142">
                  <c:v>0.557199074071832</c:v>
                </c:pt>
                <c:pt idx="48143">
                  <c:v>0.55721064814861165</c:v>
                </c:pt>
                <c:pt idx="48144">
                  <c:v>0.55722222221811535</c:v>
                </c:pt>
                <c:pt idx="48145">
                  <c:v>0.557233796294895</c:v>
                </c:pt>
                <c:pt idx="48146">
                  <c:v>0.55724537037167465</c:v>
                </c:pt>
                <c:pt idx="48147">
                  <c:v>0.55725694444117835</c:v>
                </c:pt>
                <c:pt idx="48148">
                  <c:v>0.557268518517958</c:v>
                </c:pt>
                <c:pt idx="48149">
                  <c:v>0.5572800925874617</c:v>
                </c:pt>
                <c:pt idx="48150">
                  <c:v>0.55729166666424135</c:v>
                </c:pt>
                <c:pt idx="48151">
                  <c:v>0.557303240741021</c:v>
                </c:pt>
                <c:pt idx="48152">
                  <c:v>0.55731481481052469</c:v>
                </c:pt>
                <c:pt idx="48153">
                  <c:v>0.55732638888730435</c:v>
                </c:pt>
                <c:pt idx="48154">
                  <c:v>0.557337962964084</c:v>
                </c:pt>
                <c:pt idx="48155">
                  <c:v>0.55734953703358769</c:v>
                </c:pt>
                <c:pt idx="48156">
                  <c:v>0.55736111111036735</c:v>
                </c:pt>
                <c:pt idx="48157">
                  <c:v>0.55737268517987104</c:v>
                </c:pt>
                <c:pt idx="48158">
                  <c:v>0.55738425925665069</c:v>
                </c:pt>
                <c:pt idx="48159">
                  <c:v>0.55739583333343035</c:v>
                </c:pt>
                <c:pt idx="48160">
                  <c:v>0.55740740740293404</c:v>
                </c:pt>
                <c:pt idx="48161">
                  <c:v>0.55741898147971369</c:v>
                </c:pt>
                <c:pt idx="48162">
                  <c:v>0.55743055555649335</c:v>
                </c:pt>
                <c:pt idx="48163">
                  <c:v>0.55744212962599704</c:v>
                </c:pt>
                <c:pt idx="48164">
                  <c:v>0.55745370370277669</c:v>
                </c:pt>
                <c:pt idx="48165">
                  <c:v>0.55746527777228039</c:v>
                </c:pt>
                <c:pt idx="48166">
                  <c:v>0.55747685184906004</c:v>
                </c:pt>
                <c:pt idx="48167">
                  <c:v>0.55748842592583969</c:v>
                </c:pt>
                <c:pt idx="48168">
                  <c:v>0.55749999999534339</c:v>
                </c:pt>
                <c:pt idx="48169">
                  <c:v>0.55751157407212304</c:v>
                </c:pt>
                <c:pt idx="48170">
                  <c:v>0.55752314814890269</c:v>
                </c:pt>
                <c:pt idx="48171">
                  <c:v>0.55753472221840639</c:v>
                </c:pt>
                <c:pt idx="48172">
                  <c:v>0.55754629629518604</c:v>
                </c:pt>
                <c:pt idx="48173">
                  <c:v>0.55755787036468973</c:v>
                </c:pt>
                <c:pt idx="48174">
                  <c:v>0.55756944444146939</c:v>
                </c:pt>
                <c:pt idx="48175">
                  <c:v>0.55758101851824904</c:v>
                </c:pt>
                <c:pt idx="48176">
                  <c:v>0.55759259258775273</c:v>
                </c:pt>
                <c:pt idx="48177">
                  <c:v>0.55760416666453239</c:v>
                </c:pt>
                <c:pt idx="48178">
                  <c:v>0.55761574074131204</c:v>
                </c:pt>
                <c:pt idx="48179">
                  <c:v>0.55762731481081573</c:v>
                </c:pt>
                <c:pt idx="48180">
                  <c:v>0.55763888888759539</c:v>
                </c:pt>
                <c:pt idx="48181">
                  <c:v>0.55765046295709908</c:v>
                </c:pt>
                <c:pt idx="48182">
                  <c:v>0.55766203703387873</c:v>
                </c:pt>
                <c:pt idx="48183">
                  <c:v>0.55767361111065838</c:v>
                </c:pt>
                <c:pt idx="48184">
                  <c:v>0.55768518518016208</c:v>
                </c:pt>
                <c:pt idx="48185">
                  <c:v>0.55769675925694173</c:v>
                </c:pt>
                <c:pt idx="48186">
                  <c:v>0.55770833333372138</c:v>
                </c:pt>
                <c:pt idx="48187">
                  <c:v>0.55771990740322508</c:v>
                </c:pt>
                <c:pt idx="48188">
                  <c:v>0.55773148148000473</c:v>
                </c:pt>
                <c:pt idx="48189">
                  <c:v>0.55774305555678438</c:v>
                </c:pt>
                <c:pt idx="48190">
                  <c:v>0.55775462962628808</c:v>
                </c:pt>
                <c:pt idx="48191">
                  <c:v>0.55776620370306773</c:v>
                </c:pt>
                <c:pt idx="48192">
                  <c:v>0.55777777777257143</c:v>
                </c:pt>
                <c:pt idx="48193">
                  <c:v>0.55778935184935108</c:v>
                </c:pt>
                <c:pt idx="48194">
                  <c:v>0.55780092592613073</c:v>
                </c:pt>
                <c:pt idx="48195">
                  <c:v>0.55781249999563443</c:v>
                </c:pt>
                <c:pt idx="48196">
                  <c:v>0.55782407407241408</c:v>
                </c:pt>
                <c:pt idx="48197">
                  <c:v>0.55783564814919373</c:v>
                </c:pt>
                <c:pt idx="48198">
                  <c:v>0.55784722221869742</c:v>
                </c:pt>
                <c:pt idx="48199">
                  <c:v>0.55785879629547708</c:v>
                </c:pt>
                <c:pt idx="48200">
                  <c:v>0.55787037036498077</c:v>
                </c:pt>
                <c:pt idx="48201">
                  <c:v>0.55788194444176042</c:v>
                </c:pt>
                <c:pt idx="48202">
                  <c:v>0.55789351851854008</c:v>
                </c:pt>
                <c:pt idx="48203">
                  <c:v>0.55790509258804377</c:v>
                </c:pt>
                <c:pt idx="48204">
                  <c:v>0.55791666666482342</c:v>
                </c:pt>
                <c:pt idx="48205">
                  <c:v>0.55792824074160308</c:v>
                </c:pt>
                <c:pt idx="48206">
                  <c:v>0.55793981481110677</c:v>
                </c:pt>
                <c:pt idx="48207">
                  <c:v>0.55795138888788642</c:v>
                </c:pt>
                <c:pt idx="48208">
                  <c:v>0.55796296295739012</c:v>
                </c:pt>
                <c:pt idx="48209">
                  <c:v>0.55797453703416977</c:v>
                </c:pt>
                <c:pt idx="48210">
                  <c:v>0.55798611111094942</c:v>
                </c:pt>
                <c:pt idx="48211">
                  <c:v>0.55799768518045312</c:v>
                </c:pt>
                <c:pt idx="48212">
                  <c:v>0.55800925925723277</c:v>
                </c:pt>
                <c:pt idx="48213">
                  <c:v>0.55802083333401242</c:v>
                </c:pt>
                <c:pt idx="48214">
                  <c:v>0.55803240740351612</c:v>
                </c:pt>
                <c:pt idx="48215">
                  <c:v>0.55804398148029577</c:v>
                </c:pt>
                <c:pt idx="48216">
                  <c:v>0.55805555554979946</c:v>
                </c:pt>
                <c:pt idx="48217">
                  <c:v>0.55806712962657912</c:v>
                </c:pt>
                <c:pt idx="48218">
                  <c:v>0.55807870370335877</c:v>
                </c:pt>
                <c:pt idx="48219">
                  <c:v>0.55809027777286246</c:v>
                </c:pt>
                <c:pt idx="48220">
                  <c:v>0.55810185184964212</c:v>
                </c:pt>
                <c:pt idx="48221">
                  <c:v>0.55811342592642177</c:v>
                </c:pt>
                <c:pt idx="48222">
                  <c:v>0.55812499999592546</c:v>
                </c:pt>
                <c:pt idx="48223">
                  <c:v>0.55813657407270512</c:v>
                </c:pt>
                <c:pt idx="48224">
                  <c:v>0.55814814814948477</c:v>
                </c:pt>
                <c:pt idx="48225">
                  <c:v>0.55815972221898846</c:v>
                </c:pt>
                <c:pt idx="48226">
                  <c:v>0.55817129629576812</c:v>
                </c:pt>
                <c:pt idx="48227">
                  <c:v>0.55818287036527181</c:v>
                </c:pt>
                <c:pt idx="48228">
                  <c:v>0.55819444444205146</c:v>
                </c:pt>
                <c:pt idx="48229">
                  <c:v>0.55820601851883112</c:v>
                </c:pt>
                <c:pt idx="48230">
                  <c:v>0.55821759258833481</c:v>
                </c:pt>
                <c:pt idx="48231">
                  <c:v>0.55822916666511446</c:v>
                </c:pt>
                <c:pt idx="48232">
                  <c:v>0.55824074074189411</c:v>
                </c:pt>
                <c:pt idx="48233">
                  <c:v>0.55825231481139781</c:v>
                </c:pt>
                <c:pt idx="48234">
                  <c:v>0.55826388888817746</c:v>
                </c:pt>
                <c:pt idx="48235">
                  <c:v>0.55827546295768116</c:v>
                </c:pt>
                <c:pt idx="48236">
                  <c:v>0.55828703703446081</c:v>
                </c:pt>
                <c:pt idx="48237">
                  <c:v>0.55829861111124046</c:v>
                </c:pt>
                <c:pt idx="48238">
                  <c:v>0.55831018518074416</c:v>
                </c:pt>
                <c:pt idx="48239">
                  <c:v>0.55832175925752381</c:v>
                </c:pt>
                <c:pt idx="48240">
                  <c:v>0.55833333333430346</c:v>
                </c:pt>
                <c:pt idx="48241">
                  <c:v>0.55834490740380716</c:v>
                </c:pt>
                <c:pt idx="48242">
                  <c:v>0.55835648148058681</c:v>
                </c:pt>
                <c:pt idx="48243">
                  <c:v>0.5583680555500905</c:v>
                </c:pt>
                <c:pt idx="48244">
                  <c:v>0.55837962962687016</c:v>
                </c:pt>
                <c:pt idx="48245">
                  <c:v>0.55839120370364981</c:v>
                </c:pt>
                <c:pt idx="48246">
                  <c:v>0.5584027777731535</c:v>
                </c:pt>
                <c:pt idx="48247">
                  <c:v>0.55841435184993315</c:v>
                </c:pt>
                <c:pt idx="48248">
                  <c:v>0.55842592592671281</c:v>
                </c:pt>
                <c:pt idx="48249">
                  <c:v>0.5584374999962165</c:v>
                </c:pt>
                <c:pt idx="48250">
                  <c:v>0.55844907407299615</c:v>
                </c:pt>
                <c:pt idx="48251">
                  <c:v>0.55846064814249985</c:v>
                </c:pt>
                <c:pt idx="48252">
                  <c:v>0.5584722222192795</c:v>
                </c:pt>
                <c:pt idx="48253">
                  <c:v>0.55848379629605915</c:v>
                </c:pt>
                <c:pt idx="48254">
                  <c:v>0.55849537036556285</c:v>
                </c:pt>
                <c:pt idx="48255">
                  <c:v>0.5585069444423425</c:v>
                </c:pt>
                <c:pt idx="48256">
                  <c:v>0.55851851851912215</c:v>
                </c:pt>
                <c:pt idx="48257">
                  <c:v>0.55853009258862585</c:v>
                </c:pt>
                <c:pt idx="48258">
                  <c:v>0.5585416666654055</c:v>
                </c:pt>
                <c:pt idx="48259">
                  <c:v>0.5585532407349092</c:v>
                </c:pt>
                <c:pt idx="48260">
                  <c:v>0.55856481481168885</c:v>
                </c:pt>
                <c:pt idx="48261">
                  <c:v>0.5585763888884685</c:v>
                </c:pt>
                <c:pt idx="48262">
                  <c:v>0.55858796295797219</c:v>
                </c:pt>
                <c:pt idx="48263">
                  <c:v>0.55859953703475185</c:v>
                </c:pt>
                <c:pt idx="48264">
                  <c:v>0.5586111111115315</c:v>
                </c:pt>
                <c:pt idx="48265">
                  <c:v>0.55862268518103519</c:v>
                </c:pt>
                <c:pt idx="48266">
                  <c:v>0.55863425925781485</c:v>
                </c:pt>
                <c:pt idx="48267">
                  <c:v>0.5586458333345945</c:v>
                </c:pt>
                <c:pt idx="48268">
                  <c:v>0.55865740740409819</c:v>
                </c:pt>
                <c:pt idx="48269">
                  <c:v>0.55866898148087785</c:v>
                </c:pt>
                <c:pt idx="48270">
                  <c:v>0.55868055555038154</c:v>
                </c:pt>
                <c:pt idx="48271">
                  <c:v>0.55869212962716119</c:v>
                </c:pt>
                <c:pt idx="48272">
                  <c:v>0.55870370370394085</c:v>
                </c:pt>
                <c:pt idx="48273">
                  <c:v>0.55871527777344454</c:v>
                </c:pt>
                <c:pt idx="48274">
                  <c:v>0.55872685185022419</c:v>
                </c:pt>
                <c:pt idx="48275">
                  <c:v>0.55873842592700385</c:v>
                </c:pt>
                <c:pt idx="48276">
                  <c:v>0.55874999999650754</c:v>
                </c:pt>
                <c:pt idx="48277">
                  <c:v>0.55876157407328719</c:v>
                </c:pt>
                <c:pt idx="48278">
                  <c:v>0.55877314814279089</c:v>
                </c:pt>
                <c:pt idx="48279">
                  <c:v>0.55878472221957054</c:v>
                </c:pt>
                <c:pt idx="48280">
                  <c:v>0.55879629629635019</c:v>
                </c:pt>
                <c:pt idx="48281">
                  <c:v>0.55880787036585389</c:v>
                </c:pt>
                <c:pt idx="48282">
                  <c:v>0.55881944444263354</c:v>
                </c:pt>
                <c:pt idx="48283">
                  <c:v>0.55883101851941319</c:v>
                </c:pt>
                <c:pt idx="48284">
                  <c:v>0.55884259258891689</c:v>
                </c:pt>
                <c:pt idx="48285">
                  <c:v>0.55885416666569654</c:v>
                </c:pt>
                <c:pt idx="48286">
                  <c:v>0.55886574073520023</c:v>
                </c:pt>
                <c:pt idx="48287">
                  <c:v>0.55887731481197989</c:v>
                </c:pt>
                <c:pt idx="48288">
                  <c:v>0.55888888888875954</c:v>
                </c:pt>
                <c:pt idx="48289">
                  <c:v>0.55890046295826323</c:v>
                </c:pt>
                <c:pt idx="48290">
                  <c:v>0.55891203703504289</c:v>
                </c:pt>
                <c:pt idx="48291">
                  <c:v>0.55892361111182254</c:v>
                </c:pt>
                <c:pt idx="48292">
                  <c:v>0.55893518518132623</c:v>
                </c:pt>
                <c:pt idx="48293">
                  <c:v>0.55894675925810589</c:v>
                </c:pt>
                <c:pt idx="48294">
                  <c:v>0.55895833332760958</c:v>
                </c:pt>
                <c:pt idx="48295">
                  <c:v>0.55896990740438923</c:v>
                </c:pt>
                <c:pt idx="48296">
                  <c:v>0.55898148148116888</c:v>
                </c:pt>
                <c:pt idx="48297">
                  <c:v>0.55899305555067258</c:v>
                </c:pt>
                <c:pt idx="48298">
                  <c:v>0.55900462962745223</c:v>
                </c:pt>
                <c:pt idx="48299">
                  <c:v>0.55901620370423188</c:v>
                </c:pt>
                <c:pt idx="48300">
                  <c:v>0.55902777777373558</c:v>
                </c:pt>
                <c:pt idx="48301">
                  <c:v>0.55903935185051523</c:v>
                </c:pt>
                <c:pt idx="48302">
                  <c:v>0.55905092592001893</c:v>
                </c:pt>
                <c:pt idx="48303">
                  <c:v>0.55906249999679858</c:v>
                </c:pt>
                <c:pt idx="48304">
                  <c:v>0.55907407407357823</c:v>
                </c:pt>
                <c:pt idx="48305">
                  <c:v>0.55908564814308193</c:v>
                </c:pt>
                <c:pt idx="48306">
                  <c:v>0.55909722221986158</c:v>
                </c:pt>
                <c:pt idx="48307">
                  <c:v>0.55910879629664123</c:v>
                </c:pt>
                <c:pt idx="48308">
                  <c:v>0.55912037036614493</c:v>
                </c:pt>
                <c:pt idx="48309">
                  <c:v>0.55913194444292458</c:v>
                </c:pt>
                <c:pt idx="48310">
                  <c:v>0.55914351851970423</c:v>
                </c:pt>
                <c:pt idx="48311">
                  <c:v>0.55915509258920792</c:v>
                </c:pt>
                <c:pt idx="48312">
                  <c:v>0.55916666666598758</c:v>
                </c:pt>
                <c:pt idx="48313">
                  <c:v>0.55917824073549127</c:v>
                </c:pt>
                <c:pt idx="48314">
                  <c:v>0.55918981481227092</c:v>
                </c:pt>
                <c:pt idx="48315">
                  <c:v>0.55920138888905058</c:v>
                </c:pt>
                <c:pt idx="48316">
                  <c:v>0.55921296295855427</c:v>
                </c:pt>
                <c:pt idx="48317">
                  <c:v>0.55922453703533392</c:v>
                </c:pt>
                <c:pt idx="48318">
                  <c:v>0.55923611111211358</c:v>
                </c:pt>
                <c:pt idx="48319">
                  <c:v>0.55924768518161727</c:v>
                </c:pt>
                <c:pt idx="48320">
                  <c:v>0.55925925925839692</c:v>
                </c:pt>
                <c:pt idx="48321">
                  <c:v>0.55927083332790062</c:v>
                </c:pt>
                <c:pt idx="48322">
                  <c:v>0.55928240740468027</c:v>
                </c:pt>
                <c:pt idx="48323">
                  <c:v>0.55929398148145992</c:v>
                </c:pt>
                <c:pt idx="48324">
                  <c:v>0.55930555555096362</c:v>
                </c:pt>
                <c:pt idx="48325">
                  <c:v>0.55931712962774327</c:v>
                </c:pt>
                <c:pt idx="48326">
                  <c:v>0.55932870370452292</c:v>
                </c:pt>
                <c:pt idx="48327">
                  <c:v>0.55934027777402662</c:v>
                </c:pt>
                <c:pt idx="48328">
                  <c:v>0.55935185185080627</c:v>
                </c:pt>
                <c:pt idx="48329">
                  <c:v>0.55936342592030996</c:v>
                </c:pt>
                <c:pt idx="48330">
                  <c:v>0.55937499999708962</c:v>
                </c:pt>
                <c:pt idx="48331">
                  <c:v>0.55938657407386927</c:v>
                </c:pt>
                <c:pt idx="48332">
                  <c:v>0.55939814814337296</c:v>
                </c:pt>
                <c:pt idx="48333">
                  <c:v>0.55940972222015262</c:v>
                </c:pt>
                <c:pt idx="48334">
                  <c:v>0.55942129629693227</c:v>
                </c:pt>
                <c:pt idx="48335">
                  <c:v>0.55943287036643596</c:v>
                </c:pt>
                <c:pt idx="48336">
                  <c:v>0.55944444444321562</c:v>
                </c:pt>
                <c:pt idx="48337">
                  <c:v>0.55945601851271931</c:v>
                </c:pt>
                <c:pt idx="48338">
                  <c:v>0.55946759258949896</c:v>
                </c:pt>
                <c:pt idx="48339">
                  <c:v>0.55947916666627862</c:v>
                </c:pt>
                <c:pt idx="48340">
                  <c:v>0.55949074073578231</c:v>
                </c:pt>
                <c:pt idx="48341">
                  <c:v>0.55950231481256196</c:v>
                </c:pt>
                <c:pt idx="48342">
                  <c:v>0.55951388888934162</c:v>
                </c:pt>
                <c:pt idx="48343">
                  <c:v>0.55952546295884531</c:v>
                </c:pt>
                <c:pt idx="48344">
                  <c:v>0.55953703703562496</c:v>
                </c:pt>
                <c:pt idx="48345">
                  <c:v>0.55954861111240461</c:v>
                </c:pt>
                <c:pt idx="48346">
                  <c:v>0.55956018518190831</c:v>
                </c:pt>
                <c:pt idx="48347">
                  <c:v>0.55957175925868796</c:v>
                </c:pt>
                <c:pt idx="48348">
                  <c:v>0.55958333332819166</c:v>
                </c:pt>
                <c:pt idx="48349">
                  <c:v>0.55959490740497131</c:v>
                </c:pt>
                <c:pt idx="48350">
                  <c:v>0.55960648148175096</c:v>
                </c:pt>
                <c:pt idx="48351">
                  <c:v>0.55961805555125466</c:v>
                </c:pt>
                <c:pt idx="48352">
                  <c:v>0.55962962962803431</c:v>
                </c:pt>
                <c:pt idx="48353">
                  <c:v>0.55964120370481396</c:v>
                </c:pt>
                <c:pt idx="48354">
                  <c:v>0.55965277777431766</c:v>
                </c:pt>
                <c:pt idx="48355">
                  <c:v>0.55966435185109731</c:v>
                </c:pt>
                <c:pt idx="48356">
                  <c:v>0.559675925920601</c:v>
                </c:pt>
                <c:pt idx="48357">
                  <c:v>0.55968749999738066</c:v>
                </c:pt>
                <c:pt idx="48358">
                  <c:v>0.55969907407416031</c:v>
                </c:pt>
                <c:pt idx="48359">
                  <c:v>0.559710648143664</c:v>
                </c:pt>
                <c:pt idx="48360">
                  <c:v>0.55972222222044365</c:v>
                </c:pt>
                <c:pt idx="48361">
                  <c:v>0.55973379629722331</c:v>
                </c:pt>
                <c:pt idx="48362">
                  <c:v>0.559745370366727</c:v>
                </c:pt>
                <c:pt idx="48363">
                  <c:v>0.55975694444350665</c:v>
                </c:pt>
                <c:pt idx="48364">
                  <c:v>0.55976851851301035</c:v>
                </c:pt>
                <c:pt idx="48365">
                  <c:v>0.55978009258979</c:v>
                </c:pt>
                <c:pt idx="48366">
                  <c:v>0.55979166666656965</c:v>
                </c:pt>
                <c:pt idx="48367">
                  <c:v>0.55980324073607335</c:v>
                </c:pt>
                <c:pt idx="48368">
                  <c:v>0.559814814812853</c:v>
                </c:pt>
                <c:pt idx="48369">
                  <c:v>0.55982638888963265</c:v>
                </c:pt>
                <c:pt idx="48370">
                  <c:v>0.55983796295913635</c:v>
                </c:pt>
                <c:pt idx="48371">
                  <c:v>0.559849537035916</c:v>
                </c:pt>
                <c:pt idx="48372">
                  <c:v>0.5598611111054197</c:v>
                </c:pt>
                <c:pt idx="48373">
                  <c:v>0.55987268518219935</c:v>
                </c:pt>
                <c:pt idx="48374">
                  <c:v>0.559884259258979</c:v>
                </c:pt>
                <c:pt idx="48375">
                  <c:v>0.55989583332848269</c:v>
                </c:pt>
                <c:pt idx="48376">
                  <c:v>0.55990740740526235</c:v>
                </c:pt>
                <c:pt idx="48377">
                  <c:v>0.559918981482042</c:v>
                </c:pt>
                <c:pt idx="48378">
                  <c:v>0.55993055555154569</c:v>
                </c:pt>
                <c:pt idx="48379">
                  <c:v>0.55994212962832535</c:v>
                </c:pt>
                <c:pt idx="48380">
                  <c:v>0.55995370369782904</c:v>
                </c:pt>
                <c:pt idx="48381">
                  <c:v>0.55996527777460869</c:v>
                </c:pt>
                <c:pt idx="48382">
                  <c:v>0.55997685185138835</c:v>
                </c:pt>
                <c:pt idx="48383">
                  <c:v>0.55998842592089204</c:v>
                </c:pt>
                <c:pt idx="48384">
                  <c:v>0.55999999999767169</c:v>
                </c:pt>
                <c:pt idx="48385">
                  <c:v>0.56001157407445135</c:v>
                </c:pt>
                <c:pt idx="48386">
                  <c:v>0.56002314814395504</c:v>
                </c:pt>
                <c:pt idx="48387">
                  <c:v>0.56003472222073469</c:v>
                </c:pt>
                <c:pt idx="48388">
                  <c:v>0.56004629629751435</c:v>
                </c:pt>
                <c:pt idx="48389">
                  <c:v>0.56005787036701804</c:v>
                </c:pt>
                <c:pt idx="48390">
                  <c:v>0.56006944444379769</c:v>
                </c:pt>
                <c:pt idx="48391">
                  <c:v>0.56008101851330139</c:v>
                </c:pt>
                <c:pt idx="48392">
                  <c:v>0.56009259259008104</c:v>
                </c:pt>
                <c:pt idx="48393">
                  <c:v>0.56010416666686069</c:v>
                </c:pt>
                <c:pt idx="48394">
                  <c:v>0.56011574073636439</c:v>
                </c:pt>
                <c:pt idx="48395">
                  <c:v>0.56012731481314404</c:v>
                </c:pt>
                <c:pt idx="48396">
                  <c:v>0.56013888888992369</c:v>
                </c:pt>
                <c:pt idx="48397">
                  <c:v>0.56015046295942739</c:v>
                </c:pt>
                <c:pt idx="48398">
                  <c:v>0.56016203703620704</c:v>
                </c:pt>
                <c:pt idx="48399">
                  <c:v>0.56017361110571073</c:v>
                </c:pt>
                <c:pt idx="48400">
                  <c:v>0.56018518518249039</c:v>
                </c:pt>
                <c:pt idx="48401">
                  <c:v>0.56019675925927004</c:v>
                </c:pt>
                <c:pt idx="48402">
                  <c:v>0.56020833332877373</c:v>
                </c:pt>
                <c:pt idx="48403">
                  <c:v>0.56021990740555339</c:v>
                </c:pt>
                <c:pt idx="48404">
                  <c:v>0.56023148148233304</c:v>
                </c:pt>
                <c:pt idx="48405">
                  <c:v>0.56024305555183673</c:v>
                </c:pt>
                <c:pt idx="48406">
                  <c:v>0.56025462962861639</c:v>
                </c:pt>
                <c:pt idx="48407">
                  <c:v>0.56026620369812008</c:v>
                </c:pt>
                <c:pt idx="48408">
                  <c:v>0.56027777777489973</c:v>
                </c:pt>
                <c:pt idx="48409">
                  <c:v>0.56028935185167938</c:v>
                </c:pt>
                <c:pt idx="48410">
                  <c:v>0.56030092592118308</c:v>
                </c:pt>
                <c:pt idx="48411">
                  <c:v>0.56031249999796273</c:v>
                </c:pt>
                <c:pt idx="48412">
                  <c:v>0.56032407407474238</c:v>
                </c:pt>
                <c:pt idx="48413">
                  <c:v>0.56033564814424608</c:v>
                </c:pt>
                <c:pt idx="48414">
                  <c:v>0.56034722222102573</c:v>
                </c:pt>
                <c:pt idx="48415">
                  <c:v>0.56035879629052943</c:v>
                </c:pt>
                <c:pt idx="48416">
                  <c:v>0.56037037036730908</c:v>
                </c:pt>
                <c:pt idx="48417">
                  <c:v>0.56038194444408873</c:v>
                </c:pt>
                <c:pt idx="48418">
                  <c:v>0.56039351851359243</c:v>
                </c:pt>
                <c:pt idx="48419">
                  <c:v>0.56040509259037208</c:v>
                </c:pt>
                <c:pt idx="48420">
                  <c:v>0.56041666666715173</c:v>
                </c:pt>
                <c:pt idx="48421">
                  <c:v>0.56042824073665543</c:v>
                </c:pt>
                <c:pt idx="48422">
                  <c:v>0.56043981481343508</c:v>
                </c:pt>
                <c:pt idx="48423">
                  <c:v>0.56045138889021473</c:v>
                </c:pt>
                <c:pt idx="48424">
                  <c:v>0.56046296295971842</c:v>
                </c:pt>
                <c:pt idx="48425">
                  <c:v>0.56047453703649808</c:v>
                </c:pt>
                <c:pt idx="48426">
                  <c:v>0.56048611110600177</c:v>
                </c:pt>
                <c:pt idx="48427">
                  <c:v>0.56049768518278142</c:v>
                </c:pt>
                <c:pt idx="48428">
                  <c:v>0.56050925925956108</c:v>
                </c:pt>
                <c:pt idx="48429">
                  <c:v>0.56052083332906477</c:v>
                </c:pt>
                <c:pt idx="48430">
                  <c:v>0.56053240740584442</c:v>
                </c:pt>
                <c:pt idx="48431">
                  <c:v>0.56054398148262408</c:v>
                </c:pt>
                <c:pt idx="48432">
                  <c:v>0.56055555555212777</c:v>
                </c:pt>
                <c:pt idx="48433">
                  <c:v>0.56056712962890742</c:v>
                </c:pt>
                <c:pt idx="48434">
                  <c:v>0.56057870369841112</c:v>
                </c:pt>
                <c:pt idx="48435">
                  <c:v>0.56059027777519077</c:v>
                </c:pt>
                <c:pt idx="48436">
                  <c:v>0.56060185185197042</c:v>
                </c:pt>
                <c:pt idx="48437">
                  <c:v>0.56061342592147412</c:v>
                </c:pt>
                <c:pt idx="48438">
                  <c:v>0.56062499999825377</c:v>
                </c:pt>
                <c:pt idx="48439">
                  <c:v>0.56063657407503342</c:v>
                </c:pt>
                <c:pt idx="48440">
                  <c:v>0.56064814814453712</c:v>
                </c:pt>
                <c:pt idx="48441">
                  <c:v>0.56065972222131677</c:v>
                </c:pt>
                <c:pt idx="48442">
                  <c:v>0.56067129629082046</c:v>
                </c:pt>
                <c:pt idx="48443">
                  <c:v>0.56068287036760012</c:v>
                </c:pt>
                <c:pt idx="48444">
                  <c:v>0.56069444444437977</c:v>
                </c:pt>
                <c:pt idx="48445">
                  <c:v>0.56070601851388346</c:v>
                </c:pt>
                <c:pt idx="48446">
                  <c:v>0.56071759259066312</c:v>
                </c:pt>
                <c:pt idx="48447">
                  <c:v>0.56072916666744277</c:v>
                </c:pt>
                <c:pt idx="48448">
                  <c:v>0.56074074073694646</c:v>
                </c:pt>
                <c:pt idx="48449">
                  <c:v>0.56075231481372612</c:v>
                </c:pt>
                <c:pt idx="48450">
                  <c:v>0.56076388888322981</c:v>
                </c:pt>
                <c:pt idx="48451">
                  <c:v>0.56077546296000946</c:v>
                </c:pt>
                <c:pt idx="48452">
                  <c:v>0.56078703703678912</c:v>
                </c:pt>
                <c:pt idx="48453">
                  <c:v>0.56079861110629281</c:v>
                </c:pt>
                <c:pt idx="48454">
                  <c:v>0.56081018518307246</c:v>
                </c:pt>
                <c:pt idx="48455">
                  <c:v>0.56082175925985212</c:v>
                </c:pt>
                <c:pt idx="48456">
                  <c:v>0.56083333332935581</c:v>
                </c:pt>
                <c:pt idx="48457">
                  <c:v>0.56084490740613546</c:v>
                </c:pt>
                <c:pt idx="48458">
                  <c:v>0.56085648147563916</c:v>
                </c:pt>
                <c:pt idx="48459">
                  <c:v>0.56086805555241881</c:v>
                </c:pt>
                <c:pt idx="48460">
                  <c:v>0.56087962962919846</c:v>
                </c:pt>
                <c:pt idx="48461">
                  <c:v>0.56089120369870216</c:v>
                </c:pt>
                <c:pt idx="48462">
                  <c:v>0.56090277777548181</c:v>
                </c:pt>
                <c:pt idx="48463">
                  <c:v>0.56091435185226146</c:v>
                </c:pt>
                <c:pt idx="48464">
                  <c:v>0.56092592592176516</c:v>
                </c:pt>
                <c:pt idx="48465">
                  <c:v>0.56093749999854481</c:v>
                </c:pt>
                <c:pt idx="48466">
                  <c:v>0.56094907407532446</c:v>
                </c:pt>
                <c:pt idx="48467">
                  <c:v>0.56096064814482816</c:v>
                </c:pt>
                <c:pt idx="48468">
                  <c:v>0.56097222222160781</c:v>
                </c:pt>
                <c:pt idx="48469">
                  <c:v>0.5609837962911115</c:v>
                </c:pt>
                <c:pt idx="48470">
                  <c:v>0.56099537036789116</c:v>
                </c:pt>
                <c:pt idx="48471">
                  <c:v>0.56100694444467081</c:v>
                </c:pt>
                <c:pt idx="48472">
                  <c:v>0.5610185185141745</c:v>
                </c:pt>
                <c:pt idx="48473">
                  <c:v>0.56103009259095415</c:v>
                </c:pt>
                <c:pt idx="48474">
                  <c:v>0.56104166666773381</c:v>
                </c:pt>
                <c:pt idx="48475">
                  <c:v>0.5610532407372375</c:v>
                </c:pt>
                <c:pt idx="48476">
                  <c:v>0.56106481481401715</c:v>
                </c:pt>
                <c:pt idx="48477">
                  <c:v>0.56107638888352085</c:v>
                </c:pt>
                <c:pt idx="48478">
                  <c:v>0.5610879629603005</c:v>
                </c:pt>
                <c:pt idx="48479">
                  <c:v>0.56109953703708015</c:v>
                </c:pt>
                <c:pt idx="48480">
                  <c:v>0.56111111110658385</c:v>
                </c:pt>
                <c:pt idx="48481">
                  <c:v>0.5611226851833635</c:v>
                </c:pt>
                <c:pt idx="48482">
                  <c:v>0.56113425926014315</c:v>
                </c:pt>
                <c:pt idx="48483">
                  <c:v>0.56114583332964685</c:v>
                </c:pt>
                <c:pt idx="48484">
                  <c:v>0.5611574074064265</c:v>
                </c:pt>
                <c:pt idx="48485">
                  <c:v>0.5611689814759302</c:v>
                </c:pt>
                <c:pt idx="48486">
                  <c:v>0.56118055555270985</c:v>
                </c:pt>
                <c:pt idx="48487">
                  <c:v>0.5611921296294895</c:v>
                </c:pt>
                <c:pt idx="48488">
                  <c:v>0.56120370369899319</c:v>
                </c:pt>
                <c:pt idx="48489">
                  <c:v>0.56121527777577285</c:v>
                </c:pt>
                <c:pt idx="48490">
                  <c:v>0.5612268518525525</c:v>
                </c:pt>
                <c:pt idx="48491">
                  <c:v>0.56123842592205619</c:v>
                </c:pt>
                <c:pt idx="48492">
                  <c:v>0.56124999999883585</c:v>
                </c:pt>
                <c:pt idx="48493">
                  <c:v>0.56126157406833954</c:v>
                </c:pt>
                <c:pt idx="48494">
                  <c:v>0.56127314814511919</c:v>
                </c:pt>
                <c:pt idx="48495">
                  <c:v>0.56128472222189885</c:v>
                </c:pt>
                <c:pt idx="48496">
                  <c:v>0.56129629629140254</c:v>
                </c:pt>
                <c:pt idx="48497">
                  <c:v>0.56130787036818219</c:v>
                </c:pt>
                <c:pt idx="48498">
                  <c:v>0.56131944444496185</c:v>
                </c:pt>
                <c:pt idx="48499">
                  <c:v>0.56133101851446554</c:v>
                </c:pt>
                <c:pt idx="48500">
                  <c:v>0.56134259259124519</c:v>
                </c:pt>
                <c:pt idx="48501">
                  <c:v>0.56135416666074889</c:v>
                </c:pt>
                <c:pt idx="48502">
                  <c:v>0.56136574073752854</c:v>
                </c:pt>
                <c:pt idx="48503">
                  <c:v>0.56137731481430819</c:v>
                </c:pt>
                <c:pt idx="48504">
                  <c:v>0.56138888888381189</c:v>
                </c:pt>
                <c:pt idx="48505">
                  <c:v>0.56140046296059154</c:v>
                </c:pt>
                <c:pt idx="48506">
                  <c:v>0.56141203703737119</c:v>
                </c:pt>
                <c:pt idx="48507">
                  <c:v>0.56142361110687489</c:v>
                </c:pt>
                <c:pt idx="48508">
                  <c:v>0.56143518518365454</c:v>
                </c:pt>
                <c:pt idx="48509">
                  <c:v>0.56144675926043419</c:v>
                </c:pt>
                <c:pt idx="48510">
                  <c:v>0.56145833332993789</c:v>
                </c:pt>
                <c:pt idx="48511">
                  <c:v>0.56146990740671754</c:v>
                </c:pt>
                <c:pt idx="48512">
                  <c:v>0.56148148147622123</c:v>
                </c:pt>
                <c:pt idx="48513">
                  <c:v>0.56149305555300089</c:v>
                </c:pt>
                <c:pt idx="48514">
                  <c:v>0.56150462962978054</c:v>
                </c:pt>
                <c:pt idx="48515">
                  <c:v>0.56151620369928423</c:v>
                </c:pt>
                <c:pt idx="48516">
                  <c:v>0.56152777777606389</c:v>
                </c:pt>
                <c:pt idx="48517">
                  <c:v>0.56153935185284354</c:v>
                </c:pt>
                <c:pt idx="48518">
                  <c:v>0.56155092592234723</c:v>
                </c:pt>
                <c:pt idx="48519">
                  <c:v>0.56156249999912689</c:v>
                </c:pt>
                <c:pt idx="48520">
                  <c:v>0.56157407406863058</c:v>
                </c:pt>
                <c:pt idx="48521">
                  <c:v>0.56158564814541023</c:v>
                </c:pt>
                <c:pt idx="48522">
                  <c:v>0.56159722222218988</c:v>
                </c:pt>
                <c:pt idx="48523">
                  <c:v>0.56160879629169358</c:v>
                </c:pt>
                <c:pt idx="48524">
                  <c:v>0.56162037036847323</c:v>
                </c:pt>
                <c:pt idx="48525">
                  <c:v>0.56163194444525288</c:v>
                </c:pt>
                <c:pt idx="48526">
                  <c:v>0.56164351851475658</c:v>
                </c:pt>
                <c:pt idx="48527">
                  <c:v>0.56165509259153623</c:v>
                </c:pt>
                <c:pt idx="48528">
                  <c:v>0.56166666666103993</c:v>
                </c:pt>
                <c:pt idx="48529">
                  <c:v>0.56167824073781958</c:v>
                </c:pt>
                <c:pt idx="48530">
                  <c:v>0.56168981481459923</c:v>
                </c:pt>
                <c:pt idx="48531">
                  <c:v>0.56170138888410293</c:v>
                </c:pt>
                <c:pt idx="48532">
                  <c:v>0.56171296296088258</c:v>
                </c:pt>
                <c:pt idx="48533">
                  <c:v>0.56172453703766223</c:v>
                </c:pt>
                <c:pt idx="48534">
                  <c:v>0.56173611110716593</c:v>
                </c:pt>
                <c:pt idx="48535">
                  <c:v>0.56174768518394558</c:v>
                </c:pt>
                <c:pt idx="48536">
                  <c:v>0.56175925925344927</c:v>
                </c:pt>
                <c:pt idx="48537">
                  <c:v>0.56177083333022892</c:v>
                </c:pt>
                <c:pt idx="48538">
                  <c:v>0.56178240740700858</c:v>
                </c:pt>
                <c:pt idx="48539">
                  <c:v>0.56179398147651227</c:v>
                </c:pt>
                <c:pt idx="48540">
                  <c:v>0.56180555555329192</c:v>
                </c:pt>
                <c:pt idx="48541">
                  <c:v>0.56181712963007158</c:v>
                </c:pt>
                <c:pt idx="48542">
                  <c:v>0.56182870369957527</c:v>
                </c:pt>
                <c:pt idx="48543">
                  <c:v>0.56184027777635492</c:v>
                </c:pt>
                <c:pt idx="48544">
                  <c:v>0.56185185185313458</c:v>
                </c:pt>
                <c:pt idx="48545">
                  <c:v>0.56186342592263827</c:v>
                </c:pt>
                <c:pt idx="48546">
                  <c:v>0.56187499999941792</c:v>
                </c:pt>
                <c:pt idx="48547">
                  <c:v>0.56188657406892162</c:v>
                </c:pt>
                <c:pt idx="48548">
                  <c:v>0.56189814814570127</c:v>
                </c:pt>
                <c:pt idx="48549">
                  <c:v>0.56190972222248092</c:v>
                </c:pt>
                <c:pt idx="48550">
                  <c:v>0.56192129629198462</c:v>
                </c:pt>
                <c:pt idx="48551">
                  <c:v>0.56193287036876427</c:v>
                </c:pt>
                <c:pt idx="48552">
                  <c:v>0.56194444444554392</c:v>
                </c:pt>
                <c:pt idx="48553">
                  <c:v>0.56195601851504762</c:v>
                </c:pt>
                <c:pt idx="48554">
                  <c:v>0.56196759259182727</c:v>
                </c:pt>
                <c:pt idx="48555">
                  <c:v>0.56197916666133096</c:v>
                </c:pt>
                <c:pt idx="48556">
                  <c:v>0.56199074073811062</c:v>
                </c:pt>
                <c:pt idx="48557">
                  <c:v>0.56200231481489027</c:v>
                </c:pt>
                <c:pt idx="48558">
                  <c:v>0.56201388888439396</c:v>
                </c:pt>
                <c:pt idx="48559">
                  <c:v>0.56202546296117362</c:v>
                </c:pt>
                <c:pt idx="48560">
                  <c:v>0.56203703703795327</c:v>
                </c:pt>
                <c:pt idx="48561">
                  <c:v>0.56204861110745696</c:v>
                </c:pt>
                <c:pt idx="48562">
                  <c:v>0.56206018518423662</c:v>
                </c:pt>
                <c:pt idx="48563">
                  <c:v>0.56207175925374031</c:v>
                </c:pt>
                <c:pt idx="48564">
                  <c:v>0.56208333333051996</c:v>
                </c:pt>
                <c:pt idx="48565">
                  <c:v>0.56209490740729962</c:v>
                </c:pt>
                <c:pt idx="48566">
                  <c:v>0.56210648147680331</c:v>
                </c:pt>
                <c:pt idx="48567">
                  <c:v>0.56211805555358296</c:v>
                </c:pt>
                <c:pt idx="48568">
                  <c:v>0.56212962963036261</c:v>
                </c:pt>
                <c:pt idx="48569">
                  <c:v>0.56214120369986631</c:v>
                </c:pt>
                <c:pt idx="48570">
                  <c:v>0.56215277777664596</c:v>
                </c:pt>
                <c:pt idx="48571">
                  <c:v>0.56216435184614966</c:v>
                </c:pt>
                <c:pt idx="48572">
                  <c:v>0.56217592592292931</c:v>
                </c:pt>
                <c:pt idx="48573">
                  <c:v>0.56218749999970896</c:v>
                </c:pt>
                <c:pt idx="48574">
                  <c:v>0.56219907406921266</c:v>
                </c:pt>
                <c:pt idx="48575">
                  <c:v>0.56221064814599231</c:v>
                </c:pt>
                <c:pt idx="48576">
                  <c:v>0.56222222222277196</c:v>
                </c:pt>
                <c:pt idx="48577">
                  <c:v>0.56223379629227566</c:v>
                </c:pt>
                <c:pt idx="48578">
                  <c:v>0.56224537036905531</c:v>
                </c:pt>
                <c:pt idx="48579">
                  <c:v>0.562256944438559</c:v>
                </c:pt>
                <c:pt idx="48580">
                  <c:v>0.56226851851533866</c:v>
                </c:pt>
                <c:pt idx="48581">
                  <c:v>0.56228009259211831</c:v>
                </c:pt>
                <c:pt idx="48582">
                  <c:v>0.562291666661622</c:v>
                </c:pt>
                <c:pt idx="48583">
                  <c:v>0.56230324073840166</c:v>
                </c:pt>
                <c:pt idx="48584">
                  <c:v>0.56231481481518131</c:v>
                </c:pt>
                <c:pt idx="48585">
                  <c:v>0.562326388884685</c:v>
                </c:pt>
                <c:pt idx="48586">
                  <c:v>0.56233796296146465</c:v>
                </c:pt>
                <c:pt idx="48587">
                  <c:v>0.56234953703824431</c:v>
                </c:pt>
                <c:pt idx="48588">
                  <c:v>0.562361111107748</c:v>
                </c:pt>
                <c:pt idx="48589">
                  <c:v>0.56237268518452765</c:v>
                </c:pt>
                <c:pt idx="48590">
                  <c:v>0.56238425925403135</c:v>
                </c:pt>
                <c:pt idx="48591">
                  <c:v>0.562395833330811</c:v>
                </c:pt>
                <c:pt idx="48592">
                  <c:v>0.56240740740759065</c:v>
                </c:pt>
                <c:pt idx="48593">
                  <c:v>0.56241898147709435</c:v>
                </c:pt>
                <c:pt idx="48594">
                  <c:v>0.562430555553874</c:v>
                </c:pt>
                <c:pt idx="48595">
                  <c:v>0.56244212963065365</c:v>
                </c:pt>
                <c:pt idx="48596">
                  <c:v>0.56245370370015735</c:v>
                </c:pt>
                <c:pt idx="48597">
                  <c:v>0.562465277776937</c:v>
                </c:pt>
                <c:pt idx="48598">
                  <c:v>0.5624768518464407</c:v>
                </c:pt>
                <c:pt idx="48599">
                  <c:v>0.56248842592322035</c:v>
                </c:pt>
                <c:pt idx="48600">
                  <c:v>0.5625</c:v>
                </c:pt>
                <c:pt idx="48601">
                  <c:v>0.56251157406950369</c:v>
                </c:pt>
                <c:pt idx="48602">
                  <c:v>0.56252314814628335</c:v>
                </c:pt>
                <c:pt idx="48603">
                  <c:v>0.562534722223063</c:v>
                </c:pt>
                <c:pt idx="48604">
                  <c:v>0.56254629629256669</c:v>
                </c:pt>
                <c:pt idx="48605">
                  <c:v>0.56255787036934635</c:v>
                </c:pt>
                <c:pt idx="48606">
                  <c:v>0.56256944443885004</c:v>
                </c:pt>
                <c:pt idx="48607">
                  <c:v>0.56258101851562969</c:v>
                </c:pt>
                <c:pt idx="48608">
                  <c:v>0.56259259259240935</c:v>
                </c:pt>
                <c:pt idx="48609">
                  <c:v>0.56260416666191304</c:v>
                </c:pt>
                <c:pt idx="48610">
                  <c:v>0.56261574073869269</c:v>
                </c:pt>
                <c:pt idx="48611">
                  <c:v>0.56262731481547235</c:v>
                </c:pt>
                <c:pt idx="48612">
                  <c:v>0.56263888888497604</c:v>
                </c:pt>
                <c:pt idx="48613">
                  <c:v>0.56265046296175569</c:v>
                </c:pt>
                <c:pt idx="48614">
                  <c:v>0.56266203703125939</c:v>
                </c:pt>
                <c:pt idx="48615">
                  <c:v>0.56267361110803904</c:v>
                </c:pt>
                <c:pt idx="48616">
                  <c:v>0.56268518518481869</c:v>
                </c:pt>
                <c:pt idx="48617">
                  <c:v>0.56269675925432239</c:v>
                </c:pt>
                <c:pt idx="48618">
                  <c:v>0.56270833333110204</c:v>
                </c:pt>
                <c:pt idx="48619">
                  <c:v>0.56271990740788169</c:v>
                </c:pt>
                <c:pt idx="48620">
                  <c:v>0.56273148147738539</c:v>
                </c:pt>
                <c:pt idx="48621">
                  <c:v>0.56274305555416504</c:v>
                </c:pt>
                <c:pt idx="48622">
                  <c:v>0.56275462963094469</c:v>
                </c:pt>
                <c:pt idx="48623">
                  <c:v>0.56276620370044839</c:v>
                </c:pt>
                <c:pt idx="48624">
                  <c:v>0.56277777777722804</c:v>
                </c:pt>
                <c:pt idx="48625">
                  <c:v>0.56278935184673173</c:v>
                </c:pt>
                <c:pt idx="48626">
                  <c:v>0.56280092592351139</c:v>
                </c:pt>
                <c:pt idx="48627">
                  <c:v>0.56281250000029104</c:v>
                </c:pt>
                <c:pt idx="48628">
                  <c:v>0.56282407406979473</c:v>
                </c:pt>
                <c:pt idx="48629">
                  <c:v>0.56283564814657439</c:v>
                </c:pt>
                <c:pt idx="48630">
                  <c:v>0.56284722222335404</c:v>
                </c:pt>
                <c:pt idx="48631">
                  <c:v>0.56285879629285773</c:v>
                </c:pt>
                <c:pt idx="48632">
                  <c:v>0.56287037036963739</c:v>
                </c:pt>
                <c:pt idx="48633">
                  <c:v>0.56288194443914108</c:v>
                </c:pt>
                <c:pt idx="48634">
                  <c:v>0.56289351851592073</c:v>
                </c:pt>
                <c:pt idx="48635">
                  <c:v>0.56290509259270038</c:v>
                </c:pt>
                <c:pt idx="48636">
                  <c:v>0.56291666666220408</c:v>
                </c:pt>
                <c:pt idx="48637">
                  <c:v>0.56292824073898373</c:v>
                </c:pt>
                <c:pt idx="48638">
                  <c:v>0.56293981481576338</c:v>
                </c:pt>
                <c:pt idx="48639">
                  <c:v>0.56295138888526708</c:v>
                </c:pt>
                <c:pt idx="48640">
                  <c:v>0.56296296296204673</c:v>
                </c:pt>
                <c:pt idx="48641">
                  <c:v>0.56297453703155043</c:v>
                </c:pt>
                <c:pt idx="48642">
                  <c:v>0.56298611110833008</c:v>
                </c:pt>
                <c:pt idx="48643">
                  <c:v>0.56299768518510973</c:v>
                </c:pt>
                <c:pt idx="48644">
                  <c:v>0.56300925925461343</c:v>
                </c:pt>
                <c:pt idx="48645">
                  <c:v>0.56302083333139308</c:v>
                </c:pt>
                <c:pt idx="48646">
                  <c:v>0.56303240740817273</c:v>
                </c:pt>
                <c:pt idx="48647">
                  <c:v>0.56304398147767643</c:v>
                </c:pt>
                <c:pt idx="48648">
                  <c:v>0.56305555555445608</c:v>
                </c:pt>
                <c:pt idx="48649">
                  <c:v>0.56306712962395977</c:v>
                </c:pt>
                <c:pt idx="48650">
                  <c:v>0.56307870370073942</c:v>
                </c:pt>
                <c:pt idx="48651">
                  <c:v>0.56309027777751908</c:v>
                </c:pt>
                <c:pt idx="48652">
                  <c:v>0.56310185184702277</c:v>
                </c:pt>
                <c:pt idx="48653">
                  <c:v>0.56311342592380242</c:v>
                </c:pt>
                <c:pt idx="48654">
                  <c:v>0.56312500000058208</c:v>
                </c:pt>
                <c:pt idx="48655">
                  <c:v>0.56313657407008577</c:v>
                </c:pt>
                <c:pt idx="48656">
                  <c:v>0.56314814814686542</c:v>
                </c:pt>
                <c:pt idx="48657">
                  <c:v>0.56315972221636912</c:v>
                </c:pt>
                <c:pt idx="48658">
                  <c:v>0.56317129629314877</c:v>
                </c:pt>
                <c:pt idx="48659">
                  <c:v>0.56318287036992842</c:v>
                </c:pt>
                <c:pt idx="48660">
                  <c:v>0.56319444443943212</c:v>
                </c:pt>
                <c:pt idx="48661">
                  <c:v>0.56320601851621177</c:v>
                </c:pt>
                <c:pt idx="48662">
                  <c:v>0.56321759259299142</c:v>
                </c:pt>
                <c:pt idx="48663">
                  <c:v>0.56322916666249512</c:v>
                </c:pt>
                <c:pt idx="48664">
                  <c:v>0.56324074073927477</c:v>
                </c:pt>
                <c:pt idx="48665">
                  <c:v>0.56325231481605442</c:v>
                </c:pt>
                <c:pt idx="48666">
                  <c:v>0.56326388888555812</c:v>
                </c:pt>
                <c:pt idx="48667">
                  <c:v>0.56327546296233777</c:v>
                </c:pt>
                <c:pt idx="48668">
                  <c:v>0.56328703703184146</c:v>
                </c:pt>
                <c:pt idx="48669">
                  <c:v>0.56329861110862112</c:v>
                </c:pt>
                <c:pt idx="48670">
                  <c:v>0.56331018518540077</c:v>
                </c:pt>
                <c:pt idx="48671">
                  <c:v>0.56332175925490446</c:v>
                </c:pt>
                <c:pt idx="48672">
                  <c:v>0.56333333333168412</c:v>
                </c:pt>
                <c:pt idx="48673">
                  <c:v>0.56334490740846377</c:v>
                </c:pt>
                <c:pt idx="48674">
                  <c:v>0.56335648147796746</c:v>
                </c:pt>
                <c:pt idx="48675">
                  <c:v>0.56336805555474712</c:v>
                </c:pt>
                <c:pt idx="48676">
                  <c:v>0.56337962962425081</c:v>
                </c:pt>
                <c:pt idx="48677">
                  <c:v>0.56339120370103046</c:v>
                </c:pt>
                <c:pt idx="48678">
                  <c:v>0.56340277777781012</c:v>
                </c:pt>
                <c:pt idx="48679">
                  <c:v>0.56341435184731381</c:v>
                </c:pt>
                <c:pt idx="48680">
                  <c:v>0.56342592592409346</c:v>
                </c:pt>
                <c:pt idx="48681">
                  <c:v>0.56343750000087311</c:v>
                </c:pt>
                <c:pt idx="48682">
                  <c:v>0.56344907407037681</c:v>
                </c:pt>
                <c:pt idx="48683">
                  <c:v>0.56346064814715646</c:v>
                </c:pt>
                <c:pt idx="48684">
                  <c:v>0.56347222221666016</c:v>
                </c:pt>
                <c:pt idx="48685">
                  <c:v>0.56348379629343981</c:v>
                </c:pt>
                <c:pt idx="48686">
                  <c:v>0.56349537037021946</c:v>
                </c:pt>
                <c:pt idx="48687">
                  <c:v>0.56350694443972316</c:v>
                </c:pt>
                <c:pt idx="48688">
                  <c:v>0.56351851851650281</c:v>
                </c:pt>
                <c:pt idx="48689">
                  <c:v>0.56353009259328246</c:v>
                </c:pt>
                <c:pt idx="48690">
                  <c:v>0.56354166666278616</c:v>
                </c:pt>
                <c:pt idx="48691">
                  <c:v>0.56355324073956581</c:v>
                </c:pt>
                <c:pt idx="48692">
                  <c:v>0.5635648148090695</c:v>
                </c:pt>
                <c:pt idx="48693">
                  <c:v>0.56357638888584916</c:v>
                </c:pt>
                <c:pt idx="48694">
                  <c:v>0.56358796296262881</c:v>
                </c:pt>
                <c:pt idx="48695">
                  <c:v>0.5635995370321325</c:v>
                </c:pt>
                <c:pt idx="48696">
                  <c:v>0.56361111110891216</c:v>
                </c:pt>
                <c:pt idx="48697">
                  <c:v>0.56362268518569181</c:v>
                </c:pt>
                <c:pt idx="48698">
                  <c:v>0.5636342592551955</c:v>
                </c:pt>
                <c:pt idx="48699">
                  <c:v>0.56364583333197515</c:v>
                </c:pt>
                <c:pt idx="48700">
                  <c:v>0.56365740740147885</c:v>
                </c:pt>
                <c:pt idx="48701">
                  <c:v>0.5636689814782585</c:v>
                </c:pt>
                <c:pt idx="48702">
                  <c:v>0.56368055555503815</c:v>
                </c:pt>
                <c:pt idx="48703">
                  <c:v>0.56369212962454185</c:v>
                </c:pt>
                <c:pt idx="48704">
                  <c:v>0.5637037037013215</c:v>
                </c:pt>
                <c:pt idx="48705">
                  <c:v>0.56371527777810115</c:v>
                </c:pt>
                <c:pt idx="48706">
                  <c:v>0.56372685184760485</c:v>
                </c:pt>
                <c:pt idx="48707">
                  <c:v>0.5637384259243845</c:v>
                </c:pt>
                <c:pt idx="48708">
                  <c:v>0.56375000000116415</c:v>
                </c:pt>
                <c:pt idx="48709">
                  <c:v>0.56376157407066785</c:v>
                </c:pt>
                <c:pt idx="48710">
                  <c:v>0.5637731481474475</c:v>
                </c:pt>
                <c:pt idx="48711">
                  <c:v>0.5637847222169512</c:v>
                </c:pt>
                <c:pt idx="48712">
                  <c:v>0.56379629629373085</c:v>
                </c:pt>
                <c:pt idx="48713">
                  <c:v>0.5638078703705105</c:v>
                </c:pt>
                <c:pt idx="48714">
                  <c:v>0.56381944444001419</c:v>
                </c:pt>
                <c:pt idx="48715">
                  <c:v>0.56383101851679385</c:v>
                </c:pt>
                <c:pt idx="48716">
                  <c:v>0.5638425925935735</c:v>
                </c:pt>
                <c:pt idx="48717">
                  <c:v>0.56385416666307719</c:v>
                </c:pt>
                <c:pt idx="48718">
                  <c:v>0.56386574073985685</c:v>
                </c:pt>
                <c:pt idx="48719">
                  <c:v>0.56387731480936054</c:v>
                </c:pt>
                <c:pt idx="48720">
                  <c:v>0.56388888888614019</c:v>
                </c:pt>
                <c:pt idx="48721">
                  <c:v>0.56390046296291985</c:v>
                </c:pt>
                <c:pt idx="48722">
                  <c:v>0.56391203703242354</c:v>
                </c:pt>
                <c:pt idx="48723">
                  <c:v>0.56392361110920319</c:v>
                </c:pt>
                <c:pt idx="48724">
                  <c:v>0.56393518518598285</c:v>
                </c:pt>
                <c:pt idx="48725">
                  <c:v>0.56394675925548654</c:v>
                </c:pt>
                <c:pt idx="48726">
                  <c:v>0.56395833333226619</c:v>
                </c:pt>
                <c:pt idx="48727">
                  <c:v>0.56396990740176989</c:v>
                </c:pt>
                <c:pt idx="48728">
                  <c:v>0.56398148147854954</c:v>
                </c:pt>
                <c:pt idx="48729">
                  <c:v>0.56399305555532919</c:v>
                </c:pt>
                <c:pt idx="48730">
                  <c:v>0.56400462962483289</c:v>
                </c:pt>
                <c:pt idx="48731">
                  <c:v>0.56401620370161254</c:v>
                </c:pt>
                <c:pt idx="48732">
                  <c:v>0.56402777777839219</c:v>
                </c:pt>
                <c:pt idx="48733">
                  <c:v>0.56403935184789589</c:v>
                </c:pt>
                <c:pt idx="48734">
                  <c:v>0.56405092592467554</c:v>
                </c:pt>
                <c:pt idx="48735">
                  <c:v>0.56406249999417923</c:v>
                </c:pt>
                <c:pt idx="48736">
                  <c:v>0.56407407407095889</c:v>
                </c:pt>
                <c:pt idx="48737">
                  <c:v>0.56408564814773854</c:v>
                </c:pt>
                <c:pt idx="48738">
                  <c:v>0.56409722221724223</c:v>
                </c:pt>
                <c:pt idx="48739">
                  <c:v>0.56410879629402189</c:v>
                </c:pt>
                <c:pt idx="48740">
                  <c:v>0.56412037037080154</c:v>
                </c:pt>
                <c:pt idx="48741">
                  <c:v>0.56413194444030523</c:v>
                </c:pt>
                <c:pt idx="48742">
                  <c:v>0.56414351851708489</c:v>
                </c:pt>
                <c:pt idx="48743">
                  <c:v>0.56415509259386454</c:v>
                </c:pt>
                <c:pt idx="48744">
                  <c:v>0.56416666666336823</c:v>
                </c:pt>
                <c:pt idx="48745">
                  <c:v>0.56417824074014788</c:v>
                </c:pt>
                <c:pt idx="48746">
                  <c:v>0.56418981480965158</c:v>
                </c:pt>
                <c:pt idx="48747">
                  <c:v>0.56420138888643123</c:v>
                </c:pt>
                <c:pt idx="48748">
                  <c:v>0.56421296296321088</c:v>
                </c:pt>
                <c:pt idx="48749">
                  <c:v>0.56422453703271458</c:v>
                </c:pt>
                <c:pt idx="48750">
                  <c:v>0.56423611110949423</c:v>
                </c:pt>
                <c:pt idx="48751">
                  <c:v>0.56424768518627388</c:v>
                </c:pt>
                <c:pt idx="48752">
                  <c:v>0.56425925925577758</c:v>
                </c:pt>
                <c:pt idx="48753">
                  <c:v>0.56427083333255723</c:v>
                </c:pt>
                <c:pt idx="48754">
                  <c:v>0.56428240740206093</c:v>
                </c:pt>
                <c:pt idx="48755">
                  <c:v>0.56429398147884058</c:v>
                </c:pt>
                <c:pt idx="48756">
                  <c:v>0.56430555555562023</c:v>
                </c:pt>
                <c:pt idx="48757">
                  <c:v>0.56431712962512393</c:v>
                </c:pt>
                <c:pt idx="48758">
                  <c:v>0.56432870370190358</c:v>
                </c:pt>
                <c:pt idx="48759">
                  <c:v>0.56434027777868323</c:v>
                </c:pt>
                <c:pt idx="48760">
                  <c:v>0.56435185184818693</c:v>
                </c:pt>
                <c:pt idx="48761">
                  <c:v>0.56436342592496658</c:v>
                </c:pt>
                <c:pt idx="48762">
                  <c:v>0.56437499999447027</c:v>
                </c:pt>
                <c:pt idx="48763">
                  <c:v>0.56438657407124992</c:v>
                </c:pt>
                <c:pt idx="48764">
                  <c:v>0.56439814814802958</c:v>
                </c:pt>
                <c:pt idx="48765">
                  <c:v>0.56440972221753327</c:v>
                </c:pt>
                <c:pt idx="48766">
                  <c:v>0.56442129629431292</c:v>
                </c:pt>
                <c:pt idx="48767">
                  <c:v>0.56443287037109258</c:v>
                </c:pt>
                <c:pt idx="48768">
                  <c:v>0.56444444444059627</c:v>
                </c:pt>
                <c:pt idx="48769">
                  <c:v>0.56445601851737592</c:v>
                </c:pt>
                <c:pt idx="48770">
                  <c:v>0.56446759258687962</c:v>
                </c:pt>
                <c:pt idx="48771">
                  <c:v>0.56447916666365927</c:v>
                </c:pt>
                <c:pt idx="48772">
                  <c:v>0.56449074074043892</c:v>
                </c:pt>
                <c:pt idx="48773">
                  <c:v>0.56450231480994262</c:v>
                </c:pt>
                <c:pt idx="48774">
                  <c:v>0.56451388888672227</c:v>
                </c:pt>
                <c:pt idx="48775">
                  <c:v>0.56452546296350192</c:v>
                </c:pt>
                <c:pt idx="48776">
                  <c:v>0.56453703703300562</c:v>
                </c:pt>
                <c:pt idx="48777">
                  <c:v>0.56454861110978527</c:v>
                </c:pt>
                <c:pt idx="48778">
                  <c:v>0.56456018517928896</c:v>
                </c:pt>
                <c:pt idx="48779">
                  <c:v>0.56457175925606862</c:v>
                </c:pt>
                <c:pt idx="48780">
                  <c:v>0.56458333333284827</c:v>
                </c:pt>
                <c:pt idx="48781">
                  <c:v>0.56459490740235196</c:v>
                </c:pt>
                <c:pt idx="48782">
                  <c:v>0.56460648147913162</c:v>
                </c:pt>
                <c:pt idx="48783">
                  <c:v>0.56461805555591127</c:v>
                </c:pt>
                <c:pt idx="48784">
                  <c:v>0.56462962962541496</c:v>
                </c:pt>
                <c:pt idx="48785">
                  <c:v>0.56464120370219462</c:v>
                </c:pt>
                <c:pt idx="48786">
                  <c:v>0.56465277777897427</c:v>
                </c:pt>
                <c:pt idx="48787">
                  <c:v>0.56466435184847796</c:v>
                </c:pt>
                <c:pt idx="48788">
                  <c:v>0.56467592592525762</c:v>
                </c:pt>
                <c:pt idx="48789">
                  <c:v>0.56468749999476131</c:v>
                </c:pt>
                <c:pt idx="48790">
                  <c:v>0.56469907407154096</c:v>
                </c:pt>
                <c:pt idx="48791">
                  <c:v>0.56471064814832062</c:v>
                </c:pt>
                <c:pt idx="48792">
                  <c:v>0.56472222221782431</c:v>
                </c:pt>
                <c:pt idx="48793">
                  <c:v>0.56473379629460396</c:v>
                </c:pt>
                <c:pt idx="48794">
                  <c:v>0.56474537037138361</c:v>
                </c:pt>
                <c:pt idx="48795">
                  <c:v>0.56475694444088731</c:v>
                </c:pt>
                <c:pt idx="48796">
                  <c:v>0.56476851851766696</c:v>
                </c:pt>
                <c:pt idx="48797">
                  <c:v>0.56478009258717066</c:v>
                </c:pt>
                <c:pt idx="48798">
                  <c:v>0.56479166666395031</c:v>
                </c:pt>
                <c:pt idx="48799">
                  <c:v>0.56480324074072996</c:v>
                </c:pt>
                <c:pt idx="48800">
                  <c:v>0.56481481481023366</c:v>
                </c:pt>
                <c:pt idx="48801">
                  <c:v>0.56482638888701331</c:v>
                </c:pt>
                <c:pt idx="48802">
                  <c:v>0.56483796296379296</c:v>
                </c:pt>
                <c:pt idx="48803">
                  <c:v>0.56484953703329666</c:v>
                </c:pt>
                <c:pt idx="48804">
                  <c:v>0.56486111111007631</c:v>
                </c:pt>
                <c:pt idx="48805">
                  <c:v>0.56487268517958</c:v>
                </c:pt>
                <c:pt idx="48806">
                  <c:v>0.56488425925635966</c:v>
                </c:pt>
                <c:pt idx="48807">
                  <c:v>0.56489583333313931</c:v>
                </c:pt>
                <c:pt idx="48808">
                  <c:v>0.564907407402643</c:v>
                </c:pt>
                <c:pt idx="48809">
                  <c:v>0.56491898147942265</c:v>
                </c:pt>
                <c:pt idx="48810">
                  <c:v>0.56493055555620231</c:v>
                </c:pt>
                <c:pt idx="48811">
                  <c:v>0.564942129625706</c:v>
                </c:pt>
                <c:pt idx="48812">
                  <c:v>0.56495370370248565</c:v>
                </c:pt>
                <c:pt idx="48813">
                  <c:v>0.56496527777198935</c:v>
                </c:pt>
                <c:pt idx="48814">
                  <c:v>0.564976851848769</c:v>
                </c:pt>
                <c:pt idx="48815">
                  <c:v>0.56498842592554865</c:v>
                </c:pt>
                <c:pt idx="48816">
                  <c:v>0.56499999999505235</c:v>
                </c:pt>
                <c:pt idx="48817">
                  <c:v>0.565011574071832</c:v>
                </c:pt>
                <c:pt idx="48818">
                  <c:v>0.56502314814861165</c:v>
                </c:pt>
                <c:pt idx="48819">
                  <c:v>0.56503472221811535</c:v>
                </c:pt>
                <c:pt idx="48820">
                  <c:v>0.565046296294895</c:v>
                </c:pt>
                <c:pt idx="48821">
                  <c:v>0.56505787037167465</c:v>
                </c:pt>
                <c:pt idx="48822">
                  <c:v>0.56506944444117835</c:v>
                </c:pt>
                <c:pt idx="48823">
                  <c:v>0.565081018517958</c:v>
                </c:pt>
                <c:pt idx="48824">
                  <c:v>0.5650925925874617</c:v>
                </c:pt>
                <c:pt idx="48825">
                  <c:v>0.56510416666424135</c:v>
                </c:pt>
                <c:pt idx="48826">
                  <c:v>0.565115740741021</c:v>
                </c:pt>
                <c:pt idx="48827">
                  <c:v>0.56512731481052469</c:v>
                </c:pt>
                <c:pt idx="48828">
                  <c:v>0.56513888888730435</c:v>
                </c:pt>
                <c:pt idx="48829">
                  <c:v>0.565150462964084</c:v>
                </c:pt>
                <c:pt idx="48830">
                  <c:v>0.56516203703358769</c:v>
                </c:pt>
                <c:pt idx="48831">
                  <c:v>0.56517361111036735</c:v>
                </c:pt>
                <c:pt idx="48832">
                  <c:v>0.56518518517987104</c:v>
                </c:pt>
                <c:pt idx="48833">
                  <c:v>0.56519675925665069</c:v>
                </c:pt>
                <c:pt idx="48834">
                  <c:v>0.56520833333343035</c:v>
                </c:pt>
                <c:pt idx="48835">
                  <c:v>0.56521990740293404</c:v>
                </c:pt>
                <c:pt idx="48836">
                  <c:v>0.56523148147971369</c:v>
                </c:pt>
                <c:pt idx="48837">
                  <c:v>0.56524305555649335</c:v>
                </c:pt>
                <c:pt idx="48838">
                  <c:v>0.56525462962599704</c:v>
                </c:pt>
                <c:pt idx="48839">
                  <c:v>0.56526620370277669</c:v>
                </c:pt>
                <c:pt idx="48840">
                  <c:v>0.56527777777228039</c:v>
                </c:pt>
                <c:pt idx="48841">
                  <c:v>0.56528935184906004</c:v>
                </c:pt>
                <c:pt idx="48842">
                  <c:v>0.56530092592583969</c:v>
                </c:pt>
                <c:pt idx="48843">
                  <c:v>0.56531249999534339</c:v>
                </c:pt>
                <c:pt idx="48844">
                  <c:v>0.56532407407212304</c:v>
                </c:pt>
                <c:pt idx="48845">
                  <c:v>0.56533564814890269</c:v>
                </c:pt>
                <c:pt idx="48846">
                  <c:v>0.56534722221840639</c:v>
                </c:pt>
                <c:pt idx="48847">
                  <c:v>0.56535879629518604</c:v>
                </c:pt>
                <c:pt idx="48848">
                  <c:v>0.56537037036468973</c:v>
                </c:pt>
                <c:pt idx="48849">
                  <c:v>0.56538194444146939</c:v>
                </c:pt>
                <c:pt idx="48850">
                  <c:v>0.56539351851824904</c:v>
                </c:pt>
                <c:pt idx="48851">
                  <c:v>0.56540509258775273</c:v>
                </c:pt>
                <c:pt idx="48852">
                  <c:v>0.56541666666453239</c:v>
                </c:pt>
                <c:pt idx="48853">
                  <c:v>0.56542824074131204</c:v>
                </c:pt>
                <c:pt idx="48854">
                  <c:v>0.56543981481081573</c:v>
                </c:pt>
                <c:pt idx="48855">
                  <c:v>0.56545138888759539</c:v>
                </c:pt>
                <c:pt idx="48856">
                  <c:v>0.56546296295709908</c:v>
                </c:pt>
                <c:pt idx="48857">
                  <c:v>0.56547453703387873</c:v>
                </c:pt>
                <c:pt idx="48858">
                  <c:v>0.56548611111065838</c:v>
                </c:pt>
                <c:pt idx="48859">
                  <c:v>0.56549768518016208</c:v>
                </c:pt>
                <c:pt idx="48860">
                  <c:v>0.56550925925694173</c:v>
                </c:pt>
                <c:pt idx="48861">
                  <c:v>0.56552083333372138</c:v>
                </c:pt>
                <c:pt idx="48862">
                  <c:v>0.56553240740322508</c:v>
                </c:pt>
                <c:pt idx="48863">
                  <c:v>0.56554398148000473</c:v>
                </c:pt>
                <c:pt idx="48864">
                  <c:v>0.56555555555678438</c:v>
                </c:pt>
                <c:pt idx="48865">
                  <c:v>0.56556712962628808</c:v>
                </c:pt>
                <c:pt idx="48866">
                  <c:v>0.56557870370306773</c:v>
                </c:pt>
                <c:pt idx="48867">
                  <c:v>0.56559027777257143</c:v>
                </c:pt>
                <c:pt idx="48868">
                  <c:v>0.56560185184935108</c:v>
                </c:pt>
                <c:pt idx="48869">
                  <c:v>0.56561342592613073</c:v>
                </c:pt>
                <c:pt idx="48870">
                  <c:v>0.56562499999563443</c:v>
                </c:pt>
                <c:pt idx="48871">
                  <c:v>0.56563657407241408</c:v>
                </c:pt>
                <c:pt idx="48872">
                  <c:v>0.56564814814919373</c:v>
                </c:pt>
                <c:pt idx="48873">
                  <c:v>0.56565972221869742</c:v>
                </c:pt>
                <c:pt idx="48874">
                  <c:v>0.56567129629547708</c:v>
                </c:pt>
                <c:pt idx="48875">
                  <c:v>0.56568287036498077</c:v>
                </c:pt>
                <c:pt idx="48876">
                  <c:v>0.56569444444176042</c:v>
                </c:pt>
                <c:pt idx="48877">
                  <c:v>0.56570601851854008</c:v>
                </c:pt>
                <c:pt idx="48878">
                  <c:v>0.56571759258804377</c:v>
                </c:pt>
                <c:pt idx="48879">
                  <c:v>0.56572916666482342</c:v>
                </c:pt>
                <c:pt idx="48880">
                  <c:v>0.56574074074160308</c:v>
                </c:pt>
                <c:pt idx="48881">
                  <c:v>0.56575231481110677</c:v>
                </c:pt>
                <c:pt idx="48882">
                  <c:v>0.56576388888788642</c:v>
                </c:pt>
                <c:pt idx="48883">
                  <c:v>0.56577546295739012</c:v>
                </c:pt>
                <c:pt idx="48884">
                  <c:v>0.56578703703416977</c:v>
                </c:pt>
                <c:pt idx="48885">
                  <c:v>0.56579861111094942</c:v>
                </c:pt>
                <c:pt idx="48886">
                  <c:v>0.56581018518045312</c:v>
                </c:pt>
                <c:pt idx="48887">
                  <c:v>0.56582175925723277</c:v>
                </c:pt>
                <c:pt idx="48888">
                  <c:v>0.56583333333401242</c:v>
                </c:pt>
                <c:pt idx="48889">
                  <c:v>0.56584490740351612</c:v>
                </c:pt>
                <c:pt idx="48890">
                  <c:v>0.56585648148029577</c:v>
                </c:pt>
                <c:pt idx="48891">
                  <c:v>0.56586805554979946</c:v>
                </c:pt>
                <c:pt idx="48892">
                  <c:v>0.56587962962657912</c:v>
                </c:pt>
                <c:pt idx="48893">
                  <c:v>0.56589120370335877</c:v>
                </c:pt>
                <c:pt idx="48894">
                  <c:v>0.56590277777286246</c:v>
                </c:pt>
                <c:pt idx="48895">
                  <c:v>0.56591435184964212</c:v>
                </c:pt>
                <c:pt idx="48896">
                  <c:v>0.56592592592642177</c:v>
                </c:pt>
                <c:pt idx="48897">
                  <c:v>0.56593749999592546</c:v>
                </c:pt>
                <c:pt idx="48898">
                  <c:v>0.56594907407270512</c:v>
                </c:pt>
                <c:pt idx="48899">
                  <c:v>0.56596064814948477</c:v>
                </c:pt>
                <c:pt idx="48900">
                  <c:v>0.56597222221898846</c:v>
                </c:pt>
                <c:pt idx="48901">
                  <c:v>0.56598379629576812</c:v>
                </c:pt>
                <c:pt idx="48902">
                  <c:v>0.56599537036527181</c:v>
                </c:pt>
                <c:pt idx="48903">
                  <c:v>0.56600694444205146</c:v>
                </c:pt>
                <c:pt idx="48904">
                  <c:v>0.56601851851883112</c:v>
                </c:pt>
                <c:pt idx="48905">
                  <c:v>0.56603009258833481</c:v>
                </c:pt>
                <c:pt idx="48906">
                  <c:v>0.56604166666511446</c:v>
                </c:pt>
                <c:pt idx="48907">
                  <c:v>0.56605324074189411</c:v>
                </c:pt>
                <c:pt idx="48908">
                  <c:v>0.56606481481139781</c:v>
                </c:pt>
                <c:pt idx="48909">
                  <c:v>0.56607638888817746</c:v>
                </c:pt>
                <c:pt idx="48910">
                  <c:v>0.56608796295768116</c:v>
                </c:pt>
                <c:pt idx="48911">
                  <c:v>0.56609953703446081</c:v>
                </c:pt>
                <c:pt idx="48912">
                  <c:v>0.56611111111124046</c:v>
                </c:pt>
                <c:pt idx="48913">
                  <c:v>0.56612268518074416</c:v>
                </c:pt>
                <c:pt idx="48914">
                  <c:v>0.56613425925752381</c:v>
                </c:pt>
                <c:pt idx="48915">
                  <c:v>0.56614583333430346</c:v>
                </c:pt>
                <c:pt idx="48916">
                  <c:v>0.56615740740380716</c:v>
                </c:pt>
                <c:pt idx="48917">
                  <c:v>0.56616898148058681</c:v>
                </c:pt>
                <c:pt idx="48918">
                  <c:v>0.5661805555500905</c:v>
                </c:pt>
                <c:pt idx="48919">
                  <c:v>0.56619212962687016</c:v>
                </c:pt>
                <c:pt idx="48920">
                  <c:v>0.56620370370364981</c:v>
                </c:pt>
                <c:pt idx="48921">
                  <c:v>0.5662152777731535</c:v>
                </c:pt>
                <c:pt idx="48922">
                  <c:v>0.56622685184993315</c:v>
                </c:pt>
                <c:pt idx="48923">
                  <c:v>0.56623842592671281</c:v>
                </c:pt>
                <c:pt idx="48924">
                  <c:v>0.5662499999962165</c:v>
                </c:pt>
                <c:pt idx="48925">
                  <c:v>0.56626157407299615</c:v>
                </c:pt>
                <c:pt idx="48926">
                  <c:v>0.56627314814249985</c:v>
                </c:pt>
                <c:pt idx="48927">
                  <c:v>0.5662847222192795</c:v>
                </c:pt>
                <c:pt idx="48928">
                  <c:v>0.56629629629605915</c:v>
                </c:pt>
                <c:pt idx="48929">
                  <c:v>0.56630787036556285</c:v>
                </c:pt>
                <c:pt idx="48930">
                  <c:v>0.5663194444423425</c:v>
                </c:pt>
                <c:pt idx="48931">
                  <c:v>0.56633101851912215</c:v>
                </c:pt>
                <c:pt idx="48932">
                  <c:v>0.56634259258862585</c:v>
                </c:pt>
                <c:pt idx="48933">
                  <c:v>0.5663541666654055</c:v>
                </c:pt>
                <c:pt idx="48934">
                  <c:v>0.5663657407349092</c:v>
                </c:pt>
                <c:pt idx="48935">
                  <c:v>0.56637731481168885</c:v>
                </c:pt>
                <c:pt idx="48936">
                  <c:v>0.5663888888884685</c:v>
                </c:pt>
                <c:pt idx="48937">
                  <c:v>0.56640046295797219</c:v>
                </c:pt>
                <c:pt idx="48938">
                  <c:v>0.56641203703475185</c:v>
                </c:pt>
                <c:pt idx="48939">
                  <c:v>0.5664236111115315</c:v>
                </c:pt>
                <c:pt idx="48940">
                  <c:v>0.56643518518103519</c:v>
                </c:pt>
                <c:pt idx="48941">
                  <c:v>0.56644675925781485</c:v>
                </c:pt>
                <c:pt idx="48942">
                  <c:v>0.5664583333345945</c:v>
                </c:pt>
                <c:pt idx="48943">
                  <c:v>0.56646990740409819</c:v>
                </c:pt>
                <c:pt idx="48944">
                  <c:v>0.56648148148087785</c:v>
                </c:pt>
                <c:pt idx="48945">
                  <c:v>0.56649305555038154</c:v>
                </c:pt>
                <c:pt idx="48946">
                  <c:v>0.56650462962716119</c:v>
                </c:pt>
                <c:pt idx="48947">
                  <c:v>0.56651620370394085</c:v>
                </c:pt>
                <c:pt idx="48948">
                  <c:v>0.56652777777344454</c:v>
                </c:pt>
                <c:pt idx="48949">
                  <c:v>0.56653935185022419</c:v>
                </c:pt>
                <c:pt idx="48950">
                  <c:v>0.56655092592700385</c:v>
                </c:pt>
                <c:pt idx="48951">
                  <c:v>0.56656249999650754</c:v>
                </c:pt>
                <c:pt idx="48952">
                  <c:v>0.56657407407328719</c:v>
                </c:pt>
                <c:pt idx="48953">
                  <c:v>0.56658564814279089</c:v>
                </c:pt>
                <c:pt idx="48954">
                  <c:v>0.56659722221957054</c:v>
                </c:pt>
                <c:pt idx="48955">
                  <c:v>0.56660879629635019</c:v>
                </c:pt>
                <c:pt idx="48956">
                  <c:v>0.56662037036585389</c:v>
                </c:pt>
                <c:pt idx="48957">
                  <c:v>0.56663194444263354</c:v>
                </c:pt>
                <c:pt idx="48958">
                  <c:v>0.56664351851941319</c:v>
                </c:pt>
                <c:pt idx="48959">
                  <c:v>0.56665509258891689</c:v>
                </c:pt>
                <c:pt idx="48960">
                  <c:v>0.56666666666569654</c:v>
                </c:pt>
                <c:pt idx="48961">
                  <c:v>0.56667824073520023</c:v>
                </c:pt>
                <c:pt idx="48962">
                  <c:v>0.56668981481197989</c:v>
                </c:pt>
                <c:pt idx="48963">
                  <c:v>0.56670138888875954</c:v>
                </c:pt>
                <c:pt idx="48964">
                  <c:v>0.56671296295826323</c:v>
                </c:pt>
                <c:pt idx="48965">
                  <c:v>0.56672453703504289</c:v>
                </c:pt>
                <c:pt idx="48966">
                  <c:v>0.56673611111182254</c:v>
                </c:pt>
                <c:pt idx="48967">
                  <c:v>0.56674768518132623</c:v>
                </c:pt>
                <c:pt idx="48968">
                  <c:v>0.56675925925810589</c:v>
                </c:pt>
                <c:pt idx="48969">
                  <c:v>0.56677083332760958</c:v>
                </c:pt>
                <c:pt idx="48970">
                  <c:v>0.56678240740438923</c:v>
                </c:pt>
                <c:pt idx="48971">
                  <c:v>0.56679398148116888</c:v>
                </c:pt>
                <c:pt idx="48972">
                  <c:v>0.56680555555067258</c:v>
                </c:pt>
                <c:pt idx="48973">
                  <c:v>0.56681712962745223</c:v>
                </c:pt>
                <c:pt idx="48974">
                  <c:v>0.56682870370423188</c:v>
                </c:pt>
                <c:pt idx="48975">
                  <c:v>0.56684027777373558</c:v>
                </c:pt>
                <c:pt idx="48976">
                  <c:v>0.56685185185051523</c:v>
                </c:pt>
                <c:pt idx="48977">
                  <c:v>0.56686342592001893</c:v>
                </c:pt>
                <c:pt idx="48978">
                  <c:v>0.56687499999679858</c:v>
                </c:pt>
                <c:pt idx="48979">
                  <c:v>0.56688657407357823</c:v>
                </c:pt>
                <c:pt idx="48980">
                  <c:v>0.56689814814308193</c:v>
                </c:pt>
                <c:pt idx="48981">
                  <c:v>0.56690972221986158</c:v>
                </c:pt>
                <c:pt idx="48982">
                  <c:v>0.56692129629664123</c:v>
                </c:pt>
                <c:pt idx="48983">
                  <c:v>0.56693287036614493</c:v>
                </c:pt>
                <c:pt idx="48984">
                  <c:v>0.56694444444292458</c:v>
                </c:pt>
                <c:pt idx="48985">
                  <c:v>0.56695601851970423</c:v>
                </c:pt>
                <c:pt idx="48986">
                  <c:v>0.56696759258920792</c:v>
                </c:pt>
                <c:pt idx="48987">
                  <c:v>0.56697916666598758</c:v>
                </c:pt>
                <c:pt idx="48988">
                  <c:v>0.56699074073549127</c:v>
                </c:pt>
                <c:pt idx="48989">
                  <c:v>0.56700231481227092</c:v>
                </c:pt>
                <c:pt idx="48990">
                  <c:v>0.56701388888905058</c:v>
                </c:pt>
                <c:pt idx="48991">
                  <c:v>0.56702546295855427</c:v>
                </c:pt>
                <c:pt idx="48992">
                  <c:v>0.56703703703533392</c:v>
                </c:pt>
                <c:pt idx="48993">
                  <c:v>0.56704861111211358</c:v>
                </c:pt>
                <c:pt idx="48994">
                  <c:v>0.56706018518161727</c:v>
                </c:pt>
                <c:pt idx="48995">
                  <c:v>0.56707175925839692</c:v>
                </c:pt>
                <c:pt idx="48996">
                  <c:v>0.56708333332790062</c:v>
                </c:pt>
                <c:pt idx="48997">
                  <c:v>0.56709490740468027</c:v>
                </c:pt>
                <c:pt idx="48998">
                  <c:v>0.56710648148145992</c:v>
                </c:pt>
                <c:pt idx="48999">
                  <c:v>0.56711805555096362</c:v>
                </c:pt>
                <c:pt idx="49000">
                  <c:v>0.56712962962774327</c:v>
                </c:pt>
                <c:pt idx="49001">
                  <c:v>0.56714120370452292</c:v>
                </c:pt>
                <c:pt idx="49002">
                  <c:v>0.56715277777402662</c:v>
                </c:pt>
                <c:pt idx="49003">
                  <c:v>0.56716435185080627</c:v>
                </c:pt>
                <c:pt idx="49004">
                  <c:v>0.56717592592030996</c:v>
                </c:pt>
                <c:pt idx="49005">
                  <c:v>0.56718749999708962</c:v>
                </c:pt>
                <c:pt idx="49006">
                  <c:v>0.56719907407386927</c:v>
                </c:pt>
                <c:pt idx="49007">
                  <c:v>0.56721064814337296</c:v>
                </c:pt>
                <c:pt idx="49008">
                  <c:v>0.56722222222015262</c:v>
                </c:pt>
                <c:pt idx="49009">
                  <c:v>0.56723379629693227</c:v>
                </c:pt>
                <c:pt idx="49010">
                  <c:v>0.56724537036643596</c:v>
                </c:pt>
                <c:pt idx="49011">
                  <c:v>0.56725694444321562</c:v>
                </c:pt>
                <c:pt idx="49012">
                  <c:v>0.56726851851271931</c:v>
                </c:pt>
                <c:pt idx="49013">
                  <c:v>0.56728009258949896</c:v>
                </c:pt>
                <c:pt idx="49014">
                  <c:v>0.56729166666627862</c:v>
                </c:pt>
                <c:pt idx="49015">
                  <c:v>0.56730324073578231</c:v>
                </c:pt>
                <c:pt idx="49016">
                  <c:v>0.56731481481256196</c:v>
                </c:pt>
                <c:pt idx="49017">
                  <c:v>0.56732638888934162</c:v>
                </c:pt>
                <c:pt idx="49018">
                  <c:v>0.56733796295884531</c:v>
                </c:pt>
                <c:pt idx="49019">
                  <c:v>0.56734953703562496</c:v>
                </c:pt>
                <c:pt idx="49020">
                  <c:v>0.56736111111240461</c:v>
                </c:pt>
                <c:pt idx="49021">
                  <c:v>0.56737268518190831</c:v>
                </c:pt>
                <c:pt idx="49022">
                  <c:v>0.56738425925868796</c:v>
                </c:pt>
                <c:pt idx="49023">
                  <c:v>0.56739583332819166</c:v>
                </c:pt>
                <c:pt idx="49024">
                  <c:v>0.56740740740497131</c:v>
                </c:pt>
                <c:pt idx="49025">
                  <c:v>0.56741898148175096</c:v>
                </c:pt>
                <c:pt idx="49026">
                  <c:v>0.56743055555125466</c:v>
                </c:pt>
                <c:pt idx="49027">
                  <c:v>0.56744212962803431</c:v>
                </c:pt>
                <c:pt idx="49028">
                  <c:v>0.56745370370481396</c:v>
                </c:pt>
                <c:pt idx="49029">
                  <c:v>0.56746527777431766</c:v>
                </c:pt>
                <c:pt idx="49030">
                  <c:v>0.56747685185109731</c:v>
                </c:pt>
                <c:pt idx="49031">
                  <c:v>0.567488425920601</c:v>
                </c:pt>
                <c:pt idx="49032">
                  <c:v>0.56749999999738066</c:v>
                </c:pt>
                <c:pt idx="49033">
                  <c:v>0.56751157407416031</c:v>
                </c:pt>
                <c:pt idx="49034">
                  <c:v>0.567523148143664</c:v>
                </c:pt>
                <c:pt idx="49035">
                  <c:v>0.56753472222044365</c:v>
                </c:pt>
                <c:pt idx="49036">
                  <c:v>0.56754629629722331</c:v>
                </c:pt>
                <c:pt idx="49037">
                  <c:v>0.567557870366727</c:v>
                </c:pt>
                <c:pt idx="49038">
                  <c:v>0.56756944444350665</c:v>
                </c:pt>
                <c:pt idx="49039">
                  <c:v>0.56758101851301035</c:v>
                </c:pt>
                <c:pt idx="49040">
                  <c:v>0.56759259258979</c:v>
                </c:pt>
                <c:pt idx="49041">
                  <c:v>0.56760416666656965</c:v>
                </c:pt>
                <c:pt idx="49042">
                  <c:v>0.56761574073607335</c:v>
                </c:pt>
                <c:pt idx="49043">
                  <c:v>0.567627314812853</c:v>
                </c:pt>
                <c:pt idx="49044">
                  <c:v>0.56763888888963265</c:v>
                </c:pt>
                <c:pt idx="49045">
                  <c:v>0.56765046295913635</c:v>
                </c:pt>
                <c:pt idx="49046">
                  <c:v>0.567662037035916</c:v>
                </c:pt>
                <c:pt idx="49047">
                  <c:v>0.5676736111054197</c:v>
                </c:pt>
                <c:pt idx="49048">
                  <c:v>0.56768518518219935</c:v>
                </c:pt>
                <c:pt idx="49049">
                  <c:v>0.567696759258979</c:v>
                </c:pt>
                <c:pt idx="49050">
                  <c:v>0.56770833332848269</c:v>
                </c:pt>
                <c:pt idx="49051">
                  <c:v>0.56771990740526235</c:v>
                </c:pt>
                <c:pt idx="49052">
                  <c:v>0.567731481482042</c:v>
                </c:pt>
                <c:pt idx="49053">
                  <c:v>0.56774305555154569</c:v>
                </c:pt>
                <c:pt idx="49054">
                  <c:v>0.56775462962832535</c:v>
                </c:pt>
                <c:pt idx="49055">
                  <c:v>0.56776620369782904</c:v>
                </c:pt>
                <c:pt idx="49056">
                  <c:v>0.56777777777460869</c:v>
                </c:pt>
                <c:pt idx="49057">
                  <c:v>0.56778935185138835</c:v>
                </c:pt>
                <c:pt idx="49058">
                  <c:v>0.56780092592089204</c:v>
                </c:pt>
                <c:pt idx="49059">
                  <c:v>0.56781249999767169</c:v>
                </c:pt>
                <c:pt idx="49060">
                  <c:v>0.56782407407445135</c:v>
                </c:pt>
                <c:pt idx="49061">
                  <c:v>0.56783564814395504</c:v>
                </c:pt>
                <c:pt idx="49062">
                  <c:v>0.56784722222073469</c:v>
                </c:pt>
                <c:pt idx="49063">
                  <c:v>0.56785879629751435</c:v>
                </c:pt>
                <c:pt idx="49064">
                  <c:v>0.56787037036701804</c:v>
                </c:pt>
                <c:pt idx="49065">
                  <c:v>0.56788194444379769</c:v>
                </c:pt>
                <c:pt idx="49066">
                  <c:v>0.56789351851330139</c:v>
                </c:pt>
                <c:pt idx="49067">
                  <c:v>0.56790509259008104</c:v>
                </c:pt>
                <c:pt idx="49068">
                  <c:v>0.56791666666686069</c:v>
                </c:pt>
                <c:pt idx="49069">
                  <c:v>0.56792824073636439</c:v>
                </c:pt>
                <c:pt idx="49070">
                  <c:v>0.56793981481314404</c:v>
                </c:pt>
                <c:pt idx="49071">
                  <c:v>0.56795138888992369</c:v>
                </c:pt>
                <c:pt idx="49072">
                  <c:v>0.56796296295942739</c:v>
                </c:pt>
                <c:pt idx="49073">
                  <c:v>0.56797453703620704</c:v>
                </c:pt>
                <c:pt idx="49074">
                  <c:v>0.56798611110571073</c:v>
                </c:pt>
                <c:pt idx="49075">
                  <c:v>0.56799768518249039</c:v>
                </c:pt>
                <c:pt idx="49076">
                  <c:v>0.56800925925927004</c:v>
                </c:pt>
                <c:pt idx="49077">
                  <c:v>0.56802083332877373</c:v>
                </c:pt>
                <c:pt idx="49078">
                  <c:v>0.56803240740555339</c:v>
                </c:pt>
                <c:pt idx="49079">
                  <c:v>0.56804398148233304</c:v>
                </c:pt>
                <c:pt idx="49080">
                  <c:v>0.56805555555183673</c:v>
                </c:pt>
                <c:pt idx="49081">
                  <c:v>0.56806712962861639</c:v>
                </c:pt>
                <c:pt idx="49082">
                  <c:v>0.56807870369812008</c:v>
                </c:pt>
                <c:pt idx="49083">
                  <c:v>0.56809027777489973</c:v>
                </c:pt>
                <c:pt idx="49084">
                  <c:v>0.56810185185167938</c:v>
                </c:pt>
                <c:pt idx="49085">
                  <c:v>0.56811342592118308</c:v>
                </c:pt>
                <c:pt idx="49086">
                  <c:v>0.56812499999796273</c:v>
                </c:pt>
                <c:pt idx="49087">
                  <c:v>0.56813657407474238</c:v>
                </c:pt>
                <c:pt idx="49088">
                  <c:v>0.56814814814424608</c:v>
                </c:pt>
                <c:pt idx="49089">
                  <c:v>0.56815972222102573</c:v>
                </c:pt>
                <c:pt idx="49090">
                  <c:v>0.56817129629052943</c:v>
                </c:pt>
                <c:pt idx="49091">
                  <c:v>0.56818287036730908</c:v>
                </c:pt>
                <c:pt idx="49092">
                  <c:v>0.56819444444408873</c:v>
                </c:pt>
                <c:pt idx="49093">
                  <c:v>0.56820601851359243</c:v>
                </c:pt>
                <c:pt idx="49094">
                  <c:v>0.56821759259037208</c:v>
                </c:pt>
                <c:pt idx="49095">
                  <c:v>0.56822916666715173</c:v>
                </c:pt>
                <c:pt idx="49096">
                  <c:v>0.56824074073665543</c:v>
                </c:pt>
                <c:pt idx="49097">
                  <c:v>0.56825231481343508</c:v>
                </c:pt>
                <c:pt idx="49098">
                  <c:v>0.56826388889021473</c:v>
                </c:pt>
                <c:pt idx="49099">
                  <c:v>0.56827546295971842</c:v>
                </c:pt>
                <c:pt idx="49100">
                  <c:v>0.56828703703649808</c:v>
                </c:pt>
                <c:pt idx="49101">
                  <c:v>0.56829861110600177</c:v>
                </c:pt>
                <c:pt idx="49102">
                  <c:v>0.56831018518278142</c:v>
                </c:pt>
                <c:pt idx="49103">
                  <c:v>0.56832175925956108</c:v>
                </c:pt>
                <c:pt idx="49104">
                  <c:v>0.56833333332906477</c:v>
                </c:pt>
                <c:pt idx="49105">
                  <c:v>0.56834490740584442</c:v>
                </c:pt>
                <c:pt idx="49106">
                  <c:v>0.56835648148262408</c:v>
                </c:pt>
                <c:pt idx="49107">
                  <c:v>0.56836805555212777</c:v>
                </c:pt>
                <c:pt idx="49108">
                  <c:v>0.56837962962890742</c:v>
                </c:pt>
                <c:pt idx="49109">
                  <c:v>0.56839120369841112</c:v>
                </c:pt>
                <c:pt idx="49110">
                  <c:v>0.56840277777519077</c:v>
                </c:pt>
                <c:pt idx="49111">
                  <c:v>0.56841435185197042</c:v>
                </c:pt>
                <c:pt idx="49112">
                  <c:v>0.56842592592147412</c:v>
                </c:pt>
                <c:pt idx="49113">
                  <c:v>0.56843749999825377</c:v>
                </c:pt>
                <c:pt idx="49114">
                  <c:v>0.56844907407503342</c:v>
                </c:pt>
                <c:pt idx="49115">
                  <c:v>0.56846064814453712</c:v>
                </c:pt>
                <c:pt idx="49116">
                  <c:v>0.56847222222131677</c:v>
                </c:pt>
                <c:pt idx="49117">
                  <c:v>0.56848379629082046</c:v>
                </c:pt>
                <c:pt idx="49118">
                  <c:v>0.56849537036760012</c:v>
                </c:pt>
                <c:pt idx="49119">
                  <c:v>0.56850694444437977</c:v>
                </c:pt>
                <c:pt idx="49120">
                  <c:v>0.56851851851388346</c:v>
                </c:pt>
                <c:pt idx="49121">
                  <c:v>0.56853009259066312</c:v>
                </c:pt>
                <c:pt idx="49122">
                  <c:v>0.56854166666744277</c:v>
                </c:pt>
                <c:pt idx="49123">
                  <c:v>0.56855324073694646</c:v>
                </c:pt>
                <c:pt idx="49124">
                  <c:v>0.56856481481372612</c:v>
                </c:pt>
                <c:pt idx="49125">
                  <c:v>0.56857638888322981</c:v>
                </c:pt>
                <c:pt idx="49126">
                  <c:v>0.56858796296000946</c:v>
                </c:pt>
                <c:pt idx="49127">
                  <c:v>0.56859953703678912</c:v>
                </c:pt>
                <c:pt idx="49128">
                  <c:v>0.56861111110629281</c:v>
                </c:pt>
                <c:pt idx="49129">
                  <c:v>0.56862268518307246</c:v>
                </c:pt>
                <c:pt idx="49130">
                  <c:v>0.56863425925985212</c:v>
                </c:pt>
                <c:pt idx="49131">
                  <c:v>0.56864583332935581</c:v>
                </c:pt>
                <c:pt idx="49132">
                  <c:v>0.56865740740613546</c:v>
                </c:pt>
                <c:pt idx="49133">
                  <c:v>0.56866898147563916</c:v>
                </c:pt>
                <c:pt idx="49134">
                  <c:v>0.56868055555241881</c:v>
                </c:pt>
                <c:pt idx="49135">
                  <c:v>0.56869212962919846</c:v>
                </c:pt>
                <c:pt idx="49136">
                  <c:v>0.56870370369870216</c:v>
                </c:pt>
                <c:pt idx="49137">
                  <c:v>0.56871527777548181</c:v>
                </c:pt>
                <c:pt idx="49138">
                  <c:v>0.56872685185226146</c:v>
                </c:pt>
                <c:pt idx="49139">
                  <c:v>0.56873842592176516</c:v>
                </c:pt>
                <c:pt idx="49140">
                  <c:v>0.56874999999854481</c:v>
                </c:pt>
                <c:pt idx="49141">
                  <c:v>0.56876157407532446</c:v>
                </c:pt>
                <c:pt idx="49142">
                  <c:v>0.56877314814482816</c:v>
                </c:pt>
                <c:pt idx="49143">
                  <c:v>0.56878472222160781</c:v>
                </c:pt>
                <c:pt idx="49144">
                  <c:v>0.5687962962911115</c:v>
                </c:pt>
                <c:pt idx="49145">
                  <c:v>0.56880787036789116</c:v>
                </c:pt>
                <c:pt idx="49146">
                  <c:v>0.56881944444467081</c:v>
                </c:pt>
                <c:pt idx="49147">
                  <c:v>0.5688310185141745</c:v>
                </c:pt>
                <c:pt idx="49148">
                  <c:v>0.56884259259095415</c:v>
                </c:pt>
                <c:pt idx="49149">
                  <c:v>0.56885416666773381</c:v>
                </c:pt>
                <c:pt idx="49150">
                  <c:v>0.5688657407372375</c:v>
                </c:pt>
                <c:pt idx="49151">
                  <c:v>0.56887731481401715</c:v>
                </c:pt>
                <c:pt idx="49152">
                  <c:v>0.56888888888352085</c:v>
                </c:pt>
                <c:pt idx="49153">
                  <c:v>0.5689004629603005</c:v>
                </c:pt>
                <c:pt idx="49154">
                  <c:v>0.56891203703708015</c:v>
                </c:pt>
                <c:pt idx="49155">
                  <c:v>0.56892361110658385</c:v>
                </c:pt>
                <c:pt idx="49156">
                  <c:v>0.5689351851833635</c:v>
                </c:pt>
                <c:pt idx="49157">
                  <c:v>0.56894675926014315</c:v>
                </c:pt>
                <c:pt idx="49158">
                  <c:v>0.56895833332964685</c:v>
                </c:pt>
                <c:pt idx="49159">
                  <c:v>0.5689699074064265</c:v>
                </c:pt>
                <c:pt idx="49160">
                  <c:v>0.5689814814759302</c:v>
                </c:pt>
                <c:pt idx="49161">
                  <c:v>0.56899305555270985</c:v>
                </c:pt>
                <c:pt idx="49162">
                  <c:v>0.5690046296294895</c:v>
                </c:pt>
                <c:pt idx="49163">
                  <c:v>0.56901620369899319</c:v>
                </c:pt>
                <c:pt idx="49164">
                  <c:v>0.56902777777577285</c:v>
                </c:pt>
                <c:pt idx="49165">
                  <c:v>0.5690393518525525</c:v>
                </c:pt>
                <c:pt idx="49166">
                  <c:v>0.56905092592205619</c:v>
                </c:pt>
                <c:pt idx="49167">
                  <c:v>0.56906249999883585</c:v>
                </c:pt>
                <c:pt idx="49168">
                  <c:v>0.56907407406833954</c:v>
                </c:pt>
                <c:pt idx="49169">
                  <c:v>0.56908564814511919</c:v>
                </c:pt>
                <c:pt idx="49170">
                  <c:v>0.56909722222189885</c:v>
                </c:pt>
                <c:pt idx="49171">
                  <c:v>0.56910879629140254</c:v>
                </c:pt>
                <c:pt idx="49172">
                  <c:v>0.56912037036818219</c:v>
                </c:pt>
                <c:pt idx="49173">
                  <c:v>0.56913194444496185</c:v>
                </c:pt>
                <c:pt idx="49174">
                  <c:v>0.56914351851446554</c:v>
                </c:pt>
                <c:pt idx="49175">
                  <c:v>0.56915509259124519</c:v>
                </c:pt>
                <c:pt idx="49176">
                  <c:v>0.56916666666074889</c:v>
                </c:pt>
                <c:pt idx="49177">
                  <c:v>0.56917824073752854</c:v>
                </c:pt>
                <c:pt idx="49178">
                  <c:v>0.56918981481430819</c:v>
                </c:pt>
                <c:pt idx="49179">
                  <c:v>0.56920138888381189</c:v>
                </c:pt>
                <c:pt idx="49180">
                  <c:v>0.56921296296059154</c:v>
                </c:pt>
                <c:pt idx="49181">
                  <c:v>0.56922453703737119</c:v>
                </c:pt>
                <c:pt idx="49182">
                  <c:v>0.56923611110687489</c:v>
                </c:pt>
                <c:pt idx="49183">
                  <c:v>0.56924768518365454</c:v>
                </c:pt>
                <c:pt idx="49184">
                  <c:v>0.56925925926043419</c:v>
                </c:pt>
                <c:pt idx="49185">
                  <c:v>0.56927083332993789</c:v>
                </c:pt>
                <c:pt idx="49186">
                  <c:v>0.56928240740671754</c:v>
                </c:pt>
                <c:pt idx="49187">
                  <c:v>0.56929398147622123</c:v>
                </c:pt>
                <c:pt idx="49188">
                  <c:v>0.56930555555300089</c:v>
                </c:pt>
                <c:pt idx="49189">
                  <c:v>0.56931712962978054</c:v>
                </c:pt>
                <c:pt idx="49190">
                  <c:v>0.56932870369928423</c:v>
                </c:pt>
                <c:pt idx="49191">
                  <c:v>0.56934027777606389</c:v>
                </c:pt>
                <c:pt idx="49192">
                  <c:v>0.56935185185284354</c:v>
                </c:pt>
                <c:pt idx="49193">
                  <c:v>0.56936342592234723</c:v>
                </c:pt>
                <c:pt idx="49194">
                  <c:v>0.56937499999912689</c:v>
                </c:pt>
                <c:pt idx="49195">
                  <c:v>0.56938657406863058</c:v>
                </c:pt>
                <c:pt idx="49196">
                  <c:v>0.56939814814541023</c:v>
                </c:pt>
                <c:pt idx="49197">
                  <c:v>0.56940972222218988</c:v>
                </c:pt>
                <c:pt idx="49198">
                  <c:v>0.56942129629169358</c:v>
                </c:pt>
                <c:pt idx="49199">
                  <c:v>0.56943287036847323</c:v>
                </c:pt>
                <c:pt idx="49200">
                  <c:v>0.56944444444525288</c:v>
                </c:pt>
                <c:pt idx="49201">
                  <c:v>0.56945601851475658</c:v>
                </c:pt>
                <c:pt idx="49202">
                  <c:v>0.56946759259153623</c:v>
                </c:pt>
                <c:pt idx="49203">
                  <c:v>0.56947916666103993</c:v>
                </c:pt>
                <c:pt idx="49204">
                  <c:v>0.56949074073781958</c:v>
                </c:pt>
                <c:pt idx="49205">
                  <c:v>0.56950231481459923</c:v>
                </c:pt>
                <c:pt idx="49206">
                  <c:v>0.56951388888410293</c:v>
                </c:pt>
                <c:pt idx="49207">
                  <c:v>0.56952546296088258</c:v>
                </c:pt>
                <c:pt idx="49208">
                  <c:v>0.56953703703766223</c:v>
                </c:pt>
                <c:pt idx="49209">
                  <c:v>0.56954861110716593</c:v>
                </c:pt>
                <c:pt idx="49210">
                  <c:v>0.56956018518394558</c:v>
                </c:pt>
                <c:pt idx="49211">
                  <c:v>0.56957175925344927</c:v>
                </c:pt>
                <c:pt idx="49212">
                  <c:v>0.56958333333022892</c:v>
                </c:pt>
                <c:pt idx="49213">
                  <c:v>0.56959490740700858</c:v>
                </c:pt>
                <c:pt idx="49214">
                  <c:v>0.56960648147651227</c:v>
                </c:pt>
                <c:pt idx="49215">
                  <c:v>0.56961805555329192</c:v>
                </c:pt>
                <c:pt idx="49216">
                  <c:v>0.56962962963007158</c:v>
                </c:pt>
                <c:pt idx="49217">
                  <c:v>0.56964120369957527</c:v>
                </c:pt>
                <c:pt idx="49218">
                  <c:v>0.56965277777635492</c:v>
                </c:pt>
                <c:pt idx="49219">
                  <c:v>0.56966435185313458</c:v>
                </c:pt>
                <c:pt idx="49220">
                  <c:v>0.56967592592263827</c:v>
                </c:pt>
                <c:pt idx="49221">
                  <c:v>0.56968749999941792</c:v>
                </c:pt>
                <c:pt idx="49222">
                  <c:v>0.56969907406892162</c:v>
                </c:pt>
                <c:pt idx="49223">
                  <c:v>0.56971064814570127</c:v>
                </c:pt>
                <c:pt idx="49224">
                  <c:v>0.56972222222248092</c:v>
                </c:pt>
                <c:pt idx="49225">
                  <c:v>0.56973379629198462</c:v>
                </c:pt>
                <c:pt idx="49226">
                  <c:v>0.56974537036876427</c:v>
                </c:pt>
                <c:pt idx="49227">
                  <c:v>0.56975694444554392</c:v>
                </c:pt>
                <c:pt idx="49228">
                  <c:v>0.56976851851504762</c:v>
                </c:pt>
                <c:pt idx="49229">
                  <c:v>0.56978009259182727</c:v>
                </c:pt>
                <c:pt idx="49230">
                  <c:v>0.56979166666133096</c:v>
                </c:pt>
                <c:pt idx="49231">
                  <c:v>0.56980324073811062</c:v>
                </c:pt>
                <c:pt idx="49232">
                  <c:v>0.56981481481489027</c:v>
                </c:pt>
                <c:pt idx="49233">
                  <c:v>0.56982638888439396</c:v>
                </c:pt>
                <c:pt idx="49234">
                  <c:v>0.56983796296117362</c:v>
                </c:pt>
                <c:pt idx="49235">
                  <c:v>0.56984953703795327</c:v>
                </c:pt>
                <c:pt idx="49236">
                  <c:v>0.56986111110745696</c:v>
                </c:pt>
                <c:pt idx="49237">
                  <c:v>0.56987268518423662</c:v>
                </c:pt>
                <c:pt idx="49238">
                  <c:v>0.56988425925374031</c:v>
                </c:pt>
                <c:pt idx="49239">
                  <c:v>0.56989583333051996</c:v>
                </c:pt>
                <c:pt idx="49240">
                  <c:v>0.56990740740729962</c:v>
                </c:pt>
                <c:pt idx="49241">
                  <c:v>0.56991898147680331</c:v>
                </c:pt>
                <c:pt idx="49242">
                  <c:v>0.56993055555358296</c:v>
                </c:pt>
                <c:pt idx="49243">
                  <c:v>0.56994212963036261</c:v>
                </c:pt>
                <c:pt idx="49244">
                  <c:v>0.56995370369986631</c:v>
                </c:pt>
                <c:pt idx="49245">
                  <c:v>0.56996527777664596</c:v>
                </c:pt>
                <c:pt idx="49246">
                  <c:v>0.56997685184614966</c:v>
                </c:pt>
                <c:pt idx="49247">
                  <c:v>0.56998842592292931</c:v>
                </c:pt>
                <c:pt idx="49248">
                  <c:v>0.56999999999970896</c:v>
                </c:pt>
                <c:pt idx="49249">
                  <c:v>0.57001157406921266</c:v>
                </c:pt>
                <c:pt idx="49250">
                  <c:v>0.57002314814599231</c:v>
                </c:pt>
                <c:pt idx="49251">
                  <c:v>0.57003472222277196</c:v>
                </c:pt>
                <c:pt idx="49252">
                  <c:v>0.57004629629227566</c:v>
                </c:pt>
                <c:pt idx="49253">
                  <c:v>0.57005787036905531</c:v>
                </c:pt>
                <c:pt idx="49254">
                  <c:v>0.570069444438559</c:v>
                </c:pt>
                <c:pt idx="49255">
                  <c:v>0.57008101851533866</c:v>
                </c:pt>
                <c:pt idx="49256">
                  <c:v>0.57009259259211831</c:v>
                </c:pt>
                <c:pt idx="49257">
                  <c:v>0.570104166661622</c:v>
                </c:pt>
                <c:pt idx="49258">
                  <c:v>0.57011574073840166</c:v>
                </c:pt>
                <c:pt idx="49259">
                  <c:v>0.57012731481518131</c:v>
                </c:pt>
                <c:pt idx="49260">
                  <c:v>0.570138888884685</c:v>
                </c:pt>
                <c:pt idx="49261">
                  <c:v>0.57015046296146465</c:v>
                </c:pt>
                <c:pt idx="49262">
                  <c:v>0.57016203703824431</c:v>
                </c:pt>
                <c:pt idx="49263">
                  <c:v>0.570173611107748</c:v>
                </c:pt>
                <c:pt idx="49264">
                  <c:v>0.57018518518452765</c:v>
                </c:pt>
                <c:pt idx="49265">
                  <c:v>0.57019675925403135</c:v>
                </c:pt>
                <c:pt idx="49266">
                  <c:v>0.570208333330811</c:v>
                </c:pt>
                <c:pt idx="49267">
                  <c:v>0.57021990740759065</c:v>
                </c:pt>
                <c:pt idx="49268">
                  <c:v>0.57023148147709435</c:v>
                </c:pt>
                <c:pt idx="49269">
                  <c:v>0.570243055553874</c:v>
                </c:pt>
                <c:pt idx="49270">
                  <c:v>0.57025462963065365</c:v>
                </c:pt>
                <c:pt idx="49271">
                  <c:v>0.57026620370015735</c:v>
                </c:pt>
                <c:pt idx="49272">
                  <c:v>0.570277777776937</c:v>
                </c:pt>
                <c:pt idx="49273">
                  <c:v>0.5702893518464407</c:v>
                </c:pt>
                <c:pt idx="49274">
                  <c:v>0.57030092592322035</c:v>
                </c:pt>
                <c:pt idx="49275">
                  <c:v>0.5703125</c:v>
                </c:pt>
                <c:pt idx="49276">
                  <c:v>0.57032407406950369</c:v>
                </c:pt>
                <c:pt idx="49277">
                  <c:v>0.57033564814628335</c:v>
                </c:pt>
                <c:pt idx="49278">
                  <c:v>0.570347222223063</c:v>
                </c:pt>
                <c:pt idx="49279">
                  <c:v>0.57035879629256669</c:v>
                </c:pt>
                <c:pt idx="49280">
                  <c:v>0.57037037036934635</c:v>
                </c:pt>
                <c:pt idx="49281">
                  <c:v>0.57038194443885004</c:v>
                </c:pt>
                <c:pt idx="49282">
                  <c:v>0.57039351851562969</c:v>
                </c:pt>
                <c:pt idx="49283">
                  <c:v>0.57040509259240935</c:v>
                </c:pt>
                <c:pt idx="49284">
                  <c:v>0.57041666666191304</c:v>
                </c:pt>
                <c:pt idx="49285">
                  <c:v>0.57042824073869269</c:v>
                </c:pt>
                <c:pt idx="49286">
                  <c:v>0.57043981481547235</c:v>
                </c:pt>
                <c:pt idx="49287">
                  <c:v>0.57045138888497604</c:v>
                </c:pt>
                <c:pt idx="49288">
                  <c:v>0.57046296296175569</c:v>
                </c:pt>
                <c:pt idx="49289">
                  <c:v>0.57047453703125939</c:v>
                </c:pt>
                <c:pt idx="49290">
                  <c:v>0.57048611110803904</c:v>
                </c:pt>
                <c:pt idx="49291">
                  <c:v>0.57049768518481869</c:v>
                </c:pt>
                <c:pt idx="49292">
                  <c:v>0.57050925925432239</c:v>
                </c:pt>
                <c:pt idx="49293">
                  <c:v>0.57052083333110204</c:v>
                </c:pt>
                <c:pt idx="49294">
                  <c:v>0.57053240740788169</c:v>
                </c:pt>
                <c:pt idx="49295">
                  <c:v>0.57054398147738539</c:v>
                </c:pt>
                <c:pt idx="49296">
                  <c:v>0.57055555555416504</c:v>
                </c:pt>
                <c:pt idx="49297">
                  <c:v>0.57056712963094469</c:v>
                </c:pt>
                <c:pt idx="49298">
                  <c:v>0.57057870370044839</c:v>
                </c:pt>
                <c:pt idx="49299">
                  <c:v>0.57059027777722804</c:v>
                </c:pt>
                <c:pt idx="49300">
                  <c:v>0.57060185184673173</c:v>
                </c:pt>
                <c:pt idx="49301">
                  <c:v>0.57061342592351139</c:v>
                </c:pt>
                <c:pt idx="49302">
                  <c:v>0.57062500000029104</c:v>
                </c:pt>
                <c:pt idx="49303">
                  <c:v>0.57063657406979473</c:v>
                </c:pt>
                <c:pt idx="49304">
                  <c:v>0.57064814814657439</c:v>
                </c:pt>
                <c:pt idx="49305">
                  <c:v>0.57065972222335404</c:v>
                </c:pt>
                <c:pt idx="49306">
                  <c:v>0.57067129629285773</c:v>
                </c:pt>
                <c:pt idx="49307">
                  <c:v>0.57068287036963739</c:v>
                </c:pt>
                <c:pt idx="49308">
                  <c:v>0.57069444443914108</c:v>
                </c:pt>
                <c:pt idx="49309">
                  <c:v>0.57070601851592073</c:v>
                </c:pt>
                <c:pt idx="49310">
                  <c:v>0.57071759259270038</c:v>
                </c:pt>
                <c:pt idx="49311">
                  <c:v>0.57072916666220408</c:v>
                </c:pt>
                <c:pt idx="49312">
                  <c:v>0.57074074073898373</c:v>
                </c:pt>
                <c:pt idx="49313">
                  <c:v>0.57075231481576338</c:v>
                </c:pt>
                <c:pt idx="49314">
                  <c:v>0.57076388888526708</c:v>
                </c:pt>
                <c:pt idx="49315">
                  <c:v>0.57077546296204673</c:v>
                </c:pt>
                <c:pt idx="49316">
                  <c:v>0.57078703703155043</c:v>
                </c:pt>
                <c:pt idx="49317">
                  <c:v>0.57079861110833008</c:v>
                </c:pt>
                <c:pt idx="49318">
                  <c:v>0.57081018518510973</c:v>
                </c:pt>
                <c:pt idx="49319">
                  <c:v>0.57082175925461343</c:v>
                </c:pt>
                <c:pt idx="49320">
                  <c:v>0.57083333333139308</c:v>
                </c:pt>
                <c:pt idx="49321">
                  <c:v>0.57084490740817273</c:v>
                </c:pt>
                <c:pt idx="49322">
                  <c:v>0.57085648147767643</c:v>
                </c:pt>
                <c:pt idx="49323">
                  <c:v>0.57086805555445608</c:v>
                </c:pt>
                <c:pt idx="49324">
                  <c:v>0.57087962962395977</c:v>
                </c:pt>
                <c:pt idx="49325">
                  <c:v>0.57089120370073942</c:v>
                </c:pt>
                <c:pt idx="49326">
                  <c:v>0.57090277777751908</c:v>
                </c:pt>
                <c:pt idx="49327">
                  <c:v>0.57091435184702277</c:v>
                </c:pt>
                <c:pt idx="49328">
                  <c:v>0.57092592592380242</c:v>
                </c:pt>
                <c:pt idx="49329">
                  <c:v>0.57093750000058208</c:v>
                </c:pt>
                <c:pt idx="49330">
                  <c:v>0.57094907407008577</c:v>
                </c:pt>
                <c:pt idx="49331">
                  <c:v>0.57096064814686542</c:v>
                </c:pt>
                <c:pt idx="49332">
                  <c:v>0.57097222221636912</c:v>
                </c:pt>
                <c:pt idx="49333">
                  <c:v>0.57098379629314877</c:v>
                </c:pt>
                <c:pt idx="49334">
                  <c:v>0.57099537036992842</c:v>
                </c:pt>
                <c:pt idx="49335">
                  <c:v>0.57100694443943212</c:v>
                </c:pt>
                <c:pt idx="49336">
                  <c:v>0.57101851851621177</c:v>
                </c:pt>
                <c:pt idx="49337">
                  <c:v>0.57103009259299142</c:v>
                </c:pt>
                <c:pt idx="49338">
                  <c:v>0.57104166666249512</c:v>
                </c:pt>
                <c:pt idx="49339">
                  <c:v>0.57105324073927477</c:v>
                </c:pt>
                <c:pt idx="49340">
                  <c:v>0.57106481481605442</c:v>
                </c:pt>
                <c:pt idx="49341">
                  <c:v>0.57107638888555812</c:v>
                </c:pt>
                <c:pt idx="49342">
                  <c:v>0.57108796296233777</c:v>
                </c:pt>
                <c:pt idx="49343">
                  <c:v>0.57109953703184146</c:v>
                </c:pt>
                <c:pt idx="49344">
                  <c:v>0.57111111110862112</c:v>
                </c:pt>
                <c:pt idx="49345">
                  <c:v>0.57112268518540077</c:v>
                </c:pt>
                <c:pt idx="49346">
                  <c:v>0.57113425925490446</c:v>
                </c:pt>
                <c:pt idx="49347">
                  <c:v>0.57114583333168412</c:v>
                </c:pt>
                <c:pt idx="49348">
                  <c:v>0.57115740740846377</c:v>
                </c:pt>
                <c:pt idx="49349">
                  <c:v>0.57116898147796746</c:v>
                </c:pt>
                <c:pt idx="49350">
                  <c:v>0.57118055555474712</c:v>
                </c:pt>
                <c:pt idx="49351">
                  <c:v>0.57119212962425081</c:v>
                </c:pt>
                <c:pt idx="49352">
                  <c:v>0.57120370370103046</c:v>
                </c:pt>
                <c:pt idx="49353">
                  <c:v>0.57121527777781012</c:v>
                </c:pt>
                <c:pt idx="49354">
                  <c:v>0.57122685184731381</c:v>
                </c:pt>
                <c:pt idx="49355">
                  <c:v>0.57123842592409346</c:v>
                </c:pt>
                <c:pt idx="49356">
                  <c:v>0.57125000000087311</c:v>
                </c:pt>
                <c:pt idx="49357">
                  <c:v>0.57126157407037681</c:v>
                </c:pt>
                <c:pt idx="49358">
                  <c:v>0.57127314814715646</c:v>
                </c:pt>
                <c:pt idx="49359">
                  <c:v>0.57128472221666016</c:v>
                </c:pt>
                <c:pt idx="49360">
                  <c:v>0.57129629629343981</c:v>
                </c:pt>
                <c:pt idx="49361">
                  <c:v>0.57130787037021946</c:v>
                </c:pt>
                <c:pt idx="49362">
                  <c:v>0.57131944443972316</c:v>
                </c:pt>
                <c:pt idx="49363">
                  <c:v>0.57133101851650281</c:v>
                </c:pt>
                <c:pt idx="49364">
                  <c:v>0.57134259259328246</c:v>
                </c:pt>
                <c:pt idx="49365">
                  <c:v>0.57135416666278616</c:v>
                </c:pt>
                <c:pt idx="49366">
                  <c:v>0.57136574073956581</c:v>
                </c:pt>
                <c:pt idx="49367">
                  <c:v>0.5713773148090695</c:v>
                </c:pt>
                <c:pt idx="49368">
                  <c:v>0.57138888888584916</c:v>
                </c:pt>
                <c:pt idx="49369">
                  <c:v>0.57140046296262881</c:v>
                </c:pt>
                <c:pt idx="49370">
                  <c:v>0.5714120370321325</c:v>
                </c:pt>
                <c:pt idx="49371">
                  <c:v>0.57142361110891216</c:v>
                </c:pt>
                <c:pt idx="49372">
                  <c:v>0.57143518518569181</c:v>
                </c:pt>
                <c:pt idx="49373">
                  <c:v>0.5714467592551955</c:v>
                </c:pt>
                <c:pt idx="49374">
                  <c:v>0.57145833333197515</c:v>
                </c:pt>
                <c:pt idx="49375">
                  <c:v>0.57146990740147885</c:v>
                </c:pt>
                <c:pt idx="49376">
                  <c:v>0.5714814814782585</c:v>
                </c:pt>
                <c:pt idx="49377">
                  <c:v>0.57149305555503815</c:v>
                </c:pt>
                <c:pt idx="49378">
                  <c:v>0.57150462962454185</c:v>
                </c:pt>
                <c:pt idx="49379">
                  <c:v>0.5715162037013215</c:v>
                </c:pt>
                <c:pt idx="49380">
                  <c:v>0.57152777777810115</c:v>
                </c:pt>
                <c:pt idx="49381">
                  <c:v>0.57153935184760485</c:v>
                </c:pt>
                <c:pt idx="49382">
                  <c:v>0.5715509259243845</c:v>
                </c:pt>
                <c:pt idx="49383">
                  <c:v>0.57156250000116415</c:v>
                </c:pt>
                <c:pt idx="49384">
                  <c:v>0.57157407407066785</c:v>
                </c:pt>
                <c:pt idx="49385">
                  <c:v>0.5715856481474475</c:v>
                </c:pt>
                <c:pt idx="49386">
                  <c:v>0.5715972222169512</c:v>
                </c:pt>
                <c:pt idx="49387">
                  <c:v>0.57160879629373085</c:v>
                </c:pt>
                <c:pt idx="49388">
                  <c:v>0.5716203703705105</c:v>
                </c:pt>
                <c:pt idx="49389">
                  <c:v>0.57163194444001419</c:v>
                </c:pt>
                <c:pt idx="49390">
                  <c:v>0.57164351851679385</c:v>
                </c:pt>
                <c:pt idx="49391">
                  <c:v>0.5716550925935735</c:v>
                </c:pt>
                <c:pt idx="49392">
                  <c:v>0.57166666666307719</c:v>
                </c:pt>
                <c:pt idx="49393">
                  <c:v>0.57167824073985685</c:v>
                </c:pt>
                <c:pt idx="49394">
                  <c:v>0.57168981480936054</c:v>
                </c:pt>
                <c:pt idx="49395">
                  <c:v>0.57170138888614019</c:v>
                </c:pt>
                <c:pt idx="49396">
                  <c:v>0.57171296296291985</c:v>
                </c:pt>
                <c:pt idx="49397">
                  <c:v>0.57172453703242354</c:v>
                </c:pt>
                <c:pt idx="49398">
                  <c:v>0.57173611110920319</c:v>
                </c:pt>
                <c:pt idx="49399">
                  <c:v>0.57174768518598285</c:v>
                </c:pt>
                <c:pt idx="49400">
                  <c:v>0.57175925925548654</c:v>
                </c:pt>
                <c:pt idx="49401">
                  <c:v>0.57177083333226619</c:v>
                </c:pt>
                <c:pt idx="49402">
                  <c:v>0.57178240740176989</c:v>
                </c:pt>
                <c:pt idx="49403">
                  <c:v>0.57179398147854954</c:v>
                </c:pt>
                <c:pt idx="49404">
                  <c:v>0.57180555555532919</c:v>
                </c:pt>
                <c:pt idx="49405">
                  <c:v>0.57181712962483289</c:v>
                </c:pt>
                <c:pt idx="49406">
                  <c:v>0.57182870370161254</c:v>
                </c:pt>
                <c:pt idx="49407">
                  <c:v>0.57184027777839219</c:v>
                </c:pt>
                <c:pt idx="49408">
                  <c:v>0.57185185184789589</c:v>
                </c:pt>
                <c:pt idx="49409">
                  <c:v>0.57186342592467554</c:v>
                </c:pt>
                <c:pt idx="49410">
                  <c:v>0.57187499999417923</c:v>
                </c:pt>
                <c:pt idx="49411">
                  <c:v>0.57188657407095889</c:v>
                </c:pt>
                <c:pt idx="49412">
                  <c:v>0.57189814814773854</c:v>
                </c:pt>
                <c:pt idx="49413">
                  <c:v>0.57190972221724223</c:v>
                </c:pt>
                <c:pt idx="49414">
                  <c:v>0.57192129629402189</c:v>
                </c:pt>
                <c:pt idx="49415">
                  <c:v>0.57193287037080154</c:v>
                </c:pt>
                <c:pt idx="49416">
                  <c:v>0.57194444444030523</c:v>
                </c:pt>
                <c:pt idx="49417">
                  <c:v>0.57195601851708489</c:v>
                </c:pt>
                <c:pt idx="49418">
                  <c:v>0.57196759259386454</c:v>
                </c:pt>
                <c:pt idx="49419">
                  <c:v>0.57197916666336823</c:v>
                </c:pt>
                <c:pt idx="49420">
                  <c:v>0.57199074074014788</c:v>
                </c:pt>
                <c:pt idx="49421">
                  <c:v>0.57200231480965158</c:v>
                </c:pt>
                <c:pt idx="49422">
                  <c:v>0.57201388888643123</c:v>
                </c:pt>
                <c:pt idx="49423">
                  <c:v>0.57202546296321088</c:v>
                </c:pt>
                <c:pt idx="49424">
                  <c:v>0.57203703703271458</c:v>
                </c:pt>
                <c:pt idx="49425">
                  <c:v>0.57204861110949423</c:v>
                </c:pt>
                <c:pt idx="49426">
                  <c:v>0.57206018518627388</c:v>
                </c:pt>
                <c:pt idx="49427">
                  <c:v>0.57207175925577758</c:v>
                </c:pt>
                <c:pt idx="49428">
                  <c:v>0.57208333333255723</c:v>
                </c:pt>
                <c:pt idx="49429">
                  <c:v>0.57209490740206093</c:v>
                </c:pt>
                <c:pt idx="49430">
                  <c:v>0.57210648147884058</c:v>
                </c:pt>
                <c:pt idx="49431">
                  <c:v>0.57211805555562023</c:v>
                </c:pt>
                <c:pt idx="49432">
                  <c:v>0.57212962962512393</c:v>
                </c:pt>
                <c:pt idx="49433">
                  <c:v>0.57214120370190358</c:v>
                </c:pt>
                <c:pt idx="49434">
                  <c:v>0.57215277777868323</c:v>
                </c:pt>
                <c:pt idx="49435">
                  <c:v>0.57216435184818693</c:v>
                </c:pt>
                <c:pt idx="49436">
                  <c:v>0.57217592592496658</c:v>
                </c:pt>
                <c:pt idx="49437">
                  <c:v>0.57218749999447027</c:v>
                </c:pt>
                <c:pt idx="49438">
                  <c:v>0.57219907407124992</c:v>
                </c:pt>
                <c:pt idx="49439">
                  <c:v>0.57221064814802958</c:v>
                </c:pt>
                <c:pt idx="49440">
                  <c:v>0.57222222221753327</c:v>
                </c:pt>
                <c:pt idx="49441">
                  <c:v>0.57223379629431292</c:v>
                </c:pt>
                <c:pt idx="49442">
                  <c:v>0.57224537037109258</c:v>
                </c:pt>
                <c:pt idx="49443">
                  <c:v>0.57225694444059627</c:v>
                </c:pt>
                <c:pt idx="49444">
                  <c:v>0.57226851851737592</c:v>
                </c:pt>
                <c:pt idx="49445">
                  <c:v>0.57228009258687962</c:v>
                </c:pt>
                <c:pt idx="49446">
                  <c:v>0.57229166666365927</c:v>
                </c:pt>
                <c:pt idx="49447">
                  <c:v>0.57230324074043892</c:v>
                </c:pt>
                <c:pt idx="49448">
                  <c:v>0.57231481480994262</c:v>
                </c:pt>
                <c:pt idx="49449">
                  <c:v>0.57232638888672227</c:v>
                </c:pt>
                <c:pt idx="49450">
                  <c:v>0.57233796296350192</c:v>
                </c:pt>
                <c:pt idx="49451">
                  <c:v>0.57234953703300562</c:v>
                </c:pt>
                <c:pt idx="49452">
                  <c:v>0.57236111110978527</c:v>
                </c:pt>
                <c:pt idx="49453">
                  <c:v>0.57237268517928896</c:v>
                </c:pt>
                <c:pt idx="49454">
                  <c:v>0.57238425925606862</c:v>
                </c:pt>
                <c:pt idx="49455">
                  <c:v>0.57239583333284827</c:v>
                </c:pt>
                <c:pt idx="49456">
                  <c:v>0.57240740740235196</c:v>
                </c:pt>
                <c:pt idx="49457">
                  <c:v>0.57241898147913162</c:v>
                </c:pt>
                <c:pt idx="49458">
                  <c:v>0.57243055555591127</c:v>
                </c:pt>
                <c:pt idx="49459">
                  <c:v>0.57244212962541496</c:v>
                </c:pt>
                <c:pt idx="49460">
                  <c:v>0.57245370370219462</c:v>
                </c:pt>
                <c:pt idx="49461">
                  <c:v>0.57246527777897427</c:v>
                </c:pt>
                <c:pt idx="49462">
                  <c:v>0.57247685184847796</c:v>
                </c:pt>
                <c:pt idx="49463">
                  <c:v>0.57248842592525762</c:v>
                </c:pt>
                <c:pt idx="49464">
                  <c:v>0.57249999999476131</c:v>
                </c:pt>
                <c:pt idx="49465">
                  <c:v>0.57251157407154096</c:v>
                </c:pt>
                <c:pt idx="49466">
                  <c:v>0.57252314814832062</c:v>
                </c:pt>
                <c:pt idx="49467">
                  <c:v>0.57253472221782431</c:v>
                </c:pt>
                <c:pt idx="49468">
                  <c:v>0.57254629629460396</c:v>
                </c:pt>
                <c:pt idx="49469">
                  <c:v>0.57255787037138361</c:v>
                </c:pt>
                <c:pt idx="49470">
                  <c:v>0.57256944444088731</c:v>
                </c:pt>
                <c:pt idx="49471">
                  <c:v>0.57258101851766696</c:v>
                </c:pt>
                <c:pt idx="49472">
                  <c:v>0.57259259258717066</c:v>
                </c:pt>
                <c:pt idx="49473">
                  <c:v>0.57260416666395031</c:v>
                </c:pt>
                <c:pt idx="49474">
                  <c:v>0.57261574074072996</c:v>
                </c:pt>
                <c:pt idx="49475">
                  <c:v>0.57262731481023366</c:v>
                </c:pt>
                <c:pt idx="49476">
                  <c:v>0.57263888888701331</c:v>
                </c:pt>
                <c:pt idx="49477">
                  <c:v>0.57265046296379296</c:v>
                </c:pt>
                <c:pt idx="49478">
                  <c:v>0.57266203703329666</c:v>
                </c:pt>
                <c:pt idx="49479">
                  <c:v>0.57267361111007631</c:v>
                </c:pt>
                <c:pt idx="49480">
                  <c:v>0.57268518517958</c:v>
                </c:pt>
                <c:pt idx="49481">
                  <c:v>0.57269675925635966</c:v>
                </c:pt>
                <c:pt idx="49482">
                  <c:v>0.57270833333313931</c:v>
                </c:pt>
                <c:pt idx="49483">
                  <c:v>0.572719907402643</c:v>
                </c:pt>
                <c:pt idx="49484">
                  <c:v>0.57273148147942265</c:v>
                </c:pt>
                <c:pt idx="49485">
                  <c:v>0.57274305555620231</c:v>
                </c:pt>
                <c:pt idx="49486">
                  <c:v>0.572754629625706</c:v>
                </c:pt>
                <c:pt idx="49487">
                  <c:v>0.57276620370248565</c:v>
                </c:pt>
                <c:pt idx="49488">
                  <c:v>0.57277777777198935</c:v>
                </c:pt>
                <c:pt idx="49489">
                  <c:v>0.572789351848769</c:v>
                </c:pt>
                <c:pt idx="49490">
                  <c:v>0.57280092592554865</c:v>
                </c:pt>
                <c:pt idx="49491">
                  <c:v>0.57281249999505235</c:v>
                </c:pt>
                <c:pt idx="49492">
                  <c:v>0.572824074071832</c:v>
                </c:pt>
                <c:pt idx="49493">
                  <c:v>0.57283564814861165</c:v>
                </c:pt>
                <c:pt idx="49494">
                  <c:v>0.57284722221811535</c:v>
                </c:pt>
                <c:pt idx="49495">
                  <c:v>0.572858796294895</c:v>
                </c:pt>
                <c:pt idx="49496">
                  <c:v>0.57287037037167465</c:v>
                </c:pt>
                <c:pt idx="49497">
                  <c:v>0.57288194444117835</c:v>
                </c:pt>
                <c:pt idx="49498">
                  <c:v>0.572893518517958</c:v>
                </c:pt>
                <c:pt idx="49499">
                  <c:v>0.5729050925874617</c:v>
                </c:pt>
                <c:pt idx="49500">
                  <c:v>0.57291666666424135</c:v>
                </c:pt>
                <c:pt idx="49501">
                  <c:v>0.572928240741021</c:v>
                </c:pt>
                <c:pt idx="49502">
                  <c:v>0.57293981481052469</c:v>
                </c:pt>
                <c:pt idx="49503">
                  <c:v>0.57295138888730435</c:v>
                </c:pt>
                <c:pt idx="49504">
                  <c:v>0.572962962964084</c:v>
                </c:pt>
                <c:pt idx="49505">
                  <c:v>0.57297453703358769</c:v>
                </c:pt>
                <c:pt idx="49506">
                  <c:v>0.57298611111036735</c:v>
                </c:pt>
                <c:pt idx="49507">
                  <c:v>0.57299768517987104</c:v>
                </c:pt>
                <c:pt idx="49508">
                  <c:v>0.57300925925665069</c:v>
                </c:pt>
                <c:pt idx="49509">
                  <c:v>0.57302083333343035</c:v>
                </c:pt>
                <c:pt idx="49510">
                  <c:v>0.57303240740293404</c:v>
                </c:pt>
                <c:pt idx="49511">
                  <c:v>0.57304398147971369</c:v>
                </c:pt>
                <c:pt idx="49512">
                  <c:v>0.57305555555649335</c:v>
                </c:pt>
                <c:pt idx="49513">
                  <c:v>0.57306712962599704</c:v>
                </c:pt>
                <c:pt idx="49514">
                  <c:v>0.57307870370277669</c:v>
                </c:pt>
                <c:pt idx="49515">
                  <c:v>0.57309027777228039</c:v>
                </c:pt>
                <c:pt idx="49516">
                  <c:v>0.57310185184906004</c:v>
                </c:pt>
                <c:pt idx="49517">
                  <c:v>0.57311342592583969</c:v>
                </c:pt>
                <c:pt idx="49518">
                  <c:v>0.57312499999534339</c:v>
                </c:pt>
                <c:pt idx="49519">
                  <c:v>0.57313657407212304</c:v>
                </c:pt>
                <c:pt idx="49520">
                  <c:v>0.57314814814890269</c:v>
                </c:pt>
                <c:pt idx="49521">
                  <c:v>0.57315972221840639</c:v>
                </c:pt>
                <c:pt idx="49522">
                  <c:v>0.57317129629518604</c:v>
                </c:pt>
                <c:pt idx="49523">
                  <c:v>0.57318287036468973</c:v>
                </c:pt>
                <c:pt idx="49524">
                  <c:v>0.57319444444146939</c:v>
                </c:pt>
                <c:pt idx="49525">
                  <c:v>0.57320601851824904</c:v>
                </c:pt>
                <c:pt idx="49526">
                  <c:v>0.57321759258775273</c:v>
                </c:pt>
                <c:pt idx="49527">
                  <c:v>0.57322916666453239</c:v>
                </c:pt>
                <c:pt idx="49528">
                  <c:v>0.57324074074131204</c:v>
                </c:pt>
                <c:pt idx="49529">
                  <c:v>0.57325231481081573</c:v>
                </c:pt>
                <c:pt idx="49530">
                  <c:v>0.57326388888759539</c:v>
                </c:pt>
                <c:pt idx="49531">
                  <c:v>0.57327546295709908</c:v>
                </c:pt>
                <c:pt idx="49532">
                  <c:v>0.57328703703387873</c:v>
                </c:pt>
                <c:pt idx="49533">
                  <c:v>0.57329861111065838</c:v>
                </c:pt>
                <c:pt idx="49534">
                  <c:v>0.57331018518016208</c:v>
                </c:pt>
                <c:pt idx="49535">
                  <c:v>0.57332175925694173</c:v>
                </c:pt>
                <c:pt idx="49536">
                  <c:v>0.57333333333372138</c:v>
                </c:pt>
                <c:pt idx="49537">
                  <c:v>0.57334490740322508</c:v>
                </c:pt>
                <c:pt idx="49538">
                  <c:v>0.57335648148000473</c:v>
                </c:pt>
                <c:pt idx="49539">
                  <c:v>0.57336805555678438</c:v>
                </c:pt>
                <c:pt idx="49540">
                  <c:v>0.57337962962628808</c:v>
                </c:pt>
                <c:pt idx="49541">
                  <c:v>0.57339120370306773</c:v>
                </c:pt>
                <c:pt idx="49542">
                  <c:v>0.57340277777257143</c:v>
                </c:pt>
                <c:pt idx="49543">
                  <c:v>0.57341435184935108</c:v>
                </c:pt>
                <c:pt idx="49544">
                  <c:v>0.57342592592613073</c:v>
                </c:pt>
                <c:pt idx="49545">
                  <c:v>0.57343749999563443</c:v>
                </c:pt>
                <c:pt idx="49546">
                  <c:v>0.57344907407241408</c:v>
                </c:pt>
                <c:pt idx="49547">
                  <c:v>0.57346064814919373</c:v>
                </c:pt>
                <c:pt idx="49548">
                  <c:v>0.57347222221869742</c:v>
                </c:pt>
                <c:pt idx="49549">
                  <c:v>0.57348379629547708</c:v>
                </c:pt>
                <c:pt idx="49550">
                  <c:v>0.57349537036498077</c:v>
                </c:pt>
                <c:pt idx="49551">
                  <c:v>0.57350694444176042</c:v>
                </c:pt>
                <c:pt idx="49552">
                  <c:v>0.57351851851854008</c:v>
                </c:pt>
                <c:pt idx="49553">
                  <c:v>0.57353009258804377</c:v>
                </c:pt>
                <c:pt idx="49554">
                  <c:v>0.57354166666482342</c:v>
                </c:pt>
                <c:pt idx="49555">
                  <c:v>0.57355324074160308</c:v>
                </c:pt>
                <c:pt idx="49556">
                  <c:v>0.57356481481110677</c:v>
                </c:pt>
                <c:pt idx="49557">
                  <c:v>0.57357638888788642</c:v>
                </c:pt>
                <c:pt idx="49558">
                  <c:v>0.57358796295739012</c:v>
                </c:pt>
                <c:pt idx="49559">
                  <c:v>0.57359953703416977</c:v>
                </c:pt>
                <c:pt idx="49560">
                  <c:v>0.57361111111094942</c:v>
                </c:pt>
                <c:pt idx="49561">
                  <c:v>0.57362268518045312</c:v>
                </c:pt>
                <c:pt idx="49562">
                  <c:v>0.57363425925723277</c:v>
                </c:pt>
                <c:pt idx="49563">
                  <c:v>0.57364583333401242</c:v>
                </c:pt>
                <c:pt idx="49564">
                  <c:v>0.57365740740351612</c:v>
                </c:pt>
                <c:pt idx="49565">
                  <c:v>0.57366898148029577</c:v>
                </c:pt>
                <c:pt idx="49566">
                  <c:v>0.57368055554979946</c:v>
                </c:pt>
                <c:pt idx="49567">
                  <c:v>0.57369212962657912</c:v>
                </c:pt>
                <c:pt idx="49568">
                  <c:v>0.57370370370335877</c:v>
                </c:pt>
                <c:pt idx="49569">
                  <c:v>0.57371527777286246</c:v>
                </c:pt>
                <c:pt idx="49570">
                  <c:v>0.57372685184964212</c:v>
                </c:pt>
                <c:pt idx="49571">
                  <c:v>0.57373842592642177</c:v>
                </c:pt>
                <c:pt idx="49572">
                  <c:v>0.57374999999592546</c:v>
                </c:pt>
                <c:pt idx="49573">
                  <c:v>0.57376157407270512</c:v>
                </c:pt>
                <c:pt idx="49574">
                  <c:v>0.57377314814948477</c:v>
                </c:pt>
                <c:pt idx="49575">
                  <c:v>0.57378472221898846</c:v>
                </c:pt>
                <c:pt idx="49576">
                  <c:v>0.57379629629576812</c:v>
                </c:pt>
                <c:pt idx="49577">
                  <c:v>0.57380787036527181</c:v>
                </c:pt>
                <c:pt idx="49578">
                  <c:v>0.57381944444205146</c:v>
                </c:pt>
                <c:pt idx="49579">
                  <c:v>0.57383101851883112</c:v>
                </c:pt>
                <c:pt idx="49580">
                  <c:v>0.57384259258833481</c:v>
                </c:pt>
                <c:pt idx="49581">
                  <c:v>0.57385416666511446</c:v>
                </c:pt>
                <c:pt idx="49582">
                  <c:v>0.57386574074189411</c:v>
                </c:pt>
                <c:pt idx="49583">
                  <c:v>0.57387731481139781</c:v>
                </c:pt>
                <c:pt idx="49584">
                  <c:v>0.57388888888817746</c:v>
                </c:pt>
                <c:pt idx="49585">
                  <c:v>0.57390046295768116</c:v>
                </c:pt>
                <c:pt idx="49586">
                  <c:v>0.57391203703446081</c:v>
                </c:pt>
                <c:pt idx="49587">
                  <c:v>0.57392361111124046</c:v>
                </c:pt>
                <c:pt idx="49588">
                  <c:v>0.57393518518074416</c:v>
                </c:pt>
                <c:pt idx="49589">
                  <c:v>0.57394675925752381</c:v>
                </c:pt>
                <c:pt idx="49590">
                  <c:v>0.57395833333430346</c:v>
                </c:pt>
                <c:pt idx="49591">
                  <c:v>0.57396990740380716</c:v>
                </c:pt>
                <c:pt idx="49592">
                  <c:v>0.57398148148058681</c:v>
                </c:pt>
                <c:pt idx="49593">
                  <c:v>0.5739930555500905</c:v>
                </c:pt>
                <c:pt idx="49594">
                  <c:v>0.57400462962687016</c:v>
                </c:pt>
                <c:pt idx="49595">
                  <c:v>0.57401620370364981</c:v>
                </c:pt>
                <c:pt idx="49596">
                  <c:v>0.5740277777731535</c:v>
                </c:pt>
                <c:pt idx="49597">
                  <c:v>0.57403935184993315</c:v>
                </c:pt>
                <c:pt idx="49598">
                  <c:v>0.57405092592671281</c:v>
                </c:pt>
                <c:pt idx="49599">
                  <c:v>0.5740624999962165</c:v>
                </c:pt>
                <c:pt idx="49600">
                  <c:v>0.57407407407299615</c:v>
                </c:pt>
                <c:pt idx="49601">
                  <c:v>0.57408564814249985</c:v>
                </c:pt>
                <c:pt idx="49602">
                  <c:v>0.5740972222192795</c:v>
                </c:pt>
                <c:pt idx="49603">
                  <c:v>0.57410879629605915</c:v>
                </c:pt>
                <c:pt idx="49604">
                  <c:v>0.57412037036556285</c:v>
                </c:pt>
                <c:pt idx="49605">
                  <c:v>0.5741319444423425</c:v>
                </c:pt>
                <c:pt idx="49606">
                  <c:v>0.57414351851912215</c:v>
                </c:pt>
                <c:pt idx="49607">
                  <c:v>0.57415509258862585</c:v>
                </c:pt>
                <c:pt idx="49608">
                  <c:v>0.5741666666654055</c:v>
                </c:pt>
                <c:pt idx="49609">
                  <c:v>0.5741782407349092</c:v>
                </c:pt>
                <c:pt idx="49610">
                  <c:v>0.57418981481168885</c:v>
                </c:pt>
                <c:pt idx="49611">
                  <c:v>0.5742013888884685</c:v>
                </c:pt>
                <c:pt idx="49612">
                  <c:v>0.57421296295797219</c:v>
                </c:pt>
                <c:pt idx="49613">
                  <c:v>0.57422453703475185</c:v>
                </c:pt>
                <c:pt idx="49614">
                  <c:v>0.5742361111115315</c:v>
                </c:pt>
                <c:pt idx="49615">
                  <c:v>0.57424768518103519</c:v>
                </c:pt>
                <c:pt idx="49616">
                  <c:v>0.57425925925781485</c:v>
                </c:pt>
                <c:pt idx="49617">
                  <c:v>0.5742708333345945</c:v>
                </c:pt>
                <c:pt idx="49618">
                  <c:v>0.57428240740409819</c:v>
                </c:pt>
                <c:pt idx="49619">
                  <c:v>0.57429398148087785</c:v>
                </c:pt>
                <c:pt idx="49620">
                  <c:v>0.57430555555038154</c:v>
                </c:pt>
                <c:pt idx="49621">
                  <c:v>0.57431712962716119</c:v>
                </c:pt>
                <c:pt idx="49622">
                  <c:v>0.57432870370394085</c:v>
                </c:pt>
                <c:pt idx="49623">
                  <c:v>0.57434027777344454</c:v>
                </c:pt>
                <c:pt idx="49624">
                  <c:v>0.57435185185022419</c:v>
                </c:pt>
                <c:pt idx="49625">
                  <c:v>0.57436342592700385</c:v>
                </c:pt>
                <c:pt idx="49626">
                  <c:v>0.57437499999650754</c:v>
                </c:pt>
                <c:pt idx="49627">
                  <c:v>0.57438657407328719</c:v>
                </c:pt>
                <c:pt idx="49628">
                  <c:v>0.57439814814279089</c:v>
                </c:pt>
                <c:pt idx="49629">
                  <c:v>0.57440972221957054</c:v>
                </c:pt>
                <c:pt idx="49630">
                  <c:v>0.57442129629635019</c:v>
                </c:pt>
                <c:pt idx="49631">
                  <c:v>0.57443287036585389</c:v>
                </c:pt>
                <c:pt idx="49632">
                  <c:v>0.57444444444263354</c:v>
                </c:pt>
                <c:pt idx="49633">
                  <c:v>0.57445601851941319</c:v>
                </c:pt>
                <c:pt idx="49634">
                  <c:v>0.57446759258891689</c:v>
                </c:pt>
                <c:pt idx="49635">
                  <c:v>0.57447916666569654</c:v>
                </c:pt>
                <c:pt idx="49636">
                  <c:v>0.57449074073520023</c:v>
                </c:pt>
                <c:pt idx="49637">
                  <c:v>0.57450231481197989</c:v>
                </c:pt>
                <c:pt idx="49638">
                  <c:v>0.57451388888875954</c:v>
                </c:pt>
                <c:pt idx="49639">
                  <c:v>0.57452546295826323</c:v>
                </c:pt>
                <c:pt idx="49640">
                  <c:v>0.57453703703504289</c:v>
                </c:pt>
                <c:pt idx="49641">
                  <c:v>0.57454861111182254</c:v>
                </c:pt>
                <c:pt idx="49642">
                  <c:v>0.57456018518132623</c:v>
                </c:pt>
                <c:pt idx="49643">
                  <c:v>0.57457175925810589</c:v>
                </c:pt>
                <c:pt idx="49644">
                  <c:v>0.57458333332760958</c:v>
                </c:pt>
                <c:pt idx="49645">
                  <c:v>0.57459490740438923</c:v>
                </c:pt>
                <c:pt idx="49646">
                  <c:v>0.57460648148116888</c:v>
                </c:pt>
                <c:pt idx="49647">
                  <c:v>0.57461805555067258</c:v>
                </c:pt>
                <c:pt idx="49648">
                  <c:v>0.57462962962745223</c:v>
                </c:pt>
                <c:pt idx="49649">
                  <c:v>0.57464120370423188</c:v>
                </c:pt>
                <c:pt idx="49650">
                  <c:v>0.57465277777373558</c:v>
                </c:pt>
                <c:pt idx="49651">
                  <c:v>0.57466435185051523</c:v>
                </c:pt>
                <c:pt idx="49652">
                  <c:v>0.57467592592001893</c:v>
                </c:pt>
                <c:pt idx="49653">
                  <c:v>0.57468749999679858</c:v>
                </c:pt>
                <c:pt idx="49654">
                  <c:v>0.57469907407357823</c:v>
                </c:pt>
                <c:pt idx="49655">
                  <c:v>0.57471064814308193</c:v>
                </c:pt>
                <c:pt idx="49656">
                  <c:v>0.57472222221986158</c:v>
                </c:pt>
                <c:pt idx="49657">
                  <c:v>0.57473379629664123</c:v>
                </c:pt>
                <c:pt idx="49658">
                  <c:v>0.57474537036614493</c:v>
                </c:pt>
                <c:pt idx="49659">
                  <c:v>0.57475694444292458</c:v>
                </c:pt>
                <c:pt idx="49660">
                  <c:v>0.57476851851970423</c:v>
                </c:pt>
                <c:pt idx="49661">
                  <c:v>0.57478009258920792</c:v>
                </c:pt>
                <c:pt idx="49662">
                  <c:v>0.57479166666598758</c:v>
                </c:pt>
                <c:pt idx="49663">
                  <c:v>0.57480324073549127</c:v>
                </c:pt>
                <c:pt idx="49664">
                  <c:v>0.57481481481227092</c:v>
                </c:pt>
                <c:pt idx="49665">
                  <c:v>0.57482638888905058</c:v>
                </c:pt>
                <c:pt idx="49666">
                  <c:v>0.57483796295855427</c:v>
                </c:pt>
                <c:pt idx="49667">
                  <c:v>0.57484953703533392</c:v>
                </c:pt>
                <c:pt idx="49668">
                  <c:v>0.57486111111211358</c:v>
                </c:pt>
                <c:pt idx="49669">
                  <c:v>0.57487268518161727</c:v>
                </c:pt>
                <c:pt idx="49670">
                  <c:v>0.57488425925839692</c:v>
                </c:pt>
                <c:pt idx="49671">
                  <c:v>0.57489583332790062</c:v>
                </c:pt>
                <c:pt idx="49672">
                  <c:v>0.57490740740468027</c:v>
                </c:pt>
                <c:pt idx="49673">
                  <c:v>0.57491898148145992</c:v>
                </c:pt>
                <c:pt idx="49674">
                  <c:v>0.57493055555096362</c:v>
                </c:pt>
                <c:pt idx="49675">
                  <c:v>0.57494212962774327</c:v>
                </c:pt>
                <c:pt idx="49676">
                  <c:v>0.57495370370452292</c:v>
                </c:pt>
                <c:pt idx="49677">
                  <c:v>0.57496527777402662</c:v>
                </c:pt>
                <c:pt idx="49678">
                  <c:v>0.57497685185080627</c:v>
                </c:pt>
                <c:pt idx="49679">
                  <c:v>0.57498842592030996</c:v>
                </c:pt>
                <c:pt idx="49680">
                  <c:v>0.57499999999708962</c:v>
                </c:pt>
                <c:pt idx="49681">
                  <c:v>0.57501157407386927</c:v>
                </c:pt>
                <c:pt idx="49682">
                  <c:v>0.57502314814337296</c:v>
                </c:pt>
                <c:pt idx="49683">
                  <c:v>0.57503472222015262</c:v>
                </c:pt>
                <c:pt idx="49684">
                  <c:v>0.57504629629693227</c:v>
                </c:pt>
                <c:pt idx="49685">
                  <c:v>0.57505787036643596</c:v>
                </c:pt>
                <c:pt idx="49686">
                  <c:v>0.57506944444321562</c:v>
                </c:pt>
                <c:pt idx="49687">
                  <c:v>0.57508101851271931</c:v>
                </c:pt>
                <c:pt idx="49688">
                  <c:v>0.57509259258949896</c:v>
                </c:pt>
                <c:pt idx="49689">
                  <c:v>0.57510416666627862</c:v>
                </c:pt>
                <c:pt idx="49690">
                  <c:v>0.57511574073578231</c:v>
                </c:pt>
                <c:pt idx="49691">
                  <c:v>0.57512731481256196</c:v>
                </c:pt>
                <c:pt idx="49692">
                  <c:v>0.57513888888934162</c:v>
                </c:pt>
                <c:pt idx="49693">
                  <c:v>0.57515046295884531</c:v>
                </c:pt>
                <c:pt idx="49694">
                  <c:v>0.57516203703562496</c:v>
                </c:pt>
                <c:pt idx="49695">
                  <c:v>0.57517361111240461</c:v>
                </c:pt>
                <c:pt idx="49696">
                  <c:v>0.57518518518190831</c:v>
                </c:pt>
                <c:pt idx="49697">
                  <c:v>0.57519675925868796</c:v>
                </c:pt>
                <c:pt idx="49698">
                  <c:v>0.57520833332819166</c:v>
                </c:pt>
                <c:pt idx="49699">
                  <c:v>0.57521990740497131</c:v>
                </c:pt>
                <c:pt idx="49700">
                  <c:v>0.57523148148175096</c:v>
                </c:pt>
                <c:pt idx="49701">
                  <c:v>0.57524305555125466</c:v>
                </c:pt>
                <c:pt idx="49702">
                  <c:v>0.57525462962803431</c:v>
                </c:pt>
                <c:pt idx="49703">
                  <c:v>0.57526620370481396</c:v>
                </c:pt>
                <c:pt idx="49704">
                  <c:v>0.57527777777431766</c:v>
                </c:pt>
                <c:pt idx="49705">
                  <c:v>0.57528935185109731</c:v>
                </c:pt>
                <c:pt idx="49706">
                  <c:v>0.575300925920601</c:v>
                </c:pt>
                <c:pt idx="49707">
                  <c:v>0.57531249999738066</c:v>
                </c:pt>
                <c:pt idx="49708">
                  <c:v>0.57532407407416031</c:v>
                </c:pt>
                <c:pt idx="49709">
                  <c:v>0.575335648143664</c:v>
                </c:pt>
                <c:pt idx="49710">
                  <c:v>0.57534722222044365</c:v>
                </c:pt>
                <c:pt idx="49711">
                  <c:v>0.57535879629722331</c:v>
                </c:pt>
                <c:pt idx="49712">
                  <c:v>0.575370370366727</c:v>
                </c:pt>
                <c:pt idx="49713">
                  <c:v>0.57538194444350665</c:v>
                </c:pt>
                <c:pt idx="49714">
                  <c:v>0.57539351851301035</c:v>
                </c:pt>
                <c:pt idx="49715">
                  <c:v>0.57540509258979</c:v>
                </c:pt>
                <c:pt idx="49716">
                  <c:v>0.57541666666656965</c:v>
                </c:pt>
                <c:pt idx="49717">
                  <c:v>0.57542824073607335</c:v>
                </c:pt>
                <c:pt idx="49718">
                  <c:v>0.575439814812853</c:v>
                </c:pt>
                <c:pt idx="49719">
                  <c:v>0.57545138888963265</c:v>
                </c:pt>
                <c:pt idx="49720">
                  <c:v>0.57546296295913635</c:v>
                </c:pt>
                <c:pt idx="49721">
                  <c:v>0.575474537035916</c:v>
                </c:pt>
                <c:pt idx="49722">
                  <c:v>0.5754861111054197</c:v>
                </c:pt>
                <c:pt idx="49723">
                  <c:v>0.57549768518219935</c:v>
                </c:pt>
                <c:pt idx="49724">
                  <c:v>0.575509259258979</c:v>
                </c:pt>
                <c:pt idx="49725">
                  <c:v>0.57552083332848269</c:v>
                </c:pt>
                <c:pt idx="49726">
                  <c:v>0.57553240740526235</c:v>
                </c:pt>
                <c:pt idx="49727">
                  <c:v>0.575543981482042</c:v>
                </c:pt>
                <c:pt idx="49728">
                  <c:v>0.57555555555154569</c:v>
                </c:pt>
                <c:pt idx="49729">
                  <c:v>0.57556712962832535</c:v>
                </c:pt>
                <c:pt idx="49730">
                  <c:v>0.57557870369782904</c:v>
                </c:pt>
                <c:pt idx="49731">
                  <c:v>0.57559027777460869</c:v>
                </c:pt>
                <c:pt idx="49732">
                  <c:v>0.57560185185138835</c:v>
                </c:pt>
                <c:pt idx="49733">
                  <c:v>0.57561342592089204</c:v>
                </c:pt>
                <c:pt idx="49734">
                  <c:v>0.57562499999767169</c:v>
                </c:pt>
                <c:pt idx="49735">
                  <c:v>0.57563657407445135</c:v>
                </c:pt>
                <c:pt idx="49736">
                  <c:v>0.57564814814395504</c:v>
                </c:pt>
                <c:pt idx="49737">
                  <c:v>0.57565972222073469</c:v>
                </c:pt>
                <c:pt idx="49738">
                  <c:v>0.57567129629751435</c:v>
                </c:pt>
                <c:pt idx="49739">
                  <c:v>0.57568287036701804</c:v>
                </c:pt>
                <c:pt idx="49740">
                  <c:v>0.57569444444379769</c:v>
                </c:pt>
                <c:pt idx="49741">
                  <c:v>0.57570601851330139</c:v>
                </c:pt>
                <c:pt idx="49742">
                  <c:v>0.57571759259008104</c:v>
                </c:pt>
                <c:pt idx="49743">
                  <c:v>0.57572916666686069</c:v>
                </c:pt>
                <c:pt idx="49744">
                  <c:v>0.57574074073636439</c:v>
                </c:pt>
                <c:pt idx="49745">
                  <c:v>0.57575231481314404</c:v>
                </c:pt>
                <c:pt idx="49746">
                  <c:v>0.57576388888992369</c:v>
                </c:pt>
                <c:pt idx="49747">
                  <c:v>0.57577546295942739</c:v>
                </c:pt>
                <c:pt idx="49748">
                  <c:v>0.57578703703620704</c:v>
                </c:pt>
                <c:pt idx="49749">
                  <c:v>0.57579861110571073</c:v>
                </c:pt>
                <c:pt idx="49750">
                  <c:v>0.57581018518249039</c:v>
                </c:pt>
                <c:pt idx="49751">
                  <c:v>0.57582175925927004</c:v>
                </c:pt>
                <c:pt idx="49752">
                  <c:v>0.57583333332877373</c:v>
                </c:pt>
                <c:pt idx="49753">
                  <c:v>0.57584490740555339</c:v>
                </c:pt>
                <c:pt idx="49754">
                  <c:v>0.57585648148233304</c:v>
                </c:pt>
                <c:pt idx="49755">
                  <c:v>0.57586805555183673</c:v>
                </c:pt>
                <c:pt idx="49756">
                  <c:v>0.57587962962861639</c:v>
                </c:pt>
                <c:pt idx="49757">
                  <c:v>0.57589120369812008</c:v>
                </c:pt>
                <c:pt idx="49758">
                  <c:v>0.57590277777489973</c:v>
                </c:pt>
                <c:pt idx="49759">
                  <c:v>0.57591435185167938</c:v>
                </c:pt>
                <c:pt idx="49760">
                  <c:v>0.57592592592118308</c:v>
                </c:pt>
                <c:pt idx="49761">
                  <c:v>0.57593749999796273</c:v>
                </c:pt>
                <c:pt idx="49762">
                  <c:v>0.57594907407474238</c:v>
                </c:pt>
                <c:pt idx="49763">
                  <c:v>0.57596064814424608</c:v>
                </c:pt>
                <c:pt idx="49764">
                  <c:v>0.57597222222102573</c:v>
                </c:pt>
                <c:pt idx="49765">
                  <c:v>0.57598379629052943</c:v>
                </c:pt>
                <c:pt idx="49766">
                  <c:v>0.57599537036730908</c:v>
                </c:pt>
                <c:pt idx="49767">
                  <c:v>0.57600694444408873</c:v>
                </c:pt>
                <c:pt idx="49768">
                  <c:v>0.57601851851359243</c:v>
                </c:pt>
                <c:pt idx="49769">
                  <c:v>0.57603009259037208</c:v>
                </c:pt>
                <c:pt idx="49770">
                  <c:v>0.57604166666715173</c:v>
                </c:pt>
                <c:pt idx="49771">
                  <c:v>0.57605324073665543</c:v>
                </c:pt>
                <c:pt idx="49772">
                  <c:v>0.57606481481343508</c:v>
                </c:pt>
                <c:pt idx="49773">
                  <c:v>0.57607638889021473</c:v>
                </c:pt>
                <c:pt idx="49774">
                  <c:v>0.57608796295971842</c:v>
                </c:pt>
                <c:pt idx="49775">
                  <c:v>0.57609953703649808</c:v>
                </c:pt>
                <c:pt idx="49776">
                  <c:v>0.57611111110600177</c:v>
                </c:pt>
                <c:pt idx="49777">
                  <c:v>0.57612268518278142</c:v>
                </c:pt>
                <c:pt idx="49778">
                  <c:v>0.57613425925956108</c:v>
                </c:pt>
                <c:pt idx="49779">
                  <c:v>0.57614583332906477</c:v>
                </c:pt>
                <c:pt idx="49780">
                  <c:v>0.57615740740584442</c:v>
                </c:pt>
                <c:pt idx="49781">
                  <c:v>0.57616898148262408</c:v>
                </c:pt>
                <c:pt idx="49782">
                  <c:v>0.57618055555212777</c:v>
                </c:pt>
                <c:pt idx="49783">
                  <c:v>0.57619212962890742</c:v>
                </c:pt>
                <c:pt idx="49784">
                  <c:v>0.57620370369841112</c:v>
                </c:pt>
                <c:pt idx="49785">
                  <c:v>0.57621527777519077</c:v>
                </c:pt>
                <c:pt idx="49786">
                  <c:v>0.57622685185197042</c:v>
                </c:pt>
                <c:pt idx="49787">
                  <c:v>0.57623842592147412</c:v>
                </c:pt>
                <c:pt idx="49788">
                  <c:v>0.57624999999825377</c:v>
                </c:pt>
                <c:pt idx="49789">
                  <c:v>0.57626157407503342</c:v>
                </c:pt>
                <c:pt idx="49790">
                  <c:v>0.57627314814453712</c:v>
                </c:pt>
                <c:pt idx="49791">
                  <c:v>0.57628472222131677</c:v>
                </c:pt>
                <c:pt idx="49792">
                  <c:v>0.57629629629082046</c:v>
                </c:pt>
                <c:pt idx="49793">
                  <c:v>0.57630787036760012</c:v>
                </c:pt>
                <c:pt idx="49794">
                  <c:v>0.57631944444437977</c:v>
                </c:pt>
                <c:pt idx="49795">
                  <c:v>0.57633101851388346</c:v>
                </c:pt>
                <c:pt idx="49796">
                  <c:v>0.57634259259066312</c:v>
                </c:pt>
                <c:pt idx="49797">
                  <c:v>0.57635416666744277</c:v>
                </c:pt>
                <c:pt idx="49798">
                  <c:v>0.57636574073694646</c:v>
                </c:pt>
                <c:pt idx="49799">
                  <c:v>0.57637731481372612</c:v>
                </c:pt>
                <c:pt idx="49800">
                  <c:v>0.57638888888322981</c:v>
                </c:pt>
                <c:pt idx="49801">
                  <c:v>0.57640046296000946</c:v>
                </c:pt>
                <c:pt idx="49802">
                  <c:v>0.57641203703678912</c:v>
                </c:pt>
                <c:pt idx="49803">
                  <c:v>0.57642361110629281</c:v>
                </c:pt>
                <c:pt idx="49804">
                  <c:v>0.57643518518307246</c:v>
                </c:pt>
                <c:pt idx="49805">
                  <c:v>0.57644675925985212</c:v>
                </c:pt>
                <c:pt idx="49806">
                  <c:v>0.57645833332935581</c:v>
                </c:pt>
                <c:pt idx="49807">
                  <c:v>0.57646990740613546</c:v>
                </c:pt>
                <c:pt idx="49808">
                  <c:v>0.57648148147563916</c:v>
                </c:pt>
                <c:pt idx="49809">
                  <c:v>0.57649305555241881</c:v>
                </c:pt>
                <c:pt idx="49810">
                  <c:v>0.57650462962919846</c:v>
                </c:pt>
                <c:pt idx="49811">
                  <c:v>0.57651620369870216</c:v>
                </c:pt>
                <c:pt idx="49812">
                  <c:v>0.57652777777548181</c:v>
                </c:pt>
                <c:pt idx="49813">
                  <c:v>0.57653935185226146</c:v>
                </c:pt>
                <c:pt idx="49814">
                  <c:v>0.57655092592176516</c:v>
                </c:pt>
                <c:pt idx="49815">
                  <c:v>0.57656249999854481</c:v>
                </c:pt>
                <c:pt idx="49816">
                  <c:v>0.57657407407532446</c:v>
                </c:pt>
                <c:pt idx="49817">
                  <c:v>0.57658564814482816</c:v>
                </c:pt>
                <c:pt idx="49818">
                  <c:v>0.57659722222160781</c:v>
                </c:pt>
                <c:pt idx="49819">
                  <c:v>0.5766087962911115</c:v>
                </c:pt>
                <c:pt idx="49820">
                  <c:v>0.57662037036789116</c:v>
                </c:pt>
                <c:pt idx="49821">
                  <c:v>0.57663194444467081</c:v>
                </c:pt>
                <c:pt idx="49822">
                  <c:v>0.5766435185141745</c:v>
                </c:pt>
                <c:pt idx="49823">
                  <c:v>0.57665509259095415</c:v>
                </c:pt>
                <c:pt idx="49824">
                  <c:v>0.57666666666773381</c:v>
                </c:pt>
                <c:pt idx="49825">
                  <c:v>0.5766782407372375</c:v>
                </c:pt>
                <c:pt idx="49826">
                  <c:v>0.57668981481401715</c:v>
                </c:pt>
                <c:pt idx="49827">
                  <c:v>0.57670138888352085</c:v>
                </c:pt>
                <c:pt idx="49828">
                  <c:v>0.5767129629603005</c:v>
                </c:pt>
                <c:pt idx="49829">
                  <c:v>0.57672453703708015</c:v>
                </c:pt>
                <c:pt idx="49830">
                  <c:v>0.57673611110658385</c:v>
                </c:pt>
                <c:pt idx="49831">
                  <c:v>0.5767476851833635</c:v>
                </c:pt>
                <c:pt idx="49832">
                  <c:v>0.57675925926014315</c:v>
                </c:pt>
                <c:pt idx="49833">
                  <c:v>0.57677083332964685</c:v>
                </c:pt>
                <c:pt idx="49834">
                  <c:v>0.5767824074064265</c:v>
                </c:pt>
                <c:pt idx="49835">
                  <c:v>0.5767939814759302</c:v>
                </c:pt>
                <c:pt idx="49836">
                  <c:v>0.57680555555270985</c:v>
                </c:pt>
                <c:pt idx="49837">
                  <c:v>0.5768171296294895</c:v>
                </c:pt>
                <c:pt idx="49838">
                  <c:v>0.57682870369899319</c:v>
                </c:pt>
                <c:pt idx="49839">
                  <c:v>0.57684027777577285</c:v>
                </c:pt>
                <c:pt idx="49840">
                  <c:v>0.5768518518525525</c:v>
                </c:pt>
                <c:pt idx="49841">
                  <c:v>0.57686342592205619</c:v>
                </c:pt>
                <c:pt idx="49842">
                  <c:v>0.57687499999883585</c:v>
                </c:pt>
                <c:pt idx="49843">
                  <c:v>0.57688657406833954</c:v>
                </c:pt>
                <c:pt idx="49844">
                  <c:v>0.57689814814511919</c:v>
                </c:pt>
                <c:pt idx="49845">
                  <c:v>0.57690972222189885</c:v>
                </c:pt>
                <c:pt idx="49846">
                  <c:v>0.57692129629140254</c:v>
                </c:pt>
                <c:pt idx="49847">
                  <c:v>0.57693287036818219</c:v>
                </c:pt>
                <c:pt idx="49848">
                  <c:v>0.57694444444496185</c:v>
                </c:pt>
                <c:pt idx="49849">
                  <c:v>0.57695601851446554</c:v>
                </c:pt>
                <c:pt idx="49850">
                  <c:v>0.57696759259124519</c:v>
                </c:pt>
                <c:pt idx="49851">
                  <c:v>0.57697916666074889</c:v>
                </c:pt>
                <c:pt idx="49852">
                  <c:v>0.57699074073752854</c:v>
                </c:pt>
                <c:pt idx="49853">
                  <c:v>0.57700231481430819</c:v>
                </c:pt>
                <c:pt idx="49854">
                  <c:v>0.57701388888381189</c:v>
                </c:pt>
                <c:pt idx="49855">
                  <c:v>0.57702546296059154</c:v>
                </c:pt>
                <c:pt idx="49856">
                  <c:v>0.57703703703737119</c:v>
                </c:pt>
                <c:pt idx="49857">
                  <c:v>0.57704861110687489</c:v>
                </c:pt>
                <c:pt idx="49858">
                  <c:v>0.57706018518365454</c:v>
                </c:pt>
                <c:pt idx="49859">
                  <c:v>0.57707175926043419</c:v>
                </c:pt>
                <c:pt idx="49860">
                  <c:v>0.57708333332993789</c:v>
                </c:pt>
                <c:pt idx="49861">
                  <c:v>0.57709490740671754</c:v>
                </c:pt>
                <c:pt idx="49862">
                  <c:v>0.57710648147622123</c:v>
                </c:pt>
                <c:pt idx="49863">
                  <c:v>0.57711805555300089</c:v>
                </c:pt>
                <c:pt idx="49864">
                  <c:v>0.57712962962978054</c:v>
                </c:pt>
                <c:pt idx="49865">
                  <c:v>0.57714120369928423</c:v>
                </c:pt>
                <c:pt idx="49866">
                  <c:v>0.57715277777606389</c:v>
                </c:pt>
                <c:pt idx="49867">
                  <c:v>0.57716435185284354</c:v>
                </c:pt>
                <c:pt idx="49868">
                  <c:v>0.57717592592234723</c:v>
                </c:pt>
                <c:pt idx="49869">
                  <c:v>0.57718749999912689</c:v>
                </c:pt>
                <c:pt idx="49870">
                  <c:v>0.57719907406863058</c:v>
                </c:pt>
                <c:pt idx="49871">
                  <c:v>0.57721064814541023</c:v>
                </c:pt>
                <c:pt idx="49872">
                  <c:v>0.57722222222218988</c:v>
                </c:pt>
                <c:pt idx="49873">
                  <c:v>0.57723379629169358</c:v>
                </c:pt>
                <c:pt idx="49874">
                  <c:v>0.57724537036847323</c:v>
                </c:pt>
                <c:pt idx="49875">
                  <c:v>0.57725694444525288</c:v>
                </c:pt>
                <c:pt idx="49876">
                  <c:v>0.57726851851475658</c:v>
                </c:pt>
                <c:pt idx="49877">
                  <c:v>0.57728009259153623</c:v>
                </c:pt>
                <c:pt idx="49878">
                  <c:v>0.57729166666103993</c:v>
                </c:pt>
                <c:pt idx="49879">
                  <c:v>0.57730324073781958</c:v>
                </c:pt>
                <c:pt idx="49880">
                  <c:v>0.57731481481459923</c:v>
                </c:pt>
                <c:pt idx="49881">
                  <c:v>0.57732638888410293</c:v>
                </c:pt>
                <c:pt idx="49882">
                  <c:v>0.57733796296088258</c:v>
                </c:pt>
                <c:pt idx="49883">
                  <c:v>0.57734953703766223</c:v>
                </c:pt>
                <c:pt idx="49884">
                  <c:v>0.57736111110716593</c:v>
                </c:pt>
                <c:pt idx="49885">
                  <c:v>0.57737268518394558</c:v>
                </c:pt>
                <c:pt idx="49886">
                  <c:v>0.57738425925344927</c:v>
                </c:pt>
                <c:pt idx="49887">
                  <c:v>0.57739583333022892</c:v>
                </c:pt>
                <c:pt idx="49888">
                  <c:v>0.57740740740700858</c:v>
                </c:pt>
                <c:pt idx="49889">
                  <c:v>0.57741898147651227</c:v>
                </c:pt>
                <c:pt idx="49890">
                  <c:v>0.57743055555329192</c:v>
                </c:pt>
                <c:pt idx="49891">
                  <c:v>0.57744212963007158</c:v>
                </c:pt>
                <c:pt idx="49892">
                  <c:v>0.57745370369957527</c:v>
                </c:pt>
                <c:pt idx="49893">
                  <c:v>0.57746527777635492</c:v>
                </c:pt>
                <c:pt idx="49894">
                  <c:v>0.57747685185313458</c:v>
                </c:pt>
                <c:pt idx="49895">
                  <c:v>0.57748842592263827</c:v>
                </c:pt>
                <c:pt idx="49896">
                  <c:v>0.57749999999941792</c:v>
                </c:pt>
                <c:pt idx="49897">
                  <c:v>0.57751157406892162</c:v>
                </c:pt>
                <c:pt idx="49898">
                  <c:v>0.57752314814570127</c:v>
                </c:pt>
                <c:pt idx="49899">
                  <c:v>0.57753472222248092</c:v>
                </c:pt>
                <c:pt idx="49900">
                  <c:v>0.57754629629198462</c:v>
                </c:pt>
                <c:pt idx="49901">
                  <c:v>0.57755787036876427</c:v>
                </c:pt>
                <c:pt idx="49902">
                  <c:v>0.57756944444554392</c:v>
                </c:pt>
                <c:pt idx="49903">
                  <c:v>0.57758101851504762</c:v>
                </c:pt>
                <c:pt idx="49904">
                  <c:v>0.57759259259182727</c:v>
                </c:pt>
                <c:pt idx="49905">
                  <c:v>0.57760416666133096</c:v>
                </c:pt>
                <c:pt idx="49906">
                  <c:v>0.57761574073811062</c:v>
                </c:pt>
                <c:pt idx="49907">
                  <c:v>0.57762731481489027</c:v>
                </c:pt>
                <c:pt idx="49908">
                  <c:v>0.57763888888439396</c:v>
                </c:pt>
                <c:pt idx="49909">
                  <c:v>0.57765046296117362</c:v>
                </c:pt>
                <c:pt idx="49910">
                  <c:v>0.57766203703795327</c:v>
                </c:pt>
                <c:pt idx="49911">
                  <c:v>0.57767361110745696</c:v>
                </c:pt>
                <c:pt idx="49912">
                  <c:v>0.57768518518423662</c:v>
                </c:pt>
                <c:pt idx="49913">
                  <c:v>0.57769675925374031</c:v>
                </c:pt>
                <c:pt idx="49914">
                  <c:v>0.57770833333051996</c:v>
                </c:pt>
                <c:pt idx="49915">
                  <c:v>0.57771990740729962</c:v>
                </c:pt>
                <c:pt idx="49916">
                  <c:v>0.57773148147680331</c:v>
                </c:pt>
                <c:pt idx="49917">
                  <c:v>0.57774305555358296</c:v>
                </c:pt>
                <c:pt idx="49918">
                  <c:v>0.57775462963036261</c:v>
                </c:pt>
                <c:pt idx="49919">
                  <c:v>0.57776620369986631</c:v>
                </c:pt>
                <c:pt idx="49920">
                  <c:v>0.57777777777664596</c:v>
                </c:pt>
                <c:pt idx="49921">
                  <c:v>0.57778935184614966</c:v>
                </c:pt>
                <c:pt idx="49922">
                  <c:v>0.57780092592292931</c:v>
                </c:pt>
                <c:pt idx="49923">
                  <c:v>0.57781249999970896</c:v>
                </c:pt>
                <c:pt idx="49924">
                  <c:v>0.57782407406921266</c:v>
                </c:pt>
                <c:pt idx="49925">
                  <c:v>0.57783564814599231</c:v>
                </c:pt>
                <c:pt idx="49926">
                  <c:v>0.57784722222277196</c:v>
                </c:pt>
                <c:pt idx="49927">
                  <c:v>0.57785879629227566</c:v>
                </c:pt>
                <c:pt idx="49928">
                  <c:v>0.57787037036905531</c:v>
                </c:pt>
                <c:pt idx="49929">
                  <c:v>0.577881944438559</c:v>
                </c:pt>
                <c:pt idx="49930">
                  <c:v>0.57789351851533866</c:v>
                </c:pt>
                <c:pt idx="49931">
                  <c:v>0.57790509259211831</c:v>
                </c:pt>
                <c:pt idx="49932">
                  <c:v>0.577916666661622</c:v>
                </c:pt>
                <c:pt idx="49933">
                  <c:v>0.57792824073840166</c:v>
                </c:pt>
                <c:pt idx="49934">
                  <c:v>0.57793981481518131</c:v>
                </c:pt>
                <c:pt idx="49935">
                  <c:v>0.577951388884685</c:v>
                </c:pt>
                <c:pt idx="49936">
                  <c:v>0.57796296296146465</c:v>
                </c:pt>
                <c:pt idx="49937">
                  <c:v>0.57797453703824431</c:v>
                </c:pt>
                <c:pt idx="49938">
                  <c:v>0.577986111107748</c:v>
                </c:pt>
                <c:pt idx="49939">
                  <c:v>0.57799768518452765</c:v>
                </c:pt>
                <c:pt idx="49940">
                  <c:v>0.57800925925403135</c:v>
                </c:pt>
                <c:pt idx="49941">
                  <c:v>0.578020833330811</c:v>
                </c:pt>
                <c:pt idx="49942">
                  <c:v>0.57803240740759065</c:v>
                </c:pt>
                <c:pt idx="49943">
                  <c:v>0.57804398147709435</c:v>
                </c:pt>
                <c:pt idx="49944">
                  <c:v>0.578055555553874</c:v>
                </c:pt>
                <c:pt idx="49945">
                  <c:v>0.57806712963065365</c:v>
                </c:pt>
                <c:pt idx="49946">
                  <c:v>0.57807870370015735</c:v>
                </c:pt>
                <c:pt idx="49947">
                  <c:v>0.578090277776937</c:v>
                </c:pt>
                <c:pt idx="49948">
                  <c:v>0.5781018518464407</c:v>
                </c:pt>
                <c:pt idx="49949">
                  <c:v>0.57811342592322035</c:v>
                </c:pt>
                <c:pt idx="49950">
                  <c:v>0.578125</c:v>
                </c:pt>
                <c:pt idx="49951">
                  <c:v>0.57813657406950369</c:v>
                </c:pt>
                <c:pt idx="49952">
                  <c:v>0.57814814814628335</c:v>
                </c:pt>
                <c:pt idx="49953">
                  <c:v>0.578159722223063</c:v>
                </c:pt>
                <c:pt idx="49954">
                  <c:v>0.57817129629256669</c:v>
                </c:pt>
                <c:pt idx="49955">
                  <c:v>0.57818287036934635</c:v>
                </c:pt>
                <c:pt idx="49956">
                  <c:v>0.57819444443885004</c:v>
                </c:pt>
                <c:pt idx="49957">
                  <c:v>0.57820601851562969</c:v>
                </c:pt>
                <c:pt idx="49958">
                  <c:v>0.57821759259240935</c:v>
                </c:pt>
                <c:pt idx="49959">
                  <c:v>0.57822916666191304</c:v>
                </c:pt>
                <c:pt idx="49960">
                  <c:v>0.57824074073869269</c:v>
                </c:pt>
                <c:pt idx="49961">
                  <c:v>0.57825231481547235</c:v>
                </c:pt>
                <c:pt idx="49962">
                  <c:v>0.57826388888497604</c:v>
                </c:pt>
                <c:pt idx="49963">
                  <c:v>0.57827546296175569</c:v>
                </c:pt>
                <c:pt idx="49964">
                  <c:v>0.57828703703125939</c:v>
                </c:pt>
                <c:pt idx="49965">
                  <c:v>0.57829861110803904</c:v>
                </c:pt>
                <c:pt idx="49966">
                  <c:v>0.57831018518481869</c:v>
                </c:pt>
                <c:pt idx="49967">
                  <c:v>0.57832175925432239</c:v>
                </c:pt>
                <c:pt idx="49968">
                  <c:v>0.57833333333110204</c:v>
                </c:pt>
                <c:pt idx="49969">
                  <c:v>0.57834490740788169</c:v>
                </c:pt>
                <c:pt idx="49970">
                  <c:v>0.57835648147738539</c:v>
                </c:pt>
                <c:pt idx="49971">
                  <c:v>0.57836805555416504</c:v>
                </c:pt>
                <c:pt idx="49972">
                  <c:v>0.57837962963094469</c:v>
                </c:pt>
                <c:pt idx="49973">
                  <c:v>0.57839120370044839</c:v>
                </c:pt>
                <c:pt idx="49974">
                  <c:v>0.57840277777722804</c:v>
                </c:pt>
                <c:pt idx="49975">
                  <c:v>0.57841435184673173</c:v>
                </c:pt>
                <c:pt idx="49976">
                  <c:v>0.57842592592351139</c:v>
                </c:pt>
                <c:pt idx="49977">
                  <c:v>0.57843750000029104</c:v>
                </c:pt>
                <c:pt idx="49978">
                  <c:v>0.57844907406979473</c:v>
                </c:pt>
                <c:pt idx="49979">
                  <c:v>0.57846064814657439</c:v>
                </c:pt>
                <c:pt idx="49980">
                  <c:v>0.57847222222335404</c:v>
                </c:pt>
                <c:pt idx="49981">
                  <c:v>0.57848379629285773</c:v>
                </c:pt>
                <c:pt idx="49982">
                  <c:v>0.57849537036963739</c:v>
                </c:pt>
                <c:pt idx="49983">
                  <c:v>0.57850694443914108</c:v>
                </c:pt>
                <c:pt idx="49984">
                  <c:v>0.57851851851592073</c:v>
                </c:pt>
                <c:pt idx="49985">
                  <c:v>0.57853009259270038</c:v>
                </c:pt>
                <c:pt idx="49986">
                  <c:v>0.57854166666220408</c:v>
                </c:pt>
                <c:pt idx="49987">
                  <c:v>0.57855324073898373</c:v>
                </c:pt>
                <c:pt idx="49988">
                  <c:v>0.57856481481576338</c:v>
                </c:pt>
                <c:pt idx="49989">
                  <c:v>0.57857638888526708</c:v>
                </c:pt>
                <c:pt idx="49990">
                  <c:v>0.57858796296204673</c:v>
                </c:pt>
                <c:pt idx="49991">
                  <c:v>0.57859953703155043</c:v>
                </c:pt>
                <c:pt idx="49992">
                  <c:v>0.57861111110833008</c:v>
                </c:pt>
                <c:pt idx="49993">
                  <c:v>0.57862268518510973</c:v>
                </c:pt>
                <c:pt idx="49994">
                  <c:v>0.57863425925461343</c:v>
                </c:pt>
                <c:pt idx="49995">
                  <c:v>0.57864583333139308</c:v>
                </c:pt>
                <c:pt idx="49996">
                  <c:v>0.57865740740817273</c:v>
                </c:pt>
                <c:pt idx="49997">
                  <c:v>0.57866898147767643</c:v>
                </c:pt>
                <c:pt idx="49998">
                  <c:v>0.57868055555445608</c:v>
                </c:pt>
                <c:pt idx="49999">
                  <c:v>0.57869212962395977</c:v>
                </c:pt>
                <c:pt idx="50000">
                  <c:v>0.57870370370073942</c:v>
                </c:pt>
                <c:pt idx="50001">
                  <c:v>0.57871527777751908</c:v>
                </c:pt>
                <c:pt idx="50002">
                  <c:v>0.57872685184702277</c:v>
                </c:pt>
                <c:pt idx="50003">
                  <c:v>0.57873842592380242</c:v>
                </c:pt>
                <c:pt idx="50004">
                  <c:v>0.57875000000058208</c:v>
                </c:pt>
                <c:pt idx="50005">
                  <c:v>0.57876157407008577</c:v>
                </c:pt>
                <c:pt idx="50006">
                  <c:v>0.57877314814686542</c:v>
                </c:pt>
                <c:pt idx="50007">
                  <c:v>0.57878472221636912</c:v>
                </c:pt>
                <c:pt idx="50008">
                  <c:v>0.57879629629314877</c:v>
                </c:pt>
                <c:pt idx="50009">
                  <c:v>0.57880787036992842</c:v>
                </c:pt>
                <c:pt idx="50010">
                  <c:v>0.57881944443943212</c:v>
                </c:pt>
                <c:pt idx="50011">
                  <c:v>0.57883101851621177</c:v>
                </c:pt>
                <c:pt idx="50012">
                  <c:v>0.57884259259299142</c:v>
                </c:pt>
                <c:pt idx="50013">
                  <c:v>0.57885416666249512</c:v>
                </c:pt>
                <c:pt idx="50014">
                  <c:v>0.57886574073927477</c:v>
                </c:pt>
                <c:pt idx="50015">
                  <c:v>0.57887731481605442</c:v>
                </c:pt>
                <c:pt idx="50016">
                  <c:v>0.57888888888555812</c:v>
                </c:pt>
                <c:pt idx="50017">
                  <c:v>0.57890046296233777</c:v>
                </c:pt>
                <c:pt idx="50018">
                  <c:v>0.57891203703184146</c:v>
                </c:pt>
                <c:pt idx="50019">
                  <c:v>0.57892361110862112</c:v>
                </c:pt>
                <c:pt idx="50020">
                  <c:v>0.57893518518540077</c:v>
                </c:pt>
                <c:pt idx="50021">
                  <c:v>0.57894675925490446</c:v>
                </c:pt>
                <c:pt idx="50022">
                  <c:v>0.57895833333168412</c:v>
                </c:pt>
                <c:pt idx="50023">
                  <c:v>0.57896990740846377</c:v>
                </c:pt>
                <c:pt idx="50024">
                  <c:v>0.57898148147796746</c:v>
                </c:pt>
                <c:pt idx="50025">
                  <c:v>0.57899305555474712</c:v>
                </c:pt>
                <c:pt idx="50026">
                  <c:v>0.57900462962425081</c:v>
                </c:pt>
                <c:pt idx="50027">
                  <c:v>0.57901620370103046</c:v>
                </c:pt>
                <c:pt idx="50028">
                  <c:v>0.57902777777781012</c:v>
                </c:pt>
                <c:pt idx="50029">
                  <c:v>0.57903935184731381</c:v>
                </c:pt>
                <c:pt idx="50030">
                  <c:v>0.57905092592409346</c:v>
                </c:pt>
                <c:pt idx="50031">
                  <c:v>0.57906250000087311</c:v>
                </c:pt>
                <c:pt idx="50032">
                  <c:v>0.57907407407037681</c:v>
                </c:pt>
                <c:pt idx="50033">
                  <c:v>0.57908564814715646</c:v>
                </c:pt>
                <c:pt idx="50034">
                  <c:v>0.57909722221666016</c:v>
                </c:pt>
                <c:pt idx="50035">
                  <c:v>0.57910879629343981</c:v>
                </c:pt>
                <c:pt idx="50036">
                  <c:v>0.57912037037021946</c:v>
                </c:pt>
                <c:pt idx="50037">
                  <c:v>0.57913194443972316</c:v>
                </c:pt>
                <c:pt idx="50038">
                  <c:v>0.57914351851650281</c:v>
                </c:pt>
                <c:pt idx="50039">
                  <c:v>0.57915509259328246</c:v>
                </c:pt>
                <c:pt idx="50040">
                  <c:v>0.57916666666278616</c:v>
                </c:pt>
                <c:pt idx="50041">
                  <c:v>0.57917824073956581</c:v>
                </c:pt>
                <c:pt idx="50042">
                  <c:v>0.5791898148090695</c:v>
                </c:pt>
                <c:pt idx="50043">
                  <c:v>0.57920138888584916</c:v>
                </c:pt>
                <c:pt idx="50044">
                  <c:v>0.57921296296262881</c:v>
                </c:pt>
                <c:pt idx="50045">
                  <c:v>0.5792245370321325</c:v>
                </c:pt>
                <c:pt idx="50046">
                  <c:v>0.57923611110891216</c:v>
                </c:pt>
                <c:pt idx="50047">
                  <c:v>0.57924768518569181</c:v>
                </c:pt>
                <c:pt idx="50048">
                  <c:v>0.5792592592551955</c:v>
                </c:pt>
                <c:pt idx="50049">
                  <c:v>0.57927083333197515</c:v>
                </c:pt>
                <c:pt idx="50050">
                  <c:v>0.57928240740147885</c:v>
                </c:pt>
                <c:pt idx="50051">
                  <c:v>0.5792939814782585</c:v>
                </c:pt>
                <c:pt idx="50052">
                  <c:v>0.57930555555503815</c:v>
                </c:pt>
                <c:pt idx="50053">
                  <c:v>0.57931712962454185</c:v>
                </c:pt>
                <c:pt idx="50054">
                  <c:v>0.5793287037013215</c:v>
                </c:pt>
                <c:pt idx="50055">
                  <c:v>0.57934027777810115</c:v>
                </c:pt>
                <c:pt idx="50056">
                  <c:v>0.57935185184760485</c:v>
                </c:pt>
                <c:pt idx="50057">
                  <c:v>0.5793634259243845</c:v>
                </c:pt>
                <c:pt idx="50058">
                  <c:v>0.57937500000116415</c:v>
                </c:pt>
                <c:pt idx="50059">
                  <c:v>0.57938657407066785</c:v>
                </c:pt>
                <c:pt idx="50060">
                  <c:v>0.5793981481474475</c:v>
                </c:pt>
                <c:pt idx="50061">
                  <c:v>0.5794097222169512</c:v>
                </c:pt>
                <c:pt idx="50062">
                  <c:v>0.57942129629373085</c:v>
                </c:pt>
                <c:pt idx="50063">
                  <c:v>0.5794328703705105</c:v>
                </c:pt>
                <c:pt idx="50064">
                  <c:v>0.57944444444001419</c:v>
                </c:pt>
                <c:pt idx="50065">
                  <c:v>0.57945601851679385</c:v>
                </c:pt>
                <c:pt idx="50066">
                  <c:v>0.5794675925935735</c:v>
                </c:pt>
                <c:pt idx="50067">
                  <c:v>0.57947916666307719</c:v>
                </c:pt>
                <c:pt idx="50068">
                  <c:v>0.57949074073985685</c:v>
                </c:pt>
                <c:pt idx="50069">
                  <c:v>0.57950231480936054</c:v>
                </c:pt>
                <c:pt idx="50070">
                  <c:v>0.57951388888614019</c:v>
                </c:pt>
                <c:pt idx="50071">
                  <c:v>0.57952546296291985</c:v>
                </c:pt>
                <c:pt idx="50072">
                  <c:v>0.57953703703242354</c:v>
                </c:pt>
                <c:pt idx="50073">
                  <c:v>0.57954861110920319</c:v>
                </c:pt>
                <c:pt idx="50074">
                  <c:v>0.57956018518598285</c:v>
                </c:pt>
                <c:pt idx="50075">
                  <c:v>0.57957175925548654</c:v>
                </c:pt>
                <c:pt idx="50076">
                  <c:v>0.57958333333226619</c:v>
                </c:pt>
                <c:pt idx="50077">
                  <c:v>0.57959490740176989</c:v>
                </c:pt>
                <c:pt idx="50078">
                  <c:v>0.57960648147854954</c:v>
                </c:pt>
                <c:pt idx="50079">
                  <c:v>0.57961805555532919</c:v>
                </c:pt>
                <c:pt idx="50080">
                  <c:v>0.57962962962483289</c:v>
                </c:pt>
                <c:pt idx="50081">
                  <c:v>0.57964120370161254</c:v>
                </c:pt>
                <c:pt idx="50082">
                  <c:v>0.57965277777839219</c:v>
                </c:pt>
                <c:pt idx="50083">
                  <c:v>0.57966435184789589</c:v>
                </c:pt>
                <c:pt idx="50084">
                  <c:v>0.57967592592467554</c:v>
                </c:pt>
                <c:pt idx="50085">
                  <c:v>0.57968749999417923</c:v>
                </c:pt>
                <c:pt idx="50086">
                  <c:v>0.57969907407095889</c:v>
                </c:pt>
                <c:pt idx="50087">
                  <c:v>0.57971064814773854</c:v>
                </c:pt>
                <c:pt idx="50088">
                  <c:v>0.57972222221724223</c:v>
                </c:pt>
                <c:pt idx="50089">
                  <c:v>0.57973379629402189</c:v>
                </c:pt>
                <c:pt idx="50090">
                  <c:v>0.57974537037080154</c:v>
                </c:pt>
                <c:pt idx="50091">
                  <c:v>0.57975694444030523</c:v>
                </c:pt>
                <c:pt idx="50092">
                  <c:v>0.57976851851708489</c:v>
                </c:pt>
                <c:pt idx="50093">
                  <c:v>0.57978009259386454</c:v>
                </c:pt>
                <c:pt idx="50094">
                  <c:v>0.57979166666336823</c:v>
                </c:pt>
                <c:pt idx="50095">
                  <c:v>0.57980324074014788</c:v>
                </c:pt>
                <c:pt idx="50096">
                  <c:v>0.57981481480965158</c:v>
                </c:pt>
                <c:pt idx="50097">
                  <c:v>0.57982638888643123</c:v>
                </c:pt>
                <c:pt idx="50098">
                  <c:v>0.57983796296321088</c:v>
                </c:pt>
                <c:pt idx="50099">
                  <c:v>0.57984953703271458</c:v>
                </c:pt>
                <c:pt idx="50100">
                  <c:v>0.57986111110949423</c:v>
                </c:pt>
                <c:pt idx="50101">
                  <c:v>0.57987268518627388</c:v>
                </c:pt>
                <c:pt idx="50102">
                  <c:v>0.57988425925577758</c:v>
                </c:pt>
                <c:pt idx="50103">
                  <c:v>0.57989583333255723</c:v>
                </c:pt>
                <c:pt idx="50104">
                  <c:v>0.57990740740206093</c:v>
                </c:pt>
                <c:pt idx="50105">
                  <c:v>0.57991898147884058</c:v>
                </c:pt>
                <c:pt idx="50106">
                  <c:v>0.57993055555562023</c:v>
                </c:pt>
                <c:pt idx="50107">
                  <c:v>0.57994212962512393</c:v>
                </c:pt>
                <c:pt idx="50108">
                  <c:v>0.57995370370190358</c:v>
                </c:pt>
                <c:pt idx="50109">
                  <c:v>0.57996527777868323</c:v>
                </c:pt>
                <c:pt idx="50110">
                  <c:v>0.57997685184818693</c:v>
                </c:pt>
                <c:pt idx="50111">
                  <c:v>0.57998842592496658</c:v>
                </c:pt>
                <c:pt idx="50112">
                  <c:v>0.57999999999447027</c:v>
                </c:pt>
                <c:pt idx="50113">
                  <c:v>0.58001157407124992</c:v>
                </c:pt>
                <c:pt idx="50114">
                  <c:v>0.58002314814802958</c:v>
                </c:pt>
                <c:pt idx="50115">
                  <c:v>0.58003472221753327</c:v>
                </c:pt>
                <c:pt idx="50116">
                  <c:v>0.58004629629431292</c:v>
                </c:pt>
                <c:pt idx="50117">
                  <c:v>0.58005787037109258</c:v>
                </c:pt>
                <c:pt idx="50118">
                  <c:v>0.58006944444059627</c:v>
                </c:pt>
                <c:pt idx="50119">
                  <c:v>0.58008101851737592</c:v>
                </c:pt>
                <c:pt idx="50120">
                  <c:v>0.58009259258687962</c:v>
                </c:pt>
                <c:pt idx="50121">
                  <c:v>0.58010416666365927</c:v>
                </c:pt>
                <c:pt idx="50122">
                  <c:v>0.58011574074043892</c:v>
                </c:pt>
                <c:pt idx="50123">
                  <c:v>0.58012731480994262</c:v>
                </c:pt>
                <c:pt idx="50124">
                  <c:v>0.58013888888672227</c:v>
                </c:pt>
                <c:pt idx="50125">
                  <c:v>0.58015046296350192</c:v>
                </c:pt>
                <c:pt idx="50126">
                  <c:v>0.58016203703300562</c:v>
                </c:pt>
                <c:pt idx="50127">
                  <c:v>0.58017361110978527</c:v>
                </c:pt>
                <c:pt idx="50128">
                  <c:v>0.58018518517928896</c:v>
                </c:pt>
                <c:pt idx="50129">
                  <c:v>0.58019675925606862</c:v>
                </c:pt>
                <c:pt idx="50130">
                  <c:v>0.58020833333284827</c:v>
                </c:pt>
                <c:pt idx="50131">
                  <c:v>0.58021990740235196</c:v>
                </c:pt>
                <c:pt idx="50132">
                  <c:v>0.58023148147913162</c:v>
                </c:pt>
                <c:pt idx="50133">
                  <c:v>0.58024305555591127</c:v>
                </c:pt>
                <c:pt idx="50134">
                  <c:v>0.58025462962541496</c:v>
                </c:pt>
                <c:pt idx="50135">
                  <c:v>0.58026620370219462</c:v>
                </c:pt>
                <c:pt idx="50136">
                  <c:v>0.58027777777897427</c:v>
                </c:pt>
                <c:pt idx="50137">
                  <c:v>0.58028935184847796</c:v>
                </c:pt>
                <c:pt idx="50138">
                  <c:v>0.58030092592525762</c:v>
                </c:pt>
                <c:pt idx="50139">
                  <c:v>0.58031249999476131</c:v>
                </c:pt>
                <c:pt idx="50140">
                  <c:v>0.58032407407154096</c:v>
                </c:pt>
                <c:pt idx="50141">
                  <c:v>0.58033564814832062</c:v>
                </c:pt>
                <c:pt idx="50142">
                  <c:v>0.58034722221782431</c:v>
                </c:pt>
                <c:pt idx="50143">
                  <c:v>0.58035879629460396</c:v>
                </c:pt>
                <c:pt idx="50144">
                  <c:v>0.58037037037138361</c:v>
                </c:pt>
                <c:pt idx="50145">
                  <c:v>0.58038194444088731</c:v>
                </c:pt>
                <c:pt idx="50146">
                  <c:v>0.58039351851766696</c:v>
                </c:pt>
                <c:pt idx="50147">
                  <c:v>0.58040509258717066</c:v>
                </c:pt>
                <c:pt idx="50148">
                  <c:v>0.58041666666395031</c:v>
                </c:pt>
                <c:pt idx="50149">
                  <c:v>0.58042824074072996</c:v>
                </c:pt>
                <c:pt idx="50150">
                  <c:v>0.58043981481023366</c:v>
                </c:pt>
                <c:pt idx="50151">
                  <c:v>0.58045138888701331</c:v>
                </c:pt>
                <c:pt idx="50152">
                  <c:v>0.58046296296379296</c:v>
                </c:pt>
                <c:pt idx="50153">
                  <c:v>0.58047453703329666</c:v>
                </c:pt>
                <c:pt idx="50154">
                  <c:v>0.58048611111007631</c:v>
                </c:pt>
                <c:pt idx="50155">
                  <c:v>0.58049768517958</c:v>
                </c:pt>
                <c:pt idx="50156">
                  <c:v>0.58050925925635966</c:v>
                </c:pt>
                <c:pt idx="50157">
                  <c:v>0.58052083333313931</c:v>
                </c:pt>
                <c:pt idx="50158">
                  <c:v>0.580532407402643</c:v>
                </c:pt>
                <c:pt idx="50159">
                  <c:v>0.58054398147942265</c:v>
                </c:pt>
                <c:pt idx="50160">
                  <c:v>0.58055555555620231</c:v>
                </c:pt>
                <c:pt idx="50161">
                  <c:v>0.580567129625706</c:v>
                </c:pt>
                <c:pt idx="50162">
                  <c:v>0.58057870370248565</c:v>
                </c:pt>
                <c:pt idx="50163">
                  <c:v>0.58059027777198935</c:v>
                </c:pt>
                <c:pt idx="50164">
                  <c:v>0.580601851848769</c:v>
                </c:pt>
                <c:pt idx="50165">
                  <c:v>0.58061342592554865</c:v>
                </c:pt>
                <c:pt idx="50166">
                  <c:v>0.58062499999505235</c:v>
                </c:pt>
                <c:pt idx="50167">
                  <c:v>0.580636574071832</c:v>
                </c:pt>
                <c:pt idx="50168">
                  <c:v>0.58064814814861165</c:v>
                </c:pt>
                <c:pt idx="50169">
                  <c:v>0.58065972221811535</c:v>
                </c:pt>
                <c:pt idx="50170">
                  <c:v>0.580671296294895</c:v>
                </c:pt>
                <c:pt idx="50171">
                  <c:v>0.58068287037167465</c:v>
                </c:pt>
                <c:pt idx="50172">
                  <c:v>0.58069444444117835</c:v>
                </c:pt>
                <c:pt idx="50173">
                  <c:v>0.580706018517958</c:v>
                </c:pt>
                <c:pt idx="50174">
                  <c:v>0.5807175925874617</c:v>
                </c:pt>
                <c:pt idx="50175">
                  <c:v>0.58072916666424135</c:v>
                </c:pt>
                <c:pt idx="50176">
                  <c:v>0.580740740741021</c:v>
                </c:pt>
                <c:pt idx="50177">
                  <c:v>0.58075231481052469</c:v>
                </c:pt>
                <c:pt idx="50178">
                  <c:v>0.58076388888730435</c:v>
                </c:pt>
                <c:pt idx="50179">
                  <c:v>0.580775462964084</c:v>
                </c:pt>
                <c:pt idx="50180">
                  <c:v>0.58078703703358769</c:v>
                </c:pt>
                <c:pt idx="50181">
                  <c:v>0.58079861111036735</c:v>
                </c:pt>
                <c:pt idx="50182">
                  <c:v>0.58081018517987104</c:v>
                </c:pt>
                <c:pt idx="50183">
                  <c:v>0.58082175925665069</c:v>
                </c:pt>
                <c:pt idx="50184">
                  <c:v>0.58083333333343035</c:v>
                </c:pt>
                <c:pt idx="50185">
                  <c:v>0.58084490740293404</c:v>
                </c:pt>
                <c:pt idx="50186">
                  <c:v>0.58085648147971369</c:v>
                </c:pt>
                <c:pt idx="50187">
                  <c:v>0.58086805555649335</c:v>
                </c:pt>
                <c:pt idx="50188">
                  <c:v>0.58087962962599704</c:v>
                </c:pt>
                <c:pt idx="50189">
                  <c:v>0.58089120370277669</c:v>
                </c:pt>
                <c:pt idx="50190">
                  <c:v>0.58090277777228039</c:v>
                </c:pt>
                <c:pt idx="50191">
                  <c:v>0.58091435184906004</c:v>
                </c:pt>
                <c:pt idx="50192">
                  <c:v>0.58092592592583969</c:v>
                </c:pt>
                <c:pt idx="50193">
                  <c:v>0.58093749999534339</c:v>
                </c:pt>
                <c:pt idx="50194">
                  <c:v>0.58094907407212304</c:v>
                </c:pt>
                <c:pt idx="50195">
                  <c:v>0.58096064814890269</c:v>
                </c:pt>
                <c:pt idx="50196">
                  <c:v>0.58097222221840639</c:v>
                </c:pt>
                <c:pt idx="50197">
                  <c:v>0.58098379629518604</c:v>
                </c:pt>
                <c:pt idx="50198">
                  <c:v>0.58099537036468973</c:v>
                </c:pt>
                <c:pt idx="50199">
                  <c:v>0.58100694444146939</c:v>
                </c:pt>
                <c:pt idx="50200">
                  <c:v>0.58101851851824904</c:v>
                </c:pt>
                <c:pt idx="50201">
                  <c:v>0.58103009258775273</c:v>
                </c:pt>
                <c:pt idx="50202">
                  <c:v>0.58104166666453239</c:v>
                </c:pt>
                <c:pt idx="50203">
                  <c:v>0.58105324074131204</c:v>
                </c:pt>
                <c:pt idx="50204">
                  <c:v>0.58106481481081573</c:v>
                </c:pt>
                <c:pt idx="50205">
                  <c:v>0.58107638888759539</c:v>
                </c:pt>
                <c:pt idx="50206">
                  <c:v>0.58108796295709908</c:v>
                </c:pt>
                <c:pt idx="50207">
                  <c:v>0.58109953703387873</c:v>
                </c:pt>
                <c:pt idx="50208">
                  <c:v>0.58111111111065838</c:v>
                </c:pt>
                <c:pt idx="50209">
                  <c:v>0.58112268518016208</c:v>
                </c:pt>
                <c:pt idx="50210">
                  <c:v>0.58113425925694173</c:v>
                </c:pt>
                <c:pt idx="50211">
                  <c:v>0.58114583333372138</c:v>
                </c:pt>
                <c:pt idx="50212">
                  <c:v>0.58115740740322508</c:v>
                </c:pt>
                <c:pt idx="50213">
                  <c:v>0.58116898148000473</c:v>
                </c:pt>
                <c:pt idx="50214">
                  <c:v>0.58118055555678438</c:v>
                </c:pt>
                <c:pt idx="50215">
                  <c:v>0.58119212962628808</c:v>
                </c:pt>
                <c:pt idx="50216">
                  <c:v>0.58120370370306773</c:v>
                </c:pt>
                <c:pt idx="50217">
                  <c:v>0.58121527777257143</c:v>
                </c:pt>
                <c:pt idx="50218">
                  <c:v>0.58122685184935108</c:v>
                </c:pt>
                <c:pt idx="50219">
                  <c:v>0.58123842592613073</c:v>
                </c:pt>
                <c:pt idx="50220">
                  <c:v>0.58124999999563443</c:v>
                </c:pt>
                <c:pt idx="50221">
                  <c:v>0.58126157407241408</c:v>
                </c:pt>
                <c:pt idx="50222">
                  <c:v>0.58127314814919373</c:v>
                </c:pt>
                <c:pt idx="50223">
                  <c:v>0.58128472221869742</c:v>
                </c:pt>
                <c:pt idx="50224">
                  <c:v>0.58129629629547708</c:v>
                </c:pt>
                <c:pt idx="50225">
                  <c:v>0.58130787036498077</c:v>
                </c:pt>
                <c:pt idx="50226">
                  <c:v>0.58131944444176042</c:v>
                </c:pt>
                <c:pt idx="50227">
                  <c:v>0.58133101851854008</c:v>
                </c:pt>
                <c:pt idx="50228">
                  <c:v>0.58134259258804377</c:v>
                </c:pt>
                <c:pt idx="50229">
                  <c:v>0.58135416666482342</c:v>
                </c:pt>
                <c:pt idx="50230">
                  <c:v>0.58136574074160308</c:v>
                </c:pt>
                <c:pt idx="50231">
                  <c:v>0.58137731481110677</c:v>
                </c:pt>
                <c:pt idx="50232">
                  <c:v>0.58138888888788642</c:v>
                </c:pt>
                <c:pt idx="50233">
                  <c:v>0.58140046295739012</c:v>
                </c:pt>
                <c:pt idx="50234">
                  <c:v>0.58141203703416977</c:v>
                </c:pt>
                <c:pt idx="50235">
                  <c:v>0.58142361111094942</c:v>
                </c:pt>
                <c:pt idx="50236">
                  <c:v>0.58143518518045312</c:v>
                </c:pt>
                <c:pt idx="50237">
                  <c:v>0.58144675925723277</c:v>
                </c:pt>
                <c:pt idx="50238">
                  <c:v>0.58145833333401242</c:v>
                </c:pt>
                <c:pt idx="50239">
                  <c:v>0.58146990740351612</c:v>
                </c:pt>
                <c:pt idx="50240">
                  <c:v>0.58148148148029577</c:v>
                </c:pt>
                <c:pt idx="50241">
                  <c:v>0.58149305554979946</c:v>
                </c:pt>
                <c:pt idx="50242">
                  <c:v>0.58150462962657912</c:v>
                </c:pt>
                <c:pt idx="50243">
                  <c:v>0.58151620370335877</c:v>
                </c:pt>
                <c:pt idx="50244">
                  <c:v>0.58152777777286246</c:v>
                </c:pt>
                <c:pt idx="50245">
                  <c:v>0.58153935184964212</c:v>
                </c:pt>
                <c:pt idx="50246">
                  <c:v>0.58155092592642177</c:v>
                </c:pt>
                <c:pt idx="50247">
                  <c:v>0.58156249999592546</c:v>
                </c:pt>
                <c:pt idx="50248">
                  <c:v>0.58157407407270512</c:v>
                </c:pt>
                <c:pt idx="50249">
                  <c:v>0.58158564814948477</c:v>
                </c:pt>
                <c:pt idx="50250">
                  <c:v>0.58159722221898846</c:v>
                </c:pt>
                <c:pt idx="50251">
                  <c:v>0.58160879629576812</c:v>
                </c:pt>
                <c:pt idx="50252">
                  <c:v>0.58162037036527181</c:v>
                </c:pt>
                <c:pt idx="50253">
                  <c:v>0.58163194444205146</c:v>
                </c:pt>
                <c:pt idx="50254">
                  <c:v>0.58164351851883112</c:v>
                </c:pt>
                <c:pt idx="50255">
                  <c:v>0.58165509258833481</c:v>
                </c:pt>
                <c:pt idx="50256">
                  <c:v>0.58166666666511446</c:v>
                </c:pt>
                <c:pt idx="50257">
                  <c:v>0.58167824074189411</c:v>
                </c:pt>
                <c:pt idx="50258">
                  <c:v>0.58168981481139781</c:v>
                </c:pt>
                <c:pt idx="50259">
                  <c:v>0.58170138888817746</c:v>
                </c:pt>
                <c:pt idx="50260">
                  <c:v>0.58171296295768116</c:v>
                </c:pt>
                <c:pt idx="50261">
                  <c:v>0.58172453703446081</c:v>
                </c:pt>
                <c:pt idx="50262">
                  <c:v>0.58173611111124046</c:v>
                </c:pt>
                <c:pt idx="50263">
                  <c:v>0.58174768518074416</c:v>
                </c:pt>
                <c:pt idx="50264">
                  <c:v>0.58175925925752381</c:v>
                </c:pt>
                <c:pt idx="50265">
                  <c:v>0.58177083333430346</c:v>
                </c:pt>
                <c:pt idx="50266">
                  <c:v>0.58178240740380716</c:v>
                </c:pt>
                <c:pt idx="50267">
                  <c:v>0.58179398148058681</c:v>
                </c:pt>
                <c:pt idx="50268">
                  <c:v>0.5818055555500905</c:v>
                </c:pt>
                <c:pt idx="50269">
                  <c:v>0.58181712962687016</c:v>
                </c:pt>
                <c:pt idx="50270">
                  <c:v>0.58182870370364981</c:v>
                </c:pt>
                <c:pt idx="50271">
                  <c:v>0.5818402777731535</c:v>
                </c:pt>
                <c:pt idx="50272">
                  <c:v>0.58185185184993315</c:v>
                </c:pt>
                <c:pt idx="50273">
                  <c:v>0.58186342592671281</c:v>
                </c:pt>
                <c:pt idx="50274">
                  <c:v>0.5818749999962165</c:v>
                </c:pt>
                <c:pt idx="50275">
                  <c:v>0.58188657407299615</c:v>
                </c:pt>
                <c:pt idx="50276">
                  <c:v>0.58189814814249985</c:v>
                </c:pt>
                <c:pt idx="50277">
                  <c:v>0.5819097222192795</c:v>
                </c:pt>
                <c:pt idx="50278">
                  <c:v>0.58192129629605915</c:v>
                </c:pt>
                <c:pt idx="50279">
                  <c:v>0.58193287036556285</c:v>
                </c:pt>
                <c:pt idx="50280">
                  <c:v>0.5819444444423425</c:v>
                </c:pt>
                <c:pt idx="50281">
                  <c:v>0.58195601851912215</c:v>
                </c:pt>
                <c:pt idx="50282">
                  <c:v>0.58196759258862585</c:v>
                </c:pt>
                <c:pt idx="50283">
                  <c:v>0.5819791666654055</c:v>
                </c:pt>
                <c:pt idx="50284">
                  <c:v>0.5819907407349092</c:v>
                </c:pt>
                <c:pt idx="50285">
                  <c:v>0.58200231481168885</c:v>
                </c:pt>
                <c:pt idx="50286">
                  <c:v>0.5820138888884685</c:v>
                </c:pt>
                <c:pt idx="50287">
                  <c:v>0.58202546295797219</c:v>
                </c:pt>
                <c:pt idx="50288">
                  <c:v>0.58203703703475185</c:v>
                </c:pt>
                <c:pt idx="50289">
                  <c:v>0.5820486111115315</c:v>
                </c:pt>
                <c:pt idx="50290">
                  <c:v>0.58206018518103519</c:v>
                </c:pt>
                <c:pt idx="50291">
                  <c:v>0.58207175925781485</c:v>
                </c:pt>
                <c:pt idx="50292">
                  <c:v>0.5820833333345945</c:v>
                </c:pt>
                <c:pt idx="50293">
                  <c:v>0.58209490740409819</c:v>
                </c:pt>
                <c:pt idx="50294">
                  <c:v>0.58210648148087785</c:v>
                </c:pt>
                <c:pt idx="50295">
                  <c:v>0.58211805555038154</c:v>
                </c:pt>
                <c:pt idx="50296">
                  <c:v>0.58212962962716119</c:v>
                </c:pt>
                <c:pt idx="50297">
                  <c:v>0.58214120370394085</c:v>
                </c:pt>
                <c:pt idx="50298">
                  <c:v>0.58215277777344454</c:v>
                </c:pt>
                <c:pt idx="50299">
                  <c:v>0.58216435185022419</c:v>
                </c:pt>
                <c:pt idx="50300">
                  <c:v>0.58217592592700385</c:v>
                </c:pt>
                <c:pt idx="50301">
                  <c:v>0.58218749999650754</c:v>
                </c:pt>
                <c:pt idx="50302">
                  <c:v>0.58219907407328719</c:v>
                </c:pt>
                <c:pt idx="50303">
                  <c:v>0.58221064814279089</c:v>
                </c:pt>
                <c:pt idx="50304">
                  <c:v>0.58222222221957054</c:v>
                </c:pt>
                <c:pt idx="50305">
                  <c:v>0.58223379629635019</c:v>
                </c:pt>
                <c:pt idx="50306">
                  <c:v>0.58224537036585389</c:v>
                </c:pt>
                <c:pt idx="50307">
                  <c:v>0.58225694444263354</c:v>
                </c:pt>
                <c:pt idx="50308">
                  <c:v>0.58226851851941319</c:v>
                </c:pt>
                <c:pt idx="50309">
                  <c:v>0.58228009258891689</c:v>
                </c:pt>
                <c:pt idx="50310">
                  <c:v>0.58229166666569654</c:v>
                </c:pt>
                <c:pt idx="50311">
                  <c:v>0.58230324073520023</c:v>
                </c:pt>
                <c:pt idx="50312">
                  <c:v>0.58231481481197989</c:v>
                </c:pt>
                <c:pt idx="50313">
                  <c:v>0.58232638888875954</c:v>
                </c:pt>
                <c:pt idx="50314">
                  <c:v>0.58233796295826323</c:v>
                </c:pt>
                <c:pt idx="50315">
                  <c:v>0.58234953703504289</c:v>
                </c:pt>
                <c:pt idx="50316">
                  <c:v>0.58236111111182254</c:v>
                </c:pt>
                <c:pt idx="50317">
                  <c:v>0.58237268518132623</c:v>
                </c:pt>
                <c:pt idx="50318">
                  <c:v>0.58238425925810589</c:v>
                </c:pt>
                <c:pt idx="50319">
                  <c:v>0.58239583332760958</c:v>
                </c:pt>
                <c:pt idx="50320">
                  <c:v>0.58240740740438923</c:v>
                </c:pt>
                <c:pt idx="50321">
                  <c:v>0.58241898148116888</c:v>
                </c:pt>
                <c:pt idx="50322">
                  <c:v>0.58243055555067258</c:v>
                </c:pt>
                <c:pt idx="50323">
                  <c:v>0.58244212962745223</c:v>
                </c:pt>
                <c:pt idx="50324">
                  <c:v>0.58245370370423188</c:v>
                </c:pt>
                <c:pt idx="50325">
                  <c:v>0.58246527777373558</c:v>
                </c:pt>
                <c:pt idx="50326">
                  <c:v>0.58247685185051523</c:v>
                </c:pt>
                <c:pt idx="50327">
                  <c:v>0.58248842592001893</c:v>
                </c:pt>
                <c:pt idx="50328">
                  <c:v>0.58249999999679858</c:v>
                </c:pt>
                <c:pt idx="50329">
                  <c:v>0.58251157407357823</c:v>
                </c:pt>
                <c:pt idx="50330">
                  <c:v>0.58252314814308193</c:v>
                </c:pt>
                <c:pt idx="50331">
                  <c:v>0.58253472221986158</c:v>
                </c:pt>
                <c:pt idx="50332">
                  <c:v>0.58254629629664123</c:v>
                </c:pt>
                <c:pt idx="50333">
                  <c:v>0.58255787036614493</c:v>
                </c:pt>
                <c:pt idx="50334">
                  <c:v>0.58256944444292458</c:v>
                </c:pt>
                <c:pt idx="50335">
                  <c:v>0.58258101851970423</c:v>
                </c:pt>
                <c:pt idx="50336">
                  <c:v>0.58259259258920792</c:v>
                </c:pt>
                <c:pt idx="50337">
                  <c:v>0.58260416666598758</c:v>
                </c:pt>
                <c:pt idx="50338">
                  <c:v>0.58261574073549127</c:v>
                </c:pt>
                <c:pt idx="50339">
                  <c:v>0.58262731481227092</c:v>
                </c:pt>
                <c:pt idx="50340">
                  <c:v>0.58263888888905058</c:v>
                </c:pt>
                <c:pt idx="50341">
                  <c:v>0.58265046295855427</c:v>
                </c:pt>
                <c:pt idx="50342">
                  <c:v>0.58266203703533392</c:v>
                </c:pt>
                <c:pt idx="50343">
                  <c:v>0.58267361111211358</c:v>
                </c:pt>
                <c:pt idx="50344">
                  <c:v>0.58268518518161727</c:v>
                </c:pt>
                <c:pt idx="50345">
                  <c:v>0.58269675925839692</c:v>
                </c:pt>
                <c:pt idx="50346">
                  <c:v>0.58270833332790062</c:v>
                </c:pt>
                <c:pt idx="50347">
                  <c:v>0.58271990740468027</c:v>
                </c:pt>
                <c:pt idx="50348">
                  <c:v>0.58273148148145992</c:v>
                </c:pt>
                <c:pt idx="50349">
                  <c:v>0.58274305555096362</c:v>
                </c:pt>
                <c:pt idx="50350">
                  <c:v>0.58275462962774327</c:v>
                </c:pt>
                <c:pt idx="50351">
                  <c:v>0.58276620370452292</c:v>
                </c:pt>
                <c:pt idx="50352">
                  <c:v>0.58277777777402662</c:v>
                </c:pt>
                <c:pt idx="50353">
                  <c:v>0.58278935185080627</c:v>
                </c:pt>
                <c:pt idx="50354">
                  <c:v>0.58280092592030996</c:v>
                </c:pt>
                <c:pt idx="50355">
                  <c:v>0.58281249999708962</c:v>
                </c:pt>
                <c:pt idx="50356">
                  <c:v>0.58282407407386927</c:v>
                </c:pt>
                <c:pt idx="50357">
                  <c:v>0.58283564814337296</c:v>
                </c:pt>
                <c:pt idx="50358">
                  <c:v>0.58284722222015262</c:v>
                </c:pt>
                <c:pt idx="50359">
                  <c:v>0.58285879629693227</c:v>
                </c:pt>
                <c:pt idx="50360">
                  <c:v>0.58287037036643596</c:v>
                </c:pt>
                <c:pt idx="50361">
                  <c:v>0.58288194444321562</c:v>
                </c:pt>
                <c:pt idx="50362">
                  <c:v>0.58289351851271931</c:v>
                </c:pt>
                <c:pt idx="50363">
                  <c:v>0.58290509258949896</c:v>
                </c:pt>
                <c:pt idx="50364">
                  <c:v>0.58291666666627862</c:v>
                </c:pt>
                <c:pt idx="50365">
                  <c:v>0.58292824073578231</c:v>
                </c:pt>
                <c:pt idx="50366">
                  <c:v>0.58293981481256196</c:v>
                </c:pt>
                <c:pt idx="50367">
                  <c:v>0.58295138888934162</c:v>
                </c:pt>
                <c:pt idx="50368">
                  <c:v>0.58296296295884531</c:v>
                </c:pt>
                <c:pt idx="50369">
                  <c:v>0.58297453703562496</c:v>
                </c:pt>
                <c:pt idx="50370">
                  <c:v>0.58298611111240461</c:v>
                </c:pt>
                <c:pt idx="50371">
                  <c:v>0.58299768518190831</c:v>
                </c:pt>
                <c:pt idx="50372">
                  <c:v>0.58300925925868796</c:v>
                </c:pt>
                <c:pt idx="50373">
                  <c:v>0.58302083332819166</c:v>
                </c:pt>
                <c:pt idx="50374">
                  <c:v>0.58303240740497131</c:v>
                </c:pt>
                <c:pt idx="50375">
                  <c:v>0.58304398148175096</c:v>
                </c:pt>
                <c:pt idx="50376">
                  <c:v>0.58305555555125466</c:v>
                </c:pt>
                <c:pt idx="50377">
                  <c:v>0.58306712962803431</c:v>
                </c:pt>
                <c:pt idx="50378">
                  <c:v>0.58307870370481396</c:v>
                </c:pt>
                <c:pt idx="50379">
                  <c:v>0.58309027777431766</c:v>
                </c:pt>
                <c:pt idx="50380">
                  <c:v>0.58310185185109731</c:v>
                </c:pt>
                <c:pt idx="50381">
                  <c:v>0.583113425920601</c:v>
                </c:pt>
                <c:pt idx="50382">
                  <c:v>0.58312499999738066</c:v>
                </c:pt>
                <c:pt idx="50383">
                  <c:v>0.58313657407416031</c:v>
                </c:pt>
                <c:pt idx="50384">
                  <c:v>0.583148148143664</c:v>
                </c:pt>
                <c:pt idx="50385">
                  <c:v>0.58315972222044365</c:v>
                </c:pt>
                <c:pt idx="50386">
                  <c:v>0.58317129629722331</c:v>
                </c:pt>
                <c:pt idx="50387">
                  <c:v>0.583182870366727</c:v>
                </c:pt>
                <c:pt idx="50388">
                  <c:v>0.58319444444350665</c:v>
                </c:pt>
                <c:pt idx="50389">
                  <c:v>0.58320601851301035</c:v>
                </c:pt>
                <c:pt idx="50390">
                  <c:v>0.58321759258979</c:v>
                </c:pt>
                <c:pt idx="50391">
                  <c:v>0.58322916666656965</c:v>
                </c:pt>
                <c:pt idx="50392">
                  <c:v>0.58324074073607335</c:v>
                </c:pt>
                <c:pt idx="50393">
                  <c:v>0.583252314812853</c:v>
                </c:pt>
                <c:pt idx="50394">
                  <c:v>0.58326388888963265</c:v>
                </c:pt>
                <c:pt idx="50395">
                  <c:v>0.58327546295913635</c:v>
                </c:pt>
                <c:pt idx="50396">
                  <c:v>0.583287037035916</c:v>
                </c:pt>
                <c:pt idx="50397">
                  <c:v>0.5832986111054197</c:v>
                </c:pt>
                <c:pt idx="50398">
                  <c:v>0.58331018518219935</c:v>
                </c:pt>
                <c:pt idx="50399">
                  <c:v>0.583321759258979</c:v>
                </c:pt>
                <c:pt idx="50400">
                  <c:v>0.58333333332848269</c:v>
                </c:pt>
                <c:pt idx="50401">
                  <c:v>0.58334490740526235</c:v>
                </c:pt>
                <c:pt idx="50402">
                  <c:v>0.583356481482042</c:v>
                </c:pt>
                <c:pt idx="50403">
                  <c:v>0.58336805555154569</c:v>
                </c:pt>
                <c:pt idx="50404">
                  <c:v>0.58337962962832535</c:v>
                </c:pt>
                <c:pt idx="50405">
                  <c:v>0.58339120369782904</c:v>
                </c:pt>
                <c:pt idx="50406">
                  <c:v>0.58340277777460869</c:v>
                </c:pt>
                <c:pt idx="50407">
                  <c:v>0.58341435185138835</c:v>
                </c:pt>
                <c:pt idx="50408">
                  <c:v>0.58342592592089204</c:v>
                </c:pt>
                <c:pt idx="50409">
                  <c:v>0.58343749999767169</c:v>
                </c:pt>
                <c:pt idx="50410">
                  <c:v>0.58344907407445135</c:v>
                </c:pt>
                <c:pt idx="50411">
                  <c:v>0.58346064814395504</c:v>
                </c:pt>
                <c:pt idx="50412">
                  <c:v>0.58347222222073469</c:v>
                </c:pt>
                <c:pt idx="50413">
                  <c:v>0.58348379629751435</c:v>
                </c:pt>
                <c:pt idx="50414">
                  <c:v>0.58349537036701804</c:v>
                </c:pt>
                <c:pt idx="50415">
                  <c:v>0.58350694444379769</c:v>
                </c:pt>
                <c:pt idx="50416">
                  <c:v>0.58351851851330139</c:v>
                </c:pt>
                <c:pt idx="50417">
                  <c:v>0.58353009259008104</c:v>
                </c:pt>
                <c:pt idx="50418">
                  <c:v>0.58354166666686069</c:v>
                </c:pt>
                <c:pt idx="50419">
                  <c:v>0.58355324073636439</c:v>
                </c:pt>
                <c:pt idx="50420">
                  <c:v>0.58356481481314404</c:v>
                </c:pt>
                <c:pt idx="50421">
                  <c:v>0.58357638888992369</c:v>
                </c:pt>
                <c:pt idx="50422">
                  <c:v>0.58358796295942739</c:v>
                </c:pt>
                <c:pt idx="50423">
                  <c:v>0.58359953703620704</c:v>
                </c:pt>
                <c:pt idx="50424">
                  <c:v>0.58361111110571073</c:v>
                </c:pt>
                <c:pt idx="50425">
                  <c:v>0.58362268518249039</c:v>
                </c:pt>
                <c:pt idx="50426">
                  <c:v>0.58363425925927004</c:v>
                </c:pt>
                <c:pt idx="50427">
                  <c:v>0.58364583332877373</c:v>
                </c:pt>
                <c:pt idx="50428">
                  <c:v>0.58365740740555339</c:v>
                </c:pt>
                <c:pt idx="50429">
                  <c:v>0.58366898148233304</c:v>
                </c:pt>
                <c:pt idx="50430">
                  <c:v>0.58368055555183673</c:v>
                </c:pt>
                <c:pt idx="50431">
                  <c:v>0.58369212962861639</c:v>
                </c:pt>
                <c:pt idx="50432">
                  <c:v>0.58370370369812008</c:v>
                </c:pt>
                <c:pt idx="50433">
                  <c:v>0.58371527777489973</c:v>
                </c:pt>
                <c:pt idx="50434">
                  <c:v>0.58372685185167938</c:v>
                </c:pt>
                <c:pt idx="50435">
                  <c:v>0.58373842592118308</c:v>
                </c:pt>
                <c:pt idx="50436">
                  <c:v>0.58374999999796273</c:v>
                </c:pt>
                <c:pt idx="50437">
                  <c:v>0.58376157407474238</c:v>
                </c:pt>
                <c:pt idx="50438">
                  <c:v>0.58377314814424608</c:v>
                </c:pt>
                <c:pt idx="50439">
                  <c:v>0.58378472222102573</c:v>
                </c:pt>
                <c:pt idx="50440">
                  <c:v>0.58379629629052943</c:v>
                </c:pt>
                <c:pt idx="50441">
                  <c:v>0.58380787036730908</c:v>
                </c:pt>
                <c:pt idx="50442">
                  <c:v>0.58381944444408873</c:v>
                </c:pt>
                <c:pt idx="50443">
                  <c:v>0.58383101851359243</c:v>
                </c:pt>
                <c:pt idx="50444">
                  <c:v>0.58384259259037208</c:v>
                </c:pt>
                <c:pt idx="50445">
                  <c:v>0.58385416666715173</c:v>
                </c:pt>
                <c:pt idx="50446">
                  <c:v>0.58386574073665543</c:v>
                </c:pt>
                <c:pt idx="50447">
                  <c:v>0.58387731481343508</c:v>
                </c:pt>
                <c:pt idx="50448">
                  <c:v>0.58388888889021473</c:v>
                </c:pt>
                <c:pt idx="50449">
                  <c:v>0.58390046295971842</c:v>
                </c:pt>
                <c:pt idx="50450">
                  <c:v>0.58391203703649808</c:v>
                </c:pt>
                <c:pt idx="50451">
                  <c:v>0.58392361110600177</c:v>
                </c:pt>
                <c:pt idx="50452">
                  <c:v>0.58393518518278142</c:v>
                </c:pt>
                <c:pt idx="50453">
                  <c:v>0.58394675925956108</c:v>
                </c:pt>
                <c:pt idx="50454">
                  <c:v>0.58395833332906477</c:v>
                </c:pt>
                <c:pt idx="50455">
                  <c:v>0.58396990740584442</c:v>
                </c:pt>
                <c:pt idx="50456">
                  <c:v>0.58398148148262408</c:v>
                </c:pt>
                <c:pt idx="50457">
                  <c:v>0.58399305555212777</c:v>
                </c:pt>
                <c:pt idx="50458">
                  <c:v>0.58400462962890742</c:v>
                </c:pt>
                <c:pt idx="50459">
                  <c:v>0.58401620369841112</c:v>
                </c:pt>
                <c:pt idx="50460">
                  <c:v>0.58402777777519077</c:v>
                </c:pt>
                <c:pt idx="50461">
                  <c:v>0.58403935185197042</c:v>
                </c:pt>
                <c:pt idx="50462">
                  <c:v>0.58405092592147412</c:v>
                </c:pt>
                <c:pt idx="50463">
                  <c:v>0.58406249999825377</c:v>
                </c:pt>
                <c:pt idx="50464">
                  <c:v>0.58407407407503342</c:v>
                </c:pt>
                <c:pt idx="50465">
                  <c:v>0.58408564814453712</c:v>
                </c:pt>
                <c:pt idx="50466">
                  <c:v>0.58409722222131677</c:v>
                </c:pt>
                <c:pt idx="50467">
                  <c:v>0.58410879629082046</c:v>
                </c:pt>
                <c:pt idx="50468">
                  <c:v>0.58412037036760012</c:v>
                </c:pt>
                <c:pt idx="50469">
                  <c:v>0.58413194444437977</c:v>
                </c:pt>
                <c:pt idx="50470">
                  <c:v>0.58414351851388346</c:v>
                </c:pt>
                <c:pt idx="50471">
                  <c:v>0.58415509259066312</c:v>
                </c:pt>
                <c:pt idx="50472">
                  <c:v>0.58416666666744277</c:v>
                </c:pt>
                <c:pt idx="50473">
                  <c:v>0.58417824073694646</c:v>
                </c:pt>
                <c:pt idx="50474">
                  <c:v>0.58418981481372612</c:v>
                </c:pt>
                <c:pt idx="50475">
                  <c:v>0.58420138888322981</c:v>
                </c:pt>
                <c:pt idx="50476">
                  <c:v>0.58421296296000946</c:v>
                </c:pt>
                <c:pt idx="50477">
                  <c:v>0.58422453703678912</c:v>
                </c:pt>
                <c:pt idx="50478">
                  <c:v>0.58423611110629281</c:v>
                </c:pt>
                <c:pt idx="50479">
                  <c:v>0.58424768518307246</c:v>
                </c:pt>
                <c:pt idx="50480">
                  <c:v>0.58425925925985212</c:v>
                </c:pt>
                <c:pt idx="50481">
                  <c:v>0.58427083332935581</c:v>
                </c:pt>
                <c:pt idx="50482">
                  <c:v>0.58428240740613546</c:v>
                </c:pt>
                <c:pt idx="50483">
                  <c:v>0.58429398147563916</c:v>
                </c:pt>
                <c:pt idx="50484">
                  <c:v>0.58430555555241881</c:v>
                </c:pt>
                <c:pt idx="50485">
                  <c:v>0.58431712962919846</c:v>
                </c:pt>
                <c:pt idx="50486">
                  <c:v>0.58432870369870216</c:v>
                </c:pt>
                <c:pt idx="50487">
                  <c:v>0.58434027777548181</c:v>
                </c:pt>
                <c:pt idx="50488">
                  <c:v>0.58435185185226146</c:v>
                </c:pt>
                <c:pt idx="50489">
                  <c:v>0.58436342592176516</c:v>
                </c:pt>
                <c:pt idx="50490">
                  <c:v>0.58437499999854481</c:v>
                </c:pt>
                <c:pt idx="50491">
                  <c:v>0.58438657407532446</c:v>
                </c:pt>
                <c:pt idx="50492">
                  <c:v>0.58439814814482816</c:v>
                </c:pt>
                <c:pt idx="50493">
                  <c:v>0.58440972222160781</c:v>
                </c:pt>
                <c:pt idx="50494">
                  <c:v>0.5844212962911115</c:v>
                </c:pt>
                <c:pt idx="50495">
                  <c:v>0.58443287036789116</c:v>
                </c:pt>
                <c:pt idx="50496">
                  <c:v>0.58444444444467081</c:v>
                </c:pt>
                <c:pt idx="50497">
                  <c:v>0.5844560185141745</c:v>
                </c:pt>
                <c:pt idx="50498">
                  <c:v>0.58446759259095415</c:v>
                </c:pt>
                <c:pt idx="50499">
                  <c:v>0.58447916666773381</c:v>
                </c:pt>
                <c:pt idx="50500">
                  <c:v>0.5844907407372375</c:v>
                </c:pt>
                <c:pt idx="50501">
                  <c:v>0.58450231481401715</c:v>
                </c:pt>
                <c:pt idx="50502">
                  <c:v>0.58451388888352085</c:v>
                </c:pt>
                <c:pt idx="50503">
                  <c:v>0.5845254629603005</c:v>
                </c:pt>
                <c:pt idx="50504">
                  <c:v>0.58453703703708015</c:v>
                </c:pt>
                <c:pt idx="50505">
                  <c:v>0.58454861110658385</c:v>
                </c:pt>
                <c:pt idx="50506">
                  <c:v>0.5845601851833635</c:v>
                </c:pt>
                <c:pt idx="50507">
                  <c:v>0.58457175926014315</c:v>
                </c:pt>
                <c:pt idx="50508">
                  <c:v>0.58458333332964685</c:v>
                </c:pt>
                <c:pt idx="50509">
                  <c:v>0.5845949074064265</c:v>
                </c:pt>
                <c:pt idx="50510">
                  <c:v>0.5846064814759302</c:v>
                </c:pt>
                <c:pt idx="50511">
                  <c:v>0.58461805555270985</c:v>
                </c:pt>
                <c:pt idx="50512">
                  <c:v>0.5846296296294895</c:v>
                </c:pt>
                <c:pt idx="50513">
                  <c:v>0.58464120369899319</c:v>
                </c:pt>
                <c:pt idx="50514">
                  <c:v>0.58465277777577285</c:v>
                </c:pt>
                <c:pt idx="50515">
                  <c:v>0.5846643518525525</c:v>
                </c:pt>
                <c:pt idx="50516">
                  <c:v>0.58467592592205619</c:v>
                </c:pt>
                <c:pt idx="50517">
                  <c:v>0.58468749999883585</c:v>
                </c:pt>
                <c:pt idx="50518">
                  <c:v>0.58469907406833954</c:v>
                </c:pt>
                <c:pt idx="50519">
                  <c:v>0.58471064814511919</c:v>
                </c:pt>
                <c:pt idx="50520">
                  <c:v>0.58472222222189885</c:v>
                </c:pt>
                <c:pt idx="50521">
                  <c:v>0.58473379629140254</c:v>
                </c:pt>
                <c:pt idx="50522">
                  <c:v>0.58474537036818219</c:v>
                </c:pt>
                <c:pt idx="50523">
                  <c:v>0.58475694444496185</c:v>
                </c:pt>
                <c:pt idx="50524">
                  <c:v>0.58476851851446554</c:v>
                </c:pt>
                <c:pt idx="50525">
                  <c:v>0.58478009259124519</c:v>
                </c:pt>
                <c:pt idx="50526">
                  <c:v>0.58479166666074889</c:v>
                </c:pt>
                <c:pt idx="50527">
                  <c:v>0.58480324073752854</c:v>
                </c:pt>
                <c:pt idx="50528">
                  <c:v>0.58481481481430819</c:v>
                </c:pt>
                <c:pt idx="50529">
                  <c:v>0.58482638888381189</c:v>
                </c:pt>
                <c:pt idx="50530">
                  <c:v>0.58483796296059154</c:v>
                </c:pt>
                <c:pt idx="50531">
                  <c:v>0.58484953703737119</c:v>
                </c:pt>
                <c:pt idx="50532">
                  <c:v>0.58486111110687489</c:v>
                </c:pt>
                <c:pt idx="50533">
                  <c:v>0.58487268518365454</c:v>
                </c:pt>
                <c:pt idx="50534">
                  <c:v>0.58488425926043419</c:v>
                </c:pt>
                <c:pt idx="50535">
                  <c:v>0.58489583332993789</c:v>
                </c:pt>
                <c:pt idx="50536">
                  <c:v>0.58490740740671754</c:v>
                </c:pt>
                <c:pt idx="50537">
                  <c:v>0.58491898147622123</c:v>
                </c:pt>
                <c:pt idx="50538">
                  <c:v>0.58493055555300089</c:v>
                </c:pt>
                <c:pt idx="50539">
                  <c:v>0.58494212962978054</c:v>
                </c:pt>
                <c:pt idx="50540">
                  <c:v>0.58495370369928423</c:v>
                </c:pt>
                <c:pt idx="50541">
                  <c:v>0.58496527777606389</c:v>
                </c:pt>
                <c:pt idx="50542">
                  <c:v>0.58497685185284354</c:v>
                </c:pt>
                <c:pt idx="50543">
                  <c:v>0.58498842592234723</c:v>
                </c:pt>
                <c:pt idx="50544">
                  <c:v>0.58499999999912689</c:v>
                </c:pt>
                <c:pt idx="50545">
                  <c:v>0.58501157406863058</c:v>
                </c:pt>
                <c:pt idx="50546">
                  <c:v>0.58502314814541023</c:v>
                </c:pt>
                <c:pt idx="50547">
                  <c:v>0.58503472222218988</c:v>
                </c:pt>
                <c:pt idx="50548">
                  <c:v>0.58504629629169358</c:v>
                </c:pt>
                <c:pt idx="50549">
                  <c:v>0.58505787036847323</c:v>
                </c:pt>
                <c:pt idx="50550">
                  <c:v>0.58506944444525288</c:v>
                </c:pt>
                <c:pt idx="50551">
                  <c:v>0.58508101851475658</c:v>
                </c:pt>
                <c:pt idx="50552">
                  <c:v>0.58509259259153623</c:v>
                </c:pt>
                <c:pt idx="50553">
                  <c:v>0.58510416666103993</c:v>
                </c:pt>
                <c:pt idx="50554">
                  <c:v>0.58511574073781958</c:v>
                </c:pt>
                <c:pt idx="50555">
                  <c:v>0.58512731481459923</c:v>
                </c:pt>
                <c:pt idx="50556">
                  <c:v>0.58513888888410293</c:v>
                </c:pt>
                <c:pt idx="50557">
                  <c:v>0.58515046296088258</c:v>
                </c:pt>
                <c:pt idx="50558">
                  <c:v>0.58516203703766223</c:v>
                </c:pt>
                <c:pt idx="50559">
                  <c:v>0.58517361110716593</c:v>
                </c:pt>
                <c:pt idx="50560">
                  <c:v>0.58518518518394558</c:v>
                </c:pt>
                <c:pt idx="50561">
                  <c:v>0.58519675925344927</c:v>
                </c:pt>
                <c:pt idx="50562">
                  <c:v>0.58520833333022892</c:v>
                </c:pt>
                <c:pt idx="50563">
                  <c:v>0.58521990740700858</c:v>
                </c:pt>
                <c:pt idx="50564">
                  <c:v>0.58523148147651227</c:v>
                </c:pt>
                <c:pt idx="50565">
                  <c:v>0.58524305555329192</c:v>
                </c:pt>
                <c:pt idx="50566">
                  <c:v>0.58525462963007158</c:v>
                </c:pt>
                <c:pt idx="50567">
                  <c:v>0.58526620369957527</c:v>
                </c:pt>
                <c:pt idx="50568">
                  <c:v>0.58527777777635492</c:v>
                </c:pt>
                <c:pt idx="50569">
                  <c:v>0.58528935185313458</c:v>
                </c:pt>
                <c:pt idx="50570">
                  <c:v>0.58530092592263827</c:v>
                </c:pt>
                <c:pt idx="50571">
                  <c:v>0.58531249999941792</c:v>
                </c:pt>
                <c:pt idx="50572">
                  <c:v>0.58532407406892162</c:v>
                </c:pt>
                <c:pt idx="50573">
                  <c:v>0.58533564814570127</c:v>
                </c:pt>
                <c:pt idx="50574">
                  <c:v>0.58534722222248092</c:v>
                </c:pt>
                <c:pt idx="50575">
                  <c:v>0.58535879629198462</c:v>
                </c:pt>
                <c:pt idx="50576">
                  <c:v>0.58537037036876427</c:v>
                </c:pt>
                <c:pt idx="50577">
                  <c:v>0.58538194444554392</c:v>
                </c:pt>
                <c:pt idx="50578">
                  <c:v>0.58539351851504762</c:v>
                </c:pt>
                <c:pt idx="50579">
                  <c:v>0.58540509259182727</c:v>
                </c:pt>
                <c:pt idx="50580">
                  <c:v>0.58541666666133096</c:v>
                </c:pt>
                <c:pt idx="50581">
                  <c:v>0.58542824073811062</c:v>
                </c:pt>
                <c:pt idx="50582">
                  <c:v>0.58543981481489027</c:v>
                </c:pt>
                <c:pt idx="50583">
                  <c:v>0.58545138888439396</c:v>
                </c:pt>
                <c:pt idx="50584">
                  <c:v>0.58546296296117362</c:v>
                </c:pt>
                <c:pt idx="50585">
                  <c:v>0.58547453703795327</c:v>
                </c:pt>
                <c:pt idx="50586">
                  <c:v>0.58548611110745696</c:v>
                </c:pt>
                <c:pt idx="50587">
                  <c:v>0.58549768518423662</c:v>
                </c:pt>
                <c:pt idx="50588">
                  <c:v>0.58550925925374031</c:v>
                </c:pt>
                <c:pt idx="50589">
                  <c:v>0.58552083333051996</c:v>
                </c:pt>
                <c:pt idx="50590">
                  <c:v>0.58553240740729962</c:v>
                </c:pt>
                <c:pt idx="50591">
                  <c:v>0.58554398147680331</c:v>
                </c:pt>
                <c:pt idx="50592">
                  <c:v>0.58555555555358296</c:v>
                </c:pt>
                <c:pt idx="50593">
                  <c:v>0.58556712963036261</c:v>
                </c:pt>
                <c:pt idx="50594">
                  <c:v>0.58557870369986631</c:v>
                </c:pt>
                <c:pt idx="50595">
                  <c:v>0.58559027777664596</c:v>
                </c:pt>
                <c:pt idx="50596">
                  <c:v>0.58560185184614966</c:v>
                </c:pt>
                <c:pt idx="50597">
                  <c:v>0.58561342592292931</c:v>
                </c:pt>
                <c:pt idx="50598">
                  <c:v>0.58562499999970896</c:v>
                </c:pt>
                <c:pt idx="50599">
                  <c:v>0.58563657406921266</c:v>
                </c:pt>
                <c:pt idx="50600">
                  <c:v>0.58564814814599231</c:v>
                </c:pt>
                <c:pt idx="50601">
                  <c:v>0.58565972222277196</c:v>
                </c:pt>
                <c:pt idx="50602">
                  <c:v>0.58567129629227566</c:v>
                </c:pt>
                <c:pt idx="50603">
                  <c:v>0.58568287036905531</c:v>
                </c:pt>
                <c:pt idx="50604">
                  <c:v>0.585694444438559</c:v>
                </c:pt>
                <c:pt idx="50605">
                  <c:v>0.58570601851533866</c:v>
                </c:pt>
                <c:pt idx="50606">
                  <c:v>0.58571759259211831</c:v>
                </c:pt>
                <c:pt idx="50607">
                  <c:v>0.585729166661622</c:v>
                </c:pt>
                <c:pt idx="50608">
                  <c:v>0.58574074073840166</c:v>
                </c:pt>
                <c:pt idx="50609">
                  <c:v>0.58575231481518131</c:v>
                </c:pt>
                <c:pt idx="50610">
                  <c:v>0.585763888884685</c:v>
                </c:pt>
                <c:pt idx="50611">
                  <c:v>0.58577546296146465</c:v>
                </c:pt>
                <c:pt idx="50612">
                  <c:v>0.58578703703824431</c:v>
                </c:pt>
                <c:pt idx="50613">
                  <c:v>0.585798611107748</c:v>
                </c:pt>
                <c:pt idx="50614">
                  <c:v>0.58581018518452765</c:v>
                </c:pt>
                <c:pt idx="50615">
                  <c:v>0.58582175925403135</c:v>
                </c:pt>
                <c:pt idx="50616">
                  <c:v>0.585833333330811</c:v>
                </c:pt>
                <c:pt idx="50617">
                  <c:v>0.58584490740759065</c:v>
                </c:pt>
                <c:pt idx="50618">
                  <c:v>0.58585648147709435</c:v>
                </c:pt>
                <c:pt idx="50619">
                  <c:v>0.585868055553874</c:v>
                </c:pt>
                <c:pt idx="50620">
                  <c:v>0.58587962963065365</c:v>
                </c:pt>
                <c:pt idx="50621">
                  <c:v>0.58589120370015735</c:v>
                </c:pt>
                <c:pt idx="50622">
                  <c:v>0.585902777776937</c:v>
                </c:pt>
                <c:pt idx="50623">
                  <c:v>0.5859143518464407</c:v>
                </c:pt>
                <c:pt idx="50624">
                  <c:v>0.58592592592322035</c:v>
                </c:pt>
                <c:pt idx="50625">
                  <c:v>0.5859375</c:v>
                </c:pt>
                <c:pt idx="50626">
                  <c:v>0.58594907406950369</c:v>
                </c:pt>
                <c:pt idx="50627">
                  <c:v>0.58596064814628335</c:v>
                </c:pt>
                <c:pt idx="50628">
                  <c:v>0.585972222223063</c:v>
                </c:pt>
                <c:pt idx="50629">
                  <c:v>0.58598379629256669</c:v>
                </c:pt>
                <c:pt idx="50630">
                  <c:v>0.58599537036934635</c:v>
                </c:pt>
                <c:pt idx="50631">
                  <c:v>0.58600694443885004</c:v>
                </c:pt>
                <c:pt idx="50632">
                  <c:v>0.58601851851562969</c:v>
                </c:pt>
                <c:pt idx="50633">
                  <c:v>0.58603009259240935</c:v>
                </c:pt>
                <c:pt idx="50634">
                  <c:v>0.58604166666191304</c:v>
                </c:pt>
                <c:pt idx="50635">
                  <c:v>0.58605324073869269</c:v>
                </c:pt>
                <c:pt idx="50636">
                  <c:v>0.58606481481547235</c:v>
                </c:pt>
                <c:pt idx="50637">
                  <c:v>0.58607638888497604</c:v>
                </c:pt>
                <c:pt idx="50638">
                  <c:v>0.58608796296175569</c:v>
                </c:pt>
                <c:pt idx="50639">
                  <c:v>0.58609953703125939</c:v>
                </c:pt>
                <c:pt idx="50640">
                  <c:v>0.58611111110803904</c:v>
                </c:pt>
                <c:pt idx="50641">
                  <c:v>0.58612268518481869</c:v>
                </c:pt>
                <c:pt idx="50642">
                  <c:v>0.58613425925432239</c:v>
                </c:pt>
                <c:pt idx="50643">
                  <c:v>0.58614583333110204</c:v>
                </c:pt>
                <c:pt idx="50644">
                  <c:v>0.58615740740788169</c:v>
                </c:pt>
                <c:pt idx="50645">
                  <c:v>0.58616898147738539</c:v>
                </c:pt>
                <c:pt idx="50646">
                  <c:v>0.58618055555416504</c:v>
                </c:pt>
                <c:pt idx="50647">
                  <c:v>0.58619212963094469</c:v>
                </c:pt>
                <c:pt idx="50648">
                  <c:v>0.58620370370044839</c:v>
                </c:pt>
                <c:pt idx="50649">
                  <c:v>0.58621527777722804</c:v>
                </c:pt>
                <c:pt idx="50650">
                  <c:v>0.58622685184673173</c:v>
                </c:pt>
                <c:pt idx="50651">
                  <c:v>0.58623842592351139</c:v>
                </c:pt>
                <c:pt idx="50652">
                  <c:v>0.58625000000029104</c:v>
                </c:pt>
                <c:pt idx="50653">
                  <c:v>0.58626157406979473</c:v>
                </c:pt>
                <c:pt idx="50654">
                  <c:v>0.58627314814657439</c:v>
                </c:pt>
                <c:pt idx="50655">
                  <c:v>0.58628472222335404</c:v>
                </c:pt>
                <c:pt idx="50656">
                  <c:v>0.58629629629285773</c:v>
                </c:pt>
                <c:pt idx="50657">
                  <c:v>0.58630787036963739</c:v>
                </c:pt>
                <c:pt idx="50658">
                  <c:v>0.58631944443914108</c:v>
                </c:pt>
                <c:pt idx="50659">
                  <c:v>0.58633101851592073</c:v>
                </c:pt>
                <c:pt idx="50660">
                  <c:v>0.58634259259270038</c:v>
                </c:pt>
                <c:pt idx="50661">
                  <c:v>0.58635416666220408</c:v>
                </c:pt>
                <c:pt idx="50662">
                  <c:v>0.58636574073898373</c:v>
                </c:pt>
                <c:pt idx="50663">
                  <c:v>0.58637731481576338</c:v>
                </c:pt>
                <c:pt idx="50664">
                  <c:v>0.58638888888526708</c:v>
                </c:pt>
                <c:pt idx="50665">
                  <c:v>0.58640046296204673</c:v>
                </c:pt>
                <c:pt idx="50666">
                  <c:v>0.58641203703155043</c:v>
                </c:pt>
                <c:pt idx="50667">
                  <c:v>0.58642361110833008</c:v>
                </c:pt>
                <c:pt idx="50668">
                  <c:v>0.58643518518510973</c:v>
                </c:pt>
                <c:pt idx="50669">
                  <c:v>0.58644675925461343</c:v>
                </c:pt>
                <c:pt idx="50670">
                  <c:v>0.58645833333139308</c:v>
                </c:pt>
                <c:pt idx="50671">
                  <c:v>0.58646990740817273</c:v>
                </c:pt>
                <c:pt idx="50672">
                  <c:v>0.58648148147767643</c:v>
                </c:pt>
                <c:pt idx="50673">
                  <c:v>0.58649305555445608</c:v>
                </c:pt>
                <c:pt idx="50674">
                  <c:v>0.58650462962395977</c:v>
                </c:pt>
                <c:pt idx="50675">
                  <c:v>0.58651620370073942</c:v>
                </c:pt>
                <c:pt idx="50676">
                  <c:v>0.58652777777751908</c:v>
                </c:pt>
                <c:pt idx="50677">
                  <c:v>0.58653935184702277</c:v>
                </c:pt>
                <c:pt idx="50678">
                  <c:v>0.58655092592380242</c:v>
                </c:pt>
                <c:pt idx="50679">
                  <c:v>0.58656250000058208</c:v>
                </c:pt>
                <c:pt idx="50680">
                  <c:v>0.58657407407008577</c:v>
                </c:pt>
                <c:pt idx="50681">
                  <c:v>0.58658564814686542</c:v>
                </c:pt>
                <c:pt idx="50682">
                  <c:v>0.58659722221636912</c:v>
                </c:pt>
                <c:pt idx="50683">
                  <c:v>0.58660879629314877</c:v>
                </c:pt>
                <c:pt idx="50684">
                  <c:v>0.58662037036992842</c:v>
                </c:pt>
                <c:pt idx="50685">
                  <c:v>0.58663194443943212</c:v>
                </c:pt>
                <c:pt idx="50686">
                  <c:v>0.58664351851621177</c:v>
                </c:pt>
                <c:pt idx="50687">
                  <c:v>0.58665509259299142</c:v>
                </c:pt>
                <c:pt idx="50688">
                  <c:v>0.58666666666249512</c:v>
                </c:pt>
                <c:pt idx="50689">
                  <c:v>0.58667824073927477</c:v>
                </c:pt>
                <c:pt idx="50690">
                  <c:v>0.58668981481605442</c:v>
                </c:pt>
                <c:pt idx="50691">
                  <c:v>0.58670138888555812</c:v>
                </c:pt>
                <c:pt idx="50692">
                  <c:v>0.58671296296233777</c:v>
                </c:pt>
                <c:pt idx="50693">
                  <c:v>0.58672453703184146</c:v>
                </c:pt>
                <c:pt idx="50694">
                  <c:v>0.58673611110862112</c:v>
                </c:pt>
                <c:pt idx="50695">
                  <c:v>0.58674768518540077</c:v>
                </c:pt>
                <c:pt idx="50696">
                  <c:v>0.58675925925490446</c:v>
                </c:pt>
                <c:pt idx="50697">
                  <c:v>0.58677083333168412</c:v>
                </c:pt>
                <c:pt idx="50698">
                  <c:v>0.58678240740846377</c:v>
                </c:pt>
                <c:pt idx="50699">
                  <c:v>0.58679398147796746</c:v>
                </c:pt>
                <c:pt idx="50700">
                  <c:v>0.58680555555474712</c:v>
                </c:pt>
                <c:pt idx="50701">
                  <c:v>0.58681712962425081</c:v>
                </c:pt>
                <c:pt idx="50702">
                  <c:v>0.58682870370103046</c:v>
                </c:pt>
                <c:pt idx="50703">
                  <c:v>0.58684027777781012</c:v>
                </c:pt>
                <c:pt idx="50704">
                  <c:v>0.58685185184731381</c:v>
                </c:pt>
                <c:pt idx="50705">
                  <c:v>0.58686342592409346</c:v>
                </c:pt>
                <c:pt idx="50706">
                  <c:v>0.58687500000087311</c:v>
                </c:pt>
                <c:pt idx="50707">
                  <c:v>0.58688657407037681</c:v>
                </c:pt>
                <c:pt idx="50708">
                  <c:v>0.58689814814715646</c:v>
                </c:pt>
                <c:pt idx="50709">
                  <c:v>0.58690972221666016</c:v>
                </c:pt>
                <c:pt idx="50710">
                  <c:v>0.58692129629343981</c:v>
                </c:pt>
                <c:pt idx="50711">
                  <c:v>0.58693287037021946</c:v>
                </c:pt>
                <c:pt idx="50712">
                  <c:v>0.58694444443972316</c:v>
                </c:pt>
                <c:pt idx="50713">
                  <c:v>0.58695601851650281</c:v>
                </c:pt>
                <c:pt idx="50714">
                  <c:v>0.58696759259328246</c:v>
                </c:pt>
                <c:pt idx="50715">
                  <c:v>0.58697916666278616</c:v>
                </c:pt>
                <c:pt idx="50716">
                  <c:v>0.58699074073956581</c:v>
                </c:pt>
                <c:pt idx="50717">
                  <c:v>0.5870023148090695</c:v>
                </c:pt>
                <c:pt idx="50718">
                  <c:v>0.58701388888584916</c:v>
                </c:pt>
                <c:pt idx="50719">
                  <c:v>0.58702546296262881</c:v>
                </c:pt>
                <c:pt idx="50720">
                  <c:v>0.5870370370321325</c:v>
                </c:pt>
                <c:pt idx="50721">
                  <c:v>0.58704861110891216</c:v>
                </c:pt>
                <c:pt idx="50722">
                  <c:v>0.58706018518569181</c:v>
                </c:pt>
                <c:pt idx="50723">
                  <c:v>0.5870717592551955</c:v>
                </c:pt>
                <c:pt idx="50724">
                  <c:v>0.58708333333197515</c:v>
                </c:pt>
                <c:pt idx="50725">
                  <c:v>0.58709490740147885</c:v>
                </c:pt>
                <c:pt idx="50726">
                  <c:v>0.5871064814782585</c:v>
                </c:pt>
                <c:pt idx="50727">
                  <c:v>0.58711805555503815</c:v>
                </c:pt>
                <c:pt idx="50728">
                  <c:v>0.58712962962454185</c:v>
                </c:pt>
                <c:pt idx="50729">
                  <c:v>0.5871412037013215</c:v>
                </c:pt>
                <c:pt idx="50730">
                  <c:v>0.58715277777810115</c:v>
                </c:pt>
                <c:pt idx="50731">
                  <c:v>0.58716435184760485</c:v>
                </c:pt>
                <c:pt idx="50732">
                  <c:v>0.5871759259243845</c:v>
                </c:pt>
                <c:pt idx="50733">
                  <c:v>0.58718750000116415</c:v>
                </c:pt>
                <c:pt idx="50734">
                  <c:v>0.58719907407066785</c:v>
                </c:pt>
                <c:pt idx="50735">
                  <c:v>0.5872106481474475</c:v>
                </c:pt>
                <c:pt idx="50736">
                  <c:v>0.5872222222169512</c:v>
                </c:pt>
                <c:pt idx="50737">
                  <c:v>0.58723379629373085</c:v>
                </c:pt>
                <c:pt idx="50738">
                  <c:v>0.5872453703705105</c:v>
                </c:pt>
                <c:pt idx="50739">
                  <c:v>0.58725694444001419</c:v>
                </c:pt>
                <c:pt idx="50740">
                  <c:v>0.58726851851679385</c:v>
                </c:pt>
                <c:pt idx="50741">
                  <c:v>0.5872800925935735</c:v>
                </c:pt>
                <c:pt idx="50742">
                  <c:v>0.58729166666307719</c:v>
                </c:pt>
                <c:pt idx="50743">
                  <c:v>0.58730324073985685</c:v>
                </c:pt>
                <c:pt idx="50744">
                  <c:v>0.58731481480936054</c:v>
                </c:pt>
                <c:pt idx="50745">
                  <c:v>0.58732638888614019</c:v>
                </c:pt>
                <c:pt idx="50746">
                  <c:v>0.58733796296291985</c:v>
                </c:pt>
                <c:pt idx="50747">
                  <c:v>0.58734953703242354</c:v>
                </c:pt>
                <c:pt idx="50748">
                  <c:v>0.58736111110920319</c:v>
                </c:pt>
                <c:pt idx="50749">
                  <c:v>0.58737268518598285</c:v>
                </c:pt>
                <c:pt idx="50750">
                  <c:v>0.58738425925548654</c:v>
                </c:pt>
                <c:pt idx="50751">
                  <c:v>0.58739583333226619</c:v>
                </c:pt>
                <c:pt idx="50752">
                  <c:v>0.58740740740176989</c:v>
                </c:pt>
                <c:pt idx="50753">
                  <c:v>0.58741898147854954</c:v>
                </c:pt>
                <c:pt idx="50754">
                  <c:v>0.58743055555532919</c:v>
                </c:pt>
                <c:pt idx="50755">
                  <c:v>0.58744212962483289</c:v>
                </c:pt>
                <c:pt idx="50756">
                  <c:v>0.58745370370161254</c:v>
                </c:pt>
                <c:pt idx="50757">
                  <c:v>0.58746527777839219</c:v>
                </c:pt>
                <c:pt idx="50758">
                  <c:v>0.58747685184789589</c:v>
                </c:pt>
                <c:pt idx="50759">
                  <c:v>0.58748842592467554</c:v>
                </c:pt>
                <c:pt idx="50760">
                  <c:v>0.58749999999417923</c:v>
                </c:pt>
                <c:pt idx="50761">
                  <c:v>0.58751157407095889</c:v>
                </c:pt>
                <c:pt idx="50762">
                  <c:v>0.58752314814773854</c:v>
                </c:pt>
                <c:pt idx="50763">
                  <c:v>0.58753472221724223</c:v>
                </c:pt>
                <c:pt idx="50764">
                  <c:v>0.58754629629402189</c:v>
                </c:pt>
                <c:pt idx="50765">
                  <c:v>0.58755787037080154</c:v>
                </c:pt>
                <c:pt idx="50766">
                  <c:v>0.58756944444030523</c:v>
                </c:pt>
                <c:pt idx="50767">
                  <c:v>0.58758101851708489</c:v>
                </c:pt>
                <c:pt idx="50768">
                  <c:v>0.58759259259386454</c:v>
                </c:pt>
                <c:pt idx="50769">
                  <c:v>0.58760416666336823</c:v>
                </c:pt>
                <c:pt idx="50770">
                  <c:v>0.58761574074014788</c:v>
                </c:pt>
                <c:pt idx="50771">
                  <c:v>0.58762731480965158</c:v>
                </c:pt>
                <c:pt idx="50772">
                  <c:v>0.58763888888643123</c:v>
                </c:pt>
                <c:pt idx="50773">
                  <c:v>0.58765046296321088</c:v>
                </c:pt>
                <c:pt idx="50774">
                  <c:v>0.58766203703271458</c:v>
                </c:pt>
                <c:pt idx="50775">
                  <c:v>0.58767361110949423</c:v>
                </c:pt>
                <c:pt idx="50776">
                  <c:v>0.58768518518627388</c:v>
                </c:pt>
                <c:pt idx="50777">
                  <c:v>0.58769675925577758</c:v>
                </c:pt>
                <c:pt idx="50778">
                  <c:v>0.58770833333255723</c:v>
                </c:pt>
                <c:pt idx="50779">
                  <c:v>0.58771990740206093</c:v>
                </c:pt>
                <c:pt idx="50780">
                  <c:v>0.58773148147884058</c:v>
                </c:pt>
                <c:pt idx="50781">
                  <c:v>0.58774305555562023</c:v>
                </c:pt>
                <c:pt idx="50782">
                  <c:v>0.58775462962512393</c:v>
                </c:pt>
                <c:pt idx="50783">
                  <c:v>0.58776620370190358</c:v>
                </c:pt>
                <c:pt idx="50784">
                  <c:v>0.58777777777868323</c:v>
                </c:pt>
                <c:pt idx="50785">
                  <c:v>0.58778935184818693</c:v>
                </c:pt>
                <c:pt idx="50786">
                  <c:v>0.58780092592496658</c:v>
                </c:pt>
                <c:pt idx="50787">
                  <c:v>0.58781249999447027</c:v>
                </c:pt>
                <c:pt idx="50788">
                  <c:v>0.58782407407124992</c:v>
                </c:pt>
                <c:pt idx="50789">
                  <c:v>0.58783564814802958</c:v>
                </c:pt>
                <c:pt idx="50790">
                  <c:v>0.58784722221753327</c:v>
                </c:pt>
                <c:pt idx="50791">
                  <c:v>0.58785879629431292</c:v>
                </c:pt>
                <c:pt idx="50792">
                  <c:v>0.58787037037109258</c:v>
                </c:pt>
                <c:pt idx="50793">
                  <c:v>0.58788194444059627</c:v>
                </c:pt>
                <c:pt idx="50794">
                  <c:v>0.58789351851737592</c:v>
                </c:pt>
                <c:pt idx="50795">
                  <c:v>0.58790509258687962</c:v>
                </c:pt>
                <c:pt idx="50796">
                  <c:v>0.58791666666365927</c:v>
                </c:pt>
                <c:pt idx="50797">
                  <c:v>0.58792824074043892</c:v>
                </c:pt>
                <c:pt idx="50798">
                  <c:v>0.58793981480994262</c:v>
                </c:pt>
                <c:pt idx="50799">
                  <c:v>0.58795138888672227</c:v>
                </c:pt>
                <c:pt idx="50800">
                  <c:v>0.58796296296350192</c:v>
                </c:pt>
                <c:pt idx="50801">
                  <c:v>0.58797453703300562</c:v>
                </c:pt>
                <c:pt idx="50802">
                  <c:v>0.58798611110978527</c:v>
                </c:pt>
                <c:pt idx="50803">
                  <c:v>0.58799768517928896</c:v>
                </c:pt>
                <c:pt idx="50804">
                  <c:v>0.58800925925606862</c:v>
                </c:pt>
                <c:pt idx="50805">
                  <c:v>0.58802083333284827</c:v>
                </c:pt>
                <c:pt idx="50806">
                  <c:v>0.58803240740235196</c:v>
                </c:pt>
                <c:pt idx="50807">
                  <c:v>0.58804398147913162</c:v>
                </c:pt>
                <c:pt idx="50808">
                  <c:v>0.58805555555591127</c:v>
                </c:pt>
                <c:pt idx="50809">
                  <c:v>0.58806712962541496</c:v>
                </c:pt>
                <c:pt idx="50810">
                  <c:v>0.58807870370219462</c:v>
                </c:pt>
                <c:pt idx="50811">
                  <c:v>0.58809027777897427</c:v>
                </c:pt>
                <c:pt idx="50812">
                  <c:v>0.58810185184847796</c:v>
                </c:pt>
                <c:pt idx="50813">
                  <c:v>0.58811342592525762</c:v>
                </c:pt>
                <c:pt idx="50814">
                  <c:v>0.58812499999476131</c:v>
                </c:pt>
                <c:pt idx="50815">
                  <c:v>0.58813657407154096</c:v>
                </c:pt>
                <c:pt idx="50816">
                  <c:v>0.58814814814832062</c:v>
                </c:pt>
                <c:pt idx="50817">
                  <c:v>0.58815972221782431</c:v>
                </c:pt>
                <c:pt idx="50818">
                  <c:v>0.58817129629460396</c:v>
                </c:pt>
                <c:pt idx="50819">
                  <c:v>0.58818287037138361</c:v>
                </c:pt>
                <c:pt idx="50820">
                  <c:v>0.58819444444088731</c:v>
                </c:pt>
                <c:pt idx="50821">
                  <c:v>0.58820601851766696</c:v>
                </c:pt>
                <c:pt idx="50822">
                  <c:v>0.58821759258717066</c:v>
                </c:pt>
                <c:pt idx="50823">
                  <c:v>0.58822916666395031</c:v>
                </c:pt>
                <c:pt idx="50824">
                  <c:v>0.58824074074072996</c:v>
                </c:pt>
                <c:pt idx="50825">
                  <c:v>0.58825231481023366</c:v>
                </c:pt>
                <c:pt idx="50826">
                  <c:v>0.58826388888701331</c:v>
                </c:pt>
                <c:pt idx="50827">
                  <c:v>0.58827546296379296</c:v>
                </c:pt>
                <c:pt idx="50828">
                  <c:v>0.58828703703329666</c:v>
                </c:pt>
                <c:pt idx="50829">
                  <c:v>0.58829861111007631</c:v>
                </c:pt>
                <c:pt idx="50830">
                  <c:v>0.58831018517958</c:v>
                </c:pt>
                <c:pt idx="50831">
                  <c:v>0.58832175925635966</c:v>
                </c:pt>
                <c:pt idx="50832">
                  <c:v>0.58833333333313931</c:v>
                </c:pt>
                <c:pt idx="50833">
                  <c:v>0.588344907402643</c:v>
                </c:pt>
                <c:pt idx="50834">
                  <c:v>0.58835648147942265</c:v>
                </c:pt>
                <c:pt idx="50835">
                  <c:v>0.58836805555620231</c:v>
                </c:pt>
                <c:pt idx="50836">
                  <c:v>0.588379629625706</c:v>
                </c:pt>
                <c:pt idx="50837">
                  <c:v>0.58839120370248565</c:v>
                </c:pt>
                <c:pt idx="50838">
                  <c:v>0.58840277777198935</c:v>
                </c:pt>
                <c:pt idx="50839">
                  <c:v>0.588414351848769</c:v>
                </c:pt>
                <c:pt idx="50840">
                  <c:v>0.58842592592554865</c:v>
                </c:pt>
                <c:pt idx="50841">
                  <c:v>0.58843749999505235</c:v>
                </c:pt>
                <c:pt idx="50842">
                  <c:v>0.588449074071832</c:v>
                </c:pt>
                <c:pt idx="50843">
                  <c:v>0.58846064814861165</c:v>
                </c:pt>
                <c:pt idx="50844">
                  <c:v>0.58847222221811535</c:v>
                </c:pt>
                <c:pt idx="50845">
                  <c:v>0.588483796294895</c:v>
                </c:pt>
                <c:pt idx="50846">
                  <c:v>0.58849537037167465</c:v>
                </c:pt>
                <c:pt idx="50847">
                  <c:v>0.58850694444117835</c:v>
                </c:pt>
                <c:pt idx="50848">
                  <c:v>0.588518518517958</c:v>
                </c:pt>
                <c:pt idx="50849">
                  <c:v>0.5885300925874617</c:v>
                </c:pt>
                <c:pt idx="50850">
                  <c:v>0.58854166666424135</c:v>
                </c:pt>
                <c:pt idx="50851">
                  <c:v>0.588553240741021</c:v>
                </c:pt>
                <c:pt idx="50852">
                  <c:v>0.58856481481052469</c:v>
                </c:pt>
                <c:pt idx="50853">
                  <c:v>0.58857638888730435</c:v>
                </c:pt>
                <c:pt idx="50854">
                  <c:v>0.588587962964084</c:v>
                </c:pt>
                <c:pt idx="50855">
                  <c:v>0.58859953703358769</c:v>
                </c:pt>
                <c:pt idx="50856">
                  <c:v>0.58861111111036735</c:v>
                </c:pt>
                <c:pt idx="50857">
                  <c:v>0.58862268517987104</c:v>
                </c:pt>
                <c:pt idx="50858">
                  <c:v>0.58863425925665069</c:v>
                </c:pt>
                <c:pt idx="50859">
                  <c:v>0.58864583333343035</c:v>
                </c:pt>
                <c:pt idx="50860">
                  <c:v>0.58865740740293404</c:v>
                </c:pt>
                <c:pt idx="50861">
                  <c:v>0.58866898147971369</c:v>
                </c:pt>
                <c:pt idx="50862">
                  <c:v>0.58868055555649335</c:v>
                </c:pt>
                <c:pt idx="50863">
                  <c:v>0.58869212962599704</c:v>
                </c:pt>
                <c:pt idx="50864">
                  <c:v>0.58870370370277669</c:v>
                </c:pt>
                <c:pt idx="50865">
                  <c:v>0.58871527777228039</c:v>
                </c:pt>
                <c:pt idx="50866">
                  <c:v>0.58872685184906004</c:v>
                </c:pt>
                <c:pt idx="50867">
                  <c:v>0.58873842592583969</c:v>
                </c:pt>
                <c:pt idx="50868">
                  <c:v>0.58874999999534339</c:v>
                </c:pt>
                <c:pt idx="50869">
                  <c:v>0.58876157407212304</c:v>
                </c:pt>
                <c:pt idx="50870">
                  <c:v>0.58877314814890269</c:v>
                </c:pt>
                <c:pt idx="50871">
                  <c:v>0.58878472221840639</c:v>
                </c:pt>
                <c:pt idx="50872">
                  <c:v>0.58879629629518604</c:v>
                </c:pt>
                <c:pt idx="50873">
                  <c:v>0.58880787036468973</c:v>
                </c:pt>
                <c:pt idx="50874">
                  <c:v>0.58881944444146939</c:v>
                </c:pt>
                <c:pt idx="50875">
                  <c:v>0.58883101851824904</c:v>
                </c:pt>
                <c:pt idx="50876">
                  <c:v>0.58884259258775273</c:v>
                </c:pt>
                <c:pt idx="50877">
                  <c:v>0.58885416666453239</c:v>
                </c:pt>
                <c:pt idx="50878">
                  <c:v>0.58886574074131204</c:v>
                </c:pt>
                <c:pt idx="50879">
                  <c:v>0.58887731481081573</c:v>
                </c:pt>
                <c:pt idx="50880">
                  <c:v>0.58888888888759539</c:v>
                </c:pt>
                <c:pt idx="50881">
                  <c:v>0.58890046295709908</c:v>
                </c:pt>
                <c:pt idx="50882">
                  <c:v>0.58891203703387873</c:v>
                </c:pt>
                <c:pt idx="50883">
                  <c:v>0.58892361111065838</c:v>
                </c:pt>
                <c:pt idx="50884">
                  <c:v>0.58893518518016208</c:v>
                </c:pt>
                <c:pt idx="50885">
                  <c:v>0.58894675925694173</c:v>
                </c:pt>
                <c:pt idx="50886">
                  <c:v>0.58895833333372138</c:v>
                </c:pt>
                <c:pt idx="50887">
                  <c:v>0.58896990740322508</c:v>
                </c:pt>
                <c:pt idx="50888">
                  <c:v>0.58898148148000473</c:v>
                </c:pt>
                <c:pt idx="50889">
                  <c:v>0.58899305555678438</c:v>
                </c:pt>
                <c:pt idx="50890">
                  <c:v>0.58900462962628808</c:v>
                </c:pt>
                <c:pt idx="50891">
                  <c:v>0.58901620370306773</c:v>
                </c:pt>
                <c:pt idx="50892">
                  <c:v>0.58902777777257143</c:v>
                </c:pt>
                <c:pt idx="50893">
                  <c:v>0.58903935184935108</c:v>
                </c:pt>
                <c:pt idx="50894">
                  <c:v>0.58905092592613073</c:v>
                </c:pt>
                <c:pt idx="50895">
                  <c:v>0.58906249999563443</c:v>
                </c:pt>
                <c:pt idx="50896">
                  <c:v>0.58907407407241408</c:v>
                </c:pt>
                <c:pt idx="50897">
                  <c:v>0.58908564814919373</c:v>
                </c:pt>
                <c:pt idx="50898">
                  <c:v>0.58909722221869742</c:v>
                </c:pt>
                <c:pt idx="50899">
                  <c:v>0.58910879629547708</c:v>
                </c:pt>
                <c:pt idx="50900">
                  <c:v>0.58912037036498077</c:v>
                </c:pt>
                <c:pt idx="50901">
                  <c:v>0.58913194444176042</c:v>
                </c:pt>
                <c:pt idx="50902">
                  <c:v>0.58914351851854008</c:v>
                </c:pt>
                <c:pt idx="50903">
                  <c:v>0.58915509258804377</c:v>
                </c:pt>
                <c:pt idx="50904">
                  <c:v>0.58916666666482342</c:v>
                </c:pt>
                <c:pt idx="50905">
                  <c:v>0.58917824074160308</c:v>
                </c:pt>
                <c:pt idx="50906">
                  <c:v>0.58918981481110677</c:v>
                </c:pt>
                <c:pt idx="50907">
                  <c:v>0.58920138888788642</c:v>
                </c:pt>
                <c:pt idx="50908">
                  <c:v>0.58921296295739012</c:v>
                </c:pt>
                <c:pt idx="50909">
                  <c:v>0.58922453703416977</c:v>
                </c:pt>
                <c:pt idx="50910">
                  <c:v>0.58923611111094942</c:v>
                </c:pt>
                <c:pt idx="50911">
                  <c:v>0.58924768518045312</c:v>
                </c:pt>
                <c:pt idx="50912">
                  <c:v>0.58925925925723277</c:v>
                </c:pt>
                <c:pt idx="50913">
                  <c:v>0.58927083333401242</c:v>
                </c:pt>
                <c:pt idx="50914">
                  <c:v>0.58928240740351612</c:v>
                </c:pt>
                <c:pt idx="50915">
                  <c:v>0.58929398148029577</c:v>
                </c:pt>
                <c:pt idx="50916">
                  <c:v>0.58930555554979946</c:v>
                </c:pt>
                <c:pt idx="50917">
                  <c:v>0.58931712962657912</c:v>
                </c:pt>
                <c:pt idx="50918">
                  <c:v>0.58932870370335877</c:v>
                </c:pt>
                <c:pt idx="50919">
                  <c:v>0.58934027777286246</c:v>
                </c:pt>
                <c:pt idx="50920">
                  <c:v>0.58935185184964212</c:v>
                </c:pt>
                <c:pt idx="50921">
                  <c:v>0.58936342592642177</c:v>
                </c:pt>
                <c:pt idx="50922">
                  <c:v>0.58937499999592546</c:v>
                </c:pt>
                <c:pt idx="50923">
                  <c:v>0.58938657407270512</c:v>
                </c:pt>
                <c:pt idx="50924">
                  <c:v>0.58939814814948477</c:v>
                </c:pt>
                <c:pt idx="50925">
                  <c:v>0.58940972221898846</c:v>
                </c:pt>
                <c:pt idx="50926">
                  <c:v>0.58942129629576812</c:v>
                </c:pt>
                <c:pt idx="50927">
                  <c:v>0.58943287036527181</c:v>
                </c:pt>
                <c:pt idx="50928">
                  <c:v>0.58944444444205146</c:v>
                </c:pt>
                <c:pt idx="50929">
                  <c:v>0.58945601851883112</c:v>
                </c:pt>
                <c:pt idx="50930">
                  <c:v>0.58946759258833481</c:v>
                </c:pt>
                <c:pt idx="50931">
                  <c:v>0.58947916666511446</c:v>
                </c:pt>
                <c:pt idx="50932">
                  <c:v>0.58949074074189411</c:v>
                </c:pt>
                <c:pt idx="50933">
                  <c:v>0.58950231481139781</c:v>
                </c:pt>
                <c:pt idx="50934">
                  <c:v>0.58951388888817746</c:v>
                </c:pt>
                <c:pt idx="50935">
                  <c:v>0.58952546295768116</c:v>
                </c:pt>
                <c:pt idx="50936">
                  <c:v>0.58953703703446081</c:v>
                </c:pt>
                <c:pt idx="50937">
                  <c:v>0.58954861111124046</c:v>
                </c:pt>
                <c:pt idx="50938">
                  <c:v>0.58956018518074416</c:v>
                </c:pt>
                <c:pt idx="50939">
                  <c:v>0.58957175925752381</c:v>
                </c:pt>
                <c:pt idx="50940">
                  <c:v>0.58958333333430346</c:v>
                </c:pt>
                <c:pt idx="50941">
                  <c:v>0.58959490740380716</c:v>
                </c:pt>
                <c:pt idx="50942">
                  <c:v>0.58960648148058681</c:v>
                </c:pt>
                <c:pt idx="50943">
                  <c:v>0.5896180555500905</c:v>
                </c:pt>
                <c:pt idx="50944">
                  <c:v>0.58962962962687016</c:v>
                </c:pt>
                <c:pt idx="50945">
                  <c:v>0.58964120370364981</c:v>
                </c:pt>
                <c:pt idx="50946">
                  <c:v>0.5896527777731535</c:v>
                </c:pt>
                <c:pt idx="50947">
                  <c:v>0.58966435184993315</c:v>
                </c:pt>
                <c:pt idx="50948">
                  <c:v>0.58967592592671281</c:v>
                </c:pt>
                <c:pt idx="50949">
                  <c:v>0.5896874999962165</c:v>
                </c:pt>
                <c:pt idx="50950">
                  <c:v>0.58969907407299615</c:v>
                </c:pt>
                <c:pt idx="50951">
                  <c:v>0.58971064814249985</c:v>
                </c:pt>
                <c:pt idx="50952">
                  <c:v>0.5897222222192795</c:v>
                </c:pt>
                <c:pt idx="50953">
                  <c:v>0.58973379629605915</c:v>
                </c:pt>
                <c:pt idx="50954">
                  <c:v>0.58974537036556285</c:v>
                </c:pt>
                <c:pt idx="50955">
                  <c:v>0.5897569444423425</c:v>
                </c:pt>
                <c:pt idx="50956">
                  <c:v>0.58976851851912215</c:v>
                </c:pt>
                <c:pt idx="50957">
                  <c:v>0.58978009258862585</c:v>
                </c:pt>
                <c:pt idx="50958">
                  <c:v>0.5897916666654055</c:v>
                </c:pt>
                <c:pt idx="50959">
                  <c:v>0.5898032407349092</c:v>
                </c:pt>
                <c:pt idx="50960">
                  <c:v>0.58981481481168885</c:v>
                </c:pt>
                <c:pt idx="50961">
                  <c:v>0.5898263888884685</c:v>
                </c:pt>
                <c:pt idx="50962">
                  <c:v>0.58983796295797219</c:v>
                </c:pt>
                <c:pt idx="50963">
                  <c:v>0.58984953703475185</c:v>
                </c:pt>
                <c:pt idx="50964">
                  <c:v>0.5898611111115315</c:v>
                </c:pt>
                <c:pt idx="50965">
                  <c:v>0.58987268518103519</c:v>
                </c:pt>
                <c:pt idx="50966">
                  <c:v>0.58988425925781485</c:v>
                </c:pt>
                <c:pt idx="50967">
                  <c:v>0.5898958333345945</c:v>
                </c:pt>
                <c:pt idx="50968">
                  <c:v>0.58990740740409819</c:v>
                </c:pt>
                <c:pt idx="50969">
                  <c:v>0.58991898148087785</c:v>
                </c:pt>
                <c:pt idx="50970">
                  <c:v>0.58993055555038154</c:v>
                </c:pt>
                <c:pt idx="50971">
                  <c:v>0.58994212962716119</c:v>
                </c:pt>
                <c:pt idx="50972">
                  <c:v>0.58995370370394085</c:v>
                </c:pt>
                <c:pt idx="50973">
                  <c:v>0.58996527777344454</c:v>
                </c:pt>
                <c:pt idx="50974">
                  <c:v>0.58997685185022419</c:v>
                </c:pt>
                <c:pt idx="50975">
                  <c:v>0.58998842592700385</c:v>
                </c:pt>
                <c:pt idx="50976">
                  <c:v>0.58999999999650754</c:v>
                </c:pt>
                <c:pt idx="50977">
                  <c:v>0.59001157407328719</c:v>
                </c:pt>
                <c:pt idx="50978">
                  <c:v>0.59002314814279089</c:v>
                </c:pt>
                <c:pt idx="50979">
                  <c:v>0.59003472221957054</c:v>
                </c:pt>
                <c:pt idx="50980">
                  <c:v>0.59004629629635019</c:v>
                </c:pt>
                <c:pt idx="50981">
                  <c:v>0.59005787036585389</c:v>
                </c:pt>
                <c:pt idx="50982">
                  <c:v>0.59006944444263354</c:v>
                </c:pt>
                <c:pt idx="50983">
                  <c:v>0.59008101851941319</c:v>
                </c:pt>
                <c:pt idx="50984">
                  <c:v>0.59009259258891689</c:v>
                </c:pt>
                <c:pt idx="50985">
                  <c:v>0.59010416666569654</c:v>
                </c:pt>
                <c:pt idx="50986">
                  <c:v>0.59011574073520023</c:v>
                </c:pt>
                <c:pt idx="50987">
                  <c:v>0.59012731481197989</c:v>
                </c:pt>
                <c:pt idx="50988">
                  <c:v>0.59013888888875954</c:v>
                </c:pt>
                <c:pt idx="50989">
                  <c:v>0.59015046295826323</c:v>
                </c:pt>
                <c:pt idx="50990">
                  <c:v>0.59016203703504289</c:v>
                </c:pt>
                <c:pt idx="50991">
                  <c:v>0.59017361111182254</c:v>
                </c:pt>
                <c:pt idx="50992">
                  <c:v>0.59018518518132623</c:v>
                </c:pt>
                <c:pt idx="50993">
                  <c:v>0.59019675925810589</c:v>
                </c:pt>
                <c:pt idx="50994">
                  <c:v>0.59020833332760958</c:v>
                </c:pt>
                <c:pt idx="50995">
                  <c:v>0.59021990740438923</c:v>
                </c:pt>
                <c:pt idx="50996">
                  <c:v>0.59023148148116888</c:v>
                </c:pt>
                <c:pt idx="50997">
                  <c:v>0.59024305555067258</c:v>
                </c:pt>
                <c:pt idx="50998">
                  <c:v>0.59025462962745223</c:v>
                </c:pt>
                <c:pt idx="50999">
                  <c:v>0.59026620370423188</c:v>
                </c:pt>
                <c:pt idx="51000">
                  <c:v>0.59027777777373558</c:v>
                </c:pt>
                <c:pt idx="51001">
                  <c:v>0.59028935185051523</c:v>
                </c:pt>
                <c:pt idx="51002">
                  <c:v>0.59030092592001893</c:v>
                </c:pt>
                <c:pt idx="51003">
                  <c:v>0.59031249999679858</c:v>
                </c:pt>
                <c:pt idx="51004">
                  <c:v>0.59032407407357823</c:v>
                </c:pt>
                <c:pt idx="51005">
                  <c:v>0.59033564814308193</c:v>
                </c:pt>
                <c:pt idx="51006">
                  <c:v>0.59034722221986158</c:v>
                </c:pt>
                <c:pt idx="51007">
                  <c:v>0.59035879629664123</c:v>
                </c:pt>
                <c:pt idx="51008">
                  <c:v>0.59037037036614493</c:v>
                </c:pt>
                <c:pt idx="51009">
                  <c:v>0.59038194444292458</c:v>
                </c:pt>
                <c:pt idx="51010">
                  <c:v>0.59039351851970423</c:v>
                </c:pt>
                <c:pt idx="51011">
                  <c:v>0.59040509258920792</c:v>
                </c:pt>
                <c:pt idx="51012">
                  <c:v>0.59041666666598758</c:v>
                </c:pt>
                <c:pt idx="51013">
                  <c:v>0.59042824073549127</c:v>
                </c:pt>
                <c:pt idx="51014">
                  <c:v>0.59043981481227092</c:v>
                </c:pt>
                <c:pt idx="51015">
                  <c:v>0.59045138888905058</c:v>
                </c:pt>
                <c:pt idx="51016">
                  <c:v>0.59046296295855427</c:v>
                </c:pt>
                <c:pt idx="51017">
                  <c:v>0.59047453703533392</c:v>
                </c:pt>
                <c:pt idx="51018">
                  <c:v>0.59048611111211358</c:v>
                </c:pt>
                <c:pt idx="51019">
                  <c:v>0.59049768518161727</c:v>
                </c:pt>
                <c:pt idx="51020">
                  <c:v>0.59050925925839692</c:v>
                </c:pt>
                <c:pt idx="51021">
                  <c:v>0.59052083332790062</c:v>
                </c:pt>
                <c:pt idx="51022">
                  <c:v>0.59053240740468027</c:v>
                </c:pt>
                <c:pt idx="51023">
                  <c:v>0.59054398148145992</c:v>
                </c:pt>
                <c:pt idx="51024">
                  <c:v>0.59055555555096362</c:v>
                </c:pt>
                <c:pt idx="51025">
                  <c:v>0.59056712962774327</c:v>
                </c:pt>
                <c:pt idx="51026">
                  <c:v>0.59057870370452292</c:v>
                </c:pt>
                <c:pt idx="51027">
                  <c:v>0.59059027777402662</c:v>
                </c:pt>
                <c:pt idx="51028">
                  <c:v>0.59060185185080627</c:v>
                </c:pt>
                <c:pt idx="51029">
                  <c:v>0.59061342592030996</c:v>
                </c:pt>
                <c:pt idx="51030">
                  <c:v>0.59062499999708962</c:v>
                </c:pt>
                <c:pt idx="51031">
                  <c:v>0.59063657407386927</c:v>
                </c:pt>
                <c:pt idx="51032">
                  <c:v>0.59064814814337296</c:v>
                </c:pt>
                <c:pt idx="51033">
                  <c:v>0.59065972222015262</c:v>
                </c:pt>
                <c:pt idx="51034">
                  <c:v>0.59067129629693227</c:v>
                </c:pt>
                <c:pt idx="51035">
                  <c:v>0.59068287036643596</c:v>
                </c:pt>
                <c:pt idx="51036">
                  <c:v>0.59069444444321562</c:v>
                </c:pt>
                <c:pt idx="51037">
                  <c:v>0.59070601851271931</c:v>
                </c:pt>
                <c:pt idx="51038">
                  <c:v>0.59071759258949896</c:v>
                </c:pt>
                <c:pt idx="51039">
                  <c:v>0.59072916666627862</c:v>
                </c:pt>
                <c:pt idx="51040">
                  <c:v>0.59074074073578231</c:v>
                </c:pt>
                <c:pt idx="51041">
                  <c:v>0.59075231481256196</c:v>
                </c:pt>
                <c:pt idx="51042">
                  <c:v>0.59076388888934162</c:v>
                </c:pt>
                <c:pt idx="51043">
                  <c:v>0.59077546295884531</c:v>
                </c:pt>
                <c:pt idx="51044">
                  <c:v>0.59078703703562496</c:v>
                </c:pt>
                <c:pt idx="51045">
                  <c:v>0.59079861111240461</c:v>
                </c:pt>
                <c:pt idx="51046">
                  <c:v>0.59081018518190831</c:v>
                </c:pt>
                <c:pt idx="51047">
                  <c:v>0.59082175925868796</c:v>
                </c:pt>
                <c:pt idx="51048">
                  <c:v>0.59083333332819166</c:v>
                </c:pt>
                <c:pt idx="51049">
                  <c:v>0.59084490740497131</c:v>
                </c:pt>
                <c:pt idx="51050">
                  <c:v>0.59085648148175096</c:v>
                </c:pt>
                <c:pt idx="51051">
                  <c:v>0.59086805555125466</c:v>
                </c:pt>
                <c:pt idx="51052">
                  <c:v>0.59087962962803431</c:v>
                </c:pt>
                <c:pt idx="51053">
                  <c:v>0.59089120370481396</c:v>
                </c:pt>
                <c:pt idx="51054">
                  <c:v>0.59090277777431766</c:v>
                </c:pt>
                <c:pt idx="51055">
                  <c:v>0.59091435185109731</c:v>
                </c:pt>
                <c:pt idx="51056">
                  <c:v>0.590925925920601</c:v>
                </c:pt>
                <c:pt idx="51057">
                  <c:v>0.59093749999738066</c:v>
                </c:pt>
                <c:pt idx="51058">
                  <c:v>0.59094907407416031</c:v>
                </c:pt>
                <c:pt idx="51059">
                  <c:v>0.590960648143664</c:v>
                </c:pt>
                <c:pt idx="51060">
                  <c:v>0.59097222222044365</c:v>
                </c:pt>
                <c:pt idx="51061">
                  <c:v>0.59098379629722331</c:v>
                </c:pt>
                <c:pt idx="51062">
                  <c:v>0.590995370366727</c:v>
                </c:pt>
                <c:pt idx="51063">
                  <c:v>0.59100694444350665</c:v>
                </c:pt>
                <c:pt idx="51064">
                  <c:v>0.59101851851301035</c:v>
                </c:pt>
                <c:pt idx="51065">
                  <c:v>0.59103009258979</c:v>
                </c:pt>
                <c:pt idx="51066">
                  <c:v>0.59104166666656965</c:v>
                </c:pt>
                <c:pt idx="51067">
                  <c:v>0.59105324073607335</c:v>
                </c:pt>
                <c:pt idx="51068">
                  <c:v>0.591064814812853</c:v>
                </c:pt>
                <c:pt idx="51069">
                  <c:v>0.59107638888963265</c:v>
                </c:pt>
                <c:pt idx="51070">
                  <c:v>0.59108796295913635</c:v>
                </c:pt>
                <c:pt idx="51071">
                  <c:v>0.591099537035916</c:v>
                </c:pt>
                <c:pt idx="51072">
                  <c:v>0.5911111111054197</c:v>
                </c:pt>
                <c:pt idx="51073">
                  <c:v>0.59112268518219935</c:v>
                </c:pt>
                <c:pt idx="51074">
                  <c:v>0.591134259258979</c:v>
                </c:pt>
                <c:pt idx="51075">
                  <c:v>0.59114583332848269</c:v>
                </c:pt>
                <c:pt idx="51076">
                  <c:v>0.59115740740526235</c:v>
                </c:pt>
                <c:pt idx="51077">
                  <c:v>0.591168981482042</c:v>
                </c:pt>
                <c:pt idx="51078">
                  <c:v>0.59118055555154569</c:v>
                </c:pt>
                <c:pt idx="51079">
                  <c:v>0.59119212962832535</c:v>
                </c:pt>
                <c:pt idx="51080">
                  <c:v>0.59120370369782904</c:v>
                </c:pt>
                <c:pt idx="51081">
                  <c:v>0.59121527777460869</c:v>
                </c:pt>
                <c:pt idx="51082">
                  <c:v>0.59122685185138835</c:v>
                </c:pt>
                <c:pt idx="51083">
                  <c:v>0.59123842592089204</c:v>
                </c:pt>
                <c:pt idx="51084">
                  <c:v>0.59124999999767169</c:v>
                </c:pt>
                <c:pt idx="51085">
                  <c:v>0.59126157407445135</c:v>
                </c:pt>
                <c:pt idx="51086">
                  <c:v>0.59127314814395504</c:v>
                </c:pt>
                <c:pt idx="51087">
                  <c:v>0.59128472222073469</c:v>
                </c:pt>
                <c:pt idx="51088">
                  <c:v>0.59129629629751435</c:v>
                </c:pt>
                <c:pt idx="51089">
                  <c:v>0.59130787036701804</c:v>
                </c:pt>
                <c:pt idx="51090">
                  <c:v>0.59131944444379769</c:v>
                </c:pt>
                <c:pt idx="51091">
                  <c:v>0.59133101851330139</c:v>
                </c:pt>
                <c:pt idx="51092">
                  <c:v>0.59134259259008104</c:v>
                </c:pt>
                <c:pt idx="51093">
                  <c:v>0.59135416666686069</c:v>
                </c:pt>
                <c:pt idx="51094">
                  <c:v>0.59136574073636439</c:v>
                </c:pt>
                <c:pt idx="51095">
                  <c:v>0.59137731481314404</c:v>
                </c:pt>
                <c:pt idx="51096">
                  <c:v>0.59138888888992369</c:v>
                </c:pt>
                <c:pt idx="51097">
                  <c:v>0.59140046295942739</c:v>
                </c:pt>
                <c:pt idx="51098">
                  <c:v>0.59141203703620704</c:v>
                </c:pt>
                <c:pt idx="51099">
                  <c:v>0.59142361110571073</c:v>
                </c:pt>
                <c:pt idx="51100">
                  <c:v>0.59143518518249039</c:v>
                </c:pt>
                <c:pt idx="51101">
                  <c:v>0.59144675925927004</c:v>
                </c:pt>
                <c:pt idx="51102">
                  <c:v>0.59145833332877373</c:v>
                </c:pt>
                <c:pt idx="51103">
                  <c:v>0.59146990740555339</c:v>
                </c:pt>
                <c:pt idx="51104">
                  <c:v>0.59148148148233304</c:v>
                </c:pt>
                <c:pt idx="51105">
                  <c:v>0.59149305555183673</c:v>
                </c:pt>
                <c:pt idx="51106">
                  <c:v>0.59150462962861639</c:v>
                </c:pt>
                <c:pt idx="51107">
                  <c:v>0.59151620369812008</c:v>
                </c:pt>
                <c:pt idx="51108">
                  <c:v>0.59152777777489973</c:v>
                </c:pt>
                <c:pt idx="51109">
                  <c:v>0.59153935185167938</c:v>
                </c:pt>
                <c:pt idx="51110">
                  <c:v>0.59155092592118308</c:v>
                </c:pt>
                <c:pt idx="51111">
                  <c:v>0.59156249999796273</c:v>
                </c:pt>
                <c:pt idx="51112">
                  <c:v>0.59157407407474238</c:v>
                </c:pt>
                <c:pt idx="51113">
                  <c:v>0.59158564814424608</c:v>
                </c:pt>
                <c:pt idx="51114">
                  <c:v>0.59159722222102573</c:v>
                </c:pt>
                <c:pt idx="51115">
                  <c:v>0.59160879629052943</c:v>
                </c:pt>
                <c:pt idx="51116">
                  <c:v>0.59162037036730908</c:v>
                </c:pt>
                <c:pt idx="51117">
                  <c:v>0.59163194444408873</c:v>
                </c:pt>
                <c:pt idx="51118">
                  <c:v>0.59164351851359243</c:v>
                </c:pt>
                <c:pt idx="51119">
                  <c:v>0.59165509259037208</c:v>
                </c:pt>
                <c:pt idx="51120">
                  <c:v>0.59166666666715173</c:v>
                </c:pt>
                <c:pt idx="51121">
                  <c:v>0.59167824073665543</c:v>
                </c:pt>
                <c:pt idx="51122">
                  <c:v>0.59168981481343508</c:v>
                </c:pt>
                <c:pt idx="51123">
                  <c:v>0.59170138889021473</c:v>
                </c:pt>
                <c:pt idx="51124">
                  <c:v>0.59171296295971842</c:v>
                </c:pt>
                <c:pt idx="51125">
                  <c:v>0.59172453703649808</c:v>
                </c:pt>
                <c:pt idx="51126">
                  <c:v>0.59173611110600177</c:v>
                </c:pt>
                <c:pt idx="51127">
                  <c:v>0.59174768518278142</c:v>
                </c:pt>
                <c:pt idx="51128">
                  <c:v>0.59175925925956108</c:v>
                </c:pt>
                <c:pt idx="51129">
                  <c:v>0.59177083332906477</c:v>
                </c:pt>
                <c:pt idx="51130">
                  <c:v>0.59178240740584442</c:v>
                </c:pt>
                <c:pt idx="51131">
                  <c:v>0.59179398148262408</c:v>
                </c:pt>
                <c:pt idx="51132">
                  <c:v>0.59180555555212777</c:v>
                </c:pt>
                <c:pt idx="51133">
                  <c:v>0.59181712962890742</c:v>
                </c:pt>
                <c:pt idx="51134">
                  <c:v>0.59182870369841112</c:v>
                </c:pt>
                <c:pt idx="51135">
                  <c:v>0.59184027777519077</c:v>
                </c:pt>
                <c:pt idx="51136">
                  <c:v>0.59185185185197042</c:v>
                </c:pt>
                <c:pt idx="51137">
                  <c:v>0.59186342592147412</c:v>
                </c:pt>
                <c:pt idx="51138">
                  <c:v>0.59187499999825377</c:v>
                </c:pt>
                <c:pt idx="51139">
                  <c:v>0.59188657407503342</c:v>
                </c:pt>
                <c:pt idx="51140">
                  <c:v>0.59189814814453712</c:v>
                </c:pt>
                <c:pt idx="51141">
                  <c:v>0.59190972222131677</c:v>
                </c:pt>
                <c:pt idx="51142">
                  <c:v>0.59192129629082046</c:v>
                </c:pt>
                <c:pt idx="51143">
                  <c:v>0.59193287036760012</c:v>
                </c:pt>
                <c:pt idx="51144">
                  <c:v>0.59194444444437977</c:v>
                </c:pt>
                <c:pt idx="51145">
                  <c:v>0.59195601851388346</c:v>
                </c:pt>
                <c:pt idx="51146">
                  <c:v>0.59196759259066312</c:v>
                </c:pt>
                <c:pt idx="51147">
                  <c:v>0.59197916666744277</c:v>
                </c:pt>
                <c:pt idx="51148">
                  <c:v>0.59199074073694646</c:v>
                </c:pt>
                <c:pt idx="51149">
                  <c:v>0.59200231481372612</c:v>
                </c:pt>
                <c:pt idx="51150">
                  <c:v>0.59201388888322981</c:v>
                </c:pt>
                <c:pt idx="51151">
                  <c:v>0.59202546296000946</c:v>
                </c:pt>
                <c:pt idx="51152">
                  <c:v>0.59203703703678912</c:v>
                </c:pt>
                <c:pt idx="51153">
                  <c:v>0.59204861110629281</c:v>
                </c:pt>
                <c:pt idx="51154">
                  <c:v>0.59206018518307246</c:v>
                </c:pt>
                <c:pt idx="51155">
                  <c:v>0.59207175925985212</c:v>
                </c:pt>
                <c:pt idx="51156">
                  <c:v>0.59208333332935581</c:v>
                </c:pt>
                <c:pt idx="51157">
                  <c:v>0.59209490740613546</c:v>
                </c:pt>
                <c:pt idx="51158">
                  <c:v>0.59210648147563916</c:v>
                </c:pt>
                <c:pt idx="51159">
                  <c:v>0.59211805555241881</c:v>
                </c:pt>
                <c:pt idx="51160">
                  <c:v>0.59212962962919846</c:v>
                </c:pt>
                <c:pt idx="51161">
                  <c:v>0.59214120369870216</c:v>
                </c:pt>
                <c:pt idx="51162">
                  <c:v>0.59215277777548181</c:v>
                </c:pt>
                <c:pt idx="51163">
                  <c:v>0.59216435185226146</c:v>
                </c:pt>
                <c:pt idx="51164">
                  <c:v>0.59217592592176516</c:v>
                </c:pt>
                <c:pt idx="51165">
                  <c:v>0.59218749999854481</c:v>
                </c:pt>
                <c:pt idx="51166">
                  <c:v>0.59219907407532446</c:v>
                </c:pt>
                <c:pt idx="51167">
                  <c:v>0.59221064814482816</c:v>
                </c:pt>
                <c:pt idx="51168">
                  <c:v>0.59222222222160781</c:v>
                </c:pt>
                <c:pt idx="51169">
                  <c:v>0.5922337962911115</c:v>
                </c:pt>
                <c:pt idx="51170">
                  <c:v>0.59224537036789116</c:v>
                </c:pt>
                <c:pt idx="51171">
                  <c:v>0.59225694444467081</c:v>
                </c:pt>
                <c:pt idx="51172">
                  <c:v>0.5922685185141745</c:v>
                </c:pt>
                <c:pt idx="51173">
                  <c:v>0.59228009259095415</c:v>
                </c:pt>
                <c:pt idx="51174">
                  <c:v>0.59229166666773381</c:v>
                </c:pt>
                <c:pt idx="51175">
                  <c:v>0.5923032407372375</c:v>
                </c:pt>
                <c:pt idx="51176">
                  <c:v>0.59231481481401715</c:v>
                </c:pt>
                <c:pt idx="51177">
                  <c:v>0.59232638888352085</c:v>
                </c:pt>
                <c:pt idx="51178">
                  <c:v>0.5923379629603005</c:v>
                </c:pt>
                <c:pt idx="51179">
                  <c:v>0.59234953703708015</c:v>
                </c:pt>
                <c:pt idx="51180">
                  <c:v>0.59236111110658385</c:v>
                </c:pt>
                <c:pt idx="51181">
                  <c:v>0.5923726851833635</c:v>
                </c:pt>
                <c:pt idx="51182">
                  <c:v>0.59238425926014315</c:v>
                </c:pt>
                <c:pt idx="51183">
                  <c:v>0.59239583332964685</c:v>
                </c:pt>
                <c:pt idx="51184">
                  <c:v>0.5924074074064265</c:v>
                </c:pt>
                <c:pt idx="51185">
                  <c:v>0.5924189814759302</c:v>
                </c:pt>
                <c:pt idx="51186">
                  <c:v>0.59243055555270985</c:v>
                </c:pt>
                <c:pt idx="51187">
                  <c:v>0.5924421296294895</c:v>
                </c:pt>
                <c:pt idx="51188">
                  <c:v>0.59245370369899319</c:v>
                </c:pt>
                <c:pt idx="51189">
                  <c:v>0.59246527777577285</c:v>
                </c:pt>
                <c:pt idx="51190">
                  <c:v>0.5924768518525525</c:v>
                </c:pt>
                <c:pt idx="51191">
                  <c:v>0.59248842592205619</c:v>
                </c:pt>
                <c:pt idx="51192">
                  <c:v>0.59249999999883585</c:v>
                </c:pt>
                <c:pt idx="51193">
                  <c:v>0.59251157406833954</c:v>
                </c:pt>
                <c:pt idx="51194">
                  <c:v>0.59252314814511919</c:v>
                </c:pt>
                <c:pt idx="51195">
                  <c:v>0.59253472222189885</c:v>
                </c:pt>
                <c:pt idx="51196">
                  <c:v>0.59254629629140254</c:v>
                </c:pt>
                <c:pt idx="51197">
                  <c:v>0.59255787036818219</c:v>
                </c:pt>
                <c:pt idx="51198">
                  <c:v>0.59256944444496185</c:v>
                </c:pt>
                <c:pt idx="51199">
                  <c:v>0.59258101851446554</c:v>
                </c:pt>
                <c:pt idx="51200">
                  <c:v>0.59259259259124519</c:v>
                </c:pt>
                <c:pt idx="51201">
                  <c:v>0.59260416666074889</c:v>
                </c:pt>
                <c:pt idx="51202">
                  <c:v>0.59261574073752854</c:v>
                </c:pt>
                <c:pt idx="51203">
                  <c:v>0.59262731481430819</c:v>
                </c:pt>
                <c:pt idx="51204">
                  <c:v>0.59263888888381189</c:v>
                </c:pt>
                <c:pt idx="51205">
                  <c:v>0.59265046296059154</c:v>
                </c:pt>
                <c:pt idx="51206">
                  <c:v>0.59266203703737119</c:v>
                </c:pt>
                <c:pt idx="51207">
                  <c:v>0.59267361110687489</c:v>
                </c:pt>
                <c:pt idx="51208">
                  <c:v>0.59268518518365454</c:v>
                </c:pt>
                <c:pt idx="51209">
                  <c:v>0.59269675926043419</c:v>
                </c:pt>
                <c:pt idx="51210">
                  <c:v>0.59270833332993789</c:v>
                </c:pt>
                <c:pt idx="51211">
                  <c:v>0.59271990740671754</c:v>
                </c:pt>
                <c:pt idx="51212">
                  <c:v>0.59273148147622123</c:v>
                </c:pt>
                <c:pt idx="51213">
                  <c:v>0.59274305555300089</c:v>
                </c:pt>
                <c:pt idx="51214">
                  <c:v>0.59275462962978054</c:v>
                </c:pt>
                <c:pt idx="51215">
                  <c:v>0.59276620369928423</c:v>
                </c:pt>
                <c:pt idx="51216">
                  <c:v>0.59277777777606389</c:v>
                </c:pt>
                <c:pt idx="51217">
                  <c:v>0.59278935185284354</c:v>
                </c:pt>
                <c:pt idx="51218">
                  <c:v>0.59280092592234723</c:v>
                </c:pt>
                <c:pt idx="51219">
                  <c:v>0.59281249999912689</c:v>
                </c:pt>
                <c:pt idx="51220">
                  <c:v>0.59282407406863058</c:v>
                </c:pt>
                <c:pt idx="51221">
                  <c:v>0.59283564814541023</c:v>
                </c:pt>
                <c:pt idx="51222">
                  <c:v>0.59284722222218988</c:v>
                </c:pt>
                <c:pt idx="51223">
                  <c:v>0.59285879629169358</c:v>
                </c:pt>
                <c:pt idx="51224">
                  <c:v>0.59287037036847323</c:v>
                </c:pt>
                <c:pt idx="51225">
                  <c:v>0.59288194444525288</c:v>
                </c:pt>
                <c:pt idx="51226">
                  <c:v>0.59289351851475658</c:v>
                </c:pt>
                <c:pt idx="51227">
                  <c:v>0.59290509259153623</c:v>
                </c:pt>
                <c:pt idx="51228">
                  <c:v>0.59291666666103993</c:v>
                </c:pt>
                <c:pt idx="51229">
                  <c:v>0.59292824073781958</c:v>
                </c:pt>
                <c:pt idx="51230">
                  <c:v>0.59293981481459923</c:v>
                </c:pt>
                <c:pt idx="51231">
                  <c:v>0.59295138888410293</c:v>
                </c:pt>
                <c:pt idx="51232">
                  <c:v>0.59296296296088258</c:v>
                </c:pt>
                <c:pt idx="51233">
                  <c:v>0.59297453703766223</c:v>
                </c:pt>
                <c:pt idx="51234">
                  <c:v>0.59298611110716593</c:v>
                </c:pt>
                <c:pt idx="51235">
                  <c:v>0.59299768518394558</c:v>
                </c:pt>
                <c:pt idx="51236">
                  <c:v>0.59300925925344927</c:v>
                </c:pt>
                <c:pt idx="51237">
                  <c:v>0.59302083333022892</c:v>
                </c:pt>
                <c:pt idx="51238">
                  <c:v>0.59303240740700858</c:v>
                </c:pt>
                <c:pt idx="51239">
                  <c:v>0.59304398147651227</c:v>
                </c:pt>
                <c:pt idx="51240">
                  <c:v>0.59305555555329192</c:v>
                </c:pt>
                <c:pt idx="51241">
                  <c:v>0.59306712963007158</c:v>
                </c:pt>
                <c:pt idx="51242">
                  <c:v>0.59307870369957527</c:v>
                </c:pt>
                <c:pt idx="51243">
                  <c:v>0.59309027777635492</c:v>
                </c:pt>
                <c:pt idx="51244">
                  <c:v>0.59310185185313458</c:v>
                </c:pt>
                <c:pt idx="51245">
                  <c:v>0.59311342592263827</c:v>
                </c:pt>
                <c:pt idx="51246">
                  <c:v>0.59312499999941792</c:v>
                </c:pt>
                <c:pt idx="51247">
                  <c:v>0.59313657406892162</c:v>
                </c:pt>
                <c:pt idx="51248">
                  <c:v>0.59314814814570127</c:v>
                </c:pt>
                <c:pt idx="51249">
                  <c:v>0.59315972222248092</c:v>
                </c:pt>
                <c:pt idx="51250">
                  <c:v>0.59317129629198462</c:v>
                </c:pt>
                <c:pt idx="51251">
                  <c:v>0.59318287036876427</c:v>
                </c:pt>
                <c:pt idx="51252">
                  <c:v>0.59319444444554392</c:v>
                </c:pt>
                <c:pt idx="51253">
                  <c:v>0.59320601851504762</c:v>
                </c:pt>
                <c:pt idx="51254">
                  <c:v>0.59321759259182727</c:v>
                </c:pt>
                <c:pt idx="51255">
                  <c:v>0.59322916666133096</c:v>
                </c:pt>
                <c:pt idx="51256">
                  <c:v>0.59324074073811062</c:v>
                </c:pt>
                <c:pt idx="51257">
                  <c:v>0.59325231481489027</c:v>
                </c:pt>
                <c:pt idx="51258">
                  <c:v>0.59326388888439396</c:v>
                </c:pt>
                <c:pt idx="51259">
                  <c:v>0.59327546296117362</c:v>
                </c:pt>
                <c:pt idx="51260">
                  <c:v>0.59328703703795327</c:v>
                </c:pt>
                <c:pt idx="51261">
                  <c:v>0.59329861110745696</c:v>
                </c:pt>
                <c:pt idx="51262">
                  <c:v>0.59331018518423662</c:v>
                </c:pt>
                <c:pt idx="51263">
                  <c:v>0.59332175925374031</c:v>
                </c:pt>
                <c:pt idx="51264">
                  <c:v>0.59333333333051996</c:v>
                </c:pt>
                <c:pt idx="51265">
                  <c:v>0.59334490740729962</c:v>
                </c:pt>
                <c:pt idx="51266">
                  <c:v>0.59335648147680331</c:v>
                </c:pt>
                <c:pt idx="51267">
                  <c:v>0.59336805555358296</c:v>
                </c:pt>
                <c:pt idx="51268">
                  <c:v>0.59337962963036261</c:v>
                </c:pt>
                <c:pt idx="51269">
                  <c:v>0.59339120369986631</c:v>
                </c:pt>
                <c:pt idx="51270">
                  <c:v>0.59340277777664596</c:v>
                </c:pt>
                <c:pt idx="51271">
                  <c:v>0.59341435184614966</c:v>
                </c:pt>
                <c:pt idx="51272">
                  <c:v>0.59342592592292931</c:v>
                </c:pt>
                <c:pt idx="51273">
                  <c:v>0.59343749999970896</c:v>
                </c:pt>
                <c:pt idx="51274">
                  <c:v>0.59344907406921266</c:v>
                </c:pt>
                <c:pt idx="51275">
                  <c:v>0.59346064814599231</c:v>
                </c:pt>
                <c:pt idx="51276">
                  <c:v>0.59347222222277196</c:v>
                </c:pt>
                <c:pt idx="51277">
                  <c:v>0.59348379629227566</c:v>
                </c:pt>
                <c:pt idx="51278">
                  <c:v>0.59349537036905531</c:v>
                </c:pt>
                <c:pt idx="51279">
                  <c:v>0.593506944438559</c:v>
                </c:pt>
                <c:pt idx="51280">
                  <c:v>0.59351851851533866</c:v>
                </c:pt>
                <c:pt idx="51281">
                  <c:v>0.59353009259211831</c:v>
                </c:pt>
                <c:pt idx="51282">
                  <c:v>0.593541666661622</c:v>
                </c:pt>
                <c:pt idx="51283">
                  <c:v>0.59355324073840166</c:v>
                </c:pt>
                <c:pt idx="51284">
                  <c:v>0.59356481481518131</c:v>
                </c:pt>
                <c:pt idx="51285">
                  <c:v>0.593576388884685</c:v>
                </c:pt>
                <c:pt idx="51286">
                  <c:v>0.59358796296146465</c:v>
                </c:pt>
                <c:pt idx="51287">
                  <c:v>0.59359953703824431</c:v>
                </c:pt>
                <c:pt idx="51288">
                  <c:v>0.593611111107748</c:v>
                </c:pt>
                <c:pt idx="51289">
                  <c:v>0.59362268518452765</c:v>
                </c:pt>
                <c:pt idx="51290">
                  <c:v>0.59363425925403135</c:v>
                </c:pt>
                <c:pt idx="51291">
                  <c:v>0.593645833330811</c:v>
                </c:pt>
                <c:pt idx="51292">
                  <c:v>0.59365740740759065</c:v>
                </c:pt>
                <c:pt idx="51293">
                  <c:v>0.59366898147709435</c:v>
                </c:pt>
                <c:pt idx="51294">
                  <c:v>0.593680555553874</c:v>
                </c:pt>
                <c:pt idx="51295">
                  <c:v>0.59369212963065365</c:v>
                </c:pt>
                <c:pt idx="51296">
                  <c:v>0.59370370370015735</c:v>
                </c:pt>
                <c:pt idx="51297">
                  <c:v>0.593715277776937</c:v>
                </c:pt>
                <c:pt idx="51298">
                  <c:v>0.5937268518464407</c:v>
                </c:pt>
                <c:pt idx="51299">
                  <c:v>0.59373842592322035</c:v>
                </c:pt>
                <c:pt idx="51300">
                  <c:v>0.59375</c:v>
                </c:pt>
                <c:pt idx="51301">
                  <c:v>0.59376157406950369</c:v>
                </c:pt>
                <c:pt idx="51302">
                  <c:v>0.59377314814628335</c:v>
                </c:pt>
                <c:pt idx="51303">
                  <c:v>0.593784722223063</c:v>
                </c:pt>
                <c:pt idx="51304">
                  <c:v>0.59379629629256669</c:v>
                </c:pt>
                <c:pt idx="51305">
                  <c:v>0.59380787036934635</c:v>
                </c:pt>
                <c:pt idx="51306">
                  <c:v>0.59381944443885004</c:v>
                </c:pt>
                <c:pt idx="51307">
                  <c:v>0.59383101851562969</c:v>
                </c:pt>
                <c:pt idx="51308">
                  <c:v>0.59384259259240935</c:v>
                </c:pt>
                <c:pt idx="51309">
                  <c:v>0.59385416666191304</c:v>
                </c:pt>
                <c:pt idx="51310">
                  <c:v>0.59386574073869269</c:v>
                </c:pt>
                <c:pt idx="51311">
                  <c:v>0.59387731481547235</c:v>
                </c:pt>
                <c:pt idx="51312">
                  <c:v>0.59388888888497604</c:v>
                </c:pt>
                <c:pt idx="51313">
                  <c:v>0.59390046296175569</c:v>
                </c:pt>
                <c:pt idx="51314">
                  <c:v>0.59391203703125939</c:v>
                </c:pt>
                <c:pt idx="51315">
                  <c:v>0.59392361110803904</c:v>
                </c:pt>
                <c:pt idx="51316">
                  <c:v>0.59393518518481869</c:v>
                </c:pt>
                <c:pt idx="51317">
                  <c:v>0.59394675925432239</c:v>
                </c:pt>
                <c:pt idx="51318">
                  <c:v>0.59395833333110204</c:v>
                </c:pt>
                <c:pt idx="51319">
                  <c:v>0.59396990740788169</c:v>
                </c:pt>
                <c:pt idx="51320">
                  <c:v>0.59398148147738539</c:v>
                </c:pt>
                <c:pt idx="51321">
                  <c:v>0.59399305555416504</c:v>
                </c:pt>
                <c:pt idx="51322">
                  <c:v>0.59400462963094469</c:v>
                </c:pt>
                <c:pt idx="51323">
                  <c:v>0.59401620370044839</c:v>
                </c:pt>
                <c:pt idx="51324">
                  <c:v>0.59402777777722804</c:v>
                </c:pt>
                <c:pt idx="51325">
                  <c:v>0.59403935184673173</c:v>
                </c:pt>
                <c:pt idx="51326">
                  <c:v>0.59405092592351139</c:v>
                </c:pt>
                <c:pt idx="51327">
                  <c:v>0.59406250000029104</c:v>
                </c:pt>
                <c:pt idx="51328">
                  <c:v>0.59407407406979473</c:v>
                </c:pt>
                <c:pt idx="51329">
                  <c:v>0.59408564814657439</c:v>
                </c:pt>
                <c:pt idx="51330">
                  <c:v>0.59409722222335404</c:v>
                </c:pt>
                <c:pt idx="51331">
                  <c:v>0.59410879629285773</c:v>
                </c:pt>
                <c:pt idx="51332">
                  <c:v>0.59412037036963739</c:v>
                </c:pt>
                <c:pt idx="51333">
                  <c:v>0.59413194443914108</c:v>
                </c:pt>
                <c:pt idx="51334">
                  <c:v>0.59414351851592073</c:v>
                </c:pt>
                <c:pt idx="51335">
                  <c:v>0.59415509259270038</c:v>
                </c:pt>
                <c:pt idx="51336">
                  <c:v>0.59416666666220408</c:v>
                </c:pt>
                <c:pt idx="51337">
                  <c:v>0.59417824073898373</c:v>
                </c:pt>
                <c:pt idx="51338">
                  <c:v>0.59418981481576338</c:v>
                </c:pt>
                <c:pt idx="51339">
                  <c:v>0.59420138888526708</c:v>
                </c:pt>
                <c:pt idx="51340">
                  <c:v>0.59421296296204673</c:v>
                </c:pt>
                <c:pt idx="51341">
                  <c:v>0.59422453703155043</c:v>
                </c:pt>
                <c:pt idx="51342">
                  <c:v>0.59423611110833008</c:v>
                </c:pt>
                <c:pt idx="51343">
                  <c:v>0.59424768518510973</c:v>
                </c:pt>
                <c:pt idx="51344">
                  <c:v>0.59425925925461343</c:v>
                </c:pt>
                <c:pt idx="51345">
                  <c:v>0.59427083333139308</c:v>
                </c:pt>
                <c:pt idx="51346">
                  <c:v>0.59428240740817273</c:v>
                </c:pt>
                <c:pt idx="51347">
                  <c:v>0.59429398147767643</c:v>
                </c:pt>
                <c:pt idx="51348">
                  <c:v>0.59430555555445608</c:v>
                </c:pt>
                <c:pt idx="51349">
                  <c:v>0.59431712962395977</c:v>
                </c:pt>
                <c:pt idx="51350">
                  <c:v>0.59432870370073942</c:v>
                </c:pt>
                <c:pt idx="51351">
                  <c:v>0.59434027777751908</c:v>
                </c:pt>
                <c:pt idx="51352">
                  <c:v>0.59435185184702277</c:v>
                </c:pt>
                <c:pt idx="51353">
                  <c:v>0.59436342592380242</c:v>
                </c:pt>
                <c:pt idx="51354">
                  <c:v>0.59437500000058208</c:v>
                </c:pt>
                <c:pt idx="51355">
                  <c:v>0.59438657407008577</c:v>
                </c:pt>
                <c:pt idx="51356">
                  <c:v>0.59439814814686542</c:v>
                </c:pt>
                <c:pt idx="51357">
                  <c:v>0.59440972221636912</c:v>
                </c:pt>
                <c:pt idx="51358">
                  <c:v>0.59442129629314877</c:v>
                </c:pt>
                <c:pt idx="51359">
                  <c:v>0.59443287036992842</c:v>
                </c:pt>
                <c:pt idx="51360">
                  <c:v>0.59444444443943212</c:v>
                </c:pt>
                <c:pt idx="51361">
                  <c:v>0.59445601851621177</c:v>
                </c:pt>
                <c:pt idx="51362">
                  <c:v>0.59446759259299142</c:v>
                </c:pt>
                <c:pt idx="51363">
                  <c:v>0.59447916666249512</c:v>
                </c:pt>
                <c:pt idx="51364">
                  <c:v>0.59449074073927477</c:v>
                </c:pt>
                <c:pt idx="51365">
                  <c:v>0.59450231481605442</c:v>
                </c:pt>
                <c:pt idx="51366">
                  <c:v>0.59451388888555812</c:v>
                </c:pt>
                <c:pt idx="51367">
                  <c:v>0.59452546296233777</c:v>
                </c:pt>
                <c:pt idx="51368">
                  <c:v>0.59453703703184146</c:v>
                </c:pt>
                <c:pt idx="51369">
                  <c:v>0.59454861110862112</c:v>
                </c:pt>
                <c:pt idx="51370">
                  <c:v>0.59456018518540077</c:v>
                </c:pt>
                <c:pt idx="51371">
                  <c:v>0.59457175925490446</c:v>
                </c:pt>
                <c:pt idx="51372">
                  <c:v>0.59458333333168412</c:v>
                </c:pt>
                <c:pt idx="51373">
                  <c:v>0.59459490740846377</c:v>
                </c:pt>
                <c:pt idx="51374">
                  <c:v>0.59460648147796746</c:v>
                </c:pt>
                <c:pt idx="51375">
                  <c:v>0.59461805555474712</c:v>
                </c:pt>
                <c:pt idx="51376">
                  <c:v>0.59462962962425081</c:v>
                </c:pt>
                <c:pt idx="51377">
                  <c:v>0.59464120370103046</c:v>
                </c:pt>
                <c:pt idx="51378">
                  <c:v>0.59465277777781012</c:v>
                </c:pt>
                <c:pt idx="51379">
                  <c:v>0.59466435184731381</c:v>
                </c:pt>
                <c:pt idx="51380">
                  <c:v>0.59467592592409346</c:v>
                </c:pt>
                <c:pt idx="51381">
                  <c:v>0.59468750000087311</c:v>
                </c:pt>
                <c:pt idx="51382">
                  <c:v>0.59469907407037681</c:v>
                </c:pt>
                <c:pt idx="51383">
                  <c:v>0.59471064814715646</c:v>
                </c:pt>
                <c:pt idx="51384">
                  <c:v>0.59472222221666016</c:v>
                </c:pt>
                <c:pt idx="51385">
                  <c:v>0.59473379629343981</c:v>
                </c:pt>
                <c:pt idx="51386">
                  <c:v>0.59474537037021946</c:v>
                </c:pt>
                <c:pt idx="51387">
                  <c:v>0.59475694443972316</c:v>
                </c:pt>
                <c:pt idx="51388">
                  <c:v>0.59476851851650281</c:v>
                </c:pt>
                <c:pt idx="51389">
                  <c:v>0.59478009259328246</c:v>
                </c:pt>
                <c:pt idx="51390">
                  <c:v>0.59479166666278616</c:v>
                </c:pt>
                <c:pt idx="51391">
                  <c:v>0.59480324073956581</c:v>
                </c:pt>
                <c:pt idx="51392">
                  <c:v>0.5948148148090695</c:v>
                </c:pt>
                <c:pt idx="51393">
                  <c:v>0.59482638888584916</c:v>
                </c:pt>
                <c:pt idx="51394">
                  <c:v>0.59483796296262881</c:v>
                </c:pt>
                <c:pt idx="51395">
                  <c:v>0.5948495370321325</c:v>
                </c:pt>
                <c:pt idx="51396">
                  <c:v>0.59486111110891216</c:v>
                </c:pt>
                <c:pt idx="51397">
                  <c:v>0.59487268518569181</c:v>
                </c:pt>
                <c:pt idx="51398">
                  <c:v>0.5948842592551955</c:v>
                </c:pt>
                <c:pt idx="51399">
                  <c:v>0.59489583333197515</c:v>
                </c:pt>
                <c:pt idx="51400">
                  <c:v>0.59490740740147885</c:v>
                </c:pt>
                <c:pt idx="51401">
                  <c:v>0.5949189814782585</c:v>
                </c:pt>
                <c:pt idx="51402">
                  <c:v>0.59493055555503815</c:v>
                </c:pt>
                <c:pt idx="51403">
                  <c:v>0.59494212962454185</c:v>
                </c:pt>
                <c:pt idx="51404">
                  <c:v>0.5949537037013215</c:v>
                </c:pt>
                <c:pt idx="51405">
                  <c:v>0.59496527777810115</c:v>
                </c:pt>
                <c:pt idx="51406">
                  <c:v>0.59497685184760485</c:v>
                </c:pt>
                <c:pt idx="51407">
                  <c:v>0.5949884259243845</c:v>
                </c:pt>
                <c:pt idx="51408">
                  <c:v>0.59500000000116415</c:v>
                </c:pt>
                <c:pt idx="51409">
                  <c:v>0.59501157407066785</c:v>
                </c:pt>
                <c:pt idx="51410">
                  <c:v>0.5950231481474475</c:v>
                </c:pt>
                <c:pt idx="51411">
                  <c:v>0.5950347222169512</c:v>
                </c:pt>
                <c:pt idx="51412">
                  <c:v>0.59504629629373085</c:v>
                </c:pt>
                <c:pt idx="51413">
                  <c:v>0.5950578703705105</c:v>
                </c:pt>
                <c:pt idx="51414">
                  <c:v>0.59506944444001419</c:v>
                </c:pt>
                <c:pt idx="51415">
                  <c:v>0.59508101851679385</c:v>
                </c:pt>
                <c:pt idx="51416">
                  <c:v>0.5950925925935735</c:v>
                </c:pt>
                <c:pt idx="51417">
                  <c:v>0.59510416666307719</c:v>
                </c:pt>
                <c:pt idx="51418">
                  <c:v>0.59511574073985685</c:v>
                </c:pt>
                <c:pt idx="51419">
                  <c:v>0.59512731480936054</c:v>
                </c:pt>
                <c:pt idx="51420">
                  <c:v>0.59513888888614019</c:v>
                </c:pt>
                <c:pt idx="51421">
                  <c:v>0.59515046296291985</c:v>
                </c:pt>
                <c:pt idx="51422">
                  <c:v>0.59516203703242354</c:v>
                </c:pt>
                <c:pt idx="51423">
                  <c:v>0.59517361110920319</c:v>
                </c:pt>
                <c:pt idx="51424">
                  <c:v>0.59518518518598285</c:v>
                </c:pt>
                <c:pt idx="51425">
                  <c:v>0.59519675925548654</c:v>
                </c:pt>
                <c:pt idx="51426">
                  <c:v>0.59520833333226619</c:v>
                </c:pt>
                <c:pt idx="51427">
                  <c:v>0.59521990740176989</c:v>
                </c:pt>
                <c:pt idx="51428">
                  <c:v>0.59523148147854954</c:v>
                </c:pt>
                <c:pt idx="51429">
                  <c:v>0.59524305555532919</c:v>
                </c:pt>
                <c:pt idx="51430">
                  <c:v>0.59525462962483289</c:v>
                </c:pt>
                <c:pt idx="51431">
                  <c:v>0.59526620370161254</c:v>
                </c:pt>
                <c:pt idx="51432">
                  <c:v>0.59527777777839219</c:v>
                </c:pt>
                <c:pt idx="51433">
                  <c:v>0.59528935184789589</c:v>
                </c:pt>
                <c:pt idx="51434">
                  <c:v>0.59530092592467554</c:v>
                </c:pt>
                <c:pt idx="51435">
                  <c:v>0.59531249999417923</c:v>
                </c:pt>
                <c:pt idx="51436">
                  <c:v>0.59532407407095889</c:v>
                </c:pt>
                <c:pt idx="51437">
                  <c:v>0.59533564814773854</c:v>
                </c:pt>
                <c:pt idx="51438">
                  <c:v>0.59534722221724223</c:v>
                </c:pt>
                <c:pt idx="51439">
                  <c:v>0.59535879629402189</c:v>
                </c:pt>
                <c:pt idx="51440">
                  <c:v>0.59537037037080154</c:v>
                </c:pt>
                <c:pt idx="51441">
                  <c:v>0.59538194444030523</c:v>
                </c:pt>
                <c:pt idx="51442">
                  <c:v>0.59539351851708489</c:v>
                </c:pt>
                <c:pt idx="51443">
                  <c:v>0.59540509259386454</c:v>
                </c:pt>
                <c:pt idx="51444">
                  <c:v>0.59541666666336823</c:v>
                </c:pt>
                <c:pt idx="51445">
                  <c:v>0.59542824074014788</c:v>
                </c:pt>
                <c:pt idx="51446">
                  <c:v>0.59543981480965158</c:v>
                </c:pt>
                <c:pt idx="51447">
                  <c:v>0.59545138888643123</c:v>
                </c:pt>
                <c:pt idx="51448">
                  <c:v>0.59546296296321088</c:v>
                </c:pt>
                <c:pt idx="51449">
                  <c:v>0.59547453703271458</c:v>
                </c:pt>
                <c:pt idx="51450">
                  <c:v>0.59548611110949423</c:v>
                </c:pt>
                <c:pt idx="51451">
                  <c:v>0.59549768518627388</c:v>
                </c:pt>
                <c:pt idx="51452">
                  <c:v>0.59550925925577758</c:v>
                </c:pt>
                <c:pt idx="51453">
                  <c:v>0.59552083333255723</c:v>
                </c:pt>
                <c:pt idx="51454">
                  <c:v>0.59553240740206093</c:v>
                </c:pt>
                <c:pt idx="51455">
                  <c:v>0.59554398147884058</c:v>
                </c:pt>
                <c:pt idx="51456">
                  <c:v>0.59555555555562023</c:v>
                </c:pt>
                <c:pt idx="51457">
                  <c:v>0.59556712962512393</c:v>
                </c:pt>
                <c:pt idx="51458">
                  <c:v>0.59557870370190358</c:v>
                </c:pt>
                <c:pt idx="51459">
                  <c:v>0.59559027777868323</c:v>
                </c:pt>
                <c:pt idx="51460">
                  <c:v>0.59560185184818693</c:v>
                </c:pt>
                <c:pt idx="51461">
                  <c:v>0.59561342592496658</c:v>
                </c:pt>
                <c:pt idx="51462">
                  <c:v>0.59562499999447027</c:v>
                </c:pt>
                <c:pt idx="51463">
                  <c:v>0.59563657407124992</c:v>
                </c:pt>
                <c:pt idx="51464">
                  <c:v>0.59564814814802958</c:v>
                </c:pt>
                <c:pt idx="51465">
                  <c:v>0.59565972221753327</c:v>
                </c:pt>
                <c:pt idx="51466">
                  <c:v>0.59567129629431292</c:v>
                </c:pt>
                <c:pt idx="51467">
                  <c:v>0.59568287037109258</c:v>
                </c:pt>
                <c:pt idx="51468">
                  <c:v>0.59569444444059627</c:v>
                </c:pt>
                <c:pt idx="51469">
                  <c:v>0.59570601851737592</c:v>
                </c:pt>
                <c:pt idx="51470">
                  <c:v>0.59571759258687962</c:v>
                </c:pt>
                <c:pt idx="51471">
                  <c:v>0.59572916666365927</c:v>
                </c:pt>
                <c:pt idx="51472">
                  <c:v>0.59574074074043892</c:v>
                </c:pt>
                <c:pt idx="51473">
                  <c:v>0.59575231480994262</c:v>
                </c:pt>
                <c:pt idx="51474">
                  <c:v>0.59576388888672227</c:v>
                </c:pt>
                <c:pt idx="51475">
                  <c:v>0.59577546296350192</c:v>
                </c:pt>
                <c:pt idx="51476">
                  <c:v>0.59578703703300562</c:v>
                </c:pt>
                <c:pt idx="51477">
                  <c:v>0.59579861110978527</c:v>
                </c:pt>
                <c:pt idx="51478">
                  <c:v>0.59581018517928896</c:v>
                </c:pt>
                <c:pt idx="51479">
                  <c:v>0.59582175925606862</c:v>
                </c:pt>
                <c:pt idx="51480">
                  <c:v>0.59583333333284827</c:v>
                </c:pt>
                <c:pt idx="51481">
                  <c:v>0.59584490740235196</c:v>
                </c:pt>
                <c:pt idx="51482">
                  <c:v>0.59585648147913162</c:v>
                </c:pt>
                <c:pt idx="51483">
                  <c:v>0.59586805555591127</c:v>
                </c:pt>
                <c:pt idx="51484">
                  <c:v>0.59587962962541496</c:v>
                </c:pt>
                <c:pt idx="51485">
                  <c:v>0.59589120370219462</c:v>
                </c:pt>
                <c:pt idx="51486">
                  <c:v>0.59590277777897427</c:v>
                </c:pt>
                <c:pt idx="51487">
                  <c:v>0.59591435184847796</c:v>
                </c:pt>
                <c:pt idx="51488">
                  <c:v>0.59592592592525762</c:v>
                </c:pt>
                <c:pt idx="51489">
                  <c:v>0.59593749999476131</c:v>
                </c:pt>
                <c:pt idx="51490">
                  <c:v>0.59594907407154096</c:v>
                </c:pt>
                <c:pt idx="51491">
                  <c:v>0.59596064814832062</c:v>
                </c:pt>
                <c:pt idx="51492">
                  <c:v>0.59597222221782431</c:v>
                </c:pt>
                <c:pt idx="51493">
                  <c:v>0.59598379629460396</c:v>
                </c:pt>
                <c:pt idx="51494">
                  <c:v>0.59599537037138361</c:v>
                </c:pt>
                <c:pt idx="51495">
                  <c:v>0.59600694444088731</c:v>
                </c:pt>
                <c:pt idx="51496">
                  <c:v>0.59601851851766696</c:v>
                </c:pt>
                <c:pt idx="51497">
                  <c:v>0.59603009258717066</c:v>
                </c:pt>
                <c:pt idx="51498">
                  <c:v>0.59604166666395031</c:v>
                </c:pt>
                <c:pt idx="51499">
                  <c:v>0.59605324074072996</c:v>
                </c:pt>
                <c:pt idx="51500">
                  <c:v>0.59606481481023366</c:v>
                </c:pt>
                <c:pt idx="51501">
                  <c:v>0.59607638888701331</c:v>
                </c:pt>
                <c:pt idx="51502">
                  <c:v>0.59608796296379296</c:v>
                </c:pt>
                <c:pt idx="51503">
                  <c:v>0.59609953703329666</c:v>
                </c:pt>
                <c:pt idx="51504">
                  <c:v>0.59611111111007631</c:v>
                </c:pt>
                <c:pt idx="51505">
                  <c:v>0.59612268517958</c:v>
                </c:pt>
                <c:pt idx="51506">
                  <c:v>0.59613425925635966</c:v>
                </c:pt>
                <c:pt idx="51507">
                  <c:v>0.59614583333313931</c:v>
                </c:pt>
                <c:pt idx="51508">
                  <c:v>0.596157407402643</c:v>
                </c:pt>
                <c:pt idx="51509">
                  <c:v>0.59616898147942265</c:v>
                </c:pt>
                <c:pt idx="51510">
                  <c:v>0.59618055555620231</c:v>
                </c:pt>
                <c:pt idx="51511">
                  <c:v>0.596192129625706</c:v>
                </c:pt>
                <c:pt idx="51512">
                  <c:v>0.59620370370248565</c:v>
                </c:pt>
                <c:pt idx="51513">
                  <c:v>0.59621527777198935</c:v>
                </c:pt>
                <c:pt idx="51514">
                  <c:v>0.596226851848769</c:v>
                </c:pt>
                <c:pt idx="51515">
                  <c:v>0.59623842592554865</c:v>
                </c:pt>
                <c:pt idx="51516">
                  <c:v>0.59624999999505235</c:v>
                </c:pt>
                <c:pt idx="51517">
                  <c:v>0.596261574071832</c:v>
                </c:pt>
                <c:pt idx="51518">
                  <c:v>0.59627314814861165</c:v>
                </c:pt>
                <c:pt idx="51519">
                  <c:v>0.59628472221811535</c:v>
                </c:pt>
                <c:pt idx="51520">
                  <c:v>0.596296296294895</c:v>
                </c:pt>
                <c:pt idx="51521">
                  <c:v>0.59630787037167465</c:v>
                </c:pt>
                <c:pt idx="51522">
                  <c:v>0.59631944444117835</c:v>
                </c:pt>
                <c:pt idx="51523">
                  <c:v>0.596331018517958</c:v>
                </c:pt>
                <c:pt idx="51524">
                  <c:v>0.5963425925874617</c:v>
                </c:pt>
                <c:pt idx="51525">
                  <c:v>0.59635416666424135</c:v>
                </c:pt>
                <c:pt idx="51526">
                  <c:v>0.596365740741021</c:v>
                </c:pt>
                <c:pt idx="51527">
                  <c:v>0.59637731481052469</c:v>
                </c:pt>
                <c:pt idx="51528">
                  <c:v>0.59638888888730435</c:v>
                </c:pt>
                <c:pt idx="51529">
                  <c:v>0.596400462964084</c:v>
                </c:pt>
                <c:pt idx="51530">
                  <c:v>0.59641203703358769</c:v>
                </c:pt>
                <c:pt idx="51531">
                  <c:v>0.59642361111036735</c:v>
                </c:pt>
                <c:pt idx="51532">
                  <c:v>0.59643518517987104</c:v>
                </c:pt>
                <c:pt idx="51533">
                  <c:v>0.59644675925665069</c:v>
                </c:pt>
                <c:pt idx="51534">
                  <c:v>0.59645833333343035</c:v>
                </c:pt>
                <c:pt idx="51535">
                  <c:v>0.59646990740293404</c:v>
                </c:pt>
                <c:pt idx="51536">
                  <c:v>0.59648148147971369</c:v>
                </c:pt>
                <c:pt idx="51537">
                  <c:v>0.59649305555649335</c:v>
                </c:pt>
                <c:pt idx="51538">
                  <c:v>0.59650462962599704</c:v>
                </c:pt>
                <c:pt idx="51539">
                  <c:v>0.59651620370277669</c:v>
                </c:pt>
                <c:pt idx="51540">
                  <c:v>0.59652777777228039</c:v>
                </c:pt>
                <c:pt idx="51541">
                  <c:v>0.59653935184906004</c:v>
                </c:pt>
                <c:pt idx="51542">
                  <c:v>0.59655092592583969</c:v>
                </c:pt>
                <c:pt idx="51543">
                  <c:v>0.59656249999534339</c:v>
                </c:pt>
                <c:pt idx="51544">
                  <c:v>0.59657407407212304</c:v>
                </c:pt>
                <c:pt idx="51545">
                  <c:v>0.59658564814890269</c:v>
                </c:pt>
                <c:pt idx="51546">
                  <c:v>0.59659722221840639</c:v>
                </c:pt>
                <c:pt idx="51547">
                  <c:v>0.59660879629518604</c:v>
                </c:pt>
                <c:pt idx="51548">
                  <c:v>0.59662037036468973</c:v>
                </c:pt>
                <c:pt idx="51549">
                  <c:v>0.59663194444146939</c:v>
                </c:pt>
                <c:pt idx="51550">
                  <c:v>0.59664351851824904</c:v>
                </c:pt>
                <c:pt idx="51551">
                  <c:v>0.59665509258775273</c:v>
                </c:pt>
                <c:pt idx="51552">
                  <c:v>0.59666666666453239</c:v>
                </c:pt>
                <c:pt idx="51553">
                  <c:v>0.59667824074131204</c:v>
                </c:pt>
                <c:pt idx="51554">
                  <c:v>0.59668981481081573</c:v>
                </c:pt>
                <c:pt idx="51555">
                  <c:v>0.59670138888759539</c:v>
                </c:pt>
                <c:pt idx="51556">
                  <c:v>0.59671296295709908</c:v>
                </c:pt>
                <c:pt idx="51557">
                  <c:v>0.59672453703387873</c:v>
                </c:pt>
                <c:pt idx="51558">
                  <c:v>0.59673611111065838</c:v>
                </c:pt>
                <c:pt idx="51559">
                  <c:v>0.59674768518016208</c:v>
                </c:pt>
                <c:pt idx="51560">
                  <c:v>0.59675925925694173</c:v>
                </c:pt>
                <c:pt idx="51561">
                  <c:v>0.59677083333372138</c:v>
                </c:pt>
                <c:pt idx="51562">
                  <c:v>0.59678240740322508</c:v>
                </c:pt>
                <c:pt idx="51563">
                  <c:v>0.59679398148000473</c:v>
                </c:pt>
                <c:pt idx="51564">
                  <c:v>0.59680555555678438</c:v>
                </c:pt>
                <c:pt idx="51565">
                  <c:v>0.59681712962628808</c:v>
                </c:pt>
                <c:pt idx="51566">
                  <c:v>0.59682870370306773</c:v>
                </c:pt>
                <c:pt idx="51567">
                  <c:v>0.59684027777257143</c:v>
                </c:pt>
                <c:pt idx="51568">
                  <c:v>0.59685185184935108</c:v>
                </c:pt>
                <c:pt idx="51569">
                  <c:v>0.59686342592613073</c:v>
                </c:pt>
                <c:pt idx="51570">
                  <c:v>0.59687499999563443</c:v>
                </c:pt>
                <c:pt idx="51571">
                  <c:v>0.59688657407241408</c:v>
                </c:pt>
                <c:pt idx="51572">
                  <c:v>0.59689814814919373</c:v>
                </c:pt>
                <c:pt idx="51573">
                  <c:v>0.59690972221869742</c:v>
                </c:pt>
                <c:pt idx="51574">
                  <c:v>0.59692129629547708</c:v>
                </c:pt>
                <c:pt idx="51575">
                  <c:v>0.59693287036498077</c:v>
                </c:pt>
                <c:pt idx="51576">
                  <c:v>0.59694444444176042</c:v>
                </c:pt>
                <c:pt idx="51577">
                  <c:v>0.59695601851854008</c:v>
                </c:pt>
                <c:pt idx="51578">
                  <c:v>0.59696759258804377</c:v>
                </c:pt>
                <c:pt idx="51579">
                  <c:v>0.59697916666482342</c:v>
                </c:pt>
                <c:pt idx="51580">
                  <c:v>0.59699074074160308</c:v>
                </c:pt>
                <c:pt idx="51581">
                  <c:v>0.59700231481110677</c:v>
                </c:pt>
                <c:pt idx="51582">
                  <c:v>0.59701388888788642</c:v>
                </c:pt>
                <c:pt idx="51583">
                  <c:v>0.59702546295739012</c:v>
                </c:pt>
                <c:pt idx="51584">
                  <c:v>0.59703703703416977</c:v>
                </c:pt>
                <c:pt idx="51585">
                  <c:v>0.59704861111094942</c:v>
                </c:pt>
                <c:pt idx="51586">
                  <c:v>0.59706018518045312</c:v>
                </c:pt>
                <c:pt idx="51587">
                  <c:v>0.59707175925723277</c:v>
                </c:pt>
                <c:pt idx="51588">
                  <c:v>0.59708333333401242</c:v>
                </c:pt>
                <c:pt idx="51589">
                  <c:v>0.59709490740351612</c:v>
                </c:pt>
                <c:pt idx="51590">
                  <c:v>0.59710648148029577</c:v>
                </c:pt>
                <c:pt idx="51591">
                  <c:v>0.59711805554979946</c:v>
                </c:pt>
                <c:pt idx="51592">
                  <c:v>0.59712962962657912</c:v>
                </c:pt>
                <c:pt idx="51593">
                  <c:v>0.59714120370335877</c:v>
                </c:pt>
                <c:pt idx="51594">
                  <c:v>0.59715277777286246</c:v>
                </c:pt>
                <c:pt idx="51595">
                  <c:v>0.59716435184964212</c:v>
                </c:pt>
                <c:pt idx="51596">
                  <c:v>0.59717592592642177</c:v>
                </c:pt>
                <c:pt idx="51597">
                  <c:v>0.59718749999592546</c:v>
                </c:pt>
                <c:pt idx="51598">
                  <c:v>0.59719907407270512</c:v>
                </c:pt>
                <c:pt idx="51599">
                  <c:v>0.59721064814948477</c:v>
                </c:pt>
                <c:pt idx="51600">
                  <c:v>0.59722222221898846</c:v>
                </c:pt>
                <c:pt idx="51601">
                  <c:v>0.59723379629576812</c:v>
                </c:pt>
                <c:pt idx="51602">
                  <c:v>0.59724537036527181</c:v>
                </c:pt>
                <c:pt idx="51603">
                  <c:v>0.59725694444205146</c:v>
                </c:pt>
                <c:pt idx="51604">
                  <c:v>0.59726851851883112</c:v>
                </c:pt>
                <c:pt idx="51605">
                  <c:v>0.59728009258833481</c:v>
                </c:pt>
                <c:pt idx="51606">
                  <c:v>0.59729166666511446</c:v>
                </c:pt>
                <c:pt idx="51607">
                  <c:v>0.59730324074189411</c:v>
                </c:pt>
                <c:pt idx="51608">
                  <c:v>0.59731481481139781</c:v>
                </c:pt>
                <c:pt idx="51609">
                  <c:v>0.59732638888817746</c:v>
                </c:pt>
                <c:pt idx="51610">
                  <c:v>0.59733796295768116</c:v>
                </c:pt>
                <c:pt idx="51611">
                  <c:v>0.59734953703446081</c:v>
                </c:pt>
                <c:pt idx="51612">
                  <c:v>0.59736111111124046</c:v>
                </c:pt>
                <c:pt idx="51613">
                  <c:v>0.59737268518074416</c:v>
                </c:pt>
                <c:pt idx="51614">
                  <c:v>0.59738425925752381</c:v>
                </c:pt>
                <c:pt idx="51615">
                  <c:v>0.59739583333430346</c:v>
                </c:pt>
                <c:pt idx="51616">
                  <c:v>0.59740740740380716</c:v>
                </c:pt>
                <c:pt idx="51617">
                  <c:v>0.59741898148058681</c:v>
                </c:pt>
                <c:pt idx="51618">
                  <c:v>0.5974305555500905</c:v>
                </c:pt>
                <c:pt idx="51619">
                  <c:v>0.59744212962687016</c:v>
                </c:pt>
                <c:pt idx="51620">
                  <c:v>0.59745370370364981</c:v>
                </c:pt>
                <c:pt idx="51621">
                  <c:v>0.5974652777731535</c:v>
                </c:pt>
                <c:pt idx="51622">
                  <c:v>0.59747685184993315</c:v>
                </c:pt>
                <c:pt idx="51623">
                  <c:v>0.59748842592671281</c:v>
                </c:pt>
                <c:pt idx="51624">
                  <c:v>0.5974999999962165</c:v>
                </c:pt>
                <c:pt idx="51625">
                  <c:v>0.59751157407299615</c:v>
                </c:pt>
                <c:pt idx="51626">
                  <c:v>0.59752314814249985</c:v>
                </c:pt>
                <c:pt idx="51627">
                  <c:v>0.5975347222192795</c:v>
                </c:pt>
                <c:pt idx="51628">
                  <c:v>0.59754629629605915</c:v>
                </c:pt>
                <c:pt idx="51629">
                  <c:v>0.59755787036556285</c:v>
                </c:pt>
                <c:pt idx="51630">
                  <c:v>0.5975694444423425</c:v>
                </c:pt>
                <c:pt idx="51631">
                  <c:v>0.59758101851912215</c:v>
                </c:pt>
                <c:pt idx="51632">
                  <c:v>0.59759259258862585</c:v>
                </c:pt>
                <c:pt idx="51633">
                  <c:v>0.5976041666654055</c:v>
                </c:pt>
                <c:pt idx="51634">
                  <c:v>0.5976157407349092</c:v>
                </c:pt>
                <c:pt idx="51635">
                  <c:v>0.59762731481168885</c:v>
                </c:pt>
                <c:pt idx="51636">
                  <c:v>0.5976388888884685</c:v>
                </c:pt>
                <c:pt idx="51637">
                  <c:v>0.59765046295797219</c:v>
                </c:pt>
                <c:pt idx="51638">
                  <c:v>0.59766203703475185</c:v>
                </c:pt>
                <c:pt idx="51639">
                  <c:v>0.5976736111115315</c:v>
                </c:pt>
                <c:pt idx="51640">
                  <c:v>0.59768518518103519</c:v>
                </c:pt>
                <c:pt idx="51641">
                  <c:v>0.59769675925781485</c:v>
                </c:pt>
                <c:pt idx="51642">
                  <c:v>0.5977083333345945</c:v>
                </c:pt>
                <c:pt idx="51643">
                  <c:v>0.59771990740409819</c:v>
                </c:pt>
                <c:pt idx="51644">
                  <c:v>0.59773148148087785</c:v>
                </c:pt>
                <c:pt idx="51645">
                  <c:v>0.59774305555038154</c:v>
                </c:pt>
                <c:pt idx="51646">
                  <c:v>0.59775462962716119</c:v>
                </c:pt>
                <c:pt idx="51647">
                  <c:v>0.59776620370394085</c:v>
                </c:pt>
                <c:pt idx="51648">
                  <c:v>0.59777777777344454</c:v>
                </c:pt>
                <c:pt idx="51649">
                  <c:v>0.59778935185022419</c:v>
                </c:pt>
                <c:pt idx="51650">
                  <c:v>0.59780092592700385</c:v>
                </c:pt>
                <c:pt idx="51651">
                  <c:v>0.59781249999650754</c:v>
                </c:pt>
                <c:pt idx="51652">
                  <c:v>0.59782407407328719</c:v>
                </c:pt>
                <c:pt idx="51653">
                  <c:v>0.59783564814279089</c:v>
                </c:pt>
                <c:pt idx="51654">
                  <c:v>0.59784722221957054</c:v>
                </c:pt>
                <c:pt idx="51655">
                  <c:v>0.59785879629635019</c:v>
                </c:pt>
                <c:pt idx="51656">
                  <c:v>0.59787037036585389</c:v>
                </c:pt>
                <c:pt idx="51657">
                  <c:v>0.59788194444263354</c:v>
                </c:pt>
                <c:pt idx="51658">
                  <c:v>0.59789351851941319</c:v>
                </c:pt>
                <c:pt idx="51659">
                  <c:v>0.59790509258891689</c:v>
                </c:pt>
                <c:pt idx="51660">
                  <c:v>0.59791666666569654</c:v>
                </c:pt>
                <c:pt idx="51661">
                  <c:v>0.59792824073520023</c:v>
                </c:pt>
                <c:pt idx="51662">
                  <c:v>0.59793981481197989</c:v>
                </c:pt>
                <c:pt idx="51663">
                  <c:v>0.59795138888875954</c:v>
                </c:pt>
                <c:pt idx="51664">
                  <c:v>0.59796296295826323</c:v>
                </c:pt>
                <c:pt idx="51665">
                  <c:v>0.59797453703504289</c:v>
                </c:pt>
                <c:pt idx="51666">
                  <c:v>0.59798611111182254</c:v>
                </c:pt>
                <c:pt idx="51667">
                  <c:v>0.59799768518132623</c:v>
                </c:pt>
                <c:pt idx="51668">
                  <c:v>0.59800925925810589</c:v>
                </c:pt>
                <c:pt idx="51669">
                  <c:v>0.59802083332760958</c:v>
                </c:pt>
                <c:pt idx="51670">
                  <c:v>0.59803240740438923</c:v>
                </c:pt>
                <c:pt idx="51671">
                  <c:v>0.59804398148116888</c:v>
                </c:pt>
                <c:pt idx="51672">
                  <c:v>0.59805555555067258</c:v>
                </c:pt>
                <c:pt idx="51673">
                  <c:v>0.59806712962745223</c:v>
                </c:pt>
                <c:pt idx="51674">
                  <c:v>0.59807870370423188</c:v>
                </c:pt>
                <c:pt idx="51675">
                  <c:v>0.59809027777373558</c:v>
                </c:pt>
                <c:pt idx="51676">
                  <c:v>0.59810185185051523</c:v>
                </c:pt>
                <c:pt idx="51677">
                  <c:v>0.59811342592001893</c:v>
                </c:pt>
                <c:pt idx="51678">
                  <c:v>0.59812499999679858</c:v>
                </c:pt>
                <c:pt idx="51679">
                  <c:v>0.59813657407357823</c:v>
                </c:pt>
                <c:pt idx="51680">
                  <c:v>0.59814814814308193</c:v>
                </c:pt>
                <c:pt idx="51681">
                  <c:v>0.59815972221986158</c:v>
                </c:pt>
                <c:pt idx="51682">
                  <c:v>0.59817129629664123</c:v>
                </c:pt>
                <c:pt idx="51683">
                  <c:v>0.59818287036614493</c:v>
                </c:pt>
                <c:pt idx="51684">
                  <c:v>0.59819444444292458</c:v>
                </c:pt>
                <c:pt idx="51685">
                  <c:v>0.59820601851970423</c:v>
                </c:pt>
                <c:pt idx="51686">
                  <c:v>0.59821759258920792</c:v>
                </c:pt>
                <c:pt idx="51687">
                  <c:v>0.59822916666598758</c:v>
                </c:pt>
                <c:pt idx="51688">
                  <c:v>0.59824074073549127</c:v>
                </c:pt>
                <c:pt idx="51689">
                  <c:v>0.59825231481227092</c:v>
                </c:pt>
                <c:pt idx="51690">
                  <c:v>0.59826388888905058</c:v>
                </c:pt>
                <c:pt idx="51691">
                  <c:v>0.59827546295855427</c:v>
                </c:pt>
                <c:pt idx="51692">
                  <c:v>0.59828703703533392</c:v>
                </c:pt>
                <c:pt idx="51693">
                  <c:v>0.59829861111211358</c:v>
                </c:pt>
                <c:pt idx="51694">
                  <c:v>0.59831018518161727</c:v>
                </c:pt>
                <c:pt idx="51695">
                  <c:v>0.59832175925839692</c:v>
                </c:pt>
                <c:pt idx="51696">
                  <c:v>0.59833333332790062</c:v>
                </c:pt>
                <c:pt idx="51697">
                  <c:v>0.59834490740468027</c:v>
                </c:pt>
                <c:pt idx="51698">
                  <c:v>0.59835648148145992</c:v>
                </c:pt>
                <c:pt idx="51699">
                  <c:v>0.59836805555096362</c:v>
                </c:pt>
                <c:pt idx="51700">
                  <c:v>0.59837962962774327</c:v>
                </c:pt>
                <c:pt idx="51701">
                  <c:v>0.59839120370452292</c:v>
                </c:pt>
                <c:pt idx="51702">
                  <c:v>0.59840277777402662</c:v>
                </c:pt>
                <c:pt idx="51703">
                  <c:v>0.59841435185080627</c:v>
                </c:pt>
                <c:pt idx="51704">
                  <c:v>0.59842592592030996</c:v>
                </c:pt>
                <c:pt idx="51705">
                  <c:v>0.59843749999708962</c:v>
                </c:pt>
                <c:pt idx="51706">
                  <c:v>0.59844907407386927</c:v>
                </c:pt>
                <c:pt idx="51707">
                  <c:v>0.59846064814337296</c:v>
                </c:pt>
                <c:pt idx="51708">
                  <c:v>0.59847222222015262</c:v>
                </c:pt>
                <c:pt idx="51709">
                  <c:v>0.59848379629693227</c:v>
                </c:pt>
                <c:pt idx="51710">
                  <c:v>0.59849537036643596</c:v>
                </c:pt>
                <c:pt idx="51711">
                  <c:v>0.59850694444321562</c:v>
                </c:pt>
                <c:pt idx="51712">
                  <c:v>0.59851851851271931</c:v>
                </c:pt>
                <c:pt idx="51713">
                  <c:v>0.59853009258949896</c:v>
                </c:pt>
                <c:pt idx="51714">
                  <c:v>0.59854166666627862</c:v>
                </c:pt>
                <c:pt idx="51715">
                  <c:v>0.59855324073578231</c:v>
                </c:pt>
                <c:pt idx="51716">
                  <c:v>0.59856481481256196</c:v>
                </c:pt>
                <c:pt idx="51717">
                  <c:v>0.59857638888934162</c:v>
                </c:pt>
                <c:pt idx="51718">
                  <c:v>0.59858796295884531</c:v>
                </c:pt>
                <c:pt idx="51719">
                  <c:v>0.59859953703562496</c:v>
                </c:pt>
                <c:pt idx="51720">
                  <c:v>0.59861111111240461</c:v>
                </c:pt>
                <c:pt idx="51721">
                  <c:v>0.59862268518190831</c:v>
                </c:pt>
                <c:pt idx="51722">
                  <c:v>0.59863425925868796</c:v>
                </c:pt>
                <c:pt idx="51723">
                  <c:v>0.59864583332819166</c:v>
                </c:pt>
                <c:pt idx="51724">
                  <c:v>0.59865740740497131</c:v>
                </c:pt>
                <c:pt idx="51725">
                  <c:v>0.59866898148175096</c:v>
                </c:pt>
                <c:pt idx="51726">
                  <c:v>0.59868055555125466</c:v>
                </c:pt>
                <c:pt idx="51727">
                  <c:v>0.59869212962803431</c:v>
                </c:pt>
                <c:pt idx="51728">
                  <c:v>0.59870370370481396</c:v>
                </c:pt>
                <c:pt idx="51729">
                  <c:v>0.59871527777431766</c:v>
                </c:pt>
                <c:pt idx="51730">
                  <c:v>0.59872685185109731</c:v>
                </c:pt>
                <c:pt idx="51731">
                  <c:v>0.598738425920601</c:v>
                </c:pt>
                <c:pt idx="51732">
                  <c:v>0.59874999999738066</c:v>
                </c:pt>
                <c:pt idx="51733">
                  <c:v>0.59876157407416031</c:v>
                </c:pt>
                <c:pt idx="51734">
                  <c:v>0.598773148143664</c:v>
                </c:pt>
                <c:pt idx="51735">
                  <c:v>0.59878472222044365</c:v>
                </c:pt>
                <c:pt idx="51736">
                  <c:v>0.59879629629722331</c:v>
                </c:pt>
                <c:pt idx="51737">
                  <c:v>0.598807870366727</c:v>
                </c:pt>
                <c:pt idx="51738">
                  <c:v>0.59881944444350665</c:v>
                </c:pt>
                <c:pt idx="51739">
                  <c:v>0.59883101851301035</c:v>
                </c:pt>
                <c:pt idx="51740">
                  <c:v>0.59884259258979</c:v>
                </c:pt>
                <c:pt idx="51741">
                  <c:v>0.59885416666656965</c:v>
                </c:pt>
                <c:pt idx="51742">
                  <c:v>0.59886574073607335</c:v>
                </c:pt>
                <c:pt idx="51743">
                  <c:v>0.598877314812853</c:v>
                </c:pt>
                <c:pt idx="51744">
                  <c:v>0.59888888888963265</c:v>
                </c:pt>
                <c:pt idx="51745">
                  <c:v>0.59890046295913635</c:v>
                </c:pt>
                <c:pt idx="51746">
                  <c:v>0.598912037035916</c:v>
                </c:pt>
                <c:pt idx="51747">
                  <c:v>0.5989236111054197</c:v>
                </c:pt>
                <c:pt idx="51748">
                  <c:v>0.59893518518219935</c:v>
                </c:pt>
                <c:pt idx="51749">
                  <c:v>0.598946759258979</c:v>
                </c:pt>
                <c:pt idx="51750">
                  <c:v>0.59895833332848269</c:v>
                </c:pt>
                <c:pt idx="51751">
                  <c:v>0.59896990740526235</c:v>
                </c:pt>
                <c:pt idx="51752">
                  <c:v>0.598981481482042</c:v>
                </c:pt>
                <c:pt idx="51753">
                  <c:v>0.59899305555154569</c:v>
                </c:pt>
                <c:pt idx="51754">
                  <c:v>0.59900462962832535</c:v>
                </c:pt>
                <c:pt idx="51755">
                  <c:v>0.59901620369782904</c:v>
                </c:pt>
                <c:pt idx="51756">
                  <c:v>0.59902777777460869</c:v>
                </c:pt>
                <c:pt idx="51757">
                  <c:v>0.59903935185138835</c:v>
                </c:pt>
                <c:pt idx="51758">
                  <c:v>0.59905092592089204</c:v>
                </c:pt>
                <c:pt idx="51759">
                  <c:v>0.59906249999767169</c:v>
                </c:pt>
                <c:pt idx="51760">
                  <c:v>0.59907407407445135</c:v>
                </c:pt>
                <c:pt idx="51761">
                  <c:v>0.59908564814395504</c:v>
                </c:pt>
                <c:pt idx="51762">
                  <c:v>0.59909722222073469</c:v>
                </c:pt>
                <c:pt idx="51763">
                  <c:v>0.59910879629751435</c:v>
                </c:pt>
                <c:pt idx="51764">
                  <c:v>0.59912037036701804</c:v>
                </c:pt>
                <c:pt idx="51765">
                  <c:v>0.59913194444379769</c:v>
                </c:pt>
                <c:pt idx="51766">
                  <c:v>0.59914351851330139</c:v>
                </c:pt>
                <c:pt idx="51767">
                  <c:v>0.59915509259008104</c:v>
                </c:pt>
                <c:pt idx="51768">
                  <c:v>0.59916666666686069</c:v>
                </c:pt>
                <c:pt idx="51769">
                  <c:v>0.59917824073636439</c:v>
                </c:pt>
                <c:pt idx="51770">
                  <c:v>0.59918981481314404</c:v>
                </c:pt>
                <c:pt idx="51771">
                  <c:v>0.59920138888992369</c:v>
                </c:pt>
                <c:pt idx="51772">
                  <c:v>0.59921296295942739</c:v>
                </c:pt>
                <c:pt idx="51773">
                  <c:v>0.59922453703620704</c:v>
                </c:pt>
                <c:pt idx="51774">
                  <c:v>0.59923611110571073</c:v>
                </c:pt>
                <c:pt idx="51775">
                  <c:v>0.59924768518249039</c:v>
                </c:pt>
                <c:pt idx="51776">
                  <c:v>0.59925925925927004</c:v>
                </c:pt>
                <c:pt idx="51777">
                  <c:v>0.59927083332877373</c:v>
                </c:pt>
                <c:pt idx="51778">
                  <c:v>0.59928240740555339</c:v>
                </c:pt>
                <c:pt idx="51779">
                  <c:v>0.59929398148233304</c:v>
                </c:pt>
                <c:pt idx="51780">
                  <c:v>0.59930555555183673</c:v>
                </c:pt>
                <c:pt idx="51781">
                  <c:v>0.59931712962861639</c:v>
                </c:pt>
                <c:pt idx="51782">
                  <c:v>0.59932870369812008</c:v>
                </c:pt>
                <c:pt idx="51783">
                  <c:v>0.59934027777489973</c:v>
                </c:pt>
                <c:pt idx="51784">
                  <c:v>0.59935185185167938</c:v>
                </c:pt>
                <c:pt idx="51785">
                  <c:v>0.59936342592118308</c:v>
                </c:pt>
                <c:pt idx="51786">
                  <c:v>0.59937499999796273</c:v>
                </c:pt>
                <c:pt idx="51787">
                  <c:v>0.59938657407474238</c:v>
                </c:pt>
                <c:pt idx="51788">
                  <c:v>0.59939814814424608</c:v>
                </c:pt>
                <c:pt idx="51789">
                  <c:v>0.59940972222102573</c:v>
                </c:pt>
                <c:pt idx="51790">
                  <c:v>0.59942129629052943</c:v>
                </c:pt>
                <c:pt idx="51791">
                  <c:v>0.59943287036730908</c:v>
                </c:pt>
                <c:pt idx="51792">
                  <c:v>0.59944444444408873</c:v>
                </c:pt>
                <c:pt idx="51793">
                  <c:v>0.59945601851359243</c:v>
                </c:pt>
                <c:pt idx="51794">
                  <c:v>0.59946759259037208</c:v>
                </c:pt>
                <c:pt idx="51795">
                  <c:v>0.59947916666715173</c:v>
                </c:pt>
                <c:pt idx="51796">
                  <c:v>0.59949074073665543</c:v>
                </c:pt>
                <c:pt idx="51797">
                  <c:v>0.59950231481343508</c:v>
                </c:pt>
                <c:pt idx="51798">
                  <c:v>0.59951388889021473</c:v>
                </c:pt>
                <c:pt idx="51799">
                  <c:v>0.59952546295971842</c:v>
                </c:pt>
                <c:pt idx="51800">
                  <c:v>0.59953703703649808</c:v>
                </c:pt>
                <c:pt idx="51801">
                  <c:v>0.59954861110600177</c:v>
                </c:pt>
                <c:pt idx="51802">
                  <c:v>0.59956018518278142</c:v>
                </c:pt>
                <c:pt idx="51803">
                  <c:v>0.59957175925956108</c:v>
                </c:pt>
                <c:pt idx="51804">
                  <c:v>0.59958333332906477</c:v>
                </c:pt>
                <c:pt idx="51805">
                  <c:v>0.59959490740584442</c:v>
                </c:pt>
                <c:pt idx="51806">
                  <c:v>0.59960648148262408</c:v>
                </c:pt>
                <c:pt idx="51807">
                  <c:v>0.59961805555212777</c:v>
                </c:pt>
                <c:pt idx="51808">
                  <c:v>0.59962962962890742</c:v>
                </c:pt>
                <c:pt idx="51809">
                  <c:v>0.59964120369841112</c:v>
                </c:pt>
                <c:pt idx="51810">
                  <c:v>0.59965277777519077</c:v>
                </c:pt>
                <c:pt idx="51811">
                  <c:v>0.59966435185197042</c:v>
                </c:pt>
                <c:pt idx="51812">
                  <c:v>0.59967592592147412</c:v>
                </c:pt>
                <c:pt idx="51813">
                  <c:v>0.59968749999825377</c:v>
                </c:pt>
                <c:pt idx="51814">
                  <c:v>0.59969907407503342</c:v>
                </c:pt>
                <c:pt idx="51815">
                  <c:v>0.59971064814453712</c:v>
                </c:pt>
                <c:pt idx="51816">
                  <c:v>0.59972222222131677</c:v>
                </c:pt>
                <c:pt idx="51817">
                  <c:v>0.59973379629082046</c:v>
                </c:pt>
                <c:pt idx="51818">
                  <c:v>0.59974537036760012</c:v>
                </c:pt>
                <c:pt idx="51819">
                  <c:v>0.59975694444437977</c:v>
                </c:pt>
                <c:pt idx="51820">
                  <c:v>0.59976851851388346</c:v>
                </c:pt>
                <c:pt idx="51821">
                  <c:v>0.59978009259066312</c:v>
                </c:pt>
                <c:pt idx="51822">
                  <c:v>0.59979166666744277</c:v>
                </c:pt>
                <c:pt idx="51823">
                  <c:v>0.59980324073694646</c:v>
                </c:pt>
                <c:pt idx="51824">
                  <c:v>0.59981481481372612</c:v>
                </c:pt>
                <c:pt idx="51825">
                  <c:v>0.59982638888322981</c:v>
                </c:pt>
                <c:pt idx="51826">
                  <c:v>0.59983796296000946</c:v>
                </c:pt>
                <c:pt idx="51827">
                  <c:v>0.59984953703678912</c:v>
                </c:pt>
                <c:pt idx="51828">
                  <c:v>0.59986111110629281</c:v>
                </c:pt>
                <c:pt idx="51829">
                  <c:v>0.59987268518307246</c:v>
                </c:pt>
                <c:pt idx="51830">
                  <c:v>0.59988425925985212</c:v>
                </c:pt>
                <c:pt idx="51831">
                  <c:v>0.59989583332935581</c:v>
                </c:pt>
                <c:pt idx="51832">
                  <c:v>0.59990740740613546</c:v>
                </c:pt>
                <c:pt idx="51833">
                  <c:v>0.59991898147563916</c:v>
                </c:pt>
                <c:pt idx="51834">
                  <c:v>0.59993055555241881</c:v>
                </c:pt>
                <c:pt idx="51835">
                  <c:v>0.59994212962919846</c:v>
                </c:pt>
                <c:pt idx="51836">
                  <c:v>0.59995370369870216</c:v>
                </c:pt>
                <c:pt idx="51837">
                  <c:v>0.59996527777548181</c:v>
                </c:pt>
                <c:pt idx="51838">
                  <c:v>0.59997685185226146</c:v>
                </c:pt>
                <c:pt idx="51839">
                  <c:v>0.59998842592176516</c:v>
                </c:pt>
                <c:pt idx="51840">
                  <c:v>0.59999999999854481</c:v>
                </c:pt>
                <c:pt idx="51841">
                  <c:v>0.60001157407532446</c:v>
                </c:pt>
                <c:pt idx="51842">
                  <c:v>0.60002314814482816</c:v>
                </c:pt>
                <c:pt idx="51843">
                  <c:v>0.60003472222160781</c:v>
                </c:pt>
                <c:pt idx="51844">
                  <c:v>0.6000462962911115</c:v>
                </c:pt>
                <c:pt idx="51845">
                  <c:v>0.60005787036789116</c:v>
                </c:pt>
                <c:pt idx="51846">
                  <c:v>0.60006944444467081</c:v>
                </c:pt>
                <c:pt idx="51847">
                  <c:v>0.6000810185141745</c:v>
                </c:pt>
                <c:pt idx="51848">
                  <c:v>0.60009259259095415</c:v>
                </c:pt>
                <c:pt idx="51849">
                  <c:v>0.60010416666773381</c:v>
                </c:pt>
                <c:pt idx="51850">
                  <c:v>0.6001157407372375</c:v>
                </c:pt>
                <c:pt idx="51851">
                  <c:v>0.60012731481401715</c:v>
                </c:pt>
                <c:pt idx="51852">
                  <c:v>0.60013888888352085</c:v>
                </c:pt>
                <c:pt idx="51853">
                  <c:v>0.6001504629603005</c:v>
                </c:pt>
                <c:pt idx="51854">
                  <c:v>0.60016203703708015</c:v>
                </c:pt>
                <c:pt idx="51855">
                  <c:v>0.60017361110658385</c:v>
                </c:pt>
                <c:pt idx="51856">
                  <c:v>0.6001851851833635</c:v>
                </c:pt>
                <c:pt idx="51857">
                  <c:v>0.60019675926014315</c:v>
                </c:pt>
                <c:pt idx="51858">
                  <c:v>0.60020833332964685</c:v>
                </c:pt>
                <c:pt idx="51859">
                  <c:v>0.6002199074064265</c:v>
                </c:pt>
                <c:pt idx="51860">
                  <c:v>0.6002314814759302</c:v>
                </c:pt>
                <c:pt idx="51861">
                  <c:v>0.60024305555270985</c:v>
                </c:pt>
                <c:pt idx="51862">
                  <c:v>0.6002546296294895</c:v>
                </c:pt>
                <c:pt idx="51863">
                  <c:v>0.60026620369899319</c:v>
                </c:pt>
                <c:pt idx="51864">
                  <c:v>0.60027777777577285</c:v>
                </c:pt>
                <c:pt idx="51865">
                  <c:v>0.6002893518525525</c:v>
                </c:pt>
                <c:pt idx="51866">
                  <c:v>0.60030092592205619</c:v>
                </c:pt>
                <c:pt idx="51867">
                  <c:v>0.60031249999883585</c:v>
                </c:pt>
                <c:pt idx="51868">
                  <c:v>0.60032407406833954</c:v>
                </c:pt>
                <c:pt idx="51869">
                  <c:v>0.60033564814511919</c:v>
                </c:pt>
                <c:pt idx="51870">
                  <c:v>0.60034722222189885</c:v>
                </c:pt>
                <c:pt idx="51871">
                  <c:v>0.60035879629140254</c:v>
                </c:pt>
                <c:pt idx="51872">
                  <c:v>0.60037037036818219</c:v>
                </c:pt>
                <c:pt idx="51873">
                  <c:v>0.60038194444496185</c:v>
                </c:pt>
                <c:pt idx="51874">
                  <c:v>0.60039351851446554</c:v>
                </c:pt>
                <c:pt idx="51875">
                  <c:v>0.60040509259124519</c:v>
                </c:pt>
                <c:pt idx="51876">
                  <c:v>0.60041666666074889</c:v>
                </c:pt>
                <c:pt idx="51877">
                  <c:v>0.60042824073752854</c:v>
                </c:pt>
                <c:pt idx="51878">
                  <c:v>0.60043981481430819</c:v>
                </c:pt>
                <c:pt idx="51879">
                  <c:v>0.60045138888381189</c:v>
                </c:pt>
                <c:pt idx="51880">
                  <c:v>0.60046296296059154</c:v>
                </c:pt>
                <c:pt idx="51881">
                  <c:v>0.60047453703737119</c:v>
                </c:pt>
                <c:pt idx="51882">
                  <c:v>0.60048611110687489</c:v>
                </c:pt>
                <c:pt idx="51883">
                  <c:v>0.60049768518365454</c:v>
                </c:pt>
                <c:pt idx="51884">
                  <c:v>0.60050925926043419</c:v>
                </c:pt>
                <c:pt idx="51885">
                  <c:v>0.60052083332993789</c:v>
                </c:pt>
                <c:pt idx="51886">
                  <c:v>0.60053240740671754</c:v>
                </c:pt>
                <c:pt idx="51887">
                  <c:v>0.60054398147622123</c:v>
                </c:pt>
                <c:pt idx="51888">
                  <c:v>0.60055555555300089</c:v>
                </c:pt>
                <c:pt idx="51889">
                  <c:v>0.60056712962978054</c:v>
                </c:pt>
                <c:pt idx="51890">
                  <c:v>0.60057870369928423</c:v>
                </c:pt>
                <c:pt idx="51891">
                  <c:v>0.60059027777606389</c:v>
                </c:pt>
                <c:pt idx="51892">
                  <c:v>0.60060185185284354</c:v>
                </c:pt>
                <c:pt idx="51893">
                  <c:v>0.60061342592234723</c:v>
                </c:pt>
                <c:pt idx="51894">
                  <c:v>0.60062499999912689</c:v>
                </c:pt>
                <c:pt idx="51895">
                  <c:v>0.60063657406863058</c:v>
                </c:pt>
                <c:pt idx="51896">
                  <c:v>0.60064814814541023</c:v>
                </c:pt>
                <c:pt idx="51897">
                  <c:v>0.60065972222218988</c:v>
                </c:pt>
                <c:pt idx="51898">
                  <c:v>0.60067129629169358</c:v>
                </c:pt>
                <c:pt idx="51899">
                  <c:v>0.60068287036847323</c:v>
                </c:pt>
                <c:pt idx="51900">
                  <c:v>0.60069444444525288</c:v>
                </c:pt>
                <c:pt idx="51901">
                  <c:v>0.60070601851475658</c:v>
                </c:pt>
                <c:pt idx="51902">
                  <c:v>0.60071759259153623</c:v>
                </c:pt>
                <c:pt idx="51903">
                  <c:v>0.60072916666103993</c:v>
                </c:pt>
                <c:pt idx="51904">
                  <c:v>0.60074074073781958</c:v>
                </c:pt>
                <c:pt idx="51905">
                  <c:v>0.60075231481459923</c:v>
                </c:pt>
                <c:pt idx="51906">
                  <c:v>0.60076388888410293</c:v>
                </c:pt>
                <c:pt idx="51907">
                  <c:v>0.60077546296088258</c:v>
                </c:pt>
                <c:pt idx="51908">
                  <c:v>0.60078703703766223</c:v>
                </c:pt>
                <c:pt idx="51909">
                  <c:v>0.60079861110716593</c:v>
                </c:pt>
                <c:pt idx="51910">
                  <c:v>0.60081018518394558</c:v>
                </c:pt>
                <c:pt idx="51911">
                  <c:v>0.60082175925344927</c:v>
                </c:pt>
                <c:pt idx="51912">
                  <c:v>0.60083333333022892</c:v>
                </c:pt>
                <c:pt idx="51913">
                  <c:v>0.60084490740700858</c:v>
                </c:pt>
                <c:pt idx="51914">
                  <c:v>0.60085648147651227</c:v>
                </c:pt>
                <c:pt idx="51915">
                  <c:v>0.60086805555329192</c:v>
                </c:pt>
                <c:pt idx="51916">
                  <c:v>0.60087962963007158</c:v>
                </c:pt>
                <c:pt idx="51917">
                  <c:v>0.60089120369957527</c:v>
                </c:pt>
                <c:pt idx="51918">
                  <c:v>0.60090277777635492</c:v>
                </c:pt>
                <c:pt idx="51919">
                  <c:v>0.60091435185313458</c:v>
                </c:pt>
                <c:pt idx="51920">
                  <c:v>0.60092592592263827</c:v>
                </c:pt>
                <c:pt idx="51921">
                  <c:v>0.60093749999941792</c:v>
                </c:pt>
                <c:pt idx="51922">
                  <c:v>0.60094907406892162</c:v>
                </c:pt>
                <c:pt idx="51923">
                  <c:v>0.60096064814570127</c:v>
                </c:pt>
                <c:pt idx="51924">
                  <c:v>0.60097222222248092</c:v>
                </c:pt>
                <c:pt idx="51925">
                  <c:v>0.60098379629198462</c:v>
                </c:pt>
                <c:pt idx="51926">
                  <c:v>0.60099537036876427</c:v>
                </c:pt>
                <c:pt idx="51927">
                  <c:v>0.60100694444554392</c:v>
                </c:pt>
                <c:pt idx="51928">
                  <c:v>0.60101851851504762</c:v>
                </c:pt>
                <c:pt idx="51929">
                  <c:v>0.60103009259182727</c:v>
                </c:pt>
                <c:pt idx="51930">
                  <c:v>0.60104166666133096</c:v>
                </c:pt>
                <c:pt idx="51931">
                  <c:v>0.60105324073811062</c:v>
                </c:pt>
                <c:pt idx="51932">
                  <c:v>0.60106481481489027</c:v>
                </c:pt>
                <c:pt idx="51933">
                  <c:v>0.60107638888439396</c:v>
                </c:pt>
                <c:pt idx="51934">
                  <c:v>0.60108796296117362</c:v>
                </c:pt>
                <c:pt idx="51935">
                  <c:v>0.60109953703795327</c:v>
                </c:pt>
                <c:pt idx="51936">
                  <c:v>0.60111111110745696</c:v>
                </c:pt>
                <c:pt idx="51937">
                  <c:v>0.60112268518423662</c:v>
                </c:pt>
                <c:pt idx="51938">
                  <c:v>0.60113425925374031</c:v>
                </c:pt>
                <c:pt idx="51939">
                  <c:v>0.60114583333051996</c:v>
                </c:pt>
                <c:pt idx="51940">
                  <c:v>0.60115740740729962</c:v>
                </c:pt>
                <c:pt idx="51941">
                  <c:v>0.60116898147680331</c:v>
                </c:pt>
                <c:pt idx="51942">
                  <c:v>0.60118055555358296</c:v>
                </c:pt>
                <c:pt idx="51943">
                  <c:v>0.60119212963036261</c:v>
                </c:pt>
                <c:pt idx="51944">
                  <c:v>0.60120370369986631</c:v>
                </c:pt>
                <c:pt idx="51945">
                  <c:v>0.60121527777664596</c:v>
                </c:pt>
                <c:pt idx="51946">
                  <c:v>0.60122685184614966</c:v>
                </c:pt>
                <c:pt idx="51947">
                  <c:v>0.60123842592292931</c:v>
                </c:pt>
                <c:pt idx="51948">
                  <c:v>0.60124999999970896</c:v>
                </c:pt>
                <c:pt idx="51949">
                  <c:v>0.60126157406921266</c:v>
                </c:pt>
                <c:pt idx="51950">
                  <c:v>0.60127314814599231</c:v>
                </c:pt>
                <c:pt idx="51951">
                  <c:v>0.60128472222277196</c:v>
                </c:pt>
                <c:pt idx="51952">
                  <c:v>0.60129629629227566</c:v>
                </c:pt>
                <c:pt idx="51953">
                  <c:v>0.60130787036905531</c:v>
                </c:pt>
                <c:pt idx="51954">
                  <c:v>0.601319444438559</c:v>
                </c:pt>
                <c:pt idx="51955">
                  <c:v>0.60133101851533866</c:v>
                </c:pt>
                <c:pt idx="51956">
                  <c:v>0.60134259259211831</c:v>
                </c:pt>
                <c:pt idx="51957">
                  <c:v>0.601354166661622</c:v>
                </c:pt>
                <c:pt idx="51958">
                  <c:v>0.60136574073840166</c:v>
                </c:pt>
                <c:pt idx="51959">
                  <c:v>0.60137731481518131</c:v>
                </c:pt>
                <c:pt idx="51960">
                  <c:v>0.601388888884685</c:v>
                </c:pt>
                <c:pt idx="51961">
                  <c:v>0.60140046296146465</c:v>
                </c:pt>
                <c:pt idx="51962">
                  <c:v>0.60141203703824431</c:v>
                </c:pt>
                <c:pt idx="51963">
                  <c:v>0.601423611107748</c:v>
                </c:pt>
                <c:pt idx="51964">
                  <c:v>0.60143518518452765</c:v>
                </c:pt>
                <c:pt idx="51965">
                  <c:v>0.60144675925403135</c:v>
                </c:pt>
                <c:pt idx="51966">
                  <c:v>0.601458333330811</c:v>
                </c:pt>
                <c:pt idx="51967">
                  <c:v>0.60146990740759065</c:v>
                </c:pt>
                <c:pt idx="51968">
                  <c:v>0.60148148147709435</c:v>
                </c:pt>
                <c:pt idx="51969">
                  <c:v>0.601493055553874</c:v>
                </c:pt>
                <c:pt idx="51970">
                  <c:v>0.60150462963065365</c:v>
                </c:pt>
                <c:pt idx="51971">
                  <c:v>0.60151620370015735</c:v>
                </c:pt>
                <c:pt idx="51972">
                  <c:v>0.601527777776937</c:v>
                </c:pt>
                <c:pt idx="51973">
                  <c:v>0.6015393518464407</c:v>
                </c:pt>
                <c:pt idx="51974">
                  <c:v>0.60155092592322035</c:v>
                </c:pt>
                <c:pt idx="51975">
                  <c:v>0.6015625</c:v>
                </c:pt>
                <c:pt idx="51976">
                  <c:v>0.60157407406950369</c:v>
                </c:pt>
                <c:pt idx="51977">
                  <c:v>0.60158564814628335</c:v>
                </c:pt>
                <c:pt idx="51978">
                  <c:v>0.601597222223063</c:v>
                </c:pt>
                <c:pt idx="51979">
                  <c:v>0.60160879629256669</c:v>
                </c:pt>
                <c:pt idx="51980">
                  <c:v>0.60162037036934635</c:v>
                </c:pt>
                <c:pt idx="51981">
                  <c:v>0.60163194443885004</c:v>
                </c:pt>
                <c:pt idx="51982">
                  <c:v>0.60164351851562969</c:v>
                </c:pt>
                <c:pt idx="51983">
                  <c:v>0.60165509259240935</c:v>
                </c:pt>
                <c:pt idx="51984">
                  <c:v>0.60166666666191304</c:v>
                </c:pt>
                <c:pt idx="51985">
                  <c:v>0.60167824073869269</c:v>
                </c:pt>
                <c:pt idx="51986">
                  <c:v>0.60168981481547235</c:v>
                </c:pt>
                <c:pt idx="51987">
                  <c:v>0.60170138888497604</c:v>
                </c:pt>
                <c:pt idx="51988">
                  <c:v>0.60171296296175569</c:v>
                </c:pt>
                <c:pt idx="51989">
                  <c:v>0.60172453703125939</c:v>
                </c:pt>
                <c:pt idx="51990">
                  <c:v>0.60173611110803904</c:v>
                </c:pt>
                <c:pt idx="51991">
                  <c:v>0.60174768518481869</c:v>
                </c:pt>
                <c:pt idx="51992">
                  <c:v>0.60175925925432239</c:v>
                </c:pt>
                <c:pt idx="51993">
                  <c:v>0.60177083333110204</c:v>
                </c:pt>
                <c:pt idx="51994">
                  <c:v>0.60178240740788169</c:v>
                </c:pt>
                <c:pt idx="51995">
                  <c:v>0.60179398147738539</c:v>
                </c:pt>
                <c:pt idx="51996">
                  <c:v>0.60180555555416504</c:v>
                </c:pt>
                <c:pt idx="51997">
                  <c:v>0.60181712963094469</c:v>
                </c:pt>
                <c:pt idx="51998">
                  <c:v>0.60182870370044839</c:v>
                </c:pt>
                <c:pt idx="51999">
                  <c:v>0.60184027777722804</c:v>
                </c:pt>
                <c:pt idx="52000">
                  <c:v>0.60185185184673173</c:v>
                </c:pt>
                <c:pt idx="52001">
                  <c:v>0.60186342592351139</c:v>
                </c:pt>
                <c:pt idx="52002">
                  <c:v>0.60187500000029104</c:v>
                </c:pt>
                <c:pt idx="52003">
                  <c:v>0.60188657406979473</c:v>
                </c:pt>
                <c:pt idx="52004">
                  <c:v>0.60189814814657439</c:v>
                </c:pt>
                <c:pt idx="52005">
                  <c:v>0.60190972222335404</c:v>
                </c:pt>
                <c:pt idx="52006">
                  <c:v>0.60192129629285773</c:v>
                </c:pt>
                <c:pt idx="52007">
                  <c:v>0.60193287036963739</c:v>
                </c:pt>
                <c:pt idx="52008">
                  <c:v>0.60194444443914108</c:v>
                </c:pt>
                <c:pt idx="52009">
                  <c:v>0.60195601851592073</c:v>
                </c:pt>
                <c:pt idx="52010">
                  <c:v>0.60196759259270038</c:v>
                </c:pt>
                <c:pt idx="52011">
                  <c:v>0.60197916666220408</c:v>
                </c:pt>
                <c:pt idx="52012">
                  <c:v>0.60199074073898373</c:v>
                </c:pt>
                <c:pt idx="52013">
                  <c:v>0.60200231481576338</c:v>
                </c:pt>
                <c:pt idx="52014">
                  <c:v>0.60201388888526708</c:v>
                </c:pt>
                <c:pt idx="52015">
                  <c:v>0.60202546296204673</c:v>
                </c:pt>
                <c:pt idx="52016">
                  <c:v>0.60203703703155043</c:v>
                </c:pt>
                <c:pt idx="52017">
                  <c:v>0.60204861110833008</c:v>
                </c:pt>
                <c:pt idx="52018">
                  <c:v>0.60206018518510973</c:v>
                </c:pt>
                <c:pt idx="52019">
                  <c:v>0.60207175925461343</c:v>
                </c:pt>
                <c:pt idx="52020">
                  <c:v>0.60208333333139308</c:v>
                </c:pt>
                <c:pt idx="52021">
                  <c:v>0.60209490740817273</c:v>
                </c:pt>
                <c:pt idx="52022">
                  <c:v>0.60210648147767643</c:v>
                </c:pt>
                <c:pt idx="52023">
                  <c:v>0.60211805555445608</c:v>
                </c:pt>
                <c:pt idx="52024">
                  <c:v>0.60212962962395977</c:v>
                </c:pt>
                <c:pt idx="52025">
                  <c:v>0.60214120370073942</c:v>
                </c:pt>
                <c:pt idx="52026">
                  <c:v>0.60215277777751908</c:v>
                </c:pt>
                <c:pt idx="52027">
                  <c:v>0.60216435184702277</c:v>
                </c:pt>
                <c:pt idx="52028">
                  <c:v>0.60217592592380242</c:v>
                </c:pt>
                <c:pt idx="52029">
                  <c:v>0.60218750000058208</c:v>
                </c:pt>
                <c:pt idx="52030">
                  <c:v>0.60219907407008577</c:v>
                </c:pt>
                <c:pt idx="52031">
                  <c:v>0.60221064814686542</c:v>
                </c:pt>
                <c:pt idx="52032">
                  <c:v>0.60222222221636912</c:v>
                </c:pt>
                <c:pt idx="52033">
                  <c:v>0.60223379629314877</c:v>
                </c:pt>
                <c:pt idx="52034">
                  <c:v>0.60224537036992842</c:v>
                </c:pt>
                <c:pt idx="52035">
                  <c:v>0.60225694443943212</c:v>
                </c:pt>
                <c:pt idx="52036">
                  <c:v>0.60226851851621177</c:v>
                </c:pt>
                <c:pt idx="52037">
                  <c:v>0.60228009259299142</c:v>
                </c:pt>
                <c:pt idx="52038">
                  <c:v>0.60229166666249512</c:v>
                </c:pt>
                <c:pt idx="52039">
                  <c:v>0.60230324073927477</c:v>
                </c:pt>
                <c:pt idx="52040">
                  <c:v>0.60231481481605442</c:v>
                </c:pt>
                <c:pt idx="52041">
                  <c:v>0.60232638888555812</c:v>
                </c:pt>
                <c:pt idx="52042">
                  <c:v>0.60233796296233777</c:v>
                </c:pt>
                <c:pt idx="52043">
                  <c:v>0.60234953703184146</c:v>
                </c:pt>
                <c:pt idx="52044">
                  <c:v>0.60236111110862112</c:v>
                </c:pt>
                <c:pt idx="52045">
                  <c:v>0.60237268518540077</c:v>
                </c:pt>
                <c:pt idx="52046">
                  <c:v>0.60238425925490446</c:v>
                </c:pt>
                <c:pt idx="52047">
                  <c:v>0.60239583333168412</c:v>
                </c:pt>
                <c:pt idx="52048">
                  <c:v>0.60240740740846377</c:v>
                </c:pt>
                <c:pt idx="52049">
                  <c:v>0.60241898147796746</c:v>
                </c:pt>
                <c:pt idx="52050">
                  <c:v>0.60243055555474712</c:v>
                </c:pt>
                <c:pt idx="52051">
                  <c:v>0.60244212962425081</c:v>
                </c:pt>
                <c:pt idx="52052">
                  <c:v>0.60245370370103046</c:v>
                </c:pt>
                <c:pt idx="52053">
                  <c:v>0.60246527777781012</c:v>
                </c:pt>
                <c:pt idx="52054">
                  <c:v>0.60247685184731381</c:v>
                </c:pt>
                <c:pt idx="52055">
                  <c:v>0.60248842592409346</c:v>
                </c:pt>
                <c:pt idx="52056">
                  <c:v>0.60250000000087311</c:v>
                </c:pt>
                <c:pt idx="52057">
                  <c:v>0.60251157407037681</c:v>
                </c:pt>
                <c:pt idx="52058">
                  <c:v>0.60252314814715646</c:v>
                </c:pt>
                <c:pt idx="52059">
                  <c:v>0.60253472221666016</c:v>
                </c:pt>
                <c:pt idx="52060">
                  <c:v>0.60254629629343981</c:v>
                </c:pt>
                <c:pt idx="52061">
                  <c:v>0.60255787037021946</c:v>
                </c:pt>
                <c:pt idx="52062">
                  <c:v>0.60256944443972316</c:v>
                </c:pt>
                <c:pt idx="52063">
                  <c:v>0.60258101851650281</c:v>
                </c:pt>
                <c:pt idx="52064">
                  <c:v>0.60259259259328246</c:v>
                </c:pt>
                <c:pt idx="52065">
                  <c:v>0.60260416666278616</c:v>
                </c:pt>
                <c:pt idx="52066">
                  <c:v>0.60261574073956581</c:v>
                </c:pt>
                <c:pt idx="52067">
                  <c:v>0.6026273148090695</c:v>
                </c:pt>
                <c:pt idx="52068">
                  <c:v>0.60263888888584916</c:v>
                </c:pt>
                <c:pt idx="52069">
                  <c:v>0.60265046296262881</c:v>
                </c:pt>
                <c:pt idx="52070">
                  <c:v>0.6026620370321325</c:v>
                </c:pt>
                <c:pt idx="52071">
                  <c:v>0.60267361110891216</c:v>
                </c:pt>
                <c:pt idx="52072">
                  <c:v>0.60268518518569181</c:v>
                </c:pt>
                <c:pt idx="52073">
                  <c:v>0.6026967592551955</c:v>
                </c:pt>
                <c:pt idx="52074">
                  <c:v>0.60270833333197515</c:v>
                </c:pt>
                <c:pt idx="52075">
                  <c:v>0.60271990740147885</c:v>
                </c:pt>
                <c:pt idx="52076">
                  <c:v>0.6027314814782585</c:v>
                </c:pt>
                <c:pt idx="52077">
                  <c:v>0.60274305555503815</c:v>
                </c:pt>
                <c:pt idx="52078">
                  <c:v>0.60275462962454185</c:v>
                </c:pt>
                <c:pt idx="52079">
                  <c:v>0.6027662037013215</c:v>
                </c:pt>
                <c:pt idx="52080">
                  <c:v>0.60277777777810115</c:v>
                </c:pt>
                <c:pt idx="52081">
                  <c:v>0.60278935184760485</c:v>
                </c:pt>
                <c:pt idx="52082">
                  <c:v>0.6028009259243845</c:v>
                </c:pt>
                <c:pt idx="52083">
                  <c:v>0.60281250000116415</c:v>
                </c:pt>
                <c:pt idx="52084">
                  <c:v>0.60282407407066785</c:v>
                </c:pt>
                <c:pt idx="52085">
                  <c:v>0.6028356481474475</c:v>
                </c:pt>
                <c:pt idx="52086">
                  <c:v>0.6028472222169512</c:v>
                </c:pt>
                <c:pt idx="52087">
                  <c:v>0.60285879629373085</c:v>
                </c:pt>
                <c:pt idx="52088">
                  <c:v>0.6028703703705105</c:v>
                </c:pt>
                <c:pt idx="52089">
                  <c:v>0.60288194444001419</c:v>
                </c:pt>
                <c:pt idx="52090">
                  <c:v>0.60289351851679385</c:v>
                </c:pt>
                <c:pt idx="52091">
                  <c:v>0.6029050925935735</c:v>
                </c:pt>
                <c:pt idx="52092">
                  <c:v>0.60291666666307719</c:v>
                </c:pt>
                <c:pt idx="52093">
                  <c:v>0.60292824073985685</c:v>
                </c:pt>
                <c:pt idx="52094">
                  <c:v>0.60293981480936054</c:v>
                </c:pt>
                <c:pt idx="52095">
                  <c:v>0.60295138888614019</c:v>
                </c:pt>
                <c:pt idx="52096">
                  <c:v>0.60296296296291985</c:v>
                </c:pt>
                <c:pt idx="52097">
                  <c:v>0.60297453703242354</c:v>
                </c:pt>
                <c:pt idx="52098">
                  <c:v>0.60298611110920319</c:v>
                </c:pt>
                <c:pt idx="52099">
                  <c:v>0.60299768518598285</c:v>
                </c:pt>
                <c:pt idx="52100">
                  <c:v>0.60300925925548654</c:v>
                </c:pt>
                <c:pt idx="52101">
                  <c:v>0.60302083333226619</c:v>
                </c:pt>
                <c:pt idx="52102">
                  <c:v>0.60303240740176989</c:v>
                </c:pt>
                <c:pt idx="52103">
                  <c:v>0.60304398147854954</c:v>
                </c:pt>
                <c:pt idx="52104">
                  <c:v>0.60305555555532919</c:v>
                </c:pt>
                <c:pt idx="52105">
                  <c:v>0.60306712962483289</c:v>
                </c:pt>
                <c:pt idx="52106">
                  <c:v>0.60307870370161254</c:v>
                </c:pt>
                <c:pt idx="52107">
                  <c:v>0.60309027777839219</c:v>
                </c:pt>
                <c:pt idx="52108">
                  <c:v>0.60310185184789589</c:v>
                </c:pt>
                <c:pt idx="52109">
                  <c:v>0.60311342592467554</c:v>
                </c:pt>
                <c:pt idx="52110">
                  <c:v>0.60312499999417923</c:v>
                </c:pt>
                <c:pt idx="52111">
                  <c:v>0.60313657407095889</c:v>
                </c:pt>
                <c:pt idx="52112">
                  <c:v>0.60314814814773854</c:v>
                </c:pt>
                <c:pt idx="52113">
                  <c:v>0.60315972221724223</c:v>
                </c:pt>
                <c:pt idx="52114">
                  <c:v>0.60317129629402189</c:v>
                </c:pt>
                <c:pt idx="52115">
                  <c:v>0.60318287037080154</c:v>
                </c:pt>
                <c:pt idx="52116">
                  <c:v>0.60319444444030523</c:v>
                </c:pt>
                <c:pt idx="52117">
                  <c:v>0.60320601851708489</c:v>
                </c:pt>
                <c:pt idx="52118">
                  <c:v>0.60321759259386454</c:v>
                </c:pt>
                <c:pt idx="52119">
                  <c:v>0.60322916666336823</c:v>
                </c:pt>
                <c:pt idx="52120">
                  <c:v>0.60324074074014788</c:v>
                </c:pt>
                <c:pt idx="52121">
                  <c:v>0.60325231480965158</c:v>
                </c:pt>
                <c:pt idx="52122">
                  <c:v>0.60326388888643123</c:v>
                </c:pt>
                <c:pt idx="52123">
                  <c:v>0.60327546296321088</c:v>
                </c:pt>
                <c:pt idx="52124">
                  <c:v>0.60328703703271458</c:v>
                </c:pt>
                <c:pt idx="52125">
                  <c:v>0.60329861110949423</c:v>
                </c:pt>
                <c:pt idx="52126">
                  <c:v>0.60331018518627388</c:v>
                </c:pt>
                <c:pt idx="52127">
                  <c:v>0.60332175925577758</c:v>
                </c:pt>
                <c:pt idx="52128">
                  <c:v>0.60333333333255723</c:v>
                </c:pt>
                <c:pt idx="52129">
                  <c:v>0.60334490740206093</c:v>
                </c:pt>
                <c:pt idx="52130">
                  <c:v>0.60335648147884058</c:v>
                </c:pt>
                <c:pt idx="52131">
                  <c:v>0.60336805555562023</c:v>
                </c:pt>
                <c:pt idx="52132">
                  <c:v>0.60337962962512393</c:v>
                </c:pt>
                <c:pt idx="52133">
                  <c:v>0.60339120370190358</c:v>
                </c:pt>
                <c:pt idx="52134">
                  <c:v>0.60340277777868323</c:v>
                </c:pt>
                <c:pt idx="52135">
                  <c:v>0.60341435184818693</c:v>
                </c:pt>
                <c:pt idx="52136">
                  <c:v>0.60342592592496658</c:v>
                </c:pt>
                <c:pt idx="52137">
                  <c:v>0.60343749999447027</c:v>
                </c:pt>
                <c:pt idx="52138">
                  <c:v>0.60344907407124992</c:v>
                </c:pt>
                <c:pt idx="52139">
                  <c:v>0.60346064814802958</c:v>
                </c:pt>
                <c:pt idx="52140">
                  <c:v>0.60347222221753327</c:v>
                </c:pt>
                <c:pt idx="52141">
                  <c:v>0.60348379629431292</c:v>
                </c:pt>
                <c:pt idx="52142">
                  <c:v>0.60349537037109258</c:v>
                </c:pt>
                <c:pt idx="52143">
                  <c:v>0.60350694444059627</c:v>
                </c:pt>
                <c:pt idx="52144">
                  <c:v>0.60351851851737592</c:v>
                </c:pt>
                <c:pt idx="52145">
                  <c:v>0.60353009258687962</c:v>
                </c:pt>
                <c:pt idx="52146">
                  <c:v>0.60354166666365927</c:v>
                </c:pt>
                <c:pt idx="52147">
                  <c:v>0.60355324074043892</c:v>
                </c:pt>
                <c:pt idx="52148">
                  <c:v>0.60356481480994262</c:v>
                </c:pt>
                <c:pt idx="52149">
                  <c:v>0.60357638888672227</c:v>
                </c:pt>
                <c:pt idx="52150">
                  <c:v>0.60358796296350192</c:v>
                </c:pt>
                <c:pt idx="52151">
                  <c:v>0.60359953703300562</c:v>
                </c:pt>
                <c:pt idx="52152">
                  <c:v>0.60361111110978527</c:v>
                </c:pt>
                <c:pt idx="52153">
                  <c:v>0.60362268517928896</c:v>
                </c:pt>
                <c:pt idx="52154">
                  <c:v>0.60363425925606862</c:v>
                </c:pt>
                <c:pt idx="52155">
                  <c:v>0.60364583333284827</c:v>
                </c:pt>
                <c:pt idx="52156">
                  <c:v>0.60365740740235196</c:v>
                </c:pt>
                <c:pt idx="52157">
                  <c:v>0.60366898147913162</c:v>
                </c:pt>
                <c:pt idx="52158">
                  <c:v>0.60368055555591127</c:v>
                </c:pt>
                <c:pt idx="52159">
                  <c:v>0.60369212962541496</c:v>
                </c:pt>
                <c:pt idx="52160">
                  <c:v>0.60370370370219462</c:v>
                </c:pt>
                <c:pt idx="52161">
                  <c:v>0.60371527777897427</c:v>
                </c:pt>
                <c:pt idx="52162">
                  <c:v>0.60372685184847796</c:v>
                </c:pt>
                <c:pt idx="52163">
                  <c:v>0.60373842592525762</c:v>
                </c:pt>
                <c:pt idx="52164">
                  <c:v>0.60374999999476131</c:v>
                </c:pt>
                <c:pt idx="52165">
                  <c:v>0.60376157407154096</c:v>
                </c:pt>
                <c:pt idx="52166">
                  <c:v>0.60377314814832062</c:v>
                </c:pt>
                <c:pt idx="52167">
                  <c:v>0.60378472221782431</c:v>
                </c:pt>
                <c:pt idx="52168">
                  <c:v>0.60379629629460396</c:v>
                </c:pt>
                <c:pt idx="52169">
                  <c:v>0.60380787037138361</c:v>
                </c:pt>
                <c:pt idx="52170">
                  <c:v>0.60381944444088731</c:v>
                </c:pt>
                <c:pt idx="52171">
                  <c:v>0.60383101851766696</c:v>
                </c:pt>
                <c:pt idx="52172">
                  <c:v>0.60384259258717066</c:v>
                </c:pt>
                <c:pt idx="52173">
                  <c:v>0.60385416666395031</c:v>
                </c:pt>
                <c:pt idx="52174">
                  <c:v>0.60386574074072996</c:v>
                </c:pt>
                <c:pt idx="52175">
                  <c:v>0.60387731481023366</c:v>
                </c:pt>
                <c:pt idx="52176">
                  <c:v>0.60388888888701331</c:v>
                </c:pt>
                <c:pt idx="52177">
                  <c:v>0.60390046296379296</c:v>
                </c:pt>
                <c:pt idx="52178">
                  <c:v>0.60391203703329666</c:v>
                </c:pt>
                <c:pt idx="52179">
                  <c:v>0.60392361111007631</c:v>
                </c:pt>
                <c:pt idx="52180">
                  <c:v>0.60393518517958</c:v>
                </c:pt>
                <c:pt idx="52181">
                  <c:v>0.60394675925635966</c:v>
                </c:pt>
                <c:pt idx="52182">
                  <c:v>0.60395833333313931</c:v>
                </c:pt>
                <c:pt idx="52183">
                  <c:v>0.603969907402643</c:v>
                </c:pt>
                <c:pt idx="52184">
                  <c:v>0.60398148147942265</c:v>
                </c:pt>
                <c:pt idx="52185">
                  <c:v>0.60399305555620231</c:v>
                </c:pt>
                <c:pt idx="52186">
                  <c:v>0.604004629625706</c:v>
                </c:pt>
                <c:pt idx="52187">
                  <c:v>0.60401620370248565</c:v>
                </c:pt>
                <c:pt idx="52188">
                  <c:v>0.60402777777198935</c:v>
                </c:pt>
                <c:pt idx="52189">
                  <c:v>0.604039351848769</c:v>
                </c:pt>
                <c:pt idx="52190">
                  <c:v>0.60405092592554865</c:v>
                </c:pt>
                <c:pt idx="52191">
                  <c:v>0.60406249999505235</c:v>
                </c:pt>
                <c:pt idx="52192">
                  <c:v>0.604074074071832</c:v>
                </c:pt>
                <c:pt idx="52193">
                  <c:v>0.60408564814861165</c:v>
                </c:pt>
                <c:pt idx="52194">
                  <c:v>0.60409722221811535</c:v>
                </c:pt>
                <c:pt idx="52195">
                  <c:v>0.604108796294895</c:v>
                </c:pt>
                <c:pt idx="52196">
                  <c:v>0.60412037037167465</c:v>
                </c:pt>
                <c:pt idx="52197">
                  <c:v>0.60413194444117835</c:v>
                </c:pt>
                <c:pt idx="52198">
                  <c:v>0.604143518517958</c:v>
                </c:pt>
                <c:pt idx="52199">
                  <c:v>0.6041550925874617</c:v>
                </c:pt>
                <c:pt idx="52200">
                  <c:v>0.60416666666424135</c:v>
                </c:pt>
                <c:pt idx="52201">
                  <c:v>0.604178240741021</c:v>
                </c:pt>
                <c:pt idx="52202">
                  <c:v>0.60418981481052469</c:v>
                </c:pt>
                <c:pt idx="52203">
                  <c:v>0.60420138888730435</c:v>
                </c:pt>
                <c:pt idx="52204">
                  <c:v>0.604212962964084</c:v>
                </c:pt>
                <c:pt idx="52205">
                  <c:v>0.60422453703358769</c:v>
                </c:pt>
                <c:pt idx="52206">
                  <c:v>0.60423611111036735</c:v>
                </c:pt>
                <c:pt idx="52207">
                  <c:v>0.60424768517987104</c:v>
                </c:pt>
                <c:pt idx="52208">
                  <c:v>0.60425925925665069</c:v>
                </c:pt>
                <c:pt idx="52209">
                  <c:v>0.60427083333343035</c:v>
                </c:pt>
                <c:pt idx="52210">
                  <c:v>0.60428240740293404</c:v>
                </c:pt>
                <c:pt idx="52211">
                  <c:v>0.60429398147971369</c:v>
                </c:pt>
                <c:pt idx="52212">
                  <c:v>0.60430555555649335</c:v>
                </c:pt>
                <c:pt idx="52213">
                  <c:v>0.60431712962599704</c:v>
                </c:pt>
                <c:pt idx="52214">
                  <c:v>0.60432870370277669</c:v>
                </c:pt>
                <c:pt idx="52215">
                  <c:v>0.60434027777228039</c:v>
                </c:pt>
                <c:pt idx="52216">
                  <c:v>0.60435185184906004</c:v>
                </c:pt>
                <c:pt idx="52217">
                  <c:v>0.60436342592583969</c:v>
                </c:pt>
                <c:pt idx="52218">
                  <c:v>0.60437499999534339</c:v>
                </c:pt>
                <c:pt idx="52219">
                  <c:v>0.60438657407212304</c:v>
                </c:pt>
                <c:pt idx="52220">
                  <c:v>0.60439814814890269</c:v>
                </c:pt>
                <c:pt idx="52221">
                  <c:v>0.60440972221840639</c:v>
                </c:pt>
                <c:pt idx="52222">
                  <c:v>0.60442129629518604</c:v>
                </c:pt>
                <c:pt idx="52223">
                  <c:v>0.60443287036468973</c:v>
                </c:pt>
                <c:pt idx="52224">
                  <c:v>0.60444444444146939</c:v>
                </c:pt>
                <c:pt idx="52225">
                  <c:v>0.60445601851824904</c:v>
                </c:pt>
                <c:pt idx="52226">
                  <c:v>0.60446759258775273</c:v>
                </c:pt>
                <c:pt idx="52227">
                  <c:v>0.60447916666453239</c:v>
                </c:pt>
                <c:pt idx="52228">
                  <c:v>0.60449074074131204</c:v>
                </c:pt>
                <c:pt idx="52229">
                  <c:v>0.60450231481081573</c:v>
                </c:pt>
                <c:pt idx="52230">
                  <c:v>0.60451388888759539</c:v>
                </c:pt>
                <c:pt idx="52231">
                  <c:v>0.60452546295709908</c:v>
                </c:pt>
                <c:pt idx="52232">
                  <c:v>0.60453703703387873</c:v>
                </c:pt>
                <c:pt idx="52233">
                  <c:v>0.60454861111065838</c:v>
                </c:pt>
                <c:pt idx="52234">
                  <c:v>0.60456018518016208</c:v>
                </c:pt>
                <c:pt idx="52235">
                  <c:v>0.60457175925694173</c:v>
                </c:pt>
                <c:pt idx="52236">
                  <c:v>0.60458333333372138</c:v>
                </c:pt>
                <c:pt idx="52237">
                  <c:v>0.60459490740322508</c:v>
                </c:pt>
                <c:pt idx="52238">
                  <c:v>0.60460648148000473</c:v>
                </c:pt>
                <c:pt idx="52239">
                  <c:v>0.60461805555678438</c:v>
                </c:pt>
                <c:pt idx="52240">
                  <c:v>0.60462962962628808</c:v>
                </c:pt>
                <c:pt idx="52241">
                  <c:v>0.60464120370306773</c:v>
                </c:pt>
                <c:pt idx="52242">
                  <c:v>0.60465277777257143</c:v>
                </c:pt>
                <c:pt idx="52243">
                  <c:v>0.60466435184935108</c:v>
                </c:pt>
                <c:pt idx="52244">
                  <c:v>0.60467592592613073</c:v>
                </c:pt>
                <c:pt idx="52245">
                  <c:v>0.60468749999563443</c:v>
                </c:pt>
                <c:pt idx="52246">
                  <c:v>0.60469907407241408</c:v>
                </c:pt>
                <c:pt idx="52247">
                  <c:v>0.60471064814919373</c:v>
                </c:pt>
                <c:pt idx="52248">
                  <c:v>0.60472222221869742</c:v>
                </c:pt>
                <c:pt idx="52249">
                  <c:v>0.60473379629547708</c:v>
                </c:pt>
                <c:pt idx="52250">
                  <c:v>0.60474537036498077</c:v>
                </c:pt>
                <c:pt idx="52251">
                  <c:v>0.60475694444176042</c:v>
                </c:pt>
                <c:pt idx="52252">
                  <c:v>0.60476851851854008</c:v>
                </c:pt>
                <c:pt idx="52253">
                  <c:v>0.60478009258804377</c:v>
                </c:pt>
                <c:pt idx="52254">
                  <c:v>0.60479166666482342</c:v>
                </c:pt>
                <c:pt idx="52255">
                  <c:v>0.60480324074160308</c:v>
                </c:pt>
                <c:pt idx="52256">
                  <c:v>0.60481481481110677</c:v>
                </c:pt>
                <c:pt idx="52257">
                  <c:v>0.60482638888788642</c:v>
                </c:pt>
                <c:pt idx="52258">
                  <c:v>0.60483796295739012</c:v>
                </c:pt>
                <c:pt idx="52259">
                  <c:v>0.60484953703416977</c:v>
                </c:pt>
                <c:pt idx="52260">
                  <c:v>0.60486111111094942</c:v>
                </c:pt>
                <c:pt idx="52261">
                  <c:v>0.60487268518045312</c:v>
                </c:pt>
                <c:pt idx="52262">
                  <c:v>0.60488425925723277</c:v>
                </c:pt>
                <c:pt idx="52263">
                  <c:v>0.60489583333401242</c:v>
                </c:pt>
                <c:pt idx="52264">
                  <c:v>0.60490740740351612</c:v>
                </c:pt>
                <c:pt idx="52265">
                  <c:v>0.60491898148029577</c:v>
                </c:pt>
                <c:pt idx="52266">
                  <c:v>0.60493055554979946</c:v>
                </c:pt>
                <c:pt idx="52267">
                  <c:v>0.60494212962657912</c:v>
                </c:pt>
                <c:pt idx="52268">
                  <c:v>0.60495370370335877</c:v>
                </c:pt>
                <c:pt idx="52269">
                  <c:v>0.60496527777286246</c:v>
                </c:pt>
                <c:pt idx="52270">
                  <c:v>0.60497685184964212</c:v>
                </c:pt>
                <c:pt idx="52271">
                  <c:v>0.60498842592642177</c:v>
                </c:pt>
                <c:pt idx="52272">
                  <c:v>0.60499999999592546</c:v>
                </c:pt>
                <c:pt idx="52273">
                  <c:v>0.60501157407270512</c:v>
                </c:pt>
                <c:pt idx="52274">
                  <c:v>0.60502314814948477</c:v>
                </c:pt>
                <c:pt idx="52275">
                  <c:v>0.60503472221898846</c:v>
                </c:pt>
                <c:pt idx="52276">
                  <c:v>0.60504629629576812</c:v>
                </c:pt>
                <c:pt idx="52277">
                  <c:v>0.60505787036527181</c:v>
                </c:pt>
                <c:pt idx="52278">
                  <c:v>0.60506944444205146</c:v>
                </c:pt>
                <c:pt idx="52279">
                  <c:v>0.60508101851883112</c:v>
                </c:pt>
                <c:pt idx="52280">
                  <c:v>0.60509259258833481</c:v>
                </c:pt>
                <c:pt idx="52281">
                  <c:v>0.60510416666511446</c:v>
                </c:pt>
                <c:pt idx="52282">
                  <c:v>0.60511574074189411</c:v>
                </c:pt>
                <c:pt idx="52283">
                  <c:v>0.60512731481139781</c:v>
                </c:pt>
                <c:pt idx="52284">
                  <c:v>0.60513888888817746</c:v>
                </c:pt>
                <c:pt idx="52285">
                  <c:v>0.60515046295768116</c:v>
                </c:pt>
                <c:pt idx="52286">
                  <c:v>0.60516203703446081</c:v>
                </c:pt>
                <c:pt idx="52287">
                  <c:v>0.60517361111124046</c:v>
                </c:pt>
                <c:pt idx="52288">
                  <c:v>0.60518518518074416</c:v>
                </c:pt>
                <c:pt idx="52289">
                  <c:v>0.60519675925752381</c:v>
                </c:pt>
                <c:pt idx="52290">
                  <c:v>0.60520833333430346</c:v>
                </c:pt>
                <c:pt idx="52291">
                  <c:v>0.60521990740380716</c:v>
                </c:pt>
                <c:pt idx="52292">
                  <c:v>0.60523148148058681</c:v>
                </c:pt>
                <c:pt idx="52293">
                  <c:v>0.6052430555500905</c:v>
                </c:pt>
                <c:pt idx="52294">
                  <c:v>0.60525462962687016</c:v>
                </c:pt>
                <c:pt idx="52295">
                  <c:v>0.60526620370364981</c:v>
                </c:pt>
                <c:pt idx="52296">
                  <c:v>0.6052777777731535</c:v>
                </c:pt>
                <c:pt idx="52297">
                  <c:v>0.60528935184993315</c:v>
                </c:pt>
                <c:pt idx="52298">
                  <c:v>0.60530092592671281</c:v>
                </c:pt>
                <c:pt idx="52299">
                  <c:v>0.6053124999962165</c:v>
                </c:pt>
                <c:pt idx="52300">
                  <c:v>0.60532407407299615</c:v>
                </c:pt>
                <c:pt idx="52301">
                  <c:v>0.60533564814249985</c:v>
                </c:pt>
                <c:pt idx="52302">
                  <c:v>0.6053472222192795</c:v>
                </c:pt>
                <c:pt idx="52303">
                  <c:v>0.60535879629605915</c:v>
                </c:pt>
                <c:pt idx="52304">
                  <c:v>0.60537037036556285</c:v>
                </c:pt>
                <c:pt idx="52305">
                  <c:v>0.6053819444423425</c:v>
                </c:pt>
                <c:pt idx="52306">
                  <c:v>0.60539351851912215</c:v>
                </c:pt>
                <c:pt idx="52307">
                  <c:v>0.60540509258862585</c:v>
                </c:pt>
                <c:pt idx="52308">
                  <c:v>0.6054166666654055</c:v>
                </c:pt>
                <c:pt idx="52309">
                  <c:v>0.6054282407349092</c:v>
                </c:pt>
                <c:pt idx="52310">
                  <c:v>0.60543981481168885</c:v>
                </c:pt>
                <c:pt idx="52311">
                  <c:v>0.6054513888884685</c:v>
                </c:pt>
                <c:pt idx="52312">
                  <c:v>0.60546296295797219</c:v>
                </c:pt>
                <c:pt idx="52313">
                  <c:v>0.60547453703475185</c:v>
                </c:pt>
                <c:pt idx="52314">
                  <c:v>0.6054861111115315</c:v>
                </c:pt>
                <c:pt idx="52315">
                  <c:v>0.60549768518103519</c:v>
                </c:pt>
                <c:pt idx="52316">
                  <c:v>0.60550925925781485</c:v>
                </c:pt>
                <c:pt idx="52317">
                  <c:v>0.6055208333345945</c:v>
                </c:pt>
                <c:pt idx="52318">
                  <c:v>0.60553240740409819</c:v>
                </c:pt>
                <c:pt idx="52319">
                  <c:v>0.60554398148087785</c:v>
                </c:pt>
                <c:pt idx="52320">
                  <c:v>0.60555555555038154</c:v>
                </c:pt>
                <c:pt idx="52321">
                  <c:v>0.60556712962716119</c:v>
                </c:pt>
                <c:pt idx="52322">
                  <c:v>0.60557870370394085</c:v>
                </c:pt>
                <c:pt idx="52323">
                  <c:v>0.60559027777344454</c:v>
                </c:pt>
                <c:pt idx="52324">
                  <c:v>0.60560185185022419</c:v>
                </c:pt>
                <c:pt idx="52325">
                  <c:v>0.60561342592700385</c:v>
                </c:pt>
                <c:pt idx="52326">
                  <c:v>0.60562499999650754</c:v>
                </c:pt>
                <c:pt idx="52327">
                  <c:v>0.60563657407328719</c:v>
                </c:pt>
                <c:pt idx="52328">
                  <c:v>0.60564814814279089</c:v>
                </c:pt>
                <c:pt idx="52329">
                  <c:v>0.60565972221957054</c:v>
                </c:pt>
                <c:pt idx="52330">
                  <c:v>0.60567129629635019</c:v>
                </c:pt>
                <c:pt idx="52331">
                  <c:v>0.60568287036585389</c:v>
                </c:pt>
                <c:pt idx="52332">
                  <c:v>0.60569444444263354</c:v>
                </c:pt>
                <c:pt idx="52333">
                  <c:v>0.60570601851941319</c:v>
                </c:pt>
                <c:pt idx="52334">
                  <c:v>0.60571759258891689</c:v>
                </c:pt>
                <c:pt idx="52335">
                  <c:v>0.60572916666569654</c:v>
                </c:pt>
                <c:pt idx="52336">
                  <c:v>0.60574074073520023</c:v>
                </c:pt>
                <c:pt idx="52337">
                  <c:v>0.60575231481197989</c:v>
                </c:pt>
                <c:pt idx="52338">
                  <c:v>0.60576388888875954</c:v>
                </c:pt>
                <c:pt idx="52339">
                  <c:v>0.60577546295826323</c:v>
                </c:pt>
                <c:pt idx="52340">
                  <c:v>0.60578703703504289</c:v>
                </c:pt>
                <c:pt idx="52341">
                  <c:v>0.60579861111182254</c:v>
                </c:pt>
                <c:pt idx="52342">
                  <c:v>0.60581018518132623</c:v>
                </c:pt>
                <c:pt idx="52343">
                  <c:v>0.60582175925810589</c:v>
                </c:pt>
                <c:pt idx="52344">
                  <c:v>0.60583333332760958</c:v>
                </c:pt>
                <c:pt idx="52345">
                  <c:v>0.60584490740438923</c:v>
                </c:pt>
                <c:pt idx="52346">
                  <c:v>0.60585648148116888</c:v>
                </c:pt>
                <c:pt idx="52347">
                  <c:v>0.60586805555067258</c:v>
                </c:pt>
                <c:pt idx="52348">
                  <c:v>0.60587962962745223</c:v>
                </c:pt>
                <c:pt idx="52349">
                  <c:v>0.60589120370423188</c:v>
                </c:pt>
                <c:pt idx="52350">
                  <c:v>0.60590277777373558</c:v>
                </c:pt>
                <c:pt idx="52351">
                  <c:v>0.60591435185051523</c:v>
                </c:pt>
                <c:pt idx="52352">
                  <c:v>0.60592592592001893</c:v>
                </c:pt>
                <c:pt idx="52353">
                  <c:v>0.60593749999679858</c:v>
                </c:pt>
                <c:pt idx="52354">
                  <c:v>0.60594907407357823</c:v>
                </c:pt>
                <c:pt idx="52355">
                  <c:v>0.60596064814308193</c:v>
                </c:pt>
                <c:pt idx="52356">
                  <c:v>0.60597222221986158</c:v>
                </c:pt>
                <c:pt idx="52357">
                  <c:v>0.60598379629664123</c:v>
                </c:pt>
                <c:pt idx="52358">
                  <c:v>0.60599537036614493</c:v>
                </c:pt>
                <c:pt idx="52359">
                  <c:v>0.60600694444292458</c:v>
                </c:pt>
                <c:pt idx="52360">
                  <c:v>0.60601851851970423</c:v>
                </c:pt>
                <c:pt idx="52361">
                  <c:v>0.60603009258920792</c:v>
                </c:pt>
                <c:pt idx="52362">
                  <c:v>0.60604166666598758</c:v>
                </c:pt>
                <c:pt idx="52363">
                  <c:v>0.60605324073549127</c:v>
                </c:pt>
                <c:pt idx="52364">
                  <c:v>0.60606481481227092</c:v>
                </c:pt>
                <c:pt idx="52365">
                  <c:v>0.60607638888905058</c:v>
                </c:pt>
                <c:pt idx="52366">
                  <c:v>0.60608796295855427</c:v>
                </c:pt>
                <c:pt idx="52367">
                  <c:v>0.60609953703533392</c:v>
                </c:pt>
                <c:pt idx="52368">
                  <c:v>0.60611111111211358</c:v>
                </c:pt>
                <c:pt idx="52369">
                  <c:v>0.60612268518161727</c:v>
                </c:pt>
                <c:pt idx="52370">
                  <c:v>0.60613425925839692</c:v>
                </c:pt>
                <c:pt idx="52371">
                  <c:v>0.60614583332790062</c:v>
                </c:pt>
                <c:pt idx="52372">
                  <c:v>0.60615740740468027</c:v>
                </c:pt>
                <c:pt idx="52373">
                  <c:v>0.60616898148145992</c:v>
                </c:pt>
                <c:pt idx="52374">
                  <c:v>0.60618055555096362</c:v>
                </c:pt>
                <c:pt idx="52375">
                  <c:v>0.60619212962774327</c:v>
                </c:pt>
                <c:pt idx="52376">
                  <c:v>0.60620370370452292</c:v>
                </c:pt>
                <c:pt idx="52377">
                  <c:v>0.60621527777402662</c:v>
                </c:pt>
                <c:pt idx="52378">
                  <c:v>0.60622685185080627</c:v>
                </c:pt>
                <c:pt idx="52379">
                  <c:v>0.60623842592030996</c:v>
                </c:pt>
                <c:pt idx="52380">
                  <c:v>0.60624999999708962</c:v>
                </c:pt>
                <c:pt idx="52381">
                  <c:v>0.60626157407386927</c:v>
                </c:pt>
                <c:pt idx="52382">
                  <c:v>0.60627314814337296</c:v>
                </c:pt>
                <c:pt idx="52383">
                  <c:v>0.60628472222015262</c:v>
                </c:pt>
                <c:pt idx="52384">
                  <c:v>0.60629629629693227</c:v>
                </c:pt>
                <c:pt idx="52385">
                  <c:v>0.60630787036643596</c:v>
                </c:pt>
                <c:pt idx="52386">
                  <c:v>0.60631944444321562</c:v>
                </c:pt>
                <c:pt idx="52387">
                  <c:v>0.60633101851271931</c:v>
                </c:pt>
                <c:pt idx="52388">
                  <c:v>0.60634259258949896</c:v>
                </c:pt>
                <c:pt idx="52389">
                  <c:v>0.60635416666627862</c:v>
                </c:pt>
                <c:pt idx="52390">
                  <c:v>0.60636574073578231</c:v>
                </c:pt>
                <c:pt idx="52391">
                  <c:v>0.60637731481256196</c:v>
                </c:pt>
                <c:pt idx="52392">
                  <c:v>0.60638888888934162</c:v>
                </c:pt>
                <c:pt idx="52393">
                  <c:v>0.60640046295884531</c:v>
                </c:pt>
                <c:pt idx="52394">
                  <c:v>0.60641203703562496</c:v>
                </c:pt>
                <c:pt idx="52395">
                  <c:v>0.60642361111240461</c:v>
                </c:pt>
                <c:pt idx="52396">
                  <c:v>0.60643518518190831</c:v>
                </c:pt>
                <c:pt idx="52397">
                  <c:v>0.60644675925868796</c:v>
                </c:pt>
                <c:pt idx="52398">
                  <c:v>0.60645833332819166</c:v>
                </c:pt>
                <c:pt idx="52399">
                  <c:v>0.60646990740497131</c:v>
                </c:pt>
                <c:pt idx="52400">
                  <c:v>0.60648148148175096</c:v>
                </c:pt>
                <c:pt idx="52401">
                  <c:v>0.60649305555125466</c:v>
                </c:pt>
                <c:pt idx="52402">
                  <c:v>0.60650462962803431</c:v>
                </c:pt>
                <c:pt idx="52403">
                  <c:v>0.60651620370481396</c:v>
                </c:pt>
                <c:pt idx="52404">
                  <c:v>0.60652777777431766</c:v>
                </c:pt>
                <c:pt idx="52405">
                  <c:v>0.60653935185109731</c:v>
                </c:pt>
                <c:pt idx="52406">
                  <c:v>0.606550925920601</c:v>
                </c:pt>
                <c:pt idx="52407">
                  <c:v>0.60656249999738066</c:v>
                </c:pt>
                <c:pt idx="52408">
                  <c:v>0.60657407407416031</c:v>
                </c:pt>
                <c:pt idx="52409">
                  <c:v>0.606585648143664</c:v>
                </c:pt>
                <c:pt idx="52410">
                  <c:v>0.60659722222044365</c:v>
                </c:pt>
                <c:pt idx="52411">
                  <c:v>0.60660879629722331</c:v>
                </c:pt>
                <c:pt idx="52412">
                  <c:v>0.606620370366727</c:v>
                </c:pt>
                <c:pt idx="52413">
                  <c:v>0.60663194444350665</c:v>
                </c:pt>
                <c:pt idx="52414">
                  <c:v>0.60664351851301035</c:v>
                </c:pt>
                <c:pt idx="52415">
                  <c:v>0.60665509258979</c:v>
                </c:pt>
                <c:pt idx="52416">
                  <c:v>0.60666666666656965</c:v>
                </c:pt>
                <c:pt idx="52417">
                  <c:v>0.60667824073607335</c:v>
                </c:pt>
                <c:pt idx="52418">
                  <c:v>0.606689814812853</c:v>
                </c:pt>
                <c:pt idx="52419">
                  <c:v>0.60670138888963265</c:v>
                </c:pt>
                <c:pt idx="52420">
                  <c:v>0.60671296295913635</c:v>
                </c:pt>
                <c:pt idx="52421">
                  <c:v>0.606724537035916</c:v>
                </c:pt>
                <c:pt idx="52422">
                  <c:v>0.6067361111054197</c:v>
                </c:pt>
                <c:pt idx="52423">
                  <c:v>0.60674768518219935</c:v>
                </c:pt>
                <c:pt idx="52424">
                  <c:v>0.606759259258979</c:v>
                </c:pt>
                <c:pt idx="52425">
                  <c:v>0.60677083332848269</c:v>
                </c:pt>
                <c:pt idx="52426">
                  <c:v>0.60678240740526235</c:v>
                </c:pt>
                <c:pt idx="52427">
                  <c:v>0.606793981482042</c:v>
                </c:pt>
                <c:pt idx="52428">
                  <c:v>0.60680555555154569</c:v>
                </c:pt>
                <c:pt idx="52429">
                  <c:v>0.60681712962832535</c:v>
                </c:pt>
                <c:pt idx="52430">
                  <c:v>0.60682870369782904</c:v>
                </c:pt>
                <c:pt idx="52431">
                  <c:v>0.60684027777460869</c:v>
                </c:pt>
                <c:pt idx="52432">
                  <c:v>0.60685185185138835</c:v>
                </c:pt>
                <c:pt idx="52433">
                  <c:v>0.60686342592089204</c:v>
                </c:pt>
                <c:pt idx="52434">
                  <c:v>0.60687499999767169</c:v>
                </c:pt>
                <c:pt idx="52435">
                  <c:v>0.60688657407445135</c:v>
                </c:pt>
                <c:pt idx="52436">
                  <c:v>0.60689814814395504</c:v>
                </c:pt>
                <c:pt idx="52437">
                  <c:v>0.60690972222073469</c:v>
                </c:pt>
                <c:pt idx="52438">
                  <c:v>0.60692129629751435</c:v>
                </c:pt>
                <c:pt idx="52439">
                  <c:v>0.60693287036701804</c:v>
                </c:pt>
                <c:pt idx="52440">
                  <c:v>0.60694444444379769</c:v>
                </c:pt>
                <c:pt idx="52441">
                  <c:v>0.60695601851330139</c:v>
                </c:pt>
                <c:pt idx="52442">
                  <c:v>0.60696759259008104</c:v>
                </c:pt>
                <c:pt idx="52443">
                  <c:v>0.60697916666686069</c:v>
                </c:pt>
                <c:pt idx="52444">
                  <c:v>0.60699074073636439</c:v>
                </c:pt>
                <c:pt idx="52445">
                  <c:v>0.60700231481314404</c:v>
                </c:pt>
                <c:pt idx="52446">
                  <c:v>0.60701388888992369</c:v>
                </c:pt>
                <c:pt idx="52447">
                  <c:v>0.60702546295942739</c:v>
                </c:pt>
                <c:pt idx="52448">
                  <c:v>0.60703703703620704</c:v>
                </c:pt>
                <c:pt idx="52449">
                  <c:v>0.60704861110571073</c:v>
                </c:pt>
                <c:pt idx="52450">
                  <c:v>0.60706018518249039</c:v>
                </c:pt>
                <c:pt idx="52451">
                  <c:v>0.60707175925927004</c:v>
                </c:pt>
                <c:pt idx="52452">
                  <c:v>0.60708333332877373</c:v>
                </c:pt>
                <c:pt idx="52453">
                  <c:v>0.60709490740555339</c:v>
                </c:pt>
                <c:pt idx="52454">
                  <c:v>0.60710648148233304</c:v>
                </c:pt>
                <c:pt idx="52455">
                  <c:v>0.60711805555183673</c:v>
                </c:pt>
                <c:pt idx="52456">
                  <c:v>0.60712962962861639</c:v>
                </c:pt>
                <c:pt idx="52457">
                  <c:v>0.60714120369812008</c:v>
                </c:pt>
                <c:pt idx="52458">
                  <c:v>0.60715277777489973</c:v>
                </c:pt>
                <c:pt idx="52459">
                  <c:v>0.60716435185167938</c:v>
                </c:pt>
                <c:pt idx="52460">
                  <c:v>0.60717592592118308</c:v>
                </c:pt>
                <c:pt idx="52461">
                  <c:v>0.60718749999796273</c:v>
                </c:pt>
                <c:pt idx="52462">
                  <c:v>0.60719907407474238</c:v>
                </c:pt>
                <c:pt idx="52463">
                  <c:v>0.60721064814424608</c:v>
                </c:pt>
                <c:pt idx="52464">
                  <c:v>0.60722222222102573</c:v>
                </c:pt>
                <c:pt idx="52465">
                  <c:v>0.60723379629052943</c:v>
                </c:pt>
                <c:pt idx="52466">
                  <c:v>0.60724537036730908</c:v>
                </c:pt>
                <c:pt idx="52467">
                  <c:v>0.60725694444408873</c:v>
                </c:pt>
                <c:pt idx="52468">
                  <c:v>0.60726851851359243</c:v>
                </c:pt>
                <c:pt idx="52469">
                  <c:v>0.60728009259037208</c:v>
                </c:pt>
                <c:pt idx="52470">
                  <c:v>0.60729166666715173</c:v>
                </c:pt>
                <c:pt idx="52471">
                  <c:v>0.60730324073665543</c:v>
                </c:pt>
                <c:pt idx="52472">
                  <c:v>0.60731481481343508</c:v>
                </c:pt>
                <c:pt idx="52473">
                  <c:v>0.60732638889021473</c:v>
                </c:pt>
                <c:pt idx="52474">
                  <c:v>0.60733796295971842</c:v>
                </c:pt>
                <c:pt idx="52475">
                  <c:v>0.60734953703649808</c:v>
                </c:pt>
                <c:pt idx="52476">
                  <c:v>0.60736111110600177</c:v>
                </c:pt>
                <c:pt idx="52477">
                  <c:v>0.60737268518278142</c:v>
                </c:pt>
                <c:pt idx="52478">
                  <c:v>0.60738425925956108</c:v>
                </c:pt>
                <c:pt idx="52479">
                  <c:v>0.60739583332906477</c:v>
                </c:pt>
                <c:pt idx="52480">
                  <c:v>0.60740740740584442</c:v>
                </c:pt>
                <c:pt idx="52481">
                  <c:v>0.60741898148262408</c:v>
                </c:pt>
                <c:pt idx="52482">
                  <c:v>0.60743055555212777</c:v>
                </c:pt>
                <c:pt idx="52483">
                  <c:v>0.60744212962890742</c:v>
                </c:pt>
                <c:pt idx="52484">
                  <c:v>0.60745370369841112</c:v>
                </c:pt>
                <c:pt idx="52485">
                  <c:v>0.60746527777519077</c:v>
                </c:pt>
                <c:pt idx="52486">
                  <c:v>0.60747685185197042</c:v>
                </c:pt>
                <c:pt idx="52487">
                  <c:v>0.60748842592147412</c:v>
                </c:pt>
                <c:pt idx="52488">
                  <c:v>0.60749999999825377</c:v>
                </c:pt>
                <c:pt idx="52489">
                  <c:v>0.60751157407503342</c:v>
                </c:pt>
                <c:pt idx="52490">
                  <c:v>0.60752314814453712</c:v>
                </c:pt>
                <c:pt idx="52491">
                  <c:v>0.60753472222131677</c:v>
                </c:pt>
                <c:pt idx="52492">
                  <c:v>0.60754629629082046</c:v>
                </c:pt>
                <c:pt idx="52493">
                  <c:v>0.60755787036760012</c:v>
                </c:pt>
                <c:pt idx="52494">
                  <c:v>0.60756944444437977</c:v>
                </c:pt>
                <c:pt idx="52495">
                  <c:v>0.60758101851388346</c:v>
                </c:pt>
                <c:pt idx="52496">
                  <c:v>0.60759259259066312</c:v>
                </c:pt>
                <c:pt idx="52497">
                  <c:v>0.60760416666744277</c:v>
                </c:pt>
                <c:pt idx="52498">
                  <c:v>0.60761574073694646</c:v>
                </c:pt>
                <c:pt idx="52499">
                  <c:v>0.60762731481372612</c:v>
                </c:pt>
                <c:pt idx="52500">
                  <c:v>0.60763888888322981</c:v>
                </c:pt>
                <c:pt idx="52501">
                  <c:v>0.60765046296000946</c:v>
                </c:pt>
                <c:pt idx="52502">
                  <c:v>0.60766203703678912</c:v>
                </c:pt>
                <c:pt idx="52503">
                  <c:v>0.60767361110629281</c:v>
                </c:pt>
                <c:pt idx="52504">
                  <c:v>0.60768518518307246</c:v>
                </c:pt>
                <c:pt idx="52505">
                  <c:v>0.60769675925985212</c:v>
                </c:pt>
                <c:pt idx="52506">
                  <c:v>0.60770833332935581</c:v>
                </c:pt>
                <c:pt idx="52507">
                  <c:v>0.60771990740613546</c:v>
                </c:pt>
                <c:pt idx="52508">
                  <c:v>0.60773148147563916</c:v>
                </c:pt>
                <c:pt idx="52509">
                  <c:v>0.60774305555241881</c:v>
                </c:pt>
                <c:pt idx="52510">
                  <c:v>0.60775462962919846</c:v>
                </c:pt>
                <c:pt idx="52511">
                  <c:v>0.60776620369870216</c:v>
                </c:pt>
                <c:pt idx="52512">
                  <c:v>0.60777777777548181</c:v>
                </c:pt>
                <c:pt idx="52513">
                  <c:v>0.60778935185226146</c:v>
                </c:pt>
                <c:pt idx="52514">
                  <c:v>0.60780092592176516</c:v>
                </c:pt>
                <c:pt idx="52515">
                  <c:v>0.60781249999854481</c:v>
                </c:pt>
                <c:pt idx="52516">
                  <c:v>0.60782407407532446</c:v>
                </c:pt>
                <c:pt idx="52517">
                  <c:v>0.60783564814482816</c:v>
                </c:pt>
                <c:pt idx="52518">
                  <c:v>0.60784722222160781</c:v>
                </c:pt>
                <c:pt idx="52519">
                  <c:v>0.6078587962911115</c:v>
                </c:pt>
                <c:pt idx="52520">
                  <c:v>0.60787037036789116</c:v>
                </c:pt>
                <c:pt idx="52521">
                  <c:v>0.60788194444467081</c:v>
                </c:pt>
                <c:pt idx="52522">
                  <c:v>0.6078935185141745</c:v>
                </c:pt>
                <c:pt idx="52523">
                  <c:v>0.60790509259095415</c:v>
                </c:pt>
                <c:pt idx="52524">
                  <c:v>0.60791666666773381</c:v>
                </c:pt>
                <c:pt idx="52525">
                  <c:v>0.6079282407372375</c:v>
                </c:pt>
                <c:pt idx="52526">
                  <c:v>0.60793981481401715</c:v>
                </c:pt>
                <c:pt idx="52527">
                  <c:v>0.60795138888352085</c:v>
                </c:pt>
                <c:pt idx="52528">
                  <c:v>0.6079629629603005</c:v>
                </c:pt>
                <c:pt idx="52529">
                  <c:v>0.60797453703708015</c:v>
                </c:pt>
                <c:pt idx="52530">
                  <c:v>0.60798611110658385</c:v>
                </c:pt>
                <c:pt idx="52531">
                  <c:v>0.6079976851833635</c:v>
                </c:pt>
                <c:pt idx="52532">
                  <c:v>0.60800925926014315</c:v>
                </c:pt>
                <c:pt idx="52533">
                  <c:v>0.60802083332964685</c:v>
                </c:pt>
                <c:pt idx="52534">
                  <c:v>0.6080324074064265</c:v>
                </c:pt>
                <c:pt idx="52535">
                  <c:v>0.6080439814759302</c:v>
                </c:pt>
                <c:pt idx="52536">
                  <c:v>0.60805555555270985</c:v>
                </c:pt>
                <c:pt idx="52537">
                  <c:v>0.6080671296294895</c:v>
                </c:pt>
                <c:pt idx="52538">
                  <c:v>0.60807870369899319</c:v>
                </c:pt>
                <c:pt idx="52539">
                  <c:v>0.60809027777577285</c:v>
                </c:pt>
                <c:pt idx="52540">
                  <c:v>0.6081018518525525</c:v>
                </c:pt>
                <c:pt idx="52541">
                  <c:v>0.60811342592205619</c:v>
                </c:pt>
                <c:pt idx="52542">
                  <c:v>0.60812499999883585</c:v>
                </c:pt>
                <c:pt idx="52543">
                  <c:v>0.60813657406833954</c:v>
                </c:pt>
                <c:pt idx="52544">
                  <c:v>0.60814814814511919</c:v>
                </c:pt>
                <c:pt idx="52545">
                  <c:v>0.60815972222189885</c:v>
                </c:pt>
                <c:pt idx="52546">
                  <c:v>0.60817129629140254</c:v>
                </c:pt>
                <c:pt idx="52547">
                  <c:v>0.60818287036818219</c:v>
                </c:pt>
                <c:pt idx="52548">
                  <c:v>0.60819444444496185</c:v>
                </c:pt>
                <c:pt idx="52549">
                  <c:v>0.60820601851446554</c:v>
                </c:pt>
                <c:pt idx="52550">
                  <c:v>0.60821759259124519</c:v>
                </c:pt>
                <c:pt idx="52551">
                  <c:v>0.60822916666074889</c:v>
                </c:pt>
                <c:pt idx="52552">
                  <c:v>0.60824074073752854</c:v>
                </c:pt>
                <c:pt idx="52553">
                  <c:v>0.60825231481430819</c:v>
                </c:pt>
                <c:pt idx="52554">
                  <c:v>0.60826388888381189</c:v>
                </c:pt>
                <c:pt idx="52555">
                  <c:v>0.60827546296059154</c:v>
                </c:pt>
                <c:pt idx="52556">
                  <c:v>0.60828703703737119</c:v>
                </c:pt>
                <c:pt idx="52557">
                  <c:v>0.60829861110687489</c:v>
                </c:pt>
                <c:pt idx="52558">
                  <c:v>0.60831018518365454</c:v>
                </c:pt>
                <c:pt idx="52559">
                  <c:v>0.60832175926043419</c:v>
                </c:pt>
                <c:pt idx="52560">
                  <c:v>0.60833333332993789</c:v>
                </c:pt>
                <c:pt idx="52561">
                  <c:v>0.60834490740671754</c:v>
                </c:pt>
                <c:pt idx="52562">
                  <c:v>0.60835648147622123</c:v>
                </c:pt>
                <c:pt idx="52563">
                  <c:v>0.60836805555300089</c:v>
                </c:pt>
                <c:pt idx="52564">
                  <c:v>0.60837962962978054</c:v>
                </c:pt>
                <c:pt idx="52565">
                  <c:v>0.60839120369928423</c:v>
                </c:pt>
                <c:pt idx="52566">
                  <c:v>0.60840277777606389</c:v>
                </c:pt>
                <c:pt idx="52567">
                  <c:v>0.60841435185284354</c:v>
                </c:pt>
                <c:pt idx="52568">
                  <c:v>0.60842592592234723</c:v>
                </c:pt>
                <c:pt idx="52569">
                  <c:v>0.60843749999912689</c:v>
                </c:pt>
                <c:pt idx="52570">
                  <c:v>0.60844907406863058</c:v>
                </c:pt>
                <c:pt idx="52571">
                  <c:v>0.60846064814541023</c:v>
                </c:pt>
                <c:pt idx="52572">
                  <c:v>0.60847222222218988</c:v>
                </c:pt>
                <c:pt idx="52573">
                  <c:v>0.60848379629169358</c:v>
                </c:pt>
                <c:pt idx="52574">
                  <c:v>0.60849537036847323</c:v>
                </c:pt>
                <c:pt idx="52575">
                  <c:v>0.60850694444525288</c:v>
                </c:pt>
                <c:pt idx="52576">
                  <c:v>0.60851851851475658</c:v>
                </c:pt>
                <c:pt idx="52577">
                  <c:v>0.60853009259153623</c:v>
                </c:pt>
                <c:pt idx="52578">
                  <c:v>0.60854166666103993</c:v>
                </c:pt>
                <c:pt idx="52579">
                  <c:v>0.60855324073781958</c:v>
                </c:pt>
                <c:pt idx="52580">
                  <c:v>0.60856481481459923</c:v>
                </c:pt>
                <c:pt idx="52581">
                  <c:v>0.60857638888410293</c:v>
                </c:pt>
                <c:pt idx="52582">
                  <c:v>0.60858796296088258</c:v>
                </c:pt>
                <c:pt idx="52583">
                  <c:v>0.60859953703766223</c:v>
                </c:pt>
                <c:pt idx="52584">
                  <c:v>0.60861111110716593</c:v>
                </c:pt>
                <c:pt idx="52585">
                  <c:v>0.60862268518394558</c:v>
                </c:pt>
                <c:pt idx="52586">
                  <c:v>0.60863425925344927</c:v>
                </c:pt>
                <c:pt idx="52587">
                  <c:v>0.60864583333022892</c:v>
                </c:pt>
                <c:pt idx="52588">
                  <c:v>0.60865740740700858</c:v>
                </c:pt>
                <c:pt idx="52589">
                  <c:v>0.60866898147651227</c:v>
                </c:pt>
                <c:pt idx="52590">
                  <c:v>0.60868055555329192</c:v>
                </c:pt>
                <c:pt idx="52591">
                  <c:v>0.60869212963007158</c:v>
                </c:pt>
                <c:pt idx="52592">
                  <c:v>0.60870370369957527</c:v>
                </c:pt>
                <c:pt idx="52593">
                  <c:v>0.60871527777635492</c:v>
                </c:pt>
                <c:pt idx="52594">
                  <c:v>0.60872685185313458</c:v>
                </c:pt>
                <c:pt idx="52595">
                  <c:v>0.60873842592263827</c:v>
                </c:pt>
                <c:pt idx="52596">
                  <c:v>0.60874999999941792</c:v>
                </c:pt>
                <c:pt idx="52597">
                  <c:v>0.60876157406892162</c:v>
                </c:pt>
                <c:pt idx="52598">
                  <c:v>0.60877314814570127</c:v>
                </c:pt>
                <c:pt idx="52599">
                  <c:v>0.60878472222248092</c:v>
                </c:pt>
                <c:pt idx="52600">
                  <c:v>0.60879629629198462</c:v>
                </c:pt>
                <c:pt idx="52601">
                  <c:v>0.60880787036876427</c:v>
                </c:pt>
                <c:pt idx="52602">
                  <c:v>0.60881944444554392</c:v>
                </c:pt>
                <c:pt idx="52603">
                  <c:v>0.60883101851504762</c:v>
                </c:pt>
                <c:pt idx="52604">
                  <c:v>0.60884259259182727</c:v>
                </c:pt>
                <c:pt idx="52605">
                  <c:v>0.60885416666133096</c:v>
                </c:pt>
                <c:pt idx="52606">
                  <c:v>0.60886574073811062</c:v>
                </c:pt>
                <c:pt idx="52607">
                  <c:v>0.60887731481489027</c:v>
                </c:pt>
                <c:pt idx="52608">
                  <c:v>0.60888888888439396</c:v>
                </c:pt>
                <c:pt idx="52609">
                  <c:v>0.60890046296117362</c:v>
                </c:pt>
                <c:pt idx="52610">
                  <c:v>0.60891203703795327</c:v>
                </c:pt>
                <c:pt idx="52611">
                  <c:v>0.60892361110745696</c:v>
                </c:pt>
                <c:pt idx="52612">
                  <c:v>0.60893518518423662</c:v>
                </c:pt>
                <c:pt idx="52613">
                  <c:v>0.60894675925374031</c:v>
                </c:pt>
                <c:pt idx="52614">
                  <c:v>0.60895833333051996</c:v>
                </c:pt>
                <c:pt idx="52615">
                  <c:v>0.60896990740729962</c:v>
                </c:pt>
                <c:pt idx="52616">
                  <c:v>0.60898148147680331</c:v>
                </c:pt>
                <c:pt idx="52617">
                  <c:v>0.60899305555358296</c:v>
                </c:pt>
                <c:pt idx="52618">
                  <c:v>0.60900462963036261</c:v>
                </c:pt>
                <c:pt idx="52619">
                  <c:v>0.60901620369986631</c:v>
                </c:pt>
                <c:pt idx="52620">
                  <c:v>0.60902777777664596</c:v>
                </c:pt>
                <c:pt idx="52621">
                  <c:v>0.60903935184614966</c:v>
                </c:pt>
                <c:pt idx="52622">
                  <c:v>0.60905092592292931</c:v>
                </c:pt>
                <c:pt idx="52623">
                  <c:v>0.60906249999970896</c:v>
                </c:pt>
                <c:pt idx="52624">
                  <c:v>0.60907407406921266</c:v>
                </c:pt>
                <c:pt idx="52625">
                  <c:v>0.60908564814599231</c:v>
                </c:pt>
                <c:pt idx="52626">
                  <c:v>0.60909722222277196</c:v>
                </c:pt>
                <c:pt idx="52627">
                  <c:v>0.60910879629227566</c:v>
                </c:pt>
                <c:pt idx="52628">
                  <c:v>0.60912037036905531</c:v>
                </c:pt>
                <c:pt idx="52629">
                  <c:v>0.609131944438559</c:v>
                </c:pt>
                <c:pt idx="52630">
                  <c:v>0.60914351851533866</c:v>
                </c:pt>
                <c:pt idx="52631">
                  <c:v>0.60915509259211831</c:v>
                </c:pt>
                <c:pt idx="52632">
                  <c:v>0.609166666661622</c:v>
                </c:pt>
                <c:pt idx="52633">
                  <c:v>0.60917824073840166</c:v>
                </c:pt>
                <c:pt idx="52634">
                  <c:v>0.60918981481518131</c:v>
                </c:pt>
                <c:pt idx="52635">
                  <c:v>0.609201388884685</c:v>
                </c:pt>
                <c:pt idx="52636">
                  <c:v>0.60921296296146465</c:v>
                </c:pt>
                <c:pt idx="52637">
                  <c:v>0.60922453703824431</c:v>
                </c:pt>
                <c:pt idx="52638">
                  <c:v>0.609236111107748</c:v>
                </c:pt>
                <c:pt idx="52639">
                  <c:v>0.60924768518452765</c:v>
                </c:pt>
                <c:pt idx="52640">
                  <c:v>0.60925925925403135</c:v>
                </c:pt>
                <c:pt idx="52641">
                  <c:v>0.609270833330811</c:v>
                </c:pt>
                <c:pt idx="52642">
                  <c:v>0.60928240740759065</c:v>
                </c:pt>
                <c:pt idx="52643">
                  <c:v>0.60929398147709435</c:v>
                </c:pt>
                <c:pt idx="52644">
                  <c:v>0.609305555553874</c:v>
                </c:pt>
                <c:pt idx="52645">
                  <c:v>0.60931712963065365</c:v>
                </c:pt>
                <c:pt idx="52646">
                  <c:v>0.60932870370015735</c:v>
                </c:pt>
                <c:pt idx="52647">
                  <c:v>0.609340277776937</c:v>
                </c:pt>
                <c:pt idx="52648">
                  <c:v>0.6093518518464407</c:v>
                </c:pt>
                <c:pt idx="52649">
                  <c:v>0.60936342592322035</c:v>
                </c:pt>
                <c:pt idx="52650">
                  <c:v>0.609375</c:v>
                </c:pt>
                <c:pt idx="52651">
                  <c:v>0.60938657406950369</c:v>
                </c:pt>
                <c:pt idx="52652">
                  <c:v>0.60939814814628335</c:v>
                </c:pt>
                <c:pt idx="52653">
                  <c:v>0.609409722223063</c:v>
                </c:pt>
                <c:pt idx="52654">
                  <c:v>0.60942129629256669</c:v>
                </c:pt>
                <c:pt idx="52655">
                  <c:v>0.60943287036934635</c:v>
                </c:pt>
                <c:pt idx="52656">
                  <c:v>0.60944444443885004</c:v>
                </c:pt>
                <c:pt idx="52657">
                  <c:v>0.60945601851562969</c:v>
                </c:pt>
                <c:pt idx="52658">
                  <c:v>0.60946759259240935</c:v>
                </c:pt>
                <c:pt idx="52659">
                  <c:v>0.60947916666191304</c:v>
                </c:pt>
                <c:pt idx="52660">
                  <c:v>0.60949074073869269</c:v>
                </c:pt>
                <c:pt idx="52661">
                  <c:v>0.60950231481547235</c:v>
                </c:pt>
                <c:pt idx="52662">
                  <c:v>0.60951388888497604</c:v>
                </c:pt>
                <c:pt idx="52663">
                  <c:v>0.60952546296175569</c:v>
                </c:pt>
                <c:pt idx="52664">
                  <c:v>0.60953703703125939</c:v>
                </c:pt>
                <c:pt idx="52665">
                  <c:v>0.60954861110803904</c:v>
                </c:pt>
                <c:pt idx="52666">
                  <c:v>0.60956018518481869</c:v>
                </c:pt>
                <c:pt idx="52667">
                  <c:v>0.60957175925432239</c:v>
                </c:pt>
                <c:pt idx="52668">
                  <c:v>0.60958333333110204</c:v>
                </c:pt>
                <c:pt idx="52669">
                  <c:v>0.60959490740788169</c:v>
                </c:pt>
                <c:pt idx="52670">
                  <c:v>0.60960648147738539</c:v>
                </c:pt>
                <c:pt idx="52671">
                  <c:v>0.60961805555416504</c:v>
                </c:pt>
                <c:pt idx="52672">
                  <c:v>0.60962962963094469</c:v>
                </c:pt>
                <c:pt idx="52673">
                  <c:v>0.60964120370044839</c:v>
                </c:pt>
                <c:pt idx="52674">
                  <c:v>0.60965277777722804</c:v>
                </c:pt>
                <c:pt idx="52675">
                  <c:v>0.60966435184673173</c:v>
                </c:pt>
                <c:pt idx="52676">
                  <c:v>0.60967592592351139</c:v>
                </c:pt>
                <c:pt idx="52677">
                  <c:v>0.60968750000029104</c:v>
                </c:pt>
                <c:pt idx="52678">
                  <c:v>0.60969907406979473</c:v>
                </c:pt>
                <c:pt idx="52679">
                  <c:v>0.60971064814657439</c:v>
                </c:pt>
                <c:pt idx="52680">
                  <c:v>0.60972222222335404</c:v>
                </c:pt>
                <c:pt idx="52681">
                  <c:v>0.60973379629285773</c:v>
                </c:pt>
                <c:pt idx="52682">
                  <c:v>0.60974537036963739</c:v>
                </c:pt>
                <c:pt idx="52683">
                  <c:v>0.60975694443914108</c:v>
                </c:pt>
                <c:pt idx="52684">
                  <c:v>0.60976851851592073</c:v>
                </c:pt>
                <c:pt idx="52685">
                  <c:v>0.60978009259270038</c:v>
                </c:pt>
                <c:pt idx="52686">
                  <c:v>0.60979166666220408</c:v>
                </c:pt>
                <c:pt idx="52687">
                  <c:v>0.60980324073898373</c:v>
                </c:pt>
                <c:pt idx="52688">
                  <c:v>0.60981481481576338</c:v>
                </c:pt>
                <c:pt idx="52689">
                  <c:v>0.60982638888526708</c:v>
                </c:pt>
                <c:pt idx="52690">
                  <c:v>0.60983796296204673</c:v>
                </c:pt>
                <c:pt idx="52691">
                  <c:v>0.60984953703155043</c:v>
                </c:pt>
                <c:pt idx="52692">
                  <c:v>0.60986111110833008</c:v>
                </c:pt>
                <c:pt idx="52693">
                  <c:v>0.60987268518510973</c:v>
                </c:pt>
                <c:pt idx="52694">
                  <c:v>0.60988425925461343</c:v>
                </c:pt>
                <c:pt idx="52695">
                  <c:v>0.60989583333139308</c:v>
                </c:pt>
                <c:pt idx="52696">
                  <c:v>0.60990740740817273</c:v>
                </c:pt>
                <c:pt idx="52697">
                  <c:v>0.60991898147767643</c:v>
                </c:pt>
                <c:pt idx="52698">
                  <c:v>0.60993055555445608</c:v>
                </c:pt>
                <c:pt idx="52699">
                  <c:v>0.60994212962395977</c:v>
                </c:pt>
                <c:pt idx="52700">
                  <c:v>0.60995370370073942</c:v>
                </c:pt>
                <c:pt idx="52701">
                  <c:v>0.60996527777751908</c:v>
                </c:pt>
                <c:pt idx="52702">
                  <c:v>0.60997685184702277</c:v>
                </c:pt>
                <c:pt idx="52703">
                  <c:v>0.60998842592380242</c:v>
                </c:pt>
                <c:pt idx="52704">
                  <c:v>0.61000000000058208</c:v>
                </c:pt>
                <c:pt idx="52705">
                  <c:v>0.61001157407008577</c:v>
                </c:pt>
                <c:pt idx="52706">
                  <c:v>0.61002314814686542</c:v>
                </c:pt>
                <c:pt idx="52707">
                  <c:v>0.61003472221636912</c:v>
                </c:pt>
                <c:pt idx="52708">
                  <c:v>0.61004629629314877</c:v>
                </c:pt>
                <c:pt idx="52709">
                  <c:v>0.61005787036992842</c:v>
                </c:pt>
                <c:pt idx="52710">
                  <c:v>0.61006944443943212</c:v>
                </c:pt>
                <c:pt idx="52711">
                  <c:v>0.61008101851621177</c:v>
                </c:pt>
                <c:pt idx="52712">
                  <c:v>0.61009259259299142</c:v>
                </c:pt>
                <c:pt idx="52713">
                  <c:v>0.61010416666249512</c:v>
                </c:pt>
                <c:pt idx="52714">
                  <c:v>0.61011574073927477</c:v>
                </c:pt>
                <c:pt idx="52715">
                  <c:v>0.61012731481605442</c:v>
                </c:pt>
                <c:pt idx="52716">
                  <c:v>0.61013888888555812</c:v>
                </c:pt>
                <c:pt idx="52717">
                  <c:v>0.61015046296233777</c:v>
                </c:pt>
                <c:pt idx="52718">
                  <c:v>0.61016203703184146</c:v>
                </c:pt>
                <c:pt idx="52719">
                  <c:v>0.61017361110862112</c:v>
                </c:pt>
                <c:pt idx="52720">
                  <c:v>0.61018518518540077</c:v>
                </c:pt>
                <c:pt idx="52721">
                  <c:v>0.61019675925490446</c:v>
                </c:pt>
                <c:pt idx="52722">
                  <c:v>0.61020833333168412</c:v>
                </c:pt>
                <c:pt idx="52723">
                  <c:v>0.61021990740846377</c:v>
                </c:pt>
                <c:pt idx="52724">
                  <c:v>0.61023148147796746</c:v>
                </c:pt>
                <c:pt idx="52725">
                  <c:v>0.61024305555474712</c:v>
                </c:pt>
                <c:pt idx="52726">
                  <c:v>0.61025462962425081</c:v>
                </c:pt>
                <c:pt idx="52727">
                  <c:v>0.61026620370103046</c:v>
                </c:pt>
                <c:pt idx="52728">
                  <c:v>0.61027777777781012</c:v>
                </c:pt>
                <c:pt idx="52729">
                  <c:v>0.61028935184731381</c:v>
                </c:pt>
                <c:pt idx="52730">
                  <c:v>0.61030092592409346</c:v>
                </c:pt>
                <c:pt idx="52731">
                  <c:v>0.61031250000087311</c:v>
                </c:pt>
                <c:pt idx="52732">
                  <c:v>0.61032407407037681</c:v>
                </c:pt>
                <c:pt idx="52733">
                  <c:v>0.61033564814715646</c:v>
                </c:pt>
                <c:pt idx="52734">
                  <c:v>0.61034722221666016</c:v>
                </c:pt>
                <c:pt idx="52735">
                  <c:v>0.61035879629343981</c:v>
                </c:pt>
                <c:pt idx="52736">
                  <c:v>0.61037037037021946</c:v>
                </c:pt>
                <c:pt idx="52737">
                  <c:v>0.61038194443972316</c:v>
                </c:pt>
                <c:pt idx="52738">
                  <c:v>0.61039351851650281</c:v>
                </c:pt>
                <c:pt idx="52739">
                  <c:v>0.61040509259328246</c:v>
                </c:pt>
                <c:pt idx="52740">
                  <c:v>0.61041666666278616</c:v>
                </c:pt>
                <c:pt idx="52741">
                  <c:v>0.61042824073956581</c:v>
                </c:pt>
                <c:pt idx="52742">
                  <c:v>0.6104398148090695</c:v>
                </c:pt>
                <c:pt idx="52743">
                  <c:v>0.61045138888584916</c:v>
                </c:pt>
                <c:pt idx="52744">
                  <c:v>0.61046296296262881</c:v>
                </c:pt>
                <c:pt idx="52745">
                  <c:v>0.6104745370321325</c:v>
                </c:pt>
                <c:pt idx="52746">
                  <c:v>0.61048611110891216</c:v>
                </c:pt>
                <c:pt idx="52747">
                  <c:v>0.61049768518569181</c:v>
                </c:pt>
                <c:pt idx="52748">
                  <c:v>0.6105092592551955</c:v>
                </c:pt>
                <c:pt idx="52749">
                  <c:v>0.61052083333197515</c:v>
                </c:pt>
                <c:pt idx="52750">
                  <c:v>0.61053240740147885</c:v>
                </c:pt>
                <c:pt idx="52751">
                  <c:v>0.6105439814782585</c:v>
                </c:pt>
                <c:pt idx="52752">
                  <c:v>0.61055555555503815</c:v>
                </c:pt>
                <c:pt idx="52753">
                  <c:v>0.61056712962454185</c:v>
                </c:pt>
                <c:pt idx="52754">
                  <c:v>0.6105787037013215</c:v>
                </c:pt>
                <c:pt idx="52755">
                  <c:v>0.61059027777810115</c:v>
                </c:pt>
                <c:pt idx="52756">
                  <c:v>0.61060185184760485</c:v>
                </c:pt>
                <c:pt idx="52757">
                  <c:v>0.6106134259243845</c:v>
                </c:pt>
                <c:pt idx="52758">
                  <c:v>0.61062500000116415</c:v>
                </c:pt>
                <c:pt idx="52759">
                  <c:v>0.61063657407066785</c:v>
                </c:pt>
                <c:pt idx="52760">
                  <c:v>0.6106481481474475</c:v>
                </c:pt>
                <c:pt idx="52761">
                  <c:v>0.6106597222169512</c:v>
                </c:pt>
                <c:pt idx="52762">
                  <c:v>0.61067129629373085</c:v>
                </c:pt>
                <c:pt idx="52763">
                  <c:v>0.6106828703705105</c:v>
                </c:pt>
                <c:pt idx="52764">
                  <c:v>0.61069444444001419</c:v>
                </c:pt>
                <c:pt idx="52765">
                  <c:v>0.61070601851679385</c:v>
                </c:pt>
                <c:pt idx="52766">
                  <c:v>0.6107175925935735</c:v>
                </c:pt>
                <c:pt idx="52767">
                  <c:v>0.61072916666307719</c:v>
                </c:pt>
                <c:pt idx="52768">
                  <c:v>0.61074074073985685</c:v>
                </c:pt>
                <c:pt idx="52769">
                  <c:v>0.61075231480936054</c:v>
                </c:pt>
                <c:pt idx="52770">
                  <c:v>0.61076388888614019</c:v>
                </c:pt>
                <c:pt idx="52771">
                  <c:v>0.61077546296291985</c:v>
                </c:pt>
                <c:pt idx="52772">
                  <c:v>0.61078703703242354</c:v>
                </c:pt>
                <c:pt idx="52773">
                  <c:v>0.61079861110920319</c:v>
                </c:pt>
                <c:pt idx="52774">
                  <c:v>0.61081018518598285</c:v>
                </c:pt>
                <c:pt idx="52775">
                  <c:v>0.61082175925548654</c:v>
                </c:pt>
                <c:pt idx="52776">
                  <c:v>0.61083333333226619</c:v>
                </c:pt>
                <c:pt idx="52777">
                  <c:v>0.61084490740176989</c:v>
                </c:pt>
                <c:pt idx="52778">
                  <c:v>0.61085648147854954</c:v>
                </c:pt>
                <c:pt idx="52779">
                  <c:v>0.61086805555532919</c:v>
                </c:pt>
                <c:pt idx="52780">
                  <c:v>0.61087962962483289</c:v>
                </c:pt>
                <c:pt idx="52781">
                  <c:v>0.61089120370161254</c:v>
                </c:pt>
                <c:pt idx="52782">
                  <c:v>0.61090277777839219</c:v>
                </c:pt>
                <c:pt idx="52783">
                  <c:v>0.61091435184789589</c:v>
                </c:pt>
                <c:pt idx="52784">
                  <c:v>0.61092592592467554</c:v>
                </c:pt>
                <c:pt idx="52785">
                  <c:v>0.61093749999417923</c:v>
                </c:pt>
                <c:pt idx="52786">
                  <c:v>0.61094907407095889</c:v>
                </c:pt>
                <c:pt idx="52787">
                  <c:v>0.61096064814773854</c:v>
                </c:pt>
                <c:pt idx="52788">
                  <c:v>0.61097222221724223</c:v>
                </c:pt>
                <c:pt idx="52789">
                  <c:v>0.61098379629402189</c:v>
                </c:pt>
                <c:pt idx="52790">
                  <c:v>0.61099537037080154</c:v>
                </c:pt>
                <c:pt idx="52791">
                  <c:v>0.61100694444030523</c:v>
                </c:pt>
                <c:pt idx="52792">
                  <c:v>0.61101851851708489</c:v>
                </c:pt>
                <c:pt idx="52793">
                  <c:v>0.61103009259386454</c:v>
                </c:pt>
                <c:pt idx="52794">
                  <c:v>0.61104166666336823</c:v>
                </c:pt>
                <c:pt idx="52795">
                  <c:v>0.61105324074014788</c:v>
                </c:pt>
                <c:pt idx="52796">
                  <c:v>0.61106481480965158</c:v>
                </c:pt>
                <c:pt idx="52797">
                  <c:v>0.61107638888643123</c:v>
                </c:pt>
                <c:pt idx="52798">
                  <c:v>0.61108796296321088</c:v>
                </c:pt>
                <c:pt idx="52799">
                  <c:v>0.61109953703271458</c:v>
                </c:pt>
                <c:pt idx="52800">
                  <c:v>0.61111111110949423</c:v>
                </c:pt>
                <c:pt idx="52801">
                  <c:v>0.61112268518627388</c:v>
                </c:pt>
                <c:pt idx="52802">
                  <c:v>0.61113425925577758</c:v>
                </c:pt>
                <c:pt idx="52803">
                  <c:v>0.61114583333255723</c:v>
                </c:pt>
                <c:pt idx="52804">
                  <c:v>0.61115740740206093</c:v>
                </c:pt>
                <c:pt idx="52805">
                  <c:v>0.61116898147884058</c:v>
                </c:pt>
                <c:pt idx="52806">
                  <c:v>0.61118055555562023</c:v>
                </c:pt>
                <c:pt idx="52807">
                  <c:v>0.61119212962512393</c:v>
                </c:pt>
                <c:pt idx="52808">
                  <c:v>0.61120370370190358</c:v>
                </c:pt>
                <c:pt idx="52809">
                  <c:v>0.61121527777868323</c:v>
                </c:pt>
                <c:pt idx="52810">
                  <c:v>0.61122685184818693</c:v>
                </c:pt>
                <c:pt idx="52811">
                  <c:v>0.61123842592496658</c:v>
                </c:pt>
                <c:pt idx="52812">
                  <c:v>0.61124999999447027</c:v>
                </c:pt>
                <c:pt idx="52813">
                  <c:v>0.61126157407124992</c:v>
                </c:pt>
                <c:pt idx="52814">
                  <c:v>0.61127314814802958</c:v>
                </c:pt>
                <c:pt idx="52815">
                  <c:v>0.61128472221753327</c:v>
                </c:pt>
                <c:pt idx="52816">
                  <c:v>0.61129629629431292</c:v>
                </c:pt>
                <c:pt idx="52817">
                  <c:v>0.61130787037109258</c:v>
                </c:pt>
                <c:pt idx="52818">
                  <c:v>0.61131944444059627</c:v>
                </c:pt>
                <c:pt idx="52819">
                  <c:v>0.61133101851737592</c:v>
                </c:pt>
                <c:pt idx="52820">
                  <c:v>0.61134259258687962</c:v>
                </c:pt>
                <c:pt idx="52821">
                  <c:v>0.61135416666365927</c:v>
                </c:pt>
                <c:pt idx="52822">
                  <c:v>0.61136574074043892</c:v>
                </c:pt>
                <c:pt idx="52823">
                  <c:v>0.61137731480994262</c:v>
                </c:pt>
                <c:pt idx="52824">
                  <c:v>0.61138888888672227</c:v>
                </c:pt>
                <c:pt idx="52825">
                  <c:v>0.61140046296350192</c:v>
                </c:pt>
                <c:pt idx="52826">
                  <c:v>0.61141203703300562</c:v>
                </c:pt>
                <c:pt idx="52827">
                  <c:v>0.61142361110978527</c:v>
                </c:pt>
                <c:pt idx="52828">
                  <c:v>0.61143518517928896</c:v>
                </c:pt>
                <c:pt idx="52829">
                  <c:v>0.61144675925606862</c:v>
                </c:pt>
                <c:pt idx="52830">
                  <c:v>0.61145833333284827</c:v>
                </c:pt>
                <c:pt idx="52831">
                  <c:v>0.61146990740235196</c:v>
                </c:pt>
                <c:pt idx="52832">
                  <c:v>0.61148148147913162</c:v>
                </c:pt>
                <c:pt idx="52833">
                  <c:v>0.61149305555591127</c:v>
                </c:pt>
                <c:pt idx="52834">
                  <c:v>0.61150462962541496</c:v>
                </c:pt>
                <c:pt idx="52835">
                  <c:v>0.61151620370219462</c:v>
                </c:pt>
                <c:pt idx="52836">
                  <c:v>0.61152777777897427</c:v>
                </c:pt>
                <c:pt idx="52837">
                  <c:v>0.61153935184847796</c:v>
                </c:pt>
                <c:pt idx="52838">
                  <c:v>0.61155092592525762</c:v>
                </c:pt>
                <c:pt idx="52839">
                  <c:v>0.61156249999476131</c:v>
                </c:pt>
                <c:pt idx="52840">
                  <c:v>0.61157407407154096</c:v>
                </c:pt>
                <c:pt idx="52841">
                  <c:v>0.61158564814832062</c:v>
                </c:pt>
                <c:pt idx="52842">
                  <c:v>0.61159722221782431</c:v>
                </c:pt>
                <c:pt idx="52843">
                  <c:v>0.61160879629460396</c:v>
                </c:pt>
                <c:pt idx="52844">
                  <c:v>0.61162037037138361</c:v>
                </c:pt>
                <c:pt idx="52845">
                  <c:v>0.61163194444088731</c:v>
                </c:pt>
                <c:pt idx="52846">
                  <c:v>0.61164351851766696</c:v>
                </c:pt>
                <c:pt idx="52847">
                  <c:v>0.61165509258717066</c:v>
                </c:pt>
                <c:pt idx="52848">
                  <c:v>0.61166666666395031</c:v>
                </c:pt>
                <c:pt idx="52849">
                  <c:v>0.61167824074072996</c:v>
                </c:pt>
                <c:pt idx="52850">
                  <c:v>0.61168981481023366</c:v>
                </c:pt>
                <c:pt idx="52851">
                  <c:v>0.61170138888701331</c:v>
                </c:pt>
                <c:pt idx="52852">
                  <c:v>0.61171296296379296</c:v>
                </c:pt>
                <c:pt idx="52853">
                  <c:v>0.61172453703329666</c:v>
                </c:pt>
                <c:pt idx="52854">
                  <c:v>0.61173611111007631</c:v>
                </c:pt>
                <c:pt idx="52855">
                  <c:v>0.61174768517958</c:v>
                </c:pt>
                <c:pt idx="52856">
                  <c:v>0.61175925925635966</c:v>
                </c:pt>
                <c:pt idx="52857">
                  <c:v>0.61177083333313931</c:v>
                </c:pt>
                <c:pt idx="52858">
                  <c:v>0.611782407402643</c:v>
                </c:pt>
                <c:pt idx="52859">
                  <c:v>0.61179398147942265</c:v>
                </c:pt>
                <c:pt idx="52860">
                  <c:v>0.61180555555620231</c:v>
                </c:pt>
                <c:pt idx="52861">
                  <c:v>0.611817129625706</c:v>
                </c:pt>
                <c:pt idx="52862">
                  <c:v>0.61182870370248565</c:v>
                </c:pt>
                <c:pt idx="52863">
                  <c:v>0.61184027777198935</c:v>
                </c:pt>
                <c:pt idx="52864">
                  <c:v>0.611851851848769</c:v>
                </c:pt>
                <c:pt idx="52865">
                  <c:v>0.61186342592554865</c:v>
                </c:pt>
                <c:pt idx="52866">
                  <c:v>0.61187499999505235</c:v>
                </c:pt>
                <c:pt idx="52867">
                  <c:v>0.611886574071832</c:v>
                </c:pt>
                <c:pt idx="52868">
                  <c:v>0.61189814814861165</c:v>
                </c:pt>
                <c:pt idx="52869">
                  <c:v>0.61190972221811535</c:v>
                </c:pt>
                <c:pt idx="52870">
                  <c:v>0.611921296294895</c:v>
                </c:pt>
                <c:pt idx="52871">
                  <c:v>0.61193287037167465</c:v>
                </c:pt>
                <c:pt idx="52872">
                  <c:v>0.61194444444117835</c:v>
                </c:pt>
                <c:pt idx="52873">
                  <c:v>0.611956018517958</c:v>
                </c:pt>
                <c:pt idx="52874">
                  <c:v>0.6119675925874617</c:v>
                </c:pt>
                <c:pt idx="52875">
                  <c:v>0.61197916666424135</c:v>
                </c:pt>
                <c:pt idx="52876">
                  <c:v>0.611990740741021</c:v>
                </c:pt>
                <c:pt idx="52877">
                  <c:v>0.61200231481052469</c:v>
                </c:pt>
                <c:pt idx="52878">
                  <c:v>0.61201388888730435</c:v>
                </c:pt>
                <c:pt idx="52879">
                  <c:v>0.612025462964084</c:v>
                </c:pt>
                <c:pt idx="52880">
                  <c:v>0.61203703703358769</c:v>
                </c:pt>
                <c:pt idx="52881">
                  <c:v>0.61204861111036735</c:v>
                </c:pt>
                <c:pt idx="52882">
                  <c:v>0.61206018517987104</c:v>
                </c:pt>
                <c:pt idx="52883">
                  <c:v>0.61207175925665069</c:v>
                </c:pt>
                <c:pt idx="52884">
                  <c:v>0.61208333333343035</c:v>
                </c:pt>
                <c:pt idx="52885">
                  <c:v>0.61209490740293404</c:v>
                </c:pt>
                <c:pt idx="52886">
                  <c:v>0.61210648147971369</c:v>
                </c:pt>
                <c:pt idx="52887">
                  <c:v>0.61211805555649335</c:v>
                </c:pt>
                <c:pt idx="52888">
                  <c:v>0.61212962962599704</c:v>
                </c:pt>
                <c:pt idx="52889">
                  <c:v>0.61214120370277669</c:v>
                </c:pt>
                <c:pt idx="52890">
                  <c:v>0.61215277777228039</c:v>
                </c:pt>
                <c:pt idx="52891">
                  <c:v>0.61216435184906004</c:v>
                </c:pt>
                <c:pt idx="52892">
                  <c:v>0.61217592592583969</c:v>
                </c:pt>
                <c:pt idx="52893">
                  <c:v>0.61218749999534339</c:v>
                </c:pt>
                <c:pt idx="52894">
                  <c:v>0.61219907407212304</c:v>
                </c:pt>
                <c:pt idx="52895">
                  <c:v>0.61221064814890269</c:v>
                </c:pt>
                <c:pt idx="52896">
                  <c:v>0.61222222221840639</c:v>
                </c:pt>
                <c:pt idx="52897">
                  <c:v>0.61223379629518604</c:v>
                </c:pt>
                <c:pt idx="52898">
                  <c:v>0.61224537036468973</c:v>
                </c:pt>
                <c:pt idx="52899">
                  <c:v>0.61225694444146939</c:v>
                </c:pt>
                <c:pt idx="52900">
                  <c:v>0.61226851851824904</c:v>
                </c:pt>
                <c:pt idx="52901">
                  <c:v>0.61228009258775273</c:v>
                </c:pt>
                <c:pt idx="52902">
                  <c:v>0.61229166666453239</c:v>
                </c:pt>
                <c:pt idx="52903">
                  <c:v>0.61230324074131204</c:v>
                </c:pt>
                <c:pt idx="52904">
                  <c:v>0.61231481481081573</c:v>
                </c:pt>
                <c:pt idx="52905">
                  <c:v>0.61232638888759539</c:v>
                </c:pt>
                <c:pt idx="52906">
                  <c:v>0.61233796295709908</c:v>
                </c:pt>
                <c:pt idx="52907">
                  <c:v>0.61234953703387873</c:v>
                </c:pt>
                <c:pt idx="52908">
                  <c:v>0.61236111111065838</c:v>
                </c:pt>
                <c:pt idx="52909">
                  <c:v>0.61237268518016208</c:v>
                </c:pt>
                <c:pt idx="52910">
                  <c:v>0.61238425925694173</c:v>
                </c:pt>
                <c:pt idx="52911">
                  <c:v>0.61239583333372138</c:v>
                </c:pt>
                <c:pt idx="52912">
                  <c:v>0.61240740740322508</c:v>
                </c:pt>
                <c:pt idx="52913">
                  <c:v>0.61241898148000473</c:v>
                </c:pt>
                <c:pt idx="52914">
                  <c:v>0.61243055555678438</c:v>
                </c:pt>
                <c:pt idx="52915">
                  <c:v>0.61244212962628808</c:v>
                </c:pt>
                <c:pt idx="52916">
                  <c:v>0.61245370370306773</c:v>
                </c:pt>
                <c:pt idx="52917">
                  <c:v>0.61246527777257143</c:v>
                </c:pt>
                <c:pt idx="52918">
                  <c:v>0.61247685184935108</c:v>
                </c:pt>
                <c:pt idx="52919">
                  <c:v>0.61248842592613073</c:v>
                </c:pt>
                <c:pt idx="52920">
                  <c:v>0.61249999999563443</c:v>
                </c:pt>
                <c:pt idx="52921">
                  <c:v>0.61251157407241408</c:v>
                </c:pt>
                <c:pt idx="52922">
                  <c:v>0.61252314814919373</c:v>
                </c:pt>
                <c:pt idx="52923">
                  <c:v>0.61253472221869742</c:v>
                </c:pt>
                <c:pt idx="52924">
                  <c:v>0.61254629629547708</c:v>
                </c:pt>
                <c:pt idx="52925">
                  <c:v>0.61255787036498077</c:v>
                </c:pt>
                <c:pt idx="52926">
                  <c:v>0.61256944444176042</c:v>
                </c:pt>
                <c:pt idx="52927">
                  <c:v>0.61258101851854008</c:v>
                </c:pt>
                <c:pt idx="52928">
                  <c:v>0.61259259258804377</c:v>
                </c:pt>
                <c:pt idx="52929">
                  <c:v>0.61260416666482342</c:v>
                </c:pt>
                <c:pt idx="52930">
                  <c:v>0.61261574074160308</c:v>
                </c:pt>
                <c:pt idx="52931">
                  <c:v>0.61262731481110677</c:v>
                </c:pt>
                <c:pt idx="52932">
                  <c:v>0.61263888888788642</c:v>
                </c:pt>
                <c:pt idx="52933">
                  <c:v>0.61265046295739012</c:v>
                </c:pt>
                <c:pt idx="52934">
                  <c:v>0.61266203703416977</c:v>
                </c:pt>
                <c:pt idx="52935">
                  <c:v>0.61267361111094942</c:v>
                </c:pt>
                <c:pt idx="52936">
                  <c:v>0.61268518518045312</c:v>
                </c:pt>
                <c:pt idx="52937">
                  <c:v>0.61269675925723277</c:v>
                </c:pt>
                <c:pt idx="52938">
                  <c:v>0.61270833333401242</c:v>
                </c:pt>
                <c:pt idx="52939">
                  <c:v>0.61271990740351612</c:v>
                </c:pt>
                <c:pt idx="52940">
                  <c:v>0.61273148148029577</c:v>
                </c:pt>
                <c:pt idx="52941">
                  <c:v>0.61274305554979946</c:v>
                </c:pt>
                <c:pt idx="52942">
                  <c:v>0.61275462962657912</c:v>
                </c:pt>
                <c:pt idx="52943">
                  <c:v>0.61276620370335877</c:v>
                </c:pt>
                <c:pt idx="52944">
                  <c:v>0.61277777777286246</c:v>
                </c:pt>
                <c:pt idx="52945">
                  <c:v>0.61278935184964212</c:v>
                </c:pt>
                <c:pt idx="52946">
                  <c:v>0.61280092592642177</c:v>
                </c:pt>
                <c:pt idx="52947">
                  <c:v>0.61281249999592546</c:v>
                </c:pt>
                <c:pt idx="52948">
                  <c:v>0.61282407407270512</c:v>
                </c:pt>
                <c:pt idx="52949">
                  <c:v>0.61283564814948477</c:v>
                </c:pt>
                <c:pt idx="52950">
                  <c:v>0.61284722221898846</c:v>
                </c:pt>
                <c:pt idx="52951">
                  <c:v>0.61285879629576812</c:v>
                </c:pt>
                <c:pt idx="52952">
                  <c:v>0.61287037036527181</c:v>
                </c:pt>
                <c:pt idx="52953">
                  <c:v>0.61288194444205146</c:v>
                </c:pt>
                <c:pt idx="52954">
                  <c:v>0.61289351851883112</c:v>
                </c:pt>
                <c:pt idx="52955">
                  <c:v>0.61290509258833481</c:v>
                </c:pt>
                <c:pt idx="52956">
                  <c:v>0.61291666666511446</c:v>
                </c:pt>
                <c:pt idx="52957">
                  <c:v>0.61292824074189411</c:v>
                </c:pt>
                <c:pt idx="52958">
                  <c:v>0.61293981481139781</c:v>
                </c:pt>
                <c:pt idx="52959">
                  <c:v>0.61295138888817746</c:v>
                </c:pt>
                <c:pt idx="52960">
                  <c:v>0.61296296295768116</c:v>
                </c:pt>
                <c:pt idx="52961">
                  <c:v>0.61297453703446081</c:v>
                </c:pt>
                <c:pt idx="52962">
                  <c:v>0.61298611111124046</c:v>
                </c:pt>
                <c:pt idx="52963">
                  <c:v>0.61299768518074416</c:v>
                </c:pt>
                <c:pt idx="52964">
                  <c:v>0.61300925925752381</c:v>
                </c:pt>
                <c:pt idx="52965">
                  <c:v>0.61302083333430346</c:v>
                </c:pt>
                <c:pt idx="52966">
                  <c:v>0.61303240740380716</c:v>
                </c:pt>
                <c:pt idx="52967">
                  <c:v>0.61304398148058681</c:v>
                </c:pt>
                <c:pt idx="52968">
                  <c:v>0.6130555555500905</c:v>
                </c:pt>
                <c:pt idx="52969">
                  <c:v>0.61306712962687016</c:v>
                </c:pt>
                <c:pt idx="52970">
                  <c:v>0.61307870370364981</c:v>
                </c:pt>
                <c:pt idx="52971">
                  <c:v>0.6130902777731535</c:v>
                </c:pt>
                <c:pt idx="52972">
                  <c:v>0.61310185184993315</c:v>
                </c:pt>
                <c:pt idx="52973">
                  <c:v>0.61311342592671281</c:v>
                </c:pt>
                <c:pt idx="52974">
                  <c:v>0.6131249999962165</c:v>
                </c:pt>
                <c:pt idx="52975">
                  <c:v>0.61313657407299615</c:v>
                </c:pt>
                <c:pt idx="52976">
                  <c:v>0.61314814814249985</c:v>
                </c:pt>
                <c:pt idx="52977">
                  <c:v>0.6131597222192795</c:v>
                </c:pt>
                <c:pt idx="52978">
                  <c:v>0.61317129629605915</c:v>
                </c:pt>
                <c:pt idx="52979">
                  <c:v>0.61318287036556285</c:v>
                </c:pt>
                <c:pt idx="52980">
                  <c:v>0.6131944444423425</c:v>
                </c:pt>
                <c:pt idx="52981">
                  <c:v>0.61320601851912215</c:v>
                </c:pt>
                <c:pt idx="52982">
                  <c:v>0.61321759258862585</c:v>
                </c:pt>
                <c:pt idx="52983">
                  <c:v>0.6132291666654055</c:v>
                </c:pt>
                <c:pt idx="52984">
                  <c:v>0.6132407407349092</c:v>
                </c:pt>
                <c:pt idx="52985">
                  <c:v>0.61325231481168885</c:v>
                </c:pt>
                <c:pt idx="52986">
                  <c:v>0.6132638888884685</c:v>
                </c:pt>
                <c:pt idx="52987">
                  <c:v>0.61327546295797219</c:v>
                </c:pt>
                <c:pt idx="52988">
                  <c:v>0.61328703703475185</c:v>
                </c:pt>
                <c:pt idx="52989">
                  <c:v>0.6132986111115315</c:v>
                </c:pt>
                <c:pt idx="52990">
                  <c:v>0.61331018518103519</c:v>
                </c:pt>
                <c:pt idx="52991">
                  <c:v>0.61332175925781485</c:v>
                </c:pt>
                <c:pt idx="52992">
                  <c:v>0.6133333333345945</c:v>
                </c:pt>
                <c:pt idx="52993">
                  <c:v>0.61334490740409819</c:v>
                </c:pt>
                <c:pt idx="52994">
                  <c:v>0.61335648148087785</c:v>
                </c:pt>
                <c:pt idx="52995">
                  <c:v>0.61336805555038154</c:v>
                </c:pt>
                <c:pt idx="52996">
                  <c:v>0.61337962962716119</c:v>
                </c:pt>
                <c:pt idx="52997">
                  <c:v>0.61339120370394085</c:v>
                </c:pt>
                <c:pt idx="52998">
                  <c:v>0.61340277777344454</c:v>
                </c:pt>
                <c:pt idx="52999">
                  <c:v>0.61341435185022419</c:v>
                </c:pt>
                <c:pt idx="53000">
                  <c:v>0.61342592592700385</c:v>
                </c:pt>
                <c:pt idx="53001">
                  <c:v>0.61343749999650754</c:v>
                </c:pt>
                <c:pt idx="53002">
                  <c:v>0.61344907407328719</c:v>
                </c:pt>
                <c:pt idx="53003">
                  <c:v>0.61346064814279089</c:v>
                </c:pt>
                <c:pt idx="53004">
                  <c:v>0.61347222221957054</c:v>
                </c:pt>
                <c:pt idx="53005">
                  <c:v>0.61348379629635019</c:v>
                </c:pt>
                <c:pt idx="53006">
                  <c:v>0.61349537036585389</c:v>
                </c:pt>
                <c:pt idx="53007">
                  <c:v>0.61350694444263354</c:v>
                </c:pt>
                <c:pt idx="53008">
                  <c:v>0.61351851851941319</c:v>
                </c:pt>
                <c:pt idx="53009">
                  <c:v>0.61353009258891689</c:v>
                </c:pt>
                <c:pt idx="53010">
                  <c:v>0.61354166666569654</c:v>
                </c:pt>
                <c:pt idx="53011">
                  <c:v>0.61355324073520023</c:v>
                </c:pt>
                <c:pt idx="53012">
                  <c:v>0.61356481481197989</c:v>
                </c:pt>
                <c:pt idx="53013">
                  <c:v>0.61357638888875954</c:v>
                </c:pt>
                <c:pt idx="53014">
                  <c:v>0.61358796295826323</c:v>
                </c:pt>
                <c:pt idx="53015">
                  <c:v>0.61359953703504289</c:v>
                </c:pt>
                <c:pt idx="53016">
                  <c:v>0.61361111111182254</c:v>
                </c:pt>
                <c:pt idx="53017">
                  <c:v>0.61362268518132623</c:v>
                </c:pt>
                <c:pt idx="53018">
                  <c:v>0.61363425925810589</c:v>
                </c:pt>
                <c:pt idx="53019">
                  <c:v>0.61364583332760958</c:v>
                </c:pt>
                <c:pt idx="53020">
                  <c:v>0.61365740740438923</c:v>
                </c:pt>
                <c:pt idx="53021">
                  <c:v>0.61366898148116888</c:v>
                </c:pt>
                <c:pt idx="53022">
                  <c:v>0.61368055555067258</c:v>
                </c:pt>
                <c:pt idx="53023">
                  <c:v>0.61369212962745223</c:v>
                </c:pt>
                <c:pt idx="53024">
                  <c:v>0.61370370370423188</c:v>
                </c:pt>
                <c:pt idx="53025">
                  <c:v>0.61371527777373558</c:v>
                </c:pt>
                <c:pt idx="53026">
                  <c:v>0.61372685185051523</c:v>
                </c:pt>
                <c:pt idx="53027">
                  <c:v>0.61373842592001893</c:v>
                </c:pt>
                <c:pt idx="53028">
                  <c:v>0.61374999999679858</c:v>
                </c:pt>
                <c:pt idx="53029">
                  <c:v>0.61376157407357823</c:v>
                </c:pt>
                <c:pt idx="53030">
                  <c:v>0.61377314814308193</c:v>
                </c:pt>
                <c:pt idx="53031">
                  <c:v>0.61378472221986158</c:v>
                </c:pt>
                <c:pt idx="53032">
                  <c:v>0.61379629629664123</c:v>
                </c:pt>
                <c:pt idx="53033">
                  <c:v>0.61380787036614493</c:v>
                </c:pt>
                <c:pt idx="53034">
                  <c:v>0.61381944444292458</c:v>
                </c:pt>
                <c:pt idx="53035">
                  <c:v>0.61383101851970423</c:v>
                </c:pt>
                <c:pt idx="53036">
                  <c:v>0.61384259258920792</c:v>
                </c:pt>
                <c:pt idx="53037">
                  <c:v>0.61385416666598758</c:v>
                </c:pt>
                <c:pt idx="53038">
                  <c:v>0.61386574073549127</c:v>
                </c:pt>
                <c:pt idx="53039">
                  <c:v>0.61387731481227092</c:v>
                </c:pt>
                <c:pt idx="53040">
                  <c:v>0.61388888888905058</c:v>
                </c:pt>
                <c:pt idx="53041">
                  <c:v>0.61390046295855427</c:v>
                </c:pt>
                <c:pt idx="53042">
                  <c:v>0.61391203703533392</c:v>
                </c:pt>
                <c:pt idx="53043">
                  <c:v>0.61392361111211358</c:v>
                </c:pt>
                <c:pt idx="53044">
                  <c:v>0.61393518518161727</c:v>
                </c:pt>
                <c:pt idx="53045">
                  <c:v>0.61394675925839692</c:v>
                </c:pt>
                <c:pt idx="53046">
                  <c:v>0.61395833332790062</c:v>
                </c:pt>
                <c:pt idx="53047">
                  <c:v>0.61396990740468027</c:v>
                </c:pt>
                <c:pt idx="53048">
                  <c:v>0.61398148148145992</c:v>
                </c:pt>
                <c:pt idx="53049">
                  <c:v>0.61399305555096362</c:v>
                </c:pt>
                <c:pt idx="53050">
                  <c:v>0.61400462962774327</c:v>
                </c:pt>
                <c:pt idx="53051">
                  <c:v>0.61401620370452292</c:v>
                </c:pt>
                <c:pt idx="53052">
                  <c:v>0.61402777777402662</c:v>
                </c:pt>
                <c:pt idx="53053">
                  <c:v>0.61403935185080627</c:v>
                </c:pt>
                <c:pt idx="53054">
                  <c:v>0.61405092592030996</c:v>
                </c:pt>
                <c:pt idx="53055">
                  <c:v>0.61406249999708962</c:v>
                </c:pt>
                <c:pt idx="53056">
                  <c:v>0.61407407407386927</c:v>
                </c:pt>
                <c:pt idx="53057">
                  <c:v>0.61408564814337296</c:v>
                </c:pt>
                <c:pt idx="53058">
                  <c:v>0.61409722222015262</c:v>
                </c:pt>
                <c:pt idx="53059">
                  <c:v>0.61410879629693227</c:v>
                </c:pt>
                <c:pt idx="53060">
                  <c:v>0.61412037036643596</c:v>
                </c:pt>
                <c:pt idx="53061">
                  <c:v>0.61413194444321562</c:v>
                </c:pt>
                <c:pt idx="53062">
                  <c:v>0.61414351851271931</c:v>
                </c:pt>
                <c:pt idx="53063">
                  <c:v>0.61415509258949896</c:v>
                </c:pt>
                <c:pt idx="53064">
                  <c:v>0.61416666666627862</c:v>
                </c:pt>
                <c:pt idx="53065">
                  <c:v>0.61417824073578231</c:v>
                </c:pt>
                <c:pt idx="53066">
                  <c:v>0.61418981481256196</c:v>
                </c:pt>
                <c:pt idx="53067">
                  <c:v>0.61420138888934162</c:v>
                </c:pt>
                <c:pt idx="53068">
                  <c:v>0.61421296295884531</c:v>
                </c:pt>
                <c:pt idx="53069">
                  <c:v>0.61422453703562496</c:v>
                </c:pt>
                <c:pt idx="53070">
                  <c:v>0.61423611111240461</c:v>
                </c:pt>
                <c:pt idx="53071">
                  <c:v>0.61424768518190831</c:v>
                </c:pt>
                <c:pt idx="53072">
                  <c:v>0.61425925925868796</c:v>
                </c:pt>
                <c:pt idx="53073">
                  <c:v>0.61427083332819166</c:v>
                </c:pt>
                <c:pt idx="53074">
                  <c:v>0.61428240740497131</c:v>
                </c:pt>
                <c:pt idx="53075">
                  <c:v>0.61429398148175096</c:v>
                </c:pt>
                <c:pt idx="53076">
                  <c:v>0.61430555555125466</c:v>
                </c:pt>
                <c:pt idx="53077">
                  <c:v>0.61431712962803431</c:v>
                </c:pt>
                <c:pt idx="53078">
                  <c:v>0.61432870370481396</c:v>
                </c:pt>
                <c:pt idx="53079">
                  <c:v>0.61434027777431766</c:v>
                </c:pt>
                <c:pt idx="53080">
                  <c:v>0.61435185185109731</c:v>
                </c:pt>
                <c:pt idx="53081">
                  <c:v>0.614363425920601</c:v>
                </c:pt>
                <c:pt idx="53082">
                  <c:v>0.61437499999738066</c:v>
                </c:pt>
                <c:pt idx="53083">
                  <c:v>0.61438657407416031</c:v>
                </c:pt>
                <c:pt idx="53084">
                  <c:v>0.614398148143664</c:v>
                </c:pt>
                <c:pt idx="53085">
                  <c:v>0.61440972222044365</c:v>
                </c:pt>
                <c:pt idx="53086">
                  <c:v>0.61442129629722331</c:v>
                </c:pt>
                <c:pt idx="53087">
                  <c:v>0.614432870366727</c:v>
                </c:pt>
                <c:pt idx="53088">
                  <c:v>0.61444444444350665</c:v>
                </c:pt>
                <c:pt idx="53089">
                  <c:v>0.61445601851301035</c:v>
                </c:pt>
                <c:pt idx="53090">
                  <c:v>0.61446759258979</c:v>
                </c:pt>
                <c:pt idx="53091">
                  <c:v>0.61447916666656965</c:v>
                </c:pt>
                <c:pt idx="53092">
                  <c:v>0.61449074073607335</c:v>
                </c:pt>
                <c:pt idx="53093">
                  <c:v>0.614502314812853</c:v>
                </c:pt>
                <c:pt idx="53094">
                  <c:v>0.61451388888963265</c:v>
                </c:pt>
                <c:pt idx="53095">
                  <c:v>0.61452546295913635</c:v>
                </c:pt>
                <c:pt idx="53096">
                  <c:v>0.614537037035916</c:v>
                </c:pt>
                <c:pt idx="53097">
                  <c:v>0.6145486111054197</c:v>
                </c:pt>
                <c:pt idx="53098">
                  <c:v>0.61456018518219935</c:v>
                </c:pt>
                <c:pt idx="53099">
                  <c:v>0.614571759258979</c:v>
                </c:pt>
                <c:pt idx="53100">
                  <c:v>0.61458333332848269</c:v>
                </c:pt>
                <c:pt idx="53101">
                  <c:v>0.61459490740526235</c:v>
                </c:pt>
                <c:pt idx="53102">
                  <c:v>0.614606481482042</c:v>
                </c:pt>
                <c:pt idx="53103">
                  <c:v>0.61461805555154569</c:v>
                </c:pt>
                <c:pt idx="53104">
                  <c:v>0.61462962962832535</c:v>
                </c:pt>
                <c:pt idx="53105">
                  <c:v>0.61464120369782904</c:v>
                </c:pt>
                <c:pt idx="53106">
                  <c:v>0.61465277777460869</c:v>
                </c:pt>
                <c:pt idx="53107">
                  <c:v>0.61466435185138835</c:v>
                </c:pt>
                <c:pt idx="53108">
                  <c:v>0.61467592592089204</c:v>
                </c:pt>
                <c:pt idx="53109">
                  <c:v>0.61468749999767169</c:v>
                </c:pt>
                <c:pt idx="53110">
                  <c:v>0.61469907407445135</c:v>
                </c:pt>
                <c:pt idx="53111">
                  <c:v>0.61471064814395504</c:v>
                </c:pt>
                <c:pt idx="53112">
                  <c:v>0.61472222222073469</c:v>
                </c:pt>
                <c:pt idx="53113">
                  <c:v>0.61473379629751435</c:v>
                </c:pt>
                <c:pt idx="53114">
                  <c:v>0.61474537036701804</c:v>
                </c:pt>
                <c:pt idx="53115">
                  <c:v>0.61475694444379769</c:v>
                </c:pt>
                <c:pt idx="53116">
                  <c:v>0.61476851851330139</c:v>
                </c:pt>
                <c:pt idx="53117">
                  <c:v>0.61478009259008104</c:v>
                </c:pt>
                <c:pt idx="53118">
                  <c:v>0.61479166666686069</c:v>
                </c:pt>
                <c:pt idx="53119">
                  <c:v>0.61480324073636439</c:v>
                </c:pt>
                <c:pt idx="53120">
                  <c:v>0.61481481481314404</c:v>
                </c:pt>
                <c:pt idx="53121">
                  <c:v>0.61482638888992369</c:v>
                </c:pt>
                <c:pt idx="53122">
                  <c:v>0.61483796295942739</c:v>
                </c:pt>
                <c:pt idx="53123">
                  <c:v>0.61484953703620704</c:v>
                </c:pt>
                <c:pt idx="53124">
                  <c:v>0.61486111110571073</c:v>
                </c:pt>
                <c:pt idx="53125">
                  <c:v>0.61487268518249039</c:v>
                </c:pt>
                <c:pt idx="53126">
                  <c:v>0.61488425925927004</c:v>
                </c:pt>
                <c:pt idx="53127">
                  <c:v>0.61489583332877373</c:v>
                </c:pt>
                <c:pt idx="53128">
                  <c:v>0.61490740740555339</c:v>
                </c:pt>
                <c:pt idx="53129">
                  <c:v>0.61491898148233304</c:v>
                </c:pt>
                <c:pt idx="53130">
                  <c:v>0.61493055555183673</c:v>
                </c:pt>
                <c:pt idx="53131">
                  <c:v>0.61494212962861639</c:v>
                </c:pt>
                <c:pt idx="53132">
                  <c:v>0.61495370369812008</c:v>
                </c:pt>
                <c:pt idx="53133">
                  <c:v>0.61496527777489973</c:v>
                </c:pt>
                <c:pt idx="53134">
                  <c:v>0.61497685185167938</c:v>
                </c:pt>
                <c:pt idx="53135">
                  <c:v>0.61498842592118308</c:v>
                </c:pt>
                <c:pt idx="53136">
                  <c:v>0.61499999999796273</c:v>
                </c:pt>
                <c:pt idx="53137">
                  <c:v>0.61501157407474238</c:v>
                </c:pt>
                <c:pt idx="53138">
                  <c:v>0.61502314814424608</c:v>
                </c:pt>
                <c:pt idx="53139">
                  <c:v>0.61503472222102573</c:v>
                </c:pt>
                <c:pt idx="53140">
                  <c:v>0.61504629629052943</c:v>
                </c:pt>
                <c:pt idx="53141">
                  <c:v>0.61505787036730908</c:v>
                </c:pt>
                <c:pt idx="53142">
                  <c:v>0.61506944444408873</c:v>
                </c:pt>
                <c:pt idx="53143">
                  <c:v>0.61508101851359243</c:v>
                </c:pt>
                <c:pt idx="53144">
                  <c:v>0.61509259259037208</c:v>
                </c:pt>
                <c:pt idx="53145">
                  <c:v>0.61510416666715173</c:v>
                </c:pt>
                <c:pt idx="53146">
                  <c:v>0.61511574073665543</c:v>
                </c:pt>
                <c:pt idx="53147">
                  <c:v>0.61512731481343508</c:v>
                </c:pt>
                <c:pt idx="53148">
                  <c:v>0.61513888889021473</c:v>
                </c:pt>
                <c:pt idx="53149">
                  <c:v>0.61515046295971842</c:v>
                </c:pt>
                <c:pt idx="53150">
                  <c:v>0.61516203703649808</c:v>
                </c:pt>
                <c:pt idx="53151">
                  <c:v>0.61517361110600177</c:v>
                </c:pt>
                <c:pt idx="53152">
                  <c:v>0.61518518518278142</c:v>
                </c:pt>
                <c:pt idx="53153">
                  <c:v>0.61519675925956108</c:v>
                </c:pt>
                <c:pt idx="53154">
                  <c:v>0.61520833332906477</c:v>
                </c:pt>
                <c:pt idx="53155">
                  <c:v>0.61521990740584442</c:v>
                </c:pt>
                <c:pt idx="53156">
                  <c:v>0.61523148148262408</c:v>
                </c:pt>
                <c:pt idx="53157">
                  <c:v>0.61524305555212777</c:v>
                </c:pt>
                <c:pt idx="53158">
                  <c:v>0.61525462962890742</c:v>
                </c:pt>
                <c:pt idx="53159">
                  <c:v>0.61526620369841112</c:v>
                </c:pt>
                <c:pt idx="53160">
                  <c:v>0.61527777777519077</c:v>
                </c:pt>
                <c:pt idx="53161">
                  <c:v>0.61528935185197042</c:v>
                </c:pt>
                <c:pt idx="53162">
                  <c:v>0.61530092592147412</c:v>
                </c:pt>
                <c:pt idx="53163">
                  <c:v>0.61531249999825377</c:v>
                </c:pt>
                <c:pt idx="53164">
                  <c:v>0.61532407407503342</c:v>
                </c:pt>
                <c:pt idx="53165">
                  <c:v>0.61533564814453712</c:v>
                </c:pt>
                <c:pt idx="53166">
                  <c:v>0.61534722222131677</c:v>
                </c:pt>
                <c:pt idx="53167">
                  <c:v>0.61535879629082046</c:v>
                </c:pt>
                <c:pt idx="53168">
                  <c:v>0.61537037036760012</c:v>
                </c:pt>
                <c:pt idx="53169">
                  <c:v>0.61538194444437977</c:v>
                </c:pt>
                <c:pt idx="53170">
                  <c:v>0.61539351851388346</c:v>
                </c:pt>
                <c:pt idx="53171">
                  <c:v>0.61540509259066312</c:v>
                </c:pt>
                <c:pt idx="53172">
                  <c:v>0.61541666666744277</c:v>
                </c:pt>
                <c:pt idx="53173">
                  <c:v>0.61542824073694646</c:v>
                </c:pt>
                <c:pt idx="53174">
                  <c:v>0.61543981481372612</c:v>
                </c:pt>
                <c:pt idx="53175">
                  <c:v>0.61545138888322981</c:v>
                </c:pt>
                <c:pt idx="53176">
                  <c:v>0.61546296296000946</c:v>
                </c:pt>
                <c:pt idx="53177">
                  <c:v>0.61547453703678912</c:v>
                </c:pt>
                <c:pt idx="53178">
                  <c:v>0.61548611110629281</c:v>
                </c:pt>
                <c:pt idx="53179">
                  <c:v>0.61549768518307246</c:v>
                </c:pt>
                <c:pt idx="53180">
                  <c:v>0.61550925925985212</c:v>
                </c:pt>
                <c:pt idx="53181">
                  <c:v>0.61552083332935581</c:v>
                </c:pt>
                <c:pt idx="53182">
                  <c:v>0.61553240740613546</c:v>
                </c:pt>
                <c:pt idx="53183">
                  <c:v>0.61554398147563916</c:v>
                </c:pt>
                <c:pt idx="53184">
                  <c:v>0.61555555555241881</c:v>
                </c:pt>
                <c:pt idx="53185">
                  <c:v>0.61556712962919846</c:v>
                </c:pt>
                <c:pt idx="53186">
                  <c:v>0.61557870369870216</c:v>
                </c:pt>
                <c:pt idx="53187">
                  <c:v>0.61559027777548181</c:v>
                </c:pt>
                <c:pt idx="53188">
                  <c:v>0.61560185185226146</c:v>
                </c:pt>
                <c:pt idx="53189">
                  <c:v>0.61561342592176516</c:v>
                </c:pt>
                <c:pt idx="53190">
                  <c:v>0.61562499999854481</c:v>
                </c:pt>
                <c:pt idx="53191">
                  <c:v>0.61563657407532446</c:v>
                </c:pt>
                <c:pt idx="53192">
                  <c:v>0.61564814814482816</c:v>
                </c:pt>
                <c:pt idx="53193">
                  <c:v>0.61565972222160781</c:v>
                </c:pt>
                <c:pt idx="53194">
                  <c:v>0.6156712962911115</c:v>
                </c:pt>
                <c:pt idx="53195">
                  <c:v>0.61568287036789116</c:v>
                </c:pt>
                <c:pt idx="53196">
                  <c:v>0.61569444444467081</c:v>
                </c:pt>
                <c:pt idx="53197">
                  <c:v>0.6157060185141745</c:v>
                </c:pt>
                <c:pt idx="53198">
                  <c:v>0.61571759259095415</c:v>
                </c:pt>
                <c:pt idx="53199">
                  <c:v>0.61572916666773381</c:v>
                </c:pt>
                <c:pt idx="53200">
                  <c:v>0.6157407407372375</c:v>
                </c:pt>
                <c:pt idx="53201">
                  <c:v>0.61575231481401715</c:v>
                </c:pt>
                <c:pt idx="53202">
                  <c:v>0.61576388888352085</c:v>
                </c:pt>
                <c:pt idx="53203">
                  <c:v>0.6157754629603005</c:v>
                </c:pt>
                <c:pt idx="53204">
                  <c:v>0.61578703703708015</c:v>
                </c:pt>
                <c:pt idx="53205">
                  <c:v>0.61579861110658385</c:v>
                </c:pt>
                <c:pt idx="53206">
                  <c:v>0.6158101851833635</c:v>
                </c:pt>
                <c:pt idx="53207">
                  <c:v>0.61582175926014315</c:v>
                </c:pt>
                <c:pt idx="53208">
                  <c:v>0.61583333332964685</c:v>
                </c:pt>
                <c:pt idx="53209">
                  <c:v>0.6158449074064265</c:v>
                </c:pt>
                <c:pt idx="53210">
                  <c:v>0.6158564814759302</c:v>
                </c:pt>
                <c:pt idx="53211">
                  <c:v>0.61586805555270985</c:v>
                </c:pt>
                <c:pt idx="53212">
                  <c:v>0.6158796296294895</c:v>
                </c:pt>
                <c:pt idx="53213">
                  <c:v>0.61589120369899319</c:v>
                </c:pt>
                <c:pt idx="53214">
                  <c:v>0.61590277777577285</c:v>
                </c:pt>
                <c:pt idx="53215">
                  <c:v>0.6159143518525525</c:v>
                </c:pt>
                <c:pt idx="53216">
                  <c:v>0.61592592592205619</c:v>
                </c:pt>
                <c:pt idx="53217">
                  <c:v>0.61593749999883585</c:v>
                </c:pt>
                <c:pt idx="53218">
                  <c:v>0.61594907406833954</c:v>
                </c:pt>
                <c:pt idx="53219">
                  <c:v>0.61596064814511919</c:v>
                </c:pt>
                <c:pt idx="53220">
                  <c:v>0.61597222222189885</c:v>
                </c:pt>
                <c:pt idx="53221">
                  <c:v>0.61598379629140254</c:v>
                </c:pt>
                <c:pt idx="53222">
                  <c:v>0.61599537036818219</c:v>
                </c:pt>
                <c:pt idx="53223">
                  <c:v>0.61600694444496185</c:v>
                </c:pt>
                <c:pt idx="53224">
                  <c:v>0.61601851851446554</c:v>
                </c:pt>
                <c:pt idx="53225">
                  <c:v>0.61603009259124519</c:v>
                </c:pt>
                <c:pt idx="53226">
                  <c:v>0.61604166666074889</c:v>
                </c:pt>
                <c:pt idx="53227">
                  <c:v>0.61605324073752854</c:v>
                </c:pt>
                <c:pt idx="53228">
                  <c:v>0.61606481481430819</c:v>
                </c:pt>
                <c:pt idx="53229">
                  <c:v>0.61607638888381189</c:v>
                </c:pt>
                <c:pt idx="53230">
                  <c:v>0.61608796296059154</c:v>
                </c:pt>
                <c:pt idx="53231">
                  <c:v>0.61609953703737119</c:v>
                </c:pt>
                <c:pt idx="53232">
                  <c:v>0.61611111110687489</c:v>
                </c:pt>
                <c:pt idx="53233">
                  <c:v>0.61612268518365454</c:v>
                </c:pt>
                <c:pt idx="53234">
                  <c:v>0.61613425926043419</c:v>
                </c:pt>
                <c:pt idx="53235">
                  <c:v>0.61614583332993789</c:v>
                </c:pt>
                <c:pt idx="53236">
                  <c:v>0.61615740740671754</c:v>
                </c:pt>
                <c:pt idx="53237">
                  <c:v>0.61616898147622123</c:v>
                </c:pt>
                <c:pt idx="53238">
                  <c:v>0.61618055555300089</c:v>
                </c:pt>
                <c:pt idx="53239">
                  <c:v>0.61619212962978054</c:v>
                </c:pt>
                <c:pt idx="53240">
                  <c:v>0.61620370369928423</c:v>
                </c:pt>
                <c:pt idx="53241">
                  <c:v>0.61621527777606389</c:v>
                </c:pt>
                <c:pt idx="53242">
                  <c:v>0.61622685185284354</c:v>
                </c:pt>
                <c:pt idx="53243">
                  <c:v>0.61623842592234723</c:v>
                </c:pt>
                <c:pt idx="53244">
                  <c:v>0.61624999999912689</c:v>
                </c:pt>
                <c:pt idx="53245">
                  <c:v>0.61626157406863058</c:v>
                </c:pt>
                <c:pt idx="53246">
                  <c:v>0.61627314814541023</c:v>
                </c:pt>
                <c:pt idx="53247">
                  <c:v>0.61628472222218988</c:v>
                </c:pt>
                <c:pt idx="53248">
                  <c:v>0.61629629629169358</c:v>
                </c:pt>
                <c:pt idx="53249">
                  <c:v>0.61630787036847323</c:v>
                </c:pt>
                <c:pt idx="53250">
                  <c:v>0.61631944444525288</c:v>
                </c:pt>
                <c:pt idx="53251">
                  <c:v>0.61633101851475658</c:v>
                </c:pt>
                <c:pt idx="53252">
                  <c:v>0.61634259259153623</c:v>
                </c:pt>
                <c:pt idx="53253">
                  <c:v>0.61635416666103993</c:v>
                </c:pt>
                <c:pt idx="53254">
                  <c:v>0.61636574073781958</c:v>
                </c:pt>
                <c:pt idx="53255">
                  <c:v>0.61637731481459923</c:v>
                </c:pt>
                <c:pt idx="53256">
                  <c:v>0.61638888888410293</c:v>
                </c:pt>
                <c:pt idx="53257">
                  <c:v>0.61640046296088258</c:v>
                </c:pt>
                <c:pt idx="53258">
                  <c:v>0.61641203703766223</c:v>
                </c:pt>
                <c:pt idx="53259">
                  <c:v>0.61642361110716593</c:v>
                </c:pt>
                <c:pt idx="53260">
                  <c:v>0.61643518518394558</c:v>
                </c:pt>
                <c:pt idx="53261">
                  <c:v>0.61644675925344927</c:v>
                </c:pt>
                <c:pt idx="53262">
                  <c:v>0.61645833333022892</c:v>
                </c:pt>
                <c:pt idx="53263">
                  <c:v>0.61646990740700858</c:v>
                </c:pt>
                <c:pt idx="53264">
                  <c:v>0.61648148147651227</c:v>
                </c:pt>
                <c:pt idx="53265">
                  <c:v>0.61649305555329192</c:v>
                </c:pt>
                <c:pt idx="53266">
                  <c:v>0.61650462963007158</c:v>
                </c:pt>
                <c:pt idx="53267">
                  <c:v>0.61651620369957527</c:v>
                </c:pt>
                <c:pt idx="53268">
                  <c:v>0.61652777777635492</c:v>
                </c:pt>
                <c:pt idx="53269">
                  <c:v>0.61653935185313458</c:v>
                </c:pt>
                <c:pt idx="53270">
                  <c:v>0.61655092592263827</c:v>
                </c:pt>
                <c:pt idx="53271">
                  <c:v>0.61656249999941792</c:v>
                </c:pt>
                <c:pt idx="53272">
                  <c:v>0.61657407406892162</c:v>
                </c:pt>
                <c:pt idx="53273">
                  <c:v>0.61658564814570127</c:v>
                </c:pt>
                <c:pt idx="53274">
                  <c:v>0.61659722222248092</c:v>
                </c:pt>
                <c:pt idx="53275">
                  <c:v>0.61660879629198462</c:v>
                </c:pt>
                <c:pt idx="53276">
                  <c:v>0.61662037036876427</c:v>
                </c:pt>
                <c:pt idx="53277">
                  <c:v>0.61663194444554392</c:v>
                </c:pt>
                <c:pt idx="53278">
                  <c:v>0.61664351851504762</c:v>
                </c:pt>
                <c:pt idx="53279">
                  <c:v>0.61665509259182727</c:v>
                </c:pt>
                <c:pt idx="53280">
                  <c:v>0.61666666666133096</c:v>
                </c:pt>
                <c:pt idx="53281">
                  <c:v>0.61667824073811062</c:v>
                </c:pt>
                <c:pt idx="53282">
                  <c:v>0.61668981481489027</c:v>
                </c:pt>
                <c:pt idx="53283">
                  <c:v>0.61670138888439396</c:v>
                </c:pt>
                <c:pt idx="53284">
                  <c:v>0.61671296296117362</c:v>
                </c:pt>
                <c:pt idx="53285">
                  <c:v>0.61672453703795327</c:v>
                </c:pt>
                <c:pt idx="53286">
                  <c:v>0.61673611110745696</c:v>
                </c:pt>
                <c:pt idx="53287">
                  <c:v>0.61674768518423662</c:v>
                </c:pt>
                <c:pt idx="53288">
                  <c:v>0.61675925925374031</c:v>
                </c:pt>
                <c:pt idx="53289">
                  <c:v>0.61677083333051996</c:v>
                </c:pt>
                <c:pt idx="53290">
                  <c:v>0.61678240740729962</c:v>
                </c:pt>
                <c:pt idx="53291">
                  <c:v>0.61679398147680331</c:v>
                </c:pt>
                <c:pt idx="53292">
                  <c:v>0.61680555555358296</c:v>
                </c:pt>
                <c:pt idx="53293">
                  <c:v>0.61681712963036261</c:v>
                </c:pt>
                <c:pt idx="53294">
                  <c:v>0.61682870369986631</c:v>
                </c:pt>
                <c:pt idx="53295">
                  <c:v>0.61684027777664596</c:v>
                </c:pt>
                <c:pt idx="53296">
                  <c:v>0.61685185184614966</c:v>
                </c:pt>
                <c:pt idx="53297">
                  <c:v>0.61686342592292931</c:v>
                </c:pt>
                <c:pt idx="53298">
                  <c:v>0.61687499999970896</c:v>
                </c:pt>
                <c:pt idx="53299">
                  <c:v>0.61688657406921266</c:v>
                </c:pt>
                <c:pt idx="53300">
                  <c:v>0.61689814814599231</c:v>
                </c:pt>
                <c:pt idx="53301">
                  <c:v>0.61690972222277196</c:v>
                </c:pt>
                <c:pt idx="53302">
                  <c:v>0.61692129629227566</c:v>
                </c:pt>
                <c:pt idx="53303">
                  <c:v>0.61693287036905531</c:v>
                </c:pt>
                <c:pt idx="53304">
                  <c:v>0.616944444438559</c:v>
                </c:pt>
                <c:pt idx="53305">
                  <c:v>0.61695601851533866</c:v>
                </c:pt>
                <c:pt idx="53306">
                  <c:v>0.61696759259211831</c:v>
                </c:pt>
                <c:pt idx="53307">
                  <c:v>0.616979166661622</c:v>
                </c:pt>
                <c:pt idx="53308">
                  <c:v>0.61699074073840166</c:v>
                </c:pt>
                <c:pt idx="53309">
                  <c:v>0.61700231481518131</c:v>
                </c:pt>
                <c:pt idx="53310">
                  <c:v>0.617013888884685</c:v>
                </c:pt>
                <c:pt idx="53311">
                  <c:v>0.61702546296146465</c:v>
                </c:pt>
                <c:pt idx="53312">
                  <c:v>0.61703703703824431</c:v>
                </c:pt>
                <c:pt idx="53313">
                  <c:v>0.617048611107748</c:v>
                </c:pt>
                <c:pt idx="53314">
                  <c:v>0.61706018518452765</c:v>
                </c:pt>
                <c:pt idx="53315">
                  <c:v>0.61707175925403135</c:v>
                </c:pt>
                <c:pt idx="53316">
                  <c:v>0.617083333330811</c:v>
                </c:pt>
                <c:pt idx="53317">
                  <c:v>0.61709490740759065</c:v>
                </c:pt>
                <c:pt idx="53318">
                  <c:v>0.61710648147709435</c:v>
                </c:pt>
                <c:pt idx="53319">
                  <c:v>0.617118055553874</c:v>
                </c:pt>
                <c:pt idx="53320">
                  <c:v>0.61712962963065365</c:v>
                </c:pt>
                <c:pt idx="53321">
                  <c:v>0.61714120370015735</c:v>
                </c:pt>
                <c:pt idx="53322">
                  <c:v>0.617152777776937</c:v>
                </c:pt>
                <c:pt idx="53323">
                  <c:v>0.6171643518464407</c:v>
                </c:pt>
                <c:pt idx="53324">
                  <c:v>0.61717592592322035</c:v>
                </c:pt>
                <c:pt idx="53325">
                  <c:v>0.6171875</c:v>
                </c:pt>
                <c:pt idx="53326">
                  <c:v>0.61719907406950369</c:v>
                </c:pt>
                <c:pt idx="53327">
                  <c:v>0.61721064814628335</c:v>
                </c:pt>
                <c:pt idx="53328">
                  <c:v>0.617222222223063</c:v>
                </c:pt>
                <c:pt idx="53329">
                  <c:v>0.61723379629256669</c:v>
                </c:pt>
                <c:pt idx="53330">
                  <c:v>0.61724537036934635</c:v>
                </c:pt>
                <c:pt idx="53331">
                  <c:v>0.61725694443885004</c:v>
                </c:pt>
                <c:pt idx="53332">
                  <c:v>0.61726851851562969</c:v>
                </c:pt>
                <c:pt idx="53333">
                  <c:v>0.61728009259240935</c:v>
                </c:pt>
                <c:pt idx="53334">
                  <c:v>0.61729166666191304</c:v>
                </c:pt>
                <c:pt idx="53335">
                  <c:v>0.61730324073869269</c:v>
                </c:pt>
                <c:pt idx="53336">
                  <c:v>0.61731481481547235</c:v>
                </c:pt>
                <c:pt idx="53337">
                  <c:v>0.61732638888497604</c:v>
                </c:pt>
                <c:pt idx="53338">
                  <c:v>0.61733796296175569</c:v>
                </c:pt>
                <c:pt idx="53339">
                  <c:v>0.61734953703125939</c:v>
                </c:pt>
                <c:pt idx="53340">
                  <c:v>0.61736111110803904</c:v>
                </c:pt>
                <c:pt idx="53341">
                  <c:v>0.61737268518481869</c:v>
                </c:pt>
                <c:pt idx="53342">
                  <c:v>0.61738425925432239</c:v>
                </c:pt>
                <c:pt idx="53343">
                  <c:v>0.61739583333110204</c:v>
                </c:pt>
                <c:pt idx="53344">
                  <c:v>0.61740740740788169</c:v>
                </c:pt>
                <c:pt idx="53345">
                  <c:v>0.61741898147738539</c:v>
                </c:pt>
                <c:pt idx="53346">
                  <c:v>0.61743055555416504</c:v>
                </c:pt>
                <c:pt idx="53347">
                  <c:v>0.61744212963094469</c:v>
                </c:pt>
                <c:pt idx="53348">
                  <c:v>0.61745370370044839</c:v>
                </c:pt>
                <c:pt idx="53349">
                  <c:v>0.61746527777722804</c:v>
                </c:pt>
                <c:pt idx="53350">
                  <c:v>0.61747685184673173</c:v>
                </c:pt>
                <c:pt idx="53351">
                  <c:v>0.61748842592351139</c:v>
                </c:pt>
                <c:pt idx="53352">
                  <c:v>0.61750000000029104</c:v>
                </c:pt>
                <c:pt idx="53353">
                  <c:v>0.61751157406979473</c:v>
                </c:pt>
                <c:pt idx="53354">
                  <c:v>0.61752314814657439</c:v>
                </c:pt>
                <c:pt idx="53355">
                  <c:v>0.61753472222335404</c:v>
                </c:pt>
                <c:pt idx="53356">
                  <c:v>0.61754629629285773</c:v>
                </c:pt>
                <c:pt idx="53357">
                  <c:v>0.61755787036963739</c:v>
                </c:pt>
                <c:pt idx="53358">
                  <c:v>0.61756944443914108</c:v>
                </c:pt>
                <c:pt idx="53359">
                  <c:v>0.61758101851592073</c:v>
                </c:pt>
                <c:pt idx="53360">
                  <c:v>0.61759259259270038</c:v>
                </c:pt>
                <c:pt idx="53361">
                  <c:v>0.61760416666220408</c:v>
                </c:pt>
                <c:pt idx="53362">
                  <c:v>0.61761574073898373</c:v>
                </c:pt>
                <c:pt idx="53363">
                  <c:v>0.61762731481576338</c:v>
                </c:pt>
                <c:pt idx="53364">
                  <c:v>0.61763888888526708</c:v>
                </c:pt>
                <c:pt idx="53365">
                  <c:v>0.61765046296204673</c:v>
                </c:pt>
                <c:pt idx="53366">
                  <c:v>0.61766203703155043</c:v>
                </c:pt>
                <c:pt idx="53367">
                  <c:v>0.61767361110833008</c:v>
                </c:pt>
                <c:pt idx="53368">
                  <c:v>0.61768518518510973</c:v>
                </c:pt>
                <c:pt idx="53369">
                  <c:v>0.61769675925461343</c:v>
                </c:pt>
                <c:pt idx="53370">
                  <c:v>0.61770833333139308</c:v>
                </c:pt>
                <c:pt idx="53371">
                  <c:v>0.61771990740817273</c:v>
                </c:pt>
                <c:pt idx="53372">
                  <c:v>0.61773148147767643</c:v>
                </c:pt>
                <c:pt idx="53373">
                  <c:v>0.61774305555445608</c:v>
                </c:pt>
                <c:pt idx="53374">
                  <c:v>0.61775462962395977</c:v>
                </c:pt>
                <c:pt idx="53375">
                  <c:v>0.61776620370073942</c:v>
                </c:pt>
                <c:pt idx="53376">
                  <c:v>0.61777777777751908</c:v>
                </c:pt>
                <c:pt idx="53377">
                  <c:v>0.61778935184702277</c:v>
                </c:pt>
                <c:pt idx="53378">
                  <c:v>0.61780092592380242</c:v>
                </c:pt>
                <c:pt idx="53379">
                  <c:v>0.61781250000058208</c:v>
                </c:pt>
                <c:pt idx="53380">
                  <c:v>0.61782407407008577</c:v>
                </c:pt>
                <c:pt idx="53381">
                  <c:v>0.61783564814686542</c:v>
                </c:pt>
                <c:pt idx="53382">
                  <c:v>0.61784722221636912</c:v>
                </c:pt>
                <c:pt idx="53383">
                  <c:v>0.61785879629314877</c:v>
                </c:pt>
                <c:pt idx="53384">
                  <c:v>0.61787037036992842</c:v>
                </c:pt>
                <c:pt idx="53385">
                  <c:v>0.61788194443943212</c:v>
                </c:pt>
                <c:pt idx="53386">
                  <c:v>0.61789351851621177</c:v>
                </c:pt>
                <c:pt idx="53387">
                  <c:v>0.61790509259299142</c:v>
                </c:pt>
                <c:pt idx="53388">
                  <c:v>0.61791666666249512</c:v>
                </c:pt>
                <c:pt idx="53389">
                  <c:v>0.61792824073927477</c:v>
                </c:pt>
                <c:pt idx="53390">
                  <c:v>0.61793981481605442</c:v>
                </c:pt>
                <c:pt idx="53391">
                  <c:v>0.61795138888555812</c:v>
                </c:pt>
                <c:pt idx="53392">
                  <c:v>0.61796296296233777</c:v>
                </c:pt>
                <c:pt idx="53393">
                  <c:v>0.61797453703184146</c:v>
                </c:pt>
                <c:pt idx="53394">
                  <c:v>0.61798611110862112</c:v>
                </c:pt>
                <c:pt idx="53395">
                  <c:v>0.61799768518540077</c:v>
                </c:pt>
                <c:pt idx="53396">
                  <c:v>0.61800925925490446</c:v>
                </c:pt>
                <c:pt idx="53397">
                  <c:v>0.61802083333168412</c:v>
                </c:pt>
                <c:pt idx="53398">
                  <c:v>0.61803240740846377</c:v>
                </c:pt>
                <c:pt idx="53399">
                  <c:v>0.61804398147796746</c:v>
                </c:pt>
                <c:pt idx="53400">
                  <c:v>0.61805555555474712</c:v>
                </c:pt>
                <c:pt idx="53401">
                  <c:v>0.61806712962425081</c:v>
                </c:pt>
                <c:pt idx="53402">
                  <c:v>0.61807870370103046</c:v>
                </c:pt>
                <c:pt idx="53403">
                  <c:v>0.61809027777781012</c:v>
                </c:pt>
                <c:pt idx="53404">
                  <c:v>0.61810185184731381</c:v>
                </c:pt>
                <c:pt idx="53405">
                  <c:v>0.61811342592409346</c:v>
                </c:pt>
                <c:pt idx="53406">
                  <c:v>0.61812500000087311</c:v>
                </c:pt>
                <c:pt idx="53407">
                  <c:v>0.61813657407037681</c:v>
                </c:pt>
                <c:pt idx="53408">
                  <c:v>0.61814814814715646</c:v>
                </c:pt>
                <c:pt idx="53409">
                  <c:v>0.61815972221666016</c:v>
                </c:pt>
                <c:pt idx="53410">
                  <c:v>0.61817129629343981</c:v>
                </c:pt>
                <c:pt idx="53411">
                  <c:v>0.61818287037021946</c:v>
                </c:pt>
                <c:pt idx="53412">
                  <c:v>0.61819444443972316</c:v>
                </c:pt>
                <c:pt idx="53413">
                  <c:v>0.61820601851650281</c:v>
                </c:pt>
                <c:pt idx="53414">
                  <c:v>0.61821759259328246</c:v>
                </c:pt>
                <c:pt idx="53415">
                  <c:v>0.61822916666278616</c:v>
                </c:pt>
                <c:pt idx="53416">
                  <c:v>0.61824074073956581</c:v>
                </c:pt>
                <c:pt idx="53417">
                  <c:v>0.6182523148090695</c:v>
                </c:pt>
                <c:pt idx="53418">
                  <c:v>0.61826388888584916</c:v>
                </c:pt>
                <c:pt idx="53419">
                  <c:v>0.61827546296262881</c:v>
                </c:pt>
                <c:pt idx="53420">
                  <c:v>0.6182870370321325</c:v>
                </c:pt>
                <c:pt idx="53421">
                  <c:v>0.61829861110891216</c:v>
                </c:pt>
                <c:pt idx="53422">
                  <c:v>0.61831018518569181</c:v>
                </c:pt>
                <c:pt idx="53423">
                  <c:v>0.6183217592551955</c:v>
                </c:pt>
                <c:pt idx="53424">
                  <c:v>0.61833333333197515</c:v>
                </c:pt>
                <c:pt idx="53425">
                  <c:v>0.61834490740147885</c:v>
                </c:pt>
                <c:pt idx="53426">
                  <c:v>0.6183564814782585</c:v>
                </c:pt>
                <c:pt idx="53427">
                  <c:v>0.61836805555503815</c:v>
                </c:pt>
                <c:pt idx="53428">
                  <c:v>0.61837962962454185</c:v>
                </c:pt>
                <c:pt idx="53429">
                  <c:v>0.6183912037013215</c:v>
                </c:pt>
                <c:pt idx="53430">
                  <c:v>0.61840277777810115</c:v>
                </c:pt>
                <c:pt idx="53431">
                  <c:v>0.61841435184760485</c:v>
                </c:pt>
                <c:pt idx="53432">
                  <c:v>0.6184259259243845</c:v>
                </c:pt>
                <c:pt idx="53433">
                  <c:v>0.61843750000116415</c:v>
                </c:pt>
                <c:pt idx="53434">
                  <c:v>0.61844907407066785</c:v>
                </c:pt>
                <c:pt idx="53435">
                  <c:v>0.6184606481474475</c:v>
                </c:pt>
                <c:pt idx="53436">
                  <c:v>0.6184722222169512</c:v>
                </c:pt>
                <c:pt idx="53437">
                  <c:v>0.61848379629373085</c:v>
                </c:pt>
                <c:pt idx="53438">
                  <c:v>0.6184953703705105</c:v>
                </c:pt>
                <c:pt idx="53439">
                  <c:v>0.61850694444001419</c:v>
                </c:pt>
                <c:pt idx="53440">
                  <c:v>0.61851851851679385</c:v>
                </c:pt>
                <c:pt idx="53441">
                  <c:v>0.6185300925935735</c:v>
                </c:pt>
                <c:pt idx="53442">
                  <c:v>0.61854166666307719</c:v>
                </c:pt>
                <c:pt idx="53443">
                  <c:v>0.61855324073985685</c:v>
                </c:pt>
                <c:pt idx="53444">
                  <c:v>0.61856481480936054</c:v>
                </c:pt>
                <c:pt idx="53445">
                  <c:v>0.61857638888614019</c:v>
                </c:pt>
                <c:pt idx="53446">
                  <c:v>0.61858796296291985</c:v>
                </c:pt>
                <c:pt idx="53447">
                  <c:v>0.61859953703242354</c:v>
                </c:pt>
                <c:pt idx="53448">
                  <c:v>0.61861111110920319</c:v>
                </c:pt>
                <c:pt idx="53449">
                  <c:v>0.61862268518598285</c:v>
                </c:pt>
                <c:pt idx="53450">
                  <c:v>0.61863425925548654</c:v>
                </c:pt>
                <c:pt idx="53451">
                  <c:v>0.61864583333226619</c:v>
                </c:pt>
                <c:pt idx="53452">
                  <c:v>0.61865740740176989</c:v>
                </c:pt>
                <c:pt idx="53453">
                  <c:v>0.61866898147854954</c:v>
                </c:pt>
                <c:pt idx="53454">
                  <c:v>0.61868055555532919</c:v>
                </c:pt>
                <c:pt idx="53455">
                  <c:v>0.61869212962483289</c:v>
                </c:pt>
                <c:pt idx="53456">
                  <c:v>0.61870370370161254</c:v>
                </c:pt>
                <c:pt idx="53457">
                  <c:v>0.61871527777839219</c:v>
                </c:pt>
                <c:pt idx="53458">
                  <c:v>0.61872685184789589</c:v>
                </c:pt>
                <c:pt idx="53459">
                  <c:v>0.61873842592467554</c:v>
                </c:pt>
                <c:pt idx="53460">
                  <c:v>0.61874999999417923</c:v>
                </c:pt>
                <c:pt idx="53461">
                  <c:v>0.61876157407095889</c:v>
                </c:pt>
                <c:pt idx="53462">
                  <c:v>0.61877314814773854</c:v>
                </c:pt>
                <c:pt idx="53463">
                  <c:v>0.61878472221724223</c:v>
                </c:pt>
                <c:pt idx="53464">
                  <c:v>0.61879629629402189</c:v>
                </c:pt>
                <c:pt idx="53465">
                  <c:v>0.61880787037080154</c:v>
                </c:pt>
                <c:pt idx="53466">
                  <c:v>0.61881944444030523</c:v>
                </c:pt>
                <c:pt idx="53467">
                  <c:v>0.61883101851708489</c:v>
                </c:pt>
                <c:pt idx="53468">
                  <c:v>0.61884259259386454</c:v>
                </c:pt>
                <c:pt idx="53469">
                  <c:v>0.61885416666336823</c:v>
                </c:pt>
                <c:pt idx="53470">
                  <c:v>0.61886574074014788</c:v>
                </c:pt>
                <c:pt idx="53471">
                  <c:v>0.61887731480965158</c:v>
                </c:pt>
                <c:pt idx="53472">
                  <c:v>0.61888888888643123</c:v>
                </c:pt>
                <c:pt idx="53473">
                  <c:v>0.61890046296321088</c:v>
                </c:pt>
                <c:pt idx="53474">
                  <c:v>0.61891203703271458</c:v>
                </c:pt>
                <c:pt idx="53475">
                  <c:v>0.61892361110949423</c:v>
                </c:pt>
                <c:pt idx="53476">
                  <c:v>0.61893518518627388</c:v>
                </c:pt>
                <c:pt idx="53477">
                  <c:v>0.61894675925577758</c:v>
                </c:pt>
                <c:pt idx="53478">
                  <c:v>0.61895833333255723</c:v>
                </c:pt>
                <c:pt idx="53479">
                  <c:v>0.61896990740206093</c:v>
                </c:pt>
                <c:pt idx="53480">
                  <c:v>0.61898148147884058</c:v>
                </c:pt>
                <c:pt idx="53481">
                  <c:v>0.61899305555562023</c:v>
                </c:pt>
                <c:pt idx="53482">
                  <c:v>0.61900462962512393</c:v>
                </c:pt>
                <c:pt idx="53483">
                  <c:v>0.61901620370190358</c:v>
                </c:pt>
                <c:pt idx="53484">
                  <c:v>0.61902777777868323</c:v>
                </c:pt>
                <c:pt idx="53485">
                  <c:v>0.61903935184818693</c:v>
                </c:pt>
                <c:pt idx="53486">
                  <c:v>0.61905092592496658</c:v>
                </c:pt>
                <c:pt idx="53487">
                  <c:v>0.61906249999447027</c:v>
                </c:pt>
                <c:pt idx="53488">
                  <c:v>0.61907407407124992</c:v>
                </c:pt>
                <c:pt idx="53489">
                  <c:v>0.61908564814802958</c:v>
                </c:pt>
                <c:pt idx="53490">
                  <c:v>0.61909722221753327</c:v>
                </c:pt>
                <c:pt idx="53491">
                  <c:v>0.61910879629431292</c:v>
                </c:pt>
                <c:pt idx="53492">
                  <c:v>0.61912037037109258</c:v>
                </c:pt>
                <c:pt idx="53493">
                  <c:v>0.61913194444059627</c:v>
                </c:pt>
                <c:pt idx="53494">
                  <c:v>0.61914351851737592</c:v>
                </c:pt>
                <c:pt idx="53495">
                  <c:v>0.61915509258687962</c:v>
                </c:pt>
                <c:pt idx="53496">
                  <c:v>0.61916666666365927</c:v>
                </c:pt>
                <c:pt idx="53497">
                  <c:v>0.61917824074043892</c:v>
                </c:pt>
                <c:pt idx="53498">
                  <c:v>0.61918981480994262</c:v>
                </c:pt>
                <c:pt idx="53499">
                  <c:v>0.61920138888672227</c:v>
                </c:pt>
                <c:pt idx="53500">
                  <c:v>0.61921296296350192</c:v>
                </c:pt>
                <c:pt idx="53501">
                  <c:v>0.61922453703300562</c:v>
                </c:pt>
                <c:pt idx="53502">
                  <c:v>0.61923611110978527</c:v>
                </c:pt>
                <c:pt idx="53503">
                  <c:v>0.61924768517928896</c:v>
                </c:pt>
                <c:pt idx="53504">
                  <c:v>0.61925925925606862</c:v>
                </c:pt>
                <c:pt idx="53505">
                  <c:v>0.61927083333284827</c:v>
                </c:pt>
                <c:pt idx="53506">
                  <c:v>0.61928240740235196</c:v>
                </c:pt>
                <c:pt idx="53507">
                  <c:v>0.61929398147913162</c:v>
                </c:pt>
                <c:pt idx="53508">
                  <c:v>0.61930555555591127</c:v>
                </c:pt>
                <c:pt idx="53509">
                  <c:v>0.61931712962541496</c:v>
                </c:pt>
                <c:pt idx="53510">
                  <c:v>0.61932870370219462</c:v>
                </c:pt>
                <c:pt idx="53511">
                  <c:v>0.61934027777897427</c:v>
                </c:pt>
                <c:pt idx="53512">
                  <c:v>0.61935185184847796</c:v>
                </c:pt>
                <c:pt idx="53513">
                  <c:v>0.61936342592525762</c:v>
                </c:pt>
                <c:pt idx="53514">
                  <c:v>0.61937499999476131</c:v>
                </c:pt>
                <c:pt idx="53515">
                  <c:v>0.61938657407154096</c:v>
                </c:pt>
                <c:pt idx="53516">
                  <c:v>0.61939814814832062</c:v>
                </c:pt>
                <c:pt idx="53517">
                  <c:v>0.61940972221782431</c:v>
                </c:pt>
                <c:pt idx="53518">
                  <c:v>0.61942129629460396</c:v>
                </c:pt>
                <c:pt idx="53519">
                  <c:v>0.61943287037138361</c:v>
                </c:pt>
                <c:pt idx="53520">
                  <c:v>0.61944444444088731</c:v>
                </c:pt>
                <c:pt idx="53521">
                  <c:v>0.61945601851766696</c:v>
                </c:pt>
                <c:pt idx="53522">
                  <c:v>0.61946759258717066</c:v>
                </c:pt>
                <c:pt idx="53523">
                  <c:v>0.61947916666395031</c:v>
                </c:pt>
                <c:pt idx="53524">
                  <c:v>0.61949074074072996</c:v>
                </c:pt>
                <c:pt idx="53525">
                  <c:v>0.61950231481023366</c:v>
                </c:pt>
                <c:pt idx="53526">
                  <c:v>0.61951388888701331</c:v>
                </c:pt>
                <c:pt idx="53527">
                  <c:v>0.61952546296379296</c:v>
                </c:pt>
                <c:pt idx="53528">
                  <c:v>0.61953703703329666</c:v>
                </c:pt>
                <c:pt idx="53529">
                  <c:v>0.61954861111007631</c:v>
                </c:pt>
                <c:pt idx="53530">
                  <c:v>0.61956018517958</c:v>
                </c:pt>
                <c:pt idx="53531">
                  <c:v>0.61957175925635966</c:v>
                </c:pt>
                <c:pt idx="53532">
                  <c:v>0.61958333333313931</c:v>
                </c:pt>
                <c:pt idx="53533">
                  <c:v>0.619594907402643</c:v>
                </c:pt>
                <c:pt idx="53534">
                  <c:v>0.61960648147942265</c:v>
                </c:pt>
                <c:pt idx="53535">
                  <c:v>0.61961805555620231</c:v>
                </c:pt>
                <c:pt idx="53536">
                  <c:v>0.619629629625706</c:v>
                </c:pt>
                <c:pt idx="53537">
                  <c:v>0.61964120370248565</c:v>
                </c:pt>
                <c:pt idx="53538">
                  <c:v>0.61965277777198935</c:v>
                </c:pt>
                <c:pt idx="53539">
                  <c:v>0.619664351848769</c:v>
                </c:pt>
                <c:pt idx="53540">
                  <c:v>0.61967592592554865</c:v>
                </c:pt>
                <c:pt idx="53541">
                  <c:v>0.61968749999505235</c:v>
                </c:pt>
                <c:pt idx="53542">
                  <c:v>0.619699074071832</c:v>
                </c:pt>
                <c:pt idx="53543">
                  <c:v>0.61971064814861165</c:v>
                </c:pt>
                <c:pt idx="53544">
                  <c:v>0.61972222221811535</c:v>
                </c:pt>
                <c:pt idx="53545">
                  <c:v>0.619733796294895</c:v>
                </c:pt>
                <c:pt idx="53546">
                  <c:v>0.61974537037167465</c:v>
                </c:pt>
                <c:pt idx="53547">
                  <c:v>0.61975694444117835</c:v>
                </c:pt>
                <c:pt idx="53548">
                  <c:v>0.619768518517958</c:v>
                </c:pt>
                <c:pt idx="53549">
                  <c:v>0.6197800925874617</c:v>
                </c:pt>
                <c:pt idx="53550">
                  <c:v>0.61979166666424135</c:v>
                </c:pt>
                <c:pt idx="53551">
                  <c:v>0.619803240741021</c:v>
                </c:pt>
                <c:pt idx="53552">
                  <c:v>0.61981481481052469</c:v>
                </c:pt>
                <c:pt idx="53553">
                  <c:v>0.61982638888730435</c:v>
                </c:pt>
                <c:pt idx="53554">
                  <c:v>0.619837962964084</c:v>
                </c:pt>
                <c:pt idx="53555">
                  <c:v>0.61984953703358769</c:v>
                </c:pt>
                <c:pt idx="53556">
                  <c:v>0.61986111111036735</c:v>
                </c:pt>
                <c:pt idx="53557">
                  <c:v>0.61987268517987104</c:v>
                </c:pt>
                <c:pt idx="53558">
                  <c:v>0.61988425925665069</c:v>
                </c:pt>
                <c:pt idx="53559">
                  <c:v>0.61989583333343035</c:v>
                </c:pt>
                <c:pt idx="53560">
                  <c:v>0.61990740740293404</c:v>
                </c:pt>
                <c:pt idx="53561">
                  <c:v>0.61991898147971369</c:v>
                </c:pt>
                <c:pt idx="53562">
                  <c:v>0.61993055555649335</c:v>
                </c:pt>
                <c:pt idx="53563">
                  <c:v>0.61994212962599704</c:v>
                </c:pt>
                <c:pt idx="53564">
                  <c:v>0.61995370370277669</c:v>
                </c:pt>
                <c:pt idx="53565">
                  <c:v>0.61996527777228039</c:v>
                </c:pt>
                <c:pt idx="53566">
                  <c:v>0.61997685184906004</c:v>
                </c:pt>
                <c:pt idx="53567">
                  <c:v>0.61998842592583969</c:v>
                </c:pt>
                <c:pt idx="53568">
                  <c:v>0.61999999999534339</c:v>
                </c:pt>
                <c:pt idx="53569">
                  <c:v>0.62001157407212304</c:v>
                </c:pt>
                <c:pt idx="53570">
                  <c:v>0.62002314814890269</c:v>
                </c:pt>
                <c:pt idx="53571">
                  <c:v>0.62003472221840639</c:v>
                </c:pt>
                <c:pt idx="53572">
                  <c:v>0.62004629629518604</c:v>
                </c:pt>
                <c:pt idx="53573">
                  <c:v>0.62005787036468973</c:v>
                </c:pt>
                <c:pt idx="53574">
                  <c:v>0.62006944444146939</c:v>
                </c:pt>
                <c:pt idx="53575">
                  <c:v>0.62008101851824904</c:v>
                </c:pt>
                <c:pt idx="53576">
                  <c:v>0.62009259258775273</c:v>
                </c:pt>
                <c:pt idx="53577">
                  <c:v>0.62010416666453239</c:v>
                </c:pt>
                <c:pt idx="53578">
                  <c:v>0.62011574074131204</c:v>
                </c:pt>
                <c:pt idx="53579">
                  <c:v>0.62012731481081573</c:v>
                </c:pt>
                <c:pt idx="53580">
                  <c:v>0.62013888888759539</c:v>
                </c:pt>
                <c:pt idx="53581">
                  <c:v>0.62015046295709908</c:v>
                </c:pt>
                <c:pt idx="53582">
                  <c:v>0.62016203703387873</c:v>
                </c:pt>
                <c:pt idx="53583">
                  <c:v>0.62017361111065838</c:v>
                </c:pt>
                <c:pt idx="53584">
                  <c:v>0.62018518518016208</c:v>
                </c:pt>
                <c:pt idx="53585">
                  <c:v>0.62019675925694173</c:v>
                </c:pt>
                <c:pt idx="53586">
                  <c:v>0.62020833333372138</c:v>
                </c:pt>
                <c:pt idx="53587">
                  <c:v>0.62021990740322508</c:v>
                </c:pt>
                <c:pt idx="53588">
                  <c:v>0.62023148148000473</c:v>
                </c:pt>
                <c:pt idx="53589">
                  <c:v>0.62024305555678438</c:v>
                </c:pt>
                <c:pt idx="53590">
                  <c:v>0.62025462962628808</c:v>
                </c:pt>
                <c:pt idx="53591">
                  <c:v>0.62026620370306773</c:v>
                </c:pt>
                <c:pt idx="53592">
                  <c:v>0.62027777777257143</c:v>
                </c:pt>
                <c:pt idx="53593">
                  <c:v>0.62028935184935108</c:v>
                </c:pt>
                <c:pt idx="53594">
                  <c:v>0.62030092592613073</c:v>
                </c:pt>
                <c:pt idx="53595">
                  <c:v>0.62031249999563443</c:v>
                </c:pt>
                <c:pt idx="53596">
                  <c:v>0.62032407407241408</c:v>
                </c:pt>
                <c:pt idx="53597">
                  <c:v>0.62033564814919373</c:v>
                </c:pt>
                <c:pt idx="53598">
                  <c:v>0.62034722221869742</c:v>
                </c:pt>
                <c:pt idx="53599">
                  <c:v>0.62035879629547708</c:v>
                </c:pt>
                <c:pt idx="53600">
                  <c:v>0.62037037036498077</c:v>
                </c:pt>
                <c:pt idx="53601">
                  <c:v>0.62038194444176042</c:v>
                </c:pt>
                <c:pt idx="53602">
                  <c:v>0.62039351851854008</c:v>
                </c:pt>
                <c:pt idx="53603">
                  <c:v>0.62040509258804377</c:v>
                </c:pt>
                <c:pt idx="53604">
                  <c:v>0.62041666666482342</c:v>
                </c:pt>
                <c:pt idx="53605">
                  <c:v>0.62042824074160308</c:v>
                </c:pt>
                <c:pt idx="53606">
                  <c:v>0.62043981481110677</c:v>
                </c:pt>
                <c:pt idx="53607">
                  <c:v>0.62045138888788642</c:v>
                </c:pt>
                <c:pt idx="53608">
                  <c:v>0.62046296295739012</c:v>
                </c:pt>
                <c:pt idx="53609">
                  <c:v>0.62047453703416977</c:v>
                </c:pt>
                <c:pt idx="53610">
                  <c:v>0.62048611111094942</c:v>
                </c:pt>
                <c:pt idx="53611">
                  <c:v>0.62049768518045312</c:v>
                </c:pt>
                <c:pt idx="53612">
                  <c:v>0.62050925925723277</c:v>
                </c:pt>
                <c:pt idx="53613">
                  <c:v>0.62052083333401242</c:v>
                </c:pt>
                <c:pt idx="53614">
                  <c:v>0.62053240740351612</c:v>
                </c:pt>
                <c:pt idx="53615">
                  <c:v>0.62054398148029577</c:v>
                </c:pt>
                <c:pt idx="53616">
                  <c:v>0.62055555554979946</c:v>
                </c:pt>
                <c:pt idx="53617">
                  <c:v>0.62056712962657912</c:v>
                </c:pt>
                <c:pt idx="53618">
                  <c:v>0.62057870370335877</c:v>
                </c:pt>
                <c:pt idx="53619">
                  <c:v>0.62059027777286246</c:v>
                </c:pt>
                <c:pt idx="53620">
                  <c:v>0.62060185184964212</c:v>
                </c:pt>
                <c:pt idx="53621">
                  <c:v>0.62061342592642177</c:v>
                </c:pt>
                <c:pt idx="53622">
                  <c:v>0.62062499999592546</c:v>
                </c:pt>
                <c:pt idx="53623">
                  <c:v>0.62063657407270512</c:v>
                </c:pt>
                <c:pt idx="53624">
                  <c:v>0.62064814814948477</c:v>
                </c:pt>
                <c:pt idx="53625">
                  <c:v>0.62065972221898846</c:v>
                </c:pt>
                <c:pt idx="53626">
                  <c:v>0.62067129629576812</c:v>
                </c:pt>
                <c:pt idx="53627">
                  <c:v>0.62068287036527181</c:v>
                </c:pt>
                <c:pt idx="53628">
                  <c:v>0.62069444444205146</c:v>
                </c:pt>
                <c:pt idx="53629">
                  <c:v>0.62070601851883112</c:v>
                </c:pt>
                <c:pt idx="53630">
                  <c:v>0.62071759258833481</c:v>
                </c:pt>
                <c:pt idx="53631">
                  <c:v>0.62072916666511446</c:v>
                </c:pt>
                <c:pt idx="53632">
                  <c:v>0.62074074074189411</c:v>
                </c:pt>
                <c:pt idx="53633">
                  <c:v>0.62075231481139781</c:v>
                </c:pt>
                <c:pt idx="53634">
                  <c:v>0.62076388888817746</c:v>
                </c:pt>
                <c:pt idx="53635">
                  <c:v>0.62077546295768116</c:v>
                </c:pt>
                <c:pt idx="53636">
                  <c:v>0.62078703703446081</c:v>
                </c:pt>
                <c:pt idx="53637">
                  <c:v>0.62079861111124046</c:v>
                </c:pt>
                <c:pt idx="53638">
                  <c:v>0.62081018518074416</c:v>
                </c:pt>
                <c:pt idx="53639">
                  <c:v>0.62082175925752381</c:v>
                </c:pt>
                <c:pt idx="53640">
                  <c:v>0.62083333333430346</c:v>
                </c:pt>
                <c:pt idx="53641">
                  <c:v>0.62084490740380716</c:v>
                </c:pt>
                <c:pt idx="53642">
                  <c:v>0.62085648148058681</c:v>
                </c:pt>
                <c:pt idx="53643">
                  <c:v>0.6208680555500905</c:v>
                </c:pt>
                <c:pt idx="53644">
                  <c:v>0.62087962962687016</c:v>
                </c:pt>
                <c:pt idx="53645">
                  <c:v>0.62089120370364981</c:v>
                </c:pt>
                <c:pt idx="53646">
                  <c:v>0.6209027777731535</c:v>
                </c:pt>
                <c:pt idx="53647">
                  <c:v>0.62091435184993315</c:v>
                </c:pt>
                <c:pt idx="53648">
                  <c:v>0.62092592592671281</c:v>
                </c:pt>
                <c:pt idx="53649">
                  <c:v>0.6209374999962165</c:v>
                </c:pt>
                <c:pt idx="53650">
                  <c:v>0.62094907407299615</c:v>
                </c:pt>
                <c:pt idx="53651">
                  <c:v>0.62096064814249985</c:v>
                </c:pt>
                <c:pt idx="53652">
                  <c:v>0.6209722222192795</c:v>
                </c:pt>
                <c:pt idx="53653">
                  <c:v>0.62098379629605915</c:v>
                </c:pt>
                <c:pt idx="53654">
                  <c:v>0.62099537036556285</c:v>
                </c:pt>
                <c:pt idx="53655">
                  <c:v>0.6210069444423425</c:v>
                </c:pt>
                <c:pt idx="53656">
                  <c:v>0.62101851851912215</c:v>
                </c:pt>
                <c:pt idx="53657">
                  <c:v>0.62103009258862585</c:v>
                </c:pt>
                <c:pt idx="53658">
                  <c:v>0.6210416666654055</c:v>
                </c:pt>
                <c:pt idx="53659">
                  <c:v>0.6210532407349092</c:v>
                </c:pt>
                <c:pt idx="53660">
                  <c:v>0.62106481481168885</c:v>
                </c:pt>
                <c:pt idx="53661">
                  <c:v>0.6210763888884685</c:v>
                </c:pt>
                <c:pt idx="53662">
                  <c:v>0.62108796295797219</c:v>
                </c:pt>
                <c:pt idx="53663">
                  <c:v>0.62109953703475185</c:v>
                </c:pt>
                <c:pt idx="53664">
                  <c:v>0.6211111111115315</c:v>
                </c:pt>
                <c:pt idx="53665">
                  <c:v>0.62112268518103519</c:v>
                </c:pt>
                <c:pt idx="53666">
                  <c:v>0.62113425925781485</c:v>
                </c:pt>
                <c:pt idx="53667">
                  <c:v>0.6211458333345945</c:v>
                </c:pt>
                <c:pt idx="53668">
                  <c:v>0.62115740740409819</c:v>
                </c:pt>
                <c:pt idx="53669">
                  <c:v>0.62116898148087785</c:v>
                </c:pt>
                <c:pt idx="53670">
                  <c:v>0.62118055555038154</c:v>
                </c:pt>
                <c:pt idx="53671">
                  <c:v>0.62119212962716119</c:v>
                </c:pt>
                <c:pt idx="53672">
                  <c:v>0.62120370370394085</c:v>
                </c:pt>
                <c:pt idx="53673">
                  <c:v>0.62121527777344454</c:v>
                </c:pt>
                <c:pt idx="53674">
                  <c:v>0.62122685185022419</c:v>
                </c:pt>
                <c:pt idx="53675">
                  <c:v>0.62123842592700385</c:v>
                </c:pt>
                <c:pt idx="53676">
                  <c:v>0.62124999999650754</c:v>
                </c:pt>
                <c:pt idx="53677">
                  <c:v>0.62126157407328719</c:v>
                </c:pt>
                <c:pt idx="53678">
                  <c:v>0.62127314814279089</c:v>
                </c:pt>
                <c:pt idx="53679">
                  <c:v>0.62128472221957054</c:v>
                </c:pt>
                <c:pt idx="53680">
                  <c:v>0.62129629629635019</c:v>
                </c:pt>
                <c:pt idx="53681">
                  <c:v>0.62130787036585389</c:v>
                </c:pt>
                <c:pt idx="53682">
                  <c:v>0.62131944444263354</c:v>
                </c:pt>
                <c:pt idx="53683">
                  <c:v>0.62133101851941319</c:v>
                </c:pt>
                <c:pt idx="53684">
                  <c:v>0.62134259258891689</c:v>
                </c:pt>
                <c:pt idx="53685">
                  <c:v>0.62135416666569654</c:v>
                </c:pt>
                <c:pt idx="53686">
                  <c:v>0.62136574073520023</c:v>
                </c:pt>
                <c:pt idx="53687">
                  <c:v>0.62137731481197989</c:v>
                </c:pt>
                <c:pt idx="53688">
                  <c:v>0.62138888888875954</c:v>
                </c:pt>
                <c:pt idx="53689">
                  <c:v>0.62140046295826323</c:v>
                </c:pt>
                <c:pt idx="53690">
                  <c:v>0.62141203703504289</c:v>
                </c:pt>
                <c:pt idx="53691">
                  <c:v>0.62142361111182254</c:v>
                </c:pt>
                <c:pt idx="53692">
                  <c:v>0.62143518518132623</c:v>
                </c:pt>
                <c:pt idx="53693">
                  <c:v>0.62144675925810589</c:v>
                </c:pt>
                <c:pt idx="53694">
                  <c:v>0.62145833332760958</c:v>
                </c:pt>
                <c:pt idx="53695">
                  <c:v>0.62146990740438923</c:v>
                </c:pt>
                <c:pt idx="53696">
                  <c:v>0.62148148148116888</c:v>
                </c:pt>
                <c:pt idx="53697">
                  <c:v>0.62149305555067258</c:v>
                </c:pt>
                <c:pt idx="53698">
                  <c:v>0.62150462962745223</c:v>
                </c:pt>
                <c:pt idx="53699">
                  <c:v>0.62151620370423188</c:v>
                </c:pt>
                <c:pt idx="53700">
                  <c:v>0.62152777777373558</c:v>
                </c:pt>
                <c:pt idx="53701">
                  <c:v>0.62153935185051523</c:v>
                </c:pt>
                <c:pt idx="53702">
                  <c:v>0.62155092592001893</c:v>
                </c:pt>
                <c:pt idx="53703">
                  <c:v>0.62156249999679858</c:v>
                </c:pt>
                <c:pt idx="53704">
                  <c:v>0.62157407407357823</c:v>
                </c:pt>
                <c:pt idx="53705">
                  <c:v>0.62158564814308193</c:v>
                </c:pt>
                <c:pt idx="53706">
                  <c:v>0.62159722221986158</c:v>
                </c:pt>
                <c:pt idx="53707">
                  <c:v>0.62160879629664123</c:v>
                </c:pt>
                <c:pt idx="53708">
                  <c:v>0.62162037036614493</c:v>
                </c:pt>
                <c:pt idx="53709">
                  <c:v>0.62163194444292458</c:v>
                </c:pt>
                <c:pt idx="53710">
                  <c:v>0.62164351851970423</c:v>
                </c:pt>
                <c:pt idx="53711">
                  <c:v>0.62165509258920792</c:v>
                </c:pt>
                <c:pt idx="53712">
                  <c:v>0.62166666666598758</c:v>
                </c:pt>
                <c:pt idx="53713">
                  <c:v>0.62167824073549127</c:v>
                </c:pt>
                <c:pt idx="53714">
                  <c:v>0.62168981481227092</c:v>
                </c:pt>
                <c:pt idx="53715">
                  <c:v>0.62170138888905058</c:v>
                </c:pt>
                <c:pt idx="53716">
                  <c:v>0.62171296295855427</c:v>
                </c:pt>
                <c:pt idx="53717">
                  <c:v>0.62172453703533392</c:v>
                </c:pt>
                <c:pt idx="53718">
                  <c:v>0.62173611111211358</c:v>
                </c:pt>
                <c:pt idx="53719">
                  <c:v>0.62174768518161727</c:v>
                </c:pt>
                <c:pt idx="53720">
                  <c:v>0.62175925925839692</c:v>
                </c:pt>
                <c:pt idx="53721">
                  <c:v>0.62177083332790062</c:v>
                </c:pt>
                <c:pt idx="53722">
                  <c:v>0.62178240740468027</c:v>
                </c:pt>
                <c:pt idx="53723">
                  <c:v>0.62179398148145992</c:v>
                </c:pt>
                <c:pt idx="53724">
                  <c:v>0.62180555555096362</c:v>
                </c:pt>
                <c:pt idx="53725">
                  <c:v>0.62181712962774327</c:v>
                </c:pt>
                <c:pt idx="53726">
                  <c:v>0.62182870370452292</c:v>
                </c:pt>
                <c:pt idx="53727">
                  <c:v>0.62184027777402662</c:v>
                </c:pt>
                <c:pt idx="53728">
                  <c:v>0.62185185185080627</c:v>
                </c:pt>
                <c:pt idx="53729">
                  <c:v>0.62186342592030996</c:v>
                </c:pt>
                <c:pt idx="53730">
                  <c:v>0.62187499999708962</c:v>
                </c:pt>
                <c:pt idx="53731">
                  <c:v>0.62188657407386927</c:v>
                </c:pt>
                <c:pt idx="53732">
                  <c:v>0.62189814814337296</c:v>
                </c:pt>
                <c:pt idx="53733">
                  <c:v>0.62190972222015262</c:v>
                </c:pt>
                <c:pt idx="53734">
                  <c:v>0.62192129629693227</c:v>
                </c:pt>
                <c:pt idx="53735">
                  <c:v>0.62193287036643596</c:v>
                </c:pt>
                <c:pt idx="53736">
                  <c:v>0.62194444444321562</c:v>
                </c:pt>
                <c:pt idx="53737">
                  <c:v>0.62195601851271931</c:v>
                </c:pt>
                <c:pt idx="53738">
                  <c:v>0.62196759258949896</c:v>
                </c:pt>
                <c:pt idx="53739">
                  <c:v>0.62197916666627862</c:v>
                </c:pt>
                <c:pt idx="53740">
                  <c:v>0.62199074073578231</c:v>
                </c:pt>
                <c:pt idx="53741">
                  <c:v>0.62200231481256196</c:v>
                </c:pt>
                <c:pt idx="53742">
                  <c:v>0.62201388888934162</c:v>
                </c:pt>
                <c:pt idx="53743">
                  <c:v>0.62202546295884531</c:v>
                </c:pt>
                <c:pt idx="53744">
                  <c:v>0.62203703703562496</c:v>
                </c:pt>
                <c:pt idx="53745">
                  <c:v>0.62204861111240461</c:v>
                </c:pt>
                <c:pt idx="53746">
                  <c:v>0.62206018518190831</c:v>
                </c:pt>
                <c:pt idx="53747">
                  <c:v>0.62207175925868796</c:v>
                </c:pt>
                <c:pt idx="53748">
                  <c:v>0.62208333332819166</c:v>
                </c:pt>
                <c:pt idx="53749">
                  <c:v>0.62209490740497131</c:v>
                </c:pt>
                <c:pt idx="53750">
                  <c:v>0.62210648148175096</c:v>
                </c:pt>
                <c:pt idx="53751">
                  <c:v>0.62211805555125466</c:v>
                </c:pt>
                <c:pt idx="53752">
                  <c:v>0.62212962962803431</c:v>
                </c:pt>
                <c:pt idx="53753">
                  <c:v>0.62214120370481396</c:v>
                </c:pt>
                <c:pt idx="53754">
                  <c:v>0.62215277777431766</c:v>
                </c:pt>
                <c:pt idx="53755">
                  <c:v>0.62216435185109731</c:v>
                </c:pt>
                <c:pt idx="53756">
                  <c:v>0.622175925920601</c:v>
                </c:pt>
                <c:pt idx="53757">
                  <c:v>0.62218749999738066</c:v>
                </c:pt>
                <c:pt idx="53758">
                  <c:v>0.62219907407416031</c:v>
                </c:pt>
                <c:pt idx="53759">
                  <c:v>0.622210648143664</c:v>
                </c:pt>
                <c:pt idx="53760">
                  <c:v>0.62222222222044365</c:v>
                </c:pt>
                <c:pt idx="53761">
                  <c:v>0.62223379629722331</c:v>
                </c:pt>
                <c:pt idx="53762">
                  <c:v>0.622245370366727</c:v>
                </c:pt>
                <c:pt idx="53763">
                  <c:v>0.62225694444350665</c:v>
                </c:pt>
                <c:pt idx="53764">
                  <c:v>0.62226851851301035</c:v>
                </c:pt>
                <c:pt idx="53765">
                  <c:v>0.62228009258979</c:v>
                </c:pt>
                <c:pt idx="53766">
                  <c:v>0.62229166666656965</c:v>
                </c:pt>
                <c:pt idx="53767">
                  <c:v>0.62230324073607335</c:v>
                </c:pt>
                <c:pt idx="53768">
                  <c:v>0.622314814812853</c:v>
                </c:pt>
                <c:pt idx="53769">
                  <c:v>0.62232638888963265</c:v>
                </c:pt>
                <c:pt idx="53770">
                  <c:v>0.62233796295913635</c:v>
                </c:pt>
                <c:pt idx="53771">
                  <c:v>0.622349537035916</c:v>
                </c:pt>
                <c:pt idx="53772">
                  <c:v>0.6223611111054197</c:v>
                </c:pt>
                <c:pt idx="53773">
                  <c:v>0.62237268518219935</c:v>
                </c:pt>
                <c:pt idx="53774">
                  <c:v>0.622384259258979</c:v>
                </c:pt>
                <c:pt idx="53775">
                  <c:v>0.62239583332848269</c:v>
                </c:pt>
                <c:pt idx="53776">
                  <c:v>0.62240740740526235</c:v>
                </c:pt>
                <c:pt idx="53777">
                  <c:v>0.622418981482042</c:v>
                </c:pt>
                <c:pt idx="53778">
                  <c:v>0.62243055555154569</c:v>
                </c:pt>
                <c:pt idx="53779">
                  <c:v>0.62244212962832535</c:v>
                </c:pt>
                <c:pt idx="53780">
                  <c:v>0.62245370369782904</c:v>
                </c:pt>
                <c:pt idx="53781">
                  <c:v>0.62246527777460869</c:v>
                </c:pt>
                <c:pt idx="53782">
                  <c:v>0.62247685185138835</c:v>
                </c:pt>
                <c:pt idx="53783">
                  <c:v>0.62248842592089204</c:v>
                </c:pt>
                <c:pt idx="53784">
                  <c:v>0.62249999999767169</c:v>
                </c:pt>
                <c:pt idx="53785">
                  <c:v>0.62251157407445135</c:v>
                </c:pt>
                <c:pt idx="53786">
                  <c:v>0.62252314814395504</c:v>
                </c:pt>
                <c:pt idx="53787">
                  <c:v>0.62253472222073469</c:v>
                </c:pt>
                <c:pt idx="53788">
                  <c:v>0.62254629629751435</c:v>
                </c:pt>
                <c:pt idx="53789">
                  <c:v>0.62255787036701804</c:v>
                </c:pt>
                <c:pt idx="53790">
                  <c:v>0.62256944444379769</c:v>
                </c:pt>
                <c:pt idx="53791">
                  <c:v>0.62258101851330139</c:v>
                </c:pt>
                <c:pt idx="53792">
                  <c:v>0.62259259259008104</c:v>
                </c:pt>
                <c:pt idx="53793">
                  <c:v>0.62260416666686069</c:v>
                </c:pt>
                <c:pt idx="53794">
                  <c:v>0.62261574073636439</c:v>
                </c:pt>
                <c:pt idx="53795">
                  <c:v>0.62262731481314404</c:v>
                </c:pt>
                <c:pt idx="53796">
                  <c:v>0.62263888888992369</c:v>
                </c:pt>
                <c:pt idx="53797">
                  <c:v>0.62265046295942739</c:v>
                </c:pt>
                <c:pt idx="53798">
                  <c:v>0.62266203703620704</c:v>
                </c:pt>
                <c:pt idx="53799">
                  <c:v>0.62267361110571073</c:v>
                </c:pt>
                <c:pt idx="53800">
                  <c:v>0.62268518518249039</c:v>
                </c:pt>
                <c:pt idx="53801">
                  <c:v>0.62269675925927004</c:v>
                </c:pt>
                <c:pt idx="53802">
                  <c:v>0.62270833332877373</c:v>
                </c:pt>
                <c:pt idx="53803">
                  <c:v>0.62271990740555339</c:v>
                </c:pt>
                <c:pt idx="53804">
                  <c:v>0.62273148148233304</c:v>
                </c:pt>
                <c:pt idx="53805">
                  <c:v>0.62274305555183673</c:v>
                </c:pt>
                <c:pt idx="53806">
                  <c:v>0.62275462962861639</c:v>
                </c:pt>
                <c:pt idx="53807">
                  <c:v>0.62276620369812008</c:v>
                </c:pt>
                <c:pt idx="53808">
                  <c:v>0.62277777777489973</c:v>
                </c:pt>
                <c:pt idx="53809">
                  <c:v>0.62278935185167938</c:v>
                </c:pt>
                <c:pt idx="53810">
                  <c:v>0.62280092592118308</c:v>
                </c:pt>
                <c:pt idx="53811">
                  <c:v>0.62281249999796273</c:v>
                </c:pt>
                <c:pt idx="53812">
                  <c:v>0.62282407407474238</c:v>
                </c:pt>
                <c:pt idx="53813">
                  <c:v>0.62283564814424608</c:v>
                </c:pt>
                <c:pt idx="53814">
                  <c:v>0.62284722222102573</c:v>
                </c:pt>
                <c:pt idx="53815">
                  <c:v>0.62285879629052943</c:v>
                </c:pt>
                <c:pt idx="53816">
                  <c:v>0.62287037036730908</c:v>
                </c:pt>
                <c:pt idx="53817">
                  <c:v>0.62288194444408873</c:v>
                </c:pt>
                <c:pt idx="53818">
                  <c:v>0.62289351851359243</c:v>
                </c:pt>
                <c:pt idx="53819">
                  <c:v>0.62290509259037208</c:v>
                </c:pt>
                <c:pt idx="53820">
                  <c:v>0.62291666666715173</c:v>
                </c:pt>
                <c:pt idx="53821">
                  <c:v>0.62292824073665543</c:v>
                </c:pt>
                <c:pt idx="53822">
                  <c:v>0.62293981481343508</c:v>
                </c:pt>
                <c:pt idx="53823">
                  <c:v>0.62295138889021473</c:v>
                </c:pt>
                <c:pt idx="53824">
                  <c:v>0.62296296295971842</c:v>
                </c:pt>
                <c:pt idx="53825">
                  <c:v>0.62297453703649808</c:v>
                </c:pt>
                <c:pt idx="53826">
                  <c:v>0.62298611110600177</c:v>
                </c:pt>
                <c:pt idx="53827">
                  <c:v>0.62299768518278142</c:v>
                </c:pt>
                <c:pt idx="53828">
                  <c:v>0.62300925925956108</c:v>
                </c:pt>
                <c:pt idx="53829">
                  <c:v>0.62302083332906477</c:v>
                </c:pt>
                <c:pt idx="53830">
                  <c:v>0.62303240740584442</c:v>
                </c:pt>
                <c:pt idx="53831">
                  <c:v>0.62304398148262408</c:v>
                </c:pt>
                <c:pt idx="53832">
                  <c:v>0.62305555555212777</c:v>
                </c:pt>
                <c:pt idx="53833">
                  <c:v>0.62306712962890742</c:v>
                </c:pt>
                <c:pt idx="53834">
                  <c:v>0.62307870369841112</c:v>
                </c:pt>
                <c:pt idx="53835">
                  <c:v>0.62309027777519077</c:v>
                </c:pt>
                <c:pt idx="53836">
                  <c:v>0.62310185185197042</c:v>
                </c:pt>
                <c:pt idx="53837">
                  <c:v>0.62311342592147412</c:v>
                </c:pt>
                <c:pt idx="53838">
                  <c:v>0.62312499999825377</c:v>
                </c:pt>
                <c:pt idx="53839">
                  <c:v>0.62313657407503342</c:v>
                </c:pt>
                <c:pt idx="53840">
                  <c:v>0.62314814814453712</c:v>
                </c:pt>
                <c:pt idx="53841">
                  <c:v>0.62315972222131677</c:v>
                </c:pt>
                <c:pt idx="53842">
                  <c:v>0.62317129629082046</c:v>
                </c:pt>
                <c:pt idx="53843">
                  <c:v>0.62318287036760012</c:v>
                </c:pt>
                <c:pt idx="53844">
                  <c:v>0.62319444444437977</c:v>
                </c:pt>
                <c:pt idx="53845">
                  <c:v>0.62320601851388346</c:v>
                </c:pt>
                <c:pt idx="53846">
                  <c:v>0.62321759259066312</c:v>
                </c:pt>
                <c:pt idx="53847">
                  <c:v>0.62322916666744277</c:v>
                </c:pt>
                <c:pt idx="53848">
                  <c:v>0.62324074073694646</c:v>
                </c:pt>
                <c:pt idx="53849">
                  <c:v>0.62325231481372612</c:v>
                </c:pt>
                <c:pt idx="53850">
                  <c:v>0.62326388888322981</c:v>
                </c:pt>
                <c:pt idx="53851">
                  <c:v>0.62327546296000946</c:v>
                </c:pt>
                <c:pt idx="53852">
                  <c:v>0.62328703703678912</c:v>
                </c:pt>
                <c:pt idx="53853">
                  <c:v>0.62329861110629281</c:v>
                </c:pt>
                <c:pt idx="53854">
                  <c:v>0.62331018518307246</c:v>
                </c:pt>
                <c:pt idx="53855">
                  <c:v>0.62332175925985212</c:v>
                </c:pt>
                <c:pt idx="53856">
                  <c:v>0.62333333332935581</c:v>
                </c:pt>
                <c:pt idx="53857">
                  <c:v>0.62334490740613546</c:v>
                </c:pt>
                <c:pt idx="53858">
                  <c:v>0.62335648147563916</c:v>
                </c:pt>
                <c:pt idx="53859">
                  <c:v>0.62336805555241881</c:v>
                </c:pt>
                <c:pt idx="53860">
                  <c:v>0.62337962962919846</c:v>
                </c:pt>
                <c:pt idx="53861">
                  <c:v>0.62339120369870216</c:v>
                </c:pt>
                <c:pt idx="53862">
                  <c:v>0.62340277777548181</c:v>
                </c:pt>
                <c:pt idx="53863">
                  <c:v>0.62341435185226146</c:v>
                </c:pt>
                <c:pt idx="53864">
                  <c:v>0.62342592592176516</c:v>
                </c:pt>
                <c:pt idx="53865">
                  <c:v>0.62343749999854481</c:v>
                </c:pt>
                <c:pt idx="53866">
                  <c:v>0.62344907407532446</c:v>
                </c:pt>
                <c:pt idx="53867">
                  <c:v>0.62346064814482816</c:v>
                </c:pt>
                <c:pt idx="53868">
                  <c:v>0.62347222222160781</c:v>
                </c:pt>
                <c:pt idx="53869">
                  <c:v>0.6234837962911115</c:v>
                </c:pt>
                <c:pt idx="53870">
                  <c:v>0.62349537036789116</c:v>
                </c:pt>
                <c:pt idx="53871">
                  <c:v>0.62350694444467081</c:v>
                </c:pt>
                <c:pt idx="53872">
                  <c:v>0.6235185185141745</c:v>
                </c:pt>
                <c:pt idx="53873">
                  <c:v>0.62353009259095415</c:v>
                </c:pt>
                <c:pt idx="53874">
                  <c:v>0.62354166666773381</c:v>
                </c:pt>
                <c:pt idx="53875">
                  <c:v>0.6235532407372375</c:v>
                </c:pt>
                <c:pt idx="53876">
                  <c:v>0.62356481481401715</c:v>
                </c:pt>
                <c:pt idx="53877">
                  <c:v>0.62357638888352085</c:v>
                </c:pt>
                <c:pt idx="53878">
                  <c:v>0.6235879629603005</c:v>
                </c:pt>
                <c:pt idx="53879">
                  <c:v>0.62359953703708015</c:v>
                </c:pt>
                <c:pt idx="53880">
                  <c:v>0.62361111110658385</c:v>
                </c:pt>
                <c:pt idx="53881">
                  <c:v>0.6236226851833635</c:v>
                </c:pt>
                <c:pt idx="53882">
                  <c:v>0.62363425926014315</c:v>
                </c:pt>
                <c:pt idx="53883">
                  <c:v>0.62364583332964685</c:v>
                </c:pt>
                <c:pt idx="53884">
                  <c:v>0.6236574074064265</c:v>
                </c:pt>
                <c:pt idx="53885">
                  <c:v>0.6236689814759302</c:v>
                </c:pt>
                <c:pt idx="53886">
                  <c:v>0.62368055555270985</c:v>
                </c:pt>
                <c:pt idx="53887">
                  <c:v>0.6236921296294895</c:v>
                </c:pt>
                <c:pt idx="53888">
                  <c:v>0.62370370369899319</c:v>
                </c:pt>
                <c:pt idx="53889">
                  <c:v>0.62371527777577285</c:v>
                </c:pt>
                <c:pt idx="53890">
                  <c:v>0.6237268518525525</c:v>
                </c:pt>
                <c:pt idx="53891">
                  <c:v>0.62373842592205619</c:v>
                </c:pt>
                <c:pt idx="53892">
                  <c:v>0.62374999999883585</c:v>
                </c:pt>
                <c:pt idx="53893">
                  <c:v>0.62376157406833954</c:v>
                </c:pt>
                <c:pt idx="53894">
                  <c:v>0.62377314814511919</c:v>
                </c:pt>
                <c:pt idx="53895">
                  <c:v>0.62378472222189885</c:v>
                </c:pt>
                <c:pt idx="53896">
                  <c:v>0.62379629629140254</c:v>
                </c:pt>
                <c:pt idx="53897">
                  <c:v>0.62380787036818219</c:v>
                </c:pt>
                <c:pt idx="53898">
                  <c:v>0.62381944444496185</c:v>
                </c:pt>
                <c:pt idx="53899">
                  <c:v>0.62383101851446554</c:v>
                </c:pt>
                <c:pt idx="53900">
                  <c:v>0.62384259259124519</c:v>
                </c:pt>
                <c:pt idx="53901">
                  <c:v>0.62385416666074889</c:v>
                </c:pt>
                <c:pt idx="53902">
                  <c:v>0.62386574073752854</c:v>
                </c:pt>
                <c:pt idx="53903">
                  <c:v>0.62387731481430819</c:v>
                </c:pt>
                <c:pt idx="53904">
                  <c:v>0.62388888888381189</c:v>
                </c:pt>
                <c:pt idx="53905">
                  <c:v>0.62390046296059154</c:v>
                </c:pt>
                <c:pt idx="53906">
                  <c:v>0.62391203703737119</c:v>
                </c:pt>
                <c:pt idx="53907">
                  <c:v>0.62392361110687489</c:v>
                </c:pt>
                <c:pt idx="53908">
                  <c:v>0.62393518518365454</c:v>
                </c:pt>
                <c:pt idx="53909">
                  <c:v>0.62394675926043419</c:v>
                </c:pt>
                <c:pt idx="53910">
                  <c:v>0.62395833332993789</c:v>
                </c:pt>
                <c:pt idx="53911">
                  <c:v>0.62396990740671754</c:v>
                </c:pt>
                <c:pt idx="53912">
                  <c:v>0.62398148147622123</c:v>
                </c:pt>
                <c:pt idx="53913">
                  <c:v>0.62399305555300089</c:v>
                </c:pt>
                <c:pt idx="53914">
                  <c:v>0.62400462962978054</c:v>
                </c:pt>
                <c:pt idx="53915">
                  <c:v>0.62401620369928423</c:v>
                </c:pt>
                <c:pt idx="53916">
                  <c:v>0.62402777777606389</c:v>
                </c:pt>
                <c:pt idx="53917">
                  <c:v>0.62403935185284354</c:v>
                </c:pt>
                <c:pt idx="53918">
                  <c:v>0.62405092592234723</c:v>
                </c:pt>
                <c:pt idx="53919">
                  <c:v>0.62406249999912689</c:v>
                </c:pt>
                <c:pt idx="53920">
                  <c:v>0.62407407406863058</c:v>
                </c:pt>
                <c:pt idx="53921">
                  <c:v>0.62408564814541023</c:v>
                </c:pt>
                <c:pt idx="53922">
                  <c:v>0.62409722222218988</c:v>
                </c:pt>
                <c:pt idx="53923">
                  <c:v>0.62410879629169358</c:v>
                </c:pt>
                <c:pt idx="53924">
                  <c:v>0.62412037036847323</c:v>
                </c:pt>
                <c:pt idx="53925">
                  <c:v>0.62413194444525288</c:v>
                </c:pt>
                <c:pt idx="53926">
                  <c:v>0.62414351851475658</c:v>
                </c:pt>
                <c:pt idx="53927">
                  <c:v>0.62415509259153623</c:v>
                </c:pt>
                <c:pt idx="53928">
                  <c:v>0.62416666666103993</c:v>
                </c:pt>
                <c:pt idx="53929">
                  <c:v>0.62417824073781958</c:v>
                </c:pt>
                <c:pt idx="53930">
                  <c:v>0.62418981481459923</c:v>
                </c:pt>
                <c:pt idx="53931">
                  <c:v>0.62420138888410293</c:v>
                </c:pt>
                <c:pt idx="53932">
                  <c:v>0.62421296296088258</c:v>
                </c:pt>
                <c:pt idx="53933">
                  <c:v>0.62422453703766223</c:v>
                </c:pt>
                <c:pt idx="53934">
                  <c:v>0.62423611110716593</c:v>
                </c:pt>
                <c:pt idx="53935">
                  <c:v>0.62424768518394558</c:v>
                </c:pt>
                <c:pt idx="53936">
                  <c:v>0.62425925925344927</c:v>
                </c:pt>
                <c:pt idx="53937">
                  <c:v>0.62427083333022892</c:v>
                </c:pt>
                <c:pt idx="53938">
                  <c:v>0.62428240740700858</c:v>
                </c:pt>
                <c:pt idx="53939">
                  <c:v>0.62429398147651227</c:v>
                </c:pt>
                <c:pt idx="53940">
                  <c:v>0.62430555555329192</c:v>
                </c:pt>
                <c:pt idx="53941">
                  <c:v>0.62431712963007158</c:v>
                </c:pt>
                <c:pt idx="53942">
                  <c:v>0.62432870369957527</c:v>
                </c:pt>
                <c:pt idx="53943">
                  <c:v>0.62434027777635492</c:v>
                </c:pt>
                <c:pt idx="53944">
                  <c:v>0.62435185185313458</c:v>
                </c:pt>
                <c:pt idx="53945">
                  <c:v>0.62436342592263827</c:v>
                </c:pt>
                <c:pt idx="53946">
                  <c:v>0.62437499999941792</c:v>
                </c:pt>
                <c:pt idx="53947">
                  <c:v>0.62438657406892162</c:v>
                </c:pt>
                <c:pt idx="53948">
                  <c:v>0.62439814814570127</c:v>
                </c:pt>
                <c:pt idx="53949">
                  <c:v>0.62440972222248092</c:v>
                </c:pt>
                <c:pt idx="53950">
                  <c:v>0.62442129629198462</c:v>
                </c:pt>
                <c:pt idx="53951">
                  <c:v>0.62443287036876427</c:v>
                </c:pt>
                <c:pt idx="53952">
                  <c:v>0.62444444444554392</c:v>
                </c:pt>
                <c:pt idx="53953">
                  <c:v>0.62445601851504762</c:v>
                </c:pt>
                <c:pt idx="53954">
                  <c:v>0.62446759259182727</c:v>
                </c:pt>
                <c:pt idx="53955">
                  <c:v>0.62447916666133096</c:v>
                </c:pt>
                <c:pt idx="53956">
                  <c:v>0.62449074073811062</c:v>
                </c:pt>
                <c:pt idx="53957">
                  <c:v>0.62450231481489027</c:v>
                </c:pt>
                <c:pt idx="53958">
                  <c:v>0.62451388888439396</c:v>
                </c:pt>
                <c:pt idx="53959">
                  <c:v>0.62452546296117362</c:v>
                </c:pt>
                <c:pt idx="53960">
                  <c:v>0.62453703703795327</c:v>
                </c:pt>
                <c:pt idx="53961">
                  <c:v>0.62454861110745696</c:v>
                </c:pt>
                <c:pt idx="53962">
                  <c:v>0.62456018518423662</c:v>
                </c:pt>
                <c:pt idx="53963">
                  <c:v>0.62457175925374031</c:v>
                </c:pt>
                <c:pt idx="53964">
                  <c:v>0.62458333333051996</c:v>
                </c:pt>
                <c:pt idx="53965">
                  <c:v>0.62459490740729962</c:v>
                </c:pt>
                <c:pt idx="53966">
                  <c:v>0.62460648147680331</c:v>
                </c:pt>
                <c:pt idx="53967">
                  <c:v>0.62461805555358296</c:v>
                </c:pt>
                <c:pt idx="53968">
                  <c:v>0.62462962963036261</c:v>
                </c:pt>
                <c:pt idx="53969">
                  <c:v>0.62464120369986631</c:v>
                </c:pt>
                <c:pt idx="53970">
                  <c:v>0.62465277777664596</c:v>
                </c:pt>
                <c:pt idx="53971">
                  <c:v>0.62466435184614966</c:v>
                </c:pt>
                <c:pt idx="53972">
                  <c:v>0.62467592592292931</c:v>
                </c:pt>
                <c:pt idx="53973">
                  <c:v>0.62468749999970896</c:v>
                </c:pt>
                <c:pt idx="53974">
                  <c:v>0.62469907406921266</c:v>
                </c:pt>
                <c:pt idx="53975">
                  <c:v>0.62471064814599231</c:v>
                </c:pt>
                <c:pt idx="53976">
                  <c:v>0.62472222222277196</c:v>
                </c:pt>
                <c:pt idx="53977">
                  <c:v>0.62473379629227566</c:v>
                </c:pt>
                <c:pt idx="53978">
                  <c:v>0.62474537036905531</c:v>
                </c:pt>
                <c:pt idx="53979">
                  <c:v>0.624756944438559</c:v>
                </c:pt>
                <c:pt idx="53980">
                  <c:v>0.62476851851533866</c:v>
                </c:pt>
                <c:pt idx="53981">
                  <c:v>0.62478009259211831</c:v>
                </c:pt>
                <c:pt idx="53982">
                  <c:v>0.624791666661622</c:v>
                </c:pt>
                <c:pt idx="53983">
                  <c:v>0.62480324073840166</c:v>
                </c:pt>
                <c:pt idx="53984">
                  <c:v>0.62481481481518131</c:v>
                </c:pt>
                <c:pt idx="53985">
                  <c:v>0.624826388884685</c:v>
                </c:pt>
                <c:pt idx="53986">
                  <c:v>0.62483796296146465</c:v>
                </c:pt>
                <c:pt idx="53987">
                  <c:v>0.62484953703824431</c:v>
                </c:pt>
                <c:pt idx="53988">
                  <c:v>0.624861111107748</c:v>
                </c:pt>
                <c:pt idx="53989">
                  <c:v>0.62487268518452765</c:v>
                </c:pt>
                <c:pt idx="53990">
                  <c:v>0.62488425925403135</c:v>
                </c:pt>
                <c:pt idx="53991">
                  <c:v>0.624895833330811</c:v>
                </c:pt>
                <c:pt idx="53992">
                  <c:v>0.62490740740759065</c:v>
                </c:pt>
                <c:pt idx="53993">
                  <c:v>0.62491898147709435</c:v>
                </c:pt>
                <c:pt idx="53994">
                  <c:v>0.624930555553874</c:v>
                </c:pt>
                <c:pt idx="53995">
                  <c:v>0.62494212963065365</c:v>
                </c:pt>
                <c:pt idx="53996">
                  <c:v>0.62495370370015735</c:v>
                </c:pt>
                <c:pt idx="53997">
                  <c:v>0.624965277776937</c:v>
                </c:pt>
                <c:pt idx="53998">
                  <c:v>0.6249768518464407</c:v>
                </c:pt>
                <c:pt idx="53999">
                  <c:v>0.62498842592322035</c:v>
                </c:pt>
                <c:pt idx="54000">
                  <c:v>0.625</c:v>
                </c:pt>
                <c:pt idx="54001">
                  <c:v>0.62501157406950369</c:v>
                </c:pt>
                <c:pt idx="54002">
                  <c:v>0.62502314814628335</c:v>
                </c:pt>
                <c:pt idx="54003">
                  <c:v>0.625034722223063</c:v>
                </c:pt>
                <c:pt idx="54004">
                  <c:v>0.62504629629256669</c:v>
                </c:pt>
                <c:pt idx="54005">
                  <c:v>0.62505787036934635</c:v>
                </c:pt>
                <c:pt idx="54006">
                  <c:v>0.62506944443885004</c:v>
                </c:pt>
                <c:pt idx="54007">
                  <c:v>0.62508101851562969</c:v>
                </c:pt>
                <c:pt idx="54008">
                  <c:v>0.62509259259240935</c:v>
                </c:pt>
                <c:pt idx="54009">
                  <c:v>0.62510416666191304</c:v>
                </c:pt>
                <c:pt idx="54010">
                  <c:v>0.62511574073869269</c:v>
                </c:pt>
                <c:pt idx="54011">
                  <c:v>0.62512731481547235</c:v>
                </c:pt>
                <c:pt idx="54012">
                  <c:v>0.62513888888497604</c:v>
                </c:pt>
                <c:pt idx="54013">
                  <c:v>0.62515046296175569</c:v>
                </c:pt>
                <c:pt idx="54014">
                  <c:v>0.62516203703125939</c:v>
                </c:pt>
                <c:pt idx="54015">
                  <c:v>0.62517361110803904</c:v>
                </c:pt>
                <c:pt idx="54016">
                  <c:v>0.62518518518481869</c:v>
                </c:pt>
                <c:pt idx="54017">
                  <c:v>0.62519675925432239</c:v>
                </c:pt>
                <c:pt idx="54018">
                  <c:v>0.62520833333110204</c:v>
                </c:pt>
                <c:pt idx="54019">
                  <c:v>0.62521990740788169</c:v>
                </c:pt>
                <c:pt idx="54020">
                  <c:v>0.62523148147738539</c:v>
                </c:pt>
                <c:pt idx="54021">
                  <c:v>0.62524305555416504</c:v>
                </c:pt>
                <c:pt idx="54022">
                  <c:v>0.62525462963094469</c:v>
                </c:pt>
                <c:pt idx="54023">
                  <c:v>0.62526620370044839</c:v>
                </c:pt>
                <c:pt idx="54024">
                  <c:v>0.62527777777722804</c:v>
                </c:pt>
                <c:pt idx="54025">
                  <c:v>0.62528935184673173</c:v>
                </c:pt>
                <c:pt idx="54026">
                  <c:v>0.62530092592351139</c:v>
                </c:pt>
                <c:pt idx="54027">
                  <c:v>0.62531250000029104</c:v>
                </c:pt>
                <c:pt idx="54028">
                  <c:v>0.62532407406979473</c:v>
                </c:pt>
                <c:pt idx="54029">
                  <c:v>0.62533564814657439</c:v>
                </c:pt>
                <c:pt idx="54030">
                  <c:v>0.62534722222335404</c:v>
                </c:pt>
                <c:pt idx="54031">
                  <c:v>0.62535879629285773</c:v>
                </c:pt>
                <c:pt idx="54032">
                  <c:v>0.62537037036963739</c:v>
                </c:pt>
                <c:pt idx="54033">
                  <c:v>0.62538194443914108</c:v>
                </c:pt>
                <c:pt idx="54034">
                  <c:v>0.62539351851592073</c:v>
                </c:pt>
                <c:pt idx="54035">
                  <c:v>0.62540509259270038</c:v>
                </c:pt>
                <c:pt idx="54036">
                  <c:v>0.62541666666220408</c:v>
                </c:pt>
                <c:pt idx="54037">
                  <c:v>0.62542824073898373</c:v>
                </c:pt>
                <c:pt idx="54038">
                  <c:v>0.62543981481576338</c:v>
                </c:pt>
                <c:pt idx="54039">
                  <c:v>0.62545138888526708</c:v>
                </c:pt>
                <c:pt idx="54040">
                  <c:v>0.62546296296204673</c:v>
                </c:pt>
                <c:pt idx="54041">
                  <c:v>0.62547453703155043</c:v>
                </c:pt>
                <c:pt idx="54042">
                  <c:v>0.62548611110833008</c:v>
                </c:pt>
                <c:pt idx="54043">
                  <c:v>0.62549768518510973</c:v>
                </c:pt>
                <c:pt idx="54044">
                  <c:v>0.62550925925461343</c:v>
                </c:pt>
                <c:pt idx="54045">
                  <c:v>0.62552083333139308</c:v>
                </c:pt>
                <c:pt idx="54046">
                  <c:v>0.62553240740817273</c:v>
                </c:pt>
                <c:pt idx="54047">
                  <c:v>0.62554398147767643</c:v>
                </c:pt>
                <c:pt idx="54048">
                  <c:v>0.62555555555445608</c:v>
                </c:pt>
                <c:pt idx="54049">
                  <c:v>0.62556712962395977</c:v>
                </c:pt>
                <c:pt idx="54050">
                  <c:v>0.62557870370073942</c:v>
                </c:pt>
                <c:pt idx="54051">
                  <c:v>0.62559027777751908</c:v>
                </c:pt>
                <c:pt idx="54052">
                  <c:v>0.62560185184702277</c:v>
                </c:pt>
                <c:pt idx="54053">
                  <c:v>0.62561342592380242</c:v>
                </c:pt>
                <c:pt idx="54054">
                  <c:v>0.62562500000058208</c:v>
                </c:pt>
                <c:pt idx="54055">
                  <c:v>0.62563657407008577</c:v>
                </c:pt>
                <c:pt idx="54056">
                  <c:v>0.62564814814686542</c:v>
                </c:pt>
                <c:pt idx="54057">
                  <c:v>0.62565972221636912</c:v>
                </c:pt>
                <c:pt idx="54058">
                  <c:v>0.62567129629314877</c:v>
                </c:pt>
                <c:pt idx="54059">
                  <c:v>0.62568287036992842</c:v>
                </c:pt>
                <c:pt idx="54060">
                  <c:v>0.62569444443943212</c:v>
                </c:pt>
                <c:pt idx="54061">
                  <c:v>0.62570601851621177</c:v>
                </c:pt>
                <c:pt idx="54062">
                  <c:v>0.62571759259299142</c:v>
                </c:pt>
                <c:pt idx="54063">
                  <c:v>0.62572916666249512</c:v>
                </c:pt>
                <c:pt idx="54064">
                  <c:v>0.62574074073927477</c:v>
                </c:pt>
                <c:pt idx="54065">
                  <c:v>0.62575231481605442</c:v>
                </c:pt>
                <c:pt idx="54066">
                  <c:v>0.62576388888555812</c:v>
                </c:pt>
                <c:pt idx="54067">
                  <c:v>0.62577546296233777</c:v>
                </c:pt>
                <c:pt idx="54068">
                  <c:v>0.62578703703184146</c:v>
                </c:pt>
                <c:pt idx="54069">
                  <c:v>0.62579861110862112</c:v>
                </c:pt>
                <c:pt idx="54070">
                  <c:v>0.62581018518540077</c:v>
                </c:pt>
                <c:pt idx="54071">
                  <c:v>0.62582175925490446</c:v>
                </c:pt>
                <c:pt idx="54072">
                  <c:v>0.62583333333168412</c:v>
                </c:pt>
                <c:pt idx="54073">
                  <c:v>0.62584490740846377</c:v>
                </c:pt>
                <c:pt idx="54074">
                  <c:v>0.62585648147796746</c:v>
                </c:pt>
                <c:pt idx="54075">
                  <c:v>0.62586805555474712</c:v>
                </c:pt>
                <c:pt idx="54076">
                  <c:v>0.62587962962425081</c:v>
                </c:pt>
                <c:pt idx="54077">
                  <c:v>0.62589120370103046</c:v>
                </c:pt>
                <c:pt idx="54078">
                  <c:v>0.62590277777781012</c:v>
                </c:pt>
                <c:pt idx="54079">
                  <c:v>0.62591435184731381</c:v>
                </c:pt>
                <c:pt idx="54080">
                  <c:v>0.62592592592409346</c:v>
                </c:pt>
                <c:pt idx="54081">
                  <c:v>0.62593750000087311</c:v>
                </c:pt>
                <c:pt idx="54082">
                  <c:v>0.62594907407037681</c:v>
                </c:pt>
                <c:pt idx="54083">
                  <c:v>0.62596064814715646</c:v>
                </c:pt>
                <c:pt idx="54084">
                  <c:v>0.62597222221666016</c:v>
                </c:pt>
                <c:pt idx="54085">
                  <c:v>0.62598379629343981</c:v>
                </c:pt>
                <c:pt idx="54086">
                  <c:v>0.62599537037021946</c:v>
                </c:pt>
                <c:pt idx="54087">
                  <c:v>0.62600694443972316</c:v>
                </c:pt>
                <c:pt idx="54088">
                  <c:v>0.62601851851650281</c:v>
                </c:pt>
                <c:pt idx="54089">
                  <c:v>0.62603009259328246</c:v>
                </c:pt>
                <c:pt idx="54090">
                  <c:v>0.62604166666278616</c:v>
                </c:pt>
                <c:pt idx="54091">
                  <c:v>0.62605324073956581</c:v>
                </c:pt>
                <c:pt idx="54092">
                  <c:v>0.6260648148090695</c:v>
                </c:pt>
                <c:pt idx="54093">
                  <c:v>0.62607638888584916</c:v>
                </c:pt>
                <c:pt idx="54094">
                  <c:v>0.62608796296262881</c:v>
                </c:pt>
                <c:pt idx="54095">
                  <c:v>0.6260995370321325</c:v>
                </c:pt>
                <c:pt idx="54096">
                  <c:v>0.62611111110891216</c:v>
                </c:pt>
                <c:pt idx="54097">
                  <c:v>0.62612268518569181</c:v>
                </c:pt>
                <c:pt idx="54098">
                  <c:v>0.6261342592551955</c:v>
                </c:pt>
                <c:pt idx="54099">
                  <c:v>0.62614583333197515</c:v>
                </c:pt>
                <c:pt idx="54100">
                  <c:v>0.62615740740147885</c:v>
                </c:pt>
                <c:pt idx="54101">
                  <c:v>0.6261689814782585</c:v>
                </c:pt>
                <c:pt idx="54102">
                  <c:v>0.62618055555503815</c:v>
                </c:pt>
                <c:pt idx="54103">
                  <c:v>0.62619212962454185</c:v>
                </c:pt>
                <c:pt idx="54104">
                  <c:v>0.6262037037013215</c:v>
                </c:pt>
                <c:pt idx="54105">
                  <c:v>0.62621527777810115</c:v>
                </c:pt>
                <c:pt idx="54106">
                  <c:v>0.62622685184760485</c:v>
                </c:pt>
                <c:pt idx="54107">
                  <c:v>0.6262384259243845</c:v>
                </c:pt>
                <c:pt idx="54108">
                  <c:v>0.62625000000116415</c:v>
                </c:pt>
                <c:pt idx="54109">
                  <c:v>0.62626157407066785</c:v>
                </c:pt>
                <c:pt idx="54110">
                  <c:v>0.6262731481474475</c:v>
                </c:pt>
                <c:pt idx="54111">
                  <c:v>0.6262847222169512</c:v>
                </c:pt>
                <c:pt idx="54112">
                  <c:v>0.62629629629373085</c:v>
                </c:pt>
                <c:pt idx="54113">
                  <c:v>0.6263078703705105</c:v>
                </c:pt>
                <c:pt idx="54114">
                  <c:v>0.62631944444001419</c:v>
                </c:pt>
                <c:pt idx="54115">
                  <c:v>0.62633101851679385</c:v>
                </c:pt>
                <c:pt idx="54116">
                  <c:v>0.6263425925935735</c:v>
                </c:pt>
                <c:pt idx="54117">
                  <c:v>0.62635416666307719</c:v>
                </c:pt>
                <c:pt idx="54118">
                  <c:v>0.62636574073985685</c:v>
                </c:pt>
                <c:pt idx="54119">
                  <c:v>0.62637731480936054</c:v>
                </c:pt>
                <c:pt idx="54120">
                  <c:v>0.62638888888614019</c:v>
                </c:pt>
                <c:pt idx="54121">
                  <c:v>0.62640046296291985</c:v>
                </c:pt>
                <c:pt idx="54122">
                  <c:v>0.62641203703242354</c:v>
                </c:pt>
                <c:pt idx="54123">
                  <c:v>0.62642361110920319</c:v>
                </c:pt>
                <c:pt idx="54124">
                  <c:v>0.62643518518598285</c:v>
                </c:pt>
                <c:pt idx="54125">
                  <c:v>0.62644675925548654</c:v>
                </c:pt>
                <c:pt idx="54126">
                  <c:v>0.62645833333226619</c:v>
                </c:pt>
                <c:pt idx="54127">
                  <c:v>0.62646990740176989</c:v>
                </c:pt>
                <c:pt idx="54128">
                  <c:v>0.62648148147854954</c:v>
                </c:pt>
                <c:pt idx="54129">
                  <c:v>0.62649305555532919</c:v>
                </c:pt>
                <c:pt idx="54130">
                  <c:v>0.62650462962483289</c:v>
                </c:pt>
                <c:pt idx="54131">
                  <c:v>0.62651620370161254</c:v>
                </c:pt>
                <c:pt idx="54132">
                  <c:v>0.62652777777839219</c:v>
                </c:pt>
                <c:pt idx="54133">
                  <c:v>0.62653935184789589</c:v>
                </c:pt>
                <c:pt idx="54134">
                  <c:v>0.62655092592467554</c:v>
                </c:pt>
                <c:pt idx="54135">
                  <c:v>0.62656249999417923</c:v>
                </c:pt>
                <c:pt idx="54136">
                  <c:v>0.62657407407095889</c:v>
                </c:pt>
                <c:pt idx="54137">
                  <c:v>0.62658564814773854</c:v>
                </c:pt>
                <c:pt idx="54138">
                  <c:v>0.62659722221724223</c:v>
                </c:pt>
                <c:pt idx="54139">
                  <c:v>0.62660879629402189</c:v>
                </c:pt>
                <c:pt idx="54140">
                  <c:v>0.62662037037080154</c:v>
                </c:pt>
                <c:pt idx="54141">
                  <c:v>0.62663194444030523</c:v>
                </c:pt>
                <c:pt idx="54142">
                  <c:v>0.62664351851708489</c:v>
                </c:pt>
                <c:pt idx="54143">
                  <c:v>0.62665509259386454</c:v>
                </c:pt>
                <c:pt idx="54144">
                  <c:v>0.62666666666336823</c:v>
                </c:pt>
                <c:pt idx="54145">
                  <c:v>0.62667824074014788</c:v>
                </c:pt>
                <c:pt idx="54146">
                  <c:v>0.62668981480965158</c:v>
                </c:pt>
                <c:pt idx="54147">
                  <c:v>0.62670138888643123</c:v>
                </c:pt>
                <c:pt idx="54148">
                  <c:v>0.62671296296321088</c:v>
                </c:pt>
                <c:pt idx="54149">
                  <c:v>0.62672453703271458</c:v>
                </c:pt>
                <c:pt idx="54150">
                  <c:v>0.62673611110949423</c:v>
                </c:pt>
                <c:pt idx="54151">
                  <c:v>0.62674768518627388</c:v>
                </c:pt>
                <c:pt idx="54152">
                  <c:v>0.62675925925577758</c:v>
                </c:pt>
                <c:pt idx="54153">
                  <c:v>0.62677083333255723</c:v>
                </c:pt>
                <c:pt idx="54154">
                  <c:v>0.62678240740206093</c:v>
                </c:pt>
                <c:pt idx="54155">
                  <c:v>0.62679398147884058</c:v>
                </c:pt>
                <c:pt idx="54156">
                  <c:v>0.62680555555562023</c:v>
                </c:pt>
                <c:pt idx="54157">
                  <c:v>0.62681712962512393</c:v>
                </c:pt>
                <c:pt idx="54158">
                  <c:v>0.62682870370190358</c:v>
                </c:pt>
                <c:pt idx="54159">
                  <c:v>0.62684027777868323</c:v>
                </c:pt>
                <c:pt idx="54160">
                  <c:v>0.62685185184818693</c:v>
                </c:pt>
                <c:pt idx="54161">
                  <c:v>0.62686342592496658</c:v>
                </c:pt>
                <c:pt idx="54162">
                  <c:v>0.62687499999447027</c:v>
                </c:pt>
                <c:pt idx="54163">
                  <c:v>0.62688657407124992</c:v>
                </c:pt>
                <c:pt idx="54164">
                  <c:v>0.62689814814802958</c:v>
                </c:pt>
                <c:pt idx="54165">
                  <c:v>0.62690972221753327</c:v>
                </c:pt>
                <c:pt idx="54166">
                  <c:v>0.62692129629431292</c:v>
                </c:pt>
                <c:pt idx="54167">
                  <c:v>0.62693287037109258</c:v>
                </c:pt>
                <c:pt idx="54168">
                  <c:v>0.62694444444059627</c:v>
                </c:pt>
                <c:pt idx="54169">
                  <c:v>0.62695601851737592</c:v>
                </c:pt>
                <c:pt idx="54170">
                  <c:v>0.62696759258687962</c:v>
                </c:pt>
                <c:pt idx="54171">
                  <c:v>0.62697916666365927</c:v>
                </c:pt>
                <c:pt idx="54172">
                  <c:v>0.62699074074043892</c:v>
                </c:pt>
                <c:pt idx="54173">
                  <c:v>0.62700231480994262</c:v>
                </c:pt>
                <c:pt idx="54174">
                  <c:v>0.62701388888672227</c:v>
                </c:pt>
                <c:pt idx="54175">
                  <c:v>0.62702546296350192</c:v>
                </c:pt>
                <c:pt idx="54176">
                  <c:v>0.62703703703300562</c:v>
                </c:pt>
                <c:pt idx="54177">
                  <c:v>0.62704861110978527</c:v>
                </c:pt>
                <c:pt idx="54178">
                  <c:v>0.62706018517928896</c:v>
                </c:pt>
                <c:pt idx="54179">
                  <c:v>0.62707175925606862</c:v>
                </c:pt>
                <c:pt idx="54180">
                  <c:v>0.62708333333284827</c:v>
                </c:pt>
                <c:pt idx="54181">
                  <c:v>0.62709490740235196</c:v>
                </c:pt>
                <c:pt idx="54182">
                  <c:v>0.62710648147913162</c:v>
                </c:pt>
                <c:pt idx="54183">
                  <c:v>0.62711805555591127</c:v>
                </c:pt>
                <c:pt idx="54184">
                  <c:v>0.62712962962541496</c:v>
                </c:pt>
                <c:pt idx="54185">
                  <c:v>0.62714120370219462</c:v>
                </c:pt>
                <c:pt idx="54186">
                  <c:v>0.62715277777897427</c:v>
                </c:pt>
                <c:pt idx="54187">
                  <c:v>0.62716435184847796</c:v>
                </c:pt>
                <c:pt idx="54188">
                  <c:v>0.62717592592525762</c:v>
                </c:pt>
                <c:pt idx="54189">
                  <c:v>0.62718749999476131</c:v>
                </c:pt>
                <c:pt idx="54190">
                  <c:v>0.62719907407154096</c:v>
                </c:pt>
                <c:pt idx="54191">
                  <c:v>0.62721064814832062</c:v>
                </c:pt>
                <c:pt idx="54192">
                  <c:v>0.62722222221782431</c:v>
                </c:pt>
                <c:pt idx="54193">
                  <c:v>0.62723379629460396</c:v>
                </c:pt>
                <c:pt idx="54194">
                  <c:v>0.62724537037138361</c:v>
                </c:pt>
                <c:pt idx="54195">
                  <c:v>0.62725694444088731</c:v>
                </c:pt>
                <c:pt idx="54196">
                  <c:v>0.62726851851766696</c:v>
                </c:pt>
                <c:pt idx="54197">
                  <c:v>0.62728009258717066</c:v>
                </c:pt>
                <c:pt idx="54198">
                  <c:v>0.62729166666395031</c:v>
                </c:pt>
                <c:pt idx="54199">
                  <c:v>0.62730324074072996</c:v>
                </c:pt>
                <c:pt idx="54200">
                  <c:v>0.62731481481023366</c:v>
                </c:pt>
                <c:pt idx="54201">
                  <c:v>0.62732638888701331</c:v>
                </c:pt>
                <c:pt idx="54202">
                  <c:v>0.62733796296379296</c:v>
                </c:pt>
                <c:pt idx="54203">
                  <c:v>0.62734953703329666</c:v>
                </c:pt>
                <c:pt idx="54204">
                  <c:v>0.62736111111007631</c:v>
                </c:pt>
                <c:pt idx="54205">
                  <c:v>0.62737268517958</c:v>
                </c:pt>
                <c:pt idx="54206">
                  <c:v>0.62738425925635966</c:v>
                </c:pt>
                <c:pt idx="54207">
                  <c:v>0.62739583333313931</c:v>
                </c:pt>
                <c:pt idx="54208">
                  <c:v>0.627407407402643</c:v>
                </c:pt>
                <c:pt idx="54209">
                  <c:v>0.62741898147942265</c:v>
                </c:pt>
                <c:pt idx="54210">
                  <c:v>0.62743055555620231</c:v>
                </c:pt>
                <c:pt idx="54211">
                  <c:v>0.627442129625706</c:v>
                </c:pt>
                <c:pt idx="54212">
                  <c:v>0.62745370370248565</c:v>
                </c:pt>
                <c:pt idx="54213">
                  <c:v>0.62746527777198935</c:v>
                </c:pt>
                <c:pt idx="54214">
                  <c:v>0.627476851848769</c:v>
                </c:pt>
                <c:pt idx="54215">
                  <c:v>0.62748842592554865</c:v>
                </c:pt>
                <c:pt idx="54216">
                  <c:v>0.62749999999505235</c:v>
                </c:pt>
                <c:pt idx="54217">
                  <c:v>0.627511574071832</c:v>
                </c:pt>
                <c:pt idx="54218">
                  <c:v>0.62752314814861165</c:v>
                </c:pt>
                <c:pt idx="54219">
                  <c:v>0.62753472221811535</c:v>
                </c:pt>
                <c:pt idx="54220">
                  <c:v>0.627546296294895</c:v>
                </c:pt>
                <c:pt idx="54221">
                  <c:v>0.62755787037167465</c:v>
                </c:pt>
                <c:pt idx="54222">
                  <c:v>0.62756944444117835</c:v>
                </c:pt>
                <c:pt idx="54223">
                  <c:v>0.627581018517958</c:v>
                </c:pt>
                <c:pt idx="54224">
                  <c:v>0.6275925925874617</c:v>
                </c:pt>
                <c:pt idx="54225">
                  <c:v>0.62760416666424135</c:v>
                </c:pt>
                <c:pt idx="54226">
                  <c:v>0.627615740741021</c:v>
                </c:pt>
                <c:pt idx="54227">
                  <c:v>0.62762731481052469</c:v>
                </c:pt>
                <c:pt idx="54228">
                  <c:v>0.62763888888730435</c:v>
                </c:pt>
                <c:pt idx="54229">
                  <c:v>0.627650462964084</c:v>
                </c:pt>
                <c:pt idx="54230">
                  <c:v>0.62766203703358769</c:v>
                </c:pt>
                <c:pt idx="54231">
                  <c:v>0.62767361111036735</c:v>
                </c:pt>
                <c:pt idx="54232">
                  <c:v>0.62768518517987104</c:v>
                </c:pt>
                <c:pt idx="54233">
                  <c:v>0.62769675925665069</c:v>
                </c:pt>
                <c:pt idx="54234">
                  <c:v>0.62770833333343035</c:v>
                </c:pt>
                <c:pt idx="54235">
                  <c:v>0.62771990740293404</c:v>
                </c:pt>
                <c:pt idx="54236">
                  <c:v>0.62773148147971369</c:v>
                </c:pt>
                <c:pt idx="54237">
                  <c:v>0.62774305555649335</c:v>
                </c:pt>
                <c:pt idx="54238">
                  <c:v>0.62775462962599704</c:v>
                </c:pt>
                <c:pt idx="54239">
                  <c:v>0.62776620370277669</c:v>
                </c:pt>
                <c:pt idx="54240">
                  <c:v>0.62777777777228039</c:v>
                </c:pt>
                <c:pt idx="54241">
                  <c:v>0.62778935184906004</c:v>
                </c:pt>
                <c:pt idx="54242">
                  <c:v>0.62780092592583969</c:v>
                </c:pt>
                <c:pt idx="54243">
                  <c:v>0.62781249999534339</c:v>
                </c:pt>
                <c:pt idx="54244">
                  <c:v>0.62782407407212304</c:v>
                </c:pt>
                <c:pt idx="54245">
                  <c:v>0.62783564814890269</c:v>
                </c:pt>
                <c:pt idx="54246">
                  <c:v>0.62784722221840639</c:v>
                </c:pt>
                <c:pt idx="54247">
                  <c:v>0.62785879629518604</c:v>
                </c:pt>
                <c:pt idx="54248">
                  <c:v>0.62787037036468973</c:v>
                </c:pt>
                <c:pt idx="54249">
                  <c:v>0.62788194444146939</c:v>
                </c:pt>
                <c:pt idx="54250">
                  <c:v>0.62789351851824904</c:v>
                </c:pt>
                <c:pt idx="54251">
                  <c:v>0.62790509258775273</c:v>
                </c:pt>
                <c:pt idx="54252">
                  <c:v>0.62791666666453239</c:v>
                </c:pt>
                <c:pt idx="54253">
                  <c:v>0.62792824074131204</c:v>
                </c:pt>
                <c:pt idx="54254">
                  <c:v>0.62793981481081573</c:v>
                </c:pt>
                <c:pt idx="54255">
                  <c:v>0.62795138888759539</c:v>
                </c:pt>
                <c:pt idx="54256">
                  <c:v>0.62796296295709908</c:v>
                </c:pt>
                <c:pt idx="54257">
                  <c:v>0.62797453703387873</c:v>
                </c:pt>
                <c:pt idx="54258">
                  <c:v>0.62798611111065838</c:v>
                </c:pt>
                <c:pt idx="54259">
                  <c:v>0.62799768518016208</c:v>
                </c:pt>
                <c:pt idx="54260">
                  <c:v>0.62800925925694173</c:v>
                </c:pt>
                <c:pt idx="54261">
                  <c:v>0.62802083333372138</c:v>
                </c:pt>
                <c:pt idx="54262">
                  <c:v>0.62803240740322508</c:v>
                </c:pt>
                <c:pt idx="54263">
                  <c:v>0.62804398148000473</c:v>
                </c:pt>
                <c:pt idx="54264">
                  <c:v>0.62805555555678438</c:v>
                </c:pt>
                <c:pt idx="54265">
                  <c:v>0.62806712962628808</c:v>
                </c:pt>
                <c:pt idx="54266">
                  <c:v>0.62807870370306773</c:v>
                </c:pt>
                <c:pt idx="54267">
                  <c:v>0.62809027777257143</c:v>
                </c:pt>
                <c:pt idx="54268">
                  <c:v>0.62810185184935108</c:v>
                </c:pt>
                <c:pt idx="54269">
                  <c:v>0.62811342592613073</c:v>
                </c:pt>
                <c:pt idx="54270">
                  <c:v>0.62812499999563443</c:v>
                </c:pt>
                <c:pt idx="54271">
                  <c:v>0.62813657407241408</c:v>
                </c:pt>
                <c:pt idx="54272">
                  <c:v>0.62814814814919373</c:v>
                </c:pt>
                <c:pt idx="54273">
                  <c:v>0.62815972221869742</c:v>
                </c:pt>
                <c:pt idx="54274">
                  <c:v>0.62817129629547708</c:v>
                </c:pt>
                <c:pt idx="54275">
                  <c:v>0.62818287036498077</c:v>
                </c:pt>
                <c:pt idx="54276">
                  <c:v>0.62819444444176042</c:v>
                </c:pt>
                <c:pt idx="54277">
                  <c:v>0.62820601851854008</c:v>
                </c:pt>
                <c:pt idx="54278">
                  <c:v>0.62821759258804377</c:v>
                </c:pt>
                <c:pt idx="54279">
                  <c:v>0.62822916666482342</c:v>
                </c:pt>
                <c:pt idx="54280">
                  <c:v>0.62824074074160308</c:v>
                </c:pt>
                <c:pt idx="54281">
                  <c:v>0.62825231481110677</c:v>
                </c:pt>
                <c:pt idx="54282">
                  <c:v>0.62826388888788642</c:v>
                </c:pt>
                <c:pt idx="54283">
                  <c:v>0.62827546295739012</c:v>
                </c:pt>
                <c:pt idx="54284">
                  <c:v>0.62828703703416977</c:v>
                </c:pt>
                <c:pt idx="54285">
                  <c:v>0.62829861111094942</c:v>
                </c:pt>
                <c:pt idx="54286">
                  <c:v>0.62831018518045312</c:v>
                </c:pt>
                <c:pt idx="54287">
                  <c:v>0.62832175925723277</c:v>
                </c:pt>
                <c:pt idx="54288">
                  <c:v>0.62833333333401242</c:v>
                </c:pt>
                <c:pt idx="54289">
                  <c:v>0.62834490740351612</c:v>
                </c:pt>
                <c:pt idx="54290">
                  <c:v>0.62835648148029577</c:v>
                </c:pt>
                <c:pt idx="54291">
                  <c:v>0.62836805554979946</c:v>
                </c:pt>
                <c:pt idx="54292">
                  <c:v>0.62837962962657912</c:v>
                </c:pt>
                <c:pt idx="54293">
                  <c:v>0.62839120370335877</c:v>
                </c:pt>
                <c:pt idx="54294">
                  <c:v>0.62840277777286246</c:v>
                </c:pt>
                <c:pt idx="54295">
                  <c:v>0.62841435184964212</c:v>
                </c:pt>
                <c:pt idx="54296">
                  <c:v>0.62842592592642177</c:v>
                </c:pt>
                <c:pt idx="54297">
                  <c:v>0.62843749999592546</c:v>
                </c:pt>
                <c:pt idx="54298">
                  <c:v>0.62844907407270512</c:v>
                </c:pt>
                <c:pt idx="54299">
                  <c:v>0.62846064814948477</c:v>
                </c:pt>
                <c:pt idx="54300">
                  <c:v>0.62847222221898846</c:v>
                </c:pt>
                <c:pt idx="54301">
                  <c:v>0.62848379629576812</c:v>
                </c:pt>
                <c:pt idx="54302">
                  <c:v>0.62849537036527181</c:v>
                </c:pt>
                <c:pt idx="54303">
                  <c:v>0.62850694444205146</c:v>
                </c:pt>
                <c:pt idx="54304">
                  <c:v>0.62851851851883112</c:v>
                </c:pt>
                <c:pt idx="54305">
                  <c:v>0.62853009258833481</c:v>
                </c:pt>
                <c:pt idx="54306">
                  <c:v>0.62854166666511446</c:v>
                </c:pt>
                <c:pt idx="54307">
                  <c:v>0.62855324074189411</c:v>
                </c:pt>
                <c:pt idx="54308">
                  <c:v>0.62856481481139781</c:v>
                </c:pt>
                <c:pt idx="54309">
                  <c:v>0.62857638888817746</c:v>
                </c:pt>
                <c:pt idx="54310">
                  <c:v>0.62858796295768116</c:v>
                </c:pt>
                <c:pt idx="54311">
                  <c:v>0.62859953703446081</c:v>
                </c:pt>
                <c:pt idx="54312">
                  <c:v>0.62861111111124046</c:v>
                </c:pt>
                <c:pt idx="54313">
                  <c:v>0.62862268518074416</c:v>
                </c:pt>
                <c:pt idx="54314">
                  <c:v>0.62863425925752381</c:v>
                </c:pt>
                <c:pt idx="54315">
                  <c:v>0.62864583333430346</c:v>
                </c:pt>
                <c:pt idx="54316">
                  <c:v>0.62865740740380716</c:v>
                </c:pt>
                <c:pt idx="54317">
                  <c:v>0.62866898148058681</c:v>
                </c:pt>
                <c:pt idx="54318">
                  <c:v>0.6286805555500905</c:v>
                </c:pt>
                <c:pt idx="54319">
                  <c:v>0.62869212962687016</c:v>
                </c:pt>
                <c:pt idx="54320">
                  <c:v>0.62870370370364981</c:v>
                </c:pt>
                <c:pt idx="54321">
                  <c:v>0.6287152777731535</c:v>
                </c:pt>
                <c:pt idx="54322">
                  <c:v>0.62872685184993315</c:v>
                </c:pt>
                <c:pt idx="54323">
                  <c:v>0.62873842592671281</c:v>
                </c:pt>
                <c:pt idx="54324">
                  <c:v>0.6287499999962165</c:v>
                </c:pt>
                <c:pt idx="54325">
                  <c:v>0.62876157407299615</c:v>
                </c:pt>
                <c:pt idx="54326">
                  <c:v>0.62877314814249985</c:v>
                </c:pt>
                <c:pt idx="54327">
                  <c:v>0.6287847222192795</c:v>
                </c:pt>
                <c:pt idx="54328">
                  <c:v>0.62879629629605915</c:v>
                </c:pt>
                <c:pt idx="54329">
                  <c:v>0.62880787036556285</c:v>
                </c:pt>
                <c:pt idx="54330">
                  <c:v>0.6288194444423425</c:v>
                </c:pt>
                <c:pt idx="54331">
                  <c:v>0.62883101851912215</c:v>
                </c:pt>
                <c:pt idx="54332">
                  <c:v>0.62884259258862585</c:v>
                </c:pt>
                <c:pt idx="54333">
                  <c:v>0.6288541666654055</c:v>
                </c:pt>
                <c:pt idx="54334">
                  <c:v>0.6288657407349092</c:v>
                </c:pt>
                <c:pt idx="54335">
                  <c:v>0.62887731481168885</c:v>
                </c:pt>
                <c:pt idx="54336">
                  <c:v>0.6288888888884685</c:v>
                </c:pt>
                <c:pt idx="54337">
                  <c:v>0.62890046295797219</c:v>
                </c:pt>
                <c:pt idx="54338">
                  <c:v>0.62891203703475185</c:v>
                </c:pt>
                <c:pt idx="54339">
                  <c:v>0.6289236111115315</c:v>
                </c:pt>
                <c:pt idx="54340">
                  <c:v>0.62893518518103519</c:v>
                </c:pt>
                <c:pt idx="54341">
                  <c:v>0.62894675925781485</c:v>
                </c:pt>
                <c:pt idx="54342">
                  <c:v>0.6289583333345945</c:v>
                </c:pt>
                <c:pt idx="54343">
                  <c:v>0.62896990740409819</c:v>
                </c:pt>
                <c:pt idx="54344">
                  <c:v>0.62898148148087785</c:v>
                </c:pt>
                <c:pt idx="54345">
                  <c:v>0.62899305555038154</c:v>
                </c:pt>
                <c:pt idx="54346">
                  <c:v>0.62900462962716119</c:v>
                </c:pt>
                <c:pt idx="54347">
                  <c:v>0.62901620370394085</c:v>
                </c:pt>
                <c:pt idx="54348">
                  <c:v>0.62902777777344454</c:v>
                </c:pt>
                <c:pt idx="54349">
                  <c:v>0.62903935185022419</c:v>
                </c:pt>
                <c:pt idx="54350">
                  <c:v>0.62905092592700385</c:v>
                </c:pt>
                <c:pt idx="54351">
                  <c:v>0.62906249999650754</c:v>
                </c:pt>
                <c:pt idx="54352">
                  <c:v>0.62907407407328719</c:v>
                </c:pt>
                <c:pt idx="54353">
                  <c:v>0.62908564814279089</c:v>
                </c:pt>
                <c:pt idx="54354">
                  <c:v>0.62909722221957054</c:v>
                </c:pt>
                <c:pt idx="54355">
                  <c:v>0.62910879629635019</c:v>
                </c:pt>
                <c:pt idx="54356">
                  <c:v>0.62912037036585389</c:v>
                </c:pt>
                <c:pt idx="54357">
                  <c:v>0.62913194444263354</c:v>
                </c:pt>
                <c:pt idx="54358">
                  <c:v>0.62914351851941319</c:v>
                </c:pt>
                <c:pt idx="54359">
                  <c:v>0.62915509258891689</c:v>
                </c:pt>
                <c:pt idx="54360">
                  <c:v>0.62916666666569654</c:v>
                </c:pt>
                <c:pt idx="54361">
                  <c:v>0.62917824073520023</c:v>
                </c:pt>
                <c:pt idx="54362">
                  <c:v>0.62918981481197989</c:v>
                </c:pt>
                <c:pt idx="54363">
                  <c:v>0.62920138888875954</c:v>
                </c:pt>
                <c:pt idx="54364">
                  <c:v>0.62921296295826323</c:v>
                </c:pt>
                <c:pt idx="54365">
                  <c:v>0.62922453703504289</c:v>
                </c:pt>
                <c:pt idx="54366">
                  <c:v>0.62923611111182254</c:v>
                </c:pt>
                <c:pt idx="54367">
                  <c:v>0.62924768518132623</c:v>
                </c:pt>
                <c:pt idx="54368">
                  <c:v>0.62925925925810589</c:v>
                </c:pt>
                <c:pt idx="54369">
                  <c:v>0.62927083332760958</c:v>
                </c:pt>
                <c:pt idx="54370">
                  <c:v>0.62928240740438923</c:v>
                </c:pt>
                <c:pt idx="54371">
                  <c:v>0.62929398148116888</c:v>
                </c:pt>
                <c:pt idx="54372">
                  <c:v>0.62930555555067258</c:v>
                </c:pt>
                <c:pt idx="54373">
                  <c:v>0.62931712962745223</c:v>
                </c:pt>
                <c:pt idx="54374">
                  <c:v>0.62932870370423188</c:v>
                </c:pt>
                <c:pt idx="54375">
                  <c:v>0.62934027777373558</c:v>
                </c:pt>
                <c:pt idx="54376">
                  <c:v>0.62935185185051523</c:v>
                </c:pt>
                <c:pt idx="54377">
                  <c:v>0.62936342592001893</c:v>
                </c:pt>
                <c:pt idx="54378">
                  <c:v>0.62937499999679858</c:v>
                </c:pt>
                <c:pt idx="54379">
                  <c:v>0.62938657407357823</c:v>
                </c:pt>
                <c:pt idx="54380">
                  <c:v>0.62939814814308193</c:v>
                </c:pt>
                <c:pt idx="54381">
                  <c:v>0.62940972221986158</c:v>
                </c:pt>
                <c:pt idx="54382">
                  <c:v>0.62942129629664123</c:v>
                </c:pt>
                <c:pt idx="54383">
                  <c:v>0.62943287036614493</c:v>
                </c:pt>
                <c:pt idx="54384">
                  <c:v>0.62944444444292458</c:v>
                </c:pt>
                <c:pt idx="54385">
                  <c:v>0.62945601851970423</c:v>
                </c:pt>
                <c:pt idx="54386">
                  <c:v>0.62946759258920792</c:v>
                </c:pt>
                <c:pt idx="54387">
                  <c:v>0.62947916666598758</c:v>
                </c:pt>
                <c:pt idx="54388">
                  <c:v>0.62949074073549127</c:v>
                </c:pt>
                <c:pt idx="54389">
                  <c:v>0.62950231481227092</c:v>
                </c:pt>
                <c:pt idx="54390">
                  <c:v>0.62951388888905058</c:v>
                </c:pt>
                <c:pt idx="54391">
                  <c:v>0.62952546295855427</c:v>
                </c:pt>
                <c:pt idx="54392">
                  <c:v>0.62953703703533392</c:v>
                </c:pt>
                <c:pt idx="54393">
                  <c:v>0.62954861111211358</c:v>
                </c:pt>
                <c:pt idx="54394">
                  <c:v>0.62956018518161727</c:v>
                </c:pt>
                <c:pt idx="54395">
                  <c:v>0.62957175925839692</c:v>
                </c:pt>
                <c:pt idx="54396">
                  <c:v>0.62958333332790062</c:v>
                </c:pt>
                <c:pt idx="54397">
                  <c:v>0.62959490740468027</c:v>
                </c:pt>
                <c:pt idx="54398">
                  <c:v>0.62960648148145992</c:v>
                </c:pt>
                <c:pt idx="54399">
                  <c:v>0.62961805555096362</c:v>
                </c:pt>
                <c:pt idx="54400">
                  <c:v>0.62962962962774327</c:v>
                </c:pt>
                <c:pt idx="54401">
                  <c:v>0.62964120370452292</c:v>
                </c:pt>
                <c:pt idx="54402">
                  <c:v>0.62965277777402662</c:v>
                </c:pt>
                <c:pt idx="54403">
                  <c:v>0.62966435185080627</c:v>
                </c:pt>
                <c:pt idx="54404">
                  <c:v>0.62967592592030996</c:v>
                </c:pt>
                <c:pt idx="54405">
                  <c:v>0.62968749999708962</c:v>
                </c:pt>
                <c:pt idx="54406">
                  <c:v>0.62969907407386927</c:v>
                </c:pt>
                <c:pt idx="54407">
                  <c:v>0.62971064814337296</c:v>
                </c:pt>
                <c:pt idx="54408">
                  <c:v>0.62972222222015262</c:v>
                </c:pt>
                <c:pt idx="54409">
                  <c:v>0.62973379629693227</c:v>
                </c:pt>
                <c:pt idx="54410">
                  <c:v>0.62974537036643596</c:v>
                </c:pt>
                <c:pt idx="54411">
                  <c:v>0.62975694444321562</c:v>
                </c:pt>
                <c:pt idx="54412">
                  <c:v>0.62976851851271931</c:v>
                </c:pt>
                <c:pt idx="54413">
                  <c:v>0.62978009258949896</c:v>
                </c:pt>
                <c:pt idx="54414">
                  <c:v>0.62979166666627862</c:v>
                </c:pt>
                <c:pt idx="54415">
                  <c:v>0.62980324073578231</c:v>
                </c:pt>
                <c:pt idx="54416">
                  <c:v>0.62981481481256196</c:v>
                </c:pt>
                <c:pt idx="54417">
                  <c:v>0.62982638888934162</c:v>
                </c:pt>
                <c:pt idx="54418">
                  <c:v>0.62983796295884531</c:v>
                </c:pt>
                <c:pt idx="54419">
                  <c:v>0.62984953703562496</c:v>
                </c:pt>
                <c:pt idx="54420">
                  <c:v>0.62986111111240461</c:v>
                </c:pt>
                <c:pt idx="54421">
                  <c:v>0.62987268518190831</c:v>
                </c:pt>
                <c:pt idx="54422">
                  <c:v>0.62988425925868796</c:v>
                </c:pt>
                <c:pt idx="54423">
                  <c:v>0.62989583332819166</c:v>
                </c:pt>
                <c:pt idx="54424">
                  <c:v>0.62990740740497131</c:v>
                </c:pt>
                <c:pt idx="54425">
                  <c:v>0.62991898148175096</c:v>
                </c:pt>
                <c:pt idx="54426">
                  <c:v>0.62993055555125466</c:v>
                </c:pt>
                <c:pt idx="54427">
                  <c:v>0.62994212962803431</c:v>
                </c:pt>
                <c:pt idx="54428">
                  <c:v>0.62995370370481396</c:v>
                </c:pt>
                <c:pt idx="54429">
                  <c:v>0.62996527777431766</c:v>
                </c:pt>
                <c:pt idx="54430">
                  <c:v>0.62997685185109731</c:v>
                </c:pt>
                <c:pt idx="54431">
                  <c:v>0.629988425920601</c:v>
                </c:pt>
                <c:pt idx="54432">
                  <c:v>0.62999999999738066</c:v>
                </c:pt>
                <c:pt idx="54433">
                  <c:v>0.63001157407416031</c:v>
                </c:pt>
                <c:pt idx="54434">
                  <c:v>0.630023148143664</c:v>
                </c:pt>
                <c:pt idx="54435">
                  <c:v>0.63003472222044365</c:v>
                </c:pt>
                <c:pt idx="54436">
                  <c:v>0.63004629629722331</c:v>
                </c:pt>
                <c:pt idx="54437">
                  <c:v>0.630057870366727</c:v>
                </c:pt>
                <c:pt idx="54438">
                  <c:v>0.63006944444350665</c:v>
                </c:pt>
                <c:pt idx="54439">
                  <c:v>0.63008101851301035</c:v>
                </c:pt>
                <c:pt idx="54440">
                  <c:v>0.63009259258979</c:v>
                </c:pt>
                <c:pt idx="54441">
                  <c:v>0.63010416666656965</c:v>
                </c:pt>
                <c:pt idx="54442">
                  <c:v>0.63011574073607335</c:v>
                </c:pt>
                <c:pt idx="54443">
                  <c:v>0.630127314812853</c:v>
                </c:pt>
                <c:pt idx="54444">
                  <c:v>0.63013888888963265</c:v>
                </c:pt>
                <c:pt idx="54445">
                  <c:v>0.63015046295913635</c:v>
                </c:pt>
                <c:pt idx="54446">
                  <c:v>0.630162037035916</c:v>
                </c:pt>
                <c:pt idx="54447">
                  <c:v>0.6301736111054197</c:v>
                </c:pt>
                <c:pt idx="54448">
                  <c:v>0.63018518518219935</c:v>
                </c:pt>
                <c:pt idx="54449">
                  <c:v>0.630196759258979</c:v>
                </c:pt>
                <c:pt idx="54450">
                  <c:v>0.63020833332848269</c:v>
                </c:pt>
                <c:pt idx="54451">
                  <c:v>0.63021990740526235</c:v>
                </c:pt>
                <c:pt idx="54452">
                  <c:v>0.630231481482042</c:v>
                </c:pt>
                <c:pt idx="54453">
                  <c:v>0.63024305555154569</c:v>
                </c:pt>
                <c:pt idx="54454">
                  <c:v>0.63025462962832535</c:v>
                </c:pt>
                <c:pt idx="54455">
                  <c:v>0.63026620369782904</c:v>
                </c:pt>
                <c:pt idx="54456">
                  <c:v>0.63027777777460869</c:v>
                </c:pt>
                <c:pt idx="54457">
                  <c:v>0.63028935185138835</c:v>
                </c:pt>
                <c:pt idx="54458">
                  <c:v>0.63030092592089204</c:v>
                </c:pt>
                <c:pt idx="54459">
                  <c:v>0.63031249999767169</c:v>
                </c:pt>
                <c:pt idx="54460">
                  <c:v>0.63032407407445135</c:v>
                </c:pt>
                <c:pt idx="54461">
                  <c:v>0.63033564814395504</c:v>
                </c:pt>
                <c:pt idx="54462">
                  <c:v>0.63034722222073469</c:v>
                </c:pt>
                <c:pt idx="54463">
                  <c:v>0.63035879629751435</c:v>
                </c:pt>
                <c:pt idx="54464">
                  <c:v>0.63037037036701804</c:v>
                </c:pt>
                <c:pt idx="54465">
                  <c:v>0.63038194444379769</c:v>
                </c:pt>
                <c:pt idx="54466">
                  <c:v>0.63039351851330139</c:v>
                </c:pt>
                <c:pt idx="54467">
                  <c:v>0.63040509259008104</c:v>
                </c:pt>
                <c:pt idx="54468">
                  <c:v>0.63041666666686069</c:v>
                </c:pt>
                <c:pt idx="54469">
                  <c:v>0.63042824073636439</c:v>
                </c:pt>
                <c:pt idx="54470">
                  <c:v>0.63043981481314404</c:v>
                </c:pt>
                <c:pt idx="54471">
                  <c:v>0.63045138888992369</c:v>
                </c:pt>
                <c:pt idx="54472">
                  <c:v>0.63046296295942739</c:v>
                </c:pt>
                <c:pt idx="54473">
                  <c:v>0.63047453703620704</c:v>
                </c:pt>
                <c:pt idx="54474">
                  <c:v>0.63048611110571073</c:v>
                </c:pt>
                <c:pt idx="54475">
                  <c:v>0.63049768518249039</c:v>
                </c:pt>
                <c:pt idx="54476">
                  <c:v>0.63050925925927004</c:v>
                </c:pt>
                <c:pt idx="54477">
                  <c:v>0.63052083332877373</c:v>
                </c:pt>
                <c:pt idx="54478">
                  <c:v>0.63053240740555339</c:v>
                </c:pt>
                <c:pt idx="54479">
                  <c:v>0.63054398148233304</c:v>
                </c:pt>
                <c:pt idx="54480">
                  <c:v>0.63055555555183673</c:v>
                </c:pt>
                <c:pt idx="54481">
                  <c:v>0.63056712962861639</c:v>
                </c:pt>
                <c:pt idx="54482">
                  <c:v>0.63057870369812008</c:v>
                </c:pt>
                <c:pt idx="54483">
                  <c:v>0.63059027777489973</c:v>
                </c:pt>
                <c:pt idx="54484">
                  <c:v>0.63060185185167938</c:v>
                </c:pt>
                <c:pt idx="54485">
                  <c:v>0.63061342592118308</c:v>
                </c:pt>
                <c:pt idx="54486">
                  <c:v>0.63062499999796273</c:v>
                </c:pt>
                <c:pt idx="54487">
                  <c:v>0.63063657407474238</c:v>
                </c:pt>
                <c:pt idx="54488">
                  <c:v>0.63064814814424608</c:v>
                </c:pt>
                <c:pt idx="54489">
                  <c:v>0.63065972222102573</c:v>
                </c:pt>
                <c:pt idx="54490">
                  <c:v>0.63067129629052943</c:v>
                </c:pt>
                <c:pt idx="54491">
                  <c:v>0.63068287036730908</c:v>
                </c:pt>
                <c:pt idx="54492">
                  <c:v>0.63069444444408873</c:v>
                </c:pt>
                <c:pt idx="54493">
                  <c:v>0.63070601851359243</c:v>
                </c:pt>
                <c:pt idx="54494">
                  <c:v>0.63071759259037208</c:v>
                </c:pt>
                <c:pt idx="54495">
                  <c:v>0.63072916666715173</c:v>
                </c:pt>
                <c:pt idx="54496">
                  <c:v>0.63074074073665543</c:v>
                </c:pt>
                <c:pt idx="54497">
                  <c:v>0.63075231481343508</c:v>
                </c:pt>
                <c:pt idx="54498">
                  <c:v>0.63076388889021473</c:v>
                </c:pt>
                <c:pt idx="54499">
                  <c:v>0.63077546295971842</c:v>
                </c:pt>
                <c:pt idx="54500">
                  <c:v>0.63078703703649808</c:v>
                </c:pt>
                <c:pt idx="54501">
                  <c:v>0.63079861110600177</c:v>
                </c:pt>
                <c:pt idx="54502">
                  <c:v>0.63081018518278142</c:v>
                </c:pt>
                <c:pt idx="54503">
                  <c:v>0.63082175925956108</c:v>
                </c:pt>
                <c:pt idx="54504">
                  <c:v>0.63083333332906477</c:v>
                </c:pt>
                <c:pt idx="54505">
                  <c:v>0.63084490740584442</c:v>
                </c:pt>
                <c:pt idx="54506">
                  <c:v>0.63085648148262408</c:v>
                </c:pt>
                <c:pt idx="54507">
                  <c:v>0.63086805555212777</c:v>
                </c:pt>
                <c:pt idx="54508">
                  <c:v>0.63087962962890742</c:v>
                </c:pt>
                <c:pt idx="54509">
                  <c:v>0.63089120369841112</c:v>
                </c:pt>
                <c:pt idx="54510">
                  <c:v>0.63090277777519077</c:v>
                </c:pt>
                <c:pt idx="54511">
                  <c:v>0.63091435185197042</c:v>
                </c:pt>
                <c:pt idx="54512">
                  <c:v>0.63092592592147412</c:v>
                </c:pt>
                <c:pt idx="54513">
                  <c:v>0.63093749999825377</c:v>
                </c:pt>
                <c:pt idx="54514">
                  <c:v>0.63094907407503342</c:v>
                </c:pt>
                <c:pt idx="54515">
                  <c:v>0.63096064814453712</c:v>
                </c:pt>
                <c:pt idx="54516">
                  <c:v>0.63097222222131677</c:v>
                </c:pt>
                <c:pt idx="54517">
                  <c:v>0.63098379629082046</c:v>
                </c:pt>
                <c:pt idx="54518">
                  <c:v>0.63099537036760012</c:v>
                </c:pt>
                <c:pt idx="54519">
                  <c:v>0.63100694444437977</c:v>
                </c:pt>
                <c:pt idx="54520">
                  <c:v>0.63101851851388346</c:v>
                </c:pt>
                <c:pt idx="54521">
                  <c:v>0.63103009259066312</c:v>
                </c:pt>
                <c:pt idx="54522">
                  <c:v>0.63104166666744277</c:v>
                </c:pt>
                <c:pt idx="54523">
                  <c:v>0.63105324073694646</c:v>
                </c:pt>
                <c:pt idx="54524">
                  <c:v>0.63106481481372612</c:v>
                </c:pt>
                <c:pt idx="54525">
                  <c:v>0.63107638888322981</c:v>
                </c:pt>
                <c:pt idx="54526">
                  <c:v>0.63108796296000946</c:v>
                </c:pt>
                <c:pt idx="54527">
                  <c:v>0.63109953703678912</c:v>
                </c:pt>
                <c:pt idx="54528">
                  <c:v>0.63111111110629281</c:v>
                </c:pt>
                <c:pt idx="54529">
                  <c:v>0.63112268518307246</c:v>
                </c:pt>
                <c:pt idx="54530">
                  <c:v>0.63113425925985212</c:v>
                </c:pt>
                <c:pt idx="54531">
                  <c:v>0.63114583332935581</c:v>
                </c:pt>
                <c:pt idx="54532">
                  <c:v>0.63115740740613546</c:v>
                </c:pt>
                <c:pt idx="54533">
                  <c:v>0.63116898147563916</c:v>
                </c:pt>
                <c:pt idx="54534">
                  <c:v>0.63118055555241881</c:v>
                </c:pt>
                <c:pt idx="54535">
                  <c:v>0.63119212962919846</c:v>
                </c:pt>
                <c:pt idx="54536">
                  <c:v>0.63120370369870216</c:v>
                </c:pt>
                <c:pt idx="54537">
                  <c:v>0.63121527777548181</c:v>
                </c:pt>
                <c:pt idx="54538">
                  <c:v>0.63122685185226146</c:v>
                </c:pt>
                <c:pt idx="54539">
                  <c:v>0.63123842592176516</c:v>
                </c:pt>
                <c:pt idx="54540">
                  <c:v>0.63124999999854481</c:v>
                </c:pt>
                <c:pt idx="54541">
                  <c:v>0.63126157407532446</c:v>
                </c:pt>
                <c:pt idx="54542">
                  <c:v>0.63127314814482816</c:v>
                </c:pt>
                <c:pt idx="54543">
                  <c:v>0.63128472222160781</c:v>
                </c:pt>
                <c:pt idx="54544">
                  <c:v>0.6312962962911115</c:v>
                </c:pt>
                <c:pt idx="54545">
                  <c:v>0.63130787036789116</c:v>
                </c:pt>
                <c:pt idx="54546">
                  <c:v>0.63131944444467081</c:v>
                </c:pt>
                <c:pt idx="54547">
                  <c:v>0.6313310185141745</c:v>
                </c:pt>
                <c:pt idx="54548">
                  <c:v>0.63134259259095415</c:v>
                </c:pt>
                <c:pt idx="54549">
                  <c:v>0.63135416666773381</c:v>
                </c:pt>
                <c:pt idx="54550">
                  <c:v>0.6313657407372375</c:v>
                </c:pt>
                <c:pt idx="54551">
                  <c:v>0.63137731481401715</c:v>
                </c:pt>
                <c:pt idx="54552">
                  <c:v>0.63138888888352085</c:v>
                </c:pt>
                <c:pt idx="54553">
                  <c:v>0.6314004629603005</c:v>
                </c:pt>
                <c:pt idx="54554">
                  <c:v>0.63141203703708015</c:v>
                </c:pt>
                <c:pt idx="54555">
                  <c:v>0.63142361110658385</c:v>
                </c:pt>
                <c:pt idx="54556">
                  <c:v>0.6314351851833635</c:v>
                </c:pt>
                <c:pt idx="54557">
                  <c:v>0.63144675926014315</c:v>
                </c:pt>
                <c:pt idx="54558">
                  <c:v>0.63145833332964685</c:v>
                </c:pt>
                <c:pt idx="54559">
                  <c:v>0.6314699074064265</c:v>
                </c:pt>
                <c:pt idx="54560">
                  <c:v>0.6314814814759302</c:v>
                </c:pt>
                <c:pt idx="54561">
                  <c:v>0.63149305555270985</c:v>
                </c:pt>
                <c:pt idx="54562">
                  <c:v>0.6315046296294895</c:v>
                </c:pt>
                <c:pt idx="54563">
                  <c:v>0.63151620369899319</c:v>
                </c:pt>
                <c:pt idx="54564">
                  <c:v>0.63152777777577285</c:v>
                </c:pt>
                <c:pt idx="54565">
                  <c:v>0.6315393518525525</c:v>
                </c:pt>
                <c:pt idx="54566">
                  <c:v>0.63155092592205619</c:v>
                </c:pt>
                <c:pt idx="54567">
                  <c:v>0.63156249999883585</c:v>
                </c:pt>
                <c:pt idx="54568">
                  <c:v>0.63157407406833954</c:v>
                </c:pt>
                <c:pt idx="54569">
                  <c:v>0.63158564814511919</c:v>
                </c:pt>
                <c:pt idx="54570">
                  <c:v>0.63159722222189885</c:v>
                </c:pt>
                <c:pt idx="54571">
                  <c:v>0.63160879629140254</c:v>
                </c:pt>
                <c:pt idx="54572">
                  <c:v>0.63162037036818219</c:v>
                </c:pt>
                <c:pt idx="54573">
                  <c:v>0.63163194444496185</c:v>
                </c:pt>
                <c:pt idx="54574">
                  <c:v>0.63164351851446554</c:v>
                </c:pt>
                <c:pt idx="54575">
                  <c:v>0.63165509259124519</c:v>
                </c:pt>
                <c:pt idx="54576">
                  <c:v>0.63166666666074889</c:v>
                </c:pt>
                <c:pt idx="54577">
                  <c:v>0.63167824073752854</c:v>
                </c:pt>
                <c:pt idx="54578">
                  <c:v>0.63168981481430819</c:v>
                </c:pt>
                <c:pt idx="54579">
                  <c:v>0.63170138888381189</c:v>
                </c:pt>
                <c:pt idx="54580">
                  <c:v>0.63171296296059154</c:v>
                </c:pt>
                <c:pt idx="54581">
                  <c:v>0.63172453703737119</c:v>
                </c:pt>
                <c:pt idx="54582">
                  <c:v>0.63173611110687489</c:v>
                </c:pt>
                <c:pt idx="54583">
                  <c:v>0.63174768518365454</c:v>
                </c:pt>
                <c:pt idx="54584">
                  <c:v>0.63175925926043419</c:v>
                </c:pt>
                <c:pt idx="54585">
                  <c:v>0.63177083332993789</c:v>
                </c:pt>
                <c:pt idx="54586">
                  <c:v>0.63178240740671754</c:v>
                </c:pt>
                <c:pt idx="54587">
                  <c:v>0.63179398147622123</c:v>
                </c:pt>
                <c:pt idx="54588">
                  <c:v>0.63180555555300089</c:v>
                </c:pt>
                <c:pt idx="54589">
                  <c:v>0.63181712962978054</c:v>
                </c:pt>
                <c:pt idx="54590">
                  <c:v>0.63182870369928423</c:v>
                </c:pt>
                <c:pt idx="54591">
                  <c:v>0.63184027777606389</c:v>
                </c:pt>
                <c:pt idx="54592">
                  <c:v>0.63185185185284354</c:v>
                </c:pt>
                <c:pt idx="54593">
                  <c:v>0.63186342592234723</c:v>
                </c:pt>
                <c:pt idx="54594">
                  <c:v>0.63187499999912689</c:v>
                </c:pt>
                <c:pt idx="54595">
                  <c:v>0.63188657406863058</c:v>
                </c:pt>
                <c:pt idx="54596">
                  <c:v>0.63189814814541023</c:v>
                </c:pt>
                <c:pt idx="54597">
                  <c:v>0.63190972222218988</c:v>
                </c:pt>
                <c:pt idx="54598">
                  <c:v>0.63192129629169358</c:v>
                </c:pt>
                <c:pt idx="54599">
                  <c:v>0.63193287036847323</c:v>
                </c:pt>
                <c:pt idx="54600">
                  <c:v>0.63194444444525288</c:v>
                </c:pt>
                <c:pt idx="54601">
                  <c:v>0.63195601851475658</c:v>
                </c:pt>
                <c:pt idx="54602">
                  <c:v>0.63196759259153623</c:v>
                </c:pt>
                <c:pt idx="54603">
                  <c:v>0.63197916666103993</c:v>
                </c:pt>
                <c:pt idx="54604">
                  <c:v>0.63199074073781958</c:v>
                </c:pt>
                <c:pt idx="54605">
                  <c:v>0.63200231481459923</c:v>
                </c:pt>
                <c:pt idx="54606">
                  <c:v>0.63201388888410293</c:v>
                </c:pt>
                <c:pt idx="54607">
                  <c:v>0.63202546296088258</c:v>
                </c:pt>
                <c:pt idx="54608">
                  <c:v>0.63203703703766223</c:v>
                </c:pt>
                <c:pt idx="54609">
                  <c:v>0.63204861110716593</c:v>
                </c:pt>
                <c:pt idx="54610">
                  <c:v>0.63206018518394558</c:v>
                </c:pt>
                <c:pt idx="54611">
                  <c:v>0.63207175925344927</c:v>
                </c:pt>
                <c:pt idx="54612">
                  <c:v>0.63208333333022892</c:v>
                </c:pt>
                <c:pt idx="54613">
                  <c:v>0.63209490740700858</c:v>
                </c:pt>
                <c:pt idx="54614">
                  <c:v>0.63210648147651227</c:v>
                </c:pt>
                <c:pt idx="54615">
                  <c:v>0.63211805555329192</c:v>
                </c:pt>
                <c:pt idx="54616">
                  <c:v>0.63212962963007158</c:v>
                </c:pt>
                <c:pt idx="54617">
                  <c:v>0.63214120369957527</c:v>
                </c:pt>
                <c:pt idx="54618">
                  <c:v>0.63215277777635492</c:v>
                </c:pt>
                <c:pt idx="54619">
                  <c:v>0.63216435185313458</c:v>
                </c:pt>
                <c:pt idx="54620">
                  <c:v>0.63217592592263827</c:v>
                </c:pt>
                <c:pt idx="54621">
                  <c:v>0.63218749999941792</c:v>
                </c:pt>
                <c:pt idx="54622">
                  <c:v>0.63219907406892162</c:v>
                </c:pt>
                <c:pt idx="54623">
                  <c:v>0.63221064814570127</c:v>
                </c:pt>
                <c:pt idx="54624">
                  <c:v>0.63222222222248092</c:v>
                </c:pt>
                <c:pt idx="54625">
                  <c:v>0.63223379629198462</c:v>
                </c:pt>
                <c:pt idx="54626">
                  <c:v>0.63224537036876427</c:v>
                </c:pt>
                <c:pt idx="54627">
                  <c:v>0.63225694444554392</c:v>
                </c:pt>
                <c:pt idx="54628">
                  <c:v>0.63226851851504762</c:v>
                </c:pt>
                <c:pt idx="54629">
                  <c:v>0.63228009259182727</c:v>
                </c:pt>
                <c:pt idx="54630">
                  <c:v>0.63229166666133096</c:v>
                </c:pt>
                <c:pt idx="54631">
                  <c:v>0.63230324073811062</c:v>
                </c:pt>
                <c:pt idx="54632">
                  <c:v>0.63231481481489027</c:v>
                </c:pt>
                <c:pt idx="54633">
                  <c:v>0.63232638888439396</c:v>
                </c:pt>
                <c:pt idx="54634">
                  <c:v>0.63233796296117362</c:v>
                </c:pt>
                <c:pt idx="54635">
                  <c:v>0.63234953703795327</c:v>
                </c:pt>
                <c:pt idx="54636">
                  <c:v>0.63236111110745696</c:v>
                </c:pt>
                <c:pt idx="54637">
                  <c:v>0.63237268518423662</c:v>
                </c:pt>
                <c:pt idx="54638">
                  <c:v>0.63238425925374031</c:v>
                </c:pt>
                <c:pt idx="54639">
                  <c:v>0.63239583333051996</c:v>
                </c:pt>
                <c:pt idx="54640">
                  <c:v>0.63240740740729962</c:v>
                </c:pt>
                <c:pt idx="54641">
                  <c:v>0.63241898147680331</c:v>
                </c:pt>
                <c:pt idx="54642">
                  <c:v>0.63243055555358296</c:v>
                </c:pt>
                <c:pt idx="54643">
                  <c:v>0.63244212963036261</c:v>
                </c:pt>
                <c:pt idx="54644">
                  <c:v>0.63245370369986631</c:v>
                </c:pt>
                <c:pt idx="54645">
                  <c:v>0.63246527777664596</c:v>
                </c:pt>
                <c:pt idx="54646">
                  <c:v>0.63247685184614966</c:v>
                </c:pt>
                <c:pt idx="54647">
                  <c:v>0.63248842592292931</c:v>
                </c:pt>
                <c:pt idx="54648">
                  <c:v>0.63249999999970896</c:v>
                </c:pt>
                <c:pt idx="54649">
                  <c:v>0.63251157406921266</c:v>
                </c:pt>
                <c:pt idx="54650">
                  <c:v>0.63252314814599231</c:v>
                </c:pt>
                <c:pt idx="54651">
                  <c:v>0.63253472222277196</c:v>
                </c:pt>
                <c:pt idx="54652">
                  <c:v>0.63254629629227566</c:v>
                </c:pt>
                <c:pt idx="54653">
                  <c:v>0.63255787036905531</c:v>
                </c:pt>
                <c:pt idx="54654">
                  <c:v>0.632569444438559</c:v>
                </c:pt>
                <c:pt idx="54655">
                  <c:v>0.63258101851533866</c:v>
                </c:pt>
                <c:pt idx="54656">
                  <c:v>0.63259259259211831</c:v>
                </c:pt>
                <c:pt idx="54657">
                  <c:v>0.632604166661622</c:v>
                </c:pt>
                <c:pt idx="54658">
                  <c:v>0.63261574073840166</c:v>
                </c:pt>
                <c:pt idx="54659">
                  <c:v>0.63262731481518131</c:v>
                </c:pt>
                <c:pt idx="54660">
                  <c:v>0.632638888884685</c:v>
                </c:pt>
                <c:pt idx="54661">
                  <c:v>0.63265046296146465</c:v>
                </c:pt>
                <c:pt idx="54662">
                  <c:v>0.63266203703824431</c:v>
                </c:pt>
                <c:pt idx="54663">
                  <c:v>0.632673611107748</c:v>
                </c:pt>
                <c:pt idx="54664">
                  <c:v>0.63268518518452765</c:v>
                </c:pt>
                <c:pt idx="54665">
                  <c:v>0.63269675925403135</c:v>
                </c:pt>
                <c:pt idx="54666">
                  <c:v>0.632708333330811</c:v>
                </c:pt>
                <c:pt idx="54667">
                  <c:v>0.63271990740759065</c:v>
                </c:pt>
                <c:pt idx="54668">
                  <c:v>0.63273148147709435</c:v>
                </c:pt>
                <c:pt idx="54669">
                  <c:v>0.632743055553874</c:v>
                </c:pt>
                <c:pt idx="54670">
                  <c:v>0.63275462963065365</c:v>
                </c:pt>
                <c:pt idx="54671">
                  <c:v>0.63276620370015735</c:v>
                </c:pt>
                <c:pt idx="54672">
                  <c:v>0.632777777776937</c:v>
                </c:pt>
                <c:pt idx="54673">
                  <c:v>0.6327893518464407</c:v>
                </c:pt>
                <c:pt idx="54674">
                  <c:v>0.63280092592322035</c:v>
                </c:pt>
                <c:pt idx="54675">
                  <c:v>0.6328125</c:v>
                </c:pt>
                <c:pt idx="54676">
                  <c:v>0.63282407406950369</c:v>
                </c:pt>
                <c:pt idx="54677">
                  <c:v>0.63283564814628335</c:v>
                </c:pt>
                <c:pt idx="54678">
                  <c:v>0.632847222223063</c:v>
                </c:pt>
                <c:pt idx="54679">
                  <c:v>0.63285879629256669</c:v>
                </c:pt>
                <c:pt idx="54680">
                  <c:v>0.63287037036934635</c:v>
                </c:pt>
                <c:pt idx="54681">
                  <c:v>0.63288194443885004</c:v>
                </c:pt>
                <c:pt idx="54682">
                  <c:v>0.63289351851562969</c:v>
                </c:pt>
                <c:pt idx="54683">
                  <c:v>0.63290509259240935</c:v>
                </c:pt>
                <c:pt idx="54684">
                  <c:v>0.63291666666191304</c:v>
                </c:pt>
                <c:pt idx="54685">
                  <c:v>0.63292824073869269</c:v>
                </c:pt>
                <c:pt idx="54686">
                  <c:v>0.63293981481547235</c:v>
                </c:pt>
                <c:pt idx="54687">
                  <c:v>0.63295138888497604</c:v>
                </c:pt>
                <c:pt idx="54688">
                  <c:v>0.63296296296175569</c:v>
                </c:pt>
                <c:pt idx="54689">
                  <c:v>0.63297453703125939</c:v>
                </c:pt>
                <c:pt idx="54690">
                  <c:v>0.63298611110803904</c:v>
                </c:pt>
                <c:pt idx="54691">
                  <c:v>0.63299768518481869</c:v>
                </c:pt>
                <c:pt idx="54692">
                  <c:v>0.63300925925432239</c:v>
                </c:pt>
                <c:pt idx="54693">
                  <c:v>0.63302083333110204</c:v>
                </c:pt>
                <c:pt idx="54694">
                  <c:v>0.63303240740788169</c:v>
                </c:pt>
                <c:pt idx="54695">
                  <c:v>0.63304398147738539</c:v>
                </c:pt>
                <c:pt idx="54696">
                  <c:v>0.63305555555416504</c:v>
                </c:pt>
                <c:pt idx="54697">
                  <c:v>0.63306712963094469</c:v>
                </c:pt>
                <c:pt idx="54698">
                  <c:v>0.63307870370044839</c:v>
                </c:pt>
                <c:pt idx="54699">
                  <c:v>0.63309027777722804</c:v>
                </c:pt>
                <c:pt idx="54700">
                  <c:v>0.63310185184673173</c:v>
                </c:pt>
                <c:pt idx="54701">
                  <c:v>0.63311342592351139</c:v>
                </c:pt>
                <c:pt idx="54702">
                  <c:v>0.63312500000029104</c:v>
                </c:pt>
                <c:pt idx="54703">
                  <c:v>0.63313657406979473</c:v>
                </c:pt>
                <c:pt idx="54704">
                  <c:v>0.63314814814657439</c:v>
                </c:pt>
                <c:pt idx="54705">
                  <c:v>0.63315972222335404</c:v>
                </c:pt>
                <c:pt idx="54706">
                  <c:v>0.63317129629285773</c:v>
                </c:pt>
                <c:pt idx="54707">
                  <c:v>0.63318287036963739</c:v>
                </c:pt>
                <c:pt idx="54708">
                  <c:v>0.63319444443914108</c:v>
                </c:pt>
                <c:pt idx="54709">
                  <c:v>0.63320601851592073</c:v>
                </c:pt>
                <c:pt idx="54710">
                  <c:v>0.63321759259270038</c:v>
                </c:pt>
                <c:pt idx="54711">
                  <c:v>0.63322916666220408</c:v>
                </c:pt>
                <c:pt idx="54712">
                  <c:v>0.63324074073898373</c:v>
                </c:pt>
                <c:pt idx="54713">
                  <c:v>0.63325231481576338</c:v>
                </c:pt>
                <c:pt idx="54714">
                  <c:v>0.63326388888526708</c:v>
                </c:pt>
                <c:pt idx="54715">
                  <c:v>0.63327546296204673</c:v>
                </c:pt>
                <c:pt idx="54716">
                  <c:v>0.63328703703155043</c:v>
                </c:pt>
                <c:pt idx="54717">
                  <c:v>0.63329861110833008</c:v>
                </c:pt>
                <c:pt idx="54718">
                  <c:v>0.63331018518510973</c:v>
                </c:pt>
                <c:pt idx="54719">
                  <c:v>0.63332175925461343</c:v>
                </c:pt>
                <c:pt idx="54720">
                  <c:v>0.63333333333139308</c:v>
                </c:pt>
                <c:pt idx="54721">
                  <c:v>0.63334490740817273</c:v>
                </c:pt>
                <c:pt idx="54722">
                  <c:v>0.63335648147767643</c:v>
                </c:pt>
                <c:pt idx="54723">
                  <c:v>0.63336805555445608</c:v>
                </c:pt>
                <c:pt idx="54724">
                  <c:v>0.63337962962395977</c:v>
                </c:pt>
                <c:pt idx="54725">
                  <c:v>0.63339120370073942</c:v>
                </c:pt>
                <c:pt idx="54726">
                  <c:v>0.63340277777751908</c:v>
                </c:pt>
                <c:pt idx="54727">
                  <c:v>0.63341435184702277</c:v>
                </c:pt>
                <c:pt idx="54728">
                  <c:v>0.63342592592380242</c:v>
                </c:pt>
                <c:pt idx="54729">
                  <c:v>0.63343750000058208</c:v>
                </c:pt>
                <c:pt idx="54730">
                  <c:v>0.63344907407008577</c:v>
                </c:pt>
                <c:pt idx="54731">
                  <c:v>0.63346064814686542</c:v>
                </c:pt>
                <c:pt idx="54732">
                  <c:v>0.63347222221636912</c:v>
                </c:pt>
                <c:pt idx="54733">
                  <c:v>0.63348379629314877</c:v>
                </c:pt>
                <c:pt idx="54734">
                  <c:v>0.63349537036992842</c:v>
                </c:pt>
                <c:pt idx="54735">
                  <c:v>0.63350694443943212</c:v>
                </c:pt>
                <c:pt idx="54736">
                  <c:v>0.63351851851621177</c:v>
                </c:pt>
                <c:pt idx="54737">
                  <c:v>0.63353009259299142</c:v>
                </c:pt>
                <c:pt idx="54738">
                  <c:v>0.63354166666249512</c:v>
                </c:pt>
                <c:pt idx="54739">
                  <c:v>0.63355324073927477</c:v>
                </c:pt>
                <c:pt idx="54740">
                  <c:v>0.63356481481605442</c:v>
                </c:pt>
                <c:pt idx="54741">
                  <c:v>0.63357638888555812</c:v>
                </c:pt>
                <c:pt idx="54742">
                  <c:v>0.63358796296233777</c:v>
                </c:pt>
                <c:pt idx="54743">
                  <c:v>0.63359953703184146</c:v>
                </c:pt>
                <c:pt idx="54744">
                  <c:v>0.63361111110862112</c:v>
                </c:pt>
                <c:pt idx="54745">
                  <c:v>0.63362268518540077</c:v>
                </c:pt>
                <c:pt idx="54746">
                  <c:v>0.63363425925490446</c:v>
                </c:pt>
                <c:pt idx="54747">
                  <c:v>0.63364583333168412</c:v>
                </c:pt>
                <c:pt idx="54748">
                  <c:v>0.63365740740846377</c:v>
                </c:pt>
                <c:pt idx="54749">
                  <c:v>0.63366898147796746</c:v>
                </c:pt>
                <c:pt idx="54750">
                  <c:v>0.63368055555474712</c:v>
                </c:pt>
                <c:pt idx="54751">
                  <c:v>0.63369212962425081</c:v>
                </c:pt>
                <c:pt idx="54752">
                  <c:v>0.63370370370103046</c:v>
                </c:pt>
                <c:pt idx="54753">
                  <c:v>0.63371527777781012</c:v>
                </c:pt>
                <c:pt idx="54754">
                  <c:v>0.63372685184731381</c:v>
                </c:pt>
                <c:pt idx="54755">
                  <c:v>0.63373842592409346</c:v>
                </c:pt>
                <c:pt idx="54756">
                  <c:v>0.63375000000087311</c:v>
                </c:pt>
                <c:pt idx="54757">
                  <c:v>0.63376157407037681</c:v>
                </c:pt>
                <c:pt idx="54758">
                  <c:v>0.63377314814715646</c:v>
                </c:pt>
                <c:pt idx="54759">
                  <c:v>0.63378472221666016</c:v>
                </c:pt>
                <c:pt idx="54760">
                  <c:v>0.63379629629343981</c:v>
                </c:pt>
                <c:pt idx="54761">
                  <c:v>0.63380787037021946</c:v>
                </c:pt>
                <c:pt idx="54762">
                  <c:v>0.63381944443972316</c:v>
                </c:pt>
                <c:pt idx="54763">
                  <c:v>0.63383101851650281</c:v>
                </c:pt>
                <c:pt idx="54764">
                  <c:v>0.63384259259328246</c:v>
                </c:pt>
                <c:pt idx="54765">
                  <c:v>0.63385416666278616</c:v>
                </c:pt>
                <c:pt idx="54766">
                  <c:v>0.63386574073956581</c:v>
                </c:pt>
                <c:pt idx="54767">
                  <c:v>0.6338773148090695</c:v>
                </c:pt>
                <c:pt idx="54768">
                  <c:v>0.63388888888584916</c:v>
                </c:pt>
                <c:pt idx="54769">
                  <c:v>0.63390046296262881</c:v>
                </c:pt>
                <c:pt idx="54770">
                  <c:v>0.6339120370321325</c:v>
                </c:pt>
                <c:pt idx="54771">
                  <c:v>0.63392361110891216</c:v>
                </c:pt>
                <c:pt idx="54772">
                  <c:v>0.63393518518569181</c:v>
                </c:pt>
                <c:pt idx="54773">
                  <c:v>0.6339467592551955</c:v>
                </c:pt>
                <c:pt idx="54774">
                  <c:v>0.63395833333197515</c:v>
                </c:pt>
                <c:pt idx="54775">
                  <c:v>0.63396990740147885</c:v>
                </c:pt>
                <c:pt idx="54776">
                  <c:v>0.6339814814782585</c:v>
                </c:pt>
                <c:pt idx="54777">
                  <c:v>0.63399305555503815</c:v>
                </c:pt>
                <c:pt idx="54778">
                  <c:v>0.63400462962454185</c:v>
                </c:pt>
                <c:pt idx="54779">
                  <c:v>0.6340162037013215</c:v>
                </c:pt>
                <c:pt idx="54780">
                  <c:v>0.63402777777810115</c:v>
                </c:pt>
                <c:pt idx="54781">
                  <c:v>0.63403935184760485</c:v>
                </c:pt>
                <c:pt idx="54782">
                  <c:v>0.6340509259243845</c:v>
                </c:pt>
                <c:pt idx="54783">
                  <c:v>0.63406250000116415</c:v>
                </c:pt>
                <c:pt idx="54784">
                  <c:v>0.63407407407066785</c:v>
                </c:pt>
                <c:pt idx="54785">
                  <c:v>0.6340856481474475</c:v>
                </c:pt>
                <c:pt idx="54786">
                  <c:v>0.6340972222169512</c:v>
                </c:pt>
                <c:pt idx="54787">
                  <c:v>0.63410879629373085</c:v>
                </c:pt>
                <c:pt idx="54788">
                  <c:v>0.6341203703705105</c:v>
                </c:pt>
                <c:pt idx="54789">
                  <c:v>0.63413194444001419</c:v>
                </c:pt>
                <c:pt idx="54790">
                  <c:v>0.63414351851679385</c:v>
                </c:pt>
                <c:pt idx="54791">
                  <c:v>0.6341550925935735</c:v>
                </c:pt>
                <c:pt idx="54792">
                  <c:v>0.63416666666307719</c:v>
                </c:pt>
                <c:pt idx="54793">
                  <c:v>0.63417824073985685</c:v>
                </c:pt>
                <c:pt idx="54794">
                  <c:v>0.63418981480936054</c:v>
                </c:pt>
                <c:pt idx="54795">
                  <c:v>0.63420138888614019</c:v>
                </c:pt>
                <c:pt idx="54796">
                  <c:v>0.63421296296291985</c:v>
                </c:pt>
                <c:pt idx="54797">
                  <c:v>0.63422453703242354</c:v>
                </c:pt>
                <c:pt idx="54798">
                  <c:v>0.63423611110920319</c:v>
                </c:pt>
                <c:pt idx="54799">
                  <c:v>0.63424768518598285</c:v>
                </c:pt>
                <c:pt idx="54800">
                  <c:v>0.63425925925548654</c:v>
                </c:pt>
                <c:pt idx="54801">
                  <c:v>0.63427083333226619</c:v>
                </c:pt>
                <c:pt idx="54802">
                  <c:v>0.63428240740176989</c:v>
                </c:pt>
                <c:pt idx="54803">
                  <c:v>0.63429398147854954</c:v>
                </c:pt>
                <c:pt idx="54804">
                  <c:v>0.63430555555532919</c:v>
                </c:pt>
                <c:pt idx="54805">
                  <c:v>0.63431712962483289</c:v>
                </c:pt>
                <c:pt idx="54806">
                  <c:v>0.63432870370161254</c:v>
                </c:pt>
                <c:pt idx="54807">
                  <c:v>0.63434027777839219</c:v>
                </c:pt>
                <c:pt idx="54808">
                  <c:v>0.63435185184789589</c:v>
                </c:pt>
                <c:pt idx="54809">
                  <c:v>0.63436342592467554</c:v>
                </c:pt>
                <c:pt idx="54810">
                  <c:v>0.63437499999417923</c:v>
                </c:pt>
                <c:pt idx="54811">
                  <c:v>0.63438657407095889</c:v>
                </c:pt>
                <c:pt idx="54812">
                  <c:v>0.63439814814773854</c:v>
                </c:pt>
                <c:pt idx="54813">
                  <c:v>0.63440972221724223</c:v>
                </c:pt>
                <c:pt idx="54814">
                  <c:v>0.63442129629402189</c:v>
                </c:pt>
                <c:pt idx="54815">
                  <c:v>0.63443287037080154</c:v>
                </c:pt>
                <c:pt idx="54816">
                  <c:v>0.63444444444030523</c:v>
                </c:pt>
                <c:pt idx="54817">
                  <c:v>0.63445601851708489</c:v>
                </c:pt>
                <c:pt idx="54818">
                  <c:v>0.63446759259386454</c:v>
                </c:pt>
                <c:pt idx="54819">
                  <c:v>0.63447916666336823</c:v>
                </c:pt>
                <c:pt idx="54820">
                  <c:v>0.63449074074014788</c:v>
                </c:pt>
                <c:pt idx="54821">
                  <c:v>0.63450231480965158</c:v>
                </c:pt>
                <c:pt idx="54822">
                  <c:v>0.63451388888643123</c:v>
                </c:pt>
                <c:pt idx="54823">
                  <c:v>0.63452546296321088</c:v>
                </c:pt>
                <c:pt idx="54824">
                  <c:v>0.63453703703271458</c:v>
                </c:pt>
                <c:pt idx="54825">
                  <c:v>0.63454861110949423</c:v>
                </c:pt>
                <c:pt idx="54826">
                  <c:v>0.63456018518627388</c:v>
                </c:pt>
                <c:pt idx="54827">
                  <c:v>0.63457175925577758</c:v>
                </c:pt>
                <c:pt idx="54828">
                  <c:v>0.63458333333255723</c:v>
                </c:pt>
                <c:pt idx="54829">
                  <c:v>0.63459490740206093</c:v>
                </c:pt>
                <c:pt idx="54830">
                  <c:v>0.63460648147884058</c:v>
                </c:pt>
                <c:pt idx="54831">
                  <c:v>0.63461805555562023</c:v>
                </c:pt>
                <c:pt idx="54832">
                  <c:v>0.63462962962512393</c:v>
                </c:pt>
                <c:pt idx="54833">
                  <c:v>0.63464120370190358</c:v>
                </c:pt>
                <c:pt idx="54834">
                  <c:v>0.63465277777868323</c:v>
                </c:pt>
                <c:pt idx="54835">
                  <c:v>0.63466435184818693</c:v>
                </c:pt>
                <c:pt idx="54836">
                  <c:v>0.63467592592496658</c:v>
                </c:pt>
                <c:pt idx="54837">
                  <c:v>0.63468749999447027</c:v>
                </c:pt>
                <c:pt idx="54838">
                  <c:v>0.63469907407124992</c:v>
                </c:pt>
                <c:pt idx="54839">
                  <c:v>0.63471064814802958</c:v>
                </c:pt>
                <c:pt idx="54840">
                  <c:v>0.63472222221753327</c:v>
                </c:pt>
                <c:pt idx="54841">
                  <c:v>0.63473379629431292</c:v>
                </c:pt>
                <c:pt idx="54842">
                  <c:v>0.63474537037109258</c:v>
                </c:pt>
                <c:pt idx="54843">
                  <c:v>0.63475694444059627</c:v>
                </c:pt>
                <c:pt idx="54844">
                  <c:v>0.63476851851737592</c:v>
                </c:pt>
                <c:pt idx="54845">
                  <c:v>0.63478009258687962</c:v>
                </c:pt>
                <c:pt idx="54846">
                  <c:v>0.63479166666365927</c:v>
                </c:pt>
                <c:pt idx="54847">
                  <c:v>0.63480324074043892</c:v>
                </c:pt>
                <c:pt idx="54848">
                  <c:v>0.63481481480994262</c:v>
                </c:pt>
                <c:pt idx="54849">
                  <c:v>0.63482638888672227</c:v>
                </c:pt>
                <c:pt idx="54850">
                  <c:v>0.63483796296350192</c:v>
                </c:pt>
                <c:pt idx="54851">
                  <c:v>0.63484953703300562</c:v>
                </c:pt>
                <c:pt idx="54852">
                  <c:v>0.63486111110978527</c:v>
                </c:pt>
                <c:pt idx="54853">
                  <c:v>0.63487268517928896</c:v>
                </c:pt>
                <c:pt idx="54854">
                  <c:v>0.63488425925606862</c:v>
                </c:pt>
                <c:pt idx="54855">
                  <c:v>0.63489583333284827</c:v>
                </c:pt>
                <c:pt idx="54856">
                  <c:v>0.63490740740235196</c:v>
                </c:pt>
                <c:pt idx="54857">
                  <c:v>0.63491898147913162</c:v>
                </c:pt>
                <c:pt idx="54858">
                  <c:v>0.63493055555591127</c:v>
                </c:pt>
                <c:pt idx="54859">
                  <c:v>0.63494212962541496</c:v>
                </c:pt>
                <c:pt idx="54860">
                  <c:v>0.63495370370219462</c:v>
                </c:pt>
                <c:pt idx="54861">
                  <c:v>0.63496527777897427</c:v>
                </c:pt>
                <c:pt idx="54862">
                  <c:v>0.63497685184847796</c:v>
                </c:pt>
                <c:pt idx="54863">
                  <c:v>0.63498842592525762</c:v>
                </c:pt>
                <c:pt idx="54864">
                  <c:v>0.63499999999476131</c:v>
                </c:pt>
                <c:pt idx="54865">
                  <c:v>0.63501157407154096</c:v>
                </c:pt>
                <c:pt idx="54866">
                  <c:v>0.63502314814832062</c:v>
                </c:pt>
                <c:pt idx="54867">
                  <c:v>0.63503472221782431</c:v>
                </c:pt>
                <c:pt idx="54868">
                  <c:v>0.63504629629460396</c:v>
                </c:pt>
                <c:pt idx="54869">
                  <c:v>0.63505787037138361</c:v>
                </c:pt>
                <c:pt idx="54870">
                  <c:v>0.63506944444088731</c:v>
                </c:pt>
                <c:pt idx="54871">
                  <c:v>0.63508101851766696</c:v>
                </c:pt>
                <c:pt idx="54872">
                  <c:v>0.63509259258717066</c:v>
                </c:pt>
                <c:pt idx="54873">
                  <c:v>0.63510416666395031</c:v>
                </c:pt>
                <c:pt idx="54874">
                  <c:v>0.63511574074072996</c:v>
                </c:pt>
                <c:pt idx="54875">
                  <c:v>0.63512731481023366</c:v>
                </c:pt>
                <c:pt idx="54876">
                  <c:v>0.63513888888701331</c:v>
                </c:pt>
                <c:pt idx="54877">
                  <c:v>0.63515046296379296</c:v>
                </c:pt>
                <c:pt idx="54878">
                  <c:v>0.63516203703329666</c:v>
                </c:pt>
                <c:pt idx="54879">
                  <c:v>0.63517361111007631</c:v>
                </c:pt>
                <c:pt idx="54880">
                  <c:v>0.63518518517958</c:v>
                </c:pt>
                <c:pt idx="54881">
                  <c:v>0.63519675925635966</c:v>
                </c:pt>
                <c:pt idx="54882">
                  <c:v>0.63520833333313931</c:v>
                </c:pt>
                <c:pt idx="54883">
                  <c:v>0.635219907402643</c:v>
                </c:pt>
                <c:pt idx="54884">
                  <c:v>0.63523148147942265</c:v>
                </c:pt>
                <c:pt idx="54885">
                  <c:v>0.63524305555620231</c:v>
                </c:pt>
                <c:pt idx="54886">
                  <c:v>0.635254629625706</c:v>
                </c:pt>
                <c:pt idx="54887">
                  <c:v>0.63526620370248565</c:v>
                </c:pt>
                <c:pt idx="54888">
                  <c:v>0.63527777777198935</c:v>
                </c:pt>
                <c:pt idx="54889">
                  <c:v>0.635289351848769</c:v>
                </c:pt>
                <c:pt idx="54890">
                  <c:v>0.63530092592554865</c:v>
                </c:pt>
                <c:pt idx="54891">
                  <c:v>0.63531249999505235</c:v>
                </c:pt>
                <c:pt idx="54892">
                  <c:v>0.635324074071832</c:v>
                </c:pt>
                <c:pt idx="54893">
                  <c:v>0.63533564814861165</c:v>
                </c:pt>
                <c:pt idx="54894">
                  <c:v>0.63534722221811535</c:v>
                </c:pt>
                <c:pt idx="54895">
                  <c:v>0.635358796294895</c:v>
                </c:pt>
                <c:pt idx="54896">
                  <c:v>0.63537037037167465</c:v>
                </c:pt>
                <c:pt idx="54897">
                  <c:v>0.63538194444117835</c:v>
                </c:pt>
                <c:pt idx="54898">
                  <c:v>0.635393518517958</c:v>
                </c:pt>
                <c:pt idx="54899">
                  <c:v>0.6354050925874617</c:v>
                </c:pt>
                <c:pt idx="54900">
                  <c:v>0.63541666666424135</c:v>
                </c:pt>
                <c:pt idx="54901">
                  <c:v>0.635428240741021</c:v>
                </c:pt>
                <c:pt idx="54902">
                  <c:v>0.63543981481052469</c:v>
                </c:pt>
                <c:pt idx="54903">
                  <c:v>0.63545138888730435</c:v>
                </c:pt>
                <c:pt idx="54904">
                  <c:v>0.635462962964084</c:v>
                </c:pt>
                <c:pt idx="54905">
                  <c:v>0.63547453703358769</c:v>
                </c:pt>
                <c:pt idx="54906">
                  <c:v>0.63548611111036735</c:v>
                </c:pt>
                <c:pt idx="54907">
                  <c:v>0.63549768517987104</c:v>
                </c:pt>
                <c:pt idx="54908">
                  <c:v>0.63550925925665069</c:v>
                </c:pt>
                <c:pt idx="54909">
                  <c:v>0.63552083333343035</c:v>
                </c:pt>
                <c:pt idx="54910">
                  <c:v>0.63553240740293404</c:v>
                </c:pt>
                <c:pt idx="54911">
                  <c:v>0.63554398147971369</c:v>
                </c:pt>
                <c:pt idx="54912">
                  <c:v>0.63555555555649335</c:v>
                </c:pt>
                <c:pt idx="54913">
                  <c:v>0.63556712962599704</c:v>
                </c:pt>
                <c:pt idx="54914">
                  <c:v>0.63557870370277669</c:v>
                </c:pt>
                <c:pt idx="54915">
                  <c:v>0.63559027777228039</c:v>
                </c:pt>
                <c:pt idx="54916">
                  <c:v>0.63560185184906004</c:v>
                </c:pt>
                <c:pt idx="54917">
                  <c:v>0.63561342592583969</c:v>
                </c:pt>
                <c:pt idx="54918">
                  <c:v>0.63562499999534339</c:v>
                </c:pt>
                <c:pt idx="54919">
                  <c:v>0.63563657407212304</c:v>
                </c:pt>
                <c:pt idx="54920">
                  <c:v>0.63564814814890269</c:v>
                </c:pt>
                <c:pt idx="54921">
                  <c:v>0.63565972221840639</c:v>
                </c:pt>
                <c:pt idx="54922">
                  <c:v>0.63567129629518604</c:v>
                </c:pt>
                <c:pt idx="54923">
                  <c:v>0.63568287036468973</c:v>
                </c:pt>
                <c:pt idx="54924">
                  <c:v>0.63569444444146939</c:v>
                </c:pt>
                <c:pt idx="54925">
                  <c:v>0.63570601851824904</c:v>
                </c:pt>
                <c:pt idx="54926">
                  <c:v>0.63571759258775273</c:v>
                </c:pt>
                <c:pt idx="54927">
                  <c:v>0.63572916666453239</c:v>
                </c:pt>
                <c:pt idx="54928">
                  <c:v>0.63574074074131204</c:v>
                </c:pt>
                <c:pt idx="54929">
                  <c:v>0.63575231481081573</c:v>
                </c:pt>
                <c:pt idx="54930">
                  <c:v>0.63576388888759539</c:v>
                </c:pt>
                <c:pt idx="54931">
                  <c:v>0.63577546295709908</c:v>
                </c:pt>
                <c:pt idx="54932">
                  <c:v>0.63578703703387873</c:v>
                </c:pt>
                <c:pt idx="54933">
                  <c:v>0.63579861111065838</c:v>
                </c:pt>
                <c:pt idx="54934">
                  <c:v>0.63581018518016208</c:v>
                </c:pt>
                <c:pt idx="54935">
                  <c:v>0.63582175925694173</c:v>
                </c:pt>
                <c:pt idx="54936">
                  <c:v>0.63583333333372138</c:v>
                </c:pt>
                <c:pt idx="54937">
                  <c:v>0.63584490740322508</c:v>
                </c:pt>
                <c:pt idx="54938">
                  <c:v>0.63585648148000473</c:v>
                </c:pt>
                <c:pt idx="54939">
                  <c:v>0.63586805555678438</c:v>
                </c:pt>
                <c:pt idx="54940">
                  <c:v>0.63587962962628808</c:v>
                </c:pt>
                <c:pt idx="54941">
                  <c:v>0.63589120370306773</c:v>
                </c:pt>
                <c:pt idx="54942">
                  <c:v>0.63590277777257143</c:v>
                </c:pt>
                <c:pt idx="54943">
                  <c:v>0.63591435184935108</c:v>
                </c:pt>
                <c:pt idx="54944">
                  <c:v>0.63592592592613073</c:v>
                </c:pt>
                <c:pt idx="54945">
                  <c:v>0.63593749999563443</c:v>
                </c:pt>
                <c:pt idx="54946">
                  <c:v>0.63594907407241408</c:v>
                </c:pt>
                <c:pt idx="54947">
                  <c:v>0.63596064814919373</c:v>
                </c:pt>
                <c:pt idx="54948">
                  <c:v>0.63597222221869742</c:v>
                </c:pt>
                <c:pt idx="54949">
                  <c:v>0.63598379629547708</c:v>
                </c:pt>
                <c:pt idx="54950">
                  <c:v>0.63599537036498077</c:v>
                </c:pt>
                <c:pt idx="54951">
                  <c:v>0.63600694444176042</c:v>
                </c:pt>
                <c:pt idx="54952">
                  <c:v>0.63601851851854008</c:v>
                </c:pt>
                <c:pt idx="54953">
                  <c:v>0.63603009258804377</c:v>
                </c:pt>
                <c:pt idx="54954">
                  <c:v>0.63604166666482342</c:v>
                </c:pt>
                <c:pt idx="54955">
                  <c:v>0.63605324074160308</c:v>
                </c:pt>
                <c:pt idx="54956">
                  <c:v>0.63606481481110677</c:v>
                </c:pt>
                <c:pt idx="54957">
                  <c:v>0.63607638888788642</c:v>
                </c:pt>
                <c:pt idx="54958">
                  <c:v>0.63608796295739012</c:v>
                </c:pt>
                <c:pt idx="54959">
                  <c:v>0.63609953703416977</c:v>
                </c:pt>
                <c:pt idx="54960">
                  <c:v>0.63611111111094942</c:v>
                </c:pt>
                <c:pt idx="54961">
                  <c:v>0.63612268518045312</c:v>
                </c:pt>
                <c:pt idx="54962">
                  <c:v>0.63613425925723277</c:v>
                </c:pt>
                <c:pt idx="54963">
                  <c:v>0.63614583333401242</c:v>
                </c:pt>
                <c:pt idx="54964">
                  <c:v>0.63615740740351612</c:v>
                </c:pt>
                <c:pt idx="54965">
                  <c:v>0.63616898148029577</c:v>
                </c:pt>
                <c:pt idx="54966">
                  <c:v>0.63618055554979946</c:v>
                </c:pt>
                <c:pt idx="54967">
                  <c:v>0.63619212962657912</c:v>
                </c:pt>
                <c:pt idx="54968">
                  <c:v>0.63620370370335877</c:v>
                </c:pt>
                <c:pt idx="54969">
                  <c:v>0.63621527777286246</c:v>
                </c:pt>
                <c:pt idx="54970">
                  <c:v>0.63622685184964212</c:v>
                </c:pt>
                <c:pt idx="54971">
                  <c:v>0.63623842592642177</c:v>
                </c:pt>
                <c:pt idx="54972">
                  <c:v>0.63624999999592546</c:v>
                </c:pt>
                <c:pt idx="54973">
                  <c:v>0.63626157407270512</c:v>
                </c:pt>
                <c:pt idx="54974">
                  <c:v>0.63627314814948477</c:v>
                </c:pt>
                <c:pt idx="54975">
                  <c:v>0.63628472221898846</c:v>
                </c:pt>
                <c:pt idx="54976">
                  <c:v>0.63629629629576812</c:v>
                </c:pt>
                <c:pt idx="54977">
                  <c:v>0.63630787036527181</c:v>
                </c:pt>
                <c:pt idx="54978">
                  <c:v>0.63631944444205146</c:v>
                </c:pt>
                <c:pt idx="54979">
                  <c:v>0.63633101851883112</c:v>
                </c:pt>
                <c:pt idx="54980">
                  <c:v>0.63634259258833481</c:v>
                </c:pt>
                <c:pt idx="54981">
                  <c:v>0.63635416666511446</c:v>
                </c:pt>
                <c:pt idx="54982">
                  <c:v>0.63636574074189411</c:v>
                </c:pt>
                <c:pt idx="54983">
                  <c:v>0.63637731481139781</c:v>
                </c:pt>
                <c:pt idx="54984">
                  <c:v>0.63638888888817746</c:v>
                </c:pt>
                <c:pt idx="54985">
                  <c:v>0.63640046295768116</c:v>
                </c:pt>
                <c:pt idx="54986">
                  <c:v>0.63641203703446081</c:v>
                </c:pt>
                <c:pt idx="54987">
                  <c:v>0.63642361111124046</c:v>
                </c:pt>
                <c:pt idx="54988">
                  <c:v>0.63643518518074416</c:v>
                </c:pt>
                <c:pt idx="54989">
                  <c:v>0.63644675925752381</c:v>
                </c:pt>
                <c:pt idx="54990">
                  <c:v>0.63645833333430346</c:v>
                </c:pt>
                <c:pt idx="54991">
                  <c:v>0.63646990740380716</c:v>
                </c:pt>
                <c:pt idx="54992">
                  <c:v>0.63648148148058681</c:v>
                </c:pt>
                <c:pt idx="54993">
                  <c:v>0.6364930555500905</c:v>
                </c:pt>
                <c:pt idx="54994">
                  <c:v>0.63650462962687016</c:v>
                </c:pt>
                <c:pt idx="54995">
                  <c:v>0.63651620370364981</c:v>
                </c:pt>
                <c:pt idx="54996">
                  <c:v>0.6365277777731535</c:v>
                </c:pt>
                <c:pt idx="54997">
                  <c:v>0.63653935184993315</c:v>
                </c:pt>
                <c:pt idx="54998">
                  <c:v>0.63655092592671281</c:v>
                </c:pt>
                <c:pt idx="54999">
                  <c:v>0.6365624999962165</c:v>
                </c:pt>
                <c:pt idx="55000">
                  <c:v>0.63657407407299615</c:v>
                </c:pt>
                <c:pt idx="55001">
                  <c:v>0.63658564814249985</c:v>
                </c:pt>
                <c:pt idx="55002">
                  <c:v>0.6365972222192795</c:v>
                </c:pt>
                <c:pt idx="55003">
                  <c:v>0.63660879629605915</c:v>
                </c:pt>
                <c:pt idx="55004">
                  <c:v>0.63662037036556285</c:v>
                </c:pt>
                <c:pt idx="55005">
                  <c:v>0.6366319444423425</c:v>
                </c:pt>
                <c:pt idx="55006">
                  <c:v>0.63664351851912215</c:v>
                </c:pt>
                <c:pt idx="55007">
                  <c:v>0.63665509258862585</c:v>
                </c:pt>
                <c:pt idx="55008">
                  <c:v>0.6366666666654055</c:v>
                </c:pt>
                <c:pt idx="55009">
                  <c:v>0.6366782407349092</c:v>
                </c:pt>
                <c:pt idx="55010">
                  <c:v>0.63668981481168885</c:v>
                </c:pt>
                <c:pt idx="55011">
                  <c:v>0.6367013888884685</c:v>
                </c:pt>
                <c:pt idx="55012">
                  <c:v>0.63671296295797219</c:v>
                </c:pt>
                <c:pt idx="55013">
                  <c:v>0.63672453703475185</c:v>
                </c:pt>
                <c:pt idx="55014">
                  <c:v>0.6367361111115315</c:v>
                </c:pt>
                <c:pt idx="55015">
                  <c:v>0.63674768518103519</c:v>
                </c:pt>
                <c:pt idx="55016">
                  <c:v>0.63675925925781485</c:v>
                </c:pt>
                <c:pt idx="55017">
                  <c:v>0.6367708333345945</c:v>
                </c:pt>
                <c:pt idx="55018">
                  <c:v>0.63678240740409819</c:v>
                </c:pt>
                <c:pt idx="55019">
                  <c:v>0.63679398148087785</c:v>
                </c:pt>
                <c:pt idx="55020">
                  <c:v>0.63680555555038154</c:v>
                </c:pt>
                <c:pt idx="55021">
                  <c:v>0.63681712962716119</c:v>
                </c:pt>
                <c:pt idx="55022">
                  <c:v>0.63682870370394085</c:v>
                </c:pt>
                <c:pt idx="55023">
                  <c:v>0.63684027777344454</c:v>
                </c:pt>
                <c:pt idx="55024">
                  <c:v>0.63685185185022419</c:v>
                </c:pt>
                <c:pt idx="55025">
                  <c:v>0.63686342592700385</c:v>
                </c:pt>
                <c:pt idx="55026">
                  <c:v>0.63687499999650754</c:v>
                </c:pt>
                <c:pt idx="55027">
                  <c:v>0.63688657407328719</c:v>
                </c:pt>
                <c:pt idx="55028">
                  <c:v>0.63689814814279089</c:v>
                </c:pt>
                <c:pt idx="55029">
                  <c:v>0.63690972221957054</c:v>
                </c:pt>
                <c:pt idx="55030">
                  <c:v>0.63692129629635019</c:v>
                </c:pt>
                <c:pt idx="55031">
                  <c:v>0.63693287036585389</c:v>
                </c:pt>
                <c:pt idx="55032">
                  <c:v>0.63694444444263354</c:v>
                </c:pt>
                <c:pt idx="55033">
                  <c:v>0.63695601851941319</c:v>
                </c:pt>
                <c:pt idx="55034">
                  <c:v>0.63696759258891689</c:v>
                </c:pt>
                <c:pt idx="55035">
                  <c:v>0.63697916666569654</c:v>
                </c:pt>
                <c:pt idx="55036">
                  <c:v>0.63699074073520023</c:v>
                </c:pt>
                <c:pt idx="55037">
                  <c:v>0.63700231481197989</c:v>
                </c:pt>
                <c:pt idx="55038">
                  <c:v>0.63701388888875954</c:v>
                </c:pt>
                <c:pt idx="55039">
                  <c:v>0.63702546295826323</c:v>
                </c:pt>
                <c:pt idx="55040">
                  <c:v>0.63703703703504289</c:v>
                </c:pt>
                <c:pt idx="55041">
                  <c:v>0.63704861111182254</c:v>
                </c:pt>
                <c:pt idx="55042">
                  <c:v>0.63706018518132623</c:v>
                </c:pt>
                <c:pt idx="55043">
                  <c:v>0.63707175925810589</c:v>
                </c:pt>
                <c:pt idx="55044">
                  <c:v>0.63708333332760958</c:v>
                </c:pt>
                <c:pt idx="55045">
                  <c:v>0.63709490740438923</c:v>
                </c:pt>
                <c:pt idx="55046">
                  <c:v>0.63710648148116888</c:v>
                </c:pt>
                <c:pt idx="55047">
                  <c:v>0.63711805555067258</c:v>
                </c:pt>
                <c:pt idx="55048">
                  <c:v>0.63712962962745223</c:v>
                </c:pt>
                <c:pt idx="55049">
                  <c:v>0.63714120370423188</c:v>
                </c:pt>
                <c:pt idx="55050">
                  <c:v>0.63715277777373558</c:v>
                </c:pt>
                <c:pt idx="55051">
                  <c:v>0.63716435185051523</c:v>
                </c:pt>
                <c:pt idx="55052">
                  <c:v>0.63717592592001893</c:v>
                </c:pt>
                <c:pt idx="55053">
                  <c:v>0.63718749999679858</c:v>
                </c:pt>
                <c:pt idx="55054">
                  <c:v>0.63719907407357823</c:v>
                </c:pt>
                <c:pt idx="55055">
                  <c:v>0.63721064814308193</c:v>
                </c:pt>
                <c:pt idx="55056">
                  <c:v>0.63722222221986158</c:v>
                </c:pt>
                <c:pt idx="55057">
                  <c:v>0.63723379629664123</c:v>
                </c:pt>
                <c:pt idx="55058">
                  <c:v>0.63724537036614493</c:v>
                </c:pt>
                <c:pt idx="55059">
                  <c:v>0.63725694444292458</c:v>
                </c:pt>
                <c:pt idx="55060">
                  <c:v>0.63726851851970423</c:v>
                </c:pt>
                <c:pt idx="55061">
                  <c:v>0.63728009258920792</c:v>
                </c:pt>
                <c:pt idx="55062">
                  <c:v>0.63729166666598758</c:v>
                </c:pt>
                <c:pt idx="55063">
                  <c:v>0.63730324073549127</c:v>
                </c:pt>
                <c:pt idx="55064">
                  <c:v>0.63731481481227092</c:v>
                </c:pt>
                <c:pt idx="55065">
                  <c:v>0.63732638888905058</c:v>
                </c:pt>
                <c:pt idx="55066">
                  <c:v>0.63733796295855427</c:v>
                </c:pt>
                <c:pt idx="55067">
                  <c:v>0.63734953703533392</c:v>
                </c:pt>
                <c:pt idx="55068">
                  <c:v>0.63736111111211358</c:v>
                </c:pt>
                <c:pt idx="55069">
                  <c:v>0.63737268518161727</c:v>
                </c:pt>
                <c:pt idx="55070">
                  <c:v>0.63738425925839692</c:v>
                </c:pt>
                <c:pt idx="55071">
                  <c:v>0.63739583332790062</c:v>
                </c:pt>
                <c:pt idx="55072">
                  <c:v>0.63740740740468027</c:v>
                </c:pt>
                <c:pt idx="55073">
                  <c:v>0.63741898148145992</c:v>
                </c:pt>
                <c:pt idx="55074">
                  <c:v>0.63743055555096362</c:v>
                </c:pt>
                <c:pt idx="55075">
                  <c:v>0.63744212962774327</c:v>
                </c:pt>
                <c:pt idx="55076">
                  <c:v>0.63745370370452292</c:v>
                </c:pt>
                <c:pt idx="55077">
                  <c:v>0.63746527777402662</c:v>
                </c:pt>
                <c:pt idx="55078">
                  <c:v>0.63747685185080627</c:v>
                </c:pt>
                <c:pt idx="55079">
                  <c:v>0.63748842592030996</c:v>
                </c:pt>
                <c:pt idx="55080">
                  <c:v>0.63749999999708962</c:v>
                </c:pt>
                <c:pt idx="55081">
                  <c:v>0.63751157407386927</c:v>
                </c:pt>
                <c:pt idx="55082">
                  <c:v>0.63752314814337296</c:v>
                </c:pt>
                <c:pt idx="55083">
                  <c:v>0.63753472222015262</c:v>
                </c:pt>
                <c:pt idx="55084">
                  <c:v>0.63754629629693227</c:v>
                </c:pt>
                <c:pt idx="55085">
                  <c:v>0.63755787036643596</c:v>
                </c:pt>
                <c:pt idx="55086">
                  <c:v>0.63756944444321562</c:v>
                </c:pt>
                <c:pt idx="55087">
                  <c:v>0.63758101851271931</c:v>
                </c:pt>
                <c:pt idx="55088">
                  <c:v>0.63759259258949896</c:v>
                </c:pt>
                <c:pt idx="55089">
                  <c:v>0.63760416666627862</c:v>
                </c:pt>
                <c:pt idx="55090">
                  <c:v>0.63761574073578231</c:v>
                </c:pt>
                <c:pt idx="55091">
                  <c:v>0.63762731481256196</c:v>
                </c:pt>
                <c:pt idx="55092">
                  <c:v>0.63763888888934162</c:v>
                </c:pt>
                <c:pt idx="55093">
                  <c:v>0.63765046295884531</c:v>
                </c:pt>
                <c:pt idx="55094">
                  <c:v>0.63766203703562496</c:v>
                </c:pt>
                <c:pt idx="55095">
                  <c:v>0.63767361111240461</c:v>
                </c:pt>
                <c:pt idx="55096">
                  <c:v>0.63768518518190831</c:v>
                </c:pt>
                <c:pt idx="55097">
                  <c:v>0.63769675925868796</c:v>
                </c:pt>
                <c:pt idx="55098">
                  <c:v>0.63770833332819166</c:v>
                </c:pt>
                <c:pt idx="55099">
                  <c:v>0.63771990740497131</c:v>
                </c:pt>
                <c:pt idx="55100">
                  <c:v>0.63773148148175096</c:v>
                </c:pt>
                <c:pt idx="55101">
                  <c:v>0.63774305555125466</c:v>
                </c:pt>
                <c:pt idx="55102">
                  <c:v>0.63775462962803431</c:v>
                </c:pt>
                <c:pt idx="55103">
                  <c:v>0.63776620370481396</c:v>
                </c:pt>
                <c:pt idx="55104">
                  <c:v>0.63777777777431766</c:v>
                </c:pt>
                <c:pt idx="55105">
                  <c:v>0.63778935185109731</c:v>
                </c:pt>
                <c:pt idx="55106">
                  <c:v>0.637800925920601</c:v>
                </c:pt>
                <c:pt idx="55107">
                  <c:v>0.63781249999738066</c:v>
                </c:pt>
                <c:pt idx="55108">
                  <c:v>0.63782407407416031</c:v>
                </c:pt>
                <c:pt idx="55109">
                  <c:v>0.637835648143664</c:v>
                </c:pt>
                <c:pt idx="55110">
                  <c:v>0.63784722222044365</c:v>
                </c:pt>
                <c:pt idx="55111">
                  <c:v>0.63785879629722331</c:v>
                </c:pt>
                <c:pt idx="55112">
                  <c:v>0.637870370366727</c:v>
                </c:pt>
                <c:pt idx="55113">
                  <c:v>0.63788194444350665</c:v>
                </c:pt>
                <c:pt idx="55114">
                  <c:v>0.63789351851301035</c:v>
                </c:pt>
                <c:pt idx="55115">
                  <c:v>0.63790509258979</c:v>
                </c:pt>
                <c:pt idx="55116">
                  <c:v>0.63791666666656965</c:v>
                </c:pt>
                <c:pt idx="55117">
                  <c:v>0.63792824073607335</c:v>
                </c:pt>
                <c:pt idx="55118">
                  <c:v>0.637939814812853</c:v>
                </c:pt>
                <c:pt idx="55119">
                  <c:v>0.63795138888963265</c:v>
                </c:pt>
                <c:pt idx="55120">
                  <c:v>0.63796296295913635</c:v>
                </c:pt>
                <c:pt idx="55121">
                  <c:v>0.637974537035916</c:v>
                </c:pt>
                <c:pt idx="55122">
                  <c:v>0.6379861111054197</c:v>
                </c:pt>
                <c:pt idx="55123">
                  <c:v>0.63799768518219935</c:v>
                </c:pt>
                <c:pt idx="55124">
                  <c:v>0.638009259258979</c:v>
                </c:pt>
                <c:pt idx="55125">
                  <c:v>0.63802083332848269</c:v>
                </c:pt>
                <c:pt idx="55126">
                  <c:v>0.63803240740526235</c:v>
                </c:pt>
                <c:pt idx="55127">
                  <c:v>0.638043981482042</c:v>
                </c:pt>
                <c:pt idx="55128">
                  <c:v>0.63805555555154569</c:v>
                </c:pt>
                <c:pt idx="55129">
                  <c:v>0.63806712962832535</c:v>
                </c:pt>
                <c:pt idx="55130">
                  <c:v>0.63807870369782904</c:v>
                </c:pt>
                <c:pt idx="55131">
                  <c:v>0.63809027777460869</c:v>
                </c:pt>
                <c:pt idx="55132">
                  <c:v>0.63810185185138835</c:v>
                </c:pt>
                <c:pt idx="55133">
                  <c:v>0.63811342592089204</c:v>
                </c:pt>
                <c:pt idx="55134">
                  <c:v>0.63812499999767169</c:v>
                </c:pt>
                <c:pt idx="55135">
                  <c:v>0.63813657407445135</c:v>
                </c:pt>
                <c:pt idx="55136">
                  <c:v>0.63814814814395504</c:v>
                </c:pt>
                <c:pt idx="55137">
                  <c:v>0.63815972222073469</c:v>
                </c:pt>
                <c:pt idx="55138">
                  <c:v>0.63817129629751435</c:v>
                </c:pt>
                <c:pt idx="55139">
                  <c:v>0.63818287036701804</c:v>
                </c:pt>
                <c:pt idx="55140">
                  <c:v>0.63819444444379769</c:v>
                </c:pt>
                <c:pt idx="55141">
                  <c:v>0.63820601851330139</c:v>
                </c:pt>
                <c:pt idx="55142">
                  <c:v>0.63821759259008104</c:v>
                </c:pt>
                <c:pt idx="55143">
                  <c:v>0.63822916666686069</c:v>
                </c:pt>
                <c:pt idx="55144">
                  <c:v>0.63824074073636439</c:v>
                </c:pt>
                <c:pt idx="55145">
                  <c:v>0.63825231481314404</c:v>
                </c:pt>
                <c:pt idx="55146">
                  <c:v>0.63826388888992369</c:v>
                </c:pt>
                <c:pt idx="55147">
                  <c:v>0.63827546295942739</c:v>
                </c:pt>
                <c:pt idx="55148">
                  <c:v>0.63828703703620704</c:v>
                </c:pt>
                <c:pt idx="55149">
                  <c:v>0.63829861110571073</c:v>
                </c:pt>
                <c:pt idx="55150">
                  <c:v>0.63831018518249039</c:v>
                </c:pt>
                <c:pt idx="55151">
                  <c:v>0.63832175925927004</c:v>
                </c:pt>
                <c:pt idx="55152">
                  <c:v>0.63833333332877373</c:v>
                </c:pt>
                <c:pt idx="55153">
                  <c:v>0.63834490740555339</c:v>
                </c:pt>
                <c:pt idx="55154">
                  <c:v>0.63835648148233304</c:v>
                </c:pt>
                <c:pt idx="55155">
                  <c:v>0.63836805555183673</c:v>
                </c:pt>
                <c:pt idx="55156">
                  <c:v>0.63837962962861639</c:v>
                </c:pt>
                <c:pt idx="55157">
                  <c:v>0.63839120369812008</c:v>
                </c:pt>
                <c:pt idx="55158">
                  <c:v>0.63840277777489973</c:v>
                </c:pt>
                <c:pt idx="55159">
                  <c:v>0.63841435185167938</c:v>
                </c:pt>
                <c:pt idx="55160">
                  <c:v>0.63842592592118308</c:v>
                </c:pt>
                <c:pt idx="55161">
                  <c:v>0.63843749999796273</c:v>
                </c:pt>
                <c:pt idx="55162">
                  <c:v>0.63844907407474238</c:v>
                </c:pt>
                <c:pt idx="55163">
                  <c:v>0.63846064814424608</c:v>
                </c:pt>
                <c:pt idx="55164">
                  <c:v>0.63847222222102573</c:v>
                </c:pt>
                <c:pt idx="55165">
                  <c:v>0.63848379629052943</c:v>
                </c:pt>
                <c:pt idx="55166">
                  <c:v>0.63849537036730908</c:v>
                </c:pt>
                <c:pt idx="55167">
                  <c:v>0.63850694444408873</c:v>
                </c:pt>
                <c:pt idx="55168">
                  <c:v>0.63851851851359243</c:v>
                </c:pt>
                <c:pt idx="55169">
                  <c:v>0.63853009259037208</c:v>
                </c:pt>
                <c:pt idx="55170">
                  <c:v>0.63854166666715173</c:v>
                </c:pt>
                <c:pt idx="55171">
                  <c:v>0.63855324073665543</c:v>
                </c:pt>
                <c:pt idx="55172">
                  <c:v>0.63856481481343508</c:v>
                </c:pt>
                <c:pt idx="55173">
                  <c:v>0.63857638889021473</c:v>
                </c:pt>
                <c:pt idx="55174">
                  <c:v>0.63858796295971842</c:v>
                </c:pt>
                <c:pt idx="55175">
                  <c:v>0.63859953703649808</c:v>
                </c:pt>
                <c:pt idx="55176">
                  <c:v>0.63861111110600177</c:v>
                </c:pt>
                <c:pt idx="55177">
                  <c:v>0.63862268518278142</c:v>
                </c:pt>
                <c:pt idx="55178">
                  <c:v>0.63863425925956108</c:v>
                </c:pt>
                <c:pt idx="55179">
                  <c:v>0.63864583332906477</c:v>
                </c:pt>
                <c:pt idx="55180">
                  <c:v>0.63865740740584442</c:v>
                </c:pt>
                <c:pt idx="55181">
                  <c:v>0.63866898148262408</c:v>
                </c:pt>
                <c:pt idx="55182">
                  <c:v>0.63868055555212777</c:v>
                </c:pt>
                <c:pt idx="55183">
                  <c:v>0.63869212962890742</c:v>
                </c:pt>
                <c:pt idx="55184">
                  <c:v>0.63870370369841112</c:v>
                </c:pt>
                <c:pt idx="55185">
                  <c:v>0.63871527777519077</c:v>
                </c:pt>
                <c:pt idx="55186">
                  <c:v>0.63872685185197042</c:v>
                </c:pt>
                <c:pt idx="55187">
                  <c:v>0.63873842592147412</c:v>
                </c:pt>
                <c:pt idx="55188">
                  <c:v>0.63874999999825377</c:v>
                </c:pt>
                <c:pt idx="55189">
                  <c:v>0.63876157407503342</c:v>
                </c:pt>
                <c:pt idx="55190">
                  <c:v>0.63877314814453712</c:v>
                </c:pt>
                <c:pt idx="55191">
                  <c:v>0.63878472222131677</c:v>
                </c:pt>
                <c:pt idx="55192">
                  <c:v>0.63879629629082046</c:v>
                </c:pt>
                <c:pt idx="55193">
                  <c:v>0.63880787036760012</c:v>
                </c:pt>
                <c:pt idx="55194">
                  <c:v>0.63881944444437977</c:v>
                </c:pt>
                <c:pt idx="55195">
                  <c:v>0.63883101851388346</c:v>
                </c:pt>
                <c:pt idx="55196">
                  <c:v>0.63884259259066312</c:v>
                </c:pt>
                <c:pt idx="55197">
                  <c:v>0.63885416666744277</c:v>
                </c:pt>
                <c:pt idx="55198">
                  <c:v>0.63886574073694646</c:v>
                </c:pt>
                <c:pt idx="55199">
                  <c:v>0.63887731481372612</c:v>
                </c:pt>
                <c:pt idx="55200">
                  <c:v>0.63888888888322981</c:v>
                </c:pt>
                <c:pt idx="55201">
                  <c:v>0.63890046296000946</c:v>
                </c:pt>
                <c:pt idx="55202">
                  <c:v>0.63891203703678912</c:v>
                </c:pt>
                <c:pt idx="55203">
                  <c:v>0.63892361110629281</c:v>
                </c:pt>
                <c:pt idx="55204">
                  <c:v>0.63893518518307246</c:v>
                </c:pt>
                <c:pt idx="55205">
                  <c:v>0.63894675925985212</c:v>
                </c:pt>
                <c:pt idx="55206">
                  <c:v>0.63895833332935581</c:v>
                </c:pt>
                <c:pt idx="55207">
                  <c:v>0.63896990740613546</c:v>
                </c:pt>
                <c:pt idx="55208">
                  <c:v>0.63898148147563916</c:v>
                </c:pt>
                <c:pt idx="55209">
                  <c:v>0.63899305555241881</c:v>
                </c:pt>
                <c:pt idx="55210">
                  <c:v>0.63900462962919846</c:v>
                </c:pt>
                <c:pt idx="55211">
                  <c:v>0.63901620369870216</c:v>
                </c:pt>
                <c:pt idx="55212">
                  <c:v>0.63902777777548181</c:v>
                </c:pt>
                <c:pt idx="55213">
                  <c:v>0.63903935185226146</c:v>
                </c:pt>
                <c:pt idx="55214">
                  <c:v>0.63905092592176516</c:v>
                </c:pt>
                <c:pt idx="55215">
                  <c:v>0.63906249999854481</c:v>
                </c:pt>
                <c:pt idx="55216">
                  <c:v>0.63907407407532446</c:v>
                </c:pt>
                <c:pt idx="55217">
                  <c:v>0.63908564814482816</c:v>
                </c:pt>
                <c:pt idx="55218">
                  <c:v>0.63909722222160781</c:v>
                </c:pt>
                <c:pt idx="55219">
                  <c:v>0.6391087962911115</c:v>
                </c:pt>
                <c:pt idx="55220">
                  <c:v>0.63912037036789116</c:v>
                </c:pt>
                <c:pt idx="55221">
                  <c:v>0.63913194444467081</c:v>
                </c:pt>
                <c:pt idx="55222">
                  <c:v>0.6391435185141745</c:v>
                </c:pt>
                <c:pt idx="55223">
                  <c:v>0.63915509259095415</c:v>
                </c:pt>
                <c:pt idx="55224">
                  <c:v>0.63916666666773381</c:v>
                </c:pt>
                <c:pt idx="55225">
                  <c:v>0.6391782407372375</c:v>
                </c:pt>
                <c:pt idx="55226">
                  <c:v>0.63918981481401715</c:v>
                </c:pt>
                <c:pt idx="55227">
                  <c:v>0.63920138888352085</c:v>
                </c:pt>
                <c:pt idx="55228">
                  <c:v>0.6392129629603005</c:v>
                </c:pt>
                <c:pt idx="55229">
                  <c:v>0.63922453703708015</c:v>
                </c:pt>
                <c:pt idx="55230">
                  <c:v>0.63923611110658385</c:v>
                </c:pt>
                <c:pt idx="55231">
                  <c:v>0.6392476851833635</c:v>
                </c:pt>
                <c:pt idx="55232">
                  <c:v>0.63925925926014315</c:v>
                </c:pt>
                <c:pt idx="55233">
                  <c:v>0.63927083332964685</c:v>
                </c:pt>
                <c:pt idx="55234">
                  <c:v>0.6392824074064265</c:v>
                </c:pt>
                <c:pt idx="55235">
                  <c:v>0.6392939814759302</c:v>
                </c:pt>
                <c:pt idx="55236">
                  <c:v>0.63930555555270985</c:v>
                </c:pt>
                <c:pt idx="55237">
                  <c:v>0.6393171296294895</c:v>
                </c:pt>
                <c:pt idx="55238">
                  <c:v>0.63932870369899319</c:v>
                </c:pt>
                <c:pt idx="55239">
                  <c:v>0.63934027777577285</c:v>
                </c:pt>
                <c:pt idx="55240">
                  <c:v>0.6393518518525525</c:v>
                </c:pt>
                <c:pt idx="55241">
                  <c:v>0.63936342592205619</c:v>
                </c:pt>
                <c:pt idx="55242">
                  <c:v>0.63937499999883585</c:v>
                </c:pt>
                <c:pt idx="55243">
                  <c:v>0.63938657406833954</c:v>
                </c:pt>
                <c:pt idx="55244">
                  <c:v>0.63939814814511919</c:v>
                </c:pt>
                <c:pt idx="55245">
                  <c:v>0.63940972222189885</c:v>
                </c:pt>
                <c:pt idx="55246">
                  <c:v>0.63942129629140254</c:v>
                </c:pt>
                <c:pt idx="55247">
                  <c:v>0.63943287036818219</c:v>
                </c:pt>
                <c:pt idx="55248">
                  <c:v>0.63944444444496185</c:v>
                </c:pt>
                <c:pt idx="55249">
                  <c:v>0.63945601851446554</c:v>
                </c:pt>
                <c:pt idx="55250">
                  <c:v>0.63946759259124519</c:v>
                </c:pt>
                <c:pt idx="55251">
                  <c:v>0.63947916666074889</c:v>
                </c:pt>
                <c:pt idx="55252">
                  <c:v>0.63949074073752854</c:v>
                </c:pt>
                <c:pt idx="55253">
                  <c:v>0.63950231481430819</c:v>
                </c:pt>
                <c:pt idx="55254">
                  <c:v>0.63951388888381189</c:v>
                </c:pt>
                <c:pt idx="55255">
                  <c:v>0.63952546296059154</c:v>
                </c:pt>
                <c:pt idx="55256">
                  <c:v>0.63953703703737119</c:v>
                </c:pt>
                <c:pt idx="55257">
                  <c:v>0.63954861110687489</c:v>
                </c:pt>
                <c:pt idx="55258">
                  <c:v>0.63956018518365454</c:v>
                </c:pt>
                <c:pt idx="55259">
                  <c:v>0.63957175926043419</c:v>
                </c:pt>
                <c:pt idx="55260">
                  <c:v>0.63958333332993789</c:v>
                </c:pt>
                <c:pt idx="55261">
                  <c:v>0.63959490740671754</c:v>
                </c:pt>
                <c:pt idx="55262">
                  <c:v>0.63960648147622123</c:v>
                </c:pt>
                <c:pt idx="55263">
                  <c:v>0.63961805555300089</c:v>
                </c:pt>
                <c:pt idx="55264">
                  <c:v>0.63962962962978054</c:v>
                </c:pt>
                <c:pt idx="55265">
                  <c:v>0.63964120369928423</c:v>
                </c:pt>
                <c:pt idx="55266">
                  <c:v>0.63965277777606389</c:v>
                </c:pt>
                <c:pt idx="55267">
                  <c:v>0.63966435185284354</c:v>
                </c:pt>
                <c:pt idx="55268">
                  <c:v>0.63967592592234723</c:v>
                </c:pt>
                <c:pt idx="55269">
                  <c:v>0.63968749999912689</c:v>
                </c:pt>
                <c:pt idx="55270">
                  <c:v>0.63969907406863058</c:v>
                </c:pt>
                <c:pt idx="55271">
                  <c:v>0.63971064814541023</c:v>
                </c:pt>
                <c:pt idx="55272">
                  <c:v>0.63972222222218988</c:v>
                </c:pt>
                <c:pt idx="55273">
                  <c:v>0.63973379629169358</c:v>
                </c:pt>
                <c:pt idx="55274">
                  <c:v>0.63974537036847323</c:v>
                </c:pt>
                <c:pt idx="55275">
                  <c:v>0.63975694444525288</c:v>
                </c:pt>
                <c:pt idx="55276">
                  <c:v>0.63976851851475658</c:v>
                </c:pt>
                <c:pt idx="55277">
                  <c:v>0.63978009259153623</c:v>
                </c:pt>
                <c:pt idx="55278">
                  <c:v>0.63979166666103993</c:v>
                </c:pt>
                <c:pt idx="55279">
                  <c:v>0.63980324073781958</c:v>
                </c:pt>
                <c:pt idx="55280">
                  <c:v>0.63981481481459923</c:v>
                </c:pt>
                <c:pt idx="55281">
                  <c:v>0.63982638888410293</c:v>
                </c:pt>
                <c:pt idx="55282">
                  <c:v>0.63983796296088258</c:v>
                </c:pt>
                <c:pt idx="55283">
                  <c:v>0.63984953703766223</c:v>
                </c:pt>
                <c:pt idx="55284">
                  <c:v>0.63986111110716593</c:v>
                </c:pt>
                <c:pt idx="55285">
                  <c:v>0.63987268518394558</c:v>
                </c:pt>
                <c:pt idx="55286">
                  <c:v>0.63988425925344927</c:v>
                </c:pt>
                <c:pt idx="55287">
                  <c:v>0.63989583333022892</c:v>
                </c:pt>
                <c:pt idx="55288">
                  <c:v>0.63990740740700858</c:v>
                </c:pt>
                <c:pt idx="55289">
                  <c:v>0.63991898147651227</c:v>
                </c:pt>
                <c:pt idx="55290">
                  <c:v>0.63993055555329192</c:v>
                </c:pt>
                <c:pt idx="55291">
                  <c:v>0.63994212963007158</c:v>
                </c:pt>
                <c:pt idx="55292">
                  <c:v>0.63995370369957527</c:v>
                </c:pt>
                <c:pt idx="55293">
                  <c:v>0.63996527777635492</c:v>
                </c:pt>
                <c:pt idx="55294">
                  <c:v>0.63997685185313458</c:v>
                </c:pt>
                <c:pt idx="55295">
                  <c:v>0.63998842592263827</c:v>
                </c:pt>
                <c:pt idx="55296">
                  <c:v>0.63999999999941792</c:v>
                </c:pt>
                <c:pt idx="55297">
                  <c:v>0.64001157406892162</c:v>
                </c:pt>
                <c:pt idx="55298">
                  <c:v>0.64002314814570127</c:v>
                </c:pt>
                <c:pt idx="55299">
                  <c:v>0.64003472222248092</c:v>
                </c:pt>
                <c:pt idx="55300">
                  <c:v>0.64004629629198462</c:v>
                </c:pt>
                <c:pt idx="55301">
                  <c:v>0.64005787036876427</c:v>
                </c:pt>
                <c:pt idx="55302">
                  <c:v>0.64006944444554392</c:v>
                </c:pt>
                <c:pt idx="55303">
                  <c:v>0.64008101851504762</c:v>
                </c:pt>
                <c:pt idx="55304">
                  <c:v>0.64009259259182727</c:v>
                </c:pt>
                <c:pt idx="55305">
                  <c:v>0.64010416666133096</c:v>
                </c:pt>
                <c:pt idx="55306">
                  <c:v>0.64011574073811062</c:v>
                </c:pt>
                <c:pt idx="55307">
                  <c:v>0.64012731481489027</c:v>
                </c:pt>
                <c:pt idx="55308">
                  <c:v>0.64013888888439396</c:v>
                </c:pt>
                <c:pt idx="55309">
                  <c:v>0.64015046296117362</c:v>
                </c:pt>
                <c:pt idx="55310">
                  <c:v>0.64016203703795327</c:v>
                </c:pt>
                <c:pt idx="55311">
                  <c:v>0.64017361110745696</c:v>
                </c:pt>
                <c:pt idx="55312">
                  <c:v>0.64018518518423662</c:v>
                </c:pt>
                <c:pt idx="55313">
                  <c:v>0.64019675925374031</c:v>
                </c:pt>
                <c:pt idx="55314">
                  <c:v>0.64020833333051996</c:v>
                </c:pt>
                <c:pt idx="55315">
                  <c:v>0.64021990740729962</c:v>
                </c:pt>
                <c:pt idx="55316">
                  <c:v>0.64023148147680331</c:v>
                </c:pt>
                <c:pt idx="55317">
                  <c:v>0.64024305555358296</c:v>
                </c:pt>
                <c:pt idx="55318">
                  <c:v>0.64025462963036261</c:v>
                </c:pt>
                <c:pt idx="55319">
                  <c:v>0.64026620369986631</c:v>
                </c:pt>
                <c:pt idx="55320">
                  <c:v>0.64027777777664596</c:v>
                </c:pt>
                <c:pt idx="55321">
                  <c:v>0.64028935184614966</c:v>
                </c:pt>
                <c:pt idx="55322">
                  <c:v>0.64030092592292931</c:v>
                </c:pt>
                <c:pt idx="55323">
                  <c:v>0.64031249999970896</c:v>
                </c:pt>
                <c:pt idx="55324">
                  <c:v>0.64032407406921266</c:v>
                </c:pt>
                <c:pt idx="55325">
                  <c:v>0.64033564814599231</c:v>
                </c:pt>
                <c:pt idx="55326">
                  <c:v>0.64034722222277196</c:v>
                </c:pt>
                <c:pt idx="55327">
                  <c:v>0.64035879629227566</c:v>
                </c:pt>
                <c:pt idx="55328">
                  <c:v>0.64037037036905531</c:v>
                </c:pt>
                <c:pt idx="55329">
                  <c:v>0.640381944438559</c:v>
                </c:pt>
                <c:pt idx="55330">
                  <c:v>0.64039351851533866</c:v>
                </c:pt>
                <c:pt idx="55331">
                  <c:v>0.64040509259211831</c:v>
                </c:pt>
                <c:pt idx="55332">
                  <c:v>0.640416666661622</c:v>
                </c:pt>
                <c:pt idx="55333">
                  <c:v>0.64042824073840166</c:v>
                </c:pt>
                <c:pt idx="55334">
                  <c:v>0.64043981481518131</c:v>
                </c:pt>
                <c:pt idx="55335">
                  <c:v>0.640451388884685</c:v>
                </c:pt>
                <c:pt idx="55336">
                  <c:v>0.64046296296146465</c:v>
                </c:pt>
                <c:pt idx="55337">
                  <c:v>0.64047453703824431</c:v>
                </c:pt>
                <c:pt idx="55338">
                  <c:v>0.640486111107748</c:v>
                </c:pt>
                <c:pt idx="55339">
                  <c:v>0.64049768518452765</c:v>
                </c:pt>
                <c:pt idx="55340">
                  <c:v>0.64050925925403135</c:v>
                </c:pt>
                <c:pt idx="55341">
                  <c:v>0.640520833330811</c:v>
                </c:pt>
                <c:pt idx="55342">
                  <c:v>0.64053240740759065</c:v>
                </c:pt>
                <c:pt idx="55343">
                  <c:v>0.64054398147709435</c:v>
                </c:pt>
                <c:pt idx="55344">
                  <c:v>0.640555555553874</c:v>
                </c:pt>
                <c:pt idx="55345">
                  <c:v>0.64056712963065365</c:v>
                </c:pt>
                <c:pt idx="55346">
                  <c:v>0.64057870370015735</c:v>
                </c:pt>
                <c:pt idx="55347">
                  <c:v>0.640590277776937</c:v>
                </c:pt>
                <c:pt idx="55348">
                  <c:v>0.6406018518464407</c:v>
                </c:pt>
                <c:pt idx="55349">
                  <c:v>0.64061342592322035</c:v>
                </c:pt>
                <c:pt idx="55350">
                  <c:v>0.640625</c:v>
                </c:pt>
                <c:pt idx="55351">
                  <c:v>0.64063657406950369</c:v>
                </c:pt>
                <c:pt idx="55352">
                  <c:v>0.64064814814628335</c:v>
                </c:pt>
                <c:pt idx="55353">
                  <c:v>0.640659722223063</c:v>
                </c:pt>
                <c:pt idx="55354">
                  <c:v>0.64067129629256669</c:v>
                </c:pt>
                <c:pt idx="55355">
                  <c:v>0.64068287036934635</c:v>
                </c:pt>
                <c:pt idx="55356">
                  <c:v>0.64069444443885004</c:v>
                </c:pt>
                <c:pt idx="55357">
                  <c:v>0.64070601851562969</c:v>
                </c:pt>
                <c:pt idx="55358">
                  <c:v>0.64071759259240935</c:v>
                </c:pt>
                <c:pt idx="55359">
                  <c:v>0.64072916666191304</c:v>
                </c:pt>
                <c:pt idx="55360">
                  <c:v>0.64074074073869269</c:v>
                </c:pt>
                <c:pt idx="55361">
                  <c:v>0.64075231481547235</c:v>
                </c:pt>
                <c:pt idx="55362">
                  <c:v>0.64076388888497604</c:v>
                </c:pt>
                <c:pt idx="55363">
                  <c:v>0.64077546296175569</c:v>
                </c:pt>
                <c:pt idx="55364">
                  <c:v>0.64078703703125939</c:v>
                </c:pt>
                <c:pt idx="55365">
                  <c:v>0.64079861110803904</c:v>
                </c:pt>
                <c:pt idx="55366">
                  <c:v>0.64081018518481869</c:v>
                </c:pt>
                <c:pt idx="55367">
                  <c:v>0.64082175925432239</c:v>
                </c:pt>
                <c:pt idx="55368">
                  <c:v>0.64083333333110204</c:v>
                </c:pt>
                <c:pt idx="55369">
                  <c:v>0.64084490740788169</c:v>
                </c:pt>
                <c:pt idx="55370">
                  <c:v>0.64085648147738539</c:v>
                </c:pt>
                <c:pt idx="55371">
                  <c:v>0.64086805555416504</c:v>
                </c:pt>
                <c:pt idx="55372">
                  <c:v>0.64087962963094469</c:v>
                </c:pt>
                <c:pt idx="55373">
                  <c:v>0.64089120370044839</c:v>
                </c:pt>
                <c:pt idx="55374">
                  <c:v>0.64090277777722804</c:v>
                </c:pt>
                <c:pt idx="55375">
                  <c:v>0.64091435184673173</c:v>
                </c:pt>
                <c:pt idx="55376">
                  <c:v>0.64092592592351139</c:v>
                </c:pt>
                <c:pt idx="55377">
                  <c:v>0.64093750000029104</c:v>
                </c:pt>
                <c:pt idx="55378">
                  <c:v>0.64094907406979473</c:v>
                </c:pt>
                <c:pt idx="55379">
                  <c:v>0.64096064814657439</c:v>
                </c:pt>
                <c:pt idx="55380">
                  <c:v>0.64097222222335404</c:v>
                </c:pt>
                <c:pt idx="55381">
                  <c:v>0.64098379629285773</c:v>
                </c:pt>
                <c:pt idx="55382">
                  <c:v>0.64099537036963739</c:v>
                </c:pt>
                <c:pt idx="55383">
                  <c:v>0.64100694443914108</c:v>
                </c:pt>
                <c:pt idx="55384">
                  <c:v>0.64101851851592073</c:v>
                </c:pt>
                <c:pt idx="55385">
                  <c:v>0.64103009259270038</c:v>
                </c:pt>
                <c:pt idx="55386">
                  <c:v>0.64104166666220408</c:v>
                </c:pt>
                <c:pt idx="55387">
                  <c:v>0.64105324073898373</c:v>
                </c:pt>
                <c:pt idx="55388">
                  <c:v>0.64106481481576338</c:v>
                </c:pt>
                <c:pt idx="55389">
                  <c:v>0.64107638888526708</c:v>
                </c:pt>
                <c:pt idx="55390">
                  <c:v>0.64108796296204673</c:v>
                </c:pt>
                <c:pt idx="55391">
                  <c:v>0.64109953703155043</c:v>
                </c:pt>
                <c:pt idx="55392">
                  <c:v>0.64111111110833008</c:v>
                </c:pt>
                <c:pt idx="55393">
                  <c:v>0.64112268518510973</c:v>
                </c:pt>
                <c:pt idx="55394">
                  <c:v>0.64113425925461343</c:v>
                </c:pt>
                <c:pt idx="55395">
                  <c:v>0.64114583333139308</c:v>
                </c:pt>
                <c:pt idx="55396">
                  <c:v>0.64115740740817273</c:v>
                </c:pt>
                <c:pt idx="55397">
                  <c:v>0.64116898147767643</c:v>
                </c:pt>
                <c:pt idx="55398">
                  <c:v>0.64118055555445608</c:v>
                </c:pt>
                <c:pt idx="55399">
                  <c:v>0.64119212962395977</c:v>
                </c:pt>
                <c:pt idx="55400">
                  <c:v>0.64120370370073942</c:v>
                </c:pt>
                <c:pt idx="55401">
                  <c:v>0.64121527777751908</c:v>
                </c:pt>
                <c:pt idx="55402">
                  <c:v>0.64122685184702277</c:v>
                </c:pt>
                <c:pt idx="55403">
                  <c:v>0.64123842592380242</c:v>
                </c:pt>
                <c:pt idx="55404">
                  <c:v>0.64125000000058208</c:v>
                </c:pt>
                <c:pt idx="55405">
                  <c:v>0.64126157407008577</c:v>
                </c:pt>
                <c:pt idx="55406">
                  <c:v>0.64127314814686542</c:v>
                </c:pt>
                <c:pt idx="55407">
                  <c:v>0.64128472221636912</c:v>
                </c:pt>
                <c:pt idx="55408">
                  <c:v>0.64129629629314877</c:v>
                </c:pt>
                <c:pt idx="55409">
                  <c:v>0.64130787036992842</c:v>
                </c:pt>
                <c:pt idx="55410">
                  <c:v>0.64131944443943212</c:v>
                </c:pt>
                <c:pt idx="55411">
                  <c:v>0.64133101851621177</c:v>
                </c:pt>
                <c:pt idx="55412">
                  <c:v>0.64134259259299142</c:v>
                </c:pt>
                <c:pt idx="55413">
                  <c:v>0.64135416666249512</c:v>
                </c:pt>
                <c:pt idx="55414">
                  <c:v>0.64136574073927477</c:v>
                </c:pt>
                <c:pt idx="55415">
                  <c:v>0.64137731481605442</c:v>
                </c:pt>
                <c:pt idx="55416">
                  <c:v>0.64138888888555812</c:v>
                </c:pt>
                <c:pt idx="55417">
                  <c:v>0.64140046296233777</c:v>
                </c:pt>
                <c:pt idx="55418">
                  <c:v>0.64141203703184146</c:v>
                </c:pt>
                <c:pt idx="55419">
                  <c:v>0.64142361110862112</c:v>
                </c:pt>
                <c:pt idx="55420">
                  <c:v>0.64143518518540077</c:v>
                </c:pt>
                <c:pt idx="55421">
                  <c:v>0.64144675925490446</c:v>
                </c:pt>
                <c:pt idx="55422">
                  <c:v>0.64145833333168412</c:v>
                </c:pt>
                <c:pt idx="55423">
                  <c:v>0.64146990740846377</c:v>
                </c:pt>
                <c:pt idx="55424">
                  <c:v>0.64148148147796746</c:v>
                </c:pt>
                <c:pt idx="55425">
                  <c:v>0.64149305555474712</c:v>
                </c:pt>
                <c:pt idx="55426">
                  <c:v>0.64150462962425081</c:v>
                </c:pt>
                <c:pt idx="55427">
                  <c:v>0.64151620370103046</c:v>
                </c:pt>
                <c:pt idx="55428">
                  <c:v>0.64152777777781012</c:v>
                </c:pt>
                <c:pt idx="55429">
                  <c:v>0.64153935184731381</c:v>
                </c:pt>
                <c:pt idx="55430">
                  <c:v>0.64155092592409346</c:v>
                </c:pt>
                <c:pt idx="55431">
                  <c:v>0.64156250000087311</c:v>
                </c:pt>
                <c:pt idx="55432">
                  <c:v>0.64157407407037681</c:v>
                </c:pt>
                <c:pt idx="55433">
                  <c:v>0.64158564814715646</c:v>
                </c:pt>
                <c:pt idx="55434">
                  <c:v>0.64159722221666016</c:v>
                </c:pt>
                <c:pt idx="55435">
                  <c:v>0.64160879629343981</c:v>
                </c:pt>
                <c:pt idx="55436">
                  <c:v>0.64162037037021946</c:v>
                </c:pt>
                <c:pt idx="55437">
                  <c:v>0.64163194443972316</c:v>
                </c:pt>
                <c:pt idx="55438">
                  <c:v>0.64164351851650281</c:v>
                </c:pt>
                <c:pt idx="55439">
                  <c:v>0.64165509259328246</c:v>
                </c:pt>
                <c:pt idx="55440">
                  <c:v>0.64166666666278616</c:v>
                </c:pt>
                <c:pt idx="55441">
                  <c:v>0.64167824073956581</c:v>
                </c:pt>
                <c:pt idx="55442">
                  <c:v>0.6416898148090695</c:v>
                </c:pt>
                <c:pt idx="55443">
                  <c:v>0.64170138888584916</c:v>
                </c:pt>
                <c:pt idx="55444">
                  <c:v>0.64171296296262881</c:v>
                </c:pt>
                <c:pt idx="55445">
                  <c:v>0.6417245370321325</c:v>
                </c:pt>
                <c:pt idx="55446">
                  <c:v>0.64173611110891216</c:v>
                </c:pt>
                <c:pt idx="55447">
                  <c:v>0.64174768518569181</c:v>
                </c:pt>
                <c:pt idx="55448">
                  <c:v>0.6417592592551955</c:v>
                </c:pt>
                <c:pt idx="55449">
                  <c:v>0.64177083333197515</c:v>
                </c:pt>
                <c:pt idx="55450">
                  <c:v>0.64178240740147885</c:v>
                </c:pt>
                <c:pt idx="55451">
                  <c:v>0.6417939814782585</c:v>
                </c:pt>
                <c:pt idx="55452">
                  <c:v>0.64180555555503815</c:v>
                </c:pt>
                <c:pt idx="55453">
                  <c:v>0.64181712962454185</c:v>
                </c:pt>
                <c:pt idx="55454">
                  <c:v>0.6418287037013215</c:v>
                </c:pt>
                <c:pt idx="55455">
                  <c:v>0.64184027777810115</c:v>
                </c:pt>
                <c:pt idx="55456">
                  <c:v>0.64185185184760485</c:v>
                </c:pt>
                <c:pt idx="55457">
                  <c:v>0.6418634259243845</c:v>
                </c:pt>
                <c:pt idx="55458">
                  <c:v>0.64187500000116415</c:v>
                </c:pt>
                <c:pt idx="55459">
                  <c:v>0.64188657407066785</c:v>
                </c:pt>
                <c:pt idx="55460">
                  <c:v>0.6418981481474475</c:v>
                </c:pt>
                <c:pt idx="55461">
                  <c:v>0.6419097222169512</c:v>
                </c:pt>
                <c:pt idx="55462">
                  <c:v>0.64192129629373085</c:v>
                </c:pt>
                <c:pt idx="55463">
                  <c:v>0.6419328703705105</c:v>
                </c:pt>
                <c:pt idx="55464">
                  <c:v>0.64194444444001419</c:v>
                </c:pt>
                <c:pt idx="55465">
                  <c:v>0.64195601851679385</c:v>
                </c:pt>
                <c:pt idx="55466">
                  <c:v>0.6419675925935735</c:v>
                </c:pt>
                <c:pt idx="55467">
                  <c:v>0.64197916666307719</c:v>
                </c:pt>
                <c:pt idx="55468">
                  <c:v>0.64199074073985685</c:v>
                </c:pt>
                <c:pt idx="55469">
                  <c:v>0.64200231480936054</c:v>
                </c:pt>
                <c:pt idx="55470">
                  <c:v>0.64201388888614019</c:v>
                </c:pt>
                <c:pt idx="55471">
                  <c:v>0.64202546296291985</c:v>
                </c:pt>
                <c:pt idx="55472">
                  <c:v>0.64203703703242354</c:v>
                </c:pt>
                <c:pt idx="55473">
                  <c:v>0.64204861110920319</c:v>
                </c:pt>
                <c:pt idx="55474">
                  <c:v>0.64206018518598285</c:v>
                </c:pt>
                <c:pt idx="55475">
                  <c:v>0.64207175925548654</c:v>
                </c:pt>
                <c:pt idx="55476">
                  <c:v>0.64208333333226619</c:v>
                </c:pt>
                <c:pt idx="55477">
                  <c:v>0.64209490740176989</c:v>
                </c:pt>
                <c:pt idx="55478">
                  <c:v>0.64210648147854954</c:v>
                </c:pt>
                <c:pt idx="55479">
                  <c:v>0.64211805555532919</c:v>
                </c:pt>
                <c:pt idx="55480">
                  <c:v>0.64212962962483289</c:v>
                </c:pt>
                <c:pt idx="55481">
                  <c:v>0.64214120370161254</c:v>
                </c:pt>
                <c:pt idx="55482">
                  <c:v>0.64215277777839219</c:v>
                </c:pt>
                <c:pt idx="55483">
                  <c:v>0.64216435184789589</c:v>
                </c:pt>
                <c:pt idx="55484">
                  <c:v>0.64217592592467554</c:v>
                </c:pt>
                <c:pt idx="55485">
                  <c:v>0.64218749999417923</c:v>
                </c:pt>
                <c:pt idx="55486">
                  <c:v>0.64219907407095889</c:v>
                </c:pt>
                <c:pt idx="55487">
                  <c:v>0.64221064814773854</c:v>
                </c:pt>
                <c:pt idx="55488">
                  <c:v>0.64222222221724223</c:v>
                </c:pt>
                <c:pt idx="55489">
                  <c:v>0.64223379629402189</c:v>
                </c:pt>
                <c:pt idx="55490">
                  <c:v>0.64224537037080154</c:v>
                </c:pt>
                <c:pt idx="55491">
                  <c:v>0.64225694444030523</c:v>
                </c:pt>
                <c:pt idx="55492">
                  <c:v>0.64226851851708489</c:v>
                </c:pt>
                <c:pt idx="55493">
                  <c:v>0.64228009259386454</c:v>
                </c:pt>
                <c:pt idx="55494">
                  <c:v>0.64229166666336823</c:v>
                </c:pt>
                <c:pt idx="55495">
                  <c:v>0.64230324074014788</c:v>
                </c:pt>
                <c:pt idx="55496">
                  <c:v>0.64231481480965158</c:v>
                </c:pt>
                <c:pt idx="55497">
                  <c:v>0.64232638888643123</c:v>
                </c:pt>
                <c:pt idx="55498">
                  <c:v>0.64233796296321088</c:v>
                </c:pt>
                <c:pt idx="55499">
                  <c:v>0.64234953703271458</c:v>
                </c:pt>
                <c:pt idx="55500">
                  <c:v>0.64236111110949423</c:v>
                </c:pt>
                <c:pt idx="55501">
                  <c:v>0.64237268518627388</c:v>
                </c:pt>
                <c:pt idx="55502">
                  <c:v>0.64238425925577758</c:v>
                </c:pt>
                <c:pt idx="55503">
                  <c:v>0.64239583333255723</c:v>
                </c:pt>
                <c:pt idx="55504">
                  <c:v>0.64240740740206093</c:v>
                </c:pt>
                <c:pt idx="55505">
                  <c:v>0.64241898147884058</c:v>
                </c:pt>
                <c:pt idx="55506">
                  <c:v>0.64243055555562023</c:v>
                </c:pt>
                <c:pt idx="55507">
                  <c:v>0.64244212962512393</c:v>
                </c:pt>
                <c:pt idx="55508">
                  <c:v>0.64245370370190358</c:v>
                </c:pt>
                <c:pt idx="55509">
                  <c:v>0.64246527777868323</c:v>
                </c:pt>
                <c:pt idx="55510">
                  <c:v>0.64247685184818693</c:v>
                </c:pt>
                <c:pt idx="55511">
                  <c:v>0.64248842592496658</c:v>
                </c:pt>
                <c:pt idx="55512">
                  <c:v>0.64249999999447027</c:v>
                </c:pt>
                <c:pt idx="55513">
                  <c:v>0.64251157407124992</c:v>
                </c:pt>
                <c:pt idx="55514">
                  <c:v>0.64252314814802958</c:v>
                </c:pt>
                <c:pt idx="55515">
                  <c:v>0.64253472221753327</c:v>
                </c:pt>
                <c:pt idx="55516">
                  <c:v>0.64254629629431292</c:v>
                </c:pt>
                <c:pt idx="55517">
                  <c:v>0.64255787037109258</c:v>
                </c:pt>
                <c:pt idx="55518">
                  <c:v>0.64256944444059627</c:v>
                </c:pt>
                <c:pt idx="55519">
                  <c:v>0.64258101851737592</c:v>
                </c:pt>
                <c:pt idx="55520">
                  <c:v>0.64259259258687962</c:v>
                </c:pt>
                <c:pt idx="55521">
                  <c:v>0.64260416666365927</c:v>
                </c:pt>
                <c:pt idx="55522">
                  <c:v>0.64261574074043892</c:v>
                </c:pt>
                <c:pt idx="55523">
                  <c:v>0.64262731480994262</c:v>
                </c:pt>
                <c:pt idx="55524">
                  <c:v>0.64263888888672227</c:v>
                </c:pt>
                <c:pt idx="55525">
                  <c:v>0.64265046296350192</c:v>
                </c:pt>
                <c:pt idx="55526">
                  <c:v>0.64266203703300562</c:v>
                </c:pt>
                <c:pt idx="55527">
                  <c:v>0.64267361110978527</c:v>
                </c:pt>
                <c:pt idx="55528">
                  <c:v>0.64268518517928896</c:v>
                </c:pt>
                <c:pt idx="55529">
                  <c:v>0.64269675925606862</c:v>
                </c:pt>
                <c:pt idx="55530">
                  <c:v>0.64270833333284827</c:v>
                </c:pt>
                <c:pt idx="55531">
                  <c:v>0.64271990740235196</c:v>
                </c:pt>
                <c:pt idx="55532">
                  <c:v>0.64273148147913162</c:v>
                </c:pt>
                <c:pt idx="55533">
                  <c:v>0.64274305555591127</c:v>
                </c:pt>
                <c:pt idx="55534">
                  <c:v>0.64275462962541496</c:v>
                </c:pt>
                <c:pt idx="55535">
                  <c:v>0.64276620370219462</c:v>
                </c:pt>
                <c:pt idx="55536">
                  <c:v>0.64277777777897427</c:v>
                </c:pt>
                <c:pt idx="55537">
                  <c:v>0.64278935184847796</c:v>
                </c:pt>
                <c:pt idx="55538">
                  <c:v>0.64280092592525762</c:v>
                </c:pt>
                <c:pt idx="55539">
                  <c:v>0.64281249999476131</c:v>
                </c:pt>
                <c:pt idx="55540">
                  <c:v>0.64282407407154096</c:v>
                </c:pt>
                <c:pt idx="55541">
                  <c:v>0.64283564814832062</c:v>
                </c:pt>
                <c:pt idx="55542">
                  <c:v>0.64284722221782431</c:v>
                </c:pt>
                <c:pt idx="55543">
                  <c:v>0.64285879629460396</c:v>
                </c:pt>
                <c:pt idx="55544">
                  <c:v>0.64287037037138361</c:v>
                </c:pt>
                <c:pt idx="55545">
                  <c:v>0.64288194444088731</c:v>
                </c:pt>
                <c:pt idx="55546">
                  <c:v>0.64289351851766696</c:v>
                </c:pt>
                <c:pt idx="55547">
                  <c:v>0.64290509258717066</c:v>
                </c:pt>
                <c:pt idx="55548">
                  <c:v>0.64291666666395031</c:v>
                </c:pt>
                <c:pt idx="55549">
                  <c:v>0.64292824074072996</c:v>
                </c:pt>
                <c:pt idx="55550">
                  <c:v>0.64293981481023366</c:v>
                </c:pt>
                <c:pt idx="55551">
                  <c:v>0.64295138888701331</c:v>
                </c:pt>
                <c:pt idx="55552">
                  <c:v>0.64296296296379296</c:v>
                </c:pt>
                <c:pt idx="55553">
                  <c:v>0.64297453703329666</c:v>
                </c:pt>
                <c:pt idx="55554">
                  <c:v>0.64298611111007631</c:v>
                </c:pt>
                <c:pt idx="55555">
                  <c:v>0.64299768517958</c:v>
                </c:pt>
                <c:pt idx="55556">
                  <c:v>0.64300925925635966</c:v>
                </c:pt>
                <c:pt idx="55557">
                  <c:v>0.64302083333313931</c:v>
                </c:pt>
                <c:pt idx="55558">
                  <c:v>0.643032407402643</c:v>
                </c:pt>
                <c:pt idx="55559">
                  <c:v>0.64304398147942265</c:v>
                </c:pt>
                <c:pt idx="55560">
                  <c:v>0.64305555555620231</c:v>
                </c:pt>
                <c:pt idx="55561">
                  <c:v>0.643067129625706</c:v>
                </c:pt>
                <c:pt idx="55562">
                  <c:v>0.64307870370248565</c:v>
                </c:pt>
                <c:pt idx="55563">
                  <c:v>0.64309027777198935</c:v>
                </c:pt>
                <c:pt idx="55564">
                  <c:v>0.643101851848769</c:v>
                </c:pt>
                <c:pt idx="55565">
                  <c:v>0.64311342592554865</c:v>
                </c:pt>
                <c:pt idx="55566">
                  <c:v>0.64312499999505235</c:v>
                </c:pt>
                <c:pt idx="55567">
                  <c:v>0.643136574071832</c:v>
                </c:pt>
                <c:pt idx="55568">
                  <c:v>0.64314814814861165</c:v>
                </c:pt>
                <c:pt idx="55569">
                  <c:v>0.64315972221811535</c:v>
                </c:pt>
                <c:pt idx="55570">
                  <c:v>0.643171296294895</c:v>
                </c:pt>
                <c:pt idx="55571">
                  <c:v>0.64318287037167465</c:v>
                </c:pt>
                <c:pt idx="55572">
                  <c:v>0.64319444444117835</c:v>
                </c:pt>
                <c:pt idx="55573">
                  <c:v>0.643206018517958</c:v>
                </c:pt>
                <c:pt idx="55574">
                  <c:v>0.6432175925874617</c:v>
                </c:pt>
                <c:pt idx="55575">
                  <c:v>0.64322916666424135</c:v>
                </c:pt>
                <c:pt idx="55576">
                  <c:v>0.643240740741021</c:v>
                </c:pt>
                <c:pt idx="55577">
                  <c:v>0.64325231481052469</c:v>
                </c:pt>
                <c:pt idx="55578">
                  <c:v>0.64326388888730435</c:v>
                </c:pt>
                <c:pt idx="55579">
                  <c:v>0.643275462964084</c:v>
                </c:pt>
                <c:pt idx="55580">
                  <c:v>0.64328703703358769</c:v>
                </c:pt>
                <c:pt idx="55581">
                  <c:v>0.64329861111036735</c:v>
                </c:pt>
                <c:pt idx="55582">
                  <c:v>0.64331018517987104</c:v>
                </c:pt>
                <c:pt idx="55583">
                  <c:v>0.64332175925665069</c:v>
                </c:pt>
                <c:pt idx="55584">
                  <c:v>0.64333333333343035</c:v>
                </c:pt>
                <c:pt idx="55585">
                  <c:v>0.64334490740293404</c:v>
                </c:pt>
                <c:pt idx="55586">
                  <c:v>0.64335648147971369</c:v>
                </c:pt>
                <c:pt idx="55587">
                  <c:v>0.64336805555649335</c:v>
                </c:pt>
                <c:pt idx="55588">
                  <c:v>0.64337962962599704</c:v>
                </c:pt>
                <c:pt idx="55589">
                  <c:v>0.64339120370277669</c:v>
                </c:pt>
                <c:pt idx="55590">
                  <c:v>0.64340277777228039</c:v>
                </c:pt>
                <c:pt idx="55591">
                  <c:v>0.64341435184906004</c:v>
                </c:pt>
                <c:pt idx="55592">
                  <c:v>0.64342592592583969</c:v>
                </c:pt>
                <c:pt idx="55593">
                  <c:v>0.64343749999534339</c:v>
                </c:pt>
                <c:pt idx="55594">
                  <c:v>0.64344907407212304</c:v>
                </c:pt>
                <c:pt idx="55595">
                  <c:v>0.64346064814890269</c:v>
                </c:pt>
                <c:pt idx="55596">
                  <c:v>0.64347222221840639</c:v>
                </c:pt>
                <c:pt idx="55597">
                  <c:v>0.64348379629518604</c:v>
                </c:pt>
                <c:pt idx="55598">
                  <c:v>0.64349537036468973</c:v>
                </c:pt>
                <c:pt idx="55599">
                  <c:v>0.64350694444146939</c:v>
                </c:pt>
                <c:pt idx="55600">
                  <c:v>0.64351851851824904</c:v>
                </c:pt>
                <c:pt idx="55601">
                  <c:v>0.64353009258775273</c:v>
                </c:pt>
                <c:pt idx="55602">
                  <c:v>0.64354166666453239</c:v>
                </c:pt>
                <c:pt idx="55603">
                  <c:v>0.64355324074131204</c:v>
                </c:pt>
                <c:pt idx="55604">
                  <c:v>0.64356481481081573</c:v>
                </c:pt>
                <c:pt idx="55605">
                  <c:v>0.64357638888759539</c:v>
                </c:pt>
                <c:pt idx="55606">
                  <c:v>0.64358796295709908</c:v>
                </c:pt>
                <c:pt idx="55607">
                  <c:v>0.64359953703387873</c:v>
                </c:pt>
                <c:pt idx="55608">
                  <c:v>0.64361111111065838</c:v>
                </c:pt>
                <c:pt idx="55609">
                  <c:v>0.64362268518016208</c:v>
                </c:pt>
                <c:pt idx="55610">
                  <c:v>0.64363425925694173</c:v>
                </c:pt>
                <c:pt idx="55611">
                  <c:v>0.64364583333372138</c:v>
                </c:pt>
                <c:pt idx="55612">
                  <c:v>0.64365740740322508</c:v>
                </c:pt>
                <c:pt idx="55613">
                  <c:v>0.64366898148000473</c:v>
                </c:pt>
                <c:pt idx="55614">
                  <c:v>0.64368055555678438</c:v>
                </c:pt>
                <c:pt idx="55615">
                  <c:v>0.64369212962628808</c:v>
                </c:pt>
                <c:pt idx="55616">
                  <c:v>0.64370370370306773</c:v>
                </c:pt>
                <c:pt idx="55617">
                  <c:v>0.64371527777257143</c:v>
                </c:pt>
                <c:pt idx="55618">
                  <c:v>0.64372685184935108</c:v>
                </c:pt>
                <c:pt idx="55619">
                  <c:v>0.64373842592613073</c:v>
                </c:pt>
                <c:pt idx="55620">
                  <c:v>0.64374999999563443</c:v>
                </c:pt>
                <c:pt idx="55621">
                  <c:v>0.64376157407241408</c:v>
                </c:pt>
                <c:pt idx="55622">
                  <c:v>0.64377314814919373</c:v>
                </c:pt>
                <c:pt idx="55623">
                  <c:v>0.64378472221869742</c:v>
                </c:pt>
                <c:pt idx="55624">
                  <c:v>0.64379629629547708</c:v>
                </c:pt>
                <c:pt idx="55625">
                  <c:v>0.64380787036498077</c:v>
                </c:pt>
                <c:pt idx="55626">
                  <c:v>0.64381944444176042</c:v>
                </c:pt>
                <c:pt idx="55627">
                  <c:v>0.64383101851854008</c:v>
                </c:pt>
                <c:pt idx="55628">
                  <c:v>0.64384259258804377</c:v>
                </c:pt>
                <c:pt idx="55629">
                  <c:v>0.64385416666482342</c:v>
                </c:pt>
                <c:pt idx="55630">
                  <c:v>0.64386574074160308</c:v>
                </c:pt>
                <c:pt idx="55631">
                  <c:v>0.64387731481110677</c:v>
                </c:pt>
                <c:pt idx="55632">
                  <c:v>0.64388888888788642</c:v>
                </c:pt>
                <c:pt idx="55633">
                  <c:v>0.64390046295739012</c:v>
                </c:pt>
                <c:pt idx="55634">
                  <c:v>0.64391203703416977</c:v>
                </c:pt>
                <c:pt idx="55635">
                  <c:v>0.64392361111094942</c:v>
                </c:pt>
                <c:pt idx="55636">
                  <c:v>0.64393518518045312</c:v>
                </c:pt>
                <c:pt idx="55637">
                  <c:v>0.64394675925723277</c:v>
                </c:pt>
                <c:pt idx="55638">
                  <c:v>0.64395833333401242</c:v>
                </c:pt>
                <c:pt idx="55639">
                  <c:v>0.64396990740351612</c:v>
                </c:pt>
                <c:pt idx="55640">
                  <c:v>0.64398148148029577</c:v>
                </c:pt>
                <c:pt idx="55641">
                  <c:v>0.64399305554979946</c:v>
                </c:pt>
                <c:pt idx="55642">
                  <c:v>0.64400462962657912</c:v>
                </c:pt>
                <c:pt idx="55643">
                  <c:v>0.64401620370335877</c:v>
                </c:pt>
                <c:pt idx="55644">
                  <c:v>0.64402777777286246</c:v>
                </c:pt>
                <c:pt idx="55645">
                  <c:v>0.64403935184964212</c:v>
                </c:pt>
                <c:pt idx="55646">
                  <c:v>0.64405092592642177</c:v>
                </c:pt>
                <c:pt idx="55647">
                  <c:v>0.64406249999592546</c:v>
                </c:pt>
                <c:pt idx="55648">
                  <c:v>0.64407407407270512</c:v>
                </c:pt>
                <c:pt idx="55649">
                  <c:v>0.64408564814948477</c:v>
                </c:pt>
                <c:pt idx="55650">
                  <c:v>0.64409722221898846</c:v>
                </c:pt>
                <c:pt idx="55651">
                  <c:v>0.64410879629576812</c:v>
                </c:pt>
                <c:pt idx="55652">
                  <c:v>0.64412037036527181</c:v>
                </c:pt>
                <c:pt idx="55653">
                  <c:v>0.64413194444205146</c:v>
                </c:pt>
                <c:pt idx="55654">
                  <c:v>0.64414351851883112</c:v>
                </c:pt>
                <c:pt idx="55655">
                  <c:v>0.64415509258833481</c:v>
                </c:pt>
                <c:pt idx="55656">
                  <c:v>0.64416666666511446</c:v>
                </c:pt>
                <c:pt idx="55657">
                  <c:v>0.64417824074189411</c:v>
                </c:pt>
                <c:pt idx="55658">
                  <c:v>0.64418981481139781</c:v>
                </c:pt>
                <c:pt idx="55659">
                  <c:v>0.64420138888817746</c:v>
                </c:pt>
                <c:pt idx="55660">
                  <c:v>0.64421296295768116</c:v>
                </c:pt>
                <c:pt idx="55661">
                  <c:v>0.64422453703446081</c:v>
                </c:pt>
                <c:pt idx="55662">
                  <c:v>0.64423611111124046</c:v>
                </c:pt>
                <c:pt idx="55663">
                  <c:v>0.64424768518074416</c:v>
                </c:pt>
                <c:pt idx="55664">
                  <c:v>0.64425925925752381</c:v>
                </c:pt>
                <c:pt idx="55665">
                  <c:v>0.64427083333430346</c:v>
                </c:pt>
                <c:pt idx="55666">
                  <c:v>0.64428240740380716</c:v>
                </c:pt>
                <c:pt idx="55667">
                  <c:v>0.64429398148058681</c:v>
                </c:pt>
                <c:pt idx="55668">
                  <c:v>0.6443055555500905</c:v>
                </c:pt>
                <c:pt idx="55669">
                  <c:v>0.64431712962687016</c:v>
                </c:pt>
                <c:pt idx="55670">
                  <c:v>0.64432870370364981</c:v>
                </c:pt>
                <c:pt idx="55671">
                  <c:v>0.6443402777731535</c:v>
                </c:pt>
                <c:pt idx="55672">
                  <c:v>0.64435185184993315</c:v>
                </c:pt>
                <c:pt idx="55673">
                  <c:v>0.64436342592671281</c:v>
                </c:pt>
                <c:pt idx="55674">
                  <c:v>0.6443749999962165</c:v>
                </c:pt>
                <c:pt idx="55675">
                  <c:v>0.64438657407299615</c:v>
                </c:pt>
                <c:pt idx="55676">
                  <c:v>0.64439814814249985</c:v>
                </c:pt>
                <c:pt idx="55677">
                  <c:v>0.6444097222192795</c:v>
                </c:pt>
                <c:pt idx="55678">
                  <c:v>0.64442129629605915</c:v>
                </c:pt>
                <c:pt idx="55679">
                  <c:v>0.64443287036556285</c:v>
                </c:pt>
                <c:pt idx="55680">
                  <c:v>0.6444444444423425</c:v>
                </c:pt>
                <c:pt idx="55681">
                  <c:v>0.64445601851912215</c:v>
                </c:pt>
                <c:pt idx="55682">
                  <c:v>0.64446759258862585</c:v>
                </c:pt>
                <c:pt idx="55683">
                  <c:v>0.6444791666654055</c:v>
                </c:pt>
                <c:pt idx="55684">
                  <c:v>0.6444907407349092</c:v>
                </c:pt>
                <c:pt idx="55685">
                  <c:v>0.64450231481168885</c:v>
                </c:pt>
                <c:pt idx="55686">
                  <c:v>0.6445138888884685</c:v>
                </c:pt>
                <c:pt idx="55687">
                  <c:v>0.64452546295797219</c:v>
                </c:pt>
                <c:pt idx="55688">
                  <c:v>0.64453703703475185</c:v>
                </c:pt>
                <c:pt idx="55689">
                  <c:v>0.6445486111115315</c:v>
                </c:pt>
                <c:pt idx="55690">
                  <c:v>0.64456018518103519</c:v>
                </c:pt>
                <c:pt idx="55691">
                  <c:v>0.64457175925781485</c:v>
                </c:pt>
                <c:pt idx="55692">
                  <c:v>0.6445833333345945</c:v>
                </c:pt>
                <c:pt idx="55693">
                  <c:v>0.64459490740409819</c:v>
                </c:pt>
                <c:pt idx="55694">
                  <c:v>0.64460648148087785</c:v>
                </c:pt>
                <c:pt idx="55695">
                  <c:v>0.64461805555038154</c:v>
                </c:pt>
                <c:pt idx="55696">
                  <c:v>0.64462962962716119</c:v>
                </c:pt>
                <c:pt idx="55697">
                  <c:v>0.64464120370394085</c:v>
                </c:pt>
                <c:pt idx="55698">
                  <c:v>0.64465277777344454</c:v>
                </c:pt>
                <c:pt idx="55699">
                  <c:v>0.64466435185022419</c:v>
                </c:pt>
                <c:pt idx="55700">
                  <c:v>0.64467592592700385</c:v>
                </c:pt>
                <c:pt idx="55701">
                  <c:v>0.64468749999650754</c:v>
                </c:pt>
                <c:pt idx="55702">
                  <c:v>0.64469907407328719</c:v>
                </c:pt>
                <c:pt idx="55703">
                  <c:v>0.64471064814279089</c:v>
                </c:pt>
                <c:pt idx="55704">
                  <c:v>0.64472222221957054</c:v>
                </c:pt>
                <c:pt idx="55705">
                  <c:v>0.64473379629635019</c:v>
                </c:pt>
                <c:pt idx="55706">
                  <c:v>0.64474537036585389</c:v>
                </c:pt>
                <c:pt idx="55707">
                  <c:v>0.64475694444263354</c:v>
                </c:pt>
                <c:pt idx="55708">
                  <c:v>0.64476851851941319</c:v>
                </c:pt>
                <c:pt idx="55709">
                  <c:v>0.64478009258891689</c:v>
                </c:pt>
                <c:pt idx="55710">
                  <c:v>0.64479166666569654</c:v>
                </c:pt>
                <c:pt idx="55711">
                  <c:v>0.64480324073520023</c:v>
                </c:pt>
                <c:pt idx="55712">
                  <c:v>0.64481481481197989</c:v>
                </c:pt>
                <c:pt idx="55713">
                  <c:v>0.64482638888875954</c:v>
                </c:pt>
                <c:pt idx="55714">
                  <c:v>0.64483796295826323</c:v>
                </c:pt>
                <c:pt idx="55715">
                  <c:v>0.64484953703504289</c:v>
                </c:pt>
                <c:pt idx="55716">
                  <c:v>0.64486111111182254</c:v>
                </c:pt>
                <c:pt idx="55717">
                  <c:v>0.64487268518132623</c:v>
                </c:pt>
                <c:pt idx="55718">
                  <c:v>0.64488425925810589</c:v>
                </c:pt>
                <c:pt idx="55719">
                  <c:v>0.64489583332760958</c:v>
                </c:pt>
                <c:pt idx="55720">
                  <c:v>0.64490740740438923</c:v>
                </c:pt>
                <c:pt idx="55721">
                  <c:v>0.64491898148116888</c:v>
                </c:pt>
                <c:pt idx="55722">
                  <c:v>0.64493055555067258</c:v>
                </c:pt>
                <c:pt idx="55723">
                  <c:v>0.64494212962745223</c:v>
                </c:pt>
                <c:pt idx="55724">
                  <c:v>0.64495370370423188</c:v>
                </c:pt>
                <c:pt idx="55725">
                  <c:v>0.64496527777373558</c:v>
                </c:pt>
                <c:pt idx="55726">
                  <c:v>0.64497685185051523</c:v>
                </c:pt>
                <c:pt idx="55727">
                  <c:v>0.64498842592001893</c:v>
                </c:pt>
                <c:pt idx="55728">
                  <c:v>0.64499999999679858</c:v>
                </c:pt>
                <c:pt idx="55729">
                  <c:v>0.64501157407357823</c:v>
                </c:pt>
                <c:pt idx="55730">
                  <c:v>0.64502314814308193</c:v>
                </c:pt>
                <c:pt idx="55731">
                  <c:v>0.64503472221986158</c:v>
                </c:pt>
                <c:pt idx="55732">
                  <c:v>0.64504629629664123</c:v>
                </c:pt>
                <c:pt idx="55733">
                  <c:v>0.64505787036614493</c:v>
                </c:pt>
                <c:pt idx="55734">
                  <c:v>0.64506944444292458</c:v>
                </c:pt>
                <c:pt idx="55735">
                  <c:v>0.64508101851970423</c:v>
                </c:pt>
                <c:pt idx="55736">
                  <c:v>0.64509259258920792</c:v>
                </c:pt>
                <c:pt idx="55737">
                  <c:v>0.64510416666598758</c:v>
                </c:pt>
                <c:pt idx="55738">
                  <c:v>0.64511574073549127</c:v>
                </c:pt>
                <c:pt idx="55739">
                  <c:v>0.64512731481227092</c:v>
                </c:pt>
                <c:pt idx="55740">
                  <c:v>0.64513888888905058</c:v>
                </c:pt>
                <c:pt idx="55741">
                  <c:v>0.64515046295855427</c:v>
                </c:pt>
                <c:pt idx="55742">
                  <c:v>0.64516203703533392</c:v>
                </c:pt>
                <c:pt idx="55743">
                  <c:v>0.64517361111211358</c:v>
                </c:pt>
                <c:pt idx="55744">
                  <c:v>0.64518518518161727</c:v>
                </c:pt>
                <c:pt idx="55745">
                  <c:v>0.64519675925839692</c:v>
                </c:pt>
                <c:pt idx="55746">
                  <c:v>0.64520833332790062</c:v>
                </c:pt>
                <c:pt idx="55747">
                  <c:v>0.64521990740468027</c:v>
                </c:pt>
                <c:pt idx="55748">
                  <c:v>0.64523148148145992</c:v>
                </c:pt>
                <c:pt idx="55749">
                  <c:v>0.64524305555096362</c:v>
                </c:pt>
                <c:pt idx="55750">
                  <c:v>0.64525462962774327</c:v>
                </c:pt>
                <c:pt idx="55751">
                  <c:v>0.64526620370452292</c:v>
                </c:pt>
                <c:pt idx="55752">
                  <c:v>0.64527777777402662</c:v>
                </c:pt>
                <c:pt idx="55753">
                  <c:v>0.64528935185080627</c:v>
                </c:pt>
                <c:pt idx="55754">
                  <c:v>0.64530092592030996</c:v>
                </c:pt>
                <c:pt idx="55755">
                  <c:v>0.64531249999708962</c:v>
                </c:pt>
                <c:pt idx="55756">
                  <c:v>0.64532407407386927</c:v>
                </c:pt>
                <c:pt idx="55757">
                  <c:v>0.64533564814337296</c:v>
                </c:pt>
                <c:pt idx="55758">
                  <c:v>0.64534722222015262</c:v>
                </c:pt>
                <c:pt idx="55759">
                  <c:v>0.64535879629693227</c:v>
                </c:pt>
                <c:pt idx="55760">
                  <c:v>0.64537037036643596</c:v>
                </c:pt>
                <c:pt idx="55761">
                  <c:v>0.64538194444321562</c:v>
                </c:pt>
                <c:pt idx="55762">
                  <c:v>0.64539351851271931</c:v>
                </c:pt>
                <c:pt idx="55763">
                  <c:v>0.64540509258949896</c:v>
                </c:pt>
                <c:pt idx="55764">
                  <c:v>0.64541666666627862</c:v>
                </c:pt>
                <c:pt idx="55765">
                  <c:v>0.64542824073578231</c:v>
                </c:pt>
                <c:pt idx="55766">
                  <c:v>0.64543981481256196</c:v>
                </c:pt>
                <c:pt idx="55767">
                  <c:v>0.64545138888934162</c:v>
                </c:pt>
                <c:pt idx="55768">
                  <c:v>0.64546296295884531</c:v>
                </c:pt>
                <c:pt idx="55769">
                  <c:v>0.64547453703562496</c:v>
                </c:pt>
                <c:pt idx="55770">
                  <c:v>0.64548611111240461</c:v>
                </c:pt>
                <c:pt idx="55771">
                  <c:v>0.64549768518190831</c:v>
                </c:pt>
                <c:pt idx="55772">
                  <c:v>0.64550925925868796</c:v>
                </c:pt>
                <c:pt idx="55773">
                  <c:v>0.64552083332819166</c:v>
                </c:pt>
                <c:pt idx="55774">
                  <c:v>0.64553240740497131</c:v>
                </c:pt>
                <c:pt idx="55775">
                  <c:v>0.64554398148175096</c:v>
                </c:pt>
                <c:pt idx="55776">
                  <c:v>0.64555555555125466</c:v>
                </c:pt>
                <c:pt idx="55777">
                  <c:v>0.64556712962803431</c:v>
                </c:pt>
                <c:pt idx="55778">
                  <c:v>0.64557870370481396</c:v>
                </c:pt>
                <c:pt idx="55779">
                  <c:v>0.64559027777431766</c:v>
                </c:pt>
                <c:pt idx="55780">
                  <c:v>0.64560185185109731</c:v>
                </c:pt>
                <c:pt idx="55781">
                  <c:v>0.645613425920601</c:v>
                </c:pt>
                <c:pt idx="55782">
                  <c:v>0.64562499999738066</c:v>
                </c:pt>
                <c:pt idx="55783">
                  <c:v>0.64563657407416031</c:v>
                </c:pt>
                <c:pt idx="55784">
                  <c:v>0.645648148143664</c:v>
                </c:pt>
                <c:pt idx="55785">
                  <c:v>0.64565972222044365</c:v>
                </c:pt>
                <c:pt idx="55786">
                  <c:v>0.64567129629722331</c:v>
                </c:pt>
                <c:pt idx="55787">
                  <c:v>0.645682870366727</c:v>
                </c:pt>
                <c:pt idx="55788">
                  <c:v>0.64569444444350665</c:v>
                </c:pt>
                <c:pt idx="55789">
                  <c:v>0.64570601851301035</c:v>
                </c:pt>
                <c:pt idx="55790">
                  <c:v>0.64571759258979</c:v>
                </c:pt>
                <c:pt idx="55791">
                  <c:v>0.64572916666656965</c:v>
                </c:pt>
                <c:pt idx="55792">
                  <c:v>0.64574074073607335</c:v>
                </c:pt>
                <c:pt idx="55793">
                  <c:v>0.645752314812853</c:v>
                </c:pt>
                <c:pt idx="55794">
                  <c:v>0.64576388888963265</c:v>
                </c:pt>
                <c:pt idx="55795">
                  <c:v>0.64577546295913635</c:v>
                </c:pt>
                <c:pt idx="55796">
                  <c:v>0.645787037035916</c:v>
                </c:pt>
                <c:pt idx="55797">
                  <c:v>0.6457986111054197</c:v>
                </c:pt>
                <c:pt idx="55798">
                  <c:v>0.64581018518219935</c:v>
                </c:pt>
                <c:pt idx="55799">
                  <c:v>0.645821759258979</c:v>
                </c:pt>
                <c:pt idx="55800">
                  <c:v>0.64583333332848269</c:v>
                </c:pt>
                <c:pt idx="55801">
                  <c:v>0.64584490740526235</c:v>
                </c:pt>
                <c:pt idx="55802">
                  <c:v>0.645856481482042</c:v>
                </c:pt>
                <c:pt idx="55803">
                  <c:v>0.64586805555154569</c:v>
                </c:pt>
                <c:pt idx="55804">
                  <c:v>0.64587962962832535</c:v>
                </c:pt>
                <c:pt idx="55805">
                  <c:v>0.64589120369782904</c:v>
                </c:pt>
                <c:pt idx="55806">
                  <c:v>0.64590277777460869</c:v>
                </c:pt>
                <c:pt idx="55807">
                  <c:v>0.64591435185138835</c:v>
                </c:pt>
                <c:pt idx="55808">
                  <c:v>0.64592592592089204</c:v>
                </c:pt>
                <c:pt idx="55809">
                  <c:v>0.64593749999767169</c:v>
                </c:pt>
                <c:pt idx="55810">
                  <c:v>0.64594907407445135</c:v>
                </c:pt>
                <c:pt idx="55811">
                  <c:v>0.64596064814395504</c:v>
                </c:pt>
                <c:pt idx="55812">
                  <c:v>0.64597222222073469</c:v>
                </c:pt>
                <c:pt idx="55813">
                  <c:v>0.64598379629751435</c:v>
                </c:pt>
                <c:pt idx="55814">
                  <c:v>0.64599537036701804</c:v>
                </c:pt>
                <c:pt idx="55815">
                  <c:v>0.64600694444379769</c:v>
                </c:pt>
                <c:pt idx="55816">
                  <c:v>0.64601851851330139</c:v>
                </c:pt>
                <c:pt idx="55817">
                  <c:v>0.64603009259008104</c:v>
                </c:pt>
                <c:pt idx="55818">
                  <c:v>0.64604166666686069</c:v>
                </c:pt>
                <c:pt idx="55819">
                  <c:v>0.64605324073636439</c:v>
                </c:pt>
                <c:pt idx="55820">
                  <c:v>0.64606481481314404</c:v>
                </c:pt>
                <c:pt idx="55821">
                  <c:v>0.64607638888992369</c:v>
                </c:pt>
                <c:pt idx="55822">
                  <c:v>0.64608796295942739</c:v>
                </c:pt>
                <c:pt idx="55823">
                  <c:v>0.64609953703620704</c:v>
                </c:pt>
                <c:pt idx="55824">
                  <c:v>0.64611111110571073</c:v>
                </c:pt>
                <c:pt idx="55825">
                  <c:v>0.64612268518249039</c:v>
                </c:pt>
                <c:pt idx="55826">
                  <c:v>0.64613425925927004</c:v>
                </c:pt>
                <c:pt idx="55827">
                  <c:v>0.64614583332877373</c:v>
                </c:pt>
                <c:pt idx="55828">
                  <c:v>0.64615740740555339</c:v>
                </c:pt>
                <c:pt idx="55829">
                  <c:v>0.64616898148233304</c:v>
                </c:pt>
                <c:pt idx="55830">
                  <c:v>0.64618055555183673</c:v>
                </c:pt>
                <c:pt idx="55831">
                  <c:v>0.64619212962861639</c:v>
                </c:pt>
                <c:pt idx="55832">
                  <c:v>0.64620370369812008</c:v>
                </c:pt>
                <c:pt idx="55833">
                  <c:v>0.64621527777489973</c:v>
                </c:pt>
                <c:pt idx="55834">
                  <c:v>0.64622685185167938</c:v>
                </c:pt>
                <c:pt idx="55835">
                  <c:v>0.64623842592118308</c:v>
                </c:pt>
                <c:pt idx="55836">
                  <c:v>0.64624999999796273</c:v>
                </c:pt>
                <c:pt idx="55837">
                  <c:v>0.64626157407474238</c:v>
                </c:pt>
                <c:pt idx="55838">
                  <c:v>0.64627314814424608</c:v>
                </c:pt>
                <c:pt idx="55839">
                  <c:v>0.64628472222102573</c:v>
                </c:pt>
                <c:pt idx="55840">
                  <c:v>0.64629629629052943</c:v>
                </c:pt>
                <c:pt idx="55841">
                  <c:v>0.64630787036730908</c:v>
                </c:pt>
                <c:pt idx="55842">
                  <c:v>0.64631944444408873</c:v>
                </c:pt>
                <c:pt idx="55843">
                  <c:v>0.64633101851359243</c:v>
                </c:pt>
                <c:pt idx="55844">
                  <c:v>0.64634259259037208</c:v>
                </c:pt>
                <c:pt idx="55845">
                  <c:v>0.64635416666715173</c:v>
                </c:pt>
                <c:pt idx="55846">
                  <c:v>0.64636574073665543</c:v>
                </c:pt>
                <c:pt idx="55847">
                  <c:v>0.64637731481343508</c:v>
                </c:pt>
                <c:pt idx="55848">
                  <c:v>0.64638888889021473</c:v>
                </c:pt>
                <c:pt idx="55849">
                  <c:v>0.64640046295971842</c:v>
                </c:pt>
                <c:pt idx="55850">
                  <c:v>0.64641203703649808</c:v>
                </c:pt>
                <c:pt idx="55851">
                  <c:v>0.64642361110600177</c:v>
                </c:pt>
                <c:pt idx="55852">
                  <c:v>0.64643518518278142</c:v>
                </c:pt>
                <c:pt idx="55853">
                  <c:v>0.64644675925956108</c:v>
                </c:pt>
                <c:pt idx="55854">
                  <c:v>0.64645833332906477</c:v>
                </c:pt>
                <c:pt idx="55855">
                  <c:v>0.64646990740584442</c:v>
                </c:pt>
                <c:pt idx="55856">
                  <c:v>0.64648148148262408</c:v>
                </c:pt>
                <c:pt idx="55857">
                  <c:v>0.64649305555212777</c:v>
                </c:pt>
                <c:pt idx="55858">
                  <c:v>0.64650462962890742</c:v>
                </c:pt>
                <c:pt idx="55859">
                  <c:v>0.64651620369841112</c:v>
                </c:pt>
                <c:pt idx="55860">
                  <c:v>0.64652777777519077</c:v>
                </c:pt>
                <c:pt idx="55861">
                  <c:v>0.64653935185197042</c:v>
                </c:pt>
                <c:pt idx="55862">
                  <c:v>0.64655092592147412</c:v>
                </c:pt>
                <c:pt idx="55863">
                  <c:v>0.64656249999825377</c:v>
                </c:pt>
                <c:pt idx="55864">
                  <c:v>0.64657407407503342</c:v>
                </c:pt>
                <c:pt idx="55865">
                  <c:v>0.64658564814453712</c:v>
                </c:pt>
                <c:pt idx="55866">
                  <c:v>0.64659722222131677</c:v>
                </c:pt>
                <c:pt idx="55867">
                  <c:v>0.64660879629082046</c:v>
                </c:pt>
                <c:pt idx="55868">
                  <c:v>0.64662037036760012</c:v>
                </c:pt>
                <c:pt idx="55869">
                  <c:v>0.64663194444437977</c:v>
                </c:pt>
                <c:pt idx="55870">
                  <c:v>0.64664351851388346</c:v>
                </c:pt>
                <c:pt idx="55871">
                  <c:v>0.64665509259066312</c:v>
                </c:pt>
                <c:pt idx="55872">
                  <c:v>0.64666666666744277</c:v>
                </c:pt>
                <c:pt idx="55873">
                  <c:v>0.64667824073694646</c:v>
                </c:pt>
                <c:pt idx="55874">
                  <c:v>0.64668981481372612</c:v>
                </c:pt>
                <c:pt idx="55875">
                  <c:v>0.64670138888322981</c:v>
                </c:pt>
                <c:pt idx="55876">
                  <c:v>0.64671296296000946</c:v>
                </c:pt>
                <c:pt idx="55877">
                  <c:v>0.64672453703678912</c:v>
                </c:pt>
                <c:pt idx="55878">
                  <c:v>0.64673611110629281</c:v>
                </c:pt>
                <c:pt idx="55879">
                  <c:v>0.64674768518307246</c:v>
                </c:pt>
                <c:pt idx="55880">
                  <c:v>0.64675925925985212</c:v>
                </c:pt>
                <c:pt idx="55881">
                  <c:v>0.64677083332935581</c:v>
                </c:pt>
                <c:pt idx="55882">
                  <c:v>0.64678240740613546</c:v>
                </c:pt>
                <c:pt idx="55883">
                  <c:v>0.64679398147563916</c:v>
                </c:pt>
                <c:pt idx="55884">
                  <c:v>0.64680555555241881</c:v>
                </c:pt>
                <c:pt idx="55885">
                  <c:v>0.64681712962919846</c:v>
                </c:pt>
                <c:pt idx="55886">
                  <c:v>0.64682870369870216</c:v>
                </c:pt>
                <c:pt idx="55887">
                  <c:v>0.64684027777548181</c:v>
                </c:pt>
                <c:pt idx="55888">
                  <c:v>0.64685185185226146</c:v>
                </c:pt>
                <c:pt idx="55889">
                  <c:v>0.64686342592176516</c:v>
                </c:pt>
                <c:pt idx="55890">
                  <c:v>0.64687499999854481</c:v>
                </c:pt>
                <c:pt idx="55891">
                  <c:v>0.64688657407532446</c:v>
                </c:pt>
                <c:pt idx="55892">
                  <c:v>0.64689814814482816</c:v>
                </c:pt>
                <c:pt idx="55893">
                  <c:v>0.64690972222160781</c:v>
                </c:pt>
                <c:pt idx="55894">
                  <c:v>0.6469212962911115</c:v>
                </c:pt>
                <c:pt idx="55895">
                  <c:v>0.64693287036789116</c:v>
                </c:pt>
                <c:pt idx="55896">
                  <c:v>0.64694444444467081</c:v>
                </c:pt>
                <c:pt idx="55897">
                  <c:v>0.6469560185141745</c:v>
                </c:pt>
                <c:pt idx="55898">
                  <c:v>0.64696759259095415</c:v>
                </c:pt>
                <c:pt idx="55899">
                  <c:v>0.64697916666773381</c:v>
                </c:pt>
                <c:pt idx="55900">
                  <c:v>0.6469907407372375</c:v>
                </c:pt>
                <c:pt idx="55901">
                  <c:v>0.64700231481401715</c:v>
                </c:pt>
                <c:pt idx="55902">
                  <c:v>0.64701388888352085</c:v>
                </c:pt>
                <c:pt idx="55903">
                  <c:v>0.6470254629603005</c:v>
                </c:pt>
                <c:pt idx="55904">
                  <c:v>0.64703703703708015</c:v>
                </c:pt>
                <c:pt idx="55905">
                  <c:v>0.64704861110658385</c:v>
                </c:pt>
                <c:pt idx="55906">
                  <c:v>0.6470601851833635</c:v>
                </c:pt>
                <c:pt idx="55907">
                  <c:v>0.64707175926014315</c:v>
                </c:pt>
                <c:pt idx="55908">
                  <c:v>0.64708333332964685</c:v>
                </c:pt>
                <c:pt idx="55909">
                  <c:v>0.6470949074064265</c:v>
                </c:pt>
                <c:pt idx="55910">
                  <c:v>0.6471064814759302</c:v>
                </c:pt>
                <c:pt idx="55911">
                  <c:v>0.64711805555270985</c:v>
                </c:pt>
                <c:pt idx="55912">
                  <c:v>0.6471296296294895</c:v>
                </c:pt>
                <c:pt idx="55913">
                  <c:v>0.64714120369899319</c:v>
                </c:pt>
                <c:pt idx="55914">
                  <c:v>0.64715277777577285</c:v>
                </c:pt>
                <c:pt idx="55915">
                  <c:v>0.6471643518525525</c:v>
                </c:pt>
                <c:pt idx="55916">
                  <c:v>0.64717592592205619</c:v>
                </c:pt>
                <c:pt idx="55917">
                  <c:v>0.64718749999883585</c:v>
                </c:pt>
                <c:pt idx="55918">
                  <c:v>0.64719907406833954</c:v>
                </c:pt>
                <c:pt idx="55919">
                  <c:v>0.64721064814511919</c:v>
                </c:pt>
                <c:pt idx="55920">
                  <c:v>0.64722222222189885</c:v>
                </c:pt>
                <c:pt idx="55921">
                  <c:v>0.64723379629140254</c:v>
                </c:pt>
                <c:pt idx="55922">
                  <c:v>0.64724537036818219</c:v>
                </c:pt>
                <c:pt idx="55923">
                  <c:v>0.64725694444496185</c:v>
                </c:pt>
                <c:pt idx="55924">
                  <c:v>0.64726851851446554</c:v>
                </c:pt>
                <c:pt idx="55925">
                  <c:v>0.64728009259124519</c:v>
                </c:pt>
                <c:pt idx="55926">
                  <c:v>0.64729166666074889</c:v>
                </c:pt>
                <c:pt idx="55927">
                  <c:v>0.64730324073752854</c:v>
                </c:pt>
                <c:pt idx="55928">
                  <c:v>0.64731481481430819</c:v>
                </c:pt>
                <c:pt idx="55929">
                  <c:v>0.64732638888381189</c:v>
                </c:pt>
                <c:pt idx="55930">
                  <c:v>0.64733796296059154</c:v>
                </c:pt>
                <c:pt idx="55931">
                  <c:v>0.64734953703737119</c:v>
                </c:pt>
                <c:pt idx="55932">
                  <c:v>0.64736111110687489</c:v>
                </c:pt>
                <c:pt idx="55933">
                  <c:v>0.64737268518365454</c:v>
                </c:pt>
                <c:pt idx="55934">
                  <c:v>0.64738425926043419</c:v>
                </c:pt>
                <c:pt idx="55935">
                  <c:v>0.64739583332993789</c:v>
                </c:pt>
                <c:pt idx="55936">
                  <c:v>0.64740740740671754</c:v>
                </c:pt>
                <c:pt idx="55937">
                  <c:v>0.64741898147622123</c:v>
                </c:pt>
                <c:pt idx="55938">
                  <c:v>0.64743055555300089</c:v>
                </c:pt>
                <c:pt idx="55939">
                  <c:v>0.64744212962978054</c:v>
                </c:pt>
                <c:pt idx="55940">
                  <c:v>0.64745370369928423</c:v>
                </c:pt>
                <c:pt idx="55941">
                  <c:v>0.64746527777606389</c:v>
                </c:pt>
                <c:pt idx="55942">
                  <c:v>0.64747685185284354</c:v>
                </c:pt>
                <c:pt idx="55943">
                  <c:v>0.64748842592234723</c:v>
                </c:pt>
                <c:pt idx="55944">
                  <c:v>0.64749999999912689</c:v>
                </c:pt>
                <c:pt idx="55945">
                  <c:v>0.64751157406863058</c:v>
                </c:pt>
                <c:pt idx="55946">
                  <c:v>0.64752314814541023</c:v>
                </c:pt>
                <c:pt idx="55947">
                  <c:v>0.64753472222218988</c:v>
                </c:pt>
                <c:pt idx="55948">
                  <c:v>0.64754629629169358</c:v>
                </c:pt>
                <c:pt idx="55949">
                  <c:v>0.64755787036847323</c:v>
                </c:pt>
                <c:pt idx="55950">
                  <c:v>0.64756944444525288</c:v>
                </c:pt>
                <c:pt idx="55951">
                  <c:v>0.64758101851475658</c:v>
                </c:pt>
                <c:pt idx="55952">
                  <c:v>0.64759259259153623</c:v>
                </c:pt>
                <c:pt idx="55953">
                  <c:v>0.64760416666103993</c:v>
                </c:pt>
                <c:pt idx="55954">
                  <c:v>0.64761574073781958</c:v>
                </c:pt>
                <c:pt idx="55955">
                  <c:v>0.64762731481459923</c:v>
                </c:pt>
                <c:pt idx="55956">
                  <c:v>0.64763888888410293</c:v>
                </c:pt>
                <c:pt idx="55957">
                  <c:v>0.64765046296088258</c:v>
                </c:pt>
                <c:pt idx="55958">
                  <c:v>0.64766203703766223</c:v>
                </c:pt>
                <c:pt idx="55959">
                  <c:v>0.64767361110716593</c:v>
                </c:pt>
                <c:pt idx="55960">
                  <c:v>0.64768518518394558</c:v>
                </c:pt>
                <c:pt idx="55961">
                  <c:v>0.64769675925344927</c:v>
                </c:pt>
                <c:pt idx="55962">
                  <c:v>0.64770833333022892</c:v>
                </c:pt>
                <c:pt idx="55963">
                  <c:v>0.64771990740700858</c:v>
                </c:pt>
                <c:pt idx="55964">
                  <c:v>0.64773148147651227</c:v>
                </c:pt>
                <c:pt idx="55965">
                  <c:v>0.64774305555329192</c:v>
                </c:pt>
                <c:pt idx="55966">
                  <c:v>0.64775462963007158</c:v>
                </c:pt>
                <c:pt idx="55967">
                  <c:v>0.64776620369957527</c:v>
                </c:pt>
                <c:pt idx="55968">
                  <c:v>0.64777777777635492</c:v>
                </c:pt>
                <c:pt idx="55969">
                  <c:v>0.64778935185313458</c:v>
                </c:pt>
                <c:pt idx="55970">
                  <c:v>0.64780092592263827</c:v>
                </c:pt>
                <c:pt idx="55971">
                  <c:v>0.64781249999941792</c:v>
                </c:pt>
                <c:pt idx="55972">
                  <c:v>0.64782407406892162</c:v>
                </c:pt>
                <c:pt idx="55973">
                  <c:v>0.64783564814570127</c:v>
                </c:pt>
                <c:pt idx="55974">
                  <c:v>0.64784722222248092</c:v>
                </c:pt>
                <c:pt idx="55975">
                  <c:v>0.64785879629198462</c:v>
                </c:pt>
                <c:pt idx="55976">
                  <c:v>0.64787037036876427</c:v>
                </c:pt>
                <c:pt idx="55977">
                  <c:v>0.64788194444554392</c:v>
                </c:pt>
                <c:pt idx="55978">
                  <c:v>0.64789351851504762</c:v>
                </c:pt>
                <c:pt idx="55979">
                  <c:v>0.64790509259182727</c:v>
                </c:pt>
                <c:pt idx="55980">
                  <c:v>0.64791666666133096</c:v>
                </c:pt>
                <c:pt idx="55981">
                  <c:v>0.64792824073811062</c:v>
                </c:pt>
                <c:pt idx="55982">
                  <c:v>0.64793981481489027</c:v>
                </c:pt>
                <c:pt idx="55983">
                  <c:v>0.64795138888439396</c:v>
                </c:pt>
                <c:pt idx="55984">
                  <c:v>0.64796296296117362</c:v>
                </c:pt>
                <c:pt idx="55985">
                  <c:v>0.64797453703795327</c:v>
                </c:pt>
                <c:pt idx="55986">
                  <c:v>0.64798611110745696</c:v>
                </c:pt>
                <c:pt idx="55987">
                  <c:v>0.64799768518423662</c:v>
                </c:pt>
                <c:pt idx="55988">
                  <c:v>0.64800925925374031</c:v>
                </c:pt>
                <c:pt idx="55989">
                  <c:v>0.64802083333051996</c:v>
                </c:pt>
                <c:pt idx="55990">
                  <c:v>0.64803240740729962</c:v>
                </c:pt>
                <c:pt idx="55991">
                  <c:v>0.64804398147680331</c:v>
                </c:pt>
                <c:pt idx="55992">
                  <c:v>0.64805555555358296</c:v>
                </c:pt>
                <c:pt idx="55993">
                  <c:v>0.64806712963036261</c:v>
                </c:pt>
                <c:pt idx="55994">
                  <c:v>0.64807870369986631</c:v>
                </c:pt>
                <c:pt idx="55995">
                  <c:v>0.64809027777664596</c:v>
                </c:pt>
                <c:pt idx="55996">
                  <c:v>0.64810185184614966</c:v>
                </c:pt>
                <c:pt idx="55997">
                  <c:v>0.64811342592292931</c:v>
                </c:pt>
                <c:pt idx="55998">
                  <c:v>0.64812499999970896</c:v>
                </c:pt>
                <c:pt idx="55999">
                  <c:v>0.64813657406921266</c:v>
                </c:pt>
                <c:pt idx="56000">
                  <c:v>0.64814814814599231</c:v>
                </c:pt>
                <c:pt idx="56001">
                  <c:v>0.64815972222277196</c:v>
                </c:pt>
                <c:pt idx="56002">
                  <c:v>0.64817129629227566</c:v>
                </c:pt>
                <c:pt idx="56003">
                  <c:v>0.64818287036905531</c:v>
                </c:pt>
                <c:pt idx="56004">
                  <c:v>0.648194444438559</c:v>
                </c:pt>
                <c:pt idx="56005">
                  <c:v>0.64820601851533866</c:v>
                </c:pt>
                <c:pt idx="56006">
                  <c:v>0.64821759259211831</c:v>
                </c:pt>
                <c:pt idx="56007">
                  <c:v>0.648229166661622</c:v>
                </c:pt>
                <c:pt idx="56008">
                  <c:v>0.64824074073840166</c:v>
                </c:pt>
                <c:pt idx="56009">
                  <c:v>0.64825231481518131</c:v>
                </c:pt>
                <c:pt idx="56010">
                  <c:v>0.648263888884685</c:v>
                </c:pt>
                <c:pt idx="56011">
                  <c:v>0.64827546296146465</c:v>
                </c:pt>
                <c:pt idx="56012">
                  <c:v>0.64828703703824431</c:v>
                </c:pt>
                <c:pt idx="56013">
                  <c:v>0.648298611107748</c:v>
                </c:pt>
                <c:pt idx="56014">
                  <c:v>0.64831018518452765</c:v>
                </c:pt>
                <c:pt idx="56015">
                  <c:v>0.64832175925403135</c:v>
                </c:pt>
                <c:pt idx="56016">
                  <c:v>0.648333333330811</c:v>
                </c:pt>
                <c:pt idx="56017">
                  <c:v>0.64834490740759065</c:v>
                </c:pt>
                <c:pt idx="56018">
                  <c:v>0.64835648147709435</c:v>
                </c:pt>
                <c:pt idx="56019">
                  <c:v>0.648368055553874</c:v>
                </c:pt>
                <c:pt idx="56020">
                  <c:v>0.64837962963065365</c:v>
                </c:pt>
                <c:pt idx="56021">
                  <c:v>0.64839120370015735</c:v>
                </c:pt>
                <c:pt idx="56022">
                  <c:v>0.648402777776937</c:v>
                </c:pt>
                <c:pt idx="56023">
                  <c:v>0.6484143518464407</c:v>
                </c:pt>
                <c:pt idx="56024">
                  <c:v>0.64842592592322035</c:v>
                </c:pt>
                <c:pt idx="56025">
                  <c:v>0.6484375</c:v>
                </c:pt>
                <c:pt idx="56026">
                  <c:v>0.64844907406950369</c:v>
                </c:pt>
                <c:pt idx="56027">
                  <c:v>0.64846064814628335</c:v>
                </c:pt>
                <c:pt idx="56028">
                  <c:v>0.648472222223063</c:v>
                </c:pt>
                <c:pt idx="56029">
                  <c:v>0.64848379629256669</c:v>
                </c:pt>
                <c:pt idx="56030">
                  <c:v>0.64849537036934635</c:v>
                </c:pt>
                <c:pt idx="56031">
                  <c:v>0.64850694443885004</c:v>
                </c:pt>
                <c:pt idx="56032">
                  <c:v>0.64851851851562969</c:v>
                </c:pt>
                <c:pt idx="56033">
                  <c:v>0.64853009259240935</c:v>
                </c:pt>
                <c:pt idx="56034">
                  <c:v>0.64854166666191304</c:v>
                </c:pt>
                <c:pt idx="56035">
                  <c:v>0.64855324073869269</c:v>
                </c:pt>
                <c:pt idx="56036">
                  <c:v>0.64856481481547235</c:v>
                </c:pt>
                <c:pt idx="56037">
                  <c:v>0.64857638888497604</c:v>
                </c:pt>
                <c:pt idx="56038">
                  <c:v>0.64858796296175569</c:v>
                </c:pt>
                <c:pt idx="56039">
                  <c:v>0.64859953703125939</c:v>
                </c:pt>
                <c:pt idx="56040">
                  <c:v>0.64861111110803904</c:v>
                </c:pt>
                <c:pt idx="56041">
                  <c:v>0.64862268518481869</c:v>
                </c:pt>
                <c:pt idx="56042">
                  <c:v>0.64863425925432239</c:v>
                </c:pt>
                <c:pt idx="56043">
                  <c:v>0.64864583333110204</c:v>
                </c:pt>
                <c:pt idx="56044">
                  <c:v>0.64865740740788169</c:v>
                </c:pt>
                <c:pt idx="56045">
                  <c:v>0.64866898147738539</c:v>
                </c:pt>
                <c:pt idx="56046">
                  <c:v>0.64868055555416504</c:v>
                </c:pt>
                <c:pt idx="56047">
                  <c:v>0.64869212963094469</c:v>
                </c:pt>
                <c:pt idx="56048">
                  <c:v>0.64870370370044839</c:v>
                </c:pt>
                <c:pt idx="56049">
                  <c:v>0.64871527777722804</c:v>
                </c:pt>
                <c:pt idx="56050">
                  <c:v>0.64872685184673173</c:v>
                </c:pt>
                <c:pt idx="56051">
                  <c:v>0.64873842592351139</c:v>
                </c:pt>
                <c:pt idx="56052">
                  <c:v>0.64875000000029104</c:v>
                </c:pt>
                <c:pt idx="56053">
                  <c:v>0.64876157406979473</c:v>
                </c:pt>
                <c:pt idx="56054">
                  <c:v>0.64877314814657439</c:v>
                </c:pt>
                <c:pt idx="56055">
                  <c:v>0.64878472222335404</c:v>
                </c:pt>
                <c:pt idx="56056">
                  <c:v>0.64879629629285773</c:v>
                </c:pt>
                <c:pt idx="56057">
                  <c:v>0.64880787036963739</c:v>
                </c:pt>
                <c:pt idx="56058">
                  <c:v>0.64881944443914108</c:v>
                </c:pt>
                <c:pt idx="56059">
                  <c:v>0.64883101851592073</c:v>
                </c:pt>
                <c:pt idx="56060">
                  <c:v>0.64884259259270038</c:v>
                </c:pt>
                <c:pt idx="56061">
                  <c:v>0.64885416666220408</c:v>
                </c:pt>
                <c:pt idx="56062">
                  <c:v>0.64886574073898373</c:v>
                </c:pt>
                <c:pt idx="56063">
                  <c:v>0.64887731481576338</c:v>
                </c:pt>
                <c:pt idx="56064">
                  <c:v>0.64888888888526708</c:v>
                </c:pt>
                <c:pt idx="56065">
                  <c:v>0.64890046296204673</c:v>
                </c:pt>
                <c:pt idx="56066">
                  <c:v>0.64891203703155043</c:v>
                </c:pt>
                <c:pt idx="56067">
                  <c:v>0.64892361110833008</c:v>
                </c:pt>
                <c:pt idx="56068">
                  <c:v>0.64893518518510973</c:v>
                </c:pt>
                <c:pt idx="56069">
                  <c:v>0.64894675925461343</c:v>
                </c:pt>
                <c:pt idx="56070">
                  <c:v>0.64895833333139308</c:v>
                </c:pt>
                <c:pt idx="56071">
                  <c:v>0.64896990740817273</c:v>
                </c:pt>
                <c:pt idx="56072">
                  <c:v>0.64898148147767643</c:v>
                </c:pt>
                <c:pt idx="56073">
                  <c:v>0.64899305555445608</c:v>
                </c:pt>
                <c:pt idx="56074">
                  <c:v>0.64900462962395977</c:v>
                </c:pt>
                <c:pt idx="56075">
                  <c:v>0.64901620370073942</c:v>
                </c:pt>
                <c:pt idx="56076">
                  <c:v>0.64902777777751908</c:v>
                </c:pt>
                <c:pt idx="56077">
                  <c:v>0.64903935184702277</c:v>
                </c:pt>
                <c:pt idx="56078">
                  <c:v>0.64905092592380242</c:v>
                </c:pt>
                <c:pt idx="56079">
                  <c:v>0.64906250000058208</c:v>
                </c:pt>
                <c:pt idx="56080">
                  <c:v>0.64907407407008577</c:v>
                </c:pt>
                <c:pt idx="56081">
                  <c:v>0.64908564814686542</c:v>
                </c:pt>
                <c:pt idx="56082">
                  <c:v>0.64909722221636912</c:v>
                </c:pt>
                <c:pt idx="56083">
                  <c:v>0.64910879629314877</c:v>
                </c:pt>
                <c:pt idx="56084">
                  <c:v>0.64912037036992842</c:v>
                </c:pt>
                <c:pt idx="56085">
                  <c:v>0.64913194443943212</c:v>
                </c:pt>
                <c:pt idx="56086">
                  <c:v>0.64914351851621177</c:v>
                </c:pt>
                <c:pt idx="56087">
                  <c:v>0.64915509259299142</c:v>
                </c:pt>
                <c:pt idx="56088">
                  <c:v>0.64916666666249512</c:v>
                </c:pt>
                <c:pt idx="56089">
                  <c:v>0.64917824073927477</c:v>
                </c:pt>
                <c:pt idx="56090">
                  <c:v>0.64918981481605442</c:v>
                </c:pt>
                <c:pt idx="56091">
                  <c:v>0.64920138888555812</c:v>
                </c:pt>
                <c:pt idx="56092">
                  <c:v>0.64921296296233777</c:v>
                </c:pt>
                <c:pt idx="56093">
                  <c:v>0.64922453703184146</c:v>
                </c:pt>
                <c:pt idx="56094">
                  <c:v>0.64923611110862112</c:v>
                </c:pt>
                <c:pt idx="56095">
                  <c:v>0.64924768518540077</c:v>
                </c:pt>
                <c:pt idx="56096">
                  <c:v>0.64925925925490446</c:v>
                </c:pt>
                <c:pt idx="56097">
                  <c:v>0.64927083333168412</c:v>
                </c:pt>
                <c:pt idx="56098">
                  <c:v>0.64928240740846377</c:v>
                </c:pt>
                <c:pt idx="56099">
                  <c:v>0.64929398147796746</c:v>
                </c:pt>
                <c:pt idx="56100">
                  <c:v>0.64930555555474712</c:v>
                </c:pt>
                <c:pt idx="56101">
                  <c:v>0.64931712962425081</c:v>
                </c:pt>
                <c:pt idx="56102">
                  <c:v>0.64932870370103046</c:v>
                </c:pt>
                <c:pt idx="56103">
                  <c:v>0.64934027777781012</c:v>
                </c:pt>
                <c:pt idx="56104">
                  <c:v>0.64935185184731381</c:v>
                </c:pt>
                <c:pt idx="56105">
                  <c:v>0.64936342592409346</c:v>
                </c:pt>
                <c:pt idx="56106">
                  <c:v>0.64937500000087311</c:v>
                </c:pt>
                <c:pt idx="56107">
                  <c:v>0.64938657407037681</c:v>
                </c:pt>
                <c:pt idx="56108">
                  <c:v>0.64939814814715646</c:v>
                </c:pt>
                <c:pt idx="56109">
                  <c:v>0.64940972221666016</c:v>
                </c:pt>
                <c:pt idx="56110">
                  <c:v>0.64942129629343981</c:v>
                </c:pt>
                <c:pt idx="56111">
                  <c:v>0.64943287037021946</c:v>
                </c:pt>
                <c:pt idx="56112">
                  <c:v>0.64944444443972316</c:v>
                </c:pt>
                <c:pt idx="56113">
                  <c:v>0.64945601851650281</c:v>
                </c:pt>
                <c:pt idx="56114">
                  <c:v>0.64946759259328246</c:v>
                </c:pt>
                <c:pt idx="56115">
                  <c:v>0.64947916666278616</c:v>
                </c:pt>
                <c:pt idx="56116">
                  <c:v>0.64949074073956581</c:v>
                </c:pt>
                <c:pt idx="56117">
                  <c:v>0.6495023148090695</c:v>
                </c:pt>
                <c:pt idx="56118">
                  <c:v>0.64951388888584916</c:v>
                </c:pt>
                <c:pt idx="56119">
                  <c:v>0.64952546296262881</c:v>
                </c:pt>
                <c:pt idx="56120">
                  <c:v>0.6495370370321325</c:v>
                </c:pt>
                <c:pt idx="56121">
                  <c:v>0.64954861110891216</c:v>
                </c:pt>
                <c:pt idx="56122">
                  <c:v>0.64956018518569181</c:v>
                </c:pt>
                <c:pt idx="56123">
                  <c:v>0.6495717592551955</c:v>
                </c:pt>
                <c:pt idx="56124">
                  <c:v>0.64958333333197515</c:v>
                </c:pt>
                <c:pt idx="56125">
                  <c:v>0.64959490740147885</c:v>
                </c:pt>
                <c:pt idx="56126">
                  <c:v>0.6496064814782585</c:v>
                </c:pt>
                <c:pt idx="56127">
                  <c:v>0.64961805555503815</c:v>
                </c:pt>
                <c:pt idx="56128">
                  <c:v>0.64962962962454185</c:v>
                </c:pt>
                <c:pt idx="56129">
                  <c:v>0.6496412037013215</c:v>
                </c:pt>
                <c:pt idx="56130">
                  <c:v>0.64965277777810115</c:v>
                </c:pt>
                <c:pt idx="56131">
                  <c:v>0.64966435184760485</c:v>
                </c:pt>
                <c:pt idx="56132">
                  <c:v>0.6496759259243845</c:v>
                </c:pt>
                <c:pt idx="56133">
                  <c:v>0.64968750000116415</c:v>
                </c:pt>
                <c:pt idx="56134">
                  <c:v>0.64969907407066785</c:v>
                </c:pt>
                <c:pt idx="56135">
                  <c:v>0.6497106481474475</c:v>
                </c:pt>
                <c:pt idx="56136">
                  <c:v>0.6497222222169512</c:v>
                </c:pt>
                <c:pt idx="56137">
                  <c:v>0.64973379629373085</c:v>
                </c:pt>
                <c:pt idx="56138">
                  <c:v>0.6497453703705105</c:v>
                </c:pt>
                <c:pt idx="56139">
                  <c:v>0.64975694444001419</c:v>
                </c:pt>
                <c:pt idx="56140">
                  <c:v>0.64976851851679385</c:v>
                </c:pt>
                <c:pt idx="56141">
                  <c:v>0.6497800925935735</c:v>
                </c:pt>
                <c:pt idx="56142">
                  <c:v>0.64979166666307719</c:v>
                </c:pt>
                <c:pt idx="56143">
                  <c:v>0.64980324073985685</c:v>
                </c:pt>
                <c:pt idx="56144">
                  <c:v>0.64981481480936054</c:v>
                </c:pt>
                <c:pt idx="56145">
                  <c:v>0.64982638888614019</c:v>
                </c:pt>
                <c:pt idx="56146">
                  <c:v>0.64983796296291985</c:v>
                </c:pt>
                <c:pt idx="56147">
                  <c:v>0.64984953703242354</c:v>
                </c:pt>
                <c:pt idx="56148">
                  <c:v>0.64986111110920319</c:v>
                </c:pt>
                <c:pt idx="56149">
                  <c:v>0.64987268518598285</c:v>
                </c:pt>
                <c:pt idx="56150">
                  <c:v>0.64988425925548654</c:v>
                </c:pt>
                <c:pt idx="56151">
                  <c:v>0.64989583333226619</c:v>
                </c:pt>
                <c:pt idx="56152">
                  <c:v>0.64990740740176989</c:v>
                </c:pt>
                <c:pt idx="56153">
                  <c:v>0.64991898147854954</c:v>
                </c:pt>
                <c:pt idx="56154">
                  <c:v>0.64993055555532919</c:v>
                </c:pt>
                <c:pt idx="56155">
                  <c:v>0.64994212962483289</c:v>
                </c:pt>
                <c:pt idx="56156">
                  <c:v>0.64995370370161254</c:v>
                </c:pt>
                <c:pt idx="56157">
                  <c:v>0.64996527777839219</c:v>
                </c:pt>
                <c:pt idx="56158">
                  <c:v>0.64997685184789589</c:v>
                </c:pt>
                <c:pt idx="56159">
                  <c:v>0.64998842592467554</c:v>
                </c:pt>
                <c:pt idx="56160">
                  <c:v>0.64999999999417923</c:v>
                </c:pt>
                <c:pt idx="56161">
                  <c:v>0.65001157407095889</c:v>
                </c:pt>
                <c:pt idx="56162">
                  <c:v>0.65002314814773854</c:v>
                </c:pt>
                <c:pt idx="56163">
                  <c:v>0.65003472221724223</c:v>
                </c:pt>
                <c:pt idx="56164">
                  <c:v>0.65004629629402189</c:v>
                </c:pt>
                <c:pt idx="56165">
                  <c:v>0.65005787037080154</c:v>
                </c:pt>
                <c:pt idx="56166">
                  <c:v>0.65006944444030523</c:v>
                </c:pt>
                <c:pt idx="56167">
                  <c:v>0.65008101851708489</c:v>
                </c:pt>
                <c:pt idx="56168">
                  <c:v>0.65009259259386454</c:v>
                </c:pt>
                <c:pt idx="56169">
                  <c:v>0.65010416666336823</c:v>
                </c:pt>
                <c:pt idx="56170">
                  <c:v>0.65011574074014788</c:v>
                </c:pt>
                <c:pt idx="56171">
                  <c:v>0.65012731480965158</c:v>
                </c:pt>
                <c:pt idx="56172">
                  <c:v>0.65013888888643123</c:v>
                </c:pt>
                <c:pt idx="56173">
                  <c:v>0.65015046296321088</c:v>
                </c:pt>
                <c:pt idx="56174">
                  <c:v>0.65016203703271458</c:v>
                </c:pt>
                <c:pt idx="56175">
                  <c:v>0.65017361110949423</c:v>
                </c:pt>
                <c:pt idx="56176">
                  <c:v>0.65018518518627388</c:v>
                </c:pt>
                <c:pt idx="56177">
                  <c:v>0.65019675925577758</c:v>
                </c:pt>
                <c:pt idx="56178">
                  <c:v>0.65020833333255723</c:v>
                </c:pt>
                <c:pt idx="56179">
                  <c:v>0.65021990740206093</c:v>
                </c:pt>
                <c:pt idx="56180">
                  <c:v>0.65023148147884058</c:v>
                </c:pt>
                <c:pt idx="56181">
                  <c:v>0.65024305555562023</c:v>
                </c:pt>
                <c:pt idx="56182">
                  <c:v>0.65025462962512393</c:v>
                </c:pt>
                <c:pt idx="56183">
                  <c:v>0.65026620370190358</c:v>
                </c:pt>
                <c:pt idx="56184">
                  <c:v>0.65027777777868323</c:v>
                </c:pt>
                <c:pt idx="56185">
                  <c:v>0.65028935184818693</c:v>
                </c:pt>
                <c:pt idx="56186">
                  <c:v>0.65030092592496658</c:v>
                </c:pt>
                <c:pt idx="56187">
                  <c:v>0.65031249999447027</c:v>
                </c:pt>
                <c:pt idx="56188">
                  <c:v>0.65032407407124992</c:v>
                </c:pt>
                <c:pt idx="56189">
                  <c:v>0.65033564814802958</c:v>
                </c:pt>
                <c:pt idx="56190">
                  <c:v>0.65034722221753327</c:v>
                </c:pt>
                <c:pt idx="56191">
                  <c:v>0.65035879629431292</c:v>
                </c:pt>
                <c:pt idx="56192">
                  <c:v>0.65037037037109258</c:v>
                </c:pt>
                <c:pt idx="56193">
                  <c:v>0.65038194444059627</c:v>
                </c:pt>
                <c:pt idx="56194">
                  <c:v>0.65039351851737592</c:v>
                </c:pt>
                <c:pt idx="56195">
                  <c:v>0.65040509258687962</c:v>
                </c:pt>
                <c:pt idx="56196">
                  <c:v>0.65041666666365927</c:v>
                </c:pt>
                <c:pt idx="56197">
                  <c:v>0.65042824074043892</c:v>
                </c:pt>
                <c:pt idx="56198">
                  <c:v>0.65043981480994262</c:v>
                </c:pt>
                <c:pt idx="56199">
                  <c:v>0.65045138888672227</c:v>
                </c:pt>
                <c:pt idx="56200">
                  <c:v>0.65046296296350192</c:v>
                </c:pt>
                <c:pt idx="56201">
                  <c:v>0.65047453703300562</c:v>
                </c:pt>
                <c:pt idx="56202">
                  <c:v>0.65048611110978527</c:v>
                </c:pt>
                <c:pt idx="56203">
                  <c:v>0.65049768517928896</c:v>
                </c:pt>
                <c:pt idx="56204">
                  <c:v>0.65050925925606862</c:v>
                </c:pt>
                <c:pt idx="56205">
                  <c:v>0.65052083333284827</c:v>
                </c:pt>
                <c:pt idx="56206">
                  <c:v>0.65053240740235196</c:v>
                </c:pt>
                <c:pt idx="56207">
                  <c:v>0.65054398147913162</c:v>
                </c:pt>
                <c:pt idx="56208">
                  <c:v>0.65055555555591127</c:v>
                </c:pt>
                <c:pt idx="56209">
                  <c:v>0.65056712962541496</c:v>
                </c:pt>
                <c:pt idx="56210">
                  <c:v>0.65057870370219462</c:v>
                </c:pt>
                <c:pt idx="56211">
                  <c:v>0.65059027777897427</c:v>
                </c:pt>
                <c:pt idx="56212">
                  <c:v>0.65060185184847796</c:v>
                </c:pt>
                <c:pt idx="56213">
                  <c:v>0.65061342592525762</c:v>
                </c:pt>
                <c:pt idx="56214">
                  <c:v>0.65062499999476131</c:v>
                </c:pt>
                <c:pt idx="56215">
                  <c:v>0.65063657407154096</c:v>
                </c:pt>
                <c:pt idx="56216">
                  <c:v>0.65064814814832062</c:v>
                </c:pt>
                <c:pt idx="56217">
                  <c:v>0.65065972221782431</c:v>
                </c:pt>
                <c:pt idx="56218">
                  <c:v>0.65067129629460396</c:v>
                </c:pt>
                <c:pt idx="56219">
                  <c:v>0.65068287037138361</c:v>
                </c:pt>
                <c:pt idx="56220">
                  <c:v>0.65069444444088731</c:v>
                </c:pt>
                <c:pt idx="56221">
                  <c:v>0.65070601851766696</c:v>
                </c:pt>
                <c:pt idx="56222">
                  <c:v>0.65071759258717066</c:v>
                </c:pt>
                <c:pt idx="56223">
                  <c:v>0.65072916666395031</c:v>
                </c:pt>
                <c:pt idx="56224">
                  <c:v>0.65074074074072996</c:v>
                </c:pt>
                <c:pt idx="56225">
                  <c:v>0.65075231481023366</c:v>
                </c:pt>
                <c:pt idx="56226">
                  <c:v>0.65076388888701331</c:v>
                </c:pt>
                <c:pt idx="56227">
                  <c:v>0.65077546296379296</c:v>
                </c:pt>
                <c:pt idx="56228">
                  <c:v>0.65078703703329666</c:v>
                </c:pt>
                <c:pt idx="56229">
                  <c:v>0.65079861111007631</c:v>
                </c:pt>
                <c:pt idx="56230">
                  <c:v>0.65081018517958</c:v>
                </c:pt>
                <c:pt idx="56231">
                  <c:v>0.65082175925635966</c:v>
                </c:pt>
                <c:pt idx="56232">
                  <c:v>0.65083333333313931</c:v>
                </c:pt>
                <c:pt idx="56233">
                  <c:v>0.650844907402643</c:v>
                </c:pt>
                <c:pt idx="56234">
                  <c:v>0.65085648147942265</c:v>
                </c:pt>
                <c:pt idx="56235">
                  <c:v>0.65086805555620231</c:v>
                </c:pt>
                <c:pt idx="56236">
                  <c:v>0.650879629625706</c:v>
                </c:pt>
                <c:pt idx="56237">
                  <c:v>0.65089120370248565</c:v>
                </c:pt>
                <c:pt idx="56238">
                  <c:v>0.65090277777198935</c:v>
                </c:pt>
                <c:pt idx="56239">
                  <c:v>0.650914351848769</c:v>
                </c:pt>
                <c:pt idx="56240">
                  <c:v>0.65092592592554865</c:v>
                </c:pt>
                <c:pt idx="56241">
                  <c:v>0.65093749999505235</c:v>
                </c:pt>
                <c:pt idx="56242">
                  <c:v>0.650949074071832</c:v>
                </c:pt>
                <c:pt idx="56243">
                  <c:v>0.65096064814861165</c:v>
                </c:pt>
                <c:pt idx="56244">
                  <c:v>0.65097222221811535</c:v>
                </c:pt>
                <c:pt idx="56245">
                  <c:v>0.650983796294895</c:v>
                </c:pt>
                <c:pt idx="56246">
                  <c:v>0.65099537037167465</c:v>
                </c:pt>
                <c:pt idx="56247">
                  <c:v>0.65100694444117835</c:v>
                </c:pt>
                <c:pt idx="56248">
                  <c:v>0.651018518517958</c:v>
                </c:pt>
                <c:pt idx="56249">
                  <c:v>0.6510300925874617</c:v>
                </c:pt>
                <c:pt idx="56250">
                  <c:v>0.65104166666424135</c:v>
                </c:pt>
                <c:pt idx="56251">
                  <c:v>0.651053240741021</c:v>
                </c:pt>
                <c:pt idx="56252">
                  <c:v>0.65106481481052469</c:v>
                </c:pt>
                <c:pt idx="56253">
                  <c:v>0.65107638888730435</c:v>
                </c:pt>
                <c:pt idx="56254">
                  <c:v>0.651087962964084</c:v>
                </c:pt>
                <c:pt idx="56255">
                  <c:v>0.65109953703358769</c:v>
                </c:pt>
                <c:pt idx="56256">
                  <c:v>0.65111111111036735</c:v>
                </c:pt>
                <c:pt idx="56257">
                  <c:v>0.65112268517987104</c:v>
                </c:pt>
                <c:pt idx="56258">
                  <c:v>0.65113425925665069</c:v>
                </c:pt>
                <c:pt idx="56259">
                  <c:v>0.65114583333343035</c:v>
                </c:pt>
                <c:pt idx="56260">
                  <c:v>0.65115740740293404</c:v>
                </c:pt>
                <c:pt idx="56261">
                  <c:v>0.65116898147971369</c:v>
                </c:pt>
                <c:pt idx="56262">
                  <c:v>0.65118055555649335</c:v>
                </c:pt>
                <c:pt idx="56263">
                  <c:v>0.65119212962599704</c:v>
                </c:pt>
                <c:pt idx="56264">
                  <c:v>0.65120370370277669</c:v>
                </c:pt>
                <c:pt idx="56265">
                  <c:v>0.65121527777228039</c:v>
                </c:pt>
                <c:pt idx="56266">
                  <c:v>0.65122685184906004</c:v>
                </c:pt>
                <c:pt idx="56267">
                  <c:v>0.65123842592583969</c:v>
                </c:pt>
                <c:pt idx="56268">
                  <c:v>0.65124999999534339</c:v>
                </c:pt>
                <c:pt idx="56269">
                  <c:v>0.65126157407212304</c:v>
                </c:pt>
                <c:pt idx="56270">
                  <c:v>0.65127314814890269</c:v>
                </c:pt>
                <c:pt idx="56271">
                  <c:v>0.65128472221840639</c:v>
                </c:pt>
                <c:pt idx="56272">
                  <c:v>0.65129629629518604</c:v>
                </c:pt>
                <c:pt idx="56273">
                  <c:v>0.65130787036468973</c:v>
                </c:pt>
                <c:pt idx="56274">
                  <c:v>0.65131944444146939</c:v>
                </c:pt>
                <c:pt idx="56275">
                  <c:v>0.65133101851824904</c:v>
                </c:pt>
                <c:pt idx="56276">
                  <c:v>0.65134259258775273</c:v>
                </c:pt>
                <c:pt idx="56277">
                  <c:v>0.65135416666453239</c:v>
                </c:pt>
                <c:pt idx="56278">
                  <c:v>0.65136574074131204</c:v>
                </c:pt>
                <c:pt idx="56279">
                  <c:v>0.65137731481081573</c:v>
                </c:pt>
                <c:pt idx="56280">
                  <c:v>0.65138888888759539</c:v>
                </c:pt>
                <c:pt idx="56281">
                  <c:v>0.65140046295709908</c:v>
                </c:pt>
                <c:pt idx="56282">
                  <c:v>0.65141203703387873</c:v>
                </c:pt>
                <c:pt idx="56283">
                  <c:v>0.65142361111065838</c:v>
                </c:pt>
                <c:pt idx="56284">
                  <c:v>0.65143518518016208</c:v>
                </c:pt>
                <c:pt idx="56285">
                  <c:v>0.65144675925694173</c:v>
                </c:pt>
                <c:pt idx="56286">
                  <c:v>0.65145833333372138</c:v>
                </c:pt>
                <c:pt idx="56287">
                  <c:v>0.65146990740322508</c:v>
                </c:pt>
                <c:pt idx="56288">
                  <c:v>0.65148148148000473</c:v>
                </c:pt>
                <c:pt idx="56289">
                  <c:v>0.65149305555678438</c:v>
                </c:pt>
                <c:pt idx="56290">
                  <c:v>0.65150462962628808</c:v>
                </c:pt>
                <c:pt idx="56291">
                  <c:v>0.65151620370306773</c:v>
                </c:pt>
                <c:pt idx="56292">
                  <c:v>0.65152777777257143</c:v>
                </c:pt>
                <c:pt idx="56293">
                  <c:v>0.65153935184935108</c:v>
                </c:pt>
                <c:pt idx="56294">
                  <c:v>0.65155092592613073</c:v>
                </c:pt>
                <c:pt idx="56295">
                  <c:v>0.65156249999563443</c:v>
                </c:pt>
                <c:pt idx="56296">
                  <c:v>0.65157407407241408</c:v>
                </c:pt>
                <c:pt idx="56297">
                  <c:v>0.65158564814919373</c:v>
                </c:pt>
                <c:pt idx="56298">
                  <c:v>0.65159722221869742</c:v>
                </c:pt>
                <c:pt idx="56299">
                  <c:v>0.65160879629547708</c:v>
                </c:pt>
                <c:pt idx="56300">
                  <c:v>0.65162037036498077</c:v>
                </c:pt>
                <c:pt idx="56301">
                  <c:v>0.65163194444176042</c:v>
                </c:pt>
                <c:pt idx="56302">
                  <c:v>0.65164351851854008</c:v>
                </c:pt>
                <c:pt idx="56303">
                  <c:v>0.65165509258804377</c:v>
                </c:pt>
                <c:pt idx="56304">
                  <c:v>0.65166666666482342</c:v>
                </c:pt>
                <c:pt idx="56305">
                  <c:v>0.65167824074160308</c:v>
                </c:pt>
                <c:pt idx="56306">
                  <c:v>0.65168981481110677</c:v>
                </c:pt>
                <c:pt idx="56307">
                  <c:v>0.65170138888788642</c:v>
                </c:pt>
                <c:pt idx="56308">
                  <c:v>0.65171296295739012</c:v>
                </c:pt>
                <c:pt idx="56309">
                  <c:v>0.65172453703416977</c:v>
                </c:pt>
                <c:pt idx="56310">
                  <c:v>0.65173611111094942</c:v>
                </c:pt>
                <c:pt idx="56311">
                  <c:v>0.65174768518045312</c:v>
                </c:pt>
                <c:pt idx="56312">
                  <c:v>0.65175925925723277</c:v>
                </c:pt>
                <c:pt idx="56313">
                  <c:v>0.65177083333401242</c:v>
                </c:pt>
                <c:pt idx="56314">
                  <c:v>0.65178240740351612</c:v>
                </c:pt>
                <c:pt idx="56315">
                  <c:v>0.65179398148029577</c:v>
                </c:pt>
                <c:pt idx="56316">
                  <c:v>0.65180555554979946</c:v>
                </c:pt>
                <c:pt idx="56317">
                  <c:v>0.65181712962657912</c:v>
                </c:pt>
                <c:pt idx="56318">
                  <c:v>0.65182870370335877</c:v>
                </c:pt>
                <c:pt idx="56319">
                  <c:v>0.65184027777286246</c:v>
                </c:pt>
                <c:pt idx="56320">
                  <c:v>0.65185185184964212</c:v>
                </c:pt>
                <c:pt idx="56321">
                  <c:v>0.65186342592642177</c:v>
                </c:pt>
                <c:pt idx="56322">
                  <c:v>0.65187499999592546</c:v>
                </c:pt>
                <c:pt idx="56323">
                  <c:v>0.65188657407270512</c:v>
                </c:pt>
                <c:pt idx="56324">
                  <c:v>0.65189814814948477</c:v>
                </c:pt>
                <c:pt idx="56325">
                  <c:v>0.65190972221898846</c:v>
                </c:pt>
                <c:pt idx="56326">
                  <c:v>0.65192129629576812</c:v>
                </c:pt>
                <c:pt idx="56327">
                  <c:v>0.65193287036527181</c:v>
                </c:pt>
                <c:pt idx="56328">
                  <c:v>0.65194444444205146</c:v>
                </c:pt>
                <c:pt idx="56329">
                  <c:v>0.65195601851883112</c:v>
                </c:pt>
                <c:pt idx="56330">
                  <c:v>0.65196759258833481</c:v>
                </c:pt>
                <c:pt idx="56331">
                  <c:v>0.65197916666511446</c:v>
                </c:pt>
                <c:pt idx="56332">
                  <c:v>0.65199074074189411</c:v>
                </c:pt>
                <c:pt idx="56333">
                  <c:v>0.65200231481139781</c:v>
                </c:pt>
                <c:pt idx="56334">
                  <c:v>0.65201388888817746</c:v>
                </c:pt>
                <c:pt idx="56335">
                  <c:v>0.65202546295768116</c:v>
                </c:pt>
                <c:pt idx="56336">
                  <c:v>0.65203703703446081</c:v>
                </c:pt>
                <c:pt idx="56337">
                  <c:v>0.65204861111124046</c:v>
                </c:pt>
                <c:pt idx="56338">
                  <c:v>0.65206018518074416</c:v>
                </c:pt>
                <c:pt idx="56339">
                  <c:v>0.65207175925752381</c:v>
                </c:pt>
                <c:pt idx="56340">
                  <c:v>0.65208333333430346</c:v>
                </c:pt>
                <c:pt idx="56341">
                  <c:v>0.65209490740380716</c:v>
                </c:pt>
                <c:pt idx="56342">
                  <c:v>0.65210648148058681</c:v>
                </c:pt>
                <c:pt idx="56343">
                  <c:v>0.6521180555500905</c:v>
                </c:pt>
                <c:pt idx="56344">
                  <c:v>0.65212962962687016</c:v>
                </c:pt>
                <c:pt idx="56345">
                  <c:v>0.65214120370364981</c:v>
                </c:pt>
                <c:pt idx="56346">
                  <c:v>0.6521527777731535</c:v>
                </c:pt>
                <c:pt idx="56347">
                  <c:v>0.65216435184993315</c:v>
                </c:pt>
                <c:pt idx="56348">
                  <c:v>0.65217592592671281</c:v>
                </c:pt>
                <c:pt idx="56349">
                  <c:v>0.6521874999962165</c:v>
                </c:pt>
                <c:pt idx="56350">
                  <c:v>0.65219907407299615</c:v>
                </c:pt>
                <c:pt idx="56351">
                  <c:v>0.65221064814249985</c:v>
                </c:pt>
                <c:pt idx="56352">
                  <c:v>0.6522222222192795</c:v>
                </c:pt>
                <c:pt idx="56353">
                  <c:v>0.65223379629605915</c:v>
                </c:pt>
                <c:pt idx="56354">
                  <c:v>0.65224537036556285</c:v>
                </c:pt>
                <c:pt idx="56355">
                  <c:v>0.6522569444423425</c:v>
                </c:pt>
                <c:pt idx="56356">
                  <c:v>0.65226851851912215</c:v>
                </c:pt>
                <c:pt idx="56357">
                  <c:v>0.65228009258862585</c:v>
                </c:pt>
                <c:pt idx="56358">
                  <c:v>0.6522916666654055</c:v>
                </c:pt>
                <c:pt idx="56359">
                  <c:v>0.6523032407349092</c:v>
                </c:pt>
                <c:pt idx="56360">
                  <c:v>0.65231481481168885</c:v>
                </c:pt>
                <c:pt idx="56361">
                  <c:v>0.6523263888884685</c:v>
                </c:pt>
                <c:pt idx="56362">
                  <c:v>0.65233796295797219</c:v>
                </c:pt>
                <c:pt idx="56363">
                  <c:v>0.65234953703475185</c:v>
                </c:pt>
                <c:pt idx="56364">
                  <c:v>0.6523611111115315</c:v>
                </c:pt>
                <c:pt idx="56365">
                  <c:v>0.65237268518103519</c:v>
                </c:pt>
                <c:pt idx="56366">
                  <c:v>0.65238425925781485</c:v>
                </c:pt>
                <c:pt idx="56367">
                  <c:v>0.6523958333345945</c:v>
                </c:pt>
                <c:pt idx="56368">
                  <c:v>0.65240740740409819</c:v>
                </c:pt>
                <c:pt idx="56369">
                  <c:v>0.65241898148087785</c:v>
                </c:pt>
                <c:pt idx="56370">
                  <c:v>0.65243055555038154</c:v>
                </c:pt>
                <c:pt idx="56371">
                  <c:v>0.65244212962716119</c:v>
                </c:pt>
                <c:pt idx="56372">
                  <c:v>0.65245370370394085</c:v>
                </c:pt>
                <c:pt idx="56373">
                  <c:v>0.65246527777344454</c:v>
                </c:pt>
                <c:pt idx="56374">
                  <c:v>0.65247685185022419</c:v>
                </c:pt>
                <c:pt idx="56375">
                  <c:v>0.65248842592700385</c:v>
                </c:pt>
                <c:pt idx="56376">
                  <c:v>0.65249999999650754</c:v>
                </c:pt>
                <c:pt idx="56377">
                  <c:v>0.65251157407328719</c:v>
                </c:pt>
                <c:pt idx="56378">
                  <c:v>0.65252314814279089</c:v>
                </c:pt>
                <c:pt idx="56379">
                  <c:v>0.65253472221957054</c:v>
                </c:pt>
                <c:pt idx="56380">
                  <c:v>0.65254629629635019</c:v>
                </c:pt>
                <c:pt idx="56381">
                  <c:v>0.65255787036585389</c:v>
                </c:pt>
                <c:pt idx="56382">
                  <c:v>0.65256944444263354</c:v>
                </c:pt>
                <c:pt idx="56383">
                  <c:v>0.65258101851941319</c:v>
                </c:pt>
                <c:pt idx="56384">
                  <c:v>0.65259259258891689</c:v>
                </c:pt>
                <c:pt idx="56385">
                  <c:v>0.65260416666569654</c:v>
                </c:pt>
                <c:pt idx="56386">
                  <c:v>0.65261574073520023</c:v>
                </c:pt>
                <c:pt idx="56387">
                  <c:v>0.65262731481197989</c:v>
                </c:pt>
                <c:pt idx="56388">
                  <c:v>0.65263888888875954</c:v>
                </c:pt>
                <c:pt idx="56389">
                  <c:v>0.65265046295826323</c:v>
                </c:pt>
                <c:pt idx="56390">
                  <c:v>0.65266203703504289</c:v>
                </c:pt>
                <c:pt idx="56391">
                  <c:v>0.65267361111182254</c:v>
                </c:pt>
                <c:pt idx="56392">
                  <c:v>0.65268518518132623</c:v>
                </c:pt>
                <c:pt idx="56393">
                  <c:v>0.65269675925810589</c:v>
                </c:pt>
                <c:pt idx="56394">
                  <c:v>0.65270833332760958</c:v>
                </c:pt>
                <c:pt idx="56395">
                  <c:v>0.65271990740438923</c:v>
                </c:pt>
                <c:pt idx="56396">
                  <c:v>0.65273148148116888</c:v>
                </c:pt>
                <c:pt idx="56397">
                  <c:v>0.65274305555067258</c:v>
                </c:pt>
                <c:pt idx="56398">
                  <c:v>0.65275462962745223</c:v>
                </c:pt>
                <c:pt idx="56399">
                  <c:v>0.65276620370423188</c:v>
                </c:pt>
                <c:pt idx="56400">
                  <c:v>0.65277777777373558</c:v>
                </c:pt>
                <c:pt idx="56401">
                  <c:v>0.65278935185051523</c:v>
                </c:pt>
                <c:pt idx="56402">
                  <c:v>0.65280092592001893</c:v>
                </c:pt>
                <c:pt idx="56403">
                  <c:v>0.65281249999679858</c:v>
                </c:pt>
                <c:pt idx="56404">
                  <c:v>0.65282407407357823</c:v>
                </c:pt>
                <c:pt idx="56405">
                  <c:v>0.65283564814308193</c:v>
                </c:pt>
                <c:pt idx="56406">
                  <c:v>0.65284722221986158</c:v>
                </c:pt>
                <c:pt idx="56407">
                  <c:v>0.65285879629664123</c:v>
                </c:pt>
                <c:pt idx="56408">
                  <c:v>0.65287037036614493</c:v>
                </c:pt>
                <c:pt idx="56409">
                  <c:v>0.65288194444292458</c:v>
                </c:pt>
                <c:pt idx="56410">
                  <c:v>0.65289351851970423</c:v>
                </c:pt>
                <c:pt idx="56411">
                  <c:v>0.65290509258920792</c:v>
                </c:pt>
                <c:pt idx="56412">
                  <c:v>0.65291666666598758</c:v>
                </c:pt>
                <c:pt idx="56413">
                  <c:v>0.65292824073549127</c:v>
                </c:pt>
                <c:pt idx="56414">
                  <c:v>0.65293981481227092</c:v>
                </c:pt>
                <c:pt idx="56415">
                  <c:v>0.65295138888905058</c:v>
                </c:pt>
                <c:pt idx="56416">
                  <c:v>0.65296296295855427</c:v>
                </c:pt>
                <c:pt idx="56417">
                  <c:v>0.65297453703533392</c:v>
                </c:pt>
                <c:pt idx="56418">
                  <c:v>0.65298611111211358</c:v>
                </c:pt>
                <c:pt idx="56419">
                  <c:v>0.65299768518161727</c:v>
                </c:pt>
                <c:pt idx="56420">
                  <c:v>0.65300925925839692</c:v>
                </c:pt>
                <c:pt idx="56421">
                  <c:v>0.65302083332790062</c:v>
                </c:pt>
                <c:pt idx="56422">
                  <c:v>0.65303240740468027</c:v>
                </c:pt>
                <c:pt idx="56423">
                  <c:v>0.65304398148145992</c:v>
                </c:pt>
                <c:pt idx="56424">
                  <c:v>0.65305555555096362</c:v>
                </c:pt>
                <c:pt idx="56425">
                  <c:v>0.65306712962774327</c:v>
                </c:pt>
                <c:pt idx="56426">
                  <c:v>0.65307870370452292</c:v>
                </c:pt>
                <c:pt idx="56427">
                  <c:v>0.65309027777402662</c:v>
                </c:pt>
                <c:pt idx="56428">
                  <c:v>0.65310185185080627</c:v>
                </c:pt>
                <c:pt idx="56429">
                  <c:v>0.65311342592030996</c:v>
                </c:pt>
                <c:pt idx="56430">
                  <c:v>0.65312499999708962</c:v>
                </c:pt>
                <c:pt idx="56431">
                  <c:v>0.65313657407386927</c:v>
                </c:pt>
                <c:pt idx="56432">
                  <c:v>0.65314814814337296</c:v>
                </c:pt>
                <c:pt idx="56433">
                  <c:v>0.65315972222015262</c:v>
                </c:pt>
                <c:pt idx="56434">
                  <c:v>0.65317129629693227</c:v>
                </c:pt>
                <c:pt idx="56435">
                  <c:v>0.65318287036643596</c:v>
                </c:pt>
                <c:pt idx="56436">
                  <c:v>0.65319444444321562</c:v>
                </c:pt>
                <c:pt idx="56437">
                  <c:v>0.65320601851271931</c:v>
                </c:pt>
                <c:pt idx="56438">
                  <c:v>0.65321759258949896</c:v>
                </c:pt>
                <c:pt idx="56439">
                  <c:v>0.65322916666627862</c:v>
                </c:pt>
                <c:pt idx="56440">
                  <c:v>0.65324074073578231</c:v>
                </c:pt>
                <c:pt idx="56441">
                  <c:v>0.65325231481256196</c:v>
                </c:pt>
                <c:pt idx="56442">
                  <c:v>0.65326388888934162</c:v>
                </c:pt>
                <c:pt idx="56443">
                  <c:v>0.65327546295884531</c:v>
                </c:pt>
                <c:pt idx="56444">
                  <c:v>0.65328703703562496</c:v>
                </c:pt>
                <c:pt idx="56445">
                  <c:v>0.65329861111240461</c:v>
                </c:pt>
                <c:pt idx="56446">
                  <c:v>0.65331018518190831</c:v>
                </c:pt>
                <c:pt idx="56447">
                  <c:v>0.65332175925868796</c:v>
                </c:pt>
                <c:pt idx="56448">
                  <c:v>0.65333333332819166</c:v>
                </c:pt>
                <c:pt idx="56449">
                  <c:v>0.65334490740497131</c:v>
                </c:pt>
                <c:pt idx="56450">
                  <c:v>0.65335648148175096</c:v>
                </c:pt>
                <c:pt idx="56451">
                  <c:v>0.65336805555125466</c:v>
                </c:pt>
                <c:pt idx="56452">
                  <c:v>0.65337962962803431</c:v>
                </c:pt>
                <c:pt idx="56453">
                  <c:v>0.65339120370481396</c:v>
                </c:pt>
                <c:pt idx="56454">
                  <c:v>0.65340277777431766</c:v>
                </c:pt>
                <c:pt idx="56455">
                  <c:v>0.65341435185109731</c:v>
                </c:pt>
                <c:pt idx="56456">
                  <c:v>0.653425925920601</c:v>
                </c:pt>
                <c:pt idx="56457">
                  <c:v>0.65343749999738066</c:v>
                </c:pt>
                <c:pt idx="56458">
                  <c:v>0.65344907407416031</c:v>
                </c:pt>
                <c:pt idx="56459">
                  <c:v>0.653460648143664</c:v>
                </c:pt>
                <c:pt idx="56460">
                  <c:v>0.65347222222044365</c:v>
                </c:pt>
                <c:pt idx="56461">
                  <c:v>0.65348379629722331</c:v>
                </c:pt>
                <c:pt idx="56462">
                  <c:v>0.653495370366727</c:v>
                </c:pt>
                <c:pt idx="56463">
                  <c:v>0.65350694444350665</c:v>
                </c:pt>
                <c:pt idx="56464">
                  <c:v>0.65351851851301035</c:v>
                </c:pt>
                <c:pt idx="56465">
                  <c:v>0.65353009258979</c:v>
                </c:pt>
                <c:pt idx="56466">
                  <c:v>0.65354166666656965</c:v>
                </c:pt>
                <c:pt idx="56467">
                  <c:v>0.65355324073607335</c:v>
                </c:pt>
                <c:pt idx="56468">
                  <c:v>0.653564814812853</c:v>
                </c:pt>
                <c:pt idx="56469">
                  <c:v>0.65357638888963265</c:v>
                </c:pt>
                <c:pt idx="56470">
                  <c:v>0.65358796295913635</c:v>
                </c:pt>
                <c:pt idx="56471">
                  <c:v>0.653599537035916</c:v>
                </c:pt>
                <c:pt idx="56472">
                  <c:v>0.6536111111054197</c:v>
                </c:pt>
                <c:pt idx="56473">
                  <c:v>0.65362268518219935</c:v>
                </c:pt>
                <c:pt idx="56474">
                  <c:v>0.653634259258979</c:v>
                </c:pt>
                <c:pt idx="56475">
                  <c:v>0.65364583332848269</c:v>
                </c:pt>
                <c:pt idx="56476">
                  <c:v>0.65365740740526235</c:v>
                </c:pt>
                <c:pt idx="56477">
                  <c:v>0.653668981482042</c:v>
                </c:pt>
                <c:pt idx="56478">
                  <c:v>0.65368055555154569</c:v>
                </c:pt>
                <c:pt idx="56479">
                  <c:v>0.65369212962832535</c:v>
                </c:pt>
                <c:pt idx="56480">
                  <c:v>0.65370370369782904</c:v>
                </c:pt>
                <c:pt idx="56481">
                  <c:v>0.65371527777460869</c:v>
                </c:pt>
                <c:pt idx="56482">
                  <c:v>0.65372685185138835</c:v>
                </c:pt>
                <c:pt idx="56483">
                  <c:v>0.65373842592089204</c:v>
                </c:pt>
                <c:pt idx="56484">
                  <c:v>0.65374999999767169</c:v>
                </c:pt>
                <c:pt idx="56485">
                  <c:v>0.65376157407445135</c:v>
                </c:pt>
                <c:pt idx="56486">
                  <c:v>0.65377314814395504</c:v>
                </c:pt>
                <c:pt idx="56487">
                  <c:v>0.65378472222073469</c:v>
                </c:pt>
                <c:pt idx="56488">
                  <c:v>0.65379629629751435</c:v>
                </c:pt>
                <c:pt idx="56489">
                  <c:v>0.65380787036701804</c:v>
                </c:pt>
                <c:pt idx="56490">
                  <c:v>0.65381944444379769</c:v>
                </c:pt>
                <c:pt idx="56491">
                  <c:v>0.65383101851330139</c:v>
                </c:pt>
                <c:pt idx="56492">
                  <c:v>0.65384259259008104</c:v>
                </c:pt>
                <c:pt idx="56493">
                  <c:v>0.65385416666686069</c:v>
                </c:pt>
                <c:pt idx="56494">
                  <c:v>0.65386574073636439</c:v>
                </c:pt>
                <c:pt idx="56495">
                  <c:v>0.65387731481314404</c:v>
                </c:pt>
                <c:pt idx="56496">
                  <c:v>0.65388888888992369</c:v>
                </c:pt>
                <c:pt idx="56497">
                  <c:v>0.65390046295942739</c:v>
                </c:pt>
                <c:pt idx="56498">
                  <c:v>0.65391203703620704</c:v>
                </c:pt>
                <c:pt idx="56499">
                  <c:v>0.65392361110571073</c:v>
                </c:pt>
                <c:pt idx="56500">
                  <c:v>0.65393518518249039</c:v>
                </c:pt>
                <c:pt idx="56501">
                  <c:v>0.65394675925927004</c:v>
                </c:pt>
                <c:pt idx="56502">
                  <c:v>0.65395833332877373</c:v>
                </c:pt>
                <c:pt idx="56503">
                  <c:v>0.65396990740555339</c:v>
                </c:pt>
                <c:pt idx="56504">
                  <c:v>0.65398148148233304</c:v>
                </c:pt>
                <c:pt idx="56505">
                  <c:v>0.65399305555183673</c:v>
                </c:pt>
                <c:pt idx="56506">
                  <c:v>0.65400462962861639</c:v>
                </c:pt>
                <c:pt idx="56507">
                  <c:v>0.65401620369812008</c:v>
                </c:pt>
                <c:pt idx="56508">
                  <c:v>0.65402777777489973</c:v>
                </c:pt>
                <c:pt idx="56509">
                  <c:v>0.65403935185167938</c:v>
                </c:pt>
                <c:pt idx="56510">
                  <c:v>0.65405092592118308</c:v>
                </c:pt>
                <c:pt idx="56511">
                  <c:v>0.65406249999796273</c:v>
                </c:pt>
                <c:pt idx="56512">
                  <c:v>0.65407407407474238</c:v>
                </c:pt>
                <c:pt idx="56513">
                  <c:v>0.65408564814424608</c:v>
                </c:pt>
                <c:pt idx="56514">
                  <c:v>0.65409722222102573</c:v>
                </c:pt>
                <c:pt idx="56515">
                  <c:v>0.65410879629052943</c:v>
                </c:pt>
                <c:pt idx="56516">
                  <c:v>0.65412037036730908</c:v>
                </c:pt>
                <c:pt idx="56517">
                  <c:v>0.65413194444408873</c:v>
                </c:pt>
                <c:pt idx="56518">
                  <c:v>0.65414351851359243</c:v>
                </c:pt>
                <c:pt idx="56519">
                  <c:v>0.65415509259037208</c:v>
                </c:pt>
                <c:pt idx="56520">
                  <c:v>0.65416666666715173</c:v>
                </c:pt>
                <c:pt idx="56521">
                  <c:v>0.65417824073665543</c:v>
                </c:pt>
                <c:pt idx="56522">
                  <c:v>0.65418981481343508</c:v>
                </c:pt>
                <c:pt idx="56523">
                  <c:v>0.65420138889021473</c:v>
                </c:pt>
                <c:pt idx="56524">
                  <c:v>0.65421296295971842</c:v>
                </c:pt>
                <c:pt idx="56525">
                  <c:v>0.65422453703649808</c:v>
                </c:pt>
                <c:pt idx="56526">
                  <c:v>0.65423611110600177</c:v>
                </c:pt>
                <c:pt idx="56527">
                  <c:v>0.65424768518278142</c:v>
                </c:pt>
                <c:pt idx="56528">
                  <c:v>0.65425925925956108</c:v>
                </c:pt>
                <c:pt idx="56529">
                  <c:v>0.65427083332906477</c:v>
                </c:pt>
                <c:pt idx="56530">
                  <c:v>0.65428240740584442</c:v>
                </c:pt>
                <c:pt idx="56531">
                  <c:v>0.65429398148262408</c:v>
                </c:pt>
                <c:pt idx="56532">
                  <c:v>0.65430555555212777</c:v>
                </c:pt>
                <c:pt idx="56533">
                  <c:v>0.65431712962890742</c:v>
                </c:pt>
                <c:pt idx="56534">
                  <c:v>0.65432870369841112</c:v>
                </c:pt>
                <c:pt idx="56535">
                  <c:v>0.65434027777519077</c:v>
                </c:pt>
                <c:pt idx="56536">
                  <c:v>0.65435185185197042</c:v>
                </c:pt>
                <c:pt idx="56537">
                  <c:v>0.65436342592147412</c:v>
                </c:pt>
                <c:pt idx="56538">
                  <c:v>0.65437499999825377</c:v>
                </c:pt>
                <c:pt idx="56539">
                  <c:v>0.65438657407503342</c:v>
                </c:pt>
                <c:pt idx="56540">
                  <c:v>0.65439814814453712</c:v>
                </c:pt>
                <c:pt idx="56541">
                  <c:v>0.65440972222131677</c:v>
                </c:pt>
                <c:pt idx="56542">
                  <c:v>0.65442129629082046</c:v>
                </c:pt>
                <c:pt idx="56543">
                  <c:v>0.65443287036760012</c:v>
                </c:pt>
                <c:pt idx="56544">
                  <c:v>0.65444444444437977</c:v>
                </c:pt>
                <c:pt idx="56545">
                  <c:v>0.65445601851388346</c:v>
                </c:pt>
                <c:pt idx="56546">
                  <c:v>0.65446759259066312</c:v>
                </c:pt>
                <c:pt idx="56547">
                  <c:v>0.65447916666744277</c:v>
                </c:pt>
                <c:pt idx="56548">
                  <c:v>0.65449074073694646</c:v>
                </c:pt>
                <c:pt idx="56549">
                  <c:v>0.65450231481372612</c:v>
                </c:pt>
                <c:pt idx="56550">
                  <c:v>0.65451388888322981</c:v>
                </c:pt>
                <c:pt idx="56551">
                  <c:v>0.65452546296000946</c:v>
                </c:pt>
                <c:pt idx="56552">
                  <c:v>0.65453703703678912</c:v>
                </c:pt>
                <c:pt idx="56553">
                  <c:v>0.65454861110629281</c:v>
                </c:pt>
                <c:pt idx="56554">
                  <c:v>0.65456018518307246</c:v>
                </c:pt>
                <c:pt idx="56555">
                  <c:v>0.65457175925985212</c:v>
                </c:pt>
                <c:pt idx="56556">
                  <c:v>0.65458333332935581</c:v>
                </c:pt>
                <c:pt idx="56557">
                  <c:v>0.65459490740613546</c:v>
                </c:pt>
                <c:pt idx="56558">
                  <c:v>0.65460648147563916</c:v>
                </c:pt>
                <c:pt idx="56559">
                  <c:v>0.65461805555241881</c:v>
                </c:pt>
                <c:pt idx="56560">
                  <c:v>0.65462962962919846</c:v>
                </c:pt>
                <c:pt idx="56561">
                  <c:v>0.65464120369870216</c:v>
                </c:pt>
                <c:pt idx="56562">
                  <c:v>0.65465277777548181</c:v>
                </c:pt>
                <c:pt idx="56563">
                  <c:v>0.65466435185226146</c:v>
                </c:pt>
                <c:pt idx="56564">
                  <c:v>0.65467592592176516</c:v>
                </c:pt>
                <c:pt idx="56565">
                  <c:v>0.65468749999854481</c:v>
                </c:pt>
                <c:pt idx="56566">
                  <c:v>0.65469907407532446</c:v>
                </c:pt>
                <c:pt idx="56567">
                  <c:v>0.65471064814482816</c:v>
                </c:pt>
                <c:pt idx="56568">
                  <c:v>0.65472222222160781</c:v>
                </c:pt>
                <c:pt idx="56569">
                  <c:v>0.6547337962911115</c:v>
                </c:pt>
                <c:pt idx="56570">
                  <c:v>0.65474537036789116</c:v>
                </c:pt>
                <c:pt idx="56571">
                  <c:v>0.65475694444467081</c:v>
                </c:pt>
                <c:pt idx="56572">
                  <c:v>0.6547685185141745</c:v>
                </c:pt>
                <c:pt idx="56573">
                  <c:v>0.65478009259095415</c:v>
                </c:pt>
                <c:pt idx="56574">
                  <c:v>0.65479166666773381</c:v>
                </c:pt>
                <c:pt idx="56575">
                  <c:v>0.6548032407372375</c:v>
                </c:pt>
                <c:pt idx="56576">
                  <c:v>0.65481481481401715</c:v>
                </c:pt>
                <c:pt idx="56577">
                  <c:v>0.65482638888352085</c:v>
                </c:pt>
                <c:pt idx="56578">
                  <c:v>0.6548379629603005</c:v>
                </c:pt>
                <c:pt idx="56579">
                  <c:v>0.65484953703708015</c:v>
                </c:pt>
                <c:pt idx="56580">
                  <c:v>0.65486111110658385</c:v>
                </c:pt>
                <c:pt idx="56581">
                  <c:v>0.6548726851833635</c:v>
                </c:pt>
                <c:pt idx="56582">
                  <c:v>0.65488425926014315</c:v>
                </c:pt>
                <c:pt idx="56583">
                  <c:v>0.65489583332964685</c:v>
                </c:pt>
                <c:pt idx="56584">
                  <c:v>0.6549074074064265</c:v>
                </c:pt>
                <c:pt idx="56585">
                  <c:v>0.6549189814759302</c:v>
                </c:pt>
                <c:pt idx="56586">
                  <c:v>0.65493055555270985</c:v>
                </c:pt>
                <c:pt idx="56587">
                  <c:v>0.6549421296294895</c:v>
                </c:pt>
                <c:pt idx="56588">
                  <c:v>0.65495370369899319</c:v>
                </c:pt>
                <c:pt idx="56589">
                  <c:v>0.65496527777577285</c:v>
                </c:pt>
                <c:pt idx="56590">
                  <c:v>0.6549768518525525</c:v>
                </c:pt>
                <c:pt idx="56591">
                  <c:v>0.65498842592205619</c:v>
                </c:pt>
                <c:pt idx="56592">
                  <c:v>0.65499999999883585</c:v>
                </c:pt>
                <c:pt idx="56593">
                  <c:v>0.65501157406833954</c:v>
                </c:pt>
                <c:pt idx="56594">
                  <c:v>0.65502314814511919</c:v>
                </c:pt>
                <c:pt idx="56595">
                  <c:v>0.65503472222189885</c:v>
                </c:pt>
                <c:pt idx="56596">
                  <c:v>0.65504629629140254</c:v>
                </c:pt>
                <c:pt idx="56597">
                  <c:v>0.65505787036818219</c:v>
                </c:pt>
                <c:pt idx="56598">
                  <c:v>0.65506944444496185</c:v>
                </c:pt>
                <c:pt idx="56599">
                  <c:v>0.65508101851446554</c:v>
                </c:pt>
                <c:pt idx="56600">
                  <c:v>0.65509259259124519</c:v>
                </c:pt>
                <c:pt idx="56601">
                  <c:v>0.65510416666074889</c:v>
                </c:pt>
                <c:pt idx="56602">
                  <c:v>0.65511574073752854</c:v>
                </c:pt>
                <c:pt idx="56603">
                  <c:v>0.65512731481430819</c:v>
                </c:pt>
                <c:pt idx="56604">
                  <c:v>0.65513888888381189</c:v>
                </c:pt>
                <c:pt idx="56605">
                  <c:v>0.65515046296059154</c:v>
                </c:pt>
                <c:pt idx="56606">
                  <c:v>0.65516203703737119</c:v>
                </c:pt>
                <c:pt idx="56607">
                  <c:v>0.65517361110687489</c:v>
                </c:pt>
                <c:pt idx="56608">
                  <c:v>0.65518518518365454</c:v>
                </c:pt>
                <c:pt idx="56609">
                  <c:v>0.65519675926043419</c:v>
                </c:pt>
                <c:pt idx="56610">
                  <c:v>0.65520833332993789</c:v>
                </c:pt>
                <c:pt idx="56611">
                  <c:v>0.65521990740671754</c:v>
                </c:pt>
                <c:pt idx="56612">
                  <c:v>0.65523148147622123</c:v>
                </c:pt>
                <c:pt idx="56613">
                  <c:v>0.65524305555300089</c:v>
                </c:pt>
                <c:pt idx="56614">
                  <c:v>0.65525462962978054</c:v>
                </c:pt>
                <c:pt idx="56615">
                  <c:v>0.65526620369928423</c:v>
                </c:pt>
                <c:pt idx="56616">
                  <c:v>0.65527777777606389</c:v>
                </c:pt>
                <c:pt idx="56617">
                  <c:v>0.65528935185284354</c:v>
                </c:pt>
                <c:pt idx="56618">
                  <c:v>0.65530092592234723</c:v>
                </c:pt>
                <c:pt idx="56619">
                  <c:v>0.65531249999912689</c:v>
                </c:pt>
                <c:pt idx="56620">
                  <c:v>0.65532407406863058</c:v>
                </c:pt>
                <c:pt idx="56621">
                  <c:v>0.65533564814541023</c:v>
                </c:pt>
                <c:pt idx="56622">
                  <c:v>0.65534722222218988</c:v>
                </c:pt>
                <c:pt idx="56623">
                  <c:v>0.65535879629169358</c:v>
                </c:pt>
                <c:pt idx="56624">
                  <c:v>0.65537037036847323</c:v>
                </c:pt>
                <c:pt idx="56625">
                  <c:v>0.65538194444525288</c:v>
                </c:pt>
                <c:pt idx="56626">
                  <c:v>0.65539351851475658</c:v>
                </c:pt>
                <c:pt idx="56627">
                  <c:v>0.65540509259153623</c:v>
                </c:pt>
                <c:pt idx="56628">
                  <c:v>0.65541666666103993</c:v>
                </c:pt>
                <c:pt idx="56629">
                  <c:v>0.65542824073781958</c:v>
                </c:pt>
                <c:pt idx="56630">
                  <c:v>0.65543981481459923</c:v>
                </c:pt>
                <c:pt idx="56631">
                  <c:v>0.65545138888410293</c:v>
                </c:pt>
                <c:pt idx="56632">
                  <c:v>0.65546296296088258</c:v>
                </c:pt>
                <c:pt idx="56633">
                  <c:v>0.65547453703766223</c:v>
                </c:pt>
                <c:pt idx="56634">
                  <c:v>0.65548611110716593</c:v>
                </c:pt>
                <c:pt idx="56635">
                  <c:v>0.65549768518394558</c:v>
                </c:pt>
                <c:pt idx="56636">
                  <c:v>0.65550925925344927</c:v>
                </c:pt>
                <c:pt idx="56637">
                  <c:v>0.65552083333022892</c:v>
                </c:pt>
                <c:pt idx="56638">
                  <c:v>0.65553240740700858</c:v>
                </c:pt>
                <c:pt idx="56639">
                  <c:v>0.65554398147651227</c:v>
                </c:pt>
                <c:pt idx="56640">
                  <c:v>0.65555555555329192</c:v>
                </c:pt>
                <c:pt idx="56641">
                  <c:v>0.65556712963007158</c:v>
                </c:pt>
                <c:pt idx="56642">
                  <c:v>0.65557870369957527</c:v>
                </c:pt>
                <c:pt idx="56643">
                  <c:v>0.65559027777635492</c:v>
                </c:pt>
                <c:pt idx="56644">
                  <c:v>0.65560185185313458</c:v>
                </c:pt>
                <c:pt idx="56645">
                  <c:v>0.65561342592263827</c:v>
                </c:pt>
                <c:pt idx="56646">
                  <c:v>0.65562499999941792</c:v>
                </c:pt>
                <c:pt idx="56647">
                  <c:v>0.65563657406892162</c:v>
                </c:pt>
                <c:pt idx="56648">
                  <c:v>0.65564814814570127</c:v>
                </c:pt>
                <c:pt idx="56649">
                  <c:v>0.65565972222248092</c:v>
                </c:pt>
                <c:pt idx="56650">
                  <c:v>0.65567129629198462</c:v>
                </c:pt>
                <c:pt idx="56651">
                  <c:v>0.65568287036876427</c:v>
                </c:pt>
                <c:pt idx="56652">
                  <c:v>0.65569444444554392</c:v>
                </c:pt>
                <c:pt idx="56653">
                  <c:v>0.65570601851504762</c:v>
                </c:pt>
                <c:pt idx="56654">
                  <c:v>0.65571759259182727</c:v>
                </c:pt>
                <c:pt idx="56655">
                  <c:v>0.65572916666133096</c:v>
                </c:pt>
                <c:pt idx="56656">
                  <c:v>0.65574074073811062</c:v>
                </c:pt>
                <c:pt idx="56657">
                  <c:v>0.65575231481489027</c:v>
                </c:pt>
                <c:pt idx="56658">
                  <c:v>0.65576388888439396</c:v>
                </c:pt>
                <c:pt idx="56659">
                  <c:v>0.65577546296117362</c:v>
                </c:pt>
                <c:pt idx="56660">
                  <c:v>0.65578703703795327</c:v>
                </c:pt>
                <c:pt idx="56661">
                  <c:v>0.65579861110745696</c:v>
                </c:pt>
                <c:pt idx="56662">
                  <c:v>0.65581018518423662</c:v>
                </c:pt>
                <c:pt idx="56663">
                  <c:v>0.65582175925374031</c:v>
                </c:pt>
                <c:pt idx="56664">
                  <c:v>0.65583333333051996</c:v>
                </c:pt>
                <c:pt idx="56665">
                  <c:v>0.65584490740729962</c:v>
                </c:pt>
                <c:pt idx="56666">
                  <c:v>0.65585648147680331</c:v>
                </c:pt>
                <c:pt idx="56667">
                  <c:v>0.65586805555358296</c:v>
                </c:pt>
                <c:pt idx="56668">
                  <c:v>0.65587962963036261</c:v>
                </c:pt>
                <c:pt idx="56669">
                  <c:v>0.65589120369986631</c:v>
                </c:pt>
                <c:pt idx="56670">
                  <c:v>0.65590277777664596</c:v>
                </c:pt>
                <c:pt idx="56671">
                  <c:v>0.65591435184614966</c:v>
                </c:pt>
                <c:pt idx="56672">
                  <c:v>0.65592592592292931</c:v>
                </c:pt>
                <c:pt idx="56673">
                  <c:v>0.65593749999970896</c:v>
                </c:pt>
                <c:pt idx="56674">
                  <c:v>0.65594907406921266</c:v>
                </c:pt>
                <c:pt idx="56675">
                  <c:v>0.65596064814599231</c:v>
                </c:pt>
                <c:pt idx="56676">
                  <c:v>0.65597222222277196</c:v>
                </c:pt>
                <c:pt idx="56677">
                  <c:v>0.65598379629227566</c:v>
                </c:pt>
                <c:pt idx="56678">
                  <c:v>0.65599537036905531</c:v>
                </c:pt>
                <c:pt idx="56679">
                  <c:v>0.656006944438559</c:v>
                </c:pt>
                <c:pt idx="56680">
                  <c:v>0.65601851851533866</c:v>
                </c:pt>
                <c:pt idx="56681">
                  <c:v>0.65603009259211831</c:v>
                </c:pt>
                <c:pt idx="56682">
                  <c:v>0.656041666661622</c:v>
                </c:pt>
                <c:pt idx="56683">
                  <c:v>0.65605324073840166</c:v>
                </c:pt>
                <c:pt idx="56684">
                  <c:v>0.65606481481518131</c:v>
                </c:pt>
                <c:pt idx="56685">
                  <c:v>0.656076388884685</c:v>
                </c:pt>
                <c:pt idx="56686">
                  <c:v>0.65608796296146465</c:v>
                </c:pt>
                <c:pt idx="56687">
                  <c:v>0.65609953703824431</c:v>
                </c:pt>
                <c:pt idx="56688">
                  <c:v>0.656111111107748</c:v>
                </c:pt>
                <c:pt idx="56689">
                  <c:v>0.65612268518452765</c:v>
                </c:pt>
                <c:pt idx="56690">
                  <c:v>0.65613425925403135</c:v>
                </c:pt>
                <c:pt idx="56691">
                  <c:v>0.656145833330811</c:v>
                </c:pt>
                <c:pt idx="56692">
                  <c:v>0.65615740740759065</c:v>
                </c:pt>
                <c:pt idx="56693">
                  <c:v>0.65616898147709435</c:v>
                </c:pt>
                <c:pt idx="56694">
                  <c:v>0.656180555553874</c:v>
                </c:pt>
                <c:pt idx="56695">
                  <c:v>0.65619212963065365</c:v>
                </c:pt>
                <c:pt idx="56696">
                  <c:v>0.65620370370015735</c:v>
                </c:pt>
                <c:pt idx="56697">
                  <c:v>0.656215277776937</c:v>
                </c:pt>
                <c:pt idx="56698">
                  <c:v>0.6562268518464407</c:v>
                </c:pt>
                <c:pt idx="56699">
                  <c:v>0.65623842592322035</c:v>
                </c:pt>
                <c:pt idx="56700">
                  <c:v>0.65625</c:v>
                </c:pt>
                <c:pt idx="56701">
                  <c:v>0.65626157406950369</c:v>
                </c:pt>
                <c:pt idx="56702">
                  <c:v>0.65627314814628335</c:v>
                </c:pt>
                <c:pt idx="56703">
                  <c:v>0.656284722223063</c:v>
                </c:pt>
                <c:pt idx="56704">
                  <c:v>0.65629629629256669</c:v>
                </c:pt>
                <c:pt idx="56705">
                  <c:v>0.65630787036934635</c:v>
                </c:pt>
                <c:pt idx="56706">
                  <c:v>0.65631944443885004</c:v>
                </c:pt>
                <c:pt idx="56707">
                  <c:v>0.65633101851562969</c:v>
                </c:pt>
                <c:pt idx="56708">
                  <c:v>0.65634259259240935</c:v>
                </c:pt>
                <c:pt idx="56709">
                  <c:v>0.65635416666191304</c:v>
                </c:pt>
                <c:pt idx="56710">
                  <c:v>0.65636574073869269</c:v>
                </c:pt>
                <c:pt idx="56711">
                  <c:v>0.65637731481547235</c:v>
                </c:pt>
                <c:pt idx="56712">
                  <c:v>0.65638888888497604</c:v>
                </c:pt>
                <c:pt idx="56713">
                  <c:v>0.65640046296175569</c:v>
                </c:pt>
                <c:pt idx="56714">
                  <c:v>0.65641203703125939</c:v>
                </c:pt>
                <c:pt idx="56715">
                  <c:v>0.65642361110803904</c:v>
                </c:pt>
                <c:pt idx="56716">
                  <c:v>0.65643518518481869</c:v>
                </c:pt>
                <c:pt idx="56717">
                  <c:v>0.65644675925432239</c:v>
                </c:pt>
                <c:pt idx="56718">
                  <c:v>0.65645833333110204</c:v>
                </c:pt>
                <c:pt idx="56719">
                  <c:v>0.65646990740788169</c:v>
                </c:pt>
                <c:pt idx="56720">
                  <c:v>0.65648148147738539</c:v>
                </c:pt>
                <c:pt idx="56721">
                  <c:v>0.65649305555416504</c:v>
                </c:pt>
                <c:pt idx="56722">
                  <c:v>0.65650462963094469</c:v>
                </c:pt>
                <c:pt idx="56723">
                  <c:v>0.65651620370044839</c:v>
                </c:pt>
                <c:pt idx="56724">
                  <c:v>0.65652777777722804</c:v>
                </c:pt>
                <c:pt idx="56725">
                  <c:v>0.65653935184673173</c:v>
                </c:pt>
                <c:pt idx="56726">
                  <c:v>0.65655092592351139</c:v>
                </c:pt>
                <c:pt idx="56727">
                  <c:v>0.65656250000029104</c:v>
                </c:pt>
                <c:pt idx="56728">
                  <c:v>0.65657407406979473</c:v>
                </c:pt>
                <c:pt idx="56729">
                  <c:v>0.65658564814657439</c:v>
                </c:pt>
                <c:pt idx="56730">
                  <c:v>0.65659722222335404</c:v>
                </c:pt>
                <c:pt idx="56731">
                  <c:v>0.65660879629285773</c:v>
                </c:pt>
                <c:pt idx="56732">
                  <c:v>0.65662037036963739</c:v>
                </c:pt>
                <c:pt idx="56733">
                  <c:v>0.65663194443914108</c:v>
                </c:pt>
                <c:pt idx="56734">
                  <c:v>0.65664351851592073</c:v>
                </c:pt>
                <c:pt idx="56735">
                  <c:v>0.65665509259270038</c:v>
                </c:pt>
                <c:pt idx="56736">
                  <c:v>0.65666666666220408</c:v>
                </c:pt>
                <c:pt idx="56737">
                  <c:v>0.65667824073898373</c:v>
                </c:pt>
                <c:pt idx="56738">
                  <c:v>0.65668981481576338</c:v>
                </c:pt>
                <c:pt idx="56739">
                  <c:v>0.65670138888526708</c:v>
                </c:pt>
                <c:pt idx="56740">
                  <c:v>0.65671296296204673</c:v>
                </c:pt>
                <c:pt idx="56741">
                  <c:v>0.65672453703155043</c:v>
                </c:pt>
                <c:pt idx="56742">
                  <c:v>0.65673611110833008</c:v>
                </c:pt>
                <c:pt idx="56743">
                  <c:v>0.65674768518510973</c:v>
                </c:pt>
                <c:pt idx="56744">
                  <c:v>0.65675925925461343</c:v>
                </c:pt>
                <c:pt idx="56745">
                  <c:v>0.65677083333139308</c:v>
                </c:pt>
                <c:pt idx="56746">
                  <c:v>0.65678240740817273</c:v>
                </c:pt>
                <c:pt idx="56747">
                  <c:v>0.65679398147767643</c:v>
                </c:pt>
                <c:pt idx="56748">
                  <c:v>0.65680555555445608</c:v>
                </c:pt>
                <c:pt idx="56749">
                  <c:v>0.65681712962395977</c:v>
                </c:pt>
                <c:pt idx="56750">
                  <c:v>0.65682870370073942</c:v>
                </c:pt>
                <c:pt idx="56751">
                  <c:v>0.65684027777751908</c:v>
                </c:pt>
                <c:pt idx="56752">
                  <c:v>0.65685185184702277</c:v>
                </c:pt>
                <c:pt idx="56753">
                  <c:v>0.65686342592380242</c:v>
                </c:pt>
                <c:pt idx="56754">
                  <c:v>0.65687500000058208</c:v>
                </c:pt>
                <c:pt idx="56755">
                  <c:v>0.65688657407008577</c:v>
                </c:pt>
                <c:pt idx="56756">
                  <c:v>0.65689814814686542</c:v>
                </c:pt>
                <c:pt idx="56757">
                  <c:v>0.65690972221636912</c:v>
                </c:pt>
                <c:pt idx="56758">
                  <c:v>0.65692129629314877</c:v>
                </c:pt>
                <c:pt idx="56759">
                  <c:v>0.65693287036992842</c:v>
                </c:pt>
                <c:pt idx="56760">
                  <c:v>0.65694444443943212</c:v>
                </c:pt>
                <c:pt idx="56761">
                  <c:v>0.65695601851621177</c:v>
                </c:pt>
                <c:pt idx="56762">
                  <c:v>0.65696759259299142</c:v>
                </c:pt>
                <c:pt idx="56763">
                  <c:v>0.65697916666249512</c:v>
                </c:pt>
                <c:pt idx="56764">
                  <c:v>0.65699074073927477</c:v>
                </c:pt>
                <c:pt idx="56765">
                  <c:v>0.65700231481605442</c:v>
                </c:pt>
                <c:pt idx="56766">
                  <c:v>0.65701388888555812</c:v>
                </c:pt>
                <c:pt idx="56767">
                  <c:v>0.65702546296233777</c:v>
                </c:pt>
                <c:pt idx="56768">
                  <c:v>0.65703703703184146</c:v>
                </c:pt>
                <c:pt idx="56769">
                  <c:v>0.65704861110862112</c:v>
                </c:pt>
                <c:pt idx="56770">
                  <c:v>0.65706018518540077</c:v>
                </c:pt>
                <c:pt idx="56771">
                  <c:v>0.65707175925490446</c:v>
                </c:pt>
                <c:pt idx="56772">
                  <c:v>0.65708333333168412</c:v>
                </c:pt>
                <c:pt idx="56773">
                  <c:v>0.65709490740846377</c:v>
                </c:pt>
                <c:pt idx="56774">
                  <c:v>0.65710648147796746</c:v>
                </c:pt>
                <c:pt idx="56775">
                  <c:v>0.65711805555474712</c:v>
                </c:pt>
                <c:pt idx="56776">
                  <c:v>0.65712962962425081</c:v>
                </c:pt>
                <c:pt idx="56777">
                  <c:v>0.65714120370103046</c:v>
                </c:pt>
                <c:pt idx="56778">
                  <c:v>0.65715277777781012</c:v>
                </c:pt>
                <c:pt idx="56779">
                  <c:v>0.65716435184731381</c:v>
                </c:pt>
                <c:pt idx="56780">
                  <c:v>0.65717592592409346</c:v>
                </c:pt>
                <c:pt idx="56781">
                  <c:v>0.65718750000087311</c:v>
                </c:pt>
                <c:pt idx="56782">
                  <c:v>0.65719907407037681</c:v>
                </c:pt>
                <c:pt idx="56783">
                  <c:v>0.65721064814715646</c:v>
                </c:pt>
                <c:pt idx="56784">
                  <c:v>0.65722222221666016</c:v>
                </c:pt>
                <c:pt idx="56785">
                  <c:v>0.65723379629343981</c:v>
                </c:pt>
                <c:pt idx="56786">
                  <c:v>0.65724537037021946</c:v>
                </c:pt>
                <c:pt idx="56787">
                  <c:v>0.65725694443972316</c:v>
                </c:pt>
                <c:pt idx="56788">
                  <c:v>0.65726851851650281</c:v>
                </c:pt>
                <c:pt idx="56789">
                  <c:v>0.65728009259328246</c:v>
                </c:pt>
                <c:pt idx="56790">
                  <c:v>0.65729166666278616</c:v>
                </c:pt>
                <c:pt idx="56791">
                  <c:v>0.65730324073956581</c:v>
                </c:pt>
                <c:pt idx="56792">
                  <c:v>0.6573148148090695</c:v>
                </c:pt>
                <c:pt idx="56793">
                  <c:v>0.65732638888584916</c:v>
                </c:pt>
                <c:pt idx="56794">
                  <c:v>0.65733796296262881</c:v>
                </c:pt>
                <c:pt idx="56795">
                  <c:v>0.6573495370321325</c:v>
                </c:pt>
                <c:pt idx="56796">
                  <c:v>0.65736111110891216</c:v>
                </c:pt>
                <c:pt idx="56797">
                  <c:v>0.65737268518569181</c:v>
                </c:pt>
                <c:pt idx="56798">
                  <c:v>0.6573842592551955</c:v>
                </c:pt>
                <c:pt idx="56799">
                  <c:v>0.65739583333197515</c:v>
                </c:pt>
                <c:pt idx="56800">
                  <c:v>0.65740740740147885</c:v>
                </c:pt>
                <c:pt idx="56801">
                  <c:v>0.6574189814782585</c:v>
                </c:pt>
                <c:pt idx="56802">
                  <c:v>0.65743055555503815</c:v>
                </c:pt>
                <c:pt idx="56803">
                  <c:v>0.65744212962454185</c:v>
                </c:pt>
                <c:pt idx="56804">
                  <c:v>0.6574537037013215</c:v>
                </c:pt>
                <c:pt idx="56805">
                  <c:v>0.65746527777810115</c:v>
                </c:pt>
                <c:pt idx="56806">
                  <c:v>0.65747685184760485</c:v>
                </c:pt>
                <c:pt idx="56807">
                  <c:v>0.6574884259243845</c:v>
                </c:pt>
                <c:pt idx="56808">
                  <c:v>0.65750000000116415</c:v>
                </c:pt>
                <c:pt idx="56809">
                  <c:v>0.65751157407066785</c:v>
                </c:pt>
                <c:pt idx="56810">
                  <c:v>0.6575231481474475</c:v>
                </c:pt>
                <c:pt idx="56811">
                  <c:v>0.6575347222169512</c:v>
                </c:pt>
                <c:pt idx="56812">
                  <c:v>0.65754629629373085</c:v>
                </c:pt>
                <c:pt idx="56813">
                  <c:v>0.6575578703705105</c:v>
                </c:pt>
                <c:pt idx="56814">
                  <c:v>0.65756944444001419</c:v>
                </c:pt>
                <c:pt idx="56815">
                  <c:v>0.65758101851679385</c:v>
                </c:pt>
                <c:pt idx="56816">
                  <c:v>0.6575925925935735</c:v>
                </c:pt>
                <c:pt idx="56817">
                  <c:v>0.65760416666307719</c:v>
                </c:pt>
                <c:pt idx="56818">
                  <c:v>0.65761574073985685</c:v>
                </c:pt>
                <c:pt idx="56819">
                  <c:v>0.65762731480936054</c:v>
                </c:pt>
                <c:pt idx="56820">
                  <c:v>0.65763888888614019</c:v>
                </c:pt>
                <c:pt idx="56821">
                  <c:v>0.65765046296291985</c:v>
                </c:pt>
                <c:pt idx="56822">
                  <c:v>0.65766203703242354</c:v>
                </c:pt>
                <c:pt idx="56823">
                  <c:v>0.65767361110920319</c:v>
                </c:pt>
                <c:pt idx="56824">
                  <c:v>0.65768518518598285</c:v>
                </c:pt>
                <c:pt idx="56825">
                  <c:v>0.65769675925548654</c:v>
                </c:pt>
                <c:pt idx="56826">
                  <c:v>0.65770833333226619</c:v>
                </c:pt>
                <c:pt idx="56827">
                  <c:v>0.65771990740176989</c:v>
                </c:pt>
                <c:pt idx="56828">
                  <c:v>0.65773148147854954</c:v>
                </c:pt>
                <c:pt idx="56829">
                  <c:v>0.65774305555532919</c:v>
                </c:pt>
                <c:pt idx="56830">
                  <c:v>0.65775462962483289</c:v>
                </c:pt>
                <c:pt idx="56831">
                  <c:v>0.65776620370161254</c:v>
                </c:pt>
                <c:pt idx="56832">
                  <c:v>0.65777777777839219</c:v>
                </c:pt>
                <c:pt idx="56833">
                  <c:v>0.65778935184789589</c:v>
                </c:pt>
                <c:pt idx="56834">
                  <c:v>0.65780092592467554</c:v>
                </c:pt>
                <c:pt idx="56835">
                  <c:v>0.65781249999417923</c:v>
                </c:pt>
                <c:pt idx="56836">
                  <c:v>0.65782407407095889</c:v>
                </c:pt>
                <c:pt idx="56837">
                  <c:v>0.65783564814773854</c:v>
                </c:pt>
                <c:pt idx="56838">
                  <c:v>0.65784722221724223</c:v>
                </c:pt>
                <c:pt idx="56839">
                  <c:v>0.65785879629402189</c:v>
                </c:pt>
                <c:pt idx="56840">
                  <c:v>0.65787037037080154</c:v>
                </c:pt>
                <c:pt idx="56841">
                  <c:v>0.65788194444030523</c:v>
                </c:pt>
                <c:pt idx="56842">
                  <c:v>0.65789351851708489</c:v>
                </c:pt>
                <c:pt idx="56843">
                  <c:v>0.65790509259386454</c:v>
                </c:pt>
                <c:pt idx="56844">
                  <c:v>0.65791666666336823</c:v>
                </c:pt>
                <c:pt idx="56845">
                  <c:v>0.65792824074014788</c:v>
                </c:pt>
                <c:pt idx="56846">
                  <c:v>0.65793981480965158</c:v>
                </c:pt>
                <c:pt idx="56847">
                  <c:v>0.65795138888643123</c:v>
                </c:pt>
                <c:pt idx="56848">
                  <c:v>0.65796296296321088</c:v>
                </c:pt>
                <c:pt idx="56849">
                  <c:v>0.65797453703271458</c:v>
                </c:pt>
                <c:pt idx="56850">
                  <c:v>0.65798611110949423</c:v>
                </c:pt>
                <c:pt idx="56851">
                  <c:v>0.65799768518627388</c:v>
                </c:pt>
                <c:pt idx="56852">
                  <c:v>0.65800925925577758</c:v>
                </c:pt>
                <c:pt idx="56853">
                  <c:v>0.65802083333255723</c:v>
                </c:pt>
                <c:pt idx="56854">
                  <c:v>0.65803240740206093</c:v>
                </c:pt>
                <c:pt idx="56855">
                  <c:v>0.65804398147884058</c:v>
                </c:pt>
                <c:pt idx="56856">
                  <c:v>0.65805555555562023</c:v>
                </c:pt>
                <c:pt idx="56857">
                  <c:v>0.65806712962512393</c:v>
                </c:pt>
                <c:pt idx="56858">
                  <c:v>0.65807870370190358</c:v>
                </c:pt>
                <c:pt idx="56859">
                  <c:v>0.65809027777868323</c:v>
                </c:pt>
                <c:pt idx="56860">
                  <c:v>0.65810185184818693</c:v>
                </c:pt>
                <c:pt idx="56861">
                  <c:v>0.65811342592496658</c:v>
                </c:pt>
                <c:pt idx="56862">
                  <c:v>0.65812499999447027</c:v>
                </c:pt>
                <c:pt idx="56863">
                  <c:v>0.65813657407124992</c:v>
                </c:pt>
                <c:pt idx="56864">
                  <c:v>0.65814814814802958</c:v>
                </c:pt>
                <c:pt idx="56865">
                  <c:v>0.65815972221753327</c:v>
                </c:pt>
                <c:pt idx="56866">
                  <c:v>0.65817129629431292</c:v>
                </c:pt>
                <c:pt idx="56867">
                  <c:v>0.65818287037109258</c:v>
                </c:pt>
                <c:pt idx="56868">
                  <c:v>0.65819444444059627</c:v>
                </c:pt>
                <c:pt idx="56869">
                  <c:v>0.65820601851737592</c:v>
                </c:pt>
                <c:pt idx="56870">
                  <c:v>0.65821759258687962</c:v>
                </c:pt>
                <c:pt idx="56871">
                  <c:v>0.65822916666365927</c:v>
                </c:pt>
                <c:pt idx="56872">
                  <c:v>0.65824074074043892</c:v>
                </c:pt>
                <c:pt idx="56873">
                  <c:v>0.65825231480994262</c:v>
                </c:pt>
                <c:pt idx="56874">
                  <c:v>0.65826388888672227</c:v>
                </c:pt>
                <c:pt idx="56875">
                  <c:v>0.65827546296350192</c:v>
                </c:pt>
                <c:pt idx="56876">
                  <c:v>0.65828703703300562</c:v>
                </c:pt>
                <c:pt idx="56877">
                  <c:v>0.65829861110978527</c:v>
                </c:pt>
                <c:pt idx="56878">
                  <c:v>0.65831018517928896</c:v>
                </c:pt>
                <c:pt idx="56879">
                  <c:v>0.65832175925606862</c:v>
                </c:pt>
                <c:pt idx="56880">
                  <c:v>0.65833333333284827</c:v>
                </c:pt>
                <c:pt idx="56881">
                  <c:v>0.65834490740235196</c:v>
                </c:pt>
                <c:pt idx="56882">
                  <c:v>0.65835648147913162</c:v>
                </c:pt>
                <c:pt idx="56883">
                  <c:v>0.65836805555591127</c:v>
                </c:pt>
                <c:pt idx="56884">
                  <c:v>0.65837962962541496</c:v>
                </c:pt>
                <c:pt idx="56885">
                  <c:v>0.65839120370219462</c:v>
                </c:pt>
                <c:pt idx="56886">
                  <c:v>0.65840277777897427</c:v>
                </c:pt>
                <c:pt idx="56887">
                  <c:v>0.65841435184847796</c:v>
                </c:pt>
                <c:pt idx="56888">
                  <c:v>0.65842592592525762</c:v>
                </c:pt>
                <c:pt idx="56889">
                  <c:v>0.65843749999476131</c:v>
                </c:pt>
                <c:pt idx="56890">
                  <c:v>0.65844907407154096</c:v>
                </c:pt>
                <c:pt idx="56891">
                  <c:v>0.65846064814832062</c:v>
                </c:pt>
                <c:pt idx="56892">
                  <c:v>0.65847222221782431</c:v>
                </c:pt>
                <c:pt idx="56893">
                  <c:v>0.65848379629460396</c:v>
                </c:pt>
                <c:pt idx="56894">
                  <c:v>0.65849537037138361</c:v>
                </c:pt>
                <c:pt idx="56895">
                  <c:v>0.65850694444088731</c:v>
                </c:pt>
                <c:pt idx="56896">
                  <c:v>0.65851851851766696</c:v>
                </c:pt>
                <c:pt idx="56897">
                  <c:v>0.65853009258717066</c:v>
                </c:pt>
                <c:pt idx="56898">
                  <c:v>0.65854166666395031</c:v>
                </c:pt>
                <c:pt idx="56899">
                  <c:v>0.65855324074072996</c:v>
                </c:pt>
                <c:pt idx="56900">
                  <c:v>0.65856481481023366</c:v>
                </c:pt>
                <c:pt idx="56901">
                  <c:v>0.65857638888701331</c:v>
                </c:pt>
                <c:pt idx="56902">
                  <c:v>0.65858796296379296</c:v>
                </c:pt>
                <c:pt idx="56903">
                  <c:v>0.65859953703329666</c:v>
                </c:pt>
                <c:pt idx="56904">
                  <c:v>0.65861111111007631</c:v>
                </c:pt>
                <c:pt idx="56905">
                  <c:v>0.65862268517958</c:v>
                </c:pt>
                <c:pt idx="56906">
                  <c:v>0.65863425925635966</c:v>
                </c:pt>
                <c:pt idx="56907">
                  <c:v>0.65864583333313931</c:v>
                </c:pt>
                <c:pt idx="56908">
                  <c:v>0.658657407402643</c:v>
                </c:pt>
                <c:pt idx="56909">
                  <c:v>0.65866898147942265</c:v>
                </c:pt>
                <c:pt idx="56910">
                  <c:v>0.65868055555620231</c:v>
                </c:pt>
                <c:pt idx="56911">
                  <c:v>0.658692129625706</c:v>
                </c:pt>
                <c:pt idx="56912">
                  <c:v>0.65870370370248565</c:v>
                </c:pt>
                <c:pt idx="56913">
                  <c:v>0.65871527777198935</c:v>
                </c:pt>
                <c:pt idx="56914">
                  <c:v>0.658726851848769</c:v>
                </c:pt>
                <c:pt idx="56915">
                  <c:v>0.65873842592554865</c:v>
                </c:pt>
                <c:pt idx="56916">
                  <c:v>0.65874999999505235</c:v>
                </c:pt>
                <c:pt idx="56917">
                  <c:v>0.658761574071832</c:v>
                </c:pt>
                <c:pt idx="56918">
                  <c:v>0.65877314814861165</c:v>
                </c:pt>
                <c:pt idx="56919">
                  <c:v>0.65878472221811535</c:v>
                </c:pt>
                <c:pt idx="56920">
                  <c:v>0.658796296294895</c:v>
                </c:pt>
                <c:pt idx="56921">
                  <c:v>0.65880787037167465</c:v>
                </c:pt>
                <c:pt idx="56922">
                  <c:v>0.65881944444117835</c:v>
                </c:pt>
                <c:pt idx="56923">
                  <c:v>0.658831018517958</c:v>
                </c:pt>
                <c:pt idx="56924">
                  <c:v>0.6588425925874617</c:v>
                </c:pt>
                <c:pt idx="56925">
                  <c:v>0.65885416666424135</c:v>
                </c:pt>
                <c:pt idx="56926">
                  <c:v>0.658865740741021</c:v>
                </c:pt>
                <c:pt idx="56927">
                  <c:v>0.65887731481052469</c:v>
                </c:pt>
                <c:pt idx="56928">
                  <c:v>0.65888888888730435</c:v>
                </c:pt>
                <c:pt idx="56929">
                  <c:v>0.658900462964084</c:v>
                </c:pt>
                <c:pt idx="56930">
                  <c:v>0.65891203703358769</c:v>
                </c:pt>
                <c:pt idx="56931">
                  <c:v>0.65892361111036735</c:v>
                </c:pt>
                <c:pt idx="56932">
                  <c:v>0.65893518517987104</c:v>
                </c:pt>
                <c:pt idx="56933">
                  <c:v>0.65894675925665069</c:v>
                </c:pt>
                <c:pt idx="56934">
                  <c:v>0.65895833333343035</c:v>
                </c:pt>
                <c:pt idx="56935">
                  <c:v>0.65896990740293404</c:v>
                </c:pt>
                <c:pt idx="56936">
                  <c:v>0.65898148147971369</c:v>
                </c:pt>
                <c:pt idx="56937">
                  <c:v>0.65899305555649335</c:v>
                </c:pt>
                <c:pt idx="56938">
                  <c:v>0.65900462962599704</c:v>
                </c:pt>
                <c:pt idx="56939">
                  <c:v>0.65901620370277669</c:v>
                </c:pt>
                <c:pt idx="56940">
                  <c:v>0.65902777777228039</c:v>
                </c:pt>
                <c:pt idx="56941">
                  <c:v>0.65903935184906004</c:v>
                </c:pt>
                <c:pt idx="56942">
                  <c:v>0.65905092592583969</c:v>
                </c:pt>
                <c:pt idx="56943">
                  <c:v>0.65906249999534339</c:v>
                </c:pt>
                <c:pt idx="56944">
                  <c:v>0.65907407407212304</c:v>
                </c:pt>
                <c:pt idx="56945">
                  <c:v>0.65908564814890269</c:v>
                </c:pt>
                <c:pt idx="56946">
                  <c:v>0.65909722221840639</c:v>
                </c:pt>
                <c:pt idx="56947">
                  <c:v>0.65910879629518604</c:v>
                </c:pt>
                <c:pt idx="56948">
                  <c:v>0.65912037036468973</c:v>
                </c:pt>
                <c:pt idx="56949">
                  <c:v>0.65913194444146939</c:v>
                </c:pt>
                <c:pt idx="56950">
                  <c:v>0.65914351851824904</c:v>
                </c:pt>
                <c:pt idx="56951">
                  <c:v>0.65915509258775273</c:v>
                </c:pt>
                <c:pt idx="56952">
                  <c:v>0.65916666666453239</c:v>
                </c:pt>
                <c:pt idx="56953">
                  <c:v>0.65917824074131204</c:v>
                </c:pt>
                <c:pt idx="56954">
                  <c:v>0.65918981481081573</c:v>
                </c:pt>
                <c:pt idx="56955">
                  <c:v>0.65920138888759539</c:v>
                </c:pt>
                <c:pt idx="56956">
                  <c:v>0.65921296295709908</c:v>
                </c:pt>
                <c:pt idx="56957">
                  <c:v>0.65922453703387873</c:v>
                </c:pt>
                <c:pt idx="56958">
                  <c:v>0.65923611111065838</c:v>
                </c:pt>
                <c:pt idx="56959">
                  <c:v>0.65924768518016208</c:v>
                </c:pt>
                <c:pt idx="56960">
                  <c:v>0.65925925925694173</c:v>
                </c:pt>
                <c:pt idx="56961">
                  <c:v>0.65927083333372138</c:v>
                </c:pt>
                <c:pt idx="56962">
                  <c:v>0.65928240740322508</c:v>
                </c:pt>
                <c:pt idx="56963">
                  <c:v>0.65929398148000473</c:v>
                </c:pt>
                <c:pt idx="56964">
                  <c:v>0.65930555555678438</c:v>
                </c:pt>
                <c:pt idx="56965">
                  <c:v>0.65931712962628808</c:v>
                </c:pt>
                <c:pt idx="56966">
                  <c:v>0.65932870370306773</c:v>
                </c:pt>
                <c:pt idx="56967">
                  <c:v>0.65934027777257143</c:v>
                </c:pt>
                <c:pt idx="56968">
                  <c:v>0.65935185184935108</c:v>
                </c:pt>
                <c:pt idx="56969">
                  <c:v>0.65936342592613073</c:v>
                </c:pt>
                <c:pt idx="56970">
                  <c:v>0.65937499999563443</c:v>
                </c:pt>
                <c:pt idx="56971">
                  <c:v>0.65938657407241408</c:v>
                </c:pt>
                <c:pt idx="56972">
                  <c:v>0.65939814814919373</c:v>
                </c:pt>
                <c:pt idx="56973">
                  <c:v>0.65940972221869742</c:v>
                </c:pt>
                <c:pt idx="56974">
                  <c:v>0.65942129629547708</c:v>
                </c:pt>
                <c:pt idx="56975">
                  <c:v>0.65943287036498077</c:v>
                </c:pt>
                <c:pt idx="56976">
                  <c:v>0.65944444444176042</c:v>
                </c:pt>
                <c:pt idx="56977">
                  <c:v>0.65945601851854008</c:v>
                </c:pt>
                <c:pt idx="56978">
                  <c:v>0.65946759258804377</c:v>
                </c:pt>
                <c:pt idx="56979">
                  <c:v>0.65947916666482342</c:v>
                </c:pt>
                <c:pt idx="56980">
                  <c:v>0.65949074074160308</c:v>
                </c:pt>
                <c:pt idx="56981">
                  <c:v>0.65950231481110677</c:v>
                </c:pt>
                <c:pt idx="56982">
                  <c:v>0.65951388888788642</c:v>
                </c:pt>
                <c:pt idx="56983">
                  <c:v>0.65952546295739012</c:v>
                </c:pt>
                <c:pt idx="56984">
                  <c:v>0.65953703703416977</c:v>
                </c:pt>
                <c:pt idx="56985">
                  <c:v>0.65954861111094942</c:v>
                </c:pt>
                <c:pt idx="56986">
                  <c:v>0.65956018518045312</c:v>
                </c:pt>
                <c:pt idx="56987">
                  <c:v>0.65957175925723277</c:v>
                </c:pt>
                <c:pt idx="56988">
                  <c:v>0.65958333333401242</c:v>
                </c:pt>
                <c:pt idx="56989">
                  <c:v>0.65959490740351612</c:v>
                </c:pt>
                <c:pt idx="56990">
                  <c:v>0.65960648148029577</c:v>
                </c:pt>
                <c:pt idx="56991">
                  <c:v>0.65961805554979946</c:v>
                </c:pt>
                <c:pt idx="56992">
                  <c:v>0.65962962962657912</c:v>
                </c:pt>
                <c:pt idx="56993">
                  <c:v>0.65964120370335877</c:v>
                </c:pt>
                <c:pt idx="56994">
                  <c:v>0.65965277777286246</c:v>
                </c:pt>
                <c:pt idx="56995">
                  <c:v>0.65966435184964212</c:v>
                </c:pt>
                <c:pt idx="56996">
                  <c:v>0.65967592592642177</c:v>
                </c:pt>
                <c:pt idx="56997">
                  <c:v>0.65968749999592546</c:v>
                </c:pt>
                <c:pt idx="56998">
                  <c:v>0.65969907407270512</c:v>
                </c:pt>
                <c:pt idx="56999">
                  <c:v>0.65971064814948477</c:v>
                </c:pt>
                <c:pt idx="57000">
                  <c:v>0.65972222221898846</c:v>
                </c:pt>
                <c:pt idx="57001">
                  <c:v>0.65973379629576812</c:v>
                </c:pt>
                <c:pt idx="57002">
                  <c:v>0.65974537036527181</c:v>
                </c:pt>
                <c:pt idx="57003">
                  <c:v>0.65975694444205146</c:v>
                </c:pt>
                <c:pt idx="57004">
                  <c:v>0.65976851851883112</c:v>
                </c:pt>
                <c:pt idx="57005">
                  <c:v>0.65978009258833481</c:v>
                </c:pt>
                <c:pt idx="57006">
                  <c:v>0.65979166666511446</c:v>
                </c:pt>
                <c:pt idx="57007">
                  <c:v>0.65980324074189411</c:v>
                </c:pt>
                <c:pt idx="57008">
                  <c:v>0.65981481481139781</c:v>
                </c:pt>
                <c:pt idx="57009">
                  <c:v>0.65982638888817746</c:v>
                </c:pt>
                <c:pt idx="57010">
                  <c:v>0.65983796295768116</c:v>
                </c:pt>
                <c:pt idx="57011">
                  <c:v>0.65984953703446081</c:v>
                </c:pt>
                <c:pt idx="57012">
                  <c:v>0.65986111111124046</c:v>
                </c:pt>
                <c:pt idx="57013">
                  <c:v>0.65987268518074416</c:v>
                </c:pt>
                <c:pt idx="57014">
                  <c:v>0.65988425925752381</c:v>
                </c:pt>
                <c:pt idx="57015">
                  <c:v>0.65989583333430346</c:v>
                </c:pt>
                <c:pt idx="57016">
                  <c:v>0.65990740740380716</c:v>
                </c:pt>
                <c:pt idx="57017">
                  <c:v>0.65991898148058681</c:v>
                </c:pt>
                <c:pt idx="57018">
                  <c:v>0.6599305555500905</c:v>
                </c:pt>
                <c:pt idx="57019">
                  <c:v>0.65994212962687016</c:v>
                </c:pt>
                <c:pt idx="57020">
                  <c:v>0.65995370370364981</c:v>
                </c:pt>
                <c:pt idx="57021">
                  <c:v>0.6599652777731535</c:v>
                </c:pt>
                <c:pt idx="57022">
                  <c:v>0.65997685184993315</c:v>
                </c:pt>
                <c:pt idx="57023">
                  <c:v>0.65998842592671281</c:v>
                </c:pt>
                <c:pt idx="57024">
                  <c:v>0.6599999999962165</c:v>
                </c:pt>
                <c:pt idx="57025">
                  <c:v>0.66001157407299615</c:v>
                </c:pt>
                <c:pt idx="57026">
                  <c:v>0.66002314814249985</c:v>
                </c:pt>
                <c:pt idx="57027">
                  <c:v>0.6600347222192795</c:v>
                </c:pt>
                <c:pt idx="57028">
                  <c:v>0.66004629629605915</c:v>
                </c:pt>
                <c:pt idx="57029">
                  <c:v>0.66005787036556285</c:v>
                </c:pt>
                <c:pt idx="57030">
                  <c:v>0.6600694444423425</c:v>
                </c:pt>
                <c:pt idx="57031">
                  <c:v>0.66008101851912215</c:v>
                </c:pt>
                <c:pt idx="57032">
                  <c:v>0.66009259258862585</c:v>
                </c:pt>
                <c:pt idx="57033">
                  <c:v>0.6601041666654055</c:v>
                </c:pt>
                <c:pt idx="57034">
                  <c:v>0.6601157407349092</c:v>
                </c:pt>
                <c:pt idx="57035">
                  <c:v>0.66012731481168885</c:v>
                </c:pt>
                <c:pt idx="57036">
                  <c:v>0.6601388888884685</c:v>
                </c:pt>
                <c:pt idx="57037">
                  <c:v>0.66015046295797219</c:v>
                </c:pt>
                <c:pt idx="57038">
                  <c:v>0.66016203703475185</c:v>
                </c:pt>
                <c:pt idx="57039">
                  <c:v>0.6601736111115315</c:v>
                </c:pt>
                <c:pt idx="57040">
                  <c:v>0.66018518518103519</c:v>
                </c:pt>
                <c:pt idx="57041">
                  <c:v>0.66019675925781485</c:v>
                </c:pt>
                <c:pt idx="57042">
                  <c:v>0.6602083333345945</c:v>
                </c:pt>
                <c:pt idx="57043">
                  <c:v>0.66021990740409819</c:v>
                </c:pt>
                <c:pt idx="57044">
                  <c:v>0.66023148148087785</c:v>
                </c:pt>
                <c:pt idx="57045">
                  <c:v>0.66024305555038154</c:v>
                </c:pt>
                <c:pt idx="57046">
                  <c:v>0.66025462962716119</c:v>
                </c:pt>
                <c:pt idx="57047">
                  <c:v>0.66026620370394085</c:v>
                </c:pt>
                <c:pt idx="57048">
                  <c:v>0.66027777777344454</c:v>
                </c:pt>
                <c:pt idx="57049">
                  <c:v>0.66028935185022419</c:v>
                </c:pt>
                <c:pt idx="57050">
                  <c:v>0.66030092592700385</c:v>
                </c:pt>
                <c:pt idx="57051">
                  <c:v>0.66031249999650754</c:v>
                </c:pt>
                <c:pt idx="57052">
                  <c:v>0.66032407407328719</c:v>
                </c:pt>
                <c:pt idx="57053">
                  <c:v>0.66033564814279089</c:v>
                </c:pt>
                <c:pt idx="57054">
                  <c:v>0.66034722221957054</c:v>
                </c:pt>
                <c:pt idx="57055">
                  <c:v>0.66035879629635019</c:v>
                </c:pt>
                <c:pt idx="57056">
                  <c:v>0.66037037036585389</c:v>
                </c:pt>
                <c:pt idx="57057">
                  <c:v>0.66038194444263354</c:v>
                </c:pt>
                <c:pt idx="57058">
                  <c:v>0.66039351851941319</c:v>
                </c:pt>
                <c:pt idx="57059">
                  <c:v>0.66040509258891689</c:v>
                </c:pt>
                <c:pt idx="57060">
                  <c:v>0.66041666666569654</c:v>
                </c:pt>
                <c:pt idx="57061">
                  <c:v>0.66042824073520023</c:v>
                </c:pt>
                <c:pt idx="57062">
                  <c:v>0.66043981481197989</c:v>
                </c:pt>
                <c:pt idx="57063">
                  <c:v>0.66045138888875954</c:v>
                </c:pt>
                <c:pt idx="57064">
                  <c:v>0.66046296295826323</c:v>
                </c:pt>
                <c:pt idx="57065">
                  <c:v>0.66047453703504289</c:v>
                </c:pt>
                <c:pt idx="57066">
                  <c:v>0.66048611111182254</c:v>
                </c:pt>
                <c:pt idx="57067">
                  <c:v>0.66049768518132623</c:v>
                </c:pt>
                <c:pt idx="57068">
                  <c:v>0.66050925925810589</c:v>
                </c:pt>
                <c:pt idx="57069">
                  <c:v>0.66052083332760958</c:v>
                </c:pt>
                <c:pt idx="57070">
                  <c:v>0.66053240740438923</c:v>
                </c:pt>
                <c:pt idx="57071">
                  <c:v>0.66054398148116888</c:v>
                </c:pt>
                <c:pt idx="57072">
                  <c:v>0.66055555555067258</c:v>
                </c:pt>
                <c:pt idx="57073">
                  <c:v>0.66056712962745223</c:v>
                </c:pt>
                <c:pt idx="57074">
                  <c:v>0.66057870370423188</c:v>
                </c:pt>
                <c:pt idx="57075">
                  <c:v>0.66059027777373558</c:v>
                </c:pt>
                <c:pt idx="57076">
                  <c:v>0.66060185185051523</c:v>
                </c:pt>
                <c:pt idx="57077">
                  <c:v>0.66061342592001893</c:v>
                </c:pt>
                <c:pt idx="57078">
                  <c:v>0.66062499999679858</c:v>
                </c:pt>
                <c:pt idx="57079">
                  <c:v>0.66063657407357823</c:v>
                </c:pt>
                <c:pt idx="57080">
                  <c:v>0.66064814814308193</c:v>
                </c:pt>
                <c:pt idx="57081">
                  <c:v>0.66065972221986158</c:v>
                </c:pt>
                <c:pt idx="57082">
                  <c:v>0.66067129629664123</c:v>
                </c:pt>
                <c:pt idx="57083">
                  <c:v>0.66068287036614493</c:v>
                </c:pt>
                <c:pt idx="57084">
                  <c:v>0.66069444444292458</c:v>
                </c:pt>
                <c:pt idx="57085">
                  <c:v>0.66070601851970423</c:v>
                </c:pt>
                <c:pt idx="57086">
                  <c:v>0.66071759258920792</c:v>
                </c:pt>
                <c:pt idx="57087">
                  <c:v>0.66072916666598758</c:v>
                </c:pt>
                <c:pt idx="57088">
                  <c:v>0.66074074073549127</c:v>
                </c:pt>
                <c:pt idx="57089">
                  <c:v>0.66075231481227092</c:v>
                </c:pt>
                <c:pt idx="57090">
                  <c:v>0.66076388888905058</c:v>
                </c:pt>
                <c:pt idx="57091">
                  <c:v>0.66077546295855427</c:v>
                </c:pt>
                <c:pt idx="57092">
                  <c:v>0.66078703703533392</c:v>
                </c:pt>
                <c:pt idx="57093">
                  <c:v>0.66079861111211358</c:v>
                </c:pt>
                <c:pt idx="57094">
                  <c:v>0.66081018518161727</c:v>
                </c:pt>
                <c:pt idx="57095">
                  <c:v>0.66082175925839692</c:v>
                </c:pt>
                <c:pt idx="57096">
                  <c:v>0.66083333332790062</c:v>
                </c:pt>
                <c:pt idx="57097">
                  <c:v>0.66084490740468027</c:v>
                </c:pt>
                <c:pt idx="57098">
                  <c:v>0.66085648148145992</c:v>
                </c:pt>
                <c:pt idx="57099">
                  <c:v>0.66086805555096362</c:v>
                </c:pt>
                <c:pt idx="57100">
                  <c:v>0.66087962962774327</c:v>
                </c:pt>
                <c:pt idx="57101">
                  <c:v>0.66089120370452292</c:v>
                </c:pt>
                <c:pt idx="57102">
                  <c:v>0.66090277777402662</c:v>
                </c:pt>
                <c:pt idx="57103">
                  <c:v>0.66091435185080627</c:v>
                </c:pt>
                <c:pt idx="57104">
                  <c:v>0.66092592592030996</c:v>
                </c:pt>
                <c:pt idx="57105">
                  <c:v>0.66093749999708962</c:v>
                </c:pt>
                <c:pt idx="57106">
                  <c:v>0.66094907407386927</c:v>
                </c:pt>
                <c:pt idx="57107">
                  <c:v>0.66096064814337296</c:v>
                </c:pt>
                <c:pt idx="57108">
                  <c:v>0.66097222222015262</c:v>
                </c:pt>
                <c:pt idx="57109">
                  <c:v>0.66098379629693227</c:v>
                </c:pt>
                <c:pt idx="57110">
                  <c:v>0.66099537036643596</c:v>
                </c:pt>
                <c:pt idx="57111">
                  <c:v>0.66100694444321562</c:v>
                </c:pt>
                <c:pt idx="57112">
                  <c:v>0.66101851851271931</c:v>
                </c:pt>
                <c:pt idx="57113">
                  <c:v>0.66103009258949896</c:v>
                </c:pt>
                <c:pt idx="57114">
                  <c:v>0.66104166666627862</c:v>
                </c:pt>
                <c:pt idx="57115">
                  <c:v>0.66105324073578231</c:v>
                </c:pt>
                <c:pt idx="57116">
                  <c:v>0.66106481481256196</c:v>
                </c:pt>
                <c:pt idx="57117">
                  <c:v>0.66107638888934162</c:v>
                </c:pt>
                <c:pt idx="57118">
                  <c:v>0.66108796295884531</c:v>
                </c:pt>
                <c:pt idx="57119">
                  <c:v>0.66109953703562496</c:v>
                </c:pt>
                <c:pt idx="57120">
                  <c:v>0.66111111111240461</c:v>
                </c:pt>
                <c:pt idx="57121">
                  <c:v>0.66112268518190831</c:v>
                </c:pt>
                <c:pt idx="57122">
                  <c:v>0.66113425925868796</c:v>
                </c:pt>
                <c:pt idx="57123">
                  <c:v>0.66114583332819166</c:v>
                </c:pt>
                <c:pt idx="57124">
                  <c:v>0.66115740740497131</c:v>
                </c:pt>
                <c:pt idx="57125">
                  <c:v>0.66116898148175096</c:v>
                </c:pt>
                <c:pt idx="57126">
                  <c:v>0.66118055555125466</c:v>
                </c:pt>
                <c:pt idx="57127">
                  <c:v>0.66119212962803431</c:v>
                </c:pt>
                <c:pt idx="57128">
                  <c:v>0.66120370370481396</c:v>
                </c:pt>
                <c:pt idx="57129">
                  <c:v>0.66121527777431766</c:v>
                </c:pt>
                <c:pt idx="57130">
                  <c:v>0.66122685185109731</c:v>
                </c:pt>
                <c:pt idx="57131">
                  <c:v>0.661238425920601</c:v>
                </c:pt>
                <c:pt idx="57132">
                  <c:v>0.66124999999738066</c:v>
                </c:pt>
                <c:pt idx="57133">
                  <c:v>0.66126157407416031</c:v>
                </c:pt>
                <c:pt idx="57134">
                  <c:v>0.661273148143664</c:v>
                </c:pt>
                <c:pt idx="57135">
                  <c:v>0.66128472222044365</c:v>
                </c:pt>
                <c:pt idx="57136">
                  <c:v>0.66129629629722331</c:v>
                </c:pt>
                <c:pt idx="57137">
                  <c:v>0.661307870366727</c:v>
                </c:pt>
                <c:pt idx="57138">
                  <c:v>0.66131944444350665</c:v>
                </c:pt>
                <c:pt idx="57139">
                  <c:v>0.66133101851301035</c:v>
                </c:pt>
                <c:pt idx="57140">
                  <c:v>0.66134259258979</c:v>
                </c:pt>
                <c:pt idx="57141">
                  <c:v>0.66135416666656965</c:v>
                </c:pt>
                <c:pt idx="57142">
                  <c:v>0.66136574073607335</c:v>
                </c:pt>
                <c:pt idx="57143">
                  <c:v>0.661377314812853</c:v>
                </c:pt>
                <c:pt idx="57144">
                  <c:v>0.66138888888963265</c:v>
                </c:pt>
                <c:pt idx="57145">
                  <c:v>0.66140046295913635</c:v>
                </c:pt>
                <c:pt idx="57146">
                  <c:v>0.661412037035916</c:v>
                </c:pt>
                <c:pt idx="57147">
                  <c:v>0.6614236111054197</c:v>
                </c:pt>
                <c:pt idx="57148">
                  <c:v>0.66143518518219935</c:v>
                </c:pt>
                <c:pt idx="57149">
                  <c:v>0.661446759258979</c:v>
                </c:pt>
                <c:pt idx="57150">
                  <c:v>0.66145833332848269</c:v>
                </c:pt>
                <c:pt idx="57151">
                  <c:v>0.66146990740526235</c:v>
                </c:pt>
                <c:pt idx="57152">
                  <c:v>0.661481481482042</c:v>
                </c:pt>
                <c:pt idx="57153">
                  <c:v>0.66149305555154569</c:v>
                </c:pt>
                <c:pt idx="57154">
                  <c:v>0.66150462962832535</c:v>
                </c:pt>
                <c:pt idx="57155">
                  <c:v>0.66151620369782904</c:v>
                </c:pt>
                <c:pt idx="57156">
                  <c:v>0.66152777777460869</c:v>
                </c:pt>
                <c:pt idx="57157">
                  <c:v>0.66153935185138835</c:v>
                </c:pt>
                <c:pt idx="57158">
                  <c:v>0.66155092592089204</c:v>
                </c:pt>
                <c:pt idx="57159">
                  <c:v>0.66156249999767169</c:v>
                </c:pt>
                <c:pt idx="57160">
                  <c:v>0.66157407407445135</c:v>
                </c:pt>
                <c:pt idx="57161">
                  <c:v>0.66158564814395504</c:v>
                </c:pt>
                <c:pt idx="57162">
                  <c:v>0.66159722222073469</c:v>
                </c:pt>
                <c:pt idx="57163">
                  <c:v>0.66160879629751435</c:v>
                </c:pt>
                <c:pt idx="57164">
                  <c:v>0.66162037036701804</c:v>
                </c:pt>
                <c:pt idx="57165">
                  <c:v>0.66163194444379769</c:v>
                </c:pt>
                <c:pt idx="57166">
                  <c:v>0.66164351851330139</c:v>
                </c:pt>
                <c:pt idx="57167">
                  <c:v>0.66165509259008104</c:v>
                </c:pt>
                <c:pt idx="57168">
                  <c:v>0.66166666666686069</c:v>
                </c:pt>
                <c:pt idx="57169">
                  <c:v>0.66167824073636439</c:v>
                </c:pt>
                <c:pt idx="57170">
                  <c:v>0.66168981481314404</c:v>
                </c:pt>
                <c:pt idx="57171">
                  <c:v>0.66170138888992369</c:v>
                </c:pt>
                <c:pt idx="57172">
                  <c:v>0.66171296295942739</c:v>
                </c:pt>
                <c:pt idx="57173">
                  <c:v>0.66172453703620704</c:v>
                </c:pt>
                <c:pt idx="57174">
                  <c:v>0.66173611110571073</c:v>
                </c:pt>
                <c:pt idx="57175">
                  <c:v>0.66174768518249039</c:v>
                </c:pt>
                <c:pt idx="57176">
                  <c:v>0.66175925925927004</c:v>
                </c:pt>
                <c:pt idx="57177">
                  <c:v>0.66177083332877373</c:v>
                </c:pt>
                <c:pt idx="57178">
                  <c:v>0.66178240740555339</c:v>
                </c:pt>
                <c:pt idx="57179">
                  <c:v>0.66179398148233304</c:v>
                </c:pt>
                <c:pt idx="57180">
                  <c:v>0.66180555555183673</c:v>
                </c:pt>
                <c:pt idx="57181">
                  <c:v>0.66181712962861639</c:v>
                </c:pt>
                <c:pt idx="57182">
                  <c:v>0.66182870369812008</c:v>
                </c:pt>
                <c:pt idx="57183">
                  <c:v>0.66184027777489973</c:v>
                </c:pt>
                <c:pt idx="57184">
                  <c:v>0.66185185185167938</c:v>
                </c:pt>
                <c:pt idx="57185">
                  <c:v>0.66186342592118308</c:v>
                </c:pt>
                <c:pt idx="57186">
                  <c:v>0.66187499999796273</c:v>
                </c:pt>
                <c:pt idx="57187">
                  <c:v>0.66188657407474238</c:v>
                </c:pt>
                <c:pt idx="57188">
                  <c:v>0.66189814814424608</c:v>
                </c:pt>
                <c:pt idx="57189">
                  <c:v>0.66190972222102573</c:v>
                </c:pt>
                <c:pt idx="57190">
                  <c:v>0.66192129629052943</c:v>
                </c:pt>
                <c:pt idx="57191">
                  <c:v>0.66193287036730908</c:v>
                </c:pt>
                <c:pt idx="57192">
                  <c:v>0.66194444444408873</c:v>
                </c:pt>
                <c:pt idx="57193">
                  <c:v>0.66195601851359243</c:v>
                </c:pt>
                <c:pt idx="57194">
                  <c:v>0.66196759259037208</c:v>
                </c:pt>
                <c:pt idx="57195">
                  <c:v>0.66197916666715173</c:v>
                </c:pt>
                <c:pt idx="57196">
                  <c:v>0.66199074073665543</c:v>
                </c:pt>
                <c:pt idx="57197">
                  <c:v>0.66200231481343508</c:v>
                </c:pt>
                <c:pt idx="57198">
                  <c:v>0.66201388889021473</c:v>
                </c:pt>
                <c:pt idx="57199">
                  <c:v>0.66202546295971842</c:v>
                </c:pt>
                <c:pt idx="57200">
                  <c:v>0.66203703703649808</c:v>
                </c:pt>
                <c:pt idx="57201">
                  <c:v>0.66204861110600177</c:v>
                </c:pt>
                <c:pt idx="57202">
                  <c:v>0.66206018518278142</c:v>
                </c:pt>
                <c:pt idx="57203">
                  <c:v>0.66207175925956108</c:v>
                </c:pt>
                <c:pt idx="57204">
                  <c:v>0.66208333332906477</c:v>
                </c:pt>
                <c:pt idx="57205">
                  <c:v>0.66209490740584442</c:v>
                </c:pt>
                <c:pt idx="57206">
                  <c:v>0.66210648148262408</c:v>
                </c:pt>
                <c:pt idx="57207">
                  <c:v>0.66211805555212777</c:v>
                </c:pt>
                <c:pt idx="57208">
                  <c:v>0.66212962962890742</c:v>
                </c:pt>
                <c:pt idx="57209">
                  <c:v>0.66214120369841112</c:v>
                </c:pt>
                <c:pt idx="57210">
                  <c:v>0.66215277777519077</c:v>
                </c:pt>
                <c:pt idx="57211">
                  <c:v>0.66216435185197042</c:v>
                </c:pt>
                <c:pt idx="57212">
                  <c:v>0.66217592592147412</c:v>
                </c:pt>
                <c:pt idx="57213">
                  <c:v>0.66218749999825377</c:v>
                </c:pt>
                <c:pt idx="57214">
                  <c:v>0.66219907407503342</c:v>
                </c:pt>
                <c:pt idx="57215">
                  <c:v>0.66221064814453712</c:v>
                </c:pt>
                <c:pt idx="57216">
                  <c:v>0.66222222222131677</c:v>
                </c:pt>
                <c:pt idx="57217">
                  <c:v>0.66223379629082046</c:v>
                </c:pt>
                <c:pt idx="57218">
                  <c:v>0.66224537036760012</c:v>
                </c:pt>
                <c:pt idx="57219">
                  <c:v>0.66225694444437977</c:v>
                </c:pt>
                <c:pt idx="57220">
                  <c:v>0.66226851851388346</c:v>
                </c:pt>
                <c:pt idx="57221">
                  <c:v>0.66228009259066312</c:v>
                </c:pt>
                <c:pt idx="57222">
                  <c:v>0.66229166666744277</c:v>
                </c:pt>
                <c:pt idx="57223">
                  <c:v>0.66230324073694646</c:v>
                </c:pt>
                <c:pt idx="57224">
                  <c:v>0.66231481481372612</c:v>
                </c:pt>
                <c:pt idx="57225">
                  <c:v>0.66232638888322981</c:v>
                </c:pt>
                <c:pt idx="57226">
                  <c:v>0.66233796296000946</c:v>
                </c:pt>
                <c:pt idx="57227">
                  <c:v>0.66234953703678912</c:v>
                </c:pt>
                <c:pt idx="57228">
                  <c:v>0.66236111110629281</c:v>
                </c:pt>
                <c:pt idx="57229">
                  <c:v>0.66237268518307246</c:v>
                </c:pt>
                <c:pt idx="57230">
                  <c:v>0.66238425925985212</c:v>
                </c:pt>
                <c:pt idx="57231">
                  <c:v>0.66239583332935581</c:v>
                </c:pt>
                <c:pt idx="57232">
                  <c:v>0.66240740740613546</c:v>
                </c:pt>
                <c:pt idx="57233">
                  <c:v>0.66241898147563916</c:v>
                </c:pt>
                <c:pt idx="57234">
                  <c:v>0.66243055555241881</c:v>
                </c:pt>
                <c:pt idx="57235">
                  <c:v>0.66244212962919846</c:v>
                </c:pt>
                <c:pt idx="57236">
                  <c:v>0.66245370369870216</c:v>
                </c:pt>
                <c:pt idx="57237">
                  <c:v>0.66246527777548181</c:v>
                </c:pt>
                <c:pt idx="57238">
                  <c:v>0.66247685185226146</c:v>
                </c:pt>
                <c:pt idx="57239">
                  <c:v>0.66248842592176516</c:v>
                </c:pt>
                <c:pt idx="57240">
                  <c:v>0.66249999999854481</c:v>
                </c:pt>
                <c:pt idx="57241">
                  <c:v>0.66251157407532446</c:v>
                </c:pt>
                <c:pt idx="57242">
                  <c:v>0.66252314814482816</c:v>
                </c:pt>
                <c:pt idx="57243">
                  <c:v>0.66253472222160781</c:v>
                </c:pt>
                <c:pt idx="57244">
                  <c:v>0.6625462962911115</c:v>
                </c:pt>
                <c:pt idx="57245">
                  <c:v>0.66255787036789116</c:v>
                </c:pt>
                <c:pt idx="57246">
                  <c:v>0.66256944444467081</c:v>
                </c:pt>
                <c:pt idx="57247">
                  <c:v>0.6625810185141745</c:v>
                </c:pt>
                <c:pt idx="57248">
                  <c:v>0.66259259259095415</c:v>
                </c:pt>
                <c:pt idx="57249">
                  <c:v>0.66260416666773381</c:v>
                </c:pt>
                <c:pt idx="57250">
                  <c:v>0.6626157407372375</c:v>
                </c:pt>
                <c:pt idx="57251">
                  <c:v>0.66262731481401715</c:v>
                </c:pt>
                <c:pt idx="57252">
                  <c:v>0.66263888888352085</c:v>
                </c:pt>
                <c:pt idx="57253">
                  <c:v>0.6626504629603005</c:v>
                </c:pt>
                <c:pt idx="57254">
                  <c:v>0.66266203703708015</c:v>
                </c:pt>
                <c:pt idx="57255">
                  <c:v>0.66267361110658385</c:v>
                </c:pt>
                <c:pt idx="57256">
                  <c:v>0.6626851851833635</c:v>
                </c:pt>
                <c:pt idx="57257">
                  <c:v>0.66269675926014315</c:v>
                </c:pt>
                <c:pt idx="57258">
                  <c:v>0.66270833332964685</c:v>
                </c:pt>
                <c:pt idx="57259">
                  <c:v>0.6627199074064265</c:v>
                </c:pt>
                <c:pt idx="57260">
                  <c:v>0.6627314814759302</c:v>
                </c:pt>
                <c:pt idx="57261">
                  <c:v>0.66274305555270985</c:v>
                </c:pt>
                <c:pt idx="57262">
                  <c:v>0.6627546296294895</c:v>
                </c:pt>
                <c:pt idx="57263">
                  <c:v>0.66276620369899319</c:v>
                </c:pt>
                <c:pt idx="57264">
                  <c:v>0.66277777777577285</c:v>
                </c:pt>
                <c:pt idx="57265">
                  <c:v>0.6627893518525525</c:v>
                </c:pt>
                <c:pt idx="57266">
                  <c:v>0.66280092592205619</c:v>
                </c:pt>
                <c:pt idx="57267">
                  <c:v>0.66281249999883585</c:v>
                </c:pt>
                <c:pt idx="57268">
                  <c:v>0.66282407406833954</c:v>
                </c:pt>
                <c:pt idx="57269">
                  <c:v>0.66283564814511919</c:v>
                </c:pt>
                <c:pt idx="57270">
                  <c:v>0.66284722222189885</c:v>
                </c:pt>
                <c:pt idx="57271">
                  <c:v>0.66285879629140254</c:v>
                </c:pt>
                <c:pt idx="57272">
                  <c:v>0.66287037036818219</c:v>
                </c:pt>
                <c:pt idx="57273">
                  <c:v>0.66288194444496185</c:v>
                </c:pt>
                <c:pt idx="57274">
                  <c:v>0.66289351851446554</c:v>
                </c:pt>
                <c:pt idx="57275">
                  <c:v>0.66290509259124519</c:v>
                </c:pt>
                <c:pt idx="57276">
                  <c:v>0.66291666666074889</c:v>
                </c:pt>
                <c:pt idx="57277">
                  <c:v>0.66292824073752854</c:v>
                </c:pt>
                <c:pt idx="57278">
                  <c:v>0.66293981481430819</c:v>
                </c:pt>
                <c:pt idx="57279">
                  <c:v>0.66295138888381189</c:v>
                </c:pt>
                <c:pt idx="57280">
                  <c:v>0.66296296296059154</c:v>
                </c:pt>
                <c:pt idx="57281">
                  <c:v>0.66297453703737119</c:v>
                </c:pt>
                <c:pt idx="57282">
                  <c:v>0.66298611110687489</c:v>
                </c:pt>
                <c:pt idx="57283">
                  <c:v>0.66299768518365454</c:v>
                </c:pt>
                <c:pt idx="57284">
                  <c:v>0.66300925926043419</c:v>
                </c:pt>
                <c:pt idx="57285">
                  <c:v>0.66302083332993789</c:v>
                </c:pt>
                <c:pt idx="57286">
                  <c:v>0.66303240740671754</c:v>
                </c:pt>
                <c:pt idx="57287">
                  <c:v>0.66304398147622123</c:v>
                </c:pt>
                <c:pt idx="57288">
                  <c:v>0.66305555555300089</c:v>
                </c:pt>
                <c:pt idx="57289">
                  <c:v>0.66306712962978054</c:v>
                </c:pt>
                <c:pt idx="57290">
                  <c:v>0.66307870369928423</c:v>
                </c:pt>
                <c:pt idx="57291">
                  <c:v>0.66309027777606389</c:v>
                </c:pt>
                <c:pt idx="57292">
                  <c:v>0.66310185185284354</c:v>
                </c:pt>
                <c:pt idx="57293">
                  <c:v>0.66311342592234723</c:v>
                </c:pt>
                <c:pt idx="57294">
                  <c:v>0.66312499999912689</c:v>
                </c:pt>
                <c:pt idx="57295">
                  <c:v>0.66313657406863058</c:v>
                </c:pt>
                <c:pt idx="57296">
                  <c:v>0.66314814814541023</c:v>
                </c:pt>
                <c:pt idx="57297">
                  <c:v>0.66315972222218988</c:v>
                </c:pt>
                <c:pt idx="57298">
                  <c:v>0.66317129629169358</c:v>
                </c:pt>
                <c:pt idx="57299">
                  <c:v>0.66318287036847323</c:v>
                </c:pt>
                <c:pt idx="57300">
                  <c:v>0.66319444444525288</c:v>
                </c:pt>
                <c:pt idx="57301">
                  <c:v>0.66320601851475658</c:v>
                </c:pt>
                <c:pt idx="57302">
                  <c:v>0.66321759259153623</c:v>
                </c:pt>
                <c:pt idx="57303">
                  <c:v>0.66322916666103993</c:v>
                </c:pt>
                <c:pt idx="57304">
                  <c:v>0.66324074073781958</c:v>
                </c:pt>
                <c:pt idx="57305">
                  <c:v>0.66325231481459923</c:v>
                </c:pt>
                <c:pt idx="57306">
                  <c:v>0.66326388888410293</c:v>
                </c:pt>
                <c:pt idx="57307">
                  <c:v>0.66327546296088258</c:v>
                </c:pt>
                <c:pt idx="57308">
                  <c:v>0.66328703703766223</c:v>
                </c:pt>
                <c:pt idx="57309">
                  <c:v>0.66329861110716593</c:v>
                </c:pt>
                <c:pt idx="57310">
                  <c:v>0.66331018518394558</c:v>
                </c:pt>
                <c:pt idx="57311">
                  <c:v>0.66332175925344927</c:v>
                </c:pt>
                <c:pt idx="57312">
                  <c:v>0.66333333333022892</c:v>
                </c:pt>
                <c:pt idx="57313">
                  <c:v>0.66334490740700858</c:v>
                </c:pt>
                <c:pt idx="57314">
                  <c:v>0.66335648147651227</c:v>
                </c:pt>
                <c:pt idx="57315">
                  <c:v>0.66336805555329192</c:v>
                </c:pt>
                <c:pt idx="57316">
                  <c:v>0.66337962963007158</c:v>
                </c:pt>
                <c:pt idx="57317">
                  <c:v>0.66339120369957527</c:v>
                </c:pt>
                <c:pt idx="57318">
                  <c:v>0.66340277777635492</c:v>
                </c:pt>
                <c:pt idx="57319">
                  <c:v>0.66341435185313458</c:v>
                </c:pt>
                <c:pt idx="57320">
                  <c:v>0.66342592592263827</c:v>
                </c:pt>
                <c:pt idx="57321">
                  <c:v>0.66343749999941792</c:v>
                </c:pt>
                <c:pt idx="57322">
                  <c:v>0.66344907406892162</c:v>
                </c:pt>
                <c:pt idx="57323">
                  <c:v>0.66346064814570127</c:v>
                </c:pt>
                <c:pt idx="57324">
                  <c:v>0.66347222222248092</c:v>
                </c:pt>
                <c:pt idx="57325">
                  <c:v>0.66348379629198462</c:v>
                </c:pt>
                <c:pt idx="57326">
                  <c:v>0.66349537036876427</c:v>
                </c:pt>
                <c:pt idx="57327">
                  <c:v>0.66350694444554392</c:v>
                </c:pt>
                <c:pt idx="57328">
                  <c:v>0.66351851851504762</c:v>
                </c:pt>
                <c:pt idx="57329">
                  <c:v>0.66353009259182727</c:v>
                </c:pt>
                <c:pt idx="57330">
                  <c:v>0.66354166666133096</c:v>
                </c:pt>
                <c:pt idx="57331">
                  <c:v>0.66355324073811062</c:v>
                </c:pt>
                <c:pt idx="57332">
                  <c:v>0.66356481481489027</c:v>
                </c:pt>
                <c:pt idx="57333">
                  <c:v>0.66357638888439396</c:v>
                </c:pt>
                <c:pt idx="57334">
                  <c:v>0.66358796296117362</c:v>
                </c:pt>
                <c:pt idx="57335">
                  <c:v>0.66359953703795327</c:v>
                </c:pt>
                <c:pt idx="57336">
                  <c:v>0.66361111110745696</c:v>
                </c:pt>
                <c:pt idx="57337">
                  <c:v>0.66362268518423662</c:v>
                </c:pt>
                <c:pt idx="57338">
                  <c:v>0.66363425925374031</c:v>
                </c:pt>
                <c:pt idx="57339">
                  <c:v>0.66364583333051996</c:v>
                </c:pt>
                <c:pt idx="57340">
                  <c:v>0.66365740740729962</c:v>
                </c:pt>
                <c:pt idx="57341">
                  <c:v>0.66366898147680331</c:v>
                </c:pt>
                <c:pt idx="57342">
                  <c:v>0.66368055555358296</c:v>
                </c:pt>
                <c:pt idx="57343">
                  <c:v>0.66369212963036261</c:v>
                </c:pt>
                <c:pt idx="57344">
                  <c:v>0.66370370369986631</c:v>
                </c:pt>
                <c:pt idx="57345">
                  <c:v>0.66371527777664596</c:v>
                </c:pt>
                <c:pt idx="57346">
                  <c:v>0.66372685184614966</c:v>
                </c:pt>
                <c:pt idx="57347">
                  <c:v>0.66373842592292931</c:v>
                </c:pt>
                <c:pt idx="57348">
                  <c:v>0.66374999999970896</c:v>
                </c:pt>
                <c:pt idx="57349">
                  <c:v>0.66376157406921266</c:v>
                </c:pt>
                <c:pt idx="57350">
                  <c:v>0.66377314814599231</c:v>
                </c:pt>
                <c:pt idx="57351">
                  <c:v>0.66378472222277196</c:v>
                </c:pt>
                <c:pt idx="57352">
                  <c:v>0.66379629629227566</c:v>
                </c:pt>
                <c:pt idx="57353">
                  <c:v>0.66380787036905531</c:v>
                </c:pt>
                <c:pt idx="57354">
                  <c:v>0.663819444438559</c:v>
                </c:pt>
                <c:pt idx="57355">
                  <c:v>0.66383101851533866</c:v>
                </c:pt>
                <c:pt idx="57356">
                  <c:v>0.66384259259211831</c:v>
                </c:pt>
                <c:pt idx="57357">
                  <c:v>0.663854166661622</c:v>
                </c:pt>
                <c:pt idx="57358">
                  <c:v>0.66386574073840166</c:v>
                </c:pt>
                <c:pt idx="57359">
                  <c:v>0.66387731481518131</c:v>
                </c:pt>
                <c:pt idx="57360">
                  <c:v>0.663888888884685</c:v>
                </c:pt>
                <c:pt idx="57361">
                  <c:v>0.66390046296146465</c:v>
                </c:pt>
                <c:pt idx="57362">
                  <c:v>0.66391203703824431</c:v>
                </c:pt>
                <c:pt idx="57363">
                  <c:v>0.663923611107748</c:v>
                </c:pt>
                <c:pt idx="57364">
                  <c:v>0.66393518518452765</c:v>
                </c:pt>
                <c:pt idx="57365">
                  <c:v>0.66394675925403135</c:v>
                </c:pt>
                <c:pt idx="57366">
                  <c:v>0.663958333330811</c:v>
                </c:pt>
                <c:pt idx="57367">
                  <c:v>0.66396990740759065</c:v>
                </c:pt>
                <c:pt idx="57368">
                  <c:v>0.66398148147709435</c:v>
                </c:pt>
                <c:pt idx="57369">
                  <c:v>0.663993055553874</c:v>
                </c:pt>
                <c:pt idx="57370">
                  <c:v>0.66400462963065365</c:v>
                </c:pt>
                <c:pt idx="57371">
                  <c:v>0.66401620370015735</c:v>
                </c:pt>
                <c:pt idx="57372">
                  <c:v>0.664027777776937</c:v>
                </c:pt>
                <c:pt idx="57373">
                  <c:v>0.6640393518464407</c:v>
                </c:pt>
                <c:pt idx="57374">
                  <c:v>0.66405092592322035</c:v>
                </c:pt>
                <c:pt idx="57375">
                  <c:v>0.6640625</c:v>
                </c:pt>
                <c:pt idx="57376">
                  <c:v>0.66407407406950369</c:v>
                </c:pt>
                <c:pt idx="57377">
                  <c:v>0.66408564814628335</c:v>
                </c:pt>
                <c:pt idx="57378">
                  <c:v>0.664097222223063</c:v>
                </c:pt>
                <c:pt idx="57379">
                  <c:v>0.66410879629256669</c:v>
                </c:pt>
                <c:pt idx="57380">
                  <c:v>0.66412037036934635</c:v>
                </c:pt>
                <c:pt idx="57381">
                  <c:v>0.66413194443885004</c:v>
                </c:pt>
                <c:pt idx="57382">
                  <c:v>0.66414351851562969</c:v>
                </c:pt>
                <c:pt idx="57383">
                  <c:v>0.66415509259240935</c:v>
                </c:pt>
                <c:pt idx="57384">
                  <c:v>0.66416666666191304</c:v>
                </c:pt>
                <c:pt idx="57385">
                  <c:v>0.66417824073869269</c:v>
                </c:pt>
                <c:pt idx="57386">
                  <c:v>0.66418981481547235</c:v>
                </c:pt>
                <c:pt idx="57387">
                  <c:v>0.66420138888497604</c:v>
                </c:pt>
                <c:pt idx="57388">
                  <c:v>0.66421296296175569</c:v>
                </c:pt>
                <c:pt idx="57389">
                  <c:v>0.66422453703125939</c:v>
                </c:pt>
                <c:pt idx="57390">
                  <c:v>0.66423611110803904</c:v>
                </c:pt>
                <c:pt idx="57391">
                  <c:v>0.66424768518481869</c:v>
                </c:pt>
                <c:pt idx="57392">
                  <c:v>0.66425925925432239</c:v>
                </c:pt>
                <c:pt idx="57393">
                  <c:v>0.66427083333110204</c:v>
                </c:pt>
                <c:pt idx="57394">
                  <c:v>0.66428240740788169</c:v>
                </c:pt>
                <c:pt idx="57395">
                  <c:v>0.66429398147738539</c:v>
                </c:pt>
                <c:pt idx="57396">
                  <c:v>0.66430555555416504</c:v>
                </c:pt>
                <c:pt idx="57397">
                  <c:v>0.66431712963094469</c:v>
                </c:pt>
                <c:pt idx="57398">
                  <c:v>0.66432870370044839</c:v>
                </c:pt>
                <c:pt idx="57399">
                  <c:v>0.66434027777722804</c:v>
                </c:pt>
                <c:pt idx="57400">
                  <c:v>0.66435185184673173</c:v>
                </c:pt>
                <c:pt idx="57401">
                  <c:v>0.66436342592351139</c:v>
                </c:pt>
                <c:pt idx="57402">
                  <c:v>0.66437500000029104</c:v>
                </c:pt>
                <c:pt idx="57403">
                  <c:v>0.66438657406979473</c:v>
                </c:pt>
                <c:pt idx="57404">
                  <c:v>0.66439814814657439</c:v>
                </c:pt>
                <c:pt idx="57405">
                  <c:v>0.66440972222335404</c:v>
                </c:pt>
                <c:pt idx="57406">
                  <c:v>0.66442129629285773</c:v>
                </c:pt>
                <c:pt idx="57407">
                  <c:v>0.66443287036963739</c:v>
                </c:pt>
                <c:pt idx="57408">
                  <c:v>0.66444444443914108</c:v>
                </c:pt>
                <c:pt idx="57409">
                  <c:v>0.66445601851592073</c:v>
                </c:pt>
                <c:pt idx="57410">
                  <c:v>0.66446759259270038</c:v>
                </c:pt>
                <c:pt idx="57411">
                  <c:v>0.66447916666220408</c:v>
                </c:pt>
                <c:pt idx="57412">
                  <c:v>0.66449074073898373</c:v>
                </c:pt>
                <c:pt idx="57413">
                  <c:v>0.66450231481576338</c:v>
                </c:pt>
                <c:pt idx="57414">
                  <c:v>0.66451388888526708</c:v>
                </c:pt>
                <c:pt idx="57415">
                  <c:v>0.66452546296204673</c:v>
                </c:pt>
                <c:pt idx="57416">
                  <c:v>0.66453703703155043</c:v>
                </c:pt>
                <c:pt idx="57417">
                  <c:v>0.66454861110833008</c:v>
                </c:pt>
                <c:pt idx="57418">
                  <c:v>0.66456018518510973</c:v>
                </c:pt>
                <c:pt idx="57419">
                  <c:v>0.66457175925461343</c:v>
                </c:pt>
                <c:pt idx="57420">
                  <c:v>0.66458333333139308</c:v>
                </c:pt>
                <c:pt idx="57421">
                  <c:v>0.66459490740817273</c:v>
                </c:pt>
                <c:pt idx="57422">
                  <c:v>0.66460648147767643</c:v>
                </c:pt>
                <c:pt idx="57423">
                  <c:v>0.66461805555445608</c:v>
                </c:pt>
                <c:pt idx="57424">
                  <c:v>0.66462962962395977</c:v>
                </c:pt>
                <c:pt idx="57425">
                  <c:v>0.66464120370073942</c:v>
                </c:pt>
                <c:pt idx="57426">
                  <c:v>0.66465277777751908</c:v>
                </c:pt>
                <c:pt idx="57427">
                  <c:v>0.66466435184702277</c:v>
                </c:pt>
                <c:pt idx="57428">
                  <c:v>0.66467592592380242</c:v>
                </c:pt>
                <c:pt idx="57429">
                  <c:v>0.66468750000058208</c:v>
                </c:pt>
                <c:pt idx="57430">
                  <c:v>0.66469907407008577</c:v>
                </c:pt>
                <c:pt idx="57431">
                  <c:v>0.66471064814686542</c:v>
                </c:pt>
                <c:pt idx="57432">
                  <c:v>0.66472222221636912</c:v>
                </c:pt>
                <c:pt idx="57433">
                  <c:v>0.66473379629314877</c:v>
                </c:pt>
                <c:pt idx="57434">
                  <c:v>0.66474537036992842</c:v>
                </c:pt>
                <c:pt idx="57435">
                  <c:v>0.66475694443943212</c:v>
                </c:pt>
                <c:pt idx="57436">
                  <c:v>0.66476851851621177</c:v>
                </c:pt>
                <c:pt idx="57437">
                  <c:v>0.66478009259299142</c:v>
                </c:pt>
                <c:pt idx="57438">
                  <c:v>0.66479166666249512</c:v>
                </c:pt>
                <c:pt idx="57439">
                  <c:v>0.66480324073927477</c:v>
                </c:pt>
                <c:pt idx="57440">
                  <c:v>0.66481481481605442</c:v>
                </c:pt>
                <c:pt idx="57441">
                  <c:v>0.66482638888555812</c:v>
                </c:pt>
                <c:pt idx="57442">
                  <c:v>0.66483796296233777</c:v>
                </c:pt>
                <c:pt idx="57443">
                  <c:v>0.66484953703184146</c:v>
                </c:pt>
                <c:pt idx="57444">
                  <c:v>0.66486111110862112</c:v>
                </c:pt>
                <c:pt idx="57445">
                  <c:v>0.66487268518540077</c:v>
                </c:pt>
                <c:pt idx="57446">
                  <c:v>0.66488425925490446</c:v>
                </c:pt>
                <c:pt idx="57447">
                  <c:v>0.66489583333168412</c:v>
                </c:pt>
                <c:pt idx="57448">
                  <c:v>0.66490740740846377</c:v>
                </c:pt>
                <c:pt idx="57449">
                  <c:v>0.66491898147796746</c:v>
                </c:pt>
                <c:pt idx="57450">
                  <c:v>0.66493055555474712</c:v>
                </c:pt>
                <c:pt idx="57451">
                  <c:v>0.66494212962425081</c:v>
                </c:pt>
                <c:pt idx="57452">
                  <c:v>0.66495370370103046</c:v>
                </c:pt>
                <c:pt idx="57453">
                  <c:v>0.66496527777781012</c:v>
                </c:pt>
                <c:pt idx="57454">
                  <c:v>0.66497685184731381</c:v>
                </c:pt>
                <c:pt idx="57455">
                  <c:v>0.66498842592409346</c:v>
                </c:pt>
                <c:pt idx="57456">
                  <c:v>0.66500000000087311</c:v>
                </c:pt>
                <c:pt idx="57457">
                  <c:v>0.66501157407037681</c:v>
                </c:pt>
                <c:pt idx="57458">
                  <c:v>0.66502314814715646</c:v>
                </c:pt>
                <c:pt idx="57459">
                  <c:v>0.66503472221666016</c:v>
                </c:pt>
                <c:pt idx="57460">
                  <c:v>0.66504629629343981</c:v>
                </c:pt>
                <c:pt idx="57461">
                  <c:v>0.66505787037021946</c:v>
                </c:pt>
                <c:pt idx="57462">
                  <c:v>0.66506944443972316</c:v>
                </c:pt>
                <c:pt idx="57463">
                  <c:v>0.66508101851650281</c:v>
                </c:pt>
                <c:pt idx="57464">
                  <c:v>0.66509259259328246</c:v>
                </c:pt>
                <c:pt idx="57465">
                  <c:v>0.66510416666278616</c:v>
                </c:pt>
                <c:pt idx="57466">
                  <c:v>0.66511574073956581</c:v>
                </c:pt>
                <c:pt idx="57467">
                  <c:v>0.6651273148090695</c:v>
                </c:pt>
                <c:pt idx="57468">
                  <c:v>0.66513888888584916</c:v>
                </c:pt>
                <c:pt idx="57469">
                  <c:v>0.66515046296262881</c:v>
                </c:pt>
                <c:pt idx="57470">
                  <c:v>0.6651620370321325</c:v>
                </c:pt>
                <c:pt idx="57471">
                  <c:v>0.66517361110891216</c:v>
                </c:pt>
                <c:pt idx="57472">
                  <c:v>0.66518518518569181</c:v>
                </c:pt>
                <c:pt idx="57473">
                  <c:v>0.6651967592551955</c:v>
                </c:pt>
                <c:pt idx="57474">
                  <c:v>0.66520833333197515</c:v>
                </c:pt>
                <c:pt idx="57475">
                  <c:v>0.66521990740147885</c:v>
                </c:pt>
                <c:pt idx="57476">
                  <c:v>0.6652314814782585</c:v>
                </c:pt>
                <c:pt idx="57477">
                  <c:v>0.66524305555503815</c:v>
                </c:pt>
                <c:pt idx="57478">
                  <c:v>0.66525462962454185</c:v>
                </c:pt>
                <c:pt idx="57479">
                  <c:v>0.6652662037013215</c:v>
                </c:pt>
                <c:pt idx="57480">
                  <c:v>0.66527777777810115</c:v>
                </c:pt>
                <c:pt idx="57481">
                  <c:v>0.66528935184760485</c:v>
                </c:pt>
                <c:pt idx="57482">
                  <c:v>0.6653009259243845</c:v>
                </c:pt>
                <c:pt idx="57483">
                  <c:v>0.66531250000116415</c:v>
                </c:pt>
                <c:pt idx="57484">
                  <c:v>0.66532407407066785</c:v>
                </c:pt>
                <c:pt idx="57485">
                  <c:v>0.6653356481474475</c:v>
                </c:pt>
                <c:pt idx="57486">
                  <c:v>0.6653472222169512</c:v>
                </c:pt>
                <c:pt idx="57487">
                  <c:v>0.66535879629373085</c:v>
                </c:pt>
                <c:pt idx="57488">
                  <c:v>0.6653703703705105</c:v>
                </c:pt>
                <c:pt idx="57489">
                  <c:v>0.66538194444001419</c:v>
                </c:pt>
                <c:pt idx="57490">
                  <c:v>0.66539351851679385</c:v>
                </c:pt>
                <c:pt idx="57491">
                  <c:v>0.6654050925935735</c:v>
                </c:pt>
                <c:pt idx="57492">
                  <c:v>0.66541666666307719</c:v>
                </c:pt>
                <c:pt idx="57493">
                  <c:v>0.66542824073985685</c:v>
                </c:pt>
                <c:pt idx="57494">
                  <c:v>0.66543981480936054</c:v>
                </c:pt>
                <c:pt idx="57495">
                  <c:v>0.66545138888614019</c:v>
                </c:pt>
                <c:pt idx="57496">
                  <c:v>0.66546296296291985</c:v>
                </c:pt>
                <c:pt idx="57497">
                  <c:v>0.66547453703242354</c:v>
                </c:pt>
                <c:pt idx="57498">
                  <c:v>0.66548611110920319</c:v>
                </c:pt>
                <c:pt idx="57499">
                  <c:v>0.66549768518598285</c:v>
                </c:pt>
                <c:pt idx="57500">
                  <c:v>0.66550925925548654</c:v>
                </c:pt>
                <c:pt idx="57501">
                  <c:v>0.66552083333226619</c:v>
                </c:pt>
                <c:pt idx="57502">
                  <c:v>0.66553240740176989</c:v>
                </c:pt>
                <c:pt idx="57503">
                  <c:v>0.66554398147854954</c:v>
                </c:pt>
                <c:pt idx="57504">
                  <c:v>0.66555555555532919</c:v>
                </c:pt>
                <c:pt idx="57505">
                  <c:v>0.66556712962483289</c:v>
                </c:pt>
                <c:pt idx="57506">
                  <c:v>0.66557870370161254</c:v>
                </c:pt>
                <c:pt idx="57507">
                  <c:v>0.66559027777839219</c:v>
                </c:pt>
                <c:pt idx="57508">
                  <c:v>0.66560185184789589</c:v>
                </c:pt>
                <c:pt idx="57509">
                  <c:v>0.66561342592467554</c:v>
                </c:pt>
                <c:pt idx="57510">
                  <c:v>0.66562499999417923</c:v>
                </c:pt>
                <c:pt idx="57511">
                  <c:v>0.66563657407095889</c:v>
                </c:pt>
                <c:pt idx="57512">
                  <c:v>0.66564814814773854</c:v>
                </c:pt>
                <c:pt idx="57513">
                  <c:v>0.66565972221724223</c:v>
                </c:pt>
                <c:pt idx="57514">
                  <c:v>0.66567129629402189</c:v>
                </c:pt>
                <c:pt idx="57515">
                  <c:v>0.66568287037080154</c:v>
                </c:pt>
                <c:pt idx="57516">
                  <c:v>0.66569444444030523</c:v>
                </c:pt>
                <c:pt idx="57517">
                  <c:v>0.66570601851708489</c:v>
                </c:pt>
                <c:pt idx="57518">
                  <c:v>0.66571759259386454</c:v>
                </c:pt>
                <c:pt idx="57519">
                  <c:v>0.66572916666336823</c:v>
                </c:pt>
                <c:pt idx="57520">
                  <c:v>0.66574074074014788</c:v>
                </c:pt>
                <c:pt idx="57521">
                  <c:v>0.66575231480965158</c:v>
                </c:pt>
                <c:pt idx="57522">
                  <c:v>0.66576388888643123</c:v>
                </c:pt>
                <c:pt idx="57523">
                  <c:v>0.66577546296321088</c:v>
                </c:pt>
                <c:pt idx="57524">
                  <c:v>0.66578703703271458</c:v>
                </c:pt>
                <c:pt idx="57525">
                  <c:v>0.66579861110949423</c:v>
                </c:pt>
                <c:pt idx="57526">
                  <c:v>0.66581018518627388</c:v>
                </c:pt>
                <c:pt idx="57527">
                  <c:v>0.66582175925577758</c:v>
                </c:pt>
                <c:pt idx="57528">
                  <c:v>0.66583333333255723</c:v>
                </c:pt>
                <c:pt idx="57529">
                  <c:v>0.66584490740206093</c:v>
                </c:pt>
                <c:pt idx="57530">
                  <c:v>0.66585648147884058</c:v>
                </c:pt>
                <c:pt idx="57531">
                  <c:v>0.66586805555562023</c:v>
                </c:pt>
                <c:pt idx="57532">
                  <c:v>0.66587962962512393</c:v>
                </c:pt>
                <c:pt idx="57533">
                  <c:v>0.66589120370190358</c:v>
                </c:pt>
                <c:pt idx="57534">
                  <c:v>0.66590277777868323</c:v>
                </c:pt>
                <c:pt idx="57535">
                  <c:v>0.66591435184818693</c:v>
                </c:pt>
                <c:pt idx="57536">
                  <c:v>0.66592592592496658</c:v>
                </c:pt>
                <c:pt idx="57537">
                  <c:v>0.66593749999447027</c:v>
                </c:pt>
                <c:pt idx="57538">
                  <c:v>0.66594907407124992</c:v>
                </c:pt>
                <c:pt idx="57539">
                  <c:v>0.66596064814802958</c:v>
                </c:pt>
                <c:pt idx="57540">
                  <c:v>0.66597222221753327</c:v>
                </c:pt>
                <c:pt idx="57541">
                  <c:v>0.66598379629431292</c:v>
                </c:pt>
                <c:pt idx="57542">
                  <c:v>0.66599537037109258</c:v>
                </c:pt>
                <c:pt idx="57543">
                  <c:v>0.66600694444059627</c:v>
                </c:pt>
                <c:pt idx="57544">
                  <c:v>0.66601851851737592</c:v>
                </c:pt>
                <c:pt idx="57545">
                  <c:v>0.66603009258687962</c:v>
                </c:pt>
                <c:pt idx="57546">
                  <c:v>0.66604166666365927</c:v>
                </c:pt>
                <c:pt idx="57547">
                  <c:v>0.66605324074043892</c:v>
                </c:pt>
                <c:pt idx="57548">
                  <c:v>0.66606481480994262</c:v>
                </c:pt>
                <c:pt idx="57549">
                  <c:v>0.66607638888672227</c:v>
                </c:pt>
                <c:pt idx="57550">
                  <c:v>0.66608796296350192</c:v>
                </c:pt>
                <c:pt idx="57551">
                  <c:v>0.66609953703300562</c:v>
                </c:pt>
                <c:pt idx="57552">
                  <c:v>0.66611111110978527</c:v>
                </c:pt>
                <c:pt idx="57553">
                  <c:v>0.66612268517928896</c:v>
                </c:pt>
                <c:pt idx="57554">
                  <c:v>0.66613425925606862</c:v>
                </c:pt>
                <c:pt idx="57555">
                  <c:v>0.66614583333284827</c:v>
                </c:pt>
                <c:pt idx="57556">
                  <c:v>0.66615740740235196</c:v>
                </c:pt>
                <c:pt idx="57557">
                  <c:v>0.66616898147913162</c:v>
                </c:pt>
                <c:pt idx="57558">
                  <c:v>0.66618055555591127</c:v>
                </c:pt>
                <c:pt idx="57559">
                  <c:v>0.66619212962541496</c:v>
                </c:pt>
                <c:pt idx="57560">
                  <c:v>0.66620370370219462</c:v>
                </c:pt>
                <c:pt idx="57561">
                  <c:v>0.66621527777897427</c:v>
                </c:pt>
                <c:pt idx="57562">
                  <c:v>0.66622685184847796</c:v>
                </c:pt>
                <c:pt idx="57563">
                  <c:v>0.66623842592525762</c:v>
                </c:pt>
                <c:pt idx="57564">
                  <c:v>0.66624999999476131</c:v>
                </c:pt>
                <c:pt idx="57565">
                  <c:v>0.66626157407154096</c:v>
                </c:pt>
                <c:pt idx="57566">
                  <c:v>0.66627314814832062</c:v>
                </c:pt>
                <c:pt idx="57567">
                  <c:v>0.66628472221782431</c:v>
                </c:pt>
                <c:pt idx="57568">
                  <c:v>0.66629629629460396</c:v>
                </c:pt>
                <c:pt idx="57569">
                  <c:v>0.66630787037138361</c:v>
                </c:pt>
                <c:pt idx="57570">
                  <c:v>0.66631944444088731</c:v>
                </c:pt>
                <c:pt idx="57571">
                  <c:v>0.66633101851766696</c:v>
                </c:pt>
                <c:pt idx="57572">
                  <c:v>0.66634259258717066</c:v>
                </c:pt>
                <c:pt idx="57573">
                  <c:v>0.66635416666395031</c:v>
                </c:pt>
                <c:pt idx="57574">
                  <c:v>0.66636574074072996</c:v>
                </c:pt>
                <c:pt idx="57575">
                  <c:v>0.66637731481023366</c:v>
                </c:pt>
                <c:pt idx="57576">
                  <c:v>0.66638888888701331</c:v>
                </c:pt>
                <c:pt idx="57577">
                  <c:v>0.66640046296379296</c:v>
                </c:pt>
                <c:pt idx="57578">
                  <c:v>0.66641203703329666</c:v>
                </c:pt>
                <c:pt idx="57579">
                  <c:v>0.66642361111007631</c:v>
                </c:pt>
                <c:pt idx="57580">
                  <c:v>0.66643518517958</c:v>
                </c:pt>
                <c:pt idx="57581">
                  <c:v>0.66644675925635966</c:v>
                </c:pt>
                <c:pt idx="57582">
                  <c:v>0.66645833333313931</c:v>
                </c:pt>
                <c:pt idx="57583">
                  <c:v>0.666469907402643</c:v>
                </c:pt>
                <c:pt idx="57584">
                  <c:v>0.66648148147942265</c:v>
                </c:pt>
                <c:pt idx="57585">
                  <c:v>0.66649305555620231</c:v>
                </c:pt>
                <c:pt idx="57586">
                  <c:v>0.666504629625706</c:v>
                </c:pt>
                <c:pt idx="57587">
                  <c:v>0.66651620370248565</c:v>
                </c:pt>
                <c:pt idx="57588">
                  <c:v>0.66652777777198935</c:v>
                </c:pt>
                <c:pt idx="57589">
                  <c:v>0.666539351848769</c:v>
                </c:pt>
                <c:pt idx="57590">
                  <c:v>0.66655092592554865</c:v>
                </c:pt>
                <c:pt idx="57591">
                  <c:v>0.66656249999505235</c:v>
                </c:pt>
                <c:pt idx="57592">
                  <c:v>0.666574074071832</c:v>
                </c:pt>
                <c:pt idx="57593">
                  <c:v>0.66658564814861165</c:v>
                </c:pt>
                <c:pt idx="57594">
                  <c:v>0.66659722221811535</c:v>
                </c:pt>
                <c:pt idx="57595">
                  <c:v>0.666608796294895</c:v>
                </c:pt>
                <c:pt idx="57596">
                  <c:v>0.66662037037167465</c:v>
                </c:pt>
                <c:pt idx="57597">
                  <c:v>0.66663194444117835</c:v>
                </c:pt>
                <c:pt idx="57598">
                  <c:v>0.666643518517958</c:v>
                </c:pt>
                <c:pt idx="57599">
                  <c:v>0.6666550925874617</c:v>
                </c:pt>
                <c:pt idx="57600">
                  <c:v>0.66666666666424135</c:v>
                </c:pt>
                <c:pt idx="57601">
                  <c:v>0.666678240741021</c:v>
                </c:pt>
                <c:pt idx="57602">
                  <c:v>0.66668981481052469</c:v>
                </c:pt>
                <c:pt idx="57603">
                  <c:v>0.66670138888730435</c:v>
                </c:pt>
                <c:pt idx="57604">
                  <c:v>0.666712962964084</c:v>
                </c:pt>
                <c:pt idx="57605">
                  <c:v>0.66672453703358769</c:v>
                </c:pt>
                <c:pt idx="57606">
                  <c:v>0.66673611111036735</c:v>
                </c:pt>
                <c:pt idx="57607">
                  <c:v>0.66674768517987104</c:v>
                </c:pt>
                <c:pt idx="57608">
                  <c:v>0.66675925925665069</c:v>
                </c:pt>
                <c:pt idx="57609">
                  <c:v>0.66677083333343035</c:v>
                </c:pt>
                <c:pt idx="57610">
                  <c:v>0.66678240740293404</c:v>
                </c:pt>
                <c:pt idx="57611">
                  <c:v>0.66679398147971369</c:v>
                </c:pt>
                <c:pt idx="57612">
                  <c:v>0.66680555555649335</c:v>
                </c:pt>
                <c:pt idx="57613">
                  <c:v>0.66681712962599704</c:v>
                </c:pt>
                <c:pt idx="57614">
                  <c:v>0.66682870370277669</c:v>
                </c:pt>
                <c:pt idx="57615">
                  <c:v>0.66684027777228039</c:v>
                </c:pt>
                <c:pt idx="57616">
                  <c:v>0.66685185184906004</c:v>
                </c:pt>
                <c:pt idx="57617">
                  <c:v>0.66686342592583969</c:v>
                </c:pt>
                <c:pt idx="57618">
                  <c:v>0.66687499999534339</c:v>
                </c:pt>
                <c:pt idx="57619">
                  <c:v>0.66688657407212304</c:v>
                </c:pt>
                <c:pt idx="57620">
                  <c:v>0.66689814814890269</c:v>
                </c:pt>
                <c:pt idx="57621">
                  <c:v>0.66690972221840639</c:v>
                </c:pt>
                <c:pt idx="57622">
                  <c:v>0.66692129629518604</c:v>
                </c:pt>
                <c:pt idx="57623">
                  <c:v>0.66693287036468973</c:v>
                </c:pt>
                <c:pt idx="57624">
                  <c:v>0.66694444444146939</c:v>
                </c:pt>
                <c:pt idx="57625">
                  <c:v>0.66695601851824904</c:v>
                </c:pt>
                <c:pt idx="57626">
                  <c:v>0.66696759258775273</c:v>
                </c:pt>
                <c:pt idx="57627">
                  <c:v>0.66697916666453239</c:v>
                </c:pt>
                <c:pt idx="57628">
                  <c:v>0.66699074074131204</c:v>
                </c:pt>
                <c:pt idx="57629">
                  <c:v>0.66700231481081573</c:v>
                </c:pt>
                <c:pt idx="57630">
                  <c:v>0.66701388888759539</c:v>
                </c:pt>
                <c:pt idx="57631">
                  <c:v>0.66702546295709908</c:v>
                </c:pt>
                <c:pt idx="57632">
                  <c:v>0.66703703703387873</c:v>
                </c:pt>
                <c:pt idx="57633">
                  <c:v>0.66704861111065838</c:v>
                </c:pt>
                <c:pt idx="57634">
                  <c:v>0.66706018518016208</c:v>
                </c:pt>
                <c:pt idx="57635">
                  <c:v>0.66707175925694173</c:v>
                </c:pt>
                <c:pt idx="57636">
                  <c:v>0.66708333333372138</c:v>
                </c:pt>
                <c:pt idx="57637">
                  <c:v>0.66709490740322508</c:v>
                </c:pt>
                <c:pt idx="57638">
                  <c:v>0.66710648148000473</c:v>
                </c:pt>
                <c:pt idx="57639">
                  <c:v>0.66711805555678438</c:v>
                </c:pt>
                <c:pt idx="57640">
                  <c:v>0.66712962962628808</c:v>
                </c:pt>
                <c:pt idx="57641">
                  <c:v>0.66714120370306773</c:v>
                </c:pt>
                <c:pt idx="57642">
                  <c:v>0.66715277777257143</c:v>
                </c:pt>
                <c:pt idx="57643">
                  <c:v>0.66716435184935108</c:v>
                </c:pt>
                <c:pt idx="57644">
                  <c:v>0.66717592592613073</c:v>
                </c:pt>
                <c:pt idx="57645">
                  <c:v>0.66718749999563443</c:v>
                </c:pt>
                <c:pt idx="57646">
                  <c:v>0.66719907407241408</c:v>
                </c:pt>
                <c:pt idx="57647">
                  <c:v>0.66721064814919373</c:v>
                </c:pt>
                <c:pt idx="57648">
                  <c:v>0.66722222221869742</c:v>
                </c:pt>
                <c:pt idx="57649">
                  <c:v>0.66723379629547708</c:v>
                </c:pt>
                <c:pt idx="57650">
                  <c:v>0.66724537036498077</c:v>
                </c:pt>
                <c:pt idx="57651">
                  <c:v>0.66725694444176042</c:v>
                </c:pt>
                <c:pt idx="57652">
                  <c:v>0.66726851851854008</c:v>
                </c:pt>
                <c:pt idx="57653">
                  <c:v>0.66728009258804377</c:v>
                </c:pt>
                <c:pt idx="57654">
                  <c:v>0.66729166666482342</c:v>
                </c:pt>
                <c:pt idx="57655">
                  <c:v>0.66730324074160308</c:v>
                </c:pt>
                <c:pt idx="57656">
                  <c:v>0.66731481481110677</c:v>
                </c:pt>
                <c:pt idx="57657">
                  <c:v>0.66732638888788642</c:v>
                </c:pt>
                <c:pt idx="57658">
                  <c:v>0.66733796295739012</c:v>
                </c:pt>
                <c:pt idx="57659">
                  <c:v>0.66734953703416977</c:v>
                </c:pt>
                <c:pt idx="57660">
                  <c:v>0.66736111111094942</c:v>
                </c:pt>
                <c:pt idx="57661">
                  <c:v>0.66737268518045312</c:v>
                </c:pt>
                <c:pt idx="57662">
                  <c:v>0.66738425925723277</c:v>
                </c:pt>
                <c:pt idx="57663">
                  <c:v>0.66739583333401242</c:v>
                </c:pt>
                <c:pt idx="57664">
                  <c:v>0.66740740740351612</c:v>
                </c:pt>
                <c:pt idx="57665">
                  <c:v>0.66741898148029577</c:v>
                </c:pt>
                <c:pt idx="57666">
                  <c:v>0.66743055554979946</c:v>
                </c:pt>
                <c:pt idx="57667">
                  <c:v>0.66744212962657912</c:v>
                </c:pt>
                <c:pt idx="57668">
                  <c:v>0.66745370370335877</c:v>
                </c:pt>
                <c:pt idx="57669">
                  <c:v>0.66746527777286246</c:v>
                </c:pt>
                <c:pt idx="57670">
                  <c:v>0.66747685184964212</c:v>
                </c:pt>
                <c:pt idx="57671">
                  <c:v>0.66748842592642177</c:v>
                </c:pt>
                <c:pt idx="57672">
                  <c:v>0.66749999999592546</c:v>
                </c:pt>
                <c:pt idx="57673">
                  <c:v>0.66751157407270512</c:v>
                </c:pt>
                <c:pt idx="57674">
                  <c:v>0.66752314814948477</c:v>
                </c:pt>
                <c:pt idx="57675">
                  <c:v>0.66753472221898846</c:v>
                </c:pt>
                <c:pt idx="57676">
                  <c:v>0.66754629629576812</c:v>
                </c:pt>
                <c:pt idx="57677">
                  <c:v>0.66755787036527181</c:v>
                </c:pt>
                <c:pt idx="57678">
                  <c:v>0.66756944444205146</c:v>
                </c:pt>
                <c:pt idx="57679">
                  <c:v>0.66758101851883112</c:v>
                </c:pt>
                <c:pt idx="57680">
                  <c:v>0.66759259258833481</c:v>
                </c:pt>
                <c:pt idx="57681">
                  <c:v>0.66760416666511446</c:v>
                </c:pt>
                <c:pt idx="57682">
                  <c:v>0.66761574074189411</c:v>
                </c:pt>
                <c:pt idx="57683">
                  <c:v>0.66762731481139781</c:v>
                </c:pt>
                <c:pt idx="57684">
                  <c:v>0.66763888888817746</c:v>
                </c:pt>
                <c:pt idx="57685">
                  <c:v>0.66765046295768116</c:v>
                </c:pt>
                <c:pt idx="57686">
                  <c:v>0.66766203703446081</c:v>
                </c:pt>
                <c:pt idx="57687">
                  <c:v>0.66767361111124046</c:v>
                </c:pt>
                <c:pt idx="57688">
                  <c:v>0.66768518518074416</c:v>
                </c:pt>
                <c:pt idx="57689">
                  <c:v>0.66769675925752381</c:v>
                </c:pt>
                <c:pt idx="57690">
                  <c:v>0.66770833333430346</c:v>
                </c:pt>
                <c:pt idx="57691">
                  <c:v>0.66771990740380716</c:v>
                </c:pt>
                <c:pt idx="57692">
                  <c:v>0.66773148148058681</c:v>
                </c:pt>
                <c:pt idx="57693">
                  <c:v>0.6677430555500905</c:v>
                </c:pt>
                <c:pt idx="57694">
                  <c:v>0.66775462962687016</c:v>
                </c:pt>
                <c:pt idx="57695">
                  <c:v>0.66776620370364981</c:v>
                </c:pt>
                <c:pt idx="57696">
                  <c:v>0.6677777777731535</c:v>
                </c:pt>
                <c:pt idx="57697">
                  <c:v>0.66778935184993315</c:v>
                </c:pt>
                <c:pt idx="57698">
                  <c:v>0.66780092592671281</c:v>
                </c:pt>
                <c:pt idx="57699">
                  <c:v>0.6678124999962165</c:v>
                </c:pt>
                <c:pt idx="57700">
                  <c:v>0.66782407407299615</c:v>
                </c:pt>
                <c:pt idx="57701">
                  <c:v>0.66783564814249985</c:v>
                </c:pt>
                <c:pt idx="57702">
                  <c:v>0.6678472222192795</c:v>
                </c:pt>
                <c:pt idx="57703">
                  <c:v>0.66785879629605915</c:v>
                </c:pt>
                <c:pt idx="57704">
                  <c:v>0.66787037036556285</c:v>
                </c:pt>
                <c:pt idx="57705">
                  <c:v>0.6678819444423425</c:v>
                </c:pt>
                <c:pt idx="57706">
                  <c:v>0.66789351851912215</c:v>
                </c:pt>
                <c:pt idx="57707">
                  <c:v>0.66790509258862585</c:v>
                </c:pt>
                <c:pt idx="57708">
                  <c:v>0.6679166666654055</c:v>
                </c:pt>
                <c:pt idx="57709">
                  <c:v>0.6679282407349092</c:v>
                </c:pt>
                <c:pt idx="57710">
                  <c:v>0.66793981481168885</c:v>
                </c:pt>
                <c:pt idx="57711">
                  <c:v>0.6679513888884685</c:v>
                </c:pt>
                <c:pt idx="57712">
                  <c:v>0.66796296295797219</c:v>
                </c:pt>
                <c:pt idx="57713">
                  <c:v>0.66797453703475185</c:v>
                </c:pt>
                <c:pt idx="57714">
                  <c:v>0.6679861111115315</c:v>
                </c:pt>
                <c:pt idx="57715">
                  <c:v>0.66799768518103519</c:v>
                </c:pt>
                <c:pt idx="57716">
                  <c:v>0.66800925925781485</c:v>
                </c:pt>
                <c:pt idx="57717">
                  <c:v>0.6680208333345945</c:v>
                </c:pt>
                <c:pt idx="57718">
                  <c:v>0.66803240740409819</c:v>
                </c:pt>
                <c:pt idx="57719">
                  <c:v>0.66804398148087785</c:v>
                </c:pt>
                <c:pt idx="57720">
                  <c:v>0.66805555555038154</c:v>
                </c:pt>
                <c:pt idx="57721">
                  <c:v>0.66806712962716119</c:v>
                </c:pt>
                <c:pt idx="57722">
                  <c:v>0.66807870370394085</c:v>
                </c:pt>
                <c:pt idx="57723">
                  <c:v>0.66809027777344454</c:v>
                </c:pt>
                <c:pt idx="57724">
                  <c:v>0.66810185185022419</c:v>
                </c:pt>
                <c:pt idx="57725">
                  <c:v>0.66811342592700385</c:v>
                </c:pt>
                <c:pt idx="57726">
                  <c:v>0.66812499999650754</c:v>
                </c:pt>
                <c:pt idx="57727">
                  <c:v>0.66813657407328719</c:v>
                </c:pt>
                <c:pt idx="57728">
                  <c:v>0.66814814814279089</c:v>
                </c:pt>
                <c:pt idx="57729">
                  <c:v>0.66815972221957054</c:v>
                </c:pt>
                <c:pt idx="57730">
                  <c:v>0.66817129629635019</c:v>
                </c:pt>
                <c:pt idx="57731">
                  <c:v>0.66818287036585389</c:v>
                </c:pt>
                <c:pt idx="57732">
                  <c:v>0.66819444444263354</c:v>
                </c:pt>
                <c:pt idx="57733">
                  <c:v>0.66820601851941319</c:v>
                </c:pt>
                <c:pt idx="57734">
                  <c:v>0.66821759258891689</c:v>
                </c:pt>
                <c:pt idx="57735">
                  <c:v>0.66822916666569654</c:v>
                </c:pt>
                <c:pt idx="57736">
                  <c:v>0.66824074073520023</c:v>
                </c:pt>
                <c:pt idx="57737">
                  <c:v>0.66825231481197989</c:v>
                </c:pt>
                <c:pt idx="57738">
                  <c:v>0.66826388888875954</c:v>
                </c:pt>
                <c:pt idx="57739">
                  <c:v>0.66827546295826323</c:v>
                </c:pt>
                <c:pt idx="57740">
                  <c:v>0.66828703703504289</c:v>
                </c:pt>
                <c:pt idx="57741">
                  <c:v>0.66829861111182254</c:v>
                </c:pt>
                <c:pt idx="57742">
                  <c:v>0.66831018518132623</c:v>
                </c:pt>
                <c:pt idx="57743">
                  <c:v>0.66832175925810589</c:v>
                </c:pt>
                <c:pt idx="57744">
                  <c:v>0.66833333332760958</c:v>
                </c:pt>
                <c:pt idx="57745">
                  <c:v>0.66834490740438923</c:v>
                </c:pt>
                <c:pt idx="57746">
                  <c:v>0.66835648148116888</c:v>
                </c:pt>
                <c:pt idx="57747">
                  <c:v>0.66836805555067258</c:v>
                </c:pt>
                <c:pt idx="57748">
                  <c:v>0.66837962962745223</c:v>
                </c:pt>
                <c:pt idx="57749">
                  <c:v>0.66839120370423188</c:v>
                </c:pt>
                <c:pt idx="57750">
                  <c:v>0.66840277777373558</c:v>
                </c:pt>
                <c:pt idx="57751">
                  <c:v>0.66841435185051523</c:v>
                </c:pt>
                <c:pt idx="57752">
                  <c:v>0.66842592592001893</c:v>
                </c:pt>
                <c:pt idx="57753">
                  <c:v>0.66843749999679858</c:v>
                </c:pt>
                <c:pt idx="57754">
                  <c:v>0.66844907407357823</c:v>
                </c:pt>
                <c:pt idx="57755">
                  <c:v>0.66846064814308193</c:v>
                </c:pt>
                <c:pt idx="57756">
                  <c:v>0.66847222221986158</c:v>
                </c:pt>
                <c:pt idx="57757">
                  <c:v>0.66848379629664123</c:v>
                </c:pt>
                <c:pt idx="57758">
                  <c:v>0.66849537036614493</c:v>
                </c:pt>
                <c:pt idx="57759">
                  <c:v>0.66850694444292458</c:v>
                </c:pt>
                <c:pt idx="57760">
                  <c:v>0.66851851851970423</c:v>
                </c:pt>
                <c:pt idx="57761">
                  <c:v>0.66853009258920792</c:v>
                </c:pt>
                <c:pt idx="57762">
                  <c:v>0.66854166666598758</c:v>
                </c:pt>
                <c:pt idx="57763">
                  <c:v>0.66855324073549127</c:v>
                </c:pt>
                <c:pt idx="57764">
                  <c:v>0.66856481481227092</c:v>
                </c:pt>
                <c:pt idx="57765">
                  <c:v>0.66857638888905058</c:v>
                </c:pt>
                <c:pt idx="57766">
                  <c:v>0.66858796295855427</c:v>
                </c:pt>
                <c:pt idx="57767">
                  <c:v>0.66859953703533392</c:v>
                </c:pt>
                <c:pt idx="57768">
                  <c:v>0.66861111111211358</c:v>
                </c:pt>
                <c:pt idx="57769">
                  <c:v>0.66862268518161727</c:v>
                </c:pt>
                <c:pt idx="57770">
                  <c:v>0.66863425925839692</c:v>
                </c:pt>
                <c:pt idx="57771">
                  <c:v>0.66864583332790062</c:v>
                </c:pt>
                <c:pt idx="57772">
                  <c:v>0.66865740740468027</c:v>
                </c:pt>
                <c:pt idx="57773">
                  <c:v>0.66866898148145992</c:v>
                </c:pt>
                <c:pt idx="57774">
                  <c:v>0.66868055555096362</c:v>
                </c:pt>
                <c:pt idx="57775">
                  <c:v>0.66869212962774327</c:v>
                </c:pt>
                <c:pt idx="57776">
                  <c:v>0.66870370370452292</c:v>
                </c:pt>
                <c:pt idx="57777">
                  <c:v>0.66871527777402662</c:v>
                </c:pt>
                <c:pt idx="57778">
                  <c:v>0.66872685185080627</c:v>
                </c:pt>
                <c:pt idx="57779">
                  <c:v>0.66873842592030996</c:v>
                </c:pt>
                <c:pt idx="57780">
                  <c:v>0.66874999999708962</c:v>
                </c:pt>
                <c:pt idx="57781">
                  <c:v>0.66876157407386927</c:v>
                </c:pt>
                <c:pt idx="57782">
                  <c:v>0.66877314814337296</c:v>
                </c:pt>
                <c:pt idx="57783">
                  <c:v>0.66878472222015262</c:v>
                </c:pt>
                <c:pt idx="57784">
                  <c:v>0.66879629629693227</c:v>
                </c:pt>
                <c:pt idx="57785">
                  <c:v>0.66880787036643596</c:v>
                </c:pt>
                <c:pt idx="57786">
                  <c:v>0.66881944444321562</c:v>
                </c:pt>
                <c:pt idx="57787">
                  <c:v>0.66883101851271931</c:v>
                </c:pt>
                <c:pt idx="57788">
                  <c:v>0.66884259258949896</c:v>
                </c:pt>
                <c:pt idx="57789">
                  <c:v>0.66885416666627862</c:v>
                </c:pt>
                <c:pt idx="57790">
                  <c:v>0.66886574073578231</c:v>
                </c:pt>
                <c:pt idx="57791">
                  <c:v>0.66887731481256196</c:v>
                </c:pt>
                <c:pt idx="57792">
                  <c:v>0.66888888888934162</c:v>
                </c:pt>
                <c:pt idx="57793">
                  <c:v>0.66890046295884531</c:v>
                </c:pt>
                <c:pt idx="57794">
                  <c:v>0.66891203703562496</c:v>
                </c:pt>
                <c:pt idx="57795">
                  <c:v>0.66892361111240461</c:v>
                </c:pt>
                <c:pt idx="57796">
                  <c:v>0.66893518518190831</c:v>
                </c:pt>
                <c:pt idx="57797">
                  <c:v>0.66894675925868796</c:v>
                </c:pt>
                <c:pt idx="57798">
                  <c:v>0.66895833332819166</c:v>
                </c:pt>
                <c:pt idx="57799">
                  <c:v>0.66896990740497131</c:v>
                </c:pt>
                <c:pt idx="57800">
                  <c:v>0.66898148148175096</c:v>
                </c:pt>
                <c:pt idx="57801">
                  <c:v>0.66899305555125466</c:v>
                </c:pt>
                <c:pt idx="57802">
                  <c:v>0.66900462962803431</c:v>
                </c:pt>
                <c:pt idx="57803">
                  <c:v>0.66901620370481396</c:v>
                </c:pt>
                <c:pt idx="57804">
                  <c:v>0.66902777777431766</c:v>
                </c:pt>
                <c:pt idx="57805">
                  <c:v>0.66903935185109731</c:v>
                </c:pt>
                <c:pt idx="57806">
                  <c:v>0.669050925920601</c:v>
                </c:pt>
                <c:pt idx="57807">
                  <c:v>0.66906249999738066</c:v>
                </c:pt>
                <c:pt idx="57808">
                  <c:v>0.66907407407416031</c:v>
                </c:pt>
                <c:pt idx="57809">
                  <c:v>0.669085648143664</c:v>
                </c:pt>
                <c:pt idx="57810">
                  <c:v>0.66909722222044365</c:v>
                </c:pt>
                <c:pt idx="57811">
                  <c:v>0.66910879629722331</c:v>
                </c:pt>
                <c:pt idx="57812">
                  <c:v>0.669120370366727</c:v>
                </c:pt>
                <c:pt idx="57813">
                  <c:v>0.66913194444350665</c:v>
                </c:pt>
                <c:pt idx="57814">
                  <c:v>0.66914351851301035</c:v>
                </c:pt>
                <c:pt idx="57815">
                  <c:v>0.66915509258979</c:v>
                </c:pt>
                <c:pt idx="57816">
                  <c:v>0.66916666666656965</c:v>
                </c:pt>
                <c:pt idx="57817">
                  <c:v>0.66917824073607335</c:v>
                </c:pt>
                <c:pt idx="57818">
                  <c:v>0.669189814812853</c:v>
                </c:pt>
                <c:pt idx="57819">
                  <c:v>0.66920138888963265</c:v>
                </c:pt>
                <c:pt idx="57820">
                  <c:v>0.66921296295913635</c:v>
                </c:pt>
                <c:pt idx="57821">
                  <c:v>0.669224537035916</c:v>
                </c:pt>
                <c:pt idx="57822">
                  <c:v>0.6692361111054197</c:v>
                </c:pt>
                <c:pt idx="57823">
                  <c:v>0.66924768518219935</c:v>
                </c:pt>
                <c:pt idx="57824">
                  <c:v>0.669259259258979</c:v>
                </c:pt>
                <c:pt idx="57825">
                  <c:v>0.66927083332848269</c:v>
                </c:pt>
                <c:pt idx="57826">
                  <c:v>0.66928240740526235</c:v>
                </c:pt>
                <c:pt idx="57827">
                  <c:v>0.669293981482042</c:v>
                </c:pt>
                <c:pt idx="57828">
                  <c:v>0.66930555555154569</c:v>
                </c:pt>
                <c:pt idx="57829">
                  <c:v>0.66931712962832535</c:v>
                </c:pt>
                <c:pt idx="57830">
                  <c:v>0.66932870369782904</c:v>
                </c:pt>
                <c:pt idx="57831">
                  <c:v>0.66934027777460869</c:v>
                </c:pt>
                <c:pt idx="57832">
                  <c:v>0.66935185185138835</c:v>
                </c:pt>
                <c:pt idx="57833">
                  <c:v>0.66936342592089204</c:v>
                </c:pt>
                <c:pt idx="57834">
                  <c:v>0.66937499999767169</c:v>
                </c:pt>
                <c:pt idx="57835">
                  <c:v>0.66938657407445135</c:v>
                </c:pt>
                <c:pt idx="57836">
                  <c:v>0.66939814814395504</c:v>
                </c:pt>
                <c:pt idx="57837">
                  <c:v>0.66940972222073469</c:v>
                </c:pt>
                <c:pt idx="57838">
                  <c:v>0.66942129629751435</c:v>
                </c:pt>
                <c:pt idx="57839">
                  <c:v>0.66943287036701804</c:v>
                </c:pt>
                <c:pt idx="57840">
                  <c:v>0.66944444444379769</c:v>
                </c:pt>
                <c:pt idx="57841">
                  <c:v>0.66945601851330139</c:v>
                </c:pt>
                <c:pt idx="57842">
                  <c:v>0.66946759259008104</c:v>
                </c:pt>
                <c:pt idx="57843">
                  <c:v>0.66947916666686069</c:v>
                </c:pt>
                <c:pt idx="57844">
                  <c:v>0.66949074073636439</c:v>
                </c:pt>
                <c:pt idx="57845">
                  <c:v>0.66950231481314404</c:v>
                </c:pt>
                <c:pt idx="57846">
                  <c:v>0.66951388888992369</c:v>
                </c:pt>
                <c:pt idx="57847">
                  <c:v>0.66952546295942739</c:v>
                </c:pt>
                <c:pt idx="57848">
                  <c:v>0.66953703703620704</c:v>
                </c:pt>
                <c:pt idx="57849">
                  <c:v>0.66954861110571073</c:v>
                </c:pt>
                <c:pt idx="57850">
                  <c:v>0.66956018518249039</c:v>
                </c:pt>
                <c:pt idx="57851">
                  <c:v>0.66957175925927004</c:v>
                </c:pt>
                <c:pt idx="57852">
                  <c:v>0.66958333332877373</c:v>
                </c:pt>
                <c:pt idx="57853">
                  <c:v>0.66959490740555339</c:v>
                </c:pt>
                <c:pt idx="57854">
                  <c:v>0.66960648148233304</c:v>
                </c:pt>
                <c:pt idx="57855">
                  <c:v>0.66961805555183673</c:v>
                </c:pt>
                <c:pt idx="57856">
                  <c:v>0.66962962962861639</c:v>
                </c:pt>
                <c:pt idx="57857">
                  <c:v>0.66964120369812008</c:v>
                </c:pt>
                <c:pt idx="57858">
                  <c:v>0.66965277777489973</c:v>
                </c:pt>
                <c:pt idx="57859">
                  <c:v>0.66966435185167938</c:v>
                </c:pt>
                <c:pt idx="57860">
                  <c:v>0.66967592592118308</c:v>
                </c:pt>
                <c:pt idx="57861">
                  <c:v>0.66968749999796273</c:v>
                </c:pt>
                <c:pt idx="57862">
                  <c:v>0.66969907407474238</c:v>
                </c:pt>
                <c:pt idx="57863">
                  <c:v>0.66971064814424608</c:v>
                </c:pt>
                <c:pt idx="57864">
                  <c:v>0.66972222222102573</c:v>
                </c:pt>
                <c:pt idx="57865">
                  <c:v>0.66973379629052943</c:v>
                </c:pt>
                <c:pt idx="57866">
                  <c:v>0.66974537036730908</c:v>
                </c:pt>
                <c:pt idx="57867">
                  <c:v>0.66975694444408873</c:v>
                </c:pt>
                <c:pt idx="57868">
                  <c:v>0.66976851851359243</c:v>
                </c:pt>
                <c:pt idx="57869">
                  <c:v>0.66978009259037208</c:v>
                </c:pt>
                <c:pt idx="57870">
                  <c:v>0.66979166666715173</c:v>
                </c:pt>
                <c:pt idx="57871">
                  <c:v>0.66980324073665543</c:v>
                </c:pt>
                <c:pt idx="57872">
                  <c:v>0.66981481481343508</c:v>
                </c:pt>
                <c:pt idx="57873">
                  <c:v>0.66982638889021473</c:v>
                </c:pt>
                <c:pt idx="57874">
                  <c:v>0.66983796295971842</c:v>
                </c:pt>
                <c:pt idx="57875">
                  <c:v>0.66984953703649808</c:v>
                </c:pt>
                <c:pt idx="57876">
                  <c:v>0.66986111110600177</c:v>
                </c:pt>
                <c:pt idx="57877">
                  <c:v>0.66987268518278142</c:v>
                </c:pt>
                <c:pt idx="57878">
                  <c:v>0.66988425925956108</c:v>
                </c:pt>
                <c:pt idx="57879">
                  <c:v>0.66989583332906477</c:v>
                </c:pt>
                <c:pt idx="57880">
                  <c:v>0.66990740740584442</c:v>
                </c:pt>
                <c:pt idx="57881">
                  <c:v>0.66991898148262408</c:v>
                </c:pt>
                <c:pt idx="57882">
                  <c:v>0.66993055555212777</c:v>
                </c:pt>
                <c:pt idx="57883">
                  <c:v>0.66994212962890742</c:v>
                </c:pt>
                <c:pt idx="57884">
                  <c:v>0.66995370369841112</c:v>
                </c:pt>
                <c:pt idx="57885">
                  <c:v>0.66996527777519077</c:v>
                </c:pt>
                <c:pt idx="57886">
                  <c:v>0.66997685185197042</c:v>
                </c:pt>
                <c:pt idx="57887">
                  <c:v>0.66998842592147412</c:v>
                </c:pt>
                <c:pt idx="57888">
                  <c:v>0.66999999999825377</c:v>
                </c:pt>
                <c:pt idx="57889">
                  <c:v>0.67001157407503342</c:v>
                </c:pt>
                <c:pt idx="57890">
                  <c:v>0.67002314814453712</c:v>
                </c:pt>
                <c:pt idx="57891">
                  <c:v>0.67003472222131677</c:v>
                </c:pt>
                <c:pt idx="57892">
                  <c:v>0.67004629629082046</c:v>
                </c:pt>
                <c:pt idx="57893">
                  <c:v>0.67005787036760012</c:v>
                </c:pt>
                <c:pt idx="57894">
                  <c:v>0.67006944444437977</c:v>
                </c:pt>
                <c:pt idx="57895">
                  <c:v>0.67008101851388346</c:v>
                </c:pt>
                <c:pt idx="57896">
                  <c:v>0.67009259259066312</c:v>
                </c:pt>
                <c:pt idx="57897">
                  <c:v>0.67010416666744277</c:v>
                </c:pt>
                <c:pt idx="57898">
                  <c:v>0.67011574073694646</c:v>
                </c:pt>
                <c:pt idx="57899">
                  <c:v>0.67012731481372612</c:v>
                </c:pt>
                <c:pt idx="57900">
                  <c:v>0.67013888888322981</c:v>
                </c:pt>
                <c:pt idx="57901">
                  <c:v>0.67015046296000946</c:v>
                </c:pt>
                <c:pt idx="57902">
                  <c:v>0.67016203703678912</c:v>
                </c:pt>
                <c:pt idx="57903">
                  <c:v>0.67017361110629281</c:v>
                </c:pt>
                <c:pt idx="57904">
                  <c:v>0.67018518518307246</c:v>
                </c:pt>
                <c:pt idx="57905">
                  <c:v>0.67019675925985212</c:v>
                </c:pt>
                <c:pt idx="57906">
                  <c:v>0.67020833332935581</c:v>
                </c:pt>
                <c:pt idx="57907">
                  <c:v>0.67021990740613546</c:v>
                </c:pt>
                <c:pt idx="57908">
                  <c:v>0.67023148147563916</c:v>
                </c:pt>
                <c:pt idx="57909">
                  <c:v>0.67024305555241881</c:v>
                </c:pt>
                <c:pt idx="57910">
                  <c:v>0.67025462962919846</c:v>
                </c:pt>
                <c:pt idx="57911">
                  <c:v>0.67026620369870216</c:v>
                </c:pt>
                <c:pt idx="57912">
                  <c:v>0.67027777777548181</c:v>
                </c:pt>
                <c:pt idx="57913">
                  <c:v>0.67028935185226146</c:v>
                </c:pt>
                <c:pt idx="57914">
                  <c:v>0.67030092592176516</c:v>
                </c:pt>
                <c:pt idx="57915">
                  <c:v>0.67031249999854481</c:v>
                </c:pt>
                <c:pt idx="57916">
                  <c:v>0.67032407407532446</c:v>
                </c:pt>
                <c:pt idx="57917">
                  <c:v>0.67033564814482816</c:v>
                </c:pt>
                <c:pt idx="57918">
                  <c:v>0.67034722222160781</c:v>
                </c:pt>
                <c:pt idx="57919">
                  <c:v>0.6703587962911115</c:v>
                </c:pt>
                <c:pt idx="57920">
                  <c:v>0.67037037036789116</c:v>
                </c:pt>
                <c:pt idx="57921">
                  <c:v>0.67038194444467081</c:v>
                </c:pt>
                <c:pt idx="57922">
                  <c:v>0.6703935185141745</c:v>
                </c:pt>
                <c:pt idx="57923">
                  <c:v>0.67040509259095415</c:v>
                </c:pt>
                <c:pt idx="57924">
                  <c:v>0.67041666666773381</c:v>
                </c:pt>
                <c:pt idx="57925">
                  <c:v>0.6704282407372375</c:v>
                </c:pt>
                <c:pt idx="57926">
                  <c:v>0.67043981481401715</c:v>
                </c:pt>
                <c:pt idx="57927">
                  <c:v>0.67045138888352085</c:v>
                </c:pt>
                <c:pt idx="57928">
                  <c:v>0.6704629629603005</c:v>
                </c:pt>
                <c:pt idx="57929">
                  <c:v>0.67047453703708015</c:v>
                </c:pt>
                <c:pt idx="57930">
                  <c:v>0.67048611110658385</c:v>
                </c:pt>
                <c:pt idx="57931">
                  <c:v>0.6704976851833635</c:v>
                </c:pt>
                <c:pt idx="57932">
                  <c:v>0.67050925926014315</c:v>
                </c:pt>
                <c:pt idx="57933">
                  <c:v>0.67052083332964685</c:v>
                </c:pt>
                <c:pt idx="57934">
                  <c:v>0.6705324074064265</c:v>
                </c:pt>
                <c:pt idx="57935">
                  <c:v>0.6705439814759302</c:v>
                </c:pt>
                <c:pt idx="57936">
                  <c:v>0.67055555555270985</c:v>
                </c:pt>
                <c:pt idx="57937">
                  <c:v>0.6705671296294895</c:v>
                </c:pt>
                <c:pt idx="57938">
                  <c:v>0.67057870369899319</c:v>
                </c:pt>
                <c:pt idx="57939">
                  <c:v>0.67059027777577285</c:v>
                </c:pt>
                <c:pt idx="57940">
                  <c:v>0.6706018518525525</c:v>
                </c:pt>
                <c:pt idx="57941">
                  <c:v>0.67061342592205619</c:v>
                </c:pt>
                <c:pt idx="57942">
                  <c:v>0.67062499999883585</c:v>
                </c:pt>
                <c:pt idx="57943">
                  <c:v>0.67063657406833954</c:v>
                </c:pt>
                <c:pt idx="57944">
                  <c:v>0.67064814814511919</c:v>
                </c:pt>
                <c:pt idx="57945">
                  <c:v>0.67065972222189885</c:v>
                </c:pt>
                <c:pt idx="57946">
                  <c:v>0.67067129629140254</c:v>
                </c:pt>
                <c:pt idx="57947">
                  <c:v>0.67068287036818219</c:v>
                </c:pt>
                <c:pt idx="57948">
                  <c:v>0.67069444444496185</c:v>
                </c:pt>
                <c:pt idx="57949">
                  <c:v>0.67070601851446554</c:v>
                </c:pt>
                <c:pt idx="57950">
                  <c:v>0.67071759259124519</c:v>
                </c:pt>
                <c:pt idx="57951">
                  <c:v>0.67072916666074889</c:v>
                </c:pt>
                <c:pt idx="57952">
                  <c:v>0.67074074073752854</c:v>
                </c:pt>
                <c:pt idx="57953">
                  <c:v>0.67075231481430819</c:v>
                </c:pt>
                <c:pt idx="57954">
                  <c:v>0.67076388888381189</c:v>
                </c:pt>
                <c:pt idx="57955">
                  <c:v>0.67077546296059154</c:v>
                </c:pt>
                <c:pt idx="57956">
                  <c:v>0.67078703703737119</c:v>
                </c:pt>
                <c:pt idx="57957">
                  <c:v>0.67079861110687489</c:v>
                </c:pt>
                <c:pt idx="57958">
                  <c:v>0.67081018518365454</c:v>
                </c:pt>
                <c:pt idx="57959">
                  <c:v>0.67082175926043419</c:v>
                </c:pt>
                <c:pt idx="57960">
                  <c:v>0.67083333332993789</c:v>
                </c:pt>
                <c:pt idx="57961">
                  <c:v>0.67084490740671754</c:v>
                </c:pt>
                <c:pt idx="57962">
                  <c:v>0.67085648147622123</c:v>
                </c:pt>
                <c:pt idx="57963">
                  <c:v>0.67086805555300089</c:v>
                </c:pt>
                <c:pt idx="57964">
                  <c:v>0.67087962962978054</c:v>
                </c:pt>
                <c:pt idx="57965">
                  <c:v>0.67089120369928423</c:v>
                </c:pt>
                <c:pt idx="57966">
                  <c:v>0.67090277777606389</c:v>
                </c:pt>
                <c:pt idx="57967">
                  <c:v>0.67091435185284354</c:v>
                </c:pt>
                <c:pt idx="57968">
                  <c:v>0.67092592592234723</c:v>
                </c:pt>
                <c:pt idx="57969">
                  <c:v>0.67093749999912689</c:v>
                </c:pt>
                <c:pt idx="57970">
                  <c:v>0.67094907406863058</c:v>
                </c:pt>
                <c:pt idx="57971">
                  <c:v>0.67096064814541023</c:v>
                </c:pt>
                <c:pt idx="57972">
                  <c:v>0.67097222222218988</c:v>
                </c:pt>
                <c:pt idx="57973">
                  <c:v>0.67098379629169358</c:v>
                </c:pt>
                <c:pt idx="57974">
                  <c:v>0.67099537036847323</c:v>
                </c:pt>
                <c:pt idx="57975">
                  <c:v>0.67100694444525288</c:v>
                </c:pt>
                <c:pt idx="57976">
                  <c:v>0.67101851851475658</c:v>
                </c:pt>
                <c:pt idx="57977">
                  <c:v>0.67103009259153623</c:v>
                </c:pt>
                <c:pt idx="57978">
                  <c:v>0.67104166666103993</c:v>
                </c:pt>
                <c:pt idx="57979">
                  <c:v>0.67105324073781958</c:v>
                </c:pt>
                <c:pt idx="57980">
                  <c:v>0.67106481481459923</c:v>
                </c:pt>
                <c:pt idx="57981">
                  <c:v>0.67107638888410293</c:v>
                </c:pt>
                <c:pt idx="57982">
                  <c:v>0.67108796296088258</c:v>
                </c:pt>
                <c:pt idx="57983">
                  <c:v>0.67109953703766223</c:v>
                </c:pt>
                <c:pt idx="57984">
                  <c:v>0.67111111110716593</c:v>
                </c:pt>
                <c:pt idx="57985">
                  <c:v>0.67112268518394558</c:v>
                </c:pt>
                <c:pt idx="57986">
                  <c:v>0.67113425925344927</c:v>
                </c:pt>
                <c:pt idx="57987">
                  <c:v>0.67114583333022892</c:v>
                </c:pt>
                <c:pt idx="57988">
                  <c:v>0.67115740740700858</c:v>
                </c:pt>
                <c:pt idx="57989">
                  <c:v>0.67116898147651227</c:v>
                </c:pt>
                <c:pt idx="57990">
                  <c:v>0.67118055555329192</c:v>
                </c:pt>
                <c:pt idx="57991">
                  <c:v>0.67119212963007158</c:v>
                </c:pt>
                <c:pt idx="57992">
                  <c:v>0.67120370369957527</c:v>
                </c:pt>
                <c:pt idx="57993">
                  <c:v>0.67121527777635492</c:v>
                </c:pt>
                <c:pt idx="57994">
                  <c:v>0.67122685185313458</c:v>
                </c:pt>
                <c:pt idx="57995">
                  <c:v>0.67123842592263827</c:v>
                </c:pt>
                <c:pt idx="57996">
                  <c:v>0.67124999999941792</c:v>
                </c:pt>
                <c:pt idx="57997">
                  <c:v>0.67126157406892162</c:v>
                </c:pt>
                <c:pt idx="57998">
                  <c:v>0.67127314814570127</c:v>
                </c:pt>
                <c:pt idx="57999">
                  <c:v>0.67128472222248092</c:v>
                </c:pt>
                <c:pt idx="58000">
                  <c:v>0.67129629629198462</c:v>
                </c:pt>
                <c:pt idx="58001">
                  <c:v>0.67130787036876427</c:v>
                </c:pt>
                <c:pt idx="58002">
                  <c:v>0.67131944444554392</c:v>
                </c:pt>
                <c:pt idx="58003">
                  <c:v>0.67133101851504762</c:v>
                </c:pt>
                <c:pt idx="58004">
                  <c:v>0.67134259259182727</c:v>
                </c:pt>
                <c:pt idx="58005">
                  <c:v>0.67135416666133096</c:v>
                </c:pt>
                <c:pt idx="58006">
                  <c:v>0.67136574073811062</c:v>
                </c:pt>
                <c:pt idx="58007">
                  <c:v>0.67137731481489027</c:v>
                </c:pt>
                <c:pt idx="58008">
                  <c:v>0.67138888888439396</c:v>
                </c:pt>
                <c:pt idx="58009">
                  <c:v>0.67140046296117362</c:v>
                </c:pt>
                <c:pt idx="58010">
                  <c:v>0.67141203703795327</c:v>
                </c:pt>
                <c:pt idx="58011">
                  <c:v>0.67142361110745696</c:v>
                </c:pt>
                <c:pt idx="58012">
                  <c:v>0.67143518518423662</c:v>
                </c:pt>
                <c:pt idx="58013">
                  <c:v>0.67144675925374031</c:v>
                </c:pt>
                <c:pt idx="58014">
                  <c:v>0.67145833333051996</c:v>
                </c:pt>
                <c:pt idx="58015">
                  <c:v>0.67146990740729962</c:v>
                </c:pt>
                <c:pt idx="58016">
                  <c:v>0.67148148147680331</c:v>
                </c:pt>
                <c:pt idx="58017">
                  <c:v>0.67149305555358296</c:v>
                </c:pt>
                <c:pt idx="58018">
                  <c:v>0.67150462963036261</c:v>
                </c:pt>
                <c:pt idx="58019">
                  <c:v>0.67151620369986631</c:v>
                </c:pt>
                <c:pt idx="58020">
                  <c:v>0.67152777777664596</c:v>
                </c:pt>
                <c:pt idx="58021">
                  <c:v>0.67153935184614966</c:v>
                </c:pt>
                <c:pt idx="58022">
                  <c:v>0.67155092592292931</c:v>
                </c:pt>
                <c:pt idx="58023">
                  <c:v>0.67156249999970896</c:v>
                </c:pt>
                <c:pt idx="58024">
                  <c:v>0.67157407406921266</c:v>
                </c:pt>
                <c:pt idx="58025">
                  <c:v>0.67158564814599231</c:v>
                </c:pt>
                <c:pt idx="58026">
                  <c:v>0.67159722222277196</c:v>
                </c:pt>
                <c:pt idx="58027">
                  <c:v>0.67160879629227566</c:v>
                </c:pt>
                <c:pt idx="58028">
                  <c:v>0.67162037036905531</c:v>
                </c:pt>
                <c:pt idx="58029">
                  <c:v>0.671631944438559</c:v>
                </c:pt>
                <c:pt idx="58030">
                  <c:v>0.67164351851533866</c:v>
                </c:pt>
                <c:pt idx="58031">
                  <c:v>0.67165509259211831</c:v>
                </c:pt>
                <c:pt idx="58032">
                  <c:v>0.671666666661622</c:v>
                </c:pt>
                <c:pt idx="58033">
                  <c:v>0.67167824073840166</c:v>
                </c:pt>
                <c:pt idx="58034">
                  <c:v>0.67168981481518131</c:v>
                </c:pt>
                <c:pt idx="58035">
                  <c:v>0.671701388884685</c:v>
                </c:pt>
                <c:pt idx="58036">
                  <c:v>0.67171296296146465</c:v>
                </c:pt>
                <c:pt idx="58037">
                  <c:v>0.67172453703824431</c:v>
                </c:pt>
                <c:pt idx="58038">
                  <c:v>0.671736111107748</c:v>
                </c:pt>
                <c:pt idx="58039">
                  <c:v>0.67174768518452765</c:v>
                </c:pt>
                <c:pt idx="58040">
                  <c:v>0.67175925925403135</c:v>
                </c:pt>
                <c:pt idx="58041">
                  <c:v>0.671770833330811</c:v>
                </c:pt>
                <c:pt idx="58042">
                  <c:v>0.67178240740759065</c:v>
                </c:pt>
                <c:pt idx="58043">
                  <c:v>0.67179398147709435</c:v>
                </c:pt>
                <c:pt idx="58044">
                  <c:v>0.671805555553874</c:v>
                </c:pt>
                <c:pt idx="58045">
                  <c:v>0.67181712963065365</c:v>
                </c:pt>
                <c:pt idx="58046">
                  <c:v>0.67182870370015735</c:v>
                </c:pt>
                <c:pt idx="58047">
                  <c:v>0.671840277776937</c:v>
                </c:pt>
                <c:pt idx="58048">
                  <c:v>0.6718518518464407</c:v>
                </c:pt>
                <c:pt idx="58049">
                  <c:v>0.67186342592322035</c:v>
                </c:pt>
                <c:pt idx="58050">
                  <c:v>0.671875</c:v>
                </c:pt>
                <c:pt idx="58051">
                  <c:v>0.67188657406950369</c:v>
                </c:pt>
                <c:pt idx="58052">
                  <c:v>0.67189814814628335</c:v>
                </c:pt>
                <c:pt idx="58053">
                  <c:v>0.671909722223063</c:v>
                </c:pt>
                <c:pt idx="58054">
                  <c:v>0.67192129629256669</c:v>
                </c:pt>
                <c:pt idx="58055">
                  <c:v>0.67193287036934635</c:v>
                </c:pt>
                <c:pt idx="58056">
                  <c:v>0.67194444443885004</c:v>
                </c:pt>
                <c:pt idx="58057">
                  <c:v>0.67195601851562969</c:v>
                </c:pt>
                <c:pt idx="58058">
                  <c:v>0.67196759259240935</c:v>
                </c:pt>
                <c:pt idx="58059">
                  <c:v>0.67197916666191304</c:v>
                </c:pt>
                <c:pt idx="58060">
                  <c:v>0.67199074073869269</c:v>
                </c:pt>
                <c:pt idx="58061">
                  <c:v>0.67200231481547235</c:v>
                </c:pt>
                <c:pt idx="58062">
                  <c:v>0.67201388888497604</c:v>
                </c:pt>
                <c:pt idx="58063">
                  <c:v>0.67202546296175569</c:v>
                </c:pt>
                <c:pt idx="58064">
                  <c:v>0.67203703703125939</c:v>
                </c:pt>
                <c:pt idx="58065">
                  <c:v>0.67204861110803904</c:v>
                </c:pt>
                <c:pt idx="58066">
                  <c:v>0.67206018518481869</c:v>
                </c:pt>
                <c:pt idx="58067">
                  <c:v>0.67207175925432239</c:v>
                </c:pt>
                <c:pt idx="58068">
                  <c:v>0.67208333333110204</c:v>
                </c:pt>
                <c:pt idx="58069">
                  <c:v>0.67209490740788169</c:v>
                </c:pt>
                <c:pt idx="58070">
                  <c:v>0.67210648147738539</c:v>
                </c:pt>
                <c:pt idx="58071">
                  <c:v>0.67211805555416504</c:v>
                </c:pt>
                <c:pt idx="58072">
                  <c:v>0.67212962963094469</c:v>
                </c:pt>
                <c:pt idx="58073">
                  <c:v>0.67214120370044839</c:v>
                </c:pt>
                <c:pt idx="58074">
                  <c:v>0.67215277777722804</c:v>
                </c:pt>
                <c:pt idx="58075">
                  <c:v>0.67216435184673173</c:v>
                </c:pt>
                <c:pt idx="58076">
                  <c:v>0.67217592592351139</c:v>
                </c:pt>
                <c:pt idx="58077">
                  <c:v>0.67218750000029104</c:v>
                </c:pt>
                <c:pt idx="58078">
                  <c:v>0.67219907406979473</c:v>
                </c:pt>
                <c:pt idx="58079">
                  <c:v>0.67221064814657439</c:v>
                </c:pt>
                <c:pt idx="58080">
                  <c:v>0.67222222222335404</c:v>
                </c:pt>
                <c:pt idx="58081">
                  <c:v>0.67223379629285773</c:v>
                </c:pt>
                <c:pt idx="58082">
                  <c:v>0.67224537036963739</c:v>
                </c:pt>
                <c:pt idx="58083">
                  <c:v>0.67225694443914108</c:v>
                </c:pt>
                <c:pt idx="58084">
                  <c:v>0.67226851851592073</c:v>
                </c:pt>
                <c:pt idx="58085">
                  <c:v>0.67228009259270038</c:v>
                </c:pt>
                <c:pt idx="58086">
                  <c:v>0.67229166666220408</c:v>
                </c:pt>
                <c:pt idx="58087">
                  <c:v>0.67230324073898373</c:v>
                </c:pt>
                <c:pt idx="58088">
                  <c:v>0.67231481481576338</c:v>
                </c:pt>
                <c:pt idx="58089">
                  <c:v>0.67232638888526708</c:v>
                </c:pt>
                <c:pt idx="58090">
                  <c:v>0.67233796296204673</c:v>
                </c:pt>
                <c:pt idx="58091">
                  <c:v>0.67234953703155043</c:v>
                </c:pt>
                <c:pt idx="58092">
                  <c:v>0.67236111110833008</c:v>
                </c:pt>
                <c:pt idx="58093">
                  <c:v>0.67237268518510973</c:v>
                </c:pt>
                <c:pt idx="58094">
                  <c:v>0.67238425925461343</c:v>
                </c:pt>
                <c:pt idx="58095">
                  <c:v>0.67239583333139308</c:v>
                </c:pt>
                <c:pt idx="58096">
                  <c:v>0.67240740740817273</c:v>
                </c:pt>
                <c:pt idx="58097">
                  <c:v>0.67241898147767643</c:v>
                </c:pt>
                <c:pt idx="58098">
                  <c:v>0.67243055555445608</c:v>
                </c:pt>
                <c:pt idx="58099">
                  <c:v>0.67244212962395977</c:v>
                </c:pt>
                <c:pt idx="58100">
                  <c:v>0.67245370370073942</c:v>
                </c:pt>
                <c:pt idx="58101">
                  <c:v>0.67246527777751908</c:v>
                </c:pt>
                <c:pt idx="58102">
                  <c:v>0.67247685184702277</c:v>
                </c:pt>
                <c:pt idx="58103">
                  <c:v>0.67248842592380242</c:v>
                </c:pt>
                <c:pt idx="58104">
                  <c:v>0.67250000000058208</c:v>
                </c:pt>
                <c:pt idx="58105">
                  <c:v>0.67251157407008577</c:v>
                </c:pt>
                <c:pt idx="58106">
                  <c:v>0.67252314814686542</c:v>
                </c:pt>
                <c:pt idx="58107">
                  <c:v>0.67253472221636912</c:v>
                </c:pt>
                <c:pt idx="58108">
                  <c:v>0.67254629629314877</c:v>
                </c:pt>
                <c:pt idx="58109">
                  <c:v>0.67255787036992842</c:v>
                </c:pt>
                <c:pt idx="58110">
                  <c:v>0.67256944443943212</c:v>
                </c:pt>
                <c:pt idx="58111">
                  <c:v>0.67258101851621177</c:v>
                </c:pt>
                <c:pt idx="58112">
                  <c:v>0.67259259259299142</c:v>
                </c:pt>
                <c:pt idx="58113">
                  <c:v>0.67260416666249512</c:v>
                </c:pt>
                <c:pt idx="58114">
                  <c:v>0.67261574073927477</c:v>
                </c:pt>
                <c:pt idx="58115">
                  <c:v>0.67262731481605442</c:v>
                </c:pt>
                <c:pt idx="58116">
                  <c:v>0.67263888888555812</c:v>
                </c:pt>
                <c:pt idx="58117">
                  <c:v>0.67265046296233777</c:v>
                </c:pt>
                <c:pt idx="58118">
                  <c:v>0.67266203703184146</c:v>
                </c:pt>
                <c:pt idx="58119">
                  <c:v>0.67267361110862112</c:v>
                </c:pt>
                <c:pt idx="58120">
                  <c:v>0.67268518518540077</c:v>
                </c:pt>
                <c:pt idx="58121">
                  <c:v>0.67269675925490446</c:v>
                </c:pt>
                <c:pt idx="58122">
                  <c:v>0.67270833333168412</c:v>
                </c:pt>
                <c:pt idx="58123">
                  <c:v>0.67271990740846377</c:v>
                </c:pt>
                <c:pt idx="58124">
                  <c:v>0.67273148147796746</c:v>
                </c:pt>
                <c:pt idx="58125">
                  <c:v>0.67274305555474712</c:v>
                </c:pt>
                <c:pt idx="58126">
                  <c:v>0.67275462962425081</c:v>
                </c:pt>
                <c:pt idx="58127">
                  <c:v>0.67276620370103046</c:v>
                </c:pt>
                <c:pt idx="58128">
                  <c:v>0.67277777777781012</c:v>
                </c:pt>
                <c:pt idx="58129">
                  <c:v>0.67278935184731381</c:v>
                </c:pt>
                <c:pt idx="58130">
                  <c:v>0.67280092592409346</c:v>
                </c:pt>
                <c:pt idx="58131">
                  <c:v>0.67281250000087311</c:v>
                </c:pt>
                <c:pt idx="58132">
                  <c:v>0.67282407407037681</c:v>
                </c:pt>
                <c:pt idx="58133">
                  <c:v>0.67283564814715646</c:v>
                </c:pt>
                <c:pt idx="58134">
                  <c:v>0.67284722221666016</c:v>
                </c:pt>
                <c:pt idx="58135">
                  <c:v>0.67285879629343981</c:v>
                </c:pt>
                <c:pt idx="58136">
                  <c:v>0.67287037037021946</c:v>
                </c:pt>
                <c:pt idx="58137">
                  <c:v>0.67288194443972316</c:v>
                </c:pt>
                <c:pt idx="58138">
                  <c:v>0.67289351851650281</c:v>
                </c:pt>
                <c:pt idx="58139">
                  <c:v>0.67290509259328246</c:v>
                </c:pt>
                <c:pt idx="58140">
                  <c:v>0.67291666666278616</c:v>
                </c:pt>
                <c:pt idx="58141">
                  <c:v>0.67292824073956581</c:v>
                </c:pt>
                <c:pt idx="58142">
                  <c:v>0.6729398148090695</c:v>
                </c:pt>
                <c:pt idx="58143">
                  <c:v>0.67295138888584916</c:v>
                </c:pt>
                <c:pt idx="58144">
                  <c:v>0.67296296296262881</c:v>
                </c:pt>
                <c:pt idx="58145">
                  <c:v>0.6729745370321325</c:v>
                </c:pt>
                <c:pt idx="58146">
                  <c:v>0.67298611110891216</c:v>
                </c:pt>
                <c:pt idx="58147">
                  <c:v>0.67299768518569181</c:v>
                </c:pt>
                <c:pt idx="58148">
                  <c:v>0.6730092592551955</c:v>
                </c:pt>
                <c:pt idx="58149">
                  <c:v>0.67302083333197515</c:v>
                </c:pt>
                <c:pt idx="58150">
                  <c:v>0.67303240740147885</c:v>
                </c:pt>
                <c:pt idx="58151">
                  <c:v>0.6730439814782585</c:v>
                </c:pt>
                <c:pt idx="58152">
                  <c:v>0.67305555555503815</c:v>
                </c:pt>
                <c:pt idx="58153">
                  <c:v>0.67306712962454185</c:v>
                </c:pt>
                <c:pt idx="58154">
                  <c:v>0.6730787037013215</c:v>
                </c:pt>
                <c:pt idx="58155">
                  <c:v>0.67309027777810115</c:v>
                </c:pt>
                <c:pt idx="58156">
                  <c:v>0.67310185184760485</c:v>
                </c:pt>
                <c:pt idx="58157">
                  <c:v>0.6731134259243845</c:v>
                </c:pt>
                <c:pt idx="58158">
                  <c:v>0.67312500000116415</c:v>
                </c:pt>
                <c:pt idx="58159">
                  <c:v>0.67313657407066785</c:v>
                </c:pt>
                <c:pt idx="58160">
                  <c:v>0.6731481481474475</c:v>
                </c:pt>
                <c:pt idx="58161">
                  <c:v>0.6731597222169512</c:v>
                </c:pt>
                <c:pt idx="58162">
                  <c:v>0.67317129629373085</c:v>
                </c:pt>
                <c:pt idx="58163">
                  <c:v>0.6731828703705105</c:v>
                </c:pt>
                <c:pt idx="58164">
                  <c:v>0.67319444444001419</c:v>
                </c:pt>
                <c:pt idx="58165">
                  <c:v>0.67320601851679385</c:v>
                </c:pt>
                <c:pt idx="58166">
                  <c:v>0.6732175925935735</c:v>
                </c:pt>
                <c:pt idx="58167">
                  <c:v>0.67322916666307719</c:v>
                </c:pt>
                <c:pt idx="58168">
                  <c:v>0.67324074073985685</c:v>
                </c:pt>
                <c:pt idx="58169">
                  <c:v>0.67325231480936054</c:v>
                </c:pt>
                <c:pt idx="58170">
                  <c:v>0.67326388888614019</c:v>
                </c:pt>
                <c:pt idx="58171">
                  <c:v>0.67327546296291985</c:v>
                </c:pt>
                <c:pt idx="58172">
                  <c:v>0.67328703703242354</c:v>
                </c:pt>
                <c:pt idx="58173">
                  <c:v>0.67329861110920319</c:v>
                </c:pt>
                <c:pt idx="58174">
                  <c:v>0.67331018518598285</c:v>
                </c:pt>
                <c:pt idx="58175">
                  <c:v>0.67332175925548654</c:v>
                </c:pt>
                <c:pt idx="58176">
                  <c:v>0.67333333333226619</c:v>
                </c:pt>
                <c:pt idx="58177">
                  <c:v>0.67334490740176989</c:v>
                </c:pt>
                <c:pt idx="58178">
                  <c:v>0.67335648147854954</c:v>
                </c:pt>
                <c:pt idx="58179">
                  <c:v>0.67336805555532919</c:v>
                </c:pt>
                <c:pt idx="58180">
                  <c:v>0.67337962962483289</c:v>
                </c:pt>
                <c:pt idx="58181">
                  <c:v>0.67339120370161254</c:v>
                </c:pt>
                <c:pt idx="58182">
                  <c:v>0.67340277777839219</c:v>
                </c:pt>
                <c:pt idx="58183">
                  <c:v>0.67341435184789589</c:v>
                </c:pt>
                <c:pt idx="58184">
                  <c:v>0.67342592592467554</c:v>
                </c:pt>
                <c:pt idx="58185">
                  <c:v>0.67343749999417923</c:v>
                </c:pt>
                <c:pt idx="58186">
                  <c:v>0.67344907407095889</c:v>
                </c:pt>
                <c:pt idx="58187">
                  <c:v>0.67346064814773854</c:v>
                </c:pt>
                <c:pt idx="58188">
                  <c:v>0.67347222221724223</c:v>
                </c:pt>
                <c:pt idx="58189">
                  <c:v>0.67348379629402189</c:v>
                </c:pt>
                <c:pt idx="58190">
                  <c:v>0.67349537037080154</c:v>
                </c:pt>
                <c:pt idx="58191">
                  <c:v>0.67350694444030523</c:v>
                </c:pt>
                <c:pt idx="58192">
                  <c:v>0.67351851851708489</c:v>
                </c:pt>
                <c:pt idx="58193">
                  <c:v>0.67353009259386454</c:v>
                </c:pt>
                <c:pt idx="58194">
                  <c:v>0.67354166666336823</c:v>
                </c:pt>
                <c:pt idx="58195">
                  <c:v>0.67355324074014788</c:v>
                </c:pt>
                <c:pt idx="58196">
                  <c:v>0.67356481480965158</c:v>
                </c:pt>
                <c:pt idx="58197">
                  <c:v>0.67357638888643123</c:v>
                </c:pt>
                <c:pt idx="58198">
                  <c:v>0.67358796296321088</c:v>
                </c:pt>
                <c:pt idx="58199">
                  <c:v>0.67359953703271458</c:v>
                </c:pt>
                <c:pt idx="58200">
                  <c:v>0.67361111110949423</c:v>
                </c:pt>
                <c:pt idx="58201">
                  <c:v>0.67362268518627388</c:v>
                </c:pt>
                <c:pt idx="58202">
                  <c:v>0.67363425925577758</c:v>
                </c:pt>
                <c:pt idx="58203">
                  <c:v>0.67364583333255723</c:v>
                </c:pt>
                <c:pt idx="58204">
                  <c:v>0.67365740740206093</c:v>
                </c:pt>
                <c:pt idx="58205">
                  <c:v>0.67366898147884058</c:v>
                </c:pt>
                <c:pt idx="58206">
                  <c:v>0.67368055555562023</c:v>
                </c:pt>
                <c:pt idx="58207">
                  <c:v>0.67369212962512393</c:v>
                </c:pt>
                <c:pt idx="58208">
                  <c:v>0.67370370370190358</c:v>
                </c:pt>
                <c:pt idx="58209">
                  <c:v>0.67371527777868323</c:v>
                </c:pt>
                <c:pt idx="58210">
                  <c:v>0.67372685184818693</c:v>
                </c:pt>
                <c:pt idx="58211">
                  <c:v>0.67373842592496658</c:v>
                </c:pt>
                <c:pt idx="58212">
                  <c:v>0.67374999999447027</c:v>
                </c:pt>
                <c:pt idx="58213">
                  <c:v>0.67376157407124992</c:v>
                </c:pt>
                <c:pt idx="58214">
                  <c:v>0.67377314814802958</c:v>
                </c:pt>
                <c:pt idx="58215">
                  <c:v>0.67378472221753327</c:v>
                </c:pt>
                <c:pt idx="58216">
                  <c:v>0.67379629629431292</c:v>
                </c:pt>
                <c:pt idx="58217">
                  <c:v>0.67380787037109258</c:v>
                </c:pt>
                <c:pt idx="58218">
                  <c:v>0.67381944444059627</c:v>
                </c:pt>
                <c:pt idx="58219">
                  <c:v>0.67383101851737592</c:v>
                </c:pt>
                <c:pt idx="58220">
                  <c:v>0.67384259258687962</c:v>
                </c:pt>
                <c:pt idx="58221">
                  <c:v>0.67385416666365927</c:v>
                </c:pt>
                <c:pt idx="58222">
                  <c:v>0.67386574074043892</c:v>
                </c:pt>
                <c:pt idx="58223">
                  <c:v>0.67387731480994262</c:v>
                </c:pt>
                <c:pt idx="58224">
                  <c:v>0.67388888888672227</c:v>
                </c:pt>
                <c:pt idx="58225">
                  <c:v>0.67390046296350192</c:v>
                </c:pt>
                <c:pt idx="58226">
                  <c:v>0.67391203703300562</c:v>
                </c:pt>
                <c:pt idx="58227">
                  <c:v>0.67392361110978527</c:v>
                </c:pt>
                <c:pt idx="58228">
                  <c:v>0.67393518517928896</c:v>
                </c:pt>
                <c:pt idx="58229">
                  <c:v>0.67394675925606862</c:v>
                </c:pt>
                <c:pt idx="58230">
                  <c:v>0.67395833333284827</c:v>
                </c:pt>
                <c:pt idx="58231">
                  <c:v>0.67396990740235196</c:v>
                </c:pt>
                <c:pt idx="58232">
                  <c:v>0.67398148147913162</c:v>
                </c:pt>
                <c:pt idx="58233">
                  <c:v>0.67399305555591127</c:v>
                </c:pt>
                <c:pt idx="58234">
                  <c:v>0.67400462962541496</c:v>
                </c:pt>
                <c:pt idx="58235">
                  <c:v>0.67401620370219462</c:v>
                </c:pt>
                <c:pt idx="58236">
                  <c:v>0.67402777777897427</c:v>
                </c:pt>
                <c:pt idx="58237">
                  <c:v>0.67403935184847796</c:v>
                </c:pt>
                <c:pt idx="58238">
                  <c:v>0.67405092592525762</c:v>
                </c:pt>
                <c:pt idx="58239">
                  <c:v>0.67406249999476131</c:v>
                </c:pt>
                <c:pt idx="58240">
                  <c:v>0.67407407407154096</c:v>
                </c:pt>
                <c:pt idx="58241">
                  <c:v>0.67408564814832062</c:v>
                </c:pt>
                <c:pt idx="58242">
                  <c:v>0.67409722221782431</c:v>
                </c:pt>
                <c:pt idx="58243">
                  <c:v>0.67410879629460396</c:v>
                </c:pt>
                <c:pt idx="58244">
                  <c:v>0.67412037037138361</c:v>
                </c:pt>
                <c:pt idx="58245">
                  <c:v>0.67413194444088731</c:v>
                </c:pt>
                <c:pt idx="58246">
                  <c:v>0.67414351851766696</c:v>
                </c:pt>
                <c:pt idx="58247">
                  <c:v>0.67415509258717066</c:v>
                </c:pt>
                <c:pt idx="58248">
                  <c:v>0.67416666666395031</c:v>
                </c:pt>
                <c:pt idx="58249">
                  <c:v>0.67417824074072996</c:v>
                </c:pt>
                <c:pt idx="58250">
                  <c:v>0.67418981481023366</c:v>
                </c:pt>
                <c:pt idx="58251">
                  <c:v>0.67420138888701331</c:v>
                </c:pt>
                <c:pt idx="58252">
                  <c:v>0.67421296296379296</c:v>
                </c:pt>
                <c:pt idx="58253">
                  <c:v>0.67422453703329666</c:v>
                </c:pt>
                <c:pt idx="58254">
                  <c:v>0.67423611111007631</c:v>
                </c:pt>
                <c:pt idx="58255">
                  <c:v>0.67424768517958</c:v>
                </c:pt>
                <c:pt idx="58256">
                  <c:v>0.67425925925635966</c:v>
                </c:pt>
                <c:pt idx="58257">
                  <c:v>0.67427083333313931</c:v>
                </c:pt>
                <c:pt idx="58258">
                  <c:v>0.674282407402643</c:v>
                </c:pt>
                <c:pt idx="58259">
                  <c:v>0.67429398147942265</c:v>
                </c:pt>
                <c:pt idx="58260">
                  <c:v>0.67430555555620231</c:v>
                </c:pt>
                <c:pt idx="58261">
                  <c:v>0.674317129625706</c:v>
                </c:pt>
                <c:pt idx="58262">
                  <c:v>0.67432870370248565</c:v>
                </c:pt>
                <c:pt idx="58263">
                  <c:v>0.67434027777198935</c:v>
                </c:pt>
                <c:pt idx="58264">
                  <c:v>0.674351851848769</c:v>
                </c:pt>
                <c:pt idx="58265">
                  <c:v>0.67436342592554865</c:v>
                </c:pt>
                <c:pt idx="58266">
                  <c:v>0.67437499999505235</c:v>
                </c:pt>
                <c:pt idx="58267">
                  <c:v>0.674386574071832</c:v>
                </c:pt>
                <c:pt idx="58268">
                  <c:v>0.67439814814861165</c:v>
                </c:pt>
                <c:pt idx="58269">
                  <c:v>0.67440972221811535</c:v>
                </c:pt>
                <c:pt idx="58270">
                  <c:v>0.674421296294895</c:v>
                </c:pt>
                <c:pt idx="58271">
                  <c:v>0.67443287037167465</c:v>
                </c:pt>
                <c:pt idx="58272">
                  <c:v>0.67444444444117835</c:v>
                </c:pt>
                <c:pt idx="58273">
                  <c:v>0.674456018517958</c:v>
                </c:pt>
                <c:pt idx="58274">
                  <c:v>0.6744675925874617</c:v>
                </c:pt>
                <c:pt idx="58275">
                  <c:v>0.67447916666424135</c:v>
                </c:pt>
                <c:pt idx="58276">
                  <c:v>0.674490740741021</c:v>
                </c:pt>
                <c:pt idx="58277">
                  <c:v>0.67450231481052469</c:v>
                </c:pt>
                <c:pt idx="58278">
                  <c:v>0.67451388888730435</c:v>
                </c:pt>
                <c:pt idx="58279">
                  <c:v>0.674525462964084</c:v>
                </c:pt>
                <c:pt idx="58280">
                  <c:v>0.67453703703358769</c:v>
                </c:pt>
                <c:pt idx="58281">
                  <c:v>0.67454861111036735</c:v>
                </c:pt>
                <c:pt idx="58282">
                  <c:v>0.67456018517987104</c:v>
                </c:pt>
                <c:pt idx="58283">
                  <c:v>0.67457175925665069</c:v>
                </c:pt>
                <c:pt idx="58284">
                  <c:v>0.67458333333343035</c:v>
                </c:pt>
                <c:pt idx="58285">
                  <c:v>0.67459490740293404</c:v>
                </c:pt>
                <c:pt idx="58286">
                  <c:v>0.67460648147971369</c:v>
                </c:pt>
                <c:pt idx="58287">
                  <c:v>0.67461805555649335</c:v>
                </c:pt>
                <c:pt idx="58288">
                  <c:v>0.67462962962599704</c:v>
                </c:pt>
                <c:pt idx="58289">
                  <c:v>0.67464120370277669</c:v>
                </c:pt>
                <c:pt idx="58290">
                  <c:v>0.67465277777228039</c:v>
                </c:pt>
                <c:pt idx="58291">
                  <c:v>0.67466435184906004</c:v>
                </c:pt>
                <c:pt idx="58292">
                  <c:v>0.67467592592583969</c:v>
                </c:pt>
                <c:pt idx="58293">
                  <c:v>0.67468749999534339</c:v>
                </c:pt>
                <c:pt idx="58294">
                  <c:v>0.67469907407212304</c:v>
                </c:pt>
                <c:pt idx="58295">
                  <c:v>0.67471064814890269</c:v>
                </c:pt>
                <c:pt idx="58296">
                  <c:v>0.67472222221840639</c:v>
                </c:pt>
                <c:pt idx="58297">
                  <c:v>0.67473379629518604</c:v>
                </c:pt>
                <c:pt idx="58298">
                  <c:v>0.67474537036468973</c:v>
                </c:pt>
                <c:pt idx="58299">
                  <c:v>0.67475694444146939</c:v>
                </c:pt>
                <c:pt idx="58300">
                  <c:v>0.67476851851824904</c:v>
                </c:pt>
                <c:pt idx="58301">
                  <c:v>0.67478009258775273</c:v>
                </c:pt>
                <c:pt idx="58302">
                  <c:v>0.67479166666453239</c:v>
                </c:pt>
                <c:pt idx="58303">
                  <c:v>0.67480324074131204</c:v>
                </c:pt>
                <c:pt idx="58304">
                  <c:v>0.67481481481081573</c:v>
                </c:pt>
                <c:pt idx="58305">
                  <c:v>0.67482638888759539</c:v>
                </c:pt>
                <c:pt idx="58306">
                  <c:v>0.67483796295709908</c:v>
                </c:pt>
                <c:pt idx="58307">
                  <c:v>0.67484953703387873</c:v>
                </c:pt>
                <c:pt idx="58308">
                  <c:v>0.67486111111065838</c:v>
                </c:pt>
                <c:pt idx="58309">
                  <c:v>0.67487268518016208</c:v>
                </c:pt>
                <c:pt idx="58310">
                  <c:v>0.67488425925694173</c:v>
                </c:pt>
                <c:pt idx="58311">
                  <c:v>0.67489583333372138</c:v>
                </c:pt>
                <c:pt idx="58312">
                  <c:v>0.67490740740322508</c:v>
                </c:pt>
                <c:pt idx="58313">
                  <c:v>0.67491898148000473</c:v>
                </c:pt>
                <c:pt idx="58314">
                  <c:v>0.67493055555678438</c:v>
                </c:pt>
                <c:pt idx="58315">
                  <c:v>0.67494212962628808</c:v>
                </c:pt>
                <c:pt idx="58316">
                  <c:v>0.67495370370306773</c:v>
                </c:pt>
                <c:pt idx="58317">
                  <c:v>0.67496527777257143</c:v>
                </c:pt>
                <c:pt idx="58318">
                  <c:v>0.67497685184935108</c:v>
                </c:pt>
                <c:pt idx="58319">
                  <c:v>0.67498842592613073</c:v>
                </c:pt>
                <c:pt idx="58320">
                  <c:v>0.67499999999563443</c:v>
                </c:pt>
                <c:pt idx="58321">
                  <c:v>0.67501157407241408</c:v>
                </c:pt>
                <c:pt idx="58322">
                  <c:v>0.67502314814919373</c:v>
                </c:pt>
                <c:pt idx="58323">
                  <c:v>0.67503472221869742</c:v>
                </c:pt>
                <c:pt idx="58324">
                  <c:v>0.67504629629547708</c:v>
                </c:pt>
                <c:pt idx="58325">
                  <c:v>0.67505787036498077</c:v>
                </c:pt>
                <c:pt idx="58326">
                  <c:v>0.67506944444176042</c:v>
                </c:pt>
                <c:pt idx="58327">
                  <c:v>0.67508101851854008</c:v>
                </c:pt>
                <c:pt idx="58328">
                  <c:v>0.67509259258804377</c:v>
                </c:pt>
                <c:pt idx="58329">
                  <c:v>0.67510416666482342</c:v>
                </c:pt>
                <c:pt idx="58330">
                  <c:v>0.67511574074160308</c:v>
                </c:pt>
                <c:pt idx="58331">
                  <c:v>0.67512731481110677</c:v>
                </c:pt>
                <c:pt idx="58332">
                  <c:v>0.67513888888788642</c:v>
                </c:pt>
                <c:pt idx="58333">
                  <c:v>0.67515046295739012</c:v>
                </c:pt>
                <c:pt idx="58334">
                  <c:v>0.67516203703416977</c:v>
                </c:pt>
                <c:pt idx="58335">
                  <c:v>0.67517361111094942</c:v>
                </c:pt>
                <c:pt idx="58336">
                  <c:v>0.67518518518045312</c:v>
                </c:pt>
                <c:pt idx="58337">
                  <c:v>0.67519675925723277</c:v>
                </c:pt>
                <c:pt idx="58338">
                  <c:v>0.67520833333401242</c:v>
                </c:pt>
                <c:pt idx="58339">
                  <c:v>0.67521990740351612</c:v>
                </c:pt>
                <c:pt idx="58340">
                  <c:v>0.67523148148029577</c:v>
                </c:pt>
                <c:pt idx="58341">
                  <c:v>0.67524305554979946</c:v>
                </c:pt>
                <c:pt idx="58342">
                  <c:v>0.67525462962657912</c:v>
                </c:pt>
                <c:pt idx="58343">
                  <c:v>0.67526620370335877</c:v>
                </c:pt>
                <c:pt idx="58344">
                  <c:v>0.67527777777286246</c:v>
                </c:pt>
                <c:pt idx="58345">
                  <c:v>0.67528935184964212</c:v>
                </c:pt>
                <c:pt idx="58346">
                  <c:v>0.67530092592642177</c:v>
                </c:pt>
                <c:pt idx="58347">
                  <c:v>0.67531249999592546</c:v>
                </c:pt>
                <c:pt idx="58348">
                  <c:v>0.67532407407270512</c:v>
                </c:pt>
                <c:pt idx="58349">
                  <c:v>0.67533564814948477</c:v>
                </c:pt>
                <c:pt idx="58350">
                  <c:v>0.67534722221898846</c:v>
                </c:pt>
                <c:pt idx="58351">
                  <c:v>0.67535879629576812</c:v>
                </c:pt>
                <c:pt idx="58352">
                  <c:v>0.67537037036527181</c:v>
                </c:pt>
                <c:pt idx="58353">
                  <c:v>0.67538194444205146</c:v>
                </c:pt>
                <c:pt idx="58354">
                  <c:v>0.67539351851883112</c:v>
                </c:pt>
                <c:pt idx="58355">
                  <c:v>0.67540509258833481</c:v>
                </c:pt>
                <c:pt idx="58356">
                  <c:v>0.67541666666511446</c:v>
                </c:pt>
                <c:pt idx="58357">
                  <c:v>0.67542824074189411</c:v>
                </c:pt>
                <c:pt idx="58358">
                  <c:v>0.67543981481139781</c:v>
                </c:pt>
                <c:pt idx="58359">
                  <c:v>0.67545138888817746</c:v>
                </c:pt>
                <c:pt idx="58360">
                  <c:v>0.67546296295768116</c:v>
                </c:pt>
                <c:pt idx="58361">
                  <c:v>0.67547453703446081</c:v>
                </c:pt>
                <c:pt idx="58362">
                  <c:v>0.67548611111124046</c:v>
                </c:pt>
                <c:pt idx="58363">
                  <c:v>0.67549768518074416</c:v>
                </c:pt>
                <c:pt idx="58364">
                  <c:v>0.67550925925752381</c:v>
                </c:pt>
                <c:pt idx="58365">
                  <c:v>0.67552083333430346</c:v>
                </c:pt>
                <c:pt idx="58366">
                  <c:v>0.67553240740380716</c:v>
                </c:pt>
                <c:pt idx="58367">
                  <c:v>0.67554398148058681</c:v>
                </c:pt>
                <c:pt idx="58368">
                  <c:v>0.6755555555500905</c:v>
                </c:pt>
                <c:pt idx="58369">
                  <c:v>0.67556712962687016</c:v>
                </c:pt>
                <c:pt idx="58370">
                  <c:v>0.67557870370364981</c:v>
                </c:pt>
                <c:pt idx="58371">
                  <c:v>0.6755902777731535</c:v>
                </c:pt>
                <c:pt idx="58372">
                  <c:v>0.67560185184993315</c:v>
                </c:pt>
                <c:pt idx="58373">
                  <c:v>0.67561342592671281</c:v>
                </c:pt>
                <c:pt idx="58374">
                  <c:v>0.6756249999962165</c:v>
                </c:pt>
                <c:pt idx="58375">
                  <c:v>0.67563657407299615</c:v>
                </c:pt>
                <c:pt idx="58376">
                  <c:v>0.67564814814249985</c:v>
                </c:pt>
                <c:pt idx="58377">
                  <c:v>0.6756597222192795</c:v>
                </c:pt>
                <c:pt idx="58378">
                  <c:v>0.67567129629605915</c:v>
                </c:pt>
                <c:pt idx="58379">
                  <c:v>0.67568287036556285</c:v>
                </c:pt>
                <c:pt idx="58380">
                  <c:v>0.6756944444423425</c:v>
                </c:pt>
                <c:pt idx="58381">
                  <c:v>0.67570601851912215</c:v>
                </c:pt>
                <c:pt idx="58382">
                  <c:v>0.67571759258862585</c:v>
                </c:pt>
                <c:pt idx="58383">
                  <c:v>0.6757291666654055</c:v>
                </c:pt>
                <c:pt idx="58384">
                  <c:v>0.6757407407349092</c:v>
                </c:pt>
                <c:pt idx="58385">
                  <c:v>0.67575231481168885</c:v>
                </c:pt>
                <c:pt idx="58386">
                  <c:v>0.6757638888884685</c:v>
                </c:pt>
                <c:pt idx="58387">
                  <c:v>0.67577546295797219</c:v>
                </c:pt>
                <c:pt idx="58388">
                  <c:v>0.67578703703475185</c:v>
                </c:pt>
                <c:pt idx="58389">
                  <c:v>0.6757986111115315</c:v>
                </c:pt>
                <c:pt idx="58390">
                  <c:v>0.67581018518103519</c:v>
                </c:pt>
                <c:pt idx="58391">
                  <c:v>0.67582175925781485</c:v>
                </c:pt>
                <c:pt idx="58392">
                  <c:v>0.6758333333345945</c:v>
                </c:pt>
                <c:pt idx="58393">
                  <c:v>0.67584490740409819</c:v>
                </c:pt>
                <c:pt idx="58394">
                  <c:v>0.67585648148087785</c:v>
                </c:pt>
                <c:pt idx="58395">
                  <c:v>0.67586805555038154</c:v>
                </c:pt>
                <c:pt idx="58396">
                  <c:v>0.67587962962716119</c:v>
                </c:pt>
                <c:pt idx="58397">
                  <c:v>0.67589120370394085</c:v>
                </c:pt>
                <c:pt idx="58398">
                  <c:v>0.67590277777344454</c:v>
                </c:pt>
                <c:pt idx="58399">
                  <c:v>0.67591435185022419</c:v>
                </c:pt>
                <c:pt idx="58400">
                  <c:v>0.67592592592700385</c:v>
                </c:pt>
                <c:pt idx="58401">
                  <c:v>0.67593749999650754</c:v>
                </c:pt>
                <c:pt idx="58402">
                  <c:v>0.67594907407328719</c:v>
                </c:pt>
                <c:pt idx="58403">
                  <c:v>0.67596064814279089</c:v>
                </c:pt>
                <c:pt idx="58404">
                  <c:v>0.67597222221957054</c:v>
                </c:pt>
                <c:pt idx="58405">
                  <c:v>0.67598379629635019</c:v>
                </c:pt>
                <c:pt idx="58406">
                  <c:v>0.67599537036585389</c:v>
                </c:pt>
                <c:pt idx="58407">
                  <c:v>0.67600694444263354</c:v>
                </c:pt>
                <c:pt idx="58408">
                  <c:v>0.67601851851941319</c:v>
                </c:pt>
                <c:pt idx="58409">
                  <c:v>0.67603009258891689</c:v>
                </c:pt>
                <c:pt idx="58410">
                  <c:v>0.67604166666569654</c:v>
                </c:pt>
                <c:pt idx="58411">
                  <c:v>0.67605324073520023</c:v>
                </c:pt>
                <c:pt idx="58412">
                  <c:v>0.67606481481197989</c:v>
                </c:pt>
                <c:pt idx="58413">
                  <c:v>0.67607638888875954</c:v>
                </c:pt>
                <c:pt idx="58414">
                  <c:v>0.67608796295826323</c:v>
                </c:pt>
                <c:pt idx="58415">
                  <c:v>0.67609953703504289</c:v>
                </c:pt>
                <c:pt idx="58416">
                  <c:v>0.67611111111182254</c:v>
                </c:pt>
                <c:pt idx="58417">
                  <c:v>0.67612268518132623</c:v>
                </c:pt>
                <c:pt idx="58418">
                  <c:v>0.67613425925810589</c:v>
                </c:pt>
                <c:pt idx="58419">
                  <c:v>0.67614583332760958</c:v>
                </c:pt>
                <c:pt idx="58420">
                  <c:v>0.67615740740438923</c:v>
                </c:pt>
                <c:pt idx="58421">
                  <c:v>0.67616898148116888</c:v>
                </c:pt>
                <c:pt idx="58422">
                  <c:v>0.67618055555067258</c:v>
                </c:pt>
                <c:pt idx="58423">
                  <c:v>0.67619212962745223</c:v>
                </c:pt>
                <c:pt idx="58424">
                  <c:v>0.67620370370423188</c:v>
                </c:pt>
                <c:pt idx="58425">
                  <c:v>0.67621527777373558</c:v>
                </c:pt>
                <c:pt idx="58426">
                  <c:v>0.67622685185051523</c:v>
                </c:pt>
                <c:pt idx="58427">
                  <c:v>0.67623842592001893</c:v>
                </c:pt>
                <c:pt idx="58428">
                  <c:v>0.67624999999679858</c:v>
                </c:pt>
                <c:pt idx="58429">
                  <c:v>0.67626157407357823</c:v>
                </c:pt>
                <c:pt idx="58430">
                  <c:v>0.67627314814308193</c:v>
                </c:pt>
                <c:pt idx="58431">
                  <c:v>0.67628472221986158</c:v>
                </c:pt>
                <c:pt idx="58432">
                  <c:v>0.67629629629664123</c:v>
                </c:pt>
                <c:pt idx="58433">
                  <c:v>0.67630787036614493</c:v>
                </c:pt>
                <c:pt idx="58434">
                  <c:v>0.67631944444292458</c:v>
                </c:pt>
                <c:pt idx="58435">
                  <c:v>0.67633101851970423</c:v>
                </c:pt>
                <c:pt idx="58436">
                  <c:v>0.67634259258920792</c:v>
                </c:pt>
                <c:pt idx="58437">
                  <c:v>0.67635416666598758</c:v>
                </c:pt>
                <c:pt idx="58438">
                  <c:v>0.67636574073549127</c:v>
                </c:pt>
                <c:pt idx="58439">
                  <c:v>0.67637731481227092</c:v>
                </c:pt>
                <c:pt idx="58440">
                  <c:v>0.67638888888905058</c:v>
                </c:pt>
                <c:pt idx="58441">
                  <c:v>0.67640046295855427</c:v>
                </c:pt>
                <c:pt idx="58442">
                  <c:v>0.67641203703533392</c:v>
                </c:pt>
                <c:pt idx="58443">
                  <c:v>0.67642361111211358</c:v>
                </c:pt>
                <c:pt idx="58444">
                  <c:v>0.67643518518161727</c:v>
                </c:pt>
                <c:pt idx="58445">
                  <c:v>0.67644675925839692</c:v>
                </c:pt>
                <c:pt idx="58446">
                  <c:v>0.67645833332790062</c:v>
                </c:pt>
                <c:pt idx="58447">
                  <c:v>0.67646990740468027</c:v>
                </c:pt>
                <c:pt idx="58448">
                  <c:v>0.67648148148145992</c:v>
                </c:pt>
                <c:pt idx="58449">
                  <c:v>0.67649305555096362</c:v>
                </c:pt>
                <c:pt idx="58450">
                  <c:v>0.67650462962774327</c:v>
                </c:pt>
                <c:pt idx="58451">
                  <c:v>0.67651620370452292</c:v>
                </c:pt>
                <c:pt idx="58452">
                  <c:v>0.67652777777402662</c:v>
                </c:pt>
                <c:pt idx="58453">
                  <c:v>0.67653935185080627</c:v>
                </c:pt>
                <c:pt idx="58454">
                  <c:v>0.67655092592030996</c:v>
                </c:pt>
                <c:pt idx="58455">
                  <c:v>0.67656249999708962</c:v>
                </c:pt>
                <c:pt idx="58456">
                  <c:v>0.67657407407386927</c:v>
                </c:pt>
                <c:pt idx="58457">
                  <c:v>0.67658564814337296</c:v>
                </c:pt>
                <c:pt idx="58458">
                  <c:v>0.67659722222015262</c:v>
                </c:pt>
                <c:pt idx="58459">
                  <c:v>0.67660879629693227</c:v>
                </c:pt>
                <c:pt idx="58460">
                  <c:v>0.67662037036643596</c:v>
                </c:pt>
                <c:pt idx="58461">
                  <c:v>0.67663194444321562</c:v>
                </c:pt>
                <c:pt idx="58462">
                  <c:v>0.67664351851271931</c:v>
                </c:pt>
                <c:pt idx="58463">
                  <c:v>0.67665509258949896</c:v>
                </c:pt>
                <c:pt idx="58464">
                  <c:v>0.67666666666627862</c:v>
                </c:pt>
                <c:pt idx="58465">
                  <c:v>0.67667824073578231</c:v>
                </c:pt>
                <c:pt idx="58466">
                  <c:v>0.67668981481256196</c:v>
                </c:pt>
                <c:pt idx="58467">
                  <c:v>0.67670138888934162</c:v>
                </c:pt>
                <c:pt idx="58468">
                  <c:v>0.67671296295884531</c:v>
                </c:pt>
                <c:pt idx="58469">
                  <c:v>0.67672453703562496</c:v>
                </c:pt>
                <c:pt idx="58470">
                  <c:v>0.67673611111240461</c:v>
                </c:pt>
                <c:pt idx="58471">
                  <c:v>0.67674768518190831</c:v>
                </c:pt>
                <c:pt idx="58472">
                  <c:v>0.67675925925868796</c:v>
                </c:pt>
                <c:pt idx="58473">
                  <c:v>0.67677083332819166</c:v>
                </c:pt>
                <c:pt idx="58474">
                  <c:v>0.67678240740497131</c:v>
                </c:pt>
                <c:pt idx="58475">
                  <c:v>0.67679398148175096</c:v>
                </c:pt>
                <c:pt idx="58476">
                  <c:v>0.67680555555125466</c:v>
                </c:pt>
                <c:pt idx="58477">
                  <c:v>0.67681712962803431</c:v>
                </c:pt>
                <c:pt idx="58478">
                  <c:v>0.67682870370481396</c:v>
                </c:pt>
                <c:pt idx="58479">
                  <c:v>0.67684027777431766</c:v>
                </c:pt>
                <c:pt idx="58480">
                  <c:v>0.67685185185109731</c:v>
                </c:pt>
                <c:pt idx="58481">
                  <c:v>0.676863425920601</c:v>
                </c:pt>
                <c:pt idx="58482">
                  <c:v>0.67687499999738066</c:v>
                </c:pt>
                <c:pt idx="58483">
                  <c:v>0.67688657407416031</c:v>
                </c:pt>
                <c:pt idx="58484">
                  <c:v>0.676898148143664</c:v>
                </c:pt>
                <c:pt idx="58485">
                  <c:v>0.67690972222044365</c:v>
                </c:pt>
                <c:pt idx="58486">
                  <c:v>0.67692129629722331</c:v>
                </c:pt>
                <c:pt idx="58487">
                  <c:v>0.676932870366727</c:v>
                </c:pt>
                <c:pt idx="58488">
                  <c:v>0.67694444444350665</c:v>
                </c:pt>
                <c:pt idx="58489">
                  <c:v>0.67695601851301035</c:v>
                </c:pt>
                <c:pt idx="58490">
                  <c:v>0.67696759258979</c:v>
                </c:pt>
                <c:pt idx="58491">
                  <c:v>0.67697916666656965</c:v>
                </c:pt>
                <c:pt idx="58492">
                  <c:v>0.67699074073607335</c:v>
                </c:pt>
                <c:pt idx="58493">
                  <c:v>0.677002314812853</c:v>
                </c:pt>
                <c:pt idx="58494">
                  <c:v>0.67701388888963265</c:v>
                </c:pt>
                <c:pt idx="58495">
                  <c:v>0.67702546295913635</c:v>
                </c:pt>
                <c:pt idx="58496">
                  <c:v>0.677037037035916</c:v>
                </c:pt>
                <c:pt idx="58497">
                  <c:v>0.6770486111054197</c:v>
                </c:pt>
                <c:pt idx="58498">
                  <c:v>0.67706018518219935</c:v>
                </c:pt>
                <c:pt idx="58499">
                  <c:v>0.677071759258979</c:v>
                </c:pt>
                <c:pt idx="58500">
                  <c:v>0.67708333332848269</c:v>
                </c:pt>
                <c:pt idx="58501">
                  <c:v>0.67709490740526235</c:v>
                </c:pt>
                <c:pt idx="58502">
                  <c:v>0.677106481482042</c:v>
                </c:pt>
                <c:pt idx="58503">
                  <c:v>0.67711805555154569</c:v>
                </c:pt>
                <c:pt idx="58504">
                  <c:v>0.67712962962832535</c:v>
                </c:pt>
                <c:pt idx="58505">
                  <c:v>0.67714120369782904</c:v>
                </c:pt>
                <c:pt idx="58506">
                  <c:v>0.67715277777460869</c:v>
                </c:pt>
                <c:pt idx="58507">
                  <c:v>0.67716435185138835</c:v>
                </c:pt>
                <c:pt idx="58508">
                  <c:v>0.67717592592089204</c:v>
                </c:pt>
                <c:pt idx="58509">
                  <c:v>0.67718749999767169</c:v>
                </c:pt>
                <c:pt idx="58510">
                  <c:v>0.67719907407445135</c:v>
                </c:pt>
                <c:pt idx="58511">
                  <c:v>0.67721064814395504</c:v>
                </c:pt>
                <c:pt idx="58512">
                  <c:v>0.67722222222073469</c:v>
                </c:pt>
                <c:pt idx="58513">
                  <c:v>0.67723379629751435</c:v>
                </c:pt>
                <c:pt idx="58514">
                  <c:v>0.67724537036701804</c:v>
                </c:pt>
                <c:pt idx="58515">
                  <c:v>0.67725694444379769</c:v>
                </c:pt>
                <c:pt idx="58516">
                  <c:v>0.67726851851330139</c:v>
                </c:pt>
                <c:pt idx="58517">
                  <c:v>0.67728009259008104</c:v>
                </c:pt>
                <c:pt idx="58518">
                  <c:v>0.67729166666686069</c:v>
                </c:pt>
                <c:pt idx="58519">
                  <c:v>0.67730324073636439</c:v>
                </c:pt>
                <c:pt idx="58520">
                  <c:v>0.67731481481314404</c:v>
                </c:pt>
                <c:pt idx="58521">
                  <c:v>0.67732638888992369</c:v>
                </c:pt>
                <c:pt idx="58522">
                  <c:v>0.67733796295942739</c:v>
                </c:pt>
                <c:pt idx="58523">
                  <c:v>0.67734953703620704</c:v>
                </c:pt>
                <c:pt idx="58524">
                  <c:v>0.67736111110571073</c:v>
                </c:pt>
                <c:pt idx="58525">
                  <c:v>0.67737268518249039</c:v>
                </c:pt>
                <c:pt idx="58526">
                  <c:v>0.67738425925927004</c:v>
                </c:pt>
                <c:pt idx="58527">
                  <c:v>0.67739583332877373</c:v>
                </c:pt>
                <c:pt idx="58528">
                  <c:v>0.67740740740555339</c:v>
                </c:pt>
                <c:pt idx="58529">
                  <c:v>0.67741898148233304</c:v>
                </c:pt>
                <c:pt idx="58530">
                  <c:v>0.67743055555183673</c:v>
                </c:pt>
                <c:pt idx="58531">
                  <c:v>0.67744212962861639</c:v>
                </c:pt>
                <c:pt idx="58532">
                  <c:v>0.67745370369812008</c:v>
                </c:pt>
                <c:pt idx="58533">
                  <c:v>0.67746527777489973</c:v>
                </c:pt>
                <c:pt idx="58534">
                  <c:v>0.67747685185167938</c:v>
                </c:pt>
                <c:pt idx="58535">
                  <c:v>0.67748842592118308</c:v>
                </c:pt>
                <c:pt idx="58536">
                  <c:v>0.67749999999796273</c:v>
                </c:pt>
                <c:pt idx="58537">
                  <c:v>0.67751157407474238</c:v>
                </c:pt>
                <c:pt idx="58538">
                  <c:v>0.67752314814424608</c:v>
                </c:pt>
                <c:pt idx="58539">
                  <c:v>0.67753472222102573</c:v>
                </c:pt>
                <c:pt idx="58540">
                  <c:v>0.67754629629052943</c:v>
                </c:pt>
                <c:pt idx="58541">
                  <c:v>0.67755787036730908</c:v>
                </c:pt>
                <c:pt idx="58542">
                  <c:v>0.67756944444408873</c:v>
                </c:pt>
                <c:pt idx="58543">
                  <c:v>0.67758101851359243</c:v>
                </c:pt>
                <c:pt idx="58544">
                  <c:v>0.67759259259037208</c:v>
                </c:pt>
                <c:pt idx="58545">
                  <c:v>0.67760416666715173</c:v>
                </c:pt>
                <c:pt idx="58546">
                  <c:v>0.67761574073665543</c:v>
                </c:pt>
                <c:pt idx="58547">
                  <c:v>0.67762731481343508</c:v>
                </c:pt>
                <c:pt idx="58548">
                  <c:v>0.67763888889021473</c:v>
                </c:pt>
                <c:pt idx="58549">
                  <c:v>0.67765046295971842</c:v>
                </c:pt>
                <c:pt idx="58550">
                  <c:v>0.67766203703649808</c:v>
                </c:pt>
                <c:pt idx="58551">
                  <c:v>0.67767361110600177</c:v>
                </c:pt>
                <c:pt idx="58552">
                  <c:v>0.67768518518278142</c:v>
                </c:pt>
                <c:pt idx="58553">
                  <c:v>0.67769675925956108</c:v>
                </c:pt>
                <c:pt idx="58554">
                  <c:v>0.67770833332906477</c:v>
                </c:pt>
                <c:pt idx="58555">
                  <c:v>0.67771990740584442</c:v>
                </c:pt>
                <c:pt idx="58556">
                  <c:v>0.67773148148262408</c:v>
                </c:pt>
                <c:pt idx="58557">
                  <c:v>0.67774305555212777</c:v>
                </c:pt>
                <c:pt idx="58558">
                  <c:v>0.67775462962890742</c:v>
                </c:pt>
                <c:pt idx="58559">
                  <c:v>0.67776620369841112</c:v>
                </c:pt>
                <c:pt idx="58560">
                  <c:v>0.67777777777519077</c:v>
                </c:pt>
                <c:pt idx="58561">
                  <c:v>0.67778935185197042</c:v>
                </c:pt>
                <c:pt idx="58562">
                  <c:v>0.67780092592147412</c:v>
                </c:pt>
                <c:pt idx="58563">
                  <c:v>0.67781249999825377</c:v>
                </c:pt>
                <c:pt idx="58564">
                  <c:v>0.67782407407503342</c:v>
                </c:pt>
                <c:pt idx="58565">
                  <c:v>0.67783564814453712</c:v>
                </c:pt>
                <c:pt idx="58566">
                  <c:v>0.67784722222131677</c:v>
                </c:pt>
                <c:pt idx="58567">
                  <c:v>0.67785879629082046</c:v>
                </c:pt>
                <c:pt idx="58568">
                  <c:v>0.67787037036760012</c:v>
                </c:pt>
                <c:pt idx="58569">
                  <c:v>0.67788194444437977</c:v>
                </c:pt>
                <c:pt idx="58570">
                  <c:v>0.67789351851388346</c:v>
                </c:pt>
                <c:pt idx="58571">
                  <c:v>0.67790509259066312</c:v>
                </c:pt>
                <c:pt idx="58572">
                  <c:v>0.67791666666744277</c:v>
                </c:pt>
                <c:pt idx="58573">
                  <c:v>0.67792824073694646</c:v>
                </c:pt>
                <c:pt idx="58574">
                  <c:v>0.67793981481372612</c:v>
                </c:pt>
                <c:pt idx="58575">
                  <c:v>0.67795138888322981</c:v>
                </c:pt>
                <c:pt idx="58576">
                  <c:v>0.67796296296000946</c:v>
                </c:pt>
                <c:pt idx="58577">
                  <c:v>0.67797453703678912</c:v>
                </c:pt>
                <c:pt idx="58578">
                  <c:v>0.67798611110629281</c:v>
                </c:pt>
                <c:pt idx="58579">
                  <c:v>0.67799768518307246</c:v>
                </c:pt>
                <c:pt idx="58580">
                  <c:v>0.67800925925985212</c:v>
                </c:pt>
                <c:pt idx="58581">
                  <c:v>0.67802083332935581</c:v>
                </c:pt>
                <c:pt idx="58582">
                  <c:v>0.67803240740613546</c:v>
                </c:pt>
                <c:pt idx="58583">
                  <c:v>0.67804398147563916</c:v>
                </c:pt>
                <c:pt idx="58584">
                  <c:v>0.67805555555241881</c:v>
                </c:pt>
                <c:pt idx="58585">
                  <c:v>0.67806712962919846</c:v>
                </c:pt>
                <c:pt idx="58586">
                  <c:v>0.67807870369870216</c:v>
                </c:pt>
                <c:pt idx="58587">
                  <c:v>0.67809027777548181</c:v>
                </c:pt>
                <c:pt idx="58588">
                  <c:v>0.67810185185226146</c:v>
                </c:pt>
                <c:pt idx="58589">
                  <c:v>0.67811342592176516</c:v>
                </c:pt>
                <c:pt idx="58590">
                  <c:v>0.67812499999854481</c:v>
                </c:pt>
                <c:pt idx="58591">
                  <c:v>0.67813657407532446</c:v>
                </c:pt>
                <c:pt idx="58592">
                  <c:v>0.67814814814482816</c:v>
                </c:pt>
                <c:pt idx="58593">
                  <c:v>0.67815972222160781</c:v>
                </c:pt>
                <c:pt idx="58594">
                  <c:v>0.6781712962911115</c:v>
                </c:pt>
                <c:pt idx="58595">
                  <c:v>0.67818287036789116</c:v>
                </c:pt>
                <c:pt idx="58596">
                  <c:v>0.67819444444467081</c:v>
                </c:pt>
                <c:pt idx="58597">
                  <c:v>0.6782060185141745</c:v>
                </c:pt>
                <c:pt idx="58598">
                  <c:v>0.67821759259095415</c:v>
                </c:pt>
                <c:pt idx="58599">
                  <c:v>0.67822916666773381</c:v>
                </c:pt>
                <c:pt idx="58600">
                  <c:v>0.6782407407372375</c:v>
                </c:pt>
                <c:pt idx="58601">
                  <c:v>0.67825231481401715</c:v>
                </c:pt>
                <c:pt idx="58602">
                  <c:v>0.67826388888352085</c:v>
                </c:pt>
                <c:pt idx="58603">
                  <c:v>0.6782754629603005</c:v>
                </c:pt>
                <c:pt idx="58604">
                  <c:v>0.67828703703708015</c:v>
                </c:pt>
                <c:pt idx="58605">
                  <c:v>0.67829861110658385</c:v>
                </c:pt>
                <c:pt idx="58606">
                  <c:v>0.6783101851833635</c:v>
                </c:pt>
                <c:pt idx="58607">
                  <c:v>0.67832175926014315</c:v>
                </c:pt>
                <c:pt idx="58608">
                  <c:v>0.67833333332964685</c:v>
                </c:pt>
                <c:pt idx="58609">
                  <c:v>0.6783449074064265</c:v>
                </c:pt>
                <c:pt idx="58610">
                  <c:v>0.6783564814759302</c:v>
                </c:pt>
                <c:pt idx="58611">
                  <c:v>0.67836805555270985</c:v>
                </c:pt>
                <c:pt idx="58612">
                  <c:v>0.6783796296294895</c:v>
                </c:pt>
                <c:pt idx="58613">
                  <c:v>0.67839120369899319</c:v>
                </c:pt>
                <c:pt idx="58614">
                  <c:v>0.67840277777577285</c:v>
                </c:pt>
                <c:pt idx="58615">
                  <c:v>0.6784143518525525</c:v>
                </c:pt>
                <c:pt idx="58616">
                  <c:v>0.67842592592205619</c:v>
                </c:pt>
                <c:pt idx="58617">
                  <c:v>0.67843749999883585</c:v>
                </c:pt>
                <c:pt idx="58618">
                  <c:v>0.67844907406833954</c:v>
                </c:pt>
                <c:pt idx="58619">
                  <c:v>0.67846064814511919</c:v>
                </c:pt>
                <c:pt idx="58620">
                  <c:v>0.67847222222189885</c:v>
                </c:pt>
                <c:pt idx="58621">
                  <c:v>0.67848379629140254</c:v>
                </c:pt>
                <c:pt idx="58622">
                  <c:v>0.67849537036818219</c:v>
                </c:pt>
                <c:pt idx="58623">
                  <c:v>0.67850694444496185</c:v>
                </c:pt>
                <c:pt idx="58624">
                  <c:v>0.67851851851446554</c:v>
                </c:pt>
                <c:pt idx="58625">
                  <c:v>0.67853009259124519</c:v>
                </c:pt>
                <c:pt idx="58626">
                  <c:v>0.67854166666074889</c:v>
                </c:pt>
                <c:pt idx="58627">
                  <c:v>0.67855324073752854</c:v>
                </c:pt>
                <c:pt idx="58628">
                  <c:v>0.67856481481430819</c:v>
                </c:pt>
                <c:pt idx="58629">
                  <c:v>0.67857638888381189</c:v>
                </c:pt>
                <c:pt idx="58630">
                  <c:v>0.67858796296059154</c:v>
                </c:pt>
                <c:pt idx="58631">
                  <c:v>0.67859953703737119</c:v>
                </c:pt>
                <c:pt idx="58632">
                  <c:v>0.67861111110687489</c:v>
                </c:pt>
                <c:pt idx="58633">
                  <c:v>0.67862268518365454</c:v>
                </c:pt>
                <c:pt idx="58634">
                  <c:v>0.67863425926043419</c:v>
                </c:pt>
                <c:pt idx="58635">
                  <c:v>0.67864583332993789</c:v>
                </c:pt>
                <c:pt idx="58636">
                  <c:v>0.67865740740671754</c:v>
                </c:pt>
                <c:pt idx="58637">
                  <c:v>0.67866898147622123</c:v>
                </c:pt>
                <c:pt idx="58638">
                  <c:v>0.67868055555300089</c:v>
                </c:pt>
                <c:pt idx="58639">
                  <c:v>0.67869212962978054</c:v>
                </c:pt>
                <c:pt idx="58640">
                  <c:v>0.67870370369928423</c:v>
                </c:pt>
                <c:pt idx="58641">
                  <c:v>0.67871527777606389</c:v>
                </c:pt>
                <c:pt idx="58642">
                  <c:v>0.67872685185284354</c:v>
                </c:pt>
                <c:pt idx="58643">
                  <c:v>0.67873842592234723</c:v>
                </c:pt>
                <c:pt idx="58644">
                  <c:v>0.67874999999912689</c:v>
                </c:pt>
                <c:pt idx="58645">
                  <c:v>0.67876157406863058</c:v>
                </c:pt>
                <c:pt idx="58646">
                  <c:v>0.67877314814541023</c:v>
                </c:pt>
                <c:pt idx="58647">
                  <c:v>0.67878472222218988</c:v>
                </c:pt>
                <c:pt idx="58648">
                  <c:v>0.67879629629169358</c:v>
                </c:pt>
                <c:pt idx="58649">
                  <c:v>0.67880787036847323</c:v>
                </c:pt>
                <c:pt idx="58650">
                  <c:v>0.67881944444525288</c:v>
                </c:pt>
                <c:pt idx="58651">
                  <c:v>0.67883101851475658</c:v>
                </c:pt>
                <c:pt idx="58652">
                  <c:v>0.67884259259153623</c:v>
                </c:pt>
                <c:pt idx="58653">
                  <c:v>0.67885416666103993</c:v>
                </c:pt>
                <c:pt idx="58654">
                  <c:v>0.67886574073781958</c:v>
                </c:pt>
                <c:pt idx="58655">
                  <c:v>0.67887731481459923</c:v>
                </c:pt>
                <c:pt idx="58656">
                  <c:v>0.67888888888410293</c:v>
                </c:pt>
                <c:pt idx="58657">
                  <c:v>0.67890046296088258</c:v>
                </c:pt>
                <c:pt idx="58658">
                  <c:v>0.67891203703766223</c:v>
                </c:pt>
                <c:pt idx="58659">
                  <c:v>0.67892361110716593</c:v>
                </c:pt>
                <c:pt idx="58660">
                  <c:v>0.67893518518394558</c:v>
                </c:pt>
                <c:pt idx="58661">
                  <c:v>0.67894675925344927</c:v>
                </c:pt>
                <c:pt idx="58662">
                  <c:v>0.67895833333022892</c:v>
                </c:pt>
                <c:pt idx="58663">
                  <c:v>0.67896990740700858</c:v>
                </c:pt>
                <c:pt idx="58664">
                  <c:v>0.67898148147651227</c:v>
                </c:pt>
                <c:pt idx="58665">
                  <c:v>0.67899305555329192</c:v>
                </c:pt>
                <c:pt idx="58666">
                  <c:v>0.67900462963007158</c:v>
                </c:pt>
                <c:pt idx="58667">
                  <c:v>0.67901620369957527</c:v>
                </c:pt>
                <c:pt idx="58668">
                  <c:v>0.67902777777635492</c:v>
                </c:pt>
                <c:pt idx="58669">
                  <c:v>0.67903935185313458</c:v>
                </c:pt>
                <c:pt idx="58670">
                  <c:v>0.67905092592263827</c:v>
                </c:pt>
                <c:pt idx="58671">
                  <c:v>0.67906249999941792</c:v>
                </c:pt>
                <c:pt idx="58672">
                  <c:v>0.67907407406892162</c:v>
                </c:pt>
                <c:pt idx="58673">
                  <c:v>0.67908564814570127</c:v>
                </c:pt>
                <c:pt idx="58674">
                  <c:v>0.67909722222248092</c:v>
                </c:pt>
                <c:pt idx="58675">
                  <c:v>0.67910879629198462</c:v>
                </c:pt>
                <c:pt idx="58676">
                  <c:v>0.67912037036876427</c:v>
                </c:pt>
                <c:pt idx="58677">
                  <c:v>0.67913194444554392</c:v>
                </c:pt>
                <c:pt idx="58678">
                  <c:v>0.67914351851504762</c:v>
                </c:pt>
                <c:pt idx="58679">
                  <c:v>0.67915509259182727</c:v>
                </c:pt>
                <c:pt idx="58680">
                  <c:v>0.67916666666133096</c:v>
                </c:pt>
                <c:pt idx="58681">
                  <c:v>0.67917824073811062</c:v>
                </c:pt>
                <c:pt idx="58682">
                  <c:v>0.67918981481489027</c:v>
                </c:pt>
                <c:pt idx="58683">
                  <c:v>0.67920138888439396</c:v>
                </c:pt>
                <c:pt idx="58684">
                  <c:v>0.67921296296117362</c:v>
                </c:pt>
                <c:pt idx="58685">
                  <c:v>0.67922453703795327</c:v>
                </c:pt>
                <c:pt idx="58686">
                  <c:v>0.67923611110745696</c:v>
                </c:pt>
                <c:pt idx="58687">
                  <c:v>0.67924768518423662</c:v>
                </c:pt>
                <c:pt idx="58688">
                  <c:v>0.67925925925374031</c:v>
                </c:pt>
                <c:pt idx="58689">
                  <c:v>0.67927083333051996</c:v>
                </c:pt>
                <c:pt idx="58690">
                  <c:v>0.67928240740729962</c:v>
                </c:pt>
                <c:pt idx="58691">
                  <c:v>0.67929398147680331</c:v>
                </c:pt>
                <c:pt idx="58692">
                  <c:v>0.67930555555358296</c:v>
                </c:pt>
                <c:pt idx="58693">
                  <c:v>0.67931712963036261</c:v>
                </c:pt>
                <c:pt idx="58694">
                  <c:v>0.67932870369986631</c:v>
                </c:pt>
                <c:pt idx="58695">
                  <c:v>0.67934027777664596</c:v>
                </c:pt>
                <c:pt idx="58696">
                  <c:v>0.67935185184614966</c:v>
                </c:pt>
                <c:pt idx="58697">
                  <c:v>0.67936342592292931</c:v>
                </c:pt>
                <c:pt idx="58698">
                  <c:v>0.67937499999970896</c:v>
                </c:pt>
                <c:pt idx="58699">
                  <c:v>0.67938657406921266</c:v>
                </c:pt>
                <c:pt idx="58700">
                  <c:v>0.67939814814599231</c:v>
                </c:pt>
                <c:pt idx="58701">
                  <c:v>0.67940972222277196</c:v>
                </c:pt>
                <c:pt idx="58702">
                  <c:v>0.67942129629227566</c:v>
                </c:pt>
                <c:pt idx="58703">
                  <c:v>0.67943287036905531</c:v>
                </c:pt>
                <c:pt idx="58704">
                  <c:v>0.679444444438559</c:v>
                </c:pt>
                <c:pt idx="58705">
                  <c:v>0.67945601851533866</c:v>
                </c:pt>
                <c:pt idx="58706">
                  <c:v>0.67946759259211831</c:v>
                </c:pt>
                <c:pt idx="58707">
                  <c:v>0.679479166661622</c:v>
                </c:pt>
                <c:pt idx="58708">
                  <c:v>0.67949074073840166</c:v>
                </c:pt>
                <c:pt idx="58709">
                  <c:v>0.67950231481518131</c:v>
                </c:pt>
                <c:pt idx="58710">
                  <c:v>0.679513888884685</c:v>
                </c:pt>
                <c:pt idx="58711">
                  <c:v>0.67952546296146465</c:v>
                </c:pt>
                <c:pt idx="58712">
                  <c:v>0.67953703703824431</c:v>
                </c:pt>
                <c:pt idx="58713">
                  <c:v>0.679548611107748</c:v>
                </c:pt>
                <c:pt idx="58714">
                  <c:v>0.67956018518452765</c:v>
                </c:pt>
                <c:pt idx="58715">
                  <c:v>0.67957175925403135</c:v>
                </c:pt>
                <c:pt idx="58716">
                  <c:v>0.679583333330811</c:v>
                </c:pt>
                <c:pt idx="58717">
                  <c:v>0.67959490740759065</c:v>
                </c:pt>
                <c:pt idx="58718">
                  <c:v>0.67960648147709435</c:v>
                </c:pt>
                <c:pt idx="58719">
                  <c:v>0.679618055553874</c:v>
                </c:pt>
                <c:pt idx="58720">
                  <c:v>0.67962962963065365</c:v>
                </c:pt>
                <c:pt idx="58721">
                  <c:v>0.67964120370015735</c:v>
                </c:pt>
                <c:pt idx="58722">
                  <c:v>0.679652777776937</c:v>
                </c:pt>
                <c:pt idx="58723">
                  <c:v>0.6796643518464407</c:v>
                </c:pt>
                <c:pt idx="58724">
                  <c:v>0.67967592592322035</c:v>
                </c:pt>
                <c:pt idx="58725">
                  <c:v>0.6796875</c:v>
                </c:pt>
                <c:pt idx="58726">
                  <c:v>0.67969907406950369</c:v>
                </c:pt>
                <c:pt idx="58727">
                  <c:v>0.67971064814628335</c:v>
                </c:pt>
                <c:pt idx="58728">
                  <c:v>0.679722222223063</c:v>
                </c:pt>
                <c:pt idx="58729">
                  <c:v>0.67973379629256669</c:v>
                </c:pt>
                <c:pt idx="58730">
                  <c:v>0.67974537036934635</c:v>
                </c:pt>
                <c:pt idx="58731">
                  <c:v>0.67975694443885004</c:v>
                </c:pt>
                <c:pt idx="58732">
                  <c:v>0.67976851851562969</c:v>
                </c:pt>
                <c:pt idx="58733">
                  <c:v>0.67978009259240935</c:v>
                </c:pt>
                <c:pt idx="58734">
                  <c:v>0.67979166666191304</c:v>
                </c:pt>
                <c:pt idx="58735">
                  <c:v>0.67980324073869269</c:v>
                </c:pt>
                <c:pt idx="58736">
                  <c:v>0.67981481481547235</c:v>
                </c:pt>
                <c:pt idx="58737">
                  <c:v>0.67982638888497604</c:v>
                </c:pt>
                <c:pt idx="58738">
                  <c:v>0.67983796296175569</c:v>
                </c:pt>
                <c:pt idx="58739">
                  <c:v>0.67984953703125939</c:v>
                </c:pt>
                <c:pt idx="58740">
                  <c:v>0.67986111110803904</c:v>
                </c:pt>
                <c:pt idx="58741">
                  <c:v>0.67987268518481869</c:v>
                </c:pt>
                <c:pt idx="58742">
                  <c:v>0.67988425925432239</c:v>
                </c:pt>
                <c:pt idx="58743">
                  <c:v>0.67989583333110204</c:v>
                </c:pt>
                <c:pt idx="58744">
                  <c:v>0.67990740740788169</c:v>
                </c:pt>
                <c:pt idx="58745">
                  <c:v>0.67991898147738539</c:v>
                </c:pt>
                <c:pt idx="58746">
                  <c:v>0.67993055555416504</c:v>
                </c:pt>
                <c:pt idx="58747">
                  <c:v>0.67994212963094469</c:v>
                </c:pt>
                <c:pt idx="58748">
                  <c:v>0.67995370370044839</c:v>
                </c:pt>
                <c:pt idx="58749">
                  <c:v>0.67996527777722804</c:v>
                </c:pt>
                <c:pt idx="58750">
                  <c:v>0.67997685184673173</c:v>
                </c:pt>
                <c:pt idx="58751">
                  <c:v>0.67998842592351139</c:v>
                </c:pt>
                <c:pt idx="58752">
                  <c:v>0.68000000000029104</c:v>
                </c:pt>
                <c:pt idx="58753">
                  <c:v>0.68001157406979473</c:v>
                </c:pt>
                <c:pt idx="58754">
                  <c:v>0.68002314814657439</c:v>
                </c:pt>
                <c:pt idx="58755">
                  <c:v>0.68003472222335404</c:v>
                </c:pt>
                <c:pt idx="58756">
                  <c:v>0.68004629629285773</c:v>
                </c:pt>
                <c:pt idx="58757">
                  <c:v>0.68005787036963739</c:v>
                </c:pt>
                <c:pt idx="58758">
                  <c:v>0.68006944443914108</c:v>
                </c:pt>
                <c:pt idx="58759">
                  <c:v>0.68008101851592073</c:v>
                </c:pt>
                <c:pt idx="58760">
                  <c:v>0.68009259259270038</c:v>
                </c:pt>
                <c:pt idx="58761">
                  <c:v>0.68010416666220408</c:v>
                </c:pt>
                <c:pt idx="58762">
                  <c:v>0.68011574073898373</c:v>
                </c:pt>
                <c:pt idx="58763">
                  <c:v>0.68012731481576338</c:v>
                </c:pt>
                <c:pt idx="58764">
                  <c:v>0.68013888888526708</c:v>
                </c:pt>
                <c:pt idx="58765">
                  <c:v>0.68015046296204673</c:v>
                </c:pt>
                <c:pt idx="58766">
                  <c:v>0.68016203703155043</c:v>
                </c:pt>
                <c:pt idx="58767">
                  <c:v>0.68017361110833008</c:v>
                </c:pt>
                <c:pt idx="58768">
                  <c:v>0.68018518518510973</c:v>
                </c:pt>
                <c:pt idx="58769">
                  <c:v>0.68019675925461343</c:v>
                </c:pt>
                <c:pt idx="58770">
                  <c:v>0.68020833333139308</c:v>
                </c:pt>
                <c:pt idx="58771">
                  <c:v>0.68021990740817273</c:v>
                </c:pt>
                <c:pt idx="58772">
                  <c:v>0.68023148147767643</c:v>
                </c:pt>
                <c:pt idx="58773">
                  <c:v>0.68024305555445608</c:v>
                </c:pt>
                <c:pt idx="58774">
                  <c:v>0.68025462962395977</c:v>
                </c:pt>
                <c:pt idx="58775">
                  <c:v>0.68026620370073942</c:v>
                </c:pt>
                <c:pt idx="58776">
                  <c:v>0.68027777777751908</c:v>
                </c:pt>
                <c:pt idx="58777">
                  <c:v>0.68028935184702277</c:v>
                </c:pt>
                <c:pt idx="58778">
                  <c:v>0.68030092592380242</c:v>
                </c:pt>
                <c:pt idx="58779">
                  <c:v>0.68031250000058208</c:v>
                </c:pt>
                <c:pt idx="58780">
                  <c:v>0.68032407407008577</c:v>
                </c:pt>
                <c:pt idx="58781">
                  <c:v>0.68033564814686542</c:v>
                </c:pt>
                <c:pt idx="58782">
                  <c:v>0.68034722221636912</c:v>
                </c:pt>
                <c:pt idx="58783">
                  <c:v>0.68035879629314877</c:v>
                </c:pt>
                <c:pt idx="58784">
                  <c:v>0.68037037036992842</c:v>
                </c:pt>
                <c:pt idx="58785">
                  <c:v>0.68038194443943212</c:v>
                </c:pt>
                <c:pt idx="58786">
                  <c:v>0.68039351851621177</c:v>
                </c:pt>
                <c:pt idx="58787">
                  <c:v>0.68040509259299142</c:v>
                </c:pt>
                <c:pt idx="58788">
                  <c:v>0.68041666666249512</c:v>
                </c:pt>
                <c:pt idx="58789">
                  <c:v>0.68042824073927477</c:v>
                </c:pt>
                <c:pt idx="58790">
                  <c:v>0.68043981481605442</c:v>
                </c:pt>
                <c:pt idx="58791">
                  <c:v>0.68045138888555812</c:v>
                </c:pt>
                <c:pt idx="58792">
                  <c:v>0.68046296296233777</c:v>
                </c:pt>
                <c:pt idx="58793">
                  <c:v>0.68047453703184146</c:v>
                </c:pt>
                <c:pt idx="58794">
                  <c:v>0.68048611110862112</c:v>
                </c:pt>
                <c:pt idx="58795">
                  <c:v>0.68049768518540077</c:v>
                </c:pt>
                <c:pt idx="58796">
                  <c:v>0.68050925925490446</c:v>
                </c:pt>
                <c:pt idx="58797">
                  <c:v>0.68052083333168412</c:v>
                </c:pt>
                <c:pt idx="58798">
                  <c:v>0.68053240740846377</c:v>
                </c:pt>
                <c:pt idx="58799">
                  <c:v>0.68054398147796746</c:v>
                </c:pt>
                <c:pt idx="58800">
                  <c:v>0.68055555555474712</c:v>
                </c:pt>
                <c:pt idx="58801">
                  <c:v>0.68056712962425081</c:v>
                </c:pt>
                <c:pt idx="58802">
                  <c:v>0.68057870370103046</c:v>
                </c:pt>
                <c:pt idx="58803">
                  <c:v>0.68059027777781012</c:v>
                </c:pt>
                <c:pt idx="58804">
                  <c:v>0.68060185184731381</c:v>
                </c:pt>
                <c:pt idx="58805">
                  <c:v>0.68061342592409346</c:v>
                </c:pt>
                <c:pt idx="58806">
                  <c:v>0.68062500000087311</c:v>
                </c:pt>
                <c:pt idx="58807">
                  <c:v>0.68063657407037681</c:v>
                </c:pt>
                <c:pt idx="58808">
                  <c:v>0.68064814814715646</c:v>
                </c:pt>
                <c:pt idx="58809">
                  <c:v>0.68065972221666016</c:v>
                </c:pt>
                <c:pt idx="58810">
                  <c:v>0.68067129629343981</c:v>
                </c:pt>
                <c:pt idx="58811">
                  <c:v>0.68068287037021946</c:v>
                </c:pt>
                <c:pt idx="58812">
                  <c:v>0.68069444443972316</c:v>
                </c:pt>
                <c:pt idx="58813">
                  <c:v>0.68070601851650281</c:v>
                </c:pt>
                <c:pt idx="58814">
                  <c:v>0.68071759259328246</c:v>
                </c:pt>
                <c:pt idx="58815">
                  <c:v>0.68072916666278616</c:v>
                </c:pt>
                <c:pt idx="58816">
                  <c:v>0.68074074073956581</c:v>
                </c:pt>
                <c:pt idx="58817">
                  <c:v>0.6807523148090695</c:v>
                </c:pt>
                <c:pt idx="58818">
                  <c:v>0.68076388888584916</c:v>
                </c:pt>
                <c:pt idx="58819">
                  <c:v>0.68077546296262881</c:v>
                </c:pt>
                <c:pt idx="58820">
                  <c:v>0.6807870370321325</c:v>
                </c:pt>
                <c:pt idx="58821">
                  <c:v>0.68079861110891216</c:v>
                </c:pt>
                <c:pt idx="58822">
                  <c:v>0.68081018518569181</c:v>
                </c:pt>
                <c:pt idx="58823">
                  <c:v>0.6808217592551955</c:v>
                </c:pt>
                <c:pt idx="58824">
                  <c:v>0.68083333333197515</c:v>
                </c:pt>
                <c:pt idx="58825">
                  <c:v>0.68084490740147885</c:v>
                </c:pt>
                <c:pt idx="58826">
                  <c:v>0.6808564814782585</c:v>
                </c:pt>
                <c:pt idx="58827">
                  <c:v>0.68086805555503815</c:v>
                </c:pt>
                <c:pt idx="58828">
                  <c:v>0.68087962962454185</c:v>
                </c:pt>
                <c:pt idx="58829">
                  <c:v>0.6808912037013215</c:v>
                </c:pt>
                <c:pt idx="58830">
                  <c:v>0.68090277777810115</c:v>
                </c:pt>
                <c:pt idx="58831">
                  <c:v>0.68091435184760485</c:v>
                </c:pt>
                <c:pt idx="58832">
                  <c:v>0.6809259259243845</c:v>
                </c:pt>
                <c:pt idx="58833">
                  <c:v>0.68093750000116415</c:v>
                </c:pt>
                <c:pt idx="58834">
                  <c:v>0.68094907407066785</c:v>
                </c:pt>
                <c:pt idx="58835">
                  <c:v>0.6809606481474475</c:v>
                </c:pt>
                <c:pt idx="58836">
                  <c:v>0.6809722222169512</c:v>
                </c:pt>
                <c:pt idx="58837">
                  <c:v>0.68098379629373085</c:v>
                </c:pt>
                <c:pt idx="58838">
                  <c:v>0.6809953703705105</c:v>
                </c:pt>
                <c:pt idx="58839">
                  <c:v>0.68100694444001419</c:v>
                </c:pt>
                <c:pt idx="58840">
                  <c:v>0.68101851851679385</c:v>
                </c:pt>
                <c:pt idx="58841">
                  <c:v>0.6810300925935735</c:v>
                </c:pt>
                <c:pt idx="58842">
                  <c:v>0.68104166666307719</c:v>
                </c:pt>
                <c:pt idx="58843">
                  <c:v>0.68105324073985685</c:v>
                </c:pt>
                <c:pt idx="58844">
                  <c:v>0.68106481480936054</c:v>
                </c:pt>
                <c:pt idx="58845">
                  <c:v>0.68107638888614019</c:v>
                </c:pt>
                <c:pt idx="58846">
                  <c:v>0.68108796296291985</c:v>
                </c:pt>
                <c:pt idx="58847">
                  <c:v>0.68109953703242354</c:v>
                </c:pt>
                <c:pt idx="58848">
                  <c:v>0.68111111110920319</c:v>
                </c:pt>
                <c:pt idx="58849">
                  <c:v>0.68112268518598285</c:v>
                </c:pt>
                <c:pt idx="58850">
                  <c:v>0.68113425925548654</c:v>
                </c:pt>
                <c:pt idx="58851">
                  <c:v>0.68114583333226619</c:v>
                </c:pt>
                <c:pt idx="58852">
                  <c:v>0.68115740740176989</c:v>
                </c:pt>
                <c:pt idx="58853">
                  <c:v>0.68116898147854954</c:v>
                </c:pt>
                <c:pt idx="58854">
                  <c:v>0.68118055555532919</c:v>
                </c:pt>
                <c:pt idx="58855">
                  <c:v>0.68119212962483289</c:v>
                </c:pt>
                <c:pt idx="58856">
                  <c:v>0.68120370370161254</c:v>
                </c:pt>
                <c:pt idx="58857">
                  <c:v>0.68121527777839219</c:v>
                </c:pt>
                <c:pt idx="58858">
                  <c:v>0.68122685184789589</c:v>
                </c:pt>
                <c:pt idx="58859">
                  <c:v>0.68123842592467554</c:v>
                </c:pt>
                <c:pt idx="58860">
                  <c:v>0.68124999999417923</c:v>
                </c:pt>
                <c:pt idx="58861">
                  <c:v>0.68126157407095889</c:v>
                </c:pt>
                <c:pt idx="58862">
                  <c:v>0.68127314814773854</c:v>
                </c:pt>
                <c:pt idx="58863">
                  <c:v>0.68128472221724223</c:v>
                </c:pt>
                <c:pt idx="58864">
                  <c:v>0.68129629629402189</c:v>
                </c:pt>
                <c:pt idx="58865">
                  <c:v>0.68130787037080154</c:v>
                </c:pt>
                <c:pt idx="58866">
                  <c:v>0.68131944444030523</c:v>
                </c:pt>
                <c:pt idx="58867">
                  <c:v>0.68133101851708489</c:v>
                </c:pt>
                <c:pt idx="58868">
                  <c:v>0.68134259259386454</c:v>
                </c:pt>
                <c:pt idx="58869">
                  <c:v>0.68135416666336823</c:v>
                </c:pt>
                <c:pt idx="58870">
                  <c:v>0.68136574074014788</c:v>
                </c:pt>
                <c:pt idx="58871">
                  <c:v>0.68137731480965158</c:v>
                </c:pt>
                <c:pt idx="58872">
                  <c:v>0.68138888888643123</c:v>
                </c:pt>
                <c:pt idx="58873">
                  <c:v>0.68140046296321088</c:v>
                </c:pt>
                <c:pt idx="58874">
                  <c:v>0.68141203703271458</c:v>
                </c:pt>
                <c:pt idx="58875">
                  <c:v>0.68142361110949423</c:v>
                </c:pt>
                <c:pt idx="58876">
                  <c:v>0.68143518518627388</c:v>
                </c:pt>
                <c:pt idx="58877">
                  <c:v>0.68144675925577758</c:v>
                </c:pt>
                <c:pt idx="58878">
                  <c:v>0.68145833333255723</c:v>
                </c:pt>
                <c:pt idx="58879">
                  <c:v>0.68146990740206093</c:v>
                </c:pt>
                <c:pt idx="58880">
                  <c:v>0.68148148147884058</c:v>
                </c:pt>
                <c:pt idx="58881">
                  <c:v>0.68149305555562023</c:v>
                </c:pt>
                <c:pt idx="58882">
                  <c:v>0.68150462962512393</c:v>
                </c:pt>
                <c:pt idx="58883">
                  <c:v>0.68151620370190358</c:v>
                </c:pt>
                <c:pt idx="58884">
                  <c:v>0.68152777777868323</c:v>
                </c:pt>
                <c:pt idx="58885">
                  <c:v>0.68153935184818693</c:v>
                </c:pt>
                <c:pt idx="58886">
                  <c:v>0.68155092592496658</c:v>
                </c:pt>
                <c:pt idx="58887">
                  <c:v>0.68156249999447027</c:v>
                </c:pt>
                <c:pt idx="58888">
                  <c:v>0.68157407407124992</c:v>
                </c:pt>
                <c:pt idx="58889">
                  <c:v>0.68158564814802958</c:v>
                </c:pt>
                <c:pt idx="58890">
                  <c:v>0.68159722221753327</c:v>
                </c:pt>
                <c:pt idx="58891">
                  <c:v>0.68160879629431292</c:v>
                </c:pt>
                <c:pt idx="58892">
                  <c:v>0.68162037037109258</c:v>
                </c:pt>
                <c:pt idx="58893">
                  <c:v>0.68163194444059627</c:v>
                </c:pt>
                <c:pt idx="58894">
                  <c:v>0.68164351851737592</c:v>
                </c:pt>
                <c:pt idx="58895">
                  <c:v>0.68165509258687962</c:v>
                </c:pt>
                <c:pt idx="58896">
                  <c:v>0.68166666666365927</c:v>
                </c:pt>
                <c:pt idx="58897">
                  <c:v>0.68167824074043892</c:v>
                </c:pt>
                <c:pt idx="58898">
                  <c:v>0.68168981480994262</c:v>
                </c:pt>
                <c:pt idx="58899">
                  <c:v>0.68170138888672227</c:v>
                </c:pt>
                <c:pt idx="58900">
                  <c:v>0.68171296296350192</c:v>
                </c:pt>
                <c:pt idx="58901">
                  <c:v>0.68172453703300562</c:v>
                </c:pt>
                <c:pt idx="58902">
                  <c:v>0.68173611110978527</c:v>
                </c:pt>
                <c:pt idx="58903">
                  <c:v>0.68174768517928896</c:v>
                </c:pt>
                <c:pt idx="58904">
                  <c:v>0.68175925925606862</c:v>
                </c:pt>
                <c:pt idx="58905">
                  <c:v>0.68177083333284827</c:v>
                </c:pt>
                <c:pt idx="58906">
                  <c:v>0.68178240740235196</c:v>
                </c:pt>
                <c:pt idx="58907">
                  <c:v>0.68179398147913162</c:v>
                </c:pt>
                <c:pt idx="58908">
                  <c:v>0.68180555555591127</c:v>
                </c:pt>
                <c:pt idx="58909">
                  <c:v>0.68181712962541496</c:v>
                </c:pt>
                <c:pt idx="58910">
                  <c:v>0.68182870370219462</c:v>
                </c:pt>
                <c:pt idx="58911">
                  <c:v>0.68184027777897427</c:v>
                </c:pt>
                <c:pt idx="58912">
                  <c:v>0.68185185184847796</c:v>
                </c:pt>
                <c:pt idx="58913">
                  <c:v>0.68186342592525762</c:v>
                </c:pt>
                <c:pt idx="58914">
                  <c:v>0.68187499999476131</c:v>
                </c:pt>
                <c:pt idx="58915">
                  <c:v>0.68188657407154096</c:v>
                </c:pt>
                <c:pt idx="58916">
                  <c:v>0.68189814814832062</c:v>
                </c:pt>
                <c:pt idx="58917">
                  <c:v>0.68190972221782431</c:v>
                </c:pt>
                <c:pt idx="58918">
                  <c:v>0.68192129629460396</c:v>
                </c:pt>
                <c:pt idx="58919">
                  <c:v>0.68193287037138361</c:v>
                </c:pt>
                <c:pt idx="58920">
                  <c:v>0.68194444444088731</c:v>
                </c:pt>
                <c:pt idx="58921">
                  <c:v>0.68195601851766696</c:v>
                </c:pt>
                <c:pt idx="58922">
                  <c:v>0.68196759258717066</c:v>
                </c:pt>
                <c:pt idx="58923">
                  <c:v>0.68197916666395031</c:v>
                </c:pt>
                <c:pt idx="58924">
                  <c:v>0.68199074074072996</c:v>
                </c:pt>
                <c:pt idx="58925">
                  <c:v>0.68200231481023366</c:v>
                </c:pt>
                <c:pt idx="58926">
                  <c:v>0.68201388888701331</c:v>
                </c:pt>
                <c:pt idx="58927">
                  <c:v>0.68202546296379296</c:v>
                </c:pt>
                <c:pt idx="58928">
                  <c:v>0.68203703703329666</c:v>
                </c:pt>
                <c:pt idx="58929">
                  <c:v>0.68204861111007631</c:v>
                </c:pt>
                <c:pt idx="58930">
                  <c:v>0.68206018517958</c:v>
                </c:pt>
                <c:pt idx="58931">
                  <c:v>0.68207175925635966</c:v>
                </c:pt>
                <c:pt idx="58932">
                  <c:v>0.68208333333313931</c:v>
                </c:pt>
                <c:pt idx="58933">
                  <c:v>0.682094907402643</c:v>
                </c:pt>
                <c:pt idx="58934">
                  <c:v>0.68210648147942265</c:v>
                </c:pt>
                <c:pt idx="58935">
                  <c:v>0.68211805555620231</c:v>
                </c:pt>
                <c:pt idx="58936">
                  <c:v>0.682129629625706</c:v>
                </c:pt>
                <c:pt idx="58937">
                  <c:v>0.68214120370248565</c:v>
                </c:pt>
                <c:pt idx="58938">
                  <c:v>0.68215277777198935</c:v>
                </c:pt>
                <c:pt idx="58939">
                  <c:v>0.682164351848769</c:v>
                </c:pt>
                <c:pt idx="58940">
                  <c:v>0.68217592592554865</c:v>
                </c:pt>
                <c:pt idx="58941">
                  <c:v>0.68218749999505235</c:v>
                </c:pt>
                <c:pt idx="58942">
                  <c:v>0.682199074071832</c:v>
                </c:pt>
                <c:pt idx="58943">
                  <c:v>0.68221064814861165</c:v>
                </c:pt>
                <c:pt idx="58944">
                  <c:v>0.68222222221811535</c:v>
                </c:pt>
                <c:pt idx="58945">
                  <c:v>0.682233796294895</c:v>
                </c:pt>
                <c:pt idx="58946">
                  <c:v>0.68224537037167465</c:v>
                </c:pt>
                <c:pt idx="58947">
                  <c:v>0.68225694444117835</c:v>
                </c:pt>
                <c:pt idx="58948">
                  <c:v>0.682268518517958</c:v>
                </c:pt>
                <c:pt idx="58949">
                  <c:v>0.6822800925874617</c:v>
                </c:pt>
                <c:pt idx="58950">
                  <c:v>0.68229166666424135</c:v>
                </c:pt>
                <c:pt idx="58951">
                  <c:v>0.682303240741021</c:v>
                </c:pt>
                <c:pt idx="58952">
                  <c:v>0.68231481481052469</c:v>
                </c:pt>
                <c:pt idx="58953">
                  <c:v>0.68232638888730435</c:v>
                </c:pt>
                <c:pt idx="58954">
                  <c:v>0.682337962964084</c:v>
                </c:pt>
                <c:pt idx="58955">
                  <c:v>0.68234953703358769</c:v>
                </c:pt>
                <c:pt idx="58956">
                  <c:v>0.68236111111036735</c:v>
                </c:pt>
                <c:pt idx="58957">
                  <c:v>0.68237268517987104</c:v>
                </c:pt>
                <c:pt idx="58958">
                  <c:v>0.68238425925665069</c:v>
                </c:pt>
                <c:pt idx="58959">
                  <c:v>0.68239583333343035</c:v>
                </c:pt>
                <c:pt idx="58960">
                  <c:v>0.68240740740293404</c:v>
                </c:pt>
                <c:pt idx="58961">
                  <c:v>0.68241898147971369</c:v>
                </c:pt>
                <c:pt idx="58962">
                  <c:v>0.68243055555649335</c:v>
                </c:pt>
                <c:pt idx="58963">
                  <c:v>0.68244212962599704</c:v>
                </c:pt>
                <c:pt idx="58964">
                  <c:v>0.68245370370277669</c:v>
                </c:pt>
                <c:pt idx="58965">
                  <c:v>0.68246527777228039</c:v>
                </c:pt>
                <c:pt idx="58966">
                  <c:v>0.68247685184906004</c:v>
                </c:pt>
                <c:pt idx="58967">
                  <c:v>0.68248842592583969</c:v>
                </c:pt>
                <c:pt idx="58968">
                  <c:v>0.68249999999534339</c:v>
                </c:pt>
                <c:pt idx="58969">
                  <c:v>0.68251157407212304</c:v>
                </c:pt>
                <c:pt idx="58970">
                  <c:v>0.68252314814890269</c:v>
                </c:pt>
                <c:pt idx="58971">
                  <c:v>0.68253472221840639</c:v>
                </c:pt>
                <c:pt idx="58972">
                  <c:v>0.68254629629518604</c:v>
                </c:pt>
                <c:pt idx="58973">
                  <c:v>0.68255787036468973</c:v>
                </c:pt>
                <c:pt idx="58974">
                  <c:v>0.68256944444146939</c:v>
                </c:pt>
                <c:pt idx="58975">
                  <c:v>0.68258101851824904</c:v>
                </c:pt>
                <c:pt idx="58976">
                  <c:v>0.68259259258775273</c:v>
                </c:pt>
                <c:pt idx="58977">
                  <c:v>0.68260416666453239</c:v>
                </c:pt>
                <c:pt idx="58978">
                  <c:v>0.68261574074131204</c:v>
                </c:pt>
                <c:pt idx="58979">
                  <c:v>0.68262731481081573</c:v>
                </c:pt>
                <c:pt idx="58980">
                  <c:v>0.68263888888759539</c:v>
                </c:pt>
                <c:pt idx="58981">
                  <c:v>0.68265046295709908</c:v>
                </c:pt>
                <c:pt idx="58982">
                  <c:v>0.68266203703387873</c:v>
                </c:pt>
                <c:pt idx="58983">
                  <c:v>0.68267361111065838</c:v>
                </c:pt>
                <c:pt idx="58984">
                  <c:v>0.68268518518016208</c:v>
                </c:pt>
                <c:pt idx="58985">
                  <c:v>0.68269675925694173</c:v>
                </c:pt>
                <c:pt idx="58986">
                  <c:v>0.68270833333372138</c:v>
                </c:pt>
                <c:pt idx="58987">
                  <c:v>0.68271990740322508</c:v>
                </c:pt>
                <c:pt idx="58988">
                  <c:v>0.68273148148000473</c:v>
                </c:pt>
                <c:pt idx="58989">
                  <c:v>0.68274305555678438</c:v>
                </c:pt>
                <c:pt idx="58990">
                  <c:v>0.68275462962628808</c:v>
                </c:pt>
                <c:pt idx="58991">
                  <c:v>0.68276620370306773</c:v>
                </c:pt>
                <c:pt idx="58992">
                  <c:v>0.68277777777257143</c:v>
                </c:pt>
                <c:pt idx="58993">
                  <c:v>0.68278935184935108</c:v>
                </c:pt>
                <c:pt idx="58994">
                  <c:v>0.68280092592613073</c:v>
                </c:pt>
                <c:pt idx="58995">
                  <c:v>0.68281249999563443</c:v>
                </c:pt>
                <c:pt idx="58996">
                  <c:v>0.68282407407241408</c:v>
                </c:pt>
                <c:pt idx="58997">
                  <c:v>0.68283564814919373</c:v>
                </c:pt>
                <c:pt idx="58998">
                  <c:v>0.68284722221869742</c:v>
                </c:pt>
                <c:pt idx="58999">
                  <c:v>0.68285879629547708</c:v>
                </c:pt>
                <c:pt idx="59000">
                  <c:v>0.68287037036498077</c:v>
                </c:pt>
                <c:pt idx="59001">
                  <c:v>0.68288194444176042</c:v>
                </c:pt>
                <c:pt idx="59002">
                  <c:v>0.68289351851854008</c:v>
                </c:pt>
                <c:pt idx="59003">
                  <c:v>0.68290509258804377</c:v>
                </c:pt>
                <c:pt idx="59004">
                  <c:v>0.68291666666482342</c:v>
                </c:pt>
                <c:pt idx="59005">
                  <c:v>0.68292824074160308</c:v>
                </c:pt>
                <c:pt idx="59006">
                  <c:v>0.68293981481110677</c:v>
                </c:pt>
                <c:pt idx="59007">
                  <c:v>0.68295138888788642</c:v>
                </c:pt>
                <c:pt idx="59008">
                  <c:v>0.68296296295739012</c:v>
                </c:pt>
                <c:pt idx="59009">
                  <c:v>0.68297453703416977</c:v>
                </c:pt>
                <c:pt idx="59010">
                  <c:v>0.68298611111094942</c:v>
                </c:pt>
                <c:pt idx="59011">
                  <c:v>0.68299768518045312</c:v>
                </c:pt>
                <c:pt idx="59012">
                  <c:v>0.68300925925723277</c:v>
                </c:pt>
                <c:pt idx="59013">
                  <c:v>0.68302083333401242</c:v>
                </c:pt>
                <c:pt idx="59014">
                  <c:v>0.68303240740351612</c:v>
                </c:pt>
                <c:pt idx="59015">
                  <c:v>0.68304398148029577</c:v>
                </c:pt>
                <c:pt idx="59016">
                  <c:v>0.68305555554979946</c:v>
                </c:pt>
                <c:pt idx="59017">
                  <c:v>0.68306712962657912</c:v>
                </c:pt>
                <c:pt idx="59018">
                  <c:v>0.68307870370335877</c:v>
                </c:pt>
                <c:pt idx="59019">
                  <c:v>0.68309027777286246</c:v>
                </c:pt>
                <c:pt idx="59020">
                  <c:v>0.68310185184964212</c:v>
                </c:pt>
                <c:pt idx="59021">
                  <c:v>0.68311342592642177</c:v>
                </c:pt>
                <c:pt idx="59022">
                  <c:v>0.68312499999592546</c:v>
                </c:pt>
                <c:pt idx="59023">
                  <c:v>0.68313657407270512</c:v>
                </c:pt>
                <c:pt idx="59024">
                  <c:v>0.68314814814948477</c:v>
                </c:pt>
                <c:pt idx="59025">
                  <c:v>0.68315972221898846</c:v>
                </c:pt>
                <c:pt idx="59026">
                  <c:v>0.68317129629576812</c:v>
                </c:pt>
                <c:pt idx="59027">
                  <c:v>0.68318287036527181</c:v>
                </c:pt>
                <c:pt idx="59028">
                  <c:v>0.68319444444205146</c:v>
                </c:pt>
                <c:pt idx="59029">
                  <c:v>0.68320601851883112</c:v>
                </c:pt>
                <c:pt idx="59030">
                  <c:v>0.68321759258833481</c:v>
                </c:pt>
                <c:pt idx="59031">
                  <c:v>0.68322916666511446</c:v>
                </c:pt>
                <c:pt idx="59032">
                  <c:v>0.68324074074189411</c:v>
                </c:pt>
                <c:pt idx="59033">
                  <c:v>0.68325231481139781</c:v>
                </c:pt>
                <c:pt idx="59034">
                  <c:v>0.68326388888817746</c:v>
                </c:pt>
                <c:pt idx="59035">
                  <c:v>0.68327546295768116</c:v>
                </c:pt>
                <c:pt idx="59036">
                  <c:v>0.68328703703446081</c:v>
                </c:pt>
                <c:pt idx="59037">
                  <c:v>0.68329861111124046</c:v>
                </c:pt>
                <c:pt idx="59038">
                  <c:v>0.68331018518074416</c:v>
                </c:pt>
                <c:pt idx="59039">
                  <c:v>0.68332175925752381</c:v>
                </c:pt>
                <c:pt idx="59040">
                  <c:v>0.68333333333430346</c:v>
                </c:pt>
                <c:pt idx="59041">
                  <c:v>0.68334490740380716</c:v>
                </c:pt>
                <c:pt idx="59042">
                  <c:v>0.68335648148058681</c:v>
                </c:pt>
                <c:pt idx="59043">
                  <c:v>0.6833680555500905</c:v>
                </c:pt>
                <c:pt idx="59044">
                  <c:v>0.68337962962687016</c:v>
                </c:pt>
                <c:pt idx="59045">
                  <c:v>0.68339120370364981</c:v>
                </c:pt>
                <c:pt idx="59046">
                  <c:v>0.6834027777731535</c:v>
                </c:pt>
                <c:pt idx="59047">
                  <c:v>0.68341435184993315</c:v>
                </c:pt>
                <c:pt idx="59048">
                  <c:v>0.68342592592671281</c:v>
                </c:pt>
                <c:pt idx="59049">
                  <c:v>0.6834374999962165</c:v>
                </c:pt>
                <c:pt idx="59050">
                  <c:v>0.68344907407299615</c:v>
                </c:pt>
                <c:pt idx="59051">
                  <c:v>0.68346064814249985</c:v>
                </c:pt>
                <c:pt idx="59052">
                  <c:v>0.6834722222192795</c:v>
                </c:pt>
                <c:pt idx="59053">
                  <c:v>0.68348379629605915</c:v>
                </c:pt>
                <c:pt idx="59054">
                  <c:v>0.68349537036556285</c:v>
                </c:pt>
                <c:pt idx="59055">
                  <c:v>0.6835069444423425</c:v>
                </c:pt>
                <c:pt idx="59056">
                  <c:v>0.68351851851912215</c:v>
                </c:pt>
                <c:pt idx="59057">
                  <c:v>0.68353009258862585</c:v>
                </c:pt>
                <c:pt idx="59058">
                  <c:v>0.6835416666654055</c:v>
                </c:pt>
                <c:pt idx="59059">
                  <c:v>0.6835532407349092</c:v>
                </c:pt>
                <c:pt idx="59060">
                  <c:v>0.68356481481168885</c:v>
                </c:pt>
                <c:pt idx="59061">
                  <c:v>0.6835763888884685</c:v>
                </c:pt>
                <c:pt idx="59062">
                  <c:v>0.68358796295797219</c:v>
                </c:pt>
                <c:pt idx="59063">
                  <c:v>0.68359953703475185</c:v>
                </c:pt>
                <c:pt idx="59064">
                  <c:v>0.6836111111115315</c:v>
                </c:pt>
                <c:pt idx="59065">
                  <c:v>0.68362268518103519</c:v>
                </c:pt>
                <c:pt idx="59066">
                  <c:v>0.68363425925781485</c:v>
                </c:pt>
                <c:pt idx="59067">
                  <c:v>0.6836458333345945</c:v>
                </c:pt>
                <c:pt idx="59068">
                  <c:v>0.68365740740409819</c:v>
                </c:pt>
                <c:pt idx="59069">
                  <c:v>0.68366898148087785</c:v>
                </c:pt>
                <c:pt idx="59070">
                  <c:v>0.68368055555038154</c:v>
                </c:pt>
                <c:pt idx="59071">
                  <c:v>0.68369212962716119</c:v>
                </c:pt>
                <c:pt idx="59072">
                  <c:v>0.68370370370394085</c:v>
                </c:pt>
                <c:pt idx="59073">
                  <c:v>0.68371527777344454</c:v>
                </c:pt>
                <c:pt idx="59074">
                  <c:v>0.68372685185022419</c:v>
                </c:pt>
                <c:pt idx="59075">
                  <c:v>0.68373842592700385</c:v>
                </c:pt>
                <c:pt idx="59076">
                  <c:v>0.68374999999650754</c:v>
                </c:pt>
                <c:pt idx="59077">
                  <c:v>0.68376157407328719</c:v>
                </c:pt>
                <c:pt idx="59078">
                  <c:v>0.68377314814279089</c:v>
                </c:pt>
                <c:pt idx="59079">
                  <c:v>0.68378472221957054</c:v>
                </c:pt>
                <c:pt idx="59080">
                  <c:v>0.68379629629635019</c:v>
                </c:pt>
                <c:pt idx="59081">
                  <c:v>0.68380787036585389</c:v>
                </c:pt>
                <c:pt idx="59082">
                  <c:v>0.68381944444263354</c:v>
                </c:pt>
                <c:pt idx="59083">
                  <c:v>0.68383101851941319</c:v>
                </c:pt>
                <c:pt idx="59084">
                  <c:v>0.68384259258891689</c:v>
                </c:pt>
                <c:pt idx="59085">
                  <c:v>0.68385416666569654</c:v>
                </c:pt>
                <c:pt idx="59086">
                  <c:v>0.68386574073520023</c:v>
                </c:pt>
                <c:pt idx="59087">
                  <c:v>0.68387731481197989</c:v>
                </c:pt>
                <c:pt idx="59088">
                  <c:v>0.68388888888875954</c:v>
                </c:pt>
                <c:pt idx="59089">
                  <c:v>0.68390046295826323</c:v>
                </c:pt>
                <c:pt idx="59090">
                  <c:v>0.68391203703504289</c:v>
                </c:pt>
                <c:pt idx="59091">
                  <c:v>0.68392361111182254</c:v>
                </c:pt>
                <c:pt idx="59092">
                  <c:v>0.68393518518132623</c:v>
                </c:pt>
                <c:pt idx="59093">
                  <c:v>0.68394675925810589</c:v>
                </c:pt>
                <c:pt idx="59094">
                  <c:v>0.68395833332760958</c:v>
                </c:pt>
                <c:pt idx="59095">
                  <c:v>0.68396990740438923</c:v>
                </c:pt>
                <c:pt idx="59096">
                  <c:v>0.68398148148116888</c:v>
                </c:pt>
                <c:pt idx="59097">
                  <c:v>0.68399305555067258</c:v>
                </c:pt>
                <c:pt idx="59098">
                  <c:v>0.68400462962745223</c:v>
                </c:pt>
                <c:pt idx="59099">
                  <c:v>0.68401620370423188</c:v>
                </c:pt>
                <c:pt idx="59100">
                  <c:v>0.68402777777373558</c:v>
                </c:pt>
                <c:pt idx="59101">
                  <c:v>0.68403935185051523</c:v>
                </c:pt>
                <c:pt idx="59102">
                  <c:v>0.68405092592001893</c:v>
                </c:pt>
                <c:pt idx="59103">
                  <c:v>0.68406249999679858</c:v>
                </c:pt>
                <c:pt idx="59104">
                  <c:v>0.68407407407357823</c:v>
                </c:pt>
                <c:pt idx="59105">
                  <c:v>0.68408564814308193</c:v>
                </c:pt>
                <c:pt idx="59106">
                  <c:v>0.68409722221986158</c:v>
                </c:pt>
                <c:pt idx="59107">
                  <c:v>0.68410879629664123</c:v>
                </c:pt>
                <c:pt idx="59108">
                  <c:v>0.68412037036614493</c:v>
                </c:pt>
                <c:pt idx="59109">
                  <c:v>0.68413194444292458</c:v>
                </c:pt>
                <c:pt idx="59110">
                  <c:v>0.68414351851970423</c:v>
                </c:pt>
                <c:pt idx="59111">
                  <c:v>0.68415509258920792</c:v>
                </c:pt>
                <c:pt idx="59112">
                  <c:v>0.68416666666598758</c:v>
                </c:pt>
                <c:pt idx="59113">
                  <c:v>0.68417824073549127</c:v>
                </c:pt>
                <c:pt idx="59114">
                  <c:v>0.68418981481227092</c:v>
                </c:pt>
                <c:pt idx="59115">
                  <c:v>0.68420138888905058</c:v>
                </c:pt>
                <c:pt idx="59116">
                  <c:v>0.68421296295855427</c:v>
                </c:pt>
                <c:pt idx="59117">
                  <c:v>0.68422453703533392</c:v>
                </c:pt>
                <c:pt idx="59118">
                  <c:v>0.68423611111211358</c:v>
                </c:pt>
                <c:pt idx="59119">
                  <c:v>0.68424768518161727</c:v>
                </c:pt>
                <c:pt idx="59120">
                  <c:v>0.68425925925839692</c:v>
                </c:pt>
                <c:pt idx="59121">
                  <c:v>0.68427083332790062</c:v>
                </c:pt>
                <c:pt idx="59122">
                  <c:v>0.68428240740468027</c:v>
                </c:pt>
                <c:pt idx="59123">
                  <c:v>0.68429398148145992</c:v>
                </c:pt>
                <c:pt idx="59124">
                  <c:v>0.68430555555096362</c:v>
                </c:pt>
                <c:pt idx="59125">
                  <c:v>0.68431712962774327</c:v>
                </c:pt>
                <c:pt idx="59126">
                  <c:v>0.68432870370452292</c:v>
                </c:pt>
                <c:pt idx="59127">
                  <c:v>0.68434027777402662</c:v>
                </c:pt>
                <c:pt idx="59128">
                  <c:v>0.68435185185080627</c:v>
                </c:pt>
                <c:pt idx="59129">
                  <c:v>0.68436342592030996</c:v>
                </c:pt>
                <c:pt idx="59130">
                  <c:v>0.68437499999708962</c:v>
                </c:pt>
                <c:pt idx="59131">
                  <c:v>0.68438657407386927</c:v>
                </c:pt>
                <c:pt idx="59132">
                  <c:v>0.68439814814337296</c:v>
                </c:pt>
                <c:pt idx="59133">
                  <c:v>0.68440972222015262</c:v>
                </c:pt>
                <c:pt idx="59134">
                  <c:v>0.68442129629693227</c:v>
                </c:pt>
                <c:pt idx="59135">
                  <c:v>0.68443287036643596</c:v>
                </c:pt>
                <c:pt idx="59136">
                  <c:v>0.68444444444321562</c:v>
                </c:pt>
                <c:pt idx="59137">
                  <c:v>0.68445601851271931</c:v>
                </c:pt>
                <c:pt idx="59138">
                  <c:v>0.68446759258949896</c:v>
                </c:pt>
                <c:pt idx="59139">
                  <c:v>0.68447916666627862</c:v>
                </c:pt>
                <c:pt idx="59140">
                  <c:v>0.68449074073578231</c:v>
                </c:pt>
                <c:pt idx="59141">
                  <c:v>0.68450231481256196</c:v>
                </c:pt>
                <c:pt idx="59142">
                  <c:v>0.68451388888934162</c:v>
                </c:pt>
                <c:pt idx="59143">
                  <c:v>0.68452546295884531</c:v>
                </c:pt>
                <c:pt idx="59144">
                  <c:v>0.68453703703562496</c:v>
                </c:pt>
                <c:pt idx="59145">
                  <c:v>0.68454861111240461</c:v>
                </c:pt>
                <c:pt idx="59146">
                  <c:v>0.68456018518190831</c:v>
                </c:pt>
                <c:pt idx="59147">
                  <c:v>0.68457175925868796</c:v>
                </c:pt>
                <c:pt idx="59148">
                  <c:v>0.68458333332819166</c:v>
                </c:pt>
                <c:pt idx="59149">
                  <c:v>0.68459490740497131</c:v>
                </c:pt>
                <c:pt idx="59150">
                  <c:v>0.68460648148175096</c:v>
                </c:pt>
                <c:pt idx="59151">
                  <c:v>0.68461805555125466</c:v>
                </c:pt>
                <c:pt idx="59152">
                  <c:v>0.68462962962803431</c:v>
                </c:pt>
                <c:pt idx="59153">
                  <c:v>0.68464120370481396</c:v>
                </c:pt>
                <c:pt idx="59154">
                  <c:v>0.68465277777431766</c:v>
                </c:pt>
                <c:pt idx="59155">
                  <c:v>0.68466435185109731</c:v>
                </c:pt>
                <c:pt idx="59156">
                  <c:v>0.684675925920601</c:v>
                </c:pt>
                <c:pt idx="59157">
                  <c:v>0.68468749999738066</c:v>
                </c:pt>
                <c:pt idx="59158">
                  <c:v>0.68469907407416031</c:v>
                </c:pt>
                <c:pt idx="59159">
                  <c:v>0.684710648143664</c:v>
                </c:pt>
                <c:pt idx="59160">
                  <c:v>0.68472222222044365</c:v>
                </c:pt>
                <c:pt idx="59161">
                  <c:v>0.68473379629722331</c:v>
                </c:pt>
                <c:pt idx="59162">
                  <c:v>0.684745370366727</c:v>
                </c:pt>
                <c:pt idx="59163">
                  <c:v>0.68475694444350665</c:v>
                </c:pt>
                <c:pt idx="59164">
                  <c:v>0.68476851851301035</c:v>
                </c:pt>
                <c:pt idx="59165">
                  <c:v>0.68478009258979</c:v>
                </c:pt>
                <c:pt idx="59166">
                  <c:v>0.68479166666656965</c:v>
                </c:pt>
                <c:pt idx="59167">
                  <c:v>0.68480324073607335</c:v>
                </c:pt>
                <c:pt idx="59168">
                  <c:v>0.684814814812853</c:v>
                </c:pt>
                <c:pt idx="59169">
                  <c:v>0.68482638888963265</c:v>
                </c:pt>
                <c:pt idx="59170">
                  <c:v>0.68483796295913635</c:v>
                </c:pt>
                <c:pt idx="59171">
                  <c:v>0.684849537035916</c:v>
                </c:pt>
                <c:pt idx="59172">
                  <c:v>0.6848611111054197</c:v>
                </c:pt>
                <c:pt idx="59173">
                  <c:v>0.68487268518219935</c:v>
                </c:pt>
                <c:pt idx="59174">
                  <c:v>0.684884259258979</c:v>
                </c:pt>
                <c:pt idx="59175">
                  <c:v>0.68489583332848269</c:v>
                </c:pt>
                <c:pt idx="59176">
                  <c:v>0.68490740740526235</c:v>
                </c:pt>
                <c:pt idx="59177">
                  <c:v>0.684918981482042</c:v>
                </c:pt>
                <c:pt idx="59178">
                  <c:v>0.68493055555154569</c:v>
                </c:pt>
                <c:pt idx="59179">
                  <c:v>0.68494212962832535</c:v>
                </c:pt>
                <c:pt idx="59180">
                  <c:v>0.68495370369782904</c:v>
                </c:pt>
                <c:pt idx="59181">
                  <c:v>0.68496527777460869</c:v>
                </c:pt>
                <c:pt idx="59182">
                  <c:v>0.68497685185138835</c:v>
                </c:pt>
                <c:pt idx="59183">
                  <c:v>0.68498842592089204</c:v>
                </c:pt>
                <c:pt idx="59184">
                  <c:v>0.68499999999767169</c:v>
                </c:pt>
                <c:pt idx="59185">
                  <c:v>0.68501157407445135</c:v>
                </c:pt>
                <c:pt idx="59186">
                  <c:v>0.68502314814395504</c:v>
                </c:pt>
                <c:pt idx="59187">
                  <c:v>0.68503472222073469</c:v>
                </c:pt>
                <c:pt idx="59188">
                  <c:v>0.68504629629751435</c:v>
                </c:pt>
                <c:pt idx="59189">
                  <c:v>0.68505787036701804</c:v>
                </c:pt>
                <c:pt idx="59190">
                  <c:v>0.68506944444379769</c:v>
                </c:pt>
                <c:pt idx="59191">
                  <c:v>0.68508101851330139</c:v>
                </c:pt>
                <c:pt idx="59192">
                  <c:v>0.68509259259008104</c:v>
                </c:pt>
                <c:pt idx="59193">
                  <c:v>0.68510416666686069</c:v>
                </c:pt>
                <c:pt idx="59194">
                  <c:v>0.68511574073636439</c:v>
                </c:pt>
                <c:pt idx="59195">
                  <c:v>0.68512731481314404</c:v>
                </c:pt>
                <c:pt idx="59196">
                  <c:v>0.68513888888992369</c:v>
                </c:pt>
                <c:pt idx="59197">
                  <c:v>0.68515046295942739</c:v>
                </c:pt>
                <c:pt idx="59198">
                  <c:v>0.68516203703620704</c:v>
                </c:pt>
                <c:pt idx="59199">
                  <c:v>0.68517361110571073</c:v>
                </c:pt>
                <c:pt idx="59200">
                  <c:v>0.68518518518249039</c:v>
                </c:pt>
                <c:pt idx="59201">
                  <c:v>0.68519675925927004</c:v>
                </c:pt>
                <c:pt idx="59202">
                  <c:v>0.68520833332877373</c:v>
                </c:pt>
                <c:pt idx="59203">
                  <c:v>0.68521990740555339</c:v>
                </c:pt>
                <c:pt idx="59204">
                  <c:v>0.68523148148233304</c:v>
                </c:pt>
                <c:pt idx="59205">
                  <c:v>0.68524305555183673</c:v>
                </c:pt>
                <c:pt idx="59206">
                  <c:v>0.68525462962861639</c:v>
                </c:pt>
                <c:pt idx="59207">
                  <c:v>0.68526620369812008</c:v>
                </c:pt>
                <c:pt idx="59208">
                  <c:v>0.68527777777489973</c:v>
                </c:pt>
                <c:pt idx="59209">
                  <c:v>0.68528935185167938</c:v>
                </c:pt>
                <c:pt idx="59210">
                  <c:v>0.68530092592118308</c:v>
                </c:pt>
                <c:pt idx="59211">
                  <c:v>0.68531249999796273</c:v>
                </c:pt>
                <c:pt idx="59212">
                  <c:v>0.68532407407474238</c:v>
                </c:pt>
                <c:pt idx="59213">
                  <c:v>0.68533564814424608</c:v>
                </c:pt>
                <c:pt idx="59214">
                  <c:v>0.68534722222102573</c:v>
                </c:pt>
                <c:pt idx="59215">
                  <c:v>0.68535879629052943</c:v>
                </c:pt>
                <c:pt idx="59216">
                  <c:v>0.68537037036730908</c:v>
                </c:pt>
                <c:pt idx="59217">
                  <c:v>0.68538194444408873</c:v>
                </c:pt>
                <c:pt idx="59218">
                  <c:v>0.68539351851359243</c:v>
                </c:pt>
                <c:pt idx="59219">
                  <c:v>0.68540509259037208</c:v>
                </c:pt>
                <c:pt idx="59220">
                  <c:v>0.68541666666715173</c:v>
                </c:pt>
                <c:pt idx="59221">
                  <c:v>0.68542824073665543</c:v>
                </c:pt>
                <c:pt idx="59222">
                  <c:v>0.68543981481343508</c:v>
                </c:pt>
                <c:pt idx="59223">
                  <c:v>0.68545138889021473</c:v>
                </c:pt>
                <c:pt idx="59224">
                  <c:v>0.68546296295971842</c:v>
                </c:pt>
                <c:pt idx="59225">
                  <c:v>0.68547453703649808</c:v>
                </c:pt>
                <c:pt idx="59226">
                  <c:v>0.68548611110600177</c:v>
                </c:pt>
                <c:pt idx="59227">
                  <c:v>0.68549768518278142</c:v>
                </c:pt>
                <c:pt idx="59228">
                  <c:v>0.68550925925956108</c:v>
                </c:pt>
                <c:pt idx="59229">
                  <c:v>0.68552083332906477</c:v>
                </c:pt>
                <c:pt idx="59230">
                  <c:v>0.68553240740584442</c:v>
                </c:pt>
                <c:pt idx="59231">
                  <c:v>0.68554398148262408</c:v>
                </c:pt>
                <c:pt idx="59232">
                  <c:v>0.68555555555212777</c:v>
                </c:pt>
                <c:pt idx="59233">
                  <c:v>0.68556712962890742</c:v>
                </c:pt>
                <c:pt idx="59234">
                  <c:v>0.68557870369841112</c:v>
                </c:pt>
                <c:pt idx="59235">
                  <c:v>0.68559027777519077</c:v>
                </c:pt>
                <c:pt idx="59236">
                  <c:v>0.68560185185197042</c:v>
                </c:pt>
                <c:pt idx="59237">
                  <c:v>0.68561342592147412</c:v>
                </c:pt>
                <c:pt idx="59238">
                  <c:v>0.68562499999825377</c:v>
                </c:pt>
                <c:pt idx="59239">
                  <c:v>0.68563657407503342</c:v>
                </c:pt>
                <c:pt idx="59240">
                  <c:v>0.68564814814453712</c:v>
                </c:pt>
                <c:pt idx="59241">
                  <c:v>0.68565972222131677</c:v>
                </c:pt>
                <c:pt idx="59242">
                  <c:v>0.68567129629082046</c:v>
                </c:pt>
                <c:pt idx="59243">
                  <c:v>0.68568287036760012</c:v>
                </c:pt>
                <c:pt idx="59244">
                  <c:v>0.68569444444437977</c:v>
                </c:pt>
                <c:pt idx="59245">
                  <c:v>0.68570601851388346</c:v>
                </c:pt>
                <c:pt idx="59246">
                  <c:v>0.68571759259066312</c:v>
                </c:pt>
                <c:pt idx="59247">
                  <c:v>0.68572916666744277</c:v>
                </c:pt>
                <c:pt idx="59248">
                  <c:v>0.68574074073694646</c:v>
                </c:pt>
                <c:pt idx="59249">
                  <c:v>0.68575231481372612</c:v>
                </c:pt>
                <c:pt idx="59250">
                  <c:v>0.68576388888322981</c:v>
                </c:pt>
                <c:pt idx="59251">
                  <c:v>0.68577546296000946</c:v>
                </c:pt>
                <c:pt idx="59252">
                  <c:v>0.68578703703678912</c:v>
                </c:pt>
                <c:pt idx="59253">
                  <c:v>0.68579861110629281</c:v>
                </c:pt>
                <c:pt idx="59254">
                  <c:v>0.68581018518307246</c:v>
                </c:pt>
                <c:pt idx="59255">
                  <c:v>0.68582175925985212</c:v>
                </c:pt>
                <c:pt idx="59256">
                  <c:v>0.68583333332935581</c:v>
                </c:pt>
                <c:pt idx="59257">
                  <c:v>0.68584490740613546</c:v>
                </c:pt>
                <c:pt idx="59258">
                  <c:v>0.68585648147563916</c:v>
                </c:pt>
                <c:pt idx="59259">
                  <c:v>0.68586805555241881</c:v>
                </c:pt>
                <c:pt idx="59260">
                  <c:v>0.68587962962919846</c:v>
                </c:pt>
                <c:pt idx="59261">
                  <c:v>0.68589120369870216</c:v>
                </c:pt>
                <c:pt idx="59262">
                  <c:v>0.68590277777548181</c:v>
                </c:pt>
                <c:pt idx="59263">
                  <c:v>0.68591435185226146</c:v>
                </c:pt>
                <c:pt idx="59264">
                  <c:v>0.68592592592176516</c:v>
                </c:pt>
                <c:pt idx="59265">
                  <c:v>0.68593749999854481</c:v>
                </c:pt>
                <c:pt idx="59266">
                  <c:v>0.68594907407532446</c:v>
                </c:pt>
                <c:pt idx="59267">
                  <c:v>0.68596064814482816</c:v>
                </c:pt>
                <c:pt idx="59268">
                  <c:v>0.68597222222160781</c:v>
                </c:pt>
                <c:pt idx="59269">
                  <c:v>0.6859837962911115</c:v>
                </c:pt>
                <c:pt idx="59270">
                  <c:v>0.68599537036789116</c:v>
                </c:pt>
                <c:pt idx="59271">
                  <c:v>0.68600694444467081</c:v>
                </c:pt>
                <c:pt idx="59272">
                  <c:v>0.6860185185141745</c:v>
                </c:pt>
                <c:pt idx="59273">
                  <c:v>0.68603009259095415</c:v>
                </c:pt>
                <c:pt idx="59274">
                  <c:v>0.68604166666773381</c:v>
                </c:pt>
                <c:pt idx="59275">
                  <c:v>0.6860532407372375</c:v>
                </c:pt>
                <c:pt idx="59276">
                  <c:v>0.68606481481401715</c:v>
                </c:pt>
                <c:pt idx="59277">
                  <c:v>0.68607638888352085</c:v>
                </c:pt>
                <c:pt idx="59278">
                  <c:v>0.6860879629603005</c:v>
                </c:pt>
                <c:pt idx="59279">
                  <c:v>0.68609953703708015</c:v>
                </c:pt>
                <c:pt idx="59280">
                  <c:v>0.68611111110658385</c:v>
                </c:pt>
                <c:pt idx="59281">
                  <c:v>0.6861226851833635</c:v>
                </c:pt>
                <c:pt idx="59282">
                  <c:v>0.68613425926014315</c:v>
                </c:pt>
                <c:pt idx="59283">
                  <c:v>0.68614583332964685</c:v>
                </c:pt>
                <c:pt idx="59284">
                  <c:v>0.6861574074064265</c:v>
                </c:pt>
                <c:pt idx="59285">
                  <c:v>0.6861689814759302</c:v>
                </c:pt>
                <c:pt idx="59286">
                  <c:v>0.68618055555270985</c:v>
                </c:pt>
                <c:pt idx="59287">
                  <c:v>0.6861921296294895</c:v>
                </c:pt>
                <c:pt idx="59288">
                  <c:v>0.68620370369899319</c:v>
                </c:pt>
                <c:pt idx="59289">
                  <c:v>0.68621527777577285</c:v>
                </c:pt>
                <c:pt idx="59290">
                  <c:v>0.6862268518525525</c:v>
                </c:pt>
                <c:pt idx="59291">
                  <c:v>0.68623842592205619</c:v>
                </c:pt>
                <c:pt idx="59292">
                  <c:v>0.68624999999883585</c:v>
                </c:pt>
                <c:pt idx="59293">
                  <c:v>0.68626157406833954</c:v>
                </c:pt>
                <c:pt idx="59294">
                  <c:v>0.68627314814511919</c:v>
                </c:pt>
                <c:pt idx="59295">
                  <c:v>0.68628472222189885</c:v>
                </c:pt>
                <c:pt idx="59296">
                  <c:v>0.68629629629140254</c:v>
                </c:pt>
                <c:pt idx="59297">
                  <c:v>0.68630787036818219</c:v>
                </c:pt>
                <c:pt idx="59298">
                  <c:v>0.68631944444496185</c:v>
                </c:pt>
                <c:pt idx="59299">
                  <c:v>0.68633101851446554</c:v>
                </c:pt>
                <c:pt idx="59300">
                  <c:v>0.68634259259124519</c:v>
                </c:pt>
                <c:pt idx="59301">
                  <c:v>0.68635416666074889</c:v>
                </c:pt>
                <c:pt idx="59302">
                  <c:v>0.68636574073752854</c:v>
                </c:pt>
                <c:pt idx="59303">
                  <c:v>0.68637731481430819</c:v>
                </c:pt>
                <c:pt idx="59304">
                  <c:v>0.68638888888381189</c:v>
                </c:pt>
                <c:pt idx="59305">
                  <c:v>0.68640046296059154</c:v>
                </c:pt>
                <c:pt idx="59306">
                  <c:v>0.68641203703737119</c:v>
                </c:pt>
                <c:pt idx="59307">
                  <c:v>0.68642361110687489</c:v>
                </c:pt>
                <c:pt idx="59308">
                  <c:v>0.68643518518365454</c:v>
                </c:pt>
                <c:pt idx="59309">
                  <c:v>0.68644675926043419</c:v>
                </c:pt>
                <c:pt idx="59310">
                  <c:v>0.68645833332993789</c:v>
                </c:pt>
                <c:pt idx="59311">
                  <c:v>0.68646990740671754</c:v>
                </c:pt>
                <c:pt idx="59312">
                  <c:v>0.68648148147622123</c:v>
                </c:pt>
                <c:pt idx="59313">
                  <c:v>0.68649305555300089</c:v>
                </c:pt>
                <c:pt idx="59314">
                  <c:v>0.68650462962978054</c:v>
                </c:pt>
                <c:pt idx="59315">
                  <c:v>0.68651620369928423</c:v>
                </c:pt>
                <c:pt idx="59316">
                  <c:v>0.68652777777606389</c:v>
                </c:pt>
                <c:pt idx="59317">
                  <c:v>0.68653935185284354</c:v>
                </c:pt>
                <c:pt idx="59318">
                  <c:v>0.68655092592234723</c:v>
                </c:pt>
                <c:pt idx="59319">
                  <c:v>0.68656249999912689</c:v>
                </c:pt>
                <c:pt idx="59320">
                  <c:v>0.68657407406863058</c:v>
                </c:pt>
                <c:pt idx="59321">
                  <c:v>0.68658564814541023</c:v>
                </c:pt>
                <c:pt idx="59322">
                  <c:v>0.68659722222218988</c:v>
                </c:pt>
                <c:pt idx="59323">
                  <c:v>0.68660879629169358</c:v>
                </c:pt>
                <c:pt idx="59324">
                  <c:v>0.68662037036847323</c:v>
                </c:pt>
                <c:pt idx="59325">
                  <c:v>0.68663194444525288</c:v>
                </c:pt>
                <c:pt idx="59326">
                  <c:v>0.68664351851475658</c:v>
                </c:pt>
                <c:pt idx="59327">
                  <c:v>0.68665509259153623</c:v>
                </c:pt>
                <c:pt idx="59328">
                  <c:v>0.68666666666103993</c:v>
                </c:pt>
                <c:pt idx="59329">
                  <c:v>0.68667824073781958</c:v>
                </c:pt>
                <c:pt idx="59330">
                  <c:v>0.68668981481459923</c:v>
                </c:pt>
                <c:pt idx="59331">
                  <c:v>0.68670138888410293</c:v>
                </c:pt>
                <c:pt idx="59332">
                  <c:v>0.68671296296088258</c:v>
                </c:pt>
                <c:pt idx="59333">
                  <c:v>0.68672453703766223</c:v>
                </c:pt>
                <c:pt idx="59334">
                  <c:v>0.68673611110716593</c:v>
                </c:pt>
                <c:pt idx="59335">
                  <c:v>0.68674768518394558</c:v>
                </c:pt>
                <c:pt idx="59336">
                  <c:v>0.68675925925344927</c:v>
                </c:pt>
                <c:pt idx="59337">
                  <c:v>0.68677083333022892</c:v>
                </c:pt>
                <c:pt idx="59338">
                  <c:v>0.68678240740700858</c:v>
                </c:pt>
                <c:pt idx="59339">
                  <c:v>0.68679398147651227</c:v>
                </c:pt>
                <c:pt idx="59340">
                  <c:v>0.68680555555329192</c:v>
                </c:pt>
                <c:pt idx="59341">
                  <c:v>0.68681712963007158</c:v>
                </c:pt>
                <c:pt idx="59342">
                  <c:v>0.68682870369957527</c:v>
                </c:pt>
                <c:pt idx="59343">
                  <c:v>0.68684027777635492</c:v>
                </c:pt>
                <c:pt idx="59344">
                  <c:v>0.68685185185313458</c:v>
                </c:pt>
                <c:pt idx="59345">
                  <c:v>0.68686342592263827</c:v>
                </c:pt>
                <c:pt idx="59346">
                  <c:v>0.68687499999941792</c:v>
                </c:pt>
                <c:pt idx="59347">
                  <c:v>0.68688657406892162</c:v>
                </c:pt>
                <c:pt idx="59348">
                  <c:v>0.68689814814570127</c:v>
                </c:pt>
                <c:pt idx="59349">
                  <c:v>0.68690972222248092</c:v>
                </c:pt>
                <c:pt idx="59350">
                  <c:v>0.68692129629198462</c:v>
                </c:pt>
                <c:pt idx="59351">
                  <c:v>0.68693287036876427</c:v>
                </c:pt>
                <c:pt idx="59352">
                  <c:v>0.68694444444554392</c:v>
                </c:pt>
                <c:pt idx="59353">
                  <c:v>0.68695601851504762</c:v>
                </c:pt>
                <c:pt idx="59354">
                  <c:v>0.68696759259182727</c:v>
                </c:pt>
                <c:pt idx="59355">
                  <c:v>0.68697916666133096</c:v>
                </c:pt>
                <c:pt idx="59356">
                  <c:v>0.68699074073811062</c:v>
                </c:pt>
                <c:pt idx="59357">
                  <c:v>0.68700231481489027</c:v>
                </c:pt>
                <c:pt idx="59358">
                  <c:v>0.68701388888439396</c:v>
                </c:pt>
                <c:pt idx="59359">
                  <c:v>0.68702546296117362</c:v>
                </c:pt>
                <c:pt idx="59360">
                  <c:v>0.68703703703795327</c:v>
                </c:pt>
                <c:pt idx="59361">
                  <c:v>0.68704861110745696</c:v>
                </c:pt>
                <c:pt idx="59362">
                  <c:v>0.68706018518423662</c:v>
                </c:pt>
                <c:pt idx="59363">
                  <c:v>0.68707175925374031</c:v>
                </c:pt>
                <c:pt idx="59364">
                  <c:v>0.68708333333051996</c:v>
                </c:pt>
                <c:pt idx="59365">
                  <c:v>0.68709490740729962</c:v>
                </c:pt>
                <c:pt idx="59366">
                  <c:v>0.68710648147680331</c:v>
                </c:pt>
                <c:pt idx="59367">
                  <c:v>0.68711805555358296</c:v>
                </c:pt>
                <c:pt idx="59368">
                  <c:v>0.68712962963036261</c:v>
                </c:pt>
                <c:pt idx="59369">
                  <c:v>0.68714120369986631</c:v>
                </c:pt>
                <c:pt idx="59370">
                  <c:v>0.68715277777664596</c:v>
                </c:pt>
                <c:pt idx="59371">
                  <c:v>0.68716435184614966</c:v>
                </c:pt>
                <c:pt idx="59372">
                  <c:v>0.68717592592292931</c:v>
                </c:pt>
                <c:pt idx="59373">
                  <c:v>0.68718749999970896</c:v>
                </c:pt>
                <c:pt idx="59374">
                  <c:v>0.68719907406921266</c:v>
                </c:pt>
                <c:pt idx="59375">
                  <c:v>0.68721064814599231</c:v>
                </c:pt>
                <c:pt idx="59376">
                  <c:v>0.68722222222277196</c:v>
                </c:pt>
                <c:pt idx="59377">
                  <c:v>0.68723379629227566</c:v>
                </c:pt>
                <c:pt idx="59378">
                  <c:v>0.68724537036905531</c:v>
                </c:pt>
                <c:pt idx="59379">
                  <c:v>0.687256944438559</c:v>
                </c:pt>
                <c:pt idx="59380">
                  <c:v>0.68726851851533866</c:v>
                </c:pt>
                <c:pt idx="59381">
                  <c:v>0.68728009259211831</c:v>
                </c:pt>
                <c:pt idx="59382">
                  <c:v>0.687291666661622</c:v>
                </c:pt>
                <c:pt idx="59383">
                  <c:v>0.68730324073840166</c:v>
                </c:pt>
                <c:pt idx="59384">
                  <c:v>0.68731481481518131</c:v>
                </c:pt>
                <c:pt idx="59385">
                  <c:v>0.687326388884685</c:v>
                </c:pt>
                <c:pt idx="59386">
                  <c:v>0.68733796296146465</c:v>
                </c:pt>
                <c:pt idx="59387">
                  <c:v>0.68734953703824431</c:v>
                </c:pt>
                <c:pt idx="59388">
                  <c:v>0.687361111107748</c:v>
                </c:pt>
                <c:pt idx="59389">
                  <c:v>0.68737268518452765</c:v>
                </c:pt>
                <c:pt idx="59390">
                  <c:v>0.68738425925403135</c:v>
                </c:pt>
                <c:pt idx="59391">
                  <c:v>0.687395833330811</c:v>
                </c:pt>
                <c:pt idx="59392">
                  <c:v>0.68740740740759065</c:v>
                </c:pt>
                <c:pt idx="59393">
                  <c:v>0.68741898147709435</c:v>
                </c:pt>
                <c:pt idx="59394">
                  <c:v>0.687430555553874</c:v>
                </c:pt>
                <c:pt idx="59395">
                  <c:v>0.68744212963065365</c:v>
                </c:pt>
                <c:pt idx="59396">
                  <c:v>0.68745370370015735</c:v>
                </c:pt>
                <c:pt idx="59397">
                  <c:v>0.687465277776937</c:v>
                </c:pt>
                <c:pt idx="59398">
                  <c:v>0.6874768518464407</c:v>
                </c:pt>
                <c:pt idx="59399">
                  <c:v>0.68748842592322035</c:v>
                </c:pt>
                <c:pt idx="59400">
                  <c:v>0.6875</c:v>
                </c:pt>
                <c:pt idx="59401">
                  <c:v>0.68751157406950369</c:v>
                </c:pt>
                <c:pt idx="59402">
                  <c:v>0.68752314814628335</c:v>
                </c:pt>
                <c:pt idx="59403">
                  <c:v>0.687534722223063</c:v>
                </c:pt>
                <c:pt idx="59404">
                  <c:v>0.68754629629256669</c:v>
                </c:pt>
                <c:pt idx="59405">
                  <c:v>0.68755787036934635</c:v>
                </c:pt>
                <c:pt idx="59406">
                  <c:v>0.68756944443885004</c:v>
                </c:pt>
                <c:pt idx="59407">
                  <c:v>0.68758101851562969</c:v>
                </c:pt>
                <c:pt idx="59408">
                  <c:v>0.68759259259240935</c:v>
                </c:pt>
                <c:pt idx="59409">
                  <c:v>0.68760416666191304</c:v>
                </c:pt>
                <c:pt idx="59410">
                  <c:v>0.68761574073869269</c:v>
                </c:pt>
                <c:pt idx="59411">
                  <c:v>0.68762731481547235</c:v>
                </c:pt>
                <c:pt idx="59412">
                  <c:v>0.68763888888497604</c:v>
                </c:pt>
                <c:pt idx="59413">
                  <c:v>0.68765046296175569</c:v>
                </c:pt>
                <c:pt idx="59414">
                  <c:v>0.68766203703125939</c:v>
                </c:pt>
                <c:pt idx="59415">
                  <c:v>0.68767361110803904</c:v>
                </c:pt>
                <c:pt idx="59416">
                  <c:v>0.68768518518481869</c:v>
                </c:pt>
                <c:pt idx="59417">
                  <c:v>0.68769675925432239</c:v>
                </c:pt>
                <c:pt idx="59418">
                  <c:v>0.68770833333110204</c:v>
                </c:pt>
                <c:pt idx="59419">
                  <c:v>0.68771990740788169</c:v>
                </c:pt>
                <c:pt idx="59420">
                  <c:v>0.68773148147738539</c:v>
                </c:pt>
                <c:pt idx="59421">
                  <c:v>0.68774305555416504</c:v>
                </c:pt>
                <c:pt idx="59422">
                  <c:v>0.68775462963094469</c:v>
                </c:pt>
                <c:pt idx="59423">
                  <c:v>0.68776620370044839</c:v>
                </c:pt>
                <c:pt idx="59424">
                  <c:v>0.68777777777722804</c:v>
                </c:pt>
                <c:pt idx="59425">
                  <c:v>0.68778935184673173</c:v>
                </c:pt>
                <c:pt idx="59426">
                  <c:v>0.68780092592351139</c:v>
                </c:pt>
                <c:pt idx="59427">
                  <c:v>0.68781250000029104</c:v>
                </c:pt>
                <c:pt idx="59428">
                  <c:v>0.68782407406979473</c:v>
                </c:pt>
                <c:pt idx="59429">
                  <c:v>0.68783564814657439</c:v>
                </c:pt>
                <c:pt idx="59430">
                  <c:v>0.68784722222335404</c:v>
                </c:pt>
                <c:pt idx="59431">
                  <c:v>0.68785879629285773</c:v>
                </c:pt>
                <c:pt idx="59432">
                  <c:v>0.68787037036963739</c:v>
                </c:pt>
                <c:pt idx="59433">
                  <c:v>0.68788194443914108</c:v>
                </c:pt>
                <c:pt idx="59434">
                  <c:v>0.68789351851592073</c:v>
                </c:pt>
                <c:pt idx="59435">
                  <c:v>0.68790509259270038</c:v>
                </c:pt>
                <c:pt idx="59436">
                  <c:v>0.68791666666220408</c:v>
                </c:pt>
                <c:pt idx="59437">
                  <c:v>0.68792824073898373</c:v>
                </c:pt>
                <c:pt idx="59438">
                  <c:v>0.68793981481576338</c:v>
                </c:pt>
                <c:pt idx="59439">
                  <c:v>0.68795138888526708</c:v>
                </c:pt>
                <c:pt idx="59440">
                  <c:v>0.68796296296204673</c:v>
                </c:pt>
                <c:pt idx="59441">
                  <c:v>0.68797453703155043</c:v>
                </c:pt>
                <c:pt idx="59442">
                  <c:v>0.68798611110833008</c:v>
                </c:pt>
                <c:pt idx="59443">
                  <c:v>0.68799768518510973</c:v>
                </c:pt>
                <c:pt idx="59444">
                  <c:v>0.68800925925461343</c:v>
                </c:pt>
                <c:pt idx="59445">
                  <c:v>0.68802083333139308</c:v>
                </c:pt>
                <c:pt idx="59446">
                  <c:v>0.68803240740817273</c:v>
                </c:pt>
                <c:pt idx="59447">
                  <c:v>0.68804398147767643</c:v>
                </c:pt>
                <c:pt idx="59448">
                  <c:v>0.68805555555445608</c:v>
                </c:pt>
                <c:pt idx="59449">
                  <c:v>0.68806712962395977</c:v>
                </c:pt>
                <c:pt idx="59450">
                  <c:v>0.68807870370073942</c:v>
                </c:pt>
                <c:pt idx="59451">
                  <c:v>0.68809027777751908</c:v>
                </c:pt>
                <c:pt idx="59452">
                  <c:v>0.68810185184702277</c:v>
                </c:pt>
                <c:pt idx="59453">
                  <c:v>0.68811342592380242</c:v>
                </c:pt>
                <c:pt idx="59454">
                  <c:v>0.68812500000058208</c:v>
                </c:pt>
                <c:pt idx="59455">
                  <c:v>0.68813657407008577</c:v>
                </c:pt>
                <c:pt idx="59456">
                  <c:v>0.68814814814686542</c:v>
                </c:pt>
                <c:pt idx="59457">
                  <c:v>0.68815972221636912</c:v>
                </c:pt>
                <c:pt idx="59458">
                  <c:v>0.68817129629314877</c:v>
                </c:pt>
                <c:pt idx="59459">
                  <c:v>0.68818287036992842</c:v>
                </c:pt>
                <c:pt idx="59460">
                  <c:v>0.68819444443943212</c:v>
                </c:pt>
                <c:pt idx="59461">
                  <c:v>0.68820601851621177</c:v>
                </c:pt>
                <c:pt idx="59462">
                  <c:v>0.68821759259299142</c:v>
                </c:pt>
                <c:pt idx="59463">
                  <c:v>0.68822916666249512</c:v>
                </c:pt>
                <c:pt idx="59464">
                  <c:v>0.68824074073927477</c:v>
                </c:pt>
                <c:pt idx="59465">
                  <c:v>0.68825231481605442</c:v>
                </c:pt>
                <c:pt idx="59466">
                  <c:v>0.68826388888555812</c:v>
                </c:pt>
                <c:pt idx="59467">
                  <c:v>0.68827546296233777</c:v>
                </c:pt>
                <c:pt idx="59468">
                  <c:v>0.68828703703184146</c:v>
                </c:pt>
                <c:pt idx="59469">
                  <c:v>0.68829861110862112</c:v>
                </c:pt>
                <c:pt idx="59470">
                  <c:v>0.68831018518540077</c:v>
                </c:pt>
                <c:pt idx="59471">
                  <c:v>0.68832175925490446</c:v>
                </c:pt>
                <c:pt idx="59472">
                  <c:v>0.68833333333168412</c:v>
                </c:pt>
                <c:pt idx="59473">
                  <c:v>0.68834490740846377</c:v>
                </c:pt>
                <c:pt idx="59474">
                  <c:v>0.68835648147796746</c:v>
                </c:pt>
                <c:pt idx="59475">
                  <c:v>0.68836805555474712</c:v>
                </c:pt>
                <c:pt idx="59476">
                  <c:v>0.68837962962425081</c:v>
                </c:pt>
                <c:pt idx="59477">
                  <c:v>0.68839120370103046</c:v>
                </c:pt>
                <c:pt idx="59478">
                  <c:v>0.68840277777781012</c:v>
                </c:pt>
                <c:pt idx="59479">
                  <c:v>0.68841435184731381</c:v>
                </c:pt>
                <c:pt idx="59480">
                  <c:v>0.68842592592409346</c:v>
                </c:pt>
                <c:pt idx="59481">
                  <c:v>0.68843750000087311</c:v>
                </c:pt>
                <c:pt idx="59482">
                  <c:v>0.68844907407037681</c:v>
                </c:pt>
                <c:pt idx="59483">
                  <c:v>0.68846064814715646</c:v>
                </c:pt>
                <c:pt idx="59484">
                  <c:v>0.68847222221666016</c:v>
                </c:pt>
                <c:pt idx="59485">
                  <c:v>0.68848379629343981</c:v>
                </c:pt>
                <c:pt idx="59486">
                  <c:v>0.68849537037021946</c:v>
                </c:pt>
                <c:pt idx="59487">
                  <c:v>0.68850694443972316</c:v>
                </c:pt>
                <c:pt idx="59488">
                  <c:v>0.68851851851650281</c:v>
                </c:pt>
                <c:pt idx="59489">
                  <c:v>0.68853009259328246</c:v>
                </c:pt>
                <c:pt idx="59490">
                  <c:v>0.68854166666278616</c:v>
                </c:pt>
                <c:pt idx="59491">
                  <c:v>0.68855324073956581</c:v>
                </c:pt>
                <c:pt idx="59492">
                  <c:v>0.6885648148090695</c:v>
                </c:pt>
                <c:pt idx="59493">
                  <c:v>0.68857638888584916</c:v>
                </c:pt>
                <c:pt idx="59494">
                  <c:v>0.68858796296262881</c:v>
                </c:pt>
                <c:pt idx="59495">
                  <c:v>0.6885995370321325</c:v>
                </c:pt>
                <c:pt idx="59496">
                  <c:v>0.68861111110891216</c:v>
                </c:pt>
                <c:pt idx="59497">
                  <c:v>0.68862268518569181</c:v>
                </c:pt>
                <c:pt idx="59498">
                  <c:v>0.6886342592551955</c:v>
                </c:pt>
                <c:pt idx="59499">
                  <c:v>0.68864583333197515</c:v>
                </c:pt>
                <c:pt idx="59500">
                  <c:v>0.68865740740147885</c:v>
                </c:pt>
                <c:pt idx="59501">
                  <c:v>0.6886689814782585</c:v>
                </c:pt>
                <c:pt idx="59502">
                  <c:v>0.68868055555503815</c:v>
                </c:pt>
                <c:pt idx="59503">
                  <c:v>0.68869212962454185</c:v>
                </c:pt>
                <c:pt idx="59504">
                  <c:v>0.6887037037013215</c:v>
                </c:pt>
                <c:pt idx="59505">
                  <c:v>0.68871527777810115</c:v>
                </c:pt>
                <c:pt idx="59506">
                  <c:v>0.68872685184760485</c:v>
                </c:pt>
                <c:pt idx="59507">
                  <c:v>0.6887384259243845</c:v>
                </c:pt>
                <c:pt idx="59508">
                  <c:v>0.68875000000116415</c:v>
                </c:pt>
                <c:pt idx="59509">
                  <c:v>0.68876157407066785</c:v>
                </c:pt>
                <c:pt idx="59510">
                  <c:v>0.6887731481474475</c:v>
                </c:pt>
                <c:pt idx="59511">
                  <c:v>0.6887847222169512</c:v>
                </c:pt>
                <c:pt idx="59512">
                  <c:v>0.68879629629373085</c:v>
                </c:pt>
                <c:pt idx="59513">
                  <c:v>0.6888078703705105</c:v>
                </c:pt>
                <c:pt idx="59514">
                  <c:v>0.68881944444001419</c:v>
                </c:pt>
                <c:pt idx="59515">
                  <c:v>0.68883101851679385</c:v>
                </c:pt>
                <c:pt idx="59516">
                  <c:v>0.6888425925935735</c:v>
                </c:pt>
                <c:pt idx="59517">
                  <c:v>0.68885416666307719</c:v>
                </c:pt>
                <c:pt idx="59518">
                  <c:v>0.68886574073985685</c:v>
                </c:pt>
                <c:pt idx="59519">
                  <c:v>0.68887731480936054</c:v>
                </c:pt>
                <c:pt idx="59520">
                  <c:v>0.68888888888614019</c:v>
                </c:pt>
                <c:pt idx="59521">
                  <c:v>0.68890046296291985</c:v>
                </c:pt>
                <c:pt idx="59522">
                  <c:v>0.68891203703242354</c:v>
                </c:pt>
                <c:pt idx="59523">
                  <c:v>0.68892361110920319</c:v>
                </c:pt>
                <c:pt idx="59524">
                  <c:v>0.68893518518598285</c:v>
                </c:pt>
                <c:pt idx="59525">
                  <c:v>0.68894675925548654</c:v>
                </c:pt>
                <c:pt idx="59526">
                  <c:v>0.68895833333226619</c:v>
                </c:pt>
                <c:pt idx="59527">
                  <c:v>0.68896990740176989</c:v>
                </c:pt>
                <c:pt idx="59528">
                  <c:v>0.68898148147854954</c:v>
                </c:pt>
                <c:pt idx="59529">
                  <c:v>0.68899305555532919</c:v>
                </c:pt>
                <c:pt idx="59530">
                  <c:v>0.68900462962483289</c:v>
                </c:pt>
                <c:pt idx="59531">
                  <c:v>0.68901620370161254</c:v>
                </c:pt>
                <c:pt idx="59532">
                  <c:v>0.68902777777839219</c:v>
                </c:pt>
                <c:pt idx="59533">
                  <c:v>0.68903935184789589</c:v>
                </c:pt>
                <c:pt idx="59534">
                  <c:v>0.68905092592467554</c:v>
                </c:pt>
                <c:pt idx="59535">
                  <c:v>0.68906249999417923</c:v>
                </c:pt>
                <c:pt idx="59536">
                  <c:v>0.68907407407095889</c:v>
                </c:pt>
                <c:pt idx="59537">
                  <c:v>0.68908564814773854</c:v>
                </c:pt>
                <c:pt idx="59538">
                  <c:v>0.68909722221724223</c:v>
                </c:pt>
                <c:pt idx="59539">
                  <c:v>0.68910879629402189</c:v>
                </c:pt>
                <c:pt idx="59540">
                  <c:v>0.68912037037080154</c:v>
                </c:pt>
                <c:pt idx="59541">
                  <c:v>0.68913194444030523</c:v>
                </c:pt>
                <c:pt idx="59542">
                  <c:v>0.68914351851708489</c:v>
                </c:pt>
                <c:pt idx="59543">
                  <c:v>0.68915509259386454</c:v>
                </c:pt>
                <c:pt idx="59544">
                  <c:v>0.68916666666336823</c:v>
                </c:pt>
                <c:pt idx="59545">
                  <c:v>0.68917824074014788</c:v>
                </c:pt>
                <c:pt idx="59546">
                  <c:v>0.68918981480965158</c:v>
                </c:pt>
                <c:pt idx="59547">
                  <c:v>0.68920138888643123</c:v>
                </c:pt>
                <c:pt idx="59548">
                  <c:v>0.68921296296321088</c:v>
                </c:pt>
                <c:pt idx="59549">
                  <c:v>0.68922453703271458</c:v>
                </c:pt>
                <c:pt idx="59550">
                  <c:v>0.68923611110949423</c:v>
                </c:pt>
                <c:pt idx="59551">
                  <c:v>0.68924768518627388</c:v>
                </c:pt>
                <c:pt idx="59552">
                  <c:v>0.68925925925577758</c:v>
                </c:pt>
                <c:pt idx="59553">
                  <c:v>0.68927083333255723</c:v>
                </c:pt>
                <c:pt idx="59554">
                  <c:v>0.68928240740206093</c:v>
                </c:pt>
                <c:pt idx="59555">
                  <c:v>0.68929398147884058</c:v>
                </c:pt>
                <c:pt idx="59556">
                  <c:v>0.68930555555562023</c:v>
                </c:pt>
                <c:pt idx="59557">
                  <c:v>0.68931712962512393</c:v>
                </c:pt>
                <c:pt idx="59558">
                  <c:v>0.68932870370190358</c:v>
                </c:pt>
                <c:pt idx="59559">
                  <c:v>0.68934027777868323</c:v>
                </c:pt>
                <c:pt idx="59560">
                  <c:v>0.68935185184818693</c:v>
                </c:pt>
                <c:pt idx="59561">
                  <c:v>0.68936342592496658</c:v>
                </c:pt>
                <c:pt idx="59562">
                  <c:v>0.68937499999447027</c:v>
                </c:pt>
                <c:pt idx="59563">
                  <c:v>0.68938657407124992</c:v>
                </c:pt>
                <c:pt idx="59564">
                  <c:v>0.68939814814802958</c:v>
                </c:pt>
                <c:pt idx="59565">
                  <c:v>0.68940972221753327</c:v>
                </c:pt>
                <c:pt idx="59566">
                  <c:v>0.68942129629431292</c:v>
                </c:pt>
                <c:pt idx="59567">
                  <c:v>0.68943287037109258</c:v>
                </c:pt>
                <c:pt idx="59568">
                  <c:v>0.68944444444059627</c:v>
                </c:pt>
                <c:pt idx="59569">
                  <c:v>0.68945601851737592</c:v>
                </c:pt>
                <c:pt idx="59570">
                  <c:v>0.68946759258687962</c:v>
                </c:pt>
                <c:pt idx="59571">
                  <c:v>0.68947916666365927</c:v>
                </c:pt>
                <c:pt idx="59572">
                  <c:v>0.68949074074043892</c:v>
                </c:pt>
                <c:pt idx="59573">
                  <c:v>0.68950231480994262</c:v>
                </c:pt>
                <c:pt idx="59574">
                  <c:v>0.68951388888672227</c:v>
                </c:pt>
                <c:pt idx="59575">
                  <c:v>0.68952546296350192</c:v>
                </c:pt>
                <c:pt idx="59576">
                  <c:v>0.68953703703300562</c:v>
                </c:pt>
                <c:pt idx="59577">
                  <c:v>0.68954861110978527</c:v>
                </c:pt>
                <c:pt idx="59578">
                  <c:v>0.68956018517928896</c:v>
                </c:pt>
                <c:pt idx="59579">
                  <c:v>0.68957175925606862</c:v>
                </c:pt>
                <c:pt idx="59580">
                  <c:v>0.68958333333284827</c:v>
                </c:pt>
                <c:pt idx="59581">
                  <c:v>0.68959490740235196</c:v>
                </c:pt>
                <c:pt idx="59582">
                  <c:v>0.68960648147913162</c:v>
                </c:pt>
                <c:pt idx="59583">
                  <c:v>0.68961805555591127</c:v>
                </c:pt>
                <c:pt idx="59584">
                  <c:v>0.68962962962541496</c:v>
                </c:pt>
                <c:pt idx="59585">
                  <c:v>0.68964120370219462</c:v>
                </c:pt>
                <c:pt idx="59586">
                  <c:v>0.68965277777897427</c:v>
                </c:pt>
                <c:pt idx="59587">
                  <c:v>0.68966435184847796</c:v>
                </c:pt>
                <c:pt idx="59588">
                  <c:v>0.68967592592525762</c:v>
                </c:pt>
                <c:pt idx="59589">
                  <c:v>0.68968749999476131</c:v>
                </c:pt>
                <c:pt idx="59590">
                  <c:v>0.68969907407154096</c:v>
                </c:pt>
                <c:pt idx="59591">
                  <c:v>0.68971064814832062</c:v>
                </c:pt>
                <c:pt idx="59592">
                  <c:v>0.68972222221782431</c:v>
                </c:pt>
                <c:pt idx="59593">
                  <c:v>0.68973379629460396</c:v>
                </c:pt>
                <c:pt idx="59594">
                  <c:v>0.68974537037138361</c:v>
                </c:pt>
                <c:pt idx="59595">
                  <c:v>0.68975694444088731</c:v>
                </c:pt>
                <c:pt idx="59596">
                  <c:v>0.68976851851766696</c:v>
                </c:pt>
                <c:pt idx="59597">
                  <c:v>0.68978009258717066</c:v>
                </c:pt>
                <c:pt idx="59598">
                  <c:v>0.68979166666395031</c:v>
                </c:pt>
                <c:pt idx="59599">
                  <c:v>0.68980324074072996</c:v>
                </c:pt>
                <c:pt idx="59600">
                  <c:v>0.68981481481023366</c:v>
                </c:pt>
                <c:pt idx="59601">
                  <c:v>0.68982638888701331</c:v>
                </c:pt>
                <c:pt idx="59602">
                  <c:v>0.68983796296379296</c:v>
                </c:pt>
                <c:pt idx="59603">
                  <c:v>0.68984953703329666</c:v>
                </c:pt>
                <c:pt idx="59604">
                  <c:v>0.68986111111007631</c:v>
                </c:pt>
                <c:pt idx="59605">
                  <c:v>0.68987268517958</c:v>
                </c:pt>
                <c:pt idx="59606">
                  <c:v>0.68988425925635966</c:v>
                </c:pt>
                <c:pt idx="59607">
                  <c:v>0.68989583333313931</c:v>
                </c:pt>
                <c:pt idx="59608">
                  <c:v>0.689907407402643</c:v>
                </c:pt>
                <c:pt idx="59609">
                  <c:v>0.68991898147942265</c:v>
                </c:pt>
                <c:pt idx="59610">
                  <c:v>0.68993055555620231</c:v>
                </c:pt>
                <c:pt idx="59611">
                  <c:v>0.689942129625706</c:v>
                </c:pt>
                <c:pt idx="59612">
                  <c:v>0.68995370370248565</c:v>
                </c:pt>
                <c:pt idx="59613">
                  <c:v>0.68996527777198935</c:v>
                </c:pt>
                <c:pt idx="59614">
                  <c:v>0.689976851848769</c:v>
                </c:pt>
                <c:pt idx="59615">
                  <c:v>0.68998842592554865</c:v>
                </c:pt>
                <c:pt idx="59616">
                  <c:v>0.68999999999505235</c:v>
                </c:pt>
                <c:pt idx="59617">
                  <c:v>0.690011574071832</c:v>
                </c:pt>
                <c:pt idx="59618">
                  <c:v>0.69002314814861165</c:v>
                </c:pt>
                <c:pt idx="59619">
                  <c:v>0.69003472221811535</c:v>
                </c:pt>
                <c:pt idx="59620">
                  <c:v>0.690046296294895</c:v>
                </c:pt>
                <c:pt idx="59621">
                  <c:v>0.69005787037167465</c:v>
                </c:pt>
                <c:pt idx="59622">
                  <c:v>0.69006944444117835</c:v>
                </c:pt>
                <c:pt idx="59623">
                  <c:v>0.690081018517958</c:v>
                </c:pt>
                <c:pt idx="59624">
                  <c:v>0.6900925925874617</c:v>
                </c:pt>
                <c:pt idx="59625">
                  <c:v>0.69010416666424135</c:v>
                </c:pt>
                <c:pt idx="59626">
                  <c:v>0.690115740741021</c:v>
                </c:pt>
                <c:pt idx="59627">
                  <c:v>0.69012731481052469</c:v>
                </c:pt>
                <c:pt idx="59628">
                  <c:v>0.69013888888730435</c:v>
                </c:pt>
                <c:pt idx="59629">
                  <c:v>0.690150462964084</c:v>
                </c:pt>
                <c:pt idx="59630">
                  <c:v>0.69016203703358769</c:v>
                </c:pt>
                <c:pt idx="59631">
                  <c:v>0.69017361111036735</c:v>
                </c:pt>
                <c:pt idx="59632">
                  <c:v>0.69018518517987104</c:v>
                </c:pt>
                <c:pt idx="59633">
                  <c:v>0.69019675925665069</c:v>
                </c:pt>
                <c:pt idx="59634">
                  <c:v>0.69020833333343035</c:v>
                </c:pt>
                <c:pt idx="59635">
                  <c:v>0.69021990740293404</c:v>
                </c:pt>
                <c:pt idx="59636">
                  <c:v>0.69023148147971369</c:v>
                </c:pt>
                <c:pt idx="59637">
                  <c:v>0.69024305555649335</c:v>
                </c:pt>
                <c:pt idx="59638">
                  <c:v>0.69025462962599704</c:v>
                </c:pt>
                <c:pt idx="59639">
                  <c:v>0.69026620370277669</c:v>
                </c:pt>
                <c:pt idx="59640">
                  <c:v>0.69027777777228039</c:v>
                </c:pt>
                <c:pt idx="59641">
                  <c:v>0.69028935184906004</c:v>
                </c:pt>
                <c:pt idx="59642">
                  <c:v>0.69030092592583969</c:v>
                </c:pt>
                <c:pt idx="59643">
                  <c:v>0.69031249999534339</c:v>
                </c:pt>
                <c:pt idx="59644">
                  <c:v>0.69032407407212304</c:v>
                </c:pt>
                <c:pt idx="59645">
                  <c:v>0.69033564814890269</c:v>
                </c:pt>
                <c:pt idx="59646">
                  <c:v>0.69034722221840639</c:v>
                </c:pt>
                <c:pt idx="59647">
                  <c:v>0.69035879629518604</c:v>
                </c:pt>
                <c:pt idx="59648">
                  <c:v>0.69037037036468973</c:v>
                </c:pt>
                <c:pt idx="59649">
                  <c:v>0.69038194444146939</c:v>
                </c:pt>
                <c:pt idx="59650">
                  <c:v>0.69039351851824904</c:v>
                </c:pt>
                <c:pt idx="59651">
                  <c:v>0.69040509258775273</c:v>
                </c:pt>
                <c:pt idx="59652">
                  <c:v>0.69041666666453239</c:v>
                </c:pt>
                <c:pt idx="59653">
                  <c:v>0.69042824074131204</c:v>
                </c:pt>
                <c:pt idx="59654">
                  <c:v>0.69043981481081573</c:v>
                </c:pt>
                <c:pt idx="59655">
                  <c:v>0.69045138888759539</c:v>
                </c:pt>
                <c:pt idx="59656">
                  <c:v>0.69046296295709908</c:v>
                </c:pt>
                <c:pt idx="59657">
                  <c:v>0.69047453703387873</c:v>
                </c:pt>
                <c:pt idx="59658">
                  <c:v>0.69048611111065838</c:v>
                </c:pt>
                <c:pt idx="59659">
                  <c:v>0.69049768518016208</c:v>
                </c:pt>
                <c:pt idx="59660">
                  <c:v>0.69050925925694173</c:v>
                </c:pt>
                <c:pt idx="59661">
                  <c:v>0.69052083333372138</c:v>
                </c:pt>
                <c:pt idx="59662">
                  <c:v>0.69053240740322508</c:v>
                </c:pt>
                <c:pt idx="59663">
                  <c:v>0.69054398148000473</c:v>
                </c:pt>
                <c:pt idx="59664">
                  <c:v>0.69055555555678438</c:v>
                </c:pt>
                <c:pt idx="59665">
                  <c:v>0.69056712962628808</c:v>
                </c:pt>
                <c:pt idx="59666">
                  <c:v>0.69057870370306773</c:v>
                </c:pt>
                <c:pt idx="59667">
                  <c:v>0.69059027777257143</c:v>
                </c:pt>
                <c:pt idx="59668">
                  <c:v>0.69060185184935108</c:v>
                </c:pt>
                <c:pt idx="59669">
                  <c:v>0.69061342592613073</c:v>
                </c:pt>
                <c:pt idx="59670">
                  <c:v>0.69062499999563443</c:v>
                </c:pt>
                <c:pt idx="59671">
                  <c:v>0.69063657407241408</c:v>
                </c:pt>
                <c:pt idx="59672">
                  <c:v>0.69064814814919373</c:v>
                </c:pt>
                <c:pt idx="59673">
                  <c:v>0.69065972221869742</c:v>
                </c:pt>
                <c:pt idx="59674">
                  <c:v>0.69067129629547708</c:v>
                </c:pt>
                <c:pt idx="59675">
                  <c:v>0.69068287036498077</c:v>
                </c:pt>
                <c:pt idx="59676">
                  <c:v>0.69069444444176042</c:v>
                </c:pt>
                <c:pt idx="59677">
                  <c:v>0.69070601851854008</c:v>
                </c:pt>
                <c:pt idx="59678">
                  <c:v>0.69071759258804377</c:v>
                </c:pt>
                <c:pt idx="59679">
                  <c:v>0.69072916666482342</c:v>
                </c:pt>
                <c:pt idx="59680">
                  <c:v>0.69074074074160308</c:v>
                </c:pt>
                <c:pt idx="59681">
                  <c:v>0.69075231481110677</c:v>
                </c:pt>
                <c:pt idx="59682">
                  <c:v>0.69076388888788642</c:v>
                </c:pt>
                <c:pt idx="59683">
                  <c:v>0.69077546295739012</c:v>
                </c:pt>
                <c:pt idx="59684">
                  <c:v>0.69078703703416977</c:v>
                </c:pt>
                <c:pt idx="59685">
                  <c:v>0.69079861111094942</c:v>
                </c:pt>
                <c:pt idx="59686">
                  <c:v>0.69081018518045312</c:v>
                </c:pt>
                <c:pt idx="59687">
                  <c:v>0.69082175925723277</c:v>
                </c:pt>
                <c:pt idx="59688">
                  <c:v>0.69083333333401242</c:v>
                </c:pt>
                <c:pt idx="59689">
                  <c:v>0.69084490740351612</c:v>
                </c:pt>
                <c:pt idx="59690">
                  <c:v>0.69085648148029577</c:v>
                </c:pt>
                <c:pt idx="59691">
                  <c:v>0.69086805554979946</c:v>
                </c:pt>
                <c:pt idx="59692">
                  <c:v>0.69087962962657912</c:v>
                </c:pt>
                <c:pt idx="59693">
                  <c:v>0.69089120370335877</c:v>
                </c:pt>
                <c:pt idx="59694">
                  <c:v>0.69090277777286246</c:v>
                </c:pt>
                <c:pt idx="59695">
                  <c:v>0.69091435184964212</c:v>
                </c:pt>
                <c:pt idx="59696">
                  <c:v>0.69092592592642177</c:v>
                </c:pt>
                <c:pt idx="59697">
                  <c:v>0.69093749999592546</c:v>
                </c:pt>
                <c:pt idx="59698">
                  <c:v>0.69094907407270512</c:v>
                </c:pt>
                <c:pt idx="59699">
                  <c:v>0.69096064814948477</c:v>
                </c:pt>
                <c:pt idx="59700">
                  <c:v>0.69097222221898846</c:v>
                </c:pt>
                <c:pt idx="59701">
                  <c:v>0.69098379629576812</c:v>
                </c:pt>
                <c:pt idx="59702">
                  <c:v>0.69099537036527181</c:v>
                </c:pt>
                <c:pt idx="59703">
                  <c:v>0.69100694444205146</c:v>
                </c:pt>
                <c:pt idx="59704">
                  <c:v>0.69101851851883112</c:v>
                </c:pt>
                <c:pt idx="59705">
                  <c:v>0.69103009258833481</c:v>
                </c:pt>
                <c:pt idx="59706">
                  <c:v>0.69104166666511446</c:v>
                </c:pt>
                <c:pt idx="59707">
                  <c:v>0.69105324074189411</c:v>
                </c:pt>
                <c:pt idx="59708">
                  <c:v>0.69106481481139781</c:v>
                </c:pt>
                <c:pt idx="59709">
                  <c:v>0.69107638888817746</c:v>
                </c:pt>
                <c:pt idx="59710">
                  <c:v>0.69108796295768116</c:v>
                </c:pt>
                <c:pt idx="59711">
                  <c:v>0.69109953703446081</c:v>
                </c:pt>
                <c:pt idx="59712">
                  <c:v>0.69111111111124046</c:v>
                </c:pt>
                <c:pt idx="59713">
                  <c:v>0.69112268518074416</c:v>
                </c:pt>
                <c:pt idx="59714">
                  <c:v>0.69113425925752381</c:v>
                </c:pt>
                <c:pt idx="59715">
                  <c:v>0.69114583333430346</c:v>
                </c:pt>
                <c:pt idx="59716">
                  <c:v>0.69115740740380716</c:v>
                </c:pt>
                <c:pt idx="59717">
                  <c:v>0.69116898148058681</c:v>
                </c:pt>
                <c:pt idx="59718">
                  <c:v>0.6911805555500905</c:v>
                </c:pt>
                <c:pt idx="59719">
                  <c:v>0.69119212962687016</c:v>
                </c:pt>
                <c:pt idx="59720">
                  <c:v>0.69120370370364981</c:v>
                </c:pt>
                <c:pt idx="59721">
                  <c:v>0.6912152777731535</c:v>
                </c:pt>
                <c:pt idx="59722">
                  <c:v>0.69122685184993315</c:v>
                </c:pt>
                <c:pt idx="59723">
                  <c:v>0.69123842592671281</c:v>
                </c:pt>
                <c:pt idx="59724">
                  <c:v>0.6912499999962165</c:v>
                </c:pt>
                <c:pt idx="59725">
                  <c:v>0.69126157407299615</c:v>
                </c:pt>
                <c:pt idx="59726">
                  <c:v>0.69127314814249985</c:v>
                </c:pt>
                <c:pt idx="59727">
                  <c:v>0.6912847222192795</c:v>
                </c:pt>
                <c:pt idx="59728">
                  <c:v>0.69129629629605915</c:v>
                </c:pt>
                <c:pt idx="59729">
                  <c:v>0.69130787036556285</c:v>
                </c:pt>
                <c:pt idx="59730">
                  <c:v>0.6913194444423425</c:v>
                </c:pt>
                <c:pt idx="59731">
                  <c:v>0.69133101851912215</c:v>
                </c:pt>
                <c:pt idx="59732">
                  <c:v>0.69134259258862585</c:v>
                </c:pt>
                <c:pt idx="59733">
                  <c:v>0.6913541666654055</c:v>
                </c:pt>
                <c:pt idx="59734">
                  <c:v>0.6913657407349092</c:v>
                </c:pt>
                <c:pt idx="59735">
                  <c:v>0.69137731481168885</c:v>
                </c:pt>
                <c:pt idx="59736">
                  <c:v>0.6913888888884685</c:v>
                </c:pt>
                <c:pt idx="59737">
                  <c:v>0.69140046295797219</c:v>
                </c:pt>
                <c:pt idx="59738">
                  <c:v>0.69141203703475185</c:v>
                </c:pt>
                <c:pt idx="59739">
                  <c:v>0.6914236111115315</c:v>
                </c:pt>
                <c:pt idx="59740">
                  <c:v>0.69143518518103519</c:v>
                </c:pt>
                <c:pt idx="59741">
                  <c:v>0.69144675925781485</c:v>
                </c:pt>
                <c:pt idx="59742">
                  <c:v>0.6914583333345945</c:v>
                </c:pt>
                <c:pt idx="59743">
                  <c:v>0.69146990740409819</c:v>
                </c:pt>
                <c:pt idx="59744">
                  <c:v>0.69148148148087785</c:v>
                </c:pt>
                <c:pt idx="59745">
                  <c:v>0.69149305555038154</c:v>
                </c:pt>
                <c:pt idx="59746">
                  <c:v>0.69150462962716119</c:v>
                </c:pt>
                <c:pt idx="59747">
                  <c:v>0.69151620370394085</c:v>
                </c:pt>
                <c:pt idx="59748">
                  <c:v>0.69152777777344454</c:v>
                </c:pt>
                <c:pt idx="59749">
                  <c:v>0.69153935185022419</c:v>
                </c:pt>
                <c:pt idx="59750">
                  <c:v>0.69155092592700385</c:v>
                </c:pt>
                <c:pt idx="59751">
                  <c:v>0.69156249999650754</c:v>
                </c:pt>
                <c:pt idx="59752">
                  <c:v>0.69157407407328719</c:v>
                </c:pt>
                <c:pt idx="59753">
                  <c:v>0.69158564814279089</c:v>
                </c:pt>
                <c:pt idx="59754">
                  <c:v>0.69159722221957054</c:v>
                </c:pt>
                <c:pt idx="59755">
                  <c:v>0.69160879629635019</c:v>
                </c:pt>
                <c:pt idx="59756">
                  <c:v>0.69162037036585389</c:v>
                </c:pt>
                <c:pt idx="59757">
                  <c:v>0.69163194444263354</c:v>
                </c:pt>
                <c:pt idx="59758">
                  <c:v>0.69164351851941319</c:v>
                </c:pt>
                <c:pt idx="59759">
                  <c:v>0.69165509258891689</c:v>
                </c:pt>
                <c:pt idx="59760">
                  <c:v>0.69166666666569654</c:v>
                </c:pt>
                <c:pt idx="59761">
                  <c:v>0.69167824073520023</c:v>
                </c:pt>
                <c:pt idx="59762">
                  <c:v>0.69168981481197989</c:v>
                </c:pt>
                <c:pt idx="59763">
                  <c:v>0.69170138888875954</c:v>
                </c:pt>
                <c:pt idx="59764">
                  <c:v>0.69171296295826323</c:v>
                </c:pt>
                <c:pt idx="59765">
                  <c:v>0.69172453703504289</c:v>
                </c:pt>
                <c:pt idx="59766">
                  <c:v>0.69173611111182254</c:v>
                </c:pt>
                <c:pt idx="59767">
                  <c:v>0.69174768518132623</c:v>
                </c:pt>
                <c:pt idx="59768">
                  <c:v>0.69175925925810589</c:v>
                </c:pt>
                <c:pt idx="59769">
                  <c:v>0.69177083332760958</c:v>
                </c:pt>
                <c:pt idx="59770">
                  <c:v>0.69178240740438923</c:v>
                </c:pt>
                <c:pt idx="59771">
                  <c:v>0.69179398148116888</c:v>
                </c:pt>
                <c:pt idx="59772">
                  <c:v>0.69180555555067258</c:v>
                </c:pt>
                <c:pt idx="59773">
                  <c:v>0.69181712962745223</c:v>
                </c:pt>
                <c:pt idx="59774">
                  <c:v>0.69182870370423188</c:v>
                </c:pt>
                <c:pt idx="59775">
                  <c:v>0.69184027777373558</c:v>
                </c:pt>
                <c:pt idx="59776">
                  <c:v>0.69185185185051523</c:v>
                </c:pt>
                <c:pt idx="59777">
                  <c:v>0.69186342592001893</c:v>
                </c:pt>
                <c:pt idx="59778">
                  <c:v>0.69187499999679858</c:v>
                </c:pt>
                <c:pt idx="59779">
                  <c:v>0.69188657407357823</c:v>
                </c:pt>
                <c:pt idx="59780">
                  <c:v>0.69189814814308193</c:v>
                </c:pt>
                <c:pt idx="59781">
                  <c:v>0.69190972221986158</c:v>
                </c:pt>
                <c:pt idx="59782">
                  <c:v>0.69192129629664123</c:v>
                </c:pt>
                <c:pt idx="59783">
                  <c:v>0.69193287036614493</c:v>
                </c:pt>
                <c:pt idx="59784">
                  <c:v>0.69194444444292458</c:v>
                </c:pt>
                <c:pt idx="59785">
                  <c:v>0.69195601851970423</c:v>
                </c:pt>
                <c:pt idx="59786">
                  <c:v>0.69196759258920792</c:v>
                </c:pt>
                <c:pt idx="59787">
                  <c:v>0.69197916666598758</c:v>
                </c:pt>
                <c:pt idx="59788">
                  <c:v>0.69199074073549127</c:v>
                </c:pt>
                <c:pt idx="59789">
                  <c:v>0.69200231481227092</c:v>
                </c:pt>
                <c:pt idx="59790">
                  <c:v>0.69201388888905058</c:v>
                </c:pt>
                <c:pt idx="59791">
                  <c:v>0.69202546295855427</c:v>
                </c:pt>
                <c:pt idx="59792">
                  <c:v>0.69203703703533392</c:v>
                </c:pt>
                <c:pt idx="59793">
                  <c:v>0.69204861111211358</c:v>
                </c:pt>
                <c:pt idx="59794">
                  <c:v>0.69206018518161727</c:v>
                </c:pt>
                <c:pt idx="59795">
                  <c:v>0.69207175925839692</c:v>
                </c:pt>
                <c:pt idx="59796">
                  <c:v>0.69208333332790062</c:v>
                </c:pt>
                <c:pt idx="59797">
                  <c:v>0.69209490740468027</c:v>
                </c:pt>
                <c:pt idx="59798">
                  <c:v>0.69210648148145992</c:v>
                </c:pt>
                <c:pt idx="59799">
                  <c:v>0.69211805555096362</c:v>
                </c:pt>
                <c:pt idx="59800">
                  <c:v>0.69212962962774327</c:v>
                </c:pt>
                <c:pt idx="59801">
                  <c:v>0.69214120370452292</c:v>
                </c:pt>
                <c:pt idx="59802">
                  <c:v>0.69215277777402662</c:v>
                </c:pt>
                <c:pt idx="59803">
                  <c:v>0.69216435185080627</c:v>
                </c:pt>
                <c:pt idx="59804">
                  <c:v>0.69217592592030996</c:v>
                </c:pt>
                <c:pt idx="59805">
                  <c:v>0.69218749999708962</c:v>
                </c:pt>
                <c:pt idx="59806">
                  <c:v>0.69219907407386927</c:v>
                </c:pt>
                <c:pt idx="59807">
                  <c:v>0.69221064814337296</c:v>
                </c:pt>
                <c:pt idx="59808">
                  <c:v>0.69222222222015262</c:v>
                </c:pt>
                <c:pt idx="59809">
                  <c:v>0.69223379629693227</c:v>
                </c:pt>
                <c:pt idx="59810">
                  <c:v>0.69224537036643596</c:v>
                </c:pt>
                <c:pt idx="59811">
                  <c:v>0.69225694444321562</c:v>
                </c:pt>
                <c:pt idx="59812">
                  <c:v>0.69226851851271931</c:v>
                </c:pt>
                <c:pt idx="59813">
                  <c:v>0.69228009258949896</c:v>
                </c:pt>
                <c:pt idx="59814">
                  <c:v>0.69229166666627862</c:v>
                </c:pt>
                <c:pt idx="59815">
                  <c:v>0.69230324073578231</c:v>
                </c:pt>
                <c:pt idx="59816">
                  <c:v>0.69231481481256196</c:v>
                </c:pt>
                <c:pt idx="59817">
                  <c:v>0.69232638888934162</c:v>
                </c:pt>
                <c:pt idx="59818">
                  <c:v>0.69233796295884531</c:v>
                </c:pt>
                <c:pt idx="59819">
                  <c:v>0.69234953703562496</c:v>
                </c:pt>
                <c:pt idx="59820">
                  <c:v>0.69236111111240461</c:v>
                </c:pt>
                <c:pt idx="59821">
                  <c:v>0.69237268518190831</c:v>
                </c:pt>
                <c:pt idx="59822">
                  <c:v>0.69238425925868796</c:v>
                </c:pt>
                <c:pt idx="59823">
                  <c:v>0.69239583332819166</c:v>
                </c:pt>
                <c:pt idx="59824">
                  <c:v>0.69240740740497131</c:v>
                </c:pt>
                <c:pt idx="59825">
                  <c:v>0.69241898148175096</c:v>
                </c:pt>
                <c:pt idx="59826">
                  <c:v>0.69243055555125466</c:v>
                </c:pt>
                <c:pt idx="59827">
                  <c:v>0.69244212962803431</c:v>
                </c:pt>
                <c:pt idx="59828">
                  <c:v>0.69245370370481396</c:v>
                </c:pt>
                <c:pt idx="59829">
                  <c:v>0.69246527777431766</c:v>
                </c:pt>
                <c:pt idx="59830">
                  <c:v>0.69247685185109731</c:v>
                </c:pt>
                <c:pt idx="59831">
                  <c:v>0.692488425920601</c:v>
                </c:pt>
                <c:pt idx="59832">
                  <c:v>0.69249999999738066</c:v>
                </c:pt>
                <c:pt idx="59833">
                  <c:v>0.69251157407416031</c:v>
                </c:pt>
                <c:pt idx="59834">
                  <c:v>0.692523148143664</c:v>
                </c:pt>
                <c:pt idx="59835">
                  <c:v>0.69253472222044365</c:v>
                </c:pt>
                <c:pt idx="59836">
                  <c:v>0.69254629629722331</c:v>
                </c:pt>
                <c:pt idx="59837">
                  <c:v>0.692557870366727</c:v>
                </c:pt>
                <c:pt idx="59838">
                  <c:v>0.69256944444350665</c:v>
                </c:pt>
                <c:pt idx="59839">
                  <c:v>0.69258101851301035</c:v>
                </c:pt>
                <c:pt idx="59840">
                  <c:v>0.69259259258979</c:v>
                </c:pt>
                <c:pt idx="59841">
                  <c:v>0.69260416666656965</c:v>
                </c:pt>
                <c:pt idx="59842">
                  <c:v>0.69261574073607335</c:v>
                </c:pt>
                <c:pt idx="59843">
                  <c:v>0.692627314812853</c:v>
                </c:pt>
                <c:pt idx="59844">
                  <c:v>0.69263888888963265</c:v>
                </c:pt>
                <c:pt idx="59845">
                  <c:v>0.69265046295913635</c:v>
                </c:pt>
                <c:pt idx="59846">
                  <c:v>0.692662037035916</c:v>
                </c:pt>
                <c:pt idx="59847">
                  <c:v>0.6926736111054197</c:v>
                </c:pt>
                <c:pt idx="59848">
                  <c:v>0.69268518518219935</c:v>
                </c:pt>
                <c:pt idx="59849">
                  <c:v>0.692696759258979</c:v>
                </c:pt>
                <c:pt idx="59850">
                  <c:v>0.69270833332848269</c:v>
                </c:pt>
                <c:pt idx="59851">
                  <c:v>0.69271990740526235</c:v>
                </c:pt>
                <c:pt idx="59852">
                  <c:v>0.692731481482042</c:v>
                </c:pt>
                <c:pt idx="59853">
                  <c:v>0.69274305555154569</c:v>
                </c:pt>
                <c:pt idx="59854">
                  <c:v>0.69275462962832535</c:v>
                </c:pt>
                <c:pt idx="59855">
                  <c:v>0.69276620369782904</c:v>
                </c:pt>
                <c:pt idx="59856">
                  <c:v>0.69277777777460869</c:v>
                </c:pt>
                <c:pt idx="59857">
                  <c:v>0.69278935185138835</c:v>
                </c:pt>
                <c:pt idx="59858">
                  <c:v>0.69280092592089204</c:v>
                </c:pt>
                <c:pt idx="59859">
                  <c:v>0.69281249999767169</c:v>
                </c:pt>
                <c:pt idx="59860">
                  <c:v>0.69282407407445135</c:v>
                </c:pt>
                <c:pt idx="59861">
                  <c:v>0.69283564814395504</c:v>
                </c:pt>
                <c:pt idx="59862">
                  <c:v>0.69284722222073469</c:v>
                </c:pt>
                <c:pt idx="59863">
                  <c:v>0.69285879629751435</c:v>
                </c:pt>
                <c:pt idx="59864">
                  <c:v>0.69287037036701804</c:v>
                </c:pt>
                <c:pt idx="59865">
                  <c:v>0.69288194444379769</c:v>
                </c:pt>
                <c:pt idx="59866">
                  <c:v>0.69289351851330139</c:v>
                </c:pt>
                <c:pt idx="59867">
                  <c:v>0.69290509259008104</c:v>
                </c:pt>
                <c:pt idx="59868">
                  <c:v>0.69291666666686069</c:v>
                </c:pt>
                <c:pt idx="59869">
                  <c:v>0.69292824073636439</c:v>
                </c:pt>
                <c:pt idx="59870">
                  <c:v>0.69293981481314404</c:v>
                </c:pt>
                <c:pt idx="59871">
                  <c:v>0.69295138888992369</c:v>
                </c:pt>
                <c:pt idx="59872">
                  <c:v>0.69296296295942739</c:v>
                </c:pt>
                <c:pt idx="59873">
                  <c:v>0.69297453703620704</c:v>
                </c:pt>
                <c:pt idx="59874">
                  <c:v>0.69298611110571073</c:v>
                </c:pt>
                <c:pt idx="59875">
                  <c:v>0.69299768518249039</c:v>
                </c:pt>
                <c:pt idx="59876">
                  <c:v>0.69300925925927004</c:v>
                </c:pt>
                <c:pt idx="59877">
                  <c:v>0.69302083332877373</c:v>
                </c:pt>
                <c:pt idx="59878">
                  <c:v>0.69303240740555339</c:v>
                </c:pt>
                <c:pt idx="59879">
                  <c:v>0.69304398148233304</c:v>
                </c:pt>
                <c:pt idx="59880">
                  <c:v>0.69305555555183673</c:v>
                </c:pt>
                <c:pt idx="59881">
                  <c:v>0.69306712962861639</c:v>
                </c:pt>
                <c:pt idx="59882">
                  <c:v>0.69307870369812008</c:v>
                </c:pt>
                <c:pt idx="59883">
                  <c:v>0.69309027777489973</c:v>
                </c:pt>
                <c:pt idx="59884">
                  <c:v>0.69310185185167938</c:v>
                </c:pt>
                <c:pt idx="59885">
                  <c:v>0.69311342592118308</c:v>
                </c:pt>
                <c:pt idx="59886">
                  <c:v>0.69312499999796273</c:v>
                </c:pt>
                <c:pt idx="59887">
                  <c:v>0.69313657407474238</c:v>
                </c:pt>
                <c:pt idx="59888">
                  <c:v>0.69314814814424608</c:v>
                </c:pt>
                <c:pt idx="59889">
                  <c:v>0.69315972222102573</c:v>
                </c:pt>
                <c:pt idx="59890">
                  <c:v>0.69317129629052943</c:v>
                </c:pt>
                <c:pt idx="59891">
                  <c:v>0.69318287036730908</c:v>
                </c:pt>
                <c:pt idx="59892">
                  <c:v>0.69319444444408873</c:v>
                </c:pt>
                <c:pt idx="59893">
                  <c:v>0.69320601851359243</c:v>
                </c:pt>
                <c:pt idx="59894">
                  <c:v>0.69321759259037208</c:v>
                </c:pt>
                <c:pt idx="59895">
                  <c:v>0.69322916666715173</c:v>
                </c:pt>
                <c:pt idx="59896">
                  <c:v>0.69324074073665543</c:v>
                </c:pt>
                <c:pt idx="59897">
                  <c:v>0.69325231481343508</c:v>
                </c:pt>
                <c:pt idx="59898">
                  <c:v>0.69326388889021473</c:v>
                </c:pt>
                <c:pt idx="59899">
                  <c:v>0.69327546295971842</c:v>
                </c:pt>
                <c:pt idx="59900">
                  <c:v>0.69328703703649808</c:v>
                </c:pt>
                <c:pt idx="59901">
                  <c:v>0.69329861110600177</c:v>
                </c:pt>
                <c:pt idx="59902">
                  <c:v>0.69331018518278142</c:v>
                </c:pt>
                <c:pt idx="59903">
                  <c:v>0.69332175925956108</c:v>
                </c:pt>
                <c:pt idx="59904">
                  <c:v>0.69333333332906477</c:v>
                </c:pt>
                <c:pt idx="59905">
                  <c:v>0.69334490740584442</c:v>
                </c:pt>
                <c:pt idx="59906">
                  <c:v>0.69335648148262408</c:v>
                </c:pt>
                <c:pt idx="59907">
                  <c:v>0.69336805555212777</c:v>
                </c:pt>
                <c:pt idx="59908">
                  <c:v>0.69337962962890742</c:v>
                </c:pt>
                <c:pt idx="59909">
                  <c:v>0.69339120369841112</c:v>
                </c:pt>
                <c:pt idx="59910">
                  <c:v>0.69340277777519077</c:v>
                </c:pt>
                <c:pt idx="59911">
                  <c:v>0.69341435185197042</c:v>
                </c:pt>
                <c:pt idx="59912">
                  <c:v>0.69342592592147412</c:v>
                </c:pt>
                <c:pt idx="59913">
                  <c:v>0.69343749999825377</c:v>
                </c:pt>
                <c:pt idx="59914">
                  <c:v>0.69344907407503342</c:v>
                </c:pt>
                <c:pt idx="59915">
                  <c:v>0.69346064814453712</c:v>
                </c:pt>
                <c:pt idx="59916">
                  <c:v>0.69347222222131677</c:v>
                </c:pt>
                <c:pt idx="59917">
                  <c:v>0.69348379629082046</c:v>
                </c:pt>
                <c:pt idx="59918">
                  <c:v>0.69349537036760012</c:v>
                </c:pt>
                <c:pt idx="59919">
                  <c:v>0.69350694444437977</c:v>
                </c:pt>
                <c:pt idx="59920">
                  <c:v>0.69351851851388346</c:v>
                </c:pt>
                <c:pt idx="59921">
                  <c:v>0.69353009259066312</c:v>
                </c:pt>
                <c:pt idx="59922">
                  <c:v>0.69354166666744277</c:v>
                </c:pt>
                <c:pt idx="59923">
                  <c:v>0.69355324073694646</c:v>
                </c:pt>
                <c:pt idx="59924">
                  <c:v>0.69356481481372612</c:v>
                </c:pt>
                <c:pt idx="59925">
                  <c:v>0.69357638888322981</c:v>
                </c:pt>
                <c:pt idx="59926">
                  <c:v>0.69358796296000946</c:v>
                </c:pt>
                <c:pt idx="59927">
                  <c:v>0.69359953703678912</c:v>
                </c:pt>
                <c:pt idx="59928">
                  <c:v>0.69361111110629281</c:v>
                </c:pt>
                <c:pt idx="59929">
                  <c:v>0.69362268518307246</c:v>
                </c:pt>
                <c:pt idx="59930">
                  <c:v>0.69363425925985212</c:v>
                </c:pt>
                <c:pt idx="59931">
                  <c:v>0.69364583332935581</c:v>
                </c:pt>
                <c:pt idx="59932">
                  <c:v>0.69365740740613546</c:v>
                </c:pt>
                <c:pt idx="59933">
                  <c:v>0.69366898147563916</c:v>
                </c:pt>
                <c:pt idx="59934">
                  <c:v>0.69368055555241881</c:v>
                </c:pt>
                <c:pt idx="59935">
                  <c:v>0.69369212962919846</c:v>
                </c:pt>
                <c:pt idx="59936">
                  <c:v>0.69370370369870216</c:v>
                </c:pt>
                <c:pt idx="59937">
                  <c:v>0.69371527777548181</c:v>
                </c:pt>
                <c:pt idx="59938">
                  <c:v>0.69372685185226146</c:v>
                </c:pt>
                <c:pt idx="59939">
                  <c:v>0.69373842592176516</c:v>
                </c:pt>
                <c:pt idx="59940">
                  <c:v>0.69374999999854481</c:v>
                </c:pt>
                <c:pt idx="59941">
                  <c:v>0.69376157407532446</c:v>
                </c:pt>
                <c:pt idx="59942">
                  <c:v>0.69377314814482816</c:v>
                </c:pt>
                <c:pt idx="59943">
                  <c:v>0.69378472222160781</c:v>
                </c:pt>
                <c:pt idx="59944">
                  <c:v>0.6937962962911115</c:v>
                </c:pt>
                <c:pt idx="59945">
                  <c:v>0.69380787036789116</c:v>
                </c:pt>
                <c:pt idx="59946">
                  <c:v>0.69381944444467081</c:v>
                </c:pt>
                <c:pt idx="59947">
                  <c:v>0.6938310185141745</c:v>
                </c:pt>
                <c:pt idx="59948">
                  <c:v>0.69384259259095415</c:v>
                </c:pt>
                <c:pt idx="59949">
                  <c:v>0.69385416666773381</c:v>
                </c:pt>
                <c:pt idx="59950">
                  <c:v>0.6938657407372375</c:v>
                </c:pt>
                <c:pt idx="59951">
                  <c:v>0.69387731481401715</c:v>
                </c:pt>
                <c:pt idx="59952">
                  <c:v>0.69388888888352085</c:v>
                </c:pt>
                <c:pt idx="59953">
                  <c:v>0.6939004629603005</c:v>
                </c:pt>
                <c:pt idx="59954">
                  <c:v>0.69391203703708015</c:v>
                </c:pt>
                <c:pt idx="59955">
                  <c:v>0.69392361110658385</c:v>
                </c:pt>
                <c:pt idx="59956">
                  <c:v>0.6939351851833635</c:v>
                </c:pt>
                <c:pt idx="59957">
                  <c:v>0.69394675926014315</c:v>
                </c:pt>
                <c:pt idx="59958">
                  <c:v>0.69395833332964685</c:v>
                </c:pt>
                <c:pt idx="59959">
                  <c:v>0.6939699074064265</c:v>
                </c:pt>
                <c:pt idx="59960">
                  <c:v>0.6939814814759302</c:v>
                </c:pt>
                <c:pt idx="59961">
                  <c:v>0.69399305555270985</c:v>
                </c:pt>
                <c:pt idx="59962">
                  <c:v>0.6940046296294895</c:v>
                </c:pt>
                <c:pt idx="59963">
                  <c:v>0.69401620369899319</c:v>
                </c:pt>
                <c:pt idx="59964">
                  <c:v>0.69402777777577285</c:v>
                </c:pt>
                <c:pt idx="59965">
                  <c:v>0.6940393518525525</c:v>
                </c:pt>
                <c:pt idx="59966">
                  <c:v>0.69405092592205619</c:v>
                </c:pt>
                <c:pt idx="59967">
                  <c:v>0.69406249999883585</c:v>
                </c:pt>
                <c:pt idx="59968">
                  <c:v>0.69407407406833954</c:v>
                </c:pt>
                <c:pt idx="59969">
                  <c:v>0.69408564814511919</c:v>
                </c:pt>
                <c:pt idx="59970">
                  <c:v>0.69409722222189885</c:v>
                </c:pt>
                <c:pt idx="59971">
                  <c:v>0.69410879629140254</c:v>
                </c:pt>
                <c:pt idx="59972">
                  <c:v>0.69412037036818219</c:v>
                </c:pt>
                <c:pt idx="59973">
                  <c:v>0.69413194444496185</c:v>
                </c:pt>
                <c:pt idx="59974">
                  <c:v>0.69414351851446554</c:v>
                </c:pt>
                <c:pt idx="59975">
                  <c:v>0.69415509259124519</c:v>
                </c:pt>
                <c:pt idx="59976">
                  <c:v>0.69416666666074889</c:v>
                </c:pt>
                <c:pt idx="59977">
                  <c:v>0.69417824073752854</c:v>
                </c:pt>
                <c:pt idx="59978">
                  <c:v>0.69418981481430819</c:v>
                </c:pt>
                <c:pt idx="59979">
                  <c:v>0.69420138888381189</c:v>
                </c:pt>
                <c:pt idx="59980">
                  <c:v>0.69421296296059154</c:v>
                </c:pt>
                <c:pt idx="59981">
                  <c:v>0.69422453703737119</c:v>
                </c:pt>
                <c:pt idx="59982">
                  <c:v>0.69423611110687489</c:v>
                </c:pt>
                <c:pt idx="59983">
                  <c:v>0.69424768518365454</c:v>
                </c:pt>
                <c:pt idx="59984">
                  <c:v>0.69425925926043419</c:v>
                </c:pt>
                <c:pt idx="59985">
                  <c:v>0.69427083332993789</c:v>
                </c:pt>
                <c:pt idx="59986">
                  <c:v>0.69428240740671754</c:v>
                </c:pt>
                <c:pt idx="59987">
                  <c:v>0.69429398147622123</c:v>
                </c:pt>
                <c:pt idx="59988">
                  <c:v>0.69430555555300089</c:v>
                </c:pt>
                <c:pt idx="59989">
                  <c:v>0.69431712962978054</c:v>
                </c:pt>
                <c:pt idx="59990">
                  <c:v>0.69432870369928423</c:v>
                </c:pt>
                <c:pt idx="59991">
                  <c:v>0.69434027777606389</c:v>
                </c:pt>
                <c:pt idx="59992">
                  <c:v>0.69435185185284354</c:v>
                </c:pt>
                <c:pt idx="59993">
                  <c:v>0.69436342592234723</c:v>
                </c:pt>
                <c:pt idx="59994">
                  <c:v>0.69437499999912689</c:v>
                </c:pt>
                <c:pt idx="59995">
                  <c:v>0.69438657406863058</c:v>
                </c:pt>
                <c:pt idx="59996">
                  <c:v>0.69439814814541023</c:v>
                </c:pt>
                <c:pt idx="59997">
                  <c:v>0.69440972222218988</c:v>
                </c:pt>
                <c:pt idx="59998">
                  <c:v>0.69442129629169358</c:v>
                </c:pt>
                <c:pt idx="59999">
                  <c:v>0.69443287036847323</c:v>
                </c:pt>
              </c:numCache>
            </c:numRef>
          </c:cat>
          <c:val>
            <c:numRef>
              <c:f>V1_H1!$Q$5:$Q$60004</c:f>
              <c:numCache>
                <c:formatCode>0.00_ </c:formatCode>
                <c:ptCount val="60000"/>
                <c:pt idx="0">
                  <c:v>24.45</c:v>
                </c:pt>
                <c:pt idx="1">
                  <c:v>24.45</c:v>
                </c:pt>
                <c:pt idx="2">
                  <c:v>24.45</c:v>
                </c:pt>
                <c:pt idx="3">
                  <c:v>24.45</c:v>
                </c:pt>
                <c:pt idx="4">
                  <c:v>24.45</c:v>
                </c:pt>
                <c:pt idx="5">
                  <c:v>24.45</c:v>
                </c:pt>
                <c:pt idx="6">
                  <c:v>24.45</c:v>
                </c:pt>
                <c:pt idx="7">
                  <c:v>24.45</c:v>
                </c:pt>
                <c:pt idx="8">
                  <c:v>24.45</c:v>
                </c:pt>
                <c:pt idx="9">
                  <c:v>24.45</c:v>
                </c:pt>
                <c:pt idx="10">
                  <c:v>24.45</c:v>
                </c:pt>
                <c:pt idx="11">
                  <c:v>24.45</c:v>
                </c:pt>
                <c:pt idx="12">
                  <c:v>24.45</c:v>
                </c:pt>
                <c:pt idx="13">
                  <c:v>24.45</c:v>
                </c:pt>
                <c:pt idx="14">
                  <c:v>24.45</c:v>
                </c:pt>
                <c:pt idx="15">
                  <c:v>24.45</c:v>
                </c:pt>
                <c:pt idx="16">
                  <c:v>24.45</c:v>
                </c:pt>
                <c:pt idx="17">
                  <c:v>24.45</c:v>
                </c:pt>
                <c:pt idx="18">
                  <c:v>24.45</c:v>
                </c:pt>
                <c:pt idx="19">
                  <c:v>24.45</c:v>
                </c:pt>
                <c:pt idx="20">
                  <c:v>24.45</c:v>
                </c:pt>
                <c:pt idx="21">
                  <c:v>24.45</c:v>
                </c:pt>
                <c:pt idx="22">
                  <c:v>24.45</c:v>
                </c:pt>
                <c:pt idx="23">
                  <c:v>24.45</c:v>
                </c:pt>
                <c:pt idx="24">
                  <c:v>24.45</c:v>
                </c:pt>
                <c:pt idx="25">
                  <c:v>24.45</c:v>
                </c:pt>
                <c:pt idx="26">
                  <c:v>24.45</c:v>
                </c:pt>
                <c:pt idx="27">
                  <c:v>24.45</c:v>
                </c:pt>
                <c:pt idx="28">
                  <c:v>24.45</c:v>
                </c:pt>
                <c:pt idx="29">
                  <c:v>24.45</c:v>
                </c:pt>
                <c:pt idx="30">
                  <c:v>24.45</c:v>
                </c:pt>
                <c:pt idx="31">
                  <c:v>24.45</c:v>
                </c:pt>
                <c:pt idx="32">
                  <c:v>24.45</c:v>
                </c:pt>
                <c:pt idx="33">
                  <c:v>24.45</c:v>
                </c:pt>
                <c:pt idx="34">
                  <c:v>24.45</c:v>
                </c:pt>
                <c:pt idx="35">
                  <c:v>24.45</c:v>
                </c:pt>
                <c:pt idx="36">
                  <c:v>24.45</c:v>
                </c:pt>
                <c:pt idx="37">
                  <c:v>24.45</c:v>
                </c:pt>
                <c:pt idx="38">
                  <c:v>24.45</c:v>
                </c:pt>
                <c:pt idx="39">
                  <c:v>24.45</c:v>
                </c:pt>
                <c:pt idx="40">
                  <c:v>24.45</c:v>
                </c:pt>
                <c:pt idx="41">
                  <c:v>24.45</c:v>
                </c:pt>
                <c:pt idx="42">
                  <c:v>24.45</c:v>
                </c:pt>
                <c:pt idx="43">
                  <c:v>24.45</c:v>
                </c:pt>
                <c:pt idx="44">
                  <c:v>24.45</c:v>
                </c:pt>
                <c:pt idx="45">
                  <c:v>24.45</c:v>
                </c:pt>
                <c:pt idx="46">
                  <c:v>24.45</c:v>
                </c:pt>
                <c:pt idx="47">
                  <c:v>24.45</c:v>
                </c:pt>
                <c:pt idx="48">
                  <c:v>24.45</c:v>
                </c:pt>
                <c:pt idx="49">
                  <c:v>24.45</c:v>
                </c:pt>
                <c:pt idx="50">
                  <c:v>24.45</c:v>
                </c:pt>
                <c:pt idx="51">
                  <c:v>24.45</c:v>
                </c:pt>
                <c:pt idx="52">
                  <c:v>24.45</c:v>
                </c:pt>
                <c:pt idx="53">
                  <c:v>24.45</c:v>
                </c:pt>
                <c:pt idx="54">
                  <c:v>24.45</c:v>
                </c:pt>
                <c:pt idx="55">
                  <c:v>24.45</c:v>
                </c:pt>
                <c:pt idx="56">
                  <c:v>24.45</c:v>
                </c:pt>
                <c:pt idx="57">
                  <c:v>24.45</c:v>
                </c:pt>
                <c:pt idx="58">
                  <c:v>24.45</c:v>
                </c:pt>
                <c:pt idx="59">
                  <c:v>24.45</c:v>
                </c:pt>
                <c:pt idx="60">
                  <c:v>24.45</c:v>
                </c:pt>
                <c:pt idx="61">
                  <c:v>24.45</c:v>
                </c:pt>
                <c:pt idx="62">
                  <c:v>24.45</c:v>
                </c:pt>
                <c:pt idx="63">
                  <c:v>24.45</c:v>
                </c:pt>
                <c:pt idx="64">
                  <c:v>24.45</c:v>
                </c:pt>
                <c:pt idx="65">
                  <c:v>24.45</c:v>
                </c:pt>
                <c:pt idx="66">
                  <c:v>24.4</c:v>
                </c:pt>
                <c:pt idx="67">
                  <c:v>24.4</c:v>
                </c:pt>
                <c:pt idx="68">
                  <c:v>24.4</c:v>
                </c:pt>
                <c:pt idx="69">
                  <c:v>24.4</c:v>
                </c:pt>
                <c:pt idx="70">
                  <c:v>24.4</c:v>
                </c:pt>
                <c:pt idx="71">
                  <c:v>24.4</c:v>
                </c:pt>
                <c:pt idx="72">
                  <c:v>24.4</c:v>
                </c:pt>
                <c:pt idx="73">
                  <c:v>24.4</c:v>
                </c:pt>
                <c:pt idx="74">
                  <c:v>24.4</c:v>
                </c:pt>
                <c:pt idx="75">
                  <c:v>24.4</c:v>
                </c:pt>
                <c:pt idx="76">
                  <c:v>24.4</c:v>
                </c:pt>
                <c:pt idx="77">
                  <c:v>24.4</c:v>
                </c:pt>
                <c:pt idx="78">
                  <c:v>24.4</c:v>
                </c:pt>
                <c:pt idx="79">
                  <c:v>24.4</c:v>
                </c:pt>
                <c:pt idx="80">
                  <c:v>24.4</c:v>
                </c:pt>
                <c:pt idx="81">
                  <c:v>24.4</c:v>
                </c:pt>
                <c:pt idx="82">
                  <c:v>24.4</c:v>
                </c:pt>
                <c:pt idx="83">
                  <c:v>24.4</c:v>
                </c:pt>
                <c:pt idx="84">
                  <c:v>24.4</c:v>
                </c:pt>
                <c:pt idx="85">
                  <c:v>24.4</c:v>
                </c:pt>
                <c:pt idx="86">
                  <c:v>24.4</c:v>
                </c:pt>
                <c:pt idx="87">
                  <c:v>24.4</c:v>
                </c:pt>
                <c:pt idx="88">
                  <c:v>24.4</c:v>
                </c:pt>
                <c:pt idx="89">
                  <c:v>24.4</c:v>
                </c:pt>
                <c:pt idx="90">
                  <c:v>24.4</c:v>
                </c:pt>
                <c:pt idx="91">
                  <c:v>24.4</c:v>
                </c:pt>
                <c:pt idx="92">
                  <c:v>24.4</c:v>
                </c:pt>
                <c:pt idx="93">
                  <c:v>24.4</c:v>
                </c:pt>
                <c:pt idx="94">
                  <c:v>24.4</c:v>
                </c:pt>
                <c:pt idx="95">
                  <c:v>24.35</c:v>
                </c:pt>
                <c:pt idx="96">
                  <c:v>24.4</c:v>
                </c:pt>
                <c:pt idx="97">
                  <c:v>24.4</c:v>
                </c:pt>
                <c:pt idx="98">
                  <c:v>24.4</c:v>
                </c:pt>
                <c:pt idx="99">
                  <c:v>24.4</c:v>
                </c:pt>
                <c:pt idx="100">
                  <c:v>24.35</c:v>
                </c:pt>
                <c:pt idx="101">
                  <c:v>24.4</c:v>
                </c:pt>
                <c:pt idx="102">
                  <c:v>24.35</c:v>
                </c:pt>
                <c:pt idx="103">
                  <c:v>24.35</c:v>
                </c:pt>
                <c:pt idx="104">
                  <c:v>24.35</c:v>
                </c:pt>
                <c:pt idx="105">
                  <c:v>24.35</c:v>
                </c:pt>
                <c:pt idx="106">
                  <c:v>24.35</c:v>
                </c:pt>
                <c:pt idx="107">
                  <c:v>24.35</c:v>
                </c:pt>
                <c:pt idx="108">
                  <c:v>24.35</c:v>
                </c:pt>
                <c:pt idx="109">
                  <c:v>24.35</c:v>
                </c:pt>
                <c:pt idx="110">
                  <c:v>24.35</c:v>
                </c:pt>
                <c:pt idx="111">
                  <c:v>24.35</c:v>
                </c:pt>
                <c:pt idx="112">
                  <c:v>24.35</c:v>
                </c:pt>
                <c:pt idx="113">
                  <c:v>24.35</c:v>
                </c:pt>
                <c:pt idx="114">
                  <c:v>24.35</c:v>
                </c:pt>
                <c:pt idx="115">
                  <c:v>24.35</c:v>
                </c:pt>
                <c:pt idx="116">
                  <c:v>24.35</c:v>
                </c:pt>
                <c:pt idx="117">
                  <c:v>24.35</c:v>
                </c:pt>
                <c:pt idx="118">
                  <c:v>24.35</c:v>
                </c:pt>
                <c:pt idx="119">
                  <c:v>24.35</c:v>
                </c:pt>
                <c:pt idx="120">
                  <c:v>24.35</c:v>
                </c:pt>
                <c:pt idx="121">
                  <c:v>24.35</c:v>
                </c:pt>
                <c:pt idx="122">
                  <c:v>24.4</c:v>
                </c:pt>
                <c:pt idx="123">
                  <c:v>24.4</c:v>
                </c:pt>
                <c:pt idx="124">
                  <c:v>24.4</c:v>
                </c:pt>
                <c:pt idx="125">
                  <c:v>24.4</c:v>
                </c:pt>
                <c:pt idx="126">
                  <c:v>24.4</c:v>
                </c:pt>
                <c:pt idx="127">
                  <c:v>24.4</c:v>
                </c:pt>
                <c:pt idx="128">
                  <c:v>24.4</c:v>
                </c:pt>
                <c:pt idx="129">
                  <c:v>24.4</c:v>
                </c:pt>
                <c:pt idx="130">
                  <c:v>24.4</c:v>
                </c:pt>
                <c:pt idx="131">
                  <c:v>24.4</c:v>
                </c:pt>
                <c:pt idx="132">
                  <c:v>24.4</c:v>
                </c:pt>
                <c:pt idx="133">
                  <c:v>24.4</c:v>
                </c:pt>
                <c:pt idx="134">
                  <c:v>24.4</c:v>
                </c:pt>
                <c:pt idx="135">
                  <c:v>24.4</c:v>
                </c:pt>
                <c:pt idx="136">
                  <c:v>24.4</c:v>
                </c:pt>
                <c:pt idx="137">
                  <c:v>24.4</c:v>
                </c:pt>
                <c:pt idx="138">
                  <c:v>24.4</c:v>
                </c:pt>
                <c:pt idx="139">
                  <c:v>24.4</c:v>
                </c:pt>
                <c:pt idx="140">
                  <c:v>24.4</c:v>
                </c:pt>
                <c:pt idx="141">
                  <c:v>24.35</c:v>
                </c:pt>
                <c:pt idx="142">
                  <c:v>24.35</c:v>
                </c:pt>
                <c:pt idx="143">
                  <c:v>24.4</c:v>
                </c:pt>
                <c:pt idx="144">
                  <c:v>24.4</c:v>
                </c:pt>
                <c:pt idx="145">
                  <c:v>24.4</c:v>
                </c:pt>
                <c:pt idx="146">
                  <c:v>24.4</c:v>
                </c:pt>
                <c:pt idx="147">
                  <c:v>24.35</c:v>
                </c:pt>
                <c:pt idx="148">
                  <c:v>24.4</c:v>
                </c:pt>
                <c:pt idx="149">
                  <c:v>24.4</c:v>
                </c:pt>
                <c:pt idx="150">
                  <c:v>24.4</c:v>
                </c:pt>
                <c:pt idx="151">
                  <c:v>24.4</c:v>
                </c:pt>
                <c:pt idx="152">
                  <c:v>24.4</c:v>
                </c:pt>
                <c:pt idx="153">
                  <c:v>24.4</c:v>
                </c:pt>
                <c:pt idx="154">
                  <c:v>24.4</c:v>
                </c:pt>
                <c:pt idx="155">
                  <c:v>24.4</c:v>
                </c:pt>
                <c:pt idx="156">
                  <c:v>24.4</c:v>
                </c:pt>
                <c:pt idx="157">
                  <c:v>24.4</c:v>
                </c:pt>
                <c:pt idx="158">
                  <c:v>24.4</c:v>
                </c:pt>
                <c:pt idx="159">
                  <c:v>24.4</c:v>
                </c:pt>
                <c:pt idx="160">
                  <c:v>24.4</c:v>
                </c:pt>
                <c:pt idx="161">
                  <c:v>24.4</c:v>
                </c:pt>
                <c:pt idx="162">
                  <c:v>24.4</c:v>
                </c:pt>
                <c:pt idx="163">
                  <c:v>24.4</c:v>
                </c:pt>
                <c:pt idx="164">
                  <c:v>24.4</c:v>
                </c:pt>
                <c:pt idx="165">
                  <c:v>24.4</c:v>
                </c:pt>
                <c:pt idx="166">
                  <c:v>24.4</c:v>
                </c:pt>
                <c:pt idx="167">
                  <c:v>24.4</c:v>
                </c:pt>
                <c:pt idx="168">
                  <c:v>24.4</c:v>
                </c:pt>
                <c:pt idx="169">
                  <c:v>24.4</c:v>
                </c:pt>
                <c:pt idx="170">
                  <c:v>24.4</c:v>
                </c:pt>
                <c:pt idx="171">
                  <c:v>24.4</c:v>
                </c:pt>
                <c:pt idx="172">
                  <c:v>24.4</c:v>
                </c:pt>
                <c:pt idx="173">
                  <c:v>24.4</c:v>
                </c:pt>
                <c:pt idx="174">
                  <c:v>24.4</c:v>
                </c:pt>
                <c:pt idx="175">
                  <c:v>24.4</c:v>
                </c:pt>
                <c:pt idx="176">
                  <c:v>24.4</c:v>
                </c:pt>
                <c:pt idx="177">
                  <c:v>24.4</c:v>
                </c:pt>
                <c:pt idx="178">
                  <c:v>24.4</c:v>
                </c:pt>
                <c:pt idx="179">
                  <c:v>24.4</c:v>
                </c:pt>
                <c:pt idx="180">
                  <c:v>24.4</c:v>
                </c:pt>
                <c:pt idx="181">
                  <c:v>24.4</c:v>
                </c:pt>
                <c:pt idx="182">
                  <c:v>24.4</c:v>
                </c:pt>
                <c:pt idx="183">
                  <c:v>24.45</c:v>
                </c:pt>
                <c:pt idx="184">
                  <c:v>24.45</c:v>
                </c:pt>
                <c:pt idx="185">
                  <c:v>24.45</c:v>
                </c:pt>
                <c:pt idx="186">
                  <c:v>24.45</c:v>
                </c:pt>
                <c:pt idx="187">
                  <c:v>24.45</c:v>
                </c:pt>
                <c:pt idx="188">
                  <c:v>24.45</c:v>
                </c:pt>
                <c:pt idx="189">
                  <c:v>24.45</c:v>
                </c:pt>
                <c:pt idx="190">
                  <c:v>24.45</c:v>
                </c:pt>
                <c:pt idx="191">
                  <c:v>24.45</c:v>
                </c:pt>
                <c:pt idx="192">
                  <c:v>24.45</c:v>
                </c:pt>
                <c:pt idx="193">
                  <c:v>24.45</c:v>
                </c:pt>
                <c:pt idx="194">
                  <c:v>24.45</c:v>
                </c:pt>
                <c:pt idx="195">
                  <c:v>24.45</c:v>
                </c:pt>
                <c:pt idx="196">
                  <c:v>24.45</c:v>
                </c:pt>
                <c:pt idx="197">
                  <c:v>24.45</c:v>
                </c:pt>
                <c:pt idx="198">
                  <c:v>24.45</c:v>
                </c:pt>
                <c:pt idx="199">
                  <c:v>24.45</c:v>
                </c:pt>
                <c:pt idx="200">
                  <c:v>24.45</c:v>
                </c:pt>
                <c:pt idx="201">
                  <c:v>24.5</c:v>
                </c:pt>
                <c:pt idx="202">
                  <c:v>24.5</c:v>
                </c:pt>
                <c:pt idx="203">
                  <c:v>24.5</c:v>
                </c:pt>
                <c:pt idx="204">
                  <c:v>24.5</c:v>
                </c:pt>
                <c:pt idx="205">
                  <c:v>24.5</c:v>
                </c:pt>
                <c:pt idx="206">
                  <c:v>24.5</c:v>
                </c:pt>
                <c:pt idx="207">
                  <c:v>24.5</c:v>
                </c:pt>
                <c:pt idx="208">
                  <c:v>24.5</c:v>
                </c:pt>
                <c:pt idx="209">
                  <c:v>24.5</c:v>
                </c:pt>
                <c:pt idx="210">
                  <c:v>24.5</c:v>
                </c:pt>
                <c:pt idx="211">
                  <c:v>24.5</c:v>
                </c:pt>
                <c:pt idx="212">
                  <c:v>24.55</c:v>
                </c:pt>
                <c:pt idx="213">
                  <c:v>24.5</c:v>
                </c:pt>
                <c:pt idx="214">
                  <c:v>24.5</c:v>
                </c:pt>
                <c:pt idx="215">
                  <c:v>24.5</c:v>
                </c:pt>
                <c:pt idx="216">
                  <c:v>24.5</c:v>
                </c:pt>
                <c:pt idx="217">
                  <c:v>24.5</c:v>
                </c:pt>
                <c:pt idx="218">
                  <c:v>24.5</c:v>
                </c:pt>
                <c:pt idx="219">
                  <c:v>24.5</c:v>
                </c:pt>
                <c:pt idx="220">
                  <c:v>24.55</c:v>
                </c:pt>
                <c:pt idx="221">
                  <c:v>24.55</c:v>
                </c:pt>
                <c:pt idx="222">
                  <c:v>24.55</c:v>
                </c:pt>
                <c:pt idx="223">
                  <c:v>24.55</c:v>
                </c:pt>
                <c:pt idx="224">
                  <c:v>24.55</c:v>
                </c:pt>
                <c:pt idx="225">
                  <c:v>24.55</c:v>
                </c:pt>
                <c:pt idx="226">
                  <c:v>24.55</c:v>
                </c:pt>
                <c:pt idx="227">
                  <c:v>24.6</c:v>
                </c:pt>
                <c:pt idx="228">
                  <c:v>24.6</c:v>
                </c:pt>
                <c:pt idx="229">
                  <c:v>24.6</c:v>
                </c:pt>
                <c:pt idx="230">
                  <c:v>24.6</c:v>
                </c:pt>
                <c:pt idx="231">
                  <c:v>24.6</c:v>
                </c:pt>
                <c:pt idx="232">
                  <c:v>24.6</c:v>
                </c:pt>
                <c:pt idx="233">
                  <c:v>24.6</c:v>
                </c:pt>
                <c:pt idx="234">
                  <c:v>24.6</c:v>
                </c:pt>
                <c:pt idx="235">
                  <c:v>24.6</c:v>
                </c:pt>
                <c:pt idx="236">
                  <c:v>24.65</c:v>
                </c:pt>
                <c:pt idx="237">
                  <c:v>24.65</c:v>
                </c:pt>
                <c:pt idx="238">
                  <c:v>24.65</c:v>
                </c:pt>
                <c:pt idx="239">
                  <c:v>24.65</c:v>
                </c:pt>
                <c:pt idx="240">
                  <c:v>24.65</c:v>
                </c:pt>
                <c:pt idx="241">
                  <c:v>24.65</c:v>
                </c:pt>
                <c:pt idx="242">
                  <c:v>24.65</c:v>
                </c:pt>
                <c:pt idx="243">
                  <c:v>24.65</c:v>
                </c:pt>
                <c:pt idx="244">
                  <c:v>24.65</c:v>
                </c:pt>
                <c:pt idx="245">
                  <c:v>24.65</c:v>
                </c:pt>
                <c:pt idx="246">
                  <c:v>24.65</c:v>
                </c:pt>
                <c:pt idx="247">
                  <c:v>24.65</c:v>
                </c:pt>
                <c:pt idx="248">
                  <c:v>24.65</c:v>
                </c:pt>
                <c:pt idx="249">
                  <c:v>24.65</c:v>
                </c:pt>
                <c:pt idx="250">
                  <c:v>24.65</c:v>
                </c:pt>
                <c:pt idx="251">
                  <c:v>24.65</c:v>
                </c:pt>
                <c:pt idx="252">
                  <c:v>24.65</c:v>
                </c:pt>
                <c:pt idx="253">
                  <c:v>24.7</c:v>
                </c:pt>
                <c:pt idx="254">
                  <c:v>24.7</c:v>
                </c:pt>
                <c:pt idx="255">
                  <c:v>24.7</c:v>
                </c:pt>
                <c:pt idx="256">
                  <c:v>24.7</c:v>
                </c:pt>
                <c:pt idx="257">
                  <c:v>24.7</c:v>
                </c:pt>
                <c:pt idx="258">
                  <c:v>24.7</c:v>
                </c:pt>
                <c:pt idx="259">
                  <c:v>24.7</c:v>
                </c:pt>
                <c:pt idx="260">
                  <c:v>24.7</c:v>
                </c:pt>
                <c:pt idx="261">
                  <c:v>24.7</c:v>
                </c:pt>
                <c:pt idx="262">
                  <c:v>24.7</c:v>
                </c:pt>
                <c:pt idx="263">
                  <c:v>24.75</c:v>
                </c:pt>
                <c:pt idx="264">
                  <c:v>24.75</c:v>
                </c:pt>
                <c:pt idx="265">
                  <c:v>24.75</c:v>
                </c:pt>
                <c:pt idx="266">
                  <c:v>24.75</c:v>
                </c:pt>
                <c:pt idx="267">
                  <c:v>24.75</c:v>
                </c:pt>
                <c:pt idx="268">
                  <c:v>24.75</c:v>
                </c:pt>
                <c:pt idx="269">
                  <c:v>24.75</c:v>
                </c:pt>
                <c:pt idx="270">
                  <c:v>24.75</c:v>
                </c:pt>
                <c:pt idx="271">
                  <c:v>24.75</c:v>
                </c:pt>
                <c:pt idx="272">
                  <c:v>24.75</c:v>
                </c:pt>
                <c:pt idx="273">
                  <c:v>24.75</c:v>
                </c:pt>
                <c:pt idx="274">
                  <c:v>24.75</c:v>
                </c:pt>
                <c:pt idx="275">
                  <c:v>24.8</c:v>
                </c:pt>
                <c:pt idx="276">
                  <c:v>24.8</c:v>
                </c:pt>
                <c:pt idx="277">
                  <c:v>24.8</c:v>
                </c:pt>
                <c:pt idx="278">
                  <c:v>24.8</c:v>
                </c:pt>
                <c:pt idx="279">
                  <c:v>24.8</c:v>
                </c:pt>
                <c:pt idx="280">
                  <c:v>24.8</c:v>
                </c:pt>
                <c:pt idx="281">
                  <c:v>24.8</c:v>
                </c:pt>
                <c:pt idx="282">
                  <c:v>24.8</c:v>
                </c:pt>
                <c:pt idx="283">
                  <c:v>24.8</c:v>
                </c:pt>
                <c:pt idx="284">
                  <c:v>24.8</c:v>
                </c:pt>
                <c:pt idx="285">
                  <c:v>24.85</c:v>
                </c:pt>
                <c:pt idx="286">
                  <c:v>24.85</c:v>
                </c:pt>
                <c:pt idx="287">
                  <c:v>24.85</c:v>
                </c:pt>
                <c:pt idx="288">
                  <c:v>24.85</c:v>
                </c:pt>
                <c:pt idx="289">
                  <c:v>24.85</c:v>
                </c:pt>
                <c:pt idx="290">
                  <c:v>24.85</c:v>
                </c:pt>
                <c:pt idx="291">
                  <c:v>24.85</c:v>
                </c:pt>
                <c:pt idx="292">
                  <c:v>24.9</c:v>
                </c:pt>
                <c:pt idx="293">
                  <c:v>24.9</c:v>
                </c:pt>
                <c:pt idx="294">
                  <c:v>24.9</c:v>
                </c:pt>
                <c:pt idx="295">
                  <c:v>24.9</c:v>
                </c:pt>
                <c:pt idx="296">
                  <c:v>24.9</c:v>
                </c:pt>
                <c:pt idx="297">
                  <c:v>24.9</c:v>
                </c:pt>
                <c:pt idx="298">
                  <c:v>24.9</c:v>
                </c:pt>
                <c:pt idx="299">
                  <c:v>24.9</c:v>
                </c:pt>
                <c:pt idx="300">
                  <c:v>24.9</c:v>
                </c:pt>
                <c:pt idx="301">
                  <c:v>24.9</c:v>
                </c:pt>
                <c:pt idx="302">
                  <c:v>24.9</c:v>
                </c:pt>
                <c:pt idx="303">
                  <c:v>24.9</c:v>
                </c:pt>
                <c:pt idx="304">
                  <c:v>24.95</c:v>
                </c:pt>
                <c:pt idx="305">
                  <c:v>24.95</c:v>
                </c:pt>
                <c:pt idx="306">
                  <c:v>24.95</c:v>
                </c:pt>
                <c:pt idx="307">
                  <c:v>24.95</c:v>
                </c:pt>
                <c:pt idx="308">
                  <c:v>24.95</c:v>
                </c:pt>
                <c:pt idx="309">
                  <c:v>24.95</c:v>
                </c:pt>
                <c:pt idx="310">
                  <c:v>24.95</c:v>
                </c:pt>
                <c:pt idx="311">
                  <c:v>24.95</c:v>
                </c:pt>
                <c:pt idx="312">
                  <c:v>24.95</c:v>
                </c:pt>
                <c:pt idx="313">
                  <c:v>24.95</c:v>
                </c:pt>
                <c:pt idx="314">
                  <c:v>24.95</c:v>
                </c:pt>
                <c:pt idx="315">
                  <c:v>24.95</c:v>
                </c:pt>
                <c:pt idx="316">
                  <c:v>25</c:v>
                </c:pt>
                <c:pt idx="317">
                  <c:v>25</c:v>
                </c:pt>
                <c:pt idx="318">
                  <c:v>25</c:v>
                </c:pt>
                <c:pt idx="319">
                  <c:v>25</c:v>
                </c:pt>
                <c:pt idx="320">
                  <c:v>25</c:v>
                </c:pt>
                <c:pt idx="321">
                  <c:v>25</c:v>
                </c:pt>
                <c:pt idx="322">
                  <c:v>25</c:v>
                </c:pt>
                <c:pt idx="323">
                  <c:v>25</c:v>
                </c:pt>
                <c:pt idx="324">
                  <c:v>25</c:v>
                </c:pt>
                <c:pt idx="325">
                  <c:v>25</c:v>
                </c:pt>
                <c:pt idx="326">
                  <c:v>25</c:v>
                </c:pt>
                <c:pt idx="327">
                  <c:v>25</c:v>
                </c:pt>
                <c:pt idx="328">
                  <c:v>25</c:v>
                </c:pt>
                <c:pt idx="329">
                  <c:v>25</c:v>
                </c:pt>
                <c:pt idx="330">
                  <c:v>25</c:v>
                </c:pt>
                <c:pt idx="331">
                  <c:v>25.05</c:v>
                </c:pt>
                <c:pt idx="332">
                  <c:v>25.05</c:v>
                </c:pt>
                <c:pt idx="333">
                  <c:v>25.05</c:v>
                </c:pt>
                <c:pt idx="334">
                  <c:v>25.05</c:v>
                </c:pt>
                <c:pt idx="335">
                  <c:v>25.05</c:v>
                </c:pt>
                <c:pt idx="336">
                  <c:v>25.05</c:v>
                </c:pt>
                <c:pt idx="337">
                  <c:v>25.05</c:v>
                </c:pt>
                <c:pt idx="338">
                  <c:v>25.05</c:v>
                </c:pt>
                <c:pt idx="339">
                  <c:v>25.05</c:v>
                </c:pt>
                <c:pt idx="340">
                  <c:v>25.1</c:v>
                </c:pt>
                <c:pt idx="341">
                  <c:v>25.1</c:v>
                </c:pt>
                <c:pt idx="342">
                  <c:v>25.1</c:v>
                </c:pt>
                <c:pt idx="343">
                  <c:v>25.1</c:v>
                </c:pt>
                <c:pt idx="344">
                  <c:v>25.1</c:v>
                </c:pt>
                <c:pt idx="345">
                  <c:v>25.1</c:v>
                </c:pt>
                <c:pt idx="346">
                  <c:v>25.1</c:v>
                </c:pt>
                <c:pt idx="347">
                  <c:v>25.1</c:v>
                </c:pt>
                <c:pt idx="348">
                  <c:v>25.1</c:v>
                </c:pt>
                <c:pt idx="349">
                  <c:v>25.1</c:v>
                </c:pt>
                <c:pt idx="350">
                  <c:v>25.1</c:v>
                </c:pt>
                <c:pt idx="351">
                  <c:v>25.15</c:v>
                </c:pt>
                <c:pt idx="352">
                  <c:v>25.15</c:v>
                </c:pt>
                <c:pt idx="353">
                  <c:v>25.15</c:v>
                </c:pt>
                <c:pt idx="354">
                  <c:v>25.15</c:v>
                </c:pt>
                <c:pt idx="355">
                  <c:v>25.15</c:v>
                </c:pt>
                <c:pt idx="356">
                  <c:v>25.15</c:v>
                </c:pt>
                <c:pt idx="357">
                  <c:v>25.15</c:v>
                </c:pt>
                <c:pt idx="358">
                  <c:v>25.15</c:v>
                </c:pt>
                <c:pt idx="359">
                  <c:v>25.15</c:v>
                </c:pt>
                <c:pt idx="360">
                  <c:v>25.15</c:v>
                </c:pt>
                <c:pt idx="361">
                  <c:v>25.15</c:v>
                </c:pt>
                <c:pt idx="362">
                  <c:v>25.15</c:v>
                </c:pt>
                <c:pt idx="363">
                  <c:v>25.2</c:v>
                </c:pt>
                <c:pt idx="364">
                  <c:v>25.2</c:v>
                </c:pt>
                <c:pt idx="365">
                  <c:v>25.2</c:v>
                </c:pt>
                <c:pt idx="366">
                  <c:v>25.2</c:v>
                </c:pt>
                <c:pt idx="367">
                  <c:v>25.2</c:v>
                </c:pt>
                <c:pt idx="368">
                  <c:v>25.2</c:v>
                </c:pt>
                <c:pt idx="369">
                  <c:v>25.2</c:v>
                </c:pt>
                <c:pt idx="370">
                  <c:v>25.2</c:v>
                </c:pt>
                <c:pt idx="371">
                  <c:v>25.2</c:v>
                </c:pt>
                <c:pt idx="372">
                  <c:v>25.2</c:v>
                </c:pt>
                <c:pt idx="373">
                  <c:v>25.25</c:v>
                </c:pt>
                <c:pt idx="374">
                  <c:v>25.25</c:v>
                </c:pt>
                <c:pt idx="375">
                  <c:v>25.25</c:v>
                </c:pt>
                <c:pt idx="376">
                  <c:v>25.25</c:v>
                </c:pt>
                <c:pt idx="377">
                  <c:v>25.25</c:v>
                </c:pt>
                <c:pt idx="378">
                  <c:v>25.25</c:v>
                </c:pt>
                <c:pt idx="379">
                  <c:v>25.25</c:v>
                </c:pt>
                <c:pt idx="380">
                  <c:v>25.25</c:v>
                </c:pt>
                <c:pt idx="381">
                  <c:v>25.25</c:v>
                </c:pt>
                <c:pt idx="382">
                  <c:v>25.25</c:v>
                </c:pt>
                <c:pt idx="383">
                  <c:v>25.3</c:v>
                </c:pt>
                <c:pt idx="384">
                  <c:v>25.3</c:v>
                </c:pt>
                <c:pt idx="385">
                  <c:v>25.3</c:v>
                </c:pt>
                <c:pt idx="386">
                  <c:v>25.3</c:v>
                </c:pt>
                <c:pt idx="387">
                  <c:v>25.35</c:v>
                </c:pt>
                <c:pt idx="388">
                  <c:v>25.3</c:v>
                </c:pt>
                <c:pt idx="389">
                  <c:v>25.35</c:v>
                </c:pt>
                <c:pt idx="390">
                  <c:v>25.35</c:v>
                </c:pt>
                <c:pt idx="391">
                  <c:v>25.35</c:v>
                </c:pt>
                <c:pt idx="392">
                  <c:v>25.35</c:v>
                </c:pt>
                <c:pt idx="393">
                  <c:v>25.35</c:v>
                </c:pt>
                <c:pt idx="394">
                  <c:v>25.4</c:v>
                </c:pt>
                <c:pt idx="395">
                  <c:v>25.4</c:v>
                </c:pt>
                <c:pt idx="396">
                  <c:v>25.4</c:v>
                </c:pt>
                <c:pt idx="397">
                  <c:v>25.4</c:v>
                </c:pt>
                <c:pt idx="398">
                  <c:v>25.4</c:v>
                </c:pt>
                <c:pt idx="399">
                  <c:v>25.4</c:v>
                </c:pt>
                <c:pt idx="400">
                  <c:v>25.4</c:v>
                </c:pt>
                <c:pt idx="401">
                  <c:v>25.4</c:v>
                </c:pt>
                <c:pt idx="402">
                  <c:v>25.4</c:v>
                </c:pt>
                <c:pt idx="403">
                  <c:v>25.4</c:v>
                </c:pt>
                <c:pt idx="404">
                  <c:v>25.4</c:v>
                </c:pt>
                <c:pt idx="405">
                  <c:v>25.4</c:v>
                </c:pt>
                <c:pt idx="406">
                  <c:v>25.4</c:v>
                </c:pt>
                <c:pt idx="407">
                  <c:v>25.4</c:v>
                </c:pt>
                <c:pt idx="408">
                  <c:v>25.4</c:v>
                </c:pt>
                <c:pt idx="409">
                  <c:v>25.45</c:v>
                </c:pt>
                <c:pt idx="410">
                  <c:v>25.45</c:v>
                </c:pt>
                <c:pt idx="411">
                  <c:v>25.45</c:v>
                </c:pt>
                <c:pt idx="412">
                  <c:v>25.45</c:v>
                </c:pt>
                <c:pt idx="413">
                  <c:v>25.45</c:v>
                </c:pt>
                <c:pt idx="414">
                  <c:v>25.45</c:v>
                </c:pt>
                <c:pt idx="415">
                  <c:v>25.45</c:v>
                </c:pt>
                <c:pt idx="416">
                  <c:v>25.45</c:v>
                </c:pt>
                <c:pt idx="417">
                  <c:v>25.45</c:v>
                </c:pt>
                <c:pt idx="418">
                  <c:v>25.45</c:v>
                </c:pt>
                <c:pt idx="419">
                  <c:v>25.5</c:v>
                </c:pt>
                <c:pt idx="420">
                  <c:v>25.5</c:v>
                </c:pt>
                <c:pt idx="421">
                  <c:v>25.5</c:v>
                </c:pt>
                <c:pt idx="422">
                  <c:v>25.5</c:v>
                </c:pt>
                <c:pt idx="423">
                  <c:v>25.5</c:v>
                </c:pt>
                <c:pt idx="424">
                  <c:v>25.5</c:v>
                </c:pt>
                <c:pt idx="425">
                  <c:v>25.5</c:v>
                </c:pt>
                <c:pt idx="426">
                  <c:v>25.5</c:v>
                </c:pt>
                <c:pt idx="427">
                  <c:v>25.5</c:v>
                </c:pt>
                <c:pt idx="428">
                  <c:v>25.5</c:v>
                </c:pt>
                <c:pt idx="429">
                  <c:v>25.5</c:v>
                </c:pt>
                <c:pt idx="430">
                  <c:v>25.5</c:v>
                </c:pt>
                <c:pt idx="431">
                  <c:v>25.5</c:v>
                </c:pt>
                <c:pt idx="432">
                  <c:v>25.5</c:v>
                </c:pt>
                <c:pt idx="433">
                  <c:v>25.5</c:v>
                </c:pt>
                <c:pt idx="434">
                  <c:v>25.5</c:v>
                </c:pt>
                <c:pt idx="435">
                  <c:v>25.55</c:v>
                </c:pt>
                <c:pt idx="436">
                  <c:v>25.55</c:v>
                </c:pt>
                <c:pt idx="437">
                  <c:v>25.55</c:v>
                </c:pt>
                <c:pt idx="438">
                  <c:v>25.55</c:v>
                </c:pt>
                <c:pt idx="439">
                  <c:v>25.55</c:v>
                </c:pt>
                <c:pt idx="440">
                  <c:v>25.55</c:v>
                </c:pt>
                <c:pt idx="441">
                  <c:v>25.55</c:v>
                </c:pt>
                <c:pt idx="442">
                  <c:v>25.55</c:v>
                </c:pt>
                <c:pt idx="443">
                  <c:v>25.55</c:v>
                </c:pt>
                <c:pt idx="444">
                  <c:v>25.55</c:v>
                </c:pt>
                <c:pt idx="445">
                  <c:v>25.55</c:v>
                </c:pt>
                <c:pt idx="446">
                  <c:v>25.6</c:v>
                </c:pt>
                <c:pt idx="447">
                  <c:v>25.6</c:v>
                </c:pt>
                <c:pt idx="448">
                  <c:v>25.6</c:v>
                </c:pt>
                <c:pt idx="449">
                  <c:v>25.6</c:v>
                </c:pt>
                <c:pt idx="450">
                  <c:v>25.6</c:v>
                </c:pt>
                <c:pt idx="451">
                  <c:v>25.6</c:v>
                </c:pt>
                <c:pt idx="452">
                  <c:v>25.6</c:v>
                </c:pt>
                <c:pt idx="453">
                  <c:v>25.65</c:v>
                </c:pt>
                <c:pt idx="454">
                  <c:v>25.65</c:v>
                </c:pt>
                <c:pt idx="455">
                  <c:v>25.65</c:v>
                </c:pt>
                <c:pt idx="456">
                  <c:v>25.65</c:v>
                </c:pt>
                <c:pt idx="457">
                  <c:v>25.65</c:v>
                </c:pt>
                <c:pt idx="458">
                  <c:v>25.65</c:v>
                </c:pt>
                <c:pt idx="459">
                  <c:v>25.65</c:v>
                </c:pt>
                <c:pt idx="460">
                  <c:v>25.65</c:v>
                </c:pt>
                <c:pt idx="461">
                  <c:v>25.65</c:v>
                </c:pt>
                <c:pt idx="462">
                  <c:v>25.65</c:v>
                </c:pt>
                <c:pt idx="463">
                  <c:v>25.65</c:v>
                </c:pt>
                <c:pt idx="464">
                  <c:v>25.7</c:v>
                </c:pt>
                <c:pt idx="465">
                  <c:v>25.7</c:v>
                </c:pt>
                <c:pt idx="466">
                  <c:v>25.7</c:v>
                </c:pt>
                <c:pt idx="467">
                  <c:v>25.7</c:v>
                </c:pt>
                <c:pt idx="468">
                  <c:v>25.7</c:v>
                </c:pt>
                <c:pt idx="469">
                  <c:v>25.7</c:v>
                </c:pt>
                <c:pt idx="470">
                  <c:v>25.7</c:v>
                </c:pt>
                <c:pt idx="471">
                  <c:v>25.7</c:v>
                </c:pt>
                <c:pt idx="472">
                  <c:v>25.7</c:v>
                </c:pt>
                <c:pt idx="473">
                  <c:v>25.7</c:v>
                </c:pt>
                <c:pt idx="474">
                  <c:v>25.7</c:v>
                </c:pt>
                <c:pt idx="475">
                  <c:v>25.7</c:v>
                </c:pt>
                <c:pt idx="476">
                  <c:v>25.7</c:v>
                </c:pt>
                <c:pt idx="477">
                  <c:v>25.7</c:v>
                </c:pt>
                <c:pt idx="478">
                  <c:v>25.7</c:v>
                </c:pt>
                <c:pt idx="479">
                  <c:v>25.75</c:v>
                </c:pt>
                <c:pt idx="480">
                  <c:v>25.75</c:v>
                </c:pt>
                <c:pt idx="481">
                  <c:v>25.75</c:v>
                </c:pt>
                <c:pt idx="482">
                  <c:v>25.75</c:v>
                </c:pt>
                <c:pt idx="483">
                  <c:v>25.75</c:v>
                </c:pt>
                <c:pt idx="484">
                  <c:v>25.75</c:v>
                </c:pt>
                <c:pt idx="485">
                  <c:v>25.75</c:v>
                </c:pt>
                <c:pt idx="486">
                  <c:v>25.75</c:v>
                </c:pt>
                <c:pt idx="487">
                  <c:v>25.8</c:v>
                </c:pt>
                <c:pt idx="488">
                  <c:v>25.8</c:v>
                </c:pt>
                <c:pt idx="489">
                  <c:v>25.8</c:v>
                </c:pt>
                <c:pt idx="490">
                  <c:v>25.8</c:v>
                </c:pt>
                <c:pt idx="491">
                  <c:v>25.8</c:v>
                </c:pt>
                <c:pt idx="492">
                  <c:v>25.8</c:v>
                </c:pt>
                <c:pt idx="493">
                  <c:v>25.8</c:v>
                </c:pt>
                <c:pt idx="494">
                  <c:v>25.8</c:v>
                </c:pt>
                <c:pt idx="495">
                  <c:v>25.8</c:v>
                </c:pt>
                <c:pt idx="496">
                  <c:v>25.85</c:v>
                </c:pt>
                <c:pt idx="497">
                  <c:v>25.85</c:v>
                </c:pt>
                <c:pt idx="498">
                  <c:v>25.85</c:v>
                </c:pt>
                <c:pt idx="499">
                  <c:v>25.85</c:v>
                </c:pt>
                <c:pt idx="500">
                  <c:v>25.85</c:v>
                </c:pt>
                <c:pt idx="501">
                  <c:v>25.85</c:v>
                </c:pt>
                <c:pt idx="502">
                  <c:v>25.85</c:v>
                </c:pt>
                <c:pt idx="503">
                  <c:v>25.85</c:v>
                </c:pt>
                <c:pt idx="504">
                  <c:v>25.85</c:v>
                </c:pt>
                <c:pt idx="505">
                  <c:v>25.85</c:v>
                </c:pt>
                <c:pt idx="506">
                  <c:v>25.85</c:v>
                </c:pt>
                <c:pt idx="507">
                  <c:v>25.85</c:v>
                </c:pt>
                <c:pt idx="508">
                  <c:v>25.85</c:v>
                </c:pt>
                <c:pt idx="509">
                  <c:v>25.9</c:v>
                </c:pt>
                <c:pt idx="510">
                  <c:v>25.9</c:v>
                </c:pt>
                <c:pt idx="511">
                  <c:v>25.9</c:v>
                </c:pt>
                <c:pt idx="512">
                  <c:v>25.9</c:v>
                </c:pt>
                <c:pt idx="513">
                  <c:v>25.9</c:v>
                </c:pt>
                <c:pt idx="514">
                  <c:v>25.9</c:v>
                </c:pt>
                <c:pt idx="515">
                  <c:v>25.9</c:v>
                </c:pt>
                <c:pt idx="516">
                  <c:v>25.9</c:v>
                </c:pt>
                <c:pt idx="517">
                  <c:v>25.9</c:v>
                </c:pt>
                <c:pt idx="518">
                  <c:v>25.9</c:v>
                </c:pt>
                <c:pt idx="519">
                  <c:v>25.9</c:v>
                </c:pt>
                <c:pt idx="520">
                  <c:v>25.9</c:v>
                </c:pt>
                <c:pt idx="521">
                  <c:v>25.95</c:v>
                </c:pt>
                <c:pt idx="522">
                  <c:v>25.95</c:v>
                </c:pt>
                <c:pt idx="523">
                  <c:v>25.95</c:v>
                </c:pt>
                <c:pt idx="524">
                  <c:v>25.95</c:v>
                </c:pt>
                <c:pt idx="525">
                  <c:v>25.95</c:v>
                </c:pt>
                <c:pt idx="526">
                  <c:v>25.95</c:v>
                </c:pt>
                <c:pt idx="527">
                  <c:v>25.95</c:v>
                </c:pt>
                <c:pt idx="528">
                  <c:v>25.95</c:v>
                </c:pt>
                <c:pt idx="529">
                  <c:v>25.95</c:v>
                </c:pt>
                <c:pt idx="530">
                  <c:v>25.95</c:v>
                </c:pt>
                <c:pt idx="531">
                  <c:v>25.95</c:v>
                </c:pt>
                <c:pt idx="532">
                  <c:v>26</c:v>
                </c:pt>
                <c:pt idx="533">
                  <c:v>26</c:v>
                </c:pt>
                <c:pt idx="534">
                  <c:v>26</c:v>
                </c:pt>
                <c:pt idx="535">
                  <c:v>26</c:v>
                </c:pt>
                <c:pt idx="536">
                  <c:v>26</c:v>
                </c:pt>
                <c:pt idx="537">
                  <c:v>26</c:v>
                </c:pt>
                <c:pt idx="538">
                  <c:v>26</c:v>
                </c:pt>
                <c:pt idx="539">
                  <c:v>26</c:v>
                </c:pt>
                <c:pt idx="540">
                  <c:v>26</c:v>
                </c:pt>
                <c:pt idx="541">
                  <c:v>26</c:v>
                </c:pt>
                <c:pt idx="542">
                  <c:v>26</c:v>
                </c:pt>
                <c:pt idx="543">
                  <c:v>26</c:v>
                </c:pt>
                <c:pt idx="544">
                  <c:v>26</c:v>
                </c:pt>
                <c:pt idx="545">
                  <c:v>26.05</c:v>
                </c:pt>
                <c:pt idx="546">
                  <c:v>26.05</c:v>
                </c:pt>
                <c:pt idx="547">
                  <c:v>26.05</c:v>
                </c:pt>
                <c:pt idx="548">
                  <c:v>26.05</c:v>
                </c:pt>
                <c:pt idx="549">
                  <c:v>26.05</c:v>
                </c:pt>
                <c:pt idx="550">
                  <c:v>26.05</c:v>
                </c:pt>
                <c:pt idx="551">
                  <c:v>26.05</c:v>
                </c:pt>
                <c:pt idx="552">
                  <c:v>26.05</c:v>
                </c:pt>
                <c:pt idx="553">
                  <c:v>26.05</c:v>
                </c:pt>
                <c:pt idx="554">
                  <c:v>26.1</c:v>
                </c:pt>
                <c:pt idx="555">
                  <c:v>26.1</c:v>
                </c:pt>
                <c:pt idx="556">
                  <c:v>26.1</c:v>
                </c:pt>
                <c:pt idx="557">
                  <c:v>26.1</c:v>
                </c:pt>
                <c:pt idx="558">
                  <c:v>26.1</c:v>
                </c:pt>
                <c:pt idx="559">
                  <c:v>26.1</c:v>
                </c:pt>
                <c:pt idx="560">
                  <c:v>26.1</c:v>
                </c:pt>
                <c:pt idx="561">
                  <c:v>26.1</c:v>
                </c:pt>
                <c:pt idx="562">
                  <c:v>26.1</c:v>
                </c:pt>
                <c:pt idx="563">
                  <c:v>26.1</c:v>
                </c:pt>
                <c:pt idx="564">
                  <c:v>26.1</c:v>
                </c:pt>
                <c:pt idx="565">
                  <c:v>26.1</c:v>
                </c:pt>
                <c:pt idx="566">
                  <c:v>26.1</c:v>
                </c:pt>
                <c:pt idx="567">
                  <c:v>26.1</c:v>
                </c:pt>
                <c:pt idx="568">
                  <c:v>26.15</c:v>
                </c:pt>
                <c:pt idx="569">
                  <c:v>26.15</c:v>
                </c:pt>
                <c:pt idx="570">
                  <c:v>26.15</c:v>
                </c:pt>
                <c:pt idx="571">
                  <c:v>26.15</c:v>
                </c:pt>
                <c:pt idx="572">
                  <c:v>26.15</c:v>
                </c:pt>
                <c:pt idx="573">
                  <c:v>26.15</c:v>
                </c:pt>
                <c:pt idx="574">
                  <c:v>26.15</c:v>
                </c:pt>
                <c:pt idx="575">
                  <c:v>26.15</c:v>
                </c:pt>
                <c:pt idx="576">
                  <c:v>26.15</c:v>
                </c:pt>
                <c:pt idx="577">
                  <c:v>26.2</c:v>
                </c:pt>
                <c:pt idx="578">
                  <c:v>26.2</c:v>
                </c:pt>
                <c:pt idx="579">
                  <c:v>26.2</c:v>
                </c:pt>
                <c:pt idx="580">
                  <c:v>26.2</c:v>
                </c:pt>
                <c:pt idx="581">
                  <c:v>26.2</c:v>
                </c:pt>
                <c:pt idx="582">
                  <c:v>26.2</c:v>
                </c:pt>
                <c:pt idx="583">
                  <c:v>26.2</c:v>
                </c:pt>
                <c:pt idx="584">
                  <c:v>26.2</c:v>
                </c:pt>
                <c:pt idx="585">
                  <c:v>26.2</c:v>
                </c:pt>
                <c:pt idx="586">
                  <c:v>26.2</c:v>
                </c:pt>
                <c:pt idx="587">
                  <c:v>26.2</c:v>
                </c:pt>
                <c:pt idx="588">
                  <c:v>26.2</c:v>
                </c:pt>
                <c:pt idx="589">
                  <c:v>26.2</c:v>
                </c:pt>
                <c:pt idx="590">
                  <c:v>26.2</c:v>
                </c:pt>
                <c:pt idx="591">
                  <c:v>26.25</c:v>
                </c:pt>
                <c:pt idx="592">
                  <c:v>26.25</c:v>
                </c:pt>
                <c:pt idx="593">
                  <c:v>26.25</c:v>
                </c:pt>
                <c:pt idx="594">
                  <c:v>26.25</c:v>
                </c:pt>
                <c:pt idx="595">
                  <c:v>26.25</c:v>
                </c:pt>
                <c:pt idx="596">
                  <c:v>26.25</c:v>
                </c:pt>
                <c:pt idx="597">
                  <c:v>26.25</c:v>
                </c:pt>
                <c:pt idx="598">
                  <c:v>26.25</c:v>
                </c:pt>
                <c:pt idx="599">
                  <c:v>26.25</c:v>
                </c:pt>
                <c:pt idx="600">
                  <c:v>26.25</c:v>
                </c:pt>
                <c:pt idx="601">
                  <c:v>26.3</c:v>
                </c:pt>
                <c:pt idx="602">
                  <c:v>26.3</c:v>
                </c:pt>
                <c:pt idx="603">
                  <c:v>26.3</c:v>
                </c:pt>
                <c:pt idx="604">
                  <c:v>26.3</c:v>
                </c:pt>
                <c:pt idx="605">
                  <c:v>26.3</c:v>
                </c:pt>
                <c:pt idx="606">
                  <c:v>26.3</c:v>
                </c:pt>
                <c:pt idx="607">
                  <c:v>26.3</c:v>
                </c:pt>
                <c:pt idx="608">
                  <c:v>26.3</c:v>
                </c:pt>
                <c:pt idx="609">
                  <c:v>26.3</c:v>
                </c:pt>
                <c:pt idx="610">
                  <c:v>26.3</c:v>
                </c:pt>
                <c:pt idx="611">
                  <c:v>26.3</c:v>
                </c:pt>
                <c:pt idx="612">
                  <c:v>26.35</c:v>
                </c:pt>
                <c:pt idx="613">
                  <c:v>26.35</c:v>
                </c:pt>
                <c:pt idx="614">
                  <c:v>26.35</c:v>
                </c:pt>
                <c:pt idx="615">
                  <c:v>26.35</c:v>
                </c:pt>
                <c:pt idx="616">
                  <c:v>26.35</c:v>
                </c:pt>
                <c:pt idx="617">
                  <c:v>26.35</c:v>
                </c:pt>
                <c:pt idx="618">
                  <c:v>26.35</c:v>
                </c:pt>
                <c:pt idx="619">
                  <c:v>26.35</c:v>
                </c:pt>
                <c:pt idx="620">
                  <c:v>26.35</c:v>
                </c:pt>
                <c:pt idx="621">
                  <c:v>26.35</c:v>
                </c:pt>
                <c:pt idx="622">
                  <c:v>26.35</c:v>
                </c:pt>
                <c:pt idx="623">
                  <c:v>26.35</c:v>
                </c:pt>
                <c:pt idx="624">
                  <c:v>26.35</c:v>
                </c:pt>
                <c:pt idx="625">
                  <c:v>26.4</c:v>
                </c:pt>
                <c:pt idx="626">
                  <c:v>26.4</c:v>
                </c:pt>
                <c:pt idx="627">
                  <c:v>26.4</c:v>
                </c:pt>
                <c:pt idx="628">
                  <c:v>26.4</c:v>
                </c:pt>
                <c:pt idx="629">
                  <c:v>26.4</c:v>
                </c:pt>
                <c:pt idx="630">
                  <c:v>26.4</c:v>
                </c:pt>
                <c:pt idx="631">
                  <c:v>26.45</c:v>
                </c:pt>
                <c:pt idx="632">
                  <c:v>26.45</c:v>
                </c:pt>
                <c:pt idx="633">
                  <c:v>26.45</c:v>
                </c:pt>
                <c:pt idx="634">
                  <c:v>26.45</c:v>
                </c:pt>
                <c:pt idx="635">
                  <c:v>26.45</c:v>
                </c:pt>
                <c:pt idx="636">
                  <c:v>26.4</c:v>
                </c:pt>
                <c:pt idx="637">
                  <c:v>26.45</c:v>
                </c:pt>
                <c:pt idx="638">
                  <c:v>26.45</c:v>
                </c:pt>
                <c:pt idx="639">
                  <c:v>26.45</c:v>
                </c:pt>
                <c:pt idx="640">
                  <c:v>26.45</c:v>
                </c:pt>
                <c:pt idx="641">
                  <c:v>26.45</c:v>
                </c:pt>
                <c:pt idx="642">
                  <c:v>26.45</c:v>
                </c:pt>
                <c:pt idx="643">
                  <c:v>26.45</c:v>
                </c:pt>
                <c:pt idx="644">
                  <c:v>26.45</c:v>
                </c:pt>
                <c:pt idx="645">
                  <c:v>26.45</c:v>
                </c:pt>
                <c:pt idx="646">
                  <c:v>26.5</c:v>
                </c:pt>
                <c:pt idx="647">
                  <c:v>26.5</c:v>
                </c:pt>
                <c:pt idx="648">
                  <c:v>26.5</c:v>
                </c:pt>
                <c:pt idx="649">
                  <c:v>26.5</c:v>
                </c:pt>
                <c:pt idx="650">
                  <c:v>26.5</c:v>
                </c:pt>
                <c:pt idx="651">
                  <c:v>26.5</c:v>
                </c:pt>
                <c:pt idx="652">
                  <c:v>26.5</c:v>
                </c:pt>
                <c:pt idx="653">
                  <c:v>26.5</c:v>
                </c:pt>
                <c:pt idx="654">
                  <c:v>26.5</c:v>
                </c:pt>
                <c:pt idx="655">
                  <c:v>26.5</c:v>
                </c:pt>
                <c:pt idx="656">
                  <c:v>26.5</c:v>
                </c:pt>
                <c:pt idx="657">
                  <c:v>26.55</c:v>
                </c:pt>
                <c:pt idx="658">
                  <c:v>26.55</c:v>
                </c:pt>
                <c:pt idx="659">
                  <c:v>26.55</c:v>
                </c:pt>
                <c:pt idx="660">
                  <c:v>26.55</c:v>
                </c:pt>
                <c:pt idx="661">
                  <c:v>26.55</c:v>
                </c:pt>
                <c:pt idx="662">
                  <c:v>26.55</c:v>
                </c:pt>
                <c:pt idx="663">
                  <c:v>26.55</c:v>
                </c:pt>
                <c:pt idx="664">
                  <c:v>26.55</c:v>
                </c:pt>
                <c:pt idx="665">
                  <c:v>26.55</c:v>
                </c:pt>
                <c:pt idx="666">
                  <c:v>26.55</c:v>
                </c:pt>
                <c:pt idx="667">
                  <c:v>26.55</c:v>
                </c:pt>
                <c:pt idx="668">
                  <c:v>26.55</c:v>
                </c:pt>
                <c:pt idx="669">
                  <c:v>26.55</c:v>
                </c:pt>
                <c:pt idx="670">
                  <c:v>26.6</c:v>
                </c:pt>
                <c:pt idx="671">
                  <c:v>26.6</c:v>
                </c:pt>
                <c:pt idx="672">
                  <c:v>26.6</c:v>
                </c:pt>
                <c:pt idx="673">
                  <c:v>26.6</c:v>
                </c:pt>
                <c:pt idx="674">
                  <c:v>26.6</c:v>
                </c:pt>
                <c:pt idx="675">
                  <c:v>26.6</c:v>
                </c:pt>
                <c:pt idx="676">
                  <c:v>26.6</c:v>
                </c:pt>
                <c:pt idx="677">
                  <c:v>26.6</c:v>
                </c:pt>
                <c:pt idx="678">
                  <c:v>26.6</c:v>
                </c:pt>
                <c:pt idx="679">
                  <c:v>26.6</c:v>
                </c:pt>
                <c:pt idx="680">
                  <c:v>26.6</c:v>
                </c:pt>
                <c:pt idx="681">
                  <c:v>26.6</c:v>
                </c:pt>
                <c:pt idx="682">
                  <c:v>26.6</c:v>
                </c:pt>
                <c:pt idx="683">
                  <c:v>26.6</c:v>
                </c:pt>
                <c:pt idx="684">
                  <c:v>26.6</c:v>
                </c:pt>
                <c:pt idx="685">
                  <c:v>26.65</c:v>
                </c:pt>
                <c:pt idx="686">
                  <c:v>26.65</c:v>
                </c:pt>
                <c:pt idx="687">
                  <c:v>26.65</c:v>
                </c:pt>
                <c:pt idx="688">
                  <c:v>26.65</c:v>
                </c:pt>
                <c:pt idx="689">
                  <c:v>26.65</c:v>
                </c:pt>
                <c:pt idx="690">
                  <c:v>26.65</c:v>
                </c:pt>
                <c:pt idx="691">
                  <c:v>26.65</c:v>
                </c:pt>
                <c:pt idx="692">
                  <c:v>26.65</c:v>
                </c:pt>
                <c:pt idx="693">
                  <c:v>26.65</c:v>
                </c:pt>
                <c:pt idx="694">
                  <c:v>26.65</c:v>
                </c:pt>
                <c:pt idx="695">
                  <c:v>26.7</c:v>
                </c:pt>
                <c:pt idx="696">
                  <c:v>26.7</c:v>
                </c:pt>
                <c:pt idx="697">
                  <c:v>26.7</c:v>
                </c:pt>
                <c:pt idx="698">
                  <c:v>26.7</c:v>
                </c:pt>
                <c:pt idx="699">
                  <c:v>26.7</c:v>
                </c:pt>
                <c:pt idx="700">
                  <c:v>26.7</c:v>
                </c:pt>
                <c:pt idx="701">
                  <c:v>26.7</c:v>
                </c:pt>
                <c:pt idx="702">
                  <c:v>26.7</c:v>
                </c:pt>
                <c:pt idx="703">
                  <c:v>26.7</c:v>
                </c:pt>
                <c:pt idx="704">
                  <c:v>26.7</c:v>
                </c:pt>
                <c:pt idx="705">
                  <c:v>26.7</c:v>
                </c:pt>
                <c:pt idx="706">
                  <c:v>26.7</c:v>
                </c:pt>
                <c:pt idx="707">
                  <c:v>26.7</c:v>
                </c:pt>
                <c:pt idx="708">
                  <c:v>26.7</c:v>
                </c:pt>
                <c:pt idx="709">
                  <c:v>26.7</c:v>
                </c:pt>
                <c:pt idx="710">
                  <c:v>26.75</c:v>
                </c:pt>
                <c:pt idx="711">
                  <c:v>26.75</c:v>
                </c:pt>
                <c:pt idx="712">
                  <c:v>26.75</c:v>
                </c:pt>
                <c:pt idx="713">
                  <c:v>26.75</c:v>
                </c:pt>
                <c:pt idx="714">
                  <c:v>26.75</c:v>
                </c:pt>
                <c:pt idx="715">
                  <c:v>26.75</c:v>
                </c:pt>
                <c:pt idx="716">
                  <c:v>26.75</c:v>
                </c:pt>
                <c:pt idx="717">
                  <c:v>26.75</c:v>
                </c:pt>
                <c:pt idx="718">
                  <c:v>26.75</c:v>
                </c:pt>
                <c:pt idx="719">
                  <c:v>26.75</c:v>
                </c:pt>
                <c:pt idx="720">
                  <c:v>26.8</c:v>
                </c:pt>
                <c:pt idx="721">
                  <c:v>26.8</c:v>
                </c:pt>
                <c:pt idx="722">
                  <c:v>26.8</c:v>
                </c:pt>
                <c:pt idx="723">
                  <c:v>26.8</c:v>
                </c:pt>
                <c:pt idx="724">
                  <c:v>26.8</c:v>
                </c:pt>
                <c:pt idx="725">
                  <c:v>26.8</c:v>
                </c:pt>
                <c:pt idx="726">
                  <c:v>26.8</c:v>
                </c:pt>
                <c:pt idx="727">
                  <c:v>26.8</c:v>
                </c:pt>
                <c:pt idx="728">
                  <c:v>26.8</c:v>
                </c:pt>
                <c:pt idx="729">
                  <c:v>26.8</c:v>
                </c:pt>
                <c:pt idx="730">
                  <c:v>26.8</c:v>
                </c:pt>
                <c:pt idx="731">
                  <c:v>26.8</c:v>
                </c:pt>
                <c:pt idx="732">
                  <c:v>26.8</c:v>
                </c:pt>
                <c:pt idx="733">
                  <c:v>26.8</c:v>
                </c:pt>
                <c:pt idx="734">
                  <c:v>26.8</c:v>
                </c:pt>
                <c:pt idx="735">
                  <c:v>26.8</c:v>
                </c:pt>
                <c:pt idx="736">
                  <c:v>26.8</c:v>
                </c:pt>
                <c:pt idx="737">
                  <c:v>26.85</c:v>
                </c:pt>
                <c:pt idx="738">
                  <c:v>26.85</c:v>
                </c:pt>
                <c:pt idx="739">
                  <c:v>26.85</c:v>
                </c:pt>
                <c:pt idx="740">
                  <c:v>26.85</c:v>
                </c:pt>
                <c:pt idx="741">
                  <c:v>26.85</c:v>
                </c:pt>
                <c:pt idx="742">
                  <c:v>26.85</c:v>
                </c:pt>
                <c:pt idx="743">
                  <c:v>26.85</c:v>
                </c:pt>
                <c:pt idx="744">
                  <c:v>26.85</c:v>
                </c:pt>
                <c:pt idx="745">
                  <c:v>26.85</c:v>
                </c:pt>
                <c:pt idx="746">
                  <c:v>26.85</c:v>
                </c:pt>
                <c:pt idx="747">
                  <c:v>26.85</c:v>
                </c:pt>
                <c:pt idx="748">
                  <c:v>26.85</c:v>
                </c:pt>
                <c:pt idx="749">
                  <c:v>26.85</c:v>
                </c:pt>
                <c:pt idx="750">
                  <c:v>26.9</c:v>
                </c:pt>
                <c:pt idx="751">
                  <c:v>26.9</c:v>
                </c:pt>
                <c:pt idx="752">
                  <c:v>26.9</c:v>
                </c:pt>
                <c:pt idx="753">
                  <c:v>26.9</c:v>
                </c:pt>
                <c:pt idx="754">
                  <c:v>26.9</c:v>
                </c:pt>
                <c:pt idx="755">
                  <c:v>26.9</c:v>
                </c:pt>
                <c:pt idx="756">
                  <c:v>26.9</c:v>
                </c:pt>
                <c:pt idx="757">
                  <c:v>26.9</c:v>
                </c:pt>
                <c:pt idx="758">
                  <c:v>26.9</c:v>
                </c:pt>
                <c:pt idx="759">
                  <c:v>26.9</c:v>
                </c:pt>
                <c:pt idx="760">
                  <c:v>26.9</c:v>
                </c:pt>
                <c:pt idx="761">
                  <c:v>26.9</c:v>
                </c:pt>
                <c:pt idx="762">
                  <c:v>26.95</c:v>
                </c:pt>
                <c:pt idx="763">
                  <c:v>26.95</c:v>
                </c:pt>
                <c:pt idx="764">
                  <c:v>26.95</c:v>
                </c:pt>
                <c:pt idx="765">
                  <c:v>26.95</c:v>
                </c:pt>
                <c:pt idx="766">
                  <c:v>26.95</c:v>
                </c:pt>
                <c:pt idx="767">
                  <c:v>26.95</c:v>
                </c:pt>
                <c:pt idx="768">
                  <c:v>26.95</c:v>
                </c:pt>
                <c:pt idx="769">
                  <c:v>26.95</c:v>
                </c:pt>
                <c:pt idx="770">
                  <c:v>26.95</c:v>
                </c:pt>
                <c:pt idx="771">
                  <c:v>26.95</c:v>
                </c:pt>
                <c:pt idx="772">
                  <c:v>26.95</c:v>
                </c:pt>
                <c:pt idx="773">
                  <c:v>26.95</c:v>
                </c:pt>
                <c:pt idx="774">
                  <c:v>26.95</c:v>
                </c:pt>
                <c:pt idx="775">
                  <c:v>26.95</c:v>
                </c:pt>
                <c:pt idx="776">
                  <c:v>26.95</c:v>
                </c:pt>
                <c:pt idx="777">
                  <c:v>26.95</c:v>
                </c:pt>
                <c:pt idx="778">
                  <c:v>26.95</c:v>
                </c:pt>
                <c:pt idx="779">
                  <c:v>27</c:v>
                </c:pt>
                <c:pt idx="780">
                  <c:v>27</c:v>
                </c:pt>
                <c:pt idx="781">
                  <c:v>27</c:v>
                </c:pt>
                <c:pt idx="782">
                  <c:v>27</c:v>
                </c:pt>
                <c:pt idx="783">
                  <c:v>27</c:v>
                </c:pt>
                <c:pt idx="784">
                  <c:v>27</c:v>
                </c:pt>
                <c:pt idx="785">
                  <c:v>27</c:v>
                </c:pt>
                <c:pt idx="786">
                  <c:v>27</c:v>
                </c:pt>
                <c:pt idx="787">
                  <c:v>27</c:v>
                </c:pt>
                <c:pt idx="788">
                  <c:v>27</c:v>
                </c:pt>
                <c:pt idx="789">
                  <c:v>27.05</c:v>
                </c:pt>
                <c:pt idx="790">
                  <c:v>27.05</c:v>
                </c:pt>
                <c:pt idx="791">
                  <c:v>27.05</c:v>
                </c:pt>
                <c:pt idx="792">
                  <c:v>27.05</c:v>
                </c:pt>
                <c:pt idx="793">
                  <c:v>27.05</c:v>
                </c:pt>
                <c:pt idx="794">
                  <c:v>27.05</c:v>
                </c:pt>
                <c:pt idx="795">
                  <c:v>27.05</c:v>
                </c:pt>
                <c:pt idx="796">
                  <c:v>27.05</c:v>
                </c:pt>
                <c:pt idx="797">
                  <c:v>27.05</c:v>
                </c:pt>
                <c:pt idx="798">
                  <c:v>27.05</c:v>
                </c:pt>
                <c:pt idx="799">
                  <c:v>27.05</c:v>
                </c:pt>
                <c:pt idx="800">
                  <c:v>27.05</c:v>
                </c:pt>
                <c:pt idx="801">
                  <c:v>27.05</c:v>
                </c:pt>
                <c:pt idx="802">
                  <c:v>27.05</c:v>
                </c:pt>
                <c:pt idx="803">
                  <c:v>27.05</c:v>
                </c:pt>
                <c:pt idx="804">
                  <c:v>27.05</c:v>
                </c:pt>
                <c:pt idx="805">
                  <c:v>27.1</c:v>
                </c:pt>
                <c:pt idx="806">
                  <c:v>27.1</c:v>
                </c:pt>
                <c:pt idx="807">
                  <c:v>27.1</c:v>
                </c:pt>
                <c:pt idx="808">
                  <c:v>27.1</c:v>
                </c:pt>
                <c:pt idx="809">
                  <c:v>27.1</c:v>
                </c:pt>
                <c:pt idx="810">
                  <c:v>27.1</c:v>
                </c:pt>
                <c:pt idx="811">
                  <c:v>27.1</c:v>
                </c:pt>
                <c:pt idx="812">
                  <c:v>27.1</c:v>
                </c:pt>
                <c:pt idx="813">
                  <c:v>27.1</c:v>
                </c:pt>
                <c:pt idx="814">
                  <c:v>27.1</c:v>
                </c:pt>
                <c:pt idx="815">
                  <c:v>27.15</c:v>
                </c:pt>
                <c:pt idx="816">
                  <c:v>27.15</c:v>
                </c:pt>
                <c:pt idx="817">
                  <c:v>27.15</c:v>
                </c:pt>
                <c:pt idx="818">
                  <c:v>27.15</c:v>
                </c:pt>
                <c:pt idx="819">
                  <c:v>27.15</c:v>
                </c:pt>
                <c:pt idx="820">
                  <c:v>27.15</c:v>
                </c:pt>
                <c:pt idx="821">
                  <c:v>27.15</c:v>
                </c:pt>
                <c:pt idx="822">
                  <c:v>27.15</c:v>
                </c:pt>
                <c:pt idx="823">
                  <c:v>27.15</c:v>
                </c:pt>
                <c:pt idx="824">
                  <c:v>27.15</c:v>
                </c:pt>
                <c:pt idx="825">
                  <c:v>27.15</c:v>
                </c:pt>
                <c:pt idx="826">
                  <c:v>27.15</c:v>
                </c:pt>
                <c:pt idx="827">
                  <c:v>27.15</c:v>
                </c:pt>
                <c:pt idx="828">
                  <c:v>27.15</c:v>
                </c:pt>
                <c:pt idx="829">
                  <c:v>27.2</c:v>
                </c:pt>
                <c:pt idx="830">
                  <c:v>27.2</c:v>
                </c:pt>
                <c:pt idx="831">
                  <c:v>27.2</c:v>
                </c:pt>
                <c:pt idx="832">
                  <c:v>27.2</c:v>
                </c:pt>
                <c:pt idx="833">
                  <c:v>27.2</c:v>
                </c:pt>
                <c:pt idx="834">
                  <c:v>27.2</c:v>
                </c:pt>
                <c:pt idx="835">
                  <c:v>27.2</c:v>
                </c:pt>
                <c:pt idx="836">
                  <c:v>27.2</c:v>
                </c:pt>
                <c:pt idx="837">
                  <c:v>27.2</c:v>
                </c:pt>
                <c:pt idx="838">
                  <c:v>27.2</c:v>
                </c:pt>
                <c:pt idx="839">
                  <c:v>27.2</c:v>
                </c:pt>
                <c:pt idx="840">
                  <c:v>27.2</c:v>
                </c:pt>
                <c:pt idx="841">
                  <c:v>27.2</c:v>
                </c:pt>
                <c:pt idx="842">
                  <c:v>27.2</c:v>
                </c:pt>
                <c:pt idx="843">
                  <c:v>27.25</c:v>
                </c:pt>
                <c:pt idx="844">
                  <c:v>27.25</c:v>
                </c:pt>
                <c:pt idx="845">
                  <c:v>27.25</c:v>
                </c:pt>
                <c:pt idx="846">
                  <c:v>27.25</c:v>
                </c:pt>
                <c:pt idx="847">
                  <c:v>27.25</c:v>
                </c:pt>
                <c:pt idx="848">
                  <c:v>27.25</c:v>
                </c:pt>
                <c:pt idx="849">
                  <c:v>27.25</c:v>
                </c:pt>
                <c:pt idx="850">
                  <c:v>27.25</c:v>
                </c:pt>
                <c:pt idx="851">
                  <c:v>27.25</c:v>
                </c:pt>
                <c:pt idx="852">
                  <c:v>27.25</c:v>
                </c:pt>
                <c:pt idx="853">
                  <c:v>27.25</c:v>
                </c:pt>
                <c:pt idx="854">
                  <c:v>27.25</c:v>
                </c:pt>
                <c:pt idx="855">
                  <c:v>27.3</c:v>
                </c:pt>
                <c:pt idx="856">
                  <c:v>27.3</c:v>
                </c:pt>
                <c:pt idx="857">
                  <c:v>27.3</c:v>
                </c:pt>
                <c:pt idx="858">
                  <c:v>27.3</c:v>
                </c:pt>
                <c:pt idx="859">
                  <c:v>27.3</c:v>
                </c:pt>
                <c:pt idx="860">
                  <c:v>27.3</c:v>
                </c:pt>
                <c:pt idx="861">
                  <c:v>27.3</c:v>
                </c:pt>
                <c:pt idx="862">
                  <c:v>27.3</c:v>
                </c:pt>
                <c:pt idx="863">
                  <c:v>27.3</c:v>
                </c:pt>
                <c:pt idx="864">
                  <c:v>27.3</c:v>
                </c:pt>
                <c:pt idx="865">
                  <c:v>27.3</c:v>
                </c:pt>
                <c:pt idx="866">
                  <c:v>27.3</c:v>
                </c:pt>
                <c:pt idx="867">
                  <c:v>27.3</c:v>
                </c:pt>
                <c:pt idx="868">
                  <c:v>27.3</c:v>
                </c:pt>
                <c:pt idx="869">
                  <c:v>27.3</c:v>
                </c:pt>
                <c:pt idx="870">
                  <c:v>27.35</c:v>
                </c:pt>
                <c:pt idx="871">
                  <c:v>27.35</c:v>
                </c:pt>
                <c:pt idx="872">
                  <c:v>27.35</c:v>
                </c:pt>
                <c:pt idx="873">
                  <c:v>27.35</c:v>
                </c:pt>
                <c:pt idx="874">
                  <c:v>27.35</c:v>
                </c:pt>
                <c:pt idx="875">
                  <c:v>27.35</c:v>
                </c:pt>
                <c:pt idx="876">
                  <c:v>27.35</c:v>
                </c:pt>
                <c:pt idx="877">
                  <c:v>27.35</c:v>
                </c:pt>
                <c:pt idx="878">
                  <c:v>27.35</c:v>
                </c:pt>
                <c:pt idx="879">
                  <c:v>27.35</c:v>
                </c:pt>
                <c:pt idx="880">
                  <c:v>27.35</c:v>
                </c:pt>
                <c:pt idx="881">
                  <c:v>27.35</c:v>
                </c:pt>
                <c:pt idx="882">
                  <c:v>27.35</c:v>
                </c:pt>
                <c:pt idx="883">
                  <c:v>27.35</c:v>
                </c:pt>
                <c:pt idx="884">
                  <c:v>27.35</c:v>
                </c:pt>
                <c:pt idx="885">
                  <c:v>27.35</c:v>
                </c:pt>
                <c:pt idx="886">
                  <c:v>27.35</c:v>
                </c:pt>
                <c:pt idx="887">
                  <c:v>27.4</c:v>
                </c:pt>
                <c:pt idx="888">
                  <c:v>27.4</c:v>
                </c:pt>
                <c:pt idx="889">
                  <c:v>27.4</c:v>
                </c:pt>
                <c:pt idx="890">
                  <c:v>27.4</c:v>
                </c:pt>
                <c:pt idx="891">
                  <c:v>27.4</c:v>
                </c:pt>
                <c:pt idx="892">
                  <c:v>27.4</c:v>
                </c:pt>
                <c:pt idx="893">
                  <c:v>27.4</c:v>
                </c:pt>
                <c:pt idx="894">
                  <c:v>27.4</c:v>
                </c:pt>
                <c:pt idx="895">
                  <c:v>27.4</c:v>
                </c:pt>
                <c:pt idx="896">
                  <c:v>27.4</c:v>
                </c:pt>
                <c:pt idx="897">
                  <c:v>27.4</c:v>
                </c:pt>
                <c:pt idx="898">
                  <c:v>27.4</c:v>
                </c:pt>
                <c:pt idx="899">
                  <c:v>27.4</c:v>
                </c:pt>
                <c:pt idx="900">
                  <c:v>27.4</c:v>
                </c:pt>
                <c:pt idx="901">
                  <c:v>27.45</c:v>
                </c:pt>
                <c:pt idx="902">
                  <c:v>27.45</c:v>
                </c:pt>
                <c:pt idx="903">
                  <c:v>27.45</c:v>
                </c:pt>
                <c:pt idx="904">
                  <c:v>27.45</c:v>
                </c:pt>
                <c:pt idx="905">
                  <c:v>27.45</c:v>
                </c:pt>
                <c:pt idx="906">
                  <c:v>27.45</c:v>
                </c:pt>
                <c:pt idx="907">
                  <c:v>27.45</c:v>
                </c:pt>
                <c:pt idx="908">
                  <c:v>27.45</c:v>
                </c:pt>
                <c:pt idx="909">
                  <c:v>27.45</c:v>
                </c:pt>
                <c:pt idx="910">
                  <c:v>27.45</c:v>
                </c:pt>
                <c:pt idx="911">
                  <c:v>27.45</c:v>
                </c:pt>
                <c:pt idx="912">
                  <c:v>27.45</c:v>
                </c:pt>
                <c:pt idx="913">
                  <c:v>27.45</c:v>
                </c:pt>
                <c:pt idx="914">
                  <c:v>27.45</c:v>
                </c:pt>
                <c:pt idx="915">
                  <c:v>27.5</c:v>
                </c:pt>
                <c:pt idx="916">
                  <c:v>27.5</c:v>
                </c:pt>
                <c:pt idx="917">
                  <c:v>27.5</c:v>
                </c:pt>
                <c:pt idx="918">
                  <c:v>27.5</c:v>
                </c:pt>
                <c:pt idx="919">
                  <c:v>27.5</c:v>
                </c:pt>
                <c:pt idx="920">
                  <c:v>27.5</c:v>
                </c:pt>
                <c:pt idx="921">
                  <c:v>27.5</c:v>
                </c:pt>
                <c:pt idx="922">
                  <c:v>27.5</c:v>
                </c:pt>
                <c:pt idx="923">
                  <c:v>27.5</c:v>
                </c:pt>
                <c:pt idx="924">
                  <c:v>27.5</c:v>
                </c:pt>
                <c:pt idx="925">
                  <c:v>27.5</c:v>
                </c:pt>
                <c:pt idx="926">
                  <c:v>27.5</c:v>
                </c:pt>
                <c:pt idx="927">
                  <c:v>27.55</c:v>
                </c:pt>
                <c:pt idx="928">
                  <c:v>27.55</c:v>
                </c:pt>
                <c:pt idx="929">
                  <c:v>27.55</c:v>
                </c:pt>
                <c:pt idx="930">
                  <c:v>27.55</c:v>
                </c:pt>
                <c:pt idx="931">
                  <c:v>27.55</c:v>
                </c:pt>
                <c:pt idx="932">
                  <c:v>27.55</c:v>
                </c:pt>
                <c:pt idx="933">
                  <c:v>27.55</c:v>
                </c:pt>
                <c:pt idx="934">
                  <c:v>27.55</c:v>
                </c:pt>
                <c:pt idx="935">
                  <c:v>27.55</c:v>
                </c:pt>
                <c:pt idx="936">
                  <c:v>27.55</c:v>
                </c:pt>
                <c:pt idx="937">
                  <c:v>27.55</c:v>
                </c:pt>
                <c:pt idx="938">
                  <c:v>27.6</c:v>
                </c:pt>
                <c:pt idx="939">
                  <c:v>27.6</c:v>
                </c:pt>
                <c:pt idx="940">
                  <c:v>27.6</c:v>
                </c:pt>
                <c:pt idx="941">
                  <c:v>27.6</c:v>
                </c:pt>
                <c:pt idx="942">
                  <c:v>27.6</c:v>
                </c:pt>
                <c:pt idx="943">
                  <c:v>27.6</c:v>
                </c:pt>
                <c:pt idx="944">
                  <c:v>27.6</c:v>
                </c:pt>
                <c:pt idx="945">
                  <c:v>27.6</c:v>
                </c:pt>
                <c:pt idx="946">
                  <c:v>27.6</c:v>
                </c:pt>
                <c:pt idx="947">
                  <c:v>27.6</c:v>
                </c:pt>
                <c:pt idx="948">
                  <c:v>27.6</c:v>
                </c:pt>
                <c:pt idx="949">
                  <c:v>27.6</c:v>
                </c:pt>
                <c:pt idx="950">
                  <c:v>27.6</c:v>
                </c:pt>
                <c:pt idx="951">
                  <c:v>27.6</c:v>
                </c:pt>
                <c:pt idx="952">
                  <c:v>27.6</c:v>
                </c:pt>
                <c:pt idx="953">
                  <c:v>27.6</c:v>
                </c:pt>
                <c:pt idx="954">
                  <c:v>27.6</c:v>
                </c:pt>
                <c:pt idx="955">
                  <c:v>27.65</c:v>
                </c:pt>
                <c:pt idx="956">
                  <c:v>27.65</c:v>
                </c:pt>
                <c:pt idx="957">
                  <c:v>27.65</c:v>
                </c:pt>
                <c:pt idx="958">
                  <c:v>27.65</c:v>
                </c:pt>
                <c:pt idx="959">
                  <c:v>27.65</c:v>
                </c:pt>
                <c:pt idx="960">
                  <c:v>27.65</c:v>
                </c:pt>
                <c:pt idx="961">
                  <c:v>27.65</c:v>
                </c:pt>
                <c:pt idx="962">
                  <c:v>27.65</c:v>
                </c:pt>
                <c:pt idx="963">
                  <c:v>27.65</c:v>
                </c:pt>
                <c:pt idx="964">
                  <c:v>27.7</c:v>
                </c:pt>
                <c:pt idx="965">
                  <c:v>27.7</c:v>
                </c:pt>
                <c:pt idx="966">
                  <c:v>27.7</c:v>
                </c:pt>
                <c:pt idx="967">
                  <c:v>27.7</c:v>
                </c:pt>
                <c:pt idx="968">
                  <c:v>27.7</c:v>
                </c:pt>
                <c:pt idx="969">
                  <c:v>27.7</c:v>
                </c:pt>
                <c:pt idx="970">
                  <c:v>27.7</c:v>
                </c:pt>
                <c:pt idx="971">
                  <c:v>27.7</c:v>
                </c:pt>
                <c:pt idx="972">
                  <c:v>27.7</c:v>
                </c:pt>
                <c:pt idx="973">
                  <c:v>27.7</c:v>
                </c:pt>
                <c:pt idx="974">
                  <c:v>27.7</c:v>
                </c:pt>
                <c:pt idx="975">
                  <c:v>27.75</c:v>
                </c:pt>
                <c:pt idx="976">
                  <c:v>27.75</c:v>
                </c:pt>
                <c:pt idx="977">
                  <c:v>27.75</c:v>
                </c:pt>
                <c:pt idx="978">
                  <c:v>27.75</c:v>
                </c:pt>
                <c:pt idx="979">
                  <c:v>27.75</c:v>
                </c:pt>
                <c:pt idx="980">
                  <c:v>27.75</c:v>
                </c:pt>
                <c:pt idx="981">
                  <c:v>27.75</c:v>
                </c:pt>
                <c:pt idx="982">
                  <c:v>27.75</c:v>
                </c:pt>
                <c:pt idx="983">
                  <c:v>27.75</c:v>
                </c:pt>
                <c:pt idx="984">
                  <c:v>27.75</c:v>
                </c:pt>
                <c:pt idx="985">
                  <c:v>27.75</c:v>
                </c:pt>
                <c:pt idx="986">
                  <c:v>27.75</c:v>
                </c:pt>
                <c:pt idx="987">
                  <c:v>27.75</c:v>
                </c:pt>
                <c:pt idx="988">
                  <c:v>27.75</c:v>
                </c:pt>
                <c:pt idx="989">
                  <c:v>27.75</c:v>
                </c:pt>
                <c:pt idx="990">
                  <c:v>27.75</c:v>
                </c:pt>
                <c:pt idx="991">
                  <c:v>27.8</c:v>
                </c:pt>
                <c:pt idx="992">
                  <c:v>27.8</c:v>
                </c:pt>
                <c:pt idx="993">
                  <c:v>27.8</c:v>
                </c:pt>
                <c:pt idx="994">
                  <c:v>27.8</c:v>
                </c:pt>
                <c:pt idx="995">
                  <c:v>27.8</c:v>
                </c:pt>
                <c:pt idx="996">
                  <c:v>27.8</c:v>
                </c:pt>
                <c:pt idx="997">
                  <c:v>27.8</c:v>
                </c:pt>
                <c:pt idx="998">
                  <c:v>27.8</c:v>
                </c:pt>
                <c:pt idx="999">
                  <c:v>27.8</c:v>
                </c:pt>
                <c:pt idx="1000">
                  <c:v>27.8</c:v>
                </c:pt>
                <c:pt idx="1001">
                  <c:v>27.85</c:v>
                </c:pt>
                <c:pt idx="1002">
                  <c:v>27.85</c:v>
                </c:pt>
                <c:pt idx="1003">
                  <c:v>27.85</c:v>
                </c:pt>
                <c:pt idx="1004">
                  <c:v>27.85</c:v>
                </c:pt>
                <c:pt idx="1005">
                  <c:v>27.85</c:v>
                </c:pt>
                <c:pt idx="1006">
                  <c:v>27.85</c:v>
                </c:pt>
                <c:pt idx="1007">
                  <c:v>27.85</c:v>
                </c:pt>
                <c:pt idx="1008">
                  <c:v>27.85</c:v>
                </c:pt>
                <c:pt idx="1009">
                  <c:v>27.85</c:v>
                </c:pt>
                <c:pt idx="1010">
                  <c:v>27.85</c:v>
                </c:pt>
                <c:pt idx="1011">
                  <c:v>27.85</c:v>
                </c:pt>
                <c:pt idx="1012">
                  <c:v>27.85</c:v>
                </c:pt>
                <c:pt idx="1013">
                  <c:v>27.85</c:v>
                </c:pt>
                <c:pt idx="1014">
                  <c:v>27.85</c:v>
                </c:pt>
                <c:pt idx="1015">
                  <c:v>27.9</c:v>
                </c:pt>
                <c:pt idx="1016">
                  <c:v>27.9</c:v>
                </c:pt>
                <c:pt idx="1017">
                  <c:v>27.9</c:v>
                </c:pt>
                <c:pt idx="1018">
                  <c:v>27.9</c:v>
                </c:pt>
                <c:pt idx="1019">
                  <c:v>27.9</c:v>
                </c:pt>
                <c:pt idx="1020">
                  <c:v>27.9</c:v>
                </c:pt>
                <c:pt idx="1021">
                  <c:v>27.9</c:v>
                </c:pt>
                <c:pt idx="1022">
                  <c:v>27.9</c:v>
                </c:pt>
                <c:pt idx="1023">
                  <c:v>27.9</c:v>
                </c:pt>
                <c:pt idx="1024">
                  <c:v>27.9</c:v>
                </c:pt>
                <c:pt idx="1025">
                  <c:v>27.95</c:v>
                </c:pt>
                <c:pt idx="1026">
                  <c:v>27.95</c:v>
                </c:pt>
                <c:pt idx="1027">
                  <c:v>27.95</c:v>
                </c:pt>
                <c:pt idx="1028">
                  <c:v>27.95</c:v>
                </c:pt>
                <c:pt idx="1029">
                  <c:v>27.95</c:v>
                </c:pt>
                <c:pt idx="1030">
                  <c:v>27.95</c:v>
                </c:pt>
                <c:pt idx="1031">
                  <c:v>27.95</c:v>
                </c:pt>
                <c:pt idx="1032">
                  <c:v>27.95</c:v>
                </c:pt>
                <c:pt idx="1033">
                  <c:v>27.95</c:v>
                </c:pt>
                <c:pt idx="1034">
                  <c:v>27.95</c:v>
                </c:pt>
                <c:pt idx="1035">
                  <c:v>27.95</c:v>
                </c:pt>
                <c:pt idx="1036">
                  <c:v>27.95</c:v>
                </c:pt>
                <c:pt idx="1037">
                  <c:v>28</c:v>
                </c:pt>
                <c:pt idx="1038">
                  <c:v>28</c:v>
                </c:pt>
                <c:pt idx="1039">
                  <c:v>28</c:v>
                </c:pt>
                <c:pt idx="1040">
                  <c:v>28</c:v>
                </c:pt>
                <c:pt idx="1041">
                  <c:v>28</c:v>
                </c:pt>
                <c:pt idx="1042">
                  <c:v>28</c:v>
                </c:pt>
                <c:pt idx="1043">
                  <c:v>28</c:v>
                </c:pt>
                <c:pt idx="1044">
                  <c:v>28</c:v>
                </c:pt>
                <c:pt idx="1045">
                  <c:v>28</c:v>
                </c:pt>
                <c:pt idx="1046">
                  <c:v>28</c:v>
                </c:pt>
                <c:pt idx="1047">
                  <c:v>28</c:v>
                </c:pt>
                <c:pt idx="1048">
                  <c:v>28.05</c:v>
                </c:pt>
                <c:pt idx="1049">
                  <c:v>28.05</c:v>
                </c:pt>
                <c:pt idx="1050">
                  <c:v>28.05</c:v>
                </c:pt>
                <c:pt idx="1051">
                  <c:v>28.05</c:v>
                </c:pt>
                <c:pt idx="1052">
                  <c:v>28.05</c:v>
                </c:pt>
                <c:pt idx="1053">
                  <c:v>28.05</c:v>
                </c:pt>
                <c:pt idx="1054">
                  <c:v>28.05</c:v>
                </c:pt>
                <c:pt idx="1055">
                  <c:v>28.05</c:v>
                </c:pt>
                <c:pt idx="1056">
                  <c:v>28.05</c:v>
                </c:pt>
                <c:pt idx="1057">
                  <c:v>28.05</c:v>
                </c:pt>
                <c:pt idx="1058">
                  <c:v>28.05</c:v>
                </c:pt>
                <c:pt idx="1059">
                  <c:v>28.05</c:v>
                </c:pt>
                <c:pt idx="1060">
                  <c:v>28.05</c:v>
                </c:pt>
                <c:pt idx="1061">
                  <c:v>28.1</c:v>
                </c:pt>
                <c:pt idx="1062">
                  <c:v>28.1</c:v>
                </c:pt>
                <c:pt idx="1063">
                  <c:v>28.1</c:v>
                </c:pt>
                <c:pt idx="1064">
                  <c:v>28.1</c:v>
                </c:pt>
                <c:pt idx="1065">
                  <c:v>28.1</c:v>
                </c:pt>
                <c:pt idx="1066">
                  <c:v>28.1</c:v>
                </c:pt>
                <c:pt idx="1067">
                  <c:v>28.1</c:v>
                </c:pt>
                <c:pt idx="1068">
                  <c:v>28.1</c:v>
                </c:pt>
                <c:pt idx="1069">
                  <c:v>28.1</c:v>
                </c:pt>
                <c:pt idx="1070">
                  <c:v>28.15</c:v>
                </c:pt>
                <c:pt idx="1071">
                  <c:v>28.15</c:v>
                </c:pt>
                <c:pt idx="1072">
                  <c:v>28.15</c:v>
                </c:pt>
                <c:pt idx="1073">
                  <c:v>28.1</c:v>
                </c:pt>
                <c:pt idx="1074">
                  <c:v>28.15</c:v>
                </c:pt>
                <c:pt idx="1075">
                  <c:v>28.15</c:v>
                </c:pt>
                <c:pt idx="1076">
                  <c:v>28.15</c:v>
                </c:pt>
                <c:pt idx="1077">
                  <c:v>28.15</c:v>
                </c:pt>
                <c:pt idx="1078">
                  <c:v>28.15</c:v>
                </c:pt>
                <c:pt idx="1079">
                  <c:v>28.15</c:v>
                </c:pt>
                <c:pt idx="1080">
                  <c:v>28.15</c:v>
                </c:pt>
                <c:pt idx="1081">
                  <c:v>28.2</c:v>
                </c:pt>
                <c:pt idx="1082">
                  <c:v>28.2</c:v>
                </c:pt>
                <c:pt idx="1083">
                  <c:v>28.2</c:v>
                </c:pt>
                <c:pt idx="1084">
                  <c:v>28.2</c:v>
                </c:pt>
                <c:pt idx="1085">
                  <c:v>28.2</c:v>
                </c:pt>
                <c:pt idx="1086">
                  <c:v>28.2</c:v>
                </c:pt>
                <c:pt idx="1087">
                  <c:v>28.2</c:v>
                </c:pt>
                <c:pt idx="1088">
                  <c:v>28.2</c:v>
                </c:pt>
                <c:pt idx="1089">
                  <c:v>28.25</c:v>
                </c:pt>
                <c:pt idx="1090">
                  <c:v>28.25</c:v>
                </c:pt>
                <c:pt idx="1091">
                  <c:v>28.25</c:v>
                </c:pt>
                <c:pt idx="1092">
                  <c:v>28.25</c:v>
                </c:pt>
                <c:pt idx="1093">
                  <c:v>28.25</c:v>
                </c:pt>
                <c:pt idx="1094">
                  <c:v>28.25</c:v>
                </c:pt>
                <c:pt idx="1095">
                  <c:v>28.25</c:v>
                </c:pt>
                <c:pt idx="1096">
                  <c:v>28.25</c:v>
                </c:pt>
                <c:pt idx="1097">
                  <c:v>28.25</c:v>
                </c:pt>
                <c:pt idx="1098">
                  <c:v>28.25</c:v>
                </c:pt>
                <c:pt idx="1099">
                  <c:v>28.25</c:v>
                </c:pt>
                <c:pt idx="1100">
                  <c:v>28.25</c:v>
                </c:pt>
                <c:pt idx="1101">
                  <c:v>28.25</c:v>
                </c:pt>
                <c:pt idx="1102">
                  <c:v>28.25</c:v>
                </c:pt>
                <c:pt idx="1103">
                  <c:v>28.25</c:v>
                </c:pt>
                <c:pt idx="1104">
                  <c:v>28.25</c:v>
                </c:pt>
                <c:pt idx="1105">
                  <c:v>28.3</c:v>
                </c:pt>
                <c:pt idx="1106">
                  <c:v>28.3</c:v>
                </c:pt>
                <c:pt idx="1107">
                  <c:v>28.3</c:v>
                </c:pt>
                <c:pt idx="1108">
                  <c:v>28.3</c:v>
                </c:pt>
                <c:pt idx="1109">
                  <c:v>28.3</c:v>
                </c:pt>
                <c:pt idx="1110">
                  <c:v>28.3</c:v>
                </c:pt>
                <c:pt idx="1111">
                  <c:v>28.3</c:v>
                </c:pt>
                <c:pt idx="1112">
                  <c:v>28.3</c:v>
                </c:pt>
                <c:pt idx="1113">
                  <c:v>28.3</c:v>
                </c:pt>
                <c:pt idx="1114">
                  <c:v>28.3</c:v>
                </c:pt>
                <c:pt idx="1115">
                  <c:v>28.35</c:v>
                </c:pt>
                <c:pt idx="1116">
                  <c:v>28.35</c:v>
                </c:pt>
                <c:pt idx="1117">
                  <c:v>28.35</c:v>
                </c:pt>
                <c:pt idx="1118">
                  <c:v>28.35</c:v>
                </c:pt>
                <c:pt idx="1119">
                  <c:v>28.35</c:v>
                </c:pt>
                <c:pt idx="1120">
                  <c:v>28.35</c:v>
                </c:pt>
                <c:pt idx="1121">
                  <c:v>28.35</c:v>
                </c:pt>
                <c:pt idx="1122">
                  <c:v>28.35</c:v>
                </c:pt>
                <c:pt idx="1123">
                  <c:v>28.35</c:v>
                </c:pt>
                <c:pt idx="1124">
                  <c:v>28.35</c:v>
                </c:pt>
                <c:pt idx="1125">
                  <c:v>28.4</c:v>
                </c:pt>
                <c:pt idx="1126">
                  <c:v>28.4</c:v>
                </c:pt>
                <c:pt idx="1127">
                  <c:v>28.4</c:v>
                </c:pt>
                <c:pt idx="1128">
                  <c:v>28.4</c:v>
                </c:pt>
                <c:pt idx="1129">
                  <c:v>28.4</c:v>
                </c:pt>
                <c:pt idx="1130">
                  <c:v>28.4</c:v>
                </c:pt>
                <c:pt idx="1131">
                  <c:v>28.4</c:v>
                </c:pt>
                <c:pt idx="1132">
                  <c:v>28.4</c:v>
                </c:pt>
                <c:pt idx="1133">
                  <c:v>28.4</c:v>
                </c:pt>
                <c:pt idx="1134">
                  <c:v>28.4</c:v>
                </c:pt>
                <c:pt idx="1135">
                  <c:v>28.4</c:v>
                </c:pt>
                <c:pt idx="1136">
                  <c:v>28.4</c:v>
                </c:pt>
                <c:pt idx="1137">
                  <c:v>28.45</c:v>
                </c:pt>
                <c:pt idx="1138">
                  <c:v>28.45</c:v>
                </c:pt>
                <c:pt idx="1139">
                  <c:v>28.45</c:v>
                </c:pt>
                <c:pt idx="1140">
                  <c:v>28.45</c:v>
                </c:pt>
                <c:pt idx="1141">
                  <c:v>28.45</c:v>
                </c:pt>
                <c:pt idx="1142">
                  <c:v>28.45</c:v>
                </c:pt>
                <c:pt idx="1143">
                  <c:v>28.45</c:v>
                </c:pt>
                <c:pt idx="1144">
                  <c:v>28.45</c:v>
                </c:pt>
                <c:pt idx="1145">
                  <c:v>28.45</c:v>
                </c:pt>
                <c:pt idx="1146">
                  <c:v>28.45</c:v>
                </c:pt>
                <c:pt idx="1147">
                  <c:v>28.45</c:v>
                </c:pt>
                <c:pt idx="1148">
                  <c:v>28.45</c:v>
                </c:pt>
                <c:pt idx="1149">
                  <c:v>28.5</c:v>
                </c:pt>
                <c:pt idx="1150">
                  <c:v>28.5</c:v>
                </c:pt>
                <c:pt idx="1151">
                  <c:v>28.5</c:v>
                </c:pt>
                <c:pt idx="1152">
                  <c:v>28.5</c:v>
                </c:pt>
                <c:pt idx="1153">
                  <c:v>28.5</c:v>
                </c:pt>
                <c:pt idx="1154">
                  <c:v>28.5</c:v>
                </c:pt>
                <c:pt idx="1155">
                  <c:v>28.5</c:v>
                </c:pt>
                <c:pt idx="1156">
                  <c:v>28.5</c:v>
                </c:pt>
                <c:pt idx="1157">
                  <c:v>28.5</c:v>
                </c:pt>
                <c:pt idx="1158">
                  <c:v>28.5</c:v>
                </c:pt>
                <c:pt idx="1159">
                  <c:v>28.5</c:v>
                </c:pt>
                <c:pt idx="1160">
                  <c:v>28.5</c:v>
                </c:pt>
                <c:pt idx="1161">
                  <c:v>28.5</c:v>
                </c:pt>
                <c:pt idx="1162">
                  <c:v>28.5</c:v>
                </c:pt>
                <c:pt idx="1163">
                  <c:v>28.55</c:v>
                </c:pt>
                <c:pt idx="1164">
                  <c:v>28.55</c:v>
                </c:pt>
                <c:pt idx="1165">
                  <c:v>28.55</c:v>
                </c:pt>
                <c:pt idx="1166">
                  <c:v>28.55</c:v>
                </c:pt>
                <c:pt idx="1167">
                  <c:v>28.55</c:v>
                </c:pt>
                <c:pt idx="1168">
                  <c:v>28.55</c:v>
                </c:pt>
                <c:pt idx="1169">
                  <c:v>28.55</c:v>
                </c:pt>
                <c:pt idx="1170">
                  <c:v>28.55</c:v>
                </c:pt>
                <c:pt idx="1171">
                  <c:v>28.55</c:v>
                </c:pt>
                <c:pt idx="1172">
                  <c:v>28.55</c:v>
                </c:pt>
                <c:pt idx="1173">
                  <c:v>28.55</c:v>
                </c:pt>
                <c:pt idx="1174">
                  <c:v>28.55</c:v>
                </c:pt>
                <c:pt idx="1175">
                  <c:v>28.55</c:v>
                </c:pt>
                <c:pt idx="1176">
                  <c:v>28.55</c:v>
                </c:pt>
                <c:pt idx="1177">
                  <c:v>28.55</c:v>
                </c:pt>
                <c:pt idx="1178">
                  <c:v>28.6</c:v>
                </c:pt>
                <c:pt idx="1179">
                  <c:v>28.6</c:v>
                </c:pt>
                <c:pt idx="1180">
                  <c:v>28.6</c:v>
                </c:pt>
                <c:pt idx="1181">
                  <c:v>28.6</c:v>
                </c:pt>
                <c:pt idx="1182">
                  <c:v>28.6</c:v>
                </c:pt>
                <c:pt idx="1183">
                  <c:v>28.6</c:v>
                </c:pt>
                <c:pt idx="1184">
                  <c:v>28.6</c:v>
                </c:pt>
                <c:pt idx="1185">
                  <c:v>28.6</c:v>
                </c:pt>
                <c:pt idx="1186">
                  <c:v>28.6</c:v>
                </c:pt>
                <c:pt idx="1187">
                  <c:v>28.6</c:v>
                </c:pt>
                <c:pt idx="1188">
                  <c:v>28.6</c:v>
                </c:pt>
                <c:pt idx="1189">
                  <c:v>28.65</c:v>
                </c:pt>
                <c:pt idx="1190">
                  <c:v>28.65</c:v>
                </c:pt>
                <c:pt idx="1191">
                  <c:v>28.65</c:v>
                </c:pt>
                <c:pt idx="1192">
                  <c:v>28.65</c:v>
                </c:pt>
                <c:pt idx="1193">
                  <c:v>28.65</c:v>
                </c:pt>
                <c:pt idx="1194">
                  <c:v>28.65</c:v>
                </c:pt>
                <c:pt idx="1195">
                  <c:v>28.65</c:v>
                </c:pt>
                <c:pt idx="1196">
                  <c:v>28.65</c:v>
                </c:pt>
                <c:pt idx="1197">
                  <c:v>28.65</c:v>
                </c:pt>
                <c:pt idx="1198">
                  <c:v>28.65</c:v>
                </c:pt>
                <c:pt idx="1199">
                  <c:v>28.65</c:v>
                </c:pt>
                <c:pt idx="1200">
                  <c:v>28.65</c:v>
                </c:pt>
                <c:pt idx="1201">
                  <c:v>28.7</c:v>
                </c:pt>
                <c:pt idx="1202">
                  <c:v>28.7</c:v>
                </c:pt>
                <c:pt idx="1203">
                  <c:v>28.7</c:v>
                </c:pt>
                <c:pt idx="1204">
                  <c:v>28.7</c:v>
                </c:pt>
                <c:pt idx="1205">
                  <c:v>28.7</c:v>
                </c:pt>
                <c:pt idx="1206">
                  <c:v>28.7</c:v>
                </c:pt>
                <c:pt idx="1207">
                  <c:v>28.7</c:v>
                </c:pt>
                <c:pt idx="1208">
                  <c:v>28.7</c:v>
                </c:pt>
                <c:pt idx="1209">
                  <c:v>28.75</c:v>
                </c:pt>
                <c:pt idx="1210">
                  <c:v>28.75</c:v>
                </c:pt>
                <c:pt idx="1211">
                  <c:v>28.75</c:v>
                </c:pt>
                <c:pt idx="1212">
                  <c:v>28.75</c:v>
                </c:pt>
                <c:pt idx="1213">
                  <c:v>28.75</c:v>
                </c:pt>
                <c:pt idx="1214">
                  <c:v>28.75</c:v>
                </c:pt>
                <c:pt idx="1215">
                  <c:v>28.75</c:v>
                </c:pt>
                <c:pt idx="1216">
                  <c:v>28.75</c:v>
                </c:pt>
                <c:pt idx="1217">
                  <c:v>28.75</c:v>
                </c:pt>
                <c:pt idx="1218">
                  <c:v>28.75</c:v>
                </c:pt>
                <c:pt idx="1219">
                  <c:v>28.75</c:v>
                </c:pt>
                <c:pt idx="1220">
                  <c:v>28.8</c:v>
                </c:pt>
                <c:pt idx="1221">
                  <c:v>28.8</c:v>
                </c:pt>
                <c:pt idx="1222">
                  <c:v>28.8</c:v>
                </c:pt>
                <c:pt idx="1223">
                  <c:v>28.8</c:v>
                </c:pt>
                <c:pt idx="1224">
                  <c:v>28.8</c:v>
                </c:pt>
                <c:pt idx="1225">
                  <c:v>28.8</c:v>
                </c:pt>
                <c:pt idx="1226">
                  <c:v>28.8</c:v>
                </c:pt>
                <c:pt idx="1227">
                  <c:v>28.8</c:v>
                </c:pt>
                <c:pt idx="1228">
                  <c:v>28.8</c:v>
                </c:pt>
                <c:pt idx="1229">
                  <c:v>28.8</c:v>
                </c:pt>
                <c:pt idx="1230">
                  <c:v>28.8</c:v>
                </c:pt>
                <c:pt idx="1231">
                  <c:v>28.8</c:v>
                </c:pt>
                <c:pt idx="1232">
                  <c:v>28.85</c:v>
                </c:pt>
                <c:pt idx="1233">
                  <c:v>28.85</c:v>
                </c:pt>
                <c:pt idx="1234">
                  <c:v>28.85</c:v>
                </c:pt>
                <c:pt idx="1235">
                  <c:v>28.85</c:v>
                </c:pt>
                <c:pt idx="1236">
                  <c:v>28.85</c:v>
                </c:pt>
                <c:pt idx="1237">
                  <c:v>28.85</c:v>
                </c:pt>
                <c:pt idx="1238">
                  <c:v>28.85</c:v>
                </c:pt>
                <c:pt idx="1239">
                  <c:v>28.85</c:v>
                </c:pt>
                <c:pt idx="1240">
                  <c:v>28.85</c:v>
                </c:pt>
                <c:pt idx="1241">
                  <c:v>28.9</c:v>
                </c:pt>
                <c:pt idx="1242">
                  <c:v>28.9</c:v>
                </c:pt>
                <c:pt idx="1243">
                  <c:v>28.9</c:v>
                </c:pt>
                <c:pt idx="1244">
                  <c:v>28.9</c:v>
                </c:pt>
                <c:pt idx="1245">
                  <c:v>28.9</c:v>
                </c:pt>
                <c:pt idx="1246">
                  <c:v>28.9</c:v>
                </c:pt>
                <c:pt idx="1247">
                  <c:v>28.9</c:v>
                </c:pt>
                <c:pt idx="1248">
                  <c:v>28.9</c:v>
                </c:pt>
                <c:pt idx="1249">
                  <c:v>28.9</c:v>
                </c:pt>
                <c:pt idx="1250">
                  <c:v>28.9</c:v>
                </c:pt>
                <c:pt idx="1251">
                  <c:v>28.9</c:v>
                </c:pt>
                <c:pt idx="1252">
                  <c:v>28.9</c:v>
                </c:pt>
                <c:pt idx="1253">
                  <c:v>28.9</c:v>
                </c:pt>
                <c:pt idx="1254">
                  <c:v>28.9</c:v>
                </c:pt>
                <c:pt idx="1255">
                  <c:v>28.9</c:v>
                </c:pt>
                <c:pt idx="1256">
                  <c:v>28.95</c:v>
                </c:pt>
                <c:pt idx="1257">
                  <c:v>28.95</c:v>
                </c:pt>
                <c:pt idx="1258">
                  <c:v>28.95</c:v>
                </c:pt>
                <c:pt idx="1259">
                  <c:v>28.95</c:v>
                </c:pt>
                <c:pt idx="1260">
                  <c:v>28.95</c:v>
                </c:pt>
                <c:pt idx="1261">
                  <c:v>28.95</c:v>
                </c:pt>
                <c:pt idx="1262">
                  <c:v>28.95</c:v>
                </c:pt>
                <c:pt idx="1263">
                  <c:v>28.95</c:v>
                </c:pt>
                <c:pt idx="1264">
                  <c:v>28.95</c:v>
                </c:pt>
                <c:pt idx="1265">
                  <c:v>29</c:v>
                </c:pt>
                <c:pt idx="1266">
                  <c:v>29</c:v>
                </c:pt>
                <c:pt idx="1267">
                  <c:v>29</c:v>
                </c:pt>
                <c:pt idx="1268">
                  <c:v>29</c:v>
                </c:pt>
                <c:pt idx="1269">
                  <c:v>29</c:v>
                </c:pt>
                <c:pt idx="1270">
                  <c:v>29</c:v>
                </c:pt>
                <c:pt idx="1271">
                  <c:v>29</c:v>
                </c:pt>
                <c:pt idx="1272">
                  <c:v>29</c:v>
                </c:pt>
                <c:pt idx="1273">
                  <c:v>29</c:v>
                </c:pt>
                <c:pt idx="1274">
                  <c:v>29</c:v>
                </c:pt>
                <c:pt idx="1275">
                  <c:v>29</c:v>
                </c:pt>
                <c:pt idx="1276">
                  <c:v>29</c:v>
                </c:pt>
                <c:pt idx="1277">
                  <c:v>29.05</c:v>
                </c:pt>
                <c:pt idx="1278">
                  <c:v>29.05</c:v>
                </c:pt>
                <c:pt idx="1279">
                  <c:v>29.05</c:v>
                </c:pt>
                <c:pt idx="1280">
                  <c:v>29.05</c:v>
                </c:pt>
                <c:pt idx="1281">
                  <c:v>29.05</c:v>
                </c:pt>
                <c:pt idx="1282">
                  <c:v>29.05</c:v>
                </c:pt>
                <c:pt idx="1283">
                  <c:v>29.05</c:v>
                </c:pt>
                <c:pt idx="1284">
                  <c:v>29.05</c:v>
                </c:pt>
                <c:pt idx="1285">
                  <c:v>29.05</c:v>
                </c:pt>
                <c:pt idx="1286">
                  <c:v>29.05</c:v>
                </c:pt>
                <c:pt idx="1287">
                  <c:v>29.05</c:v>
                </c:pt>
                <c:pt idx="1288">
                  <c:v>29.1</c:v>
                </c:pt>
                <c:pt idx="1289">
                  <c:v>29.1</c:v>
                </c:pt>
                <c:pt idx="1290">
                  <c:v>29.1</c:v>
                </c:pt>
                <c:pt idx="1291">
                  <c:v>29.1</c:v>
                </c:pt>
                <c:pt idx="1292">
                  <c:v>29.1</c:v>
                </c:pt>
                <c:pt idx="1293">
                  <c:v>29.1</c:v>
                </c:pt>
                <c:pt idx="1294">
                  <c:v>29.1</c:v>
                </c:pt>
                <c:pt idx="1295">
                  <c:v>29.1</c:v>
                </c:pt>
                <c:pt idx="1296">
                  <c:v>29.1</c:v>
                </c:pt>
                <c:pt idx="1297">
                  <c:v>29.1</c:v>
                </c:pt>
                <c:pt idx="1298">
                  <c:v>29.1</c:v>
                </c:pt>
                <c:pt idx="1299">
                  <c:v>29.15</c:v>
                </c:pt>
                <c:pt idx="1300">
                  <c:v>29.15</c:v>
                </c:pt>
                <c:pt idx="1301">
                  <c:v>29.15</c:v>
                </c:pt>
                <c:pt idx="1302">
                  <c:v>29.15</c:v>
                </c:pt>
                <c:pt idx="1303">
                  <c:v>29.15</c:v>
                </c:pt>
                <c:pt idx="1304">
                  <c:v>29.15</c:v>
                </c:pt>
                <c:pt idx="1305">
                  <c:v>29.15</c:v>
                </c:pt>
                <c:pt idx="1306">
                  <c:v>29.15</c:v>
                </c:pt>
                <c:pt idx="1307">
                  <c:v>29.15</c:v>
                </c:pt>
                <c:pt idx="1308">
                  <c:v>29.15</c:v>
                </c:pt>
                <c:pt idx="1309">
                  <c:v>29.15</c:v>
                </c:pt>
                <c:pt idx="1310">
                  <c:v>29.2</c:v>
                </c:pt>
                <c:pt idx="1311">
                  <c:v>29.2</c:v>
                </c:pt>
                <c:pt idx="1312">
                  <c:v>29.2</c:v>
                </c:pt>
                <c:pt idx="1313">
                  <c:v>29.2</c:v>
                </c:pt>
                <c:pt idx="1314">
                  <c:v>29.2</c:v>
                </c:pt>
                <c:pt idx="1315">
                  <c:v>29.2</c:v>
                </c:pt>
                <c:pt idx="1316">
                  <c:v>29.2</c:v>
                </c:pt>
                <c:pt idx="1317">
                  <c:v>29.2</c:v>
                </c:pt>
                <c:pt idx="1318">
                  <c:v>29.25</c:v>
                </c:pt>
                <c:pt idx="1319">
                  <c:v>29.25</c:v>
                </c:pt>
                <c:pt idx="1320">
                  <c:v>29.25</c:v>
                </c:pt>
                <c:pt idx="1321">
                  <c:v>29.25</c:v>
                </c:pt>
                <c:pt idx="1322">
                  <c:v>29.25</c:v>
                </c:pt>
                <c:pt idx="1323">
                  <c:v>29.25</c:v>
                </c:pt>
                <c:pt idx="1324">
                  <c:v>29.25</c:v>
                </c:pt>
                <c:pt idx="1325">
                  <c:v>29.25</c:v>
                </c:pt>
                <c:pt idx="1326">
                  <c:v>29.25</c:v>
                </c:pt>
                <c:pt idx="1327">
                  <c:v>29.25</c:v>
                </c:pt>
                <c:pt idx="1328">
                  <c:v>29.25</c:v>
                </c:pt>
                <c:pt idx="1329">
                  <c:v>29.25</c:v>
                </c:pt>
                <c:pt idx="1330">
                  <c:v>29.25</c:v>
                </c:pt>
                <c:pt idx="1331">
                  <c:v>29.25</c:v>
                </c:pt>
                <c:pt idx="1332">
                  <c:v>29.3</c:v>
                </c:pt>
                <c:pt idx="1333">
                  <c:v>29.3</c:v>
                </c:pt>
                <c:pt idx="1334">
                  <c:v>29.3</c:v>
                </c:pt>
                <c:pt idx="1335">
                  <c:v>29.3</c:v>
                </c:pt>
                <c:pt idx="1336">
                  <c:v>29.3</c:v>
                </c:pt>
                <c:pt idx="1337">
                  <c:v>29.3</c:v>
                </c:pt>
                <c:pt idx="1338">
                  <c:v>29.3</c:v>
                </c:pt>
                <c:pt idx="1339">
                  <c:v>29.3</c:v>
                </c:pt>
                <c:pt idx="1340">
                  <c:v>29.3</c:v>
                </c:pt>
                <c:pt idx="1341">
                  <c:v>29.35</c:v>
                </c:pt>
                <c:pt idx="1342">
                  <c:v>29.35</c:v>
                </c:pt>
                <c:pt idx="1343">
                  <c:v>29.35</c:v>
                </c:pt>
                <c:pt idx="1344">
                  <c:v>29.35</c:v>
                </c:pt>
                <c:pt idx="1345">
                  <c:v>29.35</c:v>
                </c:pt>
                <c:pt idx="1346">
                  <c:v>29.35</c:v>
                </c:pt>
                <c:pt idx="1347">
                  <c:v>29.35</c:v>
                </c:pt>
                <c:pt idx="1348">
                  <c:v>29.35</c:v>
                </c:pt>
                <c:pt idx="1349">
                  <c:v>29.4</c:v>
                </c:pt>
                <c:pt idx="1350">
                  <c:v>29.4</c:v>
                </c:pt>
                <c:pt idx="1351">
                  <c:v>29.4</c:v>
                </c:pt>
                <c:pt idx="1352">
                  <c:v>29.4</c:v>
                </c:pt>
                <c:pt idx="1353">
                  <c:v>29.4</c:v>
                </c:pt>
                <c:pt idx="1354">
                  <c:v>29.4</c:v>
                </c:pt>
                <c:pt idx="1355">
                  <c:v>29.4</c:v>
                </c:pt>
                <c:pt idx="1356">
                  <c:v>29.4</c:v>
                </c:pt>
                <c:pt idx="1357">
                  <c:v>29.4</c:v>
                </c:pt>
                <c:pt idx="1358">
                  <c:v>29.4</c:v>
                </c:pt>
                <c:pt idx="1359">
                  <c:v>29.45</c:v>
                </c:pt>
                <c:pt idx="1360">
                  <c:v>29.45</c:v>
                </c:pt>
                <c:pt idx="1361">
                  <c:v>29.45</c:v>
                </c:pt>
                <c:pt idx="1362">
                  <c:v>29.45</c:v>
                </c:pt>
                <c:pt idx="1363">
                  <c:v>29.45</c:v>
                </c:pt>
                <c:pt idx="1364">
                  <c:v>29.45</c:v>
                </c:pt>
                <c:pt idx="1365">
                  <c:v>29.45</c:v>
                </c:pt>
                <c:pt idx="1366">
                  <c:v>29.45</c:v>
                </c:pt>
                <c:pt idx="1367">
                  <c:v>29.45</c:v>
                </c:pt>
                <c:pt idx="1368">
                  <c:v>29.45</c:v>
                </c:pt>
                <c:pt idx="1369">
                  <c:v>29.5</c:v>
                </c:pt>
                <c:pt idx="1370">
                  <c:v>29.5</c:v>
                </c:pt>
                <c:pt idx="1371">
                  <c:v>29.5</c:v>
                </c:pt>
                <c:pt idx="1372">
                  <c:v>29.5</c:v>
                </c:pt>
                <c:pt idx="1373">
                  <c:v>29.5</c:v>
                </c:pt>
                <c:pt idx="1374">
                  <c:v>29.5</c:v>
                </c:pt>
                <c:pt idx="1375">
                  <c:v>29.5</c:v>
                </c:pt>
                <c:pt idx="1376">
                  <c:v>29.5</c:v>
                </c:pt>
                <c:pt idx="1377">
                  <c:v>29.5</c:v>
                </c:pt>
                <c:pt idx="1378">
                  <c:v>29.5</c:v>
                </c:pt>
                <c:pt idx="1379">
                  <c:v>29.55</c:v>
                </c:pt>
                <c:pt idx="1380">
                  <c:v>29.55</c:v>
                </c:pt>
                <c:pt idx="1381">
                  <c:v>29.55</c:v>
                </c:pt>
                <c:pt idx="1382">
                  <c:v>29.55</c:v>
                </c:pt>
                <c:pt idx="1383">
                  <c:v>29.55</c:v>
                </c:pt>
                <c:pt idx="1384">
                  <c:v>29.55</c:v>
                </c:pt>
                <c:pt idx="1385">
                  <c:v>29.55</c:v>
                </c:pt>
                <c:pt idx="1386">
                  <c:v>29.6</c:v>
                </c:pt>
                <c:pt idx="1387">
                  <c:v>29.6</c:v>
                </c:pt>
                <c:pt idx="1388">
                  <c:v>29.6</c:v>
                </c:pt>
                <c:pt idx="1389">
                  <c:v>29.6</c:v>
                </c:pt>
                <c:pt idx="1390">
                  <c:v>29.6</c:v>
                </c:pt>
                <c:pt idx="1391">
                  <c:v>29.6</c:v>
                </c:pt>
                <c:pt idx="1392">
                  <c:v>29.6</c:v>
                </c:pt>
                <c:pt idx="1393">
                  <c:v>29.6</c:v>
                </c:pt>
                <c:pt idx="1394">
                  <c:v>29.6</c:v>
                </c:pt>
                <c:pt idx="1395">
                  <c:v>29.6</c:v>
                </c:pt>
                <c:pt idx="1396">
                  <c:v>29.6</c:v>
                </c:pt>
                <c:pt idx="1397">
                  <c:v>29.6</c:v>
                </c:pt>
                <c:pt idx="1398">
                  <c:v>29.6</c:v>
                </c:pt>
                <c:pt idx="1399">
                  <c:v>29.65</c:v>
                </c:pt>
                <c:pt idx="1400">
                  <c:v>29.65</c:v>
                </c:pt>
                <c:pt idx="1401">
                  <c:v>29.65</c:v>
                </c:pt>
                <c:pt idx="1402">
                  <c:v>29.65</c:v>
                </c:pt>
                <c:pt idx="1403">
                  <c:v>29.65</c:v>
                </c:pt>
                <c:pt idx="1404">
                  <c:v>29.65</c:v>
                </c:pt>
                <c:pt idx="1405">
                  <c:v>29.65</c:v>
                </c:pt>
                <c:pt idx="1406">
                  <c:v>29.65</c:v>
                </c:pt>
                <c:pt idx="1407">
                  <c:v>29.65</c:v>
                </c:pt>
                <c:pt idx="1408">
                  <c:v>29.65</c:v>
                </c:pt>
                <c:pt idx="1409">
                  <c:v>29.7</c:v>
                </c:pt>
                <c:pt idx="1410">
                  <c:v>29.7</c:v>
                </c:pt>
                <c:pt idx="1411">
                  <c:v>29.7</c:v>
                </c:pt>
                <c:pt idx="1412">
                  <c:v>29.7</c:v>
                </c:pt>
                <c:pt idx="1413">
                  <c:v>29.7</c:v>
                </c:pt>
                <c:pt idx="1414">
                  <c:v>29.7</c:v>
                </c:pt>
                <c:pt idx="1415">
                  <c:v>29.7</c:v>
                </c:pt>
                <c:pt idx="1416">
                  <c:v>29.7</c:v>
                </c:pt>
                <c:pt idx="1417">
                  <c:v>29.7</c:v>
                </c:pt>
                <c:pt idx="1418">
                  <c:v>29.7</c:v>
                </c:pt>
                <c:pt idx="1419">
                  <c:v>29.7</c:v>
                </c:pt>
                <c:pt idx="1420">
                  <c:v>29.7</c:v>
                </c:pt>
                <c:pt idx="1421">
                  <c:v>29.7</c:v>
                </c:pt>
                <c:pt idx="1422">
                  <c:v>29.7</c:v>
                </c:pt>
                <c:pt idx="1423">
                  <c:v>29.7</c:v>
                </c:pt>
                <c:pt idx="1424">
                  <c:v>29.75</c:v>
                </c:pt>
                <c:pt idx="1425">
                  <c:v>29.75</c:v>
                </c:pt>
                <c:pt idx="1426">
                  <c:v>29.75</c:v>
                </c:pt>
                <c:pt idx="1427">
                  <c:v>29.75</c:v>
                </c:pt>
                <c:pt idx="1428">
                  <c:v>29.75</c:v>
                </c:pt>
                <c:pt idx="1429">
                  <c:v>29.75</c:v>
                </c:pt>
                <c:pt idx="1430">
                  <c:v>29.75</c:v>
                </c:pt>
                <c:pt idx="1431">
                  <c:v>29.75</c:v>
                </c:pt>
                <c:pt idx="1432">
                  <c:v>29.75</c:v>
                </c:pt>
                <c:pt idx="1433">
                  <c:v>29.8</c:v>
                </c:pt>
                <c:pt idx="1434">
                  <c:v>29.8</c:v>
                </c:pt>
                <c:pt idx="1435">
                  <c:v>29.8</c:v>
                </c:pt>
                <c:pt idx="1436">
                  <c:v>29.8</c:v>
                </c:pt>
                <c:pt idx="1437">
                  <c:v>29.8</c:v>
                </c:pt>
                <c:pt idx="1438">
                  <c:v>29.8</c:v>
                </c:pt>
                <c:pt idx="1439">
                  <c:v>29.8</c:v>
                </c:pt>
                <c:pt idx="1440">
                  <c:v>29.8</c:v>
                </c:pt>
                <c:pt idx="1441">
                  <c:v>29.8</c:v>
                </c:pt>
                <c:pt idx="1442">
                  <c:v>29.8</c:v>
                </c:pt>
                <c:pt idx="1443">
                  <c:v>29.8</c:v>
                </c:pt>
                <c:pt idx="1444">
                  <c:v>29.8</c:v>
                </c:pt>
                <c:pt idx="1445">
                  <c:v>29.8</c:v>
                </c:pt>
                <c:pt idx="1446">
                  <c:v>29.8</c:v>
                </c:pt>
                <c:pt idx="1447">
                  <c:v>29.85</c:v>
                </c:pt>
                <c:pt idx="1448">
                  <c:v>29.85</c:v>
                </c:pt>
                <c:pt idx="1449">
                  <c:v>29.85</c:v>
                </c:pt>
                <c:pt idx="1450">
                  <c:v>29.85</c:v>
                </c:pt>
                <c:pt idx="1451">
                  <c:v>29.85</c:v>
                </c:pt>
                <c:pt idx="1452">
                  <c:v>29.85</c:v>
                </c:pt>
                <c:pt idx="1453">
                  <c:v>29.85</c:v>
                </c:pt>
                <c:pt idx="1454">
                  <c:v>29.85</c:v>
                </c:pt>
                <c:pt idx="1455">
                  <c:v>29.85</c:v>
                </c:pt>
                <c:pt idx="1456">
                  <c:v>29.85</c:v>
                </c:pt>
                <c:pt idx="1457">
                  <c:v>29.9</c:v>
                </c:pt>
                <c:pt idx="1458">
                  <c:v>29.9</c:v>
                </c:pt>
                <c:pt idx="1459">
                  <c:v>29.9</c:v>
                </c:pt>
                <c:pt idx="1460">
                  <c:v>29.9</c:v>
                </c:pt>
                <c:pt idx="1461">
                  <c:v>29.9</c:v>
                </c:pt>
                <c:pt idx="1462">
                  <c:v>29.9</c:v>
                </c:pt>
                <c:pt idx="1463">
                  <c:v>29.9</c:v>
                </c:pt>
                <c:pt idx="1464">
                  <c:v>29.9</c:v>
                </c:pt>
                <c:pt idx="1465">
                  <c:v>29.9</c:v>
                </c:pt>
                <c:pt idx="1466">
                  <c:v>29.9</c:v>
                </c:pt>
                <c:pt idx="1467">
                  <c:v>29.95</c:v>
                </c:pt>
                <c:pt idx="1468">
                  <c:v>29.95</c:v>
                </c:pt>
                <c:pt idx="1469">
                  <c:v>29.95</c:v>
                </c:pt>
                <c:pt idx="1470">
                  <c:v>29.95</c:v>
                </c:pt>
                <c:pt idx="1471">
                  <c:v>29.95</c:v>
                </c:pt>
                <c:pt idx="1472">
                  <c:v>29.95</c:v>
                </c:pt>
                <c:pt idx="1473">
                  <c:v>29.95</c:v>
                </c:pt>
                <c:pt idx="1474">
                  <c:v>29.95</c:v>
                </c:pt>
                <c:pt idx="1475">
                  <c:v>29.95</c:v>
                </c:pt>
                <c:pt idx="1476">
                  <c:v>29.95</c:v>
                </c:pt>
                <c:pt idx="1477">
                  <c:v>29.95</c:v>
                </c:pt>
                <c:pt idx="1478">
                  <c:v>29.95</c:v>
                </c:pt>
                <c:pt idx="1479">
                  <c:v>30</c:v>
                </c:pt>
                <c:pt idx="1480">
                  <c:v>30</c:v>
                </c:pt>
                <c:pt idx="1481">
                  <c:v>30</c:v>
                </c:pt>
                <c:pt idx="1482">
                  <c:v>30</c:v>
                </c:pt>
                <c:pt idx="1483">
                  <c:v>30</c:v>
                </c:pt>
                <c:pt idx="1484">
                  <c:v>30</c:v>
                </c:pt>
                <c:pt idx="1485">
                  <c:v>30</c:v>
                </c:pt>
                <c:pt idx="1486">
                  <c:v>30</c:v>
                </c:pt>
                <c:pt idx="1487">
                  <c:v>30</c:v>
                </c:pt>
                <c:pt idx="1488">
                  <c:v>30</c:v>
                </c:pt>
                <c:pt idx="1489">
                  <c:v>30</c:v>
                </c:pt>
                <c:pt idx="1490">
                  <c:v>30</c:v>
                </c:pt>
                <c:pt idx="1491">
                  <c:v>30</c:v>
                </c:pt>
                <c:pt idx="1492">
                  <c:v>30</c:v>
                </c:pt>
                <c:pt idx="1493">
                  <c:v>30</c:v>
                </c:pt>
                <c:pt idx="1494">
                  <c:v>30.05</c:v>
                </c:pt>
                <c:pt idx="1495">
                  <c:v>30.05</c:v>
                </c:pt>
                <c:pt idx="1496">
                  <c:v>30.05</c:v>
                </c:pt>
                <c:pt idx="1497">
                  <c:v>30.05</c:v>
                </c:pt>
                <c:pt idx="1498">
                  <c:v>30.05</c:v>
                </c:pt>
                <c:pt idx="1499">
                  <c:v>30.05</c:v>
                </c:pt>
                <c:pt idx="1500">
                  <c:v>30.05</c:v>
                </c:pt>
                <c:pt idx="1501">
                  <c:v>30.05</c:v>
                </c:pt>
                <c:pt idx="1502">
                  <c:v>30.05</c:v>
                </c:pt>
                <c:pt idx="1503">
                  <c:v>30.1</c:v>
                </c:pt>
                <c:pt idx="1504">
                  <c:v>30.1</c:v>
                </c:pt>
                <c:pt idx="1505">
                  <c:v>30.1</c:v>
                </c:pt>
                <c:pt idx="1506">
                  <c:v>30.1</c:v>
                </c:pt>
                <c:pt idx="1507">
                  <c:v>30.1</c:v>
                </c:pt>
                <c:pt idx="1508">
                  <c:v>30.1</c:v>
                </c:pt>
                <c:pt idx="1509">
                  <c:v>30.1</c:v>
                </c:pt>
                <c:pt idx="1510">
                  <c:v>30.1</c:v>
                </c:pt>
                <c:pt idx="1511">
                  <c:v>30.15</c:v>
                </c:pt>
                <c:pt idx="1512">
                  <c:v>30.1</c:v>
                </c:pt>
                <c:pt idx="1513">
                  <c:v>30.15</c:v>
                </c:pt>
                <c:pt idx="1514">
                  <c:v>30.15</c:v>
                </c:pt>
                <c:pt idx="1515">
                  <c:v>30.15</c:v>
                </c:pt>
                <c:pt idx="1516">
                  <c:v>30.15</c:v>
                </c:pt>
                <c:pt idx="1517">
                  <c:v>30.15</c:v>
                </c:pt>
                <c:pt idx="1518">
                  <c:v>30.15</c:v>
                </c:pt>
                <c:pt idx="1519">
                  <c:v>30.15</c:v>
                </c:pt>
                <c:pt idx="1520">
                  <c:v>30.15</c:v>
                </c:pt>
                <c:pt idx="1521">
                  <c:v>30.15</c:v>
                </c:pt>
                <c:pt idx="1522">
                  <c:v>30.2</c:v>
                </c:pt>
                <c:pt idx="1523">
                  <c:v>30.2</c:v>
                </c:pt>
                <c:pt idx="1524">
                  <c:v>30.2</c:v>
                </c:pt>
                <c:pt idx="1525">
                  <c:v>30.2</c:v>
                </c:pt>
                <c:pt idx="1526">
                  <c:v>30.2</c:v>
                </c:pt>
                <c:pt idx="1527">
                  <c:v>30.2</c:v>
                </c:pt>
                <c:pt idx="1528">
                  <c:v>30.2</c:v>
                </c:pt>
                <c:pt idx="1529">
                  <c:v>30.2</c:v>
                </c:pt>
                <c:pt idx="1530">
                  <c:v>30.2</c:v>
                </c:pt>
                <c:pt idx="1531">
                  <c:v>30.2</c:v>
                </c:pt>
                <c:pt idx="1532">
                  <c:v>30.25</c:v>
                </c:pt>
                <c:pt idx="1533">
                  <c:v>30.25</c:v>
                </c:pt>
                <c:pt idx="1534">
                  <c:v>30.25</c:v>
                </c:pt>
                <c:pt idx="1535">
                  <c:v>30.25</c:v>
                </c:pt>
                <c:pt idx="1536">
                  <c:v>30.25</c:v>
                </c:pt>
                <c:pt idx="1537">
                  <c:v>30.25</c:v>
                </c:pt>
                <c:pt idx="1538">
                  <c:v>30.25</c:v>
                </c:pt>
                <c:pt idx="1539">
                  <c:v>30.25</c:v>
                </c:pt>
                <c:pt idx="1540">
                  <c:v>30.25</c:v>
                </c:pt>
                <c:pt idx="1541">
                  <c:v>30.25</c:v>
                </c:pt>
                <c:pt idx="1542">
                  <c:v>30.25</c:v>
                </c:pt>
                <c:pt idx="1543">
                  <c:v>30.25</c:v>
                </c:pt>
                <c:pt idx="1544">
                  <c:v>30.25</c:v>
                </c:pt>
                <c:pt idx="1545">
                  <c:v>30.25</c:v>
                </c:pt>
                <c:pt idx="1546">
                  <c:v>30.3</c:v>
                </c:pt>
                <c:pt idx="1547">
                  <c:v>30.3</c:v>
                </c:pt>
                <c:pt idx="1548">
                  <c:v>30.3</c:v>
                </c:pt>
                <c:pt idx="1549">
                  <c:v>30.3</c:v>
                </c:pt>
                <c:pt idx="1550">
                  <c:v>30.3</c:v>
                </c:pt>
                <c:pt idx="1551">
                  <c:v>30.3</c:v>
                </c:pt>
                <c:pt idx="1552">
                  <c:v>30.3</c:v>
                </c:pt>
                <c:pt idx="1553">
                  <c:v>30.3</c:v>
                </c:pt>
                <c:pt idx="1554">
                  <c:v>30.35</c:v>
                </c:pt>
                <c:pt idx="1555">
                  <c:v>30.35</c:v>
                </c:pt>
                <c:pt idx="1556">
                  <c:v>30.35</c:v>
                </c:pt>
                <c:pt idx="1557">
                  <c:v>30.35</c:v>
                </c:pt>
                <c:pt idx="1558">
                  <c:v>30.35</c:v>
                </c:pt>
                <c:pt idx="1559">
                  <c:v>30.35</c:v>
                </c:pt>
                <c:pt idx="1560">
                  <c:v>30.35</c:v>
                </c:pt>
                <c:pt idx="1561">
                  <c:v>30.35</c:v>
                </c:pt>
                <c:pt idx="1562">
                  <c:v>30.35</c:v>
                </c:pt>
                <c:pt idx="1563">
                  <c:v>30.4</c:v>
                </c:pt>
                <c:pt idx="1564">
                  <c:v>30.4</c:v>
                </c:pt>
                <c:pt idx="1565">
                  <c:v>30.4</c:v>
                </c:pt>
                <c:pt idx="1566">
                  <c:v>30.4</c:v>
                </c:pt>
                <c:pt idx="1567">
                  <c:v>30.4</c:v>
                </c:pt>
                <c:pt idx="1568">
                  <c:v>30.4</c:v>
                </c:pt>
                <c:pt idx="1569">
                  <c:v>30.4</c:v>
                </c:pt>
                <c:pt idx="1570">
                  <c:v>30.4</c:v>
                </c:pt>
                <c:pt idx="1571">
                  <c:v>30.4</c:v>
                </c:pt>
                <c:pt idx="1572">
                  <c:v>30.4</c:v>
                </c:pt>
                <c:pt idx="1573">
                  <c:v>30.45</c:v>
                </c:pt>
                <c:pt idx="1574">
                  <c:v>30.45</c:v>
                </c:pt>
                <c:pt idx="1575">
                  <c:v>30.45</c:v>
                </c:pt>
                <c:pt idx="1576">
                  <c:v>30.45</c:v>
                </c:pt>
                <c:pt idx="1577">
                  <c:v>30.45</c:v>
                </c:pt>
                <c:pt idx="1578">
                  <c:v>30.45</c:v>
                </c:pt>
                <c:pt idx="1579">
                  <c:v>30.45</c:v>
                </c:pt>
                <c:pt idx="1580">
                  <c:v>30.45</c:v>
                </c:pt>
                <c:pt idx="1581">
                  <c:v>30.45</c:v>
                </c:pt>
                <c:pt idx="1582">
                  <c:v>30.45</c:v>
                </c:pt>
                <c:pt idx="1583">
                  <c:v>30.45</c:v>
                </c:pt>
                <c:pt idx="1584">
                  <c:v>30.45</c:v>
                </c:pt>
                <c:pt idx="1585">
                  <c:v>30.45</c:v>
                </c:pt>
                <c:pt idx="1586">
                  <c:v>30.45</c:v>
                </c:pt>
                <c:pt idx="1587">
                  <c:v>30.5</c:v>
                </c:pt>
                <c:pt idx="1588">
                  <c:v>30.5</c:v>
                </c:pt>
                <c:pt idx="1589">
                  <c:v>30.5</c:v>
                </c:pt>
                <c:pt idx="1590">
                  <c:v>30.5</c:v>
                </c:pt>
                <c:pt idx="1591">
                  <c:v>30.5</c:v>
                </c:pt>
                <c:pt idx="1592">
                  <c:v>30.5</c:v>
                </c:pt>
                <c:pt idx="1593">
                  <c:v>30.5</c:v>
                </c:pt>
                <c:pt idx="1594">
                  <c:v>30.5</c:v>
                </c:pt>
                <c:pt idx="1595">
                  <c:v>30.5</c:v>
                </c:pt>
                <c:pt idx="1596">
                  <c:v>30.5</c:v>
                </c:pt>
                <c:pt idx="1597">
                  <c:v>30.55</c:v>
                </c:pt>
                <c:pt idx="1598">
                  <c:v>30.55</c:v>
                </c:pt>
                <c:pt idx="1599">
                  <c:v>30.55</c:v>
                </c:pt>
                <c:pt idx="1600">
                  <c:v>30.55</c:v>
                </c:pt>
                <c:pt idx="1601">
                  <c:v>30.55</c:v>
                </c:pt>
                <c:pt idx="1602">
                  <c:v>30.55</c:v>
                </c:pt>
                <c:pt idx="1603">
                  <c:v>30.55</c:v>
                </c:pt>
                <c:pt idx="1604">
                  <c:v>30.55</c:v>
                </c:pt>
                <c:pt idx="1605">
                  <c:v>30.55</c:v>
                </c:pt>
                <c:pt idx="1606">
                  <c:v>30.55</c:v>
                </c:pt>
                <c:pt idx="1607">
                  <c:v>30.55</c:v>
                </c:pt>
                <c:pt idx="1608">
                  <c:v>30.6</c:v>
                </c:pt>
                <c:pt idx="1609">
                  <c:v>30.6</c:v>
                </c:pt>
                <c:pt idx="1610">
                  <c:v>30.6</c:v>
                </c:pt>
                <c:pt idx="1611">
                  <c:v>30.6</c:v>
                </c:pt>
                <c:pt idx="1612">
                  <c:v>30.6</c:v>
                </c:pt>
                <c:pt idx="1613">
                  <c:v>30.6</c:v>
                </c:pt>
                <c:pt idx="1614">
                  <c:v>30.6</c:v>
                </c:pt>
                <c:pt idx="1615">
                  <c:v>30.6</c:v>
                </c:pt>
                <c:pt idx="1616">
                  <c:v>30.6</c:v>
                </c:pt>
                <c:pt idx="1617">
                  <c:v>30.65</c:v>
                </c:pt>
                <c:pt idx="1618">
                  <c:v>30.65</c:v>
                </c:pt>
                <c:pt idx="1619">
                  <c:v>30.65</c:v>
                </c:pt>
                <c:pt idx="1620">
                  <c:v>30.65</c:v>
                </c:pt>
                <c:pt idx="1621">
                  <c:v>30.65</c:v>
                </c:pt>
                <c:pt idx="1622">
                  <c:v>30.65</c:v>
                </c:pt>
                <c:pt idx="1623">
                  <c:v>30.65</c:v>
                </c:pt>
                <c:pt idx="1624">
                  <c:v>30.65</c:v>
                </c:pt>
                <c:pt idx="1625">
                  <c:v>30.65</c:v>
                </c:pt>
                <c:pt idx="1626">
                  <c:v>30.65</c:v>
                </c:pt>
                <c:pt idx="1627">
                  <c:v>30.65</c:v>
                </c:pt>
                <c:pt idx="1628">
                  <c:v>30.7</c:v>
                </c:pt>
                <c:pt idx="1629">
                  <c:v>30.7</c:v>
                </c:pt>
                <c:pt idx="1630">
                  <c:v>30.7</c:v>
                </c:pt>
                <c:pt idx="1631">
                  <c:v>30.7</c:v>
                </c:pt>
                <c:pt idx="1632">
                  <c:v>30.7</c:v>
                </c:pt>
                <c:pt idx="1633">
                  <c:v>30.7</c:v>
                </c:pt>
                <c:pt idx="1634">
                  <c:v>30.7</c:v>
                </c:pt>
                <c:pt idx="1635">
                  <c:v>30.7</c:v>
                </c:pt>
                <c:pt idx="1636">
                  <c:v>30.7</c:v>
                </c:pt>
                <c:pt idx="1637">
                  <c:v>30.7</c:v>
                </c:pt>
                <c:pt idx="1638">
                  <c:v>30.75</c:v>
                </c:pt>
                <c:pt idx="1639">
                  <c:v>30.75</c:v>
                </c:pt>
                <c:pt idx="1640">
                  <c:v>30.75</c:v>
                </c:pt>
                <c:pt idx="1641">
                  <c:v>30.75</c:v>
                </c:pt>
                <c:pt idx="1642">
                  <c:v>30.75</c:v>
                </c:pt>
                <c:pt idx="1643">
                  <c:v>30.75</c:v>
                </c:pt>
                <c:pt idx="1644">
                  <c:v>30.75</c:v>
                </c:pt>
                <c:pt idx="1645">
                  <c:v>30.75</c:v>
                </c:pt>
                <c:pt idx="1646">
                  <c:v>30.8</c:v>
                </c:pt>
                <c:pt idx="1647">
                  <c:v>30.8</c:v>
                </c:pt>
                <c:pt idx="1648">
                  <c:v>30.8</c:v>
                </c:pt>
                <c:pt idx="1649">
                  <c:v>30.8</c:v>
                </c:pt>
                <c:pt idx="1650">
                  <c:v>30.8</c:v>
                </c:pt>
                <c:pt idx="1651">
                  <c:v>30.8</c:v>
                </c:pt>
                <c:pt idx="1652">
                  <c:v>30.8</c:v>
                </c:pt>
                <c:pt idx="1653">
                  <c:v>30.8</c:v>
                </c:pt>
                <c:pt idx="1654">
                  <c:v>30.8</c:v>
                </c:pt>
                <c:pt idx="1655">
                  <c:v>30.8</c:v>
                </c:pt>
                <c:pt idx="1656">
                  <c:v>30.8</c:v>
                </c:pt>
                <c:pt idx="1657">
                  <c:v>30.8</c:v>
                </c:pt>
                <c:pt idx="1658">
                  <c:v>30.8</c:v>
                </c:pt>
                <c:pt idx="1659">
                  <c:v>30.8</c:v>
                </c:pt>
                <c:pt idx="1660">
                  <c:v>30.8</c:v>
                </c:pt>
                <c:pt idx="1661">
                  <c:v>30.85</c:v>
                </c:pt>
                <c:pt idx="1662">
                  <c:v>30.85</c:v>
                </c:pt>
                <c:pt idx="1663">
                  <c:v>30.85</c:v>
                </c:pt>
                <c:pt idx="1664">
                  <c:v>30.85</c:v>
                </c:pt>
                <c:pt idx="1665">
                  <c:v>30.85</c:v>
                </c:pt>
                <c:pt idx="1666">
                  <c:v>30.85</c:v>
                </c:pt>
                <c:pt idx="1667">
                  <c:v>30.85</c:v>
                </c:pt>
                <c:pt idx="1668">
                  <c:v>30.85</c:v>
                </c:pt>
                <c:pt idx="1669">
                  <c:v>30.85</c:v>
                </c:pt>
                <c:pt idx="1670">
                  <c:v>30.85</c:v>
                </c:pt>
                <c:pt idx="1671">
                  <c:v>30.9</c:v>
                </c:pt>
                <c:pt idx="1672">
                  <c:v>30.9</c:v>
                </c:pt>
                <c:pt idx="1673">
                  <c:v>30.9</c:v>
                </c:pt>
                <c:pt idx="1674">
                  <c:v>30.9</c:v>
                </c:pt>
                <c:pt idx="1675">
                  <c:v>30.9</c:v>
                </c:pt>
                <c:pt idx="1676">
                  <c:v>30.9</c:v>
                </c:pt>
                <c:pt idx="1677">
                  <c:v>30.9</c:v>
                </c:pt>
                <c:pt idx="1678">
                  <c:v>30.9</c:v>
                </c:pt>
                <c:pt idx="1679">
                  <c:v>30.9</c:v>
                </c:pt>
                <c:pt idx="1680">
                  <c:v>30.9</c:v>
                </c:pt>
                <c:pt idx="1681">
                  <c:v>30.95</c:v>
                </c:pt>
                <c:pt idx="1682">
                  <c:v>30.95</c:v>
                </c:pt>
                <c:pt idx="1683">
                  <c:v>30.95</c:v>
                </c:pt>
                <c:pt idx="1684">
                  <c:v>30.95</c:v>
                </c:pt>
                <c:pt idx="1685">
                  <c:v>30.95</c:v>
                </c:pt>
                <c:pt idx="1686">
                  <c:v>30.95</c:v>
                </c:pt>
                <c:pt idx="1687">
                  <c:v>30.95</c:v>
                </c:pt>
                <c:pt idx="1688">
                  <c:v>30.95</c:v>
                </c:pt>
                <c:pt idx="1689">
                  <c:v>30.95</c:v>
                </c:pt>
                <c:pt idx="1690">
                  <c:v>30.95</c:v>
                </c:pt>
                <c:pt idx="1691">
                  <c:v>30.95</c:v>
                </c:pt>
                <c:pt idx="1692">
                  <c:v>30.95</c:v>
                </c:pt>
                <c:pt idx="1693">
                  <c:v>31</c:v>
                </c:pt>
                <c:pt idx="1694">
                  <c:v>31</c:v>
                </c:pt>
                <c:pt idx="1695">
                  <c:v>31</c:v>
                </c:pt>
                <c:pt idx="1696">
                  <c:v>31</c:v>
                </c:pt>
                <c:pt idx="1697">
                  <c:v>31</c:v>
                </c:pt>
                <c:pt idx="1698">
                  <c:v>31</c:v>
                </c:pt>
                <c:pt idx="1699">
                  <c:v>31</c:v>
                </c:pt>
                <c:pt idx="1700">
                  <c:v>31</c:v>
                </c:pt>
                <c:pt idx="1701">
                  <c:v>31</c:v>
                </c:pt>
                <c:pt idx="1702">
                  <c:v>31.05</c:v>
                </c:pt>
                <c:pt idx="1703">
                  <c:v>31.05</c:v>
                </c:pt>
                <c:pt idx="1704">
                  <c:v>31.05</c:v>
                </c:pt>
                <c:pt idx="1705">
                  <c:v>31.05</c:v>
                </c:pt>
                <c:pt idx="1706">
                  <c:v>31.05</c:v>
                </c:pt>
                <c:pt idx="1707">
                  <c:v>31.05</c:v>
                </c:pt>
                <c:pt idx="1708">
                  <c:v>31.05</c:v>
                </c:pt>
                <c:pt idx="1709">
                  <c:v>31.05</c:v>
                </c:pt>
                <c:pt idx="1710">
                  <c:v>31.05</c:v>
                </c:pt>
                <c:pt idx="1711">
                  <c:v>31.1</c:v>
                </c:pt>
                <c:pt idx="1712">
                  <c:v>31.1</c:v>
                </c:pt>
                <c:pt idx="1713">
                  <c:v>31.1</c:v>
                </c:pt>
                <c:pt idx="1714">
                  <c:v>31.1</c:v>
                </c:pt>
                <c:pt idx="1715">
                  <c:v>31.1</c:v>
                </c:pt>
                <c:pt idx="1716">
                  <c:v>31.1</c:v>
                </c:pt>
                <c:pt idx="1717">
                  <c:v>31.1</c:v>
                </c:pt>
                <c:pt idx="1718">
                  <c:v>31.1</c:v>
                </c:pt>
                <c:pt idx="1719">
                  <c:v>31.1</c:v>
                </c:pt>
                <c:pt idx="1720">
                  <c:v>31.1</c:v>
                </c:pt>
                <c:pt idx="1721">
                  <c:v>31.1</c:v>
                </c:pt>
                <c:pt idx="1722">
                  <c:v>31.1</c:v>
                </c:pt>
                <c:pt idx="1723">
                  <c:v>31.1</c:v>
                </c:pt>
                <c:pt idx="1724">
                  <c:v>31.1</c:v>
                </c:pt>
                <c:pt idx="1725">
                  <c:v>31.15</c:v>
                </c:pt>
                <c:pt idx="1726">
                  <c:v>31.15</c:v>
                </c:pt>
                <c:pt idx="1727">
                  <c:v>31.15</c:v>
                </c:pt>
                <c:pt idx="1728">
                  <c:v>31.15</c:v>
                </c:pt>
                <c:pt idx="1729">
                  <c:v>31.15</c:v>
                </c:pt>
                <c:pt idx="1730">
                  <c:v>31.2</c:v>
                </c:pt>
                <c:pt idx="1731">
                  <c:v>31.15</c:v>
                </c:pt>
                <c:pt idx="1732">
                  <c:v>31.15</c:v>
                </c:pt>
                <c:pt idx="1733">
                  <c:v>31.15</c:v>
                </c:pt>
                <c:pt idx="1734">
                  <c:v>31.2</c:v>
                </c:pt>
                <c:pt idx="1735">
                  <c:v>31.2</c:v>
                </c:pt>
                <c:pt idx="1736">
                  <c:v>31.2</c:v>
                </c:pt>
                <c:pt idx="1737">
                  <c:v>31.2</c:v>
                </c:pt>
                <c:pt idx="1738">
                  <c:v>31.2</c:v>
                </c:pt>
                <c:pt idx="1739">
                  <c:v>31.25</c:v>
                </c:pt>
                <c:pt idx="1740">
                  <c:v>31.2</c:v>
                </c:pt>
                <c:pt idx="1741">
                  <c:v>31.25</c:v>
                </c:pt>
                <c:pt idx="1742">
                  <c:v>31.25</c:v>
                </c:pt>
                <c:pt idx="1743">
                  <c:v>31.25</c:v>
                </c:pt>
                <c:pt idx="1744">
                  <c:v>31.25</c:v>
                </c:pt>
                <c:pt idx="1745">
                  <c:v>31.25</c:v>
                </c:pt>
                <c:pt idx="1746">
                  <c:v>31.25</c:v>
                </c:pt>
                <c:pt idx="1747">
                  <c:v>31.25</c:v>
                </c:pt>
                <c:pt idx="1748">
                  <c:v>31.3</c:v>
                </c:pt>
                <c:pt idx="1749">
                  <c:v>31.3</c:v>
                </c:pt>
                <c:pt idx="1750">
                  <c:v>31.3</c:v>
                </c:pt>
                <c:pt idx="1751">
                  <c:v>31.3</c:v>
                </c:pt>
                <c:pt idx="1752">
                  <c:v>31.3</c:v>
                </c:pt>
                <c:pt idx="1753">
                  <c:v>31.3</c:v>
                </c:pt>
                <c:pt idx="1754">
                  <c:v>31.3</c:v>
                </c:pt>
                <c:pt idx="1755">
                  <c:v>31.3</c:v>
                </c:pt>
                <c:pt idx="1756">
                  <c:v>31.3</c:v>
                </c:pt>
                <c:pt idx="1757">
                  <c:v>31.3</c:v>
                </c:pt>
                <c:pt idx="1758">
                  <c:v>31.3</c:v>
                </c:pt>
                <c:pt idx="1759">
                  <c:v>31.3</c:v>
                </c:pt>
                <c:pt idx="1760">
                  <c:v>31.3</c:v>
                </c:pt>
                <c:pt idx="1761">
                  <c:v>31.3</c:v>
                </c:pt>
                <c:pt idx="1762">
                  <c:v>31.35</c:v>
                </c:pt>
                <c:pt idx="1763">
                  <c:v>31.35</c:v>
                </c:pt>
                <c:pt idx="1764">
                  <c:v>31.35</c:v>
                </c:pt>
                <c:pt idx="1765">
                  <c:v>31.35</c:v>
                </c:pt>
                <c:pt idx="1766">
                  <c:v>31.35</c:v>
                </c:pt>
                <c:pt idx="1767">
                  <c:v>31.35</c:v>
                </c:pt>
                <c:pt idx="1768">
                  <c:v>31.35</c:v>
                </c:pt>
                <c:pt idx="1769">
                  <c:v>31.35</c:v>
                </c:pt>
                <c:pt idx="1770">
                  <c:v>31.35</c:v>
                </c:pt>
                <c:pt idx="1771">
                  <c:v>31.4</c:v>
                </c:pt>
                <c:pt idx="1772">
                  <c:v>31.4</c:v>
                </c:pt>
                <c:pt idx="1773">
                  <c:v>31.4</c:v>
                </c:pt>
                <c:pt idx="1774">
                  <c:v>31.4</c:v>
                </c:pt>
                <c:pt idx="1775">
                  <c:v>31.4</c:v>
                </c:pt>
                <c:pt idx="1776">
                  <c:v>31.4</c:v>
                </c:pt>
                <c:pt idx="1777">
                  <c:v>31.4</c:v>
                </c:pt>
                <c:pt idx="1778">
                  <c:v>31.4</c:v>
                </c:pt>
                <c:pt idx="1779">
                  <c:v>31.4</c:v>
                </c:pt>
                <c:pt idx="1780">
                  <c:v>31.45</c:v>
                </c:pt>
                <c:pt idx="1781">
                  <c:v>31.45</c:v>
                </c:pt>
                <c:pt idx="1782">
                  <c:v>31.45</c:v>
                </c:pt>
                <c:pt idx="1783">
                  <c:v>31.45</c:v>
                </c:pt>
                <c:pt idx="1784">
                  <c:v>31.45</c:v>
                </c:pt>
                <c:pt idx="1785">
                  <c:v>31.45</c:v>
                </c:pt>
                <c:pt idx="1786">
                  <c:v>31.45</c:v>
                </c:pt>
                <c:pt idx="1787">
                  <c:v>31.45</c:v>
                </c:pt>
                <c:pt idx="1788">
                  <c:v>31.45</c:v>
                </c:pt>
                <c:pt idx="1789">
                  <c:v>31.45</c:v>
                </c:pt>
                <c:pt idx="1790">
                  <c:v>31.45</c:v>
                </c:pt>
                <c:pt idx="1791">
                  <c:v>31.45</c:v>
                </c:pt>
                <c:pt idx="1792">
                  <c:v>31.45</c:v>
                </c:pt>
                <c:pt idx="1793">
                  <c:v>31.45</c:v>
                </c:pt>
                <c:pt idx="1794">
                  <c:v>31.45</c:v>
                </c:pt>
                <c:pt idx="1795">
                  <c:v>31.45</c:v>
                </c:pt>
                <c:pt idx="1796">
                  <c:v>31.5</c:v>
                </c:pt>
                <c:pt idx="1797">
                  <c:v>31.5</c:v>
                </c:pt>
                <c:pt idx="1798">
                  <c:v>31.5</c:v>
                </c:pt>
                <c:pt idx="1799">
                  <c:v>31.5</c:v>
                </c:pt>
                <c:pt idx="1800">
                  <c:v>31.5</c:v>
                </c:pt>
                <c:pt idx="1801">
                  <c:v>31.5</c:v>
                </c:pt>
                <c:pt idx="1802">
                  <c:v>31.5</c:v>
                </c:pt>
                <c:pt idx="1803">
                  <c:v>31.5</c:v>
                </c:pt>
                <c:pt idx="1804">
                  <c:v>31.5</c:v>
                </c:pt>
                <c:pt idx="1805">
                  <c:v>31.5</c:v>
                </c:pt>
                <c:pt idx="1806">
                  <c:v>31.5</c:v>
                </c:pt>
                <c:pt idx="1807">
                  <c:v>31.5</c:v>
                </c:pt>
                <c:pt idx="1808">
                  <c:v>31.55</c:v>
                </c:pt>
                <c:pt idx="1809">
                  <c:v>31.55</c:v>
                </c:pt>
                <c:pt idx="1810">
                  <c:v>31.55</c:v>
                </c:pt>
                <c:pt idx="1811">
                  <c:v>31.55</c:v>
                </c:pt>
                <c:pt idx="1812">
                  <c:v>31.55</c:v>
                </c:pt>
                <c:pt idx="1813">
                  <c:v>31.55</c:v>
                </c:pt>
                <c:pt idx="1814">
                  <c:v>31.55</c:v>
                </c:pt>
                <c:pt idx="1815">
                  <c:v>31.55</c:v>
                </c:pt>
                <c:pt idx="1816">
                  <c:v>31.55</c:v>
                </c:pt>
                <c:pt idx="1817">
                  <c:v>31.55</c:v>
                </c:pt>
                <c:pt idx="1818">
                  <c:v>31.55</c:v>
                </c:pt>
                <c:pt idx="1819">
                  <c:v>31.55</c:v>
                </c:pt>
                <c:pt idx="1820">
                  <c:v>31.6</c:v>
                </c:pt>
                <c:pt idx="1821">
                  <c:v>31.6</c:v>
                </c:pt>
                <c:pt idx="1822">
                  <c:v>31.6</c:v>
                </c:pt>
                <c:pt idx="1823">
                  <c:v>31.6</c:v>
                </c:pt>
                <c:pt idx="1824">
                  <c:v>31.6</c:v>
                </c:pt>
                <c:pt idx="1825">
                  <c:v>31.6</c:v>
                </c:pt>
                <c:pt idx="1826">
                  <c:v>31.6</c:v>
                </c:pt>
                <c:pt idx="1827">
                  <c:v>31.6</c:v>
                </c:pt>
                <c:pt idx="1828">
                  <c:v>31.6</c:v>
                </c:pt>
                <c:pt idx="1829">
                  <c:v>31.6</c:v>
                </c:pt>
                <c:pt idx="1830">
                  <c:v>31.6</c:v>
                </c:pt>
                <c:pt idx="1831">
                  <c:v>31.6</c:v>
                </c:pt>
                <c:pt idx="1832">
                  <c:v>31.6</c:v>
                </c:pt>
                <c:pt idx="1833">
                  <c:v>31.6</c:v>
                </c:pt>
                <c:pt idx="1834">
                  <c:v>31.65</c:v>
                </c:pt>
                <c:pt idx="1835">
                  <c:v>31.65</c:v>
                </c:pt>
                <c:pt idx="1836">
                  <c:v>31.65</c:v>
                </c:pt>
                <c:pt idx="1837">
                  <c:v>31.65</c:v>
                </c:pt>
                <c:pt idx="1838">
                  <c:v>31.65</c:v>
                </c:pt>
                <c:pt idx="1839">
                  <c:v>31.65</c:v>
                </c:pt>
                <c:pt idx="1840">
                  <c:v>31.65</c:v>
                </c:pt>
                <c:pt idx="1841">
                  <c:v>31.65</c:v>
                </c:pt>
                <c:pt idx="1842">
                  <c:v>31.65</c:v>
                </c:pt>
                <c:pt idx="1843">
                  <c:v>31.7</c:v>
                </c:pt>
                <c:pt idx="1844">
                  <c:v>31.7</c:v>
                </c:pt>
                <c:pt idx="1845">
                  <c:v>31.7</c:v>
                </c:pt>
                <c:pt idx="1846">
                  <c:v>31.7</c:v>
                </c:pt>
                <c:pt idx="1847">
                  <c:v>31.7</c:v>
                </c:pt>
                <c:pt idx="1848">
                  <c:v>31.7</c:v>
                </c:pt>
                <c:pt idx="1849">
                  <c:v>31.7</c:v>
                </c:pt>
                <c:pt idx="1850">
                  <c:v>31.7</c:v>
                </c:pt>
                <c:pt idx="1851">
                  <c:v>31.7</c:v>
                </c:pt>
                <c:pt idx="1852">
                  <c:v>31.7</c:v>
                </c:pt>
                <c:pt idx="1853">
                  <c:v>31.7</c:v>
                </c:pt>
                <c:pt idx="1854">
                  <c:v>31.75</c:v>
                </c:pt>
                <c:pt idx="1855">
                  <c:v>31.75</c:v>
                </c:pt>
                <c:pt idx="1856">
                  <c:v>31.75</c:v>
                </c:pt>
                <c:pt idx="1857">
                  <c:v>31.75</c:v>
                </c:pt>
                <c:pt idx="1858">
                  <c:v>31.75</c:v>
                </c:pt>
                <c:pt idx="1859">
                  <c:v>31.75</c:v>
                </c:pt>
                <c:pt idx="1860">
                  <c:v>31.75</c:v>
                </c:pt>
                <c:pt idx="1861">
                  <c:v>31.75</c:v>
                </c:pt>
                <c:pt idx="1862">
                  <c:v>31.75</c:v>
                </c:pt>
                <c:pt idx="1863">
                  <c:v>31.75</c:v>
                </c:pt>
                <c:pt idx="1864">
                  <c:v>31.75</c:v>
                </c:pt>
                <c:pt idx="1865">
                  <c:v>31.75</c:v>
                </c:pt>
                <c:pt idx="1866">
                  <c:v>31.75</c:v>
                </c:pt>
                <c:pt idx="1867">
                  <c:v>31.75</c:v>
                </c:pt>
                <c:pt idx="1868">
                  <c:v>31.8</c:v>
                </c:pt>
                <c:pt idx="1869">
                  <c:v>31.8</c:v>
                </c:pt>
                <c:pt idx="1870">
                  <c:v>31.8</c:v>
                </c:pt>
                <c:pt idx="1871">
                  <c:v>31.8</c:v>
                </c:pt>
                <c:pt idx="1872">
                  <c:v>31.8</c:v>
                </c:pt>
                <c:pt idx="1873">
                  <c:v>31.8</c:v>
                </c:pt>
                <c:pt idx="1874">
                  <c:v>31.8</c:v>
                </c:pt>
                <c:pt idx="1875">
                  <c:v>31.8</c:v>
                </c:pt>
                <c:pt idx="1876">
                  <c:v>31.8</c:v>
                </c:pt>
                <c:pt idx="1877">
                  <c:v>31.85</c:v>
                </c:pt>
                <c:pt idx="1878">
                  <c:v>31.85</c:v>
                </c:pt>
                <c:pt idx="1879">
                  <c:v>31.85</c:v>
                </c:pt>
                <c:pt idx="1880">
                  <c:v>31.85</c:v>
                </c:pt>
                <c:pt idx="1881">
                  <c:v>31.85</c:v>
                </c:pt>
                <c:pt idx="1882">
                  <c:v>31.85</c:v>
                </c:pt>
                <c:pt idx="1883">
                  <c:v>31.85</c:v>
                </c:pt>
                <c:pt idx="1884">
                  <c:v>31.85</c:v>
                </c:pt>
                <c:pt idx="1885">
                  <c:v>31.85</c:v>
                </c:pt>
                <c:pt idx="1886">
                  <c:v>31.85</c:v>
                </c:pt>
                <c:pt idx="1887">
                  <c:v>31.85</c:v>
                </c:pt>
                <c:pt idx="1888">
                  <c:v>31.9</c:v>
                </c:pt>
                <c:pt idx="1889">
                  <c:v>31.9</c:v>
                </c:pt>
                <c:pt idx="1890">
                  <c:v>31.9</c:v>
                </c:pt>
                <c:pt idx="1891">
                  <c:v>31.9</c:v>
                </c:pt>
                <c:pt idx="1892">
                  <c:v>31.9</c:v>
                </c:pt>
                <c:pt idx="1893">
                  <c:v>31.9</c:v>
                </c:pt>
                <c:pt idx="1894">
                  <c:v>31.9</c:v>
                </c:pt>
                <c:pt idx="1895">
                  <c:v>31.9</c:v>
                </c:pt>
                <c:pt idx="1896">
                  <c:v>31.9</c:v>
                </c:pt>
                <c:pt idx="1897">
                  <c:v>31.9</c:v>
                </c:pt>
                <c:pt idx="1898">
                  <c:v>31.9</c:v>
                </c:pt>
                <c:pt idx="1899">
                  <c:v>31.9</c:v>
                </c:pt>
                <c:pt idx="1900">
                  <c:v>31.9</c:v>
                </c:pt>
                <c:pt idx="1901">
                  <c:v>31.95</c:v>
                </c:pt>
                <c:pt idx="1902">
                  <c:v>31.95</c:v>
                </c:pt>
                <c:pt idx="1903">
                  <c:v>31.95</c:v>
                </c:pt>
                <c:pt idx="1904">
                  <c:v>31.95</c:v>
                </c:pt>
                <c:pt idx="1905">
                  <c:v>31.95</c:v>
                </c:pt>
                <c:pt idx="1906">
                  <c:v>31.95</c:v>
                </c:pt>
                <c:pt idx="1907">
                  <c:v>31.95</c:v>
                </c:pt>
                <c:pt idx="1908">
                  <c:v>31.95</c:v>
                </c:pt>
                <c:pt idx="1909">
                  <c:v>31.95</c:v>
                </c:pt>
                <c:pt idx="1910">
                  <c:v>32</c:v>
                </c:pt>
                <c:pt idx="1911">
                  <c:v>32</c:v>
                </c:pt>
                <c:pt idx="1912">
                  <c:v>32</c:v>
                </c:pt>
                <c:pt idx="1913">
                  <c:v>32</c:v>
                </c:pt>
                <c:pt idx="1914">
                  <c:v>32</c:v>
                </c:pt>
                <c:pt idx="1915">
                  <c:v>32</c:v>
                </c:pt>
                <c:pt idx="1916">
                  <c:v>32</c:v>
                </c:pt>
                <c:pt idx="1917">
                  <c:v>32</c:v>
                </c:pt>
                <c:pt idx="1918">
                  <c:v>32</c:v>
                </c:pt>
                <c:pt idx="1919">
                  <c:v>32</c:v>
                </c:pt>
                <c:pt idx="1920">
                  <c:v>32</c:v>
                </c:pt>
                <c:pt idx="1921">
                  <c:v>32</c:v>
                </c:pt>
                <c:pt idx="1922">
                  <c:v>32.049999999999997</c:v>
                </c:pt>
                <c:pt idx="1923">
                  <c:v>32.049999999999997</c:v>
                </c:pt>
                <c:pt idx="1924">
                  <c:v>32.049999999999997</c:v>
                </c:pt>
                <c:pt idx="1925">
                  <c:v>32.049999999999997</c:v>
                </c:pt>
                <c:pt idx="1926">
                  <c:v>32.049999999999997</c:v>
                </c:pt>
                <c:pt idx="1927">
                  <c:v>32.049999999999997</c:v>
                </c:pt>
                <c:pt idx="1928">
                  <c:v>32.049999999999997</c:v>
                </c:pt>
                <c:pt idx="1929">
                  <c:v>32.049999999999997</c:v>
                </c:pt>
                <c:pt idx="1930">
                  <c:v>32.049999999999997</c:v>
                </c:pt>
                <c:pt idx="1931">
                  <c:v>32.049999999999997</c:v>
                </c:pt>
                <c:pt idx="1932">
                  <c:v>32.049999999999997</c:v>
                </c:pt>
                <c:pt idx="1933">
                  <c:v>32.049999999999997</c:v>
                </c:pt>
                <c:pt idx="1934">
                  <c:v>32.1</c:v>
                </c:pt>
                <c:pt idx="1935">
                  <c:v>32.1</c:v>
                </c:pt>
                <c:pt idx="1936">
                  <c:v>32.1</c:v>
                </c:pt>
                <c:pt idx="1937">
                  <c:v>32.1</c:v>
                </c:pt>
                <c:pt idx="1938">
                  <c:v>32.1</c:v>
                </c:pt>
                <c:pt idx="1939">
                  <c:v>32.1</c:v>
                </c:pt>
                <c:pt idx="1940">
                  <c:v>32.1</c:v>
                </c:pt>
                <c:pt idx="1941">
                  <c:v>32.1</c:v>
                </c:pt>
                <c:pt idx="1942">
                  <c:v>32.1</c:v>
                </c:pt>
                <c:pt idx="1943">
                  <c:v>32.1</c:v>
                </c:pt>
                <c:pt idx="1944">
                  <c:v>32.1</c:v>
                </c:pt>
                <c:pt idx="1945">
                  <c:v>32.1</c:v>
                </c:pt>
                <c:pt idx="1946">
                  <c:v>32.1</c:v>
                </c:pt>
                <c:pt idx="1947">
                  <c:v>32.1</c:v>
                </c:pt>
                <c:pt idx="1948">
                  <c:v>32.15</c:v>
                </c:pt>
                <c:pt idx="1949">
                  <c:v>32.15</c:v>
                </c:pt>
                <c:pt idx="1950">
                  <c:v>32.15</c:v>
                </c:pt>
                <c:pt idx="1951">
                  <c:v>32.15</c:v>
                </c:pt>
                <c:pt idx="1952">
                  <c:v>32.15</c:v>
                </c:pt>
                <c:pt idx="1953">
                  <c:v>32.15</c:v>
                </c:pt>
                <c:pt idx="1954">
                  <c:v>32.15</c:v>
                </c:pt>
                <c:pt idx="1955">
                  <c:v>32.15</c:v>
                </c:pt>
                <c:pt idx="1956">
                  <c:v>32.200000000000003</c:v>
                </c:pt>
                <c:pt idx="1957">
                  <c:v>32.200000000000003</c:v>
                </c:pt>
                <c:pt idx="1958">
                  <c:v>32.200000000000003</c:v>
                </c:pt>
                <c:pt idx="1959">
                  <c:v>32.200000000000003</c:v>
                </c:pt>
                <c:pt idx="1960">
                  <c:v>32.200000000000003</c:v>
                </c:pt>
                <c:pt idx="1961">
                  <c:v>32.200000000000003</c:v>
                </c:pt>
                <c:pt idx="1962">
                  <c:v>32.200000000000003</c:v>
                </c:pt>
                <c:pt idx="1963">
                  <c:v>32.200000000000003</c:v>
                </c:pt>
                <c:pt idx="1964">
                  <c:v>32.200000000000003</c:v>
                </c:pt>
                <c:pt idx="1965">
                  <c:v>32.200000000000003</c:v>
                </c:pt>
                <c:pt idx="1966">
                  <c:v>32.200000000000003</c:v>
                </c:pt>
                <c:pt idx="1967">
                  <c:v>32.200000000000003</c:v>
                </c:pt>
                <c:pt idx="1968">
                  <c:v>32.200000000000003</c:v>
                </c:pt>
                <c:pt idx="1969">
                  <c:v>32.200000000000003</c:v>
                </c:pt>
                <c:pt idx="1970">
                  <c:v>32.200000000000003</c:v>
                </c:pt>
                <c:pt idx="1971">
                  <c:v>32.25</c:v>
                </c:pt>
                <c:pt idx="1972">
                  <c:v>32.25</c:v>
                </c:pt>
                <c:pt idx="1973">
                  <c:v>32.25</c:v>
                </c:pt>
                <c:pt idx="1974">
                  <c:v>32.25</c:v>
                </c:pt>
                <c:pt idx="1975">
                  <c:v>32.25</c:v>
                </c:pt>
                <c:pt idx="1976">
                  <c:v>32.25</c:v>
                </c:pt>
                <c:pt idx="1977">
                  <c:v>32.25</c:v>
                </c:pt>
                <c:pt idx="1978">
                  <c:v>32.25</c:v>
                </c:pt>
                <c:pt idx="1979">
                  <c:v>32.25</c:v>
                </c:pt>
                <c:pt idx="1980">
                  <c:v>32.299999999999997</c:v>
                </c:pt>
                <c:pt idx="1981">
                  <c:v>32.299999999999997</c:v>
                </c:pt>
                <c:pt idx="1982">
                  <c:v>32.299999999999997</c:v>
                </c:pt>
                <c:pt idx="1983">
                  <c:v>32.299999999999997</c:v>
                </c:pt>
                <c:pt idx="1984">
                  <c:v>32.299999999999997</c:v>
                </c:pt>
                <c:pt idx="1985">
                  <c:v>32.299999999999997</c:v>
                </c:pt>
                <c:pt idx="1986">
                  <c:v>32.299999999999997</c:v>
                </c:pt>
                <c:pt idx="1987">
                  <c:v>32.299999999999997</c:v>
                </c:pt>
                <c:pt idx="1988">
                  <c:v>32.299999999999997</c:v>
                </c:pt>
                <c:pt idx="1989">
                  <c:v>32.35</c:v>
                </c:pt>
                <c:pt idx="1990">
                  <c:v>32.35</c:v>
                </c:pt>
                <c:pt idx="1991">
                  <c:v>32.35</c:v>
                </c:pt>
                <c:pt idx="1992">
                  <c:v>32.35</c:v>
                </c:pt>
                <c:pt idx="1993">
                  <c:v>32.35</c:v>
                </c:pt>
                <c:pt idx="1994">
                  <c:v>32.35</c:v>
                </c:pt>
                <c:pt idx="1995">
                  <c:v>32.35</c:v>
                </c:pt>
                <c:pt idx="1996">
                  <c:v>32.35</c:v>
                </c:pt>
                <c:pt idx="1997">
                  <c:v>32.35</c:v>
                </c:pt>
                <c:pt idx="1998">
                  <c:v>32.35</c:v>
                </c:pt>
                <c:pt idx="1999">
                  <c:v>32.35</c:v>
                </c:pt>
                <c:pt idx="2000">
                  <c:v>32.35</c:v>
                </c:pt>
                <c:pt idx="2001">
                  <c:v>32.4</c:v>
                </c:pt>
                <c:pt idx="2002">
                  <c:v>32.4</c:v>
                </c:pt>
                <c:pt idx="2003">
                  <c:v>32.4</c:v>
                </c:pt>
                <c:pt idx="2004">
                  <c:v>32.4</c:v>
                </c:pt>
                <c:pt idx="2005">
                  <c:v>32.4</c:v>
                </c:pt>
                <c:pt idx="2006">
                  <c:v>32.4</c:v>
                </c:pt>
                <c:pt idx="2007">
                  <c:v>32.4</c:v>
                </c:pt>
                <c:pt idx="2008">
                  <c:v>32.4</c:v>
                </c:pt>
                <c:pt idx="2009">
                  <c:v>32.4</c:v>
                </c:pt>
                <c:pt idx="2010">
                  <c:v>32.4</c:v>
                </c:pt>
                <c:pt idx="2011">
                  <c:v>32.4</c:v>
                </c:pt>
                <c:pt idx="2012">
                  <c:v>32.450000000000003</c:v>
                </c:pt>
                <c:pt idx="2013">
                  <c:v>32.450000000000003</c:v>
                </c:pt>
                <c:pt idx="2014">
                  <c:v>32.450000000000003</c:v>
                </c:pt>
                <c:pt idx="2015">
                  <c:v>32.450000000000003</c:v>
                </c:pt>
                <c:pt idx="2016">
                  <c:v>32.450000000000003</c:v>
                </c:pt>
                <c:pt idx="2017">
                  <c:v>32.450000000000003</c:v>
                </c:pt>
                <c:pt idx="2018">
                  <c:v>32.450000000000003</c:v>
                </c:pt>
                <c:pt idx="2019">
                  <c:v>32.450000000000003</c:v>
                </c:pt>
                <c:pt idx="2020">
                  <c:v>32.450000000000003</c:v>
                </c:pt>
                <c:pt idx="2021">
                  <c:v>32.450000000000003</c:v>
                </c:pt>
                <c:pt idx="2022">
                  <c:v>32.450000000000003</c:v>
                </c:pt>
                <c:pt idx="2023">
                  <c:v>32.450000000000003</c:v>
                </c:pt>
                <c:pt idx="2024">
                  <c:v>32.450000000000003</c:v>
                </c:pt>
                <c:pt idx="2025">
                  <c:v>32.5</c:v>
                </c:pt>
                <c:pt idx="2026">
                  <c:v>32.5</c:v>
                </c:pt>
                <c:pt idx="2027">
                  <c:v>32.5</c:v>
                </c:pt>
                <c:pt idx="2028">
                  <c:v>32.5</c:v>
                </c:pt>
                <c:pt idx="2029">
                  <c:v>32.5</c:v>
                </c:pt>
                <c:pt idx="2030">
                  <c:v>32.5</c:v>
                </c:pt>
                <c:pt idx="2031">
                  <c:v>32.5</c:v>
                </c:pt>
                <c:pt idx="2032">
                  <c:v>32.5</c:v>
                </c:pt>
                <c:pt idx="2033">
                  <c:v>32.5</c:v>
                </c:pt>
                <c:pt idx="2034">
                  <c:v>32.549999999999997</c:v>
                </c:pt>
                <c:pt idx="2035">
                  <c:v>32.549999999999997</c:v>
                </c:pt>
                <c:pt idx="2036">
                  <c:v>32.549999999999997</c:v>
                </c:pt>
                <c:pt idx="2037">
                  <c:v>32.549999999999997</c:v>
                </c:pt>
                <c:pt idx="2038">
                  <c:v>32.549999999999997</c:v>
                </c:pt>
                <c:pt idx="2039">
                  <c:v>32.549999999999997</c:v>
                </c:pt>
                <c:pt idx="2040">
                  <c:v>32.549999999999997</c:v>
                </c:pt>
                <c:pt idx="2041">
                  <c:v>32.549999999999997</c:v>
                </c:pt>
                <c:pt idx="2042">
                  <c:v>32.549999999999997</c:v>
                </c:pt>
                <c:pt idx="2043">
                  <c:v>32.549999999999997</c:v>
                </c:pt>
                <c:pt idx="2044">
                  <c:v>32.549999999999997</c:v>
                </c:pt>
                <c:pt idx="2045">
                  <c:v>32.549999999999997</c:v>
                </c:pt>
                <c:pt idx="2046">
                  <c:v>32.549999999999997</c:v>
                </c:pt>
                <c:pt idx="2047">
                  <c:v>32.549999999999997</c:v>
                </c:pt>
                <c:pt idx="2048">
                  <c:v>32.549999999999997</c:v>
                </c:pt>
                <c:pt idx="2049">
                  <c:v>32.549999999999997</c:v>
                </c:pt>
                <c:pt idx="2050">
                  <c:v>32.549999999999997</c:v>
                </c:pt>
                <c:pt idx="2051">
                  <c:v>32.6</c:v>
                </c:pt>
                <c:pt idx="2052">
                  <c:v>32.6</c:v>
                </c:pt>
                <c:pt idx="2053">
                  <c:v>32.6</c:v>
                </c:pt>
                <c:pt idx="2054">
                  <c:v>32.6</c:v>
                </c:pt>
                <c:pt idx="2055">
                  <c:v>32.6</c:v>
                </c:pt>
                <c:pt idx="2056">
                  <c:v>32.6</c:v>
                </c:pt>
                <c:pt idx="2057">
                  <c:v>32.6</c:v>
                </c:pt>
                <c:pt idx="2058">
                  <c:v>32.6</c:v>
                </c:pt>
                <c:pt idx="2059">
                  <c:v>32.6</c:v>
                </c:pt>
                <c:pt idx="2060">
                  <c:v>32.6</c:v>
                </c:pt>
                <c:pt idx="2061">
                  <c:v>32.6</c:v>
                </c:pt>
                <c:pt idx="2062">
                  <c:v>32.65</c:v>
                </c:pt>
                <c:pt idx="2063">
                  <c:v>32.65</c:v>
                </c:pt>
                <c:pt idx="2064">
                  <c:v>32.65</c:v>
                </c:pt>
                <c:pt idx="2065">
                  <c:v>32.65</c:v>
                </c:pt>
                <c:pt idx="2066">
                  <c:v>32.65</c:v>
                </c:pt>
                <c:pt idx="2067">
                  <c:v>32.65</c:v>
                </c:pt>
                <c:pt idx="2068">
                  <c:v>32.65</c:v>
                </c:pt>
                <c:pt idx="2069">
                  <c:v>32.65</c:v>
                </c:pt>
                <c:pt idx="2070">
                  <c:v>32.65</c:v>
                </c:pt>
                <c:pt idx="2071">
                  <c:v>32.65</c:v>
                </c:pt>
                <c:pt idx="2072">
                  <c:v>32.700000000000003</c:v>
                </c:pt>
                <c:pt idx="2073">
                  <c:v>32.700000000000003</c:v>
                </c:pt>
                <c:pt idx="2074">
                  <c:v>32.700000000000003</c:v>
                </c:pt>
                <c:pt idx="2075">
                  <c:v>32.700000000000003</c:v>
                </c:pt>
                <c:pt idx="2076">
                  <c:v>32.700000000000003</c:v>
                </c:pt>
                <c:pt idx="2077">
                  <c:v>32.700000000000003</c:v>
                </c:pt>
                <c:pt idx="2078">
                  <c:v>32.700000000000003</c:v>
                </c:pt>
                <c:pt idx="2079">
                  <c:v>32.700000000000003</c:v>
                </c:pt>
                <c:pt idx="2080">
                  <c:v>32.700000000000003</c:v>
                </c:pt>
                <c:pt idx="2081">
                  <c:v>32.700000000000003</c:v>
                </c:pt>
                <c:pt idx="2082">
                  <c:v>32.700000000000003</c:v>
                </c:pt>
                <c:pt idx="2083">
                  <c:v>32.700000000000003</c:v>
                </c:pt>
                <c:pt idx="2084">
                  <c:v>32.75</c:v>
                </c:pt>
                <c:pt idx="2085">
                  <c:v>32.75</c:v>
                </c:pt>
                <c:pt idx="2086">
                  <c:v>32.75</c:v>
                </c:pt>
                <c:pt idx="2087">
                  <c:v>32.75</c:v>
                </c:pt>
                <c:pt idx="2088">
                  <c:v>32.75</c:v>
                </c:pt>
                <c:pt idx="2089">
                  <c:v>32.75</c:v>
                </c:pt>
                <c:pt idx="2090">
                  <c:v>32.75</c:v>
                </c:pt>
                <c:pt idx="2091">
                  <c:v>32.75</c:v>
                </c:pt>
                <c:pt idx="2092">
                  <c:v>32.75</c:v>
                </c:pt>
                <c:pt idx="2093">
                  <c:v>32.75</c:v>
                </c:pt>
                <c:pt idx="2094">
                  <c:v>32.75</c:v>
                </c:pt>
                <c:pt idx="2095">
                  <c:v>32.75</c:v>
                </c:pt>
                <c:pt idx="2096">
                  <c:v>32.75</c:v>
                </c:pt>
                <c:pt idx="2097">
                  <c:v>32.75</c:v>
                </c:pt>
                <c:pt idx="2098">
                  <c:v>32.799999999999997</c:v>
                </c:pt>
                <c:pt idx="2099">
                  <c:v>32.799999999999997</c:v>
                </c:pt>
                <c:pt idx="2100">
                  <c:v>32.799999999999997</c:v>
                </c:pt>
                <c:pt idx="2101">
                  <c:v>32.799999999999997</c:v>
                </c:pt>
                <c:pt idx="2102">
                  <c:v>32.799999999999997</c:v>
                </c:pt>
                <c:pt idx="2103">
                  <c:v>32.799999999999997</c:v>
                </c:pt>
                <c:pt idx="2104">
                  <c:v>32.799999999999997</c:v>
                </c:pt>
                <c:pt idx="2105">
                  <c:v>32.799999999999997</c:v>
                </c:pt>
                <c:pt idx="2106">
                  <c:v>32.799999999999997</c:v>
                </c:pt>
                <c:pt idx="2107">
                  <c:v>32.799999999999997</c:v>
                </c:pt>
                <c:pt idx="2108">
                  <c:v>32.799999999999997</c:v>
                </c:pt>
                <c:pt idx="2109">
                  <c:v>32.85</c:v>
                </c:pt>
                <c:pt idx="2110">
                  <c:v>32.85</c:v>
                </c:pt>
                <c:pt idx="2111">
                  <c:v>32.85</c:v>
                </c:pt>
                <c:pt idx="2112">
                  <c:v>32.85</c:v>
                </c:pt>
                <c:pt idx="2113">
                  <c:v>32.85</c:v>
                </c:pt>
                <c:pt idx="2114">
                  <c:v>32.85</c:v>
                </c:pt>
                <c:pt idx="2115">
                  <c:v>32.85</c:v>
                </c:pt>
                <c:pt idx="2116">
                  <c:v>32.85</c:v>
                </c:pt>
                <c:pt idx="2117">
                  <c:v>32.85</c:v>
                </c:pt>
                <c:pt idx="2118">
                  <c:v>32.85</c:v>
                </c:pt>
                <c:pt idx="2119">
                  <c:v>32.85</c:v>
                </c:pt>
                <c:pt idx="2120">
                  <c:v>32.85</c:v>
                </c:pt>
                <c:pt idx="2121">
                  <c:v>32.85</c:v>
                </c:pt>
                <c:pt idx="2122">
                  <c:v>32.9</c:v>
                </c:pt>
                <c:pt idx="2123">
                  <c:v>32.9</c:v>
                </c:pt>
                <c:pt idx="2124">
                  <c:v>32.9</c:v>
                </c:pt>
                <c:pt idx="2125">
                  <c:v>32.9</c:v>
                </c:pt>
                <c:pt idx="2126">
                  <c:v>32.9</c:v>
                </c:pt>
                <c:pt idx="2127">
                  <c:v>32.9</c:v>
                </c:pt>
                <c:pt idx="2128">
                  <c:v>32.9</c:v>
                </c:pt>
                <c:pt idx="2129">
                  <c:v>32.9</c:v>
                </c:pt>
                <c:pt idx="2130">
                  <c:v>32.9</c:v>
                </c:pt>
                <c:pt idx="2131">
                  <c:v>32.9</c:v>
                </c:pt>
                <c:pt idx="2132">
                  <c:v>32.950000000000003</c:v>
                </c:pt>
                <c:pt idx="2133">
                  <c:v>32.950000000000003</c:v>
                </c:pt>
                <c:pt idx="2134">
                  <c:v>32.950000000000003</c:v>
                </c:pt>
                <c:pt idx="2135">
                  <c:v>32.950000000000003</c:v>
                </c:pt>
                <c:pt idx="2136">
                  <c:v>32.950000000000003</c:v>
                </c:pt>
                <c:pt idx="2137">
                  <c:v>32.950000000000003</c:v>
                </c:pt>
                <c:pt idx="2138">
                  <c:v>32.950000000000003</c:v>
                </c:pt>
                <c:pt idx="2139">
                  <c:v>32.950000000000003</c:v>
                </c:pt>
                <c:pt idx="2140">
                  <c:v>32.950000000000003</c:v>
                </c:pt>
                <c:pt idx="2141">
                  <c:v>32.950000000000003</c:v>
                </c:pt>
                <c:pt idx="2142">
                  <c:v>32.950000000000003</c:v>
                </c:pt>
                <c:pt idx="2143">
                  <c:v>32.950000000000003</c:v>
                </c:pt>
                <c:pt idx="2144">
                  <c:v>32.950000000000003</c:v>
                </c:pt>
                <c:pt idx="2145">
                  <c:v>33</c:v>
                </c:pt>
                <c:pt idx="2146">
                  <c:v>33</c:v>
                </c:pt>
                <c:pt idx="2147">
                  <c:v>33</c:v>
                </c:pt>
                <c:pt idx="2148">
                  <c:v>33</c:v>
                </c:pt>
                <c:pt idx="2149">
                  <c:v>33</c:v>
                </c:pt>
                <c:pt idx="2150">
                  <c:v>33</c:v>
                </c:pt>
                <c:pt idx="2151">
                  <c:v>33</c:v>
                </c:pt>
                <c:pt idx="2152">
                  <c:v>33</c:v>
                </c:pt>
                <c:pt idx="2153">
                  <c:v>33</c:v>
                </c:pt>
                <c:pt idx="2154">
                  <c:v>33</c:v>
                </c:pt>
                <c:pt idx="2155">
                  <c:v>33</c:v>
                </c:pt>
                <c:pt idx="2156">
                  <c:v>33</c:v>
                </c:pt>
                <c:pt idx="2157">
                  <c:v>33</c:v>
                </c:pt>
                <c:pt idx="2158">
                  <c:v>33</c:v>
                </c:pt>
                <c:pt idx="2159">
                  <c:v>33</c:v>
                </c:pt>
                <c:pt idx="2160">
                  <c:v>33.049999999999997</c:v>
                </c:pt>
                <c:pt idx="2161">
                  <c:v>33.049999999999997</c:v>
                </c:pt>
                <c:pt idx="2162">
                  <c:v>33.049999999999997</c:v>
                </c:pt>
                <c:pt idx="2163">
                  <c:v>33.049999999999997</c:v>
                </c:pt>
                <c:pt idx="2164">
                  <c:v>33.049999999999997</c:v>
                </c:pt>
                <c:pt idx="2165">
                  <c:v>33.049999999999997</c:v>
                </c:pt>
                <c:pt idx="2166">
                  <c:v>33.049999999999997</c:v>
                </c:pt>
                <c:pt idx="2167">
                  <c:v>33.049999999999997</c:v>
                </c:pt>
                <c:pt idx="2168">
                  <c:v>33.049999999999997</c:v>
                </c:pt>
                <c:pt idx="2169">
                  <c:v>33.049999999999997</c:v>
                </c:pt>
                <c:pt idx="2170">
                  <c:v>33.049999999999997</c:v>
                </c:pt>
                <c:pt idx="2171">
                  <c:v>33.049999999999997</c:v>
                </c:pt>
                <c:pt idx="2172">
                  <c:v>33.049999999999997</c:v>
                </c:pt>
                <c:pt idx="2173">
                  <c:v>33.049999999999997</c:v>
                </c:pt>
                <c:pt idx="2174">
                  <c:v>33.049999999999997</c:v>
                </c:pt>
                <c:pt idx="2175">
                  <c:v>33.049999999999997</c:v>
                </c:pt>
                <c:pt idx="2176">
                  <c:v>33.049999999999997</c:v>
                </c:pt>
                <c:pt idx="2177">
                  <c:v>33.049999999999997</c:v>
                </c:pt>
                <c:pt idx="2178">
                  <c:v>33.1</c:v>
                </c:pt>
                <c:pt idx="2179">
                  <c:v>33.1</c:v>
                </c:pt>
                <c:pt idx="2180">
                  <c:v>33.1</c:v>
                </c:pt>
                <c:pt idx="2181">
                  <c:v>33.1</c:v>
                </c:pt>
                <c:pt idx="2182">
                  <c:v>33.1</c:v>
                </c:pt>
                <c:pt idx="2183">
                  <c:v>33.1</c:v>
                </c:pt>
                <c:pt idx="2184">
                  <c:v>33.1</c:v>
                </c:pt>
                <c:pt idx="2185">
                  <c:v>33.1</c:v>
                </c:pt>
                <c:pt idx="2186">
                  <c:v>33.1</c:v>
                </c:pt>
                <c:pt idx="2187">
                  <c:v>33.1</c:v>
                </c:pt>
                <c:pt idx="2188">
                  <c:v>33.15</c:v>
                </c:pt>
                <c:pt idx="2189">
                  <c:v>33.15</c:v>
                </c:pt>
                <c:pt idx="2190">
                  <c:v>33.15</c:v>
                </c:pt>
                <c:pt idx="2191">
                  <c:v>33.15</c:v>
                </c:pt>
                <c:pt idx="2192">
                  <c:v>33.15</c:v>
                </c:pt>
                <c:pt idx="2193">
                  <c:v>33.15</c:v>
                </c:pt>
                <c:pt idx="2194">
                  <c:v>33.15</c:v>
                </c:pt>
                <c:pt idx="2195">
                  <c:v>33.15</c:v>
                </c:pt>
                <c:pt idx="2196">
                  <c:v>33.15</c:v>
                </c:pt>
                <c:pt idx="2197">
                  <c:v>33.15</c:v>
                </c:pt>
                <c:pt idx="2198">
                  <c:v>33.15</c:v>
                </c:pt>
                <c:pt idx="2199">
                  <c:v>33.15</c:v>
                </c:pt>
                <c:pt idx="2200">
                  <c:v>33.200000000000003</c:v>
                </c:pt>
                <c:pt idx="2201">
                  <c:v>33.200000000000003</c:v>
                </c:pt>
                <c:pt idx="2202">
                  <c:v>33.200000000000003</c:v>
                </c:pt>
                <c:pt idx="2203">
                  <c:v>33.200000000000003</c:v>
                </c:pt>
                <c:pt idx="2204">
                  <c:v>33.200000000000003</c:v>
                </c:pt>
                <c:pt idx="2205">
                  <c:v>33.200000000000003</c:v>
                </c:pt>
                <c:pt idx="2206">
                  <c:v>33.200000000000003</c:v>
                </c:pt>
                <c:pt idx="2207">
                  <c:v>33.200000000000003</c:v>
                </c:pt>
                <c:pt idx="2208">
                  <c:v>33.200000000000003</c:v>
                </c:pt>
                <c:pt idx="2209">
                  <c:v>33.200000000000003</c:v>
                </c:pt>
                <c:pt idx="2210">
                  <c:v>33.200000000000003</c:v>
                </c:pt>
                <c:pt idx="2211">
                  <c:v>33.200000000000003</c:v>
                </c:pt>
                <c:pt idx="2212">
                  <c:v>33.25</c:v>
                </c:pt>
                <c:pt idx="2213">
                  <c:v>33.25</c:v>
                </c:pt>
                <c:pt idx="2214">
                  <c:v>33.25</c:v>
                </c:pt>
                <c:pt idx="2215">
                  <c:v>33.25</c:v>
                </c:pt>
                <c:pt idx="2216">
                  <c:v>33.25</c:v>
                </c:pt>
                <c:pt idx="2217">
                  <c:v>33.25</c:v>
                </c:pt>
                <c:pt idx="2218">
                  <c:v>33.25</c:v>
                </c:pt>
                <c:pt idx="2219">
                  <c:v>33.25</c:v>
                </c:pt>
                <c:pt idx="2220">
                  <c:v>33.25</c:v>
                </c:pt>
                <c:pt idx="2221">
                  <c:v>33.299999999999997</c:v>
                </c:pt>
                <c:pt idx="2222">
                  <c:v>33.299999999999997</c:v>
                </c:pt>
                <c:pt idx="2223">
                  <c:v>33.299999999999997</c:v>
                </c:pt>
                <c:pt idx="2224">
                  <c:v>33.299999999999997</c:v>
                </c:pt>
                <c:pt idx="2225">
                  <c:v>33.299999999999997</c:v>
                </c:pt>
                <c:pt idx="2226">
                  <c:v>33.299999999999997</c:v>
                </c:pt>
                <c:pt idx="2227">
                  <c:v>33.299999999999997</c:v>
                </c:pt>
                <c:pt idx="2228">
                  <c:v>33.299999999999997</c:v>
                </c:pt>
                <c:pt idx="2229">
                  <c:v>33.299999999999997</c:v>
                </c:pt>
                <c:pt idx="2230">
                  <c:v>33.299999999999997</c:v>
                </c:pt>
                <c:pt idx="2231">
                  <c:v>33.299999999999997</c:v>
                </c:pt>
                <c:pt idx="2232">
                  <c:v>33.299999999999997</c:v>
                </c:pt>
                <c:pt idx="2233">
                  <c:v>33.299999999999997</c:v>
                </c:pt>
                <c:pt idx="2234">
                  <c:v>33.299999999999997</c:v>
                </c:pt>
                <c:pt idx="2235">
                  <c:v>33.35</c:v>
                </c:pt>
                <c:pt idx="2236">
                  <c:v>33.35</c:v>
                </c:pt>
                <c:pt idx="2237">
                  <c:v>33.35</c:v>
                </c:pt>
                <c:pt idx="2238">
                  <c:v>33.35</c:v>
                </c:pt>
                <c:pt idx="2239">
                  <c:v>33.35</c:v>
                </c:pt>
                <c:pt idx="2240">
                  <c:v>33.35</c:v>
                </c:pt>
                <c:pt idx="2241">
                  <c:v>33.35</c:v>
                </c:pt>
                <c:pt idx="2242">
                  <c:v>33.35</c:v>
                </c:pt>
                <c:pt idx="2243">
                  <c:v>33.35</c:v>
                </c:pt>
                <c:pt idx="2244">
                  <c:v>33.35</c:v>
                </c:pt>
                <c:pt idx="2245">
                  <c:v>33.35</c:v>
                </c:pt>
                <c:pt idx="2246">
                  <c:v>33.4</c:v>
                </c:pt>
                <c:pt idx="2247">
                  <c:v>33.35</c:v>
                </c:pt>
                <c:pt idx="2248">
                  <c:v>33.4</c:v>
                </c:pt>
                <c:pt idx="2249">
                  <c:v>33.4</c:v>
                </c:pt>
                <c:pt idx="2250">
                  <c:v>33.4</c:v>
                </c:pt>
                <c:pt idx="2251">
                  <c:v>33.4</c:v>
                </c:pt>
                <c:pt idx="2252">
                  <c:v>33.4</c:v>
                </c:pt>
                <c:pt idx="2253">
                  <c:v>33.4</c:v>
                </c:pt>
                <c:pt idx="2254">
                  <c:v>33.4</c:v>
                </c:pt>
                <c:pt idx="2255">
                  <c:v>33.4</c:v>
                </c:pt>
                <c:pt idx="2256">
                  <c:v>33.4</c:v>
                </c:pt>
                <c:pt idx="2257">
                  <c:v>33.4</c:v>
                </c:pt>
                <c:pt idx="2258">
                  <c:v>33.4</c:v>
                </c:pt>
                <c:pt idx="2259">
                  <c:v>33.450000000000003</c:v>
                </c:pt>
                <c:pt idx="2260">
                  <c:v>33.450000000000003</c:v>
                </c:pt>
                <c:pt idx="2261">
                  <c:v>33.450000000000003</c:v>
                </c:pt>
                <c:pt idx="2262">
                  <c:v>33.450000000000003</c:v>
                </c:pt>
                <c:pt idx="2263">
                  <c:v>33.450000000000003</c:v>
                </c:pt>
                <c:pt idx="2264">
                  <c:v>33.450000000000003</c:v>
                </c:pt>
                <c:pt idx="2265">
                  <c:v>33.450000000000003</c:v>
                </c:pt>
                <c:pt idx="2266">
                  <c:v>33.450000000000003</c:v>
                </c:pt>
                <c:pt idx="2267">
                  <c:v>33.5</c:v>
                </c:pt>
                <c:pt idx="2268">
                  <c:v>33.5</c:v>
                </c:pt>
                <c:pt idx="2269">
                  <c:v>33.5</c:v>
                </c:pt>
                <c:pt idx="2270">
                  <c:v>33.5</c:v>
                </c:pt>
                <c:pt idx="2271">
                  <c:v>33.5</c:v>
                </c:pt>
                <c:pt idx="2272">
                  <c:v>33.5</c:v>
                </c:pt>
                <c:pt idx="2273">
                  <c:v>33.5</c:v>
                </c:pt>
                <c:pt idx="2274">
                  <c:v>33.5</c:v>
                </c:pt>
                <c:pt idx="2275">
                  <c:v>33.5</c:v>
                </c:pt>
                <c:pt idx="2276">
                  <c:v>33.5</c:v>
                </c:pt>
                <c:pt idx="2277">
                  <c:v>33.5</c:v>
                </c:pt>
                <c:pt idx="2278">
                  <c:v>33.5</c:v>
                </c:pt>
                <c:pt idx="2279">
                  <c:v>33.549999999999997</c:v>
                </c:pt>
                <c:pt idx="2280">
                  <c:v>33.549999999999997</c:v>
                </c:pt>
                <c:pt idx="2281">
                  <c:v>33.549999999999997</c:v>
                </c:pt>
                <c:pt idx="2282">
                  <c:v>33.549999999999997</c:v>
                </c:pt>
                <c:pt idx="2283">
                  <c:v>33.549999999999997</c:v>
                </c:pt>
                <c:pt idx="2284">
                  <c:v>33.549999999999997</c:v>
                </c:pt>
                <c:pt idx="2285">
                  <c:v>33.549999999999997</c:v>
                </c:pt>
                <c:pt idx="2286">
                  <c:v>33.549999999999997</c:v>
                </c:pt>
                <c:pt idx="2287">
                  <c:v>33.549999999999997</c:v>
                </c:pt>
                <c:pt idx="2288">
                  <c:v>33.549999999999997</c:v>
                </c:pt>
                <c:pt idx="2289">
                  <c:v>33.549999999999997</c:v>
                </c:pt>
                <c:pt idx="2290">
                  <c:v>33.549999999999997</c:v>
                </c:pt>
                <c:pt idx="2291">
                  <c:v>33.549999999999997</c:v>
                </c:pt>
                <c:pt idx="2292">
                  <c:v>33.6</c:v>
                </c:pt>
                <c:pt idx="2293">
                  <c:v>33.6</c:v>
                </c:pt>
                <c:pt idx="2294">
                  <c:v>33.6</c:v>
                </c:pt>
                <c:pt idx="2295">
                  <c:v>33.549999999999997</c:v>
                </c:pt>
                <c:pt idx="2296">
                  <c:v>33.6</c:v>
                </c:pt>
                <c:pt idx="2297">
                  <c:v>33.549999999999997</c:v>
                </c:pt>
                <c:pt idx="2298">
                  <c:v>33.6</c:v>
                </c:pt>
                <c:pt idx="2299">
                  <c:v>33.6</c:v>
                </c:pt>
                <c:pt idx="2300">
                  <c:v>33.6</c:v>
                </c:pt>
                <c:pt idx="2301">
                  <c:v>33.6</c:v>
                </c:pt>
                <c:pt idx="2302">
                  <c:v>33.6</c:v>
                </c:pt>
                <c:pt idx="2303">
                  <c:v>33.6</c:v>
                </c:pt>
                <c:pt idx="2304">
                  <c:v>33.6</c:v>
                </c:pt>
                <c:pt idx="2305">
                  <c:v>33.6</c:v>
                </c:pt>
                <c:pt idx="2306">
                  <c:v>33.6</c:v>
                </c:pt>
                <c:pt idx="2307">
                  <c:v>33.65</c:v>
                </c:pt>
                <c:pt idx="2308">
                  <c:v>33.65</c:v>
                </c:pt>
                <c:pt idx="2309">
                  <c:v>33.65</c:v>
                </c:pt>
                <c:pt idx="2310">
                  <c:v>33.65</c:v>
                </c:pt>
                <c:pt idx="2311">
                  <c:v>33.65</c:v>
                </c:pt>
                <c:pt idx="2312">
                  <c:v>33.65</c:v>
                </c:pt>
                <c:pt idx="2313">
                  <c:v>33.65</c:v>
                </c:pt>
                <c:pt idx="2314">
                  <c:v>33.65</c:v>
                </c:pt>
                <c:pt idx="2315">
                  <c:v>33.65</c:v>
                </c:pt>
                <c:pt idx="2316">
                  <c:v>33.65</c:v>
                </c:pt>
                <c:pt idx="2317">
                  <c:v>33.65</c:v>
                </c:pt>
                <c:pt idx="2318">
                  <c:v>33.700000000000003</c:v>
                </c:pt>
                <c:pt idx="2319">
                  <c:v>33.700000000000003</c:v>
                </c:pt>
                <c:pt idx="2320">
                  <c:v>33.700000000000003</c:v>
                </c:pt>
                <c:pt idx="2321">
                  <c:v>33.700000000000003</c:v>
                </c:pt>
                <c:pt idx="2322">
                  <c:v>33.700000000000003</c:v>
                </c:pt>
                <c:pt idx="2323">
                  <c:v>33.700000000000003</c:v>
                </c:pt>
                <c:pt idx="2324">
                  <c:v>33.700000000000003</c:v>
                </c:pt>
                <c:pt idx="2325">
                  <c:v>33.700000000000003</c:v>
                </c:pt>
                <c:pt idx="2326">
                  <c:v>33.700000000000003</c:v>
                </c:pt>
                <c:pt idx="2327">
                  <c:v>33.700000000000003</c:v>
                </c:pt>
                <c:pt idx="2328">
                  <c:v>33.700000000000003</c:v>
                </c:pt>
                <c:pt idx="2329">
                  <c:v>33.700000000000003</c:v>
                </c:pt>
                <c:pt idx="2330">
                  <c:v>33.700000000000003</c:v>
                </c:pt>
                <c:pt idx="2331">
                  <c:v>33.700000000000003</c:v>
                </c:pt>
                <c:pt idx="2332">
                  <c:v>33.700000000000003</c:v>
                </c:pt>
                <c:pt idx="2333">
                  <c:v>33.700000000000003</c:v>
                </c:pt>
                <c:pt idx="2334">
                  <c:v>33.75</c:v>
                </c:pt>
                <c:pt idx="2335">
                  <c:v>33.75</c:v>
                </c:pt>
                <c:pt idx="2336">
                  <c:v>33.75</c:v>
                </c:pt>
                <c:pt idx="2337">
                  <c:v>33.75</c:v>
                </c:pt>
                <c:pt idx="2338">
                  <c:v>33.75</c:v>
                </c:pt>
                <c:pt idx="2339">
                  <c:v>33.75</c:v>
                </c:pt>
                <c:pt idx="2340">
                  <c:v>33.75</c:v>
                </c:pt>
                <c:pt idx="2341">
                  <c:v>33.75</c:v>
                </c:pt>
                <c:pt idx="2342">
                  <c:v>33.75</c:v>
                </c:pt>
                <c:pt idx="2343">
                  <c:v>33.75</c:v>
                </c:pt>
                <c:pt idx="2344">
                  <c:v>33.75</c:v>
                </c:pt>
                <c:pt idx="2345">
                  <c:v>33.75</c:v>
                </c:pt>
                <c:pt idx="2346">
                  <c:v>33.799999999999997</c:v>
                </c:pt>
                <c:pt idx="2347">
                  <c:v>33.799999999999997</c:v>
                </c:pt>
                <c:pt idx="2348">
                  <c:v>33.799999999999997</c:v>
                </c:pt>
                <c:pt idx="2349">
                  <c:v>33.799999999999997</c:v>
                </c:pt>
                <c:pt idx="2350">
                  <c:v>33.799999999999997</c:v>
                </c:pt>
                <c:pt idx="2351">
                  <c:v>33.799999999999997</c:v>
                </c:pt>
                <c:pt idx="2352">
                  <c:v>33.799999999999997</c:v>
                </c:pt>
                <c:pt idx="2353">
                  <c:v>33.799999999999997</c:v>
                </c:pt>
                <c:pt idx="2354">
                  <c:v>33.799999999999997</c:v>
                </c:pt>
                <c:pt idx="2355">
                  <c:v>33.799999999999997</c:v>
                </c:pt>
                <c:pt idx="2356">
                  <c:v>33.799999999999997</c:v>
                </c:pt>
                <c:pt idx="2357">
                  <c:v>33.799999999999997</c:v>
                </c:pt>
                <c:pt idx="2358">
                  <c:v>33.85</c:v>
                </c:pt>
                <c:pt idx="2359">
                  <c:v>33.85</c:v>
                </c:pt>
                <c:pt idx="2360">
                  <c:v>33.85</c:v>
                </c:pt>
                <c:pt idx="2361">
                  <c:v>33.85</c:v>
                </c:pt>
                <c:pt idx="2362">
                  <c:v>33.85</c:v>
                </c:pt>
                <c:pt idx="2363">
                  <c:v>33.85</c:v>
                </c:pt>
                <c:pt idx="2364">
                  <c:v>33.85</c:v>
                </c:pt>
                <c:pt idx="2365">
                  <c:v>33.85</c:v>
                </c:pt>
                <c:pt idx="2366">
                  <c:v>33.85</c:v>
                </c:pt>
                <c:pt idx="2367">
                  <c:v>33.85</c:v>
                </c:pt>
                <c:pt idx="2368">
                  <c:v>33.85</c:v>
                </c:pt>
                <c:pt idx="2369">
                  <c:v>33.85</c:v>
                </c:pt>
                <c:pt idx="2370">
                  <c:v>33.85</c:v>
                </c:pt>
                <c:pt idx="2371">
                  <c:v>33.85</c:v>
                </c:pt>
                <c:pt idx="2372">
                  <c:v>33.9</c:v>
                </c:pt>
                <c:pt idx="2373">
                  <c:v>33.9</c:v>
                </c:pt>
                <c:pt idx="2374">
                  <c:v>33.9</c:v>
                </c:pt>
                <c:pt idx="2375">
                  <c:v>33.9</c:v>
                </c:pt>
                <c:pt idx="2376">
                  <c:v>33.9</c:v>
                </c:pt>
                <c:pt idx="2377">
                  <c:v>33.9</c:v>
                </c:pt>
                <c:pt idx="2378">
                  <c:v>33.9</c:v>
                </c:pt>
                <c:pt idx="2379">
                  <c:v>33.9</c:v>
                </c:pt>
                <c:pt idx="2380">
                  <c:v>33.9</c:v>
                </c:pt>
                <c:pt idx="2381">
                  <c:v>33.9</c:v>
                </c:pt>
                <c:pt idx="2382">
                  <c:v>33.9</c:v>
                </c:pt>
                <c:pt idx="2383">
                  <c:v>33.9</c:v>
                </c:pt>
                <c:pt idx="2384">
                  <c:v>33.9</c:v>
                </c:pt>
                <c:pt idx="2385">
                  <c:v>33.9</c:v>
                </c:pt>
                <c:pt idx="2386">
                  <c:v>33.9</c:v>
                </c:pt>
                <c:pt idx="2387">
                  <c:v>33.9</c:v>
                </c:pt>
                <c:pt idx="2388">
                  <c:v>33.9</c:v>
                </c:pt>
                <c:pt idx="2389">
                  <c:v>33.9</c:v>
                </c:pt>
                <c:pt idx="2390">
                  <c:v>33.950000000000003</c:v>
                </c:pt>
                <c:pt idx="2391">
                  <c:v>33.950000000000003</c:v>
                </c:pt>
                <c:pt idx="2392">
                  <c:v>33.950000000000003</c:v>
                </c:pt>
                <c:pt idx="2393">
                  <c:v>33.950000000000003</c:v>
                </c:pt>
                <c:pt idx="2394">
                  <c:v>33.950000000000003</c:v>
                </c:pt>
                <c:pt idx="2395">
                  <c:v>33.950000000000003</c:v>
                </c:pt>
                <c:pt idx="2396">
                  <c:v>33.950000000000003</c:v>
                </c:pt>
                <c:pt idx="2397">
                  <c:v>33.950000000000003</c:v>
                </c:pt>
                <c:pt idx="2398">
                  <c:v>33.950000000000003</c:v>
                </c:pt>
                <c:pt idx="2399">
                  <c:v>33.950000000000003</c:v>
                </c:pt>
                <c:pt idx="2400">
                  <c:v>33.950000000000003</c:v>
                </c:pt>
                <c:pt idx="2401">
                  <c:v>34</c:v>
                </c:pt>
                <c:pt idx="2402">
                  <c:v>34</c:v>
                </c:pt>
                <c:pt idx="2403">
                  <c:v>34</c:v>
                </c:pt>
                <c:pt idx="2404">
                  <c:v>34</c:v>
                </c:pt>
                <c:pt idx="2405">
                  <c:v>34</c:v>
                </c:pt>
                <c:pt idx="2406">
                  <c:v>34</c:v>
                </c:pt>
                <c:pt idx="2407">
                  <c:v>34</c:v>
                </c:pt>
                <c:pt idx="2408">
                  <c:v>34</c:v>
                </c:pt>
                <c:pt idx="2409">
                  <c:v>34</c:v>
                </c:pt>
                <c:pt idx="2410">
                  <c:v>34</c:v>
                </c:pt>
                <c:pt idx="2411">
                  <c:v>34</c:v>
                </c:pt>
                <c:pt idx="2412">
                  <c:v>34</c:v>
                </c:pt>
                <c:pt idx="2413">
                  <c:v>34.049999999999997</c:v>
                </c:pt>
                <c:pt idx="2414">
                  <c:v>34.049999999999997</c:v>
                </c:pt>
                <c:pt idx="2415">
                  <c:v>34.049999999999997</c:v>
                </c:pt>
                <c:pt idx="2416">
                  <c:v>34.049999999999997</c:v>
                </c:pt>
                <c:pt idx="2417">
                  <c:v>34.049999999999997</c:v>
                </c:pt>
                <c:pt idx="2418">
                  <c:v>34.049999999999997</c:v>
                </c:pt>
                <c:pt idx="2419">
                  <c:v>34.049999999999997</c:v>
                </c:pt>
                <c:pt idx="2420">
                  <c:v>34.049999999999997</c:v>
                </c:pt>
                <c:pt idx="2421">
                  <c:v>34.049999999999997</c:v>
                </c:pt>
                <c:pt idx="2422">
                  <c:v>34.049999999999997</c:v>
                </c:pt>
                <c:pt idx="2423">
                  <c:v>34.049999999999997</c:v>
                </c:pt>
                <c:pt idx="2424">
                  <c:v>34.049999999999997</c:v>
                </c:pt>
                <c:pt idx="2425">
                  <c:v>34.049999999999997</c:v>
                </c:pt>
                <c:pt idx="2426">
                  <c:v>34.049999999999997</c:v>
                </c:pt>
                <c:pt idx="2427">
                  <c:v>34.049999999999997</c:v>
                </c:pt>
                <c:pt idx="2428">
                  <c:v>34.049999999999997</c:v>
                </c:pt>
                <c:pt idx="2429">
                  <c:v>34.049999999999997</c:v>
                </c:pt>
                <c:pt idx="2430">
                  <c:v>34.1</c:v>
                </c:pt>
                <c:pt idx="2431">
                  <c:v>34.049999999999997</c:v>
                </c:pt>
                <c:pt idx="2432">
                  <c:v>34.1</c:v>
                </c:pt>
                <c:pt idx="2433">
                  <c:v>34.1</c:v>
                </c:pt>
                <c:pt idx="2434">
                  <c:v>34.1</c:v>
                </c:pt>
                <c:pt idx="2435">
                  <c:v>34.1</c:v>
                </c:pt>
                <c:pt idx="2436">
                  <c:v>34.1</c:v>
                </c:pt>
                <c:pt idx="2437">
                  <c:v>34.1</c:v>
                </c:pt>
                <c:pt idx="2438">
                  <c:v>34.1</c:v>
                </c:pt>
                <c:pt idx="2439">
                  <c:v>34.1</c:v>
                </c:pt>
                <c:pt idx="2440">
                  <c:v>34.1</c:v>
                </c:pt>
                <c:pt idx="2441">
                  <c:v>34.15</c:v>
                </c:pt>
                <c:pt idx="2442">
                  <c:v>34.15</c:v>
                </c:pt>
                <c:pt idx="2443">
                  <c:v>34.15</c:v>
                </c:pt>
                <c:pt idx="2444">
                  <c:v>34.15</c:v>
                </c:pt>
                <c:pt idx="2445">
                  <c:v>34.15</c:v>
                </c:pt>
                <c:pt idx="2446">
                  <c:v>34.15</c:v>
                </c:pt>
                <c:pt idx="2447">
                  <c:v>34.15</c:v>
                </c:pt>
                <c:pt idx="2448">
                  <c:v>34.15</c:v>
                </c:pt>
                <c:pt idx="2449">
                  <c:v>34.15</c:v>
                </c:pt>
                <c:pt idx="2450">
                  <c:v>34.15</c:v>
                </c:pt>
                <c:pt idx="2451">
                  <c:v>34.15</c:v>
                </c:pt>
                <c:pt idx="2452">
                  <c:v>34.15</c:v>
                </c:pt>
                <c:pt idx="2453">
                  <c:v>34.15</c:v>
                </c:pt>
                <c:pt idx="2454">
                  <c:v>34.15</c:v>
                </c:pt>
                <c:pt idx="2455">
                  <c:v>34.15</c:v>
                </c:pt>
                <c:pt idx="2456">
                  <c:v>34.200000000000003</c:v>
                </c:pt>
                <c:pt idx="2457">
                  <c:v>34.200000000000003</c:v>
                </c:pt>
                <c:pt idx="2458">
                  <c:v>34.200000000000003</c:v>
                </c:pt>
                <c:pt idx="2459">
                  <c:v>34.200000000000003</c:v>
                </c:pt>
                <c:pt idx="2460">
                  <c:v>34.200000000000003</c:v>
                </c:pt>
                <c:pt idx="2461">
                  <c:v>34.200000000000003</c:v>
                </c:pt>
                <c:pt idx="2462">
                  <c:v>34.200000000000003</c:v>
                </c:pt>
                <c:pt idx="2463">
                  <c:v>34.200000000000003</c:v>
                </c:pt>
                <c:pt idx="2464">
                  <c:v>34.200000000000003</c:v>
                </c:pt>
                <c:pt idx="2465">
                  <c:v>34.200000000000003</c:v>
                </c:pt>
                <c:pt idx="2466">
                  <c:v>34.200000000000003</c:v>
                </c:pt>
                <c:pt idx="2467">
                  <c:v>34.200000000000003</c:v>
                </c:pt>
                <c:pt idx="2468">
                  <c:v>34.200000000000003</c:v>
                </c:pt>
                <c:pt idx="2469">
                  <c:v>34.200000000000003</c:v>
                </c:pt>
                <c:pt idx="2470">
                  <c:v>34.200000000000003</c:v>
                </c:pt>
                <c:pt idx="2471">
                  <c:v>34.200000000000003</c:v>
                </c:pt>
                <c:pt idx="2472">
                  <c:v>34.200000000000003</c:v>
                </c:pt>
                <c:pt idx="2473">
                  <c:v>34.25</c:v>
                </c:pt>
                <c:pt idx="2474">
                  <c:v>34.25</c:v>
                </c:pt>
                <c:pt idx="2475">
                  <c:v>34.25</c:v>
                </c:pt>
                <c:pt idx="2476">
                  <c:v>34.25</c:v>
                </c:pt>
                <c:pt idx="2477">
                  <c:v>34.25</c:v>
                </c:pt>
                <c:pt idx="2478">
                  <c:v>34.25</c:v>
                </c:pt>
                <c:pt idx="2479">
                  <c:v>34.25</c:v>
                </c:pt>
                <c:pt idx="2480">
                  <c:v>34.25</c:v>
                </c:pt>
                <c:pt idx="2481">
                  <c:v>34.25</c:v>
                </c:pt>
                <c:pt idx="2482">
                  <c:v>34.25</c:v>
                </c:pt>
                <c:pt idx="2483">
                  <c:v>34.299999999999997</c:v>
                </c:pt>
                <c:pt idx="2484">
                  <c:v>34.299999999999997</c:v>
                </c:pt>
                <c:pt idx="2485">
                  <c:v>34.299999999999997</c:v>
                </c:pt>
                <c:pt idx="2486">
                  <c:v>34.299999999999997</c:v>
                </c:pt>
                <c:pt idx="2487">
                  <c:v>34.299999999999997</c:v>
                </c:pt>
                <c:pt idx="2488">
                  <c:v>34.299999999999997</c:v>
                </c:pt>
                <c:pt idx="2489">
                  <c:v>34.299999999999997</c:v>
                </c:pt>
                <c:pt idx="2490">
                  <c:v>34.299999999999997</c:v>
                </c:pt>
                <c:pt idx="2491">
                  <c:v>34.299999999999997</c:v>
                </c:pt>
                <c:pt idx="2492">
                  <c:v>34.299999999999997</c:v>
                </c:pt>
                <c:pt idx="2493">
                  <c:v>34.299999999999997</c:v>
                </c:pt>
                <c:pt idx="2494">
                  <c:v>34.299999999999997</c:v>
                </c:pt>
                <c:pt idx="2495">
                  <c:v>34.299999999999997</c:v>
                </c:pt>
                <c:pt idx="2496">
                  <c:v>34.299999999999997</c:v>
                </c:pt>
                <c:pt idx="2497">
                  <c:v>34.299999999999997</c:v>
                </c:pt>
                <c:pt idx="2498">
                  <c:v>34.35</c:v>
                </c:pt>
                <c:pt idx="2499">
                  <c:v>34.35</c:v>
                </c:pt>
                <c:pt idx="2500">
                  <c:v>34.35</c:v>
                </c:pt>
                <c:pt idx="2501">
                  <c:v>34.35</c:v>
                </c:pt>
                <c:pt idx="2502">
                  <c:v>34.35</c:v>
                </c:pt>
                <c:pt idx="2503">
                  <c:v>34.35</c:v>
                </c:pt>
                <c:pt idx="2504">
                  <c:v>34.35</c:v>
                </c:pt>
                <c:pt idx="2505">
                  <c:v>34.35</c:v>
                </c:pt>
                <c:pt idx="2506">
                  <c:v>34.35</c:v>
                </c:pt>
                <c:pt idx="2507">
                  <c:v>34.35</c:v>
                </c:pt>
                <c:pt idx="2508">
                  <c:v>34.35</c:v>
                </c:pt>
                <c:pt idx="2509">
                  <c:v>34.35</c:v>
                </c:pt>
                <c:pt idx="2510">
                  <c:v>34.35</c:v>
                </c:pt>
                <c:pt idx="2511">
                  <c:v>34.35</c:v>
                </c:pt>
                <c:pt idx="2512">
                  <c:v>34.35</c:v>
                </c:pt>
                <c:pt idx="2513">
                  <c:v>34.35</c:v>
                </c:pt>
                <c:pt idx="2514">
                  <c:v>34.35</c:v>
                </c:pt>
                <c:pt idx="2515">
                  <c:v>34.4</c:v>
                </c:pt>
                <c:pt idx="2516">
                  <c:v>34.4</c:v>
                </c:pt>
                <c:pt idx="2517">
                  <c:v>34.4</c:v>
                </c:pt>
                <c:pt idx="2518">
                  <c:v>34.4</c:v>
                </c:pt>
                <c:pt idx="2519">
                  <c:v>34.4</c:v>
                </c:pt>
                <c:pt idx="2520">
                  <c:v>34.4</c:v>
                </c:pt>
                <c:pt idx="2521">
                  <c:v>34.4</c:v>
                </c:pt>
                <c:pt idx="2522">
                  <c:v>34.4</c:v>
                </c:pt>
                <c:pt idx="2523">
                  <c:v>34.4</c:v>
                </c:pt>
                <c:pt idx="2524">
                  <c:v>34.4</c:v>
                </c:pt>
                <c:pt idx="2525">
                  <c:v>34.4</c:v>
                </c:pt>
                <c:pt idx="2526">
                  <c:v>34.4</c:v>
                </c:pt>
                <c:pt idx="2527">
                  <c:v>34.4</c:v>
                </c:pt>
                <c:pt idx="2528">
                  <c:v>34.4</c:v>
                </c:pt>
                <c:pt idx="2529">
                  <c:v>34.4</c:v>
                </c:pt>
                <c:pt idx="2530">
                  <c:v>34.4</c:v>
                </c:pt>
                <c:pt idx="2531">
                  <c:v>34.4</c:v>
                </c:pt>
                <c:pt idx="2532">
                  <c:v>34.4</c:v>
                </c:pt>
                <c:pt idx="2533">
                  <c:v>34.4</c:v>
                </c:pt>
                <c:pt idx="2534">
                  <c:v>34.4</c:v>
                </c:pt>
                <c:pt idx="2535">
                  <c:v>34.4</c:v>
                </c:pt>
                <c:pt idx="2536">
                  <c:v>34.4</c:v>
                </c:pt>
                <c:pt idx="2537">
                  <c:v>34.450000000000003</c:v>
                </c:pt>
                <c:pt idx="2538">
                  <c:v>34.450000000000003</c:v>
                </c:pt>
                <c:pt idx="2539">
                  <c:v>34.450000000000003</c:v>
                </c:pt>
                <c:pt idx="2540">
                  <c:v>34.450000000000003</c:v>
                </c:pt>
                <c:pt idx="2541">
                  <c:v>34.450000000000003</c:v>
                </c:pt>
                <c:pt idx="2542">
                  <c:v>34.450000000000003</c:v>
                </c:pt>
                <c:pt idx="2543">
                  <c:v>34.450000000000003</c:v>
                </c:pt>
                <c:pt idx="2544">
                  <c:v>34.450000000000003</c:v>
                </c:pt>
                <c:pt idx="2545">
                  <c:v>34.450000000000003</c:v>
                </c:pt>
                <c:pt idx="2546">
                  <c:v>34.450000000000003</c:v>
                </c:pt>
                <c:pt idx="2547">
                  <c:v>34.5</c:v>
                </c:pt>
                <c:pt idx="2548">
                  <c:v>34.5</c:v>
                </c:pt>
                <c:pt idx="2549">
                  <c:v>34.5</c:v>
                </c:pt>
                <c:pt idx="2550">
                  <c:v>34.5</c:v>
                </c:pt>
                <c:pt idx="2551">
                  <c:v>34.5</c:v>
                </c:pt>
                <c:pt idx="2552">
                  <c:v>34.5</c:v>
                </c:pt>
                <c:pt idx="2553">
                  <c:v>34.5</c:v>
                </c:pt>
                <c:pt idx="2554">
                  <c:v>34.5</c:v>
                </c:pt>
                <c:pt idx="2555">
                  <c:v>34.5</c:v>
                </c:pt>
                <c:pt idx="2556">
                  <c:v>34.5</c:v>
                </c:pt>
                <c:pt idx="2557">
                  <c:v>34.5</c:v>
                </c:pt>
                <c:pt idx="2558">
                  <c:v>34.5</c:v>
                </c:pt>
                <c:pt idx="2559">
                  <c:v>34.5</c:v>
                </c:pt>
                <c:pt idx="2560">
                  <c:v>34.5</c:v>
                </c:pt>
                <c:pt idx="2561">
                  <c:v>34.5</c:v>
                </c:pt>
                <c:pt idx="2562">
                  <c:v>34.5</c:v>
                </c:pt>
                <c:pt idx="2563">
                  <c:v>34.5</c:v>
                </c:pt>
                <c:pt idx="2564">
                  <c:v>34.5</c:v>
                </c:pt>
                <c:pt idx="2565">
                  <c:v>34.5</c:v>
                </c:pt>
                <c:pt idx="2566">
                  <c:v>34.5</c:v>
                </c:pt>
                <c:pt idx="2567">
                  <c:v>34.5</c:v>
                </c:pt>
                <c:pt idx="2568">
                  <c:v>34.5</c:v>
                </c:pt>
                <c:pt idx="2569">
                  <c:v>34.549999999999997</c:v>
                </c:pt>
                <c:pt idx="2570">
                  <c:v>34.549999999999997</c:v>
                </c:pt>
                <c:pt idx="2571">
                  <c:v>34.549999999999997</c:v>
                </c:pt>
                <c:pt idx="2572">
                  <c:v>34.549999999999997</c:v>
                </c:pt>
                <c:pt idx="2573">
                  <c:v>34.549999999999997</c:v>
                </c:pt>
                <c:pt idx="2574">
                  <c:v>34.549999999999997</c:v>
                </c:pt>
                <c:pt idx="2575">
                  <c:v>34.549999999999997</c:v>
                </c:pt>
                <c:pt idx="2576">
                  <c:v>34.549999999999997</c:v>
                </c:pt>
                <c:pt idx="2577">
                  <c:v>34.549999999999997</c:v>
                </c:pt>
                <c:pt idx="2578">
                  <c:v>34.549999999999997</c:v>
                </c:pt>
                <c:pt idx="2579">
                  <c:v>34.549999999999997</c:v>
                </c:pt>
                <c:pt idx="2580">
                  <c:v>34.549999999999997</c:v>
                </c:pt>
                <c:pt idx="2581">
                  <c:v>34.549999999999997</c:v>
                </c:pt>
                <c:pt idx="2582">
                  <c:v>34.549999999999997</c:v>
                </c:pt>
                <c:pt idx="2583">
                  <c:v>34.6</c:v>
                </c:pt>
                <c:pt idx="2584">
                  <c:v>34.6</c:v>
                </c:pt>
                <c:pt idx="2585">
                  <c:v>34.6</c:v>
                </c:pt>
                <c:pt idx="2586">
                  <c:v>34.6</c:v>
                </c:pt>
                <c:pt idx="2587">
                  <c:v>34.6</c:v>
                </c:pt>
                <c:pt idx="2588">
                  <c:v>34.6</c:v>
                </c:pt>
                <c:pt idx="2589">
                  <c:v>34.6</c:v>
                </c:pt>
                <c:pt idx="2590">
                  <c:v>34.6</c:v>
                </c:pt>
                <c:pt idx="2591">
                  <c:v>34.6</c:v>
                </c:pt>
                <c:pt idx="2592">
                  <c:v>34.6</c:v>
                </c:pt>
                <c:pt idx="2593">
                  <c:v>34.6</c:v>
                </c:pt>
                <c:pt idx="2594">
                  <c:v>34.6</c:v>
                </c:pt>
                <c:pt idx="2595">
                  <c:v>34.6</c:v>
                </c:pt>
                <c:pt idx="2596">
                  <c:v>34.6</c:v>
                </c:pt>
                <c:pt idx="2597">
                  <c:v>34.6</c:v>
                </c:pt>
                <c:pt idx="2598">
                  <c:v>34.6</c:v>
                </c:pt>
                <c:pt idx="2599">
                  <c:v>34.6</c:v>
                </c:pt>
                <c:pt idx="2600">
                  <c:v>34.6</c:v>
                </c:pt>
                <c:pt idx="2601">
                  <c:v>34.65</c:v>
                </c:pt>
                <c:pt idx="2602">
                  <c:v>34.65</c:v>
                </c:pt>
                <c:pt idx="2603">
                  <c:v>34.65</c:v>
                </c:pt>
                <c:pt idx="2604">
                  <c:v>34.65</c:v>
                </c:pt>
                <c:pt idx="2605">
                  <c:v>34.65</c:v>
                </c:pt>
                <c:pt idx="2606">
                  <c:v>34.65</c:v>
                </c:pt>
                <c:pt idx="2607">
                  <c:v>34.65</c:v>
                </c:pt>
                <c:pt idx="2608">
                  <c:v>34.65</c:v>
                </c:pt>
                <c:pt idx="2609">
                  <c:v>34.65</c:v>
                </c:pt>
                <c:pt idx="2610">
                  <c:v>34.65</c:v>
                </c:pt>
                <c:pt idx="2611">
                  <c:v>34.65</c:v>
                </c:pt>
                <c:pt idx="2612">
                  <c:v>34.65</c:v>
                </c:pt>
                <c:pt idx="2613">
                  <c:v>34.65</c:v>
                </c:pt>
                <c:pt idx="2614">
                  <c:v>34.65</c:v>
                </c:pt>
                <c:pt idx="2615">
                  <c:v>34.65</c:v>
                </c:pt>
                <c:pt idx="2616">
                  <c:v>34.700000000000003</c:v>
                </c:pt>
                <c:pt idx="2617">
                  <c:v>34.700000000000003</c:v>
                </c:pt>
                <c:pt idx="2618">
                  <c:v>34.700000000000003</c:v>
                </c:pt>
                <c:pt idx="2619">
                  <c:v>34.700000000000003</c:v>
                </c:pt>
                <c:pt idx="2620">
                  <c:v>34.700000000000003</c:v>
                </c:pt>
                <c:pt idx="2621">
                  <c:v>34.700000000000003</c:v>
                </c:pt>
                <c:pt idx="2622">
                  <c:v>34.700000000000003</c:v>
                </c:pt>
                <c:pt idx="2623">
                  <c:v>34.700000000000003</c:v>
                </c:pt>
                <c:pt idx="2624">
                  <c:v>34.700000000000003</c:v>
                </c:pt>
                <c:pt idx="2625">
                  <c:v>34.700000000000003</c:v>
                </c:pt>
                <c:pt idx="2626">
                  <c:v>34.700000000000003</c:v>
                </c:pt>
                <c:pt idx="2627">
                  <c:v>34.700000000000003</c:v>
                </c:pt>
                <c:pt idx="2628">
                  <c:v>34.700000000000003</c:v>
                </c:pt>
                <c:pt idx="2629">
                  <c:v>34.700000000000003</c:v>
                </c:pt>
                <c:pt idx="2630">
                  <c:v>34.75</c:v>
                </c:pt>
                <c:pt idx="2631">
                  <c:v>34.75</c:v>
                </c:pt>
                <c:pt idx="2632">
                  <c:v>34.75</c:v>
                </c:pt>
                <c:pt idx="2633">
                  <c:v>34.75</c:v>
                </c:pt>
                <c:pt idx="2634">
                  <c:v>34.75</c:v>
                </c:pt>
                <c:pt idx="2635">
                  <c:v>34.75</c:v>
                </c:pt>
                <c:pt idx="2636">
                  <c:v>34.75</c:v>
                </c:pt>
                <c:pt idx="2637">
                  <c:v>34.75</c:v>
                </c:pt>
                <c:pt idx="2638">
                  <c:v>34.75</c:v>
                </c:pt>
                <c:pt idx="2639">
                  <c:v>34.75</c:v>
                </c:pt>
                <c:pt idx="2640">
                  <c:v>34.75</c:v>
                </c:pt>
                <c:pt idx="2641">
                  <c:v>34.75</c:v>
                </c:pt>
                <c:pt idx="2642">
                  <c:v>34.75</c:v>
                </c:pt>
                <c:pt idx="2643">
                  <c:v>34.75</c:v>
                </c:pt>
                <c:pt idx="2644">
                  <c:v>34.75</c:v>
                </c:pt>
                <c:pt idx="2645">
                  <c:v>34.75</c:v>
                </c:pt>
                <c:pt idx="2646">
                  <c:v>34.799999999999997</c:v>
                </c:pt>
                <c:pt idx="2647">
                  <c:v>34.799999999999997</c:v>
                </c:pt>
                <c:pt idx="2648">
                  <c:v>34.799999999999997</c:v>
                </c:pt>
                <c:pt idx="2649">
                  <c:v>34.799999999999997</c:v>
                </c:pt>
                <c:pt idx="2650">
                  <c:v>34.799999999999997</c:v>
                </c:pt>
                <c:pt idx="2651">
                  <c:v>34.799999999999997</c:v>
                </c:pt>
                <c:pt idx="2652">
                  <c:v>34.799999999999997</c:v>
                </c:pt>
                <c:pt idx="2653">
                  <c:v>34.799999999999997</c:v>
                </c:pt>
                <c:pt idx="2654">
                  <c:v>34.799999999999997</c:v>
                </c:pt>
                <c:pt idx="2655">
                  <c:v>34.799999999999997</c:v>
                </c:pt>
                <c:pt idx="2656">
                  <c:v>34.799999999999997</c:v>
                </c:pt>
                <c:pt idx="2657">
                  <c:v>34.799999999999997</c:v>
                </c:pt>
                <c:pt idx="2658">
                  <c:v>34.799999999999997</c:v>
                </c:pt>
                <c:pt idx="2659">
                  <c:v>34.799999999999997</c:v>
                </c:pt>
                <c:pt idx="2660">
                  <c:v>34.85</c:v>
                </c:pt>
                <c:pt idx="2661">
                  <c:v>34.85</c:v>
                </c:pt>
                <c:pt idx="2662">
                  <c:v>34.85</c:v>
                </c:pt>
                <c:pt idx="2663">
                  <c:v>34.85</c:v>
                </c:pt>
                <c:pt idx="2664">
                  <c:v>34.85</c:v>
                </c:pt>
                <c:pt idx="2665">
                  <c:v>34.85</c:v>
                </c:pt>
                <c:pt idx="2666">
                  <c:v>34.85</c:v>
                </c:pt>
                <c:pt idx="2667">
                  <c:v>34.85</c:v>
                </c:pt>
                <c:pt idx="2668">
                  <c:v>34.85</c:v>
                </c:pt>
                <c:pt idx="2669">
                  <c:v>34.85</c:v>
                </c:pt>
                <c:pt idx="2670">
                  <c:v>34.85</c:v>
                </c:pt>
                <c:pt idx="2671">
                  <c:v>34.85</c:v>
                </c:pt>
                <c:pt idx="2672">
                  <c:v>34.85</c:v>
                </c:pt>
                <c:pt idx="2673">
                  <c:v>34.85</c:v>
                </c:pt>
                <c:pt idx="2674">
                  <c:v>34.85</c:v>
                </c:pt>
                <c:pt idx="2675">
                  <c:v>34.85</c:v>
                </c:pt>
                <c:pt idx="2676">
                  <c:v>34.85</c:v>
                </c:pt>
                <c:pt idx="2677">
                  <c:v>34.9</c:v>
                </c:pt>
                <c:pt idx="2678">
                  <c:v>34.9</c:v>
                </c:pt>
                <c:pt idx="2679">
                  <c:v>34.9</c:v>
                </c:pt>
                <c:pt idx="2680">
                  <c:v>34.9</c:v>
                </c:pt>
                <c:pt idx="2681">
                  <c:v>34.9</c:v>
                </c:pt>
                <c:pt idx="2682">
                  <c:v>34.9</c:v>
                </c:pt>
                <c:pt idx="2683">
                  <c:v>34.9</c:v>
                </c:pt>
                <c:pt idx="2684">
                  <c:v>34.9</c:v>
                </c:pt>
                <c:pt idx="2685">
                  <c:v>34.9</c:v>
                </c:pt>
                <c:pt idx="2686">
                  <c:v>34.9</c:v>
                </c:pt>
                <c:pt idx="2687">
                  <c:v>34.9</c:v>
                </c:pt>
                <c:pt idx="2688">
                  <c:v>34.9</c:v>
                </c:pt>
                <c:pt idx="2689">
                  <c:v>34.9</c:v>
                </c:pt>
                <c:pt idx="2690">
                  <c:v>34.950000000000003</c:v>
                </c:pt>
                <c:pt idx="2691">
                  <c:v>34.950000000000003</c:v>
                </c:pt>
                <c:pt idx="2692">
                  <c:v>34.950000000000003</c:v>
                </c:pt>
                <c:pt idx="2693">
                  <c:v>34.950000000000003</c:v>
                </c:pt>
                <c:pt idx="2694">
                  <c:v>34.950000000000003</c:v>
                </c:pt>
                <c:pt idx="2695">
                  <c:v>34.950000000000003</c:v>
                </c:pt>
                <c:pt idx="2696">
                  <c:v>34.950000000000003</c:v>
                </c:pt>
                <c:pt idx="2697">
                  <c:v>34.950000000000003</c:v>
                </c:pt>
                <c:pt idx="2698">
                  <c:v>34.950000000000003</c:v>
                </c:pt>
                <c:pt idx="2699">
                  <c:v>34.950000000000003</c:v>
                </c:pt>
                <c:pt idx="2700">
                  <c:v>34.950000000000003</c:v>
                </c:pt>
                <c:pt idx="2701">
                  <c:v>35</c:v>
                </c:pt>
                <c:pt idx="2702">
                  <c:v>34.950000000000003</c:v>
                </c:pt>
                <c:pt idx="2703">
                  <c:v>34.950000000000003</c:v>
                </c:pt>
                <c:pt idx="2704">
                  <c:v>35</c:v>
                </c:pt>
                <c:pt idx="2705">
                  <c:v>34.950000000000003</c:v>
                </c:pt>
                <c:pt idx="2706">
                  <c:v>34.950000000000003</c:v>
                </c:pt>
                <c:pt idx="2707">
                  <c:v>34.950000000000003</c:v>
                </c:pt>
                <c:pt idx="2708">
                  <c:v>35</c:v>
                </c:pt>
                <c:pt idx="2709">
                  <c:v>35</c:v>
                </c:pt>
                <c:pt idx="2710">
                  <c:v>35</c:v>
                </c:pt>
                <c:pt idx="2711">
                  <c:v>35</c:v>
                </c:pt>
                <c:pt idx="2712">
                  <c:v>35</c:v>
                </c:pt>
                <c:pt idx="2713">
                  <c:v>35</c:v>
                </c:pt>
                <c:pt idx="2714">
                  <c:v>35</c:v>
                </c:pt>
                <c:pt idx="2715">
                  <c:v>35</c:v>
                </c:pt>
                <c:pt idx="2716">
                  <c:v>35</c:v>
                </c:pt>
                <c:pt idx="2717">
                  <c:v>35</c:v>
                </c:pt>
                <c:pt idx="2718">
                  <c:v>35</c:v>
                </c:pt>
                <c:pt idx="2719">
                  <c:v>35</c:v>
                </c:pt>
                <c:pt idx="2720">
                  <c:v>35</c:v>
                </c:pt>
                <c:pt idx="2721">
                  <c:v>35.049999999999997</c:v>
                </c:pt>
                <c:pt idx="2722">
                  <c:v>35</c:v>
                </c:pt>
                <c:pt idx="2723">
                  <c:v>35</c:v>
                </c:pt>
                <c:pt idx="2724">
                  <c:v>35</c:v>
                </c:pt>
                <c:pt idx="2725">
                  <c:v>35.049999999999997</c:v>
                </c:pt>
                <c:pt idx="2726">
                  <c:v>35.049999999999997</c:v>
                </c:pt>
                <c:pt idx="2727">
                  <c:v>35.049999999999997</c:v>
                </c:pt>
                <c:pt idx="2728">
                  <c:v>35.049999999999997</c:v>
                </c:pt>
                <c:pt idx="2729">
                  <c:v>35.049999999999997</c:v>
                </c:pt>
                <c:pt idx="2730">
                  <c:v>35.049999999999997</c:v>
                </c:pt>
                <c:pt idx="2731">
                  <c:v>35.049999999999997</c:v>
                </c:pt>
                <c:pt idx="2732">
                  <c:v>35.049999999999997</c:v>
                </c:pt>
                <c:pt idx="2733">
                  <c:v>35.049999999999997</c:v>
                </c:pt>
                <c:pt idx="2734">
                  <c:v>35.049999999999997</c:v>
                </c:pt>
                <c:pt idx="2735">
                  <c:v>35.049999999999997</c:v>
                </c:pt>
                <c:pt idx="2736">
                  <c:v>35.049999999999997</c:v>
                </c:pt>
                <c:pt idx="2737">
                  <c:v>35.1</c:v>
                </c:pt>
                <c:pt idx="2738">
                  <c:v>35.049999999999997</c:v>
                </c:pt>
                <c:pt idx="2739">
                  <c:v>35.1</c:v>
                </c:pt>
                <c:pt idx="2740">
                  <c:v>35.049999999999997</c:v>
                </c:pt>
                <c:pt idx="2741">
                  <c:v>35.049999999999997</c:v>
                </c:pt>
                <c:pt idx="2742">
                  <c:v>35.1</c:v>
                </c:pt>
                <c:pt idx="2743">
                  <c:v>35.1</c:v>
                </c:pt>
                <c:pt idx="2744">
                  <c:v>35.1</c:v>
                </c:pt>
                <c:pt idx="2745">
                  <c:v>35.1</c:v>
                </c:pt>
                <c:pt idx="2746">
                  <c:v>35.1</c:v>
                </c:pt>
                <c:pt idx="2747">
                  <c:v>35.1</c:v>
                </c:pt>
                <c:pt idx="2748">
                  <c:v>35.1</c:v>
                </c:pt>
                <c:pt idx="2749">
                  <c:v>35.15</c:v>
                </c:pt>
                <c:pt idx="2750">
                  <c:v>35.15</c:v>
                </c:pt>
                <c:pt idx="2751">
                  <c:v>35.15</c:v>
                </c:pt>
                <c:pt idx="2752">
                  <c:v>35.15</c:v>
                </c:pt>
                <c:pt idx="2753">
                  <c:v>35.15</c:v>
                </c:pt>
                <c:pt idx="2754">
                  <c:v>35.15</c:v>
                </c:pt>
                <c:pt idx="2755">
                  <c:v>35.15</c:v>
                </c:pt>
                <c:pt idx="2756">
                  <c:v>35.15</c:v>
                </c:pt>
                <c:pt idx="2757">
                  <c:v>35.15</c:v>
                </c:pt>
                <c:pt idx="2758">
                  <c:v>35.15</c:v>
                </c:pt>
                <c:pt idx="2759">
                  <c:v>35.15</c:v>
                </c:pt>
                <c:pt idx="2760">
                  <c:v>35.15</c:v>
                </c:pt>
                <c:pt idx="2761">
                  <c:v>35.200000000000003</c:v>
                </c:pt>
                <c:pt idx="2762">
                  <c:v>35.200000000000003</c:v>
                </c:pt>
                <c:pt idx="2763">
                  <c:v>35.200000000000003</c:v>
                </c:pt>
                <c:pt idx="2764">
                  <c:v>35.200000000000003</c:v>
                </c:pt>
                <c:pt idx="2765">
                  <c:v>35.200000000000003</c:v>
                </c:pt>
                <c:pt idx="2766">
                  <c:v>35.200000000000003</c:v>
                </c:pt>
                <c:pt idx="2767">
                  <c:v>35.200000000000003</c:v>
                </c:pt>
                <c:pt idx="2768">
                  <c:v>35.200000000000003</c:v>
                </c:pt>
                <c:pt idx="2769">
                  <c:v>35.200000000000003</c:v>
                </c:pt>
                <c:pt idx="2770">
                  <c:v>35.200000000000003</c:v>
                </c:pt>
                <c:pt idx="2771">
                  <c:v>35.200000000000003</c:v>
                </c:pt>
                <c:pt idx="2772">
                  <c:v>35.200000000000003</c:v>
                </c:pt>
                <c:pt idx="2773">
                  <c:v>35.200000000000003</c:v>
                </c:pt>
                <c:pt idx="2774">
                  <c:v>35.200000000000003</c:v>
                </c:pt>
                <c:pt idx="2775">
                  <c:v>35.200000000000003</c:v>
                </c:pt>
                <c:pt idx="2776">
                  <c:v>35.200000000000003</c:v>
                </c:pt>
                <c:pt idx="2777">
                  <c:v>35.200000000000003</c:v>
                </c:pt>
                <c:pt idx="2778">
                  <c:v>35.200000000000003</c:v>
                </c:pt>
                <c:pt idx="2779">
                  <c:v>35.200000000000003</c:v>
                </c:pt>
                <c:pt idx="2780">
                  <c:v>35.200000000000003</c:v>
                </c:pt>
                <c:pt idx="2781">
                  <c:v>35.200000000000003</c:v>
                </c:pt>
                <c:pt idx="2782">
                  <c:v>35.25</c:v>
                </c:pt>
                <c:pt idx="2783">
                  <c:v>35.25</c:v>
                </c:pt>
                <c:pt idx="2784">
                  <c:v>35.25</c:v>
                </c:pt>
                <c:pt idx="2785">
                  <c:v>35.25</c:v>
                </c:pt>
                <c:pt idx="2786">
                  <c:v>35.25</c:v>
                </c:pt>
                <c:pt idx="2787">
                  <c:v>35.25</c:v>
                </c:pt>
                <c:pt idx="2788">
                  <c:v>35.25</c:v>
                </c:pt>
                <c:pt idx="2789">
                  <c:v>35.25</c:v>
                </c:pt>
                <c:pt idx="2790">
                  <c:v>35.25</c:v>
                </c:pt>
                <c:pt idx="2791">
                  <c:v>35.25</c:v>
                </c:pt>
                <c:pt idx="2792">
                  <c:v>35.25</c:v>
                </c:pt>
                <c:pt idx="2793">
                  <c:v>35.25</c:v>
                </c:pt>
                <c:pt idx="2794">
                  <c:v>35.25</c:v>
                </c:pt>
                <c:pt idx="2795">
                  <c:v>35.25</c:v>
                </c:pt>
                <c:pt idx="2796">
                  <c:v>35.25</c:v>
                </c:pt>
                <c:pt idx="2797">
                  <c:v>35.25</c:v>
                </c:pt>
                <c:pt idx="2798">
                  <c:v>35.25</c:v>
                </c:pt>
                <c:pt idx="2799">
                  <c:v>35.299999999999997</c:v>
                </c:pt>
                <c:pt idx="2800">
                  <c:v>35.25</c:v>
                </c:pt>
                <c:pt idx="2801">
                  <c:v>35.299999999999997</c:v>
                </c:pt>
                <c:pt idx="2802">
                  <c:v>35.299999999999997</c:v>
                </c:pt>
                <c:pt idx="2803">
                  <c:v>35.299999999999997</c:v>
                </c:pt>
                <c:pt idx="2804">
                  <c:v>35.299999999999997</c:v>
                </c:pt>
                <c:pt idx="2805">
                  <c:v>35.299999999999997</c:v>
                </c:pt>
                <c:pt idx="2806">
                  <c:v>35.299999999999997</c:v>
                </c:pt>
                <c:pt idx="2807">
                  <c:v>35.299999999999997</c:v>
                </c:pt>
                <c:pt idx="2808">
                  <c:v>35.299999999999997</c:v>
                </c:pt>
                <c:pt idx="2809">
                  <c:v>35.299999999999997</c:v>
                </c:pt>
                <c:pt idx="2810">
                  <c:v>35.299999999999997</c:v>
                </c:pt>
                <c:pt idx="2811">
                  <c:v>35.299999999999997</c:v>
                </c:pt>
                <c:pt idx="2812">
                  <c:v>35.299999999999997</c:v>
                </c:pt>
                <c:pt idx="2813">
                  <c:v>35.35</c:v>
                </c:pt>
                <c:pt idx="2814">
                  <c:v>35.35</c:v>
                </c:pt>
                <c:pt idx="2815">
                  <c:v>35.35</c:v>
                </c:pt>
                <c:pt idx="2816">
                  <c:v>35.35</c:v>
                </c:pt>
                <c:pt idx="2817">
                  <c:v>35.35</c:v>
                </c:pt>
                <c:pt idx="2818">
                  <c:v>35.35</c:v>
                </c:pt>
                <c:pt idx="2819">
                  <c:v>35.35</c:v>
                </c:pt>
                <c:pt idx="2820">
                  <c:v>35.35</c:v>
                </c:pt>
                <c:pt idx="2821">
                  <c:v>35.35</c:v>
                </c:pt>
                <c:pt idx="2822">
                  <c:v>35.35</c:v>
                </c:pt>
                <c:pt idx="2823">
                  <c:v>35.35</c:v>
                </c:pt>
                <c:pt idx="2824">
                  <c:v>35.35</c:v>
                </c:pt>
                <c:pt idx="2825">
                  <c:v>35.35</c:v>
                </c:pt>
                <c:pt idx="2826">
                  <c:v>35.35</c:v>
                </c:pt>
                <c:pt idx="2827">
                  <c:v>35.35</c:v>
                </c:pt>
                <c:pt idx="2828">
                  <c:v>35.35</c:v>
                </c:pt>
                <c:pt idx="2829">
                  <c:v>35.35</c:v>
                </c:pt>
                <c:pt idx="2830">
                  <c:v>35.35</c:v>
                </c:pt>
                <c:pt idx="2831">
                  <c:v>35.35</c:v>
                </c:pt>
                <c:pt idx="2832">
                  <c:v>35.35</c:v>
                </c:pt>
                <c:pt idx="2833">
                  <c:v>35.35</c:v>
                </c:pt>
                <c:pt idx="2834">
                  <c:v>35.35</c:v>
                </c:pt>
                <c:pt idx="2835">
                  <c:v>35.4</c:v>
                </c:pt>
                <c:pt idx="2836">
                  <c:v>35.4</c:v>
                </c:pt>
                <c:pt idx="2837">
                  <c:v>35.4</c:v>
                </c:pt>
                <c:pt idx="2838">
                  <c:v>35.4</c:v>
                </c:pt>
                <c:pt idx="2839">
                  <c:v>35.4</c:v>
                </c:pt>
                <c:pt idx="2840">
                  <c:v>35.4</c:v>
                </c:pt>
                <c:pt idx="2841">
                  <c:v>35.4</c:v>
                </c:pt>
                <c:pt idx="2842">
                  <c:v>35.4</c:v>
                </c:pt>
                <c:pt idx="2843">
                  <c:v>35.4</c:v>
                </c:pt>
                <c:pt idx="2844">
                  <c:v>35.4</c:v>
                </c:pt>
                <c:pt idx="2845">
                  <c:v>35.4</c:v>
                </c:pt>
                <c:pt idx="2846">
                  <c:v>35.4</c:v>
                </c:pt>
                <c:pt idx="2847">
                  <c:v>35.4</c:v>
                </c:pt>
                <c:pt idx="2848">
                  <c:v>35.450000000000003</c:v>
                </c:pt>
                <c:pt idx="2849">
                  <c:v>35.4</c:v>
                </c:pt>
                <c:pt idx="2850">
                  <c:v>35.450000000000003</c:v>
                </c:pt>
                <c:pt idx="2851">
                  <c:v>35.450000000000003</c:v>
                </c:pt>
                <c:pt idx="2852">
                  <c:v>35.450000000000003</c:v>
                </c:pt>
                <c:pt idx="2853">
                  <c:v>35.450000000000003</c:v>
                </c:pt>
                <c:pt idx="2854">
                  <c:v>35.450000000000003</c:v>
                </c:pt>
                <c:pt idx="2855">
                  <c:v>35.450000000000003</c:v>
                </c:pt>
                <c:pt idx="2856">
                  <c:v>35.450000000000003</c:v>
                </c:pt>
                <c:pt idx="2857">
                  <c:v>35.450000000000003</c:v>
                </c:pt>
                <c:pt idx="2858">
                  <c:v>35.450000000000003</c:v>
                </c:pt>
                <c:pt idx="2859">
                  <c:v>35.450000000000003</c:v>
                </c:pt>
                <c:pt idx="2860">
                  <c:v>35.450000000000003</c:v>
                </c:pt>
                <c:pt idx="2861">
                  <c:v>35.450000000000003</c:v>
                </c:pt>
                <c:pt idx="2862">
                  <c:v>35.450000000000003</c:v>
                </c:pt>
                <c:pt idx="2863">
                  <c:v>35.450000000000003</c:v>
                </c:pt>
                <c:pt idx="2864">
                  <c:v>35.450000000000003</c:v>
                </c:pt>
                <c:pt idx="2865">
                  <c:v>35.450000000000003</c:v>
                </c:pt>
                <c:pt idx="2866">
                  <c:v>35.450000000000003</c:v>
                </c:pt>
                <c:pt idx="2867">
                  <c:v>35.450000000000003</c:v>
                </c:pt>
                <c:pt idx="2868">
                  <c:v>35.450000000000003</c:v>
                </c:pt>
                <c:pt idx="2869">
                  <c:v>35.450000000000003</c:v>
                </c:pt>
                <c:pt idx="2870">
                  <c:v>35.5</c:v>
                </c:pt>
                <c:pt idx="2871">
                  <c:v>35.5</c:v>
                </c:pt>
                <c:pt idx="2872">
                  <c:v>35.5</c:v>
                </c:pt>
                <c:pt idx="2873">
                  <c:v>35.5</c:v>
                </c:pt>
                <c:pt idx="2874">
                  <c:v>35.5</c:v>
                </c:pt>
                <c:pt idx="2875">
                  <c:v>35.5</c:v>
                </c:pt>
                <c:pt idx="2876">
                  <c:v>35.5</c:v>
                </c:pt>
                <c:pt idx="2877">
                  <c:v>35.5</c:v>
                </c:pt>
                <c:pt idx="2878">
                  <c:v>35.5</c:v>
                </c:pt>
                <c:pt idx="2879">
                  <c:v>35.5</c:v>
                </c:pt>
                <c:pt idx="2880">
                  <c:v>35.5</c:v>
                </c:pt>
                <c:pt idx="2881">
                  <c:v>35.5</c:v>
                </c:pt>
                <c:pt idx="2882">
                  <c:v>35.5</c:v>
                </c:pt>
                <c:pt idx="2883">
                  <c:v>35.5</c:v>
                </c:pt>
                <c:pt idx="2884">
                  <c:v>35.5</c:v>
                </c:pt>
                <c:pt idx="2885">
                  <c:v>35.5</c:v>
                </c:pt>
                <c:pt idx="2886">
                  <c:v>35.5</c:v>
                </c:pt>
                <c:pt idx="2887">
                  <c:v>35.5</c:v>
                </c:pt>
                <c:pt idx="2888">
                  <c:v>35.549999999999997</c:v>
                </c:pt>
                <c:pt idx="2889">
                  <c:v>35.549999999999997</c:v>
                </c:pt>
                <c:pt idx="2890">
                  <c:v>35.549999999999997</c:v>
                </c:pt>
                <c:pt idx="2891">
                  <c:v>35.549999999999997</c:v>
                </c:pt>
                <c:pt idx="2892">
                  <c:v>35.549999999999997</c:v>
                </c:pt>
                <c:pt idx="2893">
                  <c:v>35.549999999999997</c:v>
                </c:pt>
                <c:pt idx="2894">
                  <c:v>35.549999999999997</c:v>
                </c:pt>
                <c:pt idx="2895">
                  <c:v>35.549999999999997</c:v>
                </c:pt>
                <c:pt idx="2896">
                  <c:v>35.549999999999997</c:v>
                </c:pt>
                <c:pt idx="2897">
                  <c:v>35.549999999999997</c:v>
                </c:pt>
                <c:pt idx="2898">
                  <c:v>35.549999999999997</c:v>
                </c:pt>
                <c:pt idx="2899">
                  <c:v>35.549999999999997</c:v>
                </c:pt>
                <c:pt idx="2900">
                  <c:v>35.6</c:v>
                </c:pt>
                <c:pt idx="2901">
                  <c:v>35.6</c:v>
                </c:pt>
                <c:pt idx="2902">
                  <c:v>35.6</c:v>
                </c:pt>
                <c:pt idx="2903">
                  <c:v>35.6</c:v>
                </c:pt>
                <c:pt idx="2904">
                  <c:v>35.6</c:v>
                </c:pt>
                <c:pt idx="2905">
                  <c:v>35.6</c:v>
                </c:pt>
                <c:pt idx="2906">
                  <c:v>35.6</c:v>
                </c:pt>
                <c:pt idx="2907">
                  <c:v>35.6</c:v>
                </c:pt>
                <c:pt idx="2908">
                  <c:v>35.6</c:v>
                </c:pt>
                <c:pt idx="2909">
                  <c:v>35.6</c:v>
                </c:pt>
                <c:pt idx="2910">
                  <c:v>35.6</c:v>
                </c:pt>
                <c:pt idx="2911">
                  <c:v>35.6</c:v>
                </c:pt>
                <c:pt idx="2912">
                  <c:v>35.6</c:v>
                </c:pt>
                <c:pt idx="2913">
                  <c:v>35.6</c:v>
                </c:pt>
                <c:pt idx="2914">
                  <c:v>35.6</c:v>
                </c:pt>
                <c:pt idx="2915">
                  <c:v>35.6</c:v>
                </c:pt>
                <c:pt idx="2916">
                  <c:v>35.6</c:v>
                </c:pt>
                <c:pt idx="2917">
                  <c:v>35.6</c:v>
                </c:pt>
                <c:pt idx="2918">
                  <c:v>35.6</c:v>
                </c:pt>
                <c:pt idx="2919">
                  <c:v>35.6</c:v>
                </c:pt>
                <c:pt idx="2920">
                  <c:v>35.6</c:v>
                </c:pt>
                <c:pt idx="2921">
                  <c:v>35.6</c:v>
                </c:pt>
                <c:pt idx="2922">
                  <c:v>35.6</c:v>
                </c:pt>
                <c:pt idx="2923">
                  <c:v>35.6</c:v>
                </c:pt>
                <c:pt idx="2924">
                  <c:v>35.6</c:v>
                </c:pt>
                <c:pt idx="2925">
                  <c:v>35.6</c:v>
                </c:pt>
                <c:pt idx="2926">
                  <c:v>35.6</c:v>
                </c:pt>
                <c:pt idx="2927">
                  <c:v>35.6</c:v>
                </c:pt>
                <c:pt idx="2928">
                  <c:v>35.65</c:v>
                </c:pt>
                <c:pt idx="2929">
                  <c:v>35.65</c:v>
                </c:pt>
                <c:pt idx="2930">
                  <c:v>35.65</c:v>
                </c:pt>
                <c:pt idx="2931">
                  <c:v>35.65</c:v>
                </c:pt>
                <c:pt idx="2932">
                  <c:v>35.65</c:v>
                </c:pt>
                <c:pt idx="2933">
                  <c:v>35.65</c:v>
                </c:pt>
                <c:pt idx="2934">
                  <c:v>35.65</c:v>
                </c:pt>
                <c:pt idx="2935">
                  <c:v>35.65</c:v>
                </c:pt>
                <c:pt idx="2936">
                  <c:v>35.65</c:v>
                </c:pt>
                <c:pt idx="2937">
                  <c:v>35.65</c:v>
                </c:pt>
                <c:pt idx="2938">
                  <c:v>35.65</c:v>
                </c:pt>
                <c:pt idx="2939">
                  <c:v>35.65</c:v>
                </c:pt>
                <c:pt idx="2940">
                  <c:v>35.65</c:v>
                </c:pt>
                <c:pt idx="2941">
                  <c:v>35.65</c:v>
                </c:pt>
                <c:pt idx="2942">
                  <c:v>35.65</c:v>
                </c:pt>
                <c:pt idx="2943">
                  <c:v>35.65</c:v>
                </c:pt>
                <c:pt idx="2944">
                  <c:v>35.65</c:v>
                </c:pt>
                <c:pt idx="2945">
                  <c:v>35.700000000000003</c:v>
                </c:pt>
                <c:pt idx="2946">
                  <c:v>35.700000000000003</c:v>
                </c:pt>
                <c:pt idx="2947">
                  <c:v>35.700000000000003</c:v>
                </c:pt>
                <c:pt idx="2948">
                  <c:v>35.700000000000003</c:v>
                </c:pt>
                <c:pt idx="2949">
                  <c:v>35.700000000000003</c:v>
                </c:pt>
                <c:pt idx="2950">
                  <c:v>35.700000000000003</c:v>
                </c:pt>
                <c:pt idx="2951">
                  <c:v>35.700000000000003</c:v>
                </c:pt>
                <c:pt idx="2952">
                  <c:v>35.700000000000003</c:v>
                </c:pt>
                <c:pt idx="2953">
                  <c:v>35.700000000000003</c:v>
                </c:pt>
                <c:pt idx="2954">
                  <c:v>35.700000000000003</c:v>
                </c:pt>
                <c:pt idx="2955">
                  <c:v>35.700000000000003</c:v>
                </c:pt>
                <c:pt idx="2956">
                  <c:v>35.700000000000003</c:v>
                </c:pt>
                <c:pt idx="2957">
                  <c:v>35.700000000000003</c:v>
                </c:pt>
                <c:pt idx="2958">
                  <c:v>35.700000000000003</c:v>
                </c:pt>
                <c:pt idx="2959">
                  <c:v>35.700000000000003</c:v>
                </c:pt>
                <c:pt idx="2960">
                  <c:v>35.700000000000003</c:v>
                </c:pt>
                <c:pt idx="2961">
                  <c:v>35.700000000000003</c:v>
                </c:pt>
                <c:pt idx="2962">
                  <c:v>35.700000000000003</c:v>
                </c:pt>
                <c:pt idx="2963">
                  <c:v>35.700000000000003</c:v>
                </c:pt>
                <c:pt idx="2964">
                  <c:v>35.700000000000003</c:v>
                </c:pt>
                <c:pt idx="2965">
                  <c:v>35.75</c:v>
                </c:pt>
                <c:pt idx="2966">
                  <c:v>35.75</c:v>
                </c:pt>
                <c:pt idx="2967">
                  <c:v>35.75</c:v>
                </c:pt>
                <c:pt idx="2968">
                  <c:v>35.75</c:v>
                </c:pt>
                <c:pt idx="2969">
                  <c:v>35.75</c:v>
                </c:pt>
                <c:pt idx="2970">
                  <c:v>35.75</c:v>
                </c:pt>
                <c:pt idx="2971">
                  <c:v>35.75</c:v>
                </c:pt>
                <c:pt idx="2972">
                  <c:v>35.75</c:v>
                </c:pt>
                <c:pt idx="2973">
                  <c:v>35.75</c:v>
                </c:pt>
                <c:pt idx="2974">
                  <c:v>35.75</c:v>
                </c:pt>
                <c:pt idx="2975">
                  <c:v>35.75</c:v>
                </c:pt>
                <c:pt idx="2976">
                  <c:v>35.799999999999997</c:v>
                </c:pt>
                <c:pt idx="2977">
                  <c:v>35.799999999999997</c:v>
                </c:pt>
                <c:pt idx="2978">
                  <c:v>35.799999999999997</c:v>
                </c:pt>
                <c:pt idx="2979">
                  <c:v>35.799999999999997</c:v>
                </c:pt>
                <c:pt idx="2980">
                  <c:v>35.799999999999997</c:v>
                </c:pt>
                <c:pt idx="2981">
                  <c:v>35.799999999999997</c:v>
                </c:pt>
                <c:pt idx="2982">
                  <c:v>35.799999999999997</c:v>
                </c:pt>
                <c:pt idx="2983">
                  <c:v>35.799999999999997</c:v>
                </c:pt>
                <c:pt idx="2984">
                  <c:v>35.799999999999997</c:v>
                </c:pt>
                <c:pt idx="2985">
                  <c:v>35.799999999999997</c:v>
                </c:pt>
                <c:pt idx="2986">
                  <c:v>35.799999999999997</c:v>
                </c:pt>
                <c:pt idx="2987">
                  <c:v>35.799999999999997</c:v>
                </c:pt>
                <c:pt idx="2988">
                  <c:v>35.799999999999997</c:v>
                </c:pt>
                <c:pt idx="2989">
                  <c:v>35.799999999999997</c:v>
                </c:pt>
                <c:pt idx="2990">
                  <c:v>35.799999999999997</c:v>
                </c:pt>
                <c:pt idx="2991">
                  <c:v>35.799999999999997</c:v>
                </c:pt>
                <c:pt idx="2992">
                  <c:v>35.799999999999997</c:v>
                </c:pt>
                <c:pt idx="2993">
                  <c:v>35.799999999999997</c:v>
                </c:pt>
                <c:pt idx="2994">
                  <c:v>35.799999999999997</c:v>
                </c:pt>
                <c:pt idx="2995">
                  <c:v>35.799999999999997</c:v>
                </c:pt>
                <c:pt idx="2996">
                  <c:v>35.799999999999997</c:v>
                </c:pt>
                <c:pt idx="2997">
                  <c:v>35.85</c:v>
                </c:pt>
                <c:pt idx="2998">
                  <c:v>35.85</c:v>
                </c:pt>
                <c:pt idx="2999">
                  <c:v>35.85</c:v>
                </c:pt>
                <c:pt idx="3000">
                  <c:v>35.85</c:v>
                </c:pt>
                <c:pt idx="3001">
                  <c:v>35.85</c:v>
                </c:pt>
                <c:pt idx="3002">
                  <c:v>35.85</c:v>
                </c:pt>
                <c:pt idx="3003">
                  <c:v>35.85</c:v>
                </c:pt>
                <c:pt idx="3004">
                  <c:v>35.85</c:v>
                </c:pt>
                <c:pt idx="3005">
                  <c:v>35.85</c:v>
                </c:pt>
                <c:pt idx="3006">
                  <c:v>35.85</c:v>
                </c:pt>
                <c:pt idx="3007">
                  <c:v>35.85</c:v>
                </c:pt>
                <c:pt idx="3008">
                  <c:v>35.85</c:v>
                </c:pt>
                <c:pt idx="3009">
                  <c:v>35.85</c:v>
                </c:pt>
                <c:pt idx="3010">
                  <c:v>35.85</c:v>
                </c:pt>
                <c:pt idx="3011">
                  <c:v>35.85</c:v>
                </c:pt>
                <c:pt idx="3012">
                  <c:v>35.85</c:v>
                </c:pt>
                <c:pt idx="3013">
                  <c:v>35.85</c:v>
                </c:pt>
                <c:pt idx="3014">
                  <c:v>35.85</c:v>
                </c:pt>
                <c:pt idx="3015">
                  <c:v>35.85</c:v>
                </c:pt>
                <c:pt idx="3016">
                  <c:v>35.85</c:v>
                </c:pt>
                <c:pt idx="3017">
                  <c:v>35.85</c:v>
                </c:pt>
                <c:pt idx="3018">
                  <c:v>35.85</c:v>
                </c:pt>
                <c:pt idx="3019">
                  <c:v>35.85</c:v>
                </c:pt>
                <c:pt idx="3020">
                  <c:v>35.85</c:v>
                </c:pt>
                <c:pt idx="3021">
                  <c:v>35.9</c:v>
                </c:pt>
                <c:pt idx="3022">
                  <c:v>35.9</c:v>
                </c:pt>
                <c:pt idx="3023">
                  <c:v>35.9</c:v>
                </c:pt>
                <c:pt idx="3024">
                  <c:v>35.9</c:v>
                </c:pt>
                <c:pt idx="3025">
                  <c:v>35.9</c:v>
                </c:pt>
                <c:pt idx="3026">
                  <c:v>35.9</c:v>
                </c:pt>
                <c:pt idx="3027">
                  <c:v>35.9</c:v>
                </c:pt>
                <c:pt idx="3028">
                  <c:v>35.9</c:v>
                </c:pt>
                <c:pt idx="3029">
                  <c:v>35.9</c:v>
                </c:pt>
                <c:pt idx="3030">
                  <c:v>35.9</c:v>
                </c:pt>
                <c:pt idx="3031">
                  <c:v>35.9</c:v>
                </c:pt>
                <c:pt idx="3032">
                  <c:v>35.9</c:v>
                </c:pt>
                <c:pt idx="3033">
                  <c:v>35.9</c:v>
                </c:pt>
                <c:pt idx="3034">
                  <c:v>35.950000000000003</c:v>
                </c:pt>
                <c:pt idx="3035">
                  <c:v>35.950000000000003</c:v>
                </c:pt>
                <c:pt idx="3036">
                  <c:v>35.950000000000003</c:v>
                </c:pt>
                <c:pt idx="3037">
                  <c:v>35.950000000000003</c:v>
                </c:pt>
                <c:pt idx="3038">
                  <c:v>35.950000000000003</c:v>
                </c:pt>
                <c:pt idx="3039">
                  <c:v>35.950000000000003</c:v>
                </c:pt>
                <c:pt idx="3040">
                  <c:v>35.950000000000003</c:v>
                </c:pt>
                <c:pt idx="3041">
                  <c:v>35.950000000000003</c:v>
                </c:pt>
                <c:pt idx="3042">
                  <c:v>35.950000000000003</c:v>
                </c:pt>
                <c:pt idx="3043">
                  <c:v>35.950000000000003</c:v>
                </c:pt>
                <c:pt idx="3044">
                  <c:v>35.950000000000003</c:v>
                </c:pt>
                <c:pt idx="3045">
                  <c:v>35.950000000000003</c:v>
                </c:pt>
                <c:pt idx="3046">
                  <c:v>35.950000000000003</c:v>
                </c:pt>
                <c:pt idx="3047">
                  <c:v>35.950000000000003</c:v>
                </c:pt>
                <c:pt idx="3048">
                  <c:v>35.950000000000003</c:v>
                </c:pt>
                <c:pt idx="3049">
                  <c:v>35.950000000000003</c:v>
                </c:pt>
                <c:pt idx="3050">
                  <c:v>35.950000000000003</c:v>
                </c:pt>
                <c:pt idx="3051">
                  <c:v>35.950000000000003</c:v>
                </c:pt>
                <c:pt idx="3052">
                  <c:v>35.950000000000003</c:v>
                </c:pt>
                <c:pt idx="3053">
                  <c:v>35.950000000000003</c:v>
                </c:pt>
                <c:pt idx="3054">
                  <c:v>35.950000000000003</c:v>
                </c:pt>
                <c:pt idx="3055">
                  <c:v>35.950000000000003</c:v>
                </c:pt>
                <c:pt idx="3056">
                  <c:v>35.950000000000003</c:v>
                </c:pt>
                <c:pt idx="3057">
                  <c:v>35.950000000000003</c:v>
                </c:pt>
                <c:pt idx="3058">
                  <c:v>35.950000000000003</c:v>
                </c:pt>
                <c:pt idx="3059">
                  <c:v>36</c:v>
                </c:pt>
                <c:pt idx="3060">
                  <c:v>36</c:v>
                </c:pt>
                <c:pt idx="3061">
                  <c:v>36</c:v>
                </c:pt>
                <c:pt idx="3062">
                  <c:v>36</c:v>
                </c:pt>
                <c:pt idx="3063">
                  <c:v>36</c:v>
                </c:pt>
                <c:pt idx="3064">
                  <c:v>36</c:v>
                </c:pt>
                <c:pt idx="3065">
                  <c:v>36</c:v>
                </c:pt>
                <c:pt idx="3066">
                  <c:v>36</c:v>
                </c:pt>
                <c:pt idx="3067">
                  <c:v>36</c:v>
                </c:pt>
                <c:pt idx="3068">
                  <c:v>36</c:v>
                </c:pt>
                <c:pt idx="3069">
                  <c:v>36</c:v>
                </c:pt>
                <c:pt idx="3070">
                  <c:v>36</c:v>
                </c:pt>
                <c:pt idx="3071">
                  <c:v>36</c:v>
                </c:pt>
                <c:pt idx="3072">
                  <c:v>36</c:v>
                </c:pt>
                <c:pt idx="3073">
                  <c:v>36</c:v>
                </c:pt>
                <c:pt idx="3074">
                  <c:v>36</c:v>
                </c:pt>
                <c:pt idx="3075">
                  <c:v>36</c:v>
                </c:pt>
                <c:pt idx="3076">
                  <c:v>36</c:v>
                </c:pt>
                <c:pt idx="3077">
                  <c:v>36</c:v>
                </c:pt>
                <c:pt idx="3078">
                  <c:v>36</c:v>
                </c:pt>
                <c:pt idx="3079">
                  <c:v>36</c:v>
                </c:pt>
                <c:pt idx="3080">
                  <c:v>36</c:v>
                </c:pt>
                <c:pt idx="3081">
                  <c:v>36.049999999999997</c:v>
                </c:pt>
                <c:pt idx="3082">
                  <c:v>36</c:v>
                </c:pt>
                <c:pt idx="3083">
                  <c:v>36.049999999999997</c:v>
                </c:pt>
                <c:pt idx="3084">
                  <c:v>36.049999999999997</c:v>
                </c:pt>
                <c:pt idx="3085">
                  <c:v>36.049999999999997</c:v>
                </c:pt>
                <c:pt idx="3086">
                  <c:v>36.049999999999997</c:v>
                </c:pt>
                <c:pt idx="3087">
                  <c:v>36.049999999999997</c:v>
                </c:pt>
                <c:pt idx="3088">
                  <c:v>36.049999999999997</c:v>
                </c:pt>
                <c:pt idx="3089">
                  <c:v>36.049999999999997</c:v>
                </c:pt>
                <c:pt idx="3090">
                  <c:v>36.049999999999997</c:v>
                </c:pt>
                <c:pt idx="3091">
                  <c:v>36.049999999999997</c:v>
                </c:pt>
                <c:pt idx="3092">
                  <c:v>36.049999999999997</c:v>
                </c:pt>
                <c:pt idx="3093">
                  <c:v>36.049999999999997</c:v>
                </c:pt>
                <c:pt idx="3094">
                  <c:v>36.049999999999997</c:v>
                </c:pt>
                <c:pt idx="3095">
                  <c:v>36.049999999999997</c:v>
                </c:pt>
                <c:pt idx="3096">
                  <c:v>36.049999999999997</c:v>
                </c:pt>
                <c:pt idx="3097">
                  <c:v>36.049999999999997</c:v>
                </c:pt>
                <c:pt idx="3098">
                  <c:v>36.049999999999997</c:v>
                </c:pt>
                <c:pt idx="3099">
                  <c:v>36.049999999999997</c:v>
                </c:pt>
                <c:pt idx="3100">
                  <c:v>36.049999999999997</c:v>
                </c:pt>
                <c:pt idx="3101">
                  <c:v>36.049999999999997</c:v>
                </c:pt>
                <c:pt idx="3102">
                  <c:v>36.049999999999997</c:v>
                </c:pt>
                <c:pt idx="3103">
                  <c:v>36.049999999999997</c:v>
                </c:pt>
                <c:pt idx="3104">
                  <c:v>36.1</c:v>
                </c:pt>
                <c:pt idx="3105">
                  <c:v>36.049999999999997</c:v>
                </c:pt>
                <c:pt idx="3106">
                  <c:v>36.1</c:v>
                </c:pt>
                <c:pt idx="3107">
                  <c:v>36.1</c:v>
                </c:pt>
                <c:pt idx="3108">
                  <c:v>36.1</c:v>
                </c:pt>
                <c:pt idx="3109">
                  <c:v>36.1</c:v>
                </c:pt>
                <c:pt idx="3110">
                  <c:v>36.1</c:v>
                </c:pt>
                <c:pt idx="3111">
                  <c:v>36.1</c:v>
                </c:pt>
                <c:pt idx="3112">
                  <c:v>36.1</c:v>
                </c:pt>
                <c:pt idx="3113">
                  <c:v>36.1</c:v>
                </c:pt>
                <c:pt idx="3114">
                  <c:v>36.1</c:v>
                </c:pt>
                <c:pt idx="3115">
                  <c:v>36.1</c:v>
                </c:pt>
                <c:pt idx="3116">
                  <c:v>36.1</c:v>
                </c:pt>
                <c:pt idx="3117">
                  <c:v>36.1</c:v>
                </c:pt>
                <c:pt idx="3118">
                  <c:v>36.1</c:v>
                </c:pt>
                <c:pt idx="3119">
                  <c:v>36.1</c:v>
                </c:pt>
                <c:pt idx="3120">
                  <c:v>36.1</c:v>
                </c:pt>
                <c:pt idx="3121">
                  <c:v>36.1</c:v>
                </c:pt>
                <c:pt idx="3122">
                  <c:v>36.1</c:v>
                </c:pt>
                <c:pt idx="3123">
                  <c:v>36.1</c:v>
                </c:pt>
                <c:pt idx="3124">
                  <c:v>36.1</c:v>
                </c:pt>
                <c:pt idx="3125">
                  <c:v>36.15</c:v>
                </c:pt>
                <c:pt idx="3126">
                  <c:v>36.15</c:v>
                </c:pt>
                <c:pt idx="3127">
                  <c:v>36.15</c:v>
                </c:pt>
                <c:pt idx="3128">
                  <c:v>36.15</c:v>
                </c:pt>
                <c:pt idx="3129">
                  <c:v>36.15</c:v>
                </c:pt>
                <c:pt idx="3130">
                  <c:v>36.15</c:v>
                </c:pt>
                <c:pt idx="3131">
                  <c:v>36.15</c:v>
                </c:pt>
                <c:pt idx="3132">
                  <c:v>36.15</c:v>
                </c:pt>
                <c:pt idx="3133">
                  <c:v>36.15</c:v>
                </c:pt>
                <c:pt idx="3134">
                  <c:v>36.15</c:v>
                </c:pt>
                <c:pt idx="3135">
                  <c:v>36.15</c:v>
                </c:pt>
                <c:pt idx="3136">
                  <c:v>36.15</c:v>
                </c:pt>
                <c:pt idx="3137">
                  <c:v>36.15</c:v>
                </c:pt>
                <c:pt idx="3138">
                  <c:v>36.15</c:v>
                </c:pt>
                <c:pt idx="3139">
                  <c:v>36.15</c:v>
                </c:pt>
                <c:pt idx="3140">
                  <c:v>36.200000000000003</c:v>
                </c:pt>
                <c:pt idx="3141">
                  <c:v>36.200000000000003</c:v>
                </c:pt>
                <c:pt idx="3142">
                  <c:v>36.200000000000003</c:v>
                </c:pt>
                <c:pt idx="3143">
                  <c:v>36.200000000000003</c:v>
                </c:pt>
                <c:pt idx="3144">
                  <c:v>36.200000000000003</c:v>
                </c:pt>
                <c:pt idx="3145">
                  <c:v>36.200000000000003</c:v>
                </c:pt>
                <c:pt idx="3146">
                  <c:v>36.200000000000003</c:v>
                </c:pt>
                <c:pt idx="3147">
                  <c:v>36.200000000000003</c:v>
                </c:pt>
                <c:pt idx="3148">
                  <c:v>36.200000000000003</c:v>
                </c:pt>
                <c:pt idx="3149">
                  <c:v>36.200000000000003</c:v>
                </c:pt>
                <c:pt idx="3150">
                  <c:v>36.200000000000003</c:v>
                </c:pt>
                <c:pt idx="3151">
                  <c:v>36.200000000000003</c:v>
                </c:pt>
                <c:pt idx="3152">
                  <c:v>36.200000000000003</c:v>
                </c:pt>
                <c:pt idx="3153">
                  <c:v>36.200000000000003</c:v>
                </c:pt>
                <c:pt idx="3154">
                  <c:v>36.200000000000003</c:v>
                </c:pt>
                <c:pt idx="3155">
                  <c:v>36.200000000000003</c:v>
                </c:pt>
                <c:pt idx="3156">
                  <c:v>36.200000000000003</c:v>
                </c:pt>
                <c:pt idx="3157">
                  <c:v>36.25</c:v>
                </c:pt>
                <c:pt idx="3158">
                  <c:v>36.25</c:v>
                </c:pt>
                <c:pt idx="3159">
                  <c:v>36.25</c:v>
                </c:pt>
                <c:pt idx="3160">
                  <c:v>36.25</c:v>
                </c:pt>
                <c:pt idx="3161">
                  <c:v>36.25</c:v>
                </c:pt>
                <c:pt idx="3162">
                  <c:v>36.25</c:v>
                </c:pt>
                <c:pt idx="3163">
                  <c:v>36.25</c:v>
                </c:pt>
                <c:pt idx="3164">
                  <c:v>36.25</c:v>
                </c:pt>
                <c:pt idx="3165">
                  <c:v>36.25</c:v>
                </c:pt>
                <c:pt idx="3166">
                  <c:v>36.25</c:v>
                </c:pt>
                <c:pt idx="3167">
                  <c:v>36.25</c:v>
                </c:pt>
                <c:pt idx="3168">
                  <c:v>36.25</c:v>
                </c:pt>
                <c:pt idx="3169">
                  <c:v>36.25</c:v>
                </c:pt>
                <c:pt idx="3170">
                  <c:v>36.25</c:v>
                </c:pt>
                <c:pt idx="3171">
                  <c:v>36.25</c:v>
                </c:pt>
                <c:pt idx="3172">
                  <c:v>36.25</c:v>
                </c:pt>
                <c:pt idx="3173">
                  <c:v>36.25</c:v>
                </c:pt>
                <c:pt idx="3174">
                  <c:v>36.25</c:v>
                </c:pt>
                <c:pt idx="3175">
                  <c:v>36.25</c:v>
                </c:pt>
                <c:pt idx="3176">
                  <c:v>36.25</c:v>
                </c:pt>
                <c:pt idx="3177">
                  <c:v>36.25</c:v>
                </c:pt>
                <c:pt idx="3178">
                  <c:v>36.25</c:v>
                </c:pt>
                <c:pt idx="3179">
                  <c:v>36.25</c:v>
                </c:pt>
                <c:pt idx="3180">
                  <c:v>36.25</c:v>
                </c:pt>
                <c:pt idx="3181">
                  <c:v>36.25</c:v>
                </c:pt>
                <c:pt idx="3182">
                  <c:v>36.299999999999997</c:v>
                </c:pt>
                <c:pt idx="3183">
                  <c:v>36.299999999999997</c:v>
                </c:pt>
                <c:pt idx="3184">
                  <c:v>36.299999999999997</c:v>
                </c:pt>
                <c:pt idx="3185">
                  <c:v>36.299999999999997</c:v>
                </c:pt>
                <c:pt idx="3186">
                  <c:v>36.299999999999997</c:v>
                </c:pt>
                <c:pt idx="3187">
                  <c:v>36.299999999999997</c:v>
                </c:pt>
                <c:pt idx="3188">
                  <c:v>36.299999999999997</c:v>
                </c:pt>
                <c:pt idx="3189">
                  <c:v>36.299999999999997</c:v>
                </c:pt>
                <c:pt idx="3190">
                  <c:v>36.299999999999997</c:v>
                </c:pt>
                <c:pt idx="3191">
                  <c:v>36.299999999999997</c:v>
                </c:pt>
                <c:pt idx="3192">
                  <c:v>36.299999999999997</c:v>
                </c:pt>
                <c:pt idx="3193">
                  <c:v>36.299999999999997</c:v>
                </c:pt>
                <c:pt idx="3194">
                  <c:v>36.299999999999997</c:v>
                </c:pt>
                <c:pt idx="3195">
                  <c:v>36.299999999999997</c:v>
                </c:pt>
                <c:pt idx="3196">
                  <c:v>36.35</c:v>
                </c:pt>
                <c:pt idx="3197">
                  <c:v>36.299999999999997</c:v>
                </c:pt>
                <c:pt idx="3198">
                  <c:v>36.35</c:v>
                </c:pt>
                <c:pt idx="3199">
                  <c:v>36.35</c:v>
                </c:pt>
                <c:pt idx="3200">
                  <c:v>36.35</c:v>
                </c:pt>
                <c:pt idx="3201">
                  <c:v>36.35</c:v>
                </c:pt>
                <c:pt idx="3202">
                  <c:v>36.35</c:v>
                </c:pt>
                <c:pt idx="3203">
                  <c:v>36.35</c:v>
                </c:pt>
                <c:pt idx="3204">
                  <c:v>36.35</c:v>
                </c:pt>
                <c:pt idx="3205">
                  <c:v>36.35</c:v>
                </c:pt>
                <c:pt idx="3206">
                  <c:v>36.35</c:v>
                </c:pt>
                <c:pt idx="3207">
                  <c:v>36.35</c:v>
                </c:pt>
                <c:pt idx="3208">
                  <c:v>36.35</c:v>
                </c:pt>
                <c:pt idx="3209">
                  <c:v>36.35</c:v>
                </c:pt>
                <c:pt idx="3210">
                  <c:v>36.35</c:v>
                </c:pt>
                <c:pt idx="3211">
                  <c:v>36.35</c:v>
                </c:pt>
                <c:pt idx="3212">
                  <c:v>36.35</c:v>
                </c:pt>
                <c:pt idx="3213">
                  <c:v>36.35</c:v>
                </c:pt>
                <c:pt idx="3214">
                  <c:v>36.35</c:v>
                </c:pt>
                <c:pt idx="3215">
                  <c:v>36.35</c:v>
                </c:pt>
                <c:pt idx="3216">
                  <c:v>36.35</c:v>
                </c:pt>
                <c:pt idx="3217">
                  <c:v>36.35</c:v>
                </c:pt>
                <c:pt idx="3218">
                  <c:v>36.4</c:v>
                </c:pt>
                <c:pt idx="3219">
                  <c:v>36.4</c:v>
                </c:pt>
                <c:pt idx="3220">
                  <c:v>36.35</c:v>
                </c:pt>
                <c:pt idx="3221">
                  <c:v>36.35</c:v>
                </c:pt>
                <c:pt idx="3222">
                  <c:v>36.4</c:v>
                </c:pt>
                <c:pt idx="3223">
                  <c:v>36.4</c:v>
                </c:pt>
                <c:pt idx="3224">
                  <c:v>36.4</c:v>
                </c:pt>
                <c:pt idx="3225">
                  <c:v>36.4</c:v>
                </c:pt>
                <c:pt idx="3226">
                  <c:v>36.4</c:v>
                </c:pt>
                <c:pt idx="3227">
                  <c:v>36.4</c:v>
                </c:pt>
                <c:pt idx="3228">
                  <c:v>36.4</c:v>
                </c:pt>
                <c:pt idx="3229">
                  <c:v>36.4</c:v>
                </c:pt>
                <c:pt idx="3230">
                  <c:v>36.4</c:v>
                </c:pt>
                <c:pt idx="3231">
                  <c:v>36.4</c:v>
                </c:pt>
                <c:pt idx="3232">
                  <c:v>36.4</c:v>
                </c:pt>
                <c:pt idx="3233">
                  <c:v>36.4</c:v>
                </c:pt>
                <c:pt idx="3234">
                  <c:v>36.4</c:v>
                </c:pt>
                <c:pt idx="3235">
                  <c:v>36.4</c:v>
                </c:pt>
                <c:pt idx="3236">
                  <c:v>36.4</c:v>
                </c:pt>
                <c:pt idx="3237">
                  <c:v>36.4</c:v>
                </c:pt>
                <c:pt idx="3238">
                  <c:v>36.4</c:v>
                </c:pt>
                <c:pt idx="3239">
                  <c:v>36.450000000000003</c:v>
                </c:pt>
                <c:pt idx="3240">
                  <c:v>36.450000000000003</c:v>
                </c:pt>
                <c:pt idx="3241">
                  <c:v>36.450000000000003</c:v>
                </c:pt>
                <c:pt idx="3242">
                  <c:v>36.450000000000003</c:v>
                </c:pt>
                <c:pt idx="3243">
                  <c:v>36.450000000000003</c:v>
                </c:pt>
                <c:pt idx="3244">
                  <c:v>36.450000000000003</c:v>
                </c:pt>
                <c:pt idx="3245">
                  <c:v>36.450000000000003</c:v>
                </c:pt>
                <c:pt idx="3246">
                  <c:v>36.450000000000003</c:v>
                </c:pt>
                <c:pt idx="3247">
                  <c:v>36.450000000000003</c:v>
                </c:pt>
                <c:pt idx="3248">
                  <c:v>36.450000000000003</c:v>
                </c:pt>
                <c:pt idx="3249">
                  <c:v>36.450000000000003</c:v>
                </c:pt>
                <c:pt idx="3250">
                  <c:v>36.450000000000003</c:v>
                </c:pt>
                <c:pt idx="3251">
                  <c:v>36.450000000000003</c:v>
                </c:pt>
                <c:pt idx="3252">
                  <c:v>36.450000000000003</c:v>
                </c:pt>
                <c:pt idx="3253">
                  <c:v>36.450000000000003</c:v>
                </c:pt>
                <c:pt idx="3254">
                  <c:v>36.450000000000003</c:v>
                </c:pt>
                <c:pt idx="3255">
                  <c:v>36.450000000000003</c:v>
                </c:pt>
                <c:pt idx="3256">
                  <c:v>36.450000000000003</c:v>
                </c:pt>
                <c:pt idx="3257">
                  <c:v>36.5</c:v>
                </c:pt>
                <c:pt idx="3258">
                  <c:v>36.5</c:v>
                </c:pt>
                <c:pt idx="3259">
                  <c:v>36.5</c:v>
                </c:pt>
                <c:pt idx="3260">
                  <c:v>36.5</c:v>
                </c:pt>
                <c:pt idx="3261">
                  <c:v>36.5</c:v>
                </c:pt>
                <c:pt idx="3262">
                  <c:v>36.5</c:v>
                </c:pt>
                <c:pt idx="3263">
                  <c:v>36.5</c:v>
                </c:pt>
                <c:pt idx="3264">
                  <c:v>36.5</c:v>
                </c:pt>
                <c:pt idx="3265">
                  <c:v>36.5</c:v>
                </c:pt>
                <c:pt idx="3266">
                  <c:v>36.5</c:v>
                </c:pt>
                <c:pt idx="3267">
                  <c:v>36.5</c:v>
                </c:pt>
                <c:pt idx="3268">
                  <c:v>36.5</c:v>
                </c:pt>
                <c:pt idx="3269">
                  <c:v>36.5</c:v>
                </c:pt>
                <c:pt idx="3270">
                  <c:v>36.5</c:v>
                </c:pt>
                <c:pt idx="3271">
                  <c:v>36.5</c:v>
                </c:pt>
                <c:pt idx="3272">
                  <c:v>36.5</c:v>
                </c:pt>
                <c:pt idx="3273">
                  <c:v>36.5</c:v>
                </c:pt>
                <c:pt idx="3274">
                  <c:v>36.5</c:v>
                </c:pt>
                <c:pt idx="3275">
                  <c:v>36.5</c:v>
                </c:pt>
                <c:pt idx="3276">
                  <c:v>36.5</c:v>
                </c:pt>
                <c:pt idx="3277">
                  <c:v>36.5</c:v>
                </c:pt>
                <c:pt idx="3278">
                  <c:v>36.5</c:v>
                </c:pt>
                <c:pt idx="3279">
                  <c:v>36.549999999999997</c:v>
                </c:pt>
                <c:pt idx="3280">
                  <c:v>36.549999999999997</c:v>
                </c:pt>
                <c:pt idx="3281">
                  <c:v>36.549999999999997</c:v>
                </c:pt>
                <c:pt idx="3282">
                  <c:v>36.549999999999997</c:v>
                </c:pt>
                <c:pt idx="3283">
                  <c:v>36.549999999999997</c:v>
                </c:pt>
                <c:pt idx="3284">
                  <c:v>36.549999999999997</c:v>
                </c:pt>
                <c:pt idx="3285">
                  <c:v>36.549999999999997</c:v>
                </c:pt>
                <c:pt idx="3286">
                  <c:v>36.549999999999997</c:v>
                </c:pt>
                <c:pt idx="3287">
                  <c:v>36.549999999999997</c:v>
                </c:pt>
                <c:pt idx="3288">
                  <c:v>36.549999999999997</c:v>
                </c:pt>
                <c:pt idx="3289">
                  <c:v>36.549999999999997</c:v>
                </c:pt>
                <c:pt idx="3290">
                  <c:v>36.549999999999997</c:v>
                </c:pt>
                <c:pt idx="3291">
                  <c:v>36.549999999999997</c:v>
                </c:pt>
                <c:pt idx="3292">
                  <c:v>36.549999999999997</c:v>
                </c:pt>
                <c:pt idx="3293">
                  <c:v>36.549999999999997</c:v>
                </c:pt>
                <c:pt idx="3294">
                  <c:v>36.549999999999997</c:v>
                </c:pt>
                <c:pt idx="3295">
                  <c:v>36.6</c:v>
                </c:pt>
                <c:pt idx="3296">
                  <c:v>36.6</c:v>
                </c:pt>
                <c:pt idx="3297">
                  <c:v>36.6</c:v>
                </c:pt>
                <c:pt idx="3298">
                  <c:v>36.6</c:v>
                </c:pt>
                <c:pt idx="3299">
                  <c:v>36.6</c:v>
                </c:pt>
                <c:pt idx="3300">
                  <c:v>36.6</c:v>
                </c:pt>
                <c:pt idx="3301">
                  <c:v>36.6</c:v>
                </c:pt>
                <c:pt idx="3302">
                  <c:v>36.6</c:v>
                </c:pt>
                <c:pt idx="3303">
                  <c:v>36.6</c:v>
                </c:pt>
                <c:pt idx="3304">
                  <c:v>36.6</c:v>
                </c:pt>
                <c:pt idx="3305">
                  <c:v>36.6</c:v>
                </c:pt>
                <c:pt idx="3306">
                  <c:v>36.6</c:v>
                </c:pt>
                <c:pt idx="3307">
                  <c:v>36.6</c:v>
                </c:pt>
                <c:pt idx="3308">
                  <c:v>36.6</c:v>
                </c:pt>
                <c:pt idx="3309">
                  <c:v>36.6</c:v>
                </c:pt>
                <c:pt idx="3310">
                  <c:v>36.6</c:v>
                </c:pt>
                <c:pt idx="3311">
                  <c:v>36.65</c:v>
                </c:pt>
                <c:pt idx="3312">
                  <c:v>36.65</c:v>
                </c:pt>
                <c:pt idx="3313">
                  <c:v>36.65</c:v>
                </c:pt>
                <c:pt idx="3314">
                  <c:v>36.65</c:v>
                </c:pt>
                <c:pt idx="3315">
                  <c:v>36.65</c:v>
                </c:pt>
                <c:pt idx="3316">
                  <c:v>36.65</c:v>
                </c:pt>
                <c:pt idx="3317">
                  <c:v>36.65</c:v>
                </c:pt>
                <c:pt idx="3318">
                  <c:v>36.65</c:v>
                </c:pt>
                <c:pt idx="3319">
                  <c:v>36.65</c:v>
                </c:pt>
                <c:pt idx="3320">
                  <c:v>36.65</c:v>
                </c:pt>
                <c:pt idx="3321">
                  <c:v>36.65</c:v>
                </c:pt>
                <c:pt idx="3322">
                  <c:v>36.65</c:v>
                </c:pt>
                <c:pt idx="3323">
                  <c:v>36.65</c:v>
                </c:pt>
                <c:pt idx="3324">
                  <c:v>36.65</c:v>
                </c:pt>
                <c:pt idx="3325">
                  <c:v>36.65</c:v>
                </c:pt>
                <c:pt idx="3326">
                  <c:v>36.65</c:v>
                </c:pt>
                <c:pt idx="3327">
                  <c:v>36.65</c:v>
                </c:pt>
                <c:pt idx="3328">
                  <c:v>36.65</c:v>
                </c:pt>
                <c:pt idx="3329">
                  <c:v>36.65</c:v>
                </c:pt>
                <c:pt idx="3330">
                  <c:v>36.65</c:v>
                </c:pt>
                <c:pt idx="3331">
                  <c:v>36.700000000000003</c:v>
                </c:pt>
                <c:pt idx="3332">
                  <c:v>36.700000000000003</c:v>
                </c:pt>
                <c:pt idx="3333">
                  <c:v>36.700000000000003</c:v>
                </c:pt>
                <c:pt idx="3334">
                  <c:v>36.700000000000003</c:v>
                </c:pt>
                <c:pt idx="3335">
                  <c:v>36.700000000000003</c:v>
                </c:pt>
                <c:pt idx="3336">
                  <c:v>36.700000000000003</c:v>
                </c:pt>
                <c:pt idx="3337">
                  <c:v>36.700000000000003</c:v>
                </c:pt>
                <c:pt idx="3338">
                  <c:v>36.700000000000003</c:v>
                </c:pt>
                <c:pt idx="3339">
                  <c:v>36.700000000000003</c:v>
                </c:pt>
                <c:pt idx="3340">
                  <c:v>36.700000000000003</c:v>
                </c:pt>
                <c:pt idx="3341">
                  <c:v>36.700000000000003</c:v>
                </c:pt>
                <c:pt idx="3342">
                  <c:v>36.700000000000003</c:v>
                </c:pt>
                <c:pt idx="3343">
                  <c:v>36.700000000000003</c:v>
                </c:pt>
                <c:pt idx="3344">
                  <c:v>36.700000000000003</c:v>
                </c:pt>
                <c:pt idx="3345">
                  <c:v>36.700000000000003</c:v>
                </c:pt>
                <c:pt idx="3346">
                  <c:v>36.700000000000003</c:v>
                </c:pt>
                <c:pt idx="3347">
                  <c:v>36.700000000000003</c:v>
                </c:pt>
                <c:pt idx="3348">
                  <c:v>36.700000000000003</c:v>
                </c:pt>
                <c:pt idx="3349">
                  <c:v>36.700000000000003</c:v>
                </c:pt>
                <c:pt idx="3350">
                  <c:v>36.700000000000003</c:v>
                </c:pt>
                <c:pt idx="3351">
                  <c:v>36.700000000000003</c:v>
                </c:pt>
                <c:pt idx="3352">
                  <c:v>36.700000000000003</c:v>
                </c:pt>
                <c:pt idx="3353">
                  <c:v>36.700000000000003</c:v>
                </c:pt>
                <c:pt idx="3354">
                  <c:v>36.700000000000003</c:v>
                </c:pt>
                <c:pt idx="3355">
                  <c:v>36.700000000000003</c:v>
                </c:pt>
                <c:pt idx="3356">
                  <c:v>36.700000000000003</c:v>
                </c:pt>
                <c:pt idx="3357">
                  <c:v>36.700000000000003</c:v>
                </c:pt>
                <c:pt idx="3358">
                  <c:v>36.700000000000003</c:v>
                </c:pt>
                <c:pt idx="3359">
                  <c:v>36.75</c:v>
                </c:pt>
                <c:pt idx="3360">
                  <c:v>36.75</c:v>
                </c:pt>
                <c:pt idx="3361">
                  <c:v>36.75</c:v>
                </c:pt>
                <c:pt idx="3362">
                  <c:v>36.75</c:v>
                </c:pt>
                <c:pt idx="3363">
                  <c:v>36.75</c:v>
                </c:pt>
                <c:pt idx="3364">
                  <c:v>36.75</c:v>
                </c:pt>
                <c:pt idx="3365">
                  <c:v>36.75</c:v>
                </c:pt>
                <c:pt idx="3366">
                  <c:v>36.75</c:v>
                </c:pt>
                <c:pt idx="3367">
                  <c:v>36.75</c:v>
                </c:pt>
                <c:pt idx="3368">
                  <c:v>36.75</c:v>
                </c:pt>
                <c:pt idx="3369">
                  <c:v>36.75</c:v>
                </c:pt>
                <c:pt idx="3370">
                  <c:v>36.75</c:v>
                </c:pt>
                <c:pt idx="3371">
                  <c:v>36.75</c:v>
                </c:pt>
                <c:pt idx="3372">
                  <c:v>36.75</c:v>
                </c:pt>
                <c:pt idx="3373">
                  <c:v>36.75</c:v>
                </c:pt>
                <c:pt idx="3374">
                  <c:v>36.75</c:v>
                </c:pt>
                <c:pt idx="3375">
                  <c:v>36.75</c:v>
                </c:pt>
                <c:pt idx="3376">
                  <c:v>36.75</c:v>
                </c:pt>
                <c:pt idx="3377">
                  <c:v>36.75</c:v>
                </c:pt>
                <c:pt idx="3378">
                  <c:v>36.75</c:v>
                </c:pt>
                <c:pt idx="3379">
                  <c:v>36.75</c:v>
                </c:pt>
                <c:pt idx="3380">
                  <c:v>36.799999999999997</c:v>
                </c:pt>
                <c:pt idx="3381">
                  <c:v>36.799999999999997</c:v>
                </c:pt>
                <c:pt idx="3382">
                  <c:v>36.799999999999997</c:v>
                </c:pt>
                <c:pt idx="3383">
                  <c:v>36.799999999999997</c:v>
                </c:pt>
                <c:pt idx="3384">
                  <c:v>36.799999999999997</c:v>
                </c:pt>
                <c:pt idx="3385">
                  <c:v>36.799999999999997</c:v>
                </c:pt>
                <c:pt idx="3386">
                  <c:v>36.799999999999997</c:v>
                </c:pt>
                <c:pt idx="3387">
                  <c:v>36.799999999999997</c:v>
                </c:pt>
                <c:pt idx="3388">
                  <c:v>36.799999999999997</c:v>
                </c:pt>
                <c:pt idx="3389">
                  <c:v>36.799999999999997</c:v>
                </c:pt>
                <c:pt idx="3390">
                  <c:v>36.799999999999997</c:v>
                </c:pt>
                <c:pt idx="3391">
                  <c:v>36.799999999999997</c:v>
                </c:pt>
                <c:pt idx="3392">
                  <c:v>36.799999999999997</c:v>
                </c:pt>
                <c:pt idx="3393">
                  <c:v>36.799999999999997</c:v>
                </c:pt>
                <c:pt idx="3394">
                  <c:v>36.799999999999997</c:v>
                </c:pt>
                <c:pt idx="3395">
                  <c:v>36.799999999999997</c:v>
                </c:pt>
                <c:pt idx="3396">
                  <c:v>36.799999999999997</c:v>
                </c:pt>
                <c:pt idx="3397">
                  <c:v>36.799999999999997</c:v>
                </c:pt>
                <c:pt idx="3398">
                  <c:v>36.799999999999997</c:v>
                </c:pt>
                <c:pt idx="3399">
                  <c:v>36.799999999999997</c:v>
                </c:pt>
                <c:pt idx="3400">
                  <c:v>36.799999999999997</c:v>
                </c:pt>
                <c:pt idx="3401">
                  <c:v>36.85</c:v>
                </c:pt>
                <c:pt idx="3402">
                  <c:v>36.85</c:v>
                </c:pt>
                <c:pt idx="3403">
                  <c:v>36.85</c:v>
                </c:pt>
                <c:pt idx="3404">
                  <c:v>36.85</c:v>
                </c:pt>
                <c:pt idx="3405">
                  <c:v>36.85</c:v>
                </c:pt>
                <c:pt idx="3406">
                  <c:v>36.85</c:v>
                </c:pt>
                <c:pt idx="3407">
                  <c:v>36.85</c:v>
                </c:pt>
                <c:pt idx="3408">
                  <c:v>36.85</c:v>
                </c:pt>
                <c:pt idx="3409">
                  <c:v>36.85</c:v>
                </c:pt>
                <c:pt idx="3410">
                  <c:v>36.85</c:v>
                </c:pt>
                <c:pt idx="3411">
                  <c:v>36.85</c:v>
                </c:pt>
                <c:pt idx="3412">
                  <c:v>36.85</c:v>
                </c:pt>
                <c:pt idx="3413">
                  <c:v>36.85</c:v>
                </c:pt>
                <c:pt idx="3414">
                  <c:v>36.85</c:v>
                </c:pt>
                <c:pt idx="3415">
                  <c:v>36.85</c:v>
                </c:pt>
                <c:pt idx="3416">
                  <c:v>36.85</c:v>
                </c:pt>
                <c:pt idx="3417">
                  <c:v>36.9</c:v>
                </c:pt>
                <c:pt idx="3418">
                  <c:v>36.9</c:v>
                </c:pt>
                <c:pt idx="3419">
                  <c:v>36.9</c:v>
                </c:pt>
                <c:pt idx="3420">
                  <c:v>36.9</c:v>
                </c:pt>
                <c:pt idx="3421">
                  <c:v>36.9</c:v>
                </c:pt>
                <c:pt idx="3422">
                  <c:v>36.9</c:v>
                </c:pt>
                <c:pt idx="3423">
                  <c:v>36.9</c:v>
                </c:pt>
                <c:pt idx="3424">
                  <c:v>36.9</c:v>
                </c:pt>
                <c:pt idx="3425">
                  <c:v>36.9</c:v>
                </c:pt>
                <c:pt idx="3426">
                  <c:v>36.9</c:v>
                </c:pt>
                <c:pt idx="3427">
                  <c:v>36.9</c:v>
                </c:pt>
                <c:pt idx="3428">
                  <c:v>36.9</c:v>
                </c:pt>
                <c:pt idx="3429">
                  <c:v>36.9</c:v>
                </c:pt>
                <c:pt idx="3430">
                  <c:v>36.9</c:v>
                </c:pt>
                <c:pt idx="3431">
                  <c:v>36.950000000000003</c:v>
                </c:pt>
                <c:pt idx="3432">
                  <c:v>36.950000000000003</c:v>
                </c:pt>
                <c:pt idx="3433">
                  <c:v>36.950000000000003</c:v>
                </c:pt>
                <c:pt idx="3434">
                  <c:v>36.950000000000003</c:v>
                </c:pt>
                <c:pt idx="3435">
                  <c:v>36.950000000000003</c:v>
                </c:pt>
                <c:pt idx="3436">
                  <c:v>36.950000000000003</c:v>
                </c:pt>
                <c:pt idx="3437">
                  <c:v>36.950000000000003</c:v>
                </c:pt>
                <c:pt idx="3438">
                  <c:v>36.950000000000003</c:v>
                </c:pt>
                <c:pt idx="3439">
                  <c:v>36.950000000000003</c:v>
                </c:pt>
                <c:pt idx="3440">
                  <c:v>36.950000000000003</c:v>
                </c:pt>
                <c:pt idx="3441">
                  <c:v>36.950000000000003</c:v>
                </c:pt>
                <c:pt idx="3442">
                  <c:v>36.950000000000003</c:v>
                </c:pt>
                <c:pt idx="3443">
                  <c:v>36.950000000000003</c:v>
                </c:pt>
                <c:pt idx="3444">
                  <c:v>36.950000000000003</c:v>
                </c:pt>
                <c:pt idx="3445">
                  <c:v>36.950000000000003</c:v>
                </c:pt>
                <c:pt idx="3446">
                  <c:v>36.950000000000003</c:v>
                </c:pt>
                <c:pt idx="3447">
                  <c:v>36.950000000000003</c:v>
                </c:pt>
                <c:pt idx="3448">
                  <c:v>36.950000000000003</c:v>
                </c:pt>
                <c:pt idx="3449">
                  <c:v>36.950000000000003</c:v>
                </c:pt>
                <c:pt idx="3450">
                  <c:v>36.950000000000003</c:v>
                </c:pt>
                <c:pt idx="3451">
                  <c:v>36.950000000000003</c:v>
                </c:pt>
                <c:pt idx="3452">
                  <c:v>36.950000000000003</c:v>
                </c:pt>
                <c:pt idx="3453">
                  <c:v>36.950000000000003</c:v>
                </c:pt>
                <c:pt idx="3454">
                  <c:v>36.950000000000003</c:v>
                </c:pt>
                <c:pt idx="3455">
                  <c:v>36.950000000000003</c:v>
                </c:pt>
                <c:pt idx="3456">
                  <c:v>37</c:v>
                </c:pt>
                <c:pt idx="3457">
                  <c:v>36.950000000000003</c:v>
                </c:pt>
                <c:pt idx="3458">
                  <c:v>37</c:v>
                </c:pt>
                <c:pt idx="3459">
                  <c:v>37</c:v>
                </c:pt>
                <c:pt idx="3460">
                  <c:v>37</c:v>
                </c:pt>
                <c:pt idx="3461">
                  <c:v>37</c:v>
                </c:pt>
                <c:pt idx="3462">
                  <c:v>37</c:v>
                </c:pt>
                <c:pt idx="3463">
                  <c:v>37</c:v>
                </c:pt>
                <c:pt idx="3464">
                  <c:v>37.049999999999997</c:v>
                </c:pt>
                <c:pt idx="3465">
                  <c:v>37.049999999999997</c:v>
                </c:pt>
                <c:pt idx="3466">
                  <c:v>37.049999999999997</c:v>
                </c:pt>
                <c:pt idx="3467">
                  <c:v>37.049999999999997</c:v>
                </c:pt>
                <c:pt idx="3468">
                  <c:v>37.049999999999997</c:v>
                </c:pt>
                <c:pt idx="3469">
                  <c:v>37.049999999999997</c:v>
                </c:pt>
                <c:pt idx="3470">
                  <c:v>37.049999999999997</c:v>
                </c:pt>
                <c:pt idx="3471">
                  <c:v>37.049999999999997</c:v>
                </c:pt>
                <c:pt idx="3472">
                  <c:v>37.049999999999997</c:v>
                </c:pt>
                <c:pt idx="3473">
                  <c:v>37.049999999999997</c:v>
                </c:pt>
                <c:pt idx="3474">
                  <c:v>37.049999999999997</c:v>
                </c:pt>
                <c:pt idx="3475">
                  <c:v>37.049999999999997</c:v>
                </c:pt>
                <c:pt idx="3476">
                  <c:v>37.049999999999997</c:v>
                </c:pt>
                <c:pt idx="3477">
                  <c:v>37.049999999999997</c:v>
                </c:pt>
                <c:pt idx="3478">
                  <c:v>37.049999999999997</c:v>
                </c:pt>
                <c:pt idx="3479">
                  <c:v>37.049999999999997</c:v>
                </c:pt>
                <c:pt idx="3480">
                  <c:v>37.049999999999997</c:v>
                </c:pt>
                <c:pt idx="3481">
                  <c:v>37.049999999999997</c:v>
                </c:pt>
                <c:pt idx="3482">
                  <c:v>37.049999999999997</c:v>
                </c:pt>
                <c:pt idx="3483">
                  <c:v>37.049999999999997</c:v>
                </c:pt>
                <c:pt idx="3484">
                  <c:v>37.049999999999997</c:v>
                </c:pt>
                <c:pt idx="3485">
                  <c:v>37.049999999999997</c:v>
                </c:pt>
                <c:pt idx="3486">
                  <c:v>37.1</c:v>
                </c:pt>
                <c:pt idx="3487">
                  <c:v>37.049999999999997</c:v>
                </c:pt>
                <c:pt idx="3488">
                  <c:v>37.1</c:v>
                </c:pt>
                <c:pt idx="3489">
                  <c:v>37.1</c:v>
                </c:pt>
                <c:pt idx="3490">
                  <c:v>37.1</c:v>
                </c:pt>
                <c:pt idx="3491">
                  <c:v>37.1</c:v>
                </c:pt>
                <c:pt idx="3492">
                  <c:v>37.1</c:v>
                </c:pt>
                <c:pt idx="3493">
                  <c:v>37.1</c:v>
                </c:pt>
                <c:pt idx="3494">
                  <c:v>37.1</c:v>
                </c:pt>
                <c:pt idx="3495">
                  <c:v>37.1</c:v>
                </c:pt>
                <c:pt idx="3496">
                  <c:v>37.1</c:v>
                </c:pt>
                <c:pt idx="3497">
                  <c:v>37.1</c:v>
                </c:pt>
                <c:pt idx="3498">
                  <c:v>37.15</c:v>
                </c:pt>
                <c:pt idx="3499">
                  <c:v>37.15</c:v>
                </c:pt>
                <c:pt idx="3500">
                  <c:v>37.15</c:v>
                </c:pt>
                <c:pt idx="3501">
                  <c:v>37.15</c:v>
                </c:pt>
                <c:pt idx="3502">
                  <c:v>37.15</c:v>
                </c:pt>
                <c:pt idx="3503">
                  <c:v>37.15</c:v>
                </c:pt>
                <c:pt idx="3504">
                  <c:v>37.15</c:v>
                </c:pt>
                <c:pt idx="3505">
                  <c:v>37.15</c:v>
                </c:pt>
                <c:pt idx="3506">
                  <c:v>37.15</c:v>
                </c:pt>
                <c:pt idx="3507">
                  <c:v>37.15</c:v>
                </c:pt>
                <c:pt idx="3508">
                  <c:v>37.15</c:v>
                </c:pt>
                <c:pt idx="3509">
                  <c:v>37.15</c:v>
                </c:pt>
                <c:pt idx="3510">
                  <c:v>37.15</c:v>
                </c:pt>
                <c:pt idx="3511">
                  <c:v>37.15</c:v>
                </c:pt>
                <c:pt idx="3512">
                  <c:v>37.15</c:v>
                </c:pt>
                <c:pt idx="3513">
                  <c:v>37.15</c:v>
                </c:pt>
                <c:pt idx="3514">
                  <c:v>37.15</c:v>
                </c:pt>
                <c:pt idx="3515">
                  <c:v>37.15</c:v>
                </c:pt>
                <c:pt idx="3516">
                  <c:v>37.15</c:v>
                </c:pt>
                <c:pt idx="3517">
                  <c:v>37.15</c:v>
                </c:pt>
                <c:pt idx="3518">
                  <c:v>37.200000000000003</c:v>
                </c:pt>
                <c:pt idx="3519">
                  <c:v>37.200000000000003</c:v>
                </c:pt>
                <c:pt idx="3520">
                  <c:v>37.200000000000003</c:v>
                </c:pt>
                <c:pt idx="3521">
                  <c:v>37.200000000000003</c:v>
                </c:pt>
                <c:pt idx="3522">
                  <c:v>37.200000000000003</c:v>
                </c:pt>
                <c:pt idx="3523">
                  <c:v>37.200000000000003</c:v>
                </c:pt>
                <c:pt idx="3524">
                  <c:v>37.200000000000003</c:v>
                </c:pt>
                <c:pt idx="3525">
                  <c:v>37.200000000000003</c:v>
                </c:pt>
                <c:pt idx="3526">
                  <c:v>37.200000000000003</c:v>
                </c:pt>
                <c:pt idx="3527">
                  <c:v>37.200000000000003</c:v>
                </c:pt>
                <c:pt idx="3528">
                  <c:v>37.200000000000003</c:v>
                </c:pt>
                <c:pt idx="3529">
                  <c:v>37.200000000000003</c:v>
                </c:pt>
                <c:pt idx="3530">
                  <c:v>37.200000000000003</c:v>
                </c:pt>
                <c:pt idx="3531">
                  <c:v>37.200000000000003</c:v>
                </c:pt>
                <c:pt idx="3532">
                  <c:v>37.25</c:v>
                </c:pt>
                <c:pt idx="3533">
                  <c:v>37.25</c:v>
                </c:pt>
                <c:pt idx="3534">
                  <c:v>37.25</c:v>
                </c:pt>
                <c:pt idx="3535">
                  <c:v>37.25</c:v>
                </c:pt>
                <c:pt idx="3536">
                  <c:v>37.25</c:v>
                </c:pt>
                <c:pt idx="3537">
                  <c:v>37.25</c:v>
                </c:pt>
                <c:pt idx="3538">
                  <c:v>37.25</c:v>
                </c:pt>
                <c:pt idx="3539">
                  <c:v>37.25</c:v>
                </c:pt>
                <c:pt idx="3540">
                  <c:v>37.25</c:v>
                </c:pt>
                <c:pt idx="3541">
                  <c:v>37.25</c:v>
                </c:pt>
                <c:pt idx="3542">
                  <c:v>37.25</c:v>
                </c:pt>
                <c:pt idx="3543">
                  <c:v>37.25</c:v>
                </c:pt>
                <c:pt idx="3544">
                  <c:v>37.299999999999997</c:v>
                </c:pt>
                <c:pt idx="3545">
                  <c:v>37.25</c:v>
                </c:pt>
                <c:pt idx="3546">
                  <c:v>37.299999999999997</c:v>
                </c:pt>
                <c:pt idx="3547">
                  <c:v>37.299999999999997</c:v>
                </c:pt>
                <c:pt idx="3548">
                  <c:v>37.299999999999997</c:v>
                </c:pt>
                <c:pt idx="3549">
                  <c:v>37.299999999999997</c:v>
                </c:pt>
                <c:pt idx="3550">
                  <c:v>37.299999999999997</c:v>
                </c:pt>
                <c:pt idx="3551">
                  <c:v>37.299999999999997</c:v>
                </c:pt>
                <c:pt idx="3552">
                  <c:v>37.299999999999997</c:v>
                </c:pt>
                <c:pt idx="3553">
                  <c:v>37.299999999999997</c:v>
                </c:pt>
                <c:pt idx="3554">
                  <c:v>37.299999999999997</c:v>
                </c:pt>
                <c:pt idx="3555">
                  <c:v>37.299999999999997</c:v>
                </c:pt>
                <c:pt idx="3556">
                  <c:v>37.299999999999997</c:v>
                </c:pt>
                <c:pt idx="3557">
                  <c:v>37.299999999999997</c:v>
                </c:pt>
                <c:pt idx="3558">
                  <c:v>37.299999999999997</c:v>
                </c:pt>
                <c:pt idx="3559">
                  <c:v>37.299999999999997</c:v>
                </c:pt>
                <c:pt idx="3560">
                  <c:v>37.299999999999997</c:v>
                </c:pt>
                <c:pt idx="3561">
                  <c:v>37.299999999999997</c:v>
                </c:pt>
                <c:pt idx="3562">
                  <c:v>37.299999999999997</c:v>
                </c:pt>
                <c:pt idx="3563">
                  <c:v>37.299999999999997</c:v>
                </c:pt>
                <c:pt idx="3564">
                  <c:v>37.299999999999997</c:v>
                </c:pt>
                <c:pt idx="3565">
                  <c:v>37.299999999999997</c:v>
                </c:pt>
                <c:pt idx="3566">
                  <c:v>37.35</c:v>
                </c:pt>
                <c:pt idx="3567">
                  <c:v>37.35</c:v>
                </c:pt>
                <c:pt idx="3568">
                  <c:v>37.35</c:v>
                </c:pt>
                <c:pt idx="3569">
                  <c:v>37.35</c:v>
                </c:pt>
                <c:pt idx="3570">
                  <c:v>37.35</c:v>
                </c:pt>
                <c:pt idx="3571">
                  <c:v>37.35</c:v>
                </c:pt>
                <c:pt idx="3572">
                  <c:v>37.35</c:v>
                </c:pt>
                <c:pt idx="3573">
                  <c:v>37.35</c:v>
                </c:pt>
                <c:pt idx="3574">
                  <c:v>37.35</c:v>
                </c:pt>
                <c:pt idx="3575">
                  <c:v>37.4</c:v>
                </c:pt>
                <c:pt idx="3576">
                  <c:v>37.4</c:v>
                </c:pt>
                <c:pt idx="3577">
                  <c:v>37.4</c:v>
                </c:pt>
                <c:pt idx="3578">
                  <c:v>37.4</c:v>
                </c:pt>
                <c:pt idx="3579">
                  <c:v>37.4</c:v>
                </c:pt>
                <c:pt idx="3580">
                  <c:v>37.4</c:v>
                </c:pt>
                <c:pt idx="3581">
                  <c:v>37.4</c:v>
                </c:pt>
                <c:pt idx="3582">
                  <c:v>37.4</c:v>
                </c:pt>
                <c:pt idx="3583">
                  <c:v>37.4</c:v>
                </c:pt>
                <c:pt idx="3584">
                  <c:v>37.4</c:v>
                </c:pt>
                <c:pt idx="3585">
                  <c:v>37.4</c:v>
                </c:pt>
                <c:pt idx="3586">
                  <c:v>37.4</c:v>
                </c:pt>
                <c:pt idx="3587">
                  <c:v>37.4</c:v>
                </c:pt>
                <c:pt idx="3588">
                  <c:v>37.4</c:v>
                </c:pt>
                <c:pt idx="3589">
                  <c:v>37.4</c:v>
                </c:pt>
                <c:pt idx="3590">
                  <c:v>37.4</c:v>
                </c:pt>
                <c:pt idx="3591">
                  <c:v>37.450000000000003</c:v>
                </c:pt>
                <c:pt idx="3592">
                  <c:v>37.450000000000003</c:v>
                </c:pt>
                <c:pt idx="3593">
                  <c:v>37.450000000000003</c:v>
                </c:pt>
                <c:pt idx="3594">
                  <c:v>37.450000000000003</c:v>
                </c:pt>
                <c:pt idx="3595">
                  <c:v>37.450000000000003</c:v>
                </c:pt>
                <c:pt idx="3596">
                  <c:v>37.450000000000003</c:v>
                </c:pt>
                <c:pt idx="3597">
                  <c:v>37.450000000000003</c:v>
                </c:pt>
                <c:pt idx="3598">
                  <c:v>37.450000000000003</c:v>
                </c:pt>
                <c:pt idx="3599">
                  <c:v>37.450000000000003</c:v>
                </c:pt>
                <c:pt idx="3600">
                  <c:v>37.450000000000003</c:v>
                </c:pt>
                <c:pt idx="3601">
                  <c:v>37.450000000000003</c:v>
                </c:pt>
                <c:pt idx="3602">
                  <c:v>37.450000000000003</c:v>
                </c:pt>
                <c:pt idx="3603">
                  <c:v>37.450000000000003</c:v>
                </c:pt>
                <c:pt idx="3604">
                  <c:v>37.450000000000003</c:v>
                </c:pt>
                <c:pt idx="3605">
                  <c:v>37.450000000000003</c:v>
                </c:pt>
                <c:pt idx="3606">
                  <c:v>37.450000000000003</c:v>
                </c:pt>
                <c:pt idx="3607">
                  <c:v>37.450000000000003</c:v>
                </c:pt>
                <c:pt idx="3608">
                  <c:v>37.5</c:v>
                </c:pt>
                <c:pt idx="3609">
                  <c:v>37.5</c:v>
                </c:pt>
                <c:pt idx="3610">
                  <c:v>37.5</c:v>
                </c:pt>
                <c:pt idx="3611">
                  <c:v>37.5</c:v>
                </c:pt>
                <c:pt idx="3612">
                  <c:v>37.5</c:v>
                </c:pt>
                <c:pt idx="3613">
                  <c:v>37.5</c:v>
                </c:pt>
                <c:pt idx="3614">
                  <c:v>37.5</c:v>
                </c:pt>
                <c:pt idx="3615">
                  <c:v>37.5</c:v>
                </c:pt>
                <c:pt idx="3616">
                  <c:v>37.5</c:v>
                </c:pt>
                <c:pt idx="3617">
                  <c:v>37.5</c:v>
                </c:pt>
                <c:pt idx="3618">
                  <c:v>37.5</c:v>
                </c:pt>
                <c:pt idx="3619">
                  <c:v>37.549999999999997</c:v>
                </c:pt>
                <c:pt idx="3620">
                  <c:v>37.549999999999997</c:v>
                </c:pt>
                <c:pt idx="3621">
                  <c:v>37.549999999999997</c:v>
                </c:pt>
                <c:pt idx="3622">
                  <c:v>37.549999999999997</c:v>
                </c:pt>
                <c:pt idx="3623">
                  <c:v>37.549999999999997</c:v>
                </c:pt>
                <c:pt idx="3624">
                  <c:v>37.549999999999997</c:v>
                </c:pt>
                <c:pt idx="3625">
                  <c:v>37.549999999999997</c:v>
                </c:pt>
                <c:pt idx="3626">
                  <c:v>37.549999999999997</c:v>
                </c:pt>
                <c:pt idx="3627">
                  <c:v>37.549999999999997</c:v>
                </c:pt>
                <c:pt idx="3628">
                  <c:v>37.549999999999997</c:v>
                </c:pt>
                <c:pt idx="3629">
                  <c:v>37.549999999999997</c:v>
                </c:pt>
                <c:pt idx="3630">
                  <c:v>37.549999999999997</c:v>
                </c:pt>
                <c:pt idx="3631">
                  <c:v>37.6</c:v>
                </c:pt>
                <c:pt idx="3632">
                  <c:v>37.549999999999997</c:v>
                </c:pt>
                <c:pt idx="3633">
                  <c:v>37.549999999999997</c:v>
                </c:pt>
                <c:pt idx="3634">
                  <c:v>37.6</c:v>
                </c:pt>
                <c:pt idx="3635">
                  <c:v>37.6</c:v>
                </c:pt>
                <c:pt idx="3636">
                  <c:v>37.6</c:v>
                </c:pt>
                <c:pt idx="3637">
                  <c:v>37.6</c:v>
                </c:pt>
                <c:pt idx="3638">
                  <c:v>37.6</c:v>
                </c:pt>
                <c:pt idx="3639">
                  <c:v>37.6</c:v>
                </c:pt>
                <c:pt idx="3640">
                  <c:v>37.6</c:v>
                </c:pt>
                <c:pt idx="3641">
                  <c:v>37.6</c:v>
                </c:pt>
                <c:pt idx="3642">
                  <c:v>37.6</c:v>
                </c:pt>
                <c:pt idx="3643">
                  <c:v>37.6</c:v>
                </c:pt>
                <c:pt idx="3644">
                  <c:v>37.6</c:v>
                </c:pt>
                <c:pt idx="3645">
                  <c:v>37.6</c:v>
                </c:pt>
                <c:pt idx="3646">
                  <c:v>37.6</c:v>
                </c:pt>
                <c:pt idx="3647">
                  <c:v>37.6</c:v>
                </c:pt>
                <c:pt idx="3648">
                  <c:v>37.6</c:v>
                </c:pt>
                <c:pt idx="3649">
                  <c:v>37.65</c:v>
                </c:pt>
                <c:pt idx="3650">
                  <c:v>37.65</c:v>
                </c:pt>
                <c:pt idx="3651">
                  <c:v>37.65</c:v>
                </c:pt>
                <c:pt idx="3652">
                  <c:v>37.65</c:v>
                </c:pt>
                <c:pt idx="3653">
                  <c:v>37.65</c:v>
                </c:pt>
                <c:pt idx="3654">
                  <c:v>37.65</c:v>
                </c:pt>
                <c:pt idx="3655">
                  <c:v>37.65</c:v>
                </c:pt>
                <c:pt idx="3656">
                  <c:v>37.65</c:v>
                </c:pt>
                <c:pt idx="3657">
                  <c:v>37.65</c:v>
                </c:pt>
                <c:pt idx="3658">
                  <c:v>37.65</c:v>
                </c:pt>
                <c:pt idx="3659">
                  <c:v>37.65</c:v>
                </c:pt>
                <c:pt idx="3660">
                  <c:v>37.700000000000003</c:v>
                </c:pt>
                <c:pt idx="3661">
                  <c:v>37.700000000000003</c:v>
                </c:pt>
                <c:pt idx="3662">
                  <c:v>37.700000000000003</c:v>
                </c:pt>
                <c:pt idx="3663">
                  <c:v>37.700000000000003</c:v>
                </c:pt>
                <c:pt idx="3664">
                  <c:v>37.700000000000003</c:v>
                </c:pt>
                <c:pt idx="3665">
                  <c:v>37.700000000000003</c:v>
                </c:pt>
                <c:pt idx="3666">
                  <c:v>37.700000000000003</c:v>
                </c:pt>
                <c:pt idx="3667">
                  <c:v>37.700000000000003</c:v>
                </c:pt>
                <c:pt idx="3668">
                  <c:v>37.700000000000003</c:v>
                </c:pt>
                <c:pt idx="3669">
                  <c:v>37.700000000000003</c:v>
                </c:pt>
                <c:pt idx="3670">
                  <c:v>37.700000000000003</c:v>
                </c:pt>
                <c:pt idx="3671">
                  <c:v>37.700000000000003</c:v>
                </c:pt>
                <c:pt idx="3672">
                  <c:v>37.700000000000003</c:v>
                </c:pt>
                <c:pt idx="3673">
                  <c:v>37.75</c:v>
                </c:pt>
                <c:pt idx="3674">
                  <c:v>37.75</c:v>
                </c:pt>
                <c:pt idx="3675">
                  <c:v>37.75</c:v>
                </c:pt>
                <c:pt idx="3676">
                  <c:v>37.75</c:v>
                </c:pt>
                <c:pt idx="3677">
                  <c:v>37.75</c:v>
                </c:pt>
                <c:pt idx="3678">
                  <c:v>37.75</c:v>
                </c:pt>
                <c:pt idx="3679">
                  <c:v>37.75</c:v>
                </c:pt>
                <c:pt idx="3680">
                  <c:v>37.75</c:v>
                </c:pt>
                <c:pt idx="3681">
                  <c:v>37.75</c:v>
                </c:pt>
                <c:pt idx="3682">
                  <c:v>37.799999999999997</c:v>
                </c:pt>
                <c:pt idx="3683">
                  <c:v>37.799999999999997</c:v>
                </c:pt>
                <c:pt idx="3684">
                  <c:v>37.799999999999997</c:v>
                </c:pt>
                <c:pt idx="3685">
                  <c:v>37.799999999999997</c:v>
                </c:pt>
                <c:pt idx="3686">
                  <c:v>37.799999999999997</c:v>
                </c:pt>
                <c:pt idx="3687">
                  <c:v>37.799999999999997</c:v>
                </c:pt>
                <c:pt idx="3688">
                  <c:v>37.799999999999997</c:v>
                </c:pt>
                <c:pt idx="3689">
                  <c:v>37.799999999999997</c:v>
                </c:pt>
                <c:pt idx="3690">
                  <c:v>37.799999999999997</c:v>
                </c:pt>
                <c:pt idx="3691">
                  <c:v>37.799999999999997</c:v>
                </c:pt>
                <c:pt idx="3692">
                  <c:v>37.799999999999997</c:v>
                </c:pt>
                <c:pt idx="3693">
                  <c:v>37.799999999999997</c:v>
                </c:pt>
                <c:pt idx="3694">
                  <c:v>37.85</c:v>
                </c:pt>
                <c:pt idx="3695">
                  <c:v>37.85</c:v>
                </c:pt>
                <c:pt idx="3696">
                  <c:v>37.85</c:v>
                </c:pt>
                <c:pt idx="3697">
                  <c:v>37.85</c:v>
                </c:pt>
                <c:pt idx="3698">
                  <c:v>37.85</c:v>
                </c:pt>
                <c:pt idx="3699">
                  <c:v>37.85</c:v>
                </c:pt>
                <c:pt idx="3700">
                  <c:v>37.85</c:v>
                </c:pt>
                <c:pt idx="3701">
                  <c:v>37.85</c:v>
                </c:pt>
                <c:pt idx="3702">
                  <c:v>37.85</c:v>
                </c:pt>
                <c:pt idx="3703">
                  <c:v>37.85</c:v>
                </c:pt>
                <c:pt idx="3704">
                  <c:v>37.85</c:v>
                </c:pt>
                <c:pt idx="3705">
                  <c:v>37.9</c:v>
                </c:pt>
                <c:pt idx="3706">
                  <c:v>37.9</c:v>
                </c:pt>
                <c:pt idx="3707">
                  <c:v>37.85</c:v>
                </c:pt>
                <c:pt idx="3708">
                  <c:v>37.85</c:v>
                </c:pt>
                <c:pt idx="3709">
                  <c:v>37.9</c:v>
                </c:pt>
                <c:pt idx="3710">
                  <c:v>37.9</c:v>
                </c:pt>
                <c:pt idx="3711">
                  <c:v>37.9</c:v>
                </c:pt>
                <c:pt idx="3712">
                  <c:v>37.9</c:v>
                </c:pt>
                <c:pt idx="3713">
                  <c:v>37.9</c:v>
                </c:pt>
                <c:pt idx="3714">
                  <c:v>37.9</c:v>
                </c:pt>
                <c:pt idx="3715">
                  <c:v>37.9</c:v>
                </c:pt>
                <c:pt idx="3716">
                  <c:v>37.9</c:v>
                </c:pt>
                <c:pt idx="3717">
                  <c:v>37.9</c:v>
                </c:pt>
                <c:pt idx="3718">
                  <c:v>37.9</c:v>
                </c:pt>
                <c:pt idx="3719">
                  <c:v>37.9</c:v>
                </c:pt>
                <c:pt idx="3720">
                  <c:v>37.9</c:v>
                </c:pt>
                <c:pt idx="3721">
                  <c:v>37.950000000000003</c:v>
                </c:pt>
                <c:pt idx="3722">
                  <c:v>37.950000000000003</c:v>
                </c:pt>
                <c:pt idx="3723">
                  <c:v>37.950000000000003</c:v>
                </c:pt>
                <c:pt idx="3724">
                  <c:v>37.950000000000003</c:v>
                </c:pt>
                <c:pt idx="3725">
                  <c:v>37.950000000000003</c:v>
                </c:pt>
                <c:pt idx="3726">
                  <c:v>37.950000000000003</c:v>
                </c:pt>
                <c:pt idx="3727">
                  <c:v>37.950000000000003</c:v>
                </c:pt>
                <c:pt idx="3728">
                  <c:v>37.950000000000003</c:v>
                </c:pt>
                <c:pt idx="3729">
                  <c:v>37.950000000000003</c:v>
                </c:pt>
                <c:pt idx="3730">
                  <c:v>38</c:v>
                </c:pt>
                <c:pt idx="3731">
                  <c:v>38</c:v>
                </c:pt>
                <c:pt idx="3732">
                  <c:v>38</c:v>
                </c:pt>
                <c:pt idx="3733">
                  <c:v>38</c:v>
                </c:pt>
                <c:pt idx="3734">
                  <c:v>38</c:v>
                </c:pt>
                <c:pt idx="3735">
                  <c:v>38</c:v>
                </c:pt>
                <c:pt idx="3736">
                  <c:v>38</c:v>
                </c:pt>
                <c:pt idx="3737">
                  <c:v>38</c:v>
                </c:pt>
                <c:pt idx="3738">
                  <c:v>38</c:v>
                </c:pt>
                <c:pt idx="3739">
                  <c:v>38</c:v>
                </c:pt>
                <c:pt idx="3740">
                  <c:v>38.049999999999997</c:v>
                </c:pt>
                <c:pt idx="3741">
                  <c:v>38.049999999999997</c:v>
                </c:pt>
                <c:pt idx="3742">
                  <c:v>38.049999999999997</c:v>
                </c:pt>
                <c:pt idx="3743">
                  <c:v>38.049999999999997</c:v>
                </c:pt>
                <c:pt idx="3744">
                  <c:v>38.049999999999997</c:v>
                </c:pt>
                <c:pt idx="3745">
                  <c:v>38.049999999999997</c:v>
                </c:pt>
                <c:pt idx="3746">
                  <c:v>38.049999999999997</c:v>
                </c:pt>
                <c:pt idx="3747">
                  <c:v>38.049999999999997</c:v>
                </c:pt>
                <c:pt idx="3748">
                  <c:v>38.049999999999997</c:v>
                </c:pt>
                <c:pt idx="3749">
                  <c:v>38.049999999999997</c:v>
                </c:pt>
                <c:pt idx="3750">
                  <c:v>38.049999999999997</c:v>
                </c:pt>
                <c:pt idx="3751">
                  <c:v>38.049999999999997</c:v>
                </c:pt>
                <c:pt idx="3752">
                  <c:v>38.049999999999997</c:v>
                </c:pt>
                <c:pt idx="3753">
                  <c:v>38.1</c:v>
                </c:pt>
                <c:pt idx="3754">
                  <c:v>38.1</c:v>
                </c:pt>
                <c:pt idx="3755">
                  <c:v>38.1</c:v>
                </c:pt>
                <c:pt idx="3756">
                  <c:v>38.1</c:v>
                </c:pt>
                <c:pt idx="3757">
                  <c:v>38.1</c:v>
                </c:pt>
                <c:pt idx="3758">
                  <c:v>38.1</c:v>
                </c:pt>
                <c:pt idx="3759">
                  <c:v>38.1</c:v>
                </c:pt>
                <c:pt idx="3760">
                  <c:v>38.15</c:v>
                </c:pt>
                <c:pt idx="3761">
                  <c:v>38.15</c:v>
                </c:pt>
                <c:pt idx="3762">
                  <c:v>38.15</c:v>
                </c:pt>
                <c:pt idx="3763">
                  <c:v>38.15</c:v>
                </c:pt>
                <c:pt idx="3764">
                  <c:v>38.15</c:v>
                </c:pt>
                <c:pt idx="3765">
                  <c:v>38.15</c:v>
                </c:pt>
                <c:pt idx="3766">
                  <c:v>38.15</c:v>
                </c:pt>
                <c:pt idx="3767">
                  <c:v>38.15</c:v>
                </c:pt>
                <c:pt idx="3768">
                  <c:v>38.200000000000003</c:v>
                </c:pt>
                <c:pt idx="3769">
                  <c:v>38.200000000000003</c:v>
                </c:pt>
                <c:pt idx="3770">
                  <c:v>38.200000000000003</c:v>
                </c:pt>
                <c:pt idx="3771">
                  <c:v>38.200000000000003</c:v>
                </c:pt>
                <c:pt idx="3772">
                  <c:v>38.200000000000003</c:v>
                </c:pt>
                <c:pt idx="3773">
                  <c:v>38.200000000000003</c:v>
                </c:pt>
                <c:pt idx="3774">
                  <c:v>38.200000000000003</c:v>
                </c:pt>
                <c:pt idx="3775">
                  <c:v>38.200000000000003</c:v>
                </c:pt>
                <c:pt idx="3776">
                  <c:v>38.200000000000003</c:v>
                </c:pt>
                <c:pt idx="3777">
                  <c:v>38.25</c:v>
                </c:pt>
                <c:pt idx="3778">
                  <c:v>38.25</c:v>
                </c:pt>
                <c:pt idx="3779">
                  <c:v>38.25</c:v>
                </c:pt>
                <c:pt idx="3780">
                  <c:v>38.25</c:v>
                </c:pt>
                <c:pt idx="3781">
                  <c:v>38.25</c:v>
                </c:pt>
                <c:pt idx="3782">
                  <c:v>38.25</c:v>
                </c:pt>
                <c:pt idx="3783">
                  <c:v>38.25</c:v>
                </c:pt>
                <c:pt idx="3784">
                  <c:v>38.25</c:v>
                </c:pt>
                <c:pt idx="3785">
                  <c:v>38.25</c:v>
                </c:pt>
                <c:pt idx="3786">
                  <c:v>38.299999999999997</c:v>
                </c:pt>
                <c:pt idx="3787">
                  <c:v>38.299999999999997</c:v>
                </c:pt>
                <c:pt idx="3788">
                  <c:v>38.299999999999997</c:v>
                </c:pt>
                <c:pt idx="3789">
                  <c:v>38.299999999999997</c:v>
                </c:pt>
                <c:pt idx="3790">
                  <c:v>38.299999999999997</c:v>
                </c:pt>
                <c:pt idx="3791">
                  <c:v>38.299999999999997</c:v>
                </c:pt>
                <c:pt idx="3792">
                  <c:v>38.299999999999997</c:v>
                </c:pt>
                <c:pt idx="3793">
                  <c:v>38.299999999999997</c:v>
                </c:pt>
                <c:pt idx="3794">
                  <c:v>38.35</c:v>
                </c:pt>
                <c:pt idx="3795">
                  <c:v>38.35</c:v>
                </c:pt>
                <c:pt idx="3796">
                  <c:v>38.35</c:v>
                </c:pt>
                <c:pt idx="3797">
                  <c:v>38.35</c:v>
                </c:pt>
                <c:pt idx="3798">
                  <c:v>38.35</c:v>
                </c:pt>
                <c:pt idx="3799">
                  <c:v>38.35</c:v>
                </c:pt>
                <c:pt idx="3800">
                  <c:v>38.4</c:v>
                </c:pt>
                <c:pt idx="3801">
                  <c:v>38.4</c:v>
                </c:pt>
                <c:pt idx="3802">
                  <c:v>38.4</c:v>
                </c:pt>
                <c:pt idx="3803">
                  <c:v>38.4</c:v>
                </c:pt>
                <c:pt idx="3804">
                  <c:v>38.4</c:v>
                </c:pt>
                <c:pt idx="3805">
                  <c:v>38.4</c:v>
                </c:pt>
                <c:pt idx="3806">
                  <c:v>38.4</c:v>
                </c:pt>
                <c:pt idx="3807">
                  <c:v>38.4</c:v>
                </c:pt>
                <c:pt idx="3808">
                  <c:v>38.4</c:v>
                </c:pt>
                <c:pt idx="3809">
                  <c:v>38.450000000000003</c:v>
                </c:pt>
                <c:pt idx="3810">
                  <c:v>38.450000000000003</c:v>
                </c:pt>
                <c:pt idx="3811">
                  <c:v>38.450000000000003</c:v>
                </c:pt>
                <c:pt idx="3812">
                  <c:v>38.450000000000003</c:v>
                </c:pt>
                <c:pt idx="3813">
                  <c:v>38.450000000000003</c:v>
                </c:pt>
                <c:pt idx="3814">
                  <c:v>38.450000000000003</c:v>
                </c:pt>
                <c:pt idx="3815">
                  <c:v>38.450000000000003</c:v>
                </c:pt>
                <c:pt idx="3816">
                  <c:v>38.450000000000003</c:v>
                </c:pt>
                <c:pt idx="3817">
                  <c:v>38.5</c:v>
                </c:pt>
                <c:pt idx="3818">
                  <c:v>38.5</c:v>
                </c:pt>
                <c:pt idx="3819">
                  <c:v>38.5</c:v>
                </c:pt>
                <c:pt idx="3820">
                  <c:v>38.5</c:v>
                </c:pt>
                <c:pt idx="3821">
                  <c:v>38.5</c:v>
                </c:pt>
                <c:pt idx="3822">
                  <c:v>38.5</c:v>
                </c:pt>
                <c:pt idx="3823">
                  <c:v>38.5</c:v>
                </c:pt>
                <c:pt idx="3824">
                  <c:v>38.549999999999997</c:v>
                </c:pt>
                <c:pt idx="3825">
                  <c:v>38.549999999999997</c:v>
                </c:pt>
                <c:pt idx="3826">
                  <c:v>38.549999999999997</c:v>
                </c:pt>
                <c:pt idx="3827">
                  <c:v>38.549999999999997</c:v>
                </c:pt>
                <c:pt idx="3828">
                  <c:v>38.549999999999997</c:v>
                </c:pt>
                <c:pt idx="3829">
                  <c:v>38.6</c:v>
                </c:pt>
                <c:pt idx="3830">
                  <c:v>38.6</c:v>
                </c:pt>
                <c:pt idx="3831">
                  <c:v>38.6</c:v>
                </c:pt>
                <c:pt idx="3832">
                  <c:v>38.6</c:v>
                </c:pt>
                <c:pt idx="3833">
                  <c:v>38.6</c:v>
                </c:pt>
                <c:pt idx="3834">
                  <c:v>38.6</c:v>
                </c:pt>
                <c:pt idx="3835">
                  <c:v>38.6</c:v>
                </c:pt>
                <c:pt idx="3836">
                  <c:v>38.65</c:v>
                </c:pt>
                <c:pt idx="3837">
                  <c:v>38.65</c:v>
                </c:pt>
                <c:pt idx="3838">
                  <c:v>38.65</c:v>
                </c:pt>
                <c:pt idx="3839">
                  <c:v>38.65</c:v>
                </c:pt>
                <c:pt idx="3840">
                  <c:v>38.65</c:v>
                </c:pt>
                <c:pt idx="3841">
                  <c:v>38.65</c:v>
                </c:pt>
                <c:pt idx="3842">
                  <c:v>38.65</c:v>
                </c:pt>
                <c:pt idx="3843">
                  <c:v>38.700000000000003</c:v>
                </c:pt>
                <c:pt idx="3844">
                  <c:v>38.700000000000003</c:v>
                </c:pt>
                <c:pt idx="3845">
                  <c:v>38.700000000000003</c:v>
                </c:pt>
                <c:pt idx="3846">
                  <c:v>38.700000000000003</c:v>
                </c:pt>
                <c:pt idx="3847">
                  <c:v>38.700000000000003</c:v>
                </c:pt>
                <c:pt idx="3848">
                  <c:v>38.75</c:v>
                </c:pt>
                <c:pt idx="3849">
                  <c:v>38.75</c:v>
                </c:pt>
                <c:pt idx="3850">
                  <c:v>38.75</c:v>
                </c:pt>
                <c:pt idx="3851">
                  <c:v>38.75</c:v>
                </c:pt>
                <c:pt idx="3852">
                  <c:v>38.75</c:v>
                </c:pt>
                <c:pt idx="3853">
                  <c:v>38.799999999999997</c:v>
                </c:pt>
                <c:pt idx="3854">
                  <c:v>38.799999999999997</c:v>
                </c:pt>
                <c:pt idx="3855">
                  <c:v>38.799999999999997</c:v>
                </c:pt>
                <c:pt idx="3856">
                  <c:v>38.799999999999997</c:v>
                </c:pt>
                <c:pt idx="3857">
                  <c:v>38.799999999999997</c:v>
                </c:pt>
                <c:pt idx="3858">
                  <c:v>38.799999999999997</c:v>
                </c:pt>
                <c:pt idx="3859">
                  <c:v>38.799999999999997</c:v>
                </c:pt>
                <c:pt idx="3860">
                  <c:v>38.799999999999997</c:v>
                </c:pt>
                <c:pt idx="3861">
                  <c:v>38.85</c:v>
                </c:pt>
                <c:pt idx="3862">
                  <c:v>38.85</c:v>
                </c:pt>
                <c:pt idx="3863">
                  <c:v>38.85</c:v>
                </c:pt>
                <c:pt idx="3864">
                  <c:v>38.85</c:v>
                </c:pt>
                <c:pt idx="3865">
                  <c:v>38.85</c:v>
                </c:pt>
                <c:pt idx="3866">
                  <c:v>38.85</c:v>
                </c:pt>
                <c:pt idx="3867">
                  <c:v>38.85</c:v>
                </c:pt>
                <c:pt idx="3868">
                  <c:v>38.85</c:v>
                </c:pt>
                <c:pt idx="3869">
                  <c:v>38.85</c:v>
                </c:pt>
                <c:pt idx="3870">
                  <c:v>38.85</c:v>
                </c:pt>
                <c:pt idx="3871">
                  <c:v>38.85</c:v>
                </c:pt>
                <c:pt idx="3872">
                  <c:v>38.85</c:v>
                </c:pt>
                <c:pt idx="3873">
                  <c:v>38.85</c:v>
                </c:pt>
                <c:pt idx="3874">
                  <c:v>38.85</c:v>
                </c:pt>
                <c:pt idx="3875">
                  <c:v>38.85</c:v>
                </c:pt>
                <c:pt idx="3876">
                  <c:v>38.85</c:v>
                </c:pt>
                <c:pt idx="3877">
                  <c:v>38.85</c:v>
                </c:pt>
                <c:pt idx="3878">
                  <c:v>38.85</c:v>
                </c:pt>
                <c:pt idx="3879">
                  <c:v>38.85</c:v>
                </c:pt>
                <c:pt idx="3880">
                  <c:v>38.85</c:v>
                </c:pt>
                <c:pt idx="3881">
                  <c:v>38.85</c:v>
                </c:pt>
                <c:pt idx="3882">
                  <c:v>38.799999999999997</c:v>
                </c:pt>
                <c:pt idx="3883">
                  <c:v>38.799999999999997</c:v>
                </c:pt>
                <c:pt idx="3884">
                  <c:v>38.799999999999997</c:v>
                </c:pt>
                <c:pt idx="3885">
                  <c:v>38.799999999999997</c:v>
                </c:pt>
                <c:pt idx="3886">
                  <c:v>38.799999999999997</c:v>
                </c:pt>
                <c:pt idx="3887">
                  <c:v>38.799999999999997</c:v>
                </c:pt>
                <c:pt idx="3888">
                  <c:v>38.799999999999997</c:v>
                </c:pt>
                <c:pt idx="3889">
                  <c:v>38.799999999999997</c:v>
                </c:pt>
                <c:pt idx="3890">
                  <c:v>38.799999999999997</c:v>
                </c:pt>
                <c:pt idx="3891">
                  <c:v>38.799999999999997</c:v>
                </c:pt>
                <c:pt idx="3892">
                  <c:v>38.799999999999997</c:v>
                </c:pt>
                <c:pt idx="3893">
                  <c:v>38.799999999999997</c:v>
                </c:pt>
                <c:pt idx="3894">
                  <c:v>38.799999999999997</c:v>
                </c:pt>
                <c:pt idx="3895">
                  <c:v>38.799999999999997</c:v>
                </c:pt>
                <c:pt idx="3896">
                  <c:v>38.799999999999997</c:v>
                </c:pt>
                <c:pt idx="3897">
                  <c:v>38.799999999999997</c:v>
                </c:pt>
                <c:pt idx="3898">
                  <c:v>38.799999999999997</c:v>
                </c:pt>
                <c:pt idx="3899">
                  <c:v>38.75</c:v>
                </c:pt>
                <c:pt idx="3900">
                  <c:v>38.799999999999997</c:v>
                </c:pt>
                <c:pt idx="3901">
                  <c:v>38.75</c:v>
                </c:pt>
                <c:pt idx="3902">
                  <c:v>38.75</c:v>
                </c:pt>
                <c:pt idx="3903">
                  <c:v>38.75</c:v>
                </c:pt>
                <c:pt idx="3904">
                  <c:v>38.75</c:v>
                </c:pt>
                <c:pt idx="3905">
                  <c:v>38.75</c:v>
                </c:pt>
                <c:pt idx="3906">
                  <c:v>38.75</c:v>
                </c:pt>
                <c:pt idx="3907">
                  <c:v>38.75</c:v>
                </c:pt>
                <c:pt idx="3908">
                  <c:v>38.75</c:v>
                </c:pt>
                <c:pt idx="3909">
                  <c:v>38.75</c:v>
                </c:pt>
                <c:pt idx="3910">
                  <c:v>38.75</c:v>
                </c:pt>
                <c:pt idx="3911">
                  <c:v>38.700000000000003</c:v>
                </c:pt>
                <c:pt idx="3912">
                  <c:v>38.700000000000003</c:v>
                </c:pt>
                <c:pt idx="3913">
                  <c:v>38.700000000000003</c:v>
                </c:pt>
                <c:pt idx="3914">
                  <c:v>38.700000000000003</c:v>
                </c:pt>
                <c:pt idx="3915">
                  <c:v>38.700000000000003</c:v>
                </c:pt>
                <c:pt idx="3916">
                  <c:v>38.700000000000003</c:v>
                </c:pt>
                <c:pt idx="3917">
                  <c:v>38.700000000000003</c:v>
                </c:pt>
                <c:pt idx="3918">
                  <c:v>38.700000000000003</c:v>
                </c:pt>
                <c:pt idx="3919">
                  <c:v>38.700000000000003</c:v>
                </c:pt>
                <c:pt idx="3920">
                  <c:v>38.700000000000003</c:v>
                </c:pt>
                <c:pt idx="3921">
                  <c:v>38.65</c:v>
                </c:pt>
                <c:pt idx="3922">
                  <c:v>38.65</c:v>
                </c:pt>
                <c:pt idx="3923">
                  <c:v>38.65</c:v>
                </c:pt>
                <c:pt idx="3924">
                  <c:v>38.65</c:v>
                </c:pt>
                <c:pt idx="3925">
                  <c:v>38.65</c:v>
                </c:pt>
                <c:pt idx="3926">
                  <c:v>38.65</c:v>
                </c:pt>
                <c:pt idx="3927">
                  <c:v>38.65</c:v>
                </c:pt>
                <c:pt idx="3928">
                  <c:v>38.65</c:v>
                </c:pt>
                <c:pt idx="3929">
                  <c:v>38.65</c:v>
                </c:pt>
                <c:pt idx="3930">
                  <c:v>38.65</c:v>
                </c:pt>
                <c:pt idx="3931">
                  <c:v>38.65</c:v>
                </c:pt>
                <c:pt idx="3932">
                  <c:v>38.6</c:v>
                </c:pt>
                <c:pt idx="3933">
                  <c:v>38.6</c:v>
                </c:pt>
                <c:pt idx="3934">
                  <c:v>38.6</c:v>
                </c:pt>
                <c:pt idx="3935">
                  <c:v>38.6</c:v>
                </c:pt>
                <c:pt idx="3936">
                  <c:v>38.6</c:v>
                </c:pt>
                <c:pt idx="3937">
                  <c:v>38.6</c:v>
                </c:pt>
                <c:pt idx="3938">
                  <c:v>38.6</c:v>
                </c:pt>
                <c:pt idx="3939">
                  <c:v>38.6</c:v>
                </c:pt>
                <c:pt idx="3940">
                  <c:v>38.6</c:v>
                </c:pt>
                <c:pt idx="3941">
                  <c:v>38.6</c:v>
                </c:pt>
                <c:pt idx="3942">
                  <c:v>38.549999999999997</c:v>
                </c:pt>
                <c:pt idx="3943">
                  <c:v>38.549999999999997</c:v>
                </c:pt>
                <c:pt idx="3944">
                  <c:v>38.549999999999997</c:v>
                </c:pt>
                <c:pt idx="3945">
                  <c:v>38.549999999999997</c:v>
                </c:pt>
                <c:pt idx="3946">
                  <c:v>38.549999999999997</c:v>
                </c:pt>
                <c:pt idx="3947">
                  <c:v>38.549999999999997</c:v>
                </c:pt>
                <c:pt idx="3948">
                  <c:v>38.549999999999997</c:v>
                </c:pt>
                <c:pt idx="3949">
                  <c:v>38.549999999999997</c:v>
                </c:pt>
                <c:pt idx="3950">
                  <c:v>38.549999999999997</c:v>
                </c:pt>
                <c:pt idx="3951">
                  <c:v>38.5</c:v>
                </c:pt>
                <c:pt idx="3952">
                  <c:v>38.5</c:v>
                </c:pt>
                <c:pt idx="3953">
                  <c:v>38.5</c:v>
                </c:pt>
                <c:pt idx="3954">
                  <c:v>38.5</c:v>
                </c:pt>
                <c:pt idx="3955">
                  <c:v>38.5</c:v>
                </c:pt>
                <c:pt idx="3956">
                  <c:v>38.5</c:v>
                </c:pt>
                <c:pt idx="3957">
                  <c:v>38.5</c:v>
                </c:pt>
                <c:pt idx="3958">
                  <c:v>38.5</c:v>
                </c:pt>
                <c:pt idx="3959">
                  <c:v>38.450000000000003</c:v>
                </c:pt>
                <c:pt idx="3960">
                  <c:v>38.450000000000003</c:v>
                </c:pt>
                <c:pt idx="3961">
                  <c:v>38.450000000000003</c:v>
                </c:pt>
                <c:pt idx="3962">
                  <c:v>38.450000000000003</c:v>
                </c:pt>
                <c:pt idx="3963">
                  <c:v>38.450000000000003</c:v>
                </c:pt>
                <c:pt idx="3964">
                  <c:v>38.450000000000003</c:v>
                </c:pt>
                <c:pt idx="3965">
                  <c:v>38.450000000000003</c:v>
                </c:pt>
                <c:pt idx="3966">
                  <c:v>38.450000000000003</c:v>
                </c:pt>
                <c:pt idx="3967">
                  <c:v>38.450000000000003</c:v>
                </c:pt>
                <c:pt idx="3968">
                  <c:v>38.450000000000003</c:v>
                </c:pt>
                <c:pt idx="3969">
                  <c:v>38.4</c:v>
                </c:pt>
                <c:pt idx="3970">
                  <c:v>38.4</c:v>
                </c:pt>
                <c:pt idx="3971">
                  <c:v>38.4</c:v>
                </c:pt>
                <c:pt idx="3972">
                  <c:v>38.4</c:v>
                </c:pt>
                <c:pt idx="3973">
                  <c:v>38.4</c:v>
                </c:pt>
                <c:pt idx="3974">
                  <c:v>38.4</c:v>
                </c:pt>
                <c:pt idx="3975">
                  <c:v>38.4</c:v>
                </c:pt>
                <c:pt idx="3976">
                  <c:v>38.4</c:v>
                </c:pt>
                <c:pt idx="3977">
                  <c:v>38.4</c:v>
                </c:pt>
                <c:pt idx="3978">
                  <c:v>38.4</c:v>
                </c:pt>
                <c:pt idx="3979">
                  <c:v>38.35</c:v>
                </c:pt>
                <c:pt idx="3980">
                  <c:v>38.35</c:v>
                </c:pt>
                <c:pt idx="3981">
                  <c:v>38.35</c:v>
                </c:pt>
                <c:pt idx="3982">
                  <c:v>38.35</c:v>
                </c:pt>
                <c:pt idx="3983">
                  <c:v>38.35</c:v>
                </c:pt>
                <c:pt idx="3984">
                  <c:v>38.35</c:v>
                </c:pt>
                <c:pt idx="3985">
                  <c:v>38.35</c:v>
                </c:pt>
                <c:pt idx="3986">
                  <c:v>38.35</c:v>
                </c:pt>
                <c:pt idx="3987">
                  <c:v>38.35</c:v>
                </c:pt>
                <c:pt idx="3988">
                  <c:v>38.35</c:v>
                </c:pt>
                <c:pt idx="3989">
                  <c:v>38.299999999999997</c:v>
                </c:pt>
                <c:pt idx="3990">
                  <c:v>38.299999999999997</c:v>
                </c:pt>
                <c:pt idx="3991">
                  <c:v>38.299999999999997</c:v>
                </c:pt>
                <c:pt idx="3992">
                  <c:v>38.299999999999997</c:v>
                </c:pt>
                <c:pt idx="3993">
                  <c:v>38.299999999999997</c:v>
                </c:pt>
                <c:pt idx="3994">
                  <c:v>38.299999999999997</c:v>
                </c:pt>
                <c:pt idx="3995">
                  <c:v>38.299999999999997</c:v>
                </c:pt>
                <c:pt idx="3996">
                  <c:v>38.299999999999997</c:v>
                </c:pt>
                <c:pt idx="3997">
                  <c:v>38.299999999999997</c:v>
                </c:pt>
                <c:pt idx="3998">
                  <c:v>38.25</c:v>
                </c:pt>
                <c:pt idx="3999">
                  <c:v>38.25</c:v>
                </c:pt>
                <c:pt idx="4000">
                  <c:v>38.25</c:v>
                </c:pt>
                <c:pt idx="4001">
                  <c:v>38.25</c:v>
                </c:pt>
                <c:pt idx="4002">
                  <c:v>38.25</c:v>
                </c:pt>
                <c:pt idx="4003">
                  <c:v>38.25</c:v>
                </c:pt>
                <c:pt idx="4004">
                  <c:v>38.25</c:v>
                </c:pt>
                <c:pt idx="4005">
                  <c:v>38.25</c:v>
                </c:pt>
                <c:pt idx="4006">
                  <c:v>38.25</c:v>
                </c:pt>
                <c:pt idx="4007">
                  <c:v>38.200000000000003</c:v>
                </c:pt>
                <c:pt idx="4008">
                  <c:v>38.200000000000003</c:v>
                </c:pt>
                <c:pt idx="4009">
                  <c:v>38.200000000000003</c:v>
                </c:pt>
                <c:pt idx="4010">
                  <c:v>38.200000000000003</c:v>
                </c:pt>
                <c:pt idx="4011">
                  <c:v>38.200000000000003</c:v>
                </c:pt>
                <c:pt idx="4012">
                  <c:v>38.200000000000003</c:v>
                </c:pt>
                <c:pt idx="4013">
                  <c:v>38.200000000000003</c:v>
                </c:pt>
                <c:pt idx="4014">
                  <c:v>38.200000000000003</c:v>
                </c:pt>
                <c:pt idx="4015">
                  <c:v>38.200000000000003</c:v>
                </c:pt>
                <c:pt idx="4016">
                  <c:v>38.200000000000003</c:v>
                </c:pt>
                <c:pt idx="4017">
                  <c:v>38.15</c:v>
                </c:pt>
                <c:pt idx="4018">
                  <c:v>38.15</c:v>
                </c:pt>
                <c:pt idx="4019">
                  <c:v>38.15</c:v>
                </c:pt>
                <c:pt idx="4020">
                  <c:v>38.15</c:v>
                </c:pt>
                <c:pt idx="4021">
                  <c:v>38.15</c:v>
                </c:pt>
                <c:pt idx="4022">
                  <c:v>38.15</c:v>
                </c:pt>
                <c:pt idx="4023">
                  <c:v>38.15</c:v>
                </c:pt>
                <c:pt idx="4024">
                  <c:v>38.1</c:v>
                </c:pt>
                <c:pt idx="4025">
                  <c:v>38.1</c:v>
                </c:pt>
                <c:pt idx="4026">
                  <c:v>38.1</c:v>
                </c:pt>
                <c:pt idx="4027">
                  <c:v>38.1</c:v>
                </c:pt>
                <c:pt idx="4028">
                  <c:v>38.1</c:v>
                </c:pt>
                <c:pt idx="4029">
                  <c:v>38.1</c:v>
                </c:pt>
                <c:pt idx="4030">
                  <c:v>38.1</c:v>
                </c:pt>
                <c:pt idx="4031">
                  <c:v>38.1</c:v>
                </c:pt>
                <c:pt idx="4032">
                  <c:v>38.1</c:v>
                </c:pt>
                <c:pt idx="4033">
                  <c:v>38.1</c:v>
                </c:pt>
                <c:pt idx="4034">
                  <c:v>38.049999999999997</c:v>
                </c:pt>
                <c:pt idx="4035">
                  <c:v>38.049999999999997</c:v>
                </c:pt>
                <c:pt idx="4036">
                  <c:v>38.049999999999997</c:v>
                </c:pt>
                <c:pt idx="4037">
                  <c:v>38.049999999999997</c:v>
                </c:pt>
                <c:pt idx="4038">
                  <c:v>38.049999999999997</c:v>
                </c:pt>
                <c:pt idx="4039">
                  <c:v>38.049999999999997</c:v>
                </c:pt>
                <c:pt idx="4040">
                  <c:v>38.049999999999997</c:v>
                </c:pt>
                <c:pt idx="4041">
                  <c:v>38.049999999999997</c:v>
                </c:pt>
                <c:pt idx="4042">
                  <c:v>38.049999999999997</c:v>
                </c:pt>
                <c:pt idx="4043">
                  <c:v>38.049999999999997</c:v>
                </c:pt>
                <c:pt idx="4044">
                  <c:v>38</c:v>
                </c:pt>
                <c:pt idx="4045">
                  <c:v>38</c:v>
                </c:pt>
                <c:pt idx="4046">
                  <c:v>38</c:v>
                </c:pt>
                <c:pt idx="4047">
                  <c:v>38</c:v>
                </c:pt>
                <c:pt idx="4048">
                  <c:v>38</c:v>
                </c:pt>
                <c:pt idx="4049">
                  <c:v>38</c:v>
                </c:pt>
                <c:pt idx="4050">
                  <c:v>38</c:v>
                </c:pt>
                <c:pt idx="4051">
                  <c:v>38</c:v>
                </c:pt>
                <c:pt idx="4052">
                  <c:v>38</c:v>
                </c:pt>
                <c:pt idx="4053">
                  <c:v>38</c:v>
                </c:pt>
                <c:pt idx="4054">
                  <c:v>37.950000000000003</c:v>
                </c:pt>
                <c:pt idx="4055">
                  <c:v>38</c:v>
                </c:pt>
                <c:pt idx="4056">
                  <c:v>38</c:v>
                </c:pt>
                <c:pt idx="4057">
                  <c:v>37.950000000000003</c:v>
                </c:pt>
                <c:pt idx="4058">
                  <c:v>37.950000000000003</c:v>
                </c:pt>
                <c:pt idx="4059">
                  <c:v>37.950000000000003</c:v>
                </c:pt>
                <c:pt idx="4060">
                  <c:v>37.950000000000003</c:v>
                </c:pt>
                <c:pt idx="4061">
                  <c:v>37.950000000000003</c:v>
                </c:pt>
                <c:pt idx="4062">
                  <c:v>37.950000000000003</c:v>
                </c:pt>
                <c:pt idx="4063">
                  <c:v>37.9</c:v>
                </c:pt>
                <c:pt idx="4064">
                  <c:v>37.9</c:v>
                </c:pt>
                <c:pt idx="4065">
                  <c:v>37.950000000000003</c:v>
                </c:pt>
                <c:pt idx="4066">
                  <c:v>37.950000000000003</c:v>
                </c:pt>
                <c:pt idx="4067">
                  <c:v>37.950000000000003</c:v>
                </c:pt>
                <c:pt idx="4068">
                  <c:v>37.9</c:v>
                </c:pt>
                <c:pt idx="4069">
                  <c:v>37.9</c:v>
                </c:pt>
                <c:pt idx="4070">
                  <c:v>37.9</c:v>
                </c:pt>
                <c:pt idx="4071">
                  <c:v>37.9</c:v>
                </c:pt>
                <c:pt idx="4072">
                  <c:v>37.9</c:v>
                </c:pt>
                <c:pt idx="4073">
                  <c:v>37.9</c:v>
                </c:pt>
                <c:pt idx="4074">
                  <c:v>37.9</c:v>
                </c:pt>
                <c:pt idx="4075">
                  <c:v>37.9</c:v>
                </c:pt>
                <c:pt idx="4076">
                  <c:v>37.9</c:v>
                </c:pt>
                <c:pt idx="4077">
                  <c:v>37.9</c:v>
                </c:pt>
                <c:pt idx="4078">
                  <c:v>37.9</c:v>
                </c:pt>
                <c:pt idx="4079">
                  <c:v>37.9</c:v>
                </c:pt>
                <c:pt idx="4080">
                  <c:v>37.9</c:v>
                </c:pt>
                <c:pt idx="4081">
                  <c:v>37.85</c:v>
                </c:pt>
                <c:pt idx="4082">
                  <c:v>37.85</c:v>
                </c:pt>
                <c:pt idx="4083">
                  <c:v>37.85</c:v>
                </c:pt>
                <c:pt idx="4084">
                  <c:v>37.85</c:v>
                </c:pt>
                <c:pt idx="4085">
                  <c:v>37.85</c:v>
                </c:pt>
                <c:pt idx="4086">
                  <c:v>37.85</c:v>
                </c:pt>
                <c:pt idx="4087">
                  <c:v>37.85</c:v>
                </c:pt>
                <c:pt idx="4088">
                  <c:v>37.85</c:v>
                </c:pt>
                <c:pt idx="4089">
                  <c:v>37.85</c:v>
                </c:pt>
                <c:pt idx="4090">
                  <c:v>37.85</c:v>
                </c:pt>
                <c:pt idx="4091">
                  <c:v>37.799999999999997</c:v>
                </c:pt>
                <c:pt idx="4092">
                  <c:v>37.799999999999997</c:v>
                </c:pt>
                <c:pt idx="4093">
                  <c:v>37.799999999999997</c:v>
                </c:pt>
                <c:pt idx="4094">
                  <c:v>37.799999999999997</c:v>
                </c:pt>
                <c:pt idx="4095">
                  <c:v>37.799999999999997</c:v>
                </c:pt>
                <c:pt idx="4096">
                  <c:v>37.799999999999997</c:v>
                </c:pt>
                <c:pt idx="4097">
                  <c:v>37.799999999999997</c:v>
                </c:pt>
                <c:pt idx="4098">
                  <c:v>37.799999999999997</c:v>
                </c:pt>
                <c:pt idx="4099">
                  <c:v>37.799999999999997</c:v>
                </c:pt>
                <c:pt idx="4100">
                  <c:v>37.799999999999997</c:v>
                </c:pt>
                <c:pt idx="4101">
                  <c:v>37.75</c:v>
                </c:pt>
                <c:pt idx="4102">
                  <c:v>37.75</c:v>
                </c:pt>
                <c:pt idx="4103">
                  <c:v>37.75</c:v>
                </c:pt>
                <c:pt idx="4104">
                  <c:v>37.75</c:v>
                </c:pt>
                <c:pt idx="4105">
                  <c:v>37.75</c:v>
                </c:pt>
                <c:pt idx="4106">
                  <c:v>37.75</c:v>
                </c:pt>
                <c:pt idx="4107">
                  <c:v>37.75</c:v>
                </c:pt>
                <c:pt idx="4108">
                  <c:v>37.75</c:v>
                </c:pt>
                <c:pt idx="4109">
                  <c:v>37.75</c:v>
                </c:pt>
                <c:pt idx="4110">
                  <c:v>37.75</c:v>
                </c:pt>
                <c:pt idx="4111">
                  <c:v>37.75</c:v>
                </c:pt>
                <c:pt idx="4112">
                  <c:v>37.700000000000003</c:v>
                </c:pt>
                <c:pt idx="4113">
                  <c:v>37.700000000000003</c:v>
                </c:pt>
                <c:pt idx="4114">
                  <c:v>37.700000000000003</c:v>
                </c:pt>
                <c:pt idx="4115">
                  <c:v>37.700000000000003</c:v>
                </c:pt>
                <c:pt idx="4116">
                  <c:v>37.700000000000003</c:v>
                </c:pt>
                <c:pt idx="4117">
                  <c:v>37.700000000000003</c:v>
                </c:pt>
                <c:pt idx="4118">
                  <c:v>37.700000000000003</c:v>
                </c:pt>
                <c:pt idx="4119">
                  <c:v>37.700000000000003</c:v>
                </c:pt>
                <c:pt idx="4120">
                  <c:v>37.700000000000003</c:v>
                </c:pt>
                <c:pt idx="4121">
                  <c:v>37.700000000000003</c:v>
                </c:pt>
                <c:pt idx="4122">
                  <c:v>37.700000000000003</c:v>
                </c:pt>
                <c:pt idx="4123">
                  <c:v>37.65</c:v>
                </c:pt>
                <c:pt idx="4124">
                  <c:v>37.65</c:v>
                </c:pt>
                <c:pt idx="4125">
                  <c:v>37.65</c:v>
                </c:pt>
                <c:pt idx="4126">
                  <c:v>37.65</c:v>
                </c:pt>
                <c:pt idx="4127">
                  <c:v>37.65</c:v>
                </c:pt>
                <c:pt idx="4128">
                  <c:v>37.65</c:v>
                </c:pt>
                <c:pt idx="4129">
                  <c:v>37.65</c:v>
                </c:pt>
                <c:pt idx="4130">
                  <c:v>37.65</c:v>
                </c:pt>
                <c:pt idx="4131">
                  <c:v>37.6</c:v>
                </c:pt>
                <c:pt idx="4132">
                  <c:v>37.6</c:v>
                </c:pt>
                <c:pt idx="4133">
                  <c:v>37.6</c:v>
                </c:pt>
                <c:pt idx="4134">
                  <c:v>37.6</c:v>
                </c:pt>
                <c:pt idx="4135">
                  <c:v>37.6</c:v>
                </c:pt>
                <c:pt idx="4136">
                  <c:v>37.6</c:v>
                </c:pt>
                <c:pt idx="4137">
                  <c:v>37.6</c:v>
                </c:pt>
                <c:pt idx="4138">
                  <c:v>37.6</c:v>
                </c:pt>
                <c:pt idx="4139">
                  <c:v>37.6</c:v>
                </c:pt>
                <c:pt idx="4140">
                  <c:v>37.6</c:v>
                </c:pt>
                <c:pt idx="4141">
                  <c:v>37.6</c:v>
                </c:pt>
                <c:pt idx="4142">
                  <c:v>37.549999999999997</c:v>
                </c:pt>
                <c:pt idx="4143">
                  <c:v>37.549999999999997</c:v>
                </c:pt>
                <c:pt idx="4144">
                  <c:v>37.549999999999997</c:v>
                </c:pt>
                <c:pt idx="4145">
                  <c:v>37.549999999999997</c:v>
                </c:pt>
                <c:pt idx="4146">
                  <c:v>37.549999999999997</c:v>
                </c:pt>
                <c:pt idx="4147">
                  <c:v>37.549999999999997</c:v>
                </c:pt>
                <c:pt idx="4148">
                  <c:v>37.549999999999997</c:v>
                </c:pt>
                <c:pt idx="4149">
                  <c:v>37.549999999999997</c:v>
                </c:pt>
                <c:pt idx="4150">
                  <c:v>37.549999999999997</c:v>
                </c:pt>
                <c:pt idx="4151">
                  <c:v>37.549999999999997</c:v>
                </c:pt>
                <c:pt idx="4152">
                  <c:v>37.549999999999997</c:v>
                </c:pt>
                <c:pt idx="4153">
                  <c:v>37.549999999999997</c:v>
                </c:pt>
                <c:pt idx="4154">
                  <c:v>37.5</c:v>
                </c:pt>
                <c:pt idx="4155">
                  <c:v>37.5</c:v>
                </c:pt>
                <c:pt idx="4156">
                  <c:v>37.5</c:v>
                </c:pt>
                <c:pt idx="4157">
                  <c:v>37.5</c:v>
                </c:pt>
                <c:pt idx="4158">
                  <c:v>37.5</c:v>
                </c:pt>
                <c:pt idx="4159">
                  <c:v>37.5</c:v>
                </c:pt>
                <c:pt idx="4160">
                  <c:v>37.5</c:v>
                </c:pt>
                <c:pt idx="4161">
                  <c:v>37.5</c:v>
                </c:pt>
                <c:pt idx="4162">
                  <c:v>37.450000000000003</c:v>
                </c:pt>
                <c:pt idx="4163">
                  <c:v>37.450000000000003</c:v>
                </c:pt>
                <c:pt idx="4164">
                  <c:v>37.450000000000003</c:v>
                </c:pt>
                <c:pt idx="4165">
                  <c:v>37.450000000000003</c:v>
                </c:pt>
                <c:pt idx="4166">
                  <c:v>37.450000000000003</c:v>
                </c:pt>
                <c:pt idx="4167">
                  <c:v>37.450000000000003</c:v>
                </c:pt>
                <c:pt idx="4168">
                  <c:v>37.450000000000003</c:v>
                </c:pt>
                <c:pt idx="4169">
                  <c:v>37.450000000000003</c:v>
                </c:pt>
                <c:pt idx="4170">
                  <c:v>37.450000000000003</c:v>
                </c:pt>
                <c:pt idx="4171">
                  <c:v>37.450000000000003</c:v>
                </c:pt>
                <c:pt idx="4172">
                  <c:v>37.450000000000003</c:v>
                </c:pt>
                <c:pt idx="4173">
                  <c:v>37.450000000000003</c:v>
                </c:pt>
                <c:pt idx="4174">
                  <c:v>37.4</c:v>
                </c:pt>
                <c:pt idx="4175">
                  <c:v>37.4</c:v>
                </c:pt>
                <c:pt idx="4176">
                  <c:v>37.4</c:v>
                </c:pt>
                <c:pt idx="4177">
                  <c:v>37.4</c:v>
                </c:pt>
                <c:pt idx="4178">
                  <c:v>37.4</c:v>
                </c:pt>
                <c:pt idx="4179">
                  <c:v>37.4</c:v>
                </c:pt>
                <c:pt idx="4180">
                  <c:v>37.4</c:v>
                </c:pt>
                <c:pt idx="4181">
                  <c:v>37.4</c:v>
                </c:pt>
                <c:pt idx="4182">
                  <c:v>37.4</c:v>
                </c:pt>
                <c:pt idx="4183">
                  <c:v>37.4</c:v>
                </c:pt>
                <c:pt idx="4184">
                  <c:v>37.4</c:v>
                </c:pt>
                <c:pt idx="4185">
                  <c:v>37.4</c:v>
                </c:pt>
                <c:pt idx="4186">
                  <c:v>37.35</c:v>
                </c:pt>
                <c:pt idx="4187">
                  <c:v>37.35</c:v>
                </c:pt>
                <c:pt idx="4188">
                  <c:v>37.35</c:v>
                </c:pt>
                <c:pt idx="4189">
                  <c:v>37.35</c:v>
                </c:pt>
                <c:pt idx="4190">
                  <c:v>37.35</c:v>
                </c:pt>
                <c:pt idx="4191">
                  <c:v>37.35</c:v>
                </c:pt>
                <c:pt idx="4192">
                  <c:v>37.35</c:v>
                </c:pt>
                <c:pt idx="4193">
                  <c:v>37.35</c:v>
                </c:pt>
                <c:pt idx="4194">
                  <c:v>37.35</c:v>
                </c:pt>
                <c:pt idx="4195">
                  <c:v>37.35</c:v>
                </c:pt>
                <c:pt idx="4196">
                  <c:v>37.35</c:v>
                </c:pt>
                <c:pt idx="4197">
                  <c:v>37.299999999999997</c:v>
                </c:pt>
                <c:pt idx="4198">
                  <c:v>37.299999999999997</c:v>
                </c:pt>
                <c:pt idx="4199">
                  <c:v>37.299999999999997</c:v>
                </c:pt>
                <c:pt idx="4200">
                  <c:v>37.299999999999997</c:v>
                </c:pt>
                <c:pt idx="4201">
                  <c:v>37.299999999999997</c:v>
                </c:pt>
                <c:pt idx="4202">
                  <c:v>37.299999999999997</c:v>
                </c:pt>
                <c:pt idx="4203">
                  <c:v>37.299999999999997</c:v>
                </c:pt>
                <c:pt idx="4204">
                  <c:v>37.299999999999997</c:v>
                </c:pt>
                <c:pt idx="4205">
                  <c:v>37.299999999999997</c:v>
                </c:pt>
                <c:pt idx="4206">
                  <c:v>37.25</c:v>
                </c:pt>
                <c:pt idx="4207">
                  <c:v>37.25</c:v>
                </c:pt>
                <c:pt idx="4208">
                  <c:v>37.25</c:v>
                </c:pt>
                <c:pt idx="4209">
                  <c:v>37.25</c:v>
                </c:pt>
                <c:pt idx="4210">
                  <c:v>37.25</c:v>
                </c:pt>
                <c:pt idx="4211">
                  <c:v>37.25</c:v>
                </c:pt>
                <c:pt idx="4212">
                  <c:v>37.25</c:v>
                </c:pt>
                <c:pt idx="4213">
                  <c:v>37.25</c:v>
                </c:pt>
                <c:pt idx="4214">
                  <c:v>37.25</c:v>
                </c:pt>
                <c:pt idx="4215">
                  <c:v>37.25</c:v>
                </c:pt>
                <c:pt idx="4216">
                  <c:v>37.25</c:v>
                </c:pt>
                <c:pt idx="4217">
                  <c:v>37.200000000000003</c:v>
                </c:pt>
                <c:pt idx="4218">
                  <c:v>37.200000000000003</c:v>
                </c:pt>
                <c:pt idx="4219">
                  <c:v>37.200000000000003</c:v>
                </c:pt>
                <c:pt idx="4220">
                  <c:v>37.200000000000003</c:v>
                </c:pt>
                <c:pt idx="4221">
                  <c:v>37.200000000000003</c:v>
                </c:pt>
                <c:pt idx="4222">
                  <c:v>37.200000000000003</c:v>
                </c:pt>
                <c:pt idx="4223">
                  <c:v>37.200000000000003</c:v>
                </c:pt>
                <c:pt idx="4224">
                  <c:v>37.200000000000003</c:v>
                </c:pt>
                <c:pt idx="4225">
                  <c:v>37.200000000000003</c:v>
                </c:pt>
                <c:pt idx="4226">
                  <c:v>37.200000000000003</c:v>
                </c:pt>
                <c:pt idx="4227">
                  <c:v>37.200000000000003</c:v>
                </c:pt>
                <c:pt idx="4228">
                  <c:v>37.15</c:v>
                </c:pt>
                <c:pt idx="4229">
                  <c:v>37.200000000000003</c:v>
                </c:pt>
                <c:pt idx="4230">
                  <c:v>37.15</c:v>
                </c:pt>
                <c:pt idx="4231">
                  <c:v>37.15</c:v>
                </c:pt>
                <c:pt idx="4232">
                  <c:v>37.15</c:v>
                </c:pt>
                <c:pt idx="4233">
                  <c:v>37.15</c:v>
                </c:pt>
                <c:pt idx="4234">
                  <c:v>37.15</c:v>
                </c:pt>
                <c:pt idx="4235">
                  <c:v>37.15</c:v>
                </c:pt>
                <c:pt idx="4236">
                  <c:v>37.15</c:v>
                </c:pt>
                <c:pt idx="4237">
                  <c:v>37.15</c:v>
                </c:pt>
                <c:pt idx="4238">
                  <c:v>37.15</c:v>
                </c:pt>
                <c:pt idx="4239">
                  <c:v>37.15</c:v>
                </c:pt>
                <c:pt idx="4240">
                  <c:v>37.15</c:v>
                </c:pt>
                <c:pt idx="4241">
                  <c:v>37.15</c:v>
                </c:pt>
                <c:pt idx="4242">
                  <c:v>37.1</c:v>
                </c:pt>
                <c:pt idx="4243">
                  <c:v>37.1</c:v>
                </c:pt>
                <c:pt idx="4244">
                  <c:v>37.1</c:v>
                </c:pt>
                <c:pt idx="4245">
                  <c:v>37.1</c:v>
                </c:pt>
                <c:pt idx="4246">
                  <c:v>37.1</c:v>
                </c:pt>
                <c:pt idx="4247">
                  <c:v>37.1</c:v>
                </c:pt>
                <c:pt idx="4248">
                  <c:v>37.1</c:v>
                </c:pt>
                <c:pt idx="4249">
                  <c:v>37.1</c:v>
                </c:pt>
                <c:pt idx="4250">
                  <c:v>37.1</c:v>
                </c:pt>
                <c:pt idx="4251">
                  <c:v>37.1</c:v>
                </c:pt>
                <c:pt idx="4252">
                  <c:v>37.1</c:v>
                </c:pt>
                <c:pt idx="4253">
                  <c:v>37.049999999999997</c:v>
                </c:pt>
                <c:pt idx="4254">
                  <c:v>37.049999999999997</c:v>
                </c:pt>
                <c:pt idx="4255">
                  <c:v>37.049999999999997</c:v>
                </c:pt>
                <c:pt idx="4256">
                  <c:v>37.049999999999997</c:v>
                </c:pt>
                <c:pt idx="4257">
                  <c:v>37.049999999999997</c:v>
                </c:pt>
                <c:pt idx="4258">
                  <c:v>37.049999999999997</c:v>
                </c:pt>
                <c:pt idx="4259">
                  <c:v>37.049999999999997</c:v>
                </c:pt>
                <c:pt idx="4260">
                  <c:v>37.049999999999997</c:v>
                </c:pt>
                <c:pt idx="4261">
                  <c:v>37.049999999999997</c:v>
                </c:pt>
                <c:pt idx="4262">
                  <c:v>37</c:v>
                </c:pt>
                <c:pt idx="4263">
                  <c:v>37</c:v>
                </c:pt>
                <c:pt idx="4264">
                  <c:v>37</c:v>
                </c:pt>
                <c:pt idx="4265">
                  <c:v>37</c:v>
                </c:pt>
                <c:pt idx="4266">
                  <c:v>37</c:v>
                </c:pt>
                <c:pt idx="4267">
                  <c:v>37</c:v>
                </c:pt>
                <c:pt idx="4268">
                  <c:v>37</c:v>
                </c:pt>
                <c:pt idx="4269">
                  <c:v>37</c:v>
                </c:pt>
                <c:pt idx="4270">
                  <c:v>37</c:v>
                </c:pt>
                <c:pt idx="4271">
                  <c:v>37</c:v>
                </c:pt>
                <c:pt idx="4272">
                  <c:v>37</c:v>
                </c:pt>
                <c:pt idx="4273">
                  <c:v>37</c:v>
                </c:pt>
                <c:pt idx="4274">
                  <c:v>37</c:v>
                </c:pt>
                <c:pt idx="4275">
                  <c:v>36.950000000000003</c:v>
                </c:pt>
                <c:pt idx="4276">
                  <c:v>36.950000000000003</c:v>
                </c:pt>
                <c:pt idx="4277">
                  <c:v>36.950000000000003</c:v>
                </c:pt>
                <c:pt idx="4278">
                  <c:v>36.950000000000003</c:v>
                </c:pt>
                <c:pt idx="4279">
                  <c:v>36.950000000000003</c:v>
                </c:pt>
                <c:pt idx="4280">
                  <c:v>36.950000000000003</c:v>
                </c:pt>
                <c:pt idx="4281">
                  <c:v>36.950000000000003</c:v>
                </c:pt>
                <c:pt idx="4282">
                  <c:v>36.950000000000003</c:v>
                </c:pt>
                <c:pt idx="4283">
                  <c:v>36.950000000000003</c:v>
                </c:pt>
                <c:pt idx="4284">
                  <c:v>36.950000000000003</c:v>
                </c:pt>
                <c:pt idx="4285">
                  <c:v>36.950000000000003</c:v>
                </c:pt>
                <c:pt idx="4286">
                  <c:v>36.950000000000003</c:v>
                </c:pt>
                <c:pt idx="4287">
                  <c:v>36.950000000000003</c:v>
                </c:pt>
                <c:pt idx="4288">
                  <c:v>36.950000000000003</c:v>
                </c:pt>
                <c:pt idx="4289">
                  <c:v>36.950000000000003</c:v>
                </c:pt>
                <c:pt idx="4290">
                  <c:v>36.950000000000003</c:v>
                </c:pt>
                <c:pt idx="4291">
                  <c:v>36.950000000000003</c:v>
                </c:pt>
                <c:pt idx="4292">
                  <c:v>36.9</c:v>
                </c:pt>
                <c:pt idx="4293">
                  <c:v>36.950000000000003</c:v>
                </c:pt>
                <c:pt idx="4294">
                  <c:v>36.9</c:v>
                </c:pt>
                <c:pt idx="4295">
                  <c:v>36.9</c:v>
                </c:pt>
                <c:pt idx="4296">
                  <c:v>36.9</c:v>
                </c:pt>
                <c:pt idx="4297">
                  <c:v>36.9</c:v>
                </c:pt>
                <c:pt idx="4298">
                  <c:v>36.9</c:v>
                </c:pt>
                <c:pt idx="4299">
                  <c:v>36.9</c:v>
                </c:pt>
                <c:pt idx="4300">
                  <c:v>36.9</c:v>
                </c:pt>
                <c:pt idx="4301">
                  <c:v>36.9</c:v>
                </c:pt>
                <c:pt idx="4302">
                  <c:v>36.9</c:v>
                </c:pt>
                <c:pt idx="4303">
                  <c:v>36.9</c:v>
                </c:pt>
                <c:pt idx="4304">
                  <c:v>36.85</c:v>
                </c:pt>
                <c:pt idx="4305">
                  <c:v>36.85</c:v>
                </c:pt>
                <c:pt idx="4306">
                  <c:v>36.85</c:v>
                </c:pt>
                <c:pt idx="4307">
                  <c:v>36.85</c:v>
                </c:pt>
                <c:pt idx="4308">
                  <c:v>36.85</c:v>
                </c:pt>
                <c:pt idx="4309">
                  <c:v>36.85</c:v>
                </c:pt>
                <c:pt idx="4310">
                  <c:v>36.85</c:v>
                </c:pt>
                <c:pt idx="4311">
                  <c:v>36.85</c:v>
                </c:pt>
                <c:pt idx="4312">
                  <c:v>36.85</c:v>
                </c:pt>
                <c:pt idx="4313">
                  <c:v>36.85</c:v>
                </c:pt>
                <c:pt idx="4314">
                  <c:v>36.799999999999997</c:v>
                </c:pt>
                <c:pt idx="4315">
                  <c:v>36.799999999999997</c:v>
                </c:pt>
                <c:pt idx="4316">
                  <c:v>36.799999999999997</c:v>
                </c:pt>
                <c:pt idx="4317">
                  <c:v>36.799999999999997</c:v>
                </c:pt>
                <c:pt idx="4318">
                  <c:v>36.799999999999997</c:v>
                </c:pt>
                <c:pt idx="4319">
                  <c:v>36.799999999999997</c:v>
                </c:pt>
                <c:pt idx="4320">
                  <c:v>36.799999999999997</c:v>
                </c:pt>
                <c:pt idx="4321">
                  <c:v>36.799999999999997</c:v>
                </c:pt>
                <c:pt idx="4322">
                  <c:v>36.799999999999997</c:v>
                </c:pt>
                <c:pt idx="4323">
                  <c:v>36.799999999999997</c:v>
                </c:pt>
                <c:pt idx="4324">
                  <c:v>36.799999999999997</c:v>
                </c:pt>
                <c:pt idx="4325">
                  <c:v>36.799999999999997</c:v>
                </c:pt>
                <c:pt idx="4326">
                  <c:v>36.799999999999997</c:v>
                </c:pt>
                <c:pt idx="4327">
                  <c:v>36.799999999999997</c:v>
                </c:pt>
                <c:pt idx="4328">
                  <c:v>36.75</c:v>
                </c:pt>
                <c:pt idx="4329">
                  <c:v>36.75</c:v>
                </c:pt>
                <c:pt idx="4330">
                  <c:v>36.75</c:v>
                </c:pt>
                <c:pt idx="4331">
                  <c:v>36.75</c:v>
                </c:pt>
                <c:pt idx="4332">
                  <c:v>36.75</c:v>
                </c:pt>
                <c:pt idx="4333">
                  <c:v>36.75</c:v>
                </c:pt>
                <c:pt idx="4334">
                  <c:v>36.75</c:v>
                </c:pt>
                <c:pt idx="4335">
                  <c:v>36.75</c:v>
                </c:pt>
                <c:pt idx="4336">
                  <c:v>36.75</c:v>
                </c:pt>
                <c:pt idx="4337">
                  <c:v>36.75</c:v>
                </c:pt>
                <c:pt idx="4338">
                  <c:v>36.75</c:v>
                </c:pt>
                <c:pt idx="4339">
                  <c:v>36.75</c:v>
                </c:pt>
                <c:pt idx="4340">
                  <c:v>36.75</c:v>
                </c:pt>
                <c:pt idx="4341">
                  <c:v>36.75</c:v>
                </c:pt>
                <c:pt idx="4342">
                  <c:v>36.75</c:v>
                </c:pt>
                <c:pt idx="4343">
                  <c:v>36.700000000000003</c:v>
                </c:pt>
                <c:pt idx="4344">
                  <c:v>36.700000000000003</c:v>
                </c:pt>
                <c:pt idx="4345">
                  <c:v>36.700000000000003</c:v>
                </c:pt>
                <c:pt idx="4346">
                  <c:v>36.700000000000003</c:v>
                </c:pt>
                <c:pt idx="4347">
                  <c:v>36.700000000000003</c:v>
                </c:pt>
                <c:pt idx="4348">
                  <c:v>36.700000000000003</c:v>
                </c:pt>
                <c:pt idx="4349">
                  <c:v>36.700000000000003</c:v>
                </c:pt>
                <c:pt idx="4350">
                  <c:v>36.700000000000003</c:v>
                </c:pt>
                <c:pt idx="4351">
                  <c:v>36.700000000000003</c:v>
                </c:pt>
                <c:pt idx="4352">
                  <c:v>36.700000000000003</c:v>
                </c:pt>
                <c:pt idx="4353">
                  <c:v>36.700000000000003</c:v>
                </c:pt>
                <c:pt idx="4354">
                  <c:v>36.700000000000003</c:v>
                </c:pt>
                <c:pt idx="4355">
                  <c:v>36.700000000000003</c:v>
                </c:pt>
                <c:pt idx="4356">
                  <c:v>36.700000000000003</c:v>
                </c:pt>
                <c:pt idx="4357">
                  <c:v>36.65</c:v>
                </c:pt>
                <c:pt idx="4358">
                  <c:v>36.65</c:v>
                </c:pt>
                <c:pt idx="4359">
                  <c:v>36.65</c:v>
                </c:pt>
                <c:pt idx="4360">
                  <c:v>36.65</c:v>
                </c:pt>
                <c:pt idx="4361">
                  <c:v>36.65</c:v>
                </c:pt>
                <c:pt idx="4362">
                  <c:v>36.65</c:v>
                </c:pt>
                <c:pt idx="4363">
                  <c:v>36.65</c:v>
                </c:pt>
                <c:pt idx="4364">
                  <c:v>36.65</c:v>
                </c:pt>
                <c:pt idx="4365">
                  <c:v>36.65</c:v>
                </c:pt>
                <c:pt idx="4366">
                  <c:v>36.65</c:v>
                </c:pt>
                <c:pt idx="4367">
                  <c:v>36.65</c:v>
                </c:pt>
                <c:pt idx="4368">
                  <c:v>36.6</c:v>
                </c:pt>
                <c:pt idx="4369">
                  <c:v>36.6</c:v>
                </c:pt>
                <c:pt idx="4370">
                  <c:v>36.6</c:v>
                </c:pt>
                <c:pt idx="4371">
                  <c:v>36.6</c:v>
                </c:pt>
                <c:pt idx="4372">
                  <c:v>36.6</c:v>
                </c:pt>
                <c:pt idx="4373">
                  <c:v>36.6</c:v>
                </c:pt>
                <c:pt idx="4374">
                  <c:v>36.6</c:v>
                </c:pt>
                <c:pt idx="4375">
                  <c:v>36.6</c:v>
                </c:pt>
                <c:pt idx="4376">
                  <c:v>36.6</c:v>
                </c:pt>
                <c:pt idx="4377">
                  <c:v>36.6</c:v>
                </c:pt>
                <c:pt idx="4378">
                  <c:v>36.6</c:v>
                </c:pt>
                <c:pt idx="4379">
                  <c:v>36.6</c:v>
                </c:pt>
                <c:pt idx="4380">
                  <c:v>36.549999999999997</c:v>
                </c:pt>
                <c:pt idx="4381">
                  <c:v>36.549999999999997</c:v>
                </c:pt>
                <c:pt idx="4382">
                  <c:v>36.549999999999997</c:v>
                </c:pt>
                <c:pt idx="4383">
                  <c:v>36.549999999999997</c:v>
                </c:pt>
                <c:pt idx="4384">
                  <c:v>36.549999999999997</c:v>
                </c:pt>
                <c:pt idx="4385">
                  <c:v>36.549999999999997</c:v>
                </c:pt>
                <c:pt idx="4386">
                  <c:v>36.549999999999997</c:v>
                </c:pt>
                <c:pt idx="4387">
                  <c:v>36.549999999999997</c:v>
                </c:pt>
                <c:pt idx="4388">
                  <c:v>36.549999999999997</c:v>
                </c:pt>
                <c:pt idx="4389">
                  <c:v>36.549999999999997</c:v>
                </c:pt>
                <c:pt idx="4390">
                  <c:v>36.549999999999997</c:v>
                </c:pt>
                <c:pt idx="4391">
                  <c:v>36.549999999999997</c:v>
                </c:pt>
                <c:pt idx="4392">
                  <c:v>36.5</c:v>
                </c:pt>
                <c:pt idx="4393">
                  <c:v>36.5</c:v>
                </c:pt>
                <c:pt idx="4394">
                  <c:v>36.5</c:v>
                </c:pt>
                <c:pt idx="4395">
                  <c:v>36.5</c:v>
                </c:pt>
                <c:pt idx="4396">
                  <c:v>36.5</c:v>
                </c:pt>
                <c:pt idx="4397">
                  <c:v>36.5</c:v>
                </c:pt>
                <c:pt idx="4398">
                  <c:v>36.5</c:v>
                </c:pt>
                <c:pt idx="4399">
                  <c:v>36.5</c:v>
                </c:pt>
                <c:pt idx="4400">
                  <c:v>36.5</c:v>
                </c:pt>
                <c:pt idx="4401">
                  <c:v>36.5</c:v>
                </c:pt>
                <c:pt idx="4402">
                  <c:v>36.5</c:v>
                </c:pt>
                <c:pt idx="4403">
                  <c:v>36.5</c:v>
                </c:pt>
                <c:pt idx="4404">
                  <c:v>36.5</c:v>
                </c:pt>
                <c:pt idx="4405">
                  <c:v>36.5</c:v>
                </c:pt>
                <c:pt idx="4406">
                  <c:v>36.450000000000003</c:v>
                </c:pt>
                <c:pt idx="4407">
                  <c:v>36.450000000000003</c:v>
                </c:pt>
                <c:pt idx="4408">
                  <c:v>36.450000000000003</c:v>
                </c:pt>
                <c:pt idx="4409">
                  <c:v>36.450000000000003</c:v>
                </c:pt>
                <c:pt idx="4410">
                  <c:v>36.450000000000003</c:v>
                </c:pt>
                <c:pt idx="4411">
                  <c:v>36.450000000000003</c:v>
                </c:pt>
                <c:pt idx="4412">
                  <c:v>36.450000000000003</c:v>
                </c:pt>
                <c:pt idx="4413">
                  <c:v>36.450000000000003</c:v>
                </c:pt>
                <c:pt idx="4414">
                  <c:v>36.450000000000003</c:v>
                </c:pt>
                <c:pt idx="4415">
                  <c:v>36.450000000000003</c:v>
                </c:pt>
                <c:pt idx="4416">
                  <c:v>36.450000000000003</c:v>
                </c:pt>
                <c:pt idx="4417">
                  <c:v>36.450000000000003</c:v>
                </c:pt>
                <c:pt idx="4418">
                  <c:v>36.4</c:v>
                </c:pt>
                <c:pt idx="4419">
                  <c:v>36.4</c:v>
                </c:pt>
                <c:pt idx="4420">
                  <c:v>36.4</c:v>
                </c:pt>
                <c:pt idx="4421">
                  <c:v>36.4</c:v>
                </c:pt>
                <c:pt idx="4422">
                  <c:v>36.4</c:v>
                </c:pt>
                <c:pt idx="4423">
                  <c:v>36.4</c:v>
                </c:pt>
                <c:pt idx="4424">
                  <c:v>36.4</c:v>
                </c:pt>
                <c:pt idx="4425">
                  <c:v>36.4</c:v>
                </c:pt>
                <c:pt idx="4426">
                  <c:v>36.4</c:v>
                </c:pt>
                <c:pt idx="4427">
                  <c:v>36.4</c:v>
                </c:pt>
                <c:pt idx="4428">
                  <c:v>36.4</c:v>
                </c:pt>
                <c:pt idx="4429">
                  <c:v>36.4</c:v>
                </c:pt>
                <c:pt idx="4430">
                  <c:v>36.35</c:v>
                </c:pt>
                <c:pt idx="4431">
                  <c:v>36.35</c:v>
                </c:pt>
                <c:pt idx="4432">
                  <c:v>36.35</c:v>
                </c:pt>
                <c:pt idx="4433">
                  <c:v>36.35</c:v>
                </c:pt>
                <c:pt idx="4434">
                  <c:v>36.35</c:v>
                </c:pt>
                <c:pt idx="4435">
                  <c:v>36.35</c:v>
                </c:pt>
                <c:pt idx="4436">
                  <c:v>36.35</c:v>
                </c:pt>
                <c:pt idx="4437">
                  <c:v>36.35</c:v>
                </c:pt>
                <c:pt idx="4438">
                  <c:v>36.35</c:v>
                </c:pt>
                <c:pt idx="4439">
                  <c:v>36.35</c:v>
                </c:pt>
                <c:pt idx="4440">
                  <c:v>36.35</c:v>
                </c:pt>
                <c:pt idx="4441">
                  <c:v>36.35</c:v>
                </c:pt>
                <c:pt idx="4442">
                  <c:v>36.35</c:v>
                </c:pt>
                <c:pt idx="4443">
                  <c:v>36.299999999999997</c:v>
                </c:pt>
                <c:pt idx="4444">
                  <c:v>36.299999999999997</c:v>
                </c:pt>
                <c:pt idx="4445">
                  <c:v>36.299999999999997</c:v>
                </c:pt>
                <c:pt idx="4446">
                  <c:v>36.299999999999997</c:v>
                </c:pt>
                <c:pt idx="4447">
                  <c:v>36.299999999999997</c:v>
                </c:pt>
                <c:pt idx="4448">
                  <c:v>36.299999999999997</c:v>
                </c:pt>
                <c:pt idx="4449">
                  <c:v>36.299999999999997</c:v>
                </c:pt>
                <c:pt idx="4450">
                  <c:v>36.299999999999997</c:v>
                </c:pt>
                <c:pt idx="4451">
                  <c:v>36.299999999999997</c:v>
                </c:pt>
                <c:pt idx="4452">
                  <c:v>36.299999999999997</c:v>
                </c:pt>
                <c:pt idx="4453">
                  <c:v>36.299999999999997</c:v>
                </c:pt>
                <c:pt idx="4454">
                  <c:v>36.25</c:v>
                </c:pt>
                <c:pt idx="4455">
                  <c:v>36.25</c:v>
                </c:pt>
                <c:pt idx="4456">
                  <c:v>36.25</c:v>
                </c:pt>
                <c:pt idx="4457">
                  <c:v>36.25</c:v>
                </c:pt>
                <c:pt idx="4458">
                  <c:v>36.25</c:v>
                </c:pt>
                <c:pt idx="4459">
                  <c:v>36.25</c:v>
                </c:pt>
                <c:pt idx="4460">
                  <c:v>36.25</c:v>
                </c:pt>
                <c:pt idx="4461">
                  <c:v>36.25</c:v>
                </c:pt>
                <c:pt idx="4462">
                  <c:v>36.25</c:v>
                </c:pt>
                <c:pt idx="4463">
                  <c:v>36.25</c:v>
                </c:pt>
                <c:pt idx="4464">
                  <c:v>36.25</c:v>
                </c:pt>
                <c:pt idx="4465">
                  <c:v>36.25</c:v>
                </c:pt>
                <c:pt idx="4466">
                  <c:v>36.25</c:v>
                </c:pt>
                <c:pt idx="4467">
                  <c:v>36.200000000000003</c:v>
                </c:pt>
                <c:pt idx="4468">
                  <c:v>36.200000000000003</c:v>
                </c:pt>
                <c:pt idx="4469">
                  <c:v>36.200000000000003</c:v>
                </c:pt>
                <c:pt idx="4470">
                  <c:v>36.200000000000003</c:v>
                </c:pt>
                <c:pt idx="4471">
                  <c:v>36.200000000000003</c:v>
                </c:pt>
                <c:pt idx="4472">
                  <c:v>36.200000000000003</c:v>
                </c:pt>
                <c:pt idx="4473">
                  <c:v>36.200000000000003</c:v>
                </c:pt>
                <c:pt idx="4474">
                  <c:v>36.200000000000003</c:v>
                </c:pt>
                <c:pt idx="4475">
                  <c:v>36.200000000000003</c:v>
                </c:pt>
                <c:pt idx="4476">
                  <c:v>36.200000000000003</c:v>
                </c:pt>
                <c:pt idx="4477">
                  <c:v>36.200000000000003</c:v>
                </c:pt>
                <c:pt idx="4478">
                  <c:v>36.200000000000003</c:v>
                </c:pt>
                <c:pt idx="4479">
                  <c:v>36.200000000000003</c:v>
                </c:pt>
                <c:pt idx="4480">
                  <c:v>36.15</c:v>
                </c:pt>
                <c:pt idx="4481">
                  <c:v>36.15</c:v>
                </c:pt>
                <c:pt idx="4482">
                  <c:v>36.15</c:v>
                </c:pt>
                <c:pt idx="4483">
                  <c:v>36.15</c:v>
                </c:pt>
                <c:pt idx="4484">
                  <c:v>36.15</c:v>
                </c:pt>
                <c:pt idx="4485">
                  <c:v>36.15</c:v>
                </c:pt>
                <c:pt idx="4486">
                  <c:v>36.15</c:v>
                </c:pt>
                <c:pt idx="4487">
                  <c:v>36.15</c:v>
                </c:pt>
                <c:pt idx="4488">
                  <c:v>36.15</c:v>
                </c:pt>
                <c:pt idx="4489">
                  <c:v>36.15</c:v>
                </c:pt>
                <c:pt idx="4490">
                  <c:v>36.15</c:v>
                </c:pt>
                <c:pt idx="4491">
                  <c:v>36.1</c:v>
                </c:pt>
                <c:pt idx="4492">
                  <c:v>36.1</c:v>
                </c:pt>
                <c:pt idx="4493">
                  <c:v>36.1</c:v>
                </c:pt>
                <c:pt idx="4494">
                  <c:v>36.1</c:v>
                </c:pt>
                <c:pt idx="4495">
                  <c:v>36.1</c:v>
                </c:pt>
                <c:pt idx="4496">
                  <c:v>36.1</c:v>
                </c:pt>
                <c:pt idx="4497">
                  <c:v>36.1</c:v>
                </c:pt>
                <c:pt idx="4498">
                  <c:v>36.1</c:v>
                </c:pt>
                <c:pt idx="4499">
                  <c:v>36.1</c:v>
                </c:pt>
                <c:pt idx="4500">
                  <c:v>36.1</c:v>
                </c:pt>
                <c:pt idx="4501">
                  <c:v>36.1</c:v>
                </c:pt>
                <c:pt idx="4502">
                  <c:v>36.1</c:v>
                </c:pt>
                <c:pt idx="4503">
                  <c:v>36.1</c:v>
                </c:pt>
                <c:pt idx="4504">
                  <c:v>36.1</c:v>
                </c:pt>
                <c:pt idx="4505">
                  <c:v>36.1</c:v>
                </c:pt>
                <c:pt idx="4506">
                  <c:v>36.1</c:v>
                </c:pt>
                <c:pt idx="4507">
                  <c:v>36.049999999999997</c:v>
                </c:pt>
                <c:pt idx="4508">
                  <c:v>36.049999999999997</c:v>
                </c:pt>
                <c:pt idx="4509">
                  <c:v>36.049999999999997</c:v>
                </c:pt>
                <c:pt idx="4510">
                  <c:v>36.049999999999997</c:v>
                </c:pt>
                <c:pt idx="4511">
                  <c:v>36.049999999999997</c:v>
                </c:pt>
                <c:pt idx="4512">
                  <c:v>36.049999999999997</c:v>
                </c:pt>
                <c:pt idx="4513">
                  <c:v>36.049999999999997</c:v>
                </c:pt>
                <c:pt idx="4514">
                  <c:v>36.049999999999997</c:v>
                </c:pt>
                <c:pt idx="4515">
                  <c:v>36.049999999999997</c:v>
                </c:pt>
                <c:pt idx="4516">
                  <c:v>36.049999999999997</c:v>
                </c:pt>
                <c:pt idx="4517">
                  <c:v>36.049999999999997</c:v>
                </c:pt>
                <c:pt idx="4518">
                  <c:v>36.049999999999997</c:v>
                </c:pt>
                <c:pt idx="4519">
                  <c:v>36</c:v>
                </c:pt>
                <c:pt idx="4520">
                  <c:v>36</c:v>
                </c:pt>
                <c:pt idx="4521">
                  <c:v>36</c:v>
                </c:pt>
                <c:pt idx="4522">
                  <c:v>36</c:v>
                </c:pt>
                <c:pt idx="4523">
                  <c:v>36</c:v>
                </c:pt>
                <c:pt idx="4524">
                  <c:v>36</c:v>
                </c:pt>
                <c:pt idx="4525">
                  <c:v>36</c:v>
                </c:pt>
                <c:pt idx="4526">
                  <c:v>36</c:v>
                </c:pt>
                <c:pt idx="4527">
                  <c:v>36</c:v>
                </c:pt>
                <c:pt idx="4528">
                  <c:v>36</c:v>
                </c:pt>
                <c:pt idx="4529">
                  <c:v>36</c:v>
                </c:pt>
                <c:pt idx="4530">
                  <c:v>36</c:v>
                </c:pt>
                <c:pt idx="4531">
                  <c:v>36</c:v>
                </c:pt>
                <c:pt idx="4532">
                  <c:v>36</c:v>
                </c:pt>
                <c:pt idx="4533">
                  <c:v>36</c:v>
                </c:pt>
                <c:pt idx="4534">
                  <c:v>36</c:v>
                </c:pt>
                <c:pt idx="4535">
                  <c:v>36</c:v>
                </c:pt>
                <c:pt idx="4536">
                  <c:v>36</c:v>
                </c:pt>
                <c:pt idx="4537">
                  <c:v>36</c:v>
                </c:pt>
                <c:pt idx="4538">
                  <c:v>36</c:v>
                </c:pt>
                <c:pt idx="4539">
                  <c:v>36</c:v>
                </c:pt>
                <c:pt idx="4540">
                  <c:v>36</c:v>
                </c:pt>
                <c:pt idx="4541">
                  <c:v>35.950000000000003</c:v>
                </c:pt>
                <c:pt idx="4542">
                  <c:v>35.950000000000003</c:v>
                </c:pt>
                <c:pt idx="4543">
                  <c:v>35.950000000000003</c:v>
                </c:pt>
                <c:pt idx="4544">
                  <c:v>35.950000000000003</c:v>
                </c:pt>
                <c:pt idx="4545">
                  <c:v>35.950000000000003</c:v>
                </c:pt>
                <c:pt idx="4546">
                  <c:v>35.950000000000003</c:v>
                </c:pt>
                <c:pt idx="4547">
                  <c:v>35.950000000000003</c:v>
                </c:pt>
                <c:pt idx="4548">
                  <c:v>35.950000000000003</c:v>
                </c:pt>
                <c:pt idx="4549">
                  <c:v>35.950000000000003</c:v>
                </c:pt>
                <c:pt idx="4550">
                  <c:v>35.950000000000003</c:v>
                </c:pt>
                <c:pt idx="4551">
                  <c:v>35.9</c:v>
                </c:pt>
                <c:pt idx="4552">
                  <c:v>35.9</c:v>
                </c:pt>
                <c:pt idx="4553">
                  <c:v>35.9</c:v>
                </c:pt>
                <c:pt idx="4554">
                  <c:v>35.9</c:v>
                </c:pt>
                <c:pt idx="4555">
                  <c:v>35.9</c:v>
                </c:pt>
                <c:pt idx="4556">
                  <c:v>35.9</c:v>
                </c:pt>
                <c:pt idx="4557">
                  <c:v>35.9</c:v>
                </c:pt>
                <c:pt idx="4558">
                  <c:v>35.9</c:v>
                </c:pt>
                <c:pt idx="4559">
                  <c:v>35.9</c:v>
                </c:pt>
                <c:pt idx="4560">
                  <c:v>35.9</c:v>
                </c:pt>
                <c:pt idx="4561">
                  <c:v>35.9</c:v>
                </c:pt>
                <c:pt idx="4562">
                  <c:v>35.9</c:v>
                </c:pt>
                <c:pt idx="4563">
                  <c:v>35.9</c:v>
                </c:pt>
                <c:pt idx="4564">
                  <c:v>35.85</c:v>
                </c:pt>
                <c:pt idx="4565">
                  <c:v>35.85</c:v>
                </c:pt>
                <c:pt idx="4566">
                  <c:v>35.85</c:v>
                </c:pt>
                <c:pt idx="4567">
                  <c:v>35.85</c:v>
                </c:pt>
                <c:pt idx="4568">
                  <c:v>35.85</c:v>
                </c:pt>
                <c:pt idx="4569">
                  <c:v>35.85</c:v>
                </c:pt>
                <c:pt idx="4570">
                  <c:v>35.85</c:v>
                </c:pt>
                <c:pt idx="4571">
                  <c:v>35.85</c:v>
                </c:pt>
                <c:pt idx="4572">
                  <c:v>35.85</c:v>
                </c:pt>
                <c:pt idx="4573">
                  <c:v>35.85</c:v>
                </c:pt>
                <c:pt idx="4574">
                  <c:v>35.85</c:v>
                </c:pt>
                <c:pt idx="4575">
                  <c:v>35.85</c:v>
                </c:pt>
                <c:pt idx="4576">
                  <c:v>35.85</c:v>
                </c:pt>
                <c:pt idx="4577">
                  <c:v>35.799999999999997</c:v>
                </c:pt>
                <c:pt idx="4578">
                  <c:v>35.799999999999997</c:v>
                </c:pt>
                <c:pt idx="4579">
                  <c:v>35.799999999999997</c:v>
                </c:pt>
                <c:pt idx="4580">
                  <c:v>35.799999999999997</c:v>
                </c:pt>
                <c:pt idx="4581">
                  <c:v>35.799999999999997</c:v>
                </c:pt>
                <c:pt idx="4582">
                  <c:v>35.799999999999997</c:v>
                </c:pt>
                <c:pt idx="4583">
                  <c:v>35.799999999999997</c:v>
                </c:pt>
                <c:pt idx="4584">
                  <c:v>35.799999999999997</c:v>
                </c:pt>
                <c:pt idx="4585">
                  <c:v>35.799999999999997</c:v>
                </c:pt>
                <c:pt idx="4586">
                  <c:v>35.799999999999997</c:v>
                </c:pt>
                <c:pt idx="4587">
                  <c:v>35.799999999999997</c:v>
                </c:pt>
                <c:pt idx="4588">
                  <c:v>35.799999999999997</c:v>
                </c:pt>
                <c:pt idx="4589">
                  <c:v>35.799999999999997</c:v>
                </c:pt>
                <c:pt idx="4590">
                  <c:v>35.799999999999997</c:v>
                </c:pt>
                <c:pt idx="4591">
                  <c:v>35.75</c:v>
                </c:pt>
                <c:pt idx="4592">
                  <c:v>35.75</c:v>
                </c:pt>
                <c:pt idx="4593">
                  <c:v>35.75</c:v>
                </c:pt>
                <c:pt idx="4594">
                  <c:v>35.75</c:v>
                </c:pt>
                <c:pt idx="4595">
                  <c:v>35.75</c:v>
                </c:pt>
                <c:pt idx="4596">
                  <c:v>35.75</c:v>
                </c:pt>
                <c:pt idx="4597">
                  <c:v>35.75</c:v>
                </c:pt>
                <c:pt idx="4598">
                  <c:v>35.75</c:v>
                </c:pt>
                <c:pt idx="4599">
                  <c:v>35.75</c:v>
                </c:pt>
                <c:pt idx="4600">
                  <c:v>35.75</c:v>
                </c:pt>
                <c:pt idx="4601">
                  <c:v>35.75</c:v>
                </c:pt>
                <c:pt idx="4602">
                  <c:v>35.75</c:v>
                </c:pt>
                <c:pt idx="4603">
                  <c:v>35.75</c:v>
                </c:pt>
                <c:pt idx="4604">
                  <c:v>35.700000000000003</c:v>
                </c:pt>
                <c:pt idx="4605">
                  <c:v>35.700000000000003</c:v>
                </c:pt>
                <c:pt idx="4606">
                  <c:v>35.700000000000003</c:v>
                </c:pt>
                <c:pt idx="4607">
                  <c:v>35.700000000000003</c:v>
                </c:pt>
                <c:pt idx="4608">
                  <c:v>35.700000000000003</c:v>
                </c:pt>
                <c:pt idx="4609">
                  <c:v>35.700000000000003</c:v>
                </c:pt>
                <c:pt idx="4610">
                  <c:v>35.700000000000003</c:v>
                </c:pt>
                <c:pt idx="4611">
                  <c:v>35.700000000000003</c:v>
                </c:pt>
                <c:pt idx="4612">
                  <c:v>35.700000000000003</c:v>
                </c:pt>
                <c:pt idx="4613">
                  <c:v>35.700000000000003</c:v>
                </c:pt>
                <c:pt idx="4614">
                  <c:v>35.700000000000003</c:v>
                </c:pt>
                <c:pt idx="4615">
                  <c:v>35.700000000000003</c:v>
                </c:pt>
                <c:pt idx="4616">
                  <c:v>35.700000000000003</c:v>
                </c:pt>
                <c:pt idx="4617">
                  <c:v>35.700000000000003</c:v>
                </c:pt>
                <c:pt idx="4618">
                  <c:v>35.65</c:v>
                </c:pt>
                <c:pt idx="4619">
                  <c:v>35.65</c:v>
                </c:pt>
                <c:pt idx="4620">
                  <c:v>35.65</c:v>
                </c:pt>
                <c:pt idx="4621">
                  <c:v>35.65</c:v>
                </c:pt>
                <c:pt idx="4622">
                  <c:v>35.65</c:v>
                </c:pt>
                <c:pt idx="4623">
                  <c:v>35.65</c:v>
                </c:pt>
                <c:pt idx="4624">
                  <c:v>35.65</c:v>
                </c:pt>
                <c:pt idx="4625">
                  <c:v>35.65</c:v>
                </c:pt>
                <c:pt idx="4626">
                  <c:v>35.65</c:v>
                </c:pt>
                <c:pt idx="4627">
                  <c:v>35.65</c:v>
                </c:pt>
                <c:pt idx="4628">
                  <c:v>35.65</c:v>
                </c:pt>
                <c:pt idx="4629">
                  <c:v>35.65</c:v>
                </c:pt>
                <c:pt idx="4630">
                  <c:v>35.65</c:v>
                </c:pt>
                <c:pt idx="4631">
                  <c:v>35.6</c:v>
                </c:pt>
                <c:pt idx="4632">
                  <c:v>35.6</c:v>
                </c:pt>
                <c:pt idx="4633">
                  <c:v>35.6</c:v>
                </c:pt>
                <c:pt idx="4634">
                  <c:v>35.6</c:v>
                </c:pt>
                <c:pt idx="4635">
                  <c:v>35.6</c:v>
                </c:pt>
                <c:pt idx="4636">
                  <c:v>35.6</c:v>
                </c:pt>
                <c:pt idx="4637">
                  <c:v>35.6</c:v>
                </c:pt>
                <c:pt idx="4638">
                  <c:v>35.6</c:v>
                </c:pt>
                <c:pt idx="4639">
                  <c:v>35.6</c:v>
                </c:pt>
                <c:pt idx="4640">
                  <c:v>35.6</c:v>
                </c:pt>
                <c:pt idx="4641">
                  <c:v>35.6</c:v>
                </c:pt>
                <c:pt idx="4642">
                  <c:v>35.6</c:v>
                </c:pt>
                <c:pt idx="4643">
                  <c:v>35.6</c:v>
                </c:pt>
                <c:pt idx="4644">
                  <c:v>35.6</c:v>
                </c:pt>
                <c:pt idx="4645">
                  <c:v>35.6</c:v>
                </c:pt>
                <c:pt idx="4646">
                  <c:v>35.549999999999997</c:v>
                </c:pt>
                <c:pt idx="4647">
                  <c:v>35.549999999999997</c:v>
                </c:pt>
                <c:pt idx="4648">
                  <c:v>35.549999999999997</c:v>
                </c:pt>
                <c:pt idx="4649">
                  <c:v>35.549999999999997</c:v>
                </c:pt>
                <c:pt idx="4650">
                  <c:v>35.549999999999997</c:v>
                </c:pt>
                <c:pt idx="4651">
                  <c:v>35.549999999999997</c:v>
                </c:pt>
                <c:pt idx="4652">
                  <c:v>35.549999999999997</c:v>
                </c:pt>
                <c:pt idx="4653">
                  <c:v>35.549999999999997</c:v>
                </c:pt>
                <c:pt idx="4654">
                  <c:v>35.549999999999997</c:v>
                </c:pt>
                <c:pt idx="4655">
                  <c:v>35.549999999999997</c:v>
                </c:pt>
                <c:pt idx="4656">
                  <c:v>35.549999999999997</c:v>
                </c:pt>
                <c:pt idx="4657">
                  <c:v>35.549999999999997</c:v>
                </c:pt>
                <c:pt idx="4658">
                  <c:v>35.5</c:v>
                </c:pt>
                <c:pt idx="4659">
                  <c:v>35.5</c:v>
                </c:pt>
                <c:pt idx="4660">
                  <c:v>35.5</c:v>
                </c:pt>
                <c:pt idx="4661">
                  <c:v>35.5</c:v>
                </c:pt>
                <c:pt idx="4662">
                  <c:v>35.5</c:v>
                </c:pt>
                <c:pt idx="4663">
                  <c:v>35.5</c:v>
                </c:pt>
                <c:pt idx="4664">
                  <c:v>35.5</c:v>
                </c:pt>
                <c:pt idx="4665">
                  <c:v>35.5</c:v>
                </c:pt>
                <c:pt idx="4666">
                  <c:v>35.5</c:v>
                </c:pt>
                <c:pt idx="4667">
                  <c:v>35.5</c:v>
                </c:pt>
                <c:pt idx="4668">
                  <c:v>35.5</c:v>
                </c:pt>
                <c:pt idx="4669">
                  <c:v>35.5</c:v>
                </c:pt>
                <c:pt idx="4670">
                  <c:v>35.5</c:v>
                </c:pt>
                <c:pt idx="4671">
                  <c:v>35.5</c:v>
                </c:pt>
                <c:pt idx="4672">
                  <c:v>35.5</c:v>
                </c:pt>
                <c:pt idx="4673">
                  <c:v>35.5</c:v>
                </c:pt>
                <c:pt idx="4674">
                  <c:v>35.450000000000003</c:v>
                </c:pt>
                <c:pt idx="4675">
                  <c:v>35.450000000000003</c:v>
                </c:pt>
                <c:pt idx="4676">
                  <c:v>35.450000000000003</c:v>
                </c:pt>
                <c:pt idx="4677">
                  <c:v>35.450000000000003</c:v>
                </c:pt>
                <c:pt idx="4678">
                  <c:v>35.450000000000003</c:v>
                </c:pt>
                <c:pt idx="4679">
                  <c:v>35.450000000000003</c:v>
                </c:pt>
                <c:pt idx="4680">
                  <c:v>35.450000000000003</c:v>
                </c:pt>
                <c:pt idx="4681">
                  <c:v>35.450000000000003</c:v>
                </c:pt>
                <c:pt idx="4682">
                  <c:v>35.450000000000003</c:v>
                </c:pt>
                <c:pt idx="4683">
                  <c:v>35.450000000000003</c:v>
                </c:pt>
                <c:pt idx="4684">
                  <c:v>35.4</c:v>
                </c:pt>
                <c:pt idx="4685">
                  <c:v>35.4</c:v>
                </c:pt>
                <c:pt idx="4686">
                  <c:v>35.4</c:v>
                </c:pt>
                <c:pt idx="4687">
                  <c:v>35.4</c:v>
                </c:pt>
                <c:pt idx="4688">
                  <c:v>35.4</c:v>
                </c:pt>
                <c:pt idx="4689">
                  <c:v>35.4</c:v>
                </c:pt>
                <c:pt idx="4690">
                  <c:v>35.4</c:v>
                </c:pt>
                <c:pt idx="4691">
                  <c:v>35.4</c:v>
                </c:pt>
                <c:pt idx="4692">
                  <c:v>35.4</c:v>
                </c:pt>
                <c:pt idx="4693">
                  <c:v>35.4</c:v>
                </c:pt>
                <c:pt idx="4694">
                  <c:v>35.4</c:v>
                </c:pt>
                <c:pt idx="4695">
                  <c:v>35.4</c:v>
                </c:pt>
                <c:pt idx="4696">
                  <c:v>35.4</c:v>
                </c:pt>
                <c:pt idx="4697">
                  <c:v>35.4</c:v>
                </c:pt>
                <c:pt idx="4698">
                  <c:v>35.4</c:v>
                </c:pt>
                <c:pt idx="4699">
                  <c:v>35.4</c:v>
                </c:pt>
                <c:pt idx="4700">
                  <c:v>35.4</c:v>
                </c:pt>
                <c:pt idx="4701">
                  <c:v>35.35</c:v>
                </c:pt>
                <c:pt idx="4702">
                  <c:v>35.35</c:v>
                </c:pt>
                <c:pt idx="4703">
                  <c:v>35.35</c:v>
                </c:pt>
                <c:pt idx="4704">
                  <c:v>35.35</c:v>
                </c:pt>
                <c:pt idx="4705">
                  <c:v>35.35</c:v>
                </c:pt>
                <c:pt idx="4706">
                  <c:v>35.35</c:v>
                </c:pt>
                <c:pt idx="4707">
                  <c:v>35.35</c:v>
                </c:pt>
                <c:pt idx="4708">
                  <c:v>35.35</c:v>
                </c:pt>
                <c:pt idx="4709">
                  <c:v>35.35</c:v>
                </c:pt>
                <c:pt idx="4710">
                  <c:v>35.35</c:v>
                </c:pt>
                <c:pt idx="4711">
                  <c:v>35.35</c:v>
                </c:pt>
                <c:pt idx="4712">
                  <c:v>35.35</c:v>
                </c:pt>
                <c:pt idx="4713">
                  <c:v>35.299999999999997</c:v>
                </c:pt>
                <c:pt idx="4714">
                  <c:v>35.299999999999997</c:v>
                </c:pt>
                <c:pt idx="4715">
                  <c:v>35.299999999999997</c:v>
                </c:pt>
                <c:pt idx="4716">
                  <c:v>35.299999999999997</c:v>
                </c:pt>
                <c:pt idx="4717">
                  <c:v>35.299999999999997</c:v>
                </c:pt>
                <c:pt idx="4718">
                  <c:v>35.299999999999997</c:v>
                </c:pt>
                <c:pt idx="4719">
                  <c:v>35.299999999999997</c:v>
                </c:pt>
                <c:pt idx="4720">
                  <c:v>35.299999999999997</c:v>
                </c:pt>
                <c:pt idx="4721">
                  <c:v>35.299999999999997</c:v>
                </c:pt>
                <c:pt idx="4722">
                  <c:v>35.299999999999997</c:v>
                </c:pt>
                <c:pt idx="4723">
                  <c:v>35.299999999999997</c:v>
                </c:pt>
                <c:pt idx="4724">
                  <c:v>35.299999999999997</c:v>
                </c:pt>
                <c:pt idx="4725">
                  <c:v>35.25</c:v>
                </c:pt>
                <c:pt idx="4726">
                  <c:v>35.299999999999997</c:v>
                </c:pt>
                <c:pt idx="4727">
                  <c:v>35.299999999999997</c:v>
                </c:pt>
                <c:pt idx="4728">
                  <c:v>35.25</c:v>
                </c:pt>
                <c:pt idx="4729">
                  <c:v>35.25</c:v>
                </c:pt>
                <c:pt idx="4730">
                  <c:v>35.25</c:v>
                </c:pt>
                <c:pt idx="4731">
                  <c:v>35.25</c:v>
                </c:pt>
                <c:pt idx="4732">
                  <c:v>35.25</c:v>
                </c:pt>
                <c:pt idx="4733">
                  <c:v>35.25</c:v>
                </c:pt>
                <c:pt idx="4734">
                  <c:v>35.25</c:v>
                </c:pt>
                <c:pt idx="4735">
                  <c:v>35.25</c:v>
                </c:pt>
                <c:pt idx="4736">
                  <c:v>35.25</c:v>
                </c:pt>
                <c:pt idx="4737">
                  <c:v>35.25</c:v>
                </c:pt>
                <c:pt idx="4738">
                  <c:v>35.25</c:v>
                </c:pt>
                <c:pt idx="4739">
                  <c:v>35.25</c:v>
                </c:pt>
                <c:pt idx="4740">
                  <c:v>35.25</c:v>
                </c:pt>
                <c:pt idx="4741">
                  <c:v>35.200000000000003</c:v>
                </c:pt>
                <c:pt idx="4742">
                  <c:v>35.200000000000003</c:v>
                </c:pt>
                <c:pt idx="4743">
                  <c:v>35.200000000000003</c:v>
                </c:pt>
                <c:pt idx="4744">
                  <c:v>35.200000000000003</c:v>
                </c:pt>
                <c:pt idx="4745">
                  <c:v>35.200000000000003</c:v>
                </c:pt>
                <c:pt idx="4746">
                  <c:v>35.200000000000003</c:v>
                </c:pt>
                <c:pt idx="4747">
                  <c:v>35.200000000000003</c:v>
                </c:pt>
                <c:pt idx="4748">
                  <c:v>35.200000000000003</c:v>
                </c:pt>
                <c:pt idx="4749">
                  <c:v>35.200000000000003</c:v>
                </c:pt>
                <c:pt idx="4750">
                  <c:v>35.200000000000003</c:v>
                </c:pt>
                <c:pt idx="4751">
                  <c:v>35.200000000000003</c:v>
                </c:pt>
                <c:pt idx="4752">
                  <c:v>35.200000000000003</c:v>
                </c:pt>
                <c:pt idx="4753">
                  <c:v>35.200000000000003</c:v>
                </c:pt>
                <c:pt idx="4754">
                  <c:v>35.200000000000003</c:v>
                </c:pt>
                <c:pt idx="4755">
                  <c:v>35.200000000000003</c:v>
                </c:pt>
                <c:pt idx="4756">
                  <c:v>35.200000000000003</c:v>
                </c:pt>
                <c:pt idx="4757">
                  <c:v>35.15</c:v>
                </c:pt>
                <c:pt idx="4758">
                  <c:v>35.15</c:v>
                </c:pt>
                <c:pt idx="4759">
                  <c:v>35.15</c:v>
                </c:pt>
                <c:pt idx="4760">
                  <c:v>35.15</c:v>
                </c:pt>
                <c:pt idx="4761">
                  <c:v>35.15</c:v>
                </c:pt>
                <c:pt idx="4762">
                  <c:v>35.15</c:v>
                </c:pt>
                <c:pt idx="4763">
                  <c:v>35.15</c:v>
                </c:pt>
                <c:pt idx="4764">
                  <c:v>35.15</c:v>
                </c:pt>
                <c:pt idx="4765">
                  <c:v>35.15</c:v>
                </c:pt>
                <c:pt idx="4766">
                  <c:v>35.15</c:v>
                </c:pt>
                <c:pt idx="4767">
                  <c:v>35.15</c:v>
                </c:pt>
                <c:pt idx="4768">
                  <c:v>35.15</c:v>
                </c:pt>
                <c:pt idx="4769">
                  <c:v>35.15</c:v>
                </c:pt>
                <c:pt idx="4770">
                  <c:v>35.1</c:v>
                </c:pt>
                <c:pt idx="4771">
                  <c:v>35.1</c:v>
                </c:pt>
                <c:pt idx="4772">
                  <c:v>35.1</c:v>
                </c:pt>
                <c:pt idx="4773">
                  <c:v>35.1</c:v>
                </c:pt>
                <c:pt idx="4774">
                  <c:v>35.1</c:v>
                </c:pt>
                <c:pt idx="4775">
                  <c:v>35.1</c:v>
                </c:pt>
                <c:pt idx="4776">
                  <c:v>35.1</c:v>
                </c:pt>
                <c:pt idx="4777">
                  <c:v>35.1</c:v>
                </c:pt>
                <c:pt idx="4778">
                  <c:v>35.1</c:v>
                </c:pt>
                <c:pt idx="4779">
                  <c:v>35.1</c:v>
                </c:pt>
                <c:pt idx="4780">
                  <c:v>35.1</c:v>
                </c:pt>
                <c:pt idx="4781">
                  <c:v>35.1</c:v>
                </c:pt>
                <c:pt idx="4782">
                  <c:v>35.1</c:v>
                </c:pt>
                <c:pt idx="4783">
                  <c:v>35.1</c:v>
                </c:pt>
                <c:pt idx="4784">
                  <c:v>35.1</c:v>
                </c:pt>
                <c:pt idx="4785">
                  <c:v>35.049999999999997</c:v>
                </c:pt>
                <c:pt idx="4786">
                  <c:v>35.049999999999997</c:v>
                </c:pt>
                <c:pt idx="4787">
                  <c:v>35.049999999999997</c:v>
                </c:pt>
                <c:pt idx="4788">
                  <c:v>35.049999999999997</c:v>
                </c:pt>
                <c:pt idx="4789">
                  <c:v>35.049999999999997</c:v>
                </c:pt>
                <c:pt idx="4790">
                  <c:v>35.049999999999997</c:v>
                </c:pt>
                <c:pt idx="4791">
                  <c:v>35.049999999999997</c:v>
                </c:pt>
                <c:pt idx="4792">
                  <c:v>35.049999999999997</c:v>
                </c:pt>
                <c:pt idx="4793">
                  <c:v>35.049999999999997</c:v>
                </c:pt>
                <c:pt idx="4794">
                  <c:v>35.049999999999997</c:v>
                </c:pt>
                <c:pt idx="4795">
                  <c:v>35.049999999999997</c:v>
                </c:pt>
                <c:pt idx="4796">
                  <c:v>35.049999999999997</c:v>
                </c:pt>
                <c:pt idx="4797">
                  <c:v>35.049999999999997</c:v>
                </c:pt>
                <c:pt idx="4798">
                  <c:v>35.049999999999997</c:v>
                </c:pt>
                <c:pt idx="4799">
                  <c:v>35.049999999999997</c:v>
                </c:pt>
                <c:pt idx="4800">
                  <c:v>35.049999999999997</c:v>
                </c:pt>
                <c:pt idx="4801">
                  <c:v>35.049999999999997</c:v>
                </c:pt>
                <c:pt idx="4802">
                  <c:v>35.049999999999997</c:v>
                </c:pt>
                <c:pt idx="4803">
                  <c:v>35</c:v>
                </c:pt>
                <c:pt idx="4804">
                  <c:v>35</c:v>
                </c:pt>
                <c:pt idx="4805">
                  <c:v>35</c:v>
                </c:pt>
                <c:pt idx="4806">
                  <c:v>35</c:v>
                </c:pt>
                <c:pt idx="4807">
                  <c:v>35</c:v>
                </c:pt>
                <c:pt idx="4808">
                  <c:v>35</c:v>
                </c:pt>
                <c:pt idx="4809">
                  <c:v>35</c:v>
                </c:pt>
                <c:pt idx="4810">
                  <c:v>35</c:v>
                </c:pt>
                <c:pt idx="4811">
                  <c:v>35</c:v>
                </c:pt>
                <c:pt idx="4812">
                  <c:v>35</c:v>
                </c:pt>
                <c:pt idx="4813">
                  <c:v>35</c:v>
                </c:pt>
                <c:pt idx="4814">
                  <c:v>35</c:v>
                </c:pt>
                <c:pt idx="4815">
                  <c:v>35</c:v>
                </c:pt>
                <c:pt idx="4816">
                  <c:v>34.950000000000003</c:v>
                </c:pt>
                <c:pt idx="4817">
                  <c:v>34.950000000000003</c:v>
                </c:pt>
                <c:pt idx="4818">
                  <c:v>34.950000000000003</c:v>
                </c:pt>
                <c:pt idx="4819">
                  <c:v>34.950000000000003</c:v>
                </c:pt>
                <c:pt idx="4820">
                  <c:v>34.950000000000003</c:v>
                </c:pt>
                <c:pt idx="4821">
                  <c:v>34.950000000000003</c:v>
                </c:pt>
                <c:pt idx="4822">
                  <c:v>34.950000000000003</c:v>
                </c:pt>
                <c:pt idx="4823">
                  <c:v>34.950000000000003</c:v>
                </c:pt>
                <c:pt idx="4824">
                  <c:v>34.950000000000003</c:v>
                </c:pt>
                <c:pt idx="4825">
                  <c:v>34.950000000000003</c:v>
                </c:pt>
                <c:pt idx="4826">
                  <c:v>34.950000000000003</c:v>
                </c:pt>
                <c:pt idx="4827">
                  <c:v>34.950000000000003</c:v>
                </c:pt>
                <c:pt idx="4828">
                  <c:v>34.950000000000003</c:v>
                </c:pt>
                <c:pt idx="4829">
                  <c:v>34.950000000000003</c:v>
                </c:pt>
                <c:pt idx="4830">
                  <c:v>34.950000000000003</c:v>
                </c:pt>
                <c:pt idx="4831">
                  <c:v>34.9</c:v>
                </c:pt>
                <c:pt idx="4832">
                  <c:v>34.9</c:v>
                </c:pt>
                <c:pt idx="4833">
                  <c:v>34.9</c:v>
                </c:pt>
                <c:pt idx="4834">
                  <c:v>34.9</c:v>
                </c:pt>
                <c:pt idx="4835">
                  <c:v>34.9</c:v>
                </c:pt>
                <c:pt idx="4836">
                  <c:v>34.9</c:v>
                </c:pt>
                <c:pt idx="4837">
                  <c:v>34.9</c:v>
                </c:pt>
                <c:pt idx="4838">
                  <c:v>34.9</c:v>
                </c:pt>
                <c:pt idx="4839">
                  <c:v>34.9</c:v>
                </c:pt>
                <c:pt idx="4840">
                  <c:v>34.9</c:v>
                </c:pt>
                <c:pt idx="4841">
                  <c:v>34.9</c:v>
                </c:pt>
                <c:pt idx="4842">
                  <c:v>34.9</c:v>
                </c:pt>
                <c:pt idx="4843">
                  <c:v>34.85</c:v>
                </c:pt>
                <c:pt idx="4844">
                  <c:v>34.85</c:v>
                </c:pt>
                <c:pt idx="4845">
                  <c:v>34.85</c:v>
                </c:pt>
                <c:pt idx="4846">
                  <c:v>34.85</c:v>
                </c:pt>
                <c:pt idx="4847">
                  <c:v>34.85</c:v>
                </c:pt>
                <c:pt idx="4848">
                  <c:v>34.85</c:v>
                </c:pt>
                <c:pt idx="4849">
                  <c:v>34.85</c:v>
                </c:pt>
                <c:pt idx="4850">
                  <c:v>34.85</c:v>
                </c:pt>
                <c:pt idx="4851">
                  <c:v>34.85</c:v>
                </c:pt>
                <c:pt idx="4852">
                  <c:v>34.85</c:v>
                </c:pt>
                <c:pt idx="4853">
                  <c:v>34.85</c:v>
                </c:pt>
                <c:pt idx="4854">
                  <c:v>34.85</c:v>
                </c:pt>
                <c:pt idx="4855">
                  <c:v>34.85</c:v>
                </c:pt>
                <c:pt idx="4856">
                  <c:v>34.85</c:v>
                </c:pt>
                <c:pt idx="4857">
                  <c:v>34.85</c:v>
                </c:pt>
                <c:pt idx="4858">
                  <c:v>34.85</c:v>
                </c:pt>
                <c:pt idx="4859">
                  <c:v>34.799999999999997</c:v>
                </c:pt>
                <c:pt idx="4860">
                  <c:v>34.85</c:v>
                </c:pt>
                <c:pt idx="4861">
                  <c:v>34.799999999999997</c:v>
                </c:pt>
                <c:pt idx="4862">
                  <c:v>34.799999999999997</c:v>
                </c:pt>
                <c:pt idx="4863">
                  <c:v>34.799999999999997</c:v>
                </c:pt>
                <c:pt idx="4864">
                  <c:v>34.799999999999997</c:v>
                </c:pt>
                <c:pt idx="4865">
                  <c:v>34.799999999999997</c:v>
                </c:pt>
                <c:pt idx="4866">
                  <c:v>34.799999999999997</c:v>
                </c:pt>
                <c:pt idx="4867">
                  <c:v>34.799999999999997</c:v>
                </c:pt>
                <c:pt idx="4868">
                  <c:v>34.799999999999997</c:v>
                </c:pt>
                <c:pt idx="4869">
                  <c:v>34.799999999999997</c:v>
                </c:pt>
                <c:pt idx="4870">
                  <c:v>34.799999999999997</c:v>
                </c:pt>
                <c:pt idx="4871">
                  <c:v>34.799999999999997</c:v>
                </c:pt>
                <c:pt idx="4872">
                  <c:v>34.799999999999997</c:v>
                </c:pt>
                <c:pt idx="4873">
                  <c:v>34.75</c:v>
                </c:pt>
                <c:pt idx="4874">
                  <c:v>34.75</c:v>
                </c:pt>
                <c:pt idx="4875">
                  <c:v>34.75</c:v>
                </c:pt>
                <c:pt idx="4876">
                  <c:v>34.75</c:v>
                </c:pt>
                <c:pt idx="4877">
                  <c:v>34.75</c:v>
                </c:pt>
                <c:pt idx="4878">
                  <c:v>34.75</c:v>
                </c:pt>
                <c:pt idx="4879">
                  <c:v>34.75</c:v>
                </c:pt>
                <c:pt idx="4880">
                  <c:v>34.75</c:v>
                </c:pt>
                <c:pt idx="4881">
                  <c:v>34.75</c:v>
                </c:pt>
                <c:pt idx="4882">
                  <c:v>34.75</c:v>
                </c:pt>
                <c:pt idx="4883">
                  <c:v>34.75</c:v>
                </c:pt>
                <c:pt idx="4884">
                  <c:v>34.75</c:v>
                </c:pt>
                <c:pt idx="4885">
                  <c:v>34.75</c:v>
                </c:pt>
                <c:pt idx="4886">
                  <c:v>34.75</c:v>
                </c:pt>
                <c:pt idx="4887">
                  <c:v>34.75</c:v>
                </c:pt>
                <c:pt idx="4888">
                  <c:v>34.75</c:v>
                </c:pt>
                <c:pt idx="4889">
                  <c:v>34.700000000000003</c:v>
                </c:pt>
                <c:pt idx="4890">
                  <c:v>34.700000000000003</c:v>
                </c:pt>
                <c:pt idx="4891">
                  <c:v>34.700000000000003</c:v>
                </c:pt>
                <c:pt idx="4892">
                  <c:v>34.700000000000003</c:v>
                </c:pt>
                <c:pt idx="4893">
                  <c:v>34.700000000000003</c:v>
                </c:pt>
                <c:pt idx="4894">
                  <c:v>34.700000000000003</c:v>
                </c:pt>
                <c:pt idx="4895">
                  <c:v>34.700000000000003</c:v>
                </c:pt>
                <c:pt idx="4896">
                  <c:v>34.75</c:v>
                </c:pt>
                <c:pt idx="4897">
                  <c:v>34.700000000000003</c:v>
                </c:pt>
                <c:pt idx="4898">
                  <c:v>34.700000000000003</c:v>
                </c:pt>
                <c:pt idx="4899">
                  <c:v>34.700000000000003</c:v>
                </c:pt>
                <c:pt idx="4900">
                  <c:v>34.700000000000003</c:v>
                </c:pt>
                <c:pt idx="4901">
                  <c:v>34.700000000000003</c:v>
                </c:pt>
                <c:pt idx="4902">
                  <c:v>34.65</c:v>
                </c:pt>
                <c:pt idx="4903">
                  <c:v>34.65</c:v>
                </c:pt>
                <c:pt idx="4904">
                  <c:v>34.65</c:v>
                </c:pt>
                <c:pt idx="4905">
                  <c:v>34.65</c:v>
                </c:pt>
                <c:pt idx="4906">
                  <c:v>34.65</c:v>
                </c:pt>
                <c:pt idx="4907">
                  <c:v>34.65</c:v>
                </c:pt>
                <c:pt idx="4908">
                  <c:v>34.65</c:v>
                </c:pt>
                <c:pt idx="4909">
                  <c:v>34.65</c:v>
                </c:pt>
                <c:pt idx="4910">
                  <c:v>34.65</c:v>
                </c:pt>
                <c:pt idx="4911">
                  <c:v>34.65</c:v>
                </c:pt>
                <c:pt idx="4912">
                  <c:v>34.65</c:v>
                </c:pt>
                <c:pt idx="4913">
                  <c:v>34.65</c:v>
                </c:pt>
                <c:pt idx="4914">
                  <c:v>34.65</c:v>
                </c:pt>
                <c:pt idx="4915">
                  <c:v>34.65</c:v>
                </c:pt>
                <c:pt idx="4916">
                  <c:v>34.65</c:v>
                </c:pt>
                <c:pt idx="4917">
                  <c:v>34.65</c:v>
                </c:pt>
                <c:pt idx="4918">
                  <c:v>34.65</c:v>
                </c:pt>
                <c:pt idx="4919">
                  <c:v>34.65</c:v>
                </c:pt>
                <c:pt idx="4920">
                  <c:v>34.6</c:v>
                </c:pt>
                <c:pt idx="4921">
                  <c:v>34.6</c:v>
                </c:pt>
                <c:pt idx="4922">
                  <c:v>34.6</c:v>
                </c:pt>
                <c:pt idx="4923">
                  <c:v>34.6</c:v>
                </c:pt>
                <c:pt idx="4924">
                  <c:v>34.6</c:v>
                </c:pt>
                <c:pt idx="4925">
                  <c:v>34.6</c:v>
                </c:pt>
                <c:pt idx="4926">
                  <c:v>34.6</c:v>
                </c:pt>
                <c:pt idx="4927">
                  <c:v>34.6</c:v>
                </c:pt>
                <c:pt idx="4928">
                  <c:v>34.6</c:v>
                </c:pt>
                <c:pt idx="4929">
                  <c:v>34.6</c:v>
                </c:pt>
                <c:pt idx="4930">
                  <c:v>34.6</c:v>
                </c:pt>
                <c:pt idx="4931">
                  <c:v>34.6</c:v>
                </c:pt>
                <c:pt idx="4932">
                  <c:v>34.549999999999997</c:v>
                </c:pt>
                <c:pt idx="4933">
                  <c:v>34.549999999999997</c:v>
                </c:pt>
                <c:pt idx="4934">
                  <c:v>34.549999999999997</c:v>
                </c:pt>
                <c:pt idx="4935">
                  <c:v>34.549999999999997</c:v>
                </c:pt>
                <c:pt idx="4936">
                  <c:v>34.549999999999997</c:v>
                </c:pt>
                <c:pt idx="4937">
                  <c:v>34.549999999999997</c:v>
                </c:pt>
                <c:pt idx="4938">
                  <c:v>34.549999999999997</c:v>
                </c:pt>
                <c:pt idx="4939">
                  <c:v>34.549999999999997</c:v>
                </c:pt>
                <c:pt idx="4940">
                  <c:v>34.549999999999997</c:v>
                </c:pt>
                <c:pt idx="4941">
                  <c:v>34.549999999999997</c:v>
                </c:pt>
                <c:pt idx="4942">
                  <c:v>34.549999999999997</c:v>
                </c:pt>
                <c:pt idx="4943">
                  <c:v>34.549999999999997</c:v>
                </c:pt>
                <c:pt idx="4944">
                  <c:v>34.549999999999997</c:v>
                </c:pt>
                <c:pt idx="4945">
                  <c:v>34.549999999999997</c:v>
                </c:pt>
                <c:pt idx="4946">
                  <c:v>34.549999999999997</c:v>
                </c:pt>
                <c:pt idx="4947">
                  <c:v>34.549999999999997</c:v>
                </c:pt>
                <c:pt idx="4948">
                  <c:v>34.5</c:v>
                </c:pt>
                <c:pt idx="4949">
                  <c:v>34.5</c:v>
                </c:pt>
                <c:pt idx="4950">
                  <c:v>34.5</c:v>
                </c:pt>
                <c:pt idx="4951">
                  <c:v>34.5</c:v>
                </c:pt>
                <c:pt idx="4952">
                  <c:v>34.5</c:v>
                </c:pt>
                <c:pt idx="4953">
                  <c:v>34.5</c:v>
                </c:pt>
                <c:pt idx="4954">
                  <c:v>34.549999999999997</c:v>
                </c:pt>
                <c:pt idx="4955">
                  <c:v>34.5</c:v>
                </c:pt>
                <c:pt idx="4956">
                  <c:v>34.5</c:v>
                </c:pt>
                <c:pt idx="4957">
                  <c:v>34.5</c:v>
                </c:pt>
                <c:pt idx="4958">
                  <c:v>34.5</c:v>
                </c:pt>
                <c:pt idx="4959">
                  <c:v>34.5</c:v>
                </c:pt>
                <c:pt idx="4960">
                  <c:v>34.5</c:v>
                </c:pt>
                <c:pt idx="4961">
                  <c:v>34.5</c:v>
                </c:pt>
                <c:pt idx="4962">
                  <c:v>34.5</c:v>
                </c:pt>
                <c:pt idx="4963">
                  <c:v>34.5</c:v>
                </c:pt>
                <c:pt idx="4964">
                  <c:v>34.5</c:v>
                </c:pt>
                <c:pt idx="4965">
                  <c:v>34.5</c:v>
                </c:pt>
                <c:pt idx="4966">
                  <c:v>34.5</c:v>
                </c:pt>
                <c:pt idx="4967">
                  <c:v>34.5</c:v>
                </c:pt>
                <c:pt idx="4968">
                  <c:v>34.5</c:v>
                </c:pt>
                <c:pt idx="4969">
                  <c:v>34.5</c:v>
                </c:pt>
                <c:pt idx="4970">
                  <c:v>34.5</c:v>
                </c:pt>
                <c:pt idx="4971">
                  <c:v>34.5</c:v>
                </c:pt>
                <c:pt idx="4972">
                  <c:v>34.5</c:v>
                </c:pt>
                <c:pt idx="4973">
                  <c:v>34.450000000000003</c:v>
                </c:pt>
                <c:pt idx="4974">
                  <c:v>34.450000000000003</c:v>
                </c:pt>
                <c:pt idx="4975">
                  <c:v>34.450000000000003</c:v>
                </c:pt>
                <c:pt idx="4976">
                  <c:v>34.5</c:v>
                </c:pt>
                <c:pt idx="4977">
                  <c:v>34.5</c:v>
                </c:pt>
                <c:pt idx="4978">
                  <c:v>34.5</c:v>
                </c:pt>
                <c:pt idx="4979">
                  <c:v>34.5</c:v>
                </c:pt>
                <c:pt idx="4980">
                  <c:v>34.450000000000003</c:v>
                </c:pt>
                <c:pt idx="4981">
                  <c:v>34.5</c:v>
                </c:pt>
                <c:pt idx="4982">
                  <c:v>34.5</c:v>
                </c:pt>
                <c:pt idx="4983">
                  <c:v>34.5</c:v>
                </c:pt>
                <c:pt idx="4984">
                  <c:v>34.5</c:v>
                </c:pt>
                <c:pt idx="4985">
                  <c:v>34.5</c:v>
                </c:pt>
                <c:pt idx="4986">
                  <c:v>34.450000000000003</c:v>
                </c:pt>
                <c:pt idx="4987">
                  <c:v>34.450000000000003</c:v>
                </c:pt>
                <c:pt idx="4988">
                  <c:v>34.450000000000003</c:v>
                </c:pt>
                <c:pt idx="4989">
                  <c:v>34.450000000000003</c:v>
                </c:pt>
                <c:pt idx="4990">
                  <c:v>34.450000000000003</c:v>
                </c:pt>
                <c:pt idx="4991">
                  <c:v>34.450000000000003</c:v>
                </c:pt>
                <c:pt idx="4992">
                  <c:v>34.450000000000003</c:v>
                </c:pt>
                <c:pt idx="4993">
                  <c:v>34.450000000000003</c:v>
                </c:pt>
                <c:pt idx="4994">
                  <c:v>34.450000000000003</c:v>
                </c:pt>
                <c:pt idx="4995">
                  <c:v>34.450000000000003</c:v>
                </c:pt>
                <c:pt idx="4996">
                  <c:v>34.4</c:v>
                </c:pt>
                <c:pt idx="4997">
                  <c:v>34.450000000000003</c:v>
                </c:pt>
                <c:pt idx="4998">
                  <c:v>34.450000000000003</c:v>
                </c:pt>
                <c:pt idx="4999">
                  <c:v>34.4</c:v>
                </c:pt>
                <c:pt idx="5000">
                  <c:v>34.450000000000003</c:v>
                </c:pt>
                <c:pt idx="5001">
                  <c:v>34.4</c:v>
                </c:pt>
                <c:pt idx="5002">
                  <c:v>34.450000000000003</c:v>
                </c:pt>
                <c:pt idx="5003">
                  <c:v>34.4</c:v>
                </c:pt>
                <c:pt idx="5004">
                  <c:v>34.4</c:v>
                </c:pt>
                <c:pt idx="5005">
                  <c:v>34.4</c:v>
                </c:pt>
                <c:pt idx="5006">
                  <c:v>34.4</c:v>
                </c:pt>
                <c:pt idx="5007">
                  <c:v>34.4</c:v>
                </c:pt>
                <c:pt idx="5008">
                  <c:v>34.4</c:v>
                </c:pt>
                <c:pt idx="5009">
                  <c:v>34.4</c:v>
                </c:pt>
                <c:pt idx="5010">
                  <c:v>34.4</c:v>
                </c:pt>
                <c:pt idx="5011">
                  <c:v>34.4</c:v>
                </c:pt>
                <c:pt idx="5012">
                  <c:v>34.4</c:v>
                </c:pt>
                <c:pt idx="5013">
                  <c:v>34.4</c:v>
                </c:pt>
                <c:pt idx="5014">
                  <c:v>34.4</c:v>
                </c:pt>
                <c:pt idx="5015">
                  <c:v>34.35</c:v>
                </c:pt>
                <c:pt idx="5016">
                  <c:v>34.35</c:v>
                </c:pt>
                <c:pt idx="5017">
                  <c:v>34.35</c:v>
                </c:pt>
                <c:pt idx="5018">
                  <c:v>34.35</c:v>
                </c:pt>
                <c:pt idx="5019">
                  <c:v>34.4</c:v>
                </c:pt>
                <c:pt idx="5020">
                  <c:v>34.4</c:v>
                </c:pt>
                <c:pt idx="5021">
                  <c:v>34.35</c:v>
                </c:pt>
                <c:pt idx="5022">
                  <c:v>34.35</c:v>
                </c:pt>
                <c:pt idx="5023">
                  <c:v>34.35</c:v>
                </c:pt>
                <c:pt idx="5024">
                  <c:v>34.35</c:v>
                </c:pt>
                <c:pt idx="5025">
                  <c:v>34.35</c:v>
                </c:pt>
                <c:pt idx="5026">
                  <c:v>34.35</c:v>
                </c:pt>
                <c:pt idx="5027">
                  <c:v>34.35</c:v>
                </c:pt>
                <c:pt idx="5028">
                  <c:v>34.35</c:v>
                </c:pt>
                <c:pt idx="5029">
                  <c:v>34.35</c:v>
                </c:pt>
                <c:pt idx="5030">
                  <c:v>34.35</c:v>
                </c:pt>
                <c:pt idx="5031">
                  <c:v>34.35</c:v>
                </c:pt>
                <c:pt idx="5032">
                  <c:v>34.35</c:v>
                </c:pt>
                <c:pt idx="5033">
                  <c:v>34.299999999999997</c:v>
                </c:pt>
                <c:pt idx="5034">
                  <c:v>34.299999999999997</c:v>
                </c:pt>
                <c:pt idx="5035">
                  <c:v>34.35</c:v>
                </c:pt>
                <c:pt idx="5036">
                  <c:v>34.299999999999997</c:v>
                </c:pt>
                <c:pt idx="5037">
                  <c:v>34.299999999999997</c:v>
                </c:pt>
                <c:pt idx="5038">
                  <c:v>34.299999999999997</c:v>
                </c:pt>
                <c:pt idx="5039">
                  <c:v>34.299999999999997</c:v>
                </c:pt>
                <c:pt idx="5040">
                  <c:v>34.299999999999997</c:v>
                </c:pt>
                <c:pt idx="5041">
                  <c:v>34.299999999999997</c:v>
                </c:pt>
                <c:pt idx="5042">
                  <c:v>34.299999999999997</c:v>
                </c:pt>
                <c:pt idx="5043">
                  <c:v>34.299999999999997</c:v>
                </c:pt>
                <c:pt idx="5044">
                  <c:v>34.299999999999997</c:v>
                </c:pt>
                <c:pt idx="5045">
                  <c:v>34.299999999999997</c:v>
                </c:pt>
                <c:pt idx="5046">
                  <c:v>34.299999999999997</c:v>
                </c:pt>
                <c:pt idx="5047">
                  <c:v>34.299999999999997</c:v>
                </c:pt>
                <c:pt idx="5048">
                  <c:v>34.299999999999997</c:v>
                </c:pt>
                <c:pt idx="5049">
                  <c:v>34.299999999999997</c:v>
                </c:pt>
                <c:pt idx="5050">
                  <c:v>34.299999999999997</c:v>
                </c:pt>
                <c:pt idx="5051">
                  <c:v>34.25</c:v>
                </c:pt>
                <c:pt idx="5052">
                  <c:v>34.25</c:v>
                </c:pt>
                <c:pt idx="5053">
                  <c:v>34.25</c:v>
                </c:pt>
                <c:pt idx="5054">
                  <c:v>34.25</c:v>
                </c:pt>
                <c:pt idx="5055">
                  <c:v>34.25</c:v>
                </c:pt>
                <c:pt idx="5056">
                  <c:v>34.25</c:v>
                </c:pt>
                <c:pt idx="5057">
                  <c:v>34.25</c:v>
                </c:pt>
                <c:pt idx="5058">
                  <c:v>34.25</c:v>
                </c:pt>
                <c:pt idx="5059">
                  <c:v>34.25</c:v>
                </c:pt>
                <c:pt idx="5060">
                  <c:v>34.25</c:v>
                </c:pt>
                <c:pt idx="5061">
                  <c:v>34.25</c:v>
                </c:pt>
                <c:pt idx="5062">
                  <c:v>34.25</c:v>
                </c:pt>
                <c:pt idx="5063">
                  <c:v>34.25</c:v>
                </c:pt>
                <c:pt idx="5064">
                  <c:v>34.25</c:v>
                </c:pt>
                <c:pt idx="5065">
                  <c:v>34.25</c:v>
                </c:pt>
                <c:pt idx="5066">
                  <c:v>34.25</c:v>
                </c:pt>
                <c:pt idx="5067">
                  <c:v>34.25</c:v>
                </c:pt>
                <c:pt idx="5068">
                  <c:v>34.25</c:v>
                </c:pt>
                <c:pt idx="5069">
                  <c:v>34.25</c:v>
                </c:pt>
                <c:pt idx="5070">
                  <c:v>34.200000000000003</c:v>
                </c:pt>
                <c:pt idx="5071">
                  <c:v>34.200000000000003</c:v>
                </c:pt>
                <c:pt idx="5072">
                  <c:v>34.200000000000003</c:v>
                </c:pt>
                <c:pt idx="5073">
                  <c:v>34.200000000000003</c:v>
                </c:pt>
                <c:pt idx="5074">
                  <c:v>34.200000000000003</c:v>
                </c:pt>
                <c:pt idx="5075">
                  <c:v>34.200000000000003</c:v>
                </c:pt>
                <c:pt idx="5076">
                  <c:v>34.200000000000003</c:v>
                </c:pt>
                <c:pt idx="5077">
                  <c:v>34.200000000000003</c:v>
                </c:pt>
                <c:pt idx="5078">
                  <c:v>34.200000000000003</c:v>
                </c:pt>
                <c:pt idx="5079">
                  <c:v>34.200000000000003</c:v>
                </c:pt>
                <c:pt idx="5080">
                  <c:v>34.200000000000003</c:v>
                </c:pt>
                <c:pt idx="5081">
                  <c:v>34.200000000000003</c:v>
                </c:pt>
                <c:pt idx="5082">
                  <c:v>34.200000000000003</c:v>
                </c:pt>
                <c:pt idx="5083">
                  <c:v>34.15</c:v>
                </c:pt>
                <c:pt idx="5084">
                  <c:v>34.15</c:v>
                </c:pt>
                <c:pt idx="5085">
                  <c:v>34.15</c:v>
                </c:pt>
                <c:pt idx="5086">
                  <c:v>34.15</c:v>
                </c:pt>
                <c:pt idx="5087">
                  <c:v>34.15</c:v>
                </c:pt>
                <c:pt idx="5088">
                  <c:v>34.15</c:v>
                </c:pt>
                <c:pt idx="5089">
                  <c:v>34.15</c:v>
                </c:pt>
                <c:pt idx="5090">
                  <c:v>34.15</c:v>
                </c:pt>
                <c:pt idx="5091">
                  <c:v>34.15</c:v>
                </c:pt>
                <c:pt idx="5092">
                  <c:v>34.15</c:v>
                </c:pt>
                <c:pt idx="5093">
                  <c:v>34.15</c:v>
                </c:pt>
                <c:pt idx="5094">
                  <c:v>34.15</c:v>
                </c:pt>
                <c:pt idx="5095">
                  <c:v>34.15</c:v>
                </c:pt>
                <c:pt idx="5096">
                  <c:v>34.15</c:v>
                </c:pt>
                <c:pt idx="5097">
                  <c:v>34.15</c:v>
                </c:pt>
                <c:pt idx="5098">
                  <c:v>34.15</c:v>
                </c:pt>
                <c:pt idx="5099">
                  <c:v>34.15</c:v>
                </c:pt>
                <c:pt idx="5100">
                  <c:v>34.1</c:v>
                </c:pt>
                <c:pt idx="5101">
                  <c:v>34.1</c:v>
                </c:pt>
                <c:pt idx="5102">
                  <c:v>34.1</c:v>
                </c:pt>
                <c:pt idx="5103">
                  <c:v>34.1</c:v>
                </c:pt>
                <c:pt idx="5104">
                  <c:v>34.1</c:v>
                </c:pt>
                <c:pt idx="5105">
                  <c:v>34.1</c:v>
                </c:pt>
                <c:pt idx="5106">
                  <c:v>34.1</c:v>
                </c:pt>
                <c:pt idx="5107">
                  <c:v>34.1</c:v>
                </c:pt>
                <c:pt idx="5108">
                  <c:v>34.1</c:v>
                </c:pt>
                <c:pt idx="5109">
                  <c:v>34.1</c:v>
                </c:pt>
                <c:pt idx="5110">
                  <c:v>34.1</c:v>
                </c:pt>
                <c:pt idx="5111">
                  <c:v>34.1</c:v>
                </c:pt>
                <c:pt idx="5112">
                  <c:v>34.1</c:v>
                </c:pt>
                <c:pt idx="5113">
                  <c:v>34.1</c:v>
                </c:pt>
                <c:pt idx="5114">
                  <c:v>34.049999999999997</c:v>
                </c:pt>
                <c:pt idx="5115">
                  <c:v>34.049999999999997</c:v>
                </c:pt>
                <c:pt idx="5116">
                  <c:v>34.049999999999997</c:v>
                </c:pt>
                <c:pt idx="5117">
                  <c:v>34.049999999999997</c:v>
                </c:pt>
                <c:pt idx="5118">
                  <c:v>34.049999999999997</c:v>
                </c:pt>
                <c:pt idx="5119">
                  <c:v>34.049999999999997</c:v>
                </c:pt>
                <c:pt idx="5120">
                  <c:v>34.049999999999997</c:v>
                </c:pt>
                <c:pt idx="5121">
                  <c:v>34.049999999999997</c:v>
                </c:pt>
                <c:pt idx="5122">
                  <c:v>34.049999999999997</c:v>
                </c:pt>
                <c:pt idx="5123">
                  <c:v>34.049999999999997</c:v>
                </c:pt>
                <c:pt idx="5124">
                  <c:v>34.049999999999997</c:v>
                </c:pt>
                <c:pt idx="5125">
                  <c:v>34.049999999999997</c:v>
                </c:pt>
                <c:pt idx="5126">
                  <c:v>34.049999999999997</c:v>
                </c:pt>
                <c:pt idx="5127">
                  <c:v>34.049999999999997</c:v>
                </c:pt>
                <c:pt idx="5128">
                  <c:v>34.049999999999997</c:v>
                </c:pt>
                <c:pt idx="5129">
                  <c:v>34.049999999999997</c:v>
                </c:pt>
                <c:pt idx="5130">
                  <c:v>34</c:v>
                </c:pt>
                <c:pt idx="5131">
                  <c:v>34</c:v>
                </c:pt>
                <c:pt idx="5132">
                  <c:v>34</c:v>
                </c:pt>
                <c:pt idx="5133">
                  <c:v>34</c:v>
                </c:pt>
                <c:pt idx="5134">
                  <c:v>34</c:v>
                </c:pt>
                <c:pt idx="5135">
                  <c:v>34</c:v>
                </c:pt>
                <c:pt idx="5136">
                  <c:v>34</c:v>
                </c:pt>
                <c:pt idx="5137">
                  <c:v>34</c:v>
                </c:pt>
                <c:pt idx="5138">
                  <c:v>34</c:v>
                </c:pt>
                <c:pt idx="5139">
                  <c:v>34</c:v>
                </c:pt>
                <c:pt idx="5140">
                  <c:v>34</c:v>
                </c:pt>
                <c:pt idx="5141">
                  <c:v>34</c:v>
                </c:pt>
                <c:pt idx="5142">
                  <c:v>34</c:v>
                </c:pt>
                <c:pt idx="5143">
                  <c:v>34</c:v>
                </c:pt>
                <c:pt idx="5144">
                  <c:v>33.950000000000003</c:v>
                </c:pt>
                <c:pt idx="5145">
                  <c:v>33.950000000000003</c:v>
                </c:pt>
                <c:pt idx="5146">
                  <c:v>33.950000000000003</c:v>
                </c:pt>
                <c:pt idx="5147">
                  <c:v>33.950000000000003</c:v>
                </c:pt>
                <c:pt idx="5148">
                  <c:v>34</c:v>
                </c:pt>
                <c:pt idx="5149">
                  <c:v>33.950000000000003</c:v>
                </c:pt>
                <c:pt idx="5150">
                  <c:v>34</c:v>
                </c:pt>
                <c:pt idx="5151">
                  <c:v>33.950000000000003</c:v>
                </c:pt>
                <c:pt idx="5152">
                  <c:v>33.950000000000003</c:v>
                </c:pt>
                <c:pt idx="5153">
                  <c:v>33.950000000000003</c:v>
                </c:pt>
                <c:pt idx="5154">
                  <c:v>33.950000000000003</c:v>
                </c:pt>
                <c:pt idx="5155">
                  <c:v>33.950000000000003</c:v>
                </c:pt>
                <c:pt idx="5156">
                  <c:v>33.950000000000003</c:v>
                </c:pt>
                <c:pt idx="5157">
                  <c:v>33.950000000000003</c:v>
                </c:pt>
                <c:pt idx="5158">
                  <c:v>33.950000000000003</c:v>
                </c:pt>
                <c:pt idx="5159">
                  <c:v>33.950000000000003</c:v>
                </c:pt>
                <c:pt idx="5160">
                  <c:v>33.950000000000003</c:v>
                </c:pt>
                <c:pt idx="5161">
                  <c:v>33.950000000000003</c:v>
                </c:pt>
                <c:pt idx="5162">
                  <c:v>33.950000000000003</c:v>
                </c:pt>
                <c:pt idx="5163">
                  <c:v>33.950000000000003</c:v>
                </c:pt>
                <c:pt idx="5164">
                  <c:v>33.9</c:v>
                </c:pt>
                <c:pt idx="5165">
                  <c:v>33.9</c:v>
                </c:pt>
                <c:pt idx="5166">
                  <c:v>33.9</c:v>
                </c:pt>
                <c:pt idx="5167">
                  <c:v>33.9</c:v>
                </c:pt>
                <c:pt idx="5168">
                  <c:v>33.9</c:v>
                </c:pt>
                <c:pt idx="5169">
                  <c:v>33.9</c:v>
                </c:pt>
                <c:pt idx="5170">
                  <c:v>33.9</c:v>
                </c:pt>
                <c:pt idx="5171">
                  <c:v>33.9</c:v>
                </c:pt>
                <c:pt idx="5172">
                  <c:v>33.9</c:v>
                </c:pt>
                <c:pt idx="5173">
                  <c:v>33.9</c:v>
                </c:pt>
                <c:pt idx="5174">
                  <c:v>33.9</c:v>
                </c:pt>
                <c:pt idx="5175">
                  <c:v>33.9</c:v>
                </c:pt>
                <c:pt idx="5176">
                  <c:v>33.9</c:v>
                </c:pt>
                <c:pt idx="5177">
                  <c:v>33.9</c:v>
                </c:pt>
                <c:pt idx="5178">
                  <c:v>33.9</c:v>
                </c:pt>
                <c:pt idx="5179">
                  <c:v>33.9</c:v>
                </c:pt>
                <c:pt idx="5180">
                  <c:v>33.9</c:v>
                </c:pt>
                <c:pt idx="5181">
                  <c:v>33.85</c:v>
                </c:pt>
                <c:pt idx="5182">
                  <c:v>33.9</c:v>
                </c:pt>
                <c:pt idx="5183">
                  <c:v>33.85</c:v>
                </c:pt>
                <c:pt idx="5184">
                  <c:v>33.85</c:v>
                </c:pt>
                <c:pt idx="5185">
                  <c:v>33.85</c:v>
                </c:pt>
                <c:pt idx="5186">
                  <c:v>33.85</c:v>
                </c:pt>
                <c:pt idx="5187">
                  <c:v>33.85</c:v>
                </c:pt>
                <c:pt idx="5188">
                  <c:v>33.85</c:v>
                </c:pt>
                <c:pt idx="5189">
                  <c:v>33.85</c:v>
                </c:pt>
                <c:pt idx="5190">
                  <c:v>33.85</c:v>
                </c:pt>
                <c:pt idx="5191">
                  <c:v>33.85</c:v>
                </c:pt>
                <c:pt idx="5192">
                  <c:v>33.85</c:v>
                </c:pt>
                <c:pt idx="5193">
                  <c:v>33.85</c:v>
                </c:pt>
                <c:pt idx="5194">
                  <c:v>33.85</c:v>
                </c:pt>
                <c:pt idx="5195">
                  <c:v>33.85</c:v>
                </c:pt>
                <c:pt idx="5196">
                  <c:v>33.85</c:v>
                </c:pt>
                <c:pt idx="5197">
                  <c:v>33.85</c:v>
                </c:pt>
                <c:pt idx="5198">
                  <c:v>33.85</c:v>
                </c:pt>
                <c:pt idx="5199">
                  <c:v>33.799999999999997</c:v>
                </c:pt>
                <c:pt idx="5200">
                  <c:v>33.799999999999997</c:v>
                </c:pt>
                <c:pt idx="5201">
                  <c:v>33.799999999999997</c:v>
                </c:pt>
                <c:pt idx="5202">
                  <c:v>33.799999999999997</c:v>
                </c:pt>
                <c:pt idx="5203">
                  <c:v>33.799999999999997</c:v>
                </c:pt>
                <c:pt idx="5204">
                  <c:v>33.799999999999997</c:v>
                </c:pt>
                <c:pt idx="5205">
                  <c:v>33.799999999999997</c:v>
                </c:pt>
                <c:pt idx="5206">
                  <c:v>33.799999999999997</c:v>
                </c:pt>
                <c:pt idx="5207">
                  <c:v>33.799999999999997</c:v>
                </c:pt>
                <c:pt idx="5208">
                  <c:v>33.799999999999997</c:v>
                </c:pt>
                <c:pt idx="5209">
                  <c:v>33.799999999999997</c:v>
                </c:pt>
                <c:pt idx="5210">
                  <c:v>33.799999999999997</c:v>
                </c:pt>
                <c:pt idx="5211">
                  <c:v>33.75</c:v>
                </c:pt>
                <c:pt idx="5212">
                  <c:v>33.75</c:v>
                </c:pt>
                <c:pt idx="5213">
                  <c:v>33.75</c:v>
                </c:pt>
                <c:pt idx="5214">
                  <c:v>33.75</c:v>
                </c:pt>
                <c:pt idx="5215">
                  <c:v>33.75</c:v>
                </c:pt>
                <c:pt idx="5216">
                  <c:v>33.75</c:v>
                </c:pt>
                <c:pt idx="5217">
                  <c:v>33.75</c:v>
                </c:pt>
                <c:pt idx="5218">
                  <c:v>33.75</c:v>
                </c:pt>
                <c:pt idx="5219">
                  <c:v>33.75</c:v>
                </c:pt>
                <c:pt idx="5220">
                  <c:v>33.75</c:v>
                </c:pt>
                <c:pt idx="5221">
                  <c:v>33.75</c:v>
                </c:pt>
                <c:pt idx="5222">
                  <c:v>33.75</c:v>
                </c:pt>
                <c:pt idx="5223">
                  <c:v>33.75</c:v>
                </c:pt>
                <c:pt idx="5224">
                  <c:v>33.75</c:v>
                </c:pt>
                <c:pt idx="5225">
                  <c:v>33.75</c:v>
                </c:pt>
                <c:pt idx="5226">
                  <c:v>33.75</c:v>
                </c:pt>
                <c:pt idx="5227">
                  <c:v>33.75</c:v>
                </c:pt>
                <c:pt idx="5228">
                  <c:v>33.75</c:v>
                </c:pt>
                <c:pt idx="5229">
                  <c:v>33.75</c:v>
                </c:pt>
                <c:pt idx="5230">
                  <c:v>33.700000000000003</c:v>
                </c:pt>
                <c:pt idx="5231">
                  <c:v>33.700000000000003</c:v>
                </c:pt>
                <c:pt idx="5232">
                  <c:v>33.700000000000003</c:v>
                </c:pt>
                <c:pt idx="5233">
                  <c:v>33.700000000000003</c:v>
                </c:pt>
                <c:pt idx="5234">
                  <c:v>33.700000000000003</c:v>
                </c:pt>
                <c:pt idx="5235">
                  <c:v>33.700000000000003</c:v>
                </c:pt>
                <c:pt idx="5236">
                  <c:v>33.700000000000003</c:v>
                </c:pt>
                <c:pt idx="5237">
                  <c:v>33.700000000000003</c:v>
                </c:pt>
                <c:pt idx="5238">
                  <c:v>33.700000000000003</c:v>
                </c:pt>
                <c:pt idx="5239">
                  <c:v>33.700000000000003</c:v>
                </c:pt>
                <c:pt idx="5240">
                  <c:v>33.700000000000003</c:v>
                </c:pt>
                <c:pt idx="5241">
                  <c:v>33.700000000000003</c:v>
                </c:pt>
                <c:pt idx="5242">
                  <c:v>33.700000000000003</c:v>
                </c:pt>
                <c:pt idx="5243">
                  <c:v>33.700000000000003</c:v>
                </c:pt>
                <c:pt idx="5244">
                  <c:v>33.700000000000003</c:v>
                </c:pt>
                <c:pt idx="5245">
                  <c:v>33.65</c:v>
                </c:pt>
                <c:pt idx="5246">
                  <c:v>33.65</c:v>
                </c:pt>
                <c:pt idx="5247">
                  <c:v>33.65</c:v>
                </c:pt>
                <c:pt idx="5248">
                  <c:v>33.65</c:v>
                </c:pt>
                <c:pt idx="5249">
                  <c:v>33.65</c:v>
                </c:pt>
                <c:pt idx="5250">
                  <c:v>33.65</c:v>
                </c:pt>
                <c:pt idx="5251">
                  <c:v>33.65</c:v>
                </c:pt>
                <c:pt idx="5252">
                  <c:v>33.65</c:v>
                </c:pt>
                <c:pt idx="5253">
                  <c:v>33.65</c:v>
                </c:pt>
                <c:pt idx="5254">
                  <c:v>33.65</c:v>
                </c:pt>
                <c:pt idx="5255">
                  <c:v>33.65</c:v>
                </c:pt>
                <c:pt idx="5256">
                  <c:v>33.65</c:v>
                </c:pt>
                <c:pt idx="5257">
                  <c:v>33.65</c:v>
                </c:pt>
                <c:pt idx="5258">
                  <c:v>33.65</c:v>
                </c:pt>
                <c:pt idx="5259">
                  <c:v>33.65</c:v>
                </c:pt>
                <c:pt idx="5260">
                  <c:v>33.65</c:v>
                </c:pt>
                <c:pt idx="5261">
                  <c:v>33.65</c:v>
                </c:pt>
                <c:pt idx="5262">
                  <c:v>33.6</c:v>
                </c:pt>
                <c:pt idx="5263">
                  <c:v>33.6</c:v>
                </c:pt>
                <c:pt idx="5264">
                  <c:v>33.6</c:v>
                </c:pt>
                <c:pt idx="5265">
                  <c:v>33.6</c:v>
                </c:pt>
                <c:pt idx="5266">
                  <c:v>33.6</c:v>
                </c:pt>
                <c:pt idx="5267">
                  <c:v>33.6</c:v>
                </c:pt>
                <c:pt idx="5268">
                  <c:v>33.6</c:v>
                </c:pt>
                <c:pt idx="5269">
                  <c:v>33.6</c:v>
                </c:pt>
                <c:pt idx="5270">
                  <c:v>33.6</c:v>
                </c:pt>
                <c:pt idx="5271">
                  <c:v>33.6</c:v>
                </c:pt>
                <c:pt idx="5272">
                  <c:v>33.6</c:v>
                </c:pt>
                <c:pt idx="5273">
                  <c:v>33.6</c:v>
                </c:pt>
                <c:pt idx="5274">
                  <c:v>33.6</c:v>
                </c:pt>
                <c:pt idx="5275">
                  <c:v>33.6</c:v>
                </c:pt>
                <c:pt idx="5276">
                  <c:v>33.6</c:v>
                </c:pt>
                <c:pt idx="5277">
                  <c:v>33.6</c:v>
                </c:pt>
                <c:pt idx="5278">
                  <c:v>33.6</c:v>
                </c:pt>
                <c:pt idx="5279">
                  <c:v>33.6</c:v>
                </c:pt>
                <c:pt idx="5280">
                  <c:v>33.549999999999997</c:v>
                </c:pt>
                <c:pt idx="5281">
                  <c:v>33.549999999999997</c:v>
                </c:pt>
                <c:pt idx="5282">
                  <c:v>33.549999999999997</c:v>
                </c:pt>
                <c:pt idx="5283">
                  <c:v>33.549999999999997</c:v>
                </c:pt>
                <c:pt idx="5284">
                  <c:v>33.549999999999997</c:v>
                </c:pt>
                <c:pt idx="5285">
                  <c:v>33.549999999999997</c:v>
                </c:pt>
                <c:pt idx="5286">
                  <c:v>33.549999999999997</c:v>
                </c:pt>
                <c:pt idx="5287">
                  <c:v>33.549999999999997</c:v>
                </c:pt>
                <c:pt idx="5288">
                  <c:v>33.549999999999997</c:v>
                </c:pt>
                <c:pt idx="5289">
                  <c:v>33.549999999999997</c:v>
                </c:pt>
                <c:pt idx="5290">
                  <c:v>33.549999999999997</c:v>
                </c:pt>
                <c:pt idx="5291">
                  <c:v>33.549999999999997</c:v>
                </c:pt>
                <c:pt idx="5292">
                  <c:v>33.549999999999997</c:v>
                </c:pt>
                <c:pt idx="5293">
                  <c:v>33.549999999999997</c:v>
                </c:pt>
                <c:pt idx="5294">
                  <c:v>33.5</c:v>
                </c:pt>
                <c:pt idx="5295">
                  <c:v>33.5</c:v>
                </c:pt>
                <c:pt idx="5296">
                  <c:v>33.5</c:v>
                </c:pt>
                <c:pt idx="5297">
                  <c:v>33.5</c:v>
                </c:pt>
                <c:pt idx="5298">
                  <c:v>33.5</c:v>
                </c:pt>
                <c:pt idx="5299">
                  <c:v>33.5</c:v>
                </c:pt>
                <c:pt idx="5300">
                  <c:v>33.5</c:v>
                </c:pt>
                <c:pt idx="5301">
                  <c:v>33.5</c:v>
                </c:pt>
                <c:pt idx="5302">
                  <c:v>33.5</c:v>
                </c:pt>
                <c:pt idx="5303">
                  <c:v>33.5</c:v>
                </c:pt>
                <c:pt idx="5304">
                  <c:v>33.5</c:v>
                </c:pt>
                <c:pt idx="5305">
                  <c:v>33.5</c:v>
                </c:pt>
                <c:pt idx="5306">
                  <c:v>33.5</c:v>
                </c:pt>
                <c:pt idx="5307">
                  <c:v>33.5</c:v>
                </c:pt>
                <c:pt idx="5308">
                  <c:v>33.5</c:v>
                </c:pt>
                <c:pt idx="5309">
                  <c:v>33.5</c:v>
                </c:pt>
                <c:pt idx="5310">
                  <c:v>33.5</c:v>
                </c:pt>
                <c:pt idx="5311">
                  <c:v>33.5</c:v>
                </c:pt>
                <c:pt idx="5312">
                  <c:v>33.450000000000003</c:v>
                </c:pt>
                <c:pt idx="5313">
                  <c:v>33.450000000000003</c:v>
                </c:pt>
                <c:pt idx="5314">
                  <c:v>33.450000000000003</c:v>
                </c:pt>
                <c:pt idx="5315">
                  <c:v>33.450000000000003</c:v>
                </c:pt>
                <c:pt idx="5316">
                  <c:v>33.450000000000003</c:v>
                </c:pt>
                <c:pt idx="5317">
                  <c:v>33.450000000000003</c:v>
                </c:pt>
                <c:pt idx="5318">
                  <c:v>33.450000000000003</c:v>
                </c:pt>
                <c:pt idx="5319">
                  <c:v>33.450000000000003</c:v>
                </c:pt>
                <c:pt idx="5320">
                  <c:v>33.450000000000003</c:v>
                </c:pt>
                <c:pt idx="5321">
                  <c:v>33.450000000000003</c:v>
                </c:pt>
                <c:pt idx="5322">
                  <c:v>33.450000000000003</c:v>
                </c:pt>
                <c:pt idx="5323">
                  <c:v>33.450000000000003</c:v>
                </c:pt>
                <c:pt idx="5324">
                  <c:v>33.450000000000003</c:v>
                </c:pt>
                <c:pt idx="5325">
                  <c:v>33.450000000000003</c:v>
                </c:pt>
                <c:pt idx="5326">
                  <c:v>33.450000000000003</c:v>
                </c:pt>
                <c:pt idx="5327">
                  <c:v>33.4</c:v>
                </c:pt>
                <c:pt idx="5328">
                  <c:v>33.450000000000003</c:v>
                </c:pt>
                <c:pt idx="5329">
                  <c:v>33.4</c:v>
                </c:pt>
                <c:pt idx="5330">
                  <c:v>33.4</c:v>
                </c:pt>
                <c:pt idx="5331">
                  <c:v>33.4</c:v>
                </c:pt>
                <c:pt idx="5332">
                  <c:v>33.4</c:v>
                </c:pt>
                <c:pt idx="5333">
                  <c:v>33.4</c:v>
                </c:pt>
                <c:pt idx="5334">
                  <c:v>33.4</c:v>
                </c:pt>
                <c:pt idx="5335">
                  <c:v>33.4</c:v>
                </c:pt>
                <c:pt idx="5336">
                  <c:v>33.4</c:v>
                </c:pt>
                <c:pt idx="5337">
                  <c:v>33.4</c:v>
                </c:pt>
                <c:pt idx="5338">
                  <c:v>33.4</c:v>
                </c:pt>
                <c:pt idx="5339">
                  <c:v>33.4</c:v>
                </c:pt>
                <c:pt idx="5340">
                  <c:v>33.4</c:v>
                </c:pt>
                <c:pt idx="5341">
                  <c:v>33.4</c:v>
                </c:pt>
                <c:pt idx="5342">
                  <c:v>33.4</c:v>
                </c:pt>
                <c:pt idx="5343">
                  <c:v>33.4</c:v>
                </c:pt>
                <c:pt idx="5344">
                  <c:v>33.4</c:v>
                </c:pt>
                <c:pt idx="5345">
                  <c:v>33.4</c:v>
                </c:pt>
                <c:pt idx="5346">
                  <c:v>33.35</c:v>
                </c:pt>
                <c:pt idx="5347">
                  <c:v>33.4</c:v>
                </c:pt>
                <c:pt idx="5348">
                  <c:v>33.35</c:v>
                </c:pt>
                <c:pt idx="5349">
                  <c:v>33.4</c:v>
                </c:pt>
                <c:pt idx="5350">
                  <c:v>33.35</c:v>
                </c:pt>
                <c:pt idx="5351">
                  <c:v>33.35</c:v>
                </c:pt>
                <c:pt idx="5352">
                  <c:v>33.35</c:v>
                </c:pt>
                <c:pt idx="5353">
                  <c:v>33.35</c:v>
                </c:pt>
                <c:pt idx="5354">
                  <c:v>33.35</c:v>
                </c:pt>
                <c:pt idx="5355">
                  <c:v>33.35</c:v>
                </c:pt>
                <c:pt idx="5356">
                  <c:v>33.35</c:v>
                </c:pt>
                <c:pt idx="5357">
                  <c:v>33.35</c:v>
                </c:pt>
                <c:pt idx="5358">
                  <c:v>33.299999999999997</c:v>
                </c:pt>
                <c:pt idx="5359">
                  <c:v>33.35</c:v>
                </c:pt>
                <c:pt idx="5360">
                  <c:v>33.35</c:v>
                </c:pt>
                <c:pt idx="5361">
                  <c:v>33.35</c:v>
                </c:pt>
                <c:pt idx="5362">
                  <c:v>33.35</c:v>
                </c:pt>
                <c:pt idx="5363">
                  <c:v>33.299999999999997</c:v>
                </c:pt>
                <c:pt idx="5364">
                  <c:v>33.299999999999997</c:v>
                </c:pt>
                <c:pt idx="5365">
                  <c:v>33.299999999999997</c:v>
                </c:pt>
                <c:pt idx="5366">
                  <c:v>33.299999999999997</c:v>
                </c:pt>
                <c:pt idx="5367">
                  <c:v>33.299999999999997</c:v>
                </c:pt>
                <c:pt idx="5368">
                  <c:v>33.299999999999997</c:v>
                </c:pt>
                <c:pt idx="5369">
                  <c:v>33.299999999999997</c:v>
                </c:pt>
                <c:pt idx="5370">
                  <c:v>33.299999999999997</c:v>
                </c:pt>
                <c:pt idx="5371">
                  <c:v>33.299999999999997</c:v>
                </c:pt>
                <c:pt idx="5372">
                  <c:v>33.299999999999997</c:v>
                </c:pt>
                <c:pt idx="5373">
                  <c:v>33.299999999999997</c:v>
                </c:pt>
                <c:pt idx="5374">
                  <c:v>33.299999999999997</c:v>
                </c:pt>
                <c:pt idx="5375">
                  <c:v>33.299999999999997</c:v>
                </c:pt>
                <c:pt idx="5376">
                  <c:v>33.299999999999997</c:v>
                </c:pt>
                <c:pt idx="5377">
                  <c:v>33.299999999999997</c:v>
                </c:pt>
                <c:pt idx="5378">
                  <c:v>33.299999999999997</c:v>
                </c:pt>
                <c:pt idx="5379">
                  <c:v>33.299999999999997</c:v>
                </c:pt>
                <c:pt idx="5380">
                  <c:v>33.25</c:v>
                </c:pt>
                <c:pt idx="5381">
                  <c:v>33.25</c:v>
                </c:pt>
                <c:pt idx="5382">
                  <c:v>33.25</c:v>
                </c:pt>
                <c:pt idx="5383">
                  <c:v>33.25</c:v>
                </c:pt>
                <c:pt idx="5384">
                  <c:v>33.25</c:v>
                </c:pt>
                <c:pt idx="5385">
                  <c:v>33.25</c:v>
                </c:pt>
                <c:pt idx="5386">
                  <c:v>33.25</c:v>
                </c:pt>
                <c:pt idx="5387">
                  <c:v>33.25</c:v>
                </c:pt>
                <c:pt idx="5388">
                  <c:v>33.25</c:v>
                </c:pt>
                <c:pt idx="5389">
                  <c:v>33.25</c:v>
                </c:pt>
                <c:pt idx="5390">
                  <c:v>33.200000000000003</c:v>
                </c:pt>
                <c:pt idx="5391">
                  <c:v>33.200000000000003</c:v>
                </c:pt>
                <c:pt idx="5392">
                  <c:v>33.200000000000003</c:v>
                </c:pt>
                <c:pt idx="5393">
                  <c:v>33.200000000000003</c:v>
                </c:pt>
                <c:pt idx="5394">
                  <c:v>33.25</c:v>
                </c:pt>
                <c:pt idx="5395">
                  <c:v>33.200000000000003</c:v>
                </c:pt>
                <c:pt idx="5396">
                  <c:v>33.200000000000003</c:v>
                </c:pt>
                <c:pt idx="5397">
                  <c:v>33.200000000000003</c:v>
                </c:pt>
                <c:pt idx="5398">
                  <c:v>33.200000000000003</c:v>
                </c:pt>
                <c:pt idx="5399">
                  <c:v>33.200000000000003</c:v>
                </c:pt>
                <c:pt idx="5400">
                  <c:v>33.200000000000003</c:v>
                </c:pt>
                <c:pt idx="5401">
                  <c:v>33.200000000000003</c:v>
                </c:pt>
                <c:pt idx="5402">
                  <c:v>33.200000000000003</c:v>
                </c:pt>
                <c:pt idx="5403">
                  <c:v>33.200000000000003</c:v>
                </c:pt>
                <c:pt idx="5404">
                  <c:v>33.200000000000003</c:v>
                </c:pt>
                <c:pt idx="5405">
                  <c:v>33.200000000000003</c:v>
                </c:pt>
                <c:pt idx="5406">
                  <c:v>33.200000000000003</c:v>
                </c:pt>
                <c:pt idx="5407">
                  <c:v>33.200000000000003</c:v>
                </c:pt>
                <c:pt idx="5408">
                  <c:v>33.200000000000003</c:v>
                </c:pt>
                <c:pt idx="5409">
                  <c:v>33.200000000000003</c:v>
                </c:pt>
                <c:pt idx="5410">
                  <c:v>33.200000000000003</c:v>
                </c:pt>
                <c:pt idx="5411">
                  <c:v>33.200000000000003</c:v>
                </c:pt>
                <c:pt idx="5412">
                  <c:v>33.200000000000003</c:v>
                </c:pt>
                <c:pt idx="5413">
                  <c:v>33.200000000000003</c:v>
                </c:pt>
                <c:pt idx="5414">
                  <c:v>33.200000000000003</c:v>
                </c:pt>
                <c:pt idx="5415">
                  <c:v>33.200000000000003</c:v>
                </c:pt>
                <c:pt idx="5416">
                  <c:v>33.15</c:v>
                </c:pt>
                <c:pt idx="5417">
                  <c:v>33.15</c:v>
                </c:pt>
                <c:pt idx="5418">
                  <c:v>33.15</c:v>
                </c:pt>
                <c:pt idx="5419">
                  <c:v>33.15</c:v>
                </c:pt>
                <c:pt idx="5420">
                  <c:v>33.15</c:v>
                </c:pt>
                <c:pt idx="5421">
                  <c:v>33.15</c:v>
                </c:pt>
                <c:pt idx="5422">
                  <c:v>33.15</c:v>
                </c:pt>
                <c:pt idx="5423">
                  <c:v>33.15</c:v>
                </c:pt>
                <c:pt idx="5424">
                  <c:v>33.15</c:v>
                </c:pt>
                <c:pt idx="5425">
                  <c:v>33.15</c:v>
                </c:pt>
                <c:pt idx="5426">
                  <c:v>33.15</c:v>
                </c:pt>
                <c:pt idx="5427">
                  <c:v>33.15</c:v>
                </c:pt>
                <c:pt idx="5428">
                  <c:v>33.15</c:v>
                </c:pt>
                <c:pt idx="5429">
                  <c:v>33.15</c:v>
                </c:pt>
                <c:pt idx="5430">
                  <c:v>33.15</c:v>
                </c:pt>
                <c:pt idx="5431">
                  <c:v>33.15</c:v>
                </c:pt>
                <c:pt idx="5432">
                  <c:v>33.15</c:v>
                </c:pt>
                <c:pt idx="5433">
                  <c:v>33.15</c:v>
                </c:pt>
                <c:pt idx="5434">
                  <c:v>33.15</c:v>
                </c:pt>
                <c:pt idx="5435">
                  <c:v>33.15</c:v>
                </c:pt>
                <c:pt idx="5436">
                  <c:v>33.1</c:v>
                </c:pt>
                <c:pt idx="5437">
                  <c:v>33.1</c:v>
                </c:pt>
                <c:pt idx="5438">
                  <c:v>33.1</c:v>
                </c:pt>
                <c:pt idx="5439">
                  <c:v>33.1</c:v>
                </c:pt>
                <c:pt idx="5440">
                  <c:v>33.1</c:v>
                </c:pt>
                <c:pt idx="5441">
                  <c:v>33.1</c:v>
                </c:pt>
                <c:pt idx="5442">
                  <c:v>33.1</c:v>
                </c:pt>
                <c:pt idx="5443">
                  <c:v>33.1</c:v>
                </c:pt>
                <c:pt idx="5444">
                  <c:v>33.1</c:v>
                </c:pt>
                <c:pt idx="5445">
                  <c:v>33.1</c:v>
                </c:pt>
                <c:pt idx="5446">
                  <c:v>33.1</c:v>
                </c:pt>
                <c:pt idx="5447">
                  <c:v>33.1</c:v>
                </c:pt>
                <c:pt idx="5448">
                  <c:v>33.1</c:v>
                </c:pt>
                <c:pt idx="5449">
                  <c:v>33.1</c:v>
                </c:pt>
                <c:pt idx="5450">
                  <c:v>33.1</c:v>
                </c:pt>
                <c:pt idx="5451">
                  <c:v>33.049999999999997</c:v>
                </c:pt>
                <c:pt idx="5452">
                  <c:v>33.049999999999997</c:v>
                </c:pt>
                <c:pt idx="5453">
                  <c:v>33.1</c:v>
                </c:pt>
                <c:pt idx="5454">
                  <c:v>33.049999999999997</c:v>
                </c:pt>
                <c:pt idx="5455">
                  <c:v>33.049999999999997</c:v>
                </c:pt>
                <c:pt idx="5456">
                  <c:v>33.049999999999997</c:v>
                </c:pt>
                <c:pt idx="5457">
                  <c:v>33.049999999999997</c:v>
                </c:pt>
                <c:pt idx="5458">
                  <c:v>33.049999999999997</c:v>
                </c:pt>
                <c:pt idx="5459">
                  <c:v>33.049999999999997</c:v>
                </c:pt>
                <c:pt idx="5460">
                  <c:v>33.049999999999997</c:v>
                </c:pt>
                <c:pt idx="5461">
                  <c:v>33.049999999999997</c:v>
                </c:pt>
                <c:pt idx="5462">
                  <c:v>33.049999999999997</c:v>
                </c:pt>
                <c:pt idx="5463">
                  <c:v>33.049999999999997</c:v>
                </c:pt>
                <c:pt idx="5464">
                  <c:v>33.049999999999997</c:v>
                </c:pt>
                <c:pt idx="5465">
                  <c:v>33.049999999999997</c:v>
                </c:pt>
                <c:pt idx="5466">
                  <c:v>33.049999999999997</c:v>
                </c:pt>
                <c:pt idx="5467">
                  <c:v>33.049999999999997</c:v>
                </c:pt>
                <c:pt idx="5468">
                  <c:v>33.049999999999997</c:v>
                </c:pt>
                <c:pt idx="5469">
                  <c:v>33.049999999999997</c:v>
                </c:pt>
                <c:pt idx="5470">
                  <c:v>33</c:v>
                </c:pt>
                <c:pt idx="5471">
                  <c:v>33</c:v>
                </c:pt>
                <c:pt idx="5472">
                  <c:v>33</c:v>
                </c:pt>
                <c:pt idx="5473">
                  <c:v>33</c:v>
                </c:pt>
                <c:pt idx="5474">
                  <c:v>33</c:v>
                </c:pt>
                <c:pt idx="5475">
                  <c:v>33</c:v>
                </c:pt>
                <c:pt idx="5476">
                  <c:v>33</c:v>
                </c:pt>
                <c:pt idx="5477">
                  <c:v>33</c:v>
                </c:pt>
                <c:pt idx="5478">
                  <c:v>33</c:v>
                </c:pt>
                <c:pt idx="5479">
                  <c:v>33</c:v>
                </c:pt>
                <c:pt idx="5480">
                  <c:v>33</c:v>
                </c:pt>
                <c:pt idx="5481">
                  <c:v>33</c:v>
                </c:pt>
                <c:pt idx="5482">
                  <c:v>33</c:v>
                </c:pt>
                <c:pt idx="5483">
                  <c:v>33</c:v>
                </c:pt>
                <c:pt idx="5484">
                  <c:v>33</c:v>
                </c:pt>
                <c:pt idx="5485">
                  <c:v>33</c:v>
                </c:pt>
                <c:pt idx="5486">
                  <c:v>33</c:v>
                </c:pt>
                <c:pt idx="5487">
                  <c:v>33</c:v>
                </c:pt>
                <c:pt idx="5488">
                  <c:v>33</c:v>
                </c:pt>
                <c:pt idx="5489">
                  <c:v>33</c:v>
                </c:pt>
                <c:pt idx="5490">
                  <c:v>33</c:v>
                </c:pt>
                <c:pt idx="5491">
                  <c:v>33</c:v>
                </c:pt>
                <c:pt idx="5492">
                  <c:v>33</c:v>
                </c:pt>
                <c:pt idx="5493">
                  <c:v>33</c:v>
                </c:pt>
                <c:pt idx="5494">
                  <c:v>33</c:v>
                </c:pt>
                <c:pt idx="5495">
                  <c:v>33</c:v>
                </c:pt>
                <c:pt idx="5496">
                  <c:v>33</c:v>
                </c:pt>
                <c:pt idx="5497">
                  <c:v>33</c:v>
                </c:pt>
                <c:pt idx="5498">
                  <c:v>33</c:v>
                </c:pt>
                <c:pt idx="5499">
                  <c:v>32.950000000000003</c:v>
                </c:pt>
                <c:pt idx="5500">
                  <c:v>32.950000000000003</c:v>
                </c:pt>
                <c:pt idx="5501">
                  <c:v>32.950000000000003</c:v>
                </c:pt>
                <c:pt idx="5502">
                  <c:v>32.950000000000003</c:v>
                </c:pt>
                <c:pt idx="5503">
                  <c:v>32.950000000000003</c:v>
                </c:pt>
                <c:pt idx="5504">
                  <c:v>32.950000000000003</c:v>
                </c:pt>
                <c:pt idx="5505">
                  <c:v>32.950000000000003</c:v>
                </c:pt>
                <c:pt idx="5506">
                  <c:v>32.950000000000003</c:v>
                </c:pt>
                <c:pt idx="5507">
                  <c:v>32.950000000000003</c:v>
                </c:pt>
                <c:pt idx="5508">
                  <c:v>32.950000000000003</c:v>
                </c:pt>
                <c:pt idx="5509">
                  <c:v>32.950000000000003</c:v>
                </c:pt>
                <c:pt idx="5510">
                  <c:v>32.950000000000003</c:v>
                </c:pt>
                <c:pt idx="5511">
                  <c:v>32.950000000000003</c:v>
                </c:pt>
                <c:pt idx="5512">
                  <c:v>32.950000000000003</c:v>
                </c:pt>
                <c:pt idx="5513">
                  <c:v>32.950000000000003</c:v>
                </c:pt>
                <c:pt idx="5514">
                  <c:v>32.950000000000003</c:v>
                </c:pt>
                <c:pt idx="5515">
                  <c:v>32.9</c:v>
                </c:pt>
                <c:pt idx="5516">
                  <c:v>32.9</c:v>
                </c:pt>
                <c:pt idx="5517">
                  <c:v>32.9</c:v>
                </c:pt>
                <c:pt idx="5518">
                  <c:v>32.9</c:v>
                </c:pt>
                <c:pt idx="5519">
                  <c:v>32.9</c:v>
                </c:pt>
                <c:pt idx="5520">
                  <c:v>32.9</c:v>
                </c:pt>
                <c:pt idx="5521">
                  <c:v>32.9</c:v>
                </c:pt>
                <c:pt idx="5522">
                  <c:v>32.9</c:v>
                </c:pt>
                <c:pt idx="5523">
                  <c:v>32.9</c:v>
                </c:pt>
                <c:pt idx="5524">
                  <c:v>32.9</c:v>
                </c:pt>
                <c:pt idx="5525">
                  <c:v>32.9</c:v>
                </c:pt>
                <c:pt idx="5526">
                  <c:v>32.9</c:v>
                </c:pt>
                <c:pt idx="5527">
                  <c:v>32.9</c:v>
                </c:pt>
                <c:pt idx="5528">
                  <c:v>32.9</c:v>
                </c:pt>
                <c:pt idx="5529">
                  <c:v>32.9</c:v>
                </c:pt>
                <c:pt idx="5530">
                  <c:v>32.9</c:v>
                </c:pt>
                <c:pt idx="5531">
                  <c:v>32.9</c:v>
                </c:pt>
                <c:pt idx="5532">
                  <c:v>32.85</c:v>
                </c:pt>
                <c:pt idx="5533">
                  <c:v>32.85</c:v>
                </c:pt>
                <c:pt idx="5534">
                  <c:v>32.85</c:v>
                </c:pt>
                <c:pt idx="5535">
                  <c:v>32.85</c:v>
                </c:pt>
                <c:pt idx="5536">
                  <c:v>32.85</c:v>
                </c:pt>
                <c:pt idx="5537">
                  <c:v>32.85</c:v>
                </c:pt>
                <c:pt idx="5538">
                  <c:v>32.85</c:v>
                </c:pt>
                <c:pt idx="5539">
                  <c:v>32.85</c:v>
                </c:pt>
                <c:pt idx="5540">
                  <c:v>32.85</c:v>
                </c:pt>
                <c:pt idx="5541">
                  <c:v>32.85</c:v>
                </c:pt>
                <c:pt idx="5542">
                  <c:v>32.85</c:v>
                </c:pt>
                <c:pt idx="5543">
                  <c:v>32.85</c:v>
                </c:pt>
                <c:pt idx="5544">
                  <c:v>32.85</c:v>
                </c:pt>
                <c:pt idx="5545">
                  <c:v>32.85</c:v>
                </c:pt>
                <c:pt idx="5546">
                  <c:v>32.85</c:v>
                </c:pt>
                <c:pt idx="5547">
                  <c:v>32.85</c:v>
                </c:pt>
                <c:pt idx="5548">
                  <c:v>32.85</c:v>
                </c:pt>
                <c:pt idx="5549">
                  <c:v>32.85</c:v>
                </c:pt>
                <c:pt idx="5550">
                  <c:v>32.85</c:v>
                </c:pt>
                <c:pt idx="5551">
                  <c:v>32.85</c:v>
                </c:pt>
                <c:pt idx="5552">
                  <c:v>32.85</c:v>
                </c:pt>
                <c:pt idx="5553">
                  <c:v>32.85</c:v>
                </c:pt>
                <c:pt idx="5554">
                  <c:v>32.799999999999997</c:v>
                </c:pt>
                <c:pt idx="5555">
                  <c:v>32.799999999999997</c:v>
                </c:pt>
                <c:pt idx="5556">
                  <c:v>32.799999999999997</c:v>
                </c:pt>
                <c:pt idx="5557">
                  <c:v>32.799999999999997</c:v>
                </c:pt>
                <c:pt idx="5558">
                  <c:v>32.799999999999997</c:v>
                </c:pt>
                <c:pt idx="5559">
                  <c:v>32.799999999999997</c:v>
                </c:pt>
                <c:pt idx="5560">
                  <c:v>32.799999999999997</c:v>
                </c:pt>
                <c:pt idx="5561">
                  <c:v>32.799999999999997</c:v>
                </c:pt>
                <c:pt idx="5562">
                  <c:v>32.799999999999997</c:v>
                </c:pt>
                <c:pt idx="5563">
                  <c:v>32.799999999999997</c:v>
                </c:pt>
                <c:pt idx="5564">
                  <c:v>32.799999999999997</c:v>
                </c:pt>
                <c:pt idx="5565">
                  <c:v>32.799999999999997</c:v>
                </c:pt>
                <c:pt idx="5566">
                  <c:v>32.75</c:v>
                </c:pt>
                <c:pt idx="5567">
                  <c:v>32.75</c:v>
                </c:pt>
                <c:pt idx="5568">
                  <c:v>32.799999999999997</c:v>
                </c:pt>
                <c:pt idx="5569">
                  <c:v>32.75</c:v>
                </c:pt>
                <c:pt idx="5570">
                  <c:v>32.75</c:v>
                </c:pt>
                <c:pt idx="5571">
                  <c:v>32.75</c:v>
                </c:pt>
                <c:pt idx="5572">
                  <c:v>32.75</c:v>
                </c:pt>
                <c:pt idx="5573">
                  <c:v>32.75</c:v>
                </c:pt>
                <c:pt idx="5574">
                  <c:v>32.75</c:v>
                </c:pt>
                <c:pt idx="5575">
                  <c:v>32.75</c:v>
                </c:pt>
                <c:pt idx="5576">
                  <c:v>32.75</c:v>
                </c:pt>
                <c:pt idx="5577">
                  <c:v>32.75</c:v>
                </c:pt>
                <c:pt idx="5578">
                  <c:v>32.75</c:v>
                </c:pt>
                <c:pt idx="5579">
                  <c:v>32.75</c:v>
                </c:pt>
                <c:pt idx="5580">
                  <c:v>32.75</c:v>
                </c:pt>
                <c:pt idx="5581">
                  <c:v>32.75</c:v>
                </c:pt>
                <c:pt idx="5582">
                  <c:v>32.75</c:v>
                </c:pt>
                <c:pt idx="5583">
                  <c:v>32.75</c:v>
                </c:pt>
                <c:pt idx="5584">
                  <c:v>32.75</c:v>
                </c:pt>
                <c:pt idx="5585">
                  <c:v>32.75</c:v>
                </c:pt>
                <c:pt idx="5586">
                  <c:v>32.700000000000003</c:v>
                </c:pt>
                <c:pt idx="5587">
                  <c:v>32.700000000000003</c:v>
                </c:pt>
                <c:pt idx="5588">
                  <c:v>32.700000000000003</c:v>
                </c:pt>
                <c:pt idx="5589">
                  <c:v>32.700000000000003</c:v>
                </c:pt>
                <c:pt idx="5590">
                  <c:v>32.700000000000003</c:v>
                </c:pt>
                <c:pt idx="5591">
                  <c:v>32.700000000000003</c:v>
                </c:pt>
                <c:pt idx="5592">
                  <c:v>32.700000000000003</c:v>
                </c:pt>
                <c:pt idx="5593">
                  <c:v>32.700000000000003</c:v>
                </c:pt>
                <c:pt idx="5594">
                  <c:v>32.700000000000003</c:v>
                </c:pt>
                <c:pt idx="5595">
                  <c:v>32.700000000000003</c:v>
                </c:pt>
                <c:pt idx="5596">
                  <c:v>32.700000000000003</c:v>
                </c:pt>
                <c:pt idx="5597">
                  <c:v>32.700000000000003</c:v>
                </c:pt>
                <c:pt idx="5598">
                  <c:v>32.700000000000003</c:v>
                </c:pt>
                <c:pt idx="5599">
                  <c:v>32.700000000000003</c:v>
                </c:pt>
                <c:pt idx="5600">
                  <c:v>32.700000000000003</c:v>
                </c:pt>
                <c:pt idx="5601">
                  <c:v>32.700000000000003</c:v>
                </c:pt>
                <c:pt idx="5602">
                  <c:v>32.700000000000003</c:v>
                </c:pt>
                <c:pt idx="5603">
                  <c:v>32.700000000000003</c:v>
                </c:pt>
                <c:pt idx="5604">
                  <c:v>32.700000000000003</c:v>
                </c:pt>
                <c:pt idx="5605">
                  <c:v>32.700000000000003</c:v>
                </c:pt>
                <c:pt idx="5606">
                  <c:v>32.700000000000003</c:v>
                </c:pt>
                <c:pt idx="5607">
                  <c:v>32.700000000000003</c:v>
                </c:pt>
                <c:pt idx="5608">
                  <c:v>32.700000000000003</c:v>
                </c:pt>
                <c:pt idx="5609">
                  <c:v>32.65</c:v>
                </c:pt>
                <c:pt idx="5610">
                  <c:v>32.65</c:v>
                </c:pt>
                <c:pt idx="5611">
                  <c:v>32.65</c:v>
                </c:pt>
                <c:pt idx="5612">
                  <c:v>32.65</c:v>
                </c:pt>
                <c:pt idx="5613">
                  <c:v>32.65</c:v>
                </c:pt>
                <c:pt idx="5614">
                  <c:v>32.65</c:v>
                </c:pt>
                <c:pt idx="5615">
                  <c:v>32.65</c:v>
                </c:pt>
                <c:pt idx="5616">
                  <c:v>32.65</c:v>
                </c:pt>
                <c:pt idx="5617">
                  <c:v>32.65</c:v>
                </c:pt>
                <c:pt idx="5618">
                  <c:v>32.65</c:v>
                </c:pt>
                <c:pt idx="5619">
                  <c:v>32.65</c:v>
                </c:pt>
                <c:pt idx="5620">
                  <c:v>32.65</c:v>
                </c:pt>
                <c:pt idx="5621">
                  <c:v>32.65</c:v>
                </c:pt>
                <c:pt idx="5622">
                  <c:v>32.65</c:v>
                </c:pt>
                <c:pt idx="5623">
                  <c:v>32.65</c:v>
                </c:pt>
                <c:pt idx="5624">
                  <c:v>32.6</c:v>
                </c:pt>
                <c:pt idx="5625">
                  <c:v>32.6</c:v>
                </c:pt>
                <c:pt idx="5626">
                  <c:v>32.6</c:v>
                </c:pt>
                <c:pt idx="5627">
                  <c:v>32.6</c:v>
                </c:pt>
                <c:pt idx="5628">
                  <c:v>32.6</c:v>
                </c:pt>
                <c:pt idx="5629">
                  <c:v>32.6</c:v>
                </c:pt>
                <c:pt idx="5630">
                  <c:v>32.6</c:v>
                </c:pt>
                <c:pt idx="5631">
                  <c:v>32.6</c:v>
                </c:pt>
                <c:pt idx="5632">
                  <c:v>32.6</c:v>
                </c:pt>
                <c:pt idx="5633">
                  <c:v>32.6</c:v>
                </c:pt>
                <c:pt idx="5634">
                  <c:v>32.6</c:v>
                </c:pt>
                <c:pt idx="5635">
                  <c:v>32.6</c:v>
                </c:pt>
                <c:pt idx="5636">
                  <c:v>32.6</c:v>
                </c:pt>
                <c:pt idx="5637">
                  <c:v>32.6</c:v>
                </c:pt>
                <c:pt idx="5638">
                  <c:v>32.6</c:v>
                </c:pt>
                <c:pt idx="5639">
                  <c:v>32.6</c:v>
                </c:pt>
                <c:pt idx="5640">
                  <c:v>32.6</c:v>
                </c:pt>
                <c:pt idx="5641">
                  <c:v>32.6</c:v>
                </c:pt>
                <c:pt idx="5642">
                  <c:v>32.6</c:v>
                </c:pt>
                <c:pt idx="5643">
                  <c:v>32.6</c:v>
                </c:pt>
                <c:pt idx="5644">
                  <c:v>32.6</c:v>
                </c:pt>
                <c:pt idx="5645">
                  <c:v>32.549999999999997</c:v>
                </c:pt>
                <c:pt idx="5646">
                  <c:v>32.549999999999997</c:v>
                </c:pt>
                <c:pt idx="5647">
                  <c:v>32.549999999999997</c:v>
                </c:pt>
                <c:pt idx="5648">
                  <c:v>32.549999999999997</c:v>
                </c:pt>
                <c:pt idx="5649">
                  <c:v>32.549999999999997</c:v>
                </c:pt>
                <c:pt idx="5650">
                  <c:v>32.549999999999997</c:v>
                </c:pt>
                <c:pt idx="5651">
                  <c:v>32.549999999999997</c:v>
                </c:pt>
                <c:pt idx="5652">
                  <c:v>32.549999999999997</c:v>
                </c:pt>
                <c:pt idx="5653">
                  <c:v>32.549999999999997</c:v>
                </c:pt>
                <c:pt idx="5654">
                  <c:v>32.549999999999997</c:v>
                </c:pt>
                <c:pt idx="5655">
                  <c:v>32.549999999999997</c:v>
                </c:pt>
                <c:pt idx="5656">
                  <c:v>32.549999999999997</c:v>
                </c:pt>
                <c:pt idx="5657">
                  <c:v>32.549999999999997</c:v>
                </c:pt>
                <c:pt idx="5658">
                  <c:v>32.549999999999997</c:v>
                </c:pt>
                <c:pt idx="5659">
                  <c:v>32.549999999999997</c:v>
                </c:pt>
                <c:pt idx="5660">
                  <c:v>32.549999999999997</c:v>
                </c:pt>
                <c:pt idx="5661">
                  <c:v>32.549999999999997</c:v>
                </c:pt>
                <c:pt idx="5662">
                  <c:v>32.549999999999997</c:v>
                </c:pt>
                <c:pt idx="5663">
                  <c:v>32.549999999999997</c:v>
                </c:pt>
                <c:pt idx="5664">
                  <c:v>32.549999999999997</c:v>
                </c:pt>
                <c:pt idx="5665">
                  <c:v>32.5</c:v>
                </c:pt>
                <c:pt idx="5666">
                  <c:v>32.5</c:v>
                </c:pt>
                <c:pt idx="5667">
                  <c:v>32.5</c:v>
                </c:pt>
                <c:pt idx="5668">
                  <c:v>32.5</c:v>
                </c:pt>
                <c:pt idx="5669">
                  <c:v>32.5</c:v>
                </c:pt>
                <c:pt idx="5670">
                  <c:v>32.5</c:v>
                </c:pt>
                <c:pt idx="5671">
                  <c:v>32.5</c:v>
                </c:pt>
                <c:pt idx="5672">
                  <c:v>32.5</c:v>
                </c:pt>
                <c:pt idx="5673">
                  <c:v>32.5</c:v>
                </c:pt>
                <c:pt idx="5674">
                  <c:v>32.5</c:v>
                </c:pt>
                <c:pt idx="5675">
                  <c:v>32.5</c:v>
                </c:pt>
                <c:pt idx="5676">
                  <c:v>32.5</c:v>
                </c:pt>
                <c:pt idx="5677">
                  <c:v>32.5</c:v>
                </c:pt>
                <c:pt idx="5678">
                  <c:v>32.5</c:v>
                </c:pt>
                <c:pt idx="5679">
                  <c:v>32.5</c:v>
                </c:pt>
                <c:pt idx="5680">
                  <c:v>32.5</c:v>
                </c:pt>
                <c:pt idx="5681">
                  <c:v>32.5</c:v>
                </c:pt>
                <c:pt idx="5682">
                  <c:v>32.5</c:v>
                </c:pt>
                <c:pt idx="5683">
                  <c:v>32.5</c:v>
                </c:pt>
                <c:pt idx="5684">
                  <c:v>32.450000000000003</c:v>
                </c:pt>
                <c:pt idx="5685">
                  <c:v>32.5</c:v>
                </c:pt>
                <c:pt idx="5686">
                  <c:v>32.450000000000003</c:v>
                </c:pt>
                <c:pt idx="5687">
                  <c:v>32.450000000000003</c:v>
                </c:pt>
                <c:pt idx="5688">
                  <c:v>32.450000000000003</c:v>
                </c:pt>
                <c:pt idx="5689">
                  <c:v>32.450000000000003</c:v>
                </c:pt>
                <c:pt idx="5690">
                  <c:v>32.450000000000003</c:v>
                </c:pt>
                <c:pt idx="5691">
                  <c:v>32.450000000000003</c:v>
                </c:pt>
                <c:pt idx="5692">
                  <c:v>32.450000000000003</c:v>
                </c:pt>
                <c:pt idx="5693">
                  <c:v>32.450000000000003</c:v>
                </c:pt>
                <c:pt idx="5694">
                  <c:v>32.450000000000003</c:v>
                </c:pt>
                <c:pt idx="5695">
                  <c:v>32.450000000000003</c:v>
                </c:pt>
                <c:pt idx="5696">
                  <c:v>32.450000000000003</c:v>
                </c:pt>
                <c:pt idx="5697">
                  <c:v>32.450000000000003</c:v>
                </c:pt>
                <c:pt idx="5698">
                  <c:v>32.450000000000003</c:v>
                </c:pt>
                <c:pt idx="5699">
                  <c:v>32.450000000000003</c:v>
                </c:pt>
                <c:pt idx="5700">
                  <c:v>32.4</c:v>
                </c:pt>
                <c:pt idx="5701">
                  <c:v>32.4</c:v>
                </c:pt>
                <c:pt idx="5702">
                  <c:v>32.4</c:v>
                </c:pt>
                <c:pt idx="5703">
                  <c:v>32.4</c:v>
                </c:pt>
                <c:pt idx="5704">
                  <c:v>32.4</c:v>
                </c:pt>
                <c:pt idx="5705">
                  <c:v>32.4</c:v>
                </c:pt>
                <c:pt idx="5706">
                  <c:v>32.4</c:v>
                </c:pt>
                <c:pt idx="5707">
                  <c:v>32.4</c:v>
                </c:pt>
                <c:pt idx="5708">
                  <c:v>32.4</c:v>
                </c:pt>
                <c:pt idx="5709">
                  <c:v>32.4</c:v>
                </c:pt>
                <c:pt idx="5710">
                  <c:v>32.4</c:v>
                </c:pt>
                <c:pt idx="5711">
                  <c:v>32.4</c:v>
                </c:pt>
                <c:pt idx="5712">
                  <c:v>32.4</c:v>
                </c:pt>
                <c:pt idx="5713">
                  <c:v>32.4</c:v>
                </c:pt>
                <c:pt idx="5714">
                  <c:v>32.4</c:v>
                </c:pt>
                <c:pt idx="5715">
                  <c:v>32.4</c:v>
                </c:pt>
                <c:pt idx="5716">
                  <c:v>32.4</c:v>
                </c:pt>
                <c:pt idx="5717">
                  <c:v>32.4</c:v>
                </c:pt>
                <c:pt idx="5718">
                  <c:v>32.4</c:v>
                </c:pt>
                <c:pt idx="5719">
                  <c:v>32.4</c:v>
                </c:pt>
                <c:pt idx="5720">
                  <c:v>32.4</c:v>
                </c:pt>
                <c:pt idx="5721">
                  <c:v>32.4</c:v>
                </c:pt>
                <c:pt idx="5722">
                  <c:v>32.4</c:v>
                </c:pt>
                <c:pt idx="5723">
                  <c:v>32.35</c:v>
                </c:pt>
                <c:pt idx="5724">
                  <c:v>32.35</c:v>
                </c:pt>
                <c:pt idx="5725">
                  <c:v>32.35</c:v>
                </c:pt>
                <c:pt idx="5726">
                  <c:v>32.35</c:v>
                </c:pt>
                <c:pt idx="5727">
                  <c:v>32.35</c:v>
                </c:pt>
                <c:pt idx="5728">
                  <c:v>32.35</c:v>
                </c:pt>
                <c:pt idx="5729">
                  <c:v>32.35</c:v>
                </c:pt>
                <c:pt idx="5730">
                  <c:v>32.35</c:v>
                </c:pt>
                <c:pt idx="5731">
                  <c:v>32.35</c:v>
                </c:pt>
                <c:pt idx="5732">
                  <c:v>32.35</c:v>
                </c:pt>
                <c:pt idx="5733">
                  <c:v>32.35</c:v>
                </c:pt>
                <c:pt idx="5734">
                  <c:v>32.35</c:v>
                </c:pt>
                <c:pt idx="5735">
                  <c:v>32.35</c:v>
                </c:pt>
                <c:pt idx="5736">
                  <c:v>32.35</c:v>
                </c:pt>
                <c:pt idx="5737">
                  <c:v>32.35</c:v>
                </c:pt>
                <c:pt idx="5738">
                  <c:v>32.35</c:v>
                </c:pt>
                <c:pt idx="5739">
                  <c:v>32.35</c:v>
                </c:pt>
                <c:pt idx="5740">
                  <c:v>32.35</c:v>
                </c:pt>
                <c:pt idx="5741">
                  <c:v>32.299999999999997</c:v>
                </c:pt>
                <c:pt idx="5742">
                  <c:v>32.299999999999997</c:v>
                </c:pt>
                <c:pt idx="5743">
                  <c:v>32.299999999999997</c:v>
                </c:pt>
                <c:pt idx="5744">
                  <c:v>32.299999999999997</c:v>
                </c:pt>
                <c:pt idx="5745">
                  <c:v>32.299999999999997</c:v>
                </c:pt>
                <c:pt idx="5746">
                  <c:v>32.299999999999997</c:v>
                </c:pt>
                <c:pt idx="5747">
                  <c:v>32.299999999999997</c:v>
                </c:pt>
                <c:pt idx="5748">
                  <c:v>32.299999999999997</c:v>
                </c:pt>
                <c:pt idx="5749">
                  <c:v>32.299999999999997</c:v>
                </c:pt>
                <c:pt idx="5750">
                  <c:v>32.299999999999997</c:v>
                </c:pt>
                <c:pt idx="5751">
                  <c:v>32.299999999999997</c:v>
                </c:pt>
                <c:pt idx="5752">
                  <c:v>32.299999999999997</c:v>
                </c:pt>
                <c:pt idx="5753">
                  <c:v>32.299999999999997</c:v>
                </c:pt>
                <c:pt idx="5754">
                  <c:v>32.299999999999997</c:v>
                </c:pt>
                <c:pt idx="5755">
                  <c:v>32.299999999999997</c:v>
                </c:pt>
                <c:pt idx="5756">
                  <c:v>32.299999999999997</c:v>
                </c:pt>
                <c:pt idx="5757">
                  <c:v>32.299999999999997</c:v>
                </c:pt>
                <c:pt idx="5758">
                  <c:v>32.25</c:v>
                </c:pt>
                <c:pt idx="5759">
                  <c:v>32.25</c:v>
                </c:pt>
                <c:pt idx="5760">
                  <c:v>32.25</c:v>
                </c:pt>
                <c:pt idx="5761">
                  <c:v>32.25</c:v>
                </c:pt>
                <c:pt idx="5762">
                  <c:v>32.25</c:v>
                </c:pt>
                <c:pt idx="5763">
                  <c:v>32.25</c:v>
                </c:pt>
                <c:pt idx="5764">
                  <c:v>32.25</c:v>
                </c:pt>
                <c:pt idx="5765">
                  <c:v>32.25</c:v>
                </c:pt>
                <c:pt idx="5766">
                  <c:v>32.25</c:v>
                </c:pt>
                <c:pt idx="5767">
                  <c:v>32.25</c:v>
                </c:pt>
                <c:pt idx="5768">
                  <c:v>32.25</c:v>
                </c:pt>
                <c:pt idx="5769">
                  <c:v>32.25</c:v>
                </c:pt>
                <c:pt idx="5770">
                  <c:v>32.25</c:v>
                </c:pt>
                <c:pt idx="5771">
                  <c:v>32.25</c:v>
                </c:pt>
                <c:pt idx="5772">
                  <c:v>32.25</c:v>
                </c:pt>
                <c:pt idx="5773">
                  <c:v>32.25</c:v>
                </c:pt>
                <c:pt idx="5774">
                  <c:v>32.25</c:v>
                </c:pt>
                <c:pt idx="5775">
                  <c:v>32.25</c:v>
                </c:pt>
                <c:pt idx="5776">
                  <c:v>32.25</c:v>
                </c:pt>
                <c:pt idx="5777">
                  <c:v>32.25</c:v>
                </c:pt>
                <c:pt idx="5778">
                  <c:v>32.200000000000003</c:v>
                </c:pt>
                <c:pt idx="5779">
                  <c:v>32.200000000000003</c:v>
                </c:pt>
                <c:pt idx="5780">
                  <c:v>32.200000000000003</c:v>
                </c:pt>
                <c:pt idx="5781">
                  <c:v>32.200000000000003</c:v>
                </c:pt>
                <c:pt idx="5782">
                  <c:v>32.200000000000003</c:v>
                </c:pt>
                <c:pt idx="5783">
                  <c:v>32.200000000000003</c:v>
                </c:pt>
                <c:pt idx="5784">
                  <c:v>32.200000000000003</c:v>
                </c:pt>
                <c:pt idx="5785">
                  <c:v>32.200000000000003</c:v>
                </c:pt>
                <c:pt idx="5786">
                  <c:v>32.200000000000003</c:v>
                </c:pt>
                <c:pt idx="5787">
                  <c:v>32.200000000000003</c:v>
                </c:pt>
                <c:pt idx="5788">
                  <c:v>32.200000000000003</c:v>
                </c:pt>
                <c:pt idx="5789">
                  <c:v>32.200000000000003</c:v>
                </c:pt>
                <c:pt idx="5790">
                  <c:v>32.200000000000003</c:v>
                </c:pt>
                <c:pt idx="5791">
                  <c:v>32.200000000000003</c:v>
                </c:pt>
                <c:pt idx="5792">
                  <c:v>32.200000000000003</c:v>
                </c:pt>
                <c:pt idx="5793">
                  <c:v>32.200000000000003</c:v>
                </c:pt>
                <c:pt idx="5794">
                  <c:v>32.200000000000003</c:v>
                </c:pt>
                <c:pt idx="5795">
                  <c:v>32.200000000000003</c:v>
                </c:pt>
                <c:pt idx="5796">
                  <c:v>32.200000000000003</c:v>
                </c:pt>
                <c:pt idx="5797">
                  <c:v>32.200000000000003</c:v>
                </c:pt>
                <c:pt idx="5798">
                  <c:v>32.200000000000003</c:v>
                </c:pt>
                <c:pt idx="5799">
                  <c:v>32.200000000000003</c:v>
                </c:pt>
                <c:pt idx="5800">
                  <c:v>32.200000000000003</c:v>
                </c:pt>
                <c:pt idx="5801">
                  <c:v>32.200000000000003</c:v>
                </c:pt>
                <c:pt idx="5802">
                  <c:v>32.200000000000003</c:v>
                </c:pt>
                <c:pt idx="5803">
                  <c:v>32.200000000000003</c:v>
                </c:pt>
                <c:pt idx="5804">
                  <c:v>32.200000000000003</c:v>
                </c:pt>
                <c:pt idx="5805">
                  <c:v>32.200000000000003</c:v>
                </c:pt>
                <c:pt idx="5806">
                  <c:v>32.200000000000003</c:v>
                </c:pt>
                <c:pt idx="5807">
                  <c:v>32.200000000000003</c:v>
                </c:pt>
                <c:pt idx="5808">
                  <c:v>32.15</c:v>
                </c:pt>
                <c:pt idx="5809">
                  <c:v>32.15</c:v>
                </c:pt>
                <c:pt idx="5810">
                  <c:v>32.15</c:v>
                </c:pt>
                <c:pt idx="5811">
                  <c:v>32.15</c:v>
                </c:pt>
                <c:pt idx="5812">
                  <c:v>32.15</c:v>
                </c:pt>
                <c:pt idx="5813">
                  <c:v>32.15</c:v>
                </c:pt>
                <c:pt idx="5814">
                  <c:v>32.15</c:v>
                </c:pt>
                <c:pt idx="5815">
                  <c:v>32.15</c:v>
                </c:pt>
                <c:pt idx="5816">
                  <c:v>32.15</c:v>
                </c:pt>
                <c:pt idx="5817">
                  <c:v>32.15</c:v>
                </c:pt>
                <c:pt idx="5818">
                  <c:v>32.15</c:v>
                </c:pt>
                <c:pt idx="5819">
                  <c:v>32.15</c:v>
                </c:pt>
                <c:pt idx="5820">
                  <c:v>32.15</c:v>
                </c:pt>
                <c:pt idx="5821">
                  <c:v>32.15</c:v>
                </c:pt>
                <c:pt idx="5822">
                  <c:v>32.15</c:v>
                </c:pt>
                <c:pt idx="5823">
                  <c:v>32.15</c:v>
                </c:pt>
                <c:pt idx="5824">
                  <c:v>32.15</c:v>
                </c:pt>
                <c:pt idx="5825">
                  <c:v>32.15</c:v>
                </c:pt>
                <c:pt idx="5826">
                  <c:v>32.15</c:v>
                </c:pt>
                <c:pt idx="5827">
                  <c:v>32.15</c:v>
                </c:pt>
                <c:pt idx="5828">
                  <c:v>32.15</c:v>
                </c:pt>
                <c:pt idx="5829">
                  <c:v>32.15</c:v>
                </c:pt>
                <c:pt idx="5830">
                  <c:v>32.15</c:v>
                </c:pt>
                <c:pt idx="5831">
                  <c:v>32.15</c:v>
                </c:pt>
                <c:pt idx="5832">
                  <c:v>32.15</c:v>
                </c:pt>
                <c:pt idx="5833">
                  <c:v>32.15</c:v>
                </c:pt>
                <c:pt idx="5834">
                  <c:v>32.1</c:v>
                </c:pt>
                <c:pt idx="5835">
                  <c:v>32.1</c:v>
                </c:pt>
                <c:pt idx="5836">
                  <c:v>32.1</c:v>
                </c:pt>
                <c:pt idx="5837">
                  <c:v>32.1</c:v>
                </c:pt>
                <c:pt idx="5838">
                  <c:v>32.1</c:v>
                </c:pt>
                <c:pt idx="5839">
                  <c:v>32.1</c:v>
                </c:pt>
                <c:pt idx="5840">
                  <c:v>32.1</c:v>
                </c:pt>
                <c:pt idx="5841">
                  <c:v>32.1</c:v>
                </c:pt>
                <c:pt idx="5842">
                  <c:v>32.1</c:v>
                </c:pt>
                <c:pt idx="5843">
                  <c:v>32.1</c:v>
                </c:pt>
                <c:pt idx="5844">
                  <c:v>32.1</c:v>
                </c:pt>
                <c:pt idx="5845">
                  <c:v>32.1</c:v>
                </c:pt>
                <c:pt idx="5846">
                  <c:v>32.1</c:v>
                </c:pt>
                <c:pt idx="5847">
                  <c:v>32.1</c:v>
                </c:pt>
                <c:pt idx="5848">
                  <c:v>32.1</c:v>
                </c:pt>
                <c:pt idx="5849">
                  <c:v>32.1</c:v>
                </c:pt>
                <c:pt idx="5850">
                  <c:v>32.1</c:v>
                </c:pt>
                <c:pt idx="5851">
                  <c:v>32.1</c:v>
                </c:pt>
                <c:pt idx="5852">
                  <c:v>32.1</c:v>
                </c:pt>
                <c:pt idx="5853">
                  <c:v>32.049999999999997</c:v>
                </c:pt>
                <c:pt idx="5854">
                  <c:v>32.049999999999997</c:v>
                </c:pt>
                <c:pt idx="5855">
                  <c:v>32.049999999999997</c:v>
                </c:pt>
                <c:pt idx="5856">
                  <c:v>32.049999999999997</c:v>
                </c:pt>
                <c:pt idx="5857">
                  <c:v>32.049999999999997</c:v>
                </c:pt>
                <c:pt idx="5858">
                  <c:v>32.049999999999997</c:v>
                </c:pt>
                <c:pt idx="5859">
                  <c:v>32.049999999999997</c:v>
                </c:pt>
                <c:pt idx="5860">
                  <c:v>32.049999999999997</c:v>
                </c:pt>
                <c:pt idx="5861">
                  <c:v>32.049999999999997</c:v>
                </c:pt>
                <c:pt idx="5862">
                  <c:v>32.049999999999997</c:v>
                </c:pt>
                <c:pt idx="5863">
                  <c:v>32.049999999999997</c:v>
                </c:pt>
                <c:pt idx="5864">
                  <c:v>32.049999999999997</c:v>
                </c:pt>
                <c:pt idx="5865">
                  <c:v>32.049999999999997</c:v>
                </c:pt>
                <c:pt idx="5866">
                  <c:v>32.049999999999997</c:v>
                </c:pt>
                <c:pt idx="5867">
                  <c:v>32.049999999999997</c:v>
                </c:pt>
                <c:pt idx="5868">
                  <c:v>32.049999999999997</c:v>
                </c:pt>
                <c:pt idx="5869">
                  <c:v>32.049999999999997</c:v>
                </c:pt>
                <c:pt idx="5870">
                  <c:v>32.049999999999997</c:v>
                </c:pt>
                <c:pt idx="5871">
                  <c:v>32.049999999999997</c:v>
                </c:pt>
                <c:pt idx="5872">
                  <c:v>32.049999999999997</c:v>
                </c:pt>
                <c:pt idx="5873">
                  <c:v>32</c:v>
                </c:pt>
                <c:pt idx="5874">
                  <c:v>32</c:v>
                </c:pt>
                <c:pt idx="5875">
                  <c:v>32</c:v>
                </c:pt>
                <c:pt idx="5876">
                  <c:v>32</c:v>
                </c:pt>
                <c:pt idx="5877">
                  <c:v>32</c:v>
                </c:pt>
                <c:pt idx="5878">
                  <c:v>32</c:v>
                </c:pt>
                <c:pt idx="5879">
                  <c:v>32</c:v>
                </c:pt>
                <c:pt idx="5880">
                  <c:v>32</c:v>
                </c:pt>
                <c:pt idx="5881">
                  <c:v>32</c:v>
                </c:pt>
                <c:pt idx="5882">
                  <c:v>32</c:v>
                </c:pt>
                <c:pt idx="5883">
                  <c:v>32</c:v>
                </c:pt>
                <c:pt idx="5884">
                  <c:v>32</c:v>
                </c:pt>
                <c:pt idx="5885">
                  <c:v>32</c:v>
                </c:pt>
                <c:pt idx="5886">
                  <c:v>32</c:v>
                </c:pt>
                <c:pt idx="5887">
                  <c:v>32</c:v>
                </c:pt>
                <c:pt idx="5888">
                  <c:v>32</c:v>
                </c:pt>
                <c:pt idx="5889">
                  <c:v>32</c:v>
                </c:pt>
                <c:pt idx="5890">
                  <c:v>32</c:v>
                </c:pt>
                <c:pt idx="5891">
                  <c:v>32</c:v>
                </c:pt>
                <c:pt idx="5892">
                  <c:v>32</c:v>
                </c:pt>
                <c:pt idx="5893">
                  <c:v>31.95</c:v>
                </c:pt>
                <c:pt idx="5894">
                  <c:v>31.95</c:v>
                </c:pt>
                <c:pt idx="5895">
                  <c:v>31.95</c:v>
                </c:pt>
                <c:pt idx="5896">
                  <c:v>31.95</c:v>
                </c:pt>
                <c:pt idx="5897">
                  <c:v>31.95</c:v>
                </c:pt>
                <c:pt idx="5898">
                  <c:v>31.95</c:v>
                </c:pt>
                <c:pt idx="5899">
                  <c:v>31.95</c:v>
                </c:pt>
                <c:pt idx="5900">
                  <c:v>31.95</c:v>
                </c:pt>
                <c:pt idx="5901">
                  <c:v>31.95</c:v>
                </c:pt>
                <c:pt idx="5902">
                  <c:v>31.95</c:v>
                </c:pt>
                <c:pt idx="5903">
                  <c:v>31.95</c:v>
                </c:pt>
                <c:pt idx="5904">
                  <c:v>31.95</c:v>
                </c:pt>
                <c:pt idx="5905">
                  <c:v>31.95</c:v>
                </c:pt>
                <c:pt idx="5906">
                  <c:v>31.95</c:v>
                </c:pt>
                <c:pt idx="5907">
                  <c:v>31.95</c:v>
                </c:pt>
                <c:pt idx="5908">
                  <c:v>31.95</c:v>
                </c:pt>
                <c:pt idx="5909">
                  <c:v>31.95</c:v>
                </c:pt>
                <c:pt idx="5910">
                  <c:v>31.95</c:v>
                </c:pt>
                <c:pt idx="5911">
                  <c:v>31.95</c:v>
                </c:pt>
                <c:pt idx="5912">
                  <c:v>31.95</c:v>
                </c:pt>
                <c:pt idx="5913">
                  <c:v>31.95</c:v>
                </c:pt>
                <c:pt idx="5914">
                  <c:v>31.95</c:v>
                </c:pt>
                <c:pt idx="5915">
                  <c:v>31.95</c:v>
                </c:pt>
                <c:pt idx="5916">
                  <c:v>31.9</c:v>
                </c:pt>
                <c:pt idx="5917">
                  <c:v>31.9</c:v>
                </c:pt>
                <c:pt idx="5918">
                  <c:v>31.9</c:v>
                </c:pt>
                <c:pt idx="5919">
                  <c:v>31.9</c:v>
                </c:pt>
                <c:pt idx="5920">
                  <c:v>31.9</c:v>
                </c:pt>
                <c:pt idx="5921">
                  <c:v>31.9</c:v>
                </c:pt>
                <c:pt idx="5922">
                  <c:v>31.9</c:v>
                </c:pt>
                <c:pt idx="5923">
                  <c:v>31.9</c:v>
                </c:pt>
                <c:pt idx="5924">
                  <c:v>31.9</c:v>
                </c:pt>
                <c:pt idx="5925">
                  <c:v>31.9</c:v>
                </c:pt>
                <c:pt idx="5926">
                  <c:v>31.9</c:v>
                </c:pt>
                <c:pt idx="5927">
                  <c:v>31.9</c:v>
                </c:pt>
                <c:pt idx="5928">
                  <c:v>31.9</c:v>
                </c:pt>
                <c:pt idx="5929">
                  <c:v>31.9</c:v>
                </c:pt>
                <c:pt idx="5930">
                  <c:v>31.9</c:v>
                </c:pt>
                <c:pt idx="5931">
                  <c:v>31.9</c:v>
                </c:pt>
                <c:pt idx="5932">
                  <c:v>31.9</c:v>
                </c:pt>
                <c:pt idx="5933">
                  <c:v>31.9</c:v>
                </c:pt>
                <c:pt idx="5934">
                  <c:v>31.9</c:v>
                </c:pt>
                <c:pt idx="5935">
                  <c:v>31.9</c:v>
                </c:pt>
                <c:pt idx="5936">
                  <c:v>31.85</c:v>
                </c:pt>
                <c:pt idx="5937">
                  <c:v>31.9</c:v>
                </c:pt>
                <c:pt idx="5938">
                  <c:v>31.85</c:v>
                </c:pt>
                <c:pt idx="5939">
                  <c:v>31.85</c:v>
                </c:pt>
                <c:pt idx="5940">
                  <c:v>31.85</c:v>
                </c:pt>
                <c:pt idx="5941">
                  <c:v>31.85</c:v>
                </c:pt>
                <c:pt idx="5942">
                  <c:v>31.85</c:v>
                </c:pt>
                <c:pt idx="5943">
                  <c:v>31.85</c:v>
                </c:pt>
                <c:pt idx="5944">
                  <c:v>31.85</c:v>
                </c:pt>
                <c:pt idx="5945">
                  <c:v>31.85</c:v>
                </c:pt>
                <c:pt idx="5946">
                  <c:v>31.85</c:v>
                </c:pt>
                <c:pt idx="5947">
                  <c:v>31.85</c:v>
                </c:pt>
                <c:pt idx="5948">
                  <c:v>31.85</c:v>
                </c:pt>
                <c:pt idx="5949">
                  <c:v>31.85</c:v>
                </c:pt>
                <c:pt idx="5950">
                  <c:v>31.85</c:v>
                </c:pt>
                <c:pt idx="5951">
                  <c:v>31.85</c:v>
                </c:pt>
                <c:pt idx="5952">
                  <c:v>31.85</c:v>
                </c:pt>
                <c:pt idx="5953">
                  <c:v>31.85</c:v>
                </c:pt>
                <c:pt idx="5954">
                  <c:v>31.85</c:v>
                </c:pt>
                <c:pt idx="5955">
                  <c:v>31.8</c:v>
                </c:pt>
                <c:pt idx="5956">
                  <c:v>31.8</c:v>
                </c:pt>
                <c:pt idx="5957">
                  <c:v>31.8</c:v>
                </c:pt>
                <c:pt idx="5958">
                  <c:v>31.8</c:v>
                </c:pt>
                <c:pt idx="5959">
                  <c:v>31.8</c:v>
                </c:pt>
                <c:pt idx="5960">
                  <c:v>31.8</c:v>
                </c:pt>
                <c:pt idx="5961">
                  <c:v>31.8</c:v>
                </c:pt>
                <c:pt idx="5962">
                  <c:v>31.8</c:v>
                </c:pt>
                <c:pt idx="5963">
                  <c:v>31.8</c:v>
                </c:pt>
                <c:pt idx="5964">
                  <c:v>31.8</c:v>
                </c:pt>
                <c:pt idx="5965">
                  <c:v>31.8</c:v>
                </c:pt>
                <c:pt idx="5966">
                  <c:v>31.8</c:v>
                </c:pt>
                <c:pt idx="5967">
                  <c:v>31.8</c:v>
                </c:pt>
                <c:pt idx="5968">
                  <c:v>31.8</c:v>
                </c:pt>
                <c:pt idx="5969">
                  <c:v>31.8</c:v>
                </c:pt>
                <c:pt idx="5970">
                  <c:v>31.8</c:v>
                </c:pt>
                <c:pt idx="5971">
                  <c:v>31.8</c:v>
                </c:pt>
                <c:pt idx="5972">
                  <c:v>31.8</c:v>
                </c:pt>
                <c:pt idx="5973">
                  <c:v>31.8</c:v>
                </c:pt>
                <c:pt idx="5974">
                  <c:v>31.8</c:v>
                </c:pt>
                <c:pt idx="5975">
                  <c:v>31.8</c:v>
                </c:pt>
                <c:pt idx="5976">
                  <c:v>31.8</c:v>
                </c:pt>
                <c:pt idx="5977">
                  <c:v>31.8</c:v>
                </c:pt>
                <c:pt idx="5978">
                  <c:v>31.75</c:v>
                </c:pt>
                <c:pt idx="5979">
                  <c:v>31.75</c:v>
                </c:pt>
                <c:pt idx="5980">
                  <c:v>31.75</c:v>
                </c:pt>
                <c:pt idx="5981">
                  <c:v>31.75</c:v>
                </c:pt>
                <c:pt idx="5982">
                  <c:v>31.75</c:v>
                </c:pt>
                <c:pt idx="5983">
                  <c:v>31.75</c:v>
                </c:pt>
                <c:pt idx="5984">
                  <c:v>31.75</c:v>
                </c:pt>
                <c:pt idx="5985">
                  <c:v>31.8</c:v>
                </c:pt>
                <c:pt idx="5986">
                  <c:v>31.75</c:v>
                </c:pt>
                <c:pt idx="5987">
                  <c:v>31.75</c:v>
                </c:pt>
                <c:pt idx="5988">
                  <c:v>31.75</c:v>
                </c:pt>
                <c:pt idx="5989">
                  <c:v>31.75</c:v>
                </c:pt>
                <c:pt idx="5990">
                  <c:v>31.75</c:v>
                </c:pt>
                <c:pt idx="5991">
                  <c:v>31.75</c:v>
                </c:pt>
                <c:pt idx="5992">
                  <c:v>31.75</c:v>
                </c:pt>
                <c:pt idx="5993">
                  <c:v>31.75</c:v>
                </c:pt>
                <c:pt idx="5994">
                  <c:v>31.75</c:v>
                </c:pt>
                <c:pt idx="5995">
                  <c:v>31.75</c:v>
                </c:pt>
                <c:pt idx="5996">
                  <c:v>31.75</c:v>
                </c:pt>
                <c:pt idx="5997">
                  <c:v>31.75</c:v>
                </c:pt>
                <c:pt idx="5998">
                  <c:v>31.75</c:v>
                </c:pt>
                <c:pt idx="5999">
                  <c:v>31.75</c:v>
                </c:pt>
                <c:pt idx="6000">
                  <c:v>31.75</c:v>
                </c:pt>
                <c:pt idx="6001">
                  <c:v>31.75</c:v>
                </c:pt>
                <c:pt idx="6002">
                  <c:v>31.7</c:v>
                </c:pt>
                <c:pt idx="6003">
                  <c:v>31.75</c:v>
                </c:pt>
                <c:pt idx="6004">
                  <c:v>31.7</c:v>
                </c:pt>
                <c:pt idx="6005">
                  <c:v>31.75</c:v>
                </c:pt>
                <c:pt idx="6006">
                  <c:v>31.75</c:v>
                </c:pt>
                <c:pt idx="6007">
                  <c:v>31.75</c:v>
                </c:pt>
                <c:pt idx="6008">
                  <c:v>31.75</c:v>
                </c:pt>
                <c:pt idx="6009">
                  <c:v>31.7</c:v>
                </c:pt>
                <c:pt idx="6010">
                  <c:v>31.7</c:v>
                </c:pt>
                <c:pt idx="6011">
                  <c:v>31.7</c:v>
                </c:pt>
                <c:pt idx="6012">
                  <c:v>31.7</c:v>
                </c:pt>
                <c:pt idx="6013">
                  <c:v>31.7</c:v>
                </c:pt>
                <c:pt idx="6014">
                  <c:v>31.7</c:v>
                </c:pt>
                <c:pt idx="6015">
                  <c:v>31.7</c:v>
                </c:pt>
                <c:pt idx="6016">
                  <c:v>31.7</c:v>
                </c:pt>
                <c:pt idx="6017">
                  <c:v>31.7</c:v>
                </c:pt>
                <c:pt idx="6018">
                  <c:v>31.7</c:v>
                </c:pt>
                <c:pt idx="6019">
                  <c:v>31.7</c:v>
                </c:pt>
                <c:pt idx="6020">
                  <c:v>31.7</c:v>
                </c:pt>
                <c:pt idx="6021">
                  <c:v>31.7</c:v>
                </c:pt>
                <c:pt idx="6022">
                  <c:v>31.7</c:v>
                </c:pt>
                <c:pt idx="6023">
                  <c:v>31.7</c:v>
                </c:pt>
                <c:pt idx="6024">
                  <c:v>31.7</c:v>
                </c:pt>
                <c:pt idx="6025">
                  <c:v>31.7</c:v>
                </c:pt>
                <c:pt idx="6026">
                  <c:v>31.7</c:v>
                </c:pt>
                <c:pt idx="6027">
                  <c:v>31.7</c:v>
                </c:pt>
                <c:pt idx="6028">
                  <c:v>31.7</c:v>
                </c:pt>
                <c:pt idx="6029">
                  <c:v>31.7</c:v>
                </c:pt>
                <c:pt idx="6030">
                  <c:v>31.7</c:v>
                </c:pt>
                <c:pt idx="6031">
                  <c:v>31.7</c:v>
                </c:pt>
                <c:pt idx="6032">
                  <c:v>31.7</c:v>
                </c:pt>
                <c:pt idx="6033">
                  <c:v>31.7</c:v>
                </c:pt>
                <c:pt idx="6034">
                  <c:v>31.7</c:v>
                </c:pt>
                <c:pt idx="6035">
                  <c:v>31.65</c:v>
                </c:pt>
                <c:pt idx="6036">
                  <c:v>31.65</c:v>
                </c:pt>
                <c:pt idx="6037">
                  <c:v>31.65</c:v>
                </c:pt>
                <c:pt idx="6038">
                  <c:v>31.65</c:v>
                </c:pt>
                <c:pt idx="6039">
                  <c:v>31.65</c:v>
                </c:pt>
                <c:pt idx="6040">
                  <c:v>31.65</c:v>
                </c:pt>
                <c:pt idx="6041">
                  <c:v>31.65</c:v>
                </c:pt>
                <c:pt idx="6042">
                  <c:v>31.65</c:v>
                </c:pt>
                <c:pt idx="6043">
                  <c:v>31.65</c:v>
                </c:pt>
                <c:pt idx="6044">
                  <c:v>31.65</c:v>
                </c:pt>
                <c:pt idx="6045">
                  <c:v>31.65</c:v>
                </c:pt>
                <c:pt idx="6046">
                  <c:v>31.65</c:v>
                </c:pt>
                <c:pt idx="6047">
                  <c:v>31.65</c:v>
                </c:pt>
                <c:pt idx="6048">
                  <c:v>31.65</c:v>
                </c:pt>
                <c:pt idx="6049">
                  <c:v>31.65</c:v>
                </c:pt>
                <c:pt idx="6050">
                  <c:v>31.65</c:v>
                </c:pt>
                <c:pt idx="6051">
                  <c:v>31.65</c:v>
                </c:pt>
                <c:pt idx="6052">
                  <c:v>31.65</c:v>
                </c:pt>
                <c:pt idx="6053">
                  <c:v>31.65</c:v>
                </c:pt>
                <c:pt idx="6054">
                  <c:v>31.6</c:v>
                </c:pt>
                <c:pt idx="6055">
                  <c:v>31.6</c:v>
                </c:pt>
                <c:pt idx="6056">
                  <c:v>31.6</c:v>
                </c:pt>
                <c:pt idx="6057">
                  <c:v>31.6</c:v>
                </c:pt>
                <c:pt idx="6058">
                  <c:v>31.6</c:v>
                </c:pt>
                <c:pt idx="6059">
                  <c:v>31.6</c:v>
                </c:pt>
                <c:pt idx="6060">
                  <c:v>31.6</c:v>
                </c:pt>
                <c:pt idx="6061">
                  <c:v>31.6</c:v>
                </c:pt>
                <c:pt idx="6062">
                  <c:v>31.6</c:v>
                </c:pt>
                <c:pt idx="6063">
                  <c:v>31.6</c:v>
                </c:pt>
                <c:pt idx="6064">
                  <c:v>31.6</c:v>
                </c:pt>
                <c:pt idx="6065">
                  <c:v>31.6</c:v>
                </c:pt>
                <c:pt idx="6066">
                  <c:v>31.6</c:v>
                </c:pt>
                <c:pt idx="6067">
                  <c:v>31.6</c:v>
                </c:pt>
                <c:pt idx="6068">
                  <c:v>31.6</c:v>
                </c:pt>
                <c:pt idx="6069">
                  <c:v>31.6</c:v>
                </c:pt>
                <c:pt idx="6070">
                  <c:v>31.6</c:v>
                </c:pt>
                <c:pt idx="6071">
                  <c:v>31.6</c:v>
                </c:pt>
                <c:pt idx="6072">
                  <c:v>31.6</c:v>
                </c:pt>
                <c:pt idx="6073">
                  <c:v>31.6</c:v>
                </c:pt>
                <c:pt idx="6074">
                  <c:v>31.6</c:v>
                </c:pt>
                <c:pt idx="6075">
                  <c:v>31.6</c:v>
                </c:pt>
                <c:pt idx="6076">
                  <c:v>31.6</c:v>
                </c:pt>
                <c:pt idx="6077">
                  <c:v>31.6</c:v>
                </c:pt>
                <c:pt idx="6078">
                  <c:v>31.6</c:v>
                </c:pt>
                <c:pt idx="6079">
                  <c:v>31.55</c:v>
                </c:pt>
                <c:pt idx="6080">
                  <c:v>31.55</c:v>
                </c:pt>
                <c:pt idx="6081">
                  <c:v>31.55</c:v>
                </c:pt>
                <c:pt idx="6082">
                  <c:v>31.55</c:v>
                </c:pt>
                <c:pt idx="6083">
                  <c:v>31.55</c:v>
                </c:pt>
                <c:pt idx="6084">
                  <c:v>31.55</c:v>
                </c:pt>
                <c:pt idx="6085">
                  <c:v>31.55</c:v>
                </c:pt>
                <c:pt idx="6086">
                  <c:v>31.55</c:v>
                </c:pt>
                <c:pt idx="6087">
                  <c:v>31.55</c:v>
                </c:pt>
                <c:pt idx="6088">
                  <c:v>31.55</c:v>
                </c:pt>
                <c:pt idx="6089">
                  <c:v>31.55</c:v>
                </c:pt>
                <c:pt idx="6090">
                  <c:v>31.55</c:v>
                </c:pt>
                <c:pt idx="6091">
                  <c:v>31.55</c:v>
                </c:pt>
                <c:pt idx="6092">
                  <c:v>31.55</c:v>
                </c:pt>
                <c:pt idx="6093">
                  <c:v>31.55</c:v>
                </c:pt>
                <c:pt idx="6094">
                  <c:v>31.55</c:v>
                </c:pt>
                <c:pt idx="6095">
                  <c:v>31.55</c:v>
                </c:pt>
                <c:pt idx="6096">
                  <c:v>31.55</c:v>
                </c:pt>
                <c:pt idx="6097">
                  <c:v>31.55</c:v>
                </c:pt>
                <c:pt idx="6098">
                  <c:v>31.5</c:v>
                </c:pt>
                <c:pt idx="6099">
                  <c:v>31.5</c:v>
                </c:pt>
                <c:pt idx="6100">
                  <c:v>31.5</c:v>
                </c:pt>
                <c:pt idx="6101">
                  <c:v>31.5</c:v>
                </c:pt>
                <c:pt idx="6102">
                  <c:v>31.5</c:v>
                </c:pt>
                <c:pt idx="6103">
                  <c:v>31.5</c:v>
                </c:pt>
                <c:pt idx="6104">
                  <c:v>31.5</c:v>
                </c:pt>
                <c:pt idx="6105">
                  <c:v>31.5</c:v>
                </c:pt>
                <c:pt idx="6106">
                  <c:v>31.5</c:v>
                </c:pt>
                <c:pt idx="6107">
                  <c:v>31.5</c:v>
                </c:pt>
                <c:pt idx="6108">
                  <c:v>31.5</c:v>
                </c:pt>
                <c:pt idx="6109">
                  <c:v>31.5</c:v>
                </c:pt>
                <c:pt idx="6110">
                  <c:v>31.5</c:v>
                </c:pt>
                <c:pt idx="6111">
                  <c:v>31.5</c:v>
                </c:pt>
                <c:pt idx="6112">
                  <c:v>31.5</c:v>
                </c:pt>
                <c:pt idx="6113">
                  <c:v>31.5</c:v>
                </c:pt>
                <c:pt idx="6114">
                  <c:v>31.5</c:v>
                </c:pt>
                <c:pt idx="6115">
                  <c:v>31.5</c:v>
                </c:pt>
                <c:pt idx="6116">
                  <c:v>31.5</c:v>
                </c:pt>
                <c:pt idx="6117">
                  <c:v>31.5</c:v>
                </c:pt>
                <c:pt idx="6118">
                  <c:v>31.5</c:v>
                </c:pt>
                <c:pt idx="6119">
                  <c:v>31.5</c:v>
                </c:pt>
                <c:pt idx="6120">
                  <c:v>31.5</c:v>
                </c:pt>
                <c:pt idx="6121">
                  <c:v>31.5</c:v>
                </c:pt>
                <c:pt idx="6122">
                  <c:v>31.5</c:v>
                </c:pt>
                <c:pt idx="6123">
                  <c:v>31.5</c:v>
                </c:pt>
                <c:pt idx="6124">
                  <c:v>31.5</c:v>
                </c:pt>
                <c:pt idx="6125">
                  <c:v>31.5</c:v>
                </c:pt>
                <c:pt idx="6126">
                  <c:v>31.5</c:v>
                </c:pt>
                <c:pt idx="6127">
                  <c:v>31.5</c:v>
                </c:pt>
                <c:pt idx="6128">
                  <c:v>31.5</c:v>
                </c:pt>
                <c:pt idx="6129">
                  <c:v>31.5</c:v>
                </c:pt>
                <c:pt idx="6130">
                  <c:v>31.5</c:v>
                </c:pt>
                <c:pt idx="6131">
                  <c:v>31.5</c:v>
                </c:pt>
                <c:pt idx="6132">
                  <c:v>31.45</c:v>
                </c:pt>
                <c:pt idx="6133">
                  <c:v>31.45</c:v>
                </c:pt>
                <c:pt idx="6134">
                  <c:v>31.45</c:v>
                </c:pt>
                <c:pt idx="6135">
                  <c:v>31.45</c:v>
                </c:pt>
                <c:pt idx="6136">
                  <c:v>31.45</c:v>
                </c:pt>
                <c:pt idx="6137">
                  <c:v>31.45</c:v>
                </c:pt>
                <c:pt idx="6138">
                  <c:v>31.45</c:v>
                </c:pt>
                <c:pt idx="6139">
                  <c:v>31.45</c:v>
                </c:pt>
                <c:pt idx="6140">
                  <c:v>31.45</c:v>
                </c:pt>
                <c:pt idx="6141">
                  <c:v>31.45</c:v>
                </c:pt>
                <c:pt idx="6142">
                  <c:v>31.45</c:v>
                </c:pt>
                <c:pt idx="6143">
                  <c:v>31.45</c:v>
                </c:pt>
                <c:pt idx="6144">
                  <c:v>31.45</c:v>
                </c:pt>
                <c:pt idx="6145">
                  <c:v>31.45</c:v>
                </c:pt>
                <c:pt idx="6146">
                  <c:v>31.45</c:v>
                </c:pt>
                <c:pt idx="6147">
                  <c:v>31.45</c:v>
                </c:pt>
                <c:pt idx="6148">
                  <c:v>31.45</c:v>
                </c:pt>
                <c:pt idx="6149">
                  <c:v>31.45</c:v>
                </c:pt>
                <c:pt idx="6150">
                  <c:v>31.45</c:v>
                </c:pt>
                <c:pt idx="6151">
                  <c:v>31.45</c:v>
                </c:pt>
                <c:pt idx="6152">
                  <c:v>31.45</c:v>
                </c:pt>
                <c:pt idx="6153">
                  <c:v>31.45</c:v>
                </c:pt>
                <c:pt idx="6154">
                  <c:v>31.45</c:v>
                </c:pt>
                <c:pt idx="6155">
                  <c:v>31.4</c:v>
                </c:pt>
                <c:pt idx="6156">
                  <c:v>31.4</c:v>
                </c:pt>
                <c:pt idx="6157">
                  <c:v>31.4</c:v>
                </c:pt>
                <c:pt idx="6158">
                  <c:v>31.4</c:v>
                </c:pt>
                <c:pt idx="6159">
                  <c:v>31.4</c:v>
                </c:pt>
                <c:pt idx="6160">
                  <c:v>31.4</c:v>
                </c:pt>
                <c:pt idx="6161">
                  <c:v>31.4</c:v>
                </c:pt>
                <c:pt idx="6162">
                  <c:v>31.4</c:v>
                </c:pt>
                <c:pt idx="6163">
                  <c:v>31.4</c:v>
                </c:pt>
                <c:pt idx="6164">
                  <c:v>31.4</c:v>
                </c:pt>
                <c:pt idx="6165">
                  <c:v>31.4</c:v>
                </c:pt>
                <c:pt idx="6166">
                  <c:v>31.4</c:v>
                </c:pt>
                <c:pt idx="6167">
                  <c:v>31.4</c:v>
                </c:pt>
                <c:pt idx="6168">
                  <c:v>31.4</c:v>
                </c:pt>
                <c:pt idx="6169">
                  <c:v>31.4</c:v>
                </c:pt>
                <c:pt idx="6170">
                  <c:v>31.4</c:v>
                </c:pt>
                <c:pt idx="6171">
                  <c:v>31.4</c:v>
                </c:pt>
                <c:pt idx="6172">
                  <c:v>31.4</c:v>
                </c:pt>
                <c:pt idx="6173">
                  <c:v>31.4</c:v>
                </c:pt>
                <c:pt idx="6174">
                  <c:v>31.4</c:v>
                </c:pt>
                <c:pt idx="6175">
                  <c:v>31.4</c:v>
                </c:pt>
                <c:pt idx="6176">
                  <c:v>31.4</c:v>
                </c:pt>
                <c:pt idx="6177">
                  <c:v>31.35</c:v>
                </c:pt>
                <c:pt idx="6178">
                  <c:v>31.35</c:v>
                </c:pt>
                <c:pt idx="6179">
                  <c:v>31.35</c:v>
                </c:pt>
                <c:pt idx="6180">
                  <c:v>31.35</c:v>
                </c:pt>
                <c:pt idx="6181">
                  <c:v>31.35</c:v>
                </c:pt>
                <c:pt idx="6182">
                  <c:v>31.35</c:v>
                </c:pt>
                <c:pt idx="6183">
                  <c:v>31.35</c:v>
                </c:pt>
                <c:pt idx="6184">
                  <c:v>31.35</c:v>
                </c:pt>
                <c:pt idx="6185">
                  <c:v>31.35</c:v>
                </c:pt>
                <c:pt idx="6186">
                  <c:v>31.35</c:v>
                </c:pt>
                <c:pt idx="6187">
                  <c:v>31.35</c:v>
                </c:pt>
                <c:pt idx="6188">
                  <c:v>31.35</c:v>
                </c:pt>
                <c:pt idx="6189">
                  <c:v>31.35</c:v>
                </c:pt>
                <c:pt idx="6190">
                  <c:v>31.35</c:v>
                </c:pt>
                <c:pt idx="6191">
                  <c:v>31.35</c:v>
                </c:pt>
                <c:pt idx="6192">
                  <c:v>31.35</c:v>
                </c:pt>
                <c:pt idx="6193">
                  <c:v>31.35</c:v>
                </c:pt>
                <c:pt idx="6194">
                  <c:v>31.35</c:v>
                </c:pt>
                <c:pt idx="6195">
                  <c:v>31.35</c:v>
                </c:pt>
                <c:pt idx="6196">
                  <c:v>31.35</c:v>
                </c:pt>
                <c:pt idx="6197">
                  <c:v>31.3</c:v>
                </c:pt>
                <c:pt idx="6198">
                  <c:v>31.3</c:v>
                </c:pt>
                <c:pt idx="6199">
                  <c:v>31.3</c:v>
                </c:pt>
                <c:pt idx="6200">
                  <c:v>31.3</c:v>
                </c:pt>
                <c:pt idx="6201">
                  <c:v>31.3</c:v>
                </c:pt>
                <c:pt idx="6202">
                  <c:v>31.3</c:v>
                </c:pt>
                <c:pt idx="6203">
                  <c:v>31.3</c:v>
                </c:pt>
                <c:pt idx="6204">
                  <c:v>31.3</c:v>
                </c:pt>
                <c:pt idx="6205">
                  <c:v>31.3</c:v>
                </c:pt>
                <c:pt idx="6206">
                  <c:v>31.3</c:v>
                </c:pt>
                <c:pt idx="6207">
                  <c:v>31.3</c:v>
                </c:pt>
                <c:pt idx="6208">
                  <c:v>31.3</c:v>
                </c:pt>
                <c:pt idx="6209">
                  <c:v>31.3</c:v>
                </c:pt>
                <c:pt idx="6210">
                  <c:v>31.3</c:v>
                </c:pt>
                <c:pt idx="6211">
                  <c:v>31.3</c:v>
                </c:pt>
                <c:pt idx="6212">
                  <c:v>31.3</c:v>
                </c:pt>
                <c:pt idx="6213">
                  <c:v>31.3</c:v>
                </c:pt>
                <c:pt idx="6214">
                  <c:v>31.3</c:v>
                </c:pt>
                <c:pt idx="6215">
                  <c:v>31.3</c:v>
                </c:pt>
                <c:pt idx="6216">
                  <c:v>31.3</c:v>
                </c:pt>
                <c:pt idx="6217">
                  <c:v>31.3</c:v>
                </c:pt>
                <c:pt idx="6218">
                  <c:v>31.3</c:v>
                </c:pt>
                <c:pt idx="6219">
                  <c:v>31.3</c:v>
                </c:pt>
                <c:pt idx="6220">
                  <c:v>31.25</c:v>
                </c:pt>
                <c:pt idx="6221">
                  <c:v>31.25</c:v>
                </c:pt>
                <c:pt idx="6222">
                  <c:v>31.25</c:v>
                </c:pt>
                <c:pt idx="6223">
                  <c:v>31.25</c:v>
                </c:pt>
                <c:pt idx="6224">
                  <c:v>31.25</c:v>
                </c:pt>
                <c:pt idx="6225">
                  <c:v>31.25</c:v>
                </c:pt>
                <c:pt idx="6226">
                  <c:v>31.25</c:v>
                </c:pt>
                <c:pt idx="6227">
                  <c:v>31.25</c:v>
                </c:pt>
                <c:pt idx="6228">
                  <c:v>31.25</c:v>
                </c:pt>
                <c:pt idx="6229">
                  <c:v>31.25</c:v>
                </c:pt>
                <c:pt idx="6230">
                  <c:v>31.25</c:v>
                </c:pt>
                <c:pt idx="6231">
                  <c:v>31.25</c:v>
                </c:pt>
                <c:pt idx="6232">
                  <c:v>31.25</c:v>
                </c:pt>
                <c:pt idx="6233">
                  <c:v>31.25</c:v>
                </c:pt>
                <c:pt idx="6234">
                  <c:v>31.25</c:v>
                </c:pt>
                <c:pt idx="6235">
                  <c:v>31.25</c:v>
                </c:pt>
                <c:pt idx="6236">
                  <c:v>31.25</c:v>
                </c:pt>
                <c:pt idx="6237">
                  <c:v>31.25</c:v>
                </c:pt>
                <c:pt idx="6238">
                  <c:v>31.25</c:v>
                </c:pt>
                <c:pt idx="6239">
                  <c:v>31.25</c:v>
                </c:pt>
                <c:pt idx="6240">
                  <c:v>31.25</c:v>
                </c:pt>
                <c:pt idx="6241">
                  <c:v>31.25</c:v>
                </c:pt>
                <c:pt idx="6242">
                  <c:v>31.25</c:v>
                </c:pt>
                <c:pt idx="6243">
                  <c:v>31.25</c:v>
                </c:pt>
                <c:pt idx="6244">
                  <c:v>31.25</c:v>
                </c:pt>
                <c:pt idx="6245">
                  <c:v>31.25</c:v>
                </c:pt>
                <c:pt idx="6246">
                  <c:v>31.25</c:v>
                </c:pt>
                <c:pt idx="6247">
                  <c:v>31.25</c:v>
                </c:pt>
                <c:pt idx="6248">
                  <c:v>31.25</c:v>
                </c:pt>
                <c:pt idx="6249">
                  <c:v>31.2</c:v>
                </c:pt>
                <c:pt idx="6250">
                  <c:v>31.2</c:v>
                </c:pt>
                <c:pt idx="6251">
                  <c:v>31.2</c:v>
                </c:pt>
                <c:pt idx="6252">
                  <c:v>31.2</c:v>
                </c:pt>
                <c:pt idx="6253">
                  <c:v>31.2</c:v>
                </c:pt>
                <c:pt idx="6254">
                  <c:v>31.2</c:v>
                </c:pt>
                <c:pt idx="6255">
                  <c:v>31.2</c:v>
                </c:pt>
                <c:pt idx="6256">
                  <c:v>31.2</c:v>
                </c:pt>
                <c:pt idx="6257">
                  <c:v>31.2</c:v>
                </c:pt>
                <c:pt idx="6258">
                  <c:v>31.2</c:v>
                </c:pt>
                <c:pt idx="6259">
                  <c:v>31.2</c:v>
                </c:pt>
                <c:pt idx="6260">
                  <c:v>31.2</c:v>
                </c:pt>
                <c:pt idx="6261">
                  <c:v>31.2</c:v>
                </c:pt>
                <c:pt idx="6262">
                  <c:v>31.2</c:v>
                </c:pt>
                <c:pt idx="6263">
                  <c:v>31.2</c:v>
                </c:pt>
                <c:pt idx="6264">
                  <c:v>31.2</c:v>
                </c:pt>
                <c:pt idx="6265">
                  <c:v>31.2</c:v>
                </c:pt>
                <c:pt idx="6266">
                  <c:v>31.2</c:v>
                </c:pt>
                <c:pt idx="6267">
                  <c:v>31.2</c:v>
                </c:pt>
                <c:pt idx="6268">
                  <c:v>31.2</c:v>
                </c:pt>
                <c:pt idx="6269">
                  <c:v>31.15</c:v>
                </c:pt>
                <c:pt idx="6270">
                  <c:v>31.15</c:v>
                </c:pt>
                <c:pt idx="6271">
                  <c:v>31.15</c:v>
                </c:pt>
                <c:pt idx="6272">
                  <c:v>31.15</c:v>
                </c:pt>
                <c:pt idx="6273">
                  <c:v>31.15</c:v>
                </c:pt>
                <c:pt idx="6274">
                  <c:v>31.15</c:v>
                </c:pt>
                <c:pt idx="6275">
                  <c:v>31.15</c:v>
                </c:pt>
                <c:pt idx="6276">
                  <c:v>31.15</c:v>
                </c:pt>
                <c:pt idx="6277">
                  <c:v>31.15</c:v>
                </c:pt>
                <c:pt idx="6278">
                  <c:v>31.15</c:v>
                </c:pt>
                <c:pt idx="6279">
                  <c:v>31.15</c:v>
                </c:pt>
                <c:pt idx="6280">
                  <c:v>31.15</c:v>
                </c:pt>
                <c:pt idx="6281">
                  <c:v>31.15</c:v>
                </c:pt>
                <c:pt idx="6282">
                  <c:v>31.15</c:v>
                </c:pt>
                <c:pt idx="6283">
                  <c:v>31.15</c:v>
                </c:pt>
                <c:pt idx="6284">
                  <c:v>31.15</c:v>
                </c:pt>
                <c:pt idx="6285">
                  <c:v>31.15</c:v>
                </c:pt>
                <c:pt idx="6286">
                  <c:v>31.15</c:v>
                </c:pt>
                <c:pt idx="6287">
                  <c:v>31.15</c:v>
                </c:pt>
                <c:pt idx="6288">
                  <c:v>31.15</c:v>
                </c:pt>
                <c:pt idx="6289">
                  <c:v>31.15</c:v>
                </c:pt>
                <c:pt idx="6290">
                  <c:v>31.15</c:v>
                </c:pt>
                <c:pt idx="6291">
                  <c:v>31.1</c:v>
                </c:pt>
                <c:pt idx="6292">
                  <c:v>31.1</c:v>
                </c:pt>
                <c:pt idx="6293">
                  <c:v>31.1</c:v>
                </c:pt>
                <c:pt idx="6294">
                  <c:v>31.1</c:v>
                </c:pt>
                <c:pt idx="6295">
                  <c:v>31.1</c:v>
                </c:pt>
                <c:pt idx="6296">
                  <c:v>31.1</c:v>
                </c:pt>
                <c:pt idx="6297">
                  <c:v>31.1</c:v>
                </c:pt>
                <c:pt idx="6298">
                  <c:v>31.1</c:v>
                </c:pt>
                <c:pt idx="6299">
                  <c:v>31.1</c:v>
                </c:pt>
                <c:pt idx="6300">
                  <c:v>31.1</c:v>
                </c:pt>
                <c:pt idx="6301">
                  <c:v>31.1</c:v>
                </c:pt>
                <c:pt idx="6302">
                  <c:v>31.1</c:v>
                </c:pt>
                <c:pt idx="6303">
                  <c:v>31.1</c:v>
                </c:pt>
                <c:pt idx="6304">
                  <c:v>31.1</c:v>
                </c:pt>
                <c:pt idx="6305">
                  <c:v>31.1</c:v>
                </c:pt>
                <c:pt idx="6306">
                  <c:v>31.1</c:v>
                </c:pt>
                <c:pt idx="6307">
                  <c:v>31.1</c:v>
                </c:pt>
                <c:pt idx="6308">
                  <c:v>31.1</c:v>
                </c:pt>
                <c:pt idx="6309">
                  <c:v>31.1</c:v>
                </c:pt>
                <c:pt idx="6310">
                  <c:v>31.1</c:v>
                </c:pt>
                <c:pt idx="6311">
                  <c:v>31.1</c:v>
                </c:pt>
                <c:pt idx="6312">
                  <c:v>31.1</c:v>
                </c:pt>
                <c:pt idx="6313">
                  <c:v>31.1</c:v>
                </c:pt>
                <c:pt idx="6314">
                  <c:v>31.1</c:v>
                </c:pt>
                <c:pt idx="6315">
                  <c:v>31.1</c:v>
                </c:pt>
                <c:pt idx="6316">
                  <c:v>31.1</c:v>
                </c:pt>
                <c:pt idx="6317">
                  <c:v>31.05</c:v>
                </c:pt>
                <c:pt idx="6318">
                  <c:v>31.05</c:v>
                </c:pt>
                <c:pt idx="6319">
                  <c:v>31.05</c:v>
                </c:pt>
                <c:pt idx="6320">
                  <c:v>31.05</c:v>
                </c:pt>
                <c:pt idx="6321">
                  <c:v>31.05</c:v>
                </c:pt>
                <c:pt idx="6322">
                  <c:v>31.05</c:v>
                </c:pt>
                <c:pt idx="6323">
                  <c:v>31.05</c:v>
                </c:pt>
                <c:pt idx="6324">
                  <c:v>31.05</c:v>
                </c:pt>
                <c:pt idx="6325">
                  <c:v>31.05</c:v>
                </c:pt>
                <c:pt idx="6326">
                  <c:v>31.05</c:v>
                </c:pt>
                <c:pt idx="6327">
                  <c:v>31.05</c:v>
                </c:pt>
                <c:pt idx="6328">
                  <c:v>31.05</c:v>
                </c:pt>
                <c:pt idx="6329">
                  <c:v>31.05</c:v>
                </c:pt>
                <c:pt idx="6330">
                  <c:v>31.05</c:v>
                </c:pt>
                <c:pt idx="6331">
                  <c:v>31.05</c:v>
                </c:pt>
                <c:pt idx="6332">
                  <c:v>31.05</c:v>
                </c:pt>
                <c:pt idx="6333">
                  <c:v>31.05</c:v>
                </c:pt>
                <c:pt idx="6334">
                  <c:v>31.05</c:v>
                </c:pt>
                <c:pt idx="6335">
                  <c:v>31.05</c:v>
                </c:pt>
                <c:pt idx="6336">
                  <c:v>31.05</c:v>
                </c:pt>
                <c:pt idx="6337">
                  <c:v>31.05</c:v>
                </c:pt>
                <c:pt idx="6338">
                  <c:v>31.05</c:v>
                </c:pt>
                <c:pt idx="6339">
                  <c:v>31</c:v>
                </c:pt>
                <c:pt idx="6340">
                  <c:v>31.05</c:v>
                </c:pt>
                <c:pt idx="6341">
                  <c:v>31</c:v>
                </c:pt>
                <c:pt idx="6342">
                  <c:v>31</c:v>
                </c:pt>
                <c:pt idx="6343">
                  <c:v>31</c:v>
                </c:pt>
                <c:pt idx="6344">
                  <c:v>31</c:v>
                </c:pt>
                <c:pt idx="6345">
                  <c:v>31</c:v>
                </c:pt>
                <c:pt idx="6346">
                  <c:v>31</c:v>
                </c:pt>
                <c:pt idx="6347">
                  <c:v>31</c:v>
                </c:pt>
                <c:pt idx="6348">
                  <c:v>31</c:v>
                </c:pt>
                <c:pt idx="6349">
                  <c:v>31</c:v>
                </c:pt>
                <c:pt idx="6350">
                  <c:v>31</c:v>
                </c:pt>
                <c:pt idx="6351">
                  <c:v>31</c:v>
                </c:pt>
                <c:pt idx="6352">
                  <c:v>31</c:v>
                </c:pt>
                <c:pt idx="6353">
                  <c:v>31</c:v>
                </c:pt>
                <c:pt idx="6354">
                  <c:v>31</c:v>
                </c:pt>
                <c:pt idx="6355">
                  <c:v>31</c:v>
                </c:pt>
                <c:pt idx="6356">
                  <c:v>31</c:v>
                </c:pt>
                <c:pt idx="6357">
                  <c:v>31</c:v>
                </c:pt>
                <c:pt idx="6358">
                  <c:v>31</c:v>
                </c:pt>
                <c:pt idx="6359">
                  <c:v>31</c:v>
                </c:pt>
                <c:pt idx="6360">
                  <c:v>31</c:v>
                </c:pt>
                <c:pt idx="6361">
                  <c:v>30.95</c:v>
                </c:pt>
                <c:pt idx="6362">
                  <c:v>31</c:v>
                </c:pt>
                <c:pt idx="6363">
                  <c:v>30.95</c:v>
                </c:pt>
                <c:pt idx="6364">
                  <c:v>30.95</c:v>
                </c:pt>
                <c:pt idx="6365">
                  <c:v>30.95</c:v>
                </c:pt>
                <c:pt idx="6366">
                  <c:v>30.95</c:v>
                </c:pt>
                <c:pt idx="6367">
                  <c:v>30.95</c:v>
                </c:pt>
                <c:pt idx="6368">
                  <c:v>30.95</c:v>
                </c:pt>
                <c:pt idx="6369">
                  <c:v>30.95</c:v>
                </c:pt>
                <c:pt idx="6370">
                  <c:v>30.95</c:v>
                </c:pt>
                <c:pt idx="6371">
                  <c:v>30.95</c:v>
                </c:pt>
                <c:pt idx="6372">
                  <c:v>30.95</c:v>
                </c:pt>
                <c:pt idx="6373">
                  <c:v>30.95</c:v>
                </c:pt>
                <c:pt idx="6374">
                  <c:v>30.95</c:v>
                </c:pt>
                <c:pt idx="6375">
                  <c:v>30.95</c:v>
                </c:pt>
                <c:pt idx="6376">
                  <c:v>30.95</c:v>
                </c:pt>
                <c:pt idx="6377">
                  <c:v>30.95</c:v>
                </c:pt>
                <c:pt idx="6378">
                  <c:v>30.95</c:v>
                </c:pt>
                <c:pt idx="6379">
                  <c:v>30.95</c:v>
                </c:pt>
                <c:pt idx="6380">
                  <c:v>30.95</c:v>
                </c:pt>
                <c:pt idx="6381">
                  <c:v>30.95</c:v>
                </c:pt>
                <c:pt idx="6382">
                  <c:v>30.95</c:v>
                </c:pt>
                <c:pt idx="6383">
                  <c:v>30.9</c:v>
                </c:pt>
                <c:pt idx="6384">
                  <c:v>30.9</c:v>
                </c:pt>
                <c:pt idx="6385">
                  <c:v>30.9</c:v>
                </c:pt>
                <c:pt idx="6386">
                  <c:v>30.9</c:v>
                </c:pt>
                <c:pt idx="6387">
                  <c:v>30.9</c:v>
                </c:pt>
                <c:pt idx="6388">
                  <c:v>30.9</c:v>
                </c:pt>
                <c:pt idx="6389">
                  <c:v>30.9</c:v>
                </c:pt>
                <c:pt idx="6390">
                  <c:v>30.9</c:v>
                </c:pt>
                <c:pt idx="6391">
                  <c:v>30.9</c:v>
                </c:pt>
                <c:pt idx="6392">
                  <c:v>30.9</c:v>
                </c:pt>
                <c:pt idx="6393">
                  <c:v>30.9</c:v>
                </c:pt>
                <c:pt idx="6394">
                  <c:v>30.9</c:v>
                </c:pt>
                <c:pt idx="6395">
                  <c:v>30.9</c:v>
                </c:pt>
                <c:pt idx="6396">
                  <c:v>30.9</c:v>
                </c:pt>
                <c:pt idx="6397">
                  <c:v>30.9</c:v>
                </c:pt>
                <c:pt idx="6398">
                  <c:v>30.9</c:v>
                </c:pt>
                <c:pt idx="6399">
                  <c:v>30.9</c:v>
                </c:pt>
                <c:pt idx="6400">
                  <c:v>30.9</c:v>
                </c:pt>
                <c:pt idx="6401">
                  <c:v>30.9</c:v>
                </c:pt>
                <c:pt idx="6402">
                  <c:v>30.9</c:v>
                </c:pt>
                <c:pt idx="6403">
                  <c:v>30.9</c:v>
                </c:pt>
                <c:pt idx="6404">
                  <c:v>30.9</c:v>
                </c:pt>
                <c:pt idx="6405">
                  <c:v>30.85</c:v>
                </c:pt>
                <c:pt idx="6406">
                  <c:v>30.85</c:v>
                </c:pt>
                <c:pt idx="6407">
                  <c:v>30.9</c:v>
                </c:pt>
                <c:pt idx="6408">
                  <c:v>30.85</c:v>
                </c:pt>
                <c:pt idx="6409">
                  <c:v>30.85</c:v>
                </c:pt>
                <c:pt idx="6410">
                  <c:v>30.85</c:v>
                </c:pt>
                <c:pt idx="6411">
                  <c:v>30.85</c:v>
                </c:pt>
                <c:pt idx="6412">
                  <c:v>30.85</c:v>
                </c:pt>
                <c:pt idx="6413">
                  <c:v>30.85</c:v>
                </c:pt>
                <c:pt idx="6414">
                  <c:v>30.85</c:v>
                </c:pt>
                <c:pt idx="6415">
                  <c:v>30.9</c:v>
                </c:pt>
                <c:pt idx="6416">
                  <c:v>30.85</c:v>
                </c:pt>
                <c:pt idx="6417">
                  <c:v>30.85</c:v>
                </c:pt>
                <c:pt idx="6418">
                  <c:v>30.85</c:v>
                </c:pt>
                <c:pt idx="6419">
                  <c:v>30.85</c:v>
                </c:pt>
                <c:pt idx="6420">
                  <c:v>30.85</c:v>
                </c:pt>
                <c:pt idx="6421">
                  <c:v>30.85</c:v>
                </c:pt>
                <c:pt idx="6422">
                  <c:v>30.85</c:v>
                </c:pt>
                <c:pt idx="6423">
                  <c:v>30.85</c:v>
                </c:pt>
                <c:pt idx="6424">
                  <c:v>30.85</c:v>
                </c:pt>
                <c:pt idx="6425">
                  <c:v>30.85</c:v>
                </c:pt>
                <c:pt idx="6426">
                  <c:v>30.85</c:v>
                </c:pt>
                <c:pt idx="6427">
                  <c:v>30.85</c:v>
                </c:pt>
                <c:pt idx="6428">
                  <c:v>30.85</c:v>
                </c:pt>
                <c:pt idx="6429">
                  <c:v>30.85</c:v>
                </c:pt>
                <c:pt idx="6430">
                  <c:v>30.85</c:v>
                </c:pt>
                <c:pt idx="6431">
                  <c:v>30.85</c:v>
                </c:pt>
                <c:pt idx="6432">
                  <c:v>30.85</c:v>
                </c:pt>
                <c:pt idx="6433">
                  <c:v>30.8</c:v>
                </c:pt>
                <c:pt idx="6434">
                  <c:v>30.8</c:v>
                </c:pt>
                <c:pt idx="6435">
                  <c:v>30.85</c:v>
                </c:pt>
                <c:pt idx="6436">
                  <c:v>30.8</c:v>
                </c:pt>
                <c:pt idx="6437">
                  <c:v>30.8</c:v>
                </c:pt>
                <c:pt idx="6438">
                  <c:v>30.8</c:v>
                </c:pt>
                <c:pt idx="6439">
                  <c:v>30.8</c:v>
                </c:pt>
                <c:pt idx="6440">
                  <c:v>30.8</c:v>
                </c:pt>
                <c:pt idx="6441">
                  <c:v>30.8</c:v>
                </c:pt>
                <c:pt idx="6442">
                  <c:v>30.8</c:v>
                </c:pt>
                <c:pt idx="6443">
                  <c:v>30.8</c:v>
                </c:pt>
                <c:pt idx="6444">
                  <c:v>30.8</c:v>
                </c:pt>
                <c:pt idx="6445">
                  <c:v>30.8</c:v>
                </c:pt>
                <c:pt idx="6446">
                  <c:v>30.8</c:v>
                </c:pt>
                <c:pt idx="6447">
                  <c:v>30.8</c:v>
                </c:pt>
                <c:pt idx="6448">
                  <c:v>30.8</c:v>
                </c:pt>
                <c:pt idx="6449">
                  <c:v>30.8</c:v>
                </c:pt>
                <c:pt idx="6450">
                  <c:v>30.8</c:v>
                </c:pt>
                <c:pt idx="6451">
                  <c:v>30.8</c:v>
                </c:pt>
                <c:pt idx="6452">
                  <c:v>30.8</c:v>
                </c:pt>
                <c:pt idx="6453">
                  <c:v>30.8</c:v>
                </c:pt>
                <c:pt idx="6454">
                  <c:v>30.8</c:v>
                </c:pt>
                <c:pt idx="6455">
                  <c:v>30.8</c:v>
                </c:pt>
                <c:pt idx="6456">
                  <c:v>30.8</c:v>
                </c:pt>
                <c:pt idx="6457">
                  <c:v>30.8</c:v>
                </c:pt>
                <c:pt idx="6458">
                  <c:v>30.8</c:v>
                </c:pt>
                <c:pt idx="6459">
                  <c:v>30.8</c:v>
                </c:pt>
                <c:pt idx="6460">
                  <c:v>30.75</c:v>
                </c:pt>
                <c:pt idx="6461">
                  <c:v>30.8</c:v>
                </c:pt>
                <c:pt idx="6462">
                  <c:v>30.8</c:v>
                </c:pt>
                <c:pt idx="6463">
                  <c:v>30.8</c:v>
                </c:pt>
                <c:pt idx="6464">
                  <c:v>30.75</c:v>
                </c:pt>
                <c:pt idx="6465">
                  <c:v>30.8</c:v>
                </c:pt>
                <c:pt idx="6466">
                  <c:v>30.8</c:v>
                </c:pt>
                <c:pt idx="6467">
                  <c:v>30.75</c:v>
                </c:pt>
                <c:pt idx="6468">
                  <c:v>30.75</c:v>
                </c:pt>
                <c:pt idx="6469">
                  <c:v>30.75</c:v>
                </c:pt>
                <c:pt idx="6470">
                  <c:v>30.75</c:v>
                </c:pt>
                <c:pt idx="6471">
                  <c:v>30.75</c:v>
                </c:pt>
                <c:pt idx="6472">
                  <c:v>30.75</c:v>
                </c:pt>
                <c:pt idx="6473">
                  <c:v>30.75</c:v>
                </c:pt>
                <c:pt idx="6474">
                  <c:v>30.75</c:v>
                </c:pt>
                <c:pt idx="6475">
                  <c:v>30.75</c:v>
                </c:pt>
                <c:pt idx="6476">
                  <c:v>30.75</c:v>
                </c:pt>
                <c:pt idx="6477">
                  <c:v>30.75</c:v>
                </c:pt>
                <c:pt idx="6478">
                  <c:v>30.75</c:v>
                </c:pt>
                <c:pt idx="6479">
                  <c:v>30.75</c:v>
                </c:pt>
                <c:pt idx="6480">
                  <c:v>30.75</c:v>
                </c:pt>
                <c:pt idx="6481">
                  <c:v>30.75</c:v>
                </c:pt>
                <c:pt idx="6482">
                  <c:v>30.75</c:v>
                </c:pt>
                <c:pt idx="6483">
                  <c:v>30.75</c:v>
                </c:pt>
                <c:pt idx="6484">
                  <c:v>30.75</c:v>
                </c:pt>
                <c:pt idx="6485">
                  <c:v>30.75</c:v>
                </c:pt>
                <c:pt idx="6486">
                  <c:v>30.75</c:v>
                </c:pt>
                <c:pt idx="6487">
                  <c:v>30.75</c:v>
                </c:pt>
                <c:pt idx="6488">
                  <c:v>30.75</c:v>
                </c:pt>
                <c:pt idx="6489">
                  <c:v>30.75</c:v>
                </c:pt>
                <c:pt idx="6490">
                  <c:v>30.7</c:v>
                </c:pt>
                <c:pt idx="6491">
                  <c:v>30.7</c:v>
                </c:pt>
                <c:pt idx="6492">
                  <c:v>30.7</c:v>
                </c:pt>
                <c:pt idx="6493">
                  <c:v>30.7</c:v>
                </c:pt>
                <c:pt idx="6494">
                  <c:v>30.7</c:v>
                </c:pt>
                <c:pt idx="6495">
                  <c:v>30.7</c:v>
                </c:pt>
                <c:pt idx="6496">
                  <c:v>30.7</c:v>
                </c:pt>
                <c:pt idx="6497">
                  <c:v>30.7</c:v>
                </c:pt>
                <c:pt idx="6498">
                  <c:v>30.7</c:v>
                </c:pt>
                <c:pt idx="6499">
                  <c:v>30.7</c:v>
                </c:pt>
                <c:pt idx="6500">
                  <c:v>30.7</c:v>
                </c:pt>
                <c:pt idx="6501">
                  <c:v>30.7</c:v>
                </c:pt>
                <c:pt idx="6502">
                  <c:v>30.7</c:v>
                </c:pt>
                <c:pt idx="6503">
                  <c:v>30.7</c:v>
                </c:pt>
                <c:pt idx="6504">
                  <c:v>30.7</c:v>
                </c:pt>
                <c:pt idx="6505">
                  <c:v>30.7</c:v>
                </c:pt>
                <c:pt idx="6506">
                  <c:v>30.7</c:v>
                </c:pt>
                <c:pt idx="6507">
                  <c:v>30.7</c:v>
                </c:pt>
                <c:pt idx="6508">
                  <c:v>30.7</c:v>
                </c:pt>
                <c:pt idx="6509">
                  <c:v>30.7</c:v>
                </c:pt>
                <c:pt idx="6510">
                  <c:v>30.7</c:v>
                </c:pt>
                <c:pt idx="6511">
                  <c:v>30.7</c:v>
                </c:pt>
                <c:pt idx="6512">
                  <c:v>30.7</c:v>
                </c:pt>
                <c:pt idx="6513">
                  <c:v>30.7</c:v>
                </c:pt>
                <c:pt idx="6514">
                  <c:v>30.7</c:v>
                </c:pt>
                <c:pt idx="6515">
                  <c:v>30.65</c:v>
                </c:pt>
                <c:pt idx="6516">
                  <c:v>30.65</c:v>
                </c:pt>
                <c:pt idx="6517">
                  <c:v>30.65</c:v>
                </c:pt>
                <c:pt idx="6518">
                  <c:v>30.65</c:v>
                </c:pt>
                <c:pt idx="6519">
                  <c:v>30.65</c:v>
                </c:pt>
                <c:pt idx="6520">
                  <c:v>30.65</c:v>
                </c:pt>
                <c:pt idx="6521">
                  <c:v>30.65</c:v>
                </c:pt>
                <c:pt idx="6522">
                  <c:v>30.65</c:v>
                </c:pt>
                <c:pt idx="6523">
                  <c:v>30.65</c:v>
                </c:pt>
                <c:pt idx="6524">
                  <c:v>30.65</c:v>
                </c:pt>
                <c:pt idx="6525">
                  <c:v>30.65</c:v>
                </c:pt>
                <c:pt idx="6526">
                  <c:v>30.65</c:v>
                </c:pt>
                <c:pt idx="6527">
                  <c:v>30.65</c:v>
                </c:pt>
                <c:pt idx="6528">
                  <c:v>30.65</c:v>
                </c:pt>
                <c:pt idx="6529">
                  <c:v>30.65</c:v>
                </c:pt>
                <c:pt idx="6530">
                  <c:v>30.65</c:v>
                </c:pt>
                <c:pt idx="6531">
                  <c:v>30.65</c:v>
                </c:pt>
                <c:pt idx="6532">
                  <c:v>30.65</c:v>
                </c:pt>
                <c:pt idx="6533">
                  <c:v>30.65</c:v>
                </c:pt>
                <c:pt idx="6534">
                  <c:v>30.65</c:v>
                </c:pt>
                <c:pt idx="6535">
                  <c:v>30.65</c:v>
                </c:pt>
                <c:pt idx="6536">
                  <c:v>30.65</c:v>
                </c:pt>
                <c:pt idx="6537">
                  <c:v>30.65</c:v>
                </c:pt>
                <c:pt idx="6538">
                  <c:v>30.65</c:v>
                </c:pt>
                <c:pt idx="6539">
                  <c:v>30.6</c:v>
                </c:pt>
                <c:pt idx="6540">
                  <c:v>30.6</c:v>
                </c:pt>
                <c:pt idx="6541">
                  <c:v>30.6</c:v>
                </c:pt>
                <c:pt idx="6542">
                  <c:v>30.6</c:v>
                </c:pt>
                <c:pt idx="6543">
                  <c:v>30.6</c:v>
                </c:pt>
                <c:pt idx="6544">
                  <c:v>30.6</c:v>
                </c:pt>
                <c:pt idx="6545">
                  <c:v>30.6</c:v>
                </c:pt>
                <c:pt idx="6546">
                  <c:v>30.6</c:v>
                </c:pt>
                <c:pt idx="6547">
                  <c:v>30.6</c:v>
                </c:pt>
                <c:pt idx="6548">
                  <c:v>30.6</c:v>
                </c:pt>
                <c:pt idx="6549">
                  <c:v>30.6</c:v>
                </c:pt>
                <c:pt idx="6550">
                  <c:v>30.6</c:v>
                </c:pt>
                <c:pt idx="6551">
                  <c:v>30.6</c:v>
                </c:pt>
                <c:pt idx="6552">
                  <c:v>30.6</c:v>
                </c:pt>
                <c:pt idx="6553">
                  <c:v>30.6</c:v>
                </c:pt>
                <c:pt idx="6554">
                  <c:v>30.6</c:v>
                </c:pt>
                <c:pt idx="6555">
                  <c:v>30.6</c:v>
                </c:pt>
                <c:pt idx="6556">
                  <c:v>30.6</c:v>
                </c:pt>
                <c:pt idx="6557">
                  <c:v>30.6</c:v>
                </c:pt>
                <c:pt idx="6558">
                  <c:v>30.6</c:v>
                </c:pt>
                <c:pt idx="6559">
                  <c:v>30.6</c:v>
                </c:pt>
                <c:pt idx="6560">
                  <c:v>30.6</c:v>
                </c:pt>
                <c:pt idx="6561">
                  <c:v>30.6</c:v>
                </c:pt>
                <c:pt idx="6562">
                  <c:v>30.6</c:v>
                </c:pt>
                <c:pt idx="6563">
                  <c:v>30.6</c:v>
                </c:pt>
                <c:pt idx="6564">
                  <c:v>30.6</c:v>
                </c:pt>
                <c:pt idx="6565">
                  <c:v>30.55</c:v>
                </c:pt>
                <c:pt idx="6566">
                  <c:v>30.55</c:v>
                </c:pt>
                <c:pt idx="6567">
                  <c:v>30.55</c:v>
                </c:pt>
                <c:pt idx="6568">
                  <c:v>30.55</c:v>
                </c:pt>
                <c:pt idx="6569">
                  <c:v>30.55</c:v>
                </c:pt>
                <c:pt idx="6570">
                  <c:v>30.55</c:v>
                </c:pt>
                <c:pt idx="6571">
                  <c:v>30.55</c:v>
                </c:pt>
                <c:pt idx="6572">
                  <c:v>30.55</c:v>
                </c:pt>
                <c:pt idx="6573">
                  <c:v>30.55</c:v>
                </c:pt>
                <c:pt idx="6574">
                  <c:v>30.55</c:v>
                </c:pt>
                <c:pt idx="6575">
                  <c:v>30.55</c:v>
                </c:pt>
                <c:pt idx="6576">
                  <c:v>30.55</c:v>
                </c:pt>
                <c:pt idx="6577">
                  <c:v>30.55</c:v>
                </c:pt>
                <c:pt idx="6578">
                  <c:v>30.55</c:v>
                </c:pt>
                <c:pt idx="6579">
                  <c:v>30.55</c:v>
                </c:pt>
                <c:pt idx="6580">
                  <c:v>30.55</c:v>
                </c:pt>
                <c:pt idx="6581">
                  <c:v>30.55</c:v>
                </c:pt>
                <c:pt idx="6582">
                  <c:v>30.55</c:v>
                </c:pt>
                <c:pt idx="6583">
                  <c:v>30.55</c:v>
                </c:pt>
                <c:pt idx="6584">
                  <c:v>30.55</c:v>
                </c:pt>
                <c:pt idx="6585">
                  <c:v>30.55</c:v>
                </c:pt>
                <c:pt idx="6586">
                  <c:v>30.55</c:v>
                </c:pt>
                <c:pt idx="6587">
                  <c:v>30.55</c:v>
                </c:pt>
                <c:pt idx="6588">
                  <c:v>30.55</c:v>
                </c:pt>
                <c:pt idx="6589">
                  <c:v>30.55</c:v>
                </c:pt>
                <c:pt idx="6590">
                  <c:v>30.55</c:v>
                </c:pt>
                <c:pt idx="6591">
                  <c:v>30.5</c:v>
                </c:pt>
                <c:pt idx="6592">
                  <c:v>30.5</c:v>
                </c:pt>
                <c:pt idx="6593">
                  <c:v>30.5</c:v>
                </c:pt>
                <c:pt idx="6594">
                  <c:v>30.5</c:v>
                </c:pt>
                <c:pt idx="6595">
                  <c:v>30.5</c:v>
                </c:pt>
                <c:pt idx="6596">
                  <c:v>30.5</c:v>
                </c:pt>
                <c:pt idx="6597">
                  <c:v>30.5</c:v>
                </c:pt>
                <c:pt idx="6598">
                  <c:v>30.5</c:v>
                </c:pt>
                <c:pt idx="6599">
                  <c:v>30.5</c:v>
                </c:pt>
                <c:pt idx="6600">
                  <c:v>30.5</c:v>
                </c:pt>
                <c:pt idx="6601">
                  <c:v>30.5</c:v>
                </c:pt>
                <c:pt idx="6602">
                  <c:v>30.5</c:v>
                </c:pt>
                <c:pt idx="6603">
                  <c:v>30.5</c:v>
                </c:pt>
                <c:pt idx="6604">
                  <c:v>30.5</c:v>
                </c:pt>
                <c:pt idx="6605">
                  <c:v>30.5</c:v>
                </c:pt>
                <c:pt idx="6606">
                  <c:v>30.5</c:v>
                </c:pt>
                <c:pt idx="6607">
                  <c:v>30.5</c:v>
                </c:pt>
                <c:pt idx="6608">
                  <c:v>30.5</c:v>
                </c:pt>
                <c:pt idx="6609">
                  <c:v>30.5</c:v>
                </c:pt>
                <c:pt idx="6610">
                  <c:v>30.5</c:v>
                </c:pt>
                <c:pt idx="6611">
                  <c:v>30.5</c:v>
                </c:pt>
                <c:pt idx="6612">
                  <c:v>30.5</c:v>
                </c:pt>
                <c:pt idx="6613">
                  <c:v>30.5</c:v>
                </c:pt>
                <c:pt idx="6614">
                  <c:v>30.5</c:v>
                </c:pt>
                <c:pt idx="6615">
                  <c:v>30.5</c:v>
                </c:pt>
                <c:pt idx="6616">
                  <c:v>30.5</c:v>
                </c:pt>
                <c:pt idx="6617">
                  <c:v>30.5</c:v>
                </c:pt>
                <c:pt idx="6618">
                  <c:v>30.5</c:v>
                </c:pt>
                <c:pt idx="6619">
                  <c:v>30.5</c:v>
                </c:pt>
                <c:pt idx="6620">
                  <c:v>30.45</c:v>
                </c:pt>
                <c:pt idx="6621">
                  <c:v>30.45</c:v>
                </c:pt>
                <c:pt idx="6622">
                  <c:v>30.45</c:v>
                </c:pt>
                <c:pt idx="6623">
                  <c:v>30.45</c:v>
                </c:pt>
                <c:pt idx="6624">
                  <c:v>30.45</c:v>
                </c:pt>
                <c:pt idx="6625">
                  <c:v>30.45</c:v>
                </c:pt>
                <c:pt idx="6626">
                  <c:v>30.45</c:v>
                </c:pt>
                <c:pt idx="6627">
                  <c:v>30.45</c:v>
                </c:pt>
                <c:pt idx="6628">
                  <c:v>30.45</c:v>
                </c:pt>
                <c:pt idx="6629">
                  <c:v>30.45</c:v>
                </c:pt>
                <c:pt idx="6630">
                  <c:v>30.45</c:v>
                </c:pt>
                <c:pt idx="6631">
                  <c:v>30.45</c:v>
                </c:pt>
                <c:pt idx="6632">
                  <c:v>30.45</c:v>
                </c:pt>
                <c:pt idx="6633">
                  <c:v>30.45</c:v>
                </c:pt>
                <c:pt idx="6634">
                  <c:v>30.45</c:v>
                </c:pt>
                <c:pt idx="6635">
                  <c:v>30.45</c:v>
                </c:pt>
                <c:pt idx="6636">
                  <c:v>30.45</c:v>
                </c:pt>
                <c:pt idx="6637">
                  <c:v>30.45</c:v>
                </c:pt>
                <c:pt idx="6638">
                  <c:v>30.45</c:v>
                </c:pt>
                <c:pt idx="6639">
                  <c:v>30.45</c:v>
                </c:pt>
                <c:pt idx="6640">
                  <c:v>30.45</c:v>
                </c:pt>
                <c:pt idx="6641">
                  <c:v>30.45</c:v>
                </c:pt>
                <c:pt idx="6642">
                  <c:v>30.45</c:v>
                </c:pt>
                <c:pt idx="6643">
                  <c:v>30.45</c:v>
                </c:pt>
                <c:pt idx="6644">
                  <c:v>30.45</c:v>
                </c:pt>
                <c:pt idx="6645">
                  <c:v>30.45</c:v>
                </c:pt>
                <c:pt idx="6646">
                  <c:v>30.45</c:v>
                </c:pt>
                <c:pt idx="6647">
                  <c:v>30.45</c:v>
                </c:pt>
                <c:pt idx="6648">
                  <c:v>30.4</c:v>
                </c:pt>
                <c:pt idx="6649">
                  <c:v>30.45</c:v>
                </c:pt>
                <c:pt idx="6650">
                  <c:v>30.4</c:v>
                </c:pt>
                <c:pt idx="6651">
                  <c:v>30.4</c:v>
                </c:pt>
                <c:pt idx="6652">
                  <c:v>30.4</c:v>
                </c:pt>
                <c:pt idx="6653">
                  <c:v>30.4</c:v>
                </c:pt>
                <c:pt idx="6654">
                  <c:v>30.4</c:v>
                </c:pt>
                <c:pt idx="6655">
                  <c:v>30.4</c:v>
                </c:pt>
                <c:pt idx="6656">
                  <c:v>30.4</c:v>
                </c:pt>
                <c:pt idx="6657">
                  <c:v>30.4</c:v>
                </c:pt>
                <c:pt idx="6658">
                  <c:v>30.4</c:v>
                </c:pt>
                <c:pt idx="6659">
                  <c:v>30.4</c:v>
                </c:pt>
                <c:pt idx="6660">
                  <c:v>30.4</c:v>
                </c:pt>
                <c:pt idx="6661">
                  <c:v>30.4</c:v>
                </c:pt>
                <c:pt idx="6662">
                  <c:v>30.4</c:v>
                </c:pt>
                <c:pt idx="6663">
                  <c:v>30.4</c:v>
                </c:pt>
                <c:pt idx="6664">
                  <c:v>30.4</c:v>
                </c:pt>
                <c:pt idx="6665">
                  <c:v>30.4</c:v>
                </c:pt>
                <c:pt idx="6666">
                  <c:v>30.4</c:v>
                </c:pt>
                <c:pt idx="6667">
                  <c:v>30.4</c:v>
                </c:pt>
                <c:pt idx="6668">
                  <c:v>30.4</c:v>
                </c:pt>
                <c:pt idx="6669">
                  <c:v>30.4</c:v>
                </c:pt>
                <c:pt idx="6670">
                  <c:v>30.4</c:v>
                </c:pt>
                <c:pt idx="6671">
                  <c:v>30.4</c:v>
                </c:pt>
                <c:pt idx="6672">
                  <c:v>30.4</c:v>
                </c:pt>
                <c:pt idx="6673">
                  <c:v>30.4</c:v>
                </c:pt>
                <c:pt idx="6674">
                  <c:v>30.35</c:v>
                </c:pt>
                <c:pt idx="6675">
                  <c:v>30.35</c:v>
                </c:pt>
                <c:pt idx="6676">
                  <c:v>30.35</c:v>
                </c:pt>
                <c:pt idx="6677">
                  <c:v>30.35</c:v>
                </c:pt>
                <c:pt idx="6678">
                  <c:v>30.35</c:v>
                </c:pt>
                <c:pt idx="6679">
                  <c:v>30.35</c:v>
                </c:pt>
                <c:pt idx="6680">
                  <c:v>30.35</c:v>
                </c:pt>
                <c:pt idx="6681">
                  <c:v>30.35</c:v>
                </c:pt>
                <c:pt idx="6682">
                  <c:v>30.35</c:v>
                </c:pt>
                <c:pt idx="6683">
                  <c:v>30.35</c:v>
                </c:pt>
                <c:pt idx="6684">
                  <c:v>30.35</c:v>
                </c:pt>
                <c:pt idx="6685">
                  <c:v>30.35</c:v>
                </c:pt>
                <c:pt idx="6686">
                  <c:v>30.35</c:v>
                </c:pt>
                <c:pt idx="6687">
                  <c:v>30.35</c:v>
                </c:pt>
                <c:pt idx="6688">
                  <c:v>30.35</c:v>
                </c:pt>
                <c:pt idx="6689">
                  <c:v>30.35</c:v>
                </c:pt>
                <c:pt idx="6690">
                  <c:v>30.35</c:v>
                </c:pt>
                <c:pt idx="6691">
                  <c:v>30.35</c:v>
                </c:pt>
                <c:pt idx="6692">
                  <c:v>30.35</c:v>
                </c:pt>
                <c:pt idx="6693">
                  <c:v>30.35</c:v>
                </c:pt>
                <c:pt idx="6694">
                  <c:v>30.35</c:v>
                </c:pt>
                <c:pt idx="6695">
                  <c:v>30.35</c:v>
                </c:pt>
                <c:pt idx="6696">
                  <c:v>30.35</c:v>
                </c:pt>
                <c:pt idx="6697">
                  <c:v>30.35</c:v>
                </c:pt>
                <c:pt idx="6698">
                  <c:v>30.35</c:v>
                </c:pt>
                <c:pt idx="6699">
                  <c:v>30.35</c:v>
                </c:pt>
                <c:pt idx="6700">
                  <c:v>30.3</c:v>
                </c:pt>
                <c:pt idx="6701">
                  <c:v>30.3</c:v>
                </c:pt>
                <c:pt idx="6702">
                  <c:v>30.3</c:v>
                </c:pt>
                <c:pt idx="6703">
                  <c:v>30.3</c:v>
                </c:pt>
                <c:pt idx="6704">
                  <c:v>30.3</c:v>
                </c:pt>
                <c:pt idx="6705">
                  <c:v>30.3</c:v>
                </c:pt>
                <c:pt idx="6706">
                  <c:v>30.3</c:v>
                </c:pt>
                <c:pt idx="6707">
                  <c:v>30.3</c:v>
                </c:pt>
                <c:pt idx="6708">
                  <c:v>30.3</c:v>
                </c:pt>
                <c:pt idx="6709">
                  <c:v>30.3</c:v>
                </c:pt>
                <c:pt idx="6710">
                  <c:v>30.3</c:v>
                </c:pt>
                <c:pt idx="6711">
                  <c:v>30.3</c:v>
                </c:pt>
                <c:pt idx="6712">
                  <c:v>30.3</c:v>
                </c:pt>
                <c:pt idx="6713">
                  <c:v>30.3</c:v>
                </c:pt>
                <c:pt idx="6714">
                  <c:v>30.3</c:v>
                </c:pt>
                <c:pt idx="6715">
                  <c:v>30.3</c:v>
                </c:pt>
                <c:pt idx="6716">
                  <c:v>30.3</c:v>
                </c:pt>
                <c:pt idx="6717">
                  <c:v>30.3</c:v>
                </c:pt>
                <c:pt idx="6718">
                  <c:v>30.3</c:v>
                </c:pt>
                <c:pt idx="6719">
                  <c:v>30.3</c:v>
                </c:pt>
                <c:pt idx="6720">
                  <c:v>30.3</c:v>
                </c:pt>
                <c:pt idx="6721">
                  <c:v>30.3</c:v>
                </c:pt>
                <c:pt idx="6722">
                  <c:v>30.3</c:v>
                </c:pt>
                <c:pt idx="6723">
                  <c:v>30.3</c:v>
                </c:pt>
                <c:pt idx="6724">
                  <c:v>30.25</c:v>
                </c:pt>
                <c:pt idx="6725">
                  <c:v>30.25</c:v>
                </c:pt>
                <c:pt idx="6726">
                  <c:v>30.25</c:v>
                </c:pt>
                <c:pt idx="6727">
                  <c:v>30.25</c:v>
                </c:pt>
                <c:pt idx="6728">
                  <c:v>30.25</c:v>
                </c:pt>
                <c:pt idx="6729">
                  <c:v>30.25</c:v>
                </c:pt>
                <c:pt idx="6730">
                  <c:v>30.25</c:v>
                </c:pt>
                <c:pt idx="6731">
                  <c:v>30.25</c:v>
                </c:pt>
                <c:pt idx="6732">
                  <c:v>30.25</c:v>
                </c:pt>
                <c:pt idx="6733">
                  <c:v>30.25</c:v>
                </c:pt>
                <c:pt idx="6734">
                  <c:v>30.25</c:v>
                </c:pt>
                <c:pt idx="6735">
                  <c:v>30.25</c:v>
                </c:pt>
                <c:pt idx="6736">
                  <c:v>30.25</c:v>
                </c:pt>
                <c:pt idx="6737">
                  <c:v>30.25</c:v>
                </c:pt>
                <c:pt idx="6738">
                  <c:v>30.25</c:v>
                </c:pt>
                <c:pt idx="6739">
                  <c:v>30.25</c:v>
                </c:pt>
                <c:pt idx="6740">
                  <c:v>30.25</c:v>
                </c:pt>
                <c:pt idx="6741">
                  <c:v>30.25</c:v>
                </c:pt>
                <c:pt idx="6742">
                  <c:v>30.25</c:v>
                </c:pt>
                <c:pt idx="6743">
                  <c:v>30.25</c:v>
                </c:pt>
                <c:pt idx="6744">
                  <c:v>30.25</c:v>
                </c:pt>
                <c:pt idx="6745">
                  <c:v>30.25</c:v>
                </c:pt>
                <c:pt idx="6746">
                  <c:v>30.25</c:v>
                </c:pt>
                <c:pt idx="6747">
                  <c:v>30.25</c:v>
                </c:pt>
                <c:pt idx="6748">
                  <c:v>30.25</c:v>
                </c:pt>
                <c:pt idx="6749">
                  <c:v>30.2</c:v>
                </c:pt>
                <c:pt idx="6750">
                  <c:v>30.25</c:v>
                </c:pt>
                <c:pt idx="6751">
                  <c:v>30.2</c:v>
                </c:pt>
                <c:pt idx="6752">
                  <c:v>30.2</c:v>
                </c:pt>
                <c:pt idx="6753">
                  <c:v>30.2</c:v>
                </c:pt>
                <c:pt idx="6754">
                  <c:v>30.2</c:v>
                </c:pt>
                <c:pt idx="6755">
                  <c:v>30.2</c:v>
                </c:pt>
                <c:pt idx="6756">
                  <c:v>30.2</c:v>
                </c:pt>
                <c:pt idx="6757">
                  <c:v>30.2</c:v>
                </c:pt>
                <c:pt idx="6758">
                  <c:v>30.2</c:v>
                </c:pt>
                <c:pt idx="6759">
                  <c:v>30.2</c:v>
                </c:pt>
                <c:pt idx="6760">
                  <c:v>30.2</c:v>
                </c:pt>
                <c:pt idx="6761">
                  <c:v>30.2</c:v>
                </c:pt>
                <c:pt idx="6762">
                  <c:v>30.2</c:v>
                </c:pt>
                <c:pt idx="6763">
                  <c:v>30.2</c:v>
                </c:pt>
                <c:pt idx="6764">
                  <c:v>30.2</c:v>
                </c:pt>
                <c:pt idx="6765">
                  <c:v>30.2</c:v>
                </c:pt>
                <c:pt idx="6766">
                  <c:v>30.2</c:v>
                </c:pt>
                <c:pt idx="6767">
                  <c:v>30.2</c:v>
                </c:pt>
                <c:pt idx="6768">
                  <c:v>30.2</c:v>
                </c:pt>
                <c:pt idx="6769">
                  <c:v>30.2</c:v>
                </c:pt>
                <c:pt idx="6770">
                  <c:v>30.2</c:v>
                </c:pt>
                <c:pt idx="6771">
                  <c:v>30.2</c:v>
                </c:pt>
                <c:pt idx="6772">
                  <c:v>30.2</c:v>
                </c:pt>
                <c:pt idx="6773">
                  <c:v>30.2</c:v>
                </c:pt>
                <c:pt idx="6774">
                  <c:v>30.2</c:v>
                </c:pt>
                <c:pt idx="6775">
                  <c:v>30.2</c:v>
                </c:pt>
                <c:pt idx="6776">
                  <c:v>30.2</c:v>
                </c:pt>
                <c:pt idx="6777">
                  <c:v>30.2</c:v>
                </c:pt>
                <c:pt idx="6778">
                  <c:v>30.2</c:v>
                </c:pt>
                <c:pt idx="6779">
                  <c:v>30.2</c:v>
                </c:pt>
                <c:pt idx="6780">
                  <c:v>30.2</c:v>
                </c:pt>
                <c:pt idx="6781">
                  <c:v>30.2</c:v>
                </c:pt>
                <c:pt idx="6782">
                  <c:v>30.15</c:v>
                </c:pt>
                <c:pt idx="6783">
                  <c:v>30.2</c:v>
                </c:pt>
                <c:pt idx="6784">
                  <c:v>30.15</c:v>
                </c:pt>
                <c:pt idx="6785">
                  <c:v>30.15</c:v>
                </c:pt>
                <c:pt idx="6786">
                  <c:v>30.15</c:v>
                </c:pt>
                <c:pt idx="6787">
                  <c:v>30.15</c:v>
                </c:pt>
                <c:pt idx="6788">
                  <c:v>30.15</c:v>
                </c:pt>
                <c:pt idx="6789">
                  <c:v>30.15</c:v>
                </c:pt>
                <c:pt idx="6790">
                  <c:v>30.15</c:v>
                </c:pt>
                <c:pt idx="6791">
                  <c:v>30.15</c:v>
                </c:pt>
                <c:pt idx="6792">
                  <c:v>30.15</c:v>
                </c:pt>
                <c:pt idx="6793">
                  <c:v>30.15</c:v>
                </c:pt>
                <c:pt idx="6794">
                  <c:v>30.15</c:v>
                </c:pt>
                <c:pt idx="6795">
                  <c:v>30.15</c:v>
                </c:pt>
                <c:pt idx="6796">
                  <c:v>30.15</c:v>
                </c:pt>
                <c:pt idx="6797">
                  <c:v>30.15</c:v>
                </c:pt>
                <c:pt idx="6798">
                  <c:v>30.15</c:v>
                </c:pt>
                <c:pt idx="6799">
                  <c:v>30.15</c:v>
                </c:pt>
                <c:pt idx="6800">
                  <c:v>30.15</c:v>
                </c:pt>
                <c:pt idx="6801">
                  <c:v>30.15</c:v>
                </c:pt>
                <c:pt idx="6802">
                  <c:v>30.15</c:v>
                </c:pt>
                <c:pt idx="6803">
                  <c:v>30.15</c:v>
                </c:pt>
                <c:pt idx="6804">
                  <c:v>30.15</c:v>
                </c:pt>
                <c:pt idx="6805">
                  <c:v>30.15</c:v>
                </c:pt>
                <c:pt idx="6806">
                  <c:v>30.15</c:v>
                </c:pt>
                <c:pt idx="6807">
                  <c:v>30.1</c:v>
                </c:pt>
                <c:pt idx="6808">
                  <c:v>30.15</c:v>
                </c:pt>
                <c:pt idx="6809">
                  <c:v>30.15</c:v>
                </c:pt>
                <c:pt idx="6810">
                  <c:v>30.15</c:v>
                </c:pt>
                <c:pt idx="6811">
                  <c:v>30.15</c:v>
                </c:pt>
                <c:pt idx="6812">
                  <c:v>30.15</c:v>
                </c:pt>
                <c:pt idx="6813">
                  <c:v>30.1</c:v>
                </c:pt>
                <c:pt idx="6814">
                  <c:v>30.1</c:v>
                </c:pt>
                <c:pt idx="6815">
                  <c:v>30.1</c:v>
                </c:pt>
                <c:pt idx="6816">
                  <c:v>30.1</c:v>
                </c:pt>
                <c:pt idx="6817">
                  <c:v>30.1</c:v>
                </c:pt>
                <c:pt idx="6818">
                  <c:v>30.1</c:v>
                </c:pt>
                <c:pt idx="6819">
                  <c:v>30.1</c:v>
                </c:pt>
                <c:pt idx="6820">
                  <c:v>30.1</c:v>
                </c:pt>
                <c:pt idx="6821">
                  <c:v>30.1</c:v>
                </c:pt>
                <c:pt idx="6822">
                  <c:v>30.1</c:v>
                </c:pt>
                <c:pt idx="6823">
                  <c:v>30.1</c:v>
                </c:pt>
                <c:pt idx="6824">
                  <c:v>30.1</c:v>
                </c:pt>
                <c:pt idx="6825">
                  <c:v>30.1</c:v>
                </c:pt>
                <c:pt idx="6826">
                  <c:v>30.1</c:v>
                </c:pt>
                <c:pt idx="6827">
                  <c:v>30.1</c:v>
                </c:pt>
                <c:pt idx="6828">
                  <c:v>30.1</c:v>
                </c:pt>
                <c:pt idx="6829">
                  <c:v>30.1</c:v>
                </c:pt>
                <c:pt idx="6830">
                  <c:v>30.1</c:v>
                </c:pt>
                <c:pt idx="6831">
                  <c:v>30.1</c:v>
                </c:pt>
                <c:pt idx="6832">
                  <c:v>30.1</c:v>
                </c:pt>
                <c:pt idx="6833">
                  <c:v>30.1</c:v>
                </c:pt>
                <c:pt idx="6834">
                  <c:v>30.1</c:v>
                </c:pt>
                <c:pt idx="6835">
                  <c:v>30.1</c:v>
                </c:pt>
                <c:pt idx="6836">
                  <c:v>30.05</c:v>
                </c:pt>
                <c:pt idx="6837">
                  <c:v>30.05</c:v>
                </c:pt>
                <c:pt idx="6838">
                  <c:v>30.05</c:v>
                </c:pt>
                <c:pt idx="6839">
                  <c:v>30.05</c:v>
                </c:pt>
                <c:pt idx="6840">
                  <c:v>30.05</c:v>
                </c:pt>
                <c:pt idx="6841">
                  <c:v>30.05</c:v>
                </c:pt>
                <c:pt idx="6842">
                  <c:v>30.05</c:v>
                </c:pt>
                <c:pt idx="6843">
                  <c:v>30.05</c:v>
                </c:pt>
                <c:pt idx="6844">
                  <c:v>30.05</c:v>
                </c:pt>
                <c:pt idx="6845">
                  <c:v>30.05</c:v>
                </c:pt>
                <c:pt idx="6846">
                  <c:v>30.05</c:v>
                </c:pt>
                <c:pt idx="6847">
                  <c:v>30.05</c:v>
                </c:pt>
                <c:pt idx="6848">
                  <c:v>30.05</c:v>
                </c:pt>
                <c:pt idx="6849">
                  <c:v>30.05</c:v>
                </c:pt>
                <c:pt idx="6850">
                  <c:v>30.05</c:v>
                </c:pt>
                <c:pt idx="6851">
                  <c:v>30.05</c:v>
                </c:pt>
                <c:pt idx="6852">
                  <c:v>30.05</c:v>
                </c:pt>
                <c:pt idx="6853">
                  <c:v>30.05</c:v>
                </c:pt>
                <c:pt idx="6854">
                  <c:v>30.05</c:v>
                </c:pt>
                <c:pt idx="6855">
                  <c:v>30.05</c:v>
                </c:pt>
                <c:pt idx="6856">
                  <c:v>30.05</c:v>
                </c:pt>
                <c:pt idx="6857">
                  <c:v>30.05</c:v>
                </c:pt>
                <c:pt idx="6858">
                  <c:v>30.05</c:v>
                </c:pt>
                <c:pt idx="6859">
                  <c:v>30.05</c:v>
                </c:pt>
                <c:pt idx="6860">
                  <c:v>30.05</c:v>
                </c:pt>
                <c:pt idx="6861">
                  <c:v>30.05</c:v>
                </c:pt>
                <c:pt idx="6862">
                  <c:v>30.05</c:v>
                </c:pt>
                <c:pt idx="6863">
                  <c:v>30.05</c:v>
                </c:pt>
                <c:pt idx="6864">
                  <c:v>30.05</c:v>
                </c:pt>
                <c:pt idx="6865">
                  <c:v>30.05</c:v>
                </c:pt>
                <c:pt idx="6866">
                  <c:v>30.05</c:v>
                </c:pt>
                <c:pt idx="6867">
                  <c:v>30</c:v>
                </c:pt>
                <c:pt idx="6868">
                  <c:v>30</c:v>
                </c:pt>
                <c:pt idx="6869">
                  <c:v>30</c:v>
                </c:pt>
                <c:pt idx="6870">
                  <c:v>30</c:v>
                </c:pt>
                <c:pt idx="6871">
                  <c:v>30</c:v>
                </c:pt>
                <c:pt idx="6872">
                  <c:v>30</c:v>
                </c:pt>
                <c:pt idx="6873">
                  <c:v>30</c:v>
                </c:pt>
                <c:pt idx="6874">
                  <c:v>30</c:v>
                </c:pt>
                <c:pt idx="6875">
                  <c:v>30</c:v>
                </c:pt>
                <c:pt idx="6876">
                  <c:v>30</c:v>
                </c:pt>
                <c:pt idx="6877">
                  <c:v>30</c:v>
                </c:pt>
                <c:pt idx="6878">
                  <c:v>30</c:v>
                </c:pt>
                <c:pt idx="6879">
                  <c:v>30</c:v>
                </c:pt>
                <c:pt idx="6880">
                  <c:v>30</c:v>
                </c:pt>
                <c:pt idx="6881">
                  <c:v>30</c:v>
                </c:pt>
                <c:pt idx="6882">
                  <c:v>30</c:v>
                </c:pt>
                <c:pt idx="6883">
                  <c:v>30</c:v>
                </c:pt>
                <c:pt idx="6884">
                  <c:v>30</c:v>
                </c:pt>
                <c:pt idx="6885">
                  <c:v>30</c:v>
                </c:pt>
                <c:pt idx="6886">
                  <c:v>30</c:v>
                </c:pt>
                <c:pt idx="6887">
                  <c:v>30</c:v>
                </c:pt>
                <c:pt idx="6888">
                  <c:v>30</c:v>
                </c:pt>
                <c:pt idx="6889">
                  <c:v>30</c:v>
                </c:pt>
                <c:pt idx="6890">
                  <c:v>30</c:v>
                </c:pt>
                <c:pt idx="6891">
                  <c:v>30</c:v>
                </c:pt>
                <c:pt idx="6892">
                  <c:v>30</c:v>
                </c:pt>
                <c:pt idx="6893">
                  <c:v>30</c:v>
                </c:pt>
                <c:pt idx="6894">
                  <c:v>30</c:v>
                </c:pt>
                <c:pt idx="6895">
                  <c:v>30</c:v>
                </c:pt>
                <c:pt idx="6896">
                  <c:v>30</c:v>
                </c:pt>
                <c:pt idx="6897">
                  <c:v>30</c:v>
                </c:pt>
                <c:pt idx="6898">
                  <c:v>30</c:v>
                </c:pt>
                <c:pt idx="6899">
                  <c:v>30</c:v>
                </c:pt>
                <c:pt idx="6900">
                  <c:v>30</c:v>
                </c:pt>
                <c:pt idx="6901">
                  <c:v>30</c:v>
                </c:pt>
                <c:pt idx="6902">
                  <c:v>30</c:v>
                </c:pt>
                <c:pt idx="6903">
                  <c:v>30</c:v>
                </c:pt>
                <c:pt idx="6904">
                  <c:v>30</c:v>
                </c:pt>
                <c:pt idx="6905">
                  <c:v>30</c:v>
                </c:pt>
                <c:pt idx="6906">
                  <c:v>30</c:v>
                </c:pt>
                <c:pt idx="6907">
                  <c:v>30</c:v>
                </c:pt>
                <c:pt idx="6908">
                  <c:v>29.95</c:v>
                </c:pt>
                <c:pt idx="6909">
                  <c:v>29.95</c:v>
                </c:pt>
                <c:pt idx="6910">
                  <c:v>29.95</c:v>
                </c:pt>
                <c:pt idx="6911">
                  <c:v>29.95</c:v>
                </c:pt>
                <c:pt idx="6912">
                  <c:v>29.95</c:v>
                </c:pt>
                <c:pt idx="6913">
                  <c:v>29.95</c:v>
                </c:pt>
                <c:pt idx="6914">
                  <c:v>29.95</c:v>
                </c:pt>
                <c:pt idx="6915">
                  <c:v>29.95</c:v>
                </c:pt>
                <c:pt idx="6916">
                  <c:v>29.95</c:v>
                </c:pt>
                <c:pt idx="6917">
                  <c:v>29.95</c:v>
                </c:pt>
                <c:pt idx="6918">
                  <c:v>29.95</c:v>
                </c:pt>
                <c:pt idx="6919">
                  <c:v>29.95</c:v>
                </c:pt>
                <c:pt idx="6920">
                  <c:v>29.95</c:v>
                </c:pt>
                <c:pt idx="6921">
                  <c:v>29.95</c:v>
                </c:pt>
                <c:pt idx="6922">
                  <c:v>29.95</c:v>
                </c:pt>
                <c:pt idx="6923">
                  <c:v>29.95</c:v>
                </c:pt>
                <c:pt idx="6924">
                  <c:v>29.95</c:v>
                </c:pt>
                <c:pt idx="6925">
                  <c:v>29.95</c:v>
                </c:pt>
                <c:pt idx="6926">
                  <c:v>29.95</c:v>
                </c:pt>
                <c:pt idx="6927">
                  <c:v>29.95</c:v>
                </c:pt>
                <c:pt idx="6928">
                  <c:v>29.95</c:v>
                </c:pt>
                <c:pt idx="6929">
                  <c:v>29.95</c:v>
                </c:pt>
                <c:pt idx="6930">
                  <c:v>29.95</c:v>
                </c:pt>
                <c:pt idx="6931">
                  <c:v>29.95</c:v>
                </c:pt>
                <c:pt idx="6932">
                  <c:v>29.95</c:v>
                </c:pt>
                <c:pt idx="6933">
                  <c:v>29.95</c:v>
                </c:pt>
                <c:pt idx="6934">
                  <c:v>29.95</c:v>
                </c:pt>
                <c:pt idx="6935">
                  <c:v>29.95</c:v>
                </c:pt>
                <c:pt idx="6936">
                  <c:v>29.95</c:v>
                </c:pt>
                <c:pt idx="6937">
                  <c:v>29.95</c:v>
                </c:pt>
                <c:pt idx="6938">
                  <c:v>29.95</c:v>
                </c:pt>
                <c:pt idx="6939">
                  <c:v>29.95</c:v>
                </c:pt>
                <c:pt idx="6940">
                  <c:v>29.95</c:v>
                </c:pt>
                <c:pt idx="6941">
                  <c:v>29.95</c:v>
                </c:pt>
                <c:pt idx="6942">
                  <c:v>29.95</c:v>
                </c:pt>
                <c:pt idx="6943">
                  <c:v>29.95</c:v>
                </c:pt>
                <c:pt idx="6944">
                  <c:v>29.95</c:v>
                </c:pt>
                <c:pt idx="6945">
                  <c:v>29.95</c:v>
                </c:pt>
                <c:pt idx="6946">
                  <c:v>29.95</c:v>
                </c:pt>
                <c:pt idx="6947">
                  <c:v>29.95</c:v>
                </c:pt>
                <c:pt idx="6948">
                  <c:v>29.95</c:v>
                </c:pt>
                <c:pt idx="6949">
                  <c:v>29.95</c:v>
                </c:pt>
                <c:pt idx="6950">
                  <c:v>29.95</c:v>
                </c:pt>
                <c:pt idx="6951">
                  <c:v>29.9</c:v>
                </c:pt>
                <c:pt idx="6952">
                  <c:v>29.9</c:v>
                </c:pt>
                <c:pt idx="6953">
                  <c:v>29.9</c:v>
                </c:pt>
                <c:pt idx="6954">
                  <c:v>29.9</c:v>
                </c:pt>
                <c:pt idx="6955">
                  <c:v>29.9</c:v>
                </c:pt>
                <c:pt idx="6956">
                  <c:v>29.9</c:v>
                </c:pt>
                <c:pt idx="6957">
                  <c:v>29.9</c:v>
                </c:pt>
                <c:pt idx="6958">
                  <c:v>29.9</c:v>
                </c:pt>
                <c:pt idx="6959">
                  <c:v>29.9</c:v>
                </c:pt>
                <c:pt idx="6960">
                  <c:v>29.9</c:v>
                </c:pt>
                <c:pt idx="6961">
                  <c:v>29.9</c:v>
                </c:pt>
                <c:pt idx="6962">
                  <c:v>29.9</c:v>
                </c:pt>
                <c:pt idx="6963">
                  <c:v>29.9</c:v>
                </c:pt>
                <c:pt idx="6964">
                  <c:v>29.9</c:v>
                </c:pt>
                <c:pt idx="6965">
                  <c:v>29.9</c:v>
                </c:pt>
                <c:pt idx="6966">
                  <c:v>29.9</c:v>
                </c:pt>
                <c:pt idx="6967">
                  <c:v>29.9</c:v>
                </c:pt>
                <c:pt idx="6968">
                  <c:v>29.9</c:v>
                </c:pt>
                <c:pt idx="6969">
                  <c:v>29.9</c:v>
                </c:pt>
                <c:pt idx="6970">
                  <c:v>29.9</c:v>
                </c:pt>
                <c:pt idx="6971">
                  <c:v>29.9</c:v>
                </c:pt>
                <c:pt idx="6972">
                  <c:v>29.9</c:v>
                </c:pt>
                <c:pt idx="6973">
                  <c:v>29.9</c:v>
                </c:pt>
                <c:pt idx="6974">
                  <c:v>29.9</c:v>
                </c:pt>
                <c:pt idx="6975">
                  <c:v>29.9</c:v>
                </c:pt>
                <c:pt idx="6976">
                  <c:v>29.9</c:v>
                </c:pt>
                <c:pt idx="6977">
                  <c:v>29.9</c:v>
                </c:pt>
                <c:pt idx="6978">
                  <c:v>29.9</c:v>
                </c:pt>
                <c:pt idx="6979">
                  <c:v>29.9</c:v>
                </c:pt>
                <c:pt idx="6980">
                  <c:v>29.9</c:v>
                </c:pt>
                <c:pt idx="6981">
                  <c:v>29.9</c:v>
                </c:pt>
                <c:pt idx="6982">
                  <c:v>29.9</c:v>
                </c:pt>
                <c:pt idx="6983">
                  <c:v>29.9</c:v>
                </c:pt>
                <c:pt idx="6984">
                  <c:v>29.9</c:v>
                </c:pt>
                <c:pt idx="6985">
                  <c:v>29.9</c:v>
                </c:pt>
                <c:pt idx="6986">
                  <c:v>29.85</c:v>
                </c:pt>
                <c:pt idx="6987">
                  <c:v>29.85</c:v>
                </c:pt>
                <c:pt idx="6988">
                  <c:v>29.85</c:v>
                </c:pt>
                <c:pt idx="6989">
                  <c:v>29.85</c:v>
                </c:pt>
                <c:pt idx="6990">
                  <c:v>29.85</c:v>
                </c:pt>
                <c:pt idx="6991">
                  <c:v>29.85</c:v>
                </c:pt>
                <c:pt idx="6992">
                  <c:v>29.85</c:v>
                </c:pt>
                <c:pt idx="6993">
                  <c:v>29.85</c:v>
                </c:pt>
                <c:pt idx="6994">
                  <c:v>29.85</c:v>
                </c:pt>
                <c:pt idx="6995">
                  <c:v>29.85</c:v>
                </c:pt>
                <c:pt idx="6996">
                  <c:v>29.85</c:v>
                </c:pt>
                <c:pt idx="6997">
                  <c:v>29.85</c:v>
                </c:pt>
                <c:pt idx="6998">
                  <c:v>29.85</c:v>
                </c:pt>
                <c:pt idx="6999">
                  <c:v>29.85</c:v>
                </c:pt>
                <c:pt idx="7000">
                  <c:v>29.85</c:v>
                </c:pt>
                <c:pt idx="7001">
                  <c:v>29.85</c:v>
                </c:pt>
                <c:pt idx="7002">
                  <c:v>29.85</c:v>
                </c:pt>
                <c:pt idx="7003">
                  <c:v>29.85</c:v>
                </c:pt>
                <c:pt idx="7004">
                  <c:v>29.85</c:v>
                </c:pt>
                <c:pt idx="7005">
                  <c:v>29.85</c:v>
                </c:pt>
                <c:pt idx="7006">
                  <c:v>29.85</c:v>
                </c:pt>
                <c:pt idx="7007">
                  <c:v>29.85</c:v>
                </c:pt>
                <c:pt idx="7008">
                  <c:v>29.85</c:v>
                </c:pt>
                <c:pt idx="7009">
                  <c:v>29.85</c:v>
                </c:pt>
                <c:pt idx="7010">
                  <c:v>29.85</c:v>
                </c:pt>
                <c:pt idx="7011">
                  <c:v>29.85</c:v>
                </c:pt>
                <c:pt idx="7012">
                  <c:v>29.85</c:v>
                </c:pt>
                <c:pt idx="7013">
                  <c:v>29.85</c:v>
                </c:pt>
                <c:pt idx="7014">
                  <c:v>29.85</c:v>
                </c:pt>
                <c:pt idx="7015">
                  <c:v>29.85</c:v>
                </c:pt>
                <c:pt idx="7016">
                  <c:v>29.85</c:v>
                </c:pt>
                <c:pt idx="7017">
                  <c:v>29.8</c:v>
                </c:pt>
                <c:pt idx="7018">
                  <c:v>29.8</c:v>
                </c:pt>
                <c:pt idx="7019">
                  <c:v>29.8</c:v>
                </c:pt>
                <c:pt idx="7020">
                  <c:v>29.8</c:v>
                </c:pt>
                <c:pt idx="7021">
                  <c:v>29.8</c:v>
                </c:pt>
                <c:pt idx="7022">
                  <c:v>29.8</c:v>
                </c:pt>
                <c:pt idx="7023">
                  <c:v>29.8</c:v>
                </c:pt>
                <c:pt idx="7024">
                  <c:v>29.8</c:v>
                </c:pt>
                <c:pt idx="7025">
                  <c:v>29.8</c:v>
                </c:pt>
                <c:pt idx="7026">
                  <c:v>29.8</c:v>
                </c:pt>
                <c:pt idx="7027">
                  <c:v>29.8</c:v>
                </c:pt>
                <c:pt idx="7028">
                  <c:v>29.8</c:v>
                </c:pt>
                <c:pt idx="7029">
                  <c:v>29.8</c:v>
                </c:pt>
                <c:pt idx="7030">
                  <c:v>29.8</c:v>
                </c:pt>
                <c:pt idx="7031">
                  <c:v>29.8</c:v>
                </c:pt>
                <c:pt idx="7032">
                  <c:v>29.8</c:v>
                </c:pt>
                <c:pt idx="7033">
                  <c:v>29.8</c:v>
                </c:pt>
                <c:pt idx="7034">
                  <c:v>29.8</c:v>
                </c:pt>
                <c:pt idx="7035">
                  <c:v>29.8</c:v>
                </c:pt>
                <c:pt idx="7036">
                  <c:v>29.8</c:v>
                </c:pt>
                <c:pt idx="7037">
                  <c:v>29.8</c:v>
                </c:pt>
                <c:pt idx="7038">
                  <c:v>29.8</c:v>
                </c:pt>
                <c:pt idx="7039">
                  <c:v>29.8</c:v>
                </c:pt>
                <c:pt idx="7040">
                  <c:v>29.8</c:v>
                </c:pt>
                <c:pt idx="7041">
                  <c:v>29.8</c:v>
                </c:pt>
                <c:pt idx="7042">
                  <c:v>29.8</c:v>
                </c:pt>
                <c:pt idx="7043">
                  <c:v>29.8</c:v>
                </c:pt>
                <c:pt idx="7044">
                  <c:v>29.8</c:v>
                </c:pt>
                <c:pt idx="7045">
                  <c:v>29.8</c:v>
                </c:pt>
                <c:pt idx="7046">
                  <c:v>29.75</c:v>
                </c:pt>
                <c:pt idx="7047">
                  <c:v>29.8</c:v>
                </c:pt>
                <c:pt idx="7048">
                  <c:v>29.75</c:v>
                </c:pt>
                <c:pt idx="7049">
                  <c:v>29.8</c:v>
                </c:pt>
                <c:pt idx="7050">
                  <c:v>29.8</c:v>
                </c:pt>
                <c:pt idx="7051">
                  <c:v>29.75</c:v>
                </c:pt>
                <c:pt idx="7052">
                  <c:v>29.75</c:v>
                </c:pt>
                <c:pt idx="7053">
                  <c:v>29.75</c:v>
                </c:pt>
                <c:pt idx="7054">
                  <c:v>29.75</c:v>
                </c:pt>
                <c:pt idx="7055">
                  <c:v>29.75</c:v>
                </c:pt>
                <c:pt idx="7056">
                  <c:v>29.75</c:v>
                </c:pt>
                <c:pt idx="7057">
                  <c:v>29.75</c:v>
                </c:pt>
                <c:pt idx="7058">
                  <c:v>29.75</c:v>
                </c:pt>
                <c:pt idx="7059">
                  <c:v>29.75</c:v>
                </c:pt>
                <c:pt idx="7060">
                  <c:v>29.75</c:v>
                </c:pt>
                <c:pt idx="7061">
                  <c:v>29.75</c:v>
                </c:pt>
                <c:pt idx="7062">
                  <c:v>29.75</c:v>
                </c:pt>
                <c:pt idx="7063">
                  <c:v>29.75</c:v>
                </c:pt>
                <c:pt idx="7064">
                  <c:v>29.75</c:v>
                </c:pt>
                <c:pt idx="7065">
                  <c:v>29.75</c:v>
                </c:pt>
                <c:pt idx="7066">
                  <c:v>29.75</c:v>
                </c:pt>
                <c:pt idx="7067">
                  <c:v>29.75</c:v>
                </c:pt>
                <c:pt idx="7068">
                  <c:v>29.75</c:v>
                </c:pt>
                <c:pt idx="7069">
                  <c:v>29.75</c:v>
                </c:pt>
                <c:pt idx="7070">
                  <c:v>29.75</c:v>
                </c:pt>
                <c:pt idx="7071">
                  <c:v>29.75</c:v>
                </c:pt>
                <c:pt idx="7072">
                  <c:v>29.75</c:v>
                </c:pt>
                <c:pt idx="7073">
                  <c:v>29.75</c:v>
                </c:pt>
                <c:pt idx="7074">
                  <c:v>29.75</c:v>
                </c:pt>
                <c:pt idx="7075">
                  <c:v>29.75</c:v>
                </c:pt>
                <c:pt idx="7076">
                  <c:v>29.7</c:v>
                </c:pt>
                <c:pt idx="7077">
                  <c:v>29.7</c:v>
                </c:pt>
                <c:pt idx="7078">
                  <c:v>29.7</c:v>
                </c:pt>
                <c:pt idx="7079">
                  <c:v>29.7</c:v>
                </c:pt>
                <c:pt idx="7080">
                  <c:v>29.7</c:v>
                </c:pt>
                <c:pt idx="7081">
                  <c:v>29.7</c:v>
                </c:pt>
                <c:pt idx="7082">
                  <c:v>29.7</c:v>
                </c:pt>
                <c:pt idx="7083">
                  <c:v>29.7</c:v>
                </c:pt>
                <c:pt idx="7084">
                  <c:v>29.7</c:v>
                </c:pt>
                <c:pt idx="7085">
                  <c:v>29.7</c:v>
                </c:pt>
                <c:pt idx="7086">
                  <c:v>29.7</c:v>
                </c:pt>
                <c:pt idx="7087">
                  <c:v>29.7</c:v>
                </c:pt>
                <c:pt idx="7088">
                  <c:v>29.7</c:v>
                </c:pt>
                <c:pt idx="7089">
                  <c:v>29.7</c:v>
                </c:pt>
                <c:pt idx="7090">
                  <c:v>29.7</c:v>
                </c:pt>
                <c:pt idx="7091">
                  <c:v>29.7</c:v>
                </c:pt>
                <c:pt idx="7092">
                  <c:v>29.7</c:v>
                </c:pt>
                <c:pt idx="7093">
                  <c:v>29.7</c:v>
                </c:pt>
                <c:pt idx="7094">
                  <c:v>29.7</c:v>
                </c:pt>
                <c:pt idx="7095">
                  <c:v>29.7</c:v>
                </c:pt>
                <c:pt idx="7096">
                  <c:v>29.7</c:v>
                </c:pt>
                <c:pt idx="7097">
                  <c:v>29.7</c:v>
                </c:pt>
                <c:pt idx="7098">
                  <c:v>29.7</c:v>
                </c:pt>
                <c:pt idx="7099">
                  <c:v>29.7</c:v>
                </c:pt>
                <c:pt idx="7100">
                  <c:v>29.7</c:v>
                </c:pt>
                <c:pt idx="7101">
                  <c:v>29.7</c:v>
                </c:pt>
                <c:pt idx="7102">
                  <c:v>29.7</c:v>
                </c:pt>
                <c:pt idx="7103">
                  <c:v>29.7</c:v>
                </c:pt>
                <c:pt idx="7104">
                  <c:v>29.7</c:v>
                </c:pt>
                <c:pt idx="7105">
                  <c:v>29.7</c:v>
                </c:pt>
                <c:pt idx="7106">
                  <c:v>29.7</c:v>
                </c:pt>
                <c:pt idx="7107">
                  <c:v>29.7</c:v>
                </c:pt>
                <c:pt idx="7108">
                  <c:v>29.7</c:v>
                </c:pt>
                <c:pt idx="7109">
                  <c:v>29.7</c:v>
                </c:pt>
                <c:pt idx="7110">
                  <c:v>29.7</c:v>
                </c:pt>
                <c:pt idx="7111">
                  <c:v>29.7</c:v>
                </c:pt>
                <c:pt idx="7112">
                  <c:v>29.65</c:v>
                </c:pt>
                <c:pt idx="7113">
                  <c:v>29.7</c:v>
                </c:pt>
                <c:pt idx="7114">
                  <c:v>29.65</c:v>
                </c:pt>
                <c:pt idx="7115">
                  <c:v>29.65</c:v>
                </c:pt>
                <c:pt idx="7116">
                  <c:v>29.65</c:v>
                </c:pt>
                <c:pt idx="7117">
                  <c:v>29.65</c:v>
                </c:pt>
                <c:pt idx="7118">
                  <c:v>29.65</c:v>
                </c:pt>
                <c:pt idx="7119">
                  <c:v>29.65</c:v>
                </c:pt>
                <c:pt idx="7120">
                  <c:v>29.65</c:v>
                </c:pt>
                <c:pt idx="7121">
                  <c:v>29.65</c:v>
                </c:pt>
                <c:pt idx="7122">
                  <c:v>29.65</c:v>
                </c:pt>
                <c:pt idx="7123">
                  <c:v>29.65</c:v>
                </c:pt>
                <c:pt idx="7124">
                  <c:v>29.65</c:v>
                </c:pt>
                <c:pt idx="7125">
                  <c:v>29.65</c:v>
                </c:pt>
                <c:pt idx="7126">
                  <c:v>29.65</c:v>
                </c:pt>
                <c:pt idx="7127">
                  <c:v>29.65</c:v>
                </c:pt>
                <c:pt idx="7128">
                  <c:v>29.65</c:v>
                </c:pt>
                <c:pt idx="7129">
                  <c:v>29.65</c:v>
                </c:pt>
                <c:pt idx="7130">
                  <c:v>29.65</c:v>
                </c:pt>
                <c:pt idx="7131">
                  <c:v>29.65</c:v>
                </c:pt>
                <c:pt idx="7132">
                  <c:v>29.65</c:v>
                </c:pt>
                <c:pt idx="7133">
                  <c:v>29.65</c:v>
                </c:pt>
                <c:pt idx="7134">
                  <c:v>29.65</c:v>
                </c:pt>
                <c:pt idx="7135">
                  <c:v>29.65</c:v>
                </c:pt>
                <c:pt idx="7136">
                  <c:v>29.65</c:v>
                </c:pt>
                <c:pt idx="7137">
                  <c:v>29.65</c:v>
                </c:pt>
                <c:pt idx="7138">
                  <c:v>29.65</c:v>
                </c:pt>
                <c:pt idx="7139">
                  <c:v>29.6</c:v>
                </c:pt>
                <c:pt idx="7140">
                  <c:v>29.6</c:v>
                </c:pt>
                <c:pt idx="7141">
                  <c:v>29.65</c:v>
                </c:pt>
                <c:pt idx="7142">
                  <c:v>29.6</c:v>
                </c:pt>
                <c:pt idx="7143">
                  <c:v>29.65</c:v>
                </c:pt>
                <c:pt idx="7144">
                  <c:v>29.6</c:v>
                </c:pt>
                <c:pt idx="7145">
                  <c:v>29.6</c:v>
                </c:pt>
                <c:pt idx="7146">
                  <c:v>29.6</c:v>
                </c:pt>
                <c:pt idx="7147">
                  <c:v>29.6</c:v>
                </c:pt>
                <c:pt idx="7148">
                  <c:v>29.6</c:v>
                </c:pt>
                <c:pt idx="7149">
                  <c:v>29.6</c:v>
                </c:pt>
                <c:pt idx="7150">
                  <c:v>29.6</c:v>
                </c:pt>
                <c:pt idx="7151">
                  <c:v>29.6</c:v>
                </c:pt>
                <c:pt idx="7152">
                  <c:v>29.6</c:v>
                </c:pt>
                <c:pt idx="7153">
                  <c:v>29.6</c:v>
                </c:pt>
                <c:pt idx="7154">
                  <c:v>29.6</c:v>
                </c:pt>
                <c:pt idx="7155">
                  <c:v>29.6</c:v>
                </c:pt>
                <c:pt idx="7156">
                  <c:v>29.6</c:v>
                </c:pt>
                <c:pt idx="7157">
                  <c:v>29.6</c:v>
                </c:pt>
                <c:pt idx="7158">
                  <c:v>29.6</c:v>
                </c:pt>
                <c:pt idx="7159">
                  <c:v>29.6</c:v>
                </c:pt>
                <c:pt idx="7160">
                  <c:v>29.6</c:v>
                </c:pt>
                <c:pt idx="7161">
                  <c:v>29.6</c:v>
                </c:pt>
                <c:pt idx="7162">
                  <c:v>29.6</c:v>
                </c:pt>
                <c:pt idx="7163">
                  <c:v>29.6</c:v>
                </c:pt>
                <c:pt idx="7164">
                  <c:v>29.6</c:v>
                </c:pt>
                <c:pt idx="7165">
                  <c:v>29.6</c:v>
                </c:pt>
                <c:pt idx="7166">
                  <c:v>29.6</c:v>
                </c:pt>
                <c:pt idx="7167">
                  <c:v>29.6</c:v>
                </c:pt>
                <c:pt idx="7168">
                  <c:v>29.6</c:v>
                </c:pt>
                <c:pt idx="7169">
                  <c:v>29.6</c:v>
                </c:pt>
                <c:pt idx="7170">
                  <c:v>29.6</c:v>
                </c:pt>
                <c:pt idx="7171">
                  <c:v>29.6</c:v>
                </c:pt>
                <c:pt idx="7172">
                  <c:v>29.6</c:v>
                </c:pt>
                <c:pt idx="7173">
                  <c:v>29.6</c:v>
                </c:pt>
                <c:pt idx="7174">
                  <c:v>29.6</c:v>
                </c:pt>
                <c:pt idx="7175">
                  <c:v>29.55</c:v>
                </c:pt>
                <c:pt idx="7176">
                  <c:v>29.6</c:v>
                </c:pt>
                <c:pt idx="7177">
                  <c:v>29.6</c:v>
                </c:pt>
                <c:pt idx="7178">
                  <c:v>29.55</c:v>
                </c:pt>
                <c:pt idx="7179">
                  <c:v>29.55</c:v>
                </c:pt>
                <c:pt idx="7180">
                  <c:v>29.55</c:v>
                </c:pt>
                <c:pt idx="7181">
                  <c:v>29.55</c:v>
                </c:pt>
                <c:pt idx="7182">
                  <c:v>29.55</c:v>
                </c:pt>
                <c:pt idx="7183">
                  <c:v>29.55</c:v>
                </c:pt>
                <c:pt idx="7184">
                  <c:v>29.55</c:v>
                </c:pt>
                <c:pt idx="7185">
                  <c:v>29.55</c:v>
                </c:pt>
                <c:pt idx="7186">
                  <c:v>29.55</c:v>
                </c:pt>
                <c:pt idx="7187">
                  <c:v>29.55</c:v>
                </c:pt>
                <c:pt idx="7188">
                  <c:v>29.55</c:v>
                </c:pt>
                <c:pt idx="7189">
                  <c:v>29.55</c:v>
                </c:pt>
                <c:pt idx="7190">
                  <c:v>29.55</c:v>
                </c:pt>
                <c:pt idx="7191">
                  <c:v>29.55</c:v>
                </c:pt>
                <c:pt idx="7192">
                  <c:v>29.55</c:v>
                </c:pt>
                <c:pt idx="7193">
                  <c:v>29.55</c:v>
                </c:pt>
                <c:pt idx="7194">
                  <c:v>29.55</c:v>
                </c:pt>
                <c:pt idx="7195">
                  <c:v>29.55</c:v>
                </c:pt>
                <c:pt idx="7196">
                  <c:v>29.55</c:v>
                </c:pt>
                <c:pt idx="7197">
                  <c:v>29.55</c:v>
                </c:pt>
                <c:pt idx="7198">
                  <c:v>29.55</c:v>
                </c:pt>
                <c:pt idx="7199">
                  <c:v>29.55</c:v>
                </c:pt>
                <c:pt idx="7200">
                  <c:v>29.55</c:v>
                </c:pt>
                <c:pt idx="7201">
                  <c:v>29.55</c:v>
                </c:pt>
                <c:pt idx="7202">
                  <c:v>29.55</c:v>
                </c:pt>
                <c:pt idx="7203">
                  <c:v>29.55</c:v>
                </c:pt>
                <c:pt idx="7204">
                  <c:v>29.55</c:v>
                </c:pt>
                <c:pt idx="7205">
                  <c:v>29.55</c:v>
                </c:pt>
                <c:pt idx="7206">
                  <c:v>29.55</c:v>
                </c:pt>
                <c:pt idx="7207">
                  <c:v>29.55</c:v>
                </c:pt>
                <c:pt idx="7208">
                  <c:v>29.5</c:v>
                </c:pt>
                <c:pt idx="7209">
                  <c:v>29.55</c:v>
                </c:pt>
                <c:pt idx="7210">
                  <c:v>29.5</c:v>
                </c:pt>
                <c:pt idx="7211">
                  <c:v>29.5</c:v>
                </c:pt>
                <c:pt idx="7212">
                  <c:v>29.5</c:v>
                </c:pt>
                <c:pt idx="7213">
                  <c:v>29.5</c:v>
                </c:pt>
                <c:pt idx="7214">
                  <c:v>29.5</c:v>
                </c:pt>
                <c:pt idx="7215">
                  <c:v>29.5</c:v>
                </c:pt>
                <c:pt idx="7216">
                  <c:v>29.5</c:v>
                </c:pt>
                <c:pt idx="7217">
                  <c:v>29.5</c:v>
                </c:pt>
                <c:pt idx="7218">
                  <c:v>29.5</c:v>
                </c:pt>
                <c:pt idx="7219">
                  <c:v>29.5</c:v>
                </c:pt>
                <c:pt idx="7220">
                  <c:v>29.5</c:v>
                </c:pt>
                <c:pt idx="7221">
                  <c:v>29.5</c:v>
                </c:pt>
                <c:pt idx="7222">
                  <c:v>29.5</c:v>
                </c:pt>
                <c:pt idx="7223">
                  <c:v>29.5</c:v>
                </c:pt>
                <c:pt idx="7224">
                  <c:v>29.5</c:v>
                </c:pt>
                <c:pt idx="7225">
                  <c:v>29.5</c:v>
                </c:pt>
                <c:pt idx="7226">
                  <c:v>29.5</c:v>
                </c:pt>
                <c:pt idx="7227">
                  <c:v>29.5</c:v>
                </c:pt>
                <c:pt idx="7228">
                  <c:v>29.5</c:v>
                </c:pt>
                <c:pt idx="7229">
                  <c:v>29.5</c:v>
                </c:pt>
                <c:pt idx="7230">
                  <c:v>29.5</c:v>
                </c:pt>
                <c:pt idx="7231">
                  <c:v>29.5</c:v>
                </c:pt>
                <c:pt idx="7232">
                  <c:v>29.5</c:v>
                </c:pt>
                <c:pt idx="7233">
                  <c:v>29.5</c:v>
                </c:pt>
                <c:pt idx="7234">
                  <c:v>29.5</c:v>
                </c:pt>
                <c:pt idx="7235">
                  <c:v>29.5</c:v>
                </c:pt>
                <c:pt idx="7236">
                  <c:v>29.5</c:v>
                </c:pt>
                <c:pt idx="7237">
                  <c:v>29.5</c:v>
                </c:pt>
                <c:pt idx="7238">
                  <c:v>29.45</c:v>
                </c:pt>
                <c:pt idx="7239">
                  <c:v>29.45</c:v>
                </c:pt>
                <c:pt idx="7240">
                  <c:v>29.45</c:v>
                </c:pt>
                <c:pt idx="7241">
                  <c:v>29.45</c:v>
                </c:pt>
                <c:pt idx="7242">
                  <c:v>29.45</c:v>
                </c:pt>
                <c:pt idx="7243">
                  <c:v>29.45</c:v>
                </c:pt>
                <c:pt idx="7244">
                  <c:v>29.45</c:v>
                </c:pt>
                <c:pt idx="7245">
                  <c:v>29.45</c:v>
                </c:pt>
                <c:pt idx="7246">
                  <c:v>29.45</c:v>
                </c:pt>
                <c:pt idx="7247">
                  <c:v>29.45</c:v>
                </c:pt>
                <c:pt idx="7248">
                  <c:v>29.45</c:v>
                </c:pt>
                <c:pt idx="7249">
                  <c:v>29.45</c:v>
                </c:pt>
                <c:pt idx="7250">
                  <c:v>29.45</c:v>
                </c:pt>
                <c:pt idx="7251">
                  <c:v>29.45</c:v>
                </c:pt>
                <c:pt idx="7252">
                  <c:v>29.45</c:v>
                </c:pt>
                <c:pt idx="7253">
                  <c:v>29.45</c:v>
                </c:pt>
                <c:pt idx="7254">
                  <c:v>29.45</c:v>
                </c:pt>
                <c:pt idx="7255">
                  <c:v>29.45</c:v>
                </c:pt>
                <c:pt idx="7256">
                  <c:v>29.45</c:v>
                </c:pt>
                <c:pt idx="7257">
                  <c:v>29.45</c:v>
                </c:pt>
                <c:pt idx="7258">
                  <c:v>29.45</c:v>
                </c:pt>
                <c:pt idx="7259">
                  <c:v>29.45</c:v>
                </c:pt>
                <c:pt idx="7260">
                  <c:v>29.45</c:v>
                </c:pt>
                <c:pt idx="7261">
                  <c:v>29.45</c:v>
                </c:pt>
                <c:pt idx="7262">
                  <c:v>29.45</c:v>
                </c:pt>
                <c:pt idx="7263">
                  <c:v>29.45</c:v>
                </c:pt>
                <c:pt idx="7264">
                  <c:v>29.45</c:v>
                </c:pt>
                <c:pt idx="7265">
                  <c:v>29.45</c:v>
                </c:pt>
                <c:pt idx="7266">
                  <c:v>29.45</c:v>
                </c:pt>
                <c:pt idx="7267">
                  <c:v>29.45</c:v>
                </c:pt>
                <c:pt idx="7268">
                  <c:v>29.45</c:v>
                </c:pt>
                <c:pt idx="7269">
                  <c:v>29.45</c:v>
                </c:pt>
                <c:pt idx="7270">
                  <c:v>29.45</c:v>
                </c:pt>
                <c:pt idx="7271">
                  <c:v>29.45</c:v>
                </c:pt>
                <c:pt idx="7272">
                  <c:v>29.45</c:v>
                </c:pt>
                <c:pt idx="7273">
                  <c:v>29.45</c:v>
                </c:pt>
                <c:pt idx="7274">
                  <c:v>29.4</c:v>
                </c:pt>
                <c:pt idx="7275">
                  <c:v>29.4</c:v>
                </c:pt>
                <c:pt idx="7276">
                  <c:v>29.4</c:v>
                </c:pt>
                <c:pt idx="7277">
                  <c:v>29.4</c:v>
                </c:pt>
                <c:pt idx="7278">
                  <c:v>29.4</c:v>
                </c:pt>
                <c:pt idx="7279">
                  <c:v>29.4</c:v>
                </c:pt>
                <c:pt idx="7280">
                  <c:v>29.4</c:v>
                </c:pt>
                <c:pt idx="7281">
                  <c:v>29.4</c:v>
                </c:pt>
                <c:pt idx="7282">
                  <c:v>29.4</c:v>
                </c:pt>
                <c:pt idx="7283">
                  <c:v>29.4</c:v>
                </c:pt>
                <c:pt idx="7284">
                  <c:v>29.4</c:v>
                </c:pt>
                <c:pt idx="7285">
                  <c:v>29.4</c:v>
                </c:pt>
                <c:pt idx="7286">
                  <c:v>29.4</c:v>
                </c:pt>
                <c:pt idx="7287">
                  <c:v>29.4</c:v>
                </c:pt>
                <c:pt idx="7288">
                  <c:v>29.4</c:v>
                </c:pt>
                <c:pt idx="7289">
                  <c:v>29.4</c:v>
                </c:pt>
                <c:pt idx="7290">
                  <c:v>29.4</c:v>
                </c:pt>
                <c:pt idx="7291">
                  <c:v>29.4</c:v>
                </c:pt>
                <c:pt idx="7292">
                  <c:v>29.4</c:v>
                </c:pt>
                <c:pt idx="7293">
                  <c:v>29.4</c:v>
                </c:pt>
                <c:pt idx="7294">
                  <c:v>29.4</c:v>
                </c:pt>
                <c:pt idx="7295">
                  <c:v>29.4</c:v>
                </c:pt>
                <c:pt idx="7296">
                  <c:v>29.4</c:v>
                </c:pt>
                <c:pt idx="7297">
                  <c:v>29.4</c:v>
                </c:pt>
                <c:pt idx="7298">
                  <c:v>29.4</c:v>
                </c:pt>
                <c:pt idx="7299">
                  <c:v>29.4</c:v>
                </c:pt>
                <c:pt idx="7300">
                  <c:v>29.4</c:v>
                </c:pt>
                <c:pt idx="7301">
                  <c:v>29.4</c:v>
                </c:pt>
                <c:pt idx="7302">
                  <c:v>29.4</c:v>
                </c:pt>
                <c:pt idx="7303">
                  <c:v>29.35</c:v>
                </c:pt>
                <c:pt idx="7304">
                  <c:v>29.35</c:v>
                </c:pt>
                <c:pt idx="7305">
                  <c:v>29.35</c:v>
                </c:pt>
                <c:pt idx="7306">
                  <c:v>29.35</c:v>
                </c:pt>
                <c:pt idx="7307">
                  <c:v>29.4</c:v>
                </c:pt>
                <c:pt idx="7308">
                  <c:v>29.35</c:v>
                </c:pt>
                <c:pt idx="7309">
                  <c:v>29.4</c:v>
                </c:pt>
                <c:pt idx="7310">
                  <c:v>29.35</c:v>
                </c:pt>
                <c:pt idx="7311">
                  <c:v>29.4</c:v>
                </c:pt>
                <c:pt idx="7312">
                  <c:v>29.35</c:v>
                </c:pt>
                <c:pt idx="7313">
                  <c:v>29.35</c:v>
                </c:pt>
                <c:pt idx="7314">
                  <c:v>29.35</c:v>
                </c:pt>
                <c:pt idx="7315">
                  <c:v>29.35</c:v>
                </c:pt>
                <c:pt idx="7316">
                  <c:v>29.35</c:v>
                </c:pt>
                <c:pt idx="7317">
                  <c:v>29.35</c:v>
                </c:pt>
                <c:pt idx="7318">
                  <c:v>29.35</c:v>
                </c:pt>
                <c:pt idx="7319">
                  <c:v>29.35</c:v>
                </c:pt>
                <c:pt idx="7320">
                  <c:v>29.35</c:v>
                </c:pt>
                <c:pt idx="7321">
                  <c:v>29.35</c:v>
                </c:pt>
                <c:pt idx="7322">
                  <c:v>29.35</c:v>
                </c:pt>
                <c:pt idx="7323">
                  <c:v>29.35</c:v>
                </c:pt>
                <c:pt idx="7324">
                  <c:v>29.35</c:v>
                </c:pt>
                <c:pt idx="7325">
                  <c:v>29.35</c:v>
                </c:pt>
                <c:pt idx="7326">
                  <c:v>29.35</c:v>
                </c:pt>
                <c:pt idx="7327">
                  <c:v>29.35</c:v>
                </c:pt>
                <c:pt idx="7328">
                  <c:v>29.35</c:v>
                </c:pt>
                <c:pt idx="7329">
                  <c:v>29.35</c:v>
                </c:pt>
                <c:pt idx="7330">
                  <c:v>29.35</c:v>
                </c:pt>
                <c:pt idx="7331">
                  <c:v>29.35</c:v>
                </c:pt>
                <c:pt idx="7332">
                  <c:v>29.35</c:v>
                </c:pt>
                <c:pt idx="7333">
                  <c:v>29.35</c:v>
                </c:pt>
                <c:pt idx="7334">
                  <c:v>29.35</c:v>
                </c:pt>
                <c:pt idx="7335">
                  <c:v>29.35</c:v>
                </c:pt>
                <c:pt idx="7336">
                  <c:v>29.3</c:v>
                </c:pt>
                <c:pt idx="7337">
                  <c:v>29.35</c:v>
                </c:pt>
                <c:pt idx="7338">
                  <c:v>29.35</c:v>
                </c:pt>
                <c:pt idx="7339">
                  <c:v>29.35</c:v>
                </c:pt>
                <c:pt idx="7340">
                  <c:v>29.3</c:v>
                </c:pt>
                <c:pt idx="7341">
                  <c:v>29.3</c:v>
                </c:pt>
                <c:pt idx="7342">
                  <c:v>29.3</c:v>
                </c:pt>
                <c:pt idx="7343">
                  <c:v>29.3</c:v>
                </c:pt>
                <c:pt idx="7344">
                  <c:v>29.3</c:v>
                </c:pt>
                <c:pt idx="7345">
                  <c:v>29.3</c:v>
                </c:pt>
                <c:pt idx="7346">
                  <c:v>29.3</c:v>
                </c:pt>
                <c:pt idx="7347">
                  <c:v>29.3</c:v>
                </c:pt>
                <c:pt idx="7348">
                  <c:v>29.3</c:v>
                </c:pt>
                <c:pt idx="7349">
                  <c:v>29.3</c:v>
                </c:pt>
                <c:pt idx="7350">
                  <c:v>29.3</c:v>
                </c:pt>
                <c:pt idx="7351">
                  <c:v>29.3</c:v>
                </c:pt>
                <c:pt idx="7352">
                  <c:v>29.3</c:v>
                </c:pt>
                <c:pt idx="7353">
                  <c:v>29.3</c:v>
                </c:pt>
                <c:pt idx="7354">
                  <c:v>29.3</c:v>
                </c:pt>
                <c:pt idx="7355">
                  <c:v>29.3</c:v>
                </c:pt>
                <c:pt idx="7356">
                  <c:v>29.3</c:v>
                </c:pt>
                <c:pt idx="7357">
                  <c:v>29.3</c:v>
                </c:pt>
                <c:pt idx="7358">
                  <c:v>29.3</c:v>
                </c:pt>
                <c:pt idx="7359">
                  <c:v>29.3</c:v>
                </c:pt>
                <c:pt idx="7360">
                  <c:v>29.3</c:v>
                </c:pt>
                <c:pt idx="7361">
                  <c:v>29.3</c:v>
                </c:pt>
                <c:pt idx="7362">
                  <c:v>29.3</c:v>
                </c:pt>
                <c:pt idx="7363">
                  <c:v>29.3</c:v>
                </c:pt>
                <c:pt idx="7364">
                  <c:v>29.3</c:v>
                </c:pt>
                <c:pt idx="7365">
                  <c:v>29.3</c:v>
                </c:pt>
                <c:pt idx="7366">
                  <c:v>29.25</c:v>
                </c:pt>
                <c:pt idx="7367">
                  <c:v>29.25</c:v>
                </c:pt>
                <c:pt idx="7368">
                  <c:v>29.3</c:v>
                </c:pt>
                <c:pt idx="7369">
                  <c:v>29.25</c:v>
                </c:pt>
                <c:pt idx="7370">
                  <c:v>29.25</c:v>
                </c:pt>
                <c:pt idx="7371">
                  <c:v>29.25</c:v>
                </c:pt>
                <c:pt idx="7372">
                  <c:v>29.25</c:v>
                </c:pt>
                <c:pt idx="7373">
                  <c:v>29.25</c:v>
                </c:pt>
                <c:pt idx="7374">
                  <c:v>29.25</c:v>
                </c:pt>
                <c:pt idx="7375">
                  <c:v>29.25</c:v>
                </c:pt>
                <c:pt idx="7376">
                  <c:v>29.25</c:v>
                </c:pt>
                <c:pt idx="7377">
                  <c:v>29.25</c:v>
                </c:pt>
                <c:pt idx="7378">
                  <c:v>29.25</c:v>
                </c:pt>
                <c:pt idx="7379">
                  <c:v>29.25</c:v>
                </c:pt>
                <c:pt idx="7380">
                  <c:v>29.25</c:v>
                </c:pt>
                <c:pt idx="7381">
                  <c:v>29.25</c:v>
                </c:pt>
                <c:pt idx="7382">
                  <c:v>29.25</c:v>
                </c:pt>
                <c:pt idx="7383">
                  <c:v>29.25</c:v>
                </c:pt>
                <c:pt idx="7384">
                  <c:v>29.25</c:v>
                </c:pt>
                <c:pt idx="7385">
                  <c:v>29.25</c:v>
                </c:pt>
                <c:pt idx="7386">
                  <c:v>29.25</c:v>
                </c:pt>
                <c:pt idx="7387">
                  <c:v>29.25</c:v>
                </c:pt>
                <c:pt idx="7388">
                  <c:v>29.25</c:v>
                </c:pt>
                <c:pt idx="7389">
                  <c:v>29.25</c:v>
                </c:pt>
                <c:pt idx="7390">
                  <c:v>29.25</c:v>
                </c:pt>
                <c:pt idx="7391">
                  <c:v>29.25</c:v>
                </c:pt>
                <c:pt idx="7392">
                  <c:v>29.25</c:v>
                </c:pt>
                <c:pt idx="7393">
                  <c:v>29.25</c:v>
                </c:pt>
                <c:pt idx="7394">
                  <c:v>29.25</c:v>
                </c:pt>
                <c:pt idx="7395">
                  <c:v>29.25</c:v>
                </c:pt>
                <c:pt idx="7396">
                  <c:v>29.25</c:v>
                </c:pt>
                <c:pt idx="7397">
                  <c:v>29.25</c:v>
                </c:pt>
                <c:pt idx="7398">
                  <c:v>29.25</c:v>
                </c:pt>
                <c:pt idx="7399">
                  <c:v>29.25</c:v>
                </c:pt>
                <c:pt idx="7400">
                  <c:v>29.25</c:v>
                </c:pt>
                <c:pt idx="7401">
                  <c:v>29.25</c:v>
                </c:pt>
                <c:pt idx="7402">
                  <c:v>29.25</c:v>
                </c:pt>
                <c:pt idx="7403">
                  <c:v>29.25</c:v>
                </c:pt>
                <c:pt idx="7404">
                  <c:v>29.25</c:v>
                </c:pt>
                <c:pt idx="7405">
                  <c:v>29.2</c:v>
                </c:pt>
                <c:pt idx="7406">
                  <c:v>29.2</c:v>
                </c:pt>
                <c:pt idx="7407">
                  <c:v>29.2</c:v>
                </c:pt>
                <c:pt idx="7408">
                  <c:v>29.2</c:v>
                </c:pt>
                <c:pt idx="7409">
                  <c:v>29.2</c:v>
                </c:pt>
                <c:pt idx="7410">
                  <c:v>29.2</c:v>
                </c:pt>
                <c:pt idx="7411">
                  <c:v>29.2</c:v>
                </c:pt>
                <c:pt idx="7412">
                  <c:v>29.2</c:v>
                </c:pt>
                <c:pt idx="7413">
                  <c:v>29.2</c:v>
                </c:pt>
                <c:pt idx="7414">
                  <c:v>29.2</c:v>
                </c:pt>
                <c:pt idx="7415">
                  <c:v>29.2</c:v>
                </c:pt>
                <c:pt idx="7416">
                  <c:v>29.2</c:v>
                </c:pt>
                <c:pt idx="7417">
                  <c:v>29.2</c:v>
                </c:pt>
                <c:pt idx="7418">
                  <c:v>29.2</c:v>
                </c:pt>
                <c:pt idx="7419">
                  <c:v>29.2</c:v>
                </c:pt>
                <c:pt idx="7420">
                  <c:v>29.2</c:v>
                </c:pt>
                <c:pt idx="7421">
                  <c:v>29.2</c:v>
                </c:pt>
                <c:pt idx="7422">
                  <c:v>29.2</c:v>
                </c:pt>
                <c:pt idx="7423">
                  <c:v>29.2</c:v>
                </c:pt>
                <c:pt idx="7424">
                  <c:v>29.2</c:v>
                </c:pt>
                <c:pt idx="7425">
                  <c:v>29.2</c:v>
                </c:pt>
                <c:pt idx="7426">
                  <c:v>29.2</c:v>
                </c:pt>
                <c:pt idx="7427">
                  <c:v>29.2</c:v>
                </c:pt>
                <c:pt idx="7428">
                  <c:v>29.2</c:v>
                </c:pt>
                <c:pt idx="7429">
                  <c:v>29.2</c:v>
                </c:pt>
                <c:pt idx="7430">
                  <c:v>29.2</c:v>
                </c:pt>
                <c:pt idx="7431">
                  <c:v>29.2</c:v>
                </c:pt>
                <c:pt idx="7432">
                  <c:v>29.2</c:v>
                </c:pt>
                <c:pt idx="7433">
                  <c:v>29.2</c:v>
                </c:pt>
                <c:pt idx="7434">
                  <c:v>29.2</c:v>
                </c:pt>
                <c:pt idx="7435">
                  <c:v>29.2</c:v>
                </c:pt>
                <c:pt idx="7436">
                  <c:v>29.2</c:v>
                </c:pt>
                <c:pt idx="7437">
                  <c:v>29.2</c:v>
                </c:pt>
                <c:pt idx="7438">
                  <c:v>29.2</c:v>
                </c:pt>
                <c:pt idx="7439">
                  <c:v>29.15</c:v>
                </c:pt>
                <c:pt idx="7440">
                  <c:v>29.2</c:v>
                </c:pt>
                <c:pt idx="7441">
                  <c:v>29.2</c:v>
                </c:pt>
                <c:pt idx="7442">
                  <c:v>29.2</c:v>
                </c:pt>
                <c:pt idx="7443">
                  <c:v>29.2</c:v>
                </c:pt>
                <c:pt idx="7444">
                  <c:v>29.2</c:v>
                </c:pt>
                <c:pt idx="7445">
                  <c:v>29.15</c:v>
                </c:pt>
                <c:pt idx="7446">
                  <c:v>29.15</c:v>
                </c:pt>
                <c:pt idx="7447">
                  <c:v>29.2</c:v>
                </c:pt>
                <c:pt idx="7448">
                  <c:v>29.15</c:v>
                </c:pt>
                <c:pt idx="7449">
                  <c:v>29.15</c:v>
                </c:pt>
                <c:pt idx="7450">
                  <c:v>29.15</c:v>
                </c:pt>
                <c:pt idx="7451">
                  <c:v>29.15</c:v>
                </c:pt>
                <c:pt idx="7452">
                  <c:v>29.15</c:v>
                </c:pt>
                <c:pt idx="7453">
                  <c:v>29.15</c:v>
                </c:pt>
                <c:pt idx="7454">
                  <c:v>29.15</c:v>
                </c:pt>
                <c:pt idx="7455">
                  <c:v>29.15</c:v>
                </c:pt>
                <c:pt idx="7456">
                  <c:v>29.15</c:v>
                </c:pt>
                <c:pt idx="7457">
                  <c:v>29.15</c:v>
                </c:pt>
                <c:pt idx="7458">
                  <c:v>29.15</c:v>
                </c:pt>
                <c:pt idx="7459">
                  <c:v>29.15</c:v>
                </c:pt>
                <c:pt idx="7460">
                  <c:v>29.15</c:v>
                </c:pt>
                <c:pt idx="7461">
                  <c:v>29.15</c:v>
                </c:pt>
                <c:pt idx="7462">
                  <c:v>29.15</c:v>
                </c:pt>
                <c:pt idx="7463">
                  <c:v>29.15</c:v>
                </c:pt>
                <c:pt idx="7464">
                  <c:v>29.15</c:v>
                </c:pt>
                <c:pt idx="7465">
                  <c:v>29.15</c:v>
                </c:pt>
                <c:pt idx="7466">
                  <c:v>29.15</c:v>
                </c:pt>
                <c:pt idx="7467">
                  <c:v>29.15</c:v>
                </c:pt>
                <c:pt idx="7468">
                  <c:v>29.15</c:v>
                </c:pt>
                <c:pt idx="7469">
                  <c:v>29.15</c:v>
                </c:pt>
                <c:pt idx="7470">
                  <c:v>29.15</c:v>
                </c:pt>
                <c:pt idx="7471">
                  <c:v>29.15</c:v>
                </c:pt>
                <c:pt idx="7472">
                  <c:v>29.15</c:v>
                </c:pt>
                <c:pt idx="7473">
                  <c:v>29.15</c:v>
                </c:pt>
                <c:pt idx="7474">
                  <c:v>29.15</c:v>
                </c:pt>
                <c:pt idx="7475">
                  <c:v>29.15</c:v>
                </c:pt>
                <c:pt idx="7476">
                  <c:v>29.15</c:v>
                </c:pt>
                <c:pt idx="7477">
                  <c:v>29.15</c:v>
                </c:pt>
                <c:pt idx="7478">
                  <c:v>29.15</c:v>
                </c:pt>
                <c:pt idx="7479">
                  <c:v>29.15</c:v>
                </c:pt>
                <c:pt idx="7480">
                  <c:v>29.15</c:v>
                </c:pt>
                <c:pt idx="7481">
                  <c:v>29.15</c:v>
                </c:pt>
                <c:pt idx="7482">
                  <c:v>29.15</c:v>
                </c:pt>
                <c:pt idx="7483">
                  <c:v>29.15</c:v>
                </c:pt>
                <c:pt idx="7484">
                  <c:v>29.15</c:v>
                </c:pt>
                <c:pt idx="7485">
                  <c:v>29.15</c:v>
                </c:pt>
                <c:pt idx="7486">
                  <c:v>29.15</c:v>
                </c:pt>
                <c:pt idx="7487">
                  <c:v>29.15</c:v>
                </c:pt>
                <c:pt idx="7488">
                  <c:v>29.15</c:v>
                </c:pt>
                <c:pt idx="7489">
                  <c:v>29.15</c:v>
                </c:pt>
                <c:pt idx="7490">
                  <c:v>29.15</c:v>
                </c:pt>
                <c:pt idx="7491">
                  <c:v>29.15</c:v>
                </c:pt>
                <c:pt idx="7492">
                  <c:v>29.15</c:v>
                </c:pt>
                <c:pt idx="7493">
                  <c:v>29.15</c:v>
                </c:pt>
                <c:pt idx="7494">
                  <c:v>29.15</c:v>
                </c:pt>
                <c:pt idx="7495">
                  <c:v>29.15</c:v>
                </c:pt>
                <c:pt idx="7496">
                  <c:v>29.1</c:v>
                </c:pt>
                <c:pt idx="7497">
                  <c:v>29.15</c:v>
                </c:pt>
                <c:pt idx="7498">
                  <c:v>29.1</c:v>
                </c:pt>
                <c:pt idx="7499">
                  <c:v>29.1</c:v>
                </c:pt>
                <c:pt idx="7500">
                  <c:v>29.1</c:v>
                </c:pt>
                <c:pt idx="7501">
                  <c:v>29.1</c:v>
                </c:pt>
                <c:pt idx="7502">
                  <c:v>29.1</c:v>
                </c:pt>
                <c:pt idx="7503">
                  <c:v>29.1</c:v>
                </c:pt>
                <c:pt idx="7504">
                  <c:v>29.1</c:v>
                </c:pt>
                <c:pt idx="7505">
                  <c:v>29.1</c:v>
                </c:pt>
                <c:pt idx="7506">
                  <c:v>29.1</c:v>
                </c:pt>
                <c:pt idx="7507">
                  <c:v>29.1</c:v>
                </c:pt>
                <c:pt idx="7508">
                  <c:v>29.1</c:v>
                </c:pt>
                <c:pt idx="7509">
                  <c:v>29.1</c:v>
                </c:pt>
                <c:pt idx="7510">
                  <c:v>29.1</c:v>
                </c:pt>
                <c:pt idx="7511">
                  <c:v>29.1</c:v>
                </c:pt>
                <c:pt idx="7512">
                  <c:v>29.1</c:v>
                </c:pt>
                <c:pt idx="7513">
                  <c:v>29.1</c:v>
                </c:pt>
                <c:pt idx="7514">
                  <c:v>29.1</c:v>
                </c:pt>
                <c:pt idx="7515">
                  <c:v>29.1</c:v>
                </c:pt>
                <c:pt idx="7516">
                  <c:v>29.1</c:v>
                </c:pt>
                <c:pt idx="7517">
                  <c:v>29.1</c:v>
                </c:pt>
                <c:pt idx="7518">
                  <c:v>29.1</c:v>
                </c:pt>
                <c:pt idx="7519">
                  <c:v>29.1</c:v>
                </c:pt>
                <c:pt idx="7520">
                  <c:v>29.1</c:v>
                </c:pt>
                <c:pt idx="7521">
                  <c:v>29.1</c:v>
                </c:pt>
                <c:pt idx="7522">
                  <c:v>29.1</c:v>
                </c:pt>
                <c:pt idx="7523">
                  <c:v>29.1</c:v>
                </c:pt>
                <c:pt idx="7524">
                  <c:v>29.1</c:v>
                </c:pt>
                <c:pt idx="7525">
                  <c:v>29.1</c:v>
                </c:pt>
                <c:pt idx="7526">
                  <c:v>29.1</c:v>
                </c:pt>
                <c:pt idx="7527">
                  <c:v>29.1</c:v>
                </c:pt>
                <c:pt idx="7528">
                  <c:v>29.05</c:v>
                </c:pt>
                <c:pt idx="7529">
                  <c:v>29.05</c:v>
                </c:pt>
                <c:pt idx="7530">
                  <c:v>29.05</c:v>
                </c:pt>
                <c:pt idx="7531">
                  <c:v>29.05</c:v>
                </c:pt>
                <c:pt idx="7532">
                  <c:v>29.05</c:v>
                </c:pt>
                <c:pt idx="7533">
                  <c:v>29.05</c:v>
                </c:pt>
                <c:pt idx="7534">
                  <c:v>29.05</c:v>
                </c:pt>
                <c:pt idx="7535">
                  <c:v>29.05</c:v>
                </c:pt>
                <c:pt idx="7536">
                  <c:v>29.05</c:v>
                </c:pt>
                <c:pt idx="7537">
                  <c:v>29.05</c:v>
                </c:pt>
                <c:pt idx="7538">
                  <c:v>29.05</c:v>
                </c:pt>
                <c:pt idx="7539">
                  <c:v>29.05</c:v>
                </c:pt>
                <c:pt idx="7540">
                  <c:v>29.05</c:v>
                </c:pt>
                <c:pt idx="7541">
                  <c:v>29.05</c:v>
                </c:pt>
                <c:pt idx="7542">
                  <c:v>29.05</c:v>
                </c:pt>
                <c:pt idx="7543">
                  <c:v>29.05</c:v>
                </c:pt>
                <c:pt idx="7544">
                  <c:v>29.05</c:v>
                </c:pt>
                <c:pt idx="7545">
                  <c:v>29.05</c:v>
                </c:pt>
                <c:pt idx="7546">
                  <c:v>29.05</c:v>
                </c:pt>
                <c:pt idx="7547">
                  <c:v>29.05</c:v>
                </c:pt>
                <c:pt idx="7548">
                  <c:v>29.05</c:v>
                </c:pt>
                <c:pt idx="7549">
                  <c:v>29.05</c:v>
                </c:pt>
                <c:pt idx="7550">
                  <c:v>29.05</c:v>
                </c:pt>
                <c:pt idx="7551">
                  <c:v>29.05</c:v>
                </c:pt>
                <c:pt idx="7552">
                  <c:v>29.05</c:v>
                </c:pt>
                <c:pt idx="7553">
                  <c:v>29.05</c:v>
                </c:pt>
                <c:pt idx="7554">
                  <c:v>29.05</c:v>
                </c:pt>
                <c:pt idx="7555">
                  <c:v>29.05</c:v>
                </c:pt>
                <c:pt idx="7556">
                  <c:v>29.05</c:v>
                </c:pt>
                <c:pt idx="7557">
                  <c:v>29.05</c:v>
                </c:pt>
                <c:pt idx="7558">
                  <c:v>29.05</c:v>
                </c:pt>
                <c:pt idx="7559">
                  <c:v>29.05</c:v>
                </c:pt>
                <c:pt idx="7560">
                  <c:v>29.05</c:v>
                </c:pt>
                <c:pt idx="7561">
                  <c:v>29.05</c:v>
                </c:pt>
                <c:pt idx="7562">
                  <c:v>29.05</c:v>
                </c:pt>
                <c:pt idx="7563">
                  <c:v>29.05</c:v>
                </c:pt>
                <c:pt idx="7564">
                  <c:v>29.05</c:v>
                </c:pt>
                <c:pt idx="7565">
                  <c:v>29.05</c:v>
                </c:pt>
                <c:pt idx="7566">
                  <c:v>29.05</c:v>
                </c:pt>
                <c:pt idx="7567">
                  <c:v>29</c:v>
                </c:pt>
                <c:pt idx="7568">
                  <c:v>29.05</c:v>
                </c:pt>
                <c:pt idx="7569">
                  <c:v>29.05</c:v>
                </c:pt>
                <c:pt idx="7570">
                  <c:v>29</c:v>
                </c:pt>
                <c:pt idx="7571">
                  <c:v>29</c:v>
                </c:pt>
                <c:pt idx="7572">
                  <c:v>29.05</c:v>
                </c:pt>
                <c:pt idx="7573">
                  <c:v>29</c:v>
                </c:pt>
                <c:pt idx="7574">
                  <c:v>29</c:v>
                </c:pt>
                <c:pt idx="7575">
                  <c:v>29</c:v>
                </c:pt>
                <c:pt idx="7576">
                  <c:v>29</c:v>
                </c:pt>
                <c:pt idx="7577">
                  <c:v>29</c:v>
                </c:pt>
                <c:pt idx="7578">
                  <c:v>29</c:v>
                </c:pt>
                <c:pt idx="7579">
                  <c:v>29</c:v>
                </c:pt>
                <c:pt idx="7580">
                  <c:v>29</c:v>
                </c:pt>
                <c:pt idx="7581">
                  <c:v>29</c:v>
                </c:pt>
                <c:pt idx="7582">
                  <c:v>29</c:v>
                </c:pt>
                <c:pt idx="7583">
                  <c:v>29</c:v>
                </c:pt>
                <c:pt idx="7584">
                  <c:v>29</c:v>
                </c:pt>
                <c:pt idx="7585">
                  <c:v>29</c:v>
                </c:pt>
                <c:pt idx="7586">
                  <c:v>29</c:v>
                </c:pt>
                <c:pt idx="7587">
                  <c:v>29</c:v>
                </c:pt>
                <c:pt idx="7588">
                  <c:v>29</c:v>
                </c:pt>
                <c:pt idx="7589">
                  <c:v>29</c:v>
                </c:pt>
                <c:pt idx="7590">
                  <c:v>29</c:v>
                </c:pt>
                <c:pt idx="7591">
                  <c:v>29</c:v>
                </c:pt>
                <c:pt idx="7592">
                  <c:v>29</c:v>
                </c:pt>
                <c:pt idx="7593">
                  <c:v>29</c:v>
                </c:pt>
                <c:pt idx="7594">
                  <c:v>29</c:v>
                </c:pt>
                <c:pt idx="7595">
                  <c:v>29</c:v>
                </c:pt>
                <c:pt idx="7596">
                  <c:v>29</c:v>
                </c:pt>
                <c:pt idx="7597">
                  <c:v>29</c:v>
                </c:pt>
                <c:pt idx="7598">
                  <c:v>29</c:v>
                </c:pt>
                <c:pt idx="7599">
                  <c:v>29</c:v>
                </c:pt>
                <c:pt idx="7600">
                  <c:v>29</c:v>
                </c:pt>
                <c:pt idx="7601">
                  <c:v>29</c:v>
                </c:pt>
                <c:pt idx="7602">
                  <c:v>29</c:v>
                </c:pt>
                <c:pt idx="7603">
                  <c:v>29</c:v>
                </c:pt>
                <c:pt idx="7604">
                  <c:v>29</c:v>
                </c:pt>
                <c:pt idx="7605">
                  <c:v>29</c:v>
                </c:pt>
                <c:pt idx="7606">
                  <c:v>28.95</c:v>
                </c:pt>
                <c:pt idx="7607">
                  <c:v>28.95</c:v>
                </c:pt>
                <c:pt idx="7608">
                  <c:v>28.95</c:v>
                </c:pt>
                <c:pt idx="7609">
                  <c:v>28.95</c:v>
                </c:pt>
                <c:pt idx="7610">
                  <c:v>28.95</c:v>
                </c:pt>
                <c:pt idx="7611">
                  <c:v>28.95</c:v>
                </c:pt>
                <c:pt idx="7612">
                  <c:v>28.95</c:v>
                </c:pt>
                <c:pt idx="7613">
                  <c:v>28.95</c:v>
                </c:pt>
                <c:pt idx="7614">
                  <c:v>28.95</c:v>
                </c:pt>
                <c:pt idx="7615">
                  <c:v>28.95</c:v>
                </c:pt>
                <c:pt idx="7616">
                  <c:v>28.95</c:v>
                </c:pt>
                <c:pt idx="7617">
                  <c:v>28.95</c:v>
                </c:pt>
                <c:pt idx="7618">
                  <c:v>28.95</c:v>
                </c:pt>
                <c:pt idx="7619">
                  <c:v>28.95</c:v>
                </c:pt>
                <c:pt idx="7620">
                  <c:v>28.95</c:v>
                </c:pt>
                <c:pt idx="7621">
                  <c:v>28.95</c:v>
                </c:pt>
                <c:pt idx="7622">
                  <c:v>28.95</c:v>
                </c:pt>
                <c:pt idx="7623">
                  <c:v>28.95</c:v>
                </c:pt>
                <c:pt idx="7624">
                  <c:v>28.95</c:v>
                </c:pt>
                <c:pt idx="7625">
                  <c:v>28.95</c:v>
                </c:pt>
                <c:pt idx="7626">
                  <c:v>28.95</c:v>
                </c:pt>
                <c:pt idx="7627">
                  <c:v>28.95</c:v>
                </c:pt>
                <c:pt idx="7628">
                  <c:v>28.95</c:v>
                </c:pt>
                <c:pt idx="7629">
                  <c:v>28.95</c:v>
                </c:pt>
                <c:pt idx="7630">
                  <c:v>28.95</c:v>
                </c:pt>
                <c:pt idx="7631">
                  <c:v>28.95</c:v>
                </c:pt>
                <c:pt idx="7632">
                  <c:v>28.95</c:v>
                </c:pt>
                <c:pt idx="7633">
                  <c:v>28.95</c:v>
                </c:pt>
                <c:pt idx="7634">
                  <c:v>28.95</c:v>
                </c:pt>
                <c:pt idx="7635">
                  <c:v>28.95</c:v>
                </c:pt>
                <c:pt idx="7636">
                  <c:v>28.95</c:v>
                </c:pt>
                <c:pt idx="7637">
                  <c:v>28.9</c:v>
                </c:pt>
                <c:pt idx="7638">
                  <c:v>28.9</c:v>
                </c:pt>
                <c:pt idx="7639">
                  <c:v>28.9</c:v>
                </c:pt>
                <c:pt idx="7640">
                  <c:v>28.9</c:v>
                </c:pt>
                <c:pt idx="7641">
                  <c:v>28.9</c:v>
                </c:pt>
                <c:pt idx="7642">
                  <c:v>28.9</c:v>
                </c:pt>
                <c:pt idx="7643">
                  <c:v>28.9</c:v>
                </c:pt>
                <c:pt idx="7644">
                  <c:v>28.9</c:v>
                </c:pt>
                <c:pt idx="7645">
                  <c:v>28.9</c:v>
                </c:pt>
                <c:pt idx="7646">
                  <c:v>28.9</c:v>
                </c:pt>
                <c:pt idx="7647">
                  <c:v>28.9</c:v>
                </c:pt>
                <c:pt idx="7648">
                  <c:v>28.9</c:v>
                </c:pt>
                <c:pt idx="7649">
                  <c:v>28.9</c:v>
                </c:pt>
                <c:pt idx="7650">
                  <c:v>28.9</c:v>
                </c:pt>
                <c:pt idx="7651">
                  <c:v>28.9</c:v>
                </c:pt>
                <c:pt idx="7652">
                  <c:v>28.9</c:v>
                </c:pt>
                <c:pt idx="7653">
                  <c:v>28.9</c:v>
                </c:pt>
                <c:pt idx="7654">
                  <c:v>28.9</c:v>
                </c:pt>
                <c:pt idx="7655">
                  <c:v>28.9</c:v>
                </c:pt>
                <c:pt idx="7656">
                  <c:v>28.9</c:v>
                </c:pt>
                <c:pt idx="7657">
                  <c:v>28.9</c:v>
                </c:pt>
                <c:pt idx="7658">
                  <c:v>28.9</c:v>
                </c:pt>
                <c:pt idx="7659">
                  <c:v>28.9</c:v>
                </c:pt>
                <c:pt idx="7660">
                  <c:v>28.9</c:v>
                </c:pt>
                <c:pt idx="7661">
                  <c:v>28.9</c:v>
                </c:pt>
                <c:pt idx="7662">
                  <c:v>28.9</c:v>
                </c:pt>
                <c:pt idx="7663">
                  <c:v>28.9</c:v>
                </c:pt>
                <c:pt idx="7664">
                  <c:v>28.9</c:v>
                </c:pt>
                <c:pt idx="7665">
                  <c:v>28.9</c:v>
                </c:pt>
                <c:pt idx="7666">
                  <c:v>28.9</c:v>
                </c:pt>
                <c:pt idx="7667">
                  <c:v>28.9</c:v>
                </c:pt>
                <c:pt idx="7668">
                  <c:v>28.9</c:v>
                </c:pt>
                <c:pt idx="7669">
                  <c:v>28.9</c:v>
                </c:pt>
                <c:pt idx="7670">
                  <c:v>28.9</c:v>
                </c:pt>
                <c:pt idx="7671">
                  <c:v>28.9</c:v>
                </c:pt>
                <c:pt idx="7672">
                  <c:v>28.9</c:v>
                </c:pt>
                <c:pt idx="7673">
                  <c:v>28.9</c:v>
                </c:pt>
                <c:pt idx="7674">
                  <c:v>28.9</c:v>
                </c:pt>
                <c:pt idx="7675">
                  <c:v>28.9</c:v>
                </c:pt>
                <c:pt idx="7676">
                  <c:v>28.9</c:v>
                </c:pt>
                <c:pt idx="7677">
                  <c:v>28.9</c:v>
                </c:pt>
                <c:pt idx="7678">
                  <c:v>28.9</c:v>
                </c:pt>
                <c:pt idx="7679">
                  <c:v>28.85</c:v>
                </c:pt>
                <c:pt idx="7680">
                  <c:v>28.85</c:v>
                </c:pt>
                <c:pt idx="7681">
                  <c:v>28.85</c:v>
                </c:pt>
                <c:pt idx="7682">
                  <c:v>28.85</c:v>
                </c:pt>
                <c:pt idx="7683">
                  <c:v>28.85</c:v>
                </c:pt>
                <c:pt idx="7684">
                  <c:v>28.85</c:v>
                </c:pt>
                <c:pt idx="7685">
                  <c:v>28.85</c:v>
                </c:pt>
                <c:pt idx="7686">
                  <c:v>28.85</c:v>
                </c:pt>
                <c:pt idx="7687">
                  <c:v>28.85</c:v>
                </c:pt>
                <c:pt idx="7688">
                  <c:v>28.85</c:v>
                </c:pt>
                <c:pt idx="7689">
                  <c:v>28.85</c:v>
                </c:pt>
                <c:pt idx="7690">
                  <c:v>28.85</c:v>
                </c:pt>
                <c:pt idx="7691">
                  <c:v>28.85</c:v>
                </c:pt>
                <c:pt idx="7692">
                  <c:v>28.85</c:v>
                </c:pt>
                <c:pt idx="7693">
                  <c:v>28.85</c:v>
                </c:pt>
                <c:pt idx="7694">
                  <c:v>28.85</c:v>
                </c:pt>
                <c:pt idx="7695">
                  <c:v>28.85</c:v>
                </c:pt>
                <c:pt idx="7696">
                  <c:v>28.85</c:v>
                </c:pt>
                <c:pt idx="7697">
                  <c:v>28.85</c:v>
                </c:pt>
                <c:pt idx="7698">
                  <c:v>28.85</c:v>
                </c:pt>
                <c:pt idx="7699">
                  <c:v>28.85</c:v>
                </c:pt>
                <c:pt idx="7700">
                  <c:v>28.85</c:v>
                </c:pt>
                <c:pt idx="7701">
                  <c:v>28.85</c:v>
                </c:pt>
                <c:pt idx="7702">
                  <c:v>28.85</c:v>
                </c:pt>
                <c:pt idx="7703">
                  <c:v>28.85</c:v>
                </c:pt>
                <c:pt idx="7704">
                  <c:v>28.85</c:v>
                </c:pt>
                <c:pt idx="7705">
                  <c:v>28.85</c:v>
                </c:pt>
                <c:pt idx="7706">
                  <c:v>28.85</c:v>
                </c:pt>
                <c:pt idx="7707">
                  <c:v>28.85</c:v>
                </c:pt>
                <c:pt idx="7708">
                  <c:v>28.85</c:v>
                </c:pt>
                <c:pt idx="7709">
                  <c:v>28.85</c:v>
                </c:pt>
                <c:pt idx="7710">
                  <c:v>28.85</c:v>
                </c:pt>
                <c:pt idx="7711">
                  <c:v>28.85</c:v>
                </c:pt>
                <c:pt idx="7712">
                  <c:v>28.8</c:v>
                </c:pt>
                <c:pt idx="7713">
                  <c:v>28.8</c:v>
                </c:pt>
                <c:pt idx="7714">
                  <c:v>28.8</c:v>
                </c:pt>
                <c:pt idx="7715">
                  <c:v>28.8</c:v>
                </c:pt>
                <c:pt idx="7716">
                  <c:v>28.8</c:v>
                </c:pt>
                <c:pt idx="7717">
                  <c:v>28.8</c:v>
                </c:pt>
                <c:pt idx="7718">
                  <c:v>28.8</c:v>
                </c:pt>
                <c:pt idx="7719">
                  <c:v>28.8</c:v>
                </c:pt>
                <c:pt idx="7720">
                  <c:v>28.8</c:v>
                </c:pt>
                <c:pt idx="7721">
                  <c:v>28.8</c:v>
                </c:pt>
                <c:pt idx="7722">
                  <c:v>28.8</c:v>
                </c:pt>
                <c:pt idx="7723">
                  <c:v>28.8</c:v>
                </c:pt>
                <c:pt idx="7724">
                  <c:v>28.8</c:v>
                </c:pt>
                <c:pt idx="7725">
                  <c:v>28.8</c:v>
                </c:pt>
                <c:pt idx="7726">
                  <c:v>28.8</c:v>
                </c:pt>
                <c:pt idx="7727">
                  <c:v>28.8</c:v>
                </c:pt>
                <c:pt idx="7728">
                  <c:v>28.8</c:v>
                </c:pt>
                <c:pt idx="7729">
                  <c:v>28.8</c:v>
                </c:pt>
                <c:pt idx="7730">
                  <c:v>28.8</c:v>
                </c:pt>
                <c:pt idx="7731">
                  <c:v>28.8</c:v>
                </c:pt>
                <c:pt idx="7732">
                  <c:v>28.8</c:v>
                </c:pt>
                <c:pt idx="7733">
                  <c:v>28.8</c:v>
                </c:pt>
                <c:pt idx="7734">
                  <c:v>28.8</c:v>
                </c:pt>
                <c:pt idx="7735">
                  <c:v>28.8</c:v>
                </c:pt>
                <c:pt idx="7736">
                  <c:v>28.8</c:v>
                </c:pt>
                <c:pt idx="7737">
                  <c:v>28.8</c:v>
                </c:pt>
                <c:pt idx="7738">
                  <c:v>28.8</c:v>
                </c:pt>
                <c:pt idx="7739">
                  <c:v>28.8</c:v>
                </c:pt>
                <c:pt idx="7740">
                  <c:v>28.8</c:v>
                </c:pt>
                <c:pt idx="7741">
                  <c:v>28.8</c:v>
                </c:pt>
                <c:pt idx="7742">
                  <c:v>28.8</c:v>
                </c:pt>
                <c:pt idx="7743">
                  <c:v>28.8</c:v>
                </c:pt>
                <c:pt idx="7744">
                  <c:v>28.8</c:v>
                </c:pt>
                <c:pt idx="7745">
                  <c:v>28.8</c:v>
                </c:pt>
                <c:pt idx="7746">
                  <c:v>28.8</c:v>
                </c:pt>
                <c:pt idx="7747">
                  <c:v>28.8</c:v>
                </c:pt>
                <c:pt idx="7748">
                  <c:v>28.8</c:v>
                </c:pt>
                <c:pt idx="7749">
                  <c:v>28.8</c:v>
                </c:pt>
                <c:pt idx="7750">
                  <c:v>28.8</c:v>
                </c:pt>
                <c:pt idx="7751">
                  <c:v>28.75</c:v>
                </c:pt>
                <c:pt idx="7752">
                  <c:v>28.8</c:v>
                </c:pt>
                <c:pt idx="7753">
                  <c:v>28.75</c:v>
                </c:pt>
                <c:pt idx="7754">
                  <c:v>28.75</c:v>
                </c:pt>
                <c:pt idx="7755">
                  <c:v>28.75</c:v>
                </c:pt>
                <c:pt idx="7756">
                  <c:v>28.75</c:v>
                </c:pt>
                <c:pt idx="7757">
                  <c:v>28.75</c:v>
                </c:pt>
                <c:pt idx="7758">
                  <c:v>28.75</c:v>
                </c:pt>
                <c:pt idx="7759">
                  <c:v>28.75</c:v>
                </c:pt>
                <c:pt idx="7760">
                  <c:v>28.75</c:v>
                </c:pt>
                <c:pt idx="7761">
                  <c:v>28.75</c:v>
                </c:pt>
                <c:pt idx="7762">
                  <c:v>28.75</c:v>
                </c:pt>
                <c:pt idx="7763">
                  <c:v>28.75</c:v>
                </c:pt>
                <c:pt idx="7764">
                  <c:v>28.75</c:v>
                </c:pt>
                <c:pt idx="7765">
                  <c:v>28.75</c:v>
                </c:pt>
                <c:pt idx="7766">
                  <c:v>28.75</c:v>
                </c:pt>
                <c:pt idx="7767">
                  <c:v>28.75</c:v>
                </c:pt>
                <c:pt idx="7768">
                  <c:v>28.75</c:v>
                </c:pt>
                <c:pt idx="7769">
                  <c:v>28.75</c:v>
                </c:pt>
                <c:pt idx="7770">
                  <c:v>28.75</c:v>
                </c:pt>
                <c:pt idx="7771">
                  <c:v>28.75</c:v>
                </c:pt>
                <c:pt idx="7772">
                  <c:v>28.75</c:v>
                </c:pt>
                <c:pt idx="7773">
                  <c:v>28.75</c:v>
                </c:pt>
                <c:pt idx="7774">
                  <c:v>28.75</c:v>
                </c:pt>
                <c:pt idx="7775">
                  <c:v>28.75</c:v>
                </c:pt>
                <c:pt idx="7776">
                  <c:v>28.75</c:v>
                </c:pt>
                <c:pt idx="7777">
                  <c:v>28.75</c:v>
                </c:pt>
                <c:pt idx="7778">
                  <c:v>28.75</c:v>
                </c:pt>
                <c:pt idx="7779">
                  <c:v>28.75</c:v>
                </c:pt>
                <c:pt idx="7780">
                  <c:v>28.75</c:v>
                </c:pt>
                <c:pt idx="7781">
                  <c:v>28.75</c:v>
                </c:pt>
                <c:pt idx="7782">
                  <c:v>28.75</c:v>
                </c:pt>
                <c:pt idx="7783">
                  <c:v>28.75</c:v>
                </c:pt>
                <c:pt idx="7784">
                  <c:v>28.75</c:v>
                </c:pt>
                <c:pt idx="7785">
                  <c:v>28.75</c:v>
                </c:pt>
                <c:pt idx="7786">
                  <c:v>28.75</c:v>
                </c:pt>
                <c:pt idx="7787">
                  <c:v>28.7</c:v>
                </c:pt>
                <c:pt idx="7788">
                  <c:v>28.7</c:v>
                </c:pt>
                <c:pt idx="7789">
                  <c:v>28.7</c:v>
                </c:pt>
                <c:pt idx="7790">
                  <c:v>28.7</c:v>
                </c:pt>
                <c:pt idx="7791">
                  <c:v>28.7</c:v>
                </c:pt>
                <c:pt idx="7792">
                  <c:v>28.7</c:v>
                </c:pt>
                <c:pt idx="7793">
                  <c:v>28.7</c:v>
                </c:pt>
                <c:pt idx="7794">
                  <c:v>28.7</c:v>
                </c:pt>
                <c:pt idx="7795">
                  <c:v>28.7</c:v>
                </c:pt>
                <c:pt idx="7796">
                  <c:v>28.7</c:v>
                </c:pt>
                <c:pt idx="7797">
                  <c:v>28.7</c:v>
                </c:pt>
                <c:pt idx="7798">
                  <c:v>28.7</c:v>
                </c:pt>
                <c:pt idx="7799">
                  <c:v>28.7</c:v>
                </c:pt>
                <c:pt idx="7800">
                  <c:v>28.7</c:v>
                </c:pt>
                <c:pt idx="7801">
                  <c:v>28.7</c:v>
                </c:pt>
                <c:pt idx="7802">
                  <c:v>28.7</c:v>
                </c:pt>
                <c:pt idx="7803">
                  <c:v>28.7</c:v>
                </c:pt>
                <c:pt idx="7804">
                  <c:v>28.7</c:v>
                </c:pt>
                <c:pt idx="7805">
                  <c:v>28.7</c:v>
                </c:pt>
                <c:pt idx="7806">
                  <c:v>28.7</c:v>
                </c:pt>
                <c:pt idx="7807">
                  <c:v>28.7</c:v>
                </c:pt>
                <c:pt idx="7808">
                  <c:v>28.7</c:v>
                </c:pt>
                <c:pt idx="7809">
                  <c:v>28.7</c:v>
                </c:pt>
                <c:pt idx="7810">
                  <c:v>28.7</c:v>
                </c:pt>
                <c:pt idx="7811">
                  <c:v>28.7</c:v>
                </c:pt>
                <c:pt idx="7812">
                  <c:v>28.7</c:v>
                </c:pt>
                <c:pt idx="7813">
                  <c:v>28.7</c:v>
                </c:pt>
                <c:pt idx="7814">
                  <c:v>28.7</c:v>
                </c:pt>
                <c:pt idx="7815">
                  <c:v>28.7</c:v>
                </c:pt>
                <c:pt idx="7816">
                  <c:v>28.7</c:v>
                </c:pt>
                <c:pt idx="7817">
                  <c:v>28.7</c:v>
                </c:pt>
                <c:pt idx="7818">
                  <c:v>28.7</c:v>
                </c:pt>
                <c:pt idx="7819">
                  <c:v>28.7</c:v>
                </c:pt>
                <c:pt idx="7820">
                  <c:v>28.7</c:v>
                </c:pt>
                <c:pt idx="7821">
                  <c:v>28.7</c:v>
                </c:pt>
                <c:pt idx="7822">
                  <c:v>28.7</c:v>
                </c:pt>
                <c:pt idx="7823">
                  <c:v>28.7</c:v>
                </c:pt>
                <c:pt idx="7824">
                  <c:v>28.7</c:v>
                </c:pt>
                <c:pt idx="7825">
                  <c:v>28.7</c:v>
                </c:pt>
                <c:pt idx="7826">
                  <c:v>28.7</c:v>
                </c:pt>
                <c:pt idx="7827">
                  <c:v>28.7</c:v>
                </c:pt>
                <c:pt idx="7828">
                  <c:v>28.7</c:v>
                </c:pt>
                <c:pt idx="7829">
                  <c:v>28.7</c:v>
                </c:pt>
                <c:pt idx="7830">
                  <c:v>28.65</c:v>
                </c:pt>
                <c:pt idx="7831">
                  <c:v>28.65</c:v>
                </c:pt>
                <c:pt idx="7832">
                  <c:v>28.65</c:v>
                </c:pt>
                <c:pt idx="7833">
                  <c:v>28.65</c:v>
                </c:pt>
                <c:pt idx="7834">
                  <c:v>28.65</c:v>
                </c:pt>
                <c:pt idx="7835">
                  <c:v>28.65</c:v>
                </c:pt>
                <c:pt idx="7836">
                  <c:v>28.65</c:v>
                </c:pt>
                <c:pt idx="7837">
                  <c:v>28.65</c:v>
                </c:pt>
                <c:pt idx="7838">
                  <c:v>28.65</c:v>
                </c:pt>
                <c:pt idx="7839">
                  <c:v>28.65</c:v>
                </c:pt>
                <c:pt idx="7840">
                  <c:v>28.65</c:v>
                </c:pt>
                <c:pt idx="7841">
                  <c:v>28.65</c:v>
                </c:pt>
                <c:pt idx="7842">
                  <c:v>28.65</c:v>
                </c:pt>
                <c:pt idx="7843">
                  <c:v>28.65</c:v>
                </c:pt>
                <c:pt idx="7844">
                  <c:v>28.65</c:v>
                </c:pt>
                <c:pt idx="7845">
                  <c:v>28.65</c:v>
                </c:pt>
                <c:pt idx="7846">
                  <c:v>28.65</c:v>
                </c:pt>
                <c:pt idx="7847">
                  <c:v>28.65</c:v>
                </c:pt>
                <c:pt idx="7848">
                  <c:v>28.65</c:v>
                </c:pt>
                <c:pt idx="7849">
                  <c:v>28.65</c:v>
                </c:pt>
                <c:pt idx="7850">
                  <c:v>28.65</c:v>
                </c:pt>
                <c:pt idx="7851">
                  <c:v>28.65</c:v>
                </c:pt>
                <c:pt idx="7852">
                  <c:v>28.65</c:v>
                </c:pt>
                <c:pt idx="7853">
                  <c:v>28.65</c:v>
                </c:pt>
                <c:pt idx="7854">
                  <c:v>28.65</c:v>
                </c:pt>
                <c:pt idx="7855">
                  <c:v>28.65</c:v>
                </c:pt>
                <c:pt idx="7856">
                  <c:v>28.65</c:v>
                </c:pt>
                <c:pt idx="7857">
                  <c:v>28.65</c:v>
                </c:pt>
                <c:pt idx="7858">
                  <c:v>28.65</c:v>
                </c:pt>
                <c:pt idx="7859">
                  <c:v>28.65</c:v>
                </c:pt>
                <c:pt idx="7860">
                  <c:v>28.65</c:v>
                </c:pt>
                <c:pt idx="7861">
                  <c:v>28.65</c:v>
                </c:pt>
                <c:pt idx="7862">
                  <c:v>28.65</c:v>
                </c:pt>
                <c:pt idx="7863">
                  <c:v>28.65</c:v>
                </c:pt>
                <c:pt idx="7864">
                  <c:v>28.65</c:v>
                </c:pt>
                <c:pt idx="7865">
                  <c:v>28.65</c:v>
                </c:pt>
                <c:pt idx="7866">
                  <c:v>28.65</c:v>
                </c:pt>
                <c:pt idx="7867">
                  <c:v>28.65</c:v>
                </c:pt>
                <c:pt idx="7868">
                  <c:v>28.65</c:v>
                </c:pt>
                <c:pt idx="7869">
                  <c:v>28.65</c:v>
                </c:pt>
                <c:pt idx="7870">
                  <c:v>28.65</c:v>
                </c:pt>
                <c:pt idx="7871">
                  <c:v>28.6</c:v>
                </c:pt>
                <c:pt idx="7872">
                  <c:v>28.6</c:v>
                </c:pt>
                <c:pt idx="7873">
                  <c:v>28.65</c:v>
                </c:pt>
                <c:pt idx="7874">
                  <c:v>28.6</c:v>
                </c:pt>
                <c:pt idx="7875">
                  <c:v>28.6</c:v>
                </c:pt>
                <c:pt idx="7876">
                  <c:v>28.6</c:v>
                </c:pt>
                <c:pt idx="7877">
                  <c:v>28.6</c:v>
                </c:pt>
                <c:pt idx="7878">
                  <c:v>28.6</c:v>
                </c:pt>
                <c:pt idx="7879">
                  <c:v>28.6</c:v>
                </c:pt>
                <c:pt idx="7880">
                  <c:v>28.6</c:v>
                </c:pt>
                <c:pt idx="7881">
                  <c:v>28.6</c:v>
                </c:pt>
                <c:pt idx="7882">
                  <c:v>28.6</c:v>
                </c:pt>
                <c:pt idx="7883">
                  <c:v>28.6</c:v>
                </c:pt>
                <c:pt idx="7884">
                  <c:v>28.6</c:v>
                </c:pt>
                <c:pt idx="7885">
                  <c:v>28.6</c:v>
                </c:pt>
                <c:pt idx="7886">
                  <c:v>28.6</c:v>
                </c:pt>
                <c:pt idx="7887">
                  <c:v>28.6</c:v>
                </c:pt>
                <c:pt idx="7888">
                  <c:v>28.6</c:v>
                </c:pt>
                <c:pt idx="7889">
                  <c:v>28.6</c:v>
                </c:pt>
                <c:pt idx="7890">
                  <c:v>28.6</c:v>
                </c:pt>
                <c:pt idx="7891">
                  <c:v>28.6</c:v>
                </c:pt>
                <c:pt idx="7892">
                  <c:v>28.6</c:v>
                </c:pt>
                <c:pt idx="7893">
                  <c:v>28.6</c:v>
                </c:pt>
                <c:pt idx="7894">
                  <c:v>28.6</c:v>
                </c:pt>
                <c:pt idx="7895">
                  <c:v>28.6</c:v>
                </c:pt>
                <c:pt idx="7896">
                  <c:v>28.6</c:v>
                </c:pt>
                <c:pt idx="7897">
                  <c:v>28.6</c:v>
                </c:pt>
                <c:pt idx="7898">
                  <c:v>28.6</c:v>
                </c:pt>
                <c:pt idx="7899">
                  <c:v>28.6</c:v>
                </c:pt>
                <c:pt idx="7900">
                  <c:v>28.6</c:v>
                </c:pt>
                <c:pt idx="7901">
                  <c:v>28.6</c:v>
                </c:pt>
                <c:pt idx="7902">
                  <c:v>28.6</c:v>
                </c:pt>
                <c:pt idx="7903">
                  <c:v>28.6</c:v>
                </c:pt>
                <c:pt idx="7904">
                  <c:v>28.6</c:v>
                </c:pt>
                <c:pt idx="7905">
                  <c:v>28.6</c:v>
                </c:pt>
                <c:pt idx="7906">
                  <c:v>28.6</c:v>
                </c:pt>
                <c:pt idx="7907">
                  <c:v>28.6</c:v>
                </c:pt>
                <c:pt idx="7908">
                  <c:v>28.55</c:v>
                </c:pt>
                <c:pt idx="7909">
                  <c:v>28.55</c:v>
                </c:pt>
                <c:pt idx="7910">
                  <c:v>28.6</c:v>
                </c:pt>
                <c:pt idx="7911">
                  <c:v>28.55</c:v>
                </c:pt>
                <c:pt idx="7912">
                  <c:v>28.55</c:v>
                </c:pt>
                <c:pt idx="7913">
                  <c:v>28.55</c:v>
                </c:pt>
                <c:pt idx="7914">
                  <c:v>28.55</c:v>
                </c:pt>
                <c:pt idx="7915">
                  <c:v>28.55</c:v>
                </c:pt>
                <c:pt idx="7916">
                  <c:v>28.55</c:v>
                </c:pt>
                <c:pt idx="7917">
                  <c:v>28.55</c:v>
                </c:pt>
                <c:pt idx="7918">
                  <c:v>28.55</c:v>
                </c:pt>
                <c:pt idx="7919">
                  <c:v>28.55</c:v>
                </c:pt>
                <c:pt idx="7920">
                  <c:v>28.55</c:v>
                </c:pt>
                <c:pt idx="7921">
                  <c:v>28.55</c:v>
                </c:pt>
                <c:pt idx="7922">
                  <c:v>28.55</c:v>
                </c:pt>
                <c:pt idx="7923">
                  <c:v>28.55</c:v>
                </c:pt>
                <c:pt idx="7924">
                  <c:v>28.55</c:v>
                </c:pt>
                <c:pt idx="7925">
                  <c:v>28.55</c:v>
                </c:pt>
                <c:pt idx="7926">
                  <c:v>28.55</c:v>
                </c:pt>
                <c:pt idx="7927">
                  <c:v>28.55</c:v>
                </c:pt>
                <c:pt idx="7928">
                  <c:v>28.55</c:v>
                </c:pt>
                <c:pt idx="7929">
                  <c:v>28.55</c:v>
                </c:pt>
                <c:pt idx="7930">
                  <c:v>28.55</c:v>
                </c:pt>
                <c:pt idx="7931">
                  <c:v>28.55</c:v>
                </c:pt>
                <c:pt idx="7932">
                  <c:v>28.55</c:v>
                </c:pt>
                <c:pt idx="7933">
                  <c:v>28.55</c:v>
                </c:pt>
                <c:pt idx="7934">
                  <c:v>28.55</c:v>
                </c:pt>
                <c:pt idx="7935">
                  <c:v>28.55</c:v>
                </c:pt>
                <c:pt idx="7936">
                  <c:v>28.55</c:v>
                </c:pt>
                <c:pt idx="7937">
                  <c:v>28.55</c:v>
                </c:pt>
                <c:pt idx="7938">
                  <c:v>28.55</c:v>
                </c:pt>
                <c:pt idx="7939">
                  <c:v>28.55</c:v>
                </c:pt>
                <c:pt idx="7940">
                  <c:v>28.55</c:v>
                </c:pt>
                <c:pt idx="7941">
                  <c:v>28.55</c:v>
                </c:pt>
                <c:pt idx="7942">
                  <c:v>28.55</c:v>
                </c:pt>
                <c:pt idx="7943">
                  <c:v>28.55</c:v>
                </c:pt>
                <c:pt idx="7944">
                  <c:v>28.55</c:v>
                </c:pt>
                <c:pt idx="7945">
                  <c:v>28.55</c:v>
                </c:pt>
                <c:pt idx="7946">
                  <c:v>28.55</c:v>
                </c:pt>
                <c:pt idx="7947">
                  <c:v>28.55</c:v>
                </c:pt>
                <c:pt idx="7948">
                  <c:v>28.55</c:v>
                </c:pt>
                <c:pt idx="7949">
                  <c:v>28.55</c:v>
                </c:pt>
                <c:pt idx="7950">
                  <c:v>28.55</c:v>
                </c:pt>
                <c:pt idx="7951">
                  <c:v>28.5</c:v>
                </c:pt>
                <c:pt idx="7952">
                  <c:v>28.5</c:v>
                </c:pt>
                <c:pt idx="7953">
                  <c:v>28.5</c:v>
                </c:pt>
                <c:pt idx="7954">
                  <c:v>28.5</c:v>
                </c:pt>
                <c:pt idx="7955">
                  <c:v>28.5</c:v>
                </c:pt>
                <c:pt idx="7956">
                  <c:v>28.5</c:v>
                </c:pt>
                <c:pt idx="7957">
                  <c:v>28.5</c:v>
                </c:pt>
                <c:pt idx="7958">
                  <c:v>28.5</c:v>
                </c:pt>
                <c:pt idx="7959">
                  <c:v>28.5</c:v>
                </c:pt>
                <c:pt idx="7960">
                  <c:v>28.5</c:v>
                </c:pt>
                <c:pt idx="7961">
                  <c:v>28.5</c:v>
                </c:pt>
                <c:pt idx="7962">
                  <c:v>28.5</c:v>
                </c:pt>
                <c:pt idx="7963">
                  <c:v>28.5</c:v>
                </c:pt>
                <c:pt idx="7964">
                  <c:v>28.5</c:v>
                </c:pt>
                <c:pt idx="7965">
                  <c:v>28.5</c:v>
                </c:pt>
                <c:pt idx="7966">
                  <c:v>28.5</c:v>
                </c:pt>
                <c:pt idx="7967">
                  <c:v>28.5</c:v>
                </c:pt>
                <c:pt idx="7968">
                  <c:v>28.5</c:v>
                </c:pt>
                <c:pt idx="7969">
                  <c:v>28.5</c:v>
                </c:pt>
                <c:pt idx="7970">
                  <c:v>28.5</c:v>
                </c:pt>
                <c:pt idx="7971">
                  <c:v>28.5</c:v>
                </c:pt>
                <c:pt idx="7972">
                  <c:v>28.5</c:v>
                </c:pt>
                <c:pt idx="7973">
                  <c:v>28.5</c:v>
                </c:pt>
                <c:pt idx="7974">
                  <c:v>28.5</c:v>
                </c:pt>
                <c:pt idx="7975">
                  <c:v>28.5</c:v>
                </c:pt>
                <c:pt idx="7976">
                  <c:v>28.5</c:v>
                </c:pt>
                <c:pt idx="7977">
                  <c:v>28.5</c:v>
                </c:pt>
                <c:pt idx="7978">
                  <c:v>28.5</c:v>
                </c:pt>
                <c:pt idx="7979">
                  <c:v>28.5</c:v>
                </c:pt>
                <c:pt idx="7980">
                  <c:v>28.5</c:v>
                </c:pt>
                <c:pt idx="7981">
                  <c:v>28.5</c:v>
                </c:pt>
                <c:pt idx="7982">
                  <c:v>28.5</c:v>
                </c:pt>
                <c:pt idx="7983">
                  <c:v>28.5</c:v>
                </c:pt>
                <c:pt idx="7984">
                  <c:v>28.5</c:v>
                </c:pt>
                <c:pt idx="7985">
                  <c:v>28.5</c:v>
                </c:pt>
                <c:pt idx="7986">
                  <c:v>28.5</c:v>
                </c:pt>
                <c:pt idx="7987">
                  <c:v>28.5</c:v>
                </c:pt>
                <c:pt idx="7988">
                  <c:v>28.5</c:v>
                </c:pt>
                <c:pt idx="7989">
                  <c:v>28.5</c:v>
                </c:pt>
                <c:pt idx="7990">
                  <c:v>28.5</c:v>
                </c:pt>
                <c:pt idx="7991">
                  <c:v>28.5</c:v>
                </c:pt>
                <c:pt idx="7992">
                  <c:v>28.5</c:v>
                </c:pt>
                <c:pt idx="7993">
                  <c:v>28.5</c:v>
                </c:pt>
                <c:pt idx="7994">
                  <c:v>28.5</c:v>
                </c:pt>
                <c:pt idx="7995">
                  <c:v>28.5</c:v>
                </c:pt>
                <c:pt idx="7996">
                  <c:v>28.5</c:v>
                </c:pt>
                <c:pt idx="7997">
                  <c:v>28.5</c:v>
                </c:pt>
                <c:pt idx="7998">
                  <c:v>28.5</c:v>
                </c:pt>
                <c:pt idx="7999">
                  <c:v>28.5</c:v>
                </c:pt>
                <c:pt idx="8000">
                  <c:v>28.5</c:v>
                </c:pt>
                <c:pt idx="8001">
                  <c:v>28.5</c:v>
                </c:pt>
                <c:pt idx="8002">
                  <c:v>28.5</c:v>
                </c:pt>
                <c:pt idx="8003">
                  <c:v>28.5</c:v>
                </c:pt>
                <c:pt idx="8004">
                  <c:v>28.5</c:v>
                </c:pt>
                <c:pt idx="8005">
                  <c:v>28.5</c:v>
                </c:pt>
                <c:pt idx="8006">
                  <c:v>28.5</c:v>
                </c:pt>
                <c:pt idx="8007">
                  <c:v>28.5</c:v>
                </c:pt>
                <c:pt idx="8008">
                  <c:v>28.5</c:v>
                </c:pt>
                <c:pt idx="8009">
                  <c:v>28.5</c:v>
                </c:pt>
                <c:pt idx="8010">
                  <c:v>28.5</c:v>
                </c:pt>
                <c:pt idx="8011">
                  <c:v>28.5</c:v>
                </c:pt>
                <c:pt idx="8012">
                  <c:v>28.5</c:v>
                </c:pt>
                <c:pt idx="8013">
                  <c:v>28.5</c:v>
                </c:pt>
                <c:pt idx="8014">
                  <c:v>28.45</c:v>
                </c:pt>
                <c:pt idx="8015">
                  <c:v>28.5</c:v>
                </c:pt>
                <c:pt idx="8016">
                  <c:v>28.45</c:v>
                </c:pt>
                <c:pt idx="8017">
                  <c:v>28.45</c:v>
                </c:pt>
                <c:pt idx="8018">
                  <c:v>28.45</c:v>
                </c:pt>
                <c:pt idx="8019">
                  <c:v>28.45</c:v>
                </c:pt>
                <c:pt idx="8020">
                  <c:v>28.45</c:v>
                </c:pt>
                <c:pt idx="8021">
                  <c:v>28.45</c:v>
                </c:pt>
                <c:pt idx="8022">
                  <c:v>28.45</c:v>
                </c:pt>
                <c:pt idx="8023">
                  <c:v>28.45</c:v>
                </c:pt>
                <c:pt idx="8024">
                  <c:v>28.45</c:v>
                </c:pt>
                <c:pt idx="8025">
                  <c:v>28.45</c:v>
                </c:pt>
                <c:pt idx="8026">
                  <c:v>28.45</c:v>
                </c:pt>
                <c:pt idx="8027">
                  <c:v>28.45</c:v>
                </c:pt>
                <c:pt idx="8028">
                  <c:v>28.45</c:v>
                </c:pt>
                <c:pt idx="8029">
                  <c:v>28.45</c:v>
                </c:pt>
                <c:pt idx="8030">
                  <c:v>28.45</c:v>
                </c:pt>
                <c:pt idx="8031">
                  <c:v>28.45</c:v>
                </c:pt>
                <c:pt idx="8032">
                  <c:v>28.45</c:v>
                </c:pt>
                <c:pt idx="8033">
                  <c:v>28.45</c:v>
                </c:pt>
                <c:pt idx="8034">
                  <c:v>28.45</c:v>
                </c:pt>
                <c:pt idx="8035">
                  <c:v>28.45</c:v>
                </c:pt>
                <c:pt idx="8036">
                  <c:v>28.45</c:v>
                </c:pt>
                <c:pt idx="8037">
                  <c:v>28.45</c:v>
                </c:pt>
                <c:pt idx="8038">
                  <c:v>28.45</c:v>
                </c:pt>
                <c:pt idx="8039">
                  <c:v>28.45</c:v>
                </c:pt>
                <c:pt idx="8040">
                  <c:v>28.45</c:v>
                </c:pt>
                <c:pt idx="8041">
                  <c:v>28.45</c:v>
                </c:pt>
                <c:pt idx="8042">
                  <c:v>28.45</c:v>
                </c:pt>
                <c:pt idx="8043">
                  <c:v>28.45</c:v>
                </c:pt>
                <c:pt idx="8044">
                  <c:v>28.45</c:v>
                </c:pt>
                <c:pt idx="8045">
                  <c:v>28.45</c:v>
                </c:pt>
                <c:pt idx="8046">
                  <c:v>28.45</c:v>
                </c:pt>
                <c:pt idx="8047">
                  <c:v>28.45</c:v>
                </c:pt>
                <c:pt idx="8048">
                  <c:v>28.45</c:v>
                </c:pt>
                <c:pt idx="8049">
                  <c:v>28.45</c:v>
                </c:pt>
                <c:pt idx="8050">
                  <c:v>28.45</c:v>
                </c:pt>
                <c:pt idx="8051">
                  <c:v>28.45</c:v>
                </c:pt>
                <c:pt idx="8052">
                  <c:v>28.4</c:v>
                </c:pt>
                <c:pt idx="8053">
                  <c:v>28.4</c:v>
                </c:pt>
                <c:pt idx="8054">
                  <c:v>28.45</c:v>
                </c:pt>
                <c:pt idx="8055">
                  <c:v>28.45</c:v>
                </c:pt>
                <c:pt idx="8056">
                  <c:v>28.4</c:v>
                </c:pt>
                <c:pt idx="8057">
                  <c:v>28.4</c:v>
                </c:pt>
                <c:pt idx="8058">
                  <c:v>28.4</c:v>
                </c:pt>
                <c:pt idx="8059">
                  <c:v>28.4</c:v>
                </c:pt>
                <c:pt idx="8060">
                  <c:v>28.4</c:v>
                </c:pt>
                <c:pt idx="8061">
                  <c:v>28.4</c:v>
                </c:pt>
                <c:pt idx="8062">
                  <c:v>28.4</c:v>
                </c:pt>
                <c:pt idx="8063">
                  <c:v>28.4</c:v>
                </c:pt>
                <c:pt idx="8064">
                  <c:v>28.4</c:v>
                </c:pt>
                <c:pt idx="8065">
                  <c:v>28.4</c:v>
                </c:pt>
                <c:pt idx="8066">
                  <c:v>28.4</c:v>
                </c:pt>
                <c:pt idx="8067">
                  <c:v>28.4</c:v>
                </c:pt>
                <c:pt idx="8068">
                  <c:v>28.4</c:v>
                </c:pt>
                <c:pt idx="8069">
                  <c:v>28.4</c:v>
                </c:pt>
                <c:pt idx="8070">
                  <c:v>28.4</c:v>
                </c:pt>
                <c:pt idx="8071">
                  <c:v>28.4</c:v>
                </c:pt>
                <c:pt idx="8072">
                  <c:v>28.4</c:v>
                </c:pt>
                <c:pt idx="8073">
                  <c:v>28.4</c:v>
                </c:pt>
                <c:pt idx="8074">
                  <c:v>28.4</c:v>
                </c:pt>
                <c:pt idx="8075">
                  <c:v>28.4</c:v>
                </c:pt>
                <c:pt idx="8076">
                  <c:v>28.4</c:v>
                </c:pt>
                <c:pt idx="8077">
                  <c:v>28.4</c:v>
                </c:pt>
                <c:pt idx="8078">
                  <c:v>28.4</c:v>
                </c:pt>
                <c:pt idx="8079">
                  <c:v>28.4</c:v>
                </c:pt>
                <c:pt idx="8080">
                  <c:v>28.4</c:v>
                </c:pt>
                <c:pt idx="8081">
                  <c:v>28.4</c:v>
                </c:pt>
                <c:pt idx="8082">
                  <c:v>28.4</c:v>
                </c:pt>
                <c:pt idx="8083">
                  <c:v>28.4</c:v>
                </c:pt>
                <c:pt idx="8084">
                  <c:v>28.4</c:v>
                </c:pt>
                <c:pt idx="8085">
                  <c:v>28.4</c:v>
                </c:pt>
                <c:pt idx="8086">
                  <c:v>28.4</c:v>
                </c:pt>
                <c:pt idx="8087">
                  <c:v>28.4</c:v>
                </c:pt>
                <c:pt idx="8088">
                  <c:v>28.4</c:v>
                </c:pt>
                <c:pt idx="8089">
                  <c:v>28.4</c:v>
                </c:pt>
                <c:pt idx="8090">
                  <c:v>28.4</c:v>
                </c:pt>
                <c:pt idx="8091">
                  <c:v>28.4</c:v>
                </c:pt>
                <c:pt idx="8092">
                  <c:v>28.4</c:v>
                </c:pt>
                <c:pt idx="8093">
                  <c:v>28.4</c:v>
                </c:pt>
                <c:pt idx="8094">
                  <c:v>28.4</c:v>
                </c:pt>
                <c:pt idx="8095">
                  <c:v>28.4</c:v>
                </c:pt>
                <c:pt idx="8096">
                  <c:v>28.4</c:v>
                </c:pt>
                <c:pt idx="8097">
                  <c:v>28.4</c:v>
                </c:pt>
                <c:pt idx="8098">
                  <c:v>28.4</c:v>
                </c:pt>
                <c:pt idx="8099">
                  <c:v>28.4</c:v>
                </c:pt>
                <c:pt idx="8100">
                  <c:v>28.4</c:v>
                </c:pt>
                <c:pt idx="8101">
                  <c:v>28.4</c:v>
                </c:pt>
                <c:pt idx="8102">
                  <c:v>28.4</c:v>
                </c:pt>
                <c:pt idx="8103">
                  <c:v>28.4</c:v>
                </c:pt>
                <c:pt idx="8104">
                  <c:v>28.35</c:v>
                </c:pt>
                <c:pt idx="8105">
                  <c:v>28.35</c:v>
                </c:pt>
                <c:pt idx="8106">
                  <c:v>28.35</c:v>
                </c:pt>
                <c:pt idx="8107">
                  <c:v>28.35</c:v>
                </c:pt>
                <c:pt idx="8108">
                  <c:v>28.35</c:v>
                </c:pt>
                <c:pt idx="8109">
                  <c:v>28.35</c:v>
                </c:pt>
                <c:pt idx="8110">
                  <c:v>28.35</c:v>
                </c:pt>
                <c:pt idx="8111">
                  <c:v>28.35</c:v>
                </c:pt>
                <c:pt idx="8112">
                  <c:v>28.35</c:v>
                </c:pt>
                <c:pt idx="8113">
                  <c:v>28.35</c:v>
                </c:pt>
                <c:pt idx="8114">
                  <c:v>28.35</c:v>
                </c:pt>
                <c:pt idx="8115">
                  <c:v>28.35</c:v>
                </c:pt>
                <c:pt idx="8116">
                  <c:v>28.35</c:v>
                </c:pt>
                <c:pt idx="8117">
                  <c:v>28.35</c:v>
                </c:pt>
                <c:pt idx="8118">
                  <c:v>28.35</c:v>
                </c:pt>
                <c:pt idx="8119">
                  <c:v>28.35</c:v>
                </c:pt>
                <c:pt idx="8120">
                  <c:v>28.35</c:v>
                </c:pt>
                <c:pt idx="8121">
                  <c:v>28.35</c:v>
                </c:pt>
                <c:pt idx="8122">
                  <c:v>28.35</c:v>
                </c:pt>
                <c:pt idx="8123">
                  <c:v>28.35</c:v>
                </c:pt>
                <c:pt idx="8124">
                  <c:v>28.35</c:v>
                </c:pt>
                <c:pt idx="8125">
                  <c:v>28.35</c:v>
                </c:pt>
                <c:pt idx="8126">
                  <c:v>28.35</c:v>
                </c:pt>
                <c:pt idx="8127">
                  <c:v>28.35</c:v>
                </c:pt>
                <c:pt idx="8128">
                  <c:v>28.35</c:v>
                </c:pt>
                <c:pt idx="8129">
                  <c:v>28.35</c:v>
                </c:pt>
                <c:pt idx="8130">
                  <c:v>28.35</c:v>
                </c:pt>
                <c:pt idx="8131">
                  <c:v>28.35</c:v>
                </c:pt>
                <c:pt idx="8132">
                  <c:v>28.35</c:v>
                </c:pt>
                <c:pt idx="8133">
                  <c:v>28.35</c:v>
                </c:pt>
                <c:pt idx="8134">
                  <c:v>28.35</c:v>
                </c:pt>
                <c:pt idx="8135">
                  <c:v>28.35</c:v>
                </c:pt>
                <c:pt idx="8136">
                  <c:v>28.35</c:v>
                </c:pt>
                <c:pt idx="8137">
                  <c:v>28.35</c:v>
                </c:pt>
                <c:pt idx="8138">
                  <c:v>28.35</c:v>
                </c:pt>
                <c:pt idx="8139">
                  <c:v>28.35</c:v>
                </c:pt>
                <c:pt idx="8140">
                  <c:v>28.35</c:v>
                </c:pt>
                <c:pt idx="8141">
                  <c:v>28.35</c:v>
                </c:pt>
                <c:pt idx="8142">
                  <c:v>28.35</c:v>
                </c:pt>
                <c:pt idx="8143">
                  <c:v>28.35</c:v>
                </c:pt>
                <c:pt idx="8144">
                  <c:v>28.3</c:v>
                </c:pt>
                <c:pt idx="8145">
                  <c:v>28.3</c:v>
                </c:pt>
                <c:pt idx="8146">
                  <c:v>28.3</c:v>
                </c:pt>
                <c:pt idx="8147">
                  <c:v>28.3</c:v>
                </c:pt>
                <c:pt idx="8148">
                  <c:v>28.3</c:v>
                </c:pt>
                <c:pt idx="8149">
                  <c:v>28.3</c:v>
                </c:pt>
                <c:pt idx="8150">
                  <c:v>28.3</c:v>
                </c:pt>
                <c:pt idx="8151">
                  <c:v>28.3</c:v>
                </c:pt>
                <c:pt idx="8152">
                  <c:v>28.3</c:v>
                </c:pt>
                <c:pt idx="8153">
                  <c:v>28.3</c:v>
                </c:pt>
                <c:pt idx="8154">
                  <c:v>28.3</c:v>
                </c:pt>
                <c:pt idx="8155">
                  <c:v>28.3</c:v>
                </c:pt>
                <c:pt idx="8156">
                  <c:v>28.3</c:v>
                </c:pt>
                <c:pt idx="8157">
                  <c:v>28.3</c:v>
                </c:pt>
                <c:pt idx="8158">
                  <c:v>28.3</c:v>
                </c:pt>
                <c:pt idx="8159">
                  <c:v>28.3</c:v>
                </c:pt>
                <c:pt idx="8160">
                  <c:v>28.3</c:v>
                </c:pt>
                <c:pt idx="8161">
                  <c:v>28.3</c:v>
                </c:pt>
                <c:pt idx="8162">
                  <c:v>28.3</c:v>
                </c:pt>
                <c:pt idx="8163">
                  <c:v>28.3</c:v>
                </c:pt>
                <c:pt idx="8164">
                  <c:v>28.3</c:v>
                </c:pt>
                <c:pt idx="8165">
                  <c:v>28.3</c:v>
                </c:pt>
                <c:pt idx="8166">
                  <c:v>28.3</c:v>
                </c:pt>
                <c:pt idx="8167">
                  <c:v>28.3</c:v>
                </c:pt>
                <c:pt idx="8168">
                  <c:v>28.3</c:v>
                </c:pt>
                <c:pt idx="8169">
                  <c:v>28.3</c:v>
                </c:pt>
                <c:pt idx="8170">
                  <c:v>28.3</c:v>
                </c:pt>
                <c:pt idx="8171">
                  <c:v>28.3</c:v>
                </c:pt>
                <c:pt idx="8172">
                  <c:v>28.3</c:v>
                </c:pt>
                <c:pt idx="8173">
                  <c:v>28.3</c:v>
                </c:pt>
                <c:pt idx="8174">
                  <c:v>28.3</c:v>
                </c:pt>
                <c:pt idx="8175">
                  <c:v>28.3</c:v>
                </c:pt>
                <c:pt idx="8176">
                  <c:v>28.3</c:v>
                </c:pt>
                <c:pt idx="8177">
                  <c:v>28.3</c:v>
                </c:pt>
                <c:pt idx="8178">
                  <c:v>28.3</c:v>
                </c:pt>
                <c:pt idx="8179">
                  <c:v>28.3</c:v>
                </c:pt>
                <c:pt idx="8180">
                  <c:v>28.3</c:v>
                </c:pt>
                <c:pt idx="8181">
                  <c:v>28.3</c:v>
                </c:pt>
                <c:pt idx="8182">
                  <c:v>28.3</c:v>
                </c:pt>
                <c:pt idx="8183">
                  <c:v>28.3</c:v>
                </c:pt>
                <c:pt idx="8184">
                  <c:v>28.3</c:v>
                </c:pt>
                <c:pt idx="8185">
                  <c:v>28.3</c:v>
                </c:pt>
                <c:pt idx="8186">
                  <c:v>28.3</c:v>
                </c:pt>
                <c:pt idx="8187">
                  <c:v>28.3</c:v>
                </c:pt>
                <c:pt idx="8188">
                  <c:v>28.3</c:v>
                </c:pt>
                <c:pt idx="8189">
                  <c:v>28.3</c:v>
                </c:pt>
                <c:pt idx="8190">
                  <c:v>28.3</c:v>
                </c:pt>
                <c:pt idx="8191">
                  <c:v>28.3</c:v>
                </c:pt>
                <c:pt idx="8192">
                  <c:v>28.3</c:v>
                </c:pt>
                <c:pt idx="8193">
                  <c:v>28.3</c:v>
                </c:pt>
                <c:pt idx="8194">
                  <c:v>28.3</c:v>
                </c:pt>
                <c:pt idx="8195">
                  <c:v>28.3</c:v>
                </c:pt>
                <c:pt idx="8196">
                  <c:v>28.3</c:v>
                </c:pt>
                <c:pt idx="8197">
                  <c:v>28.3</c:v>
                </c:pt>
                <c:pt idx="8198">
                  <c:v>28.25</c:v>
                </c:pt>
                <c:pt idx="8199">
                  <c:v>28.3</c:v>
                </c:pt>
                <c:pt idx="8200">
                  <c:v>28.3</c:v>
                </c:pt>
                <c:pt idx="8201">
                  <c:v>28.25</c:v>
                </c:pt>
                <c:pt idx="8202">
                  <c:v>28.3</c:v>
                </c:pt>
                <c:pt idx="8203">
                  <c:v>28.3</c:v>
                </c:pt>
                <c:pt idx="8204">
                  <c:v>28.3</c:v>
                </c:pt>
                <c:pt idx="8205">
                  <c:v>28.3</c:v>
                </c:pt>
                <c:pt idx="8206">
                  <c:v>28.3</c:v>
                </c:pt>
                <c:pt idx="8207">
                  <c:v>28.3</c:v>
                </c:pt>
                <c:pt idx="8208">
                  <c:v>28.25</c:v>
                </c:pt>
                <c:pt idx="8209">
                  <c:v>28.25</c:v>
                </c:pt>
                <c:pt idx="8210">
                  <c:v>28.25</c:v>
                </c:pt>
                <c:pt idx="8211">
                  <c:v>28.25</c:v>
                </c:pt>
                <c:pt idx="8212">
                  <c:v>28.25</c:v>
                </c:pt>
                <c:pt idx="8213">
                  <c:v>28.3</c:v>
                </c:pt>
                <c:pt idx="8214">
                  <c:v>28.25</c:v>
                </c:pt>
                <c:pt idx="8215">
                  <c:v>28.25</c:v>
                </c:pt>
                <c:pt idx="8216">
                  <c:v>28.25</c:v>
                </c:pt>
                <c:pt idx="8217">
                  <c:v>28.25</c:v>
                </c:pt>
                <c:pt idx="8218">
                  <c:v>28.25</c:v>
                </c:pt>
                <c:pt idx="8219">
                  <c:v>28.25</c:v>
                </c:pt>
                <c:pt idx="8220">
                  <c:v>28.25</c:v>
                </c:pt>
                <c:pt idx="8221">
                  <c:v>28.25</c:v>
                </c:pt>
                <c:pt idx="8222">
                  <c:v>28.3</c:v>
                </c:pt>
                <c:pt idx="8223">
                  <c:v>28.25</c:v>
                </c:pt>
                <c:pt idx="8224">
                  <c:v>28.25</c:v>
                </c:pt>
                <c:pt idx="8225">
                  <c:v>28.25</c:v>
                </c:pt>
                <c:pt idx="8226">
                  <c:v>28.25</c:v>
                </c:pt>
                <c:pt idx="8227">
                  <c:v>28.25</c:v>
                </c:pt>
                <c:pt idx="8228">
                  <c:v>28.25</c:v>
                </c:pt>
                <c:pt idx="8229">
                  <c:v>28.25</c:v>
                </c:pt>
                <c:pt idx="8230">
                  <c:v>28.25</c:v>
                </c:pt>
                <c:pt idx="8231">
                  <c:v>28.25</c:v>
                </c:pt>
                <c:pt idx="8232">
                  <c:v>28.25</c:v>
                </c:pt>
                <c:pt idx="8233">
                  <c:v>28.25</c:v>
                </c:pt>
                <c:pt idx="8234">
                  <c:v>28.25</c:v>
                </c:pt>
                <c:pt idx="8235">
                  <c:v>28.25</c:v>
                </c:pt>
                <c:pt idx="8236">
                  <c:v>28.25</c:v>
                </c:pt>
                <c:pt idx="8237">
                  <c:v>28.25</c:v>
                </c:pt>
                <c:pt idx="8238">
                  <c:v>28.25</c:v>
                </c:pt>
                <c:pt idx="8239">
                  <c:v>28.25</c:v>
                </c:pt>
                <c:pt idx="8240">
                  <c:v>28.25</c:v>
                </c:pt>
                <c:pt idx="8241">
                  <c:v>28.25</c:v>
                </c:pt>
                <c:pt idx="8242">
                  <c:v>28.25</c:v>
                </c:pt>
                <c:pt idx="8243">
                  <c:v>28.25</c:v>
                </c:pt>
                <c:pt idx="8244">
                  <c:v>28.2</c:v>
                </c:pt>
                <c:pt idx="8245">
                  <c:v>28.25</c:v>
                </c:pt>
                <c:pt idx="8246">
                  <c:v>28.25</c:v>
                </c:pt>
                <c:pt idx="8247">
                  <c:v>28.2</c:v>
                </c:pt>
                <c:pt idx="8248">
                  <c:v>28.2</c:v>
                </c:pt>
                <c:pt idx="8249">
                  <c:v>28.2</c:v>
                </c:pt>
                <c:pt idx="8250">
                  <c:v>28.25</c:v>
                </c:pt>
                <c:pt idx="8251">
                  <c:v>28.25</c:v>
                </c:pt>
                <c:pt idx="8252">
                  <c:v>28.2</c:v>
                </c:pt>
                <c:pt idx="8253">
                  <c:v>28.25</c:v>
                </c:pt>
                <c:pt idx="8254">
                  <c:v>28.25</c:v>
                </c:pt>
                <c:pt idx="8255">
                  <c:v>28.25</c:v>
                </c:pt>
                <c:pt idx="8256">
                  <c:v>28.25</c:v>
                </c:pt>
                <c:pt idx="8257">
                  <c:v>28.25</c:v>
                </c:pt>
                <c:pt idx="8258">
                  <c:v>28.25</c:v>
                </c:pt>
                <c:pt idx="8259">
                  <c:v>28.25</c:v>
                </c:pt>
                <c:pt idx="8260">
                  <c:v>28.25</c:v>
                </c:pt>
                <c:pt idx="8261">
                  <c:v>28.25</c:v>
                </c:pt>
                <c:pt idx="8262">
                  <c:v>28.25</c:v>
                </c:pt>
                <c:pt idx="8263">
                  <c:v>28.2</c:v>
                </c:pt>
                <c:pt idx="8264">
                  <c:v>28.2</c:v>
                </c:pt>
                <c:pt idx="8265">
                  <c:v>28.2</c:v>
                </c:pt>
                <c:pt idx="8266">
                  <c:v>28.2</c:v>
                </c:pt>
                <c:pt idx="8267">
                  <c:v>28.2</c:v>
                </c:pt>
                <c:pt idx="8268">
                  <c:v>28.2</c:v>
                </c:pt>
                <c:pt idx="8269">
                  <c:v>28.2</c:v>
                </c:pt>
                <c:pt idx="8270">
                  <c:v>28.2</c:v>
                </c:pt>
                <c:pt idx="8271">
                  <c:v>28.2</c:v>
                </c:pt>
                <c:pt idx="8272">
                  <c:v>28.2</c:v>
                </c:pt>
                <c:pt idx="8273">
                  <c:v>28.2</c:v>
                </c:pt>
                <c:pt idx="8274">
                  <c:v>28.2</c:v>
                </c:pt>
                <c:pt idx="8275">
                  <c:v>28.2</c:v>
                </c:pt>
                <c:pt idx="8276">
                  <c:v>28.2</c:v>
                </c:pt>
                <c:pt idx="8277">
                  <c:v>28.2</c:v>
                </c:pt>
                <c:pt idx="8278">
                  <c:v>28.2</c:v>
                </c:pt>
                <c:pt idx="8279">
                  <c:v>28.2</c:v>
                </c:pt>
                <c:pt idx="8280">
                  <c:v>28.2</c:v>
                </c:pt>
                <c:pt idx="8281">
                  <c:v>28.2</c:v>
                </c:pt>
                <c:pt idx="8282">
                  <c:v>28.2</c:v>
                </c:pt>
                <c:pt idx="8283">
                  <c:v>28.2</c:v>
                </c:pt>
                <c:pt idx="8284">
                  <c:v>28.2</c:v>
                </c:pt>
                <c:pt idx="8285">
                  <c:v>28.2</c:v>
                </c:pt>
                <c:pt idx="8286">
                  <c:v>28.2</c:v>
                </c:pt>
                <c:pt idx="8287">
                  <c:v>28.2</c:v>
                </c:pt>
                <c:pt idx="8288">
                  <c:v>28.2</c:v>
                </c:pt>
                <c:pt idx="8289">
                  <c:v>28.2</c:v>
                </c:pt>
                <c:pt idx="8290">
                  <c:v>28.2</c:v>
                </c:pt>
                <c:pt idx="8291">
                  <c:v>28.2</c:v>
                </c:pt>
                <c:pt idx="8292">
                  <c:v>28.2</c:v>
                </c:pt>
                <c:pt idx="8293">
                  <c:v>28.2</c:v>
                </c:pt>
                <c:pt idx="8294">
                  <c:v>28.2</c:v>
                </c:pt>
                <c:pt idx="8295">
                  <c:v>28.2</c:v>
                </c:pt>
                <c:pt idx="8296">
                  <c:v>28.2</c:v>
                </c:pt>
                <c:pt idx="8297">
                  <c:v>28.2</c:v>
                </c:pt>
                <c:pt idx="8298">
                  <c:v>28.2</c:v>
                </c:pt>
                <c:pt idx="8299">
                  <c:v>28.2</c:v>
                </c:pt>
                <c:pt idx="8300">
                  <c:v>28.2</c:v>
                </c:pt>
                <c:pt idx="8301">
                  <c:v>28.2</c:v>
                </c:pt>
                <c:pt idx="8302">
                  <c:v>28.2</c:v>
                </c:pt>
                <c:pt idx="8303">
                  <c:v>28.2</c:v>
                </c:pt>
                <c:pt idx="8304">
                  <c:v>28.2</c:v>
                </c:pt>
                <c:pt idx="8305">
                  <c:v>28.2</c:v>
                </c:pt>
                <c:pt idx="8306">
                  <c:v>28.2</c:v>
                </c:pt>
                <c:pt idx="8307">
                  <c:v>28.2</c:v>
                </c:pt>
                <c:pt idx="8308">
                  <c:v>28.15</c:v>
                </c:pt>
                <c:pt idx="8309">
                  <c:v>28.15</c:v>
                </c:pt>
                <c:pt idx="8310">
                  <c:v>28.15</c:v>
                </c:pt>
                <c:pt idx="8311">
                  <c:v>28.15</c:v>
                </c:pt>
                <c:pt idx="8312">
                  <c:v>28.15</c:v>
                </c:pt>
                <c:pt idx="8313">
                  <c:v>28.15</c:v>
                </c:pt>
                <c:pt idx="8314">
                  <c:v>28.15</c:v>
                </c:pt>
                <c:pt idx="8315">
                  <c:v>28.15</c:v>
                </c:pt>
                <c:pt idx="8316">
                  <c:v>28.15</c:v>
                </c:pt>
                <c:pt idx="8317">
                  <c:v>28.15</c:v>
                </c:pt>
                <c:pt idx="8318">
                  <c:v>28.15</c:v>
                </c:pt>
                <c:pt idx="8319">
                  <c:v>28.15</c:v>
                </c:pt>
                <c:pt idx="8320">
                  <c:v>28.15</c:v>
                </c:pt>
                <c:pt idx="8321">
                  <c:v>28.15</c:v>
                </c:pt>
                <c:pt idx="8322">
                  <c:v>28.15</c:v>
                </c:pt>
                <c:pt idx="8323">
                  <c:v>28.15</c:v>
                </c:pt>
                <c:pt idx="8324">
                  <c:v>28.15</c:v>
                </c:pt>
                <c:pt idx="8325">
                  <c:v>28.15</c:v>
                </c:pt>
                <c:pt idx="8326">
                  <c:v>28.15</c:v>
                </c:pt>
                <c:pt idx="8327">
                  <c:v>28.15</c:v>
                </c:pt>
                <c:pt idx="8328">
                  <c:v>28.15</c:v>
                </c:pt>
                <c:pt idx="8329">
                  <c:v>28.15</c:v>
                </c:pt>
                <c:pt idx="8330">
                  <c:v>28.15</c:v>
                </c:pt>
                <c:pt idx="8331">
                  <c:v>28.15</c:v>
                </c:pt>
                <c:pt idx="8332">
                  <c:v>28.15</c:v>
                </c:pt>
                <c:pt idx="8333">
                  <c:v>28.15</c:v>
                </c:pt>
                <c:pt idx="8334">
                  <c:v>28.15</c:v>
                </c:pt>
                <c:pt idx="8335">
                  <c:v>28.15</c:v>
                </c:pt>
                <c:pt idx="8336">
                  <c:v>28.15</c:v>
                </c:pt>
                <c:pt idx="8337">
                  <c:v>28.15</c:v>
                </c:pt>
                <c:pt idx="8338">
                  <c:v>28.15</c:v>
                </c:pt>
                <c:pt idx="8339">
                  <c:v>28.15</c:v>
                </c:pt>
                <c:pt idx="8340">
                  <c:v>28.15</c:v>
                </c:pt>
                <c:pt idx="8341">
                  <c:v>28.15</c:v>
                </c:pt>
                <c:pt idx="8342">
                  <c:v>28.15</c:v>
                </c:pt>
                <c:pt idx="8343">
                  <c:v>28.15</c:v>
                </c:pt>
                <c:pt idx="8344">
                  <c:v>28.15</c:v>
                </c:pt>
                <c:pt idx="8345">
                  <c:v>28.1</c:v>
                </c:pt>
                <c:pt idx="8346">
                  <c:v>28.15</c:v>
                </c:pt>
                <c:pt idx="8347">
                  <c:v>28.1</c:v>
                </c:pt>
                <c:pt idx="8348">
                  <c:v>28.15</c:v>
                </c:pt>
                <c:pt idx="8349">
                  <c:v>28.1</c:v>
                </c:pt>
                <c:pt idx="8350">
                  <c:v>28.15</c:v>
                </c:pt>
                <c:pt idx="8351">
                  <c:v>28.15</c:v>
                </c:pt>
                <c:pt idx="8352">
                  <c:v>28.1</c:v>
                </c:pt>
                <c:pt idx="8353">
                  <c:v>28.1</c:v>
                </c:pt>
                <c:pt idx="8354">
                  <c:v>28.1</c:v>
                </c:pt>
                <c:pt idx="8355">
                  <c:v>28.1</c:v>
                </c:pt>
                <c:pt idx="8356">
                  <c:v>28.1</c:v>
                </c:pt>
                <c:pt idx="8357">
                  <c:v>28.1</c:v>
                </c:pt>
                <c:pt idx="8358">
                  <c:v>28.1</c:v>
                </c:pt>
                <c:pt idx="8359">
                  <c:v>28.1</c:v>
                </c:pt>
                <c:pt idx="8360">
                  <c:v>28.1</c:v>
                </c:pt>
                <c:pt idx="8361">
                  <c:v>28.1</c:v>
                </c:pt>
                <c:pt idx="8362">
                  <c:v>28.1</c:v>
                </c:pt>
                <c:pt idx="8363">
                  <c:v>28.1</c:v>
                </c:pt>
                <c:pt idx="8364">
                  <c:v>28.1</c:v>
                </c:pt>
                <c:pt idx="8365">
                  <c:v>28.1</c:v>
                </c:pt>
                <c:pt idx="8366">
                  <c:v>28.1</c:v>
                </c:pt>
                <c:pt idx="8367">
                  <c:v>28.1</c:v>
                </c:pt>
                <c:pt idx="8368">
                  <c:v>28.1</c:v>
                </c:pt>
                <c:pt idx="8369">
                  <c:v>28.1</c:v>
                </c:pt>
                <c:pt idx="8370">
                  <c:v>28.1</c:v>
                </c:pt>
                <c:pt idx="8371">
                  <c:v>28.1</c:v>
                </c:pt>
                <c:pt idx="8372">
                  <c:v>28.1</c:v>
                </c:pt>
                <c:pt idx="8373">
                  <c:v>28.1</c:v>
                </c:pt>
                <c:pt idx="8374">
                  <c:v>28.1</c:v>
                </c:pt>
                <c:pt idx="8375">
                  <c:v>28.1</c:v>
                </c:pt>
                <c:pt idx="8376">
                  <c:v>28.1</c:v>
                </c:pt>
                <c:pt idx="8377">
                  <c:v>28.1</c:v>
                </c:pt>
                <c:pt idx="8378">
                  <c:v>28.1</c:v>
                </c:pt>
                <c:pt idx="8379">
                  <c:v>28.1</c:v>
                </c:pt>
                <c:pt idx="8380">
                  <c:v>28.1</c:v>
                </c:pt>
                <c:pt idx="8381">
                  <c:v>28.1</c:v>
                </c:pt>
                <c:pt idx="8382">
                  <c:v>28.1</c:v>
                </c:pt>
                <c:pt idx="8383">
                  <c:v>28.1</c:v>
                </c:pt>
                <c:pt idx="8384">
                  <c:v>28.1</c:v>
                </c:pt>
                <c:pt idx="8385">
                  <c:v>28.1</c:v>
                </c:pt>
                <c:pt idx="8386">
                  <c:v>28.1</c:v>
                </c:pt>
                <c:pt idx="8387">
                  <c:v>28.1</c:v>
                </c:pt>
                <c:pt idx="8388">
                  <c:v>28.1</c:v>
                </c:pt>
                <c:pt idx="8389">
                  <c:v>28.1</c:v>
                </c:pt>
                <c:pt idx="8390">
                  <c:v>28.1</c:v>
                </c:pt>
                <c:pt idx="8391">
                  <c:v>28.1</c:v>
                </c:pt>
                <c:pt idx="8392">
                  <c:v>28.1</c:v>
                </c:pt>
                <c:pt idx="8393">
                  <c:v>28.1</c:v>
                </c:pt>
                <c:pt idx="8394">
                  <c:v>28.1</c:v>
                </c:pt>
                <c:pt idx="8395">
                  <c:v>28.1</c:v>
                </c:pt>
                <c:pt idx="8396">
                  <c:v>28.1</c:v>
                </c:pt>
                <c:pt idx="8397">
                  <c:v>28.1</c:v>
                </c:pt>
                <c:pt idx="8398">
                  <c:v>28.1</c:v>
                </c:pt>
                <c:pt idx="8399">
                  <c:v>28.05</c:v>
                </c:pt>
                <c:pt idx="8400">
                  <c:v>28.05</c:v>
                </c:pt>
                <c:pt idx="8401">
                  <c:v>28.05</c:v>
                </c:pt>
                <c:pt idx="8402">
                  <c:v>28.05</c:v>
                </c:pt>
                <c:pt idx="8403">
                  <c:v>28.05</c:v>
                </c:pt>
                <c:pt idx="8404">
                  <c:v>28.05</c:v>
                </c:pt>
                <c:pt idx="8405">
                  <c:v>28.05</c:v>
                </c:pt>
                <c:pt idx="8406">
                  <c:v>28.05</c:v>
                </c:pt>
                <c:pt idx="8407">
                  <c:v>28.05</c:v>
                </c:pt>
                <c:pt idx="8408">
                  <c:v>28.05</c:v>
                </c:pt>
                <c:pt idx="8409">
                  <c:v>28.05</c:v>
                </c:pt>
                <c:pt idx="8410">
                  <c:v>28.05</c:v>
                </c:pt>
                <c:pt idx="8411">
                  <c:v>28.05</c:v>
                </c:pt>
                <c:pt idx="8412">
                  <c:v>28.05</c:v>
                </c:pt>
                <c:pt idx="8413">
                  <c:v>28.05</c:v>
                </c:pt>
                <c:pt idx="8414">
                  <c:v>28.05</c:v>
                </c:pt>
                <c:pt idx="8415">
                  <c:v>28.05</c:v>
                </c:pt>
                <c:pt idx="8416">
                  <c:v>28.05</c:v>
                </c:pt>
                <c:pt idx="8417">
                  <c:v>28.05</c:v>
                </c:pt>
                <c:pt idx="8418">
                  <c:v>28.05</c:v>
                </c:pt>
                <c:pt idx="8419">
                  <c:v>28.05</c:v>
                </c:pt>
                <c:pt idx="8420">
                  <c:v>28.05</c:v>
                </c:pt>
                <c:pt idx="8421">
                  <c:v>28.05</c:v>
                </c:pt>
                <c:pt idx="8422">
                  <c:v>28.05</c:v>
                </c:pt>
                <c:pt idx="8423">
                  <c:v>28.05</c:v>
                </c:pt>
                <c:pt idx="8424">
                  <c:v>28.05</c:v>
                </c:pt>
                <c:pt idx="8425">
                  <c:v>28.05</c:v>
                </c:pt>
                <c:pt idx="8426">
                  <c:v>28.05</c:v>
                </c:pt>
                <c:pt idx="8427">
                  <c:v>28.05</c:v>
                </c:pt>
                <c:pt idx="8428">
                  <c:v>28.05</c:v>
                </c:pt>
                <c:pt idx="8429">
                  <c:v>28.05</c:v>
                </c:pt>
                <c:pt idx="8430">
                  <c:v>28.05</c:v>
                </c:pt>
                <c:pt idx="8431">
                  <c:v>28.05</c:v>
                </c:pt>
                <c:pt idx="8432">
                  <c:v>28.05</c:v>
                </c:pt>
                <c:pt idx="8433">
                  <c:v>28.05</c:v>
                </c:pt>
                <c:pt idx="8434">
                  <c:v>28.05</c:v>
                </c:pt>
                <c:pt idx="8435">
                  <c:v>28.05</c:v>
                </c:pt>
                <c:pt idx="8436">
                  <c:v>28.05</c:v>
                </c:pt>
                <c:pt idx="8437">
                  <c:v>28.05</c:v>
                </c:pt>
                <c:pt idx="8438">
                  <c:v>28.05</c:v>
                </c:pt>
                <c:pt idx="8439">
                  <c:v>28.05</c:v>
                </c:pt>
                <c:pt idx="8440">
                  <c:v>28.05</c:v>
                </c:pt>
                <c:pt idx="8441">
                  <c:v>28.05</c:v>
                </c:pt>
                <c:pt idx="8442">
                  <c:v>28.05</c:v>
                </c:pt>
                <c:pt idx="8443">
                  <c:v>28.05</c:v>
                </c:pt>
                <c:pt idx="8444">
                  <c:v>28.05</c:v>
                </c:pt>
                <c:pt idx="8445">
                  <c:v>28</c:v>
                </c:pt>
                <c:pt idx="8446">
                  <c:v>28</c:v>
                </c:pt>
                <c:pt idx="8447">
                  <c:v>28</c:v>
                </c:pt>
                <c:pt idx="8448">
                  <c:v>28.05</c:v>
                </c:pt>
                <c:pt idx="8449">
                  <c:v>28</c:v>
                </c:pt>
                <c:pt idx="8450">
                  <c:v>28</c:v>
                </c:pt>
                <c:pt idx="8451">
                  <c:v>28</c:v>
                </c:pt>
                <c:pt idx="8452">
                  <c:v>28</c:v>
                </c:pt>
                <c:pt idx="8453">
                  <c:v>28</c:v>
                </c:pt>
                <c:pt idx="8454">
                  <c:v>28</c:v>
                </c:pt>
                <c:pt idx="8455">
                  <c:v>28</c:v>
                </c:pt>
                <c:pt idx="8456">
                  <c:v>28</c:v>
                </c:pt>
                <c:pt idx="8457">
                  <c:v>28</c:v>
                </c:pt>
                <c:pt idx="8458">
                  <c:v>28</c:v>
                </c:pt>
                <c:pt idx="8459">
                  <c:v>28</c:v>
                </c:pt>
                <c:pt idx="8460">
                  <c:v>28</c:v>
                </c:pt>
                <c:pt idx="8461">
                  <c:v>28</c:v>
                </c:pt>
                <c:pt idx="8462">
                  <c:v>28</c:v>
                </c:pt>
                <c:pt idx="8463">
                  <c:v>28</c:v>
                </c:pt>
                <c:pt idx="8464">
                  <c:v>28</c:v>
                </c:pt>
                <c:pt idx="8465">
                  <c:v>28</c:v>
                </c:pt>
                <c:pt idx="8466">
                  <c:v>28</c:v>
                </c:pt>
                <c:pt idx="8467">
                  <c:v>28</c:v>
                </c:pt>
                <c:pt idx="8468">
                  <c:v>28</c:v>
                </c:pt>
                <c:pt idx="8469">
                  <c:v>28</c:v>
                </c:pt>
                <c:pt idx="8470">
                  <c:v>28</c:v>
                </c:pt>
                <c:pt idx="8471">
                  <c:v>28</c:v>
                </c:pt>
                <c:pt idx="8472">
                  <c:v>28</c:v>
                </c:pt>
                <c:pt idx="8473">
                  <c:v>28</c:v>
                </c:pt>
                <c:pt idx="8474">
                  <c:v>28</c:v>
                </c:pt>
                <c:pt idx="8475">
                  <c:v>28</c:v>
                </c:pt>
                <c:pt idx="8476">
                  <c:v>28</c:v>
                </c:pt>
                <c:pt idx="8477">
                  <c:v>28</c:v>
                </c:pt>
                <c:pt idx="8478">
                  <c:v>28</c:v>
                </c:pt>
                <c:pt idx="8479">
                  <c:v>28</c:v>
                </c:pt>
                <c:pt idx="8480">
                  <c:v>28</c:v>
                </c:pt>
                <c:pt idx="8481">
                  <c:v>28</c:v>
                </c:pt>
                <c:pt idx="8482">
                  <c:v>28</c:v>
                </c:pt>
                <c:pt idx="8483">
                  <c:v>27.95</c:v>
                </c:pt>
                <c:pt idx="8484">
                  <c:v>28</c:v>
                </c:pt>
                <c:pt idx="8485">
                  <c:v>28</c:v>
                </c:pt>
                <c:pt idx="8486">
                  <c:v>27.95</c:v>
                </c:pt>
                <c:pt idx="8487">
                  <c:v>28</c:v>
                </c:pt>
                <c:pt idx="8488">
                  <c:v>27.95</c:v>
                </c:pt>
                <c:pt idx="8489">
                  <c:v>27.95</c:v>
                </c:pt>
                <c:pt idx="8490">
                  <c:v>28</c:v>
                </c:pt>
                <c:pt idx="8491">
                  <c:v>28</c:v>
                </c:pt>
                <c:pt idx="8492">
                  <c:v>28</c:v>
                </c:pt>
                <c:pt idx="8493">
                  <c:v>28</c:v>
                </c:pt>
                <c:pt idx="8494">
                  <c:v>28</c:v>
                </c:pt>
                <c:pt idx="8495">
                  <c:v>27.95</c:v>
                </c:pt>
                <c:pt idx="8496">
                  <c:v>27.95</c:v>
                </c:pt>
                <c:pt idx="8497">
                  <c:v>27.95</c:v>
                </c:pt>
                <c:pt idx="8498">
                  <c:v>28</c:v>
                </c:pt>
                <c:pt idx="8499">
                  <c:v>27.95</c:v>
                </c:pt>
                <c:pt idx="8500">
                  <c:v>28</c:v>
                </c:pt>
                <c:pt idx="8501">
                  <c:v>27.95</c:v>
                </c:pt>
                <c:pt idx="8502">
                  <c:v>27.95</c:v>
                </c:pt>
                <c:pt idx="8503">
                  <c:v>27.95</c:v>
                </c:pt>
                <c:pt idx="8504">
                  <c:v>27.95</c:v>
                </c:pt>
                <c:pt idx="8505">
                  <c:v>27.95</c:v>
                </c:pt>
                <c:pt idx="8506">
                  <c:v>27.95</c:v>
                </c:pt>
                <c:pt idx="8507">
                  <c:v>27.95</c:v>
                </c:pt>
                <c:pt idx="8508">
                  <c:v>27.95</c:v>
                </c:pt>
                <c:pt idx="8509">
                  <c:v>27.95</c:v>
                </c:pt>
                <c:pt idx="8510">
                  <c:v>27.95</c:v>
                </c:pt>
                <c:pt idx="8511">
                  <c:v>27.95</c:v>
                </c:pt>
                <c:pt idx="8512">
                  <c:v>27.95</c:v>
                </c:pt>
                <c:pt idx="8513">
                  <c:v>27.95</c:v>
                </c:pt>
                <c:pt idx="8514">
                  <c:v>27.95</c:v>
                </c:pt>
                <c:pt idx="8515">
                  <c:v>27.95</c:v>
                </c:pt>
                <c:pt idx="8516">
                  <c:v>27.95</c:v>
                </c:pt>
                <c:pt idx="8517">
                  <c:v>27.95</c:v>
                </c:pt>
                <c:pt idx="8518">
                  <c:v>27.95</c:v>
                </c:pt>
                <c:pt idx="8519">
                  <c:v>27.95</c:v>
                </c:pt>
                <c:pt idx="8520">
                  <c:v>27.95</c:v>
                </c:pt>
                <c:pt idx="8521">
                  <c:v>27.95</c:v>
                </c:pt>
                <c:pt idx="8522">
                  <c:v>27.95</c:v>
                </c:pt>
                <c:pt idx="8523">
                  <c:v>27.95</c:v>
                </c:pt>
                <c:pt idx="8524">
                  <c:v>27.95</c:v>
                </c:pt>
                <c:pt idx="8525">
                  <c:v>27.95</c:v>
                </c:pt>
                <c:pt idx="8526">
                  <c:v>27.95</c:v>
                </c:pt>
                <c:pt idx="8527">
                  <c:v>27.95</c:v>
                </c:pt>
                <c:pt idx="8528">
                  <c:v>27.95</c:v>
                </c:pt>
                <c:pt idx="8529">
                  <c:v>27.95</c:v>
                </c:pt>
                <c:pt idx="8530">
                  <c:v>27.95</c:v>
                </c:pt>
                <c:pt idx="8531">
                  <c:v>27.95</c:v>
                </c:pt>
                <c:pt idx="8532">
                  <c:v>27.95</c:v>
                </c:pt>
                <c:pt idx="8533">
                  <c:v>27.95</c:v>
                </c:pt>
                <c:pt idx="8534">
                  <c:v>27.95</c:v>
                </c:pt>
                <c:pt idx="8535">
                  <c:v>27.95</c:v>
                </c:pt>
                <c:pt idx="8536">
                  <c:v>27.95</c:v>
                </c:pt>
                <c:pt idx="8537">
                  <c:v>27.95</c:v>
                </c:pt>
                <c:pt idx="8538">
                  <c:v>27.95</c:v>
                </c:pt>
                <c:pt idx="8539">
                  <c:v>27.95</c:v>
                </c:pt>
                <c:pt idx="8540">
                  <c:v>27.9</c:v>
                </c:pt>
                <c:pt idx="8541">
                  <c:v>27.95</c:v>
                </c:pt>
                <c:pt idx="8542">
                  <c:v>27.9</c:v>
                </c:pt>
                <c:pt idx="8543">
                  <c:v>27.9</c:v>
                </c:pt>
                <c:pt idx="8544">
                  <c:v>27.9</c:v>
                </c:pt>
                <c:pt idx="8545">
                  <c:v>27.9</c:v>
                </c:pt>
                <c:pt idx="8546">
                  <c:v>27.9</c:v>
                </c:pt>
                <c:pt idx="8547">
                  <c:v>27.9</c:v>
                </c:pt>
                <c:pt idx="8548">
                  <c:v>27.9</c:v>
                </c:pt>
                <c:pt idx="8549">
                  <c:v>27.9</c:v>
                </c:pt>
                <c:pt idx="8550">
                  <c:v>27.9</c:v>
                </c:pt>
                <c:pt idx="8551">
                  <c:v>27.9</c:v>
                </c:pt>
                <c:pt idx="8552">
                  <c:v>27.9</c:v>
                </c:pt>
                <c:pt idx="8553">
                  <c:v>27.9</c:v>
                </c:pt>
                <c:pt idx="8554">
                  <c:v>27.9</c:v>
                </c:pt>
                <c:pt idx="8555">
                  <c:v>27.9</c:v>
                </c:pt>
                <c:pt idx="8556">
                  <c:v>27.9</c:v>
                </c:pt>
                <c:pt idx="8557">
                  <c:v>27.9</c:v>
                </c:pt>
                <c:pt idx="8558">
                  <c:v>27.9</c:v>
                </c:pt>
                <c:pt idx="8559">
                  <c:v>27.9</c:v>
                </c:pt>
                <c:pt idx="8560">
                  <c:v>27.9</c:v>
                </c:pt>
                <c:pt idx="8561">
                  <c:v>27.9</c:v>
                </c:pt>
                <c:pt idx="8562">
                  <c:v>27.9</c:v>
                </c:pt>
                <c:pt idx="8563">
                  <c:v>27.9</c:v>
                </c:pt>
                <c:pt idx="8564">
                  <c:v>27.9</c:v>
                </c:pt>
                <c:pt idx="8565">
                  <c:v>27.9</c:v>
                </c:pt>
                <c:pt idx="8566">
                  <c:v>27.9</c:v>
                </c:pt>
                <c:pt idx="8567">
                  <c:v>27.9</c:v>
                </c:pt>
                <c:pt idx="8568">
                  <c:v>27.9</c:v>
                </c:pt>
                <c:pt idx="8569">
                  <c:v>27.9</c:v>
                </c:pt>
                <c:pt idx="8570">
                  <c:v>27.9</c:v>
                </c:pt>
                <c:pt idx="8571">
                  <c:v>27.9</c:v>
                </c:pt>
                <c:pt idx="8572">
                  <c:v>27.9</c:v>
                </c:pt>
                <c:pt idx="8573">
                  <c:v>27.9</c:v>
                </c:pt>
                <c:pt idx="8574">
                  <c:v>27.9</c:v>
                </c:pt>
                <c:pt idx="8575">
                  <c:v>27.9</c:v>
                </c:pt>
                <c:pt idx="8576">
                  <c:v>27.9</c:v>
                </c:pt>
                <c:pt idx="8577">
                  <c:v>27.9</c:v>
                </c:pt>
                <c:pt idx="8578">
                  <c:v>27.9</c:v>
                </c:pt>
                <c:pt idx="8579">
                  <c:v>27.9</c:v>
                </c:pt>
                <c:pt idx="8580">
                  <c:v>27.85</c:v>
                </c:pt>
                <c:pt idx="8581">
                  <c:v>27.85</c:v>
                </c:pt>
                <c:pt idx="8582">
                  <c:v>27.9</c:v>
                </c:pt>
                <c:pt idx="8583">
                  <c:v>27.85</c:v>
                </c:pt>
                <c:pt idx="8584">
                  <c:v>27.85</c:v>
                </c:pt>
                <c:pt idx="8585">
                  <c:v>27.85</c:v>
                </c:pt>
                <c:pt idx="8586">
                  <c:v>27.85</c:v>
                </c:pt>
                <c:pt idx="8587">
                  <c:v>27.85</c:v>
                </c:pt>
                <c:pt idx="8588">
                  <c:v>27.85</c:v>
                </c:pt>
                <c:pt idx="8589">
                  <c:v>27.85</c:v>
                </c:pt>
                <c:pt idx="8590">
                  <c:v>27.85</c:v>
                </c:pt>
                <c:pt idx="8591">
                  <c:v>27.85</c:v>
                </c:pt>
                <c:pt idx="8592">
                  <c:v>27.85</c:v>
                </c:pt>
                <c:pt idx="8593">
                  <c:v>27.85</c:v>
                </c:pt>
                <c:pt idx="8594">
                  <c:v>27.85</c:v>
                </c:pt>
                <c:pt idx="8595">
                  <c:v>27.85</c:v>
                </c:pt>
                <c:pt idx="8596">
                  <c:v>27.85</c:v>
                </c:pt>
                <c:pt idx="8597">
                  <c:v>27.85</c:v>
                </c:pt>
                <c:pt idx="8598">
                  <c:v>27.85</c:v>
                </c:pt>
                <c:pt idx="8599">
                  <c:v>27.85</c:v>
                </c:pt>
                <c:pt idx="8600">
                  <c:v>27.85</c:v>
                </c:pt>
                <c:pt idx="8601">
                  <c:v>27.85</c:v>
                </c:pt>
                <c:pt idx="8602">
                  <c:v>27.85</c:v>
                </c:pt>
                <c:pt idx="8603">
                  <c:v>27.85</c:v>
                </c:pt>
                <c:pt idx="8604">
                  <c:v>27.85</c:v>
                </c:pt>
                <c:pt idx="8605">
                  <c:v>27.85</c:v>
                </c:pt>
                <c:pt idx="8606">
                  <c:v>27.85</c:v>
                </c:pt>
                <c:pt idx="8607">
                  <c:v>27.85</c:v>
                </c:pt>
                <c:pt idx="8608">
                  <c:v>27.85</c:v>
                </c:pt>
                <c:pt idx="8609">
                  <c:v>27.85</c:v>
                </c:pt>
                <c:pt idx="8610">
                  <c:v>27.85</c:v>
                </c:pt>
                <c:pt idx="8611">
                  <c:v>27.85</c:v>
                </c:pt>
                <c:pt idx="8612">
                  <c:v>27.85</c:v>
                </c:pt>
                <c:pt idx="8613">
                  <c:v>27.85</c:v>
                </c:pt>
                <c:pt idx="8614">
                  <c:v>27.85</c:v>
                </c:pt>
                <c:pt idx="8615">
                  <c:v>27.85</c:v>
                </c:pt>
                <c:pt idx="8616">
                  <c:v>27.85</c:v>
                </c:pt>
                <c:pt idx="8617">
                  <c:v>27.85</c:v>
                </c:pt>
                <c:pt idx="8618">
                  <c:v>27.85</c:v>
                </c:pt>
                <c:pt idx="8619">
                  <c:v>27.85</c:v>
                </c:pt>
                <c:pt idx="8620">
                  <c:v>27.85</c:v>
                </c:pt>
                <c:pt idx="8621">
                  <c:v>27.85</c:v>
                </c:pt>
                <c:pt idx="8622">
                  <c:v>27.85</c:v>
                </c:pt>
                <c:pt idx="8623">
                  <c:v>27.85</c:v>
                </c:pt>
                <c:pt idx="8624">
                  <c:v>27.85</c:v>
                </c:pt>
                <c:pt idx="8625">
                  <c:v>27.85</c:v>
                </c:pt>
                <c:pt idx="8626">
                  <c:v>27.85</c:v>
                </c:pt>
                <c:pt idx="8627">
                  <c:v>27.85</c:v>
                </c:pt>
                <c:pt idx="8628">
                  <c:v>27.85</c:v>
                </c:pt>
                <c:pt idx="8629">
                  <c:v>27.85</c:v>
                </c:pt>
                <c:pt idx="8630">
                  <c:v>27.85</c:v>
                </c:pt>
                <c:pt idx="8631">
                  <c:v>27.85</c:v>
                </c:pt>
                <c:pt idx="8632">
                  <c:v>27.85</c:v>
                </c:pt>
                <c:pt idx="8633">
                  <c:v>27.85</c:v>
                </c:pt>
                <c:pt idx="8634">
                  <c:v>27.85</c:v>
                </c:pt>
                <c:pt idx="8635">
                  <c:v>27.85</c:v>
                </c:pt>
                <c:pt idx="8636">
                  <c:v>27.85</c:v>
                </c:pt>
                <c:pt idx="8637">
                  <c:v>27.85</c:v>
                </c:pt>
                <c:pt idx="8638">
                  <c:v>27.8</c:v>
                </c:pt>
                <c:pt idx="8639">
                  <c:v>27.8</c:v>
                </c:pt>
                <c:pt idx="8640">
                  <c:v>27.8</c:v>
                </c:pt>
                <c:pt idx="8641">
                  <c:v>27.8</c:v>
                </c:pt>
                <c:pt idx="8642">
                  <c:v>27.8</c:v>
                </c:pt>
                <c:pt idx="8643">
                  <c:v>27.8</c:v>
                </c:pt>
                <c:pt idx="8644">
                  <c:v>27.8</c:v>
                </c:pt>
                <c:pt idx="8645">
                  <c:v>27.8</c:v>
                </c:pt>
                <c:pt idx="8646">
                  <c:v>27.8</c:v>
                </c:pt>
                <c:pt idx="8647">
                  <c:v>27.8</c:v>
                </c:pt>
                <c:pt idx="8648">
                  <c:v>27.8</c:v>
                </c:pt>
                <c:pt idx="8649">
                  <c:v>27.8</c:v>
                </c:pt>
                <c:pt idx="8650">
                  <c:v>27.8</c:v>
                </c:pt>
                <c:pt idx="8651">
                  <c:v>27.8</c:v>
                </c:pt>
                <c:pt idx="8652">
                  <c:v>27.8</c:v>
                </c:pt>
                <c:pt idx="8653">
                  <c:v>27.8</c:v>
                </c:pt>
                <c:pt idx="8654">
                  <c:v>27.8</c:v>
                </c:pt>
                <c:pt idx="8655">
                  <c:v>27.8</c:v>
                </c:pt>
                <c:pt idx="8656">
                  <c:v>27.8</c:v>
                </c:pt>
                <c:pt idx="8657">
                  <c:v>27.8</c:v>
                </c:pt>
                <c:pt idx="8658">
                  <c:v>27.8</c:v>
                </c:pt>
                <c:pt idx="8659">
                  <c:v>27.8</c:v>
                </c:pt>
                <c:pt idx="8660">
                  <c:v>27.8</c:v>
                </c:pt>
                <c:pt idx="8661">
                  <c:v>27.8</c:v>
                </c:pt>
                <c:pt idx="8662">
                  <c:v>27.8</c:v>
                </c:pt>
                <c:pt idx="8663">
                  <c:v>27.8</c:v>
                </c:pt>
                <c:pt idx="8664">
                  <c:v>27.8</c:v>
                </c:pt>
                <c:pt idx="8665">
                  <c:v>27.8</c:v>
                </c:pt>
                <c:pt idx="8666">
                  <c:v>27.8</c:v>
                </c:pt>
                <c:pt idx="8667">
                  <c:v>27.8</c:v>
                </c:pt>
                <c:pt idx="8668">
                  <c:v>27.8</c:v>
                </c:pt>
                <c:pt idx="8669">
                  <c:v>27.8</c:v>
                </c:pt>
                <c:pt idx="8670">
                  <c:v>27.8</c:v>
                </c:pt>
                <c:pt idx="8671">
                  <c:v>27.8</c:v>
                </c:pt>
                <c:pt idx="8672">
                  <c:v>27.8</c:v>
                </c:pt>
                <c:pt idx="8673">
                  <c:v>27.8</c:v>
                </c:pt>
                <c:pt idx="8674">
                  <c:v>27.8</c:v>
                </c:pt>
                <c:pt idx="8675">
                  <c:v>27.8</c:v>
                </c:pt>
                <c:pt idx="8676">
                  <c:v>27.8</c:v>
                </c:pt>
                <c:pt idx="8677">
                  <c:v>27.8</c:v>
                </c:pt>
                <c:pt idx="8678">
                  <c:v>27.8</c:v>
                </c:pt>
                <c:pt idx="8679">
                  <c:v>27.8</c:v>
                </c:pt>
                <c:pt idx="8680">
                  <c:v>27.8</c:v>
                </c:pt>
                <c:pt idx="8681">
                  <c:v>27.8</c:v>
                </c:pt>
                <c:pt idx="8682">
                  <c:v>27.75</c:v>
                </c:pt>
                <c:pt idx="8683">
                  <c:v>27.75</c:v>
                </c:pt>
                <c:pt idx="8684">
                  <c:v>27.75</c:v>
                </c:pt>
                <c:pt idx="8685">
                  <c:v>27.75</c:v>
                </c:pt>
                <c:pt idx="8686">
                  <c:v>27.75</c:v>
                </c:pt>
                <c:pt idx="8687">
                  <c:v>27.75</c:v>
                </c:pt>
                <c:pt idx="8688">
                  <c:v>27.75</c:v>
                </c:pt>
                <c:pt idx="8689">
                  <c:v>27.75</c:v>
                </c:pt>
                <c:pt idx="8690">
                  <c:v>27.75</c:v>
                </c:pt>
                <c:pt idx="8691">
                  <c:v>27.75</c:v>
                </c:pt>
                <c:pt idx="8692">
                  <c:v>27.75</c:v>
                </c:pt>
                <c:pt idx="8693">
                  <c:v>27.75</c:v>
                </c:pt>
                <c:pt idx="8694">
                  <c:v>27.75</c:v>
                </c:pt>
                <c:pt idx="8695">
                  <c:v>27.75</c:v>
                </c:pt>
                <c:pt idx="8696">
                  <c:v>27.75</c:v>
                </c:pt>
                <c:pt idx="8697">
                  <c:v>27.75</c:v>
                </c:pt>
                <c:pt idx="8698">
                  <c:v>27.75</c:v>
                </c:pt>
                <c:pt idx="8699">
                  <c:v>27.75</c:v>
                </c:pt>
                <c:pt idx="8700">
                  <c:v>27.75</c:v>
                </c:pt>
                <c:pt idx="8701">
                  <c:v>27.75</c:v>
                </c:pt>
                <c:pt idx="8702">
                  <c:v>27.75</c:v>
                </c:pt>
                <c:pt idx="8703">
                  <c:v>27.75</c:v>
                </c:pt>
                <c:pt idx="8704">
                  <c:v>27.75</c:v>
                </c:pt>
                <c:pt idx="8705">
                  <c:v>27.75</c:v>
                </c:pt>
                <c:pt idx="8706">
                  <c:v>27.75</c:v>
                </c:pt>
                <c:pt idx="8707">
                  <c:v>27.75</c:v>
                </c:pt>
                <c:pt idx="8708">
                  <c:v>27.75</c:v>
                </c:pt>
                <c:pt idx="8709">
                  <c:v>27.75</c:v>
                </c:pt>
                <c:pt idx="8710">
                  <c:v>27.75</c:v>
                </c:pt>
                <c:pt idx="8711">
                  <c:v>27.75</c:v>
                </c:pt>
                <c:pt idx="8712">
                  <c:v>27.75</c:v>
                </c:pt>
                <c:pt idx="8713">
                  <c:v>27.75</c:v>
                </c:pt>
                <c:pt idx="8714">
                  <c:v>27.75</c:v>
                </c:pt>
                <c:pt idx="8715">
                  <c:v>27.75</c:v>
                </c:pt>
                <c:pt idx="8716">
                  <c:v>27.75</c:v>
                </c:pt>
                <c:pt idx="8717">
                  <c:v>27.75</c:v>
                </c:pt>
                <c:pt idx="8718">
                  <c:v>27.75</c:v>
                </c:pt>
                <c:pt idx="8719">
                  <c:v>27.75</c:v>
                </c:pt>
                <c:pt idx="8720">
                  <c:v>27.75</c:v>
                </c:pt>
                <c:pt idx="8721">
                  <c:v>27.75</c:v>
                </c:pt>
                <c:pt idx="8722">
                  <c:v>27.75</c:v>
                </c:pt>
                <c:pt idx="8723">
                  <c:v>27.75</c:v>
                </c:pt>
                <c:pt idx="8724">
                  <c:v>27.7</c:v>
                </c:pt>
                <c:pt idx="8725">
                  <c:v>27.7</c:v>
                </c:pt>
                <c:pt idx="8726">
                  <c:v>27.7</c:v>
                </c:pt>
                <c:pt idx="8727">
                  <c:v>27.75</c:v>
                </c:pt>
                <c:pt idx="8728">
                  <c:v>27.75</c:v>
                </c:pt>
                <c:pt idx="8729">
                  <c:v>27.7</c:v>
                </c:pt>
                <c:pt idx="8730">
                  <c:v>27.75</c:v>
                </c:pt>
                <c:pt idx="8731">
                  <c:v>27.75</c:v>
                </c:pt>
                <c:pt idx="8732">
                  <c:v>27.75</c:v>
                </c:pt>
                <c:pt idx="8733">
                  <c:v>27.75</c:v>
                </c:pt>
                <c:pt idx="8734">
                  <c:v>27.75</c:v>
                </c:pt>
                <c:pt idx="8735">
                  <c:v>27.75</c:v>
                </c:pt>
                <c:pt idx="8736">
                  <c:v>27.75</c:v>
                </c:pt>
                <c:pt idx="8737">
                  <c:v>27.7</c:v>
                </c:pt>
                <c:pt idx="8738">
                  <c:v>27.75</c:v>
                </c:pt>
                <c:pt idx="8739">
                  <c:v>27.75</c:v>
                </c:pt>
                <c:pt idx="8740">
                  <c:v>27.7</c:v>
                </c:pt>
                <c:pt idx="8741">
                  <c:v>27.7</c:v>
                </c:pt>
                <c:pt idx="8742">
                  <c:v>27.7</c:v>
                </c:pt>
                <c:pt idx="8743">
                  <c:v>27.7</c:v>
                </c:pt>
                <c:pt idx="8744">
                  <c:v>27.7</c:v>
                </c:pt>
                <c:pt idx="8745">
                  <c:v>27.7</c:v>
                </c:pt>
                <c:pt idx="8746">
                  <c:v>27.7</c:v>
                </c:pt>
                <c:pt idx="8747">
                  <c:v>27.7</c:v>
                </c:pt>
                <c:pt idx="8748">
                  <c:v>27.7</c:v>
                </c:pt>
                <c:pt idx="8749">
                  <c:v>27.7</c:v>
                </c:pt>
                <c:pt idx="8750">
                  <c:v>27.7</c:v>
                </c:pt>
                <c:pt idx="8751">
                  <c:v>27.7</c:v>
                </c:pt>
                <c:pt idx="8752">
                  <c:v>27.7</c:v>
                </c:pt>
                <c:pt idx="8753">
                  <c:v>27.7</c:v>
                </c:pt>
                <c:pt idx="8754">
                  <c:v>27.7</c:v>
                </c:pt>
                <c:pt idx="8755">
                  <c:v>27.7</c:v>
                </c:pt>
                <c:pt idx="8756">
                  <c:v>27.7</c:v>
                </c:pt>
                <c:pt idx="8757">
                  <c:v>27.7</c:v>
                </c:pt>
                <c:pt idx="8758">
                  <c:v>27.7</c:v>
                </c:pt>
                <c:pt idx="8759">
                  <c:v>27.7</c:v>
                </c:pt>
                <c:pt idx="8760">
                  <c:v>27.7</c:v>
                </c:pt>
                <c:pt idx="8761">
                  <c:v>27.7</c:v>
                </c:pt>
                <c:pt idx="8762">
                  <c:v>27.7</c:v>
                </c:pt>
                <c:pt idx="8763">
                  <c:v>27.7</c:v>
                </c:pt>
                <c:pt idx="8764">
                  <c:v>27.7</c:v>
                </c:pt>
                <c:pt idx="8765">
                  <c:v>27.7</c:v>
                </c:pt>
                <c:pt idx="8766">
                  <c:v>27.7</c:v>
                </c:pt>
                <c:pt idx="8767">
                  <c:v>27.7</c:v>
                </c:pt>
                <c:pt idx="8768">
                  <c:v>27.7</c:v>
                </c:pt>
                <c:pt idx="8769">
                  <c:v>27.7</c:v>
                </c:pt>
                <c:pt idx="8770">
                  <c:v>27.7</c:v>
                </c:pt>
                <c:pt idx="8771">
                  <c:v>27.7</c:v>
                </c:pt>
                <c:pt idx="8772">
                  <c:v>27.7</c:v>
                </c:pt>
                <c:pt idx="8773">
                  <c:v>27.7</c:v>
                </c:pt>
                <c:pt idx="8774">
                  <c:v>27.7</c:v>
                </c:pt>
                <c:pt idx="8775">
                  <c:v>27.7</c:v>
                </c:pt>
                <c:pt idx="8776">
                  <c:v>27.7</c:v>
                </c:pt>
                <c:pt idx="8777">
                  <c:v>27.7</c:v>
                </c:pt>
                <c:pt idx="8778">
                  <c:v>27.7</c:v>
                </c:pt>
                <c:pt idx="8779">
                  <c:v>27.7</c:v>
                </c:pt>
                <c:pt idx="8780">
                  <c:v>27.7</c:v>
                </c:pt>
                <c:pt idx="8781">
                  <c:v>27.7</c:v>
                </c:pt>
                <c:pt idx="8782">
                  <c:v>27.7</c:v>
                </c:pt>
                <c:pt idx="8783">
                  <c:v>27.7</c:v>
                </c:pt>
                <c:pt idx="8784">
                  <c:v>27.7</c:v>
                </c:pt>
                <c:pt idx="8785">
                  <c:v>27.7</c:v>
                </c:pt>
                <c:pt idx="8786">
                  <c:v>27.7</c:v>
                </c:pt>
                <c:pt idx="8787">
                  <c:v>27.7</c:v>
                </c:pt>
                <c:pt idx="8788">
                  <c:v>27.7</c:v>
                </c:pt>
                <c:pt idx="8789">
                  <c:v>27.7</c:v>
                </c:pt>
                <c:pt idx="8790">
                  <c:v>27.7</c:v>
                </c:pt>
                <c:pt idx="8791">
                  <c:v>27.7</c:v>
                </c:pt>
                <c:pt idx="8792">
                  <c:v>27.7</c:v>
                </c:pt>
                <c:pt idx="8793">
                  <c:v>27.7</c:v>
                </c:pt>
                <c:pt idx="8794">
                  <c:v>27.7</c:v>
                </c:pt>
                <c:pt idx="8795">
                  <c:v>27.7</c:v>
                </c:pt>
                <c:pt idx="8796">
                  <c:v>27.7</c:v>
                </c:pt>
                <c:pt idx="8797">
                  <c:v>27.7</c:v>
                </c:pt>
                <c:pt idx="8798">
                  <c:v>27.7</c:v>
                </c:pt>
                <c:pt idx="8799">
                  <c:v>27.7</c:v>
                </c:pt>
                <c:pt idx="8800">
                  <c:v>27.7</c:v>
                </c:pt>
                <c:pt idx="8801">
                  <c:v>27.65</c:v>
                </c:pt>
                <c:pt idx="8802">
                  <c:v>27.7</c:v>
                </c:pt>
                <c:pt idx="8803">
                  <c:v>27.7</c:v>
                </c:pt>
                <c:pt idx="8804">
                  <c:v>27.65</c:v>
                </c:pt>
                <c:pt idx="8805">
                  <c:v>27.65</c:v>
                </c:pt>
                <c:pt idx="8806">
                  <c:v>27.65</c:v>
                </c:pt>
                <c:pt idx="8807">
                  <c:v>27.65</c:v>
                </c:pt>
                <c:pt idx="8808">
                  <c:v>27.65</c:v>
                </c:pt>
                <c:pt idx="8809">
                  <c:v>27.65</c:v>
                </c:pt>
                <c:pt idx="8810">
                  <c:v>27.65</c:v>
                </c:pt>
                <c:pt idx="8811">
                  <c:v>27.65</c:v>
                </c:pt>
                <c:pt idx="8812">
                  <c:v>27.65</c:v>
                </c:pt>
                <c:pt idx="8813">
                  <c:v>27.65</c:v>
                </c:pt>
                <c:pt idx="8814">
                  <c:v>27.65</c:v>
                </c:pt>
                <c:pt idx="8815">
                  <c:v>27.65</c:v>
                </c:pt>
                <c:pt idx="8816">
                  <c:v>27.65</c:v>
                </c:pt>
                <c:pt idx="8817">
                  <c:v>27.65</c:v>
                </c:pt>
                <c:pt idx="8818">
                  <c:v>27.65</c:v>
                </c:pt>
                <c:pt idx="8819">
                  <c:v>27.65</c:v>
                </c:pt>
                <c:pt idx="8820">
                  <c:v>27.65</c:v>
                </c:pt>
                <c:pt idx="8821">
                  <c:v>27.65</c:v>
                </c:pt>
                <c:pt idx="8822">
                  <c:v>27.65</c:v>
                </c:pt>
                <c:pt idx="8823">
                  <c:v>27.65</c:v>
                </c:pt>
                <c:pt idx="8824">
                  <c:v>27.65</c:v>
                </c:pt>
                <c:pt idx="8825">
                  <c:v>27.65</c:v>
                </c:pt>
                <c:pt idx="8826">
                  <c:v>27.65</c:v>
                </c:pt>
                <c:pt idx="8827">
                  <c:v>27.65</c:v>
                </c:pt>
                <c:pt idx="8828">
                  <c:v>27.65</c:v>
                </c:pt>
                <c:pt idx="8829">
                  <c:v>27.65</c:v>
                </c:pt>
                <c:pt idx="8830">
                  <c:v>27.65</c:v>
                </c:pt>
                <c:pt idx="8831">
                  <c:v>27.65</c:v>
                </c:pt>
                <c:pt idx="8832">
                  <c:v>27.65</c:v>
                </c:pt>
                <c:pt idx="8833">
                  <c:v>27.65</c:v>
                </c:pt>
                <c:pt idx="8834">
                  <c:v>27.65</c:v>
                </c:pt>
                <c:pt idx="8835">
                  <c:v>27.65</c:v>
                </c:pt>
                <c:pt idx="8836">
                  <c:v>27.65</c:v>
                </c:pt>
                <c:pt idx="8837">
                  <c:v>27.65</c:v>
                </c:pt>
                <c:pt idx="8838">
                  <c:v>27.65</c:v>
                </c:pt>
                <c:pt idx="8839">
                  <c:v>27.65</c:v>
                </c:pt>
                <c:pt idx="8840">
                  <c:v>27.65</c:v>
                </c:pt>
                <c:pt idx="8841">
                  <c:v>27.65</c:v>
                </c:pt>
                <c:pt idx="8842">
                  <c:v>27.65</c:v>
                </c:pt>
                <c:pt idx="8843">
                  <c:v>27.65</c:v>
                </c:pt>
                <c:pt idx="8844">
                  <c:v>27.65</c:v>
                </c:pt>
                <c:pt idx="8845">
                  <c:v>27.65</c:v>
                </c:pt>
                <c:pt idx="8846">
                  <c:v>27.65</c:v>
                </c:pt>
                <c:pt idx="8847">
                  <c:v>27.65</c:v>
                </c:pt>
                <c:pt idx="8848">
                  <c:v>27.65</c:v>
                </c:pt>
                <c:pt idx="8849">
                  <c:v>27.65</c:v>
                </c:pt>
                <c:pt idx="8850">
                  <c:v>27.65</c:v>
                </c:pt>
                <c:pt idx="8851">
                  <c:v>27.65</c:v>
                </c:pt>
                <c:pt idx="8852">
                  <c:v>27.65</c:v>
                </c:pt>
                <c:pt idx="8853">
                  <c:v>27.65</c:v>
                </c:pt>
                <c:pt idx="8854">
                  <c:v>27.65</c:v>
                </c:pt>
                <c:pt idx="8855">
                  <c:v>27.65</c:v>
                </c:pt>
                <c:pt idx="8856">
                  <c:v>27.65</c:v>
                </c:pt>
                <c:pt idx="8857">
                  <c:v>27.65</c:v>
                </c:pt>
                <c:pt idx="8858">
                  <c:v>27.65</c:v>
                </c:pt>
                <c:pt idx="8859">
                  <c:v>27.65</c:v>
                </c:pt>
                <c:pt idx="8860">
                  <c:v>27.65</c:v>
                </c:pt>
                <c:pt idx="8861">
                  <c:v>27.6</c:v>
                </c:pt>
                <c:pt idx="8862">
                  <c:v>27.65</c:v>
                </c:pt>
                <c:pt idx="8863">
                  <c:v>27.6</c:v>
                </c:pt>
                <c:pt idx="8864">
                  <c:v>27.6</c:v>
                </c:pt>
                <c:pt idx="8865">
                  <c:v>27.6</c:v>
                </c:pt>
                <c:pt idx="8866">
                  <c:v>27.6</c:v>
                </c:pt>
                <c:pt idx="8867">
                  <c:v>27.6</c:v>
                </c:pt>
                <c:pt idx="8868">
                  <c:v>27.6</c:v>
                </c:pt>
                <c:pt idx="8869">
                  <c:v>27.6</c:v>
                </c:pt>
                <c:pt idx="8870">
                  <c:v>27.6</c:v>
                </c:pt>
                <c:pt idx="8871">
                  <c:v>27.6</c:v>
                </c:pt>
                <c:pt idx="8872">
                  <c:v>27.6</c:v>
                </c:pt>
                <c:pt idx="8873">
                  <c:v>27.6</c:v>
                </c:pt>
                <c:pt idx="8874">
                  <c:v>27.6</c:v>
                </c:pt>
                <c:pt idx="8875">
                  <c:v>27.6</c:v>
                </c:pt>
                <c:pt idx="8876">
                  <c:v>27.6</c:v>
                </c:pt>
                <c:pt idx="8877">
                  <c:v>27.6</c:v>
                </c:pt>
                <c:pt idx="8878">
                  <c:v>27.6</c:v>
                </c:pt>
                <c:pt idx="8879">
                  <c:v>27.6</c:v>
                </c:pt>
                <c:pt idx="8880">
                  <c:v>27.6</c:v>
                </c:pt>
                <c:pt idx="8881">
                  <c:v>27.6</c:v>
                </c:pt>
                <c:pt idx="8882">
                  <c:v>27.6</c:v>
                </c:pt>
                <c:pt idx="8883">
                  <c:v>27.6</c:v>
                </c:pt>
                <c:pt idx="8884">
                  <c:v>27.6</c:v>
                </c:pt>
                <c:pt idx="8885">
                  <c:v>27.6</c:v>
                </c:pt>
                <c:pt idx="8886">
                  <c:v>27.6</c:v>
                </c:pt>
                <c:pt idx="8887">
                  <c:v>27.6</c:v>
                </c:pt>
                <c:pt idx="8888">
                  <c:v>27.6</c:v>
                </c:pt>
                <c:pt idx="8889">
                  <c:v>27.6</c:v>
                </c:pt>
                <c:pt idx="8890">
                  <c:v>27.6</c:v>
                </c:pt>
                <c:pt idx="8891">
                  <c:v>27.6</c:v>
                </c:pt>
                <c:pt idx="8892">
                  <c:v>27.6</c:v>
                </c:pt>
                <c:pt idx="8893">
                  <c:v>27.6</c:v>
                </c:pt>
                <c:pt idx="8894">
                  <c:v>27.6</c:v>
                </c:pt>
                <c:pt idx="8895">
                  <c:v>27.6</c:v>
                </c:pt>
                <c:pt idx="8896">
                  <c:v>27.6</c:v>
                </c:pt>
                <c:pt idx="8897">
                  <c:v>27.6</c:v>
                </c:pt>
                <c:pt idx="8898">
                  <c:v>27.6</c:v>
                </c:pt>
                <c:pt idx="8899">
                  <c:v>27.6</c:v>
                </c:pt>
                <c:pt idx="8900">
                  <c:v>27.6</c:v>
                </c:pt>
                <c:pt idx="8901">
                  <c:v>27.6</c:v>
                </c:pt>
                <c:pt idx="8902">
                  <c:v>27.6</c:v>
                </c:pt>
                <c:pt idx="8903">
                  <c:v>27.6</c:v>
                </c:pt>
                <c:pt idx="8904">
                  <c:v>27.6</c:v>
                </c:pt>
                <c:pt idx="8905">
                  <c:v>27.6</c:v>
                </c:pt>
                <c:pt idx="8906">
                  <c:v>27.55</c:v>
                </c:pt>
                <c:pt idx="8907">
                  <c:v>27.55</c:v>
                </c:pt>
                <c:pt idx="8908">
                  <c:v>27.55</c:v>
                </c:pt>
                <c:pt idx="8909">
                  <c:v>27.55</c:v>
                </c:pt>
                <c:pt idx="8910">
                  <c:v>27.55</c:v>
                </c:pt>
                <c:pt idx="8911">
                  <c:v>27.55</c:v>
                </c:pt>
                <c:pt idx="8912">
                  <c:v>27.55</c:v>
                </c:pt>
                <c:pt idx="8913">
                  <c:v>27.55</c:v>
                </c:pt>
                <c:pt idx="8914">
                  <c:v>27.55</c:v>
                </c:pt>
                <c:pt idx="8915">
                  <c:v>27.55</c:v>
                </c:pt>
                <c:pt idx="8916">
                  <c:v>27.6</c:v>
                </c:pt>
                <c:pt idx="8917">
                  <c:v>27.55</c:v>
                </c:pt>
                <c:pt idx="8918">
                  <c:v>27.6</c:v>
                </c:pt>
                <c:pt idx="8919">
                  <c:v>27.55</c:v>
                </c:pt>
                <c:pt idx="8920">
                  <c:v>27.55</c:v>
                </c:pt>
                <c:pt idx="8921">
                  <c:v>27.55</c:v>
                </c:pt>
                <c:pt idx="8922">
                  <c:v>27.55</c:v>
                </c:pt>
                <c:pt idx="8923">
                  <c:v>27.55</c:v>
                </c:pt>
                <c:pt idx="8924">
                  <c:v>27.55</c:v>
                </c:pt>
                <c:pt idx="8925">
                  <c:v>27.55</c:v>
                </c:pt>
                <c:pt idx="8926">
                  <c:v>27.55</c:v>
                </c:pt>
                <c:pt idx="8927">
                  <c:v>27.55</c:v>
                </c:pt>
                <c:pt idx="8928">
                  <c:v>27.55</c:v>
                </c:pt>
                <c:pt idx="8929">
                  <c:v>27.55</c:v>
                </c:pt>
                <c:pt idx="8930">
                  <c:v>27.55</c:v>
                </c:pt>
                <c:pt idx="8931">
                  <c:v>27.55</c:v>
                </c:pt>
                <c:pt idx="8932">
                  <c:v>27.55</c:v>
                </c:pt>
                <c:pt idx="8933">
                  <c:v>27.55</c:v>
                </c:pt>
                <c:pt idx="8934">
                  <c:v>27.55</c:v>
                </c:pt>
                <c:pt idx="8935">
                  <c:v>27.55</c:v>
                </c:pt>
                <c:pt idx="8936">
                  <c:v>27.55</c:v>
                </c:pt>
                <c:pt idx="8937">
                  <c:v>27.55</c:v>
                </c:pt>
                <c:pt idx="8938">
                  <c:v>27.55</c:v>
                </c:pt>
                <c:pt idx="8939">
                  <c:v>27.55</c:v>
                </c:pt>
                <c:pt idx="8940">
                  <c:v>27.55</c:v>
                </c:pt>
                <c:pt idx="8941">
                  <c:v>27.55</c:v>
                </c:pt>
                <c:pt idx="8942">
                  <c:v>27.55</c:v>
                </c:pt>
                <c:pt idx="8943">
                  <c:v>27.55</c:v>
                </c:pt>
                <c:pt idx="8944">
                  <c:v>27.55</c:v>
                </c:pt>
                <c:pt idx="8945">
                  <c:v>27.55</c:v>
                </c:pt>
                <c:pt idx="8946">
                  <c:v>27.55</c:v>
                </c:pt>
                <c:pt idx="8947">
                  <c:v>27.55</c:v>
                </c:pt>
                <c:pt idx="8948">
                  <c:v>27.55</c:v>
                </c:pt>
                <c:pt idx="8949">
                  <c:v>27.55</c:v>
                </c:pt>
                <c:pt idx="8950">
                  <c:v>27.55</c:v>
                </c:pt>
                <c:pt idx="8951">
                  <c:v>27.55</c:v>
                </c:pt>
                <c:pt idx="8952">
                  <c:v>27.55</c:v>
                </c:pt>
                <c:pt idx="8953">
                  <c:v>27.55</c:v>
                </c:pt>
                <c:pt idx="8954">
                  <c:v>27.55</c:v>
                </c:pt>
                <c:pt idx="8955">
                  <c:v>27.55</c:v>
                </c:pt>
                <c:pt idx="8956">
                  <c:v>27.55</c:v>
                </c:pt>
                <c:pt idx="8957">
                  <c:v>27.55</c:v>
                </c:pt>
                <c:pt idx="8958">
                  <c:v>27.55</c:v>
                </c:pt>
                <c:pt idx="8959">
                  <c:v>27.55</c:v>
                </c:pt>
                <c:pt idx="8960">
                  <c:v>27.55</c:v>
                </c:pt>
                <c:pt idx="8961">
                  <c:v>27.55</c:v>
                </c:pt>
                <c:pt idx="8962">
                  <c:v>27.55</c:v>
                </c:pt>
                <c:pt idx="8963">
                  <c:v>27.55</c:v>
                </c:pt>
                <c:pt idx="8964">
                  <c:v>27.55</c:v>
                </c:pt>
                <c:pt idx="8965">
                  <c:v>27.55</c:v>
                </c:pt>
                <c:pt idx="8966">
                  <c:v>27.55</c:v>
                </c:pt>
                <c:pt idx="8967">
                  <c:v>27.55</c:v>
                </c:pt>
                <c:pt idx="8968">
                  <c:v>27.55</c:v>
                </c:pt>
                <c:pt idx="8969">
                  <c:v>27.55</c:v>
                </c:pt>
                <c:pt idx="8970">
                  <c:v>27.55</c:v>
                </c:pt>
                <c:pt idx="8971">
                  <c:v>27.55</c:v>
                </c:pt>
                <c:pt idx="8972">
                  <c:v>27.55</c:v>
                </c:pt>
                <c:pt idx="8973">
                  <c:v>27.55</c:v>
                </c:pt>
                <c:pt idx="8974">
                  <c:v>27.5</c:v>
                </c:pt>
                <c:pt idx="8975">
                  <c:v>27.5</c:v>
                </c:pt>
                <c:pt idx="8976">
                  <c:v>27.5</c:v>
                </c:pt>
                <c:pt idx="8977">
                  <c:v>27.5</c:v>
                </c:pt>
                <c:pt idx="8978">
                  <c:v>27.5</c:v>
                </c:pt>
                <c:pt idx="8979">
                  <c:v>27.5</c:v>
                </c:pt>
                <c:pt idx="8980">
                  <c:v>27.5</c:v>
                </c:pt>
                <c:pt idx="8981">
                  <c:v>27.5</c:v>
                </c:pt>
                <c:pt idx="8982">
                  <c:v>27.5</c:v>
                </c:pt>
                <c:pt idx="8983">
                  <c:v>27.5</c:v>
                </c:pt>
                <c:pt idx="8984">
                  <c:v>27.5</c:v>
                </c:pt>
                <c:pt idx="8985">
                  <c:v>27.5</c:v>
                </c:pt>
                <c:pt idx="8986">
                  <c:v>27.5</c:v>
                </c:pt>
                <c:pt idx="8987">
                  <c:v>27.5</c:v>
                </c:pt>
                <c:pt idx="8988">
                  <c:v>27.5</c:v>
                </c:pt>
                <c:pt idx="8989">
                  <c:v>27.5</c:v>
                </c:pt>
                <c:pt idx="8990">
                  <c:v>27.5</c:v>
                </c:pt>
                <c:pt idx="8991">
                  <c:v>27.5</c:v>
                </c:pt>
                <c:pt idx="8992">
                  <c:v>27.5</c:v>
                </c:pt>
                <c:pt idx="8993">
                  <c:v>27.5</c:v>
                </c:pt>
                <c:pt idx="8994">
                  <c:v>27.5</c:v>
                </c:pt>
                <c:pt idx="8995">
                  <c:v>27.5</c:v>
                </c:pt>
                <c:pt idx="8996">
                  <c:v>27.5</c:v>
                </c:pt>
                <c:pt idx="8997">
                  <c:v>27.5</c:v>
                </c:pt>
                <c:pt idx="8998">
                  <c:v>27.5</c:v>
                </c:pt>
                <c:pt idx="8999">
                  <c:v>27.5</c:v>
                </c:pt>
                <c:pt idx="9000">
                  <c:v>27.5</c:v>
                </c:pt>
                <c:pt idx="9001">
                  <c:v>27.5</c:v>
                </c:pt>
                <c:pt idx="9002">
                  <c:v>27.5</c:v>
                </c:pt>
                <c:pt idx="9003">
                  <c:v>27.5</c:v>
                </c:pt>
                <c:pt idx="9004">
                  <c:v>27.5</c:v>
                </c:pt>
                <c:pt idx="9005">
                  <c:v>27.5</c:v>
                </c:pt>
                <c:pt idx="9006">
                  <c:v>27.5</c:v>
                </c:pt>
                <c:pt idx="9007">
                  <c:v>27.5</c:v>
                </c:pt>
                <c:pt idx="9008">
                  <c:v>27.5</c:v>
                </c:pt>
                <c:pt idx="9009">
                  <c:v>27.5</c:v>
                </c:pt>
                <c:pt idx="9010">
                  <c:v>27.5</c:v>
                </c:pt>
                <c:pt idx="9011">
                  <c:v>27.5</c:v>
                </c:pt>
                <c:pt idx="9012">
                  <c:v>27.5</c:v>
                </c:pt>
                <c:pt idx="9013">
                  <c:v>27.5</c:v>
                </c:pt>
                <c:pt idx="9014">
                  <c:v>27.5</c:v>
                </c:pt>
                <c:pt idx="9015">
                  <c:v>27.5</c:v>
                </c:pt>
                <c:pt idx="9016">
                  <c:v>27.5</c:v>
                </c:pt>
                <c:pt idx="9017">
                  <c:v>27.5</c:v>
                </c:pt>
                <c:pt idx="9018">
                  <c:v>27.5</c:v>
                </c:pt>
                <c:pt idx="9019">
                  <c:v>27.5</c:v>
                </c:pt>
                <c:pt idx="9020">
                  <c:v>27.5</c:v>
                </c:pt>
                <c:pt idx="9021">
                  <c:v>27.5</c:v>
                </c:pt>
                <c:pt idx="9022">
                  <c:v>27.5</c:v>
                </c:pt>
                <c:pt idx="9023">
                  <c:v>27.5</c:v>
                </c:pt>
                <c:pt idx="9024">
                  <c:v>27.45</c:v>
                </c:pt>
                <c:pt idx="9025">
                  <c:v>27.5</c:v>
                </c:pt>
                <c:pt idx="9026">
                  <c:v>27.45</c:v>
                </c:pt>
                <c:pt idx="9027">
                  <c:v>27.45</c:v>
                </c:pt>
                <c:pt idx="9028">
                  <c:v>27.45</c:v>
                </c:pt>
                <c:pt idx="9029">
                  <c:v>27.5</c:v>
                </c:pt>
                <c:pt idx="9030">
                  <c:v>27.45</c:v>
                </c:pt>
                <c:pt idx="9031">
                  <c:v>27.45</c:v>
                </c:pt>
                <c:pt idx="9032">
                  <c:v>27.5</c:v>
                </c:pt>
                <c:pt idx="9033">
                  <c:v>27.5</c:v>
                </c:pt>
                <c:pt idx="9034">
                  <c:v>27.5</c:v>
                </c:pt>
                <c:pt idx="9035">
                  <c:v>27.5</c:v>
                </c:pt>
                <c:pt idx="9036">
                  <c:v>27.5</c:v>
                </c:pt>
                <c:pt idx="9037">
                  <c:v>27.45</c:v>
                </c:pt>
                <c:pt idx="9038">
                  <c:v>27.45</c:v>
                </c:pt>
                <c:pt idx="9039">
                  <c:v>27.45</c:v>
                </c:pt>
                <c:pt idx="9040">
                  <c:v>27.45</c:v>
                </c:pt>
                <c:pt idx="9041">
                  <c:v>27.45</c:v>
                </c:pt>
                <c:pt idx="9042">
                  <c:v>27.45</c:v>
                </c:pt>
                <c:pt idx="9043">
                  <c:v>27.45</c:v>
                </c:pt>
                <c:pt idx="9044">
                  <c:v>27.45</c:v>
                </c:pt>
                <c:pt idx="9045">
                  <c:v>27.45</c:v>
                </c:pt>
                <c:pt idx="9046">
                  <c:v>27.45</c:v>
                </c:pt>
                <c:pt idx="9047">
                  <c:v>27.45</c:v>
                </c:pt>
                <c:pt idx="9048">
                  <c:v>27.45</c:v>
                </c:pt>
                <c:pt idx="9049">
                  <c:v>27.45</c:v>
                </c:pt>
                <c:pt idx="9050">
                  <c:v>27.45</c:v>
                </c:pt>
                <c:pt idx="9051">
                  <c:v>27.45</c:v>
                </c:pt>
                <c:pt idx="9052">
                  <c:v>27.45</c:v>
                </c:pt>
                <c:pt idx="9053">
                  <c:v>27.45</c:v>
                </c:pt>
                <c:pt idx="9054">
                  <c:v>27.45</c:v>
                </c:pt>
                <c:pt idx="9055">
                  <c:v>27.45</c:v>
                </c:pt>
                <c:pt idx="9056">
                  <c:v>27.45</c:v>
                </c:pt>
                <c:pt idx="9057">
                  <c:v>27.45</c:v>
                </c:pt>
                <c:pt idx="9058">
                  <c:v>27.45</c:v>
                </c:pt>
                <c:pt idx="9059">
                  <c:v>27.45</c:v>
                </c:pt>
                <c:pt idx="9060">
                  <c:v>27.45</c:v>
                </c:pt>
                <c:pt idx="9061">
                  <c:v>27.45</c:v>
                </c:pt>
                <c:pt idx="9062">
                  <c:v>27.45</c:v>
                </c:pt>
                <c:pt idx="9063">
                  <c:v>27.45</c:v>
                </c:pt>
                <c:pt idx="9064">
                  <c:v>27.45</c:v>
                </c:pt>
                <c:pt idx="9065">
                  <c:v>27.45</c:v>
                </c:pt>
                <c:pt idx="9066">
                  <c:v>27.45</c:v>
                </c:pt>
                <c:pt idx="9067">
                  <c:v>27.45</c:v>
                </c:pt>
                <c:pt idx="9068">
                  <c:v>27.45</c:v>
                </c:pt>
                <c:pt idx="9069">
                  <c:v>27.45</c:v>
                </c:pt>
                <c:pt idx="9070">
                  <c:v>27.45</c:v>
                </c:pt>
                <c:pt idx="9071">
                  <c:v>27.45</c:v>
                </c:pt>
                <c:pt idx="9072">
                  <c:v>27.45</c:v>
                </c:pt>
                <c:pt idx="9073">
                  <c:v>27.45</c:v>
                </c:pt>
                <c:pt idx="9074">
                  <c:v>27.45</c:v>
                </c:pt>
                <c:pt idx="9075">
                  <c:v>27.45</c:v>
                </c:pt>
                <c:pt idx="9076">
                  <c:v>27.45</c:v>
                </c:pt>
                <c:pt idx="9077">
                  <c:v>27.45</c:v>
                </c:pt>
                <c:pt idx="9078">
                  <c:v>27.45</c:v>
                </c:pt>
                <c:pt idx="9079">
                  <c:v>27.45</c:v>
                </c:pt>
                <c:pt idx="9080">
                  <c:v>27.45</c:v>
                </c:pt>
                <c:pt idx="9081">
                  <c:v>27.45</c:v>
                </c:pt>
                <c:pt idx="9082">
                  <c:v>27.45</c:v>
                </c:pt>
                <c:pt idx="9083">
                  <c:v>27.45</c:v>
                </c:pt>
                <c:pt idx="9084">
                  <c:v>27.45</c:v>
                </c:pt>
                <c:pt idx="9085">
                  <c:v>27.45</c:v>
                </c:pt>
                <c:pt idx="9086">
                  <c:v>27.45</c:v>
                </c:pt>
                <c:pt idx="9087">
                  <c:v>27.45</c:v>
                </c:pt>
                <c:pt idx="9088">
                  <c:v>27.45</c:v>
                </c:pt>
                <c:pt idx="9089">
                  <c:v>27.45</c:v>
                </c:pt>
                <c:pt idx="9090">
                  <c:v>27.45</c:v>
                </c:pt>
                <c:pt idx="9091">
                  <c:v>27.45</c:v>
                </c:pt>
                <c:pt idx="9092">
                  <c:v>27.45</c:v>
                </c:pt>
                <c:pt idx="9093">
                  <c:v>27.45</c:v>
                </c:pt>
                <c:pt idx="9094">
                  <c:v>27.4</c:v>
                </c:pt>
                <c:pt idx="9095">
                  <c:v>27.4</c:v>
                </c:pt>
                <c:pt idx="9096">
                  <c:v>27.4</c:v>
                </c:pt>
                <c:pt idx="9097">
                  <c:v>27.45</c:v>
                </c:pt>
                <c:pt idx="9098">
                  <c:v>27.45</c:v>
                </c:pt>
                <c:pt idx="9099">
                  <c:v>27.45</c:v>
                </c:pt>
                <c:pt idx="9100">
                  <c:v>27.45</c:v>
                </c:pt>
                <c:pt idx="9101">
                  <c:v>27.45</c:v>
                </c:pt>
                <c:pt idx="9102">
                  <c:v>27.45</c:v>
                </c:pt>
                <c:pt idx="9103">
                  <c:v>27.45</c:v>
                </c:pt>
                <c:pt idx="9104">
                  <c:v>27.4</c:v>
                </c:pt>
                <c:pt idx="9105">
                  <c:v>27.4</c:v>
                </c:pt>
                <c:pt idx="9106">
                  <c:v>27.45</c:v>
                </c:pt>
                <c:pt idx="9107">
                  <c:v>27.4</c:v>
                </c:pt>
                <c:pt idx="9108">
                  <c:v>27.4</c:v>
                </c:pt>
                <c:pt idx="9109">
                  <c:v>27.45</c:v>
                </c:pt>
                <c:pt idx="9110">
                  <c:v>27.4</c:v>
                </c:pt>
                <c:pt idx="9111">
                  <c:v>27.4</c:v>
                </c:pt>
                <c:pt idx="9112">
                  <c:v>27.4</c:v>
                </c:pt>
                <c:pt idx="9113">
                  <c:v>27.4</c:v>
                </c:pt>
                <c:pt idx="9114">
                  <c:v>27.4</c:v>
                </c:pt>
                <c:pt idx="9115">
                  <c:v>27.4</c:v>
                </c:pt>
                <c:pt idx="9116">
                  <c:v>27.4</c:v>
                </c:pt>
                <c:pt idx="9117">
                  <c:v>27.45</c:v>
                </c:pt>
                <c:pt idx="9118">
                  <c:v>27.4</c:v>
                </c:pt>
                <c:pt idx="9119">
                  <c:v>27.4</c:v>
                </c:pt>
                <c:pt idx="9120">
                  <c:v>27.4</c:v>
                </c:pt>
                <c:pt idx="9121">
                  <c:v>27.4</c:v>
                </c:pt>
                <c:pt idx="9122">
                  <c:v>27.4</c:v>
                </c:pt>
                <c:pt idx="9123">
                  <c:v>27.4</c:v>
                </c:pt>
                <c:pt idx="9124">
                  <c:v>27.4</c:v>
                </c:pt>
                <c:pt idx="9125">
                  <c:v>27.4</c:v>
                </c:pt>
                <c:pt idx="9126">
                  <c:v>27.4</c:v>
                </c:pt>
                <c:pt idx="9127">
                  <c:v>27.4</c:v>
                </c:pt>
                <c:pt idx="9128">
                  <c:v>27.4</c:v>
                </c:pt>
                <c:pt idx="9129">
                  <c:v>27.4</c:v>
                </c:pt>
                <c:pt idx="9130">
                  <c:v>27.4</c:v>
                </c:pt>
                <c:pt idx="9131">
                  <c:v>27.4</c:v>
                </c:pt>
                <c:pt idx="9132">
                  <c:v>27.4</c:v>
                </c:pt>
                <c:pt idx="9133">
                  <c:v>27.4</c:v>
                </c:pt>
                <c:pt idx="9134">
                  <c:v>27.4</c:v>
                </c:pt>
                <c:pt idx="9135">
                  <c:v>27.4</c:v>
                </c:pt>
                <c:pt idx="9136">
                  <c:v>27.4</c:v>
                </c:pt>
                <c:pt idx="9137">
                  <c:v>27.4</c:v>
                </c:pt>
                <c:pt idx="9138">
                  <c:v>27.4</c:v>
                </c:pt>
                <c:pt idx="9139">
                  <c:v>27.4</c:v>
                </c:pt>
                <c:pt idx="9140">
                  <c:v>27.4</c:v>
                </c:pt>
                <c:pt idx="9141">
                  <c:v>27.4</c:v>
                </c:pt>
                <c:pt idx="9142">
                  <c:v>27.4</c:v>
                </c:pt>
                <c:pt idx="9143">
                  <c:v>27.4</c:v>
                </c:pt>
                <c:pt idx="9144">
                  <c:v>27.4</c:v>
                </c:pt>
                <c:pt idx="9145">
                  <c:v>27.4</c:v>
                </c:pt>
                <c:pt idx="9146">
                  <c:v>27.4</c:v>
                </c:pt>
                <c:pt idx="9147">
                  <c:v>27.4</c:v>
                </c:pt>
                <c:pt idx="9148">
                  <c:v>27.4</c:v>
                </c:pt>
                <c:pt idx="9149">
                  <c:v>27.4</c:v>
                </c:pt>
                <c:pt idx="9150">
                  <c:v>27.4</c:v>
                </c:pt>
                <c:pt idx="9151">
                  <c:v>27.4</c:v>
                </c:pt>
                <c:pt idx="9152">
                  <c:v>27.4</c:v>
                </c:pt>
                <c:pt idx="9153">
                  <c:v>27.4</c:v>
                </c:pt>
                <c:pt idx="9154">
                  <c:v>27.4</c:v>
                </c:pt>
                <c:pt idx="9155">
                  <c:v>27.4</c:v>
                </c:pt>
                <c:pt idx="9156">
                  <c:v>27.4</c:v>
                </c:pt>
                <c:pt idx="9157">
                  <c:v>27.4</c:v>
                </c:pt>
                <c:pt idx="9158">
                  <c:v>27.4</c:v>
                </c:pt>
                <c:pt idx="9159">
                  <c:v>27.4</c:v>
                </c:pt>
                <c:pt idx="9160">
                  <c:v>27.4</c:v>
                </c:pt>
                <c:pt idx="9161">
                  <c:v>27.4</c:v>
                </c:pt>
                <c:pt idx="9162">
                  <c:v>27.4</c:v>
                </c:pt>
                <c:pt idx="9163">
                  <c:v>27.4</c:v>
                </c:pt>
                <c:pt idx="9164">
                  <c:v>27.4</c:v>
                </c:pt>
                <c:pt idx="9165">
                  <c:v>27.4</c:v>
                </c:pt>
                <c:pt idx="9166">
                  <c:v>27.4</c:v>
                </c:pt>
                <c:pt idx="9167">
                  <c:v>27.4</c:v>
                </c:pt>
                <c:pt idx="9168">
                  <c:v>27.4</c:v>
                </c:pt>
                <c:pt idx="9169">
                  <c:v>27.4</c:v>
                </c:pt>
                <c:pt idx="9170">
                  <c:v>27.4</c:v>
                </c:pt>
                <c:pt idx="9171">
                  <c:v>27.4</c:v>
                </c:pt>
                <c:pt idx="9172">
                  <c:v>27.4</c:v>
                </c:pt>
                <c:pt idx="9173">
                  <c:v>27.4</c:v>
                </c:pt>
                <c:pt idx="9174">
                  <c:v>27.4</c:v>
                </c:pt>
                <c:pt idx="9175">
                  <c:v>27.4</c:v>
                </c:pt>
                <c:pt idx="9176">
                  <c:v>27.4</c:v>
                </c:pt>
                <c:pt idx="9177">
                  <c:v>27.4</c:v>
                </c:pt>
                <c:pt idx="9178">
                  <c:v>27.4</c:v>
                </c:pt>
                <c:pt idx="9179">
                  <c:v>27.4</c:v>
                </c:pt>
                <c:pt idx="9180">
                  <c:v>27.4</c:v>
                </c:pt>
                <c:pt idx="9181">
                  <c:v>27.4</c:v>
                </c:pt>
                <c:pt idx="9182">
                  <c:v>27.4</c:v>
                </c:pt>
                <c:pt idx="9183">
                  <c:v>27.4</c:v>
                </c:pt>
                <c:pt idx="9184">
                  <c:v>27.4</c:v>
                </c:pt>
                <c:pt idx="9185">
                  <c:v>27.4</c:v>
                </c:pt>
                <c:pt idx="9186">
                  <c:v>27.4</c:v>
                </c:pt>
                <c:pt idx="9187">
                  <c:v>27.4</c:v>
                </c:pt>
                <c:pt idx="9188">
                  <c:v>27.4</c:v>
                </c:pt>
                <c:pt idx="9189">
                  <c:v>27.4</c:v>
                </c:pt>
                <c:pt idx="9190">
                  <c:v>27.35</c:v>
                </c:pt>
                <c:pt idx="9191">
                  <c:v>27.4</c:v>
                </c:pt>
                <c:pt idx="9192">
                  <c:v>27.4</c:v>
                </c:pt>
                <c:pt idx="9193">
                  <c:v>27.4</c:v>
                </c:pt>
                <c:pt idx="9194">
                  <c:v>27.35</c:v>
                </c:pt>
                <c:pt idx="9195">
                  <c:v>27.35</c:v>
                </c:pt>
                <c:pt idx="9196">
                  <c:v>27.35</c:v>
                </c:pt>
                <c:pt idx="9197">
                  <c:v>27.35</c:v>
                </c:pt>
                <c:pt idx="9198">
                  <c:v>27.35</c:v>
                </c:pt>
                <c:pt idx="9199">
                  <c:v>27.35</c:v>
                </c:pt>
                <c:pt idx="9200">
                  <c:v>27.35</c:v>
                </c:pt>
                <c:pt idx="9201">
                  <c:v>27.35</c:v>
                </c:pt>
                <c:pt idx="9202">
                  <c:v>27.35</c:v>
                </c:pt>
                <c:pt idx="9203">
                  <c:v>27.35</c:v>
                </c:pt>
                <c:pt idx="9204">
                  <c:v>27.35</c:v>
                </c:pt>
                <c:pt idx="9205">
                  <c:v>27.35</c:v>
                </c:pt>
                <c:pt idx="9206">
                  <c:v>27.35</c:v>
                </c:pt>
                <c:pt idx="9207">
                  <c:v>27.35</c:v>
                </c:pt>
                <c:pt idx="9208">
                  <c:v>27.35</c:v>
                </c:pt>
                <c:pt idx="9209">
                  <c:v>27.35</c:v>
                </c:pt>
                <c:pt idx="9210">
                  <c:v>27.35</c:v>
                </c:pt>
                <c:pt idx="9211">
                  <c:v>27.35</c:v>
                </c:pt>
                <c:pt idx="9212">
                  <c:v>27.35</c:v>
                </c:pt>
                <c:pt idx="9213">
                  <c:v>27.35</c:v>
                </c:pt>
                <c:pt idx="9214">
                  <c:v>27.35</c:v>
                </c:pt>
                <c:pt idx="9215">
                  <c:v>27.35</c:v>
                </c:pt>
                <c:pt idx="9216">
                  <c:v>27.35</c:v>
                </c:pt>
                <c:pt idx="9217">
                  <c:v>27.35</c:v>
                </c:pt>
                <c:pt idx="9218">
                  <c:v>27.35</c:v>
                </c:pt>
                <c:pt idx="9219">
                  <c:v>27.35</c:v>
                </c:pt>
                <c:pt idx="9220">
                  <c:v>27.35</c:v>
                </c:pt>
                <c:pt idx="9221">
                  <c:v>27.35</c:v>
                </c:pt>
                <c:pt idx="9222">
                  <c:v>27.35</c:v>
                </c:pt>
                <c:pt idx="9223">
                  <c:v>27.35</c:v>
                </c:pt>
                <c:pt idx="9224">
                  <c:v>27.35</c:v>
                </c:pt>
                <c:pt idx="9225">
                  <c:v>27.35</c:v>
                </c:pt>
                <c:pt idx="9226">
                  <c:v>27.35</c:v>
                </c:pt>
                <c:pt idx="9227">
                  <c:v>27.35</c:v>
                </c:pt>
                <c:pt idx="9228">
                  <c:v>27.35</c:v>
                </c:pt>
                <c:pt idx="9229">
                  <c:v>27.35</c:v>
                </c:pt>
                <c:pt idx="9230">
                  <c:v>27.35</c:v>
                </c:pt>
                <c:pt idx="9231">
                  <c:v>27.35</c:v>
                </c:pt>
                <c:pt idx="9232">
                  <c:v>27.35</c:v>
                </c:pt>
                <c:pt idx="9233">
                  <c:v>27.35</c:v>
                </c:pt>
                <c:pt idx="9234">
                  <c:v>27.3</c:v>
                </c:pt>
                <c:pt idx="9235">
                  <c:v>27.35</c:v>
                </c:pt>
                <c:pt idx="9236">
                  <c:v>27.35</c:v>
                </c:pt>
                <c:pt idx="9237">
                  <c:v>27.35</c:v>
                </c:pt>
                <c:pt idx="9238">
                  <c:v>27.3</c:v>
                </c:pt>
                <c:pt idx="9239">
                  <c:v>27.35</c:v>
                </c:pt>
                <c:pt idx="9240">
                  <c:v>27.3</c:v>
                </c:pt>
                <c:pt idx="9241">
                  <c:v>27.3</c:v>
                </c:pt>
                <c:pt idx="9242">
                  <c:v>27.35</c:v>
                </c:pt>
                <c:pt idx="9243">
                  <c:v>27.35</c:v>
                </c:pt>
                <c:pt idx="9244">
                  <c:v>27.3</c:v>
                </c:pt>
                <c:pt idx="9245">
                  <c:v>27.35</c:v>
                </c:pt>
                <c:pt idx="9246">
                  <c:v>27.35</c:v>
                </c:pt>
                <c:pt idx="9247">
                  <c:v>27.35</c:v>
                </c:pt>
                <c:pt idx="9248">
                  <c:v>27.35</c:v>
                </c:pt>
                <c:pt idx="9249">
                  <c:v>27.3</c:v>
                </c:pt>
                <c:pt idx="9250">
                  <c:v>27.3</c:v>
                </c:pt>
                <c:pt idx="9251">
                  <c:v>27.3</c:v>
                </c:pt>
                <c:pt idx="9252">
                  <c:v>27.3</c:v>
                </c:pt>
                <c:pt idx="9253">
                  <c:v>27.3</c:v>
                </c:pt>
                <c:pt idx="9254">
                  <c:v>27.3</c:v>
                </c:pt>
                <c:pt idx="9255">
                  <c:v>27.3</c:v>
                </c:pt>
                <c:pt idx="9256">
                  <c:v>27.3</c:v>
                </c:pt>
                <c:pt idx="9257">
                  <c:v>27.3</c:v>
                </c:pt>
                <c:pt idx="9258">
                  <c:v>27.3</c:v>
                </c:pt>
                <c:pt idx="9259">
                  <c:v>27.3</c:v>
                </c:pt>
                <c:pt idx="9260">
                  <c:v>27.3</c:v>
                </c:pt>
                <c:pt idx="9261">
                  <c:v>27.35</c:v>
                </c:pt>
                <c:pt idx="9262">
                  <c:v>27.3</c:v>
                </c:pt>
                <c:pt idx="9263">
                  <c:v>27.3</c:v>
                </c:pt>
                <c:pt idx="9264">
                  <c:v>27.35</c:v>
                </c:pt>
                <c:pt idx="9265">
                  <c:v>27.35</c:v>
                </c:pt>
                <c:pt idx="9266">
                  <c:v>27.3</c:v>
                </c:pt>
                <c:pt idx="9267">
                  <c:v>27.3</c:v>
                </c:pt>
                <c:pt idx="9268">
                  <c:v>27.3</c:v>
                </c:pt>
                <c:pt idx="9269">
                  <c:v>27.3</c:v>
                </c:pt>
                <c:pt idx="9270">
                  <c:v>27.3</c:v>
                </c:pt>
                <c:pt idx="9271">
                  <c:v>27.3</c:v>
                </c:pt>
                <c:pt idx="9272">
                  <c:v>27.3</c:v>
                </c:pt>
                <c:pt idx="9273">
                  <c:v>27.3</c:v>
                </c:pt>
                <c:pt idx="9274">
                  <c:v>27.3</c:v>
                </c:pt>
                <c:pt idx="9275">
                  <c:v>27.3</c:v>
                </c:pt>
                <c:pt idx="9276">
                  <c:v>27.3</c:v>
                </c:pt>
                <c:pt idx="9277">
                  <c:v>27.3</c:v>
                </c:pt>
                <c:pt idx="9278">
                  <c:v>27.3</c:v>
                </c:pt>
                <c:pt idx="9279">
                  <c:v>27.25</c:v>
                </c:pt>
                <c:pt idx="9280">
                  <c:v>27.3</c:v>
                </c:pt>
                <c:pt idx="9281">
                  <c:v>27.3</c:v>
                </c:pt>
                <c:pt idx="9282">
                  <c:v>27.3</c:v>
                </c:pt>
                <c:pt idx="9283">
                  <c:v>27.25</c:v>
                </c:pt>
                <c:pt idx="9284">
                  <c:v>27.3</c:v>
                </c:pt>
                <c:pt idx="9285">
                  <c:v>27.3</c:v>
                </c:pt>
                <c:pt idx="9286">
                  <c:v>27.3</c:v>
                </c:pt>
                <c:pt idx="9287">
                  <c:v>27.3</c:v>
                </c:pt>
                <c:pt idx="9288">
                  <c:v>27.3</c:v>
                </c:pt>
                <c:pt idx="9289">
                  <c:v>27.25</c:v>
                </c:pt>
                <c:pt idx="9290">
                  <c:v>27.3</c:v>
                </c:pt>
                <c:pt idx="9291">
                  <c:v>27.25</c:v>
                </c:pt>
                <c:pt idx="9292">
                  <c:v>27.25</c:v>
                </c:pt>
                <c:pt idx="9293">
                  <c:v>27.25</c:v>
                </c:pt>
                <c:pt idx="9294">
                  <c:v>27.25</c:v>
                </c:pt>
                <c:pt idx="9295">
                  <c:v>27.25</c:v>
                </c:pt>
                <c:pt idx="9296">
                  <c:v>27.25</c:v>
                </c:pt>
                <c:pt idx="9297">
                  <c:v>27.25</c:v>
                </c:pt>
                <c:pt idx="9298">
                  <c:v>27.25</c:v>
                </c:pt>
                <c:pt idx="9299">
                  <c:v>27.3</c:v>
                </c:pt>
                <c:pt idx="9300">
                  <c:v>27.25</c:v>
                </c:pt>
                <c:pt idx="9301">
                  <c:v>27.3</c:v>
                </c:pt>
                <c:pt idx="9302">
                  <c:v>27.25</c:v>
                </c:pt>
                <c:pt idx="9303">
                  <c:v>27.3</c:v>
                </c:pt>
                <c:pt idx="9304">
                  <c:v>27.3</c:v>
                </c:pt>
                <c:pt idx="9305">
                  <c:v>27.3</c:v>
                </c:pt>
                <c:pt idx="9306">
                  <c:v>27.25</c:v>
                </c:pt>
                <c:pt idx="9307">
                  <c:v>27.25</c:v>
                </c:pt>
                <c:pt idx="9308">
                  <c:v>27.25</c:v>
                </c:pt>
                <c:pt idx="9309">
                  <c:v>27.25</c:v>
                </c:pt>
                <c:pt idx="9310">
                  <c:v>27.25</c:v>
                </c:pt>
                <c:pt idx="9311">
                  <c:v>27.25</c:v>
                </c:pt>
                <c:pt idx="9312">
                  <c:v>27.25</c:v>
                </c:pt>
                <c:pt idx="9313">
                  <c:v>27.25</c:v>
                </c:pt>
                <c:pt idx="9314">
                  <c:v>27.25</c:v>
                </c:pt>
                <c:pt idx="9315">
                  <c:v>27.25</c:v>
                </c:pt>
                <c:pt idx="9316">
                  <c:v>27.25</c:v>
                </c:pt>
                <c:pt idx="9317">
                  <c:v>27.25</c:v>
                </c:pt>
                <c:pt idx="9318">
                  <c:v>27.25</c:v>
                </c:pt>
                <c:pt idx="9319">
                  <c:v>27.25</c:v>
                </c:pt>
                <c:pt idx="9320">
                  <c:v>27.25</c:v>
                </c:pt>
                <c:pt idx="9321">
                  <c:v>27.25</c:v>
                </c:pt>
                <c:pt idx="9322">
                  <c:v>27.25</c:v>
                </c:pt>
                <c:pt idx="9323">
                  <c:v>27.25</c:v>
                </c:pt>
                <c:pt idx="9324">
                  <c:v>27.25</c:v>
                </c:pt>
                <c:pt idx="9325">
                  <c:v>27.25</c:v>
                </c:pt>
                <c:pt idx="9326">
                  <c:v>27.25</c:v>
                </c:pt>
                <c:pt idx="9327">
                  <c:v>27.25</c:v>
                </c:pt>
                <c:pt idx="9328">
                  <c:v>27.25</c:v>
                </c:pt>
                <c:pt idx="9329">
                  <c:v>27.25</c:v>
                </c:pt>
                <c:pt idx="9330">
                  <c:v>27.25</c:v>
                </c:pt>
                <c:pt idx="9331">
                  <c:v>27.25</c:v>
                </c:pt>
                <c:pt idx="9332">
                  <c:v>27.25</c:v>
                </c:pt>
                <c:pt idx="9333">
                  <c:v>27.25</c:v>
                </c:pt>
                <c:pt idx="9334">
                  <c:v>27.25</c:v>
                </c:pt>
                <c:pt idx="9335">
                  <c:v>27.25</c:v>
                </c:pt>
                <c:pt idx="9336">
                  <c:v>27.25</c:v>
                </c:pt>
                <c:pt idx="9337">
                  <c:v>27.25</c:v>
                </c:pt>
                <c:pt idx="9338">
                  <c:v>27.25</c:v>
                </c:pt>
                <c:pt idx="9339">
                  <c:v>27.25</c:v>
                </c:pt>
                <c:pt idx="9340">
                  <c:v>27.25</c:v>
                </c:pt>
                <c:pt idx="9341">
                  <c:v>27.25</c:v>
                </c:pt>
                <c:pt idx="9342">
                  <c:v>27.25</c:v>
                </c:pt>
                <c:pt idx="9343">
                  <c:v>27.25</c:v>
                </c:pt>
                <c:pt idx="9344">
                  <c:v>27.25</c:v>
                </c:pt>
                <c:pt idx="9345">
                  <c:v>27.25</c:v>
                </c:pt>
                <c:pt idx="9346">
                  <c:v>27.25</c:v>
                </c:pt>
                <c:pt idx="9347">
                  <c:v>27.25</c:v>
                </c:pt>
                <c:pt idx="9348">
                  <c:v>27.25</c:v>
                </c:pt>
                <c:pt idx="9349">
                  <c:v>27.25</c:v>
                </c:pt>
                <c:pt idx="9350">
                  <c:v>27.25</c:v>
                </c:pt>
                <c:pt idx="9351">
                  <c:v>27.2</c:v>
                </c:pt>
                <c:pt idx="9352">
                  <c:v>27.2</c:v>
                </c:pt>
                <c:pt idx="9353">
                  <c:v>27.2</c:v>
                </c:pt>
                <c:pt idx="9354">
                  <c:v>27.25</c:v>
                </c:pt>
                <c:pt idx="9355">
                  <c:v>27.2</c:v>
                </c:pt>
                <c:pt idx="9356">
                  <c:v>27.25</c:v>
                </c:pt>
                <c:pt idx="9357">
                  <c:v>27.25</c:v>
                </c:pt>
                <c:pt idx="9358">
                  <c:v>27.2</c:v>
                </c:pt>
                <c:pt idx="9359">
                  <c:v>27.25</c:v>
                </c:pt>
                <c:pt idx="9360">
                  <c:v>27.25</c:v>
                </c:pt>
                <c:pt idx="9361">
                  <c:v>27.25</c:v>
                </c:pt>
                <c:pt idx="9362">
                  <c:v>27.2</c:v>
                </c:pt>
                <c:pt idx="9363">
                  <c:v>27.25</c:v>
                </c:pt>
                <c:pt idx="9364">
                  <c:v>27.2</c:v>
                </c:pt>
                <c:pt idx="9365">
                  <c:v>27.25</c:v>
                </c:pt>
                <c:pt idx="9366">
                  <c:v>27.25</c:v>
                </c:pt>
                <c:pt idx="9367">
                  <c:v>27.2</c:v>
                </c:pt>
                <c:pt idx="9368">
                  <c:v>27.2</c:v>
                </c:pt>
                <c:pt idx="9369">
                  <c:v>27.2</c:v>
                </c:pt>
                <c:pt idx="9370">
                  <c:v>27.2</c:v>
                </c:pt>
                <c:pt idx="9371">
                  <c:v>27.25</c:v>
                </c:pt>
                <c:pt idx="9372">
                  <c:v>27.2</c:v>
                </c:pt>
                <c:pt idx="9373">
                  <c:v>27.2</c:v>
                </c:pt>
                <c:pt idx="9374">
                  <c:v>27.25</c:v>
                </c:pt>
                <c:pt idx="9375">
                  <c:v>27.25</c:v>
                </c:pt>
                <c:pt idx="9376">
                  <c:v>27.25</c:v>
                </c:pt>
                <c:pt idx="9377">
                  <c:v>27.25</c:v>
                </c:pt>
                <c:pt idx="9378">
                  <c:v>27.25</c:v>
                </c:pt>
                <c:pt idx="9379">
                  <c:v>27.2</c:v>
                </c:pt>
                <c:pt idx="9380">
                  <c:v>27.2</c:v>
                </c:pt>
                <c:pt idx="9381">
                  <c:v>27.2</c:v>
                </c:pt>
                <c:pt idx="9382">
                  <c:v>27.2</c:v>
                </c:pt>
                <c:pt idx="9383">
                  <c:v>27.2</c:v>
                </c:pt>
                <c:pt idx="9384">
                  <c:v>27.2</c:v>
                </c:pt>
                <c:pt idx="9385">
                  <c:v>27.2</c:v>
                </c:pt>
                <c:pt idx="9386">
                  <c:v>27.2</c:v>
                </c:pt>
                <c:pt idx="9387">
                  <c:v>27.2</c:v>
                </c:pt>
                <c:pt idx="9388">
                  <c:v>27.2</c:v>
                </c:pt>
                <c:pt idx="9389">
                  <c:v>27.2</c:v>
                </c:pt>
                <c:pt idx="9390">
                  <c:v>27.2</c:v>
                </c:pt>
                <c:pt idx="9391">
                  <c:v>27.2</c:v>
                </c:pt>
                <c:pt idx="9392">
                  <c:v>27.2</c:v>
                </c:pt>
                <c:pt idx="9393">
                  <c:v>27.2</c:v>
                </c:pt>
                <c:pt idx="9394">
                  <c:v>27.2</c:v>
                </c:pt>
                <c:pt idx="9395">
                  <c:v>27.2</c:v>
                </c:pt>
                <c:pt idx="9396">
                  <c:v>27.2</c:v>
                </c:pt>
                <c:pt idx="9397">
                  <c:v>27.2</c:v>
                </c:pt>
                <c:pt idx="9398">
                  <c:v>27.2</c:v>
                </c:pt>
                <c:pt idx="9399">
                  <c:v>27.2</c:v>
                </c:pt>
                <c:pt idx="9400">
                  <c:v>27.2</c:v>
                </c:pt>
                <c:pt idx="9401">
                  <c:v>27.2</c:v>
                </c:pt>
                <c:pt idx="9402">
                  <c:v>27.2</c:v>
                </c:pt>
                <c:pt idx="9403">
                  <c:v>27.2</c:v>
                </c:pt>
                <c:pt idx="9404">
                  <c:v>27.2</c:v>
                </c:pt>
                <c:pt idx="9405">
                  <c:v>27.2</c:v>
                </c:pt>
                <c:pt idx="9406">
                  <c:v>27.2</c:v>
                </c:pt>
                <c:pt idx="9407">
                  <c:v>27.2</c:v>
                </c:pt>
                <c:pt idx="9408">
                  <c:v>27.2</c:v>
                </c:pt>
                <c:pt idx="9409">
                  <c:v>27.2</c:v>
                </c:pt>
                <c:pt idx="9410">
                  <c:v>27.2</c:v>
                </c:pt>
                <c:pt idx="9411">
                  <c:v>27.2</c:v>
                </c:pt>
                <c:pt idx="9412">
                  <c:v>27.2</c:v>
                </c:pt>
                <c:pt idx="9413">
                  <c:v>27.2</c:v>
                </c:pt>
                <c:pt idx="9414">
                  <c:v>27.2</c:v>
                </c:pt>
                <c:pt idx="9415">
                  <c:v>27.2</c:v>
                </c:pt>
                <c:pt idx="9416">
                  <c:v>27.2</c:v>
                </c:pt>
                <c:pt idx="9417">
                  <c:v>27.2</c:v>
                </c:pt>
                <c:pt idx="9418">
                  <c:v>27.2</c:v>
                </c:pt>
                <c:pt idx="9419">
                  <c:v>27.2</c:v>
                </c:pt>
                <c:pt idx="9420">
                  <c:v>27.2</c:v>
                </c:pt>
                <c:pt idx="9421">
                  <c:v>27.2</c:v>
                </c:pt>
                <c:pt idx="9422">
                  <c:v>27.2</c:v>
                </c:pt>
                <c:pt idx="9423">
                  <c:v>27.2</c:v>
                </c:pt>
                <c:pt idx="9424">
                  <c:v>27.2</c:v>
                </c:pt>
                <c:pt idx="9425">
                  <c:v>27.2</c:v>
                </c:pt>
                <c:pt idx="9426">
                  <c:v>27.15</c:v>
                </c:pt>
                <c:pt idx="9427">
                  <c:v>27.2</c:v>
                </c:pt>
                <c:pt idx="9428">
                  <c:v>27.2</c:v>
                </c:pt>
                <c:pt idx="9429">
                  <c:v>27.15</c:v>
                </c:pt>
                <c:pt idx="9430">
                  <c:v>27.15</c:v>
                </c:pt>
                <c:pt idx="9431">
                  <c:v>27.2</c:v>
                </c:pt>
                <c:pt idx="9432">
                  <c:v>27.15</c:v>
                </c:pt>
                <c:pt idx="9433">
                  <c:v>27.15</c:v>
                </c:pt>
                <c:pt idx="9434">
                  <c:v>27.15</c:v>
                </c:pt>
                <c:pt idx="9435">
                  <c:v>27.2</c:v>
                </c:pt>
                <c:pt idx="9436">
                  <c:v>27.2</c:v>
                </c:pt>
                <c:pt idx="9437">
                  <c:v>27.2</c:v>
                </c:pt>
                <c:pt idx="9438">
                  <c:v>27.2</c:v>
                </c:pt>
                <c:pt idx="9439">
                  <c:v>27.2</c:v>
                </c:pt>
                <c:pt idx="9440">
                  <c:v>27.15</c:v>
                </c:pt>
                <c:pt idx="9441">
                  <c:v>27.2</c:v>
                </c:pt>
                <c:pt idx="9442">
                  <c:v>27.2</c:v>
                </c:pt>
                <c:pt idx="9443">
                  <c:v>27.2</c:v>
                </c:pt>
                <c:pt idx="9444">
                  <c:v>27.15</c:v>
                </c:pt>
                <c:pt idx="9445">
                  <c:v>27.15</c:v>
                </c:pt>
                <c:pt idx="9446">
                  <c:v>27.15</c:v>
                </c:pt>
                <c:pt idx="9447">
                  <c:v>27.15</c:v>
                </c:pt>
                <c:pt idx="9448">
                  <c:v>27.2</c:v>
                </c:pt>
                <c:pt idx="9449">
                  <c:v>27.15</c:v>
                </c:pt>
                <c:pt idx="9450">
                  <c:v>27.15</c:v>
                </c:pt>
                <c:pt idx="9451">
                  <c:v>27.15</c:v>
                </c:pt>
                <c:pt idx="9452">
                  <c:v>27.15</c:v>
                </c:pt>
                <c:pt idx="9453">
                  <c:v>27.15</c:v>
                </c:pt>
                <c:pt idx="9454">
                  <c:v>27.2</c:v>
                </c:pt>
                <c:pt idx="9455">
                  <c:v>27.2</c:v>
                </c:pt>
                <c:pt idx="9456">
                  <c:v>27.15</c:v>
                </c:pt>
                <c:pt idx="9457">
                  <c:v>27.15</c:v>
                </c:pt>
                <c:pt idx="9458">
                  <c:v>27.15</c:v>
                </c:pt>
                <c:pt idx="9459">
                  <c:v>27.15</c:v>
                </c:pt>
                <c:pt idx="9460">
                  <c:v>27.2</c:v>
                </c:pt>
                <c:pt idx="9461">
                  <c:v>27.2</c:v>
                </c:pt>
                <c:pt idx="9462">
                  <c:v>27.15</c:v>
                </c:pt>
                <c:pt idx="9463">
                  <c:v>27.15</c:v>
                </c:pt>
                <c:pt idx="9464">
                  <c:v>27.15</c:v>
                </c:pt>
                <c:pt idx="9465">
                  <c:v>27.15</c:v>
                </c:pt>
                <c:pt idx="9466">
                  <c:v>27.15</c:v>
                </c:pt>
                <c:pt idx="9467">
                  <c:v>27.15</c:v>
                </c:pt>
                <c:pt idx="9468">
                  <c:v>27.15</c:v>
                </c:pt>
                <c:pt idx="9469">
                  <c:v>27.15</c:v>
                </c:pt>
                <c:pt idx="9470">
                  <c:v>27.15</c:v>
                </c:pt>
                <c:pt idx="9471">
                  <c:v>27.15</c:v>
                </c:pt>
                <c:pt idx="9472">
                  <c:v>27.15</c:v>
                </c:pt>
                <c:pt idx="9473">
                  <c:v>27.15</c:v>
                </c:pt>
                <c:pt idx="9474">
                  <c:v>27.1</c:v>
                </c:pt>
                <c:pt idx="9475">
                  <c:v>27.15</c:v>
                </c:pt>
                <c:pt idx="9476">
                  <c:v>27.15</c:v>
                </c:pt>
                <c:pt idx="9477">
                  <c:v>27.15</c:v>
                </c:pt>
                <c:pt idx="9478">
                  <c:v>27.1</c:v>
                </c:pt>
                <c:pt idx="9479">
                  <c:v>27.15</c:v>
                </c:pt>
                <c:pt idx="9480">
                  <c:v>27.15</c:v>
                </c:pt>
                <c:pt idx="9481">
                  <c:v>27.15</c:v>
                </c:pt>
                <c:pt idx="9482">
                  <c:v>27.15</c:v>
                </c:pt>
                <c:pt idx="9483">
                  <c:v>27.15</c:v>
                </c:pt>
                <c:pt idx="9484">
                  <c:v>27.15</c:v>
                </c:pt>
                <c:pt idx="9485">
                  <c:v>27.15</c:v>
                </c:pt>
                <c:pt idx="9486">
                  <c:v>27.15</c:v>
                </c:pt>
                <c:pt idx="9487">
                  <c:v>27.15</c:v>
                </c:pt>
                <c:pt idx="9488">
                  <c:v>27.15</c:v>
                </c:pt>
                <c:pt idx="9489">
                  <c:v>27.15</c:v>
                </c:pt>
                <c:pt idx="9490">
                  <c:v>27.15</c:v>
                </c:pt>
                <c:pt idx="9491">
                  <c:v>27.15</c:v>
                </c:pt>
                <c:pt idx="9492">
                  <c:v>27.15</c:v>
                </c:pt>
                <c:pt idx="9493">
                  <c:v>27.15</c:v>
                </c:pt>
                <c:pt idx="9494">
                  <c:v>27.15</c:v>
                </c:pt>
                <c:pt idx="9495">
                  <c:v>27.15</c:v>
                </c:pt>
                <c:pt idx="9496">
                  <c:v>27.15</c:v>
                </c:pt>
                <c:pt idx="9497">
                  <c:v>27.15</c:v>
                </c:pt>
                <c:pt idx="9498">
                  <c:v>27.15</c:v>
                </c:pt>
                <c:pt idx="9499">
                  <c:v>27.15</c:v>
                </c:pt>
                <c:pt idx="9500">
                  <c:v>27.15</c:v>
                </c:pt>
                <c:pt idx="9501">
                  <c:v>27.15</c:v>
                </c:pt>
                <c:pt idx="9502">
                  <c:v>27.15</c:v>
                </c:pt>
                <c:pt idx="9503">
                  <c:v>27.15</c:v>
                </c:pt>
                <c:pt idx="9504">
                  <c:v>27.1</c:v>
                </c:pt>
                <c:pt idx="9505">
                  <c:v>27.1</c:v>
                </c:pt>
                <c:pt idx="9506">
                  <c:v>27.15</c:v>
                </c:pt>
                <c:pt idx="9507">
                  <c:v>27.1</c:v>
                </c:pt>
                <c:pt idx="9508">
                  <c:v>27.1</c:v>
                </c:pt>
                <c:pt idx="9509">
                  <c:v>27.1</c:v>
                </c:pt>
                <c:pt idx="9510">
                  <c:v>27.1</c:v>
                </c:pt>
                <c:pt idx="9511">
                  <c:v>27.1</c:v>
                </c:pt>
                <c:pt idx="9512">
                  <c:v>27.1</c:v>
                </c:pt>
                <c:pt idx="9513">
                  <c:v>27.1</c:v>
                </c:pt>
                <c:pt idx="9514">
                  <c:v>27.1</c:v>
                </c:pt>
                <c:pt idx="9515">
                  <c:v>27.1</c:v>
                </c:pt>
                <c:pt idx="9516">
                  <c:v>27.1</c:v>
                </c:pt>
                <c:pt idx="9517">
                  <c:v>27.1</c:v>
                </c:pt>
                <c:pt idx="9518">
                  <c:v>27.1</c:v>
                </c:pt>
                <c:pt idx="9519">
                  <c:v>27.1</c:v>
                </c:pt>
                <c:pt idx="9520">
                  <c:v>27.1</c:v>
                </c:pt>
                <c:pt idx="9521">
                  <c:v>27.1</c:v>
                </c:pt>
                <c:pt idx="9522">
                  <c:v>27.1</c:v>
                </c:pt>
                <c:pt idx="9523">
                  <c:v>27.1</c:v>
                </c:pt>
                <c:pt idx="9524">
                  <c:v>27.1</c:v>
                </c:pt>
                <c:pt idx="9525">
                  <c:v>27.1</c:v>
                </c:pt>
                <c:pt idx="9526">
                  <c:v>27.1</c:v>
                </c:pt>
                <c:pt idx="9527">
                  <c:v>27.1</c:v>
                </c:pt>
                <c:pt idx="9528">
                  <c:v>27.1</c:v>
                </c:pt>
                <c:pt idx="9529">
                  <c:v>27.1</c:v>
                </c:pt>
                <c:pt idx="9530">
                  <c:v>27.1</c:v>
                </c:pt>
                <c:pt idx="9531">
                  <c:v>27.1</c:v>
                </c:pt>
                <c:pt idx="9532">
                  <c:v>27.1</c:v>
                </c:pt>
                <c:pt idx="9533">
                  <c:v>27.1</c:v>
                </c:pt>
                <c:pt idx="9534">
                  <c:v>27.1</c:v>
                </c:pt>
                <c:pt idx="9535">
                  <c:v>27.1</c:v>
                </c:pt>
                <c:pt idx="9536">
                  <c:v>27.1</c:v>
                </c:pt>
                <c:pt idx="9537">
                  <c:v>27.1</c:v>
                </c:pt>
                <c:pt idx="9538">
                  <c:v>27.1</c:v>
                </c:pt>
                <c:pt idx="9539">
                  <c:v>27.1</c:v>
                </c:pt>
                <c:pt idx="9540">
                  <c:v>27.1</c:v>
                </c:pt>
                <c:pt idx="9541">
                  <c:v>27.1</c:v>
                </c:pt>
                <c:pt idx="9542">
                  <c:v>27.1</c:v>
                </c:pt>
                <c:pt idx="9543">
                  <c:v>27.1</c:v>
                </c:pt>
                <c:pt idx="9544">
                  <c:v>27.1</c:v>
                </c:pt>
                <c:pt idx="9545">
                  <c:v>27.1</c:v>
                </c:pt>
                <c:pt idx="9546">
                  <c:v>27.1</c:v>
                </c:pt>
                <c:pt idx="9547">
                  <c:v>27.1</c:v>
                </c:pt>
                <c:pt idx="9548">
                  <c:v>27.1</c:v>
                </c:pt>
                <c:pt idx="9549">
                  <c:v>27.05</c:v>
                </c:pt>
                <c:pt idx="9550">
                  <c:v>27.1</c:v>
                </c:pt>
                <c:pt idx="9551">
                  <c:v>27.05</c:v>
                </c:pt>
                <c:pt idx="9552">
                  <c:v>27.05</c:v>
                </c:pt>
                <c:pt idx="9553">
                  <c:v>27.05</c:v>
                </c:pt>
                <c:pt idx="9554">
                  <c:v>27.05</c:v>
                </c:pt>
                <c:pt idx="9555">
                  <c:v>27.05</c:v>
                </c:pt>
                <c:pt idx="9556">
                  <c:v>27.05</c:v>
                </c:pt>
                <c:pt idx="9557">
                  <c:v>27.1</c:v>
                </c:pt>
                <c:pt idx="9558">
                  <c:v>27.05</c:v>
                </c:pt>
                <c:pt idx="9559">
                  <c:v>27.05</c:v>
                </c:pt>
                <c:pt idx="9560">
                  <c:v>27.05</c:v>
                </c:pt>
                <c:pt idx="9561">
                  <c:v>27.05</c:v>
                </c:pt>
                <c:pt idx="9562">
                  <c:v>27.05</c:v>
                </c:pt>
                <c:pt idx="9563">
                  <c:v>27.05</c:v>
                </c:pt>
                <c:pt idx="9564">
                  <c:v>27.05</c:v>
                </c:pt>
                <c:pt idx="9565">
                  <c:v>27.05</c:v>
                </c:pt>
                <c:pt idx="9566">
                  <c:v>27.05</c:v>
                </c:pt>
                <c:pt idx="9567">
                  <c:v>27.05</c:v>
                </c:pt>
                <c:pt idx="9568">
                  <c:v>27.05</c:v>
                </c:pt>
                <c:pt idx="9569">
                  <c:v>27.05</c:v>
                </c:pt>
                <c:pt idx="9570">
                  <c:v>27.05</c:v>
                </c:pt>
                <c:pt idx="9571">
                  <c:v>27.05</c:v>
                </c:pt>
                <c:pt idx="9572">
                  <c:v>27.05</c:v>
                </c:pt>
                <c:pt idx="9573">
                  <c:v>27.05</c:v>
                </c:pt>
                <c:pt idx="9574">
                  <c:v>27.05</c:v>
                </c:pt>
                <c:pt idx="9575">
                  <c:v>27.05</c:v>
                </c:pt>
                <c:pt idx="9576">
                  <c:v>27.05</c:v>
                </c:pt>
                <c:pt idx="9577">
                  <c:v>27.05</c:v>
                </c:pt>
                <c:pt idx="9578">
                  <c:v>27.05</c:v>
                </c:pt>
                <c:pt idx="9579">
                  <c:v>27.05</c:v>
                </c:pt>
                <c:pt idx="9580">
                  <c:v>27.05</c:v>
                </c:pt>
                <c:pt idx="9581">
                  <c:v>27.05</c:v>
                </c:pt>
                <c:pt idx="9582">
                  <c:v>27.05</c:v>
                </c:pt>
                <c:pt idx="9583">
                  <c:v>27.05</c:v>
                </c:pt>
                <c:pt idx="9584">
                  <c:v>27.05</c:v>
                </c:pt>
                <c:pt idx="9585">
                  <c:v>27.05</c:v>
                </c:pt>
                <c:pt idx="9586">
                  <c:v>27.05</c:v>
                </c:pt>
                <c:pt idx="9587">
                  <c:v>27.05</c:v>
                </c:pt>
                <c:pt idx="9588">
                  <c:v>27.05</c:v>
                </c:pt>
                <c:pt idx="9589">
                  <c:v>27.05</c:v>
                </c:pt>
                <c:pt idx="9590">
                  <c:v>27.05</c:v>
                </c:pt>
                <c:pt idx="9591">
                  <c:v>27.05</c:v>
                </c:pt>
                <c:pt idx="9592">
                  <c:v>27.05</c:v>
                </c:pt>
                <c:pt idx="9593">
                  <c:v>27.05</c:v>
                </c:pt>
                <c:pt idx="9594">
                  <c:v>27.05</c:v>
                </c:pt>
                <c:pt idx="9595">
                  <c:v>27.05</c:v>
                </c:pt>
                <c:pt idx="9596">
                  <c:v>27.05</c:v>
                </c:pt>
                <c:pt idx="9597">
                  <c:v>27.05</c:v>
                </c:pt>
                <c:pt idx="9598">
                  <c:v>27.05</c:v>
                </c:pt>
                <c:pt idx="9599">
                  <c:v>27.05</c:v>
                </c:pt>
                <c:pt idx="9600">
                  <c:v>27.05</c:v>
                </c:pt>
                <c:pt idx="9601">
                  <c:v>27.05</c:v>
                </c:pt>
                <c:pt idx="9602">
                  <c:v>27.05</c:v>
                </c:pt>
                <c:pt idx="9603">
                  <c:v>27.05</c:v>
                </c:pt>
                <c:pt idx="9604">
                  <c:v>27.05</c:v>
                </c:pt>
                <c:pt idx="9605">
                  <c:v>27.05</c:v>
                </c:pt>
                <c:pt idx="9606">
                  <c:v>27.05</c:v>
                </c:pt>
                <c:pt idx="9607">
                  <c:v>27.05</c:v>
                </c:pt>
                <c:pt idx="9608">
                  <c:v>27.05</c:v>
                </c:pt>
                <c:pt idx="9609">
                  <c:v>27.05</c:v>
                </c:pt>
                <c:pt idx="9610">
                  <c:v>27.05</c:v>
                </c:pt>
                <c:pt idx="9611">
                  <c:v>27.05</c:v>
                </c:pt>
                <c:pt idx="9612">
                  <c:v>27.05</c:v>
                </c:pt>
                <c:pt idx="9613">
                  <c:v>27.05</c:v>
                </c:pt>
                <c:pt idx="9614">
                  <c:v>27.05</c:v>
                </c:pt>
                <c:pt idx="9615">
                  <c:v>27.05</c:v>
                </c:pt>
                <c:pt idx="9616">
                  <c:v>27.05</c:v>
                </c:pt>
                <c:pt idx="9617">
                  <c:v>27.05</c:v>
                </c:pt>
                <c:pt idx="9618">
                  <c:v>27.05</c:v>
                </c:pt>
                <c:pt idx="9619">
                  <c:v>27.05</c:v>
                </c:pt>
                <c:pt idx="9620">
                  <c:v>27</c:v>
                </c:pt>
                <c:pt idx="9621">
                  <c:v>27.05</c:v>
                </c:pt>
                <c:pt idx="9622">
                  <c:v>27.05</c:v>
                </c:pt>
                <c:pt idx="9623">
                  <c:v>27.05</c:v>
                </c:pt>
                <c:pt idx="9624">
                  <c:v>27.05</c:v>
                </c:pt>
                <c:pt idx="9625">
                  <c:v>27.05</c:v>
                </c:pt>
                <c:pt idx="9626">
                  <c:v>27.05</c:v>
                </c:pt>
                <c:pt idx="9627">
                  <c:v>27.05</c:v>
                </c:pt>
                <c:pt idx="9628">
                  <c:v>27.05</c:v>
                </c:pt>
                <c:pt idx="9629">
                  <c:v>27.05</c:v>
                </c:pt>
                <c:pt idx="9630">
                  <c:v>27.05</c:v>
                </c:pt>
                <c:pt idx="9631">
                  <c:v>27.05</c:v>
                </c:pt>
                <c:pt idx="9632">
                  <c:v>27.05</c:v>
                </c:pt>
                <c:pt idx="9633">
                  <c:v>27.05</c:v>
                </c:pt>
                <c:pt idx="9634">
                  <c:v>27.05</c:v>
                </c:pt>
                <c:pt idx="9635">
                  <c:v>27.05</c:v>
                </c:pt>
                <c:pt idx="9636">
                  <c:v>27.05</c:v>
                </c:pt>
                <c:pt idx="9637">
                  <c:v>27.05</c:v>
                </c:pt>
                <c:pt idx="9638">
                  <c:v>27.05</c:v>
                </c:pt>
                <c:pt idx="9639">
                  <c:v>27.05</c:v>
                </c:pt>
                <c:pt idx="9640">
                  <c:v>27.05</c:v>
                </c:pt>
                <c:pt idx="9641">
                  <c:v>27.05</c:v>
                </c:pt>
                <c:pt idx="9642">
                  <c:v>27.05</c:v>
                </c:pt>
                <c:pt idx="9643">
                  <c:v>27.05</c:v>
                </c:pt>
                <c:pt idx="9644">
                  <c:v>27.05</c:v>
                </c:pt>
                <c:pt idx="9645">
                  <c:v>27.05</c:v>
                </c:pt>
                <c:pt idx="9646">
                  <c:v>27.05</c:v>
                </c:pt>
                <c:pt idx="9647">
                  <c:v>27.05</c:v>
                </c:pt>
                <c:pt idx="9648">
                  <c:v>27.05</c:v>
                </c:pt>
                <c:pt idx="9649">
                  <c:v>27.05</c:v>
                </c:pt>
                <c:pt idx="9650">
                  <c:v>27.05</c:v>
                </c:pt>
                <c:pt idx="9651">
                  <c:v>27.05</c:v>
                </c:pt>
                <c:pt idx="9652">
                  <c:v>27.05</c:v>
                </c:pt>
                <c:pt idx="9653">
                  <c:v>27.05</c:v>
                </c:pt>
                <c:pt idx="9654">
                  <c:v>27.05</c:v>
                </c:pt>
                <c:pt idx="9655">
                  <c:v>27.05</c:v>
                </c:pt>
                <c:pt idx="9656">
                  <c:v>27.05</c:v>
                </c:pt>
                <c:pt idx="9657">
                  <c:v>27.05</c:v>
                </c:pt>
                <c:pt idx="9658">
                  <c:v>27.05</c:v>
                </c:pt>
                <c:pt idx="9659">
                  <c:v>27.05</c:v>
                </c:pt>
                <c:pt idx="9660">
                  <c:v>27.05</c:v>
                </c:pt>
                <c:pt idx="9661">
                  <c:v>27.05</c:v>
                </c:pt>
                <c:pt idx="9662">
                  <c:v>27</c:v>
                </c:pt>
                <c:pt idx="9663">
                  <c:v>27.05</c:v>
                </c:pt>
                <c:pt idx="9664">
                  <c:v>27.05</c:v>
                </c:pt>
                <c:pt idx="9665">
                  <c:v>27</c:v>
                </c:pt>
                <c:pt idx="9666">
                  <c:v>27</c:v>
                </c:pt>
                <c:pt idx="9667">
                  <c:v>27</c:v>
                </c:pt>
                <c:pt idx="9668">
                  <c:v>27</c:v>
                </c:pt>
                <c:pt idx="9669">
                  <c:v>27</c:v>
                </c:pt>
                <c:pt idx="9670">
                  <c:v>27</c:v>
                </c:pt>
                <c:pt idx="9671">
                  <c:v>27</c:v>
                </c:pt>
                <c:pt idx="9672">
                  <c:v>27</c:v>
                </c:pt>
                <c:pt idx="9673">
                  <c:v>27</c:v>
                </c:pt>
                <c:pt idx="9674">
                  <c:v>27</c:v>
                </c:pt>
                <c:pt idx="9675">
                  <c:v>27</c:v>
                </c:pt>
                <c:pt idx="9676">
                  <c:v>27</c:v>
                </c:pt>
                <c:pt idx="9677">
                  <c:v>27</c:v>
                </c:pt>
                <c:pt idx="9678">
                  <c:v>27</c:v>
                </c:pt>
                <c:pt idx="9679">
                  <c:v>27</c:v>
                </c:pt>
                <c:pt idx="9680">
                  <c:v>27</c:v>
                </c:pt>
                <c:pt idx="9681">
                  <c:v>27</c:v>
                </c:pt>
                <c:pt idx="9682">
                  <c:v>27</c:v>
                </c:pt>
                <c:pt idx="9683">
                  <c:v>27</c:v>
                </c:pt>
                <c:pt idx="9684">
                  <c:v>27</c:v>
                </c:pt>
                <c:pt idx="9685">
                  <c:v>27</c:v>
                </c:pt>
                <c:pt idx="9686">
                  <c:v>27</c:v>
                </c:pt>
                <c:pt idx="9687">
                  <c:v>27</c:v>
                </c:pt>
                <c:pt idx="9688">
                  <c:v>27</c:v>
                </c:pt>
                <c:pt idx="9689">
                  <c:v>27</c:v>
                </c:pt>
                <c:pt idx="9690">
                  <c:v>27</c:v>
                </c:pt>
                <c:pt idx="9691">
                  <c:v>27</c:v>
                </c:pt>
                <c:pt idx="9692">
                  <c:v>27</c:v>
                </c:pt>
                <c:pt idx="9693">
                  <c:v>27</c:v>
                </c:pt>
                <c:pt idx="9694">
                  <c:v>27</c:v>
                </c:pt>
                <c:pt idx="9695">
                  <c:v>27</c:v>
                </c:pt>
                <c:pt idx="9696">
                  <c:v>27</c:v>
                </c:pt>
                <c:pt idx="9697">
                  <c:v>27</c:v>
                </c:pt>
                <c:pt idx="9698">
                  <c:v>27</c:v>
                </c:pt>
                <c:pt idx="9699">
                  <c:v>27</c:v>
                </c:pt>
                <c:pt idx="9700">
                  <c:v>27</c:v>
                </c:pt>
                <c:pt idx="9701">
                  <c:v>27</c:v>
                </c:pt>
                <c:pt idx="9702">
                  <c:v>27</c:v>
                </c:pt>
                <c:pt idx="9703">
                  <c:v>27</c:v>
                </c:pt>
                <c:pt idx="9704">
                  <c:v>27</c:v>
                </c:pt>
                <c:pt idx="9705">
                  <c:v>27</c:v>
                </c:pt>
                <c:pt idx="9706">
                  <c:v>27</c:v>
                </c:pt>
                <c:pt idx="9707">
                  <c:v>27</c:v>
                </c:pt>
                <c:pt idx="9708">
                  <c:v>27</c:v>
                </c:pt>
                <c:pt idx="9709">
                  <c:v>27</c:v>
                </c:pt>
                <c:pt idx="9710">
                  <c:v>27</c:v>
                </c:pt>
                <c:pt idx="9711">
                  <c:v>27</c:v>
                </c:pt>
                <c:pt idx="9712">
                  <c:v>27</c:v>
                </c:pt>
                <c:pt idx="9713">
                  <c:v>27</c:v>
                </c:pt>
                <c:pt idx="9714">
                  <c:v>27</c:v>
                </c:pt>
                <c:pt idx="9715">
                  <c:v>27</c:v>
                </c:pt>
                <c:pt idx="9716">
                  <c:v>27</c:v>
                </c:pt>
                <c:pt idx="9717">
                  <c:v>27</c:v>
                </c:pt>
                <c:pt idx="9718">
                  <c:v>27</c:v>
                </c:pt>
                <c:pt idx="9719">
                  <c:v>27</c:v>
                </c:pt>
                <c:pt idx="9720">
                  <c:v>27</c:v>
                </c:pt>
                <c:pt idx="9721">
                  <c:v>27</c:v>
                </c:pt>
                <c:pt idx="9722">
                  <c:v>27</c:v>
                </c:pt>
                <c:pt idx="9723">
                  <c:v>27</c:v>
                </c:pt>
                <c:pt idx="9724">
                  <c:v>27</c:v>
                </c:pt>
                <c:pt idx="9725">
                  <c:v>27</c:v>
                </c:pt>
                <c:pt idx="9726">
                  <c:v>27</c:v>
                </c:pt>
                <c:pt idx="9727">
                  <c:v>27</c:v>
                </c:pt>
                <c:pt idx="9728">
                  <c:v>27</c:v>
                </c:pt>
                <c:pt idx="9729">
                  <c:v>27</c:v>
                </c:pt>
                <c:pt idx="9730">
                  <c:v>27</c:v>
                </c:pt>
                <c:pt idx="9731">
                  <c:v>27</c:v>
                </c:pt>
                <c:pt idx="9732">
                  <c:v>27</c:v>
                </c:pt>
                <c:pt idx="9733">
                  <c:v>27</c:v>
                </c:pt>
                <c:pt idx="9734">
                  <c:v>27</c:v>
                </c:pt>
                <c:pt idx="9735">
                  <c:v>27</c:v>
                </c:pt>
                <c:pt idx="9736">
                  <c:v>27</c:v>
                </c:pt>
                <c:pt idx="9737">
                  <c:v>27</c:v>
                </c:pt>
                <c:pt idx="9738">
                  <c:v>27</c:v>
                </c:pt>
                <c:pt idx="9739">
                  <c:v>27</c:v>
                </c:pt>
                <c:pt idx="9740">
                  <c:v>27</c:v>
                </c:pt>
                <c:pt idx="9741">
                  <c:v>27</c:v>
                </c:pt>
                <c:pt idx="9742">
                  <c:v>27</c:v>
                </c:pt>
                <c:pt idx="9743">
                  <c:v>27</c:v>
                </c:pt>
                <c:pt idx="9744">
                  <c:v>27</c:v>
                </c:pt>
                <c:pt idx="9745">
                  <c:v>27</c:v>
                </c:pt>
                <c:pt idx="9746">
                  <c:v>27</c:v>
                </c:pt>
                <c:pt idx="9747">
                  <c:v>27</c:v>
                </c:pt>
                <c:pt idx="9748">
                  <c:v>27</c:v>
                </c:pt>
                <c:pt idx="9749">
                  <c:v>27</c:v>
                </c:pt>
                <c:pt idx="9750">
                  <c:v>27</c:v>
                </c:pt>
                <c:pt idx="9751">
                  <c:v>27</c:v>
                </c:pt>
                <c:pt idx="9752">
                  <c:v>27</c:v>
                </c:pt>
                <c:pt idx="9753">
                  <c:v>27</c:v>
                </c:pt>
                <c:pt idx="9754">
                  <c:v>27</c:v>
                </c:pt>
                <c:pt idx="9755">
                  <c:v>27</c:v>
                </c:pt>
                <c:pt idx="9756">
                  <c:v>27</c:v>
                </c:pt>
                <c:pt idx="9757">
                  <c:v>27</c:v>
                </c:pt>
                <c:pt idx="9758">
                  <c:v>27</c:v>
                </c:pt>
                <c:pt idx="9759">
                  <c:v>27</c:v>
                </c:pt>
                <c:pt idx="9760">
                  <c:v>26.95</c:v>
                </c:pt>
                <c:pt idx="9761">
                  <c:v>26.95</c:v>
                </c:pt>
                <c:pt idx="9762">
                  <c:v>26.95</c:v>
                </c:pt>
                <c:pt idx="9763">
                  <c:v>26.95</c:v>
                </c:pt>
                <c:pt idx="9764">
                  <c:v>26.95</c:v>
                </c:pt>
                <c:pt idx="9765">
                  <c:v>26.95</c:v>
                </c:pt>
                <c:pt idx="9766">
                  <c:v>26.95</c:v>
                </c:pt>
                <c:pt idx="9767">
                  <c:v>26.95</c:v>
                </c:pt>
                <c:pt idx="9768">
                  <c:v>26.95</c:v>
                </c:pt>
                <c:pt idx="9769">
                  <c:v>26.95</c:v>
                </c:pt>
                <c:pt idx="9770">
                  <c:v>26.95</c:v>
                </c:pt>
                <c:pt idx="9771">
                  <c:v>26.95</c:v>
                </c:pt>
                <c:pt idx="9772">
                  <c:v>26.95</c:v>
                </c:pt>
                <c:pt idx="9773">
                  <c:v>26.95</c:v>
                </c:pt>
                <c:pt idx="9774">
                  <c:v>26.95</c:v>
                </c:pt>
                <c:pt idx="9775">
                  <c:v>26.95</c:v>
                </c:pt>
                <c:pt idx="9776">
                  <c:v>26.95</c:v>
                </c:pt>
                <c:pt idx="9777">
                  <c:v>26.95</c:v>
                </c:pt>
                <c:pt idx="9778">
                  <c:v>26.95</c:v>
                </c:pt>
                <c:pt idx="9779">
                  <c:v>26.95</c:v>
                </c:pt>
                <c:pt idx="9780">
                  <c:v>26.95</c:v>
                </c:pt>
                <c:pt idx="9781">
                  <c:v>26.95</c:v>
                </c:pt>
                <c:pt idx="9782">
                  <c:v>26.95</c:v>
                </c:pt>
                <c:pt idx="9783">
                  <c:v>26.95</c:v>
                </c:pt>
                <c:pt idx="9784">
                  <c:v>26.95</c:v>
                </c:pt>
                <c:pt idx="9785">
                  <c:v>26.95</c:v>
                </c:pt>
                <c:pt idx="9786">
                  <c:v>26.95</c:v>
                </c:pt>
                <c:pt idx="9787">
                  <c:v>26.95</c:v>
                </c:pt>
                <c:pt idx="9788">
                  <c:v>26.95</c:v>
                </c:pt>
                <c:pt idx="9789">
                  <c:v>26.95</c:v>
                </c:pt>
                <c:pt idx="9790">
                  <c:v>26.95</c:v>
                </c:pt>
                <c:pt idx="9791">
                  <c:v>26.95</c:v>
                </c:pt>
                <c:pt idx="9792">
                  <c:v>26.95</c:v>
                </c:pt>
                <c:pt idx="9793">
                  <c:v>26.95</c:v>
                </c:pt>
                <c:pt idx="9794">
                  <c:v>26.95</c:v>
                </c:pt>
                <c:pt idx="9795">
                  <c:v>26.95</c:v>
                </c:pt>
                <c:pt idx="9796">
                  <c:v>26.95</c:v>
                </c:pt>
                <c:pt idx="9797">
                  <c:v>26.95</c:v>
                </c:pt>
                <c:pt idx="9798">
                  <c:v>26.95</c:v>
                </c:pt>
                <c:pt idx="9799">
                  <c:v>26.95</c:v>
                </c:pt>
                <c:pt idx="9800">
                  <c:v>26.95</c:v>
                </c:pt>
                <c:pt idx="9801">
                  <c:v>26.95</c:v>
                </c:pt>
                <c:pt idx="9802">
                  <c:v>26.95</c:v>
                </c:pt>
                <c:pt idx="9803">
                  <c:v>26.95</c:v>
                </c:pt>
                <c:pt idx="9804">
                  <c:v>26.95</c:v>
                </c:pt>
                <c:pt idx="9805">
                  <c:v>26.95</c:v>
                </c:pt>
                <c:pt idx="9806">
                  <c:v>26.95</c:v>
                </c:pt>
                <c:pt idx="9807">
                  <c:v>26.95</c:v>
                </c:pt>
                <c:pt idx="9808">
                  <c:v>26.95</c:v>
                </c:pt>
                <c:pt idx="9809">
                  <c:v>26.95</c:v>
                </c:pt>
                <c:pt idx="9810">
                  <c:v>26.95</c:v>
                </c:pt>
                <c:pt idx="9811">
                  <c:v>26.95</c:v>
                </c:pt>
                <c:pt idx="9812">
                  <c:v>26.95</c:v>
                </c:pt>
                <c:pt idx="9813">
                  <c:v>26.95</c:v>
                </c:pt>
                <c:pt idx="9814">
                  <c:v>26.95</c:v>
                </c:pt>
                <c:pt idx="9815">
                  <c:v>26.95</c:v>
                </c:pt>
                <c:pt idx="9816">
                  <c:v>26.95</c:v>
                </c:pt>
                <c:pt idx="9817">
                  <c:v>26.95</c:v>
                </c:pt>
                <c:pt idx="9818">
                  <c:v>26.95</c:v>
                </c:pt>
                <c:pt idx="9819">
                  <c:v>26.95</c:v>
                </c:pt>
                <c:pt idx="9820">
                  <c:v>26.95</c:v>
                </c:pt>
                <c:pt idx="9821">
                  <c:v>26.95</c:v>
                </c:pt>
                <c:pt idx="9822">
                  <c:v>26.95</c:v>
                </c:pt>
                <c:pt idx="9823">
                  <c:v>26.95</c:v>
                </c:pt>
                <c:pt idx="9824">
                  <c:v>26.95</c:v>
                </c:pt>
                <c:pt idx="9825">
                  <c:v>26.9</c:v>
                </c:pt>
                <c:pt idx="9826">
                  <c:v>26.9</c:v>
                </c:pt>
                <c:pt idx="9827">
                  <c:v>26.9</c:v>
                </c:pt>
                <c:pt idx="9828">
                  <c:v>26.9</c:v>
                </c:pt>
                <c:pt idx="9829">
                  <c:v>26.9</c:v>
                </c:pt>
                <c:pt idx="9830">
                  <c:v>26.95</c:v>
                </c:pt>
                <c:pt idx="9831">
                  <c:v>26.95</c:v>
                </c:pt>
                <c:pt idx="9832">
                  <c:v>26.95</c:v>
                </c:pt>
                <c:pt idx="9833">
                  <c:v>26.95</c:v>
                </c:pt>
                <c:pt idx="9834">
                  <c:v>26.95</c:v>
                </c:pt>
                <c:pt idx="9835">
                  <c:v>26.9</c:v>
                </c:pt>
                <c:pt idx="9836">
                  <c:v>26.95</c:v>
                </c:pt>
                <c:pt idx="9837">
                  <c:v>26.95</c:v>
                </c:pt>
                <c:pt idx="9838">
                  <c:v>26.95</c:v>
                </c:pt>
                <c:pt idx="9839">
                  <c:v>26.95</c:v>
                </c:pt>
                <c:pt idx="9840">
                  <c:v>26.95</c:v>
                </c:pt>
                <c:pt idx="9841">
                  <c:v>26.9</c:v>
                </c:pt>
                <c:pt idx="9842">
                  <c:v>26.9</c:v>
                </c:pt>
                <c:pt idx="9843">
                  <c:v>26.95</c:v>
                </c:pt>
                <c:pt idx="9844">
                  <c:v>26.9</c:v>
                </c:pt>
                <c:pt idx="9845">
                  <c:v>26.9</c:v>
                </c:pt>
                <c:pt idx="9846">
                  <c:v>26.95</c:v>
                </c:pt>
                <c:pt idx="9847">
                  <c:v>26.9</c:v>
                </c:pt>
                <c:pt idx="9848">
                  <c:v>26.9</c:v>
                </c:pt>
                <c:pt idx="9849">
                  <c:v>26.9</c:v>
                </c:pt>
                <c:pt idx="9850">
                  <c:v>26.9</c:v>
                </c:pt>
                <c:pt idx="9851">
                  <c:v>26.9</c:v>
                </c:pt>
                <c:pt idx="9852">
                  <c:v>26.9</c:v>
                </c:pt>
                <c:pt idx="9853">
                  <c:v>26.9</c:v>
                </c:pt>
                <c:pt idx="9854">
                  <c:v>26.9</c:v>
                </c:pt>
                <c:pt idx="9855">
                  <c:v>26.9</c:v>
                </c:pt>
                <c:pt idx="9856">
                  <c:v>26.9</c:v>
                </c:pt>
                <c:pt idx="9857">
                  <c:v>26.9</c:v>
                </c:pt>
                <c:pt idx="9858">
                  <c:v>26.9</c:v>
                </c:pt>
                <c:pt idx="9859">
                  <c:v>26.9</c:v>
                </c:pt>
                <c:pt idx="9860">
                  <c:v>26.9</c:v>
                </c:pt>
                <c:pt idx="9861">
                  <c:v>26.9</c:v>
                </c:pt>
                <c:pt idx="9862">
                  <c:v>26.9</c:v>
                </c:pt>
                <c:pt idx="9863">
                  <c:v>26.9</c:v>
                </c:pt>
                <c:pt idx="9864">
                  <c:v>26.9</c:v>
                </c:pt>
                <c:pt idx="9865">
                  <c:v>26.9</c:v>
                </c:pt>
                <c:pt idx="9866">
                  <c:v>26.9</c:v>
                </c:pt>
                <c:pt idx="9867">
                  <c:v>26.9</c:v>
                </c:pt>
                <c:pt idx="9868">
                  <c:v>26.9</c:v>
                </c:pt>
                <c:pt idx="9869">
                  <c:v>26.9</c:v>
                </c:pt>
                <c:pt idx="9870">
                  <c:v>26.9</c:v>
                </c:pt>
                <c:pt idx="9871">
                  <c:v>26.9</c:v>
                </c:pt>
                <c:pt idx="9872">
                  <c:v>26.9</c:v>
                </c:pt>
                <c:pt idx="9873">
                  <c:v>26.9</c:v>
                </c:pt>
                <c:pt idx="9874">
                  <c:v>26.9</c:v>
                </c:pt>
                <c:pt idx="9875">
                  <c:v>26.9</c:v>
                </c:pt>
                <c:pt idx="9876">
                  <c:v>26.9</c:v>
                </c:pt>
                <c:pt idx="9877">
                  <c:v>26.9</c:v>
                </c:pt>
                <c:pt idx="9878">
                  <c:v>26.9</c:v>
                </c:pt>
                <c:pt idx="9879">
                  <c:v>26.9</c:v>
                </c:pt>
                <c:pt idx="9880">
                  <c:v>26.9</c:v>
                </c:pt>
                <c:pt idx="9881">
                  <c:v>26.9</c:v>
                </c:pt>
                <c:pt idx="9882">
                  <c:v>26.9</c:v>
                </c:pt>
                <c:pt idx="9883">
                  <c:v>26.9</c:v>
                </c:pt>
                <c:pt idx="9884">
                  <c:v>26.9</c:v>
                </c:pt>
                <c:pt idx="9885">
                  <c:v>26.9</c:v>
                </c:pt>
                <c:pt idx="9886">
                  <c:v>26.9</c:v>
                </c:pt>
                <c:pt idx="9887">
                  <c:v>26.9</c:v>
                </c:pt>
                <c:pt idx="9888">
                  <c:v>26.9</c:v>
                </c:pt>
                <c:pt idx="9889">
                  <c:v>26.9</c:v>
                </c:pt>
                <c:pt idx="9890">
                  <c:v>26.9</c:v>
                </c:pt>
                <c:pt idx="9891">
                  <c:v>26.9</c:v>
                </c:pt>
                <c:pt idx="9892">
                  <c:v>26.9</c:v>
                </c:pt>
                <c:pt idx="9893">
                  <c:v>26.9</c:v>
                </c:pt>
                <c:pt idx="9894">
                  <c:v>26.9</c:v>
                </c:pt>
                <c:pt idx="9895">
                  <c:v>26.9</c:v>
                </c:pt>
                <c:pt idx="9896">
                  <c:v>26.9</c:v>
                </c:pt>
                <c:pt idx="9897">
                  <c:v>26.9</c:v>
                </c:pt>
                <c:pt idx="9898">
                  <c:v>26.9</c:v>
                </c:pt>
                <c:pt idx="9899">
                  <c:v>26.9</c:v>
                </c:pt>
                <c:pt idx="9900">
                  <c:v>26.9</c:v>
                </c:pt>
                <c:pt idx="9901">
                  <c:v>26.9</c:v>
                </c:pt>
                <c:pt idx="9902">
                  <c:v>26.9</c:v>
                </c:pt>
                <c:pt idx="9903">
                  <c:v>26.9</c:v>
                </c:pt>
                <c:pt idx="9904">
                  <c:v>26.9</c:v>
                </c:pt>
                <c:pt idx="9905">
                  <c:v>26.9</c:v>
                </c:pt>
                <c:pt idx="9906">
                  <c:v>26.9</c:v>
                </c:pt>
                <c:pt idx="9907">
                  <c:v>26.9</c:v>
                </c:pt>
                <c:pt idx="9908">
                  <c:v>26.9</c:v>
                </c:pt>
                <c:pt idx="9909">
                  <c:v>26.9</c:v>
                </c:pt>
                <c:pt idx="9910">
                  <c:v>26.9</c:v>
                </c:pt>
                <c:pt idx="9911">
                  <c:v>26.9</c:v>
                </c:pt>
                <c:pt idx="9912">
                  <c:v>26.9</c:v>
                </c:pt>
                <c:pt idx="9913">
                  <c:v>26.9</c:v>
                </c:pt>
                <c:pt idx="9914">
                  <c:v>26.85</c:v>
                </c:pt>
                <c:pt idx="9915">
                  <c:v>26.9</c:v>
                </c:pt>
                <c:pt idx="9916">
                  <c:v>26.85</c:v>
                </c:pt>
                <c:pt idx="9917">
                  <c:v>26.85</c:v>
                </c:pt>
                <c:pt idx="9918">
                  <c:v>26.85</c:v>
                </c:pt>
                <c:pt idx="9919">
                  <c:v>26.85</c:v>
                </c:pt>
                <c:pt idx="9920">
                  <c:v>26.85</c:v>
                </c:pt>
                <c:pt idx="9921">
                  <c:v>26.85</c:v>
                </c:pt>
                <c:pt idx="9922">
                  <c:v>26.85</c:v>
                </c:pt>
                <c:pt idx="9923">
                  <c:v>26.85</c:v>
                </c:pt>
                <c:pt idx="9924">
                  <c:v>26.85</c:v>
                </c:pt>
                <c:pt idx="9925">
                  <c:v>26.85</c:v>
                </c:pt>
                <c:pt idx="9926">
                  <c:v>26.85</c:v>
                </c:pt>
                <c:pt idx="9927">
                  <c:v>26.85</c:v>
                </c:pt>
                <c:pt idx="9928">
                  <c:v>26.85</c:v>
                </c:pt>
                <c:pt idx="9929">
                  <c:v>26.85</c:v>
                </c:pt>
                <c:pt idx="9930">
                  <c:v>26.85</c:v>
                </c:pt>
                <c:pt idx="9931">
                  <c:v>26.85</c:v>
                </c:pt>
                <c:pt idx="9932">
                  <c:v>26.85</c:v>
                </c:pt>
                <c:pt idx="9933">
                  <c:v>26.85</c:v>
                </c:pt>
                <c:pt idx="9934">
                  <c:v>26.85</c:v>
                </c:pt>
                <c:pt idx="9935">
                  <c:v>26.85</c:v>
                </c:pt>
                <c:pt idx="9936">
                  <c:v>26.85</c:v>
                </c:pt>
                <c:pt idx="9937">
                  <c:v>26.85</c:v>
                </c:pt>
                <c:pt idx="9938">
                  <c:v>26.85</c:v>
                </c:pt>
                <c:pt idx="9939">
                  <c:v>26.85</c:v>
                </c:pt>
                <c:pt idx="9940">
                  <c:v>26.85</c:v>
                </c:pt>
                <c:pt idx="9941">
                  <c:v>26.85</c:v>
                </c:pt>
                <c:pt idx="9942">
                  <c:v>26.85</c:v>
                </c:pt>
                <c:pt idx="9943">
                  <c:v>26.85</c:v>
                </c:pt>
                <c:pt idx="9944">
                  <c:v>26.85</c:v>
                </c:pt>
                <c:pt idx="9945">
                  <c:v>26.85</c:v>
                </c:pt>
                <c:pt idx="9946">
                  <c:v>26.85</c:v>
                </c:pt>
                <c:pt idx="9947">
                  <c:v>26.85</c:v>
                </c:pt>
                <c:pt idx="9948">
                  <c:v>26.85</c:v>
                </c:pt>
                <c:pt idx="9949">
                  <c:v>26.85</c:v>
                </c:pt>
                <c:pt idx="9950">
                  <c:v>26.85</c:v>
                </c:pt>
                <c:pt idx="9951">
                  <c:v>26.85</c:v>
                </c:pt>
                <c:pt idx="9952">
                  <c:v>26.85</c:v>
                </c:pt>
                <c:pt idx="9953">
                  <c:v>26.85</c:v>
                </c:pt>
                <c:pt idx="9954">
                  <c:v>26.85</c:v>
                </c:pt>
                <c:pt idx="9955">
                  <c:v>26.85</c:v>
                </c:pt>
                <c:pt idx="9956">
                  <c:v>26.85</c:v>
                </c:pt>
                <c:pt idx="9957">
                  <c:v>26.85</c:v>
                </c:pt>
                <c:pt idx="9958">
                  <c:v>26.85</c:v>
                </c:pt>
                <c:pt idx="9959">
                  <c:v>26.85</c:v>
                </c:pt>
                <c:pt idx="9960">
                  <c:v>26.85</c:v>
                </c:pt>
                <c:pt idx="9961">
                  <c:v>26.85</c:v>
                </c:pt>
                <c:pt idx="9962">
                  <c:v>26.85</c:v>
                </c:pt>
                <c:pt idx="9963">
                  <c:v>26.85</c:v>
                </c:pt>
                <c:pt idx="9964">
                  <c:v>26.85</c:v>
                </c:pt>
                <c:pt idx="9965">
                  <c:v>26.85</c:v>
                </c:pt>
                <c:pt idx="9966">
                  <c:v>26.85</c:v>
                </c:pt>
                <c:pt idx="9967">
                  <c:v>26.85</c:v>
                </c:pt>
                <c:pt idx="9968">
                  <c:v>26.85</c:v>
                </c:pt>
                <c:pt idx="9969">
                  <c:v>26.85</c:v>
                </c:pt>
                <c:pt idx="9970">
                  <c:v>26.85</c:v>
                </c:pt>
                <c:pt idx="9971">
                  <c:v>26.85</c:v>
                </c:pt>
                <c:pt idx="9972">
                  <c:v>26.85</c:v>
                </c:pt>
                <c:pt idx="9973">
                  <c:v>26.85</c:v>
                </c:pt>
                <c:pt idx="9974">
                  <c:v>26.85</c:v>
                </c:pt>
                <c:pt idx="9975">
                  <c:v>26.85</c:v>
                </c:pt>
                <c:pt idx="9976">
                  <c:v>26.85</c:v>
                </c:pt>
                <c:pt idx="9977">
                  <c:v>26.85</c:v>
                </c:pt>
                <c:pt idx="9978">
                  <c:v>26.85</c:v>
                </c:pt>
                <c:pt idx="9979">
                  <c:v>26.85</c:v>
                </c:pt>
                <c:pt idx="9980">
                  <c:v>26.85</c:v>
                </c:pt>
                <c:pt idx="9981">
                  <c:v>26.85</c:v>
                </c:pt>
                <c:pt idx="9982">
                  <c:v>26.85</c:v>
                </c:pt>
                <c:pt idx="9983">
                  <c:v>26.85</c:v>
                </c:pt>
                <c:pt idx="9984">
                  <c:v>26.85</c:v>
                </c:pt>
                <c:pt idx="9985">
                  <c:v>26.85</c:v>
                </c:pt>
                <c:pt idx="9986">
                  <c:v>26.85</c:v>
                </c:pt>
                <c:pt idx="9987">
                  <c:v>26.85</c:v>
                </c:pt>
                <c:pt idx="9988">
                  <c:v>26.8</c:v>
                </c:pt>
                <c:pt idx="9989">
                  <c:v>26.85</c:v>
                </c:pt>
                <c:pt idx="9990">
                  <c:v>26.85</c:v>
                </c:pt>
                <c:pt idx="9991">
                  <c:v>26.85</c:v>
                </c:pt>
                <c:pt idx="9992">
                  <c:v>26.85</c:v>
                </c:pt>
                <c:pt idx="9993">
                  <c:v>26.85</c:v>
                </c:pt>
                <c:pt idx="9994">
                  <c:v>26.85</c:v>
                </c:pt>
                <c:pt idx="9995">
                  <c:v>26.85</c:v>
                </c:pt>
                <c:pt idx="9996">
                  <c:v>26.8</c:v>
                </c:pt>
                <c:pt idx="9997">
                  <c:v>26.8</c:v>
                </c:pt>
                <c:pt idx="9998">
                  <c:v>26.8</c:v>
                </c:pt>
                <c:pt idx="9999">
                  <c:v>26.8</c:v>
                </c:pt>
                <c:pt idx="10000">
                  <c:v>26.8</c:v>
                </c:pt>
                <c:pt idx="10001">
                  <c:v>26.8</c:v>
                </c:pt>
                <c:pt idx="10002">
                  <c:v>26.8</c:v>
                </c:pt>
                <c:pt idx="10003">
                  <c:v>26.8</c:v>
                </c:pt>
                <c:pt idx="10004">
                  <c:v>26.8</c:v>
                </c:pt>
                <c:pt idx="10005">
                  <c:v>26.8</c:v>
                </c:pt>
                <c:pt idx="10006">
                  <c:v>26.8</c:v>
                </c:pt>
                <c:pt idx="10007">
                  <c:v>26.8</c:v>
                </c:pt>
                <c:pt idx="10008">
                  <c:v>26.8</c:v>
                </c:pt>
                <c:pt idx="10009">
                  <c:v>26.8</c:v>
                </c:pt>
                <c:pt idx="10010">
                  <c:v>26.8</c:v>
                </c:pt>
                <c:pt idx="10011">
                  <c:v>26.8</c:v>
                </c:pt>
                <c:pt idx="10012">
                  <c:v>26.8</c:v>
                </c:pt>
                <c:pt idx="10013">
                  <c:v>26.8</c:v>
                </c:pt>
                <c:pt idx="10014">
                  <c:v>26.8</c:v>
                </c:pt>
                <c:pt idx="10015">
                  <c:v>26.8</c:v>
                </c:pt>
                <c:pt idx="10016">
                  <c:v>26.8</c:v>
                </c:pt>
                <c:pt idx="10017">
                  <c:v>26.8</c:v>
                </c:pt>
                <c:pt idx="10018">
                  <c:v>26.8</c:v>
                </c:pt>
                <c:pt idx="10019">
                  <c:v>26.8</c:v>
                </c:pt>
                <c:pt idx="10020">
                  <c:v>26.8</c:v>
                </c:pt>
                <c:pt idx="10021">
                  <c:v>26.8</c:v>
                </c:pt>
                <c:pt idx="10022">
                  <c:v>26.8</c:v>
                </c:pt>
                <c:pt idx="10023">
                  <c:v>26.8</c:v>
                </c:pt>
                <c:pt idx="10024">
                  <c:v>26.8</c:v>
                </c:pt>
                <c:pt idx="10025">
                  <c:v>26.8</c:v>
                </c:pt>
                <c:pt idx="10026">
                  <c:v>26.8</c:v>
                </c:pt>
                <c:pt idx="10027">
                  <c:v>26.8</c:v>
                </c:pt>
                <c:pt idx="10028">
                  <c:v>26.8</c:v>
                </c:pt>
                <c:pt idx="10029">
                  <c:v>26.8</c:v>
                </c:pt>
                <c:pt idx="10030">
                  <c:v>26.8</c:v>
                </c:pt>
                <c:pt idx="10031">
                  <c:v>26.8</c:v>
                </c:pt>
                <c:pt idx="10032">
                  <c:v>26.8</c:v>
                </c:pt>
                <c:pt idx="10033">
                  <c:v>26.8</c:v>
                </c:pt>
                <c:pt idx="10034">
                  <c:v>26.8</c:v>
                </c:pt>
                <c:pt idx="10035">
                  <c:v>26.8</c:v>
                </c:pt>
                <c:pt idx="10036">
                  <c:v>26.8</c:v>
                </c:pt>
                <c:pt idx="10037">
                  <c:v>26.8</c:v>
                </c:pt>
                <c:pt idx="10038">
                  <c:v>26.8</c:v>
                </c:pt>
                <c:pt idx="10039">
                  <c:v>26.8</c:v>
                </c:pt>
                <c:pt idx="10040">
                  <c:v>26.8</c:v>
                </c:pt>
                <c:pt idx="10041">
                  <c:v>26.8</c:v>
                </c:pt>
                <c:pt idx="10042">
                  <c:v>26.8</c:v>
                </c:pt>
                <c:pt idx="10043">
                  <c:v>26.8</c:v>
                </c:pt>
                <c:pt idx="10044">
                  <c:v>26.8</c:v>
                </c:pt>
                <c:pt idx="10045">
                  <c:v>26.8</c:v>
                </c:pt>
                <c:pt idx="10046">
                  <c:v>26.8</c:v>
                </c:pt>
                <c:pt idx="10047">
                  <c:v>26.8</c:v>
                </c:pt>
                <c:pt idx="10048">
                  <c:v>26.8</c:v>
                </c:pt>
                <c:pt idx="10049">
                  <c:v>26.8</c:v>
                </c:pt>
                <c:pt idx="10050">
                  <c:v>26.8</c:v>
                </c:pt>
                <c:pt idx="10051">
                  <c:v>26.8</c:v>
                </c:pt>
                <c:pt idx="10052">
                  <c:v>26.8</c:v>
                </c:pt>
                <c:pt idx="10053">
                  <c:v>26.75</c:v>
                </c:pt>
                <c:pt idx="10054">
                  <c:v>26.75</c:v>
                </c:pt>
                <c:pt idx="10055">
                  <c:v>26.75</c:v>
                </c:pt>
                <c:pt idx="10056">
                  <c:v>26.75</c:v>
                </c:pt>
                <c:pt idx="10057">
                  <c:v>26.75</c:v>
                </c:pt>
                <c:pt idx="10058">
                  <c:v>26.75</c:v>
                </c:pt>
                <c:pt idx="10059">
                  <c:v>26.75</c:v>
                </c:pt>
                <c:pt idx="10060">
                  <c:v>26.75</c:v>
                </c:pt>
                <c:pt idx="10061">
                  <c:v>26.75</c:v>
                </c:pt>
                <c:pt idx="10062">
                  <c:v>26.75</c:v>
                </c:pt>
                <c:pt idx="10063">
                  <c:v>26.75</c:v>
                </c:pt>
                <c:pt idx="10064">
                  <c:v>26.75</c:v>
                </c:pt>
                <c:pt idx="10065">
                  <c:v>26.75</c:v>
                </c:pt>
                <c:pt idx="10066">
                  <c:v>26.75</c:v>
                </c:pt>
                <c:pt idx="10067">
                  <c:v>26.75</c:v>
                </c:pt>
                <c:pt idx="10068">
                  <c:v>26.75</c:v>
                </c:pt>
                <c:pt idx="10069">
                  <c:v>26.75</c:v>
                </c:pt>
                <c:pt idx="10070">
                  <c:v>26.75</c:v>
                </c:pt>
                <c:pt idx="10071">
                  <c:v>26.75</c:v>
                </c:pt>
                <c:pt idx="10072">
                  <c:v>26.75</c:v>
                </c:pt>
                <c:pt idx="10073">
                  <c:v>26.75</c:v>
                </c:pt>
                <c:pt idx="10074">
                  <c:v>26.75</c:v>
                </c:pt>
                <c:pt idx="10075">
                  <c:v>26.75</c:v>
                </c:pt>
                <c:pt idx="10076">
                  <c:v>26.75</c:v>
                </c:pt>
                <c:pt idx="10077">
                  <c:v>26.75</c:v>
                </c:pt>
                <c:pt idx="10078">
                  <c:v>26.75</c:v>
                </c:pt>
                <c:pt idx="10079">
                  <c:v>26.75</c:v>
                </c:pt>
                <c:pt idx="10080">
                  <c:v>26.75</c:v>
                </c:pt>
                <c:pt idx="10081">
                  <c:v>26.75</c:v>
                </c:pt>
                <c:pt idx="10082">
                  <c:v>26.75</c:v>
                </c:pt>
                <c:pt idx="10083">
                  <c:v>26.75</c:v>
                </c:pt>
                <c:pt idx="10084">
                  <c:v>26.75</c:v>
                </c:pt>
                <c:pt idx="10085">
                  <c:v>26.75</c:v>
                </c:pt>
                <c:pt idx="10086">
                  <c:v>26.75</c:v>
                </c:pt>
                <c:pt idx="10087">
                  <c:v>26.75</c:v>
                </c:pt>
                <c:pt idx="10088">
                  <c:v>26.75</c:v>
                </c:pt>
                <c:pt idx="10089">
                  <c:v>26.75</c:v>
                </c:pt>
                <c:pt idx="10090">
                  <c:v>26.75</c:v>
                </c:pt>
                <c:pt idx="10091">
                  <c:v>26.75</c:v>
                </c:pt>
                <c:pt idx="10092">
                  <c:v>26.75</c:v>
                </c:pt>
                <c:pt idx="10093">
                  <c:v>26.75</c:v>
                </c:pt>
                <c:pt idx="10094">
                  <c:v>26.75</c:v>
                </c:pt>
                <c:pt idx="10095">
                  <c:v>26.75</c:v>
                </c:pt>
                <c:pt idx="10096">
                  <c:v>26.75</c:v>
                </c:pt>
                <c:pt idx="10097">
                  <c:v>26.75</c:v>
                </c:pt>
                <c:pt idx="10098">
                  <c:v>26.75</c:v>
                </c:pt>
                <c:pt idx="10099">
                  <c:v>26.75</c:v>
                </c:pt>
                <c:pt idx="10100">
                  <c:v>26.75</c:v>
                </c:pt>
                <c:pt idx="10101">
                  <c:v>26.75</c:v>
                </c:pt>
                <c:pt idx="10102">
                  <c:v>26.75</c:v>
                </c:pt>
                <c:pt idx="10103">
                  <c:v>26.75</c:v>
                </c:pt>
                <c:pt idx="10104">
                  <c:v>26.75</c:v>
                </c:pt>
                <c:pt idx="10105">
                  <c:v>26.75</c:v>
                </c:pt>
                <c:pt idx="10106">
                  <c:v>26.75</c:v>
                </c:pt>
                <c:pt idx="10107">
                  <c:v>26.75</c:v>
                </c:pt>
                <c:pt idx="10108">
                  <c:v>26.75</c:v>
                </c:pt>
                <c:pt idx="10109">
                  <c:v>26.75</c:v>
                </c:pt>
                <c:pt idx="10110">
                  <c:v>26.75</c:v>
                </c:pt>
                <c:pt idx="10111">
                  <c:v>26.75</c:v>
                </c:pt>
                <c:pt idx="10112">
                  <c:v>26.75</c:v>
                </c:pt>
                <c:pt idx="10113">
                  <c:v>26.75</c:v>
                </c:pt>
                <c:pt idx="10114">
                  <c:v>26.75</c:v>
                </c:pt>
                <c:pt idx="10115">
                  <c:v>26.75</c:v>
                </c:pt>
                <c:pt idx="10116">
                  <c:v>26.75</c:v>
                </c:pt>
                <c:pt idx="10117">
                  <c:v>26.75</c:v>
                </c:pt>
                <c:pt idx="10118">
                  <c:v>26.75</c:v>
                </c:pt>
                <c:pt idx="10119">
                  <c:v>26.75</c:v>
                </c:pt>
                <c:pt idx="10120">
                  <c:v>26.7</c:v>
                </c:pt>
                <c:pt idx="10121">
                  <c:v>26.7</c:v>
                </c:pt>
                <c:pt idx="10122">
                  <c:v>26.75</c:v>
                </c:pt>
                <c:pt idx="10123">
                  <c:v>26.7</c:v>
                </c:pt>
                <c:pt idx="10124">
                  <c:v>26.7</c:v>
                </c:pt>
                <c:pt idx="10125">
                  <c:v>26.75</c:v>
                </c:pt>
                <c:pt idx="10126">
                  <c:v>26.75</c:v>
                </c:pt>
                <c:pt idx="10127">
                  <c:v>26.75</c:v>
                </c:pt>
                <c:pt idx="10128">
                  <c:v>26.75</c:v>
                </c:pt>
                <c:pt idx="10129">
                  <c:v>26.75</c:v>
                </c:pt>
                <c:pt idx="10130">
                  <c:v>26.75</c:v>
                </c:pt>
                <c:pt idx="10131">
                  <c:v>26.75</c:v>
                </c:pt>
                <c:pt idx="10132">
                  <c:v>26.75</c:v>
                </c:pt>
                <c:pt idx="10133">
                  <c:v>26.75</c:v>
                </c:pt>
                <c:pt idx="10134">
                  <c:v>26.75</c:v>
                </c:pt>
                <c:pt idx="10135">
                  <c:v>26.7</c:v>
                </c:pt>
                <c:pt idx="10136">
                  <c:v>26.75</c:v>
                </c:pt>
                <c:pt idx="10137">
                  <c:v>26.7</c:v>
                </c:pt>
                <c:pt idx="10138">
                  <c:v>26.7</c:v>
                </c:pt>
                <c:pt idx="10139">
                  <c:v>26.7</c:v>
                </c:pt>
                <c:pt idx="10140">
                  <c:v>26.7</c:v>
                </c:pt>
                <c:pt idx="10141">
                  <c:v>26.7</c:v>
                </c:pt>
                <c:pt idx="10142">
                  <c:v>26.7</c:v>
                </c:pt>
                <c:pt idx="10143">
                  <c:v>26.7</c:v>
                </c:pt>
                <c:pt idx="10144">
                  <c:v>26.7</c:v>
                </c:pt>
                <c:pt idx="10145">
                  <c:v>26.7</c:v>
                </c:pt>
                <c:pt idx="10146">
                  <c:v>26.7</c:v>
                </c:pt>
                <c:pt idx="10147">
                  <c:v>26.7</c:v>
                </c:pt>
                <c:pt idx="10148">
                  <c:v>26.7</c:v>
                </c:pt>
                <c:pt idx="10149">
                  <c:v>26.7</c:v>
                </c:pt>
                <c:pt idx="10150">
                  <c:v>26.7</c:v>
                </c:pt>
                <c:pt idx="10151">
                  <c:v>26.7</c:v>
                </c:pt>
                <c:pt idx="10152">
                  <c:v>26.7</c:v>
                </c:pt>
                <c:pt idx="10153">
                  <c:v>26.7</c:v>
                </c:pt>
                <c:pt idx="10154">
                  <c:v>26.7</c:v>
                </c:pt>
                <c:pt idx="10155">
                  <c:v>26.7</c:v>
                </c:pt>
                <c:pt idx="10156">
                  <c:v>26.7</c:v>
                </c:pt>
                <c:pt idx="10157">
                  <c:v>26.7</c:v>
                </c:pt>
                <c:pt idx="10158">
                  <c:v>26.7</c:v>
                </c:pt>
                <c:pt idx="10159">
                  <c:v>26.7</c:v>
                </c:pt>
                <c:pt idx="10160">
                  <c:v>26.7</c:v>
                </c:pt>
                <c:pt idx="10161">
                  <c:v>26.7</c:v>
                </c:pt>
                <c:pt idx="10162">
                  <c:v>26.7</c:v>
                </c:pt>
                <c:pt idx="10163">
                  <c:v>26.7</c:v>
                </c:pt>
                <c:pt idx="10164">
                  <c:v>26.7</c:v>
                </c:pt>
                <c:pt idx="10165">
                  <c:v>26.7</c:v>
                </c:pt>
                <c:pt idx="10166">
                  <c:v>26.7</c:v>
                </c:pt>
                <c:pt idx="10167">
                  <c:v>26.7</c:v>
                </c:pt>
                <c:pt idx="10168">
                  <c:v>26.7</c:v>
                </c:pt>
                <c:pt idx="10169">
                  <c:v>26.7</c:v>
                </c:pt>
                <c:pt idx="10170">
                  <c:v>26.7</c:v>
                </c:pt>
                <c:pt idx="10171">
                  <c:v>26.7</c:v>
                </c:pt>
                <c:pt idx="10172">
                  <c:v>26.7</c:v>
                </c:pt>
                <c:pt idx="10173">
                  <c:v>26.7</c:v>
                </c:pt>
                <c:pt idx="10174">
                  <c:v>26.7</c:v>
                </c:pt>
                <c:pt idx="10175">
                  <c:v>26.7</c:v>
                </c:pt>
                <c:pt idx="10176">
                  <c:v>26.7</c:v>
                </c:pt>
                <c:pt idx="10177">
                  <c:v>26.7</c:v>
                </c:pt>
                <c:pt idx="10178">
                  <c:v>26.7</c:v>
                </c:pt>
                <c:pt idx="10179">
                  <c:v>26.7</c:v>
                </c:pt>
                <c:pt idx="10180">
                  <c:v>26.7</c:v>
                </c:pt>
                <c:pt idx="10181">
                  <c:v>26.7</c:v>
                </c:pt>
                <c:pt idx="10182">
                  <c:v>26.7</c:v>
                </c:pt>
                <c:pt idx="10183">
                  <c:v>26.7</c:v>
                </c:pt>
                <c:pt idx="10184">
                  <c:v>26.7</c:v>
                </c:pt>
                <c:pt idx="10185">
                  <c:v>26.7</c:v>
                </c:pt>
                <c:pt idx="10186">
                  <c:v>26.7</c:v>
                </c:pt>
                <c:pt idx="10187">
                  <c:v>26.7</c:v>
                </c:pt>
                <c:pt idx="10188">
                  <c:v>26.7</c:v>
                </c:pt>
                <c:pt idx="10189">
                  <c:v>26.7</c:v>
                </c:pt>
                <c:pt idx="10190">
                  <c:v>26.7</c:v>
                </c:pt>
                <c:pt idx="10191">
                  <c:v>26.7</c:v>
                </c:pt>
                <c:pt idx="10192">
                  <c:v>26.7</c:v>
                </c:pt>
                <c:pt idx="10193">
                  <c:v>26.7</c:v>
                </c:pt>
                <c:pt idx="10194">
                  <c:v>26.7</c:v>
                </c:pt>
                <c:pt idx="10195">
                  <c:v>26.7</c:v>
                </c:pt>
                <c:pt idx="10196">
                  <c:v>26.65</c:v>
                </c:pt>
                <c:pt idx="10197">
                  <c:v>26.7</c:v>
                </c:pt>
                <c:pt idx="10198">
                  <c:v>26.7</c:v>
                </c:pt>
                <c:pt idx="10199">
                  <c:v>26.7</c:v>
                </c:pt>
                <c:pt idx="10200">
                  <c:v>26.65</c:v>
                </c:pt>
                <c:pt idx="10201">
                  <c:v>26.65</c:v>
                </c:pt>
                <c:pt idx="10202">
                  <c:v>26.7</c:v>
                </c:pt>
                <c:pt idx="10203">
                  <c:v>26.65</c:v>
                </c:pt>
                <c:pt idx="10204">
                  <c:v>26.65</c:v>
                </c:pt>
                <c:pt idx="10205">
                  <c:v>26.65</c:v>
                </c:pt>
                <c:pt idx="10206">
                  <c:v>26.65</c:v>
                </c:pt>
                <c:pt idx="10207">
                  <c:v>26.7</c:v>
                </c:pt>
                <c:pt idx="10208">
                  <c:v>26.7</c:v>
                </c:pt>
                <c:pt idx="10209">
                  <c:v>26.65</c:v>
                </c:pt>
                <c:pt idx="10210">
                  <c:v>26.7</c:v>
                </c:pt>
                <c:pt idx="10211">
                  <c:v>26.7</c:v>
                </c:pt>
                <c:pt idx="10212">
                  <c:v>26.7</c:v>
                </c:pt>
                <c:pt idx="10213">
                  <c:v>26.7</c:v>
                </c:pt>
                <c:pt idx="10214">
                  <c:v>26.7</c:v>
                </c:pt>
                <c:pt idx="10215">
                  <c:v>26.65</c:v>
                </c:pt>
                <c:pt idx="10216">
                  <c:v>26.65</c:v>
                </c:pt>
                <c:pt idx="10217">
                  <c:v>26.65</c:v>
                </c:pt>
                <c:pt idx="10218">
                  <c:v>26.65</c:v>
                </c:pt>
                <c:pt idx="10219">
                  <c:v>26.65</c:v>
                </c:pt>
                <c:pt idx="10220">
                  <c:v>26.65</c:v>
                </c:pt>
                <c:pt idx="10221">
                  <c:v>26.65</c:v>
                </c:pt>
                <c:pt idx="10222">
                  <c:v>26.65</c:v>
                </c:pt>
                <c:pt idx="10223">
                  <c:v>26.65</c:v>
                </c:pt>
                <c:pt idx="10224">
                  <c:v>26.65</c:v>
                </c:pt>
                <c:pt idx="10225">
                  <c:v>26.65</c:v>
                </c:pt>
                <c:pt idx="10226">
                  <c:v>26.65</c:v>
                </c:pt>
                <c:pt idx="10227">
                  <c:v>26.65</c:v>
                </c:pt>
                <c:pt idx="10228">
                  <c:v>26.65</c:v>
                </c:pt>
                <c:pt idx="10229">
                  <c:v>26.65</c:v>
                </c:pt>
                <c:pt idx="10230">
                  <c:v>26.65</c:v>
                </c:pt>
                <c:pt idx="10231">
                  <c:v>26.65</c:v>
                </c:pt>
                <c:pt idx="10232">
                  <c:v>26.65</c:v>
                </c:pt>
                <c:pt idx="10233">
                  <c:v>26.65</c:v>
                </c:pt>
                <c:pt idx="10234">
                  <c:v>26.65</c:v>
                </c:pt>
                <c:pt idx="10235">
                  <c:v>26.65</c:v>
                </c:pt>
                <c:pt idx="10236">
                  <c:v>26.65</c:v>
                </c:pt>
                <c:pt idx="10237">
                  <c:v>26.65</c:v>
                </c:pt>
                <c:pt idx="10238">
                  <c:v>26.65</c:v>
                </c:pt>
                <c:pt idx="10239">
                  <c:v>26.65</c:v>
                </c:pt>
                <c:pt idx="10240">
                  <c:v>26.65</c:v>
                </c:pt>
                <c:pt idx="10241">
                  <c:v>26.65</c:v>
                </c:pt>
                <c:pt idx="10242">
                  <c:v>26.65</c:v>
                </c:pt>
                <c:pt idx="10243">
                  <c:v>26.65</c:v>
                </c:pt>
                <c:pt idx="10244">
                  <c:v>26.65</c:v>
                </c:pt>
                <c:pt idx="10245">
                  <c:v>26.65</c:v>
                </c:pt>
                <c:pt idx="10246">
                  <c:v>26.65</c:v>
                </c:pt>
                <c:pt idx="10247">
                  <c:v>26.65</c:v>
                </c:pt>
                <c:pt idx="10248">
                  <c:v>26.65</c:v>
                </c:pt>
                <c:pt idx="10249">
                  <c:v>26.65</c:v>
                </c:pt>
                <c:pt idx="10250">
                  <c:v>26.65</c:v>
                </c:pt>
                <c:pt idx="10251">
                  <c:v>26.65</c:v>
                </c:pt>
                <c:pt idx="10252">
                  <c:v>26.65</c:v>
                </c:pt>
                <c:pt idx="10253">
                  <c:v>26.65</c:v>
                </c:pt>
                <c:pt idx="10254">
                  <c:v>26.65</c:v>
                </c:pt>
                <c:pt idx="10255">
                  <c:v>26.65</c:v>
                </c:pt>
                <c:pt idx="10256">
                  <c:v>26.65</c:v>
                </c:pt>
                <c:pt idx="10257">
                  <c:v>26.65</c:v>
                </c:pt>
                <c:pt idx="10258">
                  <c:v>26.65</c:v>
                </c:pt>
                <c:pt idx="10259">
                  <c:v>26.65</c:v>
                </c:pt>
                <c:pt idx="10260">
                  <c:v>26.65</c:v>
                </c:pt>
                <c:pt idx="10261">
                  <c:v>26.65</c:v>
                </c:pt>
                <c:pt idx="10262">
                  <c:v>26.65</c:v>
                </c:pt>
                <c:pt idx="10263">
                  <c:v>26.65</c:v>
                </c:pt>
                <c:pt idx="10264">
                  <c:v>26.65</c:v>
                </c:pt>
                <c:pt idx="10265">
                  <c:v>26.65</c:v>
                </c:pt>
                <c:pt idx="10266">
                  <c:v>26.65</c:v>
                </c:pt>
                <c:pt idx="10267">
                  <c:v>26.65</c:v>
                </c:pt>
                <c:pt idx="10268">
                  <c:v>26.65</c:v>
                </c:pt>
                <c:pt idx="10269">
                  <c:v>26.65</c:v>
                </c:pt>
                <c:pt idx="10270">
                  <c:v>26.65</c:v>
                </c:pt>
                <c:pt idx="10271">
                  <c:v>26.65</c:v>
                </c:pt>
                <c:pt idx="10272">
                  <c:v>26.65</c:v>
                </c:pt>
                <c:pt idx="10273">
                  <c:v>26.65</c:v>
                </c:pt>
                <c:pt idx="10274">
                  <c:v>26.65</c:v>
                </c:pt>
                <c:pt idx="10275">
                  <c:v>26.65</c:v>
                </c:pt>
                <c:pt idx="10276">
                  <c:v>26.65</c:v>
                </c:pt>
                <c:pt idx="10277">
                  <c:v>26.65</c:v>
                </c:pt>
                <c:pt idx="10278">
                  <c:v>26.65</c:v>
                </c:pt>
                <c:pt idx="10279">
                  <c:v>26.65</c:v>
                </c:pt>
                <c:pt idx="10280">
                  <c:v>26.65</c:v>
                </c:pt>
                <c:pt idx="10281">
                  <c:v>26.65</c:v>
                </c:pt>
                <c:pt idx="10282">
                  <c:v>26.65</c:v>
                </c:pt>
                <c:pt idx="10283">
                  <c:v>26.65</c:v>
                </c:pt>
                <c:pt idx="10284">
                  <c:v>26.65</c:v>
                </c:pt>
                <c:pt idx="10285">
                  <c:v>26.65</c:v>
                </c:pt>
                <c:pt idx="10286">
                  <c:v>26.6</c:v>
                </c:pt>
                <c:pt idx="10287">
                  <c:v>26.65</c:v>
                </c:pt>
                <c:pt idx="10288">
                  <c:v>26.6</c:v>
                </c:pt>
                <c:pt idx="10289">
                  <c:v>26.65</c:v>
                </c:pt>
                <c:pt idx="10290">
                  <c:v>26.6</c:v>
                </c:pt>
                <c:pt idx="10291">
                  <c:v>26.6</c:v>
                </c:pt>
                <c:pt idx="10292">
                  <c:v>26.6</c:v>
                </c:pt>
                <c:pt idx="10293">
                  <c:v>26.6</c:v>
                </c:pt>
                <c:pt idx="10294">
                  <c:v>26.6</c:v>
                </c:pt>
                <c:pt idx="10295">
                  <c:v>26.6</c:v>
                </c:pt>
                <c:pt idx="10296">
                  <c:v>26.6</c:v>
                </c:pt>
                <c:pt idx="10297">
                  <c:v>26.6</c:v>
                </c:pt>
                <c:pt idx="10298">
                  <c:v>26.6</c:v>
                </c:pt>
                <c:pt idx="10299">
                  <c:v>26.6</c:v>
                </c:pt>
                <c:pt idx="10300">
                  <c:v>26.6</c:v>
                </c:pt>
                <c:pt idx="10301">
                  <c:v>26.6</c:v>
                </c:pt>
                <c:pt idx="10302">
                  <c:v>26.6</c:v>
                </c:pt>
                <c:pt idx="10303">
                  <c:v>26.6</c:v>
                </c:pt>
                <c:pt idx="10304">
                  <c:v>26.6</c:v>
                </c:pt>
                <c:pt idx="10305">
                  <c:v>26.6</c:v>
                </c:pt>
                <c:pt idx="10306">
                  <c:v>26.6</c:v>
                </c:pt>
                <c:pt idx="10307">
                  <c:v>26.6</c:v>
                </c:pt>
                <c:pt idx="10308">
                  <c:v>26.6</c:v>
                </c:pt>
                <c:pt idx="10309">
                  <c:v>26.6</c:v>
                </c:pt>
                <c:pt idx="10310">
                  <c:v>26.6</c:v>
                </c:pt>
                <c:pt idx="10311">
                  <c:v>26.6</c:v>
                </c:pt>
                <c:pt idx="10312">
                  <c:v>26.6</c:v>
                </c:pt>
                <c:pt idx="10313">
                  <c:v>26.6</c:v>
                </c:pt>
                <c:pt idx="10314">
                  <c:v>26.6</c:v>
                </c:pt>
                <c:pt idx="10315">
                  <c:v>26.6</c:v>
                </c:pt>
                <c:pt idx="10316">
                  <c:v>26.6</c:v>
                </c:pt>
                <c:pt idx="10317">
                  <c:v>26.6</c:v>
                </c:pt>
                <c:pt idx="10318">
                  <c:v>26.6</c:v>
                </c:pt>
                <c:pt idx="10319">
                  <c:v>26.6</c:v>
                </c:pt>
                <c:pt idx="10320">
                  <c:v>26.6</c:v>
                </c:pt>
                <c:pt idx="10321">
                  <c:v>26.6</c:v>
                </c:pt>
                <c:pt idx="10322">
                  <c:v>26.6</c:v>
                </c:pt>
                <c:pt idx="10323">
                  <c:v>26.6</c:v>
                </c:pt>
                <c:pt idx="10324">
                  <c:v>26.6</c:v>
                </c:pt>
                <c:pt idx="10325">
                  <c:v>26.6</c:v>
                </c:pt>
                <c:pt idx="10326">
                  <c:v>26.6</c:v>
                </c:pt>
                <c:pt idx="10327">
                  <c:v>26.6</c:v>
                </c:pt>
                <c:pt idx="10328">
                  <c:v>26.6</c:v>
                </c:pt>
                <c:pt idx="10329">
                  <c:v>26.6</c:v>
                </c:pt>
                <c:pt idx="10330">
                  <c:v>26.6</c:v>
                </c:pt>
                <c:pt idx="10331">
                  <c:v>26.6</c:v>
                </c:pt>
                <c:pt idx="10332">
                  <c:v>26.6</c:v>
                </c:pt>
                <c:pt idx="10333">
                  <c:v>26.6</c:v>
                </c:pt>
                <c:pt idx="10334">
                  <c:v>26.6</c:v>
                </c:pt>
                <c:pt idx="10335">
                  <c:v>26.6</c:v>
                </c:pt>
                <c:pt idx="10336">
                  <c:v>26.6</c:v>
                </c:pt>
                <c:pt idx="10337">
                  <c:v>26.6</c:v>
                </c:pt>
                <c:pt idx="10338">
                  <c:v>26.6</c:v>
                </c:pt>
                <c:pt idx="10339">
                  <c:v>26.6</c:v>
                </c:pt>
                <c:pt idx="10340">
                  <c:v>26.6</c:v>
                </c:pt>
                <c:pt idx="10341">
                  <c:v>26.6</c:v>
                </c:pt>
                <c:pt idx="10342">
                  <c:v>26.6</c:v>
                </c:pt>
                <c:pt idx="10343">
                  <c:v>26.6</c:v>
                </c:pt>
                <c:pt idx="10344">
                  <c:v>26.6</c:v>
                </c:pt>
                <c:pt idx="10345">
                  <c:v>26.6</c:v>
                </c:pt>
                <c:pt idx="10346">
                  <c:v>26.6</c:v>
                </c:pt>
                <c:pt idx="10347">
                  <c:v>26.6</c:v>
                </c:pt>
                <c:pt idx="10348">
                  <c:v>26.6</c:v>
                </c:pt>
                <c:pt idx="10349">
                  <c:v>26.6</c:v>
                </c:pt>
                <c:pt idx="10350">
                  <c:v>26.6</c:v>
                </c:pt>
                <c:pt idx="10351">
                  <c:v>26.6</c:v>
                </c:pt>
                <c:pt idx="10352">
                  <c:v>26.6</c:v>
                </c:pt>
                <c:pt idx="10353">
                  <c:v>26.6</c:v>
                </c:pt>
                <c:pt idx="10354">
                  <c:v>26.6</c:v>
                </c:pt>
                <c:pt idx="10355">
                  <c:v>26.6</c:v>
                </c:pt>
                <c:pt idx="10356">
                  <c:v>26.6</c:v>
                </c:pt>
                <c:pt idx="10357">
                  <c:v>26.6</c:v>
                </c:pt>
                <c:pt idx="10358">
                  <c:v>26.6</c:v>
                </c:pt>
                <c:pt idx="10359">
                  <c:v>26.6</c:v>
                </c:pt>
                <c:pt idx="10360">
                  <c:v>26.6</c:v>
                </c:pt>
                <c:pt idx="10361">
                  <c:v>26.6</c:v>
                </c:pt>
                <c:pt idx="10362">
                  <c:v>26.6</c:v>
                </c:pt>
                <c:pt idx="10363">
                  <c:v>26.6</c:v>
                </c:pt>
                <c:pt idx="10364">
                  <c:v>26.6</c:v>
                </c:pt>
                <c:pt idx="10365">
                  <c:v>26.6</c:v>
                </c:pt>
                <c:pt idx="10366">
                  <c:v>26.6</c:v>
                </c:pt>
                <c:pt idx="10367">
                  <c:v>26.6</c:v>
                </c:pt>
                <c:pt idx="10368">
                  <c:v>26.6</c:v>
                </c:pt>
                <c:pt idx="10369">
                  <c:v>26.6</c:v>
                </c:pt>
                <c:pt idx="10370">
                  <c:v>26.6</c:v>
                </c:pt>
                <c:pt idx="10371">
                  <c:v>26.6</c:v>
                </c:pt>
                <c:pt idx="10372">
                  <c:v>26.6</c:v>
                </c:pt>
                <c:pt idx="10373">
                  <c:v>26.6</c:v>
                </c:pt>
                <c:pt idx="10374">
                  <c:v>26.55</c:v>
                </c:pt>
                <c:pt idx="10375">
                  <c:v>26.6</c:v>
                </c:pt>
                <c:pt idx="10376">
                  <c:v>26.6</c:v>
                </c:pt>
                <c:pt idx="10377">
                  <c:v>26.6</c:v>
                </c:pt>
                <c:pt idx="10378">
                  <c:v>26.6</c:v>
                </c:pt>
                <c:pt idx="10379">
                  <c:v>26.6</c:v>
                </c:pt>
                <c:pt idx="10380">
                  <c:v>26.6</c:v>
                </c:pt>
                <c:pt idx="10381">
                  <c:v>26.6</c:v>
                </c:pt>
                <c:pt idx="10382">
                  <c:v>26.6</c:v>
                </c:pt>
                <c:pt idx="10383">
                  <c:v>26.6</c:v>
                </c:pt>
                <c:pt idx="10384">
                  <c:v>26.6</c:v>
                </c:pt>
                <c:pt idx="10385">
                  <c:v>26.6</c:v>
                </c:pt>
                <c:pt idx="10386">
                  <c:v>26.6</c:v>
                </c:pt>
                <c:pt idx="10387">
                  <c:v>26.55</c:v>
                </c:pt>
                <c:pt idx="10388">
                  <c:v>26.55</c:v>
                </c:pt>
                <c:pt idx="10389">
                  <c:v>26.55</c:v>
                </c:pt>
                <c:pt idx="10390">
                  <c:v>26.55</c:v>
                </c:pt>
                <c:pt idx="10391">
                  <c:v>26.55</c:v>
                </c:pt>
                <c:pt idx="10392">
                  <c:v>26.55</c:v>
                </c:pt>
                <c:pt idx="10393">
                  <c:v>26.55</c:v>
                </c:pt>
                <c:pt idx="10394">
                  <c:v>26.55</c:v>
                </c:pt>
                <c:pt idx="10395">
                  <c:v>26.55</c:v>
                </c:pt>
                <c:pt idx="10396">
                  <c:v>26.55</c:v>
                </c:pt>
                <c:pt idx="10397">
                  <c:v>26.55</c:v>
                </c:pt>
                <c:pt idx="10398">
                  <c:v>26.55</c:v>
                </c:pt>
                <c:pt idx="10399">
                  <c:v>26.55</c:v>
                </c:pt>
                <c:pt idx="10400">
                  <c:v>26.55</c:v>
                </c:pt>
                <c:pt idx="10401">
                  <c:v>26.55</c:v>
                </c:pt>
                <c:pt idx="10402">
                  <c:v>26.55</c:v>
                </c:pt>
                <c:pt idx="10403">
                  <c:v>26.55</c:v>
                </c:pt>
                <c:pt idx="10404">
                  <c:v>26.55</c:v>
                </c:pt>
                <c:pt idx="10405">
                  <c:v>26.55</c:v>
                </c:pt>
                <c:pt idx="10406">
                  <c:v>26.55</c:v>
                </c:pt>
                <c:pt idx="10407">
                  <c:v>26.55</c:v>
                </c:pt>
                <c:pt idx="10408">
                  <c:v>26.55</c:v>
                </c:pt>
                <c:pt idx="10409">
                  <c:v>26.55</c:v>
                </c:pt>
                <c:pt idx="10410">
                  <c:v>26.55</c:v>
                </c:pt>
                <c:pt idx="10411">
                  <c:v>26.55</c:v>
                </c:pt>
                <c:pt idx="10412">
                  <c:v>26.55</c:v>
                </c:pt>
                <c:pt idx="10413">
                  <c:v>26.55</c:v>
                </c:pt>
                <c:pt idx="10414">
                  <c:v>26.55</c:v>
                </c:pt>
                <c:pt idx="10415">
                  <c:v>26.55</c:v>
                </c:pt>
                <c:pt idx="10416">
                  <c:v>26.55</c:v>
                </c:pt>
                <c:pt idx="10417">
                  <c:v>26.55</c:v>
                </c:pt>
                <c:pt idx="10418">
                  <c:v>26.55</c:v>
                </c:pt>
                <c:pt idx="10419">
                  <c:v>26.55</c:v>
                </c:pt>
                <c:pt idx="10420">
                  <c:v>26.55</c:v>
                </c:pt>
                <c:pt idx="10421">
                  <c:v>26.55</c:v>
                </c:pt>
                <c:pt idx="10422">
                  <c:v>26.55</c:v>
                </c:pt>
                <c:pt idx="10423">
                  <c:v>26.55</c:v>
                </c:pt>
                <c:pt idx="10424">
                  <c:v>26.55</c:v>
                </c:pt>
                <c:pt idx="10425">
                  <c:v>26.55</c:v>
                </c:pt>
                <c:pt idx="10426">
                  <c:v>26.55</c:v>
                </c:pt>
                <c:pt idx="10427">
                  <c:v>26.55</c:v>
                </c:pt>
                <c:pt idx="10428">
                  <c:v>26.55</c:v>
                </c:pt>
                <c:pt idx="10429">
                  <c:v>26.55</c:v>
                </c:pt>
                <c:pt idx="10430">
                  <c:v>26.55</c:v>
                </c:pt>
                <c:pt idx="10431">
                  <c:v>26.55</c:v>
                </c:pt>
                <c:pt idx="10432">
                  <c:v>26.55</c:v>
                </c:pt>
                <c:pt idx="10433">
                  <c:v>26.55</c:v>
                </c:pt>
                <c:pt idx="10434">
                  <c:v>26.55</c:v>
                </c:pt>
                <c:pt idx="10435">
                  <c:v>26.55</c:v>
                </c:pt>
                <c:pt idx="10436">
                  <c:v>26.55</c:v>
                </c:pt>
                <c:pt idx="10437">
                  <c:v>26.55</c:v>
                </c:pt>
                <c:pt idx="10438">
                  <c:v>26.55</c:v>
                </c:pt>
                <c:pt idx="10439">
                  <c:v>26.55</c:v>
                </c:pt>
                <c:pt idx="10440">
                  <c:v>26.55</c:v>
                </c:pt>
                <c:pt idx="10441">
                  <c:v>26.55</c:v>
                </c:pt>
                <c:pt idx="10442">
                  <c:v>26.55</c:v>
                </c:pt>
                <c:pt idx="10443">
                  <c:v>26.55</c:v>
                </c:pt>
                <c:pt idx="10444">
                  <c:v>26.55</c:v>
                </c:pt>
                <c:pt idx="10445">
                  <c:v>26.55</c:v>
                </c:pt>
                <c:pt idx="10446">
                  <c:v>26.55</c:v>
                </c:pt>
                <c:pt idx="10447">
                  <c:v>26.55</c:v>
                </c:pt>
                <c:pt idx="10448">
                  <c:v>26.55</c:v>
                </c:pt>
                <c:pt idx="10449">
                  <c:v>26.55</c:v>
                </c:pt>
                <c:pt idx="10450">
                  <c:v>26.55</c:v>
                </c:pt>
                <c:pt idx="10451">
                  <c:v>26.55</c:v>
                </c:pt>
                <c:pt idx="10452">
                  <c:v>26.55</c:v>
                </c:pt>
                <c:pt idx="10453">
                  <c:v>26.55</c:v>
                </c:pt>
                <c:pt idx="10454">
                  <c:v>26.55</c:v>
                </c:pt>
                <c:pt idx="10455">
                  <c:v>26.55</c:v>
                </c:pt>
                <c:pt idx="10456">
                  <c:v>26.55</c:v>
                </c:pt>
                <c:pt idx="10457">
                  <c:v>26.55</c:v>
                </c:pt>
                <c:pt idx="10458">
                  <c:v>26.55</c:v>
                </c:pt>
                <c:pt idx="10459">
                  <c:v>26.55</c:v>
                </c:pt>
                <c:pt idx="10460">
                  <c:v>26.55</c:v>
                </c:pt>
                <c:pt idx="10461">
                  <c:v>26.55</c:v>
                </c:pt>
                <c:pt idx="10462">
                  <c:v>26.55</c:v>
                </c:pt>
                <c:pt idx="10463">
                  <c:v>26.55</c:v>
                </c:pt>
                <c:pt idx="10464">
                  <c:v>26.55</c:v>
                </c:pt>
                <c:pt idx="10465">
                  <c:v>26.55</c:v>
                </c:pt>
                <c:pt idx="10466">
                  <c:v>26.55</c:v>
                </c:pt>
                <c:pt idx="10467">
                  <c:v>26.55</c:v>
                </c:pt>
                <c:pt idx="10468">
                  <c:v>26.5</c:v>
                </c:pt>
                <c:pt idx="10469">
                  <c:v>26.5</c:v>
                </c:pt>
                <c:pt idx="10470">
                  <c:v>26.55</c:v>
                </c:pt>
                <c:pt idx="10471">
                  <c:v>26.5</c:v>
                </c:pt>
                <c:pt idx="10472">
                  <c:v>26.5</c:v>
                </c:pt>
                <c:pt idx="10473">
                  <c:v>26.5</c:v>
                </c:pt>
                <c:pt idx="10474">
                  <c:v>26.5</c:v>
                </c:pt>
                <c:pt idx="10475">
                  <c:v>26.5</c:v>
                </c:pt>
                <c:pt idx="10476">
                  <c:v>26.5</c:v>
                </c:pt>
                <c:pt idx="10477">
                  <c:v>26.5</c:v>
                </c:pt>
                <c:pt idx="10478">
                  <c:v>26.5</c:v>
                </c:pt>
                <c:pt idx="10479">
                  <c:v>26.5</c:v>
                </c:pt>
                <c:pt idx="10480">
                  <c:v>26.5</c:v>
                </c:pt>
                <c:pt idx="10481">
                  <c:v>26.5</c:v>
                </c:pt>
                <c:pt idx="10482">
                  <c:v>26.55</c:v>
                </c:pt>
                <c:pt idx="10483">
                  <c:v>26.5</c:v>
                </c:pt>
                <c:pt idx="10484">
                  <c:v>26.5</c:v>
                </c:pt>
                <c:pt idx="10485">
                  <c:v>26.5</c:v>
                </c:pt>
                <c:pt idx="10486">
                  <c:v>26.5</c:v>
                </c:pt>
                <c:pt idx="10487">
                  <c:v>26.55</c:v>
                </c:pt>
                <c:pt idx="10488">
                  <c:v>26.55</c:v>
                </c:pt>
                <c:pt idx="10489">
                  <c:v>26.55</c:v>
                </c:pt>
                <c:pt idx="10490">
                  <c:v>26.5</c:v>
                </c:pt>
                <c:pt idx="10491">
                  <c:v>26.55</c:v>
                </c:pt>
                <c:pt idx="10492">
                  <c:v>26.5</c:v>
                </c:pt>
                <c:pt idx="10493">
                  <c:v>26.5</c:v>
                </c:pt>
                <c:pt idx="10494">
                  <c:v>26.5</c:v>
                </c:pt>
                <c:pt idx="10495">
                  <c:v>26.5</c:v>
                </c:pt>
                <c:pt idx="10496">
                  <c:v>26.55</c:v>
                </c:pt>
                <c:pt idx="10497">
                  <c:v>26.55</c:v>
                </c:pt>
                <c:pt idx="10498">
                  <c:v>26.5</c:v>
                </c:pt>
                <c:pt idx="10499">
                  <c:v>26.55</c:v>
                </c:pt>
                <c:pt idx="10500">
                  <c:v>26.55</c:v>
                </c:pt>
                <c:pt idx="10501">
                  <c:v>26.5</c:v>
                </c:pt>
                <c:pt idx="10502">
                  <c:v>26.55</c:v>
                </c:pt>
                <c:pt idx="10503">
                  <c:v>26.5</c:v>
                </c:pt>
                <c:pt idx="10504">
                  <c:v>26.5</c:v>
                </c:pt>
                <c:pt idx="10505">
                  <c:v>26.5</c:v>
                </c:pt>
                <c:pt idx="10506">
                  <c:v>26.5</c:v>
                </c:pt>
                <c:pt idx="10507">
                  <c:v>26.5</c:v>
                </c:pt>
                <c:pt idx="10508">
                  <c:v>26.5</c:v>
                </c:pt>
                <c:pt idx="10509">
                  <c:v>26.5</c:v>
                </c:pt>
                <c:pt idx="10510">
                  <c:v>26.5</c:v>
                </c:pt>
                <c:pt idx="10511">
                  <c:v>26.5</c:v>
                </c:pt>
                <c:pt idx="10512">
                  <c:v>26.5</c:v>
                </c:pt>
                <c:pt idx="10513">
                  <c:v>26.5</c:v>
                </c:pt>
                <c:pt idx="10514">
                  <c:v>26.5</c:v>
                </c:pt>
                <c:pt idx="10515">
                  <c:v>26.5</c:v>
                </c:pt>
                <c:pt idx="10516">
                  <c:v>26.5</c:v>
                </c:pt>
                <c:pt idx="10517">
                  <c:v>26.5</c:v>
                </c:pt>
                <c:pt idx="10518">
                  <c:v>26.5</c:v>
                </c:pt>
                <c:pt idx="10519">
                  <c:v>26.5</c:v>
                </c:pt>
                <c:pt idx="10520">
                  <c:v>26.5</c:v>
                </c:pt>
                <c:pt idx="10521">
                  <c:v>26.5</c:v>
                </c:pt>
                <c:pt idx="10522">
                  <c:v>26.5</c:v>
                </c:pt>
                <c:pt idx="10523">
                  <c:v>26.5</c:v>
                </c:pt>
                <c:pt idx="10524">
                  <c:v>26.5</c:v>
                </c:pt>
                <c:pt idx="10525">
                  <c:v>26.5</c:v>
                </c:pt>
                <c:pt idx="10526">
                  <c:v>26.5</c:v>
                </c:pt>
                <c:pt idx="10527">
                  <c:v>26.5</c:v>
                </c:pt>
                <c:pt idx="10528">
                  <c:v>26.5</c:v>
                </c:pt>
                <c:pt idx="10529">
                  <c:v>26.5</c:v>
                </c:pt>
                <c:pt idx="10530">
                  <c:v>26.5</c:v>
                </c:pt>
                <c:pt idx="10531">
                  <c:v>26.5</c:v>
                </c:pt>
                <c:pt idx="10532">
                  <c:v>26.5</c:v>
                </c:pt>
                <c:pt idx="10533">
                  <c:v>26.5</c:v>
                </c:pt>
                <c:pt idx="10534">
                  <c:v>26.5</c:v>
                </c:pt>
                <c:pt idx="10535">
                  <c:v>26.5</c:v>
                </c:pt>
                <c:pt idx="10536">
                  <c:v>26.5</c:v>
                </c:pt>
                <c:pt idx="10537">
                  <c:v>26.5</c:v>
                </c:pt>
                <c:pt idx="10538">
                  <c:v>26.5</c:v>
                </c:pt>
                <c:pt idx="10539">
                  <c:v>26.5</c:v>
                </c:pt>
                <c:pt idx="10540">
                  <c:v>26.5</c:v>
                </c:pt>
                <c:pt idx="10541">
                  <c:v>26.5</c:v>
                </c:pt>
                <c:pt idx="10542">
                  <c:v>26.5</c:v>
                </c:pt>
                <c:pt idx="10543">
                  <c:v>26.5</c:v>
                </c:pt>
                <c:pt idx="10544">
                  <c:v>26.5</c:v>
                </c:pt>
                <c:pt idx="10545">
                  <c:v>26.5</c:v>
                </c:pt>
                <c:pt idx="10546">
                  <c:v>26.5</c:v>
                </c:pt>
                <c:pt idx="10547">
                  <c:v>26.5</c:v>
                </c:pt>
                <c:pt idx="10548">
                  <c:v>26.5</c:v>
                </c:pt>
                <c:pt idx="10549">
                  <c:v>26.5</c:v>
                </c:pt>
                <c:pt idx="10550">
                  <c:v>26.5</c:v>
                </c:pt>
                <c:pt idx="10551">
                  <c:v>26.45</c:v>
                </c:pt>
                <c:pt idx="10552">
                  <c:v>26.5</c:v>
                </c:pt>
                <c:pt idx="10553">
                  <c:v>26.5</c:v>
                </c:pt>
                <c:pt idx="10554">
                  <c:v>26.45</c:v>
                </c:pt>
                <c:pt idx="10555">
                  <c:v>26.5</c:v>
                </c:pt>
                <c:pt idx="10556">
                  <c:v>26.5</c:v>
                </c:pt>
                <c:pt idx="10557">
                  <c:v>26.45</c:v>
                </c:pt>
                <c:pt idx="10558">
                  <c:v>26.45</c:v>
                </c:pt>
                <c:pt idx="10559">
                  <c:v>26.45</c:v>
                </c:pt>
                <c:pt idx="10560">
                  <c:v>26.5</c:v>
                </c:pt>
                <c:pt idx="10561">
                  <c:v>26.45</c:v>
                </c:pt>
                <c:pt idx="10562">
                  <c:v>26.45</c:v>
                </c:pt>
                <c:pt idx="10563">
                  <c:v>26.45</c:v>
                </c:pt>
                <c:pt idx="10564">
                  <c:v>26.5</c:v>
                </c:pt>
                <c:pt idx="10565">
                  <c:v>26.5</c:v>
                </c:pt>
                <c:pt idx="10566">
                  <c:v>26.5</c:v>
                </c:pt>
                <c:pt idx="10567">
                  <c:v>26.5</c:v>
                </c:pt>
                <c:pt idx="10568">
                  <c:v>26.5</c:v>
                </c:pt>
                <c:pt idx="10569">
                  <c:v>26.5</c:v>
                </c:pt>
                <c:pt idx="10570">
                  <c:v>26.5</c:v>
                </c:pt>
                <c:pt idx="10571">
                  <c:v>26.5</c:v>
                </c:pt>
                <c:pt idx="10572">
                  <c:v>26.5</c:v>
                </c:pt>
                <c:pt idx="10573">
                  <c:v>26.5</c:v>
                </c:pt>
                <c:pt idx="10574">
                  <c:v>26.5</c:v>
                </c:pt>
                <c:pt idx="10575">
                  <c:v>26.5</c:v>
                </c:pt>
                <c:pt idx="10576">
                  <c:v>26.5</c:v>
                </c:pt>
                <c:pt idx="10577">
                  <c:v>26.5</c:v>
                </c:pt>
                <c:pt idx="10578">
                  <c:v>26.5</c:v>
                </c:pt>
                <c:pt idx="10579">
                  <c:v>26.5</c:v>
                </c:pt>
                <c:pt idx="10580">
                  <c:v>26.5</c:v>
                </c:pt>
                <c:pt idx="10581">
                  <c:v>26.5</c:v>
                </c:pt>
                <c:pt idx="10582">
                  <c:v>26.5</c:v>
                </c:pt>
                <c:pt idx="10583">
                  <c:v>26.5</c:v>
                </c:pt>
                <c:pt idx="10584">
                  <c:v>26.5</c:v>
                </c:pt>
                <c:pt idx="10585">
                  <c:v>26.5</c:v>
                </c:pt>
                <c:pt idx="10586">
                  <c:v>26.5</c:v>
                </c:pt>
                <c:pt idx="10587">
                  <c:v>26.5</c:v>
                </c:pt>
                <c:pt idx="10588">
                  <c:v>26.5</c:v>
                </c:pt>
                <c:pt idx="10589">
                  <c:v>26.5</c:v>
                </c:pt>
                <c:pt idx="10590">
                  <c:v>26.5</c:v>
                </c:pt>
                <c:pt idx="10591">
                  <c:v>26.5</c:v>
                </c:pt>
                <c:pt idx="10592">
                  <c:v>26.5</c:v>
                </c:pt>
                <c:pt idx="10593">
                  <c:v>26.5</c:v>
                </c:pt>
                <c:pt idx="10594">
                  <c:v>26.5</c:v>
                </c:pt>
                <c:pt idx="10595">
                  <c:v>26.5</c:v>
                </c:pt>
                <c:pt idx="10596">
                  <c:v>26.5</c:v>
                </c:pt>
                <c:pt idx="10597">
                  <c:v>26.45</c:v>
                </c:pt>
                <c:pt idx="10598">
                  <c:v>26.45</c:v>
                </c:pt>
                <c:pt idx="10599">
                  <c:v>26.45</c:v>
                </c:pt>
                <c:pt idx="10600">
                  <c:v>26.45</c:v>
                </c:pt>
                <c:pt idx="10601">
                  <c:v>26.45</c:v>
                </c:pt>
                <c:pt idx="10602">
                  <c:v>26.45</c:v>
                </c:pt>
                <c:pt idx="10603">
                  <c:v>26.45</c:v>
                </c:pt>
                <c:pt idx="10604">
                  <c:v>26.45</c:v>
                </c:pt>
                <c:pt idx="10605">
                  <c:v>26.45</c:v>
                </c:pt>
                <c:pt idx="10606">
                  <c:v>26.45</c:v>
                </c:pt>
                <c:pt idx="10607">
                  <c:v>26.45</c:v>
                </c:pt>
                <c:pt idx="10608">
                  <c:v>26.45</c:v>
                </c:pt>
                <c:pt idx="10609">
                  <c:v>26.45</c:v>
                </c:pt>
                <c:pt idx="10610">
                  <c:v>26.45</c:v>
                </c:pt>
                <c:pt idx="10611">
                  <c:v>26.45</c:v>
                </c:pt>
                <c:pt idx="10612">
                  <c:v>26.45</c:v>
                </c:pt>
                <c:pt idx="10613">
                  <c:v>26.45</c:v>
                </c:pt>
                <c:pt idx="10614">
                  <c:v>26.45</c:v>
                </c:pt>
                <c:pt idx="10615">
                  <c:v>26.45</c:v>
                </c:pt>
                <c:pt idx="10616">
                  <c:v>26.5</c:v>
                </c:pt>
                <c:pt idx="10617">
                  <c:v>26.45</c:v>
                </c:pt>
                <c:pt idx="10618">
                  <c:v>26.45</c:v>
                </c:pt>
                <c:pt idx="10619">
                  <c:v>26.45</c:v>
                </c:pt>
                <c:pt idx="10620">
                  <c:v>26.45</c:v>
                </c:pt>
                <c:pt idx="10621">
                  <c:v>26.45</c:v>
                </c:pt>
                <c:pt idx="10622">
                  <c:v>26.45</c:v>
                </c:pt>
                <c:pt idx="10623">
                  <c:v>26.45</c:v>
                </c:pt>
                <c:pt idx="10624">
                  <c:v>26.45</c:v>
                </c:pt>
                <c:pt idx="10625">
                  <c:v>26.45</c:v>
                </c:pt>
                <c:pt idx="10626">
                  <c:v>26.45</c:v>
                </c:pt>
                <c:pt idx="10627">
                  <c:v>26.45</c:v>
                </c:pt>
                <c:pt idx="10628">
                  <c:v>26.45</c:v>
                </c:pt>
                <c:pt idx="10629">
                  <c:v>26.45</c:v>
                </c:pt>
                <c:pt idx="10630">
                  <c:v>26.45</c:v>
                </c:pt>
                <c:pt idx="10631">
                  <c:v>26.45</c:v>
                </c:pt>
                <c:pt idx="10632">
                  <c:v>26.45</c:v>
                </c:pt>
                <c:pt idx="10633">
                  <c:v>26.45</c:v>
                </c:pt>
                <c:pt idx="10634">
                  <c:v>26.45</c:v>
                </c:pt>
                <c:pt idx="10635">
                  <c:v>26.45</c:v>
                </c:pt>
                <c:pt idx="10636">
                  <c:v>26.45</c:v>
                </c:pt>
                <c:pt idx="10637">
                  <c:v>26.45</c:v>
                </c:pt>
                <c:pt idx="10638">
                  <c:v>26.45</c:v>
                </c:pt>
                <c:pt idx="10639">
                  <c:v>26.45</c:v>
                </c:pt>
                <c:pt idx="10640">
                  <c:v>26.45</c:v>
                </c:pt>
                <c:pt idx="10641">
                  <c:v>26.45</c:v>
                </c:pt>
                <c:pt idx="10642">
                  <c:v>26.45</c:v>
                </c:pt>
                <c:pt idx="10643">
                  <c:v>26.45</c:v>
                </c:pt>
                <c:pt idx="10644">
                  <c:v>26.45</c:v>
                </c:pt>
                <c:pt idx="10645">
                  <c:v>26.45</c:v>
                </c:pt>
                <c:pt idx="10646">
                  <c:v>26.45</c:v>
                </c:pt>
                <c:pt idx="10647">
                  <c:v>26.45</c:v>
                </c:pt>
                <c:pt idx="10648">
                  <c:v>26.45</c:v>
                </c:pt>
                <c:pt idx="10649">
                  <c:v>26.45</c:v>
                </c:pt>
                <c:pt idx="10650">
                  <c:v>26.45</c:v>
                </c:pt>
                <c:pt idx="10651">
                  <c:v>26.45</c:v>
                </c:pt>
                <c:pt idx="10652">
                  <c:v>26.45</c:v>
                </c:pt>
                <c:pt idx="10653">
                  <c:v>26.45</c:v>
                </c:pt>
                <c:pt idx="10654">
                  <c:v>26.45</c:v>
                </c:pt>
                <c:pt idx="10655">
                  <c:v>26.45</c:v>
                </c:pt>
                <c:pt idx="10656">
                  <c:v>26.45</c:v>
                </c:pt>
                <c:pt idx="10657">
                  <c:v>26.45</c:v>
                </c:pt>
                <c:pt idx="10658">
                  <c:v>26.45</c:v>
                </c:pt>
                <c:pt idx="10659">
                  <c:v>26.45</c:v>
                </c:pt>
                <c:pt idx="10660">
                  <c:v>26.45</c:v>
                </c:pt>
                <c:pt idx="10661">
                  <c:v>26.45</c:v>
                </c:pt>
                <c:pt idx="10662">
                  <c:v>26.45</c:v>
                </c:pt>
                <c:pt idx="10663">
                  <c:v>26.45</c:v>
                </c:pt>
                <c:pt idx="10664">
                  <c:v>26.45</c:v>
                </c:pt>
                <c:pt idx="10665">
                  <c:v>26.45</c:v>
                </c:pt>
                <c:pt idx="10666">
                  <c:v>26.45</c:v>
                </c:pt>
                <c:pt idx="10667">
                  <c:v>26.45</c:v>
                </c:pt>
                <c:pt idx="10668">
                  <c:v>26.45</c:v>
                </c:pt>
                <c:pt idx="10669">
                  <c:v>26.45</c:v>
                </c:pt>
                <c:pt idx="10670">
                  <c:v>26.45</c:v>
                </c:pt>
                <c:pt idx="10671">
                  <c:v>26.45</c:v>
                </c:pt>
                <c:pt idx="10672">
                  <c:v>26.45</c:v>
                </c:pt>
                <c:pt idx="10673">
                  <c:v>26.45</c:v>
                </c:pt>
                <c:pt idx="10674">
                  <c:v>26.45</c:v>
                </c:pt>
                <c:pt idx="10675">
                  <c:v>26.45</c:v>
                </c:pt>
                <c:pt idx="10676">
                  <c:v>26.45</c:v>
                </c:pt>
                <c:pt idx="10677">
                  <c:v>26.45</c:v>
                </c:pt>
                <c:pt idx="10678">
                  <c:v>26.45</c:v>
                </c:pt>
                <c:pt idx="10679">
                  <c:v>26.45</c:v>
                </c:pt>
                <c:pt idx="10680">
                  <c:v>26.45</c:v>
                </c:pt>
                <c:pt idx="10681">
                  <c:v>26.45</c:v>
                </c:pt>
                <c:pt idx="10682">
                  <c:v>26.45</c:v>
                </c:pt>
                <c:pt idx="10683">
                  <c:v>26.45</c:v>
                </c:pt>
                <c:pt idx="10684">
                  <c:v>26.4</c:v>
                </c:pt>
                <c:pt idx="10685">
                  <c:v>26.4</c:v>
                </c:pt>
                <c:pt idx="10686">
                  <c:v>26.4</c:v>
                </c:pt>
                <c:pt idx="10687">
                  <c:v>26.4</c:v>
                </c:pt>
                <c:pt idx="10688">
                  <c:v>26.4</c:v>
                </c:pt>
                <c:pt idx="10689">
                  <c:v>26.4</c:v>
                </c:pt>
                <c:pt idx="10690">
                  <c:v>26.4</c:v>
                </c:pt>
                <c:pt idx="10691">
                  <c:v>26.4</c:v>
                </c:pt>
                <c:pt idx="10692">
                  <c:v>26.4</c:v>
                </c:pt>
                <c:pt idx="10693">
                  <c:v>26.4</c:v>
                </c:pt>
                <c:pt idx="10694">
                  <c:v>26.4</c:v>
                </c:pt>
                <c:pt idx="10695">
                  <c:v>26.4</c:v>
                </c:pt>
                <c:pt idx="10696">
                  <c:v>26.4</c:v>
                </c:pt>
                <c:pt idx="10697">
                  <c:v>26.4</c:v>
                </c:pt>
                <c:pt idx="10698">
                  <c:v>26.4</c:v>
                </c:pt>
                <c:pt idx="10699">
                  <c:v>26.4</c:v>
                </c:pt>
                <c:pt idx="10700">
                  <c:v>26.4</c:v>
                </c:pt>
                <c:pt idx="10701">
                  <c:v>26.4</c:v>
                </c:pt>
                <c:pt idx="10702">
                  <c:v>26.4</c:v>
                </c:pt>
                <c:pt idx="10703">
                  <c:v>26.4</c:v>
                </c:pt>
                <c:pt idx="10704">
                  <c:v>26.4</c:v>
                </c:pt>
                <c:pt idx="10705">
                  <c:v>26.4</c:v>
                </c:pt>
                <c:pt idx="10706">
                  <c:v>26.4</c:v>
                </c:pt>
                <c:pt idx="10707">
                  <c:v>26.4</c:v>
                </c:pt>
                <c:pt idx="10708">
                  <c:v>26.4</c:v>
                </c:pt>
                <c:pt idx="10709">
                  <c:v>26.4</c:v>
                </c:pt>
                <c:pt idx="10710">
                  <c:v>26.4</c:v>
                </c:pt>
                <c:pt idx="10711">
                  <c:v>26.4</c:v>
                </c:pt>
                <c:pt idx="10712">
                  <c:v>26.4</c:v>
                </c:pt>
                <c:pt idx="10713">
                  <c:v>26.4</c:v>
                </c:pt>
                <c:pt idx="10714">
                  <c:v>26.4</c:v>
                </c:pt>
                <c:pt idx="10715">
                  <c:v>26.4</c:v>
                </c:pt>
                <c:pt idx="10716">
                  <c:v>26.4</c:v>
                </c:pt>
                <c:pt idx="10717">
                  <c:v>26.4</c:v>
                </c:pt>
                <c:pt idx="10718">
                  <c:v>26.4</c:v>
                </c:pt>
                <c:pt idx="10719">
                  <c:v>26.4</c:v>
                </c:pt>
                <c:pt idx="10720">
                  <c:v>26.4</c:v>
                </c:pt>
                <c:pt idx="10721">
                  <c:v>26.4</c:v>
                </c:pt>
                <c:pt idx="10722">
                  <c:v>26.4</c:v>
                </c:pt>
                <c:pt idx="10723">
                  <c:v>26.4</c:v>
                </c:pt>
                <c:pt idx="10724">
                  <c:v>26.4</c:v>
                </c:pt>
                <c:pt idx="10725">
                  <c:v>26.4</c:v>
                </c:pt>
                <c:pt idx="10726">
                  <c:v>26.4</c:v>
                </c:pt>
                <c:pt idx="10727">
                  <c:v>26.4</c:v>
                </c:pt>
                <c:pt idx="10728">
                  <c:v>26.4</c:v>
                </c:pt>
                <c:pt idx="10729">
                  <c:v>26.4</c:v>
                </c:pt>
                <c:pt idx="10730">
                  <c:v>26.4</c:v>
                </c:pt>
                <c:pt idx="10731">
                  <c:v>26.4</c:v>
                </c:pt>
                <c:pt idx="10732">
                  <c:v>26.4</c:v>
                </c:pt>
                <c:pt idx="10733">
                  <c:v>26.4</c:v>
                </c:pt>
                <c:pt idx="10734">
                  <c:v>26.4</c:v>
                </c:pt>
                <c:pt idx="10735">
                  <c:v>26.4</c:v>
                </c:pt>
                <c:pt idx="10736">
                  <c:v>26.4</c:v>
                </c:pt>
                <c:pt idx="10737">
                  <c:v>26.4</c:v>
                </c:pt>
                <c:pt idx="10738">
                  <c:v>26.4</c:v>
                </c:pt>
                <c:pt idx="10739">
                  <c:v>26.4</c:v>
                </c:pt>
                <c:pt idx="10740">
                  <c:v>26.4</c:v>
                </c:pt>
                <c:pt idx="10741">
                  <c:v>26.4</c:v>
                </c:pt>
                <c:pt idx="10742">
                  <c:v>26.4</c:v>
                </c:pt>
                <c:pt idx="10743">
                  <c:v>26.4</c:v>
                </c:pt>
                <c:pt idx="10744">
                  <c:v>26.4</c:v>
                </c:pt>
                <c:pt idx="10745">
                  <c:v>26.4</c:v>
                </c:pt>
                <c:pt idx="10746">
                  <c:v>26.4</c:v>
                </c:pt>
                <c:pt idx="10747">
                  <c:v>26.4</c:v>
                </c:pt>
                <c:pt idx="10748">
                  <c:v>26.4</c:v>
                </c:pt>
                <c:pt idx="10749">
                  <c:v>26.4</c:v>
                </c:pt>
                <c:pt idx="10750">
                  <c:v>26.4</c:v>
                </c:pt>
                <c:pt idx="10751">
                  <c:v>26.4</c:v>
                </c:pt>
                <c:pt idx="10752">
                  <c:v>26.4</c:v>
                </c:pt>
                <c:pt idx="10753">
                  <c:v>26.4</c:v>
                </c:pt>
                <c:pt idx="10754">
                  <c:v>26.4</c:v>
                </c:pt>
                <c:pt idx="10755">
                  <c:v>26.4</c:v>
                </c:pt>
                <c:pt idx="10756">
                  <c:v>26.4</c:v>
                </c:pt>
                <c:pt idx="10757">
                  <c:v>26.4</c:v>
                </c:pt>
                <c:pt idx="10758">
                  <c:v>26.4</c:v>
                </c:pt>
                <c:pt idx="10759">
                  <c:v>26.4</c:v>
                </c:pt>
                <c:pt idx="10760">
                  <c:v>26.4</c:v>
                </c:pt>
                <c:pt idx="10761">
                  <c:v>26.4</c:v>
                </c:pt>
                <c:pt idx="10762">
                  <c:v>26.4</c:v>
                </c:pt>
                <c:pt idx="10763">
                  <c:v>26.4</c:v>
                </c:pt>
                <c:pt idx="10764">
                  <c:v>26.4</c:v>
                </c:pt>
                <c:pt idx="10765">
                  <c:v>26.4</c:v>
                </c:pt>
                <c:pt idx="10766">
                  <c:v>26.4</c:v>
                </c:pt>
                <c:pt idx="10767">
                  <c:v>26.4</c:v>
                </c:pt>
                <c:pt idx="10768">
                  <c:v>26.4</c:v>
                </c:pt>
                <c:pt idx="10769">
                  <c:v>26.4</c:v>
                </c:pt>
                <c:pt idx="10770">
                  <c:v>26.4</c:v>
                </c:pt>
                <c:pt idx="10771">
                  <c:v>26.4</c:v>
                </c:pt>
                <c:pt idx="10772">
                  <c:v>26.35</c:v>
                </c:pt>
                <c:pt idx="10773">
                  <c:v>26.4</c:v>
                </c:pt>
                <c:pt idx="10774">
                  <c:v>26.35</c:v>
                </c:pt>
                <c:pt idx="10775">
                  <c:v>26.35</c:v>
                </c:pt>
                <c:pt idx="10776">
                  <c:v>26.35</c:v>
                </c:pt>
                <c:pt idx="10777">
                  <c:v>26.35</c:v>
                </c:pt>
                <c:pt idx="10778">
                  <c:v>26.35</c:v>
                </c:pt>
                <c:pt idx="10779">
                  <c:v>26.35</c:v>
                </c:pt>
                <c:pt idx="10780">
                  <c:v>26.35</c:v>
                </c:pt>
                <c:pt idx="10781">
                  <c:v>26.35</c:v>
                </c:pt>
                <c:pt idx="10782">
                  <c:v>26.35</c:v>
                </c:pt>
                <c:pt idx="10783">
                  <c:v>26.35</c:v>
                </c:pt>
                <c:pt idx="10784">
                  <c:v>26.35</c:v>
                </c:pt>
                <c:pt idx="10785">
                  <c:v>26.35</c:v>
                </c:pt>
                <c:pt idx="10786">
                  <c:v>26.35</c:v>
                </c:pt>
                <c:pt idx="10787">
                  <c:v>26.35</c:v>
                </c:pt>
                <c:pt idx="10788">
                  <c:v>26.35</c:v>
                </c:pt>
                <c:pt idx="10789">
                  <c:v>26.4</c:v>
                </c:pt>
                <c:pt idx="10790">
                  <c:v>26.35</c:v>
                </c:pt>
                <c:pt idx="10791">
                  <c:v>26.35</c:v>
                </c:pt>
                <c:pt idx="10792">
                  <c:v>26.35</c:v>
                </c:pt>
                <c:pt idx="10793">
                  <c:v>26.35</c:v>
                </c:pt>
                <c:pt idx="10794">
                  <c:v>26.35</c:v>
                </c:pt>
                <c:pt idx="10795">
                  <c:v>26.35</c:v>
                </c:pt>
                <c:pt idx="10796">
                  <c:v>26.35</c:v>
                </c:pt>
                <c:pt idx="10797">
                  <c:v>26.35</c:v>
                </c:pt>
                <c:pt idx="10798">
                  <c:v>26.35</c:v>
                </c:pt>
                <c:pt idx="10799">
                  <c:v>26.35</c:v>
                </c:pt>
                <c:pt idx="10800">
                  <c:v>26.35</c:v>
                </c:pt>
                <c:pt idx="10801">
                  <c:v>26.35</c:v>
                </c:pt>
                <c:pt idx="10802">
                  <c:v>26.35</c:v>
                </c:pt>
                <c:pt idx="10803">
                  <c:v>26.35</c:v>
                </c:pt>
                <c:pt idx="10804">
                  <c:v>26.35</c:v>
                </c:pt>
                <c:pt idx="10805">
                  <c:v>26.35</c:v>
                </c:pt>
                <c:pt idx="10806">
                  <c:v>26.35</c:v>
                </c:pt>
                <c:pt idx="10807">
                  <c:v>26.35</c:v>
                </c:pt>
                <c:pt idx="10808">
                  <c:v>26.35</c:v>
                </c:pt>
                <c:pt idx="10809">
                  <c:v>26.35</c:v>
                </c:pt>
                <c:pt idx="10810">
                  <c:v>26.35</c:v>
                </c:pt>
                <c:pt idx="10811">
                  <c:v>26.35</c:v>
                </c:pt>
                <c:pt idx="10812">
                  <c:v>26.35</c:v>
                </c:pt>
                <c:pt idx="10813">
                  <c:v>26.35</c:v>
                </c:pt>
                <c:pt idx="10814">
                  <c:v>26.35</c:v>
                </c:pt>
                <c:pt idx="10815">
                  <c:v>26.35</c:v>
                </c:pt>
                <c:pt idx="10816">
                  <c:v>26.35</c:v>
                </c:pt>
                <c:pt idx="10817">
                  <c:v>26.35</c:v>
                </c:pt>
                <c:pt idx="10818">
                  <c:v>26.35</c:v>
                </c:pt>
                <c:pt idx="10819">
                  <c:v>26.35</c:v>
                </c:pt>
                <c:pt idx="10820">
                  <c:v>26.35</c:v>
                </c:pt>
                <c:pt idx="10821">
                  <c:v>26.35</c:v>
                </c:pt>
                <c:pt idx="10822">
                  <c:v>26.35</c:v>
                </c:pt>
                <c:pt idx="10823">
                  <c:v>26.35</c:v>
                </c:pt>
                <c:pt idx="10824">
                  <c:v>26.35</c:v>
                </c:pt>
                <c:pt idx="10825">
                  <c:v>26.35</c:v>
                </c:pt>
                <c:pt idx="10826">
                  <c:v>26.35</c:v>
                </c:pt>
                <c:pt idx="10827">
                  <c:v>26.35</c:v>
                </c:pt>
                <c:pt idx="10828">
                  <c:v>26.35</c:v>
                </c:pt>
                <c:pt idx="10829">
                  <c:v>26.35</c:v>
                </c:pt>
                <c:pt idx="10830">
                  <c:v>26.35</c:v>
                </c:pt>
                <c:pt idx="10831">
                  <c:v>26.35</c:v>
                </c:pt>
                <c:pt idx="10832">
                  <c:v>26.35</c:v>
                </c:pt>
                <c:pt idx="10833">
                  <c:v>26.35</c:v>
                </c:pt>
                <c:pt idx="10834">
                  <c:v>26.35</c:v>
                </c:pt>
                <c:pt idx="10835">
                  <c:v>26.35</c:v>
                </c:pt>
                <c:pt idx="10836">
                  <c:v>26.35</c:v>
                </c:pt>
                <c:pt idx="10837">
                  <c:v>26.35</c:v>
                </c:pt>
                <c:pt idx="10838">
                  <c:v>26.35</c:v>
                </c:pt>
                <c:pt idx="10839">
                  <c:v>26.35</c:v>
                </c:pt>
                <c:pt idx="10840">
                  <c:v>26.35</c:v>
                </c:pt>
                <c:pt idx="10841">
                  <c:v>26.35</c:v>
                </c:pt>
                <c:pt idx="10842">
                  <c:v>26.35</c:v>
                </c:pt>
                <c:pt idx="10843">
                  <c:v>26.35</c:v>
                </c:pt>
                <c:pt idx="10844">
                  <c:v>26.35</c:v>
                </c:pt>
                <c:pt idx="10845">
                  <c:v>26.35</c:v>
                </c:pt>
                <c:pt idx="10846">
                  <c:v>26.35</c:v>
                </c:pt>
                <c:pt idx="10847">
                  <c:v>26.35</c:v>
                </c:pt>
                <c:pt idx="10848">
                  <c:v>26.35</c:v>
                </c:pt>
                <c:pt idx="10849">
                  <c:v>26.35</c:v>
                </c:pt>
                <c:pt idx="10850">
                  <c:v>26.35</c:v>
                </c:pt>
                <c:pt idx="10851">
                  <c:v>26.3</c:v>
                </c:pt>
                <c:pt idx="10852">
                  <c:v>26.3</c:v>
                </c:pt>
                <c:pt idx="10853">
                  <c:v>26.35</c:v>
                </c:pt>
                <c:pt idx="10854">
                  <c:v>26.35</c:v>
                </c:pt>
                <c:pt idx="10855">
                  <c:v>26.3</c:v>
                </c:pt>
                <c:pt idx="10856">
                  <c:v>26.3</c:v>
                </c:pt>
                <c:pt idx="10857">
                  <c:v>26.35</c:v>
                </c:pt>
                <c:pt idx="10858">
                  <c:v>26.3</c:v>
                </c:pt>
                <c:pt idx="10859">
                  <c:v>26.3</c:v>
                </c:pt>
                <c:pt idx="10860">
                  <c:v>26.3</c:v>
                </c:pt>
                <c:pt idx="10861">
                  <c:v>26.3</c:v>
                </c:pt>
                <c:pt idx="10862">
                  <c:v>26.3</c:v>
                </c:pt>
                <c:pt idx="10863">
                  <c:v>26.3</c:v>
                </c:pt>
                <c:pt idx="10864">
                  <c:v>26.3</c:v>
                </c:pt>
                <c:pt idx="10865">
                  <c:v>26.3</c:v>
                </c:pt>
                <c:pt idx="10866">
                  <c:v>26.3</c:v>
                </c:pt>
                <c:pt idx="10867">
                  <c:v>26.3</c:v>
                </c:pt>
                <c:pt idx="10868">
                  <c:v>26.35</c:v>
                </c:pt>
                <c:pt idx="10869">
                  <c:v>26.3</c:v>
                </c:pt>
                <c:pt idx="10870">
                  <c:v>26.3</c:v>
                </c:pt>
                <c:pt idx="10871">
                  <c:v>26.3</c:v>
                </c:pt>
                <c:pt idx="10872">
                  <c:v>26.3</c:v>
                </c:pt>
                <c:pt idx="10873">
                  <c:v>26.35</c:v>
                </c:pt>
                <c:pt idx="10874">
                  <c:v>26.35</c:v>
                </c:pt>
                <c:pt idx="10875">
                  <c:v>26.35</c:v>
                </c:pt>
                <c:pt idx="10876">
                  <c:v>26.3</c:v>
                </c:pt>
                <c:pt idx="10877">
                  <c:v>26.35</c:v>
                </c:pt>
                <c:pt idx="10878">
                  <c:v>26.35</c:v>
                </c:pt>
                <c:pt idx="10879">
                  <c:v>26.35</c:v>
                </c:pt>
                <c:pt idx="10880">
                  <c:v>26.3</c:v>
                </c:pt>
                <c:pt idx="10881">
                  <c:v>26.3</c:v>
                </c:pt>
                <c:pt idx="10882">
                  <c:v>26.3</c:v>
                </c:pt>
                <c:pt idx="10883">
                  <c:v>26.3</c:v>
                </c:pt>
                <c:pt idx="10884">
                  <c:v>26.3</c:v>
                </c:pt>
                <c:pt idx="10885">
                  <c:v>26.3</c:v>
                </c:pt>
                <c:pt idx="10886">
                  <c:v>26.3</c:v>
                </c:pt>
                <c:pt idx="10887">
                  <c:v>26.3</c:v>
                </c:pt>
                <c:pt idx="10888">
                  <c:v>26.3</c:v>
                </c:pt>
                <c:pt idx="10889">
                  <c:v>26.3</c:v>
                </c:pt>
                <c:pt idx="10890">
                  <c:v>26.3</c:v>
                </c:pt>
                <c:pt idx="10891">
                  <c:v>26.3</c:v>
                </c:pt>
                <c:pt idx="10892">
                  <c:v>26.3</c:v>
                </c:pt>
                <c:pt idx="10893">
                  <c:v>26.3</c:v>
                </c:pt>
                <c:pt idx="10894">
                  <c:v>26.3</c:v>
                </c:pt>
                <c:pt idx="10895">
                  <c:v>26.3</c:v>
                </c:pt>
                <c:pt idx="10896">
                  <c:v>26.3</c:v>
                </c:pt>
                <c:pt idx="10897">
                  <c:v>26.3</c:v>
                </c:pt>
                <c:pt idx="10898">
                  <c:v>26.3</c:v>
                </c:pt>
                <c:pt idx="10899">
                  <c:v>26.3</c:v>
                </c:pt>
                <c:pt idx="10900">
                  <c:v>26.3</c:v>
                </c:pt>
                <c:pt idx="10901">
                  <c:v>26.3</c:v>
                </c:pt>
                <c:pt idx="10902">
                  <c:v>26.3</c:v>
                </c:pt>
                <c:pt idx="10903">
                  <c:v>26.3</c:v>
                </c:pt>
                <c:pt idx="10904">
                  <c:v>26.3</c:v>
                </c:pt>
                <c:pt idx="10905">
                  <c:v>26.3</c:v>
                </c:pt>
                <c:pt idx="10906">
                  <c:v>26.3</c:v>
                </c:pt>
                <c:pt idx="10907">
                  <c:v>26.3</c:v>
                </c:pt>
                <c:pt idx="10908">
                  <c:v>26.3</c:v>
                </c:pt>
                <c:pt idx="10909">
                  <c:v>26.3</c:v>
                </c:pt>
                <c:pt idx="10910">
                  <c:v>26.3</c:v>
                </c:pt>
                <c:pt idx="10911">
                  <c:v>26.3</c:v>
                </c:pt>
                <c:pt idx="10912">
                  <c:v>26.3</c:v>
                </c:pt>
                <c:pt idx="10913">
                  <c:v>26.3</c:v>
                </c:pt>
                <c:pt idx="10914">
                  <c:v>26.3</c:v>
                </c:pt>
                <c:pt idx="10915">
                  <c:v>26.3</c:v>
                </c:pt>
                <c:pt idx="10916">
                  <c:v>26.3</c:v>
                </c:pt>
                <c:pt idx="10917">
                  <c:v>26.3</c:v>
                </c:pt>
                <c:pt idx="10918">
                  <c:v>26.3</c:v>
                </c:pt>
                <c:pt idx="10919">
                  <c:v>26.3</c:v>
                </c:pt>
                <c:pt idx="10920">
                  <c:v>26.3</c:v>
                </c:pt>
                <c:pt idx="10921">
                  <c:v>26.3</c:v>
                </c:pt>
                <c:pt idx="10922">
                  <c:v>26.3</c:v>
                </c:pt>
                <c:pt idx="10923">
                  <c:v>26.3</c:v>
                </c:pt>
                <c:pt idx="10924">
                  <c:v>26.3</c:v>
                </c:pt>
                <c:pt idx="10925">
                  <c:v>26.3</c:v>
                </c:pt>
                <c:pt idx="10926">
                  <c:v>26.3</c:v>
                </c:pt>
                <c:pt idx="10927">
                  <c:v>26.3</c:v>
                </c:pt>
                <c:pt idx="10928">
                  <c:v>26.3</c:v>
                </c:pt>
                <c:pt idx="10929">
                  <c:v>26.3</c:v>
                </c:pt>
                <c:pt idx="10930">
                  <c:v>26.3</c:v>
                </c:pt>
                <c:pt idx="10931">
                  <c:v>26.3</c:v>
                </c:pt>
                <c:pt idx="10932">
                  <c:v>26.3</c:v>
                </c:pt>
                <c:pt idx="10933">
                  <c:v>26.3</c:v>
                </c:pt>
                <c:pt idx="10934">
                  <c:v>26.3</c:v>
                </c:pt>
                <c:pt idx="10935">
                  <c:v>26.3</c:v>
                </c:pt>
                <c:pt idx="10936">
                  <c:v>26.3</c:v>
                </c:pt>
                <c:pt idx="10937">
                  <c:v>26.3</c:v>
                </c:pt>
                <c:pt idx="10938">
                  <c:v>26.3</c:v>
                </c:pt>
                <c:pt idx="10939">
                  <c:v>26.3</c:v>
                </c:pt>
                <c:pt idx="10940">
                  <c:v>26.3</c:v>
                </c:pt>
                <c:pt idx="10941">
                  <c:v>26.3</c:v>
                </c:pt>
                <c:pt idx="10942">
                  <c:v>26.3</c:v>
                </c:pt>
                <c:pt idx="10943">
                  <c:v>26.3</c:v>
                </c:pt>
                <c:pt idx="10944">
                  <c:v>26.3</c:v>
                </c:pt>
                <c:pt idx="10945">
                  <c:v>26.3</c:v>
                </c:pt>
                <c:pt idx="10946">
                  <c:v>26.3</c:v>
                </c:pt>
                <c:pt idx="10947">
                  <c:v>26.3</c:v>
                </c:pt>
                <c:pt idx="10948">
                  <c:v>26.3</c:v>
                </c:pt>
                <c:pt idx="10949">
                  <c:v>26.3</c:v>
                </c:pt>
                <c:pt idx="10950">
                  <c:v>26.3</c:v>
                </c:pt>
                <c:pt idx="10951">
                  <c:v>26.3</c:v>
                </c:pt>
                <c:pt idx="10952">
                  <c:v>26.3</c:v>
                </c:pt>
                <c:pt idx="10953">
                  <c:v>26.3</c:v>
                </c:pt>
                <c:pt idx="10954">
                  <c:v>26.3</c:v>
                </c:pt>
                <c:pt idx="10955">
                  <c:v>26.3</c:v>
                </c:pt>
                <c:pt idx="10956">
                  <c:v>26.3</c:v>
                </c:pt>
                <c:pt idx="10957">
                  <c:v>26.25</c:v>
                </c:pt>
                <c:pt idx="10958">
                  <c:v>26.3</c:v>
                </c:pt>
                <c:pt idx="10959">
                  <c:v>26.25</c:v>
                </c:pt>
                <c:pt idx="10960">
                  <c:v>26.25</c:v>
                </c:pt>
                <c:pt idx="10961">
                  <c:v>26.25</c:v>
                </c:pt>
                <c:pt idx="10962">
                  <c:v>26.25</c:v>
                </c:pt>
                <c:pt idx="10963">
                  <c:v>26.25</c:v>
                </c:pt>
                <c:pt idx="10964">
                  <c:v>26.25</c:v>
                </c:pt>
                <c:pt idx="10965">
                  <c:v>26.25</c:v>
                </c:pt>
                <c:pt idx="10966">
                  <c:v>26.25</c:v>
                </c:pt>
                <c:pt idx="10967">
                  <c:v>26.25</c:v>
                </c:pt>
                <c:pt idx="10968">
                  <c:v>26.25</c:v>
                </c:pt>
                <c:pt idx="10969">
                  <c:v>26.25</c:v>
                </c:pt>
                <c:pt idx="10970">
                  <c:v>26.25</c:v>
                </c:pt>
                <c:pt idx="10971">
                  <c:v>26.25</c:v>
                </c:pt>
                <c:pt idx="10972">
                  <c:v>26.25</c:v>
                </c:pt>
                <c:pt idx="10973">
                  <c:v>26.25</c:v>
                </c:pt>
                <c:pt idx="10974">
                  <c:v>26.25</c:v>
                </c:pt>
                <c:pt idx="10975">
                  <c:v>26.25</c:v>
                </c:pt>
                <c:pt idx="10976">
                  <c:v>26.25</c:v>
                </c:pt>
                <c:pt idx="10977">
                  <c:v>26.25</c:v>
                </c:pt>
                <c:pt idx="10978">
                  <c:v>26.25</c:v>
                </c:pt>
                <c:pt idx="10979">
                  <c:v>26.25</c:v>
                </c:pt>
                <c:pt idx="10980">
                  <c:v>26.25</c:v>
                </c:pt>
                <c:pt idx="10981">
                  <c:v>26.25</c:v>
                </c:pt>
                <c:pt idx="10982">
                  <c:v>26.25</c:v>
                </c:pt>
                <c:pt idx="10983">
                  <c:v>26.25</c:v>
                </c:pt>
                <c:pt idx="10984">
                  <c:v>26.25</c:v>
                </c:pt>
                <c:pt idx="10985">
                  <c:v>26.25</c:v>
                </c:pt>
                <c:pt idx="10986">
                  <c:v>26.25</c:v>
                </c:pt>
                <c:pt idx="10987">
                  <c:v>26.25</c:v>
                </c:pt>
                <c:pt idx="10988">
                  <c:v>26.25</c:v>
                </c:pt>
                <c:pt idx="10989">
                  <c:v>26.25</c:v>
                </c:pt>
                <c:pt idx="10990">
                  <c:v>26.25</c:v>
                </c:pt>
                <c:pt idx="10991">
                  <c:v>26.25</c:v>
                </c:pt>
                <c:pt idx="10992">
                  <c:v>26.25</c:v>
                </c:pt>
                <c:pt idx="10993">
                  <c:v>26.25</c:v>
                </c:pt>
                <c:pt idx="10994">
                  <c:v>26.25</c:v>
                </c:pt>
                <c:pt idx="10995">
                  <c:v>26.25</c:v>
                </c:pt>
                <c:pt idx="10996">
                  <c:v>26.25</c:v>
                </c:pt>
                <c:pt idx="10997">
                  <c:v>26.25</c:v>
                </c:pt>
                <c:pt idx="10998">
                  <c:v>26.25</c:v>
                </c:pt>
                <c:pt idx="10999">
                  <c:v>26.25</c:v>
                </c:pt>
                <c:pt idx="11000">
                  <c:v>26.25</c:v>
                </c:pt>
                <c:pt idx="11001">
                  <c:v>26.25</c:v>
                </c:pt>
                <c:pt idx="11002">
                  <c:v>26.25</c:v>
                </c:pt>
                <c:pt idx="11003">
                  <c:v>26.25</c:v>
                </c:pt>
                <c:pt idx="11004">
                  <c:v>26.25</c:v>
                </c:pt>
                <c:pt idx="11005">
                  <c:v>26.25</c:v>
                </c:pt>
                <c:pt idx="11006">
                  <c:v>26.25</c:v>
                </c:pt>
                <c:pt idx="11007">
                  <c:v>26.25</c:v>
                </c:pt>
                <c:pt idx="11008">
                  <c:v>26.25</c:v>
                </c:pt>
                <c:pt idx="11009">
                  <c:v>26.25</c:v>
                </c:pt>
                <c:pt idx="11010">
                  <c:v>26.25</c:v>
                </c:pt>
                <c:pt idx="11011">
                  <c:v>26.25</c:v>
                </c:pt>
                <c:pt idx="11012">
                  <c:v>26.25</c:v>
                </c:pt>
                <c:pt idx="11013">
                  <c:v>26.25</c:v>
                </c:pt>
                <c:pt idx="11014">
                  <c:v>26.25</c:v>
                </c:pt>
                <c:pt idx="11015">
                  <c:v>26.25</c:v>
                </c:pt>
                <c:pt idx="11016">
                  <c:v>26.25</c:v>
                </c:pt>
                <c:pt idx="11017">
                  <c:v>26.25</c:v>
                </c:pt>
                <c:pt idx="11018">
                  <c:v>26.25</c:v>
                </c:pt>
                <c:pt idx="11019">
                  <c:v>26.25</c:v>
                </c:pt>
                <c:pt idx="11020">
                  <c:v>26.25</c:v>
                </c:pt>
                <c:pt idx="11021">
                  <c:v>26.25</c:v>
                </c:pt>
                <c:pt idx="11022">
                  <c:v>26.25</c:v>
                </c:pt>
                <c:pt idx="11023">
                  <c:v>26.25</c:v>
                </c:pt>
                <c:pt idx="11024">
                  <c:v>26.25</c:v>
                </c:pt>
                <c:pt idx="11025">
                  <c:v>26.25</c:v>
                </c:pt>
                <c:pt idx="11026">
                  <c:v>26.25</c:v>
                </c:pt>
                <c:pt idx="11027">
                  <c:v>26.25</c:v>
                </c:pt>
                <c:pt idx="11028">
                  <c:v>26.25</c:v>
                </c:pt>
                <c:pt idx="11029">
                  <c:v>26.25</c:v>
                </c:pt>
                <c:pt idx="11030">
                  <c:v>26.25</c:v>
                </c:pt>
                <c:pt idx="11031">
                  <c:v>26.25</c:v>
                </c:pt>
                <c:pt idx="11032">
                  <c:v>26.25</c:v>
                </c:pt>
                <c:pt idx="11033">
                  <c:v>26.25</c:v>
                </c:pt>
                <c:pt idx="11034">
                  <c:v>26.25</c:v>
                </c:pt>
                <c:pt idx="11035">
                  <c:v>26.25</c:v>
                </c:pt>
                <c:pt idx="11036">
                  <c:v>26.25</c:v>
                </c:pt>
                <c:pt idx="11037">
                  <c:v>26.25</c:v>
                </c:pt>
                <c:pt idx="11038">
                  <c:v>26.25</c:v>
                </c:pt>
                <c:pt idx="11039">
                  <c:v>26.25</c:v>
                </c:pt>
                <c:pt idx="11040">
                  <c:v>26.25</c:v>
                </c:pt>
                <c:pt idx="11041">
                  <c:v>26.25</c:v>
                </c:pt>
                <c:pt idx="11042">
                  <c:v>26.25</c:v>
                </c:pt>
                <c:pt idx="11043">
                  <c:v>26.25</c:v>
                </c:pt>
                <c:pt idx="11044">
                  <c:v>26.25</c:v>
                </c:pt>
                <c:pt idx="11045">
                  <c:v>26.2</c:v>
                </c:pt>
                <c:pt idx="11046">
                  <c:v>26.2</c:v>
                </c:pt>
                <c:pt idx="11047">
                  <c:v>26.2</c:v>
                </c:pt>
                <c:pt idx="11048">
                  <c:v>26.2</c:v>
                </c:pt>
                <c:pt idx="11049">
                  <c:v>26.2</c:v>
                </c:pt>
                <c:pt idx="11050">
                  <c:v>26.2</c:v>
                </c:pt>
                <c:pt idx="11051">
                  <c:v>26.2</c:v>
                </c:pt>
                <c:pt idx="11052">
                  <c:v>26.2</c:v>
                </c:pt>
                <c:pt idx="11053">
                  <c:v>26.2</c:v>
                </c:pt>
                <c:pt idx="11054">
                  <c:v>26.2</c:v>
                </c:pt>
                <c:pt idx="11055">
                  <c:v>26.2</c:v>
                </c:pt>
                <c:pt idx="11056">
                  <c:v>26.2</c:v>
                </c:pt>
                <c:pt idx="11057">
                  <c:v>26.2</c:v>
                </c:pt>
                <c:pt idx="11058">
                  <c:v>26.2</c:v>
                </c:pt>
                <c:pt idx="11059">
                  <c:v>26.2</c:v>
                </c:pt>
                <c:pt idx="11060">
                  <c:v>26.2</c:v>
                </c:pt>
                <c:pt idx="11061">
                  <c:v>26.2</c:v>
                </c:pt>
                <c:pt idx="11062">
                  <c:v>26.25</c:v>
                </c:pt>
                <c:pt idx="11063">
                  <c:v>26.2</c:v>
                </c:pt>
                <c:pt idx="11064">
                  <c:v>26.25</c:v>
                </c:pt>
                <c:pt idx="11065">
                  <c:v>26.25</c:v>
                </c:pt>
                <c:pt idx="11066">
                  <c:v>26.2</c:v>
                </c:pt>
                <c:pt idx="11067">
                  <c:v>26.25</c:v>
                </c:pt>
                <c:pt idx="11068">
                  <c:v>26.25</c:v>
                </c:pt>
                <c:pt idx="11069">
                  <c:v>26.25</c:v>
                </c:pt>
                <c:pt idx="11070">
                  <c:v>26.25</c:v>
                </c:pt>
                <c:pt idx="11071">
                  <c:v>26.25</c:v>
                </c:pt>
                <c:pt idx="11072">
                  <c:v>26.25</c:v>
                </c:pt>
                <c:pt idx="11073">
                  <c:v>26.25</c:v>
                </c:pt>
                <c:pt idx="11074">
                  <c:v>26.25</c:v>
                </c:pt>
                <c:pt idx="11075">
                  <c:v>26.25</c:v>
                </c:pt>
                <c:pt idx="11076">
                  <c:v>26.25</c:v>
                </c:pt>
                <c:pt idx="11077">
                  <c:v>26.25</c:v>
                </c:pt>
                <c:pt idx="11078">
                  <c:v>26.25</c:v>
                </c:pt>
                <c:pt idx="11079">
                  <c:v>26.25</c:v>
                </c:pt>
                <c:pt idx="11080">
                  <c:v>26.25</c:v>
                </c:pt>
                <c:pt idx="11081">
                  <c:v>26.25</c:v>
                </c:pt>
                <c:pt idx="11082">
                  <c:v>26.25</c:v>
                </c:pt>
                <c:pt idx="11083">
                  <c:v>26.25</c:v>
                </c:pt>
                <c:pt idx="11084">
                  <c:v>26.25</c:v>
                </c:pt>
                <c:pt idx="11085">
                  <c:v>26.25</c:v>
                </c:pt>
                <c:pt idx="11086">
                  <c:v>26.25</c:v>
                </c:pt>
                <c:pt idx="11087">
                  <c:v>26.25</c:v>
                </c:pt>
                <c:pt idx="11088">
                  <c:v>26.25</c:v>
                </c:pt>
                <c:pt idx="11089">
                  <c:v>26.25</c:v>
                </c:pt>
                <c:pt idx="11090">
                  <c:v>26.25</c:v>
                </c:pt>
                <c:pt idx="11091">
                  <c:v>26.25</c:v>
                </c:pt>
                <c:pt idx="11092">
                  <c:v>26.25</c:v>
                </c:pt>
                <c:pt idx="11093">
                  <c:v>26.25</c:v>
                </c:pt>
                <c:pt idx="11094">
                  <c:v>26.25</c:v>
                </c:pt>
                <c:pt idx="11095">
                  <c:v>26.25</c:v>
                </c:pt>
                <c:pt idx="11096">
                  <c:v>26.25</c:v>
                </c:pt>
                <c:pt idx="11097">
                  <c:v>26.25</c:v>
                </c:pt>
                <c:pt idx="11098">
                  <c:v>26.25</c:v>
                </c:pt>
                <c:pt idx="11099">
                  <c:v>26.3</c:v>
                </c:pt>
                <c:pt idx="11100">
                  <c:v>26.3</c:v>
                </c:pt>
                <c:pt idx="11101">
                  <c:v>26.3</c:v>
                </c:pt>
                <c:pt idx="11102">
                  <c:v>26.3</c:v>
                </c:pt>
                <c:pt idx="11103">
                  <c:v>26.3</c:v>
                </c:pt>
                <c:pt idx="11104">
                  <c:v>26.3</c:v>
                </c:pt>
                <c:pt idx="11105">
                  <c:v>26.3</c:v>
                </c:pt>
                <c:pt idx="11106">
                  <c:v>26.3</c:v>
                </c:pt>
                <c:pt idx="11107">
                  <c:v>26.3</c:v>
                </c:pt>
                <c:pt idx="11108">
                  <c:v>26.3</c:v>
                </c:pt>
                <c:pt idx="11109">
                  <c:v>26.35</c:v>
                </c:pt>
                <c:pt idx="11110">
                  <c:v>26.35</c:v>
                </c:pt>
                <c:pt idx="11111">
                  <c:v>26.35</c:v>
                </c:pt>
                <c:pt idx="11112">
                  <c:v>26.35</c:v>
                </c:pt>
                <c:pt idx="11113">
                  <c:v>26.35</c:v>
                </c:pt>
                <c:pt idx="11114">
                  <c:v>26.35</c:v>
                </c:pt>
                <c:pt idx="11115">
                  <c:v>26.35</c:v>
                </c:pt>
                <c:pt idx="11116">
                  <c:v>26.35</c:v>
                </c:pt>
                <c:pt idx="11117">
                  <c:v>26.35</c:v>
                </c:pt>
                <c:pt idx="11118">
                  <c:v>26.35</c:v>
                </c:pt>
                <c:pt idx="11119">
                  <c:v>26.35</c:v>
                </c:pt>
                <c:pt idx="11120">
                  <c:v>26.35</c:v>
                </c:pt>
                <c:pt idx="11121">
                  <c:v>26.35</c:v>
                </c:pt>
                <c:pt idx="11122">
                  <c:v>26.35</c:v>
                </c:pt>
                <c:pt idx="11123">
                  <c:v>26.35</c:v>
                </c:pt>
                <c:pt idx="11124">
                  <c:v>26.35</c:v>
                </c:pt>
                <c:pt idx="11125">
                  <c:v>26.4</c:v>
                </c:pt>
                <c:pt idx="11126">
                  <c:v>26.4</c:v>
                </c:pt>
                <c:pt idx="11127">
                  <c:v>26.4</c:v>
                </c:pt>
                <c:pt idx="11128">
                  <c:v>26.4</c:v>
                </c:pt>
                <c:pt idx="11129">
                  <c:v>26.4</c:v>
                </c:pt>
                <c:pt idx="11130">
                  <c:v>26.4</c:v>
                </c:pt>
                <c:pt idx="11131">
                  <c:v>26.4</c:v>
                </c:pt>
                <c:pt idx="11132">
                  <c:v>26.4</c:v>
                </c:pt>
                <c:pt idx="11133">
                  <c:v>26.4</c:v>
                </c:pt>
                <c:pt idx="11134">
                  <c:v>26.4</c:v>
                </c:pt>
                <c:pt idx="11135">
                  <c:v>26.4</c:v>
                </c:pt>
                <c:pt idx="11136">
                  <c:v>26.4</c:v>
                </c:pt>
                <c:pt idx="11137">
                  <c:v>26.4</c:v>
                </c:pt>
                <c:pt idx="11138">
                  <c:v>26.45</c:v>
                </c:pt>
                <c:pt idx="11139">
                  <c:v>26.45</c:v>
                </c:pt>
                <c:pt idx="11140">
                  <c:v>26.45</c:v>
                </c:pt>
                <c:pt idx="11141">
                  <c:v>26.45</c:v>
                </c:pt>
                <c:pt idx="11142">
                  <c:v>26.45</c:v>
                </c:pt>
                <c:pt idx="11143">
                  <c:v>26.45</c:v>
                </c:pt>
                <c:pt idx="11144">
                  <c:v>26.45</c:v>
                </c:pt>
                <c:pt idx="11145">
                  <c:v>26.5</c:v>
                </c:pt>
                <c:pt idx="11146">
                  <c:v>26.5</c:v>
                </c:pt>
                <c:pt idx="11147">
                  <c:v>26.5</c:v>
                </c:pt>
                <c:pt idx="11148">
                  <c:v>26.5</c:v>
                </c:pt>
                <c:pt idx="11149">
                  <c:v>26.5</c:v>
                </c:pt>
                <c:pt idx="11150">
                  <c:v>26.5</c:v>
                </c:pt>
                <c:pt idx="11151">
                  <c:v>26.5</c:v>
                </c:pt>
                <c:pt idx="11152">
                  <c:v>26.5</c:v>
                </c:pt>
                <c:pt idx="11153">
                  <c:v>26.5</c:v>
                </c:pt>
                <c:pt idx="11154">
                  <c:v>26.5</c:v>
                </c:pt>
                <c:pt idx="11155">
                  <c:v>26.5</c:v>
                </c:pt>
                <c:pt idx="11156">
                  <c:v>26.5</c:v>
                </c:pt>
                <c:pt idx="11157">
                  <c:v>26.55</c:v>
                </c:pt>
                <c:pt idx="11158">
                  <c:v>26.55</c:v>
                </c:pt>
                <c:pt idx="11159">
                  <c:v>26.55</c:v>
                </c:pt>
                <c:pt idx="11160">
                  <c:v>26.55</c:v>
                </c:pt>
                <c:pt idx="11161">
                  <c:v>26.55</c:v>
                </c:pt>
                <c:pt idx="11162">
                  <c:v>26.55</c:v>
                </c:pt>
                <c:pt idx="11163">
                  <c:v>26.55</c:v>
                </c:pt>
                <c:pt idx="11164">
                  <c:v>26.55</c:v>
                </c:pt>
                <c:pt idx="11165">
                  <c:v>26.55</c:v>
                </c:pt>
                <c:pt idx="11166">
                  <c:v>26.55</c:v>
                </c:pt>
                <c:pt idx="11167">
                  <c:v>26.55</c:v>
                </c:pt>
                <c:pt idx="11168">
                  <c:v>26.55</c:v>
                </c:pt>
                <c:pt idx="11169">
                  <c:v>26.55</c:v>
                </c:pt>
                <c:pt idx="11170">
                  <c:v>26.55</c:v>
                </c:pt>
                <c:pt idx="11171">
                  <c:v>26.55</c:v>
                </c:pt>
                <c:pt idx="11172">
                  <c:v>26.6</c:v>
                </c:pt>
                <c:pt idx="11173">
                  <c:v>26.6</c:v>
                </c:pt>
                <c:pt idx="11174">
                  <c:v>26.6</c:v>
                </c:pt>
                <c:pt idx="11175">
                  <c:v>26.6</c:v>
                </c:pt>
                <c:pt idx="11176">
                  <c:v>26.6</c:v>
                </c:pt>
                <c:pt idx="11177">
                  <c:v>26.6</c:v>
                </c:pt>
                <c:pt idx="11178">
                  <c:v>26.6</c:v>
                </c:pt>
                <c:pt idx="11179">
                  <c:v>26.6</c:v>
                </c:pt>
                <c:pt idx="11180">
                  <c:v>26.6</c:v>
                </c:pt>
                <c:pt idx="11181">
                  <c:v>26.6</c:v>
                </c:pt>
                <c:pt idx="11182">
                  <c:v>26.6</c:v>
                </c:pt>
                <c:pt idx="11183">
                  <c:v>26.65</c:v>
                </c:pt>
                <c:pt idx="11184">
                  <c:v>26.65</c:v>
                </c:pt>
                <c:pt idx="11185">
                  <c:v>26.65</c:v>
                </c:pt>
                <c:pt idx="11186">
                  <c:v>26.65</c:v>
                </c:pt>
                <c:pt idx="11187">
                  <c:v>26.65</c:v>
                </c:pt>
                <c:pt idx="11188">
                  <c:v>26.65</c:v>
                </c:pt>
                <c:pt idx="11189">
                  <c:v>26.65</c:v>
                </c:pt>
                <c:pt idx="11190">
                  <c:v>26.65</c:v>
                </c:pt>
                <c:pt idx="11191">
                  <c:v>26.65</c:v>
                </c:pt>
                <c:pt idx="11192">
                  <c:v>26.7</c:v>
                </c:pt>
                <c:pt idx="11193">
                  <c:v>26.7</c:v>
                </c:pt>
                <c:pt idx="11194">
                  <c:v>26.7</c:v>
                </c:pt>
                <c:pt idx="11195">
                  <c:v>26.7</c:v>
                </c:pt>
                <c:pt idx="11196">
                  <c:v>26.7</c:v>
                </c:pt>
                <c:pt idx="11197">
                  <c:v>26.7</c:v>
                </c:pt>
                <c:pt idx="11198">
                  <c:v>26.7</c:v>
                </c:pt>
                <c:pt idx="11199">
                  <c:v>26.7</c:v>
                </c:pt>
                <c:pt idx="11200">
                  <c:v>26.7</c:v>
                </c:pt>
                <c:pt idx="11201">
                  <c:v>26.7</c:v>
                </c:pt>
                <c:pt idx="11202">
                  <c:v>26.7</c:v>
                </c:pt>
                <c:pt idx="11203">
                  <c:v>26.75</c:v>
                </c:pt>
                <c:pt idx="11204">
                  <c:v>26.75</c:v>
                </c:pt>
                <c:pt idx="11205">
                  <c:v>26.75</c:v>
                </c:pt>
                <c:pt idx="11206">
                  <c:v>26.75</c:v>
                </c:pt>
                <c:pt idx="11207">
                  <c:v>26.75</c:v>
                </c:pt>
                <c:pt idx="11208">
                  <c:v>26.75</c:v>
                </c:pt>
                <c:pt idx="11209">
                  <c:v>26.75</c:v>
                </c:pt>
                <c:pt idx="11210">
                  <c:v>26.75</c:v>
                </c:pt>
                <c:pt idx="11211">
                  <c:v>26.75</c:v>
                </c:pt>
                <c:pt idx="11212">
                  <c:v>26.75</c:v>
                </c:pt>
                <c:pt idx="11213">
                  <c:v>26.75</c:v>
                </c:pt>
                <c:pt idx="11214">
                  <c:v>26.75</c:v>
                </c:pt>
                <c:pt idx="11215">
                  <c:v>26.8</c:v>
                </c:pt>
                <c:pt idx="11216">
                  <c:v>26.8</c:v>
                </c:pt>
                <c:pt idx="11217">
                  <c:v>26.8</c:v>
                </c:pt>
                <c:pt idx="11218">
                  <c:v>26.8</c:v>
                </c:pt>
                <c:pt idx="11219">
                  <c:v>26.8</c:v>
                </c:pt>
                <c:pt idx="11220">
                  <c:v>26.8</c:v>
                </c:pt>
                <c:pt idx="11221">
                  <c:v>26.8</c:v>
                </c:pt>
                <c:pt idx="11222">
                  <c:v>26.8</c:v>
                </c:pt>
                <c:pt idx="11223">
                  <c:v>26.8</c:v>
                </c:pt>
                <c:pt idx="11224">
                  <c:v>26.85</c:v>
                </c:pt>
                <c:pt idx="11225">
                  <c:v>26.85</c:v>
                </c:pt>
                <c:pt idx="11226">
                  <c:v>26.85</c:v>
                </c:pt>
                <c:pt idx="11227">
                  <c:v>26.85</c:v>
                </c:pt>
                <c:pt idx="11228">
                  <c:v>26.85</c:v>
                </c:pt>
                <c:pt idx="11229">
                  <c:v>26.85</c:v>
                </c:pt>
                <c:pt idx="11230">
                  <c:v>26.85</c:v>
                </c:pt>
                <c:pt idx="11231">
                  <c:v>26.85</c:v>
                </c:pt>
                <c:pt idx="11232">
                  <c:v>26.85</c:v>
                </c:pt>
                <c:pt idx="11233">
                  <c:v>26.85</c:v>
                </c:pt>
                <c:pt idx="11234">
                  <c:v>26.85</c:v>
                </c:pt>
                <c:pt idx="11235">
                  <c:v>26.9</c:v>
                </c:pt>
                <c:pt idx="11236">
                  <c:v>26.9</c:v>
                </c:pt>
                <c:pt idx="11237">
                  <c:v>26.9</c:v>
                </c:pt>
                <c:pt idx="11238">
                  <c:v>26.9</c:v>
                </c:pt>
                <c:pt idx="11239">
                  <c:v>26.9</c:v>
                </c:pt>
                <c:pt idx="11240">
                  <c:v>26.9</c:v>
                </c:pt>
                <c:pt idx="11241">
                  <c:v>26.9</c:v>
                </c:pt>
                <c:pt idx="11242">
                  <c:v>26.9</c:v>
                </c:pt>
                <c:pt idx="11243">
                  <c:v>26.9</c:v>
                </c:pt>
                <c:pt idx="11244">
                  <c:v>26.9</c:v>
                </c:pt>
                <c:pt idx="11245">
                  <c:v>26.9</c:v>
                </c:pt>
                <c:pt idx="11246">
                  <c:v>26.9</c:v>
                </c:pt>
                <c:pt idx="11247">
                  <c:v>26.9</c:v>
                </c:pt>
                <c:pt idx="11248">
                  <c:v>26.9</c:v>
                </c:pt>
                <c:pt idx="11249">
                  <c:v>26.95</c:v>
                </c:pt>
                <c:pt idx="11250">
                  <c:v>26.95</c:v>
                </c:pt>
                <c:pt idx="11251">
                  <c:v>26.95</c:v>
                </c:pt>
                <c:pt idx="11252">
                  <c:v>26.95</c:v>
                </c:pt>
                <c:pt idx="11253">
                  <c:v>26.95</c:v>
                </c:pt>
                <c:pt idx="11254">
                  <c:v>26.95</c:v>
                </c:pt>
                <c:pt idx="11255">
                  <c:v>26.95</c:v>
                </c:pt>
                <c:pt idx="11256">
                  <c:v>27</c:v>
                </c:pt>
                <c:pt idx="11257">
                  <c:v>27</c:v>
                </c:pt>
                <c:pt idx="11258">
                  <c:v>27</c:v>
                </c:pt>
                <c:pt idx="11259">
                  <c:v>27</c:v>
                </c:pt>
                <c:pt idx="11260">
                  <c:v>27</c:v>
                </c:pt>
                <c:pt idx="11261">
                  <c:v>27</c:v>
                </c:pt>
                <c:pt idx="11262">
                  <c:v>27</c:v>
                </c:pt>
                <c:pt idx="11263">
                  <c:v>27</c:v>
                </c:pt>
                <c:pt idx="11264">
                  <c:v>27</c:v>
                </c:pt>
                <c:pt idx="11265">
                  <c:v>27</c:v>
                </c:pt>
                <c:pt idx="11266">
                  <c:v>27</c:v>
                </c:pt>
                <c:pt idx="11267">
                  <c:v>27</c:v>
                </c:pt>
                <c:pt idx="11268">
                  <c:v>27</c:v>
                </c:pt>
                <c:pt idx="11269">
                  <c:v>27</c:v>
                </c:pt>
                <c:pt idx="11270">
                  <c:v>27</c:v>
                </c:pt>
                <c:pt idx="11271">
                  <c:v>27</c:v>
                </c:pt>
                <c:pt idx="11272">
                  <c:v>27</c:v>
                </c:pt>
                <c:pt idx="11273">
                  <c:v>27</c:v>
                </c:pt>
                <c:pt idx="11274">
                  <c:v>27</c:v>
                </c:pt>
                <c:pt idx="11275">
                  <c:v>27.05</c:v>
                </c:pt>
                <c:pt idx="11276">
                  <c:v>27.05</c:v>
                </c:pt>
                <c:pt idx="11277">
                  <c:v>27.05</c:v>
                </c:pt>
                <c:pt idx="11278">
                  <c:v>27.05</c:v>
                </c:pt>
                <c:pt idx="11279">
                  <c:v>27.05</c:v>
                </c:pt>
                <c:pt idx="11280">
                  <c:v>27.05</c:v>
                </c:pt>
                <c:pt idx="11281">
                  <c:v>27.05</c:v>
                </c:pt>
                <c:pt idx="11282">
                  <c:v>27.05</c:v>
                </c:pt>
                <c:pt idx="11283">
                  <c:v>27.05</c:v>
                </c:pt>
                <c:pt idx="11284">
                  <c:v>27.05</c:v>
                </c:pt>
                <c:pt idx="11285">
                  <c:v>27.05</c:v>
                </c:pt>
                <c:pt idx="11286">
                  <c:v>27.05</c:v>
                </c:pt>
                <c:pt idx="11287">
                  <c:v>27.05</c:v>
                </c:pt>
                <c:pt idx="11288">
                  <c:v>27.05</c:v>
                </c:pt>
                <c:pt idx="11289">
                  <c:v>27.1</c:v>
                </c:pt>
                <c:pt idx="11290">
                  <c:v>27.1</c:v>
                </c:pt>
                <c:pt idx="11291">
                  <c:v>27.1</c:v>
                </c:pt>
                <c:pt idx="11292">
                  <c:v>27.1</c:v>
                </c:pt>
                <c:pt idx="11293">
                  <c:v>27.1</c:v>
                </c:pt>
                <c:pt idx="11294">
                  <c:v>27.1</c:v>
                </c:pt>
                <c:pt idx="11295">
                  <c:v>27.1</c:v>
                </c:pt>
                <c:pt idx="11296">
                  <c:v>27.1</c:v>
                </c:pt>
                <c:pt idx="11297">
                  <c:v>27.15</c:v>
                </c:pt>
                <c:pt idx="11298">
                  <c:v>27.15</c:v>
                </c:pt>
                <c:pt idx="11299">
                  <c:v>27.15</c:v>
                </c:pt>
                <c:pt idx="11300">
                  <c:v>27.15</c:v>
                </c:pt>
                <c:pt idx="11301">
                  <c:v>27.15</c:v>
                </c:pt>
                <c:pt idx="11302">
                  <c:v>27.15</c:v>
                </c:pt>
                <c:pt idx="11303">
                  <c:v>27.15</c:v>
                </c:pt>
                <c:pt idx="11304">
                  <c:v>27.15</c:v>
                </c:pt>
                <c:pt idx="11305">
                  <c:v>27.15</c:v>
                </c:pt>
                <c:pt idx="11306">
                  <c:v>27.15</c:v>
                </c:pt>
                <c:pt idx="11307">
                  <c:v>27.15</c:v>
                </c:pt>
                <c:pt idx="11308">
                  <c:v>27.15</c:v>
                </c:pt>
                <c:pt idx="11309">
                  <c:v>27.2</c:v>
                </c:pt>
                <c:pt idx="11310">
                  <c:v>27.2</c:v>
                </c:pt>
                <c:pt idx="11311">
                  <c:v>27.2</c:v>
                </c:pt>
                <c:pt idx="11312">
                  <c:v>27.2</c:v>
                </c:pt>
                <c:pt idx="11313">
                  <c:v>27.2</c:v>
                </c:pt>
                <c:pt idx="11314">
                  <c:v>27.2</c:v>
                </c:pt>
                <c:pt idx="11315">
                  <c:v>27.2</c:v>
                </c:pt>
                <c:pt idx="11316">
                  <c:v>27.25</c:v>
                </c:pt>
                <c:pt idx="11317">
                  <c:v>27.2</c:v>
                </c:pt>
                <c:pt idx="11318">
                  <c:v>27.2</c:v>
                </c:pt>
                <c:pt idx="11319">
                  <c:v>27.25</c:v>
                </c:pt>
                <c:pt idx="11320">
                  <c:v>27.25</c:v>
                </c:pt>
                <c:pt idx="11321">
                  <c:v>27.25</c:v>
                </c:pt>
                <c:pt idx="11322">
                  <c:v>27.25</c:v>
                </c:pt>
                <c:pt idx="11323">
                  <c:v>27.25</c:v>
                </c:pt>
                <c:pt idx="11324">
                  <c:v>27.25</c:v>
                </c:pt>
                <c:pt idx="11325">
                  <c:v>27.25</c:v>
                </c:pt>
                <c:pt idx="11326">
                  <c:v>27.25</c:v>
                </c:pt>
                <c:pt idx="11327">
                  <c:v>27.25</c:v>
                </c:pt>
                <c:pt idx="11328">
                  <c:v>27.3</c:v>
                </c:pt>
                <c:pt idx="11329">
                  <c:v>27.25</c:v>
                </c:pt>
                <c:pt idx="11330">
                  <c:v>27.25</c:v>
                </c:pt>
                <c:pt idx="11331">
                  <c:v>27.3</c:v>
                </c:pt>
                <c:pt idx="11332">
                  <c:v>27.25</c:v>
                </c:pt>
                <c:pt idx="11333">
                  <c:v>27.3</c:v>
                </c:pt>
                <c:pt idx="11334">
                  <c:v>27.3</c:v>
                </c:pt>
                <c:pt idx="11335">
                  <c:v>27.3</c:v>
                </c:pt>
                <c:pt idx="11336">
                  <c:v>27.3</c:v>
                </c:pt>
                <c:pt idx="11337">
                  <c:v>27.3</c:v>
                </c:pt>
                <c:pt idx="11338">
                  <c:v>27.3</c:v>
                </c:pt>
                <c:pt idx="11339">
                  <c:v>27.3</c:v>
                </c:pt>
                <c:pt idx="11340">
                  <c:v>27.35</c:v>
                </c:pt>
                <c:pt idx="11341">
                  <c:v>27.35</c:v>
                </c:pt>
                <c:pt idx="11342">
                  <c:v>27.35</c:v>
                </c:pt>
                <c:pt idx="11343">
                  <c:v>27.35</c:v>
                </c:pt>
                <c:pt idx="11344">
                  <c:v>27.35</c:v>
                </c:pt>
                <c:pt idx="11345">
                  <c:v>27.35</c:v>
                </c:pt>
                <c:pt idx="11346">
                  <c:v>27.35</c:v>
                </c:pt>
                <c:pt idx="11347">
                  <c:v>27.35</c:v>
                </c:pt>
                <c:pt idx="11348">
                  <c:v>27.35</c:v>
                </c:pt>
                <c:pt idx="11349">
                  <c:v>27.4</c:v>
                </c:pt>
                <c:pt idx="11350">
                  <c:v>27.4</c:v>
                </c:pt>
                <c:pt idx="11351">
                  <c:v>27.4</c:v>
                </c:pt>
                <c:pt idx="11352">
                  <c:v>27.4</c:v>
                </c:pt>
                <c:pt idx="11353">
                  <c:v>27.4</c:v>
                </c:pt>
                <c:pt idx="11354">
                  <c:v>27.4</c:v>
                </c:pt>
                <c:pt idx="11355">
                  <c:v>27.4</c:v>
                </c:pt>
                <c:pt idx="11356">
                  <c:v>27.4</c:v>
                </c:pt>
                <c:pt idx="11357">
                  <c:v>27.4</c:v>
                </c:pt>
                <c:pt idx="11358">
                  <c:v>27.4</c:v>
                </c:pt>
                <c:pt idx="11359">
                  <c:v>27.4</c:v>
                </c:pt>
                <c:pt idx="11360">
                  <c:v>27.45</c:v>
                </c:pt>
                <c:pt idx="11361">
                  <c:v>27.45</c:v>
                </c:pt>
                <c:pt idx="11362">
                  <c:v>27.45</c:v>
                </c:pt>
                <c:pt idx="11363">
                  <c:v>27.45</c:v>
                </c:pt>
                <c:pt idx="11364">
                  <c:v>27.45</c:v>
                </c:pt>
                <c:pt idx="11365">
                  <c:v>27.45</c:v>
                </c:pt>
                <c:pt idx="11366">
                  <c:v>27.45</c:v>
                </c:pt>
                <c:pt idx="11367">
                  <c:v>27.45</c:v>
                </c:pt>
                <c:pt idx="11368">
                  <c:v>27.45</c:v>
                </c:pt>
                <c:pt idx="11369">
                  <c:v>27.45</c:v>
                </c:pt>
                <c:pt idx="11370">
                  <c:v>27.45</c:v>
                </c:pt>
                <c:pt idx="11371">
                  <c:v>27.45</c:v>
                </c:pt>
                <c:pt idx="11372">
                  <c:v>27.45</c:v>
                </c:pt>
                <c:pt idx="11373">
                  <c:v>27.45</c:v>
                </c:pt>
                <c:pt idx="11374">
                  <c:v>27.5</c:v>
                </c:pt>
                <c:pt idx="11375">
                  <c:v>27.5</c:v>
                </c:pt>
                <c:pt idx="11376">
                  <c:v>27.5</c:v>
                </c:pt>
                <c:pt idx="11377">
                  <c:v>27.5</c:v>
                </c:pt>
                <c:pt idx="11378">
                  <c:v>27.5</c:v>
                </c:pt>
                <c:pt idx="11379">
                  <c:v>27.5</c:v>
                </c:pt>
                <c:pt idx="11380">
                  <c:v>27.5</c:v>
                </c:pt>
                <c:pt idx="11381">
                  <c:v>27.5</c:v>
                </c:pt>
                <c:pt idx="11382">
                  <c:v>27.5</c:v>
                </c:pt>
                <c:pt idx="11383">
                  <c:v>27.55</c:v>
                </c:pt>
                <c:pt idx="11384">
                  <c:v>27.55</c:v>
                </c:pt>
                <c:pt idx="11385">
                  <c:v>27.55</c:v>
                </c:pt>
                <c:pt idx="11386">
                  <c:v>27.55</c:v>
                </c:pt>
                <c:pt idx="11387">
                  <c:v>27.55</c:v>
                </c:pt>
                <c:pt idx="11388">
                  <c:v>27.55</c:v>
                </c:pt>
                <c:pt idx="11389">
                  <c:v>27.55</c:v>
                </c:pt>
                <c:pt idx="11390">
                  <c:v>27.55</c:v>
                </c:pt>
                <c:pt idx="11391">
                  <c:v>27.55</c:v>
                </c:pt>
                <c:pt idx="11392">
                  <c:v>27.55</c:v>
                </c:pt>
                <c:pt idx="11393">
                  <c:v>27.6</c:v>
                </c:pt>
                <c:pt idx="11394">
                  <c:v>27.6</c:v>
                </c:pt>
                <c:pt idx="11395">
                  <c:v>27.6</c:v>
                </c:pt>
                <c:pt idx="11396">
                  <c:v>27.6</c:v>
                </c:pt>
                <c:pt idx="11397">
                  <c:v>27.6</c:v>
                </c:pt>
                <c:pt idx="11398">
                  <c:v>27.6</c:v>
                </c:pt>
                <c:pt idx="11399">
                  <c:v>27.6</c:v>
                </c:pt>
                <c:pt idx="11400">
                  <c:v>27.6</c:v>
                </c:pt>
                <c:pt idx="11401">
                  <c:v>27.6</c:v>
                </c:pt>
                <c:pt idx="11402">
                  <c:v>27.6</c:v>
                </c:pt>
                <c:pt idx="11403">
                  <c:v>27.6</c:v>
                </c:pt>
                <c:pt idx="11404">
                  <c:v>27.6</c:v>
                </c:pt>
                <c:pt idx="11405">
                  <c:v>27.6</c:v>
                </c:pt>
                <c:pt idx="11406">
                  <c:v>27.6</c:v>
                </c:pt>
                <c:pt idx="11407">
                  <c:v>27.65</c:v>
                </c:pt>
                <c:pt idx="11408">
                  <c:v>27.65</c:v>
                </c:pt>
                <c:pt idx="11409">
                  <c:v>27.65</c:v>
                </c:pt>
                <c:pt idx="11410">
                  <c:v>27.65</c:v>
                </c:pt>
                <c:pt idx="11411">
                  <c:v>27.65</c:v>
                </c:pt>
                <c:pt idx="11412">
                  <c:v>27.65</c:v>
                </c:pt>
                <c:pt idx="11413">
                  <c:v>27.65</c:v>
                </c:pt>
                <c:pt idx="11414">
                  <c:v>27.65</c:v>
                </c:pt>
                <c:pt idx="11415">
                  <c:v>27.65</c:v>
                </c:pt>
                <c:pt idx="11416">
                  <c:v>27.65</c:v>
                </c:pt>
                <c:pt idx="11417">
                  <c:v>27.65</c:v>
                </c:pt>
                <c:pt idx="11418">
                  <c:v>27.65</c:v>
                </c:pt>
                <c:pt idx="11419">
                  <c:v>27.7</c:v>
                </c:pt>
                <c:pt idx="11420">
                  <c:v>27.7</c:v>
                </c:pt>
                <c:pt idx="11421">
                  <c:v>27.7</c:v>
                </c:pt>
                <c:pt idx="11422">
                  <c:v>27.7</c:v>
                </c:pt>
                <c:pt idx="11423">
                  <c:v>27.7</c:v>
                </c:pt>
                <c:pt idx="11424">
                  <c:v>27.7</c:v>
                </c:pt>
                <c:pt idx="11425">
                  <c:v>27.7</c:v>
                </c:pt>
                <c:pt idx="11426">
                  <c:v>27.7</c:v>
                </c:pt>
                <c:pt idx="11427">
                  <c:v>27.7</c:v>
                </c:pt>
                <c:pt idx="11428">
                  <c:v>27.7</c:v>
                </c:pt>
                <c:pt idx="11429">
                  <c:v>27.75</c:v>
                </c:pt>
                <c:pt idx="11430">
                  <c:v>27.75</c:v>
                </c:pt>
                <c:pt idx="11431">
                  <c:v>27.75</c:v>
                </c:pt>
                <c:pt idx="11432">
                  <c:v>27.75</c:v>
                </c:pt>
                <c:pt idx="11433">
                  <c:v>27.75</c:v>
                </c:pt>
                <c:pt idx="11434">
                  <c:v>27.75</c:v>
                </c:pt>
                <c:pt idx="11435">
                  <c:v>27.75</c:v>
                </c:pt>
                <c:pt idx="11436">
                  <c:v>27.75</c:v>
                </c:pt>
                <c:pt idx="11437">
                  <c:v>27.75</c:v>
                </c:pt>
                <c:pt idx="11438">
                  <c:v>27.75</c:v>
                </c:pt>
                <c:pt idx="11439">
                  <c:v>27.75</c:v>
                </c:pt>
                <c:pt idx="11440">
                  <c:v>27.75</c:v>
                </c:pt>
                <c:pt idx="11441">
                  <c:v>27.75</c:v>
                </c:pt>
                <c:pt idx="11442">
                  <c:v>27.75</c:v>
                </c:pt>
                <c:pt idx="11443">
                  <c:v>27.75</c:v>
                </c:pt>
                <c:pt idx="11444">
                  <c:v>27.75</c:v>
                </c:pt>
                <c:pt idx="11445">
                  <c:v>27.75</c:v>
                </c:pt>
                <c:pt idx="11446">
                  <c:v>27.75</c:v>
                </c:pt>
                <c:pt idx="11447">
                  <c:v>27.75</c:v>
                </c:pt>
                <c:pt idx="11448">
                  <c:v>27.8</c:v>
                </c:pt>
                <c:pt idx="11449">
                  <c:v>27.8</c:v>
                </c:pt>
                <c:pt idx="11450">
                  <c:v>27.8</c:v>
                </c:pt>
                <c:pt idx="11451">
                  <c:v>27.8</c:v>
                </c:pt>
                <c:pt idx="11452">
                  <c:v>27.8</c:v>
                </c:pt>
                <c:pt idx="11453">
                  <c:v>27.8</c:v>
                </c:pt>
                <c:pt idx="11454">
                  <c:v>27.8</c:v>
                </c:pt>
                <c:pt idx="11455">
                  <c:v>27.8</c:v>
                </c:pt>
                <c:pt idx="11456">
                  <c:v>27.8</c:v>
                </c:pt>
                <c:pt idx="11457">
                  <c:v>27.8</c:v>
                </c:pt>
                <c:pt idx="11458">
                  <c:v>27.85</c:v>
                </c:pt>
                <c:pt idx="11459">
                  <c:v>27.85</c:v>
                </c:pt>
                <c:pt idx="11460">
                  <c:v>27.85</c:v>
                </c:pt>
                <c:pt idx="11461">
                  <c:v>27.85</c:v>
                </c:pt>
                <c:pt idx="11462">
                  <c:v>27.85</c:v>
                </c:pt>
                <c:pt idx="11463">
                  <c:v>27.85</c:v>
                </c:pt>
                <c:pt idx="11464">
                  <c:v>27.85</c:v>
                </c:pt>
                <c:pt idx="11465">
                  <c:v>27.85</c:v>
                </c:pt>
                <c:pt idx="11466">
                  <c:v>27.85</c:v>
                </c:pt>
                <c:pt idx="11467">
                  <c:v>27.85</c:v>
                </c:pt>
                <c:pt idx="11468">
                  <c:v>27.85</c:v>
                </c:pt>
                <c:pt idx="11469">
                  <c:v>27.85</c:v>
                </c:pt>
                <c:pt idx="11470">
                  <c:v>27.85</c:v>
                </c:pt>
                <c:pt idx="11471">
                  <c:v>27.85</c:v>
                </c:pt>
                <c:pt idx="11472">
                  <c:v>27.85</c:v>
                </c:pt>
                <c:pt idx="11473">
                  <c:v>27.85</c:v>
                </c:pt>
                <c:pt idx="11474">
                  <c:v>27.85</c:v>
                </c:pt>
                <c:pt idx="11475">
                  <c:v>27.9</c:v>
                </c:pt>
                <c:pt idx="11476">
                  <c:v>27.9</c:v>
                </c:pt>
                <c:pt idx="11477">
                  <c:v>27.9</c:v>
                </c:pt>
                <c:pt idx="11478">
                  <c:v>27.9</c:v>
                </c:pt>
                <c:pt idx="11479">
                  <c:v>27.9</c:v>
                </c:pt>
                <c:pt idx="11480">
                  <c:v>27.9</c:v>
                </c:pt>
                <c:pt idx="11481">
                  <c:v>27.9</c:v>
                </c:pt>
                <c:pt idx="11482">
                  <c:v>27.9</c:v>
                </c:pt>
                <c:pt idx="11483">
                  <c:v>27.9</c:v>
                </c:pt>
                <c:pt idx="11484">
                  <c:v>27.9</c:v>
                </c:pt>
                <c:pt idx="11485">
                  <c:v>27.9</c:v>
                </c:pt>
                <c:pt idx="11486">
                  <c:v>27.9</c:v>
                </c:pt>
                <c:pt idx="11487">
                  <c:v>27.95</c:v>
                </c:pt>
                <c:pt idx="11488">
                  <c:v>27.95</c:v>
                </c:pt>
                <c:pt idx="11489">
                  <c:v>27.95</c:v>
                </c:pt>
                <c:pt idx="11490">
                  <c:v>27.95</c:v>
                </c:pt>
                <c:pt idx="11491">
                  <c:v>27.95</c:v>
                </c:pt>
                <c:pt idx="11492">
                  <c:v>27.95</c:v>
                </c:pt>
                <c:pt idx="11493">
                  <c:v>27.95</c:v>
                </c:pt>
                <c:pt idx="11494">
                  <c:v>27.95</c:v>
                </c:pt>
                <c:pt idx="11495">
                  <c:v>27.95</c:v>
                </c:pt>
                <c:pt idx="11496">
                  <c:v>27.95</c:v>
                </c:pt>
                <c:pt idx="11497">
                  <c:v>27.95</c:v>
                </c:pt>
                <c:pt idx="11498">
                  <c:v>27.95</c:v>
                </c:pt>
                <c:pt idx="11499">
                  <c:v>28</c:v>
                </c:pt>
                <c:pt idx="11500">
                  <c:v>28</c:v>
                </c:pt>
                <c:pt idx="11501">
                  <c:v>28</c:v>
                </c:pt>
                <c:pt idx="11502">
                  <c:v>28</c:v>
                </c:pt>
                <c:pt idx="11503">
                  <c:v>28</c:v>
                </c:pt>
                <c:pt idx="11504">
                  <c:v>28</c:v>
                </c:pt>
                <c:pt idx="11505">
                  <c:v>28</c:v>
                </c:pt>
                <c:pt idx="11506">
                  <c:v>28</c:v>
                </c:pt>
                <c:pt idx="11507">
                  <c:v>28</c:v>
                </c:pt>
                <c:pt idx="11508">
                  <c:v>28</c:v>
                </c:pt>
                <c:pt idx="11509">
                  <c:v>28</c:v>
                </c:pt>
                <c:pt idx="11510">
                  <c:v>28</c:v>
                </c:pt>
                <c:pt idx="11511">
                  <c:v>28.05</c:v>
                </c:pt>
                <c:pt idx="11512">
                  <c:v>28.05</c:v>
                </c:pt>
                <c:pt idx="11513">
                  <c:v>28.05</c:v>
                </c:pt>
                <c:pt idx="11514">
                  <c:v>28.05</c:v>
                </c:pt>
                <c:pt idx="11515">
                  <c:v>28.05</c:v>
                </c:pt>
                <c:pt idx="11516">
                  <c:v>28.05</c:v>
                </c:pt>
                <c:pt idx="11517">
                  <c:v>28.05</c:v>
                </c:pt>
                <c:pt idx="11518">
                  <c:v>28.05</c:v>
                </c:pt>
                <c:pt idx="11519">
                  <c:v>28.05</c:v>
                </c:pt>
                <c:pt idx="11520">
                  <c:v>28.05</c:v>
                </c:pt>
                <c:pt idx="11521">
                  <c:v>28.05</c:v>
                </c:pt>
                <c:pt idx="11522">
                  <c:v>28.05</c:v>
                </c:pt>
                <c:pt idx="11523">
                  <c:v>28.1</c:v>
                </c:pt>
                <c:pt idx="11524">
                  <c:v>28.1</c:v>
                </c:pt>
                <c:pt idx="11525">
                  <c:v>28.1</c:v>
                </c:pt>
                <c:pt idx="11526">
                  <c:v>28.1</c:v>
                </c:pt>
                <c:pt idx="11527">
                  <c:v>28.1</c:v>
                </c:pt>
                <c:pt idx="11528">
                  <c:v>28.1</c:v>
                </c:pt>
                <c:pt idx="11529">
                  <c:v>28.1</c:v>
                </c:pt>
                <c:pt idx="11530">
                  <c:v>28.1</c:v>
                </c:pt>
                <c:pt idx="11531">
                  <c:v>28.1</c:v>
                </c:pt>
                <c:pt idx="11532">
                  <c:v>28.1</c:v>
                </c:pt>
                <c:pt idx="11533">
                  <c:v>28.15</c:v>
                </c:pt>
                <c:pt idx="11534">
                  <c:v>28.15</c:v>
                </c:pt>
                <c:pt idx="11535">
                  <c:v>28.15</c:v>
                </c:pt>
                <c:pt idx="11536">
                  <c:v>28.15</c:v>
                </c:pt>
                <c:pt idx="11537">
                  <c:v>28.15</c:v>
                </c:pt>
                <c:pt idx="11538">
                  <c:v>28.15</c:v>
                </c:pt>
                <c:pt idx="11539">
                  <c:v>28.15</c:v>
                </c:pt>
                <c:pt idx="11540">
                  <c:v>28.15</c:v>
                </c:pt>
                <c:pt idx="11541">
                  <c:v>28.15</c:v>
                </c:pt>
                <c:pt idx="11542">
                  <c:v>28.15</c:v>
                </c:pt>
                <c:pt idx="11543">
                  <c:v>28.15</c:v>
                </c:pt>
                <c:pt idx="11544">
                  <c:v>28.15</c:v>
                </c:pt>
                <c:pt idx="11545">
                  <c:v>28.2</c:v>
                </c:pt>
                <c:pt idx="11546">
                  <c:v>28.2</c:v>
                </c:pt>
                <c:pt idx="11547">
                  <c:v>28.2</c:v>
                </c:pt>
                <c:pt idx="11548">
                  <c:v>28.2</c:v>
                </c:pt>
                <c:pt idx="11549">
                  <c:v>28.2</c:v>
                </c:pt>
                <c:pt idx="11550">
                  <c:v>28.2</c:v>
                </c:pt>
                <c:pt idx="11551">
                  <c:v>28.2</c:v>
                </c:pt>
                <c:pt idx="11552">
                  <c:v>28.2</c:v>
                </c:pt>
                <c:pt idx="11553">
                  <c:v>28.2</c:v>
                </c:pt>
                <c:pt idx="11554">
                  <c:v>28.2</c:v>
                </c:pt>
                <c:pt idx="11555">
                  <c:v>28.2</c:v>
                </c:pt>
                <c:pt idx="11556">
                  <c:v>28.2</c:v>
                </c:pt>
                <c:pt idx="11557">
                  <c:v>28.2</c:v>
                </c:pt>
                <c:pt idx="11558">
                  <c:v>28.2</c:v>
                </c:pt>
                <c:pt idx="11559">
                  <c:v>28.25</c:v>
                </c:pt>
                <c:pt idx="11560">
                  <c:v>28.25</c:v>
                </c:pt>
                <c:pt idx="11561">
                  <c:v>28.25</c:v>
                </c:pt>
                <c:pt idx="11562">
                  <c:v>28.25</c:v>
                </c:pt>
                <c:pt idx="11563">
                  <c:v>28.25</c:v>
                </c:pt>
                <c:pt idx="11564">
                  <c:v>28.25</c:v>
                </c:pt>
                <c:pt idx="11565">
                  <c:v>28.25</c:v>
                </c:pt>
                <c:pt idx="11566">
                  <c:v>28.25</c:v>
                </c:pt>
                <c:pt idx="11567">
                  <c:v>28.25</c:v>
                </c:pt>
                <c:pt idx="11568">
                  <c:v>28.3</c:v>
                </c:pt>
                <c:pt idx="11569">
                  <c:v>28.3</c:v>
                </c:pt>
                <c:pt idx="11570">
                  <c:v>28.3</c:v>
                </c:pt>
                <c:pt idx="11571">
                  <c:v>28.3</c:v>
                </c:pt>
                <c:pt idx="11572">
                  <c:v>28.3</c:v>
                </c:pt>
                <c:pt idx="11573">
                  <c:v>28.3</c:v>
                </c:pt>
                <c:pt idx="11574">
                  <c:v>28.3</c:v>
                </c:pt>
                <c:pt idx="11575">
                  <c:v>28.3</c:v>
                </c:pt>
                <c:pt idx="11576">
                  <c:v>28.3</c:v>
                </c:pt>
                <c:pt idx="11577">
                  <c:v>28.3</c:v>
                </c:pt>
                <c:pt idx="11578">
                  <c:v>28.3</c:v>
                </c:pt>
                <c:pt idx="11579">
                  <c:v>28.3</c:v>
                </c:pt>
                <c:pt idx="11580">
                  <c:v>28.3</c:v>
                </c:pt>
                <c:pt idx="11581">
                  <c:v>28.3</c:v>
                </c:pt>
                <c:pt idx="11582">
                  <c:v>28.3</c:v>
                </c:pt>
                <c:pt idx="11583">
                  <c:v>28.35</c:v>
                </c:pt>
                <c:pt idx="11584">
                  <c:v>28.35</c:v>
                </c:pt>
                <c:pt idx="11585">
                  <c:v>28.35</c:v>
                </c:pt>
                <c:pt idx="11586">
                  <c:v>28.35</c:v>
                </c:pt>
                <c:pt idx="11587">
                  <c:v>28.35</c:v>
                </c:pt>
                <c:pt idx="11588">
                  <c:v>28.35</c:v>
                </c:pt>
                <c:pt idx="11589">
                  <c:v>28.35</c:v>
                </c:pt>
                <c:pt idx="11590">
                  <c:v>28.35</c:v>
                </c:pt>
                <c:pt idx="11591">
                  <c:v>28.35</c:v>
                </c:pt>
                <c:pt idx="11592">
                  <c:v>28.35</c:v>
                </c:pt>
                <c:pt idx="11593">
                  <c:v>28.35</c:v>
                </c:pt>
                <c:pt idx="11594">
                  <c:v>28.4</c:v>
                </c:pt>
                <c:pt idx="11595">
                  <c:v>28.4</c:v>
                </c:pt>
                <c:pt idx="11596">
                  <c:v>28.4</c:v>
                </c:pt>
                <c:pt idx="11597">
                  <c:v>28.4</c:v>
                </c:pt>
                <c:pt idx="11598">
                  <c:v>28.4</c:v>
                </c:pt>
                <c:pt idx="11599">
                  <c:v>28.4</c:v>
                </c:pt>
                <c:pt idx="11600">
                  <c:v>28.4</c:v>
                </c:pt>
                <c:pt idx="11601">
                  <c:v>28.4</c:v>
                </c:pt>
                <c:pt idx="11602">
                  <c:v>28.4</c:v>
                </c:pt>
                <c:pt idx="11603">
                  <c:v>28.4</c:v>
                </c:pt>
                <c:pt idx="11604">
                  <c:v>28.4</c:v>
                </c:pt>
                <c:pt idx="11605">
                  <c:v>28.4</c:v>
                </c:pt>
                <c:pt idx="11606">
                  <c:v>28.45</c:v>
                </c:pt>
                <c:pt idx="11607">
                  <c:v>28.45</c:v>
                </c:pt>
                <c:pt idx="11608">
                  <c:v>28.45</c:v>
                </c:pt>
                <c:pt idx="11609">
                  <c:v>28.45</c:v>
                </c:pt>
                <c:pt idx="11610">
                  <c:v>28.45</c:v>
                </c:pt>
                <c:pt idx="11611">
                  <c:v>28.45</c:v>
                </c:pt>
                <c:pt idx="11612">
                  <c:v>28.45</c:v>
                </c:pt>
                <c:pt idx="11613">
                  <c:v>28.45</c:v>
                </c:pt>
                <c:pt idx="11614">
                  <c:v>28.45</c:v>
                </c:pt>
                <c:pt idx="11615">
                  <c:v>28.45</c:v>
                </c:pt>
                <c:pt idx="11616">
                  <c:v>28.45</c:v>
                </c:pt>
                <c:pt idx="11617">
                  <c:v>28.45</c:v>
                </c:pt>
                <c:pt idx="11618">
                  <c:v>28.45</c:v>
                </c:pt>
                <c:pt idx="11619">
                  <c:v>28.45</c:v>
                </c:pt>
                <c:pt idx="11620">
                  <c:v>28.45</c:v>
                </c:pt>
                <c:pt idx="11621">
                  <c:v>28.45</c:v>
                </c:pt>
                <c:pt idx="11622">
                  <c:v>28.45</c:v>
                </c:pt>
                <c:pt idx="11623">
                  <c:v>28.5</c:v>
                </c:pt>
                <c:pt idx="11624">
                  <c:v>28.5</c:v>
                </c:pt>
                <c:pt idx="11625">
                  <c:v>28.5</c:v>
                </c:pt>
                <c:pt idx="11626">
                  <c:v>28.5</c:v>
                </c:pt>
                <c:pt idx="11627">
                  <c:v>28.5</c:v>
                </c:pt>
                <c:pt idx="11628">
                  <c:v>28.5</c:v>
                </c:pt>
                <c:pt idx="11629">
                  <c:v>28.5</c:v>
                </c:pt>
                <c:pt idx="11630">
                  <c:v>28.5</c:v>
                </c:pt>
                <c:pt idx="11631">
                  <c:v>28.5</c:v>
                </c:pt>
                <c:pt idx="11632">
                  <c:v>28.5</c:v>
                </c:pt>
                <c:pt idx="11633">
                  <c:v>28.5</c:v>
                </c:pt>
                <c:pt idx="11634">
                  <c:v>28.5</c:v>
                </c:pt>
                <c:pt idx="11635">
                  <c:v>28.5</c:v>
                </c:pt>
                <c:pt idx="11636">
                  <c:v>28.5</c:v>
                </c:pt>
                <c:pt idx="11637">
                  <c:v>28.5</c:v>
                </c:pt>
                <c:pt idx="11638">
                  <c:v>28.55</c:v>
                </c:pt>
                <c:pt idx="11639">
                  <c:v>28.55</c:v>
                </c:pt>
                <c:pt idx="11640">
                  <c:v>28.55</c:v>
                </c:pt>
                <c:pt idx="11641">
                  <c:v>28.55</c:v>
                </c:pt>
                <c:pt idx="11642">
                  <c:v>28.55</c:v>
                </c:pt>
                <c:pt idx="11643">
                  <c:v>28.55</c:v>
                </c:pt>
                <c:pt idx="11644">
                  <c:v>28.55</c:v>
                </c:pt>
                <c:pt idx="11645">
                  <c:v>28.55</c:v>
                </c:pt>
                <c:pt idx="11646">
                  <c:v>28.55</c:v>
                </c:pt>
                <c:pt idx="11647">
                  <c:v>28.55</c:v>
                </c:pt>
                <c:pt idx="11648">
                  <c:v>28.55</c:v>
                </c:pt>
                <c:pt idx="11649">
                  <c:v>28.55</c:v>
                </c:pt>
                <c:pt idx="11650">
                  <c:v>28.55</c:v>
                </c:pt>
                <c:pt idx="11651">
                  <c:v>28.55</c:v>
                </c:pt>
                <c:pt idx="11652">
                  <c:v>28.55</c:v>
                </c:pt>
                <c:pt idx="11653">
                  <c:v>28.55</c:v>
                </c:pt>
                <c:pt idx="11654">
                  <c:v>28.55</c:v>
                </c:pt>
                <c:pt idx="11655">
                  <c:v>28.55</c:v>
                </c:pt>
                <c:pt idx="11656">
                  <c:v>28.6</c:v>
                </c:pt>
                <c:pt idx="11657">
                  <c:v>28.6</c:v>
                </c:pt>
                <c:pt idx="11658">
                  <c:v>28.6</c:v>
                </c:pt>
                <c:pt idx="11659">
                  <c:v>28.6</c:v>
                </c:pt>
                <c:pt idx="11660">
                  <c:v>28.6</c:v>
                </c:pt>
                <c:pt idx="11661">
                  <c:v>28.6</c:v>
                </c:pt>
                <c:pt idx="11662">
                  <c:v>28.6</c:v>
                </c:pt>
                <c:pt idx="11663">
                  <c:v>28.6</c:v>
                </c:pt>
                <c:pt idx="11664">
                  <c:v>28.6</c:v>
                </c:pt>
                <c:pt idx="11665">
                  <c:v>28.65</c:v>
                </c:pt>
                <c:pt idx="11666">
                  <c:v>28.65</c:v>
                </c:pt>
                <c:pt idx="11667">
                  <c:v>28.65</c:v>
                </c:pt>
                <c:pt idx="11668">
                  <c:v>28.65</c:v>
                </c:pt>
                <c:pt idx="11669">
                  <c:v>28.65</c:v>
                </c:pt>
                <c:pt idx="11670">
                  <c:v>28.65</c:v>
                </c:pt>
                <c:pt idx="11671">
                  <c:v>28.65</c:v>
                </c:pt>
                <c:pt idx="11672">
                  <c:v>28.65</c:v>
                </c:pt>
                <c:pt idx="11673">
                  <c:v>28.65</c:v>
                </c:pt>
                <c:pt idx="11674">
                  <c:v>28.65</c:v>
                </c:pt>
                <c:pt idx="11675">
                  <c:v>28.65</c:v>
                </c:pt>
                <c:pt idx="11676">
                  <c:v>28.65</c:v>
                </c:pt>
                <c:pt idx="11677">
                  <c:v>28.65</c:v>
                </c:pt>
                <c:pt idx="11678">
                  <c:v>28.65</c:v>
                </c:pt>
                <c:pt idx="11679">
                  <c:v>28.65</c:v>
                </c:pt>
                <c:pt idx="11680">
                  <c:v>28.7</c:v>
                </c:pt>
                <c:pt idx="11681">
                  <c:v>28.7</c:v>
                </c:pt>
                <c:pt idx="11682">
                  <c:v>28.7</c:v>
                </c:pt>
                <c:pt idx="11683">
                  <c:v>28.7</c:v>
                </c:pt>
                <c:pt idx="11684">
                  <c:v>28.7</c:v>
                </c:pt>
                <c:pt idx="11685">
                  <c:v>28.7</c:v>
                </c:pt>
                <c:pt idx="11686">
                  <c:v>28.7</c:v>
                </c:pt>
                <c:pt idx="11687">
                  <c:v>28.7</c:v>
                </c:pt>
                <c:pt idx="11688">
                  <c:v>28.7</c:v>
                </c:pt>
                <c:pt idx="11689">
                  <c:v>28.7</c:v>
                </c:pt>
                <c:pt idx="11690">
                  <c:v>28.7</c:v>
                </c:pt>
                <c:pt idx="11691">
                  <c:v>28.7</c:v>
                </c:pt>
                <c:pt idx="11692">
                  <c:v>28.7</c:v>
                </c:pt>
                <c:pt idx="11693">
                  <c:v>28.7</c:v>
                </c:pt>
                <c:pt idx="11694">
                  <c:v>28.75</c:v>
                </c:pt>
                <c:pt idx="11695">
                  <c:v>28.75</c:v>
                </c:pt>
                <c:pt idx="11696">
                  <c:v>28.75</c:v>
                </c:pt>
                <c:pt idx="11697">
                  <c:v>28.75</c:v>
                </c:pt>
                <c:pt idx="11698">
                  <c:v>28.75</c:v>
                </c:pt>
                <c:pt idx="11699">
                  <c:v>28.75</c:v>
                </c:pt>
                <c:pt idx="11700">
                  <c:v>28.75</c:v>
                </c:pt>
                <c:pt idx="11701">
                  <c:v>28.75</c:v>
                </c:pt>
                <c:pt idx="11702">
                  <c:v>28.75</c:v>
                </c:pt>
                <c:pt idx="11703">
                  <c:v>28.75</c:v>
                </c:pt>
                <c:pt idx="11704">
                  <c:v>28.75</c:v>
                </c:pt>
                <c:pt idx="11705">
                  <c:v>28.8</c:v>
                </c:pt>
                <c:pt idx="11706">
                  <c:v>28.8</c:v>
                </c:pt>
                <c:pt idx="11707">
                  <c:v>28.8</c:v>
                </c:pt>
                <c:pt idx="11708">
                  <c:v>28.8</c:v>
                </c:pt>
                <c:pt idx="11709">
                  <c:v>28.8</c:v>
                </c:pt>
                <c:pt idx="11710">
                  <c:v>28.8</c:v>
                </c:pt>
                <c:pt idx="11711">
                  <c:v>28.8</c:v>
                </c:pt>
                <c:pt idx="11712">
                  <c:v>28.8</c:v>
                </c:pt>
                <c:pt idx="11713">
                  <c:v>28.8</c:v>
                </c:pt>
                <c:pt idx="11714">
                  <c:v>28.8</c:v>
                </c:pt>
                <c:pt idx="11715">
                  <c:v>28.8</c:v>
                </c:pt>
                <c:pt idx="11716">
                  <c:v>28.85</c:v>
                </c:pt>
                <c:pt idx="11717">
                  <c:v>28.85</c:v>
                </c:pt>
                <c:pt idx="11718">
                  <c:v>28.85</c:v>
                </c:pt>
                <c:pt idx="11719">
                  <c:v>28.85</c:v>
                </c:pt>
                <c:pt idx="11720">
                  <c:v>28.85</c:v>
                </c:pt>
                <c:pt idx="11721">
                  <c:v>28.85</c:v>
                </c:pt>
                <c:pt idx="11722">
                  <c:v>28.85</c:v>
                </c:pt>
                <c:pt idx="11723">
                  <c:v>28.85</c:v>
                </c:pt>
                <c:pt idx="11724">
                  <c:v>28.85</c:v>
                </c:pt>
                <c:pt idx="11725">
                  <c:v>28.85</c:v>
                </c:pt>
                <c:pt idx="11726">
                  <c:v>28.85</c:v>
                </c:pt>
                <c:pt idx="11727">
                  <c:v>28.85</c:v>
                </c:pt>
                <c:pt idx="11728">
                  <c:v>28.85</c:v>
                </c:pt>
                <c:pt idx="11729">
                  <c:v>28.85</c:v>
                </c:pt>
                <c:pt idx="11730">
                  <c:v>28.85</c:v>
                </c:pt>
                <c:pt idx="11731">
                  <c:v>28.85</c:v>
                </c:pt>
                <c:pt idx="11732">
                  <c:v>28.85</c:v>
                </c:pt>
                <c:pt idx="11733">
                  <c:v>28.85</c:v>
                </c:pt>
                <c:pt idx="11734">
                  <c:v>28.9</c:v>
                </c:pt>
                <c:pt idx="11735">
                  <c:v>28.9</c:v>
                </c:pt>
                <c:pt idx="11736">
                  <c:v>28.9</c:v>
                </c:pt>
                <c:pt idx="11737">
                  <c:v>28.9</c:v>
                </c:pt>
                <c:pt idx="11738">
                  <c:v>28.9</c:v>
                </c:pt>
                <c:pt idx="11739">
                  <c:v>28.9</c:v>
                </c:pt>
                <c:pt idx="11740">
                  <c:v>28.9</c:v>
                </c:pt>
                <c:pt idx="11741">
                  <c:v>28.9</c:v>
                </c:pt>
                <c:pt idx="11742">
                  <c:v>28.9</c:v>
                </c:pt>
                <c:pt idx="11743">
                  <c:v>28.9</c:v>
                </c:pt>
                <c:pt idx="11744">
                  <c:v>28.9</c:v>
                </c:pt>
                <c:pt idx="11745">
                  <c:v>28.9</c:v>
                </c:pt>
                <c:pt idx="11746">
                  <c:v>28.9</c:v>
                </c:pt>
                <c:pt idx="11747">
                  <c:v>28.95</c:v>
                </c:pt>
                <c:pt idx="11748">
                  <c:v>28.95</c:v>
                </c:pt>
                <c:pt idx="11749">
                  <c:v>28.95</c:v>
                </c:pt>
                <c:pt idx="11750">
                  <c:v>28.95</c:v>
                </c:pt>
                <c:pt idx="11751">
                  <c:v>28.95</c:v>
                </c:pt>
                <c:pt idx="11752">
                  <c:v>28.95</c:v>
                </c:pt>
                <c:pt idx="11753">
                  <c:v>28.95</c:v>
                </c:pt>
                <c:pt idx="11754">
                  <c:v>28.95</c:v>
                </c:pt>
                <c:pt idx="11755">
                  <c:v>28.95</c:v>
                </c:pt>
                <c:pt idx="11756">
                  <c:v>28.95</c:v>
                </c:pt>
                <c:pt idx="11757">
                  <c:v>28.95</c:v>
                </c:pt>
                <c:pt idx="11758">
                  <c:v>28.95</c:v>
                </c:pt>
                <c:pt idx="11759">
                  <c:v>28.95</c:v>
                </c:pt>
                <c:pt idx="11760">
                  <c:v>28.95</c:v>
                </c:pt>
                <c:pt idx="11761">
                  <c:v>29</c:v>
                </c:pt>
                <c:pt idx="11762">
                  <c:v>29</c:v>
                </c:pt>
                <c:pt idx="11763">
                  <c:v>29</c:v>
                </c:pt>
                <c:pt idx="11764">
                  <c:v>29</c:v>
                </c:pt>
                <c:pt idx="11765">
                  <c:v>29</c:v>
                </c:pt>
                <c:pt idx="11766">
                  <c:v>29</c:v>
                </c:pt>
                <c:pt idx="11767">
                  <c:v>29</c:v>
                </c:pt>
                <c:pt idx="11768">
                  <c:v>29</c:v>
                </c:pt>
                <c:pt idx="11769">
                  <c:v>29</c:v>
                </c:pt>
                <c:pt idx="11770">
                  <c:v>29.05</c:v>
                </c:pt>
                <c:pt idx="11771">
                  <c:v>29.05</c:v>
                </c:pt>
                <c:pt idx="11772">
                  <c:v>29.05</c:v>
                </c:pt>
                <c:pt idx="11773">
                  <c:v>29.05</c:v>
                </c:pt>
                <c:pt idx="11774">
                  <c:v>29.05</c:v>
                </c:pt>
                <c:pt idx="11775">
                  <c:v>29.05</c:v>
                </c:pt>
                <c:pt idx="11776">
                  <c:v>29.05</c:v>
                </c:pt>
                <c:pt idx="11777">
                  <c:v>29.05</c:v>
                </c:pt>
                <c:pt idx="11778">
                  <c:v>29.05</c:v>
                </c:pt>
                <c:pt idx="11779">
                  <c:v>29.05</c:v>
                </c:pt>
                <c:pt idx="11780">
                  <c:v>29.05</c:v>
                </c:pt>
                <c:pt idx="11781">
                  <c:v>29.05</c:v>
                </c:pt>
                <c:pt idx="11782">
                  <c:v>29.05</c:v>
                </c:pt>
                <c:pt idx="11783">
                  <c:v>29.05</c:v>
                </c:pt>
                <c:pt idx="11784">
                  <c:v>29.05</c:v>
                </c:pt>
                <c:pt idx="11785">
                  <c:v>29.05</c:v>
                </c:pt>
                <c:pt idx="11786">
                  <c:v>29.1</c:v>
                </c:pt>
                <c:pt idx="11787">
                  <c:v>29.1</c:v>
                </c:pt>
                <c:pt idx="11788">
                  <c:v>29.1</c:v>
                </c:pt>
                <c:pt idx="11789">
                  <c:v>29.1</c:v>
                </c:pt>
                <c:pt idx="11790">
                  <c:v>29.1</c:v>
                </c:pt>
                <c:pt idx="11791">
                  <c:v>29.1</c:v>
                </c:pt>
                <c:pt idx="11792">
                  <c:v>29.1</c:v>
                </c:pt>
                <c:pt idx="11793">
                  <c:v>29.1</c:v>
                </c:pt>
                <c:pt idx="11794">
                  <c:v>29.1</c:v>
                </c:pt>
                <c:pt idx="11795">
                  <c:v>29.1</c:v>
                </c:pt>
                <c:pt idx="11796">
                  <c:v>29.1</c:v>
                </c:pt>
                <c:pt idx="11797">
                  <c:v>29.15</c:v>
                </c:pt>
                <c:pt idx="11798">
                  <c:v>29.15</c:v>
                </c:pt>
                <c:pt idx="11799">
                  <c:v>29.15</c:v>
                </c:pt>
                <c:pt idx="11800">
                  <c:v>29.15</c:v>
                </c:pt>
                <c:pt idx="11801">
                  <c:v>29.15</c:v>
                </c:pt>
                <c:pt idx="11802">
                  <c:v>29.15</c:v>
                </c:pt>
                <c:pt idx="11803">
                  <c:v>29.15</c:v>
                </c:pt>
                <c:pt idx="11804">
                  <c:v>29.15</c:v>
                </c:pt>
                <c:pt idx="11805">
                  <c:v>29.15</c:v>
                </c:pt>
                <c:pt idx="11806">
                  <c:v>29.15</c:v>
                </c:pt>
                <c:pt idx="11807">
                  <c:v>29.15</c:v>
                </c:pt>
                <c:pt idx="11808">
                  <c:v>29.15</c:v>
                </c:pt>
                <c:pt idx="11809">
                  <c:v>29.15</c:v>
                </c:pt>
                <c:pt idx="11810">
                  <c:v>29.15</c:v>
                </c:pt>
                <c:pt idx="11811">
                  <c:v>29.15</c:v>
                </c:pt>
                <c:pt idx="11812">
                  <c:v>29.15</c:v>
                </c:pt>
                <c:pt idx="11813">
                  <c:v>29.2</c:v>
                </c:pt>
                <c:pt idx="11814">
                  <c:v>29.15</c:v>
                </c:pt>
                <c:pt idx="11815">
                  <c:v>29.2</c:v>
                </c:pt>
                <c:pt idx="11816">
                  <c:v>29.2</c:v>
                </c:pt>
                <c:pt idx="11817">
                  <c:v>29.2</c:v>
                </c:pt>
                <c:pt idx="11818">
                  <c:v>29.2</c:v>
                </c:pt>
                <c:pt idx="11819">
                  <c:v>29.2</c:v>
                </c:pt>
                <c:pt idx="11820">
                  <c:v>29.2</c:v>
                </c:pt>
                <c:pt idx="11821">
                  <c:v>29.2</c:v>
                </c:pt>
                <c:pt idx="11822">
                  <c:v>29.2</c:v>
                </c:pt>
                <c:pt idx="11823">
                  <c:v>29.2</c:v>
                </c:pt>
                <c:pt idx="11824">
                  <c:v>29.2</c:v>
                </c:pt>
                <c:pt idx="11825">
                  <c:v>29.2</c:v>
                </c:pt>
                <c:pt idx="11826">
                  <c:v>29.25</c:v>
                </c:pt>
                <c:pt idx="11827">
                  <c:v>29.25</c:v>
                </c:pt>
                <c:pt idx="11828">
                  <c:v>29.25</c:v>
                </c:pt>
                <c:pt idx="11829">
                  <c:v>29.25</c:v>
                </c:pt>
                <c:pt idx="11830">
                  <c:v>29.25</c:v>
                </c:pt>
                <c:pt idx="11831">
                  <c:v>29.25</c:v>
                </c:pt>
                <c:pt idx="11832">
                  <c:v>29.25</c:v>
                </c:pt>
                <c:pt idx="11833">
                  <c:v>29.25</c:v>
                </c:pt>
                <c:pt idx="11834">
                  <c:v>29.25</c:v>
                </c:pt>
                <c:pt idx="11835">
                  <c:v>29.25</c:v>
                </c:pt>
                <c:pt idx="11836">
                  <c:v>29.25</c:v>
                </c:pt>
                <c:pt idx="11837">
                  <c:v>29.25</c:v>
                </c:pt>
                <c:pt idx="11838">
                  <c:v>29.25</c:v>
                </c:pt>
                <c:pt idx="11839">
                  <c:v>29.25</c:v>
                </c:pt>
                <c:pt idx="11840">
                  <c:v>29.25</c:v>
                </c:pt>
                <c:pt idx="11841">
                  <c:v>29.3</c:v>
                </c:pt>
                <c:pt idx="11842">
                  <c:v>29.3</c:v>
                </c:pt>
                <c:pt idx="11843">
                  <c:v>29.3</c:v>
                </c:pt>
                <c:pt idx="11844">
                  <c:v>29.3</c:v>
                </c:pt>
                <c:pt idx="11845">
                  <c:v>29.3</c:v>
                </c:pt>
                <c:pt idx="11846">
                  <c:v>29.3</c:v>
                </c:pt>
                <c:pt idx="11847">
                  <c:v>29.3</c:v>
                </c:pt>
                <c:pt idx="11848">
                  <c:v>29.3</c:v>
                </c:pt>
                <c:pt idx="11849">
                  <c:v>29.3</c:v>
                </c:pt>
                <c:pt idx="11850">
                  <c:v>29.3</c:v>
                </c:pt>
                <c:pt idx="11851">
                  <c:v>29.3</c:v>
                </c:pt>
                <c:pt idx="11852">
                  <c:v>29.35</c:v>
                </c:pt>
                <c:pt idx="11853">
                  <c:v>29.35</c:v>
                </c:pt>
                <c:pt idx="11854">
                  <c:v>29.35</c:v>
                </c:pt>
                <c:pt idx="11855">
                  <c:v>29.35</c:v>
                </c:pt>
                <c:pt idx="11856">
                  <c:v>29.35</c:v>
                </c:pt>
                <c:pt idx="11857">
                  <c:v>29.35</c:v>
                </c:pt>
                <c:pt idx="11858">
                  <c:v>29.35</c:v>
                </c:pt>
                <c:pt idx="11859">
                  <c:v>29.35</c:v>
                </c:pt>
                <c:pt idx="11860">
                  <c:v>29.35</c:v>
                </c:pt>
                <c:pt idx="11861">
                  <c:v>29.35</c:v>
                </c:pt>
                <c:pt idx="11862">
                  <c:v>29.35</c:v>
                </c:pt>
                <c:pt idx="11863">
                  <c:v>29.35</c:v>
                </c:pt>
                <c:pt idx="11864">
                  <c:v>29.35</c:v>
                </c:pt>
                <c:pt idx="11865">
                  <c:v>29.35</c:v>
                </c:pt>
                <c:pt idx="11866">
                  <c:v>29.4</c:v>
                </c:pt>
                <c:pt idx="11867">
                  <c:v>29.4</c:v>
                </c:pt>
                <c:pt idx="11868">
                  <c:v>29.4</c:v>
                </c:pt>
                <c:pt idx="11869">
                  <c:v>29.4</c:v>
                </c:pt>
                <c:pt idx="11870">
                  <c:v>29.4</c:v>
                </c:pt>
                <c:pt idx="11871">
                  <c:v>29.4</c:v>
                </c:pt>
                <c:pt idx="11872">
                  <c:v>29.4</c:v>
                </c:pt>
                <c:pt idx="11873">
                  <c:v>29.4</c:v>
                </c:pt>
                <c:pt idx="11874">
                  <c:v>29.4</c:v>
                </c:pt>
                <c:pt idx="11875">
                  <c:v>29.4</c:v>
                </c:pt>
                <c:pt idx="11876">
                  <c:v>29.4</c:v>
                </c:pt>
                <c:pt idx="11877">
                  <c:v>29.4</c:v>
                </c:pt>
                <c:pt idx="11878">
                  <c:v>29.45</c:v>
                </c:pt>
                <c:pt idx="11879">
                  <c:v>29.45</c:v>
                </c:pt>
                <c:pt idx="11880">
                  <c:v>29.45</c:v>
                </c:pt>
                <c:pt idx="11881">
                  <c:v>29.45</c:v>
                </c:pt>
                <c:pt idx="11882">
                  <c:v>29.45</c:v>
                </c:pt>
                <c:pt idx="11883">
                  <c:v>29.45</c:v>
                </c:pt>
                <c:pt idx="11884">
                  <c:v>29.45</c:v>
                </c:pt>
                <c:pt idx="11885">
                  <c:v>29.45</c:v>
                </c:pt>
                <c:pt idx="11886">
                  <c:v>29.45</c:v>
                </c:pt>
                <c:pt idx="11887">
                  <c:v>29.45</c:v>
                </c:pt>
                <c:pt idx="11888">
                  <c:v>29.45</c:v>
                </c:pt>
                <c:pt idx="11889">
                  <c:v>29.45</c:v>
                </c:pt>
                <c:pt idx="11890">
                  <c:v>29.45</c:v>
                </c:pt>
                <c:pt idx="11891">
                  <c:v>29.45</c:v>
                </c:pt>
                <c:pt idx="11892">
                  <c:v>29.5</c:v>
                </c:pt>
                <c:pt idx="11893">
                  <c:v>29.5</c:v>
                </c:pt>
                <c:pt idx="11894">
                  <c:v>29.5</c:v>
                </c:pt>
                <c:pt idx="11895">
                  <c:v>29.5</c:v>
                </c:pt>
                <c:pt idx="11896">
                  <c:v>29.5</c:v>
                </c:pt>
                <c:pt idx="11897">
                  <c:v>29.5</c:v>
                </c:pt>
                <c:pt idx="11898">
                  <c:v>29.5</c:v>
                </c:pt>
                <c:pt idx="11899">
                  <c:v>29.5</c:v>
                </c:pt>
                <c:pt idx="11900">
                  <c:v>29.5</c:v>
                </c:pt>
                <c:pt idx="11901">
                  <c:v>29.5</c:v>
                </c:pt>
                <c:pt idx="11902">
                  <c:v>29.5</c:v>
                </c:pt>
                <c:pt idx="11903">
                  <c:v>29.5</c:v>
                </c:pt>
                <c:pt idx="11904">
                  <c:v>29.5</c:v>
                </c:pt>
                <c:pt idx="11905">
                  <c:v>29.5</c:v>
                </c:pt>
                <c:pt idx="11906">
                  <c:v>29.5</c:v>
                </c:pt>
                <c:pt idx="11907">
                  <c:v>29.5</c:v>
                </c:pt>
                <c:pt idx="11908">
                  <c:v>29.5</c:v>
                </c:pt>
                <c:pt idx="11909">
                  <c:v>29.55</c:v>
                </c:pt>
                <c:pt idx="11910">
                  <c:v>29.55</c:v>
                </c:pt>
                <c:pt idx="11911">
                  <c:v>29.55</c:v>
                </c:pt>
                <c:pt idx="11912">
                  <c:v>29.55</c:v>
                </c:pt>
                <c:pt idx="11913">
                  <c:v>29.55</c:v>
                </c:pt>
                <c:pt idx="11914">
                  <c:v>29.55</c:v>
                </c:pt>
                <c:pt idx="11915">
                  <c:v>29.55</c:v>
                </c:pt>
                <c:pt idx="11916">
                  <c:v>29.55</c:v>
                </c:pt>
                <c:pt idx="11917">
                  <c:v>29.55</c:v>
                </c:pt>
                <c:pt idx="11918">
                  <c:v>29.55</c:v>
                </c:pt>
                <c:pt idx="11919">
                  <c:v>29.55</c:v>
                </c:pt>
                <c:pt idx="11920">
                  <c:v>29.6</c:v>
                </c:pt>
                <c:pt idx="11921">
                  <c:v>29.6</c:v>
                </c:pt>
                <c:pt idx="11922">
                  <c:v>29.6</c:v>
                </c:pt>
                <c:pt idx="11923">
                  <c:v>29.6</c:v>
                </c:pt>
                <c:pt idx="11924">
                  <c:v>29.6</c:v>
                </c:pt>
                <c:pt idx="11925">
                  <c:v>29.6</c:v>
                </c:pt>
                <c:pt idx="11926">
                  <c:v>29.6</c:v>
                </c:pt>
                <c:pt idx="11927">
                  <c:v>29.6</c:v>
                </c:pt>
                <c:pt idx="11928">
                  <c:v>29.6</c:v>
                </c:pt>
                <c:pt idx="11929">
                  <c:v>29.6</c:v>
                </c:pt>
                <c:pt idx="11930">
                  <c:v>29.65</c:v>
                </c:pt>
                <c:pt idx="11931">
                  <c:v>29.6</c:v>
                </c:pt>
                <c:pt idx="11932">
                  <c:v>29.6</c:v>
                </c:pt>
                <c:pt idx="11933">
                  <c:v>29.6</c:v>
                </c:pt>
                <c:pt idx="11934">
                  <c:v>29.6</c:v>
                </c:pt>
                <c:pt idx="11935">
                  <c:v>29.6</c:v>
                </c:pt>
                <c:pt idx="11936">
                  <c:v>29.6</c:v>
                </c:pt>
                <c:pt idx="11937">
                  <c:v>29.65</c:v>
                </c:pt>
                <c:pt idx="11938">
                  <c:v>29.65</c:v>
                </c:pt>
                <c:pt idx="11939">
                  <c:v>29.65</c:v>
                </c:pt>
                <c:pt idx="11940">
                  <c:v>29.65</c:v>
                </c:pt>
                <c:pt idx="11941">
                  <c:v>29.65</c:v>
                </c:pt>
                <c:pt idx="11942">
                  <c:v>29.65</c:v>
                </c:pt>
                <c:pt idx="11943">
                  <c:v>29.65</c:v>
                </c:pt>
                <c:pt idx="11944">
                  <c:v>29.65</c:v>
                </c:pt>
                <c:pt idx="11945">
                  <c:v>29.65</c:v>
                </c:pt>
                <c:pt idx="11946">
                  <c:v>29.7</c:v>
                </c:pt>
                <c:pt idx="11947">
                  <c:v>29.7</c:v>
                </c:pt>
                <c:pt idx="11948">
                  <c:v>29.7</c:v>
                </c:pt>
                <c:pt idx="11949">
                  <c:v>29.7</c:v>
                </c:pt>
                <c:pt idx="11950">
                  <c:v>29.7</c:v>
                </c:pt>
                <c:pt idx="11951">
                  <c:v>29.7</c:v>
                </c:pt>
                <c:pt idx="11952">
                  <c:v>29.7</c:v>
                </c:pt>
                <c:pt idx="11953">
                  <c:v>29.7</c:v>
                </c:pt>
                <c:pt idx="11954">
                  <c:v>29.7</c:v>
                </c:pt>
                <c:pt idx="11955">
                  <c:v>29.7</c:v>
                </c:pt>
                <c:pt idx="11956">
                  <c:v>29.7</c:v>
                </c:pt>
                <c:pt idx="11957">
                  <c:v>29.75</c:v>
                </c:pt>
                <c:pt idx="11958">
                  <c:v>29.7</c:v>
                </c:pt>
                <c:pt idx="11959">
                  <c:v>29.75</c:v>
                </c:pt>
                <c:pt idx="11960">
                  <c:v>29.75</c:v>
                </c:pt>
                <c:pt idx="11961">
                  <c:v>29.7</c:v>
                </c:pt>
                <c:pt idx="11962">
                  <c:v>29.75</c:v>
                </c:pt>
                <c:pt idx="11963">
                  <c:v>29.75</c:v>
                </c:pt>
                <c:pt idx="11964">
                  <c:v>29.75</c:v>
                </c:pt>
                <c:pt idx="11965">
                  <c:v>29.7</c:v>
                </c:pt>
                <c:pt idx="11966">
                  <c:v>29.75</c:v>
                </c:pt>
                <c:pt idx="11967">
                  <c:v>29.75</c:v>
                </c:pt>
                <c:pt idx="11968">
                  <c:v>29.75</c:v>
                </c:pt>
                <c:pt idx="11969">
                  <c:v>29.75</c:v>
                </c:pt>
                <c:pt idx="11970">
                  <c:v>29.75</c:v>
                </c:pt>
                <c:pt idx="11971">
                  <c:v>29.75</c:v>
                </c:pt>
                <c:pt idx="11972">
                  <c:v>29.8</c:v>
                </c:pt>
                <c:pt idx="11973">
                  <c:v>29.8</c:v>
                </c:pt>
                <c:pt idx="11974">
                  <c:v>29.8</c:v>
                </c:pt>
                <c:pt idx="11975">
                  <c:v>29.75</c:v>
                </c:pt>
                <c:pt idx="11976">
                  <c:v>29.8</c:v>
                </c:pt>
                <c:pt idx="11977">
                  <c:v>29.8</c:v>
                </c:pt>
                <c:pt idx="11978">
                  <c:v>29.8</c:v>
                </c:pt>
                <c:pt idx="11979">
                  <c:v>29.8</c:v>
                </c:pt>
                <c:pt idx="11980">
                  <c:v>29.8</c:v>
                </c:pt>
                <c:pt idx="11981">
                  <c:v>29.8</c:v>
                </c:pt>
                <c:pt idx="11982">
                  <c:v>29.8</c:v>
                </c:pt>
                <c:pt idx="11983">
                  <c:v>29.8</c:v>
                </c:pt>
                <c:pt idx="11984">
                  <c:v>29.8</c:v>
                </c:pt>
                <c:pt idx="11985">
                  <c:v>29.8</c:v>
                </c:pt>
                <c:pt idx="11986">
                  <c:v>29.8</c:v>
                </c:pt>
                <c:pt idx="11987">
                  <c:v>29.8</c:v>
                </c:pt>
                <c:pt idx="11988">
                  <c:v>29.8</c:v>
                </c:pt>
                <c:pt idx="11989">
                  <c:v>29.8</c:v>
                </c:pt>
                <c:pt idx="11990">
                  <c:v>29.8</c:v>
                </c:pt>
                <c:pt idx="11991">
                  <c:v>29.85</c:v>
                </c:pt>
                <c:pt idx="11992">
                  <c:v>29.85</c:v>
                </c:pt>
                <c:pt idx="11993">
                  <c:v>29.8</c:v>
                </c:pt>
                <c:pt idx="11994">
                  <c:v>29.85</c:v>
                </c:pt>
                <c:pt idx="11995">
                  <c:v>29.85</c:v>
                </c:pt>
                <c:pt idx="11996">
                  <c:v>29.85</c:v>
                </c:pt>
                <c:pt idx="11997">
                  <c:v>29.85</c:v>
                </c:pt>
                <c:pt idx="11998">
                  <c:v>29.85</c:v>
                </c:pt>
                <c:pt idx="11999">
                  <c:v>29.85</c:v>
                </c:pt>
                <c:pt idx="12000">
                  <c:v>29.85</c:v>
                </c:pt>
                <c:pt idx="12001">
                  <c:v>29.9</c:v>
                </c:pt>
                <c:pt idx="12002">
                  <c:v>29.9</c:v>
                </c:pt>
                <c:pt idx="12003">
                  <c:v>29.9</c:v>
                </c:pt>
                <c:pt idx="12004">
                  <c:v>29.9</c:v>
                </c:pt>
                <c:pt idx="12005">
                  <c:v>29.9</c:v>
                </c:pt>
                <c:pt idx="12006">
                  <c:v>29.9</c:v>
                </c:pt>
                <c:pt idx="12007">
                  <c:v>29.9</c:v>
                </c:pt>
                <c:pt idx="12008">
                  <c:v>29.9</c:v>
                </c:pt>
                <c:pt idx="12009">
                  <c:v>29.9</c:v>
                </c:pt>
                <c:pt idx="12010">
                  <c:v>29.9</c:v>
                </c:pt>
                <c:pt idx="12011">
                  <c:v>29.9</c:v>
                </c:pt>
                <c:pt idx="12012">
                  <c:v>29.9</c:v>
                </c:pt>
                <c:pt idx="12013">
                  <c:v>29.9</c:v>
                </c:pt>
                <c:pt idx="12014">
                  <c:v>29.9</c:v>
                </c:pt>
                <c:pt idx="12015">
                  <c:v>29.9</c:v>
                </c:pt>
                <c:pt idx="12016">
                  <c:v>29.9</c:v>
                </c:pt>
                <c:pt idx="12017">
                  <c:v>29.9</c:v>
                </c:pt>
                <c:pt idx="12018">
                  <c:v>29.95</c:v>
                </c:pt>
                <c:pt idx="12019">
                  <c:v>29.95</c:v>
                </c:pt>
                <c:pt idx="12020">
                  <c:v>29.95</c:v>
                </c:pt>
                <c:pt idx="12021">
                  <c:v>29.95</c:v>
                </c:pt>
                <c:pt idx="12022">
                  <c:v>29.95</c:v>
                </c:pt>
                <c:pt idx="12023">
                  <c:v>29.95</c:v>
                </c:pt>
                <c:pt idx="12024">
                  <c:v>29.95</c:v>
                </c:pt>
                <c:pt idx="12025">
                  <c:v>29.95</c:v>
                </c:pt>
                <c:pt idx="12026">
                  <c:v>29.95</c:v>
                </c:pt>
                <c:pt idx="12027">
                  <c:v>29.95</c:v>
                </c:pt>
                <c:pt idx="12028">
                  <c:v>30</c:v>
                </c:pt>
                <c:pt idx="12029">
                  <c:v>30</c:v>
                </c:pt>
                <c:pt idx="12030">
                  <c:v>30</c:v>
                </c:pt>
                <c:pt idx="12031">
                  <c:v>30</c:v>
                </c:pt>
                <c:pt idx="12032">
                  <c:v>30</c:v>
                </c:pt>
                <c:pt idx="12033">
                  <c:v>30</c:v>
                </c:pt>
                <c:pt idx="12034">
                  <c:v>30</c:v>
                </c:pt>
                <c:pt idx="12035">
                  <c:v>30</c:v>
                </c:pt>
                <c:pt idx="12036">
                  <c:v>30</c:v>
                </c:pt>
                <c:pt idx="12037">
                  <c:v>30</c:v>
                </c:pt>
                <c:pt idx="12038">
                  <c:v>30</c:v>
                </c:pt>
                <c:pt idx="12039">
                  <c:v>30</c:v>
                </c:pt>
                <c:pt idx="12040">
                  <c:v>30</c:v>
                </c:pt>
                <c:pt idx="12041">
                  <c:v>30</c:v>
                </c:pt>
                <c:pt idx="12042">
                  <c:v>30</c:v>
                </c:pt>
                <c:pt idx="12043">
                  <c:v>30</c:v>
                </c:pt>
                <c:pt idx="12044">
                  <c:v>30</c:v>
                </c:pt>
                <c:pt idx="12045">
                  <c:v>30</c:v>
                </c:pt>
                <c:pt idx="12046">
                  <c:v>30</c:v>
                </c:pt>
                <c:pt idx="12047">
                  <c:v>30</c:v>
                </c:pt>
                <c:pt idx="12048">
                  <c:v>30</c:v>
                </c:pt>
                <c:pt idx="12049">
                  <c:v>30</c:v>
                </c:pt>
                <c:pt idx="12050">
                  <c:v>30</c:v>
                </c:pt>
                <c:pt idx="12051">
                  <c:v>30</c:v>
                </c:pt>
                <c:pt idx="12052">
                  <c:v>30.05</c:v>
                </c:pt>
                <c:pt idx="12053">
                  <c:v>30.05</c:v>
                </c:pt>
                <c:pt idx="12054">
                  <c:v>30.05</c:v>
                </c:pt>
                <c:pt idx="12055">
                  <c:v>30.05</c:v>
                </c:pt>
                <c:pt idx="12056">
                  <c:v>30.05</c:v>
                </c:pt>
                <c:pt idx="12057">
                  <c:v>30.05</c:v>
                </c:pt>
                <c:pt idx="12058">
                  <c:v>30.05</c:v>
                </c:pt>
                <c:pt idx="12059">
                  <c:v>30.05</c:v>
                </c:pt>
                <c:pt idx="12060">
                  <c:v>30.05</c:v>
                </c:pt>
                <c:pt idx="12061">
                  <c:v>30.05</c:v>
                </c:pt>
                <c:pt idx="12062">
                  <c:v>30.05</c:v>
                </c:pt>
                <c:pt idx="12063">
                  <c:v>30.05</c:v>
                </c:pt>
                <c:pt idx="12064">
                  <c:v>30.05</c:v>
                </c:pt>
                <c:pt idx="12065">
                  <c:v>30.05</c:v>
                </c:pt>
                <c:pt idx="12066">
                  <c:v>30.05</c:v>
                </c:pt>
                <c:pt idx="12067">
                  <c:v>30.05</c:v>
                </c:pt>
                <c:pt idx="12068">
                  <c:v>30.05</c:v>
                </c:pt>
                <c:pt idx="12069">
                  <c:v>30.05</c:v>
                </c:pt>
                <c:pt idx="12070">
                  <c:v>30.05</c:v>
                </c:pt>
                <c:pt idx="12071">
                  <c:v>30.05</c:v>
                </c:pt>
                <c:pt idx="12072">
                  <c:v>30.05</c:v>
                </c:pt>
                <c:pt idx="12073">
                  <c:v>30.05</c:v>
                </c:pt>
                <c:pt idx="12074">
                  <c:v>30.05</c:v>
                </c:pt>
                <c:pt idx="12075">
                  <c:v>30.05</c:v>
                </c:pt>
                <c:pt idx="12076">
                  <c:v>30.1</c:v>
                </c:pt>
                <c:pt idx="12077">
                  <c:v>30.1</c:v>
                </c:pt>
                <c:pt idx="12078">
                  <c:v>30.1</c:v>
                </c:pt>
                <c:pt idx="12079">
                  <c:v>30.1</c:v>
                </c:pt>
                <c:pt idx="12080">
                  <c:v>30.1</c:v>
                </c:pt>
                <c:pt idx="12081">
                  <c:v>30.1</c:v>
                </c:pt>
                <c:pt idx="12082">
                  <c:v>30.1</c:v>
                </c:pt>
                <c:pt idx="12083">
                  <c:v>30.1</c:v>
                </c:pt>
                <c:pt idx="12084">
                  <c:v>30.1</c:v>
                </c:pt>
                <c:pt idx="12085">
                  <c:v>30.1</c:v>
                </c:pt>
                <c:pt idx="12086">
                  <c:v>30.15</c:v>
                </c:pt>
                <c:pt idx="12087">
                  <c:v>30.15</c:v>
                </c:pt>
                <c:pt idx="12088">
                  <c:v>30.15</c:v>
                </c:pt>
                <c:pt idx="12089">
                  <c:v>30.15</c:v>
                </c:pt>
                <c:pt idx="12090">
                  <c:v>30.15</c:v>
                </c:pt>
                <c:pt idx="12091">
                  <c:v>30.15</c:v>
                </c:pt>
                <c:pt idx="12092">
                  <c:v>30.15</c:v>
                </c:pt>
                <c:pt idx="12093">
                  <c:v>30.15</c:v>
                </c:pt>
                <c:pt idx="12094">
                  <c:v>30.15</c:v>
                </c:pt>
                <c:pt idx="12095">
                  <c:v>30.15</c:v>
                </c:pt>
                <c:pt idx="12096">
                  <c:v>30.15</c:v>
                </c:pt>
                <c:pt idx="12097">
                  <c:v>30.15</c:v>
                </c:pt>
                <c:pt idx="12098">
                  <c:v>30.15</c:v>
                </c:pt>
                <c:pt idx="12099">
                  <c:v>30.15</c:v>
                </c:pt>
                <c:pt idx="12100">
                  <c:v>30.15</c:v>
                </c:pt>
                <c:pt idx="12101">
                  <c:v>30.15</c:v>
                </c:pt>
                <c:pt idx="12102">
                  <c:v>30.15</c:v>
                </c:pt>
                <c:pt idx="12103">
                  <c:v>30.15</c:v>
                </c:pt>
                <c:pt idx="12104">
                  <c:v>30.15</c:v>
                </c:pt>
                <c:pt idx="12105">
                  <c:v>30.2</c:v>
                </c:pt>
                <c:pt idx="12106">
                  <c:v>30.2</c:v>
                </c:pt>
                <c:pt idx="12107">
                  <c:v>30.2</c:v>
                </c:pt>
                <c:pt idx="12108">
                  <c:v>30.2</c:v>
                </c:pt>
                <c:pt idx="12109">
                  <c:v>30.2</c:v>
                </c:pt>
                <c:pt idx="12110">
                  <c:v>30.2</c:v>
                </c:pt>
                <c:pt idx="12111">
                  <c:v>30.2</c:v>
                </c:pt>
                <c:pt idx="12112">
                  <c:v>30.2</c:v>
                </c:pt>
                <c:pt idx="12113">
                  <c:v>30.2</c:v>
                </c:pt>
                <c:pt idx="12114">
                  <c:v>30.2</c:v>
                </c:pt>
                <c:pt idx="12115">
                  <c:v>30.2</c:v>
                </c:pt>
                <c:pt idx="12116">
                  <c:v>30.25</c:v>
                </c:pt>
                <c:pt idx="12117">
                  <c:v>30.25</c:v>
                </c:pt>
                <c:pt idx="12118">
                  <c:v>30.25</c:v>
                </c:pt>
                <c:pt idx="12119">
                  <c:v>30.2</c:v>
                </c:pt>
                <c:pt idx="12120">
                  <c:v>30.25</c:v>
                </c:pt>
                <c:pt idx="12121">
                  <c:v>30.25</c:v>
                </c:pt>
                <c:pt idx="12122">
                  <c:v>30.25</c:v>
                </c:pt>
                <c:pt idx="12123">
                  <c:v>30.25</c:v>
                </c:pt>
                <c:pt idx="12124">
                  <c:v>30.25</c:v>
                </c:pt>
                <c:pt idx="12125">
                  <c:v>30.25</c:v>
                </c:pt>
                <c:pt idx="12126">
                  <c:v>30.25</c:v>
                </c:pt>
                <c:pt idx="12127">
                  <c:v>30.25</c:v>
                </c:pt>
                <c:pt idx="12128">
                  <c:v>30.25</c:v>
                </c:pt>
                <c:pt idx="12129">
                  <c:v>30.25</c:v>
                </c:pt>
                <c:pt idx="12130">
                  <c:v>30.25</c:v>
                </c:pt>
                <c:pt idx="12131">
                  <c:v>30.25</c:v>
                </c:pt>
                <c:pt idx="12132">
                  <c:v>30.25</c:v>
                </c:pt>
                <c:pt idx="12133">
                  <c:v>30.25</c:v>
                </c:pt>
                <c:pt idx="12134">
                  <c:v>30.25</c:v>
                </c:pt>
                <c:pt idx="12135">
                  <c:v>30.25</c:v>
                </c:pt>
                <c:pt idx="12136">
                  <c:v>30.25</c:v>
                </c:pt>
                <c:pt idx="12137">
                  <c:v>30.25</c:v>
                </c:pt>
                <c:pt idx="12138">
                  <c:v>30.3</c:v>
                </c:pt>
                <c:pt idx="12139">
                  <c:v>30.3</c:v>
                </c:pt>
                <c:pt idx="12140">
                  <c:v>30.3</c:v>
                </c:pt>
                <c:pt idx="12141">
                  <c:v>30.3</c:v>
                </c:pt>
                <c:pt idx="12142">
                  <c:v>30.3</c:v>
                </c:pt>
                <c:pt idx="12143">
                  <c:v>30.3</c:v>
                </c:pt>
                <c:pt idx="12144">
                  <c:v>30.3</c:v>
                </c:pt>
                <c:pt idx="12145">
                  <c:v>30.3</c:v>
                </c:pt>
                <c:pt idx="12146">
                  <c:v>30.3</c:v>
                </c:pt>
                <c:pt idx="12147">
                  <c:v>30.3</c:v>
                </c:pt>
                <c:pt idx="12148">
                  <c:v>30.3</c:v>
                </c:pt>
                <c:pt idx="12149">
                  <c:v>30.3</c:v>
                </c:pt>
                <c:pt idx="12150">
                  <c:v>30.3</c:v>
                </c:pt>
                <c:pt idx="12151">
                  <c:v>30.3</c:v>
                </c:pt>
                <c:pt idx="12152">
                  <c:v>30.35</c:v>
                </c:pt>
                <c:pt idx="12153">
                  <c:v>30.35</c:v>
                </c:pt>
                <c:pt idx="12154">
                  <c:v>30.35</c:v>
                </c:pt>
                <c:pt idx="12155">
                  <c:v>30.35</c:v>
                </c:pt>
                <c:pt idx="12156">
                  <c:v>30.35</c:v>
                </c:pt>
                <c:pt idx="12157">
                  <c:v>30.35</c:v>
                </c:pt>
                <c:pt idx="12158">
                  <c:v>30.35</c:v>
                </c:pt>
                <c:pt idx="12159">
                  <c:v>30.35</c:v>
                </c:pt>
                <c:pt idx="12160">
                  <c:v>30.35</c:v>
                </c:pt>
                <c:pt idx="12161">
                  <c:v>30.35</c:v>
                </c:pt>
                <c:pt idx="12162">
                  <c:v>30.35</c:v>
                </c:pt>
                <c:pt idx="12163">
                  <c:v>30.35</c:v>
                </c:pt>
                <c:pt idx="12164">
                  <c:v>30.35</c:v>
                </c:pt>
                <c:pt idx="12165">
                  <c:v>30.35</c:v>
                </c:pt>
                <c:pt idx="12166">
                  <c:v>30.4</c:v>
                </c:pt>
                <c:pt idx="12167">
                  <c:v>30.4</c:v>
                </c:pt>
                <c:pt idx="12168">
                  <c:v>30.4</c:v>
                </c:pt>
                <c:pt idx="12169">
                  <c:v>30.4</c:v>
                </c:pt>
                <c:pt idx="12170">
                  <c:v>30.4</c:v>
                </c:pt>
                <c:pt idx="12171">
                  <c:v>30.4</c:v>
                </c:pt>
                <c:pt idx="12172">
                  <c:v>30.4</c:v>
                </c:pt>
                <c:pt idx="12173">
                  <c:v>30.4</c:v>
                </c:pt>
                <c:pt idx="12174">
                  <c:v>30.4</c:v>
                </c:pt>
                <c:pt idx="12175">
                  <c:v>30.4</c:v>
                </c:pt>
                <c:pt idx="12176">
                  <c:v>30.4</c:v>
                </c:pt>
                <c:pt idx="12177">
                  <c:v>30.4</c:v>
                </c:pt>
                <c:pt idx="12178">
                  <c:v>30.4</c:v>
                </c:pt>
                <c:pt idx="12179">
                  <c:v>30.4</c:v>
                </c:pt>
                <c:pt idx="12180">
                  <c:v>30.4</c:v>
                </c:pt>
                <c:pt idx="12181">
                  <c:v>30.4</c:v>
                </c:pt>
                <c:pt idx="12182">
                  <c:v>30.4</c:v>
                </c:pt>
                <c:pt idx="12183">
                  <c:v>30.45</c:v>
                </c:pt>
                <c:pt idx="12184">
                  <c:v>30.45</c:v>
                </c:pt>
                <c:pt idx="12185">
                  <c:v>30.45</c:v>
                </c:pt>
                <c:pt idx="12186">
                  <c:v>30.45</c:v>
                </c:pt>
                <c:pt idx="12187">
                  <c:v>30.45</c:v>
                </c:pt>
                <c:pt idx="12188">
                  <c:v>30.45</c:v>
                </c:pt>
                <c:pt idx="12189">
                  <c:v>30.45</c:v>
                </c:pt>
                <c:pt idx="12190">
                  <c:v>30.45</c:v>
                </c:pt>
                <c:pt idx="12191">
                  <c:v>30.45</c:v>
                </c:pt>
                <c:pt idx="12192">
                  <c:v>30.45</c:v>
                </c:pt>
                <c:pt idx="12193">
                  <c:v>30.45</c:v>
                </c:pt>
                <c:pt idx="12194">
                  <c:v>30.45</c:v>
                </c:pt>
                <c:pt idx="12195">
                  <c:v>30.5</c:v>
                </c:pt>
                <c:pt idx="12196">
                  <c:v>30.5</c:v>
                </c:pt>
                <c:pt idx="12197">
                  <c:v>30.5</c:v>
                </c:pt>
                <c:pt idx="12198">
                  <c:v>30.5</c:v>
                </c:pt>
                <c:pt idx="12199">
                  <c:v>30.5</c:v>
                </c:pt>
                <c:pt idx="12200">
                  <c:v>30.5</c:v>
                </c:pt>
                <c:pt idx="12201">
                  <c:v>30.5</c:v>
                </c:pt>
                <c:pt idx="12202">
                  <c:v>30.5</c:v>
                </c:pt>
                <c:pt idx="12203">
                  <c:v>30.5</c:v>
                </c:pt>
                <c:pt idx="12204">
                  <c:v>30.5</c:v>
                </c:pt>
                <c:pt idx="12205">
                  <c:v>30.5</c:v>
                </c:pt>
                <c:pt idx="12206">
                  <c:v>30.5</c:v>
                </c:pt>
                <c:pt idx="12207">
                  <c:v>30.5</c:v>
                </c:pt>
                <c:pt idx="12208">
                  <c:v>30.5</c:v>
                </c:pt>
                <c:pt idx="12209">
                  <c:v>30.5</c:v>
                </c:pt>
                <c:pt idx="12210">
                  <c:v>30.5</c:v>
                </c:pt>
                <c:pt idx="12211">
                  <c:v>30.5</c:v>
                </c:pt>
                <c:pt idx="12212">
                  <c:v>30.5</c:v>
                </c:pt>
                <c:pt idx="12213">
                  <c:v>30.5</c:v>
                </c:pt>
                <c:pt idx="12214">
                  <c:v>30.5</c:v>
                </c:pt>
                <c:pt idx="12215">
                  <c:v>30.55</c:v>
                </c:pt>
                <c:pt idx="12216">
                  <c:v>30.55</c:v>
                </c:pt>
                <c:pt idx="12217">
                  <c:v>30.55</c:v>
                </c:pt>
                <c:pt idx="12218">
                  <c:v>30.55</c:v>
                </c:pt>
                <c:pt idx="12219">
                  <c:v>30.55</c:v>
                </c:pt>
                <c:pt idx="12220">
                  <c:v>30.55</c:v>
                </c:pt>
                <c:pt idx="12221">
                  <c:v>30.55</c:v>
                </c:pt>
                <c:pt idx="12222">
                  <c:v>30.55</c:v>
                </c:pt>
                <c:pt idx="12223">
                  <c:v>30.55</c:v>
                </c:pt>
                <c:pt idx="12224">
                  <c:v>30.55</c:v>
                </c:pt>
                <c:pt idx="12225">
                  <c:v>30.6</c:v>
                </c:pt>
                <c:pt idx="12226">
                  <c:v>30.6</c:v>
                </c:pt>
                <c:pt idx="12227">
                  <c:v>30.6</c:v>
                </c:pt>
                <c:pt idx="12228">
                  <c:v>30.6</c:v>
                </c:pt>
                <c:pt idx="12229">
                  <c:v>30.6</c:v>
                </c:pt>
                <c:pt idx="12230">
                  <c:v>30.6</c:v>
                </c:pt>
                <c:pt idx="12231">
                  <c:v>30.6</c:v>
                </c:pt>
                <c:pt idx="12232">
                  <c:v>30.6</c:v>
                </c:pt>
                <c:pt idx="12233">
                  <c:v>30.6</c:v>
                </c:pt>
                <c:pt idx="12234">
                  <c:v>30.6</c:v>
                </c:pt>
                <c:pt idx="12235">
                  <c:v>30.6</c:v>
                </c:pt>
                <c:pt idx="12236">
                  <c:v>30.6</c:v>
                </c:pt>
                <c:pt idx="12237">
                  <c:v>30.6</c:v>
                </c:pt>
                <c:pt idx="12238">
                  <c:v>30.6</c:v>
                </c:pt>
                <c:pt idx="12239">
                  <c:v>30.6</c:v>
                </c:pt>
                <c:pt idx="12240">
                  <c:v>30.6</c:v>
                </c:pt>
                <c:pt idx="12241">
                  <c:v>30.6</c:v>
                </c:pt>
                <c:pt idx="12242">
                  <c:v>30.6</c:v>
                </c:pt>
                <c:pt idx="12243">
                  <c:v>30.6</c:v>
                </c:pt>
                <c:pt idx="12244">
                  <c:v>30.6</c:v>
                </c:pt>
                <c:pt idx="12245">
                  <c:v>30.6</c:v>
                </c:pt>
                <c:pt idx="12246">
                  <c:v>30.65</c:v>
                </c:pt>
                <c:pt idx="12247">
                  <c:v>30.65</c:v>
                </c:pt>
                <c:pt idx="12248">
                  <c:v>30.65</c:v>
                </c:pt>
                <c:pt idx="12249">
                  <c:v>30.65</c:v>
                </c:pt>
                <c:pt idx="12250">
                  <c:v>30.65</c:v>
                </c:pt>
                <c:pt idx="12251">
                  <c:v>30.65</c:v>
                </c:pt>
                <c:pt idx="12252">
                  <c:v>30.65</c:v>
                </c:pt>
                <c:pt idx="12253">
                  <c:v>30.65</c:v>
                </c:pt>
                <c:pt idx="12254">
                  <c:v>30.65</c:v>
                </c:pt>
                <c:pt idx="12255">
                  <c:v>30.65</c:v>
                </c:pt>
                <c:pt idx="12256">
                  <c:v>30.65</c:v>
                </c:pt>
                <c:pt idx="12257">
                  <c:v>30.7</c:v>
                </c:pt>
                <c:pt idx="12258">
                  <c:v>30.7</c:v>
                </c:pt>
                <c:pt idx="12259">
                  <c:v>30.7</c:v>
                </c:pt>
                <c:pt idx="12260">
                  <c:v>30.7</c:v>
                </c:pt>
                <c:pt idx="12261">
                  <c:v>30.7</c:v>
                </c:pt>
                <c:pt idx="12262">
                  <c:v>30.7</c:v>
                </c:pt>
                <c:pt idx="12263">
                  <c:v>30.7</c:v>
                </c:pt>
                <c:pt idx="12264">
                  <c:v>30.7</c:v>
                </c:pt>
                <c:pt idx="12265">
                  <c:v>30.7</c:v>
                </c:pt>
                <c:pt idx="12266">
                  <c:v>30.7</c:v>
                </c:pt>
                <c:pt idx="12267">
                  <c:v>30.7</c:v>
                </c:pt>
                <c:pt idx="12268">
                  <c:v>30.7</c:v>
                </c:pt>
                <c:pt idx="12269">
                  <c:v>30.7</c:v>
                </c:pt>
                <c:pt idx="12270">
                  <c:v>30.7</c:v>
                </c:pt>
                <c:pt idx="12271">
                  <c:v>30.7</c:v>
                </c:pt>
                <c:pt idx="12272">
                  <c:v>30.7</c:v>
                </c:pt>
                <c:pt idx="12273">
                  <c:v>30.7</c:v>
                </c:pt>
                <c:pt idx="12274">
                  <c:v>30.7</c:v>
                </c:pt>
                <c:pt idx="12275">
                  <c:v>30.7</c:v>
                </c:pt>
                <c:pt idx="12276">
                  <c:v>30.7</c:v>
                </c:pt>
                <c:pt idx="12277">
                  <c:v>30.75</c:v>
                </c:pt>
                <c:pt idx="12278">
                  <c:v>30.75</c:v>
                </c:pt>
                <c:pt idx="12279">
                  <c:v>30.75</c:v>
                </c:pt>
                <c:pt idx="12280">
                  <c:v>30.75</c:v>
                </c:pt>
                <c:pt idx="12281">
                  <c:v>30.75</c:v>
                </c:pt>
                <c:pt idx="12282">
                  <c:v>30.75</c:v>
                </c:pt>
                <c:pt idx="12283">
                  <c:v>30.75</c:v>
                </c:pt>
                <c:pt idx="12284">
                  <c:v>30.75</c:v>
                </c:pt>
                <c:pt idx="12285">
                  <c:v>30.75</c:v>
                </c:pt>
                <c:pt idx="12286">
                  <c:v>30.75</c:v>
                </c:pt>
                <c:pt idx="12287">
                  <c:v>30.75</c:v>
                </c:pt>
                <c:pt idx="12288">
                  <c:v>30.75</c:v>
                </c:pt>
                <c:pt idx="12289">
                  <c:v>30.8</c:v>
                </c:pt>
                <c:pt idx="12290">
                  <c:v>30.75</c:v>
                </c:pt>
                <c:pt idx="12291">
                  <c:v>30.8</c:v>
                </c:pt>
                <c:pt idx="12292">
                  <c:v>30.8</c:v>
                </c:pt>
                <c:pt idx="12293">
                  <c:v>30.8</c:v>
                </c:pt>
                <c:pt idx="12294">
                  <c:v>30.8</c:v>
                </c:pt>
                <c:pt idx="12295">
                  <c:v>30.8</c:v>
                </c:pt>
                <c:pt idx="12296">
                  <c:v>30.8</c:v>
                </c:pt>
                <c:pt idx="12297">
                  <c:v>30.8</c:v>
                </c:pt>
                <c:pt idx="12298">
                  <c:v>30.8</c:v>
                </c:pt>
                <c:pt idx="12299">
                  <c:v>30.8</c:v>
                </c:pt>
                <c:pt idx="12300">
                  <c:v>30.8</c:v>
                </c:pt>
                <c:pt idx="12301">
                  <c:v>30.8</c:v>
                </c:pt>
                <c:pt idx="12302">
                  <c:v>30.8</c:v>
                </c:pt>
                <c:pt idx="12303">
                  <c:v>30.8</c:v>
                </c:pt>
                <c:pt idx="12304">
                  <c:v>30.8</c:v>
                </c:pt>
                <c:pt idx="12305">
                  <c:v>30.8</c:v>
                </c:pt>
                <c:pt idx="12306">
                  <c:v>30.8</c:v>
                </c:pt>
                <c:pt idx="12307">
                  <c:v>30.8</c:v>
                </c:pt>
                <c:pt idx="12308">
                  <c:v>30.85</c:v>
                </c:pt>
                <c:pt idx="12309">
                  <c:v>30.85</c:v>
                </c:pt>
                <c:pt idx="12310">
                  <c:v>30.85</c:v>
                </c:pt>
                <c:pt idx="12311">
                  <c:v>30.85</c:v>
                </c:pt>
                <c:pt idx="12312">
                  <c:v>30.85</c:v>
                </c:pt>
                <c:pt idx="12313">
                  <c:v>30.85</c:v>
                </c:pt>
                <c:pt idx="12314">
                  <c:v>30.85</c:v>
                </c:pt>
                <c:pt idx="12315">
                  <c:v>30.85</c:v>
                </c:pt>
                <c:pt idx="12316">
                  <c:v>30.85</c:v>
                </c:pt>
                <c:pt idx="12317">
                  <c:v>30.85</c:v>
                </c:pt>
                <c:pt idx="12318">
                  <c:v>30.85</c:v>
                </c:pt>
                <c:pt idx="12319">
                  <c:v>30.85</c:v>
                </c:pt>
                <c:pt idx="12320">
                  <c:v>30.85</c:v>
                </c:pt>
                <c:pt idx="12321">
                  <c:v>30.85</c:v>
                </c:pt>
                <c:pt idx="12322">
                  <c:v>30.85</c:v>
                </c:pt>
                <c:pt idx="12323">
                  <c:v>30.85</c:v>
                </c:pt>
                <c:pt idx="12324">
                  <c:v>30.85</c:v>
                </c:pt>
                <c:pt idx="12325">
                  <c:v>30.85</c:v>
                </c:pt>
                <c:pt idx="12326">
                  <c:v>30.85</c:v>
                </c:pt>
                <c:pt idx="12327">
                  <c:v>30.85</c:v>
                </c:pt>
                <c:pt idx="12328">
                  <c:v>30.9</c:v>
                </c:pt>
                <c:pt idx="12329">
                  <c:v>30.9</c:v>
                </c:pt>
                <c:pt idx="12330">
                  <c:v>30.9</c:v>
                </c:pt>
                <c:pt idx="12331">
                  <c:v>30.9</c:v>
                </c:pt>
                <c:pt idx="12332">
                  <c:v>30.9</c:v>
                </c:pt>
                <c:pt idx="12333">
                  <c:v>30.9</c:v>
                </c:pt>
                <c:pt idx="12334">
                  <c:v>30.9</c:v>
                </c:pt>
                <c:pt idx="12335">
                  <c:v>30.9</c:v>
                </c:pt>
                <c:pt idx="12336">
                  <c:v>30.9</c:v>
                </c:pt>
                <c:pt idx="12337">
                  <c:v>30.9</c:v>
                </c:pt>
                <c:pt idx="12338">
                  <c:v>30.9</c:v>
                </c:pt>
                <c:pt idx="12339">
                  <c:v>30.9</c:v>
                </c:pt>
                <c:pt idx="12340">
                  <c:v>30.95</c:v>
                </c:pt>
                <c:pt idx="12341">
                  <c:v>30.95</c:v>
                </c:pt>
                <c:pt idx="12342">
                  <c:v>30.95</c:v>
                </c:pt>
                <c:pt idx="12343">
                  <c:v>30.95</c:v>
                </c:pt>
                <c:pt idx="12344">
                  <c:v>30.95</c:v>
                </c:pt>
                <c:pt idx="12345">
                  <c:v>30.95</c:v>
                </c:pt>
                <c:pt idx="12346">
                  <c:v>30.95</c:v>
                </c:pt>
                <c:pt idx="12347">
                  <c:v>30.95</c:v>
                </c:pt>
                <c:pt idx="12348">
                  <c:v>30.95</c:v>
                </c:pt>
                <c:pt idx="12349">
                  <c:v>30.95</c:v>
                </c:pt>
                <c:pt idx="12350">
                  <c:v>30.95</c:v>
                </c:pt>
                <c:pt idx="12351">
                  <c:v>30.95</c:v>
                </c:pt>
                <c:pt idx="12352">
                  <c:v>30.95</c:v>
                </c:pt>
                <c:pt idx="12353">
                  <c:v>30.95</c:v>
                </c:pt>
                <c:pt idx="12354">
                  <c:v>30.95</c:v>
                </c:pt>
                <c:pt idx="12355">
                  <c:v>30.95</c:v>
                </c:pt>
                <c:pt idx="12356">
                  <c:v>30.95</c:v>
                </c:pt>
                <c:pt idx="12357">
                  <c:v>30.95</c:v>
                </c:pt>
                <c:pt idx="12358">
                  <c:v>30.95</c:v>
                </c:pt>
                <c:pt idx="12359">
                  <c:v>30.95</c:v>
                </c:pt>
                <c:pt idx="12360">
                  <c:v>30.95</c:v>
                </c:pt>
                <c:pt idx="12361">
                  <c:v>31</c:v>
                </c:pt>
                <c:pt idx="12362">
                  <c:v>31</c:v>
                </c:pt>
                <c:pt idx="12363">
                  <c:v>31</c:v>
                </c:pt>
                <c:pt idx="12364">
                  <c:v>31</c:v>
                </c:pt>
                <c:pt idx="12365">
                  <c:v>31</c:v>
                </c:pt>
                <c:pt idx="12366">
                  <c:v>31</c:v>
                </c:pt>
                <c:pt idx="12367">
                  <c:v>31</c:v>
                </c:pt>
                <c:pt idx="12368">
                  <c:v>31</c:v>
                </c:pt>
                <c:pt idx="12369">
                  <c:v>31</c:v>
                </c:pt>
                <c:pt idx="12370">
                  <c:v>31</c:v>
                </c:pt>
                <c:pt idx="12371">
                  <c:v>31</c:v>
                </c:pt>
                <c:pt idx="12372">
                  <c:v>31</c:v>
                </c:pt>
                <c:pt idx="12373">
                  <c:v>31</c:v>
                </c:pt>
                <c:pt idx="12374">
                  <c:v>31</c:v>
                </c:pt>
                <c:pt idx="12375">
                  <c:v>31</c:v>
                </c:pt>
                <c:pt idx="12376">
                  <c:v>31</c:v>
                </c:pt>
                <c:pt idx="12377">
                  <c:v>31.05</c:v>
                </c:pt>
                <c:pt idx="12378">
                  <c:v>31.05</c:v>
                </c:pt>
                <c:pt idx="12379">
                  <c:v>31.05</c:v>
                </c:pt>
                <c:pt idx="12380">
                  <c:v>31.05</c:v>
                </c:pt>
                <c:pt idx="12381">
                  <c:v>31.05</c:v>
                </c:pt>
                <c:pt idx="12382">
                  <c:v>31.05</c:v>
                </c:pt>
                <c:pt idx="12383">
                  <c:v>31.05</c:v>
                </c:pt>
                <c:pt idx="12384">
                  <c:v>31.05</c:v>
                </c:pt>
                <c:pt idx="12385">
                  <c:v>31.05</c:v>
                </c:pt>
                <c:pt idx="12386">
                  <c:v>31.05</c:v>
                </c:pt>
                <c:pt idx="12387">
                  <c:v>31.05</c:v>
                </c:pt>
                <c:pt idx="12388">
                  <c:v>31.05</c:v>
                </c:pt>
                <c:pt idx="12389">
                  <c:v>31.05</c:v>
                </c:pt>
                <c:pt idx="12390">
                  <c:v>31.05</c:v>
                </c:pt>
                <c:pt idx="12391">
                  <c:v>31.05</c:v>
                </c:pt>
                <c:pt idx="12392">
                  <c:v>31.05</c:v>
                </c:pt>
                <c:pt idx="12393">
                  <c:v>31.05</c:v>
                </c:pt>
                <c:pt idx="12394">
                  <c:v>31.05</c:v>
                </c:pt>
                <c:pt idx="12395">
                  <c:v>31.1</c:v>
                </c:pt>
                <c:pt idx="12396">
                  <c:v>31.1</c:v>
                </c:pt>
                <c:pt idx="12397">
                  <c:v>31.1</c:v>
                </c:pt>
                <c:pt idx="12398">
                  <c:v>31.1</c:v>
                </c:pt>
                <c:pt idx="12399">
                  <c:v>31.1</c:v>
                </c:pt>
                <c:pt idx="12400">
                  <c:v>31.1</c:v>
                </c:pt>
                <c:pt idx="12401">
                  <c:v>31.1</c:v>
                </c:pt>
                <c:pt idx="12402">
                  <c:v>31.1</c:v>
                </c:pt>
                <c:pt idx="12403">
                  <c:v>31.1</c:v>
                </c:pt>
                <c:pt idx="12404">
                  <c:v>31.1</c:v>
                </c:pt>
                <c:pt idx="12405">
                  <c:v>31.1</c:v>
                </c:pt>
                <c:pt idx="12406">
                  <c:v>31.1</c:v>
                </c:pt>
                <c:pt idx="12407">
                  <c:v>31.1</c:v>
                </c:pt>
                <c:pt idx="12408">
                  <c:v>31.15</c:v>
                </c:pt>
                <c:pt idx="12409">
                  <c:v>31.1</c:v>
                </c:pt>
                <c:pt idx="12410">
                  <c:v>31.15</c:v>
                </c:pt>
                <c:pt idx="12411">
                  <c:v>31.15</c:v>
                </c:pt>
                <c:pt idx="12412">
                  <c:v>31.15</c:v>
                </c:pt>
                <c:pt idx="12413">
                  <c:v>31.15</c:v>
                </c:pt>
                <c:pt idx="12414">
                  <c:v>31.15</c:v>
                </c:pt>
                <c:pt idx="12415">
                  <c:v>31.15</c:v>
                </c:pt>
                <c:pt idx="12416">
                  <c:v>31.15</c:v>
                </c:pt>
                <c:pt idx="12417">
                  <c:v>31.15</c:v>
                </c:pt>
                <c:pt idx="12418">
                  <c:v>31.15</c:v>
                </c:pt>
                <c:pt idx="12419">
                  <c:v>31.15</c:v>
                </c:pt>
                <c:pt idx="12420">
                  <c:v>31.15</c:v>
                </c:pt>
                <c:pt idx="12421">
                  <c:v>31.15</c:v>
                </c:pt>
                <c:pt idx="12422">
                  <c:v>31.15</c:v>
                </c:pt>
                <c:pt idx="12423">
                  <c:v>31.15</c:v>
                </c:pt>
                <c:pt idx="12424">
                  <c:v>31.2</c:v>
                </c:pt>
                <c:pt idx="12425">
                  <c:v>31.2</c:v>
                </c:pt>
                <c:pt idx="12426">
                  <c:v>31.2</c:v>
                </c:pt>
                <c:pt idx="12427">
                  <c:v>31.2</c:v>
                </c:pt>
                <c:pt idx="12428">
                  <c:v>31.2</c:v>
                </c:pt>
                <c:pt idx="12429">
                  <c:v>31.2</c:v>
                </c:pt>
                <c:pt idx="12430">
                  <c:v>31.2</c:v>
                </c:pt>
                <c:pt idx="12431">
                  <c:v>31.2</c:v>
                </c:pt>
                <c:pt idx="12432">
                  <c:v>31.2</c:v>
                </c:pt>
                <c:pt idx="12433">
                  <c:v>31.2</c:v>
                </c:pt>
                <c:pt idx="12434">
                  <c:v>31.2</c:v>
                </c:pt>
                <c:pt idx="12435">
                  <c:v>31.2</c:v>
                </c:pt>
                <c:pt idx="12436">
                  <c:v>31.2</c:v>
                </c:pt>
                <c:pt idx="12437">
                  <c:v>31.2</c:v>
                </c:pt>
                <c:pt idx="12438">
                  <c:v>31.2</c:v>
                </c:pt>
                <c:pt idx="12439">
                  <c:v>31.2</c:v>
                </c:pt>
                <c:pt idx="12440">
                  <c:v>31.25</c:v>
                </c:pt>
                <c:pt idx="12441">
                  <c:v>31.25</c:v>
                </c:pt>
                <c:pt idx="12442">
                  <c:v>31.25</c:v>
                </c:pt>
                <c:pt idx="12443">
                  <c:v>31.25</c:v>
                </c:pt>
                <c:pt idx="12444">
                  <c:v>31.25</c:v>
                </c:pt>
                <c:pt idx="12445">
                  <c:v>31.25</c:v>
                </c:pt>
                <c:pt idx="12446">
                  <c:v>31.25</c:v>
                </c:pt>
                <c:pt idx="12447">
                  <c:v>31.25</c:v>
                </c:pt>
                <c:pt idx="12448">
                  <c:v>31.25</c:v>
                </c:pt>
                <c:pt idx="12449">
                  <c:v>31.25</c:v>
                </c:pt>
                <c:pt idx="12450">
                  <c:v>31.25</c:v>
                </c:pt>
                <c:pt idx="12451">
                  <c:v>31.25</c:v>
                </c:pt>
                <c:pt idx="12452">
                  <c:v>31.25</c:v>
                </c:pt>
                <c:pt idx="12453">
                  <c:v>31.25</c:v>
                </c:pt>
                <c:pt idx="12454">
                  <c:v>31.25</c:v>
                </c:pt>
                <c:pt idx="12455">
                  <c:v>31.25</c:v>
                </c:pt>
                <c:pt idx="12456">
                  <c:v>31.25</c:v>
                </c:pt>
                <c:pt idx="12457">
                  <c:v>31.25</c:v>
                </c:pt>
                <c:pt idx="12458">
                  <c:v>31.25</c:v>
                </c:pt>
                <c:pt idx="12459">
                  <c:v>31.25</c:v>
                </c:pt>
                <c:pt idx="12460">
                  <c:v>31.3</c:v>
                </c:pt>
                <c:pt idx="12461">
                  <c:v>31.3</c:v>
                </c:pt>
                <c:pt idx="12462">
                  <c:v>31.3</c:v>
                </c:pt>
                <c:pt idx="12463">
                  <c:v>31.3</c:v>
                </c:pt>
                <c:pt idx="12464">
                  <c:v>31.3</c:v>
                </c:pt>
                <c:pt idx="12465">
                  <c:v>31.3</c:v>
                </c:pt>
                <c:pt idx="12466">
                  <c:v>31.3</c:v>
                </c:pt>
                <c:pt idx="12467">
                  <c:v>31.3</c:v>
                </c:pt>
                <c:pt idx="12468">
                  <c:v>31.3</c:v>
                </c:pt>
                <c:pt idx="12469">
                  <c:v>31.3</c:v>
                </c:pt>
                <c:pt idx="12470">
                  <c:v>31.3</c:v>
                </c:pt>
                <c:pt idx="12471">
                  <c:v>31.3</c:v>
                </c:pt>
                <c:pt idx="12472">
                  <c:v>31.3</c:v>
                </c:pt>
                <c:pt idx="12473">
                  <c:v>31.3</c:v>
                </c:pt>
                <c:pt idx="12474">
                  <c:v>31.3</c:v>
                </c:pt>
                <c:pt idx="12475">
                  <c:v>31.3</c:v>
                </c:pt>
                <c:pt idx="12476">
                  <c:v>31.35</c:v>
                </c:pt>
                <c:pt idx="12477">
                  <c:v>31.3</c:v>
                </c:pt>
                <c:pt idx="12478">
                  <c:v>31.35</c:v>
                </c:pt>
                <c:pt idx="12479">
                  <c:v>31.35</c:v>
                </c:pt>
                <c:pt idx="12480">
                  <c:v>31.35</c:v>
                </c:pt>
                <c:pt idx="12481">
                  <c:v>31.35</c:v>
                </c:pt>
                <c:pt idx="12482">
                  <c:v>31.35</c:v>
                </c:pt>
                <c:pt idx="12483">
                  <c:v>31.35</c:v>
                </c:pt>
                <c:pt idx="12484">
                  <c:v>31.35</c:v>
                </c:pt>
                <c:pt idx="12485">
                  <c:v>31.35</c:v>
                </c:pt>
                <c:pt idx="12486">
                  <c:v>31.35</c:v>
                </c:pt>
                <c:pt idx="12487">
                  <c:v>31.35</c:v>
                </c:pt>
                <c:pt idx="12488">
                  <c:v>31.35</c:v>
                </c:pt>
                <c:pt idx="12489">
                  <c:v>31.35</c:v>
                </c:pt>
                <c:pt idx="12490">
                  <c:v>31.35</c:v>
                </c:pt>
                <c:pt idx="12491">
                  <c:v>31.35</c:v>
                </c:pt>
                <c:pt idx="12492">
                  <c:v>31.35</c:v>
                </c:pt>
                <c:pt idx="12493">
                  <c:v>31.35</c:v>
                </c:pt>
                <c:pt idx="12494">
                  <c:v>31.35</c:v>
                </c:pt>
                <c:pt idx="12495">
                  <c:v>31.35</c:v>
                </c:pt>
                <c:pt idx="12496">
                  <c:v>31.4</c:v>
                </c:pt>
                <c:pt idx="12497">
                  <c:v>31.4</c:v>
                </c:pt>
                <c:pt idx="12498">
                  <c:v>31.4</c:v>
                </c:pt>
                <c:pt idx="12499">
                  <c:v>31.4</c:v>
                </c:pt>
                <c:pt idx="12500">
                  <c:v>31.4</c:v>
                </c:pt>
                <c:pt idx="12501">
                  <c:v>31.4</c:v>
                </c:pt>
                <c:pt idx="12502">
                  <c:v>31.4</c:v>
                </c:pt>
                <c:pt idx="12503">
                  <c:v>31.4</c:v>
                </c:pt>
                <c:pt idx="12504">
                  <c:v>31.4</c:v>
                </c:pt>
                <c:pt idx="12505">
                  <c:v>31.4</c:v>
                </c:pt>
                <c:pt idx="12506">
                  <c:v>31.4</c:v>
                </c:pt>
                <c:pt idx="12507">
                  <c:v>31.4</c:v>
                </c:pt>
                <c:pt idx="12508">
                  <c:v>31.4</c:v>
                </c:pt>
                <c:pt idx="12509">
                  <c:v>31.4</c:v>
                </c:pt>
                <c:pt idx="12510">
                  <c:v>31.4</c:v>
                </c:pt>
                <c:pt idx="12511">
                  <c:v>31.4</c:v>
                </c:pt>
                <c:pt idx="12512">
                  <c:v>31.4</c:v>
                </c:pt>
                <c:pt idx="12513">
                  <c:v>31.4</c:v>
                </c:pt>
                <c:pt idx="12514">
                  <c:v>31.4</c:v>
                </c:pt>
                <c:pt idx="12515">
                  <c:v>31.4</c:v>
                </c:pt>
                <c:pt idx="12516">
                  <c:v>31.4</c:v>
                </c:pt>
                <c:pt idx="12517">
                  <c:v>31.4</c:v>
                </c:pt>
                <c:pt idx="12518">
                  <c:v>31.4</c:v>
                </c:pt>
                <c:pt idx="12519">
                  <c:v>31.45</c:v>
                </c:pt>
                <c:pt idx="12520">
                  <c:v>31.45</c:v>
                </c:pt>
                <c:pt idx="12521">
                  <c:v>31.45</c:v>
                </c:pt>
                <c:pt idx="12522">
                  <c:v>31.45</c:v>
                </c:pt>
                <c:pt idx="12523">
                  <c:v>31.45</c:v>
                </c:pt>
                <c:pt idx="12524">
                  <c:v>31.45</c:v>
                </c:pt>
                <c:pt idx="12525">
                  <c:v>31.45</c:v>
                </c:pt>
                <c:pt idx="12526">
                  <c:v>31.45</c:v>
                </c:pt>
                <c:pt idx="12527">
                  <c:v>31.45</c:v>
                </c:pt>
                <c:pt idx="12528">
                  <c:v>31.45</c:v>
                </c:pt>
                <c:pt idx="12529">
                  <c:v>31.45</c:v>
                </c:pt>
                <c:pt idx="12530">
                  <c:v>31.45</c:v>
                </c:pt>
                <c:pt idx="12531">
                  <c:v>31.45</c:v>
                </c:pt>
                <c:pt idx="12532">
                  <c:v>31.45</c:v>
                </c:pt>
                <c:pt idx="12533">
                  <c:v>31.5</c:v>
                </c:pt>
                <c:pt idx="12534">
                  <c:v>31.5</c:v>
                </c:pt>
                <c:pt idx="12535">
                  <c:v>31.5</c:v>
                </c:pt>
                <c:pt idx="12536">
                  <c:v>31.5</c:v>
                </c:pt>
                <c:pt idx="12537">
                  <c:v>31.5</c:v>
                </c:pt>
                <c:pt idx="12538">
                  <c:v>31.5</c:v>
                </c:pt>
                <c:pt idx="12539">
                  <c:v>31.5</c:v>
                </c:pt>
                <c:pt idx="12540">
                  <c:v>31.5</c:v>
                </c:pt>
                <c:pt idx="12541">
                  <c:v>31.5</c:v>
                </c:pt>
                <c:pt idx="12542">
                  <c:v>31.5</c:v>
                </c:pt>
                <c:pt idx="12543">
                  <c:v>31.5</c:v>
                </c:pt>
                <c:pt idx="12544">
                  <c:v>31.5</c:v>
                </c:pt>
                <c:pt idx="12545">
                  <c:v>31.5</c:v>
                </c:pt>
                <c:pt idx="12546">
                  <c:v>31.5</c:v>
                </c:pt>
                <c:pt idx="12547">
                  <c:v>31.5</c:v>
                </c:pt>
                <c:pt idx="12548">
                  <c:v>31.5</c:v>
                </c:pt>
                <c:pt idx="12549">
                  <c:v>31.5</c:v>
                </c:pt>
                <c:pt idx="12550">
                  <c:v>31.5</c:v>
                </c:pt>
                <c:pt idx="12551">
                  <c:v>31.5</c:v>
                </c:pt>
                <c:pt idx="12552">
                  <c:v>31.5</c:v>
                </c:pt>
                <c:pt idx="12553">
                  <c:v>31.5</c:v>
                </c:pt>
                <c:pt idx="12554">
                  <c:v>31.5</c:v>
                </c:pt>
                <c:pt idx="12555">
                  <c:v>31.5</c:v>
                </c:pt>
                <c:pt idx="12556">
                  <c:v>31.5</c:v>
                </c:pt>
                <c:pt idx="12557">
                  <c:v>31.5</c:v>
                </c:pt>
                <c:pt idx="12558">
                  <c:v>31.5</c:v>
                </c:pt>
                <c:pt idx="12559">
                  <c:v>31.5</c:v>
                </c:pt>
                <c:pt idx="12560">
                  <c:v>31.5</c:v>
                </c:pt>
                <c:pt idx="12561">
                  <c:v>31.5</c:v>
                </c:pt>
                <c:pt idx="12562">
                  <c:v>31.5</c:v>
                </c:pt>
                <c:pt idx="12563">
                  <c:v>31.5</c:v>
                </c:pt>
                <c:pt idx="12564">
                  <c:v>31.5</c:v>
                </c:pt>
                <c:pt idx="12565">
                  <c:v>31.55</c:v>
                </c:pt>
                <c:pt idx="12566">
                  <c:v>31.55</c:v>
                </c:pt>
                <c:pt idx="12567">
                  <c:v>31.55</c:v>
                </c:pt>
                <c:pt idx="12568">
                  <c:v>31.55</c:v>
                </c:pt>
                <c:pt idx="12569">
                  <c:v>31.55</c:v>
                </c:pt>
                <c:pt idx="12570">
                  <c:v>31.55</c:v>
                </c:pt>
                <c:pt idx="12571">
                  <c:v>31.55</c:v>
                </c:pt>
                <c:pt idx="12572">
                  <c:v>31.55</c:v>
                </c:pt>
                <c:pt idx="12573">
                  <c:v>31.55</c:v>
                </c:pt>
                <c:pt idx="12574">
                  <c:v>31.55</c:v>
                </c:pt>
                <c:pt idx="12575">
                  <c:v>31.55</c:v>
                </c:pt>
                <c:pt idx="12576">
                  <c:v>31.55</c:v>
                </c:pt>
                <c:pt idx="12577">
                  <c:v>31.55</c:v>
                </c:pt>
                <c:pt idx="12578">
                  <c:v>31.55</c:v>
                </c:pt>
                <c:pt idx="12579">
                  <c:v>31.55</c:v>
                </c:pt>
                <c:pt idx="12580">
                  <c:v>31.55</c:v>
                </c:pt>
                <c:pt idx="12581">
                  <c:v>31.55</c:v>
                </c:pt>
                <c:pt idx="12582">
                  <c:v>31.6</c:v>
                </c:pt>
                <c:pt idx="12583">
                  <c:v>31.6</c:v>
                </c:pt>
                <c:pt idx="12584">
                  <c:v>31.6</c:v>
                </c:pt>
                <c:pt idx="12585">
                  <c:v>31.6</c:v>
                </c:pt>
                <c:pt idx="12586">
                  <c:v>31.6</c:v>
                </c:pt>
                <c:pt idx="12587">
                  <c:v>31.6</c:v>
                </c:pt>
                <c:pt idx="12588">
                  <c:v>31.6</c:v>
                </c:pt>
                <c:pt idx="12589">
                  <c:v>31.6</c:v>
                </c:pt>
                <c:pt idx="12590">
                  <c:v>31.6</c:v>
                </c:pt>
                <c:pt idx="12591">
                  <c:v>31.6</c:v>
                </c:pt>
                <c:pt idx="12592">
                  <c:v>31.6</c:v>
                </c:pt>
                <c:pt idx="12593">
                  <c:v>31.6</c:v>
                </c:pt>
                <c:pt idx="12594">
                  <c:v>31.6</c:v>
                </c:pt>
                <c:pt idx="12595">
                  <c:v>31.6</c:v>
                </c:pt>
                <c:pt idx="12596">
                  <c:v>31.6</c:v>
                </c:pt>
                <c:pt idx="12597">
                  <c:v>31.6</c:v>
                </c:pt>
                <c:pt idx="12598">
                  <c:v>31.6</c:v>
                </c:pt>
                <c:pt idx="12599">
                  <c:v>31.6</c:v>
                </c:pt>
                <c:pt idx="12600">
                  <c:v>31.6</c:v>
                </c:pt>
                <c:pt idx="12601">
                  <c:v>31.6</c:v>
                </c:pt>
                <c:pt idx="12602">
                  <c:v>31.6</c:v>
                </c:pt>
                <c:pt idx="12603">
                  <c:v>31.6</c:v>
                </c:pt>
                <c:pt idx="12604">
                  <c:v>31.65</c:v>
                </c:pt>
                <c:pt idx="12605">
                  <c:v>31.65</c:v>
                </c:pt>
                <c:pt idx="12606">
                  <c:v>31.65</c:v>
                </c:pt>
                <c:pt idx="12607">
                  <c:v>31.65</c:v>
                </c:pt>
                <c:pt idx="12608">
                  <c:v>31.65</c:v>
                </c:pt>
                <c:pt idx="12609">
                  <c:v>31.65</c:v>
                </c:pt>
                <c:pt idx="12610">
                  <c:v>31.65</c:v>
                </c:pt>
                <c:pt idx="12611">
                  <c:v>31.65</c:v>
                </c:pt>
                <c:pt idx="12612">
                  <c:v>31.65</c:v>
                </c:pt>
                <c:pt idx="12613">
                  <c:v>31.65</c:v>
                </c:pt>
                <c:pt idx="12614">
                  <c:v>31.65</c:v>
                </c:pt>
                <c:pt idx="12615">
                  <c:v>31.7</c:v>
                </c:pt>
                <c:pt idx="12616">
                  <c:v>31.65</c:v>
                </c:pt>
                <c:pt idx="12617">
                  <c:v>31.7</c:v>
                </c:pt>
                <c:pt idx="12618">
                  <c:v>31.7</c:v>
                </c:pt>
                <c:pt idx="12619">
                  <c:v>31.7</c:v>
                </c:pt>
                <c:pt idx="12620">
                  <c:v>31.7</c:v>
                </c:pt>
                <c:pt idx="12621">
                  <c:v>31.7</c:v>
                </c:pt>
                <c:pt idx="12622">
                  <c:v>31.7</c:v>
                </c:pt>
                <c:pt idx="12623">
                  <c:v>31.7</c:v>
                </c:pt>
                <c:pt idx="12624">
                  <c:v>31.7</c:v>
                </c:pt>
                <c:pt idx="12625">
                  <c:v>31.7</c:v>
                </c:pt>
                <c:pt idx="12626">
                  <c:v>31.7</c:v>
                </c:pt>
                <c:pt idx="12627">
                  <c:v>31.7</c:v>
                </c:pt>
                <c:pt idx="12628">
                  <c:v>31.7</c:v>
                </c:pt>
                <c:pt idx="12629">
                  <c:v>31.7</c:v>
                </c:pt>
                <c:pt idx="12630">
                  <c:v>31.7</c:v>
                </c:pt>
                <c:pt idx="12631">
                  <c:v>31.7</c:v>
                </c:pt>
                <c:pt idx="12632">
                  <c:v>31.7</c:v>
                </c:pt>
                <c:pt idx="12633">
                  <c:v>31.7</c:v>
                </c:pt>
                <c:pt idx="12634">
                  <c:v>31.7</c:v>
                </c:pt>
                <c:pt idx="12635">
                  <c:v>31.7</c:v>
                </c:pt>
                <c:pt idx="12636">
                  <c:v>31.7</c:v>
                </c:pt>
                <c:pt idx="12637">
                  <c:v>31.7</c:v>
                </c:pt>
                <c:pt idx="12638">
                  <c:v>31.7</c:v>
                </c:pt>
                <c:pt idx="12639">
                  <c:v>31.7</c:v>
                </c:pt>
                <c:pt idx="12640">
                  <c:v>31.75</c:v>
                </c:pt>
                <c:pt idx="12641">
                  <c:v>31.7</c:v>
                </c:pt>
                <c:pt idx="12642">
                  <c:v>31.75</c:v>
                </c:pt>
                <c:pt idx="12643">
                  <c:v>31.75</c:v>
                </c:pt>
                <c:pt idx="12644">
                  <c:v>31.75</c:v>
                </c:pt>
                <c:pt idx="12645">
                  <c:v>31.75</c:v>
                </c:pt>
                <c:pt idx="12646">
                  <c:v>31.75</c:v>
                </c:pt>
                <c:pt idx="12647">
                  <c:v>31.75</c:v>
                </c:pt>
                <c:pt idx="12648">
                  <c:v>31.75</c:v>
                </c:pt>
                <c:pt idx="12649">
                  <c:v>31.75</c:v>
                </c:pt>
                <c:pt idx="12650">
                  <c:v>31.75</c:v>
                </c:pt>
                <c:pt idx="12651">
                  <c:v>31.75</c:v>
                </c:pt>
                <c:pt idx="12652">
                  <c:v>31.75</c:v>
                </c:pt>
                <c:pt idx="12653">
                  <c:v>31.75</c:v>
                </c:pt>
                <c:pt idx="12654">
                  <c:v>31.8</c:v>
                </c:pt>
                <c:pt idx="12655">
                  <c:v>31.8</c:v>
                </c:pt>
                <c:pt idx="12656">
                  <c:v>31.75</c:v>
                </c:pt>
                <c:pt idx="12657">
                  <c:v>31.8</c:v>
                </c:pt>
                <c:pt idx="12658">
                  <c:v>31.8</c:v>
                </c:pt>
                <c:pt idx="12659">
                  <c:v>31.8</c:v>
                </c:pt>
                <c:pt idx="12660">
                  <c:v>31.8</c:v>
                </c:pt>
                <c:pt idx="12661">
                  <c:v>31.8</c:v>
                </c:pt>
                <c:pt idx="12662">
                  <c:v>31.8</c:v>
                </c:pt>
                <c:pt idx="12663">
                  <c:v>31.8</c:v>
                </c:pt>
                <c:pt idx="12664">
                  <c:v>31.8</c:v>
                </c:pt>
                <c:pt idx="12665">
                  <c:v>31.8</c:v>
                </c:pt>
                <c:pt idx="12666">
                  <c:v>31.8</c:v>
                </c:pt>
                <c:pt idx="12667">
                  <c:v>31.8</c:v>
                </c:pt>
                <c:pt idx="12668">
                  <c:v>31.8</c:v>
                </c:pt>
                <c:pt idx="12669">
                  <c:v>31.8</c:v>
                </c:pt>
                <c:pt idx="12670">
                  <c:v>31.8</c:v>
                </c:pt>
                <c:pt idx="12671">
                  <c:v>31.8</c:v>
                </c:pt>
                <c:pt idx="12672">
                  <c:v>31.8</c:v>
                </c:pt>
                <c:pt idx="12673">
                  <c:v>31.8</c:v>
                </c:pt>
                <c:pt idx="12674">
                  <c:v>31.8</c:v>
                </c:pt>
                <c:pt idx="12675">
                  <c:v>31.8</c:v>
                </c:pt>
                <c:pt idx="12676">
                  <c:v>31.8</c:v>
                </c:pt>
                <c:pt idx="12677">
                  <c:v>31.8</c:v>
                </c:pt>
                <c:pt idx="12678">
                  <c:v>31.8</c:v>
                </c:pt>
                <c:pt idx="12679">
                  <c:v>31.85</c:v>
                </c:pt>
                <c:pt idx="12680">
                  <c:v>31.8</c:v>
                </c:pt>
                <c:pt idx="12681">
                  <c:v>31.85</c:v>
                </c:pt>
                <c:pt idx="12682">
                  <c:v>31.85</c:v>
                </c:pt>
                <c:pt idx="12683">
                  <c:v>31.85</c:v>
                </c:pt>
                <c:pt idx="12684">
                  <c:v>31.85</c:v>
                </c:pt>
                <c:pt idx="12685">
                  <c:v>31.85</c:v>
                </c:pt>
                <c:pt idx="12686">
                  <c:v>31.85</c:v>
                </c:pt>
                <c:pt idx="12687">
                  <c:v>31.85</c:v>
                </c:pt>
                <c:pt idx="12688">
                  <c:v>31.85</c:v>
                </c:pt>
                <c:pt idx="12689">
                  <c:v>31.85</c:v>
                </c:pt>
                <c:pt idx="12690">
                  <c:v>31.85</c:v>
                </c:pt>
                <c:pt idx="12691">
                  <c:v>31.85</c:v>
                </c:pt>
                <c:pt idx="12692">
                  <c:v>31.85</c:v>
                </c:pt>
                <c:pt idx="12693">
                  <c:v>31.85</c:v>
                </c:pt>
                <c:pt idx="12694">
                  <c:v>31.85</c:v>
                </c:pt>
                <c:pt idx="12695">
                  <c:v>31.85</c:v>
                </c:pt>
                <c:pt idx="12696">
                  <c:v>31.85</c:v>
                </c:pt>
                <c:pt idx="12697">
                  <c:v>31.85</c:v>
                </c:pt>
                <c:pt idx="12698">
                  <c:v>31.85</c:v>
                </c:pt>
                <c:pt idx="12699">
                  <c:v>31.85</c:v>
                </c:pt>
                <c:pt idx="12700">
                  <c:v>31.85</c:v>
                </c:pt>
                <c:pt idx="12701">
                  <c:v>31.9</c:v>
                </c:pt>
                <c:pt idx="12702">
                  <c:v>31.9</c:v>
                </c:pt>
                <c:pt idx="12703">
                  <c:v>31.9</c:v>
                </c:pt>
                <c:pt idx="12704">
                  <c:v>31.9</c:v>
                </c:pt>
                <c:pt idx="12705">
                  <c:v>31.9</c:v>
                </c:pt>
                <c:pt idx="12706">
                  <c:v>31.9</c:v>
                </c:pt>
                <c:pt idx="12707">
                  <c:v>31.9</c:v>
                </c:pt>
                <c:pt idx="12708">
                  <c:v>31.9</c:v>
                </c:pt>
                <c:pt idx="12709">
                  <c:v>31.9</c:v>
                </c:pt>
                <c:pt idx="12710">
                  <c:v>31.9</c:v>
                </c:pt>
                <c:pt idx="12711">
                  <c:v>31.9</c:v>
                </c:pt>
                <c:pt idx="12712">
                  <c:v>31.9</c:v>
                </c:pt>
                <c:pt idx="12713">
                  <c:v>31.9</c:v>
                </c:pt>
                <c:pt idx="12714">
                  <c:v>31.9</c:v>
                </c:pt>
                <c:pt idx="12715">
                  <c:v>31.9</c:v>
                </c:pt>
                <c:pt idx="12716">
                  <c:v>31.9</c:v>
                </c:pt>
                <c:pt idx="12717">
                  <c:v>31.95</c:v>
                </c:pt>
                <c:pt idx="12718">
                  <c:v>31.95</c:v>
                </c:pt>
                <c:pt idx="12719">
                  <c:v>31.95</c:v>
                </c:pt>
                <c:pt idx="12720">
                  <c:v>31.95</c:v>
                </c:pt>
                <c:pt idx="12721">
                  <c:v>31.95</c:v>
                </c:pt>
                <c:pt idx="12722">
                  <c:v>31.95</c:v>
                </c:pt>
                <c:pt idx="12723">
                  <c:v>31.95</c:v>
                </c:pt>
                <c:pt idx="12724">
                  <c:v>31.95</c:v>
                </c:pt>
                <c:pt idx="12725">
                  <c:v>31.95</c:v>
                </c:pt>
                <c:pt idx="12726">
                  <c:v>31.95</c:v>
                </c:pt>
                <c:pt idx="12727">
                  <c:v>31.95</c:v>
                </c:pt>
                <c:pt idx="12728">
                  <c:v>31.95</c:v>
                </c:pt>
                <c:pt idx="12729">
                  <c:v>31.95</c:v>
                </c:pt>
                <c:pt idx="12730">
                  <c:v>31.95</c:v>
                </c:pt>
                <c:pt idx="12731">
                  <c:v>31.95</c:v>
                </c:pt>
                <c:pt idx="12732">
                  <c:v>31.95</c:v>
                </c:pt>
                <c:pt idx="12733">
                  <c:v>31.95</c:v>
                </c:pt>
                <c:pt idx="12734">
                  <c:v>31.95</c:v>
                </c:pt>
                <c:pt idx="12735">
                  <c:v>31.95</c:v>
                </c:pt>
                <c:pt idx="12736">
                  <c:v>31.95</c:v>
                </c:pt>
                <c:pt idx="12737">
                  <c:v>31.95</c:v>
                </c:pt>
                <c:pt idx="12738">
                  <c:v>31.95</c:v>
                </c:pt>
                <c:pt idx="12739">
                  <c:v>31.95</c:v>
                </c:pt>
                <c:pt idx="12740">
                  <c:v>32</c:v>
                </c:pt>
                <c:pt idx="12741">
                  <c:v>32</c:v>
                </c:pt>
                <c:pt idx="12742">
                  <c:v>32</c:v>
                </c:pt>
                <c:pt idx="12743">
                  <c:v>32</c:v>
                </c:pt>
                <c:pt idx="12744">
                  <c:v>32</c:v>
                </c:pt>
                <c:pt idx="12745">
                  <c:v>32</c:v>
                </c:pt>
                <c:pt idx="12746">
                  <c:v>32</c:v>
                </c:pt>
                <c:pt idx="12747">
                  <c:v>32</c:v>
                </c:pt>
                <c:pt idx="12748">
                  <c:v>32</c:v>
                </c:pt>
                <c:pt idx="12749">
                  <c:v>32</c:v>
                </c:pt>
                <c:pt idx="12750">
                  <c:v>32</c:v>
                </c:pt>
                <c:pt idx="12751">
                  <c:v>32</c:v>
                </c:pt>
                <c:pt idx="12752">
                  <c:v>32</c:v>
                </c:pt>
                <c:pt idx="12753">
                  <c:v>32</c:v>
                </c:pt>
                <c:pt idx="12754">
                  <c:v>32</c:v>
                </c:pt>
                <c:pt idx="12755">
                  <c:v>32.049999999999997</c:v>
                </c:pt>
                <c:pt idx="12756">
                  <c:v>32</c:v>
                </c:pt>
                <c:pt idx="12757">
                  <c:v>32.049999999999997</c:v>
                </c:pt>
                <c:pt idx="12758">
                  <c:v>32.049999999999997</c:v>
                </c:pt>
                <c:pt idx="12759">
                  <c:v>32.049999999999997</c:v>
                </c:pt>
                <c:pt idx="12760">
                  <c:v>32.049999999999997</c:v>
                </c:pt>
                <c:pt idx="12761">
                  <c:v>32.049999999999997</c:v>
                </c:pt>
                <c:pt idx="12762">
                  <c:v>32.049999999999997</c:v>
                </c:pt>
                <c:pt idx="12763">
                  <c:v>32.049999999999997</c:v>
                </c:pt>
                <c:pt idx="12764">
                  <c:v>32.049999999999997</c:v>
                </c:pt>
                <c:pt idx="12765">
                  <c:v>32.049999999999997</c:v>
                </c:pt>
                <c:pt idx="12766">
                  <c:v>32.049999999999997</c:v>
                </c:pt>
                <c:pt idx="12767">
                  <c:v>32.049999999999997</c:v>
                </c:pt>
                <c:pt idx="12768">
                  <c:v>32.049999999999997</c:v>
                </c:pt>
                <c:pt idx="12769">
                  <c:v>32.049999999999997</c:v>
                </c:pt>
                <c:pt idx="12770">
                  <c:v>32.049999999999997</c:v>
                </c:pt>
                <c:pt idx="12771">
                  <c:v>32.049999999999997</c:v>
                </c:pt>
                <c:pt idx="12772">
                  <c:v>32.049999999999997</c:v>
                </c:pt>
                <c:pt idx="12773">
                  <c:v>32.049999999999997</c:v>
                </c:pt>
                <c:pt idx="12774">
                  <c:v>32.049999999999997</c:v>
                </c:pt>
                <c:pt idx="12775">
                  <c:v>32.049999999999997</c:v>
                </c:pt>
                <c:pt idx="12776">
                  <c:v>32.049999999999997</c:v>
                </c:pt>
                <c:pt idx="12777">
                  <c:v>32.049999999999997</c:v>
                </c:pt>
                <c:pt idx="12778">
                  <c:v>32.049999999999997</c:v>
                </c:pt>
                <c:pt idx="12779">
                  <c:v>32.049999999999997</c:v>
                </c:pt>
                <c:pt idx="12780">
                  <c:v>32.1</c:v>
                </c:pt>
                <c:pt idx="12781">
                  <c:v>32.1</c:v>
                </c:pt>
                <c:pt idx="12782">
                  <c:v>32.1</c:v>
                </c:pt>
                <c:pt idx="12783">
                  <c:v>32.1</c:v>
                </c:pt>
                <c:pt idx="12784">
                  <c:v>32.1</c:v>
                </c:pt>
                <c:pt idx="12785">
                  <c:v>32.1</c:v>
                </c:pt>
                <c:pt idx="12786">
                  <c:v>32.1</c:v>
                </c:pt>
                <c:pt idx="12787">
                  <c:v>32.1</c:v>
                </c:pt>
                <c:pt idx="12788">
                  <c:v>32.1</c:v>
                </c:pt>
                <c:pt idx="12789">
                  <c:v>32.1</c:v>
                </c:pt>
                <c:pt idx="12790">
                  <c:v>32.1</c:v>
                </c:pt>
                <c:pt idx="12791">
                  <c:v>32.1</c:v>
                </c:pt>
                <c:pt idx="12792">
                  <c:v>32.1</c:v>
                </c:pt>
                <c:pt idx="12793">
                  <c:v>32.1</c:v>
                </c:pt>
                <c:pt idx="12794">
                  <c:v>32.1</c:v>
                </c:pt>
                <c:pt idx="12795">
                  <c:v>32.1</c:v>
                </c:pt>
                <c:pt idx="12796">
                  <c:v>32.1</c:v>
                </c:pt>
                <c:pt idx="12797">
                  <c:v>32.1</c:v>
                </c:pt>
                <c:pt idx="12798">
                  <c:v>32.1</c:v>
                </c:pt>
                <c:pt idx="12799">
                  <c:v>32.15</c:v>
                </c:pt>
                <c:pt idx="12800">
                  <c:v>32.15</c:v>
                </c:pt>
                <c:pt idx="12801">
                  <c:v>32.15</c:v>
                </c:pt>
                <c:pt idx="12802">
                  <c:v>32.15</c:v>
                </c:pt>
                <c:pt idx="12803">
                  <c:v>32.15</c:v>
                </c:pt>
                <c:pt idx="12804">
                  <c:v>32.15</c:v>
                </c:pt>
                <c:pt idx="12805">
                  <c:v>32.15</c:v>
                </c:pt>
                <c:pt idx="12806">
                  <c:v>32.15</c:v>
                </c:pt>
                <c:pt idx="12807">
                  <c:v>32.15</c:v>
                </c:pt>
                <c:pt idx="12808">
                  <c:v>32.15</c:v>
                </c:pt>
                <c:pt idx="12809">
                  <c:v>32.15</c:v>
                </c:pt>
                <c:pt idx="12810">
                  <c:v>32.15</c:v>
                </c:pt>
                <c:pt idx="12811">
                  <c:v>32.15</c:v>
                </c:pt>
                <c:pt idx="12812">
                  <c:v>32.15</c:v>
                </c:pt>
                <c:pt idx="12813">
                  <c:v>32.15</c:v>
                </c:pt>
                <c:pt idx="12814">
                  <c:v>32.15</c:v>
                </c:pt>
                <c:pt idx="12815">
                  <c:v>32.15</c:v>
                </c:pt>
                <c:pt idx="12816">
                  <c:v>32.15</c:v>
                </c:pt>
                <c:pt idx="12817">
                  <c:v>32.15</c:v>
                </c:pt>
                <c:pt idx="12818">
                  <c:v>32.200000000000003</c:v>
                </c:pt>
                <c:pt idx="12819">
                  <c:v>32.200000000000003</c:v>
                </c:pt>
                <c:pt idx="12820">
                  <c:v>32.200000000000003</c:v>
                </c:pt>
                <c:pt idx="12821">
                  <c:v>32.200000000000003</c:v>
                </c:pt>
                <c:pt idx="12822">
                  <c:v>32.200000000000003</c:v>
                </c:pt>
                <c:pt idx="12823">
                  <c:v>32.200000000000003</c:v>
                </c:pt>
                <c:pt idx="12824">
                  <c:v>32.200000000000003</c:v>
                </c:pt>
                <c:pt idx="12825">
                  <c:v>32.200000000000003</c:v>
                </c:pt>
                <c:pt idx="12826">
                  <c:v>32.200000000000003</c:v>
                </c:pt>
                <c:pt idx="12827">
                  <c:v>32.200000000000003</c:v>
                </c:pt>
                <c:pt idx="12828">
                  <c:v>32.200000000000003</c:v>
                </c:pt>
                <c:pt idx="12829">
                  <c:v>32.200000000000003</c:v>
                </c:pt>
                <c:pt idx="12830">
                  <c:v>32.200000000000003</c:v>
                </c:pt>
                <c:pt idx="12831">
                  <c:v>32.200000000000003</c:v>
                </c:pt>
                <c:pt idx="12832">
                  <c:v>32.200000000000003</c:v>
                </c:pt>
                <c:pt idx="12833">
                  <c:v>32.200000000000003</c:v>
                </c:pt>
                <c:pt idx="12834">
                  <c:v>32.200000000000003</c:v>
                </c:pt>
                <c:pt idx="12835">
                  <c:v>32.200000000000003</c:v>
                </c:pt>
                <c:pt idx="12836">
                  <c:v>32.200000000000003</c:v>
                </c:pt>
                <c:pt idx="12837">
                  <c:v>32.200000000000003</c:v>
                </c:pt>
                <c:pt idx="12838">
                  <c:v>32.200000000000003</c:v>
                </c:pt>
                <c:pt idx="12839">
                  <c:v>32.200000000000003</c:v>
                </c:pt>
                <c:pt idx="12840">
                  <c:v>32.200000000000003</c:v>
                </c:pt>
                <c:pt idx="12841">
                  <c:v>32.200000000000003</c:v>
                </c:pt>
                <c:pt idx="12842">
                  <c:v>32.200000000000003</c:v>
                </c:pt>
                <c:pt idx="12843">
                  <c:v>32.200000000000003</c:v>
                </c:pt>
                <c:pt idx="12844">
                  <c:v>32.25</c:v>
                </c:pt>
                <c:pt idx="12845">
                  <c:v>32.25</c:v>
                </c:pt>
                <c:pt idx="12846">
                  <c:v>32.25</c:v>
                </c:pt>
                <c:pt idx="12847">
                  <c:v>32.25</c:v>
                </c:pt>
                <c:pt idx="12848">
                  <c:v>32.25</c:v>
                </c:pt>
                <c:pt idx="12849">
                  <c:v>32.25</c:v>
                </c:pt>
                <c:pt idx="12850">
                  <c:v>32.25</c:v>
                </c:pt>
                <c:pt idx="12851">
                  <c:v>32.25</c:v>
                </c:pt>
                <c:pt idx="12852">
                  <c:v>32.25</c:v>
                </c:pt>
                <c:pt idx="12853">
                  <c:v>32.25</c:v>
                </c:pt>
                <c:pt idx="12854">
                  <c:v>32.25</c:v>
                </c:pt>
                <c:pt idx="12855">
                  <c:v>32.25</c:v>
                </c:pt>
                <c:pt idx="12856">
                  <c:v>32.25</c:v>
                </c:pt>
                <c:pt idx="12857">
                  <c:v>32.25</c:v>
                </c:pt>
                <c:pt idx="12858">
                  <c:v>32.25</c:v>
                </c:pt>
                <c:pt idx="12859">
                  <c:v>32.25</c:v>
                </c:pt>
                <c:pt idx="12860">
                  <c:v>32.25</c:v>
                </c:pt>
                <c:pt idx="12861">
                  <c:v>32.25</c:v>
                </c:pt>
                <c:pt idx="12862">
                  <c:v>32.25</c:v>
                </c:pt>
                <c:pt idx="12863">
                  <c:v>32.25</c:v>
                </c:pt>
                <c:pt idx="12864">
                  <c:v>32.25</c:v>
                </c:pt>
                <c:pt idx="12865">
                  <c:v>32.25</c:v>
                </c:pt>
                <c:pt idx="12866">
                  <c:v>32.299999999999997</c:v>
                </c:pt>
                <c:pt idx="12867">
                  <c:v>32.299999999999997</c:v>
                </c:pt>
                <c:pt idx="12868">
                  <c:v>32.299999999999997</c:v>
                </c:pt>
                <c:pt idx="12869">
                  <c:v>32.299999999999997</c:v>
                </c:pt>
                <c:pt idx="12870">
                  <c:v>32.299999999999997</c:v>
                </c:pt>
                <c:pt idx="12871">
                  <c:v>32.299999999999997</c:v>
                </c:pt>
                <c:pt idx="12872">
                  <c:v>32.35</c:v>
                </c:pt>
                <c:pt idx="12873">
                  <c:v>32.35</c:v>
                </c:pt>
                <c:pt idx="12874">
                  <c:v>32.35</c:v>
                </c:pt>
                <c:pt idx="12875">
                  <c:v>32.35</c:v>
                </c:pt>
                <c:pt idx="12876">
                  <c:v>32.35</c:v>
                </c:pt>
                <c:pt idx="12877">
                  <c:v>32.35</c:v>
                </c:pt>
                <c:pt idx="12878">
                  <c:v>32.35</c:v>
                </c:pt>
                <c:pt idx="12879">
                  <c:v>32.299999999999997</c:v>
                </c:pt>
                <c:pt idx="12880">
                  <c:v>32.35</c:v>
                </c:pt>
                <c:pt idx="12881">
                  <c:v>32.35</c:v>
                </c:pt>
                <c:pt idx="12882">
                  <c:v>32.35</c:v>
                </c:pt>
                <c:pt idx="12883">
                  <c:v>32.299999999999997</c:v>
                </c:pt>
                <c:pt idx="12884">
                  <c:v>32.35</c:v>
                </c:pt>
                <c:pt idx="12885">
                  <c:v>32.35</c:v>
                </c:pt>
                <c:pt idx="12886">
                  <c:v>32.35</c:v>
                </c:pt>
                <c:pt idx="12887">
                  <c:v>32.35</c:v>
                </c:pt>
                <c:pt idx="12888">
                  <c:v>32.35</c:v>
                </c:pt>
                <c:pt idx="12889">
                  <c:v>32.35</c:v>
                </c:pt>
                <c:pt idx="12890">
                  <c:v>32.35</c:v>
                </c:pt>
                <c:pt idx="12891">
                  <c:v>32.35</c:v>
                </c:pt>
                <c:pt idx="12892">
                  <c:v>32.35</c:v>
                </c:pt>
                <c:pt idx="12893">
                  <c:v>32.35</c:v>
                </c:pt>
                <c:pt idx="12894">
                  <c:v>32.35</c:v>
                </c:pt>
                <c:pt idx="12895">
                  <c:v>32.35</c:v>
                </c:pt>
                <c:pt idx="12896">
                  <c:v>32.35</c:v>
                </c:pt>
                <c:pt idx="12897">
                  <c:v>32.35</c:v>
                </c:pt>
                <c:pt idx="12898">
                  <c:v>32.35</c:v>
                </c:pt>
                <c:pt idx="12899">
                  <c:v>32.35</c:v>
                </c:pt>
                <c:pt idx="12900">
                  <c:v>32.35</c:v>
                </c:pt>
                <c:pt idx="12901">
                  <c:v>32.4</c:v>
                </c:pt>
                <c:pt idx="12902">
                  <c:v>32.4</c:v>
                </c:pt>
                <c:pt idx="12903">
                  <c:v>32.4</c:v>
                </c:pt>
                <c:pt idx="12904">
                  <c:v>32.4</c:v>
                </c:pt>
                <c:pt idx="12905">
                  <c:v>32.4</c:v>
                </c:pt>
                <c:pt idx="12906">
                  <c:v>32.4</c:v>
                </c:pt>
                <c:pt idx="12907">
                  <c:v>32.4</c:v>
                </c:pt>
                <c:pt idx="12908">
                  <c:v>32.4</c:v>
                </c:pt>
                <c:pt idx="12909">
                  <c:v>32.4</c:v>
                </c:pt>
                <c:pt idx="12910">
                  <c:v>32.4</c:v>
                </c:pt>
                <c:pt idx="12911">
                  <c:v>32.4</c:v>
                </c:pt>
                <c:pt idx="12912">
                  <c:v>32.4</c:v>
                </c:pt>
                <c:pt idx="12913">
                  <c:v>32.4</c:v>
                </c:pt>
                <c:pt idx="12914">
                  <c:v>32.4</c:v>
                </c:pt>
                <c:pt idx="12915">
                  <c:v>32.4</c:v>
                </c:pt>
                <c:pt idx="12916">
                  <c:v>32.4</c:v>
                </c:pt>
                <c:pt idx="12917">
                  <c:v>32.4</c:v>
                </c:pt>
                <c:pt idx="12918">
                  <c:v>32.4</c:v>
                </c:pt>
                <c:pt idx="12919">
                  <c:v>32.4</c:v>
                </c:pt>
                <c:pt idx="12920">
                  <c:v>32.4</c:v>
                </c:pt>
                <c:pt idx="12921">
                  <c:v>32.4</c:v>
                </c:pt>
                <c:pt idx="12922">
                  <c:v>32.4</c:v>
                </c:pt>
                <c:pt idx="12923">
                  <c:v>32.4</c:v>
                </c:pt>
                <c:pt idx="12924">
                  <c:v>32.4</c:v>
                </c:pt>
                <c:pt idx="12925">
                  <c:v>32.4</c:v>
                </c:pt>
                <c:pt idx="12926">
                  <c:v>32.4</c:v>
                </c:pt>
                <c:pt idx="12927">
                  <c:v>32.4</c:v>
                </c:pt>
                <c:pt idx="12928">
                  <c:v>32.4</c:v>
                </c:pt>
                <c:pt idx="12929">
                  <c:v>32.4</c:v>
                </c:pt>
                <c:pt idx="12930">
                  <c:v>32.4</c:v>
                </c:pt>
                <c:pt idx="12931">
                  <c:v>32.4</c:v>
                </c:pt>
                <c:pt idx="12932">
                  <c:v>32.4</c:v>
                </c:pt>
                <c:pt idx="12933">
                  <c:v>32.4</c:v>
                </c:pt>
                <c:pt idx="12934">
                  <c:v>32.450000000000003</c:v>
                </c:pt>
                <c:pt idx="12935">
                  <c:v>32.450000000000003</c:v>
                </c:pt>
                <c:pt idx="12936">
                  <c:v>32.450000000000003</c:v>
                </c:pt>
                <c:pt idx="12937">
                  <c:v>32.450000000000003</c:v>
                </c:pt>
                <c:pt idx="12938">
                  <c:v>32.450000000000003</c:v>
                </c:pt>
                <c:pt idx="12939">
                  <c:v>32.450000000000003</c:v>
                </c:pt>
                <c:pt idx="12940">
                  <c:v>32.450000000000003</c:v>
                </c:pt>
                <c:pt idx="12941">
                  <c:v>32.450000000000003</c:v>
                </c:pt>
                <c:pt idx="12942">
                  <c:v>32.450000000000003</c:v>
                </c:pt>
                <c:pt idx="12943">
                  <c:v>32.450000000000003</c:v>
                </c:pt>
                <c:pt idx="12944">
                  <c:v>32.450000000000003</c:v>
                </c:pt>
                <c:pt idx="12945">
                  <c:v>32.450000000000003</c:v>
                </c:pt>
                <c:pt idx="12946">
                  <c:v>32.450000000000003</c:v>
                </c:pt>
                <c:pt idx="12947">
                  <c:v>32.450000000000003</c:v>
                </c:pt>
                <c:pt idx="12948">
                  <c:v>32.450000000000003</c:v>
                </c:pt>
                <c:pt idx="12949">
                  <c:v>32.5</c:v>
                </c:pt>
                <c:pt idx="12950">
                  <c:v>32.5</c:v>
                </c:pt>
                <c:pt idx="12951">
                  <c:v>32.5</c:v>
                </c:pt>
                <c:pt idx="12952">
                  <c:v>32.5</c:v>
                </c:pt>
                <c:pt idx="12953">
                  <c:v>32.5</c:v>
                </c:pt>
                <c:pt idx="12954">
                  <c:v>32.5</c:v>
                </c:pt>
                <c:pt idx="12955">
                  <c:v>32.5</c:v>
                </c:pt>
                <c:pt idx="12956">
                  <c:v>32.5</c:v>
                </c:pt>
                <c:pt idx="12957">
                  <c:v>32.5</c:v>
                </c:pt>
                <c:pt idx="12958">
                  <c:v>32.5</c:v>
                </c:pt>
                <c:pt idx="12959">
                  <c:v>32.5</c:v>
                </c:pt>
                <c:pt idx="12960">
                  <c:v>32.5</c:v>
                </c:pt>
                <c:pt idx="12961">
                  <c:v>32.5</c:v>
                </c:pt>
                <c:pt idx="12962">
                  <c:v>32.5</c:v>
                </c:pt>
                <c:pt idx="12963">
                  <c:v>32.5</c:v>
                </c:pt>
                <c:pt idx="12964">
                  <c:v>32.5</c:v>
                </c:pt>
                <c:pt idx="12965">
                  <c:v>32.5</c:v>
                </c:pt>
                <c:pt idx="12966">
                  <c:v>32.5</c:v>
                </c:pt>
                <c:pt idx="12967">
                  <c:v>32.5</c:v>
                </c:pt>
                <c:pt idx="12968">
                  <c:v>32.5</c:v>
                </c:pt>
                <c:pt idx="12969">
                  <c:v>32.5</c:v>
                </c:pt>
                <c:pt idx="12970">
                  <c:v>32.5</c:v>
                </c:pt>
                <c:pt idx="12971">
                  <c:v>32.5</c:v>
                </c:pt>
                <c:pt idx="12972">
                  <c:v>32.5</c:v>
                </c:pt>
                <c:pt idx="12973">
                  <c:v>32.549999999999997</c:v>
                </c:pt>
                <c:pt idx="12974">
                  <c:v>32.549999999999997</c:v>
                </c:pt>
                <c:pt idx="12975">
                  <c:v>32.549999999999997</c:v>
                </c:pt>
                <c:pt idx="12976">
                  <c:v>32.549999999999997</c:v>
                </c:pt>
                <c:pt idx="12977">
                  <c:v>32.549999999999997</c:v>
                </c:pt>
                <c:pt idx="12978">
                  <c:v>32.549999999999997</c:v>
                </c:pt>
                <c:pt idx="12979">
                  <c:v>32.549999999999997</c:v>
                </c:pt>
                <c:pt idx="12980">
                  <c:v>32.549999999999997</c:v>
                </c:pt>
                <c:pt idx="12981">
                  <c:v>32.549999999999997</c:v>
                </c:pt>
                <c:pt idx="12982">
                  <c:v>32.549999999999997</c:v>
                </c:pt>
                <c:pt idx="12983">
                  <c:v>32.549999999999997</c:v>
                </c:pt>
                <c:pt idx="12984">
                  <c:v>32.549999999999997</c:v>
                </c:pt>
                <c:pt idx="12985">
                  <c:v>32.549999999999997</c:v>
                </c:pt>
                <c:pt idx="12986">
                  <c:v>32.549999999999997</c:v>
                </c:pt>
                <c:pt idx="12987">
                  <c:v>32.549999999999997</c:v>
                </c:pt>
                <c:pt idx="12988">
                  <c:v>32.549999999999997</c:v>
                </c:pt>
                <c:pt idx="12989">
                  <c:v>32.549999999999997</c:v>
                </c:pt>
                <c:pt idx="12990">
                  <c:v>32.549999999999997</c:v>
                </c:pt>
                <c:pt idx="12991">
                  <c:v>32.549999999999997</c:v>
                </c:pt>
                <c:pt idx="12992">
                  <c:v>32.549999999999997</c:v>
                </c:pt>
                <c:pt idx="12993">
                  <c:v>32.549999999999997</c:v>
                </c:pt>
                <c:pt idx="12994">
                  <c:v>32.549999999999997</c:v>
                </c:pt>
                <c:pt idx="12995">
                  <c:v>32.549999999999997</c:v>
                </c:pt>
                <c:pt idx="12996">
                  <c:v>32.6</c:v>
                </c:pt>
                <c:pt idx="12997">
                  <c:v>32.6</c:v>
                </c:pt>
                <c:pt idx="12998">
                  <c:v>32.6</c:v>
                </c:pt>
                <c:pt idx="12999">
                  <c:v>32.6</c:v>
                </c:pt>
                <c:pt idx="13000">
                  <c:v>32.6</c:v>
                </c:pt>
                <c:pt idx="13001">
                  <c:v>32.6</c:v>
                </c:pt>
                <c:pt idx="13002">
                  <c:v>32.6</c:v>
                </c:pt>
                <c:pt idx="13003">
                  <c:v>32.6</c:v>
                </c:pt>
                <c:pt idx="13004">
                  <c:v>32.6</c:v>
                </c:pt>
                <c:pt idx="13005">
                  <c:v>32.6</c:v>
                </c:pt>
                <c:pt idx="13006">
                  <c:v>32.6</c:v>
                </c:pt>
                <c:pt idx="13007">
                  <c:v>32.6</c:v>
                </c:pt>
                <c:pt idx="13008">
                  <c:v>32.6</c:v>
                </c:pt>
                <c:pt idx="13009">
                  <c:v>32.6</c:v>
                </c:pt>
                <c:pt idx="13010">
                  <c:v>32.6</c:v>
                </c:pt>
                <c:pt idx="13011">
                  <c:v>32.6</c:v>
                </c:pt>
                <c:pt idx="13012">
                  <c:v>32.6</c:v>
                </c:pt>
                <c:pt idx="13013">
                  <c:v>32.6</c:v>
                </c:pt>
                <c:pt idx="13014">
                  <c:v>32.6</c:v>
                </c:pt>
                <c:pt idx="13015">
                  <c:v>32.6</c:v>
                </c:pt>
                <c:pt idx="13016">
                  <c:v>32.6</c:v>
                </c:pt>
                <c:pt idx="13017">
                  <c:v>32.6</c:v>
                </c:pt>
                <c:pt idx="13018">
                  <c:v>32.6</c:v>
                </c:pt>
                <c:pt idx="13019">
                  <c:v>32.6</c:v>
                </c:pt>
                <c:pt idx="13020">
                  <c:v>32.6</c:v>
                </c:pt>
                <c:pt idx="13021">
                  <c:v>32.6</c:v>
                </c:pt>
                <c:pt idx="13022">
                  <c:v>32.65</c:v>
                </c:pt>
                <c:pt idx="13023">
                  <c:v>32.6</c:v>
                </c:pt>
                <c:pt idx="13024">
                  <c:v>32.65</c:v>
                </c:pt>
                <c:pt idx="13025">
                  <c:v>32.65</c:v>
                </c:pt>
                <c:pt idx="13026">
                  <c:v>32.65</c:v>
                </c:pt>
                <c:pt idx="13027">
                  <c:v>32.65</c:v>
                </c:pt>
                <c:pt idx="13028">
                  <c:v>32.65</c:v>
                </c:pt>
                <c:pt idx="13029">
                  <c:v>32.65</c:v>
                </c:pt>
                <c:pt idx="13030">
                  <c:v>32.65</c:v>
                </c:pt>
                <c:pt idx="13031">
                  <c:v>32.65</c:v>
                </c:pt>
                <c:pt idx="13032">
                  <c:v>32.65</c:v>
                </c:pt>
                <c:pt idx="13033">
                  <c:v>32.65</c:v>
                </c:pt>
                <c:pt idx="13034">
                  <c:v>32.65</c:v>
                </c:pt>
                <c:pt idx="13035">
                  <c:v>32.65</c:v>
                </c:pt>
                <c:pt idx="13036">
                  <c:v>32.65</c:v>
                </c:pt>
                <c:pt idx="13037">
                  <c:v>32.700000000000003</c:v>
                </c:pt>
                <c:pt idx="13038">
                  <c:v>32.700000000000003</c:v>
                </c:pt>
                <c:pt idx="13039">
                  <c:v>32.700000000000003</c:v>
                </c:pt>
                <c:pt idx="13040">
                  <c:v>32.700000000000003</c:v>
                </c:pt>
                <c:pt idx="13041">
                  <c:v>32.700000000000003</c:v>
                </c:pt>
                <c:pt idx="13042">
                  <c:v>32.700000000000003</c:v>
                </c:pt>
                <c:pt idx="13043">
                  <c:v>32.700000000000003</c:v>
                </c:pt>
                <c:pt idx="13044">
                  <c:v>32.700000000000003</c:v>
                </c:pt>
                <c:pt idx="13045">
                  <c:v>32.700000000000003</c:v>
                </c:pt>
                <c:pt idx="13046">
                  <c:v>32.700000000000003</c:v>
                </c:pt>
                <c:pt idx="13047">
                  <c:v>32.700000000000003</c:v>
                </c:pt>
                <c:pt idx="13048">
                  <c:v>32.700000000000003</c:v>
                </c:pt>
                <c:pt idx="13049">
                  <c:v>32.700000000000003</c:v>
                </c:pt>
                <c:pt idx="13050">
                  <c:v>32.700000000000003</c:v>
                </c:pt>
                <c:pt idx="13051">
                  <c:v>32.700000000000003</c:v>
                </c:pt>
                <c:pt idx="13052">
                  <c:v>32.700000000000003</c:v>
                </c:pt>
                <c:pt idx="13053">
                  <c:v>32.700000000000003</c:v>
                </c:pt>
                <c:pt idx="13054">
                  <c:v>32.700000000000003</c:v>
                </c:pt>
                <c:pt idx="13055">
                  <c:v>32.700000000000003</c:v>
                </c:pt>
                <c:pt idx="13056">
                  <c:v>32.700000000000003</c:v>
                </c:pt>
                <c:pt idx="13057">
                  <c:v>32.700000000000003</c:v>
                </c:pt>
                <c:pt idx="13058">
                  <c:v>32.700000000000003</c:v>
                </c:pt>
                <c:pt idx="13059">
                  <c:v>32.700000000000003</c:v>
                </c:pt>
                <c:pt idx="13060">
                  <c:v>32.700000000000003</c:v>
                </c:pt>
                <c:pt idx="13061">
                  <c:v>32.75</c:v>
                </c:pt>
                <c:pt idx="13062">
                  <c:v>32.75</c:v>
                </c:pt>
                <c:pt idx="13063">
                  <c:v>32.75</c:v>
                </c:pt>
                <c:pt idx="13064">
                  <c:v>32.75</c:v>
                </c:pt>
                <c:pt idx="13065">
                  <c:v>32.75</c:v>
                </c:pt>
                <c:pt idx="13066">
                  <c:v>32.75</c:v>
                </c:pt>
                <c:pt idx="13067">
                  <c:v>32.75</c:v>
                </c:pt>
                <c:pt idx="13068">
                  <c:v>32.75</c:v>
                </c:pt>
                <c:pt idx="13069">
                  <c:v>32.75</c:v>
                </c:pt>
                <c:pt idx="13070">
                  <c:v>32.75</c:v>
                </c:pt>
                <c:pt idx="13071">
                  <c:v>32.75</c:v>
                </c:pt>
                <c:pt idx="13072">
                  <c:v>32.75</c:v>
                </c:pt>
                <c:pt idx="13073">
                  <c:v>32.75</c:v>
                </c:pt>
                <c:pt idx="13074">
                  <c:v>32.75</c:v>
                </c:pt>
                <c:pt idx="13075">
                  <c:v>32.75</c:v>
                </c:pt>
                <c:pt idx="13076">
                  <c:v>32.75</c:v>
                </c:pt>
                <c:pt idx="13077">
                  <c:v>32.75</c:v>
                </c:pt>
                <c:pt idx="13078">
                  <c:v>32.75</c:v>
                </c:pt>
                <c:pt idx="13079">
                  <c:v>32.75</c:v>
                </c:pt>
                <c:pt idx="13080">
                  <c:v>32.75</c:v>
                </c:pt>
                <c:pt idx="13081">
                  <c:v>32.75</c:v>
                </c:pt>
                <c:pt idx="13082">
                  <c:v>32.799999999999997</c:v>
                </c:pt>
                <c:pt idx="13083">
                  <c:v>32.75</c:v>
                </c:pt>
                <c:pt idx="13084">
                  <c:v>32.799999999999997</c:v>
                </c:pt>
                <c:pt idx="13085">
                  <c:v>32.75</c:v>
                </c:pt>
                <c:pt idx="13086">
                  <c:v>32.799999999999997</c:v>
                </c:pt>
                <c:pt idx="13087">
                  <c:v>32.799999999999997</c:v>
                </c:pt>
                <c:pt idx="13088">
                  <c:v>32.799999999999997</c:v>
                </c:pt>
                <c:pt idx="13089">
                  <c:v>32.799999999999997</c:v>
                </c:pt>
                <c:pt idx="13090">
                  <c:v>32.799999999999997</c:v>
                </c:pt>
                <c:pt idx="13091">
                  <c:v>32.799999999999997</c:v>
                </c:pt>
                <c:pt idx="13092">
                  <c:v>32.799999999999997</c:v>
                </c:pt>
                <c:pt idx="13093">
                  <c:v>32.799999999999997</c:v>
                </c:pt>
                <c:pt idx="13094">
                  <c:v>32.799999999999997</c:v>
                </c:pt>
                <c:pt idx="13095">
                  <c:v>32.799999999999997</c:v>
                </c:pt>
                <c:pt idx="13096">
                  <c:v>32.799999999999997</c:v>
                </c:pt>
                <c:pt idx="13097">
                  <c:v>32.799999999999997</c:v>
                </c:pt>
                <c:pt idx="13098">
                  <c:v>32.799999999999997</c:v>
                </c:pt>
                <c:pt idx="13099">
                  <c:v>32.799999999999997</c:v>
                </c:pt>
                <c:pt idx="13100">
                  <c:v>32.85</c:v>
                </c:pt>
                <c:pt idx="13101">
                  <c:v>32.85</c:v>
                </c:pt>
                <c:pt idx="13102">
                  <c:v>32.85</c:v>
                </c:pt>
                <c:pt idx="13103">
                  <c:v>32.85</c:v>
                </c:pt>
                <c:pt idx="13104">
                  <c:v>32.85</c:v>
                </c:pt>
                <c:pt idx="13105">
                  <c:v>32.85</c:v>
                </c:pt>
                <c:pt idx="13106">
                  <c:v>32.85</c:v>
                </c:pt>
                <c:pt idx="13107">
                  <c:v>32.85</c:v>
                </c:pt>
                <c:pt idx="13108">
                  <c:v>32.85</c:v>
                </c:pt>
                <c:pt idx="13109">
                  <c:v>32.85</c:v>
                </c:pt>
                <c:pt idx="13110">
                  <c:v>32.85</c:v>
                </c:pt>
                <c:pt idx="13111">
                  <c:v>32.85</c:v>
                </c:pt>
                <c:pt idx="13112">
                  <c:v>32.85</c:v>
                </c:pt>
                <c:pt idx="13113">
                  <c:v>32.85</c:v>
                </c:pt>
                <c:pt idx="13114">
                  <c:v>32.85</c:v>
                </c:pt>
                <c:pt idx="13115">
                  <c:v>32.85</c:v>
                </c:pt>
                <c:pt idx="13116">
                  <c:v>32.85</c:v>
                </c:pt>
                <c:pt idx="13117">
                  <c:v>32.85</c:v>
                </c:pt>
                <c:pt idx="13118">
                  <c:v>32.85</c:v>
                </c:pt>
                <c:pt idx="13119">
                  <c:v>32.85</c:v>
                </c:pt>
                <c:pt idx="13120">
                  <c:v>32.85</c:v>
                </c:pt>
                <c:pt idx="13121">
                  <c:v>32.85</c:v>
                </c:pt>
                <c:pt idx="13122">
                  <c:v>32.85</c:v>
                </c:pt>
                <c:pt idx="13123">
                  <c:v>32.85</c:v>
                </c:pt>
                <c:pt idx="13124">
                  <c:v>32.85</c:v>
                </c:pt>
                <c:pt idx="13125">
                  <c:v>32.85</c:v>
                </c:pt>
                <c:pt idx="13126">
                  <c:v>32.9</c:v>
                </c:pt>
                <c:pt idx="13127">
                  <c:v>32.85</c:v>
                </c:pt>
                <c:pt idx="13128">
                  <c:v>32.9</c:v>
                </c:pt>
                <c:pt idx="13129">
                  <c:v>32.9</c:v>
                </c:pt>
                <c:pt idx="13130">
                  <c:v>32.9</c:v>
                </c:pt>
                <c:pt idx="13131">
                  <c:v>32.9</c:v>
                </c:pt>
                <c:pt idx="13132">
                  <c:v>32.9</c:v>
                </c:pt>
                <c:pt idx="13133">
                  <c:v>32.9</c:v>
                </c:pt>
                <c:pt idx="13134">
                  <c:v>32.9</c:v>
                </c:pt>
                <c:pt idx="13135">
                  <c:v>32.9</c:v>
                </c:pt>
                <c:pt idx="13136">
                  <c:v>32.9</c:v>
                </c:pt>
                <c:pt idx="13137">
                  <c:v>32.9</c:v>
                </c:pt>
                <c:pt idx="13138">
                  <c:v>32.9</c:v>
                </c:pt>
                <c:pt idx="13139">
                  <c:v>32.9</c:v>
                </c:pt>
                <c:pt idx="13140">
                  <c:v>32.9</c:v>
                </c:pt>
                <c:pt idx="13141">
                  <c:v>32.9</c:v>
                </c:pt>
                <c:pt idx="13142">
                  <c:v>32.950000000000003</c:v>
                </c:pt>
                <c:pt idx="13143">
                  <c:v>32.9</c:v>
                </c:pt>
                <c:pt idx="13144">
                  <c:v>32.9</c:v>
                </c:pt>
                <c:pt idx="13145">
                  <c:v>32.950000000000003</c:v>
                </c:pt>
                <c:pt idx="13146">
                  <c:v>32.950000000000003</c:v>
                </c:pt>
                <c:pt idx="13147">
                  <c:v>32.950000000000003</c:v>
                </c:pt>
                <c:pt idx="13148">
                  <c:v>32.950000000000003</c:v>
                </c:pt>
                <c:pt idx="13149">
                  <c:v>32.950000000000003</c:v>
                </c:pt>
                <c:pt idx="13150">
                  <c:v>32.950000000000003</c:v>
                </c:pt>
                <c:pt idx="13151">
                  <c:v>32.950000000000003</c:v>
                </c:pt>
                <c:pt idx="13152">
                  <c:v>32.950000000000003</c:v>
                </c:pt>
                <c:pt idx="13153">
                  <c:v>32.950000000000003</c:v>
                </c:pt>
                <c:pt idx="13154">
                  <c:v>32.950000000000003</c:v>
                </c:pt>
                <c:pt idx="13155">
                  <c:v>32.950000000000003</c:v>
                </c:pt>
                <c:pt idx="13156">
                  <c:v>32.950000000000003</c:v>
                </c:pt>
                <c:pt idx="13157">
                  <c:v>32.950000000000003</c:v>
                </c:pt>
                <c:pt idx="13158">
                  <c:v>32.950000000000003</c:v>
                </c:pt>
                <c:pt idx="13159">
                  <c:v>32.950000000000003</c:v>
                </c:pt>
                <c:pt idx="13160">
                  <c:v>32.950000000000003</c:v>
                </c:pt>
                <c:pt idx="13161">
                  <c:v>33</c:v>
                </c:pt>
                <c:pt idx="13162">
                  <c:v>33</c:v>
                </c:pt>
                <c:pt idx="13163">
                  <c:v>33</c:v>
                </c:pt>
                <c:pt idx="13164">
                  <c:v>33</c:v>
                </c:pt>
                <c:pt idx="13165">
                  <c:v>33</c:v>
                </c:pt>
                <c:pt idx="13166">
                  <c:v>33</c:v>
                </c:pt>
                <c:pt idx="13167">
                  <c:v>33</c:v>
                </c:pt>
                <c:pt idx="13168">
                  <c:v>33</c:v>
                </c:pt>
                <c:pt idx="13169">
                  <c:v>33</c:v>
                </c:pt>
                <c:pt idx="13170">
                  <c:v>33</c:v>
                </c:pt>
                <c:pt idx="13171">
                  <c:v>33</c:v>
                </c:pt>
                <c:pt idx="13172">
                  <c:v>33</c:v>
                </c:pt>
                <c:pt idx="13173">
                  <c:v>33</c:v>
                </c:pt>
                <c:pt idx="13174">
                  <c:v>33</c:v>
                </c:pt>
                <c:pt idx="13175">
                  <c:v>33</c:v>
                </c:pt>
                <c:pt idx="13176">
                  <c:v>33</c:v>
                </c:pt>
                <c:pt idx="13177">
                  <c:v>33</c:v>
                </c:pt>
                <c:pt idx="13178">
                  <c:v>33</c:v>
                </c:pt>
                <c:pt idx="13179">
                  <c:v>33</c:v>
                </c:pt>
                <c:pt idx="13180">
                  <c:v>33</c:v>
                </c:pt>
                <c:pt idx="13181">
                  <c:v>33</c:v>
                </c:pt>
                <c:pt idx="13182">
                  <c:v>33</c:v>
                </c:pt>
                <c:pt idx="13183">
                  <c:v>33</c:v>
                </c:pt>
                <c:pt idx="13184">
                  <c:v>33</c:v>
                </c:pt>
                <c:pt idx="13185">
                  <c:v>33</c:v>
                </c:pt>
                <c:pt idx="13186">
                  <c:v>33</c:v>
                </c:pt>
                <c:pt idx="13187">
                  <c:v>33</c:v>
                </c:pt>
                <c:pt idx="13188">
                  <c:v>33</c:v>
                </c:pt>
                <c:pt idx="13189">
                  <c:v>33</c:v>
                </c:pt>
                <c:pt idx="13190">
                  <c:v>33</c:v>
                </c:pt>
                <c:pt idx="13191">
                  <c:v>33</c:v>
                </c:pt>
                <c:pt idx="13192">
                  <c:v>33</c:v>
                </c:pt>
                <c:pt idx="13193">
                  <c:v>33</c:v>
                </c:pt>
                <c:pt idx="13194">
                  <c:v>33</c:v>
                </c:pt>
                <c:pt idx="13195">
                  <c:v>33</c:v>
                </c:pt>
                <c:pt idx="13196">
                  <c:v>33</c:v>
                </c:pt>
                <c:pt idx="13197">
                  <c:v>33.049999999999997</c:v>
                </c:pt>
                <c:pt idx="13198">
                  <c:v>33</c:v>
                </c:pt>
                <c:pt idx="13199">
                  <c:v>33.049999999999997</c:v>
                </c:pt>
                <c:pt idx="13200">
                  <c:v>33.049999999999997</c:v>
                </c:pt>
                <c:pt idx="13201">
                  <c:v>33.049999999999997</c:v>
                </c:pt>
                <c:pt idx="13202">
                  <c:v>33.049999999999997</c:v>
                </c:pt>
                <c:pt idx="13203">
                  <c:v>33.049999999999997</c:v>
                </c:pt>
                <c:pt idx="13204">
                  <c:v>33.049999999999997</c:v>
                </c:pt>
                <c:pt idx="13205">
                  <c:v>33.049999999999997</c:v>
                </c:pt>
                <c:pt idx="13206">
                  <c:v>33.049999999999997</c:v>
                </c:pt>
                <c:pt idx="13207">
                  <c:v>33.049999999999997</c:v>
                </c:pt>
                <c:pt idx="13208">
                  <c:v>33.049999999999997</c:v>
                </c:pt>
                <c:pt idx="13209">
                  <c:v>33.049999999999997</c:v>
                </c:pt>
                <c:pt idx="13210">
                  <c:v>33.049999999999997</c:v>
                </c:pt>
                <c:pt idx="13211">
                  <c:v>33.049999999999997</c:v>
                </c:pt>
                <c:pt idx="13212">
                  <c:v>33.049999999999997</c:v>
                </c:pt>
                <c:pt idx="13213">
                  <c:v>33.049999999999997</c:v>
                </c:pt>
                <c:pt idx="13214">
                  <c:v>33.049999999999997</c:v>
                </c:pt>
                <c:pt idx="13215">
                  <c:v>33.049999999999997</c:v>
                </c:pt>
                <c:pt idx="13216">
                  <c:v>33.1</c:v>
                </c:pt>
                <c:pt idx="13217">
                  <c:v>33.1</c:v>
                </c:pt>
                <c:pt idx="13218">
                  <c:v>33.1</c:v>
                </c:pt>
                <c:pt idx="13219">
                  <c:v>33.1</c:v>
                </c:pt>
                <c:pt idx="13220">
                  <c:v>33.1</c:v>
                </c:pt>
                <c:pt idx="13221">
                  <c:v>33.1</c:v>
                </c:pt>
                <c:pt idx="13222">
                  <c:v>33.1</c:v>
                </c:pt>
                <c:pt idx="13223">
                  <c:v>33.1</c:v>
                </c:pt>
                <c:pt idx="13224">
                  <c:v>33.1</c:v>
                </c:pt>
                <c:pt idx="13225">
                  <c:v>33.1</c:v>
                </c:pt>
                <c:pt idx="13226">
                  <c:v>33.1</c:v>
                </c:pt>
                <c:pt idx="13227">
                  <c:v>33.1</c:v>
                </c:pt>
                <c:pt idx="13228">
                  <c:v>33.1</c:v>
                </c:pt>
                <c:pt idx="13229">
                  <c:v>33.1</c:v>
                </c:pt>
                <c:pt idx="13230">
                  <c:v>33.15</c:v>
                </c:pt>
                <c:pt idx="13231">
                  <c:v>33.15</c:v>
                </c:pt>
                <c:pt idx="13232">
                  <c:v>33.15</c:v>
                </c:pt>
                <c:pt idx="13233">
                  <c:v>33.15</c:v>
                </c:pt>
                <c:pt idx="13234">
                  <c:v>33.15</c:v>
                </c:pt>
                <c:pt idx="13235">
                  <c:v>33.15</c:v>
                </c:pt>
                <c:pt idx="13236">
                  <c:v>33.15</c:v>
                </c:pt>
                <c:pt idx="13237">
                  <c:v>33.15</c:v>
                </c:pt>
                <c:pt idx="13238">
                  <c:v>33.15</c:v>
                </c:pt>
                <c:pt idx="13239">
                  <c:v>33.15</c:v>
                </c:pt>
                <c:pt idx="13240">
                  <c:v>33.15</c:v>
                </c:pt>
                <c:pt idx="13241">
                  <c:v>33.15</c:v>
                </c:pt>
                <c:pt idx="13242">
                  <c:v>33.15</c:v>
                </c:pt>
                <c:pt idx="13243">
                  <c:v>33.15</c:v>
                </c:pt>
                <c:pt idx="13244">
                  <c:v>33.15</c:v>
                </c:pt>
                <c:pt idx="13245">
                  <c:v>33.15</c:v>
                </c:pt>
                <c:pt idx="13246">
                  <c:v>33.15</c:v>
                </c:pt>
                <c:pt idx="13247">
                  <c:v>33.15</c:v>
                </c:pt>
                <c:pt idx="13248">
                  <c:v>33.15</c:v>
                </c:pt>
                <c:pt idx="13249">
                  <c:v>33.15</c:v>
                </c:pt>
                <c:pt idx="13250">
                  <c:v>33.200000000000003</c:v>
                </c:pt>
                <c:pt idx="13251">
                  <c:v>33.200000000000003</c:v>
                </c:pt>
                <c:pt idx="13252">
                  <c:v>33.15</c:v>
                </c:pt>
                <c:pt idx="13253">
                  <c:v>33.15</c:v>
                </c:pt>
                <c:pt idx="13254">
                  <c:v>33.15</c:v>
                </c:pt>
                <c:pt idx="13255">
                  <c:v>33.200000000000003</c:v>
                </c:pt>
                <c:pt idx="13256">
                  <c:v>33.15</c:v>
                </c:pt>
                <c:pt idx="13257">
                  <c:v>33.200000000000003</c:v>
                </c:pt>
                <c:pt idx="13258">
                  <c:v>33.200000000000003</c:v>
                </c:pt>
                <c:pt idx="13259">
                  <c:v>33.200000000000003</c:v>
                </c:pt>
                <c:pt idx="13260">
                  <c:v>33.200000000000003</c:v>
                </c:pt>
                <c:pt idx="13261">
                  <c:v>33.200000000000003</c:v>
                </c:pt>
                <c:pt idx="13262">
                  <c:v>33.200000000000003</c:v>
                </c:pt>
                <c:pt idx="13263">
                  <c:v>33.200000000000003</c:v>
                </c:pt>
                <c:pt idx="13264">
                  <c:v>33.200000000000003</c:v>
                </c:pt>
                <c:pt idx="13265">
                  <c:v>33.200000000000003</c:v>
                </c:pt>
                <c:pt idx="13266">
                  <c:v>33.200000000000003</c:v>
                </c:pt>
                <c:pt idx="13267">
                  <c:v>33.200000000000003</c:v>
                </c:pt>
                <c:pt idx="13268">
                  <c:v>33.200000000000003</c:v>
                </c:pt>
                <c:pt idx="13269">
                  <c:v>33.200000000000003</c:v>
                </c:pt>
                <c:pt idx="13270">
                  <c:v>33.25</c:v>
                </c:pt>
                <c:pt idx="13271">
                  <c:v>33.25</c:v>
                </c:pt>
                <c:pt idx="13272">
                  <c:v>33.25</c:v>
                </c:pt>
                <c:pt idx="13273">
                  <c:v>33.25</c:v>
                </c:pt>
                <c:pt idx="13274">
                  <c:v>33.25</c:v>
                </c:pt>
                <c:pt idx="13275">
                  <c:v>33.25</c:v>
                </c:pt>
                <c:pt idx="13276">
                  <c:v>33.25</c:v>
                </c:pt>
                <c:pt idx="13277">
                  <c:v>33.25</c:v>
                </c:pt>
                <c:pt idx="13278">
                  <c:v>33.25</c:v>
                </c:pt>
                <c:pt idx="13279">
                  <c:v>33.25</c:v>
                </c:pt>
                <c:pt idx="13280">
                  <c:v>33.25</c:v>
                </c:pt>
                <c:pt idx="13281">
                  <c:v>33.25</c:v>
                </c:pt>
                <c:pt idx="13282">
                  <c:v>33.25</c:v>
                </c:pt>
                <c:pt idx="13283">
                  <c:v>33.25</c:v>
                </c:pt>
                <c:pt idx="13284">
                  <c:v>33.25</c:v>
                </c:pt>
                <c:pt idx="13285">
                  <c:v>33.25</c:v>
                </c:pt>
                <c:pt idx="13286">
                  <c:v>33.25</c:v>
                </c:pt>
                <c:pt idx="13287">
                  <c:v>33.25</c:v>
                </c:pt>
                <c:pt idx="13288">
                  <c:v>33.25</c:v>
                </c:pt>
                <c:pt idx="13289">
                  <c:v>33.25</c:v>
                </c:pt>
                <c:pt idx="13290">
                  <c:v>33.299999999999997</c:v>
                </c:pt>
                <c:pt idx="13291">
                  <c:v>33.299999999999997</c:v>
                </c:pt>
                <c:pt idx="13292">
                  <c:v>33.299999999999997</c:v>
                </c:pt>
                <c:pt idx="13293">
                  <c:v>33.299999999999997</c:v>
                </c:pt>
                <c:pt idx="13294">
                  <c:v>33.299999999999997</c:v>
                </c:pt>
                <c:pt idx="13295">
                  <c:v>33.299999999999997</c:v>
                </c:pt>
                <c:pt idx="13296">
                  <c:v>33.299999999999997</c:v>
                </c:pt>
                <c:pt idx="13297">
                  <c:v>33.299999999999997</c:v>
                </c:pt>
                <c:pt idx="13298">
                  <c:v>33.299999999999997</c:v>
                </c:pt>
                <c:pt idx="13299">
                  <c:v>33.299999999999997</c:v>
                </c:pt>
                <c:pt idx="13300">
                  <c:v>33.299999999999997</c:v>
                </c:pt>
                <c:pt idx="13301">
                  <c:v>33.299999999999997</c:v>
                </c:pt>
                <c:pt idx="13302">
                  <c:v>33.299999999999997</c:v>
                </c:pt>
                <c:pt idx="13303">
                  <c:v>33.299999999999997</c:v>
                </c:pt>
                <c:pt idx="13304">
                  <c:v>33.299999999999997</c:v>
                </c:pt>
                <c:pt idx="13305">
                  <c:v>33.299999999999997</c:v>
                </c:pt>
                <c:pt idx="13306">
                  <c:v>33.35</c:v>
                </c:pt>
                <c:pt idx="13307">
                  <c:v>33.35</c:v>
                </c:pt>
                <c:pt idx="13308">
                  <c:v>33.35</c:v>
                </c:pt>
                <c:pt idx="13309">
                  <c:v>33.35</c:v>
                </c:pt>
                <c:pt idx="13310">
                  <c:v>33.35</c:v>
                </c:pt>
                <c:pt idx="13311">
                  <c:v>33.35</c:v>
                </c:pt>
                <c:pt idx="13312">
                  <c:v>33.35</c:v>
                </c:pt>
                <c:pt idx="13313">
                  <c:v>33.35</c:v>
                </c:pt>
                <c:pt idx="13314">
                  <c:v>33.35</c:v>
                </c:pt>
                <c:pt idx="13315">
                  <c:v>33.35</c:v>
                </c:pt>
                <c:pt idx="13316">
                  <c:v>33.35</c:v>
                </c:pt>
                <c:pt idx="13317">
                  <c:v>33.35</c:v>
                </c:pt>
                <c:pt idx="13318">
                  <c:v>33.35</c:v>
                </c:pt>
                <c:pt idx="13319">
                  <c:v>33.35</c:v>
                </c:pt>
                <c:pt idx="13320">
                  <c:v>33.35</c:v>
                </c:pt>
                <c:pt idx="13321">
                  <c:v>33.35</c:v>
                </c:pt>
                <c:pt idx="13322">
                  <c:v>33.35</c:v>
                </c:pt>
                <c:pt idx="13323">
                  <c:v>33.35</c:v>
                </c:pt>
                <c:pt idx="13324">
                  <c:v>33.35</c:v>
                </c:pt>
                <c:pt idx="13325">
                  <c:v>33.35</c:v>
                </c:pt>
                <c:pt idx="13326">
                  <c:v>33.35</c:v>
                </c:pt>
                <c:pt idx="13327">
                  <c:v>33.4</c:v>
                </c:pt>
                <c:pt idx="13328">
                  <c:v>33.4</c:v>
                </c:pt>
                <c:pt idx="13329">
                  <c:v>33.4</c:v>
                </c:pt>
                <c:pt idx="13330">
                  <c:v>33.4</c:v>
                </c:pt>
                <c:pt idx="13331">
                  <c:v>33.4</c:v>
                </c:pt>
                <c:pt idx="13332">
                  <c:v>33.4</c:v>
                </c:pt>
                <c:pt idx="13333">
                  <c:v>33.4</c:v>
                </c:pt>
                <c:pt idx="13334">
                  <c:v>33.4</c:v>
                </c:pt>
                <c:pt idx="13335">
                  <c:v>33.4</c:v>
                </c:pt>
                <c:pt idx="13336">
                  <c:v>33.4</c:v>
                </c:pt>
                <c:pt idx="13337">
                  <c:v>33.4</c:v>
                </c:pt>
                <c:pt idx="13338">
                  <c:v>33.4</c:v>
                </c:pt>
                <c:pt idx="13339">
                  <c:v>33.4</c:v>
                </c:pt>
                <c:pt idx="13340">
                  <c:v>33.450000000000003</c:v>
                </c:pt>
                <c:pt idx="13341">
                  <c:v>33.450000000000003</c:v>
                </c:pt>
                <c:pt idx="13342">
                  <c:v>33.450000000000003</c:v>
                </c:pt>
                <c:pt idx="13343">
                  <c:v>33.450000000000003</c:v>
                </c:pt>
                <c:pt idx="13344">
                  <c:v>33.450000000000003</c:v>
                </c:pt>
                <c:pt idx="13345">
                  <c:v>33.450000000000003</c:v>
                </c:pt>
                <c:pt idx="13346">
                  <c:v>33.450000000000003</c:v>
                </c:pt>
                <c:pt idx="13347">
                  <c:v>33.450000000000003</c:v>
                </c:pt>
                <c:pt idx="13348">
                  <c:v>33.450000000000003</c:v>
                </c:pt>
                <c:pt idx="13349">
                  <c:v>33.450000000000003</c:v>
                </c:pt>
                <c:pt idx="13350">
                  <c:v>33.450000000000003</c:v>
                </c:pt>
                <c:pt idx="13351">
                  <c:v>33.450000000000003</c:v>
                </c:pt>
                <c:pt idx="13352">
                  <c:v>33.450000000000003</c:v>
                </c:pt>
                <c:pt idx="13353">
                  <c:v>33.450000000000003</c:v>
                </c:pt>
                <c:pt idx="13354">
                  <c:v>33.450000000000003</c:v>
                </c:pt>
                <c:pt idx="13355">
                  <c:v>33.450000000000003</c:v>
                </c:pt>
                <c:pt idx="13356">
                  <c:v>33.450000000000003</c:v>
                </c:pt>
                <c:pt idx="13357">
                  <c:v>33.450000000000003</c:v>
                </c:pt>
                <c:pt idx="13358">
                  <c:v>33.450000000000003</c:v>
                </c:pt>
                <c:pt idx="13359">
                  <c:v>33.450000000000003</c:v>
                </c:pt>
                <c:pt idx="13360">
                  <c:v>33.450000000000003</c:v>
                </c:pt>
                <c:pt idx="13361">
                  <c:v>33.450000000000003</c:v>
                </c:pt>
                <c:pt idx="13362">
                  <c:v>33.450000000000003</c:v>
                </c:pt>
                <c:pt idx="13363">
                  <c:v>33.5</c:v>
                </c:pt>
                <c:pt idx="13364">
                  <c:v>33.5</c:v>
                </c:pt>
                <c:pt idx="13365">
                  <c:v>33.5</c:v>
                </c:pt>
                <c:pt idx="13366">
                  <c:v>33.5</c:v>
                </c:pt>
                <c:pt idx="13367">
                  <c:v>33.5</c:v>
                </c:pt>
                <c:pt idx="13368">
                  <c:v>33.5</c:v>
                </c:pt>
                <c:pt idx="13369">
                  <c:v>33.5</c:v>
                </c:pt>
                <c:pt idx="13370">
                  <c:v>33.5</c:v>
                </c:pt>
                <c:pt idx="13371">
                  <c:v>33.5</c:v>
                </c:pt>
                <c:pt idx="13372">
                  <c:v>33.5</c:v>
                </c:pt>
                <c:pt idx="13373">
                  <c:v>33.5</c:v>
                </c:pt>
                <c:pt idx="13374">
                  <c:v>33.549999999999997</c:v>
                </c:pt>
                <c:pt idx="13375">
                  <c:v>33.549999999999997</c:v>
                </c:pt>
                <c:pt idx="13376">
                  <c:v>33.549999999999997</c:v>
                </c:pt>
                <c:pt idx="13377">
                  <c:v>33.549999999999997</c:v>
                </c:pt>
                <c:pt idx="13378">
                  <c:v>33.549999999999997</c:v>
                </c:pt>
                <c:pt idx="13379">
                  <c:v>33.549999999999997</c:v>
                </c:pt>
                <c:pt idx="13380">
                  <c:v>33.549999999999997</c:v>
                </c:pt>
                <c:pt idx="13381">
                  <c:v>33.549999999999997</c:v>
                </c:pt>
                <c:pt idx="13382">
                  <c:v>33.549999999999997</c:v>
                </c:pt>
                <c:pt idx="13383">
                  <c:v>33.549999999999997</c:v>
                </c:pt>
                <c:pt idx="13384">
                  <c:v>33.549999999999997</c:v>
                </c:pt>
                <c:pt idx="13385">
                  <c:v>33.549999999999997</c:v>
                </c:pt>
                <c:pt idx="13386">
                  <c:v>33.549999999999997</c:v>
                </c:pt>
                <c:pt idx="13387">
                  <c:v>33.549999999999997</c:v>
                </c:pt>
                <c:pt idx="13388">
                  <c:v>33.549999999999997</c:v>
                </c:pt>
                <c:pt idx="13389">
                  <c:v>33.549999999999997</c:v>
                </c:pt>
                <c:pt idx="13390">
                  <c:v>33.549999999999997</c:v>
                </c:pt>
                <c:pt idx="13391">
                  <c:v>33.6</c:v>
                </c:pt>
                <c:pt idx="13392">
                  <c:v>33.549999999999997</c:v>
                </c:pt>
                <c:pt idx="13393">
                  <c:v>33.6</c:v>
                </c:pt>
                <c:pt idx="13394">
                  <c:v>33.549999999999997</c:v>
                </c:pt>
                <c:pt idx="13395">
                  <c:v>33.6</c:v>
                </c:pt>
                <c:pt idx="13396">
                  <c:v>33.6</c:v>
                </c:pt>
                <c:pt idx="13397">
                  <c:v>33.6</c:v>
                </c:pt>
                <c:pt idx="13398">
                  <c:v>33.6</c:v>
                </c:pt>
                <c:pt idx="13399">
                  <c:v>33.6</c:v>
                </c:pt>
                <c:pt idx="13400">
                  <c:v>33.6</c:v>
                </c:pt>
                <c:pt idx="13401">
                  <c:v>33.6</c:v>
                </c:pt>
                <c:pt idx="13402">
                  <c:v>33.6</c:v>
                </c:pt>
                <c:pt idx="13403">
                  <c:v>33.6</c:v>
                </c:pt>
                <c:pt idx="13404">
                  <c:v>33.6</c:v>
                </c:pt>
                <c:pt idx="13405">
                  <c:v>33.6</c:v>
                </c:pt>
                <c:pt idx="13406">
                  <c:v>33.6</c:v>
                </c:pt>
                <c:pt idx="13407">
                  <c:v>33.65</c:v>
                </c:pt>
                <c:pt idx="13408">
                  <c:v>33.65</c:v>
                </c:pt>
                <c:pt idx="13409">
                  <c:v>33.65</c:v>
                </c:pt>
                <c:pt idx="13410">
                  <c:v>33.65</c:v>
                </c:pt>
                <c:pt idx="13411">
                  <c:v>33.65</c:v>
                </c:pt>
                <c:pt idx="13412">
                  <c:v>33.65</c:v>
                </c:pt>
                <c:pt idx="13413">
                  <c:v>33.65</c:v>
                </c:pt>
                <c:pt idx="13414">
                  <c:v>33.65</c:v>
                </c:pt>
                <c:pt idx="13415">
                  <c:v>33.65</c:v>
                </c:pt>
                <c:pt idx="13416">
                  <c:v>33.65</c:v>
                </c:pt>
                <c:pt idx="13417">
                  <c:v>33.65</c:v>
                </c:pt>
                <c:pt idx="13418">
                  <c:v>33.65</c:v>
                </c:pt>
                <c:pt idx="13419">
                  <c:v>33.65</c:v>
                </c:pt>
                <c:pt idx="13420">
                  <c:v>33.65</c:v>
                </c:pt>
                <c:pt idx="13421">
                  <c:v>33.65</c:v>
                </c:pt>
                <c:pt idx="13422">
                  <c:v>33.65</c:v>
                </c:pt>
                <c:pt idx="13423">
                  <c:v>33.65</c:v>
                </c:pt>
                <c:pt idx="13424">
                  <c:v>33.65</c:v>
                </c:pt>
                <c:pt idx="13425">
                  <c:v>33.700000000000003</c:v>
                </c:pt>
                <c:pt idx="13426">
                  <c:v>33.700000000000003</c:v>
                </c:pt>
                <c:pt idx="13427">
                  <c:v>33.700000000000003</c:v>
                </c:pt>
                <c:pt idx="13428">
                  <c:v>33.700000000000003</c:v>
                </c:pt>
                <c:pt idx="13429">
                  <c:v>33.700000000000003</c:v>
                </c:pt>
                <c:pt idx="13430">
                  <c:v>33.700000000000003</c:v>
                </c:pt>
                <c:pt idx="13431">
                  <c:v>33.700000000000003</c:v>
                </c:pt>
                <c:pt idx="13432">
                  <c:v>33.700000000000003</c:v>
                </c:pt>
                <c:pt idx="13433">
                  <c:v>33.700000000000003</c:v>
                </c:pt>
                <c:pt idx="13434">
                  <c:v>33.700000000000003</c:v>
                </c:pt>
                <c:pt idx="13435">
                  <c:v>33.700000000000003</c:v>
                </c:pt>
                <c:pt idx="13436">
                  <c:v>33.700000000000003</c:v>
                </c:pt>
                <c:pt idx="13437">
                  <c:v>33.700000000000003</c:v>
                </c:pt>
                <c:pt idx="13438">
                  <c:v>33.700000000000003</c:v>
                </c:pt>
                <c:pt idx="13439">
                  <c:v>33.700000000000003</c:v>
                </c:pt>
                <c:pt idx="13440">
                  <c:v>33.700000000000003</c:v>
                </c:pt>
                <c:pt idx="13441">
                  <c:v>33.75</c:v>
                </c:pt>
                <c:pt idx="13442">
                  <c:v>33.75</c:v>
                </c:pt>
                <c:pt idx="13443">
                  <c:v>33.75</c:v>
                </c:pt>
                <c:pt idx="13444">
                  <c:v>33.75</c:v>
                </c:pt>
                <c:pt idx="13445">
                  <c:v>33.75</c:v>
                </c:pt>
                <c:pt idx="13446">
                  <c:v>33.75</c:v>
                </c:pt>
                <c:pt idx="13447">
                  <c:v>33.75</c:v>
                </c:pt>
                <c:pt idx="13448">
                  <c:v>33.75</c:v>
                </c:pt>
                <c:pt idx="13449">
                  <c:v>33.75</c:v>
                </c:pt>
                <c:pt idx="13450">
                  <c:v>33.75</c:v>
                </c:pt>
                <c:pt idx="13451">
                  <c:v>33.75</c:v>
                </c:pt>
                <c:pt idx="13452">
                  <c:v>33.75</c:v>
                </c:pt>
                <c:pt idx="13453">
                  <c:v>33.75</c:v>
                </c:pt>
                <c:pt idx="13454">
                  <c:v>33.75</c:v>
                </c:pt>
                <c:pt idx="13455">
                  <c:v>33.75</c:v>
                </c:pt>
                <c:pt idx="13456">
                  <c:v>33.75</c:v>
                </c:pt>
                <c:pt idx="13457">
                  <c:v>33.75</c:v>
                </c:pt>
                <c:pt idx="13458">
                  <c:v>33.75</c:v>
                </c:pt>
                <c:pt idx="13459">
                  <c:v>33.75</c:v>
                </c:pt>
                <c:pt idx="13460">
                  <c:v>33.799999999999997</c:v>
                </c:pt>
                <c:pt idx="13461">
                  <c:v>33.799999999999997</c:v>
                </c:pt>
                <c:pt idx="13462">
                  <c:v>33.799999999999997</c:v>
                </c:pt>
                <c:pt idx="13463">
                  <c:v>33.799999999999997</c:v>
                </c:pt>
                <c:pt idx="13464">
                  <c:v>33.799999999999997</c:v>
                </c:pt>
                <c:pt idx="13465">
                  <c:v>33.799999999999997</c:v>
                </c:pt>
                <c:pt idx="13466">
                  <c:v>33.799999999999997</c:v>
                </c:pt>
                <c:pt idx="13467">
                  <c:v>33.799999999999997</c:v>
                </c:pt>
                <c:pt idx="13468">
                  <c:v>33.799999999999997</c:v>
                </c:pt>
                <c:pt idx="13469">
                  <c:v>33.799999999999997</c:v>
                </c:pt>
                <c:pt idx="13470">
                  <c:v>33.799999999999997</c:v>
                </c:pt>
                <c:pt idx="13471">
                  <c:v>33.799999999999997</c:v>
                </c:pt>
                <c:pt idx="13472">
                  <c:v>33.799999999999997</c:v>
                </c:pt>
                <c:pt idx="13473">
                  <c:v>33.85</c:v>
                </c:pt>
                <c:pt idx="13474">
                  <c:v>33.85</c:v>
                </c:pt>
                <c:pt idx="13475">
                  <c:v>33.85</c:v>
                </c:pt>
                <c:pt idx="13476">
                  <c:v>33.85</c:v>
                </c:pt>
                <c:pt idx="13477">
                  <c:v>33.85</c:v>
                </c:pt>
                <c:pt idx="13478">
                  <c:v>33.85</c:v>
                </c:pt>
                <c:pt idx="13479">
                  <c:v>33.85</c:v>
                </c:pt>
                <c:pt idx="13480">
                  <c:v>33.85</c:v>
                </c:pt>
                <c:pt idx="13481">
                  <c:v>33.85</c:v>
                </c:pt>
                <c:pt idx="13482">
                  <c:v>33.85</c:v>
                </c:pt>
                <c:pt idx="13483">
                  <c:v>33.85</c:v>
                </c:pt>
                <c:pt idx="13484">
                  <c:v>33.85</c:v>
                </c:pt>
                <c:pt idx="13485">
                  <c:v>33.85</c:v>
                </c:pt>
                <c:pt idx="13486">
                  <c:v>33.85</c:v>
                </c:pt>
                <c:pt idx="13487">
                  <c:v>33.85</c:v>
                </c:pt>
                <c:pt idx="13488">
                  <c:v>33.85</c:v>
                </c:pt>
                <c:pt idx="13489">
                  <c:v>33.85</c:v>
                </c:pt>
                <c:pt idx="13490">
                  <c:v>33.9</c:v>
                </c:pt>
                <c:pt idx="13491">
                  <c:v>33.9</c:v>
                </c:pt>
                <c:pt idx="13492">
                  <c:v>33.9</c:v>
                </c:pt>
                <c:pt idx="13493">
                  <c:v>33.9</c:v>
                </c:pt>
                <c:pt idx="13494">
                  <c:v>33.9</c:v>
                </c:pt>
                <c:pt idx="13495">
                  <c:v>33.9</c:v>
                </c:pt>
                <c:pt idx="13496">
                  <c:v>33.9</c:v>
                </c:pt>
                <c:pt idx="13497">
                  <c:v>33.9</c:v>
                </c:pt>
                <c:pt idx="13498">
                  <c:v>33.9</c:v>
                </c:pt>
                <c:pt idx="13499">
                  <c:v>33.9</c:v>
                </c:pt>
                <c:pt idx="13500">
                  <c:v>33.9</c:v>
                </c:pt>
                <c:pt idx="13501">
                  <c:v>33.9</c:v>
                </c:pt>
                <c:pt idx="13502">
                  <c:v>33.9</c:v>
                </c:pt>
                <c:pt idx="13503">
                  <c:v>33.9</c:v>
                </c:pt>
                <c:pt idx="13504">
                  <c:v>33.9</c:v>
                </c:pt>
                <c:pt idx="13505">
                  <c:v>33.9</c:v>
                </c:pt>
                <c:pt idx="13506">
                  <c:v>33.9</c:v>
                </c:pt>
                <c:pt idx="13507">
                  <c:v>33.9</c:v>
                </c:pt>
                <c:pt idx="13508">
                  <c:v>33.9</c:v>
                </c:pt>
                <c:pt idx="13509">
                  <c:v>33.950000000000003</c:v>
                </c:pt>
                <c:pt idx="13510">
                  <c:v>33.950000000000003</c:v>
                </c:pt>
                <c:pt idx="13511">
                  <c:v>33.950000000000003</c:v>
                </c:pt>
                <c:pt idx="13512">
                  <c:v>33.950000000000003</c:v>
                </c:pt>
                <c:pt idx="13513">
                  <c:v>33.950000000000003</c:v>
                </c:pt>
                <c:pt idx="13514">
                  <c:v>33.950000000000003</c:v>
                </c:pt>
                <c:pt idx="13515">
                  <c:v>33.950000000000003</c:v>
                </c:pt>
                <c:pt idx="13516">
                  <c:v>33.950000000000003</c:v>
                </c:pt>
                <c:pt idx="13517">
                  <c:v>33.950000000000003</c:v>
                </c:pt>
                <c:pt idx="13518">
                  <c:v>33.950000000000003</c:v>
                </c:pt>
                <c:pt idx="13519">
                  <c:v>33.950000000000003</c:v>
                </c:pt>
                <c:pt idx="13520">
                  <c:v>33.950000000000003</c:v>
                </c:pt>
                <c:pt idx="13521">
                  <c:v>33.950000000000003</c:v>
                </c:pt>
                <c:pt idx="13522">
                  <c:v>34</c:v>
                </c:pt>
                <c:pt idx="13523">
                  <c:v>34</c:v>
                </c:pt>
                <c:pt idx="13524">
                  <c:v>34</c:v>
                </c:pt>
                <c:pt idx="13525">
                  <c:v>34</c:v>
                </c:pt>
                <c:pt idx="13526">
                  <c:v>34</c:v>
                </c:pt>
                <c:pt idx="13527">
                  <c:v>34</c:v>
                </c:pt>
                <c:pt idx="13528">
                  <c:v>34</c:v>
                </c:pt>
                <c:pt idx="13529">
                  <c:v>34</c:v>
                </c:pt>
                <c:pt idx="13530">
                  <c:v>34</c:v>
                </c:pt>
                <c:pt idx="13531">
                  <c:v>34</c:v>
                </c:pt>
                <c:pt idx="13532">
                  <c:v>34</c:v>
                </c:pt>
                <c:pt idx="13533">
                  <c:v>34</c:v>
                </c:pt>
                <c:pt idx="13534">
                  <c:v>34</c:v>
                </c:pt>
                <c:pt idx="13535">
                  <c:v>34</c:v>
                </c:pt>
                <c:pt idx="13536">
                  <c:v>34</c:v>
                </c:pt>
                <c:pt idx="13537">
                  <c:v>34</c:v>
                </c:pt>
                <c:pt idx="13538">
                  <c:v>34</c:v>
                </c:pt>
                <c:pt idx="13539">
                  <c:v>34.049999999999997</c:v>
                </c:pt>
                <c:pt idx="13540">
                  <c:v>34</c:v>
                </c:pt>
                <c:pt idx="13541">
                  <c:v>34.049999999999997</c:v>
                </c:pt>
                <c:pt idx="13542">
                  <c:v>34.049999999999997</c:v>
                </c:pt>
                <c:pt idx="13543">
                  <c:v>34.049999999999997</c:v>
                </c:pt>
                <c:pt idx="13544">
                  <c:v>34.049999999999997</c:v>
                </c:pt>
                <c:pt idx="13545">
                  <c:v>34.049999999999997</c:v>
                </c:pt>
                <c:pt idx="13546">
                  <c:v>34.049999999999997</c:v>
                </c:pt>
                <c:pt idx="13547">
                  <c:v>34.049999999999997</c:v>
                </c:pt>
                <c:pt idx="13548">
                  <c:v>34.049999999999997</c:v>
                </c:pt>
                <c:pt idx="13549">
                  <c:v>34.049999999999997</c:v>
                </c:pt>
                <c:pt idx="13550">
                  <c:v>34.049999999999997</c:v>
                </c:pt>
                <c:pt idx="13551">
                  <c:v>34.049999999999997</c:v>
                </c:pt>
                <c:pt idx="13552">
                  <c:v>34.1</c:v>
                </c:pt>
                <c:pt idx="13553">
                  <c:v>34.1</c:v>
                </c:pt>
                <c:pt idx="13554">
                  <c:v>34.1</c:v>
                </c:pt>
                <c:pt idx="13555">
                  <c:v>34.1</c:v>
                </c:pt>
                <c:pt idx="13556">
                  <c:v>34.1</c:v>
                </c:pt>
                <c:pt idx="13557">
                  <c:v>34.1</c:v>
                </c:pt>
                <c:pt idx="13558">
                  <c:v>34.1</c:v>
                </c:pt>
                <c:pt idx="13559">
                  <c:v>34.1</c:v>
                </c:pt>
                <c:pt idx="13560">
                  <c:v>34.1</c:v>
                </c:pt>
                <c:pt idx="13561">
                  <c:v>34.1</c:v>
                </c:pt>
                <c:pt idx="13562">
                  <c:v>34.1</c:v>
                </c:pt>
                <c:pt idx="13563">
                  <c:v>34.1</c:v>
                </c:pt>
                <c:pt idx="13564">
                  <c:v>34.1</c:v>
                </c:pt>
                <c:pt idx="13565">
                  <c:v>34.1</c:v>
                </c:pt>
                <c:pt idx="13566">
                  <c:v>34.15</c:v>
                </c:pt>
                <c:pt idx="13567">
                  <c:v>34.15</c:v>
                </c:pt>
                <c:pt idx="13568">
                  <c:v>34.15</c:v>
                </c:pt>
                <c:pt idx="13569">
                  <c:v>34.15</c:v>
                </c:pt>
                <c:pt idx="13570">
                  <c:v>34.15</c:v>
                </c:pt>
                <c:pt idx="13571">
                  <c:v>34.15</c:v>
                </c:pt>
                <c:pt idx="13572">
                  <c:v>34.15</c:v>
                </c:pt>
                <c:pt idx="13573">
                  <c:v>34.15</c:v>
                </c:pt>
                <c:pt idx="13574">
                  <c:v>34.15</c:v>
                </c:pt>
                <c:pt idx="13575">
                  <c:v>34.15</c:v>
                </c:pt>
                <c:pt idx="13576">
                  <c:v>34.15</c:v>
                </c:pt>
                <c:pt idx="13577">
                  <c:v>34.200000000000003</c:v>
                </c:pt>
                <c:pt idx="13578">
                  <c:v>34.200000000000003</c:v>
                </c:pt>
                <c:pt idx="13579">
                  <c:v>34.200000000000003</c:v>
                </c:pt>
                <c:pt idx="13580">
                  <c:v>34.200000000000003</c:v>
                </c:pt>
                <c:pt idx="13581">
                  <c:v>34.200000000000003</c:v>
                </c:pt>
                <c:pt idx="13582">
                  <c:v>34.200000000000003</c:v>
                </c:pt>
                <c:pt idx="13583">
                  <c:v>34.200000000000003</c:v>
                </c:pt>
                <c:pt idx="13584">
                  <c:v>34.200000000000003</c:v>
                </c:pt>
                <c:pt idx="13585">
                  <c:v>34.200000000000003</c:v>
                </c:pt>
                <c:pt idx="13586">
                  <c:v>34.200000000000003</c:v>
                </c:pt>
                <c:pt idx="13587">
                  <c:v>34.200000000000003</c:v>
                </c:pt>
                <c:pt idx="13588">
                  <c:v>34.200000000000003</c:v>
                </c:pt>
                <c:pt idx="13589">
                  <c:v>34.200000000000003</c:v>
                </c:pt>
                <c:pt idx="13590">
                  <c:v>34.25</c:v>
                </c:pt>
                <c:pt idx="13591">
                  <c:v>34.200000000000003</c:v>
                </c:pt>
                <c:pt idx="13592">
                  <c:v>34.25</c:v>
                </c:pt>
                <c:pt idx="13593">
                  <c:v>34.25</c:v>
                </c:pt>
                <c:pt idx="13594">
                  <c:v>34.25</c:v>
                </c:pt>
                <c:pt idx="13595">
                  <c:v>34.25</c:v>
                </c:pt>
                <c:pt idx="13596">
                  <c:v>34.25</c:v>
                </c:pt>
                <c:pt idx="13597">
                  <c:v>34.25</c:v>
                </c:pt>
                <c:pt idx="13598">
                  <c:v>34.25</c:v>
                </c:pt>
                <c:pt idx="13599">
                  <c:v>34.25</c:v>
                </c:pt>
                <c:pt idx="13600">
                  <c:v>34.25</c:v>
                </c:pt>
                <c:pt idx="13601">
                  <c:v>34.25</c:v>
                </c:pt>
                <c:pt idx="13602">
                  <c:v>34.25</c:v>
                </c:pt>
                <c:pt idx="13603">
                  <c:v>34.25</c:v>
                </c:pt>
                <c:pt idx="13604">
                  <c:v>34.299999999999997</c:v>
                </c:pt>
                <c:pt idx="13605">
                  <c:v>34.299999999999997</c:v>
                </c:pt>
                <c:pt idx="13606">
                  <c:v>34.299999999999997</c:v>
                </c:pt>
                <c:pt idx="13607">
                  <c:v>34.299999999999997</c:v>
                </c:pt>
                <c:pt idx="13608">
                  <c:v>34.299999999999997</c:v>
                </c:pt>
                <c:pt idx="13609">
                  <c:v>34.299999999999997</c:v>
                </c:pt>
                <c:pt idx="13610">
                  <c:v>34.299999999999997</c:v>
                </c:pt>
                <c:pt idx="13611">
                  <c:v>34.299999999999997</c:v>
                </c:pt>
                <c:pt idx="13612">
                  <c:v>34.299999999999997</c:v>
                </c:pt>
                <c:pt idx="13613">
                  <c:v>34.299999999999997</c:v>
                </c:pt>
                <c:pt idx="13614">
                  <c:v>34.35</c:v>
                </c:pt>
                <c:pt idx="13615">
                  <c:v>34.35</c:v>
                </c:pt>
                <c:pt idx="13616">
                  <c:v>34.35</c:v>
                </c:pt>
                <c:pt idx="13617">
                  <c:v>34.35</c:v>
                </c:pt>
                <c:pt idx="13618">
                  <c:v>34.35</c:v>
                </c:pt>
                <c:pt idx="13619">
                  <c:v>34.35</c:v>
                </c:pt>
                <c:pt idx="13620">
                  <c:v>34.35</c:v>
                </c:pt>
                <c:pt idx="13621">
                  <c:v>34.35</c:v>
                </c:pt>
                <c:pt idx="13622">
                  <c:v>34.35</c:v>
                </c:pt>
                <c:pt idx="13623">
                  <c:v>34.35</c:v>
                </c:pt>
                <c:pt idx="13624">
                  <c:v>34.35</c:v>
                </c:pt>
                <c:pt idx="13625">
                  <c:v>34.35</c:v>
                </c:pt>
                <c:pt idx="13626">
                  <c:v>34.35</c:v>
                </c:pt>
                <c:pt idx="13627">
                  <c:v>34.35</c:v>
                </c:pt>
                <c:pt idx="13628">
                  <c:v>34.35</c:v>
                </c:pt>
                <c:pt idx="13629">
                  <c:v>34.35</c:v>
                </c:pt>
                <c:pt idx="13630">
                  <c:v>34.35</c:v>
                </c:pt>
                <c:pt idx="13631">
                  <c:v>34.35</c:v>
                </c:pt>
                <c:pt idx="13632">
                  <c:v>34.4</c:v>
                </c:pt>
                <c:pt idx="13633">
                  <c:v>34.4</c:v>
                </c:pt>
                <c:pt idx="13634">
                  <c:v>34.4</c:v>
                </c:pt>
                <c:pt idx="13635">
                  <c:v>34.4</c:v>
                </c:pt>
                <c:pt idx="13636">
                  <c:v>34.4</c:v>
                </c:pt>
                <c:pt idx="13637">
                  <c:v>34.4</c:v>
                </c:pt>
                <c:pt idx="13638">
                  <c:v>34.4</c:v>
                </c:pt>
                <c:pt idx="13639">
                  <c:v>34.4</c:v>
                </c:pt>
                <c:pt idx="13640">
                  <c:v>34.4</c:v>
                </c:pt>
                <c:pt idx="13641">
                  <c:v>34.4</c:v>
                </c:pt>
                <c:pt idx="13642">
                  <c:v>34.450000000000003</c:v>
                </c:pt>
                <c:pt idx="13643">
                  <c:v>34.450000000000003</c:v>
                </c:pt>
                <c:pt idx="13644">
                  <c:v>34.450000000000003</c:v>
                </c:pt>
                <c:pt idx="13645">
                  <c:v>34.450000000000003</c:v>
                </c:pt>
                <c:pt idx="13646">
                  <c:v>34.450000000000003</c:v>
                </c:pt>
                <c:pt idx="13647">
                  <c:v>34.450000000000003</c:v>
                </c:pt>
                <c:pt idx="13648">
                  <c:v>34.450000000000003</c:v>
                </c:pt>
                <c:pt idx="13649">
                  <c:v>34.450000000000003</c:v>
                </c:pt>
                <c:pt idx="13650">
                  <c:v>34.450000000000003</c:v>
                </c:pt>
                <c:pt idx="13651">
                  <c:v>34.450000000000003</c:v>
                </c:pt>
                <c:pt idx="13652">
                  <c:v>34.450000000000003</c:v>
                </c:pt>
                <c:pt idx="13653">
                  <c:v>34.5</c:v>
                </c:pt>
                <c:pt idx="13654">
                  <c:v>34.5</c:v>
                </c:pt>
                <c:pt idx="13655">
                  <c:v>34.5</c:v>
                </c:pt>
                <c:pt idx="13656">
                  <c:v>34.5</c:v>
                </c:pt>
                <c:pt idx="13657">
                  <c:v>34.5</c:v>
                </c:pt>
                <c:pt idx="13658">
                  <c:v>34.5</c:v>
                </c:pt>
                <c:pt idx="13659">
                  <c:v>34.5</c:v>
                </c:pt>
                <c:pt idx="13660">
                  <c:v>34.5</c:v>
                </c:pt>
                <c:pt idx="13661">
                  <c:v>34.5</c:v>
                </c:pt>
                <c:pt idx="13662">
                  <c:v>34.5</c:v>
                </c:pt>
                <c:pt idx="13663">
                  <c:v>34.5</c:v>
                </c:pt>
                <c:pt idx="13664">
                  <c:v>34.5</c:v>
                </c:pt>
                <c:pt idx="13665">
                  <c:v>34.5</c:v>
                </c:pt>
                <c:pt idx="13666">
                  <c:v>34.5</c:v>
                </c:pt>
                <c:pt idx="13667">
                  <c:v>34.5</c:v>
                </c:pt>
                <c:pt idx="13668">
                  <c:v>34.5</c:v>
                </c:pt>
                <c:pt idx="13669">
                  <c:v>34.5</c:v>
                </c:pt>
                <c:pt idx="13670">
                  <c:v>34.5</c:v>
                </c:pt>
                <c:pt idx="13671">
                  <c:v>34.5</c:v>
                </c:pt>
                <c:pt idx="13672">
                  <c:v>34.549999999999997</c:v>
                </c:pt>
                <c:pt idx="13673">
                  <c:v>34.549999999999997</c:v>
                </c:pt>
                <c:pt idx="13674">
                  <c:v>34.549999999999997</c:v>
                </c:pt>
                <c:pt idx="13675">
                  <c:v>34.549999999999997</c:v>
                </c:pt>
                <c:pt idx="13676">
                  <c:v>34.549999999999997</c:v>
                </c:pt>
                <c:pt idx="13677">
                  <c:v>34.549999999999997</c:v>
                </c:pt>
                <c:pt idx="13678">
                  <c:v>34.549999999999997</c:v>
                </c:pt>
                <c:pt idx="13679">
                  <c:v>34.549999999999997</c:v>
                </c:pt>
                <c:pt idx="13680">
                  <c:v>34.549999999999997</c:v>
                </c:pt>
                <c:pt idx="13681">
                  <c:v>34.549999999999997</c:v>
                </c:pt>
                <c:pt idx="13682">
                  <c:v>34.549999999999997</c:v>
                </c:pt>
                <c:pt idx="13683">
                  <c:v>34.6</c:v>
                </c:pt>
                <c:pt idx="13684">
                  <c:v>34.6</c:v>
                </c:pt>
                <c:pt idx="13685">
                  <c:v>34.6</c:v>
                </c:pt>
                <c:pt idx="13686">
                  <c:v>34.6</c:v>
                </c:pt>
                <c:pt idx="13687">
                  <c:v>34.6</c:v>
                </c:pt>
                <c:pt idx="13688">
                  <c:v>34.6</c:v>
                </c:pt>
                <c:pt idx="13689">
                  <c:v>34.6</c:v>
                </c:pt>
                <c:pt idx="13690">
                  <c:v>34.6</c:v>
                </c:pt>
                <c:pt idx="13691">
                  <c:v>34.6</c:v>
                </c:pt>
                <c:pt idx="13692">
                  <c:v>34.6</c:v>
                </c:pt>
                <c:pt idx="13693">
                  <c:v>34.6</c:v>
                </c:pt>
                <c:pt idx="13694">
                  <c:v>34.6</c:v>
                </c:pt>
                <c:pt idx="13695">
                  <c:v>34.6</c:v>
                </c:pt>
                <c:pt idx="13696">
                  <c:v>34.6</c:v>
                </c:pt>
                <c:pt idx="13697">
                  <c:v>34.6</c:v>
                </c:pt>
                <c:pt idx="13698">
                  <c:v>34.65</c:v>
                </c:pt>
                <c:pt idx="13699">
                  <c:v>34.65</c:v>
                </c:pt>
                <c:pt idx="13700">
                  <c:v>34.65</c:v>
                </c:pt>
                <c:pt idx="13701">
                  <c:v>34.65</c:v>
                </c:pt>
                <c:pt idx="13702">
                  <c:v>34.65</c:v>
                </c:pt>
                <c:pt idx="13703">
                  <c:v>34.65</c:v>
                </c:pt>
                <c:pt idx="13704">
                  <c:v>34.65</c:v>
                </c:pt>
                <c:pt idx="13705">
                  <c:v>34.65</c:v>
                </c:pt>
                <c:pt idx="13706">
                  <c:v>34.65</c:v>
                </c:pt>
                <c:pt idx="13707">
                  <c:v>34.700000000000003</c:v>
                </c:pt>
                <c:pt idx="13708">
                  <c:v>34.700000000000003</c:v>
                </c:pt>
                <c:pt idx="13709">
                  <c:v>34.700000000000003</c:v>
                </c:pt>
                <c:pt idx="13710">
                  <c:v>34.700000000000003</c:v>
                </c:pt>
                <c:pt idx="13711">
                  <c:v>34.700000000000003</c:v>
                </c:pt>
                <c:pt idx="13712">
                  <c:v>34.700000000000003</c:v>
                </c:pt>
                <c:pt idx="13713">
                  <c:v>34.700000000000003</c:v>
                </c:pt>
                <c:pt idx="13714">
                  <c:v>34.700000000000003</c:v>
                </c:pt>
                <c:pt idx="13715">
                  <c:v>34.700000000000003</c:v>
                </c:pt>
                <c:pt idx="13716">
                  <c:v>34.700000000000003</c:v>
                </c:pt>
                <c:pt idx="13717">
                  <c:v>34.700000000000003</c:v>
                </c:pt>
                <c:pt idx="13718">
                  <c:v>34.700000000000003</c:v>
                </c:pt>
                <c:pt idx="13719">
                  <c:v>34.700000000000003</c:v>
                </c:pt>
                <c:pt idx="13720">
                  <c:v>34.700000000000003</c:v>
                </c:pt>
                <c:pt idx="13721">
                  <c:v>34.700000000000003</c:v>
                </c:pt>
                <c:pt idx="13722">
                  <c:v>34.700000000000003</c:v>
                </c:pt>
                <c:pt idx="13723">
                  <c:v>34.700000000000003</c:v>
                </c:pt>
                <c:pt idx="13724">
                  <c:v>34.700000000000003</c:v>
                </c:pt>
                <c:pt idx="13725">
                  <c:v>34.700000000000003</c:v>
                </c:pt>
                <c:pt idx="13726">
                  <c:v>34.75</c:v>
                </c:pt>
                <c:pt idx="13727">
                  <c:v>34.75</c:v>
                </c:pt>
                <c:pt idx="13728">
                  <c:v>34.75</c:v>
                </c:pt>
                <c:pt idx="13729">
                  <c:v>34.75</c:v>
                </c:pt>
                <c:pt idx="13730">
                  <c:v>34.75</c:v>
                </c:pt>
                <c:pt idx="13731">
                  <c:v>34.75</c:v>
                </c:pt>
                <c:pt idx="13732">
                  <c:v>34.75</c:v>
                </c:pt>
                <c:pt idx="13733">
                  <c:v>34.75</c:v>
                </c:pt>
                <c:pt idx="13734">
                  <c:v>34.75</c:v>
                </c:pt>
                <c:pt idx="13735">
                  <c:v>34.75</c:v>
                </c:pt>
                <c:pt idx="13736">
                  <c:v>34.75</c:v>
                </c:pt>
                <c:pt idx="13737">
                  <c:v>34.75</c:v>
                </c:pt>
                <c:pt idx="13738">
                  <c:v>34.75</c:v>
                </c:pt>
                <c:pt idx="13739">
                  <c:v>34.799999999999997</c:v>
                </c:pt>
                <c:pt idx="13740">
                  <c:v>34.799999999999997</c:v>
                </c:pt>
                <c:pt idx="13741">
                  <c:v>34.799999999999997</c:v>
                </c:pt>
                <c:pt idx="13742">
                  <c:v>34.799999999999997</c:v>
                </c:pt>
                <c:pt idx="13743">
                  <c:v>34.799999999999997</c:v>
                </c:pt>
                <c:pt idx="13744">
                  <c:v>34.799999999999997</c:v>
                </c:pt>
                <c:pt idx="13745">
                  <c:v>34.799999999999997</c:v>
                </c:pt>
                <c:pt idx="13746">
                  <c:v>34.799999999999997</c:v>
                </c:pt>
                <c:pt idx="13747">
                  <c:v>34.85</c:v>
                </c:pt>
                <c:pt idx="13748">
                  <c:v>34.799999999999997</c:v>
                </c:pt>
                <c:pt idx="13749">
                  <c:v>34.85</c:v>
                </c:pt>
                <c:pt idx="13750">
                  <c:v>34.85</c:v>
                </c:pt>
                <c:pt idx="13751">
                  <c:v>34.85</c:v>
                </c:pt>
                <c:pt idx="13752">
                  <c:v>34.85</c:v>
                </c:pt>
                <c:pt idx="13753">
                  <c:v>34.85</c:v>
                </c:pt>
                <c:pt idx="13754">
                  <c:v>34.85</c:v>
                </c:pt>
                <c:pt idx="13755">
                  <c:v>34.85</c:v>
                </c:pt>
                <c:pt idx="13756">
                  <c:v>34.85</c:v>
                </c:pt>
                <c:pt idx="13757">
                  <c:v>34.85</c:v>
                </c:pt>
                <c:pt idx="13758">
                  <c:v>34.9</c:v>
                </c:pt>
                <c:pt idx="13759">
                  <c:v>34.9</c:v>
                </c:pt>
                <c:pt idx="13760">
                  <c:v>34.9</c:v>
                </c:pt>
                <c:pt idx="13761">
                  <c:v>34.9</c:v>
                </c:pt>
                <c:pt idx="13762">
                  <c:v>34.9</c:v>
                </c:pt>
                <c:pt idx="13763">
                  <c:v>34.9</c:v>
                </c:pt>
                <c:pt idx="13764">
                  <c:v>34.9</c:v>
                </c:pt>
                <c:pt idx="13765">
                  <c:v>34.9</c:v>
                </c:pt>
                <c:pt idx="13766">
                  <c:v>34.9</c:v>
                </c:pt>
                <c:pt idx="13767">
                  <c:v>34.9</c:v>
                </c:pt>
                <c:pt idx="13768">
                  <c:v>34.9</c:v>
                </c:pt>
                <c:pt idx="13769">
                  <c:v>34.9</c:v>
                </c:pt>
                <c:pt idx="13770">
                  <c:v>34.9</c:v>
                </c:pt>
                <c:pt idx="13771">
                  <c:v>34.950000000000003</c:v>
                </c:pt>
                <c:pt idx="13772">
                  <c:v>34.950000000000003</c:v>
                </c:pt>
                <c:pt idx="13773">
                  <c:v>34.950000000000003</c:v>
                </c:pt>
                <c:pt idx="13774">
                  <c:v>34.950000000000003</c:v>
                </c:pt>
                <c:pt idx="13775">
                  <c:v>34.950000000000003</c:v>
                </c:pt>
                <c:pt idx="13776">
                  <c:v>34.950000000000003</c:v>
                </c:pt>
                <c:pt idx="13777">
                  <c:v>34.950000000000003</c:v>
                </c:pt>
                <c:pt idx="13778">
                  <c:v>34.950000000000003</c:v>
                </c:pt>
                <c:pt idx="13779">
                  <c:v>35</c:v>
                </c:pt>
                <c:pt idx="13780">
                  <c:v>35</c:v>
                </c:pt>
                <c:pt idx="13781">
                  <c:v>35</c:v>
                </c:pt>
                <c:pt idx="13782">
                  <c:v>35</c:v>
                </c:pt>
                <c:pt idx="13783">
                  <c:v>35</c:v>
                </c:pt>
                <c:pt idx="13784">
                  <c:v>35</c:v>
                </c:pt>
                <c:pt idx="13785">
                  <c:v>35</c:v>
                </c:pt>
                <c:pt idx="13786">
                  <c:v>35</c:v>
                </c:pt>
                <c:pt idx="13787">
                  <c:v>35</c:v>
                </c:pt>
                <c:pt idx="13788">
                  <c:v>35</c:v>
                </c:pt>
                <c:pt idx="13789">
                  <c:v>35</c:v>
                </c:pt>
                <c:pt idx="13790">
                  <c:v>35</c:v>
                </c:pt>
                <c:pt idx="13791">
                  <c:v>35.049999999999997</c:v>
                </c:pt>
                <c:pt idx="13792">
                  <c:v>35.049999999999997</c:v>
                </c:pt>
                <c:pt idx="13793">
                  <c:v>35.049999999999997</c:v>
                </c:pt>
                <c:pt idx="13794">
                  <c:v>35.049999999999997</c:v>
                </c:pt>
                <c:pt idx="13795">
                  <c:v>35.049999999999997</c:v>
                </c:pt>
                <c:pt idx="13796">
                  <c:v>35.049999999999997</c:v>
                </c:pt>
                <c:pt idx="13797">
                  <c:v>35.049999999999997</c:v>
                </c:pt>
                <c:pt idx="13798">
                  <c:v>35.049999999999997</c:v>
                </c:pt>
                <c:pt idx="13799">
                  <c:v>35.049999999999997</c:v>
                </c:pt>
                <c:pt idx="13800">
                  <c:v>35.1</c:v>
                </c:pt>
                <c:pt idx="13801">
                  <c:v>35.1</c:v>
                </c:pt>
                <c:pt idx="13802">
                  <c:v>35.1</c:v>
                </c:pt>
                <c:pt idx="13803">
                  <c:v>35.1</c:v>
                </c:pt>
                <c:pt idx="13804">
                  <c:v>35.1</c:v>
                </c:pt>
                <c:pt idx="13805">
                  <c:v>35.1</c:v>
                </c:pt>
                <c:pt idx="13806">
                  <c:v>35.1</c:v>
                </c:pt>
                <c:pt idx="13807">
                  <c:v>35.1</c:v>
                </c:pt>
                <c:pt idx="13808">
                  <c:v>35.1</c:v>
                </c:pt>
                <c:pt idx="13809">
                  <c:v>35.1</c:v>
                </c:pt>
                <c:pt idx="13810">
                  <c:v>35.1</c:v>
                </c:pt>
                <c:pt idx="13811">
                  <c:v>35.1</c:v>
                </c:pt>
                <c:pt idx="13812">
                  <c:v>35.1</c:v>
                </c:pt>
                <c:pt idx="13813">
                  <c:v>35.15</c:v>
                </c:pt>
                <c:pt idx="13814">
                  <c:v>35.15</c:v>
                </c:pt>
                <c:pt idx="13815">
                  <c:v>35.15</c:v>
                </c:pt>
                <c:pt idx="13816">
                  <c:v>35.15</c:v>
                </c:pt>
                <c:pt idx="13817">
                  <c:v>35.15</c:v>
                </c:pt>
                <c:pt idx="13818">
                  <c:v>35.15</c:v>
                </c:pt>
                <c:pt idx="13819">
                  <c:v>35.15</c:v>
                </c:pt>
                <c:pt idx="13820">
                  <c:v>35.15</c:v>
                </c:pt>
                <c:pt idx="13821">
                  <c:v>35.15</c:v>
                </c:pt>
                <c:pt idx="13822">
                  <c:v>35.200000000000003</c:v>
                </c:pt>
                <c:pt idx="13823">
                  <c:v>35.200000000000003</c:v>
                </c:pt>
                <c:pt idx="13824">
                  <c:v>35.200000000000003</c:v>
                </c:pt>
                <c:pt idx="13825">
                  <c:v>35.200000000000003</c:v>
                </c:pt>
                <c:pt idx="13826">
                  <c:v>35.200000000000003</c:v>
                </c:pt>
                <c:pt idx="13827">
                  <c:v>35.200000000000003</c:v>
                </c:pt>
                <c:pt idx="13828">
                  <c:v>35.200000000000003</c:v>
                </c:pt>
                <c:pt idx="13829">
                  <c:v>35.200000000000003</c:v>
                </c:pt>
                <c:pt idx="13830">
                  <c:v>35.200000000000003</c:v>
                </c:pt>
                <c:pt idx="13831">
                  <c:v>35.25</c:v>
                </c:pt>
                <c:pt idx="13832">
                  <c:v>35.200000000000003</c:v>
                </c:pt>
                <c:pt idx="13833">
                  <c:v>35.25</c:v>
                </c:pt>
                <c:pt idx="13834">
                  <c:v>35.25</c:v>
                </c:pt>
                <c:pt idx="13835">
                  <c:v>35.25</c:v>
                </c:pt>
                <c:pt idx="13836">
                  <c:v>35.25</c:v>
                </c:pt>
                <c:pt idx="13837">
                  <c:v>35.25</c:v>
                </c:pt>
                <c:pt idx="13838">
                  <c:v>35.25</c:v>
                </c:pt>
                <c:pt idx="13839">
                  <c:v>35.25</c:v>
                </c:pt>
                <c:pt idx="13840">
                  <c:v>35.25</c:v>
                </c:pt>
                <c:pt idx="13841">
                  <c:v>35.299999999999997</c:v>
                </c:pt>
                <c:pt idx="13842">
                  <c:v>35.299999999999997</c:v>
                </c:pt>
                <c:pt idx="13843">
                  <c:v>35.299999999999997</c:v>
                </c:pt>
                <c:pt idx="13844">
                  <c:v>35.299999999999997</c:v>
                </c:pt>
                <c:pt idx="13845">
                  <c:v>35.299999999999997</c:v>
                </c:pt>
                <c:pt idx="13846">
                  <c:v>35.299999999999997</c:v>
                </c:pt>
                <c:pt idx="13847">
                  <c:v>35.299999999999997</c:v>
                </c:pt>
                <c:pt idx="13848">
                  <c:v>35.299999999999997</c:v>
                </c:pt>
                <c:pt idx="13849">
                  <c:v>35.299999999999997</c:v>
                </c:pt>
                <c:pt idx="13850">
                  <c:v>35.35</c:v>
                </c:pt>
                <c:pt idx="13851">
                  <c:v>35.35</c:v>
                </c:pt>
                <c:pt idx="13852">
                  <c:v>35.35</c:v>
                </c:pt>
                <c:pt idx="13853">
                  <c:v>35.35</c:v>
                </c:pt>
                <c:pt idx="13854">
                  <c:v>35.35</c:v>
                </c:pt>
                <c:pt idx="13855">
                  <c:v>35.35</c:v>
                </c:pt>
                <c:pt idx="13856">
                  <c:v>35.35</c:v>
                </c:pt>
                <c:pt idx="13857">
                  <c:v>35.35</c:v>
                </c:pt>
                <c:pt idx="13858">
                  <c:v>35.35</c:v>
                </c:pt>
                <c:pt idx="13859">
                  <c:v>35.35</c:v>
                </c:pt>
                <c:pt idx="13860">
                  <c:v>35.35</c:v>
                </c:pt>
                <c:pt idx="13861">
                  <c:v>35.4</c:v>
                </c:pt>
                <c:pt idx="13862">
                  <c:v>35.4</c:v>
                </c:pt>
                <c:pt idx="13863">
                  <c:v>35.4</c:v>
                </c:pt>
                <c:pt idx="13864">
                  <c:v>35.4</c:v>
                </c:pt>
                <c:pt idx="13865">
                  <c:v>35.4</c:v>
                </c:pt>
                <c:pt idx="13866">
                  <c:v>35.4</c:v>
                </c:pt>
                <c:pt idx="13867">
                  <c:v>35.450000000000003</c:v>
                </c:pt>
                <c:pt idx="13868">
                  <c:v>35.450000000000003</c:v>
                </c:pt>
                <c:pt idx="13869">
                  <c:v>35.450000000000003</c:v>
                </c:pt>
                <c:pt idx="13870">
                  <c:v>35.450000000000003</c:v>
                </c:pt>
                <c:pt idx="13871">
                  <c:v>35.450000000000003</c:v>
                </c:pt>
                <c:pt idx="13872">
                  <c:v>35.450000000000003</c:v>
                </c:pt>
                <c:pt idx="13873">
                  <c:v>35.450000000000003</c:v>
                </c:pt>
                <c:pt idx="13874">
                  <c:v>35.450000000000003</c:v>
                </c:pt>
                <c:pt idx="13875">
                  <c:v>35.450000000000003</c:v>
                </c:pt>
                <c:pt idx="13876">
                  <c:v>35.450000000000003</c:v>
                </c:pt>
                <c:pt idx="13877">
                  <c:v>35.450000000000003</c:v>
                </c:pt>
                <c:pt idx="13878">
                  <c:v>35.450000000000003</c:v>
                </c:pt>
                <c:pt idx="13879">
                  <c:v>35.450000000000003</c:v>
                </c:pt>
                <c:pt idx="13880">
                  <c:v>35.5</c:v>
                </c:pt>
                <c:pt idx="13881">
                  <c:v>35.5</c:v>
                </c:pt>
                <c:pt idx="13882">
                  <c:v>35.5</c:v>
                </c:pt>
                <c:pt idx="13883">
                  <c:v>35.5</c:v>
                </c:pt>
                <c:pt idx="13884">
                  <c:v>35.5</c:v>
                </c:pt>
                <c:pt idx="13885">
                  <c:v>35.5</c:v>
                </c:pt>
                <c:pt idx="13886">
                  <c:v>35.5</c:v>
                </c:pt>
                <c:pt idx="13887">
                  <c:v>35.549999999999997</c:v>
                </c:pt>
                <c:pt idx="13888">
                  <c:v>35.549999999999997</c:v>
                </c:pt>
                <c:pt idx="13889">
                  <c:v>35.549999999999997</c:v>
                </c:pt>
                <c:pt idx="13890">
                  <c:v>35.549999999999997</c:v>
                </c:pt>
                <c:pt idx="13891">
                  <c:v>35.549999999999997</c:v>
                </c:pt>
                <c:pt idx="13892">
                  <c:v>35.549999999999997</c:v>
                </c:pt>
                <c:pt idx="13893">
                  <c:v>35.549999999999997</c:v>
                </c:pt>
                <c:pt idx="13894">
                  <c:v>35.549999999999997</c:v>
                </c:pt>
                <c:pt idx="13895">
                  <c:v>35.549999999999997</c:v>
                </c:pt>
                <c:pt idx="13896">
                  <c:v>35.549999999999997</c:v>
                </c:pt>
                <c:pt idx="13897">
                  <c:v>35.549999999999997</c:v>
                </c:pt>
                <c:pt idx="13898">
                  <c:v>35.549999999999997</c:v>
                </c:pt>
                <c:pt idx="13899">
                  <c:v>35.6</c:v>
                </c:pt>
                <c:pt idx="13900">
                  <c:v>35.6</c:v>
                </c:pt>
                <c:pt idx="13901">
                  <c:v>35.6</c:v>
                </c:pt>
                <c:pt idx="13902">
                  <c:v>35.6</c:v>
                </c:pt>
                <c:pt idx="13903">
                  <c:v>35.6</c:v>
                </c:pt>
                <c:pt idx="13904">
                  <c:v>35.6</c:v>
                </c:pt>
                <c:pt idx="13905">
                  <c:v>35.6</c:v>
                </c:pt>
                <c:pt idx="13906">
                  <c:v>35.6</c:v>
                </c:pt>
                <c:pt idx="13907">
                  <c:v>35.65</c:v>
                </c:pt>
                <c:pt idx="13908">
                  <c:v>35.65</c:v>
                </c:pt>
                <c:pt idx="13909">
                  <c:v>35.65</c:v>
                </c:pt>
                <c:pt idx="13910">
                  <c:v>35.65</c:v>
                </c:pt>
                <c:pt idx="13911">
                  <c:v>35.65</c:v>
                </c:pt>
                <c:pt idx="13912">
                  <c:v>35.65</c:v>
                </c:pt>
                <c:pt idx="13913">
                  <c:v>35.700000000000003</c:v>
                </c:pt>
                <c:pt idx="13914">
                  <c:v>35.700000000000003</c:v>
                </c:pt>
                <c:pt idx="13915">
                  <c:v>35.700000000000003</c:v>
                </c:pt>
                <c:pt idx="13916">
                  <c:v>35.700000000000003</c:v>
                </c:pt>
                <c:pt idx="13917">
                  <c:v>35.700000000000003</c:v>
                </c:pt>
                <c:pt idx="13918">
                  <c:v>35.700000000000003</c:v>
                </c:pt>
                <c:pt idx="13919">
                  <c:v>35.700000000000003</c:v>
                </c:pt>
                <c:pt idx="13920">
                  <c:v>35.700000000000003</c:v>
                </c:pt>
                <c:pt idx="13921">
                  <c:v>35.700000000000003</c:v>
                </c:pt>
                <c:pt idx="13922">
                  <c:v>35.700000000000003</c:v>
                </c:pt>
                <c:pt idx="13923">
                  <c:v>35.700000000000003</c:v>
                </c:pt>
                <c:pt idx="13924">
                  <c:v>35.700000000000003</c:v>
                </c:pt>
                <c:pt idx="13925">
                  <c:v>35.75</c:v>
                </c:pt>
                <c:pt idx="13926">
                  <c:v>35.75</c:v>
                </c:pt>
                <c:pt idx="13927">
                  <c:v>35.75</c:v>
                </c:pt>
                <c:pt idx="13928">
                  <c:v>35.75</c:v>
                </c:pt>
                <c:pt idx="13929">
                  <c:v>35.75</c:v>
                </c:pt>
                <c:pt idx="13930">
                  <c:v>35.75</c:v>
                </c:pt>
                <c:pt idx="13931">
                  <c:v>35.75</c:v>
                </c:pt>
                <c:pt idx="13932">
                  <c:v>35.75</c:v>
                </c:pt>
                <c:pt idx="13933">
                  <c:v>35.75</c:v>
                </c:pt>
                <c:pt idx="13934">
                  <c:v>35.799999999999997</c:v>
                </c:pt>
                <c:pt idx="13935">
                  <c:v>35.799999999999997</c:v>
                </c:pt>
                <c:pt idx="13936">
                  <c:v>35.799999999999997</c:v>
                </c:pt>
                <c:pt idx="13937">
                  <c:v>35.799999999999997</c:v>
                </c:pt>
                <c:pt idx="13938">
                  <c:v>35.799999999999997</c:v>
                </c:pt>
                <c:pt idx="13939">
                  <c:v>35.799999999999997</c:v>
                </c:pt>
                <c:pt idx="13940">
                  <c:v>35.799999999999997</c:v>
                </c:pt>
                <c:pt idx="13941">
                  <c:v>35.799999999999997</c:v>
                </c:pt>
                <c:pt idx="13942">
                  <c:v>35.85</c:v>
                </c:pt>
                <c:pt idx="13943">
                  <c:v>35.85</c:v>
                </c:pt>
                <c:pt idx="13944">
                  <c:v>35.85</c:v>
                </c:pt>
                <c:pt idx="13945">
                  <c:v>35.85</c:v>
                </c:pt>
                <c:pt idx="13946">
                  <c:v>35.85</c:v>
                </c:pt>
                <c:pt idx="13947">
                  <c:v>35.85</c:v>
                </c:pt>
                <c:pt idx="13948">
                  <c:v>35.85</c:v>
                </c:pt>
                <c:pt idx="13949">
                  <c:v>35.9</c:v>
                </c:pt>
                <c:pt idx="13950">
                  <c:v>35.9</c:v>
                </c:pt>
                <c:pt idx="13951">
                  <c:v>35.9</c:v>
                </c:pt>
                <c:pt idx="13952">
                  <c:v>35.9</c:v>
                </c:pt>
                <c:pt idx="13953">
                  <c:v>35.9</c:v>
                </c:pt>
                <c:pt idx="13954">
                  <c:v>35.9</c:v>
                </c:pt>
                <c:pt idx="13955">
                  <c:v>35.9</c:v>
                </c:pt>
                <c:pt idx="13956">
                  <c:v>35.9</c:v>
                </c:pt>
                <c:pt idx="13957">
                  <c:v>35.950000000000003</c:v>
                </c:pt>
                <c:pt idx="13958">
                  <c:v>35.950000000000003</c:v>
                </c:pt>
                <c:pt idx="13959">
                  <c:v>35.950000000000003</c:v>
                </c:pt>
                <c:pt idx="13960">
                  <c:v>35.950000000000003</c:v>
                </c:pt>
                <c:pt idx="13961">
                  <c:v>35.950000000000003</c:v>
                </c:pt>
                <c:pt idx="13962">
                  <c:v>35.950000000000003</c:v>
                </c:pt>
                <c:pt idx="13963">
                  <c:v>35.950000000000003</c:v>
                </c:pt>
                <c:pt idx="13964">
                  <c:v>35.950000000000003</c:v>
                </c:pt>
                <c:pt idx="13965">
                  <c:v>35.950000000000003</c:v>
                </c:pt>
                <c:pt idx="13966">
                  <c:v>35.950000000000003</c:v>
                </c:pt>
                <c:pt idx="13967">
                  <c:v>35.950000000000003</c:v>
                </c:pt>
                <c:pt idx="13968">
                  <c:v>36</c:v>
                </c:pt>
                <c:pt idx="13969">
                  <c:v>36</c:v>
                </c:pt>
                <c:pt idx="13970">
                  <c:v>36</c:v>
                </c:pt>
                <c:pt idx="13971">
                  <c:v>36</c:v>
                </c:pt>
                <c:pt idx="13972">
                  <c:v>36</c:v>
                </c:pt>
                <c:pt idx="13973">
                  <c:v>36</c:v>
                </c:pt>
                <c:pt idx="13974">
                  <c:v>36</c:v>
                </c:pt>
                <c:pt idx="13975">
                  <c:v>36</c:v>
                </c:pt>
                <c:pt idx="13976">
                  <c:v>36</c:v>
                </c:pt>
                <c:pt idx="13977">
                  <c:v>36</c:v>
                </c:pt>
                <c:pt idx="13978">
                  <c:v>36</c:v>
                </c:pt>
                <c:pt idx="13979">
                  <c:v>36.049999999999997</c:v>
                </c:pt>
                <c:pt idx="13980">
                  <c:v>36.049999999999997</c:v>
                </c:pt>
                <c:pt idx="13981">
                  <c:v>36.049999999999997</c:v>
                </c:pt>
                <c:pt idx="13982">
                  <c:v>36.049999999999997</c:v>
                </c:pt>
                <c:pt idx="13983">
                  <c:v>36.049999999999997</c:v>
                </c:pt>
                <c:pt idx="13984">
                  <c:v>36.049999999999997</c:v>
                </c:pt>
                <c:pt idx="13985">
                  <c:v>36.049999999999997</c:v>
                </c:pt>
                <c:pt idx="13986">
                  <c:v>36.049999999999997</c:v>
                </c:pt>
                <c:pt idx="13987">
                  <c:v>36.049999999999997</c:v>
                </c:pt>
                <c:pt idx="13988">
                  <c:v>36.1</c:v>
                </c:pt>
                <c:pt idx="13989">
                  <c:v>36.1</c:v>
                </c:pt>
                <c:pt idx="13990">
                  <c:v>36.1</c:v>
                </c:pt>
                <c:pt idx="13991">
                  <c:v>36.1</c:v>
                </c:pt>
                <c:pt idx="13992">
                  <c:v>36.1</c:v>
                </c:pt>
                <c:pt idx="13993">
                  <c:v>36.1</c:v>
                </c:pt>
                <c:pt idx="13994">
                  <c:v>36.1</c:v>
                </c:pt>
                <c:pt idx="13995">
                  <c:v>36.1</c:v>
                </c:pt>
                <c:pt idx="13996">
                  <c:v>36.1</c:v>
                </c:pt>
                <c:pt idx="13997">
                  <c:v>36.1</c:v>
                </c:pt>
                <c:pt idx="13998">
                  <c:v>36.15</c:v>
                </c:pt>
                <c:pt idx="13999">
                  <c:v>36.15</c:v>
                </c:pt>
                <c:pt idx="14000">
                  <c:v>36.15</c:v>
                </c:pt>
                <c:pt idx="14001">
                  <c:v>36.15</c:v>
                </c:pt>
                <c:pt idx="14002">
                  <c:v>36.15</c:v>
                </c:pt>
                <c:pt idx="14003">
                  <c:v>36.15</c:v>
                </c:pt>
                <c:pt idx="14004">
                  <c:v>36.15</c:v>
                </c:pt>
                <c:pt idx="14005">
                  <c:v>36.15</c:v>
                </c:pt>
                <c:pt idx="14006">
                  <c:v>36.15</c:v>
                </c:pt>
                <c:pt idx="14007">
                  <c:v>36.200000000000003</c:v>
                </c:pt>
                <c:pt idx="14008">
                  <c:v>36.200000000000003</c:v>
                </c:pt>
                <c:pt idx="14009">
                  <c:v>36.200000000000003</c:v>
                </c:pt>
                <c:pt idx="14010">
                  <c:v>36.200000000000003</c:v>
                </c:pt>
                <c:pt idx="14011">
                  <c:v>36.200000000000003</c:v>
                </c:pt>
                <c:pt idx="14012">
                  <c:v>36.200000000000003</c:v>
                </c:pt>
                <c:pt idx="14013">
                  <c:v>36.25</c:v>
                </c:pt>
                <c:pt idx="14014">
                  <c:v>36.25</c:v>
                </c:pt>
                <c:pt idx="14015">
                  <c:v>36.25</c:v>
                </c:pt>
                <c:pt idx="14016">
                  <c:v>36.25</c:v>
                </c:pt>
                <c:pt idx="14017">
                  <c:v>36.25</c:v>
                </c:pt>
                <c:pt idx="14018">
                  <c:v>36.25</c:v>
                </c:pt>
                <c:pt idx="14019">
                  <c:v>36.25</c:v>
                </c:pt>
                <c:pt idx="14020">
                  <c:v>36.25</c:v>
                </c:pt>
                <c:pt idx="14021">
                  <c:v>36.25</c:v>
                </c:pt>
                <c:pt idx="14022">
                  <c:v>36.299999999999997</c:v>
                </c:pt>
                <c:pt idx="14023">
                  <c:v>36.299999999999997</c:v>
                </c:pt>
                <c:pt idx="14024">
                  <c:v>36.299999999999997</c:v>
                </c:pt>
                <c:pt idx="14025">
                  <c:v>36.299999999999997</c:v>
                </c:pt>
                <c:pt idx="14026">
                  <c:v>36.299999999999997</c:v>
                </c:pt>
                <c:pt idx="14027">
                  <c:v>36.299999999999997</c:v>
                </c:pt>
                <c:pt idx="14028">
                  <c:v>36.299999999999997</c:v>
                </c:pt>
                <c:pt idx="14029">
                  <c:v>36.299999999999997</c:v>
                </c:pt>
                <c:pt idx="14030">
                  <c:v>36.299999999999997</c:v>
                </c:pt>
                <c:pt idx="14031">
                  <c:v>36.299999999999997</c:v>
                </c:pt>
                <c:pt idx="14032">
                  <c:v>36.299999999999997</c:v>
                </c:pt>
                <c:pt idx="14033">
                  <c:v>36.299999999999997</c:v>
                </c:pt>
                <c:pt idx="14034">
                  <c:v>36.35</c:v>
                </c:pt>
                <c:pt idx="14035">
                  <c:v>36.35</c:v>
                </c:pt>
                <c:pt idx="14036">
                  <c:v>36.35</c:v>
                </c:pt>
                <c:pt idx="14037">
                  <c:v>36.35</c:v>
                </c:pt>
                <c:pt idx="14038">
                  <c:v>36.35</c:v>
                </c:pt>
                <c:pt idx="14039">
                  <c:v>36.35</c:v>
                </c:pt>
                <c:pt idx="14040">
                  <c:v>36.4</c:v>
                </c:pt>
                <c:pt idx="14041">
                  <c:v>36.4</c:v>
                </c:pt>
                <c:pt idx="14042">
                  <c:v>36.4</c:v>
                </c:pt>
                <c:pt idx="14043">
                  <c:v>36.4</c:v>
                </c:pt>
                <c:pt idx="14044">
                  <c:v>36.4</c:v>
                </c:pt>
                <c:pt idx="14045">
                  <c:v>36.4</c:v>
                </c:pt>
                <c:pt idx="14046">
                  <c:v>36.4</c:v>
                </c:pt>
                <c:pt idx="14047">
                  <c:v>36.450000000000003</c:v>
                </c:pt>
                <c:pt idx="14048">
                  <c:v>36.450000000000003</c:v>
                </c:pt>
                <c:pt idx="14049">
                  <c:v>36.450000000000003</c:v>
                </c:pt>
                <c:pt idx="14050">
                  <c:v>36.450000000000003</c:v>
                </c:pt>
                <c:pt idx="14051">
                  <c:v>36.450000000000003</c:v>
                </c:pt>
                <c:pt idx="14052">
                  <c:v>36.450000000000003</c:v>
                </c:pt>
                <c:pt idx="14053">
                  <c:v>36.450000000000003</c:v>
                </c:pt>
                <c:pt idx="14054">
                  <c:v>36.450000000000003</c:v>
                </c:pt>
                <c:pt idx="14055">
                  <c:v>36.450000000000003</c:v>
                </c:pt>
                <c:pt idx="14056">
                  <c:v>36.450000000000003</c:v>
                </c:pt>
                <c:pt idx="14057">
                  <c:v>36.450000000000003</c:v>
                </c:pt>
                <c:pt idx="14058">
                  <c:v>36.450000000000003</c:v>
                </c:pt>
                <c:pt idx="14059">
                  <c:v>36.5</c:v>
                </c:pt>
                <c:pt idx="14060">
                  <c:v>36.5</c:v>
                </c:pt>
                <c:pt idx="14061">
                  <c:v>36.5</c:v>
                </c:pt>
                <c:pt idx="14062">
                  <c:v>36.5</c:v>
                </c:pt>
                <c:pt idx="14063">
                  <c:v>36.5</c:v>
                </c:pt>
                <c:pt idx="14064">
                  <c:v>36.5</c:v>
                </c:pt>
                <c:pt idx="14065">
                  <c:v>36.5</c:v>
                </c:pt>
                <c:pt idx="14066">
                  <c:v>36.5</c:v>
                </c:pt>
                <c:pt idx="14067">
                  <c:v>36.5</c:v>
                </c:pt>
                <c:pt idx="14068">
                  <c:v>36.5</c:v>
                </c:pt>
                <c:pt idx="14069">
                  <c:v>36.549999999999997</c:v>
                </c:pt>
                <c:pt idx="14070">
                  <c:v>36.549999999999997</c:v>
                </c:pt>
                <c:pt idx="14071">
                  <c:v>36.549999999999997</c:v>
                </c:pt>
                <c:pt idx="14072">
                  <c:v>36.549999999999997</c:v>
                </c:pt>
                <c:pt idx="14073">
                  <c:v>36.549999999999997</c:v>
                </c:pt>
                <c:pt idx="14074">
                  <c:v>36.549999999999997</c:v>
                </c:pt>
                <c:pt idx="14075">
                  <c:v>36.6</c:v>
                </c:pt>
                <c:pt idx="14076">
                  <c:v>36.6</c:v>
                </c:pt>
                <c:pt idx="14077">
                  <c:v>36.6</c:v>
                </c:pt>
                <c:pt idx="14078">
                  <c:v>36.6</c:v>
                </c:pt>
                <c:pt idx="14079">
                  <c:v>36.6</c:v>
                </c:pt>
                <c:pt idx="14080">
                  <c:v>36.6</c:v>
                </c:pt>
                <c:pt idx="14081">
                  <c:v>36.6</c:v>
                </c:pt>
                <c:pt idx="14082">
                  <c:v>36.6</c:v>
                </c:pt>
                <c:pt idx="14083">
                  <c:v>36.6</c:v>
                </c:pt>
                <c:pt idx="14084">
                  <c:v>36.65</c:v>
                </c:pt>
                <c:pt idx="14085">
                  <c:v>36.65</c:v>
                </c:pt>
                <c:pt idx="14086">
                  <c:v>36.65</c:v>
                </c:pt>
                <c:pt idx="14087">
                  <c:v>36.65</c:v>
                </c:pt>
                <c:pt idx="14088">
                  <c:v>36.65</c:v>
                </c:pt>
                <c:pt idx="14089">
                  <c:v>36.65</c:v>
                </c:pt>
                <c:pt idx="14090">
                  <c:v>36.65</c:v>
                </c:pt>
                <c:pt idx="14091">
                  <c:v>36.65</c:v>
                </c:pt>
                <c:pt idx="14092">
                  <c:v>36.65</c:v>
                </c:pt>
                <c:pt idx="14093">
                  <c:v>36.65</c:v>
                </c:pt>
                <c:pt idx="14094">
                  <c:v>36.65</c:v>
                </c:pt>
                <c:pt idx="14095">
                  <c:v>36.700000000000003</c:v>
                </c:pt>
                <c:pt idx="14096">
                  <c:v>36.700000000000003</c:v>
                </c:pt>
                <c:pt idx="14097">
                  <c:v>36.700000000000003</c:v>
                </c:pt>
                <c:pt idx="14098">
                  <c:v>36.700000000000003</c:v>
                </c:pt>
                <c:pt idx="14099">
                  <c:v>36.700000000000003</c:v>
                </c:pt>
                <c:pt idx="14100">
                  <c:v>36.700000000000003</c:v>
                </c:pt>
                <c:pt idx="14101">
                  <c:v>36.700000000000003</c:v>
                </c:pt>
                <c:pt idx="14102">
                  <c:v>36.75</c:v>
                </c:pt>
                <c:pt idx="14103">
                  <c:v>36.75</c:v>
                </c:pt>
                <c:pt idx="14104">
                  <c:v>36.75</c:v>
                </c:pt>
                <c:pt idx="14105">
                  <c:v>36.75</c:v>
                </c:pt>
                <c:pt idx="14106">
                  <c:v>36.75</c:v>
                </c:pt>
                <c:pt idx="14107">
                  <c:v>36.75</c:v>
                </c:pt>
                <c:pt idx="14108">
                  <c:v>36.75</c:v>
                </c:pt>
                <c:pt idx="14109">
                  <c:v>36.75</c:v>
                </c:pt>
                <c:pt idx="14110">
                  <c:v>36.799999999999997</c:v>
                </c:pt>
                <c:pt idx="14111">
                  <c:v>36.799999999999997</c:v>
                </c:pt>
                <c:pt idx="14112">
                  <c:v>36.799999999999997</c:v>
                </c:pt>
                <c:pt idx="14113">
                  <c:v>36.799999999999997</c:v>
                </c:pt>
                <c:pt idx="14114">
                  <c:v>36.799999999999997</c:v>
                </c:pt>
                <c:pt idx="14115">
                  <c:v>36.799999999999997</c:v>
                </c:pt>
                <c:pt idx="14116">
                  <c:v>36.799999999999997</c:v>
                </c:pt>
                <c:pt idx="14117">
                  <c:v>36.799999999999997</c:v>
                </c:pt>
                <c:pt idx="14118">
                  <c:v>36.799999999999997</c:v>
                </c:pt>
                <c:pt idx="14119">
                  <c:v>36.85</c:v>
                </c:pt>
                <c:pt idx="14120">
                  <c:v>36.85</c:v>
                </c:pt>
                <c:pt idx="14121">
                  <c:v>36.85</c:v>
                </c:pt>
                <c:pt idx="14122">
                  <c:v>36.85</c:v>
                </c:pt>
                <c:pt idx="14123">
                  <c:v>36.85</c:v>
                </c:pt>
                <c:pt idx="14124">
                  <c:v>36.85</c:v>
                </c:pt>
                <c:pt idx="14125">
                  <c:v>36.85</c:v>
                </c:pt>
                <c:pt idx="14126">
                  <c:v>36.85</c:v>
                </c:pt>
                <c:pt idx="14127">
                  <c:v>36.85</c:v>
                </c:pt>
                <c:pt idx="14128">
                  <c:v>36.9</c:v>
                </c:pt>
                <c:pt idx="14129">
                  <c:v>36.9</c:v>
                </c:pt>
                <c:pt idx="14130">
                  <c:v>36.9</c:v>
                </c:pt>
                <c:pt idx="14131">
                  <c:v>36.9</c:v>
                </c:pt>
                <c:pt idx="14132">
                  <c:v>36.9</c:v>
                </c:pt>
                <c:pt idx="14133">
                  <c:v>36.9</c:v>
                </c:pt>
                <c:pt idx="14134">
                  <c:v>36.9</c:v>
                </c:pt>
                <c:pt idx="14135">
                  <c:v>36.9</c:v>
                </c:pt>
                <c:pt idx="14136">
                  <c:v>36.950000000000003</c:v>
                </c:pt>
                <c:pt idx="14137">
                  <c:v>36.950000000000003</c:v>
                </c:pt>
                <c:pt idx="14138">
                  <c:v>36.950000000000003</c:v>
                </c:pt>
                <c:pt idx="14139">
                  <c:v>36.950000000000003</c:v>
                </c:pt>
                <c:pt idx="14140">
                  <c:v>36.950000000000003</c:v>
                </c:pt>
                <c:pt idx="14141">
                  <c:v>36.950000000000003</c:v>
                </c:pt>
                <c:pt idx="14142">
                  <c:v>36.950000000000003</c:v>
                </c:pt>
                <c:pt idx="14143">
                  <c:v>36.950000000000003</c:v>
                </c:pt>
                <c:pt idx="14144">
                  <c:v>36.950000000000003</c:v>
                </c:pt>
                <c:pt idx="14145">
                  <c:v>36.950000000000003</c:v>
                </c:pt>
                <c:pt idx="14146">
                  <c:v>36.950000000000003</c:v>
                </c:pt>
                <c:pt idx="14147">
                  <c:v>36.950000000000003</c:v>
                </c:pt>
                <c:pt idx="14148">
                  <c:v>37</c:v>
                </c:pt>
                <c:pt idx="14149">
                  <c:v>37</c:v>
                </c:pt>
                <c:pt idx="14150">
                  <c:v>37</c:v>
                </c:pt>
                <c:pt idx="14151">
                  <c:v>37</c:v>
                </c:pt>
                <c:pt idx="14152">
                  <c:v>37</c:v>
                </c:pt>
                <c:pt idx="14153">
                  <c:v>37</c:v>
                </c:pt>
                <c:pt idx="14154">
                  <c:v>37</c:v>
                </c:pt>
                <c:pt idx="14155">
                  <c:v>37</c:v>
                </c:pt>
                <c:pt idx="14156">
                  <c:v>37</c:v>
                </c:pt>
                <c:pt idx="14157">
                  <c:v>37</c:v>
                </c:pt>
                <c:pt idx="14158">
                  <c:v>37.049999999999997</c:v>
                </c:pt>
                <c:pt idx="14159">
                  <c:v>37.049999999999997</c:v>
                </c:pt>
                <c:pt idx="14160">
                  <c:v>37.049999999999997</c:v>
                </c:pt>
                <c:pt idx="14161">
                  <c:v>37.049999999999997</c:v>
                </c:pt>
                <c:pt idx="14162">
                  <c:v>37.049999999999997</c:v>
                </c:pt>
                <c:pt idx="14163">
                  <c:v>37.049999999999997</c:v>
                </c:pt>
                <c:pt idx="14164">
                  <c:v>37.049999999999997</c:v>
                </c:pt>
                <c:pt idx="14165">
                  <c:v>37.1</c:v>
                </c:pt>
                <c:pt idx="14166">
                  <c:v>37.1</c:v>
                </c:pt>
                <c:pt idx="14167">
                  <c:v>37.1</c:v>
                </c:pt>
                <c:pt idx="14168">
                  <c:v>37.1</c:v>
                </c:pt>
                <c:pt idx="14169">
                  <c:v>37.1</c:v>
                </c:pt>
                <c:pt idx="14170">
                  <c:v>37.1</c:v>
                </c:pt>
                <c:pt idx="14171">
                  <c:v>37.1</c:v>
                </c:pt>
                <c:pt idx="14172">
                  <c:v>37.15</c:v>
                </c:pt>
                <c:pt idx="14173">
                  <c:v>37.15</c:v>
                </c:pt>
                <c:pt idx="14174">
                  <c:v>37.15</c:v>
                </c:pt>
                <c:pt idx="14175">
                  <c:v>37.15</c:v>
                </c:pt>
                <c:pt idx="14176">
                  <c:v>37.15</c:v>
                </c:pt>
                <c:pt idx="14177">
                  <c:v>37.15</c:v>
                </c:pt>
                <c:pt idx="14178">
                  <c:v>37.15</c:v>
                </c:pt>
                <c:pt idx="14179">
                  <c:v>37.15</c:v>
                </c:pt>
                <c:pt idx="14180">
                  <c:v>37.15</c:v>
                </c:pt>
                <c:pt idx="14181">
                  <c:v>37.15</c:v>
                </c:pt>
                <c:pt idx="14182">
                  <c:v>37.200000000000003</c:v>
                </c:pt>
                <c:pt idx="14183">
                  <c:v>37.200000000000003</c:v>
                </c:pt>
                <c:pt idx="14184">
                  <c:v>37.200000000000003</c:v>
                </c:pt>
                <c:pt idx="14185">
                  <c:v>37.200000000000003</c:v>
                </c:pt>
                <c:pt idx="14186">
                  <c:v>37.200000000000003</c:v>
                </c:pt>
                <c:pt idx="14187">
                  <c:v>37.200000000000003</c:v>
                </c:pt>
                <c:pt idx="14188">
                  <c:v>37.200000000000003</c:v>
                </c:pt>
                <c:pt idx="14189">
                  <c:v>37.200000000000003</c:v>
                </c:pt>
                <c:pt idx="14190">
                  <c:v>37.25</c:v>
                </c:pt>
                <c:pt idx="14191">
                  <c:v>37.25</c:v>
                </c:pt>
                <c:pt idx="14192">
                  <c:v>37.25</c:v>
                </c:pt>
                <c:pt idx="14193">
                  <c:v>37.25</c:v>
                </c:pt>
                <c:pt idx="14194">
                  <c:v>37.25</c:v>
                </c:pt>
                <c:pt idx="14195">
                  <c:v>37.25</c:v>
                </c:pt>
                <c:pt idx="14196">
                  <c:v>37.299999999999997</c:v>
                </c:pt>
                <c:pt idx="14197">
                  <c:v>37.299999999999997</c:v>
                </c:pt>
                <c:pt idx="14198">
                  <c:v>37.299999999999997</c:v>
                </c:pt>
                <c:pt idx="14199">
                  <c:v>37.299999999999997</c:v>
                </c:pt>
                <c:pt idx="14200">
                  <c:v>37.299999999999997</c:v>
                </c:pt>
                <c:pt idx="14201">
                  <c:v>37.299999999999997</c:v>
                </c:pt>
                <c:pt idx="14202">
                  <c:v>37.35</c:v>
                </c:pt>
                <c:pt idx="14203">
                  <c:v>37.35</c:v>
                </c:pt>
                <c:pt idx="14204">
                  <c:v>37.35</c:v>
                </c:pt>
                <c:pt idx="14205">
                  <c:v>37.35</c:v>
                </c:pt>
                <c:pt idx="14206">
                  <c:v>37.35</c:v>
                </c:pt>
                <c:pt idx="14207">
                  <c:v>37.35</c:v>
                </c:pt>
                <c:pt idx="14208">
                  <c:v>37.35</c:v>
                </c:pt>
                <c:pt idx="14209">
                  <c:v>37.35</c:v>
                </c:pt>
                <c:pt idx="14210">
                  <c:v>37.4</c:v>
                </c:pt>
                <c:pt idx="14211">
                  <c:v>37.4</c:v>
                </c:pt>
                <c:pt idx="14212">
                  <c:v>37.4</c:v>
                </c:pt>
                <c:pt idx="14213">
                  <c:v>37.4</c:v>
                </c:pt>
                <c:pt idx="14214">
                  <c:v>37.4</c:v>
                </c:pt>
                <c:pt idx="14215">
                  <c:v>37.4</c:v>
                </c:pt>
                <c:pt idx="14216">
                  <c:v>37.4</c:v>
                </c:pt>
                <c:pt idx="14217">
                  <c:v>37.4</c:v>
                </c:pt>
                <c:pt idx="14218">
                  <c:v>37.4</c:v>
                </c:pt>
                <c:pt idx="14219">
                  <c:v>37.4</c:v>
                </c:pt>
                <c:pt idx="14220">
                  <c:v>37.450000000000003</c:v>
                </c:pt>
                <c:pt idx="14221">
                  <c:v>37.450000000000003</c:v>
                </c:pt>
                <c:pt idx="14222">
                  <c:v>37.450000000000003</c:v>
                </c:pt>
                <c:pt idx="14223">
                  <c:v>37.450000000000003</c:v>
                </c:pt>
                <c:pt idx="14224">
                  <c:v>37.450000000000003</c:v>
                </c:pt>
                <c:pt idx="14225">
                  <c:v>37.450000000000003</c:v>
                </c:pt>
                <c:pt idx="14226">
                  <c:v>37.5</c:v>
                </c:pt>
                <c:pt idx="14227">
                  <c:v>37.5</c:v>
                </c:pt>
                <c:pt idx="14228">
                  <c:v>37.5</c:v>
                </c:pt>
                <c:pt idx="14229">
                  <c:v>37.5</c:v>
                </c:pt>
                <c:pt idx="14230">
                  <c:v>37.5</c:v>
                </c:pt>
                <c:pt idx="14231">
                  <c:v>37.5</c:v>
                </c:pt>
                <c:pt idx="14232">
                  <c:v>37.549999999999997</c:v>
                </c:pt>
                <c:pt idx="14233">
                  <c:v>37.549999999999997</c:v>
                </c:pt>
                <c:pt idx="14234">
                  <c:v>37.549999999999997</c:v>
                </c:pt>
                <c:pt idx="14235">
                  <c:v>37.549999999999997</c:v>
                </c:pt>
                <c:pt idx="14236">
                  <c:v>37.549999999999997</c:v>
                </c:pt>
                <c:pt idx="14237">
                  <c:v>37.549999999999997</c:v>
                </c:pt>
                <c:pt idx="14238">
                  <c:v>37.549999999999997</c:v>
                </c:pt>
                <c:pt idx="14239">
                  <c:v>37.549999999999997</c:v>
                </c:pt>
                <c:pt idx="14240">
                  <c:v>37.6</c:v>
                </c:pt>
                <c:pt idx="14241">
                  <c:v>37.6</c:v>
                </c:pt>
                <c:pt idx="14242">
                  <c:v>37.6</c:v>
                </c:pt>
                <c:pt idx="14243">
                  <c:v>37.6</c:v>
                </c:pt>
                <c:pt idx="14244">
                  <c:v>37.6</c:v>
                </c:pt>
                <c:pt idx="14245">
                  <c:v>37.6</c:v>
                </c:pt>
                <c:pt idx="14246">
                  <c:v>37.6</c:v>
                </c:pt>
                <c:pt idx="14247">
                  <c:v>37.65</c:v>
                </c:pt>
                <c:pt idx="14248">
                  <c:v>37.65</c:v>
                </c:pt>
                <c:pt idx="14249">
                  <c:v>37.65</c:v>
                </c:pt>
                <c:pt idx="14250">
                  <c:v>37.65</c:v>
                </c:pt>
                <c:pt idx="14251">
                  <c:v>37.65</c:v>
                </c:pt>
                <c:pt idx="14252">
                  <c:v>37.65</c:v>
                </c:pt>
                <c:pt idx="14253">
                  <c:v>37.65</c:v>
                </c:pt>
                <c:pt idx="14254">
                  <c:v>37.700000000000003</c:v>
                </c:pt>
                <c:pt idx="14255">
                  <c:v>37.700000000000003</c:v>
                </c:pt>
                <c:pt idx="14256">
                  <c:v>37.700000000000003</c:v>
                </c:pt>
                <c:pt idx="14257">
                  <c:v>37.700000000000003</c:v>
                </c:pt>
                <c:pt idx="14258">
                  <c:v>37.700000000000003</c:v>
                </c:pt>
                <c:pt idx="14259">
                  <c:v>37.700000000000003</c:v>
                </c:pt>
                <c:pt idx="14260">
                  <c:v>37.75</c:v>
                </c:pt>
                <c:pt idx="14261">
                  <c:v>37.75</c:v>
                </c:pt>
                <c:pt idx="14262">
                  <c:v>37.75</c:v>
                </c:pt>
                <c:pt idx="14263">
                  <c:v>37.75</c:v>
                </c:pt>
                <c:pt idx="14264">
                  <c:v>37.75</c:v>
                </c:pt>
                <c:pt idx="14265">
                  <c:v>37.799999999999997</c:v>
                </c:pt>
                <c:pt idx="14266">
                  <c:v>37.799999999999997</c:v>
                </c:pt>
                <c:pt idx="14267">
                  <c:v>37.799999999999997</c:v>
                </c:pt>
                <c:pt idx="14268">
                  <c:v>37.799999999999997</c:v>
                </c:pt>
                <c:pt idx="14269">
                  <c:v>37.799999999999997</c:v>
                </c:pt>
                <c:pt idx="14270">
                  <c:v>37.799999999999997</c:v>
                </c:pt>
                <c:pt idx="14271">
                  <c:v>37.799999999999997</c:v>
                </c:pt>
                <c:pt idx="14272">
                  <c:v>37.799999999999997</c:v>
                </c:pt>
                <c:pt idx="14273">
                  <c:v>37.85</c:v>
                </c:pt>
                <c:pt idx="14274">
                  <c:v>37.85</c:v>
                </c:pt>
                <c:pt idx="14275">
                  <c:v>37.85</c:v>
                </c:pt>
                <c:pt idx="14276">
                  <c:v>37.85</c:v>
                </c:pt>
                <c:pt idx="14277">
                  <c:v>37.85</c:v>
                </c:pt>
                <c:pt idx="14278">
                  <c:v>37.85</c:v>
                </c:pt>
                <c:pt idx="14279">
                  <c:v>37.85</c:v>
                </c:pt>
                <c:pt idx="14280">
                  <c:v>37.9</c:v>
                </c:pt>
                <c:pt idx="14281">
                  <c:v>37.9</c:v>
                </c:pt>
                <c:pt idx="14282">
                  <c:v>37.9</c:v>
                </c:pt>
                <c:pt idx="14283">
                  <c:v>37.9</c:v>
                </c:pt>
                <c:pt idx="14284">
                  <c:v>37.9</c:v>
                </c:pt>
                <c:pt idx="14285">
                  <c:v>37.9</c:v>
                </c:pt>
                <c:pt idx="14286">
                  <c:v>37.9</c:v>
                </c:pt>
                <c:pt idx="14287">
                  <c:v>37.9</c:v>
                </c:pt>
                <c:pt idx="14288">
                  <c:v>37.9</c:v>
                </c:pt>
                <c:pt idx="14289">
                  <c:v>37.9</c:v>
                </c:pt>
                <c:pt idx="14290">
                  <c:v>37.950000000000003</c:v>
                </c:pt>
                <c:pt idx="14291">
                  <c:v>37.950000000000003</c:v>
                </c:pt>
                <c:pt idx="14292">
                  <c:v>37.950000000000003</c:v>
                </c:pt>
                <c:pt idx="14293">
                  <c:v>37.950000000000003</c:v>
                </c:pt>
                <c:pt idx="14294">
                  <c:v>37.950000000000003</c:v>
                </c:pt>
                <c:pt idx="14295">
                  <c:v>37.950000000000003</c:v>
                </c:pt>
                <c:pt idx="14296">
                  <c:v>38</c:v>
                </c:pt>
                <c:pt idx="14297">
                  <c:v>38</c:v>
                </c:pt>
                <c:pt idx="14298">
                  <c:v>38</c:v>
                </c:pt>
                <c:pt idx="14299">
                  <c:v>38</c:v>
                </c:pt>
                <c:pt idx="14300">
                  <c:v>38.049999999999997</c:v>
                </c:pt>
                <c:pt idx="14301">
                  <c:v>38.049999999999997</c:v>
                </c:pt>
                <c:pt idx="14302">
                  <c:v>38.049999999999997</c:v>
                </c:pt>
                <c:pt idx="14303">
                  <c:v>38.049999999999997</c:v>
                </c:pt>
                <c:pt idx="14304">
                  <c:v>38.049999999999997</c:v>
                </c:pt>
                <c:pt idx="14305">
                  <c:v>38.1</c:v>
                </c:pt>
                <c:pt idx="14306">
                  <c:v>38.1</c:v>
                </c:pt>
                <c:pt idx="14307">
                  <c:v>38.1</c:v>
                </c:pt>
                <c:pt idx="14308">
                  <c:v>38.1</c:v>
                </c:pt>
                <c:pt idx="14309">
                  <c:v>38.1</c:v>
                </c:pt>
                <c:pt idx="14310">
                  <c:v>38.1</c:v>
                </c:pt>
                <c:pt idx="14311">
                  <c:v>38.1</c:v>
                </c:pt>
                <c:pt idx="14312">
                  <c:v>38.1</c:v>
                </c:pt>
                <c:pt idx="14313">
                  <c:v>38.15</c:v>
                </c:pt>
                <c:pt idx="14314">
                  <c:v>38.15</c:v>
                </c:pt>
                <c:pt idx="14315">
                  <c:v>38.15</c:v>
                </c:pt>
                <c:pt idx="14316">
                  <c:v>38.15</c:v>
                </c:pt>
                <c:pt idx="14317">
                  <c:v>38.15</c:v>
                </c:pt>
                <c:pt idx="14318">
                  <c:v>38.200000000000003</c:v>
                </c:pt>
                <c:pt idx="14319">
                  <c:v>38.200000000000003</c:v>
                </c:pt>
                <c:pt idx="14320">
                  <c:v>38.200000000000003</c:v>
                </c:pt>
                <c:pt idx="14321">
                  <c:v>38.200000000000003</c:v>
                </c:pt>
                <c:pt idx="14322">
                  <c:v>38.200000000000003</c:v>
                </c:pt>
                <c:pt idx="14323">
                  <c:v>38.200000000000003</c:v>
                </c:pt>
                <c:pt idx="14324">
                  <c:v>38.25</c:v>
                </c:pt>
                <c:pt idx="14325">
                  <c:v>38.25</c:v>
                </c:pt>
                <c:pt idx="14326">
                  <c:v>38.25</c:v>
                </c:pt>
                <c:pt idx="14327">
                  <c:v>38.25</c:v>
                </c:pt>
                <c:pt idx="14328">
                  <c:v>38.299999999999997</c:v>
                </c:pt>
                <c:pt idx="14329">
                  <c:v>38.299999999999997</c:v>
                </c:pt>
                <c:pt idx="14330">
                  <c:v>38.299999999999997</c:v>
                </c:pt>
                <c:pt idx="14331">
                  <c:v>38.299999999999997</c:v>
                </c:pt>
                <c:pt idx="14332">
                  <c:v>38.299999999999997</c:v>
                </c:pt>
                <c:pt idx="14333">
                  <c:v>38.299999999999997</c:v>
                </c:pt>
                <c:pt idx="14334">
                  <c:v>38.35</c:v>
                </c:pt>
                <c:pt idx="14335">
                  <c:v>38.35</c:v>
                </c:pt>
                <c:pt idx="14336">
                  <c:v>38.35</c:v>
                </c:pt>
                <c:pt idx="14337">
                  <c:v>38.35</c:v>
                </c:pt>
                <c:pt idx="14338">
                  <c:v>38.35</c:v>
                </c:pt>
                <c:pt idx="14339">
                  <c:v>38.4</c:v>
                </c:pt>
                <c:pt idx="14340">
                  <c:v>38.4</c:v>
                </c:pt>
                <c:pt idx="14341">
                  <c:v>38.4</c:v>
                </c:pt>
                <c:pt idx="14342">
                  <c:v>38.4</c:v>
                </c:pt>
                <c:pt idx="14343">
                  <c:v>38.4</c:v>
                </c:pt>
                <c:pt idx="14344">
                  <c:v>38.450000000000003</c:v>
                </c:pt>
                <c:pt idx="14345">
                  <c:v>38.450000000000003</c:v>
                </c:pt>
                <c:pt idx="14346">
                  <c:v>38.450000000000003</c:v>
                </c:pt>
                <c:pt idx="14347">
                  <c:v>38.450000000000003</c:v>
                </c:pt>
                <c:pt idx="14348">
                  <c:v>38.5</c:v>
                </c:pt>
                <c:pt idx="14349">
                  <c:v>38.5</c:v>
                </c:pt>
                <c:pt idx="14350">
                  <c:v>38.5</c:v>
                </c:pt>
                <c:pt idx="14351">
                  <c:v>38.5</c:v>
                </c:pt>
                <c:pt idx="14352">
                  <c:v>38.5</c:v>
                </c:pt>
                <c:pt idx="14353">
                  <c:v>38.549999999999997</c:v>
                </c:pt>
                <c:pt idx="14354">
                  <c:v>38.549999999999997</c:v>
                </c:pt>
                <c:pt idx="14355">
                  <c:v>38.549999999999997</c:v>
                </c:pt>
                <c:pt idx="14356">
                  <c:v>38.6</c:v>
                </c:pt>
                <c:pt idx="14357">
                  <c:v>38.6</c:v>
                </c:pt>
                <c:pt idx="14358">
                  <c:v>38.6</c:v>
                </c:pt>
                <c:pt idx="14359">
                  <c:v>38.6</c:v>
                </c:pt>
                <c:pt idx="14360">
                  <c:v>38.6</c:v>
                </c:pt>
                <c:pt idx="14361">
                  <c:v>38.65</c:v>
                </c:pt>
                <c:pt idx="14362">
                  <c:v>38.65</c:v>
                </c:pt>
                <c:pt idx="14363">
                  <c:v>38.65</c:v>
                </c:pt>
                <c:pt idx="14364">
                  <c:v>38.65</c:v>
                </c:pt>
                <c:pt idx="14365">
                  <c:v>38.700000000000003</c:v>
                </c:pt>
                <c:pt idx="14366">
                  <c:v>38.700000000000003</c:v>
                </c:pt>
                <c:pt idx="14367">
                  <c:v>38.700000000000003</c:v>
                </c:pt>
                <c:pt idx="14368">
                  <c:v>38.700000000000003</c:v>
                </c:pt>
                <c:pt idx="14369">
                  <c:v>38.700000000000003</c:v>
                </c:pt>
                <c:pt idx="14370">
                  <c:v>38.75</c:v>
                </c:pt>
                <c:pt idx="14371">
                  <c:v>38.75</c:v>
                </c:pt>
                <c:pt idx="14372">
                  <c:v>38.75</c:v>
                </c:pt>
                <c:pt idx="14373">
                  <c:v>38.75</c:v>
                </c:pt>
                <c:pt idx="14374">
                  <c:v>38.799999999999997</c:v>
                </c:pt>
                <c:pt idx="14375">
                  <c:v>38.799999999999997</c:v>
                </c:pt>
                <c:pt idx="14376">
                  <c:v>38.799999999999997</c:v>
                </c:pt>
                <c:pt idx="14377">
                  <c:v>38.799999999999997</c:v>
                </c:pt>
                <c:pt idx="14378">
                  <c:v>38.799999999999997</c:v>
                </c:pt>
                <c:pt idx="14379">
                  <c:v>38.799999999999997</c:v>
                </c:pt>
                <c:pt idx="14380">
                  <c:v>38.799999999999997</c:v>
                </c:pt>
                <c:pt idx="14381">
                  <c:v>38.85</c:v>
                </c:pt>
                <c:pt idx="14382">
                  <c:v>38.85</c:v>
                </c:pt>
                <c:pt idx="14383">
                  <c:v>38.85</c:v>
                </c:pt>
                <c:pt idx="14384">
                  <c:v>38.9</c:v>
                </c:pt>
                <c:pt idx="14385">
                  <c:v>38.9</c:v>
                </c:pt>
                <c:pt idx="14386">
                  <c:v>38.9</c:v>
                </c:pt>
                <c:pt idx="14387">
                  <c:v>38.9</c:v>
                </c:pt>
                <c:pt idx="14388">
                  <c:v>38.9</c:v>
                </c:pt>
                <c:pt idx="14389">
                  <c:v>38.950000000000003</c:v>
                </c:pt>
                <c:pt idx="14390">
                  <c:v>38.950000000000003</c:v>
                </c:pt>
                <c:pt idx="14391">
                  <c:v>38.950000000000003</c:v>
                </c:pt>
                <c:pt idx="14392">
                  <c:v>39</c:v>
                </c:pt>
                <c:pt idx="14393">
                  <c:v>39</c:v>
                </c:pt>
                <c:pt idx="14394">
                  <c:v>39</c:v>
                </c:pt>
                <c:pt idx="14395">
                  <c:v>39</c:v>
                </c:pt>
                <c:pt idx="14396">
                  <c:v>39.049999999999997</c:v>
                </c:pt>
                <c:pt idx="14397">
                  <c:v>39.049999999999997</c:v>
                </c:pt>
                <c:pt idx="14398">
                  <c:v>39.049999999999997</c:v>
                </c:pt>
                <c:pt idx="14399">
                  <c:v>39.1</c:v>
                </c:pt>
                <c:pt idx="14400">
                  <c:v>39.1</c:v>
                </c:pt>
                <c:pt idx="14401">
                  <c:v>39.1</c:v>
                </c:pt>
                <c:pt idx="14402">
                  <c:v>39.1</c:v>
                </c:pt>
                <c:pt idx="14403">
                  <c:v>39.15</c:v>
                </c:pt>
                <c:pt idx="14404">
                  <c:v>39.15</c:v>
                </c:pt>
                <c:pt idx="14405">
                  <c:v>39.15</c:v>
                </c:pt>
                <c:pt idx="14406">
                  <c:v>39.200000000000003</c:v>
                </c:pt>
                <c:pt idx="14407">
                  <c:v>39.200000000000003</c:v>
                </c:pt>
                <c:pt idx="14408">
                  <c:v>39.200000000000003</c:v>
                </c:pt>
                <c:pt idx="14409">
                  <c:v>39.25</c:v>
                </c:pt>
                <c:pt idx="14410">
                  <c:v>39.25</c:v>
                </c:pt>
                <c:pt idx="14411">
                  <c:v>39.25</c:v>
                </c:pt>
                <c:pt idx="14412">
                  <c:v>39.25</c:v>
                </c:pt>
                <c:pt idx="14413">
                  <c:v>39.25</c:v>
                </c:pt>
                <c:pt idx="14414">
                  <c:v>39.299999999999997</c:v>
                </c:pt>
                <c:pt idx="14415">
                  <c:v>39.299999999999997</c:v>
                </c:pt>
                <c:pt idx="14416">
                  <c:v>39.299999999999997</c:v>
                </c:pt>
                <c:pt idx="14417">
                  <c:v>39.35</c:v>
                </c:pt>
                <c:pt idx="14418">
                  <c:v>39.35</c:v>
                </c:pt>
                <c:pt idx="14419">
                  <c:v>39.35</c:v>
                </c:pt>
                <c:pt idx="14420">
                  <c:v>39.4</c:v>
                </c:pt>
                <c:pt idx="14421">
                  <c:v>39.4</c:v>
                </c:pt>
                <c:pt idx="14422">
                  <c:v>39.4</c:v>
                </c:pt>
                <c:pt idx="14423">
                  <c:v>39.450000000000003</c:v>
                </c:pt>
                <c:pt idx="14424">
                  <c:v>39.450000000000003</c:v>
                </c:pt>
                <c:pt idx="14425">
                  <c:v>39.450000000000003</c:v>
                </c:pt>
                <c:pt idx="14426">
                  <c:v>39.5</c:v>
                </c:pt>
                <c:pt idx="14427">
                  <c:v>39.5</c:v>
                </c:pt>
                <c:pt idx="14428">
                  <c:v>39.5</c:v>
                </c:pt>
                <c:pt idx="14429">
                  <c:v>39.549999999999997</c:v>
                </c:pt>
                <c:pt idx="14430">
                  <c:v>39.549999999999997</c:v>
                </c:pt>
                <c:pt idx="14431">
                  <c:v>39.549999999999997</c:v>
                </c:pt>
                <c:pt idx="14432">
                  <c:v>39.6</c:v>
                </c:pt>
                <c:pt idx="14433">
                  <c:v>39.6</c:v>
                </c:pt>
                <c:pt idx="14434">
                  <c:v>39.65</c:v>
                </c:pt>
                <c:pt idx="14435">
                  <c:v>39.65</c:v>
                </c:pt>
                <c:pt idx="14436">
                  <c:v>39.65</c:v>
                </c:pt>
                <c:pt idx="14437">
                  <c:v>39.700000000000003</c:v>
                </c:pt>
                <c:pt idx="14438">
                  <c:v>39.700000000000003</c:v>
                </c:pt>
                <c:pt idx="14439">
                  <c:v>39.700000000000003</c:v>
                </c:pt>
                <c:pt idx="14440">
                  <c:v>39.75</c:v>
                </c:pt>
                <c:pt idx="14441">
                  <c:v>39.75</c:v>
                </c:pt>
                <c:pt idx="14442">
                  <c:v>39.75</c:v>
                </c:pt>
                <c:pt idx="14443">
                  <c:v>39.75</c:v>
                </c:pt>
                <c:pt idx="14444">
                  <c:v>39.799999999999997</c:v>
                </c:pt>
                <c:pt idx="14445">
                  <c:v>39.799999999999997</c:v>
                </c:pt>
                <c:pt idx="14446">
                  <c:v>39.85</c:v>
                </c:pt>
                <c:pt idx="14447">
                  <c:v>39.85</c:v>
                </c:pt>
                <c:pt idx="14448">
                  <c:v>39.85</c:v>
                </c:pt>
                <c:pt idx="14449">
                  <c:v>39.9</c:v>
                </c:pt>
                <c:pt idx="14450">
                  <c:v>39.9</c:v>
                </c:pt>
                <c:pt idx="14451">
                  <c:v>39.950000000000003</c:v>
                </c:pt>
                <c:pt idx="14452">
                  <c:v>39.950000000000003</c:v>
                </c:pt>
                <c:pt idx="14453">
                  <c:v>39.950000000000003</c:v>
                </c:pt>
                <c:pt idx="14454">
                  <c:v>40</c:v>
                </c:pt>
                <c:pt idx="14455">
                  <c:v>40</c:v>
                </c:pt>
                <c:pt idx="14456">
                  <c:v>40.049999999999997</c:v>
                </c:pt>
                <c:pt idx="14457">
                  <c:v>40.049999999999997</c:v>
                </c:pt>
                <c:pt idx="14458">
                  <c:v>40.049999999999997</c:v>
                </c:pt>
                <c:pt idx="14459">
                  <c:v>40.1</c:v>
                </c:pt>
                <c:pt idx="14460">
                  <c:v>40.1</c:v>
                </c:pt>
                <c:pt idx="14461">
                  <c:v>40.15</c:v>
                </c:pt>
                <c:pt idx="14462">
                  <c:v>40.15</c:v>
                </c:pt>
                <c:pt idx="14463">
                  <c:v>40.15</c:v>
                </c:pt>
                <c:pt idx="14464">
                  <c:v>40.200000000000003</c:v>
                </c:pt>
                <c:pt idx="14465">
                  <c:v>40.200000000000003</c:v>
                </c:pt>
                <c:pt idx="14466">
                  <c:v>40.25</c:v>
                </c:pt>
                <c:pt idx="14467">
                  <c:v>40.25</c:v>
                </c:pt>
                <c:pt idx="14468">
                  <c:v>40.299999999999997</c:v>
                </c:pt>
                <c:pt idx="14469">
                  <c:v>40.299999999999997</c:v>
                </c:pt>
                <c:pt idx="14470">
                  <c:v>40.35</c:v>
                </c:pt>
                <c:pt idx="14471">
                  <c:v>40.35</c:v>
                </c:pt>
                <c:pt idx="14472">
                  <c:v>40.35</c:v>
                </c:pt>
                <c:pt idx="14473">
                  <c:v>40.4</c:v>
                </c:pt>
                <c:pt idx="14474">
                  <c:v>40.4</c:v>
                </c:pt>
                <c:pt idx="14475">
                  <c:v>40.450000000000003</c:v>
                </c:pt>
                <c:pt idx="14476">
                  <c:v>40.450000000000003</c:v>
                </c:pt>
                <c:pt idx="14477">
                  <c:v>40.5</c:v>
                </c:pt>
                <c:pt idx="14478">
                  <c:v>40.5</c:v>
                </c:pt>
                <c:pt idx="14479">
                  <c:v>40.549999999999997</c:v>
                </c:pt>
                <c:pt idx="14480">
                  <c:v>40.549999999999997</c:v>
                </c:pt>
                <c:pt idx="14481">
                  <c:v>40.6</c:v>
                </c:pt>
                <c:pt idx="14482">
                  <c:v>40.6</c:v>
                </c:pt>
                <c:pt idx="14483">
                  <c:v>40.65</c:v>
                </c:pt>
                <c:pt idx="14484">
                  <c:v>40.65</c:v>
                </c:pt>
                <c:pt idx="14485">
                  <c:v>40.700000000000003</c:v>
                </c:pt>
                <c:pt idx="14486">
                  <c:v>40.700000000000003</c:v>
                </c:pt>
                <c:pt idx="14487">
                  <c:v>40.700000000000003</c:v>
                </c:pt>
                <c:pt idx="14488">
                  <c:v>40.75</c:v>
                </c:pt>
                <c:pt idx="14489">
                  <c:v>40.75</c:v>
                </c:pt>
                <c:pt idx="14490">
                  <c:v>40.799999999999997</c:v>
                </c:pt>
                <c:pt idx="14491">
                  <c:v>40.799999999999997</c:v>
                </c:pt>
                <c:pt idx="14492">
                  <c:v>40.85</c:v>
                </c:pt>
                <c:pt idx="14493">
                  <c:v>40.85</c:v>
                </c:pt>
                <c:pt idx="14494">
                  <c:v>40.9</c:v>
                </c:pt>
                <c:pt idx="14495">
                  <c:v>40.9</c:v>
                </c:pt>
                <c:pt idx="14496">
                  <c:v>40.950000000000003</c:v>
                </c:pt>
                <c:pt idx="14497">
                  <c:v>41</c:v>
                </c:pt>
                <c:pt idx="14498">
                  <c:v>41</c:v>
                </c:pt>
                <c:pt idx="14499">
                  <c:v>41.05</c:v>
                </c:pt>
                <c:pt idx="14500">
                  <c:v>41.05</c:v>
                </c:pt>
                <c:pt idx="14501">
                  <c:v>41.1</c:v>
                </c:pt>
                <c:pt idx="14502">
                  <c:v>41.1</c:v>
                </c:pt>
                <c:pt idx="14503">
                  <c:v>41.15</c:v>
                </c:pt>
                <c:pt idx="14504">
                  <c:v>41.15</c:v>
                </c:pt>
                <c:pt idx="14505">
                  <c:v>41.2</c:v>
                </c:pt>
                <c:pt idx="14506">
                  <c:v>41.2</c:v>
                </c:pt>
                <c:pt idx="14507">
                  <c:v>41.25</c:v>
                </c:pt>
                <c:pt idx="14508">
                  <c:v>41.25</c:v>
                </c:pt>
                <c:pt idx="14509">
                  <c:v>41.3</c:v>
                </c:pt>
                <c:pt idx="14510">
                  <c:v>41.35</c:v>
                </c:pt>
                <c:pt idx="14511">
                  <c:v>41.35</c:v>
                </c:pt>
                <c:pt idx="14512">
                  <c:v>41.4</c:v>
                </c:pt>
                <c:pt idx="14513">
                  <c:v>41.45</c:v>
                </c:pt>
                <c:pt idx="14514">
                  <c:v>41.45</c:v>
                </c:pt>
                <c:pt idx="14515">
                  <c:v>41.5</c:v>
                </c:pt>
                <c:pt idx="14516">
                  <c:v>41.5</c:v>
                </c:pt>
                <c:pt idx="14517">
                  <c:v>41.55</c:v>
                </c:pt>
                <c:pt idx="14518">
                  <c:v>41.55</c:v>
                </c:pt>
                <c:pt idx="14519">
                  <c:v>41.6</c:v>
                </c:pt>
                <c:pt idx="14520">
                  <c:v>41.6</c:v>
                </c:pt>
                <c:pt idx="14521">
                  <c:v>41.65</c:v>
                </c:pt>
                <c:pt idx="14522">
                  <c:v>41.65</c:v>
                </c:pt>
                <c:pt idx="14523">
                  <c:v>41.7</c:v>
                </c:pt>
                <c:pt idx="14524">
                  <c:v>41.7</c:v>
                </c:pt>
                <c:pt idx="14525">
                  <c:v>41.75</c:v>
                </c:pt>
                <c:pt idx="14526">
                  <c:v>41.8</c:v>
                </c:pt>
                <c:pt idx="14527">
                  <c:v>41.8</c:v>
                </c:pt>
                <c:pt idx="14528">
                  <c:v>41.85</c:v>
                </c:pt>
                <c:pt idx="14529">
                  <c:v>41.85</c:v>
                </c:pt>
                <c:pt idx="14530">
                  <c:v>41.85</c:v>
                </c:pt>
                <c:pt idx="14531">
                  <c:v>41.9</c:v>
                </c:pt>
                <c:pt idx="14532">
                  <c:v>41.9</c:v>
                </c:pt>
                <c:pt idx="14533">
                  <c:v>41.9</c:v>
                </c:pt>
                <c:pt idx="14534">
                  <c:v>41.9</c:v>
                </c:pt>
                <c:pt idx="14535">
                  <c:v>41.9</c:v>
                </c:pt>
                <c:pt idx="14536">
                  <c:v>41.9</c:v>
                </c:pt>
                <c:pt idx="14537">
                  <c:v>41.9</c:v>
                </c:pt>
                <c:pt idx="14538">
                  <c:v>41.95</c:v>
                </c:pt>
                <c:pt idx="14539">
                  <c:v>41.95</c:v>
                </c:pt>
                <c:pt idx="14540">
                  <c:v>41.95</c:v>
                </c:pt>
                <c:pt idx="14541">
                  <c:v>41.95</c:v>
                </c:pt>
                <c:pt idx="14542">
                  <c:v>41.95</c:v>
                </c:pt>
                <c:pt idx="14543">
                  <c:v>41.95</c:v>
                </c:pt>
                <c:pt idx="14544">
                  <c:v>41.95</c:v>
                </c:pt>
                <c:pt idx="14545">
                  <c:v>41.95</c:v>
                </c:pt>
                <c:pt idx="14546">
                  <c:v>41.95</c:v>
                </c:pt>
                <c:pt idx="14547">
                  <c:v>41.95</c:v>
                </c:pt>
                <c:pt idx="14548">
                  <c:v>41.95</c:v>
                </c:pt>
                <c:pt idx="14549">
                  <c:v>41.95</c:v>
                </c:pt>
                <c:pt idx="14550">
                  <c:v>41.95</c:v>
                </c:pt>
                <c:pt idx="14551">
                  <c:v>41.9</c:v>
                </c:pt>
                <c:pt idx="14552">
                  <c:v>41.9</c:v>
                </c:pt>
                <c:pt idx="14553">
                  <c:v>41.9</c:v>
                </c:pt>
                <c:pt idx="14554">
                  <c:v>41.9</c:v>
                </c:pt>
                <c:pt idx="14555">
                  <c:v>41.9</c:v>
                </c:pt>
                <c:pt idx="14556">
                  <c:v>41.9</c:v>
                </c:pt>
                <c:pt idx="14557">
                  <c:v>41.9</c:v>
                </c:pt>
                <c:pt idx="14558">
                  <c:v>41.9</c:v>
                </c:pt>
                <c:pt idx="14559">
                  <c:v>41.9</c:v>
                </c:pt>
                <c:pt idx="14560">
                  <c:v>41.9</c:v>
                </c:pt>
                <c:pt idx="14561">
                  <c:v>41.9</c:v>
                </c:pt>
                <c:pt idx="14562">
                  <c:v>41.9</c:v>
                </c:pt>
                <c:pt idx="14563">
                  <c:v>41.9</c:v>
                </c:pt>
                <c:pt idx="14564">
                  <c:v>41.85</c:v>
                </c:pt>
                <c:pt idx="14565">
                  <c:v>41.85</c:v>
                </c:pt>
                <c:pt idx="14566">
                  <c:v>41.85</c:v>
                </c:pt>
                <c:pt idx="14567">
                  <c:v>41.85</c:v>
                </c:pt>
                <c:pt idx="14568">
                  <c:v>41.85</c:v>
                </c:pt>
                <c:pt idx="14569">
                  <c:v>41.85</c:v>
                </c:pt>
                <c:pt idx="14570">
                  <c:v>41.85</c:v>
                </c:pt>
                <c:pt idx="14571">
                  <c:v>41.85</c:v>
                </c:pt>
                <c:pt idx="14572">
                  <c:v>41.85</c:v>
                </c:pt>
                <c:pt idx="14573">
                  <c:v>41.85</c:v>
                </c:pt>
                <c:pt idx="14574">
                  <c:v>41.85</c:v>
                </c:pt>
                <c:pt idx="14575">
                  <c:v>41.85</c:v>
                </c:pt>
                <c:pt idx="14576">
                  <c:v>41.8</c:v>
                </c:pt>
                <c:pt idx="14577">
                  <c:v>41.8</c:v>
                </c:pt>
                <c:pt idx="14578">
                  <c:v>41.8</c:v>
                </c:pt>
                <c:pt idx="14579">
                  <c:v>41.8</c:v>
                </c:pt>
                <c:pt idx="14580">
                  <c:v>41.8</c:v>
                </c:pt>
                <c:pt idx="14581">
                  <c:v>41.8</c:v>
                </c:pt>
                <c:pt idx="14582">
                  <c:v>41.8</c:v>
                </c:pt>
                <c:pt idx="14583">
                  <c:v>41.8</c:v>
                </c:pt>
                <c:pt idx="14584">
                  <c:v>41.75</c:v>
                </c:pt>
                <c:pt idx="14585">
                  <c:v>41.75</c:v>
                </c:pt>
                <c:pt idx="14586">
                  <c:v>41.75</c:v>
                </c:pt>
                <c:pt idx="14587">
                  <c:v>41.75</c:v>
                </c:pt>
                <c:pt idx="14588">
                  <c:v>41.75</c:v>
                </c:pt>
                <c:pt idx="14589">
                  <c:v>41.75</c:v>
                </c:pt>
                <c:pt idx="14590">
                  <c:v>41.75</c:v>
                </c:pt>
                <c:pt idx="14591">
                  <c:v>41.75</c:v>
                </c:pt>
                <c:pt idx="14592">
                  <c:v>41.75</c:v>
                </c:pt>
                <c:pt idx="14593">
                  <c:v>41.7</c:v>
                </c:pt>
                <c:pt idx="14594">
                  <c:v>41.7</c:v>
                </c:pt>
                <c:pt idx="14595">
                  <c:v>41.7</c:v>
                </c:pt>
                <c:pt idx="14596">
                  <c:v>41.7</c:v>
                </c:pt>
                <c:pt idx="14597">
                  <c:v>41.7</c:v>
                </c:pt>
                <c:pt idx="14598">
                  <c:v>41.7</c:v>
                </c:pt>
                <c:pt idx="14599">
                  <c:v>41.7</c:v>
                </c:pt>
                <c:pt idx="14600">
                  <c:v>41.7</c:v>
                </c:pt>
                <c:pt idx="14601">
                  <c:v>41.7</c:v>
                </c:pt>
                <c:pt idx="14602">
                  <c:v>41.7</c:v>
                </c:pt>
                <c:pt idx="14603">
                  <c:v>41.65</c:v>
                </c:pt>
                <c:pt idx="14604">
                  <c:v>41.65</c:v>
                </c:pt>
                <c:pt idx="14605">
                  <c:v>41.65</c:v>
                </c:pt>
                <c:pt idx="14606">
                  <c:v>41.65</c:v>
                </c:pt>
                <c:pt idx="14607">
                  <c:v>41.65</c:v>
                </c:pt>
                <c:pt idx="14608">
                  <c:v>41.65</c:v>
                </c:pt>
                <c:pt idx="14609">
                  <c:v>41.65</c:v>
                </c:pt>
                <c:pt idx="14610">
                  <c:v>41.65</c:v>
                </c:pt>
                <c:pt idx="14611">
                  <c:v>41.65</c:v>
                </c:pt>
                <c:pt idx="14612">
                  <c:v>41.65</c:v>
                </c:pt>
                <c:pt idx="14613">
                  <c:v>41.65</c:v>
                </c:pt>
                <c:pt idx="14614">
                  <c:v>41.6</c:v>
                </c:pt>
                <c:pt idx="14615">
                  <c:v>41.6</c:v>
                </c:pt>
                <c:pt idx="14616">
                  <c:v>41.6</c:v>
                </c:pt>
                <c:pt idx="14617">
                  <c:v>41.6</c:v>
                </c:pt>
                <c:pt idx="14618">
                  <c:v>41.6</c:v>
                </c:pt>
                <c:pt idx="14619">
                  <c:v>41.6</c:v>
                </c:pt>
                <c:pt idx="14620">
                  <c:v>41.6</c:v>
                </c:pt>
                <c:pt idx="14621">
                  <c:v>41.55</c:v>
                </c:pt>
                <c:pt idx="14622">
                  <c:v>41.55</c:v>
                </c:pt>
                <c:pt idx="14623">
                  <c:v>41.55</c:v>
                </c:pt>
                <c:pt idx="14624">
                  <c:v>41.55</c:v>
                </c:pt>
                <c:pt idx="14625">
                  <c:v>41.55</c:v>
                </c:pt>
                <c:pt idx="14626">
                  <c:v>41.55</c:v>
                </c:pt>
                <c:pt idx="14627">
                  <c:v>41.55</c:v>
                </c:pt>
                <c:pt idx="14628">
                  <c:v>41.55</c:v>
                </c:pt>
                <c:pt idx="14629">
                  <c:v>41.55</c:v>
                </c:pt>
                <c:pt idx="14630">
                  <c:v>41.55</c:v>
                </c:pt>
                <c:pt idx="14631">
                  <c:v>41.55</c:v>
                </c:pt>
                <c:pt idx="14632">
                  <c:v>41.55</c:v>
                </c:pt>
                <c:pt idx="14633">
                  <c:v>41.55</c:v>
                </c:pt>
                <c:pt idx="14634">
                  <c:v>41.5</c:v>
                </c:pt>
                <c:pt idx="14635">
                  <c:v>41.5</c:v>
                </c:pt>
                <c:pt idx="14636">
                  <c:v>41.5</c:v>
                </c:pt>
                <c:pt idx="14637">
                  <c:v>41.5</c:v>
                </c:pt>
                <c:pt idx="14638">
                  <c:v>41.5</c:v>
                </c:pt>
                <c:pt idx="14639">
                  <c:v>41.5</c:v>
                </c:pt>
                <c:pt idx="14640">
                  <c:v>41.5</c:v>
                </c:pt>
                <c:pt idx="14641">
                  <c:v>41.5</c:v>
                </c:pt>
                <c:pt idx="14642">
                  <c:v>41.45</c:v>
                </c:pt>
                <c:pt idx="14643">
                  <c:v>41.45</c:v>
                </c:pt>
                <c:pt idx="14644">
                  <c:v>41.45</c:v>
                </c:pt>
                <c:pt idx="14645">
                  <c:v>41.45</c:v>
                </c:pt>
                <c:pt idx="14646">
                  <c:v>41.45</c:v>
                </c:pt>
                <c:pt idx="14647">
                  <c:v>41.45</c:v>
                </c:pt>
                <c:pt idx="14648">
                  <c:v>41.45</c:v>
                </c:pt>
                <c:pt idx="14649">
                  <c:v>41.45</c:v>
                </c:pt>
                <c:pt idx="14650">
                  <c:v>41.4</c:v>
                </c:pt>
                <c:pt idx="14651">
                  <c:v>41.4</c:v>
                </c:pt>
                <c:pt idx="14652">
                  <c:v>41.4</c:v>
                </c:pt>
                <c:pt idx="14653">
                  <c:v>41.4</c:v>
                </c:pt>
                <c:pt idx="14654">
                  <c:v>41.4</c:v>
                </c:pt>
                <c:pt idx="14655">
                  <c:v>41.4</c:v>
                </c:pt>
                <c:pt idx="14656">
                  <c:v>41.4</c:v>
                </c:pt>
                <c:pt idx="14657">
                  <c:v>41.35</c:v>
                </c:pt>
                <c:pt idx="14658">
                  <c:v>41.35</c:v>
                </c:pt>
                <c:pt idx="14659">
                  <c:v>41.35</c:v>
                </c:pt>
                <c:pt idx="14660">
                  <c:v>41.35</c:v>
                </c:pt>
                <c:pt idx="14661">
                  <c:v>41.35</c:v>
                </c:pt>
                <c:pt idx="14662">
                  <c:v>41.35</c:v>
                </c:pt>
                <c:pt idx="14663">
                  <c:v>41.35</c:v>
                </c:pt>
                <c:pt idx="14664">
                  <c:v>41.35</c:v>
                </c:pt>
                <c:pt idx="14665">
                  <c:v>41.3</c:v>
                </c:pt>
                <c:pt idx="14666">
                  <c:v>41.3</c:v>
                </c:pt>
                <c:pt idx="14667">
                  <c:v>41.3</c:v>
                </c:pt>
                <c:pt idx="14668">
                  <c:v>41.3</c:v>
                </c:pt>
                <c:pt idx="14669">
                  <c:v>41.3</c:v>
                </c:pt>
                <c:pt idx="14670">
                  <c:v>41.3</c:v>
                </c:pt>
                <c:pt idx="14671">
                  <c:v>41.3</c:v>
                </c:pt>
                <c:pt idx="14672">
                  <c:v>41.3</c:v>
                </c:pt>
                <c:pt idx="14673">
                  <c:v>41.3</c:v>
                </c:pt>
                <c:pt idx="14674">
                  <c:v>41.3</c:v>
                </c:pt>
                <c:pt idx="14675">
                  <c:v>41.25</c:v>
                </c:pt>
                <c:pt idx="14676">
                  <c:v>41.25</c:v>
                </c:pt>
                <c:pt idx="14677">
                  <c:v>41.25</c:v>
                </c:pt>
                <c:pt idx="14678">
                  <c:v>41.25</c:v>
                </c:pt>
                <c:pt idx="14679">
                  <c:v>41.25</c:v>
                </c:pt>
                <c:pt idx="14680">
                  <c:v>41.25</c:v>
                </c:pt>
                <c:pt idx="14681">
                  <c:v>41.2</c:v>
                </c:pt>
                <c:pt idx="14682">
                  <c:v>41.2</c:v>
                </c:pt>
                <c:pt idx="14683">
                  <c:v>41.2</c:v>
                </c:pt>
                <c:pt idx="14684">
                  <c:v>41.2</c:v>
                </c:pt>
                <c:pt idx="14685">
                  <c:v>41.2</c:v>
                </c:pt>
                <c:pt idx="14686">
                  <c:v>41.2</c:v>
                </c:pt>
                <c:pt idx="14687">
                  <c:v>41.2</c:v>
                </c:pt>
                <c:pt idx="14688">
                  <c:v>41.2</c:v>
                </c:pt>
                <c:pt idx="14689">
                  <c:v>41.15</c:v>
                </c:pt>
                <c:pt idx="14690">
                  <c:v>41.15</c:v>
                </c:pt>
                <c:pt idx="14691">
                  <c:v>41.15</c:v>
                </c:pt>
                <c:pt idx="14692">
                  <c:v>41.15</c:v>
                </c:pt>
                <c:pt idx="14693">
                  <c:v>41.15</c:v>
                </c:pt>
                <c:pt idx="14694">
                  <c:v>41.15</c:v>
                </c:pt>
                <c:pt idx="14695">
                  <c:v>41.15</c:v>
                </c:pt>
                <c:pt idx="14696">
                  <c:v>41.15</c:v>
                </c:pt>
                <c:pt idx="14697">
                  <c:v>41.1</c:v>
                </c:pt>
                <c:pt idx="14698">
                  <c:v>41.1</c:v>
                </c:pt>
                <c:pt idx="14699">
                  <c:v>41.1</c:v>
                </c:pt>
                <c:pt idx="14700">
                  <c:v>41.1</c:v>
                </c:pt>
                <c:pt idx="14701">
                  <c:v>41.1</c:v>
                </c:pt>
                <c:pt idx="14702">
                  <c:v>41.1</c:v>
                </c:pt>
                <c:pt idx="14703">
                  <c:v>41.1</c:v>
                </c:pt>
                <c:pt idx="14704">
                  <c:v>41.1</c:v>
                </c:pt>
                <c:pt idx="14705">
                  <c:v>41.1</c:v>
                </c:pt>
                <c:pt idx="14706">
                  <c:v>41.1</c:v>
                </c:pt>
                <c:pt idx="14707">
                  <c:v>41.05</c:v>
                </c:pt>
                <c:pt idx="14708">
                  <c:v>41.05</c:v>
                </c:pt>
                <c:pt idx="14709">
                  <c:v>41.05</c:v>
                </c:pt>
                <c:pt idx="14710">
                  <c:v>41.05</c:v>
                </c:pt>
                <c:pt idx="14711">
                  <c:v>41.05</c:v>
                </c:pt>
                <c:pt idx="14712">
                  <c:v>41.05</c:v>
                </c:pt>
                <c:pt idx="14713">
                  <c:v>41</c:v>
                </c:pt>
                <c:pt idx="14714">
                  <c:v>41</c:v>
                </c:pt>
                <c:pt idx="14715">
                  <c:v>41</c:v>
                </c:pt>
                <c:pt idx="14716">
                  <c:v>41</c:v>
                </c:pt>
                <c:pt idx="14717">
                  <c:v>41</c:v>
                </c:pt>
                <c:pt idx="14718">
                  <c:v>41</c:v>
                </c:pt>
                <c:pt idx="14719">
                  <c:v>41</c:v>
                </c:pt>
                <c:pt idx="14720">
                  <c:v>41</c:v>
                </c:pt>
                <c:pt idx="14721">
                  <c:v>40.950000000000003</c:v>
                </c:pt>
                <c:pt idx="14722">
                  <c:v>40.950000000000003</c:v>
                </c:pt>
                <c:pt idx="14723">
                  <c:v>40.950000000000003</c:v>
                </c:pt>
                <c:pt idx="14724">
                  <c:v>40.950000000000003</c:v>
                </c:pt>
                <c:pt idx="14725">
                  <c:v>40.950000000000003</c:v>
                </c:pt>
                <c:pt idx="14726">
                  <c:v>40.950000000000003</c:v>
                </c:pt>
                <c:pt idx="14727">
                  <c:v>40.950000000000003</c:v>
                </c:pt>
                <c:pt idx="14728">
                  <c:v>40.950000000000003</c:v>
                </c:pt>
                <c:pt idx="14729">
                  <c:v>40.950000000000003</c:v>
                </c:pt>
                <c:pt idx="14730">
                  <c:v>40.9</c:v>
                </c:pt>
                <c:pt idx="14731">
                  <c:v>40.9</c:v>
                </c:pt>
                <c:pt idx="14732">
                  <c:v>40.9</c:v>
                </c:pt>
                <c:pt idx="14733">
                  <c:v>40.9</c:v>
                </c:pt>
                <c:pt idx="14734">
                  <c:v>40.9</c:v>
                </c:pt>
                <c:pt idx="14735">
                  <c:v>40.9</c:v>
                </c:pt>
                <c:pt idx="14736">
                  <c:v>40.9</c:v>
                </c:pt>
                <c:pt idx="14737">
                  <c:v>40.85</c:v>
                </c:pt>
                <c:pt idx="14738">
                  <c:v>40.85</c:v>
                </c:pt>
                <c:pt idx="14739">
                  <c:v>40.85</c:v>
                </c:pt>
                <c:pt idx="14740">
                  <c:v>40.85</c:v>
                </c:pt>
                <c:pt idx="14741">
                  <c:v>40.85</c:v>
                </c:pt>
                <c:pt idx="14742">
                  <c:v>40.85</c:v>
                </c:pt>
                <c:pt idx="14743">
                  <c:v>40.85</c:v>
                </c:pt>
                <c:pt idx="14744">
                  <c:v>40.85</c:v>
                </c:pt>
                <c:pt idx="14745">
                  <c:v>40.799999999999997</c:v>
                </c:pt>
                <c:pt idx="14746">
                  <c:v>40.799999999999997</c:v>
                </c:pt>
                <c:pt idx="14747">
                  <c:v>40.799999999999997</c:v>
                </c:pt>
                <c:pt idx="14748">
                  <c:v>40.799999999999997</c:v>
                </c:pt>
                <c:pt idx="14749">
                  <c:v>40.799999999999997</c:v>
                </c:pt>
                <c:pt idx="14750">
                  <c:v>40.799999999999997</c:v>
                </c:pt>
                <c:pt idx="14751">
                  <c:v>40.799999999999997</c:v>
                </c:pt>
                <c:pt idx="14752">
                  <c:v>40.75</c:v>
                </c:pt>
                <c:pt idx="14753">
                  <c:v>40.75</c:v>
                </c:pt>
                <c:pt idx="14754">
                  <c:v>40.75</c:v>
                </c:pt>
                <c:pt idx="14755">
                  <c:v>40.75</c:v>
                </c:pt>
                <c:pt idx="14756">
                  <c:v>40.75</c:v>
                </c:pt>
                <c:pt idx="14757">
                  <c:v>40.75</c:v>
                </c:pt>
                <c:pt idx="14758">
                  <c:v>40.75</c:v>
                </c:pt>
                <c:pt idx="14759">
                  <c:v>40.75</c:v>
                </c:pt>
                <c:pt idx="14760">
                  <c:v>40.700000000000003</c:v>
                </c:pt>
                <c:pt idx="14761">
                  <c:v>40.700000000000003</c:v>
                </c:pt>
                <c:pt idx="14762">
                  <c:v>40.700000000000003</c:v>
                </c:pt>
                <c:pt idx="14763">
                  <c:v>40.700000000000003</c:v>
                </c:pt>
                <c:pt idx="14764">
                  <c:v>40.700000000000003</c:v>
                </c:pt>
                <c:pt idx="14765">
                  <c:v>40.700000000000003</c:v>
                </c:pt>
                <c:pt idx="14766">
                  <c:v>40.700000000000003</c:v>
                </c:pt>
                <c:pt idx="14767">
                  <c:v>40.700000000000003</c:v>
                </c:pt>
                <c:pt idx="14768">
                  <c:v>40.700000000000003</c:v>
                </c:pt>
                <c:pt idx="14769">
                  <c:v>40.700000000000003</c:v>
                </c:pt>
                <c:pt idx="14770">
                  <c:v>40.700000000000003</c:v>
                </c:pt>
                <c:pt idx="14771">
                  <c:v>40.700000000000003</c:v>
                </c:pt>
                <c:pt idx="14772">
                  <c:v>40.700000000000003</c:v>
                </c:pt>
                <c:pt idx="14773">
                  <c:v>40.700000000000003</c:v>
                </c:pt>
                <c:pt idx="14774">
                  <c:v>40.700000000000003</c:v>
                </c:pt>
                <c:pt idx="14775">
                  <c:v>40.65</c:v>
                </c:pt>
                <c:pt idx="14776">
                  <c:v>40.65</c:v>
                </c:pt>
                <c:pt idx="14777">
                  <c:v>40.65</c:v>
                </c:pt>
                <c:pt idx="14778">
                  <c:v>40.65</c:v>
                </c:pt>
                <c:pt idx="14779">
                  <c:v>40.65</c:v>
                </c:pt>
                <c:pt idx="14780">
                  <c:v>40.65</c:v>
                </c:pt>
                <c:pt idx="14781">
                  <c:v>40.65</c:v>
                </c:pt>
                <c:pt idx="14782">
                  <c:v>40.6</c:v>
                </c:pt>
                <c:pt idx="14783">
                  <c:v>40.6</c:v>
                </c:pt>
                <c:pt idx="14784">
                  <c:v>40.6</c:v>
                </c:pt>
                <c:pt idx="14785">
                  <c:v>40.6</c:v>
                </c:pt>
                <c:pt idx="14786">
                  <c:v>40.6</c:v>
                </c:pt>
                <c:pt idx="14787">
                  <c:v>40.6</c:v>
                </c:pt>
                <c:pt idx="14788">
                  <c:v>40.6</c:v>
                </c:pt>
                <c:pt idx="14789">
                  <c:v>40.549999999999997</c:v>
                </c:pt>
                <c:pt idx="14790">
                  <c:v>40.549999999999997</c:v>
                </c:pt>
                <c:pt idx="14791">
                  <c:v>40.549999999999997</c:v>
                </c:pt>
                <c:pt idx="14792">
                  <c:v>40.549999999999997</c:v>
                </c:pt>
                <c:pt idx="14793">
                  <c:v>40.549999999999997</c:v>
                </c:pt>
                <c:pt idx="14794">
                  <c:v>40.549999999999997</c:v>
                </c:pt>
                <c:pt idx="14795">
                  <c:v>40.549999999999997</c:v>
                </c:pt>
                <c:pt idx="14796">
                  <c:v>40.549999999999997</c:v>
                </c:pt>
                <c:pt idx="14797">
                  <c:v>40.5</c:v>
                </c:pt>
                <c:pt idx="14798">
                  <c:v>40.5</c:v>
                </c:pt>
                <c:pt idx="14799">
                  <c:v>40.5</c:v>
                </c:pt>
                <c:pt idx="14800">
                  <c:v>40.5</c:v>
                </c:pt>
                <c:pt idx="14801">
                  <c:v>40.5</c:v>
                </c:pt>
                <c:pt idx="14802">
                  <c:v>40.5</c:v>
                </c:pt>
                <c:pt idx="14803">
                  <c:v>40.5</c:v>
                </c:pt>
                <c:pt idx="14804">
                  <c:v>40.5</c:v>
                </c:pt>
                <c:pt idx="14805">
                  <c:v>40.5</c:v>
                </c:pt>
                <c:pt idx="14806">
                  <c:v>40.5</c:v>
                </c:pt>
                <c:pt idx="14807">
                  <c:v>40.450000000000003</c:v>
                </c:pt>
                <c:pt idx="14808">
                  <c:v>40.450000000000003</c:v>
                </c:pt>
                <c:pt idx="14809">
                  <c:v>40.450000000000003</c:v>
                </c:pt>
                <c:pt idx="14810">
                  <c:v>40.450000000000003</c:v>
                </c:pt>
                <c:pt idx="14811">
                  <c:v>40.450000000000003</c:v>
                </c:pt>
                <c:pt idx="14812">
                  <c:v>40.450000000000003</c:v>
                </c:pt>
                <c:pt idx="14813">
                  <c:v>40.450000000000003</c:v>
                </c:pt>
                <c:pt idx="14814">
                  <c:v>40.450000000000003</c:v>
                </c:pt>
                <c:pt idx="14815">
                  <c:v>40.4</c:v>
                </c:pt>
                <c:pt idx="14816">
                  <c:v>40.4</c:v>
                </c:pt>
                <c:pt idx="14817">
                  <c:v>40.4</c:v>
                </c:pt>
                <c:pt idx="14818">
                  <c:v>40.4</c:v>
                </c:pt>
                <c:pt idx="14819">
                  <c:v>40.4</c:v>
                </c:pt>
                <c:pt idx="14820">
                  <c:v>40.4</c:v>
                </c:pt>
                <c:pt idx="14821">
                  <c:v>40.4</c:v>
                </c:pt>
                <c:pt idx="14822">
                  <c:v>40.4</c:v>
                </c:pt>
                <c:pt idx="14823">
                  <c:v>40.35</c:v>
                </c:pt>
                <c:pt idx="14824">
                  <c:v>40.35</c:v>
                </c:pt>
                <c:pt idx="14825">
                  <c:v>40.35</c:v>
                </c:pt>
                <c:pt idx="14826">
                  <c:v>40.35</c:v>
                </c:pt>
                <c:pt idx="14827">
                  <c:v>40.35</c:v>
                </c:pt>
                <c:pt idx="14828">
                  <c:v>40.35</c:v>
                </c:pt>
                <c:pt idx="14829">
                  <c:v>40.35</c:v>
                </c:pt>
                <c:pt idx="14830">
                  <c:v>40.35</c:v>
                </c:pt>
                <c:pt idx="14831">
                  <c:v>40.299999999999997</c:v>
                </c:pt>
                <c:pt idx="14832">
                  <c:v>40.299999999999997</c:v>
                </c:pt>
                <c:pt idx="14833">
                  <c:v>40.299999999999997</c:v>
                </c:pt>
                <c:pt idx="14834">
                  <c:v>40.299999999999997</c:v>
                </c:pt>
                <c:pt idx="14835">
                  <c:v>40.299999999999997</c:v>
                </c:pt>
                <c:pt idx="14836">
                  <c:v>40.299999999999997</c:v>
                </c:pt>
                <c:pt idx="14837">
                  <c:v>40.299999999999997</c:v>
                </c:pt>
                <c:pt idx="14838">
                  <c:v>40.299999999999997</c:v>
                </c:pt>
                <c:pt idx="14839">
                  <c:v>40.299999999999997</c:v>
                </c:pt>
                <c:pt idx="14840">
                  <c:v>40.25</c:v>
                </c:pt>
                <c:pt idx="14841">
                  <c:v>40.25</c:v>
                </c:pt>
                <c:pt idx="14842">
                  <c:v>40.25</c:v>
                </c:pt>
                <c:pt idx="14843">
                  <c:v>40.25</c:v>
                </c:pt>
                <c:pt idx="14844">
                  <c:v>40.25</c:v>
                </c:pt>
                <c:pt idx="14845">
                  <c:v>40.25</c:v>
                </c:pt>
                <c:pt idx="14846">
                  <c:v>40.25</c:v>
                </c:pt>
                <c:pt idx="14847">
                  <c:v>40.25</c:v>
                </c:pt>
                <c:pt idx="14848">
                  <c:v>40.25</c:v>
                </c:pt>
                <c:pt idx="14849">
                  <c:v>40.200000000000003</c:v>
                </c:pt>
                <c:pt idx="14850">
                  <c:v>40.200000000000003</c:v>
                </c:pt>
                <c:pt idx="14851">
                  <c:v>40.200000000000003</c:v>
                </c:pt>
                <c:pt idx="14852">
                  <c:v>40.200000000000003</c:v>
                </c:pt>
                <c:pt idx="14853">
                  <c:v>40.200000000000003</c:v>
                </c:pt>
                <c:pt idx="14854">
                  <c:v>40.200000000000003</c:v>
                </c:pt>
                <c:pt idx="14855">
                  <c:v>40.200000000000003</c:v>
                </c:pt>
                <c:pt idx="14856">
                  <c:v>40.200000000000003</c:v>
                </c:pt>
                <c:pt idx="14857">
                  <c:v>40.15</c:v>
                </c:pt>
                <c:pt idx="14858">
                  <c:v>40.15</c:v>
                </c:pt>
                <c:pt idx="14859">
                  <c:v>40.15</c:v>
                </c:pt>
                <c:pt idx="14860">
                  <c:v>40.15</c:v>
                </c:pt>
                <c:pt idx="14861">
                  <c:v>40.15</c:v>
                </c:pt>
                <c:pt idx="14862">
                  <c:v>40.15</c:v>
                </c:pt>
                <c:pt idx="14863">
                  <c:v>40.15</c:v>
                </c:pt>
                <c:pt idx="14864">
                  <c:v>40.15</c:v>
                </c:pt>
                <c:pt idx="14865">
                  <c:v>40.15</c:v>
                </c:pt>
                <c:pt idx="14866">
                  <c:v>40.1</c:v>
                </c:pt>
                <c:pt idx="14867">
                  <c:v>40.1</c:v>
                </c:pt>
                <c:pt idx="14868">
                  <c:v>40.1</c:v>
                </c:pt>
                <c:pt idx="14869">
                  <c:v>40.1</c:v>
                </c:pt>
                <c:pt idx="14870">
                  <c:v>40.1</c:v>
                </c:pt>
                <c:pt idx="14871">
                  <c:v>40.1</c:v>
                </c:pt>
                <c:pt idx="14872">
                  <c:v>40.1</c:v>
                </c:pt>
                <c:pt idx="14873">
                  <c:v>40.1</c:v>
                </c:pt>
                <c:pt idx="14874">
                  <c:v>40.1</c:v>
                </c:pt>
                <c:pt idx="14875">
                  <c:v>40.049999999999997</c:v>
                </c:pt>
                <c:pt idx="14876">
                  <c:v>40.049999999999997</c:v>
                </c:pt>
                <c:pt idx="14877">
                  <c:v>40.049999999999997</c:v>
                </c:pt>
                <c:pt idx="14878">
                  <c:v>40.049999999999997</c:v>
                </c:pt>
                <c:pt idx="14879">
                  <c:v>40.049999999999997</c:v>
                </c:pt>
                <c:pt idx="14880">
                  <c:v>40.049999999999997</c:v>
                </c:pt>
                <c:pt idx="14881">
                  <c:v>40.049999999999997</c:v>
                </c:pt>
                <c:pt idx="14882">
                  <c:v>40.049999999999997</c:v>
                </c:pt>
                <c:pt idx="14883">
                  <c:v>40.049999999999997</c:v>
                </c:pt>
                <c:pt idx="14884">
                  <c:v>40</c:v>
                </c:pt>
                <c:pt idx="14885">
                  <c:v>40</c:v>
                </c:pt>
                <c:pt idx="14886">
                  <c:v>40</c:v>
                </c:pt>
                <c:pt idx="14887">
                  <c:v>40</c:v>
                </c:pt>
                <c:pt idx="14888">
                  <c:v>40</c:v>
                </c:pt>
                <c:pt idx="14889">
                  <c:v>40</c:v>
                </c:pt>
                <c:pt idx="14890">
                  <c:v>40</c:v>
                </c:pt>
                <c:pt idx="14891">
                  <c:v>40</c:v>
                </c:pt>
                <c:pt idx="14892">
                  <c:v>40</c:v>
                </c:pt>
                <c:pt idx="14893">
                  <c:v>39.950000000000003</c:v>
                </c:pt>
                <c:pt idx="14894">
                  <c:v>39.950000000000003</c:v>
                </c:pt>
                <c:pt idx="14895">
                  <c:v>39.950000000000003</c:v>
                </c:pt>
                <c:pt idx="14896">
                  <c:v>39.950000000000003</c:v>
                </c:pt>
                <c:pt idx="14897">
                  <c:v>39.950000000000003</c:v>
                </c:pt>
                <c:pt idx="14898">
                  <c:v>39.950000000000003</c:v>
                </c:pt>
                <c:pt idx="14899">
                  <c:v>39.950000000000003</c:v>
                </c:pt>
                <c:pt idx="14900">
                  <c:v>39.950000000000003</c:v>
                </c:pt>
                <c:pt idx="14901">
                  <c:v>39.9</c:v>
                </c:pt>
                <c:pt idx="14902">
                  <c:v>39.9</c:v>
                </c:pt>
                <c:pt idx="14903">
                  <c:v>39.9</c:v>
                </c:pt>
                <c:pt idx="14904">
                  <c:v>39.9</c:v>
                </c:pt>
                <c:pt idx="14905">
                  <c:v>39.9</c:v>
                </c:pt>
                <c:pt idx="14906">
                  <c:v>39.9</c:v>
                </c:pt>
                <c:pt idx="14907">
                  <c:v>39.9</c:v>
                </c:pt>
                <c:pt idx="14908">
                  <c:v>39.9</c:v>
                </c:pt>
                <c:pt idx="14909">
                  <c:v>39.9</c:v>
                </c:pt>
                <c:pt idx="14910">
                  <c:v>39.9</c:v>
                </c:pt>
                <c:pt idx="14911">
                  <c:v>39.9</c:v>
                </c:pt>
                <c:pt idx="14912">
                  <c:v>39.85</c:v>
                </c:pt>
                <c:pt idx="14913">
                  <c:v>39.85</c:v>
                </c:pt>
                <c:pt idx="14914">
                  <c:v>39.85</c:v>
                </c:pt>
                <c:pt idx="14915">
                  <c:v>39.85</c:v>
                </c:pt>
                <c:pt idx="14916">
                  <c:v>39.85</c:v>
                </c:pt>
                <c:pt idx="14917">
                  <c:v>39.85</c:v>
                </c:pt>
                <c:pt idx="14918">
                  <c:v>39.85</c:v>
                </c:pt>
                <c:pt idx="14919">
                  <c:v>39.85</c:v>
                </c:pt>
                <c:pt idx="14920">
                  <c:v>39.85</c:v>
                </c:pt>
                <c:pt idx="14921">
                  <c:v>39.799999999999997</c:v>
                </c:pt>
                <c:pt idx="14922">
                  <c:v>39.799999999999997</c:v>
                </c:pt>
                <c:pt idx="14923">
                  <c:v>39.799999999999997</c:v>
                </c:pt>
                <c:pt idx="14924">
                  <c:v>39.799999999999997</c:v>
                </c:pt>
                <c:pt idx="14925">
                  <c:v>39.799999999999997</c:v>
                </c:pt>
                <c:pt idx="14926">
                  <c:v>39.799999999999997</c:v>
                </c:pt>
                <c:pt idx="14927">
                  <c:v>39.799999999999997</c:v>
                </c:pt>
                <c:pt idx="14928">
                  <c:v>39.75</c:v>
                </c:pt>
                <c:pt idx="14929">
                  <c:v>39.75</c:v>
                </c:pt>
                <c:pt idx="14930">
                  <c:v>39.75</c:v>
                </c:pt>
                <c:pt idx="14931">
                  <c:v>39.75</c:v>
                </c:pt>
                <c:pt idx="14932">
                  <c:v>39.75</c:v>
                </c:pt>
                <c:pt idx="14933">
                  <c:v>39.75</c:v>
                </c:pt>
                <c:pt idx="14934">
                  <c:v>39.75</c:v>
                </c:pt>
                <c:pt idx="14935">
                  <c:v>39.75</c:v>
                </c:pt>
                <c:pt idx="14936">
                  <c:v>39.75</c:v>
                </c:pt>
                <c:pt idx="14937">
                  <c:v>39.75</c:v>
                </c:pt>
                <c:pt idx="14938">
                  <c:v>39.75</c:v>
                </c:pt>
                <c:pt idx="14939">
                  <c:v>39.75</c:v>
                </c:pt>
                <c:pt idx="14940">
                  <c:v>39.75</c:v>
                </c:pt>
                <c:pt idx="14941">
                  <c:v>39.75</c:v>
                </c:pt>
                <c:pt idx="14942">
                  <c:v>39.75</c:v>
                </c:pt>
                <c:pt idx="14943">
                  <c:v>39.700000000000003</c:v>
                </c:pt>
                <c:pt idx="14944">
                  <c:v>39.700000000000003</c:v>
                </c:pt>
                <c:pt idx="14945">
                  <c:v>39.700000000000003</c:v>
                </c:pt>
                <c:pt idx="14946">
                  <c:v>39.700000000000003</c:v>
                </c:pt>
                <c:pt idx="14947">
                  <c:v>39.700000000000003</c:v>
                </c:pt>
                <c:pt idx="14948">
                  <c:v>39.700000000000003</c:v>
                </c:pt>
                <c:pt idx="14949">
                  <c:v>39.700000000000003</c:v>
                </c:pt>
                <c:pt idx="14950">
                  <c:v>39.700000000000003</c:v>
                </c:pt>
                <c:pt idx="14951">
                  <c:v>39.700000000000003</c:v>
                </c:pt>
                <c:pt idx="14952">
                  <c:v>39.65</c:v>
                </c:pt>
                <c:pt idx="14953">
                  <c:v>39.65</c:v>
                </c:pt>
                <c:pt idx="14954">
                  <c:v>39.65</c:v>
                </c:pt>
                <c:pt idx="14955">
                  <c:v>39.65</c:v>
                </c:pt>
                <c:pt idx="14956">
                  <c:v>39.65</c:v>
                </c:pt>
                <c:pt idx="14957">
                  <c:v>39.65</c:v>
                </c:pt>
                <c:pt idx="14958">
                  <c:v>39.65</c:v>
                </c:pt>
                <c:pt idx="14959">
                  <c:v>39.65</c:v>
                </c:pt>
                <c:pt idx="14960">
                  <c:v>39.65</c:v>
                </c:pt>
                <c:pt idx="14961">
                  <c:v>39.6</c:v>
                </c:pt>
                <c:pt idx="14962">
                  <c:v>39.6</c:v>
                </c:pt>
                <c:pt idx="14963">
                  <c:v>39.6</c:v>
                </c:pt>
                <c:pt idx="14964">
                  <c:v>39.6</c:v>
                </c:pt>
                <c:pt idx="14965">
                  <c:v>39.6</c:v>
                </c:pt>
                <c:pt idx="14966">
                  <c:v>39.6</c:v>
                </c:pt>
                <c:pt idx="14967">
                  <c:v>39.6</c:v>
                </c:pt>
                <c:pt idx="14968">
                  <c:v>39.6</c:v>
                </c:pt>
                <c:pt idx="14969">
                  <c:v>39.6</c:v>
                </c:pt>
                <c:pt idx="14970">
                  <c:v>39.6</c:v>
                </c:pt>
                <c:pt idx="14971">
                  <c:v>39.6</c:v>
                </c:pt>
                <c:pt idx="14972">
                  <c:v>39.549999999999997</c:v>
                </c:pt>
                <c:pt idx="14973">
                  <c:v>39.549999999999997</c:v>
                </c:pt>
                <c:pt idx="14974">
                  <c:v>39.549999999999997</c:v>
                </c:pt>
                <c:pt idx="14975">
                  <c:v>39.549999999999997</c:v>
                </c:pt>
                <c:pt idx="14976">
                  <c:v>39.549999999999997</c:v>
                </c:pt>
                <c:pt idx="14977">
                  <c:v>39.549999999999997</c:v>
                </c:pt>
                <c:pt idx="14978">
                  <c:v>39.549999999999997</c:v>
                </c:pt>
                <c:pt idx="14979">
                  <c:v>39.549999999999997</c:v>
                </c:pt>
                <c:pt idx="14980">
                  <c:v>39.5</c:v>
                </c:pt>
                <c:pt idx="14981">
                  <c:v>39.5</c:v>
                </c:pt>
                <c:pt idx="14982">
                  <c:v>39.5</c:v>
                </c:pt>
                <c:pt idx="14983">
                  <c:v>39.5</c:v>
                </c:pt>
                <c:pt idx="14984">
                  <c:v>39.5</c:v>
                </c:pt>
                <c:pt idx="14985">
                  <c:v>39.5</c:v>
                </c:pt>
                <c:pt idx="14986">
                  <c:v>39.5</c:v>
                </c:pt>
                <c:pt idx="14987">
                  <c:v>39.5</c:v>
                </c:pt>
                <c:pt idx="14988">
                  <c:v>39.5</c:v>
                </c:pt>
                <c:pt idx="14989">
                  <c:v>39.5</c:v>
                </c:pt>
                <c:pt idx="14990">
                  <c:v>39.450000000000003</c:v>
                </c:pt>
                <c:pt idx="14991">
                  <c:v>39.450000000000003</c:v>
                </c:pt>
                <c:pt idx="14992">
                  <c:v>39.450000000000003</c:v>
                </c:pt>
                <c:pt idx="14993">
                  <c:v>39.450000000000003</c:v>
                </c:pt>
                <c:pt idx="14994">
                  <c:v>39.450000000000003</c:v>
                </c:pt>
                <c:pt idx="14995">
                  <c:v>39.450000000000003</c:v>
                </c:pt>
                <c:pt idx="14996">
                  <c:v>39.450000000000003</c:v>
                </c:pt>
                <c:pt idx="14997">
                  <c:v>39.450000000000003</c:v>
                </c:pt>
                <c:pt idx="14998">
                  <c:v>39.450000000000003</c:v>
                </c:pt>
                <c:pt idx="14999">
                  <c:v>39.450000000000003</c:v>
                </c:pt>
                <c:pt idx="15000">
                  <c:v>39.4</c:v>
                </c:pt>
                <c:pt idx="15001">
                  <c:v>39.4</c:v>
                </c:pt>
                <c:pt idx="15002">
                  <c:v>39.4</c:v>
                </c:pt>
                <c:pt idx="15003">
                  <c:v>39.4</c:v>
                </c:pt>
                <c:pt idx="15004">
                  <c:v>39.4</c:v>
                </c:pt>
                <c:pt idx="15005">
                  <c:v>39.4</c:v>
                </c:pt>
                <c:pt idx="15006">
                  <c:v>39.4</c:v>
                </c:pt>
                <c:pt idx="15007">
                  <c:v>39.4</c:v>
                </c:pt>
                <c:pt idx="15008">
                  <c:v>39.4</c:v>
                </c:pt>
                <c:pt idx="15009">
                  <c:v>39.4</c:v>
                </c:pt>
                <c:pt idx="15010">
                  <c:v>39.4</c:v>
                </c:pt>
                <c:pt idx="15011">
                  <c:v>39.35</c:v>
                </c:pt>
                <c:pt idx="15012">
                  <c:v>39.35</c:v>
                </c:pt>
                <c:pt idx="15013">
                  <c:v>39.35</c:v>
                </c:pt>
                <c:pt idx="15014">
                  <c:v>39.35</c:v>
                </c:pt>
                <c:pt idx="15015">
                  <c:v>39.35</c:v>
                </c:pt>
                <c:pt idx="15016">
                  <c:v>39.35</c:v>
                </c:pt>
                <c:pt idx="15017">
                  <c:v>39.35</c:v>
                </c:pt>
                <c:pt idx="15018">
                  <c:v>39.35</c:v>
                </c:pt>
                <c:pt idx="15019">
                  <c:v>39.35</c:v>
                </c:pt>
                <c:pt idx="15020">
                  <c:v>39.299999999999997</c:v>
                </c:pt>
                <c:pt idx="15021">
                  <c:v>39.299999999999997</c:v>
                </c:pt>
                <c:pt idx="15022">
                  <c:v>39.299999999999997</c:v>
                </c:pt>
                <c:pt idx="15023">
                  <c:v>39.299999999999997</c:v>
                </c:pt>
                <c:pt idx="15024">
                  <c:v>39.299999999999997</c:v>
                </c:pt>
                <c:pt idx="15025">
                  <c:v>39.299999999999997</c:v>
                </c:pt>
                <c:pt idx="15026">
                  <c:v>39.299999999999997</c:v>
                </c:pt>
                <c:pt idx="15027">
                  <c:v>39.25</c:v>
                </c:pt>
                <c:pt idx="15028">
                  <c:v>39.25</c:v>
                </c:pt>
                <c:pt idx="15029">
                  <c:v>39.25</c:v>
                </c:pt>
                <c:pt idx="15030">
                  <c:v>39.25</c:v>
                </c:pt>
                <c:pt idx="15031">
                  <c:v>39.25</c:v>
                </c:pt>
                <c:pt idx="15032">
                  <c:v>39.25</c:v>
                </c:pt>
                <c:pt idx="15033">
                  <c:v>39.25</c:v>
                </c:pt>
                <c:pt idx="15034">
                  <c:v>39.25</c:v>
                </c:pt>
                <c:pt idx="15035">
                  <c:v>39.25</c:v>
                </c:pt>
                <c:pt idx="15036">
                  <c:v>39.25</c:v>
                </c:pt>
                <c:pt idx="15037">
                  <c:v>39.25</c:v>
                </c:pt>
                <c:pt idx="15038">
                  <c:v>39.25</c:v>
                </c:pt>
                <c:pt idx="15039">
                  <c:v>39.25</c:v>
                </c:pt>
                <c:pt idx="15040">
                  <c:v>39.25</c:v>
                </c:pt>
                <c:pt idx="15041">
                  <c:v>39.25</c:v>
                </c:pt>
                <c:pt idx="15042">
                  <c:v>39.25</c:v>
                </c:pt>
                <c:pt idx="15043">
                  <c:v>39.200000000000003</c:v>
                </c:pt>
                <c:pt idx="15044">
                  <c:v>39.200000000000003</c:v>
                </c:pt>
                <c:pt idx="15045">
                  <c:v>39.200000000000003</c:v>
                </c:pt>
                <c:pt idx="15046">
                  <c:v>39.200000000000003</c:v>
                </c:pt>
                <c:pt idx="15047">
                  <c:v>39.200000000000003</c:v>
                </c:pt>
                <c:pt idx="15048">
                  <c:v>39.200000000000003</c:v>
                </c:pt>
                <c:pt idx="15049">
                  <c:v>39.200000000000003</c:v>
                </c:pt>
                <c:pt idx="15050">
                  <c:v>39.200000000000003</c:v>
                </c:pt>
                <c:pt idx="15051">
                  <c:v>39.200000000000003</c:v>
                </c:pt>
                <c:pt idx="15052">
                  <c:v>39.15</c:v>
                </c:pt>
                <c:pt idx="15053">
                  <c:v>39.15</c:v>
                </c:pt>
                <c:pt idx="15054">
                  <c:v>39.15</c:v>
                </c:pt>
                <c:pt idx="15055">
                  <c:v>39.15</c:v>
                </c:pt>
                <c:pt idx="15056">
                  <c:v>39.15</c:v>
                </c:pt>
                <c:pt idx="15057">
                  <c:v>39.15</c:v>
                </c:pt>
                <c:pt idx="15058">
                  <c:v>39.15</c:v>
                </c:pt>
                <c:pt idx="15059">
                  <c:v>39.15</c:v>
                </c:pt>
                <c:pt idx="15060">
                  <c:v>39.15</c:v>
                </c:pt>
                <c:pt idx="15061">
                  <c:v>39.15</c:v>
                </c:pt>
                <c:pt idx="15062">
                  <c:v>39.15</c:v>
                </c:pt>
                <c:pt idx="15063">
                  <c:v>39.15</c:v>
                </c:pt>
                <c:pt idx="15064">
                  <c:v>39.15</c:v>
                </c:pt>
                <c:pt idx="15065">
                  <c:v>39.1</c:v>
                </c:pt>
                <c:pt idx="15066">
                  <c:v>39.1</c:v>
                </c:pt>
                <c:pt idx="15067">
                  <c:v>39.1</c:v>
                </c:pt>
                <c:pt idx="15068">
                  <c:v>39.1</c:v>
                </c:pt>
                <c:pt idx="15069">
                  <c:v>39.1</c:v>
                </c:pt>
                <c:pt idx="15070">
                  <c:v>39.1</c:v>
                </c:pt>
                <c:pt idx="15071">
                  <c:v>39.1</c:v>
                </c:pt>
                <c:pt idx="15072">
                  <c:v>39.1</c:v>
                </c:pt>
                <c:pt idx="15073">
                  <c:v>39.1</c:v>
                </c:pt>
                <c:pt idx="15074">
                  <c:v>39.1</c:v>
                </c:pt>
                <c:pt idx="15075">
                  <c:v>39.049999999999997</c:v>
                </c:pt>
                <c:pt idx="15076">
                  <c:v>39.049999999999997</c:v>
                </c:pt>
                <c:pt idx="15077">
                  <c:v>39.049999999999997</c:v>
                </c:pt>
                <c:pt idx="15078">
                  <c:v>39.049999999999997</c:v>
                </c:pt>
                <c:pt idx="15079">
                  <c:v>39.049999999999997</c:v>
                </c:pt>
                <c:pt idx="15080">
                  <c:v>39.049999999999997</c:v>
                </c:pt>
                <c:pt idx="15081">
                  <c:v>39.049999999999997</c:v>
                </c:pt>
                <c:pt idx="15082">
                  <c:v>39.049999999999997</c:v>
                </c:pt>
                <c:pt idx="15083">
                  <c:v>39.049999999999997</c:v>
                </c:pt>
                <c:pt idx="15084">
                  <c:v>39.049999999999997</c:v>
                </c:pt>
                <c:pt idx="15085">
                  <c:v>39.049999999999997</c:v>
                </c:pt>
                <c:pt idx="15086">
                  <c:v>39</c:v>
                </c:pt>
                <c:pt idx="15087">
                  <c:v>39</c:v>
                </c:pt>
                <c:pt idx="15088">
                  <c:v>39</c:v>
                </c:pt>
                <c:pt idx="15089">
                  <c:v>39</c:v>
                </c:pt>
                <c:pt idx="15090">
                  <c:v>39</c:v>
                </c:pt>
                <c:pt idx="15091">
                  <c:v>39</c:v>
                </c:pt>
                <c:pt idx="15092">
                  <c:v>39</c:v>
                </c:pt>
                <c:pt idx="15093">
                  <c:v>39</c:v>
                </c:pt>
                <c:pt idx="15094">
                  <c:v>39</c:v>
                </c:pt>
                <c:pt idx="15095">
                  <c:v>38.950000000000003</c:v>
                </c:pt>
                <c:pt idx="15096">
                  <c:v>38.950000000000003</c:v>
                </c:pt>
                <c:pt idx="15097">
                  <c:v>38.950000000000003</c:v>
                </c:pt>
                <c:pt idx="15098">
                  <c:v>38.950000000000003</c:v>
                </c:pt>
                <c:pt idx="15099">
                  <c:v>38.950000000000003</c:v>
                </c:pt>
                <c:pt idx="15100">
                  <c:v>38.950000000000003</c:v>
                </c:pt>
                <c:pt idx="15101">
                  <c:v>38.950000000000003</c:v>
                </c:pt>
                <c:pt idx="15102">
                  <c:v>38.950000000000003</c:v>
                </c:pt>
                <c:pt idx="15103">
                  <c:v>38.9</c:v>
                </c:pt>
                <c:pt idx="15104">
                  <c:v>38.9</c:v>
                </c:pt>
                <c:pt idx="15105">
                  <c:v>38.9</c:v>
                </c:pt>
                <c:pt idx="15106">
                  <c:v>38.9</c:v>
                </c:pt>
                <c:pt idx="15107">
                  <c:v>38.9</c:v>
                </c:pt>
                <c:pt idx="15108">
                  <c:v>38.9</c:v>
                </c:pt>
                <c:pt idx="15109">
                  <c:v>38.9</c:v>
                </c:pt>
                <c:pt idx="15110">
                  <c:v>38.9</c:v>
                </c:pt>
                <c:pt idx="15111">
                  <c:v>38.9</c:v>
                </c:pt>
                <c:pt idx="15112">
                  <c:v>38.9</c:v>
                </c:pt>
                <c:pt idx="15113">
                  <c:v>38.9</c:v>
                </c:pt>
                <c:pt idx="15114">
                  <c:v>38.85</c:v>
                </c:pt>
                <c:pt idx="15115">
                  <c:v>38.85</c:v>
                </c:pt>
                <c:pt idx="15116">
                  <c:v>38.85</c:v>
                </c:pt>
                <c:pt idx="15117">
                  <c:v>38.85</c:v>
                </c:pt>
                <c:pt idx="15118">
                  <c:v>38.85</c:v>
                </c:pt>
                <c:pt idx="15119">
                  <c:v>38.85</c:v>
                </c:pt>
                <c:pt idx="15120">
                  <c:v>38.85</c:v>
                </c:pt>
                <c:pt idx="15121">
                  <c:v>38.85</c:v>
                </c:pt>
                <c:pt idx="15122">
                  <c:v>38.85</c:v>
                </c:pt>
                <c:pt idx="15123">
                  <c:v>38.85</c:v>
                </c:pt>
                <c:pt idx="15124">
                  <c:v>38.799999999999997</c:v>
                </c:pt>
                <c:pt idx="15125">
                  <c:v>38.799999999999997</c:v>
                </c:pt>
                <c:pt idx="15126">
                  <c:v>38.799999999999997</c:v>
                </c:pt>
                <c:pt idx="15127">
                  <c:v>38.799999999999997</c:v>
                </c:pt>
                <c:pt idx="15128">
                  <c:v>38.799999999999997</c:v>
                </c:pt>
                <c:pt idx="15129">
                  <c:v>38.799999999999997</c:v>
                </c:pt>
                <c:pt idx="15130">
                  <c:v>38.799999999999997</c:v>
                </c:pt>
                <c:pt idx="15131">
                  <c:v>38.799999999999997</c:v>
                </c:pt>
                <c:pt idx="15132">
                  <c:v>38.799999999999997</c:v>
                </c:pt>
                <c:pt idx="15133">
                  <c:v>38.75</c:v>
                </c:pt>
                <c:pt idx="15134">
                  <c:v>38.75</c:v>
                </c:pt>
                <c:pt idx="15135">
                  <c:v>38.75</c:v>
                </c:pt>
                <c:pt idx="15136">
                  <c:v>38.75</c:v>
                </c:pt>
                <c:pt idx="15137">
                  <c:v>38.75</c:v>
                </c:pt>
                <c:pt idx="15138">
                  <c:v>38.75</c:v>
                </c:pt>
                <c:pt idx="15139">
                  <c:v>38.75</c:v>
                </c:pt>
                <c:pt idx="15140">
                  <c:v>38.75</c:v>
                </c:pt>
                <c:pt idx="15141">
                  <c:v>38.75</c:v>
                </c:pt>
                <c:pt idx="15142">
                  <c:v>38.75</c:v>
                </c:pt>
                <c:pt idx="15143">
                  <c:v>38.75</c:v>
                </c:pt>
                <c:pt idx="15144">
                  <c:v>38.75</c:v>
                </c:pt>
                <c:pt idx="15145">
                  <c:v>38.700000000000003</c:v>
                </c:pt>
                <c:pt idx="15146">
                  <c:v>38.700000000000003</c:v>
                </c:pt>
                <c:pt idx="15147">
                  <c:v>38.700000000000003</c:v>
                </c:pt>
                <c:pt idx="15148">
                  <c:v>38.700000000000003</c:v>
                </c:pt>
                <c:pt idx="15149">
                  <c:v>38.700000000000003</c:v>
                </c:pt>
                <c:pt idx="15150">
                  <c:v>38.700000000000003</c:v>
                </c:pt>
                <c:pt idx="15151">
                  <c:v>38.700000000000003</c:v>
                </c:pt>
                <c:pt idx="15152">
                  <c:v>38.700000000000003</c:v>
                </c:pt>
                <c:pt idx="15153">
                  <c:v>38.700000000000003</c:v>
                </c:pt>
                <c:pt idx="15154">
                  <c:v>38.700000000000003</c:v>
                </c:pt>
                <c:pt idx="15155">
                  <c:v>38.700000000000003</c:v>
                </c:pt>
                <c:pt idx="15156">
                  <c:v>38.65</c:v>
                </c:pt>
                <c:pt idx="15157">
                  <c:v>38.65</c:v>
                </c:pt>
                <c:pt idx="15158">
                  <c:v>38.65</c:v>
                </c:pt>
                <c:pt idx="15159">
                  <c:v>38.65</c:v>
                </c:pt>
                <c:pt idx="15160">
                  <c:v>38.65</c:v>
                </c:pt>
                <c:pt idx="15161">
                  <c:v>38.65</c:v>
                </c:pt>
                <c:pt idx="15162">
                  <c:v>38.65</c:v>
                </c:pt>
                <c:pt idx="15163">
                  <c:v>38.65</c:v>
                </c:pt>
                <c:pt idx="15164">
                  <c:v>38.6</c:v>
                </c:pt>
                <c:pt idx="15165">
                  <c:v>38.6</c:v>
                </c:pt>
                <c:pt idx="15166">
                  <c:v>38.6</c:v>
                </c:pt>
                <c:pt idx="15167">
                  <c:v>38.6</c:v>
                </c:pt>
                <c:pt idx="15168">
                  <c:v>38.6</c:v>
                </c:pt>
                <c:pt idx="15169">
                  <c:v>38.6</c:v>
                </c:pt>
                <c:pt idx="15170">
                  <c:v>38.6</c:v>
                </c:pt>
                <c:pt idx="15171">
                  <c:v>38.6</c:v>
                </c:pt>
                <c:pt idx="15172">
                  <c:v>38.6</c:v>
                </c:pt>
                <c:pt idx="15173">
                  <c:v>38.6</c:v>
                </c:pt>
                <c:pt idx="15174">
                  <c:v>38.6</c:v>
                </c:pt>
                <c:pt idx="15175">
                  <c:v>38.6</c:v>
                </c:pt>
                <c:pt idx="15176">
                  <c:v>38.6</c:v>
                </c:pt>
                <c:pt idx="15177">
                  <c:v>38.549999999999997</c:v>
                </c:pt>
                <c:pt idx="15178">
                  <c:v>38.549999999999997</c:v>
                </c:pt>
                <c:pt idx="15179">
                  <c:v>38.549999999999997</c:v>
                </c:pt>
                <c:pt idx="15180">
                  <c:v>38.549999999999997</c:v>
                </c:pt>
                <c:pt idx="15181">
                  <c:v>38.549999999999997</c:v>
                </c:pt>
                <c:pt idx="15182">
                  <c:v>38.549999999999997</c:v>
                </c:pt>
                <c:pt idx="15183">
                  <c:v>38.549999999999997</c:v>
                </c:pt>
                <c:pt idx="15184">
                  <c:v>38.549999999999997</c:v>
                </c:pt>
                <c:pt idx="15185">
                  <c:v>38.549999999999997</c:v>
                </c:pt>
                <c:pt idx="15186">
                  <c:v>38.549999999999997</c:v>
                </c:pt>
                <c:pt idx="15187">
                  <c:v>38.549999999999997</c:v>
                </c:pt>
                <c:pt idx="15188">
                  <c:v>38.5</c:v>
                </c:pt>
                <c:pt idx="15189">
                  <c:v>38.5</c:v>
                </c:pt>
                <c:pt idx="15190">
                  <c:v>38.5</c:v>
                </c:pt>
                <c:pt idx="15191">
                  <c:v>38.5</c:v>
                </c:pt>
                <c:pt idx="15192">
                  <c:v>38.5</c:v>
                </c:pt>
                <c:pt idx="15193">
                  <c:v>38.5</c:v>
                </c:pt>
                <c:pt idx="15194">
                  <c:v>38.5</c:v>
                </c:pt>
                <c:pt idx="15195">
                  <c:v>38.5</c:v>
                </c:pt>
                <c:pt idx="15196">
                  <c:v>38.5</c:v>
                </c:pt>
                <c:pt idx="15197">
                  <c:v>38.5</c:v>
                </c:pt>
                <c:pt idx="15198">
                  <c:v>38.450000000000003</c:v>
                </c:pt>
                <c:pt idx="15199">
                  <c:v>38.450000000000003</c:v>
                </c:pt>
                <c:pt idx="15200">
                  <c:v>38.450000000000003</c:v>
                </c:pt>
                <c:pt idx="15201">
                  <c:v>38.450000000000003</c:v>
                </c:pt>
                <c:pt idx="15202">
                  <c:v>38.450000000000003</c:v>
                </c:pt>
                <c:pt idx="15203">
                  <c:v>38.450000000000003</c:v>
                </c:pt>
                <c:pt idx="15204">
                  <c:v>38.450000000000003</c:v>
                </c:pt>
                <c:pt idx="15205">
                  <c:v>38.450000000000003</c:v>
                </c:pt>
                <c:pt idx="15206">
                  <c:v>38.450000000000003</c:v>
                </c:pt>
                <c:pt idx="15207">
                  <c:v>38.450000000000003</c:v>
                </c:pt>
                <c:pt idx="15208">
                  <c:v>38.4</c:v>
                </c:pt>
                <c:pt idx="15209">
                  <c:v>38.4</c:v>
                </c:pt>
                <c:pt idx="15210">
                  <c:v>38.4</c:v>
                </c:pt>
                <c:pt idx="15211">
                  <c:v>38.4</c:v>
                </c:pt>
                <c:pt idx="15212">
                  <c:v>38.4</c:v>
                </c:pt>
                <c:pt idx="15213">
                  <c:v>38.4</c:v>
                </c:pt>
                <c:pt idx="15214">
                  <c:v>38.4</c:v>
                </c:pt>
                <c:pt idx="15215">
                  <c:v>38.4</c:v>
                </c:pt>
                <c:pt idx="15216">
                  <c:v>38.4</c:v>
                </c:pt>
                <c:pt idx="15217">
                  <c:v>38.4</c:v>
                </c:pt>
                <c:pt idx="15218">
                  <c:v>38.4</c:v>
                </c:pt>
                <c:pt idx="15219">
                  <c:v>38.4</c:v>
                </c:pt>
                <c:pt idx="15220">
                  <c:v>38.4</c:v>
                </c:pt>
                <c:pt idx="15221">
                  <c:v>38.4</c:v>
                </c:pt>
                <c:pt idx="15222">
                  <c:v>38.35</c:v>
                </c:pt>
                <c:pt idx="15223">
                  <c:v>38.35</c:v>
                </c:pt>
                <c:pt idx="15224">
                  <c:v>38.35</c:v>
                </c:pt>
                <c:pt idx="15225">
                  <c:v>38.35</c:v>
                </c:pt>
                <c:pt idx="15226">
                  <c:v>38.35</c:v>
                </c:pt>
                <c:pt idx="15227">
                  <c:v>38.35</c:v>
                </c:pt>
                <c:pt idx="15228">
                  <c:v>38.35</c:v>
                </c:pt>
                <c:pt idx="15229">
                  <c:v>38.35</c:v>
                </c:pt>
                <c:pt idx="15230">
                  <c:v>38.35</c:v>
                </c:pt>
                <c:pt idx="15231">
                  <c:v>38.299999999999997</c:v>
                </c:pt>
                <c:pt idx="15232">
                  <c:v>38.299999999999997</c:v>
                </c:pt>
                <c:pt idx="15233">
                  <c:v>38.299999999999997</c:v>
                </c:pt>
                <c:pt idx="15234">
                  <c:v>38.299999999999997</c:v>
                </c:pt>
                <c:pt idx="15235">
                  <c:v>38.299999999999997</c:v>
                </c:pt>
                <c:pt idx="15236">
                  <c:v>38.299999999999997</c:v>
                </c:pt>
                <c:pt idx="15237">
                  <c:v>38.299999999999997</c:v>
                </c:pt>
                <c:pt idx="15238">
                  <c:v>38.299999999999997</c:v>
                </c:pt>
                <c:pt idx="15239">
                  <c:v>38.299999999999997</c:v>
                </c:pt>
                <c:pt idx="15240">
                  <c:v>38.299999999999997</c:v>
                </c:pt>
                <c:pt idx="15241">
                  <c:v>38.25</c:v>
                </c:pt>
                <c:pt idx="15242">
                  <c:v>38.25</c:v>
                </c:pt>
                <c:pt idx="15243">
                  <c:v>38.25</c:v>
                </c:pt>
                <c:pt idx="15244">
                  <c:v>38.25</c:v>
                </c:pt>
                <c:pt idx="15245">
                  <c:v>38.25</c:v>
                </c:pt>
                <c:pt idx="15246">
                  <c:v>38.25</c:v>
                </c:pt>
                <c:pt idx="15247">
                  <c:v>38.25</c:v>
                </c:pt>
                <c:pt idx="15248">
                  <c:v>38.25</c:v>
                </c:pt>
                <c:pt idx="15249">
                  <c:v>38.25</c:v>
                </c:pt>
                <c:pt idx="15250">
                  <c:v>38.25</c:v>
                </c:pt>
                <c:pt idx="15251">
                  <c:v>38.25</c:v>
                </c:pt>
                <c:pt idx="15252">
                  <c:v>38.25</c:v>
                </c:pt>
                <c:pt idx="15253">
                  <c:v>38.25</c:v>
                </c:pt>
                <c:pt idx="15254">
                  <c:v>38.200000000000003</c:v>
                </c:pt>
                <c:pt idx="15255">
                  <c:v>38.200000000000003</c:v>
                </c:pt>
                <c:pt idx="15256">
                  <c:v>38.200000000000003</c:v>
                </c:pt>
                <c:pt idx="15257">
                  <c:v>38.200000000000003</c:v>
                </c:pt>
                <c:pt idx="15258">
                  <c:v>38.200000000000003</c:v>
                </c:pt>
                <c:pt idx="15259">
                  <c:v>38.200000000000003</c:v>
                </c:pt>
                <c:pt idx="15260">
                  <c:v>38.200000000000003</c:v>
                </c:pt>
                <c:pt idx="15261">
                  <c:v>38.200000000000003</c:v>
                </c:pt>
                <c:pt idx="15262">
                  <c:v>38.200000000000003</c:v>
                </c:pt>
                <c:pt idx="15263">
                  <c:v>38.200000000000003</c:v>
                </c:pt>
                <c:pt idx="15264">
                  <c:v>38.15</c:v>
                </c:pt>
                <c:pt idx="15265">
                  <c:v>38.15</c:v>
                </c:pt>
                <c:pt idx="15266">
                  <c:v>38.15</c:v>
                </c:pt>
                <c:pt idx="15267">
                  <c:v>38.15</c:v>
                </c:pt>
                <c:pt idx="15268">
                  <c:v>38.15</c:v>
                </c:pt>
                <c:pt idx="15269">
                  <c:v>38.15</c:v>
                </c:pt>
                <c:pt idx="15270">
                  <c:v>38.15</c:v>
                </c:pt>
                <c:pt idx="15271">
                  <c:v>38.15</c:v>
                </c:pt>
                <c:pt idx="15272">
                  <c:v>38.15</c:v>
                </c:pt>
                <c:pt idx="15273">
                  <c:v>38.1</c:v>
                </c:pt>
                <c:pt idx="15274">
                  <c:v>38.15</c:v>
                </c:pt>
                <c:pt idx="15275">
                  <c:v>38.1</c:v>
                </c:pt>
                <c:pt idx="15276">
                  <c:v>38.1</c:v>
                </c:pt>
                <c:pt idx="15277">
                  <c:v>38.1</c:v>
                </c:pt>
                <c:pt idx="15278">
                  <c:v>38.1</c:v>
                </c:pt>
                <c:pt idx="15279">
                  <c:v>38.1</c:v>
                </c:pt>
                <c:pt idx="15280">
                  <c:v>38.1</c:v>
                </c:pt>
                <c:pt idx="15281">
                  <c:v>38.1</c:v>
                </c:pt>
                <c:pt idx="15282">
                  <c:v>38.1</c:v>
                </c:pt>
                <c:pt idx="15283">
                  <c:v>38.1</c:v>
                </c:pt>
                <c:pt idx="15284">
                  <c:v>38.1</c:v>
                </c:pt>
                <c:pt idx="15285">
                  <c:v>38.049999999999997</c:v>
                </c:pt>
                <c:pt idx="15286">
                  <c:v>38.049999999999997</c:v>
                </c:pt>
                <c:pt idx="15287">
                  <c:v>38.049999999999997</c:v>
                </c:pt>
                <c:pt idx="15288">
                  <c:v>38.049999999999997</c:v>
                </c:pt>
                <c:pt idx="15289">
                  <c:v>38.049999999999997</c:v>
                </c:pt>
                <c:pt idx="15290">
                  <c:v>38.049999999999997</c:v>
                </c:pt>
                <c:pt idx="15291">
                  <c:v>38.049999999999997</c:v>
                </c:pt>
                <c:pt idx="15292">
                  <c:v>38.049999999999997</c:v>
                </c:pt>
                <c:pt idx="15293">
                  <c:v>38.049999999999997</c:v>
                </c:pt>
                <c:pt idx="15294">
                  <c:v>38.049999999999997</c:v>
                </c:pt>
                <c:pt idx="15295">
                  <c:v>38.049999999999997</c:v>
                </c:pt>
                <c:pt idx="15296">
                  <c:v>38</c:v>
                </c:pt>
                <c:pt idx="15297">
                  <c:v>38</c:v>
                </c:pt>
                <c:pt idx="15298">
                  <c:v>38</c:v>
                </c:pt>
                <c:pt idx="15299">
                  <c:v>38</c:v>
                </c:pt>
                <c:pt idx="15300">
                  <c:v>38</c:v>
                </c:pt>
                <c:pt idx="15301">
                  <c:v>38</c:v>
                </c:pt>
                <c:pt idx="15302">
                  <c:v>38</c:v>
                </c:pt>
                <c:pt idx="15303">
                  <c:v>38</c:v>
                </c:pt>
                <c:pt idx="15304">
                  <c:v>38</c:v>
                </c:pt>
                <c:pt idx="15305">
                  <c:v>38</c:v>
                </c:pt>
                <c:pt idx="15306">
                  <c:v>38</c:v>
                </c:pt>
                <c:pt idx="15307">
                  <c:v>37.950000000000003</c:v>
                </c:pt>
                <c:pt idx="15308">
                  <c:v>37.950000000000003</c:v>
                </c:pt>
                <c:pt idx="15309">
                  <c:v>37.950000000000003</c:v>
                </c:pt>
                <c:pt idx="15310">
                  <c:v>37.950000000000003</c:v>
                </c:pt>
                <c:pt idx="15311">
                  <c:v>37.950000000000003</c:v>
                </c:pt>
                <c:pt idx="15312">
                  <c:v>37.950000000000003</c:v>
                </c:pt>
                <c:pt idx="15313">
                  <c:v>37.950000000000003</c:v>
                </c:pt>
                <c:pt idx="15314">
                  <c:v>37.950000000000003</c:v>
                </c:pt>
                <c:pt idx="15315">
                  <c:v>37.950000000000003</c:v>
                </c:pt>
                <c:pt idx="15316">
                  <c:v>37.950000000000003</c:v>
                </c:pt>
                <c:pt idx="15317">
                  <c:v>37.950000000000003</c:v>
                </c:pt>
                <c:pt idx="15318">
                  <c:v>37.950000000000003</c:v>
                </c:pt>
                <c:pt idx="15319">
                  <c:v>37.9</c:v>
                </c:pt>
                <c:pt idx="15320">
                  <c:v>37.9</c:v>
                </c:pt>
                <c:pt idx="15321">
                  <c:v>37.9</c:v>
                </c:pt>
                <c:pt idx="15322">
                  <c:v>37.9</c:v>
                </c:pt>
                <c:pt idx="15323">
                  <c:v>37.9</c:v>
                </c:pt>
                <c:pt idx="15324">
                  <c:v>37.9</c:v>
                </c:pt>
                <c:pt idx="15325">
                  <c:v>37.9</c:v>
                </c:pt>
                <c:pt idx="15326">
                  <c:v>37.9</c:v>
                </c:pt>
                <c:pt idx="15327">
                  <c:v>37.9</c:v>
                </c:pt>
                <c:pt idx="15328">
                  <c:v>37.9</c:v>
                </c:pt>
                <c:pt idx="15329">
                  <c:v>37.9</c:v>
                </c:pt>
                <c:pt idx="15330">
                  <c:v>37.9</c:v>
                </c:pt>
                <c:pt idx="15331">
                  <c:v>37.9</c:v>
                </c:pt>
                <c:pt idx="15332">
                  <c:v>37.9</c:v>
                </c:pt>
                <c:pt idx="15333">
                  <c:v>37.9</c:v>
                </c:pt>
                <c:pt idx="15334">
                  <c:v>37.9</c:v>
                </c:pt>
                <c:pt idx="15335">
                  <c:v>37.9</c:v>
                </c:pt>
                <c:pt idx="15336">
                  <c:v>37.9</c:v>
                </c:pt>
                <c:pt idx="15337">
                  <c:v>37.9</c:v>
                </c:pt>
                <c:pt idx="15338">
                  <c:v>37.85</c:v>
                </c:pt>
                <c:pt idx="15339">
                  <c:v>37.85</c:v>
                </c:pt>
                <c:pt idx="15340">
                  <c:v>37.85</c:v>
                </c:pt>
                <c:pt idx="15341">
                  <c:v>37.85</c:v>
                </c:pt>
                <c:pt idx="15342">
                  <c:v>37.85</c:v>
                </c:pt>
                <c:pt idx="15343">
                  <c:v>37.85</c:v>
                </c:pt>
                <c:pt idx="15344">
                  <c:v>37.85</c:v>
                </c:pt>
                <c:pt idx="15345">
                  <c:v>37.85</c:v>
                </c:pt>
                <c:pt idx="15346">
                  <c:v>37.85</c:v>
                </c:pt>
                <c:pt idx="15347">
                  <c:v>37.85</c:v>
                </c:pt>
                <c:pt idx="15348">
                  <c:v>37.799999999999997</c:v>
                </c:pt>
                <c:pt idx="15349">
                  <c:v>37.799999999999997</c:v>
                </c:pt>
                <c:pt idx="15350">
                  <c:v>37.799999999999997</c:v>
                </c:pt>
                <c:pt idx="15351">
                  <c:v>37.799999999999997</c:v>
                </c:pt>
                <c:pt idx="15352">
                  <c:v>37.799999999999997</c:v>
                </c:pt>
                <c:pt idx="15353">
                  <c:v>37.799999999999997</c:v>
                </c:pt>
                <c:pt idx="15354">
                  <c:v>37.799999999999997</c:v>
                </c:pt>
                <c:pt idx="15355">
                  <c:v>37.799999999999997</c:v>
                </c:pt>
                <c:pt idx="15356">
                  <c:v>37.799999999999997</c:v>
                </c:pt>
                <c:pt idx="15357">
                  <c:v>37.799999999999997</c:v>
                </c:pt>
                <c:pt idx="15358">
                  <c:v>37.799999999999997</c:v>
                </c:pt>
                <c:pt idx="15359">
                  <c:v>37.799999999999997</c:v>
                </c:pt>
                <c:pt idx="15360">
                  <c:v>37.799999999999997</c:v>
                </c:pt>
                <c:pt idx="15361">
                  <c:v>37.75</c:v>
                </c:pt>
                <c:pt idx="15362">
                  <c:v>37.75</c:v>
                </c:pt>
                <c:pt idx="15363">
                  <c:v>37.75</c:v>
                </c:pt>
                <c:pt idx="15364">
                  <c:v>37.75</c:v>
                </c:pt>
                <c:pt idx="15365">
                  <c:v>37.75</c:v>
                </c:pt>
                <c:pt idx="15366">
                  <c:v>37.75</c:v>
                </c:pt>
                <c:pt idx="15367">
                  <c:v>37.75</c:v>
                </c:pt>
                <c:pt idx="15368">
                  <c:v>37.75</c:v>
                </c:pt>
                <c:pt idx="15369">
                  <c:v>37.75</c:v>
                </c:pt>
                <c:pt idx="15370">
                  <c:v>37.75</c:v>
                </c:pt>
                <c:pt idx="15371">
                  <c:v>37.75</c:v>
                </c:pt>
                <c:pt idx="15372">
                  <c:v>37.75</c:v>
                </c:pt>
                <c:pt idx="15373">
                  <c:v>37.700000000000003</c:v>
                </c:pt>
                <c:pt idx="15374">
                  <c:v>37.700000000000003</c:v>
                </c:pt>
                <c:pt idx="15375">
                  <c:v>37.700000000000003</c:v>
                </c:pt>
                <c:pt idx="15376">
                  <c:v>37.700000000000003</c:v>
                </c:pt>
                <c:pt idx="15377">
                  <c:v>37.700000000000003</c:v>
                </c:pt>
                <c:pt idx="15378">
                  <c:v>37.700000000000003</c:v>
                </c:pt>
                <c:pt idx="15379">
                  <c:v>37.700000000000003</c:v>
                </c:pt>
                <c:pt idx="15380">
                  <c:v>37.700000000000003</c:v>
                </c:pt>
                <c:pt idx="15381">
                  <c:v>37.700000000000003</c:v>
                </c:pt>
                <c:pt idx="15382">
                  <c:v>37.700000000000003</c:v>
                </c:pt>
                <c:pt idx="15383">
                  <c:v>37.65</c:v>
                </c:pt>
                <c:pt idx="15384">
                  <c:v>37.65</c:v>
                </c:pt>
                <c:pt idx="15385">
                  <c:v>37.65</c:v>
                </c:pt>
                <c:pt idx="15386">
                  <c:v>37.65</c:v>
                </c:pt>
                <c:pt idx="15387">
                  <c:v>37.65</c:v>
                </c:pt>
                <c:pt idx="15388">
                  <c:v>37.65</c:v>
                </c:pt>
                <c:pt idx="15389">
                  <c:v>37.65</c:v>
                </c:pt>
                <c:pt idx="15390">
                  <c:v>37.65</c:v>
                </c:pt>
                <c:pt idx="15391">
                  <c:v>37.65</c:v>
                </c:pt>
                <c:pt idx="15392">
                  <c:v>37.65</c:v>
                </c:pt>
                <c:pt idx="15393">
                  <c:v>37.65</c:v>
                </c:pt>
                <c:pt idx="15394">
                  <c:v>37.65</c:v>
                </c:pt>
                <c:pt idx="15395">
                  <c:v>37.65</c:v>
                </c:pt>
                <c:pt idx="15396">
                  <c:v>37.65</c:v>
                </c:pt>
                <c:pt idx="15397">
                  <c:v>37.65</c:v>
                </c:pt>
                <c:pt idx="15398">
                  <c:v>37.6</c:v>
                </c:pt>
                <c:pt idx="15399">
                  <c:v>37.6</c:v>
                </c:pt>
                <c:pt idx="15400">
                  <c:v>37.6</c:v>
                </c:pt>
                <c:pt idx="15401">
                  <c:v>37.6</c:v>
                </c:pt>
                <c:pt idx="15402">
                  <c:v>37.6</c:v>
                </c:pt>
                <c:pt idx="15403">
                  <c:v>37.6</c:v>
                </c:pt>
                <c:pt idx="15404">
                  <c:v>37.6</c:v>
                </c:pt>
                <c:pt idx="15405">
                  <c:v>37.6</c:v>
                </c:pt>
                <c:pt idx="15406">
                  <c:v>37.6</c:v>
                </c:pt>
                <c:pt idx="15407">
                  <c:v>37.6</c:v>
                </c:pt>
                <c:pt idx="15408">
                  <c:v>37.6</c:v>
                </c:pt>
                <c:pt idx="15409">
                  <c:v>37.549999999999997</c:v>
                </c:pt>
                <c:pt idx="15410">
                  <c:v>37.549999999999997</c:v>
                </c:pt>
                <c:pt idx="15411">
                  <c:v>37.549999999999997</c:v>
                </c:pt>
                <c:pt idx="15412">
                  <c:v>37.549999999999997</c:v>
                </c:pt>
                <c:pt idx="15413">
                  <c:v>37.549999999999997</c:v>
                </c:pt>
                <c:pt idx="15414">
                  <c:v>37.549999999999997</c:v>
                </c:pt>
                <c:pt idx="15415">
                  <c:v>37.549999999999997</c:v>
                </c:pt>
                <c:pt idx="15416">
                  <c:v>37.549999999999997</c:v>
                </c:pt>
                <c:pt idx="15417">
                  <c:v>37.549999999999997</c:v>
                </c:pt>
                <c:pt idx="15418">
                  <c:v>37.549999999999997</c:v>
                </c:pt>
                <c:pt idx="15419">
                  <c:v>37.549999999999997</c:v>
                </c:pt>
                <c:pt idx="15420">
                  <c:v>37.549999999999997</c:v>
                </c:pt>
                <c:pt idx="15421">
                  <c:v>37.5</c:v>
                </c:pt>
                <c:pt idx="15422">
                  <c:v>37.5</c:v>
                </c:pt>
                <c:pt idx="15423">
                  <c:v>37.5</c:v>
                </c:pt>
                <c:pt idx="15424">
                  <c:v>37.5</c:v>
                </c:pt>
                <c:pt idx="15425">
                  <c:v>37.5</c:v>
                </c:pt>
                <c:pt idx="15426">
                  <c:v>37.5</c:v>
                </c:pt>
                <c:pt idx="15427">
                  <c:v>37.5</c:v>
                </c:pt>
                <c:pt idx="15428">
                  <c:v>37.5</c:v>
                </c:pt>
                <c:pt idx="15429">
                  <c:v>37.5</c:v>
                </c:pt>
                <c:pt idx="15430">
                  <c:v>37.5</c:v>
                </c:pt>
                <c:pt idx="15431">
                  <c:v>37.5</c:v>
                </c:pt>
                <c:pt idx="15432">
                  <c:v>37.5</c:v>
                </c:pt>
                <c:pt idx="15433">
                  <c:v>37.450000000000003</c:v>
                </c:pt>
                <c:pt idx="15434">
                  <c:v>37.450000000000003</c:v>
                </c:pt>
                <c:pt idx="15435">
                  <c:v>37.450000000000003</c:v>
                </c:pt>
                <c:pt idx="15436">
                  <c:v>37.450000000000003</c:v>
                </c:pt>
                <c:pt idx="15437">
                  <c:v>37.450000000000003</c:v>
                </c:pt>
                <c:pt idx="15438">
                  <c:v>37.450000000000003</c:v>
                </c:pt>
                <c:pt idx="15439">
                  <c:v>37.450000000000003</c:v>
                </c:pt>
                <c:pt idx="15440">
                  <c:v>37.450000000000003</c:v>
                </c:pt>
                <c:pt idx="15441">
                  <c:v>37.450000000000003</c:v>
                </c:pt>
                <c:pt idx="15442">
                  <c:v>37.450000000000003</c:v>
                </c:pt>
                <c:pt idx="15443">
                  <c:v>37.4</c:v>
                </c:pt>
                <c:pt idx="15444">
                  <c:v>37.4</c:v>
                </c:pt>
                <c:pt idx="15445">
                  <c:v>37.4</c:v>
                </c:pt>
                <c:pt idx="15446">
                  <c:v>37.4</c:v>
                </c:pt>
                <c:pt idx="15447">
                  <c:v>37.4</c:v>
                </c:pt>
                <c:pt idx="15448">
                  <c:v>37.4</c:v>
                </c:pt>
                <c:pt idx="15449">
                  <c:v>37.4</c:v>
                </c:pt>
                <c:pt idx="15450">
                  <c:v>37.4</c:v>
                </c:pt>
                <c:pt idx="15451">
                  <c:v>37.4</c:v>
                </c:pt>
                <c:pt idx="15452">
                  <c:v>37.4</c:v>
                </c:pt>
                <c:pt idx="15453">
                  <c:v>37.4</c:v>
                </c:pt>
                <c:pt idx="15454">
                  <c:v>37.35</c:v>
                </c:pt>
                <c:pt idx="15455">
                  <c:v>37.35</c:v>
                </c:pt>
                <c:pt idx="15456">
                  <c:v>37.35</c:v>
                </c:pt>
                <c:pt idx="15457">
                  <c:v>37.35</c:v>
                </c:pt>
                <c:pt idx="15458">
                  <c:v>37.35</c:v>
                </c:pt>
                <c:pt idx="15459">
                  <c:v>37.35</c:v>
                </c:pt>
                <c:pt idx="15460">
                  <c:v>37.35</c:v>
                </c:pt>
                <c:pt idx="15461">
                  <c:v>37.35</c:v>
                </c:pt>
                <c:pt idx="15462">
                  <c:v>37.35</c:v>
                </c:pt>
                <c:pt idx="15463">
                  <c:v>37.35</c:v>
                </c:pt>
                <c:pt idx="15464">
                  <c:v>37.35</c:v>
                </c:pt>
                <c:pt idx="15465">
                  <c:v>37.35</c:v>
                </c:pt>
                <c:pt idx="15466">
                  <c:v>37.35</c:v>
                </c:pt>
                <c:pt idx="15467">
                  <c:v>37.299999999999997</c:v>
                </c:pt>
                <c:pt idx="15468">
                  <c:v>37.299999999999997</c:v>
                </c:pt>
                <c:pt idx="15469">
                  <c:v>37.299999999999997</c:v>
                </c:pt>
                <c:pt idx="15470">
                  <c:v>37.299999999999997</c:v>
                </c:pt>
                <c:pt idx="15471">
                  <c:v>37.299999999999997</c:v>
                </c:pt>
                <c:pt idx="15472">
                  <c:v>37.299999999999997</c:v>
                </c:pt>
                <c:pt idx="15473">
                  <c:v>37.299999999999997</c:v>
                </c:pt>
                <c:pt idx="15474">
                  <c:v>37.299999999999997</c:v>
                </c:pt>
                <c:pt idx="15475">
                  <c:v>37.299999999999997</c:v>
                </c:pt>
                <c:pt idx="15476">
                  <c:v>37.299999999999997</c:v>
                </c:pt>
                <c:pt idx="15477">
                  <c:v>37.299999999999997</c:v>
                </c:pt>
                <c:pt idx="15478">
                  <c:v>37.299999999999997</c:v>
                </c:pt>
                <c:pt idx="15479">
                  <c:v>37.299999999999997</c:v>
                </c:pt>
                <c:pt idx="15480">
                  <c:v>37.25</c:v>
                </c:pt>
                <c:pt idx="15481">
                  <c:v>37.25</c:v>
                </c:pt>
                <c:pt idx="15482">
                  <c:v>37.25</c:v>
                </c:pt>
                <c:pt idx="15483">
                  <c:v>37.25</c:v>
                </c:pt>
                <c:pt idx="15484">
                  <c:v>37.25</c:v>
                </c:pt>
                <c:pt idx="15485">
                  <c:v>37.25</c:v>
                </c:pt>
                <c:pt idx="15486">
                  <c:v>37.25</c:v>
                </c:pt>
                <c:pt idx="15487">
                  <c:v>37.25</c:v>
                </c:pt>
                <c:pt idx="15488">
                  <c:v>37.25</c:v>
                </c:pt>
                <c:pt idx="15489">
                  <c:v>37.25</c:v>
                </c:pt>
                <c:pt idx="15490">
                  <c:v>37.25</c:v>
                </c:pt>
                <c:pt idx="15491">
                  <c:v>37.25</c:v>
                </c:pt>
                <c:pt idx="15492">
                  <c:v>37.200000000000003</c:v>
                </c:pt>
                <c:pt idx="15493">
                  <c:v>37.200000000000003</c:v>
                </c:pt>
                <c:pt idx="15494">
                  <c:v>37.200000000000003</c:v>
                </c:pt>
                <c:pt idx="15495">
                  <c:v>37.200000000000003</c:v>
                </c:pt>
                <c:pt idx="15496">
                  <c:v>37.200000000000003</c:v>
                </c:pt>
                <c:pt idx="15497">
                  <c:v>37.200000000000003</c:v>
                </c:pt>
                <c:pt idx="15498">
                  <c:v>37.200000000000003</c:v>
                </c:pt>
                <c:pt idx="15499">
                  <c:v>37.200000000000003</c:v>
                </c:pt>
                <c:pt idx="15500">
                  <c:v>37.200000000000003</c:v>
                </c:pt>
                <c:pt idx="15501">
                  <c:v>37.15</c:v>
                </c:pt>
                <c:pt idx="15502">
                  <c:v>37.15</c:v>
                </c:pt>
                <c:pt idx="15503">
                  <c:v>37.15</c:v>
                </c:pt>
                <c:pt idx="15504">
                  <c:v>37.15</c:v>
                </c:pt>
                <c:pt idx="15505">
                  <c:v>37.15</c:v>
                </c:pt>
                <c:pt idx="15506">
                  <c:v>37.15</c:v>
                </c:pt>
                <c:pt idx="15507">
                  <c:v>37.15</c:v>
                </c:pt>
                <c:pt idx="15508">
                  <c:v>37.15</c:v>
                </c:pt>
                <c:pt idx="15509">
                  <c:v>37.15</c:v>
                </c:pt>
                <c:pt idx="15510">
                  <c:v>37.15</c:v>
                </c:pt>
                <c:pt idx="15511">
                  <c:v>37.15</c:v>
                </c:pt>
                <c:pt idx="15512">
                  <c:v>37.15</c:v>
                </c:pt>
                <c:pt idx="15513">
                  <c:v>37.15</c:v>
                </c:pt>
                <c:pt idx="15514">
                  <c:v>37.15</c:v>
                </c:pt>
                <c:pt idx="15515">
                  <c:v>37.1</c:v>
                </c:pt>
                <c:pt idx="15516">
                  <c:v>37.15</c:v>
                </c:pt>
                <c:pt idx="15517">
                  <c:v>37.1</c:v>
                </c:pt>
                <c:pt idx="15518">
                  <c:v>37.1</c:v>
                </c:pt>
                <c:pt idx="15519">
                  <c:v>37.1</c:v>
                </c:pt>
                <c:pt idx="15520">
                  <c:v>37.1</c:v>
                </c:pt>
                <c:pt idx="15521">
                  <c:v>37.1</c:v>
                </c:pt>
                <c:pt idx="15522">
                  <c:v>37.1</c:v>
                </c:pt>
                <c:pt idx="15523">
                  <c:v>37.1</c:v>
                </c:pt>
                <c:pt idx="15524">
                  <c:v>37.1</c:v>
                </c:pt>
                <c:pt idx="15525">
                  <c:v>37.1</c:v>
                </c:pt>
                <c:pt idx="15526">
                  <c:v>37.1</c:v>
                </c:pt>
                <c:pt idx="15527">
                  <c:v>37.049999999999997</c:v>
                </c:pt>
                <c:pt idx="15528">
                  <c:v>37.049999999999997</c:v>
                </c:pt>
                <c:pt idx="15529">
                  <c:v>37.049999999999997</c:v>
                </c:pt>
                <c:pt idx="15530">
                  <c:v>37.049999999999997</c:v>
                </c:pt>
                <c:pt idx="15531">
                  <c:v>37.049999999999997</c:v>
                </c:pt>
                <c:pt idx="15532">
                  <c:v>37.049999999999997</c:v>
                </c:pt>
                <c:pt idx="15533">
                  <c:v>37.049999999999997</c:v>
                </c:pt>
                <c:pt idx="15534">
                  <c:v>37.049999999999997</c:v>
                </c:pt>
                <c:pt idx="15535">
                  <c:v>37.049999999999997</c:v>
                </c:pt>
                <c:pt idx="15536">
                  <c:v>37.049999999999997</c:v>
                </c:pt>
                <c:pt idx="15537">
                  <c:v>37.049999999999997</c:v>
                </c:pt>
                <c:pt idx="15538">
                  <c:v>37.049999999999997</c:v>
                </c:pt>
                <c:pt idx="15539">
                  <c:v>37.049999999999997</c:v>
                </c:pt>
                <c:pt idx="15540">
                  <c:v>37</c:v>
                </c:pt>
                <c:pt idx="15541">
                  <c:v>37</c:v>
                </c:pt>
                <c:pt idx="15542">
                  <c:v>37</c:v>
                </c:pt>
                <c:pt idx="15543">
                  <c:v>37</c:v>
                </c:pt>
                <c:pt idx="15544">
                  <c:v>37</c:v>
                </c:pt>
                <c:pt idx="15545">
                  <c:v>37</c:v>
                </c:pt>
                <c:pt idx="15546">
                  <c:v>37</c:v>
                </c:pt>
                <c:pt idx="15547">
                  <c:v>37</c:v>
                </c:pt>
                <c:pt idx="15548">
                  <c:v>37</c:v>
                </c:pt>
                <c:pt idx="15549">
                  <c:v>37</c:v>
                </c:pt>
                <c:pt idx="15550">
                  <c:v>37</c:v>
                </c:pt>
                <c:pt idx="15551">
                  <c:v>37</c:v>
                </c:pt>
                <c:pt idx="15552">
                  <c:v>36.950000000000003</c:v>
                </c:pt>
                <c:pt idx="15553">
                  <c:v>36.950000000000003</c:v>
                </c:pt>
                <c:pt idx="15554">
                  <c:v>36.950000000000003</c:v>
                </c:pt>
                <c:pt idx="15555">
                  <c:v>36.950000000000003</c:v>
                </c:pt>
                <c:pt idx="15556">
                  <c:v>36.950000000000003</c:v>
                </c:pt>
                <c:pt idx="15557">
                  <c:v>36.950000000000003</c:v>
                </c:pt>
                <c:pt idx="15558">
                  <c:v>36.950000000000003</c:v>
                </c:pt>
                <c:pt idx="15559">
                  <c:v>36.950000000000003</c:v>
                </c:pt>
                <c:pt idx="15560">
                  <c:v>36.950000000000003</c:v>
                </c:pt>
                <c:pt idx="15561">
                  <c:v>36.950000000000003</c:v>
                </c:pt>
                <c:pt idx="15562">
                  <c:v>36.950000000000003</c:v>
                </c:pt>
                <c:pt idx="15563">
                  <c:v>36.950000000000003</c:v>
                </c:pt>
                <c:pt idx="15564">
                  <c:v>36.950000000000003</c:v>
                </c:pt>
                <c:pt idx="15565">
                  <c:v>36.950000000000003</c:v>
                </c:pt>
                <c:pt idx="15566">
                  <c:v>36.950000000000003</c:v>
                </c:pt>
                <c:pt idx="15567">
                  <c:v>36.950000000000003</c:v>
                </c:pt>
                <c:pt idx="15568">
                  <c:v>36.950000000000003</c:v>
                </c:pt>
                <c:pt idx="15569">
                  <c:v>36.950000000000003</c:v>
                </c:pt>
                <c:pt idx="15570">
                  <c:v>36.950000000000003</c:v>
                </c:pt>
                <c:pt idx="15571">
                  <c:v>36.950000000000003</c:v>
                </c:pt>
                <c:pt idx="15572">
                  <c:v>36.950000000000003</c:v>
                </c:pt>
                <c:pt idx="15573">
                  <c:v>36.9</c:v>
                </c:pt>
                <c:pt idx="15574">
                  <c:v>36.950000000000003</c:v>
                </c:pt>
                <c:pt idx="15575">
                  <c:v>36.950000000000003</c:v>
                </c:pt>
                <c:pt idx="15576">
                  <c:v>36.9</c:v>
                </c:pt>
                <c:pt idx="15577">
                  <c:v>36.9</c:v>
                </c:pt>
                <c:pt idx="15578">
                  <c:v>36.9</c:v>
                </c:pt>
                <c:pt idx="15579">
                  <c:v>36.9</c:v>
                </c:pt>
                <c:pt idx="15580">
                  <c:v>36.9</c:v>
                </c:pt>
                <c:pt idx="15581">
                  <c:v>36.9</c:v>
                </c:pt>
                <c:pt idx="15582">
                  <c:v>36.9</c:v>
                </c:pt>
                <c:pt idx="15583">
                  <c:v>36.9</c:v>
                </c:pt>
                <c:pt idx="15584">
                  <c:v>36.85</c:v>
                </c:pt>
                <c:pt idx="15585">
                  <c:v>36.9</c:v>
                </c:pt>
                <c:pt idx="15586">
                  <c:v>36.9</c:v>
                </c:pt>
                <c:pt idx="15587">
                  <c:v>36.9</c:v>
                </c:pt>
                <c:pt idx="15588">
                  <c:v>36.85</c:v>
                </c:pt>
                <c:pt idx="15589">
                  <c:v>36.85</c:v>
                </c:pt>
                <c:pt idx="15590">
                  <c:v>36.85</c:v>
                </c:pt>
                <c:pt idx="15591">
                  <c:v>36.85</c:v>
                </c:pt>
                <c:pt idx="15592">
                  <c:v>36.85</c:v>
                </c:pt>
                <c:pt idx="15593">
                  <c:v>36.85</c:v>
                </c:pt>
                <c:pt idx="15594">
                  <c:v>36.85</c:v>
                </c:pt>
                <c:pt idx="15595">
                  <c:v>36.85</c:v>
                </c:pt>
                <c:pt idx="15596">
                  <c:v>36.799999999999997</c:v>
                </c:pt>
                <c:pt idx="15597">
                  <c:v>36.85</c:v>
                </c:pt>
                <c:pt idx="15598">
                  <c:v>36.85</c:v>
                </c:pt>
                <c:pt idx="15599">
                  <c:v>36.85</c:v>
                </c:pt>
                <c:pt idx="15600">
                  <c:v>36.799999999999997</c:v>
                </c:pt>
                <c:pt idx="15601">
                  <c:v>36.799999999999997</c:v>
                </c:pt>
                <c:pt idx="15602">
                  <c:v>36.799999999999997</c:v>
                </c:pt>
                <c:pt idx="15603">
                  <c:v>36.799999999999997</c:v>
                </c:pt>
                <c:pt idx="15604">
                  <c:v>36.799999999999997</c:v>
                </c:pt>
                <c:pt idx="15605">
                  <c:v>36.799999999999997</c:v>
                </c:pt>
                <c:pt idx="15606">
                  <c:v>36.75</c:v>
                </c:pt>
                <c:pt idx="15607">
                  <c:v>36.799999999999997</c:v>
                </c:pt>
                <c:pt idx="15608">
                  <c:v>36.799999999999997</c:v>
                </c:pt>
                <c:pt idx="15609">
                  <c:v>36.799999999999997</c:v>
                </c:pt>
                <c:pt idx="15610">
                  <c:v>36.799999999999997</c:v>
                </c:pt>
                <c:pt idx="15611">
                  <c:v>36.75</c:v>
                </c:pt>
                <c:pt idx="15612">
                  <c:v>36.75</c:v>
                </c:pt>
                <c:pt idx="15613">
                  <c:v>36.75</c:v>
                </c:pt>
                <c:pt idx="15614">
                  <c:v>36.75</c:v>
                </c:pt>
                <c:pt idx="15615">
                  <c:v>36.75</c:v>
                </c:pt>
                <c:pt idx="15616">
                  <c:v>36.75</c:v>
                </c:pt>
                <c:pt idx="15617">
                  <c:v>36.75</c:v>
                </c:pt>
                <c:pt idx="15618">
                  <c:v>36.75</c:v>
                </c:pt>
                <c:pt idx="15619">
                  <c:v>36.75</c:v>
                </c:pt>
                <c:pt idx="15620">
                  <c:v>36.700000000000003</c:v>
                </c:pt>
                <c:pt idx="15621">
                  <c:v>36.700000000000003</c:v>
                </c:pt>
                <c:pt idx="15622">
                  <c:v>36.700000000000003</c:v>
                </c:pt>
                <c:pt idx="15623">
                  <c:v>36.700000000000003</c:v>
                </c:pt>
                <c:pt idx="15624">
                  <c:v>36.75</c:v>
                </c:pt>
                <c:pt idx="15625">
                  <c:v>36.700000000000003</c:v>
                </c:pt>
                <c:pt idx="15626">
                  <c:v>36.700000000000003</c:v>
                </c:pt>
                <c:pt idx="15627">
                  <c:v>36.700000000000003</c:v>
                </c:pt>
                <c:pt idx="15628">
                  <c:v>36.700000000000003</c:v>
                </c:pt>
                <c:pt idx="15629">
                  <c:v>36.700000000000003</c:v>
                </c:pt>
                <c:pt idx="15630">
                  <c:v>36.700000000000003</c:v>
                </c:pt>
                <c:pt idx="15631">
                  <c:v>36.65</c:v>
                </c:pt>
                <c:pt idx="15632">
                  <c:v>36.65</c:v>
                </c:pt>
                <c:pt idx="15633">
                  <c:v>36.700000000000003</c:v>
                </c:pt>
                <c:pt idx="15634">
                  <c:v>36.700000000000003</c:v>
                </c:pt>
                <c:pt idx="15635">
                  <c:v>36.700000000000003</c:v>
                </c:pt>
                <c:pt idx="15636">
                  <c:v>36.700000000000003</c:v>
                </c:pt>
                <c:pt idx="15637">
                  <c:v>36.65</c:v>
                </c:pt>
                <c:pt idx="15638">
                  <c:v>36.65</c:v>
                </c:pt>
                <c:pt idx="15639">
                  <c:v>36.65</c:v>
                </c:pt>
                <c:pt idx="15640">
                  <c:v>36.65</c:v>
                </c:pt>
                <c:pt idx="15641">
                  <c:v>36.65</c:v>
                </c:pt>
                <c:pt idx="15642">
                  <c:v>36.65</c:v>
                </c:pt>
                <c:pt idx="15643">
                  <c:v>36.65</c:v>
                </c:pt>
                <c:pt idx="15644">
                  <c:v>36.6</c:v>
                </c:pt>
                <c:pt idx="15645">
                  <c:v>36.65</c:v>
                </c:pt>
                <c:pt idx="15646">
                  <c:v>36.6</c:v>
                </c:pt>
                <c:pt idx="15647">
                  <c:v>36.6</c:v>
                </c:pt>
                <c:pt idx="15648">
                  <c:v>36.6</c:v>
                </c:pt>
                <c:pt idx="15649">
                  <c:v>36.6</c:v>
                </c:pt>
                <c:pt idx="15650">
                  <c:v>36.6</c:v>
                </c:pt>
                <c:pt idx="15651">
                  <c:v>36.6</c:v>
                </c:pt>
                <c:pt idx="15652">
                  <c:v>36.6</c:v>
                </c:pt>
                <c:pt idx="15653">
                  <c:v>36.6</c:v>
                </c:pt>
                <c:pt idx="15654">
                  <c:v>36.6</c:v>
                </c:pt>
                <c:pt idx="15655">
                  <c:v>36.549999999999997</c:v>
                </c:pt>
                <c:pt idx="15656">
                  <c:v>36.6</c:v>
                </c:pt>
                <c:pt idx="15657">
                  <c:v>36.549999999999997</c:v>
                </c:pt>
                <c:pt idx="15658">
                  <c:v>36.549999999999997</c:v>
                </c:pt>
                <c:pt idx="15659">
                  <c:v>36.549999999999997</c:v>
                </c:pt>
                <c:pt idx="15660">
                  <c:v>36.549999999999997</c:v>
                </c:pt>
                <c:pt idx="15661">
                  <c:v>36.6</c:v>
                </c:pt>
                <c:pt idx="15662">
                  <c:v>36.6</c:v>
                </c:pt>
                <c:pt idx="15663">
                  <c:v>36.549999999999997</c:v>
                </c:pt>
                <c:pt idx="15664">
                  <c:v>36.549999999999997</c:v>
                </c:pt>
                <c:pt idx="15665">
                  <c:v>36.549999999999997</c:v>
                </c:pt>
                <c:pt idx="15666">
                  <c:v>36.549999999999997</c:v>
                </c:pt>
                <c:pt idx="15667">
                  <c:v>36.549999999999997</c:v>
                </c:pt>
                <c:pt idx="15668">
                  <c:v>36.549999999999997</c:v>
                </c:pt>
                <c:pt idx="15669">
                  <c:v>36.549999999999997</c:v>
                </c:pt>
                <c:pt idx="15670">
                  <c:v>36.549999999999997</c:v>
                </c:pt>
                <c:pt idx="15671">
                  <c:v>36.5</c:v>
                </c:pt>
                <c:pt idx="15672">
                  <c:v>36.549999999999997</c:v>
                </c:pt>
                <c:pt idx="15673">
                  <c:v>36.5</c:v>
                </c:pt>
                <c:pt idx="15674">
                  <c:v>36.5</c:v>
                </c:pt>
                <c:pt idx="15675">
                  <c:v>36.5</c:v>
                </c:pt>
                <c:pt idx="15676">
                  <c:v>36.5</c:v>
                </c:pt>
                <c:pt idx="15677">
                  <c:v>36.5</c:v>
                </c:pt>
                <c:pt idx="15678">
                  <c:v>36.5</c:v>
                </c:pt>
                <c:pt idx="15679">
                  <c:v>36.450000000000003</c:v>
                </c:pt>
                <c:pt idx="15680">
                  <c:v>36.450000000000003</c:v>
                </c:pt>
                <c:pt idx="15681">
                  <c:v>36.450000000000003</c:v>
                </c:pt>
                <c:pt idx="15682">
                  <c:v>36.450000000000003</c:v>
                </c:pt>
                <c:pt idx="15683">
                  <c:v>36.450000000000003</c:v>
                </c:pt>
                <c:pt idx="15684">
                  <c:v>36.450000000000003</c:v>
                </c:pt>
                <c:pt idx="15685">
                  <c:v>36.450000000000003</c:v>
                </c:pt>
                <c:pt idx="15686">
                  <c:v>36.450000000000003</c:v>
                </c:pt>
                <c:pt idx="15687">
                  <c:v>36.450000000000003</c:v>
                </c:pt>
                <c:pt idx="15688">
                  <c:v>36.450000000000003</c:v>
                </c:pt>
                <c:pt idx="15689">
                  <c:v>36.450000000000003</c:v>
                </c:pt>
                <c:pt idx="15690">
                  <c:v>36.450000000000003</c:v>
                </c:pt>
                <c:pt idx="15691">
                  <c:v>36.450000000000003</c:v>
                </c:pt>
                <c:pt idx="15692">
                  <c:v>36.4</c:v>
                </c:pt>
                <c:pt idx="15693">
                  <c:v>36.4</c:v>
                </c:pt>
                <c:pt idx="15694">
                  <c:v>36.4</c:v>
                </c:pt>
                <c:pt idx="15695">
                  <c:v>36.4</c:v>
                </c:pt>
                <c:pt idx="15696">
                  <c:v>36.4</c:v>
                </c:pt>
                <c:pt idx="15697">
                  <c:v>36.4</c:v>
                </c:pt>
                <c:pt idx="15698">
                  <c:v>36.4</c:v>
                </c:pt>
                <c:pt idx="15699">
                  <c:v>36.4</c:v>
                </c:pt>
                <c:pt idx="15700">
                  <c:v>36.4</c:v>
                </c:pt>
                <c:pt idx="15701">
                  <c:v>36.4</c:v>
                </c:pt>
                <c:pt idx="15702">
                  <c:v>36.4</c:v>
                </c:pt>
                <c:pt idx="15703">
                  <c:v>36.4</c:v>
                </c:pt>
                <c:pt idx="15704">
                  <c:v>36.4</c:v>
                </c:pt>
                <c:pt idx="15705">
                  <c:v>36.35</c:v>
                </c:pt>
                <c:pt idx="15706">
                  <c:v>36.35</c:v>
                </c:pt>
                <c:pt idx="15707">
                  <c:v>36.35</c:v>
                </c:pt>
                <c:pt idx="15708">
                  <c:v>36.35</c:v>
                </c:pt>
                <c:pt idx="15709">
                  <c:v>36.35</c:v>
                </c:pt>
                <c:pt idx="15710">
                  <c:v>36.35</c:v>
                </c:pt>
                <c:pt idx="15711">
                  <c:v>36.35</c:v>
                </c:pt>
                <c:pt idx="15712">
                  <c:v>36.35</c:v>
                </c:pt>
                <c:pt idx="15713">
                  <c:v>36.35</c:v>
                </c:pt>
                <c:pt idx="15714">
                  <c:v>36.35</c:v>
                </c:pt>
                <c:pt idx="15715">
                  <c:v>36.35</c:v>
                </c:pt>
                <c:pt idx="15716">
                  <c:v>36.35</c:v>
                </c:pt>
                <c:pt idx="15717">
                  <c:v>36.35</c:v>
                </c:pt>
                <c:pt idx="15718">
                  <c:v>36.35</c:v>
                </c:pt>
                <c:pt idx="15719">
                  <c:v>36.35</c:v>
                </c:pt>
                <c:pt idx="15720">
                  <c:v>36.299999999999997</c:v>
                </c:pt>
                <c:pt idx="15721">
                  <c:v>36.299999999999997</c:v>
                </c:pt>
                <c:pt idx="15722">
                  <c:v>36.299999999999997</c:v>
                </c:pt>
                <c:pt idx="15723">
                  <c:v>36.299999999999997</c:v>
                </c:pt>
                <c:pt idx="15724">
                  <c:v>36.299999999999997</c:v>
                </c:pt>
                <c:pt idx="15725">
                  <c:v>36.299999999999997</c:v>
                </c:pt>
                <c:pt idx="15726">
                  <c:v>36.299999999999997</c:v>
                </c:pt>
                <c:pt idx="15727">
                  <c:v>36.299999999999997</c:v>
                </c:pt>
                <c:pt idx="15728">
                  <c:v>36.299999999999997</c:v>
                </c:pt>
                <c:pt idx="15729">
                  <c:v>36.299999999999997</c:v>
                </c:pt>
                <c:pt idx="15730">
                  <c:v>36.299999999999997</c:v>
                </c:pt>
                <c:pt idx="15731">
                  <c:v>36.25</c:v>
                </c:pt>
                <c:pt idx="15732">
                  <c:v>36.25</c:v>
                </c:pt>
                <c:pt idx="15733">
                  <c:v>36.25</c:v>
                </c:pt>
                <c:pt idx="15734">
                  <c:v>36.25</c:v>
                </c:pt>
                <c:pt idx="15735">
                  <c:v>36.25</c:v>
                </c:pt>
                <c:pt idx="15736">
                  <c:v>36.25</c:v>
                </c:pt>
                <c:pt idx="15737">
                  <c:v>36.25</c:v>
                </c:pt>
                <c:pt idx="15738">
                  <c:v>36.25</c:v>
                </c:pt>
                <c:pt idx="15739">
                  <c:v>36.25</c:v>
                </c:pt>
                <c:pt idx="15740">
                  <c:v>36.25</c:v>
                </c:pt>
                <c:pt idx="15741">
                  <c:v>36.25</c:v>
                </c:pt>
                <c:pt idx="15742">
                  <c:v>36.25</c:v>
                </c:pt>
                <c:pt idx="15743">
                  <c:v>36.25</c:v>
                </c:pt>
                <c:pt idx="15744">
                  <c:v>36.200000000000003</c:v>
                </c:pt>
                <c:pt idx="15745">
                  <c:v>36.200000000000003</c:v>
                </c:pt>
                <c:pt idx="15746">
                  <c:v>36.200000000000003</c:v>
                </c:pt>
                <c:pt idx="15747">
                  <c:v>36.200000000000003</c:v>
                </c:pt>
                <c:pt idx="15748">
                  <c:v>36.200000000000003</c:v>
                </c:pt>
                <c:pt idx="15749">
                  <c:v>36.200000000000003</c:v>
                </c:pt>
                <c:pt idx="15750">
                  <c:v>36.200000000000003</c:v>
                </c:pt>
                <c:pt idx="15751">
                  <c:v>36.200000000000003</c:v>
                </c:pt>
                <c:pt idx="15752">
                  <c:v>36.200000000000003</c:v>
                </c:pt>
                <c:pt idx="15753">
                  <c:v>36.200000000000003</c:v>
                </c:pt>
                <c:pt idx="15754">
                  <c:v>36.200000000000003</c:v>
                </c:pt>
                <c:pt idx="15755">
                  <c:v>36.200000000000003</c:v>
                </c:pt>
                <c:pt idx="15756">
                  <c:v>36.200000000000003</c:v>
                </c:pt>
                <c:pt idx="15757">
                  <c:v>36.200000000000003</c:v>
                </c:pt>
                <c:pt idx="15758">
                  <c:v>36.15</c:v>
                </c:pt>
                <c:pt idx="15759">
                  <c:v>36.15</c:v>
                </c:pt>
                <c:pt idx="15760">
                  <c:v>36.15</c:v>
                </c:pt>
                <c:pt idx="15761">
                  <c:v>36.15</c:v>
                </c:pt>
                <c:pt idx="15762">
                  <c:v>36.15</c:v>
                </c:pt>
                <c:pt idx="15763">
                  <c:v>36.15</c:v>
                </c:pt>
                <c:pt idx="15764">
                  <c:v>36.15</c:v>
                </c:pt>
                <c:pt idx="15765">
                  <c:v>36.15</c:v>
                </c:pt>
                <c:pt idx="15766">
                  <c:v>36.15</c:v>
                </c:pt>
                <c:pt idx="15767">
                  <c:v>36.15</c:v>
                </c:pt>
                <c:pt idx="15768">
                  <c:v>36.15</c:v>
                </c:pt>
                <c:pt idx="15769">
                  <c:v>36.15</c:v>
                </c:pt>
                <c:pt idx="15770">
                  <c:v>36.1</c:v>
                </c:pt>
                <c:pt idx="15771">
                  <c:v>36.1</c:v>
                </c:pt>
                <c:pt idx="15772">
                  <c:v>36.1</c:v>
                </c:pt>
                <c:pt idx="15773">
                  <c:v>36.1</c:v>
                </c:pt>
                <c:pt idx="15774">
                  <c:v>36.1</c:v>
                </c:pt>
                <c:pt idx="15775">
                  <c:v>36.1</c:v>
                </c:pt>
                <c:pt idx="15776">
                  <c:v>36.1</c:v>
                </c:pt>
                <c:pt idx="15777">
                  <c:v>36.1</c:v>
                </c:pt>
                <c:pt idx="15778">
                  <c:v>36.1</c:v>
                </c:pt>
                <c:pt idx="15779">
                  <c:v>36.1</c:v>
                </c:pt>
                <c:pt idx="15780">
                  <c:v>36.1</c:v>
                </c:pt>
                <c:pt idx="15781">
                  <c:v>36.1</c:v>
                </c:pt>
                <c:pt idx="15782">
                  <c:v>36.1</c:v>
                </c:pt>
                <c:pt idx="15783">
                  <c:v>36.1</c:v>
                </c:pt>
                <c:pt idx="15784">
                  <c:v>36.049999999999997</c:v>
                </c:pt>
                <c:pt idx="15785">
                  <c:v>36.049999999999997</c:v>
                </c:pt>
                <c:pt idx="15786">
                  <c:v>36.049999999999997</c:v>
                </c:pt>
                <c:pt idx="15787">
                  <c:v>36.049999999999997</c:v>
                </c:pt>
                <c:pt idx="15788">
                  <c:v>36.049999999999997</c:v>
                </c:pt>
                <c:pt idx="15789">
                  <c:v>36.049999999999997</c:v>
                </c:pt>
                <c:pt idx="15790">
                  <c:v>36.049999999999997</c:v>
                </c:pt>
                <c:pt idx="15791">
                  <c:v>36.049999999999997</c:v>
                </c:pt>
                <c:pt idx="15792">
                  <c:v>36.049999999999997</c:v>
                </c:pt>
                <c:pt idx="15793">
                  <c:v>36.049999999999997</c:v>
                </c:pt>
                <c:pt idx="15794">
                  <c:v>36.049999999999997</c:v>
                </c:pt>
                <c:pt idx="15795">
                  <c:v>36.049999999999997</c:v>
                </c:pt>
                <c:pt idx="15796">
                  <c:v>36.049999999999997</c:v>
                </c:pt>
                <c:pt idx="15797">
                  <c:v>36</c:v>
                </c:pt>
                <c:pt idx="15798">
                  <c:v>36</c:v>
                </c:pt>
                <c:pt idx="15799">
                  <c:v>36</c:v>
                </c:pt>
                <c:pt idx="15800">
                  <c:v>36</c:v>
                </c:pt>
                <c:pt idx="15801">
                  <c:v>36</c:v>
                </c:pt>
                <c:pt idx="15802">
                  <c:v>36</c:v>
                </c:pt>
                <c:pt idx="15803">
                  <c:v>36</c:v>
                </c:pt>
                <c:pt idx="15804">
                  <c:v>36</c:v>
                </c:pt>
                <c:pt idx="15805">
                  <c:v>36</c:v>
                </c:pt>
                <c:pt idx="15806">
                  <c:v>36</c:v>
                </c:pt>
                <c:pt idx="15807">
                  <c:v>36</c:v>
                </c:pt>
                <c:pt idx="15808">
                  <c:v>36</c:v>
                </c:pt>
                <c:pt idx="15809">
                  <c:v>36</c:v>
                </c:pt>
                <c:pt idx="15810">
                  <c:v>36</c:v>
                </c:pt>
                <c:pt idx="15811">
                  <c:v>36</c:v>
                </c:pt>
                <c:pt idx="15812">
                  <c:v>36</c:v>
                </c:pt>
                <c:pt idx="15813">
                  <c:v>36</c:v>
                </c:pt>
                <c:pt idx="15814">
                  <c:v>36</c:v>
                </c:pt>
                <c:pt idx="15815">
                  <c:v>35.950000000000003</c:v>
                </c:pt>
                <c:pt idx="15816">
                  <c:v>35.950000000000003</c:v>
                </c:pt>
                <c:pt idx="15817">
                  <c:v>35.950000000000003</c:v>
                </c:pt>
                <c:pt idx="15818">
                  <c:v>35.950000000000003</c:v>
                </c:pt>
                <c:pt idx="15819">
                  <c:v>35.950000000000003</c:v>
                </c:pt>
                <c:pt idx="15820">
                  <c:v>35.950000000000003</c:v>
                </c:pt>
                <c:pt idx="15821">
                  <c:v>35.950000000000003</c:v>
                </c:pt>
                <c:pt idx="15822">
                  <c:v>35.950000000000003</c:v>
                </c:pt>
                <c:pt idx="15823">
                  <c:v>35.950000000000003</c:v>
                </c:pt>
                <c:pt idx="15824">
                  <c:v>35.950000000000003</c:v>
                </c:pt>
                <c:pt idx="15825">
                  <c:v>35.950000000000003</c:v>
                </c:pt>
                <c:pt idx="15826">
                  <c:v>35.950000000000003</c:v>
                </c:pt>
                <c:pt idx="15827">
                  <c:v>35.950000000000003</c:v>
                </c:pt>
                <c:pt idx="15828">
                  <c:v>35.950000000000003</c:v>
                </c:pt>
                <c:pt idx="15829">
                  <c:v>35.9</c:v>
                </c:pt>
                <c:pt idx="15830">
                  <c:v>35.9</c:v>
                </c:pt>
                <c:pt idx="15831">
                  <c:v>35.9</c:v>
                </c:pt>
                <c:pt idx="15832">
                  <c:v>35.9</c:v>
                </c:pt>
                <c:pt idx="15833">
                  <c:v>35.9</c:v>
                </c:pt>
                <c:pt idx="15834">
                  <c:v>35.9</c:v>
                </c:pt>
                <c:pt idx="15835">
                  <c:v>35.9</c:v>
                </c:pt>
                <c:pt idx="15836">
                  <c:v>35.9</c:v>
                </c:pt>
                <c:pt idx="15837">
                  <c:v>35.9</c:v>
                </c:pt>
                <c:pt idx="15838">
                  <c:v>35.9</c:v>
                </c:pt>
                <c:pt idx="15839">
                  <c:v>35.9</c:v>
                </c:pt>
                <c:pt idx="15840">
                  <c:v>35.85</c:v>
                </c:pt>
                <c:pt idx="15841">
                  <c:v>35.85</c:v>
                </c:pt>
                <c:pt idx="15842">
                  <c:v>35.85</c:v>
                </c:pt>
                <c:pt idx="15843">
                  <c:v>35.85</c:v>
                </c:pt>
                <c:pt idx="15844">
                  <c:v>35.85</c:v>
                </c:pt>
                <c:pt idx="15845">
                  <c:v>35.85</c:v>
                </c:pt>
                <c:pt idx="15846">
                  <c:v>35.85</c:v>
                </c:pt>
                <c:pt idx="15847">
                  <c:v>35.85</c:v>
                </c:pt>
                <c:pt idx="15848">
                  <c:v>35.85</c:v>
                </c:pt>
                <c:pt idx="15849">
                  <c:v>35.85</c:v>
                </c:pt>
                <c:pt idx="15850">
                  <c:v>35.85</c:v>
                </c:pt>
                <c:pt idx="15851">
                  <c:v>35.85</c:v>
                </c:pt>
                <c:pt idx="15852">
                  <c:v>35.85</c:v>
                </c:pt>
                <c:pt idx="15853">
                  <c:v>35.799999999999997</c:v>
                </c:pt>
                <c:pt idx="15854">
                  <c:v>35.85</c:v>
                </c:pt>
                <c:pt idx="15855">
                  <c:v>35.799999999999997</c:v>
                </c:pt>
                <c:pt idx="15856">
                  <c:v>35.799999999999997</c:v>
                </c:pt>
                <c:pt idx="15857">
                  <c:v>35.799999999999997</c:v>
                </c:pt>
                <c:pt idx="15858">
                  <c:v>35.799999999999997</c:v>
                </c:pt>
                <c:pt idx="15859">
                  <c:v>35.799999999999997</c:v>
                </c:pt>
                <c:pt idx="15860">
                  <c:v>35.799999999999997</c:v>
                </c:pt>
                <c:pt idx="15861">
                  <c:v>35.799999999999997</c:v>
                </c:pt>
                <c:pt idx="15862">
                  <c:v>35.799999999999997</c:v>
                </c:pt>
                <c:pt idx="15863">
                  <c:v>35.799999999999997</c:v>
                </c:pt>
                <c:pt idx="15864">
                  <c:v>35.799999999999997</c:v>
                </c:pt>
                <c:pt idx="15865">
                  <c:v>35.799999999999997</c:v>
                </c:pt>
                <c:pt idx="15866">
                  <c:v>35.799999999999997</c:v>
                </c:pt>
                <c:pt idx="15867">
                  <c:v>35.799999999999997</c:v>
                </c:pt>
                <c:pt idx="15868">
                  <c:v>35.75</c:v>
                </c:pt>
                <c:pt idx="15869">
                  <c:v>35.75</c:v>
                </c:pt>
                <c:pt idx="15870">
                  <c:v>35.75</c:v>
                </c:pt>
                <c:pt idx="15871">
                  <c:v>35.75</c:v>
                </c:pt>
                <c:pt idx="15872">
                  <c:v>35.75</c:v>
                </c:pt>
                <c:pt idx="15873">
                  <c:v>35.75</c:v>
                </c:pt>
                <c:pt idx="15874">
                  <c:v>35.75</c:v>
                </c:pt>
                <c:pt idx="15875">
                  <c:v>35.75</c:v>
                </c:pt>
                <c:pt idx="15876">
                  <c:v>35.75</c:v>
                </c:pt>
                <c:pt idx="15877">
                  <c:v>35.75</c:v>
                </c:pt>
                <c:pt idx="15878">
                  <c:v>35.75</c:v>
                </c:pt>
                <c:pt idx="15879">
                  <c:v>35.700000000000003</c:v>
                </c:pt>
                <c:pt idx="15880">
                  <c:v>35.75</c:v>
                </c:pt>
                <c:pt idx="15881">
                  <c:v>35.700000000000003</c:v>
                </c:pt>
                <c:pt idx="15882">
                  <c:v>35.700000000000003</c:v>
                </c:pt>
                <c:pt idx="15883">
                  <c:v>35.700000000000003</c:v>
                </c:pt>
                <c:pt idx="15884">
                  <c:v>35.700000000000003</c:v>
                </c:pt>
                <c:pt idx="15885">
                  <c:v>35.700000000000003</c:v>
                </c:pt>
                <c:pt idx="15886">
                  <c:v>35.700000000000003</c:v>
                </c:pt>
                <c:pt idx="15887">
                  <c:v>35.700000000000003</c:v>
                </c:pt>
                <c:pt idx="15888">
                  <c:v>35.700000000000003</c:v>
                </c:pt>
                <c:pt idx="15889">
                  <c:v>35.700000000000003</c:v>
                </c:pt>
                <c:pt idx="15890">
                  <c:v>35.700000000000003</c:v>
                </c:pt>
                <c:pt idx="15891">
                  <c:v>35.700000000000003</c:v>
                </c:pt>
                <c:pt idx="15892">
                  <c:v>35.700000000000003</c:v>
                </c:pt>
                <c:pt idx="15893">
                  <c:v>35.65</c:v>
                </c:pt>
                <c:pt idx="15894">
                  <c:v>35.65</c:v>
                </c:pt>
                <c:pt idx="15895">
                  <c:v>35.65</c:v>
                </c:pt>
                <c:pt idx="15896">
                  <c:v>35.65</c:v>
                </c:pt>
                <c:pt idx="15897">
                  <c:v>35.65</c:v>
                </c:pt>
                <c:pt idx="15898">
                  <c:v>35.65</c:v>
                </c:pt>
                <c:pt idx="15899">
                  <c:v>35.65</c:v>
                </c:pt>
                <c:pt idx="15900">
                  <c:v>35.65</c:v>
                </c:pt>
                <c:pt idx="15901">
                  <c:v>35.65</c:v>
                </c:pt>
                <c:pt idx="15902">
                  <c:v>35.65</c:v>
                </c:pt>
                <c:pt idx="15903">
                  <c:v>35.65</c:v>
                </c:pt>
                <c:pt idx="15904">
                  <c:v>35.65</c:v>
                </c:pt>
                <c:pt idx="15905">
                  <c:v>35.65</c:v>
                </c:pt>
                <c:pt idx="15906">
                  <c:v>35.65</c:v>
                </c:pt>
                <c:pt idx="15907">
                  <c:v>35.65</c:v>
                </c:pt>
                <c:pt idx="15908">
                  <c:v>35.6</c:v>
                </c:pt>
                <c:pt idx="15909">
                  <c:v>35.6</c:v>
                </c:pt>
                <c:pt idx="15910">
                  <c:v>35.6</c:v>
                </c:pt>
                <c:pt idx="15911">
                  <c:v>35.6</c:v>
                </c:pt>
                <c:pt idx="15912">
                  <c:v>35.6</c:v>
                </c:pt>
                <c:pt idx="15913">
                  <c:v>35.6</c:v>
                </c:pt>
                <c:pt idx="15914">
                  <c:v>35.6</c:v>
                </c:pt>
                <c:pt idx="15915">
                  <c:v>35.6</c:v>
                </c:pt>
                <c:pt idx="15916">
                  <c:v>35.6</c:v>
                </c:pt>
                <c:pt idx="15917">
                  <c:v>35.6</c:v>
                </c:pt>
                <c:pt idx="15918">
                  <c:v>35.549999999999997</c:v>
                </c:pt>
                <c:pt idx="15919">
                  <c:v>35.6</c:v>
                </c:pt>
                <c:pt idx="15920">
                  <c:v>35.549999999999997</c:v>
                </c:pt>
                <c:pt idx="15921">
                  <c:v>35.549999999999997</c:v>
                </c:pt>
                <c:pt idx="15922">
                  <c:v>35.549999999999997</c:v>
                </c:pt>
                <c:pt idx="15923">
                  <c:v>35.549999999999997</c:v>
                </c:pt>
                <c:pt idx="15924">
                  <c:v>35.549999999999997</c:v>
                </c:pt>
                <c:pt idx="15925">
                  <c:v>35.549999999999997</c:v>
                </c:pt>
                <c:pt idx="15926">
                  <c:v>35.549999999999997</c:v>
                </c:pt>
                <c:pt idx="15927">
                  <c:v>35.549999999999997</c:v>
                </c:pt>
                <c:pt idx="15928">
                  <c:v>35.549999999999997</c:v>
                </c:pt>
                <c:pt idx="15929">
                  <c:v>35.549999999999997</c:v>
                </c:pt>
                <c:pt idx="15930">
                  <c:v>35.549999999999997</c:v>
                </c:pt>
                <c:pt idx="15931">
                  <c:v>35.549999999999997</c:v>
                </c:pt>
                <c:pt idx="15932">
                  <c:v>35.549999999999997</c:v>
                </c:pt>
                <c:pt idx="15933">
                  <c:v>35.549999999999997</c:v>
                </c:pt>
                <c:pt idx="15934">
                  <c:v>35.549999999999997</c:v>
                </c:pt>
                <c:pt idx="15935">
                  <c:v>35.549999999999997</c:v>
                </c:pt>
                <c:pt idx="15936">
                  <c:v>35.5</c:v>
                </c:pt>
                <c:pt idx="15937">
                  <c:v>35.5</c:v>
                </c:pt>
                <c:pt idx="15938">
                  <c:v>35.5</c:v>
                </c:pt>
                <c:pt idx="15939">
                  <c:v>35.5</c:v>
                </c:pt>
                <c:pt idx="15940">
                  <c:v>35.5</c:v>
                </c:pt>
                <c:pt idx="15941">
                  <c:v>35.5</c:v>
                </c:pt>
                <c:pt idx="15942">
                  <c:v>35.5</c:v>
                </c:pt>
                <c:pt idx="15943">
                  <c:v>35.5</c:v>
                </c:pt>
                <c:pt idx="15944">
                  <c:v>35.5</c:v>
                </c:pt>
                <c:pt idx="15945">
                  <c:v>35.5</c:v>
                </c:pt>
                <c:pt idx="15946">
                  <c:v>35.5</c:v>
                </c:pt>
                <c:pt idx="15947">
                  <c:v>35.450000000000003</c:v>
                </c:pt>
                <c:pt idx="15948">
                  <c:v>35.450000000000003</c:v>
                </c:pt>
                <c:pt idx="15949">
                  <c:v>35.450000000000003</c:v>
                </c:pt>
                <c:pt idx="15950">
                  <c:v>35.450000000000003</c:v>
                </c:pt>
                <c:pt idx="15951">
                  <c:v>35.450000000000003</c:v>
                </c:pt>
                <c:pt idx="15952">
                  <c:v>35.450000000000003</c:v>
                </c:pt>
                <c:pt idx="15953">
                  <c:v>35.450000000000003</c:v>
                </c:pt>
                <c:pt idx="15954">
                  <c:v>35.450000000000003</c:v>
                </c:pt>
                <c:pt idx="15955">
                  <c:v>35.450000000000003</c:v>
                </c:pt>
                <c:pt idx="15956">
                  <c:v>35.450000000000003</c:v>
                </c:pt>
                <c:pt idx="15957">
                  <c:v>35.450000000000003</c:v>
                </c:pt>
                <c:pt idx="15958">
                  <c:v>35.450000000000003</c:v>
                </c:pt>
                <c:pt idx="15959">
                  <c:v>35.450000000000003</c:v>
                </c:pt>
                <c:pt idx="15960">
                  <c:v>35.450000000000003</c:v>
                </c:pt>
                <c:pt idx="15961">
                  <c:v>35.450000000000003</c:v>
                </c:pt>
                <c:pt idx="15962">
                  <c:v>35.4</c:v>
                </c:pt>
                <c:pt idx="15963">
                  <c:v>35.4</c:v>
                </c:pt>
                <c:pt idx="15964">
                  <c:v>35.4</c:v>
                </c:pt>
                <c:pt idx="15965">
                  <c:v>35.4</c:v>
                </c:pt>
                <c:pt idx="15966">
                  <c:v>35.4</c:v>
                </c:pt>
                <c:pt idx="15967">
                  <c:v>35.4</c:v>
                </c:pt>
                <c:pt idx="15968">
                  <c:v>35.4</c:v>
                </c:pt>
                <c:pt idx="15969">
                  <c:v>35.4</c:v>
                </c:pt>
                <c:pt idx="15970">
                  <c:v>35.4</c:v>
                </c:pt>
                <c:pt idx="15971">
                  <c:v>35.4</c:v>
                </c:pt>
                <c:pt idx="15972">
                  <c:v>35.4</c:v>
                </c:pt>
                <c:pt idx="15973">
                  <c:v>35.4</c:v>
                </c:pt>
                <c:pt idx="15974">
                  <c:v>35.4</c:v>
                </c:pt>
                <c:pt idx="15975">
                  <c:v>35.4</c:v>
                </c:pt>
                <c:pt idx="15976">
                  <c:v>35.35</c:v>
                </c:pt>
                <c:pt idx="15977">
                  <c:v>35.35</c:v>
                </c:pt>
                <c:pt idx="15978">
                  <c:v>35.35</c:v>
                </c:pt>
                <c:pt idx="15979">
                  <c:v>35.35</c:v>
                </c:pt>
                <c:pt idx="15980">
                  <c:v>35.35</c:v>
                </c:pt>
                <c:pt idx="15981">
                  <c:v>35.35</c:v>
                </c:pt>
                <c:pt idx="15982">
                  <c:v>35.35</c:v>
                </c:pt>
                <c:pt idx="15983">
                  <c:v>35.35</c:v>
                </c:pt>
                <c:pt idx="15984">
                  <c:v>35.35</c:v>
                </c:pt>
                <c:pt idx="15985">
                  <c:v>35.35</c:v>
                </c:pt>
                <c:pt idx="15986">
                  <c:v>35.35</c:v>
                </c:pt>
                <c:pt idx="15987">
                  <c:v>35.35</c:v>
                </c:pt>
                <c:pt idx="15988">
                  <c:v>35.35</c:v>
                </c:pt>
                <c:pt idx="15989">
                  <c:v>35.35</c:v>
                </c:pt>
                <c:pt idx="15990">
                  <c:v>35.35</c:v>
                </c:pt>
                <c:pt idx="15991">
                  <c:v>35.299999999999997</c:v>
                </c:pt>
                <c:pt idx="15992">
                  <c:v>35.299999999999997</c:v>
                </c:pt>
                <c:pt idx="15993">
                  <c:v>35.299999999999997</c:v>
                </c:pt>
                <c:pt idx="15994">
                  <c:v>35.299999999999997</c:v>
                </c:pt>
                <c:pt idx="15995">
                  <c:v>35.299999999999997</c:v>
                </c:pt>
                <c:pt idx="15996">
                  <c:v>35.299999999999997</c:v>
                </c:pt>
                <c:pt idx="15997">
                  <c:v>35.299999999999997</c:v>
                </c:pt>
                <c:pt idx="15998">
                  <c:v>35.299999999999997</c:v>
                </c:pt>
                <c:pt idx="15999">
                  <c:v>35.299999999999997</c:v>
                </c:pt>
                <c:pt idx="16000">
                  <c:v>35.299999999999997</c:v>
                </c:pt>
                <c:pt idx="16001">
                  <c:v>35.299999999999997</c:v>
                </c:pt>
                <c:pt idx="16002">
                  <c:v>35.299999999999997</c:v>
                </c:pt>
                <c:pt idx="16003">
                  <c:v>35.299999999999997</c:v>
                </c:pt>
                <c:pt idx="16004">
                  <c:v>35.299999999999997</c:v>
                </c:pt>
                <c:pt idx="16005">
                  <c:v>35.25</c:v>
                </c:pt>
                <c:pt idx="16006">
                  <c:v>35.25</c:v>
                </c:pt>
                <c:pt idx="16007">
                  <c:v>35.25</c:v>
                </c:pt>
                <c:pt idx="16008">
                  <c:v>35.25</c:v>
                </c:pt>
                <c:pt idx="16009">
                  <c:v>35.25</c:v>
                </c:pt>
                <c:pt idx="16010">
                  <c:v>35.25</c:v>
                </c:pt>
                <c:pt idx="16011">
                  <c:v>35.25</c:v>
                </c:pt>
                <c:pt idx="16012">
                  <c:v>35.25</c:v>
                </c:pt>
                <c:pt idx="16013">
                  <c:v>35.25</c:v>
                </c:pt>
                <c:pt idx="16014">
                  <c:v>35.25</c:v>
                </c:pt>
                <c:pt idx="16015">
                  <c:v>35.25</c:v>
                </c:pt>
                <c:pt idx="16016">
                  <c:v>35.25</c:v>
                </c:pt>
                <c:pt idx="16017">
                  <c:v>35.25</c:v>
                </c:pt>
                <c:pt idx="16018">
                  <c:v>35.25</c:v>
                </c:pt>
                <c:pt idx="16019">
                  <c:v>35.25</c:v>
                </c:pt>
                <c:pt idx="16020">
                  <c:v>35.200000000000003</c:v>
                </c:pt>
                <c:pt idx="16021">
                  <c:v>35.25</c:v>
                </c:pt>
                <c:pt idx="16022">
                  <c:v>35.200000000000003</c:v>
                </c:pt>
                <c:pt idx="16023">
                  <c:v>35.200000000000003</c:v>
                </c:pt>
                <c:pt idx="16024">
                  <c:v>35.200000000000003</c:v>
                </c:pt>
                <c:pt idx="16025">
                  <c:v>35.200000000000003</c:v>
                </c:pt>
                <c:pt idx="16026">
                  <c:v>35.200000000000003</c:v>
                </c:pt>
                <c:pt idx="16027">
                  <c:v>35.200000000000003</c:v>
                </c:pt>
                <c:pt idx="16028">
                  <c:v>35.200000000000003</c:v>
                </c:pt>
                <c:pt idx="16029">
                  <c:v>35.200000000000003</c:v>
                </c:pt>
                <c:pt idx="16030">
                  <c:v>35.200000000000003</c:v>
                </c:pt>
                <c:pt idx="16031">
                  <c:v>35.15</c:v>
                </c:pt>
                <c:pt idx="16032">
                  <c:v>35.15</c:v>
                </c:pt>
                <c:pt idx="16033">
                  <c:v>35.15</c:v>
                </c:pt>
                <c:pt idx="16034">
                  <c:v>35.15</c:v>
                </c:pt>
                <c:pt idx="16035">
                  <c:v>35.15</c:v>
                </c:pt>
                <c:pt idx="16036">
                  <c:v>35.15</c:v>
                </c:pt>
                <c:pt idx="16037">
                  <c:v>35.15</c:v>
                </c:pt>
                <c:pt idx="16038">
                  <c:v>35.15</c:v>
                </c:pt>
                <c:pt idx="16039">
                  <c:v>35.15</c:v>
                </c:pt>
                <c:pt idx="16040">
                  <c:v>35.15</c:v>
                </c:pt>
                <c:pt idx="16041">
                  <c:v>35.15</c:v>
                </c:pt>
                <c:pt idx="16042">
                  <c:v>35.15</c:v>
                </c:pt>
                <c:pt idx="16043">
                  <c:v>35.15</c:v>
                </c:pt>
                <c:pt idx="16044">
                  <c:v>35.15</c:v>
                </c:pt>
                <c:pt idx="16045">
                  <c:v>35.15</c:v>
                </c:pt>
                <c:pt idx="16046">
                  <c:v>35.15</c:v>
                </c:pt>
                <c:pt idx="16047">
                  <c:v>35.15</c:v>
                </c:pt>
                <c:pt idx="16048">
                  <c:v>35.1</c:v>
                </c:pt>
                <c:pt idx="16049">
                  <c:v>35.1</c:v>
                </c:pt>
                <c:pt idx="16050">
                  <c:v>35.1</c:v>
                </c:pt>
                <c:pt idx="16051">
                  <c:v>35.1</c:v>
                </c:pt>
                <c:pt idx="16052">
                  <c:v>35.1</c:v>
                </c:pt>
                <c:pt idx="16053">
                  <c:v>35.1</c:v>
                </c:pt>
                <c:pt idx="16054">
                  <c:v>35.1</c:v>
                </c:pt>
                <c:pt idx="16055">
                  <c:v>35.1</c:v>
                </c:pt>
                <c:pt idx="16056">
                  <c:v>35.1</c:v>
                </c:pt>
                <c:pt idx="16057">
                  <c:v>35.1</c:v>
                </c:pt>
                <c:pt idx="16058">
                  <c:v>35.1</c:v>
                </c:pt>
                <c:pt idx="16059">
                  <c:v>35.1</c:v>
                </c:pt>
                <c:pt idx="16060">
                  <c:v>35.1</c:v>
                </c:pt>
                <c:pt idx="16061">
                  <c:v>35.1</c:v>
                </c:pt>
                <c:pt idx="16062">
                  <c:v>35.049999999999997</c:v>
                </c:pt>
                <c:pt idx="16063">
                  <c:v>35.049999999999997</c:v>
                </c:pt>
                <c:pt idx="16064">
                  <c:v>35.049999999999997</c:v>
                </c:pt>
                <c:pt idx="16065">
                  <c:v>35.049999999999997</c:v>
                </c:pt>
                <c:pt idx="16066">
                  <c:v>35.049999999999997</c:v>
                </c:pt>
                <c:pt idx="16067">
                  <c:v>35.049999999999997</c:v>
                </c:pt>
                <c:pt idx="16068">
                  <c:v>35.049999999999997</c:v>
                </c:pt>
                <c:pt idx="16069">
                  <c:v>35.049999999999997</c:v>
                </c:pt>
                <c:pt idx="16070">
                  <c:v>35.049999999999997</c:v>
                </c:pt>
                <c:pt idx="16071">
                  <c:v>35.049999999999997</c:v>
                </c:pt>
                <c:pt idx="16072">
                  <c:v>35.049999999999997</c:v>
                </c:pt>
                <c:pt idx="16073">
                  <c:v>35.049999999999997</c:v>
                </c:pt>
                <c:pt idx="16074">
                  <c:v>35.049999999999997</c:v>
                </c:pt>
                <c:pt idx="16075">
                  <c:v>35.049999999999997</c:v>
                </c:pt>
                <c:pt idx="16076">
                  <c:v>35.049999999999997</c:v>
                </c:pt>
                <c:pt idx="16077">
                  <c:v>35.049999999999997</c:v>
                </c:pt>
                <c:pt idx="16078">
                  <c:v>35</c:v>
                </c:pt>
                <c:pt idx="16079">
                  <c:v>35</c:v>
                </c:pt>
                <c:pt idx="16080">
                  <c:v>35</c:v>
                </c:pt>
                <c:pt idx="16081">
                  <c:v>35</c:v>
                </c:pt>
                <c:pt idx="16082">
                  <c:v>35</c:v>
                </c:pt>
                <c:pt idx="16083">
                  <c:v>35</c:v>
                </c:pt>
                <c:pt idx="16084">
                  <c:v>35</c:v>
                </c:pt>
                <c:pt idx="16085">
                  <c:v>35</c:v>
                </c:pt>
                <c:pt idx="16086">
                  <c:v>35</c:v>
                </c:pt>
                <c:pt idx="16087">
                  <c:v>35</c:v>
                </c:pt>
                <c:pt idx="16088">
                  <c:v>35</c:v>
                </c:pt>
                <c:pt idx="16089">
                  <c:v>35</c:v>
                </c:pt>
                <c:pt idx="16090">
                  <c:v>35</c:v>
                </c:pt>
                <c:pt idx="16091">
                  <c:v>35</c:v>
                </c:pt>
                <c:pt idx="16092">
                  <c:v>34.950000000000003</c:v>
                </c:pt>
                <c:pt idx="16093">
                  <c:v>34.950000000000003</c:v>
                </c:pt>
                <c:pt idx="16094">
                  <c:v>34.950000000000003</c:v>
                </c:pt>
                <c:pt idx="16095">
                  <c:v>34.950000000000003</c:v>
                </c:pt>
                <c:pt idx="16096">
                  <c:v>34.950000000000003</c:v>
                </c:pt>
                <c:pt idx="16097">
                  <c:v>34.950000000000003</c:v>
                </c:pt>
                <c:pt idx="16098">
                  <c:v>34.950000000000003</c:v>
                </c:pt>
                <c:pt idx="16099">
                  <c:v>34.950000000000003</c:v>
                </c:pt>
                <c:pt idx="16100">
                  <c:v>34.950000000000003</c:v>
                </c:pt>
                <c:pt idx="16101">
                  <c:v>34.950000000000003</c:v>
                </c:pt>
                <c:pt idx="16102">
                  <c:v>34.950000000000003</c:v>
                </c:pt>
                <c:pt idx="16103">
                  <c:v>34.950000000000003</c:v>
                </c:pt>
                <c:pt idx="16104">
                  <c:v>34.950000000000003</c:v>
                </c:pt>
                <c:pt idx="16105">
                  <c:v>34.950000000000003</c:v>
                </c:pt>
                <c:pt idx="16106">
                  <c:v>34.950000000000003</c:v>
                </c:pt>
                <c:pt idx="16107">
                  <c:v>34.9</c:v>
                </c:pt>
                <c:pt idx="16108">
                  <c:v>34.9</c:v>
                </c:pt>
                <c:pt idx="16109">
                  <c:v>34.9</c:v>
                </c:pt>
                <c:pt idx="16110">
                  <c:v>34.9</c:v>
                </c:pt>
                <c:pt idx="16111">
                  <c:v>34.9</c:v>
                </c:pt>
                <c:pt idx="16112">
                  <c:v>34.9</c:v>
                </c:pt>
                <c:pt idx="16113">
                  <c:v>34.9</c:v>
                </c:pt>
                <c:pt idx="16114">
                  <c:v>34.9</c:v>
                </c:pt>
                <c:pt idx="16115">
                  <c:v>34.9</c:v>
                </c:pt>
                <c:pt idx="16116">
                  <c:v>34.9</c:v>
                </c:pt>
                <c:pt idx="16117">
                  <c:v>34.9</c:v>
                </c:pt>
                <c:pt idx="16118">
                  <c:v>34.9</c:v>
                </c:pt>
                <c:pt idx="16119">
                  <c:v>34.85</c:v>
                </c:pt>
                <c:pt idx="16120">
                  <c:v>34.9</c:v>
                </c:pt>
                <c:pt idx="16121">
                  <c:v>34.85</c:v>
                </c:pt>
                <c:pt idx="16122">
                  <c:v>34.85</c:v>
                </c:pt>
                <c:pt idx="16123">
                  <c:v>34.85</c:v>
                </c:pt>
                <c:pt idx="16124">
                  <c:v>34.85</c:v>
                </c:pt>
                <c:pt idx="16125">
                  <c:v>34.85</c:v>
                </c:pt>
                <c:pt idx="16126">
                  <c:v>34.85</c:v>
                </c:pt>
                <c:pt idx="16127">
                  <c:v>34.85</c:v>
                </c:pt>
                <c:pt idx="16128">
                  <c:v>34.85</c:v>
                </c:pt>
                <c:pt idx="16129">
                  <c:v>34.85</c:v>
                </c:pt>
                <c:pt idx="16130">
                  <c:v>34.85</c:v>
                </c:pt>
                <c:pt idx="16131">
                  <c:v>34.85</c:v>
                </c:pt>
                <c:pt idx="16132">
                  <c:v>34.85</c:v>
                </c:pt>
                <c:pt idx="16133">
                  <c:v>34.799999999999997</c:v>
                </c:pt>
                <c:pt idx="16134">
                  <c:v>34.85</c:v>
                </c:pt>
                <c:pt idx="16135">
                  <c:v>34.85</c:v>
                </c:pt>
                <c:pt idx="16136">
                  <c:v>34.85</c:v>
                </c:pt>
                <c:pt idx="16137">
                  <c:v>34.799999999999997</c:v>
                </c:pt>
                <c:pt idx="16138">
                  <c:v>34.799999999999997</c:v>
                </c:pt>
                <c:pt idx="16139">
                  <c:v>34.799999999999997</c:v>
                </c:pt>
                <c:pt idx="16140">
                  <c:v>34.799999999999997</c:v>
                </c:pt>
                <c:pt idx="16141">
                  <c:v>34.799999999999997</c:v>
                </c:pt>
                <c:pt idx="16142">
                  <c:v>34.799999999999997</c:v>
                </c:pt>
                <c:pt idx="16143">
                  <c:v>34.799999999999997</c:v>
                </c:pt>
                <c:pt idx="16144">
                  <c:v>34.799999999999997</c:v>
                </c:pt>
                <c:pt idx="16145">
                  <c:v>34.799999999999997</c:v>
                </c:pt>
                <c:pt idx="16146">
                  <c:v>34.799999999999997</c:v>
                </c:pt>
                <c:pt idx="16147">
                  <c:v>34.799999999999997</c:v>
                </c:pt>
                <c:pt idx="16148">
                  <c:v>34.799999999999997</c:v>
                </c:pt>
                <c:pt idx="16149">
                  <c:v>34.799999999999997</c:v>
                </c:pt>
                <c:pt idx="16150">
                  <c:v>34.799999999999997</c:v>
                </c:pt>
                <c:pt idx="16151">
                  <c:v>34.799999999999997</c:v>
                </c:pt>
                <c:pt idx="16152">
                  <c:v>34.75</c:v>
                </c:pt>
                <c:pt idx="16153">
                  <c:v>34.75</c:v>
                </c:pt>
                <c:pt idx="16154">
                  <c:v>34.75</c:v>
                </c:pt>
                <c:pt idx="16155">
                  <c:v>34.75</c:v>
                </c:pt>
                <c:pt idx="16156">
                  <c:v>34.75</c:v>
                </c:pt>
                <c:pt idx="16157">
                  <c:v>34.75</c:v>
                </c:pt>
                <c:pt idx="16158">
                  <c:v>34.75</c:v>
                </c:pt>
                <c:pt idx="16159">
                  <c:v>34.75</c:v>
                </c:pt>
                <c:pt idx="16160">
                  <c:v>34.75</c:v>
                </c:pt>
                <c:pt idx="16161">
                  <c:v>34.75</c:v>
                </c:pt>
                <c:pt idx="16162">
                  <c:v>34.700000000000003</c:v>
                </c:pt>
                <c:pt idx="16163">
                  <c:v>34.75</c:v>
                </c:pt>
                <c:pt idx="16164">
                  <c:v>34.700000000000003</c:v>
                </c:pt>
                <c:pt idx="16165">
                  <c:v>34.75</c:v>
                </c:pt>
                <c:pt idx="16166">
                  <c:v>34.700000000000003</c:v>
                </c:pt>
                <c:pt idx="16167">
                  <c:v>34.75</c:v>
                </c:pt>
                <c:pt idx="16168">
                  <c:v>34.75</c:v>
                </c:pt>
                <c:pt idx="16169">
                  <c:v>34.700000000000003</c:v>
                </c:pt>
                <c:pt idx="16170">
                  <c:v>34.700000000000003</c:v>
                </c:pt>
                <c:pt idx="16171">
                  <c:v>34.700000000000003</c:v>
                </c:pt>
                <c:pt idx="16172">
                  <c:v>34.700000000000003</c:v>
                </c:pt>
                <c:pt idx="16173">
                  <c:v>34.700000000000003</c:v>
                </c:pt>
                <c:pt idx="16174">
                  <c:v>34.700000000000003</c:v>
                </c:pt>
                <c:pt idx="16175">
                  <c:v>34.700000000000003</c:v>
                </c:pt>
                <c:pt idx="16176">
                  <c:v>34.700000000000003</c:v>
                </c:pt>
                <c:pt idx="16177">
                  <c:v>34.700000000000003</c:v>
                </c:pt>
                <c:pt idx="16178">
                  <c:v>34.65</c:v>
                </c:pt>
                <c:pt idx="16179">
                  <c:v>34.65</c:v>
                </c:pt>
                <c:pt idx="16180">
                  <c:v>34.700000000000003</c:v>
                </c:pt>
                <c:pt idx="16181">
                  <c:v>34.65</c:v>
                </c:pt>
                <c:pt idx="16182">
                  <c:v>34.700000000000003</c:v>
                </c:pt>
                <c:pt idx="16183">
                  <c:v>34.65</c:v>
                </c:pt>
                <c:pt idx="16184">
                  <c:v>34.65</c:v>
                </c:pt>
                <c:pt idx="16185">
                  <c:v>34.65</c:v>
                </c:pt>
                <c:pt idx="16186">
                  <c:v>34.65</c:v>
                </c:pt>
                <c:pt idx="16187">
                  <c:v>34.65</c:v>
                </c:pt>
                <c:pt idx="16188">
                  <c:v>34.65</c:v>
                </c:pt>
                <c:pt idx="16189">
                  <c:v>34.6</c:v>
                </c:pt>
                <c:pt idx="16190">
                  <c:v>34.6</c:v>
                </c:pt>
                <c:pt idx="16191">
                  <c:v>34.6</c:v>
                </c:pt>
                <c:pt idx="16192">
                  <c:v>34.6</c:v>
                </c:pt>
                <c:pt idx="16193">
                  <c:v>34.6</c:v>
                </c:pt>
                <c:pt idx="16194">
                  <c:v>34.6</c:v>
                </c:pt>
                <c:pt idx="16195">
                  <c:v>34.6</c:v>
                </c:pt>
                <c:pt idx="16196">
                  <c:v>34.6</c:v>
                </c:pt>
                <c:pt idx="16197">
                  <c:v>34.6</c:v>
                </c:pt>
                <c:pt idx="16198">
                  <c:v>34.6</c:v>
                </c:pt>
                <c:pt idx="16199">
                  <c:v>34.6</c:v>
                </c:pt>
                <c:pt idx="16200">
                  <c:v>34.6</c:v>
                </c:pt>
                <c:pt idx="16201">
                  <c:v>34.6</c:v>
                </c:pt>
                <c:pt idx="16202">
                  <c:v>34.6</c:v>
                </c:pt>
                <c:pt idx="16203">
                  <c:v>34.6</c:v>
                </c:pt>
                <c:pt idx="16204">
                  <c:v>34.6</c:v>
                </c:pt>
                <c:pt idx="16205">
                  <c:v>34.6</c:v>
                </c:pt>
                <c:pt idx="16206">
                  <c:v>34.6</c:v>
                </c:pt>
                <c:pt idx="16207">
                  <c:v>34.6</c:v>
                </c:pt>
                <c:pt idx="16208">
                  <c:v>34.6</c:v>
                </c:pt>
                <c:pt idx="16209">
                  <c:v>34.6</c:v>
                </c:pt>
                <c:pt idx="16210">
                  <c:v>34.6</c:v>
                </c:pt>
                <c:pt idx="16211">
                  <c:v>34.6</c:v>
                </c:pt>
                <c:pt idx="16212">
                  <c:v>34.6</c:v>
                </c:pt>
                <c:pt idx="16213">
                  <c:v>34.549999999999997</c:v>
                </c:pt>
                <c:pt idx="16214">
                  <c:v>34.549999999999997</c:v>
                </c:pt>
                <c:pt idx="16215">
                  <c:v>34.549999999999997</c:v>
                </c:pt>
                <c:pt idx="16216">
                  <c:v>34.549999999999997</c:v>
                </c:pt>
                <c:pt idx="16217">
                  <c:v>34.549999999999997</c:v>
                </c:pt>
                <c:pt idx="16218">
                  <c:v>34.549999999999997</c:v>
                </c:pt>
                <c:pt idx="16219">
                  <c:v>34.549999999999997</c:v>
                </c:pt>
                <c:pt idx="16220">
                  <c:v>34.549999999999997</c:v>
                </c:pt>
                <c:pt idx="16221">
                  <c:v>34.549999999999997</c:v>
                </c:pt>
                <c:pt idx="16222">
                  <c:v>34.549999999999997</c:v>
                </c:pt>
                <c:pt idx="16223">
                  <c:v>34.549999999999997</c:v>
                </c:pt>
                <c:pt idx="16224">
                  <c:v>34.549999999999997</c:v>
                </c:pt>
                <c:pt idx="16225">
                  <c:v>34.549999999999997</c:v>
                </c:pt>
                <c:pt idx="16226">
                  <c:v>34.549999999999997</c:v>
                </c:pt>
                <c:pt idx="16227">
                  <c:v>34.549999999999997</c:v>
                </c:pt>
                <c:pt idx="16228">
                  <c:v>34.549999999999997</c:v>
                </c:pt>
                <c:pt idx="16229">
                  <c:v>34.549999999999997</c:v>
                </c:pt>
                <c:pt idx="16230">
                  <c:v>34.549999999999997</c:v>
                </c:pt>
                <c:pt idx="16231">
                  <c:v>34.5</c:v>
                </c:pt>
                <c:pt idx="16232">
                  <c:v>34.5</c:v>
                </c:pt>
                <c:pt idx="16233">
                  <c:v>34.5</c:v>
                </c:pt>
                <c:pt idx="16234">
                  <c:v>34.5</c:v>
                </c:pt>
                <c:pt idx="16235">
                  <c:v>34.5</c:v>
                </c:pt>
                <c:pt idx="16236">
                  <c:v>34.5</c:v>
                </c:pt>
                <c:pt idx="16237">
                  <c:v>34.5</c:v>
                </c:pt>
                <c:pt idx="16238">
                  <c:v>34.5</c:v>
                </c:pt>
                <c:pt idx="16239">
                  <c:v>34.5</c:v>
                </c:pt>
                <c:pt idx="16240">
                  <c:v>34.5</c:v>
                </c:pt>
                <c:pt idx="16241">
                  <c:v>34.5</c:v>
                </c:pt>
                <c:pt idx="16242">
                  <c:v>34.5</c:v>
                </c:pt>
                <c:pt idx="16243">
                  <c:v>34.5</c:v>
                </c:pt>
                <c:pt idx="16244">
                  <c:v>34.5</c:v>
                </c:pt>
                <c:pt idx="16245">
                  <c:v>34.5</c:v>
                </c:pt>
                <c:pt idx="16246">
                  <c:v>34.5</c:v>
                </c:pt>
                <c:pt idx="16247">
                  <c:v>34.5</c:v>
                </c:pt>
                <c:pt idx="16248">
                  <c:v>34.5</c:v>
                </c:pt>
                <c:pt idx="16249">
                  <c:v>34.5</c:v>
                </c:pt>
                <c:pt idx="16250">
                  <c:v>34.5</c:v>
                </c:pt>
                <c:pt idx="16251">
                  <c:v>34.5</c:v>
                </c:pt>
                <c:pt idx="16252">
                  <c:v>34.450000000000003</c:v>
                </c:pt>
                <c:pt idx="16253">
                  <c:v>34.450000000000003</c:v>
                </c:pt>
                <c:pt idx="16254">
                  <c:v>34.450000000000003</c:v>
                </c:pt>
                <c:pt idx="16255">
                  <c:v>34.450000000000003</c:v>
                </c:pt>
                <c:pt idx="16256">
                  <c:v>34.450000000000003</c:v>
                </c:pt>
                <c:pt idx="16257">
                  <c:v>34.450000000000003</c:v>
                </c:pt>
                <c:pt idx="16258">
                  <c:v>34.450000000000003</c:v>
                </c:pt>
                <c:pt idx="16259">
                  <c:v>34.450000000000003</c:v>
                </c:pt>
                <c:pt idx="16260">
                  <c:v>34.450000000000003</c:v>
                </c:pt>
                <c:pt idx="16261">
                  <c:v>34.450000000000003</c:v>
                </c:pt>
                <c:pt idx="16262">
                  <c:v>34.450000000000003</c:v>
                </c:pt>
                <c:pt idx="16263">
                  <c:v>34.450000000000003</c:v>
                </c:pt>
                <c:pt idx="16264">
                  <c:v>34.450000000000003</c:v>
                </c:pt>
                <c:pt idx="16265">
                  <c:v>34.450000000000003</c:v>
                </c:pt>
                <c:pt idx="16266">
                  <c:v>34.4</c:v>
                </c:pt>
                <c:pt idx="16267">
                  <c:v>34.450000000000003</c:v>
                </c:pt>
                <c:pt idx="16268">
                  <c:v>34.4</c:v>
                </c:pt>
                <c:pt idx="16269">
                  <c:v>34.4</c:v>
                </c:pt>
                <c:pt idx="16270">
                  <c:v>34.4</c:v>
                </c:pt>
                <c:pt idx="16271">
                  <c:v>34.4</c:v>
                </c:pt>
                <c:pt idx="16272">
                  <c:v>34.4</c:v>
                </c:pt>
                <c:pt idx="16273">
                  <c:v>34.4</c:v>
                </c:pt>
                <c:pt idx="16274">
                  <c:v>34.4</c:v>
                </c:pt>
                <c:pt idx="16275">
                  <c:v>34.4</c:v>
                </c:pt>
                <c:pt idx="16276">
                  <c:v>34.4</c:v>
                </c:pt>
                <c:pt idx="16277">
                  <c:v>34.4</c:v>
                </c:pt>
                <c:pt idx="16278">
                  <c:v>34.4</c:v>
                </c:pt>
                <c:pt idx="16279">
                  <c:v>34.4</c:v>
                </c:pt>
                <c:pt idx="16280">
                  <c:v>34.4</c:v>
                </c:pt>
                <c:pt idx="16281">
                  <c:v>34.35</c:v>
                </c:pt>
                <c:pt idx="16282">
                  <c:v>34.35</c:v>
                </c:pt>
                <c:pt idx="16283">
                  <c:v>34.35</c:v>
                </c:pt>
                <c:pt idx="16284">
                  <c:v>34.35</c:v>
                </c:pt>
                <c:pt idx="16285">
                  <c:v>34.35</c:v>
                </c:pt>
                <c:pt idx="16286">
                  <c:v>34.35</c:v>
                </c:pt>
                <c:pt idx="16287">
                  <c:v>34.35</c:v>
                </c:pt>
                <c:pt idx="16288">
                  <c:v>34.35</c:v>
                </c:pt>
                <c:pt idx="16289">
                  <c:v>34.35</c:v>
                </c:pt>
                <c:pt idx="16290">
                  <c:v>34.35</c:v>
                </c:pt>
                <c:pt idx="16291">
                  <c:v>34.35</c:v>
                </c:pt>
                <c:pt idx="16292">
                  <c:v>34.35</c:v>
                </c:pt>
                <c:pt idx="16293">
                  <c:v>34.35</c:v>
                </c:pt>
                <c:pt idx="16294">
                  <c:v>34.35</c:v>
                </c:pt>
                <c:pt idx="16295">
                  <c:v>34.35</c:v>
                </c:pt>
                <c:pt idx="16296">
                  <c:v>34.35</c:v>
                </c:pt>
                <c:pt idx="16297">
                  <c:v>34.35</c:v>
                </c:pt>
                <c:pt idx="16298">
                  <c:v>34.299999999999997</c:v>
                </c:pt>
                <c:pt idx="16299">
                  <c:v>34.299999999999997</c:v>
                </c:pt>
                <c:pt idx="16300">
                  <c:v>34.299999999999997</c:v>
                </c:pt>
                <c:pt idx="16301">
                  <c:v>34.299999999999997</c:v>
                </c:pt>
                <c:pt idx="16302">
                  <c:v>34.299999999999997</c:v>
                </c:pt>
                <c:pt idx="16303">
                  <c:v>34.299999999999997</c:v>
                </c:pt>
                <c:pt idx="16304">
                  <c:v>34.299999999999997</c:v>
                </c:pt>
                <c:pt idx="16305">
                  <c:v>34.299999999999997</c:v>
                </c:pt>
                <c:pt idx="16306">
                  <c:v>34.299999999999997</c:v>
                </c:pt>
                <c:pt idx="16307">
                  <c:v>34.299999999999997</c:v>
                </c:pt>
                <c:pt idx="16308">
                  <c:v>34.299999999999997</c:v>
                </c:pt>
                <c:pt idx="16309">
                  <c:v>34.299999999999997</c:v>
                </c:pt>
                <c:pt idx="16310">
                  <c:v>34.299999999999997</c:v>
                </c:pt>
                <c:pt idx="16311">
                  <c:v>34.299999999999997</c:v>
                </c:pt>
                <c:pt idx="16312">
                  <c:v>34.299999999999997</c:v>
                </c:pt>
                <c:pt idx="16313">
                  <c:v>34.299999999999997</c:v>
                </c:pt>
                <c:pt idx="16314">
                  <c:v>34.25</c:v>
                </c:pt>
                <c:pt idx="16315">
                  <c:v>34.25</c:v>
                </c:pt>
                <c:pt idx="16316">
                  <c:v>34.25</c:v>
                </c:pt>
                <c:pt idx="16317">
                  <c:v>34.25</c:v>
                </c:pt>
                <c:pt idx="16318">
                  <c:v>34.25</c:v>
                </c:pt>
                <c:pt idx="16319">
                  <c:v>34.25</c:v>
                </c:pt>
                <c:pt idx="16320">
                  <c:v>34.25</c:v>
                </c:pt>
                <c:pt idx="16321">
                  <c:v>34.25</c:v>
                </c:pt>
                <c:pt idx="16322">
                  <c:v>34.25</c:v>
                </c:pt>
                <c:pt idx="16323">
                  <c:v>34.25</c:v>
                </c:pt>
                <c:pt idx="16324">
                  <c:v>34.25</c:v>
                </c:pt>
                <c:pt idx="16325">
                  <c:v>34.200000000000003</c:v>
                </c:pt>
                <c:pt idx="16326">
                  <c:v>34.25</c:v>
                </c:pt>
                <c:pt idx="16327">
                  <c:v>34.200000000000003</c:v>
                </c:pt>
                <c:pt idx="16328">
                  <c:v>34.25</c:v>
                </c:pt>
                <c:pt idx="16329">
                  <c:v>34.200000000000003</c:v>
                </c:pt>
                <c:pt idx="16330">
                  <c:v>34.200000000000003</c:v>
                </c:pt>
                <c:pt idx="16331">
                  <c:v>34.200000000000003</c:v>
                </c:pt>
                <c:pt idx="16332">
                  <c:v>34.200000000000003</c:v>
                </c:pt>
                <c:pt idx="16333">
                  <c:v>34.200000000000003</c:v>
                </c:pt>
                <c:pt idx="16334">
                  <c:v>34.200000000000003</c:v>
                </c:pt>
                <c:pt idx="16335">
                  <c:v>34.200000000000003</c:v>
                </c:pt>
                <c:pt idx="16336">
                  <c:v>34.200000000000003</c:v>
                </c:pt>
                <c:pt idx="16337">
                  <c:v>34.200000000000003</c:v>
                </c:pt>
                <c:pt idx="16338">
                  <c:v>34.200000000000003</c:v>
                </c:pt>
                <c:pt idx="16339">
                  <c:v>34.200000000000003</c:v>
                </c:pt>
                <c:pt idx="16340">
                  <c:v>34.200000000000003</c:v>
                </c:pt>
                <c:pt idx="16341">
                  <c:v>34.200000000000003</c:v>
                </c:pt>
                <c:pt idx="16342">
                  <c:v>34.200000000000003</c:v>
                </c:pt>
                <c:pt idx="16343">
                  <c:v>34.15</c:v>
                </c:pt>
                <c:pt idx="16344">
                  <c:v>34.15</c:v>
                </c:pt>
                <c:pt idx="16345">
                  <c:v>34.15</c:v>
                </c:pt>
                <c:pt idx="16346">
                  <c:v>34.15</c:v>
                </c:pt>
                <c:pt idx="16347">
                  <c:v>34.15</c:v>
                </c:pt>
                <c:pt idx="16348">
                  <c:v>34.15</c:v>
                </c:pt>
                <c:pt idx="16349">
                  <c:v>34.15</c:v>
                </c:pt>
                <c:pt idx="16350">
                  <c:v>34.15</c:v>
                </c:pt>
                <c:pt idx="16351">
                  <c:v>34.15</c:v>
                </c:pt>
                <c:pt idx="16352">
                  <c:v>34.15</c:v>
                </c:pt>
                <c:pt idx="16353">
                  <c:v>34.15</c:v>
                </c:pt>
                <c:pt idx="16354">
                  <c:v>34.15</c:v>
                </c:pt>
                <c:pt idx="16355">
                  <c:v>34.15</c:v>
                </c:pt>
                <c:pt idx="16356">
                  <c:v>34.15</c:v>
                </c:pt>
                <c:pt idx="16357">
                  <c:v>34.15</c:v>
                </c:pt>
                <c:pt idx="16358">
                  <c:v>34.15</c:v>
                </c:pt>
                <c:pt idx="16359">
                  <c:v>34.15</c:v>
                </c:pt>
                <c:pt idx="16360">
                  <c:v>34.1</c:v>
                </c:pt>
                <c:pt idx="16361">
                  <c:v>34.1</c:v>
                </c:pt>
                <c:pt idx="16362">
                  <c:v>34.1</c:v>
                </c:pt>
                <c:pt idx="16363">
                  <c:v>34.1</c:v>
                </c:pt>
                <c:pt idx="16364">
                  <c:v>34.1</c:v>
                </c:pt>
                <c:pt idx="16365">
                  <c:v>34.1</c:v>
                </c:pt>
                <c:pt idx="16366">
                  <c:v>34.1</c:v>
                </c:pt>
                <c:pt idx="16367">
                  <c:v>34.1</c:v>
                </c:pt>
                <c:pt idx="16368">
                  <c:v>34.1</c:v>
                </c:pt>
                <c:pt idx="16369">
                  <c:v>34.1</c:v>
                </c:pt>
                <c:pt idx="16370">
                  <c:v>34.1</c:v>
                </c:pt>
                <c:pt idx="16371">
                  <c:v>34.1</c:v>
                </c:pt>
                <c:pt idx="16372">
                  <c:v>34.1</c:v>
                </c:pt>
                <c:pt idx="16373">
                  <c:v>34.1</c:v>
                </c:pt>
                <c:pt idx="16374">
                  <c:v>34.1</c:v>
                </c:pt>
                <c:pt idx="16375">
                  <c:v>34.1</c:v>
                </c:pt>
                <c:pt idx="16376">
                  <c:v>34.049999999999997</c:v>
                </c:pt>
                <c:pt idx="16377">
                  <c:v>34.049999999999997</c:v>
                </c:pt>
                <c:pt idx="16378">
                  <c:v>34.049999999999997</c:v>
                </c:pt>
                <c:pt idx="16379">
                  <c:v>34.049999999999997</c:v>
                </c:pt>
                <c:pt idx="16380">
                  <c:v>34.049999999999997</c:v>
                </c:pt>
                <c:pt idx="16381">
                  <c:v>34.049999999999997</c:v>
                </c:pt>
                <c:pt idx="16382">
                  <c:v>34.049999999999997</c:v>
                </c:pt>
                <c:pt idx="16383">
                  <c:v>34.049999999999997</c:v>
                </c:pt>
                <c:pt idx="16384">
                  <c:v>34.049999999999997</c:v>
                </c:pt>
                <c:pt idx="16385">
                  <c:v>34.049999999999997</c:v>
                </c:pt>
                <c:pt idx="16386">
                  <c:v>34.049999999999997</c:v>
                </c:pt>
                <c:pt idx="16387">
                  <c:v>34.049999999999997</c:v>
                </c:pt>
                <c:pt idx="16388">
                  <c:v>34.049999999999997</c:v>
                </c:pt>
                <c:pt idx="16389">
                  <c:v>34</c:v>
                </c:pt>
                <c:pt idx="16390">
                  <c:v>34.049999999999997</c:v>
                </c:pt>
                <c:pt idx="16391">
                  <c:v>34</c:v>
                </c:pt>
                <c:pt idx="16392">
                  <c:v>34</c:v>
                </c:pt>
                <c:pt idx="16393">
                  <c:v>34</c:v>
                </c:pt>
                <c:pt idx="16394">
                  <c:v>34</c:v>
                </c:pt>
                <c:pt idx="16395">
                  <c:v>34</c:v>
                </c:pt>
                <c:pt idx="16396">
                  <c:v>34</c:v>
                </c:pt>
                <c:pt idx="16397">
                  <c:v>34</c:v>
                </c:pt>
                <c:pt idx="16398">
                  <c:v>34</c:v>
                </c:pt>
                <c:pt idx="16399">
                  <c:v>34</c:v>
                </c:pt>
                <c:pt idx="16400">
                  <c:v>34</c:v>
                </c:pt>
                <c:pt idx="16401">
                  <c:v>34</c:v>
                </c:pt>
                <c:pt idx="16402">
                  <c:v>34</c:v>
                </c:pt>
                <c:pt idx="16403">
                  <c:v>34</c:v>
                </c:pt>
                <c:pt idx="16404">
                  <c:v>34</c:v>
                </c:pt>
                <c:pt idx="16405">
                  <c:v>34</c:v>
                </c:pt>
                <c:pt idx="16406">
                  <c:v>34</c:v>
                </c:pt>
                <c:pt idx="16407">
                  <c:v>33.950000000000003</c:v>
                </c:pt>
                <c:pt idx="16408">
                  <c:v>33.950000000000003</c:v>
                </c:pt>
                <c:pt idx="16409">
                  <c:v>33.950000000000003</c:v>
                </c:pt>
                <c:pt idx="16410">
                  <c:v>33.950000000000003</c:v>
                </c:pt>
                <c:pt idx="16411">
                  <c:v>33.950000000000003</c:v>
                </c:pt>
                <c:pt idx="16412">
                  <c:v>33.950000000000003</c:v>
                </c:pt>
                <c:pt idx="16413">
                  <c:v>33.950000000000003</c:v>
                </c:pt>
                <c:pt idx="16414">
                  <c:v>33.950000000000003</c:v>
                </c:pt>
                <c:pt idx="16415">
                  <c:v>33.950000000000003</c:v>
                </c:pt>
                <c:pt idx="16416">
                  <c:v>33.950000000000003</c:v>
                </c:pt>
                <c:pt idx="16417">
                  <c:v>33.950000000000003</c:v>
                </c:pt>
                <c:pt idx="16418">
                  <c:v>33.950000000000003</c:v>
                </c:pt>
                <c:pt idx="16419">
                  <c:v>33.950000000000003</c:v>
                </c:pt>
                <c:pt idx="16420">
                  <c:v>33.950000000000003</c:v>
                </c:pt>
                <c:pt idx="16421">
                  <c:v>33.950000000000003</c:v>
                </c:pt>
                <c:pt idx="16422">
                  <c:v>33.950000000000003</c:v>
                </c:pt>
                <c:pt idx="16423">
                  <c:v>33.950000000000003</c:v>
                </c:pt>
                <c:pt idx="16424">
                  <c:v>33.950000000000003</c:v>
                </c:pt>
                <c:pt idx="16425">
                  <c:v>33.950000000000003</c:v>
                </c:pt>
                <c:pt idx="16426">
                  <c:v>33.950000000000003</c:v>
                </c:pt>
                <c:pt idx="16427">
                  <c:v>33.950000000000003</c:v>
                </c:pt>
                <c:pt idx="16428">
                  <c:v>33.9</c:v>
                </c:pt>
                <c:pt idx="16429">
                  <c:v>33.9</c:v>
                </c:pt>
                <c:pt idx="16430">
                  <c:v>33.9</c:v>
                </c:pt>
                <c:pt idx="16431">
                  <c:v>33.9</c:v>
                </c:pt>
                <c:pt idx="16432">
                  <c:v>33.9</c:v>
                </c:pt>
                <c:pt idx="16433">
                  <c:v>33.9</c:v>
                </c:pt>
                <c:pt idx="16434">
                  <c:v>33.9</c:v>
                </c:pt>
                <c:pt idx="16435">
                  <c:v>33.9</c:v>
                </c:pt>
                <c:pt idx="16436">
                  <c:v>33.9</c:v>
                </c:pt>
                <c:pt idx="16437">
                  <c:v>33.9</c:v>
                </c:pt>
                <c:pt idx="16438">
                  <c:v>33.9</c:v>
                </c:pt>
                <c:pt idx="16439">
                  <c:v>33.9</c:v>
                </c:pt>
                <c:pt idx="16440">
                  <c:v>33.9</c:v>
                </c:pt>
                <c:pt idx="16441">
                  <c:v>33.9</c:v>
                </c:pt>
                <c:pt idx="16442">
                  <c:v>33.9</c:v>
                </c:pt>
                <c:pt idx="16443">
                  <c:v>33.9</c:v>
                </c:pt>
                <c:pt idx="16444">
                  <c:v>33.85</c:v>
                </c:pt>
                <c:pt idx="16445">
                  <c:v>33.85</c:v>
                </c:pt>
                <c:pt idx="16446">
                  <c:v>33.85</c:v>
                </c:pt>
                <c:pt idx="16447">
                  <c:v>33.85</c:v>
                </c:pt>
                <c:pt idx="16448">
                  <c:v>33.85</c:v>
                </c:pt>
                <c:pt idx="16449">
                  <c:v>33.85</c:v>
                </c:pt>
                <c:pt idx="16450">
                  <c:v>33.85</c:v>
                </c:pt>
                <c:pt idx="16451">
                  <c:v>33.85</c:v>
                </c:pt>
                <c:pt idx="16452">
                  <c:v>33.85</c:v>
                </c:pt>
                <c:pt idx="16453">
                  <c:v>33.85</c:v>
                </c:pt>
                <c:pt idx="16454">
                  <c:v>33.85</c:v>
                </c:pt>
                <c:pt idx="16455">
                  <c:v>33.85</c:v>
                </c:pt>
                <c:pt idx="16456">
                  <c:v>33.85</c:v>
                </c:pt>
                <c:pt idx="16457">
                  <c:v>33.85</c:v>
                </c:pt>
                <c:pt idx="16458">
                  <c:v>33.85</c:v>
                </c:pt>
                <c:pt idx="16459">
                  <c:v>33.799999999999997</c:v>
                </c:pt>
                <c:pt idx="16460">
                  <c:v>33.799999999999997</c:v>
                </c:pt>
                <c:pt idx="16461">
                  <c:v>33.799999999999997</c:v>
                </c:pt>
                <c:pt idx="16462">
                  <c:v>33.799999999999997</c:v>
                </c:pt>
                <c:pt idx="16463">
                  <c:v>33.799999999999997</c:v>
                </c:pt>
                <c:pt idx="16464">
                  <c:v>33.799999999999997</c:v>
                </c:pt>
                <c:pt idx="16465">
                  <c:v>33.799999999999997</c:v>
                </c:pt>
                <c:pt idx="16466">
                  <c:v>33.799999999999997</c:v>
                </c:pt>
                <c:pt idx="16467">
                  <c:v>33.799999999999997</c:v>
                </c:pt>
                <c:pt idx="16468">
                  <c:v>33.799999999999997</c:v>
                </c:pt>
                <c:pt idx="16469">
                  <c:v>33.799999999999997</c:v>
                </c:pt>
                <c:pt idx="16470">
                  <c:v>33.799999999999997</c:v>
                </c:pt>
                <c:pt idx="16471">
                  <c:v>33.799999999999997</c:v>
                </c:pt>
                <c:pt idx="16472">
                  <c:v>33.799999999999997</c:v>
                </c:pt>
                <c:pt idx="16473">
                  <c:v>33.799999999999997</c:v>
                </c:pt>
                <c:pt idx="16474">
                  <c:v>33.799999999999997</c:v>
                </c:pt>
                <c:pt idx="16475">
                  <c:v>33.799999999999997</c:v>
                </c:pt>
                <c:pt idx="16476">
                  <c:v>33.799999999999997</c:v>
                </c:pt>
                <c:pt idx="16477">
                  <c:v>33.799999999999997</c:v>
                </c:pt>
                <c:pt idx="16478">
                  <c:v>33.75</c:v>
                </c:pt>
                <c:pt idx="16479">
                  <c:v>33.75</c:v>
                </c:pt>
                <c:pt idx="16480">
                  <c:v>33.75</c:v>
                </c:pt>
                <c:pt idx="16481">
                  <c:v>33.75</c:v>
                </c:pt>
                <c:pt idx="16482">
                  <c:v>33.75</c:v>
                </c:pt>
                <c:pt idx="16483">
                  <c:v>33.75</c:v>
                </c:pt>
                <c:pt idx="16484">
                  <c:v>33.75</c:v>
                </c:pt>
                <c:pt idx="16485">
                  <c:v>33.75</c:v>
                </c:pt>
                <c:pt idx="16486">
                  <c:v>33.75</c:v>
                </c:pt>
                <c:pt idx="16487">
                  <c:v>33.75</c:v>
                </c:pt>
                <c:pt idx="16488">
                  <c:v>33.75</c:v>
                </c:pt>
                <c:pt idx="16489">
                  <c:v>33.75</c:v>
                </c:pt>
                <c:pt idx="16490">
                  <c:v>33.700000000000003</c:v>
                </c:pt>
                <c:pt idx="16491">
                  <c:v>33.700000000000003</c:v>
                </c:pt>
                <c:pt idx="16492">
                  <c:v>33.700000000000003</c:v>
                </c:pt>
                <c:pt idx="16493">
                  <c:v>33.700000000000003</c:v>
                </c:pt>
                <c:pt idx="16494">
                  <c:v>33.700000000000003</c:v>
                </c:pt>
                <c:pt idx="16495">
                  <c:v>33.700000000000003</c:v>
                </c:pt>
                <c:pt idx="16496">
                  <c:v>33.700000000000003</c:v>
                </c:pt>
                <c:pt idx="16497">
                  <c:v>33.700000000000003</c:v>
                </c:pt>
                <c:pt idx="16498">
                  <c:v>33.700000000000003</c:v>
                </c:pt>
                <c:pt idx="16499">
                  <c:v>33.700000000000003</c:v>
                </c:pt>
                <c:pt idx="16500">
                  <c:v>33.700000000000003</c:v>
                </c:pt>
                <c:pt idx="16501">
                  <c:v>33.700000000000003</c:v>
                </c:pt>
                <c:pt idx="16502">
                  <c:v>33.700000000000003</c:v>
                </c:pt>
                <c:pt idx="16503">
                  <c:v>33.700000000000003</c:v>
                </c:pt>
                <c:pt idx="16504">
                  <c:v>33.700000000000003</c:v>
                </c:pt>
                <c:pt idx="16505">
                  <c:v>33.700000000000003</c:v>
                </c:pt>
                <c:pt idx="16506">
                  <c:v>33.700000000000003</c:v>
                </c:pt>
                <c:pt idx="16507">
                  <c:v>33.700000000000003</c:v>
                </c:pt>
                <c:pt idx="16508">
                  <c:v>33.700000000000003</c:v>
                </c:pt>
                <c:pt idx="16509">
                  <c:v>33.700000000000003</c:v>
                </c:pt>
                <c:pt idx="16510">
                  <c:v>33.700000000000003</c:v>
                </c:pt>
                <c:pt idx="16511">
                  <c:v>33.65</c:v>
                </c:pt>
                <c:pt idx="16512">
                  <c:v>33.65</c:v>
                </c:pt>
                <c:pt idx="16513">
                  <c:v>33.65</c:v>
                </c:pt>
                <c:pt idx="16514">
                  <c:v>33.65</c:v>
                </c:pt>
                <c:pt idx="16515">
                  <c:v>33.65</c:v>
                </c:pt>
                <c:pt idx="16516">
                  <c:v>33.65</c:v>
                </c:pt>
                <c:pt idx="16517">
                  <c:v>33.65</c:v>
                </c:pt>
                <c:pt idx="16518">
                  <c:v>33.65</c:v>
                </c:pt>
                <c:pt idx="16519">
                  <c:v>33.65</c:v>
                </c:pt>
                <c:pt idx="16520">
                  <c:v>33.65</c:v>
                </c:pt>
                <c:pt idx="16521">
                  <c:v>33.65</c:v>
                </c:pt>
                <c:pt idx="16522">
                  <c:v>33.65</c:v>
                </c:pt>
                <c:pt idx="16523">
                  <c:v>33.65</c:v>
                </c:pt>
                <c:pt idx="16524">
                  <c:v>33.65</c:v>
                </c:pt>
                <c:pt idx="16525">
                  <c:v>33.6</c:v>
                </c:pt>
                <c:pt idx="16526">
                  <c:v>33.6</c:v>
                </c:pt>
                <c:pt idx="16527">
                  <c:v>33.6</c:v>
                </c:pt>
                <c:pt idx="16528">
                  <c:v>33.6</c:v>
                </c:pt>
                <c:pt idx="16529">
                  <c:v>33.6</c:v>
                </c:pt>
                <c:pt idx="16530">
                  <c:v>33.6</c:v>
                </c:pt>
                <c:pt idx="16531">
                  <c:v>33.6</c:v>
                </c:pt>
                <c:pt idx="16532">
                  <c:v>33.6</c:v>
                </c:pt>
                <c:pt idx="16533">
                  <c:v>33.6</c:v>
                </c:pt>
                <c:pt idx="16534">
                  <c:v>33.6</c:v>
                </c:pt>
                <c:pt idx="16535">
                  <c:v>33.6</c:v>
                </c:pt>
                <c:pt idx="16536">
                  <c:v>33.6</c:v>
                </c:pt>
                <c:pt idx="16537">
                  <c:v>33.6</c:v>
                </c:pt>
                <c:pt idx="16538">
                  <c:v>33.6</c:v>
                </c:pt>
                <c:pt idx="16539">
                  <c:v>33.6</c:v>
                </c:pt>
                <c:pt idx="16540">
                  <c:v>33.6</c:v>
                </c:pt>
                <c:pt idx="16541">
                  <c:v>33.6</c:v>
                </c:pt>
                <c:pt idx="16542">
                  <c:v>33.6</c:v>
                </c:pt>
                <c:pt idx="16543">
                  <c:v>33.549999999999997</c:v>
                </c:pt>
                <c:pt idx="16544">
                  <c:v>33.549999999999997</c:v>
                </c:pt>
                <c:pt idx="16545">
                  <c:v>33.549999999999997</c:v>
                </c:pt>
                <c:pt idx="16546">
                  <c:v>33.549999999999997</c:v>
                </c:pt>
                <c:pt idx="16547">
                  <c:v>33.549999999999997</c:v>
                </c:pt>
                <c:pt idx="16548">
                  <c:v>33.549999999999997</c:v>
                </c:pt>
                <c:pt idx="16549">
                  <c:v>33.549999999999997</c:v>
                </c:pt>
                <c:pt idx="16550">
                  <c:v>33.549999999999997</c:v>
                </c:pt>
                <c:pt idx="16551">
                  <c:v>33.549999999999997</c:v>
                </c:pt>
                <c:pt idx="16552">
                  <c:v>33.549999999999997</c:v>
                </c:pt>
                <c:pt idx="16553">
                  <c:v>33.549999999999997</c:v>
                </c:pt>
                <c:pt idx="16554">
                  <c:v>33.549999999999997</c:v>
                </c:pt>
                <c:pt idx="16555">
                  <c:v>33.549999999999997</c:v>
                </c:pt>
                <c:pt idx="16556">
                  <c:v>33.5</c:v>
                </c:pt>
                <c:pt idx="16557">
                  <c:v>33.5</c:v>
                </c:pt>
                <c:pt idx="16558">
                  <c:v>33.5</c:v>
                </c:pt>
                <c:pt idx="16559">
                  <c:v>33.5</c:v>
                </c:pt>
                <c:pt idx="16560">
                  <c:v>33.5</c:v>
                </c:pt>
                <c:pt idx="16561">
                  <c:v>33.5</c:v>
                </c:pt>
                <c:pt idx="16562">
                  <c:v>33.5</c:v>
                </c:pt>
                <c:pt idx="16563">
                  <c:v>33.5</c:v>
                </c:pt>
                <c:pt idx="16564">
                  <c:v>33.5</c:v>
                </c:pt>
                <c:pt idx="16565">
                  <c:v>33.5</c:v>
                </c:pt>
                <c:pt idx="16566">
                  <c:v>33.5</c:v>
                </c:pt>
                <c:pt idx="16567">
                  <c:v>33.5</c:v>
                </c:pt>
                <c:pt idx="16568">
                  <c:v>33.5</c:v>
                </c:pt>
                <c:pt idx="16569">
                  <c:v>33.5</c:v>
                </c:pt>
                <c:pt idx="16570">
                  <c:v>33.5</c:v>
                </c:pt>
                <c:pt idx="16571">
                  <c:v>33.5</c:v>
                </c:pt>
                <c:pt idx="16572">
                  <c:v>33.5</c:v>
                </c:pt>
                <c:pt idx="16573">
                  <c:v>33.5</c:v>
                </c:pt>
                <c:pt idx="16574">
                  <c:v>33.5</c:v>
                </c:pt>
                <c:pt idx="16575">
                  <c:v>33.5</c:v>
                </c:pt>
                <c:pt idx="16576">
                  <c:v>33.5</c:v>
                </c:pt>
                <c:pt idx="16577">
                  <c:v>33.450000000000003</c:v>
                </c:pt>
                <c:pt idx="16578">
                  <c:v>33.450000000000003</c:v>
                </c:pt>
                <c:pt idx="16579">
                  <c:v>33.450000000000003</c:v>
                </c:pt>
                <c:pt idx="16580">
                  <c:v>33.450000000000003</c:v>
                </c:pt>
                <c:pt idx="16581">
                  <c:v>33.450000000000003</c:v>
                </c:pt>
                <c:pt idx="16582">
                  <c:v>33.450000000000003</c:v>
                </c:pt>
                <c:pt idx="16583">
                  <c:v>33.450000000000003</c:v>
                </c:pt>
                <c:pt idx="16584">
                  <c:v>33.450000000000003</c:v>
                </c:pt>
                <c:pt idx="16585">
                  <c:v>33.450000000000003</c:v>
                </c:pt>
                <c:pt idx="16586">
                  <c:v>33.450000000000003</c:v>
                </c:pt>
                <c:pt idx="16587">
                  <c:v>33.450000000000003</c:v>
                </c:pt>
                <c:pt idx="16588">
                  <c:v>33.450000000000003</c:v>
                </c:pt>
                <c:pt idx="16589">
                  <c:v>33.450000000000003</c:v>
                </c:pt>
                <c:pt idx="16590">
                  <c:v>33.450000000000003</c:v>
                </c:pt>
                <c:pt idx="16591">
                  <c:v>33.4</c:v>
                </c:pt>
                <c:pt idx="16592">
                  <c:v>33.4</c:v>
                </c:pt>
                <c:pt idx="16593">
                  <c:v>33.4</c:v>
                </c:pt>
                <c:pt idx="16594">
                  <c:v>33.4</c:v>
                </c:pt>
                <c:pt idx="16595">
                  <c:v>33.4</c:v>
                </c:pt>
                <c:pt idx="16596">
                  <c:v>33.4</c:v>
                </c:pt>
                <c:pt idx="16597">
                  <c:v>33.4</c:v>
                </c:pt>
                <c:pt idx="16598">
                  <c:v>33.4</c:v>
                </c:pt>
                <c:pt idx="16599">
                  <c:v>33.4</c:v>
                </c:pt>
                <c:pt idx="16600">
                  <c:v>33.4</c:v>
                </c:pt>
                <c:pt idx="16601">
                  <c:v>33.4</c:v>
                </c:pt>
                <c:pt idx="16602">
                  <c:v>33.4</c:v>
                </c:pt>
                <c:pt idx="16603">
                  <c:v>33.4</c:v>
                </c:pt>
                <c:pt idx="16604">
                  <c:v>33.4</c:v>
                </c:pt>
                <c:pt idx="16605">
                  <c:v>33.4</c:v>
                </c:pt>
                <c:pt idx="16606">
                  <c:v>33.4</c:v>
                </c:pt>
                <c:pt idx="16607">
                  <c:v>33.4</c:v>
                </c:pt>
                <c:pt idx="16608">
                  <c:v>33.4</c:v>
                </c:pt>
                <c:pt idx="16609">
                  <c:v>33.4</c:v>
                </c:pt>
                <c:pt idx="16610">
                  <c:v>33.35</c:v>
                </c:pt>
                <c:pt idx="16611">
                  <c:v>33.35</c:v>
                </c:pt>
                <c:pt idx="16612">
                  <c:v>33.35</c:v>
                </c:pt>
                <c:pt idx="16613">
                  <c:v>33.35</c:v>
                </c:pt>
                <c:pt idx="16614">
                  <c:v>33.35</c:v>
                </c:pt>
                <c:pt idx="16615">
                  <c:v>33.35</c:v>
                </c:pt>
                <c:pt idx="16616">
                  <c:v>33.35</c:v>
                </c:pt>
                <c:pt idx="16617">
                  <c:v>33.35</c:v>
                </c:pt>
                <c:pt idx="16618">
                  <c:v>33.35</c:v>
                </c:pt>
                <c:pt idx="16619">
                  <c:v>33.35</c:v>
                </c:pt>
                <c:pt idx="16620">
                  <c:v>33.35</c:v>
                </c:pt>
                <c:pt idx="16621">
                  <c:v>33.35</c:v>
                </c:pt>
                <c:pt idx="16622">
                  <c:v>33.35</c:v>
                </c:pt>
                <c:pt idx="16623">
                  <c:v>33.35</c:v>
                </c:pt>
                <c:pt idx="16624">
                  <c:v>33.35</c:v>
                </c:pt>
                <c:pt idx="16625">
                  <c:v>33.35</c:v>
                </c:pt>
                <c:pt idx="16626">
                  <c:v>33.35</c:v>
                </c:pt>
                <c:pt idx="16627">
                  <c:v>33.299999999999997</c:v>
                </c:pt>
                <c:pt idx="16628">
                  <c:v>33.299999999999997</c:v>
                </c:pt>
                <c:pt idx="16629">
                  <c:v>33.299999999999997</c:v>
                </c:pt>
                <c:pt idx="16630">
                  <c:v>33.299999999999997</c:v>
                </c:pt>
                <c:pt idx="16631">
                  <c:v>33.299999999999997</c:v>
                </c:pt>
                <c:pt idx="16632">
                  <c:v>33.299999999999997</c:v>
                </c:pt>
                <c:pt idx="16633">
                  <c:v>33.299999999999997</c:v>
                </c:pt>
                <c:pt idx="16634">
                  <c:v>33.299999999999997</c:v>
                </c:pt>
                <c:pt idx="16635">
                  <c:v>33.299999999999997</c:v>
                </c:pt>
                <c:pt idx="16636">
                  <c:v>33.299999999999997</c:v>
                </c:pt>
                <c:pt idx="16637">
                  <c:v>33.299999999999997</c:v>
                </c:pt>
                <c:pt idx="16638">
                  <c:v>33.299999999999997</c:v>
                </c:pt>
                <c:pt idx="16639">
                  <c:v>33.299999999999997</c:v>
                </c:pt>
                <c:pt idx="16640">
                  <c:v>33.299999999999997</c:v>
                </c:pt>
                <c:pt idx="16641">
                  <c:v>33.299999999999997</c:v>
                </c:pt>
                <c:pt idx="16642">
                  <c:v>33.299999999999997</c:v>
                </c:pt>
                <c:pt idx="16643">
                  <c:v>33.299999999999997</c:v>
                </c:pt>
                <c:pt idx="16644">
                  <c:v>33.299999999999997</c:v>
                </c:pt>
                <c:pt idx="16645">
                  <c:v>33.299999999999997</c:v>
                </c:pt>
                <c:pt idx="16646">
                  <c:v>33.299999999999997</c:v>
                </c:pt>
                <c:pt idx="16647">
                  <c:v>33.299999999999997</c:v>
                </c:pt>
                <c:pt idx="16648">
                  <c:v>33.299999999999997</c:v>
                </c:pt>
                <c:pt idx="16649">
                  <c:v>33.25</c:v>
                </c:pt>
                <c:pt idx="16650">
                  <c:v>33.25</c:v>
                </c:pt>
                <c:pt idx="16651">
                  <c:v>33.25</c:v>
                </c:pt>
                <c:pt idx="16652">
                  <c:v>33.25</c:v>
                </c:pt>
                <c:pt idx="16653">
                  <c:v>33.25</c:v>
                </c:pt>
                <c:pt idx="16654">
                  <c:v>33.25</c:v>
                </c:pt>
                <c:pt idx="16655">
                  <c:v>33.25</c:v>
                </c:pt>
                <c:pt idx="16656">
                  <c:v>33.25</c:v>
                </c:pt>
                <c:pt idx="16657">
                  <c:v>33.25</c:v>
                </c:pt>
                <c:pt idx="16658">
                  <c:v>33.25</c:v>
                </c:pt>
                <c:pt idx="16659">
                  <c:v>33.25</c:v>
                </c:pt>
                <c:pt idx="16660">
                  <c:v>33.25</c:v>
                </c:pt>
                <c:pt idx="16661">
                  <c:v>33.25</c:v>
                </c:pt>
                <c:pt idx="16662">
                  <c:v>33.25</c:v>
                </c:pt>
                <c:pt idx="16663">
                  <c:v>33.25</c:v>
                </c:pt>
                <c:pt idx="16664">
                  <c:v>33.25</c:v>
                </c:pt>
                <c:pt idx="16665">
                  <c:v>33.200000000000003</c:v>
                </c:pt>
                <c:pt idx="16666">
                  <c:v>33.25</c:v>
                </c:pt>
                <c:pt idx="16667">
                  <c:v>33.25</c:v>
                </c:pt>
                <c:pt idx="16668">
                  <c:v>33.200000000000003</c:v>
                </c:pt>
                <c:pt idx="16669">
                  <c:v>33.200000000000003</c:v>
                </c:pt>
                <c:pt idx="16670">
                  <c:v>33.200000000000003</c:v>
                </c:pt>
                <c:pt idx="16671">
                  <c:v>33.200000000000003</c:v>
                </c:pt>
                <c:pt idx="16672">
                  <c:v>33.200000000000003</c:v>
                </c:pt>
                <c:pt idx="16673">
                  <c:v>33.200000000000003</c:v>
                </c:pt>
                <c:pt idx="16674">
                  <c:v>33.200000000000003</c:v>
                </c:pt>
                <c:pt idx="16675">
                  <c:v>33.200000000000003</c:v>
                </c:pt>
                <c:pt idx="16676">
                  <c:v>33.200000000000003</c:v>
                </c:pt>
                <c:pt idx="16677">
                  <c:v>33.200000000000003</c:v>
                </c:pt>
                <c:pt idx="16678">
                  <c:v>33.200000000000003</c:v>
                </c:pt>
                <c:pt idx="16679">
                  <c:v>33.200000000000003</c:v>
                </c:pt>
                <c:pt idx="16680">
                  <c:v>33.200000000000003</c:v>
                </c:pt>
                <c:pt idx="16681">
                  <c:v>33.200000000000003</c:v>
                </c:pt>
                <c:pt idx="16682">
                  <c:v>33.200000000000003</c:v>
                </c:pt>
                <c:pt idx="16683">
                  <c:v>33.200000000000003</c:v>
                </c:pt>
                <c:pt idx="16684">
                  <c:v>33.200000000000003</c:v>
                </c:pt>
                <c:pt idx="16685">
                  <c:v>33.200000000000003</c:v>
                </c:pt>
                <c:pt idx="16686">
                  <c:v>33.200000000000003</c:v>
                </c:pt>
                <c:pt idx="16687">
                  <c:v>33.15</c:v>
                </c:pt>
                <c:pt idx="16688">
                  <c:v>33.15</c:v>
                </c:pt>
                <c:pt idx="16689">
                  <c:v>33.15</c:v>
                </c:pt>
                <c:pt idx="16690">
                  <c:v>33.15</c:v>
                </c:pt>
                <c:pt idx="16691">
                  <c:v>33.15</c:v>
                </c:pt>
                <c:pt idx="16692">
                  <c:v>33.15</c:v>
                </c:pt>
                <c:pt idx="16693">
                  <c:v>33.15</c:v>
                </c:pt>
                <c:pt idx="16694">
                  <c:v>33.15</c:v>
                </c:pt>
                <c:pt idx="16695">
                  <c:v>33.15</c:v>
                </c:pt>
                <c:pt idx="16696">
                  <c:v>33.15</c:v>
                </c:pt>
                <c:pt idx="16697">
                  <c:v>33.15</c:v>
                </c:pt>
                <c:pt idx="16698">
                  <c:v>33.15</c:v>
                </c:pt>
                <c:pt idx="16699">
                  <c:v>33.15</c:v>
                </c:pt>
                <c:pt idx="16700">
                  <c:v>33.15</c:v>
                </c:pt>
                <c:pt idx="16701">
                  <c:v>33.15</c:v>
                </c:pt>
                <c:pt idx="16702">
                  <c:v>33.15</c:v>
                </c:pt>
                <c:pt idx="16703">
                  <c:v>33.15</c:v>
                </c:pt>
                <c:pt idx="16704">
                  <c:v>33.15</c:v>
                </c:pt>
                <c:pt idx="16705">
                  <c:v>33.15</c:v>
                </c:pt>
                <c:pt idx="16706">
                  <c:v>33.1</c:v>
                </c:pt>
                <c:pt idx="16707">
                  <c:v>33.1</c:v>
                </c:pt>
                <c:pt idx="16708">
                  <c:v>33.1</c:v>
                </c:pt>
                <c:pt idx="16709">
                  <c:v>33.1</c:v>
                </c:pt>
                <c:pt idx="16710">
                  <c:v>33.1</c:v>
                </c:pt>
                <c:pt idx="16711">
                  <c:v>33.1</c:v>
                </c:pt>
                <c:pt idx="16712">
                  <c:v>33.1</c:v>
                </c:pt>
                <c:pt idx="16713">
                  <c:v>33.1</c:v>
                </c:pt>
                <c:pt idx="16714">
                  <c:v>33.1</c:v>
                </c:pt>
                <c:pt idx="16715">
                  <c:v>33.1</c:v>
                </c:pt>
                <c:pt idx="16716">
                  <c:v>33.1</c:v>
                </c:pt>
                <c:pt idx="16717">
                  <c:v>33.1</c:v>
                </c:pt>
                <c:pt idx="16718">
                  <c:v>33.1</c:v>
                </c:pt>
                <c:pt idx="16719">
                  <c:v>33.1</c:v>
                </c:pt>
                <c:pt idx="16720">
                  <c:v>33.1</c:v>
                </c:pt>
                <c:pt idx="16721">
                  <c:v>33.1</c:v>
                </c:pt>
                <c:pt idx="16722">
                  <c:v>33.1</c:v>
                </c:pt>
                <c:pt idx="16723">
                  <c:v>33.1</c:v>
                </c:pt>
                <c:pt idx="16724">
                  <c:v>33.1</c:v>
                </c:pt>
                <c:pt idx="16725">
                  <c:v>33.1</c:v>
                </c:pt>
                <c:pt idx="16726">
                  <c:v>33.049999999999997</c:v>
                </c:pt>
                <c:pt idx="16727">
                  <c:v>33.049999999999997</c:v>
                </c:pt>
                <c:pt idx="16728">
                  <c:v>33.049999999999997</c:v>
                </c:pt>
                <c:pt idx="16729">
                  <c:v>33.049999999999997</c:v>
                </c:pt>
                <c:pt idx="16730">
                  <c:v>33.049999999999997</c:v>
                </c:pt>
                <c:pt idx="16731">
                  <c:v>33.049999999999997</c:v>
                </c:pt>
                <c:pt idx="16732">
                  <c:v>33.049999999999997</c:v>
                </c:pt>
                <c:pt idx="16733">
                  <c:v>33.049999999999997</c:v>
                </c:pt>
                <c:pt idx="16734">
                  <c:v>33.049999999999997</c:v>
                </c:pt>
                <c:pt idx="16735">
                  <c:v>33.049999999999997</c:v>
                </c:pt>
                <c:pt idx="16736">
                  <c:v>33.049999999999997</c:v>
                </c:pt>
                <c:pt idx="16737">
                  <c:v>33.049999999999997</c:v>
                </c:pt>
                <c:pt idx="16738">
                  <c:v>33.049999999999997</c:v>
                </c:pt>
                <c:pt idx="16739">
                  <c:v>33.049999999999997</c:v>
                </c:pt>
                <c:pt idx="16740">
                  <c:v>33.049999999999997</c:v>
                </c:pt>
                <c:pt idx="16741">
                  <c:v>33</c:v>
                </c:pt>
                <c:pt idx="16742">
                  <c:v>33</c:v>
                </c:pt>
                <c:pt idx="16743">
                  <c:v>33</c:v>
                </c:pt>
                <c:pt idx="16744">
                  <c:v>33</c:v>
                </c:pt>
                <c:pt idx="16745">
                  <c:v>33</c:v>
                </c:pt>
                <c:pt idx="16746">
                  <c:v>33</c:v>
                </c:pt>
                <c:pt idx="16747">
                  <c:v>33</c:v>
                </c:pt>
                <c:pt idx="16748">
                  <c:v>33</c:v>
                </c:pt>
                <c:pt idx="16749">
                  <c:v>33</c:v>
                </c:pt>
                <c:pt idx="16750">
                  <c:v>33</c:v>
                </c:pt>
                <c:pt idx="16751">
                  <c:v>33</c:v>
                </c:pt>
                <c:pt idx="16752">
                  <c:v>33</c:v>
                </c:pt>
                <c:pt idx="16753">
                  <c:v>33</c:v>
                </c:pt>
                <c:pt idx="16754">
                  <c:v>33</c:v>
                </c:pt>
                <c:pt idx="16755">
                  <c:v>33</c:v>
                </c:pt>
                <c:pt idx="16756">
                  <c:v>33</c:v>
                </c:pt>
                <c:pt idx="16757">
                  <c:v>33</c:v>
                </c:pt>
                <c:pt idx="16758">
                  <c:v>33</c:v>
                </c:pt>
                <c:pt idx="16759">
                  <c:v>33</c:v>
                </c:pt>
                <c:pt idx="16760">
                  <c:v>33</c:v>
                </c:pt>
                <c:pt idx="16761">
                  <c:v>33</c:v>
                </c:pt>
                <c:pt idx="16762">
                  <c:v>33</c:v>
                </c:pt>
                <c:pt idx="16763">
                  <c:v>33</c:v>
                </c:pt>
                <c:pt idx="16764">
                  <c:v>32.950000000000003</c:v>
                </c:pt>
                <c:pt idx="16765">
                  <c:v>33</c:v>
                </c:pt>
                <c:pt idx="16766">
                  <c:v>32.950000000000003</c:v>
                </c:pt>
                <c:pt idx="16767">
                  <c:v>32.950000000000003</c:v>
                </c:pt>
                <c:pt idx="16768">
                  <c:v>32.950000000000003</c:v>
                </c:pt>
                <c:pt idx="16769">
                  <c:v>32.950000000000003</c:v>
                </c:pt>
                <c:pt idx="16770">
                  <c:v>32.950000000000003</c:v>
                </c:pt>
                <c:pt idx="16771">
                  <c:v>32.950000000000003</c:v>
                </c:pt>
                <c:pt idx="16772">
                  <c:v>32.950000000000003</c:v>
                </c:pt>
                <c:pt idx="16773">
                  <c:v>32.950000000000003</c:v>
                </c:pt>
                <c:pt idx="16774">
                  <c:v>32.950000000000003</c:v>
                </c:pt>
                <c:pt idx="16775">
                  <c:v>32.950000000000003</c:v>
                </c:pt>
                <c:pt idx="16776">
                  <c:v>32.950000000000003</c:v>
                </c:pt>
                <c:pt idx="16777">
                  <c:v>32.950000000000003</c:v>
                </c:pt>
                <c:pt idx="16778">
                  <c:v>32.950000000000003</c:v>
                </c:pt>
                <c:pt idx="16779">
                  <c:v>32.950000000000003</c:v>
                </c:pt>
                <c:pt idx="16780">
                  <c:v>32.950000000000003</c:v>
                </c:pt>
                <c:pt idx="16781">
                  <c:v>32.950000000000003</c:v>
                </c:pt>
                <c:pt idx="16782">
                  <c:v>32.950000000000003</c:v>
                </c:pt>
                <c:pt idx="16783">
                  <c:v>32.950000000000003</c:v>
                </c:pt>
                <c:pt idx="16784">
                  <c:v>32.950000000000003</c:v>
                </c:pt>
                <c:pt idx="16785">
                  <c:v>32.9</c:v>
                </c:pt>
                <c:pt idx="16786">
                  <c:v>32.9</c:v>
                </c:pt>
                <c:pt idx="16787">
                  <c:v>32.9</c:v>
                </c:pt>
                <c:pt idx="16788">
                  <c:v>32.9</c:v>
                </c:pt>
                <c:pt idx="16789">
                  <c:v>32.9</c:v>
                </c:pt>
                <c:pt idx="16790">
                  <c:v>32.9</c:v>
                </c:pt>
                <c:pt idx="16791">
                  <c:v>32.9</c:v>
                </c:pt>
                <c:pt idx="16792">
                  <c:v>32.9</c:v>
                </c:pt>
                <c:pt idx="16793">
                  <c:v>32.9</c:v>
                </c:pt>
                <c:pt idx="16794">
                  <c:v>32.9</c:v>
                </c:pt>
                <c:pt idx="16795">
                  <c:v>32.9</c:v>
                </c:pt>
                <c:pt idx="16796">
                  <c:v>32.9</c:v>
                </c:pt>
                <c:pt idx="16797">
                  <c:v>32.9</c:v>
                </c:pt>
                <c:pt idx="16798">
                  <c:v>32.9</c:v>
                </c:pt>
                <c:pt idx="16799">
                  <c:v>32.9</c:v>
                </c:pt>
                <c:pt idx="16800">
                  <c:v>32.9</c:v>
                </c:pt>
                <c:pt idx="16801">
                  <c:v>32.9</c:v>
                </c:pt>
                <c:pt idx="16802">
                  <c:v>32.9</c:v>
                </c:pt>
                <c:pt idx="16803">
                  <c:v>32.9</c:v>
                </c:pt>
                <c:pt idx="16804">
                  <c:v>32.9</c:v>
                </c:pt>
                <c:pt idx="16805">
                  <c:v>32.9</c:v>
                </c:pt>
                <c:pt idx="16806">
                  <c:v>32.9</c:v>
                </c:pt>
                <c:pt idx="16807">
                  <c:v>32.85</c:v>
                </c:pt>
                <c:pt idx="16808">
                  <c:v>32.9</c:v>
                </c:pt>
                <c:pt idx="16809">
                  <c:v>32.85</c:v>
                </c:pt>
                <c:pt idx="16810">
                  <c:v>32.85</c:v>
                </c:pt>
                <c:pt idx="16811">
                  <c:v>32.85</c:v>
                </c:pt>
                <c:pt idx="16812">
                  <c:v>32.85</c:v>
                </c:pt>
                <c:pt idx="16813">
                  <c:v>32.85</c:v>
                </c:pt>
                <c:pt idx="16814">
                  <c:v>32.85</c:v>
                </c:pt>
                <c:pt idx="16815">
                  <c:v>32.85</c:v>
                </c:pt>
                <c:pt idx="16816">
                  <c:v>32.85</c:v>
                </c:pt>
                <c:pt idx="16817">
                  <c:v>32.85</c:v>
                </c:pt>
                <c:pt idx="16818">
                  <c:v>32.85</c:v>
                </c:pt>
                <c:pt idx="16819">
                  <c:v>32.85</c:v>
                </c:pt>
                <c:pt idx="16820">
                  <c:v>32.85</c:v>
                </c:pt>
                <c:pt idx="16821">
                  <c:v>32.799999999999997</c:v>
                </c:pt>
                <c:pt idx="16822">
                  <c:v>32.799999999999997</c:v>
                </c:pt>
                <c:pt idx="16823">
                  <c:v>32.799999999999997</c:v>
                </c:pt>
                <c:pt idx="16824">
                  <c:v>32.799999999999997</c:v>
                </c:pt>
                <c:pt idx="16825">
                  <c:v>32.799999999999997</c:v>
                </c:pt>
                <c:pt idx="16826">
                  <c:v>32.799999999999997</c:v>
                </c:pt>
                <c:pt idx="16827">
                  <c:v>32.799999999999997</c:v>
                </c:pt>
                <c:pt idx="16828">
                  <c:v>32.799999999999997</c:v>
                </c:pt>
                <c:pt idx="16829">
                  <c:v>32.799999999999997</c:v>
                </c:pt>
                <c:pt idx="16830">
                  <c:v>32.799999999999997</c:v>
                </c:pt>
                <c:pt idx="16831">
                  <c:v>32.799999999999997</c:v>
                </c:pt>
                <c:pt idx="16832">
                  <c:v>32.799999999999997</c:v>
                </c:pt>
                <c:pt idx="16833">
                  <c:v>32.799999999999997</c:v>
                </c:pt>
                <c:pt idx="16834">
                  <c:v>32.799999999999997</c:v>
                </c:pt>
                <c:pt idx="16835">
                  <c:v>32.799999999999997</c:v>
                </c:pt>
                <c:pt idx="16836">
                  <c:v>32.799999999999997</c:v>
                </c:pt>
                <c:pt idx="16837">
                  <c:v>32.799999999999997</c:v>
                </c:pt>
                <c:pt idx="16838">
                  <c:v>32.799999999999997</c:v>
                </c:pt>
                <c:pt idx="16839">
                  <c:v>32.799999999999997</c:v>
                </c:pt>
                <c:pt idx="16840">
                  <c:v>32.799999999999997</c:v>
                </c:pt>
                <c:pt idx="16841">
                  <c:v>32.799999999999997</c:v>
                </c:pt>
                <c:pt idx="16842">
                  <c:v>32.799999999999997</c:v>
                </c:pt>
                <c:pt idx="16843">
                  <c:v>32.799999999999997</c:v>
                </c:pt>
                <c:pt idx="16844">
                  <c:v>32.799999999999997</c:v>
                </c:pt>
                <c:pt idx="16845">
                  <c:v>32.75</c:v>
                </c:pt>
                <c:pt idx="16846">
                  <c:v>32.75</c:v>
                </c:pt>
                <c:pt idx="16847">
                  <c:v>32.75</c:v>
                </c:pt>
                <c:pt idx="16848">
                  <c:v>32.75</c:v>
                </c:pt>
                <c:pt idx="16849">
                  <c:v>32.75</c:v>
                </c:pt>
                <c:pt idx="16850">
                  <c:v>32.75</c:v>
                </c:pt>
                <c:pt idx="16851">
                  <c:v>32.75</c:v>
                </c:pt>
                <c:pt idx="16852">
                  <c:v>32.75</c:v>
                </c:pt>
                <c:pt idx="16853">
                  <c:v>32.75</c:v>
                </c:pt>
                <c:pt idx="16854">
                  <c:v>32.75</c:v>
                </c:pt>
                <c:pt idx="16855">
                  <c:v>32.75</c:v>
                </c:pt>
                <c:pt idx="16856">
                  <c:v>32.75</c:v>
                </c:pt>
                <c:pt idx="16857">
                  <c:v>32.700000000000003</c:v>
                </c:pt>
                <c:pt idx="16858">
                  <c:v>32.75</c:v>
                </c:pt>
                <c:pt idx="16859">
                  <c:v>32.75</c:v>
                </c:pt>
                <c:pt idx="16860">
                  <c:v>32.700000000000003</c:v>
                </c:pt>
                <c:pt idx="16861">
                  <c:v>32.700000000000003</c:v>
                </c:pt>
                <c:pt idx="16862">
                  <c:v>32.700000000000003</c:v>
                </c:pt>
                <c:pt idx="16863">
                  <c:v>32.700000000000003</c:v>
                </c:pt>
                <c:pt idx="16864">
                  <c:v>32.75</c:v>
                </c:pt>
                <c:pt idx="16865">
                  <c:v>32.700000000000003</c:v>
                </c:pt>
                <c:pt idx="16866">
                  <c:v>32.700000000000003</c:v>
                </c:pt>
                <c:pt idx="16867">
                  <c:v>32.700000000000003</c:v>
                </c:pt>
                <c:pt idx="16868">
                  <c:v>32.700000000000003</c:v>
                </c:pt>
                <c:pt idx="16869">
                  <c:v>32.700000000000003</c:v>
                </c:pt>
                <c:pt idx="16870">
                  <c:v>32.700000000000003</c:v>
                </c:pt>
                <c:pt idx="16871">
                  <c:v>32.700000000000003</c:v>
                </c:pt>
                <c:pt idx="16872">
                  <c:v>32.65</c:v>
                </c:pt>
                <c:pt idx="16873">
                  <c:v>32.65</c:v>
                </c:pt>
                <c:pt idx="16874">
                  <c:v>32.65</c:v>
                </c:pt>
                <c:pt idx="16875">
                  <c:v>32.65</c:v>
                </c:pt>
                <c:pt idx="16876">
                  <c:v>32.65</c:v>
                </c:pt>
                <c:pt idx="16877">
                  <c:v>32.65</c:v>
                </c:pt>
                <c:pt idx="16878">
                  <c:v>32.65</c:v>
                </c:pt>
                <c:pt idx="16879">
                  <c:v>32.700000000000003</c:v>
                </c:pt>
                <c:pt idx="16880">
                  <c:v>32.65</c:v>
                </c:pt>
                <c:pt idx="16881">
                  <c:v>32.65</c:v>
                </c:pt>
                <c:pt idx="16882">
                  <c:v>32.65</c:v>
                </c:pt>
                <c:pt idx="16883">
                  <c:v>32.65</c:v>
                </c:pt>
                <c:pt idx="16884">
                  <c:v>32.65</c:v>
                </c:pt>
                <c:pt idx="16885">
                  <c:v>32.65</c:v>
                </c:pt>
                <c:pt idx="16886">
                  <c:v>32.65</c:v>
                </c:pt>
                <c:pt idx="16887">
                  <c:v>32.65</c:v>
                </c:pt>
                <c:pt idx="16888">
                  <c:v>32.65</c:v>
                </c:pt>
                <c:pt idx="16889">
                  <c:v>32.65</c:v>
                </c:pt>
                <c:pt idx="16890">
                  <c:v>32.65</c:v>
                </c:pt>
                <c:pt idx="16891">
                  <c:v>32.65</c:v>
                </c:pt>
                <c:pt idx="16892">
                  <c:v>32.65</c:v>
                </c:pt>
                <c:pt idx="16893">
                  <c:v>32.65</c:v>
                </c:pt>
                <c:pt idx="16894">
                  <c:v>32.6</c:v>
                </c:pt>
                <c:pt idx="16895">
                  <c:v>32.6</c:v>
                </c:pt>
                <c:pt idx="16896">
                  <c:v>32.6</c:v>
                </c:pt>
                <c:pt idx="16897">
                  <c:v>32.6</c:v>
                </c:pt>
                <c:pt idx="16898">
                  <c:v>32.6</c:v>
                </c:pt>
                <c:pt idx="16899">
                  <c:v>32.6</c:v>
                </c:pt>
                <c:pt idx="16900">
                  <c:v>32.6</c:v>
                </c:pt>
                <c:pt idx="16901">
                  <c:v>32.6</c:v>
                </c:pt>
                <c:pt idx="16902">
                  <c:v>32.6</c:v>
                </c:pt>
                <c:pt idx="16903">
                  <c:v>32.6</c:v>
                </c:pt>
                <c:pt idx="16904">
                  <c:v>32.6</c:v>
                </c:pt>
                <c:pt idx="16905">
                  <c:v>32.6</c:v>
                </c:pt>
                <c:pt idx="16906">
                  <c:v>32.6</c:v>
                </c:pt>
                <c:pt idx="16907">
                  <c:v>32.6</c:v>
                </c:pt>
                <c:pt idx="16908">
                  <c:v>32.6</c:v>
                </c:pt>
                <c:pt idx="16909">
                  <c:v>32.549999999999997</c:v>
                </c:pt>
                <c:pt idx="16910">
                  <c:v>32.549999999999997</c:v>
                </c:pt>
                <c:pt idx="16911">
                  <c:v>32.549999999999997</c:v>
                </c:pt>
                <c:pt idx="16912">
                  <c:v>32.549999999999997</c:v>
                </c:pt>
                <c:pt idx="16913">
                  <c:v>32.549999999999997</c:v>
                </c:pt>
                <c:pt idx="16914">
                  <c:v>32.549999999999997</c:v>
                </c:pt>
                <c:pt idx="16915">
                  <c:v>32.549999999999997</c:v>
                </c:pt>
                <c:pt idx="16916">
                  <c:v>32.549999999999997</c:v>
                </c:pt>
                <c:pt idx="16917">
                  <c:v>32.549999999999997</c:v>
                </c:pt>
                <c:pt idx="16918">
                  <c:v>32.549999999999997</c:v>
                </c:pt>
                <c:pt idx="16919">
                  <c:v>32.549999999999997</c:v>
                </c:pt>
                <c:pt idx="16920">
                  <c:v>32.549999999999997</c:v>
                </c:pt>
                <c:pt idx="16921">
                  <c:v>32.549999999999997</c:v>
                </c:pt>
                <c:pt idx="16922">
                  <c:v>32.549999999999997</c:v>
                </c:pt>
                <c:pt idx="16923">
                  <c:v>32.549999999999997</c:v>
                </c:pt>
                <c:pt idx="16924">
                  <c:v>32.549999999999997</c:v>
                </c:pt>
                <c:pt idx="16925">
                  <c:v>32.549999999999997</c:v>
                </c:pt>
                <c:pt idx="16926">
                  <c:v>32.549999999999997</c:v>
                </c:pt>
                <c:pt idx="16927">
                  <c:v>32.5</c:v>
                </c:pt>
                <c:pt idx="16928">
                  <c:v>32.549999999999997</c:v>
                </c:pt>
                <c:pt idx="16929">
                  <c:v>32.5</c:v>
                </c:pt>
                <c:pt idx="16930">
                  <c:v>32.5</c:v>
                </c:pt>
                <c:pt idx="16931">
                  <c:v>32.5</c:v>
                </c:pt>
                <c:pt idx="16932">
                  <c:v>32.5</c:v>
                </c:pt>
                <c:pt idx="16933">
                  <c:v>32.5</c:v>
                </c:pt>
                <c:pt idx="16934">
                  <c:v>32.5</c:v>
                </c:pt>
                <c:pt idx="16935">
                  <c:v>32.5</c:v>
                </c:pt>
                <c:pt idx="16936">
                  <c:v>32.5</c:v>
                </c:pt>
                <c:pt idx="16937">
                  <c:v>32.5</c:v>
                </c:pt>
                <c:pt idx="16938">
                  <c:v>32.5</c:v>
                </c:pt>
                <c:pt idx="16939">
                  <c:v>32.5</c:v>
                </c:pt>
                <c:pt idx="16940">
                  <c:v>32.5</c:v>
                </c:pt>
                <c:pt idx="16941">
                  <c:v>32.5</c:v>
                </c:pt>
                <c:pt idx="16942">
                  <c:v>32.5</c:v>
                </c:pt>
                <c:pt idx="16943">
                  <c:v>32.5</c:v>
                </c:pt>
                <c:pt idx="16944">
                  <c:v>32.5</c:v>
                </c:pt>
                <c:pt idx="16945">
                  <c:v>32.5</c:v>
                </c:pt>
                <c:pt idx="16946">
                  <c:v>32.450000000000003</c:v>
                </c:pt>
                <c:pt idx="16947">
                  <c:v>32.450000000000003</c:v>
                </c:pt>
                <c:pt idx="16948">
                  <c:v>32.450000000000003</c:v>
                </c:pt>
                <c:pt idx="16949">
                  <c:v>32.450000000000003</c:v>
                </c:pt>
                <c:pt idx="16950">
                  <c:v>32.450000000000003</c:v>
                </c:pt>
                <c:pt idx="16951">
                  <c:v>32.450000000000003</c:v>
                </c:pt>
                <c:pt idx="16952">
                  <c:v>32.450000000000003</c:v>
                </c:pt>
                <c:pt idx="16953">
                  <c:v>32.450000000000003</c:v>
                </c:pt>
                <c:pt idx="16954">
                  <c:v>32.450000000000003</c:v>
                </c:pt>
                <c:pt idx="16955">
                  <c:v>32.450000000000003</c:v>
                </c:pt>
                <c:pt idx="16956">
                  <c:v>32.450000000000003</c:v>
                </c:pt>
                <c:pt idx="16957">
                  <c:v>32.450000000000003</c:v>
                </c:pt>
                <c:pt idx="16958">
                  <c:v>32.450000000000003</c:v>
                </c:pt>
                <c:pt idx="16959">
                  <c:v>32.450000000000003</c:v>
                </c:pt>
                <c:pt idx="16960">
                  <c:v>32.450000000000003</c:v>
                </c:pt>
                <c:pt idx="16961">
                  <c:v>32.450000000000003</c:v>
                </c:pt>
                <c:pt idx="16962">
                  <c:v>32.450000000000003</c:v>
                </c:pt>
                <c:pt idx="16963">
                  <c:v>32.450000000000003</c:v>
                </c:pt>
                <c:pt idx="16964">
                  <c:v>32.450000000000003</c:v>
                </c:pt>
                <c:pt idx="16965">
                  <c:v>32.450000000000003</c:v>
                </c:pt>
                <c:pt idx="16966">
                  <c:v>32.450000000000003</c:v>
                </c:pt>
                <c:pt idx="16967">
                  <c:v>32.450000000000003</c:v>
                </c:pt>
                <c:pt idx="16968">
                  <c:v>32.450000000000003</c:v>
                </c:pt>
                <c:pt idx="16969">
                  <c:v>32.450000000000003</c:v>
                </c:pt>
                <c:pt idx="16970">
                  <c:v>32.4</c:v>
                </c:pt>
                <c:pt idx="16971">
                  <c:v>32.4</c:v>
                </c:pt>
                <c:pt idx="16972">
                  <c:v>32.4</c:v>
                </c:pt>
                <c:pt idx="16973">
                  <c:v>32.4</c:v>
                </c:pt>
                <c:pt idx="16974">
                  <c:v>32.4</c:v>
                </c:pt>
                <c:pt idx="16975">
                  <c:v>32.4</c:v>
                </c:pt>
                <c:pt idx="16976">
                  <c:v>32.4</c:v>
                </c:pt>
                <c:pt idx="16977">
                  <c:v>32.4</c:v>
                </c:pt>
                <c:pt idx="16978">
                  <c:v>32.4</c:v>
                </c:pt>
                <c:pt idx="16979">
                  <c:v>32.4</c:v>
                </c:pt>
                <c:pt idx="16980">
                  <c:v>32.4</c:v>
                </c:pt>
                <c:pt idx="16981">
                  <c:v>32.4</c:v>
                </c:pt>
                <c:pt idx="16982">
                  <c:v>32.4</c:v>
                </c:pt>
                <c:pt idx="16983">
                  <c:v>32.4</c:v>
                </c:pt>
                <c:pt idx="16984">
                  <c:v>32.4</c:v>
                </c:pt>
                <c:pt idx="16985">
                  <c:v>32.35</c:v>
                </c:pt>
                <c:pt idx="16986">
                  <c:v>32.35</c:v>
                </c:pt>
                <c:pt idx="16987">
                  <c:v>32.35</c:v>
                </c:pt>
                <c:pt idx="16988">
                  <c:v>32.35</c:v>
                </c:pt>
                <c:pt idx="16989">
                  <c:v>32.35</c:v>
                </c:pt>
                <c:pt idx="16990">
                  <c:v>32.35</c:v>
                </c:pt>
                <c:pt idx="16991">
                  <c:v>32.35</c:v>
                </c:pt>
                <c:pt idx="16992">
                  <c:v>32.35</c:v>
                </c:pt>
                <c:pt idx="16993">
                  <c:v>32.35</c:v>
                </c:pt>
                <c:pt idx="16994">
                  <c:v>32.35</c:v>
                </c:pt>
                <c:pt idx="16995">
                  <c:v>32.35</c:v>
                </c:pt>
                <c:pt idx="16996">
                  <c:v>32.35</c:v>
                </c:pt>
                <c:pt idx="16997">
                  <c:v>32.35</c:v>
                </c:pt>
                <c:pt idx="16998">
                  <c:v>32.35</c:v>
                </c:pt>
                <c:pt idx="16999">
                  <c:v>32.35</c:v>
                </c:pt>
                <c:pt idx="17000">
                  <c:v>32.35</c:v>
                </c:pt>
                <c:pt idx="17001">
                  <c:v>32.35</c:v>
                </c:pt>
                <c:pt idx="17002">
                  <c:v>32.35</c:v>
                </c:pt>
                <c:pt idx="17003">
                  <c:v>32.35</c:v>
                </c:pt>
                <c:pt idx="17004">
                  <c:v>32.35</c:v>
                </c:pt>
                <c:pt idx="17005">
                  <c:v>32.35</c:v>
                </c:pt>
                <c:pt idx="17006">
                  <c:v>32.35</c:v>
                </c:pt>
                <c:pt idx="17007">
                  <c:v>32.35</c:v>
                </c:pt>
                <c:pt idx="17008">
                  <c:v>32.299999999999997</c:v>
                </c:pt>
                <c:pt idx="17009">
                  <c:v>32.299999999999997</c:v>
                </c:pt>
                <c:pt idx="17010">
                  <c:v>32.299999999999997</c:v>
                </c:pt>
                <c:pt idx="17011">
                  <c:v>32.299999999999997</c:v>
                </c:pt>
                <c:pt idx="17012">
                  <c:v>32.299999999999997</c:v>
                </c:pt>
                <c:pt idx="17013">
                  <c:v>32.299999999999997</c:v>
                </c:pt>
                <c:pt idx="17014">
                  <c:v>32.299999999999997</c:v>
                </c:pt>
                <c:pt idx="17015">
                  <c:v>32.299999999999997</c:v>
                </c:pt>
                <c:pt idx="17016">
                  <c:v>32.299999999999997</c:v>
                </c:pt>
                <c:pt idx="17017">
                  <c:v>32.299999999999997</c:v>
                </c:pt>
                <c:pt idx="17018">
                  <c:v>32.299999999999997</c:v>
                </c:pt>
                <c:pt idx="17019">
                  <c:v>32.299999999999997</c:v>
                </c:pt>
                <c:pt idx="17020">
                  <c:v>32.299999999999997</c:v>
                </c:pt>
                <c:pt idx="17021">
                  <c:v>32.299999999999997</c:v>
                </c:pt>
                <c:pt idx="17022">
                  <c:v>32.299999999999997</c:v>
                </c:pt>
                <c:pt idx="17023">
                  <c:v>32.299999999999997</c:v>
                </c:pt>
                <c:pt idx="17024">
                  <c:v>32.299999999999997</c:v>
                </c:pt>
                <c:pt idx="17025">
                  <c:v>32.299999999999997</c:v>
                </c:pt>
                <c:pt idx="17026">
                  <c:v>32.299999999999997</c:v>
                </c:pt>
                <c:pt idx="17027">
                  <c:v>32.299999999999997</c:v>
                </c:pt>
                <c:pt idx="17028">
                  <c:v>32.299999999999997</c:v>
                </c:pt>
                <c:pt idx="17029">
                  <c:v>32.299999999999997</c:v>
                </c:pt>
                <c:pt idx="17030">
                  <c:v>32.299999999999997</c:v>
                </c:pt>
                <c:pt idx="17031">
                  <c:v>32.299999999999997</c:v>
                </c:pt>
                <c:pt idx="17032">
                  <c:v>32.299999999999997</c:v>
                </c:pt>
                <c:pt idx="17033">
                  <c:v>32.299999999999997</c:v>
                </c:pt>
                <c:pt idx="17034">
                  <c:v>32.299999999999997</c:v>
                </c:pt>
                <c:pt idx="17035">
                  <c:v>32.299999999999997</c:v>
                </c:pt>
                <c:pt idx="17036">
                  <c:v>32.299999999999997</c:v>
                </c:pt>
                <c:pt idx="17037">
                  <c:v>32.299999999999997</c:v>
                </c:pt>
                <c:pt idx="17038">
                  <c:v>32.299999999999997</c:v>
                </c:pt>
                <c:pt idx="17039">
                  <c:v>32.299999999999997</c:v>
                </c:pt>
                <c:pt idx="17040">
                  <c:v>32.25</c:v>
                </c:pt>
                <c:pt idx="17041">
                  <c:v>32.25</c:v>
                </c:pt>
                <c:pt idx="17042">
                  <c:v>32.25</c:v>
                </c:pt>
                <c:pt idx="17043">
                  <c:v>32.25</c:v>
                </c:pt>
                <c:pt idx="17044">
                  <c:v>32.25</c:v>
                </c:pt>
                <c:pt idx="17045">
                  <c:v>32.25</c:v>
                </c:pt>
                <c:pt idx="17046">
                  <c:v>32.25</c:v>
                </c:pt>
                <c:pt idx="17047">
                  <c:v>32.25</c:v>
                </c:pt>
                <c:pt idx="17048">
                  <c:v>32.25</c:v>
                </c:pt>
                <c:pt idx="17049">
                  <c:v>32.25</c:v>
                </c:pt>
                <c:pt idx="17050">
                  <c:v>32.25</c:v>
                </c:pt>
                <c:pt idx="17051">
                  <c:v>32.25</c:v>
                </c:pt>
                <c:pt idx="17052">
                  <c:v>32.200000000000003</c:v>
                </c:pt>
                <c:pt idx="17053">
                  <c:v>32.200000000000003</c:v>
                </c:pt>
                <c:pt idx="17054">
                  <c:v>32.25</c:v>
                </c:pt>
                <c:pt idx="17055">
                  <c:v>32.200000000000003</c:v>
                </c:pt>
                <c:pt idx="17056">
                  <c:v>32.25</c:v>
                </c:pt>
                <c:pt idx="17057">
                  <c:v>32.200000000000003</c:v>
                </c:pt>
                <c:pt idx="17058">
                  <c:v>32.200000000000003</c:v>
                </c:pt>
                <c:pt idx="17059">
                  <c:v>32.200000000000003</c:v>
                </c:pt>
                <c:pt idx="17060">
                  <c:v>32.200000000000003</c:v>
                </c:pt>
                <c:pt idx="17061">
                  <c:v>32.200000000000003</c:v>
                </c:pt>
                <c:pt idx="17062">
                  <c:v>32.200000000000003</c:v>
                </c:pt>
                <c:pt idx="17063">
                  <c:v>32.200000000000003</c:v>
                </c:pt>
                <c:pt idx="17064">
                  <c:v>32.200000000000003</c:v>
                </c:pt>
                <c:pt idx="17065">
                  <c:v>32.200000000000003</c:v>
                </c:pt>
                <c:pt idx="17066">
                  <c:v>32.200000000000003</c:v>
                </c:pt>
                <c:pt idx="17067">
                  <c:v>32.200000000000003</c:v>
                </c:pt>
                <c:pt idx="17068">
                  <c:v>32.200000000000003</c:v>
                </c:pt>
                <c:pt idx="17069">
                  <c:v>32.200000000000003</c:v>
                </c:pt>
                <c:pt idx="17070">
                  <c:v>32.200000000000003</c:v>
                </c:pt>
                <c:pt idx="17071">
                  <c:v>32.200000000000003</c:v>
                </c:pt>
                <c:pt idx="17072">
                  <c:v>32.200000000000003</c:v>
                </c:pt>
                <c:pt idx="17073">
                  <c:v>32.200000000000003</c:v>
                </c:pt>
                <c:pt idx="17074">
                  <c:v>32.200000000000003</c:v>
                </c:pt>
                <c:pt idx="17075">
                  <c:v>32.200000000000003</c:v>
                </c:pt>
                <c:pt idx="17076">
                  <c:v>32.200000000000003</c:v>
                </c:pt>
                <c:pt idx="17077">
                  <c:v>32.200000000000003</c:v>
                </c:pt>
                <c:pt idx="17078">
                  <c:v>32.200000000000003</c:v>
                </c:pt>
                <c:pt idx="17079">
                  <c:v>32.15</c:v>
                </c:pt>
                <c:pt idx="17080">
                  <c:v>32.200000000000003</c:v>
                </c:pt>
                <c:pt idx="17081">
                  <c:v>32.15</c:v>
                </c:pt>
                <c:pt idx="17082">
                  <c:v>32.15</c:v>
                </c:pt>
                <c:pt idx="17083">
                  <c:v>32.15</c:v>
                </c:pt>
                <c:pt idx="17084">
                  <c:v>32.15</c:v>
                </c:pt>
                <c:pt idx="17085">
                  <c:v>32.15</c:v>
                </c:pt>
                <c:pt idx="17086">
                  <c:v>32.15</c:v>
                </c:pt>
                <c:pt idx="17087">
                  <c:v>32.15</c:v>
                </c:pt>
                <c:pt idx="17088">
                  <c:v>32.15</c:v>
                </c:pt>
                <c:pt idx="17089">
                  <c:v>32.15</c:v>
                </c:pt>
                <c:pt idx="17090">
                  <c:v>32.15</c:v>
                </c:pt>
                <c:pt idx="17091">
                  <c:v>32.15</c:v>
                </c:pt>
                <c:pt idx="17092">
                  <c:v>32.15</c:v>
                </c:pt>
                <c:pt idx="17093">
                  <c:v>32.15</c:v>
                </c:pt>
                <c:pt idx="17094">
                  <c:v>32.15</c:v>
                </c:pt>
                <c:pt idx="17095">
                  <c:v>32.15</c:v>
                </c:pt>
                <c:pt idx="17096">
                  <c:v>32.15</c:v>
                </c:pt>
                <c:pt idx="17097">
                  <c:v>32.15</c:v>
                </c:pt>
                <c:pt idx="17098">
                  <c:v>32.15</c:v>
                </c:pt>
                <c:pt idx="17099">
                  <c:v>32.1</c:v>
                </c:pt>
                <c:pt idx="17100">
                  <c:v>32.1</c:v>
                </c:pt>
                <c:pt idx="17101">
                  <c:v>32.1</c:v>
                </c:pt>
                <c:pt idx="17102">
                  <c:v>32.1</c:v>
                </c:pt>
                <c:pt idx="17103">
                  <c:v>32.1</c:v>
                </c:pt>
                <c:pt idx="17104">
                  <c:v>32.1</c:v>
                </c:pt>
                <c:pt idx="17105">
                  <c:v>32.1</c:v>
                </c:pt>
                <c:pt idx="17106">
                  <c:v>32.1</c:v>
                </c:pt>
                <c:pt idx="17107">
                  <c:v>32.1</c:v>
                </c:pt>
                <c:pt idx="17108">
                  <c:v>32.1</c:v>
                </c:pt>
                <c:pt idx="17109">
                  <c:v>32.1</c:v>
                </c:pt>
                <c:pt idx="17110">
                  <c:v>32.1</c:v>
                </c:pt>
                <c:pt idx="17111">
                  <c:v>32.1</c:v>
                </c:pt>
                <c:pt idx="17112">
                  <c:v>32.1</c:v>
                </c:pt>
                <c:pt idx="17113">
                  <c:v>32.1</c:v>
                </c:pt>
                <c:pt idx="17114">
                  <c:v>32.1</c:v>
                </c:pt>
                <c:pt idx="17115">
                  <c:v>32.1</c:v>
                </c:pt>
                <c:pt idx="17116">
                  <c:v>32.1</c:v>
                </c:pt>
                <c:pt idx="17117">
                  <c:v>32.049999999999997</c:v>
                </c:pt>
                <c:pt idx="17118">
                  <c:v>32.049999999999997</c:v>
                </c:pt>
                <c:pt idx="17119">
                  <c:v>32.049999999999997</c:v>
                </c:pt>
                <c:pt idx="17120">
                  <c:v>32.049999999999997</c:v>
                </c:pt>
                <c:pt idx="17121">
                  <c:v>32.049999999999997</c:v>
                </c:pt>
                <c:pt idx="17122">
                  <c:v>32.049999999999997</c:v>
                </c:pt>
                <c:pt idx="17123">
                  <c:v>32.049999999999997</c:v>
                </c:pt>
                <c:pt idx="17124">
                  <c:v>32.049999999999997</c:v>
                </c:pt>
                <c:pt idx="17125">
                  <c:v>32.049999999999997</c:v>
                </c:pt>
                <c:pt idx="17126">
                  <c:v>32.049999999999997</c:v>
                </c:pt>
                <c:pt idx="17127">
                  <c:v>32.049999999999997</c:v>
                </c:pt>
                <c:pt idx="17128">
                  <c:v>32.049999999999997</c:v>
                </c:pt>
                <c:pt idx="17129">
                  <c:v>32.049999999999997</c:v>
                </c:pt>
                <c:pt idx="17130">
                  <c:v>32.049999999999997</c:v>
                </c:pt>
                <c:pt idx="17131">
                  <c:v>32.049999999999997</c:v>
                </c:pt>
                <c:pt idx="17132">
                  <c:v>32.049999999999997</c:v>
                </c:pt>
                <c:pt idx="17133">
                  <c:v>32.049999999999997</c:v>
                </c:pt>
                <c:pt idx="17134">
                  <c:v>32.049999999999997</c:v>
                </c:pt>
                <c:pt idx="17135">
                  <c:v>32.049999999999997</c:v>
                </c:pt>
                <c:pt idx="17136">
                  <c:v>32.049999999999997</c:v>
                </c:pt>
                <c:pt idx="17137">
                  <c:v>32.049999999999997</c:v>
                </c:pt>
                <c:pt idx="17138">
                  <c:v>32.049999999999997</c:v>
                </c:pt>
                <c:pt idx="17139">
                  <c:v>32.049999999999997</c:v>
                </c:pt>
                <c:pt idx="17140">
                  <c:v>32.049999999999997</c:v>
                </c:pt>
                <c:pt idx="17141">
                  <c:v>32.049999999999997</c:v>
                </c:pt>
                <c:pt idx="17142">
                  <c:v>32</c:v>
                </c:pt>
                <c:pt idx="17143">
                  <c:v>32.049999999999997</c:v>
                </c:pt>
                <c:pt idx="17144">
                  <c:v>32</c:v>
                </c:pt>
                <c:pt idx="17145">
                  <c:v>32</c:v>
                </c:pt>
                <c:pt idx="17146">
                  <c:v>32</c:v>
                </c:pt>
                <c:pt idx="17147">
                  <c:v>32</c:v>
                </c:pt>
                <c:pt idx="17148">
                  <c:v>32</c:v>
                </c:pt>
                <c:pt idx="17149">
                  <c:v>32</c:v>
                </c:pt>
                <c:pt idx="17150">
                  <c:v>32</c:v>
                </c:pt>
                <c:pt idx="17151">
                  <c:v>32</c:v>
                </c:pt>
                <c:pt idx="17152">
                  <c:v>32</c:v>
                </c:pt>
                <c:pt idx="17153">
                  <c:v>32</c:v>
                </c:pt>
                <c:pt idx="17154">
                  <c:v>32</c:v>
                </c:pt>
                <c:pt idx="17155">
                  <c:v>32</c:v>
                </c:pt>
                <c:pt idx="17156">
                  <c:v>32</c:v>
                </c:pt>
                <c:pt idx="17157">
                  <c:v>32</c:v>
                </c:pt>
                <c:pt idx="17158">
                  <c:v>32</c:v>
                </c:pt>
                <c:pt idx="17159">
                  <c:v>32</c:v>
                </c:pt>
                <c:pt idx="17160">
                  <c:v>32</c:v>
                </c:pt>
                <c:pt idx="17161">
                  <c:v>31.95</c:v>
                </c:pt>
                <c:pt idx="17162">
                  <c:v>31.95</c:v>
                </c:pt>
                <c:pt idx="17163">
                  <c:v>31.95</c:v>
                </c:pt>
                <c:pt idx="17164">
                  <c:v>31.95</c:v>
                </c:pt>
                <c:pt idx="17165">
                  <c:v>31.95</c:v>
                </c:pt>
                <c:pt idx="17166">
                  <c:v>31.95</c:v>
                </c:pt>
                <c:pt idx="17167">
                  <c:v>31.95</c:v>
                </c:pt>
                <c:pt idx="17168">
                  <c:v>31.95</c:v>
                </c:pt>
                <c:pt idx="17169">
                  <c:v>31.95</c:v>
                </c:pt>
                <c:pt idx="17170">
                  <c:v>31.95</c:v>
                </c:pt>
                <c:pt idx="17171">
                  <c:v>31.95</c:v>
                </c:pt>
                <c:pt idx="17172">
                  <c:v>31.95</c:v>
                </c:pt>
                <c:pt idx="17173">
                  <c:v>31.95</c:v>
                </c:pt>
                <c:pt idx="17174">
                  <c:v>31.95</c:v>
                </c:pt>
                <c:pt idx="17175">
                  <c:v>31.95</c:v>
                </c:pt>
                <c:pt idx="17176">
                  <c:v>31.95</c:v>
                </c:pt>
                <c:pt idx="17177">
                  <c:v>31.95</c:v>
                </c:pt>
                <c:pt idx="17178">
                  <c:v>31.95</c:v>
                </c:pt>
                <c:pt idx="17179">
                  <c:v>31.9</c:v>
                </c:pt>
                <c:pt idx="17180">
                  <c:v>31.9</c:v>
                </c:pt>
                <c:pt idx="17181">
                  <c:v>31.9</c:v>
                </c:pt>
                <c:pt idx="17182">
                  <c:v>31.9</c:v>
                </c:pt>
                <c:pt idx="17183">
                  <c:v>31.9</c:v>
                </c:pt>
                <c:pt idx="17184">
                  <c:v>31.9</c:v>
                </c:pt>
                <c:pt idx="17185">
                  <c:v>31.9</c:v>
                </c:pt>
                <c:pt idx="17186">
                  <c:v>31.9</c:v>
                </c:pt>
                <c:pt idx="17187">
                  <c:v>31.9</c:v>
                </c:pt>
                <c:pt idx="17188">
                  <c:v>31.9</c:v>
                </c:pt>
                <c:pt idx="17189">
                  <c:v>31.9</c:v>
                </c:pt>
                <c:pt idx="17190">
                  <c:v>31.9</c:v>
                </c:pt>
                <c:pt idx="17191">
                  <c:v>31.9</c:v>
                </c:pt>
                <c:pt idx="17192">
                  <c:v>31.9</c:v>
                </c:pt>
                <c:pt idx="17193">
                  <c:v>31.9</c:v>
                </c:pt>
                <c:pt idx="17194">
                  <c:v>31.9</c:v>
                </c:pt>
                <c:pt idx="17195">
                  <c:v>31.9</c:v>
                </c:pt>
                <c:pt idx="17196">
                  <c:v>31.9</c:v>
                </c:pt>
                <c:pt idx="17197">
                  <c:v>31.9</c:v>
                </c:pt>
                <c:pt idx="17198">
                  <c:v>31.9</c:v>
                </c:pt>
                <c:pt idx="17199">
                  <c:v>31.9</c:v>
                </c:pt>
                <c:pt idx="17200">
                  <c:v>31.9</c:v>
                </c:pt>
                <c:pt idx="17201">
                  <c:v>31.9</c:v>
                </c:pt>
                <c:pt idx="17202">
                  <c:v>31.9</c:v>
                </c:pt>
                <c:pt idx="17203">
                  <c:v>31.85</c:v>
                </c:pt>
                <c:pt idx="17204">
                  <c:v>31.9</c:v>
                </c:pt>
                <c:pt idx="17205">
                  <c:v>31.85</c:v>
                </c:pt>
                <c:pt idx="17206">
                  <c:v>31.85</c:v>
                </c:pt>
                <c:pt idx="17207">
                  <c:v>31.85</c:v>
                </c:pt>
                <c:pt idx="17208">
                  <c:v>31.85</c:v>
                </c:pt>
                <c:pt idx="17209">
                  <c:v>31.85</c:v>
                </c:pt>
                <c:pt idx="17210">
                  <c:v>31.85</c:v>
                </c:pt>
                <c:pt idx="17211">
                  <c:v>31.85</c:v>
                </c:pt>
                <c:pt idx="17212">
                  <c:v>31.85</c:v>
                </c:pt>
                <c:pt idx="17213">
                  <c:v>31.85</c:v>
                </c:pt>
                <c:pt idx="17214">
                  <c:v>31.85</c:v>
                </c:pt>
                <c:pt idx="17215">
                  <c:v>31.85</c:v>
                </c:pt>
                <c:pt idx="17216">
                  <c:v>31.85</c:v>
                </c:pt>
                <c:pt idx="17217">
                  <c:v>31.85</c:v>
                </c:pt>
                <c:pt idx="17218">
                  <c:v>31.85</c:v>
                </c:pt>
                <c:pt idx="17219">
                  <c:v>31.85</c:v>
                </c:pt>
                <c:pt idx="17220">
                  <c:v>31.85</c:v>
                </c:pt>
                <c:pt idx="17221">
                  <c:v>31.85</c:v>
                </c:pt>
                <c:pt idx="17222">
                  <c:v>31.85</c:v>
                </c:pt>
                <c:pt idx="17223">
                  <c:v>31.85</c:v>
                </c:pt>
                <c:pt idx="17224">
                  <c:v>31.85</c:v>
                </c:pt>
                <c:pt idx="17225">
                  <c:v>31.85</c:v>
                </c:pt>
                <c:pt idx="17226">
                  <c:v>31.8</c:v>
                </c:pt>
                <c:pt idx="17227">
                  <c:v>31.85</c:v>
                </c:pt>
                <c:pt idx="17228">
                  <c:v>31.8</c:v>
                </c:pt>
                <c:pt idx="17229">
                  <c:v>31.85</c:v>
                </c:pt>
                <c:pt idx="17230">
                  <c:v>31.8</c:v>
                </c:pt>
                <c:pt idx="17231">
                  <c:v>31.8</c:v>
                </c:pt>
                <c:pt idx="17232">
                  <c:v>31.8</c:v>
                </c:pt>
                <c:pt idx="17233">
                  <c:v>31.8</c:v>
                </c:pt>
                <c:pt idx="17234">
                  <c:v>31.8</c:v>
                </c:pt>
                <c:pt idx="17235">
                  <c:v>31.8</c:v>
                </c:pt>
                <c:pt idx="17236">
                  <c:v>31.8</c:v>
                </c:pt>
                <c:pt idx="17237">
                  <c:v>31.8</c:v>
                </c:pt>
                <c:pt idx="17238">
                  <c:v>31.8</c:v>
                </c:pt>
                <c:pt idx="17239">
                  <c:v>31.8</c:v>
                </c:pt>
                <c:pt idx="17240">
                  <c:v>31.8</c:v>
                </c:pt>
                <c:pt idx="17241">
                  <c:v>31.8</c:v>
                </c:pt>
                <c:pt idx="17242">
                  <c:v>31.8</c:v>
                </c:pt>
                <c:pt idx="17243">
                  <c:v>31.8</c:v>
                </c:pt>
                <c:pt idx="17244">
                  <c:v>31.8</c:v>
                </c:pt>
                <c:pt idx="17245">
                  <c:v>31.8</c:v>
                </c:pt>
                <c:pt idx="17246">
                  <c:v>31.8</c:v>
                </c:pt>
                <c:pt idx="17247">
                  <c:v>31.75</c:v>
                </c:pt>
                <c:pt idx="17248">
                  <c:v>31.75</c:v>
                </c:pt>
                <c:pt idx="17249">
                  <c:v>31.75</c:v>
                </c:pt>
                <c:pt idx="17250">
                  <c:v>31.75</c:v>
                </c:pt>
                <c:pt idx="17251">
                  <c:v>31.75</c:v>
                </c:pt>
                <c:pt idx="17252">
                  <c:v>31.75</c:v>
                </c:pt>
                <c:pt idx="17253">
                  <c:v>31.75</c:v>
                </c:pt>
                <c:pt idx="17254">
                  <c:v>31.75</c:v>
                </c:pt>
                <c:pt idx="17255">
                  <c:v>31.75</c:v>
                </c:pt>
                <c:pt idx="17256">
                  <c:v>31.75</c:v>
                </c:pt>
                <c:pt idx="17257">
                  <c:v>31.75</c:v>
                </c:pt>
                <c:pt idx="17258">
                  <c:v>31.75</c:v>
                </c:pt>
                <c:pt idx="17259">
                  <c:v>31.75</c:v>
                </c:pt>
                <c:pt idx="17260">
                  <c:v>31.75</c:v>
                </c:pt>
                <c:pt idx="17261">
                  <c:v>31.75</c:v>
                </c:pt>
                <c:pt idx="17262">
                  <c:v>31.75</c:v>
                </c:pt>
                <c:pt idx="17263">
                  <c:v>31.75</c:v>
                </c:pt>
                <c:pt idx="17264">
                  <c:v>31.75</c:v>
                </c:pt>
                <c:pt idx="17265">
                  <c:v>31.75</c:v>
                </c:pt>
                <c:pt idx="17266">
                  <c:v>31.75</c:v>
                </c:pt>
                <c:pt idx="17267">
                  <c:v>31.75</c:v>
                </c:pt>
                <c:pt idx="17268">
                  <c:v>31.75</c:v>
                </c:pt>
                <c:pt idx="17269">
                  <c:v>31.75</c:v>
                </c:pt>
                <c:pt idx="17270">
                  <c:v>31.75</c:v>
                </c:pt>
                <c:pt idx="17271">
                  <c:v>31.7</c:v>
                </c:pt>
                <c:pt idx="17272">
                  <c:v>31.7</c:v>
                </c:pt>
                <c:pt idx="17273">
                  <c:v>31.7</c:v>
                </c:pt>
                <c:pt idx="17274">
                  <c:v>31.7</c:v>
                </c:pt>
                <c:pt idx="17275">
                  <c:v>31.7</c:v>
                </c:pt>
                <c:pt idx="17276">
                  <c:v>31.7</c:v>
                </c:pt>
                <c:pt idx="17277">
                  <c:v>31.7</c:v>
                </c:pt>
                <c:pt idx="17278">
                  <c:v>31.7</c:v>
                </c:pt>
                <c:pt idx="17279">
                  <c:v>31.7</c:v>
                </c:pt>
                <c:pt idx="17280">
                  <c:v>31.7</c:v>
                </c:pt>
                <c:pt idx="17281">
                  <c:v>31.7</c:v>
                </c:pt>
                <c:pt idx="17282">
                  <c:v>31.7</c:v>
                </c:pt>
                <c:pt idx="17283">
                  <c:v>31.7</c:v>
                </c:pt>
                <c:pt idx="17284">
                  <c:v>31.7</c:v>
                </c:pt>
                <c:pt idx="17285">
                  <c:v>31.7</c:v>
                </c:pt>
                <c:pt idx="17286">
                  <c:v>31.7</c:v>
                </c:pt>
                <c:pt idx="17287">
                  <c:v>31.7</c:v>
                </c:pt>
                <c:pt idx="17288">
                  <c:v>31.7</c:v>
                </c:pt>
                <c:pt idx="17289">
                  <c:v>31.7</c:v>
                </c:pt>
                <c:pt idx="17290">
                  <c:v>31.7</c:v>
                </c:pt>
                <c:pt idx="17291">
                  <c:v>31.7</c:v>
                </c:pt>
                <c:pt idx="17292">
                  <c:v>31.7</c:v>
                </c:pt>
                <c:pt idx="17293">
                  <c:v>31.7</c:v>
                </c:pt>
                <c:pt idx="17294">
                  <c:v>31.7</c:v>
                </c:pt>
                <c:pt idx="17295">
                  <c:v>31.65</c:v>
                </c:pt>
                <c:pt idx="17296">
                  <c:v>31.65</c:v>
                </c:pt>
                <c:pt idx="17297">
                  <c:v>31.65</c:v>
                </c:pt>
                <c:pt idx="17298">
                  <c:v>31.65</c:v>
                </c:pt>
                <c:pt idx="17299">
                  <c:v>31.65</c:v>
                </c:pt>
                <c:pt idx="17300">
                  <c:v>31.65</c:v>
                </c:pt>
                <c:pt idx="17301">
                  <c:v>31.65</c:v>
                </c:pt>
                <c:pt idx="17302">
                  <c:v>31.65</c:v>
                </c:pt>
                <c:pt idx="17303">
                  <c:v>31.65</c:v>
                </c:pt>
                <c:pt idx="17304">
                  <c:v>31.65</c:v>
                </c:pt>
                <c:pt idx="17305">
                  <c:v>31.65</c:v>
                </c:pt>
                <c:pt idx="17306">
                  <c:v>31.65</c:v>
                </c:pt>
                <c:pt idx="17307">
                  <c:v>31.65</c:v>
                </c:pt>
                <c:pt idx="17308">
                  <c:v>31.65</c:v>
                </c:pt>
                <c:pt idx="17309">
                  <c:v>31.65</c:v>
                </c:pt>
                <c:pt idx="17310">
                  <c:v>31.65</c:v>
                </c:pt>
                <c:pt idx="17311">
                  <c:v>31.65</c:v>
                </c:pt>
                <c:pt idx="17312">
                  <c:v>31.65</c:v>
                </c:pt>
                <c:pt idx="17313">
                  <c:v>31.65</c:v>
                </c:pt>
                <c:pt idx="17314">
                  <c:v>31.65</c:v>
                </c:pt>
                <c:pt idx="17315">
                  <c:v>31.65</c:v>
                </c:pt>
                <c:pt idx="17316">
                  <c:v>31.65</c:v>
                </c:pt>
                <c:pt idx="17317">
                  <c:v>31.65</c:v>
                </c:pt>
                <c:pt idx="17318">
                  <c:v>31.6</c:v>
                </c:pt>
                <c:pt idx="17319">
                  <c:v>31.6</c:v>
                </c:pt>
                <c:pt idx="17320">
                  <c:v>31.6</c:v>
                </c:pt>
                <c:pt idx="17321">
                  <c:v>31.6</c:v>
                </c:pt>
                <c:pt idx="17322">
                  <c:v>31.6</c:v>
                </c:pt>
                <c:pt idx="17323">
                  <c:v>31.6</c:v>
                </c:pt>
                <c:pt idx="17324">
                  <c:v>31.6</c:v>
                </c:pt>
                <c:pt idx="17325">
                  <c:v>31.6</c:v>
                </c:pt>
                <c:pt idx="17326">
                  <c:v>31.6</c:v>
                </c:pt>
                <c:pt idx="17327">
                  <c:v>31.6</c:v>
                </c:pt>
                <c:pt idx="17328">
                  <c:v>31.6</c:v>
                </c:pt>
                <c:pt idx="17329">
                  <c:v>31.6</c:v>
                </c:pt>
                <c:pt idx="17330">
                  <c:v>31.6</c:v>
                </c:pt>
                <c:pt idx="17331">
                  <c:v>31.6</c:v>
                </c:pt>
                <c:pt idx="17332">
                  <c:v>31.6</c:v>
                </c:pt>
                <c:pt idx="17333">
                  <c:v>31.55</c:v>
                </c:pt>
                <c:pt idx="17334">
                  <c:v>31.55</c:v>
                </c:pt>
                <c:pt idx="17335">
                  <c:v>31.55</c:v>
                </c:pt>
                <c:pt idx="17336">
                  <c:v>31.6</c:v>
                </c:pt>
                <c:pt idx="17337">
                  <c:v>31.55</c:v>
                </c:pt>
                <c:pt idx="17338">
                  <c:v>31.55</c:v>
                </c:pt>
                <c:pt idx="17339">
                  <c:v>31.55</c:v>
                </c:pt>
                <c:pt idx="17340">
                  <c:v>31.55</c:v>
                </c:pt>
                <c:pt idx="17341">
                  <c:v>31.55</c:v>
                </c:pt>
                <c:pt idx="17342">
                  <c:v>31.55</c:v>
                </c:pt>
                <c:pt idx="17343">
                  <c:v>31.55</c:v>
                </c:pt>
                <c:pt idx="17344">
                  <c:v>31.55</c:v>
                </c:pt>
                <c:pt idx="17345">
                  <c:v>31.55</c:v>
                </c:pt>
                <c:pt idx="17346">
                  <c:v>31.55</c:v>
                </c:pt>
                <c:pt idx="17347">
                  <c:v>31.55</c:v>
                </c:pt>
                <c:pt idx="17348">
                  <c:v>31.55</c:v>
                </c:pt>
                <c:pt idx="17349">
                  <c:v>31.55</c:v>
                </c:pt>
                <c:pt idx="17350">
                  <c:v>31.55</c:v>
                </c:pt>
                <c:pt idx="17351">
                  <c:v>31.55</c:v>
                </c:pt>
                <c:pt idx="17352">
                  <c:v>31.55</c:v>
                </c:pt>
                <c:pt idx="17353">
                  <c:v>31.55</c:v>
                </c:pt>
                <c:pt idx="17354">
                  <c:v>31.55</c:v>
                </c:pt>
                <c:pt idx="17355">
                  <c:v>31.55</c:v>
                </c:pt>
                <c:pt idx="17356">
                  <c:v>31.55</c:v>
                </c:pt>
                <c:pt idx="17357">
                  <c:v>31.55</c:v>
                </c:pt>
                <c:pt idx="17358">
                  <c:v>31.5</c:v>
                </c:pt>
                <c:pt idx="17359">
                  <c:v>31.5</c:v>
                </c:pt>
                <c:pt idx="17360">
                  <c:v>31.5</c:v>
                </c:pt>
                <c:pt idx="17361">
                  <c:v>31.5</c:v>
                </c:pt>
                <c:pt idx="17362">
                  <c:v>31.5</c:v>
                </c:pt>
                <c:pt idx="17363">
                  <c:v>31.5</c:v>
                </c:pt>
                <c:pt idx="17364">
                  <c:v>31.5</c:v>
                </c:pt>
                <c:pt idx="17365">
                  <c:v>31.5</c:v>
                </c:pt>
                <c:pt idx="17366">
                  <c:v>31.5</c:v>
                </c:pt>
                <c:pt idx="17367">
                  <c:v>31.5</c:v>
                </c:pt>
                <c:pt idx="17368">
                  <c:v>31.5</c:v>
                </c:pt>
                <c:pt idx="17369">
                  <c:v>31.5</c:v>
                </c:pt>
                <c:pt idx="17370">
                  <c:v>31.5</c:v>
                </c:pt>
                <c:pt idx="17371">
                  <c:v>31.5</c:v>
                </c:pt>
                <c:pt idx="17372">
                  <c:v>31.5</c:v>
                </c:pt>
                <c:pt idx="17373">
                  <c:v>31.5</c:v>
                </c:pt>
                <c:pt idx="17374">
                  <c:v>31.5</c:v>
                </c:pt>
                <c:pt idx="17375">
                  <c:v>31.5</c:v>
                </c:pt>
                <c:pt idx="17376">
                  <c:v>31.5</c:v>
                </c:pt>
                <c:pt idx="17377">
                  <c:v>31.5</c:v>
                </c:pt>
                <c:pt idx="17378">
                  <c:v>31.5</c:v>
                </c:pt>
                <c:pt idx="17379">
                  <c:v>31.5</c:v>
                </c:pt>
                <c:pt idx="17380">
                  <c:v>31.5</c:v>
                </c:pt>
                <c:pt idx="17381">
                  <c:v>31.5</c:v>
                </c:pt>
                <c:pt idx="17382">
                  <c:v>31.5</c:v>
                </c:pt>
                <c:pt idx="17383">
                  <c:v>31.5</c:v>
                </c:pt>
                <c:pt idx="17384">
                  <c:v>31.5</c:v>
                </c:pt>
                <c:pt idx="17385">
                  <c:v>31.5</c:v>
                </c:pt>
                <c:pt idx="17386">
                  <c:v>31.5</c:v>
                </c:pt>
                <c:pt idx="17387">
                  <c:v>31.5</c:v>
                </c:pt>
                <c:pt idx="17388">
                  <c:v>31.5</c:v>
                </c:pt>
                <c:pt idx="17389">
                  <c:v>31.5</c:v>
                </c:pt>
                <c:pt idx="17390">
                  <c:v>31.5</c:v>
                </c:pt>
                <c:pt idx="17391">
                  <c:v>31.5</c:v>
                </c:pt>
                <c:pt idx="17392">
                  <c:v>31.45</c:v>
                </c:pt>
                <c:pt idx="17393">
                  <c:v>31.45</c:v>
                </c:pt>
                <c:pt idx="17394">
                  <c:v>31.45</c:v>
                </c:pt>
                <c:pt idx="17395">
                  <c:v>31.45</c:v>
                </c:pt>
                <c:pt idx="17396">
                  <c:v>31.45</c:v>
                </c:pt>
                <c:pt idx="17397">
                  <c:v>31.45</c:v>
                </c:pt>
                <c:pt idx="17398">
                  <c:v>31.45</c:v>
                </c:pt>
                <c:pt idx="17399">
                  <c:v>31.45</c:v>
                </c:pt>
                <c:pt idx="17400">
                  <c:v>31.45</c:v>
                </c:pt>
                <c:pt idx="17401">
                  <c:v>31.45</c:v>
                </c:pt>
                <c:pt idx="17402">
                  <c:v>31.45</c:v>
                </c:pt>
                <c:pt idx="17403">
                  <c:v>31.45</c:v>
                </c:pt>
                <c:pt idx="17404">
                  <c:v>31.45</c:v>
                </c:pt>
                <c:pt idx="17405">
                  <c:v>31.45</c:v>
                </c:pt>
                <c:pt idx="17406">
                  <c:v>31.45</c:v>
                </c:pt>
                <c:pt idx="17407">
                  <c:v>31.45</c:v>
                </c:pt>
                <c:pt idx="17408">
                  <c:v>31.45</c:v>
                </c:pt>
                <c:pt idx="17409">
                  <c:v>31.45</c:v>
                </c:pt>
                <c:pt idx="17410">
                  <c:v>31.45</c:v>
                </c:pt>
                <c:pt idx="17411">
                  <c:v>31.45</c:v>
                </c:pt>
                <c:pt idx="17412">
                  <c:v>31.45</c:v>
                </c:pt>
                <c:pt idx="17413">
                  <c:v>31.45</c:v>
                </c:pt>
                <c:pt idx="17414">
                  <c:v>31.45</c:v>
                </c:pt>
                <c:pt idx="17415">
                  <c:v>31.45</c:v>
                </c:pt>
                <c:pt idx="17416">
                  <c:v>31.45</c:v>
                </c:pt>
                <c:pt idx="17417">
                  <c:v>31.4</c:v>
                </c:pt>
                <c:pt idx="17418">
                  <c:v>31.45</c:v>
                </c:pt>
                <c:pt idx="17419">
                  <c:v>31.4</c:v>
                </c:pt>
                <c:pt idx="17420">
                  <c:v>31.4</c:v>
                </c:pt>
                <c:pt idx="17421">
                  <c:v>31.4</c:v>
                </c:pt>
                <c:pt idx="17422">
                  <c:v>31.4</c:v>
                </c:pt>
                <c:pt idx="17423">
                  <c:v>31.4</c:v>
                </c:pt>
                <c:pt idx="17424">
                  <c:v>31.4</c:v>
                </c:pt>
                <c:pt idx="17425">
                  <c:v>31.4</c:v>
                </c:pt>
                <c:pt idx="17426">
                  <c:v>31.4</c:v>
                </c:pt>
                <c:pt idx="17427">
                  <c:v>31.4</c:v>
                </c:pt>
                <c:pt idx="17428">
                  <c:v>31.4</c:v>
                </c:pt>
                <c:pt idx="17429">
                  <c:v>31.4</c:v>
                </c:pt>
                <c:pt idx="17430">
                  <c:v>31.4</c:v>
                </c:pt>
                <c:pt idx="17431">
                  <c:v>31.4</c:v>
                </c:pt>
                <c:pt idx="17432">
                  <c:v>31.4</c:v>
                </c:pt>
                <c:pt idx="17433">
                  <c:v>31.4</c:v>
                </c:pt>
                <c:pt idx="17434">
                  <c:v>31.4</c:v>
                </c:pt>
                <c:pt idx="17435">
                  <c:v>31.4</c:v>
                </c:pt>
                <c:pt idx="17436">
                  <c:v>31.4</c:v>
                </c:pt>
                <c:pt idx="17437">
                  <c:v>31.4</c:v>
                </c:pt>
                <c:pt idx="17438">
                  <c:v>31.4</c:v>
                </c:pt>
                <c:pt idx="17439">
                  <c:v>31.4</c:v>
                </c:pt>
                <c:pt idx="17440">
                  <c:v>31.4</c:v>
                </c:pt>
                <c:pt idx="17441">
                  <c:v>31.4</c:v>
                </c:pt>
                <c:pt idx="17442">
                  <c:v>31.4</c:v>
                </c:pt>
                <c:pt idx="17443">
                  <c:v>31.4</c:v>
                </c:pt>
                <c:pt idx="17444">
                  <c:v>31.4</c:v>
                </c:pt>
                <c:pt idx="17445">
                  <c:v>31.4</c:v>
                </c:pt>
                <c:pt idx="17446">
                  <c:v>31.35</c:v>
                </c:pt>
                <c:pt idx="17447">
                  <c:v>31.4</c:v>
                </c:pt>
                <c:pt idx="17448">
                  <c:v>31.35</c:v>
                </c:pt>
                <c:pt idx="17449">
                  <c:v>31.35</c:v>
                </c:pt>
                <c:pt idx="17450">
                  <c:v>31.35</c:v>
                </c:pt>
                <c:pt idx="17451">
                  <c:v>31.35</c:v>
                </c:pt>
                <c:pt idx="17452">
                  <c:v>31.35</c:v>
                </c:pt>
                <c:pt idx="17453">
                  <c:v>31.35</c:v>
                </c:pt>
                <c:pt idx="17454">
                  <c:v>31.35</c:v>
                </c:pt>
                <c:pt idx="17455">
                  <c:v>31.35</c:v>
                </c:pt>
                <c:pt idx="17456">
                  <c:v>31.35</c:v>
                </c:pt>
                <c:pt idx="17457">
                  <c:v>31.35</c:v>
                </c:pt>
                <c:pt idx="17458">
                  <c:v>31.35</c:v>
                </c:pt>
                <c:pt idx="17459">
                  <c:v>31.35</c:v>
                </c:pt>
                <c:pt idx="17460">
                  <c:v>31.35</c:v>
                </c:pt>
                <c:pt idx="17461">
                  <c:v>31.35</c:v>
                </c:pt>
                <c:pt idx="17462">
                  <c:v>31.35</c:v>
                </c:pt>
                <c:pt idx="17463">
                  <c:v>31.35</c:v>
                </c:pt>
                <c:pt idx="17464">
                  <c:v>31.35</c:v>
                </c:pt>
                <c:pt idx="17465">
                  <c:v>31.35</c:v>
                </c:pt>
                <c:pt idx="17466">
                  <c:v>31.35</c:v>
                </c:pt>
                <c:pt idx="17467">
                  <c:v>31.35</c:v>
                </c:pt>
                <c:pt idx="17468">
                  <c:v>31.35</c:v>
                </c:pt>
                <c:pt idx="17469">
                  <c:v>31.35</c:v>
                </c:pt>
                <c:pt idx="17470">
                  <c:v>31.35</c:v>
                </c:pt>
                <c:pt idx="17471">
                  <c:v>31.35</c:v>
                </c:pt>
                <c:pt idx="17472">
                  <c:v>31.35</c:v>
                </c:pt>
                <c:pt idx="17473">
                  <c:v>31.3</c:v>
                </c:pt>
                <c:pt idx="17474">
                  <c:v>31.3</c:v>
                </c:pt>
                <c:pt idx="17475">
                  <c:v>31.3</c:v>
                </c:pt>
                <c:pt idx="17476">
                  <c:v>31.3</c:v>
                </c:pt>
                <c:pt idx="17477">
                  <c:v>31.3</c:v>
                </c:pt>
                <c:pt idx="17478">
                  <c:v>31.3</c:v>
                </c:pt>
                <c:pt idx="17479">
                  <c:v>31.3</c:v>
                </c:pt>
                <c:pt idx="17480">
                  <c:v>31.3</c:v>
                </c:pt>
                <c:pt idx="17481">
                  <c:v>31.3</c:v>
                </c:pt>
                <c:pt idx="17482">
                  <c:v>31.3</c:v>
                </c:pt>
                <c:pt idx="17483">
                  <c:v>31.3</c:v>
                </c:pt>
                <c:pt idx="17484">
                  <c:v>31.3</c:v>
                </c:pt>
                <c:pt idx="17485">
                  <c:v>31.3</c:v>
                </c:pt>
                <c:pt idx="17486">
                  <c:v>31.3</c:v>
                </c:pt>
                <c:pt idx="17487">
                  <c:v>31.3</c:v>
                </c:pt>
                <c:pt idx="17488">
                  <c:v>31.3</c:v>
                </c:pt>
                <c:pt idx="17489">
                  <c:v>31.3</c:v>
                </c:pt>
                <c:pt idx="17490">
                  <c:v>31.3</c:v>
                </c:pt>
                <c:pt idx="17491">
                  <c:v>31.3</c:v>
                </c:pt>
                <c:pt idx="17492">
                  <c:v>31.3</c:v>
                </c:pt>
                <c:pt idx="17493">
                  <c:v>31.3</c:v>
                </c:pt>
                <c:pt idx="17494">
                  <c:v>31.25</c:v>
                </c:pt>
                <c:pt idx="17495">
                  <c:v>31.3</c:v>
                </c:pt>
                <c:pt idx="17496">
                  <c:v>31.25</c:v>
                </c:pt>
                <c:pt idx="17497">
                  <c:v>31.25</c:v>
                </c:pt>
                <c:pt idx="17498">
                  <c:v>31.25</c:v>
                </c:pt>
                <c:pt idx="17499">
                  <c:v>31.25</c:v>
                </c:pt>
                <c:pt idx="17500">
                  <c:v>31.25</c:v>
                </c:pt>
                <c:pt idx="17501">
                  <c:v>31.25</c:v>
                </c:pt>
                <c:pt idx="17502">
                  <c:v>31.25</c:v>
                </c:pt>
                <c:pt idx="17503">
                  <c:v>31.25</c:v>
                </c:pt>
                <c:pt idx="17504">
                  <c:v>31.25</c:v>
                </c:pt>
                <c:pt idx="17505">
                  <c:v>31.25</c:v>
                </c:pt>
                <c:pt idx="17506">
                  <c:v>31.25</c:v>
                </c:pt>
                <c:pt idx="17507">
                  <c:v>31.25</c:v>
                </c:pt>
                <c:pt idx="17508">
                  <c:v>31.25</c:v>
                </c:pt>
                <c:pt idx="17509">
                  <c:v>31.25</c:v>
                </c:pt>
                <c:pt idx="17510">
                  <c:v>31.25</c:v>
                </c:pt>
                <c:pt idx="17511">
                  <c:v>31.25</c:v>
                </c:pt>
                <c:pt idx="17512">
                  <c:v>31.25</c:v>
                </c:pt>
                <c:pt idx="17513">
                  <c:v>31.25</c:v>
                </c:pt>
                <c:pt idx="17514">
                  <c:v>31.25</c:v>
                </c:pt>
                <c:pt idx="17515">
                  <c:v>31.25</c:v>
                </c:pt>
                <c:pt idx="17516">
                  <c:v>31.2</c:v>
                </c:pt>
                <c:pt idx="17517">
                  <c:v>31.2</c:v>
                </c:pt>
                <c:pt idx="17518">
                  <c:v>31.2</c:v>
                </c:pt>
                <c:pt idx="17519">
                  <c:v>31.2</c:v>
                </c:pt>
                <c:pt idx="17520">
                  <c:v>31.2</c:v>
                </c:pt>
                <c:pt idx="17521">
                  <c:v>31.2</c:v>
                </c:pt>
                <c:pt idx="17522">
                  <c:v>31.2</c:v>
                </c:pt>
                <c:pt idx="17523">
                  <c:v>31.2</c:v>
                </c:pt>
                <c:pt idx="17524">
                  <c:v>31.2</c:v>
                </c:pt>
                <c:pt idx="17525">
                  <c:v>31.2</c:v>
                </c:pt>
                <c:pt idx="17526">
                  <c:v>31.2</c:v>
                </c:pt>
                <c:pt idx="17527">
                  <c:v>31.2</c:v>
                </c:pt>
                <c:pt idx="17528">
                  <c:v>31.2</c:v>
                </c:pt>
                <c:pt idx="17529">
                  <c:v>31.2</c:v>
                </c:pt>
                <c:pt idx="17530">
                  <c:v>31.2</c:v>
                </c:pt>
                <c:pt idx="17531">
                  <c:v>31.2</c:v>
                </c:pt>
                <c:pt idx="17532">
                  <c:v>31.2</c:v>
                </c:pt>
                <c:pt idx="17533">
                  <c:v>31.2</c:v>
                </c:pt>
                <c:pt idx="17534">
                  <c:v>31.2</c:v>
                </c:pt>
                <c:pt idx="17535">
                  <c:v>31.2</c:v>
                </c:pt>
                <c:pt idx="17536">
                  <c:v>31.2</c:v>
                </c:pt>
                <c:pt idx="17537">
                  <c:v>31.2</c:v>
                </c:pt>
                <c:pt idx="17538">
                  <c:v>31.15</c:v>
                </c:pt>
                <c:pt idx="17539">
                  <c:v>31.2</c:v>
                </c:pt>
                <c:pt idx="17540">
                  <c:v>31.15</c:v>
                </c:pt>
                <c:pt idx="17541">
                  <c:v>31.15</c:v>
                </c:pt>
                <c:pt idx="17542">
                  <c:v>31.2</c:v>
                </c:pt>
                <c:pt idx="17543">
                  <c:v>31.15</c:v>
                </c:pt>
                <c:pt idx="17544">
                  <c:v>31.2</c:v>
                </c:pt>
                <c:pt idx="17545">
                  <c:v>31.2</c:v>
                </c:pt>
                <c:pt idx="17546">
                  <c:v>31.2</c:v>
                </c:pt>
                <c:pt idx="17547">
                  <c:v>31.15</c:v>
                </c:pt>
                <c:pt idx="17548">
                  <c:v>31.15</c:v>
                </c:pt>
                <c:pt idx="17549">
                  <c:v>31.15</c:v>
                </c:pt>
                <c:pt idx="17550">
                  <c:v>31.15</c:v>
                </c:pt>
                <c:pt idx="17551">
                  <c:v>31.15</c:v>
                </c:pt>
                <c:pt idx="17552">
                  <c:v>31.15</c:v>
                </c:pt>
                <c:pt idx="17553">
                  <c:v>31.15</c:v>
                </c:pt>
                <c:pt idx="17554">
                  <c:v>31.15</c:v>
                </c:pt>
                <c:pt idx="17555">
                  <c:v>31.15</c:v>
                </c:pt>
                <c:pt idx="17556">
                  <c:v>31.15</c:v>
                </c:pt>
                <c:pt idx="17557">
                  <c:v>31.15</c:v>
                </c:pt>
                <c:pt idx="17558">
                  <c:v>31.1</c:v>
                </c:pt>
                <c:pt idx="17559">
                  <c:v>31.15</c:v>
                </c:pt>
                <c:pt idx="17560">
                  <c:v>31.15</c:v>
                </c:pt>
                <c:pt idx="17561">
                  <c:v>31.15</c:v>
                </c:pt>
                <c:pt idx="17562">
                  <c:v>31.15</c:v>
                </c:pt>
                <c:pt idx="17563">
                  <c:v>31.1</c:v>
                </c:pt>
                <c:pt idx="17564">
                  <c:v>31.1</c:v>
                </c:pt>
                <c:pt idx="17565">
                  <c:v>31.1</c:v>
                </c:pt>
                <c:pt idx="17566">
                  <c:v>31.1</c:v>
                </c:pt>
                <c:pt idx="17567">
                  <c:v>31.1</c:v>
                </c:pt>
                <c:pt idx="17568">
                  <c:v>31.1</c:v>
                </c:pt>
                <c:pt idx="17569">
                  <c:v>31.1</c:v>
                </c:pt>
                <c:pt idx="17570">
                  <c:v>31.1</c:v>
                </c:pt>
                <c:pt idx="17571">
                  <c:v>31.1</c:v>
                </c:pt>
                <c:pt idx="17572">
                  <c:v>31.1</c:v>
                </c:pt>
                <c:pt idx="17573">
                  <c:v>31.1</c:v>
                </c:pt>
                <c:pt idx="17574">
                  <c:v>31.1</c:v>
                </c:pt>
                <c:pt idx="17575">
                  <c:v>31.1</c:v>
                </c:pt>
                <c:pt idx="17576">
                  <c:v>31.1</c:v>
                </c:pt>
                <c:pt idx="17577">
                  <c:v>31.1</c:v>
                </c:pt>
                <c:pt idx="17578">
                  <c:v>31.1</c:v>
                </c:pt>
                <c:pt idx="17579">
                  <c:v>31.05</c:v>
                </c:pt>
                <c:pt idx="17580">
                  <c:v>31.05</c:v>
                </c:pt>
                <c:pt idx="17581">
                  <c:v>31.05</c:v>
                </c:pt>
                <c:pt idx="17582">
                  <c:v>31.05</c:v>
                </c:pt>
                <c:pt idx="17583">
                  <c:v>31.05</c:v>
                </c:pt>
                <c:pt idx="17584">
                  <c:v>31.05</c:v>
                </c:pt>
                <c:pt idx="17585">
                  <c:v>31.05</c:v>
                </c:pt>
                <c:pt idx="17586">
                  <c:v>31.05</c:v>
                </c:pt>
                <c:pt idx="17587">
                  <c:v>31.05</c:v>
                </c:pt>
                <c:pt idx="17588">
                  <c:v>31.05</c:v>
                </c:pt>
                <c:pt idx="17589">
                  <c:v>31.05</c:v>
                </c:pt>
                <c:pt idx="17590">
                  <c:v>31.05</c:v>
                </c:pt>
                <c:pt idx="17591">
                  <c:v>31.05</c:v>
                </c:pt>
                <c:pt idx="17592">
                  <c:v>31.05</c:v>
                </c:pt>
                <c:pt idx="17593">
                  <c:v>31.05</c:v>
                </c:pt>
                <c:pt idx="17594">
                  <c:v>31.05</c:v>
                </c:pt>
                <c:pt idx="17595">
                  <c:v>31.05</c:v>
                </c:pt>
                <c:pt idx="17596">
                  <c:v>31.05</c:v>
                </c:pt>
                <c:pt idx="17597">
                  <c:v>31.05</c:v>
                </c:pt>
                <c:pt idx="17598">
                  <c:v>31.05</c:v>
                </c:pt>
                <c:pt idx="17599">
                  <c:v>31.05</c:v>
                </c:pt>
                <c:pt idx="17600">
                  <c:v>31.05</c:v>
                </c:pt>
                <c:pt idx="17601">
                  <c:v>31.05</c:v>
                </c:pt>
                <c:pt idx="17602">
                  <c:v>31.05</c:v>
                </c:pt>
                <c:pt idx="17603">
                  <c:v>31.05</c:v>
                </c:pt>
                <c:pt idx="17604">
                  <c:v>31.05</c:v>
                </c:pt>
                <c:pt idx="17605">
                  <c:v>31.05</c:v>
                </c:pt>
                <c:pt idx="17606">
                  <c:v>31.05</c:v>
                </c:pt>
                <c:pt idx="17607">
                  <c:v>31.05</c:v>
                </c:pt>
                <c:pt idx="17608">
                  <c:v>31.05</c:v>
                </c:pt>
                <c:pt idx="17609">
                  <c:v>31</c:v>
                </c:pt>
                <c:pt idx="17610">
                  <c:v>31</c:v>
                </c:pt>
                <c:pt idx="17611">
                  <c:v>31</c:v>
                </c:pt>
                <c:pt idx="17612">
                  <c:v>31</c:v>
                </c:pt>
                <c:pt idx="17613">
                  <c:v>31</c:v>
                </c:pt>
                <c:pt idx="17614">
                  <c:v>31</c:v>
                </c:pt>
                <c:pt idx="17615">
                  <c:v>31</c:v>
                </c:pt>
                <c:pt idx="17616">
                  <c:v>31</c:v>
                </c:pt>
                <c:pt idx="17617">
                  <c:v>31</c:v>
                </c:pt>
                <c:pt idx="17618">
                  <c:v>31</c:v>
                </c:pt>
                <c:pt idx="17619">
                  <c:v>31</c:v>
                </c:pt>
                <c:pt idx="17620">
                  <c:v>31</c:v>
                </c:pt>
                <c:pt idx="17621">
                  <c:v>31</c:v>
                </c:pt>
                <c:pt idx="17622">
                  <c:v>31</c:v>
                </c:pt>
                <c:pt idx="17623">
                  <c:v>31</c:v>
                </c:pt>
                <c:pt idx="17624">
                  <c:v>31</c:v>
                </c:pt>
                <c:pt idx="17625">
                  <c:v>31</c:v>
                </c:pt>
                <c:pt idx="17626">
                  <c:v>31</c:v>
                </c:pt>
                <c:pt idx="17627">
                  <c:v>31</c:v>
                </c:pt>
                <c:pt idx="17628">
                  <c:v>31</c:v>
                </c:pt>
                <c:pt idx="17629">
                  <c:v>31</c:v>
                </c:pt>
                <c:pt idx="17630">
                  <c:v>31</c:v>
                </c:pt>
                <c:pt idx="17631">
                  <c:v>31</c:v>
                </c:pt>
                <c:pt idx="17632">
                  <c:v>31</c:v>
                </c:pt>
                <c:pt idx="17633">
                  <c:v>30.95</c:v>
                </c:pt>
                <c:pt idx="17634">
                  <c:v>30.95</c:v>
                </c:pt>
                <c:pt idx="17635">
                  <c:v>30.95</c:v>
                </c:pt>
                <c:pt idx="17636">
                  <c:v>30.95</c:v>
                </c:pt>
                <c:pt idx="17637">
                  <c:v>30.95</c:v>
                </c:pt>
                <c:pt idx="17638">
                  <c:v>30.95</c:v>
                </c:pt>
                <c:pt idx="17639">
                  <c:v>30.95</c:v>
                </c:pt>
                <c:pt idx="17640">
                  <c:v>30.95</c:v>
                </c:pt>
                <c:pt idx="17641">
                  <c:v>30.95</c:v>
                </c:pt>
                <c:pt idx="17642">
                  <c:v>30.95</c:v>
                </c:pt>
                <c:pt idx="17643">
                  <c:v>30.95</c:v>
                </c:pt>
                <c:pt idx="17644">
                  <c:v>30.95</c:v>
                </c:pt>
                <c:pt idx="17645">
                  <c:v>30.95</c:v>
                </c:pt>
                <c:pt idx="17646">
                  <c:v>30.95</c:v>
                </c:pt>
                <c:pt idx="17647">
                  <c:v>30.95</c:v>
                </c:pt>
                <c:pt idx="17648">
                  <c:v>30.95</c:v>
                </c:pt>
                <c:pt idx="17649">
                  <c:v>30.95</c:v>
                </c:pt>
                <c:pt idx="17650">
                  <c:v>30.95</c:v>
                </c:pt>
                <c:pt idx="17651">
                  <c:v>30.95</c:v>
                </c:pt>
                <c:pt idx="17652">
                  <c:v>30.95</c:v>
                </c:pt>
                <c:pt idx="17653">
                  <c:v>30.95</c:v>
                </c:pt>
                <c:pt idx="17654">
                  <c:v>30.95</c:v>
                </c:pt>
                <c:pt idx="17655">
                  <c:v>30.95</c:v>
                </c:pt>
                <c:pt idx="17656">
                  <c:v>30.9</c:v>
                </c:pt>
                <c:pt idx="17657">
                  <c:v>30.95</c:v>
                </c:pt>
                <c:pt idx="17658">
                  <c:v>30.95</c:v>
                </c:pt>
                <c:pt idx="17659">
                  <c:v>30.9</c:v>
                </c:pt>
                <c:pt idx="17660">
                  <c:v>30.9</c:v>
                </c:pt>
                <c:pt idx="17661">
                  <c:v>30.9</c:v>
                </c:pt>
                <c:pt idx="17662">
                  <c:v>30.9</c:v>
                </c:pt>
                <c:pt idx="17663">
                  <c:v>30.9</c:v>
                </c:pt>
                <c:pt idx="17664">
                  <c:v>30.9</c:v>
                </c:pt>
                <c:pt idx="17665">
                  <c:v>30.9</c:v>
                </c:pt>
                <c:pt idx="17666">
                  <c:v>30.9</c:v>
                </c:pt>
                <c:pt idx="17667">
                  <c:v>30.9</c:v>
                </c:pt>
                <c:pt idx="17668">
                  <c:v>30.9</c:v>
                </c:pt>
                <c:pt idx="17669">
                  <c:v>30.9</c:v>
                </c:pt>
                <c:pt idx="17670">
                  <c:v>30.9</c:v>
                </c:pt>
                <c:pt idx="17671">
                  <c:v>30.9</c:v>
                </c:pt>
                <c:pt idx="17672">
                  <c:v>30.9</c:v>
                </c:pt>
                <c:pt idx="17673">
                  <c:v>30.9</c:v>
                </c:pt>
                <c:pt idx="17674">
                  <c:v>30.9</c:v>
                </c:pt>
                <c:pt idx="17675">
                  <c:v>30.9</c:v>
                </c:pt>
                <c:pt idx="17676">
                  <c:v>30.9</c:v>
                </c:pt>
                <c:pt idx="17677">
                  <c:v>30.9</c:v>
                </c:pt>
                <c:pt idx="17678">
                  <c:v>30.9</c:v>
                </c:pt>
                <c:pt idx="17679">
                  <c:v>30.9</c:v>
                </c:pt>
                <c:pt idx="17680">
                  <c:v>30.9</c:v>
                </c:pt>
                <c:pt idx="17681">
                  <c:v>30.9</c:v>
                </c:pt>
                <c:pt idx="17682">
                  <c:v>30.9</c:v>
                </c:pt>
                <c:pt idx="17683">
                  <c:v>30.9</c:v>
                </c:pt>
                <c:pt idx="17684">
                  <c:v>30.9</c:v>
                </c:pt>
                <c:pt idx="17685">
                  <c:v>30.9</c:v>
                </c:pt>
                <c:pt idx="17686">
                  <c:v>30.9</c:v>
                </c:pt>
                <c:pt idx="17687">
                  <c:v>30.85</c:v>
                </c:pt>
                <c:pt idx="17688">
                  <c:v>30.85</c:v>
                </c:pt>
                <c:pt idx="17689">
                  <c:v>30.85</c:v>
                </c:pt>
                <c:pt idx="17690">
                  <c:v>30.85</c:v>
                </c:pt>
                <c:pt idx="17691">
                  <c:v>30.85</c:v>
                </c:pt>
                <c:pt idx="17692">
                  <c:v>30.85</c:v>
                </c:pt>
                <c:pt idx="17693">
                  <c:v>30.85</c:v>
                </c:pt>
                <c:pt idx="17694">
                  <c:v>30.85</c:v>
                </c:pt>
                <c:pt idx="17695">
                  <c:v>30.85</c:v>
                </c:pt>
                <c:pt idx="17696">
                  <c:v>30.85</c:v>
                </c:pt>
                <c:pt idx="17697">
                  <c:v>30.85</c:v>
                </c:pt>
                <c:pt idx="17698">
                  <c:v>30.85</c:v>
                </c:pt>
                <c:pt idx="17699">
                  <c:v>30.85</c:v>
                </c:pt>
                <c:pt idx="17700">
                  <c:v>30.85</c:v>
                </c:pt>
                <c:pt idx="17701">
                  <c:v>30.85</c:v>
                </c:pt>
                <c:pt idx="17702">
                  <c:v>30.85</c:v>
                </c:pt>
                <c:pt idx="17703">
                  <c:v>30.85</c:v>
                </c:pt>
                <c:pt idx="17704">
                  <c:v>30.85</c:v>
                </c:pt>
                <c:pt idx="17705">
                  <c:v>30.85</c:v>
                </c:pt>
                <c:pt idx="17706">
                  <c:v>30.85</c:v>
                </c:pt>
                <c:pt idx="17707">
                  <c:v>30.85</c:v>
                </c:pt>
                <c:pt idx="17708">
                  <c:v>30.85</c:v>
                </c:pt>
                <c:pt idx="17709">
                  <c:v>30.85</c:v>
                </c:pt>
                <c:pt idx="17710">
                  <c:v>30.85</c:v>
                </c:pt>
                <c:pt idx="17711">
                  <c:v>30.85</c:v>
                </c:pt>
                <c:pt idx="17712">
                  <c:v>30.85</c:v>
                </c:pt>
                <c:pt idx="17713">
                  <c:v>30.85</c:v>
                </c:pt>
                <c:pt idx="17714">
                  <c:v>30.85</c:v>
                </c:pt>
                <c:pt idx="17715">
                  <c:v>30.8</c:v>
                </c:pt>
                <c:pt idx="17716">
                  <c:v>30.8</c:v>
                </c:pt>
                <c:pt idx="17717">
                  <c:v>30.8</c:v>
                </c:pt>
                <c:pt idx="17718">
                  <c:v>30.8</c:v>
                </c:pt>
                <c:pt idx="17719">
                  <c:v>30.8</c:v>
                </c:pt>
                <c:pt idx="17720">
                  <c:v>30.8</c:v>
                </c:pt>
                <c:pt idx="17721">
                  <c:v>30.8</c:v>
                </c:pt>
                <c:pt idx="17722">
                  <c:v>30.8</c:v>
                </c:pt>
                <c:pt idx="17723">
                  <c:v>30.8</c:v>
                </c:pt>
                <c:pt idx="17724">
                  <c:v>30.8</c:v>
                </c:pt>
                <c:pt idx="17725">
                  <c:v>30.8</c:v>
                </c:pt>
                <c:pt idx="17726">
                  <c:v>30.8</c:v>
                </c:pt>
                <c:pt idx="17727">
                  <c:v>30.8</c:v>
                </c:pt>
                <c:pt idx="17728">
                  <c:v>30.8</c:v>
                </c:pt>
                <c:pt idx="17729">
                  <c:v>30.8</c:v>
                </c:pt>
                <c:pt idx="17730">
                  <c:v>30.8</c:v>
                </c:pt>
                <c:pt idx="17731">
                  <c:v>30.8</c:v>
                </c:pt>
                <c:pt idx="17732">
                  <c:v>30.8</c:v>
                </c:pt>
                <c:pt idx="17733">
                  <c:v>30.8</c:v>
                </c:pt>
                <c:pt idx="17734">
                  <c:v>30.8</c:v>
                </c:pt>
                <c:pt idx="17735">
                  <c:v>30.8</c:v>
                </c:pt>
                <c:pt idx="17736">
                  <c:v>30.8</c:v>
                </c:pt>
                <c:pt idx="17737">
                  <c:v>30.8</c:v>
                </c:pt>
                <c:pt idx="17738">
                  <c:v>30.8</c:v>
                </c:pt>
                <c:pt idx="17739">
                  <c:v>30.8</c:v>
                </c:pt>
                <c:pt idx="17740">
                  <c:v>30.8</c:v>
                </c:pt>
                <c:pt idx="17741">
                  <c:v>30.75</c:v>
                </c:pt>
                <c:pt idx="17742">
                  <c:v>30.75</c:v>
                </c:pt>
                <c:pt idx="17743">
                  <c:v>30.75</c:v>
                </c:pt>
                <c:pt idx="17744">
                  <c:v>30.75</c:v>
                </c:pt>
                <c:pt idx="17745">
                  <c:v>30.75</c:v>
                </c:pt>
                <c:pt idx="17746">
                  <c:v>30.75</c:v>
                </c:pt>
                <c:pt idx="17747">
                  <c:v>30.75</c:v>
                </c:pt>
                <c:pt idx="17748">
                  <c:v>30.75</c:v>
                </c:pt>
                <c:pt idx="17749">
                  <c:v>30.75</c:v>
                </c:pt>
                <c:pt idx="17750">
                  <c:v>30.75</c:v>
                </c:pt>
                <c:pt idx="17751">
                  <c:v>30.75</c:v>
                </c:pt>
                <c:pt idx="17752">
                  <c:v>30.75</c:v>
                </c:pt>
                <c:pt idx="17753">
                  <c:v>30.75</c:v>
                </c:pt>
                <c:pt idx="17754">
                  <c:v>30.75</c:v>
                </c:pt>
                <c:pt idx="17755">
                  <c:v>30.75</c:v>
                </c:pt>
                <c:pt idx="17756">
                  <c:v>30.75</c:v>
                </c:pt>
                <c:pt idx="17757">
                  <c:v>30.75</c:v>
                </c:pt>
                <c:pt idx="17758">
                  <c:v>30.75</c:v>
                </c:pt>
                <c:pt idx="17759">
                  <c:v>30.75</c:v>
                </c:pt>
                <c:pt idx="17760">
                  <c:v>30.75</c:v>
                </c:pt>
                <c:pt idx="17761">
                  <c:v>30.75</c:v>
                </c:pt>
                <c:pt idx="17762">
                  <c:v>30.75</c:v>
                </c:pt>
                <c:pt idx="17763">
                  <c:v>30.75</c:v>
                </c:pt>
                <c:pt idx="17764">
                  <c:v>30.75</c:v>
                </c:pt>
                <c:pt idx="17765">
                  <c:v>30.75</c:v>
                </c:pt>
                <c:pt idx="17766">
                  <c:v>30.75</c:v>
                </c:pt>
                <c:pt idx="17767">
                  <c:v>30.75</c:v>
                </c:pt>
                <c:pt idx="17768">
                  <c:v>30.7</c:v>
                </c:pt>
                <c:pt idx="17769">
                  <c:v>30.7</c:v>
                </c:pt>
                <c:pt idx="17770">
                  <c:v>30.7</c:v>
                </c:pt>
                <c:pt idx="17771">
                  <c:v>30.7</c:v>
                </c:pt>
                <c:pt idx="17772">
                  <c:v>30.7</c:v>
                </c:pt>
                <c:pt idx="17773">
                  <c:v>30.7</c:v>
                </c:pt>
                <c:pt idx="17774">
                  <c:v>30.7</c:v>
                </c:pt>
                <c:pt idx="17775">
                  <c:v>30.7</c:v>
                </c:pt>
                <c:pt idx="17776">
                  <c:v>30.7</c:v>
                </c:pt>
                <c:pt idx="17777">
                  <c:v>30.7</c:v>
                </c:pt>
                <c:pt idx="17778">
                  <c:v>30.7</c:v>
                </c:pt>
                <c:pt idx="17779">
                  <c:v>30.7</c:v>
                </c:pt>
                <c:pt idx="17780">
                  <c:v>30.7</c:v>
                </c:pt>
                <c:pt idx="17781">
                  <c:v>30.7</c:v>
                </c:pt>
                <c:pt idx="17782">
                  <c:v>30.7</c:v>
                </c:pt>
                <c:pt idx="17783">
                  <c:v>30.7</c:v>
                </c:pt>
                <c:pt idx="17784">
                  <c:v>30.7</c:v>
                </c:pt>
                <c:pt idx="17785">
                  <c:v>30.7</c:v>
                </c:pt>
                <c:pt idx="17786">
                  <c:v>30.7</c:v>
                </c:pt>
                <c:pt idx="17787">
                  <c:v>30.7</c:v>
                </c:pt>
                <c:pt idx="17788">
                  <c:v>30.7</c:v>
                </c:pt>
                <c:pt idx="17789">
                  <c:v>30.7</c:v>
                </c:pt>
                <c:pt idx="17790">
                  <c:v>30.65</c:v>
                </c:pt>
                <c:pt idx="17791">
                  <c:v>30.7</c:v>
                </c:pt>
                <c:pt idx="17792">
                  <c:v>30.65</c:v>
                </c:pt>
                <c:pt idx="17793">
                  <c:v>30.65</c:v>
                </c:pt>
                <c:pt idx="17794">
                  <c:v>30.65</c:v>
                </c:pt>
                <c:pt idx="17795">
                  <c:v>30.65</c:v>
                </c:pt>
                <c:pt idx="17796">
                  <c:v>30.65</c:v>
                </c:pt>
                <c:pt idx="17797">
                  <c:v>30.65</c:v>
                </c:pt>
                <c:pt idx="17798">
                  <c:v>30.65</c:v>
                </c:pt>
                <c:pt idx="17799">
                  <c:v>30.65</c:v>
                </c:pt>
                <c:pt idx="17800">
                  <c:v>30.65</c:v>
                </c:pt>
                <c:pt idx="17801">
                  <c:v>30.65</c:v>
                </c:pt>
                <c:pt idx="17802">
                  <c:v>30.65</c:v>
                </c:pt>
                <c:pt idx="17803">
                  <c:v>30.65</c:v>
                </c:pt>
                <c:pt idx="17804">
                  <c:v>30.65</c:v>
                </c:pt>
                <c:pt idx="17805">
                  <c:v>30.65</c:v>
                </c:pt>
                <c:pt idx="17806">
                  <c:v>30.65</c:v>
                </c:pt>
                <c:pt idx="17807">
                  <c:v>30.65</c:v>
                </c:pt>
                <c:pt idx="17808">
                  <c:v>30.65</c:v>
                </c:pt>
                <c:pt idx="17809">
                  <c:v>30.65</c:v>
                </c:pt>
                <c:pt idx="17810">
                  <c:v>30.65</c:v>
                </c:pt>
                <c:pt idx="17811">
                  <c:v>30.65</c:v>
                </c:pt>
                <c:pt idx="17812">
                  <c:v>30.65</c:v>
                </c:pt>
                <c:pt idx="17813">
                  <c:v>30.65</c:v>
                </c:pt>
                <c:pt idx="17814">
                  <c:v>30.6</c:v>
                </c:pt>
                <c:pt idx="17815">
                  <c:v>30.65</c:v>
                </c:pt>
                <c:pt idx="17816">
                  <c:v>30.6</c:v>
                </c:pt>
                <c:pt idx="17817">
                  <c:v>30.6</c:v>
                </c:pt>
                <c:pt idx="17818">
                  <c:v>30.6</c:v>
                </c:pt>
                <c:pt idx="17819">
                  <c:v>30.6</c:v>
                </c:pt>
                <c:pt idx="17820">
                  <c:v>30.6</c:v>
                </c:pt>
                <c:pt idx="17821">
                  <c:v>30.6</c:v>
                </c:pt>
                <c:pt idx="17822">
                  <c:v>30.6</c:v>
                </c:pt>
                <c:pt idx="17823">
                  <c:v>30.6</c:v>
                </c:pt>
                <c:pt idx="17824">
                  <c:v>30.6</c:v>
                </c:pt>
                <c:pt idx="17825">
                  <c:v>30.6</c:v>
                </c:pt>
                <c:pt idx="17826">
                  <c:v>30.6</c:v>
                </c:pt>
                <c:pt idx="17827">
                  <c:v>30.6</c:v>
                </c:pt>
                <c:pt idx="17828">
                  <c:v>30.6</c:v>
                </c:pt>
                <c:pt idx="17829">
                  <c:v>30.6</c:v>
                </c:pt>
                <c:pt idx="17830">
                  <c:v>30.6</c:v>
                </c:pt>
                <c:pt idx="17831">
                  <c:v>30.6</c:v>
                </c:pt>
                <c:pt idx="17832">
                  <c:v>30.6</c:v>
                </c:pt>
                <c:pt idx="17833">
                  <c:v>30.6</c:v>
                </c:pt>
                <c:pt idx="17834">
                  <c:v>30.6</c:v>
                </c:pt>
                <c:pt idx="17835">
                  <c:v>30.6</c:v>
                </c:pt>
                <c:pt idx="17836">
                  <c:v>30.6</c:v>
                </c:pt>
                <c:pt idx="17837">
                  <c:v>30.6</c:v>
                </c:pt>
                <c:pt idx="17838">
                  <c:v>30.6</c:v>
                </c:pt>
                <c:pt idx="17839">
                  <c:v>30.6</c:v>
                </c:pt>
                <c:pt idx="17840">
                  <c:v>30.6</c:v>
                </c:pt>
                <c:pt idx="17841">
                  <c:v>30.55</c:v>
                </c:pt>
                <c:pt idx="17842">
                  <c:v>30.55</c:v>
                </c:pt>
                <c:pt idx="17843">
                  <c:v>30.55</c:v>
                </c:pt>
                <c:pt idx="17844">
                  <c:v>30.55</c:v>
                </c:pt>
                <c:pt idx="17845">
                  <c:v>30.55</c:v>
                </c:pt>
                <c:pt idx="17846">
                  <c:v>30.55</c:v>
                </c:pt>
                <c:pt idx="17847">
                  <c:v>30.55</c:v>
                </c:pt>
                <c:pt idx="17848">
                  <c:v>30.55</c:v>
                </c:pt>
                <c:pt idx="17849">
                  <c:v>30.55</c:v>
                </c:pt>
                <c:pt idx="17850">
                  <c:v>30.55</c:v>
                </c:pt>
                <c:pt idx="17851">
                  <c:v>30.55</c:v>
                </c:pt>
                <c:pt idx="17852">
                  <c:v>30.55</c:v>
                </c:pt>
                <c:pt idx="17853">
                  <c:v>30.55</c:v>
                </c:pt>
                <c:pt idx="17854">
                  <c:v>30.55</c:v>
                </c:pt>
                <c:pt idx="17855">
                  <c:v>30.55</c:v>
                </c:pt>
                <c:pt idx="17856">
                  <c:v>30.55</c:v>
                </c:pt>
                <c:pt idx="17857">
                  <c:v>30.55</c:v>
                </c:pt>
                <c:pt idx="17858">
                  <c:v>30.55</c:v>
                </c:pt>
                <c:pt idx="17859">
                  <c:v>30.55</c:v>
                </c:pt>
                <c:pt idx="17860">
                  <c:v>30.55</c:v>
                </c:pt>
                <c:pt idx="17861">
                  <c:v>30.55</c:v>
                </c:pt>
                <c:pt idx="17862">
                  <c:v>30.55</c:v>
                </c:pt>
                <c:pt idx="17863">
                  <c:v>30.55</c:v>
                </c:pt>
                <c:pt idx="17864">
                  <c:v>30.55</c:v>
                </c:pt>
                <c:pt idx="17865">
                  <c:v>30.55</c:v>
                </c:pt>
                <c:pt idx="17866">
                  <c:v>30.55</c:v>
                </c:pt>
                <c:pt idx="17867">
                  <c:v>30.55</c:v>
                </c:pt>
                <c:pt idx="17868">
                  <c:v>30.55</c:v>
                </c:pt>
                <c:pt idx="17869">
                  <c:v>30.55</c:v>
                </c:pt>
                <c:pt idx="17870">
                  <c:v>30.5</c:v>
                </c:pt>
                <c:pt idx="17871">
                  <c:v>30.55</c:v>
                </c:pt>
                <c:pt idx="17872">
                  <c:v>30.5</c:v>
                </c:pt>
                <c:pt idx="17873">
                  <c:v>30.5</c:v>
                </c:pt>
                <c:pt idx="17874">
                  <c:v>30.5</c:v>
                </c:pt>
                <c:pt idx="17875">
                  <c:v>30.5</c:v>
                </c:pt>
                <c:pt idx="17876">
                  <c:v>30.5</c:v>
                </c:pt>
                <c:pt idx="17877">
                  <c:v>30.5</c:v>
                </c:pt>
                <c:pt idx="17878">
                  <c:v>30.5</c:v>
                </c:pt>
                <c:pt idx="17879">
                  <c:v>30.5</c:v>
                </c:pt>
                <c:pt idx="17880">
                  <c:v>30.5</c:v>
                </c:pt>
                <c:pt idx="17881">
                  <c:v>30.5</c:v>
                </c:pt>
                <c:pt idx="17882">
                  <c:v>30.5</c:v>
                </c:pt>
                <c:pt idx="17883">
                  <c:v>30.5</c:v>
                </c:pt>
                <c:pt idx="17884">
                  <c:v>30.5</c:v>
                </c:pt>
                <c:pt idx="17885">
                  <c:v>30.5</c:v>
                </c:pt>
                <c:pt idx="17886">
                  <c:v>30.5</c:v>
                </c:pt>
                <c:pt idx="17887">
                  <c:v>30.5</c:v>
                </c:pt>
                <c:pt idx="17888">
                  <c:v>30.5</c:v>
                </c:pt>
                <c:pt idx="17889">
                  <c:v>30.5</c:v>
                </c:pt>
                <c:pt idx="17890">
                  <c:v>30.5</c:v>
                </c:pt>
                <c:pt idx="17891">
                  <c:v>30.5</c:v>
                </c:pt>
                <c:pt idx="17892">
                  <c:v>30.5</c:v>
                </c:pt>
                <c:pt idx="17893">
                  <c:v>30.5</c:v>
                </c:pt>
                <c:pt idx="17894">
                  <c:v>30.5</c:v>
                </c:pt>
                <c:pt idx="17895">
                  <c:v>30.5</c:v>
                </c:pt>
                <c:pt idx="17896">
                  <c:v>30.5</c:v>
                </c:pt>
                <c:pt idx="17897">
                  <c:v>30.5</c:v>
                </c:pt>
                <c:pt idx="17898">
                  <c:v>30.5</c:v>
                </c:pt>
                <c:pt idx="17899">
                  <c:v>30.5</c:v>
                </c:pt>
                <c:pt idx="17900">
                  <c:v>30.5</c:v>
                </c:pt>
                <c:pt idx="17901">
                  <c:v>30.5</c:v>
                </c:pt>
                <c:pt idx="17902">
                  <c:v>30.5</c:v>
                </c:pt>
                <c:pt idx="17903">
                  <c:v>30.45</c:v>
                </c:pt>
                <c:pt idx="17904">
                  <c:v>30.45</c:v>
                </c:pt>
                <c:pt idx="17905">
                  <c:v>30.45</c:v>
                </c:pt>
                <c:pt idx="17906">
                  <c:v>30.45</c:v>
                </c:pt>
                <c:pt idx="17907">
                  <c:v>30.45</c:v>
                </c:pt>
                <c:pt idx="17908">
                  <c:v>30.45</c:v>
                </c:pt>
                <c:pt idx="17909">
                  <c:v>30.45</c:v>
                </c:pt>
                <c:pt idx="17910">
                  <c:v>30.45</c:v>
                </c:pt>
                <c:pt idx="17911">
                  <c:v>30.45</c:v>
                </c:pt>
                <c:pt idx="17912">
                  <c:v>30.45</c:v>
                </c:pt>
                <c:pt idx="17913">
                  <c:v>30.45</c:v>
                </c:pt>
                <c:pt idx="17914">
                  <c:v>30.45</c:v>
                </c:pt>
                <c:pt idx="17915">
                  <c:v>30.45</c:v>
                </c:pt>
                <c:pt idx="17916">
                  <c:v>30.45</c:v>
                </c:pt>
                <c:pt idx="17917">
                  <c:v>30.45</c:v>
                </c:pt>
                <c:pt idx="17918">
                  <c:v>30.45</c:v>
                </c:pt>
                <c:pt idx="17919">
                  <c:v>30.45</c:v>
                </c:pt>
                <c:pt idx="17920">
                  <c:v>30.45</c:v>
                </c:pt>
                <c:pt idx="17921">
                  <c:v>30.45</c:v>
                </c:pt>
                <c:pt idx="17922">
                  <c:v>30.45</c:v>
                </c:pt>
                <c:pt idx="17923">
                  <c:v>30.45</c:v>
                </c:pt>
                <c:pt idx="17924">
                  <c:v>30.45</c:v>
                </c:pt>
                <c:pt idx="17925">
                  <c:v>30.45</c:v>
                </c:pt>
                <c:pt idx="17926">
                  <c:v>30.45</c:v>
                </c:pt>
                <c:pt idx="17927">
                  <c:v>30.45</c:v>
                </c:pt>
                <c:pt idx="17928">
                  <c:v>30.45</c:v>
                </c:pt>
                <c:pt idx="17929">
                  <c:v>30.45</c:v>
                </c:pt>
                <c:pt idx="17930">
                  <c:v>30.45</c:v>
                </c:pt>
                <c:pt idx="17931">
                  <c:v>30.45</c:v>
                </c:pt>
                <c:pt idx="17932">
                  <c:v>30.45</c:v>
                </c:pt>
                <c:pt idx="17933">
                  <c:v>30.45</c:v>
                </c:pt>
                <c:pt idx="17934">
                  <c:v>30.45</c:v>
                </c:pt>
                <c:pt idx="17935">
                  <c:v>30.45</c:v>
                </c:pt>
                <c:pt idx="17936">
                  <c:v>30.4</c:v>
                </c:pt>
                <c:pt idx="17937">
                  <c:v>30.4</c:v>
                </c:pt>
                <c:pt idx="17938">
                  <c:v>30.45</c:v>
                </c:pt>
                <c:pt idx="17939">
                  <c:v>30.4</c:v>
                </c:pt>
                <c:pt idx="17940">
                  <c:v>30.4</c:v>
                </c:pt>
                <c:pt idx="17941">
                  <c:v>30.4</c:v>
                </c:pt>
                <c:pt idx="17942">
                  <c:v>30.4</c:v>
                </c:pt>
                <c:pt idx="17943">
                  <c:v>30.4</c:v>
                </c:pt>
                <c:pt idx="17944">
                  <c:v>30.4</c:v>
                </c:pt>
                <c:pt idx="17945">
                  <c:v>30.4</c:v>
                </c:pt>
                <c:pt idx="17946">
                  <c:v>30.4</c:v>
                </c:pt>
                <c:pt idx="17947">
                  <c:v>30.4</c:v>
                </c:pt>
                <c:pt idx="17948">
                  <c:v>30.4</c:v>
                </c:pt>
                <c:pt idx="17949">
                  <c:v>30.4</c:v>
                </c:pt>
                <c:pt idx="17950">
                  <c:v>30.4</c:v>
                </c:pt>
                <c:pt idx="17951">
                  <c:v>30.4</c:v>
                </c:pt>
                <c:pt idx="17952">
                  <c:v>30.4</c:v>
                </c:pt>
                <c:pt idx="17953">
                  <c:v>30.4</c:v>
                </c:pt>
                <c:pt idx="17954">
                  <c:v>30.4</c:v>
                </c:pt>
                <c:pt idx="17955">
                  <c:v>30.4</c:v>
                </c:pt>
                <c:pt idx="17956">
                  <c:v>30.4</c:v>
                </c:pt>
                <c:pt idx="17957">
                  <c:v>30.4</c:v>
                </c:pt>
                <c:pt idx="17958">
                  <c:v>30.4</c:v>
                </c:pt>
                <c:pt idx="17959">
                  <c:v>30.4</c:v>
                </c:pt>
                <c:pt idx="17960">
                  <c:v>30.4</c:v>
                </c:pt>
                <c:pt idx="17961">
                  <c:v>30.4</c:v>
                </c:pt>
                <c:pt idx="17962">
                  <c:v>30.4</c:v>
                </c:pt>
                <c:pt idx="17963">
                  <c:v>30.4</c:v>
                </c:pt>
                <c:pt idx="17964">
                  <c:v>30.4</c:v>
                </c:pt>
                <c:pt idx="17965">
                  <c:v>30.4</c:v>
                </c:pt>
                <c:pt idx="17966">
                  <c:v>30.35</c:v>
                </c:pt>
                <c:pt idx="17967">
                  <c:v>30.35</c:v>
                </c:pt>
                <c:pt idx="17968">
                  <c:v>30.35</c:v>
                </c:pt>
                <c:pt idx="17969">
                  <c:v>30.35</c:v>
                </c:pt>
                <c:pt idx="17970">
                  <c:v>30.35</c:v>
                </c:pt>
                <c:pt idx="17971">
                  <c:v>30.35</c:v>
                </c:pt>
                <c:pt idx="17972">
                  <c:v>30.35</c:v>
                </c:pt>
                <c:pt idx="17973">
                  <c:v>30.35</c:v>
                </c:pt>
                <c:pt idx="17974">
                  <c:v>30.35</c:v>
                </c:pt>
                <c:pt idx="17975">
                  <c:v>30.35</c:v>
                </c:pt>
                <c:pt idx="17976">
                  <c:v>30.35</c:v>
                </c:pt>
                <c:pt idx="17977">
                  <c:v>30.35</c:v>
                </c:pt>
                <c:pt idx="17978">
                  <c:v>30.35</c:v>
                </c:pt>
                <c:pt idx="17979">
                  <c:v>30.35</c:v>
                </c:pt>
                <c:pt idx="17980">
                  <c:v>30.35</c:v>
                </c:pt>
                <c:pt idx="17981">
                  <c:v>30.35</c:v>
                </c:pt>
                <c:pt idx="17982">
                  <c:v>30.35</c:v>
                </c:pt>
                <c:pt idx="17983">
                  <c:v>30.35</c:v>
                </c:pt>
                <c:pt idx="17984">
                  <c:v>30.35</c:v>
                </c:pt>
                <c:pt idx="17985">
                  <c:v>30.35</c:v>
                </c:pt>
                <c:pt idx="17986">
                  <c:v>30.35</c:v>
                </c:pt>
                <c:pt idx="17987">
                  <c:v>30.35</c:v>
                </c:pt>
                <c:pt idx="17988">
                  <c:v>30.35</c:v>
                </c:pt>
                <c:pt idx="17989">
                  <c:v>30.35</c:v>
                </c:pt>
                <c:pt idx="17990">
                  <c:v>30.35</c:v>
                </c:pt>
                <c:pt idx="17991">
                  <c:v>30.35</c:v>
                </c:pt>
                <c:pt idx="17992">
                  <c:v>30.35</c:v>
                </c:pt>
                <c:pt idx="17993">
                  <c:v>30.35</c:v>
                </c:pt>
                <c:pt idx="17994">
                  <c:v>30.3</c:v>
                </c:pt>
                <c:pt idx="17995">
                  <c:v>30.3</c:v>
                </c:pt>
                <c:pt idx="17996">
                  <c:v>30.3</c:v>
                </c:pt>
                <c:pt idx="17997">
                  <c:v>30.3</c:v>
                </c:pt>
                <c:pt idx="17998">
                  <c:v>30.3</c:v>
                </c:pt>
                <c:pt idx="17999">
                  <c:v>30.3</c:v>
                </c:pt>
                <c:pt idx="18000">
                  <c:v>30.3</c:v>
                </c:pt>
                <c:pt idx="18001">
                  <c:v>30.3</c:v>
                </c:pt>
                <c:pt idx="18002">
                  <c:v>30.3</c:v>
                </c:pt>
                <c:pt idx="18003">
                  <c:v>30.3</c:v>
                </c:pt>
                <c:pt idx="18004">
                  <c:v>30.3</c:v>
                </c:pt>
                <c:pt idx="18005">
                  <c:v>30.3</c:v>
                </c:pt>
                <c:pt idx="18006">
                  <c:v>30.3</c:v>
                </c:pt>
                <c:pt idx="18007">
                  <c:v>30.3</c:v>
                </c:pt>
                <c:pt idx="18008">
                  <c:v>30.3</c:v>
                </c:pt>
                <c:pt idx="18009">
                  <c:v>30.3</c:v>
                </c:pt>
                <c:pt idx="18010">
                  <c:v>30.3</c:v>
                </c:pt>
                <c:pt idx="18011">
                  <c:v>30.3</c:v>
                </c:pt>
                <c:pt idx="18012">
                  <c:v>30.3</c:v>
                </c:pt>
                <c:pt idx="18013">
                  <c:v>30.3</c:v>
                </c:pt>
                <c:pt idx="18014">
                  <c:v>30.3</c:v>
                </c:pt>
                <c:pt idx="18015">
                  <c:v>30.3</c:v>
                </c:pt>
                <c:pt idx="18016">
                  <c:v>30.3</c:v>
                </c:pt>
                <c:pt idx="18017">
                  <c:v>30.3</c:v>
                </c:pt>
                <c:pt idx="18018">
                  <c:v>30.3</c:v>
                </c:pt>
                <c:pt idx="18019">
                  <c:v>30.3</c:v>
                </c:pt>
                <c:pt idx="18020">
                  <c:v>30.3</c:v>
                </c:pt>
                <c:pt idx="18021">
                  <c:v>30.3</c:v>
                </c:pt>
                <c:pt idx="18022">
                  <c:v>30.3</c:v>
                </c:pt>
                <c:pt idx="18023">
                  <c:v>30.3</c:v>
                </c:pt>
                <c:pt idx="18024">
                  <c:v>30.3</c:v>
                </c:pt>
                <c:pt idx="18025">
                  <c:v>30.25</c:v>
                </c:pt>
                <c:pt idx="18026">
                  <c:v>30.25</c:v>
                </c:pt>
                <c:pt idx="18027">
                  <c:v>30.25</c:v>
                </c:pt>
                <c:pt idx="18028">
                  <c:v>30.25</c:v>
                </c:pt>
                <c:pt idx="18029">
                  <c:v>30.25</c:v>
                </c:pt>
                <c:pt idx="18030">
                  <c:v>30.25</c:v>
                </c:pt>
                <c:pt idx="18031">
                  <c:v>30.25</c:v>
                </c:pt>
                <c:pt idx="18032">
                  <c:v>30.25</c:v>
                </c:pt>
                <c:pt idx="18033">
                  <c:v>30.25</c:v>
                </c:pt>
                <c:pt idx="18034">
                  <c:v>30.25</c:v>
                </c:pt>
                <c:pt idx="18035">
                  <c:v>30.25</c:v>
                </c:pt>
                <c:pt idx="18036">
                  <c:v>30.25</c:v>
                </c:pt>
                <c:pt idx="18037">
                  <c:v>30.25</c:v>
                </c:pt>
                <c:pt idx="18038">
                  <c:v>30.25</c:v>
                </c:pt>
                <c:pt idx="18039">
                  <c:v>30.25</c:v>
                </c:pt>
                <c:pt idx="18040">
                  <c:v>30.25</c:v>
                </c:pt>
                <c:pt idx="18041">
                  <c:v>30.25</c:v>
                </c:pt>
                <c:pt idx="18042">
                  <c:v>30.25</c:v>
                </c:pt>
                <c:pt idx="18043">
                  <c:v>30.25</c:v>
                </c:pt>
                <c:pt idx="18044">
                  <c:v>30.25</c:v>
                </c:pt>
                <c:pt idx="18045">
                  <c:v>30.25</c:v>
                </c:pt>
                <c:pt idx="18046">
                  <c:v>30.25</c:v>
                </c:pt>
                <c:pt idx="18047">
                  <c:v>30.25</c:v>
                </c:pt>
                <c:pt idx="18048">
                  <c:v>30.25</c:v>
                </c:pt>
                <c:pt idx="18049">
                  <c:v>30.25</c:v>
                </c:pt>
                <c:pt idx="18050">
                  <c:v>30.2</c:v>
                </c:pt>
                <c:pt idx="18051">
                  <c:v>30.2</c:v>
                </c:pt>
                <c:pt idx="18052">
                  <c:v>30.2</c:v>
                </c:pt>
                <c:pt idx="18053">
                  <c:v>30.2</c:v>
                </c:pt>
                <c:pt idx="18054">
                  <c:v>30.2</c:v>
                </c:pt>
                <c:pt idx="18055">
                  <c:v>30.2</c:v>
                </c:pt>
                <c:pt idx="18056">
                  <c:v>30.2</c:v>
                </c:pt>
                <c:pt idx="18057">
                  <c:v>30.2</c:v>
                </c:pt>
                <c:pt idx="18058">
                  <c:v>30.2</c:v>
                </c:pt>
                <c:pt idx="18059">
                  <c:v>30.2</c:v>
                </c:pt>
                <c:pt idx="18060">
                  <c:v>30.2</c:v>
                </c:pt>
                <c:pt idx="18061">
                  <c:v>30.2</c:v>
                </c:pt>
                <c:pt idx="18062">
                  <c:v>30.2</c:v>
                </c:pt>
                <c:pt idx="18063">
                  <c:v>30.2</c:v>
                </c:pt>
                <c:pt idx="18064">
                  <c:v>30.2</c:v>
                </c:pt>
                <c:pt idx="18065">
                  <c:v>30.2</c:v>
                </c:pt>
                <c:pt idx="18066">
                  <c:v>30.2</c:v>
                </c:pt>
                <c:pt idx="18067">
                  <c:v>30.2</c:v>
                </c:pt>
                <c:pt idx="18068">
                  <c:v>30.2</c:v>
                </c:pt>
                <c:pt idx="18069">
                  <c:v>30.2</c:v>
                </c:pt>
                <c:pt idx="18070">
                  <c:v>30.2</c:v>
                </c:pt>
                <c:pt idx="18071">
                  <c:v>30.2</c:v>
                </c:pt>
                <c:pt idx="18072">
                  <c:v>30.2</c:v>
                </c:pt>
                <c:pt idx="18073">
                  <c:v>30.2</c:v>
                </c:pt>
                <c:pt idx="18074">
                  <c:v>30.2</c:v>
                </c:pt>
                <c:pt idx="18075">
                  <c:v>30.2</c:v>
                </c:pt>
                <c:pt idx="18076">
                  <c:v>30.2</c:v>
                </c:pt>
                <c:pt idx="18077">
                  <c:v>30.15</c:v>
                </c:pt>
                <c:pt idx="18078">
                  <c:v>30.2</c:v>
                </c:pt>
                <c:pt idx="18079">
                  <c:v>30.15</c:v>
                </c:pt>
                <c:pt idx="18080">
                  <c:v>30.15</c:v>
                </c:pt>
                <c:pt idx="18081">
                  <c:v>30.15</c:v>
                </c:pt>
                <c:pt idx="18082">
                  <c:v>30.15</c:v>
                </c:pt>
                <c:pt idx="18083">
                  <c:v>30.15</c:v>
                </c:pt>
                <c:pt idx="18084">
                  <c:v>30.15</c:v>
                </c:pt>
                <c:pt idx="18085">
                  <c:v>30.15</c:v>
                </c:pt>
                <c:pt idx="18086">
                  <c:v>30.15</c:v>
                </c:pt>
                <c:pt idx="18087">
                  <c:v>30.15</c:v>
                </c:pt>
                <c:pt idx="18088">
                  <c:v>30.15</c:v>
                </c:pt>
                <c:pt idx="18089">
                  <c:v>30.15</c:v>
                </c:pt>
                <c:pt idx="18090">
                  <c:v>30.15</c:v>
                </c:pt>
                <c:pt idx="18091">
                  <c:v>30.15</c:v>
                </c:pt>
                <c:pt idx="18092">
                  <c:v>30.15</c:v>
                </c:pt>
                <c:pt idx="18093">
                  <c:v>30.15</c:v>
                </c:pt>
                <c:pt idx="18094">
                  <c:v>30.15</c:v>
                </c:pt>
                <c:pt idx="18095">
                  <c:v>30.15</c:v>
                </c:pt>
                <c:pt idx="18096">
                  <c:v>30.15</c:v>
                </c:pt>
                <c:pt idx="18097">
                  <c:v>30.15</c:v>
                </c:pt>
                <c:pt idx="18098">
                  <c:v>30.15</c:v>
                </c:pt>
                <c:pt idx="18099">
                  <c:v>30.1</c:v>
                </c:pt>
                <c:pt idx="18100">
                  <c:v>30.1</c:v>
                </c:pt>
                <c:pt idx="18101">
                  <c:v>30.15</c:v>
                </c:pt>
                <c:pt idx="18102">
                  <c:v>30.1</c:v>
                </c:pt>
                <c:pt idx="18103">
                  <c:v>30.1</c:v>
                </c:pt>
                <c:pt idx="18104">
                  <c:v>30.15</c:v>
                </c:pt>
                <c:pt idx="18105">
                  <c:v>30.1</c:v>
                </c:pt>
                <c:pt idx="18106">
                  <c:v>30.1</c:v>
                </c:pt>
                <c:pt idx="18107">
                  <c:v>30.1</c:v>
                </c:pt>
                <c:pt idx="18108">
                  <c:v>30.1</c:v>
                </c:pt>
                <c:pt idx="18109">
                  <c:v>30.1</c:v>
                </c:pt>
                <c:pt idx="18110">
                  <c:v>30.1</c:v>
                </c:pt>
                <c:pt idx="18111">
                  <c:v>30.1</c:v>
                </c:pt>
                <c:pt idx="18112">
                  <c:v>30.1</c:v>
                </c:pt>
                <c:pt idx="18113">
                  <c:v>30.1</c:v>
                </c:pt>
                <c:pt idx="18114">
                  <c:v>30.1</c:v>
                </c:pt>
                <c:pt idx="18115">
                  <c:v>30.1</c:v>
                </c:pt>
                <c:pt idx="18116">
                  <c:v>30.1</c:v>
                </c:pt>
                <c:pt idx="18117">
                  <c:v>30.1</c:v>
                </c:pt>
                <c:pt idx="18118">
                  <c:v>30.1</c:v>
                </c:pt>
                <c:pt idx="18119">
                  <c:v>30.1</c:v>
                </c:pt>
                <c:pt idx="18120">
                  <c:v>30.1</c:v>
                </c:pt>
                <c:pt idx="18121">
                  <c:v>30.1</c:v>
                </c:pt>
                <c:pt idx="18122">
                  <c:v>30.1</c:v>
                </c:pt>
                <c:pt idx="18123">
                  <c:v>30.1</c:v>
                </c:pt>
                <c:pt idx="18124">
                  <c:v>30.1</c:v>
                </c:pt>
                <c:pt idx="18125">
                  <c:v>30.1</c:v>
                </c:pt>
                <c:pt idx="18126">
                  <c:v>30.1</c:v>
                </c:pt>
                <c:pt idx="18127">
                  <c:v>30.1</c:v>
                </c:pt>
                <c:pt idx="18128">
                  <c:v>30.05</c:v>
                </c:pt>
                <c:pt idx="18129">
                  <c:v>30.1</c:v>
                </c:pt>
                <c:pt idx="18130">
                  <c:v>30.05</c:v>
                </c:pt>
                <c:pt idx="18131">
                  <c:v>30.05</c:v>
                </c:pt>
                <c:pt idx="18132">
                  <c:v>30.05</c:v>
                </c:pt>
                <c:pt idx="18133">
                  <c:v>30.05</c:v>
                </c:pt>
                <c:pt idx="18134">
                  <c:v>30.05</c:v>
                </c:pt>
                <c:pt idx="18135">
                  <c:v>30.05</c:v>
                </c:pt>
                <c:pt idx="18136">
                  <c:v>30.05</c:v>
                </c:pt>
                <c:pt idx="18137">
                  <c:v>30.05</c:v>
                </c:pt>
                <c:pt idx="18138">
                  <c:v>30.05</c:v>
                </c:pt>
                <c:pt idx="18139">
                  <c:v>30.05</c:v>
                </c:pt>
                <c:pt idx="18140">
                  <c:v>30.05</c:v>
                </c:pt>
                <c:pt idx="18141">
                  <c:v>30.05</c:v>
                </c:pt>
                <c:pt idx="18142">
                  <c:v>30.05</c:v>
                </c:pt>
                <c:pt idx="18143">
                  <c:v>30.05</c:v>
                </c:pt>
                <c:pt idx="18144">
                  <c:v>30.05</c:v>
                </c:pt>
                <c:pt idx="18145">
                  <c:v>30.05</c:v>
                </c:pt>
                <c:pt idx="18146">
                  <c:v>30</c:v>
                </c:pt>
                <c:pt idx="18147">
                  <c:v>30.05</c:v>
                </c:pt>
                <c:pt idx="18148">
                  <c:v>30</c:v>
                </c:pt>
                <c:pt idx="18149">
                  <c:v>30</c:v>
                </c:pt>
                <c:pt idx="18150">
                  <c:v>30</c:v>
                </c:pt>
                <c:pt idx="18151">
                  <c:v>30</c:v>
                </c:pt>
                <c:pt idx="18152">
                  <c:v>30</c:v>
                </c:pt>
                <c:pt idx="18153">
                  <c:v>30</c:v>
                </c:pt>
                <c:pt idx="18154">
                  <c:v>30</c:v>
                </c:pt>
                <c:pt idx="18155">
                  <c:v>30</c:v>
                </c:pt>
                <c:pt idx="18156">
                  <c:v>30</c:v>
                </c:pt>
                <c:pt idx="18157">
                  <c:v>30</c:v>
                </c:pt>
                <c:pt idx="18158">
                  <c:v>30</c:v>
                </c:pt>
                <c:pt idx="18159">
                  <c:v>30</c:v>
                </c:pt>
                <c:pt idx="18160">
                  <c:v>30</c:v>
                </c:pt>
                <c:pt idx="18161">
                  <c:v>30</c:v>
                </c:pt>
                <c:pt idx="18162">
                  <c:v>30</c:v>
                </c:pt>
                <c:pt idx="18163">
                  <c:v>30</c:v>
                </c:pt>
                <c:pt idx="18164">
                  <c:v>30</c:v>
                </c:pt>
                <c:pt idx="18165">
                  <c:v>30</c:v>
                </c:pt>
                <c:pt idx="18166">
                  <c:v>30</c:v>
                </c:pt>
                <c:pt idx="18167">
                  <c:v>30</c:v>
                </c:pt>
                <c:pt idx="18168">
                  <c:v>30</c:v>
                </c:pt>
                <c:pt idx="18169">
                  <c:v>30</c:v>
                </c:pt>
                <c:pt idx="18170">
                  <c:v>30</c:v>
                </c:pt>
                <c:pt idx="18171">
                  <c:v>30</c:v>
                </c:pt>
                <c:pt idx="18172">
                  <c:v>30</c:v>
                </c:pt>
                <c:pt idx="18173">
                  <c:v>30</c:v>
                </c:pt>
                <c:pt idx="18174">
                  <c:v>30</c:v>
                </c:pt>
                <c:pt idx="18175">
                  <c:v>30</c:v>
                </c:pt>
                <c:pt idx="18176">
                  <c:v>30</c:v>
                </c:pt>
                <c:pt idx="18177">
                  <c:v>30</c:v>
                </c:pt>
                <c:pt idx="18178">
                  <c:v>30</c:v>
                </c:pt>
                <c:pt idx="18179">
                  <c:v>30</c:v>
                </c:pt>
                <c:pt idx="18180">
                  <c:v>30</c:v>
                </c:pt>
                <c:pt idx="18181">
                  <c:v>30</c:v>
                </c:pt>
                <c:pt idx="18182">
                  <c:v>30</c:v>
                </c:pt>
                <c:pt idx="18183">
                  <c:v>30</c:v>
                </c:pt>
                <c:pt idx="18184">
                  <c:v>30</c:v>
                </c:pt>
                <c:pt idx="18185">
                  <c:v>30</c:v>
                </c:pt>
                <c:pt idx="18186">
                  <c:v>29.95</c:v>
                </c:pt>
                <c:pt idx="18187">
                  <c:v>29.95</c:v>
                </c:pt>
                <c:pt idx="18188">
                  <c:v>29.95</c:v>
                </c:pt>
                <c:pt idx="18189">
                  <c:v>29.95</c:v>
                </c:pt>
                <c:pt idx="18190">
                  <c:v>29.95</c:v>
                </c:pt>
                <c:pt idx="18191">
                  <c:v>29.95</c:v>
                </c:pt>
                <c:pt idx="18192">
                  <c:v>29.95</c:v>
                </c:pt>
                <c:pt idx="18193">
                  <c:v>29.95</c:v>
                </c:pt>
                <c:pt idx="18194">
                  <c:v>29.95</c:v>
                </c:pt>
                <c:pt idx="18195">
                  <c:v>29.95</c:v>
                </c:pt>
                <c:pt idx="18196">
                  <c:v>29.95</c:v>
                </c:pt>
                <c:pt idx="18197">
                  <c:v>29.95</c:v>
                </c:pt>
                <c:pt idx="18198">
                  <c:v>29.95</c:v>
                </c:pt>
                <c:pt idx="18199">
                  <c:v>29.95</c:v>
                </c:pt>
                <c:pt idx="18200">
                  <c:v>29.95</c:v>
                </c:pt>
                <c:pt idx="18201">
                  <c:v>29.95</c:v>
                </c:pt>
                <c:pt idx="18202">
                  <c:v>29.95</c:v>
                </c:pt>
                <c:pt idx="18203">
                  <c:v>29.95</c:v>
                </c:pt>
                <c:pt idx="18204">
                  <c:v>29.95</c:v>
                </c:pt>
                <c:pt idx="18205">
                  <c:v>29.95</c:v>
                </c:pt>
                <c:pt idx="18206">
                  <c:v>29.95</c:v>
                </c:pt>
                <c:pt idx="18207">
                  <c:v>29.95</c:v>
                </c:pt>
                <c:pt idx="18208">
                  <c:v>29.95</c:v>
                </c:pt>
                <c:pt idx="18209">
                  <c:v>29.95</c:v>
                </c:pt>
                <c:pt idx="18210">
                  <c:v>29.95</c:v>
                </c:pt>
                <c:pt idx="18211">
                  <c:v>29.95</c:v>
                </c:pt>
                <c:pt idx="18212">
                  <c:v>29.95</c:v>
                </c:pt>
                <c:pt idx="18213">
                  <c:v>29.95</c:v>
                </c:pt>
                <c:pt idx="18214">
                  <c:v>29.95</c:v>
                </c:pt>
                <c:pt idx="18215">
                  <c:v>29.95</c:v>
                </c:pt>
                <c:pt idx="18216">
                  <c:v>29.95</c:v>
                </c:pt>
                <c:pt idx="18217">
                  <c:v>29.95</c:v>
                </c:pt>
                <c:pt idx="18218">
                  <c:v>29.95</c:v>
                </c:pt>
                <c:pt idx="18219">
                  <c:v>29.95</c:v>
                </c:pt>
                <c:pt idx="18220">
                  <c:v>29.95</c:v>
                </c:pt>
                <c:pt idx="18221">
                  <c:v>29.95</c:v>
                </c:pt>
                <c:pt idx="18222">
                  <c:v>29.95</c:v>
                </c:pt>
                <c:pt idx="18223">
                  <c:v>29.95</c:v>
                </c:pt>
                <c:pt idx="18224">
                  <c:v>29.95</c:v>
                </c:pt>
                <c:pt idx="18225">
                  <c:v>29.95</c:v>
                </c:pt>
                <c:pt idx="18226">
                  <c:v>29.95</c:v>
                </c:pt>
                <c:pt idx="18227">
                  <c:v>29.95</c:v>
                </c:pt>
                <c:pt idx="18228">
                  <c:v>29.9</c:v>
                </c:pt>
                <c:pt idx="18229">
                  <c:v>29.9</c:v>
                </c:pt>
                <c:pt idx="18230">
                  <c:v>29.95</c:v>
                </c:pt>
                <c:pt idx="18231">
                  <c:v>29.9</c:v>
                </c:pt>
                <c:pt idx="18232">
                  <c:v>29.9</c:v>
                </c:pt>
                <c:pt idx="18233">
                  <c:v>29.9</c:v>
                </c:pt>
                <c:pt idx="18234">
                  <c:v>29.9</c:v>
                </c:pt>
                <c:pt idx="18235">
                  <c:v>29.9</c:v>
                </c:pt>
                <c:pt idx="18236">
                  <c:v>29.9</c:v>
                </c:pt>
                <c:pt idx="18237">
                  <c:v>29.9</c:v>
                </c:pt>
                <c:pt idx="18238">
                  <c:v>29.9</c:v>
                </c:pt>
                <c:pt idx="18239">
                  <c:v>29.9</c:v>
                </c:pt>
                <c:pt idx="18240">
                  <c:v>29.9</c:v>
                </c:pt>
                <c:pt idx="18241">
                  <c:v>29.9</c:v>
                </c:pt>
                <c:pt idx="18242">
                  <c:v>29.9</c:v>
                </c:pt>
                <c:pt idx="18243">
                  <c:v>29.9</c:v>
                </c:pt>
                <c:pt idx="18244">
                  <c:v>29.9</c:v>
                </c:pt>
                <c:pt idx="18245">
                  <c:v>29.9</c:v>
                </c:pt>
                <c:pt idx="18246">
                  <c:v>29.9</c:v>
                </c:pt>
                <c:pt idx="18247">
                  <c:v>29.9</c:v>
                </c:pt>
                <c:pt idx="18248">
                  <c:v>29.9</c:v>
                </c:pt>
                <c:pt idx="18249">
                  <c:v>29.9</c:v>
                </c:pt>
                <c:pt idx="18250">
                  <c:v>29.9</c:v>
                </c:pt>
                <c:pt idx="18251">
                  <c:v>29.9</c:v>
                </c:pt>
                <c:pt idx="18252">
                  <c:v>29.9</c:v>
                </c:pt>
                <c:pt idx="18253">
                  <c:v>29.9</c:v>
                </c:pt>
                <c:pt idx="18254">
                  <c:v>29.9</c:v>
                </c:pt>
                <c:pt idx="18255">
                  <c:v>29.9</c:v>
                </c:pt>
                <c:pt idx="18256">
                  <c:v>29.9</c:v>
                </c:pt>
                <c:pt idx="18257">
                  <c:v>29.9</c:v>
                </c:pt>
                <c:pt idx="18258">
                  <c:v>29.9</c:v>
                </c:pt>
                <c:pt idx="18259">
                  <c:v>29.9</c:v>
                </c:pt>
                <c:pt idx="18260">
                  <c:v>29.9</c:v>
                </c:pt>
                <c:pt idx="18261">
                  <c:v>29.9</c:v>
                </c:pt>
                <c:pt idx="18262">
                  <c:v>29.9</c:v>
                </c:pt>
                <c:pt idx="18263">
                  <c:v>29.9</c:v>
                </c:pt>
                <c:pt idx="18264">
                  <c:v>29.9</c:v>
                </c:pt>
                <c:pt idx="18265">
                  <c:v>29.9</c:v>
                </c:pt>
                <c:pt idx="18266">
                  <c:v>29.9</c:v>
                </c:pt>
                <c:pt idx="18267">
                  <c:v>29.85</c:v>
                </c:pt>
                <c:pt idx="18268">
                  <c:v>29.85</c:v>
                </c:pt>
                <c:pt idx="18269">
                  <c:v>29.85</c:v>
                </c:pt>
                <c:pt idx="18270">
                  <c:v>29.85</c:v>
                </c:pt>
                <c:pt idx="18271">
                  <c:v>29.85</c:v>
                </c:pt>
                <c:pt idx="18272">
                  <c:v>29.85</c:v>
                </c:pt>
                <c:pt idx="18273">
                  <c:v>29.85</c:v>
                </c:pt>
                <c:pt idx="18274">
                  <c:v>29.85</c:v>
                </c:pt>
                <c:pt idx="18275">
                  <c:v>29.85</c:v>
                </c:pt>
                <c:pt idx="18276">
                  <c:v>29.85</c:v>
                </c:pt>
                <c:pt idx="18277">
                  <c:v>29.85</c:v>
                </c:pt>
                <c:pt idx="18278">
                  <c:v>29.85</c:v>
                </c:pt>
                <c:pt idx="18279">
                  <c:v>29.85</c:v>
                </c:pt>
                <c:pt idx="18280">
                  <c:v>29.85</c:v>
                </c:pt>
                <c:pt idx="18281">
                  <c:v>29.85</c:v>
                </c:pt>
                <c:pt idx="18282">
                  <c:v>29.85</c:v>
                </c:pt>
                <c:pt idx="18283">
                  <c:v>29.85</c:v>
                </c:pt>
                <c:pt idx="18284">
                  <c:v>29.85</c:v>
                </c:pt>
                <c:pt idx="18285">
                  <c:v>29.85</c:v>
                </c:pt>
                <c:pt idx="18286">
                  <c:v>29.85</c:v>
                </c:pt>
                <c:pt idx="18287">
                  <c:v>29.85</c:v>
                </c:pt>
                <c:pt idx="18288">
                  <c:v>29.85</c:v>
                </c:pt>
                <c:pt idx="18289">
                  <c:v>29.85</c:v>
                </c:pt>
                <c:pt idx="18290">
                  <c:v>29.85</c:v>
                </c:pt>
                <c:pt idx="18291">
                  <c:v>29.85</c:v>
                </c:pt>
                <c:pt idx="18292">
                  <c:v>29.85</c:v>
                </c:pt>
                <c:pt idx="18293">
                  <c:v>29.85</c:v>
                </c:pt>
                <c:pt idx="18294">
                  <c:v>29.85</c:v>
                </c:pt>
                <c:pt idx="18295">
                  <c:v>29.85</c:v>
                </c:pt>
                <c:pt idx="18296">
                  <c:v>29.85</c:v>
                </c:pt>
                <c:pt idx="18297">
                  <c:v>29.85</c:v>
                </c:pt>
                <c:pt idx="18298">
                  <c:v>29.85</c:v>
                </c:pt>
                <c:pt idx="18299">
                  <c:v>29.8</c:v>
                </c:pt>
                <c:pt idx="18300">
                  <c:v>29.8</c:v>
                </c:pt>
                <c:pt idx="18301">
                  <c:v>29.8</c:v>
                </c:pt>
                <c:pt idx="18302">
                  <c:v>29.8</c:v>
                </c:pt>
                <c:pt idx="18303">
                  <c:v>29.8</c:v>
                </c:pt>
                <c:pt idx="18304">
                  <c:v>29.8</c:v>
                </c:pt>
                <c:pt idx="18305">
                  <c:v>29.8</c:v>
                </c:pt>
                <c:pt idx="18306">
                  <c:v>29.8</c:v>
                </c:pt>
                <c:pt idx="18307">
                  <c:v>29.8</c:v>
                </c:pt>
                <c:pt idx="18308">
                  <c:v>29.8</c:v>
                </c:pt>
                <c:pt idx="18309">
                  <c:v>29.8</c:v>
                </c:pt>
                <c:pt idx="18310">
                  <c:v>29.8</c:v>
                </c:pt>
                <c:pt idx="18311">
                  <c:v>29.8</c:v>
                </c:pt>
                <c:pt idx="18312">
                  <c:v>29.8</c:v>
                </c:pt>
                <c:pt idx="18313">
                  <c:v>29.8</c:v>
                </c:pt>
                <c:pt idx="18314">
                  <c:v>29.8</c:v>
                </c:pt>
                <c:pt idx="18315">
                  <c:v>29.8</c:v>
                </c:pt>
                <c:pt idx="18316">
                  <c:v>29.8</c:v>
                </c:pt>
                <c:pt idx="18317">
                  <c:v>29.8</c:v>
                </c:pt>
                <c:pt idx="18318">
                  <c:v>29.8</c:v>
                </c:pt>
                <c:pt idx="18319">
                  <c:v>29.8</c:v>
                </c:pt>
                <c:pt idx="18320">
                  <c:v>29.8</c:v>
                </c:pt>
                <c:pt idx="18321">
                  <c:v>29.8</c:v>
                </c:pt>
                <c:pt idx="18322">
                  <c:v>29.8</c:v>
                </c:pt>
                <c:pt idx="18323">
                  <c:v>29.8</c:v>
                </c:pt>
                <c:pt idx="18324">
                  <c:v>29.8</c:v>
                </c:pt>
                <c:pt idx="18325">
                  <c:v>29.8</c:v>
                </c:pt>
                <c:pt idx="18326">
                  <c:v>29.8</c:v>
                </c:pt>
                <c:pt idx="18327">
                  <c:v>29.8</c:v>
                </c:pt>
                <c:pt idx="18328">
                  <c:v>29.8</c:v>
                </c:pt>
                <c:pt idx="18329">
                  <c:v>29.8</c:v>
                </c:pt>
                <c:pt idx="18330">
                  <c:v>29.8</c:v>
                </c:pt>
                <c:pt idx="18331">
                  <c:v>29.75</c:v>
                </c:pt>
                <c:pt idx="18332">
                  <c:v>29.75</c:v>
                </c:pt>
                <c:pt idx="18333">
                  <c:v>29.75</c:v>
                </c:pt>
                <c:pt idx="18334">
                  <c:v>29.75</c:v>
                </c:pt>
                <c:pt idx="18335">
                  <c:v>29.75</c:v>
                </c:pt>
                <c:pt idx="18336">
                  <c:v>29.75</c:v>
                </c:pt>
                <c:pt idx="18337">
                  <c:v>29.75</c:v>
                </c:pt>
                <c:pt idx="18338">
                  <c:v>29.75</c:v>
                </c:pt>
                <c:pt idx="18339">
                  <c:v>29.75</c:v>
                </c:pt>
                <c:pt idx="18340">
                  <c:v>29.75</c:v>
                </c:pt>
                <c:pt idx="18341">
                  <c:v>29.75</c:v>
                </c:pt>
                <c:pt idx="18342">
                  <c:v>29.75</c:v>
                </c:pt>
                <c:pt idx="18343">
                  <c:v>29.75</c:v>
                </c:pt>
                <c:pt idx="18344">
                  <c:v>29.75</c:v>
                </c:pt>
                <c:pt idx="18345">
                  <c:v>29.75</c:v>
                </c:pt>
                <c:pt idx="18346">
                  <c:v>29.75</c:v>
                </c:pt>
                <c:pt idx="18347">
                  <c:v>29.75</c:v>
                </c:pt>
                <c:pt idx="18348">
                  <c:v>29.75</c:v>
                </c:pt>
                <c:pt idx="18349">
                  <c:v>29.75</c:v>
                </c:pt>
                <c:pt idx="18350">
                  <c:v>29.75</c:v>
                </c:pt>
                <c:pt idx="18351">
                  <c:v>29.75</c:v>
                </c:pt>
                <c:pt idx="18352">
                  <c:v>29.75</c:v>
                </c:pt>
                <c:pt idx="18353">
                  <c:v>29.75</c:v>
                </c:pt>
                <c:pt idx="18354">
                  <c:v>29.75</c:v>
                </c:pt>
                <c:pt idx="18355">
                  <c:v>29.75</c:v>
                </c:pt>
                <c:pt idx="18356">
                  <c:v>29.75</c:v>
                </c:pt>
                <c:pt idx="18357">
                  <c:v>29.75</c:v>
                </c:pt>
                <c:pt idx="18358">
                  <c:v>29.75</c:v>
                </c:pt>
                <c:pt idx="18359">
                  <c:v>29.75</c:v>
                </c:pt>
                <c:pt idx="18360">
                  <c:v>29.75</c:v>
                </c:pt>
                <c:pt idx="18361">
                  <c:v>29.75</c:v>
                </c:pt>
                <c:pt idx="18362">
                  <c:v>29.7</c:v>
                </c:pt>
                <c:pt idx="18363">
                  <c:v>29.75</c:v>
                </c:pt>
                <c:pt idx="18364">
                  <c:v>29.7</c:v>
                </c:pt>
                <c:pt idx="18365">
                  <c:v>29.7</c:v>
                </c:pt>
                <c:pt idx="18366">
                  <c:v>29.7</c:v>
                </c:pt>
                <c:pt idx="18367">
                  <c:v>29.7</c:v>
                </c:pt>
                <c:pt idx="18368">
                  <c:v>29.7</c:v>
                </c:pt>
                <c:pt idx="18369">
                  <c:v>29.7</c:v>
                </c:pt>
                <c:pt idx="18370">
                  <c:v>29.7</c:v>
                </c:pt>
                <c:pt idx="18371">
                  <c:v>29.7</c:v>
                </c:pt>
                <c:pt idx="18372">
                  <c:v>29.7</c:v>
                </c:pt>
                <c:pt idx="18373">
                  <c:v>29.7</c:v>
                </c:pt>
                <c:pt idx="18374">
                  <c:v>29.7</c:v>
                </c:pt>
                <c:pt idx="18375">
                  <c:v>29.7</c:v>
                </c:pt>
                <c:pt idx="18376">
                  <c:v>29.7</c:v>
                </c:pt>
                <c:pt idx="18377">
                  <c:v>29.7</c:v>
                </c:pt>
                <c:pt idx="18378">
                  <c:v>29.7</c:v>
                </c:pt>
                <c:pt idx="18379">
                  <c:v>29.7</c:v>
                </c:pt>
                <c:pt idx="18380">
                  <c:v>29.7</c:v>
                </c:pt>
                <c:pt idx="18381">
                  <c:v>29.7</c:v>
                </c:pt>
                <c:pt idx="18382">
                  <c:v>29.7</c:v>
                </c:pt>
                <c:pt idx="18383">
                  <c:v>29.7</c:v>
                </c:pt>
                <c:pt idx="18384">
                  <c:v>29.7</c:v>
                </c:pt>
                <c:pt idx="18385">
                  <c:v>29.7</c:v>
                </c:pt>
                <c:pt idx="18386">
                  <c:v>29.7</c:v>
                </c:pt>
                <c:pt idx="18387">
                  <c:v>29.7</c:v>
                </c:pt>
                <c:pt idx="18388">
                  <c:v>29.7</c:v>
                </c:pt>
                <c:pt idx="18389">
                  <c:v>29.7</c:v>
                </c:pt>
                <c:pt idx="18390">
                  <c:v>29.7</c:v>
                </c:pt>
                <c:pt idx="18391">
                  <c:v>29.65</c:v>
                </c:pt>
                <c:pt idx="18392">
                  <c:v>29.7</c:v>
                </c:pt>
                <c:pt idx="18393">
                  <c:v>29.7</c:v>
                </c:pt>
                <c:pt idx="18394">
                  <c:v>29.65</c:v>
                </c:pt>
                <c:pt idx="18395">
                  <c:v>29.65</c:v>
                </c:pt>
                <c:pt idx="18396">
                  <c:v>29.65</c:v>
                </c:pt>
                <c:pt idx="18397">
                  <c:v>29.65</c:v>
                </c:pt>
                <c:pt idx="18398">
                  <c:v>29.65</c:v>
                </c:pt>
                <c:pt idx="18399">
                  <c:v>29.65</c:v>
                </c:pt>
                <c:pt idx="18400">
                  <c:v>29.65</c:v>
                </c:pt>
                <c:pt idx="18401">
                  <c:v>29.65</c:v>
                </c:pt>
                <c:pt idx="18402">
                  <c:v>29.65</c:v>
                </c:pt>
                <c:pt idx="18403">
                  <c:v>29.65</c:v>
                </c:pt>
                <c:pt idx="18404">
                  <c:v>29.65</c:v>
                </c:pt>
                <c:pt idx="18405">
                  <c:v>29.65</c:v>
                </c:pt>
                <c:pt idx="18406">
                  <c:v>29.65</c:v>
                </c:pt>
                <c:pt idx="18407">
                  <c:v>29.65</c:v>
                </c:pt>
                <c:pt idx="18408">
                  <c:v>29.65</c:v>
                </c:pt>
                <c:pt idx="18409">
                  <c:v>29.65</c:v>
                </c:pt>
                <c:pt idx="18410">
                  <c:v>29.65</c:v>
                </c:pt>
                <c:pt idx="18411">
                  <c:v>29.65</c:v>
                </c:pt>
                <c:pt idx="18412">
                  <c:v>29.65</c:v>
                </c:pt>
                <c:pt idx="18413">
                  <c:v>29.65</c:v>
                </c:pt>
                <c:pt idx="18414">
                  <c:v>29.65</c:v>
                </c:pt>
                <c:pt idx="18415">
                  <c:v>29.65</c:v>
                </c:pt>
                <c:pt idx="18416">
                  <c:v>29.65</c:v>
                </c:pt>
                <c:pt idx="18417">
                  <c:v>29.65</c:v>
                </c:pt>
                <c:pt idx="18418">
                  <c:v>29.65</c:v>
                </c:pt>
                <c:pt idx="18419">
                  <c:v>29.65</c:v>
                </c:pt>
                <c:pt idx="18420">
                  <c:v>29.65</c:v>
                </c:pt>
                <c:pt idx="18421">
                  <c:v>29.6</c:v>
                </c:pt>
                <c:pt idx="18422">
                  <c:v>29.65</c:v>
                </c:pt>
                <c:pt idx="18423">
                  <c:v>29.6</c:v>
                </c:pt>
                <c:pt idx="18424">
                  <c:v>29.6</c:v>
                </c:pt>
                <c:pt idx="18425">
                  <c:v>29.6</c:v>
                </c:pt>
                <c:pt idx="18426">
                  <c:v>29.6</c:v>
                </c:pt>
                <c:pt idx="18427">
                  <c:v>29.6</c:v>
                </c:pt>
                <c:pt idx="18428">
                  <c:v>29.6</c:v>
                </c:pt>
                <c:pt idx="18429">
                  <c:v>29.6</c:v>
                </c:pt>
                <c:pt idx="18430">
                  <c:v>29.6</c:v>
                </c:pt>
                <c:pt idx="18431">
                  <c:v>29.6</c:v>
                </c:pt>
                <c:pt idx="18432">
                  <c:v>29.6</c:v>
                </c:pt>
                <c:pt idx="18433">
                  <c:v>29.6</c:v>
                </c:pt>
                <c:pt idx="18434">
                  <c:v>29.6</c:v>
                </c:pt>
                <c:pt idx="18435">
                  <c:v>29.6</c:v>
                </c:pt>
                <c:pt idx="18436">
                  <c:v>29.6</c:v>
                </c:pt>
                <c:pt idx="18437">
                  <c:v>29.6</c:v>
                </c:pt>
                <c:pt idx="18438">
                  <c:v>29.6</c:v>
                </c:pt>
                <c:pt idx="18439">
                  <c:v>29.6</c:v>
                </c:pt>
                <c:pt idx="18440">
                  <c:v>29.6</c:v>
                </c:pt>
                <c:pt idx="18441">
                  <c:v>29.6</c:v>
                </c:pt>
                <c:pt idx="18442">
                  <c:v>29.6</c:v>
                </c:pt>
                <c:pt idx="18443">
                  <c:v>29.6</c:v>
                </c:pt>
                <c:pt idx="18444">
                  <c:v>29.6</c:v>
                </c:pt>
                <c:pt idx="18445">
                  <c:v>29.6</c:v>
                </c:pt>
                <c:pt idx="18446">
                  <c:v>29.6</c:v>
                </c:pt>
                <c:pt idx="18447">
                  <c:v>29.6</c:v>
                </c:pt>
                <c:pt idx="18448">
                  <c:v>29.6</c:v>
                </c:pt>
                <c:pt idx="18449">
                  <c:v>29.6</c:v>
                </c:pt>
                <c:pt idx="18450">
                  <c:v>29.6</c:v>
                </c:pt>
                <c:pt idx="18451">
                  <c:v>29.6</c:v>
                </c:pt>
                <c:pt idx="18452">
                  <c:v>29.6</c:v>
                </c:pt>
                <c:pt idx="18453">
                  <c:v>29.6</c:v>
                </c:pt>
                <c:pt idx="18454">
                  <c:v>29.6</c:v>
                </c:pt>
                <c:pt idx="18455">
                  <c:v>29.6</c:v>
                </c:pt>
                <c:pt idx="18456">
                  <c:v>29.6</c:v>
                </c:pt>
                <c:pt idx="18457">
                  <c:v>29.6</c:v>
                </c:pt>
                <c:pt idx="18458">
                  <c:v>29.55</c:v>
                </c:pt>
                <c:pt idx="18459">
                  <c:v>29.6</c:v>
                </c:pt>
                <c:pt idx="18460">
                  <c:v>29.55</c:v>
                </c:pt>
                <c:pt idx="18461">
                  <c:v>29.55</c:v>
                </c:pt>
                <c:pt idx="18462">
                  <c:v>29.55</c:v>
                </c:pt>
                <c:pt idx="18463">
                  <c:v>29.55</c:v>
                </c:pt>
                <c:pt idx="18464">
                  <c:v>29.55</c:v>
                </c:pt>
                <c:pt idx="18465">
                  <c:v>29.55</c:v>
                </c:pt>
                <c:pt idx="18466">
                  <c:v>29.55</c:v>
                </c:pt>
                <c:pt idx="18467">
                  <c:v>29.55</c:v>
                </c:pt>
                <c:pt idx="18468">
                  <c:v>29.55</c:v>
                </c:pt>
                <c:pt idx="18469">
                  <c:v>29.55</c:v>
                </c:pt>
                <c:pt idx="18470">
                  <c:v>29.55</c:v>
                </c:pt>
                <c:pt idx="18471">
                  <c:v>29.55</c:v>
                </c:pt>
                <c:pt idx="18472">
                  <c:v>29.55</c:v>
                </c:pt>
                <c:pt idx="18473">
                  <c:v>29.55</c:v>
                </c:pt>
                <c:pt idx="18474">
                  <c:v>29.55</c:v>
                </c:pt>
                <c:pt idx="18475">
                  <c:v>29.55</c:v>
                </c:pt>
                <c:pt idx="18476">
                  <c:v>29.55</c:v>
                </c:pt>
                <c:pt idx="18477">
                  <c:v>29.55</c:v>
                </c:pt>
                <c:pt idx="18478">
                  <c:v>29.55</c:v>
                </c:pt>
                <c:pt idx="18479">
                  <c:v>29.55</c:v>
                </c:pt>
                <c:pt idx="18480">
                  <c:v>29.55</c:v>
                </c:pt>
                <c:pt idx="18481">
                  <c:v>29.55</c:v>
                </c:pt>
                <c:pt idx="18482">
                  <c:v>29.55</c:v>
                </c:pt>
                <c:pt idx="18483">
                  <c:v>29.55</c:v>
                </c:pt>
                <c:pt idx="18484">
                  <c:v>29.55</c:v>
                </c:pt>
                <c:pt idx="18485">
                  <c:v>29.55</c:v>
                </c:pt>
                <c:pt idx="18486">
                  <c:v>29.55</c:v>
                </c:pt>
                <c:pt idx="18487">
                  <c:v>29.55</c:v>
                </c:pt>
                <c:pt idx="18488">
                  <c:v>29.55</c:v>
                </c:pt>
                <c:pt idx="18489">
                  <c:v>29.55</c:v>
                </c:pt>
                <c:pt idx="18490">
                  <c:v>29.55</c:v>
                </c:pt>
                <c:pt idx="18491">
                  <c:v>29.55</c:v>
                </c:pt>
                <c:pt idx="18492">
                  <c:v>29.55</c:v>
                </c:pt>
                <c:pt idx="18493">
                  <c:v>29.55</c:v>
                </c:pt>
                <c:pt idx="18494">
                  <c:v>29.55</c:v>
                </c:pt>
                <c:pt idx="18495">
                  <c:v>29.55</c:v>
                </c:pt>
                <c:pt idx="18496">
                  <c:v>29.5</c:v>
                </c:pt>
                <c:pt idx="18497">
                  <c:v>29.5</c:v>
                </c:pt>
                <c:pt idx="18498">
                  <c:v>29.5</c:v>
                </c:pt>
                <c:pt idx="18499">
                  <c:v>29.5</c:v>
                </c:pt>
                <c:pt idx="18500">
                  <c:v>29.5</c:v>
                </c:pt>
                <c:pt idx="18501">
                  <c:v>29.5</c:v>
                </c:pt>
                <c:pt idx="18502">
                  <c:v>29.5</c:v>
                </c:pt>
                <c:pt idx="18503">
                  <c:v>29.5</c:v>
                </c:pt>
                <c:pt idx="18504">
                  <c:v>29.5</c:v>
                </c:pt>
                <c:pt idx="18505">
                  <c:v>29.5</c:v>
                </c:pt>
                <c:pt idx="18506">
                  <c:v>29.5</c:v>
                </c:pt>
                <c:pt idx="18507">
                  <c:v>29.5</c:v>
                </c:pt>
                <c:pt idx="18508">
                  <c:v>29.5</c:v>
                </c:pt>
                <c:pt idx="18509">
                  <c:v>29.5</c:v>
                </c:pt>
                <c:pt idx="18510">
                  <c:v>29.5</c:v>
                </c:pt>
                <c:pt idx="18511">
                  <c:v>29.5</c:v>
                </c:pt>
                <c:pt idx="18512">
                  <c:v>29.5</c:v>
                </c:pt>
                <c:pt idx="18513">
                  <c:v>29.5</c:v>
                </c:pt>
                <c:pt idx="18514">
                  <c:v>29.5</c:v>
                </c:pt>
                <c:pt idx="18515">
                  <c:v>29.5</c:v>
                </c:pt>
                <c:pt idx="18516">
                  <c:v>29.5</c:v>
                </c:pt>
                <c:pt idx="18517">
                  <c:v>29.5</c:v>
                </c:pt>
                <c:pt idx="18518">
                  <c:v>29.5</c:v>
                </c:pt>
                <c:pt idx="18519">
                  <c:v>29.5</c:v>
                </c:pt>
                <c:pt idx="18520">
                  <c:v>29.5</c:v>
                </c:pt>
                <c:pt idx="18521">
                  <c:v>29.5</c:v>
                </c:pt>
                <c:pt idx="18522">
                  <c:v>29.5</c:v>
                </c:pt>
                <c:pt idx="18523">
                  <c:v>29.5</c:v>
                </c:pt>
                <c:pt idx="18524">
                  <c:v>29.5</c:v>
                </c:pt>
                <c:pt idx="18525">
                  <c:v>29.5</c:v>
                </c:pt>
                <c:pt idx="18526">
                  <c:v>29.5</c:v>
                </c:pt>
                <c:pt idx="18527">
                  <c:v>29.5</c:v>
                </c:pt>
                <c:pt idx="18528">
                  <c:v>29.45</c:v>
                </c:pt>
                <c:pt idx="18529">
                  <c:v>29.5</c:v>
                </c:pt>
                <c:pt idx="18530">
                  <c:v>29.5</c:v>
                </c:pt>
                <c:pt idx="18531">
                  <c:v>29.5</c:v>
                </c:pt>
                <c:pt idx="18532">
                  <c:v>29.5</c:v>
                </c:pt>
                <c:pt idx="18533">
                  <c:v>29.5</c:v>
                </c:pt>
                <c:pt idx="18534">
                  <c:v>29.5</c:v>
                </c:pt>
                <c:pt idx="18535">
                  <c:v>29.5</c:v>
                </c:pt>
                <c:pt idx="18536">
                  <c:v>29.5</c:v>
                </c:pt>
                <c:pt idx="18537">
                  <c:v>29.5</c:v>
                </c:pt>
                <c:pt idx="18538">
                  <c:v>29.5</c:v>
                </c:pt>
                <c:pt idx="18539">
                  <c:v>29.5</c:v>
                </c:pt>
                <c:pt idx="18540">
                  <c:v>29.5</c:v>
                </c:pt>
                <c:pt idx="18541">
                  <c:v>29.45</c:v>
                </c:pt>
                <c:pt idx="18542">
                  <c:v>29.5</c:v>
                </c:pt>
                <c:pt idx="18543">
                  <c:v>29.45</c:v>
                </c:pt>
                <c:pt idx="18544">
                  <c:v>29.45</c:v>
                </c:pt>
                <c:pt idx="18545">
                  <c:v>29.45</c:v>
                </c:pt>
                <c:pt idx="18546">
                  <c:v>29.45</c:v>
                </c:pt>
                <c:pt idx="18547">
                  <c:v>29.45</c:v>
                </c:pt>
                <c:pt idx="18548">
                  <c:v>29.45</c:v>
                </c:pt>
                <c:pt idx="18549">
                  <c:v>29.45</c:v>
                </c:pt>
                <c:pt idx="18550">
                  <c:v>29.45</c:v>
                </c:pt>
                <c:pt idx="18551">
                  <c:v>29.45</c:v>
                </c:pt>
                <c:pt idx="18552">
                  <c:v>29.45</c:v>
                </c:pt>
                <c:pt idx="18553">
                  <c:v>29.45</c:v>
                </c:pt>
                <c:pt idx="18554">
                  <c:v>29.45</c:v>
                </c:pt>
                <c:pt idx="18555">
                  <c:v>29.45</c:v>
                </c:pt>
                <c:pt idx="18556">
                  <c:v>29.45</c:v>
                </c:pt>
                <c:pt idx="18557">
                  <c:v>29.45</c:v>
                </c:pt>
                <c:pt idx="18558">
                  <c:v>29.45</c:v>
                </c:pt>
                <c:pt idx="18559">
                  <c:v>29.45</c:v>
                </c:pt>
                <c:pt idx="18560">
                  <c:v>29.45</c:v>
                </c:pt>
                <c:pt idx="18561">
                  <c:v>29.45</c:v>
                </c:pt>
                <c:pt idx="18562">
                  <c:v>29.45</c:v>
                </c:pt>
                <c:pt idx="18563">
                  <c:v>29.45</c:v>
                </c:pt>
                <c:pt idx="18564">
                  <c:v>29.45</c:v>
                </c:pt>
                <c:pt idx="18565">
                  <c:v>29.45</c:v>
                </c:pt>
                <c:pt idx="18566">
                  <c:v>29.45</c:v>
                </c:pt>
                <c:pt idx="18567">
                  <c:v>29.45</c:v>
                </c:pt>
                <c:pt idx="18568">
                  <c:v>29.45</c:v>
                </c:pt>
                <c:pt idx="18569">
                  <c:v>29.45</c:v>
                </c:pt>
                <c:pt idx="18570">
                  <c:v>29.45</c:v>
                </c:pt>
                <c:pt idx="18571">
                  <c:v>29.45</c:v>
                </c:pt>
                <c:pt idx="18572">
                  <c:v>29.45</c:v>
                </c:pt>
                <c:pt idx="18573">
                  <c:v>29.45</c:v>
                </c:pt>
                <c:pt idx="18574">
                  <c:v>29.45</c:v>
                </c:pt>
                <c:pt idx="18575">
                  <c:v>29.45</c:v>
                </c:pt>
                <c:pt idx="18576">
                  <c:v>29.45</c:v>
                </c:pt>
                <c:pt idx="18577">
                  <c:v>29.45</c:v>
                </c:pt>
                <c:pt idx="18578">
                  <c:v>29.45</c:v>
                </c:pt>
                <c:pt idx="18579">
                  <c:v>29.45</c:v>
                </c:pt>
                <c:pt idx="18580">
                  <c:v>29.45</c:v>
                </c:pt>
                <c:pt idx="18581">
                  <c:v>29.45</c:v>
                </c:pt>
                <c:pt idx="18582">
                  <c:v>29.45</c:v>
                </c:pt>
                <c:pt idx="18583">
                  <c:v>29.4</c:v>
                </c:pt>
                <c:pt idx="18584">
                  <c:v>29.4</c:v>
                </c:pt>
                <c:pt idx="18585">
                  <c:v>29.4</c:v>
                </c:pt>
                <c:pt idx="18586">
                  <c:v>29.4</c:v>
                </c:pt>
                <c:pt idx="18587">
                  <c:v>29.4</c:v>
                </c:pt>
                <c:pt idx="18588">
                  <c:v>29.4</c:v>
                </c:pt>
                <c:pt idx="18589">
                  <c:v>29.4</c:v>
                </c:pt>
                <c:pt idx="18590">
                  <c:v>29.4</c:v>
                </c:pt>
                <c:pt idx="18591">
                  <c:v>29.4</c:v>
                </c:pt>
                <c:pt idx="18592">
                  <c:v>29.4</c:v>
                </c:pt>
                <c:pt idx="18593">
                  <c:v>29.4</c:v>
                </c:pt>
                <c:pt idx="18594">
                  <c:v>29.4</c:v>
                </c:pt>
                <c:pt idx="18595">
                  <c:v>29.4</c:v>
                </c:pt>
                <c:pt idx="18596">
                  <c:v>29.4</c:v>
                </c:pt>
                <c:pt idx="18597">
                  <c:v>29.4</c:v>
                </c:pt>
                <c:pt idx="18598">
                  <c:v>29.4</c:v>
                </c:pt>
                <c:pt idx="18599">
                  <c:v>29.4</c:v>
                </c:pt>
                <c:pt idx="18600">
                  <c:v>29.4</c:v>
                </c:pt>
                <c:pt idx="18601">
                  <c:v>29.4</c:v>
                </c:pt>
                <c:pt idx="18602">
                  <c:v>29.4</c:v>
                </c:pt>
                <c:pt idx="18603">
                  <c:v>29.4</c:v>
                </c:pt>
                <c:pt idx="18604">
                  <c:v>29.4</c:v>
                </c:pt>
                <c:pt idx="18605">
                  <c:v>29.4</c:v>
                </c:pt>
                <c:pt idx="18606">
                  <c:v>29.4</c:v>
                </c:pt>
                <c:pt idx="18607">
                  <c:v>29.4</c:v>
                </c:pt>
                <c:pt idx="18608">
                  <c:v>29.4</c:v>
                </c:pt>
                <c:pt idx="18609">
                  <c:v>29.4</c:v>
                </c:pt>
                <c:pt idx="18610">
                  <c:v>29.4</c:v>
                </c:pt>
                <c:pt idx="18611">
                  <c:v>29.4</c:v>
                </c:pt>
                <c:pt idx="18612">
                  <c:v>29.4</c:v>
                </c:pt>
                <c:pt idx="18613">
                  <c:v>29.4</c:v>
                </c:pt>
                <c:pt idx="18614">
                  <c:v>29.4</c:v>
                </c:pt>
                <c:pt idx="18615">
                  <c:v>29.4</c:v>
                </c:pt>
                <c:pt idx="18616">
                  <c:v>29.4</c:v>
                </c:pt>
                <c:pt idx="18617">
                  <c:v>29.4</c:v>
                </c:pt>
                <c:pt idx="18618">
                  <c:v>29.4</c:v>
                </c:pt>
                <c:pt idx="18619">
                  <c:v>29.4</c:v>
                </c:pt>
                <c:pt idx="18620">
                  <c:v>29.4</c:v>
                </c:pt>
                <c:pt idx="18621">
                  <c:v>29.35</c:v>
                </c:pt>
                <c:pt idx="18622">
                  <c:v>29.4</c:v>
                </c:pt>
                <c:pt idx="18623">
                  <c:v>29.35</c:v>
                </c:pt>
                <c:pt idx="18624">
                  <c:v>29.35</c:v>
                </c:pt>
                <c:pt idx="18625">
                  <c:v>29.35</c:v>
                </c:pt>
                <c:pt idx="18626">
                  <c:v>29.35</c:v>
                </c:pt>
                <c:pt idx="18627">
                  <c:v>29.35</c:v>
                </c:pt>
                <c:pt idx="18628">
                  <c:v>29.35</c:v>
                </c:pt>
                <c:pt idx="18629">
                  <c:v>29.35</c:v>
                </c:pt>
                <c:pt idx="18630">
                  <c:v>29.35</c:v>
                </c:pt>
                <c:pt idx="18631">
                  <c:v>29.35</c:v>
                </c:pt>
                <c:pt idx="18632">
                  <c:v>29.35</c:v>
                </c:pt>
                <c:pt idx="18633">
                  <c:v>29.35</c:v>
                </c:pt>
                <c:pt idx="18634">
                  <c:v>29.35</c:v>
                </c:pt>
                <c:pt idx="18635">
                  <c:v>29.35</c:v>
                </c:pt>
                <c:pt idx="18636">
                  <c:v>29.35</c:v>
                </c:pt>
                <c:pt idx="18637">
                  <c:v>29.35</c:v>
                </c:pt>
                <c:pt idx="18638">
                  <c:v>29.35</c:v>
                </c:pt>
                <c:pt idx="18639">
                  <c:v>29.35</c:v>
                </c:pt>
                <c:pt idx="18640">
                  <c:v>29.35</c:v>
                </c:pt>
                <c:pt idx="18641">
                  <c:v>29.35</c:v>
                </c:pt>
                <c:pt idx="18642">
                  <c:v>29.35</c:v>
                </c:pt>
                <c:pt idx="18643">
                  <c:v>29.35</c:v>
                </c:pt>
                <c:pt idx="18644">
                  <c:v>29.35</c:v>
                </c:pt>
                <c:pt idx="18645">
                  <c:v>29.35</c:v>
                </c:pt>
                <c:pt idx="18646">
                  <c:v>29.35</c:v>
                </c:pt>
                <c:pt idx="18647">
                  <c:v>29.35</c:v>
                </c:pt>
                <c:pt idx="18648">
                  <c:v>29.35</c:v>
                </c:pt>
                <c:pt idx="18649">
                  <c:v>29.35</c:v>
                </c:pt>
                <c:pt idx="18650">
                  <c:v>29.35</c:v>
                </c:pt>
                <c:pt idx="18651">
                  <c:v>29.35</c:v>
                </c:pt>
                <c:pt idx="18652">
                  <c:v>29.35</c:v>
                </c:pt>
                <c:pt idx="18653">
                  <c:v>29.35</c:v>
                </c:pt>
                <c:pt idx="18654">
                  <c:v>29.35</c:v>
                </c:pt>
                <c:pt idx="18655">
                  <c:v>29.35</c:v>
                </c:pt>
                <c:pt idx="18656">
                  <c:v>29.35</c:v>
                </c:pt>
                <c:pt idx="18657">
                  <c:v>29.35</c:v>
                </c:pt>
                <c:pt idx="18658">
                  <c:v>29.3</c:v>
                </c:pt>
                <c:pt idx="18659">
                  <c:v>29.3</c:v>
                </c:pt>
                <c:pt idx="18660">
                  <c:v>29.3</c:v>
                </c:pt>
                <c:pt idx="18661">
                  <c:v>29.3</c:v>
                </c:pt>
                <c:pt idx="18662">
                  <c:v>29.3</c:v>
                </c:pt>
                <c:pt idx="18663">
                  <c:v>29.3</c:v>
                </c:pt>
                <c:pt idx="18664">
                  <c:v>29.3</c:v>
                </c:pt>
                <c:pt idx="18665">
                  <c:v>29.3</c:v>
                </c:pt>
                <c:pt idx="18666">
                  <c:v>29.3</c:v>
                </c:pt>
                <c:pt idx="18667">
                  <c:v>29.3</c:v>
                </c:pt>
                <c:pt idx="18668">
                  <c:v>29.3</c:v>
                </c:pt>
                <c:pt idx="18669">
                  <c:v>29.3</c:v>
                </c:pt>
                <c:pt idx="18670">
                  <c:v>29.3</c:v>
                </c:pt>
                <c:pt idx="18671">
                  <c:v>29.3</c:v>
                </c:pt>
                <c:pt idx="18672">
                  <c:v>29.3</c:v>
                </c:pt>
                <c:pt idx="18673">
                  <c:v>29.3</c:v>
                </c:pt>
                <c:pt idx="18674">
                  <c:v>29.3</c:v>
                </c:pt>
                <c:pt idx="18675">
                  <c:v>29.3</c:v>
                </c:pt>
                <c:pt idx="18676">
                  <c:v>29.3</c:v>
                </c:pt>
                <c:pt idx="18677">
                  <c:v>29.3</c:v>
                </c:pt>
                <c:pt idx="18678">
                  <c:v>29.3</c:v>
                </c:pt>
                <c:pt idx="18679">
                  <c:v>29.3</c:v>
                </c:pt>
                <c:pt idx="18680">
                  <c:v>29.3</c:v>
                </c:pt>
                <c:pt idx="18681">
                  <c:v>29.3</c:v>
                </c:pt>
                <c:pt idx="18682">
                  <c:v>29.3</c:v>
                </c:pt>
                <c:pt idx="18683">
                  <c:v>29.3</c:v>
                </c:pt>
                <c:pt idx="18684">
                  <c:v>29.3</c:v>
                </c:pt>
                <c:pt idx="18685">
                  <c:v>29.3</c:v>
                </c:pt>
                <c:pt idx="18686">
                  <c:v>29.3</c:v>
                </c:pt>
                <c:pt idx="18687">
                  <c:v>29.3</c:v>
                </c:pt>
                <c:pt idx="18688">
                  <c:v>29.3</c:v>
                </c:pt>
                <c:pt idx="18689">
                  <c:v>29.3</c:v>
                </c:pt>
                <c:pt idx="18690">
                  <c:v>29.3</c:v>
                </c:pt>
                <c:pt idx="18691">
                  <c:v>29.3</c:v>
                </c:pt>
                <c:pt idx="18692">
                  <c:v>29.3</c:v>
                </c:pt>
                <c:pt idx="18693">
                  <c:v>29.3</c:v>
                </c:pt>
                <c:pt idx="18694">
                  <c:v>29.3</c:v>
                </c:pt>
                <c:pt idx="18695">
                  <c:v>29.3</c:v>
                </c:pt>
                <c:pt idx="18696">
                  <c:v>29.25</c:v>
                </c:pt>
                <c:pt idx="18697">
                  <c:v>29.3</c:v>
                </c:pt>
                <c:pt idx="18698">
                  <c:v>29.25</c:v>
                </c:pt>
                <c:pt idx="18699">
                  <c:v>29.25</c:v>
                </c:pt>
                <c:pt idx="18700">
                  <c:v>29.25</c:v>
                </c:pt>
                <c:pt idx="18701">
                  <c:v>29.25</c:v>
                </c:pt>
                <c:pt idx="18702">
                  <c:v>29.25</c:v>
                </c:pt>
                <c:pt idx="18703">
                  <c:v>29.25</c:v>
                </c:pt>
                <c:pt idx="18704">
                  <c:v>29.25</c:v>
                </c:pt>
                <c:pt idx="18705">
                  <c:v>29.25</c:v>
                </c:pt>
                <c:pt idx="18706">
                  <c:v>29.25</c:v>
                </c:pt>
                <c:pt idx="18707">
                  <c:v>29.25</c:v>
                </c:pt>
                <c:pt idx="18708">
                  <c:v>29.25</c:v>
                </c:pt>
                <c:pt idx="18709">
                  <c:v>29.25</c:v>
                </c:pt>
                <c:pt idx="18710">
                  <c:v>29.25</c:v>
                </c:pt>
                <c:pt idx="18711">
                  <c:v>29.25</c:v>
                </c:pt>
                <c:pt idx="18712">
                  <c:v>29.25</c:v>
                </c:pt>
                <c:pt idx="18713">
                  <c:v>29.25</c:v>
                </c:pt>
                <c:pt idx="18714">
                  <c:v>29.25</c:v>
                </c:pt>
                <c:pt idx="18715">
                  <c:v>29.25</c:v>
                </c:pt>
                <c:pt idx="18716">
                  <c:v>29.25</c:v>
                </c:pt>
                <c:pt idx="18717">
                  <c:v>29.25</c:v>
                </c:pt>
                <c:pt idx="18718">
                  <c:v>29.25</c:v>
                </c:pt>
                <c:pt idx="18719">
                  <c:v>29.25</c:v>
                </c:pt>
                <c:pt idx="18720">
                  <c:v>29.25</c:v>
                </c:pt>
                <c:pt idx="18721">
                  <c:v>29.25</c:v>
                </c:pt>
                <c:pt idx="18722">
                  <c:v>29.25</c:v>
                </c:pt>
                <c:pt idx="18723">
                  <c:v>29.25</c:v>
                </c:pt>
                <c:pt idx="18724">
                  <c:v>29.25</c:v>
                </c:pt>
                <c:pt idx="18725">
                  <c:v>29.25</c:v>
                </c:pt>
                <c:pt idx="18726">
                  <c:v>29.25</c:v>
                </c:pt>
                <c:pt idx="18727">
                  <c:v>29.25</c:v>
                </c:pt>
                <c:pt idx="18728">
                  <c:v>29.25</c:v>
                </c:pt>
                <c:pt idx="18729">
                  <c:v>29.25</c:v>
                </c:pt>
                <c:pt idx="18730">
                  <c:v>29.25</c:v>
                </c:pt>
                <c:pt idx="18731">
                  <c:v>29.2</c:v>
                </c:pt>
                <c:pt idx="18732">
                  <c:v>29.2</c:v>
                </c:pt>
                <c:pt idx="18733">
                  <c:v>29.2</c:v>
                </c:pt>
                <c:pt idx="18734">
                  <c:v>29.2</c:v>
                </c:pt>
                <c:pt idx="18735">
                  <c:v>29.2</c:v>
                </c:pt>
                <c:pt idx="18736">
                  <c:v>29.2</c:v>
                </c:pt>
                <c:pt idx="18737">
                  <c:v>29.2</c:v>
                </c:pt>
                <c:pt idx="18738">
                  <c:v>29.2</c:v>
                </c:pt>
                <c:pt idx="18739">
                  <c:v>29.2</c:v>
                </c:pt>
                <c:pt idx="18740">
                  <c:v>29.2</c:v>
                </c:pt>
                <c:pt idx="18741">
                  <c:v>29.2</c:v>
                </c:pt>
                <c:pt idx="18742">
                  <c:v>29.2</c:v>
                </c:pt>
                <c:pt idx="18743">
                  <c:v>29.2</c:v>
                </c:pt>
                <c:pt idx="18744">
                  <c:v>29.2</c:v>
                </c:pt>
                <c:pt idx="18745">
                  <c:v>29.2</c:v>
                </c:pt>
                <c:pt idx="18746">
                  <c:v>29.2</c:v>
                </c:pt>
                <c:pt idx="18747">
                  <c:v>29.2</c:v>
                </c:pt>
                <c:pt idx="18748">
                  <c:v>29.2</c:v>
                </c:pt>
                <c:pt idx="18749">
                  <c:v>29.2</c:v>
                </c:pt>
                <c:pt idx="18750">
                  <c:v>29.2</c:v>
                </c:pt>
                <c:pt idx="18751">
                  <c:v>29.2</c:v>
                </c:pt>
                <c:pt idx="18752">
                  <c:v>29.2</c:v>
                </c:pt>
                <c:pt idx="18753">
                  <c:v>29.2</c:v>
                </c:pt>
                <c:pt idx="18754">
                  <c:v>29.2</c:v>
                </c:pt>
                <c:pt idx="18755">
                  <c:v>29.2</c:v>
                </c:pt>
                <c:pt idx="18756">
                  <c:v>29.2</c:v>
                </c:pt>
                <c:pt idx="18757">
                  <c:v>29.2</c:v>
                </c:pt>
                <c:pt idx="18758">
                  <c:v>29.2</c:v>
                </c:pt>
                <c:pt idx="18759">
                  <c:v>29.2</c:v>
                </c:pt>
                <c:pt idx="18760">
                  <c:v>29.2</c:v>
                </c:pt>
                <c:pt idx="18761">
                  <c:v>29.2</c:v>
                </c:pt>
                <c:pt idx="18762">
                  <c:v>29.2</c:v>
                </c:pt>
                <c:pt idx="18763">
                  <c:v>29.2</c:v>
                </c:pt>
                <c:pt idx="18764">
                  <c:v>29.2</c:v>
                </c:pt>
                <c:pt idx="18765">
                  <c:v>29.2</c:v>
                </c:pt>
                <c:pt idx="18766">
                  <c:v>29.2</c:v>
                </c:pt>
                <c:pt idx="18767">
                  <c:v>29.2</c:v>
                </c:pt>
                <c:pt idx="18768">
                  <c:v>29.2</c:v>
                </c:pt>
                <c:pt idx="18769">
                  <c:v>29.15</c:v>
                </c:pt>
                <c:pt idx="18770">
                  <c:v>29.15</c:v>
                </c:pt>
                <c:pt idx="18771">
                  <c:v>29.15</c:v>
                </c:pt>
                <c:pt idx="18772">
                  <c:v>29.15</c:v>
                </c:pt>
                <c:pt idx="18773">
                  <c:v>29.15</c:v>
                </c:pt>
                <c:pt idx="18774">
                  <c:v>29.15</c:v>
                </c:pt>
                <c:pt idx="18775">
                  <c:v>29.15</c:v>
                </c:pt>
                <c:pt idx="18776">
                  <c:v>29.15</c:v>
                </c:pt>
                <c:pt idx="18777">
                  <c:v>29.15</c:v>
                </c:pt>
                <c:pt idx="18778">
                  <c:v>29.15</c:v>
                </c:pt>
                <c:pt idx="18779">
                  <c:v>29.15</c:v>
                </c:pt>
                <c:pt idx="18780">
                  <c:v>29.15</c:v>
                </c:pt>
                <c:pt idx="18781">
                  <c:v>29.15</c:v>
                </c:pt>
                <c:pt idx="18782">
                  <c:v>29.15</c:v>
                </c:pt>
                <c:pt idx="18783">
                  <c:v>29.15</c:v>
                </c:pt>
                <c:pt idx="18784">
                  <c:v>29.15</c:v>
                </c:pt>
                <c:pt idx="18785">
                  <c:v>29.15</c:v>
                </c:pt>
                <c:pt idx="18786">
                  <c:v>29.15</c:v>
                </c:pt>
                <c:pt idx="18787">
                  <c:v>29.15</c:v>
                </c:pt>
                <c:pt idx="18788">
                  <c:v>29.15</c:v>
                </c:pt>
                <c:pt idx="18789">
                  <c:v>29.15</c:v>
                </c:pt>
                <c:pt idx="18790">
                  <c:v>29.15</c:v>
                </c:pt>
                <c:pt idx="18791">
                  <c:v>29.15</c:v>
                </c:pt>
                <c:pt idx="18792">
                  <c:v>29.15</c:v>
                </c:pt>
                <c:pt idx="18793">
                  <c:v>29.15</c:v>
                </c:pt>
                <c:pt idx="18794">
                  <c:v>29.15</c:v>
                </c:pt>
                <c:pt idx="18795">
                  <c:v>29.15</c:v>
                </c:pt>
                <c:pt idx="18796">
                  <c:v>29.15</c:v>
                </c:pt>
                <c:pt idx="18797">
                  <c:v>29.15</c:v>
                </c:pt>
                <c:pt idx="18798">
                  <c:v>29.15</c:v>
                </c:pt>
                <c:pt idx="18799">
                  <c:v>29.15</c:v>
                </c:pt>
                <c:pt idx="18800">
                  <c:v>29.15</c:v>
                </c:pt>
                <c:pt idx="18801">
                  <c:v>29.15</c:v>
                </c:pt>
                <c:pt idx="18802">
                  <c:v>29.15</c:v>
                </c:pt>
                <c:pt idx="18803">
                  <c:v>29.1</c:v>
                </c:pt>
                <c:pt idx="18804">
                  <c:v>29.1</c:v>
                </c:pt>
                <c:pt idx="18805">
                  <c:v>29.1</c:v>
                </c:pt>
                <c:pt idx="18806">
                  <c:v>29.1</c:v>
                </c:pt>
                <c:pt idx="18807">
                  <c:v>29.1</c:v>
                </c:pt>
                <c:pt idx="18808">
                  <c:v>29.1</c:v>
                </c:pt>
                <c:pt idx="18809">
                  <c:v>29.1</c:v>
                </c:pt>
                <c:pt idx="18810">
                  <c:v>29.1</c:v>
                </c:pt>
                <c:pt idx="18811">
                  <c:v>29.1</c:v>
                </c:pt>
                <c:pt idx="18812">
                  <c:v>29.1</c:v>
                </c:pt>
                <c:pt idx="18813">
                  <c:v>29.1</c:v>
                </c:pt>
                <c:pt idx="18814">
                  <c:v>29.1</c:v>
                </c:pt>
                <c:pt idx="18815">
                  <c:v>29.1</c:v>
                </c:pt>
                <c:pt idx="18816">
                  <c:v>29.1</c:v>
                </c:pt>
                <c:pt idx="18817">
                  <c:v>29.1</c:v>
                </c:pt>
                <c:pt idx="18818">
                  <c:v>29.1</c:v>
                </c:pt>
                <c:pt idx="18819">
                  <c:v>29.1</c:v>
                </c:pt>
                <c:pt idx="18820">
                  <c:v>29.1</c:v>
                </c:pt>
                <c:pt idx="18821">
                  <c:v>29.1</c:v>
                </c:pt>
                <c:pt idx="18822">
                  <c:v>29.1</c:v>
                </c:pt>
                <c:pt idx="18823">
                  <c:v>29.1</c:v>
                </c:pt>
                <c:pt idx="18824">
                  <c:v>29.05</c:v>
                </c:pt>
                <c:pt idx="18825">
                  <c:v>29.05</c:v>
                </c:pt>
                <c:pt idx="18826">
                  <c:v>29.05</c:v>
                </c:pt>
                <c:pt idx="18827">
                  <c:v>29.05</c:v>
                </c:pt>
                <c:pt idx="18828">
                  <c:v>29.05</c:v>
                </c:pt>
                <c:pt idx="18829">
                  <c:v>29.05</c:v>
                </c:pt>
                <c:pt idx="18830">
                  <c:v>29.05</c:v>
                </c:pt>
                <c:pt idx="18831">
                  <c:v>29.05</c:v>
                </c:pt>
                <c:pt idx="18832">
                  <c:v>29.05</c:v>
                </c:pt>
                <c:pt idx="18833">
                  <c:v>29.1</c:v>
                </c:pt>
                <c:pt idx="18834">
                  <c:v>29.1</c:v>
                </c:pt>
                <c:pt idx="18835">
                  <c:v>29.05</c:v>
                </c:pt>
                <c:pt idx="18836">
                  <c:v>29.05</c:v>
                </c:pt>
                <c:pt idx="18837">
                  <c:v>29.05</c:v>
                </c:pt>
                <c:pt idx="18838">
                  <c:v>29.1</c:v>
                </c:pt>
                <c:pt idx="18839">
                  <c:v>29.05</c:v>
                </c:pt>
                <c:pt idx="18840">
                  <c:v>29.05</c:v>
                </c:pt>
                <c:pt idx="18841">
                  <c:v>29.05</c:v>
                </c:pt>
                <c:pt idx="18842">
                  <c:v>29.05</c:v>
                </c:pt>
                <c:pt idx="18843">
                  <c:v>29.05</c:v>
                </c:pt>
                <c:pt idx="18844">
                  <c:v>29.05</c:v>
                </c:pt>
                <c:pt idx="18845">
                  <c:v>29.05</c:v>
                </c:pt>
                <c:pt idx="18846">
                  <c:v>29.05</c:v>
                </c:pt>
                <c:pt idx="18847">
                  <c:v>29.05</c:v>
                </c:pt>
                <c:pt idx="18848">
                  <c:v>29.05</c:v>
                </c:pt>
                <c:pt idx="18849">
                  <c:v>29.05</c:v>
                </c:pt>
                <c:pt idx="18850">
                  <c:v>29.05</c:v>
                </c:pt>
                <c:pt idx="18851">
                  <c:v>29.05</c:v>
                </c:pt>
                <c:pt idx="18852">
                  <c:v>29.05</c:v>
                </c:pt>
                <c:pt idx="18853">
                  <c:v>29.05</c:v>
                </c:pt>
                <c:pt idx="18854">
                  <c:v>29.05</c:v>
                </c:pt>
                <c:pt idx="18855">
                  <c:v>29.05</c:v>
                </c:pt>
                <c:pt idx="18856">
                  <c:v>29.05</c:v>
                </c:pt>
                <c:pt idx="18857">
                  <c:v>29.05</c:v>
                </c:pt>
                <c:pt idx="18858">
                  <c:v>29</c:v>
                </c:pt>
                <c:pt idx="18859">
                  <c:v>29</c:v>
                </c:pt>
                <c:pt idx="18860">
                  <c:v>29</c:v>
                </c:pt>
                <c:pt idx="18861">
                  <c:v>29</c:v>
                </c:pt>
                <c:pt idx="18862">
                  <c:v>29</c:v>
                </c:pt>
                <c:pt idx="18863">
                  <c:v>29</c:v>
                </c:pt>
                <c:pt idx="18864">
                  <c:v>29</c:v>
                </c:pt>
                <c:pt idx="18865">
                  <c:v>29</c:v>
                </c:pt>
                <c:pt idx="18866">
                  <c:v>29</c:v>
                </c:pt>
                <c:pt idx="18867">
                  <c:v>29</c:v>
                </c:pt>
                <c:pt idx="18868">
                  <c:v>29</c:v>
                </c:pt>
                <c:pt idx="18869">
                  <c:v>29</c:v>
                </c:pt>
                <c:pt idx="18870">
                  <c:v>29</c:v>
                </c:pt>
                <c:pt idx="18871">
                  <c:v>29</c:v>
                </c:pt>
                <c:pt idx="18872">
                  <c:v>29</c:v>
                </c:pt>
                <c:pt idx="18873">
                  <c:v>29</c:v>
                </c:pt>
                <c:pt idx="18874">
                  <c:v>29</c:v>
                </c:pt>
                <c:pt idx="18875">
                  <c:v>29</c:v>
                </c:pt>
                <c:pt idx="18876">
                  <c:v>29</c:v>
                </c:pt>
                <c:pt idx="18877">
                  <c:v>29</c:v>
                </c:pt>
                <c:pt idx="18878">
                  <c:v>29</c:v>
                </c:pt>
                <c:pt idx="18879">
                  <c:v>29</c:v>
                </c:pt>
                <c:pt idx="18880">
                  <c:v>29</c:v>
                </c:pt>
                <c:pt idx="18881">
                  <c:v>29</c:v>
                </c:pt>
                <c:pt idx="18882">
                  <c:v>29</c:v>
                </c:pt>
                <c:pt idx="18883">
                  <c:v>29</c:v>
                </c:pt>
                <c:pt idx="18884">
                  <c:v>29</c:v>
                </c:pt>
                <c:pt idx="18885">
                  <c:v>29</c:v>
                </c:pt>
                <c:pt idx="18886">
                  <c:v>29</c:v>
                </c:pt>
                <c:pt idx="18887">
                  <c:v>29</c:v>
                </c:pt>
                <c:pt idx="18888">
                  <c:v>29</c:v>
                </c:pt>
                <c:pt idx="18889">
                  <c:v>29</c:v>
                </c:pt>
                <c:pt idx="18890">
                  <c:v>29</c:v>
                </c:pt>
                <c:pt idx="18891">
                  <c:v>29</c:v>
                </c:pt>
                <c:pt idx="18892">
                  <c:v>29</c:v>
                </c:pt>
                <c:pt idx="18893">
                  <c:v>29</c:v>
                </c:pt>
                <c:pt idx="18894">
                  <c:v>29</c:v>
                </c:pt>
                <c:pt idx="18895">
                  <c:v>29</c:v>
                </c:pt>
                <c:pt idx="18896">
                  <c:v>29</c:v>
                </c:pt>
                <c:pt idx="18897">
                  <c:v>29</c:v>
                </c:pt>
                <c:pt idx="18898">
                  <c:v>28.95</c:v>
                </c:pt>
                <c:pt idx="18899">
                  <c:v>29</c:v>
                </c:pt>
                <c:pt idx="18900">
                  <c:v>28.95</c:v>
                </c:pt>
                <c:pt idx="18901">
                  <c:v>28.95</c:v>
                </c:pt>
                <c:pt idx="18902">
                  <c:v>28.95</c:v>
                </c:pt>
                <c:pt idx="18903">
                  <c:v>28.95</c:v>
                </c:pt>
                <c:pt idx="18904">
                  <c:v>28.95</c:v>
                </c:pt>
                <c:pt idx="18905">
                  <c:v>28.95</c:v>
                </c:pt>
                <c:pt idx="18906">
                  <c:v>28.95</c:v>
                </c:pt>
                <c:pt idx="18907">
                  <c:v>28.95</c:v>
                </c:pt>
                <c:pt idx="18908">
                  <c:v>28.95</c:v>
                </c:pt>
                <c:pt idx="18909">
                  <c:v>28.95</c:v>
                </c:pt>
                <c:pt idx="18910">
                  <c:v>28.95</c:v>
                </c:pt>
                <c:pt idx="18911">
                  <c:v>28.95</c:v>
                </c:pt>
                <c:pt idx="18912">
                  <c:v>28.95</c:v>
                </c:pt>
                <c:pt idx="18913">
                  <c:v>28.95</c:v>
                </c:pt>
                <c:pt idx="18914">
                  <c:v>28.95</c:v>
                </c:pt>
                <c:pt idx="18915">
                  <c:v>28.95</c:v>
                </c:pt>
                <c:pt idx="18916">
                  <c:v>28.95</c:v>
                </c:pt>
                <c:pt idx="18917">
                  <c:v>28.95</c:v>
                </c:pt>
                <c:pt idx="18918">
                  <c:v>28.95</c:v>
                </c:pt>
                <c:pt idx="18919">
                  <c:v>28.95</c:v>
                </c:pt>
                <c:pt idx="18920">
                  <c:v>28.95</c:v>
                </c:pt>
                <c:pt idx="18921">
                  <c:v>28.95</c:v>
                </c:pt>
                <c:pt idx="18922">
                  <c:v>28.95</c:v>
                </c:pt>
                <c:pt idx="18923">
                  <c:v>28.95</c:v>
                </c:pt>
                <c:pt idx="18924">
                  <c:v>28.95</c:v>
                </c:pt>
                <c:pt idx="18925">
                  <c:v>28.95</c:v>
                </c:pt>
                <c:pt idx="18926">
                  <c:v>28.95</c:v>
                </c:pt>
                <c:pt idx="18927">
                  <c:v>28.95</c:v>
                </c:pt>
                <c:pt idx="18928">
                  <c:v>28.95</c:v>
                </c:pt>
                <c:pt idx="18929">
                  <c:v>28.95</c:v>
                </c:pt>
                <c:pt idx="18930">
                  <c:v>28.95</c:v>
                </c:pt>
                <c:pt idx="18931">
                  <c:v>28.95</c:v>
                </c:pt>
                <c:pt idx="18932">
                  <c:v>28.95</c:v>
                </c:pt>
                <c:pt idx="18933">
                  <c:v>28.95</c:v>
                </c:pt>
                <c:pt idx="18934">
                  <c:v>28.95</c:v>
                </c:pt>
                <c:pt idx="18935">
                  <c:v>28.95</c:v>
                </c:pt>
                <c:pt idx="18936">
                  <c:v>28.95</c:v>
                </c:pt>
                <c:pt idx="18937">
                  <c:v>28.95</c:v>
                </c:pt>
                <c:pt idx="18938">
                  <c:v>28.95</c:v>
                </c:pt>
                <c:pt idx="18939">
                  <c:v>28.95</c:v>
                </c:pt>
                <c:pt idx="18940">
                  <c:v>28.95</c:v>
                </c:pt>
                <c:pt idx="18941">
                  <c:v>28.9</c:v>
                </c:pt>
                <c:pt idx="18942">
                  <c:v>28.9</c:v>
                </c:pt>
                <c:pt idx="18943">
                  <c:v>28.9</c:v>
                </c:pt>
                <c:pt idx="18944">
                  <c:v>28.9</c:v>
                </c:pt>
                <c:pt idx="18945">
                  <c:v>28.9</c:v>
                </c:pt>
                <c:pt idx="18946">
                  <c:v>28.9</c:v>
                </c:pt>
                <c:pt idx="18947">
                  <c:v>28.9</c:v>
                </c:pt>
                <c:pt idx="18948">
                  <c:v>28.9</c:v>
                </c:pt>
                <c:pt idx="18949">
                  <c:v>28.9</c:v>
                </c:pt>
                <c:pt idx="18950">
                  <c:v>28.9</c:v>
                </c:pt>
                <c:pt idx="18951">
                  <c:v>28.9</c:v>
                </c:pt>
                <c:pt idx="18952">
                  <c:v>28.9</c:v>
                </c:pt>
                <c:pt idx="18953">
                  <c:v>28.9</c:v>
                </c:pt>
                <c:pt idx="18954">
                  <c:v>28.9</c:v>
                </c:pt>
                <c:pt idx="18955">
                  <c:v>28.9</c:v>
                </c:pt>
                <c:pt idx="18956">
                  <c:v>28.9</c:v>
                </c:pt>
                <c:pt idx="18957">
                  <c:v>28.9</c:v>
                </c:pt>
                <c:pt idx="18958">
                  <c:v>28.9</c:v>
                </c:pt>
                <c:pt idx="18959">
                  <c:v>28.9</c:v>
                </c:pt>
                <c:pt idx="18960">
                  <c:v>28.9</c:v>
                </c:pt>
                <c:pt idx="18961">
                  <c:v>28.9</c:v>
                </c:pt>
                <c:pt idx="18962">
                  <c:v>28.9</c:v>
                </c:pt>
                <c:pt idx="18963">
                  <c:v>28.9</c:v>
                </c:pt>
                <c:pt idx="18964">
                  <c:v>28.9</c:v>
                </c:pt>
                <c:pt idx="18965">
                  <c:v>28.9</c:v>
                </c:pt>
                <c:pt idx="18966">
                  <c:v>28.9</c:v>
                </c:pt>
                <c:pt idx="18967">
                  <c:v>28.9</c:v>
                </c:pt>
                <c:pt idx="18968">
                  <c:v>28.9</c:v>
                </c:pt>
                <c:pt idx="18969">
                  <c:v>28.9</c:v>
                </c:pt>
                <c:pt idx="18970">
                  <c:v>28.9</c:v>
                </c:pt>
                <c:pt idx="18971">
                  <c:v>28.9</c:v>
                </c:pt>
                <c:pt idx="18972">
                  <c:v>28.9</c:v>
                </c:pt>
                <c:pt idx="18973">
                  <c:v>28.9</c:v>
                </c:pt>
                <c:pt idx="18974">
                  <c:v>28.9</c:v>
                </c:pt>
                <c:pt idx="18975">
                  <c:v>28.9</c:v>
                </c:pt>
                <c:pt idx="18976">
                  <c:v>28.9</c:v>
                </c:pt>
                <c:pt idx="18977">
                  <c:v>28.85</c:v>
                </c:pt>
                <c:pt idx="18978">
                  <c:v>28.85</c:v>
                </c:pt>
                <c:pt idx="18979">
                  <c:v>28.9</c:v>
                </c:pt>
                <c:pt idx="18980">
                  <c:v>28.85</c:v>
                </c:pt>
                <c:pt idx="18981">
                  <c:v>28.85</c:v>
                </c:pt>
                <c:pt idx="18982">
                  <c:v>28.85</c:v>
                </c:pt>
                <c:pt idx="18983">
                  <c:v>28.85</c:v>
                </c:pt>
                <c:pt idx="18984">
                  <c:v>28.85</c:v>
                </c:pt>
                <c:pt idx="18985">
                  <c:v>28.85</c:v>
                </c:pt>
                <c:pt idx="18986">
                  <c:v>28.85</c:v>
                </c:pt>
                <c:pt idx="18987">
                  <c:v>28.85</c:v>
                </c:pt>
                <c:pt idx="18988">
                  <c:v>28.85</c:v>
                </c:pt>
                <c:pt idx="18989">
                  <c:v>28.85</c:v>
                </c:pt>
                <c:pt idx="18990">
                  <c:v>28.85</c:v>
                </c:pt>
                <c:pt idx="18991">
                  <c:v>28.85</c:v>
                </c:pt>
                <c:pt idx="18992">
                  <c:v>28.85</c:v>
                </c:pt>
                <c:pt idx="18993">
                  <c:v>28.85</c:v>
                </c:pt>
                <c:pt idx="18994">
                  <c:v>28.85</c:v>
                </c:pt>
                <c:pt idx="18995">
                  <c:v>28.85</c:v>
                </c:pt>
                <c:pt idx="18996">
                  <c:v>28.85</c:v>
                </c:pt>
                <c:pt idx="18997">
                  <c:v>28.85</c:v>
                </c:pt>
                <c:pt idx="18998">
                  <c:v>28.85</c:v>
                </c:pt>
                <c:pt idx="18999">
                  <c:v>28.85</c:v>
                </c:pt>
                <c:pt idx="19000">
                  <c:v>28.85</c:v>
                </c:pt>
                <c:pt idx="19001">
                  <c:v>28.85</c:v>
                </c:pt>
                <c:pt idx="19002">
                  <c:v>28.85</c:v>
                </c:pt>
                <c:pt idx="19003">
                  <c:v>28.85</c:v>
                </c:pt>
                <c:pt idx="19004">
                  <c:v>28.85</c:v>
                </c:pt>
                <c:pt idx="19005">
                  <c:v>28.85</c:v>
                </c:pt>
                <c:pt idx="19006">
                  <c:v>28.85</c:v>
                </c:pt>
                <c:pt idx="19007">
                  <c:v>28.85</c:v>
                </c:pt>
                <c:pt idx="19008">
                  <c:v>28.85</c:v>
                </c:pt>
                <c:pt idx="19009">
                  <c:v>28.85</c:v>
                </c:pt>
                <c:pt idx="19010">
                  <c:v>28.85</c:v>
                </c:pt>
                <c:pt idx="19011">
                  <c:v>28.85</c:v>
                </c:pt>
                <c:pt idx="19012">
                  <c:v>28.85</c:v>
                </c:pt>
                <c:pt idx="19013">
                  <c:v>28.85</c:v>
                </c:pt>
                <c:pt idx="19014">
                  <c:v>28.85</c:v>
                </c:pt>
                <c:pt idx="19015">
                  <c:v>28.85</c:v>
                </c:pt>
                <c:pt idx="19016">
                  <c:v>28.8</c:v>
                </c:pt>
                <c:pt idx="19017">
                  <c:v>28.8</c:v>
                </c:pt>
                <c:pt idx="19018">
                  <c:v>28.8</c:v>
                </c:pt>
                <c:pt idx="19019">
                  <c:v>28.8</c:v>
                </c:pt>
                <c:pt idx="19020">
                  <c:v>28.8</c:v>
                </c:pt>
                <c:pt idx="19021">
                  <c:v>28.8</c:v>
                </c:pt>
                <c:pt idx="19022">
                  <c:v>28.8</c:v>
                </c:pt>
                <c:pt idx="19023">
                  <c:v>28.8</c:v>
                </c:pt>
                <c:pt idx="19024">
                  <c:v>28.8</c:v>
                </c:pt>
                <c:pt idx="19025">
                  <c:v>28.8</c:v>
                </c:pt>
                <c:pt idx="19026">
                  <c:v>28.8</c:v>
                </c:pt>
                <c:pt idx="19027">
                  <c:v>28.8</c:v>
                </c:pt>
                <c:pt idx="19028">
                  <c:v>28.8</c:v>
                </c:pt>
                <c:pt idx="19029">
                  <c:v>28.8</c:v>
                </c:pt>
                <c:pt idx="19030">
                  <c:v>28.8</c:v>
                </c:pt>
                <c:pt idx="19031">
                  <c:v>28.8</c:v>
                </c:pt>
                <c:pt idx="19032">
                  <c:v>28.8</c:v>
                </c:pt>
                <c:pt idx="19033">
                  <c:v>28.8</c:v>
                </c:pt>
                <c:pt idx="19034">
                  <c:v>28.8</c:v>
                </c:pt>
                <c:pt idx="19035">
                  <c:v>28.8</c:v>
                </c:pt>
                <c:pt idx="19036">
                  <c:v>28.8</c:v>
                </c:pt>
                <c:pt idx="19037">
                  <c:v>28.8</c:v>
                </c:pt>
                <c:pt idx="19038">
                  <c:v>28.8</c:v>
                </c:pt>
                <c:pt idx="19039">
                  <c:v>28.8</c:v>
                </c:pt>
                <c:pt idx="19040">
                  <c:v>28.8</c:v>
                </c:pt>
                <c:pt idx="19041">
                  <c:v>28.8</c:v>
                </c:pt>
                <c:pt idx="19042">
                  <c:v>28.8</c:v>
                </c:pt>
                <c:pt idx="19043">
                  <c:v>28.8</c:v>
                </c:pt>
                <c:pt idx="19044">
                  <c:v>28.8</c:v>
                </c:pt>
                <c:pt idx="19045">
                  <c:v>28.8</c:v>
                </c:pt>
                <c:pt idx="19046">
                  <c:v>28.8</c:v>
                </c:pt>
                <c:pt idx="19047">
                  <c:v>28.8</c:v>
                </c:pt>
                <c:pt idx="19048">
                  <c:v>28.8</c:v>
                </c:pt>
                <c:pt idx="19049">
                  <c:v>28.8</c:v>
                </c:pt>
                <c:pt idx="19050">
                  <c:v>28.8</c:v>
                </c:pt>
                <c:pt idx="19051">
                  <c:v>28.8</c:v>
                </c:pt>
                <c:pt idx="19052">
                  <c:v>28.8</c:v>
                </c:pt>
                <c:pt idx="19053">
                  <c:v>28.8</c:v>
                </c:pt>
                <c:pt idx="19054">
                  <c:v>28.8</c:v>
                </c:pt>
                <c:pt idx="19055">
                  <c:v>28.8</c:v>
                </c:pt>
                <c:pt idx="19056">
                  <c:v>28.8</c:v>
                </c:pt>
                <c:pt idx="19057">
                  <c:v>28.8</c:v>
                </c:pt>
                <c:pt idx="19058">
                  <c:v>28.8</c:v>
                </c:pt>
                <c:pt idx="19059">
                  <c:v>28.8</c:v>
                </c:pt>
                <c:pt idx="19060">
                  <c:v>28.75</c:v>
                </c:pt>
                <c:pt idx="19061">
                  <c:v>28.75</c:v>
                </c:pt>
                <c:pt idx="19062">
                  <c:v>28.75</c:v>
                </c:pt>
                <c:pt idx="19063">
                  <c:v>28.75</c:v>
                </c:pt>
                <c:pt idx="19064">
                  <c:v>28.75</c:v>
                </c:pt>
                <c:pt idx="19065">
                  <c:v>28.75</c:v>
                </c:pt>
                <c:pt idx="19066">
                  <c:v>28.75</c:v>
                </c:pt>
                <c:pt idx="19067">
                  <c:v>28.75</c:v>
                </c:pt>
                <c:pt idx="19068">
                  <c:v>28.75</c:v>
                </c:pt>
                <c:pt idx="19069">
                  <c:v>28.75</c:v>
                </c:pt>
                <c:pt idx="19070">
                  <c:v>28.75</c:v>
                </c:pt>
                <c:pt idx="19071">
                  <c:v>28.75</c:v>
                </c:pt>
                <c:pt idx="19072">
                  <c:v>28.75</c:v>
                </c:pt>
                <c:pt idx="19073">
                  <c:v>28.75</c:v>
                </c:pt>
                <c:pt idx="19074">
                  <c:v>28.75</c:v>
                </c:pt>
                <c:pt idx="19075">
                  <c:v>28.75</c:v>
                </c:pt>
                <c:pt idx="19076">
                  <c:v>28.75</c:v>
                </c:pt>
                <c:pt idx="19077">
                  <c:v>28.75</c:v>
                </c:pt>
                <c:pt idx="19078">
                  <c:v>28.75</c:v>
                </c:pt>
                <c:pt idx="19079">
                  <c:v>28.75</c:v>
                </c:pt>
                <c:pt idx="19080">
                  <c:v>28.75</c:v>
                </c:pt>
                <c:pt idx="19081">
                  <c:v>28.75</c:v>
                </c:pt>
                <c:pt idx="19082">
                  <c:v>28.75</c:v>
                </c:pt>
                <c:pt idx="19083">
                  <c:v>28.75</c:v>
                </c:pt>
                <c:pt idx="19084">
                  <c:v>28.75</c:v>
                </c:pt>
                <c:pt idx="19085">
                  <c:v>28.75</c:v>
                </c:pt>
                <c:pt idx="19086">
                  <c:v>28.75</c:v>
                </c:pt>
                <c:pt idx="19087">
                  <c:v>28.75</c:v>
                </c:pt>
                <c:pt idx="19088">
                  <c:v>28.75</c:v>
                </c:pt>
                <c:pt idx="19089">
                  <c:v>28.75</c:v>
                </c:pt>
                <c:pt idx="19090">
                  <c:v>28.75</c:v>
                </c:pt>
                <c:pt idx="19091">
                  <c:v>28.75</c:v>
                </c:pt>
                <c:pt idx="19092">
                  <c:v>28.75</c:v>
                </c:pt>
                <c:pt idx="19093">
                  <c:v>28.75</c:v>
                </c:pt>
                <c:pt idx="19094">
                  <c:v>28.75</c:v>
                </c:pt>
                <c:pt idx="19095">
                  <c:v>28.7</c:v>
                </c:pt>
                <c:pt idx="19096">
                  <c:v>28.7</c:v>
                </c:pt>
                <c:pt idx="19097">
                  <c:v>28.75</c:v>
                </c:pt>
                <c:pt idx="19098">
                  <c:v>28.7</c:v>
                </c:pt>
                <c:pt idx="19099">
                  <c:v>28.7</c:v>
                </c:pt>
                <c:pt idx="19100">
                  <c:v>28.7</c:v>
                </c:pt>
                <c:pt idx="19101">
                  <c:v>28.7</c:v>
                </c:pt>
                <c:pt idx="19102">
                  <c:v>28.75</c:v>
                </c:pt>
                <c:pt idx="19103">
                  <c:v>28.7</c:v>
                </c:pt>
                <c:pt idx="19104">
                  <c:v>28.7</c:v>
                </c:pt>
                <c:pt idx="19105">
                  <c:v>28.7</c:v>
                </c:pt>
                <c:pt idx="19106">
                  <c:v>28.75</c:v>
                </c:pt>
                <c:pt idx="19107">
                  <c:v>28.7</c:v>
                </c:pt>
                <c:pt idx="19108">
                  <c:v>28.7</c:v>
                </c:pt>
                <c:pt idx="19109">
                  <c:v>28.7</c:v>
                </c:pt>
                <c:pt idx="19110">
                  <c:v>28.7</c:v>
                </c:pt>
                <c:pt idx="19111">
                  <c:v>28.7</c:v>
                </c:pt>
                <c:pt idx="19112">
                  <c:v>28.7</c:v>
                </c:pt>
                <c:pt idx="19113">
                  <c:v>28.7</c:v>
                </c:pt>
                <c:pt idx="19114">
                  <c:v>28.7</c:v>
                </c:pt>
                <c:pt idx="19115">
                  <c:v>28.7</c:v>
                </c:pt>
                <c:pt idx="19116">
                  <c:v>28.7</c:v>
                </c:pt>
                <c:pt idx="19117">
                  <c:v>28.7</c:v>
                </c:pt>
                <c:pt idx="19118">
                  <c:v>28.7</c:v>
                </c:pt>
                <c:pt idx="19119">
                  <c:v>28.7</c:v>
                </c:pt>
                <c:pt idx="19120">
                  <c:v>28.7</c:v>
                </c:pt>
                <c:pt idx="19121">
                  <c:v>28.7</c:v>
                </c:pt>
                <c:pt idx="19122">
                  <c:v>28.7</c:v>
                </c:pt>
                <c:pt idx="19123">
                  <c:v>28.7</c:v>
                </c:pt>
                <c:pt idx="19124">
                  <c:v>28.7</c:v>
                </c:pt>
                <c:pt idx="19125">
                  <c:v>28.7</c:v>
                </c:pt>
                <c:pt idx="19126">
                  <c:v>28.7</c:v>
                </c:pt>
                <c:pt idx="19127">
                  <c:v>28.7</c:v>
                </c:pt>
                <c:pt idx="19128">
                  <c:v>28.7</c:v>
                </c:pt>
                <c:pt idx="19129">
                  <c:v>28.7</c:v>
                </c:pt>
                <c:pt idx="19130">
                  <c:v>28.7</c:v>
                </c:pt>
                <c:pt idx="19131">
                  <c:v>28.7</c:v>
                </c:pt>
                <c:pt idx="19132">
                  <c:v>28.7</c:v>
                </c:pt>
                <c:pt idx="19133">
                  <c:v>28.7</c:v>
                </c:pt>
                <c:pt idx="19134">
                  <c:v>28.7</c:v>
                </c:pt>
                <c:pt idx="19135">
                  <c:v>28.7</c:v>
                </c:pt>
                <c:pt idx="19136">
                  <c:v>28.7</c:v>
                </c:pt>
                <c:pt idx="19137">
                  <c:v>28.7</c:v>
                </c:pt>
                <c:pt idx="19138">
                  <c:v>28.7</c:v>
                </c:pt>
                <c:pt idx="19139">
                  <c:v>28.7</c:v>
                </c:pt>
                <c:pt idx="19140">
                  <c:v>28.7</c:v>
                </c:pt>
                <c:pt idx="19141">
                  <c:v>28.65</c:v>
                </c:pt>
                <c:pt idx="19142">
                  <c:v>28.65</c:v>
                </c:pt>
                <c:pt idx="19143">
                  <c:v>28.7</c:v>
                </c:pt>
                <c:pt idx="19144">
                  <c:v>28.65</c:v>
                </c:pt>
                <c:pt idx="19145">
                  <c:v>28.65</c:v>
                </c:pt>
                <c:pt idx="19146">
                  <c:v>28.65</c:v>
                </c:pt>
                <c:pt idx="19147">
                  <c:v>28.65</c:v>
                </c:pt>
                <c:pt idx="19148">
                  <c:v>28.65</c:v>
                </c:pt>
                <c:pt idx="19149">
                  <c:v>28.65</c:v>
                </c:pt>
                <c:pt idx="19150">
                  <c:v>28.65</c:v>
                </c:pt>
                <c:pt idx="19151">
                  <c:v>28.65</c:v>
                </c:pt>
                <c:pt idx="19152">
                  <c:v>28.65</c:v>
                </c:pt>
                <c:pt idx="19153">
                  <c:v>28.65</c:v>
                </c:pt>
                <c:pt idx="19154">
                  <c:v>28.65</c:v>
                </c:pt>
                <c:pt idx="19155">
                  <c:v>28.65</c:v>
                </c:pt>
                <c:pt idx="19156">
                  <c:v>28.65</c:v>
                </c:pt>
                <c:pt idx="19157">
                  <c:v>28.65</c:v>
                </c:pt>
                <c:pt idx="19158">
                  <c:v>28.65</c:v>
                </c:pt>
                <c:pt idx="19159">
                  <c:v>28.65</c:v>
                </c:pt>
                <c:pt idx="19160">
                  <c:v>28.65</c:v>
                </c:pt>
                <c:pt idx="19161">
                  <c:v>28.65</c:v>
                </c:pt>
                <c:pt idx="19162">
                  <c:v>28.65</c:v>
                </c:pt>
                <c:pt idx="19163">
                  <c:v>28.65</c:v>
                </c:pt>
                <c:pt idx="19164">
                  <c:v>28.65</c:v>
                </c:pt>
                <c:pt idx="19165">
                  <c:v>28.65</c:v>
                </c:pt>
                <c:pt idx="19166">
                  <c:v>28.65</c:v>
                </c:pt>
                <c:pt idx="19167">
                  <c:v>28.65</c:v>
                </c:pt>
                <c:pt idx="19168">
                  <c:v>28.65</c:v>
                </c:pt>
                <c:pt idx="19169">
                  <c:v>28.65</c:v>
                </c:pt>
                <c:pt idx="19170">
                  <c:v>28.65</c:v>
                </c:pt>
                <c:pt idx="19171">
                  <c:v>28.65</c:v>
                </c:pt>
                <c:pt idx="19172">
                  <c:v>28.65</c:v>
                </c:pt>
                <c:pt idx="19173">
                  <c:v>28.65</c:v>
                </c:pt>
                <c:pt idx="19174">
                  <c:v>28.65</c:v>
                </c:pt>
                <c:pt idx="19175">
                  <c:v>28.65</c:v>
                </c:pt>
                <c:pt idx="19176">
                  <c:v>28.65</c:v>
                </c:pt>
                <c:pt idx="19177">
                  <c:v>28.65</c:v>
                </c:pt>
                <c:pt idx="19178">
                  <c:v>28.65</c:v>
                </c:pt>
                <c:pt idx="19179">
                  <c:v>28.65</c:v>
                </c:pt>
                <c:pt idx="19180">
                  <c:v>28.65</c:v>
                </c:pt>
                <c:pt idx="19181">
                  <c:v>28.65</c:v>
                </c:pt>
                <c:pt idx="19182">
                  <c:v>28.65</c:v>
                </c:pt>
                <c:pt idx="19183">
                  <c:v>28.6</c:v>
                </c:pt>
                <c:pt idx="19184">
                  <c:v>28.65</c:v>
                </c:pt>
                <c:pt idx="19185">
                  <c:v>28.65</c:v>
                </c:pt>
                <c:pt idx="19186">
                  <c:v>28.65</c:v>
                </c:pt>
                <c:pt idx="19187">
                  <c:v>28.6</c:v>
                </c:pt>
                <c:pt idx="19188">
                  <c:v>28.65</c:v>
                </c:pt>
                <c:pt idx="19189">
                  <c:v>28.6</c:v>
                </c:pt>
                <c:pt idx="19190">
                  <c:v>28.6</c:v>
                </c:pt>
                <c:pt idx="19191">
                  <c:v>28.6</c:v>
                </c:pt>
                <c:pt idx="19192">
                  <c:v>28.6</c:v>
                </c:pt>
                <c:pt idx="19193">
                  <c:v>28.6</c:v>
                </c:pt>
                <c:pt idx="19194">
                  <c:v>28.6</c:v>
                </c:pt>
                <c:pt idx="19195">
                  <c:v>28.6</c:v>
                </c:pt>
                <c:pt idx="19196">
                  <c:v>28.6</c:v>
                </c:pt>
                <c:pt idx="19197">
                  <c:v>28.6</c:v>
                </c:pt>
                <c:pt idx="19198">
                  <c:v>28.6</c:v>
                </c:pt>
                <c:pt idx="19199">
                  <c:v>28.6</c:v>
                </c:pt>
                <c:pt idx="19200">
                  <c:v>28.6</c:v>
                </c:pt>
                <c:pt idx="19201">
                  <c:v>28.6</c:v>
                </c:pt>
                <c:pt idx="19202">
                  <c:v>28.6</c:v>
                </c:pt>
                <c:pt idx="19203">
                  <c:v>28.6</c:v>
                </c:pt>
                <c:pt idx="19204">
                  <c:v>28.6</c:v>
                </c:pt>
                <c:pt idx="19205">
                  <c:v>28.6</c:v>
                </c:pt>
                <c:pt idx="19206">
                  <c:v>28.6</c:v>
                </c:pt>
                <c:pt idx="19207">
                  <c:v>28.6</c:v>
                </c:pt>
                <c:pt idx="19208">
                  <c:v>28.6</c:v>
                </c:pt>
                <c:pt idx="19209">
                  <c:v>28.6</c:v>
                </c:pt>
                <c:pt idx="19210">
                  <c:v>28.6</c:v>
                </c:pt>
                <c:pt idx="19211">
                  <c:v>28.6</c:v>
                </c:pt>
                <c:pt idx="19212">
                  <c:v>28.6</c:v>
                </c:pt>
                <c:pt idx="19213">
                  <c:v>28.6</c:v>
                </c:pt>
                <c:pt idx="19214">
                  <c:v>28.6</c:v>
                </c:pt>
                <c:pt idx="19215">
                  <c:v>28.6</c:v>
                </c:pt>
                <c:pt idx="19216">
                  <c:v>28.6</c:v>
                </c:pt>
                <c:pt idx="19217">
                  <c:v>28.6</c:v>
                </c:pt>
                <c:pt idx="19218">
                  <c:v>28.6</c:v>
                </c:pt>
                <c:pt idx="19219">
                  <c:v>28.6</c:v>
                </c:pt>
                <c:pt idx="19220">
                  <c:v>28.6</c:v>
                </c:pt>
                <c:pt idx="19221">
                  <c:v>28.6</c:v>
                </c:pt>
                <c:pt idx="19222">
                  <c:v>28.6</c:v>
                </c:pt>
                <c:pt idx="19223">
                  <c:v>28.6</c:v>
                </c:pt>
                <c:pt idx="19224">
                  <c:v>28.6</c:v>
                </c:pt>
                <c:pt idx="19225">
                  <c:v>28.6</c:v>
                </c:pt>
                <c:pt idx="19226">
                  <c:v>28.55</c:v>
                </c:pt>
                <c:pt idx="19227">
                  <c:v>28.6</c:v>
                </c:pt>
                <c:pt idx="19228">
                  <c:v>28.55</c:v>
                </c:pt>
                <c:pt idx="19229">
                  <c:v>28.6</c:v>
                </c:pt>
                <c:pt idx="19230">
                  <c:v>28.6</c:v>
                </c:pt>
                <c:pt idx="19231">
                  <c:v>28.55</c:v>
                </c:pt>
                <c:pt idx="19232">
                  <c:v>28.55</c:v>
                </c:pt>
                <c:pt idx="19233">
                  <c:v>28.55</c:v>
                </c:pt>
                <c:pt idx="19234">
                  <c:v>28.55</c:v>
                </c:pt>
                <c:pt idx="19235">
                  <c:v>28.55</c:v>
                </c:pt>
                <c:pt idx="19236">
                  <c:v>28.55</c:v>
                </c:pt>
                <c:pt idx="19237">
                  <c:v>28.55</c:v>
                </c:pt>
                <c:pt idx="19238">
                  <c:v>28.55</c:v>
                </c:pt>
                <c:pt idx="19239">
                  <c:v>28.55</c:v>
                </c:pt>
                <c:pt idx="19240">
                  <c:v>28.55</c:v>
                </c:pt>
                <c:pt idx="19241">
                  <c:v>28.55</c:v>
                </c:pt>
                <c:pt idx="19242">
                  <c:v>28.55</c:v>
                </c:pt>
                <c:pt idx="19243">
                  <c:v>28.55</c:v>
                </c:pt>
                <c:pt idx="19244">
                  <c:v>28.55</c:v>
                </c:pt>
                <c:pt idx="19245">
                  <c:v>28.55</c:v>
                </c:pt>
                <c:pt idx="19246">
                  <c:v>28.55</c:v>
                </c:pt>
                <c:pt idx="19247">
                  <c:v>28.55</c:v>
                </c:pt>
                <c:pt idx="19248">
                  <c:v>28.55</c:v>
                </c:pt>
                <c:pt idx="19249">
                  <c:v>28.55</c:v>
                </c:pt>
                <c:pt idx="19250">
                  <c:v>28.55</c:v>
                </c:pt>
                <c:pt idx="19251">
                  <c:v>28.55</c:v>
                </c:pt>
                <c:pt idx="19252">
                  <c:v>28.55</c:v>
                </c:pt>
                <c:pt idx="19253">
                  <c:v>28.55</c:v>
                </c:pt>
                <c:pt idx="19254">
                  <c:v>28.55</c:v>
                </c:pt>
                <c:pt idx="19255">
                  <c:v>28.55</c:v>
                </c:pt>
                <c:pt idx="19256">
                  <c:v>28.5</c:v>
                </c:pt>
                <c:pt idx="19257">
                  <c:v>28.55</c:v>
                </c:pt>
                <c:pt idx="19258">
                  <c:v>28.5</c:v>
                </c:pt>
                <c:pt idx="19259">
                  <c:v>28.55</c:v>
                </c:pt>
                <c:pt idx="19260">
                  <c:v>28.5</c:v>
                </c:pt>
                <c:pt idx="19261">
                  <c:v>28.5</c:v>
                </c:pt>
                <c:pt idx="19262">
                  <c:v>28.5</c:v>
                </c:pt>
                <c:pt idx="19263">
                  <c:v>28.55</c:v>
                </c:pt>
                <c:pt idx="19264">
                  <c:v>28.5</c:v>
                </c:pt>
                <c:pt idx="19265">
                  <c:v>28.55</c:v>
                </c:pt>
                <c:pt idx="19266">
                  <c:v>28.5</c:v>
                </c:pt>
                <c:pt idx="19267">
                  <c:v>28.55</c:v>
                </c:pt>
                <c:pt idx="19268">
                  <c:v>28.55</c:v>
                </c:pt>
                <c:pt idx="19269">
                  <c:v>28.55</c:v>
                </c:pt>
                <c:pt idx="19270">
                  <c:v>28.55</c:v>
                </c:pt>
                <c:pt idx="19271">
                  <c:v>28.55</c:v>
                </c:pt>
                <c:pt idx="19272">
                  <c:v>28.5</c:v>
                </c:pt>
                <c:pt idx="19273">
                  <c:v>28.55</c:v>
                </c:pt>
                <c:pt idx="19274">
                  <c:v>28.5</c:v>
                </c:pt>
                <c:pt idx="19275">
                  <c:v>28.5</c:v>
                </c:pt>
                <c:pt idx="19276">
                  <c:v>28.5</c:v>
                </c:pt>
                <c:pt idx="19277">
                  <c:v>28.5</c:v>
                </c:pt>
                <c:pt idx="19278">
                  <c:v>28.5</c:v>
                </c:pt>
                <c:pt idx="19279">
                  <c:v>28.5</c:v>
                </c:pt>
                <c:pt idx="19280">
                  <c:v>28.5</c:v>
                </c:pt>
                <c:pt idx="19281">
                  <c:v>28.5</c:v>
                </c:pt>
                <c:pt idx="19282">
                  <c:v>28.5</c:v>
                </c:pt>
                <c:pt idx="19283">
                  <c:v>28.5</c:v>
                </c:pt>
                <c:pt idx="19284">
                  <c:v>28.5</c:v>
                </c:pt>
                <c:pt idx="19285">
                  <c:v>28.5</c:v>
                </c:pt>
                <c:pt idx="19286">
                  <c:v>28.5</c:v>
                </c:pt>
                <c:pt idx="19287">
                  <c:v>28.5</c:v>
                </c:pt>
                <c:pt idx="19288">
                  <c:v>28.5</c:v>
                </c:pt>
                <c:pt idx="19289">
                  <c:v>28.5</c:v>
                </c:pt>
                <c:pt idx="19290">
                  <c:v>28.5</c:v>
                </c:pt>
                <c:pt idx="19291">
                  <c:v>28.5</c:v>
                </c:pt>
                <c:pt idx="19292">
                  <c:v>28.5</c:v>
                </c:pt>
                <c:pt idx="19293">
                  <c:v>28.5</c:v>
                </c:pt>
                <c:pt idx="19294">
                  <c:v>28.5</c:v>
                </c:pt>
                <c:pt idx="19295">
                  <c:v>28.5</c:v>
                </c:pt>
                <c:pt idx="19296">
                  <c:v>28.5</c:v>
                </c:pt>
                <c:pt idx="19297">
                  <c:v>28.5</c:v>
                </c:pt>
                <c:pt idx="19298">
                  <c:v>28.5</c:v>
                </c:pt>
                <c:pt idx="19299">
                  <c:v>28.5</c:v>
                </c:pt>
                <c:pt idx="19300">
                  <c:v>28.5</c:v>
                </c:pt>
                <c:pt idx="19301">
                  <c:v>28.5</c:v>
                </c:pt>
                <c:pt idx="19302">
                  <c:v>28.5</c:v>
                </c:pt>
                <c:pt idx="19303">
                  <c:v>28.5</c:v>
                </c:pt>
                <c:pt idx="19304">
                  <c:v>28.5</c:v>
                </c:pt>
                <c:pt idx="19305">
                  <c:v>28.5</c:v>
                </c:pt>
                <c:pt idx="19306">
                  <c:v>28.5</c:v>
                </c:pt>
                <c:pt idx="19307">
                  <c:v>28.5</c:v>
                </c:pt>
                <c:pt idx="19308">
                  <c:v>28.5</c:v>
                </c:pt>
                <c:pt idx="19309">
                  <c:v>28.5</c:v>
                </c:pt>
                <c:pt idx="19310">
                  <c:v>28.5</c:v>
                </c:pt>
                <c:pt idx="19311">
                  <c:v>28.5</c:v>
                </c:pt>
                <c:pt idx="19312">
                  <c:v>28.5</c:v>
                </c:pt>
                <c:pt idx="19313">
                  <c:v>28.5</c:v>
                </c:pt>
                <c:pt idx="19314">
                  <c:v>28.5</c:v>
                </c:pt>
                <c:pt idx="19315">
                  <c:v>28.5</c:v>
                </c:pt>
                <c:pt idx="19316">
                  <c:v>28.5</c:v>
                </c:pt>
                <c:pt idx="19317">
                  <c:v>28.45</c:v>
                </c:pt>
                <c:pt idx="19318">
                  <c:v>28.45</c:v>
                </c:pt>
                <c:pt idx="19319">
                  <c:v>28.45</c:v>
                </c:pt>
                <c:pt idx="19320">
                  <c:v>28.45</c:v>
                </c:pt>
                <c:pt idx="19321">
                  <c:v>28.45</c:v>
                </c:pt>
                <c:pt idx="19322">
                  <c:v>28.45</c:v>
                </c:pt>
                <c:pt idx="19323">
                  <c:v>28.45</c:v>
                </c:pt>
                <c:pt idx="19324">
                  <c:v>28.45</c:v>
                </c:pt>
                <c:pt idx="19325">
                  <c:v>28.45</c:v>
                </c:pt>
                <c:pt idx="19326">
                  <c:v>28.45</c:v>
                </c:pt>
                <c:pt idx="19327">
                  <c:v>28.45</c:v>
                </c:pt>
                <c:pt idx="19328">
                  <c:v>28.45</c:v>
                </c:pt>
                <c:pt idx="19329">
                  <c:v>28.45</c:v>
                </c:pt>
                <c:pt idx="19330">
                  <c:v>28.45</c:v>
                </c:pt>
                <c:pt idx="19331">
                  <c:v>28.45</c:v>
                </c:pt>
                <c:pt idx="19332">
                  <c:v>28.45</c:v>
                </c:pt>
                <c:pt idx="19333">
                  <c:v>28.45</c:v>
                </c:pt>
                <c:pt idx="19334">
                  <c:v>28.45</c:v>
                </c:pt>
                <c:pt idx="19335">
                  <c:v>28.45</c:v>
                </c:pt>
                <c:pt idx="19336">
                  <c:v>28.45</c:v>
                </c:pt>
                <c:pt idx="19337">
                  <c:v>28.45</c:v>
                </c:pt>
                <c:pt idx="19338">
                  <c:v>28.45</c:v>
                </c:pt>
                <c:pt idx="19339">
                  <c:v>28.45</c:v>
                </c:pt>
                <c:pt idx="19340">
                  <c:v>28.45</c:v>
                </c:pt>
                <c:pt idx="19341">
                  <c:v>28.45</c:v>
                </c:pt>
                <c:pt idx="19342">
                  <c:v>28.45</c:v>
                </c:pt>
                <c:pt idx="19343">
                  <c:v>28.45</c:v>
                </c:pt>
                <c:pt idx="19344">
                  <c:v>28.45</c:v>
                </c:pt>
                <c:pt idx="19345">
                  <c:v>28.45</c:v>
                </c:pt>
                <c:pt idx="19346">
                  <c:v>28.45</c:v>
                </c:pt>
                <c:pt idx="19347">
                  <c:v>28.45</c:v>
                </c:pt>
                <c:pt idx="19348">
                  <c:v>28.45</c:v>
                </c:pt>
                <c:pt idx="19349">
                  <c:v>28.45</c:v>
                </c:pt>
                <c:pt idx="19350">
                  <c:v>28.45</c:v>
                </c:pt>
                <c:pt idx="19351">
                  <c:v>28.45</c:v>
                </c:pt>
                <c:pt idx="19352">
                  <c:v>28.45</c:v>
                </c:pt>
                <c:pt idx="19353">
                  <c:v>28.45</c:v>
                </c:pt>
                <c:pt idx="19354">
                  <c:v>28.45</c:v>
                </c:pt>
                <c:pt idx="19355">
                  <c:v>28.45</c:v>
                </c:pt>
                <c:pt idx="19356">
                  <c:v>28.45</c:v>
                </c:pt>
                <c:pt idx="19357">
                  <c:v>28.45</c:v>
                </c:pt>
                <c:pt idx="19358">
                  <c:v>28.45</c:v>
                </c:pt>
                <c:pt idx="19359">
                  <c:v>28.45</c:v>
                </c:pt>
                <c:pt idx="19360">
                  <c:v>28.45</c:v>
                </c:pt>
                <c:pt idx="19361">
                  <c:v>28.45</c:v>
                </c:pt>
                <c:pt idx="19362">
                  <c:v>28.45</c:v>
                </c:pt>
                <c:pt idx="19363">
                  <c:v>28.4</c:v>
                </c:pt>
                <c:pt idx="19364">
                  <c:v>28.4</c:v>
                </c:pt>
                <c:pt idx="19365">
                  <c:v>28.4</c:v>
                </c:pt>
                <c:pt idx="19366">
                  <c:v>28.4</c:v>
                </c:pt>
                <c:pt idx="19367">
                  <c:v>28.4</c:v>
                </c:pt>
                <c:pt idx="19368">
                  <c:v>28.4</c:v>
                </c:pt>
                <c:pt idx="19369">
                  <c:v>28.4</c:v>
                </c:pt>
                <c:pt idx="19370">
                  <c:v>28.4</c:v>
                </c:pt>
                <c:pt idx="19371">
                  <c:v>28.4</c:v>
                </c:pt>
                <c:pt idx="19372">
                  <c:v>28.4</c:v>
                </c:pt>
                <c:pt idx="19373">
                  <c:v>28.4</c:v>
                </c:pt>
                <c:pt idx="19374">
                  <c:v>28.4</c:v>
                </c:pt>
                <c:pt idx="19375">
                  <c:v>28.4</c:v>
                </c:pt>
                <c:pt idx="19376">
                  <c:v>28.4</c:v>
                </c:pt>
                <c:pt idx="19377">
                  <c:v>28.4</c:v>
                </c:pt>
                <c:pt idx="19378">
                  <c:v>28.4</c:v>
                </c:pt>
                <c:pt idx="19379">
                  <c:v>28.4</c:v>
                </c:pt>
                <c:pt idx="19380">
                  <c:v>28.4</c:v>
                </c:pt>
                <c:pt idx="19381">
                  <c:v>28.4</c:v>
                </c:pt>
                <c:pt idx="19382">
                  <c:v>28.4</c:v>
                </c:pt>
                <c:pt idx="19383">
                  <c:v>28.4</c:v>
                </c:pt>
                <c:pt idx="19384">
                  <c:v>28.4</c:v>
                </c:pt>
                <c:pt idx="19385">
                  <c:v>28.4</c:v>
                </c:pt>
                <c:pt idx="19386">
                  <c:v>28.4</c:v>
                </c:pt>
                <c:pt idx="19387">
                  <c:v>28.4</c:v>
                </c:pt>
                <c:pt idx="19388">
                  <c:v>28.4</c:v>
                </c:pt>
                <c:pt idx="19389">
                  <c:v>28.4</c:v>
                </c:pt>
                <c:pt idx="19390">
                  <c:v>28.4</c:v>
                </c:pt>
                <c:pt idx="19391">
                  <c:v>28.4</c:v>
                </c:pt>
                <c:pt idx="19392">
                  <c:v>28.4</c:v>
                </c:pt>
                <c:pt idx="19393">
                  <c:v>28.4</c:v>
                </c:pt>
                <c:pt idx="19394">
                  <c:v>28.4</c:v>
                </c:pt>
                <c:pt idx="19395">
                  <c:v>28.4</c:v>
                </c:pt>
                <c:pt idx="19396">
                  <c:v>28.4</c:v>
                </c:pt>
                <c:pt idx="19397">
                  <c:v>28.35</c:v>
                </c:pt>
                <c:pt idx="19398">
                  <c:v>28.35</c:v>
                </c:pt>
                <c:pt idx="19399">
                  <c:v>28.35</c:v>
                </c:pt>
                <c:pt idx="19400">
                  <c:v>28.35</c:v>
                </c:pt>
                <c:pt idx="19401">
                  <c:v>28.35</c:v>
                </c:pt>
                <c:pt idx="19402">
                  <c:v>28.35</c:v>
                </c:pt>
                <c:pt idx="19403">
                  <c:v>28.35</c:v>
                </c:pt>
                <c:pt idx="19404">
                  <c:v>28.35</c:v>
                </c:pt>
                <c:pt idx="19405">
                  <c:v>28.35</c:v>
                </c:pt>
                <c:pt idx="19406">
                  <c:v>28.35</c:v>
                </c:pt>
                <c:pt idx="19407">
                  <c:v>28.35</c:v>
                </c:pt>
                <c:pt idx="19408">
                  <c:v>28.35</c:v>
                </c:pt>
                <c:pt idx="19409">
                  <c:v>28.35</c:v>
                </c:pt>
                <c:pt idx="19410">
                  <c:v>28.35</c:v>
                </c:pt>
                <c:pt idx="19411">
                  <c:v>28.35</c:v>
                </c:pt>
                <c:pt idx="19412">
                  <c:v>28.35</c:v>
                </c:pt>
                <c:pt idx="19413">
                  <c:v>28.35</c:v>
                </c:pt>
                <c:pt idx="19414">
                  <c:v>28.35</c:v>
                </c:pt>
                <c:pt idx="19415">
                  <c:v>28.35</c:v>
                </c:pt>
                <c:pt idx="19416">
                  <c:v>28.35</c:v>
                </c:pt>
                <c:pt idx="19417">
                  <c:v>28.35</c:v>
                </c:pt>
                <c:pt idx="19418">
                  <c:v>28.35</c:v>
                </c:pt>
                <c:pt idx="19419">
                  <c:v>28.35</c:v>
                </c:pt>
                <c:pt idx="19420">
                  <c:v>28.35</c:v>
                </c:pt>
                <c:pt idx="19421">
                  <c:v>28.35</c:v>
                </c:pt>
                <c:pt idx="19422">
                  <c:v>28.35</c:v>
                </c:pt>
                <c:pt idx="19423">
                  <c:v>28.35</c:v>
                </c:pt>
                <c:pt idx="19424">
                  <c:v>28.35</c:v>
                </c:pt>
                <c:pt idx="19425">
                  <c:v>28.35</c:v>
                </c:pt>
                <c:pt idx="19426">
                  <c:v>28.35</c:v>
                </c:pt>
                <c:pt idx="19427">
                  <c:v>28.35</c:v>
                </c:pt>
                <c:pt idx="19428">
                  <c:v>28.35</c:v>
                </c:pt>
                <c:pt idx="19429">
                  <c:v>28.35</c:v>
                </c:pt>
                <c:pt idx="19430">
                  <c:v>28.35</c:v>
                </c:pt>
                <c:pt idx="19431">
                  <c:v>28.35</c:v>
                </c:pt>
                <c:pt idx="19432">
                  <c:v>28.35</c:v>
                </c:pt>
                <c:pt idx="19433">
                  <c:v>28.35</c:v>
                </c:pt>
                <c:pt idx="19434">
                  <c:v>28.35</c:v>
                </c:pt>
                <c:pt idx="19435">
                  <c:v>28.35</c:v>
                </c:pt>
                <c:pt idx="19436">
                  <c:v>28.35</c:v>
                </c:pt>
                <c:pt idx="19437">
                  <c:v>28.35</c:v>
                </c:pt>
                <c:pt idx="19438">
                  <c:v>28.35</c:v>
                </c:pt>
                <c:pt idx="19439">
                  <c:v>28.35</c:v>
                </c:pt>
                <c:pt idx="19440">
                  <c:v>28.35</c:v>
                </c:pt>
                <c:pt idx="19441">
                  <c:v>28.35</c:v>
                </c:pt>
                <c:pt idx="19442">
                  <c:v>28.35</c:v>
                </c:pt>
                <c:pt idx="19443">
                  <c:v>28.35</c:v>
                </c:pt>
                <c:pt idx="19444">
                  <c:v>28.35</c:v>
                </c:pt>
                <c:pt idx="19445">
                  <c:v>28.35</c:v>
                </c:pt>
                <c:pt idx="19446">
                  <c:v>28.35</c:v>
                </c:pt>
                <c:pt idx="19447">
                  <c:v>28.35</c:v>
                </c:pt>
                <c:pt idx="19448">
                  <c:v>28.35</c:v>
                </c:pt>
                <c:pt idx="19449">
                  <c:v>28.35</c:v>
                </c:pt>
                <c:pt idx="19450">
                  <c:v>28.35</c:v>
                </c:pt>
                <c:pt idx="19451">
                  <c:v>28.3</c:v>
                </c:pt>
                <c:pt idx="19452">
                  <c:v>28.3</c:v>
                </c:pt>
                <c:pt idx="19453">
                  <c:v>28.3</c:v>
                </c:pt>
                <c:pt idx="19454">
                  <c:v>28.3</c:v>
                </c:pt>
                <c:pt idx="19455">
                  <c:v>28.3</c:v>
                </c:pt>
                <c:pt idx="19456">
                  <c:v>28.3</c:v>
                </c:pt>
                <c:pt idx="19457">
                  <c:v>28.3</c:v>
                </c:pt>
                <c:pt idx="19458">
                  <c:v>28.3</c:v>
                </c:pt>
                <c:pt idx="19459">
                  <c:v>28.3</c:v>
                </c:pt>
                <c:pt idx="19460">
                  <c:v>28.3</c:v>
                </c:pt>
                <c:pt idx="19461">
                  <c:v>28.3</c:v>
                </c:pt>
                <c:pt idx="19462">
                  <c:v>28.3</c:v>
                </c:pt>
                <c:pt idx="19463">
                  <c:v>28.3</c:v>
                </c:pt>
                <c:pt idx="19464">
                  <c:v>28.3</c:v>
                </c:pt>
                <c:pt idx="19465">
                  <c:v>28.3</c:v>
                </c:pt>
                <c:pt idx="19466">
                  <c:v>28.3</c:v>
                </c:pt>
                <c:pt idx="19467">
                  <c:v>28.3</c:v>
                </c:pt>
                <c:pt idx="19468">
                  <c:v>28.3</c:v>
                </c:pt>
                <c:pt idx="19469">
                  <c:v>28.3</c:v>
                </c:pt>
                <c:pt idx="19470">
                  <c:v>28.3</c:v>
                </c:pt>
                <c:pt idx="19471">
                  <c:v>28.3</c:v>
                </c:pt>
                <c:pt idx="19472">
                  <c:v>28.3</c:v>
                </c:pt>
                <c:pt idx="19473">
                  <c:v>28.3</c:v>
                </c:pt>
                <c:pt idx="19474">
                  <c:v>28.3</c:v>
                </c:pt>
                <c:pt idx="19475">
                  <c:v>28.3</c:v>
                </c:pt>
                <c:pt idx="19476">
                  <c:v>28.3</c:v>
                </c:pt>
                <c:pt idx="19477">
                  <c:v>28.3</c:v>
                </c:pt>
                <c:pt idx="19478">
                  <c:v>28.3</c:v>
                </c:pt>
                <c:pt idx="19479">
                  <c:v>28.3</c:v>
                </c:pt>
                <c:pt idx="19480">
                  <c:v>28.3</c:v>
                </c:pt>
                <c:pt idx="19481">
                  <c:v>28.3</c:v>
                </c:pt>
                <c:pt idx="19482">
                  <c:v>28.3</c:v>
                </c:pt>
                <c:pt idx="19483">
                  <c:v>28.3</c:v>
                </c:pt>
                <c:pt idx="19484">
                  <c:v>28.3</c:v>
                </c:pt>
                <c:pt idx="19485">
                  <c:v>28.3</c:v>
                </c:pt>
                <c:pt idx="19486">
                  <c:v>28.3</c:v>
                </c:pt>
                <c:pt idx="19487">
                  <c:v>28.3</c:v>
                </c:pt>
                <c:pt idx="19488">
                  <c:v>28.25</c:v>
                </c:pt>
                <c:pt idx="19489">
                  <c:v>28.3</c:v>
                </c:pt>
                <c:pt idx="19490">
                  <c:v>28.25</c:v>
                </c:pt>
                <c:pt idx="19491">
                  <c:v>28.25</c:v>
                </c:pt>
                <c:pt idx="19492">
                  <c:v>28.25</c:v>
                </c:pt>
                <c:pt idx="19493">
                  <c:v>28.25</c:v>
                </c:pt>
                <c:pt idx="19494">
                  <c:v>28.25</c:v>
                </c:pt>
                <c:pt idx="19495">
                  <c:v>28.25</c:v>
                </c:pt>
                <c:pt idx="19496">
                  <c:v>28.25</c:v>
                </c:pt>
                <c:pt idx="19497">
                  <c:v>28.25</c:v>
                </c:pt>
                <c:pt idx="19498">
                  <c:v>28.25</c:v>
                </c:pt>
                <c:pt idx="19499">
                  <c:v>28.25</c:v>
                </c:pt>
                <c:pt idx="19500">
                  <c:v>28.25</c:v>
                </c:pt>
                <c:pt idx="19501">
                  <c:v>28.25</c:v>
                </c:pt>
                <c:pt idx="19502">
                  <c:v>28.25</c:v>
                </c:pt>
                <c:pt idx="19503">
                  <c:v>28.25</c:v>
                </c:pt>
                <c:pt idx="19504">
                  <c:v>28.25</c:v>
                </c:pt>
                <c:pt idx="19505">
                  <c:v>28.25</c:v>
                </c:pt>
                <c:pt idx="19506">
                  <c:v>28.25</c:v>
                </c:pt>
                <c:pt idx="19507">
                  <c:v>28.25</c:v>
                </c:pt>
                <c:pt idx="19508">
                  <c:v>28.25</c:v>
                </c:pt>
                <c:pt idx="19509">
                  <c:v>28.25</c:v>
                </c:pt>
                <c:pt idx="19510">
                  <c:v>28.25</c:v>
                </c:pt>
                <c:pt idx="19511">
                  <c:v>28.25</c:v>
                </c:pt>
                <c:pt idx="19512">
                  <c:v>28.25</c:v>
                </c:pt>
                <c:pt idx="19513">
                  <c:v>28.25</c:v>
                </c:pt>
                <c:pt idx="19514">
                  <c:v>28.25</c:v>
                </c:pt>
                <c:pt idx="19515">
                  <c:v>28.25</c:v>
                </c:pt>
                <c:pt idx="19516">
                  <c:v>28.25</c:v>
                </c:pt>
                <c:pt idx="19517">
                  <c:v>28.25</c:v>
                </c:pt>
                <c:pt idx="19518">
                  <c:v>28.25</c:v>
                </c:pt>
                <c:pt idx="19519">
                  <c:v>28.25</c:v>
                </c:pt>
                <c:pt idx="19520">
                  <c:v>28.25</c:v>
                </c:pt>
                <c:pt idx="19521">
                  <c:v>28.25</c:v>
                </c:pt>
                <c:pt idx="19522">
                  <c:v>28.25</c:v>
                </c:pt>
                <c:pt idx="19523">
                  <c:v>28.25</c:v>
                </c:pt>
                <c:pt idx="19524">
                  <c:v>28.25</c:v>
                </c:pt>
                <c:pt idx="19525">
                  <c:v>28.25</c:v>
                </c:pt>
                <c:pt idx="19526">
                  <c:v>28.25</c:v>
                </c:pt>
                <c:pt idx="19527">
                  <c:v>28.25</c:v>
                </c:pt>
                <c:pt idx="19528">
                  <c:v>28.25</c:v>
                </c:pt>
                <c:pt idx="19529">
                  <c:v>28.2</c:v>
                </c:pt>
                <c:pt idx="19530">
                  <c:v>28.25</c:v>
                </c:pt>
                <c:pt idx="19531">
                  <c:v>28.2</c:v>
                </c:pt>
                <c:pt idx="19532">
                  <c:v>28.2</c:v>
                </c:pt>
                <c:pt idx="19533">
                  <c:v>28.25</c:v>
                </c:pt>
                <c:pt idx="19534">
                  <c:v>28.2</c:v>
                </c:pt>
                <c:pt idx="19535">
                  <c:v>28.2</c:v>
                </c:pt>
                <c:pt idx="19536">
                  <c:v>28.2</c:v>
                </c:pt>
                <c:pt idx="19537">
                  <c:v>28.2</c:v>
                </c:pt>
                <c:pt idx="19538">
                  <c:v>28.25</c:v>
                </c:pt>
                <c:pt idx="19539">
                  <c:v>28.2</c:v>
                </c:pt>
                <c:pt idx="19540">
                  <c:v>28.2</c:v>
                </c:pt>
                <c:pt idx="19541">
                  <c:v>28.2</c:v>
                </c:pt>
                <c:pt idx="19542">
                  <c:v>28.2</c:v>
                </c:pt>
                <c:pt idx="19543">
                  <c:v>28.2</c:v>
                </c:pt>
                <c:pt idx="19544">
                  <c:v>28.2</c:v>
                </c:pt>
                <c:pt idx="19545">
                  <c:v>28.2</c:v>
                </c:pt>
                <c:pt idx="19546">
                  <c:v>28.2</c:v>
                </c:pt>
                <c:pt idx="19547">
                  <c:v>28.2</c:v>
                </c:pt>
                <c:pt idx="19548">
                  <c:v>28.2</c:v>
                </c:pt>
                <c:pt idx="19549">
                  <c:v>28.2</c:v>
                </c:pt>
                <c:pt idx="19550">
                  <c:v>28.2</c:v>
                </c:pt>
                <c:pt idx="19551">
                  <c:v>28.2</c:v>
                </c:pt>
                <c:pt idx="19552">
                  <c:v>28.2</c:v>
                </c:pt>
                <c:pt idx="19553">
                  <c:v>28.2</c:v>
                </c:pt>
                <c:pt idx="19554">
                  <c:v>28.2</c:v>
                </c:pt>
                <c:pt idx="19555">
                  <c:v>28.2</c:v>
                </c:pt>
                <c:pt idx="19556">
                  <c:v>28.2</c:v>
                </c:pt>
                <c:pt idx="19557">
                  <c:v>28.2</c:v>
                </c:pt>
                <c:pt idx="19558">
                  <c:v>28.2</c:v>
                </c:pt>
                <c:pt idx="19559">
                  <c:v>28.2</c:v>
                </c:pt>
                <c:pt idx="19560">
                  <c:v>28.2</c:v>
                </c:pt>
                <c:pt idx="19561">
                  <c:v>28.2</c:v>
                </c:pt>
                <c:pt idx="19562">
                  <c:v>28.2</c:v>
                </c:pt>
                <c:pt idx="19563">
                  <c:v>28.2</c:v>
                </c:pt>
                <c:pt idx="19564">
                  <c:v>28.2</c:v>
                </c:pt>
                <c:pt idx="19565">
                  <c:v>28.2</c:v>
                </c:pt>
                <c:pt idx="19566">
                  <c:v>28.2</c:v>
                </c:pt>
                <c:pt idx="19567">
                  <c:v>28.2</c:v>
                </c:pt>
                <c:pt idx="19568">
                  <c:v>28.2</c:v>
                </c:pt>
                <c:pt idx="19569">
                  <c:v>28.2</c:v>
                </c:pt>
                <c:pt idx="19570">
                  <c:v>28.2</c:v>
                </c:pt>
                <c:pt idx="19571">
                  <c:v>28.2</c:v>
                </c:pt>
                <c:pt idx="19572">
                  <c:v>28.2</c:v>
                </c:pt>
                <c:pt idx="19573">
                  <c:v>28.2</c:v>
                </c:pt>
                <c:pt idx="19574">
                  <c:v>28.2</c:v>
                </c:pt>
                <c:pt idx="19575">
                  <c:v>28.15</c:v>
                </c:pt>
                <c:pt idx="19576">
                  <c:v>28.2</c:v>
                </c:pt>
                <c:pt idx="19577">
                  <c:v>28.15</c:v>
                </c:pt>
                <c:pt idx="19578">
                  <c:v>28.15</c:v>
                </c:pt>
                <c:pt idx="19579">
                  <c:v>28.15</c:v>
                </c:pt>
                <c:pt idx="19580">
                  <c:v>28.15</c:v>
                </c:pt>
                <c:pt idx="19581">
                  <c:v>28.15</c:v>
                </c:pt>
                <c:pt idx="19582">
                  <c:v>28.2</c:v>
                </c:pt>
                <c:pt idx="19583">
                  <c:v>28.15</c:v>
                </c:pt>
                <c:pt idx="19584">
                  <c:v>28.15</c:v>
                </c:pt>
                <c:pt idx="19585">
                  <c:v>28.2</c:v>
                </c:pt>
                <c:pt idx="19586">
                  <c:v>28.2</c:v>
                </c:pt>
                <c:pt idx="19587">
                  <c:v>28.15</c:v>
                </c:pt>
                <c:pt idx="19588">
                  <c:v>28.15</c:v>
                </c:pt>
                <c:pt idx="19589">
                  <c:v>28.15</c:v>
                </c:pt>
                <c:pt idx="19590">
                  <c:v>28.15</c:v>
                </c:pt>
                <c:pt idx="19591">
                  <c:v>28.15</c:v>
                </c:pt>
                <c:pt idx="19592">
                  <c:v>28.15</c:v>
                </c:pt>
                <c:pt idx="19593">
                  <c:v>28.15</c:v>
                </c:pt>
                <c:pt idx="19594">
                  <c:v>28.15</c:v>
                </c:pt>
                <c:pt idx="19595">
                  <c:v>28.15</c:v>
                </c:pt>
                <c:pt idx="19596">
                  <c:v>28.15</c:v>
                </c:pt>
                <c:pt idx="19597">
                  <c:v>28.15</c:v>
                </c:pt>
                <c:pt idx="19598">
                  <c:v>28.15</c:v>
                </c:pt>
                <c:pt idx="19599">
                  <c:v>28.15</c:v>
                </c:pt>
                <c:pt idx="19600">
                  <c:v>28.15</c:v>
                </c:pt>
                <c:pt idx="19601">
                  <c:v>28.15</c:v>
                </c:pt>
                <c:pt idx="19602">
                  <c:v>28.15</c:v>
                </c:pt>
                <c:pt idx="19603">
                  <c:v>28.15</c:v>
                </c:pt>
                <c:pt idx="19604">
                  <c:v>28.15</c:v>
                </c:pt>
                <c:pt idx="19605">
                  <c:v>28.15</c:v>
                </c:pt>
                <c:pt idx="19606">
                  <c:v>28.15</c:v>
                </c:pt>
                <c:pt idx="19607">
                  <c:v>28.15</c:v>
                </c:pt>
                <c:pt idx="19608">
                  <c:v>28.15</c:v>
                </c:pt>
                <c:pt idx="19609">
                  <c:v>28.15</c:v>
                </c:pt>
                <c:pt idx="19610">
                  <c:v>28.15</c:v>
                </c:pt>
                <c:pt idx="19611">
                  <c:v>28.15</c:v>
                </c:pt>
                <c:pt idx="19612">
                  <c:v>28.15</c:v>
                </c:pt>
                <c:pt idx="19613">
                  <c:v>28.15</c:v>
                </c:pt>
                <c:pt idx="19614">
                  <c:v>28.15</c:v>
                </c:pt>
                <c:pt idx="19615">
                  <c:v>28.15</c:v>
                </c:pt>
                <c:pt idx="19616">
                  <c:v>28.15</c:v>
                </c:pt>
                <c:pt idx="19617">
                  <c:v>28.15</c:v>
                </c:pt>
                <c:pt idx="19618">
                  <c:v>28.15</c:v>
                </c:pt>
                <c:pt idx="19619">
                  <c:v>28.15</c:v>
                </c:pt>
                <c:pt idx="19620">
                  <c:v>28.15</c:v>
                </c:pt>
                <c:pt idx="19621">
                  <c:v>28.15</c:v>
                </c:pt>
                <c:pt idx="19622">
                  <c:v>28.15</c:v>
                </c:pt>
                <c:pt idx="19623">
                  <c:v>28.15</c:v>
                </c:pt>
                <c:pt idx="19624">
                  <c:v>28.15</c:v>
                </c:pt>
                <c:pt idx="19625">
                  <c:v>28.15</c:v>
                </c:pt>
                <c:pt idx="19626">
                  <c:v>28.1</c:v>
                </c:pt>
                <c:pt idx="19627">
                  <c:v>28.15</c:v>
                </c:pt>
                <c:pt idx="19628">
                  <c:v>28.1</c:v>
                </c:pt>
                <c:pt idx="19629">
                  <c:v>28.1</c:v>
                </c:pt>
                <c:pt idx="19630">
                  <c:v>28.1</c:v>
                </c:pt>
                <c:pt idx="19631">
                  <c:v>28.1</c:v>
                </c:pt>
                <c:pt idx="19632">
                  <c:v>28.1</c:v>
                </c:pt>
                <c:pt idx="19633">
                  <c:v>28.1</c:v>
                </c:pt>
                <c:pt idx="19634">
                  <c:v>28.1</c:v>
                </c:pt>
                <c:pt idx="19635">
                  <c:v>28.1</c:v>
                </c:pt>
                <c:pt idx="19636">
                  <c:v>28.1</c:v>
                </c:pt>
                <c:pt idx="19637">
                  <c:v>28.1</c:v>
                </c:pt>
                <c:pt idx="19638">
                  <c:v>28.1</c:v>
                </c:pt>
                <c:pt idx="19639">
                  <c:v>28.1</c:v>
                </c:pt>
                <c:pt idx="19640">
                  <c:v>28.1</c:v>
                </c:pt>
                <c:pt idx="19641">
                  <c:v>28.1</c:v>
                </c:pt>
                <c:pt idx="19642">
                  <c:v>28.1</c:v>
                </c:pt>
                <c:pt idx="19643">
                  <c:v>28.1</c:v>
                </c:pt>
                <c:pt idx="19644">
                  <c:v>28.1</c:v>
                </c:pt>
                <c:pt idx="19645">
                  <c:v>28.1</c:v>
                </c:pt>
                <c:pt idx="19646">
                  <c:v>28.1</c:v>
                </c:pt>
                <c:pt idx="19647">
                  <c:v>28.1</c:v>
                </c:pt>
                <c:pt idx="19648">
                  <c:v>28.1</c:v>
                </c:pt>
                <c:pt idx="19649">
                  <c:v>28.1</c:v>
                </c:pt>
                <c:pt idx="19650">
                  <c:v>28.1</c:v>
                </c:pt>
                <c:pt idx="19651">
                  <c:v>28.1</c:v>
                </c:pt>
                <c:pt idx="19652">
                  <c:v>28.1</c:v>
                </c:pt>
                <c:pt idx="19653">
                  <c:v>28.1</c:v>
                </c:pt>
                <c:pt idx="19654">
                  <c:v>28.1</c:v>
                </c:pt>
                <c:pt idx="19655">
                  <c:v>28.1</c:v>
                </c:pt>
                <c:pt idx="19656">
                  <c:v>28.1</c:v>
                </c:pt>
                <c:pt idx="19657">
                  <c:v>28.1</c:v>
                </c:pt>
                <c:pt idx="19658">
                  <c:v>28.1</c:v>
                </c:pt>
                <c:pt idx="19659">
                  <c:v>28.1</c:v>
                </c:pt>
                <c:pt idx="19660">
                  <c:v>28.1</c:v>
                </c:pt>
                <c:pt idx="19661">
                  <c:v>28.1</c:v>
                </c:pt>
                <c:pt idx="19662">
                  <c:v>28.1</c:v>
                </c:pt>
                <c:pt idx="19663">
                  <c:v>28.1</c:v>
                </c:pt>
                <c:pt idx="19664">
                  <c:v>28.1</c:v>
                </c:pt>
                <c:pt idx="19665">
                  <c:v>28.1</c:v>
                </c:pt>
                <c:pt idx="19666">
                  <c:v>28.1</c:v>
                </c:pt>
                <c:pt idx="19667">
                  <c:v>28.1</c:v>
                </c:pt>
                <c:pt idx="19668">
                  <c:v>28.1</c:v>
                </c:pt>
                <c:pt idx="19669">
                  <c:v>28.1</c:v>
                </c:pt>
                <c:pt idx="19670">
                  <c:v>28.1</c:v>
                </c:pt>
                <c:pt idx="19671">
                  <c:v>28.1</c:v>
                </c:pt>
                <c:pt idx="19672">
                  <c:v>28.1</c:v>
                </c:pt>
                <c:pt idx="19673">
                  <c:v>28.1</c:v>
                </c:pt>
                <c:pt idx="19674">
                  <c:v>28.1</c:v>
                </c:pt>
                <c:pt idx="19675">
                  <c:v>28.1</c:v>
                </c:pt>
                <c:pt idx="19676">
                  <c:v>28.1</c:v>
                </c:pt>
                <c:pt idx="19677">
                  <c:v>28.05</c:v>
                </c:pt>
                <c:pt idx="19678">
                  <c:v>28.05</c:v>
                </c:pt>
                <c:pt idx="19679">
                  <c:v>28.05</c:v>
                </c:pt>
                <c:pt idx="19680">
                  <c:v>28.05</c:v>
                </c:pt>
                <c:pt idx="19681">
                  <c:v>28.05</c:v>
                </c:pt>
                <c:pt idx="19682">
                  <c:v>28.05</c:v>
                </c:pt>
                <c:pt idx="19683">
                  <c:v>28.05</c:v>
                </c:pt>
                <c:pt idx="19684">
                  <c:v>28.05</c:v>
                </c:pt>
                <c:pt idx="19685">
                  <c:v>28.05</c:v>
                </c:pt>
                <c:pt idx="19686">
                  <c:v>28.05</c:v>
                </c:pt>
                <c:pt idx="19687">
                  <c:v>28.05</c:v>
                </c:pt>
                <c:pt idx="19688">
                  <c:v>28.05</c:v>
                </c:pt>
                <c:pt idx="19689">
                  <c:v>28.05</c:v>
                </c:pt>
                <c:pt idx="19690">
                  <c:v>28.05</c:v>
                </c:pt>
                <c:pt idx="19691">
                  <c:v>28.05</c:v>
                </c:pt>
                <c:pt idx="19692">
                  <c:v>28.05</c:v>
                </c:pt>
                <c:pt idx="19693">
                  <c:v>28.05</c:v>
                </c:pt>
                <c:pt idx="19694">
                  <c:v>28.05</c:v>
                </c:pt>
                <c:pt idx="19695">
                  <c:v>28.05</c:v>
                </c:pt>
                <c:pt idx="19696">
                  <c:v>28.05</c:v>
                </c:pt>
                <c:pt idx="19697">
                  <c:v>28.05</c:v>
                </c:pt>
                <c:pt idx="19698">
                  <c:v>28.05</c:v>
                </c:pt>
                <c:pt idx="19699">
                  <c:v>28.05</c:v>
                </c:pt>
                <c:pt idx="19700">
                  <c:v>28.05</c:v>
                </c:pt>
                <c:pt idx="19701">
                  <c:v>28.05</c:v>
                </c:pt>
                <c:pt idx="19702">
                  <c:v>28.05</c:v>
                </c:pt>
                <c:pt idx="19703">
                  <c:v>28.05</c:v>
                </c:pt>
                <c:pt idx="19704">
                  <c:v>28.05</c:v>
                </c:pt>
                <c:pt idx="19705">
                  <c:v>28.05</c:v>
                </c:pt>
                <c:pt idx="19706">
                  <c:v>28.05</c:v>
                </c:pt>
                <c:pt idx="19707">
                  <c:v>28.05</c:v>
                </c:pt>
                <c:pt idx="19708">
                  <c:v>28.05</c:v>
                </c:pt>
                <c:pt idx="19709">
                  <c:v>28.05</c:v>
                </c:pt>
                <c:pt idx="19710">
                  <c:v>28.05</c:v>
                </c:pt>
                <c:pt idx="19711">
                  <c:v>28.05</c:v>
                </c:pt>
                <c:pt idx="19712">
                  <c:v>28.05</c:v>
                </c:pt>
                <c:pt idx="19713">
                  <c:v>28.05</c:v>
                </c:pt>
                <c:pt idx="19714">
                  <c:v>28.05</c:v>
                </c:pt>
                <c:pt idx="19715">
                  <c:v>28.05</c:v>
                </c:pt>
                <c:pt idx="19716">
                  <c:v>28.05</c:v>
                </c:pt>
                <c:pt idx="19717">
                  <c:v>28.05</c:v>
                </c:pt>
                <c:pt idx="19718">
                  <c:v>28.05</c:v>
                </c:pt>
                <c:pt idx="19719">
                  <c:v>28.05</c:v>
                </c:pt>
                <c:pt idx="19720">
                  <c:v>28.05</c:v>
                </c:pt>
                <c:pt idx="19721">
                  <c:v>28.05</c:v>
                </c:pt>
                <c:pt idx="19722">
                  <c:v>28.05</c:v>
                </c:pt>
                <c:pt idx="19723">
                  <c:v>28.05</c:v>
                </c:pt>
                <c:pt idx="19724">
                  <c:v>28.05</c:v>
                </c:pt>
                <c:pt idx="19725">
                  <c:v>28.05</c:v>
                </c:pt>
                <c:pt idx="19726">
                  <c:v>28.05</c:v>
                </c:pt>
                <c:pt idx="19727">
                  <c:v>28.05</c:v>
                </c:pt>
                <c:pt idx="19728">
                  <c:v>28.05</c:v>
                </c:pt>
                <c:pt idx="19729">
                  <c:v>28.05</c:v>
                </c:pt>
                <c:pt idx="19730">
                  <c:v>28.05</c:v>
                </c:pt>
                <c:pt idx="19731">
                  <c:v>28</c:v>
                </c:pt>
                <c:pt idx="19732">
                  <c:v>28.05</c:v>
                </c:pt>
                <c:pt idx="19733">
                  <c:v>28.05</c:v>
                </c:pt>
                <c:pt idx="19734">
                  <c:v>28</c:v>
                </c:pt>
                <c:pt idx="19735">
                  <c:v>28</c:v>
                </c:pt>
                <c:pt idx="19736">
                  <c:v>28</c:v>
                </c:pt>
                <c:pt idx="19737">
                  <c:v>28</c:v>
                </c:pt>
                <c:pt idx="19738">
                  <c:v>28</c:v>
                </c:pt>
                <c:pt idx="19739">
                  <c:v>28</c:v>
                </c:pt>
                <c:pt idx="19740">
                  <c:v>28</c:v>
                </c:pt>
                <c:pt idx="19741">
                  <c:v>28</c:v>
                </c:pt>
                <c:pt idx="19742">
                  <c:v>28</c:v>
                </c:pt>
                <c:pt idx="19743">
                  <c:v>28</c:v>
                </c:pt>
                <c:pt idx="19744">
                  <c:v>28</c:v>
                </c:pt>
                <c:pt idx="19745">
                  <c:v>28</c:v>
                </c:pt>
                <c:pt idx="19746">
                  <c:v>28</c:v>
                </c:pt>
                <c:pt idx="19747">
                  <c:v>28</c:v>
                </c:pt>
                <c:pt idx="19748">
                  <c:v>28</c:v>
                </c:pt>
                <c:pt idx="19749">
                  <c:v>28</c:v>
                </c:pt>
                <c:pt idx="19750">
                  <c:v>28</c:v>
                </c:pt>
                <c:pt idx="19751">
                  <c:v>28</c:v>
                </c:pt>
                <c:pt idx="19752">
                  <c:v>28</c:v>
                </c:pt>
                <c:pt idx="19753">
                  <c:v>28</c:v>
                </c:pt>
                <c:pt idx="19754">
                  <c:v>28</c:v>
                </c:pt>
                <c:pt idx="19755">
                  <c:v>28</c:v>
                </c:pt>
                <c:pt idx="19756">
                  <c:v>28</c:v>
                </c:pt>
                <c:pt idx="19757">
                  <c:v>28</c:v>
                </c:pt>
                <c:pt idx="19758">
                  <c:v>28</c:v>
                </c:pt>
                <c:pt idx="19759">
                  <c:v>28</c:v>
                </c:pt>
                <c:pt idx="19760">
                  <c:v>28</c:v>
                </c:pt>
                <c:pt idx="19761">
                  <c:v>28</c:v>
                </c:pt>
                <c:pt idx="19762">
                  <c:v>28</c:v>
                </c:pt>
                <c:pt idx="19763">
                  <c:v>28</c:v>
                </c:pt>
                <c:pt idx="19764">
                  <c:v>28</c:v>
                </c:pt>
                <c:pt idx="19765">
                  <c:v>28</c:v>
                </c:pt>
                <c:pt idx="19766">
                  <c:v>28</c:v>
                </c:pt>
                <c:pt idx="19767">
                  <c:v>28</c:v>
                </c:pt>
                <c:pt idx="19768">
                  <c:v>28</c:v>
                </c:pt>
                <c:pt idx="19769">
                  <c:v>28</c:v>
                </c:pt>
                <c:pt idx="19770">
                  <c:v>28</c:v>
                </c:pt>
                <c:pt idx="19771">
                  <c:v>28</c:v>
                </c:pt>
                <c:pt idx="19772">
                  <c:v>28</c:v>
                </c:pt>
                <c:pt idx="19773">
                  <c:v>28</c:v>
                </c:pt>
                <c:pt idx="19774">
                  <c:v>28</c:v>
                </c:pt>
                <c:pt idx="19775">
                  <c:v>28</c:v>
                </c:pt>
                <c:pt idx="19776">
                  <c:v>28</c:v>
                </c:pt>
                <c:pt idx="19777">
                  <c:v>28</c:v>
                </c:pt>
                <c:pt idx="19778">
                  <c:v>28</c:v>
                </c:pt>
                <c:pt idx="19779">
                  <c:v>28</c:v>
                </c:pt>
                <c:pt idx="19780">
                  <c:v>28</c:v>
                </c:pt>
                <c:pt idx="19781">
                  <c:v>28</c:v>
                </c:pt>
                <c:pt idx="19782">
                  <c:v>28</c:v>
                </c:pt>
                <c:pt idx="19783">
                  <c:v>27.95</c:v>
                </c:pt>
                <c:pt idx="19784">
                  <c:v>27.95</c:v>
                </c:pt>
                <c:pt idx="19785">
                  <c:v>27.95</c:v>
                </c:pt>
                <c:pt idx="19786">
                  <c:v>27.95</c:v>
                </c:pt>
                <c:pt idx="19787">
                  <c:v>27.95</c:v>
                </c:pt>
                <c:pt idx="19788">
                  <c:v>27.95</c:v>
                </c:pt>
                <c:pt idx="19789">
                  <c:v>27.95</c:v>
                </c:pt>
                <c:pt idx="19790">
                  <c:v>27.95</c:v>
                </c:pt>
                <c:pt idx="19791">
                  <c:v>27.95</c:v>
                </c:pt>
                <c:pt idx="19792">
                  <c:v>27.95</c:v>
                </c:pt>
                <c:pt idx="19793">
                  <c:v>27.95</c:v>
                </c:pt>
                <c:pt idx="19794">
                  <c:v>27.95</c:v>
                </c:pt>
                <c:pt idx="19795">
                  <c:v>27.95</c:v>
                </c:pt>
                <c:pt idx="19796">
                  <c:v>27.95</c:v>
                </c:pt>
                <c:pt idx="19797">
                  <c:v>27.95</c:v>
                </c:pt>
                <c:pt idx="19798">
                  <c:v>27.95</c:v>
                </c:pt>
                <c:pt idx="19799">
                  <c:v>27.95</c:v>
                </c:pt>
                <c:pt idx="19800">
                  <c:v>27.95</c:v>
                </c:pt>
                <c:pt idx="19801">
                  <c:v>27.95</c:v>
                </c:pt>
                <c:pt idx="19802">
                  <c:v>27.95</c:v>
                </c:pt>
                <c:pt idx="19803">
                  <c:v>27.95</c:v>
                </c:pt>
                <c:pt idx="19804">
                  <c:v>27.95</c:v>
                </c:pt>
                <c:pt idx="19805">
                  <c:v>27.95</c:v>
                </c:pt>
                <c:pt idx="19806">
                  <c:v>27.95</c:v>
                </c:pt>
                <c:pt idx="19807">
                  <c:v>27.95</c:v>
                </c:pt>
                <c:pt idx="19808">
                  <c:v>27.95</c:v>
                </c:pt>
                <c:pt idx="19809">
                  <c:v>27.95</c:v>
                </c:pt>
                <c:pt idx="19810">
                  <c:v>27.95</c:v>
                </c:pt>
                <c:pt idx="19811">
                  <c:v>27.95</c:v>
                </c:pt>
                <c:pt idx="19812">
                  <c:v>27.95</c:v>
                </c:pt>
                <c:pt idx="19813">
                  <c:v>27.95</c:v>
                </c:pt>
                <c:pt idx="19814">
                  <c:v>27.95</c:v>
                </c:pt>
                <c:pt idx="19815">
                  <c:v>27.95</c:v>
                </c:pt>
                <c:pt idx="19816">
                  <c:v>27.95</c:v>
                </c:pt>
                <c:pt idx="19817">
                  <c:v>27.95</c:v>
                </c:pt>
                <c:pt idx="19818">
                  <c:v>27.95</c:v>
                </c:pt>
                <c:pt idx="19819">
                  <c:v>27.95</c:v>
                </c:pt>
                <c:pt idx="19820">
                  <c:v>27.95</c:v>
                </c:pt>
                <c:pt idx="19821">
                  <c:v>27.95</c:v>
                </c:pt>
                <c:pt idx="19822">
                  <c:v>27.95</c:v>
                </c:pt>
                <c:pt idx="19823">
                  <c:v>27.95</c:v>
                </c:pt>
                <c:pt idx="19824">
                  <c:v>27.9</c:v>
                </c:pt>
                <c:pt idx="19825">
                  <c:v>27.9</c:v>
                </c:pt>
                <c:pt idx="19826">
                  <c:v>27.9</c:v>
                </c:pt>
                <c:pt idx="19827">
                  <c:v>27.9</c:v>
                </c:pt>
                <c:pt idx="19828">
                  <c:v>27.9</c:v>
                </c:pt>
                <c:pt idx="19829">
                  <c:v>27.9</c:v>
                </c:pt>
                <c:pt idx="19830">
                  <c:v>27.9</c:v>
                </c:pt>
                <c:pt idx="19831">
                  <c:v>27.9</c:v>
                </c:pt>
                <c:pt idx="19832">
                  <c:v>27.9</c:v>
                </c:pt>
                <c:pt idx="19833">
                  <c:v>27.9</c:v>
                </c:pt>
                <c:pt idx="19834">
                  <c:v>27.9</c:v>
                </c:pt>
                <c:pt idx="19835">
                  <c:v>27.9</c:v>
                </c:pt>
                <c:pt idx="19836">
                  <c:v>27.9</c:v>
                </c:pt>
                <c:pt idx="19837">
                  <c:v>27.9</c:v>
                </c:pt>
                <c:pt idx="19838">
                  <c:v>27.9</c:v>
                </c:pt>
                <c:pt idx="19839">
                  <c:v>27.9</c:v>
                </c:pt>
                <c:pt idx="19840">
                  <c:v>27.9</c:v>
                </c:pt>
                <c:pt idx="19841">
                  <c:v>27.9</c:v>
                </c:pt>
                <c:pt idx="19842">
                  <c:v>27.9</c:v>
                </c:pt>
                <c:pt idx="19843">
                  <c:v>27.9</c:v>
                </c:pt>
                <c:pt idx="19844">
                  <c:v>27.9</c:v>
                </c:pt>
                <c:pt idx="19845">
                  <c:v>27.9</c:v>
                </c:pt>
                <c:pt idx="19846">
                  <c:v>27.9</c:v>
                </c:pt>
                <c:pt idx="19847">
                  <c:v>27.9</c:v>
                </c:pt>
                <c:pt idx="19848">
                  <c:v>27.9</c:v>
                </c:pt>
                <c:pt idx="19849">
                  <c:v>27.9</c:v>
                </c:pt>
                <c:pt idx="19850">
                  <c:v>27.9</c:v>
                </c:pt>
                <c:pt idx="19851">
                  <c:v>27.9</c:v>
                </c:pt>
                <c:pt idx="19852">
                  <c:v>27.9</c:v>
                </c:pt>
                <c:pt idx="19853">
                  <c:v>27.9</c:v>
                </c:pt>
                <c:pt idx="19854">
                  <c:v>27.9</c:v>
                </c:pt>
                <c:pt idx="19855">
                  <c:v>27.9</c:v>
                </c:pt>
                <c:pt idx="19856">
                  <c:v>27.9</c:v>
                </c:pt>
                <c:pt idx="19857">
                  <c:v>27.9</c:v>
                </c:pt>
                <c:pt idx="19858">
                  <c:v>27.9</c:v>
                </c:pt>
                <c:pt idx="19859">
                  <c:v>27.9</c:v>
                </c:pt>
                <c:pt idx="19860">
                  <c:v>27.9</c:v>
                </c:pt>
                <c:pt idx="19861">
                  <c:v>27.9</c:v>
                </c:pt>
                <c:pt idx="19862">
                  <c:v>27.9</c:v>
                </c:pt>
                <c:pt idx="19863">
                  <c:v>27.9</c:v>
                </c:pt>
                <c:pt idx="19864">
                  <c:v>27.9</c:v>
                </c:pt>
                <c:pt idx="19865">
                  <c:v>27.9</c:v>
                </c:pt>
                <c:pt idx="19866">
                  <c:v>27.9</c:v>
                </c:pt>
                <c:pt idx="19867">
                  <c:v>27.9</c:v>
                </c:pt>
                <c:pt idx="19868">
                  <c:v>27.9</c:v>
                </c:pt>
                <c:pt idx="19869">
                  <c:v>27.9</c:v>
                </c:pt>
                <c:pt idx="19870">
                  <c:v>27.9</c:v>
                </c:pt>
                <c:pt idx="19871">
                  <c:v>27.9</c:v>
                </c:pt>
                <c:pt idx="19872">
                  <c:v>27.9</c:v>
                </c:pt>
                <c:pt idx="19873">
                  <c:v>27.9</c:v>
                </c:pt>
                <c:pt idx="19874">
                  <c:v>27.9</c:v>
                </c:pt>
                <c:pt idx="19875">
                  <c:v>27.85</c:v>
                </c:pt>
                <c:pt idx="19876">
                  <c:v>27.85</c:v>
                </c:pt>
                <c:pt idx="19877">
                  <c:v>27.85</c:v>
                </c:pt>
                <c:pt idx="19878">
                  <c:v>27.85</c:v>
                </c:pt>
                <c:pt idx="19879">
                  <c:v>27.85</c:v>
                </c:pt>
                <c:pt idx="19880">
                  <c:v>27.85</c:v>
                </c:pt>
                <c:pt idx="19881">
                  <c:v>27.85</c:v>
                </c:pt>
                <c:pt idx="19882">
                  <c:v>27.85</c:v>
                </c:pt>
                <c:pt idx="19883">
                  <c:v>27.85</c:v>
                </c:pt>
                <c:pt idx="19884">
                  <c:v>27.85</c:v>
                </c:pt>
                <c:pt idx="19885">
                  <c:v>27.85</c:v>
                </c:pt>
                <c:pt idx="19886">
                  <c:v>27.85</c:v>
                </c:pt>
                <c:pt idx="19887">
                  <c:v>27.85</c:v>
                </c:pt>
                <c:pt idx="19888">
                  <c:v>27.85</c:v>
                </c:pt>
                <c:pt idx="19889">
                  <c:v>27.85</c:v>
                </c:pt>
                <c:pt idx="19890">
                  <c:v>27.85</c:v>
                </c:pt>
                <c:pt idx="19891">
                  <c:v>27.85</c:v>
                </c:pt>
                <c:pt idx="19892">
                  <c:v>27.85</c:v>
                </c:pt>
                <c:pt idx="19893">
                  <c:v>27.85</c:v>
                </c:pt>
                <c:pt idx="19894">
                  <c:v>27.85</c:v>
                </c:pt>
                <c:pt idx="19895">
                  <c:v>27.85</c:v>
                </c:pt>
                <c:pt idx="19896">
                  <c:v>27.85</c:v>
                </c:pt>
                <c:pt idx="19897">
                  <c:v>27.85</c:v>
                </c:pt>
                <c:pt idx="19898">
                  <c:v>27.85</c:v>
                </c:pt>
                <c:pt idx="19899">
                  <c:v>27.85</c:v>
                </c:pt>
                <c:pt idx="19900">
                  <c:v>27.85</c:v>
                </c:pt>
                <c:pt idx="19901">
                  <c:v>27.85</c:v>
                </c:pt>
                <c:pt idx="19902">
                  <c:v>27.85</c:v>
                </c:pt>
                <c:pt idx="19903">
                  <c:v>27.85</c:v>
                </c:pt>
                <c:pt idx="19904">
                  <c:v>27.85</c:v>
                </c:pt>
                <c:pt idx="19905">
                  <c:v>27.85</c:v>
                </c:pt>
                <c:pt idx="19906">
                  <c:v>27.85</c:v>
                </c:pt>
                <c:pt idx="19907">
                  <c:v>27.85</c:v>
                </c:pt>
                <c:pt idx="19908">
                  <c:v>27.85</c:v>
                </c:pt>
                <c:pt idx="19909">
                  <c:v>27.85</c:v>
                </c:pt>
                <c:pt idx="19910">
                  <c:v>27.85</c:v>
                </c:pt>
                <c:pt idx="19911">
                  <c:v>27.85</c:v>
                </c:pt>
                <c:pt idx="19912">
                  <c:v>27.85</c:v>
                </c:pt>
                <c:pt idx="19913">
                  <c:v>27.85</c:v>
                </c:pt>
                <c:pt idx="19914">
                  <c:v>27.85</c:v>
                </c:pt>
                <c:pt idx="19915">
                  <c:v>27.85</c:v>
                </c:pt>
                <c:pt idx="19916">
                  <c:v>27.85</c:v>
                </c:pt>
                <c:pt idx="19917">
                  <c:v>27.85</c:v>
                </c:pt>
                <c:pt idx="19918">
                  <c:v>27.85</c:v>
                </c:pt>
                <c:pt idx="19919">
                  <c:v>27.85</c:v>
                </c:pt>
                <c:pt idx="19920">
                  <c:v>27.85</c:v>
                </c:pt>
                <c:pt idx="19921">
                  <c:v>27.85</c:v>
                </c:pt>
                <c:pt idx="19922">
                  <c:v>27.85</c:v>
                </c:pt>
                <c:pt idx="19923">
                  <c:v>27.85</c:v>
                </c:pt>
                <c:pt idx="19924">
                  <c:v>27.85</c:v>
                </c:pt>
                <c:pt idx="19925">
                  <c:v>27.85</c:v>
                </c:pt>
                <c:pt idx="19926">
                  <c:v>27.85</c:v>
                </c:pt>
                <c:pt idx="19927">
                  <c:v>27.85</c:v>
                </c:pt>
                <c:pt idx="19928">
                  <c:v>27.85</c:v>
                </c:pt>
                <c:pt idx="19929">
                  <c:v>27.85</c:v>
                </c:pt>
                <c:pt idx="19930">
                  <c:v>27.85</c:v>
                </c:pt>
                <c:pt idx="19931">
                  <c:v>27.85</c:v>
                </c:pt>
                <c:pt idx="19932">
                  <c:v>27.85</c:v>
                </c:pt>
                <c:pt idx="19933">
                  <c:v>27.85</c:v>
                </c:pt>
                <c:pt idx="19934">
                  <c:v>27.85</c:v>
                </c:pt>
                <c:pt idx="19935">
                  <c:v>27.8</c:v>
                </c:pt>
                <c:pt idx="19936">
                  <c:v>27.8</c:v>
                </c:pt>
                <c:pt idx="19937">
                  <c:v>27.8</c:v>
                </c:pt>
                <c:pt idx="19938">
                  <c:v>27.8</c:v>
                </c:pt>
                <c:pt idx="19939">
                  <c:v>27.8</c:v>
                </c:pt>
                <c:pt idx="19940">
                  <c:v>27.8</c:v>
                </c:pt>
                <c:pt idx="19941">
                  <c:v>27.8</c:v>
                </c:pt>
                <c:pt idx="19942">
                  <c:v>27.8</c:v>
                </c:pt>
                <c:pt idx="19943">
                  <c:v>27.8</c:v>
                </c:pt>
                <c:pt idx="19944">
                  <c:v>27.8</c:v>
                </c:pt>
                <c:pt idx="19945">
                  <c:v>27.8</c:v>
                </c:pt>
                <c:pt idx="19946">
                  <c:v>27.8</c:v>
                </c:pt>
                <c:pt idx="19947">
                  <c:v>27.8</c:v>
                </c:pt>
                <c:pt idx="19948">
                  <c:v>27.8</c:v>
                </c:pt>
                <c:pt idx="19949">
                  <c:v>27.8</c:v>
                </c:pt>
                <c:pt idx="19950">
                  <c:v>27.8</c:v>
                </c:pt>
                <c:pt idx="19951">
                  <c:v>27.8</c:v>
                </c:pt>
                <c:pt idx="19952">
                  <c:v>27.8</c:v>
                </c:pt>
                <c:pt idx="19953">
                  <c:v>27.8</c:v>
                </c:pt>
                <c:pt idx="19954">
                  <c:v>27.8</c:v>
                </c:pt>
                <c:pt idx="19955">
                  <c:v>27.8</c:v>
                </c:pt>
                <c:pt idx="19956">
                  <c:v>27.8</c:v>
                </c:pt>
                <c:pt idx="19957">
                  <c:v>27.8</c:v>
                </c:pt>
                <c:pt idx="19958">
                  <c:v>27.8</c:v>
                </c:pt>
                <c:pt idx="19959">
                  <c:v>27.8</c:v>
                </c:pt>
                <c:pt idx="19960">
                  <c:v>27.8</c:v>
                </c:pt>
                <c:pt idx="19961">
                  <c:v>27.8</c:v>
                </c:pt>
                <c:pt idx="19962">
                  <c:v>27.8</c:v>
                </c:pt>
                <c:pt idx="19963">
                  <c:v>27.8</c:v>
                </c:pt>
                <c:pt idx="19964">
                  <c:v>27.8</c:v>
                </c:pt>
                <c:pt idx="19965">
                  <c:v>27.8</c:v>
                </c:pt>
                <c:pt idx="19966">
                  <c:v>27.8</c:v>
                </c:pt>
                <c:pt idx="19967">
                  <c:v>27.8</c:v>
                </c:pt>
                <c:pt idx="19968">
                  <c:v>27.8</c:v>
                </c:pt>
                <c:pt idx="19969">
                  <c:v>27.8</c:v>
                </c:pt>
                <c:pt idx="19970">
                  <c:v>27.8</c:v>
                </c:pt>
                <c:pt idx="19971">
                  <c:v>27.8</c:v>
                </c:pt>
                <c:pt idx="19972">
                  <c:v>27.8</c:v>
                </c:pt>
                <c:pt idx="19973">
                  <c:v>27.8</c:v>
                </c:pt>
                <c:pt idx="19974">
                  <c:v>27.8</c:v>
                </c:pt>
                <c:pt idx="19975">
                  <c:v>27.8</c:v>
                </c:pt>
                <c:pt idx="19976">
                  <c:v>27.8</c:v>
                </c:pt>
                <c:pt idx="19977">
                  <c:v>27.8</c:v>
                </c:pt>
                <c:pt idx="19978">
                  <c:v>27.8</c:v>
                </c:pt>
                <c:pt idx="19979">
                  <c:v>27.8</c:v>
                </c:pt>
                <c:pt idx="19980">
                  <c:v>27.8</c:v>
                </c:pt>
                <c:pt idx="19981">
                  <c:v>27.8</c:v>
                </c:pt>
                <c:pt idx="19982">
                  <c:v>27.8</c:v>
                </c:pt>
                <c:pt idx="19983">
                  <c:v>27.8</c:v>
                </c:pt>
                <c:pt idx="19984">
                  <c:v>27.8</c:v>
                </c:pt>
                <c:pt idx="19985">
                  <c:v>27.8</c:v>
                </c:pt>
                <c:pt idx="19986">
                  <c:v>27.8</c:v>
                </c:pt>
                <c:pt idx="19987">
                  <c:v>27.8</c:v>
                </c:pt>
                <c:pt idx="19988">
                  <c:v>27.8</c:v>
                </c:pt>
                <c:pt idx="19989">
                  <c:v>27.8</c:v>
                </c:pt>
                <c:pt idx="19990">
                  <c:v>27.75</c:v>
                </c:pt>
                <c:pt idx="19991">
                  <c:v>27.8</c:v>
                </c:pt>
                <c:pt idx="19992">
                  <c:v>27.75</c:v>
                </c:pt>
                <c:pt idx="19993">
                  <c:v>27.75</c:v>
                </c:pt>
                <c:pt idx="19994">
                  <c:v>27.8</c:v>
                </c:pt>
                <c:pt idx="19995">
                  <c:v>27.75</c:v>
                </c:pt>
                <c:pt idx="19996">
                  <c:v>27.75</c:v>
                </c:pt>
                <c:pt idx="19997">
                  <c:v>27.8</c:v>
                </c:pt>
                <c:pt idx="19998">
                  <c:v>27.75</c:v>
                </c:pt>
                <c:pt idx="19999">
                  <c:v>27.75</c:v>
                </c:pt>
                <c:pt idx="20000">
                  <c:v>27.75</c:v>
                </c:pt>
                <c:pt idx="20001">
                  <c:v>27.75</c:v>
                </c:pt>
                <c:pt idx="20002">
                  <c:v>27.75</c:v>
                </c:pt>
                <c:pt idx="20003">
                  <c:v>27.75</c:v>
                </c:pt>
                <c:pt idx="20004">
                  <c:v>27.75</c:v>
                </c:pt>
                <c:pt idx="20005">
                  <c:v>27.75</c:v>
                </c:pt>
                <c:pt idx="20006">
                  <c:v>27.75</c:v>
                </c:pt>
                <c:pt idx="20007">
                  <c:v>27.75</c:v>
                </c:pt>
                <c:pt idx="20008">
                  <c:v>27.75</c:v>
                </c:pt>
                <c:pt idx="20009">
                  <c:v>27.75</c:v>
                </c:pt>
                <c:pt idx="20010">
                  <c:v>27.75</c:v>
                </c:pt>
                <c:pt idx="20011">
                  <c:v>27.75</c:v>
                </c:pt>
                <c:pt idx="20012">
                  <c:v>27.75</c:v>
                </c:pt>
                <c:pt idx="20013">
                  <c:v>27.75</c:v>
                </c:pt>
                <c:pt idx="20014">
                  <c:v>27.75</c:v>
                </c:pt>
                <c:pt idx="20015">
                  <c:v>27.75</c:v>
                </c:pt>
                <c:pt idx="20016">
                  <c:v>27.75</c:v>
                </c:pt>
                <c:pt idx="20017">
                  <c:v>27.75</c:v>
                </c:pt>
                <c:pt idx="20018">
                  <c:v>27.75</c:v>
                </c:pt>
                <c:pt idx="20019">
                  <c:v>27.75</c:v>
                </c:pt>
                <c:pt idx="20020">
                  <c:v>27.75</c:v>
                </c:pt>
                <c:pt idx="20021">
                  <c:v>27.75</c:v>
                </c:pt>
                <c:pt idx="20022">
                  <c:v>27.75</c:v>
                </c:pt>
                <c:pt idx="20023">
                  <c:v>27.75</c:v>
                </c:pt>
                <c:pt idx="20024">
                  <c:v>27.75</c:v>
                </c:pt>
                <c:pt idx="20025">
                  <c:v>27.75</c:v>
                </c:pt>
                <c:pt idx="20026">
                  <c:v>27.75</c:v>
                </c:pt>
                <c:pt idx="20027">
                  <c:v>27.75</c:v>
                </c:pt>
                <c:pt idx="20028">
                  <c:v>27.75</c:v>
                </c:pt>
                <c:pt idx="20029">
                  <c:v>27.75</c:v>
                </c:pt>
                <c:pt idx="20030">
                  <c:v>27.75</c:v>
                </c:pt>
                <c:pt idx="20031">
                  <c:v>27.75</c:v>
                </c:pt>
                <c:pt idx="20032">
                  <c:v>27.75</c:v>
                </c:pt>
                <c:pt idx="20033">
                  <c:v>27.75</c:v>
                </c:pt>
                <c:pt idx="20034">
                  <c:v>27.75</c:v>
                </c:pt>
                <c:pt idx="20035">
                  <c:v>27.75</c:v>
                </c:pt>
                <c:pt idx="20036">
                  <c:v>27.75</c:v>
                </c:pt>
                <c:pt idx="20037">
                  <c:v>27.7</c:v>
                </c:pt>
                <c:pt idx="20038">
                  <c:v>27.7</c:v>
                </c:pt>
                <c:pt idx="20039">
                  <c:v>27.7</c:v>
                </c:pt>
                <c:pt idx="20040">
                  <c:v>27.75</c:v>
                </c:pt>
                <c:pt idx="20041">
                  <c:v>27.7</c:v>
                </c:pt>
                <c:pt idx="20042">
                  <c:v>27.7</c:v>
                </c:pt>
                <c:pt idx="20043">
                  <c:v>27.75</c:v>
                </c:pt>
                <c:pt idx="20044">
                  <c:v>27.7</c:v>
                </c:pt>
                <c:pt idx="20045">
                  <c:v>27.75</c:v>
                </c:pt>
                <c:pt idx="20046">
                  <c:v>27.75</c:v>
                </c:pt>
                <c:pt idx="20047">
                  <c:v>27.75</c:v>
                </c:pt>
                <c:pt idx="20048">
                  <c:v>27.75</c:v>
                </c:pt>
                <c:pt idx="20049">
                  <c:v>27.7</c:v>
                </c:pt>
                <c:pt idx="20050">
                  <c:v>27.7</c:v>
                </c:pt>
                <c:pt idx="20051">
                  <c:v>27.7</c:v>
                </c:pt>
                <c:pt idx="20052">
                  <c:v>27.7</c:v>
                </c:pt>
                <c:pt idx="20053">
                  <c:v>27.7</c:v>
                </c:pt>
                <c:pt idx="20054">
                  <c:v>27.7</c:v>
                </c:pt>
                <c:pt idx="20055">
                  <c:v>27.7</c:v>
                </c:pt>
                <c:pt idx="20056">
                  <c:v>27.7</c:v>
                </c:pt>
                <c:pt idx="20057">
                  <c:v>27.7</c:v>
                </c:pt>
                <c:pt idx="20058">
                  <c:v>27.7</c:v>
                </c:pt>
                <c:pt idx="20059">
                  <c:v>27.7</c:v>
                </c:pt>
                <c:pt idx="20060">
                  <c:v>27.7</c:v>
                </c:pt>
                <c:pt idx="20061">
                  <c:v>27.7</c:v>
                </c:pt>
                <c:pt idx="20062">
                  <c:v>27.7</c:v>
                </c:pt>
                <c:pt idx="20063">
                  <c:v>27.7</c:v>
                </c:pt>
                <c:pt idx="20064">
                  <c:v>27.7</c:v>
                </c:pt>
                <c:pt idx="20065">
                  <c:v>27.7</c:v>
                </c:pt>
                <c:pt idx="20066">
                  <c:v>27.7</c:v>
                </c:pt>
                <c:pt idx="20067">
                  <c:v>27.7</c:v>
                </c:pt>
                <c:pt idx="20068">
                  <c:v>27.7</c:v>
                </c:pt>
                <c:pt idx="20069">
                  <c:v>27.7</c:v>
                </c:pt>
                <c:pt idx="20070">
                  <c:v>27.7</c:v>
                </c:pt>
                <c:pt idx="20071">
                  <c:v>27.7</c:v>
                </c:pt>
                <c:pt idx="20072">
                  <c:v>27.7</c:v>
                </c:pt>
                <c:pt idx="20073">
                  <c:v>27.7</c:v>
                </c:pt>
                <c:pt idx="20074">
                  <c:v>27.7</c:v>
                </c:pt>
                <c:pt idx="20075">
                  <c:v>27.7</c:v>
                </c:pt>
                <c:pt idx="20076">
                  <c:v>27.7</c:v>
                </c:pt>
                <c:pt idx="20077">
                  <c:v>27.7</c:v>
                </c:pt>
                <c:pt idx="20078">
                  <c:v>27.7</c:v>
                </c:pt>
                <c:pt idx="20079">
                  <c:v>27.7</c:v>
                </c:pt>
                <c:pt idx="20080">
                  <c:v>27.7</c:v>
                </c:pt>
                <c:pt idx="20081">
                  <c:v>27.7</c:v>
                </c:pt>
                <c:pt idx="20082">
                  <c:v>27.7</c:v>
                </c:pt>
                <c:pt idx="20083">
                  <c:v>27.7</c:v>
                </c:pt>
                <c:pt idx="20084">
                  <c:v>27.7</c:v>
                </c:pt>
                <c:pt idx="20085">
                  <c:v>27.7</c:v>
                </c:pt>
                <c:pt idx="20086">
                  <c:v>27.7</c:v>
                </c:pt>
                <c:pt idx="20087">
                  <c:v>27.7</c:v>
                </c:pt>
                <c:pt idx="20088">
                  <c:v>27.7</c:v>
                </c:pt>
                <c:pt idx="20089">
                  <c:v>27.7</c:v>
                </c:pt>
                <c:pt idx="20090">
                  <c:v>27.7</c:v>
                </c:pt>
                <c:pt idx="20091">
                  <c:v>27.7</c:v>
                </c:pt>
                <c:pt idx="20092">
                  <c:v>27.7</c:v>
                </c:pt>
                <c:pt idx="20093">
                  <c:v>27.7</c:v>
                </c:pt>
                <c:pt idx="20094">
                  <c:v>27.65</c:v>
                </c:pt>
                <c:pt idx="20095">
                  <c:v>27.65</c:v>
                </c:pt>
                <c:pt idx="20096">
                  <c:v>27.65</c:v>
                </c:pt>
                <c:pt idx="20097">
                  <c:v>27.7</c:v>
                </c:pt>
                <c:pt idx="20098">
                  <c:v>27.65</c:v>
                </c:pt>
                <c:pt idx="20099">
                  <c:v>27.65</c:v>
                </c:pt>
                <c:pt idx="20100">
                  <c:v>27.7</c:v>
                </c:pt>
                <c:pt idx="20101">
                  <c:v>27.65</c:v>
                </c:pt>
                <c:pt idx="20102">
                  <c:v>27.7</c:v>
                </c:pt>
                <c:pt idx="20103">
                  <c:v>27.7</c:v>
                </c:pt>
                <c:pt idx="20104">
                  <c:v>27.7</c:v>
                </c:pt>
                <c:pt idx="20105">
                  <c:v>27.65</c:v>
                </c:pt>
                <c:pt idx="20106">
                  <c:v>27.7</c:v>
                </c:pt>
                <c:pt idx="20107">
                  <c:v>27.7</c:v>
                </c:pt>
                <c:pt idx="20108">
                  <c:v>27.7</c:v>
                </c:pt>
                <c:pt idx="20109">
                  <c:v>27.65</c:v>
                </c:pt>
                <c:pt idx="20110">
                  <c:v>27.65</c:v>
                </c:pt>
                <c:pt idx="20111">
                  <c:v>27.65</c:v>
                </c:pt>
                <c:pt idx="20112">
                  <c:v>27.65</c:v>
                </c:pt>
                <c:pt idx="20113">
                  <c:v>27.65</c:v>
                </c:pt>
                <c:pt idx="20114">
                  <c:v>27.65</c:v>
                </c:pt>
                <c:pt idx="20115">
                  <c:v>27.65</c:v>
                </c:pt>
                <c:pt idx="20116">
                  <c:v>27.65</c:v>
                </c:pt>
                <c:pt idx="20117">
                  <c:v>27.65</c:v>
                </c:pt>
                <c:pt idx="20118">
                  <c:v>27.65</c:v>
                </c:pt>
                <c:pt idx="20119">
                  <c:v>27.65</c:v>
                </c:pt>
                <c:pt idx="20120">
                  <c:v>27.65</c:v>
                </c:pt>
                <c:pt idx="20121">
                  <c:v>27.65</c:v>
                </c:pt>
                <c:pt idx="20122">
                  <c:v>27.65</c:v>
                </c:pt>
                <c:pt idx="20123">
                  <c:v>27.65</c:v>
                </c:pt>
                <c:pt idx="20124">
                  <c:v>27.65</c:v>
                </c:pt>
                <c:pt idx="20125">
                  <c:v>27.65</c:v>
                </c:pt>
                <c:pt idx="20126">
                  <c:v>27.65</c:v>
                </c:pt>
                <c:pt idx="20127">
                  <c:v>27.65</c:v>
                </c:pt>
                <c:pt idx="20128">
                  <c:v>27.65</c:v>
                </c:pt>
                <c:pt idx="20129">
                  <c:v>27.65</c:v>
                </c:pt>
                <c:pt idx="20130">
                  <c:v>27.65</c:v>
                </c:pt>
                <c:pt idx="20131">
                  <c:v>27.65</c:v>
                </c:pt>
                <c:pt idx="20132">
                  <c:v>27.65</c:v>
                </c:pt>
                <c:pt idx="20133">
                  <c:v>27.65</c:v>
                </c:pt>
                <c:pt idx="20134">
                  <c:v>27.65</c:v>
                </c:pt>
                <c:pt idx="20135">
                  <c:v>27.65</c:v>
                </c:pt>
                <c:pt idx="20136">
                  <c:v>27.65</c:v>
                </c:pt>
                <c:pt idx="20137">
                  <c:v>27.65</c:v>
                </c:pt>
                <c:pt idx="20138">
                  <c:v>27.65</c:v>
                </c:pt>
                <c:pt idx="20139">
                  <c:v>27.65</c:v>
                </c:pt>
                <c:pt idx="20140">
                  <c:v>27.65</c:v>
                </c:pt>
                <c:pt idx="20141">
                  <c:v>27.65</c:v>
                </c:pt>
                <c:pt idx="20142">
                  <c:v>27.65</c:v>
                </c:pt>
                <c:pt idx="20143">
                  <c:v>27.65</c:v>
                </c:pt>
                <c:pt idx="20144">
                  <c:v>27.65</c:v>
                </c:pt>
                <c:pt idx="20145">
                  <c:v>27.65</c:v>
                </c:pt>
                <c:pt idx="20146">
                  <c:v>27.65</c:v>
                </c:pt>
                <c:pt idx="20147">
                  <c:v>27.65</c:v>
                </c:pt>
                <c:pt idx="20148">
                  <c:v>27.65</c:v>
                </c:pt>
                <c:pt idx="20149">
                  <c:v>27.65</c:v>
                </c:pt>
                <c:pt idx="20150">
                  <c:v>27.65</c:v>
                </c:pt>
                <c:pt idx="20151">
                  <c:v>27.65</c:v>
                </c:pt>
                <c:pt idx="20152">
                  <c:v>27.65</c:v>
                </c:pt>
                <c:pt idx="20153">
                  <c:v>27.65</c:v>
                </c:pt>
                <c:pt idx="20154">
                  <c:v>27.65</c:v>
                </c:pt>
                <c:pt idx="20155">
                  <c:v>27.65</c:v>
                </c:pt>
                <c:pt idx="20156">
                  <c:v>27.65</c:v>
                </c:pt>
                <c:pt idx="20157">
                  <c:v>27.65</c:v>
                </c:pt>
                <c:pt idx="20158">
                  <c:v>27.65</c:v>
                </c:pt>
                <c:pt idx="20159">
                  <c:v>27.65</c:v>
                </c:pt>
                <c:pt idx="20160">
                  <c:v>27.65</c:v>
                </c:pt>
                <c:pt idx="20161">
                  <c:v>27.65</c:v>
                </c:pt>
                <c:pt idx="20162">
                  <c:v>27.65</c:v>
                </c:pt>
                <c:pt idx="20163">
                  <c:v>27.65</c:v>
                </c:pt>
                <c:pt idx="20164">
                  <c:v>27.65</c:v>
                </c:pt>
                <c:pt idx="20165">
                  <c:v>27.65</c:v>
                </c:pt>
                <c:pt idx="20166">
                  <c:v>27.65</c:v>
                </c:pt>
                <c:pt idx="20167">
                  <c:v>27.65</c:v>
                </c:pt>
                <c:pt idx="20168">
                  <c:v>27.65</c:v>
                </c:pt>
                <c:pt idx="20169">
                  <c:v>27.65</c:v>
                </c:pt>
                <c:pt idx="20170">
                  <c:v>27.65</c:v>
                </c:pt>
                <c:pt idx="20171">
                  <c:v>27.65</c:v>
                </c:pt>
                <c:pt idx="20172">
                  <c:v>27.65</c:v>
                </c:pt>
                <c:pt idx="20173">
                  <c:v>27.65</c:v>
                </c:pt>
                <c:pt idx="20174">
                  <c:v>27.65</c:v>
                </c:pt>
                <c:pt idx="20175">
                  <c:v>27.65</c:v>
                </c:pt>
                <c:pt idx="20176">
                  <c:v>27.65</c:v>
                </c:pt>
                <c:pt idx="20177">
                  <c:v>27.65</c:v>
                </c:pt>
                <c:pt idx="20178">
                  <c:v>27.65</c:v>
                </c:pt>
                <c:pt idx="20179">
                  <c:v>27.65</c:v>
                </c:pt>
                <c:pt idx="20180">
                  <c:v>27.6</c:v>
                </c:pt>
                <c:pt idx="20181">
                  <c:v>27.6</c:v>
                </c:pt>
                <c:pt idx="20182">
                  <c:v>27.65</c:v>
                </c:pt>
                <c:pt idx="20183">
                  <c:v>27.6</c:v>
                </c:pt>
                <c:pt idx="20184">
                  <c:v>27.6</c:v>
                </c:pt>
                <c:pt idx="20185">
                  <c:v>27.6</c:v>
                </c:pt>
                <c:pt idx="20186">
                  <c:v>27.6</c:v>
                </c:pt>
                <c:pt idx="20187">
                  <c:v>27.6</c:v>
                </c:pt>
                <c:pt idx="20188">
                  <c:v>27.65</c:v>
                </c:pt>
                <c:pt idx="20189">
                  <c:v>27.6</c:v>
                </c:pt>
                <c:pt idx="20190">
                  <c:v>27.6</c:v>
                </c:pt>
                <c:pt idx="20191">
                  <c:v>27.6</c:v>
                </c:pt>
                <c:pt idx="20192">
                  <c:v>27.6</c:v>
                </c:pt>
                <c:pt idx="20193">
                  <c:v>27.6</c:v>
                </c:pt>
                <c:pt idx="20194">
                  <c:v>27.6</c:v>
                </c:pt>
                <c:pt idx="20195">
                  <c:v>27.65</c:v>
                </c:pt>
                <c:pt idx="20196">
                  <c:v>27.6</c:v>
                </c:pt>
                <c:pt idx="20197">
                  <c:v>27.6</c:v>
                </c:pt>
                <c:pt idx="20198">
                  <c:v>27.65</c:v>
                </c:pt>
                <c:pt idx="20199">
                  <c:v>27.6</c:v>
                </c:pt>
                <c:pt idx="20200">
                  <c:v>27.6</c:v>
                </c:pt>
                <c:pt idx="20201">
                  <c:v>27.6</c:v>
                </c:pt>
                <c:pt idx="20202">
                  <c:v>27.6</c:v>
                </c:pt>
                <c:pt idx="20203">
                  <c:v>27.6</c:v>
                </c:pt>
                <c:pt idx="20204">
                  <c:v>27.6</c:v>
                </c:pt>
                <c:pt idx="20205">
                  <c:v>27.6</c:v>
                </c:pt>
                <c:pt idx="20206">
                  <c:v>27.6</c:v>
                </c:pt>
                <c:pt idx="20207">
                  <c:v>27.6</c:v>
                </c:pt>
                <c:pt idx="20208">
                  <c:v>27.6</c:v>
                </c:pt>
                <c:pt idx="20209">
                  <c:v>27.6</c:v>
                </c:pt>
                <c:pt idx="20210">
                  <c:v>27.6</c:v>
                </c:pt>
                <c:pt idx="20211">
                  <c:v>27.6</c:v>
                </c:pt>
                <c:pt idx="20212">
                  <c:v>27.6</c:v>
                </c:pt>
                <c:pt idx="20213">
                  <c:v>27.6</c:v>
                </c:pt>
                <c:pt idx="20214">
                  <c:v>27.6</c:v>
                </c:pt>
                <c:pt idx="20215">
                  <c:v>27.6</c:v>
                </c:pt>
                <c:pt idx="20216">
                  <c:v>27.6</c:v>
                </c:pt>
                <c:pt idx="20217">
                  <c:v>27.6</c:v>
                </c:pt>
                <c:pt idx="20218">
                  <c:v>27.6</c:v>
                </c:pt>
                <c:pt idx="20219">
                  <c:v>27.6</c:v>
                </c:pt>
                <c:pt idx="20220">
                  <c:v>27.6</c:v>
                </c:pt>
                <c:pt idx="20221">
                  <c:v>27.6</c:v>
                </c:pt>
                <c:pt idx="20222">
                  <c:v>27.6</c:v>
                </c:pt>
                <c:pt idx="20223">
                  <c:v>27.6</c:v>
                </c:pt>
                <c:pt idx="20224">
                  <c:v>27.6</c:v>
                </c:pt>
                <c:pt idx="20225">
                  <c:v>27.6</c:v>
                </c:pt>
                <c:pt idx="20226">
                  <c:v>27.6</c:v>
                </c:pt>
                <c:pt idx="20227">
                  <c:v>27.6</c:v>
                </c:pt>
                <c:pt idx="20228">
                  <c:v>27.6</c:v>
                </c:pt>
                <c:pt idx="20229">
                  <c:v>27.6</c:v>
                </c:pt>
                <c:pt idx="20230">
                  <c:v>27.6</c:v>
                </c:pt>
                <c:pt idx="20231">
                  <c:v>27.6</c:v>
                </c:pt>
                <c:pt idx="20232">
                  <c:v>27.6</c:v>
                </c:pt>
                <c:pt idx="20233">
                  <c:v>27.6</c:v>
                </c:pt>
                <c:pt idx="20234">
                  <c:v>27.6</c:v>
                </c:pt>
                <c:pt idx="20235">
                  <c:v>27.6</c:v>
                </c:pt>
                <c:pt idx="20236">
                  <c:v>27.6</c:v>
                </c:pt>
                <c:pt idx="20237">
                  <c:v>27.6</c:v>
                </c:pt>
                <c:pt idx="20238">
                  <c:v>27.6</c:v>
                </c:pt>
                <c:pt idx="20239">
                  <c:v>27.6</c:v>
                </c:pt>
                <c:pt idx="20240">
                  <c:v>27.6</c:v>
                </c:pt>
                <c:pt idx="20241">
                  <c:v>27.6</c:v>
                </c:pt>
                <c:pt idx="20242">
                  <c:v>27.6</c:v>
                </c:pt>
                <c:pt idx="20243">
                  <c:v>27.6</c:v>
                </c:pt>
                <c:pt idx="20244">
                  <c:v>27.6</c:v>
                </c:pt>
                <c:pt idx="20245">
                  <c:v>27.6</c:v>
                </c:pt>
                <c:pt idx="20246">
                  <c:v>27.6</c:v>
                </c:pt>
                <c:pt idx="20247">
                  <c:v>27.55</c:v>
                </c:pt>
                <c:pt idx="20248">
                  <c:v>27.6</c:v>
                </c:pt>
                <c:pt idx="20249">
                  <c:v>27.6</c:v>
                </c:pt>
                <c:pt idx="20250">
                  <c:v>27.55</c:v>
                </c:pt>
                <c:pt idx="20251">
                  <c:v>27.55</c:v>
                </c:pt>
                <c:pt idx="20252">
                  <c:v>27.55</c:v>
                </c:pt>
                <c:pt idx="20253">
                  <c:v>27.55</c:v>
                </c:pt>
                <c:pt idx="20254">
                  <c:v>27.55</c:v>
                </c:pt>
                <c:pt idx="20255">
                  <c:v>27.55</c:v>
                </c:pt>
                <c:pt idx="20256">
                  <c:v>27.55</c:v>
                </c:pt>
                <c:pt idx="20257">
                  <c:v>27.55</c:v>
                </c:pt>
                <c:pt idx="20258">
                  <c:v>27.55</c:v>
                </c:pt>
                <c:pt idx="20259">
                  <c:v>27.55</c:v>
                </c:pt>
                <c:pt idx="20260">
                  <c:v>27.55</c:v>
                </c:pt>
                <c:pt idx="20261">
                  <c:v>27.55</c:v>
                </c:pt>
                <c:pt idx="20262">
                  <c:v>27.55</c:v>
                </c:pt>
                <c:pt idx="20263">
                  <c:v>27.55</c:v>
                </c:pt>
                <c:pt idx="20264">
                  <c:v>27.55</c:v>
                </c:pt>
                <c:pt idx="20265">
                  <c:v>27.55</c:v>
                </c:pt>
                <c:pt idx="20266">
                  <c:v>27.55</c:v>
                </c:pt>
                <c:pt idx="20267">
                  <c:v>27.55</c:v>
                </c:pt>
                <c:pt idx="20268">
                  <c:v>27.55</c:v>
                </c:pt>
                <c:pt idx="20269">
                  <c:v>27.55</c:v>
                </c:pt>
                <c:pt idx="20270">
                  <c:v>27.55</c:v>
                </c:pt>
                <c:pt idx="20271">
                  <c:v>27.55</c:v>
                </c:pt>
                <c:pt idx="20272">
                  <c:v>27.55</c:v>
                </c:pt>
                <c:pt idx="20273">
                  <c:v>27.55</c:v>
                </c:pt>
                <c:pt idx="20274">
                  <c:v>27.55</c:v>
                </c:pt>
                <c:pt idx="20275">
                  <c:v>27.55</c:v>
                </c:pt>
                <c:pt idx="20276">
                  <c:v>27.55</c:v>
                </c:pt>
                <c:pt idx="20277">
                  <c:v>27.55</c:v>
                </c:pt>
                <c:pt idx="20278">
                  <c:v>27.55</c:v>
                </c:pt>
                <c:pt idx="20279">
                  <c:v>27.55</c:v>
                </c:pt>
                <c:pt idx="20280">
                  <c:v>27.55</c:v>
                </c:pt>
                <c:pt idx="20281">
                  <c:v>27.55</c:v>
                </c:pt>
                <c:pt idx="20282">
                  <c:v>27.55</c:v>
                </c:pt>
                <c:pt idx="20283">
                  <c:v>27.55</c:v>
                </c:pt>
                <c:pt idx="20284">
                  <c:v>27.55</c:v>
                </c:pt>
                <c:pt idx="20285">
                  <c:v>27.55</c:v>
                </c:pt>
                <c:pt idx="20286">
                  <c:v>27.55</c:v>
                </c:pt>
                <c:pt idx="20287">
                  <c:v>27.55</c:v>
                </c:pt>
                <c:pt idx="20288">
                  <c:v>27.55</c:v>
                </c:pt>
                <c:pt idx="20289">
                  <c:v>27.55</c:v>
                </c:pt>
                <c:pt idx="20290">
                  <c:v>27.55</c:v>
                </c:pt>
                <c:pt idx="20291">
                  <c:v>27.55</c:v>
                </c:pt>
                <c:pt idx="20292">
                  <c:v>27.55</c:v>
                </c:pt>
                <c:pt idx="20293">
                  <c:v>27.55</c:v>
                </c:pt>
                <c:pt idx="20294">
                  <c:v>27.55</c:v>
                </c:pt>
                <c:pt idx="20295">
                  <c:v>27.55</c:v>
                </c:pt>
                <c:pt idx="20296">
                  <c:v>27.55</c:v>
                </c:pt>
                <c:pt idx="20297">
                  <c:v>27.55</c:v>
                </c:pt>
                <c:pt idx="20298">
                  <c:v>27.55</c:v>
                </c:pt>
                <c:pt idx="20299">
                  <c:v>27.55</c:v>
                </c:pt>
                <c:pt idx="20300">
                  <c:v>27.55</c:v>
                </c:pt>
                <c:pt idx="20301">
                  <c:v>27.55</c:v>
                </c:pt>
                <c:pt idx="20302">
                  <c:v>27.55</c:v>
                </c:pt>
                <c:pt idx="20303">
                  <c:v>27.55</c:v>
                </c:pt>
                <c:pt idx="20304">
                  <c:v>27.55</c:v>
                </c:pt>
                <c:pt idx="20305">
                  <c:v>27.55</c:v>
                </c:pt>
                <c:pt idx="20306">
                  <c:v>27.55</c:v>
                </c:pt>
                <c:pt idx="20307">
                  <c:v>27.55</c:v>
                </c:pt>
                <c:pt idx="20308">
                  <c:v>27.55</c:v>
                </c:pt>
                <c:pt idx="20309">
                  <c:v>27.55</c:v>
                </c:pt>
                <c:pt idx="20310">
                  <c:v>27.55</c:v>
                </c:pt>
                <c:pt idx="20311">
                  <c:v>27.55</c:v>
                </c:pt>
                <c:pt idx="20312">
                  <c:v>27.55</c:v>
                </c:pt>
                <c:pt idx="20313">
                  <c:v>27.55</c:v>
                </c:pt>
                <c:pt idx="20314">
                  <c:v>27.55</c:v>
                </c:pt>
                <c:pt idx="20315">
                  <c:v>27.55</c:v>
                </c:pt>
                <c:pt idx="20316">
                  <c:v>27.55</c:v>
                </c:pt>
                <c:pt idx="20317">
                  <c:v>27.55</c:v>
                </c:pt>
                <c:pt idx="20318">
                  <c:v>27.55</c:v>
                </c:pt>
                <c:pt idx="20319">
                  <c:v>27.55</c:v>
                </c:pt>
                <c:pt idx="20320">
                  <c:v>27.55</c:v>
                </c:pt>
                <c:pt idx="20321">
                  <c:v>27.55</c:v>
                </c:pt>
                <c:pt idx="20322">
                  <c:v>27.55</c:v>
                </c:pt>
                <c:pt idx="20323">
                  <c:v>27.5</c:v>
                </c:pt>
                <c:pt idx="20324">
                  <c:v>27.5</c:v>
                </c:pt>
                <c:pt idx="20325">
                  <c:v>27.5</c:v>
                </c:pt>
                <c:pt idx="20326">
                  <c:v>27.5</c:v>
                </c:pt>
                <c:pt idx="20327">
                  <c:v>27.5</c:v>
                </c:pt>
                <c:pt idx="20328">
                  <c:v>27.5</c:v>
                </c:pt>
                <c:pt idx="20329">
                  <c:v>27.5</c:v>
                </c:pt>
                <c:pt idx="20330">
                  <c:v>27.5</c:v>
                </c:pt>
                <c:pt idx="20331">
                  <c:v>27.5</c:v>
                </c:pt>
                <c:pt idx="20332">
                  <c:v>27.5</c:v>
                </c:pt>
                <c:pt idx="20333">
                  <c:v>27.5</c:v>
                </c:pt>
                <c:pt idx="20334">
                  <c:v>27.5</c:v>
                </c:pt>
                <c:pt idx="20335">
                  <c:v>27.5</c:v>
                </c:pt>
                <c:pt idx="20336">
                  <c:v>27.5</c:v>
                </c:pt>
                <c:pt idx="20337">
                  <c:v>27.5</c:v>
                </c:pt>
                <c:pt idx="20338">
                  <c:v>27.5</c:v>
                </c:pt>
                <c:pt idx="20339">
                  <c:v>27.5</c:v>
                </c:pt>
                <c:pt idx="20340">
                  <c:v>27.5</c:v>
                </c:pt>
                <c:pt idx="20341">
                  <c:v>27.5</c:v>
                </c:pt>
                <c:pt idx="20342">
                  <c:v>27.5</c:v>
                </c:pt>
                <c:pt idx="20343">
                  <c:v>27.5</c:v>
                </c:pt>
                <c:pt idx="20344">
                  <c:v>27.5</c:v>
                </c:pt>
                <c:pt idx="20345">
                  <c:v>27.5</c:v>
                </c:pt>
                <c:pt idx="20346">
                  <c:v>27.5</c:v>
                </c:pt>
                <c:pt idx="20347">
                  <c:v>27.5</c:v>
                </c:pt>
                <c:pt idx="20348">
                  <c:v>27.5</c:v>
                </c:pt>
                <c:pt idx="20349">
                  <c:v>27.5</c:v>
                </c:pt>
                <c:pt idx="20350">
                  <c:v>27.5</c:v>
                </c:pt>
                <c:pt idx="20351">
                  <c:v>27.5</c:v>
                </c:pt>
                <c:pt idx="20352">
                  <c:v>27.5</c:v>
                </c:pt>
                <c:pt idx="20353">
                  <c:v>27.5</c:v>
                </c:pt>
                <c:pt idx="20354">
                  <c:v>27.5</c:v>
                </c:pt>
                <c:pt idx="20355">
                  <c:v>27.5</c:v>
                </c:pt>
                <c:pt idx="20356">
                  <c:v>27.5</c:v>
                </c:pt>
                <c:pt idx="20357">
                  <c:v>27.5</c:v>
                </c:pt>
                <c:pt idx="20358">
                  <c:v>27.5</c:v>
                </c:pt>
                <c:pt idx="20359">
                  <c:v>27.5</c:v>
                </c:pt>
                <c:pt idx="20360">
                  <c:v>27.5</c:v>
                </c:pt>
                <c:pt idx="20361">
                  <c:v>27.5</c:v>
                </c:pt>
                <c:pt idx="20362">
                  <c:v>27.5</c:v>
                </c:pt>
                <c:pt idx="20363">
                  <c:v>27.5</c:v>
                </c:pt>
                <c:pt idx="20364">
                  <c:v>27.5</c:v>
                </c:pt>
                <c:pt idx="20365">
                  <c:v>27.5</c:v>
                </c:pt>
                <c:pt idx="20366">
                  <c:v>27.5</c:v>
                </c:pt>
                <c:pt idx="20367">
                  <c:v>27.5</c:v>
                </c:pt>
                <c:pt idx="20368">
                  <c:v>27.5</c:v>
                </c:pt>
                <c:pt idx="20369">
                  <c:v>27.5</c:v>
                </c:pt>
                <c:pt idx="20370">
                  <c:v>27.5</c:v>
                </c:pt>
                <c:pt idx="20371">
                  <c:v>27.5</c:v>
                </c:pt>
                <c:pt idx="20372">
                  <c:v>27.5</c:v>
                </c:pt>
                <c:pt idx="20373">
                  <c:v>27.5</c:v>
                </c:pt>
                <c:pt idx="20374">
                  <c:v>27.45</c:v>
                </c:pt>
                <c:pt idx="20375">
                  <c:v>27.45</c:v>
                </c:pt>
                <c:pt idx="20376">
                  <c:v>27.45</c:v>
                </c:pt>
                <c:pt idx="20377">
                  <c:v>27.45</c:v>
                </c:pt>
                <c:pt idx="20378">
                  <c:v>27.45</c:v>
                </c:pt>
                <c:pt idx="20379">
                  <c:v>27.45</c:v>
                </c:pt>
                <c:pt idx="20380">
                  <c:v>27.45</c:v>
                </c:pt>
                <c:pt idx="20381">
                  <c:v>27.45</c:v>
                </c:pt>
                <c:pt idx="20382">
                  <c:v>27.45</c:v>
                </c:pt>
                <c:pt idx="20383">
                  <c:v>27.45</c:v>
                </c:pt>
                <c:pt idx="20384">
                  <c:v>27.45</c:v>
                </c:pt>
                <c:pt idx="20385">
                  <c:v>27.45</c:v>
                </c:pt>
                <c:pt idx="20386">
                  <c:v>27.45</c:v>
                </c:pt>
                <c:pt idx="20387">
                  <c:v>27.45</c:v>
                </c:pt>
                <c:pt idx="20388">
                  <c:v>27.45</c:v>
                </c:pt>
                <c:pt idx="20389">
                  <c:v>27.45</c:v>
                </c:pt>
                <c:pt idx="20390">
                  <c:v>27.45</c:v>
                </c:pt>
                <c:pt idx="20391">
                  <c:v>27.45</c:v>
                </c:pt>
                <c:pt idx="20392">
                  <c:v>27.45</c:v>
                </c:pt>
                <c:pt idx="20393">
                  <c:v>27.45</c:v>
                </c:pt>
                <c:pt idx="20394">
                  <c:v>27.45</c:v>
                </c:pt>
                <c:pt idx="20395">
                  <c:v>27.45</c:v>
                </c:pt>
                <c:pt idx="20396">
                  <c:v>27.45</c:v>
                </c:pt>
                <c:pt idx="20397">
                  <c:v>27.45</c:v>
                </c:pt>
                <c:pt idx="20398">
                  <c:v>27.45</c:v>
                </c:pt>
                <c:pt idx="20399">
                  <c:v>27.45</c:v>
                </c:pt>
                <c:pt idx="20400">
                  <c:v>27.45</c:v>
                </c:pt>
                <c:pt idx="20401">
                  <c:v>27.45</c:v>
                </c:pt>
                <c:pt idx="20402">
                  <c:v>27.45</c:v>
                </c:pt>
                <c:pt idx="20403">
                  <c:v>27.45</c:v>
                </c:pt>
                <c:pt idx="20404">
                  <c:v>27.45</c:v>
                </c:pt>
                <c:pt idx="20405">
                  <c:v>27.45</c:v>
                </c:pt>
                <c:pt idx="20406">
                  <c:v>27.45</c:v>
                </c:pt>
                <c:pt idx="20407">
                  <c:v>27.45</c:v>
                </c:pt>
                <c:pt idx="20408">
                  <c:v>27.45</c:v>
                </c:pt>
                <c:pt idx="20409">
                  <c:v>27.45</c:v>
                </c:pt>
                <c:pt idx="20410">
                  <c:v>27.45</c:v>
                </c:pt>
                <c:pt idx="20411">
                  <c:v>27.45</c:v>
                </c:pt>
                <c:pt idx="20412">
                  <c:v>27.45</c:v>
                </c:pt>
                <c:pt idx="20413">
                  <c:v>27.45</c:v>
                </c:pt>
                <c:pt idx="20414">
                  <c:v>27.4</c:v>
                </c:pt>
                <c:pt idx="20415">
                  <c:v>27.4</c:v>
                </c:pt>
                <c:pt idx="20416">
                  <c:v>27.4</c:v>
                </c:pt>
                <c:pt idx="20417">
                  <c:v>27.4</c:v>
                </c:pt>
                <c:pt idx="20418">
                  <c:v>27.4</c:v>
                </c:pt>
                <c:pt idx="20419">
                  <c:v>27.4</c:v>
                </c:pt>
                <c:pt idx="20420">
                  <c:v>27.4</c:v>
                </c:pt>
                <c:pt idx="20421">
                  <c:v>27.4</c:v>
                </c:pt>
                <c:pt idx="20422">
                  <c:v>27.4</c:v>
                </c:pt>
                <c:pt idx="20423">
                  <c:v>27.4</c:v>
                </c:pt>
                <c:pt idx="20424">
                  <c:v>27.4</c:v>
                </c:pt>
                <c:pt idx="20425">
                  <c:v>27.4</c:v>
                </c:pt>
                <c:pt idx="20426">
                  <c:v>27.4</c:v>
                </c:pt>
                <c:pt idx="20427">
                  <c:v>27.4</c:v>
                </c:pt>
                <c:pt idx="20428">
                  <c:v>27.4</c:v>
                </c:pt>
                <c:pt idx="20429">
                  <c:v>27.4</c:v>
                </c:pt>
                <c:pt idx="20430">
                  <c:v>27.4</c:v>
                </c:pt>
                <c:pt idx="20431">
                  <c:v>27.4</c:v>
                </c:pt>
                <c:pt idx="20432">
                  <c:v>27.4</c:v>
                </c:pt>
                <c:pt idx="20433">
                  <c:v>27.4</c:v>
                </c:pt>
                <c:pt idx="20434">
                  <c:v>27.4</c:v>
                </c:pt>
                <c:pt idx="20435">
                  <c:v>27.4</c:v>
                </c:pt>
                <c:pt idx="20436">
                  <c:v>27.4</c:v>
                </c:pt>
                <c:pt idx="20437">
                  <c:v>27.4</c:v>
                </c:pt>
                <c:pt idx="20438">
                  <c:v>27.4</c:v>
                </c:pt>
                <c:pt idx="20439">
                  <c:v>27.4</c:v>
                </c:pt>
                <c:pt idx="20440">
                  <c:v>27.4</c:v>
                </c:pt>
                <c:pt idx="20441">
                  <c:v>27.4</c:v>
                </c:pt>
                <c:pt idx="20442">
                  <c:v>27.4</c:v>
                </c:pt>
                <c:pt idx="20443">
                  <c:v>27.4</c:v>
                </c:pt>
                <c:pt idx="20444">
                  <c:v>27.4</c:v>
                </c:pt>
                <c:pt idx="20445">
                  <c:v>27.4</c:v>
                </c:pt>
                <c:pt idx="20446">
                  <c:v>27.4</c:v>
                </c:pt>
                <c:pt idx="20447">
                  <c:v>27.4</c:v>
                </c:pt>
                <c:pt idx="20448">
                  <c:v>27.4</c:v>
                </c:pt>
                <c:pt idx="20449">
                  <c:v>27.4</c:v>
                </c:pt>
                <c:pt idx="20450">
                  <c:v>27.4</c:v>
                </c:pt>
                <c:pt idx="20451">
                  <c:v>27.4</c:v>
                </c:pt>
                <c:pt idx="20452">
                  <c:v>27.4</c:v>
                </c:pt>
                <c:pt idx="20453">
                  <c:v>27.4</c:v>
                </c:pt>
                <c:pt idx="20454">
                  <c:v>27.4</c:v>
                </c:pt>
                <c:pt idx="20455">
                  <c:v>27.4</c:v>
                </c:pt>
                <c:pt idx="20456">
                  <c:v>27.4</c:v>
                </c:pt>
                <c:pt idx="20457">
                  <c:v>27.4</c:v>
                </c:pt>
                <c:pt idx="20458">
                  <c:v>27.4</c:v>
                </c:pt>
                <c:pt idx="20459">
                  <c:v>27.4</c:v>
                </c:pt>
                <c:pt idx="20460">
                  <c:v>27.4</c:v>
                </c:pt>
                <c:pt idx="20461">
                  <c:v>27.4</c:v>
                </c:pt>
                <c:pt idx="20462">
                  <c:v>27.4</c:v>
                </c:pt>
                <c:pt idx="20463">
                  <c:v>27.4</c:v>
                </c:pt>
                <c:pt idx="20464">
                  <c:v>27.4</c:v>
                </c:pt>
                <c:pt idx="20465">
                  <c:v>27.4</c:v>
                </c:pt>
                <c:pt idx="20466">
                  <c:v>27.4</c:v>
                </c:pt>
                <c:pt idx="20467">
                  <c:v>27.4</c:v>
                </c:pt>
                <c:pt idx="20468">
                  <c:v>27.4</c:v>
                </c:pt>
                <c:pt idx="20469">
                  <c:v>27.4</c:v>
                </c:pt>
                <c:pt idx="20470">
                  <c:v>27.4</c:v>
                </c:pt>
                <c:pt idx="20471">
                  <c:v>27.4</c:v>
                </c:pt>
                <c:pt idx="20472">
                  <c:v>27.4</c:v>
                </c:pt>
                <c:pt idx="20473">
                  <c:v>27.4</c:v>
                </c:pt>
                <c:pt idx="20474">
                  <c:v>27.4</c:v>
                </c:pt>
                <c:pt idx="20475">
                  <c:v>27.4</c:v>
                </c:pt>
                <c:pt idx="20476">
                  <c:v>27.4</c:v>
                </c:pt>
                <c:pt idx="20477">
                  <c:v>27.4</c:v>
                </c:pt>
                <c:pt idx="20478">
                  <c:v>27.4</c:v>
                </c:pt>
                <c:pt idx="20479">
                  <c:v>27.4</c:v>
                </c:pt>
                <c:pt idx="20480">
                  <c:v>27.4</c:v>
                </c:pt>
                <c:pt idx="20481">
                  <c:v>27.4</c:v>
                </c:pt>
                <c:pt idx="20482">
                  <c:v>27.4</c:v>
                </c:pt>
                <c:pt idx="20483">
                  <c:v>27.4</c:v>
                </c:pt>
                <c:pt idx="20484">
                  <c:v>27.4</c:v>
                </c:pt>
                <c:pt idx="20485">
                  <c:v>27.4</c:v>
                </c:pt>
                <c:pt idx="20486">
                  <c:v>27.4</c:v>
                </c:pt>
                <c:pt idx="20487">
                  <c:v>27.4</c:v>
                </c:pt>
                <c:pt idx="20488">
                  <c:v>27.4</c:v>
                </c:pt>
                <c:pt idx="20489">
                  <c:v>27.4</c:v>
                </c:pt>
                <c:pt idx="20490">
                  <c:v>27.35</c:v>
                </c:pt>
                <c:pt idx="20491">
                  <c:v>27.35</c:v>
                </c:pt>
                <c:pt idx="20492">
                  <c:v>27.35</c:v>
                </c:pt>
                <c:pt idx="20493">
                  <c:v>27.35</c:v>
                </c:pt>
                <c:pt idx="20494">
                  <c:v>27.35</c:v>
                </c:pt>
                <c:pt idx="20495">
                  <c:v>27.4</c:v>
                </c:pt>
                <c:pt idx="20496">
                  <c:v>27.35</c:v>
                </c:pt>
                <c:pt idx="20497">
                  <c:v>27.35</c:v>
                </c:pt>
                <c:pt idx="20498">
                  <c:v>27.35</c:v>
                </c:pt>
                <c:pt idx="20499">
                  <c:v>27.35</c:v>
                </c:pt>
                <c:pt idx="20500">
                  <c:v>27.35</c:v>
                </c:pt>
                <c:pt idx="20501">
                  <c:v>27.35</c:v>
                </c:pt>
                <c:pt idx="20502">
                  <c:v>27.35</c:v>
                </c:pt>
                <c:pt idx="20503">
                  <c:v>27.35</c:v>
                </c:pt>
                <c:pt idx="20504">
                  <c:v>27.35</c:v>
                </c:pt>
                <c:pt idx="20505">
                  <c:v>27.35</c:v>
                </c:pt>
                <c:pt idx="20506">
                  <c:v>27.35</c:v>
                </c:pt>
                <c:pt idx="20507">
                  <c:v>27.35</c:v>
                </c:pt>
                <c:pt idx="20508">
                  <c:v>27.35</c:v>
                </c:pt>
                <c:pt idx="20509">
                  <c:v>27.35</c:v>
                </c:pt>
                <c:pt idx="20510">
                  <c:v>27.35</c:v>
                </c:pt>
                <c:pt idx="20511">
                  <c:v>27.35</c:v>
                </c:pt>
                <c:pt idx="20512">
                  <c:v>27.35</c:v>
                </c:pt>
                <c:pt idx="20513">
                  <c:v>27.35</c:v>
                </c:pt>
                <c:pt idx="20514">
                  <c:v>27.35</c:v>
                </c:pt>
                <c:pt idx="20515">
                  <c:v>27.35</c:v>
                </c:pt>
                <c:pt idx="20516">
                  <c:v>27.35</c:v>
                </c:pt>
                <c:pt idx="20517">
                  <c:v>27.35</c:v>
                </c:pt>
                <c:pt idx="20518">
                  <c:v>27.35</c:v>
                </c:pt>
                <c:pt idx="20519">
                  <c:v>27.35</c:v>
                </c:pt>
                <c:pt idx="20520">
                  <c:v>27.35</c:v>
                </c:pt>
                <c:pt idx="20521">
                  <c:v>27.35</c:v>
                </c:pt>
                <c:pt idx="20522">
                  <c:v>27.35</c:v>
                </c:pt>
                <c:pt idx="20523">
                  <c:v>27.35</c:v>
                </c:pt>
                <c:pt idx="20524">
                  <c:v>27.35</c:v>
                </c:pt>
                <c:pt idx="20525">
                  <c:v>27.35</c:v>
                </c:pt>
                <c:pt idx="20526">
                  <c:v>27.35</c:v>
                </c:pt>
                <c:pt idx="20527">
                  <c:v>27.35</c:v>
                </c:pt>
                <c:pt idx="20528">
                  <c:v>27.35</c:v>
                </c:pt>
                <c:pt idx="20529">
                  <c:v>27.35</c:v>
                </c:pt>
                <c:pt idx="20530">
                  <c:v>27.35</c:v>
                </c:pt>
                <c:pt idx="20531">
                  <c:v>27.35</c:v>
                </c:pt>
                <c:pt idx="20532">
                  <c:v>27.35</c:v>
                </c:pt>
                <c:pt idx="20533">
                  <c:v>27.35</c:v>
                </c:pt>
                <c:pt idx="20534">
                  <c:v>27.35</c:v>
                </c:pt>
                <c:pt idx="20535">
                  <c:v>27.35</c:v>
                </c:pt>
                <c:pt idx="20536">
                  <c:v>27.35</c:v>
                </c:pt>
                <c:pt idx="20537">
                  <c:v>27.35</c:v>
                </c:pt>
                <c:pt idx="20538">
                  <c:v>27.35</c:v>
                </c:pt>
                <c:pt idx="20539">
                  <c:v>27.35</c:v>
                </c:pt>
                <c:pt idx="20540">
                  <c:v>27.35</c:v>
                </c:pt>
                <c:pt idx="20541">
                  <c:v>27.35</c:v>
                </c:pt>
                <c:pt idx="20542">
                  <c:v>27.35</c:v>
                </c:pt>
                <c:pt idx="20543">
                  <c:v>27.35</c:v>
                </c:pt>
                <c:pt idx="20544">
                  <c:v>27.35</c:v>
                </c:pt>
                <c:pt idx="20545">
                  <c:v>27.35</c:v>
                </c:pt>
                <c:pt idx="20546">
                  <c:v>27.35</c:v>
                </c:pt>
                <c:pt idx="20547">
                  <c:v>27.35</c:v>
                </c:pt>
                <c:pt idx="20548">
                  <c:v>27.35</c:v>
                </c:pt>
                <c:pt idx="20549">
                  <c:v>27.35</c:v>
                </c:pt>
                <c:pt idx="20550">
                  <c:v>27.35</c:v>
                </c:pt>
                <c:pt idx="20551">
                  <c:v>27.35</c:v>
                </c:pt>
                <c:pt idx="20552">
                  <c:v>27.35</c:v>
                </c:pt>
                <c:pt idx="20553">
                  <c:v>27.35</c:v>
                </c:pt>
                <c:pt idx="20554">
                  <c:v>27.35</c:v>
                </c:pt>
                <c:pt idx="20555">
                  <c:v>27.35</c:v>
                </c:pt>
                <c:pt idx="20556">
                  <c:v>27.35</c:v>
                </c:pt>
                <c:pt idx="20557">
                  <c:v>27.35</c:v>
                </c:pt>
                <c:pt idx="20558">
                  <c:v>27.3</c:v>
                </c:pt>
                <c:pt idx="20559">
                  <c:v>27.3</c:v>
                </c:pt>
                <c:pt idx="20560">
                  <c:v>27.3</c:v>
                </c:pt>
                <c:pt idx="20561">
                  <c:v>27.3</c:v>
                </c:pt>
                <c:pt idx="20562">
                  <c:v>27.3</c:v>
                </c:pt>
                <c:pt idx="20563">
                  <c:v>27.3</c:v>
                </c:pt>
                <c:pt idx="20564">
                  <c:v>27.3</c:v>
                </c:pt>
                <c:pt idx="20565">
                  <c:v>27.3</c:v>
                </c:pt>
                <c:pt idx="20566">
                  <c:v>27.3</c:v>
                </c:pt>
                <c:pt idx="20567">
                  <c:v>27.3</c:v>
                </c:pt>
                <c:pt idx="20568">
                  <c:v>27.3</c:v>
                </c:pt>
                <c:pt idx="20569">
                  <c:v>27.3</c:v>
                </c:pt>
                <c:pt idx="20570">
                  <c:v>27.3</c:v>
                </c:pt>
                <c:pt idx="20571">
                  <c:v>27.3</c:v>
                </c:pt>
                <c:pt idx="20572">
                  <c:v>27.3</c:v>
                </c:pt>
                <c:pt idx="20573">
                  <c:v>27.3</c:v>
                </c:pt>
                <c:pt idx="20574">
                  <c:v>27.3</c:v>
                </c:pt>
                <c:pt idx="20575">
                  <c:v>27.3</c:v>
                </c:pt>
                <c:pt idx="20576">
                  <c:v>27.3</c:v>
                </c:pt>
                <c:pt idx="20577">
                  <c:v>27.3</c:v>
                </c:pt>
                <c:pt idx="20578">
                  <c:v>27.3</c:v>
                </c:pt>
                <c:pt idx="20579">
                  <c:v>27.3</c:v>
                </c:pt>
                <c:pt idx="20580">
                  <c:v>27.3</c:v>
                </c:pt>
                <c:pt idx="20581">
                  <c:v>27.3</c:v>
                </c:pt>
                <c:pt idx="20582">
                  <c:v>27.3</c:v>
                </c:pt>
                <c:pt idx="20583">
                  <c:v>27.3</c:v>
                </c:pt>
                <c:pt idx="20584">
                  <c:v>27.3</c:v>
                </c:pt>
                <c:pt idx="20585">
                  <c:v>27.3</c:v>
                </c:pt>
                <c:pt idx="20586">
                  <c:v>27.3</c:v>
                </c:pt>
                <c:pt idx="20587">
                  <c:v>27.3</c:v>
                </c:pt>
                <c:pt idx="20588">
                  <c:v>27.3</c:v>
                </c:pt>
                <c:pt idx="20589">
                  <c:v>27.3</c:v>
                </c:pt>
                <c:pt idx="20590">
                  <c:v>27.3</c:v>
                </c:pt>
                <c:pt idx="20591">
                  <c:v>27.3</c:v>
                </c:pt>
                <c:pt idx="20592">
                  <c:v>27.3</c:v>
                </c:pt>
                <c:pt idx="20593">
                  <c:v>27.3</c:v>
                </c:pt>
                <c:pt idx="20594">
                  <c:v>27.3</c:v>
                </c:pt>
                <c:pt idx="20595">
                  <c:v>27.3</c:v>
                </c:pt>
                <c:pt idx="20596">
                  <c:v>27.3</c:v>
                </c:pt>
                <c:pt idx="20597">
                  <c:v>27.3</c:v>
                </c:pt>
                <c:pt idx="20598">
                  <c:v>27.3</c:v>
                </c:pt>
                <c:pt idx="20599">
                  <c:v>27.3</c:v>
                </c:pt>
                <c:pt idx="20600">
                  <c:v>27.3</c:v>
                </c:pt>
                <c:pt idx="20601">
                  <c:v>27.3</c:v>
                </c:pt>
                <c:pt idx="20602">
                  <c:v>27.3</c:v>
                </c:pt>
                <c:pt idx="20603">
                  <c:v>27.3</c:v>
                </c:pt>
                <c:pt idx="20604">
                  <c:v>27.3</c:v>
                </c:pt>
                <c:pt idx="20605">
                  <c:v>27.3</c:v>
                </c:pt>
                <c:pt idx="20606">
                  <c:v>27.3</c:v>
                </c:pt>
                <c:pt idx="20607">
                  <c:v>27.3</c:v>
                </c:pt>
                <c:pt idx="20608">
                  <c:v>27.3</c:v>
                </c:pt>
                <c:pt idx="20609">
                  <c:v>27.3</c:v>
                </c:pt>
                <c:pt idx="20610">
                  <c:v>27.3</c:v>
                </c:pt>
                <c:pt idx="20611">
                  <c:v>27.3</c:v>
                </c:pt>
                <c:pt idx="20612">
                  <c:v>27.3</c:v>
                </c:pt>
                <c:pt idx="20613">
                  <c:v>27.3</c:v>
                </c:pt>
                <c:pt idx="20614">
                  <c:v>27.3</c:v>
                </c:pt>
                <c:pt idx="20615">
                  <c:v>27.3</c:v>
                </c:pt>
                <c:pt idx="20616">
                  <c:v>27.3</c:v>
                </c:pt>
                <c:pt idx="20617">
                  <c:v>27.3</c:v>
                </c:pt>
                <c:pt idx="20618">
                  <c:v>27.3</c:v>
                </c:pt>
                <c:pt idx="20619">
                  <c:v>27.3</c:v>
                </c:pt>
                <c:pt idx="20620">
                  <c:v>27.3</c:v>
                </c:pt>
                <c:pt idx="20621">
                  <c:v>27.3</c:v>
                </c:pt>
                <c:pt idx="20622">
                  <c:v>27.3</c:v>
                </c:pt>
                <c:pt idx="20623">
                  <c:v>27.3</c:v>
                </c:pt>
                <c:pt idx="20624">
                  <c:v>27.3</c:v>
                </c:pt>
                <c:pt idx="20625">
                  <c:v>27.3</c:v>
                </c:pt>
                <c:pt idx="20626">
                  <c:v>27.3</c:v>
                </c:pt>
                <c:pt idx="20627">
                  <c:v>27.3</c:v>
                </c:pt>
                <c:pt idx="20628">
                  <c:v>27.3</c:v>
                </c:pt>
                <c:pt idx="20629">
                  <c:v>27.25</c:v>
                </c:pt>
                <c:pt idx="20630">
                  <c:v>27.25</c:v>
                </c:pt>
                <c:pt idx="20631">
                  <c:v>27.25</c:v>
                </c:pt>
                <c:pt idx="20632">
                  <c:v>27.25</c:v>
                </c:pt>
                <c:pt idx="20633">
                  <c:v>27.25</c:v>
                </c:pt>
                <c:pt idx="20634">
                  <c:v>27.25</c:v>
                </c:pt>
                <c:pt idx="20635">
                  <c:v>27.25</c:v>
                </c:pt>
                <c:pt idx="20636">
                  <c:v>27.25</c:v>
                </c:pt>
                <c:pt idx="20637">
                  <c:v>27.25</c:v>
                </c:pt>
                <c:pt idx="20638">
                  <c:v>27.25</c:v>
                </c:pt>
                <c:pt idx="20639">
                  <c:v>27.25</c:v>
                </c:pt>
                <c:pt idx="20640">
                  <c:v>27.25</c:v>
                </c:pt>
                <c:pt idx="20641">
                  <c:v>27.25</c:v>
                </c:pt>
                <c:pt idx="20642">
                  <c:v>27.25</c:v>
                </c:pt>
                <c:pt idx="20643">
                  <c:v>27.25</c:v>
                </c:pt>
                <c:pt idx="20644">
                  <c:v>27.25</c:v>
                </c:pt>
                <c:pt idx="20645">
                  <c:v>27.25</c:v>
                </c:pt>
                <c:pt idx="20646">
                  <c:v>27.25</c:v>
                </c:pt>
                <c:pt idx="20647">
                  <c:v>27.25</c:v>
                </c:pt>
                <c:pt idx="20648">
                  <c:v>27.25</c:v>
                </c:pt>
                <c:pt idx="20649">
                  <c:v>27.25</c:v>
                </c:pt>
                <c:pt idx="20650">
                  <c:v>27.25</c:v>
                </c:pt>
                <c:pt idx="20651">
                  <c:v>27.25</c:v>
                </c:pt>
                <c:pt idx="20652">
                  <c:v>27.25</c:v>
                </c:pt>
                <c:pt idx="20653">
                  <c:v>27.25</c:v>
                </c:pt>
                <c:pt idx="20654">
                  <c:v>27.25</c:v>
                </c:pt>
                <c:pt idx="20655">
                  <c:v>27.25</c:v>
                </c:pt>
                <c:pt idx="20656">
                  <c:v>27.25</c:v>
                </c:pt>
                <c:pt idx="20657">
                  <c:v>27.25</c:v>
                </c:pt>
                <c:pt idx="20658">
                  <c:v>27.25</c:v>
                </c:pt>
                <c:pt idx="20659">
                  <c:v>27.25</c:v>
                </c:pt>
                <c:pt idx="20660">
                  <c:v>27.25</c:v>
                </c:pt>
                <c:pt idx="20661">
                  <c:v>27.25</c:v>
                </c:pt>
                <c:pt idx="20662">
                  <c:v>27.25</c:v>
                </c:pt>
                <c:pt idx="20663">
                  <c:v>27.25</c:v>
                </c:pt>
                <c:pt idx="20664">
                  <c:v>27.25</c:v>
                </c:pt>
                <c:pt idx="20665">
                  <c:v>27.25</c:v>
                </c:pt>
                <c:pt idx="20666">
                  <c:v>27.25</c:v>
                </c:pt>
                <c:pt idx="20667">
                  <c:v>27.25</c:v>
                </c:pt>
                <c:pt idx="20668">
                  <c:v>27.25</c:v>
                </c:pt>
                <c:pt idx="20669">
                  <c:v>27.25</c:v>
                </c:pt>
                <c:pt idx="20670">
                  <c:v>27.25</c:v>
                </c:pt>
                <c:pt idx="20671">
                  <c:v>27.25</c:v>
                </c:pt>
                <c:pt idx="20672">
                  <c:v>27.25</c:v>
                </c:pt>
                <c:pt idx="20673">
                  <c:v>27.25</c:v>
                </c:pt>
                <c:pt idx="20674">
                  <c:v>27.25</c:v>
                </c:pt>
                <c:pt idx="20675">
                  <c:v>27.25</c:v>
                </c:pt>
                <c:pt idx="20676">
                  <c:v>27.25</c:v>
                </c:pt>
                <c:pt idx="20677">
                  <c:v>27.25</c:v>
                </c:pt>
                <c:pt idx="20678">
                  <c:v>27.25</c:v>
                </c:pt>
                <c:pt idx="20679">
                  <c:v>27.25</c:v>
                </c:pt>
                <c:pt idx="20680">
                  <c:v>27.25</c:v>
                </c:pt>
                <c:pt idx="20681">
                  <c:v>27.25</c:v>
                </c:pt>
                <c:pt idx="20682">
                  <c:v>27.25</c:v>
                </c:pt>
                <c:pt idx="20683">
                  <c:v>27.2</c:v>
                </c:pt>
                <c:pt idx="20684">
                  <c:v>27.2</c:v>
                </c:pt>
                <c:pt idx="20685">
                  <c:v>27.2</c:v>
                </c:pt>
                <c:pt idx="20686">
                  <c:v>27.2</c:v>
                </c:pt>
                <c:pt idx="20687">
                  <c:v>27.2</c:v>
                </c:pt>
                <c:pt idx="20688">
                  <c:v>27.2</c:v>
                </c:pt>
                <c:pt idx="20689">
                  <c:v>27.2</c:v>
                </c:pt>
                <c:pt idx="20690">
                  <c:v>27.2</c:v>
                </c:pt>
                <c:pt idx="20691">
                  <c:v>27.2</c:v>
                </c:pt>
                <c:pt idx="20692">
                  <c:v>27.2</c:v>
                </c:pt>
                <c:pt idx="20693">
                  <c:v>27.2</c:v>
                </c:pt>
                <c:pt idx="20694">
                  <c:v>27.2</c:v>
                </c:pt>
                <c:pt idx="20695">
                  <c:v>27.2</c:v>
                </c:pt>
                <c:pt idx="20696">
                  <c:v>27.2</c:v>
                </c:pt>
                <c:pt idx="20697">
                  <c:v>27.2</c:v>
                </c:pt>
                <c:pt idx="20698">
                  <c:v>27.2</c:v>
                </c:pt>
                <c:pt idx="20699">
                  <c:v>27.2</c:v>
                </c:pt>
                <c:pt idx="20700">
                  <c:v>27.2</c:v>
                </c:pt>
                <c:pt idx="20701">
                  <c:v>27.2</c:v>
                </c:pt>
                <c:pt idx="20702">
                  <c:v>27.2</c:v>
                </c:pt>
                <c:pt idx="20703">
                  <c:v>27.2</c:v>
                </c:pt>
                <c:pt idx="20704">
                  <c:v>27.2</c:v>
                </c:pt>
                <c:pt idx="20705">
                  <c:v>27.2</c:v>
                </c:pt>
                <c:pt idx="20706">
                  <c:v>27.2</c:v>
                </c:pt>
                <c:pt idx="20707">
                  <c:v>27.2</c:v>
                </c:pt>
                <c:pt idx="20708">
                  <c:v>27.2</c:v>
                </c:pt>
                <c:pt idx="20709">
                  <c:v>27.2</c:v>
                </c:pt>
                <c:pt idx="20710">
                  <c:v>27.2</c:v>
                </c:pt>
                <c:pt idx="20711">
                  <c:v>27.2</c:v>
                </c:pt>
                <c:pt idx="20712">
                  <c:v>27.2</c:v>
                </c:pt>
                <c:pt idx="20713">
                  <c:v>27.2</c:v>
                </c:pt>
                <c:pt idx="20714">
                  <c:v>27.2</c:v>
                </c:pt>
                <c:pt idx="20715">
                  <c:v>27.2</c:v>
                </c:pt>
                <c:pt idx="20716">
                  <c:v>27.2</c:v>
                </c:pt>
                <c:pt idx="20717">
                  <c:v>27.2</c:v>
                </c:pt>
                <c:pt idx="20718">
                  <c:v>27.2</c:v>
                </c:pt>
                <c:pt idx="20719">
                  <c:v>27.2</c:v>
                </c:pt>
                <c:pt idx="20720">
                  <c:v>27.2</c:v>
                </c:pt>
                <c:pt idx="20721">
                  <c:v>27.2</c:v>
                </c:pt>
                <c:pt idx="20722">
                  <c:v>27.2</c:v>
                </c:pt>
                <c:pt idx="20723">
                  <c:v>27.2</c:v>
                </c:pt>
                <c:pt idx="20724">
                  <c:v>27.2</c:v>
                </c:pt>
                <c:pt idx="20725">
                  <c:v>27.2</c:v>
                </c:pt>
                <c:pt idx="20726">
                  <c:v>27.2</c:v>
                </c:pt>
                <c:pt idx="20727">
                  <c:v>27.2</c:v>
                </c:pt>
                <c:pt idx="20728">
                  <c:v>27.2</c:v>
                </c:pt>
                <c:pt idx="20729">
                  <c:v>27.2</c:v>
                </c:pt>
                <c:pt idx="20730">
                  <c:v>27.2</c:v>
                </c:pt>
                <c:pt idx="20731">
                  <c:v>27.2</c:v>
                </c:pt>
                <c:pt idx="20732">
                  <c:v>27.2</c:v>
                </c:pt>
                <c:pt idx="20733">
                  <c:v>27.2</c:v>
                </c:pt>
                <c:pt idx="20734">
                  <c:v>27.2</c:v>
                </c:pt>
                <c:pt idx="20735">
                  <c:v>27.2</c:v>
                </c:pt>
                <c:pt idx="20736">
                  <c:v>27.2</c:v>
                </c:pt>
                <c:pt idx="20737">
                  <c:v>27.2</c:v>
                </c:pt>
                <c:pt idx="20738">
                  <c:v>27.2</c:v>
                </c:pt>
                <c:pt idx="20739">
                  <c:v>27.2</c:v>
                </c:pt>
                <c:pt idx="20740">
                  <c:v>27.2</c:v>
                </c:pt>
                <c:pt idx="20741">
                  <c:v>27.2</c:v>
                </c:pt>
                <c:pt idx="20742">
                  <c:v>27.2</c:v>
                </c:pt>
                <c:pt idx="20743">
                  <c:v>27.2</c:v>
                </c:pt>
                <c:pt idx="20744">
                  <c:v>27.2</c:v>
                </c:pt>
                <c:pt idx="20745">
                  <c:v>27.2</c:v>
                </c:pt>
                <c:pt idx="20746">
                  <c:v>27.2</c:v>
                </c:pt>
                <c:pt idx="20747">
                  <c:v>27.2</c:v>
                </c:pt>
                <c:pt idx="20748">
                  <c:v>27.2</c:v>
                </c:pt>
                <c:pt idx="20749">
                  <c:v>27.2</c:v>
                </c:pt>
                <c:pt idx="20750">
                  <c:v>27.2</c:v>
                </c:pt>
                <c:pt idx="20751">
                  <c:v>27.2</c:v>
                </c:pt>
                <c:pt idx="20752">
                  <c:v>27.2</c:v>
                </c:pt>
                <c:pt idx="20753">
                  <c:v>27.2</c:v>
                </c:pt>
                <c:pt idx="20754">
                  <c:v>27.2</c:v>
                </c:pt>
                <c:pt idx="20755">
                  <c:v>27.2</c:v>
                </c:pt>
                <c:pt idx="20756">
                  <c:v>27.2</c:v>
                </c:pt>
                <c:pt idx="20757">
                  <c:v>27.2</c:v>
                </c:pt>
                <c:pt idx="20758">
                  <c:v>27.2</c:v>
                </c:pt>
                <c:pt idx="20759">
                  <c:v>27.2</c:v>
                </c:pt>
                <c:pt idx="20760">
                  <c:v>27.2</c:v>
                </c:pt>
                <c:pt idx="20761">
                  <c:v>27.2</c:v>
                </c:pt>
                <c:pt idx="20762">
                  <c:v>27.2</c:v>
                </c:pt>
                <c:pt idx="20763">
                  <c:v>27.2</c:v>
                </c:pt>
                <c:pt idx="20764">
                  <c:v>27.2</c:v>
                </c:pt>
                <c:pt idx="20765">
                  <c:v>27.2</c:v>
                </c:pt>
                <c:pt idx="20766">
                  <c:v>27.2</c:v>
                </c:pt>
                <c:pt idx="20767">
                  <c:v>27.2</c:v>
                </c:pt>
                <c:pt idx="20768">
                  <c:v>27.2</c:v>
                </c:pt>
                <c:pt idx="20769">
                  <c:v>27.2</c:v>
                </c:pt>
                <c:pt idx="20770">
                  <c:v>27.2</c:v>
                </c:pt>
                <c:pt idx="20771">
                  <c:v>27.2</c:v>
                </c:pt>
                <c:pt idx="20772">
                  <c:v>27.2</c:v>
                </c:pt>
                <c:pt idx="20773">
                  <c:v>27.2</c:v>
                </c:pt>
                <c:pt idx="20774">
                  <c:v>27.2</c:v>
                </c:pt>
                <c:pt idx="20775">
                  <c:v>27.15</c:v>
                </c:pt>
                <c:pt idx="20776">
                  <c:v>27.15</c:v>
                </c:pt>
                <c:pt idx="20777">
                  <c:v>27.15</c:v>
                </c:pt>
                <c:pt idx="20778">
                  <c:v>27.15</c:v>
                </c:pt>
                <c:pt idx="20779">
                  <c:v>27.15</c:v>
                </c:pt>
                <c:pt idx="20780">
                  <c:v>27.15</c:v>
                </c:pt>
                <c:pt idx="20781">
                  <c:v>27.15</c:v>
                </c:pt>
                <c:pt idx="20782">
                  <c:v>27.15</c:v>
                </c:pt>
                <c:pt idx="20783">
                  <c:v>27.15</c:v>
                </c:pt>
                <c:pt idx="20784">
                  <c:v>27.15</c:v>
                </c:pt>
                <c:pt idx="20785">
                  <c:v>27.15</c:v>
                </c:pt>
                <c:pt idx="20786">
                  <c:v>27.15</c:v>
                </c:pt>
                <c:pt idx="20787">
                  <c:v>27.15</c:v>
                </c:pt>
                <c:pt idx="20788">
                  <c:v>27.15</c:v>
                </c:pt>
                <c:pt idx="20789">
                  <c:v>27.15</c:v>
                </c:pt>
                <c:pt idx="20790">
                  <c:v>27.15</c:v>
                </c:pt>
                <c:pt idx="20791">
                  <c:v>27.15</c:v>
                </c:pt>
                <c:pt idx="20792">
                  <c:v>27.15</c:v>
                </c:pt>
                <c:pt idx="20793">
                  <c:v>27.15</c:v>
                </c:pt>
                <c:pt idx="20794">
                  <c:v>27.15</c:v>
                </c:pt>
                <c:pt idx="20795">
                  <c:v>27.15</c:v>
                </c:pt>
                <c:pt idx="20796">
                  <c:v>27.15</c:v>
                </c:pt>
                <c:pt idx="20797">
                  <c:v>27.15</c:v>
                </c:pt>
                <c:pt idx="20798">
                  <c:v>27.15</c:v>
                </c:pt>
                <c:pt idx="20799">
                  <c:v>27.15</c:v>
                </c:pt>
                <c:pt idx="20800">
                  <c:v>27.15</c:v>
                </c:pt>
                <c:pt idx="20801">
                  <c:v>27.15</c:v>
                </c:pt>
                <c:pt idx="20802">
                  <c:v>27.15</c:v>
                </c:pt>
                <c:pt idx="20803">
                  <c:v>27.15</c:v>
                </c:pt>
                <c:pt idx="20804">
                  <c:v>27.15</c:v>
                </c:pt>
                <c:pt idx="20805">
                  <c:v>27.15</c:v>
                </c:pt>
                <c:pt idx="20806">
                  <c:v>27.15</c:v>
                </c:pt>
                <c:pt idx="20807">
                  <c:v>27.15</c:v>
                </c:pt>
                <c:pt idx="20808">
                  <c:v>27.15</c:v>
                </c:pt>
                <c:pt idx="20809">
                  <c:v>27.15</c:v>
                </c:pt>
                <c:pt idx="20810">
                  <c:v>27.15</c:v>
                </c:pt>
                <c:pt idx="20811">
                  <c:v>27.15</c:v>
                </c:pt>
                <c:pt idx="20812">
                  <c:v>27.15</c:v>
                </c:pt>
                <c:pt idx="20813">
                  <c:v>27.15</c:v>
                </c:pt>
                <c:pt idx="20814">
                  <c:v>27.15</c:v>
                </c:pt>
                <c:pt idx="20815">
                  <c:v>27.15</c:v>
                </c:pt>
                <c:pt idx="20816">
                  <c:v>27.15</c:v>
                </c:pt>
                <c:pt idx="20817">
                  <c:v>27.15</c:v>
                </c:pt>
                <c:pt idx="20818">
                  <c:v>27.15</c:v>
                </c:pt>
                <c:pt idx="20819">
                  <c:v>27.15</c:v>
                </c:pt>
                <c:pt idx="20820">
                  <c:v>27.15</c:v>
                </c:pt>
                <c:pt idx="20821">
                  <c:v>27.15</c:v>
                </c:pt>
                <c:pt idx="20822">
                  <c:v>27.15</c:v>
                </c:pt>
                <c:pt idx="20823">
                  <c:v>27.15</c:v>
                </c:pt>
                <c:pt idx="20824">
                  <c:v>27.1</c:v>
                </c:pt>
                <c:pt idx="20825">
                  <c:v>27.1</c:v>
                </c:pt>
                <c:pt idx="20826">
                  <c:v>27.15</c:v>
                </c:pt>
                <c:pt idx="20827">
                  <c:v>27.15</c:v>
                </c:pt>
                <c:pt idx="20828">
                  <c:v>27.1</c:v>
                </c:pt>
                <c:pt idx="20829">
                  <c:v>27.1</c:v>
                </c:pt>
                <c:pt idx="20830">
                  <c:v>27.15</c:v>
                </c:pt>
                <c:pt idx="20831">
                  <c:v>27.1</c:v>
                </c:pt>
                <c:pt idx="20832">
                  <c:v>27.1</c:v>
                </c:pt>
                <c:pt idx="20833">
                  <c:v>27.15</c:v>
                </c:pt>
                <c:pt idx="20834">
                  <c:v>27.1</c:v>
                </c:pt>
                <c:pt idx="20835">
                  <c:v>27.1</c:v>
                </c:pt>
                <c:pt idx="20836">
                  <c:v>27.1</c:v>
                </c:pt>
                <c:pt idx="20837">
                  <c:v>27.1</c:v>
                </c:pt>
                <c:pt idx="20838">
                  <c:v>27.1</c:v>
                </c:pt>
                <c:pt idx="20839">
                  <c:v>27.1</c:v>
                </c:pt>
                <c:pt idx="20840">
                  <c:v>27.1</c:v>
                </c:pt>
                <c:pt idx="20841">
                  <c:v>27.1</c:v>
                </c:pt>
                <c:pt idx="20842">
                  <c:v>27.1</c:v>
                </c:pt>
                <c:pt idx="20843">
                  <c:v>27.1</c:v>
                </c:pt>
                <c:pt idx="20844">
                  <c:v>27.1</c:v>
                </c:pt>
                <c:pt idx="20845">
                  <c:v>27.1</c:v>
                </c:pt>
                <c:pt idx="20846">
                  <c:v>27.1</c:v>
                </c:pt>
                <c:pt idx="20847">
                  <c:v>27.1</c:v>
                </c:pt>
                <c:pt idx="20848">
                  <c:v>27.1</c:v>
                </c:pt>
                <c:pt idx="20849">
                  <c:v>27.1</c:v>
                </c:pt>
                <c:pt idx="20850">
                  <c:v>27.1</c:v>
                </c:pt>
                <c:pt idx="20851">
                  <c:v>27.1</c:v>
                </c:pt>
                <c:pt idx="20852">
                  <c:v>27.1</c:v>
                </c:pt>
                <c:pt idx="20853">
                  <c:v>27.1</c:v>
                </c:pt>
                <c:pt idx="20854">
                  <c:v>27.1</c:v>
                </c:pt>
                <c:pt idx="20855">
                  <c:v>27.1</c:v>
                </c:pt>
                <c:pt idx="20856">
                  <c:v>27.1</c:v>
                </c:pt>
                <c:pt idx="20857">
                  <c:v>27.1</c:v>
                </c:pt>
                <c:pt idx="20858">
                  <c:v>27.1</c:v>
                </c:pt>
                <c:pt idx="20859">
                  <c:v>27.1</c:v>
                </c:pt>
                <c:pt idx="20860">
                  <c:v>27.1</c:v>
                </c:pt>
                <c:pt idx="20861">
                  <c:v>27.1</c:v>
                </c:pt>
                <c:pt idx="20862">
                  <c:v>27.1</c:v>
                </c:pt>
                <c:pt idx="20863">
                  <c:v>27.1</c:v>
                </c:pt>
                <c:pt idx="20864">
                  <c:v>27.1</c:v>
                </c:pt>
                <c:pt idx="20865">
                  <c:v>27.1</c:v>
                </c:pt>
                <c:pt idx="20866">
                  <c:v>27.1</c:v>
                </c:pt>
                <c:pt idx="20867">
                  <c:v>27.1</c:v>
                </c:pt>
                <c:pt idx="20868">
                  <c:v>27.1</c:v>
                </c:pt>
                <c:pt idx="20869">
                  <c:v>27.1</c:v>
                </c:pt>
                <c:pt idx="20870">
                  <c:v>27.1</c:v>
                </c:pt>
                <c:pt idx="20871">
                  <c:v>27.1</c:v>
                </c:pt>
                <c:pt idx="20872">
                  <c:v>27.1</c:v>
                </c:pt>
                <c:pt idx="20873">
                  <c:v>27.1</c:v>
                </c:pt>
                <c:pt idx="20874">
                  <c:v>27.1</c:v>
                </c:pt>
                <c:pt idx="20875">
                  <c:v>27.1</c:v>
                </c:pt>
                <c:pt idx="20876">
                  <c:v>27.1</c:v>
                </c:pt>
                <c:pt idx="20877">
                  <c:v>27.1</c:v>
                </c:pt>
                <c:pt idx="20878">
                  <c:v>27.1</c:v>
                </c:pt>
                <c:pt idx="20879">
                  <c:v>27.1</c:v>
                </c:pt>
                <c:pt idx="20880">
                  <c:v>27.1</c:v>
                </c:pt>
                <c:pt idx="20881">
                  <c:v>27.1</c:v>
                </c:pt>
                <c:pt idx="20882">
                  <c:v>27.1</c:v>
                </c:pt>
                <c:pt idx="20883">
                  <c:v>27.1</c:v>
                </c:pt>
                <c:pt idx="20884">
                  <c:v>27.1</c:v>
                </c:pt>
                <c:pt idx="20885">
                  <c:v>27.1</c:v>
                </c:pt>
                <c:pt idx="20886">
                  <c:v>27.1</c:v>
                </c:pt>
                <c:pt idx="20887">
                  <c:v>27.1</c:v>
                </c:pt>
                <c:pt idx="20888">
                  <c:v>27.1</c:v>
                </c:pt>
                <c:pt idx="20889">
                  <c:v>27.1</c:v>
                </c:pt>
                <c:pt idx="20890">
                  <c:v>27.1</c:v>
                </c:pt>
                <c:pt idx="20891">
                  <c:v>27.1</c:v>
                </c:pt>
                <c:pt idx="20892">
                  <c:v>27.1</c:v>
                </c:pt>
                <c:pt idx="20893">
                  <c:v>27.1</c:v>
                </c:pt>
                <c:pt idx="20894">
                  <c:v>27.1</c:v>
                </c:pt>
                <c:pt idx="20895">
                  <c:v>27.1</c:v>
                </c:pt>
                <c:pt idx="20896">
                  <c:v>27.1</c:v>
                </c:pt>
                <c:pt idx="20897">
                  <c:v>27.1</c:v>
                </c:pt>
                <c:pt idx="20898">
                  <c:v>27.1</c:v>
                </c:pt>
                <c:pt idx="20899">
                  <c:v>27.1</c:v>
                </c:pt>
                <c:pt idx="20900">
                  <c:v>27.1</c:v>
                </c:pt>
                <c:pt idx="20901">
                  <c:v>27.1</c:v>
                </c:pt>
                <c:pt idx="20902">
                  <c:v>27.05</c:v>
                </c:pt>
                <c:pt idx="20903">
                  <c:v>27.05</c:v>
                </c:pt>
                <c:pt idx="20904">
                  <c:v>27.1</c:v>
                </c:pt>
                <c:pt idx="20905">
                  <c:v>27.05</c:v>
                </c:pt>
                <c:pt idx="20906">
                  <c:v>27.05</c:v>
                </c:pt>
                <c:pt idx="20907">
                  <c:v>27.1</c:v>
                </c:pt>
                <c:pt idx="20908">
                  <c:v>27.05</c:v>
                </c:pt>
                <c:pt idx="20909">
                  <c:v>27.05</c:v>
                </c:pt>
                <c:pt idx="20910">
                  <c:v>27.1</c:v>
                </c:pt>
                <c:pt idx="20911">
                  <c:v>27.05</c:v>
                </c:pt>
                <c:pt idx="20912">
                  <c:v>27.1</c:v>
                </c:pt>
                <c:pt idx="20913">
                  <c:v>27.05</c:v>
                </c:pt>
                <c:pt idx="20914">
                  <c:v>27.1</c:v>
                </c:pt>
                <c:pt idx="20915">
                  <c:v>27.05</c:v>
                </c:pt>
                <c:pt idx="20916">
                  <c:v>27.05</c:v>
                </c:pt>
                <c:pt idx="20917">
                  <c:v>27.05</c:v>
                </c:pt>
                <c:pt idx="20918">
                  <c:v>27.05</c:v>
                </c:pt>
                <c:pt idx="20919">
                  <c:v>27.05</c:v>
                </c:pt>
                <c:pt idx="20920">
                  <c:v>27.05</c:v>
                </c:pt>
                <c:pt idx="20921">
                  <c:v>27.05</c:v>
                </c:pt>
                <c:pt idx="20922">
                  <c:v>27.05</c:v>
                </c:pt>
                <c:pt idx="20923">
                  <c:v>27.05</c:v>
                </c:pt>
                <c:pt idx="20924">
                  <c:v>27.05</c:v>
                </c:pt>
                <c:pt idx="20925">
                  <c:v>27.05</c:v>
                </c:pt>
                <c:pt idx="20926">
                  <c:v>27.05</c:v>
                </c:pt>
                <c:pt idx="20927">
                  <c:v>27.05</c:v>
                </c:pt>
                <c:pt idx="20928">
                  <c:v>27.05</c:v>
                </c:pt>
                <c:pt idx="20929">
                  <c:v>27.05</c:v>
                </c:pt>
                <c:pt idx="20930">
                  <c:v>27.05</c:v>
                </c:pt>
                <c:pt idx="20931">
                  <c:v>27.05</c:v>
                </c:pt>
                <c:pt idx="20932">
                  <c:v>27.05</c:v>
                </c:pt>
                <c:pt idx="20933">
                  <c:v>27.05</c:v>
                </c:pt>
                <c:pt idx="20934">
                  <c:v>27.05</c:v>
                </c:pt>
                <c:pt idx="20935">
                  <c:v>27.05</c:v>
                </c:pt>
                <c:pt idx="20936">
                  <c:v>27.05</c:v>
                </c:pt>
                <c:pt idx="20937">
                  <c:v>27.05</c:v>
                </c:pt>
                <c:pt idx="20938">
                  <c:v>27.05</c:v>
                </c:pt>
                <c:pt idx="20939">
                  <c:v>27.05</c:v>
                </c:pt>
                <c:pt idx="20940">
                  <c:v>27.05</c:v>
                </c:pt>
                <c:pt idx="20941">
                  <c:v>27.05</c:v>
                </c:pt>
                <c:pt idx="20942">
                  <c:v>27.05</c:v>
                </c:pt>
                <c:pt idx="20943">
                  <c:v>27.05</c:v>
                </c:pt>
                <c:pt idx="20944">
                  <c:v>27.05</c:v>
                </c:pt>
                <c:pt idx="20945">
                  <c:v>27.05</c:v>
                </c:pt>
                <c:pt idx="20946">
                  <c:v>27.05</c:v>
                </c:pt>
                <c:pt idx="20947">
                  <c:v>27.05</c:v>
                </c:pt>
                <c:pt idx="20948">
                  <c:v>27.05</c:v>
                </c:pt>
                <c:pt idx="20949">
                  <c:v>27.05</c:v>
                </c:pt>
                <c:pt idx="20950">
                  <c:v>27.05</c:v>
                </c:pt>
                <c:pt idx="20951">
                  <c:v>27.05</c:v>
                </c:pt>
                <c:pt idx="20952">
                  <c:v>27.05</c:v>
                </c:pt>
                <c:pt idx="20953">
                  <c:v>27.05</c:v>
                </c:pt>
                <c:pt idx="20954">
                  <c:v>27.05</c:v>
                </c:pt>
                <c:pt idx="20955">
                  <c:v>27.05</c:v>
                </c:pt>
                <c:pt idx="20956">
                  <c:v>27.05</c:v>
                </c:pt>
                <c:pt idx="20957">
                  <c:v>27.05</c:v>
                </c:pt>
                <c:pt idx="20958">
                  <c:v>27.05</c:v>
                </c:pt>
                <c:pt idx="20959">
                  <c:v>27.05</c:v>
                </c:pt>
                <c:pt idx="20960">
                  <c:v>27.05</c:v>
                </c:pt>
                <c:pt idx="20961">
                  <c:v>27.05</c:v>
                </c:pt>
                <c:pt idx="20962">
                  <c:v>27.05</c:v>
                </c:pt>
                <c:pt idx="20963">
                  <c:v>27.05</c:v>
                </c:pt>
                <c:pt idx="20964">
                  <c:v>27.05</c:v>
                </c:pt>
                <c:pt idx="20965">
                  <c:v>27.05</c:v>
                </c:pt>
                <c:pt idx="20966">
                  <c:v>27.05</c:v>
                </c:pt>
                <c:pt idx="20967">
                  <c:v>27</c:v>
                </c:pt>
                <c:pt idx="20968">
                  <c:v>27.05</c:v>
                </c:pt>
                <c:pt idx="20969">
                  <c:v>27</c:v>
                </c:pt>
                <c:pt idx="20970">
                  <c:v>27</c:v>
                </c:pt>
                <c:pt idx="20971">
                  <c:v>27</c:v>
                </c:pt>
                <c:pt idx="20972">
                  <c:v>27</c:v>
                </c:pt>
                <c:pt idx="20973">
                  <c:v>27</c:v>
                </c:pt>
                <c:pt idx="20974">
                  <c:v>27</c:v>
                </c:pt>
                <c:pt idx="20975">
                  <c:v>27</c:v>
                </c:pt>
                <c:pt idx="20976">
                  <c:v>27</c:v>
                </c:pt>
                <c:pt idx="20977">
                  <c:v>27</c:v>
                </c:pt>
                <c:pt idx="20978">
                  <c:v>27</c:v>
                </c:pt>
                <c:pt idx="20979">
                  <c:v>27</c:v>
                </c:pt>
                <c:pt idx="20980">
                  <c:v>27</c:v>
                </c:pt>
                <c:pt idx="20981">
                  <c:v>27</c:v>
                </c:pt>
                <c:pt idx="20982">
                  <c:v>27</c:v>
                </c:pt>
                <c:pt idx="20983">
                  <c:v>27</c:v>
                </c:pt>
                <c:pt idx="20984">
                  <c:v>27.05</c:v>
                </c:pt>
                <c:pt idx="20985">
                  <c:v>27.05</c:v>
                </c:pt>
                <c:pt idx="20986">
                  <c:v>27</c:v>
                </c:pt>
                <c:pt idx="20987">
                  <c:v>27</c:v>
                </c:pt>
                <c:pt idx="20988">
                  <c:v>27.05</c:v>
                </c:pt>
                <c:pt idx="20989">
                  <c:v>27</c:v>
                </c:pt>
                <c:pt idx="20990">
                  <c:v>27</c:v>
                </c:pt>
                <c:pt idx="20991">
                  <c:v>27</c:v>
                </c:pt>
                <c:pt idx="20992">
                  <c:v>27</c:v>
                </c:pt>
                <c:pt idx="20993">
                  <c:v>27</c:v>
                </c:pt>
                <c:pt idx="20994">
                  <c:v>27</c:v>
                </c:pt>
                <c:pt idx="20995">
                  <c:v>27</c:v>
                </c:pt>
                <c:pt idx="20996">
                  <c:v>27</c:v>
                </c:pt>
                <c:pt idx="20997">
                  <c:v>27</c:v>
                </c:pt>
                <c:pt idx="20998">
                  <c:v>27</c:v>
                </c:pt>
                <c:pt idx="20999">
                  <c:v>27</c:v>
                </c:pt>
                <c:pt idx="21000">
                  <c:v>27</c:v>
                </c:pt>
                <c:pt idx="21001">
                  <c:v>27</c:v>
                </c:pt>
                <c:pt idx="21002">
                  <c:v>27</c:v>
                </c:pt>
                <c:pt idx="21003">
                  <c:v>27</c:v>
                </c:pt>
                <c:pt idx="21004">
                  <c:v>27</c:v>
                </c:pt>
                <c:pt idx="21005">
                  <c:v>27</c:v>
                </c:pt>
                <c:pt idx="21006">
                  <c:v>27</c:v>
                </c:pt>
                <c:pt idx="21007">
                  <c:v>27</c:v>
                </c:pt>
                <c:pt idx="21008">
                  <c:v>27</c:v>
                </c:pt>
                <c:pt idx="21009">
                  <c:v>27</c:v>
                </c:pt>
                <c:pt idx="21010">
                  <c:v>27</c:v>
                </c:pt>
                <c:pt idx="21011">
                  <c:v>27</c:v>
                </c:pt>
                <c:pt idx="21012">
                  <c:v>27</c:v>
                </c:pt>
                <c:pt idx="21013">
                  <c:v>27</c:v>
                </c:pt>
                <c:pt idx="21014">
                  <c:v>27</c:v>
                </c:pt>
                <c:pt idx="21015">
                  <c:v>27</c:v>
                </c:pt>
                <c:pt idx="21016">
                  <c:v>27</c:v>
                </c:pt>
                <c:pt idx="21017">
                  <c:v>27</c:v>
                </c:pt>
                <c:pt idx="21018">
                  <c:v>27</c:v>
                </c:pt>
                <c:pt idx="21019">
                  <c:v>27</c:v>
                </c:pt>
                <c:pt idx="21020">
                  <c:v>27</c:v>
                </c:pt>
                <c:pt idx="21021">
                  <c:v>27</c:v>
                </c:pt>
                <c:pt idx="21022">
                  <c:v>27</c:v>
                </c:pt>
                <c:pt idx="21023">
                  <c:v>27</c:v>
                </c:pt>
                <c:pt idx="21024">
                  <c:v>27</c:v>
                </c:pt>
                <c:pt idx="21025">
                  <c:v>27</c:v>
                </c:pt>
                <c:pt idx="21026">
                  <c:v>27</c:v>
                </c:pt>
                <c:pt idx="21027">
                  <c:v>27</c:v>
                </c:pt>
                <c:pt idx="21028">
                  <c:v>27</c:v>
                </c:pt>
                <c:pt idx="21029">
                  <c:v>27</c:v>
                </c:pt>
                <c:pt idx="21030">
                  <c:v>27</c:v>
                </c:pt>
                <c:pt idx="21031">
                  <c:v>27</c:v>
                </c:pt>
                <c:pt idx="21032">
                  <c:v>27</c:v>
                </c:pt>
                <c:pt idx="21033">
                  <c:v>27</c:v>
                </c:pt>
                <c:pt idx="21034">
                  <c:v>27</c:v>
                </c:pt>
                <c:pt idx="21035">
                  <c:v>27</c:v>
                </c:pt>
                <c:pt idx="21036">
                  <c:v>27</c:v>
                </c:pt>
                <c:pt idx="21037">
                  <c:v>27</c:v>
                </c:pt>
                <c:pt idx="21038">
                  <c:v>27</c:v>
                </c:pt>
                <c:pt idx="21039">
                  <c:v>27</c:v>
                </c:pt>
                <c:pt idx="21040">
                  <c:v>27</c:v>
                </c:pt>
                <c:pt idx="21041">
                  <c:v>27</c:v>
                </c:pt>
                <c:pt idx="21042">
                  <c:v>27</c:v>
                </c:pt>
                <c:pt idx="21043">
                  <c:v>27</c:v>
                </c:pt>
                <c:pt idx="21044">
                  <c:v>27</c:v>
                </c:pt>
                <c:pt idx="21045">
                  <c:v>27</c:v>
                </c:pt>
                <c:pt idx="21046">
                  <c:v>27</c:v>
                </c:pt>
                <c:pt idx="21047">
                  <c:v>27</c:v>
                </c:pt>
                <c:pt idx="21048">
                  <c:v>27</c:v>
                </c:pt>
                <c:pt idx="21049">
                  <c:v>27</c:v>
                </c:pt>
                <c:pt idx="21050">
                  <c:v>27</c:v>
                </c:pt>
                <c:pt idx="21051">
                  <c:v>27</c:v>
                </c:pt>
                <c:pt idx="21052">
                  <c:v>27</c:v>
                </c:pt>
                <c:pt idx="21053">
                  <c:v>27</c:v>
                </c:pt>
                <c:pt idx="21054">
                  <c:v>27</c:v>
                </c:pt>
                <c:pt idx="21055">
                  <c:v>27</c:v>
                </c:pt>
                <c:pt idx="21056">
                  <c:v>27</c:v>
                </c:pt>
                <c:pt idx="21057">
                  <c:v>27</c:v>
                </c:pt>
                <c:pt idx="21058">
                  <c:v>27</c:v>
                </c:pt>
                <c:pt idx="21059">
                  <c:v>27</c:v>
                </c:pt>
                <c:pt idx="21060">
                  <c:v>27</c:v>
                </c:pt>
                <c:pt idx="21061">
                  <c:v>27</c:v>
                </c:pt>
                <c:pt idx="21062">
                  <c:v>27</c:v>
                </c:pt>
                <c:pt idx="21063">
                  <c:v>27</c:v>
                </c:pt>
                <c:pt idx="21064">
                  <c:v>27</c:v>
                </c:pt>
                <c:pt idx="21065">
                  <c:v>27</c:v>
                </c:pt>
                <c:pt idx="21066">
                  <c:v>27</c:v>
                </c:pt>
                <c:pt idx="21067">
                  <c:v>27</c:v>
                </c:pt>
                <c:pt idx="21068">
                  <c:v>27</c:v>
                </c:pt>
                <c:pt idx="21069">
                  <c:v>27</c:v>
                </c:pt>
                <c:pt idx="21070">
                  <c:v>27</c:v>
                </c:pt>
                <c:pt idx="21071">
                  <c:v>27</c:v>
                </c:pt>
                <c:pt idx="21072">
                  <c:v>27</c:v>
                </c:pt>
                <c:pt idx="21073">
                  <c:v>27</c:v>
                </c:pt>
                <c:pt idx="21074">
                  <c:v>27</c:v>
                </c:pt>
                <c:pt idx="21075">
                  <c:v>27</c:v>
                </c:pt>
                <c:pt idx="21076">
                  <c:v>27</c:v>
                </c:pt>
                <c:pt idx="21077">
                  <c:v>27</c:v>
                </c:pt>
                <c:pt idx="21078">
                  <c:v>27</c:v>
                </c:pt>
                <c:pt idx="21079">
                  <c:v>27</c:v>
                </c:pt>
                <c:pt idx="21080">
                  <c:v>27</c:v>
                </c:pt>
                <c:pt idx="21081">
                  <c:v>27</c:v>
                </c:pt>
                <c:pt idx="21082">
                  <c:v>26.95</c:v>
                </c:pt>
                <c:pt idx="21083">
                  <c:v>26.95</c:v>
                </c:pt>
                <c:pt idx="21084">
                  <c:v>26.95</c:v>
                </c:pt>
                <c:pt idx="21085">
                  <c:v>27</c:v>
                </c:pt>
                <c:pt idx="21086">
                  <c:v>26.95</c:v>
                </c:pt>
                <c:pt idx="21087">
                  <c:v>27</c:v>
                </c:pt>
                <c:pt idx="21088">
                  <c:v>26.95</c:v>
                </c:pt>
                <c:pt idx="21089">
                  <c:v>26.95</c:v>
                </c:pt>
                <c:pt idx="21090">
                  <c:v>26.95</c:v>
                </c:pt>
                <c:pt idx="21091">
                  <c:v>26.95</c:v>
                </c:pt>
                <c:pt idx="21092">
                  <c:v>26.95</c:v>
                </c:pt>
                <c:pt idx="21093">
                  <c:v>26.95</c:v>
                </c:pt>
                <c:pt idx="21094">
                  <c:v>26.95</c:v>
                </c:pt>
                <c:pt idx="21095">
                  <c:v>26.95</c:v>
                </c:pt>
                <c:pt idx="21096">
                  <c:v>26.95</c:v>
                </c:pt>
                <c:pt idx="21097">
                  <c:v>26.95</c:v>
                </c:pt>
                <c:pt idx="21098">
                  <c:v>26.95</c:v>
                </c:pt>
                <c:pt idx="21099">
                  <c:v>26.95</c:v>
                </c:pt>
                <c:pt idx="21100">
                  <c:v>26.95</c:v>
                </c:pt>
                <c:pt idx="21101">
                  <c:v>26.95</c:v>
                </c:pt>
                <c:pt idx="21102">
                  <c:v>26.95</c:v>
                </c:pt>
                <c:pt idx="21103">
                  <c:v>26.95</c:v>
                </c:pt>
                <c:pt idx="21104">
                  <c:v>26.95</c:v>
                </c:pt>
                <c:pt idx="21105">
                  <c:v>26.95</c:v>
                </c:pt>
                <c:pt idx="21106">
                  <c:v>26.95</c:v>
                </c:pt>
                <c:pt idx="21107">
                  <c:v>26.95</c:v>
                </c:pt>
                <c:pt idx="21108">
                  <c:v>26.95</c:v>
                </c:pt>
                <c:pt idx="21109">
                  <c:v>26.95</c:v>
                </c:pt>
                <c:pt idx="21110">
                  <c:v>26.95</c:v>
                </c:pt>
                <c:pt idx="21111">
                  <c:v>26.95</c:v>
                </c:pt>
                <c:pt idx="21112">
                  <c:v>26.95</c:v>
                </c:pt>
                <c:pt idx="21113">
                  <c:v>26.95</c:v>
                </c:pt>
                <c:pt idx="21114">
                  <c:v>26.95</c:v>
                </c:pt>
                <c:pt idx="21115">
                  <c:v>26.95</c:v>
                </c:pt>
                <c:pt idx="21116">
                  <c:v>26.95</c:v>
                </c:pt>
                <c:pt idx="21117">
                  <c:v>26.95</c:v>
                </c:pt>
                <c:pt idx="21118">
                  <c:v>26.95</c:v>
                </c:pt>
                <c:pt idx="21119">
                  <c:v>26.95</c:v>
                </c:pt>
                <c:pt idx="21120">
                  <c:v>26.95</c:v>
                </c:pt>
                <c:pt idx="21121">
                  <c:v>26.95</c:v>
                </c:pt>
                <c:pt idx="21122">
                  <c:v>26.95</c:v>
                </c:pt>
                <c:pt idx="21123">
                  <c:v>26.95</c:v>
                </c:pt>
                <c:pt idx="21124">
                  <c:v>26.95</c:v>
                </c:pt>
                <c:pt idx="21125">
                  <c:v>26.95</c:v>
                </c:pt>
                <c:pt idx="21126">
                  <c:v>26.95</c:v>
                </c:pt>
                <c:pt idx="21127">
                  <c:v>26.95</c:v>
                </c:pt>
                <c:pt idx="21128">
                  <c:v>26.95</c:v>
                </c:pt>
                <c:pt idx="21129">
                  <c:v>26.95</c:v>
                </c:pt>
                <c:pt idx="21130">
                  <c:v>26.95</c:v>
                </c:pt>
                <c:pt idx="21131">
                  <c:v>26.95</c:v>
                </c:pt>
                <c:pt idx="21132">
                  <c:v>26.95</c:v>
                </c:pt>
                <c:pt idx="21133">
                  <c:v>26.95</c:v>
                </c:pt>
                <c:pt idx="21134">
                  <c:v>26.95</c:v>
                </c:pt>
                <c:pt idx="21135">
                  <c:v>26.95</c:v>
                </c:pt>
                <c:pt idx="21136">
                  <c:v>26.95</c:v>
                </c:pt>
                <c:pt idx="21137">
                  <c:v>26.95</c:v>
                </c:pt>
                <c:pt idx="21138">
                  <c:v>26.95</c:v>
                </c:pt>
                <c:pt idx="21139">
                  <c:v>26.95</c:v>
                </c:pt>
                <c:pt idx="21140">
                  <c:v>26.95</c:v>
                </c:pt>
                <c:pt idx="21141">
                  <c:v>26.95</c:v>
                </c:pt>
                <c:pt idx="21142">
                  <c:v>26.95</c:v>
                </c:pt>
                <c:pt idx="21143">
                  <c:v>26.95</c:v>
                </c:pt>
                <c:pt idx="21144">
                  <c:v>26.95</c:v>
                </c:pt>
                <c:pt idx="21145">
                  <c:v>26.95</c:v>
                </c:pt>
                <c:pt idx="21146">
                  <c:v>26.95</c:v>
                </c:pt>
                <c:pt idx="21147">
                  <c:v>26.95</c:v>
                </c:pt>
                <c:pt idx="21148">
                  <c:v>26.95</c:v>
                </c:pt>
                <c:pt idx="21149">
                  <c:v>26.95</c:v>
                </c:pt>
                <c:pt idx="21150">
                  <c:v>26.9</c:v>
                </c:pt>
                <c:pt idx="21151">
                  <c:v>26.95</c:v>
                </c:pt>
                <c:pt idx="21152">
                  <c:v>26.95</c:v>
                </c:pt>
                <c:pt idx="21153">
                  <c:v>26.9</c:v>
                </c:pt>
                <c:pt idx="21154">
                  <c:v>26.95</c:v>
                </c:pt>
                <c:pt idx="21155">
                  <c:v>26.9</c:v>
                </c:pt>
                <c:pt idx="21156">
                  <c:v>26.95</c:v>
                </c:pt>
                <c:pt idx="21157">
                  <c:v>26.9</c:v>
                </c:pt>
                <c:pt idx="21158">
                  <c:v>26.9</c:v>
                </c:pt>
                <c:pt idx="21159">
                  <c:v>26.9</c:v>
                </c:pt>
                <c:pt idx="21160">
                  <c:v>26.9</c:v>
                </c:pt>
                <c:pt idx="21161">
                  <c:v>26.9</c:v>
                </c:pt>
                <c:pt idx="21162">
                  <c:v>26.9</c:v>
                </c:pt>
                <c:pt idx="21163">
                  <c:v>26.95</c:v>
                </c:pt>
                <c:pt idx="21164">
                  <c:v>26.9</c:v>
                </c:pt>
                <c:pt idx="21165">
                  <c:v>26.95</c:v>
                </c:pt>
                <c:pt idx="21166">
                  <c:v>26.95</c:v>
                </c:pt>
                <c:pt idx="21167">
                  <c:v>26.9</c:v>
                </c:pt>
                <c:pt idx="21168">
                  <c:v>26.95</c:v>
                </c:pt>
                <c:pt idx="21169">
                  <c:v>26.9</c:v>
                </c:pt>
                <c:pt idx="21170">
                  <c:v>26.9</c:v>
                </c:pt>
                <c:pt idx="21171">
                  <c:v>26.95</c:v>
                </c:pt>
                <c:pt idx="21172">
                  <c:v>26.9</c:v>
                </c:pt>
                <c:pt idx="21173">
                  <c:v>26.9</c:v>
                </c:pt>
                <c:pt idx="21174">
                  <c:v>26.9</c:v>
                </c:pt>
                <c:pt idx="21175">
                  <c:v>26.9</c:v>
                </c:pt>
                <c:pt idx="21176">
                  <c:v>26.9</c:v>
                </c:pt>
                <c:pt idx="21177">
                  <c:v>26.9</c:v>
                </c:pt>
                <c:pt idx="21178">
                  <c:v>26.9</c:v>
                </c:pt>
                <c:pt idx="21179">
                  <c:v>26.9</c:v>
                </c:pt>
                <c:pt idx="21180">
                  <c:v>26.9</c:v>
                </c:pt>
                <c:pt idx="21181">
                  <c:v>26.9</c:v>
                </c:pt>
                <c:pt idx="21182">
                  <c:v>26.9</c:v>
                </c:pt>
                <c:pt idx="21183">
                  <c:v>26.9</c:v>
                </c:pt>
                <c:pt idx="21184">
                  <c:v>26.9</c:v>
                </c:pt>
                <c:pt idx="21185">
                  <c:v>26.9</c:v>
                </c:pt>
                <c:pt idx="21186">
                  <c:v>26.9</c:v>
                </c:pt>
                <c:pt idx="21187">
                  <c:v>26.9</c:v>
                </c:pt>
                <c:pt idx="21188">
                  <c:v>26.9</c:v>
                </c:pt>
                <c:pt idx="21189">
                  <c:v>26.9</c:v>
                </c:pt>
                <c:pt idx="21190">
                  <c:v>26.9</c:v>
                </c:pt>
                <c:pt idx="21191">
                  <c:v>26.9</c:v>
                </c:pt>
                <c:pt idx="21192">
                  <c:v>26.9</c:v>
                </c:pt>
                <c:pt idx="21193">
                  <c:v>26.9</c:v>
                </c:pt>
                <c:pt idx="21194">
                  <c:v>26.9</c:v>
                </c:pt>
                <c:pt idx="21195">
                  <c:v>26.9</c:v>
                </c:pt>
                <c:pt idx="21196">
                  <c:v>26.9</c:v>
                </c:pt>
                <c:pt idx="21197">
                  <c:v>26.9</c:v>
                </c:pt>
                <c:pt idx="21198">
                  <c:v>26.9</c:v>
                </c:pt>
                <c:pt idx="21199">
                  <c:v>26.9</c:v>
                </c:pt>
                <c:pt idx="21200">
                  <c:v>26.9</c:v>
                </c:pt>
                <c:pt idx="21201">
                  <c:v>26.9</c:v>
                </c:pt>
                <c:pt idx="21202">
                  <c:v>26.9</c:v>
                </c:pt>
                <c:pt idx="21203">
                  <c:v>26.9</c:v>
                </c:pt>
                <c:pt idx="21204">
                  <c:v>26.9</c:v>
                </c:pt>
                <c:pt idx="21205">
                  <c:v>26.9</c:v>
                </c:pt>
                <c:pt idx="21206">
                  <c:v>26.9</c:v>
                </c:pt>
                <c:pt idx="21207">
                  <c:v>26.9</c:v>
                </c:pt>
                <c:pt idx="21208">
                  <c:v>26.9</c:v>
                </c:pt>
                <c:pt idx="21209">
                  <c:v>26.9</c:v>
                </c:pt>
                <c:pt idx="21210">
                  <c:v>26.9</c:v>
                </c:pt>
                <c:pt idx="21211">
                  <c:v>26.9</c:v>
                </c:pt>
                <c:pt idx="21212">
                  <c:v>26.9</c:v>
                </c:pt>
                <c:pt idx="21213">
                  <c:v>26.9</c:v>
                </c:pt>
                <c:pt idx="21214">
                  <c:v>26.9</c:v>
                </c:pt>
                <c:pt idx="21215">
                  <c:v>26.9</c:v>
                </c:pt>
                <c:pt idx="21216">
                  <c:v>26.9</c:v>
                </c:pt>
                <c:pt idx="21217">
                  <c:v>26.9</c:v>
                </c:pt>
                <c:pt idx="21218">
                  <c:v>26.9</c:v>
                </c:pt>
                <c:pt idx="21219">
                  <c:v>26.9</c:v>
                </c:pt>
                <c:pt idx="21220">
                  <c:v>26.9</c:v>
                </c:pt>
                <c:pt idx="21221">
                  <c:v>26.9</c:v>
                </c:pt>
                <c:pt idx="21222">
                  <c:v>26.9</c:v>
                </c:pt>
                <c:pt idx="21223">
                  <c:v>26.9</c:v>
                </c:pt>
                <c:pt idx="21224">
                  <c:v>26.9</c:v>
                </c:pt>
                <c:pt idx="21225">
                  <c:v>26.9</c:v>
                </c:pt>
                <c:pt idx="21226">
                  <c:v>26.9</c:v>
                </c:pt>
                <c:pt idx="21227">
                  <c:v>26.9</c:v>
                </c:pt>
                <c:pt idx="21228">
                  <c:v>26.9</c:v>
                </c:pt>
                <c:pt idx="21229">
                  <c:v>26.85</c:v>
                </c:pt>
                <c:pt idx="21230">
                  <c:v>26.85</c:v>
                </c:pt>
                <c:pt idx="21231">
                  <c:v>26.85</c:v>
                </c:pt>
                <c:pt idx="21232">
                  <c:v>26.9</c:v>
                </c:pt>
                <c:pt idx="21233">
                  <c:v>26.85</c:v>
                </c:pt>
                <c:pt idx="21234">
                  <c:v>26.85</c:v>
                </c:pt>
                <c:pt idx="21235">
                  <c:v>26.85</c:v>
                </c:pt>
                <c:pt idx="21236">
                  <c:v>26.85</c:v>
                </c:pt>
                <c:pt idx="21237">
                  <c:v>26.85</c:v>
                </c:pt>
                <c:pt idx="21238">
                  <c:v>26.85</c:v>
                </c:pt>
                <c:pt idx="21239">
                  <c:v>26.85</c:v>
                </c:pt>
                <c:pt idx="21240">
                  <c:v>26.85</c:v>
                </c:pt>
                <c:pt idx="21241">
                  <c:v>26.85</c:v>
                </c:pt>
                <c:pt idx="21242">
                  <c:v>26.85</c:v>
                </c:pt>
                <c:pt idx="21243">
                  <c:v>26.85</c:v>
                </c:pt>
                <c:pt idx="21244">
                  <c:v>26.85</c:v>
                </c:pt>
                <c:pt idx="21245">
                  <c:v>26.85</c:v>
                </c:pt>
                <c:pt idx="21246">
                  <c:v>26.85</c:v>
                </c:pt>
                <c:pt idx="21247">
                  <c:v>26.85</c:v>
                </c:pt>
                <c:pt idx="21248">
                  <c:v>26.85</c:v>
                </c:pt>
                <c:pt idx="21249">
                  <c:v>26.85</c:v>
                </c:pt>
                <c:pt idx="21250">
                  <c:v>26.85</c:v>
                </c:pt>
                <c:pt idx="21251">
                  <c:v>26.85</c:v>
                </c:pt>
                <c:pt idx="21252">
                  <c:v>26.85</c:v>
                </c:pt>
                <c:pt idx="21253">
                  <c:v>26.85</c:v>
                </c:pt>
                <c:pt idx="21254">
                  <c:v>26.85</c:v>
                </c:pt>
                <c:pt idx="21255">
                  <c:v>26.85</c:v>
                </c:pt>
                <c:pt idx="21256">
                  <c:v>26.85</c:v>
                </c:pt>
                <c:pt idx="21257">
                  <c:v>26.85</c:v>
                </c:pt>
                <c:pt idx="21258">
                  <c:v>26.85</c:v>
                </c:pt>
                <c:pt idx="21259">
                  <c:v>26.85</c:v>
                </c:pt>
                <c:pt idx="21260">
                  <c:v>26.85</c:v>
                </c:pt>
                <c:pt idx="21261">
                  <c:v>26.85</c:v>
                </c:pt>
                <c:pt idx="21262">
                  <c:v>26.85</c:v>
                </c:pt>
                <c:pt idx="21263">
                  <c:v>26.85</c:v>
                </c:pt>
                <c:pt idx="21264">
                  <c:v>26.85</c:v>
                </c:pt>
                <c:pt idx="21265">
                  <c:v>26.85</c:v>
                </c:pt>
                <c:pt idx="21266">
                  <c:v>26.85</c:v>
                </c:pt>
                <c:pt idx="21267">
                  <c:v>26.85</c:v>
                </c:pt>
                <c:pt idx="21268">
                  <c:v>26.85</c:v>
                </c:pt>
                <c:pt idx="21269">
                  <c:v>26.85</c:v>
                </c:pt>
                <c:pt idx="21270">
                  <c:v>26.85</c:v>
                </c:pt>
                <c:pt idx="21271">
                  <c:v>26.85</c:v>
                </c:pt>
                <c:pt idx="21272">
                  <c:v>26.85</c:v>
                </c:pt>
                <c:pt idx="21273">
                  <c:v>26.85</c:v>
                </c:pt>
                <c:pt idx="21274">
                  <c:v>26.85</c:v>
                </c:pt>
                <c:pt idx="21275">
                  <c:v>26.85</c:v>
                </c:pt>
                <c:pt idx="21276">
                  <c:v>26.85</c:v>
                </c:pt>
                <c:pt idx="21277">
                  <c:v>26.85</c:v>
                </c:pt>
                <c:pt idx="21278">
                  <c:v>26.85</c:v>
                </c:pt>
                <c:pt idx="21279">
                  <c:v>26.85</c:v>
                </c:pt>
                <c:pt idx="21280">
                  <c:v>26.85</c:v>
                </c:pt>
                <c:pt idx="21281">
                  <c:v>26.85</c:v>
                </c:pt>
                <c:pt idx="21282">
                  <c:v>26.85</c:v>
                </c:pt>
                <c:pt idx="21283">
                  <c:v>26.8</c:v>
                </c:pt>
                <c:pt idx="21284">
                  <c:v>26.85</c:v>
                </c:pt>
                <c:pt idx="21285">
                  <c:v>26.8</c:v>
                </c:pt>
                <c:pt idx="21286">
                  <c:v>26.85</c:v>
                </c:pt>
                <c:pt idx="21287">
                  <c:v>26.85</c:v>
                </c:pt>
                <c:pt idx="21288">
                  <c:v>26.85</c:v>
                </c:pt>
                <c:pt idx="21289">
                  <c:v>26.85</c:v>
                </c:pt>
                <c:pt idx="21290">
                  <c:v>26.85</c:v>
                </c:pt>
                <c:pt idx="21291">
                  <c:v>26.85</c:v>
                </c:pt>
                <c:pt idx="21292">
                  <c:v>26.85</c:v>
                </c:pt>
                <c:pt idx="21293">
                  <c:v>26.85</c:v>
                </c:pt>
                <c:pt idx="21294">
                  <c:v>26.85</c:v>
                </c:pt>
                <c:pt idx="21295">
                  <c:v>26.85</c:v>
                </c:pt>
                <c:pt idx="21296">
                  <c:v>26.85</c:v>
                </c:pt>
                <c:pt idx="21297">
                  <c:v>26.85</c:v>
                </c:pt>
                <c:pt idx="21298">
                  <c:v>26.85</c:v>
                </c:pt>
                <c:pt idx="21299">
                  <c:v>26.85</c:v>
                </c:pt>
                <c:pt idx="21300">
                  <c:v>26.85</c:v>
                </c:pt>
                <c:pt idx="21301">
                  <c:v>26.85</c:v>
                </c:pt>
                <c:pt idx="21302">
                  <c:v>26.85</c:v>
                </c:pt>
                <c:pt idx="21303">
                  <c:v>26.85</c:v>
                </c:pt>
                <c:pt idx="21304">
                  <c:v>26.8</c:v>
                </c:pt>
                <c:pt idx="21305">
                  <c:v>26.8</c:v>
                </c:pt>
                <c:pt idx="21306">
                  <c:v>26.8</c:v>
                </c:pt>
                <c:pt idx="21307">
                  <c:v>26.8</c:v>
                </c:pt>
                <c:pt idx="21308">
                  <c:v>26.8</c:v>
                </c:pt>
                <c:pt idx="21309">
                  <c:v>26.8</c:v>
                </c:pt>
                <c:pt idx="21310">
                  <c:v>26.8</c:v>
                </c:pt>
                <c:pt idx="21311">
                  <c:v>26.8</c:v>
                </c:pt>
                <c:pt idx="21312">
                  <c:v>26.8</c:v>
                </c:pt>
                <c:pt idx="21313">
                  <c:v>26.8</c:v>
                </c:pt>
                <c:pt idx="21314">
                  <c:v>26.8</c:v>
                </c:pt>
                <c:pt idx="21315">
                  <c:v>26.8</c:v>
                </c:pt>
                <c:pt idx="21316">
                  <c:v>26.8</c:v>
                </c:pt>
                <c:pt idx="21317">
                  <c:v>26.8</c:v>
                </c:pt>
                <c:pt idx="21318">
                  <c:v>26.8</c:v>
                </c:pt>
                <c:pt idx="21319">
                  <c:v>26.8</c:v>
                </c:pt>
                <c:pt idx="21320">
                  <c:v>26.8</c:v>
                </c:pt>
                <c:pt idx="21321">
                  <c:v>26.8</c:v>
                </c:pt>
                <c:pt idx="21322">
                  <c:v>26.8</c:v>
                </c:pt>
                <c:pt idx="21323">
                  <c:v>26.85</c:v>
                </c:pt>
                <c:pt idx="21324">
                  <c:v>26.8</c:v>
                </c:pt>
                <c:pt idx="21325">
                  <c:v>26.8</c:v>
                </c:pt>
                <c:pt idx="21326">
                  <c:v>26.8</c:v>
                </c:pt>
                <c:pt idx="21327">
                  <c:v>26.8</c:v>
                </c:pt>
                <c:pt idx="21328">
                  <c:v>26.8</c:v>
                </c:pt>
                <c:pt idx="21329">
                  <c:v>26.8</c:v>
                </c:pt>
                <c:pt idx="21330">
                  <c:v>26.8</c:v>
                </c:pt>
                <c:pt idx="21331">
                  <c:v>26.8</c:v>
                </c:pt>
                <c:pt idx="21332">
                  <c:v>26.8</c:v>
                </c:pt>
                <c:pt idx="21333">
                  <c:v>26.8</c:v>
                </c:pt>
                <c:pt idx="21334">
                  <c:v>26.8</c:v>
                </c:pt>
                <c:pt idx="21335">
                  <c:v>26.8</c:v>
                </c:pt>
                <c:pt idx="21336">
                  <c:v>26.8</c:v>
                </c:pt>
                <c:pt idx="21337">
                  <c:v>26.8</c:v>
                </c:pt>
                <c:pt idx="21338">
                  <c:v>26.8</c:v>
                </c:pt>
                <c:pt idx="21339">
                  <c:v>26.8</c:v>
                </c:pt>
                <c:pt idx="21340">
                  <c:v>26.8</c:v>
                </c:pt>
                <c:pt idx="21341">
                  <c:v>26.8</c:v>
                </c:pt>
                <c:pt idx="21342">
                  <c:v>26.8</c:v>
                </c:pt>
                <c:pt idx="21343">
                  <c:v>26.8</c:v>
                </c:pt>
                <c:pt idx="21344">
                  <c:v>26.8</c:v>
                </c:pt>
                <c:pt idx="21345">
                  <c:v>26.8</c:v>
                </c:pt>
                <c:pt idx="21346">
                  <c:v>26.8</c:v>
                </c:pt>
                <c:pt idx="21347">
                  <c:v>26.8</c:v>
                </c:pt>
                <c:pt idx="21348">
                  <c:v>26.8</c:v>
                </c:pt>
                <c:pt idx="21349">
                  <c:v>26.8</c:v>
                </c:pt>
                <c:pt idx="21350">
                  <c:v>26.8</c:v>
                </c:pt>
                <c:pt idx="21351">
                  <c:v>26.8</c:v>
                </c:pt>
                <c:pt idx="21352">
                  <c:v>26.8</c:v>
                </c:pt>
                <c:pt idx="21353">
                  <c:v>26.8</c:v>
                </c:pt>
                <c:pt idx="21354">
                  <c:v>26.8</c:v>
                </c:pt>
                <c:pt idx="21355">
                  <c:v>26.8</c:v>
                </c:pt>
                <c:pt idx="21356">
                  <c:v>26.8</c:v>
                </c:pt>
                <c:pt idx="21357">
                  <c:v>26.8</c:v>
                </c:pt>
                <c:pt idx="21358">
                  <c:v>26.8</c:v>
                </c:pt>
                <c:pt idx="21359">
                  <c:v>26.8</c:v>
                </c:pt>
                <c:pt idx="21360">
                  <c:v>26.8</c:v>
                </c:pt>
                <c:pt idx="21361">
                  <c:v>26.8</c:v>
                </c:pt>
                <c:pt idx="21362">
                  <c:v>26.8</c:v>
                </c:pt>
                <c:pt idx="21363">
                  <c:v>26.8</c:v>
                </c:pt>
                <c:pt idx="21364">
                  <c:v>26.8</c:v>
                </c:pt>
                <c:pt idx="21365">
                  <c:v>26.8</c:v>
                </c:pt>
                <c:pt idx="21366">
                  <c:v>26.8</c:v>
                </c:pt>
                <c:pt idx="21367">
                  <c:v>26.8</c:v>
                </c:pt>
                <c:pt idx="21368">
                  <c:v>26.8</c:v>
                </c:pt>
                <c:pt idx="21369">
                  <c:v>26.8</c:v>
                </c:pt>
                <c:pt idx="21370">
                  <c:v>26.8</c:v>
                </c:pt>
                <c:pt idx="21371">
                  <c:v>26.8</c:v>
                </c:pt>
                <c:pt idx="21372">
                  <c:v>26.8</c:v>
                </c:pt>
                <c:pt idx="21373">
                  <c:v>26.8</c:v>
                </c:pt>
                <c:pt idx="21374">
                  <c:v>26.8</c:v>
                </c:pt>
                <c:pt idx="21375">
                  <c:v>26.8</c:v>
                </c:pt>
                <c:pt idx="21376">
                  <c:v>26.8</c:v>
                </c:pt>
                <c:pt idx="21377">
                  <c:v>26.8</c:v>
                </c:pt>
                <c:pt idx="21378">
                  <c:v>26.8</c:v>
                </c:pt>
                <c:pt idx="21379">
                  <c:v>26.8</c:v>
                </c:pt>
                <c:pt idx="21380">
                  <c:v>26.8</c:v>
                </c:pt>
                <c:pt idx="21381">
                  <c:v>26.8</c:v>
                </c:pt>
                <c:pt idx="21382">
                  <c:v>26.8</c:v>
                </c:pt>
                <c:pt idx="21383">
                  <c:v>26.8</c:v>
                </c:pt>
                <c:pt idx="21384">
                  <c:v>26.8</c:v>
                </c:pt>
                <c:pt idx="21385">
                  <c:v>26.8</c:v>
                </c:pt>
                <c:pt idx="21386">
                  <c:v>26.8</c:v>
                </c:pt>
                <c:pt idx="21387">
                  <c:v>26.8</c:v>
                </c:pt>
                <c:pt idx="21388">
                  <c:v>26.8</c:v>
                </c:pt>
                <c:pt idx="21389">
                  <c:v>26.75</c:v>
                </c:pt>
                <c:pt idx="21390">
                  <c:v>26.75</c:v>
                </c:pt>
                <c:pt idx="21391">
                  <c:v>26.75</c:v>
                </c:pt>
                <c:pt idx="21392">
                  <c:v>26.75</c:v>
                </c:pt>
                <c:pt idx="21393">
                  <c:v>26.75</c:v>
                </c:pt>
                <c:pt idx="21394">
                  <c:v>26.75</c:v>
                </c:pt>
                <c:pt idx="21395">
                  <c:v>26.75</c:v>
                </c:pt>
                <c:pt idx="21396">
                  <c:v>26.75</c:v>
                </c:pt>
                <c:pt idx="21397">
                  <c:v>26.75</c:v>
                </c:pt>
                <c:pt idx="21398">
                  <c:v>26.75</c:v>
                </c:pt>
                <c:pt idx="21399">
                  <c:v>26.75</c:v>
                </c:pt>
                <c:pt idx="21400">
                  <c:v>26.75</c:v>
                </c:pt>
                <c:pt idx="21401">
                  <c:v>26.8</c:v>
                </c:pt>
                <c:pt idx="21402">
                  <c:v>26.75</c:v>
                </c:pt>
                <c:pt idx="21403">
                  <c:v>26.75</c:v>
                </c:pt>
                <c:pt idx="21404">
                  <c:v>26.75</c:v>
                </c:pt>
                <c:pt idx="21405">
                  <c:v>26.75</c:v>
                </c:pt>
                <c:pt idx="21406">
                  <c:v>26.75</c:v>
                </c:pt>
                <c:pt idx="21407">
                  <c:v>26.8</c:v>
                </c:pt>
                <c:pt idx="21408">
                  <c:v>26.75</c:v>
                </c:pt>
                <c:pt idx="21409">
                  <c:v>26.75</c:v>
                </c:pt>
                <c:pt idx="21410">
                  <c:v>26.8</c:v>
                </c:pt>
                <c:pt idx="21411">
                  <c:v>26.8</c:v>
                </c:pt>
                <c:pt idx="21412">
                  <c:v>26.75</c:v>
                </c:pt>
                <c:pt idx="21413">
                  <c:v>26.75</c:v>
                </c:pt>
                <c:pt idx="21414">
                  <c:v>26.75</c:v>
                </c:pt>
                <c:pt idx="21415">
                  <c:v>26.8</c:v>
                </c:pt>
                <c:pt idx="21416">
                  <c:v>26.75</c:v>
                </c:pt>
                <c:pt idx="21417">
                  <c:v>26.75</c:v>
                </c:pt>
                <c:pt idx="21418">
                  <c:v>26.75</c:v>
                </c:pt>
                <c:pt idx="21419">
                  <c:v>26.75</c:v>
                </c:pt>
                <c:pt idx="21420">
                  <c:v>26.75</c:v>
                </c:pt>
                <c:pt idx="21421">
                  <c:v>26.75</c:v>
                </c:pt>
                <c:pt idx="21422">
                  <c:v>26.75</c:v>
                </c:pt>
                <c:pt idx="21423">
                  <c:v>26.75</c:v>
                </c:pt>
                <c:pt idx="21424">
                  <c:v>26.75</c:v>
                </c:pt>
                <c:pt idx="21425">
                  <c:v>26.75</c:v>
                </c:pt>
                <c:pt idx="21426">
                  <c:v>26.75</c:v>
                </c:pt>
                <c:pt idx="21427">
                  <c:v>26.75</c:v>
                </c:pt>
                <c:pt idx="21428">
                  <c:v>26.75</c:v>
                </c:pt>
                <c:pt idx="21429">
                  <c:v>26.75</c:v>
                </c:pt>
                <c:pt idx="21430">
                  <c:v>26.75</c:v>
                </c:pt>
                <c:pt idx="21431">
                  <c:v>26.75</c:v>
                </c:pt>
                <c:pt idx="21432">
                  <c:v>26.75</c:v>
                </c:pt>
                <c:pt idx="21433">
                  <c:v>26.75</c:v>
                </c:pt>
                <c:pt idx="21434">
                  <c:v>26.75</c:v>
                </c:pt>
                <c:pt idx="21435">
                  <c:v>26.75</c:v>
                </c:pt>
                <c:pt idx="21436">
                  <c:v>26.75</c:v>
                </c:pt>
                <c:pt idx="21437">
                  <c:v>26.75</c:v>
                </c:pt>
                <c:pt idx="21438">
                  <c:v>26.75</c:v>
                </c:pt>
                <c:pt idx="21439">
                  <c:v>26.75</c:v>
                </c:pt>
                <c:pt idx="21440">
                  <c:v>26.75</c:v>
                </c:pt>
                <c:pt idx="21441">
                  <c:v>26.75</c:v>
                </c:pt>
                <c:pt idx="21442">
                  <c:v>26.75</c:v>
                </c:pt>
                <c:pt idx="21443">
                  <c:v>26.75</c:v>
                </c:pt>
                <c:pt idx="21444">
                  <c:v>26.75</c:v>
                </c:pt>
                <c:pt idx="21445">
                  <c:v>26.75</c:v>
                </c:pt>
                <c:pt idx="21446">
                  <c:v>26.75</c:v>
                </c:pt>
                <c:pt idx="21447">
                  <c:v>26.75</c:v>
                </c:pt>
                <c:pt idx="21448">
                  <c:v>26.75</c:v>
                </c:pt>
                <c:pt idx="21449">
                  <c:v>26.75</c:v>
                </c:pt>
                <c:pt idx="21450">
                  <c:v>26.75</c:v>
                </c:pt>
                <c:pt idx="21451">
                  <c:v>26.75</c:v>
                </c:pt>
                <c:pt idx="21452">
                  <c:v>26.75</c:v>
                </c:pt>
                <c:pt idx="21453">
                  <c:v>26.75</c:v>
                </c:pt>
                <c:pt idx="21454">
                  <c:v>26.75</c:v>
                </c:pt>
                <c:pt idx="21455">
                  <c:v>26.75</c:v>
                </c:pt>
                <c:pt idx="21456">
                  <c:v>26.75</c:v>
                </c:pt>
                <c:pt idx="21457">
                  <c:v>26.75</c:v>
                </c:pt>
                <c:pt idx="21458">
                  <c:v>26.75</c:v>
                </c:pt>
                <c:pt idx="21459">
                  <c:v>26.75</c:v>
                </c:pt>
                <c:pt idx="21460">
                  <c:v>26.75</c:v>
                </c:pt>
                <c:pt idx="21461">
                  <c:v>26.75</c:v>
                </c:pt>
                <c:pt idx="21462">
                  <c:v>26.75</c:v>
                </c:pt>
                <c:pt idx="21463">
                  <c:v>26.75</c:v>
                </c:pt>
                <c:pt idx="21464">
                  <c:v>26.75</c:v>
                </c:pt>
                <c:pt idx="21465">
                  <c:v>26.75</c:v>
                </c:pt>
                <c:pt idx="21466">
                  <c:v>26.75</c:v>
                </c:pt>
                <c:pt idx="21467">
                  <c:v>26.75</c:v>
                </c:pt>
                <c:pt idx="21468">
                  <c:v>26.75</c:v>
                </c:pt>
                <c:pt idx="21469">
                  <c:v>26.75</c:v>
                </c:pt>
                <c:pt idx="21470">
                  <c:v>26.75</c:v>
                </c:pt>
                <c:pt idx="21471">
                  <c:v>26.75</c:v>
                </c:pt>
                <c:pt idx="21472">
                  <c:v>26.75</c:v>
                </c:pt>
                <c:pt idx="21473">
                  <c:v>26.75</c:v>
                </c:pt>
                <c:pt idx="21474">
                  <c:v>26.75</c:v>
                </c:pt>
                <c:pt idx="21475">
                  <c:v>26.75</c:v>
                </c:pt>
                <c:pt idx="21476">
                  <c:v>26.75</c:v>
                </c:pt>
                <c:pt idx="21477">
                  <c:v>26.75</c:v>
                </c:pt>
                <c:pt idx="21478">
                  <c:v>26.75</c:v>
                </c:pt>
                <c:pt idx="21479">
                  <c:v>26.75</c:v>
                </c:pt>
                <c:pt idx="21480">
                  <c:v>26.75</c:v>
                </c:pt>
                <c:pt idx="21481">
                  <c:v>26.75</c:v>
                </c:pt>
                <c:pt idx="21482">
                  <c:v>26.75</c:v>
                </c:pt>
                <c:pt idx="21483">
                  <c:v>26.75</c:v>
                </c:pt>
                <c:pt idx="21484">
                  <c:v>26.75</c:v>
                </c:pt>
                <c:pt idx="21485">
                  <c:v>26.75</c:v>
                </c:pt>
                <c:pt idx="21486">
                  <c:v>26.75</c:v>
                </c:pt>
                <c:pt idx="21487">
                  <c:v>26.75</c:v>
                </c:pt>
                <c:pt idx="21488">
                  <c:v>26.75</c:v>
                </c:pt>
                <c:pt idx="21489">
                  <c:v>26.75</c:v>
                </c:pt>
                <c:pt idx="21490">
                  <c:v>26.75</c:v>
                </c:pt>
                <c:pt idx="21491">
                  <c:v>26.75</c:v>
                </c:pt>
                <c:pt idx="21492">
                  <c:v>26.75</c:v>
                </c:pt>
                <c:pt idx="21493">
                  <c:v>26.75</c:v>
                </c:pt>
                <c:pt idx="21494">
                  <c:v>26.75</c:v>
                </c:pt>
                <c:pt idx="21495">
                  <c:v>26.7</c:v>
                </c:pt>
                <c:pt idx="21496">
                  <c:v>26.7</c:v>
                </c:pt>
                <c:pt idx="21497">
                  <c:v>26.7</c:v>
                </c:pt>
                <c:pt idx="21498">
                  <c:v>26.7</c:v>
                </c:pt>
                <c:pt idx="21499">
                  <c:v>26.7</c:v>
                </c:pt>
                <c:pt idx="21500">
                  <c:v>26.7</c:v>
                </c:pt>
                <c:pt idx="21501">
                  <c:v>26.7</c:v>
                </c:pt>
                <c:pt idx="21502">
                  <c:v>26.7</c:v>
                </c:pt>
                <c:pt idx="21503">
                  <c:v>26.7</c:v>
                </c:pt>
                <c:pt idx="21504">
                  <c:v>26.7</c:v>
                </c:pt>
                <c:pt idx="21505">
                  <c:v>26.7</c:v>
                </c:pt>
                <c:pt idx="21506">
                  <c:v>26.7</c:v>
                </c:pt>
                <c:pt idx="21507">
                  <c:v>26.7</c:v>
                </c:pt>
                <c:pt idx="21508">
                  <c:v>26.7</c:v>
                </c:pt>
                <c:pt idx="21509">
                  <c:v>26.7</c:v>
                </c:pt>
                <c:pt idx="21510">
                  <c:v>26.7</c:v>
                </c:pt>
                <c:pt idx="21511">
                  <c:v>26.7</c:v>
                </c:pt>
                <c:pt idx="21512">
                  <c:v>26.7</c:v>
                </c:pt>
                <c:pt idx="21513">
                  <c:v>26.7</c:v>
                </c:pt>
                <c:pt idx="21514">
                  <c:v>26.7</c:v>
                </c:pt>
                <c:pt idx="21515">
                  <c:v>26.7</c:v>
                </c:pt>
                <c:pt idx="21516">
                  <c:v>26.7</c:v>
                </c:pt>
                <c:pt idx="21517">
                  <c:v>26.7</c:v>
                </c:pt>
                <c:pt idx="21518">
                  <c:v>26.7</c:v>
                </c:pt>
                <c:pt idx="21519">
                  <c:v>26.7</c:v>
                </c:pt>
                <c:pt idx="21520">
                  <c:v>26.7</c:v>
                </c:pt>
                <c:pt idx="21521">
                  <c:v>26.7</c:v>
                </c:pt>
                <c:pt idx="21522">
                  <c:v>26.7</c:v>
                </c:pt>
                <c:pt idx="21523">
                  <c:v>26.7</c:v>
                </c:pt>
                <c:pt idx="21524">
                  <c:v>26.7</c:v>
                </c:pt>
                <c:pt idx="21525">
                  <c:v>26.7</c:v>
                </c:pt>
                <c:pt idx="21526">
                  <c:v>26.7</c:v>
                </c:pt>
                <c:pt idx="21527">
                  <c:v>26.7</c:v>
                </c:pt>
                <c:pt idx="21528">
                  <c:v>26.7</c:v>
                </c:pt>
                <c:pt idx="21529">
                  <c:v>26.7</c:v>
                </c:pt>
                <c:pt idx="21530">
                  <c:v>26.7</c:v>
                </c:pt>
                <c:pt idx="21531">
                  <c:v>26.7</c:v>
                </c:pt>
                <c:pt idx="21532">
                  <c:v>26.7</c:v>
                </c:pt>
                <c:pt idx="21533">
                  <c:v>26.7</c:v>
                </c:pt>
                <c:pt idx="21534">
                  <c:v>26.7</c:v>
                </c:pt>
                <c:pt idx="21535">
                  <c:v>26.65</c:v>
                </c:pt>
                <c:pt idx="21536">
                  <c:v>26.7</c:v>
                </c:pt>
                <c:pt idx="21537">
                  <c:v>26.7</c:v>
                </c:pt>
                <c:pt idx="21538">
                  <c:v>26.7</c:v>
                </c:pt>
                <c:pt idx="21539">
                  <c:v>26.65</c:v>
                </c:pt>
                <c:pt idx="21540">
                  <c:v>26.7</c:v>
                </c:pt>
                <c:pt idx="21541">
                  <c:v>26.65</c:v>
                </c:pt>
                <c:pt idx="21542">
                  <c:v>26.65</c:v>
                </c:pt>
                <c:pt idx="21543">
                  <c:v>26.7</c:v>
                </c:pt>
                <c:pt idx="21544">
                  <c:v>26.7</c:v>
                </c:pt>
                <c:pt idx="21545">
                  <c:v>26.65</c:v>
                </c:pt>
                <c:pt idx="21546">
                  <c:v>26.7</c:v>
                </c:pt>
                <c:pt idx="21547">
                  <c:v>26.7</c:v>
                </c:pt>
                <c:pt idx="21548">
                  <c:v>26.65</c:v>
                </c:pt>
                <c:pt idx="21549">
                  <c:v>26.65</c:v>
                </c:pt>
                <c:pt idx="21550">
                  <c:v>26.65</c:v>
                </c:pt>
                <c:pt idx="21551">
                  <c:v>26.7</c:v>
                </c:pt>
                <c:pt idx="21552">
                  <c:v>26.65</c:v>
                </c:pt>
                <c:pt idx="21553">
                  <c:v>26.65</c:v>
                </c:pt>
                <c:pt idx="21554">
                  <c:v>26.65</c:v>
                </c:pt>
                <c:pt idx="21555">
                  <c:v>26.65</c:v>
                </c:pt>
                <c:pt idx="21556">
                  <c:v>26.65</c:v>
                </c:pt>
                <c:pt idx="21557">
                  <c:v>26.65</c:v>
                </c:pt>
                <c:pt idx="21558">
                  <c:v>26.65</c:v>
                </c:pt>
                <c:pt idx="21559">
                  <c:v>26.65</c:v>
                </c:pt>
                <c:pt idx="21560">
                  <c:v>26.65</c:v>
                </c:pt>
                <c:pt idx="21561">
                  <c:v>26.65</c:v>
                </c:pt>
                <c:pt idx="21562">
                  <c:v>26.65</c:v>
                </c:pt>
                <c:pt idx="21563">
                  <c:v>26.65</c:v>
                </c:pt>
                <c:pt idx="21564">
                  <c:v>26.65</c:v>
                </c:pt>
                <c:pt idx="21565">
                  <c:v>26.65</c:v>
                </c:pt>
                <c:pt idx="21566">
                  <c:v>26.65</c:v>
                </c:pt>
                <c:pt idx="21567">
                  <c:v>26.65</c:v>
                </c:pt>
                <c:pt idx="21568">
                  <c:v>26.65</c:v>
                </c:pt>
                <c:pt idx="21569">
                  <c:v>26.65</c:v>
                </c:pt>
                <c:pt idx="21570">
                  <c:v>26.65</c:v>
                </c:pt>
                <c:pt idx="21571">
                  <c:v>26.65</c:v>
                </c:pt>
                <c:pt idx="21572">
                  <c:v>26.65</c:v>
                </c:pt>
                <c:pt idx="21573">
                  <c:v>26.65</c:v>
                </c:pt>
                <c:pt idx="21574">
                  <c:v>26.65</c:v>
                </c:pt>
                <c:pt idx="21575">
                  <c:v>26.65</c:v>
                </c:pt>
                <c:pt idx="21576">
                  <c:v>26.65</c:v>
                </c:pt>
                <c:pt idx="21577">
                  <c:v>26.65</c:v>
                </c:pt>
                <c:pt idx="21578">
                  <c:v>26.65</c:v>
                </c:pt>
                <c:pt idx="21579">
                  <c:v>26.65</c:v>
                </c:pt>
                <c:pt idx="21580">
                  <c:v>26.65</c:v>
                </c:pt>
                <c:pt idx="21581">
                  <c:v>26.65</c:v>
                </c:pt>
                <c:pt idx="21582">
                  <c:v>26.65</c:v>
                </c:pt>
                <c:pt idx="21583">
                  <c:v>26.65</c:v>
                </c:pt>
                <c:pt idx="21584">
                  <c:v>26.65</c:v>
                </c:pt>
                <c:pt idx="21585">
                  <c:v>26.65</c:v>
                </c:pt>
                <c:pt idx="21586">
                  <c:v>26.65</c:v>
                </c:pt>
                <c:pt idx="21587">
                  <c:v>26.65</c:v>
                </c:pt>
                <c:pt idx="21588">
                  <c:v>26.65</c:v>
                </c:pt>
                <c:pt idx="21589">
                  <c:v>26.65</c:v>
                </c:pt>
                <c:pt idx="21590">
                  <c:v>26.65</c:v>
                </c:pt>
                <c:pt idx="21591">
                  <c:v>26.65</c:v>
                </c:pt>
                <c:pt idx="21592">
                  <c:v>26.65</c:v>
                </c:pt>
                <c:pt idx="21593">
                  <c:v>26.65</c:v>
                </c:pt>
                <c:pt idx="21594">
                  <c:v>26.65</c:v>
                </c:pt>
                <c:pt idx="21595">
                  <c:v>26.65</c:v>
                </c:pt>
                <c:pt idx="21596">
                  <c:v>26.65</c:v>
                </c:pt>
                <c:pt idx="21597">
                  <c:v>26.65</c:v>
                </c:pt>
                <c:pt idx="21598">
                  <c:v>26.65</c:v>
                </c:pt>
                <c:pt idx="21599">
                  <c:v>26.65</c:v>
                </c:pt>
                <c:pt idx="21600">
                  <c:v>26.65</c:v>
                </c:pt>
                <c:pt idx="21601">
                  <c:v>26.65</c:v>
                </c:pt>
                <c:pt idx="21602">
                  <c:v>26.65</c:v>
                </c:pt>
                <c:pt idx="21603">
                  <c:v>26.65</c:v>
                </c:pt>
                <c:pt idx="21604">
                  <c:v>26.65</c:v>
                </c:pt>
                <c:pt idx="21605">
                  <c:v>26.65</c:v>
                </c:pt>
                <c:pt idx="21606">
                  <c:v>26.65</c:v>
                </c:pt>
                <c:pt idx="21607">
                  <c:v>26.65</c:v>
                </c:pt>
                <c:pt idx="21608">
                  <c:v>26.65</c:v>
                </c:pt>
                <c:pt idx="21609">
                  <c:v>26.65</c:v>
                </c:pt>
                <c:pt idx="21610">
                  <c:v>26.65</c:v>
                </c:pt>
                <c:pt idx="21611">
                  <c:v>26.65</c:v>
                </c:pt>
                <c:pt idx="21612">
                  <c:v>26.65</c:v>
                </c:pt>
                <c:pt idx="21613">
                  <c:v>26.65</c:v>
                </c:pt>
                <c:pt idx="21614">
                  <c:v>26.65</c:v>
                </c:pt>
                <c:pt idx="21615">
                  <c:v>26.65</c:v>
                </c:pt>
                <c:pt idx="21616">
                  <c:v>26.65</c:v>
                </c:pt>
                <c:pt idx="21617">
                  <c:v>26.65</c:v>
                </c:pt>
                <c:pt idx="21618">
                  <c:v>26.6</c:v>
                </c:pt>
                <c:pt idx="21619">
                  <c:v>26.6</c:v>
                </c:pt>
                <c:pt idx="21620">
                  <c:v>26.6</c:v>
                </c:pt>
                <c:pt idx="21621">
                  <c:v>26.6</c:v>
                </c:pt>
                <c:pt idx="21622">
                  <c:v>26.65</c:v>
                </c:pt>
                <c:pt idx="21623">
                  <c:v>26.6</c:v>
                </c:pt>
                <c:pt idx="21624">
                  <c:v>26.65</c:v>
                </c:pt>
                <c:pt idx="21625">
                  <c:v>26.6</c:v>
                </c:pt>
                <c:pt idx="21626">
                  <c:v>26.6</c:v>
                </c:pt>
                <c:pt idx="21627">
                  <c:v>26.65</c:v>
                </c:pt>
                <c:pt idx="21628">
                  <c:v>26.65</c:v>
                </c:pt>
                <c:pt idx="21629">
                  <c:v>26.6</c:v>
                </c:pt>
                <c:pt idx="21630">
                  <c:v>26.65</c:v>
                </c:pt>
                <c:pt idx="21631">
                  <c:v>26.65</c:v>
                </c:pt>
                <c:pt idx="21632">
                  <c:v>26.6</c:v>
                </c:pt>
                <c:pt idx="21633">
                  <c:v>26.6</c:v>
                </c:pt>
                <c:pt idx="21634">
                  <c:v>26.6</c:v>
                </c:pt>
                <c:pt idx="21635">
                  <c:v>26.65</c:v>
                </c:pt>
                <c:pt idx="21636">
                  <c:v>26.6</c:v>
                </c:pt>
                <c:pt idx="21637">
                  <c:v>26.65</c:v>
                </c:pt>
                <c:pt idx="21638">
                  <c:v>26.65</c:v>
                </c:pt>
                <c:pt idx="21639">
                  <c:v>26.6</c:v>
                </c:pt>
                <c:pt idx="21640">
                  <c:v>26.6</c:v>
                </c:pt>
                <c:pt idx="21641">
                  <c:v>26.6</c:v>
                </c:pt>
                <c:pt idx="21642">
                  <c:v>26.6</c:v>
                </c:pt>
                <c:pt idx="21643">
                  <c:v>26.6</c:v>
                </c:pt>
                <c:pt idx="21644">
                  <c:v>26.6</c:v>
                </c:pt>
                <c:pt idx="21645">
                  <c:v>26.6</c:v>
                </c:pt>
                <c:pt idx="21646">
                  <c:v>26.6</c:v>
                </c:pt>
                <c:pt idx="21647">
                  <c:v>26.6</c:v>
                </c:pt>
                <c:pt idx="21648">
                  <c:v>26.6</c:v>
                </c:pt>
                <c:pt idx="21649">
                  <c:v>26.6</c:v>
                </c:pt>
                <c:pt idx="21650">
                  <c:v>26.6</c:v>
                </c:pt>
                <c:pt idx="21651">
                  <c:v>26.6</c:v>
                </c:pt>
                <c:pt idx="21652">
                  <c:v>26.6</c:v>
                </c:pt>
                <c:pt idx="21653">
                  <c:v>26.6</c:v>
                </c:pt>
                <c:pt idx="21654">
                  <c:v>26.6</c:v>
                </c:pt>
                <c:pt idx="21655">
                  <c:v>26.6</c:v>
                </c:pt>
                <c:pt idx="21656">
                  <c:v>26.6</c:v>
                </c:pt>
                <c:pt idx="21657">
                  <c:v>26.6</c:v>
                </c:pt>
                <c:pt idx="21658">
                  <c:v>26.6</c:v>
                </c:pt>
                <c:pt idx="21659">
                  <c:v>26.6</c:v>
                </c:pt>
                <c:pt idx="21660">
                  <c:v>26.6</c:v>
                </c:pt>
                <c:pt idx="21661">
                  <c:v>26.6</c:v>
                </c:pt>
                <c:pt idx="21662">
                  <c:v>26.6</c:v>
                </c:pt>
                <c:pt idx="21663">
                  <c:v>26.6</c:v>
                </c:pt>
                <c:pt idx="21664">
                  <c:v>26.6</c:v>
                </c:pt>
                <c:pt idx="21665">
                  <c:v>26.6</c:v>
                </c:pt>
                <c:pt idx="21666">
                  <c:v>26.6</c:v>
                </c:pt>
                <c:pt idx="21667">
                  <c:v>26.6</c:v>
                </c:pt>
                <c:pt idx="21668">
                  <c:v>26.6</c:v>
                </c:pt>
                <c:pt idx="21669">
                  <c:v>26.6</c:v>
                </c:pt>
                <c:pt idx="21670">
                  <c:v>26.6</c:v>
                </c:pt>
                <c:pt idx="21671">
                  <c:v>26.6</c:v>
                </c:pt>
                <c:pt idx="21672">
                  <c:v>26.6</c:v>
                </c:pt>
                <c:pt idx="21673">
                  <c:v>26.6</c:v>
                </c:pt>
                <c:pt idx="21674">
                  <c:v>26.6</c:v>
                </c:pt>
                <c:pt idx="21675">
                  <c:v>26.6</c:v>
                </c:pt>
                <c:pt idx="21676">
                  <c:v>26.6</c:v>
                </c:pt>
                <c:pt idx="21677">
                  <c:v>26.6</c:v>
                </c:pt>
                <c:pt idx="21678">
                  <c:v>26.6</c:v>
                </c:pt>
                <c:pt idx="21679">
                  <c:v>26.6</c:v>
                </c:pt>
                <c:pt idx="21680">
                  <c:v>26.6</c:v>
                </c:pt>
                <c:pt idx="21681">
                  <c:v>26.6</c:v>
                </c:pt>
                <c:pt idx="21682">
                  <c:v>26.6</c:v>
                </c:pt>
                <c:pt idx="21683">
                  <c:v>26.6</c:v>
                </c:pt>
                <c:pt idx="21684">
                  <c:v>26.6</c:v>
                </c:pt>
                <c:pt idx="21685">
                  <c:v>26.6</c:v>
                </c:pt>
                <c:pt idx="21686">
                  <c:v>26.6</c:v>
                </c:pt>
                <c:pt idx="21687">
                  <c:v>26.6</c:v>
                </c:pt>
                <c:pt idx="21688">
                  <c:v>26.6</c:v>
                </c:pt>
                <c:pt idx="21689">
                  <c:v>26.6</c:v>
                </c:pt>
                <c:pt idx="21690">
                  <c:v>26.6</c:v>
                </c:pt>
                <c:pt idx="21691">
                  <c:v>26.6</c:v>
                </c:pt>
                <c:pt idx="21692">
                  <c:v>26.6</c:v>
                </c:pt>
                <c:pt idx="21693">
                  <c:v>26.6</c:v>
                </c:pt>
                <c:pt idx="21694">
                  <c:v>26.6</c:v>
                </c:pt>
                <c:pt idx="21695">
                  <c:v>26.6</c:v>
                </c:pt>
                <c:pt idx="21696">
                  <c:v>26.6</c:v>
                </c:pt>
                <c:pt idx="21697">
                  <c:v>26.6</c:v>
                </c:pt>
                <c:pt idx="21698">
                  <c:v>26.6</c:v>
                </c:pt>
                <c:pt idx="21699">
                  <c:v>26.6</c:v>
                </c:pt>
                <c:pt idx="21700">
                  <c:v>26.6</c:v>
                </c:pt>
                <c:pt idx="21701">
                  <c:v>26.6</c:v>
                </c:pt>
                <c:pt idx="21702">
                  <c:v>26.6</c:v>
                </c:pt>
                <c:pt idx="21703">
                  <c:v>26.6</c:v>
                </c:pt>
                <c:pt idx="21704">
                  <c:v>26.6</c:v>
                </c:pt>
                <c:pt idx="21705">
                  <c:v>26.6</c:v>
                </c:pt>
                <c:pt idx="21706">
                  <c:v>26.6</c:v>
                </c:pt>
                <c:pt idx="21707">
                  <c:v>26.6</c:v>
                </c:pt>
                <c:pt idx="21708">
                  <c:v>26.6</c:v>
                </c:pt>
                <c:pt idx="21709">
                  <c:v>26.6</c:v>
                </c:pt>
                <c:pt idx="21710">
                  <c:v>26.55</c:v>
                </c:pt>
                <c:pt idx="21711">
                  <c:v>26.6</c:v>
                </c:pt>
                <c:pt idx="21712">
                  <c:v>26.6</c:v>
                </c:pt>
                <c:pt idx="21713">
                  <c:v>26.6</c:v>
                </c:pt>
                <c:pt idx="21714">
                  <c:v>26.6</c:v>
                </c:pt>
                <c:pt idx="21715">
                  <c:v>26.6</c:v>
                </c:pt>
                <c:pt idx="21716">
                  <c:v>26.6</c:v>
                </c:pt>
                <c:pt idx="21717">
                  <c:v>26.6</c:v>
                </c:pt>
                <c:pt idx="21718">
                  <c:v>26.6</c:v>
                </c:pt>
                <c:pt idx="21719">
                  <c:v>26.6</c:v>
                </c:pt>
                <c:pt idx="21720">
                  <c:v>26.6</c:v>
                </c:pt>
                <c:pt idx="21721">
                  <c:v>26.6</c:v>
                </c:pt>
                <c:pt idx="21722">
                  <c:v>26.6</c:v>
                </c:pt>
                <c:pt idx="21723">
                  <c:v>26.6</c:v>
                </c:pt>
                <c:pt idx="21724">
                  <c:v>26.6</c:v>
                </c:pt>
                <c:pt idx="21725">
                  <c:v>26.6</c:v>
                </c:pt>
                <c:pt idx="21726">
                  <c:v>26.6</c:v>
                </c:pt>
                <c:pt idx="21727">
                  <c:v>26.6</c:v>
                </c:pt>
                <c:pt idx="21728">
                  <c:v>26.6</c:v>
                </c:pt>
                <c:pt idx="21729">
                  <c:v>26.6</c:v>
                </c:pt>
                <c:pt idx="21730">
                  <c:v>26.6</c:v>
                </c:pt>
                <c:pt idx="21731">
                  <c:v>26.55</c:v>
                </c:pt>
                <c:pt idx="21732">
                  <c:v>26.55</c:v>
                </c:pt>
                <c:pt idx="21733">
                  <c:v>26.55</c:v>
                </c:pt>
                <c:pt idx="21734">
                  <c:v>26.55</c:v>
                </c:pt>
                <c:pt idx="21735">
                  <c:v>26.55</c:v>
                </c:pt>
                <c:pt idx="21736">
                  <c:v>26.55</c:v>
                </c:pt>
                <c:pt idx="21737">
                  <c:v>26.55</c:v>
                </c:pt>
                <c:pt idx="21738">
                  <c:v>26.55</c:v>
                </c:pt>
                <c:pt idx="21739">
                  <c:v>26.55</c:v>
                </c:pt>
                <c:pt idx="21740">
                  <c:v>26.55</c:v>
                </c:pt>
                <c:pt idx="21741">
                  <c:v>26.55</c:v>
                </c:pt>
                <c:pt idx="21742">
                  <c:v>26.55</c:v>
                </c:pt>
                <c:pt idx="21743">
                  <c:v>26.55</c:v>
                </c:pt>
                <c:pt idx="21744">
                  <c:v>26.55</c:v>
                </c:pt>
                <c:pt idx="21745">
                  <c:v>26.55</c:v>
                </c:pt>
                <c:pt idx="21746">
                  <c:v>26.55</c:v>
                </c:pt>
                <c:pt idx="21747">
                  <c:v>26.55</c:v>
                </c:pt>
                <c:pt idx="21748">
                  <c:v>26.55</c:v>
                </c:pt>
                <c:pt idx="21749">
                  <c:v>26.55</c:v>
                </c:pt>
                <c:pt idx="21750">
                  <c:v>26.55</c:v>
                </c:pt>
                <c:pt idx="21751">
                  <c:v>26.55</c:v>
                </c:pt>
                <c:pt idx="21752">
                  <c:v>26.55</c:v>
                </c:pt>
                <c:pt idx="21753">
                  <c:v>26.55</c:v>
                </c:pt>
                <c:pt idx="21754">
                  <c:v>26.55</c:v>
                </c:pt>
                <c:pt idx="21755">
                  <c:v>26.55</c:v>
                </c:pt>
                <c:pt idx="21756">
                  <c:v>26.55</c:v>
                </c:pt>
                <c:pt idx="21757">
                  <c:v>26.55</c:v>
                </c:pt>
                <c:pt idx="21758">
                  <c:v>26.55</c:v>
                </c:pt>
                <c:pt idx="21759">
                  <c:v>26.55</c:v>
                </c:pt>
                <c:pt idx="21760">
                  <c:v>26.55</c:v>
                </c:pt>
                <c:pt idx="21761">
                  <c:v>26.55</c:v>
                </c:pt>
                <c:pt idx="21762">
                  <c:v>26.55</c:v>
                </c:pt>
                <c:pt idx="21763">
                  <c:v>26.55</c:v>
                </c:pt>
                <c:pt idx="21764">
                  <c:v>26.55</c:v>
                </c:pt>
                <c:pt idx="21765">
                  <c:v>26.55</c:v>
                </c:pt>
                <c:pt idx="21766">
                  <c:v>26.55</c:v>
                </c:pt>
                <c:pt idx="21767">
                  <c:v>26.55</c:v>
                </c:pt>
                <c:pt idx="21768">
                  <c:v>26.55</c:v>
                </c:pt>
                <c:pt idx="21769">
                  <c:v>26.55</c:v>
                </c:pt>
                <c:pt idx="21770">
                  <c:v>26.55</c:v>
                </c:pt>
                <c:pt idx="21771">
                  <c:v>26.55</c:v>
                </c:pt>
                <c:pt idx="21772">
                  <c:v>26.55</c:v>
                </c:pt>
                <c:pt idx="21773">
                  <c:v>26.55</c:v>
                </c:pt>
                <c:pt idx="21774">
                  <c:v>26.55</c:v>
                </c:pt>
                <c:pt idx="21775">
                  <c:v>26.55</c:v>
                </c:pt>
                <c:pt idx="21776">
                  <c:v>26.55</c:v>
                </c:pt>
                <c:pt idx="21777">
                  <c:v>26.55</c:v>
                </c:pt>
                <c:pt idx="21778">
                  <c:v>26.55</c:v>
                </c:pt>
                <c:pt idx="21779">
                  <c:v>26.55</c:v>
                </c:pt>
                <c:pt idx="21780">
                  <c:v>26.55</c:v>
                </c:pt>
                <c:pt idx="21781">
                  <c:v>26.55</c:v>
                </c:pt>
                <c:pt idx="21782">
                  <c:v>26.55</c:v>
                </c:pt>
                <c:pt idx="21783">
                  <c:v>26.55</c:v>
                </c:pt>
                <c:pt idx="21784">
                  <c:v>26.55</c:v>
                </c:pt>
                <c:pt idx="21785">
                  <c:v>26.55</c:v>
                </c:pt>
                <c:pt idx="21786">
                  <c:v>26.55</c:v>
                </c:pt>
                <c:pt idx="21787">
                  <c:v>26.55</c:v>
                </c:pt>
                <c:pt idx="21788">
                  <c:v>26.55</c:v>
                </c:pt>
                <c:pt idx="21789">
                  <c:v>26.55</c:v>
                </c:pt>
                <c:pt idx="21790">
                  <c:v>26.55</c:v>
                </c:pt>
                <c:pt idx="21791">
                  <c:v>26.55</c:v>
                </c:pt>
                <c:pt idx="21792">
                  <c:v>26.55</c:v>
                </c:pt>
                <c:pt idx="21793">
                  <c:v>26.55</c:v>
                </c:pt>
                <c:pt idx="21794">
                  <c:v>26.55</c:v>
                </c:pt>
                <c:pt idx="21795">
                  <c:v>26.55</c:v>
                </c:pt>
                <c:pt idx="21796">
                  <c:v>26.55</c:v>
                </c:pt>
                <c:pt idx="21797">
                  <c:v>26.55</c:v>
                </c:pt>
                <c:pt idx="21798">
                  <c:v>26.55</c:v>
                </c:pt>
                <c:pt idx="21799">
                  <c:v>26.55</c:v>
                </c:pt>
                <c:pt idx="21800">
                  <c:v>26.55</c:v>
                </c:pt>
                <c:pt idx="21801">
                  <c:v>26.55</c:v>
                </c:pt>
                <c:pt idx="21802">
                  <c:v>26.55</c:v>
                </c:pt>
                <c:pt idx="21803">
                  <c:v>26.55</c:v>
                </c:pt>
                <c:pt idx="21804">
                  <c:v>26.55</c:v>
                </c:pt>
                <c:pt idx="21805">
                  <c:v>26.55</c:v>
                </c:pt>
                <c:pt idx="21806">
                  <c:v>26.55</c:v>
                </c:pt>
                <c:pt idx="21807">
                  <c:v>26.55</c:v>
                </c:pt>
                <c:pt idx="21808">
                  <c:v>26.55</c:v>
                </c:pt>
                <c:pt idx="21809">
                  <c:v>26.55</c:v>
                </c:pt>
                <c:pt idx="21810">
                  <c:v>26.55</c:v>
                </c:pt>
                <c:pt idx="21811">
                  <c:v>26.55</c:v>
                </c:pt>
                <c:pt idx="21812">
                  <c:v>26.5</c:v>
                </c:pt>
                <c:pt idx="21813">
                  <c:v>26.55</c:v>
                </c:pt>
                <c:pt idx="21814">
                  <c:v>26.5</c:v>
                </c:pt>
                <c:pt idx="21815">
                  <c:v>26.5</c:v>
                </c:pt>
                <c:pt idx="21816">
                  <c:v>26.5</c:v>
                </c:pt>
                <c:pt idx="21817">
                  <c:v>26.5</c:v>
                </c:pt>
                <c:pt idx="21818">
                  <c:v>26.5</c:v>
                </c:pt>
                <c:pt idx="21819">
                  <c:v>26.5</c:v>
                </c:pt>
                <c:pt idx="21820">
                  <c:v>26.5</c:v>
                </c:pt>
                <c:pt idx="21821">
                  <c:v>26.5</c:v>
                </c:pt>
                <c:pt idx="21822">
                  <c:v>26.55</c:v>
                </c:pt>
                <c:pt idx="21823">
                  <c:v>26.55</c:v>
                </c:pt>
                <c:pt idx="21824">
                  <c:v>26.5</c:v>
                </c:pt>
                <c:pt idx="21825">
                  <c:v>26.55</c:v>
                </c:pt>
                <c:pt idx="21826">
                  <c:v>26.55</c:v>
                </c:pt>
                <c:pt idx="21827">
                  <c:v>26.55</c:v>
                </c:pt>
                <c:pt idx="21828">
                  <c:v>26.55</c:v>
                </c:pt>
                <c:pt idx="21829">
                  <c:v>26.55</c:v>
                </c:pt>
                <c:pt idx="21830">
                  <c:v>26.55</c:v>
                </c:pt>
                <c:pt idx="21831">
                  <c:v>26.5</c:v>
                </c:pt>
                <c:pt idx="21832">
                  <c:v>26.5</c:v>
                </c:pt>
                <c:pt idx="21833">
                  <c:v>26.55</c:v>
                </c:pt>
                <c:pt idx="21834">
                  <c:v>26.5</c:v>
                </c:pt>
                <c:pt idx="21835">
                  <c:v>26.5</c:v>
                </c:pt>
                <c:pt idx="21836">
                  <c:v>26.5</c:v>
                </c:pt>
                <c:pt idx="21837">
                  <c:v>26.5</c:v>
                </c:pt>
                <c:pt idx="21838">
                  <c:v>26.5</c:v>
                </c:pt>
                <c:pt idx="21839">
                  <c:v>26.5</c:v>
                </c:pt>
                <c:pt idx="21840">
                  <c:v>26.5</c:v>
                </c:pt>
                <c:pt idx="21841">
                  <c:v>26.5</c:v>
                </c:pt>
                <c:pt idx="21842">
                  <c:v>26.5</c:v>
                </c:pt>
                <c:pt idx="21843">
                  <c:v>26.5</c:v>
                </c:pt>
                <c:pt idx="21844">
                  <c:v>26.5</c:v>
                </c:pt>
                <c:pt idx="21845">
                  <c:v>26.5</c:v>
                </c:pt>
                <c:pt idx="21846">
                  <c:v>26.5</c:v>
                </c:pt>
                <c:pt idx="21847">
                  <c:v>26.5</c:v>
                </c:pt>
                <c:pt idx="21848">
                  <c:v>26.5</c:v>
                </c:pt>
                <c:pt idx="21849">
                  <c:v>26.5</c:v>
                </c:pt>
                <c:pt idx="21850">
                  <c:v>26.5</c:v>
                </c:pt>
                <c:pt idx="21851">
                  <c:v>26.5</c:v>
                </c:pt>
                <c:pt idx="21852">
                  <c:v>26.5</c:v>
                </c:pt>
                <c:pt idx="21853">
                  <c:v>26.5</c:v>
                </c:pt>
                <c:pt idx="21854">
                  <c:v>26.5</c:v>
                </c:pt>
                <c:pt idx="21855">
                  <c:v>26.5</c:v>
                </c:pt>
                <c:pt idx="21856">
                  <c:v>26.5</c:v>
                </c:pt>
                <c:pt idx="21857">
                  <c:v>26.5</c:v>
                </c:pt>
                <c:pt idx="21858">
                  <c:v>26.5</c:v>
                </c:pt>
                <c:pt idx="21859">
                  <c:v>26.5</c:v>
                </c:pt>
                <c:pt idx="21860">
                  <c:v>26.5</c:v>
                </c:pt>
                <c:pt idx="21861">
                  <c:v>26.5</c:v>
                </c:pt>
                <c:pt idx="21862">
                  <c:v>26.5</c:v>
                </c:pt>
                <c:pt idx="21863">
                  <c:v>26.5</c:v>
                </c:pt>
                <c:pt idx="21864">
                  <c:v>26.5</c:v>
                </c:pt>
                <c:pt idx="21865">
                  <c:v>26.5</c:v>
                </c:pt>
                <c:pt idx="21866">
                  <c:v>26.5</c:v>
                </c:pt>
                <c:pt idx="21867">
                  <c:v>26.5</c:v>
                </c:pt>
                <c:pt idx="21868">
                  <c:v>26.5</c:v>
                </c:pt>
                <c:pt idx="21869">
                  <c:v>26.5</c:v>
                </c:pt>
                <c:pt idx="21870">
                  <c:v>26.5</c:v>
                </c:pt>
                <c:pt idx="21871">
                  <c:v>26.5</c:v>
                </c:pt>
                <c:pt idx="21872">
                  <c:v>26.5</c:v>
                </c:pt>
                <c:pt idx="21873">
                  <c:v>26.5</c:v>
                </c:pt>
                <c:pt idx="21874">
                  <c:v>26.5</c:v>
                </c:pt>
                <c:pt idx="21875">
                  <c:v>26.5</c:v>
                </c:pt>
                <c:pt idx="21876">
                  <c:v>26.5</c:v>
                </c:pt>
                <c:pt idx="21877">
                  <c:v>26.5</c:v>
                </c:pt>
                <c:pt idx="21878">
                  <c:v>26.5</c:v>
                </c:pt>
                <c:pt idx="21879">
                  <c:v>26.5</c:v>
                </c:pt>
                <c:pt idx="21880">
                  <c:v>26.5</c:v>
                </c:pt>
                <c:pt idx="21881">
                  <c:v>26.5</c:v>
                </c:pt>
                <c:pt idx="21882">
                  <c:v>26.5</c:v>
                </c:pt>
                <c:pt idx="21883">
                  <c:v>26.5</c:v>
                </c:pt>
                <c:pt idx="21884">
                  <c:v>26.5</c:v>
                </c:pt>
                <c:pt idx="21885">
                  <c:v>26.5</c:v>
                </c:pt>
                <c:pt idx="21886">
                  <c:v>26.5</c:v>
                </c:pt>
                <c:pt idx="21887">
                  <c:v>26.5</c:v>
                </c:pt>
                <c:pt idx="21888">
                  <c:v>26.5</c:v>
                </c:pt>
                <c:pt idx="21889">
                  <c:v>26.5</c:v>
                </c:pt>
                <c:pt idx="21890">
                  <c:v>26.5</c:v>
                </c:pt>
                <c:pt idx="21891">
                  <c:v>26.5</c:v>
                </c:pt>
                <c:pt idx="21892">
                  <c:v>26.5</c:v>
                </c:pt>
                <c:pt idx="21893">
                  <c:v>26.5</c:v>
                </c:pt>
                <c:pt idx="21894">
                  <c:v>26.5</c:v>
                </c:pt>
                <c:pt idx="21895">
                  <c:v>26.5</c:v>
                </c:pt>
                <c:pt idx="21896">
                  <c:v>26.5</c:v>
                </c:pt>
                <c:pt idx="21897">
                  <c:v>26.5</c:v>
                </c:pt>
                <c:pt idx="21898">
                  <c:v>26.5</c:v>
                </c:pt>
                <c:pt idx="21899">
                  <c:v>26.5</c:v>
                </c:pt>
                <c:pt idx="21900">
                  <c:v>26.5</c:v>
                </c:pt>
                <c:pt idx="21901">
                  <c:v>26.5</c:v>
                </c:pt>
                <c:pt idx="21902">
                  <c:v>26.5</c:v>
                </c:pt>
                <c:pt idx="21903">
                  <c:v>26.5</c:v>
                </c:pt>
                <c:pt idx="21904">
                  <c:v>26.5</c:v>
                </c:pt>
                <c:pt idx="21905">
                  <c:v>26.5</c:v>
                </c:pt>
                <c:pt idx="21906">
                  <c:v>26.5</c:v>
                </c:pt>
                <c:pt idx="21907">
                  <c:v>26.5</c:v>
                </c:pt>
                <c:pt idx="21908">
                  <c:v>26.5</c:v>
                </c:pt>
                <c:pt idx="21909">
                  <c:v>26.5</c:v>
                </c:pt>
                <c:pt idx="21910">
                  <c:v>26.5</c:v>
                </c:pt>
                <c:pt idx="21911">
                  <c:v>26.5</c:v>
                </c:pt>
                <c:pt idx="21912">
                  <c:v>26.45</c:v>
                </c:pt>
                <c:pt idx="21913">
                  <c:v>26.5</c:v>
                </c:pt>
                <c:pt idx="21914">
                  <c:v>26.5</c:v>
                </c:pt>
                <c:pt idx="21915">
                  <c:v>26.45</c:v>
                </c:pt>
                <c:pt idx="21916">
                  <c:v>26.5</c:v>
                </c:pt>
                <c:pt idx="21917">
                  <c:v>26.45</c:v>
                </c:pt>
                <c:pt idx="21918">
                  <c:v>26.5</c:v>
                </c:pt>
                <c:pt idx="21919">
                  <c:v>26.5</c:v>
                </c:pt>
                <c:pt idx="21920">
                  <c:v>26.5</c:v>
                </c:pt>
                <c:pt idx="21921">
                  <c:v>26.5</c:v>
                </c:pt>
                <c:pt idx="21922">
                  <c:v>26.45</c:v>
                </c:pt>
                <c:pt idx="21923">
                  <c:v>26.5</c:v>
                </c:pt>
                <c:pt idx="21924">
                  <c:v>26.5</c:v>
                </c:pt>
                <c:pt idx="21925">
                  <c:v>26.5</c:v>
                </c:pt>
                <c:pt idx="21926">
                  <c:v>26.5</c:v>
                </c:pt>
                <c:pt idx="21927">
                  <c:v>26.5</c:v>
                </c:pt>
                <c:pt idx="21928">
                  <c:v>26.5</c:v>
                </c:pt>
                <c:pt idx="21929">
                  <c:v>26.5</c:v>
                </c:pt>
                <c:pt idx="21930">
                  <c:v>26.5</c:v>
                </c:pt>
                <c:pt idx="21931">
                  <c:v>26.5</c:v>
                </c:pt>
                <c:pt idx="21932">
                  <c:v>26.5</c:v>
                </c:pt>
                <c:pt idx="21933">
                  <c:v>26.45</c:v>
                </c:pt>
                <c:pt idx="21934">
                  <c:v>26.5</c:v>
                </c:pt>
                <c:pt idx="21935">
                  <c:v>26.5</c:v>
                </c:pt>
                <c:pt idx="21936">
                  <c:v>26.5</c:v>
                </c:pt>
                <c:pt idx="21937">
                  <c:v>26.5</c:v>
                </c:pt>
                <c:pt idx="21938">
                  <c:v>26.45</c:v>
                </c:pt>
                <c:pt idx="21939">
                  <c:v>26.5</c:v>
                </c:pt>
                <c:pt idx="21940">
                  <c:v>26.5</c:v>
                </c:pt>
                <c:pt idx="21941">
                  <c:v>26.5</c:v>
                </c:pt>
                <c:pt idx="21942">
                  <c:v>26.45</c:v>
                </c:pt>
                <c:pt idx="21943">
                  <c:v>26.5</c:v>
                </c:pt>
                <c:pt idx="21944">
                  <c:v>26.5</c:v>
                </c:pt>
                <c:pt idx="21945">
                  <c:v>26.5</c:v>
                </c:pt>
                <c:pt idx="21946">
                  <c:v>26.45</c:v>
                </c:pt>
                <c:pt idx="21947">
                  <c:v>26.5</c:v>
                </c:pt>
                <c:pt idx="21948">
                  <c:v>26.5</c:v>
                </c:pt>
                <c:pt idx="21949">
                  <c:v>26.5</c:v>
                </c:pt>
                <c:pt idx="21950">
                  <c:v>26.45</c:v>
                </c:pt>
                <c:pt idx="21951">
                  <c:v>26.45</c:v>
                </c:pt>
                <c:pt idx="21952">
                  <c:v>26.45</c:v>
                </c:pt>
                <c:pt idx="21953">
                  <c:v>26.45</c:v>
                </c:pt>
                <c:pt idx="21954">
                  <c:v>26.45</c:v>
                </c:pt>
                <c:pt idx="21955">
                  <c:v>26.45</c:v>
                </c:pt>
                <c:pt idx="21956">
                  <c:v>26.45</c:v>
                </c:pt>
                <c:pt idx="21957">
                  <c:v>26.45</c:v>
                </c:pt>
                <c:pt idx="21958">
                  <c:v>26.45</c:v>
                </c:pt>
                <c:pt idx="21959">
                  <c:v>26.45</c:v>
                </c:pt>
                <c:pt idx="21960">
                  <c:v>26.45</c:v>
                </c:pt>
                <c:pt idx="21961">
                  <c:v>26.45</c:v>
                </c:pt>
                <c:pt idx="21962">
                  <c:v>26.45</c:v>
                </c:pt>
                <c:pt idx="21963">
                  <c:v>26.45</c:v>
                </c:pt>
                <c:pt idx="21964">
                  <c:v>26.45</c:v>
                </c:pt>
                <c:pt idx="21965">
                  <c:v>26.45</c:v>
                </c:pt>
                <c:pt idx="21966">
                  <c:v>26.45</c:v>
                </c:pt>
                <c:pt idx="21967">
                  <c:v>26.45</c:v>
                </c:pt>
                <c:pt idx="21968">
                  <c:v>26.45</c:v>
                </c:pt>
                <c:pt idx="21969">
                  <c:v>26.45</c:v>
                </c:pt>
                <c:pt idx="21970">
                  <c:v>26.45</c:v>
                </c:pt>
                <c:pt idx="21971">
                  <c:v>26.45</c:v>
                </c:pt>
                <c:pt idx="21972">
                  <c:v>26.45</c:v>
                </c:pt>
                <c:pt idx="21973">
                  <c:v>26.45</c:v>
                </c:pt>
                <c:pt idx="21974">
                  <c:v>26.45</c:v>
                </c:pt>
                <c:pt idx="21975">
                  <c:v>26.45</c:v>
                </c:pt>
                <c:pt idx="21976">
                  <c:v>26.45</c:v>
                </c:pt>
                <c:pt idx="21977">
                  <c:v>26.45</c:v>
                </c:pt>
                <c:pt idx="21978">
                  <c:v>26.45</c:v>
                </c:pt>
                <c:pt idx="21979">
                  <c:v>26.45</c:v>
                </c:pt>
                <c:pt idx="21980">
                  <c:v>26.45</c:v>
                </c:pt>
                <c:pt idx="21981">
                  <c:v>26.45</c:v>
                </c:pt>
                <c:pt idx="21982">
                  <c:v>26.45</c:v>
                </c:pt>
                <c:pt idx="21983">
                  <c:v>26.45</c:v>
                </c:pt>
                <c:pt idx="21984">
                  <c:v>26.45</c:v>
                </c:pt>
                <c:pt idx="21985">
                  <c:v>26.45</c:v>
                </c:pt>
                <c:pt idx="21986">
                  <c:v>26.45</c:v>
                </c:pt>
                <c:pt idx="21987">
                  <c:v>26.45</c:v>
                </c:pt>
                <c:pt idx="21988">
                  <c:v>26.45</c:v>
                </c:pt>
                <c:pt idx="21989">
                  <c:v>26.45</c:v>
                </c:pt>
                <c:pt idx="21990">
                  <c:v>26.45</c:v>
                </c:pt>
                <c:pt idx="21991">
                  <c:v>26.45</c:v>
                </c:pt>
                <c:pt idx="21992">
                  <c:v>26.45</c:v>
                </c:pt>
                <c:pt idx="21993">
                  <c:v>26.45</c:v>
                </c:pt>
                <c:pt idx="21994">
                  <c:v>26.45</c:v>
                </c:pt>
                <c:pt idx="21995">
                  <c:v>26.45</c:v>
                </c:pt>
                <c:pt idx="21996">
                  <c:v>26.45</c:v>
                </c:pt>
                <c:pt idx="21997">
                  <c:v>26.45</c:v>
                </c:pt>
                <c:pt idx="21998">
                  <c:v>26.45</c:v>
                </c:pt>
                <c:pt idx="21999">
                  <c:v>26.45</c:v>
                </c:pt>
                <c:pt idx="22000">
                  <c:v>26.45</c:v>
                </c:pt>
                <c:pt idx="22001">
                  <c:v>26.45</c:v>
                </c:pt>
                <c:pt idx="22002">
                  <c:v>26.45</c:v>
                </c:pt>
                <c:pt idx="22003">
                  <c:v>26.45</c:v>
                </c:pt>
                <c:pt idx="22004">
                  <c:v>26.45</c:v>
                </c:pt>
                <c:pt idx="22005">
                  <c:v>26.45</c:v>
                </c:pt>
                <c:pt idx="22006">
                  <c:v>26.45</c:v>
                </c:pt>
                <c:pt idx="22007">
                  <c:v>26.45</c:v>
                </c:pt>
                <c:pt idx="22008">
                  <c:v>26.45</c:v>
                </c:pt>
                <c:pt idx="22009">
                  <c:v>26.45</c:v>
                </c:pt>
                <c:pt idx="22010">
                  <c:v>26.4</c:v>
                </c:pt>
                <c:pt idx="22011">
                  <c:v>26.45</c:v>
                </c:pt>
                <c:pt idx="22012">
                  <c:v>26.45</c:v>
                </c:pt>
                <c:pt idx="22013">
                  <c:v>26.45</c:v>
                </c:pt>
                <c:pt idx="22014">
                  <c:v>26.45</c:v>
                </c:pt>
                <c:pt idx="22015">
                  <c:v>26.45</c:v>
                </c:pt>
                <c:pt idx="22016">
                  <c:v>26.45</c:v>
                </c:pt>
                <c:pt idx="22017">
                  <c:v>26.45</c:v>
                </c:pt>
                <c:pt idx="22018">
                  <c:v>26.45</c:v>
                </c:pt>
                <c:pt idx="22019">
                  <c:v>26.45</c:v>
                </c:pt>
                <c:pt idx="22020">
                  <c:v>26.45</c:v>
                </c:pt>
                <c:pt idx="22021">
                  <c:v>26.45</c:v>
                </c:pt>
                <c:pt idx="22022">
                  <c:v>26.45</c:v>
                </c:pt>
                <c:pt idx="22023">
                  <c:v>26.45</c:v>
                </c:pt>
                <c:pt idx="22024">
                  <c:v>26.45</c:v>
                </c:pt>
                <c:pt idx="22025">
                  <c:v>26.45</c:v>
                </c:pt>
                <c:pt idx="22026">
                  <c:v>26.45</c:v>
                </c:pt>
                <c:pt idx="22027">
                  <c:v>26.45</c:v>
                </c:pt>
                <c:pt idx="22028">
                  <c:v>26.45</c:v>
                </c:pt>
                <c:pt idx="22029">
                  <c:v>26.45</c:v>
                </c:pt>
                <c:pt idx="22030">
                  <c:v>26.45</c:v>
                </c:pt>
                <c:pt idx="22031">
                  <c:v>26.45</c:v>
                </c:pt>
                <c:pt idx="22032">
                  <c:v>26.45</c:v>
                </c:pt>
                <c:pt idx="22033">
                  <c:v>26.45</c:v>
                </c:pt>
                <c:pt idx="22034">
                  <c:v>26.45</c:v>
                </c:pt>
                <c:pt idx="22035">
                  <c:v>26.45</c:v>
                </c:pt>
                <c:pt idx="22036">
                  <c:v>26.45</c:v>
                </c:pt>
                <c:pt idx="22037">
                  <c:v>26.45</c:v>
                </c:pt>
                <c:pt idx="22038">
                  <c:v>26.45</c:v>
                </c:pt>
                <c:pt idx="22039">
                  <c:v>26.45</c:v>
                </c:pt>
                <c:pt idx="22040">
                  <c:v>26.4</c:v>
                </c:pt>
                <c:pt idx="22041">
                  <c:v>26.4</c:v>
                </c:pt>
                <c:pt idx="22042">
                  <c:v>26.45</c:v>
                </c:pt>
                <c:pt idx="22043">
                  <c:v>26.4</c:v>
                </c:pt>
                <c:pt idx="22044">
                  <c:v>26.4</c:v>
                </c:pt>
                <c:pt idx="22045">
                  <c:v>26.4</c:v>
                </c:pt>
                <c:pt idx="22046">
                  <c:v>26.45</c:v>
                </c:pt>
                <c:pt idx="22047">
                  <c:v>26.4</c:v>
                </c:pt>
                <c:pt idx="22048">
                  <c:v>26.45</c:v>
                </c:pt>
                <c:pt idx="22049">
                  <c:v>26.4</c:v>
                </c:pt>
                <c:pt idx="22050">
                  <c:v>26.4</c:v>
                </c:pt>
                <c:pt idx="22051">
                  <c:v>26.4</c:v>
                </c:pt>
                <c:pt idx="22052">
                  <c:v>26.45</c:v>
                </c:pt>
                <c:pt idx="22053">
                  <c:v>26.4</c:v>
                </c:pt>
                <c:pt idx="22054">
                  <c:v>26.4</c:v>
                </c:pt>
                <c:pt idx="22055">
                  <c:v>26.4</c:v>
                </c:pt>
                <c:pt idx="22056">
                  <c:v>26.45</c:v>
                </c:pt>
                <c:pt idx="22057">
                  <c:v>26.4</c:v>
                </c:pt>
                <c:pt idx="22058">
                  <c:v>26.4</c:v>
                </c:pt>
                <c:pt idx="22059">
                  <c:v>26.4</c:v>
                </c:pt>
                <c:pt idx="22060">
                  <c:v>26.4</c:v>
                </c:pt>
                <c:pt idx="22061">
                  <c:v>26.4</c:v>
                </c:pt>
                <c:pt idx="22062">
                  <c:v>26.4</c:v>
                </c:pt>
                <c:pt idx="22063">
                  <c:v>26.4</c:v>
                </c:pt>
                <c:pt idx="22064">
                  <c:v>26.4</c:v>
                </c:pt>
                <c:pt idx="22065">
                  <c:v>26.4</c:v>
                </c:pt>
                <c:pt idx="22066">
                  <c:v>26.4</c:v>
                </c:pt>
                <c:pt idx="22067">
                  <c:v>26.4</c:v>
                </c:pt>
                <c:pt idx="22068">
                  <c:v>26.4</c:v>
                </c:pt>
                <c:pt idx="22069">
                  <c:v>26.4</c:v>
                </c:pt>
                <c:pt idx="22070">
                  <c:v>26.4</c:v>
                </c:pt>
                <c:pt idx="22071">
                  <c:v>26.4</c:v>
                </c:pt>
                <c:pt idx="22072">
                  <c:v>26.4</c:v>
                </c:pt>
                <c:pt idx="22073">
                  <c:v>26.4</c:v>
                </c:pt>
                <c:pt idx="22074">
                  <c:v>26.4</c:v>
                </c:pt>
                <c:pt idx="22075">
                  <c:v>26.4</c:v>
                </c:pt>
                <c:pt idx="22076">
                  <c:v>26.4</c:v>
                </c:pt>
                <c:pt idx="22077">
                  <c:v>26.4</c:v>
                </c:pt>
                <c:pt idx="22078">
                  <c:v>26.4</c:v>
                </c:pt>
                <c:pt idx="22079">
                  <c:v>26.4</c:v>
                </c:pt>
                <c:pt idx="22080">
                  <c:v>26.4</c:v>
                </c:pt>
                <c:pt idx="22081">
                  <c:v>26.4</c:v>
                </c:pt>
                <c:pt idx="22082">
                  <c:v>26.4</c:v>
                </c:pt>
                <c:pt idx="22083">
                  <c:v>26.4</c:v>
                </c:pt>
                <c:pt idx="22084">
                  <c:v>26.4</c:v>
                </c:pt>
                <c:pt idx="22085">
                  <c:v>26.4</c:v>
                </c:pt>
                <c:pt idx="22086">
                  <c:v>26.4</c:v>
                </c:pt>
                <c:pt idx="22087">
                  <c:v>26.4</c:v>
                </c:pt>
                <c:pt idx="22088">
                  <c:v>26.4</c:v>
                </c:pt>
                <c:pt idx="22089">
                  <c:v>26.4</c:v>
                </c:pt>
                <c:pt idx="22090">
                  <c:v>26.4</c:v>
                </c:pt>
                <c:pt idx="22091">
                  <c:v>26.4</c:v>
                </c:pt>
                <c:pt idx="22092">
                  <c:v>26.4</c:v>
                </c:pt>
                <c:pt idx="22093">
                  <c:v>26.4</c:v>
                </c:pt>
                <c:pt idx="22094">
                  <c:v>26.4</c:v>
                </c:pt>
                <c:pt idx="22095">
                  <c:v>26.35</c:v>
                </c:pt>
                <c:pt idx="22096">
                  <c:v>26.35</c:v>
                </c:pt>
                <c:pt idx="22097">
                  <c:v>26.35</c:v>
                </c:pt>
                <c:pt idx="22098">
                  <c:v>26.4</c:v>
                </c:pt>
                <c:pt idx="22099">
                  <c:v>26.4</c:v>
                </c:pt>
                <c:pt idx="22100">
                  <c:v>26.4</c:v>
                </c:pt>
                <c:pt idx="22101">
                  <c:v>26.4</c:v>
                </c:pt>
                <c:pt idx="22102">
                  <c:v>26.4</c:v>
                </c:pt>
                <c:pt idx="22103">
                  <c:v>26.4</c:v>
                </c:pt>
                <c:pt idx="22104">
                  <c:v>26.4</c:v>
                </c:pt>
                <c:pt idx="22105">
                  <c:v>26.4</c:v>
                </c:pt>
                <c:pt idx="22106">
                  <c:v>26.4</c:v>
                </c:pt>
                <c:pt idx="22107">
                  <c:v>26.4</c:v>
                </c:pt>
                <c:pt idx="22108">
                  <c:v>26.4</c:v>
                </c:pt>
                <c:pt idx="22109">
                  <c:v>26.4</c:v>
                </c:pt>
                <c:pt idx="22110">
                  <c:v>26.35</c:v>
                </c:pt>
                <c:pt idx="22111">
                  <c:v>26.35</c:v>
                </c:pt>
                <c:pt idx="22112">
                  <c:v>26.35</c:v>
                </c:pt>
                <c:pt idx="22113">
                  <c:v>26.35</c:v>
                </c:pt>
                <c:pt idx="22114">
                  <c:v>26.35</c:v>
                </c:pt>
                <c:pt idx="22115">
                  <c:v>26.35</c:v>
                </c:pt>
                <c:pt idx="22116">
                  <c:v>26.35</c:v>
                </c:pt>
                <c:pt idx="22117">
                  <c:v>26.35</c:v>
                </c:pt>
                <c:pt idx="22118">
                  <c:v>26.35</c:v>
                </c:pt>
                <c:pt idx="22119">
                  <c:v>26.35</c:v>
                </c:pt>
                <c:pt idx="22120">
                  <c:v>26.35</c:v>
                </c:pt>
                <c:pt idx="22121">
                  <c:v>26.35</c:v>
                </c:pt>
                <c:pt idx="22122">
                  <c:v>26.35</c:v>
                </c:pt>
                <c:pt idx="22123">
                  <c:v>26.35</c:v>
                </c:pt>
                <c:pt idx="22124">
                  <c:v>26.35</c:v>
                </c:pt>
                <c:pt idx="22125">
                  <c:v>26.35</c:v>
                </c:pt>
                <c:pt idx="22126">
                  <c:v>26.35</c:v>
                </c:pt>
                <c:pt idx="22127">
                  <c:v>26.35</c:v>
                </c:pt>
                <c:pt idx="22128">
                  <c:v>26.35</c:v>
                </c:pt>
                <c:pt idx="22129">
                  <c:v>26.35</c:v>
                </c:pt>
                <c:pt idx="22130">
                  <c:v>26.35</c:v>
                </c:pt>
                <c:pt idx="22131">
                  <c:v>26.35</c:v>
                </c:pt>
                <c:pt idx="22132">
                  <c:v>26.35</c:v>
                </c:pt>
                <c:pt idx="22133">
                  <c:v>26.35</c:v>
                </c:pt>
                <c:pt idx="22134">
                  <c:v>26.35</c:v>
                </c:pt>
                <c:pt idx="22135">
                  <c:v>26.35</c:v>
                </c:pt>
                <c:pt idx="22136">
                  <c:v>26.35</c:v>
                </c:pt>
                <c:pt idx="22137">
                  <c:v>26.35</c:v>
                </c:pt>
                <c:pt idx="22138">
                  <c:v>26.35</c:v>
                </c:pt>
                <c:pt idx="22139">
                  <c:v>26.35</c:v>
                </c:pt>
                <c:pt idx="22140">
                  <c:v>26.35</c:v>
                </c:pt>
                <c:pt idx="22141">
                  <c:v>26.35</c:v>
                </c:pt>
                <c:pt idx="22142">
                  <c:v>26.35</c:v>
                </c:pt>
                <c:pt idx="22143">
                  <c:v>26.35</c:v>
                </c:pt>
                <c:pt idx="22144">
                  <c:v>26.35</c:v>
                </c:pt>
                <c:pt idx="22145">
                  <c:v>26.35</c:v>
                </c:pt>
                <c:pt idx="22146">
                  <c:v>26.35</c:v>
                </c:pt>
                <c:pt idx="22147">
                  <c:v>26.35</c:v>
                </c:pt>
                <c:pt idx="22148">
                  <c:v>26.35</c:v>
                </c:pt>
                <c:pt idx="22149">
                  <c:v>26.35</c:v>
                </c:pt>
                <c:pt idx="22150">
                  <c:v>26.35</c:v>
                </c:pt>
                <c:pt idx="22151">
                  <c:v>26.35</c:v>
                </c:pt>
                <c:pt idx="22152">
                  <c:v>26.35</c:v>
                </c:pt>
                <c:pt idx="22153">
                  <c:v>26.35</c:v>
                </c:pt>
                <c:pt idx="22154">
                  <c:v>26.35</c:v>
                </c:pt>
                <c:pt idx="22155">
                  <c:v>26.35</c:v>
                </c:pt>
                <c:pt idx="22156">
                  <c:v>26.35</c:v>
                </c:pt>
                <c:pt idx="22157">
                  <c:v>26.35</c:v>
                </c:pt>
                <c:pt idx="22158">
                  <c:v>26.35</c:v>
                </c:pt>
                <c:pt idx="22159">
                  <c:v>26.35</c:v>
                </c:pt>
                <c:pt idx="22160">
                  <c:v>26.35</c:v>
                </c:pt>
                <c:pt idx="22161">
                  <c:v>26.35</c:v>
                </c:pt>
                <c:pt idx="22162">
                  <c:v>26.35</c:v>
                </c:pt>
                <c:pt idx="22163">
                  <c:v>26.35</c:v>
                </c:pt>
                <c:pt idx="22164">
                  <c:v>26.35</c:v>
                </c:pt>
                <c:pt idx="22165">
                  <c:v>26.35</c:v>
                </c:pt>
                <c:pt idx="22166">
                  <c:v>26.35</c:v>
                </c:pt>
                <c:pt idx="22167">
                  <c:v>26.35</c:v>
                </c:pt>
                <c:pt idx="22168">
                  <c:v>26.35</c:v>
                </c:pt>
                <c:pt idx="22169">
                  <c:v>26.35</c:v>
                </c:pt>
                <c:pt idx="22170">
                  <c:v>26.35</c:v>
                </c:pt>
                <c:pt idx="22171">
                  <c:v>26.35</c:v>
                </c:pt>
                <c:pt idx="22172">
                  <c:v>26.35</c:v>
                </c:pt>
                <c:pt idx="22173">
                  <c:v>26.35</c:v>
                </c:pt>
                <c:pt idx="22174">
                  <c:v>26.35</c:v>
                </c:pt>
                <c:pt idx="22175">
                  <c:v>26.35</c:v>
                </c:pt>
                <c:pt idx="22176">
                  <c:v>26.35</c:v>
                </c:pt>
                <c:pt idx="22177">
                  <c:v>26.35</c:v>
                </c:pt>
                <c:pt idx="22178">
                  <c:v>26.35</c:v>
                </c:pt>
                <c:pt idx="22179">
                  <c:v>26.35</c:v>
                </c:pt>
                <c:pt idx="22180">
                  <c:v>26.35</c:v>
                </c:pt>
                <c:pt idx="22181">
                  <c:v>26.35</c:v>
                </c:pt>
                <c:pt idx="22182">
                  <c:v>26.35</c:v>
                </c:pt>
                <c:pt idx="22183">
                  <c:v>26.35</c:v>
                </c:pt>
                <c:pt idx="22184">
                  <c:v>26.35</c:v>
                </c:pt>
                <c:pt idx="22185">
                  <c:v>26.35</c:v>
                </c:pt>
                <c:pt idx="22186">
                  <c:v>26.35</c:v>
                </c:pt>
                <c:pt idx="22187">
                  <c:v>26.35</c:v>
                </c:pt>
                <c:pt idx="22188">
                  <c:v>26.35</c:v>
                </c:pt>
                <c:pt idx="22189">
                  <c:v>26.35</c:v>
                </c:pt>
                <c:pt idx="22190">
                  <c:v>26.35</c:v>
                </c:pt>
                <c:pt idx="22191">
                  <c:v>26.35</c:v>
                </c:pt>
                <c:pt idx="22192">
                  <c:v>26.35</c:v>
                </c:pt>
                <c:pt idx="22193">
                  <c:v>26.35</c:v>
                </c:pt>
                <c:pt idx="22194">
                  <c:v>26.35</c:v>
                </c:pt>
                <c:pt idx="22195">
                  <c:v>26.35</c:v>
                </c:pt>
                <c:pt idx="22196">
                  <c:v>26.35</c:v>
                </c:pt>
                <c:pt idx="22197">
                  <c:v>26.35</c:v>
                </c:pt>
                <c:pt idx="22198">
                  <c:v>26.35</c:v>
                </c:pt>
                <c:pt idx="22199">
                  <c:v>26.35</c:v>
                </c:pt>
                <c:pt idx="22200">
                  <c:v>26.35</c:v>
                </c:pt>
                <c:pt idx="22201">
                  <c:v>26.35</c:v>
                </c:pt>
                <c:pt idx="22202">
                  <c:v>26.35</c:v>
                </c:pt>
                <c:pt idx="22203">
                  <c:v>26.35</c:v>
                </c:pt>
                <c:pt idx="22204">
                  <c:v>26.35</c:v>
                </c:pt>
                <c:pt idx="22205">
                  <c:v>26.35</c:v>
                </c:pt>
                <c:pt idx="22206">
                  <c:v>26.35</c:v>
                </c:pt>
                <c:pt idx="22207">
                  <c:v>26.35</c:v>
                </c:pt>
                <c:pt idx="22208">
                  <c:v>26.35</c:v>
                </c:pt>
                <c:pt idx="22209">
                  <c:v>26.3</c:v>
                </c:pt>
                <c:pt idx="22210">
                  <c:v>26.35</c:v>
                </c:pt>
                <c:pt idx="22211">
                  <c:v>26.3</c:v>
                </c:pt>
                <c:pt idx="22212">
                  <c:v>26.3</c:v>
                </c:pt>
                <c:pt idx="22213">
                  <c:v>26.3</c:v>
                </c:pt>
                <c:pt idx="22214">
                  <c:v>26.3</c:v>
                </c:pt>
                <c:pt idx="22215">
                  <c:v>26.3</c:v>
                </c:pt>
                <c:pt idx="22216">
                  <c:v>26.3</c:v>
                </c:pt>
                <c:pt idx="22217">
                  <c:v>26.3</c:v>
                </c:pt>
                <c:pt idx="22218">
                  <c:v>26.3</c:v>
                </c:pt>
                <c:pt idx="22219">
                  <c:v>26.3</c:v>
                </c:pt>
                <c:pt idx="22220">
                  <c:v>26.3</c:v>
                </c:pt>
                <c:pt idx="22221">
                  <c:v>26.3</c:v>
                </c:pt>
                <c:pt idx="22222">
                  <c:v>26.3</c:v>
                </c:pt>
                <c:pt idx="22223">
                  <c:v>26.3</c:v>
                </c:pt>
                <c:pt idx="22224">
                  <c:v>26.3</c:v>
                </c:pt>
                <c:pt idx="22225">
                  <c:v>26.3</c:v>
                </c:pt>
                <c:pt idx="22226">
                  <c:v>26.3</c:v>
                </c:pt>
                <c:pt idx="22227">
                  <c:v>26.3</c:v>
                </c:pt>
                <c:pt idx="22228">
                  <c:v>26.3</c:v>
                </c:pt>
                <c:pt idx="22229">
                  <c:v>26.3</c:v>
                </c:pt>
                <c:pt idx="22230">
                  <c:v>26.3</c:v>
                </c:pt>
                <c:pt idx="22231">
                  <c:v>26.3</c:v>
                </c:pt>
                <c:pt idx="22232">
                  <c:v>26.3</c:v>
                </c:pt>
                <c:pt idx="22233">
                  <c:v>26.3</c:v>
                </c:pt>
                <c:pt idx="22234">
                  <c:v>26.3</c:v>
                </c:pt>
                <c:pt idx="22235">
                  <c:v>26.3</c:v>
                </c:pt>
                <c:pt idx="22236">
                  <c:v>26.3</c:v>
                </c:pt>
                <c:pt idx="22237">
                  <c:v>26.3</c:v>
                </c:pt>
                <c:pt idx="22238">
                  <c:v>26.3</c:v>
                </c:pt>
                <c:pt idx="22239">
                  <c:v>26.3</c:v>
                </c:pt>
                <c:pt idx="22240">
                  <c:v>26.3</c:v>
                </c:pt>
                <c:pt idx="22241">
                  <c:v>26.3</c:v>
                </c:pt>
                <c:pt idx="22242">
                  <c:v>26.3</c:v>
                </c:pt>
                <c:pt idx="22243">
                  <c:v>26.3</c:v>
                </c:pt>
                <c:pt idx="22244">
                  <c:v>26.3</c:v>
                </c:pt>
                <c:pt idx="22245">
                  <c:v>26.3</c:v>
                </c:pt>
                <c:pt idx="22246">
                  <c:v>26.3</c:v>
                </c:pt>
                <c:pt idx="22247">
                  <c:v>26.3</c:v>
                </c:pt>
                <c:pt idx="22248">
                  <c:v>26.3</c:v>
                </c:pt>
                <c:pt idx="22249">
                  <c:v>26.3</c:v>
                </c:pt>
                <c:pt idx="22250">
                  <c:v>26.3</c:v>
                </c:pt>
                <c:pt idx="22251">
                  <c:v>26.3</c:v>
                </c:pt>
                <c:pt idx="22252">
                  <c:v>26.3</c:v>
                </c:pt>
                <c:pt idx="22253">
                  <c:v>26.3</c:v>
                </c:pt>
                <c:pt idx="22254">
                  <c:v>26.3</c:v>
                </c:pt>
                <c:pt idx="22255">
                  <c:v>26.3</c:v>
                </c:pt>
                <c:pt idx="22256">
                  <c:v>26.3</c:v>
                </c:pt>
                <c:pt idx="22257">
                  <c:v>26.3</c:v>
                </c:pt>
                <c:pt idx="22258">
                  <c:v>26.3</c:v>
                </c:pt>
                <c:pt idx="22259">
                  <c:v>26.3</c:v>
                </c:pt>
                <c:pt idx="22260">
                  <c:v>26.3</c:v>
                </c:pt>
                <c:pt idx="22261">
                  <c:v>26.3</c:v>
                </c:pt>
                <c:pt idx="22262">
                  <c:v>26.3</c:v>
                </c:pt>
                <c:pt idx="22263">
                  <c:v>26.3</c:v>
                </c:pt>
                <c:pt idx="22264">
                  <c:v>26.3</c:v>
                </c:pt>
                <c:pt idx="22265">
                  <c:v>26.3</c:v>
                </c:pt>
                <c:pt idx="22266">
                  <c:v>26.3</c:v>
                </c:pt>
                <c:pt idx="22267">
                  <c:v>26.3</c:v>
                </c:pt>
                <c:pt idx="22268">
                  <c:v>26.3</c:v>
                </c:pt>
                <c:pt idx="22269">
                  <c:v>26.3</c:v>
                </c:pt>
                <c:pt idx="22270">
                  <c:v>26.3</c:v>
                </c:pt>
                <c:pt idx="22271">
                  <c:v>26.3</c:v>
                </c:pt>
                <c:pt idx="22272">
                  <c:v>26.3</c:v>
                </c:pt>
                <c:pt idx="22273">
                  <c:v>26.3</c:v>
                </c:pt>
                <c:pt idx="22274">
                  <c:v>26.3</c:v>
                </c:pt>
                <c:pt idx="22275">
                  <c:v>26.3</c:v>
                </c:pt>
                <c:pt idx="22276">
                  <c:v>26.3</c:v>
                </c:pt>
                <c:pt idx="22277">
                  <c:v>26.3</c:v>
                </c:pt>
                <c:pt idx="22278">
                  <c:v>26.3</c:v>
                </c:pt>
                <c:pt idx="22279">
                  <c:v>26.3</c:v>
                </c:pt>
                <c:pt idx="22280">
                  <c:v>26.3</c:v>
                </c:pt>
                <c:pt idx="22281">
                  <c:v>26.3</c:v>
                </c:pt>
                <c:pt idx="22282">
                  <c:v>26.3</c:v>
                </c:pt>
                <c:pt idx="22283">
                  <c:v>26.3</c:v>
                </c:pt>
                <c:pt idx="22284">
                  <c:v>26.3</c:v>
                </c:pt>
                <c:pt idx="22285">
                  <c:v>26.3</c:v>
                </c:pt>
                <c:pt idx="22286">
                  <c:v>26.3</c:v>
                </c:pt>
                <c:pt idx="22287">
                  <c:v>26.3</c:v>
                </c:pt>
                <c:pt idx="22288">
                  <c:v>26.3</c:v>
                </c:pt>
                <c:pt idx="22289">
                  <c:v>26.3</c:v>
                </c:pt>
                <c:pt idx="22290">
                  <c:v>26.3</c:v>
                </c:pt>
                <c:pt idx="22291">
                  <c:v>26.3</c:v>
                </c:pt>
                <c:pt idx="22292">
                  <c:v>26.3</c:v>
                </c:pt>
                <c:pt idx="22293">
                  <c:v>26.3</c:v>
                </c:pt>
                <c:pt idx="22294">
                  <c:v>26.3</c:v>
                </c:pt>
                <c:pt idx="22295">
                  <c:v>26.3</c:v>
                </c:pt>
                <c:pt idx="22296">
                  <c:v>26.3</c:v>
                </c:pt>
                <c:pt idx="22297">
                  <c:v>26.3</c:v>
                </c:pt>
                <c:pt idx="22298">
                  <c:v>26.3</c:v>
                </c:pt>
                <c:pt idx="22299">
                  <c:v>26.3</c:v>
                </c:pt>
                <c:pt idx="22300">
                  <c:v>26.3</c:v>
                </c:pt>
                <c:pt idx="22301">
                  <c:v>26.3</c:v>
                </c:pt>
                <c:pt idx="22302">
                  <c:v>26.3</c:v>
                </c:pt>
                <c:pt idx="22303">
                  <c:v>26.3</c:v>
                </c:pt>
                <c:pt idx="22304">
                  <c:v>26.3</c:v>
                </c:pt>
                <c:pt idx="22305">
                  <c:v>26.3</c:v>
                </c:pt>
                <c:pt idx="22306">
                  <c:v>26.3</c:v>
                </c:pt>
                <c:pt idx="22307">
                  <c:v>26.3</c:v>
                </c:pt>
                <c:pt idx="22308">
                  <c:v>26.3</c:v>
                </c:pt>
                <c:pt idx="22309">
                  <c:v>26.3</c:v>
                </c:pt>
                <c:pt idx="22310">
                  <c:v>26.3</c:v>
                </c:pt>
                <c:pt idx="22311">
                  <c:v>26.3</c:v>
                </c:pt>
                <c:pt idx="22312">
                  <c:v>26.3</c:v>
                </c:pt>
                <c:pt idx="22313">
                  <c:v>26.3</c:v>
                </c:pt>
                <c:pt idx="22314">
                  <c:v>26.3</c:v>
                </c:pt>
                <c:pt idx="22315">
                  <c:v>26.3</c:v>
                </c:pt>
                <c:pt idx="22316">
                  <c:v>26.3</c:v>
                </c:pt>
                <c:pt idx="22317">
                  <c:v>26.3</c:v>
                </c:pt>
                <c:pt idx="22318">
                  <c:v>26.3</c:v>
                </c:pt>
                <c:pt idx="22319">
                  <c:v>26.3</c:v>
                </c:pt>
                <c:pt idx="22320">
                  <c:v>26.3</c:v>
                </c:pt>
                <c:pt idx="22321">
                  <c:v>26.3</c:v>
                </c:pt>
                <c:pt idx="22322">
                  <c:v>26.3</c:v>
                </c:pt>
                <c:pt idx="22323">
                  <c:v>26.3</c:v>
                </c:pt>
                <c:pt idx="22324">
                  <c:v>26.3</c:v>
                </c:pt>
                <c:pt idx="22325">
                  <c:v>26.25</c:v>
                </c:pt>
                <c:pt idx="22326">
                  <c:v>26.3</c:v>
                </c:pt>
                <c:pt idx="22327">
                  <c:v>26.3</c:v>
                </c:pt>
                <c:pt idx="22328">
                  <c:v>26.3</c:v>
                </c:pt>
                <c:pt idx="22329">
                  <c:v>26.3</c:v>
                </c:pt>
                <c:pt idx="22330">
                  <c:v>26.3</c:v>
                </c:pt>
                <c:pt idx="22331">
                  <c:v>26.3</c:v>
                </c:pt>
                <c:pt idx="22332">
                  <c:v>26.3</c:v>
                </c:pt>
                <c:pt idx="22333">
                  <c:v>26.25</c:v>
                </c:pt>
                <c:pt idx="22334">
                  <c:v>26.3</c:v>
                </c:pt>
                <c:pt idx="22335">
                  <c:v>26.25</c:v>
                </c:pt>
                <c:pt idx="22336">
                  <c:v>26.3</c:v>
                </c:pt>
                <c:pt idx="22337">
                  <c:v>26.25</c:v>
                </c:pt>
                <c:pt idx="22338">
                  <c:v>26.25</c:v>
                </c:pt>
                <c:pt idx="22339">
                  <c:v>26.25</c:v>
                </c:pt>
                <c:pt idx="22340">
                  <c:v>26.25</c:v>
                </c:pt>
                <c:pt idx="22341">
                  <c:v>26.25</c:v>
                </c:pt>
                <c:pt idx="22342">
                  <c:v>26.25</c:v>
                </c:pt>
                <c:pt idx="22343">
                  <c:v>26.25</c:v>
                </c:pt>
                <c:pt idx="22344">
                  <c:v>26.25</c:v>
                </c:pt>
                <c:pt idx="22345">
                  <c:v>26.25</c:v>
                </c:pt>
                <c:pt idx="22346">
                  <c:v>26.25</c:v>
                </c:pt>
                <c:pt idx="22347">
                  <c:v>26.25</c:v>
                </c:pt>
                <c:pt idx="22348">
                  <c:v>26.25</c:v>
                </c:pt>
                <c:pt idx="22349">
                  <c:v>26.25</c:v>
                </c:pt>
                <c:pt idx="22350">
                  <c:v>26.25</c:v>
                </c:pt>
                <c:pt idx="22351">
                  <c:v>26.25</c:v>
                </c:pt>
                <c:pt idx="22352">
                  <c:v>26.25</c:v>
                </c:pt>
                <c:pt idx="22353">
                  <c:v>26.25</c:v>
                </c:pt>
                <c:pt idx="22354">
                  <c:v>26.25</c:v>
                </c:pt>
                <c:pt idx="22355">
                  <c:v>26.25</c:v>
                </c:pt>
                <c:pt idx="22356">
                  <c:v>26.25</c:v>
                </c:pt>
                <c:pt idx="22357">
                  <c:v>26.25</c:v>
                </c:pt>
                <c:pt idx="22358">
                  <c:v>26.25</c:v>
                </c:pt>
                <c:pt idx="22359">
                  <c:v>26.25</c:v>
                </c:pt>
                <c:pt idx="22360">
                  <c:v>26.25</c:v>
                </c:pt>
                <c:pt idx="22361">
                  <c:v>26.25</c:v>
                </c:pt>
                <c:pt idx="22362">
                  <c:v>26.25</c:v>
                </c:pt>
                <c:pt idx="22363">
                  <c:v>26.25</c:v>
                </c:pt>
                <c:pt idx="22364">
                  <c:v>26.25</c:v>
                </c:pt>
                <c:pt idx="22365">
                  <c:v>26.25</c:v>
                </c:pt>
                <c:pt idx="22366">
                  <c:v>26.25</c:v>
                </c:pt>
                <c:pt idx="22367">
                  <c:v>26.25</c:v>
                </c:pt>
                <c:pt idx="22368">
                  <c:v>26.25</c:v>
                </c:pt>
                <c:pt idx="22369">
                  <c:v>26.25</c:v>
                </c:pt>
                <c:pt idx="22370">
                  <c:v>26.25</c:v>
                </c:pt>
                <c:pt idx="22371">
                  <c:v>26.25</c:v>
                </c:pt>
                <c:pt idx="22372">
                  <c:v>26.25</c:v>
                </c:pt>
                <c:pt idx="22373">
                  <c:v>26.25</c:v>
                </c:pt>
                <c:pt idx="22374">
                  <c:v>26.25</c:v>
                </c:pt>
                <c:pt idx="22375">
                  <c:v>26.25</c:v>
                </c:pt>
                <c:pt idx="22376">
                  <c:v>26.25</c:v>
                </c:pt>
                <c:pt idx="22377">
                  <c:v>26.25</c:v>
                </c:pt>
                <c:pt idx="22378">
                  <c:v>26.25</c:v>
                </c:pt>
                <c:pt idx="22379">
                  <c:v>26.25</c:v>
                </c:pt>
                <c:pt idx="22380">
                  <c:v>26.25</c:v>
                </c:pt>
                <c:pt idx="22381">
                  <c:v>26.25</c:v>
                </c:pt>
                <c:pt idx="22382">
                  <c:v>26.25</c:v>
                </c:pt>
                <c:pt idx="22383">
                  <c:v>26.25</c:v>
                </c:pt>
                <c:pt idx="22384">
                  <c:v>26.25</c:v>
                </c:pt>
                <c:pt idx="22385">
                  <c:v>26.25</c:v>
                </c:pt>
                <c:pt idx="22386">
                  <c:v>26.25</c:v>
                </c:pt>
                <c:pt idx="22387">
                  <c:v>26.25</c:v>
                </c:pt>
                <c:pt idx="22388">
                  <c:v>26.25</c:v>
                </c:pt>
                <c:pt idx="22389">
                  <c:v>26.25</c:v>
                </c:pt>
                <c:pt idx="22390">
                  <c:v>26.25</c:v>
                </c:pt>
                <c:pt idx="22391">
                  <c:v>26.25</c:v>
                </c:pt>
                <c:pt idx="22392">
                  <c:v>26.25</c:v>
                </c:pt>
                <c:pt idx="22393">
                  <c:v>26.25</c:v>
                </c:pt>
                <c:pt idx="22394">
                  <c:v>26.25</c:v>
                </c:pt>
                <c:pt idx="22395">
                  <c:v>26.25</c:v>
                </c:pt>
                <c:pt idx="22396">
                  <c:v>26.25</c:v>
                </c:pt>
                <c:pt idx="22397">
                  <c:v>26.25</c:v>
                </c:pt>
                <c:pt idx="22398">
                  <c:v>26.25</c:v>
                </c:pt>
                <c:pt idx="22399">
                  <c:v>26.25</c:v>
                </c:pt>
                <c:pt idx="22400">
                  <c:v>26.25</c:v>
                </c:pt>
                <c:pt idx="22401">
                  <c:v>26.25</c:v>
                </c:pt>
                <c:pt idx="22402">
                  <c:v>26.25</c:v>
                </c:pt>
                <c:pt idx="22403">
                  <c:v>26.25</c:v>
                </c:pt>
                <c:pt idx="22404">
                  <c:v>26.25</c:v>
                </c:pt>
                <c:pt idx="22405">
                  <c:v>26.25</c:v>
                </c:pt>
                <c:pt idx="22406">
                  <c:v>26.25</c:v>
                </c:pt>
                <c:pt idx="22407">
                  <c:v>26.25</c:v>
                </c:pt>
                <c:pt idx="22408">
                  <c:v>26.25</c:v>
                </c:pt>
                <c:pt idx="22409">
                  <c:v>26.25</c:v>
                </c:pt>
                <c:pt idx="22410">
                  <c:v>26.25</c:v>
                </c:pt>
                <c:pt idx="22411">
                  <c:v>26.25</c:v>
                </c:pt>
                <c:pt idx="22412">
                  <c:v>26.25</c:v>
                </c:pt>
                <c:pt idx="22413">
                  <c:v>26.25</c:v>
                </c:pt>
                <c:pt idx="22414">
                  <c:v>26.25</c:v>
                </c:pt>
                <c:pt idx="22415">
                  <c:v>26.25</c:v>
                </c:pt>
                <c:pt idx="22416">
                  <c:v>26.25</c:v>
                </c:pt>
                <c:pt idx="22417">
                  <c:v>26.25</c:v>
                </c:pt>
                <c:pt idx="22418">
                  <c:v>26.25</c:v>
                </c:pt>
                <c:pt idx="22419">
                  <c:v>26.25</c:v>
                </c:pt>
                <c:pt idx="22420">
                  <c:v>26.25</c:v>
                </c:pt>
                <c:pt idx="22421">
                  <c:v>26.25</c:v>
                </c:pt>
                <c:pt idx="22422">
                  <c:v>26.25</c:v>
                </c:pt>
                <c:pt idx="22423">
                  <c:v>26.25</c:v>
                </c:pt>
                <c:pt idx="22424">
                  <c:v>26.25</c:v>
                </c:pt>
                <c:pt idx="22425">
                  <c:v>26.25</c:v>
                </c:pt>
                <c:pt idx="22426">
                  <c:v>26.25</c:v>
                </c:pt>
                <c:pt idx="22427">
                  <c:v>26.25</c:v>
                </c:pt>
                <c:pt idx="22428">
                  <c:v>26.25</c:v>
                </c:pt>
                <c:pt idx="22429">
                  <c:v>26.25</c:v>
                </c:pt>
                <c:pt idx="22430">
                  <c:v>26.25</c:v>
                </c:pt>
                <c:pt idx="22431">
                  <c:v>26.25</c:v>
                </c:pt>
                <c:pt idx="22432">
                  <c:v>26.25</c:v>
                </c:pt>
                <c:pt idx="22433">
                  <c:v>26.2</c:v>
                </c:pt>
                <c:pt idx="22434">
                  <c:v>26.25</c:v>
                </c:pt>
                <c:pt idx="22435">
                  <c:v>26.2</c:v>
                </c:pt>
                <c:pt idx="22436">
                  <c:v>26.2</c:v>
                </c:pt>
                <c:pt idx="22437">
                  <c:v>26.2</c:v>
                </c:pt>
                <c:pt idx="22438">
                  <c:v>26.2</c:v>
                </c:pt>
                <c:pt idx="22439">
                  <c:v>26.2</c:v>
                </c:pt>
                <c:pt idx="22440">
                  <c:v>26.2</c:v>
                </c:pt>
                <c:pt idx="22441">
                  <c:v>26.2</c:v>
                </c:pt>
                <c:pt idx="22442">
                  <c:v>26.2</c:v>
                </c:pt>
                <c:pt idx="22443">
                  <c:v>26.2</c:v>
                </c:pt>
                <c:pt idx="22444">
                  <c:v>26.2</c:v>
                </c:pt>
                <c:pt idx="22445">
                  <c:v>26.2</c:v>
                </c:pt>
                <c:pt idx="22446">
                  <c:v>26.2</c:v>
                </c:pt>
                <c:pt idx="22447">
                  <c:v>26.2</c:v>
                </c:pt>
                <c:pt idx="22448">
                  <c:v>26.2</c:v>
                </c:pt>
                <c:pt idx="22449">
                  <c:v>26.2</c:v>
                </c:pt>
                <c:pt idx="22450">
                  <c:v>26.25</c:v>
                </c:pt>
                <c:pt idx="22451">
                  <c:v>26.2</c:v>
                </c:pt>
                <c:pt idx="22452">
                  <c:v>26.25</c:v>
                </c:pt>
                <c:pt idx="22453">
                  <c:v>26.25</c:v>
                </c:pt>
                <c:pt idx="22454">
                  <c:v>26.25</c:v>
                </c:pt>
                <c:pt idx="22455">
                  <c:v>26.25</c:v>
                </c:pt>
                <c:pt idx="22456">
                  <c:v>26.25</c:v>
                </c:pt>
                <c:pt idx="22457">
                  <c:v>26.25</c:v>
                </c:pt>
                <c:pt idx="22458">
                  <c:v>26.25</c:v>
                </c:pt>
                <c:pt idx="22459">
                  <c:v>26.25</c:v>
                </c:pt>
                <c:pt idx="22460">
                  <c:v>26.25</c:v>
                </c:pt>
                <c:pt idx="22461">
                  <c:v>26.2</c:v>
                </c:pt>
                <c:pt idx="22462">
                  <c:v>26.2</c:v>
                </c:pt>
                <c:pt idx="22463">
                  <c:v>26.2</c:v>
                </c:pt>
                <c:pt idx="22464">
                  <c:v>26.2</c:v>
                </c:pt>
                <c:pt idx="22465">
                  <c:v>26.2</c:v>
                </c:pt>
                <c:pt idx="22466">
                  <c:v>26.2</c:v>
                </c:pt>
                <c:pt idx="22467">
                  <c:v>26.2</c:v>
                </c:pt>
                <c:pt idx="22468">
                  <c:v>26.2</c:v>
                </c:pt>
                <c:pt idx="22469">
                  <c:v>26.2</c:v>
                </c:pt>
                <c:pt idx="22470">
                  <c:v>26.2</c:v>
                </c:pt>
                <c:pt idx="22471">
                  <c:v>26.2</c:v>
                </c:pt>
                <c:pt idx="22472">
                  <c:v>26.2</c:v>
                </c:pt>
                <c:pt idx="22473">
                  <c:v>26.2</c:v>
                </c:pt>
                <c:pt idx="22474">
                  <c:v>26.2</c:v>
                </c:pt>
                <c:pt idx="22475">
                  <c:v>26.2</c:v>
                </c:pt>
                <c:pt idx="22476">
                  <c:v>26.2</c:v>
                </c:pt>
                <c:pt idx="22477">
                  <c:v>26.2</c:v>
                </c:pt>
                <c:pt idx="22478">
                  <c:v>26.2</c:v>
                </c:pt>
                <c:pt idx="22479">
                  <c:v>26.2</c:v>
                </c:pt>
                <c:pt idx="22480">
                  <c:v>26.2</c:v>
                </c:pt>
                <c:pt idx="22481">
                  <c:v>26.2</c:v>
                </c:pt>
                <c:pt idx="22482">
                  <c:v>26.2</c:v>
                </c:pt>
                <c:pt idx="22483">
                  <c:v>26.2</c:v>
                </c:pt>
                <c:pt idx="22484">
                  <c:v>26.2</c:v>
                </c:pt>
                <c:pt idx="22485">
                  <c:v>26.2</c:v>
                </c:pt>
                <c:pt idx="22486">
                  <c:v>26.2</c:v>
                </c:pt>
                <c:pt idx="22487">
                  <c:v>26.2</c:v>
                </c:pt>
                <c:pt idx="22488">
                  <c:v>26.2</c:v>
                </c:pt>
                <c:pt idx="22489">
                  <c:v>26.2</c:v>
                </c:pt>
                <c:pt idx="22490">
                  <c:v>26.2</c:v>
                </c:pt>
                <c:pt idx="22491">
                  <c:v>26.2</c:v>
                </c:pt>
                <c:pt idx="22492">
                  <c:v>26.2</c:v>
                </c:pt>
                <c:pt idx="22493">
                  <c:v>26.2</c:v>
                </c:pt>
                <c:pt idx="22494">
                  <c:v>26.2</c:v>
                </c:pt>
                <c:pt idx="22495">
                  <c:v>26.2</c:v>
                </c:pt>
                <c:pt idx="22496">
                  <c:v>26.2</c:v>
                </c:pt>
                <c:pt idx="22497">
                  <c:v>26.2</c:v>
                </c:pt>
                <c:pt idx="22498">
                  <c:v>26.2</c:v>
                </c:pt>
                <c:pt idx="22499">
                  <c:v>26.2</c:v>
                </c:pt>
                <c:pt idx="22500">
                  <c:v>26.2</c:v>
                </c:pt>
                <c:pt idx="22501">
                  <c:v>26.2</c:v>
                </c:pt>
                <c:pt idx="22502">
                  <c:v>26.2</c:v>
                </c:pt>
                <c:pt idx="22503">
                  <c:v>26.2</c:v>
                </c:pt>
                <c:pt idx="22504">
                  <c:v>26.2</c:v>
                </c:pt>
                <c:pt idx="22505">
                  <c:v>26.2</c:v>
                </c:pt>
                <c:pt idx="22506">
                  <c:v>26.2</c:v>
                </c:pt>
                <c:pt idx="22507">
                  <c:v>26.2</c:v>
                </c:pt>
                <c:pt idx="22508">
                  <c:v>26.2</c:v>
                </c:pt>
                <c:pt idx="22509">
                  <c:v>26.2</c:v>
                </c:pt>
                <c:pt idx="22510">
                  <c:v>26.2</c:v>
                </c:pt>
                <c:pt idx="22511">
                  <c:v>26.2</c:v>
                </c:pt>
                <c:pt idx="22512">
                  <c:v>26.2</c:v>
                </c:pt>
                <c:pt idx="22513">
                  <c:v>26.2</c:v>
                </c:pt>
                <c:pt idx="22514">
                  <c:v>26.2</c:v>
                </c:pt>
                <c:pt idx="22515">
                  <c:v>26.2</c:v>
                </c:pt>
                <c:pt idx="22516">
                  <c:v>26.2</c:v>
                </c:pt>
                <c:pt idx="22517">
                  <c:v>26.2</c:v>
                </c:pt>
                <c:pt idx="22518">
                  <c:v>26.2</c:v>
                </c:pt>
                <c:pt idx="22519">
                  <c:v>26.2</c:v>
                </c:pt>
                <c:pt idx="22520">
                  <c:v>26.2</c:v>
                </c:pt>
                <c:pt idx="22521">
                  <c:v>26.2</c:v>
                </c:pt>
                <c:pt idx="22522">
                  <c:v>26.2</c:v>
                </c:pt>
                <c:pt idx="22523">
                  <c:v>26.2</c:v>
                </c:pt>
                <c:pt idx="22524">
                  <c:v>26.2</c:v>
                </c:pt>
                <c:pt idx="22525">
                  <c:v>26.2</c:v>
                </c:pt>
                <c:pt idx="22526">
                  <c:v>26.2</c:v>
                </c:pt>
                <c:pt idx="22527">
                  <c:v>26.2</c:v>
                </c:pt>
                <c:pt idx="22528">
                  <c:v>26.2</c:v>
                </c:pt>
                <c:pt idx="22529">
                  <c:v>26.2</c:v>
                </c:pt>
                <c:pt idx="22530">
                  <c:v>26.2</c:v>
                </c:pt>
                <c:pt idx="22531">
                  <c:v>26.2</c:v>
                </c:pt>
                <c:pt idx="22532">
                  <c:v>26.2</c:v>
                </c:pt>
                <c:pt idx="22533">
                  <c:v>26.2</c:v>
                </c:pt>
                <c:pt idx="22534">
                  <c:v>26.2</c:v>
                </c:pt>
                <c:pt idx="22535">
                  <c:v>26.2</c:v>
                </c:pt>
                <c:pt idx="22536">
                  <c:v>26.2</c:v>
                </c:pt>
                <c:pt idx="22537">
                  <c:v>26.2</c:v>
                </c:pt>
                <c:pt idx="22538">
                  <c:v>26.2</c:v>
                </c:pt>
                <c:pt idx="22539">
                  <c:v>26.2</c:v>
                </c:pt>
                <c:pt idx="22540">
                  <c:v>26.2</c:v>
                </c:pt>
                <c:pt idx="22541">
                  <c:v>26.2</c:v>
                </c:pt>
                <c:pt idx="22542">
                  <c:v>26.2</c:v>
                </c:pt>
                <c:pt idx="22543">
                  <c:v>26.2</c:v>
                </c:pt>
                <c:pt idx="22544">
                  <c:v>26.2</c:v>
                </c:pt>
                <c:pt idx="22545">
                  <c:v>26.2</c:v>
                </c:pt>
                <c:pt idx="22546">
                  <c:v>26.2</c:v>
                </c:pt>
                <c:pt idx="22547">
                  <c:v>26.2</c:v>
                </c:pt>
                <c:pt idx="22548">
                  <c:v>26.2</c:v>
                </c:pt>
                <c:pt idx="22549">
                  <c:v>26.2</c:v>
                </c:pt>
                <c:pt idx="22550">
                  <c:v>26.2</c:v>
                </c:pt>
                <c:pt idx="22551">
                  <c:v>26.2</c:v>
                </c:pt>
                <c:pt idx="22552">
                  <c:v>26.2</c:v>
                </c:pt>
                <c:pt idx="22553">
                  <c:v>26.2</c:v>
                </c:pt>
                <c:pt idx="22554">
                  <c:v>26.2</c:v>
                </c:pt>
                <c:pt idx="22555">
                  <c:v>26.2</c:v>
                </c:pt>
                <c:pt idx="22556">
                  <c:v>26.2</c:v>
                </c:pt>
                <c:pt idx="22557">
                  <c:v>26.15</c:v>
                </c:pt>
                <c:pt idx="22558">
                  <c:v>26.2</c:v>
                </c:pt>
                <c:pt idx="22559">
                  <c:v>26.15</c:v>
                </c:pt>
                <c:pt idx="22560">
                  <c:v>26.2</c:v>
                </c:pt>
                <c:pt idx="22561">
                  <c:v>26.2</c:v>
                </c:pt>
                <c:pt idx="22562">
                  <c:v>26.2</c:v>
                </c:pt>
                <c:pt idx="22563">
                  <c:v>26.15</c:v>
                </c:pt>
                <c:pt idx="22564">
                  <c:v>26.15</c:v>
                </c:pt>
                <c:pt idx="22565">
                  <c:v>26.2</c:v>
                </c:pt>
                <c:pt idx="22566">
                  <c:v>26.15</c:v>
                </c:pt>
                <c:pt idx="22567">
                  <c:v>26.2</c:v>
                </c:pt>
                <c:pt idx="22568">
                  <c:v>26.2</c:v>
                </c:pt>
                <c:pt idx="22569">
                  <c:v>26.15</c:v>
                </c:pt>
                <c:pt idx="22570">
                  <c:v>26.2</c:v>
                </c:pt>
                <c:pt idx="22571">
                  <c:v>26.15</c:v>
                </c:pt>
                <c:pt idx="22572">
                  <c:v>26.2</c:v>
                </c:pt>
                <c:pt idx="22573">
                  <c:v>26.2</c:v>
                </c:pt>
                <c:pt idx="22574">
                  <c:v>26.15</c:v>
                </c:pt>
                <c:pt idx="22575">
                  <c:v>26.2</c:v>
                </c:pt>
                <c:pt idx="22576">
                  <c:v>26.2</c:v>
                </c:pt>
                <c:pt idx="22577">
                  <c:v>26.2</c:v>
                </c:pt>
                <c:pt idx="22578">
                  <c:v>26.2</c:v>
                </c:pt>
                <c:pt idx="22579">
                  <c:v>26.2</c:v>
                </c:pt>
                <c:pt idx="22580">
                  <c:v>26.2</c:v>
                </c:pt>
                <c:pt idx="22581">
                  <c:v>26.2</c:v>
                </c:pt>
                <c:pt idx="22582">
                  <c:v>26.2</c:v>
                </c:pt>
                <c:pt idx="22583">
                  <c:v>26.2</c:v>
                </c:pt>
                <c:pt idx="22584">
                  <c:v>26.2</c:v>
                </c:pt>
                <c:pt idx="22585">
                  <c:v>26.2</c:v>
                </c:pt>
                <c:pt idx="22586">
                  <c:v>26.15</c:v>
                </c:pt>
                <c:pt idx="22587">
                  <c:v>26.15</c:v>
                </c:pt>
                <c:pt idx="22588">
                  <c:v>26.2</c:v>
                </c:pt>
                <c:pt idx="22589">
                  <c:v>26.15</c:v>
                </c:pt>
                <c:pt idx="22590">
                  <c:v>26.15</c:v>
                </c:pt>
                <c:pt idx="22591">
                  <c:v>26.15</c:v>
                </c:pt>
                <c:pt idx="22592">
                  <c:v>26.15</c:v>
                </c:pt>
                <c:pt idx="22593">
                  <c:v>26.15</c:v>
                </c:pt>
                <c:pt idx="22594">
                  <c:v>26.15</c:v>
                </c:pt>
                <c:pt idx="22595">
                  <c:v>26.15</c:v>
                </c:pt>
                <c:pt idx="22596">
                  <c:v>26.15</c:v>
                </c:pt>
                <c:pt idx="22597">
                  <c:v>26.15</c:v>
                </c:pt>
                <c:pt idx="22598">
                  <c:v>26.15</c:v>
                </c:pt>
                <c:pt idx="22599">
                  <c:v>26.15</c:v>
                </c:pt>
                <c:pt idx="22600">
                  <c:v>26.15</c:v>
                </c:pt>
                <c:pt idx="22601">
                  <c:v>26.15</c:v>
                </c:pt>
                <c:pt idx="22602">
                  <c:v>26.15</c:v>
                </c:pt>
                <c:pt idx="22603">
                  <c:v>26.15</c:v>
                </c:pt>
                <c:pt idx="22604">
                  <c:v>26.15</c:v>
                </c:pt>
                <c:pt idx="22605">
                  <c:v>26.15</c:v>
                </c:pt>
                <c:pt idx="22606">
                  <c:v>26.15</c:v>
                </c:pt>
                <c:pt idx="22607">
                  <c:v>26.15</c:v>
                </c:pt>
                <c:pt idx="22608">
                  <c:v>26.15</c:v>
                </c:pt>
                <c:pt idx="22609">
                  <c:v>26.15</c:v>
                </c:pt>
                <c:pt idx="22610">
                  <c:v>26.15</c:v>
                </c:pt>
                <c:pt idx="22611">
                  <c:v>26.15</c:v>
                </c:pt>
                <c:pt idx="22612">
                  <c:v>26.15</c:v>
                </c:pt>
                <c:pt idx="22613">
                  <c:v>26.15</c:v>
                </c:pt>
                <c:pt idx="22614">
                  <c:v>26.15</c:v>
                </c:pt>
                <c:pt idx="22615">
                  <c:v>26.15</c:v>
                </c:pt>
                <c:pt idx="22616">
                  <c:v>26.15</c:v>
                </c:pt>
                <c:pt idx="22617">
                  <c:v>26.15</c:v>
                </c:pt>
                <c:pt idx="22618">
                  <c:v>26.15</c:v>
                </c:pt>
                <c:pt idx="22619">
                  <c:v>26.15</c:v>
                </c:pt>
                <c:pt idx="22620">
                  <c:v>26.15</c:v>
                </c:pt>
                <c:pt idx="22621">
                  <c:v>26.15</c:v>
                </c:pt>
                <c:pt idx="22622">
                  <c:v>26.15</c:v>
                </c:pt>
                <c:pt idx="22623">
                  <c:v>26.15</c:v>
                </c:pt>
                <c:pt idx="22624">
                  <c:v>26.15</c:v>
                </c:pt>
                <c:pt idx="22625">
                  <c:v>26.15</c:v>
                </c:pt>
                <c:pt idx="22626">
                  <c:v>26.15</c:v>
                </c:pt>
                <c:pt idx="22627">
                  <c:v>26.15</c:v>
                </c:pt>
                <c:pt idx="22628">
                  <c:v>26.15</c:v>
                </c:pt>
                <c:pt idx="22629">
                  <c:v>26.15</c:v>
                </c:pt>
                <c:pt idx="22630">
                  <c:v>26.15</c:v>
                </c:pt>
                <c:pt idx="22631">
                  <c:v>26.15</c:v>
                </c:pt>
                <c:pt idx="22632">
                  <c:v>26.15</c:v>
                </c:pt>
                <c:pt idx="22633">
                  <c:v>26.15</c:v>
                </c:pt>
                <c:pt idx="22634">
                  <c:v>26.15</c:v>
                </c:pt>
                <c:pt idx="22635">
                  <c:v>26.15</c:v>
                </c:pt>
                <c:pt idx="22636">
                  <c:v>26.15</c:v>
                </c:pt>
                <c:pt idx="22637">
                  <c:v>26.15</c:v>
                </c:pt>
                <c:pt idx="22638">
                  <c:v>26.15</c:v>
                </c:pt>
                <c:pt idx="22639">
                  <c:v>26.15</c:v>
                </c:pt>
                <c:pt idx="22640">
                  <c:v>26.15</c:v>
                </c:pt>
                <c:pt idx="22641">
                  <c:v>26.15</c:v>
                </c:pt>
                <c:pt idx="22642">
                  <c:v>26.15</c:v>
                </c:pt>
                <c:pt idx="22643">
                  <c:v>26.15</c:v>
                </c:pt>
                <c:pt idx="22644">
                  <c:v>26.15</c:v>
                </c:pt>
                <c:pt idx="22645">
                  <c:v>26.15</c:v>
                </c:pt>
                <c:pt idx="22646">
                  <c:v>26.15</c:v>
                </c:pt>
                <c:pt idx="22647">
                  <c:v>26.15</c:v>
                </c:pt>
                <c:pt idx="22648">
                  <c:v>26.15</c:v>
                </c:pt>
                <c:pt idx="22649">
                  <c:v>26.15</c:v>
                </c:pt>
                <c:pt idx="22650">
                  <c:v>26.15</c:v>
                </c:pt>
                <c:pt idx="22651">
                  <c:v>26.15</c:v>
                </c:pt>
                <c:pt idx="22652">
                  <c:v>26.15</c:v>
                </c:pt>
                <c:pt idx="22653">
                  <c:v>26.15</c:v>
                </c:pt>
                <c:pt idx="22654">
                  <c:v>26.15</c:v>
                </c:pt>
                <c:pt idx="22655">
                  <c:v>26.15</c:v>
                </c:pt>
                <c:pt idx="22656">
                  <c:v>26.15</c:v>
                </c:pt>
                <c:pt idx="22657">
                  <c:v>26.15</c:v>
                </c:pt>
                <c:pt idx="22658">
                  <c:v>26.15</c:v>
                </c:pt>
                <c:pt idx="22659">
                  <c:v>26.15</c:v>
                </c:pt>
                <c:pt idx="22660">
                  <c:v>26.15</c:v>
                </c:pt>
                <c:pt idx="22661">
                  <c:v>26.15</c:v>
                </c:pt>
                <c:pt idx="22662">
                  <c:v>26.15</c:v>
                </c:pt>
                <c:pt idx="22663">
                  <c:v>26.15</c:v>
                </c:pt>
                <c:pt idx="22664">
                  <c:v>26.15</c:v>
                </c:pt>
                <c:pt idx="22665">
                  <c:v>26.15</c:v>
                </c:pt>
                <c:pt idx="22666">
                  <c:v>26.15</c:v>
                </c:pt>
                <c:pt idx="22667">
                  <c:v>26.15</c:v>
                </c:pt>
                <c:pt idx="22668">
                  <c:v>26.15</c:v>
                </c:pt>
                <c:pt idx="22669">
                  <c:v>26.15</c:v>
                </c:pt>
                <c:pt idx="22670">
                  <c:v>26.15</c:v>
                </c:pt>
                <c:pt idx="22671">
                  <c:v>26.15</c:v>
                </c:pt>
                <c:pt idx="22672">
                  <c:v>26.15</c:v>
                </c:pt>
                <c:pt idx="22673">
                  <c:v>26.15</c:v>
                </c:pt>
                <c:pt idx="22674">
                  <c:v>26.15</c:v>
                </c:pt>
                <c:pt idx="22675">
                  <c:v>26.15</c:v>
                </c:pt>
                <c:pt idx="22676">
                  <c:v>26.15</c:v>
                </c:pt>
                <c:pt idx="22677">
                  <c:v>26.15</c:v>
                </c:pt>
                <c:pt idx="22678">
                  <c:v>26.15</c:v>
                </c:pt>
                <c:pt idx="22679">
                  <c:v>26.15</c:v>
                </c:pt>
                <c:pt idx="22680">
                  <c:v>26.15</c:v>
                </c:pt>
                <c:pt idx="22681">
                  <c:v>26.15</c:v>
                </c:pt>
                <c:pt idx="22682">
                  <c:v>26.15</c:v>
                </c:pt>
                <c:pt idx="22683">
                  <c:v>26.15</c:v>
                </c:pt>
                <c:pt idx="22684">
                  <c:v>26.15</c:v>
                </c:pt>
                <c:pt idx="22685">
                  <c:v>26.15</c:v>
                </c:pt>
                <c:pt idx="22686">
                  <c:v>26.15</c:v>
                </c:pt>
                <c:pt idx="22687">
                  <c:v>26.15</c:v>
                </c:pt>
                <c:pt idx="22688">
                  <c:v>26.15</c:v>
                </c:pt>
                <c:pt idx="22689">
                  <c:v>26.15</c:v>
                </c:pt>
                <c:pt idx="22690">
                  <c:v>26.15</c:v>
                </c:pt>
                <c:pt idx="22691">
                  <c:v>26.1</c:v>
                </c:pt>
                <c:pt idx="22692">
                  <c:v>26.15</c:v>
                </c:pt>
                <c:pt idx="22693">
                  <c:v>26.1</c:v>
                </c:pt>
                <c:pt idx="22694">
                  <c:v>26.1</c:v>
                </c:pt>
                <c:pt idx="22695">
                  <c:v>26.1</c:v>
                </c:pt>
                <c:pt idx="22696">
                  <c:v>26.1</c:v>
                </c:pt>
                <c:pt idx="22697">
                  <c:v>26.1</c:v>
                </c:pt>
                <c:pt idx="22698">
                  <c:v>26.1</c:v>
                </c:pt>
                <c:pt idx="22699">
                  <c:v>26.1</c:v>
                </c:pt>
                <c:pt idx="22700">
                  <c:v>26.1</c:v>
                </c:pt>
                <c:pt idx="22701">
                  <c:v>26.1</c:v>
                </c:pt>
                <c:pt idx="22702">
                  <c:v>26.1</c:v>
                </c:pt>
                <c:pt idx="22703">
                  <c:v>26.1</c:v>
                </c:pt>
                <c:pt idx="22704">
                  <c:v>26.1</c:v>
                </c:pt>
                <c:pt idx="22705">
                  <c:v>26.1</c:v>
                </c:pt>
                <c:pt idx="22706">
                  <c:v>26.1</c:v>
                </c:pt>
                <c:pt idx="22707">
                  <c:v>26.1</c:v>
                </c:pt>
                <c:pt idx="22708">
                  <c:v>26.1</c:v>
                </c:pt>
                <c:pt idx="22709">
                  <c:v>26.1</c:v>
                </c:pt>
                <c:pt idx="22710">
                  <c:v>26.1</c:v>
                </c:pt>
                <c:pt idx="22711">
                  <c:v>26.1</c:v>
                </c:pt>
                <c:pt idx="22712">
                  <c:v>26.1</c:v>
                </c:pt>
                <c:pt idx="22713">
                  <c:v>26.1</c:v>
                </c:pt>
                <c:pt idx="22714">
                  <c:v>26.1</c:v>
                </c:pt>
                <c:pt idx="22715">
                  <c:v>26.1</c:v>
                </c:pt>
                <c:pt idx="22716">
                  <c:v>26.1</c:v>
                </c:pt>
                <c:pt idx="22717">
                  <c:v>26.1</c:v>
                </c:pt>
                <c:pt idx="22718">
                  <c:v>26.1</c:v>
                </c:pt>
                <c:pt idx="22719">
                  <c:v>26.1</c:v>
                </c:pt>
                <c:pt idx="22720">
                  <c:v>26.15</c:v>
                </c:pt>
                <c:pt idx="22721">
                  <c:v>26.15</c:v>
                </c:pt>
                <c:pt idx="22722">
                  <c:v>26.15</c:v>
                </c:pt>
                <c:pt idx="22723">
                  <c:v>26.15</c:v>
                </c:pt>
                <c:pt idx="22724">
                  <c:v>26.15</c:v>
                </c:pt>
                <c:pt idx="22725">
                  <c:v>26.15</c:v>
                </c:pt>
                <c:pt idx="22726">
                  <c:v>26.15</c:v>
                </c:pt>
                <c:pt idx="22727">
                  <c:v>26.15</c:v>
                </c:pt>
                <c:pt idx="22728">
                  <c:v>26.15</c:v>
                </c:pt>
                <c:pt idx="22729">
                  <c:v>26.1</c:v>
                </c:pt>
                <c:pt idx="22730">
                  <c:v>26.15</c:v>
                </c:pt>
                <c:pt idx="22731">
                  <c:v>26.15</c:v>
                </c:pt>
                <c:pt idx="22732">
                  <c:v>26.1</c:v>
                </c:pt>
                <c:pt idx="22733">
                  <c:v>26.15</c:v>
                </c:pt>
                <c:pt idx="22734">
                  <c:v>26.1</c:v>
                </c:pt>
                <c:pt idx="22735">
                  <c:v>26.1</c:v>
                </c:pt>
                <c:pt idx="22736">
                  <c:v>26.1</c:v>
                </c:pt>
                <c:pt idx="22737">
                  <c:v>26.1</c:v>
                </c:pt>
                <c:pt idx="22738">
                  <c:v>26.1</c:v>
                </c:pt>
                <c:pt idx="22739">
                  <c:v>26.1</c:v>
                </c:pt>
                <c:pt idx="22740">
                  <c:v>26.1</c:v>
                </c:pt>
                <c:pt idx="22741">
                  <c:v>26.1</c:v>
                </c:pt>
                <c:pt idx="22742">
                  <c:v>26.1</c:v>
                </c:pt>
                <c:pt idx="22743">
                  <c:v>26.1</c:v>
                </c:pt>
                <c:pt idx="22744">
                  <c:v>26.1</c:v>
                </c:pt>
                <c:pt idx="22745">
                  <c:v>26.1</c:v>
                </c:pt>
                <c:pt idx="22746">
                  <c:v>26.1</c:v>
                </c:pt>
                <c:pt idx="22747">
                  <c:v>26.1</c:v>
                </c:pt>
                <c:pt idx="22748">
                  <c:v>26.1</c:v>
                </c:pt>
                <c:pt idx="22749">
                  <c:v>26.1</c:v>
                </c:pt>
                <c:pt idx="22750">
                  <c:v>26.1</c:v>
                </c:pt>
                <c:pt idx="22751">
                  <c:v>26.1</c:v>
                </c:pt>
                <c:pt idx="22752">
                  <c:v>26.1</c:v>
                </c:pt>
                <c:pt idx="22753">
                  <c:v>26.1</c:v>
                </c:pt>
                <c:pt idx="22754">
                  <c:v>26.1</c:v>
                </c:pt>
                <c:pt idx="22755">
                  <c:v>26.1</c:v>
                </c:pt>
                <c:pt idx="22756">
                  <c:v>26.1</c:v>
                </c:pt>
                <c:pt idx="22757">
                  <c:v>26.1</c:v>
                </c:pt>
                <c:pt idx="22758">
                  <c:v>26.1</c:v>
                </c:pt>
                <c:pt idx="22759">
                  <c:v>26.1</c:v>
                </c:pt>
                <c:pt idx="22760">
                  <c:v>26.1</c:v>
                </c:pt>
                <c:pt idx="22761">
                  <c:v>26.1</c:v>
                </c:pt>
                <c:pt idx="22762">
                  <c:v>26.1</c:v>
                </c:pt>
                <c:pt idx="22763">
                  <c:v>26.1</c:v>
                </c:pt>
                <c:pt idx="22764">
                  <c:v>26.1</c:v>
                </c:pt>
                <c:pt idx="22765">
                  <c:v>26.1</c:v>
                </c:pt>
                <c:pt idx="22766">
                  <c:v>26.1</c:v>
                </c:pt>
                <c:pt idx="22767">
                  <c:v>26.1</c:v>
                </c:pt>
                <c:pt idx="22768">
                  <c:v>26.1</c:v>
                </c:pt>
                <c:pt idx="22769">
                  <c:v>26.1</c:v>
                </c:pt>
                <c:pt idx="22770">
                  <c:v>26.1</c:v>
                </c:pt>
                <c:pt idx="22771">
                  <c:v>26.1</c:v>
                </c:pt>
                <c:pt idx="22772">
                  <c:v>26.1</c:v>
                </c:pt>
                <c:pt idx="22773">
                  <c:v>26.1</c:v>
                </c:pt>
                <c:pt idx="22774">
                  <c:v>26.1</c:v>
                </c:pt>
                <c:pt idx="22775">
                  <c:v>26.1</c:v>
                </c:pt>
                <c:pt idx="22776">
                  <c:v>26.1</c:v>
                </c:pt>
                <c:pt idx="22777">
                  <c:v>26.1</c:v>
                </c:pt>
                <c:pt idx="22778">
                  <c:v>26.1</c:v>
                </c:pt>
                <c:pt idx="22779">
                  <c:v>26.1</c:v>
                </c:pt>
                <c:pt idx="22780">
                  <c:v>26.1</c:v>
                </c:pt>
                <c:pt idx="22781">
                  <c:v>26.1</c:v>
                </c:pt>
                <c:pt idx="22782">
                  <c:v>26.1</c:v>
                </c:pt>
                <c:pt idx="22783">
                  <c:v>26.1</c:v>
                </c:pt>
                <c:pt idx="22784">
                  <c:v>26.1</c:v>
                </c:pt>
                <c:pt idx="22785">
                  <c:v>26.1</c:v>
                </c:pt>
                <c:pt idx="22786">
                  <c:v>26.1</c:v>
                </c:pt>
                <c:pt idx="22787">
                  <c:v>26.1</c:v>
                </c:pt>
                <c:pt idx="22788">
                  <c:v>26.1</c:v>
                </c:pt>
                <c:pt idx="22789">
                  <c:v>26.1</c:v>
                </c:pt>
                <c:pt idx="22790">
                  <c:v>26.1</c:v>
                </c:pt>
                <c:pt idx="22791">
                  <c:v>26.1</c:v>
                </c:pt>
                <c:pt idx="22792">
                  <c:v>26.1</c:v>
                </c:pt>
                <c:pt idx="22793">
                  <c:v>26.1</c:v>
                </c:pt>
                <c:pt idx="22794">
                  <c:v>26.1</c:v>
                </c:pt>
                <c:pt idx="22795">
                  <c:v>26.1</c:v>
                </c:pt>
                <c:pt idx="22796">
                  <c:v>26.1</c:v>
                </c:pt>
                <c:pt idx="22797">
                  <c:v>26.1</c:v>
                </c:pt>
                <c:pt idx="22798">
                  <c:v>26.1</c:v>
                </c:pt>
                <c:pt idx="22799">
                  <c:v>26.1</c:v>
                </c:pt>
                <c:pt idx="22800">
                  <c:v>26.1</c:v>
                </c:pt>
                <c:pt idx="22801">
                  <c:v>26.1</c:v>
                </c:pt>
                <c:pt idx="22802">
                  <c:v>26.1</c:v>
                </c:pt>
                <c:pt idx="22803">
                  <c:v>26.1</c:v>
                </c:pt>
                <c:pt idx="22804">
                  <c:v>26.1</c:v>
                </c:pt>
                <c:pt idx="22805">
                  <c:v>26.1</c:v>
                </c:pt>
                <c:pt idx="22806">
                  <c:v>26.1</c:v>
                </c:pt>
                <c:pt idx="22807">
                  <c:v>26.1</c:v>
                </c:pt>
                <c:pt idx="22808">
                  <c:v>26.1</c:v>
                </c:pt>
                <c:pt idx="22809">
                  <c:v>26.1</c:v>
                </c:pt>
                <c:pt idx="22810">
                  <c:v>26.1</c:v>
                </c:pt>
                <c:pt idx="22811">
                  <c:v>26.1</c:v>
                </c:pt>
                <c:pt idx="22812">
                  <c:v>26.1</c:v>
                </c:pt>
                <c:pt idx="22813">
                  <c:v>26.1</c:v>
                </c:pt>
                <c:pt idx="22814">
                  <c:v>26.05</c:v>
                </c:pt>
                <c:pt idx="22815">
                  <c:v>26.05</c:v>
                </c:pt>
                <c:pt idx="22816">
                  <c:v>26.05</c:v>
                </c:pt>
                <c:pt idx="22817">
                  <c:v>26.1</c:v>
                </c:pt>
                <c:pt idx="22818">
                  <c:v>26.05</c:v>
                </c:pt>
                <c:pt idx="22819">
                  <c:v>26.05</c:v>
                </c:pt>
                <c:pt idx="22820">
                  <c:v>26.05</c:v>
                </c:pt>
                <c:pt idx="22821">
                  <c:v>26.1</c:v>
                </c:pt>
                <c:pt idx="22822">
                  <c:v>26.05</c:v>
                </c:pt>
                <c:pt idx="22823">
                  <c:v>26.1</c:v>
                </c:pt>
                <c:pt idx="22824">
                  <c:v>26.05</c:v>
                </c:pt>
                <c:pt idx="22825">
                  <c:v>26.05</c:v>
                </c:pt>
                <c:pt idx="22826">
                  <c:v>26.05</c:v>
                </c:pt>
                <c:pt idx="22827">
                  <c:v>26.05</c:v>
                </c:pt>
                <c:pt idx="22828">
                  <c:v>26.05</c:v>
                </c:pt>
                <c:pt idx="22829">
                  <c:v>26.05</c:v>
                </c:pt>
                <c:pt idx="22830">
                  <c:v>26.05</c:v>
                </c:pt>
                <c:pt idx="22831">
                  <c:v>26.05</c:v>
                </c:pt>
                <c:pt idx="22832">
                  <c:v>26.05</c:v>
                </c:pt>
                <c:pt idx="22833">
                  <c:v>26.05</c:v>
                </c:pt>
                <c:pt idx="22834">
                  <c:v>26.05</c:v>
                </c:pt>
                <c:pt idx="22835">
                  <c:v>26.05</c:v>
                </c:pt>
                <c:pt idx="22836">
                  <c:v>26.05</c:v>
                </c:pt>
                <c:pt idx="22837">
                  <c:v>26.05</c:v>
                </c:pt>
                <c:pt idx="22838">
                  <c:v>26.05</c:v>
                </c:pt>
                <c:pt idx="22839">
                  <c:v>26.05</c:v>
                </c:pt>
                <c:pt idx="22840">
                  <c:v>26.05</c:v>
                </c:pt>
                <c:pt idx="22841">
                  <c:v>26.05</c:v>
                </c:pt>
                <c:pt idx="22842">
                  <c:v>26.05</c:v>
                </c:pt>
                <c:pt idx="22843">
                  <c:v>26.05</c:v>
                </c:pt>
                <c:pt idx="22844">
                  <c:v>26.05</c:v>
                </c:pt>
                <c:pt idx="22845">
                  <c:v>26.05</c:v>
                </c:pt>
                <c:pt idx="22846">
                  <c:v>26.05</c:v>
                </c:pt>
                <c:pt idx="22847">
                  <c:v>26.05</c:v>
                </c:pt>
                <c:pt idx="22848">
                  <c:v>26.05</c:v>
                </c:pt>
                <c:pt idx="22849">
                  <c:v>26.05</c:v>
                </c:pt>
                <c:pt idx="22850">
                  <c:v>26.05</c:v>
                </c:pt>
                <c:pt idx="22851">
                  <c:v>26.05</c:v>
                </c:pt>
                <c:pt idx="22852">
                  <c:v>26.05</c:v>
                </c:pt>
                <c:pt idx="22853">
                  <c:v>26.05</c:v>
                </c:pt>
                <c:pt idx="22854">
                  <c:v>26.05</c:v>
                </c:pt>
                <c:pt idx="22855">
                  <c:v>26.05</c:v>
                </c:pt>
                <c:pt idx="22856">
                  <c:v>26.05</c:v>
                </c:pt>
                <c:pt idx="22857">
                  <c:v>26.05</c:v>
                </c:pt>
                <c:pt idx="22858">
                  <c:v>26.05</c:v>
                </c:pt>
                <c:pt idx="22859">
                  <c:v>26.05</c:v>
                </c:pt>
                <c:pt idx="22860">
                  <c:v>26.05</c:v>
                </c:pt>
                <c:pt idx="22861">
                  <c:v>26.05</c:v>
                </c:pt>
                <c:pt idx="22862">
                  <c:v>26.05</c:v>
                </c:pt>
                <c:pt idx="22863">
                  <c:v>26.05</c:v>
                </c:pt>
                <c:pt idx="22864">
                  <c:v>26.05</c:v>
                </c:pt>
                <c:pt idx="22865">
                  <c:v>26.05</c:v>
                </c:pt>
                <c:pt idx="22866">
                  <c:v>26.05</c:v>
                </c:pt>
                <c:pt idx="22867">
                  <c:v>26.05</c:v>
                </c:pt>
                <c:pt idx="22868">
                  <c:v>26.05</c:v>
                </c:pt>
                <c:pt idx="22869">
                  <c:v>26.05</c:v>
                </c:pt>
                <c:pt idx="22870">
                  <c:v>26.05</c:v>
                </c:pt>
                <c:pt idx="22871">
                  <c:v>26.05</c:v>
                </c:pt>
                <c:pt idx="22872">
                  <c:v>26.05</c:v>
                </c:pt>
                <c:pt idx="22873">
                  <c:v>26.05</c:v>
                </c:pt>
                <c:pt idx="22874">
                  <c:v>26.05</c:v>
                </c:pt>
                <c:pt idx="22875">
                  <c:v>26.05</c:v>
                </c:pt>
                <c:pt idx="22876">
                  <c:v>26.05</c:v>
                </c:pt>
                <c:pt idx="22877">
                  <c:v>26.05</c:v>
                </c:pt>
                <c:pt idx="22878">
                  <c:v>26.05</c:v>
                </c:pt>
                <c:pt idx="22879">
                  <c:v>26.05</c:v>
                </c:pt>
                <c:pt idx="22880">
                  <c:v>26.05</c:v>
                </c:pt>
                <c:pt idx="22881">
                  <c:v>26.05</c:v>
                </c:pt>
                <c:pt idx="22882">
                  <c:v>26.05</c:v>
                </c:pt>
                <c:pt idx="22883">
                  <c:v>26.05</c:v>
                </c:pt>
                <c:pt idx="22884">
                  <c:v>26.05</c:v>
                </c:pt>
                <c:pt idx="22885">
                  <c:v>26.05</c:v>
                </c:pt>
                <c:pt idx="22886">
                  <c:v>26.05</c:v>
                </c:pt>
                <c:pt idx="22887">
                  <c:v>26.05</c:v>
                </c:pt>
                <c:pt idx="22888">
                  <c:v>26.05</c:v>
                </c:pt>
                <c:pt idx="22889">
                  <c:v>26.05</c:v>
                </c:pt>
                <c:pt idx="22890">
                  <c:v>26.05</c:v>
                </c:pt>
                <c:pt idx="22891">
                  <c:v>26.05</c:v>
                </c:pt>
                <c:pt idx="22892">
                  <c:v>26.05</c:v>
                </c:pt>
                <c:pt idx="22893">
                  <c:v>26.05</c:v>
                </c:pt>
                <c:pt idx="22894">
                  <c:v>26.05</c:v>
                </c:pt>
                <c:pt idx="22895">
                  <c:v>26.05</c:v>
                </c:pt>
                <c:pt idx="22896">
                  <c:v>26.05</c:v>
                </c:pt>
                <c:pt idx="22897">
                  <c:v>26</c:v>
                </c:pt>
                <c:pt idx="22898">
                  <c:v>26</c:v>
                </c:pt>
                <c:pt idx="22899">
                  <c:v>26</c:v>
                </c:pt>
                <c:pt idx="22900">
                  <c:v>26.05</c:v>
                </c:pt>
                <c:pt idx="22901">
                  <c:v>26</c:v>
                </c:pt>
                <c:pt idx="22902">
                  <c:v>26</c:v>
                </c:pt>
                <c:pt idx="22903">
                  <c:v>26</c:v>
                </c:pt>
                <c:pt idx="22904">
                  <c:v>26</c:v>
                </c:pt>
                <c:pt idx="22905">
                  <c:v>26</c:v>
                </c:pt>
                <c:pt idx="22906">
                  <c:v>26</c:v>
                </c:pt>
                <c:pt idx="22907">
                  <c:v>26</c:v>
                </c:pt>
                <c:pt idx="22908">
                  <c:v>26</c:v>
                </c:pt>
                <c:pt idx="22909">
                  <c:v>26</c:v>
                </c:pt>
                <c:pt idx="22910">
                  <c:v>26</c:v>
                </c:pt>
                <c:pt idx="22911">
                  <c:v>26</c:v>
                </c:pt>
                <c:pt idx="22912">
                  <c:v>26</c:v>
                </c:pt>
                <c:pt idx="22913">
                  <c:v>26</c:v>
                </c:pt>
                <c:pt idx="22914">
                  <c:v>26.05</c:v>
                </c:pt>
                <c:pt idx="22915">
                  <c:v>26</c:v>
                </c:pt>
                <c:pt idx="22916">
                  <c:v>26</c:v>
                </c:pt>
                <c:pt idx="22917">
                  <c:v>26</c:v>
                </c:pt>
                <c:pt idx="22918">
                  <c:v>26</c:v>
                </c:pt>
                <c:pt idx="22919">
                  <c:v>26</c:v>
                </c:pt>
                <c:pt idx="22920">
                  <c:v>26</c:v>
                </c:pt>
                <c:pt idx="22921">
                  <c:v>26</c:v>
                </c:pt>
                <c:pt idx="22922">
                  <c:v>26</c:v>
                </c:pt>
                <c:pt idx="22923">
                  <c:v>26</c:v>
                </c:pt>
                <c:pt idx="22924">
                  <c:v>26</c:v>
                </c:pt>
                <c:pt idx="22925">
                  <c:v>26</c:v>
                </c:pt>
                <c:pt idx="22926">
                  <c:v>26</c:v>
                </c:pt>
                <c:pt idx="22927">
                  <c:v>26</c:v>
                </c:pt>
                <c:pt idx="22928">
                  <c:v>26</c:v>
                </c:pt>
                <c:pt idx="22929">
                  <c:v>26</c:v>
                </c:pt>
                <c:pt idx="22930">
                  <c:v>26</c:v>
                </c:pt>
                <c:pt idx="22931">
                  <c:v>26</c:v>
                </c:pt>
                <c:pt idx="22932">
                  <c:v>26</c:v>
                </c:pt>
                <c:pt idx="22933">
                  <c:v>26</c:v>
                </c:pt>
                <c:pt idx="22934">
                  <c:v>26</c:v>
                </c:pt>
                <c:pt idx="22935">
                  <c:v>26</c:v>
                </c:pt>
                <c:pt idx="22936">
                  <c:v>26</c:v>
                </c:pt>
                <c:pt idx="22937">
                  <c:v>26</c:v>
                </c:pt>
                <c:pt idx="22938">
                  <c:v>26</c:v>
                </c:pt>
                <c:pt idx="22939">
                  <c:v>26</c:v>
                </c:pt>
                <c:pt idx="22940">
                  <c:v>26</c:v>
                </c:pt>
                <c:pt idx="22941">
                  <c:v>26</c:v>
                </c:pt>
                <c:pt idx="22942">
                  <c:v>26</c:v>
                </c:pt>
                <c:pt idx="22943">
                  <c:v>26</c:v>
                </c:pt>
                <c:pt idx="22944">
                  <c:v>26</c:v>
                </c:pt>
                <c:pt idx="22945">
                  <c:v>26</c:v>
                </c:pt>
                <c:pt idx="22946">
                  <c:v>26</c:v>
                </c:pt>
                <c:pt idx="22947">
                  <c:v>26</c:v>
                </c:pt>
                <c:pt idx="22948">
                  <c:v>26</c:v>
                </c:pt>
                <c:pt idx="22949">
                  <c:v>26</c:v>
                </c:pt>
                <c:pt idx="22950">
                  <c:v>26</c:v>
                </c:pt>
                <c:pt idx="22951">
                  <c:v>26</c:v>
                </c:pt>
                <c:pt idx="22952">
                  <c:v>26</c:v>
                </c:pt>
                <c:pt idx="22953">
                  <c:v>26</c:v>
                </c:pt>
                <c:pt idx="22954">
                  <c:v>26</c:v>
                </c:pt>
                <c:pt idx="22955">
                  <c:v>26</c:v>
                </c:pt>
                <c:pt idx="22956">
                  <c:v>26</c:v>
                </c:pt>
                <c:pt idx="22957">
                  <c:v>26</c:v>
                </c:pt>
                <c:pt idx="22958">
                  <c:v>26</c:v>
                </c:pt>
                <c:pt idx="22959">
                  <c:v>26</c:v>
                </c:pt>
                <c:pt idx="22960">
                  <c:v>26</c:v>
                </c:pt>
                <c:pt idx="22961">
                  <c:v>26</c:v>
                </c:pt>
                <c:pt idx="22962">
                  <c:v>26</c:v>
                </c:pt>
                <c:pt idx="22963">
                  <c:v>26</c:v>
                </c:pt>
                <c:pt idx="22964">
                  <c:v>26</c:v>
                </c:pt>
                <c:pt idx="22965">
                  <c:v>26</c:v>
                </c:pt>
                <c:pt idx="22966">
                  <c:v>26</c:v>
                </c:pt>
                <c:pt idx="22967">
                  <c:v>26</c:v>
                </c:pt>
                <c:pt idx="22968">
                  <c:v>26</c:v>
                </c:pt>
                <c:pt idx="22969">
                  <c:v>26</c:v>
                </c:pt>
                <c:pt idx="22970">
                  <c:v>26</c:v>
                </c:pt>
                <c:pt idx="22971">
                  <c:v>26</c:v>
                </c:pt>
                <c:pt idx="22972">
                  <c:v>26</c:v>
                </c:pt>
                <c:pt idx="22973">
                  <c:v>26</c:v>
                </c:pt>
                <c:pt idx="22974">
                  <c:v>26</c:v>
                </c:pt>
                <c:pt idx="22975">
                  <c:v>26</c:v>
                </c:pt>
                <c:pt idx="22976">
                  <c:v>26</c:v>
                </c:pt>
                <c:pt idx="22977">
                  <c:v>26</c:v>
                </c:pt>
                <c:pt idx="22978">
                  <c:v>26</c:v>
                </c:pt>
                <c:pt idx="22979">
                  <c:v>26</c:v>
                </c:pt>
                <c:pt idx="22980">
                  <c:v>26</c:v>
                </c:pt>
                <c:pt idx="22981">
                  <c:v>26</c:v>
                </c:pt>
                <c:pt idx="22982">
                  <c:v>26</c:v>
                </c:pt>
                <c:pt idx="22983">
                  <c:v>26</c:v>
                </c:pt>
                <c:pt idx="22984">
                  <c:v>26</c:v>
                </c:pt>
                <c:pt idx="22985">
                  <c:v>26</c:v>
                </c:pt>
                <c:pt idx="22986">
                  <c:v>26</c:v>
                </c:pt>
                <c:pt idx="22987">
                  <c:v>26</c:v>
                </c:pt>
                <c:pt idx="22988">
                  <c:v>26</c:v>
                </c:pt>
                <c:pt idx="22989">
                  <c:v>26</c:v>
                </c:pt>
                <c:pt idx="22990">
                  <c:v>26</c:v>
                </c:pt>
                <c:pt idx="22991">
                  <c:v>26</c:v>
                </c:pt>
                <c:pt idx="22992">
                  <c:v>26</c:v>
                </c:pt>
                <c:pt idx="22993">
                  <c:v>26</c:v>
                </c:pt>
                <c:pt idx="22994">
                  <c:v>26</c:v>
                </c:pt>
                <c:pt idx="22995">
                  <c:v>26</c:v>
                </c:pt>
                <c:pt idx="22996">
                  <c:v>26</c:v>
                </c:pt>
                <c:pt idx="22997">
                  <c:v>26</c:v>
                </c:pt>
                <c:pt idx="22998">
                  <c:v>26</c:v>
                </c:pt>
                <c:pt idx="22999">
                  <c:v>26</c:v>
                </c:pt>
                <c:pt idx="23000">
                  <c:v>26</c:v>
                </c:pt>
                <c:pt idx="23001">
                  <c:v>26</c:v>
                </c:pt>
                <c:pt idx="23002">
                  <c:v>26</c:v>
                </c:pt>
                <c:pt idx="23003">
                  <c:v>26</c:v>
                </c:pt>
                <c:pt idx="23004">
                  <c:v>26</c:v>
                </c:pt>
                <c:pt idx="23005">
                  <c:v>26</c:v>
                </c:pt>
                <c:pt idx="23006">
                  <c:v>26</c:v>
                </c:pt>
                <c:pt idx="23007">
                  <c:v>26</c:v>
                </c:pt>
                <c:pt idx="23008">
                  <c:v>26</c:v>
                </c:pt>
                <c:pt idx="23009">
                  <c:v>26</c:v>
                </c:pt>
                <c:pt idx="23010">
                  <c:v>26</c:v>
                </c:pt>
                <c:pt idx="23011">
                  <c:v>26</c:v>
                </c:pt>
                <c:pt idx="23012">
                  <c:v>26</c:v>
                </c:pt>
                <c:pt idx="23013">
                  <c:v>26</c:v>
                </c:pt>
                <c:pt idx="23014">
                  <c:v>26</c:v>
                </c:pt>
                <c:pt idx="23015">
                  <c:v>26</c:v>
                </c:pt>
                <c:pt idx="23016">
                  <c:v>26</c:v>
                </c:pt>
                <c:pt idx="23017">
                  <c:v>26</c:v>
                </c:pt>
                <c:pt idx="23018">
                  <c:v>26</c:v>
                </c:pt>
                <c:pt idx="23019">
                  <c:v>26</c:v>
                </c:pt>
                <c:pt idx="23020">
                  <c:v>26</c:v>
                </c:pt>
                <c:pt idx="23021">
                  <c:v>26</c:v>
                </c:pt>
                <c:pt idx="23022">
                  <c:v>26</c:v>
                </c:pt>
                <c:pt idx="23023">
                  <c:v>26</c:v>
                </c:pt>
                <c:pt idx="23024">
                  <c:v>26</c:v>
                </c:pt>
                <c:pt idx="23025">
                  <c:v>26</c:v>
                </c:pt>
                <c:pt idx="23026">
                  <c:v>26</c:v>
                </c:pt>
                <c:pt idx="23027">
                  <c:v>26</c:v>
                </c:pt>
                <c:pt idx="23028">
                  <c:v>26</c:v>
                </c:pt>
                <c:pt idx="23029">
                  <c:v>26</c:v>
                </c:pt>
                <c:pt idx="23030">
                  <c:v>25.95</c:v>
                </c:pt>
                <c:pt idx="23031">
                  <c:v>26</c:v>
                </c:pt>
                <c:pt idx="23032">
                  <c:v>26</c:v>
                </c:pt>
                <c:pt idx="23033">
                  <c:v>25.95</c:v>
                </c:pt>
                <c:pt idx="23034">
                  <c:v>25.95</c:v>
                </c:pt>
                <c:pt idx="23035">
                  <c:v>25.95</c:v>
                </c:pt>
                <c:pt idx="23036">
                  <c:v>25.95</c:v>
                </c:pt>
                <c:pt idx="23037">
                  <c:v>25.95</c:v>
                </c:pt>
                <c:pt idx="23038">
                  <c:v>25.95</c:v>
                </c:pt>
                <c:pt idx="23039">
                  <c:v>25.95</c:v>
                </c:pt>
                <c:pt idx="23040">
                  <c:v>25.95</c:v>
                </c:pt>
                <c:pt idx="23041">
                  <c:v>26</c:v>
                </c:pt>
                <c:pt idx="23042">
                  <c:v>26</c:v>
                </c:pt>
                <c:pt idx="23043">
                  <c:v>26</c:v>
                </c:pt>
                <c:pt idx="23044">
                  <c:v>25.95</c:v>
                </c:pt>
                <c:pt idx="23045">
                  <c:v>25.95</c:v>
                </c:pt>
                <c:pt idx="23046">
                  <c:v>25.95</c:v>
                </c:pt>
                <c:pt idx="23047">
                  <c:v>25.95</c:v>
                </c:pt>
                <c:pt idx="23048">
                  <c:v>25.95</c:v>
                </c:pt>
                <c:pt idx="23049">
                  <c:v>25.95</c:v>
                </c:pt>
                <c:pt idx="23050">
                  <c:v>25.95</c:v>
                </c:pt>
                <c:pt idx="23051">
                  <c:v>26</c:v>
                </c:pt>
                <c:pt idx="23052">
                  <c:v>25.95</c:v>
                </c:pt>
                <c:pt idx="23053">
                  <c:v>26</c:v>
                </c:pt>
                <c:pt idx="23054">
                  <c:v>25.95</c:v>
                </c:pt>
                <c:pt idx="23055">
                  <c:v>25.95</c:v>
                </c:pt>
                <c:pt idx="23056">
                  <c:v>25.95</c:v>
                </c:pt>
                <c:pt idx="23057">
                  <c:v>25.95</c:v>
                </c:pt>
                <c:pt idx="23058">
                  <c:v>25.95</c:v>
                </c:pt>
                <c:pt idx="23059">
                  <c:v>25.95</c:v>
                </c:pt>
                <c:pt idx="23060">
                  <c:v>25.95</c:v>
                </c:pt>
                <c:pt idx="23061">
                  <c:v>25.95</c:v>
                </c:pt>
                <c:pt idx="23062">
                  <c:v>25.95</c:v>
                </c:pt>
                <c:pt idx="23063">
                  <c:v>25.95</c:v>
                </c:pt>
                <c:pt idx="23064">
                  <c:v>25.95</c:v>
                </c:pt>
                <c:pt idx="23065">
                  <c:v>25.95</c:v>
                </c:pt>
                <c:pt idx="23066">
                  <c:v>25.95</c:v>
                </c:pt>
                <c:pt idx="23067">
                  <c:v>25.95</c:v>
                </c:pt>
                <c:pt idx="23068">
                  <c:v>25.95</c:v>
                </c:pt>
                <c:pt idx="23069">
                  <c:v>25.95</c:v>
                </c:pt>
                <c:pt idx="23070">
                  <c:v>25.95</c:v>
                </c:pt>
                <c:pt idx="23071">
                  <c:v>25.95</c:v>
                </c:pt>
                <c:pt idx="23072">
                  <c:v>25.95</c:v>
                </c:pt>
                <c:pt idx="23073">
                  <c:v>25.95</c:v>
                </c:pt>
                <c:pt idx="23074">
                  <c:v>25.95</c:v>
                </c:pt>
                <c:pt idx="23075">
                  <c:v>25.95</c:v>
                </c:pt>
                <c:pt idx="23076">
                  <c:v>25.95</c:v>
                </c:pt>
                <c:pt idx="23077">
                  <c:v>25.95</c:v>
                </c:pt>
                <c:pt idx="23078">
                  <c:v>25.95</c:v>
                </c:pt>
                <c:pt idx="23079">
                  <c:v>25.95</c:v>
                </c:pt>
                <c:pt idx="23080">
                  <c:v>25.95</c:v>
                </c:pt>
                <c:pt idx="23081">
                  <c:v>25.95</c:v>
                </c:pt>
                <c:pt idx="23082">
                  <c:v>25.95</c:v>
                </c:pt>
                <c:pt idx="23083">
                  <c:v>25.95</c:v>
                </c:pt>
                <c:pt idx="23084">
                  <c:v>25.95</c:v>
                </c:pt>
                <c:pt idx="23085">
                  <c:v>25.95</c:v>
                </c:pt>
                <c:pt idx="23086">
                  <c:v>25.95</c:v>
                </c:pt>
                <c:pt idx="23087">
                  <c:v>25.95</c:v>
                </c:pt>
                <c:pt idx="23088">
                  <c:v>25.95</c:v>
                </c:pt>
                <c:pt idx="23089">
                  <c:v>25.95</c:v>
                </c:pt>
                <c:pt idx="23090">
                  <c:v>25.95</c:v>
                </c:pt>
                <c:pt idx="23091">
                  <c:v>25.95</c:v>
                </c:pt>
                <c:pt idx="23092">
                  <c:v>25.95</c:v>
                </c:pt>
                <c:pt idx="23093">
                  <c:v>25.95</c:v>
                </c:pt>
                <c:pt idx="23094">
                  <c:v>25.95</c:v>
                </c:pt>
                <c:pt idx="23095">
                  <c:v>25.95</c:v>
                </c:pt>
                <c:pt idx="23096">
                  <c:v>25.95</c:v>
                </c:pt>
                <c:pt idx="23097">
                  <c:v>25.95</c:v>
                </c:pt>
                <c:pt idx="23098">
                  <c:v>25.95</c:v>
                </c:pt>
                <c:pt idx="23099">
                  <c:v>25.95</c:v>
                </c:pt>
                <c:pt idx="23100">
                  <c:v>25.95</c:v>
                </c:pt>
                <c:pt idx="23101">
                  <c:v>25.95</c:v>
                </c:pt>
                <c:pt idx="23102">
                  <c:v>25.95</c:v>
                </c:pt>
                <c:pt idx="23103">
                  <c:v>25.95</c:v>
                </c:pt>
                <c:pt idx="23104">
                  <c:v>25.95</c:v>
                </c:pt>
                <c:pt idx="23105">
                  <c:v>25.95</c:v>
                </c:pt>
                <c:pt idx="23106">
                  <c:v>25.95</c:v>
                </c:pt>
                <c:pt idx="23107">
                  <c:v>25.95</c:v>
                </c:pt>
                <c:pt idx="23108">
                  <c:v>25.95</c:v>
                </c:pt>
                <c:pt idx="23109">
                  <c:v>25.95</c:v>
                </c:pt>
                <c:pt idx="23110">
                  <c:v>25.95</c:v>
                </c:pt>
                <c:pt idx="23111">
                  <c:v>25.95</c:v>
                </c:pt>
                <c:pt idx="23112">
                  <c:v>25.95</c:v>
                </c:pt>
                <c:pt idx="23113">
                  <c:v>25.95</c:v>
                </c:pt>
                <c:pt idx="23114">
                  <c:v>25.95</c:v>
                </c:pt>
                <c:pt idx="23115">
                  <c:v>25.95</c:v>
                </c:pt>
                <c:pt idx="23116">
                  <c:v>25.95</c:v>
                </c:pt>
                <c:pt idx="23117">
                  <c:v>25.95</c:v>
                </c:pt>
                <c:pt idx="23118">
                  <c:v>25.95</c:v>
                </c:pt>
                <c:pt idx="23119">
                  <c:v>25.95</c:v>
                </c:pt>
                <c:pt idx="23120">
                  <c:v>25.95</c:v>
                </c:pt>
                <c:pt idx="23121">
                  <c:v>25.95</c:v>
                </c:pt>
                <c:pt idx="23122">
                  <c:v>25.95</c:v>
                </c:pt>
                <c:pt idx="23123">
                  <c:v>25.95</c:v>
                </c:pt>
                <c:pt idx="23124">
                  <c:v>25.95</c:v>
                </c:pt>
                <c:pt idx="23125">
                  <c:v>25.95</c:v>
                </c:pt>
                <c:pt idx="23126">
                  <c:v>25.95</c:v>
                </c:pt>
                <c:pt idx="23127">
                  <c:v>25.95</c:v>
                </c:pt>
                <c:pt idx="23128">
                  <c:v>25.95</c:v>
                </c:pt>
                <c:pt idx="23129">
                  <c:v>25.95</c:v>
                </c:pt>
                <c:pt idx="23130">
                  <c:v>25.95</c:v>
                </c:pt>
                <c:pt idx="23131">
                  <c:v>25.95</c:v>
                </c:pt>
                <c:pt idx="23132">
                  <c:v>25.95</c:v>
                </c:pt>
                <c:pt idx="23133">
                  <c:v>25.95</c:v>
                </c:pt>
                <c:pt idx="23134">
                  <c:v>25.95</c:v>
                </c:pt>
                <c:pt idx="23135">
                  <c:v>25.95</c:v>
                </c:pt>
                <c:pt idx="23136">
                  <c:v>25.95</c:v>
                </c:pt>
                <c:pt idx="23137">
                  <c:v>25.95</c:v>
                </c:pt>
                <c:pt idx="23138">
                  <c:v>25.95</c:v>
                </c:pt>
                <c:pt idx="23139">
                  <c:v>25.95</c:v>
                </c:pt>
                <c:pt idx="23140">
                  <c:v>25.95</c:v>
                </c:pt>
                <c:pt idx="23141">
                  <c:v>25.95</c:v>
                </c:pt>
                <c:pt idx="23142">
                  <c:v>25.95</c:v>
                </c:pt>
                <c:pt idx="23143">
                  <c:v>25.95</c:v>
                </c:pt>
                <c:pt idx="23144">
                  <c:v>25.95</c:v>
                </c:pt>
                <c:pt idx="23145">
                  <c:v>25.95</c:v>
                </c:pt>
                <c:pt idx="23146">
                  <c:v>25.95</c:v>
                </c:pt>
                <c:pt idx="23147">
                  <c:v>25.95</c:v>
                </c:pt>
                <c:pt idx="23148">
                  <c:v>25.95</c:v>
                </c:pt>
                <c:pt idx="23149">
                  <c:v>25.95</c:v>
                </c:pt>
                <c:pt idx="23150">
                  <c:v>25.95</c:v>
                </c:pt>
                <c:pt idx="23151">
                  <c:v>25.95</c:v>
                </c:pt>
                <c:pt idx="23152">
                  <c:v>25.95</c:v>
                </c:pt>
                <c:pt idx="23153">
                  <c:v>25.95</c:v>
                </c:pt>
                <c:pt idx="23154">
                  <c:v>25.95</c:v>
                </c:pt>
                <c:pt idx="23155">
                  <c:v>25.95</c:v>
                </c:pt>
                <c:pt idx="23156">
                  <c:v>25.95</c:v>
                </c:pt>
                <c:pt idx="23157">
                  <c:v>25.9</c:v>
                </c:pt>
                <c:pt idx="23158">
                  <c:v>25.9</c:v>
                </c:pt>
                <c:pt idx="23159">
                  <c:v>25.95</c:v>
                </c:pt>
                <c:pt idx="23160">
                  <c:v>25.9</c:v>
                </c:pt>
                <c:pt idx="23161">
                  <c:v>25.95</c:v>
                </c:pt>
                <c:pt idx="23162">
                  <c:v>25.95</c:v>
                </c:pt>
                <c:pt idx="23163">
                  <c:v>25.95</c:v>
                </c:pt>
                <c:pt idx="23164">
                  <c:v>25.95</c:v>
                </c:pt>
                <c:pt idx="23165">
                  <c:v>25.95</c:v>
                </c:pt>
                <c:pt idx="23166">
                  <c:v>25.95</c:v>
                </c:pt>
                <c:pt idx="23167">
                  <c:v>25.95</c:v>
                </c:pt>
                <c:pt idx="23168">
                  <c:v>25.9</c:v>
                </c:pt>
                <c:pt idx="23169">
                  <c:v>25.9</c:v>
                </c:pt>
                <c:pt idx="23170">
                  <c:v>25.9</c:v>
                </c:pt>
                <c:pt idx="23171">
                  <c:v>25.9</c:v>
                </c:pt>
                <c:pt idx="23172">
                  <c:v>25.9</c:v>
                </c:pt>
                <c:pt idx="23173">
                  <c:v>25.9</c:v>
                </c:pt>
                <c:pt idx="23174">
                  <c:v>25.9</c:v>
                </c:pt>
                <c:pt idx="23175">
                  <c:v>25.9</c:v>
                </c:pt>
                <c:pt idx="23176">
                  <c:v>25.9</c:v>
                </c:pt>
                <c:pt idx="23177">
                  <c:v>25.9</c:v>
                </c:pt>
                <c:pt idx="23178">
                  <c:v>25.9</c:v>
                </c:pt>
                <c:pt idx="23179">
                  <c:v>25.9</c:v>
                </c:pt>
                <c:pt idx="23180">
                  <c:v>25.9</c:v>
                </c:pt>
                <c:pt idx="23181">
                  <c:v>25.9</c:v>
                </c:pt>
                <c:pt idx="23182">
                  <c:v>25.9</c:v>
                </c:pt>
                <c:pt idx="23183">
                  <c:v>25.9</c:v>
                </c:pt>
                <c:pt idx="23184">
                  <c:v>25.9</c:v>
                </c:pt>
                <c:pt idx="23185">
                  <c:v>25.9</c:v>
                </c:pt>
                <c:pt idx="23186">
                  <c:v>25.9</c:v>
                </c:pt>
                <c:pt idx="23187">
                  <c:v>25.9</c:v>
                </c:pt>
                <c:pt idx="23188">
                  <c:v>25.9</c:v>
                </c:pt>
                <c:pt idx="23189">
                  <c:v>25.9</c:v>
                </c:pt>
                <c:pt idx="23190">
                  <c:v>25.9</c:v>
                </c:pt>
                <c:pt idx="23191">
                  <c:v>25.9</c:v>
                </c:pt>
                <c:pt idx="23192">
                  <c:v>25.9</c:v>
                </c:pt>
                <c:pt idx="23193">
                  <c:v>25.9</c:v>
                </c:pt>
                <c:pt idx="23194">
                  <c:v>25.9</c:v>
                </c:pt>
                <c:pt idx="23195">
                  <c:v>25.9</c:v>
                </c:pt>
                <c:pt idx="23196">
                  <c:v>25.9</c:v>
                </c:pt>
                <c:pt idx="23197">
                  <c:v>25.9</c:v>
                </c:pt>
                <c:pt idx="23198">
                  <c:v>25.9</c:v>
                </c:pt>
                <c:pt idx="23199">
                  <c:v>25.9</c:v>
                </c:pt>
                <c:pt idx="23200">
                  <c:v>25.9</c:v>
                </c:pt>
                <c:pt idx="23201">
                  <c:v>25.9</c:v>
                </c:pt>
                <c:pt idx="23202">
                  <c:v>25.9</c:v>
                </c:pt>
                <c:pt idx="23203">
                  <c:v>25.9</c:v>
                </c:pt>
                <c:pt idx="23204">
                  <c:v>25.9</c:v>
                </c:pt>
                <c:pt idx="23205">
                  <c:v>25.9</c:v>
                </c:pt>
                <c:pt idx="23206">
                  <c:v>25.9</c:v>
                </c:pt>
                <c:pt idx="23207">
                  <c:v>25.9</c:v>
                </c:pt>
                <c:pt idx="23208">
                  <c:v>25.9</c:v>
                </c:pt>
                <c:pt idx="23209">
                  <c:v>25.9</c:v>
                </c:pt>
                <c:pt idx="23210">
                  <c:v>25.9</c:v>
                </c:pt>
                <c:pt idx="23211">
                  <c:v>25.9</c:v>
                </c:pt>
                <c:pt idx="23212">
                  <c:v>25.9</c:v>
                </c:pt>
                <c:pt idx="23213">
                  <c:v>25.9</c:v>
                </c:pt>
                <c:pt idx="23214">
                  <c:v>25.9</c:v>
                </c:pt>
                <c:pt idx="23215">
                  <c:v>25.9</c:v>
                </c:pt>
                <c:pt idx="23216">
                  <c:v>25.9</c:v>
                </c:pt>
                <c:pt idx="23217">
                  <c:v>25.9</c:v>
                </c:pt>
                <c:pt idx="23218">
                  <c:v>25.9</c:v>
                </c:pt>
                <c:pt idx="23219">
                  <c:v>25.9</c:v>
                </c:pt>
                <c:pt idx="23220">
                  <c:v>25.9</c:v>
                </c:pt>
                <c:pt idx="23221">
                  <c:v>25.9</c:v>
                </c:pt>
                <c:pt idx="23222">
                  <c:v>25.9</c:v>
                </c:pt>
                <c:pt idx="23223">
                  <c:v>25.9</c:v>
                </c:pt>
                <c:pt idx="23224">
                  <c:v>25.9</c:v>
                </c:pt>
                <c:pt idx="23225">
                  <c:v>25.9</c:v>
                </c:pt>
                <c:pt idx="23226">
                  <c:v>25.9</c:v>
                </c:pt>
                <c:pt idx="23227">
                  <c:v>25.9</c:v>
                </c:pt>
                <c:pt idx="23228">
                  <c:v>25.9</c:v>
                </c:pt>
                <c:pt idx="23229">
                  <c:v>25.9</c:v>
                </c:pt>
                <c:pt idx="23230">
                  <c:v>25.9</c:v>
                </c:pt>
                <c:pt idx="23231">
                  <c:v>25.9</c:v>
                </c:pt>
                <c:pt idx="23232">
                  <c:v>25.9</c:v>
                </c:pt>
                <c:pt idx="23233">
                  <c:v>25.9</c:v>
                </c:pt>
                <c:pt idx="23234">
                  <c:v>25.9</c:v>
                </c:pt>
                <c:pt idx="23235">
                  <c:v>25.9</c:v>
                </c:pt>
                <c:pt idx="23236">
                  <c:v>25.9</c:v>
                </c:pt>
                <c:pt idx="23237">
                  <c:v>25.9</c:v>
                </c:pt>
                <c:pt idx="23238">
                  <c:v>25.85</c:v>
                </c:pt>
                <c:pt idx="23239">
                  <c:v>25.9</c:v>
                </c:pt>
                <c:pt idx="23240">
                  <c:v>25.9</c:v>
                </c:pt>
                <c:pt idx="23241">
                  <c:v>25.9</c:v>
                </c:pt>
                <c:pt idx="23242">
                  <c:v>25.85</c:v>
                </c:pt>
                <c:pt idx="23243">
                  <c:v>25.9</c:v>
                </c:pt>
                <c:pt idx="23244">
                  <c:v>25.85</c:v>
                </c:pt>
                <c:pt idx="23245">
                  <c:v>25.9</c:v>
                </c:pt>
                <c:pt idx="23246">
                  <c:v>25.85</c:v>
                </c:pt>
                <c:pt idx="23247">
                  <c:v>25.85</c:v>
                </c:pt>
                <c:pt idx="23248">
                  <c:v>25.85</c:v>
                </c:pt>
                <c:pt idx="23249">
                  <c:v>25.85</c:v>
                </c:pt>
                <c:pt idx="23250">
                  <c:v>25.85</c:v>
                </c:pt>
                <c:pt idx="23251">
                  <c:v>25.9</c:v>
                </c:pt>
                <c:pt idx="23252">
                  <c:v>25.85</c:v>
                </c:pt>
                <c:pt idx="23253">
                  <c:v>25.85</c:v>
                </c:pt>
                <c:pt idx="23254">
                  <c:v>25.9</c:v>
                </c:pt>
                <c:pt idx="23255">
                  <c:v>25.85</c:v>
                </c:pt>
                <c:pt idx="23256">
                  <c:v>25.85</c:v>
                </c:pt>
                <c:pt idx="23257">
                  <c:v>25.9</c:v>
                </c:pt>
                <c:pt idx="23258">
                  <c:v>25.9</c:v>
                </c:pt>
                <c:pt idx="23259">
                  <c:v>25.85</c:v>
                </c:pt>
                <c:pt idx="23260">
                  <c:v>25.9</c:v>
                </c:pt>
                <c:pt idx="23261">
                  <c:v>25.9</c:v>
                </c:pt>
                <c:pt idx="23262">
                  <c:v>25.9</c:v>
                </c:pt>
                <c:pt idx="23263">
                  <c:v>25.9</c:v>
                </c:pt>
                <c:pt idx="23264">
                  <c:v>25.9</c:v>
                </c:pt>
                <c:pt idx="23265">
                  <c:v>25.9</c:v>
                </c:pt>
                <c:pt idx="23266">
                  <c:v>25.9</c:v>
                </c:pt>
                <c:pt idx="23267">
                  <c:v>25.9</c:v>
                </c:pt>
                <c:pt idx="23268">
                  <c:v>25.9</c:v>
                </c:pt>
                <c:pt idx="23269">
                  <c:v>25.9</c:v>
                </c:pt>
                <c:pt idx="23270">
                  <c:v>25.9</c:v>
                </c:pt>
                <c:pt idx="23271">
                  <c:v>25.9</c:v>
                </c:pt>
                <c:pt idx="23272">
                  <c:v>25.9</c:v>
                </c:pt>
                <c:pt idx="23273">
                  <c:v>25.9</c:v>
                </c:pt>
                <c:pt idx="23274">
                  <c:v>25.9</c:v>
                </c:pt>
                <c:pt idx="23275">
                  <c:v>25.9</c:v>
                </c:pt>
                <c:pt idx="23276">
                  <c:v>25.9</c:v>
                </c:pt>
                <c:pt idx="23277">
                  <c:v>25.85</c:v>
                </c:pt>
                <c:pt idx="23278">
                  <c:v>25.85</c:v>
                </c:pt>
                <c:pt idx="23279">
                  <c:v>25.85</c:v>
                </c:pt>
                <c:pt idx="23280">
                  <c:v>25.85</c:v>
                </c:pt>
                <c:pt idx="23281">
                  <c:v>25.85</c:v>
                </c:pt>
                <c:pt idx="23282">
                  <c:v>25.85</c:v>
                </c:pt>
                <c:pt idx="23283">
                  <c:v>25.85</c:v>
                </c:pt>
                <c:pt idx="23284">
                  <c:v>25.85</c:v>
                </c:pt>
                <c:pt idx="23285">
                  <c:v>25.85</c:v>
                </c:pt>
                <c:pt idx="23286">
                  <c:v>25.85</c:v>
                </c:pt>
                <c:pt idx="23287">
                  <c:v>25.85</c:v>
                </c:pt>
                <c:pt idx="23288">
                  <c:v>25.85</c:v>
                </c:pt>
                <c:pt idx="23289">
                  <c:v>25.85</c:v>
                </c:pt>
                <c:pt idx="23290">
                  <c:v>25.85</c:v>
                </c:pt>
                <c:pt idx="23291">
                  <c:v>25.85</c:v>
                </c:pt>
                <c:pt idx="23292">
                  <c:v>25.85</c:v>
                </c:pt>
                <c:pt idx="23293">
                  <c:v>25.85</c:v>
                </c:pt>
                <c:pt idx="23294">
                  <c:v>25.85</c:v>
                </c:pt>
                <c:pt idx="23295">
                  <c:v>25.85</c:v>
                </c:pt>
                <c:pt idx="23296">
                  <c:v>25.85</c:v>
                </c:pt>
                <c:pt idx="23297">
                  <c:v>25.85</c:v>
                </c:pt>
                <c:pt idx="23298">
                  <c:v>25.85</c:v>
                </c:pt>
                <c:pt idx="23299">
                  <c:v>25.85</c:v>
                </c:pt>
                <c:pt idx="23300">
                  <c:v>25.85</c:v>
                </c:pt>
                <c:pt idx="23301">
                  <c:v>25.85</c:v>
                </c:pt>
                <c:pt idx="23302">
                  <c:v>25.85</c:v>
                </c:pt>
                <c:pt idx="23303">
                  <c:v>25.85</c:v>
                </c:pt>
                <c:pt idx="23304">
                  <c:v>25.85</c:v>
                </c:pt>
                <c:pt idx="23305">
                  <c:v>25.85</c:v>
                </c:pt>
                <c:pt idx="23306">
                  <c:v>25.85</c:v>
                </c:pt>
                <c:pt idx="23307">
                  <c:v>25.85</c:v>
                </c:pt>
                <c:pt idx="23308">
                  <c:v>25.85</c:v>
                </c:pt>
                <c:pt idx="23309">
                  <c:v>25.85</c:v>
                </c:pt>
                <c:pt idx="23310">
                  <c:v>25.85</c:v>
                </c:pt>
                <c:pt idx="23311">
                  <c:v>25.85</c:v>
                </c:pt>
                <c:pt idx="23312">
                  <c:v>25.85</c:v>
                </c:pt>
                <c:pt idx="23313">
                  <c:v>25.85</c:v>
                </c:pt>
                <c:pt idx="23314">
                  <c:v>25.85</c:v>
                </c:pt>
                <c:pt idx="23315">
                  <c:v>25.85</c:v>
                </c:pt>
                <c:pt idx="23316">
                  <c:v>25.85</c:v>
                </c:pt>
                <c:pt idx="23317">
                  <c:v>25.85</c:v>
                </c:pt>
                <c:pt idx="23318">
                  <c:v>25.85</c:v>
                </c:pt>
                <c:pt idx="23319">
                  <c:v>25.85</c:v>
                </c:pt>
                <c:pt idx="23320">
                  <c:v>25.85</c:v>
                </c:pt>
                <c:pt idx="23321">
                  <c:v>25.85</c:v>
                </c:pt>
                <c:pt idx="23322">
                  <c:v>25.85</c:v>
                </c:pt>
                <c:pt idx="23323">
                  <c:v>25.85</c:v>
                </c:pt>
                <c:pt idx="23324">
                  <c:v>25.85</c:v>
                </c:pt>
                <c:pt idx="23325">
                  <c:v>25.85</c:v>
                </c:pt>
                <c:pt idx="23326">
                  <c:v>25.85</c:v>
                </c:pt>
                <c:pt idx="23327">
                  <c:v>25.85</c:v>
                </c:pt>
                <c:pt idx="23328">
                  <c:v>25.85</c:v>
                </c:pt>
                <c:pt idx="23329">
                  <c:v>25.85</c:v>
                </c:pt>
                <c:pt idx="23330">
                  <c:v>25.85</c:v>
                </c:pt>
                <c:pt idx="23331">
                  <c:v>25.85</c:v>
                </c:pt>
                <c:pt idx="23332">
                  <c:v>25.85</c:v>
                </c:pt>
                <c:pt idx="23333">
                  <c:v>25.85</c:v>
                </c:pt>
                <c:pt idx="23334">
                  <c:v>25.85</c:v>
                </c:pt>
                <c:pt idx="23335">
                  <c:v>25.85</c:v>
                </c:pt>
                <c:pt idx="23336">
                  <c:v>25.85</c:v>
                </c:pt>
                <c:pt idx="23337">
                  <c:v>25.85</c:v>
                </c:pt>
                <c:pt idx="23338">
                  <c:v>25.85</c:v>
                </c:pt>
                <c:pt idx="23339">
                  <c:v>25.85</c:v>
                </c:pt>
                <c:pt idx="23340">
                  <c:v>25.85</c:v>
                </c:pt>
                <c:pt idx="23341">
                  <c:v>25.85</c:v>
                </c:pt>
                <c:pt idx="23342">
                  <c:v>25.85</c:v>
                </c:pt>
                <c:pt idx="23343">
                  <c:v>25.85</c:v>
                </c:pt>
                <c:pt idx="23344">
                  <c:v>25.85</c:v>
                </c:pt>
                <c:pt idx="23345">
                  <c:v>25.85</c:v>
                </c:pt>
                <c:pt idx="23346">
                  <c:v>25.85</c:v>
                </c:pt>
                <c:pt idx="23347">
                  <c:v>25.85</c:v>
                </c:pt>
                <c:pt idx="23348">
                  <c:v>25.85</c:v>
                </c:pt>
                <c:pt idx="23349">
                  <c:v>25.85</c:v>
                </c:pt>
                <c:pt idx="23350">
                  <c:v>25.85</c:v>
                </c:pt>
                <c:pt idx="23351">
                  <c:v>25.85</c:v>
                </c:pt>
                <c:pt idx="23352">
                  <c:v>25.85</c:v>
                </c:pt>
                <c:pt idx="23353">
                  <c:v>25.85</c:v>
                </c:pt>
                <c:pt idx="23354">
                  <c:v>25.85</c:v>
                </c:pt>
                <c:pt idx="23355">
                  <c:v>25.85</c:v>
                </c:pt>
                <c:pt idx="23356">
                  <c:v>25.85</c:v>
                </c:pt>
                <c:pt idx="23357">
                  <c:v>25.85</c:v>
                </c:pt>
                <c:pt idx="23358">
                  <c:v>25.85</c:v>
                </c:pt>
                <c:pt idx="23359">
                  <c:v>25.85</c:v>
                </c:pt>
                <c:pt idx="23360">
                  <c:v>25.85</c:v>
                </c:pt>
                <c:pt idx="23361">
                  <c:v>25.85</c:v>
                </c:pt>
                <c:pt idx="23362">
                  <c:v>25.85</c:v>
                </c:pt>
                <c:pt idx="23363">
                  <c:v>25.85</c:v>
                </c:pt>
                <c:pt idx="23364">
                  <c:v>25.85</c:v>
                </c:pt>
                <c:pt idx="23365">
                  <c:v>25.85</c:v>
                </c:pt>
                <c:pt idx="23366">
                  <c:v>25.85</c:v>
                </c:pt>
                <c:pt idx="23367">
                  <c:v>25.85</c:v>
                </c:pt>
                <c:pt idx="23368">
                  <c:v>25.85</c:v>
                </c:pt>
                <c:pt idx="23369">
                  <c:v>25.85</c:v>
                </c:pt>
                <c:pt idx="23370">
                  <c:v>25.85</c:v>
                </c:pt>
                <c:pt idx="23371">
                  <c:v>25.85</c:v>
                </c:pt>
                <c:pt idx="23372">
                  <c:v>25.85</c:v>
                </c:pt>
                <c:pt idx="23373">
                  <c:v>25.85</c:v>
                </c:pt>
                <c:pt idx="23374">
                  <c:v>25.85</c:v>
                </c:pt>
                <c:pt idx="23375">
                  <c:v>25.85</c:v>
                </c:pt>
                <c:pt idx="23376">
                  <c:v>25.85</c:v>
                </c:pt>
                <c:pt idx="23377">
                  <c:v>25.85</c:v>
                </c:pt>
                <c:pt idx="23378">
                  <c:v>25.8</c:v>
                </c:pt>
                <c:pt idx="23379">
                  <c:v>25.85</c:v>
                </c:pt>
                <c:pt idx="23380">
                  <c:v>25.8</c:v>
                </c:pt>
                <c:pt idx="23381">
                  <c:v>25.85</c:v>
                </c:pt>
                <c:pt idx="23382">
                  <c:v>25.85</c:v>
                </c:pt>
                <c:pt idx="23383">
                  <c:v>25.85</c:v>
                </c:pt>
                <c:pt idx="23384">
                  <c:v>25.85</c:v>
                </c:pt>
                <c:pt idx="23385">
                  <c:v>25.85</c:v>
                </c:pt>
                <c:pt idx="23386">
                  <c:v>25.85</c:v>
                </c:pt>
                <c:pt idx="23387">
                  <c:v>25.85</c:v>
                </c:pt>
                <c:pt idx="23388">
                  <c:v>25.85</c:v>
                </c:pt>
                <c:pt idx="23389">
                  <c:v>25.85</c:v>
                </c:pt>
                <c:pt idx="23390">
                  <c:v>25.85</c:v>
                </c:pt>
                <c:pt idx="23391">
                  <c:v>25.85</c:v>
                </c:pt>
                <c:pt idx="23392">
                  <c:v>25.85</c:v>
                </c:pt>
                <c:pt idx="23393">
                  <c:v>25.85</c:v>
                </c:pt>
                <c:pt idx="23394">
                  <c:v>25.85</c:v>
                </c:pt>
                <c:pt idx="23395">
                  <c:v>25.85</c:v>
                </c:pt>
                <c:pt idx="23396">
                  <c:v>25.85</c:v>
                </c:pt>
                <c:pt idx="23397">
                  <c:v>25.85</c:v>
                </c:pt>
                <c:pt idx="23398">
                  <c:v>25.85</c:v>
                </c:pt>
                <c:pt idx="23399">
                  <c:v>25.85</c:v>
                </c:pt>
                <c:pt idx="23400">
                  <c:v>25.85</c:v>
                </c:pt>
                <c:pt idx="23401">
                  <c:v>25.85</c:v>
                </c:pt>
                <c:pt idx="23402">
                  <c:v>25.8</c:v>
                </c:pt>
                <c:pt idx="23403">
                  <c:v>25.8</c:v>
                </c:pt>
                <c:pt idx="23404">
                  <c:v>25.8</c:v>
                </c:pt>
                <c:pt idx="23405">
                  <c:v>25.8</c:v>
                </c:pt>
                <c:pt idx="23406">
                  <c:v>25.8</c:v>
                </c:pt>
                <c:pt idx="23407">
                  <c:v>25.8</c:v>
                </c:pt>
                <c:pt idx="23408">
                  <c:v>25.8</c:v>
                </c:pt>
                <c:pt idx="23409">
                  <c:v>25.8</c:v>
                </c:pt>
                <c:pt idx="23410">
                  <c:v>25.8</c:v>
                </c:pt>
                <c:pt idx="23411">
                  <c:v>25.8</c:v>
                </c:pt>
                <c:pt idx="23412">
                  <c:v>25.8</c:v>
                </c:pt>
                <c:pt idx="23413">
                  <c:v>25.8</c:v>
                </c:pt>
                <c:pt idx="23414">
                  <c:v>25.85</c:v>
                </c:pt>
                <c:pt idx="23415">
                  <c:v>25.85</c:v>
                </c:pt>
                <c:pt idx="23416">
                  <c:v>25.85</c:v>
                </c:pt>
                <c:pt idx="23417">
                  <c:v>25.85</c:v>
                </c:pt>
                <c:pt idx="23418">
                  <c:v>25.85</c:v>
                </c:pt>
                <c:pt idx="23419">
                  <c:v>25.85</c:v>
                </c:pt>
                <c:pt idx="23420">
                  <c:v>25.8</c:v>
                </c:pt>
                <c:pt idx="23421">
                  <c:v>25.8</c:v>
                </c:pt>
                <c:pt idx="23422">
                  <c:v>25.8</c:v>
                </c:pt>
                <c:pt idx="23423">
                  <c:v>25.8</c:v>
                </c:pt>
                <c:pt idx="23424">
                  <c:v>25.8</c:v>
                </c:pt>
                <c:pt idx="23425">
                  <c:v>25.8</c:v>
                </c:pt>
                <c:pt idx="23426">
                  <c:v>25.8</c:v>
                </c:pt>
                <c:pt idx="23427">
                  <c:v>25.8</c:v>
                </c:pt>
                <c:pt idx="23428">
                  <c:v>25.8</c:v>
                </c:pt>
                <c:pt idx="23429">
                  <c:v>25.8</c:v>
                </c:pt>
                <c:pt idx="23430">
                  <c:v>25.8</c:v>
                </c:pt>
                <c:pt idx="23431">
                  <c:v>25.8</c:v>
                </c:pt>
                <c:pt idx="23432">
                  <c:v>25.8</c:v>
                </c:pt>
                <c:pt idx="23433">
                  <c:v>25.8</c:v>
                </c:pt>
                <c:pt idx="23434">
                  <c:v>25.8</c:v>
                </c:pt>
                <c:pt idx="23435">
                  <c:v>25.8</c:v>
                </c:pt>
                <c:pt idx="23436">
                  <c:v>25.8</c:v>
                </c:pt>
                <c:pt idx="23437">
                  <c:v>25.8</c:v>
                </c:pt>
                <c:pt idx="23438">
                  <c:v>25.8</c:v>
                </c:pt>
                <c:pt idx="23439">
                  <c:v>25.8</c:v>
                </c:pt>
                <c:pt idx="23440">
                  <c:v>25.8</c:v>
                </c:pt>
                <c:pt idx="23441">
                  <c:v>25.8</c:v>
                </c:pt>
                <c:pt idx="23442">
                  <c:v>25.8</c:v>
                </c:pt>
                <c:pt idx="23443">
                  <c:v>25.8</c:v>
                </c:pt>
                <c:pt idx="23444">
                  <c:v>25.8</c:v>
                </c:pt>
                <c:pt idx="23445">
                  <c:v>25.8</c:v>
                </c:pt>
                <c:pt idx="23446">
                  <c:v>25.8</c:v>
                </c:pt>
                <c:pt idx="23447">
                  <c:v>25.8</c:v>
                </c:pt>
                <c:pt idx="23448">
                  <c:v>25.8</c:v>
                </c:pt>
                <c:pt idx="23449">
                  <c:v>25.8</c:v>
                </c:pt>
                <c:pt idx="23450">
                  <c:v>25.8</c:v>
                </c:pt>
                <c:pt idx="23451">
                  <c:v>25.8</c:v>
                </c:pt>
                <c:pt idx="23452">
                  <c:v>25.8</c:v>
                </c:pt>
                <c:pt idx="23453">
                  <c:v>25.8</c:v>
                </c:pt>
                <c:pt idx="23454">
                  <c:v>25.8</c:v>
                </c:pt>
                <c:pt idx="23455">
                  <c:v>25.8</c:v>
                </c:pt>
                <c:pt idx="23456">
                  <c:v>25.8</c:v>
                </c:pt>
                <c:pt idx="23457">
                  <c:v>25.8</c:v>
                </c:pt>
                <c:pt idx="23458">
                  <c:v>25.8</c:v>
                </c:pt>
                <c:pt idx="23459">
                  <c:v>25.8</c:v>
                </c:pt>
                <c:pt idx="23460">
                  <c:v>25.8</c:v>
                </c:pt>
                <c:pt idx="23461">
                  <c:v>25.8</c:v>
                </c:pt>
                <c:pt idx="23462">
                  <c:v>25.8</c:v>
                </c:pt>
                <c:pt idx="23463">
                  <c:v>25.8</c:v>
                </c:pt>
                <c:pt idx="23464">
                  <c:v>25.8</c:v>
                </c:pt>
                <c:pt idx="23465">
                  <c:v>25.8</c:v>
                </c:pt>
                <c:pt idx="23466">
                  <c:v>25.8</c:v>
                </c:pt>
                <c:pt idx="23467">
                  <c:v>25.8</c:v>
                </c:pt>
                <c:pt idx="23468">
                  <c:v>25.8</c:v>
                </c:pt>
                <c:pt idx="23469">
                  <c:v>25.8</c:v>
                </c:pt>
                <c:pt idx="23470">
                  <c:v>25.8</c:v>
                </c:pt>
                <c:pt idx="23471">
                  <c:v>25.8</c:v>
                </c:pt>
                <c:pt idx="23472">
                  <c:v>25.8</c:v>
                </c:pt>
                <c:pt idx="23473">
                  <c:v>25.8</c:v>
                </c:pt>
                <c:pt idx="23474">
                  <c:v>25.8</c:v>
                </c:pt>
                <c:pt idx="23475">
                  <c:v>25.8</c:v>
                </c:pt>
                <c:pt idx="23476">
                  <c:v>25.8</c:v>
                </c:pt>
                <c:pt idx="23477">
                  <c:v>25.8</c:v>
                </c:pt>
                <c:pt idx="23478">
                  <c:v>25.8</c:v>
                </c:pt>
                <c:pt idx="23479">
                  <c:v>25.8</c:v>
                </c:pt>
                <c:pt idx="23480">
                  <c:v>25.8</c:v>
                </c:pt>
                <c:pt idx="23481">
                  <c:v>25.8</c:v>
                </c:pt>
                <c:pt idx="23482">
                  <c:v>25.8</c:v>
                </c:pt>
                <c:pt idx="23483">
                  <c:v>25.8</c:v>
                </c:pt>
                <c:pt idx="23484">
                  <c:v>25.8</c:v>
                </c:pt>
                <c:pt idx="23485">
                  <c:v>25.8</c:v>
                </c:pt>
                <c:pt idx="23486">
                  <c:v>25.8</c:v>
                </c:pt>
                <c:pt idx="23487">
                  <c:v>25.8</c:v>
                </c:pt>
                <c:pt idx="23488">
                  <c:v>25.8</c:v>
                </c:pt>
                <c:pt idx="23489">
                  <c:v>25.8</c:v>
                </c:pt>
                <c:pt idx="23490">
                  <c:v>25.8</c:v>
                </c:pt>
                <c:pt idx="23491">
                  <c:v>25.8</c:v>
                </c:pt>
                <c:pt idx="23492">
                  <c:v>25.8</c:v>
                </c:pt>
                <c:pt idx="23493">
                  <c:v>25.8</c:v>
                </c:pt>
                <c:pt idx="23494">
                  <c:v>25.8</c:v>
                </c:pt>
                <c:pt idx="23495">
                  <c:v>25.8</c:v>
                </c:pt>
                <c:pt idx="23496">
                  <c:v>25.8</c:v>
                </c:pt>
                <c:pt idx="23497">
                  <c:v>25.8</c:v>
                </c:pt>
                <c:pt idx="23498">
                  <c:v>25.8</c:v>
                </c:pt>
                <c:pt idx="23499">
                  <c:v>25.8</c:v>
                </c:pt>
                <c:pt idx="23500">
                  <c:v>25.8</c:v>
                </c:pt>
                <c:pt idx="23501">
                  <c:v>25.8</c:v>
                </c:pt>
                <c:pt idx="23502">
                  <c:v>25.8</c:v>
                </c:pt>
                <c:pt idx="23503">
                  <c:v>25.8</c:v>
                </c:pt>
                <c:pt idx="23504">
                  <c:v>25.8</c:v>
                </c:pt>
                <c:pt idx="23505">
                  <c:v>25.8</c:v>
                </c:pt>
                <c:pt idx="23506">
                  <c:v>25.8</c:v>
                </c:pt>
                <c:pt idx="23507">
                  <c:v>25.8</c:v>
                </c:pt>
                <c:pt idx="23508">
                  <c:v>25.8</c:v>
                </c:pt>
                <c:pt idx="23509">
                  <c:v>25.8</c:v>
                </c:pt>
                <c:pt idx="23510">
                  <c:v>25.8</c:v>
                </c:pt>
                <c:pt idx="23511">
                  <c:v>25.8</c:v>
                </c:pt>
                <c:pt idx="23512">
                  <c:v>25.8</c:v>
                </c:pt>
                <c:pt idx="23513">
                  <c:v>25.8</c:v>
                </c:pt>
                <c:pt idx="23514">
                  <c:v>25.8</c:v>
                </c:pt>
                <c:pt idx="23515">
                  <c:v>25.8</c:v>
                </c:pt>
                <c:pt idx="23516">
                  <c:v>25.8</c:v>
                </c:pt>
                <c:pt idx="23517">
                  <c:v>25.8</c:v>
                </c:pt>
                <c:pt idx="23518">
                  <c:v>25.8</c:v>
                </c:pt>
                <c:pt idx="23519">
                  <c:v>25.8</c:v>
                </c:pt>
                <c:pt idx="23520">
                  <c:v>25.8</c:v>
                </c:pt>
                <c:pt idx="23521">
                  <c:v>25.8</c:v>
                </c:pt>
                <c:pt idx="23522">
                  <c:v>25.8</c:v>
                </c:pt>
                <c:pt idx="23523">
                  <c:v>25.8</c:v>
                </c:pt>
                <c:pt idx="23524">
                  <c:v>25.8</c:v>
                </c:pt>
                <c:pt idx="23525">
                  <c:v>25.8</c:v>
                </c:pt>
                <c:pt idx="23526">
                  <c:v>25.8</c:v>
                </c:pt>
                <c:pt idx="23527">
                  <c:v>25.8</c:v>
                </c:pt>
                <c:pt idx="23528">
                  <c:v>25.8</c:v>
                </c:pt>
                <c:pt idx="23529">
                  <c:v>25.8</c:v>
                </c:pt>
                <c:pt idx="23530">
                  <c:v>25.8</c:v>
                </c:pt>
                <c:pt idx="23531">
                  <c:v>25.8</c:v>
                </c:pt>
                <c:pt idx="23532">
                  <c:v>25.8</c:v>
                </c:pt>
                <c:pt idx="23533">
                  <c:v>25.8</c:v>
                </c:pt>
                <c:pt idx="23534">
                  <c:v>25.8</c:v>
                </c:pt>
                <c:pt idx="23535">
                  <c:v>25.8</c:v>
                </c:pt>
                <c:pt idx="23536">
                  <c:v>25.8</c:v>
                </c:pt>
                <c:pt idx="23537">
                  <c:v>25.8</c:v>
                </c:pt>
                <c:pt idx="23538">
                  <c:v>25.8</c:v>
                </c:pt>
                <c:pt idx="23539">
                  <c:v>25.8</c:v>
                </c:pt>
                <c:pt idx="23540">
                  <c:v>25.8</c:v>
                </c:pt>
                <c:pt idx="23541">
                  <c:v>25.8</c:v>
                </c:pt>
                <c:pt idx="23542">
                  <c:v>25.8</c:v>
                </c:pt>
                <c:pt idx="23543">
                  <c:v>25.8</c:v>
                </c:pt>
                <c:pt idx="23544">
                  <c:v>25.8</c:v>
                </c:pt>
                <c:pt idx="23545">
                  <c:v>25.8</c:v>
                </c:pt>
                <c:pt idx="23546">
                  <c:v>25.8</c:v>
                </c:pt>
                <c:pt idx="23547">
                  <c:v>25.8</c:v>
                </c:pt>
                <c:pt idx="23548">
                  <c:v>25.8</c:v>
                </c:pt>
                <c:pt idx="23549">
                  <c:v>25.8</c:v>
                </c:pt>
                <c:pt idx="23550">
                  <c:v>25.8</c:v>
                </c:pt>
                <c:pt idx="23551">
                  <c:v>25.8</c:v>
                </c:pt>
                <c:pt idx="23552">
                  <c:v>25.8</c:v>
                </c:pt>
                <c:pt idx="23553">
                  <c:v>25.8</c:v>
                </c:pt>
                <c:pt idx="23554">
                  <c:v>25.8</c:v>
                </c:pt>
                <c:pt idx="23555">
                  <c:v>25.8</c:v>
                </c:pt>
                <c:pt idx="23556">
                  <c:v>25.8</c:v>
                </c:pt>
                <c:pt idx="23557">
                  <c:v>25.8</c:v>
                </c:pt>
                <c:pt idx="23558">
                  <c:v>25.8</c:v>
                </c:pt>
                <c:pt idx="23559">
                  <c:v>25.8</c:v>
                </c:pt>
                <c:pt idx="23560">
                  <c:v>25.8</c:v>
                </c:pt>
                <c:pt idx="23561">
                  <c:v>25.8</c:v>
                </c:pt>
                <c:pt idx="23562">
                  <c:v>25.8</c:v>
                </c:pt>
                <c:pt idx="23563">
                  <c:v>25.8</c:v>
                </c:pt>
                <c:pt idx="23564">
                  <c:v>25.8</c:v>
                </c:pt>
                <c:pt idx="23565">
                  <c:v>25.8</c:v>
                </c:pt>
                <c:pt idx="23566">
                  <c:v>25.8</c:v>
                </c:pt>
                <c:pt idx="23567">
                  <c:v>25.8</c:v>
                </c:pt>
                <c:pt idx="23568">
                  <c:v>25.8</c:v>
                </c:pt>
                <c:pt idx="23569">
                  <c:v>25.8</c:v>
                </c:pt>
                <c:pt idx="23570">
                  <c:v>25.8</c:v>
                </c:pt>
                <c:pt idx="23571">
                  <c:v>25.8</c:v>
                </c:pt>
                <c:pt idx="23572">
                  <c:v>25.8</c:v>
                </c:pt>
                <c:pt idx="23573">
                  <c:v>25.8</c:v>
                </c:pt>
                <c:pt idx="23574">
                  <c:v>25.8</c:v>
                </c:pt>
                <c:pt idx="23575">
                  <c:v>25.8</c:v>
                </c:pt>
                <c:pt idx="23576">
                  <c:v>25.8</c:v>
                </c:pt>
                <c:pt idx="23577">
                  <c:v>25.8</c:v>
                </c:pt>
                <c:pt idx="23578">
                  <c:v>25.8</c:v>
                </c:pt>
                <c:pt idx="23579">
                  <c:v>25.8</c:v>
                </c:pt>
                <c:pt idx="23580">
                  <c:v>25.8</c:v>
                </c:pt>
                <c:pt idx="23581">
                  <c:v>25.8</c:v>
                </c:pt>
                <c:pt idx="23582">
                  <c:v>25.75</c:v>
                </c:pt>
                <c:pt idx="23583">
                  <c:v>25.75</c:v>
                </c:pt>
                <c:pt idx="23584">
                  <c:v>25.75</c:v>
                </c:pt>
                <c:pt idx="23585">
                  <c:v>25.75</c:v>
                </c:pt>
                <c:pt idx="23586">
                  <c:v>25.75</c:v>
                </c:pt>
                <c:pt idx="23587">
                  <c:v>25.75</c:v>
                </c:pt>
                <c:pt idx="23588">
                  <c:v>25.75</c:v>
                </c:pt>
                <c:pt idx="23589">
                  <c:v>25.75</c:v>
                </c:pt>
                <c:pt idx="23590">
                  <c:v>25.75</c:v>
                </c:pt>
                <c:pt idx="23591">
                  <c:v>25.75</c:v>
                </c:pt>
                <c:pt idx="23592">
                  <c:v>25.75</c:v>
                </c:pt>
                <c:pt idx="23593">
                  <c:v>25.75</c:v>
                </c:pt>
                <c:pt idx="23594">
                  <c:v>25.75</c:v>
                </c:pt>
                <c:pt idx="23595">
                  <c:v>25.75</c:v>
                </c:pt>
                <c:pt idx="23596">
                  <c:v>25.75</c:v>
                </c:pt>
                <c:pt idx="23597">
                  <c:v>25.8</c:v>
                </c:pt>
                <c:pt idx="23598">
                  <c:v>25.75</c:v>
                </c:pt>
                <c:pt idx="23599">
                  <c:v>25.8</c:v>
                </c:pt>
                <c:pt idx="23600">
                  <c:v>25.75</c:v>
                </c:pt>
                <c:pt idx="23601">
                  <c:v>25.75</c:v>
                </c:pt>
                <c:pt idx="23602">
                  <c:v>25.75</c:v>
                </c:pt>
                <c:pt idx="23603">
                  <c:v>25.75</c:v>
                </c:pt>
                <c:pt idx="23604">
                  <c:v>25.75</c:v>
                </c:pt>
                <c:pt idx="23605">
                  <c:v>25.75</c:v>
                </c:pt>
                <c:pt idx="23606">
                  <c:v>25.75</c:v>
                </c:pt>
                <c:pt idx="23607">
                  <c:v>25.75</c:v>
                </c:pt>
                <c:pt idx="23608">
                  <c:v>25.75</c:v>
                </c:pt>
                <c:pt idx="23609">
                  <c:v>25.75</c:v>
                </c:pt>
                <c:pt idx="23610">
                  <c:v>25.75</c:v>
                </c:pt>
                <c:pt idx="23611">
                  <c:v>25.75</c:v>
                </c:pt>
                <c:pt idx="23612">
                  <c:v>25.75</c:v>
                </c:pt>
                <c:pt idx="23613">
                  <c:v>25.75</c:v>
                </c:pt>
                <c:pt idx="23614">
                  <c:v>25.75</c:v>
                </c:pt>
                <c:pt idx="23615">
                  <c:v>25.75</c:v>
                </c:pt>
                <c:pt idx="23616">
                  <c:v>25.75</c:v>
                </c:pt>
                <c:pt idx="23617">
                  <c:v>25.75</c:v>
                </c:pt>
                <c:pt idx="23618">
                  <c:v>25.75</c:v>
                </c:pt>
                <c:pt idx="23619">
                  <c:v>25.75</c:v>
                </c:pt>
                <c:pt idx="23620">
                  <c:v>25.75</c:v>
                </c:pt>
                <c:pt idx="23621">
                  <c:v>25.75</c:v>
                </c:pt>
                <c:pt idx="23622">
                  <c:v>25.75</c:v>
                </c:pt>
                <c:pt idx="23623">
                  <c:v>25.75</c:v>
                </c:pt>
                <c:pt idx="23624">
                  <c:v>25.75</c:v>
                </c:pt>
                <c:pt idx="23625">
                  <c:v>25.75</c:v>
                </c:pt>
                <c:pt idx="23626">
                  <c:v>25.75</c:v>
                </c:pt>
                <c:pt idx="23627">
                  <c:v>25.75</c:v>
                </c:pt>
                <c:pt idx="23628">
                  <c:v>25.75</c:v>
                </c:pt>
                <c:pt idx="23629">
                  <c:v>25.75</c:v>
                </c:pt>
                <c:pt idx="23630">
                  <c:v>25.75</c:v>
                </c:pt>
                <c:pt idx="23631">
                  <c:v>25.75</c:v>
                </c:pt>
                <c:pt idx="23632">
                  <c:v>25.75</c:v>
                </c:pt>
                <c:pt idx="23633">
                  <c:v>25.75</c:v>
                </c:pt>
                <c:pt idx="23634">
                  <c:v>25.75</c:v>
                </c:pt>
                <c:pt idx="23635">
                  <c:v>25.75</c:v>
                </c:pt>
                <c:pt idx="23636">
                  <c:v>25.75</c:v>
                </c:pt>
                <c:pt idx="23637">
                  <c:v>25.75</c:v>
                </c:pt>
                <c:pt idx="23638">
                  <c:v>25.75</c:v>
                </c:pt>
                <c:pt idx="23639">
                  <c:v>25.75</c:v>
                </c:pt>
                <c:pt idx="23640">
                  <c:v>25.75</c:v>
                </c:pt>
                <c:pt idx="23641">
                  <c:v>25.75</c:v>
                </c:pt>
                <c:pt idx="23642">
                  <c:v>25.75</c:v>
                </c:pt>
                <c:pt idx="23643">
                  <c:v>25.75</c:v>
                </c:pt>
                <c:pt idx="23644">
                  <c:v>25.75</c:v>
                </c:pt>
                <c:pt idx="23645">
                  <c:v>25.75</c:v>
                </c:pt>
                <c:pt idx="23646">
                  <c:v>25.75</c:v>
                </c:pt>
                <c:pt idx="23647">
                  <c:v>25.75</c:v>
                </c:pt>
                <c:pt idx="23648">
                  <c:v>25.75</c:v>
                </c:pt>
                <c:pt idx="23649">
                  <c:v>25.75</c:v>
                </c:pt>
                <c:pt idx="23650">
                  <c:v>25.75</c:v>
                </c:pt>
                <c:pt idx="23651">
                  <c:v>25.75</c:v>
                </c:pt>
                <c:pt idx="23652">
                  <c:v>25.75</c:v>
                </c:pt>
                <c:pt idx="23653">
                  <c:v>25.75</c:v>
                </c:pt>
                <c:pt idx="23654">
                  <c:v>25.75</c:v>
                </c:pt>
                <c:pt idx="23655">
                  <c:v>25.75</c:v>
                </c:pt>
                <c:pt idx="23656">
                  <c:v>25.75</c:v>
                </c:pt>
                <c:pt idx="23657">
                  <c:v>25.75</c:v>
                </c:pt>
                <c:pt idx="23658">
                  <c:v>25.75</c:v>
                </c:pt>
                <c:pt idx="23659">
                  <c:v>25.75</c:v>
                </c:pt>
                <c:pt idx="23660">
                  <c:v>25.75</c:v>
                </c:pt>
                <c:pt idx="23661">
                  <c:v>25.75</c:v>
                </c:pt>
                <c:pt idx="23662">
                  <c:v>25.75</c:v>
                </c:pt>
                <c:pt idx="23663">
                  <c:v>25.75</c:v>
                </c:pt>
                <c:pt idx="23664">
                  <c:v>25.75</c:v>
                </c:pt>
                <c:pt idx="23665">
                  <c:v>25.75</c:v>
                </c:pt>
                <c:pt idx="23666">
                  <c:v>25.75</c:v>
                </c:pt>
                <c:pt idx="23667">
                  <c:v>25.75</c:v>
                </c:pt>
                <c:pt idx="23668">
                  <c:v>25.75</c:v>
                </c:pt>
                <c:pt idx="23669">
                  <c:v>25.75</c:v>
                </c:pt>
                <c:pt idx="23670">
                  <c:v>25.75</c:v>
                </c:pt>
                <c:pt idx="23671">
                  <c:v>25.75</c:v>
                </c:pt>
                <c:pt idx="23672">
                  <c:v>25.75</c:v>
                </c:pt>
                <c:pt idx="23673">
                  <c:v>25.75</c:v>
                </c:pt>
                <c:pt idx="23674">
                  <c:v>25.75</c:v>
                </c:pt>
                <c:pt idx="23675">
                  <c:v>25.75</c:v>
                </c:pt>
                <c:pt idx="23676">
                  <c:v>25.75</c:v>
                </c:pt>
                <c:pt idx="23677">
                  <c:v>25.75</c:v>
                </c:pt>
                <c:pt idx="23678">
                  <c:v>25.75</c:v>
                </c:pt>
                <c:pt idx="23679">
                  <c:v>25.75</c:v>
                </c:pt>
                <c:pt idx="23680">
                  <c:v>25.75</c:v>
                </c:pt>
                <c:pt idx="23681">
                  <c:v>25.75</c:v>
                </c:pt>
                <c:pt idx="23682">
                  <c:v>25.75</c:v>
                </c:pt>
                <c:pt idx="23683">
                  <c:v>25.75</c:v>
                </c:pt>
                <c:pt idx="23684">
                  <c:v>25.75</c:v>
                </c:pt>
                <c:pt idx="23685">
                  <c:v>25.75</c:v>
                </c:pt>
                <c:pt idx="23686">
                  <c:v>25.75</c:v>
                </c:pt>
                <c:pt idx="23687">
                  <c:v>25.75</c:v>
                </c:pt>
                <c:pt idx="23688">
                  <c:v>25.75</c:v>
                </c:pt>
                <c:pt idx="23689">
                  <c:v>25.75</c:v>
                </c:pt>
                <c:pt idx="23690">
                  <c:v>25.75</c:v>
                </c:pt>
                <c:pt idx="23691">
                  <c:v>25.75</c:v>
                </c:pt>
                <c:pt idx="23692">
                  <c:v>25.75</c:v>
                </c:pt>
                <c:pt idx="23693">
                  <c:v>25.75</c:v>
                </c:pt>
                <c:pt idx="23694">
                  <c:v>25.75</c:v>
                </c:pt>
                <c:pt idx="23695">
                  <c:v>25.75</c:v>
                </c:pt>
                <c:pt idx="23696">
                  <c:v>25.75</c:v>
                </c:pt>
                <c:pt idx="23697">
                  <c:v>25.75</c:v>
                </c:pt>
                <c:pt idx="23698">
                  <c:v>25.75</c:v>
                </c:pt>
                <c:pt idx="23699">
                  <c:v>25.75</c:v>
                </c:pt>
                <c:pt idx="23700">
                  <c:v>25.75</c:v>
                </c:pt>
                <c:pt idx="23701">
                  <c:v>25.75</c:v>
                </c:pt>
                <c:pt idx="23702">
                  <c:v>25.75</c:v>
                </c:pt>
                <c:pt idx="23703">
                  <c:v>25.75</c:v>
                </c:pt>
                <c:pt idx="23704">
                  <c:v>25.75</c:v>
                </c:pt>
                <c:pt idx="23705">
                  <c:v>25.75</c:v>
                </c:pt>
                <c:pt idx="23706">
                  <c:v>25.75</c:v>
                </c:pt>
                <c:pt idx="23707">
                  <c:v>25.75</c:v>
                </c:pt>
                <c:pt idx="23708">
                  <c:v>25.75</c:v>
                </c:pt>
                <c:pt idx="23709">
                  <c:v>25.75</c:v>
                </c:pt>
                <c:pt idx="23710">
                  <c:v>25.75</c:v>
                </c:pt>
                <c:pt idx="23711">
                  <c:v>25.75</c:v>
                </c:pt>
                <c:pt idx="23712">
                  <c:v>25.75</c:v>
                </c:pt>
                <c:pt idx="23713">
                  <c:v>25.75</c:v>
                </c:pt>
                <c:pt idx="23714">
                  <c:v>25.75</c:v>
                </c:pt>
                <c:pt idx="23715">
                  <c:v>25.75</c:v>
                </c:pt>
                <c:pt idx="23716">
                  <c:v>25.75</c:v>
                </c:pt>
                <c:pt idx="23717">
                  <c:v>25.75</c:v>
                </c:pt>
                <c:pt idx="23718">
                  <c:v>25.75</c:v>
                </c:pt>
                <c:pt idx="23719">
                  <c:v>25.75</c:v>
                </c:pt>
                <c:pt idx="23720">
                  <c:v>25.75</c:v>
                </c:pt>
                <c:pt idx="23721">
                  <c:v>25.75</c:v>
                </c:pt>
                <c:pt idx="23722">
                  <c:v>25.75</c:v>
                </c:pt>
                <c:pt idx="23723">
                  <c:v>25.75</c:v>
                </c:pt>
                <c:pt idx="23724">
                  <c:v>25.75</c:v>
                </c:pt>
                <c:pt idx="23725">
                  <c:v>25.75</c:v>
                </c:pt>
                <c:pt idx="23726">
                  <c:v>25.75</c:v>
                </c:pt>
                <c:pt idx="23727">
                  <c:v>25.75</c:v>
                </c:pt>
                <c:pt idx="23728">
                  <c:v>25.75</c:v>
                </c:pt>
                <c:pt idx="23729">
                  <c:v>25.75</c:v>
                </c:pt>
                <c:pt idx="23730">
                  <c:v>25.75</c:v>
                </c:pt>
                <c:pt idx="23731">
                  <c:v>25.75</c:v>
                </c:pt>
                <c:pt idx="23732">
                  <c:v>25.75</c:v>
                </c:pt>
                <c:pt idx="23733">
                  <c:v>25.75</c:v>
                </c:pt>
                <c:pt idx="23734">
                  <c:v>25.75</c:v>
                </c:pt>
                <c:pt idx="23735">
                  <c:v>25.75</c:v>
                </c:pt>
                <c:pt idx="23736">
                  <c:v>25.75</c:v>
                </c:pt>
                <c:pt idx="23737">
                  <c:v>25.75</c:v>
                </c:pt>
                <c:pt idx="23738">
                  <c:v>25.75</c:v>
                </c:pt>
                <c:pt idx="23739">
                  <c:v>25.7</c:v>
                </c:pt>
                <c:pt idx="23740">
                  <c:v>25.7</c:v>
                </c:pt>
                <c:pt idx="23741">
                  <c:v>25.75</c:v>
                </c:pt>
                <c:pt idx="23742">
                  <c:v>25.75</c:v>
                </c:pt>
                <c:pt idx="23743">
                  <c:v>25.75</c:v>
                </c:pt>
                <c:pt idx="23744">
                  <c:v>25.7</c:v>
                </c:pt>
                <c:pt idx="23745">
                  <c:v>25.75</c:v>
                </c:pt>
                <c:pt idx="23746">
                  <c:v>25.75</c:v>
                </c:pt>
                <c:pt idx="23747">
                  <c:v>25.75</c:v>
                </c:pt>
                <c:pt idx="23748">
                  <c:v>25.75</c:v>
                </c:pt>
                <c:pt idx="23749">
                  <c:v>25.75</c:v>
                </c:pt>
                <c:pt idx="23750">
                  <c:v>25.75</c:v>
                </c:pt>
                <c:pt idx="23751">
                  <c:v>25.75</c:v>
                </c:pt>
                <c:pt idx="23752">
                  <c:v>25.75</c:v>
                </c:pt>
                <c:pt idx="23753">
                  <c:v>25.75</c:v>
                </c:pt>
                <c:pt idx="23754">
                  <c:v>25.75</c:v>
                </c:pt>
                <c:pt idx="23755">
                  <c:v>25.75</c:v>
                </c:pt>
                <c:pt idx="23756">
                  <c:v>25.75</c:v>
                </c:pt>
                <c:pt idx="23757">
                  <c:v>25.75</c:v>
                </c:pt>
                <c:pt idx="23758">
                  <c:v>25.75</c:v>
                </c:pt>
                <c:pt idx="23759">
                  <c:v>25.75</c:v>
                </c:pt>
                <c:pt idx="23760">
                  <c:v>25.7</c:v>
                </c:pt>
                <c:pt idx="23761">
                  <c:v>25.75</c:v>
                </c:pt>
                <c:pt idx="23762">
                  <c:v>25.7</c:v>
                </c:pt>
                <c:pt idx="23763">
                  <c:v>25.7</c:v>
                </c:pt>
                <c:pt idx="23764">
                  <c:v>25.7</c:v>
                </c:pt>
                <c:pt idx="23765">
                  <c:v>25.7</c:v>
                </c:pt>
                <c:pt idx="23766">
                  <c:v>25.7</c:v>
                </c:pt>
                <c:pt idx="23767">
                  <c:v>25.7</c:v>
                </c:pt>
                <c:pt idx="23768">
                  <c:v>25.7</c:v>
                </c:pt>
                <c:pt idx="23769">
                  <c:v>25.7</c:v>
                </c:pt>
                <c:pt idx="23770">
                  <c:v>25.7</c:v>
                </c:pt>
                <c:pt idx="23771">
                  <c:v>25.75</c:v>
                </c:pt>
                <c:pt idx="23772">
                  <c:v>25.75</c:v>
                </c:pt>
                <c:pt idx="23773">
                  <c:v>25.7</c:v>
                </c:pt>
                <c:pt idx="23774">
                  <c:v>25.75</c:v>
                </c:pt>
                <c:pt idx="23775">
                  <c:v>25.75</c:v>
                </c:pt>
                <c:pt idx="23776">
                  <c:v>25.75</c:v>
                </c:pt>
                <c:pt idx="23777">
                  <c:v>25.75</c:v>
                </c:pt>
                <c:pt idx="23778">
                  <c:v>25.75</c:v>
                </c:pt>
                <c:pt idx="23779">
                  <c:v>25.75</c:v>
                </c:pt>
                <c:pt idx="23780">
                  <c:v>25.75</c:v>
                </c:pt>
                <c:pt idx="23781">
                  <c:v>25.75</c:v>
                </c:pt>
                <c:pt idx="23782">
                  <c:v>25.75</c:v>
                </c:pt>
                <c:pt idx="23783">
                  <c:v>25.75</c:v>
                </c:pt>
                <c:pt idx="23784">
                  <c:v>25.75</c:v>
                </c:pt>
                <c:pt idx="23785">
                  <c:v>25.7</c:v>
                </c:pt>
                <c:pt idx="23786">
                  <c:v>25.75</c:v>
                </c:pt>
                <c:pt idx="23787">
                  <c:v>25.7</c:v>
                </c:pt>
                <c:pt idx="23788">
                  <c:v>25.7</c:v>
                </c:pt>
                <c:pt idx="23789">
                  <c:v>25.7</c:v>
                </c:pt>
                <c:pt idx="23790">
                  <c:v>25.7</c:v>
                </c:pt>
                <c:pt idx="23791">
                  <c:v>25.7</c:v>
                </c:pt>
                <c:pt idx="23792">
                  <c:v>25.7</c:v>
                </c:pt>
                <c:pt idx="23793">
                  <c:v>25.7</c:v>
                </c:pt>
                <c:pt idx="23794">
                  <c:v>25.7</c:v>
                </c:pt>
                <c:pt idx="23795">
                  <c:v>25.7</c:v>
                </c:pt>
                <c:pt idx="23796">
                  <c:v>25.7</c:v>
                </c:pt>
                <c:pt idx="23797">
                  <c:v>25.7</c:v>
                </c:pt>
                <c:pt idx="23798">
                  <c:v>25.7</c:v>
                </c:pt>
                <c:pt idx="23799">
                  <c:v>25.7</c:v>
                </c:pt>
                <c:pt idx="23800">
                  <c:v>25.7</c:v>
                </c:pt>
                <c:pt idx="23801">
                  <c:v>25.7</c:v>
                </c:pt>
                <c:pt idx="23802">
                  <c:v>25.7</c:v>
                </c:pt>
                <c:pt idx="23803">
                  <c:v>25.7</c:v>
                </c:pt>
                <c:pt idx="23804">
                  <c:v>25.7</c:v>
                </c:pt>
                <c:pt idx="23805">
                  <c:v>25.7</c:v>
                </c:pt>
                <c:pt idx="23806">
                  <c:v>25.7</c:v>
                </c:pt>
                <c:pt idx="23807">
                  <c:v>25.7</c:v>
                </c:pt>
                <c:pt idx="23808">
                  <c:v>25.7</c:v>
                </c:pt>
                <c:pt idx="23809">
                  <c:v>25.7</c:v>
                </c:pt>
                <c:pt idx="23810">
                  <c:v>25.7</c:v>
                </c:pt>
                <c:pt idx="23811">
                  <c:v>25.7</c:v>
                </c:pt>
                <c:pt idx="23812">
                  <c:v>25.7</c:v>
                </c:pt>
                <c:pt idx="23813">
                  <c:v>25.7</c:v>
                </c:pt>
                <c:pt idx="23814">
                  <c:v>25.7</c:v>
                </c:pt>
                <c:pt idx="23815">
                  <c:v>25.7</c:v>
                </c:pt>
                <c:pt idx="23816">
                  <c:v>25.7</c:v>
                </c:pt>
                <c:pt idx="23817">
                  <c:v>25.7</c:v>
                </c:pt>
                <c:pt idx="23818">
                  <c:v>25.7</c:v>
                </c:pt>
                <c:pt idx="23819">
                  <c:v>25.7</c:v>
                </c:pt>
                <c:pt idx="23820">
                  <c:v>25.7</c:v>
                </c:pt>
                <c:pt idx="23821">
                  <c:v>25.7</c:v>
                </c:pt>
                <c:pt idx="23822">
                  <c:v>25.7</c:v>
                </c:pt>
                <c:pt idx="23823">
                  <c:v>25.7</c:v>
                </c:pt>
                <c:pt idx="23824">
                  <c:v>25.7</c:v>
                </c:pt>
                <c:pt idx="23825">
                  <c:v>25.7</c:v>
                </c:pt>
                <c:pt idx="23826">
                  <c:v>25.7</c:v>
                </c:pt>
                <c:pt idx="23827">
                  <c:v>25.7</c:v>
                </c:pt>
                <c:pt idx="23828">
                  <c:v>25.7</c:v>
                </c:pt>
                <c:pt idx="23829">
                  <c:v>25.7</c:v>
                </c:pt>
                <c:pt idx="23830">
                  <c:v>25.7</c:v>
                </c:pt>
                <c:pt idx="23831">
                  <c:v>25.7</c:v>
                </c:pt>
                <c:pt idx="23832">
                  <c:v>25.7</c:v>
                </c:pt>
                <c:pt idx="23833">
                  <c:v>25.7</c:v>
                </c:pt>
                <c:pt idx="23834">
                  <c:v>25.7</c:v>
                </c:pt>
                <c:pt idx="23835">
                  <c:v>25.7</c:v>
                </c:pt>
                <c:pt idx="23836">
                  <c:v>25.7</c:v>
                </c:pt>
                <c:pt idx="23837">
                  <c:v>25.7</c:v>
                </c:pt>
                <c:pt idx="23838">
                  <c:v>25.7</c:v>
                </c:pt>
                <c:pt idx="23839">
                  <c:v>25.7</c:v>
                </c:pt>
                <c:pt idx="23840">
                  <c:v>25.7</c:v>
                </c:pt>
                <c:pt idx="23841">
                  <c:v>25.7</c:v>
                </c:pt>
                <c:pt idx="23842">
                  <c:v>25.7</c:v>
                </c:pt>
                <c:pt idx="23843">
                  <c:v>25.7</c:v>
                </c:pt>
                <c:pt idx="23844">
                  <c:v>25.7</c:v>
                </c:pt>
                <c:pt idx="23845">
                  <c:v>25.7</c:v>
                </c:pt>
                <c:pt idx="23846">
                  <c:v>25.7</c:v>
                </c:pt>
                <c:pt idx="23847">
                  <c:v>25.7</c:v>
                </c:pt>
                <c:pt idx="23848">
                  <c:v>25.7</c:v>
                </c:pt>
                <c:pt idx="23849">
                  <c:v>25.7</c:v>
                </c:pt>
                <c:pt idx="23850">
                  <c:v>25.7</c:v>
                </c:pt>
                <c:pt idx="23851">
                  <c:v>25.7</c:v>
                </c:pt>
                <c:pt idx="23852">
                  <c:v>25.7</c:v>
                </c:pt>
                <c:pt idx="23853">
                  <c:v>25.7</c:v>
                </c:pt>
                <c:pt idx="23854">
                  <c:v>25.7</c:v>
                </c:pt>
                <c:pt idx="23855">
                  <c:v>25.7</c:v>
                </c:pt>
                <c:pt idx="23856">
                  <c:v>25.7</c:v>
                </c:pt>
                <c:pt idx="23857">
                  <c:v>25.7</c:v>
                </c:pt>
                <c:pt idx="23858">
                  <c:v>25.7</c:v>
                </c:pt>
                <c:pt idx="23859">
                  <c:v>25.7</c:v>
                </c:pt>
                <c:pt idx="23860">
                  <c:v>25.7</c:v>
                </c:pt>
                <c:pt idx="23861">
                  <c:v>25.7</c:v>
                </c:pt>
                <c:pt idx="23862">
                  <c:v>25.7</c:v>
                </c:pt>
                <c:pt idx="23863">
                  <c:v>25.7</c:v>
                </c:pt>
                <c:pt idx="23864">
                  <c:v>25.7</c:v>
                </c:pt>
                <c:pt idx="23865">
                  <c:v>25.7</c:v>
                </c:pt>
                <c:pt idx="23866">
                  <c:v>25.7</c:v>
                </c:pt>
                <c:pt idx="23867">
                  <c:v>25.7</c:v>
                </c:pt>
                <c:pt idx="23868">
                  <c:v>25.7</c:v>
                </c:pt>
                <c:pt idx="23869">
                  <c:v>25.7</c:v>
                </c:pt>
                <c:pt idx="23870">
                  <c:v>25.7</c:v>
                </c:pt>
                <c:pt idx="23871">
                  <c:v>25.7</c:v>
                </c:pt>
                <c:pt idx="23872">
                  <c:v>25.7</c:v>
                </c:pt>
                <c:pt idx="23873">
                  <c:v>25.7</c:v>
                </c:pt>
                <c:pt idx="23874">
                  <c:v>25.7</c:v>
                </c:pt>
                <c:pt idx="23875">
                  <c:v>25.7</c:v>
                </c:pt>
                <c:pt idx="23876">
                  <c:v>25.7</c:v>
                </c:pt>
                <c:pt idx="23877">
                  <c:v>25.7</c:v>
                </c:pt>
                <c:pt idx="23878">
                  <c:v>25.7</c:v>
                </c:pt>
                <c:pt idx="23879">
                  <c:v>25.7</c:v>
                </c:pt>
                <c:pt idx="23880">
                  <c:v>25.7</c:v>
                </c:pt>
                <c:pt idx="23881">
                  <c:v>25.7</c:v>
                </c:pt>
                <c:pt idx="23882">
                  <c:v>25.7</c:v>
                </c:pt>
                <c:pt idx="23883">
                  <c:v>25.7</c:v>
                </c:pt>
                <c:pt idx="23884">
                  <c:v>25.7</c:v>
                </c:pt>
                <c:pt idx="23885">
                  <c:v>25.7</c:v>
                </c:pt>
                <c:pt idx="23886">
                  <c:v>25.7</c:v>
                </c:pt>
                <c:pt idx="23887">
                  <c:v>25.7</c:v>
                </c:pt>
                <c:pt idx="23888">
                  <c:v>25.7</c:v>
                </c:pt>
                <c:pt idx="23889">
                  <c:v>25.7</c:v>
                </c:pt>
                <c:pt idx="23890">
                  <c:v>25.7</c:v>
                </c:pt>
                <c:pt idx="23891">
                  <c:v>25.7</c:v>
                </c:pt>
                <c:pt idx="23892">
                  <c:v>25.7</c:v>
                </c:pt>
                <c:pt idx="23893">
                  <c:v>25.7</c:v>
                </c:pt>
                <c:pt idx="23894">
                  <c:v>25.7</c:v>
                </c:pt>
                <c:pt idx="23895">
                  <c:v>25.7</c:v>
                </c:pt>
                <c:pt idx="23896">
                  <c:v>25.7</c:v>
                </c:pt>
                <c:pt idx="23897">
                  <c:v>25.7</c:v>
                </c:pt>
                <c:pt idx="23898">
                  <c:v>25.7</c:v>
                </c:pt>
                <c:pt idx="23899">
                  <c:v>25.7</c:v>
                </c:pt>
                <c:pt idx="23900">
                  <c:v>25.7</c:v>
                </c:pt>
                <c:pt idx="23901">
                  <c:v>25.7</c:v>
                </c:pt>
                <c:pt idx="23902">
                  <c:v>25.7</c:v>
                </c:pt>
                <c:pt idx="23903">
                  <c:v>25.7</c:v>
                </c:pt>
                <c:pt idx="23904">
                  <c:v>25.7</c:v>
                </c:pt>
                <c:pt idx="23905">
                  <c:v>25.7</c:v>
                </c:pt>
                <c:pt idx="23906">
                  <c:v>25.7</c:v>
                </c:pt>
                <c:pt idx="23907">
                  <c:v>25.7</c:v>
                </c:pt>
                <c:pt idx="23908">
                  <c:v>25.7</c:v>
                </c:pt>
                <c:pt idx="23909">
                  <c:v>25.7</c:v>
                </c:pt>
                <c:pt idx="23910">
                  <c:v>25.7</c:v>
                </c:pt>
                <c:pt idx="23911">
                  <c:v>25.7</c:v>
                </c:pt>
                <c:pt idx="23912">
                  <c:v>25.7</c:v>
                </c:pt>
                <c:pt idx="23913">
                  <c:v>25.7</c:v>
                </c:pt>
                <c:pt idx="23914">
                  <c:v>25.7</c:v>
                </c:pt>
                <c:pt idx="23915">
                  <c:v>25.7</c:v>
                </c:pt>
                <c:pt idx="23916">
                  <c:v>25.7</c:v>
                </c:pt>
                <c:pt idx="23917">
                  <c:v>25.7</c:v>
                </c:pt>
                <c:pt idx="23918">
                  <c:v>25.7</c:v>
                </c:pt>
                <c:pt idx="23919">
                  <c:v>25.65</c:v>
                </c:pt>
                <c:pt idx="23920">
                  <c:v>25.7</c:v>
                </c:pt>
                <c:pt idx="23921">
                  <c:v>25.7</c:v>
                </c:pt>
                <c:pt idx="23922">
                  <c:v>25.7</c:v>
                </c:pt>
                <c:pt idx="23923">
                  <c:v>25.7</c:v>
                </c:pt>
                <c:pt idx="23924">
                  <c:v>25.7</c:v>
                </c:pt>
                <c:pt idx="23925">
                  <c:v>25.7</c:v>
                </c:pt>
                <c:pt idx="23926">
                  <c:v>25.7</c:v>
                </c:pt>
                <c:pt idx="23927">
                  <c:v>25.7</c:v>
                </c:pt>
                <c:pt idx="23928">
                  <c:v>25.7</c:v>
                </c:pt>
                <c:pt idx="23929">
                  <c:v>25.7</c:v>
                </c:pt>
                <c:pt idx="23930">
                  <c:v>25.7</c:v>
                </c:pt>
                <c:pt idx="23931">
                  <c:v>25.7</c:v>
                </c:pt>
                <c:pt idx="23932">
                  <c:v>25.7</c:v>
                </c:pt>
                <c:pt idx="23933">
                  <c:v>25.7</c:v>
                </c:pt>
                <c:pt idx="23934">
                  <c:v>25.7</c:v>
                </c:pt>
                <c:pt idx="23935">
                  <c:v>25.7</c:v>
                </c:pt>
                <c:pt idx="23936">
                  <c:v>25.7</c:v>
                </c:pt>
                <c:pt idx="23937">
                  <c:v>25.7</c:v>
                </c:pt>
                <c:pt idx="23938">
                  <c:v>25.7</c:v>
                </c:pt>
                <c:pt idx="23939">
                  <c:v>25.7</c:v>
                </c:pt>
                <c:pt idx="23940">
                  <c:v>25.7</c:v>
                </c:pt>
                <c:pt idx="23941">
                  <c:v>25.7</c:v>
                </c:pt>
                <c:pt idx="23942">
                  <c:v>25.7</c:v>
                </c:pt>
                <c:pt idx="23943">
                  <c:v>25.7</c:v>
                </c:pt>
                <c:pt idx="23944">
                  <c:v>25.65</c:v>
                </c:pt>
                <c:pt idx="23945">
                  <c:v>25.7</c:v>
                </c:pt>
                <c:pt idx="23946">
                  <c:v>25.7</c:v>
                </c:pt>
                <c:pt idx="23947">
                  <c:v>25.7</c:v>
                </c:pt>
                <c:pt idx="23948">
                  <c:v>25.65</c:v>
                </c:pt>
                <c:pt idx="23949">
                  <c:v>25.65</c:v>
                </c:pt>
                <c:pt idx="23950">
                  <c:v>25.65</c:v>
                </c:pt>
                <c:pt idx="23951">
                  <c:v>25.65</c:v>
                </c:pt>
                <c:pt idx="23952">
                  <c:v>25.65</c:v>
                </c:pt>
                <c:pt idx="23953">
                  <c:v>25.65</c:v>
                </c:pt>
                <c:pt idx="23954">
                  <c:v>25.65</c:v>
                </c:pt>
                <c:pt idx="23955">
                  <c:v>25.65</c:v>
                </c:pt>
                <c:pt idx="23956">
                  <c:v>25.65</c:v>
                </c:pt>
                <c:pt idx="23957">
                  <c:v>25.7</c:v>
                </c:pt>
                <c:pt idx="23958">
                  <c:v>25.65</c:v>
                </c:pt>
                <c:pt idx="23959">
                  <c:v>25.65</c:v>
                </c:pt>
                <c:pt idx="23960">
                  <c:v>25.65</c:v>
                </c:pt>
                <c:pt idx="23961">
                  <c:v>25.65</c:v>
                </c:pt>
                <c:pt idx="23962">
                  <c:v>25.65</c:v>
                </c:pt>
                <c:pt idx="23963">
                  <c:v>25.65</c:v>
                </c:pt>
                <c:pt idx="23964">
                  <c:v>25.7</c:v>
                </c:pt>
                <c:pt idx="23965">
                  <c:v>25.7</c:v>
                </c:pt>
                <c:pt idx="23966">
                  <c:v>25.7</c:v>
                </c:pt>
                <c:pt idx="23967">
                  <c:v>25.7</c:v>
                </c:pt>
                <c:pt idx="23968">
                  <c:v>25.7</c:v>
                </c:pt>
                <c:pt idx="23969">
                  <c:v>25.7</c:v>
                </c:pt>
                <c:pt idx="23970">
                  <c:v>25.7</c:v>
                </c:pt>
                <c:pt idx="23971">
                  <c:v>25.7</c:v>
                </c:pt>
                <c:pt idx="23972">
                  <c:v>25.65</c:v>
                </c:pt>
                <c:pt idx="23973">
                  <c:v>25.65</c:v>
                </c:pt>
                <c:pt idx="23974">
                  <c:v>25.7</c:v>
                </c:pt>
                <c:pt idx="23975">
                  <c:v>25.7</c:v>
                </c:pt>
                <c:pt idx="23976">
                  <c:v>25.65</c:v>
                </c:pt>
                <c:pt idx="23977">
                  <c:v>25.7</c:v>
                </c:pt>
                <c:pt idx="23978">
                  <c:v>25.7</c:v>
                </c:pt>
                <c:pt idx="23979">
                  <c:v>25.7</c:v>
                </c:pt>
                <c:pt idx="23980">
                  <c:v>25.7</c:v>
                </c:pt>
                <c:pt idx="23981">
                  <c:v>25.65</c:v>
                </c:pt>
                <c:pt idx="23982">
                  <c:v>25.7</c:v>
                </c:pt>
                <c:pt idx="23983">
                  <c:v>25.65</c:v>
                </c:pt>
                <c:pt idx="23984">
                  <c:v>25.7</c:v>
                </c:pt>
                <c:pt idx="23985">
                  <c:v>25.7</c:v>
                </c:pt>
                <c:pt idx="23986">
                  <c:v>25.65</c:v>
                </c:pt>
                <c:pt idx="23987">
                  <c:v>25.7</c:v>
                </c:pt>
                <c:pt idx="23988">
                  <c:v>25.65</c:v>
                </c:pt>
                <c:pt idx="23989">
                  <c:v>25.65</c:v>
                </c:pt>
                <c:pt idx="23990">
                  <c:v>25.65</c:v>
                </c:pt>
                <c:pt idx="23991">
                  <c:v>25.65</c:v>
                </c:pt>
                <c:pt idx="23992">
                  <c:v>25.65</c:v>
                </c:pt>
                <c:pt idx="23993">
                  <c:v>25.65</c:v>
                </c:pt>
                <c:pt idx="23994">
                  <c:v>25.65</c:v>
                </c:pt>
                <c:pt idx="23995">
                  <c:v>25.65</c:v>
                </c:pt>
                <c:pt idx="23996">
                  <c:v>25.65</c:v>
                </c:pt>
                <c:pt idx="23997">
                  <c:v>25.65</c:v>
                </c:pt>
                <c:pt idx="23998">
                  <c:v>25.65</c:v>
                </c:pt>
                <c:pt idx="23999">
                  <c:v>25.65</c:v>
                </c:pt>
                <c:pt idx="24000">
                  <c:v>25.65</c:v>
                </c:pt>
                <c:pt idx="24001">
                  <c:v>25.65</c:v>
                </c:pt>
                <c:pt idx="24002">
                  <c:v>25.65</c:v>
                </c:pt>
                <c:pt idx="24003">
                  <c:v>25.65</c:v>
                </c:pt>
                <c:pt idx="24004">
                  <c:v>25.65</c:v>
                </c:pt>
                <c:pt idx="24005">
                  <c:v>25.65</c:v>
                </c:pt>
                <c:pt idx="24006">
                  <c:v>25.65</c:v>
                </c:pt>
                <c:pt idx="24007">
                  <c:v>25.65</c:v>
                </c:pt>
                <c:pt idx="24008">
                  <c:v>25.65</c:v>
                </c:pt>
                <c:pt idx="24009">
                  <c:v>25.65</c:v>
                </c:pt>
                <c:pt idx="24010">
                  <c:v>25.65</c:v>
                </c:pt>
                <c:pt idx="24011">
                  <c:v>25.65</c:v>
                </c:pt>
                <c:pt idx="24012">
                  <c:v>25.65</c:v>
                </c:pt>
                <c:pt idx="24013">
                  <c:v>25.65</c:v>
                </c:pt>
                <c:pt idx="24014">
                  <c:v>25.65</c:v>
                </c:pt>
                <c:pt idx="24015">
                  <c:v>25.65</c:v>
                </c:pt>
                <c:pt idx="24016">
                  <c:v>25.65</c:v>
                </c:pt>
                <c:pt idx="24017">
                  <c:v>25.65</c:v>
                </c:pt>
                <c:pt idx="24018">
                  <c:v>25.65</c:v>
                </c:pt>
                <c:pt idx="24019">
                  <c:v>25.65</c:v>
                </c:pt>
                <c:pt idx="24020">
                  <c:v>25.65</c:v>
                </c:pt>
                <c:pt idx="24021">
                  <c:v>25.65</c:v>
                </c:pt>
                <c:pt idx="24022">
                  <c:v>25.65</c:v>
                </c:pt>
                <c:pt idx="24023">
                  <c:v>25.65</c:v>
                </c:pt>
                <c:pt idx="24024">
                  <c:v>25.65</c:v>
                </c:pt>
                <c:pt idx="24025">
                  <c:v>25.65</c:v>
                </c:pt>
                <c:pt idx="24026">
                  <c:v>25.65</c:v>
                </c:pt>
                <c:pt idx="24027">
                  <c:v>25.65</c:v>
                </c:pt>
                <c:pt idx="24028">
                  <c:v>25.65</c:v>
                </c:pt>
                <c:pt idx="24029">
                  <c:v>25.65</c:v>
                </c:pt>
                <c:pt idx="24030">
                  <c:v>25.65</c:v>
                </c:pt>
                <c:pt idx="24031">
                  <c:v>25.65</c:v>
                </c:pt>
                <c:pt idx="24032">
                  <c:v>25.65</c:v>
                </c:pt>
                <c:pt idx="24033">
                  <c:v>25.65</c:v>
                </c:pt>
                <c:pt idx="24034">
                  <c:v>25.65</c:v>
                </c:pt>
                <c:pt idx="24035">
                  <c:v>25.65</c:v>
                </c:pt>
                <c:pt idx="24036">
                  <c:v>25.65</c:v>
                </c:pt>
                <c:pt idx="24037">
                  <c:v>25.65</c:v>
                </c:pt>
                <c:pt idx="24038">
                  <c:v>25.65</c:v>
                </c:pt>
                <c:pt idx="24039">
                  <c:v>25.65</c:v>
                </c:pt>
                <c:pt idx="24040">
                  <c:v>25.65</c:v>
                </c:pt>
                <c:pt idx="24041">
                  <c:v>25.65</c:v>
                </c:pt>
                <c:pt idx="24042">
                  <c:v>25.65</c:v>
                </c:pt>
                <c:pt idx="24043">
                  <c:v>25.65</c:v>
                </c:pt>
                <c:pt idx="24044">
                  <c:v>25.65</c:v>
                </c:pt>
                <c:pt idx="24045">
                  <c:v>25.65</c:v>
                </c:pt>
                <c:pt idx="24046">
                  <c:v>25.65</c:v>
                </c:pt>
                <c:pt idx="24047">
                  <c:v>25.65</c:v>
                </c:pt>
                <c:pt idx="24048">
                  <c:v>25.65</c:v>
                </c:pt>
                <c:pt idx="24049">
                  <c:v>25.65</c:v>
                </c:pt>
                <c:pt idx="24050">
                  <c:v>25.65</c:v>
                </c:pt>
                <c:pt idx="24051">
                  <c:v>25.65</c:v>
                </c:pt>
                <c:pt idx="24052">
                  <c:v>25.65</c:v>
                </c:pt>
                <c:pt idx="24053">
                  <c:v>25.65</c:v>
                </c:pt>
                <c:pt idx="24054">
                  <c:v>25.65</c:v>
                </c:pt>
                <c:pt idx="24055">
                  <c:v>25.65</c:v>
                </c:pt>
                <c:pt idx="24056">
                  <c:v>25.65</c:v>
                </c:pt>
                <c:pt idx="24057">
                  <c:v>25.65</c:v>
                </c:pt>
                <c:pt idx="24058">
                  <c:v>25.65</c:v>
                </c:pt>
                <c:pt idx="24059">
                  <c:v>25.65</c:v>
                </c:pt>
                <c:pt idx="24060">
                  <c:v>25.65</c:v>
                </c:pt>
                <c:pt idx="24061">
                  <c:v>25.65</c:v>
                </c:pt>
                <c:pt idx="24062">
                  <c:v>25.65</c:v>
                </c:pt>
                <c:pt idx="24063">
                  <c:v>25.65</c:v>
                </c:pt>
                <c:pt idx="24064">
                  <c:v>25.65</c:v>
                </c:pt>
                <c:pt idx="24065">
                  <c:v>25.65</c:v>
                </c:pt>
                <c:pt idx="24066">
                  <c:v>25.65</c:v>
                </c:pt>
                <c:pt idx="24067">
                  <c:v>25.65</c:v>
                </c:pt>
                <c:pt idx="24068">
                  <c:v>25.65</c:v>
                </c:pt>
                <c:pt idx="24069">
                  <c:v>25.65</c:v>
                </c:pt>
                <c:pt idx="24070">
                  <c:v>25.65</c:v>
                </c:pt>
                <c:pt idx="24071">
                  <c:v>25.65</c:v>
                </c:pt>
                <c:pt idx="24072">
                  <c:v>25.65</c:v>
                </c:pt>
                <c:pt idx="24073">
                  <c:v>25.65</c:v>
                </c:pt>
                <c:pt idx="24074">
                  <c:v>25.65</c:v>
                </c:pt>
                <c:pt idx="24075">
                  <c:v>25.65</c:v>
                </c:pt>
                <c:pt idx="24076">
                  <c:v>25.65</c:v>
                </c:pt>
                <c:pt idx="24077">
                  <c:v>25.65</c:v>
                </c:pt>
                <c:pt idx="24078">
                  <c:v>25.65</c:v>
                </c:pt>
                <c:pt idx="24079">
                  <c:v>25.65</c:v>
                </c:pt>
                <c:pt idx="24080">
                  <c:v>25.65</c:v>
                </c:pt>
                <c:pt idx="24081">
                  <c:v>25.65</c:v>
                </c:pt>
                <c:pt idx="24082">
                  <c:v>25.65</c:v>
                </c:pt>
                <c:pt idx="24083">
                  <c:v>25.65</c:v>
                </c:pt>
                <c:pt idx="24084">
                  <c:v>25.65</c:v>
                </c:pt>
                <c:pt idx="24085">
                  <c:v>25.65</c:v>
                </c:pt>
                <c:pt idx="24086">
                  <c:v>25.65</c:v>
                </c:pt>
                <c:pt idx="24087">
                  <c:v>25.65</c:v>
                </c:pt>
                <c:pt idx="24088">
                  <c:v>25.65</c:v>
                </c:pt>
                <c:pt idx="24089">
                  <c:v>25.65</c:v>
                </c:pt>
                <c:pt idx="24090">
                  <c:v>25.65</c:v>
                </c:pt>
                <c:pt idx="24091">
                  <c:v>25.65</c:v>
                </c:pt>
                <c:pt idx="24092">
                  <c:v>25.65</c:v>
                </c:pt>
                <c:pt idx="24093">
                  <c:v>25.65</c:v>
                </c:pt>
                <c:pt idx="24094">
                  <c:v>25.65</c:v>
                </c:pt>
                <c:pt idx="24095">
                  <c:v>25.65</c:v>
                </c:pt>
                <c:pt idx="24096">
                  <c:v>25.65</c:v>
                </c:pt>
                <c:pt idx="24097">
                  <c:v>25.65</c:v>
                </c:pt>
                <c:pt idx="24098">
                  <c:v>25.65</c:v>
                </c:pt>
                <c:pt idx="24099">
                  <c:v>25.65</c:v>
                </c:pt>
                <c:pt idx="24100">
                  <c:v>25.65</c:v>
                </c:pt>
                <c:pt idx="24101">
                  <c:v>25.65</c:v>
                </c:pt>
                <c:pt idx="24102">
                  <c:v>25.65</c:v>
                </c:pt>
                <c:pt idx="24103">
                  <c:v>25.65</c:v>
                </c:pt>
                <c:pt idx="24104">
                  <c:v>25.65</c:v>
                </c:pt>
                <c:pt idx="24105">
                  <c:v>25.65</c:v>
                </c:pt>
                <c:pt idx="24106">
                  <c:v>25.65</c:v>
                </c:pt>
                <c:pt idx="24107">
                  <c:v>25.65</c:v>
                </c:pt>
                <c:pt idx="24108">
                  <c:v>25.65</c:v>
                </c:pt>
                <c:pt idx="24109">
                  <c:v>25.65</c:v>
                </c:pt>
                <c:pt idx="24110">
                  <c:v>25.65</c:v>
                </c:pt>
                <c:pt idx="24111">
                  <c:v>25.65</c:v>
                </c:pt>
                <c:pt idx="24112">
                  <c:v>25.65</c:v>
                </c:pt>
                <c:pt idx="24113">
                  <c:v>25.65</c:v>
                </c:pt>
                <c:pt idx="24114">
                  <c:v>25.65</c:v>
                </c:pt>
                <c:pt idx="24115">
                  <c:v>25.65</c:v>
                </c:pt>
                <c:pt idx="24116">
                  <c:v>25.65</c:v>
                </c:pt>
                <c:pt idx="24117">
                  <c:v>25.65</c:v>
                </c:pt>
                <c:pt idx="24118">
                  <c:v>25.65</c:v>
                </c:pt>
                <c:pt idx="24119">
                  <c:v>25.65</c:v>
                </c:pt>
                <c:pt idx="24120">
                  <c:v>25.65</c:v>
                </c:pt>
                <c:pt idx="24121">
                  <c:v>25.65</c:v>
                </c:pt>
                <c:pt idx="24122">
                  <c:v>25.65</c:v>
                </c:pt>
                <c:pt idx="24123">
                  <c:v>25.65</c:v>
                </c:pt>
                <c:pt idx="24124">
                  <c:v>25.65</c:v>
                </c:pt>
                <c:pt idx="24125">
                  <c:v>25.65</c:v>
                </c:pt>
                <c:pt idx="24126">
                  <c:v>25.65</c:v>
                </c:pt>
                <c:pt idx="24127">
                  <c:v>25.65</c:v>
                </c:pt>
                <c:pt idx="24128">
                  <c:v>25.65</c:v>
                </c:pt>
                <c:pt idx="24129">
                  <c:v>25.65</c:v>
                </c:pt>
                <c:pt idx="24130">
                  <c:v>25.65</c:v>
                </c:pt>
                <c:pt idx="24131">
                  <c:v>25.65</c:v>
                </c:pt>
                <c:pt idx="24132">
                  <c:v>25.65</c:v>
                </c:pt>
                <c:pt idx="24133">
                  <c:v>25.65</c:v>
                </c:pt>
                <c:pt idx="24134">
                  <c:v>25.65</c:v>
                </c:pt>
                <c:pt idx="24135">
                  <c:v>25.65</c:v>
                </c:pt>
                <c:pt idx="24136">
                  <c:v>25.65</c:v>
                </c:pt>
                <c:pt idx="24137">
                  <c:v>25.65</c:v>
                </c:pt>
                <c:pt idx="24138">
                  <c:v>25.65</c:v>
                </c:pt>
                <c:pt idx="24139">
                  <c:v>25.65</c:v>
                </c:pt>
                <c:pt idx="24140">
                  <c:v>25.65</c:v>
                </c:pt>
                <c:pt idx="24141">
                  <c:v>25.65</c:v>
                </c:pt>
                <c:pt idx="24142">
                  <c:v>25.65</c:v>
                </c:pt>
                <c:pt idx="24143">
                  <c:v>25.65</c:v>
                </c:pt>
                <c:pt idx="24144">
                  <c:v>25.65</c:v>
                </c:pt>
                <c:pt idx="24145">
                  <c:v>25.6</c:v>
                </c:pt>
                <c:pt idx="24146">
                  <c:v>25.65</c:v>
                </c:pt>
                <c:pt idx="24147">
                  <c:v>25.65</c:v>
                </c:pt>
                <c:pt idx="24148">
                  <c:v>25.65</c:v>
                </c:pt>
                <c:pt idx="24149">
                  <c:v>25.65</c:v>
                </c:pt>
                <c:pt idx="24150">
                  <c:v>25.6</c:v>
                </c:pt>
                <c:pt idx="24151">
                  <c:v>25.6</c:v>
                </c:pt>
                <c:pt idx="24152">
                  <c:v>25.6</c:v>
                </c:pt>
                <c:pt idx="24153">
                  <c:v>25.6</c:v>
                </c:pt>
                <c:pt idx="24154">
                  <c:v>25.6</c:v>
                </c:pt>
                <c:pt idx="24155">
                  <c:v>25.6</c:v>
                </c:pt>
                <c:pt idx="24156">
                  <c:v>25.6</c:v>
                </c:pt>
                <c:pt idx="24157">
                  <c:v>25.6</c:v>
                </c:pt>
                <c:pt idx="24158">
                  <c:v>25.6</c:v>
                </c:pt>
                <c:pt idx="24159">
                  <c:v>25.6</c:v>
                </c:pt>
                <c:pt idx="24160">
                  <c:v>25.6</c:v>
                </c:pt>
                <c:pt idx="24161">
                  <c:v>25.6</c:v>
                </c:pt>
                <c:pt idx="24162">
                  <c:v>25.6</c:v>
                </c:pt>
                <c:pt idx="24163">
                  <c:v>25.6</c:v>
                </c:pt>
                <c:pt idx="24164">
                  <c:v>25.6</c:v>
                </c:pt>
                <c:pt idx="24165">
                  <c:v>25.6</c:v>
                </c:pt>
                <c:pt idx="24166">
                  <c:v>25.6</c:v>
                </c:pt>
                <c:pt idx="24167">
                  <c:v>25.6</c:v>
                </c:pt>
                <c:pt idx="24168">
                  <c:v>25.6</c:v>
                </c:pt>
                <c:pt idx="24169">
                  <c:v>25.6</c:v>
                </c:pt>
                <c:pt idx="24170">
                  <c:v>25.6</c:v>
                </c:pt>
                <c:pt idx="24171">
                  <c:v>25.6</c:v>
                </c:pt>
                <c:pt idx="24172">
                  <c:v>25.6</c:v>
                </c:pt>
                <c:pt idx="24173">
                  <c:v>25.6</c:v>
                </c:pt>
                <c:pt idx="24174">
                  <c:v>25.6</c:v>
                </c:pt>
                <c:pt idx="24175">
                  <c:v>25.6</c:v>
                </c:pt>
                <c:pt idx="24176">
                  <c:v>25.6</c:v>
                </c:pt>
                <c:pt idx="24177">
                  <c:v>25.6</c:v>
                </c:pt>
                <c:pt idx="24178">
                  <c:v>25.6</c:v>
                </c:pt>
                <c:pt idx="24179">
                  <c:v>25.6</c:v>
                </c:pt>
                <c:pt idx="24180">
                  <c:v>25.6</c:v>
                </c:pt>
                <c:pt idx="24181">
                  <c:v>25.6</c:v>
                </c:pt>
                <c:pt idx="24182">
                  <c:v>25.6</c:v>
                </c:pt>
                <c:pt idx="24183">
                  <c:v>25.6</c:v>
                </c:pt>
                <c:pt idx="24184">
                  <c:v>25.6</c:v>
                </c:pt>
                <c:pt idx="24185">
                  <c:v>25.6</c:v>
                </c:pt>
                <c:pt idx="24186">
                  <c:v>25.6</c:v>
                </c:pt>
                <c:pt idx="24187">
                  <c:v>25.6</c:v>
                </c:pt>
                <c:pt idx="24188">
                  <c:v>25.6</c:v>
                </c:pt>
                <c:pt idx="24189">
                  <c:v>25.6</c:v>
                </c:pt>
                <c:pt idx="24190">
                  <c:v>25.6</c:v>
                </c:pt>
                <c:pt idx="24191">
                  <c:v>25.6</c:v>
                </c:pt>
                <c:pt idx="24192">
                  <c:v>25.6</c:v>
                </c:pt>
                <c:pt idx="24193">
                  <c:v>25.6</c:v>
                </c:pt>
                <c:pt idx="24194">
                  <c:v>25.6</c:v>
                </c:pt>
                <c:pt idx="24195">
                  <c:v>25.6</c:v>
                </c:pt>
                <c:pt idx="24196">
                  <c:v>25.6</c:v>
                </c:pt>
                <c:pt idx="24197">
                  <c:v>25.6</c:v>
                </c:pt>
                <c:pt idx="24198">
                  <c:v>25.6</c:v>
                </c:pt>
                <c:pt idx="24199">
                  <c:v>25.6</c:v>
                </c:pt>
                <c:pt idx="24200">
                  <c:v>25.6</c:v>
                </c:pt>
                <c:pt idx="24201">
                  <c:v>25.6</c:v>
                </c:pt>
                <c:pt idx="24202">
                  <c:v>25.6</c:v>
                </c:pt>
                <c:pt idx="24203">
                  <c:v>25.6</c:v>
                </c:pt>
                <c:pt idx="24204">
                  <c:v>25.6</c:v>
                </c:pt>
                <c:pt idx="24205">
                  <c:v>25.6</c:v>
                </c:pt>
                <c:pt idx="24206">
                  <c:v>25.6</c:v>
                </c:pt>
                <c:pt idx="24207">
                  <c:v>25.6</c:v>
                </c:pt>
                <c:pt idx="24208">
                  <c:v>25.6</c:v>
                </c:pt>
                <c:pt idx="24209">
                  <c:v>25.6</c:v>
                </c:pt>
                <c:pt idx="24210">
                  <c:v>25.6</c:v>
                </c:pt>
                <c:pt idx="24211">
                  <c:v>25.6</c:v>
                </c:pt>
                <c:pt idx="24212">
                  <c:v>25.6</c:v>
                </c:pt>
                <c:pt idx="24213">
                  <c:v>25.6</c:v>
                </c:pt>
                <c:pt idx="24214">
                  <c:v>25.6</c:v>
                </c:pt>
                <c:pt idx="24215">
                  <c:v>25.6</c:v>
                </c:pt>
                <c:pt idx="24216">
                  <c:v>25.6</c:v>
                </c:pt>
                <c:pt idx="24217">
                  <c:v>25.6</c:v>
                </c:pt>
                <c:pt idx="24218">
                  <c:v>25.6</c:v>
                </c:pt>
                <c:pt idx="24219">
                  <c:v>25.6</c:v>
                </c:pt>
                <c:pt idx="24220">
                  <c:v>25.6</c:v>
                </c:pt>
                <c:pt idx="24221">
                  <c:v>25.6</c:v>
                </c:pt>
                <c:pt idx="24222">
                  <c:v>25.6</c:v>
                </c:pt>
                <c:pt idx="24223">
                  <c:v>25.6</c:v>
                </c:pt>
                <c:pt idx="24224">
                  <c:v>25.6</c:v>
                </c:pt>
                <c:pt idx="24225">
                  <c:v>25.6</c:v>
                </c:pt>
                <c:pt idx="24226">
                  <c:v>25.6</c:v>
                </c:pt>
                <c:pt idx="24227">
                  <c:v>25.6</c:v>
                </c:pt>
                <c:pt idx="24228">
                  <c:v>25.6</c:v>
                </c:pt>
                <c:pt idx="24229">
                  <c:v>25.6</c:v>
                </c:pt>
                <c:pt idx="24230">
                  <c:v>25.6</c:v>
                </c:pt>
                <c:pt idx="24231">
                  <c:v>25.6</c:v>
                </c:pt>
                <c:pt idx="24232">
                  <c:v>25.6</c:v>
                </c:pt>
                <c:pt idx="24233">
                  <c:v>25.6</c:v>
                </c:pt>
                <c:pt idx="24234">
                  <c:v>25.6</c:v>
                </c:pt>
                <c:pt idx="24235">
                  <c:v>25.6</c:v>
                </c:pt>
                <c:pt idx="24236">
                  <c:v>25.6</c:v>
                </c:pt>
                <c:pt idx="24237">
                  <c:v>25.6</c:v>
                </c:pt>
                <c:pt idx="24238">
                  <c:v>25.6</c:v>
                </c:pt>
                <c:pt idx="24239">
                  <c:v>25.6</c:v>
                </c:pt>
                <c:pt idx="24240">
                  <c:v>25.6</c:v>
                </c:pt>
                <c:pt idx="24241">
                  <c:v>25.6</c:v>
                </c:pt>
                <c:pt idx="24242">
                  <c:v>25.6</c:v>
                </c:pt>
                <c:pt idx="24243">
                  <c:v>25.6</c:v>
                </c:pt>
                <c:pt idx="24244">
                  <c:v>25.6</c:v>
                </c:pt>
                <c:pt idx="24245">
                  <c:v>25.6</c:v>
                </c:pt>
                <c:pt idx="24246">
                  <c:v>25.6</c:v>
                </c:pt>
                <c:pt idx="24247">
                  <c:v>25.6</c:v>
                </c:pt>
                <c:pt idx="24248">
                  <c:v>25.6</c:v>
                </c:pt>
                <c:pt idx="24249">
                  <c:v>25.6</c:v>
                </c:pt>
                <c:pt idx="24250">
                  <c:v>25.6</c:v>
                </c:pt>
                <c:pt idx="24251">
                  <c:v>25.6</c:v>
                </c:pt>
                <c:pt idx="24252">
                  <c:v>25.6</c:v>
                </c:pt>
                <c:pt idx="24253">
                  <c:v>25.6</c:v>
                </c:pt>
                <c:pt idx="24254">
                  <c:v>25.6</c:v>
                </c:pt>
                <c:pt idx="24255">
                  <c:v>25.6</c:v>
                </c:pt>
                <c:pt idx="24256">
                  <c:v>25.6</c:v>
                </c:pt>
                <c:pt idx="24257">
                  <c:v>25.6</c:v>
                </c:pt>
                <c:pt idx="24258">
                  <c:v>25.6</c:v>
                </c:pt>
                <c:pt idx="24259">
                  <c:v>25.6</c:v>
                </c:pt>
                <c:pt idx="24260">
                  <c:v>25.6</c:v>
                </c:pt>
                <c:pt idx="24261">
                  <c:v>25.6</c:v>
                </c:pt>
                <c:pt idx="24262">
                  <c:v>25.6</c:v>
                </c:pt>
                <c:pt idx="24263">
                  <c:v>25.6</c:v>
                </c:pt>
                <c:pt idx="24264">
                  <c:v>25.6</c:v>
                </c:pt>
                <c:pt idx="24265">
                  <c:v>25.6</c:v>
                </c:pt>
                <c:pt idx="24266">
                  <c:v>25.6</c:v>
                </c:pt>
                <c:pt idx="24267">
                  <c:v>25.6</c:v>
                </c:pt>
                <c:pt idx="24268">
                  <c:v>25.6</c:v>
                </c:pt>
                <c:pt idx="24269">
                  <c:v>25.6</c:v>
                </c:pt>
                <c:pt idx="24270">
                  <c:v>25.6</c:v>
                </c:pt>
                <c:pt idx="24271">
                  <c:v>25.6</c:v>
                </c:pt>
                <c:pt idx="24272">
                  <c:v>25.6</c:v>
                </c:pt>
                <c:pt idx="24273">
                  <c:v>25.6</c:v>
                </c:pt>
                <c:pt idx="24274">
                  <c:v>25.6</c:v>
                </c:pt>
                <c:pt idx="24275">
                  <c:v>25.6</c:v>
                </c:pt>
                <c:pt idx="24276">
                  <c:v>25.6</c:v>
                </c:pt>
                <c:pt idx="24277">
                  <c:v>25.6</c:v>
                </c:pt>
                <c:pt idx="24278">
                  <c:v>25.6</c:v>
                </c:pt>
                <c:pt idx="24279">
                  <c:v>25.6</c:v>
                </c:pt>
                <c:pt idx="24280">
                  <c:v>25.6</c:v>
                </c:pt>
                <c:pt idx="24281">
                  <c:v>25.6</c:v>
                </c:pt>
                <c:pt idx="24282">
                  <c:v>25.6</c:v>
                </c:pt>
                <c:pt idx="24283">
                  <c:v>25.6</c:v>
                </c:pt>
                <c:pt idx="24284">
                  <c:v>25.6</c:v>
                </c:pt>
                <c:pt idx="24285">
                  <c:v>25.6</c:v>
                </c:pt>
                <c:pt idx="24286">
                  <c:v>25.6</c:v>
                </c:pt>
                <c:pt idx="24287">
                  <c:v>25.6</c:v>
                </c:pt>
                <c:pt idx="24288">
                  <c:v>25.6</c:v>
                </c:pt>
                <c:pt idx="24289">
                  <c:v>25.6</c:v>
                </c:pt>
                <c:pt idx="24290">
                  <c:v>25.6</c:v>
                </c:pt>
                <c:pt idx="24291">
                  <c:v>25.6</c:v>
                </c:pt>
                <c:pt idx="24292">
                  <c:v>25.6</c:v>
                </c:pt>
                <c:pt idx="24293">
                  <c:v>25.6</c:v>
                </c:pt>
                <c:pt idx="24294">
                  <c:v>25.6</c:v>
                </c:pt>
                <c:pt idx="24295">
                  <c:v>25.6</c:v>
                </c:pt>
                <c:pt idx="24296">
                  <c:v>25.6</c:v>
                </c:pt>
                <c:pt idx="24297">
                  <c:v>25.6</c:v>
                </c:pt>
                <c:pt idx="24298">
                  <c:v>25.6</c:v>
                </c:pt>
                <c:pt idx="24299">
                  <c:v>25.6</c:v>
                </c:pt>
                <c:pt idx="24300">
                  <c:v>25.6</c:v>
                </c:pt>
                <c:pt idx="24301">
                  <c:v>25.6</c:v>
                </c:pt>
                <c:pt idx="24302">
                  <c:v>25.6</c:v>
                </c:pt>
                <c:pt idx="24303">
                  <c:v>25.6</c:v>
                </c:pt>
                <c:pt idx="24304">
                  <c:v>25.6</c:v>
                </c:pt>
                <c:pt idx="24305">
                  <c:v>25.6</c:v>
                </c:pt>
                <c:pt idx="24306">
                  <c:v>25.6</c:v>
                </c:pt>
                <c:pt idx="24307">
                  <c:v>25.6</c:v>
                </c:pt>
                <c:pt idx="24308">
                  <c:v>25.6</c:v>
                </c:pt>
                <c:pt idx="24309">
                  <c:v>25.6</c:v>
                </c:pt>
                <c:pt idx="24310">
                  <c:v>25.6</c:v>
                </c:pt>
                <c:pt idx="24311">
                  <c:v>25.6</c:v>
                </c:pt>
                <c:pt idx="24312">
                  <c:v>25.6</c:v>
                </c:pt>
                <c:pt idx="24313">
                  <c:v>25.6</c:v>
                </c:pt>
                <c:pt idx="24314">
                  <c:v>25.55</c:v>
                </c:pt>
                <c:pt idx="24315">
                  <c:v>25.6</c:v>
                </c:pt>
                <c:pt idx="24316">
                  <c:v>25.55</c:v>
                </c:pt>
                <c:pt idx="24317">
                  <c:v>25.55</c:v>
                </c:pt>
                <c:pt idx="24318">
                  <c:v>25.55</c:v>
                </c:pt>
                <c:pt idx="24319">
                  <c:v>25.6</c:v>
                </c:pt>
                <c:pt idx="24320">
                  <c:v>25.55</c:v>
                </c:pt>
                <c:pt idx="24321">
                  <c:v>25.55</c:v>
                </c:pt>
                <c:pt idx="24322">
                  <c:v>25.6</c:v>
                </c:pt>
                <c:pt idx="24323">
                  <c:v>25.6</c:v>
                </c:pt>
                <c:pt idx="24324">
                  <c:v>25.6</c:v>
                </c:pt>
                <c:pt idx="24325">
                  <c:v>25.6</c:v>
                </c:pt>
                <c:pt idx="24326">
                  <c:v>25.6</c:v>
                </c:pt>
                <c:pt idx="24327">
                  <c:v>25.6</c:v>
                </c:pt>
                <c:pt idx="24328">
                  <c:v>25.6</c:v>
                </c:pt>
                <c:pt idx="24329">
                  <c:v>25.6</c:v>
                </c:pt>
                <c:pt idx="24330">
                  <c:v>25.6</c:v>
                </c:pt>
                <c:pt idx="24331">
                  <c:v>25.6</c:v>
                </c:pt>
                <c:pt idx="24332">
                  <c:v>25.6</c:v>
                </c:pt>
                <c:pt idx="24333">
                  <c:v>25.6</c:v>
                </c:pt>
                <c:pt idx="24334">
                  <c:v>25.6</c:v>
                </c:pt>
                <c:pt idx="24335">
                  <c:v>25.6</c:v>
                </c:pt>
                <c:pt idx="24336">
                  <c:v>25.55</c:v>
                </c:pt>
                <c:pt idx="24337">
                  <c:v>25.55</c:v>
                </c:pt>
                <c:pt idx="24338">
                  <c:v>25.6</c:v>
                </c:pt>
                <c:pt idx="24339">
                  <c:v>25.55</c:v>
                </c:pt>
                <c:pt idx="24340">
                  <c:v>25.55</c:v>
                </c:pt>
                <c:pt idx="24341">
                  <c:v>25.55</c:v>
                </c:pt>
                <c:pt idx="24342">
                  <c:v>25.55</c:v>
                </c:pt>
                <c:pt idx="24343">
                  <c:v>25.55</c:v>
                </c:pt>
                <c:pt idx="24344">
                  <c:v>25.55</c:v>
                </c:pt>
                <c:pt idx="24345">
                  <c:v>25.55</c:v>
                </c:pt>
                <c:pt idx="24346">
                  <c:v>25.55</c:v>
                </c:pt>
                <c:pt idx="24347">
                  <c:v>25.55</c:v>
                </c:pt>
                <c:pt idx="24348">
                  <c:v>25.55</c:v>
                </c:pt>
                <c:pt idx="24349">
                  <c:v>25.55</c:v>
                </c:pt>
                <c:pt idx="24350">
                  <c:v>25.55</c:v>
                </c:pt>
                <c:pt idx="24351">
                  <c:v>25.55</c:v>
                </c:pt>
                <c:pt idx="24352">
                  <c:v>25.55</c:v>
                </c:pt>
                <c:pt idx="24353">
                  <c:v>25.55</c:v>
                </c:pt>
                <c:pt idx="24354">
                  <c:v>25.55</c:v>
                </c:pt>
                <c:pt idx="24355">
                  <c:v>25.6</c:v>
                </c:pt>
                <c:pt idx="24356">
                  <c:v>25.55</c:v>
                </c:pt>
                <c:pt idx="24357">
                  <c:v>25.55</c:v>
                </c:pt>
                <c:pt idx="24358">
                  <c:v>25.55</c:v>
                </c:pt>
                <c:pt idx="24359">
                  <c:v>25.55</c:v>
                </c:pt>
                <c:pt idx="24360">
                  <c:v>25.55</c:v>
                </c:pt>
                <c:pt idx="24361">
                  <c:v>25.6</c:v>
                </c:pt>
                <c:pt idx="24362">
                  <c:v>25.55</c:v>
                </c:pt>
                <c:pt idx="24363">
                  <c:v>25.55</c:v>
                </c:pt>
                <c:pt idx="24364">
                  <c:v>25.55</c:v>
                </c:pt>
                <c:pt idx="24365">
                  <c:v>25.55</c:v>
                </c:pt>
                <c:pt idx="24366">
                  <c:v>25.55</c:v>
                </c:pt>
                <c:pt idx="24367">
                  <c:v>25.55</c:v>
                </c:pt>
                <c:pt idx="24368">
                  <c:v>25.55</c:v>
                </c:pt>
                <c:pt idx="24369">
                  <c:v>25.55</c:v>
                </c:pt>
                <c:pt idx="24370">
                  <c:v>25.55</c:v>
                </c:pt>
                <c:pt idx="24371">
                  <c:v>25.55</c:v>
                </c:pt>
                <c:pt idx="24372">
                  <c:v>25.55</c:v>
                </c:pt>
                <c:pt idx="24373">
                  <c:v>25.55</c:v>
                </c:pt>
                <c:pt idx="24374">
                  <c:v>25.55</c:v>
                </c:pt>
                <c:pt idx="24375">
                  <c:v>25.55</c:v>
                </c:pt>
                <c:pt idx="24376">
                  <c:v>25.55</c:v>
                </c:pt>
                <c:pt idx="24377">
                  <c:v>25.55</c:v>
                </c:pt>
                <c:pt idx="24378">
                  <c:v>25.55</c:v>
                </c:pt>
                <c:pt idx="24379">
                  <c:v>25.55</c:v>
                </c:pt>
                <c:pt idx="24380">
                  <c:v>25.55</c:v>
                </c:pt>
                <c:pt idx="24381">
                  <c:v>25.55</c:v>
                </c:pt>
                <c:pt idx="24382">
                  <c:v>25.55</c:v>
                </c:pt>
                <c:pt idx="24383">
                  <c:v>25.55</c:v>
                </c:pt>
                <c:pt idx="24384">
                  <c:v>25.55</c:v>
                </c:pt>
                <c:pt idx="24385">
                  <c:v>25.55</c:v>
                </c:pt>
                <c:pt idx="24386">
                  <c:v>25.55</c:v>
                </c:pt>
                <c:pt idx="24387">
                  <c:v>25.55</c:v>
                </c:pt>
                <c:pt idx="24388">
                  <c:v>25.55</c:v>
                </c:pt>
                <c:pt idx="24389">
                  <c:v>25.55</c:v>
                </c:pt>
                <c:pt idx="24390">
                  <c:v>25.55</c:v>
                </c:pt>
                <c:pt idx="24391">
                  <c:v>25.55</c:v>
                </c:pt>
                <c:pt idx="24392">
                  <c:v>25.55</c:v>
                </c:pt>
                <c:pt idx="24393">
                  <c:v>25.55</c:v>
                </c:pt>
                <c:pt idx="24394">
                  <c:v>25.55</c:v>
                </c:pt>
                <c:pt idx="24395">
                  <c:v>25.55</c:v>
                </c:pt>
                <c:pt idx="24396">
                  <c:v>25.55</c:v>
                </c:pt>
                <c:pt idx="24397">
                  <c:v>25.55</c:v>
                </c:pt>
                <c:pt idx="24398">
                  <c:v>25.55</c:v>
                </c:pt>
                <c:pt idx="24399">
                  <c:v>25.55</c:v>
                </c:pt>
                <c:pt idx="24400">
                  <c:v>25.55</c:v>
                </c:pt>
                <c:pt idx="24401">
                  <c:v>25.55</c:v>
                </c:pt>
                <c:pt idx="24402">
                  <c:v>25.55</c:v>
                </c:pt>
                <c:pt idx="24403">
                  <c:v>25.55</c:v>
                </c:pt>
                <c:pt idx="24404">
                  <c:v>25.55</c:v>
                </c:pt>
                <c:pt idx="24405">
                  <c:v>25.55</c:v>
                </c:pt>
                <c:pt idx="24406">
                  <c:v>25.55</c:v>
                </c:pt>
                <c:pt idx="24407">
                  <c:v>25.55</c:v>
                </c:pt>
                <c:pt idx="24408">
                  <c:v>25.55</c:v>
                </c:pt>
                <c:pt idx="24409">
                  <c:v>25.55</c:v>
                </c:pt>
                <c:pt idx="24410">
                  <c:v>25.55</c:v>
                </c:pt>
                <c:pt idx="24411">
                  <c:v>25.55</c:v>
                </c:pt>
                <c:pt idx="24412">
                  <c:v>25.55</c:v>
                </c:pt>
                <c:pt idx="24413">
                  <c:v>25.55</c:v>
                </c:pt>
                <c:pt idx="24414">
                  <c:v>25.55</c:v>
                </c:pt>
                <c:pt idx="24415">
                  <c:v>25.55</c:v>
                </c:pt>
                <c:pt idx="24416">
                  <c:v>25.55</c:v>
                </c:pt>
                <c:pt idx="24417">
                  <c:v>25.55</c:v>
                </c:pt>
                <c:pt idx="24418">
                  <c:v>25.55</c:v>
                </c:pt>
                <c:pt idx="24419">
                  <c:v>25.55</c:v>
                </c:pt>
                <c:pt idx="24420">
                  <c:v>25.55</c:v>
                </c:pt>
                <c:pt idx="24421">
                  <c:v>25.55</c:v>
                </c:pt>
                <c:pt idx="24422">
                  <c:v>25.55</c:v>
                </c:pt>
                <c:pt idx="24423">
                  <c:v>25.55</c:v>
                </c:pt>
                <c:pt idx="24424">
                  <c:v>25.55</c:v>
                </c:pt>
                <c:pt idx="24425">
                  <c:v>25.55</c:v>
                </c:pt>
                <c:pt idx="24426">
                  <c:v>25.55</c:v>
                </c:pt>
                <c:pt idx="24427">
                  <c:v>25.55</c:v>
                </c:pt>
                <c:pt idx="24428">
                  <c:v>25.55</c:v>
                </c:pt>
                <c:pt idx="24429">
                  <c:v>25.55</c:v>
                </c:pt>
                <c:pt idx="24430">
                  <c:v>25.55</c:v>
                </c:pt>
                <c:pt idx="24431">
                  <c:v>25.55</c:v>
                </c:pt>
                <c:pt idx="24432">
                  <c:v>25.55</c:v>
                </c:pt>
                <c:pt idx="24433">
                  <c:v>25.55</c:v>
                </c:pt>
                <c:pt idx="24434">
                  <c:v>25.55</c:v>
                </c:pt>
                <c:pt idx="24435">
                  <c:v>25.55</c:v>
                </c:pt>
                <c:pt idx="24436">
                  <c:v>25.55</c:v>
                </c:pt>
                <c:pt idx="24437">
                  <c:v>25.55</c:v>
                </c:pt>
                <c:pt idx="24438">
                  <c:v>25.55</c:v>
                </c:pt>
                <c:pt idx="24439">
                  <c:v>25.55</c:v>
                </c:pt>
                <c:pt idx="24440">
                  <c:v>25.55</c:v>
                </c:pt>
                <c:pt idx="24441">
                  <c:v>25.55</c:v>
                </c:pt>
                <c:pt idx="24442">
                  <c:v>25.55</c:v>
                </c:pt>
                <c:pt idx="24443">
                  <c:v>25.55</c:v>
                </c:pt>
                <c:pt idx="24444">
                  <c:v>25.55</c:v>
                </c:pt>
                <c:pt idx="24445">
                  <c:v>25.55</c:v>
                </c:pt>
                <c:pt idx="24446">
                  <c:v>25.5</c:v>
                </c:pt>
                <c:pt idx="24447">
                  <c:v>25.55</c:v>
                </c:pt>
                <c:pt idx="24448">
                  <c:v>25.55</c:v>
                </c:pt>
                <c:pt idx="24449">
                  <c:v>25.55</c:v>
                </c:pt>
                <c:pt idx="24450">
                  <c:v>25.55</c:v>
                </c:pt>
                <c:pt idx="24451">
                  <c:v>25.55</c:v>
                </c:pt>
                <c:pt idx="24452">
                  <c:v>25.55</c:v>
                </c:pt>
                <c:pt idx="24453">
                  <c:v>25.55</c:v>
                </c:pt>
                <c:pt idx="24454">
                  <c:v>25.55</c:v>
                </c:pt>
                <c:pt idx="24455">
                  <c:v>25.55</c:v>
                </c:pt>
                <c:pt idx="24456">
                  <c:v>25.55</c:v>
                </c:pt>
                <c:pt idx="24457">
                  <c:v>25.55</c:v>
                </c:pt>
                <c:pt idx="24458">
                  <c:v>25.5</c:v>
                </c:pt>
                <c:pt idx="24459">
                  <c:v>25.55</c:v>
                </c:pt>
                <c:pt idx="24460">
                  <c:v>25.55</c:v>
                </c:pt>
                <c:pt idx="24461">
                  <c:v>25.55</c:v>
                </c:pt>
                <c:pt idx="24462">
                  <c:v>25.55</c:v>
                </c:pt>
                <c:pt idx="24463">
                  <c:v>25.5</c:v>
                </c:pt>
                <c:pt idx="24464">
                  <c:v>25.5</c:v>
                </c:pt>
                <c:pt idx="24465">
                  <c:v>25.5</c:v>
                </c:pt>
                <c:pt idx="24466">
                  <c:v>25.55</c:v>
                </c:pt>
                <c:pt idx="24467">
                  <c:v>25.5</c:v>
                </c:pt>
                <c:pt idx="24468">
                  <c:v>25.5</c:v>
                </c:pt>
                <c:pt idx="24469">
                  <c:v>25.5</c:v>
                </c:pt>
                <c:pt idx="24470">
                  <c:v>25.5</c:v>
                </c:pt>
                <c:pt idx="24471">
                  <c:v>25.5</c:v>
                </c:pt>
                <c:pt idx="24472">
                  <c:v>25.5</c:v>
                </c:pt>
                <c:pt idx="24473">
                  <c:v>25.5</c:v>
                </c:pt>
                <c:pt idx="24474">
                  <c:v>25.5</c:v>
                </c:pt>
                <c:pt idx="24475">
                  <c:v>25.5</c:v>
                </c:pt>
                <c:pt idx="24476">
                  <c:v>25.5</c:v>
                </c:pt>
                <c:pt idx="24477">
                  <c:v>25.5</c:v>
                </c:pt>
                <c:pt idx="24478">
                  <c:v>25.5</c:v>
                </c:pt>
                <c:pt idx="24479">
                  <c:v>25.5</c:v>
                </c:pt>
                <c:pt idx="24480">
                  <c:v>25.5</c:v>
                </c:pt>
                <c:pt idx="24481">
                  <c:v>25.5</c:v>
                </c:pt>
                <c:pt idx="24482">
                  <c:v>25.5</c:v>
                </c:pt>
                <c:pt idx="24483">
                  <c:v>25.5</c:v>
                </c:pt>
                <c:pt idx="24484">
                  <c:v>25.5</c:v>
                </c:pt>
                <c:pt idx="24485">
                  <c:v>25.5</c:v>
                </c:pt>
                <c:pt idx="24486">
                  <c:v>25.5</c:v>
                </c:pt>
                <c:pt idx="24487">
                  <c:v>25.5</c:v>
                </c:pt>
                <c:pt idx="24488">
                  <c:v>25.5</c:v>
                </c:pt>
                <c:pt idx="24489">
                  <c:v>25.5</c:v>
                </c:pt>
                <c:pt idx="24490">
                  <c:v>25.5</c:v>
                </c:pt>
                <c:pt idx="24491">
                  <c:v>25.5</c:v>
                </c:pt>
                <c:pt idx="24492">
                  <c:v>25.5</c:v>
                </c:pt>
                <c:pt idx="24493">
                  <c:v>25.5</c:v>
                </c:pt>
                <c:pt idx="24494">
                  <c:v>25.5</c:v>
                </c:pt>
                <c:pt idx="24495">
                  <c:v>25.5</c:v>
                </c:pt>
                <c:pt idx="24496">
                  <c:v>25.5</c:v>
                </c:pt>
                <c:pt idx="24497">
                  <c:v>25.5</c:v>
                </c:pt>
                <c:pt idx="24498">
                  <c:v>25.5</c:v>
                </c:pt>
                <c:pt idx="24499">
                  <c:v>25.5</c:v>
                </c:pt>
                <c:pt idx="24500">
                  <c:v>25.5</c:v>
                </c:pt>
                <c:pt idx="24501">
                  <c:v>25.5</c:v>
                </c:pt>
                <c:pt idx="24502">
                  <c:v>25.5</c:v>
                </c:pt>
                <c:pt idx="24503">
                  <c:v>25.5</c:v>
                </c:pt>
                <c:pt idx="24504">
                  <c:v>25.5</c:v>
                </c:pt>
                <c:pt idx="24505">
                  <c:v>25.5</c:v>
                </c:pt>
                <c:pt idx="24506">
                  <c:v>25.5</c:v>
                </c:pt>
                <c:pt idx="24507">
                  <c:v>25.5</c:v>
                </c:pt>
                <c:pt idx="24508">
                  <c:v>25.5</c:v>
                </c:pt>
                <c:pt idx="24509">
                  <c:v>25.5</c:v>
                </c:pt>
                <c:pt idx="24510">
                  <c:v>25.5</c:v>
                </c:pt>
                <c:pt idx="24511">
                  <c:v>25.5</c:v>
                </c:pt>
                <c:pt idx="24512">
                  <c:v>25.5</c:v>
                </c:pt>
                <c:pt idx="24513">
                  <c:v>25.5</c:v>
                </c:pt>
                <c:pt idx="24514">
                  <c:v>25.5</c:v>
                </c:pt>
                <c:pt idx="24515">
                  <c:v>25.5</c:v>
                </c:pt>
                <c:pt idx="24516">
                  <c:v>25.5</c:v>
                </c:pt>
                <c:pt idx="24517">
                  <c:v>25.5</c:v>
                </c:pt>
                <c:pt idx="24518">
                  <c:v>25.5</c:v>
                </c:pt>
                <c:pt idx="24519">
                  <c:v>25.5</c:v>
                </c:pt>
                <c:pt idx="24520">
                  <c:v>25.5</c:v>
                </c:pt>
                <c:pt idx="24521">
                  <c:v>25.5</c:v>
                </c:pt>
                <c:pt idx="24522">
                  <c:v>25.5</c:v>
                </c:pt>
                <c:pt idx="24523">
                  <c:v>25.5</c:v>
                </c:pt>
                <c:pt idx="24524">
                  <c:v>25.5</c:v>
                </c:pt>
                <c:pt idx="24525">
                  <c:v>25.5</c:v>
                </c:pt>
                <c:pt idx="24526">
                  <c:v>25.5</c:v>
                </c:pt>
                <c:pt idx="24527">
                  <c:v>25.5</c:v>
                </c:pt>
                <c:pt idx="24528">
                  <c:v>25.5</c:v>
                </c:pt>
                <c:pt idx="24529">
                  <c:v>25.5</c:v>
                </c:pt>
                <c:pt idx="24530">
                  <c:v>25.5</c:v>
                </c:pt>
                <c:pt idx="24531">
                  <c:v>25.5</c:v>
                </c:pt>
                <c:pt idx="24532">
                  <c:v>25.5</c:v>
                </c:pt>
                <c:pt idx="24533">
                  <c:v>25.5</c:v>
                </c:pt>
                <c:pt idx="24534">
                  <c:v>25.5</c:v>
                </c:pt>
                <c:pt idx="24535">
                  <c:v>25.5</c:v>
                </c:pt>
                <c:pt idx="24536">
                  <c:v>25.5</c:v>
                </c:pt>
                <c:pt idx="24537">
                  <c:v>25.5</c:v>
                </c:pt>
                <c:pt idx="24538">
                  <c:v>25.5</c:v>
                </c:pt>
                <c:pt idx="24539">
                  <c:v>25.5</c:v>
                </c:pt>
                <c:pt idx="24540">
                  <c:v>25.5</c:v>
                </c:pt>
                <c:pt idx="24541">
                  <c:v>25.5</c:v>
                </c:pt>
                <c:pt idx="24542">
                  <c:v>25.5</c:v>
                </c:pt>
                <c:pt idx="24543">
                  <c:v>25.5</c:v>
                </c:pt>
                <c:pt idx="24544">
                  <c:v>25.5</c:v>
                </c:pt>
                <c:pt idx="24545">
                  <c:v>25.5</c:v>
                </c:pt>
                <c:pt idx="24546">
                  <c:v>25.5</c:v>
                </c:pt>
                <c:pt idx="24547">
                  <c:v>25.5</c:v>
                </c:pt>
                <c:pt idx="24548">
                  <c:v>25.5</c:v>
                </c:pt>
                <c:pt idx="24549">
                  <c:v>25.5</c:v>
                </c:pt>
                <c:pt idx="24550">
                  <c:v>25.5</c:v>
                </c:pt>
                <c:pt idx="24551">
                  <c:v>25.5</c:v>
                </c:pt>
                <c:pt idx="24552">
                  <c:v>25.5</c:v>
                </c:pt>
                <c:pt idx="24553">
                  <c:v>25.5</c:v>
                </c:pt>
                <c:pt idx="24554">
                  <c:v>25.5</c:v>
                </c:pt>
                <c:pt idx="24555">
                  <c:v>25.5</c:v>
                </c:pt>
                <c:pt idx="24556">
                  <c:v>25.5</c:v>
                </c:pt>
                <c:pt idx="24557">
                  <c:v>25.5</c:v>
                </c:pt>
                <c:pt idx="24558">
                  <c:v>25.5</c:v>
                </c:pt>
                <c:pt idx="24559">
                  <c:v>25.5</c:v>
                </c:pt>
                <c:pt idx="24560">
                  <c:v>25.5</c:v>
                </c:pt>
                <c:pt idx="24561">
                  <c:v>25.5</c:v>
                </c:pt>
                <c:pt idx="24562">
                  <c:v>25.5</c:v>
                </c:pt>
                <c:pt idx="24563">
                  <c:v>25.5</c:v>
                </c:pt>
                <c:pt idx="24564">
                  <c:v>25.5</c:v>
                </c:pt>
                <c:pt idx="24565">
                  <c:v>25.5</c:v>
                </c:pt>
                <c:pt idx="24566">
                  <c:v>25.5</c:v>
                </c:pt>
                <c:pt idx="24567">
                  <c:v>25.5</c:v>
                </c:pt>
                <c:pt idx="24568">
                  <c:v>25.5</c:v>
                </c:pt>
                <c:pt idx="24569">
                  <c:v>25.5</c:v>
                </c:pt>
                <c:pt idx="24570">
                  <c:v>25.5</c:v>
                </c:pt>
                <c:pt idx="24571">
                  <c:v>25.5</c:v>
                </c:pt>
                <c:pt idx="24572">
                  <c:v>25.5</c:v>
                </c:pt>
                <c:pt idx="24573">
                  <c:v>25.5</c:v>
                </c:pt>
                <c:pt idx="24574">
                  <c:v>25.5</c:v>
                </c:pt>
                <c:pt idx="24575">
                  <c:v>25.5</c:v>
                </c:pt>
                <c:pt idx="24576">
                  <c:v>25.5</c:v>
                </c:pt>
                <c:pt idx="24577">
                  <c:v>25.5</c:v>
                </c:pt>
                <c:pt idx="24578">
                  <c:v>25.5</c:v>
                </c:pt>
                <c:pt idx="24579">
                  <c:v>25.5</c:v>
                </c:pt>
                <c:pt idx="24580">
                  <c:v>25.5</c:v>
                </c:pt>
                <c:pt idx="24581">
                  <c:v>25.5</c:v>
                </c:pt>
                <c:pt idx="24582">
                  <c:v>25.5</c:v>
                </c:pt>
                <c:pt idx="24583">
                  <c:v>25.5</c:v>
                </c:pt>
                <c:pt idx="24584">
                  <c:v>25.5</c:v>
                </c:pt>
                <c:pt idx="24585">
                  <c:v>25.5</c:v>
                </c:pt>
                <c:pt idx="24586">
                  <c:v>25.5</c:v>
                </c:pt>
                <c:pt idx="24587">
                  <c:v>25.5</c:v>
                </c:pt>
                <c:pt idx="24588">
                  <c:v>25.5</c:v>
                </c:pt>
                <c:pt idx="24589">
                  <c:v>25.5</c:v>
                </c:pt>
                <c:pt idx="24590">
                  <c:v>25.5</c:v>
                </c:pt>
                <c:pt idx="24591">
                  <c:v>25.5</c:v>
                </c:pt>
                <c:pt idx="24592">
                  <c:v>25.5</c:v>
                </c:pt>
                <c:pt idx="24593">
                  <c:v>25.5</c:v>
                </c:pt>
                <c:pt idx="24594">
                  <c:v>25.5</c:v>
                </c:pt>
                <c:pt idx="24595">
                  <c:v>25.5</c:v>
                </c:pt>
                <c:pt idx="24596">
                  <c:v>25.5</c:v>
                </c:pt>
                <c:pt idx="24597">
                  <c:v>25.5</c:v>
                </c:pt>
                <c:pt idx="24598">
                  <c:v>25.5</c:v>
                </c:pt>
                <c:pt idx="24599">
                  <c:v>25.5</c:v>
                </c:pt>
                <c:pt idx="24600">
                  <c:v>25.5</c:v>
                </c:pt>
                <c:pt idx="24601">
                  <c:v>25.5</c:v>
                </c:pt>
                <c:pt idx="24602">
                  <c:v>25.5</c:v>
                </c:pt>
                <c:pt idx="24603">
                  <c:v>25.5</c:v>
                </c:pt>
                <c:pt idx="24604">
                  <c:v>25.5</c:v>
                </c:pt>
                <c:pt idx="24605">
                  <c:v>25.5</c:v>
                </c:pt>
                <c:pt idx="24606">
                  <c:v>25.5</c:v>
                </c:pt>
                <c:pt idx="24607">
                  <c:v>25.5</c:v>
                </c:pt>
                <c:pt idx="24608">
                  <c:v>25.5</c:v>
                </c:pt>
                <c:pt idx="24609">
                  <c:v>25.5</c:v>
                </c:pt>
                <c:pt idx="24610">
                  <c:v>25.5</c:v>
                </c:pt>
                <c:pt idx="24611">
                  <c:v>25.5</c:v>
                </c:pt>
                <c:pt idx="24612">
                  <c:v>25.5</c:v>
                </c:pt>
                <c:pt idx="24613">
                  <c:v>25.5</c:v>
                </c:pt>
                <c:pt idx="24614">
                  <c:v>25.5</c:v>
                </c:pt>
                <c:pt idx="24615">
                  <c:v>25.5</c:v>
                </c:pt>
                <c:pt idx="24616">
                  <c:v>25.5</c:v>
                </c:pt>
                <c:pt idx="24617">
                  <c:v>25.5</c:v>
                </c:pt>
                <c:pt idx="24618">
                  <c:v>25.5</c:v>
                </c:pt>
                <c:pt idx="24619">
                  <c:v>25.5</c:v>
                </c:pt>
                <c:pt idx="24620">
                  <c:v>25.5</c:v>
                </c:pt>
                <c:pt idx="24621">
                  <c:v>25.5</c:v>
                </c:pt>
                <c:pt idx="24622">
                  <c:v>25.5</c:v>
                </c:pt>
                <c:pt idx="24623">
                  <c:v>25.5</c:v>
                </c:pt>
                <c:pt idx="24624">
                  <c:v>25.5</c:v>
                </c:pt>
                <c:pt idx="24625">
                  <c:v>25.5</c:v>
                </c:pt>
                <c:pt idx="24626">
                  <c:v>25.5</c:v>
                </c:pt>
                <c:pt idx="24627">
                  <c:v>25.5</c:v>
                </c:pt>
                <c:pt idx="24628">
                  <c:v>25.5</c:v>
                </c:pt>
                <c:pt idx="24629">
                  <c:v>25.5</c:v>
                </c:pt>
                <c:pt idx="24630">
                  <c:v>25.5</c:v>
                </c:pt>
                <c:pt idx="24631">
                  <c:v>25.5</c:v>
                </c:pt>
                <c:pt idx="24632">
                  <c:v>25.5</c:v>
                </c:pt>
                <c:pt idx="24633">
                  <c:v>25.5</c:v>
                </c:pt>
                <c:pt idx="24634">
                  <c:v>25.5</c:v>
                </c:pt>
                <c:pt idx="24635">
                  <c:v>25.5</c:v>
                </c:pt>
                <c:pt idx="24636">
                  <c:v>25.5</c:v>
                </c:pt>
                <c:pt idx="24637">
                  <c:v>25.5</c:v>
                </c:pt>
                <c:pt idx="24638">
                  <c:v>25.5</c:v>
                </c:pt>
                <c:pt idx="24639">
                  <c:v>25.5</c:v>
                </c:pt>
                <c:pt idx="24640">
                  <c:v>25.5</c:v>
                </c:pt>
                <c:pt idx="24641">
                  <c:v>25.5</c:v>
                </c:pt>
                <c:pt idx="24642">
                  <c:v>25.5</c:v>
                </c:pt>
                <c:pt idx="24643">
                  <c:v>25.5</c:v>
                </c:pt>
                <c:pt idx="24644">
                  <c:v>25.5</c:v>
                </c:pt>
                <c:pt idx="24645">
                  <c:v>25.5</c:v>
                </c:pt>
                <c:pt idx="24646">
                  <c:v>25.5</c:v>
                </c:pt>
                <c:pt idx="24647">
                  <c:v>25.5</c:v>
                </c:pt>
                <c:pt idx="24648">
                  <c:v>25.5</c:v>
                </c:pt>
                <c:pt idx="24649">
                  <c:v>25.5</c:v>
                </c:pt>
                <c:pt idx="24650">
                  <c:v>25.5</c:v>
                </c:pt>
                <c:pt idx="24651">
                  <c:v>25.5</c:v>
                </c:pt>
                <c:pt idx="24652">
                  <c:v>25.5</c:v>
                </c:pt>
                <c:pt idx="24653">
                  <c:v>25.5</c:v>
                </c:pt>
                <c:pt idx="24654">
                  <c:v>25.5</c:v>
                </c:pt>
                <c:pt idx="24655">
                  <c:v>25.5</c:v>
                </c:pt>
                <c:pt idx="24656">
                  <c:v>25.5</c:v>
                </c:pt>
                <c:pt idx="24657">
                  <c:v>25.5</c:v>
                </c:pt>
                <c:pt idx="24658">
                  <c:v>25.5</c:v>
                </c:pt>
                <c:pt idx="24659">
                  <c:v>25.5</c:v>
                </c:pt>
                <c:pt idx="24660">
                  <c:v>25.5</c:v>
                </c:pt>
                <c:pt idx="24661">
                  <c:v>25.5</c:v>
                </c:pt>
                <c:pt idx="24662">
                  <c:v>25.5</c:v>
                </c:pt>
                <c:pt idx="24663">
                  <c:v>25.5</c:v>
                </c:pt>
                <c:pt idx="24664">
                  <c:v>25.5</c:v>
                </c:pt>
                <c:pt idx="24665">
                  <c:v>25.5</c:v>
                </c:pt>
                <c:pt idx="24666">
                  <c:v>25.5</c:v>
                </c:pt>
                <c:pt idx="24667">
                  <c:v>25.5</c:v>
                </c:pt>
                <c:pt idx="24668">
                  <c:v>25.5</c:v>
                </c:pt>
                <c:pt idx="24669">
                  <c:v>25.5</c:v>
                </c:pt>
                <c:pt idx="24670">
                  <c:v>25.5</c:v>
                </c:pt>
                <c:pt idx="24671">
                  <c:v>25.5</c:v>
                </c:pt>
                <c:pt idx="24672">
                  <c:v>25.5</c:v>
                </c:pt>
                <c:pt idx="24673">
                  <c:v>25.5</c:v>
                </c:pt>
                <c:pt idx="24674">
                  <c:v>25.5</c:v>
                </c:pt>
                <c:pt idx="24675">
                  <c:v>25.5</c:v>
                </c:pt>
                <c:pt idx="24676">
                  <c:v>25.5</c:v>
                </c:pt>
                <c:pt idx="24677">
                  <c:v>25.5</c:v>
                </c:pt>
                <c:pt idx="24678">
                  <c:v>25.5</c:v>
                </c:pt>
                <c:pt idx="24679">
                  <c:v>25.5</c:v>
                </c:pt>
                <c:pt idx="24680">
                  <c:v>25.5</c:v>
                </c:pt>
                <c:pt idx="24681">
                  <c:v>25.5</c:v>
                </c:pt>
                <c:pt idx="24682">
                  <c:v>25.5</c:v>
                </c:pt>
                <c:pt idx="24683">
                  <c:v>25.5</c:v>
                </c:pt>
                <c:pt idx="24684">
                  <c:v>25.5</c:v>
                </c:pt>
                <c:pt idx="24685">
                  <c:v>25.5</c:v>
                </c:pt>
                <c:pt idx="24686">
                  <c:v>25.5</c:v>
                </c:pt>
                <c:pt idx="24687">
                  <c:v>25.5</c:v>
                </c:pt>
                <c:pt idx="24688">
                  <c:v>25.5</c:v>
                </c:pt>
                <c:pt idx="24689">
                  <c:v>25.5</c:v>
                </c:pt>
                <c:pt idx="24690">
                  <c:v>25.5</c:v>
                </c:pt>
                <c:pt idx="24691">
                  <c:v>25.5</c:v>
                </c:pt>
                <c:pt idx="24692">
                  <c:v>25.5</c:v>
                </c:pt>
                <c:pt idx="24693">
                  <c:v>25.5</c:v>
                </c:pt>
                <c:pt idx="24694">
                  <c:v>25.5</c:v>
                </c:pt>
                <c:pt idx="24695">
                  <c:v>25.5</c:v>
                </c:pt>
                <c:pt idx="24696">
                  <c:v>25.5</c:v>
                </c:pt>
                <c:pt idx="24697">
                  <c:v>25.5</c:v>
                </c:pt>
                <c:pt idx="24698">
                  <c:v>25.45</c:v>
                </c:pt>
                <c:pt idx="24699">
                  <c:v>25.5</c:v>
                </c:pt>
                <c:pt idx="24700">
                  <c:v>25.5</c:v>
                </c:pt>
                <c:pt idx="24701">
                  <c:v>25.5</c:v>
                </c:pt>
                <c:pt idx="24702">
                  <c:v>25.5</c:v>
                </c:pt>
                <c:pt idx="24703">
                  <c:v>25.5</c:v>
                </c:pt>
                <c:pt idx="24704">
                  <c:v>25.5</c:v>
                </c:pt>
                <c:pt idx="24705">
                  <c:v>25.5</c:v>
                </c:pt>
                <c:pt idx="24706">
                  <c:v>25.5</c:v>
                </c:pt>
                <c:pt idx="24707">
                  <c:v>25.5</c:v>
                </c:pt>
                <c:pt idx="24708">
                  <c:v>25.5</c:v>
                </c:pt>
                <c:pt idx="24709">
                  <c:v>25.5</c:v>
                </c:pt>
                <c:pt idx="24710">
                  <c:v>25.5</c:v>
                </c:pt>
                <c:pt idx="24711">
                  <c:v>25.5</c:v>
                </c:pt>
                <c:pt idx="24712">
                  <c:v>25.5</c:v>
                </c:pt>
                <c:pt idx="24713">
                  <c:v>25.5</c:v>
                </c:pt>
                <c:pt idx="24714">
                  <c:v>25.5</c:v>
                </c:pt>
                <c:pt idx="24715">
                  <c:v>25.5</c:v>
                </c:pt>
                <c:pt idx="24716">
                  <c:v>25.5</c:v>
                </c:pt>
                <c:pt idx="24717">
                  <c:v>25.5</c:v>
                </c:pt>
                <c:pt idx="24718">
                  <c:v>25.5</c:v>
                </c:pt>
                <c:pt idx="24719">
                  <c:v>25.5</c:v>
                </c:pt>
                <c:pt idx="24720">
                  <c:v>25.5</c:v>
                </c:pt>
                <c:pt idx="24721">
                  <c:v>25.5</c:v>
                </c:pt>
                <c:pt idx="24722">
                  <c:v>25.5</c:v>
                </c:pt>
                <c:pt idx="24723">
                  <c:v>25.5</c:v>
                </c:pt>
                <c:pt idx="24724">
                  <c:v>25.5</c:v>
                </c:pt>
                <c:pt idx="24725">
                  <c:v>25.5</c:v>
                </c:pt>
                <c:pt idx="24726">
                  <c:v>25.5</c:v>
                </c:pt>
                <c:pt idx="24727">
                  <c:v>25.5</c:v>
                </c:pt>
                <c:pt idx="24728">
                  <c:v>25.5</c:v>
                </c:pt>
                <c:pt idx="24729">
                  <c:v>25.5</c:v>
                </c:pt>
                <c:pt idx="24730">
                  <c:v>25.45</c:v>
                </c:pt>
                <c:pt idx="24731">
                  <c:v>25.45</c:v>
                </c:pt>
                <c:pt idx="24732">
                  <c:v>25.5</c:v>
                </c:pt>
                <c:pt idx="24733">
                  <c:v>25.45</c:v>
                </c:pt>
                <c:pt idx="24734">
                  <c:v>25.45</c:v>
                </c:pt>
                <c:pt idx="24735">
                  <c:v>25.45</c:v>
                </c:pt>
                <c:pt idx="24736">
                  <c:v>25.45</c:v>
                </c:pt>
                <c:pt idx="24737">
                  <c:v>25.5</c:v>
                </c:pt>
                <c:pt idx="24738">
                  <c:v>25.45</c:v>
                </c:pt>
                <c:pt idx="24739">
                  <c:v>25.5</c:v>
                </c:pt>
                <c:pt idx="24740">
                  <c:v>25.45</c:v>
                </c:pt>
                <c:pt idx="24741">
                  <c:v>25.5</c:v>
                </c:pt>
                <c:pt idx="24742">
                  <c:v>25.5</c:v>
                </c:pt>
                <c:pt idx="24743">
                  <c:v>25.5</c:v>
                </c:pt>
                <c:pt idx="24744">
                  <c:v>25.5</c:v>
                </c:pt>
                <c:pt idx="24745">
                  <c:v>25.5</c:v>
                </c:pt>
                <c:pt idx="24746">
                  <c:v>25.5</c:v>
                </c:pt>
                <c:pt idx="24747">
                  <c:v>25.5</c:v>
                </c:pt>
                <c:pt idx="24748">
                  <c:v>25.5</c:v>
                </c:pt>
                <c:pt idx="24749">
                  <c:v>25.5</c:v>
                </c:pt>
                <c:pt idx="24750">
                  <c:v>25.5</c:v>
                </c:pt>
                <c:pt idx="24751">
                  <c:v>25.5</c:v>
                </c:pt>
                <c:pt idx="24752">
                  <c:v>25.5</c:v>
                </c:pt>
                <c:pt idx="24753">
                  <c:v>25.5</c:v>
                </c:pt>
                <c:pt idx="24754">
                  <c:v>25.5</c:v>
                </c:pt>
                <c:pt idx="24755">
                  <c:v>25.5</c:v>
                </c:pt>
                <c:pt idx="24756">
                  <c:v>25.5</c:v>
                </c:pt>
                <c:pt idx="24757">
                  <c:v>25.5</c:v>
                </c:pt>
                <c:pt idx="24758">
                  <c:v>25.5</c:v>
                </c:pt>
                <c:pt idx="24759">
                  <c:v>25.5</c:v>
                </c:pt>
                <c:pt idx="24760">
                  <c:v>25.5</c:v>
                </c:pt>
                <c:pt idx="24761">
                  <c:v>25.5</c:v>
                </c:pt>
                <c:pt idx="24762">
                  <c:v>25.5</c:v>
                </c:pt>
                <c:pt idx="24763">
                  <c:v>25.5</c:v>
                </c:pt>
                <c:pt idx="24764">
                  <c:v>25.5</c:v>
                </c:pt>
                <c:pt idx="24765">
                  <c:v>25.5</c:v>
                </c:pt>
                <c:pt idx="24766">
                  <c:v>25.5</c:v>
                </c:pt>
                <c:pt idx="24767">
                  <c:v>25.5</c:v>
                </c:pt>
                <c:pt idx="24768">
                  <c:v>25.5</c:v>
                </c:pt>
                <c:pt idx="24769">
                  <c:v>25.5</c:v>
                </c:pt>
                <c:pt idx="24770">
                  <c:v>25.5</c:v>
                </c:pt>
                <c:pt idx="24771">
                  <c:v>25.45</c:v>
                </c:pt>
                <c:pt idx="24772">
                  <c:v>25.45</c:v>
                </c:pt>
                <c:pt idx="24773">
                  <c:v>25.5</c:v>
                </c:pt>
                <c:pt idx="24774">
                  <c:v>25.45</c:v>
                </c:pt>
                <c:pt idx="24775">
                  <c:v>25.45</c:v>
                </c:pt>
                <c:pt idx="24776">
                  <c:v>25.5</c:v>
                </c:pt>
                <c:pt idx="24777">
                  <c:v>25.45</c:v>
                </c:pt>
                <c:pt idx="24778">
                  <c:v>25.45</c:v>
                </c:pt>
                <c:pt idx="24779">
                  <c:v>25.45</c:v>
                </c:pt>
                <c:pt idx="24780">
                  <c:v>25.45</c:v>
                </c:pt>
                <c:pt idx="24781">
                  <c:v>25.45</c:v>
                </c:pt>
                <c:pt idx="24782">
                  <c:v>25.45</c:v>
                </c:pt>
                <c:pt idx="24783">
                  <c:v>25.45</c:v>
                </c:pt>
                <c:pt idx="24784">
                  <c:v>25.45</c:v>
                </c:pt>
                <c:pt idx="24785">
                  <c:v>25.5</c:v>
                </c:pt>
                <c:pt idx="24786">
                  <c:v>25.45</c:v>
                </c:pt>
                <c:pt idx="24787">
                  <c:v>25.45</c:v>
                </c:pt>
                <c:pt idx="24788">
                  <c:v>25.5</c:v>
                </c:pt>
                <c:pt idx="24789">
                  <c:v>25.45</c:v>
                </c:pt>
                <c:pt idx="24790">
                  <c:v>25.5</c:v>
                </c:pt>
                <c:pt idx="24791">
                  <c:v>25.45</c:v>
                </c:pt>
                <c:pt idx="24792">
                  <c:v>25.45</c:v>
                </c:pt>
                <c:pt idx="24793">
                  <c:v>25.45</c:v>
                </c:pt>
                <c:pt idx="24794">
                  <c:v>25.45</c:v>
                </c:pt>
                <c:pt idx="24795">
                  <c:v>25.45</c:v>
                </c:pt>
                <c:pt idx="24796">
                  <c:v>25.45</c:v>
                </c:pt>
                <c:pt idx="24797">
                  <c:v>25.45</c:v>
                </c:pt>
                <c:pt idx="24798">
                  <c:v>25.45</c:v>
                </c:pt>
                <c:pt idx="24799">
                  <c:v>25.45</c:v>
                </c:pt>
                <c:pt idx="24800">
                  <c:v>25.45</c:v>
                </c:pt>
                <c:pt idx="24801">
                  <c:v>25.45</c:v>
                </c:pt>
                <c:pt idx="24802">
                  <c:v>25.45</c:v>
                </c:pt>
                <c:pt idx="24803">
                  <c:v>25.45</c:v>
                </c:pt>
                <c:pt idx="24804">
                  <c:v>25.45</c:v>
                </c:pt>
                <c:pt idx="24805">
                  <c:v>25.45</c:v>
                </c:pt>
                <c:pt idx="24806">
                  <c:v>25.45</c:v>
                </c:pt>
                <c:pt idx="24807">
                  <c:v>25.45</c:v>
                </c:pt>
                <c:pt idx="24808">
                  <c:v>25.45</c:v>
                </c:pt>
                <c:pt idx="24809">
                  <c:v>25.45</c:v>
                </c:pt>
                <c:pt idx="24810">
                  <c:v>25.45</c:v>
                </c:pt>
                <c:pt idx="24811">
                  <c:v>25.45</c:v>
                </c:pt>
                <c:pt idx="24812">
                  <c:v>25.45</c:v>
                </c:pt>
                <c:pt idx="24813">
                  <c:v>25.45</c:v>
                </c:pt>
                <c:pt idx="24814">
                  <c:v>25.45</c:v>
                </c:pt>
                <c:pt idx="24815">
                  <c:v>25.45</c:v>
                </c:pt>
                <c:pt idx="24816">
                  <c:v>25.45</c:v>
                </c:pt>
                <c:pt idx="24817">
                  <c:v>25.45</c:v>
                </c:pt>
                <c:pt idx="24818">
                  <c:v>25.45</c:v>
                </c:pt>
                <c:pt idx="24819">
                  <c:v>25.45</c:v>
                </c:pt>
                <c:pt idx="24820">
                  <c:v>25.45</c:v>
                </c:pt>
                <c:pt idx="24821">
                  <c:v>25.45</c:v>
                </c:pt>
                <c:pt idx="24822">
                  <c:v>25.45</c:v>
                </c:pt>
                <c:pt idx="24823">
                  <c:v>25.45</c:v>
                </c:pt>
                <c:pt idx="24824">
                  <c:v>25.45</c:v>
                </c:pt>
                <c:pt idx="24825">
                  <c:v>25.45</c:v>
                </c:pt>
                <c:pt idx="24826">
                  <c:v>25.45</c:v>
                </c:pt>
                <c:pt idx="24827">
                  <c:v>25.45</c:v>
                </c:pt>
                <c:pt idx="24828">
                  <c:v>25.45</c:v>
                </c:pt>
                <c:pt idx="24829">
                  <c:v>25.45</c:v>
                </c:pt>
                <c:pt idx="24830">
                  <c:v>25.45</c:v>
                </c:pt>
                <c:pt idx="24831">
                  <c:v>25.45</c:v>
                </c:pt>
                <c:pt idx="24832">
                  <c:v>25.45</c:v>
                </c:pt>
                <c:pt idx="24833">
                  <c:v>25.45</c:v>
                </c:pt>
                <c:pt idx="24834">
                  <c:v>25.45</c:v>
                </c:pt>
                <c:pt idx="24835">
                  <c:v>25.45</c:v>
                </c:pt>
                <c:pt idx="24836">
                  <c:v>25.45</c:v>
                </c:pt>
                <c:pt idx="24837">
                  <c:v>25.45</c:v>
                </c:pt>
                <c:pt idx="24838">
                  <c:v>25.45</c:v>
                </c:pt>
                <c:pt idx="24839">
                  <c:v>25.45</c:v>
                </c:pt>
                <c:pt idx="24840">
                  <c:v>25.45</c:v>
                </c:pt>
                <c:pt idx="24841">
                  <c:v>25.45</c:v>
                </c:pt>
                <c:pt idx="24842">
                  <c:v>25.45</c:v>
                </c:pt>
                <c:pt idx="24843">
                  <c:v>25.45</c:v>
                </c:pt>
                <c:pt idx="24844">
                  <c:v>25.45</c:v>
                </c:pt>
                <c:pt idx="24845">
                  <c:v>25.45</c:v>
                </c:pt>
                <c:pt idx="24846">
                  <c:v>25.45</c:v>
                </c:pt>
                <c:pt idx="24847">
                  <c:v>25.45</c:v>
                </c:pt>
                <c:pt idx="24848">
                  <c:v>25.45</c:v>
                </c:pt>
                <c:pt idx="24849">
                  <c:v>25.45</c:v>
                </c:pt>
                <c:pt idx="24850">
                  <c:v>25.4</c:v>
                </c:pt>
                <c:pt idx="24851">
                  <c:v>25.45</c:v>
                </c:pt>
                <c:pt idx="24852">
                  <c:v>25.45</c:v>
                </c:pt>
                <c:pt idx="24853">
                  <c:v>25.45</c:v>
                </c:pt>
                <c:pt idx="24854">
                  <c:v>25.45</c:v>
                </c:pt>
                <c:pt idx="24855">
                  <c:v>25.45</c:v>
                </c:pt>
                <c:pt idx="24856">
                  <c:v>25.45</c:v>
                </c:pt>
                <c:pt idx="24857">
                  <c:v>25.45</c:v>
                </c:pt>
                <c:pt idx="24858">
                  <c:v>25.45</c:v>
                </c:pt>
                <c:pt idx="24859">
                  <c:v>25.45</c:v>
                </c:pt>
                <c:pt idx="24860">
                  <c:v>25.4</c:v>
                </c:pt>
                <c:pt idx="24861">
                  <c:v>25.45</c:v>
                </c:pt>
                <c:pt idx="24862">
                  <c:v>25.45</c:v>
                </c:pt>
                <c:pt idx="24863">
                  <c:v>25.45</c:v>
                </c:pt>
                <c:pt idx="24864">
                  <c:v>25.45</c:v>
                </c:pt>
                <c:pt idx="24865">
                  <c:v>25.45</c:v>
                </c:pt>
                <c:pt idx="24866">
                  <c:v>25.45</c:v>
                </c:pt>
                <c:pt idx="24867">
                  <c:v>25.4</c:v>
                </c:pt>
                <c:pt idx="24868">
                  <c:v>25.45</c:v>
                </c:pt>
                <c:pt idx="24869">
                  <c:v>25.45</c:v>
                </c:pt>
                <c:pt idx="24870">
                  <c:v>25.45</c:v>
                </c:pt>
                <c:pt idx="24871">
                  <c:v>25.45</c:v>
                </c:pt>
                <c:pt idx="24872">
                  <c:v>25.45</c:v>
                </c:pt>
                <c:pt idx="24873">
                  <c:v>25.4</c:v>
                </c:pt>
                <c:pt idx="24874">
                  <c:v>25.4</c:v>
                </c:pt>
                <c:pt idx="24875">
                  <c:v>25.45</c:v>
                </c:pt>
                <c:pt idx="24876">
                  <c:v>25.45</c:v>
                </c:pt>
                <c:pt idx="24877">
                  <c:v>25.4</c:v>
                </c:pt>
                <c:pt idx="24878">
                  <c:v>25.4</c:v>
                </c:pt>
                <c:pt idx="24879">
                  <c:v>25.45</c:v>
                </c:pt>
                <c:pt idx="24880">
                  <c:v>25.45</c:v>
                </c:pt>
                <c:pt idx="24881">
                  <c:v>25.45</c:v>
                </c:pt>
                <c:pt idx="24882">
                  <c:v>25.45</c:v>
                </c:pt>
                <c:pt idx="24883">
                  <c:v>25.45</c:v>
                </c:pt>
                <c:pt idx="24884">
                  <c:v>25.45</c:v>
                </c:pt>
                <c:pt idx="24885">
                  <c:v>25.45</c:v>
                </c:pt>
                <c:pt idx="24886">
                  <c:v>25.45</c:v>
                </c:pt>
                <c:pt idx="24887">
                  <c:v>25.45</c:v>
                </c:pt>
                <c:pt idx="24888">
                  <c:v>25.45</c:v>
                </c:pt>
                <c:pt idx="24889">
                  <c:v>25.4</c:v>
                </c:pt>
                <c:pt idx="24890">
                  <c:v>25.4</c:v>
                </c:pt>
                <c:pt idx="24891">
                  <c:v>25.45</c:v>
                </c:pt>
                <c:pt idx="24892">
                  <c:v>25.45</c:v>
                </c:pt>
                <c:pt idx="24893">
                  <c:v>25.45</c:v>
                </c:pt>
                <c:pt idx="24894">
                  <c:v>25.4</c:v>
                </c:pt>
                <c:pt idx="24895">
                  <c:v>25.4</c:v>
                </c:pt>
                <c:pt idx="24896">
                  <c:v>25.45</c:v>
                </c:pt>
                <c:pt idx="24897">
                  <c:v>25.45</c:v>
                </c:pt>
                <c:pt idx="24898">
                  <c:v>25.4</c:v>
                </c:pt>
                <c:pt idx="24899">
                  <c:v>25.45</c:v>
                </c:pt>
                <c:pt idx="24900">
                  <c:v>25.4</c:v>
                </c:pt>
                <c:pt idx="24901">
                  <c:v>25.4</c:v>
                </c:pt>
                <c:pt idx="24902">
                  <c:v>25.45</c:v>
                </c:pt>
                <c:pt idx="24903">
                  <c:v>25.45</c:v>
                </c:pt>
                <c:pt idx="24904">
                  <c:v>25.4</c:v>
                </c:pt>
                <c:pt idx="24905">
                  <c:v>25.45</c:v>
                </c:pt>
                <c:pt idx="24906">
                  <c:v>25.45</c:v>
                </c:pt>
                <c:pt idx="24907">
                  <c:v>25.45</c:v>
                </c:pt>
                <c:pt idx="24908">
                  <c:v>25.45</c:v>
                </c:pt>
                <c:pt idx="24909">
                  <c:v>25.45</c:v>
                </c:pt>
                <c:pt idx="24910">
                  <c:v>25.45</c:v>
                </c:pt>
                <c:pt idx="24911">
                  <c:v>25.45</c:v>
                </c:pt>
                <c:pt idx="24912">
                  <c:v>25.45</c:v>
                </c:pt>
                <c:pt idx="24913">
                  <c:v>25.45</c:v>
                </c:pt>
                <c:pt idx="24914">
                  <c:v>25.45</c:v>
                </c:pt>
                <c:pt idx="24915">
                  <c:v>25.45</c:v>
                </c:pt>
                <c:pt idx="24916">
                  <c:v>25.45</c:v>
                </c:pt>
                <c:pt idx="24917">
                  <c:v>25.45</c:v>
                </c:pt>
                <c:pt idx="24918">
                  <c:v>25.45</c:v>
                </c:pt>
                <c:pt idx="24919">
                  <c:v>25.4</c:v>
                </c:pt>
                <c:pt idx="24920">
                  <c:v>25.4</c:v>
                </c:pt>
                <c:pt idx="24921">
                  <c:v>25.45</c:v>
                </c:pt>
                <c:pt idx="24922">
                  <c:v>25.45</c:v>
                </c:pt>
                <c:pt idx="24923">
                  <c:v>25.45</c:v>
                </c:pt>
                <c:pt idx="24924">
                  <c:v>25.4</c:v>
                </c:pt>
                <c:pt idx="24925">
                  <c:v>25.4</c:v>
                </c:pt>
                <c:pt idx="24926">
                  <c:v>25.4</c:v>
                </c:pt>
                <c:pt idx="24927">
                  <c:v>25.45</c:v>
                </c:pt>
                <c:pt idx="24928">
                  <c:v>25.45</c:v>
                </c:pt>
                <c:pt idx="24929">
                  <c:v>25.45</c:v>
                </c:pt>
                <c:pt idx="24930">
                  <c:v>25.45</c:v>
                </c:pt>
                <c:pt idx="24931">
                  <c:v>25.45</c:v>
                </c:pt>
                <c:pt idx="24932">
                  <c:v>25.45</c:v>
                </c:pt>
                <c:pt idx="24933">
                  <c:v>25.45</c:v>
                </c:pt>
                <c:pt idx="24934">
                  <c:v>25.45</c:v>
                </c:pt>
                <c:pt idx="24935">
                  <c:v>25.45</c:v>
                </c:pt>
                <c:pt idx="24936">
                  <c:v>25.45</c:v>
                </c:pt>
                <c:pt idx="24937">
                  <c:v>25.45</c:v>
                </c:pt>
                <c:pt idx="24938">
                  <c:v>25.45</c:v>
                </c:pt>
                <c:pt idx="24939">
                  <c:v>25.45</c:v>
                </c:pt>
                <c:pt idx="24940">
                  <c:v>25.45</c:v>
                </c:pt>
                <c:pt idx="24941">
                  <c:v>25.45</c:v>
                </c:pt>
                <c:pt idx="24942">
                  <c:v>25.45</c:v>
                </c:pt>
                <c:pt idx="24943">
                  <c:v>25.45</c:v>
                </c:pt>
                <c:pt idx="24944">
                  <c:v>25.45</c:v>
                </c:pt>
                <c:pt idx="24945">
                  <c:v>25.45</c:v>
                </c:pt>
                <c:pt idx="24946">
                  <c:v>25.45</c:v>
                </c:pt>
                <c:pt idx="24947">
                  <c:v>25.45</c:v>
                </c:pt>
                <c:pt idx="24948">
                  <c:v>25.45</c:v>
                </c:pt>
                <c:pt idx="24949">
                  <c:v>25.45</c:v>
                </c:pt>
                <c:pt idx="24950">
                  <c:v>25.45</c:v>
                </c:pt>
                <c:pt idx="24951">
                  <c:v>25.45</c:v>
                </c:pt>
                <c:pt idx="24952">
                  <c:v>25.45</c:v>
                </c:pt>
                <c:pt idx="24953">
                  <c:v>25.45</c:v>
                </c:pt>
                <c:pt idx="24954">
                  <c:v>25.45</c:v>
                </c:pt>
                <c:pt idx="24955">
                  <c:v>25.45</c:v>
                </c:pt>
                <c:pt idx="24956">
                  <c:v>25.45</c:v>
                </c:pt>
                <c:pt idx="24957">
                  <c:v>25.45</c:v>
                </c:pt>
                <c:pt idx="24958">
                  <c:v>25.45</c:v>
                </c:pt>
                <c:pt idx="24959">
                  <c:v>25.45</c:v>
                </c:pt>
                <c:pt idx="24960">
                  <c:v>25.45</c:v>
                </c:pt>
                <c:pt idx="24961">
                  <c:v>25.45</c:v>
                </c:pt>
                <c:pt idx="24962">
                  <c:v>25.45</c:v>
                </c:pt>
                <c:pt idx="24963">
                  <c:v>25.45</c:v>
                </c:pt>
                <c:pt idx="24964">
                  <c:v>25.4</c:v>
                </c:pt>
                <c:pt idx="24965">
                  <c:v>25.45</c:v>
                </c:pt>
                <c:pt idx="24966">
                  <c:v>25.45</c:v>
                </c:pt>
                <c:pt idx="24967">
                  <c:v>25.45</c:v>
                </c:pt>
                <c:pt idx="24968">
                  <c:v>25.45</c:v>
                </c:pt>
                <c:pt idx="24969">
                  <c:v>25.45</c:v>
                </c:pt>
                <c:pt idx="24970">
                  <c:v>25.45</c:v>
                </c:pt>
                <c:pt idx="24971">
                  <c:v>25.45</c:v>
                </c:pt>
                <c:pt idx="24972">
                  <c:v>25.45</c:v>
                </c:pt>
                <c:pt idx="24973">
                  <c:v>25.45</c:v>
                </c:pt>
                <c:pt idx="24974">
                  <c:v>25.45</c:v>
                </c:pt>
                <c:pt idx="24975">
                  <c:v>25.45</c:v>
                </c:pt>
                <c:pt idx="24976">
                  <c:v>25.45</c:v>
                </c:pt>
                <c:pt idx="24977">
                  <c:v>25.45</c:v>
                </c:pt>
                <c:pt idx="24978">
                  <c:v>25.45</c:v>
                </c:pt>
                <c:pt idx="24979">
                  <c:v>25.45</c:v>
                </c:pt>
                <c:pt idx="24980">
                  <c:v>25.45</c:v>
                </c:pt>
                <c:pt idx="24981">
                  <c:v>25.45</c:v>
                </c:pt>
                <c:pt idx="24982">
                  <c:v>25.45</c:v>
                </c:pt>
                <c:pt idx="24983">
                  <c:v>25.45</c:v>
                </c:pt>
                <c:pt idx="24984">
                  <c:v>25.45</c:v>
                </c:pt>
                <c:pt idx="24985">
                  <c:v>25.45</c:v>
                </c:pt>
                <c:pt idx="24986">
                  <c:v>25.4</c:v>
                </c:pt>
                <c:pt idx="24987">
                  <c:v>25.4</c:v>
                </c:pt>
                <c:pt idx="24988">
                  <c:v>25.4</c:v>
                </c:pt>
                <c:pt idx="24989">
                  <c:v>25.4</c:v>
                </c:pt>
                <c:pt idx="24990">
                  <c:v>25.4</c:v>
                </c:pt>
                <c:pt idx="24991">
                  <c:v>25.45</c:v>
                </c:pt>
                <c:pt idx="24992">
                  <c:v>25.4</c:v>
                </c:pt>
                <c:pt idx="24993">
                  <c:v>25.4</c:v>
                </c:pt>
                <c:pt idx="24994">
                  <c:v>25.4</c:v>
                </c:pt>
                <c:pt idx="24995">
                  <c:v>25.4</c:v>
                </c:pt>
                <c:pt idx="24996">
                  <c:v>25.4</c:v>
                </c:pt>
                <c:pt idx="24997">
                  <c:v>25.45</c:v>
                </c:pt>
                <c:pt idx="24998">
                  <c:v>25.45</c:v>
                </c:pt>
                <c:pt idx="24999">
                  <c:v>25.45</c:v>
                </c:pt>
                <c:pt idx="25000">
                  <c:v>25.45</c:v>
                </c:pt>
                <c:pt idx="25001">
                  <c:v>25.45</c:v>
                </c:pt>
                <c:pt idx="25002">
                  <c:v>25.45</c:v>
                </c:pt>
                <c:pt idx="25003">
                  <c:v>25.4</c:v>
                </c:pt>
                <c:pt idx="25004">
                  <c:v>25.45</c:v>
                </c:pt>
                <c:pt idx="25005">
                  <c:v>25.45</c:v>
                </c:pt>
                <c:pt idx="25006">
                  <c:v>25.45</c:v>
                </c:pt>
                <c:pt idx="25007">
                  <c:v>25.45</c:v>
                </c:pt>
                <c:pt idx="25008">
                  <c:v>25.45</c:v>
                </c:pt>
                <c:pt idx="25009">
                  <c:v>25.45</c:v>
                </c:pt>
                <c:pt idx="25010">
                  <c:v>25.4</c:v>
                </c:pt>
                <c:pt idx="25011">
                  <c:v>25.45</c:v>
                </c:pt>
                <c:pt idx="25012">
                  <c:v>25.4</c:v>
                </c:pt>
                <c:pt idx="25013">
                  <c:v>25.4</c:v>
                </c:pt>
                <c:pt idx="25014">
                  <c:v>25.4</c:v>
                </c:pt>
                <c:pt idx="25015">
                  <c:v>25.4</c:v>
                </c:pt>
                <c:pt idx="25016">
                  <c:v>25.4</c:v>
                </c:pt>
                <c:pt idx="25017">
                  <c:v>25.4</c:v>
                </c:pt>
                <c:pt idx="25018">
                  <c:v>25.4</c:v>
                </c:pt>
                <c:pt idx="25019">
                  <c:v>25.4</c:v>
                </c:pt>
                <c:pt idx="25020">
                  <c:v>25.4</c:v>
                </c:pt>
                <c:pt idx="25021">
                  <c:v>25.4</c:v>
                </c:pt>
                <c:pt idx="25022">
                  <c:v>25.4</c:v>
                </c:pt>
                <c:pt idx="25023">
                  <c:v>25.4</c:v>
                </c:pt>
                <c:pt idx="25024">
                  <c:v>25.4</c:v>
                </c:pt>
                <c:pt idx="25025">
                  <c:v>25.4</c:v>
                </c:pt>
                <c:pt idx="25026">
                  <c:v>25.4</c:v>
                </c:pt>
                <c:pt idx="25027">
                  <c:v>25.4</c:v>
                </c:pt>
                <c:pt idx="25028">
                  <c:v>25.4</c:v>
                </c:pt>
                <c:pt idx="25029">
                  <c:v>25.4</c:v>
                </c:pt>
                <c:pt idx="25030">
                  <c:v>25.4</c:v>
                </c:pt>
                <c:pt idx="25031">
                  <c:v>25.4</c:v>
                </c:pt>
                <c:pt idx="25032">
                  <c:v>25.45</c:v>
                </c:pt>
                <c:pt idx="25033">
                  <c:v>25.4</c:v>
                </c:pt>
                <c:pt idx="25034">
                  <c:v>25.4</c:v>
                </c:pt>
                <c:pt idx="25035">
                  <c:v>25.4</c:v>
                </c:pt>
                <c:pt idx="25036">
                  <c:v>25.4</c:v>
                </c:pt>
                <c:pt idx="25037">
                  <c:v>25.4</c:v>
                </c:pt>
                <c:pt idx="25038">
                  <c:v>25.4</c:v>
                </c:pt>
                <c:pt idx="25039">
                  <c:v>25.4</c:v>
                </c:pt>
                <c:pt idx="25040">
                  <c:v>25.4</c:v>
                </c:pt>
                <c:pt idx="25041">
                  <c:v>25.4</c:v>
                </c:pt>
                <c:pt idx="25042">
                  <c:v>25.4</c:v>
                </c:pt>
                <c:pt idx="25043">
                  <c:v>25.4</c:v>
                </c:pt>
                <c:pt idx="25044">
                  <c:v>25.4</c:v>
                </c:pt>
                <c:pt idx="25045">
                  <c:v>25.4</c:v>
                </c:pt>
                <c:pt idx="25046">
                  <c:v>25.4</c:v>
                </c:pt>
                <c:pt idx="25047">
                  <c:v>25.4</c:v>
                </c:pt>
                <c:pt idx="25048">
                  <c:v>25.4</c:v>
                </c:pt>
                <c:pt idx="25049">
                  <c:v>25.4</c:v>
                </c:pt>
                <c:pt idx="25050">
                  <c:v>25.4</c:v>
                </c:pt>
                <c:pt idx="25051">
                  <c:v>25.4</c:v>
                </c:pt>
                <c:pt idx="25052">
                  <c:v>25.4</c:v>
                </c:pt>
                <c:pt idx="25053">
                  <c:v>25.4</c:v>
                </c:pt>
                <c:pt idx="25054">
                  <c:v>25.4</c:v>
                </c:pt>
                <c:pt idx="25055">
                  <c:v>25.4</c:v>
                </c:pt>
                <c:pt idx="25056">
                  <c:v>25.4</c:v>
                </c:pt>
                <c:pt idx="25057">
                  <c:v>25.4</c:v>
                </c:pt>
                <c:pt idx="25058">
                  <c:v>25.4</c:v>
                </c:pt>
                <c:pt idx="25059">
                  <c:v>25.4</c:v>
                </c:pt>
                <c:pt idx="25060">
                  <c:v>25.4</c:v>
                </c:pt>
                <c:pt idx="25061">
                  <c:v>25.4</c:v>
                </c:pt>
                <c:pt idx="25062">
                  <c:v>25.4</c:v>
                </c:pt>
                <c:pt idx="25063">
                  <c:v>25.4</c:v>
                </c:pt>
                <c:pt idx="25064">
                  <c:v>25.4</c:v>
                </c:pt>
                <c:pt idx="25065">
                  <c:v>25.4</c:v>
                </c:pt>
                <c:pt idx="25066">
                  <c:v>25.4</c:v>
                </c:pt>
                <c:pt idx="25067">
                  <c:v>25.4</c:v>
                </c:pt>
                <c:pt idx="25068">
                  <c:v>25.4</c:v>
                </c:pt>
                <c:pt idx="25069">
                  <c:v>25.4</c:v>
                </c:pt>
                <c:pt idx="25070">
                  <c:v>25.4</c:v>
                </c:pt>
                <c:pt idx="25071">
                  <c:v>25.4</c:v>
                </c:pt>
                <c:pt idx="25072">
                  <c:v>25.4</c:v>
                </c:pt>
                <c:pt idx="25073">
                  <c:v>25.4</c:v>
                </c:pt>
                <c:pt idx="25074">
                  <c:v>25.4</c:v>
                </c:pt>
                <c:pt idx="25075">
                  <c:v>25.4</c:v>
                </c:pt>
                <c:pt idx="25076">
                  <c:v>25.4</c:v>
                </c:pt>
                <c:pt idx="25077">
                  <c:v>25.4</c:v>
                </c:pt>
                <c:pt idx="25078">
                  <c:v>25.4</c:v>
                </c:pt>
                <c:pt idx="25079">
                  <c:v>25.4</c:v>
                </c:pt>
                <c:pt idx="25080">
                  <c:v>25.4</c:v>
                </c:pt>
                <c:pt idx="25081">
                  <c:v>25.4</c:v>
                </c:pt>
                <c:pt idx="25082">
                  <c:v>25.4</c:v>
                </c:pt>
                <c:pt idx="25083">
                  <c:v>25.4</c:v>
                </c:pt>
                <c:pt idx="25084">
                  <c:v>25.4</c:v>
                </c:pt>
                <c:pt idx="25085">
                  <c:v>25.4</c:v>
                </c:pt>
                <c:pt idx="25086">
                  <c:v>25.4</c:v>
                </c:pt>
                <c:pt idx="25087">
                  <c:v>25.4</c:v>
                </c:pt>
                <c:pt idx="25088">
                  <c:v>25.4</c:v>
                </c:pt>
                <c:pt idx="25089">
                  <c:v>25.4</c:v>
                </c:pt>
                <c:pt idx="25090">
                  <c:v>25.4</c:v>
                </c:pt>
                <c:pt idx="25091">
                  <c:v>25.4</c:v>
                </c:pt>
                <c:pt idx="25092">
                  <c:v>25.4</c:v>
                </c:pt>
                <c:pt idx="25093">
                  <c:v>25.4</c:v>
                </c:pt>
                <c:pt idx="25094">
                  <c:v>25.4</c:v>
                </c:pt>
                <c:pt idx="25095">
                  <c:v>25.4</c:v>
                </c:pt>
                <c:pt idx="25096">
                  <c:v>25.4</c:v>
                </c:pt>
                <c:pt idx="25097">
                  <c:v>25.4</c:v>
                </c:pt>
                <c:pt idx="25098">
                  <c:v>25.4</c:v>
                </c:pt>
                <c:pt idx="25099">
                  <c:v>25.4</c:v>
                </c:pt>
                <c:pt idx="25100">
                  <c:v>25.4</c:v>
                </c:pt>
                <c:pt idx="25101">
                  <c:v>25.4</c:v>
                </c:pt>
                <c:pt idx="25102">
                  <c:v>25.4</c:v>
                </c:pt>
                <c:pt idx="25103">
                  <c:v>25.4</c:v>
                </c:pt>
                <c:pt idx="25104">
                  <c:v>25.4</c:v>
                </c:pt>
                <c:pt idx="25105">
                  <c:v>25.4</c:v>
                </c:pt>
                <c:pt idx="25106">
                  <c:v>25.4</c:v>
                </c:pt>
                <c:pt idx="25107">
                  <c:v>25.4</c:v>
                </c:pt>
                <c:pt idx="25108">
                  <c:v>25.4</c:v>
                </c:pt>
                <c:pt idx="25109">
                  <c:v>25.4</c:v>
                </c:pt>
                <c:pt idx="25110">
                  <c:v>25.4</c:v>
                </c:pt>
                <c:pt idx="25111">
                  <c:v>25.4</c:v>
                </c:pt>
                <c:pt idx="25112">
                  <c:v>25.4</c:v>
                </c:pt>
                <c:pt idx="25113">
                  <c:v>25.4</c:v>
                </c:pt>
                <c:pt idx="25114">
                  <c:v>25.4</c:v>
                </c:pt>
                <c:pt idx="25115">
                  <c:v>25.4</c:v>
                </c:pt>
                <c:pt idx="25116">
                  <c:v>25.4</c:v>
                </c:pt>
                <c:pt idx="25117">
                  <c:v>25.4</c:v>
                </c:pt>
                <c:pt idx="25118">
                  <c:v>25.4</c:v>
                </c:pt>
                <c:pt idx="25119">
                  <c:v>25.4</c:v>
                </c:pt>
                <c:pt idx="25120">
                  <c:v>25.4</c:v>
                </c:pt>
                <c:pt idx="25121">
                  <c:v>25.4</c:v>
                </c:pt>
                <c:pt idx="25122">
                  <c:v>25.4</c:v>
                </c:pt>
                <c:pt idx="25123">
                  <c:v>25.4</c:v>
                </c:pt>
                <c:pt idx="25124">
                  <c:v>25.4</c:v>
                </c:pt>
                <c:pt idx="25125">
                  <c:v>25.4</c:v>
                </c:pt>
                <c:pt idx="25126">
                  <c:v>25.4</c:v>
                </c:pt>
                <c:pt idx="25127">
                  <c:v>25.4</c:v>
                </c:pt>
                <c:pt idx="25128">
                  <c:v>25.4</c:v>
                </c:pt>
                <c:pt idx="25129">
                  <c:v>25.4</c:v>
                </c:pt>
                <c:pt idx="25130">
                  <c:v>25.4</c:v>
                </c:pt>
                <c:pt idx="25131">
                  <c:v>25.4</c:v>
                </c:pt>
                <c:pt idx="25132">
                  <c:v>25.4</c:v>
                </c:pt>
                <c:pt idx="25133">
                  <c:v>25.4</c:v>
                </c:pt>
                <c:pt idx="25134">
                  <c:v>25.4</c:v>
                </c:pt>
                <c:pt idx="25135">
                  <c:v>25.4</c:v>
                </c:pt>
                <c:pt idx="25136">
                  <c:v>25.4</c:v>
                </c:pt>
                <c:pt idx="25137">
                  <c:v>25.4</c:v>
                </c:pt>
                <c:pt idx="25138">
                  <c:v>25.4</c:v>
                </c:pt>
                <c:pt idx="25139">
                  <c:v>25.4</c:v>
                </c:pt>
                <c:pt idx="25140">
                  <c:v>25.4</c:v>
                </c:pt>
                <c:pt idx="25141">
                  <c:v>25.4</c:v>
                </c:pt>
                <c:pt idx="25142">
                  <c:v>25.4</c:v>
                </c:pt>
                <c:pt idx="25143">
                  <c:v>25.4</c:v>
                </c:pt>
                <c:pt idx="25144">
                  <c:v>25.4</c:v>
                </c:pt>
                <c:pt idx="25145">
                  <c:v>25.4</c:v>
                </c:pt>
                <c:pt idx="25146">
                  <c:v>25.4</c:v>
                </c:pt>
                <c:pt idx="25147">
                  <c:v>25.4</c:v>
                </c:pt>
                <c:pt idx="25148">
                  <c:v>25.4</c:v>
                </c:pt>
                <c:pt idx="25149">
                  <c:v>25.4</c:v>
                </c:pt>
                <c:pt idx="25150">
                  <c:v>25.4</c:v>
                </c:pt>
                <c:pt idx="25151">
                  <c:v>25.4</c:v>
                </c:pt>
                <c:pt idx="25152">
                  <c:v>25.4</c:v>
                </c:pt>
                <c:pt idx="25153">
                  <c:v>25.4</c:v>
                </c:pt>
                <c:pt idx="25154">
                  <c:v>25.4</c:v>
                </c:pt>
                <c:pt idx="25155">
                  <c:v>25.4</c:v>
                </c:pt>
                <c:pt idx="25156">
                  <c:v>25.4</c:v>
                </c:pt>
                <c:pt idx="25157">
                  <c:v>25.4</c:v>
                </c:pt>
                <c:pt idx="25158">
                  <c:v>25.4</c:v>
                </c:pt>
                <c:pt idx="25159">
                  <c:v>25.4</c:v>
                </c:pt>
                <c:pt idx="25160">
                  <c:v>25.4</c:v>
                </c:pt>
                <c:pt idx="25161">
                  <c:v>25.4</c:v>
                </c:pt>
                <c:pt idx="25162">
                  <c:v>25.4</c:v>
                </c:pt>
                <c:pt idx="25163">
                  <c:v>25.4</c:v>
                </c:pt>
                <c:pt idx="25164">
                  <c:v>25.4</c:v>
                </c:pt>
                <c:pt idx="25165">
                  <c:v>25.4</c:v>
                </c:pt>
                <c:pt idx="25166">
                  <c:v>25.4</c:v>
                </c:pt>
                <c:pt idx="25167">
                  <c:v>25.4</c:v>
                </c:pt>
                <c:pt idx="25168">
                  <c:v>25.4</c:v>
                </c:pt>
                <c:pt idx="25169">
                  <c:v>25.4</c:v>
                </c:pt>
                <c:pt idx="25170">
                  <c:v>25.4</c:v>
                </c:pt>
                <c:pt idx="25171">
                  <c:v>25.4</c:v>
                </c:pt>
                <c:pt idx="25172">
                  <c:v>25.4</c:v>
                </c:pt>
                <c:pt idx="25173">
                  <c:v>25.4</c:v>
                </c:pt>
                <c:pt idx="25174">
                  <c:v>25.4</c:v>
                </c:pt>
                <c:pt idx="25175">
                  <c:v>25.4</c:v>
                </c:pt>
                <c:pt idx="25176">
                  <c:v>25.4</c:v>
                </c:pt>
                <c:pt idx="25177">
                  <c:v>25.4</c:v>
                </c:pt>
                <c:pt idx="25178">
                  <c:v>25.4</c:v>
                </c:pt>
                <c:pt idx="25179">
                  <c:v>25.4</c:v>
                </c:pt>
                <c:pt idx="25180">
                  <c:v>25.4</c:v>
                </c:pt>
                <c:pt idx="25181">
                  <c:v>25.4</c:v>
                </c:pt>
                <c:pt idx="25182">
                  <c:v>25.4</c:v>
                </c:pt>
                <c:pt idx="25183">
                  <c:v>25.4</c:v>
                </c:pt>
                <c:pt idx="25184">
                  <c:v>25.4</c:v>
                </c:pt>
                <c:pt idx="25185">
                  <c:v>25.4</c:v>
                </c:pt>
                <c:pt idx="25186">
                  <c:v>25.4</c:v>
                </c:pt>
                <c:pt idx="25187">
                  <c:v>25.4</c:v>
                </c:pt>
                <c:pt idx="25188">
                  <c:v>25.4</c:v>
                </c:pt>
                <c:pt idx="25189">
                  <c:v>25.4</c:v>
                </c:pt>
                <c:pt idx="25190">
                  <c:v>25.4</c:v>
                </c:pt>
                <c:pt idx="25191">
                  <c:v>25.4</c:v>
                </c:pt>
                <c:pt idx="25192">
                  <c:v>25.4</c:v>
                </c:pt>
                <c:pt idx="25193">
                  <c:v>25.4</c:v>
                </c:pt>
                <c:pt idx="25194">
                  <c:v>25.4</c:v>
                </c:pt>
                <c:pt idx="25195">
                  <c:v>25.4</c:v>
                </c:pt>
                <c:pt idx="25196">
                  <c:v>25.4</c:v>
                </c:pt>
                <c:pt idx="25197">
                  <c:v>25.4</c:v>
                </c:pt>
                <c:pt idx="25198">
                  <c:v>25.4</c:v>
                </c:pt>
                <c:pt idx="25199">
                  <c:v>25.35</c:v>
                </c:pt>
                <c:pt idx="25200">
                  <c:v>25.35</c:v>
                </c:pt>
                <c:pt idx="25201">
                  <c:v>25.35</c:v>
                </c:pt>
                <c:pt idx="25202">
                  <c:v>25.35</c:v>
                </c:pt>
                <c:pt idx="25203">
                  <c:v>25.35</c:v>
                </c:pt>
                <c:pt idx="25204">
                  <c:v>25.35</c:v>
                </c:pt>
                <c:pt idx="25205">
                  <c:v>25.35</c:v>
                </c:pt>
                <c:pt idx="25206">
                  <c:v>25.35</c:v>
                </c:pt>
                <c:pt idx="25207">
                  <c:v>25.35</c:v>
                </c:pt>
                <c:pt idx="25208">
                  <c:v>25.35</c:v>
                </c:pt>
                <c:pt idx="25209">
                  <c:v>25.35</c:v>
                </c:pt>
                <c:pt idx="25210">
                  <c:v>25.35</c:v>
                </c:pt>
                <c:pt idx="25211">
                  <c:v>25.35</c:v>
                </c:pt>
                <c:pt idx="25212">
                  <c:v>25.4</c:v>
                </c:pt>
                <c:pt idx="25213">
                  <c:v>25.35</c:v>
                </c:pt>
                <c:pt idx="25214">
                  <c:v>25.4</c:v>
                </c:pt>
                <c:pt idx="25215">
                  <c:v>25.4</c:v>
                </c:pt>
                <c:pt idx="25216">
                  <c:v>25.4</c:v>
                </c:pt>
                <c:pt idx="25217">
                  <c:v>25.35</c:v>
                </c:pt>
                <c:pt idx="25218">
                  <c:v>25.4</c:v>
                </c:pt>
                <c:pt idx="25219">
                  <c:v>25.35</c:v>
                </c:pt>
                <c:pt idx="25220">
                  <c:v>25.35</c:v>
                </c:pt>
                <c:pt idx="25221">
                  <c:v>25.35</c:v>
                </c:pt>
                <c:pt idx="25222">
                  <c:v>25.35</c:v>
                </c:pt>
                <c:pt idx="25223">
                  <c:v>25.35</c:v>
                </c:pt>
                <c:pt idx="25224">
                  <c:v>25.35</c:v>
                </c:pt>
                <c:pt idx="25225">
                  <c:v>25.35</c:v>
                </c:pt>
                <c:pt idx="25226">
                  <c:v>25.35</c:v>
                </c:pt>
                <c:pt idx="25227">
                  <c:v>25.35</c:v>
                </c:pt>
                <c:pt idx="25228">
                  <c:v>25.35</c:v>
                </c:pt>
                <c:pt idx="25229">
                  <c:v>25.35</c:v>
                </c:pt>
                <c:pt idx="25230">
                  <c:v>25.35</c:v>
                </c:pt>
                <c:pt idx="25231">
                  <c:v>25.35</c:v>
                </c:pt>
                <c:pt idx="25232">
                  <c:v>25.35</c:v>
                </c:pt>
                <c:pt idx="25233">
                  <c:v>25.35</c:v>
                </c:pt>
                <c:pt idx="25234">
                  <c:v>25.35</c:v>
                </c:pt>
                <c:pt idx="25235">
                  <c:v>25.35</c:v>
                </c:pt>
                <c:pt idx="25236">
                  <c:v>25.35</c:v>
                </c:pt>
                <c:pt idx="25237">
                  <c:v>25.35</c:v>
                </c:pt>
                <c:pt idx="25238">
                  <c:v>25.35</c:v>
                </c:pt>
                <c:pt idx="25239">
                  <c:v>25.35</c:v>
                </c:pt>
                <c:pt idx="25240">
                  <c:v>25.35</c:v>
                </c:pt>
                <c:pt idx="25241">
                  <c:v>25.35</c:v>
                </c:pt>
                <c:pt idx="25242">
                  <c:v>25.35</c:v>
                </c:pt>
                <c:pt idx="25243">
                  <c:v>25.35</c:v>
                </c:pt>
                <c:pt idx="25244">
                  <c:v>25.35</c:v>
                </c:pt>
                <c:pt idx="25245">
                  <c:v>25.35</c:v>
                </c:pt>
                <c:pt idx="25246">
                  <c:v>25.35</c:v>
                </c:pt>
                <c:pt idx="25247">
                  <c:v>25.35</c:v>
                </c:pt>
                <c:pt idx="25248">
                  <c:v>25.35</c:v>
                </c:pt>
                <c:pt idx="25249">
                  <c:v>25.35</c:v>
                </c:pt>
                <c:pt idx="25250">
                  <c:v>25.35</c:v>
                </c:pt>
                <c:pt idx="25251">
                  <c:v>25.35</c:v>
                </c:pt>
                <c:pt idx="25252">
                  <c:v>25.35</c:v>
                </c:pt>
                <c:pt idx="25253">
                  <c:v>25.35</c:v>
                </c:pt>
                <c:pt idx="25254">
                  <c:v>25.35</c:v>
                </c:pt>
                <c:pt idx="25255">
                  <c:v>25.35</c:v>
                </c:pt>
                <c:pt idx="25256">
                  <c:v>25.35</c:v>
                </c:pt>
                <c:pt idx="25257">
                  <c:v>25.35</c:v>
                </c:pt>
                <c:pt idx="25258">
                  <c:v>25.35</c:v>
                </c:pt>
                <c:pt idx="25259">
                  <c:v>25.35</c:v>
                </c:pt>
                <c:pt idx="25260">
                  <c:v>25.35</c:v>
                </c:pt>
                <c:pt idx="25261">
                  <c:v>25.35</c:v>
                </c:pt>
                <c:pt idx="25262">
                  <c:v>25.35</c:v>
                </c:pt>
                <c:pt idx="25263">
                  <c:v>25.35</c:v>
                </c:pt>
                <c:pt idx="25264">
                  <c:v>25.35</c:v>
                </c:pt>
                <c:pt idx="25265">
                  <c:v>25.35</c:v>
                </c:pt>
                <c:pt idx="25266">
                  <c:v>25.35</c:v>
                </c:pt>
                <c:pt idx="25267">
                  <c:v>25.35</c:v>
                </c:pt>
                <c:pt idx="25268">
                  <c:v>25.35</c:v>
                </c:pt>
                <c:pt idx="25269">
                  <c:v>25.35</c:v>
                </c:pt>
                <c:pt idx="25270">
                  <c:v>25.35</c:v>
                </c:pt>
                <c:pt idx="25271">
                  <c:v>25.35</c:v>
                </c:pt>
                <c:pt idx="25272">
                  <c:v>25.35</c:v>
                </c:pt>
                <c:pt idx="25273">
                  <c:v>25.35</c:v>
                </c:pt>
                <c:pt idx="25274">
                  <c:v>25.35</c:v>
                </c:pt>
                <c:pt idx="25275">
                  <c:v>25.35</c:v>
                </c:pt>
                <c:pt idx="25276">
                  <c:v>25.35</c:v>
                </c:pt>
                <c:pt idx="25277">
                  <c:v>25.35</c:v>
                </c:pt>
                <c:pt idx="25278">
                  <c:v>25.35</c:v>
                </c:pt>
                <c:pt idx="25279">
                  <c:v>25.35</c:v>
                </c:pt>
                <c:pt idx="25280">
                  <c:v>25.35</c:v>
                </c:pt>
                <c:pt idx="25281">
                  <c:v>25.35</c:v>
                </c:pt>
                <c:pt idx="25282">
                  <c:v>25.35</c:v>
                </c:pt>
                <c:pt idx="25283">
                  <c:v>25.35</c:v>
                </c:pt>
                <c:pt idx="25284">
                  <c:v>25.35</c:v>
                </c:pt>
                <c:pt idx="25285">
                  <c:v>25.35</c:v>
                </c:pt>
                <c:pt idx="25286">
                  <c:v>25.35</c:v>
                </c:pt>
                <c:pt idx="25287">
                  <c:v>25.35</c:v>
                </c:pt>
                <c:pt idx="25288">
                  <c:v>25.35</c:v>
                </c:pt>
                <c:pt idx="25289">
                  <c:v>25.35</c:v>
                </c:pt>
                <c:pt idx="25290">
                  <c:v>25.35</c:v>
                </c:pt>
                <c:pt idx="25291">
                  <c:v>25.35</c:v>
                </c:pt>
                <c:pt idx="25292">
                  <c:v>25.35</c:v>
                </c:pt>
                <c:pt idx="25293">
                  <c:v>25.35</c:v>
                </c:pt>
                <c:pt idx="25294">
                  <c:v>25.35</c:v>
                </c:pt>
                <c:pt idx="25295">
                  <c:v>25.35</c:v>
                </c:pt>
                <c:pt idx="25296">
                  <c:v>25.35</c:v>
                </c:pt>
                <c:pt idx="25297">
                  <c:v>25.35</c:v>
                </c:pt>
                <c:pt idx="25298">
                  <c:v>25.35</c:v>
                </c:pt>
                <c:pt idx="25299">
                  <c:v>25.35</c:v>
                </c:pt>
                <c:pt idx="25300">
                  <c:v>25.35</c:v>
                </c:pt>
                <c:pt idx="25301">
                  <c:v>25.35</c:v>
                </c:pt>
                <c:pt idx="25302">
                  <c:v>25.35</c:v>
                </c:pt>
                <c:pt idx="25303">
                  <c:v>25.35</c:v>
                </c:pt>
                <c:pt idx="25304">
                  <c:v>25.35</c:v>
                </c:pt>
                <c:pt idx="25305">
                  <c:v>25.35</c:v>
                </c:pt>
                <c:pt idx="25306">
                  <c:v>25.35</c:v>
                </c:pt>
                <c:pt idx="25307">
                  <c:v>25.35</c:v>
                </c:pt>
                <c:pt idx="25308">
                  <c:v>25.35</c:v>
                </c:pt>
                <c:pt idx="25309">
                  <c:v>25.35</c:v>
                </c:pt>
                <c:pt idx="25310">
                  <c:v>25.35</c:v>
                </c:pt>
                <c:pt idx="25311">
                  <c:v>25.35</c:v>
                </c:pt>
                <c:pt idx="25312">
                  <c:v>25.35</c:v>
                </c:pt>
                <c:pt idx="25313">
                  <c:v>25.35</c:v>
                </c:pt>
                <c:pt idx="25314">
                  <c:v>25.35</c:v>
                </c:pt>
                <c:pt idx="25315">
                  <c:v>25.35</c:v>
                </c:pt>
                <c:pt idx="25316">
                  <c:v>25.35</c:v>
                </c:pt>
                <c:pt idx="25317">
                  <c:v>25.35</c:v>
                </c:pt>
                <c:pt idx="25318">
                  <c:v>25.35</c:v>
                </c:pt>
                <c:pt idx="25319">
                  <c:v>25.35</c:v>
                </c:pt>
                <c:pt idx="25320">
                  <c:v>25.35</c:v>
                </c:pt>
                <c:pt idx="25321">
                  <c:v>25.35</c:v>
                </c:pt>
                <c:pt idx="25322">
                  <c:v>25.35</c:v>
                </c:pt>
                <c:pt idx="25323">
                  <c:v>25.35</c:v>
                </c:pt>
                <c:pt idx="25324">
                  <c:v>25.35</c:v>
                </c:pt>
                <c:pt idx="25325">
                  <c:v>25.35</c:v>
                </c:pt>
                <c:pt idx="25326">
                  <c:v>25.35</c:v>
                </c:pt>
                <c:pt idx="25327">
                  <c:v>25.35</c:v>
                </c:pt>
                <c:pt idx="25328">
                  <c:v>25.35</c:v>
                </c:pt>
                <c:pt idx="25329">
                  <c:v>25.35</c:v>
                </c:pt>
                <c:pt idx="25330">
                  <c:v>25.35</c:v>
                </c:pt>
                <c:pt idx="25331">
                  <c:v>25.35</c:v>
                </c:pt>
                <c:pt idx="25332">
                  <c:v>25.35</c:v>
                </c:pt>
                <c:pt idx="25333">
                  <c:v>25.35</c:v>
                </c:pt>
                <c:pt idx="25334">
                  <c:v>25.35</c:v>
                </c:pt>
                <c:pt idx="25335">
                  <c:v>25.35</c:v>
                </c:pt>
                <c:pt idx="25336">
                  <c:v>25.35</c:v>
                </c:pt>
                <c:pt idx="25337">
                  <c:v>25.35</c:v>
                </c:pt>
                <c:pt idx="25338">
                  <c:v>25.35</c:v>
                </c:pt>
                <c:pt idx="25339">
                  <c:v>25.35</c:v>
                </c:pt>
                <c:pt idx="25340">
                  <c:v>25.35</c:v>
                </c:pt>
                <c:pt idx="25341">
                  <c:v>25.35</c:v>
                </c:pt>
                <c:pt idx="25342">
                  <c:v>25.35</c:v>
                </c:pt>
                <c:pt idx="25343">
                  <c:v>25.35</c:v>
                </c:pt>
                <c:pt idx="25344">
                  <c:v>25.35</c:v>
                </c:pt>
                <c:pt idx="25345">
                  <c:v>25.35</c:v>
                </c:pt>
                <c:pt idx="25346">
                  <c:v>25.35</c:v>
                </c:pt>
                <c:pt idx="25347">
                  <c:v>25.35</c:v>
                </c:pt>
                <c:pt idx="25348">
                  <c:v>25.35</c:v>
                </c:pt>
                <c:pt idx="25349">
                  <c:v>25.35</c:v>
                </c:pt>
                <c:pt idx="25350">
                  <c:v>25.35</c:v>
                </c:pt>
                <c:pt idx="25351">
                  <c:v>25.35</c:v>
                </c:pt>
                <c:pt idx="25352">
                  <c:v>25.35</c:v>
                </c:pt>
                <c:pt idx="25353">
                  <c:v>25.35</c:v>
                </c:pt>
                <c:pt idx="25354">
                  <c:v>25.35</c:v>
                </c:pt>
                <c:pt idx="25355">
                  <c:v>25.35</c:v>
                </c:pt>
                <c:pt idx="25356">
                  <c:v>25.35</c:v>
                </c:pt>
                <c:pt idx="25357">
                  <c:v>25.35</c:v>
                </c:pt>
                <c:pt idx="25358">
                  <c:v>25.35</c:v>
                </c:pt>
                <c:pt idx="25359">
                  <c:v>25.35</c:v>
                </c:pt>
                <c:pt idx="25360">
                  <c:v>25.35</c:v>
                </c:pt>
                <c:pt idx="25361">
                  <c:v>25.35</c:v>
                </c:pt>
                <c:pt idx="25362">
                  <c:v>25.35</c:v>
                </c:pt>
                <c:pt idx="25363">
                  <c:v>25.35</c:v>
                </c:pt>
                <c:pt idx="25364">
                  <c:v>25.35</c:v>
                </c:pt>
                <c:pt idx="25365">
                  <c:v>25.35</c:v>
                </c:pt>
                <c:pt idx="25366">
                  <c:v>25.35</c:v>
                </c:pt>
                <c:pt idx="25367">
                  <c:v>25.35</c:v>
                </c:pt>
                <c:pt idx="25368">
                  <c:v>25.35</c:v>
                </c:pt>
                <c:pt idx="25369">
                  <c:v>25.35</c:v>
                </c:pt>
                <c:pt idx="25370">
                  <c:v>25.35</c:v>
                </c:pt>
                <c:pt idx="25371">
                  <c:v>25.35</c:v>
                </c:pt>
                <c:pt idx="25372">
                  <c:v>25.35</c:v>
                </c:pt>
                <c:pt idx="25373">
                  <c:v>25.35</c:v>
                </c:pt>
                <c:pt idx="25374">
                  <c:v>25.35</c:v>
                </c:pt>
                <c:pt idx="25375">
                  <c:v>25.35</c:v>
                </c:pt>
                <c:pt idx="25376">
                  <c:v>25.35</c:v>
                </c:pt>
                <c:pt idx="25377">
                  <c:v>25.35</c:v>
                </c:pt>
                <c:pt idx="25378">
                  <c:v>25.35</c:v>
                </c:pt>
                <c:pt idx="25379">
                  <c:v>25.35</c:v>
                </c:pt>
                <c:pt idx="25380">
                  <c:v>25.35</c:v>
                </c:pt>
                <c:pt idx="25381">
                  <c:v>25.35</c:v>
                </c:pt>
                <c:pt idx="25382">
                  <c:v>25.35</c:v>
                </c:pt>
                <c:pt idx="25383">
                  <c:v>25.35</c:v>
                </c:pt>
                <c:pt idx="25384">
                  <c:v>25.35</c:v>
                </c:pt>
                <c:pt idx="25385">
                  <c:v>25.35</c:v>
                </c:pt>
                <c:pt idx="25386">
                  <c:v>25.35</c:v>
                </c:pt>
                <c:pt idx="25387">
                  <c:v>25.35</c:v>
                </c:pt>
                <c:pt idx="25388">
                  <c:v>25.35</c:v>
                </c:pt>
                <c:pt idx="25389">
                  <c:v>25.35</c:v>
                </c:pt>
                <c:pt idx="25390">
                  <c:v>25.35</c:v>
                </c:pt>
                <c:pt idx="25391">
                  <c:v>25.35</c:v>
                </c:pt>
                <c:pt idx="25392">
                  <c:v>25.35</c:v>
                </c:pt>
                <c:pt idx="25393">
                  <c:v>25.35</c:v>
                </c:pt>
                <c:pt idx="25394">
                  <c:v>25.35</c:v>
                </c:pt>
                <c:pt idx="25395">
                  <c:v>25.35</c:v>
                </c:pt>
                <c:pt idx="25396">
                  <c:v>25.35</c:v>
                </c:pt>
                <c:pt idx="25397">
                  <c:v>25.35</c:v>
                </c:pt>
                <c:pt idx="25398">
                  <c:v>25.35</c:v>
                </c:pt>
                <c:pt idx="25399">
                  <c:v>25.35</c:v>
                </c:pt>
                <c:pt idx="25400">
                  <c:v>25.35</c:v>
                </c:pt>
                <c:pt idx="25401">
                  <c:v>25.35</c:v>
                </c:pt>
                <c:pt idx="25402">
                  <c:v>25.35</c:v>
                </c:pt>
                <c:pt idx="25403">
                  <c:v>25.35</c:v>
                </c:pt>
                <c:pt idx="25404">
                  <c:v>25.35</c:v>
                </c:pt>
                <c:pt idx="25405">
                  <c:v>25.35</c:v>
                </c:pt>
                <c:pt idx="25406">
                  <c:v>25.35</c:v>
                </c:pt>
                <c:pt idx="25407">
                  <c:v>25.35</c:v>
                </c:pt>
                <c:pt idx="25408">
                  <c:v>25.35</c:v>
                </c:pt>
                <c:pt idx="25409">
                  <c:v>25.35</c:v>
                </c:pt>
                <c:pt idx="25410">
                  <c:v>25.35</c:v>
                </c:pt>
                <c:pt idx="25411">
                  <c:v>25.35</c:v>
                </c:pt>
                <c:pt idx="25412">
                  <c:v>25.35</c:v>
                </c:pt>
                <c:pt idx="25413">
                  <c:v>25.35</c:v>
                </c:pt>
                <c:pt idx="25414">
                  <c:v>25.35</c:v>
                </c:pt>
                <c:pt idx="25415">
                  <c:v>25.35</c:v>
                </c:pt>
                <c:pt idx="25416">
                  <c:v>25.35</c:v>
                </c:pt>
                <c:pt idx="25417">
                  <c:v>25.35</c:v>
                </c:pt>
                <c:pt idx="25418">
                  <c:v>25.35</c:v>
                </c:pt>
                <c:pt idx="25419">
                  <c:v>25.3</c:v>
                </c:pt>
                <c:pt idx="25420">
                  <c:v>25.3</c:v>
                </c:pt>
                <c:pt idx="25421">
                  <c:v>25.3</c:v>
                </c:pt>
                <c:pt idx="25422">
                  <c:v>25.3</c:v>
                </c:pt>
                <c:pt idx="25423">
                  <c:v>25.3</c:v>
                </c:pt>
                <c:pt idx="25424">
                  <c:v>25.35</c:v>
                </c:pt>
                <c:pt idx="25425">
                  <c:v>25.3</c:v>
                </c:pt>
                <c:pt idx="25426">
                  <c:v>25.3</c:v>
                </c:pt>
                <c:pt idx="25427">
                  <c:v>25.3</c:v>
                </c:pt>
                <c:pt idx="25428">
                  <c:v>25.3</c:v>
                </c:pt>
                <c:pt idx="25429">
                  <c:v>25.3</c:v>
                </c:pt>
                <c:pt idx="25430">
                  <c:v>25.3</c:v>
                </c:pt>
                <c:pt idx="25431">
                  <c:v>25.35</c:v>
                </c:pt>
                <c:pt idx="25432">
                  <c:v>25.3</c:v>
                </c:pt>
                <c:pt idx="25433">
                  <c:v>25.3</c:v>
                </c:pt>
                <c:pt idx="25434">
                  <c:v>25.3</c:v>
                </c:pt>
                <c:pt idx="25435">
                  <c:v>25.3</c:v>
                </c:pt>
                <c:pt idx="25436">
                  <c:v>25.3</c:v>
                </c:pt>
                <c:pt idx="25437">
                  <c:v>25.3</c:v>
                </c:pt>
                <c:pt idx="25438">
                  <c:v>25.3</c:v>
                </c:pt>
                <c:pt idx="25439">
                  <c:v>25.3</c:v>
                </c:pt>
                <c:pt idx="25440">
                  <c:v>25.35</c:v>
                </c:pt>
                <c:pt idx="25441">
                  <c:v>25.3</c:v>
                </c:pt>
                <c:pt idx="25442">
                  <c:v>25.35</c:v>
                </c:pt>
                <c:pt idx="25443">
                  <c:v>25.35</c:v>
                </c:pt>
                <c:pt idx="25444">
                  <c:v>25.35</c:v>
                </c:pt>
                <c:pt idx="25445">
                  <c:v>25.35</c:v>
                </c:pt>
                <c:pt idx="25446">
                  <c:v>25.35</c:v>
                </c:pt>
                <c:pt idx="25447">
                  <c:v>25.35</c:v>
                </c:pt>
                <c:pt idx="25448">
                  <c:v>25.35</c:v>
                </c:pt>
                <c:pt idx="25449">
                  <c:v>25.35</c:v>
                </c:pt>
                <c:pt idx="25450">
                  <c:v>25.35</c:v>
                </c:pt>
                <c:pt idx="25451">
                  <c:v>25.35</c:v>
                </c:pt>
                <c:pt idx="25452">
                  <c:v>25.35</c:v>
                </c:pt>
                <c:pt idx="25453">
                  <c:v>25.35</c:v>
                </c:pt>
                <c:pt idx="25454">
                  <c:v>25.3</c:v>
                </c:pt>
                <c:pt idx="25455">
                  <c:v>25.35</c:v>
                </c:pt>
                <c:pt idx="25456">
                  <c:v>25.35</c:v>
                </c:pt>
                <c:pt idx="25457">
                  <c:v>25.35</c:v>
                </c:pt>
                <c:pt idx="25458">
                  <c:v>25.3</c:v>
                </c:pt>
                <c:pt idx="25459">
                  <c:v>25.35</c:v>
                </c:pt>
                <c:pt idx="25460">
                  <c:v>25.35</c:v>
                </c:pt>
                <c:pt idx="25461">
                  <c:v>25.3</c:v>
                </c:pt>
                <c:pt idx="25462">
                  <c:v>25.3</c:v>
                </c:pt>
                <c:pt idx="25463">
                  <c:v>25.3</c:v>
                </c:pt>
                <c:pt idx="25464">
                  <c:v>25.3</c:v>
                </c:pt>
                <c:pt idx="25465">
                  <c:v>25.3</c:v>
                </c:pt>
                <c:pt idx="25466">
                  <c:v>25.3</c:v>
                </c:pt>
                <c:pt idx="25467">
                  <c:v>25.3</c:v>
                </c:pt>
                <c:pt idx="25468">
                  <c:v>25.3</c:v>
                </c:pt>
                <c:pt idx="25469">
                  <c:v>25.3</c:v>
                </c:pt>
                <c:pt idx="25470">
                  <c:v>25.3</c:v>
                </c:pt>
                <c:pt idx="25471">
                  <c:v>25.3</c:v>
                </c:pt>
                <c:pt idx="25472">
                  <c:v>25.3</c:v>
                </c:pt>
                <c:pt idx="25473">
                  <c:v>25.3</c:v>
                </c:pt>
                <c:pt idx="25474">
                  <c:v>25.3</c:v>
                </c:pt>
                <c:pt idx="25475">
                  <c:v>25.3</c:v>
                </c:pt>
                <c:pt idx="25476">
                  <c:v>25.3</c:v>
                </c:pt>
                <c:pt idx="25477">
                  <c:v>25.3</c:v>
                </c:pt>
                <c:pt idx="25478">
                  <c:v>25.3</c:v>
                </c:pt>
                <c:pt idx="25479">
                  <c:v>25.3</c:v>
                </c:pt>
                <c:pt idx="25480">
                  <c:v>25.3</c:v>
                </c:pt>
                <c:pt idx="25481">
                  <c:v>25.3</c:v>
                </c:pt>
                <c:pt idx="25482">
                  <c:v>25.3</c:v>
                </c:pt>
                <c:pt idx="25483">
                  <c:v>25.3</c:v>
                </c:pt>
                <c:pt idx="25484">
                  <c:v>25.3</c:v>
                </c:pt>
                <c:pt idx="25485">
                  <c:v>25.3</c:v>
                </c:pt>
                <c:pt idx="25486">
                  <c:v>25.3</c:v>
                </c:pt>
                <c:pt idx="25487">
                  <c:v>25.3</c:v>
                </c:pt>
                <c:pt idx="25488">
                  <c:v>25.3</c:v>
                </c:pt>
                <c:pt idx="25489">
                  <c:v>25.3</c:v>
                </c:pt>
                <c:pt idx="25490">
                  <c:v>25.3</c:v>
                </c:pt>
                <c:pt idx="25491">
                  <c:v>25.3</c:v>
                </c:pt>
                <c:pt idx="25492">
                  <c:v>25.3</c:v>
                </c:pt>
                <c:pt idx="25493">
                  <c:v>25.3</c:v>
                </c:pt>
                <c:pt idx="25494">
                  <c:v>25.3</c:v>
                </c:pt>
                <c:pt idx="25495">
                  <c:v>25.3</c:v>
                </c:pt>
                <c:pt idx="25496">
                  <c:v>25.3</c:v>
                </c:pt>
                <c:pt idx="25497">
                  <c:v>25.3</c:v>
                </c:pt>
                <c:pt idx="25498">
                  <c:v>25.3</c:v>
                </c:pt>
                <c:pt idx="25499">
                  <c:v>25.3</c:v>
                </c:pt>
                <c:pt idx="25500">
                  <c:v>25.3</c:v>
                </c:pt>
                <c:pt idx="25501">
                  <c:v>25.3</c:v>
                </c:pt>
                <c:pt idx="25502">
                  <c:v>25.3</c:v>
                </c:pt>
                <c:pt idx="25503">
                  <c:v>25.3</c:v>
                </c:pt>
                <c:pt idx="25504">
                  <c:v>25.3</c:v>
                </c:pt>
                <c:pt idx="25505">
                  <c:v>25.3</c:v>
                </c:pt>
                <c:pt idx="25506">
                  <c:v>25.3</c:v>
                </c:pt>
                <c:pt idx="25507">
                  <c:v>25.3</c:v>
                </c:pt>
                <c:pt idx="25508">
                  <c:v>25.3</c:v>
                </c:pt>
                <c:pt idx="25509">
                  <c:v>25.3</c:v>
                </c:pt>
                <c:pt idx="25510">
                  <c:v>25.3</c:v>
                </c:pt>
                <c:pt idx="25511">
                  <c:v>25.3</c:v>
                </c:pt>
                <c:pt idx="25512">
                  <c:v>25.3</c:v>
                </c:pt>
                <c:pt idx="25513">
                  <c:v>25.3</c:v>
                </c:pt>
                <c:pt idx="25514">
                  <c:v>25.3</c:v>
                </c:pt>
                <c:pt idx="25515">
                  <c:v>25.3</c:v>
                </c:pt>
                <c:pt idx="25516">
                  <c:v>25.3</c:v>
                </c:pt>
                <c:pt idx="25517">
                  <c:v>25.3</c:v>
                </c:pt>
                <c:pt idx="25518">
                  <c:v>25.3</c:v>
                </c:pt>
                <c:pt idx="25519">
                  <c:v>25.3</c:v>
                </c:pt>
                <c:pt idx="25520">
                  <c:v>25.3</c:v>
                </c:pt>
                <c:pt idx="25521">
                  <c:v>25.3</c:v>
                </c:pt>
                <c:pt idx="25522">
                  <c:v>25.3</c:v>
                </c:pt>
                <c:pt idx="25523">
                  <c:v>25.3</c:v>
                </c:pt>
                <c:pt idx="25524">
                  <c:v>25.3</c:v>
                </c:pt>
                <c:pt idx="25525">
                  <c:v>25.3</c:v>
                </c:pt>
                <c:pt idx="25526">
                  <c:v>25.3</c:v>
                </c:pt>
                <c:pt idx="25527">
                  <c:v>25.3</c:v>
                </c:pt>
                <c:pt idx="25528">
                  <c:v>25.3</c:v>
                </c:pt>
                <c:pt idx="25529">
                  <c:v>25.3</c:v>
                </c:pt>
                <c:pt idx="25530">
                  <c:v>25.3</c:v>
                </c:pt>
                <c:pt idx="25531">
                  <c:v>25.3</c:v>
                </c:pt>
                <c:pt idx="25532">
                  <c:v>25.3</c:v>
                </c:pt>
                <c:pt idx="25533">
                  <c:v>25.3</c:v>
                </c:pt>
                <c:pt idx="25534">
                  <c:v>25.3</c:v>
                </c:pt>
                <c:pt idx="25535">
                  <c:v>25.3</c:v>
                </c:pt>
                <c:pt idx="25536">
                  <c:v>25.3</c:v>
                </c:pt>
                <c:pt idx="25537">
                  <c:v>25.3</c:v>
                </c:pt>
                <c:pt idx="25538">
                  <c:v>25.3</c:v>
                </c:pt>
                <c:pt idx="25539">
                  <c:v>25.3</c:v>
                </c:pt>
                <c:pt idx="25540">
                  <c:v>25.3</c:v>
                </c:pt>
                <c:pt idx="25541">
                  <c:v>25.3</c:v>
                </c:pt>
                <c:pt idx="25542">
                  <c:v>25.3</c:v>
                </c:pt>
                <c:pt idx="25543">
                  <c:v>25.3</c:v>
                </c:pt>
                <c:pt idx="25544">
                  <c:v>25.3</c:v>
                </c:pt>
                <c:pt idx="25545">
                  <c:v>25.3</c:v>
                </c:pt>
                <c:pt idx="25546">
                  <c:v>25.3</c:v>
                </c:pt>
                <c:pt idx="25547">
                  <c:v>25.3</c:v>
                </c:pt>
                <c:pt idx="25548">
                  <c:v>25.3</c:v>
                </c:pt>
                <c:pt idx="25549">
                  <c:v>25.3</c:v>
                </c:pt>
                <c:pt idx="25550">
                  <c:v>25.3</c:v>
                </c:pt>
                <c:pt idx="25551">
                  <c:v>25.3</c:v>
                </c:pt>
                <c:pt idx="25552">
                  <c:v>25.3</c:v>
                </c:pt>
                <c:pt idx="25553">
                  <c:v>25.3</c:v>
                </c:pt>
                <c:pt idx="25554">
                  <c:v>25.3</c:v>
                </c:pt>
                <c:pt idx="25555">
                  <c:v>25.3</c:v>
                </c:pt>
                <c:pt idx="25556">
                  <c:v>25.3</c:v>
                </c:pt>
                <c:pt idx="25557">
                  <c:v>25.3</c:v>
                </c:pt>
                <c:pt idx="25558">
                  <c:v>25.3</c:v>
                </c:pt>
                <c:pt idx="25559">
                  <c:v>25.3</c:v>
                </c:pt>
                <c:pt idx="25560">
                  <c:v>25.3</c:v>
                </c:pt>
                <c:pt idx="25561">
                  <c:v>25.3</c:v>
                </c:pt>
                <c:pt idx="25562">
                  <c:v>25.3</c:v>
                </c:pt>
                <c:pt idx="25563">
                  <c:v>25.3</c:v>
                </c:pt>
                <c:pt idx="25564">
                  <c:v>25.3</c:v>
                </c:pt>
                <c:pt idx="25565">
                  <c:v>25.3</c:v>
                </c:pt>
                <c:pt idx="25566">
                  <c:v>25.3</c:v>
                </c:pt>
                <c:pt idx="25567">
                  <c:v>25.3</c:v>
                </c:pt>
                <c:pt idx="25568">
                  <c:v>25.3</c:v>
                </c:pt>
                <c:pt idx="25569">
                  <c:v>25.3</c:v>
                </c:pt>
                <c:pt idx="25570">
                  <c:v>25.3</c:v>
                </c:pt>
                <c:pt idx="25571">
                  <c:v>25.3</c:v>
                </c:pt>
                <c:pt idx="25572">
                  <c:v>25.3</c:v>
                </c:pt>
                <c:pt idx="25573">
                  <c:v>25.3</c:v>
                </c:pt>
                <c:pt idx="25574">
                  <c:v>25.3</c:v>
                </c:pt>
                <c:pt idx="25575">
                  <c:v>25.3</c:v>
                </c:pt>
                <c:pt idx="25576">
                  <c:v>25.3</c:v>
                </c:pt>
                <c:pt idx="25577">
                  <c:v>25.3</c:v>
                </c:pt>
                <c:pt idx="25578">
                  <c:v>25.3</c:v>
                </c:pt>
                <c:pt idx="25579">
                  <c:v>25.3</c:v>
                </c:pt>
                <c:pt idx="25580">
                  <c:v>25.3</c:v>
                </c:pt>
                <c:pt idx="25581">
                  <c:v>25.3</c:v>
                </c:pt>
                <c:pt idx="25582">
                  <c:v>25.3</c:v>
                </c:pt>
                <c:pt idx="25583">
                  <c:v>25.3</c:v>
                </c:pt>
                <c:pt idx="25584">
                  <c:v>25.3</c:v>
                </c:pt>
                <c:pt idx="25585">
                  <c:v>25.3</c:v>
                </c:pt>
                <c:pt idx="25586">
                  <c:v>25.3</c:v>
                </c:pt>
                <c:pt idx="25587">
                  <c:v>25.3</c:v>
                </c:pt>
                <c:pt idx="25588">
                  <c:v>25.3</c:v>
                </c:pt>
                <c:pt idx="25589">
                  <c:v>25.3</c:v>
                </c:pt>
                <c:pt idx="25590">
                  <c:v>25.3</c:v>
                </c:pt>
                <c:pt idx="25591">
                  <c:v>25.3</c:v>
                </c:pt>
                <c:pt idx="25592">
                  <c:v>25.3</c:v>
                </c:pt>
                <c:pt idx="25593">
                  <c:v>25.3</c:v>
                </c:pt>
                <c:pt idx="25594">
                  <c:v>25.3</c:v>
                </c:pt>
                <c:pt idx="25595">
                  <c:v>25.3</c:v>
                </c:pt>
                <c:pt idx="25596">
                  <c:v>25.3</c:v>
                </c:pt>
                <c:pt idx="25597">
                  <c:v>25.3</c:v>
                </c:pt>
                <c:pt idx="25598">
                  <c:v>25.3</c:v>
                </c:pt>
                <c:pt idx="25599">
                  <c:v>25.3</c:v>
                </c:pt>
                <c:pt idx="25600">
                  <c:v>25.3</c:v>
                </c:pt>
                <c:pt idx="25601">
                  <c:v>25.3</c:v>
                </c:pt>
                <c:pt idx="25602">
                  <c:v>25.3</c:v>
                </c:pt>
                <c:pt idx="25603">
                  <c:v>25.3</c:v>
                </c:pt>
                <c:pt idx="25604">
                  <c:v>25.3</c:v>
                </c:pt>
                <c:pt idx="25605">
                  <c:v>25.3</c:v>
                </c:pt>
                <c:pt idx="25606">
                  <c:v>25.3</c:v>
                </c:pt>
                <c:pt idx="25607">
                  <c:v>25.3</c:v>
                </c:pt>
                <c:pt idx="25608">
                  <c:v>25.3</c:v>
                </c:pt>
                <c:pt idx="25609">
                  <c:v>25.3</c:v>
                </c:pt>
                <c:pt idx="25610">
                  <c:v>25.3</c:v>
                </c:pt>
                <c:pt idx="25611">
                  <c:v>25.3</c:v>
                </c:pt>
                <c:pt idx="25612">
                  <c:v>25.3</c:v>
                </c:pt>
                <c:pt idx="25613">
                  <c:v>25.3</c:v>
                </c:pt>
                <c:pt idx="25614">
                  <c:v>25.3</c:v>
                </c:pt>
                <c:pt idx="25615">
                  <c:v>25.3</c:v>
                </c:pt>
                <c:pt idx="25616">
                  <c:v>25.3</c:v>
                </c:pt>
                <c:pt idx="25617">
                  <c:v>25.3</c:v>
                </c:pt>
                <c:pt idx="25618">
                  <c:v>25.3</c:v>
                </c:pt>
                <c:pt idx="25619">
                  <c:v>25.25</c:v>
                </c:pt>
                <c:pt idx="25620">
                  <c:v>25.25</c:v>
                </c:pt>
                <c:pt idx="25621">
                  <c:v>25.25</c:v>
                </c:pt>
                <c:pt idx="25622">
                  <c:v>25.3</c:v>
                </c:pt>
                <c:pt idx="25623">
                  <c:v>25.3</c:v>
                </c:pt>
                <c:pt idx="25624">
                  <c:v>25.25</c:v>
                </c:pt>
                <c:pt idx="25625">
                  <c:v>25.3</c:v>
                </c:pt>
                <c:pt idx="25626">
                  <c:v>25.25</c:v>
                </c:pt>
                <c:pt idx="25627">
                  <c:v>25.3</c:v>
                </c:pt>
                <c:pt idx="25628">
                  <c:v>25.3</c:v>
                </c:pt>
                <c:pt idx="25629">
                  <c:v>25.3</c:v>
                </c:pt>
                <c:pt idx="25630">
                  <c:v>25.25</c:v>
                </c:pt>
                <c:pt idx="25631">
                  <c:v>25.25</c:v>
                </c:pt>
                <c:pt idx="25632">
                  <c:v>25.25</c:v>
                </c:pt>
                <c:pt idx="25633">
                  <c:v>25.25</c:v>
                </c:pt>
                <c:pt idx="25634">
                  <c:v>25.25</c:v>
                </c:pt>
                <c:pt idx="25635">
                  <c:v>25.25</c:v>
                </c:pt>
                <c:pt idx="25636">
                  <c:v>25.3</c:v>
                </c:pt>
                <c:pt idx="25637">
                  <c:v>25.3</c:v>
                </c:pt>
                <c:pt idx="25638">
                  <c:v>25.25</c:v>
                </c:pt>
                <c:pt idx="25639">
                  <c:v>25.25</c:v>
                </c:pt>
                <c:pt idx="25640">
                  <c:v>25.25</c:v>
                </c:pt>
                <c:pt idx="25641">
                  <c:v>25.25</c:v>
                </c:pt>
                <c:pt idx="25642">
                  <c:v>25.25</c:v>
                </c:pt>
                <c:pt idx="25643">
                  <c:v>25.25</c:v>
                </c:pt>
                <c:pt idx="25644">
                  <c:v>25.25</c:v>
                </c:pt>
                <c:pt idx="25645">
                  <c:v>25.25</c:v>
                </c:pt>
                <c:pt idx="25646">
                  <c:v>25.25</c:v>
                </c:pt>
                <c:pt idx="25647">
                  <c:v>25.25</c:v>
                </c:pt>
                <c:pt idx="25648">
                  <c:v>25.25</c:v>
                </c:pt>
                <c:pt idx="25649">
                  <c:v>25.25</c:v>
                </c:pt>
                <c:pt idx="25650">
                  <c:v>25.25</c:v>
                </c:pt>
                <c:pt idx="25651">
                  <c:v>25.25</c:v>
                </c:pt>
                <c:pt idx="25652">
                  <c:v>25.25</c:v>
                </c:pt>
                <c:pt idx="25653">
                  <c:v>25.25</c:v>
                </c:pt>
                <c:pt idx="25654">
                  <c:v>25.25</c:v>
                </c:pt>
                <c:pt idx="25655">
                  <c:v>25.25</c:v>
                </c:pt>
                <c:pt idx="25656">
                  <c:v>25.25</c:v>
                </c:pt>
                <c:pt idx="25657">
                  <c:v>25.25</c:v>
                </c:pt>
                <c:pt idx="25658">
                  <c:v>25.25</c:v>
                </c:pt>
                <c:pt idx="25659">
                  <c:v>25.25</c:v>
                </c:pt>
                <c:pt idx="25660">
                  <c:v>25.25</c:v>
                </c:pt>
                <c:pt idx="25661">
                  <c:v>25.25</c:v>
                </c:pt>
                <c:pt idx="25662">
                  <c:v>25.25</c:v>
                </c:pt>
                <c:pt idx="25663">
                  <c:v>25.25</c:v>
                </c:pt>
                <c:pt idx="25664">
                  <c:v>25.25</c:v>
                </c:pt>
                <c:pt idx="25665">
                  <c:v>25.25</c:v>
                </c:pt>
                <c:pt idx="25666">
                  <c:v>25.25</c:v>
                </c:pt>
                <c:pt idx="25667">
                  <c:v>25.25</c:v>
                </c:pt>
                <c:pt idx="25668">
                  <c:v>25.25</c:v>
                </c:pt>
                <c:pt idx="25669">
                  <c:v>25.25</c:v>
                </c:pt>
                <c:pt idx="25670">
                  <c:v>25.25</c:v>
                </c:pt>
                <c:pt idx="25671">
                  <c:v>25.25</c:v>
                </c:pt>
                <c:pt idx="25672">
                  <c:v>25.25</c:v>
                </c:pt>
                <c:pt idx="25673">
                  <c:v>25.25</c:v>
                </c:pt>
                <c:pt idx="25674">
                  <c:v>25.25</c:v>
                </c:pt>
                <c:pt idx="25675">
                  <c:v>25.25</c:v>
                </c:pt>
                <c:pt idx="25676">
                  <c:v>25.25</c:v>
                </c:pt>
                <c:pt idx="25677">
                  <c:v>25.25</c:v>
                </c:pt>
                <c:pt idx="25678">
                  <c:v>25.25</c:v>
                </c:pt>
                <c:pt idx="25679">
                  <c:v>25.25</c:v>
                </c:pt>
                <c:pt idx="25680">
                  <c:v>25.25</c:v>
                </c:pt>
                <c:pt idx="25681">
                  <c:v>25.25</c:v>
                </c:pt>
                <c:pt idx="25682">
                  <c:v>25.25</c:v>
                </c:pt>
                <c:pt idx="25683">
                  <c:v>25.25</c:v>
                </c:pt>
                <c:pt idx="25684">
                  <c:v>25.25</c:v>
                </c:pt>
                <c:pt idx="25685">
                  <c:v>25.25</c:v>
                </c:pt>
                <c:pt idx="25686">
                  <c:v>25.25</c:v>
                </c:pt>
                <c:pt idx="25687">
                  <c:v>25.25</c:v>
                </c:pt>
                <c:pt idx="25688">
                  <c:v>25.25</c:v>
                </c:pt>
                <c:pt idx="25689">
                  <c:v>25.25</c:v>
                </c:pt>
                <c:pt idx="25690">
                  <c:v>25.25</c:v>
                </c:pt>
                <c:pt idx="25691">
                  <c:v>25.25</c:v>
                </c:pt>
                <c:pt idx="25692">
                  <c:v>25.25</c:v>
                </c:pt>
                <c:pt idx="25693">
                  <c:v>25.25</c:v>
                </c:pt>
                <c:pt idx="25694">
                  <c:v>25.25</c:v>
                </c:pt>
                <c:pt idx="25695">
                  <c:v>25.25</c:v>
                </c:pt>
                <c:pt idx="25696">
                  <c:v>25.25</c:v>
                </c:pt>
                <c:pt idx="25697">
                  <c:v>25.25</c:v>
                </c:pt>
                <c:pt idx="25698">
                  <c:v>25.25</c:v>
                </c:pt>
                <c:pt idx="25699">
                  <c:v>25.25</c:v>
                </c:pt>
                <c:pt idx="25700">
                  <c:v>25.25</c:v>
                </c:pt>
                <c:pt idx="25701">
                  <c:v>25.25</c:v>
                </c:pt>
                <c:pt idx="25702">
                  <c:v>25.25</c:v>
                </c:pt>
                <c:pt idx="25703">
                  <c:v>25.25</c:v>
                </c:pt>
                <c:pt idx="25704">
                  <c:v>25.25</c:v>
                </c:pt>
                <c:pt idx="25705">
                  <c:v>25.25</c:v>
                </c:pt>
                <c:pt idx="25706">
                  <c:v>25.25</c:v>
                </c:pt>
                <c:pt idx="25707">
                  <c:v>25.25</c:v>
                </c:pt>
                <c:pt idx="25708">
                  <c:v>25.25</c:v>
                </c:pt>
                <c:pt idx="25709">
                  <c:v>25.25</c:v>
                </c:pt>
                <c:pt idx="25710">
                  <c:v>25.25</c:v>
                </c:pt>
                <c:pt idx="25711">
                  <c:v>25.25</c:v>
                </c:pt>
                <c:pt idx="25712">
                  <c:v>25.25</c:v>
                </c:pt>
                <c:pt idx="25713">
                  <c:v>25.25</c:v>
                </c:pt>
                <c:pt idx="25714">
                  <c:v>25.25</c:v>
                </c:pt>
                <c:pt idx="25715">
                  <c:v>25.25</c:v>
                </c:pt>
                <c:pt idx="25716">
                  <c:v>25.25</c:v>
                </c:pt>
                <c:pt idx="25717">
                  <c:v>25.25</c:v>
                </c:pt>
                <c:pt idx="25718">
                  <c:v>25.25</c:v>
                </c:pt>
                <c:pt idx="25719">
                  <c:v>25.25</c:v>
                </c:pt>
                <c:pt idx="25720">
                  <c:v>25.25</c:v>
                </c:pt>
                <c:pt idx="25721">
                  <c:v>25.25</c:v>
                </c:pt>
                <c:pt idx="25722">
                  <c:v>25.25</c:v>
                </c:pt>
                <c:pt idx="25723">
                  <c:v>25.25</c:v>
                </c:pt>
                <c:pt idx="25724">
                  <c:v>25.25</c:v>
                </c:pt>
                <c:pt idx="25725">
                  <c:v>25.25</c:v>
                </c:pt>
                <c:pt idx="25726">
                  <c:v>25.25</c:v>
                </c:pt>
                <c:pt idx="25727">
                  <c:v>25.25</c:v>
                </c:pt>
                <c:pt idx="25728">
                  <c:v>25.25</c:v>
                </c:pt>
                <c:pt idx="25729">
                  <c:v>25.25</c:v>
                </c:pt>
                <c:pt idx="25730">
                  <c:v>25.25</c:v>
                </c:pt>
                <c:pt idx="25731">
                  <c:v>25.25</c:v>
                </c:pt>
                <c:pt idx="25732">
                  <c:v>25.25</c:v>
                </c:pt>
                <c:pt idx="25733">
                  <c:v>25.25</c:v>
                </c:pt>
                <c:pt idx="25734">
                  <c:v>25.25</c:v>
                </c:pt>
                <c:pt idx="25735">
                  <c:v>25.25</c:v>
                </c:pt>
                <c:pt idx="25736">
                  <c:v>25.25</c:v>
                </c:pt>
                <c:pt idx="25737">
                  <c:v>25.25</c:v>
                </c:pt>
                <c:pt idx="25738">
                  <c:v>25.25</c:v>
                </c:pt>
                <c:pt idx="25739">
                  <c:v>25.25</c:v>
                </c:pt>
                <c:pt idx="25740">
                  <c:v>25.25</c:v>
                </c:pt>
                <c:pt idx="25741">
                  <c:v>25.2</c:v>
                </c:pt>
                <c:pt idx="25742">
                  <c:v>25.25</c:v>
                </c:pt>
                <c:pt idx="25743">
                  <c:v>25.25</c:v>
                </c:pt>
                <c:pt idx="25744">
                  <c:v>25.25</c:v>
                </c:pt>
                <c:pt idx="25745">
                  <c:v>25.25</c:v>
                </c:pt>
                <c:pt idx="25746">
                  <c:v>25.25</c:v>
                </c:pt>
                <c:pt idx="25747">
                  <c:v>25.25</c:v>
                </c:pt>
                <c:pt idx="25748">
                  <c:v>25.25</c:v>
                </c:pt>
                <c:pt idx="25749">
                  <c:v>25.25</c:v>
                </c:pt>
                <c:pt idx="25750">
                  <c:v>25.25</c:v>
                </c:pt>
                <c:pt idx="25751">
                  <c:v>25.25</c:v>
                </c:pt>
                <c:pt idx="25752">
                  <c:v>25.25</c:v>
                </c:pt>
                <c:pt idx="25753">
                  <c:v>25.25</c:v>
                </c:pt>
                <c:pt idx="25754">
                  <c:v>25.25</c:v>
                </c:pt>
                <c:pt idx="25755">
                  <c:v>25.25</c:v>
                </c:pt>
                <c:pt idx="25756">
                  <c:v>25.25</c:v>
                </c:pt>
                <c:pt idx="25757">
                  <c:v>25.25</c:v>
                </c:pt>
                <c:pt idx="25758">
                  <c:v>25.25</c:v>
                </c:pt>
                <c:pt idx="25759">
                  <c:v>25.25</c:v>
                </c:pt>
                <c:pt idx="25760">
                  <c:v>25.25</c:v>
                </c:pt>
                <c:pt idx="25761">
                  <c:v>25.25</c:v>
                </c:pt>
                <c:pt idx="25762">
                  <c:v>25.25</c:v>
                </c:pt>
                <c:pt idx="25763">
                  <c:v>25.25</c:v>
                </c:pt>
                <c:pt idx="25764">
                  <c:v>25.25</c:v>
                </c:pt>
                <c:pt idx="25765">
                  <c:v>25.25</c:v>
                </c:pt>
                <c:pt idx="25766">
                  <c:v>25.25</c:v>
                </c:pt>
                <c:pt idx="25767">
                  <c:v>25.25</c:v>
                </c:pt>
                <c:pt idx="25768">
                  <c:v>25.25</c:v>
                </c:pt>
                <c:pt idx="25769">
                  <c:v>25.25</c:v>
                </c:pt>
                <c:pt idx="25770">
                  <c:v>25.25</c:v>
                </c:pt>
                <c:pt idx="25771">
                  <c:v>25.25</c:v>
                </c:pt>
                <c:pt idx="25772">
                  <c:v>25.25</c:v>
                </c:pt>
                <c:pt idx="25773">
                  <c:v>25.25</c:v>
                </c:pt>
                <c:pt idx="25774">
                  <c:v>25.25</c:v>
                </c:pt>
                <c:pt idx="25775">
                  <c:v>25.25</c:v>
                </c:pt>
                <c:pt idx="25776">
                  <c:v>25.2</c:v>
                </c:pt>
                <c:pt idx="25777">
                  <c:v>25.2</c:v>
                </c:pt>
                <c:pt idx="25778">
                  <c:v>25.2</c:v>
                </c:pt>
                <c:pt idx="25779">
                  <c:v>25.25</c:v>
                </c:pt>
                <c:pt idx="25780">
                  <c:v>25.2</c:v>
                </c:pt>
                <c:pt idx="25781">
                  <c:v>25.2</c:v>
                </c:pt>
                <c:pt idx="25782">
                  <c:v>25.2</c:v>
                </c:pt>
                <c:pt idx="25783">
                  <c:v>25.2</c:v>
                </c:pt>
                <c:pt idx="25784">
                  <c:v>25.2</c:v>
                </c:pt>
                <c:pt idx="25785">
                  <c:v>25.2</c:v>
                </c:pt>
                <c:pt idx="25786">
                  <c:v>25.2</c:v>
                </c:pt>
                <c:pt idx="25787">
                  <c:v>25.2</c:v>
                </c:pt>
                <c:pt idx="25788">
                  <c:v>25.2</c:v>
                </c:pt>
                <c:pt idx="25789">
                  <c:v>25.2</c:v>
                </c:pt>
                <c:pt idx="25790">
                  <c:v>25.2</c:v>
                </c:pt>
                <c:pt idx="25791">
                  <c:v>25.2</c:v>
                </c:pt>
                <c:pt idx="25792">
                  <c:v>25.2</c:v>
                </c:pt>
                <c:pt idx="25793">
                  <c:v>25.2</c:v>
                </c:pt>
                <c:pt idx="25794">
                  <c:v>25.25</c:v>
                </c:pt>
                <c:pt idx="25795">
                  <c:v>25.25</c:v>
                </c:pt>
                <c:pt idx="25796">
                  <c:v>25.25</c:v>
                </c:pt>
                <c:pt idx="25797">
                  <c:v>25.25</c:v>
                </c:pt>
                <c:pt idx="25798">
                  <c:v>25.2</c:v>
                </c:pt>
                <c:pt idx="25799">
                  <c:v>25.25</c:v>
                </c:pt>
                <c:pt idx="25800">
                  <c:v>25.25</c:v>
                </c:pt>
                <c:pt idx="25801">
                  <c:v>25.25</c:v>
                </c:pt>
                <c:pt idx="25802">
                  <c:v>25.2</c:v>
                </c:pt>
                <c:pt idx="25803">
                  <c:v>25.2</c:v>
                </c:pt>
                <c:pt idx="25804">
                  <c:v>25.25</c:v>
                </c:pt>
                <c:pt idx="25805">
                  <c:v>25.2</c:v>
                </c:pt>
                <c:pt idx="25806">
                  <c:v>25.25</c:v>
                </c:pt>
                <c:pt idx="25807">
                  <c:v>25.25</c:v>
                </c:pt>
                <c:pt idx="25808">
                  <c:v>25.25</c:v>
                </c:pt>
                <c:pt idx="25809">
                  <c:v>25.2</c:v>
                </c:pt>
                <c:pt idx="25810">
                  <c:v>25.2</c:v>
                </c:pt>
                <c:pt idx="25811">
                  <c:v>25.2</c:v>
                </c:pt>
                <c:pt idx="25812">
                  <c:v>25.2</c:v>
                </c:pt>
                <c:pt idx="25813">
                  <c:v>25.2</c:v>
                </c:pt>
                <c:pt idx="25814">
                  <c:v>25.2</c:v>
                </c:pt>
                <c:pt idx="25815">
                  <c:v>25.2</c:v>
                </c:pt>
                <c:pt idx="25816">
                  <c:v>25.2</c:v>
                </c:pt>
                <c:pt idx="25817">
                  <c:v>25.2</c:v>
                </c:pt>
                <c:pt idx="25818">
                  <c:v>25.2</c:v>
                </c:pt>
                <c:pt idx="25819">
                  <c:v>25.2</c:v>
                </c:pt>
                <c:pt idx="25820">
                  <c:v>25.2</c:v>
                </c:pt>
                <c:pt idx="25821">
                  <c:v>25.2</c:v>
                </c:pt>
                <c:pt idx="25822">
                  <c:v>25.2</c:v>
                </c:pt>
                <c:pt idx="25823">
                  <c:v>25.2</c:v>
                </c:pt>
                <c:pt idx="25824">
                  <c:v>25.2</c:v>
                </c:pt>
                <c:pt idx="25825">
                  <c:v>25.2</c:v>
                </c:pt>
                <c:pt idx="25826">
                  <c:v>25.2</c:v>
                </c:pt>
                <c:pt idx="25827">
                  <c:v>25.2</c:v>
                </c:pt>
                <c:pt idx="25828">
                  <c:v>25.2</c:v>
                </c:pt>
                <c:pt idx="25829">
                  <c:v>25.2</c:v>
                </c:pt>
                <c:pt idx="25830">
                  <c:v>25.2</c:v>
                </c:pt>
                <c:pt idx="25831">
                  <c:v>25.2</c:v>
                </c:pt>
                <c:pt idx="25832">
                  <c:v>25.2</c:v>
                </c:pt>
                <c:pt idx="25833">
                  <c:v>25.2</c:v>
                </c:pt>
                <c:pt idx="25834">
                  <c:v>25.2</c:v>
                </c:pt>
                <c:pt idx="25835">
                  <c:v>25.2</c:v>
                </c:pt>
                <c:pt idx="25836">
                  <c:v>25.2</c:v>
                </c:pt>
                <c:pt idx="25837">
                  <c:v>25.2</c:v>
                </c:pt>
                <c:pt idx="25838">
                  <c:v>25.2</c:v>
                </c:pt>
                <c:pt idx="25839">
                  <c:v>25.2</c:v>
                </c:pt>
                <c:pt idx="25840">
                  <c:v>25.2</c:v>
                </c:pt>
                <c:pt idx="25841">
                  <c:v>25.2</c:v>
                </c:pt>
                <c:pt idx="25842">
                  <c:v>25.2</c:v>
                </c:pt>
                <c:pt idx="25843">
                  <c:v>25.2</c:v>
                </c:pt>
                <c:pt idx="25844">
                  <c:v>25.2</c:v>
                </c:pt>
                <c:pt idx="25845">
                  <c:v>25.2</c:v>
                </c:pt>
                <c:pt idx="25846">
                  <c:v>25.2</c:v>
                </c:pt>
                <c:pt idx="25847">
                  <c:v>25.2</c:v>
                </c:pt>
                <c:pt idx="25848">
                  <c:v>25.2</c:v>
                </c:pt>
                <c:pt idx="25849">
                  <c:v>25.2</c:v>
                </c:pt>
                <c:pt idx="25850">
                  <c:v>25.2</c:v>
                </c:pt>
                <c:pt idx="25851">
                  <c:v>25.2</c:v>
                </c:pt>
                <c:pt idx="25852">
                  <c:v>25.2</c:v>
                </c:pt>
                <c:pt idx="25853">
                  <c:v>25.2</c:v>
                </c:pt>
                <c:pt idx="25854">
                  <c:v>25.2</c:v>
                </c:pt>
                <c:pt idx="25855">
                  <c:v>25.2</c:v>
                </c:pt>
                <c:pt idx="25856">
                  <c:v>25.2</c:v>
                </c:pt>
                <c:pt idx="25857">
                  <c:v>25.2</c:v>
                </c:pt>
                <c:pt idx="25858">
                  <c:v>25.2</c:v>
                </c:pt>
                <c:pt idx="25859">
                  <c:v>25.2</c:v>
                </c:pt>
                <c:pt idx="25860">
                  <c:v>25.2</c:v>
                </c:pt>
                <c:pt idx="25861">
                  <c:v>25.2</c:v>
                </c:pt>
                <c:pt idx="25862">
                  <c:v>25.2</c:v>
                </c:pt>
                <c:pt idx="25863">
                  <c:v>25.2</c:v>
                </c:pt>
                <c:pt idx="25864">
                  <c:v>25.2</c:v>
                </c:pt>
                <c:pt idx="25865">
                  <c:v>25.2</c:v>
                </c:pt>
                <c:pt idx="25866">
                  <c:v>25.2</c:v>
                </c:pt>
                <c:pt idx="25867">
                  <c:v>25.2</c:v>
                </c:pt>
                <c:pt idx="25868">
                  <c:v>25.2</c:v>
                </c:pt>
                <c:pt idx="25869">
                  <c:v>25.2</c:v>
                </c:pt>
                <c:pt idx="25870">
                  <c:v>25.2</c:v>
                </c:pt>
                <c:pt idx="25871">
                  <c:v>25.2</c:v>
                </c:pt>
                <c:pt idx="25872">
                  <c:v>25.2</c:v>
                </c:pt>
                <c:pt idx="25873">
                  <c:v>25.2</c:v>
                </c:pt>
                <c:pt idx="25874">
                  <c:v>25.2</c:v>
                </c:pt>
                <c:pt idx="25875">
                  <c:v>25.2</c:v>
                </c:pt>
                <c:pt idx="25876">
                  <c:v>25.2</c:v>
                </c:pt>
                <c:pt idx="25877">
                  <c:v>25.2</c:v>
                </c:pt>
                <c:pt idx="25878">
                  <c:v>25.2</c:v>
                </c:pt>
                <c:pt idx="25879">
                  <c:v>25.2</c:v>
                </c:pt>
                <c:pt idx="25880">
                  <c:v>25.2</c:v>
                </c:pt>
                <c:pt idx="25881">
                  <c:v>25.2</c:v>
                </c:pt>
                <c:pt idx="25882">
                  <c:v>25.2</c:v>
                </c:pt>
                <c:pt idx="25883">
                  <c:v>25.2</c:v>
                </c:pt>
                <c:pt idx="25884">
                  <c:v>25.2</c:v>
                </c:pt>
                <c:pt idx="25885">
                  <c:v>25.2</c:v>
                </c:pt>
                <c:pt idx="25886">
                  <c:v>25.2</c:v>
                </c:pt>
                <c:pt idx="25887">
                  <c:v>25.2</c:v>
                </c:pt>
                <c:pt idx="25888">
                  <c:v>25.2</c:v>
                </c:pt>
                <c:pt idx="25889">
                  <c:v>25.2</c:v>
                </c:pt>
                <c:pt idx="25890">
                  <c:v>25.2</c:v>
                </c:pt>
                <c:pt idx="25891">
                  <c:v>25.2</c:v>
                </c:pt>
                <c:pt idx="25892">
                  <c:v>25.2</c:v>
                </c:pt>
                <c:pt idx="25893">
                  <c:v>25.2</c:v>
                </c:pt>
                <c:pt idx="25894">
                  <c:v>25.2</c:v>
                </c:pt>
                <c:pt idx="25895">
                  <c:v>25.2</c:v>
                </c:pt>
                <c:pt idx="25896">
                  <c:v>25.2</c:v>
                </c:pt>
                <c:pt idx="25897">
                  <c:v>25.2</c:v>
                </c:pt>
                <c:pt idx="25898">
                  <c:v>25.2</c:v>
                </c:pt>
                <c:pt idx="25899">
                  <c:v>25.2</c:v>
                </c:pt>
                <c:pt idx="25900">
                  <c:v>25.2</c:v>
                </c:pt>
                <c:pt idx="25901">
                  <c:v>25.2</c:v>
                </c:pt>
                <c:pt idx="25902">
                  <c:v>25.2</c:v>
                </c:pt>
                <c:pt idx="25903">
                  <c:v>25.2</c:v>
                </c:pt>
                <c:pt idx="25904">
                  <c:v>25.2</c:v>
                </c:pt>
                <c:pt idx="25905">
                  <c:v>25.2</c:v>
                </c:pt>
                <c:pt idx="25906">
                  <c:v>25.2</c:v>
                </c:pt>
                <c:pt idx="25907">
                  <c:v>25.2</c:v>
                </c:pt>
                <c:pt idx="25908">
                  <c:v>25.2</c:v>
                </c:pt>
                <c:pt idx="25909">
                  <c:v>25.2</c:v>
                </c:pt>
                <c:pt idx="25910">
                  <c:v>25.2</c:v>
                </c:pt>
                <c:pt idx="25911">
                  <c:v>25.2</c:v>
                </c:pt>
                <c:pt idx="25912">
                  <c:v>25.2</c:v>
                </c:pt>
                <c:pt idx="25913">
                  <c:v>25.2</c:v>
                </c:pt>
                <c:pt idx="25914">
                  <c:v>25.2</c:v>
                </c:pt>
                <c:pt idx="25915">
                  <c:v>25.2</c:v>
                </c:pt>
                <c:pt idx="25916">
                  <c:v>25.2</c:v>
                </c:pt>
                <c:pt idx="25917">
                  <c:v>25.2</c:v>
                </c:pt>
                <c:pt idx="25918">
                  <c:v>25.2</c:v>
                </c:pt>
                <c:pt idx="25919">
                  <c:v>25.2</c:v>
                </c:pt>
                <c:pt idx="25920">
                  <c:v>25.2</c:v>
                </c:pt>
                <c:pt idx="25921">
                  <c:v>25.2</c:v>
                </c:pt>
                <c:pt idx="25922">
                  <c:v>25.2</c:v>
                </c:pt>
                <c:pt idx="25923">
                  <c:v>25.2</c:v>
                </c:pt>
                <c:pt idx="25924">
                  <c:v>25.2</c:v>
                </c:pt>
                <c:pt idx="25925">
                  <c:v>25.2</c:v>
                </c:pt>
                <c:pt idx="25926">
                  <c:v>25.2</c:v>
                </c:pt>
                <c:pt idx="25927">
                  <c:v>25.2</c:v>
                </c:pt>
                <c:pt idx="25928">
                  <c:v>25.2</c:v>
                </c:pt>
                <c:pt idx="25929">
                  <c:v>25.2</c:v>
                </c:pt>
                <c:pt idx="25930">
                  <c:v>25.2</c:v>
                </c:pt>
                <c:pt idx="25931">
                  <c:v>25.2</c:v>
                </c:pt>
                <c:pt idx="25932">
                  <c:v>25.2</c:v>
                </c:pt>
                <c:pt idx="25933">
                  <c:v>25.2</c:v>
                </c:pt>
                <c:pt idx="25934">
                  <c:v>25.2</c:v>
                </c:pt>
                <c:pt idx="25935">
                  <c:v>25.2</c:v>
                </c:pt>
                <c:pt idx="25936">
                  <c:v>25.2</c:v>
                </c:pt>
                <c:pt idx="25937">
                  <c:v>25.2</c:v>
                </c:pt>
                <c:pt idx="25938">
                  <c:v>25.2</c:v>
                </c:pt>
                <c:pt idx="25939">
                  <c:v>25.2</c:v>
                </c:pt>
                <c:pt idx="25940">
                  <c:v>25.2</c:v>
                </c:pt>
                <c:pt idx="25941">
                  <c:v>25.2</c:v>
                </c:pt>
                <c:pt idx="25942">
                  <c:v>25.2</c:v>
                </c:pt>
                <c:pt idx="25943">
                  <c:v>25.2</c:v>
                </c:pt>
                <c:pt idx="25944">
                  <c:v>25.2</c:v>
                </c:pt>
                <c:pt idx="25945">
                  <c:v>25.2</c:v>
                </c:pt>
                <c:pt idx="25946">
                  <c:v>25.2</c:v>
                </c:pt>
                <c:pt idx="25947">
                  <c:v>25.2</c:v>
                </c:pt>
                <c:pt idx="25948">
                  <c:v>25.2</c:v>
                </c:pt>
                <c:pt idx="25949">
                  <c:v>25.2</c:v>
                </c:pt>
                <c:pt idx="25950">
                  <c:v>25.2</c:v>
                </c:pt>
                <c:pt idx="25951">
                  <c:v>25.2</c:v>
                </c:pt>
                <c:pt idx="25952">
                  <c:v>25.2</c:v>
                </c:pt>
                <c:pt idx="25953">
                  <c:v>25.2</c:v>
                </c:pt>
                <c:pt idx="25954">
                  <c:v>25.2</c:v>
                </c:pt>
                <c:pt idx="25955">
                  <c:v>25.2</c:v>
                </c:pt>
                <c:pt idx="25956">
                  <c:v>25.2</c:v>
                </c:pt>
                <c:pt idx="25957">
                  <c:v>25.2</c:v>
                </c:pt>
                <c:pt idx="25958">
                  <c:v>25.2</c:v>
                </c:pt>
                <c:pt idx="25959">
                  <c:v>25.2</c:v>
                </c:pt>
                <c:pt idx="25960">
                  <c:v>25.2</c:v>
                </c:pt>
                <c:pt idx="25961">
                  <c:v>25.2</c:v>
                </c:pt>
                <c:pt idx="25962">
                  <c:v>25.2</c:v>
                </c:pt>
                <c:pt idx="25963">
                  <c:v>25.2</c:v>
                </c:pt>
                <c:pt idx="25964">
                  <c:v>25.2</c:v>
                </c:pt>
                <c:pt idx="25965">
                  <c:v>25.2</c:v>
                </c:pt>
                <c:pt idx="25966">
                  <c:v>25.2</c:v>
                </c:pt>
                <c:pt idx="25967">
                  <c:v>25.2</c:v>
                </c:pt>
                <c:pt idx="25968">
                  <c:v>25.2</c:v>
                </c:pt>
                <c:pt idx="25969">
                  <c:v>25.2</c:v>
                </c:pt>
                <c:pt idx="25970">
                  <c:v>25.2</c:v>
                </c:pt>
                <c:pt idx="25971">
                  <c:v>25.2</c:v>
                </c:pt>
                <c:pt idx="25972">
                  <c:v>25.2</c:v>
                </c:pt>
                <c:pt idx="25973">
                  <c:v>25.2</c:v>
                </c:pt>
                <c:pt idx="25974">
                  <c:v>25.2</c:v>
                </c:pt>
                <c:pt idx="25975">
                  <c:v>25.2</c:v>
                </c:pt>
                <c:pt idx="25976">
                  <c:v>25.2</c:v>
                </c:pt>
                <c:pt idx="25977">
                  <c:v>25.2</c:v>
                </c:pt>
                <c:pt idx="25978">
                  <c:v>25.2</c:v>
                </c:pt>
                <c:pt idx="25979">
                  <c:v>25.2</c:v>
                </c:pt>
                <c:pt idx="25980">
                  <c:v>25.2</c:v>
                </c:pt>
                <c:pt idx="25981">
                  <c:v>25.2</c:v>
                </c:pt>
                <c:pt idx="25982">
                  <c:v>25.2</c:v>
                </c:pt>
                <c:pt idx="25983">
                  <c:v>25.2</c:v>
                </c:pt>
                <c:pt idx="25984">
                  <c:v>25.2</c:v>
                </c:pt>
                <c:pt idx="25985">
                  <c:v>25.2</c:v>
                </c:pt>
                <c:pt idx="25986">
                  <c:v>25.2</c:v>
                </c:pt>
                <c:pt idx="25987">
                  <c:v>25.2</c:v>
                </c:pt>
                <c:pt idx="25988">
                  <c:v>25.2</c:v>
                </c:pt>
                <c:pt idx="25989">
                  <c:v>25.2</c:v>
                </c:pt>
                <c:pt idx="25990">
                  <c:v>25.2</c:v>
                </c:pt>
                <c:pt idx="25991">
                  <c:v>25.2</c:v>
                </c:pt>
                <c:pt idx="25992">
                  <c:v>25.2</c:v>
                </c:pt>
                <c:pt idx="25993">
                  <c:v>25.2</c:v>
                </c:pt>
                <c:pt idx="25994">
                  <c:v>25.2</c:v>
                </c:pt>
                <c:pt idx="25995">
                  <c:v>25.2</c:v>
                </c:pt>
                <c:pt idx="25996">
                  <c:v>25.2</c:v>
                </c:pt>
                <c:pt idx="25997">
                  <c:v>25.2</c:v>
                </c:pt>
                <c:pt idx="25998">
                  <c:v>25.2</c:v>
                </c:pt>
                <c:pt idx="25999">
                  <c:v>25.2</c:v>
                </c:pt>
                <c:pt idx="26000">
                  <c:v>25.2</c:v>
                </c:pt>
                <c:pt idx="26001">
                  <c:v>25.2</c:v>
                </c:pt>
                <c:pt idx="26002">
                  <c:v>25.2</c:v>
                </c:pt>
                <c:pt idx="26003">
                  <c:v>25.2</c:v>
                </c:pt>
                <c:pt idx="26004">
                  <c:v>25.2</c:v>
                </c:pt>
                <c:pt idx="26005">
                  <c:v>25.2</c:v>
                </c:pt>
                <c:pt idx="26006">
                  <c:v>25.2</c:v>
                </c:pt>
                <c:pt idx="26007">
                  <c:v>25.2</c:v>
                </c:pt>
                <c:pt idx="26008">
                  <c:v>25.2</c:v>
                </c:pt>
                <c:pt idx="26009">
                  <c:v>25.2</c:v>
                </c:pt>
                <c:pt idx="26010">
                  <c:v>25.2</c:v>
                </c:pt>
                <c:pt idx="26011">
                  <c:v>25.2</c:v>
                </c:pt>
                <c:pt idx="26012">
                  <c:v>25.2</c:v>
                </c:pt>
                <c:pt idx="26013">
                  <c:v>25.2</c:v>
                </c:pt>
                <c:pt idx="26014">
                  <c:v>25.2</c:v>
                </c:pt>
                <c:pt idx="26015">
                  <c:v>25.2</c:v>
                </c:pt>
                <c:pt idx="26016">
                  <c:v>25.2</c:v>
                </c:pt>
                <c:pt idx="26017">
                  <c:v>25.2</c:v>
                </c:pt>
                <c:pt idx="26018">
                  <c:v>25.2</c:v>
                </c:pt>
                <c:pt idx="26019">
                  <c:v>25.2</c:v>
                </c:pt>
                <c:pt idx="26020">
                  <c:v>25.2</c:v>
                </c:pt>
                <c:pt idx="26021">
                  <c:v>25.2</c:v>
                </c:pt>
                <c:pt idx="26022">
                  <c:v>25.2</c:v>
                </c:pt>
                <c:pt idx="26023">
                  <c:v>25.2</c:v>
                </c:pt>
                <c:pt idx="26024">
                  <c:v>25.2</c:v>
                </c:pt>
                <c:pt idx="26025">
                  <c:v>25.2</c:v>
                </c:pt>
                <c:pt idx="26026">
                  <c:v>25.2</c:v>
                </c:pt>
                <c:pt idx="26027">
                  <c:v>25.2</c:v>
                </c:pt>
                <c:pt idx="26028">
                  <c:v>25.2</c:v>
                </c:pt>
                <c:pt idx="26029">
                  <c:v>25.2</c:v>
                </c:pt>
                <c:pt idx="26030">
                  <c:v>25.2</c:v>
                </c:pt>
                <c:pt idx="26031">
                  <c:v>25.2</c:v>
                </c:pt>
                <c:pt idx="26032">
                  <c:v>25.2</c:v>
                </c:pt>
                <c:pt idx="26033">
                  <c:v>25.2</c:v>
                </c:pt>
                <c:pt idx="26034">
                  <c:v>25.2</c:v>
                </c:pt>
                <c:pt idx="26035">
                  <c:v>25.2</c:v>
                </c:pt>
                <c:pt idx="26036">
                  <c:v>25.2</c:v>
                </c:pt>
                <c:pt idx="26037">
                  <c:v>25.2</c:v>
                </c:pt>
                <c:pt idx="26038">
                  <c:v>25.2</c:v>
                </c:pt>
                <c:pt idx="26039">
                  <c:v>25.2</c:v>
                </c:pt>
                <c:pt idx="26040">
                  <c:v>25.2</c:v>
                </c:pt>
                <c:pt idx="26041">
                  <c:v>25.2</c:v>
                </c:pt>
                <c:pt idx="26042">
                  <c:v>25.2</c:v>
                </c:pt>
                <c:pt idx="26043">
                  <c:v>25.2</c:v>
                </c:pt>
                <c:pt idx="26044">
                  <c:v>25.2</c:v>
                </c:pt>
                <c:pt idx="26045">
                  <c:v>25.2</c:v>
                </c:pt>
                <c:pt idx="26046">
                  <c:v>25.2</c:v>
                </c:pt>
                <c:pt idx="26047">
                  <c:v>25.2</c:v>
                </c:pt>
                <c:pt idx="26048">
                  <c:v>25.2</c:v>
                </c:pt>
                <c:pt idx="26049">
                  <c:v>25.2</c:v>
                </c:pt>
                <c:pt idx="26050">
                  <c:v>25.2</c:v>
                </c:pt>
                <c:pt idx="26051">
                  <c:v>25.2</c:v>
                </c:pt>
                <c:pt idx="26052">
                  <c:v>25.2</c:v>
                </c:pt>
                <c:pt idx="26053">
                  <c:v>25.2</c:v>
                </c:pt>
                <c:pt idx="26054">
                  <c:v>25.2</c:v>
                </c:pt>
                <c:pt idx="26055">
                  <c:v>25.2</c:v>
                </c:pt>
                <c:pt idx="26056">
                  <c:v>25.2</c:v>
                </c:pt>
                <c:pt idx="26057">
                  <c:v>25.2</c:v>
                </c:pt>
                <c:pt idx="26058">
                  <c:v>25.2</c:v>
                </c:pt>
                <c:pt idx="26059">
                  <c:v>25.2</c:v>
                </c:pt>
                <c:pt idx="26060">
                  <c:v>25.2</c:v>
                </c:pt>
                <c:pt idx="26061">
                  <c:v>25.2</c:v>
                </c:pt>
                <c:pt idx="26062">
                  <c:v>25.2</c:v>
                </c:pt>
                <c:pt idx="26063">
                  <c:v>25.2</c:v>
                </c:pt>
                <c:pt idx="26064">
                  <c:v>25.2</c:v>
                </c:pt>
                <c:pt idx="26065">
                  <c:v>25.2</c:v>
                </c:pt>
                <c:pt idx="26066">
                  <c:v>25.2</c:v>
                </c:pt>
                <c:pt idx="26067">
                  <c:v>25.2</c:v>
                </c:pt>
                <c:pt idx="26068">
                  <c:v>25.2</c:v>
                </c:pt>
                <c:pt idx="26069">
                  <c:v>25.2</c:v>
                </c:pt>
                <c:pt idx="26070">
                  <c:v>25.2</c:v>
                </c:pt>
                <c:pt idx="26071">
                  <c:v>25.2</c:v>
                </c:pt>
                <c:pt idx="26072">
                  <c:v>25.2</c:v>
                </c:pt>
                <c:pt idx="26073">
                  <c:v>25.2</c:v>
                </c:pt>
                <c:pt idx="26074">
                  <c:v>25.2</c:v>
                </c:pt>
                <c:pt idx="26075">
                  <c:v>25.2</c:v>
                </c:pt>
                <c:pt idx="26076">
                  <c:v>25.2</c:v>
                </c:pt>
                <c:pt idx="26077">
                  <c:v>25.2</c:v>
                </c:pt>
                <c:pt idx="26078">
                  <c:v>25.2</c:v>
                </c:pt>
                <c:pt idx="26079">
                  <c:v>25.2</c:v>
                </c:pt>
                <c:pt idx="26080">
                  <c:v>25.2</c:v>
                </c:pt>
                <c:pt idx="26081">
                  <c:v>25.2</c:v>
                </c:pt>
                <c:pt idx="26082">
                  <c:v>25.2</c:v>
                </c:pt>
                <c:pt idx="26083">
                  <c:v>25.2</c:v>
                </c:pt>
                <c:pt idx="26084">
                  <c:v>25.2</c:v>
                </c:pt>
                <c:pt idx="26085">
                  <c:v>25.2</c:v>
                </c:pt>
                <c:pt idx="26086">
                  <c:v>25.2</c:v>
                </c:pt>
                <c:pt idx="26087">
                  <c:v>25.2</c:v>
                </c:pt>
                <c:pt idx="26088">
                  <c:v>25.2</c:v>
                </c:pt>
                <c:pt idx="26089">
                  <c:v>25.2</c:v>
                </c:pt>
                <c:pt idx="26090">
                  <c:v>25.2</c:v>
                </c:pt>
                <c:pt idx="26091">
                  <c:v>25.2</c:v>
                </c:pt>
                <c:pt idx="26092">
                  <c:v>25.2</c:v>
                </c:pt>
                <c:pt idx="26093">
                  <c:v>25.2</c:v>
                </c:pt>
                <c:pt idx="26094">
                  <c:v>25.2</c:v>
                </c:pt>
                <c:pt idx="26095">
                  <c:v>25.2</c:v>
                </c:pt>
                <c:pt idx="26096">
                  <c:v>25.2</c:v>
                </c:pt>
                <c:pt idx="26097">
                  <c:v>25.2</c:v>
                </c:pt>
                <c:pt idx="26098">
                  <c:v>25.2</c:v>
                </c:pt>
                <c:pt idx="26099">
                  <c:v>25.15</c:v>
                </c:pt>
                <c:pt idx="26100">
                  <c:v>25.2</c:v>
                </c:pt>
                <c:pt idx="26101">
                  <c:v>25.2</c:v>
                </c:pt>
                <c:pt idx="26102">
                  <c:v>25.2</c:v>
                </c:pt>
                <c:pt idx="26103">
                  <c:v>25.2</c:v>
                </c:pt>
                <c:pt idx="26104">
                  <c:v>25.2</c:v>
                </c:pt>
                <c:pt idx="26105">
                  <c:v>25.2</c:v>
                </c:pt>
                <c:pt idx="26106">
                  <c:v>25.2</c:v>
                </c:pt>
                <c:pt idx="26107">
                  <c:v>25.2</c:v>
                </c:pt>
                <c:pt idx="26108">
                  <c:v>25.2</c:v>
                </c:pt>
                <c:pt idx="26109">
                  <c:v>25.2</c:v>
                </c:pt>
                <c:pt idx="26110">
                  <c:v>25.2</c:v>
                </c:pt>
                <c:pt idx="26111">
                  <c:v>25.2</c:v>
                </c:pt>
                <c:pt idx="26112">
                  <c:v>25.2</c:v>
                </c:pt>
                <c:pt idx="26113">
                  <c:v>25.2</c:v>
                </c:pt>
                <c:pt idx="26114">
                  <c:v>25.2</c:v>
                </c:pt>
                <c:pt idx="26115">
                  <c:v>25.2</c:v>
                </c:pt>
                <c:pt idx="26116">
                  <c:v>25.2</c:v>
                </c:pt>
                <c:pt idx="26117">
                  <c:v>25.2</c:v>
                </c:pt>
                <c:pt idx="26118">
                  <c:v>25.2</c:v>
                </c:pt>
                <c:pt idx="26119">
                  <c:v>25.2</c:v>
                </c:pt>
                <c:pt idx="26120">
                  <c:v>25.2</c:v>
                </c:pt>
                <c:pt idx="26121">
                  <c:v>25.2</c:v>
                </c:pt>
                <c:pt idx="26122">
                  <c:v>25.2</c:v>
                </c:pt>
                <c:pt idx="26123">
                  <c:v>25.2</c:v>
                </c:pt>
                <c:pt idx="26124">
                  <c:v>25.2</c:v>
                </c:pt>
                <c:pt idx="26125">
                  <c:v>25.2</c:v>
                </c:pt>
                <c:pt idx="26126">
                  <c:v>25.2</c:v>
                </c:pt>
                <c:pt idx="26127">
                  <c:v>25.2</c:v>
                </c:pt>
                <c:pt idx="26128">
                  <c:v>25.15</c:v>
                </c:pt>
                <c:pt idx="26129">
                  <c:v>25.15</c:v>
                </c:pt>
                <c:pt idx="26130">
                  <c:v>25.15</c:v>
                </c:pt>
                <c:pt idx="26131">
                  <c:v>25.15</c:v>
                </c:pt>
                <c:pt idx="26132">
                  <c:v>25.15</c:v>
                </c:pt>
                <c:pt idx="26133">
                  <c:v>25.15</c:v>
                </c:pt>
                <c:pt idx="26134">
                  <c:v>25.15</c:v>
                </c:pt>
                <c:pt idx="26135">
                  <c:v>25.2</c:v>
                </c:pt>
                <c:pt idx="26136">
                  <c:v>25.15</c:v>
                </c:pt>
                <c:pt idx="26137">
                  <c:v>25.15</c:v>
                </c:pt>
                <c:pt idx="26138">
                  <c:v>25.2</c:v>
                </c:pt>
                <c:pt idx="26139">
                  <c:v>25.2</c:v>
                </c:pt>
                <c:pt idx="26140">
                  <c:v>25.2</c:v>
                </c:pt>
                <c:pt idx="26141">
                  <c:v>25.2</c:v>
                </c:pt>
                <c:pt idx="26142">
                  <c:v>25.2</c:v>
                </c:pt>
                <c:pt idx="26143">
                  <c:v>25.2</c:v>
                </c:pt>
                <c:pt idx="26144">
                  <c:v>25.2</c:v>
                </c:pt>
                <c:pt idx="26145">
                  <c:v>25.2</c:v>
                </c:pt>
                <c:pt idx="26146">
                  <c:v>25.2</c:v>
                </c:pt>
                <c:pt idx="26147">
                  <c:v>25.2</c:v>
                </c:pt>
                <c:pt idx="26148">
                  <c:v>25.2</c:v>
                </c:pt>
                <c:pt idx="26149">
                  <c:v>25.2</c:v>
                </c:pt>
                <c:pt idx="26150">
                  <c:v>25.2</c:v>
                </c:pt>
                <c:pt idx="26151">
                  <c:v>25.2</c:v>
                </c:pt>
                <c:pt idx="26152">
                  <c:v>25.2</c:v>
                </c:pt>
                <c:pt idx="26153">
                  <c:v>25.2</c:v>
                </c:pt>
                <c:pt idx="26154">
                  <c:v>25.2</c:v>
                </c:pt>
                <c:pt idx="26155">
                  <c:v>25.2</c:v>
                </c:pt>
                <c:pt idx="26156">
                  <c:v>25.2</c:v>
                </c:pt>
                <c:pt idx="26157">
                  <c:v>25.2</c:v>
                </c:pt>
                <c:pt idx="26158">
                  <c:v>25.2</c:v>
                </c:pt>
                <c:pt idx="26159">
                  <c:v>25.2</c:v>
                </c:pt>
                <c:pt idx="26160">
                  <c:v>25.2</c:v>
                </c:pt>
                <c:pt idx="26161">
                  <c:v>25.15</c:v>
                </c:pt>
                <c:pt idx="26162">
                  <c:v>25.2</c:v>
                </c:pt>
                <c:pt idx="26163">
                  <c:v>25.2</c:v>
                </c:pt>
                <c:pt idx="26164">
                  <c:v>25.2</c:v>
                </c:pt>
                <c:pt idx="26165">
                  <c:v>25.2</c:v>
                </c:pt>
                <c:pt idx="26166">
                  <c:v>25.15</c:v>
                </c:pt>
                <c:pt idx="26167">
                  <c:v>25.15</c:v>
                </c:pt>
                <c:pt idx="26168">
                  <c:v>25.15</c:v>
                </c:pt>
                <c:pt idx="26169">
                  <c:v>25.15</c:v>
                </c:pt>
                <c:pt idx="26170">
                  <c:v>25.15</c:v>
                </c:pt>
                <c:pt idx="26171">
                  <c:v>25.15</c:v>
                </c:pt>
                <c:pt idx="26172">
                  <c:v>25.15</c:v>
                </c:pt>
                <c:pt idx="26173">
                  <c:v>25.15</c:v>
                </c:pt>
                <c:pt idx="26174">
                  <c:v>25.15</c:v>
                </c:pt>
                <c:pt idx="26175">
                  <c:v>25.15</c:v>
                </c:pt>
                <c:pt idx="26176">
                  <c:v>25.15</c:v>
                </c:pt>
                <c:pt idx="26177">
                  <c:v>25.15</c:v>
                </c:pt>
                <c:pt idx="26178">
                  <c:v>25.15</c:v>
                </c:pt>
                <c:pt idx="26179">
                  <c:v>25.15</c:v>
                </c:pt>
                <c:pt idx="26180">
                  <c:v>25.15</c:v>
                </c:pt>
                <c:pt idx="26181">
                  <c:v>25.15</c:v>
                </c:pt>
                <c:pt idx="26182">
                  <c:v>25.15</c:v>
                </c:pt>
                <c:pt idx="26183">
                  <c:v>25.15</c:v>
                </c:pt>
                <c:pt idx="26184">
                  <c:v>25.15</c:v>
                </c:pt>
                <c:pt idx="26185">
                  <c:v>25.15</c:v>
                </c:pt>
                <c:pt idx="26186">
                  <c:v>25.15</c:v>
                </c:pt>
                <c:pt idx="26187">
                  <c:v>25.15</c:v>
                </c:pt>
                <c:pt idx="26188">
                  <c:v>25.15</c:v>
                </c:pt>
                <c:pt idx="26189">
                  <c:v>25.15</c:v>
                </c:pt>
                <c:pt idx="26190">
                  <c:v>25.15</c:v>
                </c:pt>
                <c:pt idx="26191">
                  <c:v>25.15</c:v>
                </c:pt>
                <c:pt idx="26192">
                  <c:v>25.15</c:v>
                </c:pt>
                <c:pt idx="26193">
                  <c:v>25.15</c:v>
                </c:pt>
                <c:pt idx="26194">
                  <c:v>25.15</c:v>
                </c:pt>
                <c:pt idx="26195">
                  <c:v>25.15</c:v>
                </c:pt>
                <c:pt idx="26196">
                  <c:v>25.15</c:v>
                </c:pt>
                <c:pt idx="26197">
                  <c:v>25.15</c:v>
                </c:pt>
                <c:pt idx="26198">
                  <c:v>25.15</c:v>
                </c:pt>
                <c:pt idx="26199">
                  <c:v>25.15</c:v>
                </c:pt>
                <c:pt idx="26200">
                  <c:v>25.15</c:v>
                </c:pt>
                <c:pt idx="26201">
                  <c:v>25.15</c:v>
                </c:pt>
                <c:pt idx="26202">
                  <c:v>25.15</c:v>
                </c:pt>
                <c:pt idx="26203">
                  <c:v>25.15</c:v>
                </c:pt>
                <c:pt idx="26204">
                  <c:v>25.15</c:v>
                </c:pt>
                <c:pt idx="26205">
                  <c:v>25.15</c:v>
                </c:pt>
                <c:pt idx="26206">
                  <c:v>25.15</c:v>
                </c:pt>
                <c:pt idx="26207">
                  <c:v>25.15</c:v>
                </c:pt>
                <c:pt idx="26208">
                  <c:v>25.15</c:v>
                </c:pt>
                <c:pt idx="26209">
                  <c:v>25.15</c:v>
                </c:pt>
                <c:pt idx="26210">
                  <c:v>25.15</c:v>
                </c:pt>
                <c:pt idx="26211">
                  <c:v>25.15</c:v>
                </c:pt>
                <c:pt idx="26212">
                  <c:v>25.15</c:v>
                </c:pt>
                <c:pt idx="26213">
                  <c:v>25.15</c:v>
                </c:pt>
                <c:pt idx="26214">
                  <c:v>25.15</c:v>
                </c:pt>
                <c:pt idx="26215">
                  <c:v>25.15</c:v>
                </c:pt>
                <c:pt idx="26216">
                  <c:v>25.15</c:v>
                </c:pt>
                <c:pt idx="26217">
                  <c:v>25.15</c:v>
                </c:pt>
                <c:pt idx="26218">
                  <c:v>25.15</c:v>
                </c:pt>
                <c:pt idx="26219">
                  <c:v>25.15</c:v>
                </c:pt>
                <c:pt idx="26220">
                  <c:v>25.15</c:v>
                </c:pt>
                <c:pt idx="26221">
                  <c:v>25.15</c:v>
                </c:pt>
                <c:pt idx="26222">
                  <c:v>25.15</c:v>
                </c:pt>
                <c:pt idx="26223">
                  <c:v>25.15</c:v>
                </c:pt>
                <c:pt idx="26224">
                  <c:v>25.15</c:v>
                </c:pt>
                <c:pt idx="26225">
                  <c:v>25.15</c:v>
                </c:pt>
                <c:pt idx="26226">
                  <c:v>25.15</c:v>
                </c:pt>
                <c:pt idx="26227">
                  <c:v>25.15</c:v>
                </c:pt>
                <c:pt idx="26228">
                  <c:v>25.15</c:v>
                </c:pt>
                <c:pt idx="26229">
                  <c:v>25.15</c:v>
                </c:pt>
                <c:pt idx="26230">
                  <c:v>25.15</c:v>
                </c:pt>
                <c:pt idx="26231">
                  <c:v>25.15</c:v>
                </c:pt>
                <c:pt idx="26232">
                  <c:v>25.15</c:v>
                </c:pt>
                <c:pt idx="26233">
                  <c:v>25.15</c:v>
                </c:pt>
                <c:pt idx="26234">
                  <c:v>25.15</c:v>
                </c:pt>
                <c:pt idx="26235">
                  <c:v>25.15</c:v>
                </c:pt>
                <c:pt idx="26236">
                  <c:v>25.15</c:v>
                </c:pt>
                <c:pt idx="26237">
                  <c:v>25.15</c:v>
                </c:pt>
                <c:pt idx="26238">
                  <c:v>25.15</c:v>
                </c:pt>
                <c:pt idx="26239">
                  <c:v>25.15</c:v>
                </c:pt>
                <c:pt idx="26240">
                  <c:v>25.15</c:v>
                </c:pt>
                <c:pt idx="26241">
                  <c:v>25.15</c:v>
                </c:pt>
                <c:pt idx="26242">
                  <c:v>25.15</c:v>
                </c:pt>
                <c:pt idx="26243">
                  <c:v>25.15</c:v>
                </c:pt>
                <c:pt idx="26244">
                  <c:v>25.15</c:v>
                </c:pt>
                <c:pt idx="26245">
                  <c:v>25.15</c:v>
                </c:pt>
                <c:pt idx="26246">
                  <c:v>25.15</c:v>
                </c:pt>
                <c:pt idx="26247">
                  <c:v>25.15</c:v>
                </c:pt>
                <c:pt idx="26248">
                  <c:v>25.15</c:v>
                </c:pt>
                <c:pt idx="26249">
                  <c:v>25.15</c:v>
                </c:pt>
                <c:pt idx="26250">
                  <c:v>25.15</c:v>
                </c:pt>
                <c:pt idx="26251">
                  <c:v>25.15</c:v>
                </c:pt>
                <c:pt idx="26252">
                  <c:v>25.15</c:v>
                </c:pt>
                <c:pt idx="26253">
                  <c:v>25.15</c:v>
                </c:pt>
                <c:pt idx="26254">
                  <c:v>25.15</c:v>
                </c:pt>
                <c:pt idx="26255">
                  <c:v>25.15</c:v>
                </c:pt>
                <c:pt idx="26256">
                  <c:v>25.15</c:v>
                </c:pt>
                <c:pt idx="26257">
                  <c:v>25.15</c:v>
                </c:pt>
                <c:pt idx="26258">
                  <c:v>25.15</c:v>
                </c:pt>
                <c:pt idx="26259">
                  <c:v>25.15</c:v>
                </c:pt>
                <c:pt idx="26260">
                  <c:v>25.15</c:v>
                </c:pt>
                <c:pt idx="26261">
                  <c:v>25.15</c:v>
                </c:pt>
                <c:pt idx="26262">
                  <c:v>25.15</c:v>
                </c:pt>
                <c:pt idx="26263">
                  <c:v>25.15</c:v>
                </c:pt>
                <c:pt idx="26264">
                  <c:v>25.15</c:v>
                </c:pt>
                <c:pt idx="26265">
                  <c:v>25.15</c:v>
                </c:pt>
                <c:pt idx="26266">
                  <c:v>25.15</c:v>
                </c:pt>
                <c:pt idx="26267">
                  <c:v>25.15</c:v>
                </c:pt>
                <c:pt idx="26268">
                  <c:v>25.15</c:v>
                </c:pt>
                <c:pt idx="26269">
                  <c:v>25.15</c:v>
                </c:pt>
                <c:pt idx="26270">
                  <c:v>25.15</c:v>
                </c:pt>
                <c:pt idx="26271">
                  <c:v>25.15</c:v>
                </c:pt>
                <c:pt idx="26272">
                  <c:v>25.15</c:v>
                </c:pt>
                <c:pt idx="26273">
                  <c:v>25.15</c:v>
                </c:pt>
                <c:pt idx="26274">
                  <c:v>25.15</c:v>
                </c:pt>
                <c:pt idx="26275">
                  <c:v>25.15</c:v>
                </c:pt>
                <c:pt idx="26276">
                  <c:v>25.15</c:v>
                </c:pt>
                <c:pt idx="26277">
                  <c:v>25.15</c:v>
                </c:pt>
                <c:pt idx="26278">
                  <c:v>25.15</c:v>
                </c:pt>
                <c:pt idx="26279">
                  <c:v>25.15</c:v>
                </c:pt>
                <c:pt idx="26280">
                  <c:v>25.15</c:v>
                </c:pt>
                <c:pt idx="26281">
                  <c:v>25.15</c:v>
                </c:pt>
                <c:pt idx="26282">
                  <c:v>25.15</c:v>
                </c:pt>
                <c:pt idx="26283">
                  <c:v>25.15</c:v>
                </c:pt>
                <c:pt idx="26284">
                  <c:v>25.15</c:v>
                </c:pt>
                <c:pt idx="26285">
                  <c:v>25.15</c:v>
                </c:pt>
                <c:pt idx="26286">
                  <c:v>25.15</c:v>
                </c:pt>
                <c:pt idx="26287">
                  <c:v>25.15</c:v>
                </c:pt>
                <c:pt idx="26288">
                  <c:v>25.15</c:v>
                </c:pt>
                <c:pt idx="26289">
                  <c:v>25.15</c:v>
                </c:pt>
                <c:pt idx="26290">
                  <c:v>25.15</c:v>
                </c:pt>
                <c:pt idx="26291">
                  <c:v>25.15</c:v>
                </c:pt>
                <c:pt idx="26292">
                  <c:v>25.15</c:v>
                </c:pt>
                <c:pt idx="26293">
                  <c:v>25.15</c:v>
                </c:pt>
                <c:pt idx="26294">
                  <c:v>25.15</c:v>
                </c:pt>
                <c:pt idx="26295">
                  <c:v>25.15</c:v>
                </c:pt>
                <c:pt idx="26296">
                  <c:v>25.15</c:v>
                </c:pt>
                <c:pt idx="26297">
                  <c:v>25.15</c:v>
                </c:pt>
                <c:pt idx="26298">
                  <c:v>25.15</c:v>
                </c:pt>
                <c:pt idx="26299">
                  <c:v>25.15</c:v>
                </c:pt>
                <c:pt idx="26300">
                  <c:v>25.15</c:v>
                </c:pt>
                <c:pt idx="26301">
                  <c:v>25.15</c:v>
                </c:pt>
                <c:pt idx="26302">
                  <c:v>25.15</c:v>
                </c:pt>
                <c:pt idx="26303">
                  <c:v>25.15</c:v>
                </c:pt>
                <c:pt idx="26304">
                  <c:v>25.15</c:v>
                </c:pt>
                <c:pt idx="26305">
                  <c:v>25.15</c:v>
                </c:pt>
                <c:pt idx="26306">
                  <c:v>25.15</c:v>
                </c:pt>
                <c:pt idx="26307">
                  <c:v>25.15</c:v>
                </c:pt>
                <c:pt idx="26308">
                  <c:v>25.15</c:v>
                </c:pt>
                <c:pt idx="26309">
                  <c:v>25.15</c:v>
                </c:pt>
                <c:pt idx="26310">
                  <c:v>25.15</c:v>
                </c:pt>
                <c:pt idx="26311">
                  <c:v>25.15</c:v>
                </c:pt>
                <c:pt idx="26312">
                  <c:v>25.15</c:v>
                </c:pt>
                <c:pt idx="26313">
                  <c:v>25.15</c:v>
                </c:pt>
                <c:pt idx="26314">
                  <c:v>25.15</c:v>
                </c:pt>
                <c:pt idx="26315">
                  <c:v>25.15</c:v>
                </c:pt>
                <c:pt idx="26316">
                  <c:v>25.15</c:v>
                </c:pt>
                <c:pt idx="26317">
                  <c:v>25.15</c:v>
                </c:pt>
                <c:pt idx="26318">
                  <c:v>25.15</c:v>
                </c:pt>
                <c:pt idx="26319">
                  <c:v>25.15</c:v>
                </c:pt>
                <c:pt idx="26320">
                  <c:v>25.15</c:v>
                </c:pt>
                <c:pt idx="26321">
                  <c:v>25.15</c:v>
                </c:pt>
                <c:pt idx="26322">
                  <c:v>25.15</c:v>
                </c:pt>
                <c:pt idx="26323">
                  <c:v>25.15</c:v>
                </c:pt>
                <c:pt idx="26324">
                  <c:v>25.15</c:v>
                </c:pt>
                <c:pt idx="26325">
                  <c:v>25.15</c:v>
                </c:pt>
                <c:pt idx="26326">
                  <c:v>25.15</c:v>
                </c:pt>
                <c:pt idx="26327">
                  <c:v>25.15</c:v>
                </c:pt>
                <c:pt idx="26328">
                  <c:v>25.15</c:v>
                </c:pt>
                <c:pt idx="26329">
                  <c:v>25.15</c:v>
                </c:pt>
                <c:pt idx="26330">
                  <c:v>25.15</c:v>
                </c:pt>
                <c:pt idx="26331">
                  <c:v>25.15</c:v>
                </c:pt>
                <c:pt idx="26332">
                  <c:v>25.15</c:v>
                </c:pt>
                <c:pt idx="26333">
                  <c:v>25.15</c:v>
                </c:pt>
                <c:pt idx="26334">
                  <c:v>25.15</c:v>
                </c:pt>
                <c:pt idx="26335">
                  <c:v>25.15</c:v>
                </c:pt>
                <c:pt idx="26336">
                  <c:v>25.15</c:v>
                </c:pt>
                <c:pt idx="26337">
                  <c:v>25.15</c:v>
                </c:pt>
                <c:pt idx="26338">
                  <c:v>25.15</c:v>
                </c:pt>
                <c:pt idx="26339">
                  <c:v>25.15</c:v>
                </c:pt>
                <c:pt idx="26340">
                  <c:v>25.15</c:v>
                </c:pt>
                <c:pt idx="26341">
                  <c:v>25.15</c:v>
                </c:pt>
                <c:pt idx="26342">
                  <c:v>25.15</c:v>
                </c:pt>
                <c:pt idx="26343">
                  <c:v>25.15</c:v>
                </c:pt>
                <c:pt idx="26344">
                  <c:v>25.15</c:v>
                </c:pt>
                <c:pt idx="26345">
                  <c:v>25.15</c:v>
                </c:pt>
                <c:pt idx="26346">
                  <c:v>25.15</c:v>
                </c:pt>
                <c:pt idx="26347">
                  <c:v>25.15</c:v>
                </c:pt>
                <c:pt idx="26348">
                  <c:v>25.15</c:v>
                </c:pt>
                <c:pt idx="26349">
                  <c:v>25.15</c:v>
                </c:pt>
                <c:pt idx="26350">
                  <c:v>25.15</c:v>
                </c:pt>
                <c:pt idx="26351">
                  <c:v>25.15</c:v>
                </c:pt>
                <c:pt idx="26352">
                  <c:v>25.15</c:v>
                </c:pt>
                <c:pt idx="26353">
                  <c:v>25.15</c:v>
                </c:pt>
                <c:pt idx="26354">
                  <c:v>25.15</c:v>
                </c:pt>
                <c:pt idx="26355">
                  <c:v>25.15</c:v>
                </c:pt>
                <c:pt idx="26356">
                  <c:v>25.15</c:v>
                </c:pt>
                <c:pt idx="26357">
                  <c:v>25.15</c:v>
                </c:pt>
                <c:pt idx="26358">
                  <c:v>25.15</c:v>
                </c:pt>
                <c:pt idx="26359">
                  <c:v>25.15</c:v>
                </c:pt>
                <c:pt idx="26360">
                  <c:v>25.15</c:v>
                </c:pt>
                <c:pt idx="26361">
                  <c:v>25.15</c:v>
                </c:pt>
                <c:pt idx="26362">
                  <c:v>25.15</c:v>
                </c:pt>
                <c:pt idx="26363">
                  <c:v>25.15</c:v>
                </c:pt>
                <c:pt idx="26364">
                  <c:v>25.15</c:v>
                </c:pt>
                <c:pt idx="26365">
                  <c:v>25.15</c:v>
                </c:pt>
                <c:pt idx="26366">
                  <c:v>25.15</c:v>
                </c:pt>
                <c:pt idx="26367">
                  <c:v>25.15</c:v>
                </c:pt>
                <c:pt idx="26368">
                  <c:v>25.15</c:v>
                </c:pt>
                <c:pt idx="26369">
                  <c:v>25.15</c:v>
                </c:pt>
                <c:pt idx="26370">
                  <c:v>25.15</c:v>
                </c:pt>
                <c:pt idx="26371">
                  <c:v>25.15</c:v>
                </c:pt>
                <c:pt idx="26372">
                  <c:v>25.15</c:v>
                </c:pt>
                <c:pt idx="26373">
                  <c:v>25.15</c:v>
                </c:pt>
                <c:pt idx="26374">
                  <c:v>25.15</c:v>
                </c:pt>
                <c:pt idx="26375">
                  <c:v>25.15</c:v>
                </c:pt>
                <c:pt idx="26376">
                  <c:v>25.15</c:v>
                </c:pt>
                <c:pt idx="26377">
                  <c:v>25.15</c:v>
                </c:pt>
                <c:pt idx="26378">
                  <c:v>25.15</c:v>
                </c:pt>
                <c:pt idx="26379">
                  <c:v>25.15</c:v>
                </c:pt>
                <c:pt idx="26380">
                  <c:v>25.15</c:v>
                </c:pt>
                <c:pt idx="26381">
                  <c:v>25.15</c:v>
                </c:pt>
                <c:pt idx="26382">
                  <c:v>25.15</c:v>
                </c:pt>
                <c:pt idx="26383">
                  <c:v>25.15</c:v>
                </c:pt>
                <c:pt idx="26384">
                  <c:v>25.15</c:v>
                </c:pt>
                <c:pt idx="26385">
                  <c:v>25.15</c:v>
                </c:pt>
                <c:pt idx="26386">
                  <c:v>25.15</c:v>
                </c:pt>
                <c:pt idx="26387">
                  <c:v>25.15</c:v>
                </c:pt>
                <c:pt idx="26388">
                  <c:v>25.15</c:v>
                </c:pt>
                <c:pt idx="26389">
                  <c:v>25.15</c:v>
                </c:pt>
                <c:pt idx="26390">
                  <c:v>25.15</c:v>
                </c:pt>
                <c:pt idx="26391">
                  <c:v>25.15</c:v>
                </c:pt>
                <c:pt idx="26392">
                  <c:v>25.15</c:v>
                </c:pt>
                <c:pt idx="26393">
                  <c:v>25.15</c:v>
                </c:pt>
                <c:pt idx="26394">
                  <c:v>25.15</c:v>
                </c:pt>
                <c:pt idx="26395">
                  <c:v>25.15</c:v>
                </c:pt>
                <c:pt idx="26396">
                  <c:v>25.15</c:v>
                </c:pt>
                <c:pt idx="26397">
                  <c:v>25.15</c:v>
                </c:pt>
                <c:pt idx="26398">
                  <c:v>25.15</c:v>
                </c:pt>
                <c:pt idx="26399">
                  <c:v>25.15</c:v>
                </c:pt>
                <c:pt idx="26400">
                  <c:v>25.15</c:v>
                </c:pt>
                <c:pt idx="26401">
                  <c:v>25.15</c:v>
                </c:pt>
                <c:pt idx="26402">
                  <c:v>25.15</c:v>
                </c:pt>
                <c:pt idx="26403">
                  <c:v>25.15</c:v>
                </c:pt>
                <c:pt idx="26404">
                  <c:v>25.15</c:v>
                </c:pt>
                <c:pt idx="26405">
                  <c:v>25.15</c:v>
                </c:pt>
                <c:pt idx="26406">
                  <c:v>25.15</c:v>
                </c:pt>
                <c:pt idx="26407">
                  <c:v>25.15</c:v>
                </c:pt>
                <c:pt idx="26408">
                  <c:v>25.15</c:v>
                </c:pt>
                <c:pt idx="26409">
                  <c:v>25.15</c:v>
                </c:pt>
                <c:pt idx="26410">
                  <c:v>25.15</c:v>
                </c:pt>
                <c:pt idx="26411">
                  <c:v>25.15</c:v>
                </c:pt>
                <c:pt idx="26412">
                  <c:v>25.15</c:v>
                </c:pt>
                <c:pt idx="26413">
                  <c:v>25.15</c:v>
                </c:pt>
                <c:pt idx="26414">
                  <c:v>25.15</c:v>
                </c:pt>
                <c:pt idx="26415">
                  <c:v>25.15</c:v>
                </c:pt>
                <c:pt idx="26416">
                  <c:v>25.15</c:v>
                </c:pt>
                <c:pt idx="26417">
                  <c:v>25.15</c:v>
                </c:pt>
                <c:pt idx="26418">
                  <c:v>25.15</c:v>
                </c:pt>
                <c:pt idx="26419">
                  <c:v>25.15</c:v>
                </c:pt>
                <c:pt idx="26420">
                  <c:v>25.15</c:v>
                </c:pt>
                <c:pt idx="26421">
                  <c:v>25.15</c:v>
                </c:pt>
                <c:pt idx="26422">
                  <c:v>25.15</c:v>
                </c:pt>
                <c:pt idx="26423">
                  <c:v>25.15</c:v>
                </c:pt>
                <c:pt idx="26424">
                  <c:v>25.15</c:v>
                </c:pt>
                <c:pt idx="26425">
                  <c:v>25.15</c:v>
                </c:pt>
                <c:pt idx="26426">
                  <c:v>25.15</c:v>
                </c:pt>
                <c:pt idx="26427">
                  <c:v>25.15</c:v>
                </c:pt>
                <c:pt idx="26428">
                  <c:v>25.15</c:v>
                </c:pt>
                <c:pt idx="26429">
                  <c:v>25.15</c:v>
                </c:pt>
                <c:pt idx="26430">
                  <c:v>25.15</c:v>
                </c:pt>
                <c:pt idx="26431">
                  <c:v>25.15</c:v>
                </c:pt>
                <c:pt idx="26432">
                  <c:v>25.15</c:v>
                </c:pt>
                <c:pt idx="26433">
                  <c:v>25.15</c:v>
                </c:pt>
                <c:pt idx="26434">
                  <c:v>25.15</c:v>
                </c:pt>
                <c:pt idx="26435">
                  <c:v>25.15</c:v>
                </c:pt>
                <c:pt idx="26436">
                  <c:v>25.15</c:v>
                </c:pt>
                <c:pt idx="26437">
                  <c:v>25.15</c:v>
                </c:pt>
                <c:pt idx="26438">
                  <c:v>25.15</c:v>
                </c:pt>
                <c:pt idx="26439">
                  <c:v>25.15</c:v>
                </c:pt>
                <c:pt idx="26440">
                  <c:v>25.15</c:v>
                </c:pt>
                <c:pt idx="26441">
                  <c:v>25.15</c:v>
                </c:pt>
                <c:pt idx="26442">
                  <c:v>25.15</c:v>
                </c:pt>
                <c:pt idx="26443">
                  <c:v>25.15</c:v>
                </c:pt>
                <c:pt idx="26444">
                  <c:v>25.15</c:v>
                </c:pt>
                <c:pt idx="26445">
                  <c:v>25.15</c:v>
                </c:pt>
                <c:pt idx="26446">
                  <c:v>25.15</c:v>
                </c:pt>
                <c:pt idx="26447">
                  <c:v>25.15</c:v>
                </c:pt>
                <c:pt idx="26448">
                  <c:v>25.15</c:v>
                </c:pt>
                <c:pt idx="26449">
                  <c:v>25.15</c:v>
                </c:pt>
                <c:pt idx="26450">
                  <c:v>25.15</c:v>
                </c:pt>
                <c:pt idx="26451">
                  <c:v>25.15</c:v>
                </c:pt>
                <c:pt idx="26452">
                  <c:v>25.15</c:v>
                </c:pt>
                <c:pt idx="26453">
                  <c:v>25.15</c:v>
                </c:pt>
                <c:pt idx="26454">
                  <c:v>25.15</c:v>
                </c:pt>
                <c:pt idx="26455">
                  <c:v>25.15</c:v>
                </c:pt>
                <c:pt idx="26456">
                  <c:v>25.15</c:v>
                </c:pt>
                <c:pt idx="26457">
                  <c:v>25.15</c:v>
                </c:pt>
                <c:pt idx="26458">
                  <c:v>25.15</c:v>
                </c:pt>
                <c:pt idx="26459">
                  <c:v>25.15</c:v>
                </c:pt>
                <c:pt idx="26460">
                  <c:v>25.15</c:v>
                </c:pt>
                <c:pt idx="26461">
                  <c:v>25.15</c:v>
                </c:pt>
                <c:pt idx="26462">
                  <c:v>25.15</c:v>
                </c:pt>
                <c:pt idx="26463">
                  <c:v>25.15</c:v>
                </c:pt>
                <c:pt idx="26464">
                  <c:v>25.15</c:v>
                </c:pt>
                <c:pt idx="26465">
                  <c:v>25.15</c:v>
                </c:pt>
                <c:pt idx="26466">
                  <c:v>25.15</c:v>
                </c:pt>
                <c:pt idx="26467">
                  <c:v>25.15</c:v>
                </c:pt>
                <c:pt idx="26468">
                  <c:v>25.15</c:v>
                </c:pt>
                <c:pt idx="26469">
                  <c:v>25.15</c:v>
                </c:pt>
                <c:pt idx="26470">
                  <c:v>25.15</c:v>
                </c:pt>
                <c:pt idx="26471">
                  <c:v>25.15</c:v>
                </c:pt>
                <c:pt idx="26472">
                  <c:v>25.15</c:v>
                </c:pt>
                <c:pt idx="26473">
                  <c:v>25.15</c:v>
                </c:pt>
                <c:pt idx="26474">
                  <c:v>25.15</c:v>
                </c:pt>
                <c:pt idx="26475">
                  <c:v>25.15</c:v>
                </c:pt>
                <c:pt idx="26476">
                  <c:v>25.15</c:v>
                </c:pt>
                <c:pt idx="26477">
                  <c:v>25.15</c:v>
                </c:pt>
                <c:pt idx="26478">
                  <c:v>25.15</c:v>
                </c:pt>
                <c:pt idx="26479">
                  <c:v>25.15</c:v>
                </c:pt>
                <c:pt idx="26480">
                  <c:v>25.15</c:v>
                </c:pt>
                <c:pt idx="26481">
                  <c:v>25.15</c:v>
                </c:pt>
                <c:pt idx="26482">
                  <c:v>25.15</c:v>
                </c:pt>
                <c:pt idx="26483">
                  <c:v>25.15</c:v>
                </c:pt>
                <c:pt idx="26484">
                  <c:v>25.15</c:v>
                </c:pt>
                <c:pt idx="26485">
                  <c:v>25.15</c:v>
                </c:pt>
                <c:pt idx="26486">
                  <c:v>25.15</c:v>
                </c:pt>
                <c:pt idx="26487">
                  <c:v>25.15</c:v>
                </c:pt>
                <c:pt idx="26488">
                  <c:v>25.15</c:v>
                </c:pt>
                <c:pt idx="26489">
                  <c:v>25.15</c:v>
                </c:pt>
                <c:pt idx="26490">
                  <c:v>25.15</c:v>
                </c:pt>
                <c:pt idx="26491">
                  <c:v>25.15</c:v>
                </c:pt>
                <c:pt idx="26492">
                  <c:v>25.15</c:v>
                </c:pt>
                <c:pt idx="26493">
                  <c:v>25.15</c:v>
                </c:pt>
                <c:pt idx="26494">
                  <c:v>25.15</c:v>
                </c:pt>
                <c:pt idx="26495">
                  <c:v>25.15</c:v>
                </c:pt>
                <c:pt idx="26496">
                  <c:v>25.15</c:v>
                </c:pt>
                <c:pt idx="26497">
                  <c:v>25.15</c:v>
                </c:pt>
                <c:pt idx="26498">
                  <c:v>25.15</c:v>
                </c:pt>
                <c:pt idx="26499">
                  <c:v>25.15</c:v>
                </c:pt>
                <c:pt idx="26500">
                  <c:v>25.15</c:v>
                </c:pt>
                <c:pt idx="26501">
                  <c:v>25.15</c:v>
                </c:pt>
                <c:pt idx="26502">
                  <c:v>25.15</c:v>
                </c:pt>
                <c:pt idx="26503">
                  <c:v>25.15</c:v>
                </c:pt>
                <c:pt idx="26504">
                  <c:v>25.15</c:v>
                </c:pt>
                <c:pt idx="26505">
                  <c:v>25.15</c:v>
                </c:pt>
                <c:pt idx="26506">
                  <c:v>25.15</c:v>
                </c:pt>
                <c:pt idx="26507">
                  <c:v>25.15</c:v>
                </c:pt>
                <c:pt idx="26508">
                  <c:v>25.15</c:v>
                </c:pt>
                <c:pt idx="26509">
                  <c:v>25.15</c:v>
                </c:pt>
                <c:pt idx="26510">
                  <c:v>25.15</c:v>
                </c:pt>
                <c:pt idx="26511">
                  <c:v>25.15</c:v>
                </c:pt>
                <c:pt idx="26512">
                  <c:v>25.15</c:v>
                </c:pt>
                <c:pt idx="26513">
                  <c:v>25.15</c:v>
                </c:pt>
                <c:pt idx="26514">
                  <c:v>25.15</c:v>
                </c:pt>
                <c:pt idx="26515">
                  <c:v>25.15</c:v>
                </c:pt>
                <c:pt idx="26516">
                  <c:v>25.15</c:v>
                </c:pt>
                <c:pt idx="26517">
                  <c:v>25.15</c:v>
                </c:pt>
                <c:pt idx="26518">
                  <c:v>25.15</c:v>
                </c:pt>
                <c:pt idx="26519">
                  <c:v>25.15</c:v>
                </c:pt>
                <c:pt idx="26520">
                  <c:v>25.15</c:v>
                </c:pt>
                <c:pt idx="26521">
                  <c:v>25.15</c:v>
                </c:pt>
                <c:pt idx="26522">
                  <c:v>25.15</c:v>
                </c:pt>
                <c:pt idx="26523">
                  <c:v>25.15</c:v>
                </c:pt>
                <c:pt idx="26524">
                  <c:v>25.15</c:v>
                </c:pt>
                <c:pt idx="26525">
                  <c:v>25.15</c:v>
                </c:pt>
                <c:pt idx="26526">
                  <c:v>25.15</c:v>
                </c:pt>
                <c:pt idx="26527">
                  <c:v>25.15</c:v>
                </c:pt>
                <c:pt idx="26528">
                  <c:v>25.15</c:v>
                </c:pt>
                <c:pt idx="26529">
                  <c:v>25.15</c:v>
                </c:pt>
                <c:pt idx="26530">
                  <c:v>25.15</c:v>
                </c:pt>
                <c:pt idx="26531">
                  <c:v>25.15</c:v>
                </c:pt>
                <c:pt idx="26532">
                  <c:v>25.15</c:v>
                </c:pt>
                <c:pt idx="26533">
                  <c:v>25.15</c:v>
                </c:pt>
                <c:pt idx="26534">
                  <c:v>25.15</c:v>
                </c:pt>
                <c:pt idx="26535">
                  <c:v>25.15</c:v>
                </c:pt>
                <c:pt idx="26536">
                  <c:v>25.15</c:v>
                </c:pt>
                <c:pt idx="26537">
                  <c:v>25.15</c:v>
                </c:pt>
                <c:pt idx="26538">
                  <c:v>25.15</c:v>
                </c:pt>
                <c:pt idx="26539">
                  <c:v>25.15</c:v>
                </c:pt>
                <c:pt idx="26540">
                  <c:v>25.15</c:v>
                </c:pt>
                <c:pt idx="26541">
                  <c:v>25.15</c:v>
                </c:pt>
                <c:pt idx="26542">
                  <c:v>25.15</c:v>
                </c:pt>
                <c:pt idx="26543">
                  <c:v>25.15</c:v>
                </c:pt>
                <c:pt idx="26544">
                  <c:v>25.15</c:v>
                </c:pt>
                <c:pt idx="26545">
                  <c:v>25.15</c:v>
                </c:pt>
                <c:pt idx="26546">
                  <c:v>25.15</c:v>
                </c:pt>
                <c:pt idx="26547">
                  <c:v>25.15</c:v>
                </c:pt>
                <c:pt idx="26548">
                  <c:v>25.15</c:v>
                </c:pt>
                <c:pt idx="26549">
                  <c:v>25.15</c:v>
                </c:pt>
                <c:pt idx="26550">
                  <c:v>25.15</c:v>
                </c:pt>
                <c:pt idx="26551">
                  <c:v>25.15</c:v>
                </c:pt>
                <c:pt idx="26552">
                  <c:v>25.15</c:v>
                </c:pt>
                <c:pt idx="26553">
                  <c:v>25.15</c:v>
                </c:pt>
                <c:pt idx="26554">
                  <c:v>25.15</c:v>
                </c:pt>
                <c:pt idx="26555">
                  <c:v>25.15</c:v>
                </c:pt>
                <c:pt idx="26556">
                  <c:v>25.15</c:v>
                </c:pt>
                <c:pt idx="26557">
                  <c:v>25.15</c:v>
                </c:pt>
                <c:pt idx="26558">
                  <c:v>25.15</c:v>
                </c:pt>
                <c:pt idx="26559">
                  <c:v>25.15</c:v>
                </c:pt>
                <c:pt idx="26560">
                  <c:v>25.15</c:v>
                </c:pt>
                <c:pt idx="26561">
                  <c:v>25.15</c:v>
                </c:pt>
                <c:pt idx="26562">
                  <c:v>25.15</c:v>
                </c:pt>
                <c:pt idx="26563">
                  <c:v>25.15</c:v>
                </c:pt>
                <c:pt idx="26564">
                  <c:v>25.15</c:v>
                </c:pt>
                <c:pt idx="26565">
                  <c:v>25.15</c:v>
                </c:pt>
                <c:pt idx="26566">
                  <c:v>25.15</c:v>
                </c:pt>
                <c:pt idx="26567">
                  <c:v>25.15</c:v>
                </c:pt>
                <c:pt idx="26568">
                  <c:v>25.15</c:v>
                </c:pt>
                <c:pt idx="26569">
                  <c:v>25.15</c:v>
                </c:pt>
                <c:pt idx="26570">
                  <c:v>25.15</c:v>
                </c:pt>
                <c:pt idx="26571">
                  <c:v>25.15</c:v>
                </c:pt>
                <c:pt idx="26572">
                  <c:v>25.15</c:v>
                </c:pt>
                <c:pt idx="26573">
                  <c:v>25.15</c:v>
                </c:pt>
                <c:pt idx="26574">
                  <c:v>25.15</c:v>
                </c:pt>
                <c:pt idx="26575">
                  <c:v>25.15</c:v>
                </c:pt>
                <c:pt idx="26576">
                  <c:v>25.15</c:v>
                </c:pt>
                <c:pt idx="26577">
                  <c:v>25.15</c:v>
                </c:pt>
                <c:pt idx="26578">
                  <c:v>25.15</c:v>
                </c:pt>
                <c:pt idx="26579">
                  <c:v>25.15</c:v>
                </c:pt>
                <c:pt idx="26580">
                  <c:v>25.15</c:v>
                </c:pt>
                <c:pt idx="26581">
                  <c:v>25.15</c:v>
                </c:pt>
                <c:pt idx="26582">
                  <c:v>25.15</c:v>
                </c:pt>
                <c:pt idx="26583">
                  <c:v>25.15</c:v>
                </c:pt>
                <c:pt idx="26584">
                  <c:v>25.15</c:v>
                </c:pt>
                <c:pt idx="26585">
                  <c:v>25.15</c:v>
                </c:pt>
                <c:pt idx="26586">
                  <c:v>25.15</c:v>
                </c:pt>
                <c:pt idx="26587">
                  <c:v>25.15</c:v>
                </c:pt>
                <c:pt idx="26588">
                  <c:v>25.15</c:v>
                </c:pt>
                <c:pt idx="26589">
                  <c:v>25.15</c:v>
                </c:pt>
                <c:pt idx="26590">
                  <c:v>25.15</c:v>
                </c:pt>
                <c:pt idx="26591">
                  <c:v>25.15</c:v>
                </c:pt>
                <c:pt idx="26592">
                  <c:v>25.15</c:v>
                </c:pt>
                <c:pt idx="26593">
                  <c:v>25.15</c:v>
                </c:pt>
                <c:pt idx="26594">
                  <c:v>25.15</c:v>
                </c:pt>
                <c:pt idx="26595">
                  <c:v>25.15</c:v>
                </c:pt>
                <c:pt idx="26596">
                  <c:v>25.15</c:v>
                </c:pt>
                <c:pt idx="26597">
                  <c:v>25.15</c:v>
                </c:pt>
                <c:pt idx="26598">
                  <c:v>25.15</c:v>
                </c:pt>
                <c:pt idx="26599">
                  <c:v>25.15</c:v>
                </c:pt>
                <c:pt idx="26600">
                  <c:v>25.15</c:v>
                </c:pt>
                <c:pt idx="26601">
                  <c:v>25.15</c:v>
                </c:pt>
                <c:pt idx="26602">
                  <c:v>25.15</c:v>
                </c:pt>
                <c:pt idx="26603">
                  <c:v>25.15</c:v>
                </c:pt>
                <c:pt idx="26604">
                  <c:v>25.15</c:v>
                </c:pt>
                <c:pt idx="26605">
                  <c:v>25.15</c:v>
                </c:pt>
                <c:pt idx="26606">
                  <c:v>25.15</c:v>
                </c:pt>
                <c:pt idx="26607">
                  <c:v>25.15</c:v>
                </c:pt>
                <c:pt idx="26608">
                  <c:v>25.15</c:v>
                </c:pt>
                <c:pt idx="26609">
                  <c:v>25.15</c:v>
                </c:pt>
                <c:pt idx="26610">
                  <c:v>25.15</c:v>
                </c:pt>
                <c:pt idx="26611">
                  <c:v>25.15</c:v>
                </c:pt>
                <c:pt idx="26612">
                  <c:v>25.15</c:v>
                </c:pt>
                <c:pt idx="26613">
                  <c:v>25.15</c:v>
                </c:pt>
                <c:pt idx="26614">
                  <c:v>25.15</c:v>
                </c:pt>
                <c:pt idx="26615">
                  <c:v>25.15</c:v>
                </c:pt>
                <c:pt idx="26616">
                  <c:v>25.15</c:v>
                </c:pt>
                <c:pt idx="26617">
                  <c:v>25.15</c:v>
                </c:pt>
                <c:pt idx="26618">
                  <c:v>25.15</c:v>
                </c:pt>
                <c:pt idx="26619">
                  <c:v>25.15</c:v>
                </c:pt>
                <c:pt idx="26620">
                  <c:v>25.15</c:v>
                </c:pt>
                <c:pt idx="26621">
                  <c:v>25.15</c:v>
                </c:pt>
                <c:pt idx="26622">
                  <c:v>25.15</c:v>
                </c:pt>
                <c:pt idx="26623">
                  <c:v>25.15</c:v>
                </c:pt>
                <c:pt idx="26624">
                  <c:v>25.15</c:v>
                </c:pt>
                <c:pt idx="26625">
                  <c:v>25.15</c:v>
                </c:pt>
                <c:pt idx="26626">
                  <c:v>25.15</c:v>
                </c:pt>
                <c:pt idx="26627">
                  <c:v>25.15</c:v>
                </c:pt>
                <c:pt idx="26628">
                  <c:v>25.15</c:v>
                </c:pt>
                <c:pt idx="26629">
                  <c:v>25.15</c:v>
                </c:pt>
                <c:pt idx="26630">
                  <c:v>25.15</c:v>
                </c:pt>
                <c:pt idx="26631">
                  <c:v>25.15</c:v>
                </c:pt>
                <c:pt idx="26632">
                  <c:v>25.1</c:v>
                </c:pt>
                <c:pt idx="26633">
                  <c:v>25.15</c:v>
                </c:pt>
                <c:pt idx="26634">
                  <c:v>25.1</c:v>
                </c:pt>
                <c:pt idx="26635">
                  <c:v>25.15</c:v>
                </c:pt>
                <c:pt idx="26636">
                  <c:v>25.15</c:v>
                </c:pt>
                <c:pt idx="26637">
                  <c:v>25.15</c:v>
                </c:pt>
                <c:pt idx="26638">
                  <c:v>25.15</c:v>
                </c:pt>
                <c:pt idx="26639">
                  <c:v>25.15</c:v>
                </c:pt>
                <c:pt idx="26640">
                  <c:v>25.15</c:v>
                </c:pt>
                <c:pt idx="26641">
                  <c:v>25.15</c:v>
                </c:pt>
                <c:pt idx="26642">
                  <c:v>25.15</c:v>
                </c:pt>
                <c:pt idx="26643">
                  <c:v>25.15</c:v>
                </c:pt>
                <c:pt idx="26644">
                  <c:v>25.15</c:v>
                </c:pt>
                <c:pt idx="26645">
                  <c:v>25.15</c:v>
                </c:pt>
                <c:pt idx="26646">
                  <c:v>25.15</c:v>
                </c:pt>
                <c:pt idx="26647">
                  <c:v>25.15</c:v>
                </c:pt>
                <c:pt idx="26648">
                  <c:v>25.15</c:v>
                </c:pt>
                <c:pt idx="26649">
                  <c:v>25.15</c:v>
                </c:pt>
                <c:pt idx="26650">
                  <c:v>25.15</c:v>
                </c:pt>
                <c:pt idx="26651">
                  <c:v>25.15</c:v>
                </c:pt>
                <c:pt idx="26652">
                  <c:v>25.1</c:v>
                </c:pt>
                <c:pt idx="26653">
                  <c:v>25.15</c:v>
                </c:pt>
                <c:pt idx="26654">
                  <c:v>25.15</c:v>
                </c:pt>
                <c:pt idx="26655">
                  <c:v>25.15</c:v>
                </c:pt>
                <c:pt idx="26656">
                  <c:v>25.15</c:v>
                </c:pt>
                <c:pt idx="26657">
                  <c:v>25.15</c:v>
                </c:pt>
                <c:pt idx="26658">
                  <c:v>25.15</c:v>
                </c:pt>
                <c:pt idx="26659">
                  <c:v>25.15</c:v>
                </c:pt>
                <c:pt idx="26660">
                  <c:v>25.15</c:v>
                </c:pt>
                <c:pt idx="26661">
                  <c:v>25.15</c:v>
                </c:pt>
                <c:pt idx="26662">
                  <c:v>25.15</c:v>
                </c:pt>
                <c:pt idx="26663">
                  <c:v>25.15</c:v>
                </c:pt>
                <c:pt idx="26664">
                  <c:v>25.15</c:v>
                </c:pt>
                <c:pt idx="26665">
                  <c:v>25.15</c:v>
                </c:pt>
                <c:pt idx="26666">
                  <c:v>25.15</c:v>
                </c:pt>
                <c:pt idx="26667">
                  <c:v>25.15</c:v>
                </c:pt>
                <c:pt idx="26668">
                  <c:v>25.15</c:v>
                </c:pt>
                <c:pt idx="26669">
                  <c:v>25.15</c:v>
                </c:pt>
                <c:pt idx="26670">
                  <c:v>25.1</c:v>
                </c:pt>
                <c:pt idx="26671">
                  <c:v>25.1</c:v>
                </c:pt>
                <c:pt idx="26672">
                  <c:v>25.1</c:v>
                </c:pt>
                <c:pt idx="26673">
                  <c:v>25.1</c:v>
                </c:pt>
                <c:pt idx="26674">
                  <c:v>25.1</c:v>
                </c:pt>
                <c:pt idx="26675">
                  <c:v>25.1</c:v>
                </c:pt>
                <c:pt idx="26676">
                  <c:v>25.1</c:v>
                </c:pt>
                <c:pt idx="26677">
                  <c:v>25.1</c:v>
                </c:pt>
                <c:pt idx="26678">
                  <c:v>25.1</c:v>
                </c:pt>
                <c:pt idx="26679">
                  <c:v>25.1</c:v>
                </c:pt>
                <c:pt idx="26680">
                  <c:v>25.1</c:v>
                </c:pt>
                <c:pt idx="26681">
                  <c:v>25.1</c:v>
                </c:pt>
                <c:pt idx="26682">
                  <c:v>25.1</c:v>
                </c:pt>
                <c:pt idx="26683">
                  <c:v>25.1</c:v>
                </c:pt>
                <c:pt idx="26684">
                  <c:v>25.1</c:v>
                </c:pt>
                <c:pt idx="26685">
                  <c:v>25.1</c:v>
                </c:pt>
                <c:pt idx="26686">
                  <c:v>25.1</c:v>
                </c:pt>
                <c:pt idx="26687">
                  <c:v>25.1</c:v>
                </c:pt>
                <c:pt idx="26688">
                  <c:v>25.15</c:v>
                </c:pt>
                <c:pt idx="26689">
                  <c:v>25.1</c:v>
                </c:pt>
                <c:pt idx="26690">
                  <c:v>25.15</c:v>
                </c:pt>
                <c:pt idx="26691">
                  <c:v>25.1</c:v>
                </c:pt>
                <c:pt idx="26692">
                  <c:v>25.1</c:v>
                </c:pt>
                <c:pt idx="26693">
                  <c:v>25.15</c:v>
                </c:pt>
                <c:pt idx="26694">
                  <c:v>25.1</c:v>
                </c:pt>
                <c:pt idx="26695">
                  <c:v>25.1</c:v>
                </c:pt>
                <c:pt idx="26696">
                  <c:v>25.1</c:v>
                </c:pt>
                <c:pt idx="26697">
                  <c:v>25.1</c:v>
                </c:pt>
                <c:pt idx="26698">
                  <c:v>25.1</c:v>
                </c:pt>
                <c:pt idx="26699">
                  <c:v>25.1</c:v>
                </c:pt>
                <c:pt idx="26700">
                  <c:v>25.1</c:v>
                </c:pt>
                <c:pt idx="26701">
                  <c:v>25.1</c:v>
                </c:pt>
                <c:pt idx="26702">
                  <c:v>25.1</c:v>
                </c:pt>
                <c:pt idx="26703">
                  <c:v>25.1</c:v>
                </c:pt>
                <c:pt idx="26704">
                  <c:v>25.1</c:v>
                </c:pt>
                <c:pt idx="26705">
                  <c:v>25.1</c:v>
                </c:pt>
                <c:pt idx="26706">
                  <c:v>25.1</c:v>
                </c:pt>
                <c:pt idx="26707">
                  <c:v>25.1</c:v>
                </c:pt>
                <c:pt idx="26708">
                  <c:v>25.1</c:v>
                </c:pt>
                <c:pt idx="26709">
                  <c:v>25.1</c:v>
                </c:pt>
                <c:pt idx="26710">
                  <c:v>25.1</c:v>
                </c:pt>
                <c:pt idx="26711">
                  <c:v>25.1</c:v>
                </c:pt>
                <c:pt idx="26712">
                  <c:v>25.1</c:v>
                </c:pt>
                <c:pt idx="26713">
                  <c:v>25.1</c:v>
                </c:pt>
                <c:pt idx="26714">
                  <c:v>25.1</c:v>
                </c:pt>
                <c:pt idx="26715">
                  <c:v>25.1</c:v>
                </c:pt>
                <c:pt idx="26716">
                  <c:v>25.1</c:v>
                </c:pt>
                <c:pt idx="26717">
                  <c:v>25.1</c:v>
                </c:pt>
                <c:pt idx="26718">
                  <c:v>25.1</c:v>
                </c:pt>
                <c:pt idx="26719">
                  <c:v>25.1</c:v>
                </c:pt>
                <c:pt idx="26720">
                  <c:v>25.1</c:v>
                </c:pt>
                <c:pt idx="26721">
                  <c:v>25.1</c:v>
                </c:pt>
                <c:pt idx="26722">
                  <c:v>25.1</c:v>
                </c:pt>
                <c:pt idx="26723">
                  <c:v>25.1</c:v>
                </c:pt>
                <c:pt idx="26724">
                  <c:v>25.1</c:v>
                </c:pt>
                <c:pt idx="26725">
                  <c:v>25.1</c:v>
                </c:pt>
                <c:pt idx="26726">
                  <c:v>25.1</c:v>
                </c:pt>
                <c:pt idx="26727">
                  <c:v>25.1</c:v>
                </c:pt>
                <c:pt idx="26728">
                  <c:v>25.1</c:v>
                </c:pt>
                <c:pt idx="26729">
                  <c:v>25.1</c:v>
                </c:pt>
                <c:pt idx="26730">
                  <c:v>25.1</c:v>
                </c:pt>
                <c:pt idx="26731">
                  <c:v>25.1</c:v>
                </c:pt>
                <c:pt idx="26732">
                  <c:v>25.1</c:v>
                </c:pt>
                <c:pt idx="26733">
                  <c:v>25.1</c:v>
                </c:pt>
                <c:pt idx="26734">
                  <c:v>25.1</c:v>
                </c:pt>
                <c:pt idx="26735">
                  <c:v>25.1</c:v>
                </c:pt>
                <c:pt idx="26736">
                  <c:v>25.1</c:v>
                </c:pt>
                <c:pt idx="26737">
                  <c:v>25.1</c:v>
                </c:pt>
                <c:pt idx="26738">
                  <c:v>25.1</c:v>
                </c:pt>
                <c:pt idx="26739">
                  <c:v>25.1</c:v>
                </c:pt>
                <c:pt idx="26740">
                  <c:v>25.1</c:v>
                </c:pt>
                <c:pt idx="26741">
                  <c:v>25.1</c:v>
                </c:pt>
                <c:pt idx="26742">
                  <c:v>25.1</c:v>
                </c:pt>
                <c:pt idx="26743">
                  <c:v>25.1</c:v>
                </c:pt>
                <c:pt idx="26744">
                  <c:v>25.1</c:v>
                </c:pt>
                <c:pt idx="26745">
                  <c:v>25.1</c:v>
                </c:pt>
                <c:pt idx="26746">
                  <c:v>25.1</c:v>
                </c:pt>
                <c:pt idx="26747">
                  <c:v>25.1</c:v>
                </c:pt>
                <c:pt idx="26748">
                  <c:v>25.1</c:v>
                </c:pt>
                <c:pt idx="26749">
                  <c:v>25.1</c:v>
                </c:pt>
                <c:pt idx="26750">
                  <c:v>25.1</c:v>
                </c:pt>
                <c:pt idx="26751">
                  <c:v>25.1</c:v>
                </c:pt>
                <c:pt idx="26752">
                  <c:v>25.1</c:v>
                </c:pt>
                <c:pt idx="26753">
                  <c:v>25.1</c:v>
                </c:pt>
                <c:pt idx="26754">
                  <c:v>25.1</c:v>
                </c:pt>
                <c:pt idx="26755">
                  <c:v>25.1</c:v>
                </c:pt>
                <c:pt idx="26756">
                  <c:v>25.1</c:v>
                </c:pt>
                <c:pt idx="26757">
                  <c:v>25.1</c:v>
                </c:pt>
                <c:pt idx="26758">
                  <c:v>25.1</c:v>
                </c:pt>
                <c:pt idx="26759">
                  <c:v>25.1</c:v>
                </c:pt>
                <c:pt idx="26760">
                  <c:v>25.1</c:v>
                </c:pt>
                <c:pt idx="26761">
                  <c:v>25.1</c:v>
                </c:pt>
                <c:pt idx="26762">
                  <c:v>25.1</c:v>
                </c:pt>
                <c:pt idx="26763">
                  <c:v>25.1</c:v>
                </c:pt>
                <c:pt idx="26764">
                  <c:v>25.1</c:v>
                </c:pt>
                <c:pt idx="26765">
                  <c:v>25.1</c:v>
                </c:pt>
                <c:pt idx="26766">
                  <c:v>25.1</c:v>
                </c:pt>
                <c:pt idx="26767">
                  <c:v>25.1</c:v>
                </c:pt>
                <c:pt idx="26768">
                  <c:v>25.1</c:v>
                </c:pt>
                <c:pt idx="26769">
                  <c:v>25.1</c:v>
                </c:pt>
                <c:pt idx="26770">
                  <c:v>25.1</c:v>
                </c:pt>
                <c:pt idx="26771">
                  <c:v>25.1</c:v>
                </c:pt>
                <c:pt idx="26772">
                  <c:v>25.1</c:v>
                </c:pt>
                <c:pt idx="26773">
                  <c:v>25.1</c:v>
                </c:pt>
                <c:pt idx="26774">
                  <c:v>25.1</c:v>
                </c:pt>
                <c:pt idx="26775">
                  <c:v>25.1</c:v>
                </c:pt>
                <c:pt idx="26776">
                  <c:v>25.1</c:v>
                </c:pt>
                <c:pt idx="26777">
                  <c:v>25.1</c:v>
                </c:pt>
                <c:pt idx="26778">
                  <c:v>25.1</c:v>
                </c:pt>
                <c:pt idx="26779">
                  <c:v>25.1</c:v>
                </c:pt>
                <c:pt idx="26780">
                  <c:v>25.1</c:v>
                </c:pt>
                <c:pt idx="26781">
                  <c:v>25.1</c:v>
                </c:pt>
                <c:pt idx="26782">
                  <c:v>25.1</c:v>
                </c:pt>
                <c:pt idx="26783">
                  <c:v>25.1</c:v>
                </c:pt>
                <c:pt idx="26784">
                  <c:v>25.1</c:v>
                </c:pt>
                <c:pt idx="26785">
                  <c:v>25.1</c:v>
                </c:pt>
                <c:pt idx="26786">
                  <c:v>25.1</c:v>
                </c:pt>
                <c:pt idx="26787">
                  <c:v>25.1</c:v>
                </c:pt>
                <c:pt idx="26788">
                  <c:v>25.1</c:v>
                </c:pt>
                <c:pt idx="26789">
                  <c:v>25.1</c:v>
                </c:pt>
                <c:pt idx="26790">
                  <c:v>25.1</c:v>
                </c:pt>
                <c:pt idx="26791">
                  <c:v>25.1</c:v>
                </c:pt>
                <c:pt idx="26792">
                  <c:v>25.1</c:v>
                </c:pt>
                <c:pt idx="26793">
                  <c:v>25.1</c:v>
                </c:pt>
                <c:pt idx="26794">
                  <c:v>25.1</c:v>
                </c:pt>
                <c:pt idx="26795">
                  <c:v>25.1</c:v>
                </c:pt>
                <c:pt idx="26796">
                  <c:v>25.1</c:v>
                </c:pt>
                <c:pt idx="26797">
                  <c:v>25.1</c:v>
                </c:pt>
                <c:pt idx="26798">
                  <c:v>25.1</c:v>
                </c:pt>
                <c:pt idx="26799">
                  <c:v>25.1</c:v>
                </c:pt>
                <c:pt idx="26800">
                  <c:v>25.1</c:v>
                </c:pt>
                <c:pt idx="26801">
                  <c:v>25.1</c:v>
                </c:pt>
                <c:pt idx="26802">
                  <c:v>25.1</c:v>
                </c:pt>
                <c:pt idx="26803">
                  <c:v>25.1</c:v>
                </c:pt>
                <c:pt idx="26804">
                  <c:v>25.1</c:v>
                </c:pt>
                <c:pt idx="26805">
                  <c:v>25.1</c:v>
                </c:pt>
                <c:pt idx="26806">
                  <c:v>25.1</c:v>
                </c:pt>
                <c:pt idx="26807">
                  <c:v>25.1</c:v>
                </c:pt>
                <c:pt idx="26808">
                  <c:v>25.1</c:v>
                </c:pt>
                <c:pt idx="26809">
                  <c:v>25.1</c:v>
                </c:pt>
                <c:pt idx="26810">
                  <c:v>25.1</c:v>
                </c:pt>
                <c:pt idx="26811">
                  <c:v>25.1</c:v>
                </c:pt>
                <c:pt idx="26812">
                  <c:v>25.1</c:v>
                </c:pt>
                <c:pt idx="26813">
                  <c:v>25.1</c:v>
                </c:pt>
                <c:pt idx="26814">
                  <c:v>25.1</c:v>
                </c:pt>
                <c:pt idx="26815">
                  <c:v>25.1</c:v>
                </c:pt>
                <c:pt idx="26816">
                  <c:v>25.1</c:v>
                </c:pt>
                <c:pt idx="26817">
                  <c:v>25.1</c:v>
                </c:pt>
                <c:pt idx="26818">
                  <c:v>25.1</c:v>
                </c:pt>
                <c:pt idx="26819">
                  <c:v>25.1</c:v>
                </c:pt>
                <c:pt idx="26820">
                  <c:v>25.1</c:v>
                </c:pt>
                <c:pt idx="26821">
                  <c:v>25.1</c:v>
                </c:pt>
                <c:pt idx="26822">
                  <c:v>25.1</c:v>
                </c:pt>
                <c:pt idx="26823">
                  <c:v>25.1</c:v>
                </c:pt>
                <c:pt idx="26824">
                  <c:v>25.1</c:v>
                </c:pt>
                <c:pt idx="26825">
                  <c:v>25.1</c:v>
                </c:pt>
                <c:pt idx="26826">
                  <c:v>25.1</c:v>
                </c:pt>
                <c:pt idx="26827">
                  <c:v>25.1</c:v>
                </c:pt>
                <c:pt idx="26828">
                  <c:v>25.1</c:v>
                </c:pt>
                <c:pt idx="26829">
                  <c:v>25.1</c:v>
                </c:pt>
                <c:pt idx="26830">
                  <c:v>25.1</c:v>
                </c:pt>
                <c:pt idx="26831">
                  <c:v>25.1</c:v>
                </c:pt>
                <c:pt idx="26832">
                  <c:v>25.1</c:v>
                </c:pt>
                <c:pt idx="26833">
                  <c:v>25.1</c:v>
                </c:pt>
                <c:pt idx="26834">
                  <c:v>25.1</c:v>
                </c:pt>
                <c:pt idx="26835">
                  <c:v>25.1</c:v>
                </c:pt>
                <c:pt idx="26836">
                  <c:v>25.1</c:v>
                </c:pt>
                <c:pt idx="26837">
                  <c:v>25.1</c:v>
                </c:pt>
                <c:pt idx="26838">
                  <c:v>25.1</c:v>
                </c:pt>
                <c:pt idx="26839">
                  <c:v>25.1</c:v>
                </c:pt>
                <c:pt idx="26840">
                  <c:v>25.1</c:v>
                </c:pt>
                <c:pt idx="26841">
                  <c:v>25.1</c:v>
                </c:pt>
                <c:pt idx="26842">
                  <c:v>25.1</c:v>
                </c:pt>
                <c:pt idx="26843">
                  <c:v>25.1</c:v>
                </c:pt>
                <c:pt idx="26844">
                  <c:v>25.1</c:v>
                </c:pt>
                <c:pt idx="26845">
                  <c:v>25.1</c:v>
                </c:pt>
                <c:pt idx="26846">
                  <c:v>25.1</c:v>
                </c:pt>
                <c:pt idx="26847">
                  <c:v>25.1</c:v>
                </c:pt>
                <c:pt idx="26848">
                  <c:v>25.1</c:v>
                </c:pt>
                <c:pt idx="26849">
                  <c:v>25.1</c:v>
                </c:pt>
                <c:pt idx="26850">
                  <c:v>25.1</c:v>
                </c:pt>
                <c:pt idx="26851">
                  <c:v>25.1</c:v>
                </c:pt>
                <c:pt idx="26852">
                  <c:v>25.1</c:v>
                </c:pt>
                <c:pt idx="26853">
                  <c:v>25.1</c:v>
                </c:pt>
                <c:pt idx="26854">
                  <c:v>25.1</c:v>
                </c:pt>
                <c:pt idx="26855">
                  <c:v>25.1</c:v>
                </c:pt>
                <c:pt idx="26856">
                  <c:v>25.1</c:v>
                </c:pt>
                <c:pt idx="26857">
                  <c:v>25.1</c:v>
                </c:pt>
                <c:pt idx="26858">
                  <c:v>25.1</c:v>
                </c:pt>
                <c:pt idx="26859">
                  <c:v>25.1</c:v>
                </c:pt>
                <c:pt idx="26860">
                  <c:v>25.1</c:v>
                </c:pt>
                <c:pt idx="26861">
                  <c:v>25.1</c:v>
                </c:pt>
                <c:pt idx="26862">
                  <c:v>25.1</c:v>
                </c:pt>
                <c:pt idx="26863">
                  <c:v>25.1</c:v>
                </c:pt>
                <c:pt idx="26864">
                  <c:v>25.1</c:v>
                </c:pt>
                <c:pt idx="26865">
                  <c:v>25.1</c:v>
                </c:pt>
                <c:pt idx="26866">
                  <c:v>25.1</c:v>
                </c:pt>
                <c:pt idx="26867">
                  <c:v>25.1</c:v>
                </c:pt>
                <c:pt idx="26868">
                  <c:v>25.1</c:v>
                </c:pt>
                <c:pt idx="26869">
                  <c:v>25.1</c:v>
                </c:pt>
                <c:pt idx="26870">
                  <c:v>25.1</c:v>
                </c:pt>
                <c:pt idx="26871">
                  <c:v>25.1</c:v>
                </c:pt>
                <c:pt idx="26872">
                  <c:v>25.1</c:v>
                </c:pt>
                <c:pt idx="26873">
                  <c:v>25.1</c:v>
                </c:pt>
                <c:pt idx="26874">
                  <c:v>25.1</c:v>
                </c:pt>
                <c:pt idx="26875">
                  <c:v>25.1</c:v>
                </c:pt>
                <c:pt idx="26876">
                  <c:v>25.1</c:v>
                </c:pt>
                <c:pt idx="26877">
                  <c:v>25.1</c:v>
                </c:pt>
                <c:pt idx="26878">
                  <c:v>25.1</c:v>
                </c:pt>
                <c:pt idx="26879">
                  <c:v>25.1</c:v>
                </c:pt>
                <c:pt idx="26880">
                  <c:v>25.1</c:v>
                </c:pt>
                <c:pt idx="26881">
                  <c:v>25.1</c:v>
                </c:pt>
                <c:pt idx="26882">
                  <c:v>25.1</c:v>
                </c:pt>
                <c:pt idx="26883">
                  <c:v>25.1</c:v>
                </c:pt>
                <c:pt idx="26884">
                  <c:v>25.1</c:v>
                </c:pt>
                <c:pt idx="26885">
                  <c:v>25.1</c:v>
                </c:pt>
                <c:pt idx="26886">
                  <c:v>25.1</c:v>
                </c:pt>
                <c:pt idx="26887">
                  <c:v>25.1</c:v>
                </c:pt>
                <c:pt idx="26888">
                  <c:v>25.1</c:v>
                </c:pt>
                <c:pt idx="26889">
                  <c:v>25.1</c:v>
                </c:pt>
                <c:pt idx="26890">
                  <c:v>25.1</c:v>
                </c:pt>
                <c:pt idx="26891">
                  <c:v>25.1</c:v>
                </c:pt>
                <c:pt idx="26892">
                  <c:v>25.1</c:v>
                </c:pt>
                <c:pt idx="26893">
                  <c:v>25.1</c:v>
                </c:pt>
                <c:pt idx="26894">
                  <c:v>25.1</c:v>
                </c:pt>
                <c:pt idx="26895">
                  <c:v>25.1</c:v>
                </c:pt>
                <c:pt idx="26896">
                  <c:v>25.1</c:v>
                </c:pt>
                <c:pt idx="26897">
                  <c:v>25.1</c:v>
                </c:pt>
                <c:pt idx="26898">
                  <c:v>25.1</c:v>
                </c:pt>
                <c:pt idx="26899">
                  <c:v>25.1</c:v>
                </c:pt>
                <c:pt idx="26900">
                  <c:v>25.1</c:v>
                </c:pt>
                <c:pt idx="26901">
                  <c:v>25.1</c:v>
                </c:pt>
                <c:pt idx="26902">
                  <c:v>25.1</c:v>
                </c:pt>
                <c:pt idx="26903">
                  <c:v>25.1</c:v>
                </c:pt>
                <c:pt idx="26904">
                  <c:v>25.1</c:v>
                </c:pt>
                <c:pt idx="26905">
                  <c:v>25.1</c:v>
                </c:pt>
                <c:pt idx="26906">
                  <c:v>25.1</c:v>
                </c:pt>
                <c:pt idx="26907">
                  <c:v>25.1</c:v>
                </c:pt>
                <c:pt idx="26908">
                  <c:v>25.1</c:v>
                </c:pt>
                <c:pt idx="26909">
                  <c:v>25.1</c:v>
                </c:pt>
                <c:pt idx="26910">
                  <c:v>25.1</c:v>
                </c:pt>
                <c:pt idx="26911">
                  <c:v>25.1</c:v>
                </c:pt>
                <c:pt idx="26912">
                  <c:v>25.1</c:v>
                </c:pt>
                <c:pt idx="26913">
                  <c:v>25.1</c:v>
                </c:pt>
                <c:pt idx="26914">
                  <c:v>25.1</c:v>
                </c:pt>
                <c:pt idx="26915">
                  <c:v>25.1</c:v>
                </c:pt>
                <c:pt idx="26916">
                  <c:v>25.1</c:v>
                </c:pt>
                <c:pt idx="26917">
                  <c:v>25.1</c:v>
                </c:pt>
                <c:pt idx="26918">
                  <c:v>25.1</c:v>
                </c:pt>
                <c:pt idx="26919">
                  <c:v>25.1</c:v>
                </c:pt>
                <c:pt idx="26920">
                  <c:v>25.1</c:v>
                </c:pt>
                <c:pt idx="26921">
                  <c:v>25.1</c:v>
                </c:pt>
                <c:pt idx="26922">
                  <c:v>25.1</c:v>
                </c:pt>
                <c:pt idx="26923">
                  <c:v>25.1</c:v>
                </c:pt>
                <c:pt idx="26924">
                  <c:v>25.1</c:v>
                </c:pt>
                <c:pt idx="26925">
                  <c:v>25.1</c:v>
                </c:pt>
                <c:pt idx="26926">
                  <c:v>25.1</c:v>
                </c:pt>
                <c:pt idx="26927">
                  <c:v>25.1</c:v>
                </c:pt>
                <c:pt idx="26928">
                  <c:v>25.1</c:v>
                </c:pt>
                <c:pt idx="26929">
                  <c:v>25.1</c:v>
                </c:pt>
                <c:pt idx="26930">
                  <c:v>25.1</c:v>
                </c:pt>
                <c:pt idx="26931">
                  <c:v>25.1</c:v>
                </c:pt>
                <c:pt idx="26932">
                  <c:v>25.1</c:v>
                </c:pt>
                <c:pt idx="26933">
                  <c:v>25.1</c:v>
                </c:pt>
                <c:pt idx="26934">
                  <c:v>25.1</c:v>
                </c:pt>
                <c:pt idx="26935">
                  <c:v>25.1</c:v>
                </c:pt>
                <c:pt idx="26936">
                  <c:v>25.1</c:v>
                </c:pt>
                <c:pt idx="26937">
                  <c:v>25.1</c:v>
                </c:pt>
                <c:pt idx="26938">
                  <c:v>25.1</c:v>
                </c:pt>
                <c:pt idx="26939">
                  <c:v>25.1</c:v>
                </c:pt>
                <c:pt idx="26940">
                  <c:v>25.1</c:v>
                </c:pt>
                <c:pt idx="26941">
                  <c:v>25.1</c:v>
                </c:pt>
                <c:pt idx="26942">
                  <c:v>25.1</c:v>
                </c:pt>
                <c:pt idx="26943">
                  <c:v>25.1</c:v>
                </c:pt>
                <c:pt idx="26944">
                  <c:v>25.1</c:v>
                </c:pt>
                <c:pt idx="26945">
                  <c:v>25.1</c:v>
                </c:pt>
                <c:pt idx="26946">
                  <c:v>25.1</c:v>
                </c:pt>
                <c:pt idx="26947">
                  <c:v>25.1</c:v>
                </c:pt>
                <c:pt idx="26948">
                  <c:v>25.1</c:v>
                </c:pt>
                <c:pt idx="26949">
                  <c:v>25.1</c:v>
                </c:pt>
                <c:pt idx="26950">
                  <c:v>25.1</c:v>
                </c:pt>
                <c:pt idx="26951">
                  <c:v>25.05</c:v>
                </c:pt>
                <c:pt idx="26952">
                  <c:v>25.05</c:v>
                </c:pt>
                <c:pt idx="26953">
                  <c:v>25.05</c:v>
                </c:pt>
                <c:pt idx="26954">
                  <c:v>25.1</c:v>
                </c:pt>
                <c:pt idx="26955">
                  <c:v>25.1</c:v>
                </c:pt>
                <c:pt idx="26956">
                  <c:v>25.1</c:v>
                </c:pt>
                <c:pt idx="26957">
                  <c:v>25.1</c:v>
                </c:pt>
                <c:pt idx="26958">
                  <c:v>25.1</c:v>
                </c:pt>
                <c:pt idx="26959">
                  <c:v>25.1</c:v>
                </c:pt>
                <c:pt idx="26960">
                  <c:v>25.1</c:v>
                </c:pt>
                <c:pt idx="26961">
                  <c:v>25.1</c:v>
                </c:pt>
                <c:pt idx="26962">
                  <c:v>25.1</c:v>
                </c:pt>
                <c:pt idx="26963">
                  <c:v>25.1</c:v>
                </c:pt>
                <c:pt idx="26964">
                  <c:v>25.1</c:v>
                </c:pt>
                <c:pt idx="26965">
                  <c:v>25.1</c:v>
                </c:pt>
                <c:pt idx="26966">
                  <c:v>25.1</c:v>
                </c:pt>
                <c:pt idx="26967">
                  <c:v>25.1</c:v>
                </c:pt>
                <c:pt idx="26968">
                  <c:v>25.1</c:v>
                </c:pt>
                <c:pt idx="26969">
                  <c:v>25.1</c:v>
                </c:pt>
                <c:pt idx="26970">
                  <c:v>25.1</c:v>
                </c:pt>
                <c:pt idx="26971">
                  <c:v>25.1</c:v>
                </c:pt>
                <c:pt idx="26972">
                  <c:v>25.1</c:v>
                </c:pt>
                <c:pt idx="26973">
                  <c:v>25.1</c:v>
                </c:pt>
                <c:pt idx="26974">
                  <c:v>25.1</c:v>
                </c:pt>
                <c:pt idx="26975">
                  <c:v>25.1</c:v>
                </c:pt>
                <c:pt idx="26976">
                  <c:v>25.1</c:v>
                </c:pt>
                <c:pt idx="26977">
                  <c:v>25.1</c:v>
                </c:pt>
                <c:pt idx="26978">
                  <c:v>25.1</c:v>
                </c:pt>
                <c:pt idx="26979">
                  <c:v>25.1</c:v>
                </c:pt>
                <c:pt idx="26980">
                  <c:v>25.1</c:v>
                </c:pt>
                <c:pt idx="26981">
                  <c:v>25.1</c:v>
                </c:pt>
                <c:pt idx="26982">
                  <c:v>25.1</c:v>
                </c:pt>
                <c:pt idx="26983">
                  <c:v>25.1</c:v>
                </c:pt>
                <c:pt idx="26984">
                  <c:v>25.1</c:v>
                </c:pt>
                <c:pt idx="26985">
                  <c:v>25.1</c:v>
                </c:pt>
                <c:pt idx="26986">
                  <c:v>25.1</c:v>
                </c:pt>
                <c:pt idx="26987">
                  <c:v>25.05</c:v>
                </c:pt>
                <c:pt idx="26988">
                  <c:v>25.1</c:v>
                </c:pt>
                <c:pt idx="26989">
                  <c:v>25.1</c:v>
                </c:pt>
                <c:pt idx="26990">
                  <c:v>25.05</c:v>
                </c:pt>
                <c:pt idx="26991">
                  <c:v>25.1</c:v>
                </c:pt>
                <c:pt idx="26992">
                  <c:v>25.05</c:v>
                </c:pt>
                <c:pt idx="26993">
                  <c:v>25.05</c:v>
                </c:pt>
                <c:pt idx="26994">
                  <c:v>25.05</c:v>
                </c:pt>
                <c:pt idx="26995">
                  <c:v>25.05</c:v>
                </c:pt>
                <c:pt idx="26996">
                  <c:v>25.1</c:v>
                </c:pt>
                <c:pt idx="26997">
                  <c:v>25.05</c:v>
                </c:pt>
                <c:pt idx="26998">
                  <c:v>25.05</c:v>
                </c:pt>
                <c:pt idx="26999">
                  <c:v>25.1</c:v>
                </c:pt>
                <c:pt idx="27000">
                  <c:v>25.05</c:v>
                </c:pt>
                <c:pt idx="27001">
                  <c:v>25.1</c:v>
                </c:pt>
                <c:pt idx="27002">
                  <c:v>25.05</c:v>
                </c:pt>
                <c:pt idx="27003">
                  <c:v>25.1</c:v>
                </c:pt>
                <c:pt idx="27004">
                  <c:v>25.1</c:v>
                </c:pt>
                <c:pt idx="27005">
                  <c:v>25.1</c:v>
                </c:pt>
                <c:pt idx="27006">
                  <c:v>25.1</c:v>
                </c:pt>
                <c:pt idx="27007">
                  <c:v>25.1</c:v>
                </c:pt>
                <c:pt idx="27008">
                  <c:v>25.1</c:v>
                </c:pt>
                <c:pt idx="27009">
                  <c:v>25.1</c:v>
                </c:pt>
                <c:pt idx="27010">
                  <c:v>25.1</c:v>
                </c:pt>
                <c:pt idx="27011">
                  <c:v>25.1</c:v>
                </c:pt>
                <c:pt idx="27012">
                  <c:v>25.1</c:v>
                </c:pt>
                <c:pt idx="27013">
                  <c:v>25.1</c:v>
                </c:pt>
                <c:pt idx="27014">
                  <c:v>25.1</c:v>
                </c:pt>
                <c:pt idx="27015">
                  <c:v>25.1</c:v>
                </c:pt>
                <c:pt idx="27016">
                  <c:v>25.1</c:v>
                </c:pt>
                <c:pt idx="27017">
                  <c:v>25.1</c:v>
                </c:pt>
                <c:pt idx="27018">
                  <c:v>25.1</c:v>
                </c:pt>
                <c:pt idx="27019">
                  <c:v>25.1</c:v>
                </c:pt>
                <c:pt idx="27020">
                  <c:v>25.1</c:v>
                </c:pt>
                <c:pt idx="27021">
                  <c:v>25.1</c:v>
                </c:pt>
                <c:pt idx="27022">
                  <c:v>25.1</c:v>
                </c:pt>
                <c:pt idx="27023">
                  <c:v>25.1</c:v>
                </c:pt>
                <c:pt idx="27024">
                  <c:v>25.1</c:v>
                </c:pt>
                <c:pt idx="27025">
                  <c:v>25.1</c:v>
                </c:pt>
                <c:pt idx="27026">
                  <c:v>25.1</c:v>
                </c:pt>
                <c:pt idx="27027">
                  <c:v>25.1</c:v>
                </c:pt>
                <c:pt idx="27028">
                  <c:v>25.1</c:v>
                </c:pt>
                <c:pt idx="27029">
                  <c:v>25.1</c:v>
                </c:pt>
                <c:pt idx="27030">
                  <c:v>25.05</c:v>
                </c:pt>
                <c:pt idx="27031">
                  <c:v>25.05</c:v>
                </c:pt>
                <c:pt idx="27032">
                  <c:v>25.05</c:v>
                </c:pt>
                <c:pt idx="27033">
                  <c:v>25.05</c:v>
                </c:pt>
                <c:pt idx="27034">
                  <c:v>25.05</c:v>
                </c:pt>
                <c:pt idx="27035">
                  <c:v>25.05</c:v>
                </c:pt>
                <c:pt idx="27036">
                  <c:v>25.05</c:v>
                </c:pt>
                <c:pt idx="27037">
                  <c:v>25.05</c:v>
                </c:pt>
                <c:pt idx="27038">
                  <c:v>25.05</c:v>
                </c:pt>
                <c:pt idx="27039">
                  <c:v>25.05</c:v>
                </c:pt>
                <c:pt idx="27040">
                  <c:v>25.05</c:v>
                </c:pt>
                <c:pt idx="27041">
                  <c:v>25.05</c:v>
                </c:pt>
                <c:pt idx="27042">
                  <c:v>25.05</c:v>
                </c:pt>
                <c:pt idx="27043">
                  <c:v>25.05</c:v>
                </c:pt>
                <c:pt idx="27044">
                  <c:v>25.05</c:v>
                </c:pt>
                <c:pt idx="27045">
                  <c:v>25.05</c:v>
                </c:pt>
                <c:pt idx="27046">
                  <c:v>25.05</c:v>
                </c:pt>
                <c:pt idx="27047">
                  <c:v>25.05</c:v>
                </c:pt>
                <c:pt idx="27048">
                  <c:v>25.05</c:v>
                </c:pt>
                <c:pt idx="27049">
                  <c:v>25.05</c:v>
                </c:pt>
                <c:pt idx="27050">
                  <c:v>25.1</c:v>
                </c:pt>
                <c:pt idx="27051">
                  <c:v>25.05</c:v>
                </c:pt>
                <c:pt idx="27052">
                  <c:v>25.05</c:v>
                </c:pt>
                <c:pt idx="27053">
                  <c:v>25.05</c:v>
                </c:pt>
                <c:pt idx="27054">
                  <c:v>25.05</c:v>
                </c:pt>
                <c:pt idx="27055">
                  <c:v>25.1</c:v>
                </c:pt>
                <c:pt idx="27056">
                  <c:v>25.05</c:v>
                </c:pt>
                <c:pt idx="27057">
                  <c:v>25.05</c:v>
                </c:pt>
                <c:pt idx="27058">
                  <c:v>25.05</c:v>
                </c:pt>
                <c:pt idx="27059">
                  <c:v>25.05</c:v>
                </c:pt>
                <c:pt idx="27060">
                  <c:v>25.05</c:v>
                </c:pt>
                <c:pt idx="27061">
                  <c:v>25.05</c:v>
                </c:pt>
                <c:pt idx="27062">
                  <c:v>25.05</c:v>
                </c:pt>
                <c:pt idx="27063">
                  <c:v>25.05</c:v>
                </c:pt>
                <c:pt idx="27064">
                  <c:v>25.05</c:v>
                </c:pt>
                <c:pt idx="27065">
                  <c:v>25.05</c:v>
                </c:pt>
                <c:pt idx="27066">
                  <c:v>25.05</c:v>
                </c:pt>
                <c:pt idx="27067">
                  <c:v>25.05</c:v>
                </c:pt>
                <c:pt idx="27068">
                  <c:v>25.05</c:v>
                </c:pt>
                <c:pt idx="27069">
                  <c:v>25.05</c:v>
                </c:pt>
                <c:pt idx="27070">
                  <c:v>25.05</c:v>
                </c:pt>
                <c:pt idx="27071">
                  <c:v>25.05</c:v>
                </c:pt>
                <c:pt idx="27072">
                  <c:v>25.05</c:v>
                </c:pt>
                <c:pt idx="27073">
                  <c:v>25.05</c:v>
                </c:pt>
                <c:pt idx="27074">
                  <c:v>25.05</c:v>
                </c:pt>
                <c:pt idx="27075">
                  <c:v>25.05</c:v>
                </c:pt>
                <c:pt idx="27076">
                  <c:v>25.05</c:v>
                </c:pt>
                <c:pt idx="27077">
                  <c:v>25.05</c:v>
                </c:pt>
                <c:pt idx="27078">
                  <c:v>25.05</c:v>
                </c:pt>
                <c:pt idx="27079">
                  <c:v>25.05</c:v>
                </c:pt>
                <c:pt idx="27080">
                  <c:v>25.05</c:v>
                </c:pt>
                <c:pt idx="27081">
                  <c:v>25.05</c:v>
                </c:pt>
                <c:pt idx="27082">
                  <c:v>25.05</c:v>
                </c:pt>
                <c:pt idx="27083">
                  <c:v>25.05</c:v>
                </c:pt>
                <c:pt idx="27084">
                  <c:v>25.1</c:v>
                </c:pt>
                <c:pt idx="27085">
                  <c:v>25.1</c:v>
                </c:pt>
                <c:pt idx="27086">
                  <c:v>25.1</c:v>
                </c:pt>
                <c:pt idx="27087">
                  <c:v>25.05</c:v>
                </c:pt>
                <c:pt idx="27088">
                  <c:v>25.05</c:v>
                </c:pt>
                <c:pt idx="27089">
                  <c:v>25.1</c:v>
                </c:pt>
                <c:pt idx="27090">
                  <c:v>25.1</c:v>
                </c:pt>
                <c:pt idx="27091">
                  <c:v>25.05</c:v>
                </c:pt>
                <c:pt idx="27092">
                  <c:v>25.05</c:v>
                </c:pt>
                <c:pt idx="27093">
                  <c:v>25.05</c:v>
                </c:pt>
                <c:pt idx="27094">
                  <c:v>25.05</c:v>
                </c:pt>
                <c:pt idx="27095">
                  <c:v>25.05</c:v>
                </c:pt>
                <c:pt idx="27096">
                  <c:v>25.05</c:v>
                </c:pt>
                <c:pt idx="27097">
                  <c:v>25.05</c:v>
                </c:pt>
                <c:pt idx="27098">
                  <c:v>25.05</c:v>
                </c:pt>
                <c:pt idx="27099">
                  <c:v>25.05</c:v>
                </c:pt>
                <c:pt idx="27100">
                  <c:v>25.05</c:v>
                </c:pt>
                <c:pt idx="27101">
                  <c:v>25.05</c:v>
                </c:pt>
                <c:pt idx="27102">
                  <c:v>25.05</c:v>
                </c:pt>
                <c:pt idx="27103">
                  <c:v>25.05</c:v>
                </c:pt>
                <c:pt idx="27104">
                  <c:v>25.05</c:v>
                </c:pt>
                <c:pt idx="27105">
                  <c:v>25.05</c:v>
                </c:pt>
                <c:pt idx="27106">
                  <c:v>25.05</c:v>
                </c:pt>
                <c:pt idx="27107">
                  <c:v>25.05</c:v>
                </c:pt>
                <c:pt idx="27108">
                  <c:v>25.05</c:v>
                </c:pt>
                <c:pt idx="27109">
                  <c:v>25.05</c:v>
                </c:pt>
                <c:pt idx="27110">
                  <c:v>25.05</c:v>
                </c:pt>
                <c:pt idx="27111">
                  <c:v>25.05</c:v>
                </c:pt>
                <c:pt idx="27112">
                  <c:v>25.05</c:v>
                </c:pt>
                <c:pt idx="27113">
                  <c:v>25.05</c:v>
                </c:pt>
                <c:pt idx="27114">
                  <c:v>25.05</c:v>
                </c:pt>
                <c:pt idx="27115">
                  <c:v>25.05</c:v>
                </c:pt>
                <c:pt idx="27116">
                  <c:v>25.05</c:v>
                </c:pt>
                <c:pt idx="27117">
                  <c:v>25.05</c:v>
                </c:pt>
                <c:pt idx="27118">
                  <c:v>25.05</c:v>
                </c:pt>
                <c:pt idx="27119">
                  <c:v>25.05</c:v>
                </c:pt>
                <c:pt idx="27120">
                  <c:v>25.05</c:v>
                </c:pt>
                <c:pt idx="27121">
                  <c:v>25.05</c:v>
                </c:pt>
                <c:pt idx="27122">
                  <c:v>25.05</c:v>
                </c:pt>
                <c:pt idx="27123">
                  <c:v>25.05</c:v>
                </c:pt>
                <c:pt idx="27124">
                  <c:v>25.05</c:v>
                </c:pt>
                <c:pt idx="27125">
                  <c:v>25.05</c:v>
                </c:pt>
                <c:pt idx="27126">
                  <c:v>25.05</c:v>
                </c:pt>
                <c:pt idx="27127">
                  <c:v>25.05</c:v>
                </c:pt>
                <c:pt idx="27128">
                  <c:v>25.05</c:v>
                </c:pt>
                <c:pt idx="27129">
                  <c:v>25.05</c:v>
                </c:pt>
                <c:pt idx="27130">
                  <c:v>25.05</c:v>
                </c:pt>
                <c:pt idx="27131">
                  <c:v>25.05</c:v>
                </c:pt>
                <c:pt idx="27132">
                  <c:v>25.05</c:v>
                </c:pt>
                <c:pt idx="27133">
                  <c:v>25.05</c:v>
                </c:pt>
                <c:pt idx="27134">
                  <c:v>25.05</c:v>
                </c:pt>
                <c:pt idx="27135">
                  <c:v>25.05</c:v>
                </c:pt>
                <c:pt idx="27136">
                  <c:v>25.05</c:v>
                </c:pt>
                <c:pt idx="27137">
                  <c:v>25.05</c:v>
                </c:pt>
                <c:pt idx="27138">
                  <c:v>25.05</c:v>
                </c:pt>
                <c:pt idx="27139">
                  <c:v>25.05</c:v>
                </c:pt>
                <c:pt idx="27140">
                  <c:v>25.05</c:v>
                </c:pt>
                <c:pt idx="27141">
                  <c:v>25.05</c:v>
                </c:pt>
                <c:pt idx="27142">
                  <c:v>25.05</c:v>
                </c:pt>
                <c:pt idx="27143">
                  <c:v>25.05</c:v>
                </c:pt>
                <c:pt idx="27144">
                  <c:v>25.05</c:v>
                </c:pt>
                <c:pt idx="27145">
                  <c:v>25.05</c:v>
                </c:pt>
                <c:pt idx="27146">
                  <c:v>25.05</c:v>
                </c:pt>
                <c:pt idx="27147">
                  <c:v>25.05</c:v>
                </c:pt>
                <c:pt idx="27148">
                  <c:v>25.05</c:v>
                </c:pt>
                <c:pt idx="27149">
                  <c:v>25.05</c:v>
                </c:pt>
                <c:pt idx="27150">
                  <c:v>25.05</c:v>
                </c:pt>
                <c:pt idx="27151">
                  <c:v>25.05</c:v>
                </c:pt>
                <c:pt idx="27152">
                  <c:v>25.05</c:v>
                </c:pt>
                <c:pt idx="27153">
                  <c:v>25.05</c:v>
                </c:pt>
                <c:pt idx="27154">
                  <c:v>25.05</c:v>
                </c:pt>
                <c:pt idx="27155">
                  <c:v>25.05</c:v>
                </c:pt>
                <c:pt idx="27156">
                  <c:v>25.05</c:v>
                </c:pt>
                <c:pt idx="27157">
                  <c:v>25.05</c:v>
                </c:pt>
                <c:pt idx="27158">
                  <c:v>25.05</c:v>
                </c:pt>
                <c:pt idx="27159">
                  <c:v>25.05</c:v>
                </c:pt>
                <c:pt idx="27160">
                  <c:v>25.05</c:v>
                </c:pt>
                <c:pt idx="27161">
                  <c:v>25.05</c:v>
                </c:pt>
                <c:pt idx="27162">
                  <c:v>25.05</c:v>
                </c:pt>
                <c:pt idx="27163">
                  <c:v>25.05</c:v>
                </c:pt>
                <c:pt idx="27164">
                  <c:v>25.05</c:v>
                </c:pt>
                <c:pt idx="27165">
                  <c:v>25.05</c:v>
                </c:pt>
                <c:pt idx="27166">
                  <c:v>25.05</c:v>
                </c:pt>
                <c:pt idx="27167">
                  <c:v>25.05</c:v>
                </c:pt>
                <c:pt idx="27168">
                  <c:v>25.05</c:v>
                </c:pt>
                <c:pt idx="27169">
                  <c:v>25.05</c:v>
                </c:pt>
                <c:pt idx="27170">
                  <c:v>25.05</c:v>
                </c:pt>
                <c:pt idx="27171">
                  <c:v>25.05</c:v>
                </c:pt>
                <c:pt idx="27172">
                  <c:v>25.05</c:v>
                </c:pt>
                <c:pt idx="27173">
                  <c:v>25.05</c:v>
                </c:pt>
                <c:pt idx="27174">
                  <c:v>25.05</c:v>
                </c:pt>
                <c:pt idx="27175">
                  <c:v>25.05</c:v>
                </c:pt>
                <c:pt idx="27176">
                  <c:v>25.05</c:v>
                </c:pt>
                <c:pt idx="27177">
                  <c:v>25.05</c:v>
                </c:pt>
                <c:pt idx="27178">
                  <c:v>25.05</c:v>
                </c:pt>
                <c:pt idx="27179">
                  <c:v>25.05</c:v>
                </c:pt>
                <c:pt idx="27180">
                  <c:v>25.05</c:v>
                </c:pt>
                <c:pt idx="27181">
                  <c:v>25.05</c:v>
                </c:pt>
                <c:pt idx="27182">
                  <c:v>25.05</c:v>
                </c:pt>
                <c:pt idx="27183">
                  <c:v>25.05</c:v>
                </c:pt>
                <c:pt idx="27184">
                  <c:v>25.05</c:v>
                </c:pt>
                <c:pt idx="27185">
                  <c:v>25.05</c:v>
                </c:pt>
                <c:pt idx="27186">
                  <c:v>25.05</c:v>
                </c:pt>
                <c:pt idx="27187">
                  <c:v>25.05</c:v>
                </c:pt>
                <c:pt idx="27188">
                  <c:v>25.05</c:v>
                </c:pt>
                <c:pt idx="27189">
                  <c:v>25.05</c:v>
                </c:pt>
                <c:pt idx="27190">
                  <c:v>25.05</c:v>
                </c:pt>
                <c:pt idx="27191">
                  <c:v>25.05</c:v>
                </c:pt>
                <c:pt idx="27192">
                  <c:v>25.05</c:v>
                </c:pt>
                <c:pt idx="27193">
                  <c:v>25.05</c:v>
                </c:pt>
                <c:pt idx="27194">
                  <c:v>25.05</c:v>
                </c:pt>
                <c:pt idx="27195">
                  <c:v>25.05</c:v>
                </c:pt>
                <c:pt idx="27196">
                  <c:v>25.05</c:v>
                </c:pt>
                <c:pt idx="27197">
                  <c:v>25.05</c:v>
                </c:pt>
                <c:pt idx="27198">
                  <c:v>25.05</c:v>
                </c:pt>
                <c:pt idx="27199">
                  <c:v>25.05</c:v>
                </c:pt>
                <c:pt idx="27200">
                  <c:v>25.05</c:v>
                </c:pt>
                <c:pt idx="27201">
                  <c:v>25.05</c:v>
                </c:pt>
                <c:pt idx="27202">
                  <c:v>25.05</c:v>
                </c:pt>
                <c:pt idx="27203">
                  <c:v>25.05</c:v>
                </c:pt>
                <c:pt idx="27204">
                  <c:v>25.05</c:v>
                </c:pt>
                <c:pt idx="27205">
                  <c:v>25.05</c:v>
                </c:pt>
                <c:pt idx="27206">
                  <c:v>25.05</c:v>
                </c:pt>
                <c:pt idx="27207">
                  <c:v>25.05</c:v>
                </c:pt>
                <c:pt idx="27208">
                  <c:v>25.05</c:v>
                </c:pt>
                <c:pt idx="27209">
                  <c:v>25.05</c:v>
                </c:pt>
                <c:pt idx="27210">
                  <c:v>25.05</c:v>
                </c:pt>
                <c:pt idx="27211">
                  <c:v>25.05</c:v>
                </c:pt>
                <c:pt idx="27212">
                  <c:v>25.05</c:v>
                </c:pt>
                <c:pt idx="27213">
                  <c:v>25.05</c:v>
                </c:pt>
                <c:pt idx="27214">
                  <c:v>25.05</c:v>
                </c:pt>
                <c:pt idx="27215">
                  <c:v>25.05</c:v>
                </c:pt>
                <c:pt idx="27216">
                  <c:v>25.05</c:v>
                </c:pt>
                <c:pt idx="27217">
                  <c:v>25.05</c:v>
                </c:pt>
                <c:pt idx="27218">
                  <c:v>25.05</c:v>
                </c:pt>
                <c:pt idx="27219">
                  <c:v>25.05</c:v>
                </c:pt>
                <c:pt idx="27220">
                  <c:v>25.05</c:v>
                </c:pt>
                <c:pt idx="27221">
                  <c:v>25.05</c:v>
                </c:pt>
                <c:pt idx="27222">
                  <c:v>25.05</c:v>
                </c:pt>
                <c:pt idx="27223">
                  <c:v>25.05</c:v>
                </c:pt>
                <c:pt idx="27224">
                  <c:v>25.05</c:v>
                </c:pt>
                <c:pt idx="27225">
                  <c:v>25.05</c:v>
                </c:pt>
                <c:pt idx="27226">
                  <c:v>25.05</c:v>
                </c:pt>
                <c:pt idx="27227">
                  <c:v>25.05</c:v>
                </c:pt>
                <c:pt idx="27228">
                  <c:v>25.05</c:v>
                </c:pt>
                <c:pt idx="27229">
                  <c:v>25.05</c:v>
                </c:pt>
                <c:pt idx="27230">
                  <c:v>25.05</c:v>
                </c:pt>
                <c:pt idx="27231">
                  <c:v>25.05</c:v>
                </c:pt>
                <c:pt idx="27232">
                  <c:v>25.05</c:v>
                </c:pt>
                <c:pt idx="27233">
                  <c:v>25.05</c:v>
                </c:pt>
                <c:pt idx="27234">
                  <c:v>25.05</c:v>
                </c:pt>
                <c:pt idx="27235">
                  <c:v>25.05</c:v>
                </c:pt>
                <c:pt idx="27236">
                  <c:v>25.05</c:v>
                </c:pt>
                <c:pt idx="27237">
                  <c:v>25.05</c:v>
                </c:pt>
                <c:pt idx="27238">
                  <c:v>25.05</c:v>
                </c:pt>
                <c:pt idx="27239">
                  <c:v>25.05</c:v>
                </c:pt>
                <c:pt idx="27240">
                  <c:v>25.05</c:v>
                </c:pt>
                <c:pt idx="27241">
                  <c:v>25.05</c:v>
                </c:pt>
                <c:pt idx="27242">
                  <c:v>25.05</c:v>
                </c:pt>
                <c:pt idx="27243">
                  <c:v>25.05</c:v>
                </c:pt>
                <c:pt idx="27244">
                  <c:v>25.05</c:v>
                </c:pt>
                <c:pt idx="27245">
                  <c:v>25.05</c:v>
                </c:pt>
                <c:pt idx="27246">
                  <c:v>25.05</c:v>
                </c:pt>
                <c:pt idx="27247">
                  <c:v>25.05</c:v>
                </c:pt>
                <c:pt idx="27248">
                  <c:v>25.05</c:v>
                </c:pt>
                <c:pt idx="27249">
                  <c:v>25.05</c:v>
                </c:pt>
                <c:pt idx="27250">
                  <c:v>25.05</c:v>
                </c:pt>
                <c:pt idx="27251">
                  <c:v>25.05</c:v>
                </c:pt>
                <c:pt idx="27252">
                  <c:v>25.05</c:v>
                </c:pt>
                <c:pt idx="27253">
                  <c:v>25.05</c:v>
                </c:pt>
                <c:pt idx="27254">
                  <c:v>25.05</c:v>
                </c:pt>
                <c:pt idx="27255">
                  <c:v>25.05</c:v>
                </c:pt>
                <c:pt idx="27256">
                  <c:v>25.05</c:v>
                </c:pt>
                <c:pt idx="27257">
                  <c:v>25.05</c:v>
                </c:pt>
                <c:pt idx="27258">
                  <c:v>25.05</c:v>
                </c:pt>
                <c:pt idx="27259">
                  <c:v>25.05</c:v>
                </c:pt>
                <c:pt idx="27260">
                  <c:v>25.05</c:v>
                </c:pt>
                <c:pt idx="27261">
                  <c:v>25.05</c:v>
                </c:pt>
                <c:pt idx="27262">
                  <c:v>25.05</c:v>
                </c:pt>
                <c:pt idx="27263">
                  <c:v>25.05</c:v>
                </c:pt>
                <c:pt idx="27264">
                  <c:v>25.05</c:v>
                </c:pt>
                <c:pt idx="27265">
                  <c:v>25.05</c:v>
                </c:pt>
                <c:pt idx="27266">
                  <c:v>25.05</c:v>
                </c:pt>
                <c:pt idx="27267">
                  <c:v>25.05</c:v>
                </c:pt>
                <c:pt idx="27268">
                  <c:v>25.05</c:v>
                </c:pt>
                <c:pt idx="27269">
                  <c:v>25.05</c:v>
                </c:pt>
                <c:pt idx="27270">
                  <c:v>25.05</c:v>
                </c:pt>
                <c:pt idx="27271">
                  <c:v>25.05</c:v>
                </c:pt>
                <c:pt idx="27272">
                  <c:v>25.05</c:v>
                </c:pt>
                <c:pt idx="27273">
                  <c:v>25.05</c:v>
                </c:pt>
                <c:pt idx="27274">
                  <c:v>25.05</c:v>
                </c:pt>
                <c:pt idx="27275">
                  <c:v>25.05</c:v>
                </c:pt>
                <c:pt idx="27276">
                  <c:v>25.05</c:v>
                </c:pt>
                <c:pt idx="27277">
                  <c:v>25.05</c:v>
                </c:pt>
                <c:pt idx="27278">
                  <c:v>25.05</c:v>
                </c:pt>
                <c:pt idx="27279">
                  <c:v>25.05</c:v>
                </c:pt>
                <c:pt idx="27280">
                  <c:v>25.05</c:v>
                </c:pt>
                <c:pt idx="27281">
                  <c:v>25.05</c:v>
                </c:pt>
                <c:pt idx="27282">
                  <c:v>25.05</c:v>
                </c:pt>
                <c:pt idx="27283">
                  <c:v>25.05</c:v>
                </c:pt>
                <c:pt idx="27284">
                  <c:v>25.05</c:v>
                </c:pt>
                <c:pt idx="27285">
                  <c:v>25.05</c:v>
                </c:pt>
                <c:pt idx="27286">
                  <c:v>25.05</c:v>
                </c:pt>
                <c:pt idx="27287">
                  <c:v>25.05</c:v>
                </c:pt>
                <c:pt idx="27288">
                  <c:v>25</c:v>
                </c:pt>
                <c:pt idx="27289">
                  <c:v>25.05</c:v>
                </c:pt>
                <c:pt idx="27290">
                  <c:v>25.05</c:v>
                </c:pt>
                <c:pt idx="27291">
                  <c:v>25.05</c:v>
                </c:pt>
                <c:pt idx="27292">
                  <c:v>25.05</c:v>
                </c:pt>
                <c:pt idx="27293">
                  <c:v>25.05</c:v>
                </c:pt>
                <c:pt idx="27294">
                  <c:v>25.05</c:v>
                </c:pt>
                <c:pt idx="27295">
                  <c:v>25.05</c:v>
                </c:pt>
                <c:pt idx="27296">
                  <c:v>25.05</c:v>
                </c:pt>
                <c:pt idx="27297">
                  <c:v>25.05</c:v>
                </c:pt>
                <c:pt idx="27298">
                  <c:v>25.05</c:v>
                </c:pt>
                <c:pt idx="27299">
                  <c:v>25.05</c:v>
                </c:pt>
                <c:pt idx="27300">
                  <c:v>25.05</c:v>
                </c:pt>
                <c:pt idx="27301">
                  <c:v>25.05</c:v>
                </c:pt>
                <c:pt idx="27302">
                  <c:v>25.05</c:v>
                </c:pt>
                <c:pt idx="27303">
                  <c:v>25.05</c:v>
                </c:pt>
                <c:pt idx="27304">
                  <c:v>25.05</c:v>
                </c:pt>
                <c:pt idx="27305">
                  <c:v>25.05</c:v>
                </c:pt>
                <c:pt idx="27306">
                  <c:v>25.05</c:v>
                </c:pt>
                <c:pt idx="27307">
                  <c:v>25.05</c:v>
                </c:pt>
                <c:pt idx="27308">
                  <c:v>25.05</c:v>
                </c:pt>
                <c:pt idx="27309">
                  <c:v>25.05</c:v>
                </c:pt>
                <c:pt idx="27310">
                  <c:v>25.05</c:v>
                </c:pt>
                <c:pt idx="27311">
                  <c:v>25.05</c:v>
                </c:pt>
                <c:pt idx="27312">
                  <c:v>25.05</c:v>
                </c:pt>
                <c:pt idx="27313">
                  <c:v>25.05</c:v>
                </c:pt>
                <c:pt idx="27314">
                  <c:v>25.05</c:v>
                </c:pt>
                <c:pt idx="27315">
                  <c:v>25</c:v>
                </c:pt>
                <c:pt idx="27316">
                  <c:v>25.05</c:v>
                </c:pt>
                <c:pt idx="27317">
                  <c:v>25.05</c:v>
                </c:pt>
                <c:pt idx="27318">
                  <c:v>25.05</c:v>
                </c:pt>
                <c:pt idx="27319">
                  <c:v>25.05</c:v>
                </c:pt>
                <c:pt idx="27320">
                  <c:v>25</c:v>
                </c:pt>
                <c:pt idx="27321">
                  <c:v>25.05</c:v>
                </c:pt>
                <c:pt idx="27322">
                  <c:v>25.05</c:v>
                </c:pt>
                <c:pt idx="27323">
                  <c:v>25</c:v>
                </c:pt>
                <c:pt idx="27324">
                  <c:v>25.05</c:v>
                </c:pt>
                <c:pt idx="27325">
                  <c:v>25</c:v>
                </c:pt>
                <c:pt idx="27326">
                  <c:v>25</c:v>
                </c:pt>
                <c:pt idx="27327">
                  <c:v>25</c:v>
                </c:pt>
                <c:pt idx="27328">
                  <c:v>25</c:v>
                </c:pt>
                <c:pt idx="27329">
                  <c:v>25</c:v>
                </c:pt>
                <c:pt idx="27330">
                  <c:v>25.05</c:v>
                </c:pt>
                <c:pt idx="27331">
                  <c:v>25.05</c:v>
                </c:pt>
                <c:pt idx="27332">
                  <c:v>25</c:v>
                </c:pt>
                <c:pt idx="27333">
                  <c:v>25.05</c:v>
                </c:pt>
                <c:pt idx="27334">
                  <c:v>25.05</c:v>
                </c:pt>
                <c:pt idx="27335">
                  <c:v>25.05</c:v>
                </c:pt>
                <c:pt idx="27336">
                  <c:v>25.05</c:v>
                </c:pt>
                <c:pt idx="27337">
                  <c:v>25.05</c:v>
                </c:pt>
                <c:pt idx="27338">
                  <c:v>25.05</c:v>
                </c:pt>
                <c:pt idx="27339">
                  <c:v>25.05</c:v>
                </c:pt>
                <c:pt idx="27340">
                  <c:v>25.05</c:v>
                </c:pt>
                <c:pt idx="27341">
                  <c:v>25.05</c:v>
                </c:pt>
                <c:pt idx="27342">
                  <c:v>25.05</c:v>
                </c:pt>
                <c:pt idx="27343">
                  <c:v>25.05</c:v>
                </c:pt>
                <c:pt idx="27344">
                  <c:v>25.05</c:v>
                </c:pt>
                <c:pt idx="27345">
                  <c:v>25.05</c:v>
                </c:pt>
                <c:pt idx="27346">
                  <c:v>25.05</c:v>
                </c:pt>
                <c:pt idx="27347">
                  <c:v>25</c:v>
                </c:pt>
                <c:pt idx="27348">
                  <c:v>25.05</c:v>
                </c:pt>
                <c:pt idx="27349">
                  <c:v>25.05</c:v>
                </c:pt>
                <c:pt idx="27350">
                  <c:v>25</c:v>
                </c:pt>
                <c:pt idx="27351">
                  <c:v>25.05</c:v>
                </c:pt>
                <c:pt idx="27352">
                  <c:v>25</c:v>
                </c:pt>
                <c:pt idx="27353">
                  <c:v>25</c:v>
                </c:pt>
                <c:pt idx="27354">
                  <c:v>25.05</c:v>
                </c:pt>
                <c:pt idx="27355">
                  <c:v>25.05</c:v>
                </c:pt>
                <c:pt idx="27356">
                  <c:v>25</c:v>
                </c:pt>
                <c:pt idx="27357">
                  <c:v>25.05</c:v>
                </c:pt>
                <c:pt idx="27358">
                  <c:v>25.05</c:v>
                </c:pt>
                <c:pt idx="27359">
                  <c:v>25.05</c:v>
                </c:pt>
                <c:pt idx="27360">
                  <c:v>25.05</c:v>
                </c:pt>
                <c:pt idx="27361">
                  <c:v>25.05</c:v>
                </c:pt>
                <c:pt idx="27362">
                  <c:v>25.05</c:v>
                </c:pt>
                <c:pt idx="27363">
                  <c:v>25.05</c:v>
                </c:pt>
                <c:pt idx="27364">
                  <c:v>25.05</c:v>
                </c:pt>
                <c:pt idx="27365">
                  <c:v>25.05</c:v>
                </c:pt>
                <c:pt idx="27366">
                  <c:v>25.05</c:v>
                </c:pt>
                <c:pt idx="27367">
                  <c:v>25.05</c:v>
                </c:pt>
                <c:pt idx="27368">
                  <c:v>25.05</c:v>
                </c:pt>
                <c:pt idx="27369">
                  <c:v>25.05</c:v>
                </c:pt>
                <c:pt idx="27370">
                  <c:v>25.05</c:v>
                </c:pt>
                <c:pt idx="27371">
                  <c:v>25.05</c:v>
                </c:pt>
                <c:pt idx="27372">
                  <c:v>25.05</c:v>
                </c:pt>
                <c:pt idx="27373">
                  <c:v>25.05</c:v>
                </c:pt>
                <c:pt idx="27374">
                  <c:v>25.05</c:v>
                </c:pt>
                <c:pt idx="27375">
                  <c:v>25.05</c:v>
                </c:pt>
                <c:pt idx="27376">
                  <c:v>25</c:v>
                </c:pt>
                <c:pt idx="27377">
                  <c:v>25.05</c:v>
                </c:pt>
                <c:pt idx="27378">
                  <c:v>25</c:v>
                </c:pt>
                <c:pt idx="27379">
                  <c:v>25</c:v>
                </c:pt>
                <c:pt idx="27380">
                  <c:v>25</c:v>
                </c:pt>
                <c:pt idx="27381">
                  <c:v>25.05</c:v>
                </c:pt>
                <c:pt idx="27382">
                  <c:v>25</c:v>
                </c:pt>
                <c:pt idx="27383">
                  <c:v>25.05</c:v>
                </c:pt>
                <c:pt idx="27384">
                  <c:v>25.05</c:v>
                </c:pt>
                <c:pt idx="27385">
                  <c:v>25.05</c:v>
                </c:pt>
                <c:pt idx="27386">
                  <c:v>25.05</c:v>
                </c:pt>
                <c:pt idx="27387">
                  <c:v>25.05</c:v>
                </c:pt>
                <c:pt idx="27388">
                  <c:v>25.05</c:v>
                </c:pt>
                <c:pt idx="27389">
                  <c:v>25.05</c:v>
                </c:pt>
                <c:pt idx="27390">
                  <c:v>25.05</c:v>
                </c:pt>
                <c:pt idx="27391">
                  <c:v>25.05</c:v>
                </c:pt>
                <c:pt idx="27392">
                  <c:v>25.05</c:v>
                </c:pt>
                <c:pt idx="27393">
                  <c:v>25.05</c:v>
                </c:pt>
                <c:pt idx="27394">
                  <c:v>25.05</c:v>
                </c:pt>
                <c:pt idx="27395">
                  <c:v>25.05</c:v>
                </c:pt>
                <c:pt idx="27396">
                  <c:v>25.05</c:v>
                </c:pt>
                <c:pt idx="27397">
                  <c:v>25.05</c:v>
                </c:pt>
                <c:pt idx="27398">
                  <c:v>25.05</c:v>
                </c:pt>
                <c:pt idx="27399">
                  <c:v>25.05</c:v>
                </c:pt>
                <c:pt idx="27400">
                  <c:v>25.05</c:v>
                </c:pt>
                <c:pt idx="27401">
                  <c:v>25</c:v>
                </c:pt>
                <c:pt idx="27402">
                  <c:v>25.05</c:v>
                </c:pt>
                <c:pt idx="27403">
                  <c:v>25.05</c:v>
                </c:pt>
                <c:pt idx="27404">
                  <c:v>25</c:v>
                </c:pt>
                <c:pt idx="27405">
                  <c:v>25.05</c:v>
                </c:pt>
                <c:pt idx="27406">
                  <c:v>25.05</c:v>
                </c:pt>
                <c:pt idx="27407">
                  <c:v>25</c:v>
                </c:pt>
                <c:pt idx="27408">
                  <c:v>25.05</c:v>
                </c:pt>
                <c:pt idx="27409">
                  <c:v>25</c:v>
                </c:pt>
                <c:pt idx="27410">
                  <c:v>25</c:v>
                </c:pt>
                <c:pt idx="27411">
                  <c:v>25</c:v>
                </c:pt>
                <c:pt idx="27412">
                  <c:v>25</c:v>
                </c:pt>
                <c:pt idx="27413">
                  <c:v>25</c:v>
                </c:pt>
                <c:pt idx="27414">
                  <c:v>25.05</c:v>
                </c:pt>
                <c:pt idx="27415">
                  <c:v>25.05</c:v>
                </c:pt>
                <c:pt idx="27416">
                  <c:v>25.05</c:v>
                </c:pt>
                <c:pt idx="27417">
                  <c:v>25.05</c:v>
                </c:pt>
                <c:pt idx="27418">
                  <c:v>25.05</c:v>
                </c:pt>
                <c:pt idx="27419">
                  <c:v>25.05</c:v>
                </c:pt>
                <c:pt idx="27420">
                  <c:v>25.05</c:v>
                </c:pt>
                <c:pt idx="27421">
                  <c:v>25.05</c:v>
                </c:pt>
                <c:pt idx="27422">
                  <c:v>25.05</c:v>
                </c:pt>
                <c:pt idx="27423">
                  <c:v>25.05</c:v>
                </c:pt>
                <c:pt idx="27424">
                  <c:v>25.05</c:v>
                </c:pt>
                <c:pt idx="27425">
                  <c:v>25.05</c:v>
                </c:pt>
                <c:pt idx="27426">
                  <c:v>25</c:v>
                </c:pt>
                <c:pt idx="27427">
                  <c:v>25.05</c:v>
                </c:pt>
                <c:pt idx="27428">
                  <c:v>25</c:v>
                </c:pt>
                <c:pt idx="27429">
                  <c:v>25</c:v>
                </c:pt>
                <c:pt idx="27430">
                  <c:v>25</c:v>
                </c:pt>
                <c:pt idx="27431">
                  <c:v>25</c:v>
                </c:pt>
                <c:pt idx="27432">
                  <c:v>25</c:v>
                </c:pt>
                <c:pt idx="27433">
                  <c:v>25</c:v>
                </c:pt>
                <c:pt idx="27434">
                  <c:v>25</c:v>
                </c:pt>
                <c:pt idx="27435">
                  <c:v>25</c:v>
                </c:pt>
                <c:pt idx="27436">
                  <c:v>25</c:v>
                </c:pt>
                <c:pt idx="27437">
                  <c:v>25</c:v>
                </c:pt>
                <c:pt idx="27438">
                  <c:v>25</c:v>
                </c:pt>
                <c:pt idx="27439">
                  <c:v>25</c:v>
                </c:pt>
                <c:pt idx="27440">
                  <c:v>25</c:v>
                </c:pt>
                <c:pt idx="27441">
                  <c:v>25</c:v>
                </c:pt>
                <c:pt idx="27442">
                  <c:v>25</c:v>
                </c:pt>
                <c:pt idx="27443">
                  <c:v>25</c:v>
                </c:pt>
                <c:pt idx="27444">
                  <c:v>25</c:v>
                </c:pt>
                <c:pt idx="27445">
                  <c:v>25</c:v>
                </c:pt>
                <c:pt idx="27446">
                  <c:v>25</c:v>
                </c:pt>
                <c:pt idx="27447">
                  <c:v>25</c:v>
                </c:pt>
                <c:pt idx="27448">
                  <c:v>25</c:v>
                </c:pt>
                <c:pt idx="27449">
                  <c:v>25</c:v>
                </c:pt>
                <c:pt idx="27450">
                  <c:v>25</c:v>
                </c:pt>
                <c:pt idx="27451">
                  <c:v>25</c:v>
                </c:pt>
                <c:pt idx="27452">
                  <c:v>25</c:v>
                </c:pt>
                <c:pt idx="27453">
                  <c:v>25</c:v>
                </c:pt>
                <c:pt idx="27454">
                  <c:v>25</c:v>
                </c:pt>
                <c:pt idx="27455">
                  <c:v>25</c:v>
                </c:pt>
                <c:pt idx="27456">
                  <c:v>25</c:v>
                </c:pt>
                <c:pt idx="27457">
                  <c:v>25</c:v>
                </c:pt>
                <c:pt idx="27458">
                  <c:v>25</c:v>
                </c:pt>
                <c:pt idx="27459">
                  <c:v>25</c:v>
                </c:pt>
                <c:pt idx="27460">
                  <c:v>25</c:v>
                </c:pt>
                <c:pt idx="27461">
                  <c:v>25</c:v>
                </c:pt>
                <c:pt idx="27462">
                  <c:v>25</c:v>
                </c:pt>
                <c:pt idx="27463">
                  <c:v>25</c:v>
                </c:pt>
                <c:pt idx="27464">
                  <c:v>25</c:v>
                </c:pt>
                <c:pt idx="27465">
                  <c:v>25</c:v>
                </c:pt>
                <c:pt idx="27466">
                  <c:v>25</c:v>
                </c:pt>
                <c:pt idx="27467">
                  <c:v>25</c:v>
                </c:pt>
                <c:pt idx="27468">
                  <c:v>25</c:v>
                </c:pt>
                <c:pt idx="27469">
                  <c:v>25</c:v>
                </c:pt>
                <c:pt idx="27470">
                  <c:v>25</c:v>
                </c:pt>
                <c:pt idx="27471">
                  <c:v>25</c:v>
                </c:pt>
                <c:pt idx="27472">
                  <c:v>25</c:v>
                </c:pt>
                <c:pt idx="27473">
                  <c:v>25</c:v>
                </c:pt>
                <c:pt idx="27474">
                  <c:v>25</c:v>
                </c:pt>
                <c:pt idx="27475">
                  <c:v>25</c:v>
                </c:pt>
                <c:pt idx="27476">
                  <c:v>25</c:v>
                </c:pt>
                <c:pt idx="27477">
                  <c:v>25</c:v>
                </c:pt>
                <c:pt idx="27478">
                  <c:v>25</c:v>
                </c:pt>
                <c:pt idx="27479">
                  <c:v>25</c:v>
                </c:pt>
                <c:pt idx="27480">
                  <c:v>25</c:v>
                </c:pt>
                <c:pt idx="27481">
                  <c:v>25</c:v>
                </c:pt>
                <c:pt idx="27482">
                  <c:v>25</c:v>
                </c:pt>
                <c:pt idx="27483">
                  <c:v>25</c:v>
                </c:pt>
                <c:pt idx="27484">
                  <c:v>25</c:v>
                </c:pt>
                <c:pt idx="27485">
                  <c:v>25</c:v>
                </c:pt>
                <c:pt idx="27486">
                  <c:v>25</c:v>
                </c:pt>
                <c:pt idx="27487">
                  <c:v>25</c:v>
                </c:pt>
                <c:pt idx="27488">
                  <c:v>25</c:v>
                </c:pt>
                <c:pt idx="27489">
                  <c:v>25</c:v>
                </c:pt>
                <c:pt idx="27490">
                  <c:v>25</c:v>
                </c:pt>
                <c:pt idx="27491">
                  <c:v>25</c:v>
                </c:pt>
                <c:pt idx="27492">
                  <c:v>25</c:v>
                </c:pt>
                <c:pt idx="27493">
                  <c:v>25</c:v>
                </c:pt>
                <c:pt idx="27494">
                  <c:v>25</c:v>
                </c:pt>
                <c:pt idx="27495">
                  <c:v>25</c:v>
                </c:pt>
                <c:pt idx="27496">
                  <c:v>25</c:v>
                </c:pt>
                <c:pt idx="27497">
                  <c:v>25</c:v>
                </c:pt>
                <c:pt idx="27498">
                  <c:v>25</c:v>
                </c:pt>
                <c:pt idx="27499">
                  <c:v>25</c:v>
                </c:pt>
                <c:pt idx="27500">
                  <c:v>25</c:v>
                </c:pt>
                <c:pt idx="27501">
                  <c:v>25</c:v>
                </c:pt>
                <c:pt idx="27502">
                  <c:v>25</c:v>
                </c:pt>
                <c:pt idx="27503">
                  <c:v>25</c:v>
                </c:pt>
                <c:pt idx="27504">
                  <c:v>25</c:v>
                </c:pt>
                <c:pt idx="27505">
                  <c:v>25</c:v>
                </c:pt>
                <c:pt idx="27506">
                  <c:v>25</c:v>
                </c:pt>
                <c:pt idx="27507">
                  <c:v>25</c:v>
                </c:pt>
                <c:pt idx="27508">
                  <c:v>25</c:v>
                </c:pt>
                <c:pt idx="27509">
                  <c:v>25</c:v>
                </c:pt>
                <c:pt idx="27510">
                  <c:v>25</c:v>
                </c:pt>
                <c:pt idx="27511">
                  <c:v>25</c:v>
                </c:pt>
                <c:pt idx="27512">
                  <c:v>25</c:v>
                </c:pt>
                <c:pt idx="27513">
                  <c:v>25</c:v>
                </c:pt>
                <c:pt idx="27514">
                  <c:v>25</c:v>
                </c:pt>
                <c:pt idx="27515">
                  <c:v>25</c:v>
                </c:pt>
                <c:pt idx="27516">
                  <c:v>25</c:v>
                </c:pt>
                <c:pt idx="27517">
                  <c:v>25</c:v>
                </c:pt>
                <c:pt idx="27518">
                  <c:v>25</c:v>
                </c:pt>
                <c:pt idx="27519">
                  <c:v>25</c:v>
                </c:pt>
                <c:pt idx="27520">
                  <c:v>25</c:v>
                </c:pt>
                <c:pt idx="27521">
                  <c:v>25</c:v>
                </c:pt>
                <c:pt idx="27522">
                  <c:v>25</c:v>
                </c:pt>
                <c:pt idx="27523">
                  <c:v>25</c:v>
                </c:pt>
                <c:pt idx="27524">
                  <c:v>25</c:v>
                </c:pt>
                <c:pt idx="27525">
                  <c:v>25</c:v>
                </c:pt>
                <c:pt idx="27526">
                  <c:v>25</c:v>
                </c:pt>
                <c:pt idx="27527">
                  <c:v>25</c:v>
                </c:pt>
                <c:pt idx="27528">
                  <c:v>25</c:v>
                </c:pt>
                <c:pt idx="27529">
                  <c:v>25</c:v>
                </c:pt>
                <c:pt idx="27530">
                  <c:v>25</c:v>
                </c:pt>
                <c:pt idx="27531">
                  <c:v>25</c:v>
                </c:pt>
                <c:pt idx="27532">
                  <c:v>25</c:v>
                </c:pt>
                <c:pt idx="27533">
                  <c:v>25</c:v>
                </c:pt>
                <c:pt idx="27534">
                  <c:v>25</c:v>
                </c:pt>
                <c:pt idx="27535">
                  <c:v>25</c:v>
                </c:pt>
                <c:pt idx="27536">
                  <c:v>25</c:v>
                </c:pt>
                <c:pt idx="27537">
                  <c:v>25</c:v>
                </c:pt>
                <c:pt idx="27538">
                  <c:v>25</c:v>
                </c:pt>
                <c:pt idx="27539">
                  <c:v>25</c:v>
                </c:pt>
                <c:pt idx="27540">
                  <c:v>25</c:v>
                </c:pt>
                <c:pt idx="27541">
                  <c:v>25</c:v>
                </c:pt>
                <c:pt idx="27542">
                  <c:v>25</c:v>
                </c:pt>
                <c:pt idx="27543">
                  <c:v>25</c:v>
                </c:pt>
                <c:pt idx="27544">
                  <c:v>25</c:v>
                </c:pt>
                <c:pt idx="27545">
                  <c:v>25</c:v>
                </c:pt>
                <c:pt idx="27546">
                  <c:v>24.95</c:v>
                </c:pt>
                <c:pt idx="27547">
                  <c:v>25</c:v>
                </c:pt>
                <c:pt idx="27548">
                  <c:v>25</c:v>
                </c:pt>
                <c:pt idx="27549">
                  <c:v>25</c:v>
                </c:pt>
                <c:pt idx="27550">
                  <c:v>25</c:v>
                </c:pt>
                <c:pt idx="27551">
                  <c:v>24.95</c:v>
                </c:pt>
                <c:pt idx="27552">
                  <c:v>24.95</c:v>
                </c:pt>
                <c:pt idx="27553">
                  <c:v>25</c:v>
                </c:pt>
                <c:pt idx="27554">
                  <c:v>25</c:v>
                </c:pt>
                <c:pt idx="27555">
                  <c:v>25</c:v>
                </c:pt>
                <c:pt idx="27556">
                  <c:v>25</c:v>
                </c:pt>
                <c:pt idx="27557">
                  <c:v>25</c:v>
                </c:pt>
                <c:pt idx="27558">
                  <c:v>25</c:v>
                </c:pt>
                <c:pt idx="27559">
                  <c:v>25</c:v>
                </c:pt>
                <c:pt idx="27560">
                  <c:v>25</c:v>
                </c:pt>
                <c:pt idx="27561">
                  <c:v>25</c:v>
                </c:pt>
                <c:pt idx="27562">
                  <c:v>25</c:v>
                </c:pt>
                <c:pt idx="27563">
                  <c:v>25</c:v>
                </c:pt>
                <c:pt idx="27564">
                  <c:v>25</c:v>
                </c:pt>
                <c:pt idx="27565">
                  <c:v>25</c:v>
                </c:pt>
                <c:pt idx="27566">
                  <c:v>25</c:v>
                </c:pt>
                <c:pt idx="27567">
                  <c:v>25</c:v>
                </c:pt>
                <c:pt idx="27568">
                  <c:v>25</c:v>
                </c:pt>
                <c:pt idx="27569">
                  <c:v>25</c:v>
                </c:pt>
                <c:pt idx="27570">
                  <c:v>25</c:v>
                </c:pt>
                <c:pt idx="27571">
                  <c:v>25</c:v>
                </c:pt>
                <c:pt idx="27572">
                  <c:v>25</c:v>
                </c:pt>
                <c:pt idx="27573">
                  <c:v>25</c:v>
                </c:pt>
                <c:pt idx="27574">
                  <c:v>25</c:v>
                </c:pt>
                <c:pt idx="27575">
                  <c:v>25</c:v>
                </c:pt>
                <c:pt idx="27576">
                  <c:v>25</c:v>
                </c:pt>
                <c:pt idx="27577">
                  <c:v>25</c:v>
                </c:pt>
                <c:pt idx="27578">
                  <c:v>25</c:v>
                </c:pt>
                <c:pt idx="27579">
                  <c:v>24.95</c:v>
                </c:pt>
                <c:pt idx="27580">
                  <c:v>24.95</c:v>
                </c:pt>
                <c:pt idx="27581">
                  <c:v>24.95</c:v>
                </c:pt>
                <c:pt idx="27582">
                  <c:v>24.95</c:v>
                </c:pt>
                <c:pt idx="27583">
                  <c:v>24.95</c:v>
                </c:pt>
                <c:pt idx="27584">
                  <c:v>24.95</c:v>
                </c:pt>
                <c:pt idx="27585">
                  <c:v>24.95</c:v>
                </c:pt>
                <c:pt idx="27586">
                  <c:v>24.95</c:v>
                </c:pt>
                <c:pt idx="27587">
                  <c:v>24.95</c:v>
                </c:pt>
                <c:pt idx="27588">
                  <c:v>24.95</c:v>
                </c:pt>
                <c:pt idx="27589">
                  <c:v>25</c:v>
                </c:pt>
                <c:pt idx="27590">
                  <c:v>25</c:v>
                </c:pt>
                <c:pt idx="27591">
                  <c:v>25</c:v>
                </c:pt>
                <c:pt idx="27592">
                  <c:v>25</c:v>
                </c:pt>
                <c:pt idx="27593">
                  <c:v>25</c:v>
                </c:pt>
                <c:pt idx="27594">
                  <c:v>25</c:v>
                </c:pt>
                <c:pt idx="27595">
                  <c:v>25</c:v>
                </c:pt>
                <c:pt idx="27596">
                  <c:v>25</c:v>
                </c:pt>
                <c:pt idx="27597">
                  <c:v>25</c:v>
                </c:pt>
                <c:pt idx="27598">
                  <c:v>25</c:v>
                </c:pt>
                <c:pt idx="27599">
                  <c:v>25</c:v>
                </c:pt>
                <c:pt idx="27600">
                  <c:v>25</c:v>
                </c:pt>
                <c:pt idx="27601">
                  <c:v>25</c:v>
                </c:pt>
                <c:pt idx="27602">
                  <c:v>25</c:v>
                </c:pt>
                <c:pt idx="27603">
                  <c:v>25</c:v>
                </c:pt>
                <c:pt idx="27604">
                  <c:v>25</c:v>
                </c:pt>
                <c:pt idx="27605">
                  <c:v>25</c:v>
                </c:pt>
                <c:pt idx="27606">
                  <c:v>24.95</c:v>
                </c:pt>
                <c:pt idx="27607">
                  <c:v>24.95</c:v>
                </c:pt>
                <c:pt idx="27608">
                  <c:v>25</c:v>
                </c:pt>
                <c:pt idx="27609">
                  <c:v>24.95</c:v>
                </c:pt>
                <c:pt idx="27610">
                  <c:v>25</c:v>
                </c:pt>
                <c:pt idx="27611">
                  <c:v>25</c:v>
                </c:pt>
                <c:pt idx="27612">
                  <c:v>25</c:v>
                </c:pt>
                <c:pt idx="27613">
                  <c:v>25</c:v>
                </c:pt>
                <c:pt idx="27614">
                  <c:v>24.95</c:v>
                </c:pt>
                <c:pt idx="27615">
                  <c:v>25</c:v>
                </c:pt>
                <c:pt idx="27616">
                  <c:v>24.95</c:v>
                </c:pt>
                <c:pt idx="27617">
                  <c:v>25</c:v>
                </c:pt>
                <c:pt idx="27618">
                  <c:v>24.95</c:v>
                </c:pt>
                <c:pt idx="27619">
                  <c:v>25</c:v>
                </c:pt>
                <c:pt idx="27620">
                  <c:v>25</c:v>
                </c:pt>
                <c:pt idx="27621">
                  <c:v>25</c:v>
                </c:pt>
                <c:pt idx="27622">
                  <c:v>25</c:v>
                </c:pt>
                <c:pt idx="27623">
                  <c:v>25</c:v>
                </c:pt>
                <c:pt idx="27624">
                  <c:v>25</c:v>
                </c:pt>
                <c:pt idx="27625">
                  <c:v>25</c:v>
                </c:pt>
                <c:pt idx="27626">
                  <c:v>25</c:v>
                </c:pt>
                <c:pt idx="27627">
                  <c:v>24.95</c:v>
                </c:pt>
                <c:pt idx="27628">
                  <c:v>24.95</c:v>
                </c:pt>
                <c:pt idx="27629">
                  <c:v>25</c:v>
                </c:pt>
                <c:pt idx="27630">
                  <c:v>24.95</c:v>
                </c:pt>
                <c:pt idx="27631">
                  <c:v>24.95</c:v>
                </c:pt>
                <c:pt idx="27632">
                  <c:v>24.95</c:v>
                </c:pt>
                <c:pt idx="27633">
                  <c:v>24.95</c:v>
                </c:pt>
                <c:pt idx="27634">
                  <c:v>24.95</c:v>
                </c:pt>
                <c:pt idx="27635">
                  <c:v>24.95</c:v>
                </c:pt>
                <c:pt idx="27636">
                  <c:v>24.95</c:v>
                </c:pt>
                <c:pt idx="27637">
                  <c:v>24.95</c:v>
                </c:pt>
                <c:pt idx="27638">
                  <c:v>24.95</c:v>
                </c:pt>
                <c:pt idx="27639">
                  <c:v>24.95</c:v>
                </c:pt>
                <c:pt idx="27640">
                  <c:v>24.95</c:v>
                </c:pt>
                <c:pt idx="27641">
                  <c:v>24.95</c:v>
                </c:pt>
                <c:pt idx="27642">
                  <c:v>24.95</c:v>
                </c:pt>
                <c:pt idx="27643">
                  <c:v>24.95</c:v>
                </c:pt>
                <c:pt idx="27644">
                  <c:v>24.95</c:v>
                </c:pt>
                <c:pt idx="27645">
                  <c:v>24.95</c:v>
                </c:pt>
                <c:pt idx="27646">
                  <c:v>24.95</c:v>
                </c:pt>
                <c:pt idx="27647">
                  <c:v>24.95</c:v>
                </c:pt>
                <c:pt idx="27648">
                  <c:v>24.95</c:v>
                </c:pt>
                <c:pt idx="27649">
                  <c:v>24.95</c:v>
                </c:pt>
                <c:pt idx="27650">
                  <c:v>24.95</c:v>
                </c:pt>
                <c:pt idx="27651">
                  <c:v>24.95</c:v>
                </c:pt>
                <c:pt idx="27652">
                  <c:v>24.95</c:v>
                </c:pt>
                <c:pt idx="27653">
                  <c:v>24.95</c:v>
                </c:pt>
                <c:pt idx="27654">
                  <c:v>24.95</c:v>
                </c:pt>
                <c:pt idx="27655">
                  <c:v>24.95</c:v>
                </c:pt>
                <c:pt idx="27656">
                  <c:v>24.95</c:v>
                </c:pt>
                <c:pt idx="27657">
                  <c:v>24.95</c:v>
                </c:pt>
                <c:pt idx="27658">
                  <c:v>24.95</c:v>
                </c:pt>
                <c:pt idx="27659">
                  <c:v>24.95</c:v>
                </c:pt>
                <c:pt idx="27660">
                  <c:v>24.95</c:v>
                </c:pt>
                <c:pt idx="27661">
                  <c:v>24.95</c:v>
                </c:pt>
                <c:pt idx="27662">
                  <c:v>24.95</c:v>
                </c:pt>
                <c:pt idx="27663">
                  <c:v>24.95</c:v>
                </c:pt>
                <c:pt idx="27664">
                  <c:v>24.95</c:v>
                </c:pt>
                <c:pt idx="27665">
                  <c:v>24.95</c:v>
                </c:pt>
                <c:pt idx="27666">
                  <c:v>24.95</c:v>
                </c:pt>
                <c:pt idx="27667">
                  <c:v>24.95</c:v>
                </c:pt>
                <c:pt idx="27668">
                  <c:v>24.95</c:v>
                </c:pt>
                <c:pt idx="27669">
                  <c:v>24.95</c:v>
                </c:pt>
                <c:pt idx="27670">
                  <c:v>24.95</c:v>
                </c:pt>
                <c:pt idx="27671">
                  <c:v>24.95</c:v>
                </c:pt>
                <c:pt idx="27672">
                  <c:v>24.95</c:v>
                </c:pt>
                <c:pt idx="27673">
                  <c:v>24.95</c:v>
                </c:pt>
                <c:pt idx="27674">
                  <c:v>24.95</c:v>
                </c:pt>
                <c:pt idx="27675">
                  <c:v>24.95</c:v>
                </c:pt>
                <c:pt idx="27676">
                  <c:v>24.95</c:v>
                </c:pt>
                <c:pt idx="27677">
                  <c:v>24.95</c:v>
                </c:pt>
                <c:pt idx="27678">
                  <c:v>24.95</c:v>
                </c:pt>
                <c:pt idx="27679">
                  <c:v>24.95</c:v>
                </c:pt>
                <c:pt idx="27680">
                  <c:v>24.95</c:v>
                </c:pt>
                <c:pt idx="27681">
                  <c:v>24.95</c:v>
                </c:pt>
                <c:pt idx="27682">
                  <c:v>24.95</c:v>
                </c:pt>
                <c:pt idx="27683">
                  <c:v>24.95</c:v>
                </c:pt>
                <c:pt idx="27684">
                  <c:v>24.95</c:v>
                </c:pt>
                <c:pt idx="27685">
                  <c:v>24.95</c:v>
                </c:pt>
                <c:pt idx="27686">
                  <c:v>24.95</c:v>
                </c:pt>
                <c:pt idx="27687">
                  <c:v>24.95</c:v>
                </c:pt>
                <c:pt idx="27688">
                  <c:v>24.95</c:v>
                </c:pt>
                <c:pt idx="27689">
                  <c:v>24.95</c:v>
                </c:pt>
                <c:pt idx="27690">
                  <c:v>24.95</c:v>
                </c:pt>
                <c:pt idx="27691">
                  <c:v>24.95</c:v>
                </c:pt>
                <c:pt idx="27692">
                  <c:v>24.95</c:v>
                </c:pt>
                <c:pt idx="27693">
                  <c:v>24.95</c:v>
                </c:pt>
                <c:pt idx="27694">
                  <c:v>24.95</c:v>
                </c:pt>
                <c:pt idx="27695">
                  <c:v>24.95</c:v>
                </c:pt>
                <c:pt idx="27696">
                  <c:v>24.95</c:v>
                </c:pt>
                <c:pt idx="27697">
                  <c:v>24.95</c:v>
                </c:pt>
                <c:pt idx="27698">
                  <c:v>24.95</c:v>
                </c:pt>
                <c:pt idx="27699">
                  <c:v>24.95</c:v>
                </c:pt>
                <c:pt idx="27700">
                  <c:v>24.95</c:v>
                </c:pt>
                <c:pt idx="27701">
                  <c:v>24.95</c:v>
                </c:pt>
                <c:pt idx="27702">
                  <c:v>24.95</c:v>
                </c:pt>
                <c:pt idx="27703">
                  <c:v>24.95</c:v>
                </c:pt>
                <c:pt idx="27704">
                  <c:v>24.95</c:v>
                </c:pt>
                <c:pt idx="27705">
                  <c:v>24.95</c:v>
                </c:pt>
                <c:pt idx="27706">
                  <c:v>24.95</c:v>
                </c:pt>
                <c:pt idx="27707">
                  <c:v>24.95</c:v>
                </c:pt>
                <c:pt idx="27708">
                  <c:v>24.95</c:v>
                </c:pt>
                <c:pt idx="27709">
                  <c:v>24.95</c:v>
                </c:pt>
                <c:pt idx="27710">
                  <c:v>24.95</c:v>
                </c:pt>
                <c:pt idx="27711">
                  <c:v>24.95</c:v>
                </c:pt>
                <c:pt idx="27712">
                  <c:v>24.95</c:v>
                </c:pt>
                <c:pt idx="27713">
                  <c:v>24.95</c:v>
                </c:pt>
                <c:pt idx="27714">
                  <c:v>24.95</c:v>
                </c:pt>
                <c:pt idx="27715">
                  <c:v>24.95</c:v>
                </c:pt>
                <c:pt idx="27716">
                  <c:v>24.95</c:v>
                </c:pt>
                <c:pt idx="27717">
                  <c:v>24.95</c:v>
                </c:pt>
                <c:pt idx="27718">
                  <c:v>24.95</c:v>
                </c:pt>
                <c:pt idx="27719">
                  <c:v>24.95</c:v>
                </c:pt>
                <c:pt idx="27720">
                  <c:v>24.95</c:v>
                </c:pt>
                <c:pt idx="27721">
                  <c:v>24.95</c:v>
                </c:pt>
                <c:pt idx="27722">
                  <c:v>24.95</c:v>
                </c:pt>
                <c:pt idx="27723">
                  <c:v>24.95</c:v>
                </c:pt>
                <c:pt idx="27724">
                  <c:v>24.95</c:v>
                </c:pt>
                <c:pt idx="27725">
                  <c:v>24.95</c:v>
                </c:pt>
                <c:pt idx="27726">
                  <c:v>24.95</c:v>
                </c:pt>
                <c:pt idx="27727">
                  <c:v>24.95</c:v>
                </c:pt>
                <c:pt idx="27728">
                  <c:v>24.95</c:v>
                </c:pt>
                <c:pt idx="27729">
                  <c:v>24.95</c:v>
                </c:pt>
                <c:pt idx="27730">
                  <c:v>24.95</c:v>
                </c:pt>
                <c:pt idx="27731">
                  <c:v>24.95</c:v>
                </c:pt>
                <c:pt idx="27732">
                  <c:v>24.95</c:v>
                </c:pt>
                <c:pt idx="27733">
                  <c:v>24.95</c:v>
                </c:pt>
                <c:pt idx="27734">
                  <c:v>24.95</c:v>
                </c:pt>
                <c:pt idx="27735">
                  <c:v>24.95</c:v>
                </c:pt>
                <c:pt idx="27736">
                  <c:v>24.95</c:v>
                </c:pt>
                <c:pt idx="27737">
                  <c:v>24.95</c:v>
                </c:pt>
                <c:pt idx="27738">
                  <c:v>24.95</c:v>
                </c:pt>
                <c:pt idx="27739">
                  <c:v>24.95</c:v>
                </c:pt>
                <c:pt idx="27740">
                  <c:v>24.95</c:v>
                </c:pt>
                <c:pt idx="27741">
                  <c:v>24.95</c:v>
                </c:pt>
                <c:pt idx="27742">
                  <c:v>24.95</c:v>
                </c:pt>
                <c:pt idx="27743">
                  <c:v>24.95</c:v>
                </c:pt>
                <c:pt idx="27744">
                  <c:v>24.95</c:v>
                </c:pt>
                <c:pt idx="27745">
                  <c:v>24.95</c:v>
                </c:pt>
                <c:pt idx="27746">
                  <c:v>24.95</c:v>
                </c:pt>
                <c:pt idx="27747">
                  <c:v>24.95</c:v>
                </c:pt>
                <c:pt idx="27748">
                  <c:v>24.95</c:v>
                </c:pt>
                <c:pt idx="27749">
                  <c:v>24.95</c:v>
                </c:pt>
                <c:pt idx="27750">
                  <c:v>24.95</c:v>
                </c:pt>
                <c:pt idx="27751">
                  <c:v>24.95</c:v>
                </c:pt>
                <c:pt idx="27752">
                  <c:v>24.95</c:v>
                </c:pt>
                <c:pt idx="27753">
                  <c:v>24.95</c:v>
                </c:pt>
                <c:pt idx="27754">
                  <c:v>24.95</c:v>
                </c:pt>
                <c:pt idx="27755">
                  <c:v>24.95</c:v>
                </c:pt>
                <c:pt idx="27756">
                  <c:v>24.95</c:v>
                </c:pt>
                <c:pt idx="27757">
                  <c:v>24.95</c:v>
                </c:pt>
                <c:pt idx="27758">
                  <c:v>24.95</c:v>
                </c:pt>
                <c:pt idx="27759">
                  <c:v>24.95</c:v>
                </c:pt>
                <c:pt idx="27760">
                  <c:v>24.95</c:v>
                </c:pt>
                <c:pt idx="27761">
                  <c:v>24.95</c:v>
                </c:pt>
                <c:pt idx="27762">
                  <c:v>24.95</c:v>
                </c:pt>
                <c:pt idx="27763">
                  <c:v>24.95</c:v>
                </c:pt>
                <c:pt idx="27764">
                  <c:v>24.95</c:v>
                </c:pt>
                <c:pt idx="27765">
                  <c:v>24.95</c:v>
                </c:pt>
                <c:pt idx="27766">
                  <c:v>24.95</c:v>
                </c:pt>
                <c:pt idx="27767">
                  <c:v>24.95</c:v>
                </c:pt>
                <c:pt idx="27768">
                  <c:v>24.95</c:v>
                </c:pt>
                <c:pt idx="27769">
                  <c:v>24.95</c:v>
                </c:pt>
                <c:pt idx="27770">
                  <c:v>24.95</c:v>
                </c:pt>
                <c:pt idx="27771">
                  <c:v>24.95</c:v>
                </c:pt>
                <c:pt idx="27772">
                  <c:v>24.95</c:v>
                </c:pt>
                <c:pt idx="27773">
                  <c:v>24.95</c:v>
                </c:pt>
                <c:pt idx="27774">
                  <c:v>24.95</c:v>
                </c:pt>
                <c:pt idx="27775">
                  <c:v>24.95</c:v>
                </c:pt>
                <c:pt idx="27776">
                  <c:v>24.95</c:v>
                </c:pt>
                <c:pt idx="27777">
                  <c:v>24.95</c:v>
                </c:pt>
                <c:pt idx="27778">
                  <c:v>24.95</c:v>
                </c:pt>
                <c:pt idx="27779">
                  <c:v>24.95</c:v>
                </c:pt>
                <c:pt idx="27780">
                  <c:v>24.95</c:v>
                </c:pt>
                <c:pt idx="27781">
                  <c:v>24.95</c:v>
                </c:pt>
                <c:pt idx="27782">
                  <c:v>24.95</c:v>
                </c:pt>
                <c:pt idx="27783">
                  <c:v>24.95</c:v>
                </c:pt>
                <c:pt idx="27784">
                  <c:v>24.95</c:v>
                </c:pt>
                <c:pt idx="27785">
                  <c:v>24.95</c:v>
                </c:pt>
                <c:pt idx="27786">
                  <c:v>24.95</c:v>
                </c:pt>
                <c:pt idx="27787">
                  <c:v>24.95</c:v>
                </c:pt>
                <c:pt idx="27788">
                  <c:v>24.95</c:v>
                </c:pt>
                <c:pt idx="27789">
                  <c:v>24.95</c:v>
                </c:pt>
                <c:pt idx="27790">
                  <c:v>24.95</c:v>
                </c:pt>
                <c:pt idx="27791">
                  <c:v>24.95</c:v>
                </c:pt>
                <c:pt idx="27792">
                  <c:v>24.95</c:v>
                </c:pt>
                <c:pt idx="27793">
                  <c:v>24.95</c:v>
                </c:pt>
                <c:pt idx="27794">
                  <c:v>24.95</c:v>
                </c:pt>
                <c:pt idx="27795">
                  <c:v>24.95</c:v>
                </c:pt>
                <c:pt idx="27796">
                  <c:v>24.95</c:v>
                </c:pt>
                <c:pt idx="27797">
                  <c:v>24.95</c:v>
                </c:pt>
                <c:pt idx="27798">
                  <c:v>24.95</c:v>
                </c:pt>
                <c:pt idx="27799">
                  <c:v>24.95</c:v>
                </c:pt>
                <c:pt idx="27800">
                  <c:v>24.95</c:v>
                </c:pt>
                <c:pt idx="27801">
                  <c:v>24.95</c:v>
                </c:pt>
                <c:pt idx="27802">
                  <c:v>24.95</c:v>
                </c:pt>
                <c:pt idx="27803">
                  <c:v>24.95</c:v>
                </c:pt>
                <c:pt idx="27804">
                  <c:v>24.95</c:v>
                </c:pt>
                <c:pt idx="27805">
                  <c:v>24.95</c:v>
                </c:pt>
                <c:pt idx="27806">
                  <c:v>24.95</c:v>
                </c:pt>
                <c:pt idx="27807">
                  <c:v>24.95</c:v>
                </c:pt>
                <c:pt idx="27808">
                  <c:v>24.95</c:v>
                </c:pt>
                <c:pt idx="27809">
                  <c:v>24.95</c:v>
                </c:pt>
                <c:pt idx="27810">
                  <c:v>24.95</c:v>
                </c:pt>
                <c:pt idx="27811">
                  <c:v>24.95</c:v>
                </c:pt>
                <c:pt idx="27812">
                  <c:v>24.95</c:v>
                </c:pt>
                <c:pt idx="27813">
                  <c:v>24.95</c:v>
                </c:pt>
                <c:pt idx="27814">
                  <c:v>24.95</c:v>
                </c:pt>
                <c:pt idx="27815">
                  <c:v>24.95</c:v>
                </c:pt>
                <c:pt idx="27816">
                  <c:v>24.95</c:v>
                </c:pt>
                <c:pt idx="27817">
                  <c:v>24.95</c:v>
                </c:pt>
                <c:pt idx="27818">
                  <c:v>24.95</c:v>
                </c:pt>
                <c:pt idx="27819">
                  <c:v>24.95</c:v>
                </c:pt>
                <c:pt idx="27820">
                  <c:v>24.95</c:v>
                </c:pt>
                <c:pt idx="27821">
                  <c:v>24.95</c:v>
                </c:pt>
                <c:pt idx="27822">
                  <c:v>24.95</c:v>
                </c:pt>
                <c:pt idx="27823">
                  <c:v>24.95</c:v>
                </c:pt>
                <c:pt idx="27824">
                  <c:v>24.95</c:v>
                </c:pt>
                <c:pt idx="27825">
                  <c:v>24.95</c:v>
                </c:pt>
                <c:pt idx="27826">
                  <c:v>24.95</c:v>
                </c:pt>
                <c:pt idx="27827">
                  <c:v>24.95</c:v>
                </c:pt>
                <c:pt idx="27828">
                  <c:v>24.95</c:v>
                </c:pt>
                <c:pt idx="27829">
                  <c:v>24.95</c:v>
                </c:pt>
                <c:pt idx="27830">
                  <c:v>24.95</c:v>
                </c:pt>
                <c:pt idx="27831">
                  <c:v>24.95</c:v>
                </c:pt>
                <c:pt idx="27832">
                  <c:v>24.95</c:v>
                </c:pt>
                <c:pt idx="27833">
                  <c:v>24.95</c:v>
                </c:pt>
                <c:pt idx="27834">
                  <c:v>24.95</c:v>
                </c:pt>
                <c:pt idx="27835">
                  <c:v>24.95</c:v>
                </c:pt>
                <c:pt idx="27836">
                  <c:v>24.95</c:v>
                </c:pt>
                <c:pt idx="27837">
                  <c:v>24.95</c:v>
                </c:pt>
                <c:pt idx="27838">
                  <c:v>24.95</c:v>
                </c:pt>
                <c:pt idx="27839">
                  <c:v>24.95</c:v>
                </c:pt>
                <c:pt idx="27840">
                  <c:v>24.95</c:v>
                </c:pt>
                <c:pt idx="27841">
                  <c:v>24.95</c:v>
                </c:pt>
                <c:pt idx="27842">
                  <c:v>24.95</c:v>
                </c:pt>
                <c:pt idx="27843">
                  <c:v>24.95</c:v>
                </c:pt>
                <c:pt idx="27844">
                  <c:v>24.95</c:v>
                </c:pt>
                <c:pt idx="27845">
                  <c:v>24.95</c:v>
                </c:pt>
                <c:pt idx="27846">
                  <c:v>24.95</c:v>
                </c:pt>
                <c:pt idx="27847">
                  <c:v>24.95</c:v>
                </c:pt>
                <c:pt idx="27848">
                  <c:v>24.95</c:v>
                </c:pt>
                <c:pt idx="27849">
                  <c:v>24.95</c:v>
                </c:pt>
                <c:pt idx="27850">
                  <c:v>24.95</c:v>
                </c:pt>
                <c:pt idx="27851">
                  <c:v>24.95</c:v>
                </c:pt>
                <c:pt idx="27852">
                  <c:v>24.95</c:v>
                </c:pt>
                <c:pt idx="27853">
                  <c:v>24.95</c:v>
                </c:pt>
                <c:pt idx="27854">
                  <c:v>24.95</c:v>
                </c:pt>
                <c:pt idx="27855">
                  <c:v>24.95</c:v>
                </c:pt>
                <c:pt idx="27856">
                  <c:v>24.95</c:v>
                </c:pt>
                <c:pt idx="27857">
                  <c:v>24.95</c:v>
                </c:pt>
                <c:pt idx="27858">
                  <c:v>24.95</c:v>
                </c:pt>
                <c:pt idx="27859">
                  <c:v>24.9</c:v>
                </c:pt>
                <c:pt idx="27860">
                  <c:v>24.9</c:v>
                </c:pt>
                <c:pt idx="27861">
                  <c:v>24.95</c:v>
                </c:pt>
                <c:pt idx="27862">
                  <c:v>24.95</c:v>
                </c:pt>
                <c:pt idx="27863">
                  <c:v>24.95</c:v>
                </c:pt>
                <c:pt idx="27864">
                  <c:v>24.95</c:v>
                </c:pt>
                <c:pt idx="27865">
                  <c:v>24.95</c:v>
                </c:pt>
                <c:pt idx="27866">
                  <c:v>24.9</c:v>
                </c:pt>
                <c:pt idx="27867">
                  <c:v>24.95</c:v>
                </c:pt>
                <c:pt idx="27868">
                  <c:v>24.95</c:v>
                </c:pt>
                <c:pt idx="27869">
                  <c:v>24.95</c:v>
                </c:pt>
                <c:pt idx="27870">
                  <c:v>24.95</c:v>
                </c:pt>
                <c:pt idx="27871">
                  <c:v>24.95</c:v>
                </c:pt>
                <c:pt idx="27872">
                  <c:v>24.95</c:v>
                </c:pt>
                <c:pt idx="27873">
                  <c:v>24.95</c:v>
                </c:pt>
                <c:pt idx="27874">
                  <c:v>24.95</c:v>
                </c:pt>
                <c:pt idx="27875">
                  <c:v>24.95</c:v>
                </c:pt>
                <c:pt idx="27876">
                  <c:v>24.95</c:v>
                </c:pt>
                <c:pt idx="27877">
                  <c:v>24.95</c:v>
                </c:pt>
                <c:pt idx="27878">
                  <c:v>24.95</c:v>
                </c:pt>
                <c:pt idx="27879">
                  <c:v>24.95</c:v>
                </c:pt>
                <c:pt idx="27880">
                  <c:v>24.95</c:v>
                </c:pt>
                <c:pt idx="27881">
                  <c:v>24.95</c:v>
                </c:pt>
                <c:pt idx="27882">
                  <c:v>24.95</c:v>
                </c:pt>
                <c:pt idx="27883">
                  <c:v>24.95</c:v>
                </c:pt>
                <c:pt idx="27884">
                  <c:v>24.95</c:v>
                </c:pt>
                <c:pt idx="27885">
                  <c:v>24.95</c:v>
                </c:pt>
                <c:pt idx="27886">
                  <c:v>24.95</c:v>
                </c:pt>
                <c:pt idx="27887">
                  <c:v>24.95</c:v>
                </c:pt>
                <c:pt idx="27888">
                  <c:v>24.95</c:v>
                </c:pt>
                <c:pt idx="27889">
                  <c:v>24.95</c:v>
                </c:pt>
                <c:pt idx="27890">
                  <c:v>24.95</c:v>
                </c:pt>
                <c:pt idx="27891">
                  <c:v>24.95</c:v>
                </c:pt>
                <c:pt idx="27892">
                  <c:v>24.95</c:v>
                </c:pt>
                <c:pt idx="27893">
                  <c:v>24.95</c:v>
                </c:pt>
                <c:pt idx="27894">
                  <c:v>24.95</c:v>
                </c:pt>
                <c:pt idx="27895">
                  <c:v>24.95</c:v>
                </c:pt>
                <c:pt idx="27896">
                  <c:v>24.95</c:v>
                </c:pt>
                <c:pt idx="27897">
                  <c:v>24.95</c:v>
                </c:pt>
                <c:pt idx="27898">
                  <c:v>24.95</c:v>
                </c:pt>
                <c:pt idx="27899">
                  <c:v>24.95</c:v>
                </c:pt>
                <c:pt idx="27900">
                  <c:v>24.95</c:v>
                </c:pt>
                <c:pt idx="27901">
                  <c:v>24.95</c:v>
                </c:pt>
                <c:pt idx="27902">
                  <c:v>24.95</c:v>
                </c:pt>
                <c:pt idx="27903">
                  <c:v>24.95</c:v>
                </c:pt>
                <c:pt idx="27904">
                  <c:v>24.95</c:v>
                </c:pt>
                <c:pt idx="27905">
                  <c:v>24.95</c:v>
                </c:pt>
                <c:pt idx="27906">
                  <c:v>24.95</c:v>
                </c:pt>
                <c:pt idx="27907">
                  <c:v>24.95</c:v>
                </c:pt>
                <c:pt idx="27908">
                  <c:v>24.95</c:v>
                </c:pt>
                <c:pt idx="27909">
                  <c:v>24.95</c:v>
                </c:pt>
                <c:pt idx="27910">
                  <c:v>24.95</c:v>
                </c:pt>
                <c:pt idx="27911">
                  <c:v>24.95</c:v>
                </c:pt>
                <c:pt idx="27912">
                  <c:v>24.95</c:v>
                </c:pt>
                <c:pt idx="27913">
                  <c:v>24.9</c:v>
                </c:pt>
                <c:pt idx="27914">
                  <c:v>24.9</c:v>
                </c:pt>
                <c:pt idx="27915">
                  <c:v>24.9</c:v>
                </c:pt>
                <c:pt idx="27916">
                  <c:v>24.9</c:v>
                </c:pt>
                <c:pt idx="27917">
                  <c:v>24.9</c:v>
                </c:pt>
                <c:pt idx="27918">
                  <c:v>24.95</c:v>
                </c:pt>
                <c:pt idx="27919">
                  <c:v>24.95</c:v>
                </c:pt>
                <c:pt idx="27920">
                  <c:v>24.95</c:v>
                </c:pt>
                <c:pt idx="27921">
                  <c:v>24.95</c:v>
                </c:pt>
                <c:pt idx="27922">
                  <c:v>24.95</c:v>
                </c:pt>
                <c:pt idx="27923">
                  <c:v>24.95</c:v>
                </c:pt>
                <c:pt idx="27924">
                  <c:v>24.95</c:v>
                </c:pt>
                <c:pt idx="27925">
                  <c:v>24.9</c:v>
                </c:pt>
                <c:pt idx="27926">
                  <c:v>24.95</c:v>
                </c:pt>
                <c:pt idx="27927">
                  <c:v>24.95</c:v>
                </c:pt>
                <c:pt idx="27928">
                  <c:v>24.95</c:v>
                </c:pt>
                <c:pt idx="27929">
                  <c:v>24.95</c:v>
                </c:pt>
                <c:pt idx="27930">
                  <c:v>24.95</c:v>
                </c:pt>
                <c:pt idx="27931">
                  <c:v>24.95</c:v>
                </c:pt>
                <c:pt idx="27932">
                  <c:v>24.95</c:v>
                </c:pt>
                <c:pt idx="27933">
                  <c:v>24.95</c:v>
                </c:pt>
                <c:pt idx="27934">
                  <c:v>24.9</c:v>
                </c:pt>
                <c:pt idx="27935">
                  <c:v>24.95</c:v>
                </c:pt>
                <c:pt idx="27936">
                  <c:v>24.95</c:v>
                </c:pt>
                <c:pt idx="27937">
                  <c:v>24.9</c:v>
                </c:pt>
                <c:pt idx="27938">
                  <c:v>24.9</c:v>
                </c:pt>
                <c:pt idx="27939">
                  <c:v>24.9</c:v>
                </c:pt>
                <c:pt idx="27940">
                  <c:v>24.9</c:v>
                </c:pt>
                <c:pt idx="27941">
                  <c:v>24.9</c:v>
                </c:pt>
                <c:pt idx="27942">
                  <c:v>24.9</c:v>
                </c:pt>
                <c:pt idx="27943">
                  <c:v>24.9</c:v>
                </c:pt>
                <c:pt idx="27944">
                  <c:v>24.9</c:v>
                </c:pt>
                <c:pt idx="27945">
                  <c:v>24.9</c:v>
                </c:pt>
                <c:pt idx="27946">
                  <c:v>24.9</c:v>
                </c:pt>
                <c:pt idx="27947">
                  <c:v>24.9</c:v>
                </c:pt>
                <c:pt idx="27948">
                  <c:v>24.9</c:v>
                </c:pt>
                <c:pt idx="27949">
                  <c:v>24.9</c:v>
                </c:pt>
                <c:pt idx="27950">
                  <c:v>24.9</c:v>
                </c:pt>
                <c:pt idx="27951">
                  <c:v>24.9</c:v>
                </c:pt>
                <c:pt idx="27952">
                  <c:v>24.9</c:v>
                </c:pt>
                <c:pt idx="27953">
                  <c:v>24.9</c:v>
                </c:pt>
                <c:pt idx="27954">
                  <c:v>24.9</c:v>
                </c:pt>
                <c:pt idx="27955">
                  <c:v>24.9</c:v>
                </c:pt>
                <c:pt idx="27956">
                  <c:v>24.9</c:v>
                </c:pt>
                <c:pt idx="27957">
                  <c:v>24.9</c:v>
                </c:pt>
                <c:pt idx="27958">
                  <c:v>24.9</c:v>
                </c:pt>
                <c:pt idx="27959">
                  <c:v>24.9</c:v>
                </c:pt>
                <c:pt idx="27960">
                  <c:v>24.9</c:v>
                </c:pt>
                <c:pt idx="27961">
                  <c:v>24.9</c:v>
                </c:pt>
                <c:pt idx="27962">
                  <c:v>24.9</c:v>
                </c:pt>
                <c:pt idx="27963">
                  <c:v>24.9</c:v>
                </c:pt>
                <c:pt idx="27964">
                  <c:v>24.9</c:v>
                </c:pt>
                <c:pt idx="27965">
                  <c:v>24.9</c:v>
                </c:pt>
                <c:pt idx="27966">
                  <c:v>24.9</c:v>
                </c:pt>
                <c:pt idx="27967">
                  <c:v>24.9</c:v>
                </c:pt>
                <c:pt idx="27968">
                  <c:v>24.9</c:v>
                </c:pt>
                <c:pt idx="27969">
                  <c:v>24.9</c:v>
                </c:pt>
                <c:pt idx="27970">
                  <c:v>24.9</c:v>
                </c:pt>
                <c:pt idx="27971">
                  <c:v>24.9</c:v>
                </c:pt>
                <c:pt idx="27972">
                  <c:v>24.9</c:v>
                </c:pt>
                <c:pt idx="27973">
                  <c:v>24.9</c:v>
                </c:pt>
                <c:pt idx="27974">
                  <c:v>24.9</c:v>
                </c:pt>
                <c:pt idx="27975">
                  <c:v>24.9</c:v>
                </c:pt>
                <c:pt idx="27976">
                  <c:v>24.9</c:v>
                </c:pt>
                <c:pt idx="27977">
                  <c:v>24.9</c:v>
                </c:pt>
                <c:pt idx="27978">
                  <c:v>24.9</c:v>
                </c:pt>
                <c:pt idx="27979">
                  <c:v>24.9</c:v>
                </c:pt>
                <c:pt idx="27980">
                  <c:v>24.9</c:v>
                </c:pt>
                <c:pt idx="27981">
                  <c:v>24.9</c:v>
                </c:pt>
                <c:pt idx="27982">
                  <c:v>24.9</c:v>
                </c:pt>
                <c:pt idx="27983">
                  <c:v>24.9</c:v>
                </c:pt>
                <c:pt idx="27984">
                  <c:v>24.9</c:v>
                </c:pt>
                <c:pt idx="27985">
                  <c:v>24.9</c:v>
                </c:pt>
                <c:pt idx="27986">
                  <c:v>24.9</c:v>
                </c:pt>
                <c:pt idx="27987">
                  <c:v>24.9</c:v>
                </c:pt>
                <c:pt idx="27988">
                  <c:v>24.9</c:v>
                </c:pt>
                <c:pt idx="27989">
                  <c:v>24.9</c:v>
                </c:pt>
                <c:pt idx="27990">
                  <c:v>24.9</c:v>
                </c:pt>
                <c:pt idx="27991">
                  <c:v>24.9</c:v>
                </c:pt>
                <c:pt idx="27992">
                  <c:v>24.9</c:v>
                </c:pt>
                <c:pt idx="27993">
                  <c:v>24.9</c:v>
                </c:pt>
                <c:pt idx="27994">
                  <c:v>24.9</c:v>
                </c:pt>
                <c:pt idx="27995">
                  <c:v>24.9</c:v>
                </c:pt>
                <c:pt idx="27996">
                  <c:v>24.9</c:v>
                </c:pt>
                <c:pt idx="27997">
                  <c:v>24.9</c:v>
                </c:pt>
                <c:pt idx="27998">
                  <c:v>24.9</c:v>
                </c:pt>
                <c:pt idx="27999">
                  <c:v>24.9</c:v>
                </c:pt>
                <c:pt idx="28000">
                  <c:v>24.9</c:v>
                </c:pt>
                <c:pt idx="28001">
                  <c:v>24.9</c:v>
                </c:pt>
                <c:pt idx="28002">
                  <c:v>24.9</c:v>
                </c:pt>
                <c:pt idx="28003">
                  <c:v>24.9</c:v>
                </c:pt>
                <c:pt idx="28004">
                  <c:v>24.9</c:v>
                </c:pt>
                <c:pt idx="28005">
                  <c:v>24.9</c:v>
                </c:pt>
                <c:pt idx="28006">
                  <c:v>24.9</c:v>
                </c:pt>
                <c:pt idx="28007">
                  <c:v>24.9</c:v>
                </c:pt>
                <c:pt idx="28008">
                  <c:v>24.9</c:v>
                </c:pt>
                <c:pt idx="28009">
                  <c:v>24.9</c:v>
                </c:pt>
                <c:pt idx="28010">
                  <c:v>24.9</c:v>
                </c:pt>
                <c:pt idx="28011">
                  <c:v>24.9</c:v>
                </c:pt>
                <c:pt idx="28012">
                  <c:v>24.9</c:v>
                </c:pt>
                <c:pt idx="28013">
                  <c:v>24.9</c:v>
                </c:pt>
                <c:pt idx="28014">
                  <c:v>24.9</c:v>
                </c:pt>
                <c:pt idx="28015">
                  <c:v>24.9</c:v>
                </c:pt>
                <c:pt idx="28016">
                  <c:v>24.9</c:v>
                </c:pt>
                <c:pt idx="28017">
                  <c:v>24.9</c:v>
                </c:pt>
                <c:pt idx="28018">
                  <c:v>24.9</c:v>
                </c:pt>
                <c:pt idx="28019">
                  <c:v>24.9</c:v>
                </c:pt>
                <c:pt idx="28020">
                  <c:v>24.9</c:v>
                </c:pt>
                <c:pt idx="28021">
                  <c:v>24.9</c:v>
                </c:pt>
                <c:pt idx="28022">
                  <c:v>24.9</c:v>
                </c:pt>
                <c:pt idx="28023">
                  <c:v>24.9</c:v>
                </c:pt>
                <c:pt idx="28024">
                  <c:v>24.9</c:v>
                </c:pt>
                <c:pt idx="28025">
                  <c:v>24.9</c:v>
                </c:pt>
                <c:pt idx="28026">
                  <c:v>24.9</c:v>
                </c:pt>
                <c:pt idx="28027">
                  <c:v>24.9</c:v>
                </c:pt>
                <c:pt idx="28028">
                  <c:v>24.9</c:v>
                </c:pt>
                <c:pt idx="28029">
                  <c:v>24.9</c:v>
                </c:pt>
                <c:pt idx="28030">
                  <c:v>24.9</c:v>
                </c:pt>
                <c:pt idx="28031">
                  <c:v>24.9</c:v>
                </c:pt>
                <c:pt idx="28032">
                  <c:v>24.9</c:v>
                </c:pt>
                <c:pt idx="28033">
                  <c:v>24.9</c:v>
                </c:pt>
                <c:pt idx="28034">
                  <c:v>24.9</c:v>
                </c:pt>
                <c:pt idx="28035">
                  <c:v>24.9</c:v>
                </c:pt>
                <c:pt idx="28036">
                  <c:v>24.9</c:v>
                </c:pt>
                <c:pt idx="28037">
                  <c:v>24.9</c:v>
                </c:pt>
                <c:pt idx="28038">
                  <c:v>24.9</c:v>
                </c:pt>
                <c:pt idx="28039">
                  <c:v>24.9</c:v>
                </c:pt>
                <c:pt idx="28040">
                  <c:v>24.9</c:v>
                </c:pt>
                <c:pt idx="28041">
                  <c:v>24.9</c:v>
                </c:pt>
                <c:pt idx="28042">
                  <c:v>24.9</c:v>
                </c:pt>
                <c:pt idx="28043">
                  <c:v>24.9</c:v>
                </c:pt>
                <c:pt idx="28044">
                  <c:v>24.9</c:v>
                </c:pt>
                <c:pt idx="28045">
                  <c:v>24.9</c:v>
                </c:pt>
                <c:pt idx="28046">
                  <c:v>24.9</c:v>
                </c:pt>
                <c:pt idx="28047">
                  <c:v>24.9</c:v>
                </c:pt>
                <c:pt idx="28048">
                  <c:v>24.9</c:v>
                </c:pt>
                <c:pt idx="28049">
                  <c:v>24.9</c:v>
                </c:pt>
                <c:pt idx="28050">
                  <c:v>24.9</c:v>
                </c:pt>
                <c:pt idx="28051">
                  <c:v>24.9</c:v>
                </c:pt>
                <c:pt idx="28052">
                  <c:v>24.9</c:v>
                </c:pt>
                <c:pt idx="28053">
                  <c:v>24.9</c:v>
                </c:pt>
                <c:pt idx="28054">
                  <c:v>24.9</c:v>
                </c:pt>
                <c:pt idx="28055">
                  <c:v>24.9</c:v>
                </c:pt>
                <c:pt idx="28056">
                  <c:v>24.9</c:v>
                </c:pt>
                <c:pt idx="28057">
                  <c:v>24.9</c:v>
                </c:pt>
                <c:pt idx="28058">
                  <c:v>24.9</c:v>
                </c:pt>
                <c:pt idx="28059">
                  <c:v>24.9</c:v>
                </c:pt>
                <c:pt idx="28060">
                  <c:v>24.9</c:v>
                </c:pt>
                <c:pt idx="28061">
                  <c:v>24.9</c:v>
                </c:pt>
                <c:pt idx="28062">
                  <c:v>24.9</c:v>
                </c:pt>
                <c:pt idx="28063">
                  <c:v>24.9</c:v>
                </c:pt>
                <c:pt idx="28064">
                  <c:v>24.9</c:v>
                </c:pt>
                <c:pt idx="28065">
                  <c:v>24.9</c:v>
                </c:pt>
                <c:pt idx="28066">
                  <c:v>24.9</c:v>
                </c:pt>
                <c:pt idx="28067">
                  <c:v>24.9</c:v>
                </c:pt>
                <c:pt idx="28068">
                  <c:v>24.9</c:v>
                </c:pt>
                <c:pt idx="28069">
                  <c:v>24.9</c:v>
                </c:pt>
                <c:pt idx="28070">
                  <c:v>24.9</c:v>
                </c:pt>
                <c:pt idx="28071">
                  <c:v>24.9</c:v>
                </c:pt>
                <c:pt idx="28072">
                  <c:v>24.9</c:v>
                </c:pt>
                <c:pt idx="28073">
                  <c:v>24.9</c:v>
                </c:pt>
                <c:pt idx="28074">
                  <c:v>24.9</c:v>
                </c:pt>
                <c:pt idx="28075">
                  <c:v>24.9</c:v>
                </c:pt>
                <c:pt idx="28076">
                  <c:v>24.9</c:v>
                </c:pt>
                <c:pt idx="28077">
                  <c:v>24.9</c:v>
                </c:pt>
                <c:pt idx="28078">
                  <c:v>24.9</c:v>
                </c:pt>
                <c:pt idx="28079">
                  <c:v>24.9</c:v>
                </c:pt>
                <c:pt idx="28080">
                  <c:v>24.9</c:v>
                </c:pt>
                <c:pt idx="28081">
                  <c:v>24.9</c:v>
                </c:pt>
                <c:pt idx="28082">
                  <c:v>24.9</c:v>
                </c:pt>
                <c:pt idx="28083">
                  <c:v>24.9</c:v>
                </c:pt>
                <c:pt idx="28084">
                  <c:v>24.9</c:v>
                </c:pt>
                <c:pt idx="28085">
                  <c:v>24.9</c:v>
                </c:pt>
                <c:pt idx="28086">
                  <c:v>24.9</c:v>
                </c:pt>
                <c:pt idx="28087">
                  <c:v>24.9</c:v>
                </c:pt>
                <c:pt idx="28088">
                  <c:v>24.9</c:v>
                </c:pt>
                <c:pt idx="28089">
                  <c:v>24.9</c:v>
                </c:pt>
                <c:pt idx="28090">
                  <c:v>24.9</c:v>
                </c:pt>
                <c:pt idx="28091">
                  <c:v>24.9</c:v>
                </c:pt>
                <c:pt idx="28092">
                  <c:v>24.9</c:v>
                </c:pt>
                <c:pt idx="28093">
                  <c:v>24.9</c:v>
                </c:pt>
                <c:pt idx="28094">
                  <c:v>24.9</c:v>
                </c:pt>
                <c:pt idx="28095">
                  <c:v>24.9</c:v>
                </c:pt>
                <c:pt idx="28096">
                  <c:v>24.9</c:v>
                </c:pt>
                <c:pt idx="28097">
                  <c:v>24.9</c:v>
                </c:pt>
                <c:pt idx="28098">
                  <c:v>24.9</c:v>
                </c:pt>
                <c:pt idx="28099">
                  <c:v>24.9</c:v>
                </c:pt>
                <c:pt idx="28100">
                  <c:v>24.9</c:v>
                </c:pt>
                <c:pt idx="28101">
                  <c:v>24.9</c:v>
                </c:pt>
                <c:pt idx="28102">
                  <c:v>24.9</c:v>
                </c:pt>
                <c:pt idx="28103">
                  <c:v>24.9</c:v>
                </c:pt>
                <c:pt idx="28104">
                  <c:v>24.9</c:v>
                </c:pt>
                <c:pt idx="28105">
                  <c:v>24.9</c:v>
                </c:pt>
                <c:pt idx="28106">
                  <c:v>24.9</c:v>
                </c:pt>
                <c:pt idx="28107">
                  <c:v>24.9</c:v>
                </c:pt>
                <c:pt idx="28108">
                  <c:v>24.9</c:v>
                </c:pt>
                <c:pt idx="28109">
                  <c:v>24.9</c:v>
                </c:pt>
                <c:pt idx="28110">
                  <c:v>24.9</c:v>
                </c:pt>
                <c:pt idx="28111">
                  <c:v>24.9</c:v>
                </c:pt>
                <c:pt idx="28112">
                  <c:v>24.9</c:v>
                </c:pt>
                <c:pt idx="28113">
                  <c:v>24.9</c:v>
                </c:pt>
                <c:pt idx="28114">
                  <c:v>24.9</c:v>
                </c:pt>
                <c:pt idx="28115">
                  <c:v>24.9</c:v>
                </c:pt>
                <c:pt idx="28116">
                  <c:v>24.9</c:v>
                </c:pt>
                <c:pt idx="28117">
                  <c:v>24.9</c:v>
                </c:pt>
                <c:pt idx="28118">
                  <c:v>24.9</c:v>
                </c:pt>
                <c:pt idx="28119">
                  <c:v>24.9</c:v>
                </c:pt>
                <c:pt idx="28120">
                  <c:v>24.9</c:v>
                </c:pt>
                <c:pt idx="28121">
                  <c:v>24.9</c:v>
                </c:pt>
                <c:pt idx="28122">
                  <c:v>24.9</c:v>
                </c:pt>
                <c:pt idx="28123">
                  <c:v>24.9</c:v>
                </c:pt>
                <c:pt idx="28124">
                  <c:v>24.9</c:v>
                </c:pt>
                <c:pt idx="28125">
                  <c:v>24.9</c:v>
                </c:pt>
                <c:pt idx="28126">
                  <c:v>24.9</c:v>
                </c:pt>
                <c:pt idx="28127">
                  <c:v>24.9</c:v>
                </c:pt>
                <c:pt idx="28128">
                  <c:v>24.9</c:v>
                </c:pt>
                <c:pt idx="28129">
                  <c:v>24.9</c:v>
                </c:pt>
                <c:pt idx="28130">
                  <c:v>24.9</c:v>
                </c:pt>
                <c:pt idx="28131">
                  <c:v>24.9</c:v>
                </c:pt>
                <c:pt idx="28132">
                  <c:v>24.9</c:v>
                </c:pt>
                <c:pt idx="28133">
                  <c:v>24.9</c:v>
                </c:pt>
                <c:pt idx="28134">
                  <c:v>24.9</c:v>
                </c:pt>
                <c:pt idx="28135">
                  <c:v>24.9</c:v>
                </c:pt>
                <c:pt idx="28136">
                  <c:v>24.9</c:v>
                </c:pt>
                <c:pt idx="28137">
                  <c:v>24.9</c:v>
                </c:pt>
                <c:pt idx="28138">
                  <c:v>24.9</c:v>
                </c:pt>
                <c:pt idx="28139">
                  <c:v>24.9</c:v>
                </c:pt>
                <c:pt idx="28140">
                  <c:v>24.9</c:v>
                </c:pt>
                <c:pt idx="28141">
                  <c:v>24.9</c:v>
                </c:pt>
                <c:pt idx="28142">
                  <c:v>24.9</c:v>
                </c:pt>
                <c:pt idx="28143">
                  <c:v>24.9</c:v>
                </c:pt>
                <c:pt idx="28144">
                  <c:v>24.9</c:v>
                </c:pt>
                <c:pt idx="28145">
                  <c:v>24.9</c:v>
                </c:pt>
                <c:pt idx="28146">
                  <c:v>24.9</c:v>
                </c:pt>
                <c:pt idx="28147">
                  <c:v>24.9</c:v>
                </c:pt>
                <c:pt idx="28148">
                  <c:v>24.9</c:v>
                </c:pt>
                <c:pt idx="28149">
                  <c:v>24.9</c:v>
                </c:pt>
                <c:pt idx="28150">
                  <c:v>24.9</c:v>
                </c:pt>
                <c:pt idx="28151">
                  <c:v>24.9</c:v>
                </c:pt>
                <c:pt idx="28152">
                  <c:v>24.9</c:v>
                </c:pt>
                <c:pt idx="28153">
                  <c:v>24.9</c:v>
                </c:pt>
                <c:pt idx="28154">
                  <c:v>24.9</c:v>
                </c:pt>
                <c:pt idx="28155">
                  <c:v>24.9</c:v>
                </c:pt>
                <c:pt idx="28156">
                  <c:v>24.9</c:v>
                </c:pt>
                <c:pt idx="28157">
                  <c:v>24.9</c:v>
                </c:pt>
                <c:pt idx="28158">
                  <c:v>24.9</c:v>
                </c:pt>
                <c:pt idx="28159">
                  <c:v>24.9</c:v>
                </c:pt>
                <c:pt idx="28160">
                  <c:v>24.9</c:v>
                </c:pt>
                <c:pt idx="28161">
                  <c:v>24.9</c:v>
                </c:pt>
                <c:pt idx="28162">
                  <c:v>24.9</c:v>
                </c:pt>
                <c:pt idx="28163">
                  <c:v>24.9</c:v>
                </c:pt>
                <c:pt idx="28164">
                  <c:v>24.9</c:v>
                </c:pt>
                <c:pt idx="28165">
                  <c:v>24.9</c:v>
                </c:pt>
                <c:pt idx="28166">
                  <c:v>24.9</c:v>
                </c:pt>
                <c:pt idx="28167">
                  <c:v>24.9</c:v>
                </c:pt>
                <c:pt idx="28168">
                  <c:v>24.9</c:v>
                </c:pt>
                <c:pt idx="28169">
                  <c:v>24.9</c:v>
                </c:pt>
                <c:pt idx="28170">
                  <c:v>24.9</c:v>
                </c:pt>
                <c:pt idx="28171">
                  <c:v>24.9</c:v>
                </c:pt>
                <c:pt idx="28172">
                  <c:v>24.9</c:v>
                </c:pt>
                <c:pt idx="28173">
                  <c:v>24.9</c:v>
                </c:pt>
                <c:pt idx="28174">
                  <c:v>24.9</c:v>
                </c:pt>
                <c:pt idx="28175">
                  <c:v>24.9</c:v>
                </c:pt>
                <c:pt idx="28176">
                  <c:v>24.9</c:v>
                </c:pt>
                <c:pt idx="28177">
                  <c:v>24.9</c:v>
                </c:pt>
                <c:pt idx="28178">
                  <c:v>24.9</c:v>
                </c:pt>
                <c:pt idx="28179">
                  <c:v>24.9</c:v>
                </c:pt>
                <c:pt idx="28180">
                  <c:v>24.9</c:v>
                </c:pt>
                <c:pt idx="28181">
                  <c:v>24.9</c:v>
                </c:pt>
                <c:pt idx="28182">
                  <c:v>24.9</c:v>
                </c:pt>
                <c:pt idx="28183">
                  <c:v>24.9</c:v>
                </c:pt>
                <c:pt idx="28184">
                  <c:v>24.9</c:v>
                </c:pt>
                <c:pt idx="28185">
                  <c:v>24.9</c:v>
                </c:pt>
                <c:pt idx="28186">
                  <c:v>24.9</c:v>
                </c:pt>
                <c:pt idx="28187">
                  <c:v>24.9</c:v>
                </c:pt>
                <c:pt idx="28188">
                  <c:v>24.9</c:v>
                </c:pt>
                <c:pt idx="28189">
                  <c:v>24.9</c:v>
                </c:pt>
                <c:pt idx="28190">
                  <c:v>24.9</c:v>
                </c:pt>
                <c:pt idx="28191">
                  <c:v>24.9</c:v>
                </c:pt>
                <c:pt idx="28192">
                  <c:v>24.9</c:v>
                </c:pt>
                <c:pt idx="28193">
                  <c:v>24.9</c:v>
                </c:pt>
                <c:pt idx="28194">
                  <c:v>24.9</c:v>
                </c:pt>
                <c:pt idx="28195">
                  <c:v>24.9</c:v>
                </c:pt>
                <c:pt idx="28196">
                  <c:v>24.9</c:v>
                </c:pt>
                <c:pt idx="28197">
                  <c:v>24.9</c:v>
                </c:pt>
                <c:pt idx="28198">
                  <c:v>24.9</c:v>
                </c:pt>
                <c:pt idx="28199">
                  <c:v>24.9</c:v>
                </c:pt>
                <c:pt idx="28200">
                  <c:v>24.9</c:v>
                </c:pt>
                <c:pt idx="28201">
                  <c:v>24.9</c:v>
                </c:pt>
                <c:pt idx="28202">
                  <c:v>24.9</c:v>
                </c:pt>
                <c:pt idx="28203">
                  <c:v>24.9</c:v>
                </c:pt>
                <c:pt idx="28204">
                  <c:v>24.9</c:v>
                </c:pt>
                <c:pt idx="28205">
                  <c:v>24.9</c:v>
                </c:pt>
                <c:pt idx="28206">
                  <c:v>24.9</c:v>
                </c:pt>
                <c:pt idx="28207">
                  <c:v>24.9</c:v>
                </c:pt>
                <c:pt idx="28208">
                  <c:v>24.9</c:v>
                </c:pt>
                <c:pt idx="28209">
                  <c:v>24.9</c:v>
                </c:pt>
                <c:pt idx="28210">
                  <c:v>24.9</c:v>
                </c:pt>
                <c:pt idx="28211">
                  <c:v>24.9</c:v>
                </c:pt>
                <c:pt idx="28212">
                  <c:v>24.9</c:v>
                </c:pt>
                <c:pt idx="28213">
                  <c:v>24.9</c:v>
                </c:pt>
                <c:pt idx="28214">
                  <c:v>24.9</c:v>
                </c:pt>
                <c:pt idx="28215">
                  <c:v>24.9</c:v>
                </c:pt>
                <c:pt idx="28216">
                  <c:v>24.9</c:v>
                </c:pt>
                <c:pt idx="28217">
                  <c:v>24.9</c:v>
                </c:pt>
                <c:pt idx="28218">
                  <c:v>24.9</c:v>
                </c:pt>
                <c:pt idx="28219">
                  <c:v>24.9</c:v>
                </c:pt>
                <c:pt idx="28220">
                  <c:v>24.9</c:v>
                </c:pt>
                <c:pt idx="28221">
                  <c:v>24.9</c:v>
                </c:pt>
                <c:pt idx="28222">
                  <c:v>24.9</c:v>
                </c:pt>
                <c:pt idx="28223">
                  <c:v>24.9</c:v>
                </c:pt>
                <c:pt idx="28224">
                  <c:v>24.9</c:v>
                </c:pt>
                <c:pt idx="28225">
                  <c:v>24.9</c:v>
                </c:pt>
                <c:pt idx="28226">
                  <c:v>24.9</c:v>
                </c:pt>
                <c:pt idx="28227">
                  <c:v>24.9</c:v>
                </c:pt>
                <c:pt idx="28228">
                  <c:v>24.9</c:v>
                </c:pt>
                <c:pt idx="28229">
                  <c:v>24.9</c:v>
                </c:pt>
                <c:pt idx="28230">
                  <c:v>24.9</c:v>
                </c:pt>
                <c:pt idx="28231">
                  <c:v>24.9</c:v>
                </c:pt>
                <c:pt idx="28232">
                  <c:v>24.9</c:v>
                </c:pt>
                <c:pt idx="28233">
                  <c:v>24.9</c:v>
                </c:pt>
                <c:pt idx="28234">
                  <c:v>24.9</c:v>
                </c:pt>
                <c:pt idx="28235">
                  <c:v>24.9</c:v>
                </c:pt>
                <c:pt idx="28236">
                  <c:v>24.9</c:v>
                </c:pt>
                <c:pt idx="28237">
                  <c:v>24.9</c:v>
                </c:pt>
                <c:pt idx="28238">
                  <c:v>24.9</c:v>
                </c:pt>
                <c:pt idx="28239">
                  <c:v>24.9</c:v>
                </c:pt>
                <c:pt idx="28240">
                  <c:v>24.9</c:v>
                </c:pt>
                <c:pt idx="28241">
                  <c:v>24.9</c:v>
                </c:pt>
                <c:pt idx="28242">
                  <c:v>24.9</c:v>
                </c:pt>
                <c:pt idx="28243">
                  <c:v>24.9</c:v>
                </c:pt>
                <c:pt idx="28244">
                  <c:v>24.9</c:v>
                </c:pt>
                <c:pt idx="28245">
                  <c:v>24.9</c:v>
                </c:pt>
                <c:pt idx="28246">
                  <c:v>24.9</c:v>
                </c:pt>
                <c:pt idx="28247">
                  <c:v>24.9</c:v>
                </c:pt>
                <c:pt idx="28248">
                  <c:v>24.9</c:v>
                </c:pt>
                <c:pt idx="28249">
                  <c:v>24.9</c:v>
                </c:pt>
                <c:pt idx="28250">
                  <c:v>24.9</c:v>
                </c:pt>
                <c:pt idx="28251">
                  <c:v>24.9</c:v>
                </c:pt>
                <c:pt idx="28252">
                  <c:v>24.9</c:v>
                </c:pt>
                <c:pt idx="28253">
                  <c:v>24.9</c:v>
                </c:pt>
                <c:pt idx="28254">
                  <c:v>24.9</c:v>
                </c:pt>
                <c:pt idx="28255">
                  <c:v>24.9</c:v>
                </c:pt>
                <c:pt idx="28256">
                  <c:v>24.9</c:v>
                </c:pt>
                <c:pt idx="28257">
                  <c:v>24.9</c:v>
                </c:pt>
                <c:pt idx="28258">
                  <c:v>24.9</c:v>
                </c:pt>
                <c:pt idx="28259">
                  <c:v>24.9</c:v>
                </c:pt>
                <c:pt idx="28260">
                  <c:v>24.9</c:v>
                </c:pt>
                <c:pt idx="28261">
                  <c:v>24.9</c:v>
                </c:pt>
                <c:pt idx="28262">
                  <c:v>24.9</c:v>
                </c:pt>
                <c:pt idx="28263">
                  <c:v>24.9</c:v>
                </c:pt>
                <c:pt idx="28264">
                  <c:v>24.9</c:v>
                </c:pt>
                <c:pt idx="28265">
                  <c:v>24.9</c:v>
                </c:pt>
                <c:pt idx="28266">
                  <c:v>24.9</c:v>
                </c:pt>
                <c:pt idx="28267">
                  <c:v>24.9</c:v>
                </c:pt>
                <c:pt idx="28268">
                  <c:v>24.9</c:v>
                </c:pt>
                <c:pt idx="28269">
                  <c:v>24.9</c:v>
                </c:pt>
                <c:pt idx="28270">
                  <c:v>24.9</c:v>
                </c:pt>
                <c:pt idx="28271">
                  <c:v>24.9</c:v>
                </c:pt>
                <c:pt idx="28272">
                  <c:v>24.9</c:v>
                </c:pt>
                <c:pt idx="28273">
                  <c:v>24.9</c:v>
                </c:pt>
                <c:pt idx="28274">
                  <c:v>24.9</c:v>
                </c:pt>
                <c:pt idx="28275">
                  <c:v>24.9</c:v>
                </c:pt>
                <c:pt idx="28276">
                  <c:v>24.9</c:v>
                </c:pt>
                <c:pt idx="28277">
                  <c:v>24.9</c:v>
                </c:pt>
                <c:pt idx="28278">
                  <c:v>24.9</c:v>
                </c:pt>
                <c:pt idx="28279">
                  <c:v>24.9</c:v>
                </c:pt>
                <c:pt idx="28280">
                  <c:v>24.9</c:v>
                </c:pt>
                <c:pt idx="28281">
                  <c:v>24.9</c:v>
                </c:pt>
                <c:pt idx="28282">
                  <c:v>24.9</c:v>
                </c:pt>
                <c:pt idx="28283">
                  <c:v>24.9</c:v>
                </c:pt>
                <c:pt idx="28284">
                  <c:v>24.9</c:v>
                </c:pt>
                <c:pt idx="28285">
                  <c:v>24.9</c:v>
                </c:pt>
                <c:pt idx="28286">
                  <c:v>24.9</c:v>
                </c:pt>
                <c:pt idx="28287">
                  <c:v>24.9</c:v>
                </c:pt>
                <c:pt idx="28288">
                  <c:v>24.9</c:v>
                </c:pt>
                <c:pt idx="28289">
                  <c:v>24.9</c:v>
                </c:pt>
                <c:pt idx="28290">
                  <c:v>24.9</c:v>
                </c:pt>
                <c:pt idx="28291">
                  <c:v>24.9</c:v>
                </c:pt>
                <c:pt idx="28292">
                  <c:v>24.9</c:v>
                </c:pt>
                <c:pt idx="28293">
                  <c:v>24.9</c:v>
                </c:pt>
                <c:pt idx="28294">
                  <c:v>24.9</c:v>
                </c:pt>
                <c:pt idx="28295">
                  <c:v>24.9</c:v>
                </c:pt>
                <c:pt idx="28296">
                  <c:v>24.9</c:v>
                </c:pt>
                <c:pt idx="28297">
                  <c:v>24.9</c:v>
                </c:pt>
                <c:pt idx="28298">
                  <c:v>24.9</c:v>
                </c:pt>
                <c:pt idx="28299">
                  <c:v>24.9</c:v>
                </c:pt>
                <c:pt idx="28300">
                  <c:v>24.9</c:v>
                </c:pt>
                <c:pt idx="28301">
                  <c:v>24.9</c:v>
                </c:pt>
                <c:pt idx="28302">
                  <c:v>24.9</c:v>
                </c:pt>
                <c:pt idx="28303">
                  <c:v>24.9</c:v>
                </c:pt>
                <c:pt idx="28304">
                  <c:v>24.9</c:v>
                </c:pt>
                <c:pt idx="28305">
                  <c:v>24.9</c:v>
                </c:pt>
                <c:pt idx="28306">
                  <c:v>24.9</c:v>
                </c:pt>
                <c:pt idx="28307">
                  <c:v>24.9</c:v>
                </c:pt>
                <c:pt idx="28308">
                  <c:v>24.9</c:v>
                </c:pt>
                <c:pt idx="28309">
                  <c:v>24.9</c:v>
                </c:pt>
                <c:pt idx="28310">
                  <c:v>24.9</c:v>
                </c:pt>
                <c:pt idx="28311">
                  <c:v>24.9</c:v>
                </c:pt>
                <c:pt idx="28312">
                  <c:v>24.9</c:v>
                </c:pt>
                <c:pt idx="28313">
                  <c:v>24.9</c:v>
                </c:pt>
                <c:pt idx="28314">
                  <c:v>24.9</c:v>
                </c:pt>
                <c:pt idx="28315">
                  <c:v>24.9</c:v>
                </c:pt>
                <c:pt idx="28316">
                  <c:v>24.9</c:v>
                </c:pt>
                <c:pt idx="28317">
                  <c:v>24.9</c:v>
                </c:pt>
                <c:pt idx="28318">
                  <c:v>24.9</c:v>
                </c:pt>
                <c:pt idx="28319">
                  <c:v>24.9</c:v>
                </c:pt>
                <c:pt idx="28320">
                  <c:v>24.9</c:v>
                </c:pt>
                <c:pt idx="28321">
                  <c:v>24.9</c:v>
                </c:pt>
                <c:pt idx="28322">
                  <c:v>24.9</c:v>
                </c:pt>
                <c:pt idx="28323">
                  <c:v>24.9</c:v>
                </c:pt>
                <c:pt idx="28324">
                  <c:v>24.9</c:v>
                </c:pt>
                <c:pt idx="28325">
                  <c:v>24.9</c:v>
                </c:pt>
                <c:pt idx="28326">
                  <c:v>24.9</c:v>
                </c:pt>
                <c:pt idx="28327">
                  <c:v>24.9</c:v>
                </c:pt>
                <c:pt idx="28328">
                  <c:v>24.9</c:v>
                </c:pt>
                <c:pt idx="28329">
                  <c:v>24.9</c:v>
                </c:pt>
                <c:pt idx="28330">
                  <c:v>24.9</c:v>
                </c:pt>
                <c:pt idx="28331">
                  <c:v>24.9</c:v>
                </c:pt>
                <c:pt idx="28332">
                  <c:v>24.9</c:v>
                </c:pt>
                <c:pt idx="28333">
                  <c:v>24.9</c:v>
                </c:pt>
                <c:pt idx="28334">
                  <c:v>24.9</c:v>
                </c:pt>
                <c:pt idx="28335">
                  <c:v>24.9</c:v>
                </c:pt>
                <c:pt idx="28336">
                  <c:v>24.9</c:v>
                </c:pt>
                <c:pt idx="28337">
                  <c:v>24.9</c:v>
                </c:pt>
                <c:pt idx="28338">
                  <c:v>24.9</c:v>
                </c:pt>
                <c:pt idx="28339">
                  <c:v>24.9</c:v>
                </c:pt>
                <c:pt idx="28340">
                  <c:v>24.9</c:v>
                </c:pt>
                <c:pt idx="28341">
                  <c:v>24.9</c:v>
                </c:pt>
                <c:pt idx="28342">
                  <c:v>24.9</c:v>
                </c:pt>
                <c:pt idx="28343">
                  <c:v>24.9</c:v>
                </c:pt>
                <c:pt idx="28344">
                  <c:v>24.9</c:v>
                </c:pt>
                <c:pt idx="28345">
                  <c:v>24.9</c:v>
                </c:pt>
                <c:pt idx="28346">
                  <c:v>24.9</c:v>
                </c:pt>
                <c:pt idx="28347">
                  <c:v>24.9</c:v>
                </c:pt>
                <c:pt idx="28348">
                  <c:v>24.9</c:v>
                </c:pt>
                <c:pt idx="28349">
                  <c:v>24.9</c:v>
                </c:pt>
                <c:pt idx="28350">
                  <c:v>24.9</c:v>
                </c:pt>
                <c:pt idx="28351">
                  <c:v>24.9</c:v>
                </c:pt>
                <c:pt idx="28352">
                  <c:v>24.9</c:v>
                </c:pt>
                <c:pt idx="28353">
                  <c:v>24.9</c:v>
                </c:pt>
                <c:pt idx="28354">
                  <c:v>24.9</c:v>
                </c:pt>
                <c:pt idx="28355">
                  <c:v>24.9</c:v>
                </c:pt>
                <c:pt idx="28356">
                  <c:v>24.9</c:v>
                </c:pt>
                <c:pt idx="28357">
                  <c:v>24.9</c:v>
                </c:pt>
                <c:pt idx="28358">
                  <c:v>24.9</c:v>
                </c:pt>
                <c:pt idx="28359">
                  <c:v>24.9</c:v>
                </c:pt>
                <c:pt idx="28360">
                  <c:v>24.9</c:v>
                </c:pt>
                <c:pt idx="28361">
                  <c:v>24.9</c:v>
                </c:pt>
                <c:pt idx="28362">
                  <c:v>24.9</c:v>
                </c:pt>
                <c:pt idx="28363">
                  <c:v>24.9</c:v>
                </c:pt>
                <c:pt idx="28364">
                  <c:v>24.9</c:v>
                </c:pt>
                <c:pt idx="28365">
                  <c:v>24.9</c:v>
                </c:pt>
                <c:pt idx="28366">
                  <c:v>24.9</c:v>
                </c:pt>
                <c:pt idx="28367">
                  <c:v>24.9</c:v>
                </c:pt>
                <c:pt idx="28368">
                  <c:v>24.9</c:v>
                </c:pt>
                <c:pt idx="28369">
                  <c:v>24.9</c:v>
                </c:pt>
                <c:pt idx="28370">
                  <c:v>24.9</c:v>
                </c:pt>
                <c:pt idx="28371">
                  <c:v>24.9</c:v>
                </c:pt>
                <c:pt idx="28372">
                  <c:v>24.9</c:v>
                </c:pt>
                <c:pt idx="28373">
                  <c:v>24.9</c:v>
                </c:pt>
                <c:pt idx="28374">
                  <c:v>24.9</c:v>
                </c:pt>
                <c:pt idx="28375">
                  <c:v>24.9</c:v>
                </c:pt>
                <c:pt idx="28376">
                  <c:v>24.9</c:v>
                </c:pt>
                <c:pt idx="28377">
                  <c:v>24.9</c:v>
                </c:pt>
                <c:pt idx="28378">
                  <c:v>24.9</c:v>
                </c:pt>
                <c:pt idx="28379">
                  <c:v>24.9</c:v>
                </c:pt>
                <c:pt idx="28380">
                  <c:v>24.9</c:v>
                </c:pt>
                <c:pt idx="28381">
                  <c:v>24.9</c:v>
                </c:pt>
                <c:pt idx="28382">
                  <c:v>24.9</c:v>
                </c:pt>
                <c:pt idx="28383">
                  <c:v>24.9</c:v>
                </c:pt>
                <c:pt idx="28384">
                  <c:v>24.9</c:v>
                </c:pt>
                <c:pt idx="28385">
                  <c:v>24.9</c:v>
                </c:pt>
                <c:pt idx="28386">
                  <c:v>24.9</c:v>
                </c:pt>
                <c:pt idx="28387">
                  <c:v>24.9</c:v>
                </c:pt>
                <c:pt idx="28388">
                  <c:v>24.9</c:v>
                </c:pt>
                <c:pt idx="28389">
                  <c:v>24.9</c:v>
                </c:pt>
                <c:pt idx="28390">
                  <c:v>24.9</c:v>
                </c:pt>
                <c:pt idx="28391">
                  <c:v>24.9</c:v>
                </c:pt>
                <c:pt idx="28392">
                  <c:v>24.9</c:v>
                </c:pt>
                <c:pt idx="28393">
                  <c:v>24.9</c:v>
                </c:pt>
                <c:pt idx="28394">
                  <c:v>24.9</c:v>
                </c:pt>
                <c:pt idx="28395">
                  <c:v>24.9</c:v>
                </c:pt>
                <c:pt idx="28396">
                  <c:v>24.9</c:v>
                </c:pt>
                <c:pt idx="28397">
                  <c:v>24.9</c:v>
                </c:pt>
                <c:pt idx="28398">
                  <c:v>24.9</c:v>
                </c:pt>
                <c:pt idx="28399">
                  <c:v>24.9</c:v>
                </c:pt>
                <c:pt idx="28400">
                  <c:v>24.9</c:v>
                </c:pt>
                <c:pt idx="28401">
                  <c:v>24.9</c:v>
                </c:pt>
                <c:pt idx="28402">
                  <c:v>24.9</c:v>
                </c:pt>
                <c:pt idx="28403">
                  <c:v>24.9</c:v>
                </c:pt>
                <c:pt idx="28404">
                  <c:v>24.9</c:v>
                </c:pt>
                <c:pt idx="28405">
                  <c:v>24.9</c:v>
                </c:pt>
                <c:pt idx="28406">
                  <c:v>24.9</c:v>
                </c:pt>
                <c:pt idx="28407">
                  <c:v>24.9</c:v>
                </c:pt>
                <c:pt idx="28408">
                  <c:v>24.9</c:v>
                </c:pt>
                <c:pt idx="28409">
                  <c:v>24.9</c:v>
                </c:pt>
                <c:pt idx="28410">
                  <c:v>24.9</c:v>
                </c:pt>
                <c:pt idx="28411">
                  <c:v>24.9</c:v>
                </c:pt>
                <c:pt idx="28412">
                  <c:v>24.9</c:v>
                </c:pt>
                <c:pt idx="28413">
                  <c:v>24.9</c:v>
                </c:pt>
                <c:pt idx="28414">
                  <c:v>24.9</c:v>
                </c:pt>
                <c:pt idx="28415">
                  <c:v>24.9</c:v>
                </c:pt>
                <c:pt idx="28416">
                  <c:v>24.9</c:v>
                </c:pt>
                <c:pt idx="28417">
                  <c:v>24.9</c:v>
                </c:pt>
                <c:pt idx="28418">
                  <c:v>24.9</c:v>
                </c:pt>
                <c:pt idx="28419">
                  <c:v>24.9</c:v>
                </c:pt>
                <c:pt idx="28420">
                  <c:v>24.9</c:v>
                </c:pt>
                <c:pt idx="28421">
                  <c:v>24.9</c:v>
                </c:pt>
                <c:pt idx="28422">
                  <c:v>24.9</c:v>
                </c:pt>
                <c:pt idx="28423">
                  <c:v>24.9</c:v>
                </c:pt>
                <c:pt idx="28424">
                  <c:v>24.9</c:v>
                </c:pt>
                <c:pt idx="28425">
                  <c:v>24.9</c:v>
                </c:pt>
                <c:pt idx="28426">
                  <c:v>24.9</c:v>
                </c:pt>
                <c:pt idx="28427">
                  <c:v>24.9</c:v>
                </c:pt>
                <c:pt idx="28428">
                  <c:v>24.9</c:v>
                </c:pt>
                <c:pt idx="28429">
                  <c:v>24.9</c:v>
                </c:pt>
                <c:pt idx="28430">
                  <c:v>24.9</c:v>
                </c:pt>
                <c:pt idx="28431">
                  <c:v>24.9</c:v>
                </c:pt>
                <c:pt idx="28432">
                  <c:v>24.9</c:v>
                </c:pt>
                <c:pt idx="28433">
                  <c:v>24.9</c:v>
                </c:pt>
                <c:pt idx="28434">
                  <c:v>24.9</c:v>
                </c:pt>
                <c:pt idx="28435">
                  <c:v>24.9</c:v>
                </c:pt>
                <c:pt idx="28436">
                  <c:v>24.9</c:v>
                </c:pt>
                <c:pt idx="28437">
                  <c:v>24.9</c:v>
                </c:pt>
                <c:pt idx="28438">
                  <c:v>24.9</c:v>
                </c:pt>
                <c:pt idx="28439">
                  <c:v>24.9</c:v>
                </c:pt>
                <c:pt idx="28440">
                  <c:v>24.9</c:v>
                </c:pt>
                <c:pt idx="28441">
                  <c:v>24.9</c:v>
                </c:pt>
                <c:pt idx="28442">
                  <c:v>24.9</c:v>
                </c:pt>
                <c:pt idx="28443">
                  <c:v>24.9</c:v>
                </c:pt>
                <c:pt idx="28444">
                  <c:v>24.9</c:v>
                </c:pt>
                <c:pt idx="28445">
                  <c:v>24.9</c:v>
                </c:pt>
                <c:pt idx="28446">
                  <c:v>24.9</c:v>
                </c:pt>
                <c:pt idx="28447">
                  <c:v>24.9</c:v>
                </c:pt>
                <c:pt idx="28448">
                  <c:v>24.9</c:v>
                </c:pt>
                <c:pt idx="28449">
                  <c:v>24.9</c:v>
                </c:pt>
                <c:pt idx="28450">
                  <c:v>24.9</c:v>
                </c:pt>
                <c:pt idx="28451">
                  <c:v>24.9</c:v>
                </c:pt>
                <c:pt idx="28452">
                  <c:v>24.9</c:v>
                </c:pt>
                <c:pt idx="28453">
                  <c:v>24.9</c:v>
                </c:pt>
                <c:pt idx="28454">
                  <c:v>24.9</c:v>
                </c:pt>
                <c:pt idx="28455">
                  <c:v>24.9</c:v>
                </c:pt>
                <c:pt idx="28456">
                  <c:v>24.9</c:v>
                </c:pt>
                <c:pt idx="28457">
                  <c:v>24.9</c:v>
                </c:pt>
                <c:pt idx="28458">
                  <c:v>24.9</c:v>
                </c:pt>
                <c:pt idx="28459">
                  <c:v>24.9</c:v>
                </c:pt>
                <c:pt idx="28460">
                  <c:v>24.9</c:v>
                </c:pt>
                <c:pt idx="28461">
                  <c:v>24.9</c:v>
                </c:pt>
                <c:pt idx="28462">
                  <c:v>24.9</c:v>
                </c:pt>
                <c:pt idx="28463">
                  <c:v>24.9</c:v>
                </c:pt>
                <c:pt idx="28464">
                  <c:v>24.9</c:v>
                </c:pt>
                <c:pt idx="28465">
                  <c:v>24.9</c:v>
                </c:pt>
                <c:pt idx="28466">
                  <c:v>24.9</c:v>
                </c:pt>
                <c:pt idx="28467">
                  <c:v>24.9</c:v>
                </c:pt>
                <c:pt idx="28468">
                  <c:v>24.9</c:v>
                </c:pt>
                <c:pt idx="28469">
                  <c:v>24.9</c:v>
                </c:pt>
                <c:pt idx="28470">
                  <c:v>24.9</c:v>
                </c:pt>
                <c:pt idx="28471">
                  <c:v>24.9</c:v>
                </c:pt>
                <c:pt idx="28472">
                  <c:v>24.9</c:v>
                </c:pt>
                <c:pt idx="28473">
                  <c:v>24.9</c:v>
                </c:pt>
                <c:pt idx="28474">
                  <c:v>24.9</c:v>
                </c:pt>
                <c:pt idx="28475">
                  <c:v>24.9</c:v>
                </c:pt>
                <c:pt idx="28476">
                  <c:v>24.9</c:v>
                </c:pt>
                <c:pt idx="28477">
                  <c:v>24.9</c:v>
                </c:pt>
                <c:pt idx="28478">
                  <c:v>24.9</c:v>
                </c:pt>
                <c:pt idx="28479">
                  <c:v>24.9</c:v>
                </c:pt>
                <c:pt idx="28480">
                  <c:v>24.9</c:v>
                </c:pt>
                <c:pt idx="28481">
                  <c:v>24.9</c:v>
                </c:pt>
                <c:pt idx="28482">
                  <c:v>24.9</c:v>
                </c:pt>
                <c:pt idx="28483">
                  <c:v>24.9</c:v>
                </c:pt>
                <c:pt idx="28484">
                  <c:v>24.9</c:v>
                </c:pt>
                <c:pt idx="28485">
                  <c:v>24.9</c:v>
                </c:pt>
                <c:pt idx="28486">
                  <c:v>24.9</c:v>
                </c:pt>
                <c:pt idx="28487">
                  <c:v>24.9</c:v>
                </c:pt>
                <c:pt idx="28488">
                  <c:v>24.9</c:v>
                </c:pt>
                <c:pt idx="28489">
                  <c:v>24.9</c:v>
                </c:pt>
                <c:pt idx="28490">
                  <c:v>24.9</c:v>
                </c:pt>
                <c:pt idx="28491">
                  <c:v>24.9</c:v>
                </c:pt>
                <c:pt idx="28492">
                  <c:v>24.9</c:v>
                </c:pt>
                <c:pt idx="28493">
                  <c:v>24.9</c:v>
                </c:pt>
                <c:pt idx="28494">
                  <c:v>24.9</c:v>
                </c:pt>
                <c:pt idx="28495">
                  <c:v>24.9</c:v>
                </c:pt>
                <c:pt idx="28496">
                  <c:v>24.9</c:v>
                </c:pt>
                <c:pt idx="28497">
                  <c:v>24.9</c:v>
                </c:pt>
                <c:pt idx="28498">
                  <c:v>24.9</c:v>
                </c:pt>
                <c:pt idx="28499">
                  <c:v>24.9</c:v>
                </c:pt>
                <c:pt idx="28500">
                  <c:v>24.9</c:v>
                </c:pt>
                <c:pt idx="28501">
                  <c:v>24.9</c:v>
                </c:pt>
                <c:pt idx="28502">
                  <c:v>24.9</c:v>
                </c:pt>
                <c:pt idx="28503">
                  <c:v>24.9</c:v>
                </c:pt>
                <c:pt idx="28504">
                  <c:v>24.9</c:v>
                </c:pt>
                <c:pt idx="28505">
                  <c:v>24.9</c:v>
                </c:pt>
                <c:pt idx="28506">
                  <c:v>24.9</c:v>
                </c:pt>
                <c:pt idx="28507">
                  <c:v>24.9</c:v>
                </c:pt>
                <c:pt idx="28508">
                  <c:v>24.9</c:v>
                </c:pt>
                <c:pt idx="28509">
                  <c:v>24.9</c:v>
                </c:pt>
                <c:pt idx="28510">
                  <c:v>24.9</c:v>
                </c:pt>
                <c:pt idx="28511">
                  <c:v>24.9</c:v>
                </c:pt>
                <c:pt idx="28512">
                  <c:v>24.9</c:v>
                </c:pt>
                <c:pt idx="28513">
                  <c:v>24.9</c:v>
                </c:pt>
                <c:pt idx="28514">
                  <c:v>24.9</c:v>
                </c:pt>
                <c:pt idx="28515">
                  <c:v>24.9</c:v>
                </c:pt>
                <c:pt idx="28516">
                  <c:v>24.9</c:v>
                </c:pt>
                <c:pt idx="28517">
                  <c:v>24.9</c:v>
                </c:pt>
                <c:pt idx="28518">
                  <c:v>24.9</c:v>
                </c:pt>
                <c:pt idx="28519">
                  <c:v>24.9</c:v>
                </c:pt>
                <c:pt idx="28520">
                  <c:v>24.9</c:v>
                </c:pt>
                <c:pt idx="28521">
                  <c:v>24.9</c:v>
                </c:pt>
                <c:pt idx="28522">
                  <c:v>24.9</c:v>
                </c:pt>
                <c:pt idx="28523">
                  <c:v>24.9</c:v>
                </c:pt>
                <c:pt idx="28524">
                  <c:v>24.9</c:v>
                </c:pt>
                <c:pt idx="28525">
                  <c:v>24.9</c:v>
                </c:pt>
                <c:pt idx="28526">
                  <c:v>24.9</c:v>
                </c:pt>
                <c:pt idx="28527">
                  <c:v>24.9</c:v>
                </c:pt>
                <c:pt idx="28528">
                  <c:v>24.9</c:v>
                </c:pt>
                <c:pt idx="28529">
                  <c:v>24.9</c:v>
                </c:pt>
                <c:pt idx="28530">
                  <c:v>24.9</c:v>
                </c:pt>
                <c:pt idx="28531">
                  <c:v>24.9</c:v>
                </c:pt>
                <c:pt idx="28532">
                  <c:v>24.9</c:v>
                </c:pt>
                <c:pt idx="28533">
                  <c:v>24.9</c:v>
                </c:pt>
                <c:pt idx="28534">
                  <c:v>24.9</c:v>
                </c:pt>
                <c:pt idx="28535">
                  <c:v>24.9</c:v>
                </c:pt>
                <c:pt idx="28536">
                  <c:v>24.9</c:v>
                </c:pt>
                <c:pt idx="28537">
                  <c:v>24.9</c:v>
                </c:pt>
                <c:pt idx="28538">
                  <c:v>24.9</c:v>
                </c:pt>
                <c:pt idx="28539">
                  <c:v>24.9</c:v>
                </c:pt>
                <c:pt idx="28540">
                  <c:v>24.9</c:v>
                </c:pt>
                <c:pt idx="28541">
                  <c:v>24.9</c:v>
                </c:pt>
                <c:pt idx="28542">
                  <c:v>24.9</c:v>
                </c:pt>
                <c:pt idx="28543">
                  <c:v>24.9</c:v>
                </c:pt>
                <c:pt idx="28544">
                  <c:v>24.9</c:v>
                </c:pt>
                <c:pt idx="28545">
                  <c:v>24.9</c:v>
                </c:pt>
                <c:pt idx="28546">
                  <c:v>24.9</c:v>
                </c:pt>
                <c:pt idx="28547">
                  <c:v>24.9</c:v>
                </c:pt>
                <c:pt idx="28548">
                  <c:v>24.9</c:v>
                </c:pt>
                <c:pt idx="28549">
                  <c:v>24.9</c:v>
                </c:pt>
                <c:pt idx="28550">
                  <c:v>24.9</c:v>
                </c:pt>
                <c:pt idx="28551">
                  <c:v>24.9</c:v>
                </c:pt>
                <c:pt idx="28552">
                  <c:v>24.9</c:v>
                </c:pt>
                <c:pt idx="28553">
                  <c:v>24.9</c:v>
                </c:pt>
                <c:pt idx="28554">
                  <c:v>24.9</c:v>
                </c:pt>
                <c:pt idx="28555">
                  <c:v>24.9</c:v>
                </c:pt>
                <c:pt idx="28556">
                  <c:v>24.9</c:v>
                </c:pt>
                <c:pt idx="28557">
                  <c:v>24.9</c:v>
                </c:pt>
                <c:pt idx="28558">
                  <c:v>24.9</c:v>
                </c:pt>
                <c:pt idx="28559">
                  <c:v>24.9</c:v>
                </c:pt>
                <c:pt idx="28560">
                  <c:v>24.9</c:v>
                </c:pt>
                <c:pt idx="28561">
                  <c:v>24.9</c:v>
                </c:pt>
                <c:pt idx="28562">
                  <c:v>24.9</c:v>
                </c:pt>
                <c:pt idx="28563">
                  <c:v>24.9</c:v>
                </c:pt>
                <c:pt idx="28564">
                  <c:v>24.9</c:v>
                </c:pt>
                <c:pt idx="28565">
                  <c:v>24.9</c:v>
                </c:pt>
                <c:pt idx="28566">
                  <c:v>24.9</c:v>
                </c:pt>
                <c:pt idx="28567">
                  <c:v>24.9</c:v>
                </c:pt>
                <c:pt idx="28568">
                  <c:v>24.9</c:v>
                </c:pt>
                <c:pt idx="28569">
                  <c:v>24.9</c:v>
                </c:pt>
                <c:pt idx="28570">
                  <c:v>24.9</c:v>
                </c:pt>
                <c:pt idx="28571">
                  <c:v>24.9</c:v>
                </c:pt>
                <c:pt idx="28572">
                  <c:v>24.9</c:v>
                </c:pt>
                <c:pt idx="28573">
                  <c:v>24.9</c:v>
                </c:pt>
                <c:pt idx="28574">
                  <c:v>24.9</c:v>
                </c:pt>
                <c:pt idx="28575">
                  <c:v>24.9</c:v>
                </c:pt>
                <c:pt idx="28576">
                  <c:v>24.9</c:v>
                </c:pt>
                <c:pt idx="28577">
                  <c:v>24.9</c:v>
                </c:pt>
                <c:pt idx="28578">
                  <c:v>24.9</c:v>
                </c:pt>
                <c:pt idx="28579">
                  <c:v>24.9</c:v>
                </c:pt>
                <c:pt idx="28580">
                  <c:v>24.9</c:v>
                </c:pt>
                <c:pt idx="28581">
                  <c:v>24.9</c:v>
                </c:pt>
                <c:pt idx="28582">
                  <c:v>24.9</c:v>
                </c:pt>
                <c:pt idx="28583">
                  <c:v>24.9</c:v>
                </c:pt>
                <c:pt idx="28584">
                  <c:v>24.9</c:v>
                </c:pt>
                <c:pt idx="28585">
                  <c:v>24.9</c:v>
                </c:pt>
                <c:pt idx="28586">
                  <c:v>24.9</c:v>
                </c:pt>
                <c:pt idx="28587">
                  <c:v>24.9</c:v>
                </c:pt>
                <c:pt idx="28588">
                  <c:v>24.9</c:v>
                </c:pt>
                <c:pt idx="28589">
                  <c:v>24.9</c:v>
                </c:pt>
                <c:pt idx="28590">
                  <c:v>24.9</c:v>
                </c:pt>
                <c:pt idx="28591">
                  <c:v>24.9</c:v>
                </c:pt>
                <c:pt idx="28592">
                  <c:v>24.9</c:v>
                </c:pt>
                <c:pt idx="28593">
                  <c:v>24.9</c:v>
                </c:pt>
                <c:pt idx="28594">
                  <c:v>24.9</c:v>
                </c:pt>
                <c:pt idx="28595">
                  <c:v>24.9</c:v>
                </c:pt>
                <c:pt idx="28596">
                  <c:v>24.9</c:v>
                </c:pt>
                <c:pt idx="28597">
                  <c:v>24.9</c:v>
                </c:pt>
                <c:pt idx="28598">
                  <c:v>24.9</c:v>
                </c:pt>
                <c:pt idx="28599">
                  <c:v>24.9</c:v>
                </c:pt>
                <c:pt idx="28600">
                  <c:v>24.9</c:v>
                </c:pt>
                <c:pt idx="28601">
                  <c:v>24.9</c:v>
                </c:pt>
                <c:pt idx="28602">
                  <c:v>24.9</c:v>
                </c:pt>
                <c:pt idx="28603">
                  <c:v>24.9</c:v>
                </c:pt>
                <c:pt idx="28604">
                  <c:v>24.9</c:v>
                </c:pt>
                <c:pt idx="28605">
                  <c:v>24.9</c:v>
                </c:pt>
                <c:pt idx="28606">
                  <c:v>24.9</c:v>
                </c:pt>
                <c:pt idx="28607">
                  <c:v>24.9</c:v>
                </c:pt>
                <c:pt idx="28608">
                  <c:v>24.9</c:v>
                </c:pt>
                <c:pt idx="28609">
                  <c:v>24.9</c:v>
                </c:pt>
                <c:pt idx="28610">
                  <c:v>24.9</c:v>
                </c:pt>
                <c:pt idx="28611">
                  <c:v>24.9</c:v>
                </c:pt>
                <c:pt idx="28612">
                  <c:v>24.9</c:v>
                </c:pt>
                <c:pt idx="28613">
                  <c:v>24.9</c:v>
                </c:pt>
                <c:pt idx="28614">
                  <c:v>24.9</c:v>
                </c:pt>
                <c:pt idx="28615">
                  <c:v>24.9</c:v>
                </c:pt>
                <c:pt idx="28616">
                  <c:v>24.9</c:v>
                </c:pt>
                <c:pt idx="28617">
                  <c:v>24.9</c:v>
                </c:pt>
                <c:pt idx="28618">
                  <c:v>24.9</c:v>
                </c:pt>
                <c:pt idx="28619">
                  <c:v>24.9</c:v>
                </c:pt>
                <c:pt idx="28620">
                  <c:v>24.9</c:v>
                </c:pt>
                <c:pt idx="28621">
                  <c:v>24.9</c:v>
                </c:pt>
                <c:pt idx="28622">
                  <c:v>24.9</c:v>
                </c:pt>
                <c:pt idx="28623">
                  <c:v>24.9</c:v>
                </c:pt>
                <c:pt idx="28624">
                  <c:v>24.9</c:v>
                </c:pt>
                <c:pt idx="28625">
                  <c:v>24.9</c:v>
                </c:pt>
                <c:pt idx="28626">
                  <c:v>24.9</c:v>
                </c:pt>
                <c:pt idx="28627">
                  <c:v>24.9</c:v>
                </c:pt>
                <c:pt idx="28628">
                  <c:v>24.9</c:v>
                </c:pt>
                <c:pt idx="28629">
                  <c:v>24.9</c:v>
                </c:pt>
                <c:pt idx="28630">
                  <c:v>24.9</c:v>
                </c:pt>
                <c:pt idx="28631">
                  <c:v>24.9</c:v>
                </c:pt>
                <c:pt idx="28632">
                  <c:v>24.9</c:v>
                </c:pt>
                <c:pt idx="28633">
                  <c:v>24.9</c:v>
                </c:pt>
                <c:pt idx="28634">
                  <c:v>24.9</c:v>
                </c:pt>
                <c:pt idx="28635">
                  <c:v>24.9</c:v>
                </c:pt>
                <c:pt idx="28636">
                  <c:v>24.9</c:v>
                </c:pt>
                <c:pt idx="28637">
                  <c:v>24.9</c:v>
                </c:pt>
                <c:pt idx="28638">
                  <c:v>24.9</c:v>
                </c:pt>
                <c:pt idx="28639">
                  <c:v>24.9</c:v>
                </c:pt>
                <c:pt idx="28640">
                  <c:v>24.9</c:v>
                </c:pt>
                <c:pt idx="28641">
                  <c:v>24.9</c:v>
                </c:pt>
                <c:pt idx="28642">
                  <c:v>24.9</c:v>
                </c:pt>
                <c:pt idx="28643">
                  <c:v>24.9</c:v>
                </c:pt>
                <c:pt idx="28644">
                  <c:v>24.9</c:v>
                </c:pt>
                <c:pt idx="28645">
                  <c:v>24.9</c:v>
                </c:pt>
                <c:pt idx="28646">
                  <c:v>24.9</c:v>
                </c:pt>
                <c:pt idx="28647">
                  <c:v>24.9</c:v>
                </c:pt>
                <c:pt idx="28648">
                  <c:v>24.9</c:v>
                </c:pt>
                <c:pt idx="28649">
                  <c:v>24.9</c:v>
                </c:pt>
                <c:pt idx="28650">
                  <c:v>24.9</c:v>
                </c:pt>
                <c:pt idx="28651">
                  <c:v>24.9</c:v>
                </c:pt>
                <c:pt idx="28652">
                  <c:v>24.9</c:v>
                </c:pt>
                <c:pt idx="28653">
                  <c:v>24.9</c:v>
                </c:pt>
                <c:pt idx="28654">
                  <c:v>24.9</c:v>
                </c:pt>
                <c:pt idx="28655">
                  <c:v>24.9</c:v>
                </c:pt>
                <c:pt idx="28656">
                  <c:v>24.9</c:v>
                </c:pt>
                <c:pt idx="28657">
                  <c:v>24.9</c:v>
                </c:pt>
                <c:pt idx="28658">
                  <c:v>24.9</c:v>
                </c:pt>
                <c:pt idx="28659">
                  <c:v>24.9</c:v>
                </c:pt>
                <c:pt idx="28660">
                  <c:v>24.9</c:v>
                </c:pt>
                <c:pt idx="28661">
                  <c:v>24.9</c:v>
                </c:pt>
                <c:pt idx="28662">
                  <c:v>24.9</c:v>
                </c:pt>
                <c:pt idx="28663">
                  <c:v>24.9</c:v>
                </c:pt>
                <c:pt idx="28664">
                  <c:v>24.9</c:v>
                </c:pt>
                <c:pt idx="28665">
                  <c:v>24.9</c:v>
                </c:pt>
                <c:pt idx="28666">
                  <c:v>24.85</c:v>
                </c:pt>
                <c:pt idx="28667">
                  <c:v>24.85</c:v>
                </c:pt>
                <c:pt idx="28668">
                  <c:v>24.9</c:v>
                </c:pt>
                <c:pt idx="28669">
                  <c:v>24.9</c:v>
                </c:pt>
                <c:pt idx="28670">
                  <c:v>24.9</c:v>
                </c:pt>
                <c:pt idx="28671">
                  <c:v>24.85</c:v>
                </c:pt>
                <c:pt idx="28672">
                  <c:v>24.85</c:v>
                </c:pt>
                <c:pt idx="28673">
                  <c:v>24.9</c:v>
                </c:pt>
                <c:pt idx="28674">
                  <c:v>24.9</c:v>
                </c:pt>
                <c:pt idx="28675">
                  <c:v>24.9</c:v>
                </c:pt>
                <c:pt idx="28676">
                  <c:v>24.9</c:v>
                </c:pt>
                <c:pt idx="28677">
                  <c:v>24.85</c:v>
                </c:pt>
                <c:pt idx="28678">
                  <c:v>24.9</c:v>
                </c:pt>
                <c:pt idx="28679">
                  <c:v>24.9</c:v>
                </c:pt>
                <c:pt idx="28680">
                  <c:v>24.9</c:v>
                </c:pt>
                <c:pt idx="28681">
                  <c:v>24.9</c:v>
                </c:pt>
                <c:pt idx="28682">
                  <c:v>24.9</c:v>
                </c:pt>
                <c:pt idx="28683">
                  <c:v>24.85</c:v>
                </c:pt>
                <c:pt idx="28684">
                  <c:v>24.85</c:v>
                </c:pt>
                <c:pt idx="28685">
                  <c:v>24.85</c:v>
                </c:pt>
                <c:pt idx="28686">
                  <c:v>24.85</c:v>
                </c:pt>
                <c:pt idx="28687">
                  <c:v>24.85</c:v>
                </c:pt>
                <c:pt idx="28688">
                  <c:v>24.85</c:v>
                </c:pt>
                <c:pt idx="28689">
                  <c:v>24.85</c:v>
                </c:pt>
                <c:pt idx="28690">
                  <c:v>24.85</c:v>
                </c:pt>
                <c:pt idx="28691">
                  <c:v>24.85</c:v>
                </c:pt>
                <c:pt idx="28692">
                  <c:v>24.85</c:v>
                </c:pt>
                <c:pt idx="28693">
                  <c:v>24.85</c:v>
                </c:pt>
                <c:pt idx="28694">
                  <c:v>24.85</c:v>
                </c:pt>
                <c:pt idx="28695">
                  <c:v>24.9</c:v>
                </c:pt>
                <c:pt idx="28696">
                  <c:v>24.9</c:v>
                </c:pt>
                <c:pt idx="28697">
                  <c:v>24.9</c:v>
                </c:pt>
                <c:pt idx="28698">
                  <c:v>24.9</c:v>
                </c:pt>
                <c:pt idx="28699">
                  <c:v>24.9</c:v>
                </c:pt>
                <c:pt idx="28700">
                  <c:v>24.9</c:v>
                </c:pt>
                <c:pt idx="28701">
                  <c:v>24.9</c:v>
                </c:pt>
                <c:pt idx="28702">
                  <c:v>24.9</c:v>
                </c:pt>
                <c:pt idx="28703">
                  <c:v>24.9</c:v>
                </c:pt>
                <c:pt idx="28704">
                  <c:v>24.85</c:v>
                </c:pt>
                <c:pt idx="28705">
                  <c:v>24.9</c:v>
                </c:pt>
                <c:pt idx="28706">
                  <c:v>24.9</c:v>
                </c:pt>
                <c:pt idx="28707">
                  <c:v>24.85</c:v>
                </c:pt>
                <c:pt idx="28708">
                  <c:v>24.85</c:v>
                </c:pt>
                <c:pt idx="28709">
                  <c:v>24.85</c:v>
                </c:pt>
                <c:pt idx="28710">
                  <c:v>24.9</c:v>
                </c:pt>
                <c:pt idx="28711">
                  <c:v>24.85</c:v>
                </c:pt>
                <c:pt idx="28712">
                  <c:v>24.85</c:v>
                </c:pt>
                <c:pt idx="28713">
                  <c:v>24.9</c:v>
                </c:pt>
                <c:pt idx="28714">
                  <c:v>24.85</c:v>
                </c:pt>
                <c:pt idx="28715">
                  <c:v>24.85</c:v>
                </c:pt>
                <c:pt idx="28716">
                  <c:v>24.85</c:v>
                </c:pt>
                <c:pt idx="28717">
                  <c:v>24.85</c:v>
                </c:pt>
                <c:pt idx="28718">
                  <c:v>24.85</c:v>
                </c:pt>
                <c:pt idx="28719">
                  <c:v>24.85</c:v>
                </c:pt>
                <c:pt idx="28720">
                  <c:v>24.85</c:v>
                </c:pt>
                <c:pt idx="28721">
                  <c:v>24.85</c:v>
                </c:pt>
                <c:pt idx="28722">
                  <c:v>24.85</c:v>
                </c:pt>
                <c:pt idx="28723">
                  <c:v>24.85</c:v>
                </c:pt>
                <c:pt idx="28724">
                  <c:v>24.85</c:v>
                </c:pt>
                <c:pt idx="28725">
                  <c:v>24.85</c:v>
                </c:pt>
                <c:pt idx="28726">
                  <c:v>24.85</c:v>
                </c:pt>
                <c:pt idx="28727">
                  <c:v>24.85</c:v>
                </c:pt>
                <c:pt idx="28728">
                  <c:v>24.85</c:v>
                </c:pt>
                <c:pt idx="28729">
                  <c:v>24.85</c:v>
                </c:pt>
                <c:pt idx="28730">
                  <c:v>24.85</c:v>
                </c:pt>
                <c:pt idx="28731">
                  <c:v>24.85</c:v>
                </c:pt>
                <c:pt idx="28732">
                  <c:v>24.85</c:v>
                </c:pt>
                <c:pt idx="28733">
                  <c:v>24.85</c:v>
                </c:pt>
                <c:pt idx="28734">
                  <c:v>24.85</c:v>
                </c:pt>
                <c:pt idx="28735">
                  <c:v>24.85</c:v>
                </c:pt>
                <c:pt idx="28736">
                  <c:v>24.85</c:v>
                </c:pt>
                <c:pt idx="28737">
                  <c:v>24.85</c:v>
                </c:pt>
                <c:pt idx="28738">
                  <c:v>24.85</c:v>
                </c:pt>
                <c:pt idx="28739">
                  <c:v>24.85</c:v>
                </c:pt>
                <c:pt idx="28740">
                  <c:v>24.85</c:v>
                </c:pt>
                <c:pt idx="28741">
                  <c:v>24.85</c:v>
                </c:pt>
                <c:pt idx="28742">
                  <c:v>24.85</c:v>
                </c:pt>
                <c:pt idx="28743">
                  <c:v>24.85</c:v>
                </c:pt>
                <c:pt idx="28744">
                  <c:v>24.85</c:v>
                </c:pt>
                <c:pt idx="28745">
                  <c:v>24.85</c:v>
                </c:pt>
                <c:pt idx="28746">
                  <c:v>24.85</c:v>
                </c:pt>
                <c:pt idx="28747">
                  <c:v>24.85</c:v>
                </c:pt>
                <c:pt idx="28748">
                  <c:v>24.85</c:v>
                </c:pt>
                <c:pt idx="28749">
                  <c:v>24.9</c:v>
                </c:pt>
                <c:pt idx="28750">
                  <c:v>24.85</c:v>
                </c:pt>
                <c:pt idx="28751">
                  <c:v>24.85</c:v>
                </c:pt>
                <c:pt idx="28752">
                  <c:v>24.85</c:v>
                </c:pt>
                <c:pt idx="28753">
                  <c:v>24.85</c:v>
                </c:pt>
                <c:pt idx="28754">
                  <c:v>24.85</c:v>
                </c:pt>
                <c:pt idx="28755">
                  <c:v>24.85</c:v>
                </c:pt>
                <c:pt idx="28756">
                  <c:v>24.85</c:v>
                </c:pt>
                <c:pt idx="28757">
                  <c:v>24.85</c:v>
                </c:pt>
                <c:pt idx="28758">
                  <c:v>24.85</c:v>
                </c:pt>
                <c:pt idx="28759">
                  <c:v>24.85</c:v>
                </c:pt>
                <c:pt idx="28760">
                  <c:v>24.85</c:v>
                </c:pt>
                <c:pt idx="28761">
                  <c:v>24.85</c:v>
                </c:pt>
                <c:pt idx="28762">
                  <c:v>24.9</c:v>
                </c:pt>
                <c:pt idx="28763">
                  <c:v>24.85</c:v>
                </c:pt>
                <c:pt idx="28764">
                  <c:v>24.85</c:v>
                </c:pt>
                <c:pt idx="28765">
                  <c:v>24.85</c:v>
                </c:pt>
                <c:pt idx="28766">
                  <c:v>24.85</c:v>
                </c:pt>
                <c:pt idx="28767">
                  <c:v>24.85</c:v>
                </c:pt>
                <c:pt idx="28768">
                  <c:v>24.85</c:v>
                </c:pt>
                <c:pt idx="28769">
                  <c:v>24.85</c:v>
                </c:pt>
                <c:pt idx="28770">
                  <c:v>24.85</c:v>
                </c:pt>
                <c:pt idx="28771">
                  <c:v>24.85</c:v>
                </c:pt>
                <c:pt idx="28772">
                  <c:v>24.85</c:v>
                </c:pt>
                <c:pt idx="28773">
                  <c:v>24.85</c:v>
                </c:pt>
                <c:pt idx="28774">
                  <c:v>24.85</c:v>
                </c:pt>
                <c:pt idx="28775">
                  <c:v>24.85</c:v>
                </c:pt>
                <c:pt idx="28776">
                  <c:v>24.85</c:v>
                </c:pt>
                <c:pt idx="28777">
                  <c:v>24.85</c:v>
                </c:pt>
                <c:pt idx="28778">
                  <c:v>24.85</c:v>
                </c:pt>
                <c:pt idx="28779">
                  <c:v>24.85</c:v>
                </c:pt>
                <c:pt idx="28780">
                  <c:v>24.85</c:v>
                </c:pt>
                <c:pt idx="28781">
                  <c:v>24.85</c:v>
                </c:pt>
                <c:pt idx="28782">
                  <c:v>24.85</c:v>
                </c:pt>
                <c:pt idx="28783">
                  <c:v>24.85</c:v>
                </c:pt>
                <c:pt idx="28784">
                  <c:v>24.85</c:v>
                </c:pt>
                <c:pt idx="28785">
                  <c:v>24.85</c:v>
                </c:pt>
                <c:pt idx="28786">
                  <c:v>24.85</c:v>
                </c:pt>
                <c:pt idx="28787">
                  <c:v>24.85</c:v>
                </c:pt>
                <c:pt idx="28788">
                  <c:v>24.85</c:v>
                </c:pt>
                <c:pt idx="28789">
                  <c:v>24.85</c:v>
                </c:pt>
                <c:pt idx="28790">
                  <c:v>24.85</c:v>
                </c:pt>
                <c:pt idx="28791">
                  <c:v>24.9</c:v>
                </c:pt>
                <c:pt idx="28792">
                  <c:v>24.85</c:v>
                </c:pt>
                <c:pt idx="28793">
                  <c:v>24.85</c:v>
                </c:pt>
                <c:pt idx="28794">
                  <c:v>24.85</c:v>
                </c:pt>
                <c:pt idx="28795">
                  <c:v>24.85</c:v>
                </c:pt>
                <c:pt idx="28796">
                  <c:v>24.85</c:v>
                </c:pt>
                <c:pt idx="28797">
                  <c:v>24.85</c:v>
                </c:pt>
                <c:pt idx="28798">
                  <c:v>24.85</c:v>
                </c:pt>
                <c:pt idx="28799">
                  <c:v>24.85</c:v>
                </c:pt>
                <c:pt idx="28800">
                  <c:v>24.85</c:v>
                </c:pt>
                <c:pt idx="28801">
                  <c:v>24.85</c:v>
                </c:pt>
                <c:pt idx="28802">
                  <c:v>24.85</c:v>
                </c:pt>
                <c:pt idx="28803">
                  <c:v>24.85</c:v>
                </c:pt>
                <c:pt idx="28804">
                  <c:v>24.85</c:v>
                </c:pt>
                <c:pt idx="28805">
                  <c:v>24.85</c:v>
                </c:pt>
                <c:pt idx="28806">
                  <c:v>24.85</c:v>
                </c:pt>
                <c:pt idx="28807">
                  <c:v>24.85</c:v>
                </c:pt>
                <c:pt idx="28808">
                  <c:v>24.85</c:v>
                </c:pt>
                <c:pt idx="28809">
                  <c:v>24.85</c:v>
                </c:pt>
                <c:pt idx="28810">
                  <c:v>24.85</c:v>
                </c:pt>
                <c:pt idx="28811">
                  <c:v>24.85</c:v>
                </c:pt>
                <c:pt idx="28812">
                  <c:v>24.85</c:v>
                </c:pt>
                <c:pt idx="28813">
                  <c:v>24.85</c:v>
                </c:pt>
                <c:pt idx="28814">
                  <c:v>24.85</c:v>
                </c:pt>
                <c:pt idx="28815">
                  <c:v>24.85</c:v>
                </c:pt>
                <c:pt idx="28816">
                  <c:v>24.85</c:v>
                </c:pt>
                <c:pt idx="28817">
                  <c:v>24.85</c:v>
                </c:pt>
                <c:pt idx="28818">
                  <c:v>24.85</c:v>
                </c:pt>
                <c:pt idx="28819">
                  <c:v>24.85</c:v>
                </c:pt>
                <c:pt idx="28820">
                  <c:v>24.85</c:v>
                </c:pt>
                <c:pt idx="28821">
                  <c:v>24.85</c:v>
                </c:pt>
                <c:pt idx="28822">
                  <c:v>24.85</c:v>
                </c:pt>
                <c:pt idx="28823">
                  <c:v>24.85</c:v>
                </c:pt>
                <c:pt idx="28824">
                  <c:v>24.85</c:v>
                </c:pt>
                <c:pt idx="28825">
                  <c:v>24.85</c:v>
                </c:pt>
                <c:pt idx="28826">
                  <c:v>24.85</c:v>
                </c:pt>
                <c:pt idx="28827">
                  <c:v>24.85</c:v>
                </c:pt>
                <c:pt idx="28828">
                  <c:v>24.9</c:v>
                </c:pt>
                <c:pt idx="28829">
                  <c:v>24.85</c:v>
                </c:pt>
                <c:pt idx="28830">
                  <c:v>24.85</c:v>
                </c:pt>
                <c:pt idx="28831">
                  <c:v>24.85</c:v>
                </c:pt>
                <c:pt idx="28832">
                  <c:v>24.85</c:v>
                </c:pt>
                <c:pt idx="28833">
                  <c:v>24.85</c:v>
                </c:pt>
                <c:pt idx="28834">
                  <c:v>24.85</c:v>
                </c:pt>
                <c:pt idx="28835">
                  <c:v>24.85</c:v>
                </c:pt>
                <c:pt idx="28836">
                  <c:v>24.85</c:v>
                </c:pt>
                <c:pt idx="28837">
                  <c:v>24.85</c:v>
                </c:pt>
                <c:pt idx="28838">
                  <c:v>24.85</c:v>
                </c:pt>
                <c:pt idx="28839">
                  <c:v>24.85</c:v>
                </c:pt>
                <c:pt idx="28840">
                  <c:v>24.85</c:v>
                </c:pt>
                <c:pt idx="28841">
                  <c:v>24.85</c:v>
                </c:pt>
                <c:pt idx="28842">
                  <c:v>24.85</c:v>
                </c:pt>
                <c:pt idx="28843">
                  <c:v>24.85</c:v>
                </c:pt>
                <c:pt idx="28844">
                  <c:v>24.85</c:v>
                </c:pt>
                <c:pt idx="28845">
                  <c:v>24.85</c:v>
                </c:pt>
                <c:pt idx="28846">
                  <c:v>24.85</c:v>
                </c:pt>
                <c:pt idx="28847">
                  <c:v>24.85</c:v>
                </c:pt>
                <c:pt idx="28848">
                  <c:v>24.85</c:v>
                </c:pt>
                <c:pt idx="28849">
                  <c:v>24.85</c:v>
                </c:pt>
                <c:pt idx="28850">
                  <c:v>24.85</c:v>
                </c:pt>
                <c:pt idx="28851">
                  <c:v>24.85</c:v>
                </c:pt>
                <c:pt idx="28852">
                  <c:v>24.85</c:v>
                </c:pt>
                <c:pt idx="28853">
                  <c:v>24.85</c:v>
                </c:pt>
                <c:pt idx="28854">
                  <c:v>24.85</c:v>
                </c:pt>
                <c:pt idx="28855">
                  <c:v>24.85</c:v>
                </c:pt>
                <c:pt idx="28856">
                  <c:v>24.85</c:v>
                </c:pt>
                <c:pt idx="28857">
                  <c:v>24.85</c:v>
                </c:pt>
                <c:pt idx="28858">
                  <c:v>24.85</c:v>
                </c:pt>
                <c:pt idx="28859">
                  <c:v>24.85</c:v>
                </c:pt>
                <c:pt idx="28860">
                  <c:v>24.85</c:v>
                </c:pt>
                <c:pt idx="28861">
                  <c:v>24.85</c:v>
                </c:pt>
                <c:pt idx="28862">
                  <c:v>24.85</c:v>
                </c:pt>
                <c:pt idx="28863">
                  <c:v>24.85</c:v>
                </c:pt>
                <c:pt idx="28864">
                  <c:v>24.85</c:v>
                </c:pt>
                <c:pt idx="28865">
                  <c:v>24.85</c:v>
                </c:pt>
                <c:pt idx="28866">
                  <c:v>24.85</c:v>
                </c:pt>
                <c:pt idx="28867">
                  <c:v>24.85</c:v>
                </c:pt>
                <c:pt idx="28868">
                  <c:v>24.85</c:v>
                </c:pt>
                <c:pt idx="28869">
                  <c:v>24.85</c:v>
                </c:pt>
                <c:pt idx="28870">
                  <c:v>24.85</c:v>
                </c:pt>
                <c:pt idx="28871">
                  <c:v>24.85</c:v>
                </c:pt>
                <c:pt idx="28872">
                  <c:v>24.85</c:v>
                </c:pt>
                <c:pt idx="28873">
                  <c:v>24.85</c:v>
                </c:pt>
                <c:pt idx="28874">
                  <c:v>24.85</c:v>
                </c:pt>
                <c:pt idx="28875">
                  <c:v>24.85</c:v>
                </c:pt>
                <c:pt idx="28876">
                  <c:v>24.85</c:v>
                </c:pt>
                <c:pt idx="28877">
                  <c:v>24.85</c:v>
                </c:pt>
                <c:pt idx="28878">
                  <c:v>24.85</c:v>
                </c:pt>
                <c:pt idx="28879">
                  <c:v>24.85</c:v>
                </c:pt>
                <c:pt idx="28880">
                  <c:v>24.85</c:v>
                </c:pt>
                <c:pt idx="28881">
                  <c:v>24.85</c:v>
                </c:pt>
                <c:pt idx="28882">
                  <c:v>24.85</c:v>
                </c:pt>
                <c:pt idx="28883">
                  <c:v>24.85</c:v>
                </c:pt>
                <c:pt idx="28884">
                  <c:v>24.85</c:v>
                </c:pt>
                <c:pt idx="28885">
                  <c:v>24.85</c:v>
                </c:pt>
                <c:pt idx="28886">
                  <c:v>24.85</c:v>
                </c:pt>
                <c:pt idx="28887">
                  <c:v>24.85</c:v>
                </c:pt>
                <c:pt idx="28888">
                  <c:v>24.85</c:v>
                </c:pt>
                <c:pt idx="28889">
                  <c:v>24.85</c:v>
                </c:pt>
                <c:pt idx="28890">
                  <c:v>24.85</c:v>
                </c:pt>
                <c:pt idx="28891">
                  <c:v>24.85</c:v>
                </c:pt>
                <c:pt idx="28892">
                  <c:v>24.85</c:v>
                </c:pt>
                <c:pt idx="28893">
                  <c:v>24.85</c:v>
                </c:pt>
                <c:pt idx="28894">
                  <c:v>24.85</c:v>
                </c:pt>
                <c:pt idx="28895">
                  <c:v>24.85</c:v>
                </c:pt>
                <c:pt idx="28896">
                  <c:v>24.85</c:v>
                </c:pt>
                <c:pt idx="28897">
                  <c:v>24.85</c:v>
                </c:pt>
                <c:pt idx="28898">
                  <c:v>24.85</c:v>
                </c:pt>
                <c:pt idx="28899">
                  <c:v>24.85</c:v>
                </c:pt>
                <c:pt idx="28900">
                  <c:v>24.85</c:v>
                </c:pt>
                <c:pt idx="28901">
                  <c:v>24.85</c:v>
                </c:pt>
                <c:pt idx="28902">
                  <c:v>24.85</c:v>
                </c:pt>
                <c:pt idx="28903">
                  <c:v>24.85</c:v>
                </c:pt>
                <c:pt idx="28904">
                  <c:v>24.85</c:v>
                </c:pt>
                <c:pt idx="28905">
                  <c:v>24.85</c:v>
                </c:pt>
                <c:pt idx="28906">
                  <c:v>24.85</c:v>
                </c:pt>
                <c:pt idx="28907">
                  <c:v>24.85</c:v>
                </c:pt>
                <c:pt idx="28908">
                  <c:v>24.85</c:v>
                </c:pt>
                <c:pt idx="28909">
                  <c:v>24.85</c:v>
                </c:pt>
                <c:pt idx="28910">
                  <c:v>24.85</c:v>
                </c:pt>
                <c:pt idx="28911">
                  <c:v>24.85</c:v>
                </c:pt>
                <c:pt idx="28912">
                  <c:v>24.85</c:v>
                </c:pt>
                <c:pt idx="28913">
                  <c:v>24.85</c:v>
                </c:pt>
                <c:pt idx="28914">
                  <c:v>24.85</c:v>
                </c:pt>
                <c:pt idx="28915">
                  <c:v>24.85</c:v>
                </c:pt>
                <c:pt idx="28916">
                  <c:v>24.85</c:v>
                </c:pt>
                <c:pt idx="28917">
                  <c:v>24.85</c:v>
                </c:pt>
                <c:pt idx="28918">
                  <c:v>24.85</c:v>
                </c:pt>
                <c:pt idx="28919">
                  <c:v>24.85</c:v>
                </c:pt>
                <c:pt idx="28920">
                  <c:v>24.85</c:v>
                </c:pt>
                <c:pt idx="28921">
                  <c:v>24.85</c:v>
                </c:pt>
                <c:pt idx="28922">
                  <c:v>24.85</c:v>
                </c:pt>
                <c:pt idx="28923">
                  <c:v>24.85</c:v>
                </c:pt>
                <c:pt idx="28924">
                  <c:v>24.85</c:v>
                </c:pt>
                <c:pt idx="28925">
                  <c:v>24.85</c:v>
                </c:pt>
                <c:pt idx="28926">
                  <c:v>24.85</c:v>
                </c:pt>
                <c:pt idx="28927">
                  <c:v>24.85</c:v>
                </c:pt>
                <c:pt idx="28928">
                  <c:v>24.85</c:v>
                </c:pt>
                <c:pt idx="28929">
                  <c:v>24.85</c:v>
                </c:pt>
                <c:pt idx="28930">
                  <c:v>24.85</c:v>
                </c:pt>
                <c:pt idx="28931">
                  <c:v>24.85</c:v>
                </c:pt>
                <c:pt idx="28932">
                  <c:v>24.85</c:v>
                </c:pt>
                <c:pt idx="28933">
                  <c:v>24.85</c:v>
                </c:pt>
                <c:pt idx="28934">
                  <c:v>24.85</c:v>
                </c:pt>
                <c:pt idx="28935">
                  <c:v>24.85</c:v>
                </c:pt>
                <c:pt idx="28936">
                  <c:v>24.85</c:v>
                </c:pt>
                <c:pt idx="28937">
                  <c:v>24.85</c:v>
                </c:pt>
                <c:pt idx="28938">
                  <c:v>24.85</c:v>
                </c:pt>
                <c:pt idx="28939">
                  <c:v>24.85</c:v>
                </c:pt>
                <c:pt idx="28940">
                  <c:v>24.85</c:v>
                </c:pt>
                <c:pt idx="28941">
                  <c:v>24.85</c:v>
                </c:pt>
                <c:pt idx="28942">
                  <c:v>24.85</c:v>
                </c:pt>
                <c:pt idx="28943">
                  <c:v>24.85</c:v>
                </c:pt>
                <c:pt idx="28944">
                  <c:v>24.85</c:v>
                </c:pt>
                <c:pt idx="28945">
                  <c:v>24.85</c:v>
                </c:pt>
                <c:pt idx="28946">
                  <c:v>24.85</c:v>
                </c:pt>
                <c:pt idx="28947">
                  <c:v>24.85</c:v>
                </c:pt>
                <c:pt idx="28948">
                  <c:v>24.85</c:v>
                </c:pt>
                <c:pt idx="28949">
                  <c:v>24.85</c:v>
                </c:pt>
                <c:pt idx="28950">
                  <c:v>24.85</c:v>
                </c:pt>
                <c:pt idx="28951">
                  <c:v>24.85</c:v>
                </c:pt>
                <c:pt idx="28952">
                  <c:v>24.85</c:v>
                </c:pt>
                <c:pt idx="28953">
                  <c:v>24.85</c:v>
                </c:pt>
                <c:pt idx="28954">
                  <c:v>24.85</c:v>
                </c:pt>
                <c:pt idx="28955">
                  <c:v>24.85</c:v>
                </c:pt>
                <c:pt idx="28956">
                  <c:v>24.85</c:v>
                </c:pt>
                <c:pt idx="28957">
                  <c:v>24.85</c:v>
                </c:pt>
                <c:pt idx="28958">
                  <c:v>24.85</c:v>
                </c:pt>
                <c:pt idx="28959">
                  <c:v>24.85</c:v>
                </c:pt>
                <c:pt idx="28960">
                  <c:v>24.85</c:v>
                </c:pt>
                <c:pt idx="28961">
                  <c:v>24.85</c:v>
                </c:pt>
                <c:pt idx="28962">
                  <c:v>24.85</c:v>
                </c:pt>
                <c:pt idx="28963">
                  <c:v>24.85</c:v>
                </c:pt>
                <c:pt idx="28964">
                  <c:v>24.85</c:v>
                </c:pt>
                <c:pt idx="28965">
                  <c:v>24.85</c:v>
                </c:pt>
                <c:pt idx="28966">
                  <c:v>24.85</c:v>
                </c:pt>
                <c:pt idx="28967">
                  <c:v>24.85</c:v>
                </c:pt>
                <c:pt idx="28968">
                  <c:v>24.85</c:v>
                </c:pt>
                <c:pt idx="28969">
                  <c:v>24.85</c:v>
                </c:pt>
                <c:pt idx="28970">
                  <c:v>24.85</c:v>
                </c:pt>
                <c:pt idx="28971">
                  <c:v>24.85</c:v>
                </c:pt>
                <c:pt idx="28972">
                  <c:v>24.85</c:v>
                </c:pt>
                <c:pt idx="28973">
                  <c:v>24.85</c:v>
                </c:pt>
                <c:pt idx="28974">
                  <c:v>24.85</c:v>
                </c:pt>
                <c:pt idx="28975">
                  <c:v>24.85</c:v>
                </c:pt>
                <c:pt idx="28976">
                  <c:v>24.85</c:v>
                </c:pt>
                <c:pt idx="28977">
                  <c:v>24.85</c:v>
                </c:pt>
                <c:pt idx="28978">
                  <c:v>24.85</c:v>
                </c:pt>
                <c:pt idx="28979">
                  <c:v>24.85</c:v>
                </c:pt>
                <c:pt idx="28980">
                  <c:v>24.85</c:v>
                </c:pt>
                <c:pt idx="28981">
                  <c:v>24.85</c:v>
                </c:pt>
                <c:pt idx="28982">
                  <c:v>24.85</c:v>
                </c:pt>
                <c:pt idx="28983">
                  <c:v>24.85</c:v>
                </c:pt>
                <c:pt idx="28984">
                  <c:v>24.85</c:v>
                </c:pt>
                <c:pt idx="28985">
                  <c:v>24.85</c:v>
                </c:pt>
                <c:pt idx="28986">
                  <c:v>24.85</c:v>
                </c:pt>
                <c:pt idx="28987">
                  <c:v>24.85</c:v>
                </c:pt>
                <c:pt idx="28988">
                  <c:v>24.85</c:v>
                </c:pt>
                <c:pt idx="28989">
                  <c:v>24.85</c:v>
                </c:pt>
                <c:pt idx="28990">
                  <c:v>24.85</c:v>
                </c:pt>
                <c:pt idx="28991">
                  <c:v>24.85</c:v>
                </c:pt>
                <c:pt idx="28992">
                  <c:v>24.85</c:v>
                </c:pt>
                <c:pt idx="28993">
                  <c:v>24.85</c:v>
                </c:pt>
                <c:pt idx="28994">
                  <c:v>24.85</c:v>
                </c:pt>
                <c:pt idx="28995">
                  <c:v>24.85</c:v>
                </c:pt>
                <c:pt idx="28996">
                  <c:v>24.85</c:v>
                </c:pt>
                <c:pt idx="28997">
                  <c:v>24.85</c:v>
                </c:pt>
                <c:pt idx="28998">
                  <c:v>24.85</c:v>
                </c:pt>
                <c:pt idx="28999">
                  <c:v>24.85</c:v>
                </c:pt>
                <c:pt idx="29000">
                  <c:v>24.85</c:v>
                </c:pt>
                <c:pt idx="29001">
                  <c:v>24.85</c:v>
                </c:pt>
                <c:pt idx="29002">
                  <c:v>24.85</c:v>
                </c:pt>
                <c:pt idx="29003">
                  <c:v>24.85</c:v>
                </c:pt>
                <c:pt idx="29004">
                  <c:v>24.85</c:v>
                </c:pt>
                <c:pt idx="29005">
                  <c:v>24.85</c:v>
                </c:pt>
                <c:pt idx="29006">
                  <c:v>24.85</c:v>
                </c:pt>
                <c:pt idx="29007">
                  <c:v>24.85</c:v>
                </c:pt>
                <c:pt idx="29008">
                  <c:v>24.85</c:v>
                </c:pt>
                <c:pt idx="29009">
                  <c:v>24.85</c:v>
                </c:pt>
                <c:pt idx="29010">
                  <c:v>24.85</c:v>
                </c:pt>
                <c:pt idx="29011">
                  <c:v>24.85</c:v>
                </c:pt>
                <c:pt idx="29012">
                  <c:v>24.85</c:v>
                </c:pt>
                <c:pt idx="29013">
                  <c:v>24.85</c:v>
                </c:pt>
                <c:pt idx="29014">
                  <c:v>24.85</c:v>
                </c:pt>
                <c:pt idx="29015">
                  <c:v>24.85</c:v>
                </c:pt>
                <c:pt idx="29016">
                  <c:v>24.85</c:v>
                </c:pt>
                <c:pt idx="29017">
                  <c:v>24.8</c:v>
                </c:pt>
                <c:pt idx="29018">
                  <c:v>24.85</c:v>
                </c:pt>
                <c:pt idx="29019">
                  <c:v>24.85</c:v>
                </c:pt>
                <c:pt idx="29020">
                  <c:v>24.85</c:v>
                </c:pt>
                <c:pt idx="29021">
                  <c:v>24.8</c:v>
                </c:pt>
                <c:pt idx="29022">
                  <c:v>24.8</c:v>
                </c:pt>
                <c:pt idx="29023">
                  <c:v>24.8</c:v>
                </c:pt>
                <c:pt idx="29024">
                  <c:v>24.8</c:v>
                </c:pt>
                <c:pt idx="29025">
                  <c:v>24.85</c:v>
                </c:pt>
                <c:pt idx="29026">
                  <c:v>24.85</c:v>
                </c:pt>
                <c:pt idx="29027">
                  <c:v>24.85</c:v>
                </c:pt>
                <c:pt idx="29028">
                  <c:v>24.85</c:v>
                </c:pt>
                <c:pt idx="29029">
                  <c:v>24.85</c:v>
                </c:pt>
                <c:pt idx="29030">
                  <c:v>24.85</c:v>
                </c:pt>
                <c:pt idx="29031">
                  <c:v>24.85</c:v>
                </c:pt>
                <c:pt idx="29032">
                  <c:v>24.85</c:v>
                </c:pt>
                <c:pt idx="29033">
                  <c:v>24.85</c:v>
                </c:pt>
                <c:pt idx="29034">
                  <c:v>24.85</c:v>
                </c:pt>
                <c:pt idx="29035">
                  <c:v>24.85</c:v>
                </c:pt>
                <c:pt idx="29036">
                  <c:v>24.85</c:v>
                </c:pt>
                <c:pt idx="29037">
                  <c:v>24.85</c:v>
                </c:pt>
                <c:pt idx="29038">
                  <c:v>24.8</c:v>
                </c:pt>
                <c:pt idx="29039">
                  <c:v>24.85</c:v>
                </c:pt>
                <c:pt idx="29040">
                  <c:v>24.8</c:v>
                </c:pt>
                <c:pt idx="29041">
                  <c:v>24.8</c:v>
                </c:pt>
                <c:pt idx="29042">
                  <c:v>24.8</c:v>
                </c:pt>
                <c:pt idx="29043">
                  <c:v>24.8</c:v>
                </c:pt>
                <c:pt idx="29044">
                  <c:v>24.8</c:v>
                </c:pt>
                <c:pt idx="29045">
                  <c:v>24.8</c:v>
                </c:pt>
                <c:pt idx="29046">
                  <c:v>24.8</c:v>
                </c:pt>
                <c:pt idx="29047">
                  <c:v>24.8</c:v>
                </c:pt>
                <c:pt idx="29048">
                  <c:v>24.8</c:v>
                </c:pt>
                <c:pt idx="29049">
                  <c:v>24.8</c:v>
                </c:pt>
                <c:pt idx="29050">
                  <c:v>24.8</c:v>
                </c:pt>
                <c:pt idx="29051">
                  <c:v>24.8</c:v>
                </c:pt>
                <c:pt idx="29052">
                  <c:v>24.85</c:v>
                </c:pt>
                <c:pt idx="29053">
                  <c:v>24.85</c:v>
                </c:pt>
                <c:pt idx="29054">
                  <c:v>24.85</c:v>
                </c:pt>
                <c:pt idx="29055">
                  <c:v>24.85</c:v>
                </c:pt>
                <c:pt idx="29056">
                  <c:v>24.85</c:v>
                </c:pt>
                <c:pt idx="29057">
                  <c:v>24.85</c:v>
                </c:pt>
                <c:pt idx="29058">
                  <c:v>24.85</c:v>
                </c:pt>
                <c:pt idx="29059">
                  <c:v>24.85</c:v>
                </c:pt>
                <c:pt idx="29060">
                  <c:v>24.85</c:v>
                </c:pt>
                <c:pt idx="29061">
                  <c:v>24.85</c:v>
                </c:pt>
                <c:pt idx="29062">
                  <c:v>24.85</c:v>
                </c:pt>
                <c:pt idx="29063">
                  <c:v>24.85</c:v>
                </c:pt>
                <c:pt idx="29064">
                  <c:v>24.85</c:v>
                </c:pt>
                <c:pt idx="29065">
                  <c:v>24.85</c:v>
                </c:pt>
                <c:pt idx="29066">
                  <c:v>24.85</c:v>
                </c:pt>
                <c:pt idx="29067">
                  <c:v>24.85</c:v>
                </c:pt>
                <c:pt idx="29068">
                  <c:v>24.85</c:v>
                </c:pt>
                <c:pt idx="29069">
                  <c:v>24.8</c:v>
                </c:pt>
                <c:pt idx="29070">
                  <c:v>24.8</c:v>
                </c:pt>
                <c:pt idx="29071">
                  <c:v>24.8</c:v>
                </c:pt>
                <c:pt idx="29072">
                  <c:v>24.8</c:v>
                </c:pt>
                <c:pt idx="29073">
                  <c:v>24.8</c:v>
                </c:pt>
                <c:pt idx="29074">
                  <c:v>24.8</c:v>
                </c:pt>
                <c:pt idx="29075">
                  <c:v>24.8</c:v>
                </c:pt>
                <c:pt idx="29076">
                  <c:v>24.8</c:v>
                </c:pt>
                <c:pt idx="29077">
                  <c:v>24.8</c:v>
                </c:pt>
                <c:pt idx="29078">
                  <c:v>24.8</c:v>
                </c:pt>
                <c:pt idx="29079">
                  <c:v>24.8</c:v>
                </c:pt>
                <c:pt idx="29080">
                  <c:v>24.85</c:v>
                </c:pt>
                <c:pt idx="29081">
                  <c:v>24.85</c:v>
                </c:pt>
                <c:pt idx="29082">
                  <c:v>24.8</c:v>
                </c:pt>
                <c:pt idx="29083">
                  <c:v>24.85</c:v>
                </c:pt>
                <c:pt idx="29084">
                  <c:v>24.85</c:v>
                </c:pt>
                <c:pt idx="29085">
                  <c:v>24.85</c:v>
                </c:pt>
                <c:pt idx="29086">
                  <c:v>24.85</c:v>
                </c:pt>
                <c:pt idx="29087">
                  <c:v>24.85</c:v>
                </c:pt>
                <c:pt idx="29088">
                  <c:v>24.85</c:v>
                </c:pt>
                <c:pt idx="29089">
                  <c:v>24.85</c:v>
                </c:pt>
                <c:pt idx="29090">
                  <c:v>24.85</c:v>
                </c:pt>
                <c:pt idx="29091">
                  <c:v>24.85</c:v>
                </c:pt>
                <c:pt idx="29092">
                  <c:v>24.85</c:v>
                </c:pt>
                <c:pt idx="29093">
                  <c:v>24.85</c:v>
                </c:pt>
                <c:pt idx="29094">
                  <c:v>24.85</c:v>
                </c:pt>
                <c:pt idx="29095">
                  <c:v>24.85</c:v>
                </c:pt>
                <c:pt idx="29096">
                  <c:v>24.85</c:v>
                </c:pt>
                <c:pt idx="29097">
                  <c:v>24.8</c:v>
                </c:pt>
                <c:pt idx="29098">
                  <c:v>24.8</c:v>
                </c:pt>
                <c:pt idx="29099">
                  <c:v>24.8</c:v>
                </c:pt>
                <c:pt idx="29100">
                  <c:v>24.8</c:v>
                </c:pt>
                <c:pt idx="29101">
                  <c:v>24.8</c:v>
                </c:pt>
                <c:pt idx="29102">
                  <c:v>24.8</c:v>
                </c:pt>
                <c:pt idx="29103">
                  <c:v>24.8</c:v>
                </c:pt>
                <c:pt idx="29104">
                  <c:v>24.8</c:v>
                </c:pt>
                <c:pt idx="29105">
                  <c:v>24.8</c:v>
                </c:pt>
                <c:pt idx="29106">
                  <c:v>24.8</c:v>
                </c:pt>
                <c:pt idx="29107">
                  <c:v>24.8</c:v>
                </c:pt>
                <c:pt idx="29108">
                  <c:v>24.8</c:v>
                </c:pt>
                <c:pt idx="29109">
                  <c:v>24.8</c:v>
                </c:pt>
                <c:pt idx="29110">
                  <c:v>24.8</c:v>
                </c:pt>
                <c:pt idx="29111">
                  <c:v>24.8</c:v>
                </c:pt>
                <c:pt idx="29112">
                  <c:v>24.85</c:v>
                </c:pt>
                <c:pt idx="29113">
                  <c:v>24.85</c:v>
                </c:pt>
                <c:pt idx="29114">
                  <c:v>24.8</c:v>
                </c:pt>
                <c:pt idx="29115">
                  <c:v>24.85</c:v>
                </c:pt>
                <c:pt idx="29116">
                  <c:v>24.85</c:v>
                </c:pt>
                <c:pt idx="29117">
                  <c:v>24.85</c:v>
                </c:pt>
                <c:pt idx="29118">
                  <c:v>24.85</c:v>
                </c:pt>
                <c:pt idx="29119">
                  <c:v>24.85</c:v>
                </c:pt>
                <c:pt idx="29120">
                  <c:v>24.85</c:v>
                </c:pt>
                <c:pt idx="29121">
                  <c:v>24.85</c:v>
                </c:pt>
                <c:pt idx="29122">
                  <c:v>24.85</c:v>
                </c:pt>
                <c:pt idx="29123">
                  <c:v>24.8</c:v>
                </c:pt>
                <c:pt idx="29124">
                  <c:v>24.85</c:v>
                </c:pt>
                <c:pt idx="29125">
                  <c:v>24.85</c:v>
                </c:pt>
                <c:pt idx="29126">
                  <c:v>24.8</c:v>
                </c:pt>
                <c:pt idx="29127">
                  <c:v>24.8</c:v>
                </c:pt>
                <c:pt idx="29128">
                  <c:v>24.85</c:v>
                </c:pt>
                <c:pt idx="29129">
                  <c:v>24.8</c:v>
                </c:pt>
                <c:pt idx="29130">
                  <c:v>24.8</c:v>
                </c:pt>
                <c:pt idx="29131">
                  <c:v>24.8</c:v>
                </c:pt>
                <c:pt idx="29132">
                  <c:v>24.8</c:v>
                </c:pt>
                <c:pt idx="29133">
                  <c:v>24.8</c:v>
                </c:pt>
                <c:pt idx="29134">
                  <c:v>24.8</c:v>
                </c:pt>
                <c:pt idx="29135">
                  <c:v>24.8</c:v>
                </c:pt>
                <c:pt idx="29136">
                  <c:v>24.8</c:v>
                </c:pt>
                <c:pt idx="29137">
                  <c:v>24.8</c:v>
                </c:pt>
                <c:pt idx="29138">
                  <c:v>24.8</c:v>
                </c:pt>
                <c:pt idx="29139">
                  <c:v>24.8</c:v>
                </c:pt>
                <c:pt idx="29140">
                  <c:v>24.8</c:v>
                </c:pt>
                <c:pt idx="29141">
                  <c:v>24.8</c:v>
                </c:pt>
                <c:pt idx="29142">
                  <c:v>24.8</c:v>
                </c:pt>
                <c:pt idx="29143">
                  <c:v>24.8</c:v>
                </c:pt>
                <c:pt idx="29144">
                  <c:v>24.8</c:v>
                </c:pt>
                <c:pt idx="29145">
                  <c:v>24.85</c:v>
                </c:pt>
                <c:pt idx="29146">
                  <c:v>24.85</c:v>
                </c:pt>
                <c:pt idx="29147">
                  <c:v>24.85</c:v>
                </c:pt>
                <c:pt idx="29148">
                  <c:v>24.8</c:v>
                </c:pt>
                <c:pt idx="29149">
                  <c:v>24.8</c:v>
                </c:pt>
                <c:pt idx="29150">
                  <c:v>24.8</c:v>
                </c:pt>
                <c:pt idx="29151">
                  <c:v>24.85</c:v>
                </c:pt>
                <c:pt idx="29152">
                  <c:v>24.8</c:v>
                </c:pt>
                <c:pt idx="29153">
                  <c:v>24.8</c:v>
                </c:pt>
                <c:pt idx="29154">
                  <c:v>24.8</c:v>
                </c:pt>
                <c:pt idx="29155">
                  <c:v>24.8</c:v>
                </c:pt>
                <c:pt idx="29156">
                  <c:v>24.8</c:v>
                </c:pt>
                <c:pt idx="29157">
                  <c:v>24.8</c:v>
                </c:pt>
                <c:pt idx="29158">
                  <c:v>24.8</c:v>
                </c:pt>
                <c:pt idx="29159">
                  <c:v>24.8</c:v>
                </c:pt>
                <c:pt idx="29160">
                  <c:v>24.8</c:v>
                </c:pt>
                <c:pt idx="29161">
                  <c:v>24.8</c:v>
                </c:pt>
                <c:pt idx="29162">
                  <c:v>24.8</c:v>
                </c:pt>
                <c:pt idx="29163">
                  <c:v>24.8</c:v>
                </c:pt>
                <c:pt idx="29164">
                  <c:v>24.8</c:v>
                </c:pt>
                <c:pt idx="29165">
                  <c:v>24.8</c:v>
                </c:pt>
                <c:pt idx="29166">
                  <c:v>24.8</c:v>
                </c:pt>
                <c:pt idx="29167">
                  <c:v>24.8</c:v>
                </c:pt>
                <c:pt idx="29168">
                  <c:v>24.8</c:v>
                </c:pt>
                <c:pt idx="29169">
                  <c:v>24.8</c:v>
                </c:pt>
                <c:pt idx="29170">
                  <c:v>24.8</c:v>
                </c:pt>
                <c:pt idx="29171">
                  <c:v>24.8</c:v>
                </c:pt>
                <c:pt idx="29172">
                  <c:v>24.8</c:v>
                </c:pt>
                <c:pt idx="29173">
                  <c:v>24.8</c:v>
                </c:pt>
                <c:pt idx="29174">
                  <c:v>24.85</c:v>
                </c:pt>
                <c:pt idx="29175">
                  <c:v>24.8</c:v>
                </c:pt>
                <c:pt idx="29176">
                  <c:v>24.8</c:v>
                </c:pt>
                <c:pt idx="29177">
                  <c:v>24.8</c:v>
                </c:pt>
                <c:pt idx="29178">
                  <c:v>24.8</c:v>
                </c:pt>
                <c:pt idx="29179">
                  <c:v>24.8</c:v>
                </c:pt>
                <c:pt idx="29180">
                  <c:v>24.8</c:v>
                </c:pt>
                <c:pt idx="29181">
                  <c:v>24.8</c:v>
                </c:pt>
                <c:pt idx="29182">
                  <c:v>24.8</c:v>
                </c:pt>
                <c:pt idx="29183">
                  <c:v>24.8</c:v>
                </c:pt>
                <c:pt idx="29184">
                  <c:v>24.8</c:v>
                </c:pt>
                <c:pt idx="29185">
                  <c:v>24.8</c:v>
                </c:pt>
                <c:pt idx="29186">
                  <c:v>24.8</c:v>
                </c:pt>
                <c:pt idx="29187">
                  <c:v>24.8</c:v>
                </c:pt>
                <c:pt idx="29188">
                  <c:v>24.8</c:v>
                </c:pt>
                <c:pt idx="29189">
                  <c:v>24.8</c:v>
                </c:pt>
                <c:pt idx="29190">
                  <c:v>24.8</c:v>
                </c:pt>
                <c:pt idx="29191">
                  <c:v>24.8</c:v>
                </c:pt>
                <c:pt idx="29192">
                  <c:v>24.8</c:v>
                </c:pt>
                <c:pt idx="29193">
                  <c:v>24.8</c:v>
                </c:pt>
                <c:pt idx="29194">
                  <c:v>24.8</c:v>
                </c:pt>
                <c:pt idx="29195">
                  <c:v>24.8</c:v>
                </c:pt>
                <c:pt idx="29196">
                  <c:v>24.8</c:v>
                </c:pt>
                <c:pt idx="29197">
                  <c:v>24.8</c:v>
                </c:pt>
                <c:pt idx="29198">
                  <c:v>24.8</c:v>
                </c:pt>
                <c:pt idx="29199">
                  <c:v>24.8</c:v>
                </c:pt>
                <c:pt idx="29200">
                  <c:v>24.8</c:v>
                </c:pt>
                <c:pt idx="29201">
                  <c:v>24.8</c:v>
                </c:pt>
                <c:pt idx="29202">
                  <c:v>24.8</c:v>
                </c:pt>
                <c:pt idx="29203">
                  <c:v>24.8</c:v>
                </c:pt>
                <c:pt idx="29204">
                  <c:v>24.8</c:v>
                </c:pt>
                <c:pt idx="29205">
                  <c:v>24.8</c:v>
                </c:pt>
                <c:pt idx="29206">
                  <c:v>24.8</c:v>
                </c:pt>
                <c:pt idx="29207">
                  <c:v>24.8</c:v>
                </c:pt>
                <c:pt idx="29208">
                  <c:v>24.8</c:v>
                </c:pt>
                <c:pt idx="29209">
                  <c:v>24.8</c:v>
                </c:pt>
                <c:pt idx="29210">
                  <c:v>24.8</c:v>
                </c:pt>
                <c:pt idx="29211">
                  <c:v>24.8</c:v>
                </c:pt>
                <c:pt idx="29212">
                  <c:v>24.8</c:v>
                </c:pt>
                <c:pt idx="29213">
                  <c:v>24.8</c:v>
                </c:pt>
                <c:pt idx="29214">
                  <c:v>24.8</c:v>
                </c:pt>
                <c:pt idx="29215">
                  <c:v>24.8</c:v>
                </c:pt>
                <c:pt idx="29216">
                  <c:v>24.8</c:v>
                </c:pt>
                <c:pt idx="29217">
                  <c:v>24.8</c:v>
                </c:pt>
                <c:pt idx="29218">
                  <c:v>24.8</c:v>
                </c:pt>
                <c:pt idx="29219">
                  <c:v>24.8</c:v>
                </c:pt>
                <c:pt idx="29220">
                  <c:v>24.8</c:v>
                </c:pt>
                <c:pt idx="29221">
                  <c:v>24.8</c:v>
                </c:pt>
                <c:pt idx="29222">
                  <c:v>24.8</c:v>
                </c:pt>
                <c:pt idx="29223">
                  <c:v>24.8</c:v>
                </c:pt>
                <c:pt idx="29224">
                  <c:v>24.8</c:v>
                </c:pt>
                <c:pt idx="29225">
                  <c:v>24.8</c:v>
                </c:pt>
                <c:pt idx="29226">
                  <c:v>24.8</c:v>
                </c:pt>
                <c:pt idx="29227">
                  <c:v>24.8</c:v>
                </c:pt>
                <c:pt idx="29228">
                  <c:v>24.8</c:v>
                </c:pt>
                <c:pt idx="29229">
                  <c:v>24.8</c:v>
                </c:pt>
                <c:pt idx="29230">
                  <c:v>24.8</c:v>
                </c:pt>
                <c:pt idx="29231">
                  <c:v>24.8</c:v>
                </c:pt>
                <c:pt idx="29232">
                  <c:v>24.8</c:v>
                </c:pt>
                <c:pt idx="29233">
                  <c:v>24.8</c:v>
                </c:pt>
                <c:pt idx="29234">
                  <c:v>24.8</c:v>
                </c:pt>
                <c:pt idx="29235">
                  <c:v>24.8</c:v>
                </c:pt>
                <c:pt idx="29236">
                  <c:v>24.8</c:v>
                </c:pt>
                <c:pt idx="29237">
                  <c:v>24.8</c:v>
                </c:pt>
                <c:pt idx="29238">
                  <c:v>24.8</c:v>
                </c:pt>
                <c:pt idx="29239">
                  <c:v>24.8</c:v>
                </c:pt>
                <c:pt idx="29240">
                  <c:v>24.8</c:v>
                </c:pt>
                <c:pt idx="29241">
                  <c:v>24.8</c:v>
                </c:pt>
                <c:pt idx="29242">
                  <c:v>24.8</c:v>
                </c:pt>
                <c:pt idx="29243">
                  <c:v>24.8</c:v>
                </c:pt>
                <c:pt idx="29244">
                  <c:v>24.8</c:v>
                </c:pt>
                <c:pt idx="29245">
                  <c:v>24.8</c:v>
                </c:pt>
                <c:pt idx="29246">
                  <c:v>24.8</c:v>
                </c:pt>
                <c:pt idx="29247">
                  <c:v>24.8</c:v>
                </c:pt>
                <c:pt idx="29248">
                  <c:v>24.8</c:v>
                </c:pt>
                <c:pt idx="29249">
                  <c:v>24.8</c:v>
                </c:pt>
                <c:pt idx="29250">
                  <c:v>24.8</c:v>
                </c:pt>
                <c:pt idx="29251">
                  <c:v>24.8</c:v>
                </c:pt>
                <c:pt idx="29252">
                  <c:v>24.8</c:v>
                </c:pt>
                <c:pt idx="29253">
                  <c:v>24.8</c:v>
                </c:pt>
                <c:pt idx="29254">
                  <c:v>24.8</c:v>
                </c:pt>
                <c:pt idx="29255">
                  <c:v>24.8</c:v>
                </c:pt>
                <c:pt idx="29256">
                  <c:v>24.8</c:v>
                </c:pt>
                <c:pt idx="29257">
                  <c:v>24.8</c:v>
                </c:pt>
                <c:pt idx="29258">
                  <c:v>24.8</c:v>
                </c:pt>
                <c:pt idx="29259">
                  <c:v>24.8</c:v>
                </c:pt>
                <c:pt idx="29260">
                  <c:v>24.8</c:v>
                </c:pt>
                <c:pt idx="29261">
                  <c:v>24.8</c:v>
                </c:pt>
                <c:pt idx="29262">
                  <c:v>24.8</c:v>
                </c:pt>
                <c:pt idx="29263">
                  <c:v>24.8</c:v>
                </c:pt>
                <c:pt idx="29264">
                  <c:v>24.8</c:v>
                </c:pt>
                <c:pt idx="29265">
                  <c:v>24.8</c:v>
                </c:pt>
                <c:pt idx="29266">
                  <c:v>24.8</c:v>
                </c:pt>
                <c:pt idx="29267">
                  <c:v>24.8</c:v>
                </c:pt>
                <c:pt idx="29268">
                  <c:v>24.8</c:v>
                </c:pt>
                <c:pt idx="29269">
                  <c:v>24.8</c:v>
                </c:pt>
                <c:pt idx="29270">
                  <c:v>24.8</c:v>
                </c:pt>
                <c:pt idx="29271">
                  <c:v>24.8</c:v>
                </c:pt>
                <c:pt idx="29272">
                  <c:v>24.8</c:v>
                </c:pt>
                <c:pt idx="29273">
                  <c:v>24.8</c:v>
                </c:pt>
                <c:pt idx="29274">
                  <c:v>24.8</c:v>
                </c:pt>
                <c:pt idx="29275">
                  <c:v>24.8</c:v>
                </c:pt>
                <c:pt idx="29276">
                  <c:v>24.8</c:v>
                </c:pt>
                <c:pt idx="29277">
                  <c:v>24.8</c:v>
                </c:pt>
                <c:pt idx="29278">
                  <c:v>24.8</c:v>
                </c:pt>
                <c:pt idx="29279">
                  <c:v>24.8</c:v>
                </c:pt>
                <c:pt idx="29280">
                  <c:v>24.8</c:v>
                </c:pt>
                <c:pt idx="29281">
                  <c:v>24.8</c:v>
                </c:pt>
                <c:pt idx="29282">
                  <c:v>24.8</c:v>
                </c:pt>
                <c:pt idx="29283">
                  <c:v>24.8</c:v>
                </c:pt>
                <c:pt idx="29284">
                  <c:v>24.8</c:v>
                </c:pt>
                <c:pt idx="29285">
                  <c:v>24.8</c:v>
                </c:pt>
                <c:pt idx="29286">
                  <c:v>24.8</c:v>
                </c:pt>
                <c:pt idx="29287">
                  <c:v>24.8</c:v>
                </c:pt>
                <c:pt idx="29288">
                  <c:v>24.8</c:v>
                </c:pt>
                <c:pt idx="29289">
                  <c:v>24.8</c:v>
                </c:pt>
                <c:pt idx="29290">
                  <c:v>24.8</c:v>
                </c:pt>
                <c:pt idx="29291">
                  <c:v>24.8</c:v>
                </c:pt>
                <c:pt idx="29292">
                  <c:v>24.8</c:v>
                </c:pt>
                <c:pt idx="29293">
                  <c:v>24.8</c:v>
                </c:pt>
                <c:pt idx="29294">
                  <c:v>24.8</c:v>
                </c:pt>
                <c:pt idx="29295">
                  <c:v>24.8</c:v>
                </c:pt>
                <c:pt idx="29296">
                  <c:v>24.8</c:v>
                </c:pt>
                <c:pt idx="29297">
                  <c:v>24.8</c:v>
                </c:pt>
                <c:pt idx="29298">
                  <c:v>24.8</c:v>
                </c:pt>
                <c:pt idx="29299">
                  <c:v>24.8</c:v>
                </c:pt>
                <c:pt idx="29300">
                  <c:v>24.8</c:v>
                </c:pt>
                <c:pt idx="29301">
                  <c:v>24.8</c:v>
                </c:pt>
                <c:pt idx="29302">
                  <c:v>24.8</c:v>
                </c:pt>
                <c:pt idx="29303">
                  <c:v>24.8</c:v>
                </c:pt>
                <c:pt idx="29304">
                  <c:v>24.8</c:v>
                </c:pt>
                <c:pt idx="29305">
                  <c:v>24.8</c:v>
                </c:pt>
                <c:pt idx="29306">
                  <c:v>24.8</c:v>
                </c:pt>
                <c:pt idx="29307">
                  <c:v>24.8</c:v>
                </c:pt>
                <c:pt idx="29308">
                  <c:v>24.8</c:v>
                </c:pt>
                <c:pt idx="29309">
                  <c:v>24.8</c:v>
                </c:pt>
                <c:pt idx="29310">
                  <c:v>24.8</c:v>
                </c:pt>
                <c:pt idx="29311">
                  <c:v>24.8</c:v>
                </c:pt>
                <c:pt idx="29312">
                  <c:v>24.8</c:v>
                </c:pt>
                <c:pt idx="29313">
                  <c:v>24.8</c:v>
                </c:pt>
                <c:pt idx="29314">
                  <c:v>24.8</c:v>
                </c:pt>
                <c:pt idx="29315">
                  <c:v>24.8</c:v>
                </c:pt>
                <c:pt idx="29316">
                  <c:v>24.8</c:v>
                </c:pt>
                <c:pt idx="29317">
                  <c:v>24.8</c:v>
                </c:pt>
                <c:pt idx="29318">
                  <c:v>24.8</c:v>
                </c:pt>
                <c:pt idx="29319">
                  <c:v>24.8</c:v>
                </c:pt>
                <c:pt idx="29320">
                  <c:v>24.8</c:v>
                </c:pt>
                <c:pt idx="29321">
                  <c:v>24.8</c:v>
                </c:pt>
                <c:pt idx="29322">
                  <c:v>24.8</c:v>
                </c:pt>
                <c:pt idx="29323">
                  <c:v>24.8</c:v>
                </c:pt>
                <c:pt idx="29324">
                  <c:v>24.8</c:v>
                </c:pt>
                <c:pt idx="29325">
                  <c:v>24.8</c:v>
                </c:pt>
                <c:pt idx="29326">
                  <c:v>24.8</c:v>
                </c:pt>
                <c:pt idx="29327">
                  <c:v>24.8</c:v>
                </c:pt>
                <c:pt idx="29328">
                  <c:v>24.8</c:v>
                </c:pt>
                <c:pt idx="29329">
                  <c:v>24.8</c:v>
                </c:pt>
                <c:pt idx="29330">
                  <c:v>24.8</c:v>
                </c:pt>
                <c:pt idx="29331">
                  <c:v>24.8</c:v>
                </c:pt>
                <c:pt idx="29332">
                  <c:v>24.8</c:v>
                </c:pt>
                <c:pt idx="29333">
                  <c:v>24.8</c:v>
                </c:pt>
                <c:pt idx="29334">
                  <c:v>24.8</c:v>
                </c:pt>
                <c:pt idx="29335">
                  <c:v>24.8</c:v>
                </c:pt>
                <c:pt idx="29336">
                  <c:v>24.8</c:v>
                </c:pt>
                <c:pt idx="29337">
                  <c:v>24.8</c:v>
                </c:pt>
                <c:pt idx="29338">
                  <c:v>24.8</c:v>
                </c:pt>
                <c:pt idx="29339">
                  <c:v>24.8</c:v>
                </c:pt>
                <c:pt idx="29340">
                  <c:v>24.8</c:v>
                </c:pt>
                <c:pt idx="29341">
                  <c:v>24.8</c:v>
                </c:pt>
                <c:pt idx="29342">
                  <c:v>24.8</c:v>
                </c:pt>
                <c:pt idx="29343">
                  <c:v>24.8</c:v>
                </c:pt>
                <c:pt idx="29344">
                  <c:v>24.8</c:v>
                </c:pt>
                <c:pt idx="29345">
                  <c:v>24.8</c:v>
                </c:pt>
                <c:pt idx="29346">
                  <c:v>24.8</c:v>
                </c:pt>
                <c:pt idx="29347">
                  <c:v>24.8</c:v>
                </c:pt>
                <c:pt idx="29348">
                  <c:v>24.8</c:v>
                </c:pt>
                <c:pt idx="29349">
                  <c:v>24.8</c:v>
                </c:pt>
                <c:pt idx="29350">
                  <c:v>24.8</c:v>
                </c:pt>
                <c:pt idx="29351">
                  <c:v>24.8</c:v>
                </c:pt>
                <c:pt idx="29352">
                  <c:v>24.8</c:v>
                </c:pt>
                <c:pt idx="29353">
                  <c:v>24.8</c:v>
                </c:pt>
                <c:pt idx="29354">
                  <c:v>24.8</c:v>
                </c:pt>
                <c:pt idx="29355">
                  <c:v>24.8</c:v>
                </c:pt>
                <c:pt idx="29356">
                  <c:v>24.8</c:v>
                </c:pt>
                <c:pt idx="29357">
                  <c:v>24.8</c:v>
                </c:pt>
                <c:pt idx="29358">
                  <c:v>24.8</c:v>
                </c:pt>
                <c:pt idx="29359">
                  <c:v>24.8</c:v>
                </c:pt>
                <c:pt idx="29360">
                  <c:v>24.8</c:v>
                </c:pt>
                <c:pt idx="29361">
                  <c:v>24.8</c:v>
                </c:pt>
                <c:pt idx="29362">
                  <c:v>24.8</c:v>
                </c:pt>
                <c:pt idx="29363">
                  <c:v>24.8</c:v>
                </c:pt>
                <c:pt idx="29364">
                  <c:v>24.8</c:v>
                </c:pt>
                <c:pt idx="29365">
                  <c:v>24.8</c:v>
                </c:pt>
                <c:pt idx="29366">
                  <c:v>24.8</c:v>
                </c:pt>
                <c:pt idx="29367">
                  <c:v>24.8</c:v>
                </c:pt>
                <c:pt idx="29368">
                  <c:v>24.8</c:v>
                </c:pt>
                <c:pt idx="29369">
                  <c:v>24.8</c:v>
                </c:pt>
                <c:pt idx="29370">
                  <c:v>24.8</c:v>
                </c:pt>
                <c:pt idx="29371">
                  <c:v>24.8</c:v>
                </c:pt>
                <c:pt idx="29372">
                  <c:v>24.8</c:v>
                </c:pt>
                <c:pt idx="29373">
                  <c:v>24.8</c:v>
                </c:pt>
                <c:pt idx="29374">
                  <c:v>24.8</c:v>
                </c:pt>
                <c:pt idx="29375">
                  <c:v>24.8</c:v>
                </c:pt>
                <c:pt idx="29376">
                  <c:v>24.8</c:v>
                </c:pt>
                <c:pt idx="29377">
                  <c:v>24.8</c:v>
                </c:pt>
                <c:pt idx="29378">
                  <c:v>24.8</c:v>
                </c:pt>
                <c:pt idx="29379">
                  <c:v>24.8</c:v>
                </c:pt>
                <c:pt idx="29380">
                  <c:v>24.8</c:v>
                </c:pt>
                <c:pt idx="29381">
                  <c:v>24.8</c:v>
                </c:pt>
                <c:pt idx="29382">
                  <c:v>24.8</c:v>
                </c:pt>
                <c:pt idx="29383">
                  <c:v>24.8</c:v>
                </c:pt>
                <c:pt idx="29384">
                  <c:v>24.8</c:v>
                </c:pt>
                <c:pt idx="29385">
                  <c:v>24.8</c:v>
                </c:pt>
                <c:pt idx="29386">
                  <c:v>24.8</c:v>
                </c:pt>
                <c:pt idx="29387">
                  <c:v>24.8</c:v>
                </c:pt>
                <c:pt idx="29388">
                  <c:v>24.8</c:v>
                </c:pt>
                <c:pt idx="29389">
                  <c:v>24.8</c:v>
                </c:pt>
                <c:pt idx="29390">
                  <c:v>24.8</c:v>
                </c:pt>
                <c:pt idx="29391">
                  <c:v>24.8</c:v>
                </c:pt>
                <c:pt idx="29392">
                  <c:v>24.8</c:v>
                </c:pt>
                <c:pt idx="29393">
                  <c:v>24.8</c:v>
                </c:pt>
                <c:pt idx="29394">
                  <c:v>24.8</c:v>
                </c:pt>
                <c:pt idx="29395">
                  <c:v>24.8</c:v>
                </c:pt>
                <c:pt idx="29396">
                  <c:v>24.8</c:v>
                </c:pt>
                <c:pt idx="29397">
                  <c:v>24.8</c:v>
                </c:pt>
                <c:pt idx="29398">
                  <c:v>24.8</c:v>
                </c:pt>
                <c:pt idx="29399">
                  <c:v>24.8</c:v>
                </c:pt>
                <c:pt idx="29400">
                  <c:v>24.8</c:v>
                </c:pt>
                <c:pt idx="29401">
                  <c:v>24.8</c:v>
                </c:pt>
                <c:pt idx="29402">
                  <c:v>24.8</c:v>
                </c:pt>
                <c:pt idx="29403">
                  <c:v>24.8</c:v>
                </c:pt>
                <c:pt idx="29404">
                  <c:v>24.8</c:v>
                </c:pt>
                <c:pt idx="29405">
                  <c:v>24.8</c:v>
                </c:pt>
                <c:pt idx="29406">
                  <c:v>24.8</c:v>
                </c:pt>
                <c:pt idx="29407">
                  <c:v>24.8</c:v>
                </c:pt>
                <c:pt idx="29408">
                  <c:v>24.8</c:v>
                </c:pt>
                <c:pt idx="29409">
                  <c:v>24.8</c:v>
                </c:pt>
                <c:pt idx="29410">
                  <c:v>24.8</c:v>
                </c:pt>
                <c:pt idx="29411">
                  <c:v>24.8</c:v>
                </c:pt>
                <c:pt idx="29412">
                  <c:v>24.8</c:v>
                </c:pt>
                <c:pt idx="29413">
                  <c:v>24.8</c:v>
                </c:pt>
                <c:pt idx="29414">
                  <c:v>24.8</c:v>
                </c:pt>
                <c:pt idx="29415">
                  <c:v>24.8</c:v>
                </c:pt>
                <c:pt idx="29416">
                  <c:v>24.8</c:v>
                </c:pt>
                <c:pt idx="29417">
                  <c:v>24.8</c:v>
                </c:pt>
                <c:pt idx="29418">
                  <c:v>24.8</c:v>
                </c:pt>
                <c:pt idx="29419">
                  <c:v>24.8</c:v>
                </c:pt>
                <c:pt idx="29420">
                  <c:v>24.8</c:v>
                </c:pt>
                <c:pt idx="29421">
                  <c:v>24.85</c:v>
                </c:pt>
                <c:pt idx="29422">
                  <c:v>24.8</c:v>
                </c:pt>
                <c:pt idx="29423">
                  <c:v>24.8</c:v>
                </c:pt>
                <c:pt idx="29424">
                  <c:v>24.8</c:v>
                </c:pt>
                <c:pt idx="29425">
                  <c:v>24.8</c:v>
                </c:pt>
                <c:pt idx="29426">
                  <c:v>24.8</c:v>
                </c:pt>
                <c:pt idx="29427">
                  <c:v>24.8</c:v>
                </c:pt>
                <c:pt idx="29428">
                  <c:v>24.8</c:v>
                </c:pt>
                <c:pt idx="29429">
                  <c:v>24.8</c:v>
                </c:pt>
                <c:pt idx="29430">
                  <c:v>24.8</c:v>
                </c:pt>
                <c:pt idx="29431">
                  <c:v>24.8</c:v>
                </c:pt>
                <c:pt idx="29432">
                  <c:v>24.8</c:v>
                </c:pt>
                <c:pt idx="29433">
                  <c:v>24.8</c:v>
                </c:pt>
                <c:pt idx="29434">
                  <c:v>24.8</c:v>
                </c:pt>
                <c:pt idx="29435">
                  <c:v>24.8</c:v>
                </c:pt>
                <c:pt idx="29436">
                  <c:v>24.8</c:v>
                </c:pt>
                <c:pt idx="29437">
                  <c:v>24.8</c:v>
                </c:pt>
                <c:pt idx="29438">
                  <c:v>24.8</c:v>
                </c:pt>
                <c:pt idx="29439">
                  <c:v>24.8</c:v>
                </c:pt>
                <c:pt idx="29440">
                  <c:v>24.8</c:v>
                </c:pt>
                <c:pt idx="29441">
                  <c:v>24.8</c:v>
                </c:pt>
                <c:pt idx="29442">
                  <c:v>24.8</c:v>
                </c:pt>
                <c:pt idx="29443">
                  <c:v>24.8</c:v>
                </c:pt>
                <c:pt idx="29444">
                  <c:v>24.8</c:v>
                </c:pt>
                <c:pt idx="29445">
                  <c:v>24.8</c:v>
                </c:pt>
                <c:pt idx="29446">
                  <c:v>24.8</c:v>
                </c:pt>
                <c:pt idx="29447">
                  <c:v>24.8</c:v>
                </c:pt>
                <c:pt idx="29448">
                  <c:v>24.8</c:v>
                </c:pt>
                <c:pt idx="29449">
                  <c:v>24.8</c:v>
                </c:pt>
                <c:pt idx="29450">
                  <c:v>24.8</c:v>
                </c:pt>
                <c:pt idx="29451">
                  <c:v>24.8</c:v>
                </c:pt>
                <c:pt idx="29452">
                  <c:v>24.8</c:v>
                </c:pt>
                <c:pt idx="29453">
                  <c:v>24.8</c:v>
                </c:pt>
                <c:pt idx="29454">
                  <c:v>24.8</c:v>
                </c:pt>
                <c:pt idx="29455">
                  <c:v>24.8</c:v>
                </c:pt>
                <c:pt idx="29456">
                  <c:v>24.8</c:v>
                </c:pt>
                <c:pt idx="29457">
                  <c:v>24.8</c:v>
                </c:pt>
                <c:pt idx="29458">
                  <c:v>24.8</c:v>
                </c:pt>
                <c:pt idx="29459">
                  <c:v>24.8</c:v>
                </c:pt>
                <c:pt idx="29460">
                  <c:v>24.8</c:v>
                </c:pt>
                <c:pt idx="29461">
                  <c:v>24.8</c:v>
                </c:pt>
                <c:pt idx="29462">
                  <c:v>24.8</c:v>
                </c:pt>
                <c:pt idx="29463">
                  <c:v>24.8</c:v>
                </c:pt>
                <c:pt idx="29464">
                  <c:v>24.8</c:v>
                </c:pt>
                <c:pt idx="29465">
                  <c:v>24.8</c:v>
                </c:pt>
                <c:pt idx="29466">
                  <c:v>24.8</c:v>
                </c:pt>
                <c:pt idx="29467">
                  <c:v>24.8</c:v>
                </c:pt>
                <c:pt idx="29468">
                  <c:v>24.8</c:v>
                </c:pt>
                <c:pt idx="29469">
                  <c:v>24.8</c:v>
                </c:pt>
                <c:pt idx="29470">
                  <c:v>24.8</c:v>
                </c:pt>
                <c:pt idx="29471">
                  <c:v>24.8</c:v>
                </c:pt>
                <c:pt idx="29472">
                  <c:v>24.8</c:v>
                </c:pt>
                <c:pt idx="29473">
                  <c:v>24.8</c:v>
                </c:pt>
                <c:pt idx="29474">
                  <c:v>24.8</c:v>
                </c:pt>
                <c:pt idx="29475">
                  <c:v>24.8</c:v>
                </c:pt>
                <c:pt idx="29476">
                  <c:v>24.8</c:v>
                </c:pt>
                <c:pt idx="29477">
                  <c:v>24.8</c:v>
                </c:pt>
                <c:pt idx="29478">
                  <c:v>24.8</c:v>
                </c:pt>
                <c:pt idx="29479">
                  <c:v>24.8</c:v>
                </c:pt>
                <c:pt idx="29480">
                  <c:v>24.8</c:v>
                </c:pt>
                <c:pt idx="29481">
                  <c:v>24.8</c:v>
                </c:pt>
                <c:pt idx="29482">
                  <c:v>24.8</c:v>
                </c:pt>
                <c:pt idx="29483">
                  <c:v>24.8</c:v>
                </c:pt>
                <c:pt idx="29484">
                  <c:v>24.8</c:v>
                </c:pt>
                <c:pt idx="29485">
                  <c:v>24.8</c:v>
                </c:pt>
                <c:pt idx="29486">
                  <c:v>24.8</c:v>
                </c:pt>
                <c:pt idx="29487">
                  <c:v>24.8</c:v>
                </c:pt>
                <c:pt idx="29488">
                  <c:v>24.8</c:v>
                </c:pt>
                <c:pt idx="29489">
                  <c:v>24.8</c:v>
                </c:pt>
                <c:pt idx="29490">
                  <c:v>24.8</c:v>
                </c:pt>
                <c:pt idx="29491">
                  <c:v>24.8</c:v>
                </c:pt>
                <c:pt idx="29492">
                  <c:v>24.8</c:v>
                </c:pt>
                <c:pt idx="29493">
                  <c:v>24.8</c:v>
                </c:pt>
                <c:pt idx="29494">
                  <c:v>24.8</c:v>
                </c:pt>
                <c:pt idx="29495">
                  <c:v>24.8</c:v>
                </c:pt>
                <c:pt idx="29496">
                  <c:v>24.8</c:v>
                </c:pt>
                <c:pt idx="29497">
                  <c:v>24.8</c:v>
                </c:pt>
                <c:pt idx="29498">
                  <c:v>24.8</c:v>
                </c:pt>
                <c:pt idx="29499">
                  <c:v>24.8</c:v>
                </c:pt>
                <c:pt idx="29500">
                  <c:v>24.8</c:v>
                </c:pt>
                <c:pt idx="29501">
                  <c:v>24.8</c:v>
                </c:pt>
                <c:pt idx="29502">
                  <c:v>24.8</c:v>
                </c:pt>
                <c:pt idx="29503">
                  <c:v>24.8</c:v>
                </c:pt>
                <c:pt idx="29504">
                  <c:v>24.8</c:v>
                </c:pt>
                <c:pt idx="29505">
                  <c:v>24.8</c:v>
                </c:pt>
                <c:pt idx="29506">
                  <c:v>24.8</c:v>
                </c:pt>
                <c:pt idx="29507">
                  <c:v>24.8</c:v>
                </c:pt>
                <c:pt idx="29508">
                  <c:v>24.8</c:v>
                </c:pt>
                <c:pt idx="29509">
                  <c:v>24.8</c:v>
                </c:pt>
                <c:pt idx="29510">
                  <c:v>24.8</c:v>
                </c:pt>
                <c:pt idx="29511">
                  <c:v>24.8</c:v>
                </c:pt>
                <c:pt idx="29512">
                  <c:v>24.8</c:v>
                </c:pt>
                <c:pt idx="29513">
                  <c:v>24.8</c:v>
                </c:pt>
                <c:pt idx="29514">
                  <c:v>24.8</c:v>
                </c:pt>
                <c:pt idx="29515">
                  <c:v>24.8</c:v>
                </c:pt>
                <c:pt idx="29516">
                  <c:v>24.8</c:v>
                </c:pt>
                <c:pt idx="29517">
                  <c:v>24.8</c:v>
                </c:pt>
                <c:pt idx="29518">
                  <c:v>24.8</c:v>
                </c:pt>
                <c:pt idx="29519">
                  <c:v>24.8</c:v>
                </c:pt>
                <c:pt idx="29520">
                  <c:v>24.8</c:v>
                </c:pt>
                <c:pt idx="29521">
                  <c:v>24.8</c:v>
                </c:pt>
                <c:pt idx="29522">
                  <c:v>24.8</c:v>
                </c:pt>
                <c:pt idx="29523">
                  <c:v>24.8</c:v>
                </c:pt>
                <c:pt idx="29524">
                  <c:v>24.8</c:v>
                </c:pt>
                <c:pt idx="29525">
                  <c:v>24.8</c:v>
                </c:pt>
                <c:pt idx="29526">
                  <c:v>24.8</c:v>
                </c:pt>
                <c:pt idx="29527">
                  <c:v>24.8</c:v>
                </c:pt>
                <c:pt idx="29528">
                  <c:v>24.8</c:v>
                </c:pt>
                <c:pt idx="29529">
                  <c:v>24.8</c:v>
                </c:pt>
                <c:pt idx="29530">
                  <c:v>24.8</c:v>
                </c:pt>
                <c:pt idx="29531">
                  <c:v>24.8</c:v>
                </c:pt>
                <c:pt idx="29532">
                  <c:v>24.8</c:v>
                </c:pt>
                <c:pt idx="29533">
                  <c:v>24.8</c:v>
                </c:pt>
                <c:pt idx="29534">
                  <c:v>24.8</c:v>
                </c:pt>
                <c:pt idx="29535">
                  <c:v>24.8</c:v>
                </c:pt>
                <c:pt idx="29536">
                  <c:v>24.8</c:v>
                </c:pt>
                <c:pt idx="29537">
                  <c:v>24.8</c:v>
                </c:pt>
                <c:pt idx="29538">
                  <c:v>24.8</c:v>
                </c:pt>
                <c:pt idx="29539">
                  <c:v>24.8</c:v>
                </c:pt>
                <c:pt idx="29540">
                  <c:v>24.8</c:v>
                </c:pt>
                <c:pt idx="29541">
                  <c:v>24.8</c:v>
                </c:pt>
                <c:pt idx="29542">
                  <c:v>24.8</c:v>
                </c:pt>
                <c:pt idx="29543">
                  <c:v>24.8</c:v>
                </c:pt>
                <c:pt idx="29544">
                  <c:v>24.8</c:v>
                </c:pt>
                <c:pt idx="29545">
                  <c:v>24.8</c:v>
                </c:pt>
                <c:pt idx="29546">
                  <c:v>24.8</c:v>
                </c:pt>
                <c:pt idx="29547">
                  <c:v>24.8</c:v>
                </c:pt>
                <c:pt idx="29548">
                  <c:v>24.8</c:v>
                </c:pt>
                <c:pt idx="29549">
                  <c:v>24.8</c:v>
                </c:pt>
                <c:pt idx="29550">
                  <c:v>24.8</c:v>
                </c:pt>
                <c:pt idx="29551">
                  <c:v>24.8</c:v>
                </c:pt>
                <c:pt idx="29552">
                  <c:v>24.8</c:v>
                </c:pt>
                <c:pt idx="29553">
                  <c:v>24.8</c:v>
                </c:pt>
                <c:pt idx="29554">
                  <c:v>24.8</c:v>
                </c:pt>
                <c:pt idx="29555">
                  <c:v>24.8</c:v>
                </c:pt>
                <c:pt idx="29556">
                  <c:v>24.8</c:v>
                </c:pt>
                <c:pt idx="29557">
                  <c:v>24.8</c:v>
                </c:pt>
                <c:pt idx="29558">
                  <c:v>24.8</c:v>
                </c:pt>
                <c:pt idx="29559">
                  <c:v>24.8</c:v>
                </c:pt>
                <c:pt idx="29560">
                  <c:v>24.8</c:v>
                </c:pt>
                <c:pt idx="29561">
                  <c:v>24.8</c:v>
                </c:pt>
                <c:pt idx="29562">
                  <c:v>24.8</c:v>
                </c:pt>
                <c:pt idx="29563">
                  <c:v>24.8</c:v>
                </c:pt>
                <c:pt idx="29564">
                  <c:v>24.8</c:v>
                </c:pt>
                <c:pt idx="29565">
                  <c:v>24.8</c:v>
                </c:pt>
                <c:pt idx="29566">
                  <c:v>24.8</c:v>
                </c:pt>
                <c:pt idx="29567">
                  <c:v>24.8</c:v>
                </c:pt>
                <c:pt idx="29568">
                  <c:v>24.8</c:v>
                </c:pt>
                <c:pt idx="29569">
                  <c:v>24.8</c:v>
                </c:pt>
                <c:pt idx="29570">
                  <c:v>24.8</c:v>
                </c:pt>
                <c:pt idx="29571">
                  <c:v>24.8</c:v>
                </c:pt>
                <c:pt idx="29572">
                  <c:v>24.8</c:v>
                </c:pt>
                <c:pt idx="29573">
                  <c:v>24.8</c:v>
                </c:pt>
                <c:pt idx="29574">
                  <c:v>24.8</c:v>
                </c:pt>
                <c:pt idx="29575">
                  <c:v>24.75</c:v>
                </c:pt>
                <c:pt idx="29576">
                  <c:v>24.8</c:v>
                </c:pt>
                <c:pt idx="29577">
                  <c:v>24.8</c:v>
                </c:pt>
                <c:pt idx="29578">
                  <c:v>24.8</c:v>
                </c:pt>
                <c:pt idx="29579">
                  <c:v>24.8</c:v>
                </c:pt>
                <c:pt idx="29580">
                  <c:v>24.8</c:v>
                </c:pt>
                <c:pt idx="29581">
                  <c:v>24.8</c:v>
                </c:pt>
                <c:pt idx="29582">
                  <c:v>24.8</c:v>
                </c:pt>
                <c:pt idx="29583">
                  <c:v>24.8</c:v>
                </c:pt>
                <c:pt idx="29584">
                  <c:v>24.8</c:v>
                </c:pt>
                <c:pt idx="29585">
                  <c:v>24.8</c:v>
                </c:pt>
                <c:pt idx="29586">
                  <c:v>24.8</c:v>
                </c:pt>
                <c:pt idx="29587">
                  <c:v>24.8</c:v>
                </c:pt>
                <c:pt idx="29588">
                  <c:v>24.8</c:v>
                </c:pt>
                <c:pt idx="29589">
                  <c:v>24.8</c:v>
                </c:pt>
                <c:pt idx="29590">
                  <c:v>24.8</c:v>
                </c:pt>
                <c:pt idx="29591">
                  <c:v>24.8</c:v>
                </c:pt>
                <c:pt idx="29592">
                  <c:v>24.8</c:v>
                </c:pt>
                <c:pt idx="29593">
                  <c:v>24.8</c:v>
                </c:pt>
                <c:pt idx="29594">
                  <c:v>24.8</c:v>
                </c:pt>
                <c:pt idx="29595">
                  <c:v>24.8</c:v>
                </c:pt>
                <c:pt idx="29596">
                  <c:v>24.8</c:v>
                </c:pt>
                <c:pt idx="29597">
                  <c:v>24.8</c:v>
                </c:pt>
                <c:pt idx="29598">
                  <c:v>24.8</c:v>
                </c:pt>
                <c:pt idx="29599">
                  <c:v>24.8</c:v>
                </c:pt>
                <c:pt idx="29600">
                  <c:v>24.8</c:v>
                </c:pt>
                <c:pt idx="29601">
                  <c:v>24.8</c:v>
                </c:pt>
                <c:pt idx="29602">
                  <c:v>24.8</c:v>
                </c:pt>
                <c:pt idx="29603">
                  <c:v>24.8</c:v>
                </c:pt>
                <c:pt idx="29604">
                  <c:v>24.8</c:v>
                </c:pt>
                <c:pt idx="29605">
                  <c:v>24.8</c:v>
                </c:pt>
                <c:pt idx="29606">
                  <c:v>24.8</c:v>
                </c:pt>
                <c:pt idx="29607">
                  <c:v>24.8</c:v>
                </c:pt>
                <c:pt idx="29608">
                  <c:v>24.8</c:v>
                </c:pt>
                <c:pt idx="29609">
                  <c:v>24.8</c:v>
                </c:pt>
                <c:pt idx="29610">
                  <c:v>24.8</c:v>
                </c:pt>
                <c:pt idx="29611">
                  <c:v>24.8</c:v>
                </c:pt>
                <c:pt idx="29612">
                  <c:v>24.8</c:v>
                </c:pt>
                <c:pt idx="29613">
                  <c:v>24.8</c:v>
                </c:pt>
                <c:pt idx="29614">
                  <c:v>24.8</c:v>
                </c:pt>
                <c:pt idx="29615">
                  <c:v>24.8</c:v>
                </c:pt>
                <c:pt idx="29616">
                  <c:v>24.8</c:v>
                </c:pt>
                <c:pt idx="29617">
                  <c:v>24.8</c:v>
                </c:pt>
                <c:pt idx="29618">
                  <c:v>24.8</c:v>
                </c:pt>
                <c:pt idx="29619">
                  <c:v>24.8</c:v>
                </c:pt>
                <c:pt idx="29620">
                  <c:v>24.8</c:v>
                </c:pt>
                <c:pt idx="29621">
                  <c:v>24.8</c:v>
                </c:pt>
                <c:pt idx="29622">
                  <c:v>24.8</c:v>
                </c:pt>
                <c:pt idx="29623">
                  <c:v>24.8</c:v>
                </c:pt>
                <c:pt idx="29624">
                  <c:v>24.8</c:v>
                </c:pt>
                <c:pt idx="29625">
                  <c:v>24.8</c:v>
                </c:pt>
                <c:pt idx="29626">
                  <c:v>24.8</c:v>
                </c:pt>
                <c:pt idx="29627">
                  <c:v>24.8</c:v>
                </c:pt>
                <c:pt idx="29628">
                  <c:v>24.8</c:v>
                </c:pt>
                <c:pt idx="29629">
                  <c:v>24.8</c:v>
                </c:pt>
                <c:pt idx="29630">
                  <c:v>24.8</c:v>
                </c:pt>
                <c:pt idx="29631">
                  <c:v>24.8</c:v>
                </c:pt>
                <c:pt idx="29632">
                  <c:v>24.75</c:v>
                </c:pt>
                <c:pt idx="29633">
                  <c:v>24.8</c:v>
                </c:pt>
                <c:pt idx="29634">
                  <c:v>24.75</c:v>
                </c:pt>
                <c:pt idx="29635">
                  <c:v>24.75</c:v>
                </c:pt>
                <c:pt idx="29636">
                  <c:v>24.8</c:v>
                </c:pt>
                <c:pt idx="29637">
                  <c:v>24.75</c:v>
                </c:pt>
                <c:pt idx="29638">
                  <c:v>24.8</c:v>
                </c:pt>
                <c:pt idx="29639">
                  <c:v>24.8</c:v>
                </c:pt>
                <c:pt idx="29640">
                  <c:v>24.8</c:v>
                </c:pt>
                <c:pt idx="29641">
                  <c:v>24.8</c:v>
                </c:pt>
                <c:pt idx="29642">
                  <c:v>24.8</c:v>
                </c:pt>
                <c:pt idx="29643">
                  <c:v>24.8</c:v>
                </c:pt>
                <c:pt idx="29644">
                  <c:v>24.8</c:v>
                </c:pt>
                <c:pt idx="29645">
                  <c:v>24.8</c:v>
                </c:pt>
                <c:pt idx="29646">
                  <c:v>24.8</c:v>
                </c:pt>
                <c:pt idx="29647">
                  <c:v>24.8</c:v>
                </c:pt>
                <c:pt idx="29648">
                  <c:v>24.8</c:v>
                </c:pt>
                <c:pt idx="29649">
                  <c:v>24.8</c:v>
                </c:pt>
                <c:pt idx="29650">
                  <c:v>24.8</c:v>
                </c:pt>
                <c:pt idx="29651">
                  <c:v>24.8</c:v>
                </c:pt>
                <c:pt idx="29652">
                  <c:v>24.8</c:v>
                </c:pt>
                <c:pt idx="29653">
                  <c:v>24.8</c:v>
                </c:pt>
                <c:pt idx="29654">
                  <c:v>24.8</c:v>
                </c:pt>
                <c:pt idx="29655">
                  <c:v>24.75</c:v>
                </c:pt>
                <c:pt idx="29656">
                  <c:v>24.75</c:v>
                </c:pt>
                <c:pt idx="29657">
                  <c:v>24.75</c:v>
                </c:pt>
                <c:pt idx="29658">
                  <c:v>24.75</c:v>
                </c:pt>
                <c:pt idx="29659">
                  <c:v>24.75</c:v>
                </c:pt>
                <c:pt idx="29660">
                  <c:v>24.75</c:v>
                </c:pt>
                <c:pt idx="29661">
                  <c:v>24.75</c:v>
                </c:pt>
                <c:pt idx="29662">
                  <c:v>24.75</c:v>
                </c:pt>
                <c:pt idx="29663">
                  <c:v>24.75</c:v>
                </c:pt>
                <c:pt idx="29664">
                  <c:v>24.8</c:v>
                </c:pt>
                <c:pt idx="29665">
                  <c:v>24.75</c:v>
                </c:pt>
                <c:pt idx="29666">
                  <c:v>24.8</c:v>
                </c:pt>
                <c:pt idx="29667">
                  <c:v>24.75</c:v>
                </c:pt>
                <c:pt idx="29668">
                  <c:v>24.8</c:v>
                </c:pt>
                <c:pt idx="29669">
                  <c:v>24.8</c:v>
                </c:pt>
                <c:pt idx="29670">
                  <c:v>24.8</c:v>
                </c:pt>
                <c:pt idx="29671">
                  <c:v>24.8</c:v>
                </c:pt>
                <c:pt idx="29672">
                  <c:v>24.8</c:v>
                </c:pt>
                <c:pt idx="29673">
                  <c:v>24.8</c:v>
                </c:pt>
                <c:pt idx="29674">
                  <c:v>24.8</c:v>
                </c:pt>
                <c:pt idx="29675">
                  <c:v>24.8</c:v>
                </c:pt>
                <c:pt idx="29676">
                  <c:v>24.8</c:v>
                </c:pt>
                <c:pt idx="29677">
                  <c:v>24.8</c:v>
                </c:pt>
                <c:pt idx="29678">
                  <c:v>24.8</c:v>
                </c:pt>
                <c:pt idx="29679">
                  <c:v>24.8</c:v>
                </c:pt>
                <c:pt idx="29680">
                  <c:v>24.8</c:v>
                </c:pt>
                <c:pt idx="29681">
                  <c:v>24.8</c:v>
                </c:pt>
                <c:pt idx="29682">
                  <c:v>24.8</c:v>
                </c:pt>
                <c:pt idx="29683">
                  <c:v>24.75</c:v>
                </c:pt>
                <c:pt idx="29684">
                  <c:v>24.8</c:v>
                </c:pt>
                <c:pt idx="29685">
                  <c:v>24.75</c:v>
                </c:pt>
                <c:pt idx="29686">
                  <c:v>24.8</c:v>
                </c:pt>
                <c:pt idx="29687">
                  <c:v>24.75</c:v>
                </c:pt>
                <c:pt idx="29688">
                  <c:v>24.75</c:v>
                </c:pt>
                <c:pt idx="29689">
                  <c:v>24.75</c:v>
                </c:pt>
                <c:pt idx="29690">
                  <c:v>24.75</c:v>
                </c:pt>
                <c:pt idx="29691">
                  <c:v>24.75</c:v>
                </c:pt>
                <c:pt idx="29692">
                  <c:v>24.75</c:v>
                </c:pt>
                <c:pt idx="29693">
                  <c:v>24.75</c:v>
                </c:pt>
                <c:pt idx="29694">
                  <c:v>24.75</c:v>
                </c:pt>
                <c:pt idx="29695">
                  <c:v>24.75</c:v>
                </c:pt>
                <c:pt idx="29696">
                  <c:v>24.75</c:v>
                </c:pt>
                <c:pt idx="29697">
                  <c:v>24.75</c:v>
                </c:pt>
                <c:pt idx="29698">
                  <c:v>24.75</c:v>
                </c:pt>
                <c:pt idx="29699">
                  <c:v>24.75</c:v>
                </c:pt>
                <c:pt idx="29700">
                  <c:v>24.75</c:v>
                </c:pt>
                <c:pt idx="29701">
                  <c:v>24.8</c:v>
                </c:pt>
                <c:pt idx="29702">
                  <c:v>24.8</c:v>
                </c:pt>
                <c:pt idx="29703">
                  <c:v>24.8</c:v>
                </c:pt>
                <c:pt idx="29704">
                  <c:v>24.8</c:v>
                </c:pt>
                <c:pt idx="29705">
                  <c:v>24.8</c:v>
                </c:pt>
                <c:pt idx="29706">
                  <c:v>24.8</c:v>
                </c:pt>
                <c:pt idx="29707">
                  <c:v>24.8</c:v>
                </c:pt>
                <c:pt idx="29708">
                  <c:v>24.8</c:v>
                </c:pt>
                <c:pt idx="29709">
                  <c:v>24.8</c:v>
                </c:pt>
                <c:pt idx="29710">
                  <c:v>24.8</c:v>
                </c:pt>
                <c:pt idx="29711">
                  <c:v>24.8</c:v>
                </c:pt>
                <c:pt idx="29712">
                  <c:v>24.8</c:v>
                </c:pt>
                <c:pt idx="29713">
                  <c:v>24.8</c:v>
                </c:pt>
                <c:pt idx="29714">
                  <c:v>24.8</c:v>
                </c:pt>
                <c:pt idx="29715">
                  <c:v>24.8</c:v>
                </c:pt>
                <c:pt idx="29716">
                  <c:v>24.8</c:v>
                </c:pt>
                <c:pt idx="29717">
                  <c:v>24.8</c:v>
                </c:pt>
                <c:pt idx="29718">
                  <c:v>24.8</c:v>
                </c:pt>
                <c:pt idx="29719">
                  <c:v>24.8</c:v>
                </c:pt>
                <c:pt idx="29720">
                  <c:v>24.8</c:v>
                </c:pt>
                <c:pt idx="29721">
                  <c:v>24.75</c:v>
                </c:pt>
                <c:pt idx="29722">
                  <c:v>24.75</c:v>
                </c:pt>
                <c:pt idx="29723">
                  <c:v>24.75</c:v>
                </c:pt>
                <c:pt idx="29724">
                  <c:v>24.75</c:v>
                </c:pt>
                <c:pt idx="29725">
                  <c:v>24.75</c:v>
                </c:pt>
                <c:pt idx="29726">
                  <c:v>24.75</c:v>
                </c:pt>
                <c:pt idx="29727">
                  <c:v>24.75</c:v>
                </c:pt>
                <c:pt idx="29728">
                  <c:v>24.75</c:v>
                </c:pt>
                <c:pt idx="29729">
                  <c:v>24.75</c:v>
                </c:pt>
                <c:pt idx="29730">
                  <c:v>24.75</c:v>
                </c:pt>
                <c:pt idx="29731">
                  <c:v>24.8</c:v>
                </c:pt>
                <c:pt idx="29732">
                  <c:v>24.8</c:v>
                </c:pt>
                <c:pt idx="29733">
                  <c:v>24.75</c:v>
                </c:pt>
                <c:pt idx="29734">
                  <c:v>24.75</c:v>
                </c:pt>
                <c:pt idx="29735">
                  <c:v>24.8</c:v>
                </c:pt>
                <c:pt idx="29736">
                  <c:v>24.8</c:v>
                </c:pt>
                <c:pt idx="29737">
                  <c:v>24.8</c:v>
                </c:pt>
                <c:pt idx="29738">
                  <c:v>24.8</c:v>
                </c:pt>
                <c:pt idx="29739">
                  <c:v>24.8</c:v>
                </c:pt>
                <c:pt idx="29740">
                  <c:v>24.8</c:v>
                </c:pt>
                <c:pt idx="29741">
                  <c:v>24.8</c:v>
                </c:pt>
                <c:pt idx="29742">
                  <c:v>24.8</c:v>
                </c:pt>
                <c:pt idx="29743">
                  <c:v>24.8</c:v>
                </c:pt>
                <c:pt idx="29744">
                  <c:v>24.8</c:v>
                </c:pt>
                <c:pt idx="29745">
                  <c:v>24.8</c:v>
                </c:pt>
                <c:pt idx="29746">
                  <c:v>24.8</c:v>
                </c:pt>
                <c:pt idx="29747">
                  <c:v>24.8</c:v>
                </c:pt>
                <c:pt idx="29748">
                  <c:v>24.8</c:v>
                </c:pt>
                <c:pt idx="29749">
                  <c:v>24.8</c:v>
                </c:pt>
                <c:pt idx="29750">
                  <c:v>24.8</c:v>
                </c:pt>
                <c:pt idx="29751">
                  <c:v>24.75</c:v>
                </c:pt>
                <c:pt idx="29752">
                  <c:v>24.75</c:v>
                </c:pt>
                <c:pt idx="29753">
                  <c:v>24.75</c:v>
                </c:pt>
                <c:pt idx="29754">
                  <c:v>24.75</c:v>
                </c:pt>
                <c:pt idx="29755">
                  <c:v>24.75</c:v>
                </c:pt>
                <c:pt idx="29756">
                  <c:v>24.75</c:v>
                </c:pt>
                <c:pt idx="29757">
                  <c:v>24.75</c:v>
                </c:pt>
                <c:pt idx="29758">
                  <c:v>24.75</c:v>
                </c:pt>
                <c:pt idx="29759">
                  <c:v>24.75</c:v>
                </c:pt>
                <c:pt idx="29760">
                  <c:v>24.75</c:v>
                </c:pt>
                <c:pt idx="29761">
                  <c:v>24.75</c:v>
                </c:pt>
                <c:pt idx="29762">
                  <c:v>24.75</c:v>
                </c:pt>
                <c:pt idx="29763">
                  <c:v>24.75</c:v>
                </c:pt>
                <c:pt idx="29764">
                  <c:v>24.75</c:v>
                </c:pt>
                <c:pt idx="29765">
                  <c:v>24.75</c:v>
                </c:pt>
                <c:pt idx="29766">
                  <c:v>24.75</c:v>
                </c:pt>
                <c:pt idx="29767">
                  <c:v>24.75</c:v>
                </c:pt>
                <c:pt idx="29768">
                  <c:v>24.8</c:v>
                </c:pt>
                <c:pt idx="29769">
                  <c:v>24.8</c:v>
                </c:pt>
                <c:pt idx="29770">
                  <c:v>24.8</c:v>
                </c:pt>
                <c:pt idx="29771">
                  <c:v>24.75</c:v>
                </c:pt>
                <c:pt idx="29772">
                  <c:v>24.8</c:v>
                </c:pt>
                <c:pt idx="29773">
                  <c:v>24.8</c:v>
                </c:pt>
                <c:pt idx="29774">
                  <c:v>24.8</c:v>
                </c:pt>
                <c:pt idx="29775">
                  <c:v>24.75</c:v>
                </c:pt>
                <c:pt idx="29776">
                  <c:v>24.8</c:v>
                </c:pt>
                <c:pt idx="29777">
                  <c:v>24.8</c:v>
                </c:pt>
                <c:pt idx="29778">
                  <c:v>24.8</c:v>
                </c:pt>
                <c:pt idx="29779">
                  <c:v>24.8</c:v>
                </c:pt>
                <c:pt idx="29780">
                  <c:v>24.75</c:v>
                </c:pt>
                <c:pt idx="29781">
                  <c:v>24.8</c:v>
                </c:pt>
                <c:pt idx="29782">
                  <c:v>24.75</c:v>
                </c:pt>
                <c:pt idx="29783">
                  <c:v>24.75</c:v>
                </c:pt>
                <c:pt idx="29784">
                  <c:v>24.75</c:v>
                </c:pt>
                <c:pt idx="29785">
                  <c:v>24.75</c:v>
                </c:pt>
                <c:pt idx="29786">
                  <c:v>24.75</c:v>
                </c:pt>
                <c:pt idx="29787">
                  <c:v>24.75</c:v>
                </c:pt>
                <c:pt idx="29788">
                  <c:v>24.75</c:v>
                </c:pt>
                <c:pt idx="29789">
                  <c:v>24.75</c:v>
                </c:pt>
                <c:pt idx="29790">
                  <c:v>24.75</c:v>
                </c:pt>
                <c:pt idx="29791">
                  <c:v>24.75</c:v>
                </c:pt>
                <c:pt idx="29792">
                  <c:v>24.75</c:v>
                </c:pt>
                <c:pt idx="29793">
                  <c:v>24.75</c:v>
                </c:pt>
                <c:pt idx="29794">
                  <c:v>24.75</c:v>
                </c:pt>
                <c:pt idx="29795">
                  <c:v>24.75</c:v>
                </c:pt>
                <c:pt idx="29796">
                  <c:v>24.75</c:v>
                </c:pt>
                <c:pt idx="29797">
                  <c:v>24.75</c:v>
                </c:pt>
                <c:pt idx="29798">
                  <c:v>24.75</c:v>
                </c:pt>
                <c:pt idx="29799">
                  <c:v>24.75</c:v>
                </c:pt>
                <c:pt idx="29800">
                  <c:v>24.75</c:v>
                </c:pt>
                <c:pt idx="29801">
                  <c:v>24.75</c:v>
                </c:pt>
                <c:pt idx="29802">
                  <c:v>24.75</c:v>
                </c:pt>
                <c:pt idx="29803">
                  <c:v>24.75</c:v>
                </c:pt>
                <c:pt idx="29804">
                  <c:v>24.75</c:v>
                </c:pt>
                <c:pt idx="29805">
                  <c:v>24.75</c:v>
                </c:pt>
                <c:pt idx="29806">
                  <c:v>24.75</c:v>
                </c:pt>
                <c:pt idx="29807">
                  <c:v>24.75</c:v>
                </c:pt>
                <c:pt idx="29808">
                  <c:v>24.75</c:v>
                </c:pt>
                <c:pt idx="29809">
                  <c:v>24.75</c:v>
                </c:pt>
                <c:pt idx="29810">
                  <c:v>24.75</c:v>
                </c:pt>
                <c:pt idx="29811">
                  <c:v>24.75</c:v>
                </c:pt>
                <c:pt idx="29812">
                  <c:v>24.75</c:v>
                </c:pt>
                <c:pt idx="29813">
                  <c:v>24.75</c:v>
                </c:pt>
                <c:pt idx="29814">
                  <c:v>24.75</c:v>
                </c:pt>
                <c:pt idx="29815">
                  <c:v>24.75</c:v>
                </c:pt>
                <c:pt idx="29816">
                  <c:v>24.75</c:v>
                </c:pt>
                <c:pt idx="29817">
                  <c:v>24.75</c:v>
                </c:pt>
                <c:pt idx="29818">
                  <c:v>24.75</c:v>
                </c:pt>
                <c:pt idx="29819">
                  <c:v>24.75</c:v>
                </c:pt>
                <c:pt idx="29820">
                  <c:v>24.75</c:v>
                </c:pt>
                <c:pt idx="29821">
                  <c:v>24.75</c:v>
                </c:pt>
                <c:pt idx="29822">
                  <c:v>24.75</c:v>
                </c:pt>
                <c:pt idx="29823">
                  <c:v>24.75</c:v>
                </c:pt>
                <c:pt idx="29824">
                  <c:v>24.75</c:v>
                </c:pt>
                <c:pt idx="29825">
                  <c:v>24.75</c:v>
                </c:pt>
                <c:pt idx="29826">
                  <c:v>24.75</c:v>
                </c:pt>
                <c:pt idx="29827">
                  <c:v>24.75</c:v>
                </c:pt>
                <c:pt idx="29828">
                  <c:v>24.75</c:v>
                </c:pt>
                <c:pt idx="29829">
                  <c:v>24.75</c:v>
                </c:pt>
                <c:pt idx="29830">
                  <c:v>24.75</c:v>
                </c:pt>
                <c:pt idx="29831">
                  <c:v>24.75</c:v>
                </c:pt>
                <c:pt idx="29832">
                  <c:v>24.75</c:v>
                </c:pt>
                <c:pt idx="29833">
                  <c:v>24.75</c:v>
                </c:pt>
                <c:pt idx="29834">
                  <c:v>24.75</c:v>
                </c:pt>
                <c:pt idx="29835">
                  <c:v>24.75</c:v>
                </c:pt>
                <c:pt idx="29836">
                  <c:v>24.75</c:v>
                </c:pt>
                <c:pt idx="29837">
                  <c:v>24.75</c:v>
                </c:pt>
                <c:pt idx="29838">
                  <c:v>24.75</c:v>
                </c:pt>
                <c:pt idx="29839">
                  <c:v>24.75</c:v>
                </c:pt>
                <c:pt idx="29840">
                  <c:v>24.75</c:v>
                </c:pt>
                <c:pt idx="29841">
                  <c:v>24.75</c:v>
                </c:pt>
                <c:pt idx="29842">
                  <c:v>24.75</c:v>
                </c:pt>
                <c:pt idx="29843">
                  <c:v>24.75</c:v>
                </c:pt>
                <c:pt idx="29844">
                  <c:v>24.75</c:v>
                </c:pt>
                <c:pt idx="29845">
                  <c:v>24.75</c:v>
                </c:pt>
                <c:pt idx="29846">
                  <c:v>24.75</c:v>
                </c:pt>
                <c:pt idx="29847">
                  <c:v>24.75</c:v>
                </c:pt>
                <c:pt idx="29848">
                  <c:v>24.75</c:v>
                </c:pt>
                <c:pt idx="29849">
                  <c:v>24.75</c:v>
                </c:pt>
                <c:pt idx="29850">
                  <c:v>24.75</c:v>
                </c:pt>
                <c:pt idx="29851">
                  <c:v>24.75</c:v>
                </c:pt>
                <c:pt idx="29852">
                  <c:v>24.75</c:v>
                </c:pt>
                <c:pt idx="29853">
                  <c:v>24.75</c:v>
                </c:pt>
                <c:pt idx="29854">
                  <c:v>24.75</c:v>
                </c:pt>
                <c:pt idx="29855">
                  <c:v>24.75</c:v>
                </c:pt>
                <c:pt idx="29856">
                  <c:v>24.75</c:v>
                </c:pt>
                <c:pt idx="29857">
                  <c:v>24.75</c:v>
                </c:pt>
                <c:pt idx="29858">
                  <c:v>24.75</c:v>
                </c:pt>
                <c:pt idx="29859">
                  <c:v>24.75</c:v>
                </c:pt>
                <c:pt idx="29860">
                  <c:v>24.75</c:v>
                </c:pt>
                <c:pt idx="29861">
                  <c:v>24.75</c:v>
                </c:pt>
                <c:pt idx="29862">
                  <c:v>24.75</c:v>
                </c:pt>
                <c:pt idx="29863">
                  <c:v>24.75</c:v>
                </c:pt>
                <c:pt idx="29864">
                  <c:v>24.75</c:v>
                </c:pt>
                <c:pt idx="29865">
                  <c:v>24.75</c:v>
                </c:pt>
                <c:pt idx="29866">
                  <c:v>24.75</c:v>
                </c:pt>
                <c:pt idx="29867">
                  <c:v>24.75</c:v>
                </c:pt>
                <c:pt idx="29868">
                  <c:v>24.75</c:v>
                </c:pt>
                <c:pt idx="29869">
                  <c:v>24.75</c:v>
                </c:pt>
                <c:pt idx="29870">
                  <c:v>24.75</c:v>
                </c:pt>
                <c:pt idx="29871">
                  <c:v>24.75</c:v>
                </c:pt>
                <c:pt idx="29872">
                  <c:v>24.75</c:v>
                </c:pt>
                <c:pt idx="29873">
                  <c:v>24.75</c:v>
                </c:pt>
                <c:pt idx="29874">
                  <c:v>24.75</c:v>
                </c:pt>
                <c:pt idx="29875">
                  <c:v>24.75</c:v>
                </c:pt>
                <c:pt idx="29876">
                  <c:v>24.75</c:v>
                </c:pt>
                <c:pt idx="29877">
                  <c:v>24.75</c:v>
                </c:pt>
                <c:pt idx="29878">
                  <c:v>24.75</c:v>
                </c:pt>
                <c:pt idx="29879">
                  <c:v>24.75</c:v>
                </c:pt>
                <c:pt idx="29880">
                  <c:v>24.75</c:v>
                </c:pt>
                <c:pt idx="29881">
                  <c:v>24.75</c:v>
                </c:pt>
                <c:pt idx="29882">
                  <c:v>24.75</c:v>
                </c:pt>
                <c:pt idx="29883">
                  <c:v>24.75</c:v>
                </c:pt>
                <c:pt idx="29884">
                  <c:v>24.75</c:v>
                </c:pt>
                <c:pt idx="29885">
                  <c:v>24.75</c:v>
                </c:pt>
                <c:pt idx="29886">
                  <c:v>24.75</c:v>
                </c:pt>
                <c:pt idx="29887">
                  <c:v>24.75</c:v>
                </c:pt>
                <c:pt idx="29888">
                  <c:v>24.75</c:v>
                </c:pt>
                <c:pt idx="29889">
                  <c:v>24.75</c:v>
                </c:pt>
                <c:pt idx="29890">
                  <c:v>24.75</c:v>
                </c:pt>
                <c:pt idx="29891">
                  <c:v>24.75</c:v>
                </c:pt>
                <c:pt idx="29892">
                  <c:v>24.75</c:v>
                </c:pt>
                <c:pt idx="29893">
                  <c:v>24.75</c:v>
                </c:pt>
                <c:pt idx="29894">
                  <c:v>24.75</c:v>
                </c:pt>
                <c:pt idx="29895">
                  <c:v>24.75</c:v>
                </c:pt>
                <c:pt idx="29896">
                  <c:v>24.75</c:v>
                </c:pt>
                <c:pt idx="29897">
                  <c:v>24.75</c:v>
                </c:pt>
                <c:pt idx="29898">
                  <c:v>24.75</c:v>
                </c:pt>
                <c:pt idx="29899">
                  <c:v>24.75</c:v>
                </c:pt>
                <c:pt idx="29900">
                  <c:v>24.75</c:v>
                </c:pt>
                <c:pt idx="29901">
                  <c:v>24.75</c:v>
                </c:pt>
                <c:pt idx="29902">
                  <c:v>24.75</c:v>
                </c:pt>
                <c:pt idx="29903">
                  <c:v>24.75</c:v>
                </c:pt>
                <c:pt idx="29904">
                  <c:v>24.75</c:v>
                </c:pt>
                <c:pt idx="29905">
                  <c:v>24.75</c:v>
                </c:pt>
                <c:pt idx="29906">
                  <c:v>24.75</c:v>
                </c:pt>
                <c:pt idx="29907">
                  <c:v>24.75</c:v>
                </c:pt>
                <c:pt idx="29908">
                  <c:v>24.75</c:v>
                </c:pt>
                <c:pt idx="29909">
                  <c:v>24.75</c:v>
                </c:pt>
                <c:pt idx="29910">
                  <c:v>24.75</c:v>
                </c:pt>
                <c:pt idx="29911">
                  <c:v>24.75</c:v>
                </c:pt>
                <c:pt idx="29912">
                  <c:v>24.75</c:v>
                </c:pt>
                <c:pt idx="29913">
                  <c:v>24.75</c:v>
                </c:pt>
                <c:pt idx="29914">
                  <c:v>24.75</c:v>
                </c:pt>
                <c:pt idx="29915">
                  <c:v>24.75</c:v>
                </c:pt>
                <c:pt idx="29916">
                  <c:v>24.75</c:v>
                </c:pt>
                <c:pt idx="29917">
                  <c:v>24.75</c:v>
                </c:pt>
                <c:pt idx="29918">
                  <c:v>24.75</c:v>
                </c:pt>
                <c:pt idx="29919">
                  <c:v>24.75</c:v>
                </c:pt>
                <c:pt idx="29920">
                  <c:v>24.75</c:v>
                </c:pt>
                <c:pt idx="29921">
                  <c:v>24.75</c:v>
                </c:pt>
                <c:pt idx="29922">
                  <c:v>24.75</c:v>
                </c:pt>
                <c:pt idx="29923">
                  <c:v>24.75</c:v>
                </c:pt>
                <c:pt idx="29924">
                  <c:v>24.75</c:v>
                </c:pt>
                <c:pt idx="29925">
                  <c:v>24.75</c:v>
                </c:pt>
                <c:pt idx="29926">
                  <c:v>24.75</c:v>
                </c:pt>
                <c:pt idx="29927">
                  <c:v>24.75</c:v>
                </c:pt>
                <c:pt idx="29928">
                  <c:v>24.75</c:v>
                </c:pt>
                <c:pt idx="29929">
                  <c:v>24.75</c:v>
                </c:pt>
                <c:pt idx="29930">
                  <c:v>24.75</c:v>
                </c:pt>
                <c:pt idx="29931">
                  <c:v>24.75</c:v>
                </c:pt>
                <c:pt idx="29932">
                  <c:v>24.8</c:v>
                </c:pt>
                <c:pt idx="29933">
                  <c:v>24.75</c:v>
                </c:pt>
                <c:pt idx="29934">
                  <c:v>24.75</c:v>
                </c:pt>
                <c:pt idx="29935">
                  <c:v>24.75</c:v>
                </c:pt>
                <c:pt idx="29936">
                  <c:v>24.75</c:v>
                </c:pt>
                <c:pt idx="29937">
                  <c:v>24.75</c:v>
                </c:pt>
                <c:pt idx="29938">
                  <c:v>24.75</c:v>
                </c:pt>
                <c:pt idx="29939">
                  <c:v>24.75</c:v>
                </c:pt>
                <c:pt idx="29940">
                  <c:v>24.75</c:v>
                </c:pt>
                <c:pt idx="29941">
                  <c:v>24.75</c:v>
                </c:pt>
                <c:pt idx="29942">
                  <c:v>24.75</c:v>
                </c:pt>
                <c:pt idx="29943">
                  <c:v>24.75</c:v>
                </c:pt>
                <c:pt idx="29944">
                  <c:v>24.75</c:v>
                </c:pt>
                <c:pt idx="29945">
                  <c:v>24.75</c:v>
                </c:pt>
                <c:pt idx="29946">
                  <c:v>24.75</c:v>
                </c:pt>
                <c:pt idx="29947">
                  <c:v>24.75</c:v>
                </c:pt>
                <c:pt idx="29948">
                  <c:v>24.75</c:v>
                </c:pt>
                <c:pt idx="29949">
                  <c:v>24.75</c:v>
                </c:pt>
                <c:pt idx="29950">
                  <c:v>24.75</c:v>
                </c:pt>
                <c:pt idx="29951">
                  <c:v>24.75</c:v>
                </c:pt>
                <c:pt idx="29952">
                  <c:v>24.75</c:v>
                </c:pt>
                <c:pt idx="29953">
                  <c:v>24.75</c:v>
                </c:pt>
                <c:pt idx="29954">
                  <c:v>24.8</c:v>
                </c:pt>
                <c:pt idx="29955">
                  <c:v>24.75</c:v>
                </c:pt>
                <c:pt idx="29956">
                  <c:v>24.75</c:v>
                </c:pt>
                <c:pt idx="29957">
                  <c:v>24.75</c:v>
                </c:pt>
                <c:pt idx="29958">
                  <c:v>24.75</c:v>
                </c:pt>
                <c:pt idx="29959">
                  <c:v>24.75</c:v>
                </c:pt>
                <c:pt idx="29960">
                  <c:v>24.8</c:v>
                </c:pt>
                <c:pt idx="29961">
                  <c:v>24.8</c:v>
                </c:pt>
                <c:pt idx="29962">
                  <c:v>24.75</c:v>
                </c:pt>
                <c:pt idx="29963">
                  <c:v>24.8</c:v>
                </c:pt>
                <c:pt idx="29964">
                  <c:v>24.75</c:v>
                </c:pt>
                <c:pt idx="29965">
                  <c:v>24.8</c:v>
                </c:pt>
                <c:pt idx="29966">
                  <c:v>24.8</c:v>
                </c:pt>
                <c:pt idx="29967">
                  <c:v>24.75</c:v>
                </c:pt>
                <c:pt idx="29968">
                  <c:v>24.75</c:v>
                </c:pt>
                <c:pt idx="29969">
                  <c:v>24.8</c:v>
                </c:pt>
                <c:pt idx="29970">
                  <c:v>24.75</c:v>
                </c:pt>
                <c:pt idx="29971">
                  <c:v>24.75</c:v>
                </c:pt>
                <c:pt idx="29972">
                  <c:v>24.75</c:v>
                </c:pt>
                <c:pt idx="29973">
                  <c:v>24.8</c:v>
                </c:pt>
                <c:pt idx="29974">
                  <c:v>24.75</c:v>
                </c:pt>
                <c:pt idx="29975">
                  <c:v>24.8</c:v>
                </c:pt>
                <c:pt idx="29976">
                  <c:v>24.75</c:v>
                </c:pt>
                <c:pt idx="29977">
                  <c:v>24.75</c:v>
                </c:pt>
                <c:pt idx="29978">
                  <c:v>24.75</c:v>
                </c:pt>
                <c:pt idx="29979">
                  <c:v>24.75</c:v>
                </c:pt>
                <c:pt idx="29980">
                  <c:v>24.75</c:v>
                </c:pt>
                <c:pt idx="29981">
                  <c:v>24.8</c:v>
                </c:pt>
                <c:pt idx="29982">
                  <c:v>24.8</c:v>
                </c:pt>
                <c:pt idx="29983">
                  <c:v>24.75</c:v>
                </c:pt>
                <c:pt idx="29984">
                  <c:v>24.8</c:v>
                </c:pt>
                <c:pt idx="29985">
                  <c:v>24.75</c:v>
                </c:pt>
                <c:pt idx="29986">
                  <c:v>24.75</c:v>
                </c:pt>
                <c:pt idx="29987">
                  <c:v>24.75</c:v>
                </c:pt>
                <c:pt idx="29988">
                  <c:v>24.75</c:v>
                </c:pt>
                <c:pt idx="29989">
                  <c:v>24.75</c:v>
                </c:pt>
                <c:pt idx="29990">
                  <c:v>24.75</c:v>
                </c:pt>
                <c:pt idx="29991">
                  <c:v>24.75</c:v>
                </c:pt>
                <c:pt idx="29992">
                  <c:v>24.75</c:v>
                </c:pt>
                <c:pt idx="29993">
                  <c:v>24.75</c:v>
                </c:pt>
                <c:pt idx="29994">
                  <c:v>24.75</c:v>
                </c:pt>
                <c:pt idx="29995">
                  <c:v>24.75</c:v>
                </c:pt>
                <c:pt idx="29996">
                  <c:v>24.75</c:v>
                </c:pt>
                <c:pt idx="29997">
                  <c:v>24.75</c:v>
                </c:pt>
                <c:pt idx="29998">
                  <c:v>24.75</c:v>
                </c:pt>
                <c:pt idx="29999">
                  <c:v>24.75</c:v>
                </c:pt>
                <c:pt idx="30000">
                  <c:v>24.75</c:v>
                </c:pt>
                <c:pt idx="30001">
                  <c:v>24.75</c:v>
                </c:pt>
                <c:pt idx="30002">
                  <c:v>24.75</c:v>
                </c:pt>
                <c:pt idx="30003">
                  <c:v>24.75</c:v>
                </c:pt>
                <c:pt idx="30004">
                  <c:v>24.75</c:v>
                </c:pt>
                <c:pt idx="30005">
                  <c:v>24.75</c:v>
                </c:pt>
                <c:pt idx="30006">
                  <c:v>24.75</c:v>
                </c:pt>
                <c:pt idx="30007">
                  <c:v>24.75</c:v>
                </c:pt>
                <c:pt idx="30008">
                  <c:v>24.75</c:v>
                </c:pt>
                <c:pt idx="30009">
                  <c:v>24.75</c:v>
                </c:pt>
                <c:pt idx="30010">
                  <c:v>24.75</c:v>
                </c:pt>
                <c:pt idx="30011">
                  <c:v>24.75</c:v>
                </c:pt>
                <c:pt idx="30012">
                  <c:v>24.75</c:v>
                </c:pt>
                <c:pt idx="30013">
                  <c:v>24.75</c:v>
                </c:pt>
                <c:pt idx="30014">
                  <c:v>24.75</c:v>
                </c:pt>
                <c:pt idx="30015">
                  <c:v>24.75</c:v>
                </c:pt>
                <c:pt idx="30016">
                  <c:v>24.75</c:v>
                </c:pt>
                <c:pt idx="30017">
                  <c:v>24.75</c:v>
                </c:pt>
                <c:pt idx="30018">
                  <c:v>24.75</c:v>
                </c:pt>
                <c:pt idx="30019">
                  <c:v>24.75</c:v>
                </c:pt>
                <c:pt idx="30020">
                  <c:v>24.75</c:v>
                </c:pt>
                <c:pt idx="30021">
                  <c:v>24.75</c:v>
                </c:pt>
                <c:pt idx="30022">
                  <c:v>24.75</c:v>
                </c:pt>
                <c:pt idx="30023">
                  <c:v>24.75</c:v>
                </c:pt>
                <c:pt idx="30024">
                  <c:v>24.75</c:v>
                </c:pt>
                <c:pt idx="30025">
                  <c:v>24.75</c:v>
                </c:pt>
                <c:pt idx="30026">
                  <c:v>24.75</c:v>
                </c:pt>
                <c:pt idx="30027">
                  <c:v>24.75</c:v>
                </c:pt>
                <c:pt idx="30028">
                  <c:v>24.75</c:v>
                </c:pt>
                <c:pt idx="30029">
                  <c:v>24.75</c:v>
                </c:pt>
                <c:pt idx="30030">
                  <c:v>24.75</c:v>
                </c:pt>
                <c:pt idx="30031">
                  <c:v>24.75</c:v>
                </c:pt>
                <c:pt idx="30032">
                  <c:v>24.75</c:v>
                </c:pt>
                <c:pt idx="30033">
                  <c:v>24.75</c:v>
                </c:pt>
                <c:pt idx="30034">
                  <c:v>24.75</c:v>
                </c:pt>
                <c:pt idx="30035">
                  <c:v>24.75</c:v>
                </c:pt>
                <c:pt idx="30036">
                  <c:v>24.75</c:v>
                </c:pt>
                <c:pt idx="30037">
                  <c:v>24.75</c:v>
                </c:pt>
                <c:pt idx="30038">
                  <c:v>24.75</c:v>
                </c:pt>
                <c:pt idx="30039">
                  <c:v>24.75</c:v>
                </c:pt>
                <c:pt idx="30040">
                  <c:v>24.75</c:v>
                </c:pt>
                <c:pt idx="30041">
                  <c:v>24.75</c:v>
                </c:pt>
                <c:pt idx="30042">
                  <c:v>24.75</c:v>
                </c:pt>
                <c:pt idx="30043">
                  <c:v>24.75</c:v>
                </c:pt>
                <c:pt idx="30044">
                  <c:v>24.75</c:v>
                </c:pt>
                <c:pt idx="30045">
                  <c:v>24.75</c:v>
                </c:pt>
                <c:pt idx="30046">
                  <c:v>24.75</c:v>
                </c:pt>
                <c:pt idx="30047">
                  <c:v>24.75</c:v>
                </c:pt>
                <c:pt idx="30048">
                  <c:v>24.75</c:v>
                </c:pt>
                <c:pt idx="30049">
                  <c:v>24.75</c:v>
                </c:pt>
                <c:pt idx="30050">
                  <c:v>24.75</c:v>
                </c:pt>
                <c:pt idx="30051">
                  <c:v>24.75</c:v>
                </c:pt>
                <c:pt idx="30052">
                  <c:v>24.75</c:v>
                </c:pt>
                <c:pt idx="30053">
                  <c:v>24.75</c:v>
                </c:pt>
                <c:pt idx="30054">
                  <c:v>24.75</c:v>
                </c:pt>
                <c:pt idx="30055">
                  <c:v>24.75</c:v>
                </c:pt>
                <c:pt idx="30056">
                  <c:v>24.75</c:v>
                </c:pt>
                <c:pt idx="30057">
                  <c:v>24.75</c:v>
                </c:pt>
                <c:pt idx="30058">
                  <c:v>24.75</c:v>
                </c:pt>
                <c:pt idx="30059">
                  <c:v>24.75</c:v>
                </c:pt>
                <c:pt idx="30060">
                  <c:v>24.75</c:v>
                </c:pt>
                <c:pt idx="30061">
                  <c:v>24.75</c:v>
                </c:pt>
                <c:pt idx="30062">
                  <c:v>24.75</c:v>
                </c:pt>
                <c:pt idx="30063">
                  <c:v>24.75</c:v>
                </c:pt>
                <c:pt idx="30064">
                  <c:v>24.75</c:v>
                </c:pt>
                <c:pt idx="30065">
                  <c:v>24.75</c:v>
                </c:pt>
                <c:pt idx="30066">
                  <c:v>24.75</c:v>
                </c:pt>
                <c:pt idx="30067">
                  <c:v>24.75</c:v>
                </c:pt>
                <c:pt idx="30068">
                  <c:v>24.75</c:v>
                </c:pt>
                <c:pt idx="30069">
                  <c:v>24.75</c:v>
                </c:pt>
                <c:pt idx="30070">
                  <c:v>24.75</c:v>
                </c:pt>
                <c:pt idx="30071">
                  <c:v>24.75</c:v>
                </c:pt>
                <c:pt idx="30072">
                  <c:v>24.75</c:v>
                </c:pt>
                <c:pt idx="30073">
                  <c:v>24.75</c:v>
                </c:pt>
                <c:pt idx="30074">
                  <c:v>24.75</c:v>
                </c:pt>
                <c:pt idx="30075">
                  <c:v>24.75</c:v>
                </c:pt>
                <c:pt idx="30076">
                  <c:v>24.75</c:v>
                </c:pt>
                <c:pt idx="30077">
                  <c:v>24.75</c:v>
                </c:pt>
                <c:pt idx="30078">
                  <c:v>24.75</c:v>
                </c:pt>
                <c:pt idx="30079">
                  <c:v>24.75</c:v>
                </c:pt>
                <c:pt idx="30080">
                  <c:v>24.75</c:v>
                </c:pt>
                <c:pt idx="30081">
                  <c:v>24.75</c:v>
                </c:pt>
                <c:pt idx="30082">
                  <c:v>24.75</c:v>
                </c:pt>
                <c:pt idx="30083">
                  <c:v>24.75</c:v>
                </c:pt>
                <c:pt idx="30084">
                  <c:v>24.75</c:v>
                </c:pt>
                <c:pt idx="30085">
                  <c:v>24.75</c:v>
                </c:pt>
                <c:pt idx="30086">
                  <c:v>24.75</c:v>
                </c:pt>
                <c:pt idx="30087">
                  <c:v>24.75</c:v>
                </c:pt>
                <c:pt idx="30088">
                  <c:v>24.75</c:v>
                </c:pt>
                <c:pt idx="30089">
                  <c:v>24.75</c:v>
                </c:pt>
                <c:pt idx="30090">
                  <c:v>24.75</c:v>
                </c:pt>
                <c:pt idx="30091">
                  <c:v>24.75</c:v>
                </c:pt>
                <c:pt idx="30092">
                  <c:v>24.75</c:v>
                </c:pt>
                <c:pt idx="30093">
                  <c:v>24.75</c:v>
                </c:pt>
                <c:pt idx="30094">
                  <c:v>24.75</c:v>
                </c:pt>
                <c:pt idx="30095">
                  <c:v>24.75</c:v>
                </c:pt>
                <c:pt idx="30096">
                  <c:v>24.75</c:v>
                </c:pt>
                <c:pt idx="30097">
                  <c:v>24.75</c:v>
                </c:pt>
                <c:pt idx="30098">
                  <c:v>24.75</c:v>
                </c:pt>
                <c:pt idx="30099">
                  <c:v>24.75</c:v>
                </c:pt>
                <c:pt idx="30100">
                  <c:v>24.75</c:v>
                </c:pt>
                <c:pt idx="30101">
                  <c:v>24.75</c:v>
                </c:pt>
                <c:pt idx="30102">
                  <c:v>24.75</c:v>
                </c:pt>
                <c:pt idx="30103">
                  <c:v>24.75</c:v>
                </c:pt>
                <c:pt idx="30104">
                  <c:v>24.75</c:v>
                </c:pt>
                <c:pt idx="30105">
                  <c:v>24.75</c:v>
                </c:pt>
                <c:pt idx="30106">
                  <c:v>24.75</c:v>
                </c:pt>
                <c:pt idx="30107">
                  <c:v>24.75</c:v>
                </c:pt>
                <c:pt idx="30108">
                  <c:v>24.75</c:v>
                </c:pt>
                <c:pt idx="30109">
                  <c:v>24.75</c:v>
                </c:pt>
                <c:pt idx="30110">
                  <c:v>24.75</c:v>
                </c:pt>
                <c:pt idx="30111">
                  <c:v>24.75</c:v>
                </c:pt>
                <c:pt idx="30112">
                  <c:v>24.75</c:v>
                </c:pt>
                <c:pt idx="30113">
                  <c:v>24.75</c:v>
                </c:pt>
                <c:pt idx="30114">
                  <c:v>24.75</c:v>
                </c:pt>
                <c:pt idx="30115">
                  <c:v>24.75</c:v>
                </c:pt>
                <c:pt idx="30116">
                  <c:v>24.75</c:v>
                </c:pt>
                <c:pt idx="30117">
                  <c:v>24.75</c:v>
                </c:pt>
                <c:pt idx="30118">
                  <c:v>24.75</c:v>
                </c:pt>
                <c:pt idx="30119">
                  <c:v>24.75</c:v>
                </c:pt>
                <c:pt idx="30120">
                  <c:v>24.75</c:v>
                </c:pt>
                <c:pt idx="30121">
                  <c:v>24.75</c:v>
                </c:pt>
                <c:pt idx="30122">
                  <c:v>24.75</c:v>
                </c:pt>
                <c:pt idx="30123">
                  <c:v>24.75</c:v>
                </c:pt>
                <c:pt idx="30124">
                  <c:v>24.75</c:v>
                </c:pt>
                <c:pt idx="30125">
                  <c:v>24.75</c:v>
                </c:pt>
                <c:pt idx="30126">
                  <c:v>24.75</c:v>
                </c:pt>
                <c:pt idx="30127">
                  <c:v>24.75</c:v>
                </c:pt>
                <c:pt idx="30128">
                  <c:v>24.75</c:v>
                </c:pt>
                <c:pt idx="30129">
                  <c:v>24.75</c:v>
                </c:pt>
                <c:pt idx="30130">
                  <c:v>24.75</c:v>
                </c:pt>
                <c:pt idx="30131">
                  <c:v>24.75</c:v>
                </c:pt>
                <c:pt idx="30132">
                  <c:v>24.75</c:v>
                </c:pt>
                <c:pt idx="30133">
                  <c:v>24.75</c:v>
                </c:pt>
                <c:pt idx="30134">
                  <c:v>24.75</c:v>
                </c:pt>
                <c:pt idx="30135">
                  <c:v>24.75</c:v>
                </c:pt>
                <c:pt idx="30136">
                  <c:v>24.75</c:v>
                </c:pt>
                <c:pt idx="30137">
                  <c:v>24.75</c:v>
                </c:pt>
                <c:pt idx="30138">
                  <c:v>24.75</c:v>
                </c:pt>
                <c:pt idx="30139">
                  <c:v>24.75</c:v>
                </c:pt>
                <c:pt idx="30140">
                  <c:v>24.75</c:v>
                </c:pt>
                <c:pt idx="30141">
                  <c:v>24.75</c:v>
                </c:pt>
                <c:pt idx="30142">
                  <c:v>24.75</c:v>
                </c:pt>
                <c:pt idx="30143">
                  <c:v>24.75</c:v>
                </c:pt>
                <c:pt idx="30144">
                  <c:v>24.75</c:v>
                </c:pt>
                <c:pt idx="30145">
                  <c:v>24.75</c:v>
                </c:pt>
                <c:pt idx="30146">
                  <c:v>24.75</c:v>
                </c:pt>
                <c:pt idx="30147">
                  <c:v>24.75</c:v>
                </c:pt>
                <c:pt idx="30148">
                  <c:v>24.75</c:v>
                </c:pt>
                <c:pt idx="30149">
                  <c:v>24.75</c:v>
                </c:pt>
                <c:pt idx="30150">
                  <c:v>24.75</c:v>
                </c:pt>
                <c:pt idx="30151">
                  <c:v>24.75</c:v>
                </c:pt>
                <c:pt idx="30152">
                  <c:v>24.75</c:v>
                </c:pt>
                <c:pt idx="30153">
                  <c:v>24.75</c:v>
                </c:pt>
                <c:pt idx="30154">
                  <c:v>24.75</c:v>
                </c:pt>
                <c:pt idx="30155">
                  <c:v>24.75</c:v>
                </c:pt>
                <c:pt idx="30156">
                  <c:v>24.75</c:v>
                </c:pt>
                <c:pt idx="30157">
                  <c:v>24.75</c:v>
                </c:pt>
                <c:pt idx="30158">
                  <c:v>24.75</c:v>
                </c:pt>
                <c:pt idx="30159">
                  <c:v>24.75</c:v>
                </c:pt>
                <c:pt idx="30160">
                  <c:v>24.75</c:v>
                </c:pt>
                <c:pt idx="30161">
                  <c:v>24.75</c:v>
                </c:pt>
                <c:pt idx="30162">
                  <c:v>24.75</c:v>
                </c:pt>
                <c:pt idx="30163">
                  <c:v>24.75</c:v>
                </c:pt>
                <c:pt idx="30164">
                  <c:v>24.75</c:v>
                </c:pt>
                <c:pt idx="30165">
                  <c:v>24.75</c:v>
                </c:pt>
                <c:pt idx="30166">
                  <c:v>24.75</c:v>
                </c:pt>
                <c:pt idx="30167">
                  <c:v>24.75</c:v>
                </c:pt>
                <c:pt idx="30168">
                  <c:v>24.75</c:v>
                </c:pt>
                <c:pt idx="30169">
                  <c:v>24.75</c:v>
                </c:pt>
                <c:pt idx="30170">
                  <c:v>24.75</c:v>
                </c:pt>
                <c:pt idx="30171">
                  <c:v>24.75</c:v>
                </c:pt>
                <c:pt idx="30172">
                  <c:v>24.75</c:v>
                </c:pt>
                <c:pt idx="30173">
                  <c:v>24.75</c:v>
                </c:pt>
                <c:pt idx="30174">
                  <c:v>24.75</c:v>
                </c:pt>
                <c:pt idx="30175">
                  <c:v>24.75</c:v>
                </c:pt>
                <c:pt idx="30176">
                  <c:v>24.75</c:v>
                </c:pt>
                <c:pt idx="30177">
                  <c:v>24.75</c:v>
                </c:pt>
                <c:pt idx="30178">
                  <c:v>24.75</c:v>
                </c:pt>
                <c:pt idx="30179">
                  <c:v>24.75</c:v>
                </c:pt>
                <c:pt idx="30180">
                  <c:v>24.75</c:v>
                </c:pt>
                <c:pt idx="30181">
                  <c:v>24.75</c:v>
                </c:pt>
                <c:pt idx="30182">
                  <c:v>24.75</c:v>
                </c:pt>
                <c:pt idx="30183">
                  <c:v>24.75</c:v>
                </c:pt>
                <c:pt idx="30184">
                  <c:v>24.75</c:v>
                </c:pt>
                <c:pt idx="30185">
                  <c:v>24.75</c:v>
                </c:pt>
                <c:pt idx="30186">
                  <c:v>24.75</c:v>
                </c:pt>
                <c:pt idx="30187">
                  <c:v>24.75</c:v>
                </c:pt>
                <c:pt idx="30188">
                  <c:v>24.75</c:v>
                </c:pt>
                <c:pt idx="30189">
                  <c:v>24.75</c:v>
                </c:pt>
                <c:pt idx="30190">
                  <c:v>24.75</c:v>
                </c:pt>
                <c:pt idx="30191">
                  <c:v>24.75</c:v>
                </c:pt>
                <c:pt idx="30192">
                  <c:v>24.75</c:v>
                </c:pt>
                <c:pt idx="30193">
                  <c:v>24.75</c:v>
                </c:pt>
                <c:pt idx="30194">
                  <c:v>24.75</c:v>
                </c:pt>
                <c:pt idx="30195">
                  <c:v>24.75</c:v>
                </c:pt>
                <c:pt idx="30196">
                  <c:v>24.75</c:v>
                </c:pt>
                <c:pt idx="30197">
                  <c:v>24.75</c:v>
                </c:pt>
                <c:pt idx="30198">
                  <c:v>24.75</c:v>
                </c:pt>
                <c:pt idx="30199">
                  <c:v>24.75</c:v>
                </c:pt>
                <c:pt idx="30200">
                  <c:v>24.75</c:v>
                </c:pt>
                <c:pt idx="30201">
                  <c:v>24.75</c:v>
                </c:pt>
                <c:pt idx="30202">
                  <c:v>24.75</c:v>
                </c:pt>
                <c:pt idx="30203">
                  <c:v>24.75</c:v>
                </c:pt>
                <c:pt idx="30204">
                  <c:v>24.75</c:v>
                </c:pt>
                <c:pt idx="30205">
                  <c:v>24.75</c:v>
                </c:pt>
                <c:pt idx="30206">
                  <c:v>24.75</c:v>
                </c:pt>
                <c:pt idx="30207">
                  <c:v>24.75</c:v>
                </c:pt>
                <c:pt idx="30208">
                  <c:v>24.75</c:v>
                </c:pt>
                <c:pt idx="30209">
                  <c:v>24.75</c:v>
                </c:pt>
                <c:pt idx="30210">
                  <c:v>24.75</c:v>
                </c:pt>
                <c:pt idx="30211">
                  <c:v>24.75</c:v>
                </c:pt>
                <c:pt idx="30212">
                  <c:v>24.75</c:v>
                </c:pt>
                <c:pt idx="30213">
                  <c:v>24.75</c:v>
                </c:pt>
                <c:pt idx="30214">
                  <c:v>24.75</c:v>
                </c:pt>
                <c:pt idx="30215">
                  <c:v>24.75</c:v>
                </c:pt>
                <c:pt idx="30216">
                  <c:v>24.75</c:v>
                </c:pt>
                <c:pt idx="30217">
                  <c:v>24.75</c:v>
                </c:pt>
                <c:pt idx="30218">
                  <c:v>24.75</c:v>
                </c:pt>
                <c:pt idx="30219">
                  <c:v>24.75</c:v>
                </c:pt>
                <c:pt idx="30220">
                  <c:v>24.75</c:v>
                </c:pt>
                <c:pt idx="30221">
                  <c:v>24.75</c:v>
                </c:pt>
                <c:pt idx="30222">
                  <c:v>24.75</c:v>
                </c:pt>
                <c:pt idx="30223">
                  <c:v>24.75</c:v>
                </c:pt>
                <c:pt idx="30224">
                  <c:v>24.75</c:v>
                </c:pt>
                <c:pt idx="30225">
                  <c:v>24.75</c:v>
                </c:pt>
                <c:pt idx="30226">
                  <c:v>24.75</c:v>
                </c:pt>
                <c:pt idx="30227">
                  <c:v>24.75</c:v>
                </c:pt>
                <c:pt idx="30228">
                  <c:v>24.75</c:v>
                </c:pt>
                <c:pt idx="30229">
                  <c:v>24.75</c:v>
                </c:pt>
                <c:pt idx="30230">
                  <c:v>24.75</c:v>
                </c:pt>
                <c:pt idx="30231">
                  <c:v>24.75</c:v>
                </c:pt>
                <c:pt idx="30232">
                  <c:v>24.75</c:v>
                </c:pt>
                <c:pt idx="30233">
                  <c:v>24.75</c:v>
                </c:pt>
                <c:pt idx="30234">
                  <c:v>24.75</c:v>
                </c:pt>
                <c:pt idx="30235">
                  <c:v>24.75</c:v>
                </c:pt>
                <c:pt idx="30236">
                  <c:v>24.75</c:v>
                </c:pt>
                <c:pt idx="30237">
                  <c:v>24.75</c:v>
                </c:pt>
                <c:pt idx="30238">
                  <c:v>24.75</c:v>
                </c:pt>
                <c:pt idx="30239">
                  <c:v>24.75</c:v>
                </c:pt>
                <c:pt idx="30240">
                  <c:v>24.75</c:v>
                </c:pt>
                <c:pt idx="30241">
                  <c:v>24.75</c:v>
                </c:pt>
                <c:pt idx="30242">
                  <c:v>24.75</c:v>
                </c:pt>
                <c:pt idx="30243">
                  <c:v>24.75</c:v>
                </c:pt>
                <c:pt idx="30244">
                  <c:v>24.75</c:v>
                </c:pt>
                <c:pt idx="30245">
                  <c:v>24.75</c:v>
                </c:pt>
                <c:pt idx="30246">
                  <c:v>24.75</c:v>
                </c:pt>
                <c:pt idx="30247">
                  <c:v>24.75</c:v>
                </c:pt>
                <c:pt idx="30248">
                  <c:v>24.75</c:v>
                </c:pt>
                <c:pt idx="30249">
                  <c:v>24.75</c:v>
                </c:pt>
                <c:pt idx="30250">
                  <c:v>24.75</c:v>
                </c:pt>
                <c:pt idx="30251">
                  <c:v>24.75</c:v>
                </c:pt>
                <c:pt idx="30252">
                  <c:v>24.75</c:v>
                </c:pt>
                <c:pt idx="30253">
                  <c:v>24.75</c:v>
                </c:pt>
                <c:pt idx="30254">
                  <c:v>24.75</c:v>
                </c:pt>
                <c:pt idx="30255">
                  <c:v>24.75</c:v>
                </c:pt>
                <c:pt idx="30256">
                  <c:v>24.75</c:v>
                </c:pt>
                <c:pt idx="30257">
                  <c:v>24.75</c:v>
                </c:pt>
                <c:pt idx="30258">
                  <c:v>24.75</c:v>
                </c:pt>
                <c:pt idx="30259">
                  <c:v>24.75</c:v>
                </c:pt>
                <c:pt idx="30260">
                  <c:v>24.75</c:v>
                </c:pt>
                <c:pt idx="30261">
                  <c:v>24.75</c:v>
                </c:pt>
                <c:pt idx="30262">
                  <c:v>24.75</c:v>
                </c:pt>
                <c:pt idx="30263">
                  <c:v>24.75</c:v>
                </c:pt>
                <c:pt idx="30264">
                  <c:v>24.75</c:v>
                </c:pt>
                <c:pt idx="30265">
                  <c:v>24.75</c:v>
                </c:pt>
                <c:pt idx="30266">
                  <c:v>24.7</c:v>
                </c:pt>
                <c:pt idx="30267">
                  <c:v>24.7</c:v>
                </c:pt>
                <c:pt idx="30268">
                  <c:v>24.75</c:v>
                </c:pt>
                <c:pt idx="30269">
                  <c:v>24.75</c:v>
                </c:pt>
                <c:pt idx="30270">
                  <c:v>24.75</c:v>
                </c:pt>
                <c:pt idx="30271">
                  <c:v>24.7</c:v>
                </c:pt>
                <c:pt idx="30272">
                  <c:v>24.75</c:v>
                </c:pt>
                <c:pt idx="30273">
                  <c:v>24.7</c:v>
                </c:pt>
                <c:pt idx="30274">
                  <c:v>24.75</c:v>
                </c:pt>
                <c:pt idx="30275">
                  <c:v>24.7</c:v>
                </c:pt>
                <c:pt idx="30276">
                  <c:v>24.75</c:v>
                </c:pt>
                <c:pt idx="30277">
                  <c:v>24.75</c:v>
                </c:pt>
                <c:pt idx="30278">
                  <c:v>24.75</c:v>
                </c:pt>
                <c:pt idx="30279">
                  <c:v>24.75</c:v>
                </c:pt>
                <c:pt idx="30280">
                  <c:v>24.7</c:v>
                </c:pt>
                <c:pt idx="30281">
                  <c:v>24.75</c:v>
                </c:pt>
                <c:pt idx="30282">
                  <c:v>24.75</c:v>
                </c:pt>
                <c:pt idx="30283">
                  <c:v>24.7</c:v>
                </c:pt>
                <c:pt idx="30284">
                  <c:v>24.75</c:v>
                </c:pt>
                <c:pt idx="30285">
                  <c:v>24.75</c:v>
                </c:pt>
                <c:pt idx="30286">
                  <c:v>24.75</c:v>
                </c:pt>
                <c:pt idx="30287">
                  <c:v>24.75</c:v>
                </c:pt>
                <c:pt idx="30288">
                  <c:v>24.75</c:v>
                </c:pt>
                <c:pt idx="30289">
                  <c:v>24.75</c:v>
                </c:pt>
                <c:pt idx="30290">
                  <c:v>24.75</c:v>
                </c:pt>
                <c:pt idx="30291">
                  <c:v>24.7</c:v>
                </c:pt>
                <c:pt idx="30292">
                  <c:v>24.75</c:v>
                </c:pt>
                <c:pt idx="30293">
                  <c:v>24.75</c:v>
                </c:pt>
                <c:pt idx="30294">
                  <c:v>24.75</c:v>
                </c:pt>
                <c:pt idx="30295">
                  <c:v>24.75</c:v>
                </c:pt>
                <c:pt idx="30296">
                  <c:v>24.75</c:v>
                </c:pt>
                <c:pt idx="30297">
                  <c:v>24.75</c:v>
                </c:pt>
                <c:pt idx="30298">
                  <c:v>24.75</c:v>
                </c:pt>
                <c:pt idx="30299">
                  <c:v>24.75</c:v>
                </c:pt>
                <c:pt idx="30300">
                  <c:v>24.75</c:v>
                </c:pt>
                <c:pt idx="30301">
                  <c:v>24.75</c:v>
                </c:pt>
                <c:pt idx="30302">
                  <c:v>24.75</c:v>
                </c:pt>
                <c:pt idx="30303">
                  <c:v>24.75</c:v>
                </c:pt>
                <c:pt idx="30304">
                  <c:v>24.75</c:v>
                </c:pt>
                <c:pt idx="30305">
                  <c:v>24.75</c:v>
                </c:pt>
                <c:pt idx="30306">
                  <c:v>24.75</c:v>
                </c:pt>
                <c:pt idx="30307">
                  <c:v>24.75</c:v>
                </c:pt>
                <c:pt idx="30308">
                  <c:v>24.75</c:v>
                </c:pt>
                <c:pt idx="30309">
                  <c:v>24.75</c:v>
                </c:pt>
                <c:pt idx="30310">
                  <c:v>24.75</c:v>
                </c:pt>
                <c:pt idx="30311">
                  <c:v>24.75</c:v>
                </c:pt>
                <c:pt idx="30312">
                  <c:v>24.75</c:v>
                </c:pt>
                <c:pt idx="30313">
                  <c:v>24.75</c:v>
                </c:pt>
                <c:pt idx="30314">
                  <c:v>24.7</c:v>
                </c:pt>
                <c:pt idx="30315">
                  <c:v>24.75</c:v>
                </c:pt>
                <c:pt idx="30316">
                  <c:v>24.75</c:v>
                </c:pt>
                <c:pt idx="30317">
                  <c:v>24.75</c:v>
                </c:pt>
                <c:pt idx="30318">
                  <c:v>24.75</c:v>
                </c:pt>
                <c:pt idx="30319">
                  <c:v>24.75</c:v>
                </c:pt>
                <c:pt idx="30320">
                  <c:v>24.75</c:v>
                </c:pt>
                <c:pt idx="30321">
                  <c:v>24.75</c:v>
                </c:pt>
                <c:pt idx="30322">
                  <c:v>24.75</c:v>
                </c:pt>
                <c:pt idx="30323">
                  <c:v>24.75</c:v>
                </c:pt>
                <c:pt idx="30324">
                  <c:v>24.75</c:v>
                </c:pt>
                <c:pt idx="30325">
                  <c:v>24.75</c:v>
                </c:pt>
                <c:pt idx="30326">
                  <c:v>24.75</c:v>
                </c:pt>
                <c:pt idx="30327">
                  <c:v>24.75</c:v>
                </c:pt>
                <c:pt idx="30328">
                  <c:v>24.75</c:v>
                </c:pt>
                <c:pt idx="30329">
                  <c:v>24.75</c:v>
                </c:pt>
                <c:pt idx="30330">
                  <c:v>24.75</c:v>
                </c:pt>
                <c:pt idx="30331">
                  <c:v>24.75</c:v>
                </c:pt>
                <c:pt idx="30332">
                  <c:v>24.75</c:v>
                </c:pt>
                <c:pt idx="30333">
                  <c:v>24.75</c:v>
                </c:pt>
                <c:pt idx="30334">
                  <c:v>24.75</c:v>
                </c:pt>
                <c:pt idx="30335">
                  <c:v>24.75</c:v>
                </c:pt>
                <c:pt idx="30336">
                  <c:v>24.75</c:v>
                </c:pt>
                <c:pt idx="30337">
                  <c:v>24.75</c:v>
                </c:pt>
                <c:pt idx="30338">
                  <c:v>24.75</c:v>
                </c:pt>
                <c:pt idx="30339">
                  <c:v>24.75</c:v>
                </c:pt>
                <c:pt idx="30340">
                  <c:v>24.75</c:v>
                </c:pt>
                <c:pt idx="30341">
                  <c:v>24.75</c:v>
                </c:pt>
                <c:pt idx="30342">
                  <c:v>24.75</c:v>
                </c:pt>
                <c:pt idx="30343">
                  <c:v>24.75</c:v>
                </c:pt>
                <c:pt idx="30344">
                  <c:v>24.75</c:v>
                </c:pt>
                <c:pt idx="30345">
                  <c:v>24.75</c:v>
                </c:pt>
                <c:pt idx="30346">
                  <c:v>24.75</c:v>
                </c:pt>
                <c:pt idx="30347">
                  <c:v>24.75</c:v>
                </c:pt>
                <c:pt idx="30348">
                  <c:v>24.75</c:v>
                </c:pt>
                <c:pt idx="30349">
                  <c:v>24.75</c:v>
                </c:pt>
                <c:pt idx="30350">
                  <c:v>24.75</c:v>
                </c:pt>
                <c:pt idx="30351">
                  <c:v>24.75</c:v>
                </c:pt>
                <c:pt idx="30352">
                  <c:v>24.75</c:v>
                </c:pt>
                <c:pt idx="30353">
                  <c:v>24.75</c:v>
                </c:pt>
                <c:pt idx="30354">
                  <c:v>24.75</c:v>
                </c:pt>
                <c:pt idx="30355">
                  <c:v>24.75</c:v>
                </c:pt>
                <c:pt idx="30356">
                  <c:v>24.75</c:v>
                </c:pt>
                <c:pt idx="30357">
                  <c:v>24.75</c:v>
                </c:pt>
                <c:pt idx="30358">
                  <c:v>24.75</c:v>
                </c:pt>
                <c:pt idx="30359">
                  <c:v>24.75</c:v>
                </c:pt>
                <c:pt idx="30360">
                  <c:v>24.75</c:v>
                </c:pt>
                <c:pt idx="30361">
                  <c:v>24.75</c:v>
                </c:pt>
                <c:pt idx="30362">
                  <c:v>24.75</c:v>
                </c:pt>
                <c:pt idx="30363">
                  <c:v>24.75</c:v>
                </c:pt>
                <c:pt idx="30364">
                  <c:v>24.75</c:v>
                </c:pt>
                <c:pt idx="30365">
                  <c:v>24.75</c:v>
                </c:pt>
                <c:pt idx="30366">
                  <c:v>24.75</c:v>
                </c:pt>
                <c:pt idx="30367">
                  <c:v>24.75</c:v>
                </c:pt>
                <c:pt idx="30368">
                  <c:v>24.75</c:v>
                </c:pt>
                <c:pt idx="30369">
                  <c:v>24.75</c:v>
                </c:pt>
                <c:pt idx="30370">
                  <c:v>24.75</c:v>
                </c:pt>
                <c:pt idx="30371">
                  <c:v>24.75</c:v>
                </c:pt>
                <c:pt idx="30372">
                  <c:v>24.75</c:v>
                </c:pt>
                <c:pt idx="30373">
                  <c:v>24.75</c:v>
                </c:pt>
                <c:pt idx="30374">
                  <c:v>24.75</c:v>
                </c:pt>
                <c:pt idx="30375">
                  <c:v>24.75</c:v>
                </c:pt>
                <c:pt idx="30376">
                  <c:v>24.75</c:v>
                </c:pt>
                <c:pt idx="30377">
                  <c:v>24.75</c:v>
                </c:pt>
                <c:pt idx="30378">
                  <c:v>24.75</c:v>
                </c:pt>
                <c:pt idx="30379">
                  <c:v>24.75</c:v>
                </c:pt>
                <c:pt idx="30380">
                  <c:v>24.75</c:v>
                </c:pt>
                <c:pt idx="30381">
                  <c:v>24.75</c:v>
                </c:pt>
                <c:pt idx="30382">
                  <c:v>24.75</c:v>
                </c:pt>
                <c:pt idx="30383">
                  <c:v>24.75</c:v>
                </c:pt>
                <c:pt idx="30384">
                  <c:v>24.75</c:v>
                </c:pt>
                <c:pt idx="30385">
                  <c:v>24.75</c:v>
                </c:pt>
                <c:pt idx="30386">
                  <c:v>24.75</c:v>
                </c:pt>
                <c:pt idx="30387">
                  <c:v>24.75</c:v>
                </c:pt>
                <c:pt idx="30388">
                  <c:v>24.75</c:v>
                </c:pt>
                <c:pt idx="30389">
                  <c:v>24.75</c:v>
                </c:pt>
                <c:pt idx="30390">
                  <c:v>24.75</c:v>
                </c:pt>
                <c:pt idx="30391">
                  <c:v>24.75</c:v>
                </c:pt>
                <c:pt idx="30392">
                  <c:v>24.75</c:v>
                </c:pt>
                <c:pt idx="30393">
                  <c:v>24.75</c:v>
                </c:pt>
                <c:pt idx="30394">
                  <c:v>24.75</c:v>
                </c:pt>
                <c:pt idx="30395">
                  <c:v>24.75</c:v>
                </c:pt>
                <c:pt idx="30396">
                  <c:v>24.75</c:v>
                </c:pt>
                <c:pt idx="30397">
                  <c:v>24.75</c:v>
                </c:pt>
                <c:pt idx="30398">
                  <c:v>24.75</c:v>
                </c:pt>
                <c:pt idx="30399">
                  <c:v>24.75</c:v>
                </c:pt>
                <c:pt idx="30400">
                  <c:v>24.75</c:v>
                </c:pt>
                <c:pt idx="30401">
                  <c:v>24.75</c:v>
                </c:pt>
                <c:pt idx="30402">
                  <c:v>24.75</c:v>
                </c:pt>
                <c:pt idx="30403">
                  <c:v>24.75</c:v>
                </c:pt>
                <c:pt idx="30404">
                  <c:v>24.75</c:v>
                </c:pt>
                <c:pt idx="30405">
                  <c:v>24.75</c:v>
                </c:pt>
                <c:pt idx="30406">
                  <c:v>24.75</c:v>
                </c:pt>
                <c:pt idx="30407">
                  <c:v>24.75</c:v>
                </c:pt>
                <c:pt idx="30408">
                  <c:v>24.75</c:v>
                </c:pt>
                <c:pt idx="30409">
                  <c:v>24.75</c:v>
                </c:pt>
                <c:pt idx="30410">
                  <c:v>24.75</c:v>
                </c:pt>
                <c:pt idx="30411">
                  <c:v>24.75</c:v>
                </c:pt>
                <c:pt idx="30412">
                  <c:v>24.75</c:v>
                </c:pt>
                <c:pt idx="30413">
                  <c:v>24.75</c:v>
                </c:pt>
                <c:pt idx="30414">
                  <c:v>24.75</c:v>
                </c:pt>
                <c:pt idx="30415">
                  <c:v>24.75</c:v>
                </c:pt>
                <c:pt idx="30416">
                  <c:v>24.75</c:v>
                </c:pt>
                <c:pt idx="30417">
                  <c:v>24.75</c:v>
                </c:pt>
                <c:pt idx="30418">
                  <c:v>24.75</c:v>
                </c:pt>
                <c:pt idx="30419">
                  <c:v>24.75</c:v>
                </c:pt>
                <c:pt idx="30420">
                  <c:v>24.75</c:v>
                </c:pt>
                <c:pt idx="30421">
                  <c:v>24.75</c:v>
                </c:pt>
                <c:pt idx="30422">
                  <c:v>24.75</c:v>
                </c:pt>
                <c:pt idx="30423">
                  <c:v>24.75</c:v>
                </c:pt>
                <c:pt idx="30424">
                  <c:v>24.75</c:v>
                </c:pt>
                <c:pt idx="30425">
                  <c:v>24.75</c:v>
                </c:pt>
                <c:pt idx="30426">
                  <c:v>24.75</c:v>
                </c:pt>
                <c:pt idx="30427">
                  <c:v>24.75</c:v>
                </c:pt>
                <c:pt idx="30428">
                  <c:v>24.75</c:v>
                </c:pt>
                <c:pt idx="30429">
                  <c:v>24.75</c:v>
                </c:pt>
                <c:pt idx="30430">
                  <c:v>24.75</c:v>
                </c:pt>
                <c:pt idx="30431">
                  <c:v>24.75</c:v>
                </c:pt>
                <c:pt idx="30432">
                  <c:v>24.75</c:v>
                </c:pt>
                <c:pt idx="30433">
                  <c:v>24.75</c:v>
                </c:pt>
                <c:pt idx="30434">
                  <c:v>24.75</c:v>
                </c:pt>
                <c:pt idx="30435">
                  <c:v>24.75</c:v>
                </c:pt>
                <c:pt idx="30436">
                  <c:v>24.75</c:v>
                </c:pt>
                <c:pt idx="30437">
                  <c:v>24.75</c:v>
                </c:pt>
                <c:pt idx="30438">
                  <c:v>24.75</c:v>
                </c:pt>
                <c:pt idx="30439">
                  <c:v>24.75</c:v>
                </c:pt>
                <c:pt idx="30440">
                  <c:v>24.75</c:v>
                </c:pt>
                <c:pt idx="30441">
                  <c:v>24.75</c:v>
                </c:pt>
                <c:pt idx="30442">
                  <c:v>24.75</c:v>
                </c:pt>
                <c:pt idx="30443">
                  <c:v>24.75</c:v>
                </c:pt>
                <c:pt idx="30444">
                  <c:v>24.75</c:v>
                </c:pt>
                <c:pt idx="30445">
                  <c:v>24.75</c:v>
                </c:pt>
                <c:pt idx="30446">
                  <c:v>24.75</c:v>
                </c:pt>
                <c:pt idx="30447">
                  <c:v>24.75</c:v>
                </c:pt>
                <c:pt idx="30448">
                  <c:v>24.75</c:v>
                </c:pt>
                <c:pt idx="30449">
                  <c:v>24.75</c:v>
                </c:pt>
                <c:pt idx="30450">
                  <c:v>24.75</c:v>
                </c:pt>
                <c:pt idx="30451">
                  <c:v>24.75</c:v>
                </c:pt>
                <c:pt idx="30452">
                  <c:v>24.75</c:v>
                </c:pt>
                <c:pt idx="30453">
                  <c:v>24.75</c:v>
                </c:pt>
                <c:pt idx="30454">
                  <c:v>24.75</c:v>
                </c:pt>
                <c:pt idx="30455">
                  <c:v>24.75</c:v>
                </c:pt>
                <c:pt idx="30456">
                  <c:v>24.75</c:v>
                </c:pt>
                <c:pt idx="30457">
                  <c:v>24.75</c:v>
                </c:pt>
                <c:pt idx="30458">
                  <c:v>24.75</c:v>
                </c:pt>
                <c:pt idx="30459">
                  <c:v>24.75</c:v>
                </c:pt>
                <c:pt idx="30460">
                  <c:v>24.75</c:v>
                </c:pt>
                <c:pt idx="30461">
                  <c:v>24.75</c:v>
                </c:pt>
                <c:pt idx="30462">
                  <c:v>24.75</c:v>
                </c:pt>
                <c:pt idx="30463">
                  <c:v>24.75</c:v>
                </c:pt>
                <c:pt idx="30464">
                  <c:v>24.75</c:v>
                </c:pt>
                <c:pt idx="30465">
                  <c:v>24.75</c:v>
                </c:pt>
                <c:pt idx="30466">
                  <c:v>24.75</c:v>
                </c:pt>
                <c:pt idx="30467">
                  <c:v>24.75</c:v>
                </c:pt>
                <c:pt idx="30468">
                  <c:v>24.75</c:v>
                </c:pt>
                <c:pt idx="30469">
                  <c:v>24.75</c:v>
                </c:pt>
                <c:pt idx="30470">
                  <c:v>24.75</c:v>
                </c:pt>
                <c:pt idx="30471">
                  <c:v>24.75</c:v>
                </c:pt>
                <c:pt idx="30472">
                  <c:v>24.75</c:v>
                </c:pt>
                <c:pt idx="30473">
                  <c:v>24.75</c:v>
                </c:pt>
                <c:pt idx="30474">
                  <c:v>24.75</c:v>
                </c:pt>
                <c:pt idx="30475">
                  <c:v>24.75</c:v>
                </c:pt>
                <c:pt idx="30476">
                  <c:v>24.75</c:v>
                </c:pt>
                <c:pt idx="30477">
                  <c:v>24.75</c:v>
                </c:pt>
                <c:pt idx="30478">
                  <c:v>24.75</c:v>
                </c:pt>
                <c:pt idx="30479">
                  <c:v>24.75</c:v>
                </c:pt>
                <c:pt idx="30480">
                  <c:v>24.75</c:v>
                </c:pt>
                <c:pt idx="30481">
                  <c:v>24.75</c:v>
                </c:pt>
                <c:pt idx="30482">
                  <c:v>24.75</c:v>
                </c:pt>
                <c:pt idx="30483">
                  <c:v>24.75</c:v>
                </c:pt>
                <c:pt idx="30484">
                  <c:v>24.75</c:v>
                </c:pt>
                <c:pt idx="30485">
                  <c:v>24.75</c:v>
                </c:pt>
                <c:pt idx="30486">
                  <c:v>24.75</c:v>
                </c:pt>
                <c:pt idx="30487">
                  <c:v>24.75</c:v>
                </c:pt>
                <c:pt idx="30488">
                  <c:v>24.75</c:v>
                </c:pt>
                <c:pt idx="30489">
                  <c:v>24.75</c:v>
                </c:pt>
                <c:pt idx="30490">
                  <c:v>24.75</c:v>
                </c:pt>
                <c:pt idx="30491">
                  <c:v>24.75</c:v>
                </c:pt>
                <c:pt idx="30492">
                  <c:v>24.75</c:v>
                </c:pt>
                <c:pt idx="30493">
                  <c:v>24.75</c:v>
                </c:pt>
                <c:pt idx="30494">
                  <c:v>24.75</c:v>
                </c:pt>
                <c:pt idx="30495">
                  <c:v>24.75</c:v>
                </c:pt>
                <c:pt idx="30496">
                  <c:v>24.75</c:v>
                </c:pt>
                <c:pt idx="30497">
                  <c:v>24.75</c:v>
                </c:pt>
                <c:pt idx="30498">
                  <c:v>24.75</c:v>
                </c:pt>
                <c:pt idx="30499">
                  <c:v>24.75</c:v>
                </c:pt>
                <c:pt idx="30500">
                  <c:v>24.75</c:v>
                </c:pt>
                <c:pt idx="30501">
                  <c:v>24.75</c:v>
                </c:pt>
                <c:pt idx="30502">
                  <c:v>24.75</c:v>
                </c:pt>
                <c:pt idx="30503">
                  <c:v>24.75</c:v>
                </c:pt>
                <c:pt idx="30504">
                  <c:v>24.75</c:v>
                </c:pt>
                <c:pt idx="30505">
                  <c:v>24.75</c:v>
                </c:pt>
                <c:pt idx="30506">
                  <c:v>24.7</c:v>
                </c:pt>
                <c:pt idx="30507">
                  <c:v>24.75</c:v>
                </c:pt>
                <c:pt idx="30508">
                  <c:v>24.75</c:v>
                </c:pt>
                <c:pt idx="30509">
                  <c:v>24.75</c:v>
                </c:pt>
                <c:pt idx="30510">
                  <c:v>24.75</c:v>
                </c:pt>
                <c:pt idx="30511">
                  <c:v>24.7</c:v>
                </c:pt>
                <c:pt idx="30512">
                  <c:v>24.75</c:v>
                </c:pt>
                <c:pt idx="30513">
                  <c:v>24.75</c:v>
                </c:pt>
                <c:pt idx="30514">
                  <c:v>24.75</c:v>
                </c:pt>
                <c:pt idx="30515">
                  <c:v>24.7</c:v>
                </c:pt>
                <c:pt idx="30516">
                  <c:v>24.75</c:v>
                </c:pt>
                <c:pt idx="30517">
                  <c:v>24.7</c:v>
                </c:pt>
                <c:pt idx="30518">
                  <c:v>24.75</c:v>
                </c:pt>
                <c:pt idx="30519">
                  <c:v>24.7</c:v>
                </c:pt>
                <c:pt idx="30520">
                  <c:v>24.75</c:v>
                </c:pt>
                <c:pt idx="30521">
                  <c:v>24.75</c:v>
                </c:pt>
                <c:pt idx="30522">
                  <c:v>24.75</c:v>
                </c:pt>
                <c:pt idx="30523">
                  <c:v>24.7</c:v>
                </c:pt>
                <c:pt idx="30524">
                  <c:v>24.7</c:v>
                </c:pt>
                <c:pt idx="30525">
                  <c:v>24.7</c:v>
                </c:pt>
                <c:pt idx="30526">
                  <c:v>24.7</c:v>
                </c:pt>
                <c:pt idx="30527">
                  <c:v>24.7</c:v>
                </c:pt>
                <c:pt idx="30528">
                  <c:v>24.7</c:v>
                </c:pt>
                <c:pt idx="30529">
                  <c:v>24.7</c:v>
                </c:pt>
                <c:pt idx="30530">
                  <c:v>24.7</c:v>
                </c:pt>
                <c:pt idx="30531">
                  <c:v>24.7</c:v>
                </c:pt>
                <c:pt idx="30532">
                  <c:v>24.7</c:v>
                </c:pt>
                <c:pt idx="30533">
                  <c:v>24.7</c:v>
                </c:pt>
                <c:pt idx="30534">
                  <c:v>24.7</c:v>
                </c:pt>
                <c:pt idx="30535">
                  <c:v>24.7</c:v>
                </c:pt>
                <c:pt idx="30536">
                  <c:v>24.7</c:v>
                </c:pt>
                <c:pt idx="30537">
                  <c:v>24.7</c:v>
                </c:pt>
                <c:pt idx="30538">
                  <c:v>24.7</c:v>
                </c:pt>
                <c:pt idx="30539">
                  <c:v>24.7</c:v>
                </c:pt>
                <c:pt idx="30540">
                  <c:v>24.7</c:v>
                </c:pt>
                <c:pt idx="30541">
                  <c:v>24.7</c:v>
                </c:pt>
                <c:pt idx="30542">
                  <c:v>24.7</c:v>
                </c:pt>
                <c:pt idx="30543">
                  <c:v>24.7</c:v>
                </c:pt>
                <c:pt idx="30544">
                  <c:v>24.7</c:v>
                </c:pt>
                <c:pt idx="30545">
                  <c:v>24.7</c:v>
                </c:pt>
                <c:pt idx="30546">
                  <c:v>24.7</c:v>
                </c:pt>
                <c:pt idx="30547">
                  <c:v>24.7</c:v>
                </c:pt>
                <c:pt idx="30548">
                  <c:v>24.7</c:v>
                </c:pt>
                <c:pt idx="30549">
                  <c:v>24.7</c:v>
                </c:pt>
                <c:pt idx="30550">
                  <c:v>24.7</c:v>
                </c:pt>
                <c:pt idx="30551">
                  <c:v>24.7</c:v>
                </c:pt>
                <c:pt idx="30552">
                  <c:v>24.7</c:v>
                </c:pt>
                <c:pt idx="30553">
                  <c:v>24.7</c:v>
                </c:pt>
                <c:pt idx="30554">
                  <c:v>24.7</c:v>
                </c:pt>
                <c:pt idx="30555">
                  <c:v>24.7</c:v>
                </c:pt>
                <c:pt idx="30556">
                  <c:v>24.7</c:v>
                </c:pt>
                <c:pt idx="30557">
                  <c:v>24.7</c:v>
                </c:pt>
                <c:pt idx="30558">
                  <c:v>24.7</c:v>
                </c:pt>
                <c:pt idx="30559">
                  <c:v>24.7</c:v>
                </c:pt>
                <c:pt idx="30560">
                  <c:v>24.7</c:v>
                </c:pt>
                <c:pt idx="30561">
                  <c:v>24.7</c:v>
                </c:pt>
                <c:pt idx="30562">
                  <c:v>24.7</c:v>
                </c:pt>
                <c:pt idx="30563">
                  <c:v>24.7</c:v>
                </c:pt>
                <c:pt idx="30564">
                  <c:v>24.7</c:v>
                </c:pt>
                <c:pt idx="30565">
                  <c:v>24.7</c:v>
                </c:pt>
                <c:pt idx="30566">
                  <c:v>24.7</c:v>
                </c:pt>
                <c:pt idx="30567">
                  <c:v>24.7</c:v>
                </c:pt>
                <c:pt idx="30568">
                  <c:v>24.7</c:v>
                </c:pt>
                <c:pt idx="30569">
                  <c:v>24.7</c:v>
                </c:pt>
                <c:pt idx="30570">
                  <c:v>24.7</c:v>
                </c:pt>
                <c:pt idx="30571">
                  <c:v>24.7</c:v>
                </c:pt>
                <c:pt idx="30572">
                  <c:v>24.7</c:v>
                </c:pt>
                <c:pt idx="30573">
                  <c:v>24.7</c:v>
                </c:pt>
                <c:pt idx="30574">
                  <c:v>24.7</c:v>
                </c:pt>
                <c:pt idx="30575">
                  <c:v>24.7</c:v>
                </c:pt>
                <c:pt idx="30576">
                  <c:v>24.7</c:v>
                </c:pt>
                <c:pt idx="30577">
                  <c:v>24.7</c:v>
                </c:pt>
                <c:pt idx="30578">
                  <c:v>24.7</c:v>
                </c:pt>
                <c:pt idx="30579">
                  <c:v>24.7</c:v>
                </c:pt>
                <c:pt idx="30580">
                  <c:v>24.7</c:v>
                </c:pt>
                <c:pt idx="30581">
                  <c:v>24.7</c:v>
                </c:pt>
                <c:pt idx="30582">
                  <c:v>24.7</c:v>
                </c:pt>
                <c:pt idx="30583">
                  <c:v>24.7</c:v>
                </c:pt>
                <c:pt idx="30584">
                  <c:v>24.7</c:v>
                </c:pt>
                <c:pt idx="30585">
                  <c:v>24.7</c:v>
                </c:pt>
                <c:pt idx="30586">
                  <c:v>24.7</c:v>
                </c:pt>
                <c:pt idx="30587">
                  <c:v>24.7</c:v>
                </c:pt>
                <c:pt idx="30588">
                  <c:v>24.7</c:v>
                </c:pt>
                <c:pt idx="30589">
                  <c:v>24.7</c:v>
                </c:pt>
                <c:pt idx="30590">
                  <c:v>24.7</c:v>
                </c:pt>
                <c:pt idx="30591">
                  <c:v>24.7</c:v>
                </c:pt>
                <c:pt idx="30592">
                  <c:v>24.7</c:v>
                </c:pt>
                <c:pt idx="30593">
                  <c:v>24.7</c:v>
                </c:pt>
                <c:pt idx="30594">
                  <c:v>24.7</c:v>
                </c:pt>
                <c:pt idx="30595">
                  <c:v>24.7</c:v>
                </c:pt>
                <c:pt idx="30596">
                  <c:v>24.7</c:v>
                </c:pt>
                <c:pt idx="30597">
                  <c:v>24.7</c:v>
                </c:pt>
                <c:pt idx="30598">
                  <c:v>24.7</c:v>
                </c:pt>
                <c:pt idx="30599">
                  <c:v>24.7</c:v>
                </c:pt>
                <c:pt idx="30600">
                  <c:v>24.7</c:v>
                </c:pt>
                <c:pt idx="30601">
                  <c:v>24.7</c:v>
                </c:pt>
                <c:pt idx="30602">
                  <c:v>24.7</c:v>
                </c:pt>
                <c:pt idx="30603">
                  <c:v>24.7</c:v>
                </c:pt>
                <c:pt idx="30604">
                  <c:v>24.7</c:v>
                </c:pt>
                <c:pt idx="30605">
                  <c:v>24.7</c:v>
                </c:pt>
                <c:pt idx="30606">
                  <c:v>24.7</c:v>
                </c:pt>
                <c:pt idx="30607">
                  <c:v>24.7</c:v>
                </c:pt>
                <c:pt idx="30608">
                  <c:v>24.7</c:v>
                </c:pt>
                <c:pt idx="30609">
                  <c:v>24.7</c:v>
                </c:pt>
                <c:pt idx="30610">
                  <c:v>24.7</c:v>
                </c:pt>
                <c:pt idx="30611">
                  <c:v>24.7</c:v>
                </c:pt>
                <c:pt idx="30612">
                  <c:v>24.7</c:v>
                </c:pt>
                <c:pt idx="30613">
                  <c:v>24.7</c:v>
                </c:pt>
                <c:pt idx="30614">
                  <c:v>24.7</c:v>
                </c:pt>
                <c:pt idx="30615">
                  <c:v>24.7</c:v>
                </c:pt>
                <c:pt idx="30616">
                  <c:v>24.7</c:v>
                </c:pt>
                <c:pt idx="30617">
                  <c:v>24.7</c:v>
                </c:pt>
                <c:pt idx="30618">
                  <c:v>24.7</c:v>
                </c:pt>
                <c:pt idx="30619">
                  <c:v>24.7</c:v>
                </c:pt>
                <c:pt idx="30620">
                  <c:v>24.75</c:v>
                </c:pt>
                <c:pt idx="30621">
                  <c:v>24.7</c:v>
                </c:pt>
                <c:pt idx="30622">
                  <c:v>24.7</c:v>
                </c:pt>
                <c:pt idx="30623">
                  <c:v>24.7</c:v>
                </c:pt>
                <c:pt idx="30624">
                  <c:v>24.7</c:v>
                </c:pt>
                <c:pt idx="30625">
                  <c:v>24.7</c:v>
                </c:pt>
                <c:pt idx="30626">
                  <c:v>24.7</c:v>
                </c:pt>
                <c:pt idx="30627">
                  <c:v>24.7</c:v>
                </c:pt>
                <c:pt idx="30628">
                  <c:v>24.7</c:v>
                </c:pt>
                <c:pt idx="30629">
                  <c:v>24.7</c:v>
                </c:pt>
                <c:pt idx="30630">
                  <c:v>24.7</c:v>
                </c:pt>
                <c:pt idx="30631">
                  <c:v>24.7</c:v>
                </c:pt>
                <c:pt idx="30632">
                  <c:v>24.7</c:v>
                </c:pt>
                <c:pt idx="30633">
                  <c:v>24.7</c:v>
                </c:pt>
                <c:pt idx="30634">
                  <c:v>24.7</c:v>
                </c:pt>
                <c:pt idx="30635">
                  <c:v>24.7</c:v>
                </c:pt>
                <c:pt idx="30636">
                  <c:v>24.7</c:v>
                </c:pt>
                <c:pt idx="30637">
                  <c:v>24.7</c:v>
                </c:pt>
                <c:pt idx="30638">
                  <c:v>24.7</c:v>
                </c:pt>
                <c:pt idx="30639">
                  <c:v>24.7</c:v>
                </c:pt>
                <c:pt idx="30640">
                  <c:v>24.7</c:v>
                </c:pt>
                <c:pt idx="30641">
                  <c:v>24.7</c:v>
                </c:pt>
                <c:pt idx="30642">
                  <c:v>24.7</c:v>
                </c:pt>
                <c:pt idx="30643">
                  <c:v>24.7</c:v>
                </c:pt>
                <c:pt idx="30644">
                  <c:v>24.7</c:v>
                </c:pt>
                <c:pt idx="30645">
                  <c:v>24.7</c:v>
                </c:pt>
                <c:pt idx="30646">
                  <c:v>24.7</c:v>
                </c:pt>
                <c:pt idx="30647">
                  <c:v>24.7</c:v>
                </c:pt>
                <c:pt idx="30648">
                  <c:v>24.7</c:v>
                </c:pt>
                <c:pt idx="30649">
                  <c:v>24.7</c:v>
                </c:pt>
                <c:pt idx="30650">
                  <c:v>24.7</c:v>
                </c:pt>
                <c:pt idx="30651">
                  <c:v>24.75</c:v>
                </c:pt>
                <c:pt idx="30652">
                  <c:v>24.7</c:v>
                </c:pt>
                <c:pt idx="30653">
                  <c:v>24.7</c:v>
                </c:pt>
                <c:pt idx="30654">
                  <c:v>24.7</c:v>
                </c:pt>
                <c:pt idx="30655">
                  <c:v>24.7</c:v>
                </c:pt>
                <c:pt idx="30656">
                  <c:v>24.7</c:v>
                </c:pt>
                <c:pt idx="30657">
                  <c:v>24.7</c:v>
                </c:pt>
                <c:pt idx="30658">
                  <c:v>24.7</c:v>
                </c:pt>
                <c:pt idx="30659">
                  <c:v>24.7</c:v>
                </c:pt>
                <c:pt idx="30660">
                  <c:v>24.7</c:v>
                </c:pt>
                <c:pt idx="30661">
                  <c:v>24.7</c:v>
                </c:pt>
                <c:pt idx="30662">
                  <c:v>24.7</c:v>
                </c:pt>
                <c:pt idx="30663">
                  <c:v>24.7</c:v>
                </c:pt>
                <c:pt idx="30664">
                  <c:v>24.7</c:v>
                </c:pt>
                <c:pt idx="30665">
                  <c:v>24.7</c:v>
                </c:pt>
                <c:pt idx="30666">
                  <c:v>24.7</c:v>
                </c:pt>
                <c:pt idx="30667">
                  <c:v>24.7</c:v>
                </c:pt>
                <c:pt idx="30668">
                  <c:v>24.7</c:v>
                </c:pt>
                <c:pt idx="30669">
                  <c:v>24.7</c:v>
                </c:pt>
                <c:pt idx="30670">
                  <c:v>24.7</c:v>
                </c:pt>
                <c:pt idx="30671">
                  <c:v>24.7</c:v>
                </c:pt>
                <c:pt idx="30672">
                  <c:v>24.7</c:v>
                </c:pt>
                <c:pt idx="30673">
                  <c:v>24.7</c:v>
                </c:pt>
                <c:pt idx="30674">
                  <c:v>24.7</c:v>
                </c:pt>
                <c:pt idx="30675">
                  <c:v>24.7</c:v>
                </c:pt>
                <c:pt idx="30676">
                  <c:v>24.7</c:v>
                </c:pt>
                <c:pt idx="30677">
                  <c:v>24.7</c:v>
                </c:pt>
                <c:pt idx="30678">
                  <c:v>24.7</c:v>
                </c:pt>
                <c:pt idx="30679">
                  <c:v>24.7</c:v>
                </c:pt>
                <c:pt idx="30680">
                  <c:v>24.7</c:v>
                </c:pt>
                <c:pt idx="30681">
                  <c:v>24.7</c:v>
                </c:pt>
                <c:pt idx="30682">
                  <c:v>24.7</c:v>
                </c:pt>
                <c:pt idx="30683">
                  <c:v>24.7</c:v>
                </c:pt>
                <c:pt idx="30684">
                  <c:v>24.7</c:v>
                </c:pt>
                <c:pt idx="30685">
                  <c:v>24.7</c:v>
                </c:pt>
                <c:pt idx="30686">
                  <c:v>24.7</c:v>
                </c:pt>
                <c:pt idx="30687">
                  <c:v>24.7</c:v>
                </c:pt>
                <c:pt idx="30688">
                  <c:v>24.7</c:v>
                </c:pt>
                <c:pt idx="30689">
                  <c:v>24.7</c:v>
                </c:pt>
                <c:pt idx="30690">
                  <c:v>24.7</c:v>
                </c:pt>
                <c:pt idx="30691">
                  <c:v>24.7</c:v>
                </c:pt>
                <c:pt idx="30692">
                  <c:v>24.7</c:v>
                </c:pt>
                <c:pt idx="30693">
                  <c:v>24.7</c:v>
                </c:pt>
                <c:pt idx="30694">
                  <c:v>24.7</c:v>
                </c:pt>
                <c:pt idx="30695">
                  <c:v>24.7</c:v>
                </c:pt>
                <c:pt idx="30696">
                  <c:v>24.7</c:v>
                </c:pt>
                <c:pt idx="30697">
                  <c:v>24.75</c:v>
                </c:pt>
                <c:pt idx="30698">
                  <c:v>24.7</c:v>
                </c:pt>
                <c:pt idx="30699">
                  <c:v>24.7</c:v>
                </c:pt>
                <c:pt idx="30700">
                  <c:v>24.7</c:v>
                </c:pt>
                <c:pt idx="30701">
                  <c:v>24.7</c:v>
                </c:pt>
                <c:pt idx="30702">
                  <c:v>24.7</c:v>
                </c:pt>
                <c:pt idx="30703">
                  <c:v>24.7</c:v>
                </c:pt>
                <c:pt idx="30704">
                  <c:v>24.7</c:v>
                </c:pt>
                <c:pt idx="30705">
                  <c:v>24.75</c:v>
                </c:pt>
                <c:pt idx="30706">
                  <c:v>24.7</c:v>
                </c:pt>
                <c:pt idx="30707">
                  <c:v>24.7</c:v>
                </c:pt>
                <c:pt idx="30708">
                  <c:v>24.75</c:v>
                </c:pt>
                <c:pt idx="30709">
                  <c:v>24.75</c:v>
                </c:pt>
                <c:pt idx="30710">
                  <c:v>24.7</c:v>
                </c:pt>
                <c:pt idx="30711">
                  <c:v>24.75</c:v>
                </c:pt>
                <c:pt idx="30712">
                  <c:v>24.7</c:v>
                </c:pt>
                <c:pt idx="30713">
                  <c:v>24.7</c:v>
                </c:pt>
                <c:pt idx="30714">
                  <c:v>24.7</c:v>
                </c:pt>
                <c:pt idx="30715">
                  <c:v>24.7</c:v>
                </c:pt>
                <c:pt idx="30716">
                  <c:v>24.7</c:v>
                </c:pt>
                <c:pt idx="30717">
                  <c:v>24.7</c:v>
                </c:pt>
                <c:pt idx="30718">
                  <c:v>24.7</c:v>
                </c:pt>
                <c:pt idx="30719">
                  <c:v>24.7</c:v>
                </c:pt>
                <c:pt idx="30720">
                  <c:v>24.7</c:v>
                </c:pt>
                <c:pt idx="30721">
                  <c:v>24.7</c:v>
                </c:pt>
                <c:pt idx="30722">
                  <c:v>24.7</c:v>
                </c:pt>
                <c:pt idx="30723">
                  <c:v>24.7</c:v>
                </c:pt>
                <c:pt idx="30724">
                  <c:v>24.7</c:v>
                </c:pt>
                <c:pt idx="30725">
                  <c:v>24.7</c:v>
                </c:pt>
                <c:pt idx="30726">
                  <c:v>24.7</c:v>
                </c:pt>
                <c:pt idx="30727">
                  <c:v>24.7</c:v>
                </c:pt>
                <c:pt idx="30728">
                  <c:v>24.7</c:v>
                </c:pt>
                <c:pt idx="30729">
                  <c:v>24.7</c:v>
                </c:pt>
                <c:pt idx="30730">
                  <c:v>24.7</c:v>
                </c:pt>
                <c:pt idx="30731">
                  <c:v>24.7</c:v>
                </c:pt>
                <c:pt idx="30732">
                  <c:v>24.7</c:v>
                </c:pt>
                <c:pt idx="30733">
                  <c:v>24.7</c:v>
                </c:pt>
                <c:pt idx="30734">
                  <c:v>24.7</c:v>
                </c:pt>
                <c:pt idx="30735">
                  <c:v>24.7</c:v>
                </c:pt>
                <c:pt idx="30736">
                  <c:v>24.7</c:v>
                </c:pt>
                <c:pt idx="30737">
                  <c:v>24.7</c:v>
                </c:pt>
                <c:pt idx="30738">
                  <c:v>24.7</c:v>
                </c:pt>
                <c:pt idx="30739">
                  <c:v>24.7</c:v>
                </c:pt>
                <c:pt idx="30740">
                  <c:v>24.7</c:v>
                </c:pt>
                <c:pt idx="30741">
                  <c:v>24.7</c:v>
                </c:pt>
                <c:pt idx="30742">
                  <c:v>24.7</c:v>
                </c:pt>
                <c:pt idx="30743">
                  <c:v>24.7</c:v>
                </c:pt>
                <c:pt idx="30744">
                  <c:v>24.7</c:v>
                </c:pt>
                <c:pt idx="30745">
                  <c:v>24.7</c:v>
                </c:pt>
                <c:pt idx="30746">
                  <c:v>24.7</c:v>
                </c:pt>
                <c:pt idx="30747">
                  <c:v>24.7</c:v>
                </c:pt>
                <c:pt idx="30748">
                  <c:v>24.7</c:v>
                </c:pt>
                <c:pt idx="30749">
                  <c:v>24.7</c:v>
                </c:pt>
                <c:pt idx="30750">
                  <c:v>24.7</c:v>
                </c:pt>
                <c:pt idx="30751">
                  <c:v>24.7</c:v>
                </c:pt>
                <c:pt idx="30752">
                  <c:v>24.7</c:v>
                </c:pt>
                <c:pt idx="30753">
                  <c:v>24.7</c:v>
                </c:pt>
                <c:pt idx="30754">
                  <c:v>24.7</c:v>
                </c:pt>
                <c:pt idx="30755">
                  <c:v>24.7</c:v>
                </c:pt>
                <c:pt idx="30756">
                  <c:v>24.7</c:v>
                </c:pt>
                <c:pt idx="30757">
                  <c:v>24.75</c:v>
                </c:pt>
                <c:pt idx="30758">
                  <c:v>24.7</c:v>
                </c:pt>
                <c:pt idx="30759">
                  <c:v>24.7</c:v>
                </c:pt>
                <c:pt idx="30760">
                  <c:v>24.7</c:v>
                </c:pt>
                <c:pt idx="30761">
                  <c:v>24.7</c:v>
                </c:pt>
                <c:pt idx="30762">
                  <c:v>24.7</c:v>
                </c:pt>
                <c:pt idx="30763">
                  <c:v>24.7</c:v>
                </c:pt>
                <c:pt idx="30764">
                  <c:v>24.7</c:v>
                </c:pt>
                <c:pt idx="30765">
                  <c:v>24.7</c:v>
                </c:pt>
                <c:pt idx="30766">
                  <c:v>24.7</c:v>
                </c:pt>
                <c:pt idx="30767">
                  <c:v>24.7</c:v>
                </c:pt>
                <c:pt idx="30768">
                  <c:v>24.7</c:v>
                </c:pt>
                <c:pt idx="30769">
                  <c:v>24.7</c:v>
                </c:pt>
                <c:pt idx="30770">
                  <c:v>24.7</c:v>
                </c:pt>
                <c:pt idx="30771">
                  <c:v>24.7</c:v>
                </c:pt>
                <c:pt idx="30772">
                  <c:v>24.7</c:v>
                </c:pt>
                <c:pt idx="30773">
                  <c:v>24.7</c:v>
                </c:pt>
                <c:pt idx="30774">
                  <c:v>24.7</c:v>
                </c:pt>
                <c:pt idx="30775">
                  <c:v>24.7</c:v>
                </c:pt>
                <c:pt idx="30776">
                  <c:v>24.7</c:v>
                </c:pt>
                <c:pt idx="30777">
                  <c:v>24.7</c:v>
                </c:pt>
                <c:pt idx="30778">
                  <c:v>24.7</c:v>
                </c:pt>
                <c:pt idx="30779">
                  <c:v>24.7</c:v>
                </c:pt>
                <c:pt idx="30780">
                  <c:v>24.7</c:v>
                </c:pt>
                <c:pt idx="30781">
                  <c:v>24.7</c:v>
                </c:pt>
                <c:pt idx="30782">
                  <c:v>24.7</c:v>
                </c:pt>
                <c:pt idx="30783">
                  <c:v>24.7</c:v>
                </c:pt>
                <c:pt idx="30784">
                  <c:v>24.7</c:v>
                </c:pt>
                <c:pt idx="30785">
                  <c:v>24.7</c:v>
                </c:pt>
                <c:pt idx="30786">
                  <c:v>24.7</c:v>
                </c:pt>
                <c:pt idx="30787">
                  <c:v>24.7</c:v>
                </c:pt>
                <c:pt idx="30788">
                  <c:v>24.7</c:v>
                </c:pt>
                <c:pt idx="30789">
                  <c:v>24.7</c:v>
                </c:pt>
                <c:pt idx="30790">
                  <c:v>24.7</c:v>
                </c:pt>
                <c:pt idx="30791">
                  <c:v>24.7</c:v>
                </c:pt>
                <c:pt idx="30792">
                  <c:v>24.7</c:v>
                </c:pt>
                <c:pt idx="30793">
                  <c:v>24.7</c:v>
                </c:pt>
                <c:pt idx="30794">
                  <c:v>24.7</c:v>
                </c:pt>
                <c:pt idx="30795">
                  <c:v>24.7</c:v>
                </c:pt>
                <c:pt idx="30796">
                  <c:v>24.7</c:v>
                </c:pt>
                <c:pt idx="30797">
                  <c:v>24.7</c:v>
                </c:pt>
                <c:pt idx="30798">
                  <c:v>24.7</c:v>
                </c:pt>
                <c:pt idx="30799">
                  <c:v>24.7</c:v>
                </c:pt>
                <c:pt idx="30800">
                  <c:v>24.7</c:v>
                </c:pt>
                <c:pt idx="30801">
                  <c:v>24.7</c:v>
                </c:pt>
                <c:pt idx="30802">
                  <c:v>24.7</c:v>
                </c:pt>
                <c:pt idx="30803">
                  <c:v>24.7</c:v>
                </c:pt>
                <c:pt idx="30804">
                  <c:v>24.7</c:v>
                </c:pt>
                <c:pt idx="30805">
                  <c:v>24.7</c:v>
                </c:pt>
                <c:pt idx="30806">
                  <c:v>24.7</c:v>
                </c:pt>
                <c:pt idx="30807">
                  <c:v>24.7</c:v>
                </c:pt>
                <c:pt idx="30808">
                  <c:v>24.7</c:v>
                </c:pt>
                <c:pt idx="30809">
                  <c:v>24.7</c:v>
                </c:pt>
                <c:pt idx="30810">
                  <c:v>24.7</c:v>
                </c:pt>
                <c:pt idx="30811">
                  <c:v>24.7</c:v>
                </c:pt>
                <c:pt idx="30812">
                  <c:v>24.7</c:v>
                </c:pt>
                <c:pt idx="30813">
                  <c:v>24.7</c:v>
                </c:pt>
                <c:pt idx="30814">
                  <c:v>24.7</c:v>
                </c:pt>
                <c:pt idx="30815">
                  <c:v>24.7</c:v>
                </c:pt>
                <c:pt idx="30816">
                  <c:v>24.7</c:v>
                </c:pt>
                <c:pt idx="30817">
                  <c:v>24.7</c:v>
                </c:pt>
                <c:pt idx="30818">
                  <c:v>24.7</c:v>
                </c:pt>
                <c:pt idx="30819">
                  <c:v>24.7</c:v>
                </c:pt>
                <c:pt idx="30820">
                  <c:v>24.7</c:v>
                </c:pt>
                <c:pt idx="30821">
                  <c:v>24.7</c:v>
                </c:pt>
                <c:pt idx="30822">
                  <c:v>24.7</c:v>
                </c:pt>
                <c:pt idx="30823">
                  <c:v>24.7</c:v>
                </c:pt>
                <c:pt idx="30824">
                  <c:v>24.7</c:v>
                </c:pt>
                <c:pt idx="30825">
                  <c:v>24.7</c:v>
                </c:pt>
                <c:pt idx="30826">
                  <c:v>24.7</c:v>
                </c:pt>
                <c:pt idx="30827">
                  <c:v>24.7</c:v>
                </c:pt>
                <c:pt idx="30828">
                  <c:v>24.7</c:v>
                </c:pt>
                <c:pt idx="30829">
                  <c:v>24.7</c:v>
                </c:pt>
                <c:pt idx="30830">
                  <c:v>24.7</c:v>
                </c:pt>
                <c:pt idx="30831">
                  <c:v>24.7</c:v>
                </c:pt>
                <c:pt idx="30832">
                  <c:v>24.7</c:v>
                </c:pt>
                <c:pt idx="30833">
                  <c:v>24.7</c:v>
                </c:pt>
                <c:pt idx="30834">
                  <c:v>24.7</c:v>
                </c:pt>
                <c:pt idx="30835">
                  <c:v>24.7</c:v>
                </c:pt>
                <c:pt idx="30836">
                  <c:v>24.7</c:v>
                </c:pt>
                <c:pt idx="30837">
                  <c:v>24.7</c:v>
                </c:pt>
                <c:pt idx="30838">
                  <c:v>24.7</c:v>
                </c:pt>
                <c:pt idx="30839">
                  <c:v>24.7</c:v>
                </c:pt>
                <c:pt idx="30840">
                  <c:v>24.7</c:v>
                </c:pt>
                <c:pt idx="30841">
                  <c:v>24.7</c:v>
                </c:pt>
                <c:pt idx="30842">
                  <c:v>24.7</c:v>
                </c:pt>
                <c:pt idx="30843">
                  <c:v>24.7</c:v>
                </c:pt>
                <c:pt idx="30844">
                  <c:v>24.7</c:v>
                </c:pt>
                <c:pt idx="30845">
                  <c:v>24.7</c:v>
                </c:pt>
                <c:pt idx="30846">
                  <c:v>24.7</c:v>
                </c:pt>
                <c:pt idx="30847">
                  <c:v>24.7</c:v>
                </c:pt>
                <c:pt idx="30848">
                  <c:v>24.7</c:v>
                </c:pt>
                <c:pt idx="30849">
                  <c:v>24.7</c:v>
                </c:pt>
                <c:pt idx="30850">
                  <c:v>24.7</c:v>
                </c:pt>
                <c:pt idx="30851">
                  <c:v>24.7</c:v>
                </c:pt>
                <c:pt idx="30852">
                  <c:v>24.7</c:v>
                </c:pt>
                <c:pt idx="30853">
                  <c:v>24.7</c:v>
                </c:pt>
                <c:pt idx="30854">
                  <c:v>24.7</c:v>
                </c:pt>
                <c:pt idx="30855">
                  <c:v>24.7</c:v>
                </c:pt>
                <c:pt idx="30856">
                  <c:v>24.7</c:v>
                </c:pt>
                <c:pt idx="30857">
                  <c:v>24.7</c:v>
                </c:pt>
                <c:pt idx="30858">
                  <c:v>24.7</c:v>
                </c:pt>
                <c:pt idx="30859">
                  <c:v>24.7</c:v>
                </c:pt>
                <c:pt idx="30860">
                  <c:v>24.7</c:v>
                </c:pt>
                <c:pt idx="30861">
                  <c:v>24.7</c:v>
                </c:pt>
                <c:pt idx="30862">
                  <c:v>24.7</c:v>
                </c:pt>
                <c:pt idx="30863">
                  <c:v>24.7</c:v>
                </c:pt>
                <c:pt idx="30864">
                  <c:v>24.7</c:v>
                </c:pt>
                <c:pt idx="30865">
                  <c:v>24.7</c:v>
                </c:pt>
                <c:pt idx="30866">
                  <c:v>24.7</c:v>
                </c:pt>
                <c:pt idx="30867">
                  <c:v>24.7</c:v>
                </c:pt>
                <c:pt idx="30868">
                  <c:v>24.7</c:v>
                </c:pt>
                <c:pt idx="30869">
                  <c:v>24.7</c:v>
                </c:pt>
                <c:pt idx="30870">
                  <c:v>24.7</c:v>
                </c:pt>
                <c:pt idx="30871">
                  <c:v>24.7</c:v>
                </c:pt>
                <c:pt idx="30872">
                  <c:v>24.7</c:v>
                </c:pt>
                <c:pt idx="30873">
                  <c:v>24.7</c:v>
                </c:pt>
                <c:pt idx="30874">
                  <c:v>24.7</c:v>
                </c:pt>
                <c:pt idx="30875">
                  <c:v>24.7</c:v>
                </c:pt>
                <c:pt idx="30876">
                  <c:v>24.7</c:v>
                </c:pt>
                <c:pt idx="30877">
                  <c:v>24.7</c:v>
                </c:pt>
                <c:pt idx="30878">
                  <c:v>24.7</c:v>
                </c:pt>
                <c:pt idx="30879">
                  <c:v>24.7</c:v>
                </c:pt>
                <c:pt idx="30880">
                  <c:v>24.7</c:v>
                </c:pt>
                <c:pt idx="30881">
                  <c:v>24.7</c:v>
                </c:pt>
                <c:pt idx="30882">
                  <c:v>24.7</c:v>
                </c:pt>
                <c:pt idx="30883">
                  <c:v>24.7</c:v>
                </c:pt>
                <c:pt idx="30884">
                  <c:v>24.7</c:v>
                </c:pt>
                <c:pt idx="30885">
                  <c:v>24.7</c:v>
                </c:pt>
                <c:pt idx="30886">
                  <c:v>24.7</c:v>
                </c:pt>
                <c:pt idx="30887">
                  <c:v>24.7</c:v>
                </c:pt>
                <c:pt idx="30888">
                  <c:v>24.7</c:v>
                </c:pt>
                <c:pt idx="30889">
                  <c:v>24.7</c:v>
                </c:pt>
                <c:pt idx="30890">
                  <c:v>24.7</c:v>
                </c:pt>
                <c:pt idx="30891">
                  <c:v>24.7</c:v>
                </c:pt>
                <c:pt idx="30892">
                  <c:v>24.7</c:v>
                </c:pt>
                <c:pt idx="30893">
                  <c:v>24.7</c:v>
                </c:pt>
                <c:pt idx="30894">
                  <c:v>24.7</c:v>
                </c:pt>
                <c:pt idx="30895">
                  <c:v>24.7</c:v>
                </c:pt>
                <c:pt idx="30896">
                  <c:v>24.7</c:v>
                </c:pt>
                <c:pt idx="30897">
                  <c:v>24.7</c:v>
                </c:pt>
                <c:pt idx="30898">
                  <c:v>24.7</c:v>
                </c:pt>
                <c:pt idx="30899">
                  <c:v>24.7</c:v>
                </c:pt>
                <c:pt idx="30900">
                  <c:v>24.7</c:v>
                </c:pt>
                <c:pt idx="30901">
                  <c:v>24.7</c:v>
                </c:pt>
                <c:pt idx="30902">
                  <c:v>24.7</c:v>
                </c:pt>
                <c:pt idx="30903">
                  <c:v>24.7</c:v>
                </c:pt>
                <c:pt idx="30904">
                  <c:v>24.7</c:v>
                </c:pt>
                <c:pt idx="30905">
                  <c:v>24.7</c:v>
                </c:pt>
                <c:pt idx="30906">
                  <c:v>24.7</c:v>
                </c:pt>
                <c:pt idx="30907">
                  <c:v>24.7</c:v>
                </c:pt>
                <c:pt idx="30908">
                  <c:v>24.7</c:v>
                </c:pt>
                <c:pt idx="30909">
                  <c:v>24.7</c:v>
                </c:pt>
                <c:pt idx="30910">
                  <c:v>24.7</c:v>
                </c:pt>
                <c:pt idx="30911">
                  <c:v>24.7</c:v>
                </c:pt>
                <c:pt idx="30912">
                  <c:v>24.7</c:v>
                </c:pt>
                <c:pt idx="30913">
                  <c:v>24.7</c:v>
                </c:pt>
                <c:pt idx="30914">
                  <c:v>24.7</c:v>
                </c:pt>
                <c:pt idx="30915">
                  <c:v>24.7</c:v>
                </c:pt>
                <c:pt idx="30916">
                  <c:v>24.7</c:v>
                </c:pt>
                <c:pt idx="30917">
                  <c:v>24.7</c:v>
                </c:pt>
                <c:pt idx="30918">
                  <c:v>24.7</c:v>
                </c:pt>
                <c:pt idx="30919">
                  <c:v>24.7</c:v>
                </c:pt>
                <c:pt idx="30920">
                  <c:v>24.7</c:v>
                </c:pt>
                <c:pt idx="30921">
                  <c:v>24.7</c:v>
                </c:pt>
                <c:pt idx="30922">
                  <c:v>24.7</c:v>
                </c:pt>
                <c:pt idx="30923">
                  <c:v>24.7</c:v>
                </c:pt>
                <c:pt idx="30924">
                  <c:v>24.7</c:v>
                </c:pt>
                <c:pt idx="30925">
                  <c:v>24.7</c:v>
                </c:pt>
                <c:pt idx="30926">
                  <c:v>24.7</c:v>
                </c:pt>
                <c:pt idx="30927">
                  <c:v>24.7</c:v>
                </c:pt>
                <c:pt idx="30928">
                  <c:v>24.7</c:v>
                </c:pt>
                <c:pt idx="30929">
                  <c:v>24.7</c:v>
                </c:pt>
                <c:pt idx="30930">
                  <c:v>24.7</c:v>
                </c:pt>
                <c:pt idx="30931">
                  <c:v>24.7</c:v>
                </c:pt>
                <c:pt idx="30932">
                  <c:v>24.7</c:v>
                </c:pt>
                <c:pt idx="30933">
                  <c:v>24.7</c:v>
                </c:pt>
                <c:pt idx="30934">
                  <c:v>24.7</c:v>
                </c:pt>
                <c:pt idx="30935">
                  <c:v>24.7</c:v>
                </c:pt>
                <c:pt idx="30936">
                  <c:v>24.7</c:v>
                </c:pt>
                <c:pt idx="30937">
                  <c:v>24.7</c:v>
                </c:pt>
                <c:pt idx="30938">
                  <c:v>24.7</c:v>
                </c:pt>
                <c:pt idx="30939">
                  <c:v>24.7</c:v>
                </c:pt>
                <c:pt idx="30940">
                  <c:v>24.7</c:v>
                </c:pt>
                <c:pt idx="30941">
                  <c:v>24.7</c:v>
                </c:pt>
                <c:pt idx="30942">
                  <c:v>24.7</c:v>
                </c:pt>
                <c:pt idx="30943">
                  <c:v>24.7</c:v>
                </c:pt>
                <c:pt idx="30944">
                  <c:v>24.7</c:v>
                </c:pt>
                <c:pt idx="30945">
                  <c:v>24.7</c:v>
                </c:pt>
                <c:pt idx="30946">
                  <c:v>24.7</c:v>
                </c:pt>
                <c:pt idx="30947">
                  <c:v>24.7</c:v>
                </c:pt>
                <c:pt idx="30948">
                  <c:v>24.7</c:v>
                </c:pt>
                <c:pt idx="30949">
                  <c:v>24.7</c:v>
                </c:pt>
                <c:pt idx="30950">
                  <c:v>24.7</c:v>
                </c:pt>
                <c:pt idx="30951">
                  <c:v>24.7</c:v>
                </c:pt>
                <c:pt idx="30952">
                  <c:v>24.7</c:v>
                </c:pt>
                <c:pt idx="30953">
                  <c:v>24.7</c:v>
                </c:pt>
                <c:pt idx="30954">
                  <c:v>24.7</c:v>
                </c:pt>
                <c:pt idx="30955">
                  <c:v>24.7</c:v>
                </c:pt>
                <c:pt idx="30956">
                  <c:v>24.7</c:v>
                </c:pt>
                <c:pt idx="30957">
                  <c:v>24.7</c:v>
                </c:pt>
                <c:pt idx="30958">
                  <c:v>24.7</c:v>
                </c:pt>
                <c:pt idx="30959">
                  <c:v>24.7</c:v>
                </c:pt>
                <c:pt idx="30960">
                  <c:v>24.7</c:v>
                </c:pt>
                <c:pt idx="30961">
                  <c:v>24.7</c:v>
                </c:pt>
                <c:pt idx="30962">
                  <c:v>24.7</c:v>
                </c:pt>
                <c:pt idx="30963">
                  <c:v>24.7</c:v>
                </c:pt>
                <c:pt idx="30964">
                  <c:v>24.7</c:v>
                </c:pt>
                <c:pt idx="30965">
                  <c:v>24.7</c:v>
                </c:pt>
                <c:pt idx="30966">
                  <c:v>24.7</c:v>
                </c:pt>
                <c:pt idx="30967">
                  <c:v>24.7</c:v>
                </c:pt>
                <c:pt idx="30968">
                  <c:v>24.7</c:v>
                </c:pt>
                <c:pt idx="30969">
                  <c:v>24.7</c:v>
                </c:pt>
                <c:pt idx="30970">
                  <c:v>24.7</c:v>
                </c:pt>
                <c:pt idx="30971">
                  <c:v>24.7</c:v>
                </c:pt>
                <c:pt idx="30972">
                  <c:v>24.7</c:v>
                </c:pt>
                <c:pt idx="30973">
                  <c:v>24.7</c:v>
                </c:pt>
                <c:pt idx="30974">
                  <c:v>24.7</c:v>
                </c:pt>
                <c:pt idx="30975">
                  <c:v>24.7</c:v>
                </c:pt>
                <c:pt idx="30976">
                  <c:v>24.7</c:v>
                </c:pt>
                <c:pt idx="30977">
                  <c:v>24.7</c:v>
                </c:pt>
                <c:pt idx="30978">
                  <c:v>24.7</c:v>
                </c:pt>
                <c:pt idx="30979">
                  <c:v>24.7</c:v>
                </c:pt>
                <c:pt idx="30980">
                  <c:v>24.7</c:v>
                </c:pt>
                <c:pt idx="30981">
                  <c:v>24.7</c:v>
                </c:pt>
                <c:pt idx="30982">
                  <c:v>24.7</c:v>
                </c:pt>
                <c:pt idx="30983">
                  <c:v>24.7</c:v>
                </c:pt>
                <c:pt idx="30984">
                  <c:v>24.7</c:v>
                </c:pt>
                <c:pt idx="30985">
                  <c:v>24.7</c:v>
                </c:pt>
                <c:pt idx="30986">
                  <c:v>24.7</c:v>
                </c:pt>
                <c:pt idx="30987">
                  <c:v>24.7</c:v>
                </c:pt>
                <c:pt idx="30988">
                  <c:v>24.7</c:v>
                </c:pt>
                <c:pt idx="30989">
                  <c:v>24.7</c:v>
                </c:pt>
                <c:pt idx="30990">
                  <c:v>24.7</c:v>
                </c:pt>
                <c:pt idx="30991">
                  <c:v>24.7</c:v>
                </c:pt>
                <c:pt idx="30992">
                  <c:v>24.7</c:v>
                </c:pt>
                <c:pt idx="30993">
                  <c:v>24.7</c:v>
                </c:pt>
                <c:pt idx="30994">
                  <c:v>24.7</c:v>
                </c:pt>
                <c:pt idx="30995">
                  <c:v>24.7</c:v>
                </c:pt>
                <c:pt idx="30996">
                  <c:v>24.7</c:v>
                </c:pt>
                <c:pt idx="30997">
                  <c:v>24.7</c:v>
                </c:pt>
                <c:pt idx="30998">
                  <c:v>24.7</c:v>
                </c:pt>
                <c:pt idx="30999">
                  <c:v>24.7</c:v>
                </c:pt>
                <c:pt idx="31000">
                  <c:v>24.7</c:v>
                </c:pt>
                <c:pt idx="31001">
                  <c:v>24.7</c:v>
                </c:pt>
                <c:pt idx="31002">
                  <c:v>24.7</c:v>
                </c:pt>
                <c:pt idx="31003">
                  <c:v>24.7</c:v>
                </c:pt>
                <c:pt idx="31004">
                  <c:v>24.7</c:v>
                </c:pt>
                <c:pt idx="31005">
                  <c:v>24.7</c:v>
                </c:pt>
                <c:pt idx="31006">
                  <c:v>24.7</c:v>
                </c:pt>
                <c:pt idx="31007">
                  <c:v>24.7</c:v>
                </c:pt>
                <c:pt idx="31008">
                  <c:v>24.7</c:v>
                </c:pt>
                <c:pt idx="31009">
                  <c:v>24.7</c:v>
                </c:pt>
                <c:pt idx="31010">
                  <c:v>24.7</c:v>
                </c:pt>
                <c:pt idx="31011">
                  <c:v>24.7</c:v>
                </c:pt>
                <c:pt idx="31012">
                  <c:v>24.7</c:v>
                </c:pt>
                <c:pt idx="31013">
                  <c:v>24.7</c:v>
                </c:pt>
                <c:pt idx="31014">
                  <c:v>24.7</c:v>
                </c:pt>
                <c:pt idx="31015">
                  <c:v>24.7</c:v>
                </c:pt>
                <c:pt idx="31016">
                  <c:v>24.7</c:v>
                </c:pt>
                <c:pt idx="31017">
                  <c:v>24.7</c:v>
                </c:pt>
                <c:pt idx="31018">
                  <c:v>24.7</c:v>
                </c:pt>
                <c:pt idx="31019">
                  <c:v>24.7</c:v>
                </c:pt>
                <c:pt idx="31020">
                  <c:v>24.7</c:v>
                </c:pt>
                <c:pt idx="31021">
                  <c:v>24.7</c:v>
                </c:pt>
                <c:pt idx="31022">
                  <c:v>24.7</c:v>
                </c:pt>
                <c:pt idx="31023">
                  <c:v>24.7</c:v>
                </c:pt>
                <c:pt idx="31024">
                  <c:v>24.7</c:v>
                </c:pt>
                <c:pt idx="31025">
                  <c:v>24.7</c:v>
                </c:pt>
                <c:pt idx="31026">
                  <c:v>24.7</c:v>
                </c:pt>
                <c:pt idx="31027">
                  <c:v>24.7</c:v>
                </c:pt>
                <c:pt idx="31028">
                  <c:v>24.7</c:v>
                </c:pt>
                <c:pt idx="31029">
                  <c:v>24.7</c:v>
                </c:pt>
                <c:pt idx="31030">
                  <c:v>24.7</c:v>
                </c:pt>
                <c:pt idx="31031">
                  <c:v>24.7</c:v>
                </c:pt>
                <c:pt idx="31032">
                  <c:v>24.7</c:v>
                </c:pt>
                <c:pt idx="31033">
                  <c:v>24.7</c:v>
                </c:pt>
                <c:pt idx="31034">
                  <c:v>24.7</c:v>
                </c:pt>
                <c:pt idx="31035">
                  <c:v>24.7</c:v>
                </c:pt>
                <c:pt idx="31036">
                  <c:v>24.7</c:v>
                </c:pt>
                <c:pt idx="31037">
                  <c:v>24.7</c:v>
                </c:pt>
                <c:pt idx="31038">
                  <c:v>24.7</c:v>
                </c:pt>
                <c:pt idx="31039">
                  <c:v>24.7</c:v>
                </c:pt>
                <c:pt idx="31040">
                  <c:v>24.7</c:v>
                </c:pt>
                <c:pt idx="31041">
                  <c:v>24.7</c:v>
                </c:pt>
                <c:pt idx="31042">
                  <c:v>24.7</c:v>
                </c:pt>
                <c:pt idx="31043">
                  <c:v>24.7</c:v>
                </c:pt>
                <c:pt idx="31044">
                  <c:v>24.7</c:v>
                </c:pt>
                <c:pt idx="31045">
                  <c:v>24.7</c:v>
                </c:pt>
                <c:pt idx="31046">
                  <c:v>24.7</c:v>
                </c:pt>
                <c:pt idx="31047">
                  <c:v>24.7</c:v>
                </c:pt>
                <c:pt idx="31048">
                  <c:v>24.7</c:v>
                </c:pt>
                <c:pt idx="31049">
                  <c:v>24.7</c:v>
                </c:pt>
                <c:pt idx="31050">
                  <c:v>24.7</c:v>
                </c:pt>
                <c:pt idx="31051">
                  <c:v>24.7</c:v>
                </c:pt>
                <c:pt idx="31052">
                  <c:v>24.7</c:v>
                </c:pt>
                <c:pt idx="31053">
                  <c:v>24.7</c:v>
                </c:pt>
                <c:pt idx="31054">
                  <c:v>24.7</c:v>
                </c:pt>
                <c:pt idx="31055">
                  <c:v>24.7</c:v>
                </c:pt>
                <c:pt idx="31056">
                  <c:v>24.7</c:v>
                </c:pt>
                <c:pt idx="31057">
                  <c:v>24.7</c:v>
                </c:pt>
                <c:pt idx="31058">
                  <c:v>24.7</c:v>
                </c:pt>
                <c:pt idx="31059">
                  <c:v>24.7</c:v>
                </c:pt>
                <c:pt idx="31060">
                  <c:v>24.7</c:v>
                </c:pt>
                <c:pt idx="31061">
                  <c:v>24.7</c:v>
                </c:pt>
                <c:pt idx="31062">
                  <c:v>24.7</c:v>
                </c:pt>
                <c:pt idx="31063">
                  <c:v>24.7</c:v>
                </c:pt>
                <c:pt idx="31064">
                  <c:v>24.7</c:v>
                </c:pt>
                <c:pt idx="31065">
                  <c:v>24.7</c:v>
                </c:pt>
                <c:pt idx="31066">
                  <c:v>24.7</c:v>
                </c:pt>
                <c:pt idx="31067">
                  <c:v>24.7</c:v>
                </c:pt>
                <c:pt idx="31068">
                  <c:v>24.7</c:v>
                </c:pt>
                <c:pt idx="31069">
                  <c:v>24.7</c:v>
                </c:pt>
                <c:pt idx="31070">
                  <c:v>24.7</c:v>
                </c:pt>
                <c:pt idx="31071">
                  <c:v>24.7</c:v>
                </c:pt>
                <c:pt idx="31072">
                  <c:v>24.7</c:v>
                </c:pt>
                <c:pt idx="31073">
                  <c:v>24.7</c:v>
                </c:pt>
                <c:pt idx="31074">
                  <c:v>24.7</c:v>
                </c:pt>
                <c:pt idx="31075">
                  <c:v>24.7</c:v>
                </c:pt>
                <c:pt idx="31076">
                  <c:v>24.7</c:v>
                </c:pt>
                <c:pt idx="31077">
                  <c:v>24.7</c:v>
                </c:pt>
                <c:pt idx="31078">
                  <c:v>24.7</c:v>
                </c:pt>
                <c:pt idx="31079">
                  <c:v>24.7</c:v>
                </c:pt>
                <c:pt idx="31080">
                  <c:v>24.7</c:v>
                </c:pt>
                <c:pt idx="31081">
                  <c:v>24.7</c:v>
                </c:pt>
                <c:pt idx="31082">
                  <c:v>24.7</c:v>
                </c:pt>
                <c:pt idx="31083">
                  <c:v>24.7</c:v>
                </c:pt>
                <c:pt idx="31084">
                  <c:v>24.7</c:v>
                </c:pt>
                <c:pt idx="31085">
                  <c:v>24.7</c:v>
                </c:pt>
                <c:pt idx="31086">
                  <c:v>24.7</c:v>
                </c:pt>
                <c:pt idx="31087">
                  <c:v>24.7</c:v>
                </c:pt>
                <c:pt idx="31088">
                  <c:v>24.7</c:v>
                </c:pt>
                <c:pt idx="31089">
                  <c:v>24.7</c:v>
                </c:pt>
                <c:pt idx="31090">
                  <c:v>24.7</c:v>
                </c:pt>
                <c:pt idx="31091">
                  <c:v>24.7</c:v>
                </c:pt>
                <c:pt idx="31092">
                  <c:v>24.7</c:v>
                </c:pt>
                <c:pt idx="31093">
                  <c:v>24.7</c:v>
                </c:pt>
                <c:pt idx="31094">
                  <c:v>24.7</c:v>
                </c:pt>
                <c:pt idx="31095">
                  <c:v>24.7</c:v>
                </c:pt>
                <c:pt idx="31096">
                  <c:v>24.7</c:v>
                </c:pt>
                <c:pt idx="31097">
                  <c:v>24.7</c:v>
                </c:pt>
                <c:pt idx="31098">
                  <c:v>24.7</c:v>
                </c:pt>
                <c:pt idx="31099">
                  <c:v>24.7</c:v>
                </c:pt>
                <c:pt idx="31100">
                  <c:v>24.7</c:v>
                </c:pt>
                <c:pt idx="31101">
                  <c:v>24.7</c:v>
                </c:pt>
                <c:pt idx="31102">
                  <c:v>24.7</c:v>
                </c:pt>
                <c:pt idx="31103">
                  <c:v>24.7</c:v>
                </c:pt>
                <c:pt idx="31104">
                  <c:v>24.7</c:v>
                </c:pt>
                <c:pt idx="31105">
                  <c:v>24.7</c:v>
                </c:pt>
                <c:pt idx="31106">
                  <c:v>24.7</c:v>
                </c:pt>
                <c:pt idx="31107">
                  <c:v>24.7</c:v>
                </c:pt>
                <c:pt idx="31108">
                  <c:v>24.7</c:v>
                </c:pt>
                <c:pt idx="31109">
                  <c:v>24.7</c:v>
                </c:pt>
                <c:pt idx="31110">
                  <c:v>24.7</c:v>
                </c:pt>
                <c:pt idx="31111">
                  <c:v>24.7</c:v>
                </c:pt>
                <c:pt idx="31112">
                  <c:v>24.7</c:v>
                </c:pt>
                <c:pt idx="31113">
                  <c:v>24.7</c:v>
                </c:pt>
                <c:pt idx="31114">
                  <c:v>24.7</c:v>
                </c:pt>
                <c:pt idx="31115">
                  <c:v>24.7</c:v>
                </c:pt>
                <c:pt idx="31116">
                  <c:v>24.7</c:v>
                </c:pt>
                <c:pt idx="31117">
                  <c:v>24.7</c:v>
                </c:pt>
                <c:pt idx="31118">
                  <c:v>24.7</c:v>
                </c:pt>
                <c:pt idx="31119">
                  <c:v>24.7</c:v>
                </c:pt>
                <c:pt idx="31120">
                  <c:v>24.7</c:v>
                </c:pt>
                <c:pt idx="31121">
                  <c:v>24.7</c:v>
                </c:pt>
                <c:pt idx="31122">
                  <c:v>24.7</c:v>
                </c:pt>
                <c:pt idx="31123">
                  <c:v>24.7</c:v>
                </c:pt>
                <c:pt idx="31124">
                  <c:v>24.7</c:v>
                </c:pt>
                <c:pt idx="31125">
                  <c:v>24.7</c:v>
                </c:pt>
                <c:pt idx="31126">
                  <c:v>24.7</c:v>
                </c:pt>
                <c:pt idx="31127">
                  <c:v>24.7</c:v>
                </c:pt>
                <c:pt idx="31128">
                  <c:v>24.7</c:v>
                </c:pt>
                <c:pt idx="31129">
                  <c:v>24.7</c:v>
                </c:pt>
                <c:pt idx="31130">
                  <c:v>24.7</c:v>
                </c:pt>
                <c:pt idx="31131">
                  <c:v>24.7</c:v>
                </c:pt>
                <c:pt idx="31132">
                  <c:v>24.7</c:v>
                </c:pt>
                <c:pt idx="31133">
                  <c:v>24.7</c:v>
                </c:pt>
                <c:pt idx="31134">
                  <c:v>24.7</c:v>
                </c:pt>
                <c:pt idx="31135">
                  <c:v>24.7</c:v>
                </c:pt>
                <c:pt idx="31136">
                  <c:v>24.7</c:v>
                </c:pt>
                <c:pt idx="31137">
                  <c:v>24.7</c:v>
                </c:pt>
                <c:pt idx="31138">
                  <c:v>24.7</c:v>
                </c:pt>
                <c:pt idx="31139">
                  <c:v>24.7</c:v>
                </c:pt>
                <c:pt idx="31140">
                  <c:v>24.7</c:v>
                </c:pt>
                <c:pt idx="31141">
                  <c:v>24.7</c:v>
                </c:pt>
                <c:pt idx="31142">
                  <c:v>24.7</c:v>
                </c:pt>
                <c:pt idx="31143">
                  <c:v>24.7</c:v>
                </c:pt>
                <c:pt idx="31144">
                  <c:v>24.7</c:v>
                </c:pt>
                <c:pt idx="31145">
                  <c:v>24.7</c:v>
                </c:pt>
                <c:pt idx="31146">
                  <c:v>24.7</c:v>
                </c:pt>
                <c:pt idx="31147">
                  <c:v>24.7</c:v>
                </c:pt>
                <c:pt idx="31148">
                  <c:v>24.7</c:v>
                </c:pt>
                <c:pt idx="31149">
                  <c:v>24.7</c:v>
                </c:pt>
                <c:pt idx="31150">
                  <c:v>24.7</c:v>
                </c:pt>
                <c:pt idx="31151">
                  <c:v>24.7</c:v>
                </c:pt>
                <c:pt idx="31152">
                  <c:v>24.7</c:v>
                </c:pt>
                <c:pt idx="31153">
                  <c:v>24.7</c:v>
                </c:pt>
                <c:pt idx="31154">
                  <c:v>24.7</c:v>
                </c:pt>
                <c:pt idx="31155">
                  <c:v>24.7</c:v>
                </c:pt>
                <c:pt idx="31156">
                  <c:v>24.7</c:v>
                </c:pt>
                <c:pt idx="31157">
                  <c:v>24.7</c:v>
                </c:pt>
                <c:pt idx="31158">
                  <c:v>24.7</c:v>
                </c:pt>
                <c:pt idx="31159">
                  <c:v>24.7</c:v>
                </c:pt>
                <c:pt idx="31160">
                  <c:v>24.7</c:v>
                </c:pt>
                <c:pt idx="31161">
                  <c:v>24.7</c:v>
                </c:pt>
                <c:pt idx="31162">
                  <c:v>24.7</c:v>
                </c:pt>
                <c:pt idx="31163">
                  <c:v>24.7</c:v>
                </c:pt>
                <c:pt idx="31164">
                  <c:v>24.7</c:v>
                </c:pt>
                <c:pt idx="31165">
                  <c:v>24.7</c:v>
                </c:pt>
                <c:pt idx="31166">
                  <c:v>24.7</c:v>
                </c:pt>
                <c:pt idx="31167">
                  <c:v>24.7</c:v>
                </c:pt>
                <c:pt idx="31168">
                  <c:v>24.7</c:v>
                </c:pt>
                <c:pt idx="31169">
                  <c:v>24.7</c:v>
                </c:pt>
                <c:pt idx="31170">
                  <c:v>24.7</c:v>
                </c:pt>
                <c:pt idx="31171">
                  <c:v>24.7</c:v>
                </c:pt>
                <c:pt idx="31172">
                  <c:v>24.7</c:v>
                </c:pt>
                <c:pt idx="31173">
                  <c:v>24.7</c:v>
                </c:pt>
                <c:pt idx="31174">
                  <c:v>24.7</c:v>
                </c:pt>
                <c:pt idx="31175">
                  <c:v>24.7</c:v>
                </c:pt>
                <c:pt idx="31176">
                  <c:v>24.7</c:v>
                </c:pt>
                <c:pt idx="31177">
                  <c:v>24.7</c:v>
                </c:pt>
                <c:pt idx="31178">
                  <c:v>24.7</c:v>
                </c:pt>
                <c:pt idx="31179">
                  <c:v>24.7</c:v>
                </c:pt>
                <c:pt idx="31180">
                  <c:v>24.7</c:v>
                </c:pt>
                <c:pt idx="31181">
                  <c:v>24.7</c:v>
                </c:pt>
                <c:pt idx="31182">
                  <c:v>24.7</c:v>
                </c:pt>
                <c:pt idx="31183">
                  <c:v>24.7</c:v>
                </c:pt>
                <c:pt idx="31184">
                  <c:v>24.7</c:v>
                </c:pt>
                <c:pt idx="31185">
                  <c:v>24.7</c:v>
                </c:pt>
                <c:pt idx="31186">
                  <c:v>24.7</c:v>
                </c:pt>
                <c:pt idx="31187">
                  <c:v>24.7</c:v>
                </c:pt>
                <c:pt idx="31188">
                  <c:v>24.7</c:v>
                </c:pt>
                <c:pt idx="31189">
                  <c:v>24.7</c:v>
                </c:pt>
                <c:pt idx="31190">
                  <c:v>24.7</c:v>
                </c:pt>
                <c:pt idx="31191">
                  <c:v>24.7</c:v>
                </c:pt>
                <c:pt idx="31192">
                  <c:v>24.7</c:v>
                </c:pt>
                <c:pt idx="31193">
                  <c:v>24.7</c:v>
                </c:pt>
                <c:pt idx="31194">
                  <c:v>24.7</c:v>
                </c:pt>
                <c:pt idx="31195">
                  <c:v>24.7</c:v>
                </c:pt>
                <c:pt idx="31196">
                  <c:v>24.7</c:v>
                </c:pt>
                <c:pt idx="31197">
                  <c:v>24.7</c:v>
                </c:pt>
                <c:pt idx="31198">
                  <c:v>24.7</c:v>
                </c:pt>
                <c:pt idx="31199">
                  <c:v>24.7</c:v>
                </c:pt>
                <c:pt idx="31200">
                  <c:v>24.7</c:v>
                </c:pt>
                <c:pt idx="31201">
                  <c:v>24.7</c:v>
                </c:pt>
                <c:pt idx="31202">
                  <c:v>24.7</c:v>
                </c:pt>
                <c:pt idx="31203">
                  <c:v>24.7</c:v>
                </c:pt>
                <c:pt idx="31204">
                  <c:v>24.7</c:v>
                </c:pt>
                <c:pt idx="31205">
                  <c:v>24.7</c:v>
                </c:pt>
                <c:pt idx="31206">
                  <c:v>24.7</c:v>
                </c:pt>
                <c:pt idx="31207">
                  <c:v>24.7</c:v>
                </c:pt>
                <c:pt idx="31208">
                  <c:v>24.7</c:v>
                </c:pt>
                <c:pt idx="31209">
                  <c:v>24.7</c:v>
                </c:pt>
                <c:pt idx="31210">
                  <c:v>24.7</c:v>
                </c:pt>
                <c:pt idx="31211">
                  <c:v>24.7</c:v>
                </c:pt>
                <c:pt idx="31212">
                  <c:v>24.7</c:v>
                </c:pt>
                <c:pt idx="31213">
                  <c:v>24.7</c:v>
                </c:pt>
                <c:pt idx="31214">
                  <c:v>24.7</c:v>
                </c:pt>
                <c:pt idx="31215">
                  <c:v>24.7</c:v>
                </c:pt>
                <c:pt idx="31216">
                  <c:v>24.7</c:v>
                </c:pt>
                <c:pt idx="31217">
                  <c:v>24.7</c:v>
                </c:pt>
                <c:pt idx="31218">
                  <c:v>24.7</c:v>
                </c:pt>
                <c:pt idx="31219">
                  <c:v>24.7</c:v>
                </c:pt>
                <c:pt idx="31220">
                  <c:v>24.7</c:v>
                </c:pt>
                <c:pt idx="31221">
                  <c:v>24.7</c:v>
                </c:pt>
                <c:pt idx="31222">
                  <c:v>24.7</c:v>
                </c:pt>
                <c:pt idx="31223">
                  <c:v>24.7</c:v>
                </c:pt>
                <c:pt idx="31224">
                  <c:v>24.7</c:v>
                </c:pt>
                <c:pt idx="31225">
                  <c:v>24.7</c:v>
                </c:pt>
                <c:pt idx="31226">
                  <c:v>24.7</c:v>
                </c:pt>
                <c:pt idx="31227">
                  <c:v>24.7</c:v>
                </c:pt>
                <c:pt idx="31228">
                  <c:v>24.7</c:v>
                </c:pt>
                <c:pt idx="31229">
                  <c:v>24.7</c:v>
                </c:pt>
                <c:pt idx="31230">
                  <c:v>24.7</c:v>
                </c:pt>
                <c:pt idx="31231">
                  <c:v>24.7</c:v>
                </c:pt>
                <c:pt idx="31232">
                  <c:v>24.7</c:v>
                </c:pt>
                <c:pt idx="31233">
                  <c:v>24.7</c:v>
                </c:pt>
                <c:pt idx="31234">
                  <c:v>24.7</c:v>
                </c:pt>
                <c:pt idx="31235">
                  <c:v>24.7</c:v>
                </c:pt>
                <c:pt idx="31236">
                  <c:v>24.7</c:v>
                </c:pt>
                <c:pt idx="31237">
                  <c:v>24.7</c:v>
                </c:pt>
                <c:pt idx="31238">
                  <c:v>24.7</c:v>
                </c:pt>
                <c:pt idx="31239">
                  <c:v>24.7</c:v>
                </c:pt>
                <c:pt idx="31240">
                  <c:v>24.7</c:v>
                </c:pt>
                <c:pt idx="31241">
                  <c:v>24.7</c:v>
                </c:pt>
                <c:pt idx="31242">
                  <c:v>24.7</c:v>
                </c:pt>
                <c:pt idx="31243">
                  <c:v>24.7</c:v>
                </c:pt>
                <c:pt idx="31244">
                  <c:v>24.7</c:v>
                </c:pt>
                <c:pt idx="31245">
                  <c:v>24.7</c:v>
                </c:pt>
                <c:pt idx="31246">
                  <c:v>24.7</c:v>
                </c:pt>
                <c:pt idx="31247">
                  <c:v>24.7</c:v>
                </c:pt>
                <c:pt idx="31248">
                  <c:v>24.7</c:v>
                </c:pt>
                <c:pt idx="31249">
                  <c:v>24.7</c:v>
                </c:pt>
                <c:pt idx="31250">
                  <c:v>24.7</c:v>
                </c:pt>
                <c:pt idx="31251">
                  <c:v>24.7</c:v>
                </c:pt>
                <c:pt idx="31252">
                  <c:v>24.7</c:v>
                </c:pt>
                <c:pt idx="31253">
                  <c:v>24.7</c:v>
                </c:pt>
                <c:pt idx="31254">
                  <c:v>24.7</c:v>
                </c:pt>
                <c:pt idx="31255">
                  <c:v>24.7</c:v>
                </c:pt>
                <c:pt idx="31256">
                  <c:v>24.7</c:v>
                </c:pt>
                <c:pt idx="31257">
                  <c:v>24.7</c:v>
                </c:pt>
                <c:pt idx="31258">
                  <c:v>24.7</c:v>
                </c:pt>
                <c:pt idx="31259">
                  <c:v>24.7</c:v>
                </c:pt>
                <c:pt idx="31260">
                  <c:v>24.7</c:v>
                </c:pt>
                <c:pt idx="31261">
                  <c:v>24.7</c:v>
                </c:pt>
                <c:pt idx="31262">
                  <c:v>24.7</c:v>
                </c:pt>
                <c:pt idx="31263">
                  <c:v>24.7</c:v>
                </c:pt>
                <c:pt idx="31264">
                  <c:v>24.7</c:v>
                </c:pt>
                <c:pt idx="31265">
                  <c:v>24.7</c:v>
                </c:pt>
                <c:pt idx="31266">
                  <c:v>24.7</c:v>
                </c:pt>
                <c:pt idx="31267">
                  <c:v>24.7</c:v>
                </c:pt>
                <c:pt idx="31268">
                  <c:v>24.7</c:v>
                </c:pt>
                <c:pt idx="31269">
                  <c:v>24.7</c:v>
                </c:pt>
                <c:pt idx="31270">
                  <c:v>24.7</c:v>
                </c:pt>
                <c:pt idx="31271">
                  <c:v>24.7</c:v>
                </c:pt>
                <c:pt idx="31272">
                  <c:v>24.7</c:v>
                </c:pt>
                <c:pt idx="31273">
                  <c:v>24.7</c:v>
                </c:pt>
                <c:pt idx="31274">
                  <c:v>24.7</c:v>
                </c:pt>
                <c:pt idx="31275">
                  <c:v>24.7</c:v>
                </c:pt>
                <c:pt idx="31276">
                  <c:v>24.7</c:v>
                </c:pt>
                <c:pt idx="31277">
                  <c:v>24.7</c:v>
                </c:pt>
                <c:pt idx="31278">
                  <c:v>24.7</c:v>
                </c:pt>
                <c:pt idx="31279">
                  <c:v>24.7</c:v>
                </c:pt>
                <c:pt idx="31280">
                  <c:v>24.7</c:v>
                </c:pt>
                <c:pt idx="31281">
                  <c:v>24.7</c:v>
                </c:pt>
                <c:pt idx="31282">
                  <c:v>24.7</c:v>
                </c:pt>
                <c:pt idx="31283">
                  <c:v>24.7</c:v>
                </c:pt>
                <c:pt idx="31284">
                  <c:v>24.7</c:v>
                </c:pt>
                <c:pt idx="31285">
                  <c:v>24.7</c:v>
                </c:pt>
                <c:pt idx="31286">
                  <c:v>24.7</c:v>
                </c:pt>
                <c:pt idx="31287">
                  <c:v>24.7</c:v>
                </c:pt>
                <c:pt idx="31288">
                  <c:v>24.7</c:v>
                </c:pt>
                <c:pt idx="31289">
                  <c:v>24.7</c:v>
                </c:pt>
                <c:pt idx="31290">
                  <c:v>24.7</c:v>
                </c:pt>
                <c:pt idx="31291">
                  <c:v>24.7</c:v>
                </c:pt>
                <c:pt idx="31292">
                  <c:v>24.7</c:v>
                </c:pt>
                <c:pt idx="31293">
                  <c:v>24.7</c:v>
                </c:pt>
                <c:pt idx="31294">
                  <c:v>24.7</c:v>
                </c:pt>
                <c:pt idx="31295">
                  <c:v>24.7</c:v>
                </c:pt>
                <c:pt idx="31296">
                  <c:v>24.7</c:v>
                </c:pt>
                <c:pt idx="31297">
                  <c:v>24.7</c:v>
                </c:pt>
                <c:pt idx="31298">
                  <c:v>24.7</c:v>
                </c:pt>
                <c:pt idx="31299">
                  <c:v>24.7</c:v>
                </c:pt>
                <c:pt idx="31300">
                  <c:v>24.7</c:v>
                </c:pt>
                <c:pt idx="31301">
                  <c:v>24.7</c:v>
                </c:pt>
                <c:pt idx="31302">
                  <c:v>24.7</c:v>
                </c:pt>
                <c:pt idx="31303">
                  <c:v>24.7</c:v>
                </c:pt>
                <c:pt idx="31304">
                  <c:v>24.7</c:v>
                </c:pt>
                <c:pt idx="31305">
                  <c:v>24.7</c:v>
                </c:pt>
                <c:pt idx="31306">
                  <c:v>24.7</c:v>
                </c:pt>
                <c:pt idx="31307">
                  <c:v>24.7</c:v>
                </c:pt>
                <c:pt idx="31308">
                  <c:v>24.7</c:v>
                </c:pt>
                <c:pt idx="31309">
                  <c:v>24.7</c:v>
                </c:pt>
                <c:pt idx="31310">
                  <c:v>24.7</c:v>
                </c:pt>
                <c:pt idx="31311">
                  <c:v>24.7</c:v>
                </c:pt>
                <c:pt idx="31312">
                  <c:v>24.7</c:v>
                </c:pt>
                <c:pt idx="31313">
                  <c:v>24.7</c:v>
                </c:pt>
                <c:pt idx="31314">
                  <c:v>24.7</c:v>
                </c:pt>
                <c:pt idx="31315">
                  <c:v>24.7</c:v>
                </c:pt>
                <c:pt idx="31316">
                  <c:v>24.7</c:v>
                </c:pt>
                <c:pt idx="31317">
                  <c:v>24.7</c:v>
                </c:pt>
                <c:pt idx="31318">
                  <c:v>24.7</c:v>
                </c:pt>
                <c:pt idx="31319">
                  <c:v>24.7</c:v>
                </c:pt>
                <c:pt idx="31320">
                  <c:v>24.7</c:v>
                </c:pt>
                <c:pt idx="31321">
                  <c:v>24.7</c:v>
                </c:pt>
                <c:pt idx="31322">
                  <c:v>24.7</c:v>
                </c:pt>
                <c:pt idx="31323">
                  <c:v>24.7</c:v>
                </c:pt>
                <c:pt idx="31324">
                  <c:v>24.7</c:v>
                </c:pt>
                <c:pt idx="31325">
                  <c:v>24.7</c:v>
                </c:pt>
                <c:pt idx="31326">
                  <c:v>24.7</c:v>
                </c:pt>
                <c:pt idx="31327">
                  <c:v>24.7</c:v>
                </c:pt>
                <c:pt idx="31328">
                  <c:v>24.7</c:v>
                </c:pt>
                <c:pt idx="31329">
                  <c:v>24.7</c:v>
                </c:pt>
                <c:pt idx="31330">
                  <c:v>24.7</c:v>
                </c:pt>
                <c:pt idx="31331">
                  <c:v>24.7</c:v>
                </c:pt>
                <c:pt idx="31332">
                  <c:v>24.7</c:v>
                </c:pt>
                <c:pt idx="31333">
                  <c:v>24.7</c:v>
                </c:pt>
                <c:pt idx="31334">
                  <c:v>24.7</c:v>
                </c:pt>
                <c:pt idx="31335">
                  <c:v>24.7</c:v>
                </c:pt>
                <c:pt idx="31336">
                  <c:v>24.7</c:v>
                </c:pt>
                <c:pt idx="31337">
                  <c:v>24.7</c:v>
                </c:pt>
                <c:pt idx="31338">
                  <c:v>24.7</c:v>
                </c:pt>
                <c:pt idx="31339">
                  <c:v>24.7</c:v>
                </c:pt>
                <c:pt idx="31340">
                  <c:v>24.7</c:v>
                </c:pt>
                <c:pt idx="31341">
                  <c:v>24.7</c:v>
                </c:pt>
                <c:pt idx="31342">
                  <c:v>24.7</c:v>
                </c:pt>
                <c:pt idx="31343">
                  <c:v>24.7</c:v>
                </c:pt>
                <c:pt idx="31344">
                  <c:v>24.7</c:v>
                </c:pt>
                <c:pt idx="31345">
                  <c:v>24.7</c:v>
                </c:pt>
                <c:pt idx="31346">
                  <c:v>24.7</c:v>
                </c:pt>
                <c:pt idx="31347">
                  <c:v>24.7</c:v>
                </c:pt>
                <c:pt idx="31348">
                  <c:v>24.7</c:v>
                </c:pt>
                <c:pt idx="31349">
                  <c:v>24.7</c:v>
                </c:pt>
                <c:pt idx="31350">
                  <c:v>24.7</c:v>
                </c:pt>
                <c:pt idx="31351">
                  <c:v>24.7</c:v>
                </c:pt>
                <c:pt idx="31352">
                  <c:v>24.7</c:v>
                </c:pt>
                <c:pt idx="31353">
                  <c:v>24.7</c:v>
                </c:pt>
                <c:pt idx="31354">
                  <c:v>24.7</c:v>
                </c:pt>
                <c:pt idx="31355">
                  <c:v>24.7</c:v>
                </c:pt>
                <c:pt idx="31356">
                  <c:v>24.7</c:v>
                </c:pt>
                <c:pt idx="31357">
                  <c:v>24.7</c:v>
                </c:pt>
                <c:pt idx="31358">
                  <c:v>24.7</c:v>
                </c:pt>
                <c:pt idx="31359">
                  <c:v>24.7</c:v>
                </c:pt>
                <c:pt idx="31360">
                  <c:v>24.7</c:v>
                </c:pt>
                <c:pt idx="31361">
                  <c:v>24.7</c:v>
                </c:pt>
                <c:pt idx="31362">
                  <c:v>24.7</c:v>
                </c:pt>
                <c:pt idx="31363">
                  <c:v>24.7</c:v>
                </c:pt>
                <c:pt idx="31364">
                  <c:v>24.7</c:v>
                </c:pt>
                <c:pt idx="31365">
                  <c:v>24.7</c:v>
                </c:pt>
                <c:pt idx="31366">
                  <c:v>24.7</c:v>
                </c:pt>
                <c:pt idx="31367">
                  <c:v>24.7</c:v>
                </c:pt>
                <c:pt idx="31368">
                  <c:v>24.7</c:v>
                </c:pt>
                <c:pt idx="31369">
                  <c:v>24.7</c:v>
                </c:pt>
                <c:pt idx="31370">
                  <c:v>24.7</c:v>
                </c:pt>
                <c:pt idx="31371">
                  <c:v>24.7</c:v>
                </c:pt>
                <c:pt idx="31372">
                  <c:v>24.7</c:v>
                </c:pt>
                <c:pt idx="31373">
                  <c:v>24.7</c:v>
                </c:pt>
                <c:pt idx="31374">
                  <c:v>24.7</c:v>
                </c:pt>
                <c:pt idx="31375">
                  <c:v>24.7</c:v>
                </c:pt>
                <c:pt idx="31376">
                  <c:v>24.7</c:v>
                </c:pt>
                <c:pt idx="31377">
                  <c:v>24.7</c:v>
                </c:pt>
                <c:pt idx="31378">
                  <c:v>24.7</c:v>
                </c:pt>
                <c:pt idx="31379">
                  <c:v>24.7</c:v>
                </c:pt>
                <c:pt idx="31380">
                  <c:v>24.7</c:v>
                </c:pt>
                <c:pt idx="31381">
                  <c:v>24.7</c:v>
                </c:pt>
                <c:pt idx="31382">
                  <c:v>24.7</c:v>
                </c:pt>
                <c:pt idx="31383">
                  <c:v>24.7</c:v>
                </c:pt>
                <c:pt idx="31384">
                  <c:v>24.7</c:v>
                </c:pt>
                <c:pt idx="31385">
                  <c:v>24.7</c:v>
                </c:pt>
                <c:pt idx="31386">
                  <c:v>24.7</c:v>
                </c:pt>
                <c:pt idx="31387">
                  <c:v>24.7</c:v>
                </c:pt>
                <c:pt idx="31388">
                  <c:v>24.7</c:v>
                </c:pt>
                <c:pt idx="31389">
                  <c:v>24.7</c:v>
                </c:pt>
                <c:pt idx="31390">
                  <c:v>24.7</c:v>
                </c:pt>
                <c:pt idx="31391">
                  <c:v>24.7</c:v>
                </c:pt>
                <c:pt idx="31392">
                  <c:v>24.7</c:v>
                </c:pt>
                <c:pt idx="31393">
                  <c:v>24.7</c:v>
                </c:pt>
                <c:pt idx="31394">
                  <c:v>24.7</c:v>
                </c:pt>
                <c:pt idx="31395">
                  <c:v>24.7</c:v>
                </c:pt>
                <c:pt idx="31396">
                  <c:v>24.7</c:v>
                </c:pt>
                <c:pt idx="31397">
                  <c:v>24.7</c:v>
                </c:pt>
                <c:pt idx="31398">
                  <c:v>24.7</c:v>
                </c:pt>
                <c:pt idx="31399">
                  <c:v>24.7</c:v>
                </c:pt>
                <c:pt idx="31400">
                  <c:v>24.7</c:v>
                </c:pt>
                <c:pt idx="31401">
                  <c:v>24.7</c:v>
                </c:pt>
                <c:pt idx="31402">
                  <c:v>24.7</c:v>
                </c:pt>
                <c:pt idx="31403">
                  <c:v>24.7</c:v>
                </c:pt>
                <c:pt idx="31404">
                  <c:v>24.7</c:v>
                </c:pt>
                <c:pt idx="31405">
                  <c:v>24.7</c:v>
                </c:pt>
                <c:pt idx="31406">
                  <c:v>24.7</c:v>
                </c:pt>
                <c:pt idx="31407">
                  <c:v>24.7</c:v>
                </c:pt>
                <c:pt idx="31408">
                  <c:v>24.7</c:v>
                </c:pt>
                <c:pt idx="31409">
                  <c:v>24.7</c:v>
                </c:pt>
                <c:pt idx="31410">
                  <c:v>24.7</c:v>
                </c:pt>
                <c:pt idx="31411">
                  <c:v>24.7</c:v>
                </c:pt>
                <c:pt idx="31412">
                  <c:v>24.7</c:v>
                </c:pt>
                <c:pt idx="31413">
                  <c:v>24.7</c:v>
                </c:pt>
                <c:pt idx="31414">
                  <c:v>24.7</c:v>
                </c:pt>
                <c:pt idx="31415">
                  <c:v>24.7</c:v>
                </c:pt>
                <c:pt idx="31416">
                  <c:v>24.7</c:v>
                </c:pt>
                <c:pt idx="31417">
                  <c:v>24.7</c:v>
                </c:pt>
                <c:pt idx="31418">
                  <c:v>24.7</c:v>
                </c:pt>
                <c:pt idx="31419">
                  <c:v>24.7</c:v>
                </c:pt>
                <c:pt idx="31420">
                  <c:v>24.7</c:v>
                </c:pt>
                <c:pt idx="31421">
                  <c:v>24.7</c:v>
                </c:pt>
                <c:pt idx="31422">
                  <c:v>24.7</c:v>
                </c:pt>
                <c:pt idx="31423">
                  <c:v>24.7</c:v>
                </c:pt>
                <c:pt idx="31424">
                  <c:v>24.7</c:v>
                </c:pt>
                <c:pt idx="31425">
                  <c:v>24.7</c:v>
                </c:pt>
                <c:pt idx="31426">
                  <c:v>24.7</c:v>
                </c:pt>
                <c:pt idx="31427">
                  <c:v>24.7</c:v>
                </c:pt>
                <c:pt idx="31428">
                  <c:v>24.7</c:v>
                </c:pt>
                <c:pt idx="31429">
                  <c:v>24.7</c:v>
                </c:pt>
                <c:pt idx="31430">
                  <c:v>24.7</c:v>
                </c:pt>
                <c:pt idx="31431">
                  <c:v>24.7</c:v>
                </c:pt>
                <c:pt idx="31432">
                  <c:v>24.7</c:v>
                </c:pt>
                <c:pt idx="31433">
                  <c:v>24.7</c:v>
                </c:pt>
                <c:pt idx="31434">
                  <c:v>24.7</c:v>
                </c:pt>
                <c:pt idx="31435">
                  <c:v>24.7</c:v>
                </c:pt>
                <c:pt idx="31436">
                  <c:v>24.7</c:v>
                </c:pt>
                <c:pt idx="31437">
                  <c:v>24.7</c:v>
                </c:pt>
                <c:pt idx="31438">
                  <c:v>24.7</c:v>
                </c:pt>
                <c:pt idx="31439">
                  <c:v>24.7</c:v>
                </c:pt>
                <c:pt idx="31440">
                  <c:v>24.7</c:v>
                </c:pt>
                <c:pt idx="31441">
                  <c:v>24.7</c:v>
                </c:pt>
                <c:pt idx="31442">
                  <c:v>24.7</c:v>
                </c:pt>
                <c:pt idx="31443">
                  <c:v>24.7</c:v>
                </c:pt>
                <c:pt idx="31444">
                  <c:v>24.7</c:v>
                </c:pt>
                <c:pt idx="31445">
                  <c:v>24.7</c:v>
                </c:pt>
                <c:pt idx="31446">
                  <c:v>24.7</c:v>
                </c:pt>
                <c:pt idx="31447">
                  <c:v>24.7</c:v>
                </c:pt>
                <c:pt idx="31448">
                  <c:v>24.7</c:v>
                </c:pt>
                <c:pt idx="31449">
                  <c:v>24.7</c:v>
                </c:pt>
                <c:pt idx="31450">
                  <c:v>24.7</c:v>
                </c:pt>
                <c:pt idx="31451">
                  <c:v>24.7</c:v>
                </c:pt>
                <c:pt idx="31452">
                  <c:v>24.7</c:v>
                </c:pt>
                <c:pt idx="31453">
                  <c:v>24.7</c:v>
                </c:pt>
                <c:pt idx="31454">
                  <c:v>24.7</c:v>
                </c:pt>
                <c:pt idx="31455">
                  <c:v>24.7</c:v>
                </c:pt>
                <c:pt idx="31456">
                  <c:v>24.7</c:v>
                </c:pt>
                <c:pt idx="31457">
                  <c:v>24.7</c:v>
                </c:pt>
                <c:pt idx="31458">
                  <c:v>24.7</c:v>
                </c:pt>
                <c:pt idx="31459">
                  <c:v>24.7</c:v>
                </c:pt>
                <c:pt idx="31460">
                  <c:v>24.7</c:v>
                </c:pt>
                <c:pt idx="31461">
                  <c:v>24.7</c:v>
                </c:pt>
                <c:pt idx="31462">
                  <c:v>24.7</c:v>
                </c:pt>
                <c:pt idx="31463">
                  <c:v>24.7</c:v>
                </c:pt>
                <c:pt idx="31464">
                  <c:v>24.7</c:v>
                </c:pt>
                <c:pt idx="31465">
                  <c:v>24.7</c:v>
                </c:pt>
                <c:pt idx="31466">
                  <c:v>24.7</c:v>
                </c:pt>
                <c:pt idx="31467">
                  <c:v>24.7</c:v>
                </c:pt>
                <c:pt idx="31468">
                  <c:v>24.7</c:v>
                </c:pt>
                <c:pt idx="31469">
                  <c:v>24.7</c:v>
                </c:pt>
                <c:pt idx="31470">
                  <c:v>24.7</c:v>
                </c:pt>
                <c:pt idx="31471">
                  <c:v>24.7</c:v>
                </c:pt>
                <c:pt idx="31472">
                  <c:v>24.7</c:v>
                </c:pt>
                <c:pt idx="31473">
                  <c:v>24.7</c:v>
                </c:pt>
                <c:pt idx="31474">
                  <c:v>24.7</c:v>
                </c:pt>
                <c:pt idx="31475">
                  <c:v>24.7</c:v>
                </c:pt>
                <c:pt idx="31476">
                  <c:v>24.7</c:v>
                </c:pt>
                <c:pt idx="31477">
                  <c:v>24.7</c:v>
                </c:pt>
                <c:pt idx="31478">
                  <c:v>24.7</c:v>
                </c:pt>
                <c:pt idx="31479">
                  <c:v>24.7</c:v>
                </c:pt>
                <c:pt idx="31480">
                  <c:v>24.7</c:v>
                </c:pt>
                <c:pt idx="31481">
                  <c:v>24.7</c:v>
                </c:pt>
                <c:pt idx="31482">
                  <c:v>24.7</c:v>
                </c:pt>
                <c:pt idx="31483">
                  <c:v>24.7</c:v>
                </c:pt>
                <c:pt idx="31484">
                  <c:v>24.7</c:v>
                </c:pt>
                <c:pt idx="31485">
                  <c:v>24.7</c:v>
                </c:pt>
                <c:pt idx="31486">
                  <c:v>24.7</c:v>
                </c:pt>
                <c:pt idx="31487">
                  <c:v>24.7</c:v>
                </c:pt>
                <c:pt idx="31488">
                  <c:v>24.7</c:v>
                </c:pt>
                <c:pt idx="31489">
                  <c:v>24.7</c:v>
                </c:pt>
                <c:pt idx="31490">
                  <c:v>24.7</c:v>
                </c:pt>
                <c:pt idx="31491">
                  <c:v>24.7</c:v>
                </c:pt>
                <c:pt idx="31492">
                  <c:v>24.7</c:v>
                </c:pt>
                <c:pt idx="31493">
                  <c:v>24.7</c:v>
                </c:pt>
                <c:pt idx="31494">
                  <c:v>24.7</c:v>
                </c:pt>
                <c:pt idx="31495">
                  <c:v>24.7</c:v>
                </c:pt>
                <c:pt idx="31496">
                  <c:v>24.7</c:v>
                </c:pt>
                <c:pt idx="31497">
                  <c:v>24.7</c:v>
                </c:pt>
                <c:pt idx="31498">
                  <c:v>24.7</c:v>
                </c:pt>
                <c:pt idx="31499">
                  <c:v>24.7</c:v>
                </c:pt>
                <c:pt idx="31500">
                  <c:v>24.7</c:v>
                </c:pt>
                <c:pt idx="31501">
                  <c:v>24.65</c:v>
                </c:pt>
                <c:pt idx="31502">
                  <c:v>24.65</c:v>
                </c:pt>
                <c:pt idx="31503">
                  <c:v>24.65</c:v>
                </c:pt>
                <c:pt idx="31504">
                  <c:v>24.7</c:v>
                </c:pt>
                <c:pt idx="31505">
                  <c:v>24.65</c:v>
                </c:pt>
                <c:pt idx="31506">
                  <c:v>24.65</c:v>
                </c:pt>
                <c:pt idx="31507">
                  <c:v>24.7</c:v>
                </c:pt>
                <c:pt idx="31508">
                  <c:v>24.7</c:v>
                </c:pt>
                <c:pt idx="31509">
                  <c:v>24.7</c:v>
                </c:pt>
                <c:pt idx="31510">
                  <c:v>24.7</c:v>
                </c:pt>
                <c:pt idx="31511">
                  <c:v>24.7</c:v>
                </c:pt>
                <c:pt idx="31512">
                  <c:v>24.7</c:v>
                </c:pt>
                <c:pt idx="31513">
                  <c:v>24.7</c:v>
                </c:pt>
                <c:pt idx="31514">
                  <c:v>24.7</c:v>
                </c:pt>
                <c:pt idx="31515">
                  <c:v>24.7</c:v>
                </c:pt>
                <c:pt idx="31516">
                  <c:v>24.7</c:v>
                </c:pt>
                <c:pt idx="31517">
                  <c:v>24.7</c:v>
                </c:pt>
                <c:pt idx="31518">
                  <c:v>24.7</c:v>
                </c:pt>
                <c:pt idx="31519">
                  <c:v>24.7</c:v>
                </c:pt>
                <c:pt idx="31520">
                  <c:v>24.7</c:v>
                </c:pt>
                <c:pt idx="31521">
                  <c:v>24.7</c:v>
                </c:pt>
                <c:pt idx="31522">
                  <c:v>24.7</c:v>
                </c:pt>
                <c:pt idx="31523">
                  <c:v>24.7</c:v>
                </c:pt>
                <c:pt idx="31524">
                  <c:v>24.7</c:v>
                </c:pt>
                <c:pt idx="31525">
                  <c:v>24.7</c:v>
                </c:pt>
                <c:pt idx="31526">
                  <c:v>24.7</c:v>
                </c:pt>
                <c:pt idx="31527">
                  <c:v>24.7</c:v>
                </c:pt>
                <c:pt idx="31528">
                  <c:v>24.65</c:v>
                </c:pt>
                <c:pt idx="31529">
                  <c:v>24.7</c:v>
                </c:pt>
                <c:pt idx="31530">
                  <c:v>24.65</c:v>
                </c:pt>
                <c:pt idx="31531">
                  <c:v>24.7</c:v>
                </c:pt>
                <c:pt idx="31532">
                  <c:v>24.65</c:v>
                </c:pt>
                <c:pt idx="31533">
                  <c:v>24.65</c:v>
                </c:pt>
                <c:pt idx="31534">
                  <c:v>24.65</c:v>
                </c:pt>
                <c:pt idx="31535">
                  <c:v>24.7</c:v>
                </c:pt>
                <c:pt idx="31536">
                  <c:v>24.7</c:v>
                </c:pt>
                <c:pt idx="31537">
                  <c:v>24.7</c:v>
                </c:pt>
                <c:pt idx="31538">
                  <c:v>24.7</c:v>
                </c:pt>
                <c:pt idx="31539">
                  <c:v>24.7</c:v>
                </c:pt>
                <c:pt idx="31540">
                  <c:v>24.7</c:v>
                </c:pt>
                <c:pt idx="31541">
                  <c:v>24.7</c:v>
                </c:pt>
                <c:pt idx="31542">
                  <c:v>24.7</c:v>
                </c:pt>
                <c:pt idx="31543">
                  <c:v>24.7</c:v>
                </c:pt>
                <c:pt idx="31544">
                  <c:v>24.7</c:v>
                </c:pt>
                <c:pt idx="31545">
                  <c:v>24.7</c:v>
                </c:pt>
                <c:pt idx="31546">
                  <c:v>24.7</c:v>
                </c:pt>
                <c:pt idx="31547">
                  <c:v>24.7</c:v>
                </c:pt>
                <c:pt idx="31548">
                  <c:v>24.7</c:v>
                </c:pt>
                <c:pt idx="31549">
                  <c:v>24.7</c:v>
                </c:pt>
                <c:pt idx="31550">
                  <c:v>24.7</c:v>
                </c:pt>
                <c:pt idx="31551">
                  <c:v>24.7</c:v>
                </c:pt>
                <c:pt idx="31552">
                  <c:v>24.7</c:v>
                </c:pt>
                <c:pt idx="31553">
                  <c:v>24.65</c:v>
                </c:pt>
                <c:pt idx="31554">
                  <c:v>24.7</c:v>
                </c:pt>
                <c:pt idx="31555">
                  <c:v>24.7</c:v>
                </c:pt>
                <c:pt idx="31556">
                  <c:v>24.65</c:v>
                </c:pt>
                <c:pt idx="31557">
                  <c:v>24.65</c:v>
                </c:pt>
                <c:pt idx="31558">
                  <c:v>24.65</c:v>
                </c:pt>
                <c:pt idx="31559">
                  <c:v>24.65</c:v>
                </c:pt>
                <c:pt idx="31560">
                  <c:v>24.65</c:v>
                </c:pt>
                <c:pt idx="31561">
                  <c:v>24.65</c:v>
                </c:pt>
                <c:pt idx="31562">
                  <c:v>24.65</c:v>
                </c:pt>
                <c:pt idx="31563">
                  <c:v>24.65</c:v>
                </c:pt>
                <c:pt idx="31564">
                  <c:v>24.7</c:v>
                </c:pt>
                <c:pt idx="31565">
                  <c:v>24.7</c:v>
                </c:pt>
                <c:pt idx="31566">
                  <c:v>24.65</c:v>
                </c:pt>
                <c:pt idx="31567">
                  <c:v>24.7</c:v>
                </c:pt>
                <c:pt idx="31568">
                  <c:v>24.7</c:v>
                </c:pt>
                <c:pt idx="31569">
                  <c:v>24.7</c:v>
                </c:pt>
                <c:pt idx="31570">
                  <c:v>24.7</c:v>
                </c:pt>
                <c:pt idx="31571">
                  <c:v>24.7</c:v>
                </c:pt>
                <c:pt idx="31572">
                  <c:v>24.7</c:v>
                </c:pt>
                <c:pt idx="31573">
                  <c:v>24.7</c:v>
                </c:pt>
                <c:pt idx="31574">
                  <c:v>24.7</c:v>
                </c:pt>
                <c:pt idx="31575">
                  <c:v>24.7</c:v>
                </c:pt>
                <c:pt idx="31576">
                  <c:v>24.7</c:v>
                </c:pt>
                <c:pt idx="31577">
                  <c:v>24.7</c:v>
                </c:pt>
                <c:pt idx="31578">
                  <c:v>24.7</c:v>
                </c:pt>
                <c:pt idx="31579">
                  <c:v>24.7</c:v>
                </c:pt>
                <c:pt idx="31580">
                  <c:v>24.65</c:v>
                </c:pt>
                <c:pt idx="31581">
                  <c:v>24.7</c:v>
                </c:pt>
                <c:pt idx="31582">
                  <c:v>24.7</c:v>
                </c:pt>
                <c:pt idx="31583">
                  <c:v>24.7</c:v>
                </c:pt>
                <c:pt idx="31584">
                  <c:v>24.7</c:v>
                </c:pt>
                <c:pt idx="31585">
                  <c:v>24.7</c:v>
                </c:pt>
                <c:pt idx="31586">
                  <c:v>24.65</c:v>
                </c:pt>
                <c:pt idx="31587">
                  <c:v>24.7</c:v>
                </c:pt>
                <c:pt idx="31588">
                  <c:v>24.7</c:v>
                </c:pt>
                <c:pt idx="31589">
                  <c:v>24.7</c:v>
                </c:pt>
                <c:pt idx="31590">
                  <c:v>24.7</c:v>
                </c:pt>
                <c:pt idx="31591">
                  <c:v>24.65</c:v>
                </c:pt>
                <c:pt idx="31592">
                  <c:v>24.7</c:v>
                </c:pt>
                <c:pt idx="31593">
                  <c:v>24.65</c:v>
                </c:pt>
                <c:pt idx="31594">
                  <c:v>24.7</c:v>
                </c:pt>
                <c:pt idx="31595">
                  <c:v>24.7</c:v>
                </c:pt>
                <c:pt idx="31596">
                  <c:v>24.65</c:v>
                </c:pt>
                <c:pt idx="31597">
                  <c:v>24.65</c:v>
                </c:pt>
                <c:pt idx="31598">
                  <c:v>24.65</c:v>
                </c:pt>
                <c:pt idx="31599">
                  <c:v>24.65</c:v>
                </c:pt>
                <c:pt idx="31600">
                  <c:v>24.7</c:v>
                </c:pt>
                <c:pt idx="31601">
                  <c:v>24.65</c:v>
                </c:pt>
                <c:pt idx="31602">
                  <c:v>24.65</c:v>
                </c:pt>
                <c:pt idx="31603">
                  <c:v>24.65</c:v>
                </c:pt>
                <c:pt idx="31604">
                  <c:v>24.65</c:v>
                </c:pt>
                <c:pt idx="31605">
                  <c:v>24.65</c:v>
                </c:pt>
                <c:pt idx="31606">
                  <c:v>24.65</c:v>
                </c:pt>
                <c:pt idx="31607">
                  <c:v>24.65</c:v>
                </c:pt>
                <c:pt idx="31608">
                  <c:v>24.65</c:v>
                </c:pt>
                <c:pt idx="31609">
                  <c:v>24.65</c:v>
                </c:pt>
                <c:pt idx="31610">
                  <c:v>24.65</c:v>
                </c:pt>
                <c:pt idx="31611">
                  <c:v>24.65</c:v>
                </c:pt>
                <c:pt idx="31612">
                  <c:v>24.65</c:v>
                </c:pt>
                <c:pt idx="31613">
                  <c:v>24.65</c:v>
                </c:pt>
                <c:pt idx="31614">
                  <c:v>24.65</c:v>
                </c:pt>
                <c:pt idx="31615">
                  <c:v>24.65</c:v>
                </c:pt>
                <c:pt idx="31616">
                  <c:v>24.65</c:v>
                </c:pt>
                <c:pt idx="31617">
                  <c:v>24.7</c:v>
                </c:pt>
                <c:pt idx="31618">
                  <c:v>24.65</c:v>
                </c:pt>
                <c:pt idx="31619">
                  <c:v>24.65</c:v>
                </c:pt>
                <c:pt idx="31620">
                  <c:v>24.65</c:v>
                </c:pt>
                <c:pt idx="31621">
                  <c:v>24.65</c:v>
                </c:pt>
                <c:pt idx="31622">
                  <c:v>24.7</c:v>
                </c:pt>
                <c:pt idx="31623">
                  <c:v>24.7</c:v>
                </c:pt>
                <c:pt idx="31624">
                  <c:v>24.65</c:v>
                </c:pt>
                <c:pt idx="31625">
                  <c:v>24.65</c:v>
                </c:pt>
                <c:pt idx="31626">
                  <c:v>24.65</c:v>
                </c:pt>
                <c:pt idx="31627">
                  <c:v>24.65</c:v>
                </c:pt>
                <c:pt idx="31628">
                  <c:v>24.7</c:v>
                </c:pt>
                <c:pt idx="31629">
                  <c:v>24.65</c:v>
                </c:pt>
                <c:pt idx="31630">
                  <c:v>24.65</c:v>
                </c:pt>
                <c:pt idx="31631">
                  <c:v>24.65</c:v>
                </c:pt>
                <c:pt idx="31632">
                  <c:v>24.65</c:v>
                </c:pt>
                <c:pt idx="31633">
                  <c:v>24.65</c:v>
                </c:pt>
                <c:pt idx="31634">
                  <c:v>24.65</c:v>
                </c:pt>
                <c:pt idx="31635">
                  <c:v>24.65</c:v>
                </c:pt>
                <c:pt idx="31636">
                  <c:v>24.65</c:v>
                </c:pt>
                <c:pt idx="31637">
                  <c:v>24.65</c:v>
                </c:pt>
                <c:pt idx="31638">
                  <c:v>24.65</c:v>
                </c:pt>
                <c:pt idx="31639">
                  <c:v>24.65</c:v>
                </c:pt>
                <c:pt idx="31640">
                  <c:v>24.65</c:v>
                </c:pt>
                <c:pt idx="31641">
                  <c:v>24.65</c:v>
                </c:pt>
                <c:pt idx="31642">
                  <c:v>24.65</c:v>
                </c:pt>
                <c:pt idx="31643">
                  <c:v>24.65</c:v>
                </c:pt>
                <c:pt idx="31644">
                  <c:v>24.7</c:v>
                </c:pt>
                <c:pt idx="31645">
                  <c:v>24.7</c:v>
                </c:pt>
                <c:pt idx="31646">
                  <c:v>24.65</c:v>
                </c:pt>
                <c:pt idx="31647">
                  <c:v>24.65</c:v>
                </c:pt>
                <c:pt idx="31648">
                  <c:v>24.65</c:v>
                </c:pt>
                <c:pt idx="31649">
                  <c:v>24.7</c:v>
                </c:pt>
                <c:pt idx="31650">
                  <c:v>24.7</c:v>
                </c:pt>
                <c:pt idx="31651">
                  <c:v>24.65</c:v>
                </c:pt>
                <c:pt idx="31652">
                  <c:v>24.65</c:v>
                </c:pt>
                <c:pt idx="31653">
                  <c:v>24.65</c:v>
                </c:pt>
                <c:pt idx="31654">
                  <c:v>24.65</c:v>
                </c:pt>
                <c:pt idx="31655">
                  <c:v>24.65</c:v>
                </c:pt>
                <c:pt idx="31656">
                  <c:v>24.65</c:v>
                </c:pt>
                <c:pt idx="31657">
                  <c:v>24.65</c:v>
                </c:pt>
                <c:pt idx="31658">
                  <c:v>24.65</c:v>
                </c:pt>
                <c:pt idx="31659">
                  <c:v>24.65</c:v>
                </c:pt>
                <c:pt idx="31660">
                  <c:v>24.65</c:v>
                </c:pt>
                <c:pt idx="31661">
                  <c:v>24.65</c:v>
                </c:pt>
                <c:pt idx="31662">
                  <c:v>24.65</c:v>
                </c:pt>
                <c:pt idx="31663">
                  <c:v>24.65</c:v>
                </c:pt>
                <c:pt idx="31664">
                  <c:v>24.65</c:v>
                </c:pt>
                <c:pt idx="31665">
                  <c:v>24.65</c:v>
                </c:pt>
                <c:pt idx="31666">
                  <c:v>24.65</c:v>
                </c:pt>
                <c:pt idx="31667">
                  <c:v>24.65</c:v>
                </c:pt>
                <c:pt idx="31668">
                  <c:v>24.65</c:v>
                </c:pt>
                <c:pt idx="31669">
                  <c:v>24.65</c:v>
                </c:pt>
                <c:pt idx="31670">
                  <c:v>24.65</c:v>
                </c:pt>
                <c:pt idx="31671">
                  <c:v>24.65</c:v>
                </c:pt>
                <c:pt idx="31672">
                  <c:v>24.65</c:v>
                </c:pt>
                <c:pt idx="31673">
                  <c:v>24.65</c:v>
                </c:pt>
                <c:pt idx="31674">
                  <c:v>24.65</c:v>
                </c:pt>
                <c:pt idx="31675">
                  <c:v>24.65</c:v>
                </c:pt>
                <c:pt idx="31676">
                  <c:v>24.65</c:v>
                </c:pt>
                <c:pt idx="31677">
                  <c:v>24.65</c:v>
                </c:pt>
                <c:pt idx="31678">
                  <c:v>24.65</c:v>
                </c:pt>
                <c:pt idx="31679">
                  <c:v>24.7</c:v>
                </c:pt>
                <c:pt idx="31680">
                  <c:v>24.65</c:v>
                </c:pt>
                <c:pt idx="31681">
                  <c:v>24.65</c:v>
                </c:pt>
                <c:pt idx="31682">
                  <c:v>24.65</c:v>
                </c:pt>
                <c:pt idx="31683">
                  <c:v>24.65</c:v>
                </c:pt>
                <c:pt idx="31684">
                  <c:v>24.65</c:v>
                </c:pt>
                <c:pt idx="31685">
                  <c:v>24.65</c:v>
                </c:pt>
                <c:pt idx="31686">
                  <c:v>24.65</c:v>
                </c:pt>
                <c:pt idx="31687">
                  <c:v>24.65</c:v>
                </c:pt>
                <c:pt idx="31688">
                  <c:v>24.65</c:v>
                </c:pt>
                <c:pt idx="31689">
                  <c:v>24.65</c:v>
                </c:pt>
                <c:pt idx="31690">
                  <c:v>24.65</c:v>
                </c:pt>
                <c:pt idx="31691">
                  <c:v>24.65</c:v>
                </c:pt>
                <c:pt idx="31692">
                  <c:v>24.65</c:v>
                </c:pt>
                <c:pt idx="31693">
                  <c:v>24.65</c:v>
                </c:pt>
                <c:pt idx="31694">
                  <c:v>24.65</c:v>
                </c:pt>
                <c:pt idx="31695">
                  <c:v>24.65</c:v>
                </c:pt>
                <c:pt idx="31696">
                  <c:v>24.65</c:v>
                </c:pt>
                <c:pt idx="31697">
                  <c:v>24.65</c:v>
                </c:pt>
                <c:pt idx="31698">
                  <c:v>24.65</c:v>
                </c:pt>
                <c:pt idx="31699">
                  <c:v>24.65</c:v>
                </c:pt>
                <c:pt idx="31700">
                  <c:v>24.65</c:v>
                </c:pt>
                <c:pt idx="31701">
                  <c:v>24.65</c:v>
                </c:pt>
                <c:pt idx="31702">
                  <c:v>24.65</c:v>
                </c:pt>
                <c:pt idx="31703">
                  <c:v>24.65</c:v>
                </c:pt>
                <c:pt idx="31704">
                  <c:v>24.65</c:v>
                </c:pt>
                <c:pt idx="31705">
                  <c:v>24.65</c:v>
                </c:pt>
                <c:pt idx="31706">
                  <c:v>24.65</c:v>
                </c:pt>
                <c:pt idx="31707">
                  <c:v>24.65</c:v>
                </c:pt>
                <c:pt idx="31708">
                  <c:v>24.65</c:v>
                </c:pt>
                <c:pt idx="31709">
                  <c:v>24.65</c:v>
                </c:pt>
                <c:pt idx="31710">
                  <c:v>24.65</c:v>
                </c:pt>
                <c:pt idx="31711">
                  <c:v>24.65</c:v>
                </c:pt>
                <c:pt idx="31712">
                  <c:v>24.65</c:v>
                </c:pt>
                <c:pt idx="31713">
                  <c:v>24.65</c:v>
                </c:pt>
                <c:pt idx="31714">
                  <c:v>24.65</c:v>
                </c:pt>
                <c:pt idx="31715">
                  <c:v>24.65</c:v>
                </c:pt>
                <c:pt idx="31716">
                  <c:v>24.65</c:v>
                </c:pt>
                <c:pt idx="31717">
                  <c:v>24.65</c:v>
                </c:pt>
                <c:pt idx="31718">
                  <c:v>24.65</c:v>
                </c:pt>
                <c:pt idx="31719">
                  <c:v>24.65</c:v>
                </c:pt>
                <c:pt idx="31720">
                  <c:v>24.65</c:v>
                </c:pt>
                <c:pt idx="31721">
                  <c:v>24.65</c:v>
                </c:pt>
                <c:pt idx="31722">
                  <c:v>24.65</c:v>
                </c:pt>
                <c:pt idx="31723">
                  <c:v>24.65</c:v>
                </c:pt>
                <c:pt idx="31724">
                  <c:v>24.65</c:v>
                </c:pt>
                <c:pt idx="31725">
                  <c:v>24.65</c:v>
                </c:pt>
                <c:pt idx="31726">
                  <c:v>24.65</c:v>
                </c:pt>
                <c:pt idx="31727">
                  <c:v>24.65</c:v>
                </c:pt>
                <c:pt idx="31728">
                  <c:v>24.65</c:v>
                </c:pt>
                <c:pt idx="31729">
                  <c:v>24.65</c:v>
                </c:pt>
                <c:pt idx="31730">
                  <c:v>24.65</c:v>
                </c:pt>
                <c:pt idx="31731">
                  <c:v>24.65</c:v>
                </c:pt>
                <c:pt idx="31732">
                  <c:v>24.65</c:v>
                </c:pt>
                <c:pt idx="31733">
                  <c:v>24.7</c:v>
                </c:pt>
                <c:pt idx="31734">
                  <c:v>24.65</c:v>
                </c:pt>
                <c:pt idx="31735">
                  <c:v>24.65</c:v>
                </c:pt>
                <c:pt idx="31736">
                  <c:v>24.65</c:v>
                </c:pt>
                <c:pt idx="31737">
                  <c:v>24.65</c:v>
                </c:pt>
                <c:pt idx="31738">
                  <c:v>24.65</c:v>
                </c:pt>
                <c:pt idx="31739">
                  <c:v>24.65</c:v>
                </c:pt>
                <c:pt idx="31740">
                  <c:v>24.65</c:v>
                </c:pt>
                <c:pt idx="31741">
                  <c:v>24.65</c:v>
                </c:pt>
                <c:pt idx="31742">
                  <c:v>24.65</c:v>
                </c:pt>
                <c:pt idx="31743">
                  <c:v>24.65</c:v>
                </c:pt>
                <c:pt idx="31744">
                  <c:v>24.65</c:v>
                </c:pt>
                <c:pt idx="31745">
                  <c:v>24.65</c:v>
                </c:pt>
                <c:pt idx="31746">
                  <c:v>24.65</c:v>
                </c:pt>
                <c:pt idx="31747">
                  <c:v>24.65</c:v>
                </c:pt>
                <c:pt idx="31748">
                  <c:v>24.65</c:v>
                </c:pt>
                <c:pt idx="31749">
                  <c:v>24.65</c:v>
                </c:pt>
                <c:pt idx="31750">
                  <c:v>24.65</c:v>
                </c:pt>
                <c:pt idx="31751">
                  <c:v>24.65</c:v>
                </c:pt>
                <c:pt idx="31752">
                  <c:v>24.65</c:v>
                </c:pt>
                <c:pt idx="31753">
                  <c:v>24.65</c:v>
                </c:pt>
                <c:pt idx="31754">
                  <c:v>24.65</c:v>
                </c:pt>
                <c:pt idx="31755">
                  <c:v>24.65</c:v>
                </c:pt>
                <c:pt idx="31756">
                  <c:v>24.65</c:v>
                </c:pt>
                <c:pt idx="31757">
                  <c:v>24.65</c:v>
                </c:pt>
                <c:pt idx="31758">
                  <c:v>24.65</c:v>
                </c:pt>
                <c:pt idx="31759">
                  <c:v>24.65</c:v>
                </c:pt>
                <c:pt idx="31760">
                  <c:v>24.65</c:v>
                </c:pt>
                <c:pt idx="31761">
                  <c:v>24.65</c:v>
                </c:pt>
                <c:pt idx="31762">
                  <c:v>24.65</c:v>
                </c:pt>
                <c:pt idx="31763">
                  <c:v>24.65</c:v>
                </c:pt>
                <c:pt idx="31764">
                  <c:v>24.65</c:v>
                </c:pt>
                <c:pt idx="31765">
                  <c:v>24.65</c:v>
                </c:pt>
                <c:pt idx="31766">
                  <c:v>24.65</c:v>
                </c:pt>
                <c:pt idx="31767">
                  <c:v>24.65</c:v>
                </c:pt>
                <c:pt idx="31768">
                  <c:v>24.65</c:v>
                </c:pt>
                <c:pt idx="31769">
                  <c:v>24.65</c:v>
                </c:pt>
                <c:pt idx="31770">
                  <c:v>24.65</c:v>
                </c:pt>
                <c:pt idx="31771">
                  <c:v>24.65</c:v>
                </c:pt>
                <c:pt idx="31772">
                  <c:v>24.65</c:v>
                </c:pt>
                <c:pt idx="31773">
                  <c:v>24.65</c:v>
                </c:pt>
                <c:pt idx="31774">
                  <c:v>24.65</c:v>
                </c:pt>
                <c:pt idx="31775">
                  <c:v>24.65</c:v>
                </c:pt>
                <c:pt idx="31776">
                  <c:v>24.65</c:v>
                </c:pt>
                <c:pt idx="31777">
                  <c:v>24.65</c:v>
                </c:pt>
                <c:pt idx="31778">
                  <c:v>24.65</c:v>
                </c:pt>
                <c:pt idx="31779">
                  <c:v>24.65</c:v>
                </c:pt>
                <c:pt idx="31780">
                  <c:v>24.65</c:v>
                </c:pt>
                <c:pt idx="31781">
                  <c:v>24.65</c:v>
                </c:pt>
                <c:pt idx="31782">
                  <c:v>24.65</c:v>
                </c:pt>
                <c:pt idx="31783">
                  <c:v>24.65</c:v>
                </c:pt>
                <c:pt idx="31784">
                  <c:v>24.65</c:v>
                </c:pt>
                <c:pt idx="31785">
                  <c:v>24.65</c:v>
                </c:pt>
                <c:pt idx="31786">
                  <c:v>24.65</c:v>
                </c:pt>
                <c:pt idx="31787">
                  <c:v>24.65</c:v>
                </c:pt>
                <c:pt idx="31788">
                  <c:v>24.65</c:v>
                </c:pt>
                <c:pt idx="31789">
                  <c:v>24.65</c:v>
                </c:pt>
                <c:pt idx="31790">
                  <c:v>24.65</c:v>
                </c:pt>
                <c:pt idx="31791">
                  <c:v>24.65</c:v>
                </c:pt>
                <c:pt idx="31792">
                  <c:v>24.65</c:v>
                </c:pt>
                <c:pt idx="31793">
                  <c:v>24.65</c:v>
                </c:pt>
                <c:pt idx="31794">
                  <c:v>24.65</c:v>
                </c:pt>
                <c:pt idx="31795">
                  <c:v>24.65</c:v>
                </c:pt>
                <c:pt idx="31796">
                  <c:v>24.65</c:v>
                </c:pt>
                <c:pt idx="31797">
                  <c:v>24.65</c:v>
                </c:pt>
                <c:pt idx="31798">
                  <c:v>24.65</c:v>
                </c:pt>
                <c:pt idx="31799">
                  <c:v>24.65</c:v>
                </c:pt>
                <c:pt idx="31800">
                  <c:v>24.65</c:v>
                </c:pt>
                <c:pt idx="31801">
                  <c:v>24.65</c:v>
                </c:pt>
                <c:pt idx="31802">
                  <c:v>24.65</c:v>
                </c:pt>
                <c:pt idx="31803">
                  <c:v>24.65</c:v>
                </c:pt>
                <c:pt idx="31804">
                  <c:v>24.65</c:v>
                </c:pt>
                <c:pt idx="31805">
                  <c:v>24.65</c:v>
                </c:pt>
                <c:pt idx="31806">
                  <c:v>24.65</c:v>
                </c:pt>
                <c:pt idx="31807">
                  <c:v>24.65</c:v>
                </c:pt>
                <c:pt idx="31808">
                  <c:v>24.65</c:v>
                </c:pt>
                <c:pt idx="31809">
                  <c:v>24.65</c:v>
                </c:pt>
                <c:pt idx="31810">
                  <c:v>24.65</c:v>
                </c:pt>
                <c:pt idx="31811">
                  <c:v>24.65</c:v>
                </c:pt>
                <c:pt idx="31812">
                  <c:v>24.65</c:v>
                </c:pt>
                <c:pt idx="31813">
                  <c:v>24.65</c:v>
                </c:pt>
                <c:pt idx="31814">
                  <c:v>24.65</c:v>
                </c:pt>
                <c:pt idx="31815">
                  <c:v>24.65</c:v>
                </c:pt>
                <c:pt idx="31816">
                  <c:v>24.65</c:v>
                </c:pt>
                <c:pt idx="31817">
                  <c:v>24.65</c:v>
                </c:pt>
                <c:pt idx="31818">
                  <c:v>24.65</c:v>
                </c:pt>
                <c:pt idx="31819">
                  <c:v>24.65</c:v>
                </c:pt>
                <c:pt idx="31820">
                  <c:v>24.65</c:v>
                </c:pt>
                <c:pt idx="31821">
                  <c:v>24.65</c:v>
                </c:pt>
                <c:pt idx="31822">
                  <c:v>24.65</c:v>
                </c:pt>
                <c:pt idx="31823">
                  <c:v>24.65</c:v>
                </c:pt>
                <c:pt idx="31824">
                  <c:v>24.65</c:v>
                </c:pt>
                <c:pt idx="31825">
                  <c:v>24.65</c:v>
                </c:pt>
                <c:pt idx="31826">
                  <c:v>24.65</c:v>
                </c:pt>
                <c:pt idx="31827">
                  <c:v>24.65</c:v>
                </c:pt>
                <c:pt idx="31828">
                  <c:v>24.65</c:v>
                </c:pt>
                <c:pt idx="31829">
                  <c:v>24.65</c:v>
                </c:pt>
                <c:pt idx="31830">
                  <c:v>24.65</c:v>
                </c:pt>
                <c:pt idx="31831">
                  <c:v>24.65</c:v>
                </c:pt>
                <c:pt idx="31832">
                  <c:v>24.65</c:v>
                </c:pt>
                <c:pt idx="31833">
                  <c:v>24.65</c:v>
                </c:pt>
                <c:pt idx="31834">
                  <c:v>24.65</c:v>
                </c:pt>
                <c:pt idx="31835">
                  <c:v>24.65</c:v>
                </c:pt>
                <c:pt idx="31836">
                  <c:v>24.65</c:v>
                </c:pt>
                <c:pt idx="31837">
                  <c:v>24.65</c:v>
                </c:pt>
                <c:pt idx="31838">
                  <c:v>24.65</c:v>
                </c:pt>
                <c:pt idx="31839">
                  <c:v>24.65</c:v>
                </c:pt>
                <c:pt idx="31840">
                  <c:v>24.65</c:v>
                </c:pt>
                <c:pt idx="31841">
                  <c:v>24.65</c:v>
                </c:pt>
                <c:pt idx="31842">
                  <c:v>24.65</c:v>
                </c:pt>
                <c:pt idx="31843">
                  <c:v>24.65</c:v>
                </c:pt>
                <c:pt idx="31844">
                  <c:v>24.65</c:v>
                </c:pt>
                <c:pt idx="31845">
                  <c:v>24.65</c:v>
                </c:pt>
                <c:pt idx="31846">
                  <c:v>24.65</c:v>
                </c:pt>
                <c:pt idx="31847">
                  <c:v>24.65</c:v>
                </c:pt>
                <c:pt idx="31848">
                  <c:v>24.65</c:v>
                </c:pt>
                <c:pt idx="31849">
                  <c:v>24.65</c:v>
                </c:pt>
                <c:pt idx="31850">
                  <c:v>24.65</c:v>
                </c:pt>
                <c:pt idx="31851">
                  <c:v>24.65</c:v>
                </c:pt>
                <c:pt idx="31852">
                  <c:v>24.65</c:v>
                </c:pt>
                <c:pt idx="31853">
                  <c:v>24.65</c:v>
                </c:pt>
                <c:pt idx="31854">
                  <c:v>24.65</c:v>
                </c:pt>
                <c:pt idx="31855">
                  <c:v>24.65</c:v>
                </c:pt>
                <c:pt idx="31856">
                  <c:v>24.65</c:v>
                </c:pt>
                <c:pt idx="31857">
                  <c:v>24.65</c:v>
                </c:pt>
                <c:pt idx="31858">
                  <c:v>24.65</c:v>
                </c:pt>
                <c:pt idx="31859">
                  <c:v>24.65</c:v>
                </c:pt>
                <c:pt idx="31860">
                  <c:v>24.65</c:v>
                </c:pt>
                <c:pt idx="31861">
                  <c:v>24.65</c:v>
                </c:pt>
                <c:pt idx="31862">
                  <c:v>24.65</c:v>
                </c:pt>
                <c:pt idx="31863">
                  <c:v>24.65</c:v>
                </c:pt>
                <c:pt idx="31864">
                  <c:v>24.65</c:v>
                </c:pt>
                <c:pt idx="31865">
                  <c:v>24.65</c:v>
                </c:pt>
                <c:pt idx="31866">
                  <c:v>24.65</c:v>
                </c:pt>
                <c:pt idx="31867">
                  <c:v>24.65</c:v>
                </c:pt>
                <c:pt idx="31868">
                  <c:v>24.65</c:v>
                </c:pt>
                <c:pt idx="31869">
                  <c:v>24.65</c:v>
                </c:pt>
                <c:pt idx="31870">
                  <c:v>24.65</c:v>
                </c:pt>
                <c:pt idx="31871">
                  <c:v>24.65</c:v>
                </c:pt>
                <c:pt idx="31872">
                  <c:v>24.65</c:v>
                </c:pt>
                <c:pt idx="31873">
                  <c:v>24.65</c:v>
                </c:pt>
                <c:pt idx="31874">
                  <c:v>24.65</c:v>
                </c:pt>
                <c:pt idx="31875">
                  <c:v>24.65</c:v>
                </c:pt>
                <c:pt idx="31876">
                  <c:v>24.65</c:v>
                </c:pt>
                <c:pt idx="31877">
                  <c:v>24.65</c:v>
                </c:pt>
                <c:pt idx="31878">
                  <c:v>24.65</c:v>
                </c:pt>
                <c:pt idx="31879">
                  <c:v>24.65</c:v>
                </c:pt>
                <c:pt idx="31880">
                  <c:v>24.65</c:v>
                </c:pt>
                <c:pt idx="31881">
                  <c:v>24.65</c:v>
                </c:pt>
                <c:pt idx="31882">
                  <c:v>24.65</c:v>
                </c:pt>
                <c:pt idx="31883">
                  <c:v>24.65</c:v>
                </c:pt>
                <c:pt idx="31884">
                  <c:v>24.65</c:v>
                </c:pt>
                <c:pt idx="31885">
                  <c:v>24.65</c:v>
                </c:pt>
                <c:pt idx="31886">
                  <c:v>24.65</c:v>
                </c:pt>
                <c:pt idx="31887">
                  <c:v>24.65</c:v>
                </c:pt>
                <c:pt idx="31888">
                  <c:v>24.65</c:v>
                </c:pt>
                <c:pt idx="31889">
                  <c:v>24.65</c:v>
                </c:pt>
                <c:pt idx="31890">
                  <c:v>24.65</c:v>
                </c:pt>
                <c:pt idx="31891">
                  <c:v>24.65</c:v>
                </c:pt>
                <c:pt idx="31892">
                  <c:v>24.65</c:v>
                </c:pt>
                <c:pt idx="31893">
                  <c:v>24.65</c:v>
                </c:pt>
                <c:pt idx="31894">
                  <c:v>24.65</c:v>
                </c:pt>
                <c:pt idx="31895">
                  <c:v>24.65</c:v>
                </c:pt>
                <c:pt idx="31896">
                  <c:v>24.65</c:v>
                </c:pt>
                <c:pt idx="31897">
                  <c:v>24.65</c:v>
                </c:pt>
                <c:pt idx="31898">
                  <c:v>24.65</c:v>
                </c:pt>
                <c:pt idx="31899">
                  <c:v>24.65</c:v>
                </c:pt>
                <c:pt idx="31900">
                  <c:v>24.65</c:v>
                </c:pt>
                <c:pt idx="31901">
                  <c:v>24.65</c:v>
                </c:pt>
                <c:pt idx="31902">
                  <c:v>24.65</c:v>
                </c:pt>
                <c:pt idx="31903">
                  <c:v>24.65</c:v>
                </c:pt>
                <c:pt idx="31904">
                  <c:v>24.65</c:v>
                </c:pt>
                <c:pt idx="31905">
                  <c:v>24.65</c:v>
                </c:pt>
                <c:pt idx="31906">
                  <c:v>24.65</c:v>
                </c:pt>
                <c:pt idx="31907">
                  <c:v>24.65</c:v>
                </c:pt>
                <c:pt idx="31908">
                  <c:v>24.65</c:v>
                </c:pt>
                <c:pt idx="31909">
                  <c:v>24.65</c:v>
                </c:pt>
                <c:pt idx="31910">
                  <c:v>24.65</c:v>
                </c:pt>
                <c:pt idx="31911">
                  <c:v>24.65</c:v>
                </c:pt>
                <c:pt idx="31912">
                  <c:v>24.65</c:v>
                </c:pt>
                <c:pt idx="31913">
                  <c:v>24.65</c:v>
                </c:pt>
                <c:pt idx="31914">
                  <c:v>24.65</c:v>
                </c:pt>
                <c:pt idx="31915">
                  <c:v>24.65</c:v>
                </c:pt>
                <c:pt idx="31916">
                  <c:v>24.65</c:v>
                </c:pt>
                <c:pt idx="31917">
                  <c:v>24.65</c:v>
                </c:pt>
                <c:pt idx="31918">
                  <c:v>24.65</c:v>
                </c:pt>
                <c:pt idx="31919">
                  <c:v>24.65</c:v>
                </c:pt>
                <c:pt idx="31920">
                  <c:v>24.65</c:v>
                </c:pt>
                <c:pt idx="31921">
                  <c:v>24.65</c:v>
                </c:pt>
                <c:pt idx="31922">
                  <c:v>24.65</c:v>
                </c:pt>
                <c:pt idx="31923">
                  <c:v>24.65</c:v>
                </c:pt>
                <c:pt idx="31924">
                  <c:v>24.65</c:v>
                </c:pt>
                <c:pt idx="31925">
                  <c:v>24.65</c:v>
                </c:pt>
                <c:pt idx="31926">
                  <c:v>24.65</c:v>
                </c:pt>
                <c:pt idx="31927">
                  <c:v>24.65</c:v>
                </c:pt>
                <c:pt idx="31928">
                  <c:v>24.65</c:v>
                </c:pt>
                <c:pt idx="31929">
                  <c:v>24.65</c:v>
                </c:pt>
                <c:pt idx="31930">
                  <c:v>24.65</c:v>
                </c:pt>
                <c:pt idx="31931">
                  <c:v>24.65</c:v>
                </c:pt>
                <c:pt idx="31932">
                  <c:v>24.65</c:v>
                </c:pt>
                <c:pt idx="31933">
                  <c:v>24.65</c:v>
                </c:pt>
                <c:pt idx="31934">
                  <c:v>24.65</c:v>
                </c:pt>
                <c:pt idx="31935">
                  <c:v>24.65</c:v>
                </c:pt>
                <c:pt idx="31936">
                  <c:v>24.65</c:v>
                </c:pt>
                <c:pt idx="31937">
                  <c:v>24.65</c:v>
                </c:pt>
                <c:pt idx="31938">
                  <c:v>24.65</c:v>
                </c:pt>
                <c:pt idx="31939">
                  <c:v>24.65</c:v>
                </c:pt>
                <c:pt idx="31940">
                  <c:v>24.65</c:v>
                </c:pt>
                <c:pt idx="31941">
                  <c:v>24.65</c:v>
                </c:pt>
                <c:pt idx="31942">
                  <c:v>24.65</c:v>
                </c:pt>
                <c:pt idx="31943">
                  <c:v>24.65</c:v>
                </c:pt>
                <c:pt idx="31944">
                  <c:v>24.65</c:v>
                </c:pt>
                <c:pt idx="31945">
                  <c:v>24.65</c:v>
                </c:pt>
                <c:pt idx="31946">
                  <c:v>24.65</c:v>
                </c:pt>
                <c:pt idx="31947">
                  <c:v>24.65</c:v>
                </c:pt>
                <c:pt idx="31948">
                  <c:v>24.65</c:v>
                </c:pt>
                <c:pt idx="31949">
                  <c:v>24.65</c:v>
                </c:pt>
                <c:pt idx="31950">
                  <c:v>24.65</c:v>
                </c:pt>
                <c:pt idx="31951">
                  <c:v>24.65</c:v>
                </c:pt>
                <c:pt idx="31952">
                  <c:v>24.65</c:v>
                </c:pt>
                <c:pt idx="31953">
                  <c:v>24.65</c:v>
                </c:pt>
                <c:pt idx="31954">
                  <c:v>24.65</c:v>
                </c:pt>
                <c:pt idx="31955">
                  <c:v>24.65</c:v>
                </c:pt>
                <c:pt idx="31956">
                  <c:v>24.65</c:v>
                </c:pt>
                <c:pt idx="31957">
                  <c:v>24.65</c:v>
                </c:pt>
                <c:pt idx="31958">
                  <c:v>24.65</c:v>
                </c:pt>
                <c:pt idx="31959">
                  <c:v>24.65</c:v>
                </c:pt>
                <c:pt idx="31960">
                  <c:v>24.65</c:v>
                </c:pt>
                <c:pt idx="31961">
                  <c:v>24.65</c:v>
                </c:pt>
                <c:pt idx="31962">
                  <c:v>24.65</c:v>
                </c:pt>
                <c:pt idx="31963">
                  <c:v>24.65</c:v>
                </c:pt>
                <c:pt idx="31964">
                  <c:v>24.65</c:v>
                </c:pt>
                <c:pt idx="31965">
                  <c:v>24.65</c:v>
                </c:pt>
                <c:pt idx="31966">
                  <c:v>24.65</c:v>
                </c:pt>
                <c:pt idx="31967">
                  <c:v>24.65</c:v>
                </c:pt>
                <c:pt idx="31968">
                  <c:v>24.65</c:v>
                </c:pt>
                <c:pt idx="31969">
                  <c:v>24.65</c:v>
                </c:pt>
                <c:pt idx="31970">
                  <c:v>24.65</c:v>
                </c:pt>
                <c:pt idx="31971">
                  <c:v>24.65</c:v>
                </c:pt>
                <c:pt idx="31972">
                  <c:v>24.65</c:v>
                </c:pt>
                <c:pt idx="31973">
                  <c:v>24.65</c:v>
                </c:pt>
                <c:pt idx="31974">
                  <c:v>24.65</c:v>
                </c:pt>
                <c:pt idx="31975">
                  <c:v>24.65</c:v>
                </c:pt>
                <c:pt idx="31976">
                  <c:v>24.65</c:v>
                </c:pt>
                <c:pt idx="31977">
                  <c:v>24.65</c:v>
                </c:pt>
                <c:pt idx="31978">
                  <c:v>24.65</c:v>
                </c:pt>
                <c:pt idx="31979">
                  <c:v>24.65</c:v>
                </c:pt>
                <c:pt idx="31980">
                  <c:v>24.65</c:v>
                </c:pt>
                <c:pt idx="31981">
                  <c:v>24.65</c:v>
                </c:pt>
                <c:pt idx="31982">
                  <c:v>24.65</c:v>
                </c:pt>
                <c:pt idx="31983">
                  <c:v>24.65</c:v>
                </c:pt>
                <c:pt idx="31984">
                  <c:v>24.65</c:v>
                </c:pt>
                <c:pt idx="31985">
                  <c:v>24.65</c:v>
                </c:pt>
                <c:pt idx="31986">
                  <c:v>24.65</c:v>
                </c:pt>
                <c:pt idx="31987">
                  <c:v>24.65</c:v>
                </c:pt>
                <c:pt idx="31988">
                  <c:v>24.65</c:v>
                </c:pt>
                <c:pt idx="31989">
                  <c:v>24.65</c:v>
                </c:pt>
                <c:pt idx="31990">
                  <c:v>24.65</c:v>
                </c:pt>
                <c:pt idx="31991">
                  <c:v>24.65</c:v>
                </c:pt>
                <c:pt idx="31992">
                  <c:v>24.65</c:v>
                </c:pt>
                <c:pt idx="31993">
                  <c:v>24.65</c:v>
                </c:pt>
                <c:pt idx="31994">
                  <c:v>24.65</c:v>
                </c:pt>
                <c:pt idx="31995">
                  <c:v>24.65</c:v>
                </c:pt>
                <c:pt idx="31996">
                  <c:v>24.65</c:v>
                </c:pt>
                <c:pt idx="31997">
                  <c:v>24.65</c:v>
                </c:pt>
                <c:pt idx="31998">
                  <c:v>24.65</c:v>
                </c:pt>
                <c:pt idx="31999">
                  <c:v>24.65</c:v>
                </c:pt>
                <c:pt idx="32000">
                  <c:v>24.65</c:v>
                </c:pt>
                <c:pt idx="32001">
                  <c:v>24.65</c:v>
                </c:pt>
                <c:pt idx="32002">
                  <c:v>24.65</c:v>
                </c:pt>
                <c:pt idx="32003">
                  <c:v>24.65</c:v>
                </c:pt>
                <c:pt idx="32004">
                  <c:v>24.65</c:v>
                </c:pt>
                <c:pt idx="32005">
                  <c:v>24.65</c:v>
                </c:pt>
                <c:pt idx="32006">
                  <c:v>24.65</c:v>
                </c:pt>
                <c:pt idx="32007">
                  <c:v>24.65</c:v>
                </c:pt>
                <c:pt idx="32008">
                  <c:v>24.65</c:v>
                </c:pt>
                <c:pt idx="32009">
                  <c:v>24.65</c:v>
                </c:pt>
                <c:pt idx="32010">
                  <c:v>24.65</c:v>
                </c:pt>
                <c:pt idx="32011">
                  <c:v>24.65</c:v>
                </c:pt>
                <c:pt idx="32012">
                  <c:v>24.65</c:v>
                </c:pt>
                <c:pt idx="32013">
                  <c:v>24.65</c:v>
                </c:pt>
                <c:pt idx="32014">
                  <c:v>24.65</c:v>
                </c:pt>
                <c:pt idx="32015">
                  <c:v>24.65</c:v>
                </c:pt>
                <c:pt idx="32016">
                  <c:v>24.65</c:v>
                </c:pt>
                <c:pt idx="32017">
                  <c:v>24.65</c:v>
                </c:pt>
                <c:pt idx="32018">
                  <c:v>24.65</c:v>
                </c:pt>
                <c:pt idx="32019">
                  <c:v>24.65</c:v>
                </c:pt>
                <c:pt idx="32020">
                  <c:v>24.65</c:v>
                </c:pt>
                <c:pt idx="32021">
                  <c:v>24.65</c:v>
                </c:pt>
                <c:pt idx="32022">
                  <c:v>24.65</c:v>
                </c:pt>
                <c:pt idx="32023">
                  <c:v>24.65</c:v>
                </c:pt>
                <c:pt idx="32024">
                  <c:v>24.65</c:v>
                </c:pt>
                <c:pt idx="32025">
                  <c:v>24.65</c:v>
                </c:pt>
                <c:pt idx="32026">
                  <c:v>24.65</c:v>
                </c:pt>
                <c:pt idx="32027">
                  <c:v>24.65</c:v>
                </c:pt>
                <c:pt idx="32028">
                  <c:v>24.65</c:v>
                </c:pt>
                <c:pt idx="32029">
                  <c:v>24.65</c:v>
                </c:pt>
                <c:pt idx="32030">
                  <c:v>24.65</c:v>
                </c:pt>
                <c:pt idx="32031">
                  <c:v>24.65</c:v>
                </c:pt>
                <c:pt idx="32032">
                  <c:v>24.65</c:v>
                </c:pt>
                <c:pt idx="32033">
                  <c:v>24.65</c:v>
                </c:pt>
                <c:pt idx="32034">
                  <c:v>24.65</c:v>
                </c:pt>
                <c:pt idx="32035">
                  <c:v>24.65</c:v>
                </c:pt>
                <c:pt idx="32036">
                  <c:v>24.65</c:v>
                </c:pt>
                <c:pt idx="32037">
                  <c:v>24.65</c:v>
                </c:pt>
                <c:pt idx="32038">
                  <c:v>24.65</c:v>
                </c:pt>
                <c:pt idx="32039">
                  <c:v>24.65</c:v>
                </c:pt>
                <c:pt idx="32040">
                  <c:v>24.65</c:v>
                </c:pt>
                <c:pt idx="32041">
                  <c:v>24.65</c:v>
                </c:pt>
                <c:pt idx="32042">
                  <c:v>24.65</c:v>
                </c:pt>
                <c:pt idx="32043">
                  <c:v>24.65</c:v>
                </c:pt>
                <c:pt idx="32044">
                  <c:v>24.65</c:v>
                </c:pt>
                <c:pt idx="32045">
                  <c:v>24.65</c:v>
                </c:pt>
                <c:pt idx="32046">
                  <c:v>24.65</c:v>
                </c:pt>
                <c:pt idx="32047">
                  <c:v>24.65</c:v>
                </c:pt>
                <c:pt idx="32048">
                  <c:v>24.65</c:v>
                </c:pt>
                <c:pt idx="32049">
                  <c:v>24.65</c:v>
                </c:pt>
                <c:pt idx="32050">
                  <c:v>24.65</c:v>
                </c:pt>
                <c:pt idx="32051">
                  <c:v>24.65</c:v>
                </c:pt>
                <c:pt idx="32052">
                  <c:v>24.65</c:v>
                </c:pt>
                <c:pt idx="32053">
                  <c:v>24.65</c:v>
                </c:pt>
                <c:pt idx="32054">
                  <c:v>24.65</c:v>
                </c:pt>
                <c:pt idx="32055">
                  <c:v>24.65</c:v>
                </c:pt>
                <c:pt idx="32056">
                  <c:v>24.65</c:v>
                </c:pt>
                <c:pt idx="32057">
                  <c:v>24.65</c:v>
                </c:pt>
                <c:pt idx="32058">
                  <c:v>24.65</c:v>
                </c:pt>
                <c:pt idx="32059">
                  <c:v>24.65</c:v>
                </c:pt>
                <c:pt idx="32060">
                  <c:v>24.65</c:v>
                </c:pt>
                <c:pt idx="32061">
                  <c:v>24.65</c:v>
                </c:pt>
                <c:pt idx="32062">
                  <c:v>24.65</c:v>
                </c:pt>
                <c:pt idx="32063">
                  <c:v>24.65</c:v>
                </c:pt>
                <c:pt idx="32064">
                  <c:v>24.65</c:v>
                </c:pt>
                <c:pt idx="32065">
                  <c:v>24.65</c:v>
                </c:pt>
                <c:pt idx="32066">
                  <c:v>24.65</c:v>
                </c:pt>
                <c:pt idx="32067">
                  <c:v>24.65</c:v>
                </c:pt>
                <c:pt idx="32068">
                  <c:v>24.65</c:v>
                </c:pt>
                <c:pt idx="32069">
                  <c:v>24.65</c:v>
                </c:pt>
                <c:pt idx="32070">
                  <c:v>24.65</c:v>
                </c:pt>
                <c:pt idx="32071">
                  <c:v>24.65</c:v>
                </c:pt>
                <c:pt idx="32072">
                  <c:v>24.65</c:v>
                </c:pt>
                <c:pt idx="32073">
                  <c:v>24.65</c:v>
                </c:pt>
                <c:pt idx="32074">
                  <c:v>24.65</c:v>
                </c:pt>
                <c:pt idx="32075">
                  <c:v>24.65</c:v>
                </c:pt>
                <c:pt idx="32076">
                  <c:v>24.65</c:v>
                </c:pt>
                <c:pt idx="32077">
                  <c:v>24.65</c:v>
                </c:pt>
                <c:pt idx="32078">
                  <c:v>24.65</c:v>
                </c:pt>
                <c:pt idx="32079">
                  <c:v>24.65</c:v>
                </c:pt>
                <c:pt idx="32080">
                  <c:v>24.65</c:v>
                </c:pt>
                <c:pt idx="32081">
                  <c:v>24.65</c:v>
                </c:pt>
                <c:pt idx="32082">
                  <c:v>24.65</c:v>
                </c:pt>
                <c:pt idx="32083">
                  <c:v>24.65</c:v>
                </c:pt>
                <c:pt idx="32084">
                  <c:v>24.65</c:v>
                </c:pt>
                <c:pt idx="32085">
                  <c:v>24.65</c:v>
                </c:pt>
                <c:pt idx="32086">
                  <c:v>24.65</c:v>
                </c:pt>
                <c:pt idx="32087">
                  <c:v>24.65</c:v>
                </c:pt>
                <c:pt idx="32088">
                  <c:v>24.65</c:v>
                </c:pt>
                <c:pt idx="32089">
                  <c:v>24.65</c:v>
                </c:pt>
                <c:pt idx="32090">
                  <c:v>24.65</c:v>
                </c:pt>
                <c:pt idx="32091">
                  <c:v>24.65</c:v>
                </c:pt>
                <c:pt idx="32092">
                  <c:v>24.65</c:v>
                </c:pt>
                <c:pt idx="32093">
                  <c:v>24.65</c:v>
                </c:pt>
                <c:pt idx="32094">
                  <c:v>24.65</c:v>
                </c:pt>
                <c:pt idx="32095">
                  <c:v>24.65</c:v>
                </c:pt>
                <c:pt idx="32096">
                  <c:v>24.65</c:v>
                </c:pt>
                <c:pt idx="32097">
                  <c:v>24.65</c:v>
                </c:pt>
                <c:pt idx="32098">
                  <c:v>24.65</c:v>
                </c:pt>
                <c:pt idx="32099">
                  <c:v>24.65</c:v>
                </c:pt>
                <c:pt idx="32100">
                  <c:v>24.65</c:v>
                </c:pt>
                <c:pt idx="32101">
                  <c:v>24.65</c:v>
                </c:pt>
                <c:pt idx="32102">
                  <c:v>24.65</c:v>
                </c:pt>
                <c:pt idx="32103">
                  <c:v>24.65</c:v>
                </c:pt>
                <c:pt idx="32104">
                  <c:v>24.65</c:v>
                </c:pt>
                <c:pt idx="32105">
                  <c:v>24.65</c:v>
                </c:pt>
                <c:pt idx="32106">
                  <c:v>24.65</c:v>
                </c:pt>
                <c:pt idx="32107">
                  <c:v>24.65</c:v>
                </c:pt>
                <c:pt idx="32108">
                  <c:v>24.65</c:v>
                </c:pt>
                <c:pt idx="32109">
                  <c:v>24.65</c:v>
                </c:pt>
                <c:pt idx="32110">
                  <c:v>24.65</c:v>
                </c:pt>
                <c:pt idx="32111">
                  <c:v>24.65</c:v>
                </c:pt>
                <c:pt idx="32112">
                  <c:v>24.65</c:v>
                </c:pt>
                <c:pt idx="32113">
                  <c:v>24.65</c:v>
                </c:pt>
                <c:pt idx="32114">
                  <c:v>24.65</c:v>
                </c:pt>
                <c:pt idx="32115">
                  <c:v>24.65</c:v>
                </c:pt>
                <c:pt idx="32116">
                  <c:v>24.65</c:v>
                </c:pt>
                <c:pt idx="32117">
                  <c:v>24.65</c:v>
                </c:pt>
                <c:pt idx="32118">
                  <c:v>24.65</c:v>
                </c:pt>
                <c:pt idx="32119">
                  <c:v>24.65</c:v>
                </c:pt>
                <c:pt idx="32120">
                  <c:v>24.65</c:v>
                </c:pt>
                <c:pt idx="32121">
                  <c:v>24.65</c:v>
                </c:pt>
                <c:pt idx="32122">
                  <c:v>24.65</c:v>
                </c:pt>
                <c:pt idx="32123">
                  <c:v>24.65</c:v>
                </c:pt>
                <c:pt idx="32124">
                  <c:v>24.65</c:v>
                </c:pt>
                <c:pt idx="32125">
                  <c:v>24.65</c:v>
                </c:pt>
                <c:pt idx="32126">
                  <c:v>24.65</c:v>
                </c:pt>
                <c:pt idx="32127">
                  <c:v>24.65</c:v>
                </c:pt>
                <c:pt idx="32128">
                  <c:v>24.65</c:v>
                </c:pt>
                <c:pt idx="32129">
                  <c:v>24.65</c:v>
                </c:pt>
                <c:pt idx="32130">
                  <c:v>24.65</c:v>
                </c:pt>
                <c:pt idx="32131">
                  <c:v>24.65</c:v>
                </c:pt>
                <c:pt idx="32132">
                  <c:v>24.65</c:v>
                </c:pt>
                <c:pt idx="32133">
                  <c:v>24.65</c:v>
                </c:pt>
                <c:pt idx="32134">
                  <c:v>24.65</c:v>
                </c:pt>
                <c:pt idx="32135">
                  <c:v>24.65</c:v>
                </c:pt>
                <c:pt idx="32136">
                  <c:v>24.65</c:v>
                </c:pt>
                <c:pt idx="32137">
                  <c:v>24.65</c:v>
                </c:pt>
                <c:pt idx="32138">
                  <c:v>24.65</c:v>
                </c:pt>
                <c:pt idx="32139">
                  <c:v>24.65</c:v>
                </c:pt>
                <c:pt idx="32140">
                  <c:v>24.65</c:v>
                </c:pt>
                <c:pt idx="32141">
                  <c:v>24.65</c:v>
                </c:pt>
                <c:pt idx="32142">
                  <c:v>24.65</c:v>
                </c:pt>
                <c:pt idx="32143">
                  <c:v>24.65</c:v>
                </c:pt>
                <c:pt idx="32144">
                  <c:v>24.65</c:v>
                </c:pt>
                <c:pt idx="32145">
                  <c:v>24.65</c:v>
                </c:pt>
                <c:pt idx="32146">
                  <c:v>24.65</c:v>
                </c:pt>
                <c:pt idx="32147">
                  <c:v>24.65</c:v>
                </c:pt>
                <c:pt idx="32148">
                  <c:v>24.65</c:v>
                </c:pt>
                <c:pt idx="32149">
                  <c:v>24.65</c:v>
                </c:pt>
                <c:pt idx="32150">
                  <c:v>24.65</c:v>
                </c:pt>
                <c:pt idx="32151">
                  <c:v>24.65</c:v>
                </c:pt>
                <c:pt idx="32152">
                  <c:v>24.65</c:v>
                </c:pt>
                <c:pt idx="32153">
                  <c:v>24.65</c:v>
                </c:pt>
                <c:pt idx="32154">
                  <c:v>24.65</c:v>
                </c:pt>
                <c:pt idx="32155">
                  <c:v>24.65</c:v>
                </c:pt>
                <c:pt idx="32156">
                  <c:v>24.65</c:v>
                </c:pt>
                <c:pt idx="32157">
                  <c:v>24.65</c:v>
                </c:pt>
                <c:pt idx="32158">
                  <c:v>24.65</c:v>
                </c:pt>
                <c:pt idx="32159">
                  <c:v>24.65</c:v>
                </c:pt>
                <c:pt idx="32160">
                  <c:v>24.65</c:v>
                </c:pt>
                <c:pt idx="32161">
                  <c:v>24.65</c:v>
                </c:pt>
                <c:pt idx="32162">
                  <c:v>24.65</c:v>
                </c:pt>
                <c:pt idx="32163">
                  <c:v>24.65</c:v>
                </c:pt>
                <c:pt idx="32164">
                  <c:v>24.65</c:v>
                </c:pt>
                <c:pt idx="32165">
                  <c:v>24.65</c:v>
                </c:pt>
                <c:pt idx="32166">
                  <c:v>24.65</c:v>
                </c:pt>
                <c:pt idx="32167">
                  <c:v>24.65</c:v>
                </c:pt>
                <c:pt idx="32168">
                  <c:v>24.65</c:v>
                </c:pt>
                <c:pt idx="32169">
                  <c:v>24.65</c:v>
                </c:pt>
                <c:pt idx="32170">
                  <c:v>24.65</c:v>
                </c:pt>
                <c:pt idx="32171">
                  <c:v>24.65</c:v>
                </c:pt>
                <c:pt idx="32172">
                  <c:v>24.65</c:v>
                </c:pt>
                <c:pt idx="32173">
                  <c:v>24.65</c:v>
                </c:pt>
                <c:pt idx="32174">
                  <c:v>24.65</c:v>
                </c:pt>
                <c:pt idx="32175">
                  <c:v>24.65</c:v>
                </c:pt>
                <c:pt idx="32176">
                  <c:v>24.65</c:v>
                </c:pt>
                <c:pt idx="32177">
                  <c:v>24.65</c:v>
                </c:pt>
                <c:pt idx="32178">
                  <c:v>24.65</c:v>
                </c:pt>
                <c:pt idx="32179">
                  <c:v>24.65</c:v>
                </c:pt>
                <c:pt idx="32180">
                  <c:v>24.65</c:v>
                </c:pt>
                <c:pt idx="32181">
                  <c:v>24.65</c:v>
                </c:pt>
                <c:pt idx="32182">
                  <c:v>24.65</c:v>
                </c:pt>
                <c:pt idx="32183">
                  <c:v>24.65</c:v>
                </c:pt>
                <c:pt idx="32184">
                  <c:v>24.65</c:v>
                </c:pt>
                <c:pt idx="32185">
                  <c:v>24.65</c:v>
                </c:pt>
                <c:pt idx="32186">
                  <c:v>24.65</c:v>
                </c:pt>
                <c:pt idx="32187">
                  <c:v>24.65</c:v>
                </c:pt>
                <c:pt idx="32188">
                  <c:v>24.65</c:v>
                </c:pt>
                <c:pt idx="32189">
                  <c:v>24.65</c:v>
                </c:pt>
                <c:pt idx="32190">
                  <c:v>24.65</c:v>
                </c:pt>
                <c:pt idx="32191">
                  <c:v>24.65</c:v>
                </c:pt>
                <c:pt idx="32192">
                  <c:v>24.65</c:v>
                </c:pt>
                <c:pt idx="32193">
                  <c:v>24.65</c:v>
                </c:pt>
                <c:pt idx="32194">
                  <c:v>24.65</c:v>
                </c:pt>
                <c:pt idx="32195">
                  <c:v>24.65</c:v>
                </c:pt>
                <c:pt idx="32196">
                  <c:v>24.65</c:v>
                </c:pt>
                <c:pt idx="32197">
                  <c:v>24.65</c:v>
                </c:pt>
                <c:pt idx="32198">
                  <c:v>24.65</c:v>
                </c:pt>
                <c:pt idx="32199">
                  <c:v>24.65</c:v>
                </c:pt>
                <c:pt idx="32200">
                  <c:v>24.65</c:v>
                </c:pt>
                <c:pt idx="32201">
                  <c:v>24.65</c:v>
                </c:pt>
                <c:pt idx="32202">
                  <c:v>24.65</c:v>
                </c:pt>
                <c:pt idx="32203">
                  <c:v>24.65</c:v>
                </c:pt>
                <c:pt idx="32204">
                  <c:v>24.65</c:v>
                </c:pt>
                <c:pt idx="32205">
                  <c:v>24.65</c:v>
                </c:pt>
                <c:pt idx="32206">
                  <c:v>24.65</c:v>
                </c:pt>
                <c:pt idx="32207">
                  <c:v>24.65</c:v>
                </c:pt>
                <c:pt idx="32208">
                  <c:v>24.65</c:v>
                </c:pt>
                <c:pt idx="32209">
                  <c:v>24.65</c:v>
                </c:pt>
                <c:pt idx="32210">
                  <c:v>24.65</c:v>
                </c:pt>
                <c:pt idx="32211">
                  <c:v>24.65</c:v>
                </c:pt>
                <c:pt idx="32212">
                  <c:v>24.65</c:v>
                </c:pt>
                <c:pt idx="32213">
                  <c:v>24.65</c:v>
                </c:pt>
                <c:pt idx="32214">
                  <c:v>24.65</c:v>
                </c:pt>
                <c:pt idx="32215">
                  <c:v>24.65</c:v>
                </c:pt>
                <c:pt idx="32216">
                  <c:v>24.65</c:v>
                </c:pt>
                <c:pt idx="32217">
                  <c:v>24.65</c:v>
                </c:pt>
                <c:pt idx="32218">
                  <c:v>24.65</c:v>
                </c:pt>
                <c:pt idx="32219">
                  <c:v>24.65</c:v>
                </c:pt>
                <c:pt idx="32220">
                  <c:v>24.65</c:v>
                </c:pt>
                <c:pt idx="32221">
                  <c:v>24.65</c:v>
                </c:pt>
                <c:pt idx="32222">
                  <c:v>24.65</c:v>
                </c:pt>
                <c:pt idx="32223">
                  <c:v>24.65</c:v>
                </c:pt>
                <c:pt idx="32224">
                  <c:v>24.65</c:v>
                </c:pt>
                <c:pt idx="32225">
                  <c:v>24.65</c:v>
                </c:pt>
                <c:pt idx="32226">
                  <c:v>24.65</c:v>
                </c:pt>
                <c:pt idx="32227">
                  <c:v>24.65</c:v>
                </c:pt>
                <c:pt idx="32228">
                  <c:v>24.65</c:v>
                </c:pt>
                <c:pt idx="32229">
                  <c:v>24.65</c:v>
                </c:pt>
                <c:pt idx="32230">
                  <c:v>24.65</c:v>
                </c:pt>
                <c:pt idx="32231">
                  <c:v>24.65</c:v>
                </c:pt>
                <c:pt idx="32232">
                  <c:v>24.65</c:v>
                </c:pt>
                <c:pt idx="32233">
                  <c:v>24.65</c:v>
                </c:pt>
                <c:pt idx="32234">
                  <c:v>24.65</c:v>
                </c:pt>
                <c:pt idx="32235">
                  <c:v>24.65</c:v>
                </c:pt>
                <c:pt idx="32236">
                  <c:v>24.65</c:v>
                </c:pt>
                <c:pt idx="32237">
                  <c:v>24.65</c:v>
                </c:pt>
                <c:pt idx="32238">
                  <c:v>24.65</c:v>
                </c:pt>
                <c:pt idx="32239">
                  <c:v>24.65</c:v>
                </c:pt>
                <c:pt idx="32240">
                  <c:v>24.65</c:v>
                </c:pt>
                <c:pt idx="32241">
                  <c:v>24.65</c:v>
                </c:pt>
                <c:pt idx="32242">
                  <c:v>24.65</c:v>
                </c:pt>
                <c:pt idx="32243">
                  <c:v>24.65</c:v>
                </c:pt>
                <c:pt idx="32244">
                  <c:v>24.65</c:v>
                </c:pt>
                <c:pt idx="32245">
                  <c:v>24.65</c:v>
                </c:pt>
                <c:pt idx="32246">
                  <c:v>24.65</c:v>
                </c:pt>
                <c:pt idx="32247">
                  <c:v>24.65</c:v>
                </c:pt>
                <c:pt idx="32248">
                  <c:v>24.65</c:v>
                </c:pt>
                <c:pt idx="32249">
                  <c:v>24.65</c:v>
                </c:pt>
                <c:pt idx="32250">
                  <c:v>24.65</c:v>
                </c:pt>
                <c:pt idx="32251">
                  <c:v>24.65</c:v>
                </c:pt>
                <c:pt idx="32252">
                  <c:v>24.65</c:v>
                </c:pt>
                <c:pt idx="32253">
                  <c:v>24.65</c:v>
                </c:pt>
                <c:pt idx="32254">
                  <c:v>24.65</c:v>
                </c:pt>
                <c:pt idx="32255">
                  <c:v>24.65</c:v>
                </c:pt>
                <c:pt idx="32256">
                  <c:v>24.65</c:v>
                </c:pt>
                <c:pt idx="32257">
                  <c:v>24.65</c:v>
                </c:pt>
                <c:pt idx="32258">
                  <c:v>24.65</c:v>
                </c:pt>
                <c:pt idx="32259">
                  <c:v>24.65</c:v>
                </c:pt>
                <c:pt idx="32260">
                  <c:v>24.65</c:v>
                </c:pt>
                <c:pt idx="32261">
                  <c:v>24.65</c:v>
                </c:pt>
                <c:pt idx="32262">
                  <c:v>24.65</c:v>
                </c:pt>
                <c:pt idx="32263">
                  <c:v>24.65</c:v>
                </c:pt>
                <c:pt idx="32264">
                  <c:v>24.65</c:v>
                </c:pt>
                <c:pt idx="32265">
                  <c:v>24.65</c:v>
                </c:pt>
                <c:pt idx="32266">
                  <c:v>24.65</c:v>
                </c:pt>
                <c:pt idx="32267">
                  <c:v>24.65</c:v>
                </c:pt>
                <c:pt idx="32268">
                  <c:v>24.65</c:v>
                </c:pt>
                <c:pt idx="32269">
                  <c:v>24.65</c:v>
                </c:pt>
                <c:pt idx="32270">
                  <c:v>24.65</c:v>
                </c:pt>
                <c:pt idx="32271">
                  <c:v>24.65</c:v>
                </c:pt>
                <c:pt idx="32272">
                  <c:v>24.65</c:v>
                </c:pt>
                <c:pt idx="32273">
                  <c:v>24.65</c:v>
                </c:pt>
                <c:pt idx="32274">
                  <c:v>24.65</c:v>
                </c:pt>
                <c:pt idx="32275">
                  <c:v>24.65</c:v>
                </c:pt>
                <c:pt idx="32276">
                  <c:v>24.65</c:v>
                </c:pt>
                <c:pt idx="32277">
                  <c:v>24.65</c:v>
                </c:pt>
                <c:pt idx="32278">
                  <c:v>24.65</c:v>
                </c:pt>
                <c:pt idx="32279">
                  <c:v>24.65</c:v>
                </c:pt>
                <c:pt idx="32280">
                  <c:v>24.65</c:v>
                </c:pt>
                <c:pt idx="32281">
                  <c:v>24.65</c:v>
                </c:pt>
                <c:pt idx="32282">
                  <c:v>24.65</c:v>
                </c:pt>
                <c:pt idx="32283">
                  <c:v>24.65</c:v>
                </c:pt>
                <c:pt idx="32284">
                  <c:v>24.65</c:v>
                </c:pt>
                <c:pt idx="32285">
                  <c:v>24.65</c:v>
                </c:pt>
                <c:pt idx="32286">
                  <c:v>24.65</c:v>
                </c:pt>
                <c:pt idx="32287">
                  <c:v>24.65</c:v>
                </c:pt>
                <c:pt idx="32288">
                  <c:v>24.65</c:v>
                </c:pt>
                <c:pt idx="32289">
                  <c:v>24.65</c:v>
                </c:pt>
                <c:pt idx="32290">
                  <c:v>24.65</c:v>
                </c:pt>
                <c:pt idx="32291">
                  <c:v>24.65</c:v>
                </c:pt>
                <c:pt idx="32292">
                  <c:v>24.65</c:v>
                </c:pt>
                <c:pt idx="32293">
                  <c:v>24.65</c:v>
                </c:pt>
                <c:pt idx="32294">
                  <c:v>24.65</c:v>
                </c:pt>
                <c:pt idx="32295">
                  <c:v>24.65</c:v>
                </c:pt>
                <c:pt idx="32296">
                  <c:v>24.65</c:v>
                </c:pt>
                <c:pt idx="32297">
                  <c:v>24.65</c:v>
                </c:pt>
                <c:pt idx="32298">
                  <c:v>24.65</c:v>
                </c:pt>
                <c:pt idx="32299">
                  <c:v>24.65</c:v>
                </c:pt>
                <c:pt idx="32300">
                  <c:v>24.65</c:v>
                </c:pt>
                <c:pt idx="32301">
                  <c:v>24.65</c:v>
                </c:pt>
                <c:pt idx="32302">
                  <c:v>24.65</c:v>
                </c:pt>
                <c:pt idx="32303">
                  <c:v>24.65</c:v>
                </c:pt>
                <c:pt idx="32304">
                  <c:v>24.65</c:v>
                </c:pt>
                <c:pt idx="32305">
                  <c:v>24.65</c:v>
                </c:pt>
                <c:pt idx="32306">
                  <c:v>24.65</c:v>
                </c:pt>
                <c:pt idx="32307">
                  <c:v>24.65</c:v>
                </c:pt>
                <c:pt idx="32308">
                  <c:v>24.65</c:v>
                </c:pt>
                <c:pt idx="32309">
                  <c:v>24.65</c:v>
                </c:pt>
                <c:pt idx="32310">
                  <c:v>24.65</c:v>
                </c:pt>
                <c:pt idx="32311">
                  <c:v>24.65</c:v>
                </c:pt>
                <c:pt idx="32312">
                  <c:v>24.65</c:v>
                </c:pt>
                <c:pt idx="32313">
                  <c:v>24.65</c:v>
                </c:pt>
                <c:pt idx="32314">
                  <c:v>24.65</c:v>
                </c:pt>
                <c:pt idx="32315">
                  <c:v>24.65</c:v>
                </c:pt>
                <c:pt idx="32316">
                  <c:v>24.65</c:v>
                </c:pt>
                <c:pt idx="32317">
                  <c:v>24.65</c:v>
                </c:pt>
                <c:pt idx="32318">
                  <c:v>24.65</c:v>
                </c:pt>
                <c:pt idx="32319">
                  <c:v>24.65</c:v>
                </c:pt>
                <c:pt idx="32320">
                  <c:v>24.65</c:v>
                </c:pt>
                <c:pt idx="32321">
                  <c:v>24.65</c:v>
                </c:pt>
                <c:pt idx="32322">
                  <c:v>24.65</c:v>
                </c:pt>
                <c:pt idx="32323">
                  <c:v>24.65</c:v>
                </c:pt>
                <c:pt idx="32324">
                  <c:v>24.65</c:v>
                </c:pt>
                <c:pt idx="32325">
                  <c:v>24.65</c:v>
                </c:pt>
                <c:pt idx="32326">
                  <c:v>24.65</c:v>
                </c:pt>
                <c:pt idx="32327">
                  <c:v>24.65</c:v>
                </c:pt>
                <c:pt idx="32328">
                  <c:v>24.65</c:v>
                </c:pt>
                <c:pt idx="32329">
                  <c:v>24.65</c:v>
                </c:pt>
                <c:pt idx="32330">
                  <c:v>24.65</c:v>
                </c:pt>
                <c:pt idx="32331">
                  <c:v>24.65</c:v>
                </c:pt>
                <c:pt idx="32332">
                  <c:v>24.65</c:v>
                </c:pt>
                <c:pt idx="32333">
                  <c:v>24.65</c:v>
                </c:pt>
                <c:pt idx="32334">
                  <c:v>24.65</c:v>
                </c:pt>
                <c:pt idx="32335">
                  <c:v>24.65</c:v>
                </c:pt>
                <c:pt idx="32336">
                  <c:v>24.65</c:v>
                </c:pt>
                <c:pt idx="32337">
                  <c:v>24.65</c:v>
                </c:pt>
                <c:pt idx="32338">
                  <c:v>24.65</c:v>
                </c:pt>
                <c:pt idx="32339">
                  <c:v>24.65</c:v>
                </c:pt>
                <c:pt idx="32340">
                  <c:v>24.65</c:v>
                </c:pt>
                <c:pt idx="32341">
                  <c:v>24.65</c:v>
                </c:pt>
                <c:pt idx="32342">
                  <c:v>24.65</c:v>
                </c:pt>
                <c:pt idx="32343">
                  <c:v>24.65</c:v>
                </c:pt>
                <c:pt idx="32344">
                  <c:v>24.65</c:v>
                </c:pt>
                <c:pt idx="32345">
                  <c:v>24.65</c:v>
                </c:pt>
                <c:pt idx="32346">
                  <c:v>24.65</c:v>
                </c:pt>
                <c:pt idx="32347">
                  <c:v>24.65</c:v>
                </c:pt>
                <c:pt idx="32348">
                  <c:v>24.65</c:v>
                </c:pt>
                <c:pt idx="32349">
                  <c:v>24.65</c:v>
                </c:pt>
                <c:pt idx="32350">
                  <c:v>24.65</c:v>
                </c:pt>
                <c:pt idx="32351">
                  <c:v>24.65</c:v>
                </c:pt>
                <c:pt idx="32352">
                  <c:v>24.65</c:v>
                </c:pt>
                <c:pt idx="32353">
                  <c:v>24.65</c:v>
                </c:pt>
                <c:pt idx="32354">
                  <c:v>24.65</c:v>
                </c:pt>
                <c:pt idx="32355">
                  <c:v>24.65</c:v>
                </c:pt>
                <c:pt idx="32356">
                  <c:v>24.65</c:v>
                </c:pt>
                <c:pt idx="32357">
                  <c:v>24.65</c:v>
                </c:pt>
                <c:pt idx="32358">
                  <c:v>24.65</c:v>
                </c:pt>
                <c:pt idx="32359">
                  <c:v>24.65</c:v>
                </c:pt>
                <c:pt idx="32360">
                  <c:v>24.65</c:v>
                </c:pt>
                <c:pt idx="32361">
                  <c:v>24.65</c:v>
                </c:pt>
                <c:pt idx="32362">
                  <c:v>24.65</c:v>
                </c:pt>
                <c:pt idx="32363">
                  <c:v>24.65</c:v>
                </c:pt>
                <c:pt idx="32364">
                  <c:v>24.65</c:v>
                </c:pt>
                <c:pt idx="32365">
                  <c:v>24.65</c:v>
                </c:pt>
                <c:pt idx="32366">
                  <c:v>24.65</c:v>
                </c:pt>
                <c:pt idx="32367">
                  <c:v>24.65</c:v>
                </c:pt>
                <c:pt idx="32368">
                  <c:v>24.65</c:v>
                </c:pt>
                <c:pt idx="32369">
                  <c:v>24.65</c:v>
                </c:pt>
                <c:pt idx="32370">
                  <c:v>24.65</c:v>
                </c:pt>
                <c:pt idx="32371">
                  <c:v>24.65</c:v>
                </c:pt>
                <c:pt idx="32372">
                  <c:v>24.65</c:v>
                </c:pt>
                <c:pt idx="32373">
                  <c:v>24.65</c:v>
                </c:pt>
                <c:pt idx="32374">
                  <c:v>24.65</c:v>
                </c:pt>
                <c:pt idx="32375">
                  <c:v>24.65</c:v>
                </c:pt>
                <c:pt idx="32376">
                  <c:v>24.65</c:v>
                </c:pt>
                <c:pt idx="32377">
                  <c:v>24.65</c:v>
                </c:pt>
                <c:pt idx="32378">
                  <c:v>24.65</c:v>
                </c:pt>
                <c:pt idx="32379">
                  <c:v>24.65</c:v>
                </c:pt>
                <c:pt idx="32380">
                  <c:v>24.65</c:v>
                </c:pt>
                <c:pt idx="32381">
                  <c:v>24.65</c:v>
                </c:pt>
                <c:pt idx="32382">
                  <c:v>24.65</c:v>
                </c:pt>
                <c:pt idx="32383">
                  <c:v>24.65</c:v>
                </c:pt>
                <c:pt idx="32384">
                  <c:v>24.65</c:v>
                </c:pt>
                <c:pt idx="32385">
                  <c:v>24.65</c:v>
                </c:pt>
                <c:pt idx="32386">
                  <c:v>24.65</c:v>
                </c:pt>
                <c:pt idx="32387">
                  <c:v>24.65</c:v>
                </c:pt>
                <c:pt idx="32388">
                  <c:v>24.65</c:v>
                </c:pt>
                <c:pt idx="32389">
                  <c:v>24.65</c:v>
                </c:pt>
                <c:pt idx="32390">
                  <c:v>24.65</c:v>
                </c:pt>
                <c:pt idx="32391">
                  <c:v>24.65</c:v>
                </c:pt>
                <c:pt idx="32392">
                  <c:v>24.65</c:v>
                </c:pt>
                <c:pt idx="32393">
                  <c:v>24.65</c:v>
                </c:pt>
                <c:pt idx="32394">
                  <c:v>24.65</c:v>
                </c:pt>
                <c:pt idx="32395">
                  <c:v>24.65</c:v>
                </c:pt>
                <c:pt idx="32396">
                  <c:v>24.65</c:v>
                </c:pt>
                <c:pt idx="32397">
                  <c:v>24.65</c:v>
                </c:pt>
                <c:pt idx="32398">
                  <c:v>24.65</c:v>
                </c:pt>
                <c:pt idx="32399">
                  <c:v>24.65</c:v>
                </c:pt>
                <c:pt idx="32400">
                  <c:v>24.65</c:v>
                </c:pt>
                <c:pt idx="32401">
                  <c:v>24.65</c:v>
                </c:pt>
                <c:pt idx="32402">
                  <c:v>24.65</c:v>
                </c:pt>
                <c:pt idx="32403">
                  <c:v>24.65</c:v>
                </c:pt>
                <c:pt idx="32404">
                  <c:v>24.65</c:v>
                </c:pt>
                <c:pt idx="32405">
                  <c:v>24.65</c:v>
                </c:pt>
                <c:pt idx="32406">
                  <c:v>24.65</c:v>
                </c:pt>
                <c:pt idx="32407">
                  <c:v>24.65</c:v>
                </c:pt>
                <c:pt idx="32408">
                  <c:v>24.65</c:v>
                </c:pt>
                <c:pt idx="32409">
                  <c:v>24.65</c:v>
                </c:pt>
                <c:pt idx="32410">
                  <c:v>24.65</c:v>
                </c:pt>
                <c:pt idx="32411">
                  <c:v>24.65</c:v>
                </c:pt>
                <c:pt idx="32412">
                  <c:v>24.65</c:v>
                </c:pt>
                <c:pt idx="32413">
                  <c:v>24.65</c:v>
                </c:pt>
                <c:pt idx="32414">
                  <c:v>24.65</c:v>
                </c:pt>
                <c:pt idx="32415">
                  <c:v>24.65</c:v>
                </c:pt>
                <c:pt idx="32416">
                  <c:v>24.65</c:v>
                </c:pt>
                <c:pt idx="32417">
                  <c:v>24.65</c:v>
                </c:pt>
                <c:pt idx="32418">
                  <c:v>24.65</c:v>
                </c:pt>
                <c:pt idx="32419">
                  <c:v>24.65</c:v>
                </c:pt>
                <c:pt idx="32420">
                  <c:v>24.65</c:v>
                </c:pt>
                <c:pt idx="32421">
                  <c:v>24.65</c:v>
                </c:pt>
                <c:pt idx="32422">
                  <c:v>24.65</c:v>
                </c:pt>
                <c:pt idx="32423">
                  <c:v>24.65</c:v>
                </c:pt>
                <c:pt idx="32424">
                  <c:v>24.65</c:v>
                </c:pt>
                <c:pt idx="32425">
                  <c:v>24.65</c:v>
                </c:pt>
                <c:pt idx="32426">
                  <c:v>24.65</c:v>
                </c:pt>
                <c:pt idx="32427">
                  <c:v>24.65</c:v>
                </c:pt>
                <c:pt idx="32428">
                  <c:v>24.65</c:v>
                </c:pt>
                <c:pt idx="32429">
                  <c:v>24.65</c:v>
                </c:pt>
                <c:pt idx="32430">
                  <c:v>24.65</c:v>
                </c:pt>
                <c:pt idx="32431">
                  <c:v>24.65</c:v>
                </c:pt>
                <c:pt idx="32432">
                  <c:v>24.65</c:v>
                </c:pt>
                <c:pt idx="32433">
                  <c:v>24.65</c:v>
                </c:pt>
                <c:pt idx="32434">
                  <c:v>24.65</c:v>
                </c:pt>
                <c:pt idx="32435">
                  <c:v>24.65</c:v>
                </c:pt>
                <c:pt idx="32436">
                  <c:v>24.65</c:v>
                </c:pt>
                <c:pt idx="32437">
                  <c:v>24.65</c:v>
                </c:pt>
                <c:pt idx="32438">
                  <c:v>24.65</c:v>
                </c:pt>
                <c:pt idx="32439">
                  <c:v>24.65</c:v>
                </c:pt>
                <c:pt idx="32440">
                  <c:v>24.65</c:v>
                </c:pt>
                <c:pt idx="32441">
                  <c:v>24.65</c:v>
                </c:pt>
                <c:pt idx="32442">
                  <c:v>24.65</c:v>
                </c:pt>
                <c:pt idx="32443">
                  <c:v>24.65</c:v>
                </c:pt>
                <c:pt idx="32444">
                  <c:v>24.65</c:v>
                </c:pt>
                <c:pt idx="32445">
                  <c:v>24.65</c:v>
                </c:pt>
                <c:pt idx="32446">
                  <c:v>24.65</c:v>
                </c:pt>
                <c:pt idx="32447">
                  <c:v>24.65</c:v>
                </c:pt>
                <c:pt idx="32448">
                  <c:v>24.65</c:v>
                </c:pt>
                <c:pt idx="32449">
                  <c:v>24.65</c:v>
                </c:pt>
                <c:pt idx="32450">
                  <c:v>24.65</c:v>
                </c:pt>
                <c:pt idx="32451">
                  <c:v>24.65</c:v>
                </c:pt>
                <c:pt idx="32452">
                  <c:v>24.65</c:v>
                </c:pt>
                <c:pt idx="32453">
                  <c:v>24.65</c:v>
                </c:pt>
                <c:pt idx="32454">
                  <c:v>24.65</c:v>
                </c:pt>
                <c:pt idx="32455">
                  <c:v>24.65</c:v>
                </c:pt>
                <c:pt idx="32456">
                  <c:v>24.65</c:v>
                </c:pt>
                <c:pt idx="32457">
                  <c:v>24.65</c:v>
                </c:pt>
                <c:pt idx="32458">
                  <c:v>24.65</c:v>
                </c:pt>
                <c:pt idx="32459">
                  <c:v>24.65</c:v>
                </c:pt>
                <c:pt idx="32460">
                  <c:v>24.65</c:v>
                </c:pt>
                <c:pt idx="32461">
                  <c:v>24.65</c:v>
                </c:pt>
                <c:pt idx="32462">
                  <c:v>24.65</c:v>
                </c:pt>
                <c:pt idx="32463">
                  <c:v>24.65</c:v>
                </c:pt>
                <c:pt idx="32464">
                  <c:v>24.65</c:v>
                </c:pt>
                <c:pt idx="32465">
                  <c:v>24.65</c:v>
                </c:pt>
                <c:pt idx="32466">
                  <c:v>24.65</c:v>
                </c:pt>
                <c:pt idx="32467">
                  <c:v>24.65</c:v>
                </c:pt>
                <c:pt idx="32468">
                  <c:v>24.65</c:v>
                </c:pt>
                <c:pt idx="32469">
                  <c:v>24.65</c:v>
                </c:pt>
                <c:pt idx="32470">
                  <c:v>24.65</c:v>
                </c:pt>
                <c:pt idx="32471">
                  <c:v>24.65</c:v>
                </c:pt>
                <c:pt idx="32472">
                  <c:v>24.65</c:v>
                </c:pt>
                <c:pt idx="32473">
                  <c:v>24.65</c:v>
                </c:pt>
                <c:pt idx="32474">
                  <c:v>24.65</c:v>
                </c:pt>
                <c:pt idx="32475">
                  <c:v>24.65</c:v>
                </c:pt>
                <c:pt idx="32476">
                  <c:v>24.65</c:v>
                </c:pt>
                <c:pt idx="32477">
                  <c:v>24.65</c:v>
                </c:pt>
                <c:pt idx="32478">
                  <c:v>24.65</c:v>
                </c:pt>
                <c:pt idx="32479">
                  <c:v>24.65</c:v>
                </c:pt>
                <c:pt idx="32480">
                  <c:v>24.65</c:v>
                </c:pt>
                <c:pt idx="32481">
                  <c:v>24.65</c:v>
                </c:pt>
                <c:pt idx="32482">
                  <c:v>24.65</c:v>
                </c:pt>
                <c:pt idx="32483">
                  <c:v>24.65</c:v>
                </c:pt>
                <c:pt idx="32484">
                  <c:v>24.65</c:v>
                </c:pt>
                <c:pt idx="32485">
                  <c:v>24.65</c:v>
                </c:pt>
                <c:pt idx="32486">
                  <c:v>24.65</c:v>
                </c:pt>
                <c:pt idx="32487">
                  <c:v>24.65</c:v>
                </c:pt>
                <c:pt idx="32488">
                  <c:v>24.65</c:v>
                </c:pt>
                <c:pt idx="32489">
                  <c:v>24.65</c:v>
                </c:pt>
                <c:pt idx="32490">
                  <c:v>24.65</c:v>
                </c:pt>
                <c:pt idx="32491">
                  <c:v>24.65</c:v>
                </c:pt>
                <c:pt idx="32492">
                  <c:v>24.65</c:v>
                </c:pt>
                <c:pt idx="32493">
                  <c:v>24.65</c:v>
                </c:pt>
                <c:pt idx="32494">
                  <c:v>24.65</c:v>
                </c:pt>
                <c:pt idx="32495">
                  <c:v>24.65</c:v>
                </c:pt>
                <c:pt idx="32496">
                  <c:v>24.65</c:v>
                </c:pt>
                <c:pt idx="32497">
                  <c:v>24.65</c:v>
                </c:pt>
                <c:pt idx="32498">
                  <c:v>24.65</c:v>
                </c:pt>
                <c:pt idx="32499">
                  <c:v>24.65</c:v>
                </c:pt>
                <c:pt idx="32500">
                  <c:v>24.65</c:v>
                </c:pt>
                <c:pt idx="32501">
                  <c:v>24.65</c:v>
                </c:pt>
                <c:pt idx="32502">
                  <c:v>24.65</c:v>
                </c:pt>
                <c:pt idx="32503">
                  <c:v>24.65</c:v>
                </c:pt>
                <c:pt idx="32504">
                  <c:v>24.65</c:v>
                </c:pt>
                <c:pt idx="32505">
                  <c:v>24.65</c:v>
                </c:pt>
                <c:pt idx="32506">
                  <c:v>24.65</c:v>
                </c:pt>
                <c:pt idx="32507">
                  <c:v>24.65</c:v>
                </c:pt>
                <c:pt idx="32508">
                  <c:v>24.65</c:v>
                </c:pt>
                <c:pt idx="32509">
                  <c:v>24.65</c:v>
                </c:pt>
                <c:pt idx="32510">
                  <c:v>24.65</c:v>
                </c:pt>
                <c:pt idx="32511">
                  <c:v>24.65</c:v>
                </c:pt>
                <c:pt idx="32512">
                  <c:v>24.65</c:v>
                </c:pt>
                <c:pt idx="32513">
                  <c:v>24.65</c:v>
                </c:pt>
                <c:pt idx="32514">
                  <c:v>24.65</c:v>
                </c:pt>
                <c:pt idx="32515">
                  <c:v>24.65</c:v>
                </c:pt>
                <c:pt idx="32516">
                  <c:v>24.65</c:v>
                </c:pt>
                <c:pt idx="32517">
                  <c:v>24.65</c:v>
                </c:pt>
                <c:pt idx="32518">
                  <c:v>24.65</c:v>
                </c:pt>
                <c:pt idx="32519">
                  <c:v>24.65</c:v>
                </c:pt>
                <c:pt idx="32520">
                  <c:v>24.65</c:v>
                </c:pt>
                <c:pt idx="32521">
                  <c:v>24.65</c:v>
                </c:pt>
                <c:pt idx="32522">
                  <c:v>24.65</c:v>
                </c:pt>
                <c:pt idx="32523">
                  <c:v>24.65</c:v>
                </c:pt>
                <c:pt idx="32524">
                  <c:v>24.65</c:v>
                </c:pt>
                <c:pt idx="32525">
                  <c:v>24.65</c:v>
                </c:pt>
                <c:pt idx="32526">
                  <c:v>24.65</c:v>
                </c:pt>
                <c:pt idx="32527">
                  <c:v>24.65</c:v>
                </c:pt>
                <c:pt idx="32528">
                  <c:v>24.65</c:v>
                </c:pt>
                <c:pt idx="32529">
                  <c:v>24.65</c:v>
                </c:pt>
                <c:pt idx="32530">
                  <c:v>24.65</c:v>
                </c:pt>
                <c:pt idx="32531">
                  <c:v>24.65</c:v>
                </c:pt>
                <c:pt idx="32532">
                  <c:v>24.65</c:v>
                </c:pt>
                <c:pt idx="32533">
                  <c:v>24.65</c:v>
                </c:pt>
                <c:pt idx="32534">
                  <c:v>24.65</c:v>
                </c:pt>
                <c:pt idx="32535">
                  <c:v>24.65</c:v>
                </c:pt>
                <c:pt idx="32536">
                  <c:v>24.65</c:v>
                </c:pt>
                <c:pt idx="32537">
                  <c:v>24.65</c:v>
                </c:pt>
                <c:pt idx="32538">
                  <c:v>24.65</c:v>
                </c:pt>
                <c:pt idx="32539">
                  <c:v>24.65</c:v>
                </c:pt>
                <c:pt idx="32540">
                  <c:v>24.65</c:v>
                </c:pt>
                <c:pt idx="32541">
                  <c:v>24.65</c:v>
                </c:pt>
                <c:pt idx="32542">
                  <c:v>24.65</c:v>
                </c:pt>
                <c:pt idx="32543">
                  <c:v>24.65</c:v>
                </c:pt>
                <c:pt idx="32544">
                  <c:v>24.65</c:v>
                </c:pt>
                <c:pt idx="32545">
                  <c:v>24.65</c:v>
                </c:pt>
                <c:pt idx="32546">
                  <c:v>24.65</c:v>
                </c:pt>
                <c:pt idx="32547">
                  <c:v>24.65</c:v>
                </c:pt>
                <c:pt idx="32548">
                  <c:v>24.65</c:v>
                </c:pt>
                <c:pt idx="32549">
                  <c:v>24.65</c:v>
                </c:pt>
                <c:pt idx="32550">
                  <c:v>24.65</c:v>
                </c:pt>
                <c:pt idx="32551">
                  <c:v>24.65</c:v>
                </c:pt>
                <c:pt idx="32552">
                  <c:v>24.65</c:v>
                </c:pt>
                <c:pt idx="32553">
                  <c:v>24.65</c:v>
                </c:pt>
                <c:pt idx="32554">
                  <c:v>24.65</c:v>
                </c:pt>
                <c:pt idx="32555">
                  <c:v>24.65</c:v>
                </c:pt>
                <c:pt idx="32556">
                  <c:v>24.65</c:v>
                </c:pt>
                <c:pt idx="32557">
                  <c:v>24.65</c:v>
                </c:pt>
                <c:pt idx="32558">
                  <c:v>24.65</c:v>
                </c:pt>
                <c:pt idx="32559">
                  <c:v>24.65</c:v>
                </c:pt>
                <c:pt idx="32560">
                  <c:v>24.65</c:v>
                </c:pt>
                <c:pt idx="32561">
                  <c:v>24.65</c:v>
                </c:pt>
                <c:pt idx="32562">
                  <c:v>24.65</c:v>
                </c:pt>
                <c:pt idx="32563">
                  <c:v>24.65</c:v>
                </c:pt>
                <c:pt idx="32564">
                  <c:v>24.65</c:v>
                </c:pt>
                <c:pt idx="32565">
                  <c:v>24.65</c:v>
                </c:pt>
                <c:pt idx="32566">
                  <c:v>24.65</c:v>
                </c:pt>
                <c:pt idx="32567">
                  <c:v>24.65</c:v>
                </c:pt>
                <c:pt idx="32568">
                  <c:v>24.65</c:v>
                </c:pt>
                <c:pt idx="32569">
                  <c:v>24.65</c:v>
                </c:pt>
                <c:pt idx="32570">
                  <c:v>24.65</c:v>
                </c:pt>
                <c:pt idx="32571">
                  <c:v>24.65</c:v>
                </c:pt>
                <c:pt idx="32572">
                  <c:v>24.65</c:v>
                </c:pt>
                <c:pt idx="32573">
                  <c:v>24.65</c:v>
                </c:pt>
                <c:pt idx="32574">
                  <c:v>24.65</c:v>
                </c:pt>
                <c:pt idx="32575">
                  <c:v>24.65</c:v>
                </c:pt>
                <c:pt idx="32576">
                  <c:v>24.65</c:v>
                </c:pt>
                <c:pt idx="32577">
                  <c:v>24.65</c:v>
                </c:pt>
                <c:pt idx="32578">
                  <c:v>24.65</c:v>
                </c:pt>
                <c:pt idx="32579">
                  <c:v>24.65</c:v>
                </c:pt>
                <c:pt idx="32580">
                  <c:v>24.65</c:v>
                </c:pt>
                <c:pt idx="32581">
                  <c:v>24.65</c:v>
                </c:pt>
                <c:pt idx="32582">
                  <c:v>24.65</c:v>
                </c:pt>
                <c:pt idx="32583">
                  <c:v>24.65</c:v>
                </c:pt>
                <c:pt idx="32584">
                  <c:v>24.65</c:v>
                </c:pt>
                <c:pt idx="32585">
                  <c:v>24.65</c:v>
                </c:pt>
                <c:pt idx="32586">
                  <c:v>24.65</c:v>
                </c:pt>
                <c:pt idx="32587">
                  <c:v>24.65</c:v>
                </c:pt>
                <c:pt idx="32588">
                  <c:v>24.65</c:v>
                </c:pt>
                <c:pt idx="32589">
                  <c:v>24.65</c:v>
                </c:pt>
                <c:pt idx="32590">
                  <c:v>24.65</c:v>
                </c:pt>
                <c:pt idx="32591">
                  <c:v>24.65</c:v>
                </c:pt>
                <c:pt idx="32592">
                  <c:v>24.65</c:v>
                </c:pt>
                <c:pt idx="32593">
                  <c:v>24.65</c:v>
                </c:pt>
                <c:pt idx="32594">
                  <c:v>24.65</c:v>
                </c:pt>
                <c:pt idx="32595">
                  <c:v>24.65</c:v>
                </c:pt>
                <c:pt idx="32596">
                  <c:v>24.65</c:v>
                </c:pt>
                <c:pt idx="32597">
                  <c:v>24.65</c:v>
                </c:pt>
                <c:pt idx="32598">
                  <c:v>24.65</c:v>
                </c:pt>
                <c:pt idx="32599">
                  <c:v>24.65</c:v>
                </c:pt>
                <c:pt idx="32600">
                  <c:v>24.65</c:v>
                </c:pt>
                <c:pt idx="32601">
                  <c:v>24.65</c:v>
                </c:pt>
                <c:pt idx="32602">
                  <c:v>24.65</c:v>
                </c:pt>
                <c:pt idx="32603">
                  <c:v>24.65</c:v>
                </c:pt>
                <c:pt idx="32604">
                  <c:v>24.65</c:v>
                </c:pt>
                <c:pt idx="32605">
                  <c:v>24.65</c:v>
                </c:pt>
                <c:pt idx="32606">
                  <c:v>24.65</c:v>
                </c:pt>
                <c:pt idx="32607">
                  <c:v>24.65</c:v>
                </c:pt>
                <c:pt idx="32608">
                  <c:v>24.65</c:v>
                </c:pt>
                <c:pt idx="32609">
                  <c:v>24.65</c:v>
                </c:pt>
                <c:pt idx="32610">
                  <c:v>24.65</c:v>
                </c:pt>
                <c:pt idx="32611">
                  <c:v>24.65</c:v>
                </c:pt>
                <c:pt idx="32612">
                  <c:v>24.65</c:v>
                </c:pt>
                <c:pt idx="32613">
                  <c:v>24.65</c:v>
                </c:pt>
                <c:pt idx="32614">
                  <c:v>24.65</c:v>
                </c:pt>
                <c:pt idx="32615">
                  <c:v>24.65</c:v>
                </c:pt>
                <c:pt idx="32616">
                  <c:v>24.65</c:v>
                </c:pt>
                <c:pt idx="32617">
                  <c:v>24.65</c:v>
                </c:pt>
                <c:pt idx="32618">
                  <c:v>24.65</c:v>
                </c:pt>
                <c:pt idx="32619">
                  <c:v>24.65</c:v>
                </c:pt>
                <c:pt idx="32620">
                  <c:v>24.65</c:v>
                </c:pt>
                <c:pt idx="32621">
                  <c:v>24.65</c:v>
                </c:pt>
                <c:pt idx="32622">
                  <c:v>24.65</c:v>
                </c:pt>
                <c:pt idx="32623">
                  <c:v>24.65</c:v>
                </c:pt>
                <c:pt idx="32624">
                  <c:v>24.65</c:v>
                </c:pt>
                <c:pt idx="32625">
                  <c:v>24.65</c:v>
                </c:pt>
                <c:pt idx="32626">
                  <c:v>24.65</c:v>
                </c:pt>
                <c:pt idx="32627">
                  <c:v>24.65</c:v>
                </c:pt>
                <c:pt idx="32628">
                  <c:v>24.65</c:v>
                </c:pt>
                <c:pt idx="32629">
                  <c:v>24.65</c:v>
                </c:pt>
                <c:pt idx="32630">
                  <c:v>24.65</c:v>
                </c:pt>
                <c:pt idx="32631">
                  <c:v>24.65</c:v>
                </c:pt>
                <c:pt idx="32632">
                  <c:v>24.65</c:v>
                </c:pt>
                <c:pt idx="32633">
                  <c:v>24.65</c:v>
                </c:pt>
                <c:pt idx="32634">
                  <c:v>24.65</c:v>
                </c:pt>
                <c:pt idx="32635">
                  <c:v>24.65</c:v>
                </c:pt>
                <c:pt idx="32636">
                  <c:v>24.65</c:v>
                </c:pt>
                <c:pt idx="32637">
                  <c:v>24.65</c:v>
                </c:pt>
                <c:pt idx="32638">
                  <c:v>24.65</c:v>
                </c:pt>
                <c:pt idx="32639">
                  <c:v>24.65</c:v>
                </c:pt>
                <c:pt idx="32640">
                  <c:v>24.65</c:v>
                </c:pt>
                <c:pt idx="32641">
                  <c:v>24.65</c:v>
                </c:pt>
                <c:pt idx="32642">
                  <c:v>24.65</c:v>
                </c:pt>
                <c:pt idx="32643">
                  <c:v>24.65</c:v>
                </c:pt>
                <c:pt idx="32644">
                  <c:v>24.65</c:v>
                </c:pt>
                <c:pt idx="32645">
                  <c:v>24.65</c:v>
                </c:pt>
                <c:pt idx="32646">
                  <c:v>24.65</c:v>
                </c:pt>
                <c:pt idx="32647">
                  <c:v>24.65</c:v>
                </c:pt>
                <c:pt idx="32648">
                  <c:v>24.65</c:v>
                </c:pt>
                <c:pt idx="32649">
                  <c:v>24.65</c:v>
                </c:pt>
                <c:pt idx="32650">
                  <c:v>24.65</c:v>
                </c:pt>
                <c:pt idx="32651">
                  <c:v>24.65</c:v>
                </c:pt>
                <c:pt idx="32652">
                  <c:v>24.65</c:v>
                </c:pt>
                <c:pt idx="32653">
                  <c:v>24.65</c:v>
                </c:pt>
                <c:pt idx="32654">
                  <c:v>24.65</c:v>
                </c:pt>
                <c:pt idx="32655">
                  <c:v>24.65</c:v>
                </c:pt>
                <c:pt idx="32656">
                  <c:v>24.65</c:v>
                </c:pt>
                <c:pt idx="32657">
                  <c:v>24.65</c:v>
                </c:pt>
                <c:pt idx="32658">
                  <c:v>24.65</c:v>
                </c:pt>
                <c:pt idx="32659">
                  <c:v>24.65</c:v>
                </c:pt>
                <c:pt idx="32660">
                  <c:v>24.65</c:v>
                </c:pt>
                <c:pt idx="32661">
                  <c:v>24.65</c:v>
                </c:pt>
                <c:pt idx="32662">
                  <c:v>24.65</c:v>
                </c:pt>
                <c:pt idx="32663">
                  <c:v>24.65</c:v>
                </c:pt>
                <c:pt idx="32664">
                  <c:v>24.65</c:v>
                </c:pt>
                <c:pt idx="32665">
                  <c:v>24.65</c:v>
                </c:pt>
                <c:pt idx="32666">
                  <c:v>24.65</c:v>
                </c:pt>
                <c:pt idx="32667">
                  <c:v>24.65</c:v>
                </c:pt>
                <c:pt idx="32668">
                  <c:v>24.65</c:v>
                </c:pt>
                <c:pt idx="32669">
                  <c:v>24.65</c:v>
                </c:pt>
                <c:pt idx="32670">
                  <c:v>24.65</c:v>
                </c:pt>
                <c:pt idx="32671">
                  <c:v>24.65</c:v>
                </c:pt>
                <c:pt idx="32672">
                  <c:v>24.65</c:v>
                </c:pt>
                <c:pt idx="32673">
                  <c:v>24.65</c:v>
                </c:pt>
                <c:pt idx="32674">
                  <c:v>24.65</c:v>
                </c:pt>
                <c:pt idx="32675">
                  <c:v>24.65</c:v>
                </c:pt>
                <c:pt idx="32676">
                  <c:v>24.65</c:v>
                </c:pt>
                <c:pt idx="32677">
                  <c:v>24.65</c:v>
                </c:pt>
                <c:pt idx="32678">
                  <c:v>24.65</c:v>
                </c:pt>
                <c:pt idx="32679">
                  <c:v>24.65</c:v>
                </c:pt>
                <c:pt idx="32680">
                  <c:v>24.65</c:v>
                </c:pt>
                <c:pt idx="32681">
                  <c:v>24.65</c:v>
                </c:pt>
                <c:pt idx="32682">
                  <c:v>24.65</c:v>
                </c:pt>
                <c:pt idx="32683">
                  <c:v>24.65</c:v>
                </c:pt>
                <c:pt idx="32684">
                  <c:v>24.65</c:v>
                </c:pt>
                <c:pt idx="32685">
                  <c:v>24.65</c:v>
                </c:pt>
                <c:pt idx="32686">
                  <c:v>24.65</c:v>
                </c:pt>
                <c:pt idx="32687">
                  <c:v>24.65</c:v>
                </c:pt>
                <c:pt idx="32688">
                  <c:v>24.65</c:v>
                </c:pt>
                <c:pt idx="32689">
                  <c:v>24.65</c:v>
                </c:pt>
                <c:pt idx="32690">
                  <c:v>24.65</c:v>
                </c:pt>
                <c:pt idx="32691">
                  <c:v>24.65</c:v>
                </c:pt>
                <c:pt idx="32692">
                  <c:v>24.65</c:v>
                </c:pt>
                <c:pt idx="32693">
                  <c:v>24.65</c:v>
                </c:pt>
                <c:pt idx="32694">
                  <c:v>24.65</c:v>
                </c:pt>
                <c:pt idx="32695">
                  <c:v>24.65</c:v>
                </c:pt>
                <c:pt idx="32696">
                  <c:v>24.65</c:v>
                </c:pt>
                <c:pt idx="32697">
                  <c:v>24.65</c:v>
                </c:pt>
                <c:pt idx="32698">
                  <c:v>24.65</c:v>
                </c:pt>
                <c:pt idx="32699">
                  <c:v>24.65</c:v>
                </c:pt>
                <c:pt idx="32700">
                  <c:v>24.65</c:v>
                </c:pt>
                <c:pt idx="32701">
                  <c:v>24.65</c:v>
                </c:pt>
                <c:pt idx="32702">
                  <c:v>24.65</c:v>
                </c:pt>
                <c:pt idx="32703">
                  <c:v>24.65</c:v>
                </c:pt>
                <c:pt idx="32704">
                  <c:v>24.65</c:v>
                </c:pt>
                <c:pt idx="32705">
                  <c:v>24.65</c:v>
                </c:pt>
                <c:pt idx="32706">
                  <c:v>24.65</c:v>
                </c:pt>
                <c:pt idx="32707">
                  <c:v>24.65</c:v>
                </c:pt>
                <c:pt idx="32708">
                  <c:v>24.65</c:v>
                </c:pt>
                <c:pt idx="32709">
                  <c:v>24.65</c:v>
                </c:pt>
                <c:pt idx="32710">
                  <c:v>24.65</c:v>
                </c:pt>
                <c:pt idx="32711">
                  <c:v>24.65</c:v>
                </c:pt>
                <c:pt idx="32712">
                  <c:v>24.65</c:v>
                </c:pt>
                <c:pt idx="32713">
                  <c:v>24.65</c:v>
                </c:pt>
                <c:pt idx="32714">
                  <c:v>24.65</c:v>
                </c:pt>
                <c:pt idx="32715">
                  <c:v>24.65</c:v>
                </c:pt>
                <c:pt idx="32716">
                  <c:v>24.65</c:v>
                </c:pt>
                <c:pt idx="32717">
                  <c:v>24.65</c:v>
                </c:pt>
                <c:pt idx="32718">
                  <c:v>24.65</c:v>
                </c:pt>
                <c:pt idx="32719">
                  <c:v>24.65</c:v>
                </c:pt>
                <c:pt idx="32720">
                  <c:v>24.65</c:v>
                </c:pt>
                <c:pt idx="32721">
                  <c:v>24.65</c:v>
                </c:pt>
                <c:pt idx="32722">
                  <c:v>24.65</c:v>
                </c:pt>
                <c:pt idx="32723">
                  <c:v>24.65</c:v>
                </c:pt>
                <c:pt idx="32724">
                  <c:v>24.65</c:v>
                </c:pt>
                <c:pt idx="32725">
                  <c:v>24.65</c:v>
                </c:pt>
                <c:pt idx="32726">
                  <c:v>24.65</c:v>
                </c:pt>
                <c:pt idx="32727">
                  <c:v>24.65</c:v>
                </c:pt>
                <c:pt idx="32728">
                  <c:v>24.65</c:v>
                </c:pt>
                <c:pt idx="32729">
                  <c:v>24.65</c:v>
                </c:pt>
                <c:pt idx="32730">
                  <c:v>24.65</c:v>
                </c:pt>
                <c:pt idx="32731">
                  <c:v>24.65</c:v>
                </c:pt>
                <c:pt idx="32732">
                  <c:v>24.65</c:v>
                </c:pt>
                <c:pt idx="32733">
                  <c:v>24.65</c:v>
                </c:pt>
                <c:pt idx="32734">
                  <c:v>24.65</c:v>
                </c:pt>
                <c:pt idx="32735">
                  <c:v>24.65</c:v>
                </c:pt>
                <c:pt idx="32736">
                  <c:v>24.65</c:v>
                </c:pt>
                <c:pt idx="32737">
                  <c:v>24.65</c:v>
                </c:pt>
                <c:pt idx="32738">
                  <c:v>24.65</c:v>
                </c:pt>
                <c:pt idx="32739">
                  <c:v>24.65</c:v>
                </c:pt>
                <c:pt idx="32740">
                  <c:v>24.65</c:v>
                </c:pt>
                <c:pt idx="32741">
                  <c:v>24.65</c:v>
                </c:pt>
                <c:pt idx="32742">
                  <c:v>24.65</c:v>
                </c:pt>
                <c:pt idx="32743">
                  <c:v>24.65</c:v>
                </c:pt>
                <c:pt idx="32744">
                  <c:v>24.65</c:v>
                </c:pt>
                <c:pt idx="32745">
                  <c:v>24.65</c:v>
                </c:pt>
                <c:pt idx="32746">
                  <c:v>24.65</c:v>
                </c:pt>
                <c:pt idx="32747">
                  <c:v>24.65</c:v>
                </c:pt>
                <c:pt idx="32748">
                  <c:v>24.65</c:v>
                </c:pt>
                <c:pt idx="32749">
                  <c:v>24.65</c:v>
                </c:pt>
                <c:pt idx="32750">
                  <c:v>24.65</c:v>
                </c:pt>
                <c:pt idx="32751">
                  <c:v>24.65</c:v>
                </c:pt>
                <c:pt idx="32752">
                  <c:v>24.65</c:v>
                </c:pt>
                <c:pt idx="32753">
                  <c:v>24.65</c:v>
                </c:pt>
                <c:pt idx="32754">
                  <c:v>24.65</c:v>
                </c:pt>
                <c:pt idx="32755">
                  <c:v>24.65</c:v>
                </c:pt>
                <c:pt idx="32756">
                  <c:v>24.65</c:v>
                </c:pt>
                <c:pt idx="32757">
                  <c:v>24.65</c:v>
                </c:pt>
                <c:pt idx="32758">
                  <c:v>24.65</c:v>
                </c:pt>
                <c:pt idx="32759">
                  <c:v>24.65</c:v>
                </c:pt>
                <c:pt idx="32760">
                  <c:v>24.65</c:v>
                </c:pt>
                <c:pt idx="32761">
                  <c:v>24.65</c:v>
                </c:pt>
                <c:pt idx="32762">
                  <c:v>24.65</c:v>
                </c:pt>
                <c:pt idx="32763">
                  <c:v>24.65</c:v>
                </c:pt>
                <c:pt idx="32764">
                  <c:v>24.65</c:v>
                </c:pt>
                <c:pt idx="32765">
                  <c:v>24.65</c:v>
                </c:pt>
                <c:pt idx="32766">
                  <c:v>24.65</c:v>
                </c:pt>
                <c:pt idx="32767">
                  <c:v>24.65</c:v>
                </c:pt>
                <c:pt idx="32768">
                  <c:v>24.65</c:v>
                </c:pt>
                <c:pt idx="32769">
                  <c:v>24.65</c:v>
                </c:pt>
                <c:pt idx="32770">
                  <c:v>24.65</c:v>
                </c:pt>
                <c:pt idx="32771">
                  <c:v>24.65</c:v>
                </c:pt>
                <c:pt idx="32772">
                  <c:v>24.65</c:v>
                </c:pt>
                <c:pt idx="32773">
                  <c:v>24.65</c:v>
                </c:pt>
                <c:pt idx="32774">
                  <c:v>24.65</c:v>
                </c:pt>
                <c:pt idx="32775">
                  <c:v>24.65</c:v>
                </c:pt>
                <c:pt idx="32776">
                  <c:v>24.65</c:v>
                </c:pt>
                <c:pt idx="32777">
                  <c:v>24.65</c:v>
                </c:pt>
                <c:pt idx="32778">
                  <c:v>24.65</c:v>
                </c:pt>
                <c:pt idx="32779">
                  <c:v>24.65</c:v>
                </c:pt>
                <c:pt idx="32780">
                  <c:v>24.65</c:v>
                </c:pt>
                <c:pt idx="32781">
                  <c:v>24.65</c:v>
                </c:pt>
                <c:pt idx="32782">
                  <c:v>24.65</c:v>
                </c:pt>
                <c:pt idx="32783">
                  <c:v>24.65</c:v>
                </c:pt>
                <c:pt idx="32784">
                  <c:v>24.65</c:v>
                </c:pt>
                <c:pt idx="32785">
                  <c:v>24.65</c:v>
                </c:pt>
                <c:pt idx="32786">
                  <c:v>24.65</c:v>
                </c:pt>
                <c:pt idx="32787">
                  <c:v>24.65</c:v>
                </c:pt>
                <c:pt idx="32788">
                  <c:v>24.65</c:v>
                </c:pt>
                <c:pt idx="32789">
                  <c:v>24.65</c:v>
                </c:pt>
                <c:pt idx="32790">
                  <c:v>24.65</c:v>
                </c:pt>
                <c:pt idx="32791">
                  <c:v>24.65</c:v>
                </c:pt>
                <c:pt idx="32792">
                  <c:v>24.65</c:v>
                </c:pt>
                <c:pt idx="32793">
                  <c:v>24.65</c:v>
                </c:pt>
                <c:pt idx="32794">
                  <c:v>24.65</c:v>
                </c:pt>
                <c:pt idx="32795">
                  <c:v>24.65</c:v>
                </c:pt>
                <c:pt idx="32796">
                  <c:v>24.65</c:v>
                </c:pt>
                <c:pt idx="32797">
                  <c:v>24.65</c:v>
                </c:pt>
                <c:pt idx="32798">
                  <c:v>24.65</c:v>
                </c:pt>
                <c:pt idx="32799">
                  <c:v>24.65</c:v>
                </c:pt>
                <c:pt idx="32800">
                  <c:v>24.65</c:v>
                </c:pt>
                <c:pt idx="32801">
                  <c:v>24.65</c:v>
                </c:pt>
                <c:pt idx="32802">
                  <c:v>24.65</c:v>
                </c:pt>
                <c:pt idx="32803">
                  <c:v>24.65</c:v>
                </c:pt>
                <c:pt idx="32804">
                  <c:v>24.65</c:v>
                </c:pt>
                <c:pt idx="32805">
                  <c:v>24.65</c:v>
                </c:pt>
                <c:pt idx="32806">
                  <c:v>24.65</c:v>
                </c:pt>
                <c:pt idx="32807">
                  <c:v>24.65</c:v>
                </c:pt>
                <c:pt idx="32808">
                  <c:v>24.65</c:v>
                </c:pt>
                <c:pt idx="32809">
                  <c:v>24.65</c:v>
                </c:pt>
                <c:pt idx="32810">
                  <c:v>24.65</c:v>
                </c:pt>
                <c:pt idx="32811">
                  <c:v>24.65</c:v>
                </c:pt>
                <c:pt idx="32812">
                  <c:v>24.65</c:v>
                </c:pt>
                <c:pt idx="32813">
                  <c:v>24.65</c:v>
                </c:pt>
                <c:pt idx="32814">
                  <c:v>24.65</c:v>
                </c:pt>
                <c:pt idx="32815">
                  <c:v>24.65</c:v>
                </c:pt>
                <c:pt idx="32816">
                  <c:v>24.65</c:v>
                </c:pt>
                <c:pt idx="32817">
                  <c:v>24.65</c:v>
                </c:pt>
                <c:pt idx="32818">
                  <c:v>24.65</c:v>
                </c:pt>
                <c:pt idx="32819">
                  <c:v>24.65</c:v>
                </c:pt>
                <c:pt idx="32820">
                  <c:v>24.65</c:v>
                </c:pt>
                <c:pt idx="32821">
                  <c:v>24.65</c:v>
                </c:pt>
                <c:pt idx="32822">
                  <c:v>24.65</c:v>
                </c:pt>
                <c:pt idx="32823">
                  <c:v>24.65</c:v>
                </c:pt>
                <c:pt idx="32824">
                  <c:v>24.65</c:v>
                </c:pt>
                <c:pt idx="32825">
                  <c:v>24.65</c:v>
                </c:pt>
                <c:pt idx="32826">
                  <c:v>24.65</c:v>
                </c:pt>
                <c:pt idx="32827">
                  <c:v>24.65</c:v>
                </c:pt>
                <c:pt idx="32828">
                  <c:v>24.65</c:v>
                </c:pt>
                <c:pt idx="32829">
                  <c:v>24.65</c:v>
                </c:pt>
                <c:pt idx="32830">
                  <c:v>24.65</c:v>
                </c:pt>
                <c:pt idx="32831">
                  <c:v>24.65</c:v>
                </c:pt>
                <c:pt idx="32832">
                  <c:v>24.65</c:v>
                </c:pt>
                <c:pt idx="32833">
                  <c:v>24.65</c:v>
                </c:pt>
                <c:pt idx="32834">
                  <c:v>24.65</c:v>
                </c:pt>
                <c:pt idx="32835">
                  <c:v>24.65</c:v>
                </c:pt>
                <c:pt idx="32836">
                  <c:v>24.65</c:v>
                </c:pt>
                <c:pt idx="32837">
                  <c:v>24.65</c:v>
                </c:pt>
                <c:pt idx="32838">
                  <c:v>24.65</c:v>
                </c:pt>
                <c:pt idx="32839">
                  <c:v>24.65</c:v>
                </c:pt>
                <c:pt idx="32840">
                  <c:v>24.65</c:v>
                </c:pt>
                <c:pt idx="32841">
                  <c:v>24.65</c:v>
                </c:pt>
                <c:pt idx="32842">
                  <c:v>24.65</c:v>
                </c:pt>
                <c:pt idx="32843">
                  <c:v>24.65</c:v>
                </c:pt>
                <c:pt idx="32844">
                  <c:v>24.65</c:v>
                </c:pt>
                <c:pt idx="32845">
                  <c:v>24.65</c:v>
                </c:pt>
                <c:pt idx="32846">
                  <c:v>24.65</c:v>
                </c:pt>
                <c:pt idx="32847">
                  <c:v>24.65</c:v>
                </c:pt>
                <c:pt idx="32848">
                  <c:v>24.65</c:v>
                </c:pt>
                <c:pt idx="32849">
                  <c:v>24.65</c:v>
                </c:pt>
                <c:pt idx="32850">
                  <c:v>24.65</c:v>
                </c:pt>
                <c:pt idx="32851">
                  <c:v>24.65</c:v>
                </c:pt>
                <c:pt idx="32852">
                  <c:v>24.65</c:v>
                </c:pt>
                <c:pt idx="32853">
                  <c:v>24.65</c:v>
                </c:pt>
                <c:pt idx="32854">
                  <c:v>24.65</c:v>
                </c:pt>
                <c:pt idx="32855">
                  <c:v>24.65</c:v>
                </c:pt>
                <c:pt idx="32856">
                  <c:v>24.65</c:v>
                </c:pt>
                <c:pt idx="32857">
                  <c:v>24.65</c:v>
                </c:pt>
                <c:pt idx="32858">
                  <c:v>24.65</c:v>
                </c:pt>
                <c:pt idx="32859">
                  <c:v>24.65</c:v>
                </c:pt>
                <c:pt idx="32860">
                  <c:v>24.65</c:v>
                </c:pt>
                <c:pt idx="32861">
                  <c:v>24.65</c:v>
                </c:pt>
                <c:pt idx="32862">
                  <c:v>24.65</c:v>
                </c:pt>
                <c:pt idx="32863">
                  <c:v>24.65</c:v>
                </c:pt>
                <c:pt idx="32864">
                  <c:v>24.65</c:v>
                </c:pt>
                <c:pt idx="32865">
                  <c:v>24.65</c:v>
                </c:pt>
                <c:pt idx="32866">
                  <c:v>24.65</c:v>
                </c:pt>
                <c:pt idx="32867">
                  <c:v>24.65</c:v>
                </c:pt>
                <c:pt idx="32868">
                  <c:v>24.65</c:v>
                </c:pt>
                <c:pt idx="32869">
                  <c:v>24.65</c:v>
                </c:pt>
                <c:pt idx="32870">
                  <c:v>24.65</c:v>
                </c:pt>
                <c:pt idx="32871">
                  <c:v>24.65</c:v>
                </c:pt>
                <c:pt idx="32872">
                  <c:v>24.65</c:v>
                </c:pt>
                <c:pt idx="32873">
                  <c:v>24.65</c:v>
                </c:pt>
                <c:pt idx="32874">
                  <c:v>24.65</c:v>
                </c:pt>
                <c:pt idx="32875">
                  <c:v>24.65</c:v>
                </c:pt>
                <c:pt idx="32876">
                  <c:v>24.65</c:v>
                </c:pt>
                <c:pt idx="32877">
                  <c:v>24.65</c:v>
                </c:pt>
                <c:pt idx="32878">
                  <c:v>24.65</c:v>
                </c:pt>
                <c:pt idx="32879">
                  <c:v>24.65</c:v>
                </c:pt>
                <c:pt idx="32880">
                  <c:v>24.65</c:v>
                </c:pt>
                <c:pt idx="32881">
                  <c:v>24.65</c:v>
                </c:pt>
                <c:pt idx="32882">
                  <c:v>24.65</c:v>
                </c:pt>
                <c:pt idx="32883">
                  <c:v>24.65</c:v>
                </c:pt>
                <c:pt idx="32884">
                  <c:v>24.65</c:v>
                </c:pt>
                <c:pt idx="32885">
                  <c:v>24.65</c:v>
                </c:pt>
                <c:pt idx="32886">
                  <c:v>24.65</c:v>
                </c:pt>
                <c:pt idx="32887">
                  <c:v>24.65</c:v>
                </c:pt>
                <c:pt idx="32888">
                  <c:v>24.65</c:v>
                </c:pt>
                <c:pt idx="32889">
                  <c:v>24.65</c:v>
                </c:pt>
                <c:pt idx="32890">
                  <c:v>24.65</c:v>
                </c:pt>
                <c:pt idx="32891">
                  <c:v>24.65</c:v>
                </c:pt>
                <c:pt idx="32892">
                  <c:v>24.65</c:v>
                </c:pt>
                <c:pt idx="32893">
                  <c:v>24.65</c:v>
                </c:pt>
                <c:pt idx="32894">
                  <c:v>24.65</c:v>
                </c:pt>
                <c:pt idx="32895">
                  <c:v>24.65</c:v>
                </c:pt>
                <c:pt idx="32896">
                  <c:v>24.65</c:v>
                </c:pt>
                <c:pt idx="32897">
                  <c:v>24.65</c:v>
                </c:pt>
                <c:pt idx="32898">
                  <c:v>24.65</c:v>
                </c:pt>
                <c:pt idx="32899">
                  <c:v>24.65</c:v>
                </c:pt>
                <c:pt idx="32900">
                  <c:v>24.65</c:v>
                </c:pt>
                <c:pt idx="32901">
                  <c:v>24.65</c:v>
                </c:pt>
                <c:pt idx="32902">
                  <c:v>24.65</c:v>
                </c:pt>
                <c:pt idx="32903">
                  <c:v>24.65</c:v>
                </c:pt>
                <c:pt idx="32904">
                  <c:v>24.65</c:v>
                </c:pt>
                <c:pt idx="32905">
                  <c:v>24.65</c:v>
                </c:pt>
                <c:pt idx="32906">
                  <c:v>24.65</c:v>
                </c:pt>
                <c:pt idx="32907">
                  <c:v>24.65</c:v>
                </c:pt>
                <c:pt idx="32908">
                  <c:v>24.65</c:v>
                </c:pt>
                <c:pt idx="32909">
                  <c:v>24.65</c:v>
                </c:pt>
                <c:pt idx="32910">
                  <c:v>24.65</c:v>
                </c:pt>
                <c:pt idx="32911">
                  <c:v>24.65</c:v>
                </c:pt>
                <c:pt idx="32912">
                  <c:v>24.65</c:v>
                </c:pt>
                <c:pt idx="32913">
                  <c:v>24.65</c:v>
                </c:pt>
                <c:pt idx="32914">
                  <c:v>24.65</c:v>
                </c:pt>
                <c:pt idx="32915">
                  <c:v>24.65</c:v>
                </c:pt>
                <c:pt idx="32916">
                  <c:v>24.65</c:v>
                </c:pt>
                <c:pt idx="32917">
                  <c:v>24.65</c:v>
                </c:pt>
                <c:pt idx="32918">
                  <c:v>24.65</c:v>
                </c:pt>
                <c:pt idx="32919">
                  <c:v>24.65</c:v>
                </c:pt>
                <c:pt idx="32920">
                  <c:v>24.65</c:v>
                </c:pt>
                <c:pt idx="32921">
                  <c:v>24.65</c:v>
                </c:pt>
                <c:pt idx="32922">
                  <c:v>24.65</c:v>
                </c:pt>
                <c:pt idx="32923">
                  <c:v>24.65</c:v>
                </c:pt>
                <c:pt idx="32924">
                  <c:v>24.65</c:v>
                </c:pt>
                <c:pt idx="32925">
                  <c:v>24.65</c:v>
                </c:pt>
                <c:pt idx="32926">
                  <c:v>24.65</c:v>
                </c:pt>
                <c:pt idx="32927">
                  <c:v>24.65</c:v>
                </c:pt>
                <c:pt idx="32928">
                  <c:v>24.65</c:v>
                </c:pt>
                <c:pt idx="32929">
                  <c:v>24.65</c:v>
                </c:pt>
                <c:pt idx="32930">
                  <c:v>24.65</c:v>
                </c:pt>
                <c:pt idx="32931">
                  <c:v>24.65</c:v>
                </c:pt>
                <c:pt idx="32932">
                  <c:v>24.65</c:v>
                </c:pt>
                <c:pt idx="32933">
                  <c:v>24.65</c:v>
                </c:pt>
                <c:pt idx="32934">
                  <c:v>24.65</c:v>
                </c:pt>
                <c:pt idx="32935">
                  <c:v>24.65</c:v>
                </c:pt>
                <c:pt idx="32936">
                  <c:v>24.65</c:v>
                </c:pt>
                <c:pt idx="32937">
                  <c:v>24.65</c:v>
                </c:pt>
                <c:pt idx="32938">
                  <c:v>24.65</c:v>
                </c:pt>
                <c:pt idx="32939">
                  <c:v>24.65</c:v>
                </c:pt>
                <c:pt idx="32940">
                  <c:v>24.65</c:v>
                </c:pt>
                <c:pt idx="32941">
                  <c:v>24.65</c:v>
                </c:pt>
                <c:pt idx="32942">
                  <c:v>24.65</c:v>
                </c:pt>
                <c:pt idx="32943">
                  <c:v>24.65</c:v>
                </c:pt>
                <c:pt idx="32944">
                  <c:v>24.65</c:v>
                </c:pt>
                <c:pt idx="32945">
                  <c:v>24.65</c:v>
                </c:pt>
                <c:pt idx="32946">
                  <c:v>24.65</c:v>
                </c:pt>
                <c:pt idx="32947">
                  <c:v>24.65</c:v>
                </c:pt>
                <c:pt idx="32948">
                  <c:v>24.65</c:v>
                </c:pt>
                <c:pt idx="32949">
                  <c:v>24.65</c:v>
                </c:pt>
                <c:pt idx="32950">
                  <c:v>24.65</c:v>
                </c:pt>
                <c:pt idx="32951">
                  <c:v>24.65</c:v>
                </c:pt>
                <c:pt idx="32952">
                  <c:v>24.65</c:v>
                </c:pt>
                <c:pt idx="32953">
                  <c:v>24.65</c:v>
                </c:pt>
                <c:pt idx="32954">
                  <c:v>24.65</c:v>
                </c:pt>
                <c:pt idx="32955">
                  <c:v>24.65</c:v>
                </c:pt>
                <c:pt idx="32956">
                  <c:v>24.65</c:v>
                </c:pt>
                <c:pt idx="32957">
                  <c:v>24.65</c:v>
                </c:pt>
                <c:pt idx="32958">
                  <c:v>24.6</c:v>
                </c:pt>
                <c:pt idx="32959">
                  <c:v>24.6</c:v>
                </c:pt>
                <c:pt idx="32960">
                  <c:v>24.6</c:v>
                </c:pt>
                <c:pt idx="32961">
                  <c:v>24.6</c:v>
                </c:pt>
                <c:pt idx="32962">
                  <c:v>24.65</c:v>
                </c:pt>
                <c:pt idx="32963">
                  <c:v>24.65</c:v>
                </c:pt>
                <c:pt idx="32964">
                  <c:v>24.65</c:v>
                </c:pt>
                <c:pt idx="32965">
                  <c:v>24.65</c:v>
                </c:pt>
                <c:pt idx="32966">
                  <c:v>24.65</c:v>
                </c:pt>
                <c:pt idx="32967">
                  <c:v>24.65</c:v>
                </c:pt>
                <c:pt idx="32968">
                  <c:v>24.65</c:v>
                </c:pt>
                <c:pt idx="32969">
                  <c:v>24.65</c:v>
                </c:pt>
                <c:pt idx="32970">
                  <c:v>24.65</c:v>
                </c:pt>
                <c:pt idx="32971">
                  <c:v>24.65</c:v>
                </c:pt>
                <c:pt idx="32972">
                  <c:v>24.65</c:v>
                </c:pt>
                <c:pt idx="32973">
                  <c:v>24.65</c:v>
                </c:pt>
                <c:pt idx="32974">
                  <c:v>24.65</c:v>
                </c:pt>
                <c:pt idx="32975">
                  <c:v>24.65</c:v>
                </c:pt>
                <c:pt idx="32976">
                  <c:v>24.65</c:v>
                </c:pt>
                <c:pt idx="32977">
                  <c:v>24.65</c:v>
                </c:pt>
                <c:pt idx="32978">
                  <c:v>24.65</c:v>
                </c:pt>
                <c:pt idx="32979">
                  <c:v>24.65</c:v>
                </c:pt>
                <c:pt idx="32980">
                  <c:v>24.65</c:v>
                </c:pt>
                <c:pt idx="32981">
                  <c:v>24.65</c:v>
                </c:pt>
                <c:pt idx="32982">
                  <c:v>24.65</c:v>
                </c:pt>
                <c:pt idx="32983">
                  <c:v>24.65</c:v>
                </c:pt>
                <c:pt idx="32984">
                  <c:v>24.65</c:v>
                </c:pt>
                <c:pt idx="32985">
                  <c:v>24.65</c:v>
                </c:pt>
                <c:pt idx="32986">
                  <c:v>24.65</c:v>
                </c:pt>
                <c:pt idx="32987">
                  <c:v>24.65</c:v>
                </c:pt>
                <c:pt idx="32988">
                  <c:v>24.65</c:v>
                </c:pt>
                <c:pt idx="32989">
                  <c:v>24.65</c:v>
                </c:pt>
                <c:pt idx="32990">
                  <c:v>24.65</c:v>
                </c:pt>
                <c:pt idx="32991">
                  <c:v>24.65</c:v>
                </c:pt>
                <c:pt idx="32992">
                  <c:v>24.65</c:v>
                </c:pt>
                <c:pt idx="32993">
                  <c:v>24.65</c:v>
                </c:pt>
                <c:pt idx="32994">
                  <c:v>24.65</c:v>
                </c:pt>
                <c:pt idx="32995">
                  <c:v>24.65</c:v>
                </c:pt>
                <c:pt idx="32996">
                  <c:v>24.65</c:v>
                </c:pt>
                <c:pt idx="32997">
                  <c:v>24.65</c:v>
                </c:pt>
                <c:pt idx="32998">
                  <c:v>24.65</c:v>
                </c:pt>
                <c:pt idx="32999">
                  <c:v>24.65</c:v>
                </c:pt>
                <c:pt idx="33000">
                  <c:v>24.65</c:v>
                </c:pt>
                <c:pt idx="33001">
                  <c:v>24.65</c:v>
                </c:pt>
                <c:pt idx="33002">
                  <c:v>24.6</c:v>
                </c:pt>
                <c:pt idx="33003">
                  <c:v>24.6</c:v>
                </c:pt>
                <c:pt idx="33004">
                  <c:v>24.65</c:v>
                </c:pt>
                <c:pt idx="33005">
                  <c:v>24.6</c:v>
                </c:pt>
                <c:pt idx="33006">
                  <c:v>24.65</c:v>
                </c:pt>
                <c:pt idx="33007">
                  <c:v>24.65</c:v>
                </c:pt>
                <c:pt idx="33008">
                  <c:v>24.65</c:v>
                </c:pt>
                <c:pt idx="33009">
                  <c:v>24.65</c:v>
                </c:pt>
                <c:pt idx="33010">
                  <c:v>24.65</c:v>
                </c:pt>
                <c:pt idx="33011">
                  <c:v>24.6</c:v>
                </c:pt>
                <c:pt idx="33012">
                  <c:v>24.65</c:v>
                </c:pt>
                <c:pt idx="33013">
                  <c:v>24.65</c:v>
                </c:pt>
                <c:pt idx="33014">
                  <c:v>24.65</c:v>
                </c:pt>
                <c:pt idx="33015">
                  <c:v>24.65</c:v>
                </c:pt>
                <c:pt idx="33016">
                  <c:v>24.65</c:v>
                </c:pt>
                <c:pt idx="33017">
                  <c:v>24.65</c:v>
                </c:pt>
                <c:pt idx="33018">
                  <c:v>24.65</c:v>
                </c:pt>
                <c:pt idx="33019">
                  <c:v>24.65</c:v>
                </c:pt>
                <c:pt idx="33020">
                  <c:v>24.65</c:v>
                </c:pt>
                <c:pt idx="33021">
                  <c:v>24.65</c:v>
                </c:pt>
                <c:pt idx="33022">
                  <c:v>24.65</c:v>
                </c:pt>
                <c:pt idx="33023">
                  <c:v>24.65</c:v>
                </c:pt>
                <c:pt idx="33024">
                  <c:v>24.65</c:v>
                </c:pt>
                <c:pt idx="33025">
                  <c:v>24.65</c:v>
                </c:pt>
                <c:pt idx="33026">
                  <c:v>24.65</c:v>
                </c:pt>
                <c:pt idx="33027">
                  <c:v>24.65</c:v>
                </c:pt>
                <c:pt idx="33028">
                  <c:v>24.65</c:v>
                </c:pt>
                <c:pt idx="33029">
                  <c:v>24.65</c:v>
                </c:pt>
                <c:pt idx="33030">
                  <c:v>24.65</c:v>
                </c:pt>
                <c:pt idx="33031">
                  <c:v>24.65</c:v>
                </c:pt>
                <c:pt idx="33032">
                  <c:v>24.65</c:v>
                </c:pt>
                <c:pt idx="33033">
                  <c:v>24.6</c:v>
                </c:pt>
                <c:pt idx="33034">
                  <c:v>24.65</c:v>
                </c:pt>
                <c:pt idx="33035">
                  <c:v>24.6</c:v>
                </c:pt>
                <c:pt idx="33036">
                  <c:v>24.6</c:v>
                </c:pt>
                <c:pt idx="33037">
                  <c:v>24.6</c:v>
                </c:pt>
                <c:pt idx="33038">
                  <c:v>24.6</c:v>
                </c:pt>
                <c:pt idx="33039">
                  <c:v>24.65</c:v>
                </c:pt>
                <c:pt idx="33040">
                  <c:v>24.6</c:v>
                </c:pt>
                <c:pt idx="33041">
                  <c:v>24.6</c:v>
                </c:pt>
                <c:pt idx="33042">
                  <c:v>24.6</c:v>
                </c:pt>
                <c:pt idx="33043">
                  <c:v>24.6</c:v>
                </c:pt>
                <c:pt idx="33044">
                  <c:v>24.65</c:v>
                </c:pt>
                <c:pt idx="33045">
                  <c:v>24.65</c:v>
                </c:pt>
                <c:pt idx="33046">
                  <c:v>24.6</c:v>
                </c:pt>
                <c:pt idx="33047">
                  <c:v>24.6</c:v>
                </c:pt>
                <c:pt idx="33048">
                  <c:v>24.65</c:v>
                </c:pt>
                <c:pt idx="33049">
                  <c:v>24.6</c:v>
                </c:pt>
                <c:pt idx="33050">
                  <c:v>24.65</c:v>
                </c:pt>
                <c:pt idx="33051">
                  <c:v>24.65</c:v>
                </c:pt>
                <c:pt idx="33052">
                  <c:v>24.6</c:v>
                </c:pt>
                <c:pt idx="33053">
                  <c:v>24.6</c:v>
                </c:pt>
                <c:pt idx="33054">
                  <c:v>24.6</c:v>
                </c:pt>
                <c:pt idx="33055">
                  <c:v>24.6</c:v>
                </c:pt>
                <c:pt idx="33056">
                  <c:v>24.6</c:v>
                </c:pt>
                <c:pt idx="33057">
                  <c:v>24.65</c:v>
                </c:pt>
                <c:pt idx="33058">
                  <c:v>24.65</c:v>
                </c:pt>
                <c:pt idx="33059">
                  <c:v>24.6</c:v>
                </c:pt>
                <c:pt idx="33060">
                  <c:v>24.65</c:v>
                </c:pt>
                <c:pt idx="33061">
                  <c:v>24.65</c:v>
                </c:pt>
                <c:pt idx="33062">
                  <c:v>24.65</c:v>
                </c:pt>
                <c:pt idx="33063">
                  <c:v>24.6</c:v>
                </c:pt>
                <c:pt idx="33064">
                  <c:v>24.65</c:v>
                </c:pt>
                <c:pt idx="33065">
                  <c:v>24.65</c:v>
                </c:pt>
                <c:pt idx="33066">
                  <c:v>24.65</c:v>
                </c:pt>
                <c:pt idx="33067">
                  <c:v>24.65</c:v>
                </c:pt>
                <c:pt idx="33068">
                  <c:v>24.65</c:v>
                </c:pt>
                <c:pt idx="33069">
                  <c:v>24.65</c:v>
                </c:pt>
                <c:pt idx="33070">
                  <c:v>24.65</c:v>
                </c:pt>
                <c:pt idx="33071">
                  <c:v>24.65</c:v>
                </c:pt>
                <c:pt idx="33072">
                  <c:v>24.65</c:v>
                </c:pt>
                <c:pt idx="33073">
                  <c:v>24.65</c:v>
                </c:pt>
                <c:pt idx="33074">
                  <c:v>24.65</c:v>
                </c:pt>
                <c:pt idx="33075">
                  <c:v>24.6</c:v>
                </c:pt>
                <c:pt idx="33076">
                  <c:v>24.6</c:v>
                </c:pt>
                <c:pt idx="33077">
                  <c:v>24.6</c:v>
                </c:pt>
                <c:pt idx="33078">
                  <c:v>24.6</c:v>
                </c:pt>
                <c:pt idx="33079">
                  <c:v>24.6</c:v>
                </c:pt>
                <c:pt idx="33080">
                  <c:v>24.6</c:v>
                </c:pt>
                <c:pt idx="33081">
                  <c:v>24.6</c:v>
                </c:pt>
                <c:pt idx="33082">
                  <c:v>24.6</c:v>
                </c:pt>
                <c:pt idx="33083">
                  <c:v>24.6</c:v>
                </c:pt>
                <c:pt idx="33084">
                  <c:v>24.6</c:v>
                </c:pt>
                <c:pt idx="33085">
                  <c:v>24.6</c:v>
                </c:pt>
                <c:pt idx="33086">
                  <c:v>24.65</c:v>
                </c:pt>
                <c:pt idx="33087">
                  <c:v>24.65</c:v>
                </c:pt>
                <c:pt idx="33088">
                  <c:v>24.6</c:v>
                </c:pt>
                <c:pt idx="33089">
                  <c:v>24.65</c:v>
                </c:pt>
                <c:pt idx="33090">
                  <c:v>24.65</c:v>
                </c:pt>
                <c:pt idx="33091">
                  <c:v>24.65</c:v>
                </c:pt>
                <c:pt idx="33092">
                  <c:v>24.65</c:v>
                </c:pt>
                <c:pt idx="33093">
                  <c:v>24.65</c:v>
                </c:pt>
                <c:pt idx="33094">
                  <c:v>24.65</c:v>
                </c:pt>
                <c:pt idx="33095">
                  <c:v>24.65</c:v>
                </c:pt>
                <c:pt idx="33096">
                  <c:v>24.65</c:v>
                </c:pt>
                <c:pt idx="33097">
                  <c:v>24.65</c:v>
                </c:pt>
                <c:pt idx="33098">
                  <c:v>24.65</c:v>
                </c:pt>
                <c:pt idx="33099">
                  <c:v>24.65</c:v>
                </c:pt>
                <c:pt idx="33100">
                  <c:v>24.65</c:v>
                </c:pt>
                <c:pt idx="33101">
                  <c:v>24.65</c:v>
                </c:pt>
                <c:pt idx="33102">
                  <c:v>24.65</c:v>
                </c:pt>
                <c:pt idx="33103">
                  <c:v>24.65</c:v>
                </c:pt>
                <c:pt idx="33104">
                  <c:v>24.65</c:v>
                </c:pt>
                <c:pt idx="33105">
                  <c:v>24.65</c:v>
                </c:pt>
                <c:pt idx="33106">
                  <c:v>24.6</c:v>
                </c:pt>
                <c:pt idx="33107">
                  <c:v>24.6</c:v>
                </c:pt>
                <c:pt idx="33108">
                  <c:v>24.6</c:v>
                </c:pt>
                <c:pt idx="33109">
                  <c:v>24.6</c:v>
                </c:pt>
                <c:pt idx="33110">
                  <c:v>24.6</c:v>
                </c:pt>
                <c:pt idx="33111">
                  <c:v>24.65</c:v>
                </c:pt>
                <c:pt idx="33112">
                  <c:v>24.65</c:v>
                </c:pt>
                <c:pt idx="33113">
                  <c:v>24.6</c:v>
                </c:pt>
                <c:pt idx="33114">
                  <c:v>24.6</c:v>
                </c:pt>
                <c:pt idx="33115">
                  <c:v>24.6</c:v>
                </c:pt>
                <c:pt idx="33116">
                  <c:v>24.6</c:v>
                </c:pt>
                <c:pt idx="33117">
                  <c:v>24.65</c:v>
                </c:pt>
                <c:pt idx="33118">
                  <c:v>24.6</c:v>
                </c:pt>
                <c:pt idx="33119">
                  <c:v>24.65</c:v>
                </c:pt>
                <c:pt idx="33120">
                  <c:v>24.6</c:v>
                </c:pt>
                <c:pt idx="33121">
                  <c:v>24.6</c:v>
                </c:pt>
                <c:pt idx="33122">
                  <c:v>24.6</c:v>
                </c:pt>
                <c:pt idx="33123">
                  <c:v>24.65</c:v>
                </c:pt>
                <c:pt idx="33124">
                  <c:v>24.65</c:v>
                </c:pt>
                <c:pt idx="33125">
                  <c:v>24.65</c:v>
                </c:pt>
                <c:pt idx="33126">
                  <c:v>24.65</c:v>
                </c:pt>
                <c:pt idx="33127">
                  <c:v>24.65</c:v>
                </c:pt>
                <c:pt idx="33128">
                  <c:v>24.65</c:v>
                </c:pt>
                <c:pt idx="33129">
                  <c:v>24.65</c:v>
                </c:pt>
                <c:pt idx="33130">
                  <c:v>24.65</c:v>
                </c:pt>
                <c:pt idx="33131">
                  <c:v>24.65</c:v>
                </c:pt>
                <c:pt idx="33132">
                  <c:v>24.65</c:v>
                </c:pt>
                <c:pt idx="33133">
                  <c:v>24.65</c:v>
                </c:pt>
                <c:pt idx="33134">
                  <c:v>24.65</c:v>
                </c:pt>
                <c:pt idx="33135">
                  <c:v>24.65</c:v>
                </c:pt>
                <c:pt idx="33136">
                  <c:v>24.6</c:v>
                </c:pt>
                <c:pt idx="33137">
                  <c:v>24.6</c:v>
                </c:pt>
                <c:pt idx="33138">
                  <c:v>24.6</c:v>
                </c:pt>
                <c:pt idx="33139">
                  <c:v>24.6</c:v>
                </c:pt>
                <c:pt idx="33140">
                  <c:v>24.6</c:v>
                </c:pt>
                <c:pt idx="33141">
                  <c:v>24.6</c:v>
                </c:pt>
                <c:pt idx="33142">
                  <c:v>24.6</c:v>
                </c:pt>
                <c:pt idx="33143">
                  <c:v>24.6</c:v>
                </c:pt>
                <c:pt idx="33144">
                  <c:v>24.6</c:v>
                </c:pt>
                <c:pt idx="33145">
                  <c:v>24.6</c:v>
                </c:pt>
                <c:pt idx="33146">
                  <c:v>24.6</c:v>
                </c:pt>
                <c:pt idx="33147">
                  <c:v>24.6</c:v>
                </c:pt>
                <c:pt idx="33148">
                  <c:v>24.6</c:v>
                </c:pt>
                <c:pt idx="33149">
                  <c:v>24.65</c:v>
                </c:pt>
                <c:pt idx="33150">
                  <c:v>24.6</c:v>
                </c:pt>
                <c:pt idx="33151">
                  <c:v>24.65</c:v>
                </c:pt>
                <c:pt idx="33152">
                  <c:v>24.65</c:v>
                </c:pt>
                <c:pt idx="33153">
                  <c:v>24.65</c:v>
                </c:pt>
                <c:pt idx="33154">
                  <c:v>24.65</c:v>
                </c:pt>
                <c:pt idx="33155">
                  <c:v>24.65</c:v>
                </c:pt>
                <c:pt idx="33156">
                  <c:v>24.65</c:v>
                </c:pt>
                <c:pt idx="33157">
                  <c:v>24.65</c:v>
                </c:pt>
                <c:pt idx="33158">
                  <c:v>24.65</c:v>
                </c:pt>
                <c:pt idx="33159">
                  <c:v>24.65</c:v>
                </c:pt>
                <c:pt idx="33160">
                  <c:v>24.65</c:v>
                </c:pt>
                <c:pt idx="33161">
                  <c:v>24.65</c:v>
                </c:pt>
                <c:pt idx="33162">
                  <c:v>24.65</c:v>
                </c:pt>
                <c:pt idx="33163">
                  <c:v>24.65</c:v>
                </c:pt>
                <c:pt idx="33164">
                  <c:v>24.65</c:v>
                </c:pt>
                <c:pt idx="33165">
                  <c:v>24.65</c:v>
                </c:pt>
                <c:pt idx="33166">
                  <c:v>24.65</c:v>
                </c:pt>
                <c:pt idx="33167">
                  <c:v>24.65</c:v>
                </c:pt>
                <c:pt idx="33168">
                  <c:v>24.65</c:v>
                </c:pt>
                <c:pt idx="33169">
                  <c:v>24.65</c:v>
                </c:pt>
                <c:pt idx="33170">
                  <c:v>24.65</c:v>
                </c:pt>
                <c:pt idx="33171">
                  <c:v>24.65</c:v>
                </c:pt>
                <c:pt idx="33172">
                  <c:v>24.65</c:v>
                </c:pt>
                <c:pt idx="33173">
                  <c:v>24.65</c:v>
                </c:pt>
                <c:pt idx="33174">
                  <c:v>24.65</c:v>
                </c:pt>
                <c:pt idx="33175">
                  <c:v>24.65</c:v>
                </c:pt>
                <c:pt idx="33176">
                  <c:v>24.65</c:v>
                </c:pt>
                <c:pt idx="33177">
                  <c:v>24.6</c:v>
                </c:pt>
                <c:pt idx="33178">
                  <c:v>24.65</c:v>
                </c:pt>
                <c:pt idx="33179">
                  <c:v>24.65</c:v>
                </c:pt>
                <c:pt idx="33180">
                  <c:v>24.65</c:v>
                </c:pt>
                <c:pt idx="33181">
                  <c:v>24.65</c:v>
                </c:pt>
                <c:pt idx="33182">
                  <c:v>24.65</c:v>
                </c:pt>
                <c:pt idx="33183">
                  <c:v>24.65</c:v>
                </c:pt>
                <c:pt idx="33184">
                  <c:v>24.65</c:v>
                </c:pt>
                <c:pt idx="33185">
                  <c:v>24.65</c:v>
                </c:pt>
                <c:pt idx="33186">
                  <c:v>24.65</c:v>
                </c:pt>
                <c:pt idx="33187">
                  <c:v>24.65</c:v>
                </c:pt>
                <c:pt idx="33188">
                  <c:v>24.65</c:v>
                </c:pt>
                <c:pt idx="33189">
                  <c:v>24.65</c:v>
                </c:pt>
                <c:pt idx="33190">
                  <c:v>24.65</c:v>
                </c:pt>
                <c:pt idx="33191">
                  <c:v>24.6</c:v>
                </c:pt>
                <c:pt idx="33192">
                  <c:v>24.65</c:v>
                </c:pt>
                <c:pt idx="33193">
                  <c:v>24.65</c:v>
                </c:pt>
                <c:pt idx="33194">
                  <c:v>24.65</c:v>
                </c:pt>
                <c:pt idx="33195">
                  <c:v>24.65</c:v>
                </c:pt>
                <c:pt idx="33196">
                  <c:v>24.65</c:v>
                </c:pt>
                <c:pt idx="33197">
                  <c:v>24.65</c:v>
                </c:pt>
                <c:pt idx="33198">
                  <c:v>24.65</c:v>
                </c:pt>
                <c:pt idx="33199">
                  <c:v>24.65</c:v>
                </c:pt>
                <c:pt idx="33200">
                  <c:v>24.65</c:v>
                </c:pt>
                <c:pt idx="33201">
                  <c:v>24.65</c:v>
                </c:pt>
                <c:pt idx="33202">
                  <c:v>24.65</c:v>
                </c:pt>
                <c:pt idx="33203">
                  <c:v>24.65</c:v>
                </c:pt>
                <c:pt idx="33204">
                  <c:v>24.65</c:v>
                </c:pt>
                <c:pt idx="33205">
                  <c:v>24.6</c:v>
                </c:pt>
                <c:pt idx="33206">
                  <c:v>24.6</c:v>
                </c:pt>
                <c:pt idx="33207">
                  <c:v>24.6</c:v>
                </c:pt>
                <c:pt idx="33208">
                  <c:v>24.65</c:v>
                </c:pt>
                <c:pt idx="33209">
                  <c:v>24.6</c:v>
                </c:pt>
                <c:pt idx="33210">
                  <c:v>24.6</c:v>
                </c:pt>
                <c:pt idx="33211">
                  <c:v>24.6</c:v>
                </c:pt>
                <c:pt idx="33212">
                  <c:v>24.65</c:v>
                </c:pt>
                <c:pt idx="33213">
                  <c:v>24.6</c:v>
                </c:pt>
                <c:pt idx="33214">
                  <c:v>24.6</c:v>
                </c:pt>
                <c:pt idx="33215">
                  <c:v>24.6</c:v>
                </c:pt>
                <c:pt idx="33216">
                  <c:v>24.6</c:v>
                </c:pt>
                <c:pt idx="33217">
                  <c:v>24.6</c:v>
                </c:pt>
                <c:pt idx="33218">
                  <c:v>24.6</c:v>
                </c:pt>
                <c:pt idx="33219">
                  <c:v>24.6</c:v>
                </c:pt>
                <c:pt idx="33220">
                  <c:v>24.6</c:v>
                </c:pt>
                <c:pt idx="33221">
                  <c:v>24.65</c:v>
                </c:pt>
                <c:pt idx="33222">
                  <c:v>24.65</c:v>
                </c:pt>
                <c:pt idx="33223">
                  <c:v>24.65</c:v>
                </c:pt>
                <c:pt idx="33224">
                  <c:v>24.6</c:v>
                </c:pt>
                <c:pt idx="33225">
                  <c:v>24.6</c:v>
                </c:pt>
                <c:pt idx="33226">
                  <c:v>24.6</c:v>
                </c:pt>
                <c:pt idx="33227">
                  <c:v>24.6</c:v>
                </c:pt>
                <c:pt idx="33228">
                  <c:v>24.65</c:v>
                </c:pt>
                <c:pt idx="33229">
                  <c:v>24.6</c:v>
                </c:pt>
                <c:pt idx="33230">
                  <c:v>24.65</c:v>
                </c:pt>
                <c:pt idx="33231">
                  <c:v>24.6</c:v>
                </c:pt>
                <c:pt idx="33232">
                  <c:v>24.6</c:v>
                </c:pt>
                <c:pt idx="33233">
                  <c:v>24.6</c:v>
                </c:pt>
                <c:pt idx="33234">
                  <c:v>24.6</c:v>
                </c:pt>
                <c:pt idx="33235">
                  <c:v>24.65</c:v>
                </c:pt>
                <c:pt idx="33236">
                  <c:v>24.65</c:v>
                </c:pt>
                <c:pt idx="33237">
                  <c:v>24.65</c:v>
                </c:pt>
                <c:pt idx="33238">
                  <c:v>24.65</c:v>
                </c:pt>
                <c:pt idx="33239">
                  <c:v>24.65</c:v>
                </c:pt>
                <c:pt idx="33240">
                  <c:v>24.6</c:v>
                </c:pt>
                <c:pt idx="33241">
                  <c:v>24.6</c:v>
                </c:pt>
                <c:pt idx="33242">
                  <c:v>24.65</c:v>
                </c:pt>
                <c:pt idx="33243">
                  <c:v>24.6</c:v>
                </c:pt>
                <c:pt idx="33244">
                  <c:v>24.65</c:v>
                </c:pt>
                <c:pt idx="33245">
                  <c:v>24.65</c:v>
                </c:pt>
                <c:pt idx="33246">
                  <c:v>24.6</c:v>
                </c:pt>
                <c:pt idx="33247">
                  <c:v>24.65</c:v>
                </c:pt>
                <c:pt idx="33248">
                  <c:v>24.65</c:v>
                </c:pt>
                <c:pt idx="33249">
                  <c:v>24.65</c:v>
                </c:pt>
                <c:pt idx="33250">
                  <c:v>24.65</c:v>
                </c:pt>
                <c:pt idx="33251">
                  <c:v>24.65</c:v>
                </c:pt>
                <c:pt idx="33252">
                  <c:v>24.65</c:v>
                </c:pt>
                <c:pt idx="33253">
                  <c:v>24.6</c:v>
                </c:pt>
                <c:pt idx="33254">
                  <c:v>24.65</c:v>
                </c:pt>
                <c:pt idx="33255">
                  <c:v>24.65</c:v>
                </c:pt>
                <c:pt idx="33256">
                  <c:v>24.6</c:v>
                </c:pt>
                <c:pt idx="33257">
                  <c:v>24.6</c:v>
                </c:pt>
                <c:pt idx="33258">
                  <c:v>24.65</c:v>
                </c:pt>
                <c:pt idx="33259">
                  <c:v>24.65</c:v>
                </c:pt>
                <c:pt idx="33260">
                  <c:v>24.65</c:v>
                </c:pt>
                <c:pt idx="33261">
                  <c:v>24.6</c:v>
                </c:pt>
                <c:pt idx="33262">
                  <c:v>24.65</c:v>
                </c:pt>
                <c:pt idx="33263">
                  <c:v>24.65</c:v>
                </c:pt>
                <c:pt idx="33264">
                  <c:v>24.6</c:v>
                </c:pt>
                <c:pt idx="33265">
                  <c:v>24.6</c:v>
                </c:pt>
                <c:pt idx="33266">
                  <c:v>24.65</c:v>
                </c:pt>
                <c:pt idx="33267">
                  <c:v>24.65</c:v>
                </c:pt>
                <c:pt idx="33268">
                  <c:v>24.65</c:v>
                </c:pt>
                <c:pt idx="33269">
                  <c:v>24.65</c:v>
                </c:pt>
                <c:pt idx="33270">
                  <c:v>24.65</c:v>
                </c:pt>
                <c:pt idx="33271">
                  <c:v>24.65</c:v>
                </c:pt>
                <c:pt idx="33272">
                  <c:v>24.65</c:v>
                </c:pt>
                <c:pt idx="33273">
                  <c:v>24.65</c:v>
                </c:pt>
                <c:pt idx="33274">
                  <c:v>24.65</c:v>
                </c:pt>
                <c:pt idx="33275">
                  <c:v>24.65</c:v>
                </c:pt>
                <c:pt idx="33276">
                  <c:v>24.65</c:v>
                </c:pt>
                <c:pt idx="33277">
                  <c:v>24.65</c:v>
                </c:pt>
                <c:pt idx="33278">
                  <c:v>24.65</c:v>
                </c:pt>
                <c:pt idx="33279">
                  <c:v>24.65</c:v>
                </c:pt>
                <c:pt idx="33280">
                  <c:v>24.65</c:v>
                </c:pt>
                <c:pt idx="33281">
                  <c:v>24.65</c:v>
                </c:pt>
                <c:pt idx="33282">
                  <c:v>24.65</c:v>
                </c:pt>
                <c:pt idx="33283">
                  <c:v>24.65</c:v>
                </c:pt>
                <c:pt idx="33284">
                  <c:v>24.65</c:v>
                </c:pt>
                <c:pt idx="33285">
                  <c:v>24.65</c:v>
                </c:pt>
                <c:pt idx="33286">
                  <c:v>24.65</c:v>
                </c:pt>
                <c:pt idx="33287">
                  <c:v>24.65</c:v>
                </c:pt>
                <c:pt idx="33288">
                  <c:v>24.65</c:v>
                </c:pt>
                <c:pt idx="33289">
                  <c:v>24.65</c:v>
                </c:pt>
                <c:pt idx="33290">
                  <c:v>24.65</c:v>
                </c:pt>
                <c:pt idx="33291">
                  <c:v>24.65</c:v>
                </c:pt>
                <c:pt idx="33292">
                  <c:v>24.65</c:v>
                </c:pt>
                <c:pt idx="33293">
                  <c:v>24.65</c:v>
                </c:pt>
                <c:pt idx="33294">
                  <c:v>24.65</c:v>
                </c:pt>
                <c:pt idx="33295">
                  <c:v>24.65</c:v>
                </c:pt>
                <c:pt idx="33296">
                  <c:v>24.65</c:v>
                </c:pt>
                <c:pt idx="33297">
                  <c:v>24.6</c:v>
                </c:pt>
                <c:pt idx="33298">
                  <c:v>24.6</c:v>
                </c:pt>
                <c:pt idx="33299">
                  <c:v>24.65</c:v>
                </c:pt>
                <c:pt idx="33300">
                  <c:v>24.6</c:v>
                </c:pt>
                <c:pt idx="33301">
                  <c:v>24.65</c:v>
                </c:pt>
                <c:pt idx="33302">
                  <c:v>24.6</c:v>
                </c:pt>
                <c:pt idx="33303">
                  <c:v>24.6</c:v>
                </c:pt>
                <c:pt idx="33304">
                  <c:v>24.65</c:v>
                </c:pt>
                <c:pt idx="33305">
                  <c:v>24.65</c:v>
                </c:pt>
                <c:pt idx="33306">
                  <c:v>24.65</c:v>
                </c:pt>
                <c:pt idx="33307">
                  <c:v>24.6</c:v>
                </c:pt>
                <c:pt idx="33308">
                  <c:v>24.6</c:v>
                </c:pt>
                <c:pt idx="33309">
                  <c:v>24.65</c:v>
                </c:pt>
                <c:pt idx="33310">
                  <c:v>24.6</c:v>
                </c:pt>
                <c:pt idx="33311">
                  <c:v>24.65</c:v>
                </c:pt>
                <c:pt idx="33312">
                  <c:v>24.65</c:v>
                </c:pt>
                <c:pt idx="33313">
                  <c:v>24.6</c:v>
                </c:pt>
                <c:pt idx="33314">
                  <c:v>24.6</c:v>
                </c:pt>
                <c:pt idx="33315">
                  <c:v>24.65</c:v>
                </c:pt>
                <c:pt idx="33316">
                  <c:v>24.6</c:v>
                </c:pt>
                <c:pt idx="33317">
                  <c:v>24.6</c:v>
                </c:pt>
                <c:pt idx="33318">
                  <c:v>24.65</c:v>
                </c:pt>
                <c:pt idx="33319">
                  <c:v>24.6</c:v>
                </c:pt>
                <c:pt idx="33320">
                  <c:v>24.65</c:v>
                </c:pt>
                <c:pt idx="33321">
                  <c:v>24.6</c:v>
                </c:pt>
                <c:pt idx="33322">
                  <c:v>24.6</c:v>
                </c:pt>
                <c:pt idx="33323">
                  <c:v>24.65</c:v>
                </c:pt>
                <c:pt idx="33324">
                  <c:v>24.65</c:v>
                </c:pt>
                <c:pt idx="33325">
                  <c:v>24.6</c:v>
                </c:pt>
                <c:pt idx="33326">
                  <c:v>24.65</c:v>
                </c:pt>
                <c:pt idx="33327">
                  <c:v>24.65</c:v>
                </c:pt>
                <c:pt idx="33328">
                  <c:v>24.65</c:v>
                </c:pt>
                <c:pt idx="33329">
                  <c:v>24.65</c:v>
                </c:pt>
                <c:pt idx="33330">
                  <c:v>24.65</c:v>
                </c:pt>
                <c:pt idx="33331">
                  <c:v>24.65</c:v>
                </c:pt>
                <c:pt idx="33332">
                  <c:v>24.65</c:v>
                </c:pt>
                <c:pt idx="33333">
                  <c:v>24.65</c:v>
                </c:pt>
                <c:pt idx="33334">
                  <c:v>24.65</c:v>
                </c:pt>
                <c:pt idx="33335">
                  <c:v>24.65</c:v>
                </c:pt>
                <c:pt idx="33336">
                  <c:v>24.65</c:v>
                </c:pt>
                <c:pt idx="33337">
                  <c:v>24.65</c:v>
                </c:pt>
                <c:pt idx="33338">
                  <c:v>24.65</c:v>
                </c:pt>
                <c:pt idx="33339">
                  <c:v>24.65</c:v>
                </c:pt>
                <c:pt idx="33340">
                  <c:v>24.65</c:v>
                </c:pt>
                <c:pt idx="33341">
                  <c:v>24.65</c:v>
                </c:pt>
                <c:pt idx="33342">
                  <c:v>24.65</c:v>
                </c:pt>
                <c:pt idx="33343">
                  <c:v>24.6</c:v>
                </c:pt>
                <c:pt idx="33344">
                  <c:v>24.6</c:v>
                </c:pt>
                <c:pt idx="33345">
                  <c:v>24.6</c:v>
                </c:pt>
                <c:pt idx="33346">
                  <c:v>24.6</c:v>
                </c:pt>
                <c:pt idx="33347">
                  <c:v>24.65</c:v>
                </c:pt>
                <c:pt idx="33348">
                  <c:v>24.65</c:v>
                </c:pt>
                <c:pt idx="33349">
                  <c:v>24.65</c:v>
                </c:pt>
                <c:pt idx="33350">
                  <c:v>24.65</c:v>
                </c:pt>
                <c:pt idx="33351">
                  <c:v>24.65</c:v>
                </c:pt>
                <c:pt idx="33352">
                  <c:v>24.6</c:v>
                </c:pt>
                <c:pt idx="33353">
                  <c:v>24.65</c:v>
                </c:pt>
                <c:pt idx="33354">
                  <c:v>24.65</c:v>
                </c:pt>
                <c:pt idx="33355">
                  <c:v>24.6</c:v>
                </c:pt>
                <c:pt idx="33356">
                  <c:v>24.65</c:v>
                </c:pt>
                <c:pt idx="33357">
                  <c:v>24.65</c:v>
                </c:pt>
                <c:pt idx="33358">
                  <c:v>24.65</c:v>
                </c:pt>
                <c:pt idx="33359">
                  <c:v>24.65</c:v>
                </c:pt>
                <c:pt idx="33360">
                  <c:v>24.65</c:v>
                </c:pt>
                <c:pt idx="33361">
                  <c:v>24.65</c:v>
                </c:pt>
                <c:pt idx="33362">
                  <c:v>24.6</c:v>
                </c:pt>
                <c:pt idx="33363">
                  <c:v>24.65</c:v>
                </c:pt>
                <c:pt idx="33364">
                  <c:v>24.65</c:v>
                </c:pt>
                <c:pt idx="33365">
                  <c:v>24.65</c:v>
                </c:pt>
                <c:pt idx="33366">
                  <c:v>24.65</c:v>
                </c:pt>
                <c:pt idx="33367">
                  <c:v>24.6</c:v>
                </c:pt>
                <c:pt idx="33368">
                  <c:v>24.65</c:v>
                </c:pt>
                <c:pt idx="33369">
                  <c:v>24.65</c:v>
                </c:pt>
                <c:pt idx="33370">
                  <c:v>24.65</c:v>
                </c:pt>
                <c:pt idx="33371">
                  <c:v>24.65</c:v>
                </c:pt>
                <c:pt idx="33372">
                  <c:v>24.65</c:v>
                </c:pt>
                <c:pt idx="33373">
                  <c:v>24.65</c:v>
                </c:pt>
                <c:pt idx="33374">
                  <c:v>24.65</c:v>
                </c:pt>
                <c:pt idx="33375">
                  <c:v>24.65</c:v>
                </c:pt>
                <c:pt idx="33376">
                  <c:v>24.65</c:v>
                </c:pt>
                <c:pt idx="33377">
                  <c:v>24.65</c:v>
                </c:pt>
                <c:pt idx="33378">
                  <c:v>24.65</c:v>
                </c:pt>
                <c:pt idx="33379">
                  <c:v>24.65</c:v>
                </c:pt>
                <c:pt idx="33380">
                  <c:v>24.65</c:v>
                </c:pt>
                <c:pt idx="33381">
                  <c:v>24.65</c:v>
                </c:pt>
                <c:pt idx="33382">
                  <c:v>24.65</c:v>
                </c:pt>
                <c:pt idx="33383">
                  <c:v>24.65</c:v>
                </c:pt>
                <c:pt idx="33384">
                  <c:v>24.65</c:v>
                </c:pt>
                <c:pt idx="33385">
                  <c:v>24.65</c:v>
                </c:pt>
                <c:pt idx="33386">
                  <c:v>24.65</c:v>
                </c:pt>
                <c:pt idx="33387">
                  <c:v>24.65</c:v>
                </c:pt>
                <c:pt idx="33388">
                  <c:v>24.65</c:v>
                </c:pt>
                <c:pt idx="33389">
                  <c:v>24.65</c:v>
                </c:pt>
                <c:pt idx="33390">
                  <c:v>24.65</c:v>
                </c:pt>
                <c:pt idx="33391">
                  <c:v>24.65</c:v>
                </c:pt>
                <c:pt idx="33392">
                  <c:v>24.6</c:v>
                </c:pt>
                <c:pt idx="33393">
                  <c:v>24.65</c:v>
                </c:pt>
                <c:pt idx="33394">
                  <c:v>24.65</c:v>
                </c:pt>
                <c:pt idx="33395">
                  <c:v>24.6</c:v>
                </c:pt>
                <c:pt idx="33396">
                  <c:v>24.65</c:v>
                </c:pt>
                <c:pt idx="33397">
                  <c:v>24.65</c:v>
                </c:pt>
                <c:pt idx="33398">
                  <c:v>24.65</c:v>
                </c:pt>
                <c:pt idx="33399">
                  <c:v>24.65</c:v>
                </c:pt>
                <c:pt idx="33400">
                  <c:v>24.65</c:v>
                </c:pt>
                <c:pt idx="33401">
                  <c:v>24.65</c:v>
                </c:pt>
                <c:pt idx="33402">
                  <c:v>24.65</c:v>
                </c:pt>
                <c:pt idx="33403">
                  <c:v>24.65</c:v>
                </c:pt>
                <c:pt idx="33404">
                  <c:v>24.6</c:v>
                </c:pt>
                <c:pt idx="33405">
                  <c:v>24.65</c:v>
                </c:pt>
                <c:pt idx="33406">
                  <c:v>24.65</c:v>
                </c:pt>
                <c:pt idx="33407">
                  <c:v>24.65</c:v>
                </c:pt>
                <c:pt idx="33408">
                  <c:v>24.65</c:v>
                </c:pt>
                <c:pt idx="33409">
                  <c:v>24.65</c:v>
                </c:pt>
                <c:pt idx="33410">
                  <c:v>24.65</c:v>
                </c:pt>
                <c:pt idx="33411">
                  <c:v>24.65</c:v>
                </c:pt>
                <c:pt idx="33412">
                  <c:v>24.65</c:v>
                </c:pt>
                <c:pt idx="33413">
                  <c:v>24.65</c:v>
                </c:pt>
                <c:pt idx="33414">
                  <c:v>24.65</c:v>
                </c:pt>
                <c:pt idx="33415">
                  <c:v>24.65</c:v>
                </c:pt>
                <c:pt idx="33416">
                  <c:v>24.65</c:v>
                </c:pt>
                <c:pt idx="33417">
                  <c:v>24.65</c:v>
                </c:pt>
                <c:pt idx="33418">
                  <c:v>24.65</c:v>
                </c:pt>
                <c:pt idx="33419">
                  <c:v>24.65</c:v>
                </c:pt>
                <c:pt idx="33420">
                  <c:v>24.65</c:v>
                </c:pt>
                <c:pt idx="33421">
                  <c:v>24.65</c:v>
                </c:pt>
                <c:pt idx="33422">
                  <c:v>24.65</c:v>
                </c:pt>
                <c:pt idx="33423">
                  <c:v>24.6</c:v>
                </c:pt>
                <c:pt idx="33424">
                  <c:v>24.65</c:v>
                </c:pt>
                <c:pt idx="33425">
                  <c:v>24.6</c:v>
                </c:pt>
                <c:pt idx="33426">
                  <c:v>24.6</c:v>
                </c:pt>
                <c:pt idx="33427">
                  <c:v>24.6</c:v>
                </c:pt>
                <c:pt idx="33428">
                  <c:v>24.65</c:v>
                </c:pt>
                <c:pt idx="33429">
                  <c:v>24.65</c:v>
                </c:pt>
                <c:pt idx="33430">
                  <c:v>24.6</c:v>
                </c:pt>
                <c:pt idx="33431">
                  <c:v>24.65</c:v>
                </c:pt>
                <c:pt idx="33432">
                  <c:v>24.65</c:v>
                </c:pt>
                <c:pt idx="33433">
                  <c:v>24.65</c:v>
                </c:pt>
                <c:pt idx="33434">
                  <c:v>24.65</c:v>
                </c:pt>
                <c:pt idx="33435">
                  <c:v>24.65</c:v>
                </c:pt>
                <c:pt idx="33436">
                  <c:v>24.65</c:v>
                </c:pt>
                <c:pt idx="33437">
                  <c:v>24.65</c:v>
                </c:pt>
                <c:pt idx="33438">
                  <c:v>24.65</c:v>
                </c:pt>
                <c:pt idx="33439">
                  <c:v>24.65</c:v>
                </c:pt>
                <c:pt idx="33440">
                  <c:v>24.65</c:v>
                </c:pt>
                <c:pt idx="33441">
                  <c:v>24.65</c:v>
                </c:pt>
                <c:pt idx="33442">
                  <c:v>24.65</c:v>
                </c:pt>
                <c:pt idx="33443">
                  <c:v>24.65</c:v>
                </c:pt>
                <c:pt idx="33444">
                  <c:v>24.65</c:v>
                </c:pt>
                <c:pt idx="33445">
                  <c:v>24.65</c:v>
                </c:pt>
                <c:pt idx="33446">
                  <c:v>24.65</c:v>
                </c:pt>
                <c:pt idx="33447">
                  <c:v>24.65</c:v>
                </c:pt>
                <c:pt idx="33448">
                  <c:v>24.65</c:v>
                </c:pt>
                <c:pt idx="33449">
                  <c:v>24.65</c:v>
                </c:pt>
                <c:pt idx="33450">
                  <c:v>24.65</c:v>
                </c:pt>
                <c:pt idx="33451">
                  <c:v>24.65</c:v>
                </c:pt>
                <c:pt idx="33452">
                  <c:v>24.65</c:v>
                </c:pt>
                <c:pt idx="33453">
                  <c:v>24.65</c:v>
                </c:pt>
                <c:pt idx="33454">
                  <c:v>24.65</c:v>
                </c:pt>
                <c:pt idx="33455">
                  <c:v>24.6</c:v>
                </c:pt>
                <c:pt idx="33456">
                  <c:v>24.65</c:v>
                </c:pt>
                <c:pt idx="33457">
                  <c:v>24.6</c:v>
                </c:pt>
                <c:pt idx="33458">
                  <c:v>24.6</c:v>
                </c:pt>
                <c:pt idx="33459">
                  <c:v>24.65</c:v>
                </c:pt>
                <c:pt idx="33460">
                  <c:v>24.6</c:v>
                </c:pt>
                <c:pt idx="33461">
                  <c:v>24.65</c:v>
                </c:pt>
                <c:pt idx="33462">
                  <c:v>24.6</c:v>
                </c:pt>
                <c:pt idx="33463">
                  <c:v>24.6</c:v>
                </c:pt>
                <c:pt idx="33464">
                  <c:v>24.65</c:v>
                </c:pt>
                <c:pt idx="33465">
                  <c:v>24.65</c:v>
                </c:pt>
                <c:pt idx="33466">
                  <c:v>24.65</c:v>
                </c:pt>
                <c:pt idx="33467">
                  <c:v>24.65</c:v>
                </c:pt>
                <c:pt idx="33468">
                  <c:v>24.6</c:v>
                </c:pt>
                <c:pt idx="33469">
                  <c:v>24.65</c:v>
                </c:pt>
                <c:pt idx="33470">
                  <c:v>24.6</c:v>
                </c:pt>
                <c:pt idx="33471">
                  <c:v>24.65</c:v>
                </c:pt>
                <c:pt idx="33472">
                  <c:v>24.6</c:v>
                </c:pt>
                <c:pt idx="33473">
                  <c:v>24.65</c:v>
                </c:pt>
                <c:pt idx="33474">
                  <c:v>24.65</c:v>
                </c:pt>
                <c:pt idx="33475">
                  <c:v>24.65</c:v>
                </c:pt>
                <c:pt idx="33476">
                  <c:v>24.65</c:v>
                </c:pt>
                <c:pt idx="33477">
                  <c:v>24.65</c:v>
                </c:pt>
                <c:pt idx="33478">
                  <c:v>24.65</c:v>
                </c:pt>
                <c:pt idx="33479">
                  <c:v>24.65</c:v>
                </c:pt>
                <c:pt idx="33480">
                  <c:v>24.65</c:v>
                </c:pt>
                <c:pt idx="33481">
                  <c:v>24.65</c:v>
                </c:pt>
                <c:pt idx="33482">
                  <c:v>24.65</c:v>
                </c:pt>
                <c:pt idx="33483">
                  <c:v>24.65</c:v>
                </c:pt>
                <c:pt idx="33484">
                  <c:v>24.65</c:v>
                </c:pt>
                <c:pt idx="33485">
                  <c:v>24.65</c:v>
                </c:pt>
                <c:pt idx="33486">
                  <c:v>24.65</c:v>
                </c:pt>
                <c:pt idx="33487">
                  <c:v>24.65</c:v>
                </c:pt>
                <c:pt idx="33488">
                  <c:v>24.65</c:v>
                </c:pt>
                <c:pt idx="33489">
                  <c:v>24.65</c:v>
                </c:pt>
                <c:pt idx="33490">
                  <c:v>24.65</c:v>
                </c:pt>
                <c:pt idx="33491">
                  <c:v>24.65</c:v>
                </c:pt>
                <c:pt idx="33492">
                  <c:v>24.65</c:v>
                </c:pt>
                <c:pt idx="33493">
                  <c:v>24.65</c:v>
                </c:pt>
                <c:pt idx="33494">
                  <c:v>24.65</c:v>
                </c:pt>
                <c:pt idx="33495">
                  <c:v>24.65</c:v>
                </c:pt>
                <c:pt idx="33496">
                  <c:v>24.65</c:v>
                </c:pt>
                <c:pt idx="33497">
                  <c:v>24.65</c:v>
                </c:pt>
                <c:pt idx="33498">
                  <c:v>24.65</c:v>
                </c:pt>
                <c:pt idx="33499">
                  <c:v>24.65</c:v>
                </c:pt>
                <c:pt idx="33500">
                  <c:v>24.65</c:v>
                </c:pt>
                <c:pt idx="33501">
                  <c:v>24.65</c:v>
                </c:pt>
                <c:pt idx="33502">
                  <c:v>24.65</c:v>
                </c:pt>
                <c:pt idx="33503">
                  <c:v>24.65</c:v>
                </c:pt>
                <c:pt idx="33504">
                  <c:v>24.65</c:v>
                </c:pt>
                <c:pt idx="33505">
                  <c:v>24.65</c:v>
                </c:pt>
                <c:pt idx="33506">
                  <c:v>24.65</c:v>
                </c:pt>
                <c:pt idx="33507">
                  <c:v>24.65</c:v>
                </c:pt>
                <c:pt idx="33508">
                  <c:v>24.65</c:v>
                </c:pt>
                <c:pt idx="33509">
                  <c:v>24.65</c:v>
                </c:pt>
                <c:pt idx="33510">
                  <c:v>24.65</c:v>
                </c:pt>
                <c:pt idx="33511">
                  <c:v>24.65</c:v>
                </c:pt>
                <c:pt idx="33512">
                  <c:v>24.65</c:v>
                </c:pt>
                <c:pt idx="33513">
                  <c:v>24.65</c:v>
                </c:pt>
                <c:pt idx="33514">
                  <c:v>24.65</c:v>
                </c:pt>
                <c:pt idx="33515">
                  <c:v>24.65</c:v>
                </c:pt>
                <c:pt idx="33516">
                  <c:v>24.65</c:v>
                </c:pt>
                <c:pt idx="33517">
                  <c:v>24.65</c:v>
                </c:pt>
                <c:pt idx="33518">
                  <c:v>24.65</c:v>
                </c:pt>
                <c:pt idx="33519">
                  <c:v>24.65</c:v>
                </c:pt>
                <c:pt idx="33520">
                  <c:v>24.65</c:v>
                </c:pt>
                <c:pt idx="33521">
                  <c:v>24.65</c:v>
                </c:pt>
                <c:pt idx="33522">
                  <c:v>24.65</c:v>
                </c:pt>
                <c:pt idx="33523">
                  <c:v>24.65</c:v>
                </c:pt>
                <c:pt idx="33524">
                  <c:v>24.65</c:v>
                </c:pt>
                <c:pt idx="33525">
                  <c:v>24.65</c:v>
                </c:pt>
                <c:pt idx="33526">
                  <c:v>24.65</c:v>
                </c:pt>
                <c:pt idx="33527">
                  <c:v>24.65</c:v>
                </c:pt>
                <c:pt idx="33528">
                  <c:v>24.6</c:v>
                </c:pt>
                <c:pt idx="33529">
                  <c:v>24.6</c:v>
                </c:pt>
                <c:pt idx="33530">
                  <c:v>24.6</c:v>
                </c:pt>
                <c:pt idx="33531">
                  <c:v>24.6</c:v>
                </c:pt>
                <c:pt idx="33532">
                  <c:v>24.6</c:v>
                </c:pt>
                <c:pt idx="33533">
                  <c:v>24.6</c:v>
                </c:pt>
                <c:pt idx="33534">
                  <c:v>24.6</c:v>
                </c:pt>
                <c:pt idx="33535">
                  <c:v>24.6</c:v>
                </c:pt>
                <c:pt idx="33536">
                  <c:v>24.6</c:v>
                </c:pt>
                <c:pt idx="33537">
                  <c:v>24.6</c:v>
                </c:pt>
                <c:pt idx="33538">
                  <c:v>24.6</c:v>
                </c:pt>
                <c:pt idx="33539">
                  <c:v>24.6</c:v>
                </c:pt>
                <c:pt idx="33540">
                  <c:v>24.6</c:v>
                </c:pt>
                <c:pt idx="33541">
                  <c:v>24.6</c:v>
                </c:pt>
                <c:pt idx="33542">
                  <c:v>24.6</c:v>
                </c:pt>
                <c:pt idx="33543">
                  <c:v>24.6</c:v>
                </c:pt>
                <c:pt idx="33544">
                  <c:v>24.6</c:v>
                </c:pt>
                <c:pt idx="33545">
                  <c:v>24.65</c:v>
                </c:pt>
                <c:pt idx="33546">
                  <c:v>24.65</c:v>
                </c:pt>
                <c:pt idx="33547">
                  <c:v>24.65</c:v>
                </c:pt>
                <c:pt idx="33548">
                  <c:v>24.65</c:v>
                </c:pt>
                <c:pt idx="33549">
                  <c:v>24.65</c:v>
                </c:pt>
                <c:pt idx="33550">
                  <c:v>24.65</c:v>
                </c:pt>
                <c:pt idx="33551">
                  <c:v>24.65</c:v>
                </c:pt>
                <c:pt idx="33552">
                  <c:v>24.65</c:v>
                </c:pt>
                <c:pt idx="33553">
                  <c:v>24.65</c:v>
                </c:pt>
                <c:pt idx="33554">
                  <c:v>24.65</c:v>
                </c:pt>
                <c:pt idx="33555">
                  <c:v>24.65</c:v>
                </c:pt>
                <c:pt idx="33556">
                  <c:v>24.65</c:v>
                </c:pt>
                <c:pt idx="33557">
                  <c:v>24.65</c:v>
                </c:pt>
                <c:pt idx="33558">
                  <c:v>24.6</c:v>
                </c:pt>
                <c:pt idx="33559">
                  <c:v>24.65</c:v>
                </c:pt>
                <c:pt idx="33560">
                  <c:v>24.65</c:v>
                </c:pt>
                <c:pt idx="33561">
                  <c:v>24.65</c:v>
                </c:pt>
                <c:pt idx="33562">
                  <c:v>24.6</c:v>
                </c:pt>
                <c:pt idx="33563">
                  <c:v>24.65</c:v>
                </c:pt>
                <c:pt idx="33564">
                  <c:v>24.65</c:v>
                </c:pt>
                <c:pt idx="33565">
                  <c:v>24.65</c:v>
                </c:pt>
                <c:pt idx="33566">
                  <c:v>24.6</c:v>
                </c:pt>
                <c:pt idx="33567">
                  <c:v>24.65</c:v>
                </c:pt>
                <c:pt idx="33568">
                  <c:v>24.6</c:v>
                </c:pt>
                <c:pt idx="33569">
                  <c:v>24.65</c:v>
                </c:pt>
                <c:pt idx="33570">
                  <c:v>24.65</c:v>
                </c:pt>
                <c:pt idx="33571">
                  <c:v>24.65</c:v>
                </c:pt>
                <c:pt idx="33572">
                  <c:v>24.65</c:v>
                </c:pt>
                <c:pt idx="33573">
                  <c:v>24.65</c:v>
                </c:pt>
                <c:pt idx="33574">
                  <c:v>24.65</c:v>
                </c:pt>
                <c:pt idx="33575">
                  <c:v>24.65</c:v>
                </c:pt>
                <c:pt idx="33576">
                  <c:v>24.65</c:v>
                </c:pt>
                <c:pt idx="33577">
                  <c:v>24.65</c:v>
                </c:pt>
                <c:pt idx="33578">
                  <c:v>24.65</c:v>
                </c:pt>
                <c:pt idx="33579">
                  <c:v>24.65</c:v>
                </c:pt>
                <c:pt idx="33580">
                  <c:v>24.65</c:v>
                </c:pt>
                <c:pt idx="33581">
                  <c:v>24.65</c:v>
                </c:pt>
                <c:pt idx="33582">
                  <c:v>24.65</c:v>
                </c:pt>
                <c:pt idx="33583">
                  <c:v>24.65</c:v>
                </c:pt>
                <c:pt idx="33584">
                  <c:v>24.65</c:v>
                </c:pt>
                <c:pt idx="33585">
                  <c:v>24.65</c:v>
                </c:pt>
                <c:pt idx="33586">
                  <c:v>24.65</c:v>
                </c:pt>
                <c:pt idx="33587">
                  <c:v>24.65</c:v>
                </c:pt>
                <c:pt idx="33588">
                  <c:v>24.65</c:v>
                </c:pt>
                <c:pt idx="33589">
                  <c:v>24.65</c:v>
                </c:pt>
                <c:pt idx="33590">
                  <c:v>24.65</c:v>
                </c:pt>
                <c:pt idx="33591">
                  <c:v>24.65</c:v>
                </c:pt>
                <c:pt idx="33592">
                  <c:v>24.6</c:v>
                </c:pt>
                <c:pt idx="33593">
                  <c:v>24.6</c:v>
                </c:pt>
                <c:pt idx="33594">
                  <c:v>24.65</c:v>
                </c:pt>
                <c:pt idx="33595">
                  <c:v>24.65</c:v>
                </c:pt>
                <c:pt idx="33596">
                  <c:v>24.6</c:v>
                </c:pt>
                <c:pt idx="33597">
                  <c:v>24.65</c:v>
                </c:pt>
                <c:pt idx="33598">
                  <c:v>24.6</c:v>
                </c:pt>
                <c:pt idx="33599">
                  <c:v>24.6</c:v>
                </c:pt>
                <c:pt idx="33600">
                  <c:v>24.65</c:v>
                </c:pt>
                <c:pt idx="33601">
                  <c:v>24.6</c:v>
                </c:pt>
                <c:pt idx="33602">
                  <c:v>24.6</c:v>
                </c:pt>
                <c:pt idx="33603">
                  <c:v>24.6</c:v>
                </c:pt>
                <c:pt idx="33604">
                  <c:v>24.6</c:v>
                </c:pt>
                <c:pt idx="33605">
                  <c:v>24.65</c:v>
                </c:pt>
                <c:pt idx="33606">
                  <c:v>24.6</c:v>
                </c:pt>
                <c:pt idx="33607">
                  <c:v>24.6</c:v>
                </c:pt>
                <c:pt idx="33608">
                  <c:v>24.6</c:v>
                </c:pt>
                <c:pt idx="33609">
                  <c:v>24.65</c:v>
                </c:pt>
                <c:pt idx="33610">
                  <c:v>24.6</c:v>
                </c:pt>
                <c:pt idx="33611">
                  <c:v>24.6</c:v>
                </c:pt>
                <c:pt idx="33612">
                  <c:v>24.6</c:v>
                </c:pt>
                <c:pt idx="33613">
                  <c:v>24.6</c:v>
                </c:pt>
                <c:pt idx="33614">
                  <c:v>24.65</c:v>
                </c:pt>
                <c:pt idx="33615">
                  <c:v>24.6</c:v>
                </c:pt>
                <c:pt idx="33616">
                  <c:v>24.65</c:v>
                </c:pt>
                <c:pt idx="33617">
                  <c:v>24.65</c:v>
                </c:pt>
                <c:pt idx="33618">
                  <c:v>24.65</c:v>
                </c:pt>
                <c:pt idx="33619">
                  <c:v>24.65</c:v>
                </c:pt>
                <c:pt idx="33620">
                  <c:v>24.65</c:v>
                </c:pt>
                <c:pt idx="33621">
                  <c:v>24.65</c:v>
                </c:pt>
                <c:pt idx="33622">
                  <c:v>24.65</c:v>
                </c:pt>
                <c:pt idx="33623">
                  <c:v>24.65</c:v>
                </c:pt>
                <c:pt idx="33624">
                  <c:v>24.65</c:v>
                </c:pt>
                <c:pt idx="33625">
                  <c:v>24.65</c:v>
                </c:pt>
                <c:pt idx="33626">
                  <c:v>24.65</c:v>
                </c:pt>
                <c:pt idx="33627">
                  <c:v>24.65</c:v>
                </c:pt>
                <c:pt idx="33628">
                  <c:v>24.65</c:v>
                </c:pt>
                <c:pt idx="33629">
                  <c:v>24.6</c:v>
                </c:pt>
                <c:pt idx="33630">
                  <c:v>24.6</c:v>
                </c:pt>
                <c:pt idx="33631">
                  <c:v>24.6</c:v>
                </c:pt>
                <c:pt idx="33632">
                  <c:v>24.6</c:v>
                </c:pt>
                <c:pt idx="33633">
                  <c:v>24.6</c:v>
                </c:pt>
                <c:pt idx="33634">
                  <c:v>24.6</c:v>
                </c:pt>
                <c:pt idx="33635">
                  <c:v>24.6</c:v>
                </c:pt>
                <c:pt idx="33636">
                  <c:v>24.6</c:v>
                </c:pt>
                <c:pt idx="33637">
                  <c:v>24.6</c:v>
                </c:pt>
                <c:pt idx="33638">
                  <c:v>24.6</c:v>
                </c:pt>
                <c:pt idx="33639">
                  <c:v>24.6</c:v>
                </c:pt>
                <c:pt idx="33640">
                  <c:v>24.6</c:v>
                </c:pt>
                <c:pt idx="33641">
                  <c:v>24.6</c:v>
                </c:pt>
                <c:pt idx="33642">
                  <c:v>24.6</c:v>
                </c:pt>
                <c:pt idx="33643">
                  <c:v>24.6</c:v>
                </c:pt>
                <c:pt idx="33644">
                  <c:v>24.6</c:v>
                </c:pt>
                <c:pt idx="33645">
                  <c:v>24.6</c:v>
                </c:pt>
                <c:pt idx="33646">
                  <c:v>24.65</c:v>
                </c:pt>
                <c:pt idx="33647">
                  <c:v>24.65</c:v>
                </c:pt>
                <c:pt idx="33648">
                  <c:v>24.65</c:v>
                </c:pt>
                <c:pt idx="33649">
                  <c:v>24.65</c:v>
                </c:pt>
                <c:pt idx="33650">
                  <c:v>24.6</c:v>
                </c:pt>
                <c:pt idx="33651">
                  <c:v>24.65</c:v>
                </c:pt>
                <c:pt idx="33652">
                  <c:v>24.6</c:v>
                </c:pt>
                <c:pt idx="33653">
                  <c:v>24.6</c:v>
                </c:pt>
                <c:pt idx="33654">
                  <c:v>24.6</c:v>
                </c:pt>
                <c:pt idx="33655">
                  <c:v>24.6</c:v>
                </c:pt>
                <c:pt idx="33656">
                  <c:v>24.6</c:v>
                </c:pt>
                <c:pt idx="33657">
                  <c:v>24.6</c:v>
                </c:pt>
                <c:pt idx="33658">
                  <c:v>24.6</c:v>
                </c:pt>
                <c:pt idx="33659">
                  <c:v>24.6</c:v>
                </c:pt>
                <c:pt idx="33660">
                  <c:v>24.6</c:v>
                </c:pt>
                <c:pt idx="33661">
                  <c:v>24.6</c:v>
                </c:pt>
                <c:pt idx="33662">
                  <c:v>24.6</c:v>
                </c:pt>
                <c:pt idx="33663">
                  <c:v>24.6</c:v>
                </c:pt>
                <c:pt idx="33664">
                  <c:v>24.6</c:v>
                </c:pt>
                <c:pt idx="33665">
                  <c:v>24.65</c:v>
                </c:pt>
                <c:pt idx="33666">
                  <c:v>24.65</c:v>
                </c:pt>
                <c:pt idx="33667">
                  <c:v>24.65</c:v>
                </c:pt>
                <c:pt idx="33668">
                  <c:v>24.65</c:v>
                </c:pt>
                <c:pt idx="33669">
                  <c:v>24.65</c:v>
                </c:pt>
                <c:pt idx="33670">
                  <c:v>24.65</c:v>
                </c:pt>
                <c:pt idx="33671">
                  <c:v>24.65</c:v>
                </c:pt>
                <c:pt idx="33672">
                  <c:v>24.65</c:v>
                </c:pt>
                <c:pt idx="33673">
                  <c:v>24.65</c:v>
                </c:pt>
                <c:pt idx="33674">
                  <c:v>24.65</c:v>
                </c:pt>
                <c:pt idx="33675">
                  <c:v>24.65</c:v>
                </c:pt>
                <c:pt idx="33676">
                  <c:v>24.65</c:v>
                </c:pt>
                <c:pt idx="33677">
                  <c:v>24.65</c:v>
                </c:pt>
                <c:pt idx="33678">
                  <c:v>24.65</c:v>
                </c:pt>
                <c:pt idx="33679">
                  <c:v>24.65</c:v>
                </c:pt>
                <c:pt idx="33680">
                  <c:v>24.65</c:v>
                </c:pt>
                <c:pt idx="33681">
                  <c:v>24.65</c:v>
                </c:pt>
                <c:pt idx="33682">
                  <c:v>24.65</c:v>
                </c:pt>
                <c:pt idx="33683">
                  <c:v>24.6</c:v>
                </c:pt>
                <c:pt idx="33684">
                  <c:v>24.65</c:v>
                </c:pt>
                <c:pt idx="33685">
                  <c:v>24.65</c:v>
                </c:pt>
                <c:pt idx="33686">
                  <c:v>24.65</c:v>
                </c:pt>
                <c:pt idx="33687">
                  <c:v>24.65</c:v>
                </c:pt>
                <c:pt idx="33688">
                  <c:v>24.6</c:v>
                </c:pt>
                <c:pt idx="33689">
                  <c:v>24.65</c:v>
                </c:pt>
                <c:pt idx="33690">
                  <c:v>24.6</c:v>
                </c:pt>
                <c:pt idx="33691">
                  <c:v>24.6</c:v>
                </c:pt>
                <c:pt idx="33692">
                  <c:v>24.6</c:v>
                </c:pt>
                <c:pt idx="33693">
                  <c:v>24.65</c:v>
                </c:pt>
                <c:pt idx="33694">
                  <c:v>24.6</c:v>
                </c:pt>
                <c:pt idx="33695">
                  <c:v>24.6</c:v>
                </c:pt>
                <c:pt idx="33696">
                  <c:v>24.6</c:v>
                </c:pt>
                <c:pt idx="33697">
                  <c:v>24.6</c:v>
                </c:pt>
                <c:pt idx="33698">
                  <c:v>24.6</c:v>
                </c:pt>
                <c:pt idx="33699">
                  <c:v>24.6</c:v>
                </c:pt>
                <c:pt idx="33700">
                  <c:v>24.6</c:v>
                </c:pt>
                <c:pt idx="33701">
                  <c:v>24.6</c:v>
                </c:pt>
                <c:pt idx="33702">
                  <c:v>24.6</c:v>
                </c:pt>
                <c:pt idx="33703">
                  <c:v>24.6</c:v>
                </c:pt>
                <c:pt idx="33704">
                  <c:v>24.6</c:v>
                </c:pt>
                <c:pt idx="33705">
                  <c:v>24.6</c:v>
                </c:pt>
                <c:pt idx="33706">
                  <c:v>24.6</c:v>
                </c:pt>
                <c:pt idx="33707">
                  <c:v>24.6</c:v>
                </c:pt>
                <c:pt idx="33708">
                  <c:v>24.6</c:v>
                </c:pt>
                <c:pt idx="33709">
                  <c:v>24.6</c:v>
                </c:pt>
                <c:pt idx="33710">
                  <c:v>24.6</c:v>
                </c:pt>
                <c:pt idx="33711">
                  <c:v>24.6</c:v>
                </c:pt>
                <c:pt idx="33712">
                  <c:v>24.6</c:v>
                </c:pt>
                <c:pt idx="33713">
                  <c:v>24.6</c:v>
                </c:pt>
                <c:pt idx="33714">
                  <c:v>24.6</c:v>
                </c:pt>
                <c:pt idx="33715">
                  <c:v>24.6</c:v>
                </c:pt>
                <c:pt idx="33716">
                  <c:v>24.6</c:v>
                </c:pt>
                <c:pt idx="33717">
                  <c:v>24.6</c:v>
                </c:pt>
                <c:pt idx="33718">
                  <c:v>24.65</c:v>
                </c:pt>
                <c:pt idx="33719">
                  <c:v>24.6</c:v>
                </c:pt>
                <c:pt idx="33720">
                  <c:v>24.6</c:v>
                </c:pt>
                <c:pt idx="33721">
                  <c:v>24.65</c:v>
                </c:pt>
                <c:pt idx="33722">
                  <c:v>24.6</c:v>
                </c:pt>
                <c:pt idx="33723">
                  <c:v>24.6</c:v>
                </c:pt>
                <c:pt idx="33724">
                  <c:v>24.6</c:v>
                </c:pt>
                <c:pt idx="33725">
                  <c:v>24.6</c:v>
                </c:pt>
                <c:pt idx="33726">
                  <c:v>24.6</c:v>
                </c:pt>
                <c:pt idx="33727">
                  <c:v>24.6</c:v>
                </c:pt>
                <c:pt idx="33728">
                  <c:v>24.6</c:v>
                </c:pt>
                <c:pt idx="33729">
                  <c:v>24.6</c:v>
                </c:pt>
                <c:pt idx="33730">
                  <c:v>24.6</c:v>
                </c:pt>
                <c:pt idx="33731">
                  <c:v>24.6</c:v>
                </c:pt>
                <c:pt idx="33732">
                  <c:v>24.6</c:v>
                </c:pt>
                <c:pt idx="33733">
                  <c:v>24.6</c:v>
                </c:pt>
                <c:pt idx="33734">
                  <c:v>24.6</c:v>
                </c:pt>
                <c:pt idx="33735">
                  <c:v>24.6</c:v>
                </c:pt>
                <c:pt idx="33736">
                  <c:v>24.6</c:v>
                </c:pt>
                <c:pt idx="33737">
                  <c:v>24.6</c:v>
                </c:pt>
                <c:pt idx="33738">
                  <c:v>24.6</c:v>
                </c:pt>
                <c:pt idx="33739">
                  <c:v>24.6</c:v>
                </c:pt>
                <c:pt idx="33740">
                  <c:v>24.6</c:v>
                </c:pt>
                <c:pt idx="33741">
                  <c:v>24.6</c:v>
                </c:pt>
                <c:pt idx="33742">
                  <c:v>24.6</c:v>
                </c:pt>
                <c:pt idx="33743">
                  <c:v>24.6</c:v>
                </c:pt>
                <c:pt idx="33744">
                  <c:v>24.6</c:v>
                </c:pt>
                <c:pt idx="33745">
                  <c:v>24.6</c:v>
                </c:pt>
                <c:pt idx="33746">
                  <c:v>24.6</c:v>
                </c:pt>
                <c:pt idx="33747">
                  <c:v>24.65</c:v>
                </c:pt>
                <c:pt idx="33748">
                  <c:v>24.6</c:v>
                </c:pt>
                <c:pt idx="33749">
                  <c:v>24.65</c:v>
                </c:pt>
                <c:pt idx="33750">
                  <c:v>24.65</c:v>
                </c:pt>
                <c:pt idx="33751">
                  <c:v>24.6</c:v>
                </c:pt>
                <c:pt idx="33752">
                  <c:v>24.6</c:v>
                </c:pt>
                <c:pt idx="33753">
                  <c:v>24.65</c:v>
                </c:pt>
                <c:pt idx="33754">
                  <c:v>24.6</c:v>
                </c:pt>
                <c:pt idx="33755">
                  <c:v>24.6</c:v>
                </c:pt>
                <c:pt idx="33756">
                  <c:v>24.65</c:v>
                </c:pt>
                <c:pt idx="33757">
                  <c:v>24.65</c:v>
                </c:pt>
                <c:pt idx="33758">
                  <c:v>24.6</c:v>
                </c:pt>
                <c:pt idx="33759">
                  <c:v>24.6</c:v>
                </c:pt>
                <c:pt idx="33760">
                  <c:v>24.6</c:v>
                </c:pt>
                <c:pt idx="33761">
                  <c:v>24.65</c:v>
                </c:pt>
                <c:pt idx="33762">
                  <c:v>24.6</c:v>
                </c:pt>
                <c:pt idx="33763">
                  <c:v>24.6</c:v>
                </c:pt>
                <c:pt idx="33764">
                  <c:v>24.6</c:v>
                </c:pt>
                <c:pt idx="33765">
                  <c:v>24.65</c:v>
                </c:pt>
                <c:pt idx="33766">
                  <c:v>24.6</c:v>
                </c:pt>
                <c:pt idx="33767">
                  <c:v>24.6</c:v>
                </c:pt>
                <c:pt idx="33768">
                  <c:v>24.6</c:v>
                </c:pt>
                <c:pt idx="33769">
                  <c:v>24.65</c:v>
                </c:pt>
                <c:pt idx="33770">
                  <c:v>24.65</c:v>
                </c:pt>
                <c:pt idx="33771">
                  <c:v>24.6</c:v>
                </c:pt>
                <c:pt idx="33772">
                  <c:v>24.6</c:v>
                </c:pt>
                <c:pt idx="33773">
                  <c:v>24.6</c:v>
                </c:pt>
                <c:pt idx="33774">
                  <c:v>24.6</c:v>
                </c:pt>
                <c:pt idx="33775">
                  <c:v>24.6</c:v>
                </c:pt>
                <c:pt idx="33776">
                  <c:v>24.6</c:v>
                </c:pt>
                <c:pt idx="33777">
                  <c:v>24.6</c:v>
                </c:pt>
                <c:pt idx="33778">
                  <c:v>24.6</c:v>
                </c:pt>
                <c:pt idx="33779">
                  <c:v>24.6</c:v>
                </c:pt>
                <c:pt idx="33780">
                  <c:v>24.6</c:v>
                </c:pt>
                <c:pt idx="33781">
                  <c:v>24.6</c:v>
                </c:pt>
                <c:pt idx="33782">
                  <c:v>24.6</c:v>
                </c:pt>
                <c:pt idx="33783">
                  <c:v>24.6</c:v>
                </c:pt>
                <c:pt idx="33784">
                  <c:v>24.6</c:v>
                </c:pt>
                <c:pt idx="33785">
                  <c:v>24.6</c:v>
                </c:pt>
                <c:pt idx="33786">
                  <c:v>24.6</c:v>
                </c:pt>
                <c:pt idx="33787">
                  <c:v>24.6</c:v>
                </c:pt>
                <c:pt idx="33788">
                  <c:v>24.6</c:v>
                </c:pt>
                <c:pt idx="33789">
                  <c:v>24.6</c:v>
                </c:pt>
                <c:pt idx="33790">
                  <c:v>24.6</c:v>
                </c:pt>
                <c:pt idx="33791">
                  <c:v>24.6</c:v>
                </c:pt>
                <c:pt idx="33792">
                  <c:v>24.6</c:v>
                </c:pt>
                <c:pt idx="33793">
                  <c:v>24.6</c:v>
                </c:pt>
                <c:pt idx="33794">
                  <c:v>24.6</c:v>
                </c:pt>
                <c:pt idx="33795">
                  <c:v>24.6</c:v>
                </c:pt>
                <c:pt idx="33796">
                  <c:v>24.6</c:v>
                </c:pt>
                <c:pt idx="33797">
                  <c:v>24.6</c:v>
                </c:pt>
                <c:pt idx="33798">
                  <c:v>24.6</c:v>
                </c:pt>
                <c:pt idx="33799">
                  <c:v>24.6</c:v>
                </c:pt>
                <c:pt idx="33800">
                  <c:v>24.6</c:v>
                </c:pt>
                <c:pt idx="33801">
                  <c:v>24.6</c:v>
                </c:pt>
                <c:pt idx="33802">
                  <c:v>24.6</c:v>
                </c:pt>
                <c:pt idx="33803">
                  <c:v>24.6</c:v>
                </c:pt>
                <c:pt idx="33804">
                  <c:v>24.6</c:v>
                </c:pt>
                <c:pt idx="33805">
                  <c:v>24.6</c:v>
                </c:pt>
                <c:pt idx="33806">
                  <c:v>24.6</c:v>
                </c:pt>
                <c:pt idx="33807">
                  <c:v>24.6</c:v>
                </c:pt>
                <c:pt idx="33808">
                  <c:v>24.6</c:v>
                </c:pt>
                <c:pt idx="33809">
                  <c:v>24.6</c:v>
                </c:pt>
                <c:pt idx="33810">
                  <c:v>24.6</c:v>
                </c:pt>
                <c:pt idx="33811">
                  <c:v>24.6</c:v>
                </c:pt>
                <c:pt idx="33812">
                  <c:v>24.6</c:v>
                </c:pt>
                <c:pt idx="33813">
                  <c:v>24.6</c:v>
                </c:pt>
                <c:pt idx="33814">
                  <c:v>24.6</c:v>
                </c:pt>
                <c:pt idx="33815">
                  <c:v>24.6</c:v>
                </c:pt>
                <c:pt idx="33816">
                  <c:v>24.6</c:v>
                </c:pt>
                <c:pt idx="33817">
                  <c:v>24.6</c:v>
                </c:pt>
                <c:pt idx="33818">
                  <c:v>24.6</c:v>
                </c:pt>
                <c:pt idx="33819">
                  <c:v>24.6</c:v>
                </c:pt>
                <c:pt idx="33820">
                  <c:v>24.6</c:v>
                </c:pt>
                <c:pt idx="33821">
                  <c:v>24.6</c:v>
                </c:pt>
                <c:pt idx="33822">
                  <c:v>24.6</c:v>
                </c:pt>
                <c:pt idx="33823">
                  <c:v>24.6</c:v>
                </c:pt>
                <c:pt idx="33824">
                  <c:v>24.6</c:v>
                </c:pt>
                <c:pt idx="33825">
                  <c:v>24.6</c:v>
                </c:pt>
                <c:pt idx="33826">
                  <c:v>24.6</c:v>
                </c:pt>
                <c:pt idx="33827">
                  <c:v>24.6</c:v>
                </c:pt>
                <c:pt idx="33828">
                  <c:v>24.6</c:v>
                </c:pt>
                <c:pt idx="33829">
                  <c:v>24.6</c:v>
                </c:pt>
                <c:pt idx="33830">
                  <c:v>24.6</c:v>
                </c:pt>
                <c:pt idx="33831">
                  <c:v>24.6</c:v>
                </c:pt>
                <c:pt idx="33832">
                  <c:v>24.6</c:v>
                </c:pt>
                <c:pt idx="33833">
                  <c:v>24.6</c:v>
                </c:pt>
                <c:pt idx="33834">
                  <c:v>24.6</c:v>
                </c:pt>
                <c:pt idx="33835">
                  <c:v>24.6</c:v>
                </c:pt>
                <c:pt idx="33836">
                  <c:v>24.6</c:v>
                </c:pt>
                <c:pt idx="33837">
                  <c:v>24.6</c:v>
                </c:pt>
                <c:pt idx="33838">
                  <c:v>24.6</c:v>
                </c:pt>
                <c:pt idx="33839">
                  <c:v>24.6</c:v>
                </c:pt>
                <c:pt idx="33840">
                  <c:v>24.6</c:v>
                </c:pt>
                <c:pt idx="33841">
                  <c:v>24.6</c:v>
                </c:pt>
                <c:pt idx="33842">
                  <c:v>24.6</c:v>
                </c:pt>
                <c:pt idx="33843">
                  <c:v>24.6</c:v>
                </c:pt>
                <c:pt idx="33844">
                  <c:v>24.6</c:v>
                </c:pt>
                <c:pt idx="33845">
                  <c:v>24.6</c:v>
                </c:pt>
                <c:pt idx="33846">
                  <c:v>24.6</c:v>
                </c:pt>
                <c:pt idx="33847">
                  <c:v>24.6</c:v>
                </c:pt>
                <c:pt idx="33848">
                  <c:v>24.6</c:v>
                </c:pt>
                <c:pt idx="33849">
                  <c:v>24.6</c:v>
                </c:pt>
                <c:pt idx="33850">
                  <c:v>24.6</c:v>
                </c:pt>
                <c:pt idx="33851">
                  <c:v>24.6</c:v>
                </c:pt>
                <c:pt idx="33852">
                  <c:v>24.6</c:v>
                </c:pt>
                <c:pt idx="33853">
                  <c:v>24.6</c:v>
                </c:pt>
                <c:pt idx="33854">
                  <c:v>24.6</c:v>
                </c:pt>
                <c:pt idx="33855">
                  <c:v>24.6</c:v>
                </c:pt>
                <c:pt idx="33856">
                  <c:v>24.6</c:v>
                </c:pt>
                <c:pt idx="33857">
                  <c:v>24.6</c:v>
                </c:pt>
                <c:pt idx="33858">
                  <c:v>24.6</c:v>
                </c:pt>
                <c:pt idx="33859">
                  <c:v>24.6</c:v>
                </c:pt>
                <c:pt idx="33860">
                  <c:v>24.6</c:v>
                </c:pt>
                <c:pt idx="33861">
                  <c:v>24.6</c:v>
                </c:pt>
                <c:pt idx="33862">
                  <c:v>24.6</c:v>
                </c:pt>
                <c:pt idx="33863">
                  <c:v>24.6</c:v>
                </c:pt>
                <c:pt idx="33864">
                  <c:v>24.6</c:v>
                </c:pt>
                <c:pt idx="33865">
                  <c:v>24.6</c:v>
                </c:pt>
                <c:pt idx="33866">
                  <c:v>24.6</c:v>
                </c:pt>
                <c:pt idx="33867">
                  <c:v>24.6</c:v>
                </c:pt>
                <c:pt idx="33868">
                  <c:v>24.6</c:v>
                </c:pt>
                <c:pt idx="33869">
                  <c:v>24.6</c:v>
                </c:pt>
                <c:pt idx="33870">
                  <c:v>24.6</c:v>
                </c:pt>
                <c:pt idx="33871">
                  <c:v>24.6</c:v>
                </c:pt>
                <c:pt idx="33872">
                  <c:v>24.6</c:v>
                </c:pt>
                <c:pt idx="33873">
                  <c:v>24.6</c:v>
                </c:pt>
                <c:pt idx="33874">
                  <c:v>24.6</c:v>
                </c:pt>
                <c:pt idx="33875">
                  <c:v>24.6</c:v>
                </c:pt>
                <c:pt idx="33876">
                  <c:v>24.6</c:v>
                </c:pt>
                <c:pt idx="33877">
                  <c:v>24.6</c:v>
                </c:pt>
                <c:pt idx="33878">
                  <c:v>24.6</c:v>
                </c:pt>
                <c:pt idx="33879">
                  <c:v>24.6</c:v>
                </c:pt>
                <c:pt idx="33880">
                  <c:v>24.6</c:v>
                </c:pt>
                <c:pt idx="33881">
                  <c:v>24.6</c:v>
                </c:pt>
                <c:pt idx="33882">
                  <c:v>24.6</c:v>
                </c:pt>
                <c:pt idx="33883">
                  <c:v>24.6</c:v>
                </c:pt>
                <c:pt idx="33884">
                  <c:v>24.6</c:v>
                </c:pt>
                <c:pt idx="33885">
                  <c:v>24.6</c:v>
                </c:pt>
                <c:pt idx="33886">
                  <c:v>24.6</c:v>
                </c:pt>
                <c:pt idx="33887">
                  <c:v>24.6</c:v>
                </c:pt>
                <c:pt idx="33888">
                  <c:v>24.6</c:v>
                </c:pt>
                <c:pt idx="33889">
                  <c:v>24.6</c:v>
                </c:pt>
                <c:pt idx="33890">
                  <c:v>24.6</c:v>
                </c:pt>
                <c:pt idx="33891">
                  <c:v>24.6</c:v>
                </c:pt>
                <c:pt idx="33892">
                  <c:v>24.6</c:v>
                </c:pt>
                <c:pt idx="33893">
                  <c:v>24.6</c:v>
                </c:pt>
                <c:pt idx="33894">
                  <c:v>24.6</c:v>
                </c:pt>
                <c:pt idx="33895">
                  <c:v>24.6</c:v>
                </c:pt>
                <c:pt idx="33896">
                  <c:v>24.6</c:v>
                </c:pt>
                <c:pt idx="33897">
                  <c:v>24.6</c:v>
                </c:pt>
                <c:pt idx="33898">
                  <c:v>24.6</c:v>
                </c:pt>
                <c:pt idx="33899">
                  <c:v>24.6</c:v>
                </c:pt>
                <c:pt idx="33900">
                  <c:v>24.6</c:v>
                </c:pt>
                <c:pt idx="33901">
                  <c:v>24.6</c:v>
                </c:pt>
                <c:pt idx="33902">
                  <c:v>24.6</c:v>
                </c:pt>
                <c:pt idx="33903">
                  <c:v>24.6</c:v>
                </c:pt>
                <c:pt idx="33904">
                  <c:v>24.6</c:v>
                </c:pt>
                <c:pt idx="33905">
                  <c:v>24.6</c:v>
                </c:pt>
                <c:pt idx="33906">
                  <c:v>24.6</c:v>
                </c:pt>
                <c:pt idx="33907">
                  <c:v>24.6</c:v>
                </c:pt>
                <c:pt idx="33908">
                  <c:v>24.6</c:v>
                </c:pt>
                <c:pt idx="33909">
                  <c:v>24.6</c:v>
                </c:pt>
                <c:pt idx="33910">
                  <c:v>24.6</c:v>
                </c:pt>
                <c:pt idx="33911">
                  <c:v>24.6</c:v>
                </c:pt>
                <c:pt idx="33912">
                  <c:v>24.6</c:v>
                </c:pt>
                <c:pt idx="33913">
                  <c:v>24.6</c:v>
                </c:pt>
                <c:pt idx="33914">
                  <c:v>24.6</c:v>
                </c:pt>
                <c:pt idx="33915">
                  <c:v>24.6</c:v>
                </c:pt>
                <c:pt idx="33916">
                  <c:v>24.6</c:v>
                </c:pt>
                <c:pt idx="33917">
                  <c:v>24.6</c:v>
                </c:pt>
                <c:pt idx="33918">
                  <c:v>24.6</c:v>
                </c:pt>
                <c:pt idx="33919">
                  <c:v>24.6</c:v>
                </c:pt>
                <c:pt idx="33920">
                  <c:v>24.6</c:v>
                </c:pt>
                <c:pt idx="33921">
                  <c:v>24.6</c:v>
                </c:pt>
                <c:pt idx="33922">
                  <c:v>24.6</c:v>
                </c:pt>
                <c:pt idx="33923">
                  <c:v>24.6</c:v>
                </c:pt>
                <c:pt idx="33924">
                  <c:v>24.6</c:v>
                </c:pt>
                <c:pt idx="33925">
                  <c:v>24.6</c:v>
                </c:pt>
                <c:pt idx="33926">
                  <c:v>24.6</c:v>
                </c:pt>
                <c:pt idx="33927">
                  <c:v>24.6</c:v>
                </c:pt>
                <c:pt idx="33928">
                  <c:v>24.6</c:v>
                </c:pt>
                <c:pt idx="33929">
                  <c:v>24.6</c:v>
                </c:pt>
                <c:pt idx="33930">
                  <c:v>24.6</c:v>
                </c:pt>
                <c:pt idx="33931">
                  <c:v>24.6</c:v>
                </c:pt>
                <c:pt idx="33932">
                  <c:v>24.6</c:v>
                </c:pt>
                <c:pt idx="33933">
                  <c:v>24.6</c:v>
                </c:pt>
                <c:pt idx="33934">
                  <c:v>24.6</c:v>
                </c:pt>
                <c:pt idx="33935">
                  <c:v>24.6</c:v>
                </c:pt>
                <c:pt idx="33936">
                  <c:v>24.6</c:v>
                </c:pt>
                <c:pt idx="33937">
                  <c:v>24.6</c:v>
                </c:pt>
                <c:pt idx="33938">
                  <c:v>24.6</c:v>
                </c:pt>
                <c:pt idx="33939">
                  <c:v>24.6</c:v>
                </c:pt>
                <c:pt idx="33940">
                  <c:v>24.6</c:v>
                </c:pt>
                <c:pt idx="33941">
                  <c:v>24.6</c:v>
                </c:pt>
                <c:pt idx="33942">
                  <c:v>24.6</c:v>
                </c:pt>
                <c:pt idx="33943">
                  <c:v>24.6</c:v>
                </c:pt>
                <c:pt idx="33944">
                  <c:v>24.6</c:v>
                </c:pt>
                <c:pt idx="33945">
                  <c:v>24.6</c:v>
                </c:pt>
                <c:pt idx="33946">
                  <c:v>24.6</c:v>
                </c:pt>
                <c:pt idx="33947">
                  <c:v>24.6</c:v>
                </c:pt>
                <c:pt idx="33948">
                  <c:v>24.6</c:v>
                </c:pt>
                <c:pt idx="33949">
                  <c:v>24.6</c:v>
                </c:pt>
                <c:pt idx="33950">
                  <c:v>24.6</c:v>
                </c:pt>
                <c:pt idx="33951">
                  <c:v>24.6</c:v>
                </c:pt>
                <c:pt idx="33952">
                  <c:v>24.6</c:v>
                </c:pt>
                <c:pt idx="33953">
                  <c:v>24.6</c:v>
                </c:pt>
                <c:pt idx="33954">
                  <c:v>24.6</c:v>
                </c:pt>
                <c:pt idx="33955">
                  <c:v>24.6</c:v>
                </c:pt>
                <c:pt idx="33956">
                  <c:v>24.6</c:v>
                </c:pt>
                <c:pt idx="33957">
                  <c:v>24.6</c:v>
                </c:pt>
                <c:pt idx="33958">
                  <c:v>24.6</c:v>
                </c:pt>
                <c:pt idx="33959">
                  <c:v>24.6</c:v>
                </c:pt>
                <c:pt idx="33960">
                  <c:v>24.6</c:v>
                </c:pt>
                <c:pt idx="33961">
                  <c:v>24.6</c:v>
                </c:pt>
                <c:pt idx="33962">
                  <c:v>24.6</c:v>
                </c:pt>
                <c:pt idx="33963">
                  <c:v>24.6</c:v>
                </c:pt>
                <c:pt idx="33964">
                  <c:v>24.6</c:v>
                </c:pt>
                <c:pt idx="33965">
                  <c:v>24.6</c:v>
                </c:pt>
                <c:pt idx="33966">
                  <c:v>24.6</c:v>
                </c:pt>
                <c:pt idx="33967">
                  <c:v>24.6</c:v>
                </c:pt>
                <c:pt idx="33968">
                  <c:v>24.6</c:v>
                </c:pt>
                <c:pt idx="33969">
                  <c:v>24.6</c:v>
                </c:pt>
                <c:pt idx="33970">
                  <c:v>24.6</c:v>
                </c:pt>
                <c:pt idx="33971">
                  <c:v>24.6</c:v>
                </c:pt>
                <c:pt idx="33972">
                  <c:v>24.6</c:v>
                </c:pt>
                <c:pt idx="33973">
                  <c:v>24.6</c:v>
                </c:pt>
                <c:pt idx="33974">
                  <c:v>24.65</c:v>
                </c:pt>
                <c:pt idx="33975">
                  <c:v>24.6</c:v>
                </c:pt>
                <c:pt idx="33976">
                  <c:v>24.6</c:v>
                </c:pt>
                <c:pt idx="33977">
                  <c:v>24.6</c:v>
                </c:pt>
                <c:pt idx="33978">
                  <c:v>24.6</c:v>
                </c:pt>
                <c:pt idx="33979">
                  <c:v>24.6</c:v>
                </c:pt>
                <c:pt idx="33980">
                  <c:v>24.6</c:v>
                </c:pt>
                <c:pt idx="33981">
                  <c:v>24.6</c:v>
                </c:pt>
                <c:pt idx="33982">
                  <c:v>24.6</c:v>
                </c:pt>
                <c:pt idx="33983">
                  <c:v>24.6</c:v>
                </c:pt>
                <c:pt idx="33984">
                  <c:v>24.6</c:v>
                </c:pt>
                <c:pt idx="33985">
                  <c:v>24.6</c:v>
                </c:pt>
                <c:pt idx="33986">
                  <c:v>24.6</c:v>
                </c:pt>
                <c:pt idx="33987">
                  <c:v>24.6</c:v>
                </c:pt>
                <c:pt idx="33988">
                  <c:v>24.6</c:v>
                </c:pt>
                <c:pt idx="33989">
                  <c:v>24.6</c:v>
                </c:pt>
                <c:pt idx="33990">
                  <c:v>24.6</c:v>
                </c:pt>
                <c:pt idx="33991">
                  <c:v>24.6</c:v>
                </c:pt>
                <c:pt idx="33992">
                  <c:v>24.6</c:v>
                </c:pt>
                <c:pt idx="33993">
                  <c:v>24.6</c:v>
                </c:pt>
                <c:pt idx="33994">
                  <c:v>24.6</c:v>
                </c:pt>
                <c:pt idx="33995">
                  <c:v>24.6</c:v>
                </c:pt>
                <c:pt idx="33996">
                  <c:v>24.6</c:v>
                </c:pt>
                <c:pt idx="33997">
                  <c:v>24.6</c:v>
                </c:pt>
                <c:pt idx="33998">
                  <c:v>24.6</c:v>
                </c:pt>
                <c:pt idx="33999">
                  <c:v>24.6</c:v>
                </c:pt>
                <c:pt idx="34000">
                  <c:v>24.6</c:v>
                </c:pt>
                <c:pt idx="34001">
                  <c:v>24.6</c:v>
                </c:pt>
                <c:pt idx="34002">
                  <c:v>24.6</c:v>
                </c:pt>
                <c:pt idx="34003">
                  <c:v>24.6</c:v>
                </c:pt>
                <c:pt idx="34004">
                  <c:v>24.6</c:v>
                </c:pt>
                <c:pt idx="34005">
                  <c:v>24.6</c:v>
                </c:pt>
                <c:pt idx="34006">
                  <c:v>24.6</c:v>
                </c:pt>
                <c:pt idx="34007">
                  <c:v>24.6</c:v>
                </c:pt>
                <c:pt idx="34008">
                  <c:v>24.6</c:v>
                </c:pt>
                <c:pt idx="34009">
                  <c:v>24.6</c:v>
                </c:pt>
                <c:pt idx="34010">
                  <c:v>24.6</c:v>
                </c:pt>
                <c:pt idx="34011">
                  <c:v>24.6</c:v>
                </c:pt>
                <c:pt idx="34012">
                  <c:v>24.6</c:v>
                </c:pt>
                <c:pt idx="34013">
                  <c:v>24.6</c:v>
                </c:pt>
                <c:pt idx="34014">
                  <c:v>24.6</c:v>
                </c:pt>
                <c:pt idx="34015">
                  <c:v>24.6</c:v>
                </c:pt>
                <c:pt idx="34016">
                  <c:v>24.6</c:v>
                </c:pt>
                <c:pt idx="34017">
                  <c:v>24.6</c:v>
                </c:pt>
                <c:pt idx="34018">
                  <c:v>24.6</c:v>
                </c:pt>
                <c:pt idx="34019">
                  <c:v>24.6</c:v>
                </c:pt>
                <c:pt idx="34020">
                  <c:v>24.6</c:v>
                </c:pt>
                <c:pt idx="34021">
                  <c:v>24.6</c:v>
                </c:pt>
                <c:pt idx="34022">
                  <c:v>24.6</c:v>
                </c:pt>
                <c:pt idx="34023">
                  <c:v>24.6</c:v>
                </c:pt>
                <c:pt idx="34024">
                  <c:v>24.6</c:v>
                </c:pt>
                <c:pt idx="34025">
                  <c:v>24.6</c:v>
                </c:pt>
                <c:pt idx="34026">
                  <c:v>24.6</c:v>
                </c:pt>
                <c:pt idx="34027">
                  <c:v>24.6</c:v>
                </c:pt>
                <c:pt idx="34028">
                  <c:v>24.6</c:v>
                </c:pt>
                <c:pt idx="34029">
                  <c:v>24.6</c:v>
                </c:pt>
                <c:pt idx="34030">
                  <c:v>24.6</c:v>
                </c:pt>
                <c:pt idx="34031">
                  <c:v>24.6</c:v>
                </c:pt>
                <c:pt idx="34032">
                  <c:v>24.6</c:v>
                </c:pt>
                <c:pt idx="34033">
                  <c:v>24.6</c:v>
                </c:pt>
                <c:pt idx="34034">
                  <c:v>24.6</c:v>
                </c:pt>
                <c:pt idx="34035">
                  <c:v>24.6</c:v>
                </c:pt>
                <c:pt idx="34036">
                  <c:v>24.6</c:v>
                </c:pt>
                <c:pt idx="34037">
                  <c:v>24.6</c:v>
                </c:pt>
                <c:pt idx="34038">
                  <c:v>24.6</c:v>
                </c:pt>
                <c:pt idx="34039">
                  <c:v>24.6</c:v>
                </c:pt>
                <c:pt idx="34040">
                  <c:v>24.6</c:v>
                </c:pt>
                <c:pt idx="34041">
                  <c:v>24.6</c:v>
                </c:pt>
                <c:pt idx="34042">
                  <c:v>24.6</c:v>
                </c:pt>
                <c:pt idx="34043">
                  <c:v>24.6</c:v>
                </c:pt>
                <c:pt idx="34044">
                  <c:v>24.6</c:v>
                </c:pt>
                <c:pt idx="34045">
                  <c:v>24.6</c:v>
                </c:pt>
                <c:pt idx="34046">
                  <c:v>24.6</c:v>
                </c:pt>
                <c:pt idx="34047">
                  <c:v>24.6</c:v>
                </c:pt>
                <c:pt idx="34048">
                  <c:v>24.6</c:v>
                </c:pt>
                <c:pt idx="34049">
                  <c:v>24.6</c:v>
                </c:pt>
                <c:pt idx="34050">
                  <c:v>24.6</c:v>
                </c:pt>
                <c:pt idx="34051">
                  <c:v>24.6</c:v>
                </c:pt>
                <c:pt idx="34052">
                  <c:v>24.6</c:v>
                </c:pt>
                <c:pt idx="34053">
                  <c:v>24.6</c:v>
                </c:pt>
                <c:pt idx="34054">
                  <c:v>24.6</c:v>
                </c:pt>
                <c:pt idx="34055">
                  <c:v>24.6</c:v>
                </c:pt>
                <c:pt idx="34056">
                  <c:v>24.6</c:v>
                </c:pt>
                <c:pt idx="34057">
                  <c:v>24.6</c:v>
                </c:pt>
                <c:pt idx="34058">
                  <c:v>24.6</c:v>
                </c:pt>
                <c:pt idx="34059">
                  <c:v>24.6</c:v>
                </c:pt>
                <c:pt idx="34060">
                  <c:v>24.6</c:v>
                </c:pt>
                <c:pt idx="34061">
                  <c:v>24.6</c:v>
                </c:pt>
                <c:pt idx="34062">
                  <c:v>24.6</c:v>
                </c:pt>
                <c:pt idx="34063">
                  <c:v>24.6</c:v>
                </c:pt>
                <c:pt idx="34064">
                  <c:v>24.6</c:v>
                </c:pt>
                <c:pt idx="34065">
                  <c:v>24.6</c:v>
                </c:pt>
                <c:pt idx="34066">
                  <c:v>24.6</c:v>
                </c:pt>
                <c:pt idx="34067">
                  <c:v>24.6</c:v>
                </c:pt>
                <c:pt idx="34068">
                  <c:v>24.6</c:v>
                </c:pt>
                <c:pt idx="34069">
                  <c:v>24.6</c:v>
                </c:pt>
                <c:pt idx="34070">
                  <c:v>24.6</c:v>
                </c:pt>
                <c:pt idx="34071">
                  <c:v>24.6</c:v>
                </c:pt>
                <c:pt idx="34072">
                  <c:v>24.6</c:v>
                </c:pt>
                <c:pt idx="34073">
                  <c:v>24.6</c:v>
                </c:pt>
                <c:pt idx="34074">
                  <c:v>24.6</c:v>
                </c:pt>
                <c:pt idx="34075">
                  <c:v>24.6</c:v>
                </c:pt>
                <c:pt idx="34076">
                  <c:v>24.6</c:v>
                </c:pt>
                <c:pt idx="34077">
                  <c:v>24.6</c:v>
                </c:pt>
                <c:pt idx="34078">
                  <c:v>24.6</c:v>
                </c:pt>
                <c:pt idx="34079">
                  <c:v>24.6</c:v>
                </c:pt>
                <c:pt idx="34080">
                  <c:v>24.6</c:v>
                </c:pt>
                <c:pt idx="34081">
                  <c:v>24.6</c:v>
                </c:pt>
                <c:pt idx="34082">
                  <c:v>24.6</c:v>
                </c:pt>
                <c:pt idx="34083">
                  <c:v>24.6</c:v>
                </c:pt>
                <c:pt idx="34084">
                  <c:v>24.6</c:v>
                </c:pt>
                <c:pt idx="34085">
                  <c:v>24.6</c:v>
                </c:pt>
                <c:pt idx="34086">
                  <c:v>24.6</c:v>
                </c:pt>
                <c:pt idx="34087">
                  <c:v>24.6</c:v>
                </c:pt>
                <c:pt idx="34088">
                  <c:v>24.6</c:v>
                </c:pt>
                <c:pt idx="34089">
                  <c:v>24.6</c:v>
                </c:pt>
                <c:pt idx="34090">
                  <c:v>24.6</c:v>
                </c:pt>
                <c:pt idx="34091">
                  <c:v>24.6</c:v>
                </c:pt>
                <c:pt idx="34092">
                  <c:v>24.6</c:v>
                </c:pt>
                <c:pt idx="34093">
                  <c:v>24.6</c:v>
                </c:pt>
                <c:pt idx="34094">
                  <c:v>24.6</c:v>
                </c:pt>
                <c:pt idx="34095">
                  <c:v>24.6</c:v>
                </c:pt>
                <c:pt idx="34096">
                  <c:v>24.6</c:v>
                </c:pt>
                <c:pt idx="34097">
                  <c:v>24.6</c:v>
                </c:pt>
                <c:pt idx="34098">
                  <c:v>24.6</c:v>
                </c:pt>
                <c:pt idx="34099">
                  <c:v>24.6</c:v>
                </c:pt>
                <c:pt idx="34100">
                  <c:v>24.6</c:v>
                </c:pt>
                <c:pt idx="34101">
                  <c:v>24.6</c:v>
                </c:pt>
                <c:pt idx="34102">
                  <c:v>24.6</c:v>
                </c:pt>
                <c:pt idx="34103">
                  <c:v>24.6</c:v>
                </c:pt>
                <c:pt idx="34104">
                  <c:v>24.6</c:v>
                </c:pt>
                <c:pt idx="34105">
                  <c:v>24.6</c:v>
                </c:pt>
                <c:pt idx="34106">
                  <c:v>24.6</c:v>
                </c:pt>
                <c:pt idx="34107">
                  <c:v>24.6</c:v>
                </c:pt>
                <c:pt idx="34108">
                  <c:v>24.6</c:v>
                </c:pt>
                <c:pt idx="34109">
                  <c:v>24.6</c:v>
                </c:pt>
                <c:pt idx="34110">
                  <c:v>24.6</c:v>
                </c:pt>
                <c:pt idx="34111">
                  <c:v>24.6</c:v>
                </c:pt>
                <c:pt idx="34112">
                  <c:v>24.6</c:v>
                </c:pt>
                <c:pt idx="34113">
                  <c:v>24.6</c:v>
                </c:pt>
                <c:pt idx="34114">
                  <c:v>24.6</c:v>
                </c:pt>
                <c:pt idx="34115">
                  <c:v>24.6</c:v>
                </c:pt>
                <c:pt idx="34116">
                  <c:v>24.6</c:v>
                </c:pt>
                <c:pt idx="34117">
                  <c:v>24.6</c:v>
                </c:pt>
                <c:pt idx="34118">
                  <c:v>24.6</c:v>
                </c:pt>
                <c:pt idx="34119">
                  <c:v>24.6</c:v>
                </c:pt>
                <c:pt idx="34120">
                  <c:v>24.6</c:v>
                </c:pt>
                <c:pt idx="34121">
                  <c:v>24.6</c:v>
                </c:pt>
                <c:pt idx="34122">
                  <c:v>24.6</c:v>
                </c:pt>
                <c:pt idx="34123">
                  <c:v>24.6</c:v>
                </c:pt>
                <c:pt idx="34124">
                  <c:v>24.6</c:v>
                </c:pt>
                <c:pt idx="34125">
                  <c:v>24.6</c:v>
                </c:pt>
                <c:pt idx="34126">
                  <c:v>24.6</c:v>
                </c:pt>
                <c:pt idx="34127">
                  <c:v>24.6</c:v>
                </c:pt>
                <c:pt idx="34128">
                  <c:v>24.6</c:v>
                </c:pt>
                <c:pt idx="34129">
                  <c:v>24.6</c:v>
                </c:pt>
                <c:pt idx="34130">
                  <c:v>24.6</c:v>
                </c:pt>
                <c:pt idx="34131">
                  <c:v>24.6</c:v>
                </c:pt>
                <c:pt idx="34132">
                  <c:v>24.6</c:v>
                </c:pt>
                <c:pt idx="34133">
                  <c:v>24.6</c:v>
                </c:pt>
                <c:pt idx="34134">
                  <c:v>24.6</c:v>
                </c:pt>
                <c:pt idx="34135">
                  <c:v>24.6</c:v>
                </c:pt>
                <c:pt idx="34136">
                  <c:v>24.6</c:v>
                </c:pt>
                <c:pt idx="34137">
                  <c:v>24.6</c:v>
                </c:pt>
                <c:pt idx="34138">
                  <c:v>24.6</c:v>
                </c:pt>
                <c:pt idx="34139">
                  <c:v>24.6</c:v>
                </c:pt>
                <c:pt idx="34140">
                  <c:v>24.6</c:v>
                </c:pt>
                <c:pt idx="34141">
                  <c:v>24.6</c:v>
                </c:pt>
                <c:pt idx="34142">
                  <c:v>24.6</c:v>
                </c:pt>
                <c:pt idx="34143">
                  <c:v>24.6</c:v>
                </c:pt>
                <c:pt idx="34144">
                  <c:v>24.6</c:v>
                </c:pt>
                <c:pt idx="34145">
                  <c:v>24.6</c:v>
                </c:pt>
                <c:pt idx="34146">
                  <c:v>24.6</c:v>
                </c:pt>
                <c:pt idx="34147">
                  <c:v>24.6</c:v>
                </c:pt>
                <c:pt idx="34148">
                  <c:v>24.6</c:v>
                </c:pt>
                <c:pt idx="34149">
                  <c:v>24.6</c:v>
                </c:pt>
                <c:pt idx="34150">
                  <c:v>24.6</c:v>
                </c:pt>
                <c:pt idx="34151">
                  <c:v>24.6</c:v>
                </c:pt>
                <c:pt idx="34152">
                  <c:v>24.6</c:v>
                </c:pt>
                <c:pt idx="34153">
                  <c:v>24.6</c:v>
                </c:pt>
                <c:pt idx="34154">
                  <c:v>24.6</c:v>
                </c:pt>
                <c:pt idx="34155">
                  <c:v>24.6</c:v>
                </c:pt>
                <c:pt idx="34156">
                  <c:v>24.6</c:v>
                </c:pt>
                <c:pt idx="34157">
                  <c:v>24.6</c:v>
                </c:pt>
                <c:pt idx="34158">
                  <c:v>24.6</c:v>
                </c:pt>
                <c:pt idx="34159">
                  <c:v>24.6</c:v>
                </c:pt>
                <c:pt idx="34160">
                  <c:v>24.6</c:v>
                </c:pt>
                <c:pt idx="34161">
                  <c:v>24.6</c:v>
                </c:pt>
                <c:pt idx="34162">
                  <c:v>24.6</c:v>
                </c:pt>
                <c:pt idx="34163">
                  <c:v>24.6</c:v>
                </c:pt>
                <c:pt idx="34164">
                  <c:v>24.6</c:v>
                </c:pt>
                <c:pt idx="34165">
                  <c:v>24.6</c:v>
                </c:pt>
                <c:pt idx="34166">
                  <c:v>24.6</c:v>
                </c:pt>
                <c:pt idx="34167">
                  <c:v>24.6</c:v>
                </c:pt>
                <c:pt idx="34168">
                  <c:v>24.6</c:v>
                </c:pt>
                <c:pt idx="34169">
                  <c:v>24.6</c:v>
                </c:pt>
                <c:pt idx="34170">
                  <c:v>24.6</c:v>
                </c:pt>
                <c:pt idx="34171">
                  <c:v>24.6</c:v>
                </c:pt>
                <c:pt idx="34172">
                  <c:v>24.6</c:v>
                </c:pt>
                <c:pt idx="34173">
                  <c:v>24.6</c:v>
                </c:pt>
                <c:pt idx="34174">
                  <c:v>24.6</c:v>
                </c:pt>
                <c:pt idx="34175">
                  <c:v>24.6</c:v>
                </c:pt>
                <c:pt idx="34176">
                  <c:v>24.6</c:v>
                </c:pt>
                <c:pt idx="34177">
                  <c:v>24.6</c:v>
                </c:pt>
                <c:pt idx="34178">
                  <c:v>24.6</c:v>
                </c:pt>
                <c:pt idx="34179">
                  <c:v>24.6</c:v>
                </c:pt>
                <c:pt idx="34180">
                  <c:v>24.6</c:v>
                </c:pt>
                <c:pt idx="34181">
                  <c:v>24.6</c:v>
                </c:pt>
                <c:pt idx="34182">
                  <c:v>24.6</c:v>
                </c:pt>
                <c:pt idx="34183">
                  <c:v>24.6</c:v>
                </c:pt>
                <c:pt idx="34184">
                  <c:v>24.6</c:v>
                </c:pt>
                <c:pt idx="34185">
                  <c:v>24.6</c:v>
                </c:pt>
                <c:pt idx="34186">
                  <c:v>24.6</c:v>
                </c:pt>
                <c:pt idx="34187">
                  <c:v>24.6</c:v>
                </c:pt>
                <c:pt idx="34188">
                  <c:v>24.6</c:v>
                </c:pt>
                <c:pt idx="34189">
                  <c:v>24.6</c:v>
                </c:pt>
                <c:pt idx="34190">
                  <c:v>24.6</c:v>
                </c:pt>
                <c:pt idx="34191">
                  <c:v>24.6</c:v>
                </c:pt>
                <c:pt idx="34192">
                  <c:v>24.6</c:v>
                </c:pt>
                <c:pt idx="34193">
                  <c:v>24.6</c:v>
                </c:pt>
                <c:pt idx="34194">
                  <c:v>24.6</c:v>
                </c:pt>
                <c:pt idx="34195">
                  <c:v>24.6</c:v>
                </c:pt>
                <c:pt idx="34196">
                  <c:v>24.6</c:v>
                </c:pt>
                <c:pt idx="34197">
                  <c:v>24.6</c:v>
                </c:pt>
                <c:pt idx="34198">
                  <c:v>24.6</c:v>
                </c:pt>
                <c:pt idx="34199">
                  <c:v>24.6</c:v>
                </c:pt>
                <c:pt idx="34200">
                  <c:v>24.6</c:v>
                </c:pt>
                <c:pt idx="34201">
                  <c:v>24.6</c:v>
                </c:pt>
                <c:pt idx="34202">
                  <c:v>24.6</c:v>
                </c:pt>
                <c:pt idx="34203">
                  <c:v>24.6</c:v>
                </c:pt>
                <c:pt idx="34204">
                  <c:v>24.6</c:v>
                </c:pt>
                <c:pt idx="34205">
                  <c:v>24.6</c:v>
                </c:pt>
                <c:pt idx="34206">
                  <c:v>24.6</c:v>
                </c:pt>
                <c:pt idx="34207">
                  <c:v>24.6</c:v>
                </c:pt>
                <c:pt idx="34208">
                  <c:v>24.6</c:v>
                </c:pt>
                <c:pt idx="34209">
                  <c:v>24.6</c:v>
                </c:pt>
                <c:pt idx="34210">
                  <c:v>24.6</c:v>
                </c:pt>
                <c:pt idx="34211">
                  <c:v>24.6</c:v>
                </c:pt>
                <c:pt idx="34212">
                  <c:v>24.6</c:v>
                </c:pt>
                <c:pt idx="34213">
                  <c:v>24.6</c:v>
                </c:pt>
                <c:pt idx="34214">
                  <c:v>24.6</c:v>
                </c:pt>
                <c:pt idx="34215">
                  <c:v>24.6</c:v>
                </c:pt>
                <c:pt idx="34216">
                  <c:v>24.6</c:v>
                </c:pt>
                <c:pt idx="34217">
                  <c:v>24.6</c:v>
                </c:pt>
                <c:pt idx="34218">
                  <c:v>24.6</c:v>
                </c:pt>
                <c:pt idx="34219">
                  <c:v>24.6</c:v>
                </c:pt>
                <c:pt idx="34220">
                  <c:v>24.6</c:v>
                </c:pt>
                <c:pt idx="34221">
                  <c:v>24.6</c:v>
                </c:pt>
                <c:pt idx="34222">
                  <c:v>24.6</c:v>
                </c:pt>
                <c:pt idx="34223">
                  <c:v>24.6</c:v>
                </c:pt>
                <c:pt idx="34224">
                  <c:v>24.6</c:v>
                </c:pt>
                <c:pt idx="34225">
                  <c:v>24.6</c:v>
                </c:pt>
                <c:pt idx="34226">
                  <c:v>24.6</c:v>
                </c:pt>
                <c:pt idx="34227">
                  <c:v>24.6</c:v>
                </c:pt>
                <c:pt idx="34228">
                  <c:v>24.6</c:v>
                </c:pt>
                <c:pt idx="34229">
                  <c:v>24.6</c:v>
                </c:pt>
                <c:pt idx="34230">
                  <c:v>24.6</c:v>
                </c:pt>
                <c:pt idx="34231">
                  <c:v>24.6</c:v>
                </c:pt>
                <c:pt idx="34232">
                  <c:v>24.6</c:v>
                </c:pt>
                <c:pt idx="34233">
                  <c:v>24.6</c:v>
                </c:pt>
                <c:pt idx="34234">
                  <c:v>24.6</c:v>
                </c:pt>
                <c:pt idx="34235">
                  <c:v>24.6</c:v>
                </c:pt>
                <c:pt idx="34236">
                  <c:v>24.6</c:v>
                </c:pt>
                <c:pt idx="34237">
                  <c:v>24.6</c:v>
                </c:pt>
                <c:pt idx="34238">
                  <c:v>24.6</c:v>
                </c:pt>
                <c:pt idx="34239">
                  <c:v>24.6</c:v>
                </c:pt>
                <c:pt idx="34240">
                  <c:v>24.6</c:v>
                </c:pt>
                <c:pt idx="34241">
                  <c:v>24.6</c:v>
                </c:pt>
                <c:pt idx="34242">
                  <c:v>24.6</c:v>
                </c:pt>
                <c:pt idx="34243">
                  <c:v>24.6</c:v>
                </c:pt>
                <c:pt idx="34244">
                  <c:v>24.6</c:v>
                </c:pt>
                <c:pt idx="34245">
                  <c:v>24.6</c:v>
                </c:pt>
                <c:pt idx="34246">
                  <c:v>24.6</c:v>
                </c:pt>
                <c:pt idx="34247">
                  <c:v>24.6</c:v>
                </c:pt>
                <c:pt idx="34248">
                  <c:v>24.6</c:v>
                </c:pt>
                <c:pt idx="34249">
                  <c:v>24.6</c:v>
                </c:pt>
                <c:pt idx="34250">
                  <c:v>24.6</c:v>
                </c:pt>
                <c:pt idx="34251">
                  <c:v>24.6</c:v>
                </c:pt>
                <c:pt idx="34252">
                  <c:v>24.6</c:v>
                </c:pt>
                <c:pt idx="34253">
                  <c:v>24.6</c:v>
                </c:pt>
                <c:pt idx="34254">
                  <c:v>24.6</c:v>
                </c:pt>
                <c:pt idx="34255">
                  <c:v>24.6</c:v>
                </c:pt>
                <c:pt idx="34256">
                  <c:v>24.6</c:v>
                </c:pt>
                <c:pt idx="34257">
                  <c:v>24.6</c:v>
                </c:pt>
                <c:pt idx="34258">
                  <c:v>24.6</c:v>
                </c:pt>
                <c:pt idx="34259">
                  <c:v>24.6</c:v>
                </c:pt>
                <c:pt idx="34260">
                  <c:v>24.6</c:v>
                </c:pt>
                <c:pt idx="34261">
                  <c:v>24.6</c:v>
                </c:pt>
                <c:pt idx="34262">
                  <c:v>24.6</c:v>
                </c:pt>
                <c:pt idx="34263">
                  <c:v>24.6</c:v>
                </c:pt>
                <c:pt idx="34264">
                  <c:v>24.6</c:v>
                </c:pt>
                <c:pt idx="34265">
                  <c:v>24.6</c:v>
                </c:pt>
                <c:pt idx="34266">
                  <c:v>24.6</c:v>
                </c:pt>
                <c:pt idx="34267">
                  <c:v>24.6</c:v>
                </c:pt>
                <c:pt idx="34268">
                  <c:v>24.6</c:v>
                </c:pt>
                <c:pt idx="34269">
                  <c:v>24.6</c:v>
                </c:pt>
                <c:pt idx="34270">
                  <c:v>24.6</c:v>
                </c:pt>
                <c:pt idx="34271">
                  <c:v>24.6</c:v>
                </c:pt>
                <c:pt idx="34272">
                  <c:v>24.6</c:v>
                </c:pt>
                <c:pt idx="34273">
                  <c:v>24.6</c:v>
                </c:pt>
                <c:pt idx="34274">
                  <c:v>24.6</c:v>
                </c:pt>
                <c:pt idx="34275">
                  <c:v>24.6</c:v>
                </c:pt>
                <c:pt idx="34276">
                  <c:v>24.6</c:v>
                </c:pt>
                <c:pt idx="34277">
                  <c:v>24.6</c:v>
                </c:pt>
                <c:pt idx="34278">
                  <c:v>24.6</c:v>
                </c:pt>
                <c:pt idx="34279">
                  <c:v>24.6</c:v>
                </c:pt>
                <c:pt idx="34280">
                  <c:v>24.6</c:v>
                </c:pt>
                <c:pt idx="34281">
                  <c:v>24.6</c:v>
                </c:pt>
                <c:pt idx="34282">
                  <c:v>24.6</c:v>
                </c:pt>
                <c:pt idx="34283">
                  <c:v>24.6</c:v>
                </c:pt>
                <c:pt idx="34284">
                  <c:v>24.6</c:v>
                </c:pt>
                <c:pt idx="34285">
                  <c:v>24.6</c:v>
                </c:pt>
                <c:pt idx="34286">
                  <c:v>24.6</c:v>
                </c:pt>
                <c:pt idx="34287">
                  <c:v>24.6</c:v>
                </c:pt>
                <c:pt idx="34288">
                  <c:v>24.6</c:v>
                </c:pt>
                <c:pt idx="34289">
                  <c:v>24.6</c:v>
                </c:pt>
                <c:pt idx="34290">
                  <c:v>24.6</c:v>
                </c:pt>
                <c:pt idx="34291">
                  <c:v>24.6</c:v>
                </c:pt>
                <c:pt idx="34292">
                  <c:v>24.6</c:v>
                </c:pt>
                <c:pt idx="34293">
                  <c:v>24.6</c:v>
                </c:pt>
                <c:pt idx="34294">
                  <c:v>24.6</c:v>
                </c:pt>
                <c:pt idx="34295">
                  <c:v>24.6</c:v>
                </c:pt>
                <c:pt idx="34296">
                  <c:v>24.6</c:v>
                </c:pt>
                <c:pt idx="34297">
                  <c:v>24.6</c:v>
                </c:pt>
                <c:pt idx="34298">
                  <c:v>24.6</c:v>
                </c:pt>
                <c:pt idx="34299">
                  <c:v>24.6</c:v>
                </c:pt>
                <c:pt idx="34300">
                  <c:v>24.6</c:v>
                </c:pt>
                <c:pt idx="34301">
                  <c:v>24.6</c:v>
                </c:pt>
                <c:pt idx="34302">
                  <c:v>24.6</c:v>
                </c:pt>
                <c:pt idx="34303">
                  <c:v>24.6</c:v>
                </c:pt>
                <c:pt idx="34304">
                  <c:v>24.6</c:v>
                </c:pt>
                <c:pt idx="34305">
                  <c:v>24.6</c:v>
                </c:pt>
                <c:pt idx="34306">
                  <c:v>24.6</c:v>
                </c:pt>
                <c:pt idx="34307">
                  <c:v>24.6</c:v>
                </c:pt>
                <c:pt idx="34308">
                  <c:v>24.6</c:v>
                </c:pt>
                <c:pt idx="34309">
                  <c:v>24.6</c:v>
                </c:pt>
                <c:pt idx="34310">
                  <c:v>24.6</c:v>
                </c:pt>
                <c:pt idx="34311">
                  <c:v>24.6</c:v>
                </c:pt>
                <c:pt idx="34312">
                  <c:v>24.6</c:v>
                </c:pt>
                <c:pt idx="34313">
                  <c:v>24.6</c:v>
                </c:pt>
                <c:pt idx="34314">
                  <c:v>24.6</c:v>
                </c:pt>
                <c:pt idx="34315">
                  <c:v>24.6</c:v>
                </c:pt>
                <c:pt idx="34316">
                  <c:v>24.6</c:v>
                </c:pt>
                <c:pt idx="34317">
                  <c:v>24.6</c:v>
                </c:pt>
                <c:pt idx="34318">
                  <c:v>24.6</c:v>
                </c:pt>
                <c:pt idx="34319">
                  <c:v>24.6</c:v>
                </c:pt>
                <c:pt idx="34320">
                  <c:v>24.6</c:v>
                </c:pt>
                <c:pt idx="34321">
                  <c:v>24.6</c:v>
                </c:pt>
                <c:pt idx="34322">
                  <c:v>24.6</c:v>
                </c:pt>
                <c:pt idx="34323">
                  <c:v>24.6</c:v>
                </c:pt>
                <c:pt idx="34324">
                  <c:v>24.6</c:v>
                </c:pt>
                <c:pt idx="34325">
                  <c:v>24.6</c:v>
                </c:pt>
                <c:pt idx="34326">
                  <c:v>24.6</c:v>
                </c:pt>
                <c:pt idx="34327">
                  <c:v>24.6</c:v>
                </c:pt>
                <c:pt idx="34328">
                  <c:v>24.6</c:v>
                </c:pt>
                <c:pt idx="34329">
                  <c:v>24.6</c:v>
                </c:pt>
                <c:pt idx="34330">
                  <c:v>24.6</c:v>
                </c:pt>
                <c:pt idx="34331">
                  <c:v>24.6</c:v>
                </c:pt>
                <c:pt idx="34332">
                  <c:v>24.6</c:v>
                </c:pt>
                <c:pt idx="34333">
                  <c:v>24.6</c:v>
                </c:pt>
                <c:pt idx="34334">
                  <c:v>24.6</c:v>
                </c:pt>
                <c:pt idx="34335">
                  <c:v>24.6</c:v>
                </c:pt>
                <c:pt idx="34336">
                  <c:v>24.6</c:v>
                </c:pt>
                <c:pt idx="34337">
                  <c:v>24.6</c:v>
                </c:pt>
                <c:pt idx="34338">
                  <c:v>24.6</c:v>
                </c:pt>
                <c:pt idx="34339">
                  <c:v>24.6</c:v>
                </c:pt>
                <c:pt idx="34340">
                  <c:v>24.6</c:v>
                </c:pt>
                <c:pt idx="34341">
                  <c:v>24.6</c:v>
                </c:pt>
                <c:pt idx="34342">
                  <c:v>24.6</c:v>
                </c:pt>
                <c:pt idx="34343">
                  <c:v>24.6</c:v>
                </c:pt>
                <c:pt idx="34344">
                  <c:v>24.6</c:v>
                </c:pt>
                <c:pt idx="34345">
                  <c:v>24.6</c:v>
                </c:pt>
                <c:pt idx="34346">
                  <c:v>24.6</c:v>
                </c:pt>
                <c:pt idx="34347">
                  <c:v>24.6</c:v>
                </c:pt>
                <c:pt idx="34348">
                  <c:v>24.6</c:v>
                </c:pt>
                <c:pt idx="34349">
                  <c:v>24.6</c:v>
                </c:pt>
                <c:pt idx="34350">
                  <c:v>24.6</c:v>
                </c:pt>
                <c:pt idx="34351">
                  <c:v>24.6</c:v>
                </c:pt>
                <c:pt idx="34352">
                  <c:v>24.6</c:v>
                </c:pt>
                <c:pt idx="34353">
                  <c:v>24.6</c:v>
                </c:pt>
                <c:pt idx="34354">
                  <c:v>24.6</c:v>
                </c:pt>
                <c:pt idx="34355">
                  <c:v>24.6</c:v>
                </c:pt>
                <c:pt idx="34356">
                  <c:v>24.6</c:v>
                </c:pt>
                <c:pt idx="34357">
                  <c:v>24.6</c:v>
                </c:pt>
                <c:pt idx="34358">
                  <c:v>24.6</c:v>
                </c:pt>
                <c:pt idx="34359">
                  <c:v>24.6</c:v>
                </c:pt>
                <c:pt idx="34360">
                  <c:v>24.6</c:v>
                </c:pt>
                <c:pt idx="34361">
                  <c:v>24.6</c:v>
                </c:pt>
                <c:pt idx="34362">
                  <c:v>24.6</c:v>
                </c:pt>
                <c:pt idx="34363">
                  <c:v>24.6</c:v>
                </c:pt>
                <c:pt idx="34364">
                  <c:v>24.6</c:v>
                </c:pt>
                <c:pt idx="34365">
                  <c:v>24.6</c:v>
                </c:pt>
                <c:pt idx="34366">
                  <c:v>24.6</c:v>
                </c:pt>
                <c:pt idx="34367">
                  <c:v>24.6</c:v>
                </c:pt>
                <c:pt idx="34368">
                  <c:v>24.6</c:v>
                </c:pt>
                <c:pt idx="34369">
                  <c:v>24.6</c:v>
                </c:pt>
                <c:pt idx="34370">
                  <c:v>24.6</c:v>
                </c:pt>
                <c:pt idx="34371">
                  <c:v>24.6</c:v>
                </c:pt>
                <c:pt idx="34372">
                  <c:v>24.6</c:v>
                </c:pt>
                <c:pt idx="34373">
                  <c:v>24.6</c:v>
                </c:pt>
                <c:pt idx="34374">
                  <c:v>24.6</c:v>
                </c:pt>
                <c:pt idx="34375">
                  <c:v>24.6</c:v>
                </c:pt>
                <c:pt idx="34376">
                  <c:v>24.6</c:v>
                </c:pt>
                <c:pt idx="34377">
                  <c:v>24.6</c:v>
                </c:pt>
                <c:pt idx="34378">
                  <c:v>24.6</c:v>
                </c:pt>
                <c:pt idx="34379">
                  <c:v>24.6</c:v>
                </c:pt>
                <c:pt idx="34380">
                  <c:v>24.6</c:v>
                </c:pt>
                <c:pt idx="34381">
                  <c:v>24.6</c:v>
                </c:pt>
                <c:pt idx="34382">
                  <c:v>24.6</c:v>
                </c:pt>
                <c:pt idx="34383">
                  <c:v>24.6</c:v>
                </c:pt>
                <c:pt idx="34384">
                  <c:v>24.6</c:v>
                </c:pt>
                <c:pt idx="34385">
                  <c:v>24.6</c:v>
                </c:pt>
                <c:pt idx="34386">
                  <c:v>24.6</c:v>
                </c:pt>
                <c:pt idx="34387">
                  <c:v>24.6</c:v>
                </c:pt>
                <c:pt idx="34388">
                  <c:v>24.6</c:v>
                </c:pt>
                <c:pt idx="34389">
                  <c:v>24.6</c:v>
                </c:pt>
                <c:pt idx="34390">
                  <c:v>24.6</c:v>
                </c:pt>
                <c:pt idx="34391">
                  <c:v>24.6</c:v>
                </c:pt>
                <c:pt idx="34392">
                  <c:v>24.6</c:v>
                </c:pt>
                <c:pt idx="34393">
                  <c:v>24.6</c:v>
                </c:pt>
                <c:pt idx="34394">
                  <c:v>24.6</c:v>
                </c:pt>
                <c:pt idx="34395">
                  <c:v>24.6</c:v>
                </c:pt>
                <c:pt idx="34396">
                  <c:v>24.6</c:v>
                </c:pt>
                <c:pt idx="34397">
                  <c:v>24.6</c:v>
                </c:pt>
                <c:pt idx="34398">
                  <c:v>24.6</c:v>
                </c:pt>
                <c:pt idx="34399">
                  <c:v>24.6</c:v>
                </c:pt>
                <c:pt idx="34400">
                  <c:v>24.6</c:v>
                </c:pt>
                <c:pt idx="34401">
                  <c:v>24.6</c:v>
                </c:pt>
                <c:pt idx="34402">
                  <c:v>24.6</c:v>
                </c:pt>
                <c:pt idx="34403">
                  <c:v>24.6</c:v>
                </c:pt>
                <c:pt idx="34404">
                  <c:v>24.6</c:v>
                </c:pt>
                <c:pt idx="34405">
                  <c:v>24.6</c:v>
                </c:pt>
                <c:pt idx="34406">
                  <c:v>24.6</c:v>
                </c:pt>
                <c:pt idx="34407">
                  <c:v>24.6</c:v>
                </c:pt>
                <c:pt idx="34408">
                  <c:v>24.6</c:v>
                </c:pt>
                <c:pt idx="34409">
                  <c:v>24.6</c:v>
                </c:pt>
                <c:pt idx="34410">
                  <c:v>24.6</c:v>
                </c:pt>
                <c:pt idx="34411">
                  <c:v>24.6</c:v>
                </c:pt>
                <c:pt idx="34412">
                  <c:v>24.6</c:v>
                </c:pt>
                <c:pt idx="34413">
                  <c:v>24.6</c:v>
                </c:pt>
                <c:pt idx="34414">
                  <c:v>24.6</c:v>
                </c:pt>
                <c:pt idx="34415">
                  <c:v>24.6</c:v>
                </c:pt>
                <c:pt idx="34416">
                  <c:v>24.6</c:v>
                </c:pt>
                <c:pt idx="34417">
                  <c:v>24.6</c:v>
                </c:pt>
                <c:pt idx="34418">
                  <c:v>24.6</c:v>
                </c:pt>
                <c:pt idx="34419">
                  <c:v>24.6</c:v>
                </c:pt>
                <c:pt idx="34420">
                  <c:v>24.55</c:v>
                </c:pt>
                <c:pt idx="34421">
                  <c:v>24.6</c:v>
                </c:pt>
                <c:pt idx="34422">
                  <c:v>24.6</c:v>
                </c:pt>
                <c:pt idx="34423">
                  <c:v>24.6</c:v>
                </c:pt>
                <c:pt idx="34424">
                  <c:v>24.6</c:v>
                </c:pt>
                <c:pt idx="34425">
                  <c:v>24.6</c:v>
                </c:pt>
                <c:pt idx="34426">
                  <c:v>24.6</c:v>
                </c:pt>
                <c:pt idx="34427">
                  <c:v>24.55</c:v>
                </c:pt>
                <c:pt idx="34428">
                  <c:v>24.55</c:v>
                </c:pt>
                <c:pt idx="34429">
                  <c:v>24.6</c:v>
                </c:pt>
                <c:pt idx="34430">
                  <c:v>24.6</c:v>
                </c:pt>
                <c:pt idx="34431">
                  <c:v>24.6</c:v>
                </c:pt>
                <c:pt idx="34432">
                  <c:v>24.6</c:v>
                </c:pt>
                <c:pt idx="34433">
                  <c:v>24.6</c:v>
                </c:pt>
                <c:pt idx="34434">
                  <c:v>24.6</c:v>
                </c:pt>
                <c:pt idx="34435">
                  <c:v>24.6</c:v>
                </c:pt>
                <c:pt idx="34436">
                  <c:v>24.6</c:v>
                </c:pt>
                <c:pt idx="34437">
                  <c:v>24.6</c:v>
                </c:pt>
                <c:pt idx="34438">
                  <c:v>24.6</c:v>
                </c:pt>
                <c:pt idx="34439">
                  <c:v>24.6</c:v>
                </c:pt>
                <c:pt idx="34440">
                  <c:v>24.6</c:v>
                </c:pt>
                <c:pt idx="34441">
                  <c:v>24.6</c:v>
                </c:pt>
                <c:pt idx="34442">
                  <c:v>24.6</c:v>
                </c:pt>
                <c:pt idx="34443">
                  <c:v>24.6</c:v>
                </c:pt>
                <c:pt idx="34444">
                  <c:v>24.6</c:v>
                </c:pt>
                <c:pt idx="34445">
                  <c:v>24.6</c:v>
                </c:pt>
                <c:pt idx="34446">
                  <c:v>24.6</c:v>
                </c:pt>
                <c:pt idx="34447">
                  <c:v>24.6</c:v>
                </c:pt>
                <c:pt idx="34448">
                  <c:v>24.6</c:v>
                </c:pt>
                <c:pt idx="34449">
                  <c:v>24.6</c:v>
                </c:pt>
                <c:pt idx="34450">
                  <c:v>24.6</c:v>
                </c:pt>
                <c:pt idx="34451">
                  <c:v>24.6</c:v>
                </c:pt>
                <c:pt idx="34452">
                  <c:v>24.6</c:v>
                </c:pt>
                <c:pt idx="34453">
                  <c:v>24.6</c:v>
                </c:pt>
                <c:pt idx="34454">
                  <c:v>24.6</c:v>
                </c:pt>
                <c:pt idx="34455">
                  <c:v>24.6</c:v>
                </c:pt>
                <c:pt idx="34456">
                  <c:v>24.6</c:v>
                </c:pt>
                <c:pt idx="34457">
                  <c:v>24.6</c:v>
                </c:pt>
                <c:pt idx="34458">
                  <c:v>24.6</c:v>
                </c:pt>
                <c:pt idx="34459">
                  <c:v>24.6</c:v>
                </c:pt>
                <c:pt idx="34460">
                  <c:v>24.6</c:v>
                </c:pt>
                <c:pt idx="34461">
                  <c:v>24.6</c:v>
                </c:pt>
                <c:pt idx="34462">
                  <c:v>24.6</c:v>
                </c:pt>
                <c:pt idx="34463">
                  <c:v>24.6</c:v>
                </c:pt>
                <c:pt idx="34464">
                  <c:v>24.6</c:v>
                </c:pt>
                <c:pt idx="34465">
                  <c:v>24.6</c:v>
                </c:pt>
                <c:pt idx="34466">
                  <c:v>24.6</c:v>
                </c:pt>
                <c:pt idx="34467">
                  <c:v>24.6</c:v>
                </c:pt>
                <c:pt idx="34468">
                  <c:v>24.6</c:v>
                </c:pt>
                <c:pt idx="34469">
                  <c:v>24.6</c:v>
                </c:pt>
                <c:pt idx="34470">
                  <c:v>24.6</c:v>
                </c:pt>
                <c:pt idx="34471">
                  <c:v>24.6</c:v>
                </c:pt>
                <c:pt idx="34472">
                  <c:v>24.6</c:v>
                </c:pt>
                <c:pt idx="34473">
                  <c:v>24.6</c:v>
                </c:pt>
                <c:pt idx="34474">
                  <c:v>24.6</c:v>
                </c:pt>
                <c:pt idx="34475">
                  <c:v>24.6</c:v>
                </c:pt>
                <c:pt idx="34476">
                  <c:v>24.6</c:v>
                </c:pt>
                <c:pt idx="34477">
                  <c:v>24.6</c:v>
                </c:pt>
                <c:pt idx="34478">
                  <c:v>24.6</c:v>
                </c:pt>
                <c:pt idx="34479">
                  <c:v>24.6</c:v>
                </c:pt>
                <c:pt idx="34480">
                  <c:v>24.6</c:v>
                </c:pt>
                <c:pt idx="34481">
                  <c:v>24.6</c:v>
                </c:pt>
                <c:pt idx="34482">
                  <c:v>24.6</c:v>
                </c:pt>
                <c:pt idx="34483">
                  <c:v>24.6</c:v>
                </c:pt>
                <c:pt idx="34484">
                  <c:v>24.6</c:v>
                </c:pt>
                <c:pt idx="34485">
                  <c:v>24.6</c:v>
                </c:pt>
                <c:pt idx="34486">
                  <c:v>24.6</c:v>
                </c:pt>
                <c:pt idx="34487">
                  <c:v>24.6</c:v>
                </c:pt>
                <c:pt idx="34488">
                  <c:v>24.55</c:v>
                </c:pt>
                <c:pt idx="34489">
                  <c:v>24.55</c:v>
                </c:pt>
                <c:pt idx="34490">
                  <c:v>24.55</c:v>
                </c:pt>
                <c:pt idx="34491">
                  <c:v>24.6</c:v>
                </c:pt>
                <c:pt idx="34492">
                  <c:v>24.55</c:v>
                </c:pt>
                <c:pt idx="34493">
                  <c:v>24.55</c:v>
                </c:pt>
                <c:pt idx="34494">
                  <c:v>24.6</c:v>
                </c:pt>
                <c:pt idx="34495">
                  <c:v>24.6</c:v>
                </c:pt>
                <c:pt idx="34496">
                  <c:v>24.55</c:v>
                </c:pt>
                <c:pt idx="34497">
                  <c:v>24.55</c:v>
                </c:pt>
                <c:pt idx="34498">
                  <c:v>24.6</c:v>
                </c:pt>
                <c:pt idx="34499">
                  <c:v>24.6</c:v>
                </c:pt>
                <c:pt idx="34500">
                  <c:v>24.55</c:v>
                </c:pt>
                <c:pt idx="34501">
                  <c:v>24.55</c:v>
                </c:pt>
                <c:pt idx="34502">
                  <c:v>24.6</c:v>
                </c:pt>
                <c:pt idx="34503">
                  <c:v>24.6</c:v>
                </c:pt>
                <c:pt idx="34504">
                  <c:v>24.55</c:v>
                </c:pt>
                <c:pt idx="34505">
                  <c:v>24.6</c:v>
                </c:pt>
                <c:pt idx="34506">
                  <c:v>24.6</c:v>
                </c:pt>
                <c:pt idx="34507">
                  <c:v>24.6</c:v>
                </c:pt>
                <c:pt idx="34508">
                  <c:v>24.6</c:v>
                </c:pt>
                <c:pt idx="34509">
                  <c:v>24.55</c:v>
                </c:pt>
                <c:pt idx="34510">
                  <c:v>24.6</c:v>
                </c:pt>
                <c:pt idx="34511">
                  <c:v>24.55</c:v>
                </c:pt>
                <c:pt idx="34512">
                  <c:v>24.6</c:v>
                </c:pt>
                <c:pt idx="34513">
                  <c:v>24.6</c:v>
                </c:pt>
                <c:pt idx="34514">
                  <c:v>24.6</c:v>
                </c:pt>
                <c:pt idx="34515">
                  <c:v>24.6</c:v>
                </c:pt>
                <c:pt idx="34516">
                  <c:v>24.6</c:v>
                </c:pt>
                <c:pt idx="34517">
                  <c:v>24.6</c:v>
                </c:pt>
                <c:pt idx="34518">
                  <c:v>24.6</c:v>
                </c:pt>
                <c:pt idx="34519">
                  <c:v>24.6</c:v>
                </c:pt>
                <c:pt idx="34520">
                  <c:v>24.6</c:v>
                </c:pt>
                <c:pt idx="34521">
                  <c:v>24.6</c:v>
                </c:pt>
                <c:pt idx="34522">
                  <c:v>24.6</c:v>
                </c:pt>
                <c:pt idx="34523">
                  <c:v>24.6</c:v>
                </c:pt>
                <c:pt idx="34524">
                  <c:v>24.6</c:v>
                </c:pt>
                <c:pt idx="34525">
                  <c:v>24.6</c:v>
                </c:pt>
                <c:pt idx="34526">
                  <c:v>24.6</c:v>
                </c:pt>
                <c:pt idx="34527">
                  <c:v>24.6</c:v>
                </c:pt>
                <c:pt idx="34528">
                  <c:v>24.6</c:v>
                </c:pt>
                <c:pt idx="34529">
                  <c:v>24.55</c:v>
                </c:pt>
                <c:pt idx="34530">
                  <c:v>24.6</c:v>
                </c:pt>
                <c:pt idx="34531">
                  <c:v>24.6</c:v>
                </c:pt>
                <c:pt idx="34532">
                  <c:v>24.55</c:v>
                </c:pt>
                <c:pt idx="34533">
                  <c:v>24.6</c:v>
                </c:pt>
                <c:pt idx="34534">
                  <c:v>24.55</c:v>
                </c:pt>
                <c:pt idx="34535">
                  <c:v>24.6</c:v>
                </c:pt>
                <c:pt idx="34536">
                  <c:v>24.55</c:v>
                </c:pt>
                <c:pt idx="34537">
                  <c:v>24.55</c:v>
                </c:pt>
                <c:pt idx="34538">
                  <c:v>24.6</c:v>
                </c:pt>
                <c:pt idx="34539">
                  <c:v>24.55</c:v>
                </c:pt>
                <c:pt idx="34540">
                  <c:v>24.6</c:v>
                </c:pt>
                <c:pt idx="34541">
                  <c:v>24.6</c:v>
                </c:pt>
                <c:pt idx="34542">
                  <c:v>24.6</c:v>
                </c:pt>
                <c:pt idx="34543">
                  <c:v>24.55</c:v>
                </c:pt>
                <c:pt idx="34544">
                  <c:v>24.6</c:v>
                </c:pt>
                <c:pt idx="34545">
                  <c:v>24.6</c:v>
                </c:pt>
                <c:pt idx="34546">
                  <c:v>24.6</c:v>
                </c:pt>
                <c:pt idx="34547">
                  <c:v>24.55</c:v>
                </c:pt>
                <c:pt idx="34548">
                  <c:v>24.6</c:v>
                </c:pt>
                <c:pt idx="34549">
                  <c:v>24.6</c:v>
                </c:pt>
                <c:pt idx="34550">
                  <c:v>24.6</c:v>
                </c:pt>
                <c:pt idx="34551">
                  <c:v>24.6</c:v>
                </c:pt>
                <c:pt idx="34552">
                  <c:v>24.6</c:v>
                </c:pt>
                <c:pt idx="34553">
                  <c:v>24.6</c:v>
                </c:pt>
                <c:pt idx="34554">
                  <c:v>24.6</c:v>
                </c:pt>
                <c:pt idx="34555">
                  <c:v>24.6</c:v>
                </c:pt>
                <c:pt idx="34556">
                  <c:v>24.6</c:v>
                </c:pt>
                <c:pt idx="34557">
                  <c:v>24.6</c:v>
                </c:pt>
                <c:pt idx="34558">
                  <c:v>24.6</c:v>
                </c:pt>
                <c:pt idx="34559">
                  <c:v>24.6</c:v>
                </c:pt>
                <c:pt idx="34560">
                  <c:v>24.6</c:v>
                </c:pt>
                <c:pt idx="34561">
                  <c:v>24.6</c:v>
                </c:pt>
                <c:pt idx="34562">
                  <c:v>24.6</c:v>
                </c:pt>
                <c:pt idx="34563">
                  <c:v>24.6</c:v>
                </c:pt>
                <c:pt idx="34564">
                  <c:v>24.6</c:v>
                </c:pt>
                <c:pt idx="34565">
                  <c:v>24.6</c:v>
                </c:pt>
                <c:pt idx="34566">
                  <c:v>24.6</c:v>
                </c:pt>
                <c:pt idx="34567">
                  <c:v>24.6</c:v>
                </c:pt>
                <c:pt idx="34568">
                  <c:v>24.6</c:v>
                </c:pt>
                <c:pt idx="34569">
                  <c:v>24.6</c:v>
                </c:pt>
                <c:pt idx="34570">
                  <c:v>24.6</c:v>
                </c:pt>
                <c:pt idx="34571">
                  <c:v>24.6</c:v>
                </c:pt>
                <c:pt idx="34572">
                  <c:v>24.55</c:v>
                </c:pt>
                <c:pt idx="34573">
                  <c:v>24.6</c:v>
                </c:pt>
                <c:pt idx="34574">
                  <c:v>24.6</c:v>
                </c:pt>
                <c:pt idx="34575">
                  <c:v>24.6</c:v>
                </c:pt>
                <c:pt idx="34576">
                  <c:v>24.6</c:v>
                </c:pt>
                <c:pt idx="34577">
                  <c:v>24.55</c:v>
                </c:pt>
                <c:pt idx="34578">
                  <c:v>24.55</c:v>
                </c:pt>
                <c:pt idx="34579">
                  <c:v>24.55</c:v>
                </c:pt>
                <c:pt idx="34580">
                  <c:v>24.55</c:v>
                </c:pt>
                <c:pt idx="34581">
                  <c:v>24.55</c:v>
                </c:pt>
                <c:pt idx="34582">
                  <c:v>24.55</c:v>
                </c:pt>
                <c:pt idx="34583">
                  <c:v>24.6</c:v>
                </c:pt>
                <c:pt idx="34584">
                  <c:v>24.6</c:v>
                </c:pt>
                <c:pt idx="34585">
                  <c:v>24.6</c:v>
                </c:pt>
                <c:pt idx="34586">
                  <c:v>24.55</c:v>
                </c:pt>
                <c:pt idx="34587">
                  <c:v>24.6</c:v>
                </c:pt>
                <c:pt idx="34588">
                  <c:v>24.6</c:v>
                </c:pt>
                <c:pt idx="34589">
                  <c:v>24.6</c:v>
                </c:pt>
                <c:pt idx="34590">
                  <c:v>24.6</c:v>
                </c:pt>
                <c:pt idx="34591">
                  <c:v>24.6</c:v>
                </c:pt>
                <c:pt idx="34592">
                  <c:v>24.6</c:v>
                </c:pt>
                <c:pt idx="34593">
                  <c:v>24.6</c:v>
                </c:pt>
                <c:pt idx="34594">
                  <c:v>24.6</c:v>
                </c:pt>
                <c:pt idx="34595">
                  <c:v>24.6</c:v>
                </c:pt>
                <c:pt idx="34596">
                  <c:v>24.6</c:v>
                </c:pt>
                <c:pt idx="34597">
                  <c:v>24.6</c:v>
                </c:pt>
                <c:pt idx="34598">
                  <c:v>24.6</c:v>
                </c:pt>
                <c:pt idx="34599">
                  <c:v>24.6</c:v>
                </c:pt>
                <c:pt idx="34600">
                  <c:v>24.6</c:v>
                </c:pt>
                <c:pt idx="34601">
                  <c:v>24.6</c:v>
                </c:pt>
                <c:pt idx="34602">
                  <c:v>24.6</c:v>
                </c:pt>
                <c:pt idx="34603">
                  <c:v>24.6</c:v>
                </c:pt>
                <c:pt idx="34604">
                  <c:v>24.6</c:v>
                </c:pt>
                <c:pt idx="34605">
                  <c:v>24.6</c:v>
                </c:pt>
                <c:pt idx="34606">
                  <c:v>24.6</c:v>
                </c:pt>
                <c:pt idx="34607">
                  <c:v>24.6</c:v>
                </c:pt>
                <c:pt idx="34608">
                  <c:v>24.6</c:v>
                </c:pt>
                <c:pt idx="34609">
                  <c:v>24.6</c:v>
                </c:pt>
                <c:pt idx="34610">
                  <c:v>24.6</c:v>
                </c:pt>
                <c:pt idx="34611">
                  <c:v>24.6</c:v>
                </c:pt>
                <c:pt idx="34612">
                  <c:v>24.6</c:v>
                </c:pt>
                <c:pt idx="34613">
                  <c:v>24.6</c:v>
                </c:pt>
                <c:pt idx="34614">
                  <c:v>24.6</c:v>
                </c:pt>
                <c:pt idx="34615">
                  <c:v>24.55</c:v>
                </c:pt>
                <c:pt idx="34616">
                  <c:v>24.55</c:v>
                </c:pt>
                <c:pt idx="34617">
                  <c:v>24.55</c:v>
                </c:pt>
                <c:pt idx="34618">
                  <c:v>24.6</c:v>
                </c:pt>
                <c:pt idx="34619">
                  <c:v>24.55</c:v>
                </c:pt>
                <c:pt idx="34620">
                  <c:v>24.6</c:v>
                </c:pt>
                <c:pt idx="34621">
                  <c:v>24.6</c:v>
                </c:pt>
                <c:pt idx="34622">
                  <c:v>24.6</c:v>
                </c:pt>
                <c:pt idx="34623">
                  <c:v>24.55</c:v>
                </c:pt>
                <c:pt idx="34624">
                  <c:v>24.55</c:v>
                </c:pt>
                <c:pt idx="34625">
                  <c:v>24.6</c:v>
                </c:pt>
                <c:pt idx="34626">
                  <c:v>24.55</c:v>
                </c:pt>
                <c:pt idx="34627">
                  <c:v>24.6</c:v>
                </c:pt>
                <c:pt idx="34628">
                  <c:v>24.6</c:v>
                </c:pt>
                <c:pt idx="34629">
                  <c:v>24.6</c:v>
                </c:pt>
                <c:pt idx="34630">
                  <c:v>24.55</c:v>
                </c:pt>
                <c:pt idx="34631">
                  <c:v>24.6</c:v>
                </c:pt>
                <c:pt idx="34632">
                  <c:v>24.55</c:v>
                </c:pt>
                <c:pt idx="34633">
                  <c:v>24.6</c:v>
                </c:pt>
                <c:pt idx="34634">
                  <c:v>24.6</c:v>
                </c:pt>
                <c:pt idx="34635">
                  <c:v>24.6</c:v>
                </c:pt>
                <c:pt idx="34636">
                  <c:v>24.6</c:v>
                </c:pt>
                <c:pt idx="34637">
                  <c:v>24.6</c:v>
                </c:pt>
                <c:pt idx="34638">
                  <c:v>24.6</c:v>
                </c:pt>
                <c:pt idx="34639">
                  <c:v>24.6</c:v>
                </c:pt>
                <c:pt idx="34640">
                  <c:v>24.6</c:v>
                </c:pt>
                <c:pt idx="34641">
                  <c:v>24.6</c:v>
                </c:pt>
                <c:pt idx="34642">
                  <c:v>24.6</c:v>
                </c:pt>
                <c:pt idx="34643">
                  <c:v>24.6</c:v>
                </c:pt>
                <c:pt idx="34644">
                  <c:v>24.6</c:v>
                </c:pt>
                <c:pt idx="34645">
                  <c:v>24.6</c:v>
                </c:pt>
                <c:pt idx="34646">
                  <c:v>24.6</c:v>
                </c:pt>
                <c:pt idx="34647">
                  <c:v>24.6</c:v>
                </c:pt>
                <c:pt idx="34648">
                  <c:v>24.6</c:v>
                </c:pt>
                <c:pt idx="34649">
                  <c:v>24.6</c:v>
                </c:pt>
                <c:pt idx="34650">
                  <c:v>24.6</c:v>
                </c:pt>
                <c:pt idx="34651">
                  <c:v>24.6</c:v>
                </c:pt>
                <c:pt idx="34652">
                  <c:v>24.6</c:v>
                </c:pt>
                <c:pt idx="34653">
                  <c:v>24.6</c:v>
                </c:pt>
                <c:pt idx="34654">
                  <c:v>24.6</c:v>
                </c:pt>
                <c:pt idx="34655">
                  <c:v>24.6</c:v>
                </c:pt>
                <c:pt idx="34656">
                  <c:v>24.6</c:v>
                </c:pt>
                <c:pt idx="34657">
                  <c:v>24.55</c:v>
                </c:pt>
                <c:pt idx="34658">
                  <c:v>24.6</c:v>
                </c:pt>
                <c:pt idx="34659">
                  <c:v>24.6</c:v>
                </c:pt>
                <c:pt idx="34660">
                  <c:v>24.55</c:v>
                </c:pt>
                <c:pt idx="34661">
                  <c:v>24.6</c:v>
                </c:pt>
                <c:pt idx="34662">
                  <c:v>24.6</c:v>
                </c:pt>
                <c:pt idx="34663">
                  <c:v>24.6</c:v>
                </c:pt>
                <c:pt idx="34664">
                  <c:v>24.6</c:v>
                </c:pt>
                <c:pt idx="34665">
                  <c:v>24.6</c:v>
                </c:pt>
                <c:pt idx="34666">
                  <c:v>24.6</c:v>
                </c:pt>
                <c:pt idx="34667">
                  <c:v>24.6</c:v>
                </c:pt>
                <c:pt idx="34668">
                  <c:v>24.6</c:v>
                </c:pt>
                <c:pt idx="34669">
                  <c:v>24.6</c:v>
                </c:pt>
                <c:pt idx="34670">
                  <c:v>24.6</c:v>
                </c:pt>
                <c:pt idx="34671">
                  <c:v>24.6</c:v>
                </c:pt>
                <c:pt idx="34672">
                  <c:v>24.6</c:v>
                </c:pt>
                <c:pt idx="34673">
                  <c:v>24.6</c:v>
                </c:pt>
                <c:pt idx="34674">
                  <c:v>24.6</c:v>
                </c:pt>
                <c:pt idx="34675">
                  <c:v>24.6</c:v>
                </c:pt>
                <c:pt idx="34676">
                  <c:v>24.6</c:v>
                </c:pt>
                <c:pt idx="34677">
                  <c:v>24.6</c:v>
                </c:pt>
                <c:pt idx="34678">
                  <c:v>24.6</c:v>
                </c:pt>
                <c:pt idx="34679">
                  <c:v>24.6</c:v>
                </c:pt>
                <c:pt idx="34680">
                  <c:v>24.6</c:v>
                </c:pt>
                <c:pt idx="34681">
                  <c:v>24.6</c:v>
                </c:pt>
                <c:pt idx="34682">
                  <c:v>24.6</c:v>
                </c:pt>
                <c:pt idx="34683">
                  <c:v>24.6</c:v>
                </c:pt>
                <c:pt idx="34684">
                  <c:v>24.6</c:v>
                </c:pt>
                <c:pt idx="34685">
                  <c:v>24.6</c:v>
                </c:pt>
                <c:pt idx="34686">
                  <c:v>24.6</c:v>
                </c:pt>
                <c:pt idx="34687">
                  <c:v>24.6</c:v>
                </c:pt>
                <c:pt idx="34688">
                  <c:v>24.6</c:v>
                </c:pt>
                <c:pt idx="34689">
                  <c:v>24.6</c:v>
                </c:pt>
                <c:pt idx="34690">
                  <c:v>24.6</c:v>
                </c:pt>
                <c:pt idx="34691">
                  <c:v>24.6</c:v>
                </c:pt>
                <c:pt idx="34692">
                  <c:v>24.6</c:v>
                </c:pt>
                <c:pt idx="34693">
                  <c:v>24.6</c:v>
                </c:pt>
                <c:pt idx="34694">
                  <c:v>24.6</c:v>
                </c:pt>
                <c:pt idx="34695">
                  <c:v>24.6</c:v>
                </c:pt>
                <c:pt idx="34696">
                  <c:v>24.6</c:v>
                </c:pt>
                <c:pt idx="34697">
                  <c:v>24.55</c:v>
                </c:pt>
                <c:pt idx="34698">
                  <c:v>24.6</c:v>
                </c:pt>
                <c:pt idx="34699">
                  <c:v>24.6</c:v>
                </c:pt>
                <c:pt idx="34700">
                  <c:v>24.6</c:v>
                </c:pt>
                <c:pt idx="34701">
                  <c:v>24.6</c:v>
                </c:pt>
                <c:pt idx="34702">
                  <c:v>24.6</c:v>
                </c:pt>
                <c:pt idx="34703">
                  <c:v>24.6</c:v>
                </c:pt>
                <c:pt idx="34704">
                  <c:v>24.6</c:v>
                </c:pt>
                <c:pt idx="34705">
                  <c:v>24.6</c:v>
                </c:pt>
                <c:pt idx="34706">
                  <c:v>24.6</c:v>
                </c:pt>
                <c:pt idx="34707">
                  <c:v>24.6</c:v>
                </c:pt>
                <c:pt idx="34708">
                  <c:v>24.6</c:v>
                </c:pt>
                <c:pt idx="34709">
                  <c:v>24.6</c:v>
                </c:pt>
                <c:pt idx="34710">
                  <c:v>24.6</c:v>
                </c:pt>
                <c:pt idx="34711">
                  <c:v>24.6</c:v>
                </c:pt>
                <c:pt idx="34712">
                  <c:v>24.6</c:v>
                </c:pt>
                <c:pt idx="34713">
                  <c:v>24.6</c:v>
                </c:pt>
                <c:pt idx="34714">
                  <c:v>24.6</c:v>
                </c:pt>
                <c:pt idx="34715">
                  <c:v>24.6</c:v>
                </c:pt>
                <c:pt idx="34716">
                  <c:v>24.6</c:v>
                </c:pt>
                <c:pt idx="34717">
                  <c:v>24.6</c:v>
                </c:pt>
                <c:pt idx="34718">
                  <c:v>24.6</c:v>
                </c:pt>
                <c:pt idx="34719">
                  <c:v>24.6</c:v>
                </c:pt>
                <c:pt idx="34720">
                  <c:v>24.6</c:v>
                </c:pt>
                <c:pt idx="34721">
                  <c:v>24.6</c:v>
                </c:pt>
                <c:pt idx="34722">
                  <c:v>24.6</c:v>
                </c:pt>
                <c:pt idx="34723">
                  <c:v>24.6</c:v>
                </c:pt>
                <c:pt idx="34724">
                  <c:v>24.6</c:v>
                </c:pt>
                <c:pt idx="34725">
                  <c:v>24.55</c:v>
                </c:pt>
                <c:pt idx="34726">
                  <c:v>24.6</c:v>
                </c:pt>
                <c:pt idx="34727">
                  <c:v>24.6</c:v>
                </c:pt>
                <c:pt idx="34728">
                  <c:v>24.6</c:v>
                </c:pt>
                <c:pt idx="34729">
                  <c:v>24.55</c:v>
                </c:pt>
                <c:pt idx="34730">
                  <c:v>24.55</c:v>
                </c:pt>
                <c:pt idx="34731">
                  <c:v>24.6</c:v>
                </c:pt>
                <c:pt idx="34732">
                  <c:v>24.6</c:v>
                </c:pt>
                <c:pt idx="34733">
                  <c:v>24.6</c:v>
                </c:pt>
                <c:pt idx="34734">
                  <c:v>24.6</c:v>
                </c:pt>
                <c:pt idx="34735">
                  <c:v>24.6</c:v>
                </c:pt>
                <c:pt idx="34736">
                  <c:v>24.6</c:v>
                </c:pt>
                <c:pt idx="34737">
                  <c:v>24.6</c:v>
                </c:pt>
                <c:pt idx="34738">
                  <c:v>24.6</c:v>
                </c:pt>
                <c:pt idx="34739">
                  <c:v>24.6</c:v>
                </c:pt>
                <c:pt idx="34740">
                  <c:v>24.6</c:v>
                </c:pt>
                <c:pt idx="34741">
                  <c:v>24.6</c:v>
                </c:pt>
                <c:pt idx="34742">
                  <c:v>24.6</c:v>
                </c:pt>
                <c:pt idx="34743">
                  <c:v>24.6</c:v>
                </c:pt>
                <c:pt idx="34744">
                  <c:v>24.6</c:v>
                </c:pt>
                <c:pt idx="34745">
                  <c:v>24.6</c:v>
                </c:pt>
                <c:pt idx="34746">
                  <c:v>24.6</c:v>
                </c:pt>
                <c:pt idx="34747">
                  <c:v>24.6</c:v>
                </c:pt>
                <c:pt idx="34748">
                  <c:v>24.6</c:v>
                </c:pt>
                <c:pt idx="34749">
                  <c:v>24.6</c:v>
                </c:pt>
                <c:pt idx="34750">
                  <c:v>24.6</c:v>
                </c:pt>
                <c:pt idx="34751">
                  <c:v>24.6</c:v>
                </c:pt>
                <c:pt idx="34752">
                  <c:v>24.6</c:v>
                </c:pt>
                <c:pt idx="34753">
                  <c:v>24.6</c:v>
                </c:pt>
                <c:pt idx="34754">
                  <c:v>24.6</c:v>
                </c:pt>
                <c:pt idx="34755">
                  <c:v>24.6</c:v>
                </c:pt>
                <c:pt idx="34756">
                  <c:v>24.6</c:v>
                </c:pt>
                <c:pt idx="34757">
                  <c:v>24.6</c:v>
                </c:pt>
                <c:pt idx="34758">
                  <c:v>24.55</c:v>
                </c:pt>
                <c:pt idx="34759">
                  <c:v>24.6</c:v>
                </c:pt>
                <c:pt idx="34760">
                  <c:v>24.55</c:v>
                </c:pt>
                <c:pt idx="34761">
                  <c:v>24.55</c:v>
                </c:pt>
                <c:pt idx="34762">
                  <c:v>24.6</c:v>
                </c:pt>
                <c:pt idx="34763">
                  <c:v>24.55</c:v>
                </c:pt>
                <c:pt idx="34764">
                  <c:v>24.55</c:v>
                </c:pt>
                <c:pt idx="34765">
                  <c:v>24.6</c:v>
                </c:pt>
                <c:pt idx="34766">
                  <c:v>24.55</c:v>
                </c:pt>
                <c:pt idx="34767">
                  <c:v>24.55</c:v>
                </c:pt>
                <c:pt idx="34768">
                  <c:v>24.6</c:v>
                </c:pt>
                <c:pt idx="34769">
                  <c:v>24.6</c:v>
                </c:pt>
                <c:pt idx="34770">
                  <c:v>24.6</c:v>
                </c:pt>
                <c:pt idx="34771">
                  <c:v>24.6</c:v>
                </c:pt>
                <c:pt idx="34772">
                  <c:v>24.6</c:v>
                </c:pt>
                <c:pt idx="34773">
                  <c:v>24.6</c:v>
                </c:pt>
                <c:pt idx="34774">
                  <c:v>24.6</c:v>
                </c:pt>
                <c:pt idx="34775">
                  <c:v>24.6</c:v>
                </c:pt>
                <c:pt idx="34776">
                  <c:v>24.6</c:v>
                </c:pt>
                <c:pt idx="34777">
                  <c:v>24.6</c:v>
                </c:pt>
                <c:pt idx="34778">
                  <c:v>24.6</c:v>
                </c:pt>
                <c:pt idx="34779">
                  <c:v>24.6</c:v>
                </c:pt>
                <c:pt idx="34780">
                  <c:v>24.6</c:v>
                </c:pt>
                <c:pt idx="34781">
                  <c:v>24.6</c:v>
                </c:pt>
                <c:pt idx="34782">
                  <c:v>24.6</c:v>
                </c:pt>
                <c:pt idx="34783">
                  <c:v>24.6</c:v>
                </c:pt>
                <c:pt idx="34784">
                  <c:v>24.6</c:v>
                </c:pt>
                <c:pt idx="34785">
                  <c:v>24.6</c:v>
                </c:pt>
                <c:pt idx="34786">
                  <c:v>24.6</c:v>
                </c:pt>
                <c:pt idx="34787">
                  <c:v>24.6</c:v>
                </c:pt>
                <c:pt idx="34788">
                  <c:v>24.6</c:v>
                </c:pt>
                <c:pt idx="34789">
                  <c:v>24.6</c:v>
                </c:pt>
                <c:pt idx="34790">
                  <c:v>24.6</c:v>
                </c:pt>
                <c:pt idx="34791">
                  <c:v>24.6</c:v>
                </c:pt>
                <c:pt idx="34792">
                  <c:v>24.6</c:v>
                </c:pt>
                <c:pt idx="34793">
                  <c:v>24.6</c:v>
                </c:pt>
                <c:pt idx="34794">
                  <c:v>24.6</c:v>
                </c:pt>
                <c:pt idx="34795">
                  <c:v>24.6</c:v>
                </c:pt>
                <c:pt idx="34796">
                  <c:v>24.6</c:v>
                </c:pt>
                <c:pt idx="34797">
                  <c:v>24.6</c:v>
                </c:pt>
                <c:pt idx="34798">
                  <c:v>24.6</c:v>
                </c:pt>
                <c:pt idx="34799">
                  <c:v>24.6</c:v>
                </c:pt>
                <c:pt idx="34800">
                  <c:v>24.6</c:v>
                </c:pt>
                <c:pt idx="34801">
                  <c:v>24.6</c:v>
                </c:pt>
                <c:pt idx="34802">
                  <c:v>24.6</c:v>
                </c:pt>
                <c:pt idx="34803">
                  <c:v>24.55</c:v>
                </c:pt>
                <c:pt idx="34804">
                  <c:v>24.6</c:v>
                </c:pt>
                <c:pt idx="34805">
                  <c:v>24.55</c:v>
                </c:pt>
                <c:pt idx="34806">
                  <c:v>24.6</c:v>
                </c:pt>
                <c:pt idx="34807">
                  <c:v>24.55</c:v>
                </c:pt>
                <c:pt idx="34808">
                  <c:v>24.55</c:v>
                </c:pt>
                <c:pt idx="34809">
                  <c:v>24.55</c:v>
                </c:pt>
                <c:pt idx="34810">
                  <c:v>24.55</c:v>
                </c:pt>
                <c:pt idx="34811">
                  <c:v>24.6</c:v>
                </c:pt>
                <c:pt idx="34812">
                  <c:v>24.6</c:v>
                </c:pt>
                <c:pt idx="34813">
                  <c:v>24.6</c:v>
                </c:pt>
                <c:pt idx="34814">
                  <c:v>24.6</c:v>
                </c:pt>
                <c:pt idx="34815">
                  <c:v>24.6</c:v>
                </c:pt>
                <c:pt idx="34816">
                  <c:v>24.6</c:v>
                </c:pt>
                <c:pt idx="34817">
                  <c:v>24.6</c:v>
                </c:pt>
                <c:pt idx="34818">
                  <c:v>24.6</c:v>
                </c:pt>
                <c:pt idx="34819">
                  <c:v>24.6</c:v>
                </c:pt>
                <c:pt idx="34820">
                  <c:v>24.6</c:v>
                </c:pt>
                <c:pt idx="34821">
                  <c:v>24.6</c:v>
                </c:pt>
                <c:pt idx="34822">
                  <c:v>24.6</c:v>
                </c:pt>
                <c:pt idx="34823">
                  <c:v>24.6</c:v>
                </c:pt>
                <c:pt idx="34824">
                  <c:v>24.6</c:v>
                </c:pt>
                <c:pt idx="34825">
                  <c:v>24.6</c:v>
                </c:pt>
                <c:pt idx="34826">
                  <c:v>24.6</c:v>
                </c:pt>
                <c:pt idx="34827">
                  <c:v>24.6</c:v>
                </c:pt>
                <c:pt idx="34828">
                  <c:v>24.6</c:v>
                </c:pt>
                <c:pt idx="34829">
                  <c:v>24.6</c:v>
                </c:pt>
                <c:pt idx="34830">
                  <c:v>24.6</c:v>
                </c:pt>
                <c:pt idx="34831">
                  <c:v>24.6</c:v>
                </c:pt>
                <c:pt idx="34832">
                  <c:v>24.6</c:v>
                </c:pt>
                <c:pt idx="34833">
                  <c:v>24.6</c:v>
                </c:pt>
                <c:pt idx="34834">
                  <c:v>24.6</c:v>
                </c:pt>
                <c:pt idx="34835">
                  <c:v>24.6</c:v>
                </c:pt>
                <c:pt idx="34836">
                  <c:v>24.6</c:v>
                </c:pt>
                <c:pt idx="34837">
                  <c:v>24.6</c:v>
                </c:pt>
                <c:pt idx="34838">
                  <c:v>24.6</c:v>
                </c:pt>
                <c:pt idx="34839">
                  <c:v>24.6</c:v>
                </c:pt>
                <c:pt idx="34840">
                  <c:v>24.6</c:v>
                </c:pt>
                <c:pt idx="34841">
                  <c:v>24.6</c:v>
                </c:pt>
                <c:pt idx="34842">
                  <c:v>24.6</c:v>
                </c:pt>
                <c:pt idx="34843">
                  <c:v>24.6</c:v>
                </c:pt>
                <c:pt idx="34844">
                  <c:v>24.6</c:v>
                </c:pt>
                <c:pt idx="34845">
                  <c:v>24.55</c:v>
                </c:pt>
                <c:pt idx="34846">
                  <c:v>24.6</c:v>
                </c:pt>
                <c:pt idx="34847">
                  <c:v>24.6</c:v>
                </c:pt>
                <c:pt idx="34848">
                  <c:v>24.6</c:v>
                </c:pt>
                <c:pt idx="34849">
                  <c:v>24.6</c:v>
                </c:pt>
                <c:pt idx="34850">
                  <c:v>24.6</c:v>
                </c:pt>
                <c:pt idx="34851">
                  <c:v>24.6</c:v>
                </c:pt>
                <c:pt idx="34852">
                  <c:v>24.6</c:v>
                </c:pt>
                <c:pt idx="34853">
                  <c:v>24.55</c:v>
                </c:pt>
                <c:pt idx="34854">
                  <c:v>24.6</c:v>
                </c:pt>
                <c:pt idx="34855">
                  <c:v>24.6</c:v>
                </c:pt>
                <c:pt idx="34856">
                  <c:v>24.6</c:v>
                </c:pt>
                <c:pt idx="34857">
                  <c:v>24.6</c:v>
                </c:pt>
                <c:pt idx="34858">
                  <c:v>24.6</c:v>
                </c:pt>
                <c:pt idx="34859">
                  <c:v>24.6</c:v>
                </c:pt>
                <c:pt idx="34860">
                  <c:v>24.6</c:v>
                </c:pt>
                <c:pt idx="34861">
                  <c:v>24.6</c:v>
                </c:pt>
                <c:pt idx="34862">
                  <c:v>24.6</c:v>
                </c:pt>
                <c:pt idx="34863">
                  <c:v>24.6</c:v>
                </c:pt>
                <c:pt idx="34864">
                  <c:v>24.6</c:v>
                </c:pt>
                <c:pt idx="34865">
                  <c:v>24.6</c:v>
                </c:pt>
                <c:pt idx="34866">
                  <c:v>24.6</c:v>
                </c:pt>
                <c:pt idx="34867">
                  <c:v>24.6</c:v>
                </c:pt>
                <c:pt idx="34868">
                  <c:v>24.6</c:v>
                </c:pt>
                <c:pt idx="34869">
                  <c:v>24.6</c:v>
                </c:pt>
                <c:pt idx="34870">
                  <c:v>24.6</c:v>
                </c:pt>
                <c:pt idx="34871">
                  <c:v>24.6</c:v>
                </c:pt>
                <c:pt idx="34872">
                  <c:v>24.6</c:v>
                </c:pt>
                <c:pt idx="34873">
                  <c:v>24.6</c:v>
                </c:pt>
                <c:pt idx="34874">
                  <c:v>24.6</c:v>
                </c:pt>
                <c:pt idx="34875">
                  <c:v>24.6</c:v>
                </c:pt>
                <c:pt idx="34876">
                  <c:v>24.6</c:v>
                </c:pt>
                <c:pt idx="34877">
                  <c:v>24.6</c:v>
                </c:pt>
                <c:pt idx="34878">
                  <c:v>24.6</c:v>
                </c:pt>
                <c:pt idx="34879">
                  <c:v>24.6</c:v>
                </c:pt>
                <c:pt idx="34880">
                  <c:v>24.6</c:v>
                </c:pt>
                <c:pt idx="34881">
                  <c:v>24.6</c:v>
                </c:pt>
                <c:pt idx="34882">
                  <c:v>24.6</c:v>
                </c:pt>
                <c:pt idx="34883">
                  <c:v>24.6</c:v>
                </c:pt>
                <c:pt idx="34884">
                  <c:v>24.6</c:v>
                </c:pt>
                <c:pt idx="34885">
                  <c:v>24.6</c:v>
                </c:pt>
                <c:pt idx="34886">
                  <c:v>24.6</c:v>
                </c:pt>
                <c:pt idx="34887">
                  <c:v>24.6</c:v>
                </c:pt>
                <c:pt idx="34888">
                  <c:v>24.6</c:v>
                </c:pt>
                <c:pt idx="34889">
                  <c:v>24.6</c:v>
                </c:pt>
                <c:pt idx="34890">
                  <c:v>24.6</c:v>
                </c:pt>
                <c:pt idx="34891">
                  <c:v>24.6</c:v>
                </c:pt>
                <c:pt idx="34892">
                  <c:v>24.6</c:v>
                </c:pt>
                <c:pt idx="34893">
                  <c:v>24.6</c:v>
                </c:pt>
                <c:pt idx="34894">
                  <c:v>24.6</c:v>
                </c:pt>
                <c:pt idx="34895">
                  <c:v>24.6</c:v>
                </c:pt>
                <c:pt idx="34896">
                  <c:v>24.6</c:v>
                </c:pt>
                <c:pt idx="34897">
                  <c:v>24.6</c:v>
                </c:pt>
                <c:pt idx="34898">
                  <c:v>24.6</c:v>
                </c:pt>
                <c:pt idx="34899">
                  <c:v>24.6</c:v>
                </c:pt>
                <c:pt idx="34900">
                  <c:v>24.6</c:v>
                </c:pt>
                <c:pt idx="34901">
                  <c:v>24.6</c:v>
                </c:pt>
                <c:pt idx="34902">
                  <c:v>24.6</c:v>
                </c:pt>
                <c:pt idx="34903">
                  <c:v>24.6</c:v>
                </c:pt>
                <c:pt idx="34904">
                  <c:v>24.6</c:v>
                </c:pt>
                <c:pt idx="34905">
                  <c:v>24.6</c:v>
                </c:pt>
                <c:pt idx="34906">
                  <c:v>24.6</c:v>
                </c:pt>
                <c:pt idx="34907">
                  <c:v>24.6</c:v>
                </c:pt>
                <c:pt idx="34908">
                  <c:v>24.6</c:v>
                </c:pt>
                <c:pt idx="34909">
                  <c:v>24.6</c:v>
                </c:pt>
                <c:pt idx="34910">
                  <c:v>24.6</c:v>
                </c:pt>
                <c:pt idx="34911">
                  <c:v>24.6</c:v>
                </c:pt>
                <c:pt idx="34912">
                  <c:v>24.6</c:v>
                </c:pt>
                <c:pt idx="34913">
                  <c:v>24.6</c:v>
                </c:pt>
                <c:pt idx="34914">
                  <c:v>24.6</c:v>
                </c:pt>
                <c:pt idx="34915">
                  <c:v>24.6</c:v>
                </c:pt>
                <c:pt idx="34916">
                  <c:v>24.6</c:v>
                </c:pt>
                <c:pt idx="34917">
                  <c:v>24.6</c:v>
                </c:pt>
                <c:pt idx="34918">
                  <c:v>24.6</c:v>
                </c:pt>
                <c:pt idx="34919">
                  <c:v>24.6</c:v>
                </c:pt>
                <c:pt idx="34920">
                  <c:v>24.6</c:v>
                </c:pt>
                <c:pt idx="34921">
                  <c:v>24.6</c:v>
                </c:pt>
                <c:pt idx="34922">
                  <c:v>24.6</c:v>
                </c:pt>
                <c:pt idx="34923">
                  <c:v>24.6</c:v>
                </c:pt>
                <c:pt idx="34924">
                  <c:v>24.6</c:v>
                </c:pt>
                <c:pt idx="34925">
                  <c:v>24.6</c:v>
                </c:pt>
                <c:pt idx="34926">
                  <c:v>24.6</c:v>
                </c:pt>
                <c:pt idx="34927">
                  <c:v>24.6</c:v>
                </c:pt>
                <c:pt idx="34928">
                  <c:v>24.6</c:v>
                </c:pt>
                <c:pt idx="34929">
                  <c:v>24.6</c:v>
                </c:pt>
                <c:pt idx="34930">
                  <c:v>24.6</c:v>
                </c:pt>
                <c:pt idx="34931">
                  <c:v>24.6</c:v>
                </c:pt>
                <c:pt idx="34932">
                  <c:v>24.6</c:v>
                </c:pt>
                <c:pt idx="34933">
                  <c:v>24.6</c:v>
                </c:pt>
                <c:pt idx="34934">
                  <c:v>24.6</c:v>
                </c:pt>
                <c:pt idx="34935">
                  <c:v>24.6</c:v>
                </c:pt>
                <c:pt idx="34936">
                  <c:v>24.6</c:v>
                </c:pt>
                <c:pt idx="34937">
                  <c:v>24.6</c:v>
                </c:pt>
                <c:pt idx="34938">
                  <c:v>24.6</c:v>
                </c:pt>
                <c:pt idx="34939">
                  <c:v>24.6</c:v>
                </c:pt>
                <c:pt idx="34940">
                  <c:v>24.6</c:v>
                </c:pt>
                <c:pt idx="34941">
                  <c:v>24.6</c:v>
                </c:pt>
                <c:pt idx="34942">
                  <c:v>24.6</c:v>
                </c:pt>
                <c:pt idx="34943">
                  <c:v>24.6</c:v>
                </c:pt>
                <c:pt idx="34944">
                  <c:v>24.6</c:v>
                </c:pt>
                <c:pt idx="34945">
                  <c:v>24.6</c:v>
                </c:pt>
                <c:pt idx="34946">
                  <c:v>24.6</c:v>
                </c:pt>
                <c:pt idx="34947">
                  <c:v>24.6</c:v>
                </c:pt>
                <c:pt idx="34948">
                  <c:v>24.6</c:v>
                </c:pt>
                <c:pt idx="34949">
                  <c:v>24.6</c:v>
                </c:pt>
                <c:pt idx="34950">
                  <c:v>24.6</c:v>
                </c:pt>
                <c:pt idx="34951">
                  <c:v>24.6</c:v>
                </c:pt>
                <c:pt idx="34952">
                  <c:v>24.6</c:v>
                </c:pt>
                <c:pt idx="34953">
                  <c:v>24.6</c:v>
                </c:pt>
                <c:pt idx="34954">
                  <c:v>24.6</c:v>
                </c:pt>
                <c:pt idx="34955">
                  <c:v>24.6</c:v>
                </c:pt>
                <c:pt idx="34956">
                  <c:v>24.6</c:v>
                </c:pt>
                <c:pt idx="34957">
                  <c:v>24.6</c:v>
                </c:pt>
                <c:pt idx="34958">
                  <c:v>24.6</c:v>
                </c:pt>
                <c:pt idx="34959">
                  <c:v>24.6</c:v>
                </c:pt>
                <c:pt idx="34960">
                  <c:v>24.6</c:v>
                </c:pt>
                <c:pt idx="34961">
                  <c:v>24.6</c:v>
                </c:pt>
                <c:pt idx="34962">
                  <c:v>24.6</c:v>
                </c:pt>
                <c:pt idx="34963">
                  <c:v>24.6</c:v>
                </c:pt>
                <c:pt idx="34964">
                  <c:v>24.6</c:v>
                </c:pt>
                <c:pt idx="34965">
                  <c:v>24.6</c:v>
                </c:pt>
                <c:pt idx="34966">
                  <c:v>24.6</c:v>
                </c:pt>
                <c:pt idx="34967">
                  <c:v>24.6</c:v>
                </c:pt>
                <c:pt idx="34968">
                  <c:v>24.6</c:v>
                </c:pt>
                <c:pt idx="34969">
                  <c:v>24.6</c:v>
                </c:pt>
                <c:pt idx="34970">
                  <c:v>24.6</c:v>
                </c:pt>
                <c:pt idx="34971">
                  <c:v>24.6</c:v>
                </c:pt>
                <c:pt idx="34972">
                  <c:v>24.6</c:v>
                </c:pt>
                <c:pt idx="34973">
                  <c:v>24.6</c:v>
                </c:pt>
                <c:pt idx="34974">
                  <c:v>24.6</c:v>
                </c:pt>
                <c:pt idx="34975">
                  <c:v>24.6</c:v>
                </c:pt>
                <c:pt idx="34976">
                  <c:v>24.6</c:v>
                </c:pt>
                <c:pt idx="34977">
                  <c:v>24.6</c:v>
                </c:pt>
                <c:pt idx="34978">
                  <c:v>24.6</c:v>
                </c:pt>
                <c:pt idx="34979">
                  <c:v>24.6</c:v>
                </c:pt>
                <c:pt idx="34980">
                  <c:v>24.6</c:v>
                </c:pt>
                <c:pt idx="34981">
                  <c:v>24.6</c:v>
                </c:pt>
                <c:pt idx="34982">
                  <c:v>24.6</c:v>
                </c:pt>
                <c:pt idx="34983">
                  <c:v>24.6</c:v>
                </c:pt>
                <c:pt idx="34984">
                  <c:v>24.6</c:v>
                </c:pt>
                <c:pt idx="34985">
                  <c:v>24.6</c:v>
                </c:pt>
                <c:pt idx="34986">
                  <c:v>24.6</c:v>
                </c:pt>
                <c:pt idx="34987">
                  <c:v>24.6</c:v>
                </c:pt>
                <c:pt idx="34988">
                  <c:v>24.6</c:v>
                </c:pt>
                <c:pt idx="34989">
                  <c:v>24.6</c:v>
                </c:pt>
                <c:pt idx="34990">
                  <c:v>24.6</c:v>
                </c:pt>
                <c:pt idx="34991">
                  <c:v>24.6</c:v>
                </c:pt>
                <c:pt idx="34992">
                  <c:v>24.6</c:v>
                </c:pt>
                <c:pt idx="34993">
                  <c:v>24.6</c:v>
                </c:pt>
                <c:pt idx="34994">
                  <c:v>24.6</c:v>
                </c:pt>
                <c:pt idx="34995">
                  <c:v>24.6</c:v>
                </c:pt>
                <c:pt idx="34996">
                  <c:v>24.6</c:v>
                </c:pt>
                <c:pt idx="34997">
                  <c:v>24.6</c:v>
                </c:pt>
                <c:pt idx="34998">
                  <c:v>24.6</c:v>
                </c:pt>
                <c:pt idx="34999">
                  <c:v>24.6</c:v>
                </c:pt>
                <c:pt idx="35000">
                  <c:v>24.6</c:v>
                </c:pt>
                <c:pt idx="35001">
                  <c:v>24.6</c:v>
                </c:pt>
                <c:pt idx="35002">
                  <c:v>24.6</c:v>
                </c:pt>
                <c:pt idx="35003">
                  <c:v>24.6</c:v>
                </c:pt>
                <c:pt idx="35004">
                  <c:v>24.6</c:v>
                </c:pt>
                <c:pt idx="35005">
                  <c:v>24.6</c:v>
                </c:pt>
                <c:pt idx="35006">
                  <c:v>24.6</c:v>
                </c:pt>
                <c:pt idx="35007">
                  <c:v>24.6</c:v>
                </c:pt>
                <c:pt idx="35008">
                  <c:v>24.6</c:v>
                </c:pt>
                <c:pt idx="35009">
                  <c:v>24.6</c:v>
                </c:pt>
                <c:pt idx="35010">
                  <c:v>24.6</c:v>
                </c:pt>
                <c:pt idx="35011">
                  <c:v>24.6</c:v>
                </c:pt>
                <c:pt idx="35012">
                  <c:v>24.6</c:v>
                </c:pt>
                <c:pt idx="35013">
                  <c:v>24.6</c:v>
                </c:pt>
                <c:pt idx="35014">
                  <c:v>24.6</c:v>
                </c:pt>
                <c:pt idx="35015">
                  <c:v>24.6</c:v>
                </c:pt>
                <c:pt idx="35016">
                  <c:v>24.6</c:v>
                </c:pt>
                <c:pt idx="35017">
                  <c:v>24.6</c:v>
                </c:pt>
                <c:pt idx="35018">
                  <c:v>24.6</c:v>
                </c:pt>
                <c:pt idx="35019">
                  <c:v>24.6</c:v>
                </c:pt>
                <c:pt idx="35020">
                  <c:v>24.6</c:v>
                </c:pt>
                <c:pt idx="35021">
                  <c:v>24.6</c:v>
                </c:pt>
                <c:pt idx="35022">
                  <c:v>24.6</c:v>
                </c:pt>
                <c:pt idx="35023">
                  <c:v>24.6</c:v>
                </c:pt>
                <c:pt idx="35024">
                  <c:v>24.6</c:v>
                </c:pt>
                <c:pt idx="35025">
                  <c:v>24.6</c:v>
                </c:pt>
                <c:pt idx="35026">
                  <c:v>24.6</c:v>
                </c:pt>
                <c:pt idx="35027">
                  <c:v>24.6</c:v>
                </c:pt>
                <c:pt idx="35028">
                  <c:v>24.6</c:v>
                </c:pt>
                <c:pt idx="35029">
                  <c:v>24.6</c:v>
                </c:pt>
                <c:pt idx="35030">
                  <c:v>24.6</c:v>
                </c:pt>
                <c:pt idx="35031">
                  <c:v>24.6</c:v>
                </c:pt>
                <c:pt idx="35032">
                  <c:v>24.6</c:v>
                </c:pt>
                <c:pt idx="35033">
                  <c:v>24.6</c:v>
                </c:pt>
                <c:pt idx="35034">
                  <c:v>24.6</c:v>
                </c:pt>
                <c:pt idx="35035">
                  <c:v>24.6</c:v>
                </c:pt>
                <c:pt idx="35036">
                  <c:v>24.6</c:v>
                </c:pt>
                <c:pt idx="35037">
                  <c:v>24.6</c:v>
                </c:pt>
                <c:pt idx="35038">
                  <c:v>24.6</c:v>
                </c:pt>
                <c:pt idx="35039">
                  <c:v>24.6</c:v>
                </c:pt>
                <c:pt idx="35040">
                  <c:v>24.6</c:v>
                </c:pt>
                <c:pt idx="35041">
                  <c:v>24.6</c:v>
                </c:pt>
                <c:pt idx="35042">
                  <c:v>24.6</c:v>
                </c:pt>
                <c:pt idx="35043">
                  <c:v>24.6</c:v>
                </c:pt>
                <c:pt idx="35044">
                  <c:v>24.6</c:v>
                </c:pt>
                <c:pt idx="35045">
                  <c:v>24.6</c:v>
                </c:pt>
                <c:pt idx="35046">
                  <c:v>24.6</c:v>
                </c:pt>
                <c:pt idx="35047">
                  <c:v>24.6</c:v>
                </c:pt>
                <c:pt idx="35048">
                  <c:v>24.6</c:v>
                </c:pt>
                <c:pt idx="35049">
                  <c:v>24.6</c:v>
                </c:pt>
                <c:pt idx="35050">
                  <c:v>24.6</c:v>
                </c:pt>
                <c:pt idx="35051">
                  <c:v>24.6</c:v>
                </c:pt>
                <c:pt idx="35052">
                  <c:v>24.6</c:v>
                </c:pt>
                <c:pt idx="35053">
                  <c:v>24.6</c:v>
                </c:pt>
                <c:pt idx="35054">
                  <c:v>24.6</c:v>
                </c:pt>
                <c:pt idx="35055">
                  <c:v>24.6</c:v>
                </c:pt>
                <c:pt idx="35056">
                  <c:v>24.6</c:v>
                </c:pt>
                <c:pt idx="35057">
                  <c:v>24.6</c:v>
                </c:pt>
                <c:pt idx="35058">
                  <c:v>24.6</c:v>
                </c:pt>
                <c:pt idx="35059">
                  <c:v>24.6</c:v>
                </c:pt>
                <c:pt idx="35060">
                  <c:v>24.6</c:v>
                </c:pt>
                <c:pt idx="35061">
                  <c:v>24.6</c:v>
                </c:pt>
                <c:pt idx="35062">
                  <c:v>24.6</c:v>
                </c:pt>
                <c:pt idx="35063">
                  <c:v>24.6</c:v>
                </c:pt>
                <c:pt idx="35064">
                  <c:v>24.6</c:v>
                </c:pt>
                <c:pt idx="35065">
                  <c:v>24.6</c:v>
                </c:pt>
                <c:pt idx="35066">
                  <c:v>24.6</c:v>
                </c:pt>
                <c:pt idx="35067">
                  <c:v>24.6</c:v>
                </c:pt>
                <c:pt idx="35068">
                  <c:v>24.6</c:v>
                </c:pt>
                <c:pt idx="35069">
                  <c:v>24.6</c:v>
                </c:pt>
                <c:pt idx="35070">
                  <c:v>24.6</c:v>
                </c:pt>
                <c:pt idx="35071">
                  <c:v>24.6</c:v>
                </c:pt>
                <c:pt idx="35072">
                  <c:v>24.6</c:v>
                </c:pt>
                <c:pt idx="35073">
                  <c:v>24.6</c:v>
                </c:pt>
                <c:pt idx="35074">
                  <c:v>24.6</c:v>
                </c:pt>
                <c:pt idx="35075">
                  <c:v>24.6</c:v>
                </c:pt>
                <c:pt idx="35076">
                  <c:v>24.6</c:v>
                </c:pt>
                <c:pt idx="35077">
                  <c:v>24.6</c:v>
                </c:pt>
                <c:pt idx="35078">
                  <c:v>24.6</c:v>
                </c:pt>
                <c:pt idx="35079">
                  <c:v>24.6</c:v>
                </c:pt>
                <c:pt idx="35080">
                  <c:v>24.6</c:v>
                </c:pt>
                <c:pt idx="35081">
                  <c:v>24.6</c:v>
                </c:pt>
                <c:pt idx="35082">
                  <c:v>24.6</c:v>
                </c:pt>
                <c:pt idx="35083">
                  <c:v>24.6</c:v>
                </c:pt>
                <c:pt idx="35084">
                  <c:v>24.6</c:v>
                </c:pt>
                <c:pt idx="35085">
                  <c:v>24.6</c:v>
                </c:pt>
                <c:pt idx="35086">
                  <c:v>24.6</c:v>
                </c:pt>
                <c:pt idx="35087">
                  <c:v>24.6</c:v>
                </c:pt>
                <c:pt idx="35088">
                  <c:v>24.6</c:v>
                </c:pt>
                <c:pt idx="35089">
                  <c:v>24.6</c:v>
                </c:pt>
                <c:pt idx="35090">
                  <c:v>24.6</c:v>
                </c:pt>
                <c:pt idx="35091">
                  <c:v>24.6</c:v>
                </c:pt>
                <c:pt idx="35092">
                  <c:v>24.6</c:v>
                </c:pt>
                <c:pt idx="35093">
                  <c:v>24.6</c:v>
                </c:pt>
                <c:pt idx="35094">
                  <c:v>24.6</c:v>
                </c:pt>
                <c:pt idx="35095">
                  <c:v>24.6</c:v>
                </c:pt>
                <c:pt idx="35096">
                  <c:v>24.6</c:v>
                </c:pt>
                <c:pt idx="35097">
                  <c:v>24.6</c:v>
                </c:pt>
                <c:pt idx="35098">
                  <c:v>24.6</c:v>
                </c:pt>
                <c:pt idx="35099">
                  <c:v>24.6</c:v>
                </c:pt>
                <c:pt idx="35100">
                  <c:v>24.6</c:v>
                </c:pt>
                <c:pt idx="35101">
                  <c:v>24.6</c:v>
                </c:pt>
                <c:pt idx="35102">
                  <c:v>24.6</c:v>
                </c:pt>
                <c:pt idx="35103">
                  <c:v>24.6</c:v>
                </c:pt>
                <c:pt idx="35104">
                  <c:v>24.6</c:v>
                </c:pt>
                <c:pt idx="35105">
                  <c:v>24.6</c:v>
                </c:pt>
                <c:pt idx="35106">
                  <c:v>24.6</c:v>
                </c:pt>
                <c:pt idx="35107">
                  <c:v>24.6</c:v>
                </c:pt>
                <c:pt idx="35108">
                  <c:v>24.6</c:v>
                </c:pt>
                <c:pt idx="35109">
                  <c:v>24.6</c:v>
                </c:pt>
                <c:pt idx="35110">
                  <c:v>24.6</c:v>
                </c:pt>
                <c:pt idx="35111">
                  <c:v>24.6</c:v>
                </c:pt>
                <c:pt idx="35112">
                  <c:v>24.6</c:v>
                </c:pt>
                <c:pt idx="35113">
                  <c:v>24.6</c:v>
                </c:pt>
                <c:pt idx="35114">
                  <c:v>24.6</c:v>
                </c:pt>
                <c:pt idx="35115">
                  <c:v>24.6</c:v>
                </c:pt>
                <c:pt idx="35116">
                  <c:v>24.6</c:v>
                </c:pt>
                <c:pt idx="35117">
                  <c:v>24.6</c:v>
                </c:pt>
                <c:pt idx="35118">
                  <c:v>24.6</c:v>
                </c:pt>
                <c:pt idx="35119">
                  <c:v>24.6</c:v>
                </c:pt>
                <c:pt idx="35120">
                  <c:v>24.6</c:v>
                </c:pt>
                <c:pt idx="35121">
                  <c:v>24.6</c:v>
                </c:pt>
                <c:pt idx="35122">
                  <c:v>24.6</c:v>
                </c:pt>
                <c:pt idx="35123">
                  <c:v>24.6</c:v>
                </c:pt>
                <c:pt idx="35124">
                  <c:v>24.6</c:v>
                </c:pt>
                <c:pt idx="35125">
                  <c:v>24.6</c:v>
                </c:pt>
                <c:pt idx="35126">
                  <c:v>24.6</c:v>
                </c:pt>
                <c:pt idx="35127">
                  <c:v>24.6</c:v>
                </c:pt>
                <c:pt idx="35128">
                  <c:v>24.6</c:v>
                </c:pt>
                <c:pt idx="35129">
                  <c:v>24.6</c:v>
                </c:pt>
                <c:pt idx="35130">
                  <c:v>24.6</c:v>
                </c:pt>
                <c:pt idx="35131">
                  <c:v>24.6</c:v>
                </c:pt>
                <c:pt idx="35132">
                  <c:v>24.6</c:v>
                </c:pt>
                <c:pt idx="35133">
                  <c:v>24.6</c:v>
                </c:pt>
                <c:pt idx="35134">
                  <c:v>24.6</c:v>
                </c:pt>
                <c:pt idx="35135">
                  <c:v>24.6</c:v>
                </c:pt>
                <c:pt idx="35136">
                  <c:v>24.6</c:v>
                </c:pt>
                <c:pt idx="35137">
                  <c:v>24.6</c:v>
                </c:pt>
                <c:pt idx="35138">
                  <c:v>24.6</c:v>
                </c:pt>
                <c:pt idx="35139">
                  <c:v>24.6</c:v>
                </c:pt>
                <c:pt idx="35140">
                  <c:v>24.6</c:v>
                </c:pt>
                <c:pt idx="35141">
                  <c:v>24.6</c:v>
                </c:pt>
                <c:pt idx="35142">
                  <c:v>24.6</c:v>
                </c:pt>
                <c:pt idx="35143">
                  <c:v>24.6</c:v>
                </c:pt>
                <c:pt idx="35144">
                  <c:v>24.6</c:v>
                </c:pt>
                <c:pt idx="35145">
                  <c:v>24.6</c:v>
                </c:pt>
                <c:pt idx="35146">
                  <c:v>24.6</c:v>
                </c:pt>
                <c:pt idx="35147">
                  <c:v>24.6</c:v>
                </c:pt>
                <c:pt idx="35148">
                  <c:v>24.6</c:v>
                </c:pt>
                <c:pt idx="35149">
                  <c:v>24.6</c:v>
                </c:pt>
                <c:pt idx="35150">
                  <c:v>24.6</c:v>
                </c:pt>
                <c:pt idx="35151">
                  <c:v>24.6</c:v>
                </c:pt>
                <c:pt idx="35152">
                  <c:v>24.6</c:v>
                </c:pt>
                <c:pt idx="35153">
                  <c:v>24.6</c:v>
                </c:pt>
                <c:pt idx="35154">
                  <c:v>24.6</c:v>
                </c:pt>
                <c:pt idx="35155">
                  <c:v>24.6</c:v>
                </c:pt>
                <c:pt idx="35156">
                  <c:v>24.6</c:v>
                </c:pt>
                <c:pt idx="35157">
                  <c:v>24.6</c:v>
                </c:pt>
                <c:pt idx="35158">
                  <c:v>24.6</c:v>
                </c:pt>
                <c:pt idx="35159">
                  <c:v>24.6</c:v>
                </c:pt>
                <c:pt idx="35160">
                  <c:v>24.6</c:v>
                </c:pt>
                <c:pt idx="35161">
                  <c:v>24.6</c:v>
                </c:pt>
                <c:pt idx="35162">
                  <c:v>24.6</c:v>
                </c:pt>
                <c:pt idx="35163">
                  <c:v>24.6</c:v>
                </c:pt>
                <c:pt idx="35164">
                  <c:v>24.6</c:v>
                </c:pt>
                <c:pt idx="35165">
                  <c:v>24.6</c:v>
                </c:pt>
                <c:pt idx="35166">
                  <c:v>24.6</c:v>
                </c:pt>
                <c:pt idx="35167">
                  <c:v>24.6</c:v>
                </c:pt>
                <c:pt idx="35168">
                  <c:v>24.6</c:v>
                </c:pt>
                <c:pt idx="35169">
                  <c:v>24.6</c:v>
                </c:pt>
                <c:pt idx="35170">
                  <c:v>24.6</c:v>
                </c:pt>
                <c:pt idx="35171">
                  <c:v>24.6</c:v>
                </c:pt>
                <c:pt idx="35172">
                  <c:v>24.6</c:v>
                </c:pt>
                <c:pt idx="35173">
                  <c:v>24.6</c:v>
                </c:pt>
                <c:pt idx="35174">
                  <c:v>24.6</c:v>
                </c:pt>
                <c:pt idx="35175">
                  <c:v>24.6</c:v>
                </c:pt>
                <c:pt idx="35176">
                  <c:v>24.6</c:v>
                </c:pt>
                <c:pt idx="35177">
                  <c:v>24.6</c:v>
                </c:pt>
                <c:pt idx="35178">
                  <c:v>24.6</c:v>
                </c:pt>
                <c:pt idx="35179">
                  <c:v>24.6</c:v>
                </c:pt>
                <c:pt idx="35180">
                  <c:v>24.6</c:v>
                </c:pt>
                <c:pt idx="35181">
                  <c:v>24.6</c:v>
                </c:pt>
                <c:pt idx="35182">
                  <c:v>24.6</c:v>
                </c:pt>
                <c:pt idx="35183">
                  <c:v>24.6</c:v>
                </c:pt>
                <c:pt idx="35184">
                  <c:v>24.6</c:v>
                </c:pt>
                <c:pt idx="35185">
                  <c:v>24.6</c:v>
                </c:pt>
                <c:pt idx="35186">
                  <c:v>24.6</c:v>
                </c:pt>
                <c:pt idx="35187">
                  <c:v>24.6</c:v>
                </c:pt>
                <c:pt idx="35188">
                  <c:v>24.6</c:v>
                </c:pt>
                <c:pt idx="35189">
                  <c:v>24.6</c:v>
                </c:pt>
                <c:pt idx="35190">
                  <c:v>24.6</c:v>
                </c:pt>
                <c:pt idx="35191">
                  <c:v>24.6</c:v>
                </c:pt>
                <c:pt idx="35192">
                  <c:v>24.6</c:v>
                </c:pt>
                <c:pt idx="35193">
                  <c:v>24.6</c:v>
                </c:pt>
                <c:pt idx="35194">
                  <c:v>24.6</c:v>
                </c:pt>
                <c:pt idx="35195">
                  <c:v>24.6</c:v>
                </c:pt>
                <c:pt idx="35196">
                  <c:v>24.6</c:v>
                </c:pt>
                <c:pt idx="35197">
                  <c:v>24.6</c:v>
                </c:pt>
                <c:pt idx="35198">
                  <c:v>24.6</c:v>
                </c:pt>
                <c:pt idx="35199">
                  <c:v>24.6</c:v>
                </c:pt>
                <c:pt idx="35200">
                  <c:v>24.6</c:v>
                </c:pt>
                <c:pt idx="35201">
                  <c:v>24.6</c:v>
                </c:pt>
                <c:pt idx="35202">
                  <c:v>24.6</c:v>
                </c:pt>
                <c:pt idx="35203">
                  <c:v>24.6</c:v>
                </c:pt>
                <c:pt idx="35204">
                  <c:v>24.6</c:v>
                </c:pt>
                <c:pt idx="35205">
                  <c:v>24.6</c:v>
                </c:pt>
                <c:pt idx="35206">
                  <c:v>24.6</c:v>
                </c:pt>
                <c:pt idx="35207">
                  <c:v>24.6</c:v>
                </c:pt>
                <c:pt idx="35208">
                  <c:v>24.6</c:v>
                </c:pt>
                <c:pt idx="35209">
                  <c:v>24.6</c:v>
                </c:pt>
                <c:pt idx="35210">
                  <c:v>24.6</c:v>
                </c:pt>
                <c:pt idx="35211">
                  <c:v>24.6</c:v>
                </c:pt>
                <c:pt idx="35212">
                  <c:v>24.6</c:v>
                </c:pt>
                <c:pt idx="35213">
                  <c:v>24.6</c:v>
                </c:pt>
                <c:pt idx="35214">
                  <c:v>24.6</c:v>
                </c:pt>
                <c:pt idx="35215">
                  <c:v>24.6</c:v>
                </c:pt>
                <c:pt idx="35216">
                  <c:v>24.6</c:v>
                </c:pt>
                <c:pt idx="35217">
                  <c:v>24.6</c:v>
                </c:pt>
                <c:pt idx="35218">
                  <c:v>24.6</c:v>
                </c:pt>
                <c:pt idx="35219">
                  <c:v>24.6</c:v>
                </c:pt>
                <c:pt idx="35220">
                  <c:v>24.6</c:v>
                </c:pt>
                <c:pt idx="35221">
                  <c:v>24.6</c:v>
                </c:pt>
                <c:pt idx="35222">
                  <c:v>24.6</c:v>
                </c:pt>
                <c:pt idx="35223">
                  <c:v>24.6</c:v>
                </c:pt>
                <c:pt idx="35224">
                  <c:v>24.6</c:v>
                </c:pt>
                <c:pt idx="35225">
                  <c:v>24.6</c:v>
                </c:pt>
                <c:pt idx="35226">
                  <c:v>24.6</c:v>
                </c:pt>
                <c:pt idx="35227">
                  <c:v>24.6</c:v>
                </c:pt>
                <c:pt idx="35228">
                  <c:v>24.6</c:v>
                </c:pt>
                <c:pt idx="35229">
                  <c:v>24.6</c:v>
                </c:pt>
                <c:pt idx="35230">
                  <c:v>24.6</c:v>
                </c:pt>
                <c:pt idx="35231">
                  <c:v>24.6</c:v>
                </c:pt>
                <c:pt idx="35232">
                  <c:v>24.6</c:v>
                </c:pt>
                <c:pt idx="35233">
                  <c:v>24.6</c:v>
                </c:pt>
                <c:pt idx="35234">
                  <c:v>24.6</c:v>
                </c:pt>
                <c:pt idx="35235">
                  <c:v>24.6</c:v>
                </c:pt>
                <c:pt idx="35236">
                  <c:v>24.6</c:v>
                </c:pt>
                <c:pt idx="35237">
                  <c:v>24.6</c:v>
                </c:pt>
                <c:pt idx="35238">
                  <c:v>24.6</c:v>
                </c:pt>
                <c:pt idx="35239">
                  <c:v>24.6</c:v>
                </c:pt>
                <c:pt idx="35240">
                  <c:v>24.6</c:v>
                </c:pt>
                <c:pt idx="35241">
                  <c:v>24.6</c:v>
                </c:pt>
                <c:pt idx="35242">
                  <c:v>24.6</c:v>
                </c:pt>
                <c:pt idx="35243">
                  <c:v>24.6</c:v>
                </c:pt>
                <c:pt idx="35244">
                  <c:v>24.6</c:v>
                </c:pt>
                <c:pt idx="35245">
                  <c:v>24.6</c:v>
                </c:pt>
                <c:pt idx="35246">
                  <c:v>24.6</c:v>
                </c:pt>
                <c:pt idx="35247">
                  <c:v>24.6</c:v>
                </c:pt>
                <c:pt idx="35248">
                  <c:v>24.6</c:v>
                </c:pt>
                <c:pt idx="35249">
                  <c:v>24.6</c:v>
                </c:pt>
                <c:pt idx="35250">
                  <c:v>24.6</c:v>
                </c:pt>
                <c:pt idx="35251">
                  <c:v>24.6</c:v>
                </c:pt>
                <c:pt idx="35252">
                  <c:v>24.6</c:v>
                </c:pt>
                <c:pt idx="35253">
                  <c:v>24.6</c:v>
                </c:pt>
                <c:pt idx="35254">
                  <c:v>24.6</c:v>
                </c:pt>
                <c:pt idx="35255">
                  <c:v>24.6</c:v>
                </c:pt>
                <c:pt idx="35256">
                  <c:v>24.6</c:v>
                </c:pt>
                <c:pt idx="35257">
                  <c:v>24.6</c:v>
                </c:pt>
                <c:pt idx="35258">
                  <c:v>24.6</c:v>
                </c:pt>
                <c:pt idx="35259">
                  <c:v>24.6</c:v>
                </c:pt>
                <c:pt idx="35260">
                  <c:v>24.6</c:v>
                </c:pt>
                <c:pt idx="35261">
                  <c:v>24.6</c:v>
                </c:pt>
                <c:pt idx="35262">
                  <c:v>24.6</c:v>
                </c:pt>
                <c:pt idx="35263">
                  <c:v>24.6</c:v>
                </c:pt>
                <c:pt idx="35264">
                  <c:v>24.6</c:v>
                </c:pt>
                <c:pt idx="35265">
                  <c:v>24.6</c:v>
                </c:pt>
                <c:pt idx="35266">
                  <c:v>24.6</c:v>
                </c:pt>
                <c:pt idx="35267">
                  <c:v>24.6</c:v>
                </c:pt>
                <c:pt idx="35268">
                  <c:v>24.6</c:v>
                </c:pt>
                <c:pt idx="35269">
                  <c:v>24.6</c:v>
                </c:pt>
                <c:pt idx="35270">
                  <c:v>24.6</c:v>
                </c:pt>
                <c:pt idx="35271">
                  <c:v>24.6</c:v>
                </c:pt>
                <c:pt idx="35272">
                  <c:v>24.6</c:v>
                </c:pt>
                <c:pt idx="35273">
                  <c:v>24.6</c:v>
                </c:pt>
                <c:pt idx="35274">
                  <c:v>24.6</c:v>
                </c:pt>
                <c:pt idx="35275">
                  <c:v>24.6</c:v>
                </c:pt>
                <c:pt idx="35276">
                  <c:v>24.6</c:v>
                </c:pt>
                <c:pt idx="35277">
                  <c:v>24.6</c:v>
                </c:pt>
                <c:pt idx="35278">
                  <c:v>24.6</c:v>
                </c:pt>
                <c:pt idx="35279">
                  <c:v>24.6</c:v>
                </c:pt>
                <c:pt idx="35280">
                  <c:v>24.6</c:v>
                </c:pt>
                <c:pt idx="35281">
                  <c:v>24.6</c:v>
                </c:pt>
                <c:pt idx="35282">
                  <c:v>24.6</c:v>
                </c:pt>
                <c:pt idx="35283">
                  <c:v>24.6</c:v>
                </c:pt>
                <c:pt idx="35284">
                  <c:v>24.6</c:v>
                </c:pt>
                <c:pt idx="35285">
                  <c:v>24.6</c:v>
                </c:pt>
                <c:pt idx="35286">
                  <c:v>24.6</c:v>
                </c:pt>
                <c:pt idx="35287">
                  <c:v>24.6</c:v>
                </c:pt>
                <c:pt idx="35288">
                  <c:v>24.6</c:v>
                </c:pt>
                <c:pt idx="35289">
                  <c:v>24.6</c:v>
                </c:pt>
                <c:pt idx="35290">
                  <c:v>24.6</c:v>
                </c:pt>
                <c:pt idx="35291">
                  <c:v>24.6</c:v>
                </c:pt>
                <c:pt idx="35292">
                  <c:v>24.6</c:v>
                </c:pt>
                <c:pt idx="35293">
                  <c:v>24.6</c:v>
                </c:pt>
                <c:pt idx="35294">
                  <c:v>24.6</c:v>
                </c:pt>
                <c:pt idx="35295">
                  <c:v>24.6</c:v>
                </c:pt>
                <c:pt idx="35296">
                  <c:v>24.6</c:v>
                </c:pt>
                <c:pt idx="35297">
                  <c:v>24.6</c:v>
                </c:pt>
                <c:pt idx="35298">
                  <c:v>24.6</c:v>
                </c:pt>
                <c:pt idx="35299">
                  <c:v>24.6</c:v>
                </c:pt>
                <c:pt idx="35300">
                  <c:v>24.6</c:v>
                </c:pt>
                <c:pt idx="35301">
                  <c:v>24.6</c:v>
                </c:pt>
                <c:pt idx="35302">
                  <c:v>24.6</c:v>
                </c:pt>
                <c:pt idx="35303">
                  <c:v>24.6</c:v>
                </c:pt>
                <c:pt idx="35304">
                  <c:v>24.6</c:v>
                </c:pt>
                <c:pt idx="35305">
                  <c:v>24.6</c:v>
                </c:pt>
                <c:pt idx="35306">
                  <c:v>24.6</c:v>
                </c:pt>
                <c:pt idx="35307">
                  <c:v>24.6</c:v>
                </c:pt>
                <c:pt idx="35308">
                  <c:v>24.6</c:v>
                </c:pt>
                <c:pt idx="35309">
                  <c:v>24.6</c:v>
                </c:pt>
                <c:pt idx="35310">
                  <c:v>24.6</c:v>
                </c:pt>
                <c:pt idx="35311">
                  <c:v>24.6</c:v>
                </c:pt>
                <c:pt idx="35312">
                  <c:v>24.6</c:v>
                </c:pt>
                <c:pt idx="35313">
                  <c:v>24.6</c:v>
                </c:pt>
                <c:pt idx="35314">
                  <c:v>24.6</c:v>
                </c:pt>
                <c:pt idx="35315">
                  <c:v>24.6</c:v>
                </c:pt>
                <c:pt idx="35316">
                  <c:v>24.6</c:v>
                </c:pt>
                <c:pt idx="35317">
                  <c:v>24.6</c:v>
                </c:pt>
                <c:pt idx="35318">
                  <c:v>24.6</c:v>
                </c:pt>
                <c:pt idx="35319">
                  <c:v>24.6</c:v>
                </c:pt>
                <c:pt idx="35320">
                  <c:v>24.6</c:v>
                </c:pt>
                <c:pt idx="35321">
                  <c:v>24.6</c:v>
                </c:pt>
                <c:pt idx="35322">
                  <c:v>24.6</c:v>
                </c:pt>
                <c:pt idx="35323">
                  <c:v>24.6</c:v>
                </c:pt>
                <c:pt idx="35324">
                  <c:v>24.6</c:v>
                </c:pt>
                <c:pt idx="35325">
                  <c:v>24.6</c:v>
                </c:pt>
                <c:pt idx="35326">
                  <c:v>24.6</c:v>
                </c:pt>
                <c:pt idx="35327">
                  <c:v>24.6</c:v>
                </c:pt>
                <c:pt idx="35328">
                  <c:v>24.6</c:v>
                </c:pt>
                <c:pt idx="35329">
                  <c:v>24.6</c:v>
                </c:pt>
                <c:pt idx="35330">
                  <c:v>24.6</c:v>
                </c:pt>
                <c:pt idx="35331">
                  <c:v>24.55</c:v>
                </c:pt>
                <c:pt idx="35332">
                  <c:v>24.6</c:v>
                </c:pt>
                <c:pt idx="35333">
                  <c:v>24.6</c:v>
                </c:pt>
                <c:pt idx="35334">
                  <c:v>24.6</c:v>
                </c:pt>
                <c:pt idx="35335">
                  <c:v>24.6</c:v>
                </c:pt>
                <c:pt idx="35336">
                  <c:v>24.55</c:v>
                </c:pt>
                <c:pt idx="35337">
                  <c:v>24.55</c:v>
                </c:pt>
                <c:pt idx="35338">
                  <c:v>24.6</c:v>
                </c:pt>
                <c:pt idx="35339">
                  <c:v>24.55</c:v>
                </c:pt>
                <c:pt idx="35340">
                  <c:v>24.55</c:v>
                </c:pt>
                <c:pt idx="35341">
                  <c:v>24.6</c:v>
                </c:pt>
                <c:pt idx="35342">
                  <c:v>24.6</c:v>
                </c:pt>
                <c:pt idx="35343">
                  <c:v>24.6</c:v>
                </c:pt>
                <c:pt idx="35344">
                  <c:v>24.6</c:v>
                </c:pt>
                <c:pt idx="35345">
                  <c:v>24.6</c:v>
                </c:pt>
                <c:pt idx="35346">
                  <c:v>24.6</c:v>
                </c:pt>
                <c:pt idx="35347">
                  <c:v>24.6</c:v>
                </c:pt>
                <c:pt idx="35348">
                  <c:v>24.6</c:v>
                </c:pt>
                <c:pt idx="35349">
                  <c:v>24.6</c:v>
                </c:pt>
                <c:pt idx="35350">
                  <c:v>24.6</c:v>
                </c:pt>
                <c:pt idx="35351">
                  <c:v>24.6</c:v>
                </c:pt>
                <c:pt idx="35352">
                  <c:v>24.55</c:v>
                </c:pt>
                <c:pt idx="35353">
                  <c:v>24.6</c:v>
                </c:pt>
                <c:pt idx="35354">
                  <c:v>24.6</c:v>
                </c:pt>
                <c:pt idx="35355">
                  <c:v>24.6</c:v>
                </c:pt>
                <c:pt idx="35356">
                  <c:v>24.55</c:v>
                </c:pt>
                <c:pt idx="35357">
                  <c:v>24.6</c:v>
                </c:pt>
                <c:pt idx="35358">
                  <c:v>24.6</c:v>
                </c:pt>
                <c:pt idx="35359">
                  <c:v>24.55</c:v>
                </c:pt>
                <c:pt idx="35360">
                  <c:v>24.6</c:v>
                </c:pt>
                <c:pt idx="35361">
                  <c:v>24.55</c:v>
                </c:pt>
                <c:pt idx="35362">
                  <c:v>24.55</c:v>
                </c:pt>
                <c:pt idx="35363">
                  <c:v>24.55</c:v>
                </c:pt>
                <c:pt idx="35364">
                  <c:v>24.55</c:v>
                </c:pt>
                <c:pt idx="35365">
                  <c:v>24.55</c:v>
                </c:pt>
                <c:pt idx="35366">
                  <c:v>24.55</c:v>
                </c:pt>
                <c:pt idx="35367">
                  <c:v>24.55</c:v>
                </c:pt>
                <c:pt idx="35368">
                  <c:v>24.55</c:v>
                </c:pt>
                <c:pt idx="35369">
                  <c:v>24.55</c:v>
                </c:pt>
                <c:pt idx="35370">
                  <c:v>24.55</c:v>
                </c:pt>
                <c:pt idx="35371">
                  <c:v>24.55</c:v>
                </c:pt>
                <c:pt idx="35372">
                  <c:v>24.55</c:v>
                </c:pt>
                <c:pt idx="35373">
                  <c:v>24.55</c:v>
                </c:pt>
                <c:pt idx="35374">
                  <c:v>24.55</c:v>
                </c:pt>
                <c:pt idx="35375">
                  <c:v>24.55</c:v>
                </c:pt>
                <c:pt idx="35376">
                  <c:v>24.6</c:v>
                </c:pt>
                <c:pt idx="35377">
                  <c:v>24.6</c:v>
                </c:pt>
                <c:pt idx="35378">
                  <c:v>24.6</c:v>
                </c:pt>
                <c:pt idx="35379">
                  <c:v>24.6</c:v>
                </c:pt>
                <c:pt idx="35380">
                  <c:v>24.6</c:v>
                </c:pt>
                <c:pt idx="35381">
                  <c:v>24.6</c:v>
                </c:pt>
                <c:pt idx="35382">
                  <c:v>24.6</c:v>
                </c:pt>
                <c:pt idx="35383">
                  <c:v>24.6</c:v>
                </c:pt>
                <c:pt idx="35384">
                  <c:v>24.6</c:v>
                </c:pt>
                <c:pt idx="35385">
                  <c:v>24.6</c:v>
                </c:pt>
                <c:pt idx="35386">
                  <c:v>24.6</c:v>
                </c:pt>
                <c:pt idx="35387">
                  <c:v>24.6</c:v>
                </c:pt>
                <c:pt idx="35388">
                  <c:v>24.55</c:v>
                </c:pt>
                <c:pt idx="35389">
                  <c:v>24.6</c:v>
                </c:pt>
                <c:pt idx="35390">
                  <c:v>24.55</c:v>
                </c:pt>
                <c:pt idx="35391">
                  <c:v>24.55</c:v>
                </c:pt>
                <c:pt idx="35392">
                  <c:v>24.55</c:v>
                </c:pt>
                <c:pt idx="35393">
                  <c:v>24.6</c:v>
                </c:pt>
                <c:pt idx="35394">
                  <c:v>24.55</c:v>
                </c:pt>
                <c:pt idx="35395">
                  <c:v>24.55</c:v>
                </c:pt>
                <c:pt idx="35396">
                  <c:v>24.6</c:v>
                </c:pt>
                <c:pt idx="35397">
                  <c:v>24.6</c:v>
                </c:pt>
                <c:pt idx="35398">
                  <c:v>24.6</c:v>
                </c:pt>
                <c:pt idx="35399">
                  <c:v>24.6</c:v>
                </c:pt>
                <c:pt idx="35400">
                  <c:v>24.6</c:v>
                </c:pt>
                <c:pt idx="35401">
                  <c:v>24.6</c:v>
                </c:pt>
                <c:pt idx="35402">
                  <c:v>24.6</c:v>
                </c:pt>
                <c:pt idx="35403">
                  <c:v>24.6</c:v>
                </c:pt>
                <c:pt idx="35404">
                  <c:v>24.6</c:v>
                </c:pt>
                <c:pt idx="35405">
                  <c:v>24.6</c:v>
                </c:pt>
                <c:pt idx="35406">
                  <c:v>24.6</c:v>
                </c:pt>
                <c:pt idx="35407">
                  <c:v>24.6</c:v>
                </c:pt>
                <c:pt idx="35408">
                  <c:v>24.6</c:v>
                </c:pt>
                <c:pt idx="35409">
                  <c:v>24.6</c:v>
                </c:pt>
                <c:pt idx="35410">
                  <c:v>24.6</c:v>
                </c:pt>
                <c:pt idx="35411">
                  <c:v>24.6</c:v>
                </c:pt>
                <c:pt idx="35412">
                  <c:v>24.6</c:v>
                </c:pt>
                <c:pt idx="35413">
                  <c:v>24.6</c:v>
                </c:pt>
                <c:pt idx="35414">
                  <c:v>24.6</c:v>
                </c:pt>
                <c:pt idx="35415">
                  <c:v>24.6</c:v>
                </c:pt>
                <c:pt idx="35416">
                  <c:v>24.6</c:v>
                </c:pt>
                <c:pt idx="35417">
                  <c:v>24.6</c:v>
                </c:pt>
                <c:pt idx="35418">
                  <c:v>24.6</c:v>
                </c:pt>
                <c:pt idx="35419">
                  <c:v>24.6</c:v>
                </c:pt>
                <c:pt idx="35420">
                  <c:v>24.6</c:v>
                </c:pt>
                <c:pt idx="35421">
                  <c:v>24.6</c:v>
                </c:pt>
                <c:pt idx="35422">
                  <c:v>24.6</c:v>
                </c:pt>
                <c:pt idx="35423">
                  <c:v>24.6</c:v>
                </c:pt>
                <c:pt idx="35424">
                  <c:v>24.6</c:v>
                </c:pt>
                <c:pt idx="35425">
                  <c:v>24.6</c:v>
                </c:pt>
                <c:pt idx="35426">
                  <c:v>24.6</c:v>
                </c:pt>
                <c:pt idx="35427">
                  <c:v>24.6</c:v>
                </c:pt>
                <c:pt idx="35428">
                  <c:v>24.6</c:v>
                </c:pt>
                <c:pt idx="35429">
                  <c:v>24.6</c:v>
                </c:pt>
                <c:pt idx="35430">
                  <c:v>24.6</c:v>
                </c:pt>
                <c:pt idx="35431">
                  <c:v>24.6</c:v>
                </c:pt>
                <c:pt idx="35432">
                  <c:v>24.6</c:v>
                </c:pt>
                <c:pt idx="35433">
                  <c:v>24.6</c:v>
                </c:pt>
                <c:pt idx="35434">
                  <c:v>24.6</c:v>
                </c:pt>
                <c:pt idx="35435">
                  <c:v>24.6</c:v>
                </c:pt>
                <c:pt idx="35436">
                  <c:v>24.6</c:v>
                </c:pt>
                <c:pt idx="35437">
                  <c:v>24.6</c:v>
                </c:pt>
                <c:pt idx="35438">
                  <c:v>24.6</c:v>
                </c:pt>
                <c:pt idx="35439">
                  <c:v>24.6</c:v>
                </c:pt>
                <c:pt idx="35440">
                  <c:v>24.6</c:v>
                </c:pt>
                <c:pt idx="35441">
                  <c:v>24.6</c:v>
                </c:pt>
                <c:pt idx="35442">
                  <c:v>24.6</c:v>
                </c:pt>
                <c:pt idx="35443">
                  <c:v>24.6</c:v>
                </c:pt>
                <c:pt idx="35444">
                  <c:v>24.6</c:v>
                </c:pt>
                <c:pt idx="35445">
                  <c:v>24.6</c:v>
                </c:pt>
                <c:pt idx="35446">
                  <c:v>24.6</c:v>
                </c:pt>
                <c:pt idx="35447">
                  <c:v>24.6</c:v>
                </c:pt>
                <c:pt idx="35448">
                  <c:v>24.6</c:v>
                </c:pt>
                <c:pt idx="35449">
                  <c:v>24.6</c:v>
                </c:pt>
                <c:pt idx="35450">
                  <c:v>24.6</c:v>
                </c:pt>
                <c:pt idx="35451">
                  <c:v>24.6</c:v>
                </c:pt>
                <c:pt idx="35452">
                  <c:v>24.6</c:v>
                </c:pt>
                <c:pt idx="35453">
                  <c:v>24.6</c:v>
                </c:pt>
                <c:pt idx="35454">
                  <c:v>24.6</c:v>
                </c:pt>
                <c:pt idx="35455">
                  <c:v>24.6</c:v>
                </c:pt>
                <c:pt idx="35456">
                  <c:v>24.6</c:v>
                </c:pt>
                <c:pt idx="35457">
                  <c:v>24.6</c:v>
                </c:pt>
                <c:pt idx="35458">
                  <c:v>24.6</c:v>
                </c:pt>
                <c:pt idx="35459">
                  <c:v>24.6</c:v>
                </c:pt>
                <c:pt idx="35460">
                  <c:v>24.6</c:v>
                </c:pt>
                <c:pt idx="35461">
                  <c:v>24.6</c:v>
                </c:pt>
                <c:pt idx="35462">
                  <c:v>24.6</c:v>
                </c:pt>
                <c:pt idx="35463">
                  <c:v>24.6</c:v>
                </c:pt>
                <c:pt idx="35464">
                  <c:v>24.6</c:v>
                </c:pt>
                <c:pt idx="35465">
                  <c:v>24.6</c:v>
                </c:pt>
                <c:pt idx="35466">
                  <c:v>24.6</c:v>
                </c:pt>
                <c:pt idx="35467">
                  <c:v>24.6</c:v>
                </c:pt>
                <c:pt idx="35468">
                  <c:v>24.6</c:v>
                </c:pt>
                <c:pt idx="35469">
                  <c:v>24.6</c:v>
                </c:pt>
                <c:pt idx="35470">
                  <c:v>24.6</c:v>
                </c:pt>
                <c:pt idx="35471">
                  <c:v>24.6</c:v>
                </c:pt>
                <c:pt idx="35472">
                  <c:v>24.6</c:v>
                </c:pt>
                <c:pt idx="35473">
                  <c:v>24.6</c:v>
                </c:pt>
                <c:pt idx="35474">
                  <c:v>24.6</c:v>
                </c:pt>
                <c:pt idx="35475">
                  <c:v>24.6</c:v>
                </c:pt>
                <c:pt idx="35476">
                  <c:v>24.6</c:v>
                </c:pt>
                <c:pt idx="35477">
                  <c:v>24.6</c:v>
                </c:pt>
                <c:pt idx="35478">
                  <c:v>24.6</c:v>
                </c:pt>
                <c:pt idx="35479">
                  <c:v>24.6</c:v>
                </c:pt>
                <c:pt idx="35480">
                  <c:v>24.6</c:v>
                </c:pt>
                <c:pt idx="35481">
                  <c:v>24.6</c:v>
                </c:pt>
                <c:pt idx="35482">
                  <c:v>24.6</c:v>
                </c:pt>
                <c:pt idx="35483">
                  <c:v>24.6</c:v>
                </c:pt>
                <c:pt idx="35484">
                  <c:v>24.6</c:v>
                </c:pt>
                <c:pt idx="35485">
                  <c:v>24.6</c:v>
                </c:pt>
                <c:pt idx="35486">
                  <c:v>24.6</c:v>
                </c:pt>
                <c:pt idx="35487">
                  <c:v>24.6</c:v>
                </c:pt>
                <c:pt idx="35488">
                  <c:v>24.6</c:v>
                </c:pt>
                <c:pt idx="35489">
                  <c:v>24.6</c:v>
                </c:pt>
                <c:pt idx="35490">
                  <c:v>24.6</c:v>
                </c:pt>
                <c:pt idx="35491">
                  <c:v>24.6</c:v>
                </c:pt>
                <c:pt idx="35492">
                  <c:v>24.6</c:v>
                </c:pt>
                <c:pt idx="35493">
                  <c:v>24.6</c:v>
                </c:pt>
                <c:pt idx="35494">
                  <c:v>24.6</c:v>
                </c:pt>
                <c:pt idx="35495">
                  <c:v>24.6</c:v>
                </c:pt>
                <c:pt idx="35496">
                  <c:v>24.6</c:v>
                </c:pt>
                <c:pt idx="35497">
                  <c:v>24.6</c:v>
                </c:pt>
                <c:pt idx="35498">
                  <c:v>24.6</c:v>
                </c:pt>
                <c:pt idx="35499">
                  <c:v>24.6</c:v>
                </c:pt>
                <c:pt idx="35500">
                  <c:v>24.6</c:v>
                </c:pt>
                <c:pt idx="35501">
                  <c:v>24.6</c:v>
                </c:pt>
                <c:pt idx="35502">
                  <c:v>24.6</c:v>
                </c:pt>
                <c:pt idx="35503">
                  <c:v>24.6</c:v>
                </c:pt>
                <c:pt idx="35504">
                  <c:v>24.6</c:v>
                </c:pt>
                <c:pt idx="35505">
                  <c:v>24.6</c:v>
                </c:pt>
                <c:pt idx="35506">
                  <c:v>24.6</c:v>
                </c:pt>
                <c:pt idx="35507">
                  <c:v>24.6</c:v>
                </c:pt>
                <c:pt idx="35508">
                  <c:v>24.6</c:v>
                </c:pt>
                <c:pt idx="35509">
                  <c:v>24.6</c:v>
                </c:pt>
                <c:pt idx="35510">
                  <c:v>24.6</c:v>
                </c:pt>
                <c:pt idx="35511">
                  <c:v>24.6</c:v>
                </c:pt>
                <c:pt idx="35512">
                  <c:v>24.6</c:v>
                </c:pt>
                <c:pt idx="35513">
                  <c:v>24.6</c:v>
                </c:pt>
                <c:pt idx="35514">
                  <c:v>24.6</c:v>
                </c:pt>
                <c:pt idx="35515">
                  <c:v>24.6</c:v>
                </c:pt>
                <c:pt idx="35516">
                  <c:v>24.6</c:v>
                </c:pt>
                <c:pt idx="35517">
                  <c:v>24.6</c:v>
                </c:pt>
                <c:pt idx="35518">
                  <c:v>24.6</c:v>
                </c:pt>
                <c:pt idx="35519">
                  <c:v>24.6</c:v>
                </c:pt>
                <c:pt idx="35520">
                  <c:v>24.6</c:v>
                </c:pt>
                <c:pt idx="35521">
                  <c:v>24.6</c:v>
                </c:pt>
                <c:pt idx="35522">
                  <c:v>24.6</c:v>
                </c:pt>
                <c:pt idx="35523">
                  <c:v>24.6</c:v>
                </c:pt>
                <c:pt idx="35524">
                  <c:v>24.6</c:v>
                </c:pt>
                <c:pt idx="35525">
                  <c:v>24.6</c:v>
                </c:pt>
                <c:pt idx="35526">
                  <c:v>24.6</c:v>
                </c:pt>
                <c:pt idx="35527">
                  <c:v>24.6</c:v>
                </c:pt>
                <c:pt idx="35528">
                  <c:v>24.6</c:v>
                </c:pt>
                <c:pt idx="35529">
                  <c:v>24.6</c:v>
                </c:pt>
                <c:pt idx="35530">
                  <c:v>24.6</c:v>
                </c:pt>
                <c:pt idx="35531">
                  <c:v>24.6</c:v>
                </c:pt>
                <c:pt idx="35532">
                  <c:v>24.6</c:v>
                </c:pt>
                <c:pt idx="35533">
                  <c:v>24.6</c:v>
                </c:pt>
                <c:pt idx="35534">
                  <c:v>24.6</c:v>
                </c:pt>
                <c:pt idx="35535">
                  <c:v>24.6</c:v>
                </c:pt>
                <c:pt idx="35536">
                  <c:v>24.6</c:v>
                </c:pt>
                <c:pt idx="35537">
                  <c:v>24.6</c:v>
                </c:pt>
                <c:pt idx="35538">
                  <c:v>24.6</c:v>
                </c:pt>
                <c:pt idx="35539">
                  <c:v>24.6</c:v>
                </c:pt>
                <c:pt idx="35540">
                  <c:v>24.6</c:v>
                </c:pt>
                <c:pt idx="35541">
                  <c:v>24.6</c:v>
                </c:pt>
                <c:pt idx="35542">
                  <c:v>24.6</c:v>
                </c:pt>
                <c:pt idx="35543">
                  <c:v>24.6</c:v>
                </c:pt>
                <c:pt idx="35544">
                  <c:v>24.6</c:v>
                </c:pt>
                <c:pt idx="35545">
                  <c:v>24.6</c:v>
                </c:pt>
                <c:pt idx="35546">
                  <c:v>24.6</c:v>
                </c:pt>
                <c:pt idx="35547">
                  <c:v>24.6</c:v>
                </c:pt>
                <c:pt idx="35548">
                  <c:v>24.6</c:v>
                </c:pt>
                <c:pt idx="35549">
                  <c:v>24.6</c:v>
                </c:pt>
                <c:pt idx="35550">
                  <c:v>24.6</c:v>
                </c:pt>
                <c:pt idx="35551">
                  <c:v>24.6</c:v>
                </c:pt>
                <c:pt idx="35552">
                  <c:v>24.6</c:v>
                </c:pt>
                <c:pt idx="35553">
                  <c:v>24.6</c:v>
                </c:pt>
                <c:pt idx="35554">
                  <c:v>24.6</c:v>
                </c:pt>
                <c:pt idx="35555">
                  <c:v>24.6</c:v>
                </c:pt>
                <c:pt idx="35556">
                  <c:v>24.6</c:v>
                </c:pt>
                <c:pt idx="35557">
                  <c:v>24.6</c:v>
                </c:pt>
                <c:pt idx="35558">
                  <c:v>24.6</c:v>
                </c:pt>
                <c:pt idx="35559">
                  <c:v>24.6</c:v>
                </c:pt>
                <c:pt idx="35560">
                  <c:v>24.6</c:v>
                </c:pt>
                <c:pt idx="35561">
                  <c:v>24.6</c:v>
                </c:pt>
                <c:pt idx="35562">
                  <c:v>24.6</c:v>
                </c:pt>
                <c:pt idx="35563">
                  <c:v>24.6</c:v>
                </c:pt>
                <c:pt idx="35564">
                  <c:v>24.6</c:v>
                </c:pt>
                <c:pt idx="35565">
                  <c:v>24.6</c:v>
                </c:pt>
                <c:pt idx="35566">
                  <c:v>24.6</c:v>
                </c:pt>
                <c:pt idx="35567">
                  <c:v>24.6</c:v>
                </c:pt>
                <c:pt idx="35568">
                  <c:v>24.6</c:v>
                </c:pt>
                <c:pt idx="35569">
                  <c:v>24.6</c:v>
                </c:pt>
                <c:pt idx="35570">
                  <c:v>24.6</c:v>
                </c:pt>
                <c:pt idx="35571">
                  <c:v>24.6</c:v>
                </c:pt>
                <c:pt idx="35572">
                  <c:v>24.6</c:v>
                </c:pt>
                <c:pt idx="35573">
                  <c:v>24.6</c:v>
                </c:pt>
                <c:pt idx="35574">
                  <c:v>24.6</c:v>
                </c:pt>
                <c:pt idx="35575">
                  <c:v>24.6</c:v>
                </c:pt>
                <c:pt idx="35576">
                  <c:v>24.6</c:v>
                </c:pt>
                <c:pt idx="35577">
                  <c:v>24.6</c:v>
                </c:pt>
                <c:pt idx="35578">
                  <c:v>24.6</c:v>
                </c:pt>
                <c:pt idx="35579">
                  <c:v>24.6</c:v>
                </c:pt>
                <c:pt idx="35580">
                  <c:v>24.6</c:v>
                </c:pt>
                <c:pt idx="35581">
                  <c:v>24.6</c:v>
                </c:pt>
                <c:pt idx="35582">
                  <c:v>24.6</c:v>
                </c:pt>
                <c:pt idx="35583">
                  <c:v>24.6</c:v>
                </c:pt>
                <c:pt idx="35584">
                  <c:v>24.6</c:v>
                </c:pt>
                <c:pt idx="35585">
                  <c:v>24.6</c:v>
                </c:pt>
                <c:pt idx="35586">
                  <c:v>24.6</c:v>
                </c:pt>
                <c:pt idx="35587">
                  <c:v>24.6</c:v>
                </c:pt>
                <c:pt idx="35588">
                  <c:v>24.6</c:v>
                </c:pt>
                <c:pt idx="35589">
                  <c:v>24.6</c:v>
                </c:pt>
                <c:pt idx="35590">
                  <c:v>24.6</c:v>
                </c:pt>
                <c:pt idx="35591">
                  <c:v>24.6</c:v>
                </c:pt>
                <c:pt idx="35592">
                  <c:v>24.6</c:v>
                </c:pt>
                <c:pt idx="35593">
                  <c:v>24.6</c:v>
                </c:pt>
                <c:pt idx="35594">
                  <c:v>24.6</c:v>
                </c:pt>
                <c:pt idx="35595">
                  <c:v>24.6</c:v>
                </c:pt>
                <c:pt idx="35596">
                  <c:v>24.6</c:v>
                </c:pt>
                <c:pt idx="35597">
                  <c:v>24.6</c:v>
                </c:pt>
                <c:pt idx="35598">
                  <c:v>24.6</c:v>
                </c:pt>
                <c:pt idx="35599">
                  <c:v>24.6</c:v>
                </c:pt>
                <c:pt idx="35600">
                  <c:v>24.6</c:v>
                </c:pt>
                <c:pt idx="35601">
                  <c:v>24.6</c:v>
                </c:pt>
                <c:pt idx="35602">
                  <c:v>24.6</c:v>
                </c:pt>
                <c:pt idx="35603">
                  <c:v>24.6</c:v>
                </c:pt>
                <c:pt idx="35604">
                  <c:v>24.6</c:v>
                </c:pt>
                <c:pt idx="35605">
                  <c:v>24.6</c:v>
                </c:pt>
                <c:pt idx="35606">
                  <c:v>24.6</c:v>
                </c:pt>
                <c:pt idx="35607">
                  <c:v>24.6</c:v>
                </c:pt>
                <c:pt idx="35608">
                  <c:v>24.6</c:v>
                </c:pt>
                <c:pt idx="35609">
                  <c:v>24.6</c:v>
                </c:pt>
                <c:pt idx="35610">
                  <c:v>24.6</c:v>
                </c:pt>
                <c:pt idx="35611">
                  <c:v>24.6</c:v>
                </c:pt>
                <c:pt idx="35612">
                  <c:v>24.6</c:v>
                </c:pt>
                <c:pt idx="35613">
                  <c:v>24.6</c:v>
                </c:pt>
                <c:pt idx="35614">
                  <c:v>24.6</c:v>
                </c:pt>
                <c:pt idx="35615">
                  <c:v>24.6</c:v>
                </c:pt>
                <c:pt idx="35616">
                  <c:v>24.6</c:v>
                </c:pt>
                <c:pt idx="35617">
                  <c:v>24.6</c:v>
                </c:pt>
                <c:pt idx="35618">
                  <c:v>24.6</c:v>
                </c:pt>
                <c:pt idx="35619">
                  <c:v>24.6</c:v>
                </c:pt>
                <c:pt idx="35620">
                  <c:v>24.6</c:v>
                </c:pt>
                <c:pt idx="35621">
                  <c:v>24.6</c:v>
                </c:pt>
                <c:pt idx="35622">
                  <c:v>24.6</c:v>
                </c:pt>
                <c:pt idx="35623">
                  <c:v>24.6</c:v>
                </c:pt>
                <c:pt idx="35624">
                  <c:v>24.6</c:v>
                </c:pt>
                <c:pt idx="35625">
                  <c:v>24.6</c:v>
                </c:pt>
                <c:pt idx="35626">
                  <c:v>24.6</c:v>
                </c:pt>
                <c:pt idx="35627">
                  <c:v>24.6</c:v>
                </c:pt>
                <c:pt idx="35628">
                  <c:v>24.6</c:v>
                </c:pt>
                <c:pt idx="35629">
                  <c:v>24.6</c:v>
                </c:pt>
                <c:pt idx="35630">
                  <c:v>24.6</c:v>
                </c:pt>
                <c:pt idx="35631">
                  <c:v>24.6</c:v>
                </c:pt>
                <c:pt idx="35632">
                  <c:v>24.6</c:v>
                </c:pt>
                <c:pt idx="35633">
                  <c:v>24.6</c:v>
                </c:pt>
                <c:pt idx="35634">
                  <c:v>24.6</c:v>
                </c:pt>
                <c:pt idx="35635">
                  <c:v>24.6</c:v>
                </c:pt>
                <c:pt idx="35636">
                  <c:v>24.6</c:v>
                </c:pt>
                <c:pt idx="35637">
                  <c:v>24.6</c:v>
                </c:pt>
                <c:pt idx="35638">
                  <c:v>24.6</c:v>
                </c:pt>
                <c:pt idx="35639">
                  <c:v>24.6</c:v>
                </c:pt>
                <c:pt idx="35640">
                  <c:v>24.6</c:v>
                </c:pt>
                <c:pt idx="35641">
                  <c:v>24.6</c:v>
                </c:pt>
                <c:pt idx="35642">
                  <c:v>24.6</c:v>
                </c:pt>
                <c:pt idx="35643">
                  <c:v>24.6</c:v>
                </c:pt>
                <c:pt idx="35644">
                  <c:v>24.6</c:v>
                </c:pt>
                <c:pt idx="35645">
                  <c:v>24.6</c:v>
                </c:pt>
                <c:pt idx="35646">
                  <c:v>24.6</c:v>
                </c:pt>
                <c:pt idx="35647">
                  <c:v>24.6</c:v>
                </c:pt>
                <c:pt idx="35648">
                  <c:v>24.6</c:v>
                </c:pt>
                <c:pt idx="35649">
                  <c:v>24.6</c:v>
                </c:pt>
                <c:pt idx="35650">
                  <c:v>24.6</c:v>
                </c:pt>
                <c:pt idx="35651">
                  <c:v>24.6</c:v>
                </c:pt>
                <c:pt idx="35652">
                  <c:v>24.6</c:v>
                </c:pt>
                <c:pt idx="35653">
                  <c:v>24.6</c:v>
                </c:pt>
                <c:pt idx="35654">
                  <c:v>24.6</c:v>
                </c:pt>
                <c:pt idx="35655">
                  <c:v>24.6</c:v>
                </c:pt>
                <c:pt idx="35656">
                  <c:v>24.6</c:v>
                </c:pt>
                <c:pt idx="35657">
                  <c:v>24.6</c:v>
                </c:pt>
                <c:pt idx="35658">
                  <c:v>24.6</c:v>
                </c:pt>
                <c:pt idx="35659">
                  <c:v>24.6</c:v>
                </c:pt>
                <c:pt idx="35660">
                  <c:v>24.6</c:v>
                </c:pt>
                <c:pt idx="35661">
                  <c:v>24.6</c:v>
                </c:pt>
                <c:pt idx="35662">
                  <c:v>24.6</c:v>
                </c:pt>
                <c:pt idx="35663">
                  <c:v>24.6</c:v>
                </c:pt>
                <c:pt idx="35664">
                  <c:v>24.6</c:v>
                </c:pt>
                <c:pt idx="35665">
                  <c:v>24.6</c:v>
                </c:pt>
                <c:pt idx="35666">
                  <c:v>24.6</c:v>
                </c:pt>
                <c:pt idx="35667">
                  <c:v>24.6</c:v>
                </c:pt>
                <c:pt idx="35668">
                  <c:v>24.6</c:v>
                </c:pt>
                <c:pt idx="35669">
                  <c:v>24.6</c:v>
                </c:pt>
                <c:pt idx="35670">
                  <c:v>24.6</c:v>
                </c:pt>
                <c:pt idx="35671">
                  <c:v>24.6</c:v>
                </c:pt>
                <c:pt idx="35672">
                  <c:v>24.6</c:v>
                </c:pt>
                <c:pt idx="35673">
                  <c:v>24.6</c:v>
                </c:pt>
                <c:pt idx="35674">
                  <c:v>24.6</c:v>
                </c:pt>
                <c:pt idx="35675">
                  <c:v>24.6</c:v>
                </c:pt>
                <c:pt idx="35676">
                  <c:v>24.6</c:v>
                </c:pt>
                <c:pt idx="35677">
                  <c:v>24.6</c:v>
                </c:pt>
                <c:pt idx="35678">
                  <c:v>24.6</c:v>
                </c:pt>
                <c:pt idx="35679">
                  <c:v>24.6</c:v>
                </c:pt>
                <c:pt idx="35680">
                  <c:v>24.6</c:v>
                </c:pt>
                <c:pt idx="35681">
                  <c:v>24.6</c:v>
                </c:pt>
                <c:pt idx="35682">
                  <c:v>24.6</c:v>
                </c:pt>
                <c:pt idx="35683">
                  <c:v>24.6</c:v>
                </c:pt>
                <c:pt idx="35684">
                  <c:v>24.6</c:v>
                </c:pt>
                <c:pt idx="35685">
                  <c:v>24.6</c:v>
                </c:pt>
                <c:pt idx="35686">
                  <c:v>24.6</c:v>
                </c:pt>
                <c:pt idx="35687">
                  <c:v>24.6</c:v>
                </c:pt>
                <c:pt idx="35688">
                  <c:v>24.6</c:v>
                </c:pt>
                <c:pt idx="35689">
                  <c:v>24.6</c:v>
                </c:pt>
                <c:pt idx="35690">
                  <c:v>24.6</c:v>
                </c:pt>
                <c:pt idx="35691">
                  <c:v>24.6</c:v>
                </c:pt>
                <c:pt idx="35692">
                  <c:v>24.6</c:v>
                </c:pt>
                <c:pt idx="35693">
                  <c:v>24.6</c:v>
                </c:pt>
                <c:pt idx="35694">
                  <c:v>24.6</c:v>
                </c:pt>
                <c:pt idx="35695">
                  <c:v>24.6</c:v>
                </c:pt>
                <c:pt idx="35696">
                  <c:v>24.6</c:v>
                </c:pt>
                <c:pt idx="35697">
                  <c:v>24.6</c:v>
                </c:pt>
                <c:pt idx="35698">
                  <c:v>24.6</c:v>
                </c:pt>
                <c:pt idx="35699">
                  <c:v>24.6</c:v>
                </c:pt>
                <c:pt idx="35700">
                  <c:v>24.6</c:v>
                </c:pt>
                <c:pt idx="35701">
                  <c:v>24.6</c:v>
                </c:pt>
                <c:pt idx="35702">
                  <c:v>24.6</c:v>
                </c:pt>
                <c:pt idx="35703">
                  <c:v>24.6</c:v>
                </c:pt>
                <c:pt idx="35704">
                  <c:v>24.6</c:v>
                </c:pt>
                <c:pt idx="35705">
                  <c:v>24.6</c:v>
                </c:pt>
                <c:pt idx="35706">
                  <c:v>24.6</c:v>
                </c:pt>
                <c:pt idx="35707">
                  <c:v>24.6</c:v>
                </c:pt>
                <c:pt idx="35708">
                  <c:v>24.6</c:v>
                </c:pt>
                <c:pt idx="35709">
                  <c:v>24.6</c:v>
                </c:pt>
                <c:pt idx="35710">
                  <c:v>24.6</c:v>
                </c:pt>
                <c:pt idx="35711">
                  <c:v>24.6</c:v>
                </c:pt>
                <c:pt idx="35712">
                  <c:v>24.6</c:v>
                </c:pt>
                <c:pt idx="35713">
                  <c:v>24.6</c:v>
                </c:pt>
                <c:pt idx="35714">
                  <c:v>24.6</c:v>
                </c:pt>
                <c:pt idx="35715">
                  <c:v>24.6</c:v>
                </c:pt>
                <c:pt idx="35716">
                  <c:v>24.6</c:v>
                </c:pt>
                <c:pt idx="35717">
                  <c:v>24.6</c:v>
                </c:pt>
                <c:pt idx="35718">
                  <c:v>24.6</c:v>
                </c:pt>
                <c:pt idx="35719">
                  <c:v>24.6</c:v>
                </c:pt>
                <c:pt idx="35720">
                  <c:v>24.6</c:v>
                </c:pt>
                <c:pt idx="35721">
                  <c:v>24.6</c:v>
                </c:pt>
                <c:pt idx="35722">
                  <c:v>24.6</c:v>
                </c:pt>
                <c:pt idx="35723">
                  <c:v>24.6</c:v>
                </c:pt>
                <c:pt idx="35724">
                  <c:v>24.6</c:v>
                </c:pt>
                <c:pt idx="35725">
                  <c:v>24.55</c:v>
                </c:pt>
                <c:pt idx="35726">
                  <c:v>24.6</c:v>
                </c:pt>
                <c:pt idx="35727">
                  <c:v>24.6</c:v>
                </c:pt>
                <c:pt idx="35728">
                  <c:v>24.6</c:v>
                </c:pt>
                <c:pt idx="35729">
                  <c:v>24.6</c:v>
                </c:pt>
                <c:pt idx="35730">
                  <c:v>24.6</c:v>
                </c:pt>
                <c:pt idx="35731">
                  <c:v>24.6</c:v>
                </c:pt>
                <c:pt idx="35732">
                  <c:v>24.6</c:v>
                </c:pt>
                <c:pt idx="35733">
                  <c:v>24.6</c:v>
                </c:pt>
                <c:pt idx="35734">
                  <c:v>24.6</c:v>
                </c:pt>
                <c:pt idx="35735">
                  <c:v>24.6</c:v>
                </c:pt>
                <c:pt idx="35736">
                  <c:v>24.6</c:v>
                </c:pt>
                <c:pt idx="35737">
                  <c:v>24.6</c:v>
                </c:pt>
                <c:pt idx="35738">
                  <c:v>24.6</c:v>
                </c:pt>
                <c:pt idx="35739">
                  <c:v>24.6</c:v>
                </c:pt>
                <c:pt idx="35740">
                  <c:v>24.6</c:v>
                </c:pt>
                <c:pt idx="35741">
                  <c:v>24.6</c:v>
                </c:pt>
                <c:pt idx="35742">
                  <c:v>24.6</c:v>
                </c:pt>
                <c:pt idx="35743">
                  <c:v>24.6</c:v>
                </c:pt>
                <c:pt idx="35744">
                  <c:v>24.6</c:v>
                </c:pt>
                <c:pt idx="35745">
                  <c:v>24.6</c:v>
                </c:pt>
                <c:pt idx="35746">
                  <c:v>24.6</c:v>
                </c:pt>
                <c:pt idx="35747">
                  <c:v>24.6</c:v>
                </c:pt>
                <c:pt idx="35748">
                  <c:v>24.6</c:v>
                </c:pt>
                <c:pt idx="35749">
                  <c:v>24.6</c:v>
                </c:pt>
                <c:pt idx="35750">
                  <c:v>24.6</c:v>
                </c:pt>
                <c:pt idx="35751">
                  <c:v>24.6</c:v>
                </c:pt>
                <c:pt idx="35752">
                  <c:v>24.6</c:v>
                </c:pt>
                <c:pt idx="35753">
                  <c:v>24.6</c:v>
                </c:pt>
                <c:pt idx="35754">
                  <c:v>24.6</c:v>
                </c:pt>
                <c:pt idx="35755">
                  <c:v>24.6</c:v>
                </c:pt>
                <c:pt idx="35756">
                  <c:v>24.6</c:v>
                </c:pt>
                <c:pt idx="35757">
                  <c:v>24.6</c:v>
                </c:pt>
                <c:pt idx="35758">
                  <c:v>24.6</c:v>
                </c:pt>
                <c:pt idx="35759">
                  <c:v>24.6</c:v>
                </c:pt>
                <c:pt idx="35760">
                  <c:v>24.6</c:v>
                </c:pt>
                <c:pt idx="35761">
                  <c:v>24.6</c:v>
                </c:pt>
                <c:pt idx="35762">
                  <c:v>24.6</c:v>
                </c:pt>
                <c:pt idx="35763">
                  <c:v>24.6</c:v>
                </c:pt>
                <c:pt idx="35764">
                  <c:v>24.6</c:v>
                </c:pt>
                <c:pt idx="35765">
                  <c:v>24.6</c:v>
                </c:pt>
                <c:pt idx="35766">
                  <c:v>24.6</c:v>
                </c:pt>
                <c:pt idx="35767">
                  <c:v>24.6</c:v>
                </c:pt>
                <c:pt idx="35768">
                  <c:v>24.6</c:v>
                </c:pt>
                <c:pt idx="35769">
                  <c:v>24.6</c:v>
                </c:pt>
                <c:pt idx="35770">
                  <c:v>24.6</c:v>
                </c:pt>
                <c:pt idx="35771">
                  <c:v>24.6</c:v>
                </c:pt>
                <c:pt idx="35772">
                  <c:v>24.6</c:v>
                </c:pt>
                <c:pt idx="35773">
                  <c:v>24.6</c:v>
                </c:pt>
                <c:pt idx="35774">
                  <c:v>24.6</c:v>
                </c:pt>
                <c:pt idx="35775">
                  <c:v>24.6</c:v>
                </c:pt>
                <c:pt idx="35776">
                  <c:v>24.6</c:v>
                </c:pt>
                <c:pt idx="35777">
                  <c:v>24.6</c:v>
                </c:pt>
                <c:pt idx="35778">
                  <c:v>24.6</c:v>
                </c:pt>
                <c:pt idx="35779">
                  <c:v>24.6</c:v>
                </c:pt>
                <c:pt idx="35780">
                  <c:v>24.6</c:v>
                </c:pt>
                <c:pt idx="35781">
                  <c:v>24.6</c:v>
                </c:pt>
                <c:pt idx="35782">
                  <c:v>24.6</c:v>
                </c:pt>
                <c:pt idx="35783">
                  <c:v>24.6</c:v>
                </c:pt>
                <c:pt idx="35784">
                  <c:v>24.6</c:v>
                </c:pt>
                <c:pt idx="35785">
                  <c:v>24.6</c:v>
                </c:pt>
                <c:pt idx="35786">
                  <c:v>24.6</c:v>
                </c:pt>
                <c:pt idx="35787">
                  <c:v>24.6</c:v>
                </c:pt>
                <c:pt idx="35788">
                  <c:v>24.6</c:v>
                </c:pt>
                <c:pt idx="35789">
                  <c:v>24.6</c:v>
                </c:pt>
                <c:pt idx="35790">
                  <c:v>24.6</c:v>
                </c:pt>
                <c:pt idx="35791">
                  <c:v>24.6</c:v>
                </c:pt>
                <c:pt idx="35792">
                  <c:v>24.6</c:v>
                </c:pt>
                <c:pt idx="35793">
                  <c:v>24.6</c:v>
                </c:pt>
                <c:pt idx="35794">
                  <c:v>24.6</c:v>
                </c:pt>
                <c:pt idx="35795">
                  <c:v>24.6</c:v>
                </c:pt>
                <c:pt idx="35796">
                  <c:v>24.6</c:v>
                </c:pt>
                <c:pt idx="35797">
                  <c:v>24.6</c:v>
                </c:pt>
                <c:pt idx="35798">
                  <c:v>24.6</c:v>
                </c:pt>
                <c:pt idx="35799">
                  <c:v>24.6</c:v>
                </c:pt>
                <c:pt idx="35800">
                  <c:v>24.6</c:v>
                </c:pt>
                <c:pt idx="35801">
                  <c:v>24.6</c:v>
                </c:pt>
                <c:pt idx="35802">
                  <c:v>24.6</c:v>
                </c:pt>
                <c:pt idx="35803">
                  <c:v>24.6</c:v>
                </c:pt>
                <c:pt idx="35804">
                  <c:v>24.6</c:v>
                </c:pt>
                <c:pt idx="35805">
                  <c:v>24.6</c:v>
                </c:pt>
                <c:pt idx="35806">
                  <c:v>24.6</c:v>
                </c:pt>
                <c:pt idx="35807">
                  <c:v>24.6</c:v>
                </c:pt>
                <c:pt idx="35808">
                  <c:v>24.6</c:v>
                </c:pt>
                <c:pt idx="35809">
                  <c:v>24.6</c:v>
                </c:pt>
                <c:pt idx="35810">
                  <c:v>24.6</c:v>
                </c:pt>
                <c:pt idx="35811">
                  <c:v>24.6</c:v>
                </c:pt>
                <c:pt idx="35812">
                  <c:v>24.6</c:v>
                </c:pt>
                <c:pt idx="35813">
                  <c:v>24.6</c:v>
                </c:pt>
                <c:pt idx="35814">
                  <c:v>24.6</c:v>
                </c:pt>
                <c:pt idx="35815">
                  <c:v>24.6</c:v>
                </c:pt>
                <c:pt idx="35816">
                  <c:v>24.6</c:v>
                </c:pt>
                <c:pt idx="35817">
                  <c:v>24.6</c:v>
                </c:pt>
                <c:pt idx="35818">
                  <c:v>24.6</c:v>
                </c:pt>
                <c:pt idx="35819">
                  <c:v>24.6</c:v>
                </c:pt>
                <c:pt idx="35820">
                  <c:v>24.6</c:v>
                </c:pt>
                <c:pt idx="35821">
                  <c:v>24.6</c:v>
                </c:pt>
                <c:pt idx="35822">
                  <c:v>24.6</c:v>
                </c:pt>
                <c:pt idx="35823">
                  <c:v>24.6</c:v>
                </c:pt>
                <c:pt idx="35824">
                  <c:v>24.6</c:v>
                </c:pt>
                <c:pt idx="35825">
                  <c:v>24.6</c:v>
                </c:pt>
                <c:pt idx="35826">
                  <c:v>24.6</c:v>
                </c:pt>
                <c:pt idx="35827">
                  <c:v>24.6</c:v>
                </c:pt>
                <c:pt idx="35828">
                  <c:v>24.6</c:v>
                </c:pt>
                <c:pt idx="35829">
                  <c:v>24.6</c:v>
                </c:pt>
                <c:pt idx="35830">
                  <c:v>24.6</c:v>
                </c:pt>
                <c:pt idx="35831">
                  <c:v>24.6</c:v>
                </c:pt>
                <c:pt idx="35832">
                  <c:v>24.6</c:v>
                </c:pt>
                <c:pt idx="35833">
                  <c:v>24.6</c:v>
                </c:pt>
                <c:pt idx="35834">
                  <c:v>24.6</c:v>
                </c:pt>
                <c:pt idx="35835">
                  <c:v>24.6</c:v>
                </c:pt>
                <c:pt idx="35836">
                  <c:v>24.6</c:v>
                </c:pt>
                <c:pt idx="35837">
                  <c:v>24.6</c:v>
                </c:pt>
                <c:pt idx="35838">
                  <c:v>24.6</c:v>
                </c:pt>
                <c:pt idx="35839">
                  <c:v>24.6</c:v>
                </c:pt>
                <c:pt idx="35840">
                  <c:v>24.6</c:v>
                </c:pt>
                <c:pt idx="35841">
                  <c:v>24.6</c:v>
                </c:pt>
                <c:pt idx="35842">
                  <c:v>24.6</c:v>
                </c:pt>
                <c:pt idx="35843">
                  <c:v>24.6</c:v>
                </c:pt>
                <c:pt idx="35844">
                  <c:v>24.6</c:v>
                </c:pt>
                <c:pt idx="35845">
                  <c:v>24.6</c:v>
                </c:pt>
                <c:pt idx="35846">
                  <c:v>24.6</c:v>
                </c:pt>
                <c:pt idx="35847">
                  <c:v>24.6</c:v>
                </c:pt>
                <c:pt idx="35848">
                  <c:v>24.6</c:v>
                </c:pt>
                <c:pt idx="35849">
                  <c:v>24.6</c:v>
                </c:pt>
                <c:pt idx="35850">
                  <c:v>24.6</c:v>
                </c:pt>
                <c:pt idx="35851">
                  <c:v>24.6</c:v>
                </c:pt>
                <c:pt idx="35852">
                  <c:v>24.6</c:v>
                </c:pt>
                <c:pt idx="35853">
                  <c:v>24.6</c:v>
                </c:pt>
                <c:pt idx="35854">
                  <c:v>24.6</c:v>
                </c:pt>
                <c:pt idx="35855">
                  <c:v>24.6</c:v>
                </c:pt>
                <c:pt idx="35856">
                  <c:v>24.6</c:v>
                </c:pt>
                <c:pt idx="35857">
                  <c:v>24.6</c:v>
                </c:pt>
                <c:pt idx="35858">
                  <c:v>24.6</c:v>
                </c:pt>
                <c:pt idx="35859">
                  <c:v>24.6</c:v>
                </c:pt>
                <c:pt idx="35860">
                  <c:v>24.6</c:v>
                </c:pt>
                <c:pt idx="35861">
                  <c:v>24.6</c:v>
                </c:pt>
                <c:pt idx="35862">
                  <c:v>24.6</c:v>
                </c:pt>
                <c:pt idx="35863">
                  <c:v>24.6</c:v>
                </c:pt>
                <c:pt idx="35864">
                  <c:v>24.6</c:v>
                </c:pt>
                <c:pt idx="35865">
                  <c:v>24.6</c:v>
                </c:pt>
                <c:pt idx="35866">
                  <c:v>24.6</c:v>
                </c:pt>
                <c:pt idx="35867">
                  <c:v>24.6</c:v>
                </c:pt>
                <c:pt idx="35868">
                  <c:v>24.6</c:v>
                </c:pt>
                <c:pt idx="35869">
                  <c:v>24.6</c:v>
                </c:pt>
                <c:pt idx="35870">
                  <c:v>24.6</c:v>
                </c:pt>
                <c:pt idx="35871">
                  <c:v>24.6</c:v>
                </c:pt>
                <c:pt idx="35872">
                  <c:v>24.6</c:v>
                </c:pt>
                <c:pt idx="35873">
                  <c:v>24.6</c:v>
                </c:pt>
                <c:pt idx="35874">
                  <c:v>24.6</c:v>
                </c:pt>
                <c:pt idx="35875">
                  <c:v>24.6</c:v>
                </c:pt>
                <c:pt idx="35876">
                  <c:v>24.6</c:v>
                </c:pt>
                <c:pt idx="35877">
                  <c:v>24.6</c:v>
                </c:pt>
                <c:pt idx="35878">
                  <c:v>24.6</c:v>
                </c:pt>
                <c:pt idx="35879">
                  <c:v>24.6</c:v>
                </c:pt>
                <c:pt idx="35880">
                  <c:v>24.6</c:v>
                </c:pt>
                <c:pt idx="35881">
                  <c:v>24.6</c:v>
                </c:pt>
                <c:pt idx="35882">
                  <c:v>24.6</c:v>
                </c:pt>
                <c:pt idx="35883">
                  <c:v>24.6</c:v>
                </c:pt>
                <c:pt idx="35884">
                  <c:v>24.6</c:v>
                </c:pt>
                <c:pt idx="35885">
                  <c:v>24.6</c:v>
                </c:pt>
                <c:pt idx="35886">
                  <c:v>24.6</c:v>
                </c:pt>
                <c:pt idx="35887">
                  <c:v>24.55</c:v>
                </c:pt>
                <c:pt idx="35888">
                  <c:v>24.55</c:v>
                </c:pt>
                <c:pt idx="35889">
                  <c:v>24.6</c:v>
                </c:pt>
                <c:pt idx="35890">
                  <c:v>24.6</c:v>
                </c:pt>
                <c:pt idx="35891">
                  <c:v>24.6</c:v>
                </c:pt>
                <c:pt idx="35892">
                  <c:v>24.6</c:v>
                </c:pt>
                <c:pt idx="35893">
                  <c:v>24.6</c:v>
                </c:pt>
                <c:pt idx="35894">
                  <c:v>24.6</c:v>
                </c:pt>
                <c:pt idx="35895">
                  <c:v>24.6</c:v>
                </c:pt>
                <c:pt idx="35896">
                  <c:v>24.6</c:v>
                </c:pt>
                <c:pt idx="35897">
                  <c:v>24.6</c:v>
                </c:pt>
                <c:pt idx="35898">
                  <c:v>24.6</c:v>
                </c:pt>
                <c:pt idx="35899">
                  <c:v>24.6</c:v>
                </c:pt>
                <c:pt idx="35900">
                  <c:v>24.6</c:v>
                </c:pt>
                <c:pt idx="35901">
                  <c:v>24.6</c:v>
                </c:pt>
                <c:pt idx="35902">
                  <c:v>24.6</c:v>
                </c:pt>
                <c:pt idx="35903">
                  <c:v>24.6</c:v>
                </c:pt>
                <c:pt idx="35904">
                  <c:v>24.6</c:v>
                </c:pt>
                <c:pt idx="35905">
                  <c:v>24.6</c:v>
                </c:pt>
                <c:pt idx="35906">
                  <c:v>24.6</c:v>
                </c:pt>
                <c:pt idx="35907">
                  <c:v>24.6</c:v>
                </c:pt>
                <c:pt idx="35908">
                  <c:v>24.6</c:v>
                </c:pt>
                <c:pt idx="35909">
                  <c:v>24.6</c:v>
                </c:pt>
                <c:pt idx="35910">
                  <c:v>24.6</c:v>
                </c:pt>
                <c:pt idx="35911">
                  <c:v>24.6</c:v>
                </c:pt>
                <c:pt idx="35912">
                  <c:v>24.6</c:v>
                </c:pt>
                <c:pt idx="35913">
                  <c:v>24.6</c:v>
                </c:pt>
                <c:pt idx="35914">
                  <c:v>24.6</c:v>
                </c:pt>
                <c:pt idx="35915">
                  <c:v>24.6</c:v>
                </c:pt>
                <c:pt idx="35916">
                  <c:v>24.6</c:v>
                </c:pt>
                <c:pt idx="35917">
                  <c:v>24.6</c:v>
                </c:pt>
                <c:pt idx="35918">
                  <c:v>24.6</c:v>
                </c:pt>
                <c:pt idx="35919">
                  <c:v>24.6</c:v>
                </c:pt>
                <c:pt idx="35920">
                  <c:v>24.6</c:v>
                </c:pt>
                <c:pt idx="35921">
                  <c:v>24.6</c:v>
                </c:pt>
                <c:pt idx="35922">
                  <c:v>24.6</c:v>
                </c:pt>
                <c:pt idx="35923">
                  <c:v>24.6</c:v>
                </c:pt>
                <c:pt idx="35924">
                  <c:v>24.6</c:v>
                </c:pt>
                <c:pt idx="35925">
                  <c:v>24.6</c:v>
                </c:pt>
                <c:pt idx="35926">
                  <c:v>24.6</c:v>
                </c:pt>
                <c:pt idx="35927">
                  <c:v>24.6</c:v>
                </c:pt>
                <c:pt idx="35928">
                  <c:v>24.6</c:v>
                </c:pt>
                <c:pt idx="35929">
                  <c:v>24.6</c:v>
                </c:pt>
                <c:pt idx="35930">
                  <c:v>24.6</c:v>
                </c:pt>
                <c:pt idx="35931">
                  <c:v>24.6</c:v>
                </c:pt>
                <c:pt idx="35932">
                  <c:v>24.6</c:v>
                </c:pt>
                <c:pt idx="35933">
                  <c:v>24.6</c:v>
                </c:pt>
                <c:pt idx="35934">
                  <c:v>24.6</c:v>
                </c:pt>
                <c:pt idx="35935">
                  <c:v>24.6</c:v>
                </c:pt>
                <c:pt idx="35936">
                  <c:v>24.6</c:v>
                </c:pt>
                <c:pt idx="35937">
                  <c:v>24.6</c:v>
                </c:pt>
                <c:pt idx="35938">
                  <c:v>24.6</c:v>
                </c:pt>
                <c:pt idx="35939">
                  <c:v>24.6</c:v>
                </c:pt>
                <c:pt idx="35940">
                  <c:v>24.6</c:v>
                </c:pt>
                <c:pt idx="35941">
                  <c:v>24.6</c:v>
                </c:pt>
                <c:pt idx="35942">
                  <c:v>24.6</c:v>
                </c:pt>
                <c:pt idx="35943">
                  <c:v>24.6</c:v>
                </c:pt>
                <c:pt idx="35944">
                  <c:v>24.6</c:v>
                </c:pt>
                <c:pt idx="35945">
                  <c:v>24.6</c:v>
                </c:pt>
                <c:pt idx="35946">
                  <c:v>24.6</c:v>
                </c:pt>
                <c:pt idx="35947">
                  <c:v>24.6</c:v>
                </c:pt>
                <c:pt idx="35948">
                  <c:v>24.6</c:v>
                </c:pt>
                <c:pt idx="35949">
                  <c:v>24.6</c:v>
                </c:pt>
                <c:pt idx="35950">
                  <c:v>24.6</c:v>
                </c:pt>
                <c:pt idx="35951">
                  <c:v>24.6</c:v>
                </c:pt>
                <c:pt idx="35952">
                  <c:v>24.6</c:v>
                </c:pt>
                <c:pt idx="35953">
                  <c:v>24.6</c:v>
                </c:pt>
                <c:pt idx="35954">
                  <c:v>24.6</c:v>
                </c:pt>
                <c:pt idx="35955">
                  <c:v>24.6</c:v>
                </c:pt>
                <c:pt idx="35956">
                  <c:v>24.6</c:v>
                </c:pt>
                <c:pt idx="35957">
                  <c:v>24.6</c:v>
                </c:pt>
                <c:pt idx="35958">
                  <c:v>24.6</c:v>
                </c:pt>
                <c:pt idx="35959">
                  <c:v>24.6</c:v>
                </c:pt>
                <c:pt idx="35960">
                  <c:v>24.6</c:v>
                </c:pt>
                <c:pt idx="35961">
                  <c:v>24.6</c:v>
                </c:pt>
                <c:pt idx="35962">
                  <c:v>24.6</c:v>
                </c:pt>
                <c:pt idx="35963">
                  <c:v>24.6</c:v>
                </c:pt>
                <c:pt idx="35964">
                  <c:v>24.6</c:v>
                </c:pt>
                <c:pt idx="35965">
                  <c:v>24.6</c:v>
                </c:pt>
                <c:pt idx="35966">
                  <c:v>24.6</c:v>
                </c:pt>
                <c:pt idx="35967">
                  <c:v>24.6</c:v>
                </c:pt>
                <c:pt idx="35968">
                  <c:v>24.6</c:v>
                </c:pt>
                <c:pt idx="35969">
                  <c:v>24.6</c:v>
                </c:pt>
                <c:pt idx="35970">
                  <c:v>24.6</c:v>
                </c:pt>
                <c:pt idx="35971">
                  <c:v>24.55</c:v>
                </c:pt>
                <c:pt idx="35972">
                  <c:v>24.6</c:v>
                </c:pt>
                <c:pt idx="35973">
                  <c:v>24.6</c:v>
                </c:pt>
                <c:pt idx="35974">
                  <c:v>24.6</c:v>
                </c:pt>
                <c:pt idx="35975">
                  <c:v>24.6</c:v>
                </c:pt>
                <c:pt idx="35976">
                  <c:v>24.55</c:v>
                </c:pt>
                <c:pt idx="35977">
                  <c:v>24.6</c:v>
                </c:pt>
                <c:pt idx="35978">
                  <c:v>24.6</c:v>
                </c:pt>
                <c:pt idx="35979">
                  <c:v>24.6</c:v>
                </c:pt>
                <c:pt idx="35980">
                  <c:v>24.6</c:v>
                </c:pt>
                <c:pt idx="35981">
                  <c:v>24.6</c:v>
                </c:pt>
                <c:pt idx="35982">
                  <c:v>24.6</c:v>
                </c:pt>
                <c:pt idx="35983">
                  <c:v>24.6</c:v>
                </c:pt>
                <c:pt idx="35984">
                  <c:v>24.6</c:v>
                </c:pt>
                <c:pt idx="35985">
                  <c:v>24.6</c:v>
                </c:pt>
                <c:pt idx="35986">
                  <c:v>24.6</c:v>
                </c:pt>
                <c:pt idx="35987">
                  <c:v>24.6</c:v>
                </c:pt>
                <c:pt idx="35988">
                  <c:v>24.6</c:v>
                </c:pt>
                <c:pt idx="35989">
                  <c:v>24.6</c:v>
                </c:pt>
                <c:pt idx="35990">
                  <c:v>24.6</c:v>
                </c:pt>
                <c:pt idx="35991">
                  <c:v>24.6</c:v>
                </c:pt>
                <c:pt idx="35992">
                  <c:v>24.6</c:v>
                </c:pt>
                <c:pt idx="35993">
                  <c:v>24.6</c:v>
                </c:pt>
                <c:pt idx="35994">
                  <c:v>24.6</c:v>
                </c:pt>
                <c:pt idx="35995">
                  <c:v>24.6</c:v>
                </c:pt>
                <c:pt idx="35996">
                  <c:v>24.6</c:v>
                </c:pt>
                <c:pt idx="35997">
                  <c:v>24.6</c:v>
                </c:pt>
                <c:pt idx="35998">
                  <c:v>24.6</c:v>
                </c:pt>
                <c:pt idx="35999">
                  <c:v>24.6</c:v>
                </c:pt>
                <c:pt idx="36000">
                  <c:v>24.6</c:v>
                </c:pt>
                <c:pt idx="36001">
                  <c:v>24.6</c:v>
                </c:pt>
                <c:pt idx="36002">
                  <c:v>24.6</c:v>
                </c:pt>
                <c:pt idx="36003">
                  <c:v>24.6</c:v>
                </c:pt>
                <c:pt idx="36004">
                  <c:v>24.6</c:v>
                </c:pt>
                <c:pt idx="36005">
                  <c:v>24.6</c:v>
                </c:pt>
                <c:pt idx="36006">
                  <c:v>24.6</c:v>
                </c:pt>
                <c:pt idx="36007">
                  <c:v>24.6</c:v>
                </c:pt>
                <c:pt idx="36008">
                  <c:v>24.6</c:v>
                </c:pt>
                <c:pt idx="36009">
                  <c:v>24.6</c:v>
                </c:pt>
                <c:pt idx="36010">
                  <c:v>24.6</c:v>
                </c:pt>
                <c:pt idx="36011">
                  <c:v>24.6</c:v>
                </c:pt>
                <c:pt idx="36012">
                  <c:v>24.6</c:v>
                </c:pt>
                <c:pt idx="36013">
                  <c:v>24.6</c:v>
                </c:pt>
                <c:pt idx="36014">
                  <c:v>24.6</c:v>
                </c:pt>
                <c:pt idx="36015">
                  <c:v>24.6</c:v>
                </c:pt>
                <c:pt idx="36016">
                  <c:v>24.6</c:v>
                </c:pt>
                <c:pt idx="36017">
                  <c:v>24.6</c:v>
                </c:pt>
                <c:pt idx="36018">
                  <c:v>24.6</c:v>
                </c:pt>
                <c:pt idx="36019">
                  <c:v>24.6</c:v>
                </c:pt>
                <c:pt idx="36020">
                  <c:v>24.6</c:v>
                </c:pt>
                <c:pt idx="36021">
                  <c:v>24.6</c:v>
                </c:pt>
                <c:pt idx="36022">
                  <c:v>24.6</c:v>
                </c:pt>
                <c:pt idx="36023">
                  <c:v>24.6</c:v>
                </c:pt>
                <c:pt idx="36024">
                  <c:v>24.6</c:v>
                </c:pt>
                <c:pt idx="36025">
                  <c:v>24.6</c:v>
                </c:pt>
                <c:pt idx="36026">
                  <c:v>24.6</c:v>
                </c:pt>
                <c:pt idx="36027">
                  <c:v>24.6</c:v>
                </c:pt>
                <c:pt idx="36028">
                  <c:v>24.6</c:v>
                </c:pt>
                <c:pt idx="36029">
                  <c:v>24.6</c:v>
                </c:pt>
                <c:pt idx="36030">
                  <c:v>24.6</c:v>
                </c:pt>
                <c:pt idx="36031">
                  <c:v>24.6</c:v>
                </c:pt>
                <c:pt idx="36032">
                  <c:v>24.6</c:v>
                </c:pt>
                <c:pt idx="36033">
                  <c:v>24.6</c:v>
                </c:pt>
                <c:pt idx="36034">
                  <c:v>24.6</c:v>
                </c:pt>
                <c:pt idx="36035">
                  <c:v>24.6</c:v>
                </c:pt>
                <c:pt idx="36036">
                  <c:v>24.6</c:v>
                </c:pt>
                <c:pt idx="36037">
                  <c:v>24.6</c:v>
                </c:pt>
                <c:pt idx="36038">
                  <c:v>24.6</c:v>
                </c:pt>
                <c:pt idx="36039">
                  <c:v>24.6</c:v>
                </c:pt>
                <c:pt idx="36040">
                  <c:v>24.6</c:v>
                </c:pt>
                <c:pt idx="36041">
                  <c:v>24.6</c:v>
                </c:pt>
                <c:pt idx="36042">
                  <c:v>24.6</c:v>
                </c:pt>
                <c:pt idx="36043">
                  <c:v>24.6</c:v>
                </c:pt>
                <c:pt idx="36044">
                  <c:v>24.6</c:v>
                </c:pt>
                <c:pt idx="36045">
                  <c:v>24.6</c:v>
                </c:pt>
                <c:pt idx="36046">
                  <c:v>24.6</c:v>
                </c:pt>
                <c:pt idx="36047">
                  <c:v>24.6</c:v>
                </c:pt>
                <c:pt idx="36048">
                  <c:v>24.6</c:v>
                </c:pt>
                <c:pt idx="36049">
                  <c:v>24.6</c:v>
                </c:pt>
                <c:pt idx="36050">
                  <c:v>24.6</c:v>
                </c:pt>
                <c:pt idx="36051">
                  <c:v>24.6</c:v>
                </c:pt>
                <c:pt idx="36052">
                  <c:v>24.6</c:v>
                </c:pt>
                <c:pt idx="36053">
                  <c:v>24.6</c:v>
                </c:pt>
                <c:pt idx="36054">
                  <c:v>24.6</c:v>
                </c:pt>
                <c:pt idx="36055">
                  <c:v>24.6</c:v>
                </c:pt>
                <c:pt idx="36056">
                  <c:v>24.6</c:v>
                </c:pt>
                <c:pt idx="36057">
                  <c:v>24.6</c:v>
                </c:pt>
                <c:pt idx="36058">
                  <c:v>24.6</c:v>
                </c:pt>
                <c:pt idx="36059">
                  <c:v>24.6</c:v>
                </c:pt>
                <c:pt idx="36060">
                  <c:v>24.6</c:v>
                </c:pt>
                <c:pt idx="36061">
                  <c:v>24.6</c:v>
                </c:pt>
                <c:pt idx="36062">
                  <c:v>24.6</c:v>
                </c:pt>
                <c:pt idx="36063">
                  <c:v>24.6</c:v>
                </c:pt>
                <c:pt idx="36064">
                  <c:v>24.6</c:v>
                </c:pt>
                <c:pt idx="36065">
                  <c:v>24.6</c:v>
                </c:pt>
                <c:pt idx="36066">
                  <c:v>24.6</c:v>
                </c:pt>
                <c:pt idx="36067">
                  <c:v>24.6</c:v>
                </c:pt>
                <c:pt idx="36068">
                  <c:v>24.6</c:v>
                </c:pt>
                <c:pt idx="36069">
                  <c:v>24.6</c:v>
                </c:pt>
                <c:pt idx="36070">
                  <c:v>24.6</c:v>
                </c:pt>
                <c:pt idx="36071">
                  <c:v>24.6</c:v>
                </c:pt>
                <c:pt idx="36072">
                  <c:v>24.6</c:v>
                </c:pt>
                <c:pt idx="36073">
                  <c:v>24.6</c:v>
                </c:pt>
                <c:pt idx="36074">
                  <c:v>24.6</c:v>
                </c:pt>
                <c:pt idx="36075">
                  <c:v>24.6</c:v>
                </c:pt>
                <c:pt idx="36076">
                  <c:v>24.6</c:v>
                </c:pt>
                <c:pt idx="36077">
                  <c:v>24.6</c:v>
                </c:pt>
                <c:pt idx="36078">
                  <c:v>24.6</c:v>
                </c:pt>
                <c:pt idx="36079">
                  <c:v>24.6</c:v>
                </c:pt>
                <c:pt idx="36080">
                  <c:v>24.6</c:v>
                </c:pt>
                <c:pt idx="36081">
                  <c:v>24.6</c:v>
                </c:pt>
                <c:pt idx="36082">
                  <c:v>24.6</c:v>
                </c:pt>
                <c:pt idx="36083">
                  <c:v>24.6</c:v>
                </c:pt>
                <c:pt idx="36084">
                  <c:v>24.6</c:v>
                </c:pt>
                <c:pt idx="36085">
                  <c:v>24.6</c:v>
                </c:pt>
                <c:pt idx="36086">
                  <c:v>24.6</c:v>
                </c:pt>
                <c:pt idx="36087">
                  <c:v>24.6</c:v>
                </c:pt>
                <c:pt idx="36088">
                  <c:v>24.6</c:v>
                </c:pt>
                <c:pt idx="36089">
                  <c:v>24.6</c:v>
                </c:pt>
                <c:pt idx="36090">
                  <c:v>24.6</c:v>
                </c:pt>
                <c:pt idx="36091">
                  <c:v>24.6</c:v>
                </c:pt>
                <c:pt idx="36092">
                  <c:v>24.6</c:v>
                </c:pt>
                <c:pt idx="36093">
                  <c:v>24.6</c:v>
                </c:pt>
                <c:pt idx="36094">
                  <c:v>24.6</c:v>
                </c:pt>
                <c:pt idx="36095">
                  <c:v>24.6</c:v>
                </c:pt>
                <c:pt idx="36096">
                  <c:v>24.6</c:v>
                </c:pt>
                <c:pt idx="36097">
                  <c:v>24.6</c:v>
                </c:pt>
                <c:pt idx="36098">
                  <c:v>24.6</c:v>
                </c:pt>
                <c:pt idx="36099">
                  <c:v>24.6</c:v>
                </c:pt>
                <c:pt idx="36100">
                  <c:v>24.6</c:v>
                </c:pt>
                <c:pt idx="36101">
                  <c:v>24.6</c:v>
                </c:pt>
                <c:pt idx="36102">
                  <c:v>24.6</c:v>
                </c:pt>
                <c:pt idx="36103">
                  <c:v>24.6</c:v>
                </c:pt>
                <c:pt idx="36104">
                  <c:v>24.6</c:v>
                </c:pt>
                <c:pt idx="36105">
                  <c:v>24.6</c:v>
                </c:pt>
                <c:pt idx="36106">
                  <c:v>24.6</c:v>
                </c:pt>
                <c:pt idx="36107">
                  <c:v>24.6</c:v>
                </c:pt>
                <c:pt idx="36108">
                  <c:v>24.6</c:v>
                </c:pt>
                <c:pt idx="36109">
                  <c:v>24.6</c:v>
                </c:pt>
                <c:pt idx="36110">
                  <c:v>24.6</c:v>
                </c:pt>
                <c:pt idx="36111">
                  <c:v>24.6</c:v>
                </c:pt>
                <c:pt idx="36112">
                  <c:v>24.6</c:v>
                </c:pt>
                <c:pt idx="36113">
                  <c:v>24.55</c:v>
                </c:pt>
                <c:pt idx="36114">
                  <c:v>24.6</c:v>
                </c:pt>
                <c:pt idx="36115">
                  <c:v>24.6</c:v>
                </c:pt>
                <c:pt idx="36116">
                  <c:v>24.6</c:v>
                </c:pt>
                <c:pt idx="36117">
                  <c:v>24.6</c:v>
                </c:pt>
                <c:pt idx="36118">
                  <c:v>24.6</c:v>
                </c:pt>
                <c:pt idx="36119">
                  <c:v>24.6</c:v>
                </c:pt>
                <c:pt idx="36120">
                  <c:v>24.6</c:v>
                </c:pt>
                <c:pt idx="36121">
                  <c:v>24.6</c:v>
                </c:pt>
                <c:pt idx="36122">
                  <c:v>24.6</c:v>
                </c:pt>
                <c:pt idx="36123">
                  <c:v>24.6</c:v>
                </c:pt>
                <c:pt idx="36124">
                  <c:v>24.6</c:v>
                </c:pt>
                <c:pt idx="36125">
                  <c:v>24.6</c:v>
                </c:pt>
                <c:pt idx="36126">
                  <c:v>24.6</c:v>
                </c:pt>
                <c:pt idx="36127">
                  <c:v>24.6</c:v>
                </c:pt>
                <c:pt idx="36128">
                  <c:v>24.6</c:v>
                </c:pt>
                <c:pt idx="36129">
                  <c:v>24.6</c:v>
                </c:pt>
                <c:pt idx="36130">
                  <c:v>24.6</c:v>
                </c:pt>
                <c:pt idx="36131">
                  <c:v>24.6</c:v>
                </c:pt>
                <c:pt idx="36132">
                  <c:v>24.6</c:v>
                </c:pt>
                <c:pt idx="36133">
                  <c:v>24.6</c:v>
                </c:pt>
                <c:pt idx="36134">
                  <c:v>24.6</c:v>
                </c:pt>
                <c:pt idx="36135">
                  <c:v>24.6</c:v>
                </c:pt>
                <c:pt idx="36136">
                  <c:v>24.6</c:v>
                </c:pt>
                <c:pt idx="36137">
                  <c:v>24.55</c:v>
                </c:pt>
                <c:pt idx="36138">
                  <c:v>24.55</c:v>
                </c:pt>
                <c:pt idx="36139">
                  <c:v>24.6</c:v>
                </c:pt>
                <c:pt idx="36140">
                  <c:v>24.6</c:v>
                </c:pt>
                <c:pt idx="36141">
                  <c:v>24.55</c:v>
                </c:pt>
                <c:pt idx="36142">
                  <c:v>24.55</c:v>
                </c:pt>
                <c:pt idx="36143">
                  <c:v>24.6</c:v>
                </c:pt>
                <c:pt idx="36144">
                  <c:v>24.6</c:v>
                </c:pt>
                <c:pt idx="36145">
                  <c:v>24.6</c:v>
                </c:pt>
                <c:pt idx="36146">
                  <c:v>24.6</c:v>
                </c:pt>
                <c:pt idx="36147">
                  <c:v>24.6</c:v>
                </c:pt>
                <c:pt idx="36148">
                  <c:v>24.6</c:v>
                </c:pt>
                <c:pt idx="36149">
                  <c:v>24.6</c:v>
                </c:pt>
                <c:pt idx="36150">
                  <c:v>24.6</c:v>
                </c:pt>
                <c:pt idx="36151">
                  <c:v>24.6</c:v>
                </c:pt>
                <c:pt idx="36152">
                  <c:v>24.6</c:v>
                </c:pt>
                <c:pt idx="36153">
                  <c:v>24.6</c:v>
                </c:pt>
                <c:pt idx="36154">
                  <c:v>24.6</c:v>
                </c:pt>
                <c:pt idx="36155">
                  <c:v>24.6</c:v>
                </c:pt>
                <c:pt idx="36156">
                  <c:v>24.6</c:v>
                </c:pt>
                <c:pt idx="36157">
                  <c:v>24.6</c:v>
                </c:pt>
                <c:pt idx="36158">
                  <c:v>24.6</c:v>
                </c:pt>
                <c:pt idx="36159">
                  <c:v>24.6</c:v>
                </c:pt>
                <c:pt idx="36160">
                  <c:v>24.6</c:v>
                </c:pt>
                <c:pt idx="36161">
                  <c:v>24.6</c:v>
                </c:pt>
                <c:pt idx="36162">
                  <c:v>24.6</c:v>
                </c:pt>
                <c:pt idx="36163">
                  <c:v>24.6</c:v>
                </c:pt>
                <c:pt idx="36164">
                  <c:v>24.6</c:v>
                </c:pt>
                <c:pt idx="36165">
                  <c:v>24.6</c:v>
                </c:pt>
                <c:pt idx="36166">
                  <c:v>24.6</c:v>
                </c:pt>
                <c:pt idx="36167">
                  <c:v>24.6</c:v>
                </c:pt>
                <c:pt idx="36168">
                  <c:v>24.6</c:v>
                </c:pt>
                <c:pt idx="36169">
                  <c:v>24.55</c:v>
                </c:pt>
                <c:pt idx="36170">
                  <c:v>24.6</c:v>
                </c:pt>
                <c:pt idx="36171">
                  <c:v>24.6</c:v>
                </c:pt>
                <c:pt idx="36172">
                  <c:v>24.6</c:v>
                </c:pt>
                <c:pt idx="36173">
                  <c:v>24.6</c:v>
                </c:pt>
                <c:pt idx="36174">
                  <c:v>24.55</c:v>
                </c:pt>
                <c:pt idx="36175">
                  <c:v>24.6</c:v>
                </c:pt>
                <c:pt idx="36176">
                  <c:v>24.6</c:v>
                </c:pt>
                <c:pt idx="36177">
                  <c:v>24.6</c:v>
                </c:pt>
                <c:pt idx="36178">
                  <c:v>24.6</c:v>
                </c:pt>
                <c:pt idx="36179">
                  <c:v>24.55</c:v>
                </c:pt>
                <c:pt idx="36180">
                  <c:v>24.6</c:v>
                </c:pt>
                <c:pt idx="36181">
                  <c:v>24.6</c:v>
                </c:pt>
                <c:pt idx="36182">
                  <c:v>24.6</c:v>
                </c:pt>
                <c:pt idx="36183">
                  <c:v>24.6</c:v>
                </c:pt>
                <c:pt idx="36184">
                  <c:v>24.6</c:v>
                </c:pt>
                <c:pt idx="36185">
                  <c:v>24.6</c:v>
                </c:pt>
                <c:pt idx="36186">
                  <c:v>24.6</c:v>
                </c:pt>
                <c:pt idx="36187">
                  <c:v>24.6</c:v>
                </c:pt>
                <c:pt idx="36188">
                  <c:v>24.6</c:v>
                </c:pt>
                <c:pt idx="36189">
                  <c:v>24.6</c:v>
                </c:pt>
                <c:pt idx="36190">
                  <c:v>24.6</c:v>
                </c:pt>
                <c:pt idx="36191">
                  <c:v>24.6</c:v>
                </c:pt>
                <c:pt idx="36192">
                  <c:v>24.6</c:v>
                </c:pt>
                <c:pt idx="36193">
                  <c:v>24.6</c:v>
                </c:pt>
                <c:pt idx="36194">
                  <c:v>24.6</c:v>
                </c:pt>
                <c:pt idx="36195">
                  <c:v>24.6</c:v>
                </c:pt>
                <c:pt idx="36196">
                  <c:v>24.6</c:v>
                </c:pt>
                <c:pt idx="36197">
                  <c:v>24.6</c:v>
                </c:pt>
                <c:pt idx="36198">
                  <c:v>24.6</c:v>
                </c:pt>
                <c:pt idx="36199">
                  <c:v>24.6</c:v>
                </c:pt>
                <c:pt idx="36200">
                  <c:v>24.6</c:v>
                </c:pt>
                <c:pt idx="36201">
                  <c:v>24.6</c:v>
                </c:pt>
                <c:pt idx="36202">
                  <c:v>24.6</c:v>
                </c:pt>
                <c:pt idx="36203">
                  <c:v>24.6</c:v>
                </c:pt>
                <c:pt idx="36204">
                  <c:v>24.6</c:v>
                </c:pt>
                <c:pt idx="36205">
                  <c:v>24.55</c:v>
                </c:pt>
                <c:pt idx="36206">
                  <c:v>24.6</c:v>
                </c:pt>
                <c:pt idx="36207">
                  <c:v>24.6</c:v>
                </c:pt>
                <c:pt idx="36208">
                  <c:v>24.6</c:v>
                </c:pt>
                <c:pt idx="36209">
                  <c:v>24.6</c:v>
                </c:pt>
                <c:pt idx="36210">
                  <c:v>24.6</c:v>
                </c:pt>
                <c:pt idx="36211">
                  <c:v>24.6</c:v>
                </c:pt>
                <c:pt idx="36212">
                  <c:v>24.6</c:v>
                </c:pt>
                <c:pt idx="36213">
                  <c:v>24.6</c:v>
                </c:pt>
                <c:pt idx="36214">
                  <c:v>24.6</c:v>
                </c:pt>
                <c:pt idx="36215">
                  <c:v>24.6</c:v>
                </c:pt>
                <c:pt idx="36216">
                  <c:v>24.6</c:v>
                </c:pt>
                <c:pt idx="36217">
                  <c:v>24.6</c:v>
                </c:pt>
                <c:pt idx="36218">
                  <c:v>24.6</c:v>
                </c:pt>
                <c:pt idx="36219">
                  <c:v>24.6</c:v>
                </c:pt>
                <c:pt idx="36220">
                  <c:v>24.6</c:v>
                </c:pt>
                <c:pt idx="36221">
                  <c:v>24.6</c:v>
                </c:pt>
                <c:pt idx="36222">
                  <c:v>24.6</c:v>
                </c:pt>
                <c:pt idx="36223">
                  <c:v>24.6</c:v>
                </c:pt>
                <c:pt idx="36224">
                  <c:v>24.6</c:v>
                </c:pt>
                <c:pt idx="36225">
                  <c:v>24.6</c:v>
                </c:pt>
                <c:pt idx="36226">
                  <c:v>24.6</c:v>
                </c:pt>
                <c:pt idx="36227">
                  <c:v>24.6</c:v>
                </c:pt>
                <c:pt idx="36228">
                  <c:v>24.6</c:v>
                </c:pt>
                <c:pt idx="36229">
                  <c:v>24.6</c:v>
                </c:pt>
                <c:pt idx="36230">
                  <c:v>24.6</c:v>
                </c:pt>
                <c:pt idx="36231">
                  <c:v>24.6</c:v>
                </c:pt>
                <c:pt idx="36232">
                  <c:v>24.6</c:v>
                </c:pt>
                <c:pt idx="36233">
                  <c:v>24.6</c:v>
                </c:pt>
                <c:pt idx="36234">
                  <c:v>24.6</c:v>
                </c:pt>
                <c:pt idx="36235">
                  <c:v>24.6</c:v>
                </c:pt>
                <c:pt idx="36236">
                  <c:v>24.6</c:v>
                </c:pt>
                <c:pt idx="36237">
                  <c:v>24.6</c:v>
                </c:pt>
                <c:pt idx="36238">
                  <c:v>24.6</c:v>
                </c:pt>
                <c:pt idx="36239">
                  <c:v>24.6</c:v>
                </c:pt>
                <c:pt idx="36240">
                  <c:v>24.6</c:v>
                </c:pt>
                <c:pt idx="36241">
                  <c:v>24.6</c:v>
                </c:pt>
                <c:pt idx="36242">
                  <c:v>24.6</c:v>
                </c:pt>
                <c:pt idx="36243">
                  <c:v>24.6</c:v>
                </c:pt>
                <c:pt idx="36244">
                  <c:v>24.6</c:v>
                </c:pt>
                <c:pt idx="36245">
                  <c:v>24.6</c:v>
                </c:pt>
                <c:pt idx="36246">
                  <c:v>24.6</c:v>
                </c:pt>
                <c:pt idx="36247">
                  <c:v>24.6</c:v>
                </c:pt>
                <c:pt idx="36248">
                  <c:v>24.6</c:v>
                </c:pt>
                <c:pt idx="36249">
                  <c:v>24.6</c:v>
                </c:pt>
                <c:pt idx="36250">
                  <c:v>24.6</c:v>
                </c:pt>
                <c:pt idx="36251">
                  <c:v>24.6</c:v>
                </c:pt>
                <c:pt idx="36252">
                  <c:v>24.6</c:v>
                </c:pt>
                <c:pt idx="36253">
                  <c:v>24.6</c:v>
                </c:pt>
                <c:pt idx="36254">
                  <c:v>24.6</c:v>
                </c:pt>
                <c:pt idx="36255">
                  <c:v>24.6</c:v>
                </c:pt>
                <c:pt idx="36256">
                  <c:v>24.6</c:v>
                </c:pt>
                <c:pt idx="36257">
                  <c:v>24.6</c:v>
                </c:pt>
                <c:pt idx="36258">
                  <c:v>24.6</c:v>
                </c:pt>
                <c:pt idx="36259">
                  <c:v>24.6</c:v>
                </c:pt>
                <c:pt idx="36260">
                  <c:v>24.6</c:v>
                </c:pt>
                <c:pt idx="36261">
                  <c:v>24.6</c:v>
                </c:pt>
                <c:pt idx="36262">
                  <c:v>24.6</c:v>
                </c:pt>
                <c:pt idx="36263">
                  <c:v>24.6</c:v>
                </c:pt>
                <c:pt idx="36264">
                  <c:v>24.6</c:v>
                </c:pt>
                <c:pt idx="36265">
                  <c:v>24.6</c:v>
                </c:pt>
                <c:pt idx="36266">
                  <c:v>24.6</c:v>
                </c:pt>
                <c:pt idx="36267">
                  <c:v>24.6</c:v>
                </c:pt>
                <c:pt idx="36268">
                  <c:v>24.6</c:v>
                </c:pt>
                <c:pt idx="36269">
                  <c:v>24.6</c:v>
                </c:pt>
                <c:pt idx="36270">
                  <c:v>24.6</c:v>
                </c:pt>
                <c:pt idx="36271">
                  <c:v>24.6</c:v>
                </c:pt>
                <c:pt idx="36272">
                  <c:v>24.6</c:v>
                </c:pt>
                <c:pt idx="36273">
                  <c:v>24.6</c:v>
                </c:pt>
                <c:pt idx="36274">
                  <c:v>24.6</c:v>
                </c:pt>
                <c:pt idx="36275">
                  <c:v>24.6</c:v>
                </c:pt>
                <c:pt idx="36276">
                  <c:v>24.6</c:v>
                </c:pt>
                <c:pt idx="36277">
                  <c:v>24.6</c:v>
                </c:pt>
                <c:pt idx="36278">
                  <c:v>24.6</c:v>
                </c:pt>
                <c:pt idx="36279">
                  <c:v>24.6</c:v>
                </c:pt>
                <c:pt idx="36280">
                  <c:v>24.6</c:v>
                </c:pt>
                <c:pt idx="36281">
                  <c:v>24.6</c:v>
                </c:pt>
                <c:pt idx="36282">
                  <c:v>24.6</c:v>
                </c:pt>
                <c:pt idx="36283">
                  <c:v>24.6</c:v>
                </c:pt>
                <c:pt idx="36284">
                  <c:v>24.6</c:v>
                </c:pt>
                <c:pt idx="36285">
                  <c:v>24.6</c:v>
                </c:pt>
                <c:pt idx="36286">
                  <c:v>24.6</c:v>
                </c:pt>
                <c:pt idx="36287">
                  <c:v>24.6</c:v>
                </c:pt>
                <c:pt idx="36288">
                  <c:v>24.6</c:v>
                </c:pt>
                <c:pt idx="36289">
                  <c:v>24.6</c:v>
                </c:pt>
                <c:pt idx="36290">
                  <c:v>24.6</c:v>
                </c:pt>
                <c:pt idx="36291">
                  <c:v>24.6</c:v>
                </c:pt>
                <c:pt idx="36292">
                  <c:v>24.6</c:v>
                </c:pt>
                <c:pt idx="36293">
                  <c:v>24.6</c:v>
                </c:pt>
                <c:pt idx="36294">
                  <c:v>24.6</c:v>
                </c:pt>
                <c:pt idx="36295">
                  <c:v>24.6</c:v>
                </c:pt>
                <c:pt idx="36296">
                  <c:v>24.6</c:v>
                </c:pt>
                <c:pt idx="36297">
                  <c:v>24.6</c:v>
                </c:pt>
                <c:pt idx="36298">
                  <c:v>24.6</c:v>
                </c:pt>
                <c:pt idx="36299">
                  <c:v>24.6</c:v>
                </c:pt>
                <c:pt idx="36300">
                  <c:v>24.6</c:v>
                </c:pt>
                <c:pt idx="36301">
                  <c:v>24.6</c:v>
                </c:pt>
                <c:pt idx="36302">
                  <c:v>24.6</c:v>
                </c:pt>
                <c:pt idx="36303">
                  <c:v>24.6</c:v>
                </c:pt>
                <c:pt idx="36304">
                  <c:v>24.6</c:v>
                </c:pt>
                <c:pt idx="36305">
                  <c:v>24.6</c:v>
                </c:pt>
                <c:pt idx="36306">
                  <c:v>24.6</c:v>
                </c:pt>
                <c:pt idx="36307">
                  <c:v>24.6</c:v>
                </c:pt>
                <c:pt idx="36308">
                  <c:v>24.6</c:v>
                </c:pt>
                <c:pt idx="36309">
                  <c:v>24.6</c:v>
                </c:pt>
                <c:pt idx="36310">
                  <c:v>24.6</c:v>
                </c:pt>
                <c:pt idx="36311">
                  <c:v>24.6</c:v>
                </c:pt>
                <c:pt idx="36312">
                  <c:v>24.6</c:v>
                </c:pt>
                <c:pt idx="36313">
                  <c:v>24.6</c:v>
                </c:pt>
                <c:pt idx="36314">
                  <c:v>24.6</c:v>
                </c:pt>
                <c:pt idx="36315">
                  <c:v>24.6</c:v>
                </c:pt>
                <c:pt idx="36316">
                  <c:v>24.6</c:v>
                </c:pt>
                <c:pt idx="36317">
                  <c:v>24.6</c:v>
                </c:pt>
                <c:pt idx="36318">
                  <c:v>24.6</c:v>
                </c:pt>
                <c:pt idx="36319">
                  <c:v>24.6</c:v>
                </c:pt>
                <c:pt idx="36320">
                  <c:v>24.6</c:v>
                </c:pt>
                <c:pt idx="36321">
                  <c:v>24.6</c:v>
                </c:pt>
                <c:pt idx="36322">
                  <c:v>24.6</c:v>
                </c:pt>
                <c:pt idx="36323">
                  <c:v>24.6</c:v>
                </c:pt>
                <c:pt idx="36324">
                  <c:v>24.6</c:v>
                </c:pt>
                <c:pt idx="36325">
                  <c:v>24.6</c:v>
                </c:pt>
                <c:pt idx="36326">
                  <c:v>24.6</c:v>
                </c:pt>
                <c:pt idx="36327">
                  <c:v>24.6</c:v>
                </c:pt>
                <c:pt idx="36328">
                  <c:v>24.6</c:v>
                </c:pt>
                <c:pt idx="36329">
                  <c:v>24.6</c:v>
                </c:pt>
                <c:pt idx="36330">
                  <c:v>24.6</c:v>
                </c:pt>
                <c:pt idx="36331">
                  <c:v>24.6</c:v>
                </c:pt>
                <c:pt idx="36332">
                  <c:v>24.6</c:v>
                </c:pt>
                <c:pt idx="36333">
                  <c:v>24.6</c:v>
                </c:pt>
                <c:pt idx="36334">
                  <c:v>24.6</c:v>
                </c:pt>
                <c:pt idx="36335">
                  <c:v>24.6</c:v>
                </c:pt>
                <c:pt idx="36336">
                  <c:v>24.6</c:v>
                </c:pt>
                <c:pt idx="36337">
                  <c:v>24.6</c:v>
                </c:pt>
                <c:pt idx="36338">
                  <c:v>24.6</c:v>
                </c:pt>
                <c:pt idx="36339">
                  <c:v>24.6</c:v>
                </c:pt>
                <c:pt idx="36340">
                  <c:v>24.6</c:v>
                </c:pt>
                <c:pt idx="36341">
                  <c:v>24.6</c:v>
                </c:pt>
                <c:pt idx="36342">
                  <c:v>24.6</c:v>
                </c:pt>
                <c:pt idx="36343">
                  <c:v>24.6</c:v>
                </c:pt>
                <c:pt idx="36344">
                  <c:v>24.6</c:v>
                </c:pt>
                <c:pt idx="36345">
                  <c:v>24.6</c:v>
                </c:pt>
                <c:pt idx="36346">
                  <c:v>24.6</c:v>
                </c:pt>
                <c:pt idx="36347">
                  <c:v>24.6</c:v>
                </c:pt>
                <c:pt idx="36348">
                  <c:v>24.6</c:v>
                </c:pt>
                <c:pt idx="36349">
                  <c:v>24.6</c:v>
                </c:pt>
                <c:pt idx="36350">
                  <c:v>24.6</c:v>
                </c:pt>
                <c:pt idx="36351">
                  <c:v>24.6</c:v>
                </c:pt>
                <c:pt idx="36352">
                  <c:v>24.6</c:v>
                </c:pt>
                <c:pt idx="36353">
                  <c:v>24.6</c:v>
                </c:pt>
                <c:pt idx="36354">
                  <c:v>24.6</c:v>
                </c:pt>
                <c:pt idx="36355">
                  <c:v>24.6</c:v>
                </c:pt>
                <c:pt idx="36356">
                  <c:v>24.6</c:v>
                </c:pt>
                <c:pt idx="36357">
                  <c:v>24.6</c:v>
                </c:pt>
                <c:pt idx="36358">
                  <c:v>24.6</c:v>
                </c:pt>
                <c:pt idx="36359">
                  <c:v>24.6</c:v>
                </c:pt>
                <c:pt idx="36360">
                  <c:v>24.6</c:v>
                </c:pt>
                <c:pt idx="36361">
                  <c:v>24.6</c:v>
                </c:pt>
                <c:pt idx="36362">
                  <c:v>24.6</c:v>
                </c:pt>
                <c:pt idx="36363">
                  <c:v>24.6</c:v>
                </c:pt>
                <c:pt idx="36364">
                  <c:v>24.6</c:v>
                </c:pt>
                <c:pt idx="36365">
                  <c:v>24.6</c:v>
                </c:pt>
                <c:pt idx="36366">
                  <c:v>24.6</c:v>
                </c:pt>
                <c:pt idx="36367">
                  <c:v>24.6</c:v>
                </c:pt>
                <c:pt idx="36368">
                  <c:v>24.6</c:v>
                </c:pt>
                <c:pt idx="36369">
                  <c:v>24.6</c:v>
                </c:pt>
                <c:pt idx="36370">
                  <c:v>24.6</c:v>
                </c:pt>
                <c:pt idx="36371">
                  <c:v>24.6</c:v>
                </c:pt>
                <c:pt idx="36372">
                  <c:v>24.6</c:v>
                </c:pt>
                <c:pt idx="36373">
                  <c:v>24.6</c:v>
                </c:pt>
                <c:pt idx="36374">
                  <c:v>24.6</c:v>
                </c:pt>
                <c:pt idx="36375">
                  <c:v>24.6</c:v>
                </c:pt>
                <c:pt idx="36376">
                  <c:v>24.6</c:v>
                </c:pt>
                <c:pt idx="36377">
                  <c:v>24.6</c:v>
                </c:pt>
                <c:pt idx="36378">
                  <c:v>24.6</c:v>
                </c:pt>
                <c:pt idx="36379">
                  <c:v>24.6</c:v>
                </c:pt>
                <c:pt idx="36380">
                  <c:v>24.6</c:v>
                </c:pt>
                <c:pt idx="36381">
                  <c:v>24.6</c:v>
                </c:pt>
                <c:pt idx="36382">
                  <c:v>24.6</c:v>
                </c:pt>
                <c:pt idx="36383">
                  <c:v>24.6</c:v>
                </c:pt>
                <c:pt idx="36384">
                  <c:v>24.6</c:v>
                </c:pt>
                <c:pt idx="36385">
                  <c:v>24.6</c:v>
                </c:pt>
                <c:pt idx="36386">
                  <c:v>24.6</c:v>
                </c:pt>
                <c:pt idx="36387">
                  <c:v>24.6</c:v>
                </c:pt>
                <c:pt idx="36388">
                  <c:v>24.6</c:v>
                </c:pt>
                <c:pt idx="36389">
                  <c:v>24.6</c:v>
                </c:pt>
                <c:pt idx="36390">
                  <c:v>24.6</c:v>
                </c:pt>
                <c:pt idx="36391">
                  <c:v>24.6</c:v>
                </c:pt>
                <c:pt idx="36392">
                  <c:v>24.6</c:v>
                </c:pt>
                <c:pt idx="36393">
                  <c:v>24.6</c:v>
                </c:pt>
                <c:pt idx="36394">
                  <c:v>24.55</c:v>
                </c:pt>
                <c:pt idx="36395">
                  <c:v>24.6</c:v>
                </c:pt>
                <c:pt idx="36396">
                  <c:v>24.55</c:v>
                </c:pt>
                <c:pt idx="36397">
                  <c:v>24.6</c:v>
                </c:pt>
                <c:pt idx="36398">
                  <c:v>24.55</c:v>
                </c:pt>
                <c:pt idx="36399">
                  <c:v>24.55</c:v>
                </c:pt>
                <c:pt idx="36400">
                  <c:v>24.55</c:v>
                </c:pt>
                <c:pt idx="36401">
                  <c:v>24.55</c:v>
                </c:pt>
                <c:pt idx="36402">
                  <c:v>24.55</c:v>
                </c:pt>
                <c:pt idx="36403">
                  <c:v>24.55</c:v>
                </c:pt>
                <c:pt idx="36404">
                  <c:v>24.6</c:v>
                </c:pt>
                <c:pt idx="36405">
                  <c:v>24.6</c:v>
                </c:pt>
                <c:pt idx="36406">
                  <c:v>24.55</c:v>
                </c:pt>
                <c:pt idx="36407">
                  <c:v>24.6</c:v>
                </c:pt>
                <c:pt idx="36408">
                  <c:v>24.6</c:v>
                </c:pt>
                <c:pt idx="36409">
                  <c:v>24.6</c:v>
                </c:pt>
                <c:pt idx="36410">
                  <c:v>24.6</c:v>
                </c:pt>
                <c:pt idx="36411">
                  <c:v>24.55</c:v>
                </c:pt>
                <c:pt idx="36412">
                  <c:v>24.55</c:v>
                </c:pt>
                <c:pt idx="36413">
                  <c:v>24.55</c:v>
                </c:pt>
                <c:pt idx="36414">
                  <c:v>24.6</c:v>
                </c:pt>
                <c:pt idx="36415">
                  <c:v>24.6</c:v>
                </c:pt>
                <c:pt idx="36416">
                  <c:v>24.55</c:v>
                </c:pt>
                <c:pt idx="36417">
                  <c:v>24.6</c:v>
                </c:pt>
                <c:pt idx="36418">
                  <c:v>24.6</c:v>
                </c:pt>
                <c:pt idx="36419">
                  <c:v>24.6</c:v>
                </c:pt>
                <c:pt idx="36420">
                  <c:v>24.6</c:v>
                </c:pt>
                <c:pt idx="36421">
                  <c:v>24.6</c:v>
                </c:pt>
                <c:pt idx="36422">
                  <c:v>24.55</c:v>
                </c:pt>
                <c:pt idx="36423">
                  <c:v>24.55</c:v>
                </c:pt>
                <c:pt idx="36424">
                  <c:v>24.55</c:v>
                </c:pt>
                <c:pt idx="36425">
                  <c:v>24.6</c:v>
                </c:pt>
                <c:pt idx="36426">
                  <c:v>24.6</c:v>
                </c:pt>
                <c:pt idx="36427">
                  <c:v>24.6</c:v>
                </c:pt>
                <c:pt idx="36428">
                  <c:v>24.55</c:v>
                </c:pt>
                <c:pt idx="36429">
                  <c:v>24.6</c:v>
                </c:pt>
                <c:pt idx="36430">
                  <c:v>24.55</c:v>
                </c:pt>
                <c:pt idx="36431">
                  <c:v>24.55</c:v>
                </c:pt>
                <c:pt idx="36432">
                  <c:v>24.55</c:v>
                </c:pt>
                <c:pt idx="36433">
                  <c:v>24.6</c:v>
                </c:pt>
                <c:pt idx="36434">
                  <c:v>24.6</c:v>
                </c:pt>
                <c:pt idx="36435">
                  <c:v>24.55</c:v>
                </c:pt>
                <c:pt idx="36436">
                  <c:v>24.55</c:v>
                </c:pt>
                <c:pt idx="36437">
                  <c:v>24.55</c:v>
                </c:pt>
                <c:pt idx="36438">
                  <c:v>24.55</c:v>
                </c:pt>
                <c:pt idx="36439">
                  <c:v>24.55</c:v>
                </c:pt>
                <c:pt idx="36440">
                  <c:v>24.55</c:v>
                </c:pt>
                <c:pt idx="36441">
                  <c:v>24.6</c:v>
                </c:pt>
                <c:pt idx="36442">
                  <c:v>24.55</c:v>
                </c:pt>
                <c:pt idx="36443">
                  <c:v>24.6</c:v>
                </c:pt>
                <c:pt idx="36444">
                  <c:v>24.55</c:v>
                </c:pt>
                <c:pt idx="36445">
                  <c:v>24.55</c:v>
                </c:pt>
                <c:pt idx="36446">
                  <c:v>24.55</c:v>
                </c:pt>
                <c:pt idx="36447">
                  <c:v>24.6</c:v>
                </c:pt>
                <c:pt idx="36448">
                  <c:v>24.55</c:v>
                </c:pt>
                <c:pt idx="36449">
                  <c:v>24.55</c:v>
                </c:pt>
                <c:pt idx="36450">
                  <c:v>24.55</c:v>
                </c:pt>
                <c:pt idx="36451">
                  <c:v>24.55</c:v>
                </c:pt>
                <c:pt idx="36452">
                  <c:v>24.55</c:v>
                </c:pt>
                <c:pt idx="36453">
                  <c:v>24.55</c:v>
                </c:pt>
                <c:pt idx="36454">
                  <c:v>24.55</c:v>
                </c:pt>
                <c:pt idx="36455">
                  <c:v>24.55</c:v>
                </c:pt>
                <c:pt idx="36456">
                  <c:v>24.55</c:v>
                </c:pt>
                <c:pt idx="36457">
                  <c:v>24.55</c:v>
                </c:pt>
                <c:pt idx="36458">
                  <c:v>24.6</c:v>
                </c:pt>
                <c:pt idx="36459">
                  <c:v>24.55</c:v>
                </c:pt>
                <c:pt idx="36460">
                  <c:v>24.6</c:v>
                </c:pt>
                <c:pt idx="36461">
                  <c:v>24.55</c:v>
                </c:pt>
                <c:pt idx="36462">
                  <c:v>24.55</c:v>
                </c:pt>
                <c:pt idx="36463">
                  <c:v>24.55</c:v>
                </c:pt>
                <c:pt idx="36464">
                  <c:v>24.55</c:v>
                </c:pt>
                <c:pt idx="36465">
                  <c:v>24.55</c:v>
                </c:pt>
                <c:pt idx="36466">
                  <c:v>24.55</c:v>
                </c:pt>
                <c:pt idx="36467">
                  <c:v>24.6</c:v>
                </c:pt>
                <c:pt idx="36468">
                  <c:v>24.55</c:v>
                </c:pt>
                <c:pt idx="36469">
                  <c:v>24.55</c:v>
                </c:pt>
                <c:pt idx="36470">
                  <c:v>24.6</c:v>
                </c:pt>
                <c:pt idx="36471">
                  <c:v>24.55</c:v>
                </c:pt>
                <c:pt idx="36472">
                  <c:v>24.55</c:v>
                </c:pt>
                <c:pt idx="36473">
                  <c:v>24.55</c:v>
                </c:pt>
                <c:pt idx="36474">
                  <c:v>24.55</c:v>
                </c:pt>
                <c:pt idx="36475">
                  <c:v>24.55</c:v>
                </c:pt>
                <c:pt idx="36476">
                  <c:v>24.55</c:v>
                </c:pt>
                <c:pt idx="36477">
                  <c:v>24.55</c:v>
                </c:pt>
                <c:pt idx="36478">
                  <c:v>24.55</c:v>
                </c:pt>
                <c:pt idx="36479">
                  <c:v>24.55</c:v>
                </c:pt>
                <c:pt idx="36480">
                  <c:v>24.55</c:v>
                </c:pt>
                <c:pt idx="36481">
                  <c:v>24.55</c:v>
                </c:pt>
                <c:pt idx="36482">
                  <c:v>24.55</c:v>
                </c:pt>
                <c:pt idx="36483">
                  <c:v>24.6</c:v>
                </c:pt>
                <c:pt idx="36484">
                  <c:v>24.55</c:v>
                </c:pt>
                <c:pt idx="36485">
                  <c:v>24.55</c:v>
                </c:pt>
                <c:pt idx="36486">
                  <c:v>24.55</c:v>
                </c:pt>
                <c:pt idx="36487">
                  <c:v>24.55</c:v>
                </c:pt>
                <c:pt idx="36488">
                  <c:v>24.55</c:v>
                </c:pt>
                <c:pt idx="36489">
                  <c:v>24.55</c:v>
                </c:pt>
                <c:pt idx="36490">
                  <c:v>24.55</c:v>
                </c:pt>
                <c:pt idx="36491">
                  <c:v>24.55</c:v>
                </c:pt>
                <c:pt idx="36492">
                  <c:v>24.55</c:v>
                </c:pt>
                <c:pt idx="36493">
                  <c:v>24.55</c:v>
                </c:pt>
                <c:pt idx="36494">
                  <c:v>24.55</c:v>
                </c:pt>
                <c:pt idx="36495">
                  <c:v>24.55</c:v>
                </c:pt>
                <c:pt idx="36496">
                  <c:v>24.55</c:v>
                </c:pt>
                <c:pt idx="36497">
                  <c:v>24.55</c:v>
                </c:pt>
                <c:pt idx="36498">
                  <c:v>24.55</c:v>
                </c:pt>
                <c:pt idx="36499">
                  <c:v>24.55</c:v>
                </c:pt>
                <c:pt idx="36500">
                  <c:v>24.55</c:v>
                </c:pt>
                <c:pt idx="36501">
                  <c:v>24.55</c:v>
                </c:pt>
                <c:pt idx="36502">
                  <c:v>24.55</c:v>
                </c:pt>
                <c:pt idx="36503">
                  <c:v>24.55</c:v>
                </c:pt>
                <c:pt idx="36504">
                  <c:v>24.55</c:v>
                </c:pt>
                <c:pt idx="36505">
                  <c:v>24.55</c:v>
                </c:pt>
                <c:pt idx="36506">
                  <c:v>24.55</c:v>
                </c:pt>
                <c:pt idx="36507">
                  <c:v>24.55</c:v>
                </c:pt>
                <c:pt idx="36508">
                  <c:v>24.55</c:v>
                </c:pt>
                <c:pt idx="36509">
                  <c:v>24.55</c:v>
                </c:pt>
                <c:pt idx="36510">
                  <c:v>24.55</c:v>
                </c:pt>
                <c:pt idx="36511">
                  <c:v>24.55</c:v>
                </c:pt>
                <c:pt idx="36512">
                  <c:v>24.55</c:v>
                </c:pt>
                <c:pt idx="36513">
                  <c:v>24.55</c:v>
                </c:pt>
                <c:pt idx="36514">
                  <c:v>24.55</c:v>
                </c:pt>
                <c:pt idx="36515">
                  <c:v>24.55</c:v>
                </c:pt>
                <c:pt idx="36516">
                  <c:v>24.55</c:v>
                </c:pt>
                <c:pt idx="36517">
                  <c:v>24.55</c:v>
                </c:pt>
                <c:pt idx="36518">
                  <c:v>24.55</c:v>
                </c:pt>
                <c:pt idx="36519">
                  <c:v>24.55</c:v>
                </c:pt>
                <c:pt idx="36520">
                  <c:v>24.55</c:v>
                </c:pt>
                <c:pt idx="36521">
                  <c:v>24.55</c:v>
                </c:pt>
                <c:pt idx="36522">
                  <c:v>24.55</c:v>
                </c:pt>
                <c:pt idx="36523">
                  <c:v>24.55</c:v>
                </c:pt>
                <c:pt idx="36524">
                  <c:v>24.55</c:v>
                </c:pt>
                <c:pt idx="36525">
                  <c:v>24.55</c:v>
                </c:pt>
                <c:pt idx="36526">
                  <c:v>24.55</c:v>
                </c:pt>
                <c:pt idx="36527">
                  <c:v>24.55</c:v>
                </c:pt>
                <c:pt idx="36528">
                  <c:v>24.55</c:v>
                </c:pt>
                <c:pt idx="36529">
                  <c:v>24.55</c:v>
                </c:pt>
                <c:pt idx="36530">
                  <c:v>24.55</c:v>
                </c:pt>
                <c:pt idx="36531">
                  <c:v>24.55</c:v>
                </c:pt>
                <c:pt idx="36532">
                  <c:v>24.55</c:v>
                </c:pt>
                <c:pt idx="36533">
                  <c:v>24.55</c:v>
                </c:pt>
                <c:pt idx="36534">
                  <c:v>24.55</c:v>
                </c:pt>
                <c:pt idx="36535">
                  <c:v>24.55</c:v>
                </c:pt>
                <c:pt idx="36536">
                  <c:v>24.55</c:v>
                </c:pt>
                <c:pt idx="36537">
                  <c:v>24.55</c:v>
                </c:pt>
                <c:pt idx="36538">
                  <c:v>24.55</c:v>
                </c:pt>
                <c:pt idx="36539">
                  <c:v>24.55</c:v>
                </c:pt>
                <c:pt idx="36540">
                  <c:v>24.55</c:v>
                </c:pt>
                <c:pt idx="36541">
                  <c:v>24.55</c:v>
                </c:pt>
                <c:pt idx="36542">
                  <c:v>24.55</c:v>
                </c:pt>
                <c:pt idx="36543">
                  <c:v>24.55</c:v>
                </c:pt>
                <c:pt idx="36544">
                  <c:v>24.55</c:v>
                </c:pt>
                <c:pt idx="36545">
                  <c:v>24.55</c:v>
                </c:pt>
                <c:pt idx="36546">
                  <c:v>24.55</c:v>
                </c:pt>
                <c:pt idx="36547">
                  <c:v>24.55</c:v>
                </c:pt>
                <c:pt idx="36548">
                  <c:v>24.55</c:v>
                </c:pt>
                <c:pt idx="36549">
                  <c:v>24.55</c:v>
                </c:pt>
                <c:pt idx="36550">
                  <c:v>24.55</c:v>
                </c:pt>
                <c:pt idx="36551">
                  <c:v>24.55</c:v>
                </c:pt>
                <c:pt idx="36552">
                  <c:v>24.55</c:v>
                </c:pt>
                <c:pt idx="36553">
                  <c:v>24.55</c:v>
                </c:pt>
                <c:pt idx="36554">
                  <c:v>24.55</c:v>
                </c:pt>
                <c:pt idx="36555">
                  <c:v>24.55</c:v>
                </c:pt>
                <c:pt idx="36556">
                  <c:v>24.55</c:v>
                </c:pt>
                <c:pt idx="36557">
                  <c:v>24.55</c:v>
                </c:pt>
                <c:pt idx="36558">
                  <c:v>24.55</c:v>
                </c:pt>
                <c:pt idx="36559">
                  <c:v>24.55</c:v>
                </c:pt>
                <c:pt idx="36560">
                  <c:v>24.55</c:v>
                </c:pt>
                <c:pt idx="36561">
                  <c:v>24.55</c:v>
                </c:pt>
                <c:pt idx="36562">
                  <c:v>24.55</c:v>
                </c:pt>
                <c:pt idx="36563">
                  <c:v>24.55</c:v>
                </c:pt>
                <c:pt idx="36564">
                  <c:v>24.55</c:v>
                </c:pt>
                <c:pt idx="36565">
                  <c:v>24.55</c:v>
                </c:pt>
                <c:pt idx="36566">
                  <c:v>24.55</c:v>
                </c:pt>
                <c:pt idx="36567">
                  <c:v>24.55</c:v>
                </c:pt>
                <c:pt idx="36568">
                  <c:v>24.55</c:v>
                </c:pt>
                <c:pt idx="36569">
                  <c:v>24.55</c:v>
                </c:pt>
                <c:pt idx="36570">
                  <c:v>24.55</c:v>
                </c:pt>
                <c:pt idx="36571">
                  <c:v>24.55</c:v>
                </c:pt>
                <c:pt idx="36572">
                  <c:v>24.55</c:v>
                </c:pt>
                <c:pt idx="36573">
                  <c:v>24.55</c:v>
                </c:pt>
                <c:pt idx="36574">
                  <c:v>24.55</c:v>
                </c:pt>
                <c:pt idx="36575">
                  <c:v>24.55</c:v>
                </c:pt>
                <c:pt idx="36576">
                  <c:v>24.6</c:v>
                </c:pt>
                <c:pt idx="36577">
                  <c:v>24.55</c:v>
                </c:pt>
                <c:pt idx="36578">
                  <c:v>24.55</c:v>
                </c:pt>
                <c:pt idx="36579">
                  <c:v>24.55</c:v>
                </c:pt>
                <c:pt idx="36580">
                  <c:v>24.55</c:v>
                </c:pt>
                <c:pt idx="36581">
                  <c:v>24.55</c:v>
                </c:pt>
                <c:pt idx="36582">
                  <c:v>24.6</c:v>
                </c:pt>
                <c:pt idx="36583">
                  <c:v>24.55</c:v>
                </c:pt>
                <c:pt idx="36584">
                  <c:v>24.55</c:v>
                </c:pt>
                <c:pt idx="36585">
                  <c:v>24.55</c:v>
                </c:pt>
                <c:pt idx="36586">
                  <c:v>24.55</c:v>
                </c:pt>
                <c:pt idx="36587">
                  <c:v>24.55</c:v>
                </c:pt>
                <c:pt idx="36588">
                  <c:v>24.55</c:v>
                </c:pt>
                <c:pt idx="36589">
                  <c:v>24.55</c:v>
                </c:pt>
                <c:pt idx="36590">
                  <c:v>24.55</c:v>
                </c:pt>
                <c:pt idx="36591">
                  <c:v>24.55</c:v>
                </c:pt>
                <c:pt idx="36592">
                  <c:v>24.55</c:v>
                </c:pt>
                <c:pt idx="36593">
                  <c:v>24.55</c:v>
                </c:pt>
                <c:pt idx="36594">
                  <c:v>24.55</c:v>
                </c:pt>
                <c:pt idx="36595">
                  <c:v>24.55</c:v>
                </c:pt>
                <c:pt idx="36596">
                  <c:v>24.55</c:v>
                </c:pt>
                <c:pt idx="36597">
                  <c:v>24.55</c:v>
                </c:pt>
                <c:pt idx="36598">
                  <c:v>24.55</c:v>
                </c:pt>
                <c:pt idx="36599">
                  <c:v>24.55</c:v>
                </c:pt>
                <c:pt idx="36600">
                  <c:v>24.55</c:v>
                </c:pt>
                <c:pt idx="36601">
                  <c:v>24.55</c:v>
                </c:pt>
                <c:pt idx="36602">
                  <c:v>24.55</c:v>
                </c:pt>
                <c:pt idx="36603">
                  <c:v>24.55</c:v>
                </c:pt>
                <c:pt idx="36604">
                  <c:v>24.55</c:v>
                </c:pt>
                <c:pt idx="36605">
                  <c:v>24.55</c:v>
                </c:pt>
                <c:pt idx="36606">
                  <c:v>24.55</c:v>
                </c:pt>
                <c:pt idx="36607">
                  <c:v>24.55</c:v>
                </c:pt>
                <c:pt idx="36608">
                  <c:v>24.55</c:v>
                </c:pt>
                <c:pt idx="36609">
                  <c:v>24.55</c:v>
                </c:pt>
                <c:pt idx="36610">
                  <c:v>24.55</c:v>
                </c:pt>
                <c:pt idx="36611">
                  <c:v>24.55</c:v>
                </c:pt>
                <c:pt idx="36612">
                  <c:v>24.55</c:v>
                </c:pt>
                <c:pt idx="36613">
                  <c:v>24.55</c:v>
                </c:pt>
                <c:pt idx="36614">
                  <c:v>24.55</c:v>
                </c:pt>
                <c:pt idx="36615">
                  <c:v>24.55</c:v>
                </c:pt>
                <c:pt idx="36616">
                  <c:v>24.55</c:v>
                </c:pt>
                <c:pt idx="36617">
                  <c:v>24.55</c:v>
                </c:pt>
                <c:pt idx="36618">
                  <c:v>24.55</c:v>
                </c:pt>
                <c:pt idx="36619">
                  <c:v>24.55</c:v>
                </c:pt>
                <c:pt idx="36620">
                  <c:v>24.55</c:v>
                </c:pt>
                <c:pt idx="36621">
                  <c:v>24.55</c:v>
                </c:pt>
                <c:pt idx="36622">
                  <c:v>24.55</c:v>
                </c:pt>
                <c:pt idx="36623">
                  <c:v>24.55</c:v>
                </c:pt>
                <c:pt idx="36624">
                  <c:v>24.55</c:v>
                </c:pt>
                <c:pt idx="36625">
                  <c:v>24.55</c:v>
                </c:pt>
                <c:pt idx="36626">
                  <c:v>24.55</c:v>
                </c:pt>
                <c:pt idx="36627">
                  <c:v>24.55</c:v>
                </c:pt>
                <c:pt idx="36628">
                  <c:v>24.55</c:v>
                </c:pt>
                <c:pt idx="36629">
                  <c:v>24.55</c:v>
                </c:pt>
                <c:pt idx="36630">
                  <c:v>24.55</c:v>
                </c:pt>
                <c:pt idx="36631">
                  <c:v>24.55</c:v>
                </c:pt>
                <c:pt idx="36632">
                  <c:v>24.55</c:v>
                </c:pt>
                <c:pt idx="36633">
                  <c:v>24.55</c:v>
                </c:pt>
                <c:pt idx="36634">
                  <c:v>24.55</c:v>
                </c:pt>
                <c:pt idx="36635">
                  <c:v>24.55</c:v>
                </c:pt>
                <c:pt idx="36636">
                  <c:v>24.55</c:v>
                </c:pt>
                <c:pt idx="36637">
                  <c:v>24.55</c:v>
                </c:pt>
                <c:pt idx="36638">
                  <c:v>24.55</c:v>
                </c:pt>
                <c:pt idx="36639">
                  <c:v>24.55</c:v>
                </c:pt>
                <c:pt idx="36640">
                  <c:v>24.55</c:v>
                </c:pt>
                <c:pt idx="36641">
                  <c:v>24.55</c:v>
                </c:pt>
                <c:pt idx="36642">
                  <c:v>24.55</c:v>
                </c:pt>
                <c:pt idx="36643">
                  <c:v>24.55</c:v>
                </c:pt>
                <c:pt idx="36644">
                  <c:v>24.55</c:v>
                </c:pt>
                <c:pt idx="36645">
                  <c:v>24.55</c:v>
                </c:pt>
                <c:pt idx="36646">
                  <c:v>24.55</c:v>
                </c:pt>
                <c:pt idx="36647">
                  <c:v>24.55</c:v>
                </c:pt>
                <c:pt idx="36648">
                  <c:v>24.55</c:v>
                </c:pt>
                <c:pt idx="36649">
                  <c:v>24.55</c:v>
                </c:pt>
                <c:pt idx="36650">
                  <c:v>24.55</c:v>
                </c:pt>
                <c:pt idx="36651">
                  <c:v>24.55</c:v>
                </c:pt>
                <c:pt idx="36652">
                  <c:v>24.55</c:v>
                </c:pt>
                <c:pt idx="36653">
                  <c:v>24.55</c:v>
                </c:pt>
                <c:pt idx="36654">
                  <c:v>24.55</c:v>
                </c:pt>
                <c:pt idx="36655">
                  <c:v>24.55</c:v>
                </c:pt>
                <c:pt idx="36656">
                  <c:v>24.55</c:v>
                </c:pt>
                <c:pt idx="36657">
                  <c:v>24.55</c:v>
                </c:pt>
                <c:pt idx="36658">
                  <c:v>24.55</c:v>
                </c:pt>
                <c:pt idx="36659">
                  <c:v>24.55</c:v>
                </c:pt>
                <c:pt idx="36660">
                  <c:v>24.55</c:v>
                </c:pt>
                <c:pt idx="36661">
                  <c:v>24.55</c:v>
                </c:pt>
                <c:pt idx="36662">
                  <c:v>24.55</c:v>
                </c:pt>
                <c:pt idx="36663">
                  <c:v>24.55</c:v>
                </c:pt>
                <c:pt idx="36664">
                  <c:v>24.55</c:v>
                </c:pt>
                <c:pt idx="36665">
                  <c:v>24.55</c:v>
                </c:pt>
                <c:pt idx="36666">
                  <c:v>24.55</c:v>
                </c:pt>
                <c:pt idx="36667">
                  <c:v>24.55</c:v>
                </c:pt>
                <c:pt idx="36668">
                  <c:v>24.55</c:v>
                </c:pt>
                <c:pt idx="36669">
                  <c:v>24.55</c:v>
                </c:pt>
                <c:pt idx="36670">
                  <c:v>24.55</c:v>
                </c:pt>
                <c:pt idx="36671">
                  <c:v>24.55</c:v>
                </c:pt>
                <c:pt idx="36672">
                  <c:v>24.55</c:v>
                </c:pt>
                <c:pt idx="36673">
                  <c:v>24.55</c:v>
                </c:pt>
                <c:pt idx="36674">
                  <c:v>24.55</c:v>
                </c:pt>
                <c:pt idx="36675">
                  <c:v>24.55</c:v>
                </c:pt>
                <c:pt idx="36676">
                  <c:v>24.55</c:v>
                </c:pt>
                <c:pt idx="36677">
                  <c:v>24.55</c:v>
                </c:pt>
                <c:pt idx="36678">
                  <c:v>24.55</c:v>
                </c:pt>
                <c:pt idx="36679">
                  <c:v>24.55</c:v>
                </c:pt>
                <c:pt idx="36680">
                  <c:v>24.55</c:v>
                </c:pt>
                <c:pt idx="36681">
                  <c:v>24.55</c:v>
                </c:pt>
                <c:pt idx="36682">
                  <c:v>24.55</c:v>
                </c:pt>
                <c:pt idx="36683">
                  <c:v>24.55</c:v>
                </c:pt>
                <c:pt idx="36684">
                  <c:v>24.55</c:v>
                </c:pt>
                <c:pt idx="36685">
                  <c:v>24.55</c:v>
                </c:pt>
                <c:pt idx="36686">
                  <c:v>24.55</c:v>
                </c:pt>
                <c:pt idx="36687">
                  <c:v>24.55</c:v>
                </c:pt>
                <c:pt idx="36688">
                  <c:v>24.55</c:v>
                </c:pt>
                <c:pt idx="36689">
                  <c:v>24.55</c:v>
                </c:pt>
                <c:pt idx="36690">
                  <c:v>24.55</c:v>
                </c:pt>
                <c:pt idx="36691">
                  <c:v>24.55</c:v>
                </c:pt>
                <c:pt idx="36692">
                  <c:v>24.55</c:v>
                </c:pt>
                <c:pt idx="36693">
                  <c:v>24.55</c:v>
                </c:pt>
                <c:pt idx="36694">
                  <c:v>24.55</c:v>
                </c:pt>
                <c:pt idx="36695">
                  <c:v>24.55</c:v>
                </c:pt>
                <c:pt idx="36696">
                  <c:v>24.55</c:v>
                </c:pt>
                <c:pt idx="36697">
                  <c:v>24.55</c:v>
                </c:pt>
                <c:pt idx="36698">
                  <c:v>24.55</c:v>
                </c:pt>
                <c:pt idx="36699">
                  <c:v>24.55</c:v>
                </c:pt>
                <c:pt idx="36700">
                  <c:v>24.55</c:v>
                </c:pt>
                <c:pt idx="36701">
                  <c:v>24.55</c:v>
                </c:pt>
                <c:pt idx="36702">
                  <c:v>24.55</c:v>
                </c:pt>
                <c:pt idx="36703">
                  <c:v>24.55</c:v>
                </c:pt>
                <c:pt idx="36704">
                  <c:v>24.55</c:v>
                </c:pt>
                <c:pt idx="36705">
                  <c:v>24.55</c:v>
                </c:pt>
                <c:pt idx="36706">
                  <c:v>24.55</c:v>
                </c:pt>
                <c:pt idx="36707">
                  <c:v>24.55</c:v>
                </c:pt>
                <c:pt idx="36708">
                  <c:v>24.55</c:v>
                </c:pt>
                <c:pt idx="36709">
                  <c:v>24.55</c:v>
                </c:pt>
                <c:pt idx="36710">
                  <c:v>24.55</c:v>
                </c:pt>
                <c:pt idx="36711">
                  <c:v>24.55</c:v>
                </c:pt>
                <c:pt idx="36712">
                  <c:v>24.55</c:v>
                </c:pt>
                <c:pt idx="36713">
                  <c:v>24.55</c:v>
                </c:pt>
                <c:pt idx="36714">
                  <c:v>24.55</c:v>
                </c:pt>
                <c:pt idx="36715">
                  <c:v>24.55</c:v>
                </c:pt>
                <c:pt idx="36716">
                  <c:v>24.55</c:v>
                </c:pt>
                <c:pt idx="36717">
                  <c:v>24.55</c:v>
                </c:pt>
                <c:pt idx="36718">
                  <c:v>24.55</c:v>
                </c:pt>
                <c:pt idx="36719">
                  <c:v>24.55</c:v>
                </c:pt>
                <c:pt idx="36720">
                  <c:v>24.55</c:v>
                </c:pt>
                <c:pt idx="36721">
                  <c:v>24.55</c:v>
                </c:pt>
                <c:pt idx="36722">
                  <c:v>24.55</c:v>
                </c:pt>
                <c:pt idx="36723">
                  <c:v>24.55</c:v>
                </c:pt>
                <c:pt idx="36724">
                  <c:v>24.55</c:v>
                </c:pt>
                <c:pt idx="36725">
                  <c:v>24.55</c:v>
                </c:pt>
                <c:pt idx="36726">
                  <c:v>24.55</c:v>
                </c:pt>
                <c:pt idx="36727">
                  <c:v>24.55</c:v>
                </c:pt>
                <c:pt idx="36728">
                  <c:v>24.55</c:v>
                </c:pt>
                <c:pt idx="36729">
                  <c:v>24.55</c:v>
                </c:pt>
                <c:pt idx="36730">
                  <c:v>24.55</c:v>
                </c:pt>
                <c:pt idx="36731">
                  <c:v>24.55</c:v>
                </c:pt>
                <c:pt idx="36732">
                  <c:v>24.55</c:v>
                </c:pt>
                <c:pt idx="36733">
                  <c:v>24.55</c:v>
                </c:pt>
                <c:pt idx="36734">
                  <c:v>24.55</c:v>
                </c:pt>
                <c:pt idx="36735">
                  <c:v>24.55</c:v>
                </c:pt>
                <c:pt idx="36736">
                  <c:v>24.55</c:v>
                </c:pt>
                <c:pt idx="36737">
                  <c:v>24.55</c:v>
                </c:pt>
                <c:pt idx="36738">
                  <c:v>24.55</c:v>
                </c:pt>
                <c:pt idx="36739">
                  <c:v>24.55</c:v>
                </c:pt>
                <c:pt idx="36740">
                  <c:v>24.55</c:v>
                </c:pt>
                <c:pt idx="36741">
                  <c:v>24.55</c:v>
                </c:pt>
                <c:pt idx="36742">
                  <c:v>24.55</c:v>
                </c:pt>
                <c:pt idx="36743">
                  <c:v>24.55</c:v>
                </c:pt>
                <c:pt idx="36744">
                  <c:v>24.55</c:v>
                </c:pt>
                <c:pt idx="36745">
                  <c:v>24.55</c:v>
                </c:pt>
                <c:pt idx="36746">
                  <c:v>24.55</c:v>
                </c:pt>
                <c:pt idx="36747">
                  <c:v>24.55</c:v>
                </c:pt>
                <c:pt idx="36748">
                  <c:v>24.55</c:v>
                </c:pt>
                <c:pt idx="36749">
                  <c:v>24.55</c:v>
                </c:pt>
                <c:pt idx="36750">
                  <c:v>24.55</c:v>
                </c:pt>
                <c:pt idx="36751">
                  <c:v>24.55</c:v>
                </c:pt>
                <c:pt idx="36752">
                  <c:v>24.55</c:v>
                </c:pt>
                <c:pt idx="36753">
                  <c:v>24.55</c:v>
                </c:pt>
                <c:pt idx="36754">
                  <c:v>24.55</c:v>
                </c:pt>
                <c:pt idx="36755">
                  <c:v>24.55</c:v>
                </c:pt>
                <c:pt idx="36756">
                  <c:v>24.55</c:v>
                </c:pt>
                <c:pt idx="36757">
                  <c:v>24.55</c:v>
                </c:pt>
                <c:pt idx="36758">
                  <c:v>24.55</c:v>
                </c:pt>
                <c:pt idx="36759">
                  <c:v>24.55</c:v>
                </c:pt>
                <c:pt idx="36760">
                  <c:v>24.55</c:v>
                </c:pt>
                <c:pt idx="36761">
                  <c:v>24.55</c:v>
                </c:pt>
                <c:pt idx="36762">
                  <c:v>24.55</c:v>
                </c:pt>
                <c:pt idx="36763">
                  <c:v>24.55</c:v>
                </c:pt>
                <c:pt idx="36764">
                  <c:v>24.55</c:v>
                </c:pt>
                <c:pt idx="36765">
                  <c:v>24.55</c:v>
                </c:pt>
                <c:pt idx="36766">
                  <c:v>24.55</c:v>
                </c:pt>
                <c:pt idx="36767">
                  <c:v>24.55</c:v>
                </c:pt>
                <c:pt idx="36768">
                  <c:v>24.55</c:v>
                </c:pt>
                <c:pt idx="36769">
                  <c:v>24.55</c:v>
                </c:pt>
                <c:pt idx="36770">
                  <c:v>24.55</c:v>
                </c:pt>
                <c:pt idx="36771">
                  <c:v>24.55</c:v>
                </c:pt>
                <c:pt idx="36772">
                  <c:v>24.55</c:v>
                </c:pt>
                <c:pt idx="36773">
                  <c:v>24.55</c:v>
                </c:pt>
                <c:pt idx="36774">
                  <c:v>24.55</c:v>
                </c:pt>
                <c:pt idx="36775">
                  <c:v>24.55</c:v>
                </c:pt>
                <c:pt idx="36776">
                  <c:v>24.55</c:v>
                </c:pt>
                <c:pt idx="36777">
                  <c:v>24.55</c:v>
                </c:pt>
                <c:pt idx="36778">
                  <c:v>24.55</c:v>
                </c:pt>
                <c:pt idx="36779">
                  <c:v>24.55</c:v>
                </c:pt>
                <c:pt idx="36780">
                  <c:v>24.55</c:v>
                </c:pt>
                <c:pt idx="36781">
                  <c:v>24.55</c:v>
                </c:pt>
                <c:pt idx="36782">
                  <c:v>24.55</c:v>
                </c:pt>
                <c:pt idx="36783">
                  <c:v>24.55</c:v>
                </c:pt>
                <c:pt idx="36784">
                  <c:v>24.55</c:v>
                </c:pt>
                <c:pt idx="36785">
                  <c:v>24.55</c:v>
                </c:pt>
                <c:pt idx="36786">
                  <c:v>24.55</c:v>
                </c:pt>
                <c:pt idx="36787">
                  <c:v>24.55</c:v>
                </c:pt>
                <c:pt idx="36788">
                  <c:v>24.55</c:v>
                </c:pt>
                <c:pt idx="36789">
                  <c:v>24.55</c:v>
                </c:pt>
                <c:pt idx="36790">
                  <c:v>24.55</c:v>
                </c:pt>
                <c:pt idx="36791">
                  <c:v>24.55</c:v>
                </c:pt>
                <c:pt idx="36792">
                  <c:v>24.55</c:v>
                </c:pt>
                <c:pt idx="36793">
                  <c:v>24.55</c:v>
                </c:pt>
                <c:pt idx="36794">
                  <c:v>24.55</c:v>
                </c:pt>
                <c:pt idx="36795">
                  <c:v>24.55</c:v>
                </c:pt>
                <c:pt idx="36796">
                  <c:v>24.55</c:v>
                </c:pt>
                <c:pt idx="36797">
                  <c:v>24.55</c:v>
                </c:pt>
                <c:pt idx="36798">
                  <c:v>24.55</c:v>
                </c:pt>
                <c:pt idx="36799">
                  <c:v>24.55</c:v>
                </c:pt>
                <c:pt idx="36800">
                  <c:v>24.55</c:v>
                </c:pt>
                <c:pt idx="36801">
                  <c:v>24.55</c:v>
                </c:pt>
                <c:pt idx="36802">
                  <c:v>24.55</c:v>
                </c:pt>
                <c:pt idx="36803">
                  <c:v>24.55</c:v>
                </c:pt>
                <c:pt idx="36804">
                  <c:v>24.55</c:v>
                </c:pt>
                <c:pt idx="36805">
                  <c:v>24.55</c:v>
                </c:pt>
                <c:pt idx="36806">
                  <c:v>24.55</c:v>
                </c:pt>
                <c:pt idx="36807">
                  <c:v>24.55</c:v>
                </c:pt>
                <c:pt idx="36808">
                  <c:v>24.55</c:v>
                </c:pt>
                <c:pt idx="36809">
                  <c:v>24.55</c:v>
                </c:pt>
                <c:pt idx="36810">
                  <c:v>24.55</c:v>
                </c:pt>
                <c:pt idx="36811">
                  <c:v>24.55</c:v>
                </c:pt>
                <c:pt idx="36812">
                  <c:v>24.55</c:v>
                </c:pt>
                <c:pt idx="36813">
                  <c:v>24.55</c:v>
                </c:pt>
                <c:pt idx="36814">
                  <c:v>24.55</c:v>
                </c:pt>
                <c:pt idx="36815">
                  <c:v>24.55</c:v>
                </c:pt>
                <c:pt idx="36816">
                  <c:v>24.55</c:v>
                </c:pt>
                <c:pt idx="36817">
                  <c:v>24.55</c:v>
                </c:pt>
                <c:pt idx="36818">
                  <c:v>24.55</c:v>
                </c:pt>
                <c:pt idx="36819">
                  <c:v>24.55</c:v>
                </c:pt>
                <c:pt idx="36820">
                  <c:v>24.55</c:v>
                </c:pt>
                <c:pt idx="36821">
                  <c:v>24.55</c:v>
                </c:pt>
                <c:pt idx="36822">
                  <c:v>24.55</c:v>
                </c:pt>
                <c:pt idx="36823">
                  <c:v>24.55</c:v>
                </c:pt>
                <c:pt idx="36824">
                  <c:v>24.55</c:v>
                </c:pt>
                <c:pt idx="36825">
                  <c:v>24.55</c:v>
                </c:pt>
                <c:pt idx="36826">
                  <c:v>24.55</c:v>
                </c:pt>
                <c:pt idx="36827">
                  <c:v>24.55</c:v>
                </c:pt>
                <c:pt idx="36828">
                  <c:v>24.55</c:v>
                </c:pt>
                <c:pt idx="36829">
                  <c:v>24.55</c:v>
                </c:pt>
                <c:pt idx="36830">
                  <c:v>24.55</c:v>
                </c:pt>
                <c:pt idx="36831">
                  <c:v>24.55</c:v>
                </c:pt>
                <c:pt idx="36832">
                  <c:v>24.55</c:v>
                </c:pt>
                <c:pt idx="36833">
                  <c:v>24.55</c:v>
                </c:pt>
                <c:pt idx="36834">
                  <c:v>24.55</c:v>
                </c:pt>
                <c:pt idx="36835">
                  <c:v>24.55</c:v>
                </c:pt>
                <c:pt idx="36836">
                  <c:v>24.55</c:v>
                </c:pt>
                <c:pt idx="36837">
                  <c:v>24.55</c:v>
                </c:pt>
                <c:pt idx="36838">
                  <c:v>24.55</c:v>
                </c:pt>
                <c:pt idx="36839">
                  <c:v>24.55</c:v>
                </c:pt>
                <c:pt idx="36840">
                  <c:v>24.55</c:v>
                </c:pt>
                <c:pt idx="36841">
                  <c:v>24.55</c:v>
                </c:pt>
                <c:pt idx="36842">
                  <c:v>24.55</c:v>
                </c:pt>
                <c:pt idx="36843">
                  <c:v>24.55</c:v>
                </c:pt>
                <c:pt idx="36844">
                  <c:v>24.55</c:v>
                </c:pt>
                <c:pt idx="36845">
                  <c:v>24.55</c:v>
                </c:pt>
                <c:pt idx="36846">
                  <c:v>24.55</c:v>
                </c:pt>
                <c:pt idx="36847">
                  <c:v>24.55</c:v>
                </c:pt>
                <c:pt idx="36848">
                  <c:v>24.55</c:v>
                </c:pt>
                <c:pt idx="36849">
                  <c:v>24.55</c:v>
                </c:pt>
                <c:pt idx="36850">
                  <c:v>24.55</c:v>
                </c:pt>
                <c:pt idx="36851">
                  <c:v>24.55</c:v>
                </c:pt>
                <c:pt idx="36852">
                  <c:v>24.55</c:v>
                </c:pt>
                <c:pt idx="36853">
                  <c:v>24.55</c:v>
                </c:pt>
                <c:pt idx="36854">
                  <c:v>24.55</c:v>
                </c:pt>
                <c:pt idx="36855">
                  <c:v>24.55</c:v>
                </c:pt>
                <c:pt idx="36856">
                  <c:v>24.55</c:v>
                </c:pt>
                <c:pt idx="36857">
                  <c:v>24.55</c:v>
                </c:pt>
                <c:pt idx="36858">
                  <c:v>24.55</c:v>
                </c:pt>
                <c:pt idx="36859">
                  <c:v>24.55</c:v>
                </c:pt>
                <c:pt idx="36860">
                  <c:v>24.55</c:v>
                </c:pt>
                <c:pt idx="36861">
                  <c:v>24.55</c:v>
                </c:pt>
                <c:pt idx="36862">
                  <c:v>24.55</c:v>
                </c:pt>
                <c:pt idx="36863">
                  <c:v>24.55</c:v>
                </c:pt>
                <c:pt idx="36864">
                  <c:v>24.55</c:v>
                </c:pt>
                <c:pt idx="36865">
                  <c:v>24.55</c:v>
                </c:pt>
                <c:pt idx="36866">
                  <c:v>24.55</c:v>
                </c:pt>
                <c:pt idx="36867">
                  <c:v>24.55</c:v>
                </c:pt>
                <c:pt idx="36868">
                  <c:v>24.55</c:v>
                </c:pt>
                <c:pt idx="36869">
                  <c:v>24.55</c:v>
                </c:pt>
                <c:pt idx="36870">
                  <c:v>24.55</c:v>
                </c:pt>
                <c:pt idx="36871">
                  <c:v>24.55</c:v>
                </c:pt>
                <c:pt idx="36872">
                  <c:v>24.55</c:v>
                </c:pt>
                <c:pt idx="36873">
                  <c:v>24.55</c:v>
                </c:pt>
                <c:pt idx="36874">
                  <c:v>24.55</c:v>
                </c:pt>
                <c:pt idx="36875">
                  <c:v>24.55</c:v>
                </c:pt>
                <c:pt idx="36876">
                  <c:v>24.55</c:v>
                </c:pt>
                <c:pt idx="36877">
                  <c:v>24.55</c:v>
                </c:pt>
                <c:pt idx="36878">
                  <c:v>24.55</c:v>
                </c:pt>
                <c:pt idx="36879">
                  <c:v>24.55</c:v>
                </c:pt>
                <c:pt idx="36880">
                  <c:v>24.55</c:v>
                </c:pt>
                <c:pt idx="36881">
                  <c:v>24.55</c:v>
                </c:pt>
                <c:pt idx="36882">
                  <c:v>24.55</c:v>
                </c:pt>
                <c:pt idx="36883">
                  <c:v>24.55</c:v>
                </c:pt>
                <c:pt idx="36884">
                  <c:v>24.55</c:v>
                </c:pt>
                <c:pt idx="36885">
                  <c:v>24.55</c:v>
                </c:pt>
                <c:pt idx="36886">
                  <c:v>24.55</c:v>
                </c:pt>
                <c:pt idx="36887">
                  <c:v>24.55</c:v>
                </c:pt>
                <c:pt idx="36888">
                  <c:v>24.55</c:v>
                </c:pt>
                <c:pt idx="36889">
                  <c:v>24.55</c:v>
                </c:pt>
                <c:pt idx="36890">
                  <c:v>24.55</c:v>
                </c:pt>
                <c:pt idx="36891">
                  <c:v>24.55</c:v>
                </c:pt>
                <c:pt idx="36892">
                  <c:v>24.55</c:v>
                </c:pt>
                <c:pt idx="36893">
                  <c:v>24.55</c:v>
                </c:pt>
                <c:pt idx="36894">
                  <c:v>24.55</c:v>
                </c:pt>
                <c:pt idx="36895">
                  <c:v>24.55</c:v>
                </c:pt>
                <c:pt idx="36896">
                  <c:v>24.55</c:v>
                </c:pt>
                <c:pt idx="36897">
                  <c:v>24.55</c:v>
                </c:pt>
                <c:pt idx="36898">
                  <c:v>24.55</c:v>
                </c:pt>
                <c:pt idx="36899">
                  <c:v>24.55</c:v>
                </c:pt>
                <c:pt idx="36900">
                  <c:v>24.55</c:v>
                </c:pt>
                <c:pt idx="36901">
                  <c:v>24.55</c:v>
                </c:pt>
                <c:pt idx="36902">
                  <c:v>24.55</c:v>
                </c:pt>
                <c:pt idx="36903">
                  <c:v>24.55</c:v>
                </c:pt>
                <c:pt idx="36904">
                  <c:v>24.55</c:v>
                </c:pt>
                <c:pt idx="36905">
                  <c:v>24.55</c:v>
                </c:pt>
                <c:pt idx="36906">
                  <c:v>24.55</c:v>
                </c:pt>
                <c:pt idx="36907">
                  <c:v>24.55</c:v>
                </c:pt>
                <c:pt idx="36908">
                  <c:v>24.55</c:v>
                </c:pt>
                <c:pt idx="36909">
                  <c:v>24.55</c:v>
                </c:pt>
                <c:pt idx="36910">
                  <c:v>24.55</c:v>
                </c:pt>
                <c:pt idx="36911">
                  <c:v>24.55</c:v>
                </c:pt>
                <c:pt idx="36912">
                  <c:v>24.55</c:v>
                </c:pt>
                <c:pt idx="36913">
                  <c:v>24.55</c:v>
                </c:pt>
                <c:pt idx="36914">
                  <c:v>24.55</c:v>
                </c:pt>
                <c:pt idx="36915">
                  <c:v>24.55</c:v>
                </c:pt>
                <c:pt idx="36916">
                  <c:v>24.55</c:v>
                </c:pt>
                <c:pt idx="36917">
                  <c:v>24.55</c:v>
                </c:pt>
                <c:pt idx="36918">
                  <c:v>24.55</c:v>
                </c:pt>
                <c:pt idx="36919">
                  <c:v>24.55</c:v>
                </c:pt>
                <c:pt idx="36920">
                  <c:v>24.55</c:v>
                </c:pt>
                <c:pt idx="36921">
                  <c:v>24.55</c:v>
                </c:pt>
                <c:pt idx="36922">
                  <c:v>24.55</c:v>
                </c:pt>
                <c:pt idx="36923">
                  <c:v>24.55</c:v>
                </c:pt>
                <c:pt idx="36924">
                  <c:v>24.55</c:v>
                </c:pt>
                <c:pt idx="36925">
                  <c:v>24.55</c:v>
                </c:pt>
                <c:pt idx="36926">
                  <c:v>24.55</c:v>
                </c:pt>
                <c:pt idx="36927">
                  <c:v>24.55</c:v>
                </c:pt>
                <c:pt idx="36928">
                  <c:v>24.55</c:v>
                </c:pt>
                <c:pt idx="36929">
                  <c:v>24.55</c:v>
                </c:pt>
                <c:pt idx="36930">
                  <c:v>24.55</c:v>
                </c:pt>
                <c:pt idx="36931">
                  <c:v>24.55</c:v>
                </c:pt>
                <c:pt idx="36932">
                  <c:v>24.55</c:v>
                </c:pt>
                <c:pt idx="36933">
                  <c:v>24.55</c:v>
                </c:pt>
                <c:pt idx="36934">
                  <c:v>24.55</c:v>
                </c:pt>
                <c:pt idx="36935">
                  <c:v>24.55</c:v>
                </c:pt>
                <c:pt idx="36936">
                  <c:v>24.55</c:v>
                </c:pt>
                <c:pt idx="36937">
                  <c:v>24.55</c:v>
                </c:pt>
                <c:pt idx="36938">
                  <c:v>24.55</c:v>
                </c:pt>
                <c:pt idx="36939">
                  <c:v>24.55</c:v>
                </c:pt>
                <c:pt idx="36940">
                  <c:v>24.6</c:v>
                </c:pt>
                <c:pt idx="36941">
                  <c:v>24.55</c:v>
                </c:pt>
                <c:pt idx="36942">
                  <c:v>24.55</c:v>
                </c:pt>
                <c:pt idx="36943">
                  <c:v>24.55</c:v>
                </c:pt>
                <c:pt idx="36944">
                  <c:v>24.55</c:v>
                </c:pt>
                <c:pt idx="36945">
                  <c:v>24.55</c:v>
                </c:pt>
                <c:pt idx="36946">
                  <c:v>24.55</c:v>
                </c:pt>
                <c:pt idx="36947">
                  <c:v>24.55</c:v>
                </c:pt>
                <c:pt idx="36948">
                  <c:v>24.55</c:v>
                </c:pt>
                <c:pt idx="36949">
                  <c:v>24.55</c:v>
                </c:pt>
                <c:pt idx="36950">
                  <c:v>24.55</c:v>
                </c:pt>
                <c:pt idx="36951">
                  <c:v>24.55</c:v>
                </c:pt>
                <c:pt idx="36952">
                  <c:v>24.55</c:v>
                </c:pt>
                <c:pt idx="36953">
                  <c:v>24.55</c:v>
                </c:pt>
                <c:pt idx="36954">
                  <c:v>24.55</c:v>
                </c:pt>
                <c:pt idx="36955">
                  <c:v>24.55</c:v>
                </c:pt>
                <c:pt idx="36956">
                  <c:v>24.55</c:v>
                </c:pt>
                <c:pt idx="36957">
                  <c:v>24.55</c:v>
                </c:pt>
                <c:pt idx="36958">
                  <c:v>24.55</c:v>
                </c:pt>
                <c:pt idx="36959">
                  <c:v>24.55</c:v>
                </c:pt>
                <c:pt idx="36960">
                  <c:v>24.55</c:v>
                </c:pt>
                <c:pt idx="36961">
                  <c:v>24.55</c:v>
                </c:pt>
                <c:pt idx="36962">
                  <c:v>24.55</c:v>
                </c:pt>
                <c:pt idx="36963">
                  <c:v>24.55</c:v>
                </c:pt>
                <c:pt idx="36964">
                  <c:v>24.55</c:v>
                </c:pt>
                <c:pt idx="36965">
                  <c:v>24.6</c:v>
                </c:pt>
                <c:pt idx="36966">
                  <c:v>24.55</c:v>
                </c:pt>
                <c:pt idx="36967">
                  <c:v>24.55</c:v>
                </c:pt>
                <c:pt idx="36968">
                  <c:v>24.6</c:v>
                </c:pt>
                <c:pt idx="36969">
                  <c:v>24.6</c:v>
                </c:pt>
                <c:pt idx="36970">
                  <c:v>24.6</c:v>
                </c:pt>
                <c:pt idx="36971">
                  <c:v>24.55</c:v>
                </c:pt>
                <c:pt idx="36972">
                  <c:v>24.6</c:v>
                </c:pt>
                <c:pt idx="36973">
                  <c:v>24.55</c:v>
                </c:pt>
                <c:pt idx="36974">
                  <c:v>24.55</c:v>
                </c:pt>
                <c:pt idx="36975">
                  <c:v>24.55</c:v>
                </c:pt>
                <c:pt idx="36976">
                  <c:v>24.55</c:v>
                </c:pt>
                <c:pt idx="36977">
                  <c:v>24.55</c:v>
                </c:pt>
                <c:pt idx="36978">
                  <c:v>24.55</c:v>
                </c:pt>
                <c:pt idx="36979">
                  <c:v>24.55</c:v>
                </c:pt>
                <c:pt idx="36980">
                  <c:v>24.55</c:v>
                </c:pt>
                <c:pt idx="36981">
                  <c:v>24.55</c:v>
                </c:pt>
                <c:pt idx="36982">
                  <c:v>24.55</c:v>
                </c:pt>
                <c:pt idx="36983">
                  <c:v>24.55</c:v>
                </c:pt>
                <c:pt idx="36984">
                  <c:v>24.55</c:v>
                </c:pt>
                <c:pt idx="36985">
                  <c:v>24.55</c:v>
                </c:pt>
                <c:pt idx="36986">
                  <c:v>24.55</c:v>
                </c:pt>
                <c:pt idx="36987">
                  <c:v>24.55</c:v>
                </c:pt>
                <c:pt idx="36988">
                  <c:v>24.55</c:v>
                </c:pt>
                <c:pt idx="36989">
                  <c:v>24.55</c:v>
                </c:pt>
                <c:pt idx="36990">
                  <c:v>24.55</c:v>
                </c:pt>
                <c:pt idx="36991">
                  <c:v>24.55</c:v>
                </c:pt>
                <c:pt idx="36992">
                  <c:v>24.6</c:v>
                </c:pt>
                <c:pt idx="36993">
                  <c:v>24.55</c:v>
                </c:pt>
                <c:pt idx="36994">
                  <c:v>24.55</c:v>
                </c:pt>
                <c:pt idx="36995">
                  <c:v>24.55</c:v>
                </c:pt>
                <c:pt idx="36996">
                  <c:v>24.6</c:v>
                </c:pt>
                <c:pt idx="36997">
                  <c:v>24.6</c:v>
                </c:pt>
                <c:pt idx="36998">
                  <c:v>24.55</c:v>
                </c:pt>
                <c:pt idx="36999">
                  <c:v>24.6</c:v>
                </c:pt>
                <c:pt idx="37000">
                  <c:v>24.6</c:v>
                </c:pt>
                <c:pt idx="37001">
                  <c:v>24.6</c:v>
                </c:pt>
                <c:pt idx="37002">
                  <c:v>24.6</c:v>
                </c:pt>
                <c:pt idx="37003">
                  <c:v>24.6</c:v>
                </c:pt>
                <c:pt idx="37004">
                  <c:v>24.6</c:v>
                </c:pt>
                <c:pt idx="37005">
                  <c:v>24.6</c:v>
                </c:pt>
                <c:pt idx="37006">
                  <c:v>24.55</c:v>
                </c:pt>
                <c:pt idx="37007">
                  <c:v>24.55</c:v>
                </c:pt>
                <c:pt idx="37008">
                  <c:v>24.6</c:v>
                </c:pt>
                <c:pt idx="37009">
                  <c:v>24.6</c:v>
                </c:pt>
                <c:pt idx="37010">
                  <c:v>24.6</c:v>
                </c:pt>
                <c:pt idx="37011">
                  <c:v>24.6</c:v>
                </c:pt>
                <c:pt idx="37012">
                  <c:v>24.55</c:v>
                </c:pt>
                <c:pt idx="37013">
                  <c:v>24.6</c:v>
                </c:pt>
                <c:pt idx="37014">
                  <c:v>24.6</c:v>
                </c:pt>
                <c:pt idx="37015">
                  <c:v>24.55</c:v>
                </c:pt>
                <c:pt idx="37016">
                  <c:v>24.6</c:v>
                </c:pt>
                <c:pt idx="37017">
                  <c:v>24.6</c:v>
                </c:pt>
                <c:pt idx="37018">
                  <c:v>24.55</c:v>
                </c:pt>
                <c:pt idx="37019">
                  <c:v>24.55</c:v>
                </c:pt>
                <c:pt idx="37020">
                  <c:v>24.55</c:v>
                </c:pt>
                <c:pt idx="37021">
                  <c:v>24.55</c:v>
                </c:pt>
                <c:pt idx="37022">
                  <c:v>24.55</c:v>
                </c:pt>
                <c:pt idx="37023">
                  <c:v>24.55</c:v>
                </c:pt>
                <c:pt idx="37024">
                  <c:v>24.6</c:v>
                </c:pt>
                <c:pt idx="37025">
                  <c:v>24.6</c:v>
                </c:pt>
                <c:pt idx="37026">
                  <c:v>24.6</c:v>
                </c:pt>
                <c:pt idx="37027">
                  <c:v>24.55</c:v>
                </c:pt>
                <c:pt idx="37028">
                  <c:v>24.6</c:v>
                </c:pt>
                <c:pt idx="37029">
                  <c:v>24.55</c:v>
                </c:pt>
                <c:pt idx="37030">
                  <c:v>24.6</c:v>
                </c:pt>
                <c:pt idx="37031">
                  <c:v>24.6</c:v>
                </c:pt>
                <c:pt idx="37032">
                  <c:v>24.6</c:v>
                </c:pt>
                <c:pt idx="37033">
                  <c:v>24.6</c:v>
                </c:pt>
                <c:pt idx="37034">
                  <c:v>24.55</c:v>
                </c:pt>
                <c:pt idx="37035">
                  <c:v>24.55</c:v>
                </c:pt>
                <c:pt idx="37036">
                  <c:v>24.55</c:v>
                </c:pt>
                <c:pt idx="37037">
                  <c:v>24.55</c:v>
                </c:pt>
                <c:pt idx="37038">
                  <c:v>24.55</c:v>
                </c:pt>
                <c:pt idx="37039">
                  <c:v>24.55</c:v>
                </c:pt>
                <c:pt idx="37040">
                  <c:v>24.55</c:v>
                </c:pt>
                <c:pt idx="37041">
                  <c:v>24.55</c:v>
                </c:pt>
                <c:pt idx="37042">
                  <c:v>24.55</c:v>
                </c:pt>
                <c:pt idx="37043">
                  <c:v>24.55</c:v>
                </c:pt>
                <c:pt idx="37044">
                  <c:v>24.55</c:v>
                </c:pt>
                <c:pt idx="37045">
                  <c:v>24.55</c:v>
                </c:pt>
                <c:pt idx="37046">
                  <c:v>24.55</c:v>
                </c:pt>
                <c:pt idx="37047">
                  <c:v>24.55</c:v>
                </c:pt>
                <c:pt idx="37048">
                  <c:v>24.55</c:v>
                </c:pt>
                <c:pt idx="37049">
                  <c:v>24.55</c:v>
                </c:pt>
                <c:pt idx="37050">
                  <c:v>24.55</c:v>
                </c:pt>
                <c:pt idx="37051">
                  <c:v>24.55</c:v>
                </c:pt>
                <c:pt idx="37052">
                  <c:v>24.55</c:v>
                </c:pt>
                <c:pt idx="37053">
                  <c:v>24.55</c:v>
                </c:pt>
                <c:pt idx="37054">
                  <c:v>24.55</c:v>
                </c:pt>
                <c:pt idx="37055">
                  <c:v>24.55</c:v>
                </c:pt>
                <c:pt idx="37056">
                  <c:v>24.55</c:v>
                </c:pt>
                <c:pt idx="37057">
                  <c:v>24.55</c:v>
                </c:pt>
                <c:pt idx="37058">
                  <c:v>24.55</c:v>
                </c:pt>
                <c:pt idx="37059">
                  <c:v>24.55</c:v>
                </c:pt>
                <c:pt idx="37060">
                  <c:v>24.55</c:v>
                </c:pt>
                <c:pt idx="37061">
                  <c:v>24.55</c:v>
                </c:pt>
                <c:pt idx="37062">
                  <c:v>24.55</c:v>
                </c:pt>
                <c:pt idx="37063">
                  <c:v>24.55</c:v>
                </c:pt>
                <c:pt idx="37064">
                  <c:v>24.55</c:v>
                </c:pt>
                <c:pt idx="37065">
                  <c:v>24.55</c:v>
                </c:pt>
                <c:pt idx="37066">
                  <c:v>24.55</c:v>
                </c:pt>
                <c:pt idx="37067">
                  <c:v>24.55</c:v>
                </c:pt>
                <c:pt idx="37068">
                  <c:v>24.55</c:v>
                </c:pt>
                <c:pt idx="37069">
                  <c:v>24.55</c:v>
                </c:pt>
                <c:pt idx="37070">
                  <c:v>24.55</c:v>
                </c:pt>
                <c:pt idx="37071">
                  <c:v>24.55</c:v>
                </c:pt>
                <c:pt idx="37072">
                  <c:v>24.55</c:v>
                </c:pt>
                <c:pt idx="37073">
                  <c:v>24.55</c:v>
                </c:pt>
                <c:pt idx="37074">
                  <c:v>24.55</c:v>
                </c:pt>
                <c:pt idx="37075">
                  <c:v>24.55</c:v>
                </c:pt>
                <c:pt idx="37076">
                  <c:v>24.55</c:v>
                </c:pt>
                <c:pt idx="37077">
                  <c:v>24.55</c:v>
                </c:pt>
                <c:pt idx="37078">
                  <c:v>24.55</c:v>
                </c:pt>
                <c:pt idx="37079">
                  <c:v>24.55</c:v>
                </c:pt>
                <c:pt idx="37080">
                  <c:v>24.55</c:v>
                </c:pt>
                <c:pt idx="37081">
                  <c:v>24.55</c:v>
                </c:pt>
                <c:pt idx="37082">
                  <c:v>24.55</c:v>
                </c:pt>
                <c:pt idx="37083">
                  <c:v>24.55</c:v>
                </c:pt>
                <c:pt idx="37084">
                  <c:v>24.6</c:v>
                </c:pt>
                <c:pt idx="37085">
                  <c:v>24.6</c:v>
                </c:pt>
                <c:pt idx="37086">
                  <c:v>24.6</c:v>
                </c:pt>
                <c:pt idx="37087">
                  <c:v>24.55</c:v>
                </c:pt>
                <c:pt idx="37088">
                  <c:v>24.55</c:v>
                </c:pt>
                <c:pt idx="37089">
                  <c:v>24.6</c:v>
                </c:pt>
                <c:pt idx="37090">
                  <c:v>24.55</c:v>
                </c:pt>
                <c:pt idx="37091">
                  <c:v>24.6</c:v>
                </c:pt>
                <c:pt idx="37092">
                  <c:v>24.6</c:v>
                </c:pt>
                <c:pt idx="37093">
                  <c:v>24.55</c:v>
                </c:pt>
                <c:pt idx="37094">
                  <c:v>24.55</c:v>
                </c:pt>
                <c:pt idx="37095">
                  <c:v>24.55</c:v>
                </c:pt>
                <c:pt idx="37096">
                  <c:v>24.55</c:v>
                </c:pt>
                <c:pt idx="37097">
                  <c:v>24.6</c:v>
                </c:pt>
                <c:pt idx="37098">
                  <c:v>24.55</c:v>
                </c:pt>
                <c:pt idx="37099">
                  <c:v>24.55</c:v>
                </c:pt>
                <c:pt idx="37100">
                  <c:v>24.6</c:v>
                </c:pt>
                <c:pt idx="37101">
                  <c:v>24.6</c:v>
                </c:pt>
                <c:pt idx="37102">
                  <c:v>24.55</c:v>
                </c:pt>
                <c:pt idx="37103">
                  <c:v>24.55</c:v>
                </c:pt>
                <c:pt idx="37104">
                  <c:v>24.55</c:v>
                </c:pt>
                <c:pt idx="37105">
                  <c:v>24.55</c:v>
                </c:pt>
                <c:pt idx="37106">
                  <c:v>24.55</c:v>
                </c:pt>
                <c:pt idx="37107">
                  <c:v>24.55</c:v>
                </c:pt>
                <c:pt idx="37108">
                  <c:v>24.55</c:v>
                </c:pt>
                <c:pt idx="37109">
                  <c:v>24.55</c:v>
                </c:pt>
                <c:pt idx="37110">
                  <c:v>24.55</c:v>
                </c:pt>
                <c:pt idx="37111">
                  <c:v>24.55</c:v>
                </c:pt>
                <c:pt idx="37112">
                  <c:v>24.55</c:v>
                </c:pt>
                <c:pt idx="37113">
                  <c:v>24.55</c:v>
                </c:pt>
                <c:pt idx="37114">
                  <c:v>24.55</c:v>
                </c:pt>
                <c:pt idx="37115">
                  <c:v>24.55</c:v>
                </c:pt>
                <c:pt idx="37116">
                  <c:v>24.55</c:v>
                </c:pt>
                <c:pt idx="37117">
                  <c:v>24.55</c:v>
                </c:pt>
                <c:pt idx="37118">
                  <c:v>24.55</c:v>
                </c:pt>
                <c:pt idx="37119">
                  <c:v>24.55</c:v>
                </c:pt>
                <c:pt idx="37120">
                  <c:v>24.6</c:v>
                </c:pt>
                <c:pt idx="37121">
                  <c:v>24.6</c:v>
                </c:pt>
                <c:pt idx="37122">
                  <c:v>24.6</c:v>
                </c:pt>
                <c:pt idx="37123">
                  <c:v>24.6</c:v>
                </c:pt>
                <c:pt idx="37124">
                  <c:v>24.6</c:v>
                </c:pt>
                <c:pt idx="37125">
                  <c:v>24.6</c:v>
                </c:pt>
                <c:pt idx="37126">
                  <c:v>24.6</c:v>
                </c:pt>
                <c:pt idx="37127">
                  <c:v>24.6</c:v>
                </c:pt>
                <c:pt idx="37128">
                  <c:v>24.6</c:v>
                </c:pt>
                <c:pt idx="37129">
                  <c:v>24.55</c:v>
                </c:pt>
                <c:pt idx="37130">
                  <c:v>24.55</c:v>
                </c:pt>
                <c:pt idx="37131">
                  <c:v>24.6</c:v>
                </c:pt>
                <c:pt idx="37132">
                  <c:v>24.6</c:v>
                </c:pt>
                <c:pt idx="37133">
                  <c:v>24.55</c:v>
                </c:pt>
                <c:pt idx="37134">
                  <c:v>24.6</c:v>
                </c:pt>
                <c:pt idx="37135">
                  <c:v>24.6</c:v>
                </c:pt>
                <c:pt idx="37136">
                  <c:v>24.55</c:v>
                </c:pt>
                <c:pt idx="37137">
                  <c:v>24.55</c:v>
                </c:pt>
                <c:pt idx="37138">
                  <c:v>24.55</c:v>
                </c:pt>
                <c:pt idx="37139">
                  <c:v>24.55</c:v>
                </c:pt>
                <c:pt idx="37140">
                  <c:v>24.55</c:v>
                </c:pt>
                <c:pt idx="37141">
                  <c:v>24.55</c:v>
                </c:pt>
                <c:pt idx="37142">
                  <c:v>24.55</c:v>
                </c:pt>
                <c:pt idx="37143">
                  <c:v>24.6</c:v>
                </c:pt>
                <c:pt idx="37144">
                  <c:v>24.55</c:v>
                </c:pt>
                <c:pt idx="37145">
                  <c:v>24.55</c:v>
                </c:pt>
                <c:pt idx="37146">
                  <c:v>24.6</c:v>
                </c:pt>
                <c:pt idx="37147">
                  <c:v>24.55</c:v>
                </c:pt>
                <c:pt idx="37148">
                  <c:v>24.6</c:v>
                </c:pt>
                <c:pt idx="37149">
                  <c:v>24.6</c:v>
                </c:pt>
                <c:pt idx="37150">
                  <c:v>24.6</c:v>
                </c:pt>
                <c:pt idx="37151">
                  <c:v>24.6</c:v>
                </c:pt>
                <c:pt idx="37152">
                  <c:v>24.6</c:v>
                </c:pt>
                <c:pt idx="37153">
                  <c:v>24.6</c:v>
                </c:pt>
                <c:pt idx="37154">
                  <c:v>24.6</c:v>
                </c:pt>
                <c:pt idx="37155">
                  <c:v>24.6</c:v>
                </c:pt>
                <c:pt idx="37156">
                  <c:v>24.6</c:v>
                </c:pt>
                <c:pt idx="37157">
                  <c:v>24.6</c:v>
                </c:pt>
                <c:pt idx="37158">
                  <c:v>24.6</c:v>
                </c:pt>
                <c:pt idx="37159">
                  <c:v>24.55</c:v>
                </c:pt>
                <c:pt idx="37160">
                  <c:v>24.55</c:v>
                </c:pt>
                <c:pt idx="37161">
                  <c:v>24.55</c:v>
                </c:pt>
                <c:pt idx="37162">
                  <c:v>24.55</c:v>
                </c:pt>
                <c:pt idx="37163">
                  <c:v>24.55</c:v>
                </c:pt>
                <c:pt idx="37164">
                  <c:v>24.55</c:v>
                </c:pt>
                <c:pt idx="37165">
                  <c:v>24.55</c:v>
                </c:pt>
                <c:pt idx="37166">
                  <c:v>24.55</c:v>
                </c:pt>
                <c:pt idx="37167">
                  <c:v>24.55</c:v>
                </c:pt>
                <c:pt idx="37168">
                  <c:v>24.55</c:v>
                </c:pt>
                <c:pt idx="37169">
                  <c:v>24.55</c:v>
                </c:pt>
                <c:pt idx="37170">
                  <c:v>24.55</c:v>
                </c:pt>
                <c:pt idx="37171">
                  <c:v>24.55</c:v>
                </c:pt>
                <c:pt idx="37172">
                  <c:v>24.55</c:v>
                </c:pt>
                <c:pt idx="37173">
                  <c:v>24.55</c:v>
                </c:pt>
                <c:pt idx="37174">
                  <c:v>24.6</c:v>
                </c:pt>
                <c:pt idx="37175">
                  <c:v>24.6</c:v>
                </c:pt>
                <c:pt idx="37176">
                  <c:v>24.6</c:v>
                </c:pt>
                <c:pt idx="37177">
                  <c:v>24.6</c:v>
                </c:pt>
                <c:pt idx="37178">
                  <c:v>24.6</c:v>
                </c:pt>
                <c:pt idx="37179">
                  <c:v>24.6</c:v>
                </c:pt>
                <c:pt idx="37180">
                  <c:v>24.6</c:v>
                </c:pt>
                <c:pt idx="37181">
                  <c:v>24.6</c:v>
                </c:pt>
                <c:pt idx="37182">
                  <c:v>24.6</c:v>
                </c:pt>
                <c:pt idx="37183">
                  <c:v>24.6</c:v>
                </c:pt>
                <c:pt idx="37184">
                  <c:v>24.6</c:v>
                </c:pt>
                <c:pt idx="37185">
                  <c:v>24.6</c:v>
                </c:pt>
                <c:pt idx="37186">
                  <c:v>24.6</c:v>
                </c:pt>
                <c:pt idx="37187">
                  <c:v>24.6</c:v>
                </c:pt>
                <c:pt idx="37188">
                  <c:v>24.6</c:v>
                </c:pt>
                <c:pt idx="37189">
                  <c:v>24.6</c:v>
                </c:pt>
                <c:pt idx="37190">
                  <c:v>24.6</c:v>
                </c:pt>
                <c:pt idx="37191">
                  <c:v>24.6</c:v>
                </c:pt>
                <c:pt idx="37192">
                  <c:v>24.6</c:v>
                </c:pt>
                <c:pt idx="37193">
                  <c:v>24.6</c:v>
                </c:pt>
                <c:pt idx="37194">
                  <c:v>24.6</c:v>
                </c:pt>
                <c:pt idx="37195">
                  <c:v>24.6</c:v>
                </c:pt>
                <c:pt idx="37196">
                  <c:v>24.6</c:v>
                </c:pt>
                <c:pt idx="37197">
                  <c:v>24.6</c:v>
                </c:pt>
                <c:pt idx="37198">
                  <c:v>24.55</c:v>
                </c:pt>
                <c:pt idx="37199">
                  <c:v>24.6</c:v>
                </c:pt>
                <c:pt idx="37200">
                  <c:v>24.55</c:v>
                </c:pt>
                <c:pt idx="37201">
                  <c:v>24.55</c:v>
                </c:pt>
                <c:pt idx="37202">
                  <c:v>24.55</c:v>
                </c:pt>
                <c:pt idx="37203">
                  <c:v>24.55</c:v>
                </c:pt>
                <c:pt idx="37204">
                  <c:v>24.55</c:v>
                </c:pt>
                <c:pt idx="37205">
                  <c:v>24.55</c:v>
                </c:pt>
                <c:pt idx="37206">
                  <c:v>24.55</c:v>
                </c:pt>
                <c:pt idx="37207">
                  <c:v>24.55</c:v>
                </c:pt>
                <c:pt idx="37208">
                  <c:v>24.55</c:v>
                </c:pt>
                <c:pt idx="37209">
                  <c:v>24.55</c:v>
                </c:pt>
                <c:pt idx="37210">
                  <c:v>24.55</c:v>
                </c:pt>
                <c:pt idx="37211">
                  <c:v>24.55</c:v>
                </c:pt>
                <c:pt idx="37212">
                  <c:v>24.55</c:v>
                </c:pt>
                <c:pt idx="37213">
                  <c:v>24.6</c:v>
                </c:pt>
                <c:pt idx="37214">
                  <c:v>24.55</c:v>
                </c:pt>
                <c:pt idx="37215">
                  <c:v>24.55</c:v>
                </c:pt>
                <c:pt idx="37216">
                  <c:v>24.6</c:v>
                </c:pt>
                <c:pt idx="37217">
                  <c:v>24.6</c:v>
                </c:pt>
                <c:pt idx="37218">
                  <c:v>24.6</c:v>
                </c:pt>
                <c:pt idx="37219">
                  <c:v>24.6</c:v>
                </c:pt>
                <c:pt idx="37220">
                  <c:v>24.6</c:v>
                </c:pt>
                <c:pt idx="37221">
                  <c:v>24.6</c:v>
                </c:pt>
                <c:pt idx="37222">
                  <c:v>24.6</c:v>
                </c:pt>
                <c:pt idx="37223">
                  <c:v>24.6</c:v>
                </c:pt>
                <c:pt idx="37224">
                  <c:v>24.6</c:v>
                </c:pt>
                <c:pt idx="37225">
                  <c:v>24.55</c:v>
                </c:pt>
                <c:pt idx="37226">
                  <c:v>24.55</c:v>
                </c:pt>
                <c:pt idx="37227">
                  <c:v>24.55</c:v>
                </c:pt>
                <c:pt idx="37228">
                  <c:v>24.6</c:v>
                </c:pt>
                <c:pt idx="37229">
                  <c:v>24.6</c:v>
                </c:pt>
                <c:pt idx="37230">
                  <c:v>24.6</c:v>
                </c:pt>
                <c:pt idx="37231">
                  <c:v>24.6</c:v>
                </c:pt>
                <c:pt idx="37232">
                  <c:v>24.55</c:v>
                </c:pt>
                <c:pt idx="37233">
                  <c:v>24.6</c:v>
                </c:pt>
                <c:pt idx="37234">
                  <c:v>24.6</c:v>
                </c:pt>
                <c:pt idx="37235">
                  <c:v>24.6</c:v>
                </c:pt>
                <c:pt idx="37236">
                  <c:v>24.6</c:v>
                </c:pt>
                <c:pt idx="37237">
                  <c:v>24.6</c:v>
                </c:pt>
                <c:pt idx="37238">
                  <c:v>24.6</c:v>
                </c:pt>
                <c:pt idx="37239">
                  <c:v>24.55</c:v>
                </c:pt>
                <c:pt idx="37240">
                  <c:v>24.6</c:v>
                </c:pt>
                <c:pt idx="37241">
                  <c:v>24.6</c:v>
                </c:pt>
                <c:pt idx="37242">
                  <c:v>24.55</c:v>
                </c:pt>
                <c:pt idx="37243">
                  <c:v>24.55</c:v>
                </c:pt>
                <c:pt idx="37244">
                  <c:v>24.55</c:v>
                </c:pt>
                <c:pt idx="37245">
                  <c:v>24.55</c:v>
                </c:pt>
                <c:pt idx="37246">
                  <c:v>24.55</c:v>
                </c:pt>
                <c:pt idx="37247">
                  <c:v>24.55</c:v>
                </c:pt>
                <c:pt idx="37248">
                  <c:v>24.55</c:v>
                </c:pt>
                <c:pt idx="37249">
                  <c:v>24.55</c:v>
                </c:pt>
                <c:pt idx="37250">
                  <c:v>24.55</c:v>
                </c:pt>
                <c:pt idx="37251">
                  <c:v>24.55</c:v>
                </c:pt>
                <c:pt idx="37252">
                  <c:v>24.55</c:v>
                </c:pt>
                <c:pt idx="37253">
                  <c:v>24.55</c:v>
                </c:pt>
                <c:pt idx="37254">
                  <c:v>24.55</c:v>
                </c:pt>
                <c:pt idx="37255">
                  <c:v>24.55</c:v>
                </c:pt>
                <c:pt idx="37256">
                  <c:v>24.55</c:v>
                </c:pt>
                <c:pt idx="37257">
                  <c:v>24.6</c:v>
                </c:pt>
                <c:pt idx="37258">
                  <c:v>24.6</c:v>
                </c:pt>
                <c:pt idx="37259">
                  <c:v>24.6</c:v>
                </c:pt>
                <c:pt idx="37260">
                  <c:v>24.6</c:v>
                </c:pt>
                <c:pt idx="37261">
                  <c:v>24.6</c:v>
                </c:pt>
                <c:pt idx="37262">
                  <c:v>24.6</c:v>
                </c:pt>
                <c:pt idx="37263">
                  <c:v>24.55</c:v>
                </c:pt>
                <c:pt idx="37264">
                  <c:v>24.6</c:v>
                </c:pt>
                <c:pt idx="37265">
                  <c:v>24.55</c:v>
                </c:pt>
                <c:pt idx="37266">
                  <c:v>24.55</c:v>
                </c:pt>
                <c:pt idx="37267">
                  <c:v>24.6</c:v>
                </c:pt>
                <c:pt idx="37268">
                  <c:v>24.55</c:v>
                </c:pt>
                <c:pt idx="37269">
                  <c:v>24.55</c:v>
                </c:pt>
                <c:pt idx="37270">
                  <c:v>24.55</c:v>
                </c:pt>
                <c:pt idx="37271">
                  <c:v>24.55</c:v>
                </c:pt>
                <c:pt idx="37272">
                  <c:v>24.55</c:v>
                </c:pt>
                <c:pt idx="37273">
                  <c:v>24.55</c:v>
                </c:pt>
                <c:pt idx="37274">
                  <c:v>24.55</c:v>
                </c:pt>
                <c:pt idx="37275">
                  <c:v>24.55</c:v>
                </c:pt>
                <c:pt idx="37276">
                  <c:v>24.55</c:v>
                </c:pt>
                <c:pt idx="37277">
                  <c:v>24.55</c:v>
                </c:pt>
                <c:pt idx="37278">
                  <c:v>24.55</c:v>
                </c:pt>
                <c:pt idx="37279">
                  <c:v>24.55</c:v>
                </c:pt>
                <c:pt idx="37280">
                  <c:v>24.55</c:v>
                </c:pt>
                <c:pt idx="37281">
                  <c:v>24.55</c:v>
                </c:pt>
                <c:pt idx="37282">
                  <c:v>24.55</c:v>
                </c:pt>
                <c:pt idx="37283">
                  <c:v>24.55</c:v>
                </c:pt>
                <c:pt idx="37284">
                  <c:v>24.55</c:v>
                </c:pt>
                <c:pt idx="37285">
                  <c:v>24.55</c:v>
                </c:pt>
                <c:pt idx="37286">
                  <c:v>24.55</c:v>
                </c:pt>
                <c:pt idx="37287">
                  <c:v>24.55</c:v>
                </c:pt>
                <c:pt idx="37288">
                  <c:v>24.55</c:v>
                </c:pt>
                <c:pt idx="37289">
                  <c:v>24.55</c:v>
                </c:pt>
                <c:pt idx="37290">
                  <c:v>24.55</c:v>
                </c:pt>
                <c:pt idx="37291">
                  <c:v>24.55</c:v>
                </c:pt>
                <c:pt idx="37292">
                  <c:v>24.55</c:v>
                </c:pt>
                <c:pt idx="37293">
                  <c:v>24.55</c:v>
                </c:pt>
                <c:pt idx="37294">
                  <c:v>24.55</c:v>
                </c:pt>
                <c:pt idx="37295">
                  <c:v>24.55</c:v>
                </c:pt>
                <c:pt idx="37296">
                  <c:v>24.6</c:v>
                </c:pt>
                <c:pt idx="37297">
                  <c:v>24.55</c:v>
                </c:pt>
                <c:pt idx="37298">
                  <c:v>24.55</c:v>
                </c:pt>
                <c:pt idx="37299">
                  <c:v>24.55</c:v>
                </c:pt>
                <c:pt idx="37300">
                  <c:v>24.55</c:v>
                </c:pt>
                <c:pt idx="37301">
                  <c:v>24.55</c:v>
                </c:pt>
                <c:pt idx="37302">
                  <c:v>24.55</c:v>
                </c:pt>
                <c:pt idx="37303">
                  <c:v>24.55</c:v>
                </c:pt>
                <c:pt idx="37304">
                  <c:v>24.55</c:v>
                </c:pt>
                <c:pt idx="37305">
                  <c:v>24.55</c:v>
                </c:pt>
                <c:pt idx="37306">
                  <c:v>24.55</c:v>
                </c:pt>
                <c:pt idx="37307">
                  <c:v>24.55</c:v>
                </c:pt>
                <c:pt idx="37308">
                  <c:v>24.55</c:v>
                </c:pt>
                <c:pt idx="37309">
                  <c:v>24.55</c:v>
                </c:pt>
                <c:pt idx="37310">
                  <c:v>24.55</c:v>
                </c:pt>
                <c:pt idx="37311">
                  <c:v>24.55</c:v>
                </c:pt>
                <c:pt idx="37312">
                  <c:v>24.55</c:v>
                </c:pt>
                <c:pt idx="37313">
                  <c:v>24.55</c:v>
                </c:pt>
                <c:pt idx="37314">
                  <c:v>24.55</c:v>
                </c:pt>
                <c:pt idx="37315">
                  <c:v>24.55</c:v>
                </c:pt>
                <c:pt idx="37316">
                  <c:v>24.55</c:v>
                </c:pt>
                <c:pt idx="37317">
                  <c:v>24.55</c:v>
                </c:pt>
                <c:pt idx="37318">
                  <c:v>24.55</c:v>
                </c:pt>
                <c:pt idx="37319">
                  <c:v>24.55</c:v>
                </c:pt>
                <c:pt idx="37320">
                  <c:v>24.55</c:v>
                </c:pt>
                <c:pt idx="37321">
                  <c:v>24.55</c:v>
                </c:pt>
                <c:pt idx="37322">
                  <c:v>24.55</c:v>
                </c:pt>
                <c:pt idx="37323">
                  <c:v>24.55</c:v>
                </c:pt>
                <c:pt idx="37324">
                  <c:v>24.55</c:v>
                </c:pt>
                <c:pt idx="37325">
                  <c:v>24.55</c:v>
                </c:pt>
                <c:pt idx="37326">
                  <c:v>24.55</c:v>
                </c:pt>
                <c:pt idx="37327">
                  <c:v>24.55</c:v>
                </c:pt>
                <c:pt idx="37328">
                  <c:v>24.55</c:v>
                </c:pt>
                <c:pt idx="37329">
                  <c:v>24.55</c:v>
                </c:pt>
                <c:pt idx="37330">
                  <c:v>24.55</c:v>
                </c:pt>
                <c:pt idx="37331">
                  <c:v>24.55</c:v>
                </c:pt>
                <c:pt idx="37332">
                  <c:v>24.55</c:v>
                </c:pt>
                <c:pt idx="37333">
                  <c:v>24.55</c:v>
                </c:pt>
                <c:pt idx="37334">
                  <c:v>24.55</c:v>
                </c:pt>
                <c:pt idx="37335">
                  <c:v>24.55</c:v>
                </c:pt>
                <c:pt idx="37336">
                  <c:v>24.55</c:v>
                </c:pt>
                <c:pt idx="37337">
                  <c:v>24.55</c:v>
                </c:pt>
                <c:pt idx="37338">
                  <c:v>24.55</c:v>
                </c:pt>
                <c:pt idx="37339">
                  <c:v>24.55</c:v>
                </c:pt>
                <c:pt idx="37340">
                  <c:v>24.55</c:v>
                </c:pt>
                <c:pt idx="37341">
                  <c:v>24.55</c:v>
                </c:pt>
                <c:pt idx="37342">
                  <c:v>24.55</c:v>
                </c:pt>
                <c:pt idx="37343">
                  <c:v>24.55</c:v>
                </c:pt>
                <c:pt idx="37344">
                  <c:v>24.55</c:v>
                </c:pt>
                <c:pt idx="37345">
                  <c:v>24.55</c:v>
                </c:pt>
                <c:pt idx="37346">
                  <c:v>24.55</c:v>
                </c:pt>
                <c:pt idx="37347">
                  <c:v>24.55</c:v>
                </c:pt>
                <c:pt idx="37348">
                  <c:v>24.55</c:v>
                </c:pt>
                <c:pt idx="37349">
                  <c:v>24.55</c:v>
                </c:pt>
                <c:pt idx="37350">
                  <c:v>24.55</c:v>
                </c:pt>
                <c:pt idx="37351">
                  <c:v>24.55</c:v>
                </c:pt>
                <c:pt idx="37352">
                  <c:v>24.55</c:v>
                </c:pt>
                <c:pt idx="37353">
                  <c:v>24.55</c:v>
                </c:pt>
                <c:pt idx="37354">
                  <c:v>24.55</c:v>
                </c:pt>
                <c:pt idx="37355">
                  <c:v>24.55</c:v>
                </c:pt>
                <c:pt idx="37356">
                  <c:v>24.55</c:v>
                </c:pt>
                <c:pt idx="37357">
                  <c:v>24.55</c:v>
                </c:pt>
                <c:pt idx="37358">
                  <c:v>24.55</c:v>
                </c:pt>
                <c:pt idx="37359">
                  <c:v>24.55</c:v>
                </c:pt>
                <c:pt idx="37360">
                  <c:v>24.55</c:v>
                </c:pt>
                <c:pt idx="37361">
                  <c:v>24.55</c:v>
                </c:pt>
                <c:pt idx="37362">
                  <c:v>24.55</c:v>
                </c:pt>
                <c:pt idx="37363">
                  <c:v>24.55</c:v>
                </c:pt>
                <c:pt idx="37364">
                  <c:v>24.55</c:v>
                </c:pt>
                <c:pt idx="37365">
                  <c:v>24.55</c:v>
                </c:pt>
                <c:pt idx="37366">
                  <c:v>24.55</c:v>
                </c:pt>
                <c:pt idx="37367">
                  <c:v>24.55</c:v>
                </c:pt>
                <c:pt idx="37368">
                  <c:v>24.55</c:v>
                </c:pt>
                <c:pt idx="37369">
                  <c:v>24.55</c:v>
                </c:pt>
                <c:pt idx="37370">
                  <c:v>24.55</c:v>
                </c:pt>
                <c:pt idx="37371">
                  <c:v>24.55</c:v>
                </c:pt>
                <c:pt idx="37372">
                  <c:v>24.55</c:v>
                </c:pt>
                <c:pt idx="37373">
                  <c:v>24.55</c:v>
                </c:pt>
                <c:pt idx="37374">
                  <c:v>24.55</c:v>
                </c:pt>
                <c:pt idx="37375">
                  <c:v>24.55</c:v>
                </c:pt>
                <c:pt idx="37376">
                  <c:v>24.55</c:v>
                </c:pt>
                <c:pt idx="37377">
                  <c:v>24.55</c:v>
                </c:pt>
                <c:pt idx="37378">
                  <c:v>24.55</c:v>
                </c:pt>
                <c:pt idx="37379">
                  <c:v>24.55</c:v>
                </c:pt>
                <c:pt idx="37380">
                  <c:v>24.55</c:v>
                </c:pt>
                <c:pt idx="37381">
                  <c:v>24.55</c:v>
                </c:pt>
                <c:pt idx="37382">
                  <c:v>24.55</c:v>
                </c:pt>
                <c:pt idx="37383">
                  <c:v>24.55</c:v>
                </c:pt>
                <c:pt idx="37384">
                  <c:v>24.55</c:v>
                </c:pt>
                <c:pt idx="37385">
                  <c:v>24.55</c:v>
                </c:pt>
                <c:pt idx="37386">
                  <c:v>24.55</c:v>
                </c:pt>
                <c:pt idx="37387">
                  <c:v>24.55</c:v>
                </c:pt>
                <c:pt idx="37388">
                  <c:v>24.55</c:v>
                </c:pt>
                <c:pt idx="37389">
                  <c:v>24.55</c:v>
                </c:pt>
                <c:pt idx="37390">
                  <c:v>24.55</c:v>
                </c:pt>
                <c:pt idx="37391">
                  <c:v>24.55</c:v>
                </c:pt>
                <c:pt idx="37392">
                  <c:v>24.55</c:v>
                </c:pt>
                <c:pt idx="37393">
                  <c:v>24.55</c:v>
                </c:pt>
                <c:pt idx="37394">
                  <c:v>24.55</c:v>
                </c:pt>
                <c:pt idx="37395">
                  <c:v>24.55</c:v>
                </c:pt>
                <c:pt idx="37396">
                  <c:v>24.55</c:v>
                </c:pt>
                <c:pt idx="37397">
                  <c:v>24.55</c:v>
                </c:pt>
                <c:pt idx="37398">
                  <c:v>24.6</c:v>
                </c:pt>
                <c:pt idx="37399">
                  <c:v>24.6</c:v>
                </c:pt>
                <c:pt idx="37400">
                  <c:v>24.55</c:v>
                </c:pt>
                <c:pt idx="37401">
                  <c:v>24.55</c:v>
                </c:pt>
                <c:pt idx="37402">
                  <c:v>24.55</c:v>
                </c:pt>
                <c:pt idx="37403">
                  <c:v>24.55</c:v>
                </c:pt>
                <c:pt idx="37404">
                  <c:v>24.55</c:v>
                </c:pt>
                <c:pt idx="37405">
                  <c:v>24.55</c:v>
                </c:pt>
                <c:pt idx="37406">
                  <c:v>24.55</c:v>
                </c:pt>
                <c:pt idx="37407">
                  <c:v>24.55</c:v>
                </c:pt>
                <c:pt idx="37408">
                  <c:v>24.55</c:v>
                </c:pt>
                <c:pt idx="37409">
                  <c:v>24.55</c:v>
                </c:pt>
                <c:pt idx="37410">
                  <c:v>24.55</c:v>
                </c:pt>
                <c:pt idx="37411">
                  <c:v>24.55</c:v>
                </c:pt>
                <c:pt idx="37412">
                  <c:v>24.55</c:v>
                </c:pt>
                <c:pt idx="37413">
                  <c:v>24.55</c:v>
                </c:pt>
                <c:pt idx="37414">
                  <c:v>24.55</c:v>
                </c:pt>
                <c:pt idx="37415">
                  <c:v>24.55</c:v>
                </c:pt>
                <c:pt idx="37416">
                  <c:v>24.55</c:v>
                </c:pt>
                <c:pt idx="37417">
                  <c:v>24.55</c:v>
                </c:pt>
                <c:pt idx="37418">
                  <c:v>24.55</c:v>
                </c:pt>
                <c:pt idx="37419">
                  <c:v>24.55</c:v>
                </c:pt>
                <c:pt idx="37420">
                  <c:v>24.55</c:v>
                </c:pt>
                <c:pt idx="37421">
                  <c:v>24.55</c:v>
                </c:pt>
                <c:pt idx="37422">
                  <c:v>24.55</c:v>
                </c:pt>
                <c:pt idx="37423">
                  <c:v>24.55</c:v>
                </c:pt>
                <c:pt idx="37424">
                  <c:v>24.55</c:v>
                </c:pt>
                <c:pt idx="37425">
                  <c:v>24.55</c:v>
                </c:pt>
                <c:pt idx="37426">
                  <c:v>24.55</c:v>
                </c:pt>
                <c:pt idx="37427">
                  <c:v>24.55</c:v>
                </c:pt>
                <c:pt idx="37428">
                  <c:v>24.6</c:v>
                </c:pt>
                <c:pt idx="37429">
                  <c:v>24.55</c:v>
                </c:pt>
                <c:pt idx="37430">
                  <c:v>24.55</c:v>
                </c:pt>
                <c:pt idx="37431">
                  <c:v>24.6</c:v>
                </c:pt>
                <c:pt idx="37432">
                  <c:v>24.55</c:v>
                </c:pt>
                <c:pt idx="37433">
                  <c:v>24.55</c:v>
                </c:pt>
                <c:pt idx="37434">
                  <c:v>24.55</c:v>
                </c:pt>
                <c:pt idx="37435">
                  <c:v>24.6</c:v>
                </c:pt>
                <c:pt idx="37436">
                  <c:v>24.55</c:v>
                </c:pt>
                <c:pt idx="37437">
                  <c:v>24.55</c:v>
                </c:pt>
                <c:pt idx="37438">
                  <c:v>24.55</c:v>
                </c:pt>
                <c:pt idx="37439">
                  <c:v>24.55</c:v>
                </c:pt>
                <c:pt idx="37440">
                  <c:v>24.55</c:v>
                </c:pt>
                <c:pt idx="37441">
                  <c:v>24.55</c:v>
                </c:pt>
                <c:pt idx="37442">
                  <c:v>24.55</c:v>
                </c:pt>
                <c:pt idx="37443">
                  <c:v>24.55</c:v>
                </c:pt>
                <c:pt idx="37444">
                  <c:v>24.55</c:v>
                </c:pt>
                <c:pt idx="37445">
                  <c:v>24.55</c:v>
                </c:pt>
                <c:pt idx="37446">
                  <c:v>24.55</c:v>
                </c:pt>
                <c:pt idx="37447">
                  <c:v>24.55</c:v>
                </c:pt>
                <c:pt idx="37448">
                  <c:v>24.55</c:v>
                </c:pt>
                <c:pt idx="37449">
                  <c:v>24.55</c:v>
                </c:pt>
                <c:pt idx="37450">
                  <c:v>24.55</c:v>
                </c:pt>
                <c:pt idx="37451">
                  <c:v>24.55</c:v>
                </c:pt>
                <c:pt idx="37452">
                  <c:v>24.55</c:v>
                </c:pt>
                <c:pt idx="37453">
                  <c:v>24.55</c:v>
                </c:pt>
                <c:pt idx="37454">
                  <c:v>24.55</c:v>
                </c:pt>
                <c:pt idx="37455">
                  <c:v>24.55</c:v>
                </c:pt>
                <c:pt idx="37456">
                  <c:v>24.55</c:v>
                </c:pt>
                <c:pt idx="37457">
                  <c:v>24.55</c:v>
                </c:pt>
                <c:pt idx="37458">
                  <c:v>24.55</c:v>
                </c:pt>
                <c:pt idx="37459">
                  <c:v>24.55</c:v>
                </c:pt>
                <c:pt idx="37460">
                  <c:v>24.6</c:v>
                </c:pt>
                <c:pt idx="37461">
                  <c:v>24.55</c:v>
                </c:pt>
                <c:pt idx="37462">
                  <c:v>24.55</c:v>
                </c:pt>
                <c:pt idx="37463">
                  <c:v>24.55</c:v>
                </c:pt>
                <c:pt idx="37464">
                  <c:v>24.6</c:v>
                </c:pt>
                <c:pt idx="37465">
                  <c:v>24.55</c:v>
                </c:pt>
                <c:pt idx="37466">
                  <c:v>24.55</c:v>
                </c:pt>
                <c:pt idx="37467">
                  <c:v>24.55</c:v>
                </c:pt>
                <c:pt idx="37468">
                  <c:v>24.55</c:v>
                </c:pt>
                <c:pt idx="37469">
                  <c:v>24.55</c:v>
                </c:pt>
                <c:pt idx="37470">
                  <c:v>24.55</c:v>
                </c:pt>
                <c:pt idx="37471">
                  <c:v>24.55</c:v>
                </c:pt>
                <c:pt idx="37472">
                  <c:v>24.55</c:v>
                </c:pt>
                <c:pt idx="37473">
                  <c:v>24.55</c:v>
                </c:pt>
                <c:pt idx="37474">
                  <c:v>24.55</c:v>
                </c:pt>
                <c:pt idx="37475">
                  <c:v>24.55</c:v>
                </c:pt>
                <c:pt idx="37476">
                  <c:v>24.55</c:v>
                </c:pt>
                <c:pt idx="37477">
                  <c:v>24.55</c:v>
                </c:pt>
                <c:pt idx="37478">
                  <c:v>24.55</c:v>
                </c:pt>
                <c:pt idx="37479">
                  <c:v>24.55</c:v>
                </c:pt>
                <c:pt idx="37480">
                  <c:v>24.55</c:v>
                </c:pt>
                <c:pt idx="37481">
                  <c:v>24.55</c:v>
                </c:pt>
                <c:pt idx="37482">
                  <c:v>24.55</c:v>
                </c:pt>
                <c:pt idx="37483">
                  <c:v>24.55</c:v>
                </c:pt>
                <c:pt idx="37484">
                  <c:v>24.55</c:v>
                </c:pt>
                <c:pt idx="37485">
                  <c:v>24.55</c:v>
                </c:pt>
                <c:pt idx="37486">
                  <c:v>24.55</c:v>
                </c:pt>
                <c:pt idx="37487">
                  <c:v>24.55</c:v>
                </c:pt>
                <c:pt idx="37488">
                  <c:v>24.55</c:v>
                </c:pt>
                <c:pt idx="37489">
                  <c:v>24.55</c:v>
                </c:pt>
                <c:pt idx="37490">
                  <c:v>24.55</c:v>
                </c:pt>
                <c:pt idx="37491">
                  <c:v>24.55</c:v>
                </c:pt>
                <c:pt idx="37492">
                  <c:v>24.55</c:v>
                </c:pt>
                <c:pt idx="37493">
                  <c:v>24.55</c:v>
                </c:pt>
                <c:pt idx="37494">
                  <c:v>24.55</c:v>
                </c:pt>
                <c:pt idx="37495">
                  <c:v>24.55</c:v>
                </c:pt>
                <c:pt idx="37496">
                  <c:v>24.55</c:v>
                </c:pt>
                <c:pt idx="37497">
                  <c:v>24.55</c:v>
                </c:pt>
                <c:pt idx="37498">
                  <c:v>24.55</c:v>
                </c:pt>
                <c:pt idx="37499">
                  <c:v>24.55</c:v>
                </c:pt>
                <c:pt idx="37500">
                  <c:v>24.55</c:v>
                </c:pt>
                <c:pt idx="37501">
                  <c:v>24.55</c:v>
                </c:pt>
                <c:pt idx="37502">
                  <c:v>24.55</c:v>
                </c:pt>
                <c:pt idx="37503">
                  <c:v>24.55</c:v>
                </c:pt>
                <c:pt idx="37504">
                  <c:v>24.55</c:v>
                </c:pt>
                <c:pt idx="37505">
                  <c:v>24.55</c:v>
                </c:pt>
                <c:pt idx="37506">
                  <c:v>24.55</c:v>
                </c:pt>
                <c:pt idx="37507">
                  <c:v>24.55</c:v>
                </c:pt>
                <c:pt idx="37508">
                  <c:v>24.55</c:v>
                </c:pt>
                <c:pt idx="37509">
                  <c:v>24.55</c:v>
                </c:pt>
                <c:pt idx="37510">
                  <c:v>24.55</c:v>
                </c:pt>
                <c:pt idx="37511">
                  <c:v>24.55</c:v>
                </c:pt>
                <c:pt idx="37512">
                  <c:v>24.55</c:v>
                </c:pt>
                <c:pt idx="37513">
                  <c:v>24.55</c:v>
                </c:pt>
                <c:pt idx="37514">
                  <c:v>24.55</c:v>
                </c:pt>
                <c:pt idx="37515">
                  <c:v>24.55</c:v>
                </c:pt>
                <c:pt idx="37516">
                  <c:v>24.55</c:v>
                </c:pt>
                <c:pt idx="37517">
                  <c:v>24.55</c:v>
                </c:pt>
                <c:pt idx="37518">
                  <c:v>24.55</c:v>
                </c:pt>
                <c:pt idx="37519">
                  <c:v>24.55</c:v>
                </c:pt>
                <c:pt idx="37520">
                  <c:v>24.55</c:v>
                </c:pt>
                <c:pt idx="37521">
                  <c:v>24.55</c:v>
                </c:pt>
                <c:pt idx="37522">
                  <c:v>24.55</c:v>
                </c:pt>
                <c:pt idx="37523">
                  <c:v>24.55</c:v>
                </c:pt>
                <c:pt idx="37524">
                  <c:v>24.55</c:v>
                </c:pt>
                <c:pt idx="37525">
                  <c:v>24.55</c:v>
                </c:pt>
                <c:pt idx="37526">
                  <c:v>24.55</c:v>
                </c:pt>
                <c:pt idx="37527">
                  <c:v>24.55</c:v>
                </c:pt>
                <c:pt idx="37528">
                  <c:v>24.55</c:v>
                </c:pt>
                <c:pt idx="37529">
                  <c:v>24.55</c:v>
                </c:pt>
                <c:pt idx="37530">
                  <c:v>24.55</c:v>
                </c:pt>
                <c:pt idx="37531">
                  <c:v>24.55</c:v>
                </c:pt>
                <c:pt idx="37532">
                  <c:v>24.55</c:v>
                </c:pt>
                <c:pt idx="37533">
                  <c:v>24.55</c:v>
                </c:pt>
                <c:pt idx="37534">
                  <c:v>24.55</c:v>
                </c:pt>
                <c:pt idx="37535">
                  <c:v>24.55</c:v>
                </c:pt>
                <c:pt idx="37536">
                  <c:v>24.55</c:v>
                </c:pt>
                <c:pt idx="37537">
                  <c:v>24.55</c:v>
                </c:pt>
                <c:pt idx="37538">
                  <c:v>24.55</c:v>
                </c:pt>
                <c:pt idx="37539">
                  <c:v>24.55</c:v>
                </c:pt>
                <c:pt idx="37540">
                  <c:v>24.55</c:v>
                </c:pt>
                <c:pt idx="37541">
                  <c:v>24.55</c:v>
                </c:pt>
                <c:pt idx="37542">
                  <c:v>24.55</c:v>
                </c:pt>
                <c:pt idx="37543">
                  <c:v>24.55</c:v>
                </c:pt>
                <c:pt idx="37544">
                  <c:v>24.55</c:v>
                </c:pt>
                <c:pt idx="37545">
                  <c:v>24.55</c:v>
                </c:pt>
                <c:pt idx="37546">
                  <c:v>24.55</c:v>
                </c:pt>
                <c:pt idx="37547">
                  <c:v>24.55</c:v>
                </c:pt>
                <c:pt idx="37548">
                  <c:v>24.55</c:v>
                </c:pt>
                <c:pt idx="37549">
                  <c:v>24.55</c:v>
                </c:pt>
                <c:pt idx="37550">
                  <c:v>24.55</c:v>
                </c:pt>
                <c:pt idx="37551">
                  <c:v>24.55</c:v>
                </c:pt>
                <c:pt idx="37552">
                  <c:v>24.55</c:v>
                </c:pt>
                <c:pt idx="37553">
                  <c:v>24.55</c:v>
                </c:pt>
                <c:pt idx="37554">
                  <c:v>24.55</c:v>
                </c:pt>
                <c:pt idx="37555">
                  <c:v>24.55</c:v>
                </c:pt>
                <c:pt idx="37556">
                  <c:v>24.55</c:v>
                </c:pt>
                <c:pt idx="37557">
                  <c:v>24.55</c:v>
                </c:pt>
                <c:pt idx="37558">
                  <c:v>24.55</c:v>
                </c:pt>
                <c:pt idx="37559">
                  <c:v>24.55</c:v>
                </c:pt>
                <c:pt idx="37560">
                  <c:v>24.55</c:v>
                </c:pt>
                <c:pt idx="37561">
                  <c:v>24.55</c:v>
                </c:pt>
                <c:pt idx="37562">
                  <c:v>24.55</c:v>
                </c:pt>
                <c:pt idx="37563">
                  <c:v>24.55</c:v>
                </c:pt>
                <c:pt idx="37564">
                  <c:v>24.55</c:v>
                </c:pt>
                <c:pt idx="37565">
                  <c:v>24.55</c:v>
                </c:pt>
                <c:pt idx="37566">
                  <c:v>24.55</c:v>
                </c:pt>
                <c:pt idx="37567">
                  <c:v>24.55</c:v>
                </c:pt>
                <c:pt idx="37568">
                  <c:v>24.55</c:v>
                </c:pt>
                <c:pt idx="37569">
                  <c:v>24.55</c:v>
                </c:pt>
                <c:pt idx="37570">
                  <c:v>24.55</c:v>
                </c:pt>
                <c:pt idx="37571">
                  <c:v>24.55</c:v>
                </c:pt>
                <c:pt idx="37572">
                  <c:v>24.55</c:v>
                </c:pt>
                <c:pt idx="37573">
                  <c:v>24.55</c:v>
                </c:pt>
                <c:pt idx="37574">
                  <c:v>24.55</c:v>
                </c:pt>
                <c:pt idx="37575">
                  <c:v>24.55</c:v>
                </c:pt>
                <c:pt idx="37576">
                  <c:v>24.55</c:v>
                </c:pt>
                <c:pt idx="37577">
                  <c:v>24.55</c:v>
                </c:pt>
                <c:pt idx="37578">
                  <c:v>24.55</c:v>
                </c:pt>
                <c:pt idx="37579">
                  <c:v>24.55</c:v>
                </c:pt>
                <c:pt idx="37580">
                  <c:v>24.55</c:v>
                </c:pt>
                <c:pt idx="37581">
                  <c:v>24.55</c:v>
                </c:pt>
                <c:pt idx="37582">
                  <c:v>24.55</c:v>
                </c:pt>
                <c:pt idx="37583">
                  <c:v>24.55</c:v>
                </c:pt>
                <c:pt idx="37584">
                  <c:v>24.55</c:v>
                </c:pt>
                <c:pt idx="37585">
                  <c:v>24.55</c:v>
                </c:pt>
                <c:pt idx="37586">
                  <c:v>24.55</c:v>
                </c:pt>
                <c:pt idx="37587">
                  <c:v>24.55</c:v>
                </c:pt>
                <c:pt idx="37588">
                  <c:v>24.55</c:v>
                </c:pt>
                <c:pt idx="37589">
                  <c:v>24.55</c:v>
                </c:pt>
                <c:pt idx="37590">
                  <c:v>24.55</c:v>
                </c:pt>
                <c:pt idx="37591">
                  <c:v>24.55</c:v>
                </c:pt>
                <c:pt idx="37592">
                  <c:v>24.55</c:v>
                </c:pt>
                <c:pt idx="37593">
                  <c:v>24.55</c:v>
                </c:pt>
                <c:pt idx="37594">
                  <c:v>24.55</c:v>
                </c:pt>
                <c:pt idx="37595">
                  <c:v>24.55</c:v>
                </c:pt>
                <c:pt idx="37596">
                  <c:v>24.55</c:v>
                </c:pt>
                <c:pt idx="37597">
                  <c:v>24.55</c:v>
                </c:pt>
                <c:pt idx="37598">
                  <c:v>24.55</c:v>
                </c:pt>
                <c:pt idx="37599">
                  <c:v>24.55</c:v>
                </c:pt>
                <c:pt idx="37600">
                  <c:v>24.55</c:v>
                </c:pt>
                <c:pt idx="37601">
                  <c:v>24.55</c:v>
                </c:pt>
                <c:pt idx="37602">
                  <c:v>24.55</c:v>
                </c:pt>
                <c:pt idx="37603">
                  <c:v>24.55</c:v>
                </c:pt>
                <c:pt idx="37604">
                  <c:v>24.55</c:v>
                </c:pt>
                <c:pt idx="37605">
                  <c:v>24.55</c:v>
                </c:pt>
                <c:pt idx="37606">
                  <c:v>24.55</c:v>
                </c:pt>
                <c:pt idx="37607">
                  <c:v>24.55</c:v>
                </c:pt>
                <c:pt idx="37608">
                  <c:v>24.55</c:v>
                </c:pt>
                <c:pt idx="37609">
                  <c:v>24.55</c:v>
                </c:pt>
                <c:pt idx="37610">
                  <c:v>24.55</c:v>
                </c:pt>
                <c:pt idx="37611">
                  <c:v>24.55</c:v>
                </c:pt>
                <c:pt idx="37612">
                  <c:v>24.55</c:v>
                </c:pt>
                <c:pt idx="37613">
                  <c:v>24.55</c:v>
                </c:pt>
                <c:pt idx="37614">
                  <c:v>24.55</c:v>
                </c:pt>
                <c:pt idx="37615">
                  <c:v>24.55</c:v>
                </c:pt>
                <c:pt idx="37616">
                  <c:v>24.55</c:v>
                </c:pt>
                <c:pt idx="37617">
                  <c:v>24.55</c:v>
                </c:pt>
                <c:pt idx="37618">
                  <c:v>24.55</c:v>
                </c:pt>
                <c:pt idx="37619">
                  <c:v>24.55</c:v>
                </c:pt>
                <c:pt idx="37620">
                  <c:v>24.55</c:v>
                </c:pt>
                <c:pt idx="37621">
                  <c:v>24.55</c:v>
                </c:pt>
                <c:pt idx="37622">
                  <c:v>24.55</c:v>
                </c:pt>
                <c:pt idx="37623">
                  <c:v>24.55</c:v>
                </c:pt>
                <c:pt idx="37624">
                  <c:v>24.55</c:v>
                </c:pt>
                <c:pt idx="37625">
                  <c:v>24.55</c:v>
                </c:pt>
                <c:pt idx="37626">
                  <c:v>24.55</c:v>
                </c:pt>
                <c:pt idx="37627">
                  <c:v>24.55</c:v>
                </c:pt>
                <c:pt idx="37628">
                  <c:v>24.55</c:v>
                </c:pt>
                <c:pt idx="37629">
                  <c:v>24.55</c:v>
                </c:pt>
                <c:pt idx="37630">
                  <c:v>24.55</c:v>
                </c:pt>
                <c:pt idx="37631">
                  <c:v>24.55</c:v>
                </c:pt>
                <c:pt idx="37632">
                  <c:v>24.55</c:v>
                </c:pt>
                <c:pt idx="37633">
                  <c:v>24.55</c:v>
                </c:pt>
                <c:pt idx="37634">
                  <c:v>24.55</c:v>
                </c:pt>
                <c:pt idx="37635">
                  <c:v>24.55</c:v>
                </c:pt>
                <c:pt idx="37636">
                  <c:v>24.55</c:v>
                </c:pt>
                <c:pt idx="37637">
                  <c:v>24.55</c:v>
                </c:pt>
                <c:pt idx="37638">
                  <c:v>24.55</c:v>
                </c:pt>
                <c:pt idx="37639">
                  <c:v>24.55</c:v>
                </c:pt>
                <c:pt idx="37640">
                  <c:v>24.55</c:v>
                </c:pt>
                <c:pt idx="37641">
                  <c:v>24.55</c:v>
                </c:pt>
                <c:pt idx="37642">
                  <c:v>24.55</c:v>
                </c:pt>
                <c:pt idx="37643">
                  <c:v>24.55</c:v>
                </c:pt>
                <c:pt idx="37644">
                  <c:v>24.55</c:v>
                </c:pt>
                <c:pt idx="37645">
                  <c:v>24.55</c:v>
                </c:pt>
                <c:pt idx="37646">
                  <c:v>24.55</c:v>
                </c:pt>
                <c:pt idx="37647">
                  <c:v>24.55</c:v>
                </c:pt>
                <c:pt idx="37648">
                  <c:v>24.55</c:v>
                </c:pt>
                <c:pt idx="37649">
                  <c:v>24.55</c:v>
                </c:pt>
                <c:pt idx="37650">
                  <c:v>24.55</c:v>
                </c:pt>
                <c:pt idx="37651">
                  <c:v>24.55</c:v>
                </c:pt>
                <c:pt idx="37652">
                  <c:v>24.55</c:v>
                </c:pt>
                <c:pt idx="37653">
                  <c:v>24.55</c:v>
                </c:pt>
                <c:pt idx="37654">
                  <c:v>24.55</c:v>
                </c:pt>
                <c:pt idx="37655">
                  <c:v>24.55</c:v>
                </c:pt>
                <c:pt idx="37656">
                  <c:v>24.55</c:v>
                </c:pt>
                <c:pt idx="37657">
                  <c:v>24.55</c:v>
                </c:pt>
                <c:pt idx="37658">
                  <c:v>24.55</c:v>
                </c:pt>
                <c:pt idx="37659">
                  <c:v>24.55</c:v>
                </c:pt>
                <c:pt idx="37660">
                  <c:v>24.55</c:v>
                </c:pt>
                <c:pt idx="37661">
                  <c:v>24.55</c:v>
                </c:pt>
                <c:pt idx="37662">
                  <c:v>24.55</c:v>
                </c:pt>
                <c:pt idx="37663">
                  <c:v>24.55</c:v>
                </c:pt>
                <c:pt idx="37664">
                  <c:v>24.55</c:v>
                </c:pt>
                <c:pt idx="37665">
                  <c:v>24.55</c:v>
                </c:pt>
                <c:pt idx="37666">
                  <c:v>24.55</c:v>
                </c:pt>
                <c:pt idx="37667">
                  <c:v>24.55</c:v>
                </c:pt>
                <c:pt idx="37668">
                  <c:v>24.55</c:v>
                </c:pt>
                <c:pt idx="37669">
                  <c:v>24.55</c:v>
                </c:pt>
                <c:pt idx="37670">
                  <c:v>24.55</c:v>
                </c:pt>
                <c:pt idx="37671">
                  <c:v>24.55</c:v>
                </c:pt>
                <c:pt idx="37672">
                  <c:v>24.55</c:v>
                </c:pt>
                <c:pt idx="37673">
                  <c:v>24.55</c:v>
                </c:pt>
                <c:pt idx="37674">
                  <c:v>24.55</c:v>
                </c:pt>
                <c:pt idx="37675">
                  <c:v>24.55</c:v>
                </c:pt>
                <c:pt idx="37676">
                  <c:v>24.55</c:v>
                </c:pt>
                <c:pt idx="37677">
                  <c:v>24.55</c:v>
                </c:pt>
                <c:pt idx="37678">
                  <c:v>24.55</c:v>
                </c:pt>
                <c:pt idx="37679">
                  <c:v>24.55</c:v>
                </c:pt>
                <c:pt idx="37680">
                  <c:v>24.55</c:v>
                </c:pt>
                <c:pt idx="37681">
                  <c:v>24.55</c:v>
                </c:pt>
                <c:pt idx="37682">
                  <c:v>24.55</c:v>
                </c:pt>
                <c:pt idx="37683">
                  <c:v>24.55</c:v>
                </c:pt>
                <c:pt idx="37684">
                  <c:v>24.55</c:v>
                </c:pt>
                <c:pt idx="37685">
                  <c:v>24.55</c:v>
                </c:pt>
                <c:pt idx="37686">
                  <c:v>24.55</c:v>
                </c:pt>
                <c:pt idx="37687">
                  <c:v>24.55</c:v>
                </c:pt>
                <c:pt idx="37688">
                  <c:v>24.55</c:v>
                </c:pt>
                <c:pt idx="37689">
                  <c:v>24.55</c:v>
                </c:pt>
                <c:pt idx="37690">
                  <c:v>24.55</c:v>
                </c:pt>
                <c:pt idx="37691">
                  <c:v>24.55</c:v>
                </c:pt>
                <c:pt idx="37692">
                  <c:v>24.55</c:v>
                </c:pt>
                <c:pt idx="37693">
                  <c:v>24.55</c:v>
                </c:pt>
                <c:pt idx="37694">
                  <c:v>24.55</c:v>
                </c:pt>
                <c:pt idx="37695">
                  <c:v>24.55</c:v>
                </c:pt>
                <c:pt idx="37696">
                  <c:v>24.55</c:v>
                </c:pt>
                <c:pt idx="37697">
                  <c:v>24.55</c:v>
                </c:pt>
                <c:pt idx="37698">
                  <c:v>24.55</c:v>
                </c:pt>
                <c:pt idx="37699">
                  <c:v>24.55</c:v>
                </c:pt>
                <c:pt idx="37700">
                  <c:v>24.55</c:v>
                </c:pt>
                <c:pt idx="37701">
                  <c:v>24.55</c:v>
                </c:pt>
                <c:pt idx="37702">
                  <c:v>24.55</c:v>
                </c:pt>
                <c:pt idx="37703">
                  <c:v>24.55</c:v>
                </c:pt>
                <c:pt idx="37704">
                  <c:v>24.55</c:v>
                </c:pt>
                <c:pt idx="37705">
                  <c:v>24.55</c:v>
                </c:pt>
                <c:pt idx="37706">
                  <c:v>24.55</c:v>
                </c:pt>
                <c:pt idx="37707">
                  <c:v>24.55</c:v>
                </c:pt>
                <c:pt idx="37708">
                  <c:v>24.55</c:v>
                </c:pt>
                <c:pt idx="37709">
                  <c:v>24.55</c:v>
                </c:pt>
                <c:pt idx="37710">
                  <c:v>24.55</c:v>
                </c:pt>
                <c:pt idx="37711">
                  <c:v>24.55</c:v>
                </c:pt>
                <c:pt idx="37712">
                  <c:v>24.55</c:v>
                </c:pt>
                <c:pt idx="37713">
                  <c:v>24.55</c:v>
                </c:pt>
                <c:pt idx="37714">
                  <c:v>24.55</c:v>
                </c:pt>
                <c:pt idx="37715">
                  <c:v>24.55</c:v>
                </c:pt>
                <c:pt idx="37716">
                  <c:v>24.55</c:v>
                </c:pt>
                <c:pt idx="37717">
                  <c:v>24.55</c:v>
                </c:pt>
                <c:pt idx="37718">
                  <c:v>24.55</c:v>
                </c:pt>
                <c:pt idx="37719">
                  <c:v>24.55</c:v>
                </c:pt>
                <c:pt idx="37720">
                  <c:v>24.55</c:v>
                </c:pt>
                <c:pt idx="37721">
                  <c:v>24.55</c:v>
                </c:pt>
                <c:pt idx="37722">
                  <c:v>24.55</c:v>
                </c:pt>
                <c:pt idx="37723">
                  <c:v>24.55</c:v>
                </c:pt>
                <c:pt idx="37724">
                  <c:v>24.55</c:v>
                </c:pt>
                <c:pt idx="37725">
                  <c:v>24.55</c:v>
                </c:pt>
                <c:pt idx="37726">
                  <c:v>24.55</c:v>
                </c:pt>
                <c:pt idx="37727">
                  <c:v>24.55</c:v>
                </c:pt>
                <c:pt idx="37728">
                  <c:v>24.55</c:v>
                </c:pt>
                <c:pt idx="37729">
                  <c:v>24.55</c:v>
                </c:pt>
                <c:pt idx="37730">
                  <c:v>24.55</c:v>
                </c:pt>
                <c:pt idx="37731">
                  <c:v>24.55</c:v>
                </c:pt>
                <c:pt idx="37732">
                  <c:v>24.55</c:v>
                </c:pt>
                <c:pt idx="37733">
                  <c:v>24.55</c:v>
                </c:pt>
                <c:pt idx="37734">
                  <c:v>24.55</c:v>
                </c:pt>
                <c:pt idx="37735">
                  <c:v>24.55</c:v>
                </c:pt>
                <c:pt idx="37736">
                  <c:v>24.55</c:v>
                </c:pt>
                <c:pt idx="37737">
                  <c:v>24.55</c:v>
                </c:pt>
                <c:pt idx="37738">
                  <c:v>24.55</c:v>
                </c:pt>
                <c:pt idx="37739">
                  <c:v>24.55</c:v>
                </c:pt>
                <c:pt idx="37740">
                  <c:v>24.55</c:v>
                </c:pt>
                <c:pt idx="37741">
                  <c:v>24.55</c:v>
                </c:pt>
                <c:pt idx="37742">
                  <c:v>24.55</c:v>
                </c:pt>
                <c:pt idx="37743">
                  <c:v>24.55</c:v>
                </c:pt>
                <c:pt idx="37744">
                  <c:v>24.55</c:v>
                </c:pt>
                <c:pt idx="37745">
                  <c:v>24.55</c:v>
                </c:pt>
                <c:pt idx="37746">
                  <c:v>24.55</c:v>
                </c:pt>
                <c:pt idx="37747">
                  <c:v>24.55</c:v>
                </c:pt>
                <c:pt idx="37748">
                  <c:v>24.55</c:v>
                </c:pt>
                <c:pt idx="37749">
                  <c:v>24.55</c:v>
                </c:pt>
                <c:pt idx="37750">
                  <c:v>24.55</c:v>
                </c:pt>
                <c:pt idx="37751">
                  <c:v>24.55</c:v>
                </c:pt>
                <c:pt idx="37752">
                  <c:v>24.55</c:v>
                </c:pt>
                <c:pt idx="37753">
                  <c:v>24.55</c:v>
                </c:pt>
                <c:pt idx="37754">
                  <c:v>24.55</c:v>
                </c:pt>
                <c:pt idx="37755">
                  <c:v>24.55</c:v>
                </c:pt>
                <c:pt idx="37756">
                  <c:v>24.55</c:v>
                </c:pt>
                <c:pt idx="37757">
                  <c:v>24.55</c:v>
                </c:pt>
                <c:pt idx="37758">
                  <c:v>24.55</c:v>
                </c:pt>
                <c:pt idx="37759">
                  <c:v>24.55</c:v>
                </c:pt>
                <c:pt idx="37760">
                  <c:v>24.55</c:v>
                </c:pt>
                <c:pt idx="37761">
                  <c:v>24.55</c:v>
                </c:pt>
                <c:pt idx="37762">
                  <c:v>24.55</c:v>
                </c:pt>
                <c:pt idx="37763">
                  <c:v>24.55</c:v>
                </c:pt>
                <c:pt idx="37764">
                  <c:v>24.55</c:v>
                </c:pt>
                <c:pt idx="37765">
                  <c:v>24.55</c:v>
                </c:pt>
                <c:pt idx="37766">
                  <c:v>24.55</c:v>
                </c:pt>
                <c:pt idx="37767">
                  <c:v>24.55</c:v>
                </c:pt>
                <c:pt idx="37768">
                  <c:v>24.55</c:v>
                </c:pt>
                <c:pt idx="37769">
                  <c:v>24.55</c:v>
                </c:pt>
                <c:pt idx="37770">
                  <c:v>24.55</c:v>
                </c:pt>
                <c:pt idx="37771">
                  <c:v>24.55</c:v>
                </c:pt>
                <c:pt idx="37772">
                  <c:v>24.55</c:v>
                </c:pt>
                <c:pt idx="37773">
                  <c:v>24.55</c:v>
                </c:pt>
                <c:pt idx="37774">
                  <c:v>24.55</c:v>
                </c:pt>
                <c:pt idx="37775">
                  <c:v>24.55</c:v>
                </c:pt>
                <c:pt idx="37776">
                  <c:v>24.55</c:v>
                </c:pt>
                <c:pt idx="37777">
                  <c:v>24.55</c:v>
                </c:pt>
                <c:pt idx="37778">
                  <c:v>24.55</c:v>
                </c:pt>
                <c:pt idx="37779">
                  <c:v>24.55</c:v>
                </c:pt>
                <c:pt idx="37780">
                  <c:v>24.55</c:v>
                </c:pt>
                <c:pt idx="37781">
                  <c:v>24.55</c:v>
                </c:pt>
                <c:pt idx="37782">
                  <c:v>24.55</c:v>
                </c:pt>
                <c:pt idx="37783">
                  <c:v>24.55</c:v>
                </c:pt>
                <c:pt idx="37784">
                  <c:v>24.55</c:v>
                </c:pt>
                <c:pt idx="37785">
                  <c:v>24.55</c:v>
                </c:pt>
                <c:pt idx="37786">
                  <c:v>24.55</c:v>
                </c:pt>
                <c:pt idx="37787">
                  <c:v>24.55</c:v>
                </c:pt>
                <c:pt idx="37788">
                  <c:v>24.55</c:v>
                </c:pt>
                <c:pt idx="37789">
                  <c:v>24.55</c:v>
                </c:pt>
                <c:pt idx="37790">
                  <c:v>24.55</c:v>
                </c:pt>
                <c:pt idx="37791">
                  <c:v>24.55</c:v>
                </c:pt>
                <c:pt idx="37792">
                  <c:v>24.55</c:v>
                </c:pt>
                <c:pt idx="37793">
                  <c:v>24.55</c:v>
                </c:pt>
                <c:pt idx="37794">
                  <c:v>24.55</c:v>
                </c:pt>
                <c:pt idx="37795">
                  <c:v>24.55</c:v>
                </c:pt>
                <c:pt idx="37796">
                  <c:v>24.55</c:v>
                </c:pt>
                <c:pt idx="37797">
                  <c:v>24.55</c:v>
                </c:pt>
                <c:pt idx="37798">
                  <c:v>24.55</c:v>
                </c:pt>
                <c:pt idx="37799">
                  <c:v>24.55</c:v>
                </c:pt>
                <c:pt idx="37800">
                  <c:v>24.55</c:v>
                </c:pt>
                <c:pt idx="37801">
                  <c:v>24.55</c:v>
                </c:pt>
                <c:pt idx="37802">
                  <c:v>24.55</c:v>
                </c:pt>
                <c:pt idx="37803">
                  <c:v>24.55</c:v>
                </c:pt>
                <c:pt idx="37804">
                  <c:v>24.55</c:v>
                </c:pt>
                <c:pt idx="37805">
                  <c:v>24.55</c:v>
                </c:pt>
                <c:pt idx="37806">
                  <c:v>24.55</c:v>
                </c:pt>
                <c:pt idx="37807">
                  <c:v>24.55</c:v>
                </c:pt>
                <c:pt idx="37808">
                  <c:v>24.55</c:v>
                </c:pt>
                <c:pt idx="37809">
                  <c:v>24.55</c:v>
                </c:pt>
                <c:pt idx="37810">
                  <c:v>24.55</c:v>
                </c:pt>
                <c:pt idx="37811">
                  <c:v>24.55</c:v>
                </c:pt>
                <c:pt idx="37812">
                  <c:v>24.55</c:v>
                </c:pt>
                <c:pt idx="37813">
                  <c:v>24.55</c:v>
                </c:pt>
                <c:pt idx="37814">
                  <c:v>24.55</c:v>
                </c:pt>
                <c:pt idx="37815">
                  <c:v>24.55</c:v>
                </c:pt>
                <c:pt idx="37816">
                  <c:v>24.55</c:v>
                </c:pt>
                <c:pt idx="37817">
                  <c:v>24.55</c:v>
                </c:pt>
                <c:pt idx="37818">
                  <c:v>24.55</c:v>
                </c:pt>
                <c:pt idx="37819">
                  <c:v>24.55</c:v>
                </c:pt>
                <c:pt idx="37820">
                  <c:v>24.55</c:v>
                </c:pt>
                <c:pt idx="37821">
                  <c:v>24.55</c:v>
                </c:pt>
                <c:pt idx="37822">
                  <c:v>24.55</c:v>
                </c:pt>
                <c:pt idx="37823">
                  <c:v>24.55</c:v>
                </c:pt>
                <c:pt idx="37824">
                  <c:v>24.55</c:v>
                </c:pt>
                <c:pt idx="37825">
                  <c:v>24.55</c:v>
                </c:pt>
                <c:pt idx="37826">
                  <c:v>24.55</c:v>
                </c:pt>
                <c:pt idx="37827">
                  <c:v>24.55</c:v>
                </c:pt>
                <c:pt idx="37828">
                  <c:v>24.55</c:v>
                </c:pt>
                <c:pt idx="37829">
                  <c:v>24.55</c:v>
                </c:pt>
                <c:pt idx="37830">
                  <c:v>24.55</c:v>
                </c:pt>
                <c:pt idx="37831">
                  <c:v>24.55</c:v>
                </c:pt>
                <c:pt idx="37832">
                  <c:v>24.55</c:v>
                </c:pt>
                <c:pt idx="37833">
                  <c:v>24.55</c:v>
                </c:pt>
                <c:pt idx="37834">
                  <c:v>24.55</c:v>
                </c:pt>
                <c:pt idx="37835">
                  <c:v>24.55</c:v>
                </c:pt>
                <c:pt idx="37836">
                  <c:v>24.55</c:v>
                </c:pt>
                <c:pt idx="37837">
                  <c:v>24.55</c:v>
                </c:pt>
                <c:pt idx="37838">
                  <c:v>24.55</c:v>
                </c:pt>
                <c:pt idx="37839">
                  <c:v>24.55</c:v>
                </c:pt>
                <c:pt idx="37840">
                  <c:v>24.55</c:v>
                </c:pt>
                <c:pt idx="37841">
                  <c:v>24.55</c:v>
                </c:pt>
                <c:pt idx="37842">
                  <c:v>24.55</c:v>
                </c:pt>
                <c:pt idx="37843">
                  <c:v>24.55</c:v>
                </c:pt>
                <c:pt idx="37844">
                  <c:v>24.55</c:v>
                </c:pt>
                <c:pt idx="37845">
                  <c:v>24.55</c:v>
                </c:pt>
                <c:pt idx="37846">
                  <c:v>24.55</c:v>
                </c:pt>
                <c:pt idx="37847">
                  <c:v>24.55</c:v>
                </c:pt>
                <c:pt idx="37848">
                  <c:v>24.55</c:v>
                </c:pt>
                <c:pt idx="37849">
                  <c:v>24.55</c:v>
                </c:pt>
                <c:pt idx="37850">
                  <c:v>24.55</c:v>
                </c:pt>
                <c:pt idx="37851">
                  <c:v>24.55</c:v>
                </c:pt>
                <c:pt idx="37852">
                  <c:v>24.55</c:v>
                </c:pt>
                <c:pt idx="37853">
                  <c:v>24.55</c:v>
                </c:pt>
                <c:pt idx="37854">
                  <c:v>24.55</c:v>
                </c:pt>
                <c:pt idx="37855">
                  <c:v>24.55</c:v>
                </c:pt>
                <c:pt idx="37856">
                  <c:v>24.55</c:v>
                </c:pt>
                <c:pt idx="37857">
                  <c:v>24.55</c:v>
                </c:pt>
                <c:pt idx="37858">
                  <c:v>24.55</c:v>
                </c:pt>
                <c:pt idx="37859">
                  <c:v>24.55</c:v>
                </c:pt>
                <c:pt idx="37860">
                  <c:v>24.55</c:v>
                </c:pt>
                <c:pt idx="37861">
                  <c:v>24.55</c:v>
                </c:pt>
                <c:pt idx="37862">
                  <c:v>24.55</c:v>
                </c:pt>
                <c:pt idx="37863">
                  <c:v>24.55</c:v>
                </c:pt>
                <c:pt idx="37864">
                  <c:v>24.55</c:v>
                </c:pt>
                <c:pt idx="37865">
                  <c:v>24.55</c:v>
                </c:pt>
                <c:pt idx="37866">
                  <c:v>24.55</c:v>
                </c:pt>
                <c:pt idx="37867">
                  <c:v>24.55</c:v>
                </c:pt>
                <c:pt idx="37868">
                  <c:v>24.55</c:v>
                </c:pt>
                <c:pt idx="37869">
                  <c:v>24.55</c:v>
                </c:pt>
                <c:pt idx="37870">
                  <c:v>24.55</c:v>
                </c:pt>
                <c:pt idx="37871">
                  <c:v>24.55</c:v>
                </c:pt>
                <c:pt idx="37872">
                  <c:v>24.55</c:v>
                </c:pt>
                <c:pt idx="37873">
                  <c:v>24.55</c:v>
                </c:pt>
                <c:pt idx="37874">
                  <c:v>24.55</c:v>
                </c:pt>
                <c:pt idx="37875">
                  <c:v>24.55</c:v>
                </c:pt>
                <c:pt idx="37876">
                  <c:v>24.55</c:v>
                </c:pt>
                <c:pt idx="37877">
                  <c:v>24.55</c:v>
                </c:pt>
                <c:pt idx="37878">
                  <c:v>24.55</c:v>
                </c:pt>
                <c:pt idx="37879">
                  <c:v>24.55</c:v>
                </c:pt>
                <c:pt idx="37880">
                  <c:v>24.55</c:v>
                </c:pt>
                <c:pt idx="37881">
                  <c:v>24.55</c:v>
                </c:pt>
                <c:pt idx="37882">
                  <c:v>24.55</c:v>
                </c:pt>
                <c:pt idx="37883">
                  <c:v>24.55</c:v>
                </c:pt>
                <c:pt idx="37884">
                  <c:v>24.55</c:v>
                </c:pt>
                <c:pt idx="37885">
                  <c:v>24.55</c:v>
                </c:pt>
                <c:pt idx="37886">
                  <c:v>24.55</c:v>
                </c:pt>
                <c:pt idx="37887">
                  <c:v>24.55</c:v>
                </c:pt>
                <c:pt idx="37888">
                  <c:v>24.55</c:v>
                </c:pt>
                <c:pt idx="37889">
                  <c:v>24.55</c:v>
                </c:pt>
                <c:pt idx="37890">
                  <c:v>24.55</c:v>
                </c:pt>
                <c:pt idx="37891">
                  <c:v>24.55</c:v>
                </c:pt>
                <c:pt idx="37892">
                  <c:v>24.55</c:v>
                </c:pt>
                <c:pt idx="37893">
                  <c:v>24.55</c:v>
                </c:pt>
                <c:pt idx="37894">
                  <c:v>24.55</c:v>
                </c:pt>
                <c:pt idx="37895">
                  <c:v>24.55</c:v>
                </c:pt>
                <c:pt idx="37896">
                  <c:v>24.55</c:v>
                </c:pt>
                <c:pt idx="37897">
                  <c:v>24.55</c:v>
                </c:pt>
                <c:pt idx="37898">
                  <c:v>24.55</c:v>
                </c:pt>
                <c:pt idx="37899">
                  <c:v>24.55</c:v>
                </c:pt>
                <c:pt idx="37900">
                  <c:v>24.55</c:v>
                </c:pt>
                <c:pt idx="37901">
                  <c:v>24.55</c:v>
                </c:pt>
                <c:pt idx="37902">
                  <c:v>24.55</c:v>
                </c:pt>
                <c:pt idx="37903">
                  <c:v>24.55</c:v>
                </c:pt>
                <c:pt idx="37904">
                  <c:v>24.55</c:v>
                </c:pt>
                <c:pt idx="37905">
                  <c:v>24.55</c:v>
                </c:pt>
                <c:pt idx="37906">
                  <c:v>24.55</c:v>
                </c:pt>
                <c:pt idx="37907">
                  <c:v>24.55</c:v>
                </c:pt>
                <c:pt idx="37908">
                  <c:v>24.55</c:v>
                </c:pt>
                <c:pt idx="37909">
                  <c:v>24.55</c:v>
                </c:pt>
                <c:pt idx="37910">
                  <c:v>24.55</c:v>
                </c:pt>
                <c:pt idx="37911">
                  <c:v>24.55</c:v>
                </c:pt>
                <c:pt idx="37912">
                  <c:v>24.55</c:v>
                </c:pt>
                <c:pt idx="37913">
                  <c:v>24.55</c:v>
                </c:pt>
                <c:pt idx="37914">
                  <c:v>24.55</c:v>
                </c:pt>
                <c:pt idx="37915">
                  <c:v>24.55</c:v>
                </c:pt>
                <c:pt idx="37916">
                  <c:v>24.55</c:v>
                </c:pt>
                <c:pt idx="37917">
                  <c:v>24.55</c:v>
                </c:pt>
                <c:pt idx="37918">
                  <c:v>24.55</c:v>
                </c:pt>
                <c:pt idx="37919">
                  <c:v>24.55</c:v>
                </c:pt>
                <c:pt idx="37920">
                  <c:v>24.55</c:v>
                </c:pt>
                <c:pt idx="37921">
                  <c:v>24.55</c:v>
                </c:pt>
                <c:pt idx="37922">
                  <c:v>24.55</c:v>
                </c:pt>
                <c:pt idx="37923">
                  <c:v>24.55</c:v>
                </c:pt>
                <c:pt idx="37924">
                  <c:v>24.55</c:v>
                </c:pt>
                <c:pt idx="37925">
                  <c:v>24.55</c:v>
                </c:pt>
                <c:pt idx="37926">
                  <c:v>24.55</c:v>
                </c:pt>
                <c:pt idx="37927">
                  <c:v>24.55</c:v>
                </c:pt>
                <c:pt idx="37928">
                  <c:v>24.55</c:v>
                </c:pt>
                <c:pt idx="37929">
                  <c:v>24.55</c:v>
                </c:pt>
                <c:pt idx="37930">
                  <c:v>24.55</c:v>
                </c:pt>
                <c:pt idx="37931">
                  <c:v>24.55</c:v>
                </c:pt>
                <c:pt idx="37932">
                  <c:v>24.55</c:v>
                </c:pt>
                <c:pt idx="37933">
                  <c:v>24.55</c:v>
                </c:pt>
                <c:pt idx="37934">
                  <c:v>24.55</c:v>
                </c:pt>
                <c:pt idx="37935">
                  <c:v>24.55</c:v>
                </c:pt>
                <c:pt idx="37936">
                  <c:v>24.55</c:v>
                </c:pt>
                <c:pt idx="37937">
                  <c:v>24.55</c:v>
                </c:pt>
                <c:pt idx="37938">
                  <c:v>24.55</c:v>
                </c:pt>
                <c:pt idx="37939">
                  <c:v>24.55</c:v>
                </c:pt>
                <c:pt idx="37940">
                  <c:v>24.55</c:v>
                </c:pt>
                <c:pt idx="37941">
                  <c:v>24.55</c:v>
                </c:pt>
                <c:pt idx="37942">
                  <c:v>24.55</c:v>
                </c:pt>
                <c:pt idx="37943">
                  <c:v>24.55</c:v>
                </c:pt>
                <c:pt idx="37944">
                  <c:v>24.55</c:v>
                </c:pt>
                <c:pt idx="37945">
                  <c:v>24.55</c:v>
                </c:pt>
                <c:pt idx="37946">
                  <c:v>24.55</c:v>
                </c:pt>
                <c:pt idx="37947">
                  <c:v>24.55</c:v>
                </c:pt>
                <c:pt idx="37948">
                  <c:v>24.55</c:v>
                </c:pt>
                <c:pt idx="37949">
                  <c:v>24.55</c:v>
                </c:pt>
                <c:pt idx="37950">
                  <c:v>24.55</c:v>
                </c:pt>
                <c:pt idx="37951">
                  <c:v>24.55</c:v>
                </c:pt>
                <c:pt idx="37952">
                  <c:v>24.55</c:v>
                </c:pt>
                <c:pt idx="37953">
                  <c:v>24.55</c:v>
                </c:pt>
                <c:pt idx="37954">
                  <c:v>24.55</c:v>
                </c:pt>
                <c:pt idx="37955">
                  <c:v>24.55</c:v>
                </c:pt>
                <c:pt idx="37956">
                  <c:v>24.55</c:v>
                </c:pt>
                <c:pt idx="37957">
                  <c:v>24.55</c:v>
                </c:pt>
                <c:pt idx="37958">
                  <c:v>24.55</c:v>
                </c:pt>
                <c:pt idx="37959">
                  <c:v>24.55</c:v>
                </c:pt>
                <c:pt idx="37960">
                  <c:v>24.55</c:v>
                </c:pt>
                <c:pt idx="37961">
                  <c:v>24.55</c:v>
                </c:pt>
                <c:pt idx="37962">
                  <c:v>24.55</c:v>
                </c:pt>
                <c:pt idx="37963">
                  <c:v>24.55</c:v>
                </c:pt>
                <c:pt idx="37964">
                  <c:v>24.55</c:v>
                </c:pt>
                <c:pt idx="37965">
                  <c:v>24.55</c:v>
                </c:pt>
                <c:pt idx="37966">
                  <c:v>24.55</c:v>
                </c:pt>
                <c:pt idx="37967">
                  <c:v>24.55</c:v>
                </c:pt>
                <c:pt idx="37968">
                  <c:v>24.55</c:v>
                </c:pt>
                <c:pt idx="37969">
                  <c:v>24.55</c:v>
                </c:pt>
                <c:pt idx="37970">
                  <c:v>24.55</c:v>
                </c:pt>
                <c:pt idx="37971">
                  <c:v>24.55</c:v>
                </c:pt>
                <c:pt idx="37972">
                  <c:v>24.55</c:v>
                </c:pt>
                <c:pt idx="37973">
                  <c:v>24.55</c:v>
                </c:pt>
                <c:pt idx="37974">
                  <c:v>24.55</c:v>
                </c:pt>
                <c:pt idx="37975">
                  <c:v>24.55</c:v>
                </c:pt>
                <c:pt idx="37976">
                  <c:v>24.55</c:v>
                </c:pt>
                <c:pt idx="37977">
                  <c:v>24.55</c:v>
                </c:pt>
                <c:pt idx="37978">
                  <c:v>24.55</c:v>
                </c:pt>
                <c:pt idx="37979">
                  <c:v>24.55</c:v>
                </c:pt>
                <c:pt idx="37980">
                  <c:v>24.55</c:v>
                </c:pt>
                <c:pt idx="37981">
                  <c:v>24.55</c:v>
                </c:pt>
                <c:pt idx="37982">
                  <c:v>24.55</c:v>
                </c:pt>
                <c:pt idx="37983">
                  <c:v>24.55</c:v>
                </c:pt>
                <c:pt idx="37984">
                  <c:v>24.55</c:v>
                </c:pt>
                <c:pt idx="37985">
                  <c:v>24.55</c:v>
                </c:pt>
                <c:pt idx="37986">
                  <c:v>24.55</c:v>
                </c:pt>
                <c:pt idx="37987">
                  <c:v>24.55</c:v>
                </c:pt>
                <c:pt idx="37988">
                  <c:v>24.55</c:v>
                </c:pt>
                <c:pt idx="37989">
                  <c:v>24.55</c:v>
                </c:pt>
                <c:pt idx="37990">
                  <c:v>24.55</c:v>
                </c:pt>
                <c:pt idx="37991">
                  <c:v>24.55</c:v>
                </c:pt>
                <c:pt idx="37992">
                  <c:v>24.55</c:v>
                </c:pt>
                <c:pt idx="37993">
                  <c:v>24.55</c:v>
                </c:pt>
                <c:pt idx="37994">
                  <c:v>24.55</c:v>
                </c:pt>
                <c:pt idx="37995">
                  <c:v>24.55</c:v>
                </c:pt>
                <c:pt idx="37996">
                  <c:v>24.55</c:v>
                </c:pt>
                <c:pt idx="37997">
                  <c:v>24.55</c:v>
                </c:pt>
                <c:pt idx="37998">
                  <c:v>24.55</c:v>
                </c:pt>
                <c:pt idx="37999">
                  <c:v>24.55</c:v>
                </c:pt>
                <c:pt idx="38000">
                  <c:v>24.55</c:v>
                </c:pt>
                <c:pt idx="38001">
                  <c:v>24.55</c:v>
                </c:pt>
                <c:pt idx="38002">
                  <c:v>24.55</c:v>
                </c:pt>
                <c:pt idx="38003">
                  <c:v>24.55</c:v>
                </c:pt>
                <c:pt idx="38004">
                  <c:v>24.55</c:v>
                </c:pt>
                <c:pt idx="38005">
                  <c:v>24.55</c:v>
                </c:pt>
                <c:pt idx="38006">
                  <c:v>24.55</c:v>
                </c:pt>
                <c:pt idx="38007">
                  <c:v>24.55</c:v>
                </c:pt>
                <c:pt idx="38008">
                  <c:v>24.55</c:v>
                </c:pt>
                <c:pt idx="38009">
                  <c:v>24.55</c:v>
                </c:pt>
                <c:pt idx="38010">
                  <c:v>24.55</c:v>
                </c:pt>
                <c:pt idx="38011">
                  <c:v>24.55</c:v>
                </c:pt>
                <c:pt idx="38012">
                  <c:v>24.55</c:v>
                </c:pt>
                <c:pt idx="38013">
                  <c:v>24.55</c:v>
                </c:pt>
                <c:pt idx="38014">
                  <c:v>24.55</c:v>
                </c:pt>
                <c:pt idx="38015">
                  <c:v>24.55</c:v>
                </c:pt>
                <c:pt idx="38016">
                  <c:v>24.55</c:v>
                </c:pt>
                <c:pt idx="38017">
                  <c:v>24.55</c:v>
                </c:pt>
                <c:pt idx="38018">
                  <c:v>24.55</c:v>
                </c:pt>
                <c:pt idx="38019">
                  <c:v>24.55</c:v>
                </c:pt>
                <c:pt idx="38020">
                  <c:v>24.55</c:v>
                </c:pt>
                <c:pt idx="38021">
                  <c:v>24.55</c:v>
                </c:pt>
                <c:pt idx="38022">
                  <c:v>24.55</c:v>
                </c:pt>
                <c:pt idx="38023">
                  <c:v>24.55</c:v>
                </c:pt>
                <c:pt idx="38024">
                  <c:v>24.55</c:v>
                </c:pt>
                <c:pt idx="38025">
                  <c:v>24.55</c:v>
                </c:pt>
                <c:pt idx="38026">
                  <c:v>24.55</c:v>
                </c:pt>
                <c:pt idx="38027">
                  <c:v>24.55</c:v>
                </c:pt>
                <c:pt idx="38028">
                  <c:v>24.55</c:v>
                </c:pt>
                <c:pt idx="38029">
                  <c:v>24.55</c:v>
                </c:pt>
                <c:pt idx="38030">
                  <c:v>24.55</c:v>
                </c:pt>
                <c:pt idx="38031">
                  <c:v>24.55</c:v>
                </c:pt>
                <c:pt idx="38032">
                  <c:v>24.55</c:v>
                </c:pt>
                <c:pt idx="38033">
                  <c:v>24.55</c:v>
                </c:pt>
                <c:pt idx="38034">
                  <c:v>24.55</c:v>
                </c:pt>
                <c:pt idx="38035">
                  <c:v>24.55</c:v>
                </c:pt>
                <c:pt idx="38036">
                  <c:v>24.55</c:v>
                </c:pt>
                <c:pt idx="38037">
                  <c:v>24.55</c:v>
                </c:pt>
                <c:pt idx="38038">
                  <c:v>24.55</c:v>
                </c:pt>
                <c:pt idx="38039">
                  <c:v>24.55</c:v>
                </c:pt>
                <c:pt idx="38040">
                  <c:v>24.55</c:v>
                </c:pt>
                <c:pt idx="38041">
                  <c:v>24.55</c:v>
                </c:pt>
                <c:pt idx="38042">
                  <c:v>24.55</c:v>
                </c:pt>
                <c:pt idx="38043">
                  <c:v>24.55</c:v>
                </c:pt>
                <c:pt idx="38044">
                  <c:v>24.55</c:v>
                </c:pt>
                <c:pt idx="38045">
                  <c:v>24.55</c:v>
                </c:pt>
                <c:pt idx="38046">
                  <c:v>24.55</c:v>
                </c:pt>
                <c:pt idx="38047">
                  <c:v>24.55</c:v>
                </c:pt>
                <c:pt idx="38048">
                  <c:v>24.55</c:v>
                </c:pt>
                <c:pt idx="38049">
                  <c:v>24.55</c:v>
                </c:pt>
                <c:pt idx="38050">
                  <c:v>24.55</c:v>
                </c:pt>
                <c:pt idx="38051">
                  <c:v>24.55</c:v>
                </c:pt>
                <c:pt idx="38052">
                  <c:v>24.55</c:v>
                </c:pt>
                <c:pt idx="38053">
                  <c:v>24.55</c:v>
                </c:pt>
                <c:pt idx="38054">
                  <c:v>24.55</c:v>
                </c:pt>
                <c:pt idx="38055">
                  <c:v>24.55</c:v>
                </c:pt>
                <c:pt idx="38056">
                  <c:v>24.55</c:v>
                </c:pt>
                <c:pt idx="38057">
                  <c:v>24.55</c:v>
                </c:pt>
                <c:pt idx="38058">
                  <c:v>24.55</c:v>
                </c:pt>
                <c:pt idx="38059">
                  <c:v>24.55</c:v>
                </c:pt>
                <c:pt idx="38060">
                  <c:v>24.55</c:v>
                </c:pt>
                <c:pt idx="38061">
                  <c:v>24.55</c:v>
                </c:pt>
                <c:pt idx="38062">
                  <c:v>24.55</c:v>
                </c:pt>
                <c:pt idx="38063">
                  <c:v>24.55</c:v>
                </c:pt>
                <c:pt idx="38064">
                  <c:v>24.55</c:v>
                </c:pt>
                <c:pt idx="38065">
                  <c:v>24.55</c:v>
                </c:pt>
                <c:pt idx="38066">
                  <c:v>24.55</c:v>
                </c:pt>
                <c:pt idx="38067">
                  <c:v>24.55</c:v>
                </c:pt>
                <c:pt idx="38068">
                  <c:v>24.55</c:v>
                </c:pt>
                <c:pt idx="38069">
                  <c:v>24.55</c:v>
                </c:pt>
                <c:pt idx="38070">
                  <c:v>24.55</c:v>
                </c:pt>
                <c:pt idx="38071">
                  <c:v>24.55</c:v>
                </c:pt>
                <c:pt idx="38072">
                  <c:v>24.55</c:v>
                </c:pt>
                <c:pt idx="38073">
                  <c:v>24.55</c:v>
                </c:pt>
                <c:pt idx="38074">
                  <c:v>24.55</c:v>
                </c:pt>
                <c:pt idx="38075">
                  <c:v>24.55</c:v>
                </c:pt>
                <c:pt idx="38076">
                  <c:v>24.55</c:v>
                </c:pt>
                <c:pt idx="38077">
                  <c:v>24.55</c:v>
                </c:pt>
                <c:pt idx="38078">
                  <c:v>24.55</c:v>
                </c:pt>
                <c:pt idx="38079">
                  <c:v>24.55</c:v>
                </c:pt>
                <c:pt idx="38080">
                  <c:v>24.55</c:v>
                </c:pt>
                <c:pt idx="38081">
                  <c:v>24.55</c:v>
                </c:pt>
                <c:pt idx="38082">
                  <c:v>24.55</c:v>
                </c:pt>
                <c:pt idx="38083">
                  <c:v>24.55</c:v>
                </c:pt>
                <c:pt idx="38084">
                  <c:v>24.55</c:v>
                </c:pt>
                <c:pt idx="38085">
                  <c:v>24.55</c:v>
                </c:pt>
                <c:pt idx="38086">
                  <c:v>24.55</c:v>
                </c:pt>
                <c:pt idx="38087">
                  <c:v>24.55</c:v>
                </c:pt>
                <c:pt idx="38088">
                  <c:v>24.55</c:v>
                </c:pt>
                <c:pt idx="38089">
                  <c:v>24.55</c:v>
                </c:pt>
                <c:pt idx="38090">
                  <c:v>24.55</c:v>
                </c:pt>
                <c:pt idx="38091">
                  <c:v>24.55</c:v>
                </c:pt>
                <c:pt idx="38092">
                  <c:v>24.55</c:v>
                </c:pt>
                <c:pt idx="38093">
                  <c:v>24.55</c:v>
                </c:pt>
                <c:pt idx="38094">
                  <c:v>24.55</c:v>
                </c:pt>
                <c:pt idx="38095">
                  <c:v>24.55</c:v>
                </c:pt>
                <c:pt idx="38096">
                  <c:v>24.55</c:v>
                </c:pt>
                <c:pt idx="38097">
                  <c:v>24.55</c:v>
                </c:pt>
                <c:pt idx="38098">
                  <c:v>24.55</c:v>
                </c:pt>
                <c:pt idx="38099">
                  <c:v>24.55</c:v>
                </c:pt>
                <c:pt idx="38100">
                  <c:v>24.55</c:v>
                </c:pt>
                <c:pt idx="38101">
                  <c:v>24.55</c:v>
                </c:pt>
                <c:pt idx="38102">
                  <c:v>24.55</c:v>
                </c:pt>
                <c:pt idx="38103">
                  <c:v>24.55</c:v>
                </c:pt>
                <c:pt idx="38104">
                  <c:v>24.55</c:v>
                </c:pt>
                <c:pt idx="38105">
                  <c:v>24.55</c:v>
                </c:pt>
                <c:pt idx="38106">
                  <c:v>24.55</c:v>
                </c:pt>
                <c:pt idx="38107">
                  <c:v>24.55</c:v>
                </c:pt>
                <c:pt idx="38108">
                  <c:v>24.55</c:v>
                </c:pt>
                <c:pt idx="38109">
                  <c:v>24.55</c:v>
                </c:pt>
                <c:pt idx="38110">
                  <c:v>24.55</c:v>
                </c:pt>
                <c:pt idx="38111">
                  <c:v>24.55</c:v>
                </c:pt>
                <c:pt idx="38112">
                  <c:v>24.55</c:v>
                </c:pt>
                <c:pt idx="38113">
                  <c:v>24.55</c:v>
                </c:pt>
                <c:pt idx="38114">
                  <c:v>24.55</c:v>
                </c:pt>
                <c:pt idx="38115">
                  <c:v>24.55</c:v>
                </c:pt>
                <c:pt idx="38116">
                  <c:v>24.55</c:v>
                </c:pt>
                <c:pt idx="38117">
                  <c:v>24.55</c:v>
                </c:pt>
                <c:pt idx="38118">
                  <c:v>24.55</c:v>
                </c:pt>
                <c:pt idx="38119">
                  <c:v>24.55</c:v>
                </c:pt>
                <c:pt idx="38120">
                  <c:v>24.55</c:v>
                </c:pt>
                <c:pt idx="38121">
                  <c:v>24.55</c:v>
                </c:pt>
                <c:pt idx="38122">
                  <c:v>24.55</c:v>
                </c:pt>
                <c:pt idx="38123">
                  <c:v>24.55</c:v>
                </c:pt>
                <c:pt idx="38124">
                  <c:v>24.55</c:v>
                </c:pt>
                <c:pt idx="38125">
                  <c:v>24.55</c:v>
                </c:pt>
                <c:pt idx="38126">
                  <c:v>24.55</c:v>
                </c:pt>
                <c:pt idx="38127">
                  <c:v>24.55</c:v>
                </c:pt>
                <c:pt idx="38128">
                  <c:v>24.55</c:v>
                </c:pt>
                <c:pt idx="38129">
                  <c:v>24.55</c:v>
                </c:pt>
                <c:pt idx="38130">
                  <c:v>24.55</c:v>
                </c:pt>
                <c:pt idx="38131">
                  <c:v>24.55</c:v>
                </c:pt>
                <c:pt idx="38132">
                  <c:v>24.55</c:v>
                </c:pt>
                <c:pt idx="38133">
                  <c:v>24.55</c:v>
                </c:pt>
                <c:pt idx="38134">
                  <c:v>24.55</c:v>
                </c:pt>
                <c:pt idx="38135">
                  <c:v>24.55</c:v>
                </c:pt>
                <c:pt idx="38136">
                  <c:v>24.55</c:v>
                </c:pt>
                <c:pt idx="38137">
                  <c:v>24.55</c:v>
                </c:pt>
                <c:pt idx="38138">
                  <c:v>24.55</c:v>
                </c:pt>
                <c:pt idx="38139">
                  <c:v>24.55</c:v>
                </c:pt>
                <c:pt idx="38140">
                  <c:v>24.55</c:v>
                </c:pt>
                <c:pt idx="38141">
                  <c:v>24.55</c:v>
                </c:pt>
                <c:pt idx="38142">
                  <c:v>24.55</c:v>
                </c:pt>
                <c:pt idx="38143">
                  <c:v>24.55</c:v>
                </c:pt>
                <c:pt idx="38144">
                  <c:v>24.55</c:v>
                </c:pt>
                <c:pt idx="38145">
                  <c:v>24.55</c:v>
                </c:pt>
                <c:pt idx="38146">
                  <c:v>24.55</c:v>
                </c:pt>
                <c:pt idx="38147">
                  <c:v>24.55</c:v>
                </c:pt>
                <c:pt idx="38148">
                  <c:v>24.55</c:v>
                </c:pt>
                <c:pt idx="38149">
                  <c:v>24.55</c:v>
                </c:pt>
                <c:pt idx="38150">
                  <c:v>24.55</c:v>
                </c:pt>
                <c:pt idx="38151">
                  <c:v>24.55</c:v>
                </c:pt>
                <c:pt idx="38152">
                  <c:v>24.55</c:v>
                </c:pt>
                <c:pt idx="38153">
                  <c:v>24.55</c:v>
                </c:pt>
                <c:pt idx="38154">
                  <c:v>24.55</c:v>
                </c:pt>
                <c:pt idx="38155">
                  <c:v>24.55</c:v>
                </c:pt>
                <c:pt idx="38156">
                  <c:v>24.55</c:v>
                </c:pt>
                <c:pt idx="38157">
                  <c:v>24.55</c:v>
                </c:pt>
                <c:pt idx="38158">
                  <c:v>24.55</c:v>
                </c:pt>
                <c:pt idx="38159">
                  <c:v>24.55</c:v>
                </c:pt>
                <c:pt idx="38160">
                  <c:v>24.55</c:v>
                </c:pt>
                <c:pt idx="38161">
                  <c:v>24.55</c:v>
                </c:pt>
                <c:pt idx="38162">
                  <c:v>24.55</c:v>
                </c:pt>
                <c:pt idx="38163">
                  <c:v>24.55</c:v>
                </c:pt>
                <c:pt idx="38164">
                  <c:v>24.55</c:v>
                </c:pt>
                <c:pt idx="38165">
                  <c:v>24.55</c:v>
                </c:pt>
                <c:pt idx="38166">
                  <c:v>24.55</c:v>
                </c:pt>
                <c:pt idx="38167">
                  <c:v>24.55</c:v>
                </c:pt>
                <c:pt idx="38168">
                  <c:v>24.55</c:v>
                </c:pt>
                <c:pt idx="38169">
                  <c:v>24.55</c:v>
                </c:pt>
                <c:pt idx="38170">
                  <c:v>24.55</c:v>
                </c:pt>
                <c:pt idx="38171">
                  <c:v>24.55</c:v>
                </c:pt>
                <c:pt idx="38172">
                  <c:v>24.55</c:v>
                </c:pt>
                <c:pt idx="38173">
                  <c:v>24.55</c:v>
                </c:pt>
                <c:pt idx="38174">
                  <c:v>24.55</c:v>
                </c:pt>
                <c:pt idx="38175">
                  <c:v>24.55</c:v>
                </c:pt>
                <c:pt idx="38176">
                  <c:v>24.55</c:v>
                </c:pt>
                <c:pt idx="38177">
                  <c:v>24.55</c:v>
                </c:pt>
                <c:pt idx="38178">
                  <c:v>24.55</c:v>
                </c:pt>
                <c:pt idx="38179">
                  <c:v>24.55</c:v>
                </c:pt>
                <c:pt idx="38180">
                  <c:v>24.55</c:v>
                </c:pt>
                <c:pt idx="38181">
                  <c:v>24.55</c:v>
                </c:pt>
                <c:pt idx="38182">
                  <c:v>24.55</c:v>
                </c:pt>
                <c:pt idx="38183">
                  <c:v>24.55</c:v>
                </c:pt>
                <c:pt idx="38184">
                  <c:v>24.55</c:v>
                </c:pt>
                <c:pt idx="38185">
                  <c:v>24.55</c:v>
                </c:pt>
                <c:pt idx="38186">
                  <c:v>24.55</c:v>
                </c:pt>
                <c:pt idx="38187">
                  <c:v>24.55</c:v>
                </c:pt>
                <c:pt idx="38188">
                  <c:v>24.55</c:v>
                </c:pt>
                <c:pt idx="38189">
                  <c:v>24.55</c:v>
                </c:pt>
                <c:pt idx="38190">
                  <c:v>24.55</c:v>
                </c:pt>
                <c:pt idx="38191">
                  <c:v>24.55</c:v>
                </c:pt>
                <c:pt idx="38192">
                  <c:v>24.55</c:v>
                </c:pt>
                <c:pt idx="38193">
                  <c:v>24.55</c:v>
                </c:pt>
                <c:pt idx="38194">
                  <c:v>24.55</c:v>
                </c:pt>
                <c:pt idx="38195">
                  <c:v>24.55</c:v>
                </c:pt>
                <c:pt idx="38196">
                  <c:v>24.55</c:v>
                </c:pt>
                <c:pt idx="38197">
                  <c:v>24.55</c:v>
                </c:pt>
                <c:pt idx="38198">
                  <c:v>24.55</c:v>
                </c:pt>
                <c:pt idx="38199">
                  <c:v>24.55</c:v>
                </c:pt>
                <c:pt idx="38200">
                  <c:v>24.55</c:v>
                </c:pt>
                <c:pt idx="38201">
                  <c:v>24.55</c:v>
                </c:pt>
                <c:pt idx="38202">
                  <c:v>24.55</c:v>
                </c:pt>
                <c:pt idx="38203">
                  <c:v>24.55</c:v>
                </c:pt>
                <c:pt idx="38204">
                  <c:v>24.55</c:v>
                </c:pt>
                <c:pt idx="38205">
                  <c:v>24.55</c:v>
                </c:pt>
                <c:pt idx="38206">
                  <c:v>24.55</c:v>
                </c:pt>
                <c:pt idx="38207">
                  <c:v>24.55</c:v>
                </c:pt>
                <c:pt idx="38208">
                  <c:v>24.55</c:v>
                </c:pt>
                <c:pt idx="38209">
                  <c:v>24.55</c:v>
                </c:pt>
                <c:pt idx="38210">
                  <c:v>24.55</c:v>
                </c:pt>
                <c:pt idx="38211">
                  <c:v>24.55</c:v>
                </c:pt>
                <c:pt idx="38212">
                  <c:v>24.55</c:v>
                </c:pt>
                <c:pt idx="38213">
                  <c:v>24.55</c:v>
                </c:pt>
                <c:pt idx="38214">
                  <c:v>24.55</c:v>
                </c:pt>
                <c:pt idx="38215">
                  <c:v>24.55</c:v>
                </c:pt>
                <c:pt idx="38216">
                  <c:v>24.55</c:v>
                </c:pt>
                <c:pt idx="38217">
                  <c:v>24.55</c:v>
                </c:pt>
                <c:pt idx="38218">
                  <c:v>24.55</c:v>
                </c:pt>
                <c:pt idx="38219">
                  <c:v>24.55</c:v>
                </c:pt>
                <c:pt idx="38220">
                  <c:v>24.55</c:v>
                </c:pt>
                <c:pt idx="38221">
                  <c:v>24.55</c:v>
                </c:pt>
                <c:pt idx="38222">
                  <c:v>24.55</c:v>
                </c:pt>
                <c:pt idx="38223">
                  <c:v>24.55</c:v>
                </c:pt>
                <c:pt idx="38224">
                  <c:v>24.55</c:v>
                </c:pt>
                <c:pt idx="38225">
                  <c:v>24.55</c:v>
                </c:pt>
                <c:pt idx="38226">
                  <c:v>24.55</c:v>
                </c:pt>
                <c:pt idx="38227">
                  <c:v>24.55</c:v>
                </c:pt>
                <c:pt idx="38228">
                  <c:v>24.55</c:v>
                </c:pt>
                <c:pt idx="38229">
                  <c:v>24.55</c:v>
                </c:pt>
                <c:pt idx="38230">
                  <c:v>24.55</c:v>
                </c:pt>
                <c:pt idx="38231">
                  <c:v>24.55</c:v>
                </c:pt>
                <c:pt idx="38232">
                  <c:v>24.55</c:v>
                </c:pt>
                <c:pt idx="38233">
                  <c:v>24.55</c:v>
                </c:pt>
                <c:pt idx="38234">
                  <c:v>24.55</c:v>
                </c:pt>
                <c:pt idx="38235">
                  <c:v>24.55</c:v>
                </c:pt>
                <c:pt idx="38236">
                  <c:v>24.55</c:v>
                </c:pt>
                <c:pt idx="38237">
                  <c:v>24.55</c:v>
                </c:pt>
                <c:pt idx="38238">
                  <c:v>24.55</c:v>
                </c:pt>
                <c:pt idx="38239">
                  <c:v>24.55</c:v>
                </c:pt>
                <c:pt idx="38240">
                  <c:v>24.55</c:v>
                </c:pt>
                <c:pt idx="38241">
                  <c:v>24.55</c:v>
                </c:pt>
                <c:pt idx="38242">
                  <c:v>24.55</c:v>
                </c:pt>
                <c:pt idx="38243">
                  <c:v>24.55</c:v>
                </c:pt>
                <c:pt idx="38244">
                  <c:v>24.55</c:v>
                </c:pt>
                <c:pt idx="38245">
                  <c:v>24.55</c:v>
                </c:pt>
                <c:pt idx="38246">
                  <c:v>24.55</c:v>
                </c:pt>
                <c:pt idx="38247">
                  <c:v>24.55</c:v>
                </c:pt>
                <c:pt idx="38248">
                  <c:v>24.55</c:v>
                </c:pt>
                <c:pt idx="38249">
                  <c:v>24.55</c:v>
                </c:pt>
                <c:pt idx="38250">
                  <c:v>24.55</c:v>
                </c:pt>
                <c:pt idx="38251">
                  <c:v>24.55</c:v>
                </c:pt>
                <c:pt idx="38252">
                  <c:v>24.55</c:v>
                </c:pt>
                <c:pt idx="38253">
                  <c:v>24.55</c:v>
                </c:pt>
                <c:pt idx="38254">
                  <c:v>24.55</c:v>
                </c:pt>
                <c:pt idx="38255">
                  <c:v>24.55</c:v>
                </c:pt>
                <c:pt idx="38256">
                  <c:v>24.55</c:v>
                </c:pt>
                <c:pt idx="38257">
                  <c:v>24.55</c:v>
                </c:pt>
                <c:pt idx="38258">
                  <c:v>24.55</c:v>
                </c:pt>
                <c:pt idx="38259">
                  <c:v>24.55</c:v>
                </c:pt>
                <c:pt idx="38260">
                  <c:v>24.55</c:v>
                </c:pt>
                <c:pt idx="38261">
                  <c:v>24.55</c:v>
                </c:pt>
                <c:pt idx="38262">
                  <c:v>24.55</c:v>
                </c:pt>
                <c:pt idx="38263">
                  <c:v>24.55</c:v>
                </c:pt>
                <c:pt idx="38264">
                  <c:v>24.55</c:v>
                </c:pt>
                <c:pt idx="38265">
                  <c:v>24.55</c:v>
                </c:pt>
                <c:pt idx="38266">
                  <c:v>24.55</c:v>
                </c:pt>
                <c:pt idx="38267">
                  <c:v>24.55</c:v>
                </c:pt>
                <c:pt idx="38268">
                  <c:v>24.55</c:v>
                </c:pt>
                <c:pt idx="38269">
                  <c:v>24.55</c:v>
                </c:pt>
                <c:pt idx="38270">
                  <c:v>24.55</c:v>
                </c:pt>
                <c:pt idx="38271">
                  <c:v>24.55</c:v>
                </c:pt>
                <c:pt idx="38272">
                  <c:v>24.55</c:v>
                </c:pt>
                <c:pt idx="38273">
                  <c:v>24.55</c:v>
                </c:pt>
                <c:pt idx="38274">
                  <c:v>24.55</c:v>
                </c:pt>
                <c:pt idx="38275">
                  <c:v>24.55</c:v>
                </c:pt>
                <c:pt idx="38276">
                  <c:v>24.55</c:v>
                </c:pt>
                <c:pt idx="38277">
                  <c:v>24.55</c:v>
                </c:pt>
                <c:pt idx="38278">
                  <c:v>24.55</c:v>
                </c:pt>
                <c:pt idx="38279">
                  <c:v>24.55</c:v>
                </c:pt>
                <c:pt idx="38280">
                  <c:v>24.55</c:v>
                </c:pt>
                <c:pt idx="38281">
                  <c:v>24.55</c:v>
                </c:pt>
                <c:pt idx="38282">
                  <c:v>24.55</c:v>
                </c:pt>
                <c:pt idx="38283">
                  <c:v>24.55</c:v>
                </c:pt>
                <c:pt idx="38284">
                  <c:v>24.55</c:v>
                </c:pt>
                <c:pt idx="38285">
                  <c:v>24.55</c:v>
                </c:pt>
                <c:pt idx="38286">
                  <c:v>24.55</c:v>
                </c:pt>
                <c:pt idx="38287">
                  <c:v>24.55</c:v>
                </c:pt>
                <c:pt idx="38288">
                  <c:v>24.55</c:v>
                </c:pt>
                <c:pt idx="38289">
                  <c:v>24.55</c:v>
                </c:pt>
                <c:pt idx="38290">
                  <c:v>24.55</c:v>
                </c:pt>
                <c:pt idx="38291">
                  <c:v>24.55</c:v>
                </c:pt>
                <c:pt idx="38292">
                  <c:v>24.55</c:v>
                </c:pt>
                <c:pt idx="38293">
                  <c:v>24.55</c:v>
                </c:pt>
                <c:pt idx="38294">
                  <c:v>24.55</c:v>
                </c:pt>
                <c:pt idx="38295">
                  <c:v>24.55</c:v>
                </c:pt>
                <c:pt idx="38296">
                  <c:v>24.55</c:v>
                </c:pt>
                <c:pt idx="38297">
                  <c:v>24.55</c:v>
                </c:pt>
                <c:pt idx="38298">
                  <c:v>24.55</c:v>
                </c:pt>
                <c:pt idx="38299">
                  <c:v>24.55</c:v>
                </c:pt>
                <c:pt idx="38300">
                  <c:v>24.55</c:v>
                </c:pt>
                <c:pt idx="38301">
                  <c:v>24.55</c:v>
                </c:pt>
                <c:pt idx="38302">
                  <c:v>24.55</c:v>
                </c:pt>
                <c:pt idx="38303">
                  <c:v>24.55</c:v>
                </c:pt>
                <c:pt idx="38304">
                  <c:v>24.55</c:v>
                </c:pt>
                <c:pt idx="38305">
                  <c:v>24.55</c:v>
                </c:pt>
                <c:pt idx="38306">
                  <c:v>24.55</c:v>
                </c:pt>
                <c:pt idx="38307">
                  <c:v>24.55</c:v>
                </c:pt>
                <c:pt idx="38308">
                  <c:v>24.55</c:v>
                </c:pt>
                <c:pt idx="38309">
                  <c:v>24.55</c:v>
                </c:pt>
                <c:pt idx="38310">
                  <c:v>24.55</c:v>
                </c:pt>
                <c:pt idx="38311">
                  <c:v>24.55</c:v>
                </c:pt>
                <c:pt idx="38312">
                  <c:v>24.55</c:v>
                </c:pt>
                <c:pt idx="38313">
                  <c:v>24.55</c:v>
                </c:pt>
                <c:pt idx="38314">
                  <c:v>24.55</c:v>
                </c:pt>
                <c:pt idx="38315">
                  <c:v>24.55</c:v>
                </c:pt>
                <c:pt idx="38316">
                  <c:v>24.55</c:v>
                </c:pt>
                <c:pt idx="38317">
                  <c:v>24.55</c:v>
                </c:pt>
                <c:pt idx="38318">
                  <c:v>24.55</c:v>
                </c:pt>
                <c:pt idx="38319">
                  <c:v>24.55</c:v>
                </c:pt>
                <c:pt idx="38320">
                  <c:v>24.55</c:v>
                </c:pt>
                <c:pt idx="38321">
                  <c:v>24.55</c:v>
                </c:pt>
                <c:pt idx="38322">
                  <c:v>24.55</c:v>
                </c:pt>
                <c:pt idx="38323">
                  <c:v>24.55</c:v>
                </c:pt>
                <c:pt idx="38324">
                  <c:v>24.55</c:v>
                </c:pt>
                <c:pt idx="38325">
                  <c:v>24.55</c:v>
                </c:pt>
                <c:pt idx="38326">
                  <c:v>24.55</c:v>
                </c:pt>
                <c:pt idx="38327">
                  <c:v>24.55</c:v>
                </c:pt>
                <c:pt idx="38328">
                  <c:v>24.55</c:v>
                </c:pt>
                <c:pt idx="38329">
                  <c:v>24.55</c:v>
                </c:pt>
                <c:pt idx="38330">
                  <c:v>24.55</c:v>
                </c:pt>
                <c:pt idx="38331">
                  <c:v>24.55</c:v>
                </c:pt>
                <c:pt idx="38332">
                  <c:v>24.55</c:v>
                </c:pt>
                <c:pt idx="38333">
                  <c:v>24.55</c:v>
                </c:pt>
                <c:pt idx="38334">
                  <c:v>24.55</c:v>
                </c:pt>
                <c:pt idx="38335">
                  <c:v>24.55</c:v>
                </c:pt>
                <c:pt idx="38336">
                  <c:v>24.55</c:v>
                </c:pt>
                <c:pt idx="38337">
                  <c:v>24.55</c:v>
                </c:pt>
                <c:pt idx="38338">
                  <c:v>24.55</c:v>
                </c:pt>
                <c:pt idx="38339">
                  <c:v>24.55</c:v>
                </c:pt>
                <c:pt idx="38340">
                  <c:v>24.55</c:v>
                </c:pt>
                <c:pt idx="38341">
                  <c:v>24.55</c:v>
                </c:pt>
                <c:pt idx="38342">
                  <c:v>24.55</c:v>
                </c:pt>
                <c:pt idx="38343">
                  <c:v>24.55</c:v>
                </c:pt>
                <c:pt idx="38344">
                  <c:v>24.55</c:v>
                </c:pt>
                <c:pt idx="38345">
                  <c:v>24.55</c:v>
                </c:pt>
                <c:pt idx="38346">
                  <c:v>24.55</c:v>
                </c:pt>
                <c:pt idx="38347">
                  <c:v>24.55</c:v>
                </c:pt>
                <c:pt idx="38348">
                  <c:v>24.55</c:v>
                </c:pt>
                <c:pt idx="38349">
                  <c:v>24.55</c:v>
                </c:pt>
                <c:pt idx="38350">
                  <c:v>24.55</c:v>
                </c:pt>
                <c:pt idx="38351">
                  <c:v>24.55</c:v>
                </c:pt>
                <c:pt idx="38352">
                  <c:v>24.55</c:v>
                </c:pt>
                <c:pt idx="38353">
                  <c:v>24.55</c:v>
                </c:pt>
                <c:pt idx="38354">
                  <c:v>24.55</c:v>
                </c:pt>
                <c:pt idx="38355">
                  <c:v>24.55</c:v>
                </c:pt>
                <c:pt idx="38356">
                  <c:v>24.55</c:v>
                </c:pt>
                <c:pt idx="38357">
                  <c:v>24.55</c:v>
                </c:pt>
                <c:pt idx="38358">
                  <c:v>24.55</c:v>
                </c:pt>
                <c:pt idx="38359">
                  <c:v>24.55</c:v>
                </c:pt>
                <c:pt idx="38360">
                  <c:v>24.55</c:v>
                </c:pt>
                <c:pt idx="38361">
                  <c:v>24.55</c:v>
                </c:pt>
                <c:pt idx="38362">
                  <c:v>24.55</c:v>
                </c:pt>
                <c:pt idx="38363">
                  <c:v>24.55</c:v>
                </c:pt>
                <c:pt idx="38364">
                  <c:v>24.55</c:v>
                </c:pt>
                <c:pt idx="38365">
                  <c:v>24.55</c:v>
                </c:pt>
                <c:pt idx="38366">
                  <c:v>24.55</c:v>
                </c:pt>
                <c:pt idx="38367">
                  <c:v>24.55</c:v>
                </c:pt>
                <c:pt idx="38368">
                  <c:v>24.55</c:v>
                </c:pt>
                <c:pt idx="38369">
                  <c:v>24.55</c:v>
                </c:pt>
                <c:pt idx="38370">
                  <c:v>24.55</c:v>
                </c:pt>
                <c:pt idx="38371">
                  <c:v>24.55</c:v>
                </c:pt>
                <c:pt idx="38372">
                  <c:v>24.55</c:v>
                </c:pt>
                <c:pt idx="38373">
                  <c:v>24.55</c:v>
                </c:pt>
                <c:pt idx="38374">
                  <c:v>24.55</c:v>
                </c:pt>
                <c:pt idx="38375">
                  <c:v>24.55</c:v>
                </c:pt>
                <c:pt idx="38376">
                  <c:v>24.55</c:v>
                </c:pt>
                <c:pt idx="38377">
                  <c:v>24.55</c:v>
                </c:pt>
                <c:pt idx="38378">
                  <c:v>24.55</c:v>
                </c:pt>
                <c:pt idx="38379">
                  <c:v>24.55</c:v>
                </c:pt>
                <c:pt idx="38380">
                  <c:v>24.55</c:v>
                </c:pt>
                <c:pt idx="38381">
                  <c:v>24.55</c:v>
                </c:pt>
                <c:pt idx="38382">
                  <c:v>24.55</c:v>
                </c:pt>
                <c:pt idx="38383">
                  <c:v>24.55</c:v>
                </c:pt>
                <c:pt idx="38384">
                  <c:v>24.55</c:v>
                </c:pt>
                <c:pt idx="38385">
                  <c:v>24.55</c:v>
                </c:pt>
                <c:pt idx="38386">
                  <c:v>24.55</c:v>
                </c:pt>
                <c:pt idx="38387">
                  <c:v>24.55</c:v>
                </c:pt>
                <c:pt idx="38388">
                  <c:v>24.55</c:v>
                </c:pt>
                <c:pt idx="38389">
                  <c:v>24.55</c:v>
                </c:pt>
                <c:pt idx="38390">
                  <c:v>24.55</c:v>
                </c:pt>
                <c:pt idx="38391">
                  <c:v>24.55</c:v>
                </c:pt>
                <c:pt idx="38392">
                  <c:v>24.55</c:v>
                </c:pt>
                <c:pt idx="38393">
                  <c:v>24.55</c:v>
                </c:pt>
                <c:pt idx="38394">
                  <c:v>24.55</c:v>
                </c:pt>
                <c:pt idx="38395">
                  <c:v>24.55</c:v>
                </c:pt>
                <c:pt idx="38396">
                  <c:v>24.55</c:v>
                </c:pt>
                <c:pt idx="38397">
                  <c:v>24.55</c:v>
                </c:pt>
                <c:pt idx="38398">
                  <c:v>24.55</c:v>
                </c:pt>
                <c:pt idx="38399">
                  <c:v>24.55</c:v>
                </c:pt>
                <c:pt idx="38400">
                  <c:v>24.55</c:v>
                </c:pt>
                <c:pt idx="38401">
                  <c:v>24.55</c:v>
                </c:pt>
                <c:pt idx="38402">
                  <c:v>24.55</c:v>
                </c:pt>
                <c:pt idx="38403">
                  <c:v>24.55</c:v>
                </c:pt>
                <c:pt idx="38404">
                  <c:v>24.55</c:v>
                </c:pt>
                <c:pt idx="38405">
                  <c:v>24.55</c:v>
                </c:pt>
                <c:pt idx="38406">
                  <c:v>24.55</c:v>
                </c:pt>
                <c:pt idx="38407">
                  <c:v>24.55</c:v>
                </c:pt>
                <c:pt idx="38408">
                  <c:v>24.55</c:v>
                </c:pt>
                <c:pt idx="38409">
                  <c:v>24.55</c:v>
                </c:pt>
                <c:pt idx="38410">
                  <c:v>24.55</c:v>
                </c:pt>
                <c:pt idx="38411">
                  <c:v>24.55</c:v>
                </c:pt>
                <c:pt idx="38412">
                  <c:v>24.55</c:v>
                </c:pt>
                <c:pt idx="38413">
                  <c:v>24.55</c:v>
                </c:pt>
                <c:pt idx="38414">
                  <c:v>24.55</c:v>
                </c:pt>
                <c:pt idx="38415">
                  <c:v>24.55</c:v>
                </c:pt>
                <c:pt idx="38416">
                  <c:v>24.55</c:v>
                </c:pt>
                <c:pt idx="38417">
                  <c:v>24.55</c:v>
                </c:pt>
                <c:pt idx="38418">
                  <c:v>24.55</c:v>
                </c:pt>
                <c:pt idx="38419">
                  <c:v>24.55</c:v>
                </c:pt>
                <c:pt idx="38420">
                  <c:v>24.55</c:v>
                </c:pt>
                <c:pt idx="38421">
                  <c:v>24.55</c:v>
                </c:pt>
                <c:pt idx="38422">
                  <c:v>24.55</c:v>
                </c:pt>
                <c:pt idx="38423">
                  <c:v>24.55</c:v>
                </c:pt>
                <c:pt idx="38424">
                  <c:v>24.55</c:v>
                </c:pt>
                <c:pt idx="38425">
                  <c:v>24.55</c:v>
                </c:pt>
                <c:pt idx="38426">
                  <c:v>24.55</c:v>
                </c:pt>
                <c:pt idx="38427">
                  <c:v>24.55</c:v>
                </c:pt>
                <c:pt idx="38428">
                  <c:v>24.55</c:v>
                </c:pt>
                <c:pt idx="38429">
                  <c:v>24.55</c:v>
                </c:pt>
                <c:pt idx="38430">
                  <c:v>24.55</c:v>
                </c:pt>
                <c:pt idx="38431">
                  <c:v>24.55</c:v>
                </c:pt>
                <c:pt idx="38432">
                  <c:v>24.55</c:v>
                </c:pt>
                <c:pt idx="38433">
                  <c:v>24.55</c:v>
                </c:pt>
                <c:pt idx="38434">
                  <c:v>24.55</c:v>
                </c:pt>
                <c:pt idx="38435">
                  <c:v>24.55</c:v>
                </c:pt>
                <c:pt idx="38436">
                  <c:v>24.55</c:v>
                </c:pt>
                <c:pt idx="38437">
                  <c:v>24.55</c:v>
                </c:pt>
                <c:pt idx="38438">
                  <c:v>24.55</c:v>
                </c:pt>
                <c:pt idx="38439">
                  <c:v>24.55</c:v>
                </c:pt>
                <c:pt idx="38440">
                  <c:v>24.55</c:v>
                </c:pt>
                <c:pt idx="38441">
                  <c:v>24.55</c:v>
                </c:pt>
                <c:pt idx="38442">
                  <c:v>24.55</c:v>
                </c:pt>
                <c:pt idx="38443">
                  <c:v>24.55</c:v>
                </c:pt>
                <c:pt idx="38444">
                  <c:v>24.55</c:v>
                </c:pt>
                <c:pt idx="38445">
                  <c:v>24.55</c:v>
                </c:pt>
                <c:pt idx="38446">
                  <c:v>24.55</c:v>
                </c:pt>
                <c:pt idx="38447">
                  <c:v>24.55</c:v>
                </c:pt>
                <c:pt idx="38448">
                  <c:v>24.55</c:v>
                </c:pt>
                <c:pt idx="38449">
                  <c:v>24.55</c:v>
                </c:pt>
                <c:pt idx="38450">
                  <c:v>24.55</c:v>
                </c:pt>
                <c:pt idx="38451">
                  <c:v>24.55</c:v>
                </c:pt>
                <c:pt idx="38452">
                  <c:v>24.55</c:v>
                </c:pt>
                <c:pt idx="38453">
                  <c:v>24.55</c:v>
                </c:pt>
                <c:pt idx="38454">
                  <c:v>24.55</c:v>
                </c:pt>
                <c:pt idx="38455">
                  <c:v>24.55</c:v>
                </c:pt>
                <c:pt idx="38456">
                  <c:v>24.55</c:v>
                </c:pt>
                <c:pt idx="38457">
                  <c:v>24.55</c:v>
                </c:pt>
                <c:pt idx="38458">
                  <c:v>24.55</c:v>
                </c:pt>
                <c:pt idx="38459">
                  <c:v>24.55</c:v>
                </c:pt>
                <c:pt idx="38460">
                  <c:v>24.55</c:v>
                </c:pt>
                <c:pt idx="38461">
                  <c:v>24.55</c:v>
                </c:pt>
                <c:pt idx="38462">
                  <c:v>24.55</c:v>
                </c:pt>
                <c:pt idx="38463">
                  <c:v>24.55</c:v>
                </c:pt>
                <c:pt idx="38464">
                  <c:v>24.55</c:v>
                </c:pt>
                <c:pt idx="38465">
                  <c:v>24.55</c:v>
                </c:pt>
                <c:pt idx="38466">
                  <c:v>24.55</c:v>
                </c:pt>
                <c:pt idx="38467">
                  <c:v>24.55</c:v>
                </c:pt>
                <c:pt idx="38468">
                  <c:v>24.55</c:v>
                </c:pt>
                <c:pt idx="38469">
                  <c:v>24.55</c:v>
                </c:pt>
                <c:pt idx="38470">
                  <c:v>24.55</c:v>
                </c:pt>
                <c:pt idx="38471">
                  <c:v>24.55</c:v>
                </c:pt>
                <c:pt idx="38472">
                  <c:v>24.55</c:v>
                </c:pt>
                <c:pt idx="38473">
                  <c:v>24.55</c:v>
                </c:pt>
                <c:pt idx="38474">
                  <c:v>24.55</c:v>
                </c:pt>
                <c:pt idx="38475">
                  <c:v>24.55</c:v>
                </c:pt>
                <c:pt idx="38476">
                  <c:v>24.55</c:v>
                </c:pt>
                <c:pt idx="38477">
                  <c:v>24.55</c:v>
                </c:pt>
                <c:pt idx="38478">
                  <c:v>24.55</c:v>
                </c:pt>
                <c:pt idx="38479">
                  <c:v>24.55</c:v>
                </c:pt>
                <c:pt idx="38480">
                  <c:v>24.55</c:v>
                </c:pt>
                <c:pt idx="38481">
                  <c:v>24.55</c:v>
                </c:pt>
                <c:pt idx="38482">
                  <c:v>24.55</c:v>
                </c:pt>
                <c:pt idx="38483">
                  <c:v>24.55</c:v>
                </c:pt>
                <c:pt idx="38484">
                  <c:v>24.55</c:v>
                </c:pt>
                <c:pt idx="38485">
                  <c:v>24.55</c:v>
                </c:pt>
                <c:pt idx="38486">
                  <c:v>24.55</c:v>
                </c:pt>
                <c:pt idx="38487">
                  <c:v>24.55</c:v>
                </c:pt>
                <c:pt idx="38488">
                  <c:v>24.55</c:v>
                </c:pt>
                <c:pt idx="38489">
                  <c:v>24.55</c:v>
                </c:pt>
                <c:pt idx="38490">
                  <c:v>24.55</c:v>
                </c:pt>
                <c:pt idx="38491">
                  <c:v>24.55</c:v>
                </c:pt>
                <c:pt idx="38492">
                  <c:v>24.55</c:v>
                </c:pt>
                <c:pt idx="38493">
                  <c:v>24.55</c:v>
                </c:pt>
                <c:pt idx="38494">
                  <c:v>24.55</c:v>
                </c:pt>
                <c:pt idx="38495">
                  <c:v>24.55</c:v>
                </c:pt>
                <c:pt idx="38496">
                  <c:v>24.55</c:v>
                </c:pt>
                <c:pt idx="38497">
                  <c:v>24.55</c:v>
                </c:pt>
                <c:pt idx="38498">
                  <c:v>24.55</c:v>
                </c:pt>
                <c:pt idx="38499">
                  <c:v>24.55</c:v>
                </c:pt>
                <c:pt idx="38500">
                  <c:v>24.55</c:v>
                </c:pt>
                <c:pt idx="38501">
                  <c:v>24.55</c:v>
                </c:pt>
                <c:pt idx="38502">
                  <c:v>24.55</c:v>
                </c:pt>
                <c:pt idx="38503">
                  <c:v>24.55</c:v>
                </c:pt>
                <c:pt idx="38504">
                  <c:v>24.55</c:v>
                </c:pt>
                <c:pt idx="38505">
                  <c:v>24.55</c:v>
                </c:pt>
                <c:pt idx="38506">
                  <c:v>24.55</c:v>
                </c:pt>
                <c:pt idx="38507">
                  <c:v>24.55</c:v>
                </c:pt>
                <c:pt idx="38508">
                  <c:v>24.55</c:v>
                </c:pt>
                <c:pt idx="38509">
                  <c:v>24.55</c:v>
                </c:pt>
                <c:pt idx="38510">
                  <c:v>24.55</c:v>
                </c:pt>
                <c:pt idx="38511">
                  <c:v>24.55</c:v>
                </c:pt>
                <c:pt idx="38512">
                  <c:v>24.55</c:v>
                </c:pt>
                <c:pt idx="38513">
                  <c:v>24.55</c:v>
                </c:pt>
                <c:pt idx="38514">
                  <c:v>24.55</c:v>
                </c:pt>
                <c:pt idx="38515">
                  <c:v>24.55</c:v>
                </c:pt>
                <c:pt idx="38516">
                  <c:v>24.55</c:v>
                </c:pt>
                <c:pt idx="38517">
                  <c:v>24.55</c:v>
                </c:pt>
                <c:pt idx="38518">
                  <c:v>24.55</c:v>
                </c:pt>
                <c:pt idx="38519">
                  <c:v>24.55</c:v>
                </c:pt>
                <c:pt idx="38520">
                  <c:v>24.55</c:v>
                </c:pt>
                <c:pt idx="38521">
                  <c:v>24.55</c:v>
                </c:pt>
                <c:pt idx="38522">
                  <c:v>24.55</c:v>
                </c:pt>
                <c:pt idx="38523">
                  <c:v>24.55</c:v>
                </c:pt>
                <c:pt idx="38524">
                  <c:v>24.55</c:v>
                </c:pt>
                <c:pt idx="38525">
                  <c:v>24.55</c:v>
                </c:pt>
                <c:pt idx="38526">
                  <c:v>24.55</c:v>
                </c:pt>
                <c:pt idx="38527">
                  <c:v>24.55</c:v>
                </c:pt>
                <c:pt idx="38528">
                  <c:v>24.55</c:v>
                </c:pt>
                <c:pt idx="38529">
                  <c:v>24.55</c:v>
                </c:pt>
                <c:pt idx="38530">
                  <c:v>24.55</c:v>
                </c:pt>
                <c:pt idx="38531">
                  <c:v>24.55</c:v>
                </c:pt>
                <c:pt idx="38532">
                  <c:v>24.55</c:v>
                </c:pt>
                <c:pt idx="38533">
                  <c:v>24.55</c:v>
                </c:pt>
                <c:pt idx="38534">
                  <c:v>24.55</c:v>
                </c:pt>
                <c:pt idx="38535">
                  <c:v>24.55</c:v>
                </c:pt>
                <c:pt idx="38536">
                  <c:v>24.55</c:v>
                </c:pt>
                <c:pt idx="38537">
                  <c:v>24.55</c:v>
                </c:pt>
                <c:pt idx="38538">
                  <c:v>24.55</c:v>
                </c:pt>
                <c:pt idx="38539">
                  <c:v>24.55</c:v>
                </c:pt>
                <c:pt idx="38540">
                  <c:v>24.55</c:v>
                </c:pt>
                <c:pt idx="38541">
                  <c:v>24.55</c:v>
                </c:pt>
                <c:pt idx="38542">
                  <c:v>24.55</c:v>
                </c:pt>
                <c:pt idx="38543">
                  <c:v>24.55</c:v>
                </c:pt>
                <c:pt idx="38544">
                  <c:v>24.55</c:v>
                </c:pt>
                <c:pt idx="38545">
                  <c:v>24.55</c:v>
                </c:pt>
                <c:pt idx="38546">
                  <c:v>24.55</c:v>
                </c:pt>
                <c:pt idx="38547">
                  <c:v>24.55</c:v>
                </c:pt>
                <c:pt idx="38548">
                  <c:v>24.55</c:v>
                </c:pt>
                <c:pt idx="38549">
                  <c:v>24.55</c:v>
                </c:pt>
                <c:pt idx="38550">
                  <c:v>24.55</c:v>
                </c:pt>
                <c:pt idx="38551">
                  <c:v>24.55</c:v>
                </c:pt>
                <c:pt idx="38552">
                  <c:v>24.55</c:v>
                </c:pt>
                <c:pt idx="38553">
                  <c:v>24.55</c:v>
                </c:pt>
                <c:pt idx="38554">
                  <c:v>24.55</c:v>
                </c:pt>
                <c:pt idx="38555">
                  <c:v>24.55</c:v>
                </c:pt>
                <c:pt idx="38556">
                  <c:v>24.55</c:v>
                </c:pt>
                <c:pt idx="38557">
                  <c:v>24.55</c:v>
                </c:pt>
                <c:pt idx="38558">
                  <c:v>24.55</c:v>
                </c:pt>
                <c:pt idx="38559">
                  <c:v>24.55</c:v>
                </c:pt>
                <c:pt idx="38560">
                  <c:v>24.55</c:v>
                </c:pt>
                <c:pt idx="38561">
                  <c:v>24.55</c:v>
                </c:pt>
                <c:pt idx="38562">
                  <c:v>24.55</c:v>
                </c:pt>
                <c:pt idx="38563">
                  <c:v>24.55</c:v>
                </c:pt>
                <c:pt idx="38564">
                  <c:v>24.55</c:v>
                </c:pt>
                <c:pt idx="38565">
                  <c:v>24.55</c:v>
                </c:pt>
                <c:pt idx="38566">
                  <c:v>24.55</c:v>
                </c:pt>
                <c:pt idx="38567">
                  <c:v>24.55</c:v>
                </c:pt>
                <c:pt idx="38568">
                  <c:v>24.55</c:v>
                </c:pt>
                <c:pt idx="38569">
                  <c:v>24.55</c:v>
                </c:pt>
                <c:pt idx="38570">
                  <c:v>24.55</c:v>
                </c:pt>
                <c:pt idx="38571">
                  <c:v>24.55</c:v>
                </c:pt>
                <c:pt idx="38572">
                  <c:v>24.55</c:v>
                </c:pt>
                <c:pt idx="38573">
                  <c:v>24.55</c:v>
                </c:pt>
                <c:pt idx="38574">
                  <c:v>24.55</c:v>
                </c:pt>
                <c:pt idx="38575">
                  <c:v>24.55</c:v>
                </c:pt>
                <c:pt idx="38576">
                  <c:v>24.55</c:v>
                </c:pt>
                <c:pt idx="38577">
                  <c:v>24.55</c:v>
                </c:pt>
                <c:pt idx="38578">
                  <c:v>24.55</c:v>
                </c:pt>
                <c:pt idx="38579">
                  <c:v>24.55</c:v>
                </c:pt>
                <c:pt idx="38580">
                  <c:v>24.55</c:v>
                </c:pt>
                <c:pt idx="38581">
                  <c:v>24.55</c:v>
                </c:pt>
                <c:pt idx="38582">
                  <c:v>24.55</c:v>
                </c:pt>
                <c:pt idx="38583">
                  <c:v>24.55</c:v>
                </c:pt>
                <c:pt idx="38584">
                  <c:v>24.55</c:v>
                </c:pt>
                <c:pt idx="38585">
                  <c:v>24.55</c:v>
                </c:pt>
                <c:pt idx="38586">
                  <c:v>24.55</c:v>
                </c:pt>
                <c:pt idx="38587">
                  <c:v>24.55</c:v>
                </c:pt>
                <c:pt idx="38588">
                  <c:v>24.55</c:v>
                </c:pt>
                <c:pt idx="38589">
                  <c:v>24.55</c:v>
                </c:pt>
                <c:pt idx="38590">
                  <c:v>24.55</c:v>
                </c:pt>
                <c:pt idx="38591">
                  <c:v>24.55</c:v>
                </c:pt>
                <c:pt idx="38592">
                  <c:v>24.55</c:v>
                </c:pt>
                <c:pt idx="38593">
                  <c:v>24.55</c:v>
                </c:pt>
                <c:pt idx="38594">
                  <c:v>24.55</c:v>
                </c:pt>
                <c:pt idx="38595">
                  <c:v>24.55</c:v>
                </c:pt>
                <c:pt idx="38596">
                  <c:v>24.55</c:v>
                </c:pt>
                <c:pt idx="38597">
                  <c:v>24.55</c:v>
                </c:pt>
                <c:pt idx="38598">
                  <c:v>24.55</c:v>
                </c:pt>
                <c:pt idx="38599">
                  <c:v>24.55</c:v>
                </c:pt>
                <c:pt idx="38600">
                  <c:v>24.55</c:v>
                </c:pt>
                <c:pt idx="38601">
                  <c:v>24.55</c:v>
                </c:pt>
                <c:pt idx="38602">
                  <c:v>24.55</c:v>
                </c:pt>
                <c:pt idx="38603">
                  <c:v>24.55</c:v>
                </c:pt>
                <c:pt idx="38604">
                  <c:v>24.55</c:v>
                </c:pt>
                <c:pt idx="38605">
                  <c:v>24.55</c:v>
                </c:pt>
                <c:pt idx="38606">
                  <c:v>24.55</c:v>
                </c:pt>
                <c:pt idx="38607">
                  <c:v>24.55</c:v>
                </c:pt>
                <c:pt idx="38608">
                  <c:v>24.55</c:v>
                </c:pt>
                <c:pt idx="38609">
                  <c:v>24.55</c:v>
                </c:pt>
                <c:pt idx="38610">
                  <c:v>24.55</c:v>
                </c:pt>
                <c:pt idx="38611">
                  <c:v>24.55</c:v>
                </c:pt>
                <c:pt idx="38612">
                  <c:v>24.55</c:v>
                </c:pt>
                <c:pt idx="38613">
                  <c:v>24.55</c:v>
                </c:pt>
                <c:pt idx="38614">
                  <c:v>24.55</c:v>
                </c:pt>
                <c:pt idx="38615">
                  <c:v>24.55</c:v>
                </c:pt>
                <c:pt idx="38616">
                  <c:v>24.55</c:v>
                </c:pt>
                <c:pt idx="38617">
                  <c:v>24.55</c:v>
                </c:pt>
                <c:pt idx="38618">
                  <c:v>24.55</c:v>
                </c:pt>
                <c:pt idx="38619">
                  <c:v>24.55</c:v>
                </c:pt>
                <c:pt idx="38620">
                  <c:v>24.55</c:v>
                </c:pt>
                <c:pt idx="38621">
                  <c:v>24.55</c:v>
                </c:pt>
                <c:pt idx="38622">
                  <c:v>24.55</c:v>
                </c:pt>
                <c:pt idx="38623">
                  <c:v>24.55</c:v>
                </c:pt>
                <c:pt idx="38624">
                  <c:v>24.55</c:v>
                </c:pt>
                <c:pt idx="38625">
                  <c:v>24.55</c:v>
                </c:pt>
                <c:pt idx="38626">
                  <c:v>24.55</c:v>
                </c:pt>
                <c:pt idx="38627">
                  <c:v>24.55</c:v>
                </c:pt>
                <c:pt idx="38628">
                  <c:v>24.55</c:v>
                </c:pt>
                <c:pt idx="38629">
                  <c:v>24.55</c:v>
                </c:pt>
                <c:pt idx="38630">
                  <c:v>24.55</c:v>
                </c:pt>
                <c:pt idx="38631">
                  <c:v>24.55</c:v>
                </c:pt>
                <c:pt idx="38632">
                  <c:v>24.55</c:v>
                </c:pt>
                <c:pt idx="38633">
                  <c:v>24.55</c:v>
                </c:pt>
                <c:pt idx="38634">
                  <c:v>24.55</c:v>
                </c:pt>
                <c:pt idx="38635">
                  <c:v>24.55</c:v>
                </c:pt>
                <c:pt idx="38636">
                  <c:v>24.55</c:v>
                </c:pt>
                <c:pt idx="38637">
                  <c:v>24.55</c:v>
                </c:pt>
                <c:pt idx="38638">
                  <c:v>24.55</c:v>
                </c:pt>
                <c:pt idx="38639">
                  <c:v>24.55</c:v>
                </c:pt>
                <c:pt idx="38640">
                  <c:v>24.55</c:v>
                </c:pt>
                <c:pt idx="38641">
                  <c:v>24.55</c:v>
                </c:pt>
                <c:pt idx="38642">
                  <c:v>24.55</c:v>
                </c:pt>
                <c:pt idx="38643">
                  <c:v>24.55</c:v>
                </c:pt>
                <c:pt idx="38644">
                  <c:v>24.55</c:v>
                </c:pt>
                <c:pt idx="38645">
                  <c:v>24.55</c:v>
                </c:pt>
                <c:pt idx="38646">
                  <c:v>24.55</c:v>
                </c:pt>
                <c:pt idx="38647">
                  <c:v>24.55</c:v>
                </c:pt>
                <c:pt idx="38648">
                  <c:v>24.55</c:v>
                </c:pt>
                <c:pt idx="38649">
                  <c:v>24.55</c:v>
                </c:pt>
                <c:pt idx="38650">
                  <c:v>24.55</c:v>
                </c:pt>
                <c:pt idx="38651">
                  <c:v>24.55</c:v>
                </c:pt>
                <c:pt idx="38652">
                  <c:v>24.55</c:v>
                </c:pt>
                <c:pt idx="38653">
                  <c:v>24.55</c:v>
                </c:pt>
                <c:pt idx="38654">
                  <c:v>24.55</c:v>
                </c:pt>
                <c:pt idx="38655">
                  <c:v>24.55</c:v>
                </c:pt>
                <c:pt idx="38656">
                  <c:v>24.55</c:v>
                </c:pt>
                <c:pt idx="38657">
                  <c:v>24.55</c:v>
                </c:pt>
                <c:pt idx="38658">
                  <c:v>24.55</c:v>
                </c:pt>
                <c:pt idx="38659">
                  <c:v>24.55</c:v>
                </c:pt>
                <c:pt idx="38660">
                  <c:v>24.55</c:v>
                </c:pt>
                <c:pt idx="38661">
                  <c:v>24.55</c:v>
                </c:pt>
                <c:pt idx="38662">
                  <c:v>24.55</c:v>
                </c:pt>
                <c:pt idx="38663">
                  <c:v>24.55</c:v>
                </c:pt>
                <c:pt idx="38664">
                  <c:v>24.55</c:v>
                </c:pt>
                <c:pt idx="38665">
                  <c:v>24.55</c:v>
                </c:pt>
                <c:pt idx="38666">
                  <c:v>24.55</c:v>
                </c:pt>
                <c:pt idx="38667">
                  <c:v>24.55</c:v>
                </c:pt>
                <c:pt idx="38668">
                  <c:v>24.55</c:v>
                </c:pt>
                <c:pt idx="38669">
                  <c:v>24.55</c:v>
                </c:pt>
                <c:pt idx="38670">
                  <c:v>24.55</c:v>
                </c:pt>
                <c:pt idx="38671">
                  <c:v>24.55</c:v>
                </c:pt>
                <c:pt idx="38672">
                  <c:v>24.55</c:v>
                </c:pt>
                <c:pt idx="38673">
                  <c:v>24.55</c:v>
                </c:pt>
                <c:pt idx="38674">
                  <c:v>24.55</c:v>
                </c:pt>
                <c:pt idx="38675">
                  <c:v>24.55</c:v>
                </c:pt>
                <c:pt idx="38676">
                  <c:v>24.55</c:v>
                </c:pt>
                <c:pt idx="38677">
                  <c:v>24.55</c:v>
                </c:pt>
                <c:pt idx="38678">
                  <c:v>24.55</c:v>
                </c:pt>
                <c:pt idx="38679">
                  <c:v>24.55</c:v>
                </c:pt>
                <c:pt idx="38680">
                  <c:v>24.55</c:v>
                </c:pt>
                <c:pt idx="38681">
                  <c:v>24.55</c:v>
                </c:pt>
                <c:pt idx="38682">
                  <c:v>24.55</c:v>
                </c:pt>
                <c:pt idx="38683">
                  <c:v>24.55</c:v>
                </c:pt>
                <c:pt idx="38684">
                  <c:v>24.55</c:v>
                </c:pt>
                <c:pt idx="38685">
                  <c:v>24.55</c:v>
                </c:pt>
                <c:pt idx="38686">
                  <c:v>24.55</c:v>
                </c:pt>
                <c:pt idx="38687">
                  <c:v>24.55</c:v>
                </c:pt>
                <c:pt idx="38688">
                  <c:v>24.55</c:v>
                </c:pt>
                <c:pt idx="38689">
                  <c:v>24.55</c:v>
                </c:pt>
                <c:pt idx="38690">
                  <c:v>24.55</c:v>
                </c:pt>
                <c:pt idx="38691">
                  <c:v>24.55</c:v>
                </c:pt>
                <c:pt idx="38692">
                  <c:v>24.55</c:v>
                </c:pt>
                <c:pt idx="38693">
                  <c:v>24.55</c:v>
                </c:pt>
                <c:pt idx="38694">
                  <c:v>24.55</c:v>
                </c:pt>
                <c:pt idx="38695">
                  <c:v>24.55</c:v>
                </c:pt>
                <c:pt idx="38696">
                  <c:v>24.55</c:v>
                </c:pt>
                <c:pt idx="38697">
                  <c:v>24.55</c:v>
                </c:pt>
                <c:pt idx="38698">
                  <c:v>24.55</c:v>
                </c:pt>
                <c:pt idx="38699">
                  <c:v>24.55</c:v>
                </c:pt>
                <c:pt idx="38700">
                  <c:v>24.55</c:v>
                </c:pt>
                <c:pt idx="38701">
                  <c:v>24.55</c:v>
                </c:pt>
                <c:pt idx="38702">
                  <c:v>24.55</c:v>
                </c:pt>
                <c:pt idx="38703">
                  <c:v>24.55</c:v>
                </c:pt>
                <c:pt idx="38704">
                  <c:v>24.55</c:v>
                </c:pt>
                <c:pt idx="38705">
                  <c:v>24.55</c:v>
                </c:pt>
                <c:pt idx="38706">
                  <c:v>24.55</c:v>
                </c:pt>
                <c:pt idx="38707">
                  <c:v>24.55</c:v>
                </c:pt>
                <c:pt idx="38708">
                  <c:v>24.55</c:v>
                </c:pt>
                <c:pt idx="38709">
                  <c:v>24.55</c:v>
                </c:pt>
                <c:pt idx="38710">
                  <c:v>24.55</c:v>
                </c:pt>
                <c:pt idx="38711">
                  <c:v>24.55</c:v>
                </c:pt>
                <c:pt idx="38712">
                  <c:v>24.55</c:v>
                </c:pt>
                <c:pt idx="38713">
                  <c:v>24.55</c:v>
                </c:pt>
                <c:pt idx="38714">
                  <c:v>24.55</c:v>
                </c:pt>
                <c:pt idx="38715">
                  <c:v>24.55</c:v>
                </c:pt>
                <c:pt idx="38716">
                  <c:v>24.55</c:v>
                </c:pt>
                <c:pt idx="38717">
                  <c:v>24.55</c:v>
                </c:pt>
                <c:pt idx="38718">
                  <c:v>24.55</c:v>
                </c:pt>
                <c:pt idx="38719">
                  <c:v>24.55</c:v>
                </c:pt>
                <c:pt idx="38720">
                  <c:v>24.55</c:v>
                </c:pt>
                <c:pt idx="38721">
                  <c:v>24.55</c:v>
                </c:pt>
                <c:pt idx="38722">
                  <c:v>24.55</c:v>
                </c:pt>
                <c:pt idx="38723">
                  <c:v>24.55</c:v>
                </c:pt>
                <c:pt idx="38724">
                  <c:v>24.55</c:v>
                </c:pt>
                <c:pt idx="38725">
                  <c:v>24.55</c:v>
                </c:pt>
                <c:pt idx="38726">
                  <c:v>24.55</c:v>
                </c:pt>
                <c:pt idx="38727">
                  <c:v>24.55</c:v>
                </c:pt>
                <c:pt idx="38728">
                  <c:v>24.55</c:v>
                </c:pt>
                <c:pt idx="38729">
                  <c:v>24.55</c:v>
                </c:pt>
                <c:pt idx="38730">
                  <c:v>24.55</c:v>
                </c:pt>
                <c:pt idx="38731">
                  <c:v>24.55</c:v>
                </c:pt>
                <c:pt idx="38732">
                  <c:v>24.55</c:v>
                </c:pt>
                <c:pt idx="38733">
                  <c:v>24.55</c:v>
                </c:pt>
                <c:pt idx="38734">
                  <c:v>24.55</c:v>
                </c:pt>
                <c:pt idx="38735">
                  <c:v>24.55</c:v>
                </c:pt>
                <c:pt idx="38736">
                  <c:v>24.55</c:v>
                </c:pt>
                <c:pt idx="38737">
                  <c:v>24.55</c:v>
                </c:pt>
                <c:pt idx="38738">
                  <c:v>24.55</c:v>
                </c:pt>
                <c:pt idx="38739">
                  <c:v>24.55</c:v>
                </c:pt>
                <c:pt idx="38740">
                  <c:v>24.55</c:v>
                </c:pt>
                <c:pt idx="38741">
                  <c:v>24.55</c:v>
                </c:pt>
                <c:pt idx="38742">
                  <c:v>24.55</c:v>
                </c:pt>
                <c:pt idx="38743">
                  <c:v>24.55</c:v>
                </c:pt>
                <c:pt idx="38744">
                  <c:v>24.55</c:v>
                </c:pt>
                <c:pt idx="38745">
                  <c:v>24.55</c:v>
                </c:pt>
                <c:pt idx="38746">
                  <c:v>24.55</c:v>
                </c:pt>
                <c:pt idx="38747">
                  <c:v>24.55</c:v>
                </c:pt>
                <c:pt idx="38748">
                  <c:v>24.55</c:v>
                </c:pt>
                <c:pt idx="38749">
                  <c:v>24.55</c:v>
                </c:pt>
                <c:pt idx="38750">
                  <c:v>24.55</c:v>
                </c:pt>
                <c:pt idx="38751">
                  <c:v>24.55</c:v>
                </c:pt>
                <c:pt idx="38752">
                  <c:v>24.55</c:v>
                </c:pt>
                <c:pt idx="38753">
                  <c:v>24.55</c:v>
                </c:pt>
                <c:pt idx="38754">
                  <c:v>24.55</c:v>
                </c:pt>
                <c:pt idx="38755">
                  <c:v>24.55</c:v>
                </c:pt>
                <c:pt idx="38756">
                  <c:v>24.55</c:v>
                </c:pt>
                <c:pt idx="38757">
                  <c:v>24.55</c:v>
                </c:pt>
                <c:pt idx="38758">
                  <c:v>24.55</c:v>
                </c:pt>
                <c:pt idx="38759">
                  <c:v>24.55</c:v>
                </c:pt>
                <c:pt idx="38760">
                  <c:v>24.55</c:v>
                </c:pt>
                <c:pt idx="38761">
                  <c:v>24.55</c:v>
                </c:pt>
                <c:pt idx="38762">
                  <c:v>24.55</c:v>
                </c:pt>
                <c:pt idx="38763">
                  <c:v>24.55</c:v>
                </c:pt>
                <c:pt idx="38764">
                  <c:v>24.55</c:v>
                </c:pt>
                <c:pt idx="38765">
                  <c:v>24.55</c:v>
                </c:pt>
                <c:pt idx="38766">
                  <c:v>24.55</c:v>
                </c:pt>
                <c:pt idx="38767">
                  <c:v>24.55</c:v>
                </c:pt>
                <c:pt idx="38768">
                  <c:v>24.55</c:v>
                </c:pt>
                <c:pt idx="38769">
                  <c:v>24.55</c:v>
                </c:pt>
                <c:pt idx="38770">
                  <c:v>24.55</c:v>
                </c:pt>
                <c:pt idx="38771">
                  <c:v>24.55</c:v>
                </c:pt>
                <c:pt idx="38772">
                  <c:v>24.55</c:v>
                </c:pt>
                <c:pt idx="38773">
                  <c:v>24.55</c:v>
                </c:pt>
                <c:pt idx="38774">
                  <c:v>24.55</c:v>
                </c:pt>
                <c:pt idx="38775">
                  <c:v>24.55</c:v>
                </c:pt>
                <c:pt idx="38776">
                  <c:v>24.55</c:v>
                </c:pt>
                <c:pt idx="38777">
                  <c:v>24.55</c:v>
                </c:pt>
                <c:pt idx="38778">
                  <c:v>24.55</c:v>
                </c:pt>
                <c:pt idx="38779">
                  <c:v>24.55</c:v>
                </c:pt>
                <c:pt idx="38780">
                  <c:v>24.55</c:v>
                </c:pt>
                <c:pt idx="38781">
                  <c:v>24.55</c:v>
                </c:pt>
                <c:pt idx="38782">
                  <c:v>24.55</c:v>
                </c:pt>
                <c:pt idx="38783">
                  <c:v>24.55</c:v>
                </c:pt>
                <c:pt idx="38784">
                  <c:v>24.55</c:v>
                </c:pt>
                <c:pt idx="38785">
                  <c:v>24.55</c:v>
                </c:pt>
                <c:pt idx="38786">
                  <c:v>24.55</c:v>
                </c:pt>
                <c:pt idx="38787">
                  <c:v>24.55</c:v>
                </c:pt>
                <c:pt idx="38788">
                  <c:v>24.55</c:v>
                </c:pt>
                <c:pt idx="38789">
                  <c:v>24.55</c:v>
                </c:pt>
                <c:pt idx="38790">
                  <c:v>24.55</c:v>
                </c:pt>
                <c:pt idx="38791">
                  <c:v>24.55</c:v>
                </c:pt>
                <c:pt idx="38792">
                  <c:v>24.55</c:v>
                </c:pt>
                <c:pt idx="38793">
                  <c:v>24.55</c:v>
                </c:pt>
                <c:pt idx="38794">
                  <c:v>24.55</c:v>
                </c:pt>
                <c:pt idx="38795">
                  <c:v>24.55</c:v>
                </c:pt>
                <c:pt idx="38796">
                  <c:v>24.55</c:v>
                </c:pt>
                <c:pt idx="38797">
                  <c:v>24.55</c:v>
                </c:pt>
                <c:pt idx="38798">
                  <c:v>24.55</c:v>
                </c:pt>
                <c:pt idx="38799">
                  <c:v>24.55</c:v>
                </c:pt>
                <c:pt idx="38800">
                  <c:v>24.55</c:v>
                </c:pt>
                <c:pt idx="38801">
                  <c:v>24.55</c:v>
                </c:pt>
                <c:pt idx="38802">
                  <c:v>24.55</c:v>
                </c:pt>
                <c:pt idx="38803">
                  <c:v>24.55</c:v>
                </c:pt>
                <c:pt idx="38804">
                  <c:v>24.55</c:v>
                </c:pt>
                <c:pt idx="38805">
                  <c:v>24.55</c:v>
                </c:pt>
                <c:pt idx="38806">
                  <c:v>24.55</c:v>
                </c:pt>
                <c:pt idx="38807">
                  <c:v>24.55</c:v>
                </c:pt>
                <c:pt idx="38808">
                  <c:v>24.55</c:v>
                </c:pt>
                <c:pt idx="38809">
                  <c:v>24.55</c:v>
                </c:pt>
                <c:pt idx="38810">
                  <c:v>24.55</c:v>
                </c:pt>
                <c:pt idx="38811">
                  <c:v>24.55</c:v>
                </c:pt>
                <c:pt idx="38812">
                  <c:v>24.55</c:v>
                </c:pt>
                <c:pt idx="38813">
                  <c:v>24.55</c:v>
                </c:pt>
                <c:pt idx="38814">
                  <c:v>24.55</c:v>
                </c:pt>
                <c:pt idx="38815">
                  <c:v>24.55</c:v>
                </c:pt>
                <c:pt idx="38816">
                  <c:v>24.55</c:v>
                </c:pt>
                <c:pt idx="38817">
                  <c:v>24.55</c:v>
                </c:pt>
                <c:pt idx="38818">
                  <c:v>24.55</c:v>
                </c:pt>
                <c:pt idx="38819">
                  <c:v>24.55</c:v>
                </c:pt>
                <c:pt idx="38820">
                  <c:v>24.55</c:v>
                </c:pt>
                <c:pt idx="38821">
                  <c:v>24.55</c:v>
                </c:pt>
                <c:pt idx="38822">
                  <c:v>24.55</c:v>
                </c:pt>
                <c:pt idx="38823">
                  <c:v>24.55</c:v>
                </c:pt>
                <c:pt idx="38824">
                  <c:v>24.55</c:v>
                </c:pt>
                <c:pt idx="38825">
                  <c:v>24.55</c:v>
                </c:pt>
                <c:pt idx="38826">
                  <c:v>24.55</c:v>
                </c:pt>
                <c:pt idx="38827">
                  <c:v>24.55</c:v>
                </c:pt>
                <c:pt idx="38828">
                  <c:v>24.55</c:v>
                </c:pt>
                <c:pt idx="38829">
                  <c:v>24.55</c:v>
                </c:pt>
                <c:pt idx="38830">
                  <c:v>24.55</c:v>
                </c:pt>
                <c:pt idx="38831">
                  <c:v>24.55</c:v>
                </c:pt>
                <c:pt idx="38832">
                  <c:v>24.55</c:v>
                </c:pt>
                <c:pt idx="38833">
                  <c:v>24.55</c:v>
                </c:pt>
                <c:pt idx="38834">
                  <c:v>24.55</c:v>
                </c:pt>
                <c:pt idx="38835">
                  <c:v>24.55</c:v>
                </c:pt>
                <c:pt idx="38836">
                  <c:v>24.55</c:v>
                </c:pt>
                <c:pt idx="38837">
                  <c:v>24.55</c:v>
                </c:pt>
                <c:pt idx="38838">
                  <c:v>24.55</c:v>
                </c:pt>
                <c:pt idx="38839">
                  <c:v>24.55</c:v>
                </c:pt>
                <c:pt idx="38840">
                  <c:v>24.55</c:v>
                </c:pt>
                <c:pt idx="38841">
                  <c:v>24.55</c:v>
                </c:pt>
                <c:pt idx="38842">
                  <c:v>24.55</c:v>
                </c:pt>
                <c:pt idx="38843">
                  <c:v>24.55</c:v>
                </c:pt>
                <c:pt idx="38844">
                  <c:v>24.55</c:v>
                </c:pt>
                <c:pt idx="38845">
                  <c:v>24.55</c:v>
                </c:pt>
                <c:pt idx="38846">
                  <c:v>24.55</c:v>
                </c:pt>
                <c:pt idx="38847">
                  <c:v>24.55</c:v>
                </c:pt>
                <c:pt idx="38848">
                  <c:v>24.55</c:v>
                </c:pt>
                <c:pt idx="38849">
                  <c:v>24.55</c:v>
                </c:pt>
                <c:pt idx="38850">
                  <c:v>24.55</c:v>
                </c:pt>
                <c:pt idx="38851">
                  <c:v>24.55</c:v>
                </c:pt>
                <c:pt idx="38852">
                  <c:v>24.55</c:v>
                </c:pt>
                <c:pt idx="38853">
                  <c:v>24.55</c:v>
                </c:pt>
                <c:pt idx="38854">
                  <c:v>24.55</c:v>
                </c:pt>
                <c:pt idx="38855">
                  <c:v>24.55</c:v>
                </c:pt>
                <c:pt idx="38856">
                  <c:v>24.55</c:v>
                </c:pt>
                <c:pt idx="38857">
                  <c:v>24.55</c:v>
                </c:pt>
                <c:pt idx="38858">
                  <c:v>24.55</c:v>
                </c:pt>
                <c:pt idx="38859">
                  <c:v>24.55</c:v>
                </c:pt>
                <c:pt idx="38860">
                  <c:v>24.55</c:v>
                </c:pt>
                <c:pt idx="38861">
                  <c:v>24.55</c:v>
                </c:pt>
                <c:pt idx="38862">
                  <c:v>24.55</c:v>
                </c:pt>
                <c:pt idx="38863">
                  <c:v>24.55</c:v>
                </c:pt>
                <c:pt idx="38864">
                  <c:v>24.55</c:v>
                </c:pt>
                <c:pt idx="38865">
                  <c:v>24.55</c:v>
                </c:pt>
                <c:pt idx="38866">
                  <c:v>24.55</c:v>
                </c:pt>
                <c:pt idx="38867">
                  <c:v>24.55</c:v>
                </c:pt>
                <c:pt idx="38868">
                  <c:v>24.55</c:v>
                </c:pt>
                <c:pt idx="38869">
                  <c:v>24.55</c:v>
                </c:pt>
                <c:pt idx="38870">
                  <c:v>24.55</c:v>
                </c:pt>
                <c:pt idx="38871">
                  <c:v>24.55</c:v>
                </c:pt>
                <c:pt idx="38872">
                  <c:v>24.55</c:v>
                </c:pt>
                <c:pt idx="38873">
                  <c:v>24.55</c:v>
                </c:pt>
                <c:pt idx="38874">
                  <c:v>24.55</c:v>
                </c:pt>
                <c:pt idx="38875">
                  <c:v>24.55</c:v>
                </c:pt>
                <c:pt idx="38876">
                  <c:v>24.55</c:v>
                </c:pt>
                <c:pt idx="38877">
                  <c:v>24.55</c:v>
                </c:pt>
                <c:pt idx="38878">
                  <c:v>24.55</c:v>
                </c:pt>
                <c:pt idx="38879">
                  <c:v>24.55</c:v>
                </c:pt>
                <c:pt idx="38880">
                  <c:v>24.55</c:v>
                </c:pt>
                <c:pt idx="38881">
                  <c:v>24.55</c:v>
                </c:pt>
                <c:pt idx="38882">
                  <c:v>24.55</c:v>
                </c:pt>
                <c:pt idx="38883">
                  <c:v>24.55</c:v>
                </c:pt>
                <c:pt idx="38884">
                  <c:v>24.55</c:v>
                </c:pt>
                <c:pt idx="38885">
                  <c:v>24.55</c:v>
                </c:pt>
                <c:pt idx="38886">
                  <c:v>24.55</c:v>
                </c:pt>
                <c:pt idx="38887">
                  <c:v>24.55</c:v>
                </c:pt>
                <c:pt idx="38888">
                  <c:v>24.55</c:v>
                </c:pt>
                <c:pt idx="38889">
                  <c:v>24.55</c:v>
                </c:pt>
                <c:pt idx="38890">
                  <c:v>24.55</c:v>
                </c:pt>
                <c:pt idx="38891">
                  <c:v>24.55</c:v>
                </c:pt>
                <c:pt idx="38892">
                  <c:v>24.55</c:v>
                </c:pt>
                <c:pt idx="38893">
                  <c:v>24.55</c:v>
                </c:pt>
                <c:pt idx="38894">
                  <c:v>24.55</c:v>
                </c:pt>
                <c:pt idx="38895">
                  <c:v>24.55</c:v>
                </c:pt>
                <c:pt idx="38896">
                  <c:v>24.55</c:v>
                </c:pt>
                <c:pt idx="38897">
                  <c:v>24.55</c:v>
                </c:pt>
                <c:pt idx="38898">
                  <c:v>24.55</c:v>
                </c:pt>
                <c:pt idx="38899">
                  <c:v>24.55</c:v>
                </c:pt>
                <c:pt idx="38900">
                  <c:v>24.55</c:v>
                </c:pt>
                <c:pt idx="38901">
                  <c:v>24.55</c:v>
                </c:pt>
                <c:pt idx="38902">
                  <c:v>24.55</c:v>
                </c:pt>
                <c:pt idx="38903">
                  <c:v>24.55</c:v>
                </c:pt>
                <c:pt idx="38904">
                  <c:v>24.55</c:v>
                </c:pt>
                <c:pt idx="38905">
                  <c:v>24.55</c:v>
                </c:pt>
                <c:pt idx="38906">
                  <c:v>24.55</c:v>
                </c:pt>
                <c:pt idx="38907">
                  <c:v>24.55</c:v>
                </c:pt>
                <c:pt idx="38908">
                  <c:v>24.55</c:v>
                </c:pt>
                <c:pt idx="38909">
                  <c:v>24.55</c:v>
                </c:pt>
                <c:pt idx="38910">
                  <c:v>24.55</c:v>
                </c:pt>
                <c:pt idx="38911">
                  <c:v>24.55</c:v>
                </c:pt>
                <c:pt idx="38912">
                  <c:v>24.55</c:v>
                </c:pt>
                <c:pt idx="38913">
                  <c:v>24.55</c:v>
                </c:pt>
                <c:pt idx="38914">
                  <c:v>24.55</c:v>
                </c:pt>
                <c:pt idx="38915">
                  <c:v>24.55</c:v>
                </c:pt>
                <c:pt idx="38916">
                  <c:v>24.55</c:v>
                </c:pt>
                <c:pt idx="38917">
                  <c:v>24.55</c:v>
                </c:pt>
                <c:pt idx="38918">
                  <c:v>24.55</c:v>
                </c:pt>
                <c:pt idx="38919">
                  <c:v>24.55</c:v>
                </c:pt>
                <c:pt idx="38920">
                  <c:v>24.55</c:v>
                </c:pt>
                <c:pt idx="38921">
                  <c:v>24.55</c:v>
                </c:pt>
                <c:pt idx="38922">
                  <c:v>24.55</c:v>
                </c:pt>
                <c:pt idx="38923">
                  <c:v>24.55</c:v>
                </c:pt>
                <c:pt idx="38924">
                  <c:v>24.55</c:v>
                </c:pt>
                <c:pt idx="38925">
                  <c:v>24.55</c:v>
                </c:pt>
                <c:pt idx="38926">
                  <c:v>24.55</c:v>
                </c:pt>
                <c:pt idx="38927">
                  <c:v>24.55</c:v>
                </c:pt>
                <c:pt idx="38928">
                  <c:v>24.55</c:v>
                </c:pt>
                <c:pt idx="38929">
                  <c:v>24.55</c:v>
                </c:pt>
                <c:pt idx="38930">
                  <c:v>24.55</c:v>
                </c:pt>
                <c:pt idx="38931">
                  <c:v>24.55</c:v>
                </c:pt>
                <c:pt idx="38932">
                  <c:v>24.55</c:v>
                </c:pt>
                <c:pt idx="38933">
                  <c:v>24.55</c:v>
                </c:pt>
                <c:pt idx="38934">
                  <c:v>24.55</c:v>
                </c:pt>
                <c:pt idx="38935">
                  <c:v>24.55</c:v>
                </c:pt>
                <c:pt idx="38936">
                  <c:v>24.55</c:v>
                </c:pt>
                <c:pt idx="38937">
                  <c:v>24.55</c:v>
                </c:pt>
                <c:pt idx="38938">
                  <c:v>24.55</c:v>
                </c:pt>
                <c:pt idx="38939">
                  <c:v>24.55</c:v>
                </c:pt>
                <c:pt idx="38940">
                  <c:v>24.55</c:v>
                </c:pt>
                <c:pt idx="38941">
                  <c:v>24.55</c:v>
                </c:pt>
                <c:pt idx="38942">
                  <c:v>24.55</c:v>
                </c:pt>
                <c:pt idx="38943">
                  <c:v>24.55</c:v>
                </c:pt>
                <c:pt idx="38944">
                  <c:v>24.55</c:v>
                </c:pt>
                <c:pt idx="38945">
                  <c:v>24.55</c:v>
                </c:pt>
                <c:pt idx="38946">
                  <c:v>24.55</c:v>
                </c:pt>
                <c:pt idx="38947">
                  <c:v>24.55</c:v>
                </c:pt>
                <c:pt idx="38948">
                  <c:v>24.55</c:v>
                </c:pt>
                <c:pt idx="38949">
                  <c:v>24.55</c:v>
                </c:pt>
                <c:pt idx="38950">
                  <c:v>24.55</c:v>
                </c:pt>
                <c:pt idx="38951">
                  <c:v>24.55</c:v>
                </c:pt>
                <c:pt idx="38952">
                  <c:v>24.55</c:v>
                </c:pt>
                <c:pt idx="38953">
                  <c:v>24.55</c:v>
                </c:pt>
                <c:pt idx="38954">
                  <c:v>24.55</c:v>
                </c:pt>
                <c:pt idx="38955">
                  <c:v>24.55</c:v>
                </c:pt>
                <c:pt idx="38956">
                  <c:v>24.55</c:v>
                </c:pt>
                <c:pt idx="38957">
                  <c:v>24.55</c:v>
                </c:pt>
                <c:pt idx="38958">
                  <c:v>24.55</c:v>
                </c:pt>
                <c:pt idx="38959">
                  <c:v>24.55</c:v>
                </c:pt>
                <c:pt idx="38960">
                  <c:v>24.55</c:v>
                </c:pt>
                <c:pt idx="38961">
                  <c:v>24.55</c:v>
                </c:pt>
                <c:pt idx="38962">
                  <c:v>24.55</c:v>
                </c:pt>
                <c:pt idx="38963">
                  <c:v>24.55</c:v>
                </c:pt>
                <c:pt idx="38964">
                  <c:v>24.55</c:v>
                </c:pt>
                <c:pt idx="38965">
                  <c:v>24.55</c:v>
                </c:pt>
                <c:pt idx="38966">
                  <c:v>24.55</c:v>
                </c:pt>
                <c:pt idx="38967">
                  <c:v>24.55</c:v>
                </c:pt>
                <c:pt idx="38968">
                  <c:v>24.55</c:v>
                </c:pt>
                <c:pt idx="38969">
                  <c:v>24.55</c:v>
                </c:pt>
                <c:pt idx="38970">
                  <c:v>24.55</c:v>
                </c:pt>
                <c:pt idx="38971">
                  <c:v>24.55</c:v>
                </c:pt>
                <c:pt idx="38972">
                  <c:v>24.55</c:v>
                </c:pt>
                <c:pt idx="38973">
                  <c:v>24.55</c:v>
                </c:pt>
                <c:pt idx="38974">
                  <c:v>24.55</c:v>
                </c:pt>
                <c:pt idx="38975">
                  <c:v>24.55</c:v>
                </c:pt>
                <c:pt idx="38976">
                  <c:v>24.55</c:v>
                </c:pt>
                <c:pt idx="38977">
                  <c:v>24.55</c:v>
                </c:pt>
                <c:pt idx="38978">
                  <c:v>24.55</c:v>
                </c:pt>
                <c:pt idx="38979">
                  <c:v>24.55</c:v>
                </c:pt>
                <c:pt idx="38980">
                  <c:v>24.55</c:v>
                </c:pt>
                <c:pt idx="38981">
                  <c:v>24.55</c:v>
                </c:pt>
                <c:pt idx="38982">
                  <c:v>24.55</c:v>
                </c:pt>
                <c:pt idx="38983">
                  <c:v>24.55</c:v>
                </c:pt>
                <c:pt idx="38984">
                  <c:v>24.55</c:v>
                </c:pt>
                <c:pt idx="38985">
                  <c:v>24.55</c:v>
                </c:pt>
                <c:pt idx="38986">
                  <c:v>24.55</c:v>
                </c:pt>
                <c:pt idx="38987">
                  <c:v>24.55</c:v>
                </c:pt>
                <c:pt idx="38988">
                  <c:v>24.55</c:v>
                </c:pt>
                <c:pt idx="38989">
                  <c:v>24.55</c:v>
                </c:pt>
                <c:pt idx="38990">
                  <c:v>24.55</c:v>
                </c:pt>
                <c:pt idx="38991">
                  <c:v>24.55</c:v>
                </c:pt>
                <c:pt idx="38992">
                  <c:v>24.55</c:v>
                </c:pt>
                <c:pt idx="38993">
                  <c:v>24.55</c:v>
                </c:pt>
                <c:pt idx="38994">
                  <c:v>24.55</c:v>
                </c:pt>
                <c:pt idx="38995">
                  <c:v>24.55</c:v>
                </c:pt>
                <c:pt idx="38996">
                  <c:v>24.55</c:v>
                </c:pt>
                <c:pt idx="38997">
                  <c:v>24.55</c:v>
                </c:pt>
                <c:pt idx="38998">
                  <c:v>24.55</c:v>
                </c:pt>
                <c:pt idx="38999">
                  <c:v>24.55</c:v>
                </c:pt>
                <c:pt idx="39000">
                  <c:v>24.55</c:v>
                </c:pt>
                <c:pt idx="39001">
                  <c:v>24.55</c:v>
                </c:pt>
                <c:pt idx="39002">
                  <c:v>24.55</c:v>
                </c:pt>
                <c:pt idx="39003">
                  <c:v>24.55</c:v>
                </c:pt>
                <c:pt idx="39004">
                  <c:v>24.55</c:v>
                </c:pt>
                <c:pt idx="39005">
                  <c:v>24.55</c:v>
                </c:pt>
                <c:pt idx="39006">
                  <c:v>24.55</c:v>
                </c:pt>
                <c:pt idx="39007">
                  <c:v>24.55</c:v>
                </c:pt>
                <c:pt idx="39008">
                  <c:v>24.55</c:v>
                </c:pt>
                <c:pt idx="39009">
                  <c:v>24.55</c:v>
                </c:pt>
                <c:pt idx="39010">
                  <c:v>24.55</c:v>
                </c:pt>
                <c:pt idx="39011">
                  <c:v>24.55</c:v>
                </c:pt>
                <c:pt idx="39012">
                  <c:v>24.55</c:v>
                </c:pt>
                <c:pt idx="39013">
                  <c:v>24.55</c:v>
                </c:pt>
                <c:pt idx="39014">
                  <c:v>24.55</c:v>
                </c:pt>
                <c:pt idx="39015">
                  <c:v>24.55</c:v>
                </c:pt>
                <c:pt idx="39016">
                  <c:v>24.55</c:v>
                </c:pt>
                <c:pt idx="39017">
                  <c:v>24.55</c:v>
                </c:pt>
                <c:pt idx="39018">
                  <c:v>24.55</c:v>
                </c:pt>
                <c:pt idx="39019">
                  <c:v>24.55</c:v>
                </c:pt>
                <c:pt idx="39020">
                  <c:v>24.55</c:v>
                </c:pt>
                <c:pt idx="39021">
                  <c:v>24.55</c:v>
                </c:pt>
                <c:pt idx="39022">
                  <c:v>24.55</c:v>
                </c:pt>
                <c:pt idx="39023">
                  <c:v>24.55</c:v>
                </c:pt>
                <c:pt idx="39024">
                  <c:v>24.55</c:v>
                </c:pt>
                <c:pt idx="39025">
                  <c:v>24.55</c:v>
                </c:pt>
                <c:pt idx="39026">
                  <c:v>24.55</c:v>
                </c:pt>
                <c:pt idx="39027">
                  <c:v>24.55</c:v>
                </c:pt>
                <c:pt idx="39028">
                  <c:v>24.55</c:v>
                </c:pt>
                <c:pt idx="39029">
                  <c:v>24.55</c:v>
                </c:pt>
                <c:pt idx="39030">
                  <c:v>24.55</c:v>
                </c:pt>
                <c:pt idx="39031">
                  <c:v>24.55</c:v>
                </c:pt>
                <c:pt idx="39032">
                  <c:v>24.55</c:v>
                </c:pt>
                <c:pt idx="39033">
                  <c:v>24.55</c:v>
                </c:pt>
                <c:pt idx="39034">
                  <c:v>24.55</c:v>
                </c:pt>
                <c:pt idx="39035">
                  <c:v>24.55</c:v>
                </c:pt>
                <c:pt idx="39036">
                  <c:v>24.55</c:v>
                </c:pt>
                <c:pt idx="39037">
                  <c:v>24.55</c:v>
                </c:pt>
                <c:pt idx="39038">
                  <c:v>24.55</c:v>
                </c:pt>
                <c:pt idx="39039">
                  <c:v>24.55</c:v>
                </c:pt>
                <c:pt idx="39040">
                  <c:v>24.55</c:v>
                </c:pt>
                <c:pt idx="39041">
                  <c:v>24.55</c:v>
                </c:pt>
                <c:pt idx="39042">
                  <c:v>24.55</c:v>
                </c:pt>
                <c:pt idx="39043">
                  <c:v>24.55</c:v>
                </c:pt>
                <c:pt idx="39044">
                  <c:v>24.55</c:v>
                </c:pt>
                <c:pt idx="39045">
                  <c:v>24.55</c:v>
                </c:pt>
                <c:pt idx="39046">
                  <c:v>24.55</c:v>
                </c:pt>
                <c:pt idx="39047">
                  <c:v>24.55</c:v>
                </c:pt>
                <c:pt idx="39048">
                  <c:v>24.55</c:v>
                </c:pt>
                <c:pt idx="39049">
                  <c:v>24.55</c:v>
                </c:pt>
                <c:pt idx="39050">
                  <c:v>24.55</c:v>
                </c:pt>
                <c:pt idx="39051">
                  <c:v>24.55</c:v>
                </c:pt>
                <c:pt idx="39052">
                  <c:v>24.55</c:v>
                </c:pt>
                <c:pt idx="39053">
                  <c:v>24.55</c:v>
                </c:pt>
                <c:pt idx="39054">
                  <c:v>24.55</c:v>
                </c:pt>
                <c:pt idx="39055">
                  <c:v>24.55</c:v>
                </c:pt>
                <c:pt idx="39056">
                  <c:v>24.55</c:v>
                </c:pt>
                <c:pt idx="39057">
                  <c:v>24.55</c:v>
                </c:pt>
                <c:pt idx="39058">
                  <c:v>24.55</c:v>
                </c:pt>
                <c:pt idx="39059">
                  <c:v>24.55</c:v>
                </c:pt>
                <c:pt idx="39060">
                  <c:v>24.55</c:v>
                </c:pt>
                <c:pt idx="39061">
                  <c:v>24.55</c:v>
                </c:pt>
                <c:pt idx="39062">
                  <c:v>24.55</c:v>
                </c:pt>
                <c:pt idx="39063">
                  <c:v>24.55</c:v>
                </c:pt>
                <c:pt idx="39064">
                  <c:v>24.55</c:v>
                </c:pt>
                <c:pt idx="39065">
                  <c:v>24.55</c:v>
                </c:pt>
                <c:pt idx="39066">
                  <c:v>24.55</c:v>
                </c:pt>
                <c:pt idx="39067">
                  <c:v>24.55</c:v>
                </c:pt>
                <c:pt idx="39068">
                  <c:v>24.55</c:v>
                </c:pt>
                <c:pt idx="39069">
                  <c:v>24.55</c:v>
                </c:pt>
                <c:pt idx="39070">
                  <c:v>24.55</c:v>
                </c:pt>
                <c:pt idx="39071">
                  <c:v>24.55</c:v>
                </c:pt>
                <c:pt idx="39072">
                  <c:v>24.55</c:v>
                </c:pt>
                <c:pt idx="39073">
                  <c:v>24.55</c:v>
                </c:pt>
                <c:pt idx="39074">
                  <c:v>24.55</c:v>
                </c:pt>
                <c:pt idx="39075">
                  <c:v>24.55</c:v>
                </c:pt>
                <c:pt idx="39076">
                  <c:v>24.55</c:v>
                </c:pt>
                <c:pt idx="39077">
                  <c:v>24.55</c:v>
                </c:pt>
                <c:pt idx="39078">
                  <c:v>24.55</c:v>
                </c:pt>
                <c:pt idx="39079">
                  <c:v>24.55</c:v>
                </c:pt>
                <c:pt idx="39080">
                  <c:v>24.55</c:v>
                </c:pt>
                <c:pt idx="39081">
                  <c:v>24.55</c:v>
                </c:pt>
                <c:pt idx="39082">
                  <c:v>24.55</c:v>
                </c:pt>
                <c:pt idx="39083">
                  <c:v>24.55</c:v>
                </c:pt>
                <c:pt idx="39084">
                  <c:v>24.55</c:v>
                </c:pt>
                <c:pt idx="39085">
                  <c:v>24.55</c:v>
                </c:pt>
                <c:pt idx="39086">
                  <c:v>24.55</c:v>
                </c:pt>
                <c:pt idx="39087">
                  <c:v>24.55</c:v>
                </c:pt>
                <c:pt idx="39088">
                  <c:v>24.55</c:v>
                </c:pt>
                <c:pt idx="39089">
                  <c:v>24.55</c:v>
                </c:pt>
                <c:pt idx="39090">
                  <c:v>24.55</c:v>
                </c:pt>
                <c:pt idx="39091">
                  <c:v>24.55</c:v>
                </c:pt>
                <c:pt idx="39092">
                  <c:v>24.55</c:v>
                </c:pt>
                <c:pt idx="39093">
                  <c:v>24.55</c:v>
                </c:pt>
                <c:pt idx="39094">
                  <c:v>24.55</c:v>
                </c:pt>
                <c:pt idx="39095">
                  <c:v>24.55</c:v>
                </c:pt>
                <c:pt idx="39096">
                  <c:v>24.55</c:v>
                </c:pt>
                <c:pt idx="39097">
                  <c:v>24.55</c:v>
                </c:pt>
                <c:pt idx="39098">
                  <c:v>24.55</c:v>
                </c:pt>
                <c:pt idx="39099">
                  <c:v>24.55</c:v>
                </c:pt>
                <c:pt idx="39100">
                  <c:v>24.55</c:v>
                </c:pt>
                <c:pt idx="39101">
                  <c:v>24.55</c:v>
                </c:pt>
                <c:pt idx="39102">
                  <c:v>24.55</c:v>
                </c:pt>
                <c:pt idx="39103">
                  <c:v>24.55</c:v>
                </c:pt>
                <c:pt idx="39104">
                  <c:v>24.55</c:v>
                </c:pt>
                <c:pt idx="39105">
                  <c:v>24.55</c:v>
                </c:pt>
                <c:pt idx="39106">
                  <c:v>24.55</c:v>
                </c:pt>
                <c:pt idx="39107">
                  <c:v>24.55</c:v>
                </c:pt>
                <c:pt idx="39108">
                  <c:v>24.55</c:v>
                </c:pt>
                <c:pt idx="39109">
                  <c:v>24.55</c:v>
                </c:pt>
                <c:pt idx="39110">
                  <c:v>24.55</c:v>
                </c:pt>
                <c:pt idx="39111">
                  <c:v>24.55</c:v>
                </c:pt>
                <c:pt idx="39112">
                  <c:v>24.55</c:v>
                </c:pt>
                <c:pt idx="39113">
                  <c:v>24.55</c:v>
                </c:pt>
                <c:pt idx="39114">
                  <c:v>24.55</c:v>
                </c:pt>
                <c:pt idx="39115">
                  <c:v>24.55</c:v>
                </c:pt>
                <c:pt idx="39116">
                  <c:v>24.55</c:v>
                </c:pt>
                <c:pt idx="39117">
                  <c:v>24.55</c:v>
                </c:pt>
                <c:pt idx="39118">
                  <c:v>24.55</c:v>
                </c:pt>
                <c:pt idx="39119">
                  <c:v>24.55</c:v>
                </c:pt>
                <c:pt idx="39120">
                  <c:v>24.55</c:v>
                </c:pt>
                <c:pt idx="39121">
                  <c:v>24.55</c:v>
                </c:pt>
                <c:pt idx="39122">
                  <c:v>24.55</c:v>
                </c:pt>
                <c:pt idx="39123">
                  <c:v>24.55</c:v>
                </c:pt>
                <c:pt idx="39124">
                  <c:v>24.55</c:v>
                </c:pt>
                <c:pt idx="39125">
                  <c:v>24.55</c:v>
                </c:pt>
                <c:pt idx="39126">
                  <c:v>24.55</c:v>
                </c:pt>
                <c:pt idx="39127">
                  <c:v>24.55</c:v>
                </c:pt>
                <c:pt idx="39128">
                  <c:v>24.55</c:v>
                </c:pt>
                <c:pt idx="39129">
                  <c:v>24.55</c:v>
                </c:pt>
                <c:pt idx="39130">
                  <c:v>24.55</c:v>
                </c:pt>
                <c:pt idx="39131">
                  <c:v>24.55</c:v>
                </c:pt>
                <c:pt idx="39132">
                  <c:v>24.55</c:v>
                </c:pt>
                <c:pt idx="39133">
                  <c:v>24.55</c:v>
                </c:pt>
                <c:pt idx="39134">
                  <c:v>24.55</c:v>
                </c:pt>
                <c:pt idx="39135">
                  <c:v>24.55</c:v>
                </c:pt>
                <c:pt idx="39136">
                  <c:v>24.55</c:v>
                </c:pt>
                <c:pt idx="39137">
                  <c:v>24.55</c:v>
                </c:pt>
                <c:pt idx="39138">
                  <c:v>24.55</c:v>
                </c:pt>
                <c:pt idx="39139">
                  <c:v>24.55</c:v>
                </c:pt>
                <c:pt idx="39140">
                  <c:v>24.55</c:v>
                </c:pt>
                <c:pt idx="39141">
                  <c:v>24.55</c:v>
                </c:pt>
                <c:pt idx="39142">
                  <c:v>24.55</c:v>
                </c:pt>
                <c:pt idx="39143">
                  <c:v>24.55</c:v>
                </c:pt>
                <c:pt idx="39144">
                  <c:v>24.55</c:v>
                </c:pt>
                <c:pt idx="39145">
                  <c:v>24.55</c:v>
                </c:pt>
                <c:pt idx="39146">
                  <c:v>24.55</c:v>
                </c:pt>
                <c:pt idx="39147">
                  <c:v>24.55</c:v>
                </c:pt>
                <c:pt idx="39148">
                  <c:v>24.55</c:v>
                </c:pt>
                <c:pt idx="39149">
                  <c:v>24.55</c:v>
                </c:pt>
                <c:pt idx="39150">
                  <c:v>24.55</c:v>
                </c:pt>
                <c:pt idx="39151">
                  <c:v>24.55</c:v>
                </c:pt>
                <c:pt idx="39152">
                  <c:v>24.55</c:v>
                </c:pt>
                <c:pt idx="39153">
                  <c:v>24.55</c:v>
                </c:pt>
                <c:pt idx="39154">
                  <c:v>24.55</c:v>
                </c:pt>
                <c:pt idx="39155">
                  <c:v>24.55</c:v>
                </c:pt>
                <c:pt idx="39156">
                  <c:v>24.55</c:v>
                </c:pt>
                <c:pt idx="39157">
                  <c:v>24.55</c:v>
                </c:pt>
                <c:pt idx="39158">
                  <c:v>24.55</c:v>
                </c:pt>
                <c:pt idx="39159">
                  <c:v>24.55</c:v>
                </c:pt>
                <c:pt idx="39160">
                  <c:v>24.55</c:v>
                </c:pt>
                <c:pt idx="39161">
                  <c:v>24.55</c:v>
                </c:pt>
                <c:pt idx="39162">
                  <c:v>24.55</c:v>
                </c:pt>
                <c:pt idx="39163">
                  <c:v>24.55</c:v>
                </c:pt>
                <c:pt idx="39164">
                  <c:v>24.55</c:v>
                </c:pt>
                <c:pt idx="39165">
                  <c:v>24.55</c:v>
                </c:pt>
                <c:pt idx="39166">
                  <c:v>24.55</c:v>
                </c:pt>
                <c:pt idx="39167">
                  <c:v>24.55</c:v>
                </c:pt>
                <c:pt idx="39168">
                  <c:v>24.55</c:v>
                </c:pt>
                <c:pt idx="39169">
                  <c:v>24.55</c:v>
                </c:pt>
                <c:pt idx="39170">
                  <c:v>24.55</c:v>
                </c:pt>
                <c:pt idx="39171">
                  <c:v>24.55</c:v>
                </c:pt>
                <c:pt idx="39172">
                  <c:v>24.55</c:v>
                </c:pt>
                <c:pt idx="39173">
                  <c:v>24.55</c:v>
                </c:pt>
                <c:pt idx="39174">
                  <c:v>24.55</c:v>
                </c:pt>
                <c:pt idx="39175">
                  <c:v>24.55</c:v>
                </c:pt>
                <c:pt idx="39176">
                  <c:v>24.55</c:v>
                </c:pt>
                <c:pt idx="39177">
                  <c:v>24.55</c:v>
                </c:pt>
                <c:pt idx="39178">
                  <c:v>24.55</c:v>
                </c:pt>
                <c:pt idx="39179">
                  <c:v>24.55</c:v>
                </c:pt>
                <c:pt idx="39180">
                  <c:v>24.55</c:v>
                </c:pt>
                <c:pt idx="39181">
                  <c:v>24.55</c:v>
                </c:pt>
                <c:pt idx="39182">
                  <c:v>24.55</c:v>
                </c:pt>
                <c:pt idx="39183">
                  <c:v>24.55</c:v>
                </c:pt>
                <c:pt idx="39184">
                  <c:v>24.55</c:v>
                </c:pt>
                <c:pt idx="39185">
                  <c:v>24.55</c:v>
                </c:pt>
                <c:pt idx="39186">
                  <c:v>24.55</c:v>
                </c:pt>
                <c:pt idx="39187">
                  <c:v>24.55</c:v>
                </c:pt>
                <c:pt idx="39188">
                  <c:v>24.55</c:v>
                </c:pt>
                <c:pt idx="39189">
                  <c:v>24.55</c:v>
                </c:pt>
                <c:pt idx="39190">
                  <c:v>24.55</c:v>
                </c:pt>
                <c:pt idx="39191">
                  <c:v>24.55</c:v>
                </c:pt>
                <c:pt idx="39192">
                  <c:v>24.55</c:v>
                </c:pt>
                <c:pt idx="39193">
                  <c:v>24.55</c:v>
                </c:pt>
                <c:pt idx="39194">
                  <c:v>24.55</c:v>
                </c:pt>
                <c:pt idx="39195">
                  <c:v>24.55</c:v>
                </c:pt>
                <c:pt idx="39196">
                  <c:v>24.55</c:v>
                </c:pt>
                <c:pt idx="39197">
                  <c:v>24.55</c:v>
                </c:pt>
                <c:pt idx="39198">
                  <c:v>24.55</c:v>
                </c:pt>
                <c:pt idx="39199">
                  <c:v>24.55</c:v>
                </c:pt>
                <c:pt idx="39200">
                  <c:v>24.55</c:v>
                </c:pt>
                <c:pt idx="39201">
                  <c:v>24.55</c:v>
                </c:pt>
                <c:pt idx="39202">
                  <c:v>24.55</c:v>
                </c:pt>
                <c:pt idx="39203">
                  <c:v>24.55</c:v>
                </c:pt>
                <c:pt idx="39204">
                  <c:v>24.55</c:v>
                </c:pt>
                <c:pt idx="39205">
                  <c:v>24.55</c:v>
                </c:pt>
                <c:pt idx="39206">
                  <c:v>24.55</c:v>
                </c:pt>
                <c:pt idx="39207">
                  <c:v>24.55</c:v>
                </c:pt>
                <c:pt idx="39208">
                  <c:v>24.55</c:v>
                </c:pt>
                <c:pt idx="39209">
                  <c:v>24.55</c:v>
                </c:pt>
                <c:pt idx="39210">
                  <c:v>24.55</c:v>
                </c:pt>
                <c:pt idx="39211">
                  <c:v>24.55</c:v>
                </c:pt>
                <c:pt idx="39212">
                  <c:v>24.55</c:v>
                </c:pt>
                <c:pt idx="39213">
                  <c:v>24.55</c:v>
                </c:pt>
                <c:pt idx="39214">
                  <c:v>24.55</c:v>
                </c:pt>
                <c:pt idx="39215">
                  <c:v>24.55</c:v>
                </c:pt>
                <c:pt idx="39216">
                  <c:v>24.55</c:v>
                </c:pt>
                <c:pt idx="39217">
                  <c:v>24.55</c:v>
                </c:pt>
                <c:pt idx="39218">
                  <c:v>24.55</c:v>
                </c:pt>
                <c:pt idx="39219">
                  <c:v>24.55</c:v>
                </c:pt>
                <c:pt idx="39220">
                  <c:v>24.55</c:v>
                </c:pt>
                <c:pt idx="39221">
                  <c:v>24.55</c:v>
                </c:pt>
                <c:pt idx="39222">
                  <c:v>24.55</c:v>
                </c:pt>
                <c:pt idx="39223">
                  <c:v>24.55</c:v>
                </c:pt>
                <c:pt idx="39224">
                  <c:v>24.55</c:v>
                </c:pt>
                <c:pt idx="39225">
                  <c:v>24.55</c:v>
                </c:pt>
                <c:pt idx="39226">
                  <c:v>24.55</c:v>
                </c:pt>
                <c:pt idx="39227">
                  <c:v>24.55</c:v>
                </c:pt>
                <c:pt idx="39228">
                  <c:v>24.55</c:v>
                </c:pt>
                <c:pt idx="39229">
                  <c:v>24.55</c:v>
                </c:pt>
                <c:pt idx="39230">
                  <c:v>24.55</c:v>
                </c:pt>
                <c:pt idx="39231">
                  <c:v>24.55</c:v>
                </c:pt>
                <c:pt idx="39232">
                  <c:v>24.55</c:v>
                </c:pt>
                <c:pt idx="39233">
                  <c:v>24.55</c:v>
                </c:pt>
                <c:pt idx="39234">
                  <c:v>24.55</c:v>
                </c:pt>
                <c:pt idx="39235">
                  <c:v>24.55</c:v>
                </c:pt>
                <c:pt idx="39236">
                  <c:v>24.55</c:v>
                </c:pt>
                <c:pt idx="39237">
                  <c:v>24.55</c:v>
                </c:pt>
                <c:pt idx="39238">
                  <c:v>24.55</c:v>
                </c:pt>
                <c:pt idx="39239">
                  <c:v>24.55</c:v>
                </c:pt>
                <c:pt idx="39240">
                  <c:v>24.55</c:v>
                </c:pt>
                <c:pt idx="39241">
                  <c:v>24.55</c:v>
                </c:pt>
                <c:pt idx="39242">
                  <c:v>24.55</c:v>
                </c:pt>
                <c:pt idx="39243">
                  <c:v>24.55</c:v>
                </c:pt>
                <c:pt idx="39244">
                  <c:v>24.55</c:v>
                </c:pt>
                <c:pt idx="39245">
                  <c:v>24.55</c:v>
                </c:pt>
                <c:pt idx="39246">
                  <c:v>24.55</c:v>
                </c:pt>
                <c:pt idx="39247">
                  <c:v>24.55</c:v>
                </c:pt>
                <c:pt idx="39248">
                  <c:v>24.55</c:v>
                </c:pt>
                <c:pt idx="39249">
                  <c:v>24.55</c:v>
                </c:pt>
                <c:pt idx="39250">
                  <c:v>24.55</c:v>
                </c:pt>
                <c:pt idx="39251">
                  <c:v>24.55</c:v>
                </c:pt>
                <c:pt idx="39252">
                  <c:v>24.55</c:v>
                </c:pt>
                <c:pt idx="39253">
                  <c:v>24.55</c:v>
                </c:pt>
                <c:pt idx="39254">
                  <c:v>24.55</c:v>
                </c:pt>
                <c:pt idx="39255">
                  <c:v>24.55</c:v>
                </c:pt>
                <c:pt idx="39256">
                  <c:v>24.55</c:v>
                </c:pt>
                <c:pt idx="39257">
                  <c:v>24.55</c:v>
                </c:pt>
                <c:pt idx="39258">
                  <c:v>24.55</c:v>
                </c:pt>
                <c:pt idx="39259">
                  <c:v>24.55</c:v>
                </c:pt>
                <c:pt idx="39260">
                  <c:v>24.55</c:v>
                </c:pt>
                <c:pt idx="39261">
                  <c:v>24.55</c:v>
                </c:pt>
                <c:pt idx="39262">
                  <c:v>24.55</c:v>
                </c:pt>
                <c:pt idx="39263">
                  <c:v>24.55</c:v>
                </c:pt>
                <c:pt idx="39264">
                  <c:v>24.55</c:v>
                </c:pt>
                <c:pt idx="39265">
                  <c:v>24.55</c:v>
                </c:pt>
                <c:pt idx="39266">
                  <c:v>24.55</c:v>
                </c:pt>
                <c:pt idx="39267">
                  <c:v>24.55</c:v>
                </c:pt>
                <c:pt idx="39268">
                  <c:v>24.55</c:v>
                </c:pt>
                <c:pt idx="39269">
                  <c:v>24.55</c:v>
                </c:pt>
                <c:pt idx="39270">
                  <c:v>24.55</c:v>
                </c:pt>
                <c:pt idx="39271">
                  <c:v>24.55</c:v>
                </c:pt>
                <c:pt idx="39272">
                  <c:v>24.55</c:v>
                </c:pt>
                <c:pt idx="39273">
                  <c:v>24.55</c:v>
                </c:pt>
                <c:pt idx="39274">
                  <c:v>24.55</c:v>
                </c:pt>
                <c:pt idx="39275">
                  <c:v>24.55</c:v>
                </c:pt>
                <c:pt idx="39276">
                  <c:v>24.55</c:v>
                </c:pt>
                <c:pt idx="39277">
                  <c:v>24.55</c:v>
                </c:pt>
                <c:pt idx="39278">
                  <c:v>24.55</c:v>
                </c:pt>
                <c:pt idx="39279">
                  <c:v>24.55</c:v>
                </c:pt>
                <c:pt idx="39280">
                  <c:v>24.55</c:v>
                </c:pt>
                <c:pt idx="39281">
                  <c:v>24.55</c:v>
                </c:pt>
                <c:pt idx="39282">
                  <c:v>24.55</c:v>
                </c:pt>
                <c:pt idx="39283">
                  <c:v>24.55</c:v>
                </c:pt>
                <c:pt idx="39284">
                  <c:v>24.55</c:v>
                </c:pt>
                <c:pt idx="39285">
                  <c:v>24.55</c:v>
                </c:pt>
                <c:pt idx="39286">
                  <c:v>24.55</c:v>
                </c:pt>
                <c:pt idx="39287">
                  <c:v>24.55</c:v>
                </c:pt>
                <c:pt idx="39288">
                  <c:v>24.55</c:v>
                </c:pt>
                <c:pt idx="39289">
                  <c:v>24.55</c:v>
                </c:pt>
                <c:pt idx="39290">
                  <c:v>24.55</c:v>
                </c:pt>
                <c:pt idx="39291">
                  <c:v>24.55</c:v>
                </c:pt>
                <c:pt idx="39292">
                  <c:v>24.55</c:v>
                </c:pt>
                <c:pt idx="39293">
                  <c:v>24.55</c:v>
                </c:pt>
                <c:pt idx="39294">
                  <c:v>24.55</c:v>
                </c:pt>
                <c:pt idx="39295">
                  <c:v>24.55</c:v>
                </c:pt>
                <c:pt idx="39296">
                  <c:v>24.55</c:v>
                </c:pt>
                <c:pt idx="39297">
                  <c:v>24.55</c:v>
                </c:pt>
                <c:pt idx="39298">
                  <c:v>24.55</c:v>
                </c:pt>
                <c:pt idx="39299">
                  <c:v>24.55</c:v>
                </c:pt>
                <c:pt idx="39300">
                  <c:v>24.55</c:v>
                </c:pt>
                <c:pt idx="39301">
                  <c:v>24.55</c:v>
                </c:pt>
                <c:pt idx="39302">
                  <c:v>24.55</c:v>
                </c:pt>
                <c:pt idx="39303">
                  <c:v>24.55</c:v>
                </c:pt>
                <c:pt idx="39304">
                  <c:v>24.55</c:v>
                </c:pt>
                <c:pt idx="39305">
                  <c:v>24.55</c:v>
                </c:pt>
                <c:pt idx="39306">
                  <c:v>24.55</c:v>
                </c:pt>
                <c:pt idx="39307">
                  <c:v>24.55</c:v>
                </c:pt>
                <c:pt idx="39308">
                  <c:v>24.55</c:v>
                </c:pt>
                <c:pt idx="39309">
                  <c:v>24.55</c:v>
                </c:pt>
                <c:pt idx="39310">
                  <c:v>24.55</c:v>
                </c:pt>
                <c:pt idx="39311">
                  <c:v>24.55</c:v>
                </c:pt>
                <c:pt idx="39312">
                  <c:v>24.55</c:v>
                </c:pt>
                <c:pt idx="39313">
                  <c:v>24.55</c:v>
                </c:pt>
                <c:pt idx="39314">
                  <c:v>24.55</c:v>
                </c:pt>
                <c:pt idx="39315">
                  <c:v>24.55</c:v>
                </c:pt>
                <c:pt idx="39316">
                  <c:v>24.55</c:v>
                </c:pt>
                <c:pt idx="39317">
                  <c:v>24.55</c:v>
                </c:pt>
                <c:pt idx="39318">
                  <c:v>24.55</c:v>
                </c:pt>
                <c:pt idx="39319">
                  <c:v>24.55</c:v>
                </c:pt>
                <c:pt idx="39320">
                  <c:v>24.55</c:v>
                </c:pt>
                <c:pt idx="39321">
                  <c:v>24.55</c:v>
                </c:pt>
                <c:pt idx="39322">
                  <c:v>24.55</c:v>
                </c:pt>
                <c:pt idx="39323">
                  <c:v>24.55</c:v>
                </c:pt>
                <c:pt idx="39324">
                  <c:v>24.55</c:v>
                </c:pt>
                <c:pt idx="39325">
                  <c:v>24.55</c:v>
                </c:pt>
                <c:pt idx="39326">
                  <c:v>24.55</c:v>
                </c:pt>
                <c:pt idx="39327">
                  <c:v>24.55</c:v>
                </c:pt>
                <c:pt idx="39328">
                  <c:v>24.55</c:v>
                </c:pt>
                <c:pt idx="39329">
                  <c:v>24.5</c:v>
                </c:pt>
                <c:pt idx="39330">
                  <c:v>24.55</c:v>
                </c:pt>
                <c:pt idx="39331">
                  <c:v>24.55</c:v>
                </c:pt>
                <c:pt idx="39332">
                  <c:v>24.55</c:v>
                </c:pt>
                <c:pt idx="39333">
                  <c:v>24.55</c:v>
                </c:pt>
                <c:pt idx="39334">
                  <c:v>24.55</c:v>
                </c:pt>
                <c:pt idx="39335">
                  <c:v>24.55</c:v>
                </c:pt>
                <c:pt idx="39336">
                  <c:v>24.55</c:v>
                </c:pt>
                <c:pt idx="39337">
                  <c:v>24.55</c:v>
                </c:pt>
                <c:pt idx="39338">
                  <c:v>24.55</c:v>
                </c:pt>
                <c:pt idx="39339">
                  <c:v>24.55</c:v>
                </c:pt>
                <c:pt idx="39340">
                  <c:v>24.55</c:v>
                </c:pt>
                <c:pt idx="39341">
                  <c:v>24.55</c:v>
                </c:pt>
                <c:pt idx="39342">
                  <c:v>24.55</c:v>
                </c:pt>
                <c:pt idx="39343">
                  <c:v>24.55</c:v>
                </c:pt>
                <c:pt idx="39344">
                  <c:v>24.55</c:v>
                </c:pt>
                <c:pt idx="39345">
                  <c:v>24.55</c:v>
                </c:pt>
                <c:pt idx="39346">
                  <c:v>24.55</c:v>
                </c:pt>
                <c:pt idx="39347">
                  <c:v>24.55</c:v>
                </c:pt>
                <c:pt idx="39348">
                  <c:v>24.55</c:v>
                </c:pt>
                <c:pt idx="39349">
                  <c:v>24.55</c:v>
                </c:pt>
                <c:pt idx="39350">
                  <c:v>24.55</c:v>
                </c:pt>
                <c:pt idx="39351">
                  <c:v>24.55</c:v>
                </c:pt>
                <c:pt idx="39352">
                  <c:v>24.55</c:v>
                </c:pt>
                <c:pt idx="39353">
                  <c:v>24.55</c:v>
                </c:pt>
                <c:pt idx="39354">
                  <c:v>24.55</c:v>
                </c:pt>
                <c:pt idx="39355">
                  <c:v>24.55</c:v>
                </c:pt>
                <c:pt idx="39356">
                  <c:v>24.55</c:v>
                </c:pt>
                <c:pt idx="39357">
                  <c:v>24.55</c:v>
                </c:pt>
                <c:pt idx="39358">
                  <c:v>24.55</c:v>
                </c:pt>
                <c:pt idx="39359">
                  <c:v>24.55</c:v>
                </c:pt>
                <c:pt idx="39360">
                  <c:v>24.55</c:v>
                </c:pt>
                <c:pt idx="39361">
                  <c:v>24.55</c:v>
                </c:pt>
                <c:pt idx="39362">
                  <c:v>24.55</c:v>
                </c:pt>
                <c:pt idx="39363">
                  <c:v>24.55</c:v>
                </c:pt>
                <c:pt idx="39364">
                  <c:v>24.55</c:v>
                </c:pt>
                <c:pt idx="39365">
                  <c:v>24.55</c:v>
                </c:pt>
                <c:pt idx="39366">
                  <c:v>24.55</c:v>
                </c:pt>
                <c:pt idx="39367">
                  <c:v>24.55</c:v>
                </c:pt>
                <c:pt idx="39368">
                  <c:v>24.55</c:v>
                </c:pt>
                <c:pt idx="39369">
                  <c:v>24.55</c:v>
                </c:pt>
                <c:pt idx="39370">
                  <c:v>24.55</c:v>
                </c:pt>
                <c:pt idx="39371">
                  <c:v>24.55</c:v>
                </c:pt>
                <c:pt idx="39372">
                  <c:v>24.55</c:v>
                </c:pt>
                <c:pt idx="39373">
                  <c:v>24.55</c:v>
                </c:pt>
                <c:pt idx="39374">
                  <c:v>24.55</c:v>
                </c:pt>
                <c:pt idx="39375">
                  <c:v>24.55</c:v>
                </c:pt>
                <c:pt idx="39376">
                  <c:v>24.55</c:v>
                </c:pt>
                <c:pt idx="39377">
                  <c:v>24.55</c:v>
                </c:pt>
                <c:pt idx="39378">
                  <c:v>24.55</c:v>
                </c:pt>
                <c:pt idx="39379">
                  <c:v>24.55</c:v>
                </c:pt>
                <c:pt idx="39380">
                  <c:v>24.55</c:v>
                </c:pt>
                <c:pt idx="39381">
                  <c:v>24.55</c:v>
                </c:pt>
                <c:pt idx="39382">
                  <c:v>24.55</c:v>
                </c:pt>
                <c:pt idx="39383">
                  <c:v>24.55</c:v>
                </c:pt>
                <c:pt idx="39384">
                  <c:v>24.55</c:v>
                </c:pt>
                <c:pt idx="39385">
                  <c:v>24.55</c:v>
                </c:pt>
                <c:pt idx="39386">
                  <c:v>24.55</c:v>
                </c:pt>
                <c:pt idx="39387">
                  <c:v>24.55</c:v>
                </c:pt>
                <c:pt idx="39388">
                  <c:v>24.55</c:v>
                </c:pt>
                <c:pt idx="39389">
                  <c:v>24.55</c:v>
                </c:pt>
                <c:pt idx="39390">
                  <c:v>24.55</c:v>
                </c:pt>
                <c:pt idx="39391">
                  <c:v>24.55</c:v>
                </c:pt>
                <c:pt idx="39392">
                  <c:v>24.55</c:v>
                </c:pt>
                <c:pt idx="39393">
                  <c:v>24.55</c:v>
                </c:pt>
                <c:pt idx="39394">
                  <c:v>24.55</c:v>
                </c:pt>
                <c:pt idx="39395">
                  <c:v>24.55</c:v>
                </c:pt>
                <c:pt idx="39396">
                  <c:v>24.55</c:v>
                </c:pt>
                <c:pt idx="39397">
                  <c:v>24.55</c:v>
                </c:pt>
                <c:pt idx="39398">
                  <c:v>24.55</c:v>
                </c:pt>
                <c:pt idx="39399">
                  <c:v>24.55</c:v>
                </c:pt>
                <c:pt idx="39400">
                  <c:v>24.55</c:v>
                </c:pt>
                <c:pt idx="39401">
                  <c:v>24.55</c:v>
                </c:pt>
                <c:pt idx="39402">
                  <c:v>24.55</c:v>
                </c:pt>
                <c:pt idx="39403">
                  <c:v>24.55</c:v>
                </c:pt>
                <c:pt idx="39404">
                  <c:v>24.55</c:v>
                </c:pt>
                <c:pt idx="39405">
                  <c:v>24.55</c:v>
                </c:pt>
                <c:pt idx="39406">
                  <c:v>24.55</c:v>
                </c:pt>
                <c:pt idx="39407">
                  <c:v>24.55</c:v>
                </c:pt>
                <c:pt idx="39408">
                  <c:v>24.5</c:v>
                </c:pt>
                <c:pt idx="39409">
                  <c:v>24.55</c:v>
                </c:pt>
                <c:pt idx="39410">
                  <c:v>24.55</c:v>
                </c:pt>
                <c:pt idx="39411">
                  <c:v>24.55</c:v>
                </c:pt>
                <c:pt idx="39412">
                  <c:v>24.55</c:v>
                </c:pt>
                <c:pt idx="39413">
                  <c:v>24.55</c:v>
                </c:pt>
                <c:pt idx="39414">
                  <c:v>24.55</c:v>
                </c:pt>
                <c:pt idx="39415">
                  <c:v>24.55</c:v>
                </c:pt>
                <c:pt idx="39416">
                  <c:v>24.55</c:v>
                </c:pt>
                <c:pt idx="39417">
                  <c:v>24.55</c:v>
                </c:pt>
                <c:pt idx="39418">
                  <c:v>24.55</c:v>
                </c:pt>
                <c:pt idx="39419">
                  <c:v>24.55</c:v>
                </c:pt>
                <c:pt idx="39420">
                  <c:v>24.55</c:v>
                </c:pt>
                <c:pt idx="39421">
                  <c:v>24.55</c:v>
                </c:pt>
                <c:pt idx="39422">
                  <c:v>24.55</c:v>
                </c:pt>
                <c:pt idx="39423">
                  <c:v>24.55</c:v>
                </c:pt>
                <c:pt idx="39424">
                  <c:v>24.5</c:v>
                </c:pt>
                <c:pt idx="39425">
                  <c:v>24.55</c:v>
                </c:pt>
                <c:pt idx="39426">
                  <c:v>24.55</c:v>
                </c:pt>
                <c:pt idx="39427">
                  <c:v>24.55</c:v>
                </c:pt>
                <c:pt idx="39428">
                  <c:v>24.55</c:v>
                </c:pt>
                <c:pt idx="39429">
                  <c:v>24.55</c:v>
                </c:pt>
                <c:pt idx="39430">
                  <c:v>24.55</c:v>
                </c:pt>
                <c:pt idx="39431">
                  <c:v>24.55</c:v>
                </c:pt>
                <c:pt idx="39432">
                  <c:v>24.55</c:v>
                </c:pt>
                <c:pt idx="39433">
                  <c:v>24.55</c:v>
                </c:pt>
                <c:pt idx="39434">
                  <c:v>24.55</c:v>
                </c:pt>
                <c:pt idx="39435">
                  <c:v>24.55</c:v>
                </c:pt>
                <c:pt idx="39436">
                  <c:v>24.55</c:v>
                </c:pt>
                <c:pt idx="39437">
                  <c:v>24.55</c:v>
                </c:pt>
                <c:pt idx="39438">
                  <c:v>24.55</c:v>
                </c:pt>
                <c:pt idx="39439">
                  <c:v>24.55</c:v>
                </c:pt>
                <c:pt idx="39440">
                  <c:v>24.55</c:v>
                </c:pt>
                <c:pt idx="39441">
                  <c:v>24.55</c:v>
                </c:pt>
                <c:pt idx="39442">
                  <c:v>24.55</c:v>
                </c:pt>
                <c:pt idx="39443">
                  <c:v>24.55</c:v>
                </c:pt>
                <c:pt idx="39444">
                  <c:v>24.55</c:v>
                </c:pt>
                <c:pt idx="39445">
                  <c:v>24.55</c:v>
                </c:pt>
                <c:pt idx="39446">
                  <c:v>24.55</c:v>
                </c:pt>
                <c:pt idx="39447">
                  <c:v>24.55</c:v>
                </c:pt>
                <c:pt idx="39448">
                  <c:v>24.55</c:v>
                </c:pt>
                <c:pt idx="39449">
                  <c:v>24.55</c:v>
                </c:pt>
                <c:pt idx="39450">
                  <c:v>24.55</c:v>
                </c:pt>
                <c:pt idx="39451">
                  <c:v>24.5</c:v>
                </c:pt>
                <c:pt idx="39452">
                  <c:v>24.55</c:v>
                </c:pt>
                <c:pt idx="39453">
                  <c:v>24.55</c:v>
                </c:pt>
                <c:pt idx="39454">
                  <c:v>24.55</c:v>
                </c:pt>
                <c:pt idx="39455">
                  <c:v>24.55</c:v>
                </c:pt>
                <c:pt idx="39456">
                  <c:v>24.5</c:v>
                </c:pt>
                <c:pt idx="39457">
                  <c:v>24.5</c:v>
                </c:pt>
                <c:pt idx="39458">
                  <c:v>24.55</c:v>
                </c:pt>
                <c:pt idx="39459">
                  <c:v>24.55</c:v>
                </c:pt>
                <c:pt idx="39460">
                  <c:v>24.55</c:v>
                </c:pt>
                <c:pt idx="39461">
                  <c:v>24.55</c:v>
                </c:pt>
                <c:pt idx="39462">
                  <c:v>24.55</c:v>
                </c:pt>
                <c:pt idx="39463">
                  <c:v>24.55</c:v>
                </c:pt>
                <c:pt idx="39464">
                  <c:v>24.55</c:v>
                </c:pt>
                <c:pt idx="39465">
                  <c:v>24.55</c:v>
                </c:pt>
                <c:pt idx="39466">
                  <c:v>24.55</c:v>
                </c:pt>
                <c:pt idx="39467">
                  <c:v>24.55</c:v>
                </c:pt>
                <c:pt idx="39468">
                  <c:v>24.55</c:v>
                </c:pt>
                <c:pt idx="39469">
                  <c:v>24.55</c:v>
                </c:pt>
                <c:pt idx="39470">
                  <c:v>24.55</c:v>
                </c:pt>
                <c:pt idx="39471">
                  <c:v>24.55</c:v>
                </c:pt>
                <c:pt idx="39472">
                  <c:v>24.55</c:v>
                </c:pt>
                <c:pt idx="39473">
                  <c:v>24.55</c:v>
                </c:pt>
                <c:pt idx="39474">
                  <c:v>24.55</c:v>
                </c:pt>
                <c:pt idx="39475">
                  <c:v>24.55</c:v>
                </c:pt>
                <c:pt idx="39476">
                  <c:v>24.55</c:v>
                </c:pt>
                <c:pt idx="39477">
                  <c:v>24.55</c:v>
                </c:pt>
                <c:pt idx="39478">
                  <c:v>24.55</c:v>
                </c:pt>
                <c:pt idx="39479">
                  <c:v>24.55</c:v>
                </c:pt>
                <c:pt idx="39480">
                  <c:v>24.55</c:v>
                </c:pt>
                <c:pt idx="39481">
                  <c:v>24.55</c:v>
                </c:pt>
                <c:pt idx="39482">
                  <c:v>24.55</c:v>
                </c:pt>
                <c:pt idx="39483">
                  <c:v>24.55</c:v>
                </c:pt>
                <c:pt idx="39484">
                  <c:v>24.55</c:v>
                </c:pt>
                <c:pt idx="39485">
                  <c:v>24.55</c:v>
                </c:pt>
                <c:pt idx="39486">
                  <c:v>24.55</c:v>
                </c:pt>
                <c:pt idx="39487">
                  <c:v>24.55</c:v>
                </c:pt>
                <c:pt idx="39488">
                  <c:v>24.55</c:v>
                </c:pt>
                <c:pt idx="39489">
                  <c:v>24.55</c:v>
                </c:pt>
                <c:pt idx="39490">
                  <c:v>24.55</c:v>
                </c:pt>
                <c:pt idx="39491">
                  <c:v>24.55</c:v>
                </c:pt>
                <c:pt idx="39492">
                  <c:v>24.55</c:v>
                </c:pt>
                <c:pt idx="39493">
                  <c:v>24.55</c:v>
                </c:pt>
                <c:pt idx="39494">
                  <c:v>24.55</c:v>
                </c:pt>
                <c:pt idx="39495">
                  <c:v>24.55</c:v>
                </c:pt>
                <c:pt idx="39496">
                  <c:v>24.55</c:v>
                </c:pt>
                <c:pt idx="39497">
                  <c:v>24.55</c:v>
                </c:pt>
                <c:pt idx="39498">
                  <c:v>24.55</c:v>
                </c:pt>
                <c:pt idx="39499">
                  <c:v>24.55</c:v>
                </c:pt>
                <c:pt idx="39500">
                  <c:v>24.55</c:v>
                </c:pt>
                <c:pt idx="39501">
                  <c:v>24.55</c:v>
                </c:pt>
                <c:pt idx="39502">
                  <c:v>24.55</c:v>
                </c:pt>
                <c:pt idx="39503">
                  <c:v>24.55</c:v>
                </c:pt>
                <c:pt idx="39504">
                  <c:v>24.55</c:v>
                </c:pt>
                <c:pt idx="39505">
                  <c:v>24.55</c:v>
                </c:pt>
                <c:pt idx="39506">
                  <c:v>24.55</c:v>
                </c:pt>
                <c:pt idx="39507">
                  <c:v>24.55</c:v>
                </c:pt>
                <c:pt idx="39508">
                  <c:v>24.55</c:v>
                </c:pt>
                <c:pt idx="39509">
                  <c:v>24.55</c:v>
                </c:pt>
                <c:pt idx="39510">
                  <c:v>24.55</c:v>
                </c:pt>
                <c:pt idx="39511">
                  <c:v>24.55</c:v>
                </c:pt>
                <c:pt idx="39512">
                  <c:v>24.5</c:v>
                </c:pt>
                <c:pt idx="39513">
                  <c:v>24.55</c:v>
                </c:pt>
                <c:pt idx="39514">
                  <c:v>24.5</c:v>
                </c:pt>
                <c:pt idx="39515">
                  <c:v>24.5</c:v>
                </c:pt>
                <c:pt idx="39516">
                  <c:v>24.55</c:v>
                </c:pt>
                <c:pt idx="39517">
                  <c:v>24.5</c:v>
                </c:pt>
                <c:pt idx="39518">
                  <c:v>24.55</c:v>
                </c:pt>
                <c:pt idx="39519">
                  <c:v>24.5</c:v>
                </c:pt>
                <c:pt idx="39520">
                  <c:v>24.5</c:v>
                </c:pt>
                <c:pt idx="39521">
                  <c:v>24.5</c:v>
                </c:pt>
                <c:pt idx="39522">
                  <c:v>24.5</c:v>
                </c:pt>
                <c:pt idx="39523">
                  <c:v>24.5</c:v>
                </c:pt>
                <c:pt idx="39524">
                  <c:v>24.55</c:v>
                </c:pt>
                <c:pt idx="39525">
                  <c:v>24.55</c:v>
                </c:pt>
                <c:pt idx="39526">
                  <c:v>24.55</c:v>
                </c:pt>
                <c:pt idx="39527">
                  <c:v>24.55</c:v>
                </c:pt>
                <c:pt idx="39528">
                  <c:v>24.5</c:v>
                </c:pt>
                <c:pt idx="39529">
                  <c:v>24.55</c:v>
                </c:pt>
                <c:pt idx="39530">
                  <c:v>24.55</c:v>
                </c:pt>
                <c:pt idx="39531">
                  <c:v>24.55</c:v>
                </c:pt>
                <c:pt idx="39532">
                  <c:v>24.55</c:v>
                </c:pt>
                <c:pt idx="39533">
                  <c:v>24.55</c:v>
                </c:pt>
                <c:pt idx="39534">
                  <c:v>24.55</c:v>
                </c:pt>
                <c:pt idx="39535">
                  <c:v>24.55</c:v>
                </c:pt>
                <c:pt idx="39536">
                  <c:v>24.55</c:v>
                </c:pt>
                <c:pt idx="39537">
                  <c:v>24.5</c:v>
                </c:pt>
                <c:pt idx="39538">
                  <c:v>24.5</c:v>
                </c:pt>
                <c:pt idx="39539">
                  <c:v>24.5</c:v>
                </c:pt>
                <c:pt idx="39540">
                  <c:v>24.5</c:v>
                </c:pt>
                <c:pt idx="39541">
                  <c:v>24.5</c:v>
                </c:pt>
                <c:pt idx="39542">
                  <c:v>24.5</c:v>
                </c:pt>
                <c:pt idx="39543">
                  <c:v>24.5</c:v>
                </c:pt>
                <c:pt idx="39544">
                  <c:v>24.5</c:v>
                </c:pt>
                <c:pt idx="39545">
                  <c:v>24.55</c:v>
                </c:pt>
                <c:pt idx="39546">
                  <c:v>24.55</c:v>
                </c:pt>
                <c:pt idx="39547">
                  <c:v>24.55</c:v>
                </c:pt>
                <c:pt idx="39548">
                  <c:v>24.55</c:v>
                </c:pt>
                <c:pt idx="39549">
                  <c:v>24.55</c:v>
                </c:pt>
                <c:pt idx="39550">
                  <c:v>24.55</c:v>
                </c:pt>
                <c:pt idx="39551">
                  <c:v>24.55</c:v>
                </c:pt>
                <c:pt idx="39552">
                  <c:v>24.55</c:v>
                </c:pt>
                <c:pt idx="39553">
                  <c:v>24.55</c:v>
                </c:pt>
                <c:pt idx="39554">
                  <c:v>24.55</c:v>
                </c:pt>
                <c:pt idx="39555">
                  <c:v>24.55</c:v>
                </c:pt>
                <c:pt idx="39556">
                  <c:v>24.55</c:v>
                </c:pt>
                <c:pt idx="39557">
                  <c:v>24.55</c:v>
                </c:pt>
                <c:pt idx="39558">
                  <c:v>24.55</c:v>
                </c:pt>
                <c:pt idx="39559">
                  <c:v>24.55</c:v>
                </c:pt>
                <c:pt idx="39560">
                  <c:v>24.55</c:v>
                </c:pt>
                <c:pt idx="39561">
                  <c:v>24.55</c:v>
                </c:pt>
                <c:pt idx="39562">
                  <c:v>24.55</c:v>
                </c:pt>
                <c:pt idx="39563">
                  <c:v>24.55</c:v>
                </c:pt>
                <c:pt idx="39564">
                  <c:v>24.55</c:v>
                </c:pt>
                <c:pt idx="39565">
                  <c:v>24.55</c:v>
                </c:pt>
                <c:pt idx="39566">
                  <c:v>24.55</c:v>
                </c:pt>
                <c:pt idx="39567">
                  <c:v>24.55</c:v>
                </c:pt>
                <c:pt idx="39568">
                  <c:v>24.55</c:v>
                </c:pt>
                <c:pt idx="39569">
                  <c:v>24.55</c:v>
                </c:pt>
                <c:pt idx="39570">
                  <c:v>24.55</c:v>
                </c:pt>
                <c:pt idx="39571">
                  <c:v>24.55</c:v>
                </c:pt>
                <c:pt idx="39572">
                  <c:v>24.55</c:v>
                </c:pt>
                <c:pt idx="39573">
                  <c:v>24.55</c:v>
                </c:pt>
                <c:pt idx="39574">
                  <c:v>24.55</c:v>
                </c:pt>
                <c:pt idx="39575">
                  <c:v>24.55</c:v>
                </c:pt>
                <c:pt idx="39576">
                  <c:v>24.55</c:v>
                </c:pt>
                <c:pt idx="39577">
                  <c:v>24.55</c:v>
                </c:pt>
                <c:pt idx="39578">
                  <c:v>24.55</c:v>
                </c:pt>
                <c:pt idx="39579">
                  <c:v>24.55</c:v>
                </c:pt>
                <c:pt idx="39580">
                  <c:v>24.55</c:v>
                </c:pt>
                <c:pt idx="39581">
                  <c:v>24.55</c:v>
                </c:pt>
                <c:pt idx="39582">
                  <c:v>24.55</c:v>
                </c:pt>
                <c:pt idx="39583">
                  <c:v>24.5</c:v>
                </c:pt>
                <c:pt idx="39584">
                  <c:v>24.55</c:v>
                </c:pt>
                <c:pt idx="39585">
                  <c:v>24.5</c:v>
                </c:pt>
                <c:pt idx="39586">
                  <c:v>24.5</c:v>
                </c:pt>
                <c:pt idx="39587">
                  <c:v>24.5</c:v>
                </c:pt>
                <c:pt idx="39588">
                  <c:v>24.5</c:v>
                </c:pt>
                <c:pt idx="39589">
                  <c:v>24.5</c:v>
                </c:pt>
                <c:pt idx="39590">
                  <c:v>24.55</c:v>
                </c:pt>
                <c:pt idx="39591">
                  <c:v>24.5</c:v>
                </c:pt>
                <c:pt idx="39592">
                  <c:v>24.55</c:v>
                </c:pt>
                <c:pt idx="39593">
                  <c:v>24.55</c:v>
                </c:pt>
                <c:pt idx="39594">
                  <c:v>24.55</c:v>
                </c:pt>
                <c:pt idx="39595">
                  <c:v>24.55</c:v>
                </c:pt>
                <c:pt idx="39596">
                  <c:v>24.55</c:v>
                </c:pt>
                <c:pt idx="39597">
                  <c:v>24.55</c:v>
                </c:pt>
                <c:pt idx="39598">
                  <c:v>24.55</c:v>
                </c:pt>
                <c:pt idx="39599">
                  <c:v>24.55</c:v>
                </c:pt>
                <c:pt idx="39600">
                  <c:v>24.55</c:v>
                </c:pt>
                <c:pt idx="39601">
                  <c:v>24.55</c:v>
                </c:pt>
                <c:pt idx="39602">
                  <c:v>24.55</c:v>
                </c:pt>
                <c:pt idx="39603">
                  <c:v>24.55</c:v>
                </c:pt>
                <c:pt idx="39604">
                  <c:v>24.55</c:v>
                </c:pt>
                <c:pt idx="39605">
                  <c:v>24.55</c:v>
                </c:pt>
                <c:pt idx="39606">
                  <c:v>24.55</c:v>
                </c:pt>
                <c:pt idx="39607">
                  <c:v>24.55</c:v>
                </c:pt>
                <c:pt idx="39608">
                  <c:v>24.55</c:v>
                </c:pt>
                <c:pt idx="39609">
                  <c:v>24.55</c:v>
                </c:pt>
                <c:pt idx="39610">
                  <c:v>24.55</c:v>
                </c:pt>
                <c:pt idx="39611">
                  <c:v>24.55</c:v>
                </c:pt>
                <c:pt idx="39612">
                  <c:v>24.55</c:v>
                </c:pt>
                <c:pt idx="39613">
                  <c:v>24.55</c:v>
                </c:pt>
                <c:pt idx="39614">
                  <c:v>24.55</c:v>
                </c:pt>
                <c:pt idx="39615">
                  <c:v>24.55</c:v>
                </c:pt>
                <c:pt idx="39616">
                  <c:v>24.55</c:v>
                </c:pt>
                <c:pt idx="39617">
                  <c:v>24.55</c:v>
                </c:pt>
                <c:pt idx="39618">
                  <c:v>24.55</c:v>
                </c:pt>
                <c:pt idx="39619">
                  <c:v>24.5</c:v>
                </c:pt>
                <c:pt idx="39620">
                  <c:v>24.5</c:v>
                </c:pt>
                <c:pt idx="39621">
                  <c:v>24.55</c:v>
                </c:pt>
                <c:pt idx="39622">
                  <c:v>24.55</c:v>
                </c:pt>
                <c:pt idx="39623">
                  <c:v>24.55</c:v>
                </c:pt>
                <c:pt idx="39624">
                  <c:v>24.55</c:v>
                </c:pt>
                <c:pt idx="39625">
                  <c:v>24.55</c:v>
                </c:pt>
                <c:pt idx="39626">
                  <c:v>24.5</c:v>
                </c:pt>
                <c:pt idx="39627">
                  <c:v>24.55</c:v>
                </c:pt>
                <c:pt idx="39628">
                  <c:v>24.55</c:v>
                </c:pt>
                <c:pt idx="39629">
                  <c:v>24.55</c:v>
                </c:pt>
                <c:pt idx="39630">
                  <c:v>24.5</c:v>
                </c:pt>
                <c:pt idx="39631">
                  <c:v>24.5</c:v>
                </c:pt>
                <c:pt idx="39632">
                  <c:v>24.55</c:v>
                </c:pt>
                <c:pt idx="39633">
                  <c:v>24.55</c:v>
                </c:pt>
                <c:pt idx="39634">
                  <c:v>24.55</c:v>
                </c:pt>
                <c:pt idx="39635">
                  <c:v>24.55</c:v>
                </c:pt>
                <c:pt idx="39636">
                  <c:v>24.55</c:v>
                </c:pt>
                <c:pt idx="39637">
                  <c:v>24.55</c:v>
                </c:pt>
                <c:pt idx="39638">
                  <c:v>24.5</c:v>
                </c:pt>
                <c:pt idx="39639">
                  <c:v>24.55</c:v>
                </c:pt>
                <c:pt idx="39640">
                  <c:v>24.5</c:v>
                </c:pt>
                <c:pt idx="39641">
                  <c:v>24.5</c:v>
                </c:pt>
                <c:pt idx="39642">
                  <c:v>24.55</c:v>
                </c:pt>
                <c:pt idx="39643">
                  <c:v>24.5</c:v>
                </c:pt>
                <c:pt idx="39644">
                  <c:v>24.55</c:v>
                </c:pt>
                <c:pt idx="39645">
                  <c:v>24.5</c:v>
                </c:pt>
                <c:pt idx="39646">
                  <c:v>24.55</c:v>
                </c:pt>
                <c:pt idx="39647">
                  <c:v>24.55</c:v>
                </c:pt>
                <c:pt idx="39648">
                  <c:v>24.5</c:v>
                </c:pt>
                <c:pt idx="39649">
                  <c:v>24.55</c:v>
                </c:pt>
                <c:pt idx="39650">
                  <c:v>24.55</c:v>
                </c:pt>
                <c:pt idx="39651">
                  <c:v>24.55</c:v>
                </c:pt>
                <c:pt idx="39652">
                  <c:v>24.55</c:v>
                </c:pt>
                <c:pt idx="39653">
                  <c:v>24.55</c:v>
                </c:pt>
                <c:pt idx="39654">
                  <c:v>24.55</c:v>
                </c:pt>
                <c:pt idx="39655">
                  <c:v>24.55</c:v>
                </c:pt>
                <c:pt idx="39656">
                  <c:v>24.55</c:v>
                </c:pt>
                <c:pt idx="39657">
                  <c:v>24.55</c:v>
                </c:pt>
                <c:pt idx="39658">
                  <c:v>24.55</c:v>
                </c:pt>
                <c:pt idx="39659">
                  <c:v>24.55</c:v>
                </c:pt>
                <c:pt idx="39660">
                  <c:v>24.55</c:v>
                </c:pt>
                <c:pt idx="39661">
                  <c:v>24.55</c:v>
                </c:pt>
                <c:pt idx="39662">
                  <c:v>24.55</c:v>
                </c:pt>
                <c:pt idx="39663">
                  <c:v>24.55</c:v>
                </c:pt>
                <c:pt idx="39664">
                  <c:v>24.55</c:v>
                </c:pt>
                <c:pt idx="39665">
                  <c:v>24.55</c:v>
                </c:pt>
                <c:pt idx="39666">
                  <c:v>24.55</c:v>
                </c:pt>
                <c:pt idx="39667">
                  <c:v>24.55</c:v>
                </c:pt>
                <c:pt idx="39668">
                  <c:v>24.55</c:v>
                </c:pt>
                <c:pt idx="39669">
                  <c:v>24.55</c:v>
                </c:pt>
                <c:pt idx="39670">
                  <c:v>24.55</c:v>
                </c:pt>
                <c:pt idx="39671">
                  <c:v>24.55</c:v>
                </c:pt>
                <c:pt idx="39672">
                  <c:v>24.55</c:v>
                </c:pt>
                <c:pt idx="39673">
                  <c:v>24.55</c:v>
                </c:pt>
                <c:pt idx="39674">
                  <c:v>24.55</c:v>
                </c:pt>
                <c:pt idx="39675">
                  <c:v>24.55</c:v>
                </c:pt>
                <c:pt idx="39676">
                  <c:v>24.55</c:v>
                </c:pt>
                <c:pt idx="39677">
                  <c:v>24.55</c:v>
                </c:pt>
                <c:pt idx="39678">
                  <c:v>24.55</c:v>
                </c:pt>
                <c:pt idx="39679">
                  <c:v>24.55</c:v>
                </c:pt>
                <c:pt idx="39680">
                  <c:v>24.55</c:v>
                </c:pt>
                <c:pt idx="39681">
                  <c:v>24.55</c:v>
                </c:pt>
                <c:pt idx="39682">
                  <c:v>24.55</c:v>
                </c:pt>
                <c:pt idx="39683">
                  <c:v>24.55</c:v>
                </c:pt>
                <c:pt idx="39684">
                  <c:v>24.55</c:v>
                </c:pt>
                <c:pt idx="39685">
                  <c:v>24.55</c:v>
                </c:pt>
                <c:pt idx="39686">
                  <c:v>24.55</c:v>
                </c:pt>
                <c:pt idx="39687">
                  <c:v>24.55</c:v>
                </c:pt>
                <c:pt idx="39688">
                  <c:v>24.55</c:v>
                </c:pt>
                <c:pt idx="39689">
                  <c:v>24.55</c:v>
                </c:pt>
                <c:pt idx="39690">
                  <c:v>24.55</c:v>
                </c:pt>
                <c:pt idx="39691">
                  <c:v>24.55</c:v>
                </c:pt>
                <c:pt idx="39692">
                  <c:v>24.55</c:v>
                </c:pt>
                <c:pt idx="39693">
                  <c:v>24.55</c:v>
                </c:pt>
                <c:pt idx="39694">
                  <c:v>24.55</c:v>
                </c:pt>
                <c:pt idx="39695">
                  <c:v>24.55</c:v>
                </c:pt>
                <c:pt idx="39696">
                  <c:v>24.55</c:v>
                </c:pt>
                <c:pt idx="39697">
                  <c:v>24.55</c:v>
                </c:pt>
                <c:pt idx="39698">
                  <c:v>24.55</c:v>
                </c:pt>
                <c:pt idx="39699">
                  <c:v>24.55</c:v>
                </c:pt>
                <c:pt idx="39700">
                  <c:v>24.55</c:v>
                </c:pt>
                <c:pt idx="39701">
                  <c:v>24.55</c:v>
                </c:pt>
                <c:pt idx="39702">
                  <c:v>24.55</c:v>
                </c:pt>
                <c:pt idx="39703">
                  <c:v>24.55</c:v>
                </c:pt>
                <c:pt idx="39704">
                  <c:v>24.55</c:v>
                </c:pt>
                <c:pt idx="39705">
                  <c:v>24.55</c:v>
                </c:pt>
                <c:pt idx="39706">
                  <c:v>24.55</c:v>
                </c:pt>
                <c:pt idx="39707">
                  <c:v>24.55</c:v>
                </c:pt>
                <c:pt idx="39708">
                  <c:v>24.55</c:v>
                </c:pt>
                <c:pt idx="39709">
                  <c:v>24.55</c:v>
                </c:pt>
                <c:pt idx="39710">
                  <c:v>24.55</c:v>
                </c:pt>
                <c:pt idx="39711">
                  <c:v>24.55</c:v>
                </c:pt>
                <c:pt idx="39712">
                  <c:v>24.55</c:v>
                </c:pt>
                <c:pt idx="39713">
                  <c:v>24.55</c:v>
                </c:pt>
                <c:pt idx="39714">
                  <c:v>24.55</c:v>
                </c:pt>
                <c:pt idx="39715">
                  <c:v>24.55</c:v>
                </c:pt>
                <c:pt idx="39716">
                  <c:v>24.55</c:v>
                </c:pt>
                <c:pt idx="39717">
                  <c:v>24.55</c:v>
                </c:pt>
                <c:pt idx="39718">
                  <c:v>24.55</c:v>
                </c:pt>
                <c:pt idx="39719">
                  <c:v>24.55</c:v>
                </c:pt>
                <c:pt idx="39720">
                  <c:v>24.55</c:v>
                </c:pt>
                <c:pt idx="39721">
                  <c:v>24.55</c:v>
                </c:pt>
                <c:pt idx="39722">
                  <c:v>24.55</c:v>
                </c:pt>
                <c:pt idx="39723">
                  <c:v>24.55</c:v>
                </c:pt>
                <c:pt idx="39724">
                  <c:v>24.55</c:v>
                </c:pt>
                <c:pt idx="39725">
                  <c:v>24.55</c:v>
                </c:pt>
                <c:pt idx="39726">
                  <c:v>24.55</c:v>
                </c:pt>
                <c:pt idx="39727">
                  <c:v>24.55</c:v>
                </c:pt>
                <c:pt idx="39728">
                  <c:v>24.55</c:v>
                </c:pt>
                <c:pt idx="39729">
                  <c:v>24.55</c:v>
                </c:pt>
                <c:pt idx="39730">
                  <c:v>24.55</c:v>
                </c:pt>
                <c:pt idx="39731">
                  <c:v>24.55</c:v>
                </c:pt>
                <c:pt idx="39732">
                  <c:v>24.55</c:v>
                </c:pt>
                <c:pt idx="39733">
                  <c:v>24.55</c:v>
                </c:pt>
                <c:pt idx="39734">
                  <c:v>24.55</c:v>
                </c:pt>
                <c:pt idx="39735">
                  <c:v>24.55</c:v>
                </c:pt>
                <c:pt idx="39736">
                  <c:v>24.55</c:v>
                </c:pt>
                <c:pt idx="39737">
                  <c:v>24.55</c:v>
                </c:pt>
                <c:pt idx="39738">
                  <c:v>24.55</c:v>
                </c:pt>
                <c:pt idx="39739">
                  <c:v>24.55</c:v>
                </c:pt>
                <c:pt idx="39740">
                  <c:v>24.55</c:v>
                </c:pt>
                <c:pt idx="39741">
                  <c:v>24.55</c:v>
                </c:pt>
                <c:pt idx="39742">
                  <c:v>24.55</c:v>
                </c:pt>
                <c:pt idx="39743">
                  <c:v>24.55</c:v>
                </c:pt>
                <c:pt idx="39744">
                  <c:v>24.55</c:v>
                </c:pt>
                <c:pt idx="39745">
                  <c:v>24.55</c:v>
                </c:pt>
                <c:pt idx="39746">
                  <c:v>24.55</c:v>
                </c:pt>
                <c:pt idx="39747">
                  <c:v>24.55</c:v>
                </c:pt>
                <c:pt idx="39748">
                  <c:v>24.55</c:v>
                </c:pt>
                <c:pt idx="39749">
                  <c:v>24.55</c:v>
                </c:pt>
                <c:pt idx="39750">
                  <c:v>24.55</c:v>
                </c:pt>
                <c:pt idx="39751">
                  <c:v>24.55</c:v>
                </c:pt>
                <c:pt idx="39752">
                  <c:v>24.55</c:v>
                </c:pt>
                <c:pt idx="39753">
                  <c:v>24.5</c:v>
                </c:pt>
                <c:pt idx="39754">
                  <c:v>24.55</c:v>
                </c:pt>
                <c:pt idx="39755">
                  <c:v>24.55</c:v>
                </c:pt>
                <c:pt idx="39756">
                  <c:v>24.5</c:v>
                </c:pt>
                <c:pt idx="39757">
                  <c:v>24.55</c:v>
                </c:pt>
                <c:pt idx="39758">
                  <c:v>24.55</c:v>
                </c:pt>
                <c:pt idx="39759">
                  <c:v>24.55</c:v>
                </c:pt>
                <c:pt idx="39760">
                  <c:v>24.55</c:v>
                </c:pt>
                <c:pt idx="39761">
                  <c:v>24.55</c:v>
                </c:pt>
                <c:pt idx="39762">
                  <c:v>24.55</c:v>
                </c:pt>
                <c:pt idx="39763">
                  <c:v>24.5</c:v>
                </c:pt>
                <c:pt idx="39764">
                  <c:v>24.55</c:v>
                </c:pt>
                <c:pt idx="39765">
                  <c:v>24.55</c:v>
                </c:pt>
                <c:pt idx="39766">
                  <c:v>24.55</c:v>
                </c:pt>
                <c:pt idx="39767">
                  <c:v>24.55</c:v>
                </c:pt>
                <c:pt idx="39768">
                  <c:v>24.55</c:v>
                </c:pt>
                <c:pt idx="39769">
                  <c:v>24.55</c:v>
                </c:pt>
                <c:pt idx="39770">
                  <c:v>24.55</c:v>
                </c:pt>
                <c:pt idx="39771">
                  <c:v>24.55</c:v>
                </c:pt>
                <c:pt idx="39772">
                  <c:v>24.55</c:v>
                </c:pt>
                <c:pt idx="39773">
                  <c:v>24.55</c:v>
                </c:pt>
                <c:pt idx="39774">
                  <c:v>24.55</c:v>
                </c:pt>
                <c:pt idx="39775">
                  <c:v>24.55</c:v>
                </c:pt>
                <c:pt idx="39776">
                  <c:v>24.55</c:v>
                </c:pt>
                <c:pt idx="39777">
                  <c:v>24.55</c:v>
                </c:pt>
                <c:pt idx="39778">
                  <c:v>24.55</c:v>
                </c:pt>
                <c:pt idx="39779">
                  <c:v>24.55</c:v>
                </c:pt>
                <c:pt idx="39780">
                  <c:v>24.55</c:v>
                </c:pt>
                <c:pt idx="39781">
                  <c:v>24.55</c:v>
                </c:pt>
                <c:pt idx="39782">
                  <c:v>24.55</c:v>
                </c:pt>
                <c:pt idx="39783">
                  <c:v>24.5</c:v>
                </c:pt>
                <c:pt idx="39784">
                  <c:v>24.55</c:v>
                </c:pt>
                <c:pt idx="39785">
                  <c:v>24.5</c:v>
                </c:pt>
                <c:pt idx="39786">
                  <c:v>24.55</c:v>
                </c:pt>
                <c:pt idx="39787">
                  <c:v>24.5</c:v>
                </c:pt>
                <c:pt idx="39788">
                  <c:v>24.55</c:v>
                </c:pt>
                <c:pt idx="39789">
                  <c:v>24.55</c:v>
                </c:pt>
                <c:pt idx="39790">
                  <c:v>24.5</c:v>
                </c:pt>
                <c:pt idx="39791">
                  <c:v>24.5</c:v>
                </c:pt>
                <c:pt idx="39792">
                  <c:v>24.55</c:v>
                </c:pt>
                <c:pt idx="39793">
                  <c:v>24.55</c:v>
                </c:pt>
                <c:pt idx="39794">
                  <c:v>24.55</c:v>
                </c:pt>
                <c:pt idx="39795">
                  <c:v>24.55</c:v>
                </c:pt>
                <c:pt idx="39796">
                  <c:v>24.55</c:v>
                </c:pt>
                <c:pt idx="39797">
                  <c:v>24.55</c:v>
                </c:pt>
                <c:pt idx="39798">
                  <c:v>24.55</c:v>
                </c:pt>
                <c:pt idx="39799">
                  <c:v>24.55</c:v>
                </c:pt>
                <c:pt idx="39800">
                  <c:v>24.55</c:v>
                </c:pt>
                <c:pt idx="39801">
                  <c:v>24.55</c:v>
                </c:pt>
                <c:pt idx="39802">
                  <c:v>24.55</c:v>
                </c:pt>
                <c:pt idx="39803">
                  <c:v>24.55</c:v>
                </c:pt>
                <c:pt idx="39804">
                  <c:v>24.55</c:v>
                </c:pt>
                <c:pt idx="39805">
                  <c:v>24.55</c:v>
                </c:pt>
                <c:pt idx="39806">
                  <c:v>24.55</c:v>
                </c:pt>
                <c:pt idx="39807">
                  <c:v>24.55</c:v>
                </c:pt>
                <c:pt idx="39808">
                  <c:v>24.55</c:v>
                </c:pt>
                <c:pt idx="39809">
                  <c:v>24.55</c:v>
                </c:pt>
                <c:pt idx="39810">
                  <c:v>24.55</c:v>
                </c:pt>
                <c:pt idx="39811">
                  <c:v>24.55</c:v>
                </c:pt>
                <c:pt idx="39812">
                  <c:v>24.55</c:v>
                </c:pt>
                <c:pt idx="39813">
                  <c:v>24.55</c:v>
                </c:pt>
                <c:pt idx="39814">
                  <c:v>24.55</c:v>
                </c:pt>
                <c:pt idx="39815">
                  <c:v>24.55</c:v>
                </c:pt>
                <c:pt idx="39816">
                  <c:v>24.55</c:v>
                </c:pt>
                <c:pt idx="39817">
                  <c:v>24.55</c:v>
                </c:pt>
                <c:pt idx="39818">
                  <c:v>24.55</c:v>
                </c:pt>
                <c:pt idx="39819">
                  <c:v>24.55</c:v>
                </c:pt>
                <c:pt idx="39820">
                  <c:v>24.55</c:v>
                </c:pt>
                <c:pt idx="39821">
                  <c:v>24.55</c:v>
                </c:pt>
                <c:pt idx="39822">
                  <c:v>24.55</c:v>
                </c:pt>
                <c:pt idx="39823">
                  <c:v>24.55</c:v>
                </c:pt>
                <c:pt idx="39824">
                  <c:v>24.55</c:v>
                </c:pt>
                <c:pt idx="39825">
                  <c:v>24.55</c:v>
                </c:pt>
                <c:pt idx="39826">
                  <c:v>24.55</c:v>
                </c:pt>
                <c:pt idx="39827">
                  <c:v>24.55</c:v>
                </c:pt>
                <c:pt idx="39828">
                  <c:v>24.55</c:v>
                </c:pt>
                <c:pt idx="39829">
                  <c:v>24.55</c:v>
                </c:pt>
                <c:pt idx="39830">
                  <c:v>24.55</c:v>
                </c:pt>
                <c:pt idx="39831">
                  <c:v>24.55</c:v>
                </c:pt>
                <c:pt idx="39832">
                  <c:v>24.55</c:v>
                </c:pt>
                <c:pt idx="39833">
                  <c:v>24.55</c:v>
                </c:pt>
                <c:pt idx="39834">
                  <c:v>24.55</c:v>
                </c:pt>
                <c:pt idx="39835">
                  <c:v>24.55</c:v>
                </c:pt>
                <c:pt idx="39836">
                  <c:v>24.55</c:v>
                </c:pt>
                <c:pt idx="39837">
                  <c:v>24.55</c:v>
                </c:pt>
                <c:pt idx="39838">
                  <c:v>24.55</c:v>
                </c:pt>
                <c:pt idx="39839">
                  <c:v>24.55</c:v>
                </c:pt>
                <c:pt idx="39840">
                  <c:v>24.55</c:v>
                </c:pt>
                <c:pt idx="39841">
                  <c:v>24.55</c:v>
                </c:pt>
                <c:pt idx="39842">
                  <c:v>24.55</c:v>
                </c:pt>
                <c:pt idx="39843">
                  <c:v>24.55</c:v>
                </c:pt>
                <c:pt idx="39844">
                  <c:v>24.55</c:v>
                </c:pt>
                <c:pt idx="39845">
                  <c:v>24.55</c:v>
                </c:pt>
                <c:pt idx="39846">
                  <c:v>24.55</c:v>
                </c:pt>
                <c:pt idx="39847">
                  <c:v>24.55</c:v>
                </c:pt>
                <c:pt idx="39848">
                  <c:v>24.55</c:v>
                </c:pt>
                <c:pt idx="39849">
                  <c:v>24.55</c:v>
                </c:pt>
                <c:pt idx="39850">
                  <c:v>24.55</c:v>
                </c:pt>
                <c:pt idx="39851">
                  <c:v>24.55</c:v>
                </c:pt>
                <c:pt idx="39852">
                  <c:v>24.55</c:v>
                </c:pt>
                <c:pt idx="39853">
                  <c:v>24.5</c:v>
                </c:pt>
                <c:pt idx="39854">
                  <c:v>24.55</c:v>
                </c:pt>
                <c:pt idx="39855">
                  <c:v>24.55</c:v>
                </c:pt>
                <c:pt idx="39856">
                  <c:v>24.55</c:v>
                </c:pt>
                <c:pt idx="39857">
                  <c:v>24.55</c:v>
                </c:pt>
                <c:pt idx="39858">
                  <c:v>24.55</c:v>
                </c:pt>
                <c:pt idx="39859">
                  <c:v>24.55</c:v>
                </c:pt>
                <c:pt idx="39860">
                  <c:v>24.5</c:v>
                </c:pt>
                <c:pt idx="39861">
                  <c:v>24.55</c:v>
                </c:pt>
                <c:pt idx="39862">
                  <c:v>24.55</c:v>
                </c:pt>
                <c:pt idx="39863">
                  <c:v>24.5</c:v>
                </c:pt>
                <c:pt idx="39864">
                  <c:v>24.55</c:v>
                </c:pt>
                <c:pt idx="39865">
                  <c:v>24.5</c:v>
                </c:pt>
                <c:pt idx="39866">
                  <c:v>24.55</c:v>
                </c:pt>
                <c:pt idx="39867">
                  <c:v>24.55</c:v>
                </c:pt>
                <c:pt idx="39868">
                  <c:v>24.55</c:v>
                </c:pt>
                <c:pt idx="39869">
                  <c:v>24.55</c:v>
                </c:pt>
                <c:pt idx="39870">
                  <c:v>24.55</c:v>
                </c:pt>
                <c:pt idx="39871">
                  <c:v>24.55</c:v>
                </c:pt>
                <c:pt idx="39872">
                  <c:v>24.55</c:v>
                </c:pt>
                <c:pt idx="39873">
                  <c:v>24.55</c:v>
                </c:pt>
                <c:pt idx="39874">
                  <c:v>24.55</c:v>
                </c:pt>
                <c:pt idx="39875">
                  <c:v>24.55</c:v>
                </c:pt>
                <c:pt idx="39876">
                  <c:v>24.55</c:v>
                </c:pt>
                <c:pt idx="39877">
                  <c:v>24.5</c:v>
                </c:pt>
                <c:pt idx="39878">
                  <c:v>24.5</c:v>
                </c:pt>
                <c:pt idx="39879">
                  <c:v>24.5</c:v>
                </c:pt>
                <c:pt idx="39880">
                  <c:v>24.55</c:v>
                </c:pt>
                <c:pt idx="39881">
                  <c:v>24.5</c:v>
                </c:pt>
                <c:pt idx="39882">
                  <c:v>24.5</c:v>
                </c:pt>
                <c:pt idx="39883">
                  <c:v>24.55</c:v>
                </c:pt>
                <c:pt idx="39884">
                  <c:v>24.5</c:v>
                </c:pt>
                <c:pt idx="39885">
                  <c:v>24.5</c:v>
                </c:pt>
                <c:pt idx="39886">
                  <c:v>24.5</c:v>
                </c:pt>
                <c:pt idx="39887">
                  <c:v>24.5</c:v>
                </c:pt>
                <c:pt idx="39888">
                  <c:v>24.5</c:v>
                </c:pt>
                <c:pt idx="39889">
                  <c:v>24.5</c:v>
                </c:pt>
                <c:pt idx="39890">
                  <c:v>24.55</c:v>
                </c:pt>
                <c:pt idx="39891">
                  <c:v>24.55</c:v>
                </c:pt>
                <c:pt idx="39892">
                  <c:v>24.5</c:v>
                </c:pt>
                <c:pt idx="39893">
                  <c:v>24.55</c:v>
                </c:pt>
                <c:pt idx="39894">
                  <c:v>24.5</c:v>
                </c:pt>
                <c:pt idx="39895">
                  <c:v>24.55</c:v>
                </c:pt>
                <c:pt idx="39896">
                  <c:v>24.55</c:v>
                </c:pt>
                <c:pt idx="39897">
                  <c:v>24.55</c:v>
                </c:pt>
                <c:pt idx="39898">
                  <c:v>24.55</c:v>
                </c:pt>
                <c:pt idx="39899">
                  <c:v>24.55</c:v>
                </c:pt>
                <c:pt idx="39900">
                  <c:v>24.55</c:v>
                </c:pt>
                <c:pt idx="39901">
                  <c:v>24.55</c:v>
                </c:pt>
                <c:pt idx="39902">
                  <c:v>24.55</c:v>
                </c:pt>
                <c:pt idx="39903">
                  <c:v>24.55</c:v>
                </c:pt>
                <c:pt idx="39904">
                  <c:v>24.55</c:v>
                </c:pt>
                <c:pt idx="39905">
                  <c:v>24.55</c:v>
                </c:pt>
                <c:pt idx="39906">
                  <c:v>24.55</c:v>
                </c:pt>
                <c:pt idx="39907">
                  <c:v>24.55</c:v>
                </c:pt>
                <c:pt idx="39908">
                  <c:v>24.55</c:v>
                </c:pt>
                <c:pt idx="39909">
                  <c:v>24.55</c:v>
                </c:pt>
                <c:pt idx="39910">
                  <c:v>24.5</c:v>
                </c:pt>
                <c:pt idx="39911">
                  <c:v>24.55</c:v>
                </c:pt>
                <c:pt idx="39912">
                  <c:v>24.55</c:v>
                </c:pt>
                <c:pt idx="39913">
                  <c:v>24.55</c:v>
                </c:pt>
                <c:pt idx="39914">
                  <c:v>24.55</c:v>
                </c:pt>
                <c:pt idx="39915">
                  <c:v>24.5</c:v>
                </c:pt>
                <c:pt idx="39916">
                  <c:v>24.55</c:v>
                </c:pt>
                <c:pt idx="39917">
                  <c:v>24.55</c:v>
                </c:pt>
                <c:pt idx="39918">
                  <c:v>24.55</c:v>
                </c:pt>
                <c:pt idx="39919">
                  <c:v>24.55</c:v>
                </c:pt>
                <c:pt idx="39920">
                  <c:v>24.55</c:v>
                </c:pt>
                <c:pt idx="39921">
                  <c:v>24.55</c:v>
                </c:pt>
                <c:pt idx="39922">
                  <c:v>24.55</c:v>
                </c:pt>
                <c:pt idx="39923">
                  <c:v>24.55</c:v>
                </c:pt>
                <c:pt idx="39924">
                  <c:v>24.55</c:v>
                </c:pt>
                <c:pt idx="39925">
                  <c:v>24.55</c:v>
                </c:pt>
                <c:pt idx="39926">
                  <c:v>24.55</c:v>
                </c:pt>
                <c:pt idx="39927">
                  <c:v>24.55</c:v>
                </c:pt>
                <c:pt idx="39928">
                  <c:v>24.55</c:v>
                </c:pt>
                <c:pt idx="39929">
                  <c:v>24.55</c:v>
                </c:pt>
                <c:pt idx="39930">
                  <c:v>24.55</c:v>
                </c:pt>
                <c:pt idx="39931">
                  <c:v>24.55</c:v>
                </c:pt>
                <c:pt idx="39932">
                  <c:v>24.55</c:v>
                </c:pt>
                <c:pt idx="39933">
                  <c:v>24.55</c:v>
                </c:pt>
                <c:pt idx="39934">
                  <c:v>24.55</c:v>
                </c:pt>
                <c:pt idx="39935">
                  <c:v>24.55</c:v>
                </c:pt>
                <c:pt idx="39936">
                  <c:v>24.55</c:v>
                </c:pt>
                <c:pt idx="39937">
                  <c:v>24.55</c:v>
                </c:pt>
                <c:pt idx="39938">
                  <c:v>24.55</c:v>
                </c:pt>
                <c:pt idx="39939">
                  <c:v>24.55</c:v>
                </c:pt>
                <c:pt idx="39940">
                  <c:v>24.55</c:v>
                </c:pt>
                <c:pt idx="39941">
                  <c:v>24.55</c:v>
                </c:pt>
                <c:pt idx="39942">
                  <c:v>24.55</c:v>
                </c:pt>
                <c:pt idx="39943">
                  <c:v>24.55</c:v>
                </c:pt>
                <c:pt idx="39944">
                  <c:v>24.55</c:v>
                </c:pt>
                <c:pt idx="39945">
                  <c:v>24.55</c:v>
                </c:pt>
                <c:pt idx="39946">
                  <c:v>24.55</c:v>
                </c:pt>
                <c:pt idx="39947">
                  <c:v>24.55</c:v>
                </c:pt>
                <c:pt idx="39948">
                  <c:v>24.55</c:v>
                </c:pt>
                <c:pt idx="39949">
                  <c:v>24.55</c:v>
                </c:pt>
                <c:pt idx="39950">
                  <c:v>24.55</c:v>
                </c:pt>
                <c:pt idx="39951">
                  <c:v>24.55</c:v>
                </c:pt>
                <c:pt idx="39952">
                  <c:v>24.55</c:v>
                </c:pt>
                <c:pt idx="39953">
                  <c:v>24.55</c:v>
                </c:pt>
                <c:pt idx="39954">
                  <c:v>24.55</c:v>
                </c:pt>
                <c:pt idx="39955">
                  <c:v>24.55</c:v>
                </c:pt>
                <c:pt idx="39956">
                  <c:v>24.55</c:v>
                </c:pt>
                <c:pt idx="39957">
                  <c:v>24.55</c:v>
                </c:pt>
                <c:pt idx="39958">
                  <c:v>24.55</c:v>
                </c:pt>
                <c:pt idx="39959">
                  <c:v>24.55</c:v>
                </c:pt>
                <c:pt idx="39960">
                  <c:v>24.55</c:v>
                </c:pt>
                <c:pt idx="39961">
                  <c:v>24.55</c:v>
                </c:pt>
                <c:pt idx="39962">
                  <c:v>24.55</c:v>
                </c:pt>
                <c:pt idx="39963">
                  <c:v>24.55</c:v>
                </c:pt>
                <c:pt idx="39964">
                  <c:v>24.55</c:v>
                </c:pt>
                <c:pt idx="39965">
                  <c:v>24.55</c:v>
                </c:pt>
                <c:pt idx="39966">
                  <c:v>24.55</c:v>
                </c:pt>
                <c:pt idx="39967">
                  <c:v>24.55</c:v>
                </c:pt>
                <c:pt idx="39968">
                  <c:v>24.55</c:v>
                </c:pt>
                <c:pt idx="39969">
                  <c:v>24.55</c:v>
                </c:pt>
                <c:pt idx="39970">
                  <c:v>24.55</c:v>
                </c:pt>
                <c:pt idx="39971">
                  <c:v>24.55</c:v>
                </c:pt>
                <c:pt idx="39972">
                  <c:v>24.55</c:v>
                </c:pt>
                <c:pt idx="39973">
                  <c:v>24.55</c:v>
                </c:pt>
                <c:pt idx="39974">
                  <c:v>24.55</c:v>
                </c:pt>
                <c:pt idx="39975">
                  <c:v>24.55</c:v>
                </c:pt>
                <c:pt idx="39976">
                  <c:v>24.55</c:v>
                </c:pt>
                <c:pt idx="39977">
                  <c:v>24.55</c:v>
                </c:pt>
                <c:pt idx="39978">
                  <c:v>24.55</c:v>
                </c:pt>
                <c:pt idx="39979">
                  <c:v>24.55</c:v>
                </c:pt>
                <c:pt idx="39980">
                  <c:v>24.55</c:v>
                </c:pt>
                <c:pt idx="39981">
                  <c:v>24.55</c:v>
                </c:pt>
                <c:pt idx="39982">
                  <c:v>24.55</c:v>
                </c:pt>
                <c:pt idx="39983">
                  <c:v>24.55</c:v>
                </c:pt>
                <c:pt idx="39984">
                  <c:v>24.55</c:v>
                </c:pt>
                <c:pt idx="39985">
                  <c:v>24.55</c:v>
                </c:pt>
                <c:pt idx="39986">
                  <c:v>24.55</c:v>
                </c:pt>
                <c:pt idx="39987">
                  <c:v>24.55</c:v>
                </c:pt>
                <c:pt idx="39988">
                  <c:v>24.55</c:v>
                </c:pt>
                <c:pt idx="39989">
                  <c:v>24.55</c:v>
                </c:pt>
                <c:pt idx="39990">
                  <c:v>24.55</c:v>
                </c:pt>
                <c:pt idx="39991">
                  <c:v>24.55</c:v>
                </c:pt>
                <c:pt idx="39992">
                  <c:v>24.55</c:v>
                </c:pt>
                <c:pt idx="39993">
                  <c:v>24.55</c:v>
                </c:pt>
                <c:pt idx="39994">
                  <c:v>24.55</c:v>
                </c:pt>
                <c:pt idx="39995">
                  <c:v>24.55</c:v>
                </c:pt>
                <c:pt idx="39996">
                  <c:v>24.55</c:v>
                </c:pt>
                <c:pt idx="39997">
                  <c:v>24.55</c:v>
                </c:pt>
                <c:pt idx="39998">
                  <c:v>24.55</c:v>
                </c:pt>
                <c:pt idx="39999">
                  <c:v>24.55</c:v>
                </c:pt>
                <c:pt idx="40000">
                  <c:v>24.55</c:v>
                </c:pt>
                <c:pt idx="40001">
                  <c:v>24.55</c:v>
                </c:pt>
                <c:pt idx="40002">
                  <c:v>24.55</c:v>
                </c:pt>
                <c:pt idx="40003">
                  <c:v>24.55</c:v>
                </c:pt>
                <c:pt idx="40004">
                  <c:v>24.55</c:v>
                </c:pt>
                <c:pt idx="40005">
                  <c:v>24.55</c:v>
                </c:pt>
                <c:pt idx="40006">
                  <c:v>24.55</c:v>
                </c:pt>
                <c:pt idx="40007">
                  <c:v>24.55</c:v>
                </c:pt>
                <c:pt idx="40008">
                  <c:v>24.55</c:v>
                </c:pt>
                <c:pt idx="40009">
                  <c:v>24.55</c:v>
                </c:pt>
                <c:pt idx="40010">
                  <c:v>24.55</c:v>
                </c:pt>
                <c:pt idx="40011">
                  <c:v>24.55</c:v>
                </c:pt>
                <c:pt idx="40012">
                  <c:v>24.55</c:v>
                </c:pt>
                <c:pt idx="40013">
                  <c:v>24.55</c:v>
                </c:pt>
                <c:pt idx="40014">
                  <c:v>24.55</c:v>
                </c:pt>
                <c:pt idx="40015">
                  <c:v>24.55</c:v>
                </c:pt>
                <c:pt idx="40016">
                  <c:v>24.55</c:v>
                </c:pt>
                <c:pt idx="40017">
                  <c:v>24.55</c:v>
                </c:pt>
                <c:pt idx="40018">
                  <c:v>24.55</c:v>
                </c:pt>
                <c:pt idx="40019">
                  <c:v>24.55</c:v>
                </c:pt>
                <c:pt idx="40020">
                  <c:v>24.55</c:v>
                </c:pt>
                <c:pt idx="40021">
                  <c:v>24.55</c:v>
                </c:pt>
                <c:pt idx="40022">
                  <c:v>24.55</c:v>
                </c:pt>
                <c:pt idx="40023">
                  <c:v>24.55</c:v>
                </c:pt>
                <c:pt idx="40024">
                  <c:v>24.55</c:v>
                </c:pt>
                <c:pt idx="40025">
                  <c:v>24.55</c:v>
                </c:pt>
                <c:pt idx="40026">
                  <c:v>24.55</c:v>
                </c:pt>
                <c:pt idx="40027">
                  <c:v>24.55</c:v>
                </c:pt>
                <c:pt idx="40028">
                  <c:v>24.55</c:v>
                </c:pt>
                <c:pt idx="40029">
                  <c:v>24.55</c:v>
                </c:pt>
                <c:pt idx="40030">
                  <c:v>24.55</c:v>
                </c:pt>
                <c:pt idx="40031">
                  <c:v>24.55</c:v>
                </c:pt>
                <c:pt idx="40032">
                  <c:v>24.55</c:v>
                </c:pt>
                <c:pt idx="40033">
                  <c:v>24.55</c:v>
                </c:pt>
                <c:pt idx="40034">
                  <c:v>24.55</c:v>
                </c:pt>
                <c:pt idx="40035">
                  <c:v>24.55</c:v>
                </c:pt>
                <c:pt idx="40036">
                  <c:v>24.55</c:v>
                </c:pt>
                <c:pt idx="40037">
                  <c:v>24.55</c:v>
                </c:pt>
                <c:pt idx="40038">
                  <c:v>24.55</c:v>
                </c:pt>
                <c:pt idx="40039">
                  <c:v>24.55</c:v>
                </c:pt>
                <c:pt idx="40040">
                  <c:v>24.55</c:v>
                </c:pt>
                <c:pt idx="40041">
                  <c:v>24.55</c:v>
                </c:pt>
                <c:pt idx="40042">
                  <c:v>24.55</c:v>
                </c:pt>
                <c:pt idx="40043">
                  <c:v>24.55</c:v>
                </c:pt>
                <c:pt idx="40044">
                  <c:v>24.55</c:v>
                </c:pt>
                <c:pt idx="40045">
                  <c:v>24.55</c:v>
                </c:pt>
                <c:pt idx="40046">
                  <c:v>24.55</c:v>
                </c:pt>
                <c:pt idx="40047">
                  <c:v>24.55</c:v>
                </c:pt>
                <c:pt idx="40048">
                  <c:v>24.55</c:v>
                </c:pt>
                <c:pt idx="40049">
                  <c:v>24.55</c:v>
                </c:pt>
                <c:pt idx="40050">
                  <c:v>24.55</c:v>
                </c:pt>
                <c:pt idx="40051">
                  <c:v>24.55</c:v>
                </c:pt>
                <c:pt idx="40052">
                  <c:v>24.55</c:v>
                </c:pt>
                <c:pt idx="40053">
                  <c:v>24.55</c:v>
                </c:pt>
                <c:pt idx="40054">
                  <c:v>24.55</c:v>
                </c:pt>
                <c:pt idx="40055">
                  <c:v>24.55</c:v>
                </c:pt>
                <c:pt idx="40056">
                  <c:v>24.55</c:v>
                </c:pt>
                <c:pt idx="40057">
                  <c:v>24.55</c:v>
                </c:pt>
                <c:pt idx="40058">
                  <c:v>24.55</c:v>
                </c:pt>
                <c:pt idx="40059">
                  <c:v>24.55</c:v>
                </c:pt>
                <c:pt idx="40060">
                  <c:v>24.55</c:v>
                </c:pt>
                <c:pt idx="40061">
                  <c:v>24.55</c:v>
                </c:pt>
                <c:pt idx="40062">
                  <c:v>24.55</c:v>
                </c:pt>
                <c:pt idx="40063">
                  <c:v>24.55</c:v>
                </c:pt>
                <c:pt idx="40064">
                  <c:v>24.55</c:v>
                </c:pt>
                <c:pt idx="40065">
                  <c:v>24.55</c:v>
                </c:pt>
                <c:pt idx="40066">
                  <c:v>24.55</c:v>
                </c:pt>
                <c:pt idx="40067">
                  <c:v>24.55</c:v>
                </c:pt>
                <c:pt idx="40068">
                  <c:v>24.55</c:v>
                </c:pt>
                <c:pt idx="40069">
                  <c:v>24.55</c:v>
                </c:pt>
                <c:pt idx="40070">
                  <c:v>24.55</c:v>
                </c:pt>
                <c:pt idx="40071">
                  <c:v>24.55</c:v>
                </c:pt>
                <c:pt idx="40072">
                  <c:v>24.55</c:v>
                </c:pt>
                <c:pt idx="40073">
                  <c:v>24.55</c:v>
                </c:pt>
                <c:pt idx="40074">
                  <c:v>24.55</c:v>
                </c:pt>
                <c:pt idx="40075">
                  <c:v>24.55</c:v>
                </c:pt>
                <c:pt idx="40076">
                  <c:v>24.55</c:v>
                </c:pt>
                <c:pt idx="40077">
                  <c:v>24.55</c:v>
                </c:pt>
                <c:pt idx="40078">
                  <c:v>24.55</c:v>
                </c:pt>
                <c:pt idx="40079">
                  <c:v>24.55</c:v>
                </c:pt>
                <c:pt idx="40080">
                  <c:v>24.55</c:v>
                </c:pt>
                <c:pt idx="40081">
                  <c:v>24.55</c:v>
                </c:pt>
                <c:pt idx="40082">
                  <c:v>24.55</c:v>
                </c:pt>
                <c:pt idx="40083">
                  <c:v>24.55</c:v>
                </c:pt>
                <c:pt idx="40084">
                  <c:v>24.55</c:v>
                </c:pt>
                <c:pt idx="40085">
                  <c:v>24.55</c:v>
                </c:pt>
                <c:pt idx="40086">
                  <c:v>24.55</c:v>
                </c:pt>
                <c:pt idx="40087">
                  <c:v>24.55</c:v>
                </c:pt>
                <c:pt idx="40088">
                  <c:v>24.55</c:v>
                </c:pt>
                <c:pt idx="40089">
                  <c:v>24.55</c:v>
                </c:pt>
                <c:pt idx="40090">
                  <c:v>24.55</c:v>
                </c:pt>
                <c:pt idx="40091">
                  <c:v>24.55</c:v>
                </c:pt>
                <c:pt idx="40092">
                  <c:v>24.55</c:v>
                </c:pt>
                <c:pt idx="40093">
                  <c:v>24.55</c:v>
                </c:pt>
                <c:pt idx="40094">
                  <c:v>24.55</c:v>
                </c:pt>
                <c:pt idx="40095">
                  <c:v>24.55</c:v>
                </c:pt>
                <c:pt idx="40096">
                  <c:v>24.55</c:v>
                </c:pt>
                <c:pt idx="40097">
                  <c:v>24.55</c:v>
                </c:pt>
                <c:pt idx="40098">
                  <c:v>24.55</c:v>
                </c:pt>
                <c:pt idx="40099">
                  <c:v>24.55</c:v>
                </c:pt>
                <c:pt idx="40100">
                  <c:v>24.55</c:v>
                </c:pt>
                <c:pt idx="40101">
                  <c:v>24.55</c:v>
                </c:pt>
                <c:pt idx="40102">
                  <c:v>24.55</c:v>
                </c:pt>
                <c:pt idx="40103">
                  <c:v>24.55</c:v>
                </c:pt>
                <c:pt idx="40104">
                  <c:v>24.55</c:v>
                </c:pt>
                <c:pt idx="40105">
                  <c:v>24.55</c:v>
                </c:pt>
                <c:pt idx="40106">
                  <c:v>24.55</c:v>
                </c:pt>
                <c:pt idx="40107">
                  <c:v>24.55</c:v>
                </c:pt>
                <c:pt idx="40108">
                  <c:v>24.55</c:v>
                </c:pt>
                <c:pt idx="40109">
                  <c:v>24.55</c:v>
                </c:pt>
                <c:pt idx="40110">
                  <c:v>24.55</c:v>
                </c:pt>
                <c:pt idx="40111">
                  <c:v>24.55</c:v>
                </c:pt>
                <c:pt idx="40112">
                  <c:v>24.55</c:v>
                </c:pt>
                <c:pt idx="40113">
                  <c:v>24.55</c:v>
                </c:pt>
                <c:pt idx="40114">
                  <c:v>24.55</c:v>
                </c:pt>
                <c:pt idx="40115">
                  <c:v>24.55</c:v>
                </c:pt>
                <c:pt idx="40116">
                  <c:v>24.55</c:v>
                </c:pt>
                <c:pt idx="40117">
                  <c:v>24.55</c:v>
                </c:pt>
                <c:pt idx="40118">
                  <c:v>24.55</c:v>
                </c:pt>
                <c:pt idx="40119">
                  <c:v>24.55</c:v>
                </c:pt>
                <c:pt idx="40120">
                  <c:v>24.55</c:v>
                </c:pt>
                <c:pt idx="40121">
                  <c:v>24.55</c:v>
                </c:pt>
                <c:pt idx="40122">
                  <c:v>24.55</c:v>
                </c:pt>
                <c:pt idx="40123">
                  <c:v>24.55</c:v>
                </c:pt>
                <c:pt idx="40124">
                  <c:v>24.55</c:v>
                </c:pt>
                <c:pt idx="40125">
                  <c:v>24.55</c:v>
                </c:pt>
                <c:pt idx="40126">
                  <c:v>24.55</c:v>
                </c:pt>
                <c:pt idx="40127">
                  <c:v>24.55</c:v>
                </c:pt>
                <c:pt idx="40128">
                  <c:v>24.55</c:v>
                </c:pt>
                <c:pt idx="40129">
                  <c:v>24.55</c:v>
                </c:pt>
                <c:pt idx="40130">
                  <c:v>24.55</c:v>
                </c:pt>
                <c:pt idx="40131">
                  <c:v>24.55</c:v>
                </c:pt>
                <c:pt idx="40132">
                  <c:v>24.55</c:v>
                </c:pt>
                <c:pt idx="40133">
                  <c:v>24.55</c:v>
                </c:pt>
                <c:pt idx="40134">
                  <c:v>24.55</c:v>
                </c:pt>
                <c:pt idx="40135">
                  <c:v>24.55</c:v>
                </c:pt>
                <c:pt idx="40136">
                  <c:v>24.55</c:v>
                </c:pt>
                <c:pt idx="40137">
                  <c:v>24.55</c:v>
                </c:pt>
                <c:pt idx="40138">
                  <c:v>24.55</c:v>
                </c:pt>
                <c:pt idx="40139">
                  <c:v>24.55</c:v>
                </c:pt>
                <c:pt idx="40140">
                  <c:v>24.55</c:v>
                </c:pt>
                <c:pt idx="40141">
                  <c:v>24.55</c:v>
                </c:pt>
                <c:pt idx="40142">
                  <c:v>24.55</c:v>
                </c:pt>
                <c:pt idx="40143">
                  <c:v>24.55</c:v>
                </c:pt>
                <c:pt idx="40144">
                  <c:v>24.55</c:v>
                </c:pt>
                <c:pt idx="40145">
                  <c:v>24.55</c:v>
                </c:pt>
                <c:pt idx="40146">
                  <c:v>24.55</c:v>
                </c:pt>
                <c:pt idx="40147">
                  <c:v>24.55</c:v>
                </c:pt>
                <c:pt idx="40148">
                  <c:v>24.55</c:v>
                </c:pt>
                <c:pt idx="40149">
                  <c:v>24.55</c:v>
                </c:pt>
                <c:pt idx="40150">
                  <c:v>24.55</c:v>
                </c:pt>
                <c:pt idx="40151">
                  <c:v>24.55</c:v>
                </c:pt>
                <c:pt idx="40152">
                  <c:v>24.55</c:v>
                </c:pt>
                <c:pt idx="40153">
                  <c:v>24.55</c:v>
                </c:pt>
                <c:pt idx="40154">
                  <c:v>24.55</c:v>
                </c:pt>
                <c:pt idx="40155">
                  <c:v>24.55</c:v>
                </c:pt>
                <c:pt idx="40156">
                  <c:v>24.55</c:v>
                </c:pt>
                <c:pt idx="40157">
                  <c:v>24.55</c:v>
                </c:pt>
                <c:pt idx="40158">
                  <c:v>24.55</c:v>
                </c:pt>
                <c:pt idx="40159">
                  <c:v>24.55</c:v>
                </c:pt>
                <c:pt idx="40160">
                  <c:v>24.55</c:v>
                </c:pt>
                <c:pt idx="40161">
                  <c:v>24.55</c:v>
                </c:pt>
                <c:pt idx="40162">
                  <c:v>24.55</c:v>
                </c:pt>
                <c:pt idx="40163">
                  <c:v>24.55</c:v>
                </c:pt>
                <c:pt idx="40164">
                  <c:v>24.55</c:v>
                </c:pt>
                <c:pt idx="40165">
                  <c:v>24.55</c:v>
                </c:pt>
                <c:pt idx="40166">
                  <c:v>24.55</c:v>
                </c:pt>
                <c:pt idx="40167">
                  <c:v>24.55</c:v>
                </c:pt>
                <c:pt idx="40168">
                  <c:v>24.55</c:v>
                </c:pt>
                <c:pt idx="40169">
                  <c:v>24.55</c:v>
                </c:pt>
                <c:pt idx="40170">
                  <c:v>24.55</c:v>
                </c:pt>
                <c:pt idx="40171">
                  <c:v>24.55</c:v>
                </c:pt>
                <c:pt idx="40172">
                  <c:v>24.55</c:v>
                </c:pt>
                <c:pt idx="40173">
                  <c:v>24.55</c:v>
                </c:pt>
                <c:pt idx="40174">
                  <c:v>24.55</c:v>
                </c:pt>
                <c:pt idx="40175">
                  <c:v>24.55</c:v>
                </c:pt>
                <c:pt idx="40176">
                  <c:v>24.55</c:v>
                </c:pt>
                <c:pt idx="40177">
                  <c:v>24.55</c:v>
                </c:pt>
                <c:pt idx="40178">
                  <c:v>24.55</c:v>
                </c:pt>
                <c:pt idx="40179">
                  <c:v>24.55</c:v>
                </c:pt>
                <c:pt idx="40180">
                  <c:v>24.55</c:v>
                </c:pt>
                <c:pt idx="40181">
                  <c:v>24.55</c:v>
                </c:pt>
                <c:pt idx="40182">
                  <c:v>24.55</c:v>
                </c:pt>
                <c:pt idx="40183">
                  <c:v>24.55</c:v>
                </c:pt>
                <c:pt idx="40184">
                  <c:v>24.55</c:v>
                </c:pt>
                <c:pt idx="40185">
                  <c:v>24.55</c:v>
                </c:pt>
                <c:pt idx="40186">
                  <c:v>24.55</c:v>
                </c:pt>
                <c:pt idx="40187">
                  <c:v>24.55</c:v>
                </c:pt>
                <c:pt idx="40188">
                  <c:v>24.55</c:v>
                </c:pt>
                <c:pt idx="40189">
                  <c:v>24.55</c:v>
                </c:pt>
                <c:pt idx="40190">
                  <c:v>24.55</c:v>
                </c:pt>
                <c:pt idx="40191">
                  <c:v>24.55</c:v>
                </c:pt>
                <c:pt idx="40192">
                  <c:v>24.55</c:v>
                </c:pt>
                <c:pt idx="40193">
                  <c:v>24.55</c:v>
                </c:pt>
                <c:pt idx="40194">
                  <c:v>24.55</c:v>
                </c:pt>
                <c:pt idx="40195">
                  <c:v>24.55</c:v>
                </c:pt>
                <c:pt idx="40196">
                  <c:v>24.55</c:v>
                </c:pt>
                <c:pt idx="40197">
                  <c:v>24.55</c:v>
                </c:pt>
                <c:pt idx="40198">
                  <c:v>24.55</c:v>
                </c:pt>
                <c:pt idx="40199">
                  <c:v>24.55</c:v>
                </c:pt>
                <c:pt idx="40200">
                  <c:v>24.55</c:v>
                </c:pt>
                <c:pt idx="40201">
                  <c:v>24.55</c:v>
                </c:pt>
                <c:pt idx="40202">
                  <c:v>24.55</c:v>
                </c:pt>
                <c:pt idx="40203">
                  <c:v>24.55</c:v>
                </c:pt>
                <c:pt idx="40204">
                  <c:v>24.55</c:v>
                </c:pt>
                <c:pt idx="40205">
                  <c:v>24.55</c:v>
                </c:pt>
                <c:pt idx="40206">
                  <c:v>24.55</c:v>
                </c:pt>
                <c:pt idx="40207">
                  <c:v>24.55</c:v>
                </c:pt>
                <c:pt idx="40208">
                  <c:v>24.55</c:v>
                </c:pt>
                <c:pt idx="40209">
                  <c:v>24.55</c:v>
                </c:pt>
                <c:pt idx="40210">
                  <c:v>24.55</c:v>
                </c:pt>
                <c:pt idx="40211">
                  <c:v>24.55</c:v>
                </c:pt>
                <c:pt idx="40212">
                  <c:v>24.55</c:v>
                </c:pt>
                <c:pt idx="40213">
                  <c:v>24.55</c:v>
                </c:pt>
                <c:pt idx="40214">
                  <c:v>24.55</c:v>
                </c:pt>
                <c:pt idx="40215">
                  <c:v>24.55</c:v>
                </c:pt>
                <c:pt idx="40216">
                  <c:v>24.55</c:v>
                </c:pt>
                <c:pt idx="40217">
                  <c:v>24.55</c:v>
                </c:pt>
                <c:pt idx="40218">
                  <c:v>24.55</c:v>
                </c:pt>
                <c:pt idx="40219">
                  <c:v>24.55</c:v>
                </c:pt>
                <c:pt idx="40220">
                  <c:v>24.55</c:v>
                </c:pt>
                <c:pt idx="40221">
                  <c:v>24.55</c:v>
                </c:pt>
                <c:pt idx="40222">
                  <c:v>24.55</c:v>
                </c:pt>
                <c:pt idx="40223">
                  <c:v>24.55</c:v>
                </c:pt>
                <c:pt idx="40224">
                  <c:v>24.55</c:v>
                </c:pt>
                <c:pt idx="40225">
                  <c:v>24.55</c:v>
                </c:pt>
                <c:pt idx="40226">
                  <c:v>24.55</c:v>
                </c:pt>
                <c:pt idx="40227">
                  <c:v>24.55</c:v>
                </c:pt>
                <c:pt idx="40228">
                  <c:v>24.55</c:v>
                </c:pt>
                <c:pt idx="40229">
                  <c:v>24.55</c:v>
                </c:pt>
                <c:pt idx="40230">
                  <c:v>24.55</c:v>
                </c:pt>
                <c:pt idx="40231">
                  <c:v>24.55</c:v>
                </c:pt>
                <c:pt idx="40232">
                  <c:v>24.55</c:v>
                </c:pt>
                <c:pt idx="40233">
                  <c:v>24.55</c:v>
                </c:pt>
                <c:pt idx="40234">
                  <c:v>24.55</c:v>
                </c:pt>
                <c:pt idx="40235">
                  <c:v>24.55</c:v>
                </c:pt>
                <c:pt idx="40236">
                  <c:v>24.55</c:v>
                </c:pt>
                <c:pt idx="40237">
                  <c:v>24.55</c:v>
                </c:pt>
                <c:pt idx="40238">
                  <c:v>24.55</c:v>
                </c:pt>
                <c:pt idx="40239">
                  <c:v>24.55</c:v>
                </c:pt>
                <c:pt idx="40240">
                  <c:v>24.55</c:v>
                </c:pt>
                <c:pt idx="40241">
                  <c:v>24.55</c:v>
                </c:pt>
                <c:pt idx="40242">
                  <c:v>24.55</c:v>
                </c:pt>
                <c:pt idx="40243">
                  <c:v>24.55</c:v>
                </c:pt>
                <c:pt idx="40244">
                  <c:v>24.55</c:v>
                </c:pt>
                <c:pt idx="40245">
                  <c:v>24.55</c:v>
                </c:pt>
                <c:pt idx="40246">
                  <c:v>24.55</c:v>
                </c:pt>
                <c:pt idx="40247">
                  <c:v>24.55</c:v>
                </c:pt>
                <c:pt idx="40248">
                  <c:v>24.55</c:v>
                </c:pt>
                <c:pt idx="40249">
                  <c:v>24.55</c:v>
                </c:pt>
                <c:pt idx="40250">
                  <c:v>24.55</c:v>
                </c:pt>
                <c:pt idx="40251">
                  <c:v>24.55</c:v>
                </c:pt>
                <c:pt idx="40252">
                  <c:v>24.55</c:v>
                </c:pt>
                <c:pt idx="40253">
                  <c:v>24.55</c:v>
                </c:pt>
                <c:pt idx="40254">
                  <c:v>24.55</c:v>
                </c:pt>
                <c:pt idx="40255">
                  <c:v>24.55</c:v>
                </c:pt>
                <c:pt idx="40256">
                  <c:v>24.55</c:v>
                </c:pt>
                <c:pt idx="40257">
                  <c:v>24.55</c:v>
                </c:pt>
                <c:pt idx="40258">
                  <c:v>24.55</c:v>
                </c:pt>
                <c:pt idx="40259">
                  <c:v>24.55</c:v>
                </c:pt>
                <c:pt idx="40260">
                  <c:v>24.55</c:v>
                </c:pt>
                <c:pt idx="40261">
                  <c:v>24.55</c:v>
                </c:pt>
                <c:pt idx="40262">
                  <c:v>24.55</c:v>
                </c:pt>
                <c:pt idx="40263">
                  <c:v>24.55</c:v>
                </c:pt>
                <c:pt idx="40264">
                  <c:v>24.55</c:v>
                </c:pt>
                <c:pt idx="40265">
                  <c:v>24.55</c:v>
                </c:pt>
                <c:pt idx="40266">
                  <c:v>24.55</c:v>
                </c:pt>
                <c:pt idx="40267">
                  <c:v>24.55</c:v>
                </c:pt>
                <c:pt idx="40268">
                  <c:v>24.55</c:v>
                </c:pt>
                <c:pt idx="40269">
                  <c:v>24.55</c:v>
                </c:pt>
                <c:pt idx="40270">
                  <c:v>24.55</c:v>
                </c:pt>
                <c:pt idx="40271">
                  <c:v>24.55</c:v>
                </c:pt>
                <c:pt idx="40272">
                  <c:v>24.55</c:v>
                </c:pt>
                <c:pt idx="40273">
                  <c:v>24.55</c:v>
                </c:pt>
                <c:pt idx="40274">
                  <c:v>24.55</c:v>
                </c:pt>
                <c:pt idx="40275">
                  <c:v>24.55</c:v>
                </c:pt>
                <c:pt idx="40276">
                  <c:v>24.55</c:v>
                </c:pt>
                <c:pt idx="40277">
                  <c:v>24.55</c:v>
                </c:pt>
                <c:pt idx="40278">
                  <c:v>24.55</c:v>
                </c:pt>
                <c:pt idx="40279">
                  <c:v>24.55</c:v>
                </c:pt>
                <c:pt idx="40280">
                  <c:v>24.55</c:v>
                </c:pt>
                <c:pt idx="40281">
                  <c:v>24.55</c:v>
                </c:pt>
                <c:pt idx="40282">
                  <c:v>24.55</c:v>
                </c:pt>
                <c:pt idx="40283">
                  <c:v>24.55</c:v>
                </c:pt>
                <c:pt idx="40284">
                  <c:v>24.55</c:v>
                </c:pt>
                <c:pt idx="40285">
                  <c:v>24.55</c:v>
                </c:pt>
                <c:pt idx="40286">
                  <c:v>24.55</c:v>
                </c:pt>
                <c:pt idx="40287">
                  <c:v>24.55</c:v>
                </c:pt>
                <c:pt idx="40288">
                  <c:v>24.55</c:v>
                </c:pt>
                <c:pt idx="40289">
                  <c:v>24.55</c:v>
                </c:pt>
                <c:pt idx="40290">
                  <c:v>24.55</c:v>
                </c:pt>
                <c:pt idx="40291">
                  <c:v>24.55</c:v>
                </c:pt>
                <c:pt idx="40292">
                  <c:v>24.55</c:v>
                </c:pt>
                <c:pt idx="40293">
                  <c:v>24.55</c:v>
                </c:pt>
                <c:pt idx="40294">
                  <c:v>24.55</c:v>
                </c:pt>
                <c:pt idx="40295">
                  <c:v>24.55</c:v>
                </c:pt>
                <c:pt idx="40296">
                  <c:v>24.55</c:v>
                </c:pt>
                <c:pt idx="40297">
                  <c:v>24.55</c:v>
                </c:pt>
                <c:pt idx="40298">
                  <c:v>24.55</c:v>
                </c:pt>
                <c:pt idx="40299">
                  <c:v>24.55</c:v>
                </c:pt>
                <c:pt idx="40300">
                  <c:v>24.55</c:v>
                </c:pt>
                <c:pt idx="40301">
                  <c:v>24.55</c:v>
                </c:pt>
                <c:pt idx="40302">
                  <c:v>24.55</c:v>
                </c:pt>
                <c:pt idx="40303">
                  <c:v>24.55</c:v>
                </c:pt>
                <c:pt idx="40304">
                  <c:v>24.55</c:v>
                </c:pt>
                <c:pt idx="40305">
                  <c:v>24.55</c:v>
                </c:pt>
                <c:pt idx="40306">
                  <c:v>24.55</c:v>
                </c:pt>
                <c:pt idx="40307">
                  <c:v>24.55</c:v>
                </c:pt>
                <c:pt idx="40308">
                  <c:v>24.55</c:v>
                </c:pt>
                <c:pt idx="40309">
                  <c:v>24.55</c:v>
                </c:pt>
                <c:pt idx="40310">
                  <c:v>24.55</c:v>
                </c:pt>
                <c:pt idx="40311">
                  <c:v>24.55</c:v>
                </c:pt>
                <c:pt idx="40312">
                  <c:v>24.55</c:v>
                </c:pt>
                <c:pt idx="40313">
                  <c:v>24.55</c:v>
                </c:pt>
                <c:pt idx="40314">
                  <c:v>24.55</c:v>
                </c:pt>
                <c:pt idx="40315">
                  <c:v>24.55</c:v>
                </c:pt>
                <c:pt idx="40316">
                  <c:v>24.55</c:v>
                </c:pt>
                <c:pt idx="40317">
                  <c:v>24.55</c:v>
                </c:pt>
                <c:pt idx="40318">
                  <c:v>24.55</c:v>
                </c:pt>
                <c:pt idx="40319">
                  <c:v>24.55</c:v>
                </c:pt>
                <c:pt idx="40320">
                  <c:v>24.55</c:v>
                </c:pt>
                <c:pt idx="40321">
                  <c:v>24.55</c:v>
                </c:pt>
                <c:pt idx="40322">
                  <c:v>24.55</c:v>
                </c:pt>
                <c:pt idx="40323">
                  <c:v>24.55</c:v>
                </c:pt>
                <c:pt idx="40324">
                  <c:v>24.55</c:v>
                </c:pt>
                <c:pt idx="40325">
                  <c:v>24.55</c:v>
                </c:pt>
                <c:pt idx="40326">
                  <c:v>24.55</c:v>
                </c:pt>
                <c:pt idx="40327">
                  <c:v>24.55</c:v>
                </c:pt>
                <c:pt idx="40328">
                  <c:v>24.55</c:v>
                </c:pt>
                <c:pt idx="40329">
                  <c:v>24.55</c:v>
                </c:pt>
                <c:pt idx="40330">
                  <c:v>24.55</c:v>
                </c:pt>
                <c:pt idx="40331">
                  <c:v>24.55</c:v>
                </c:pt>
                <c:pt idx="40332">
                  <c:v>24.55</c:v>
                </c:pt>
                <c:pt idx="40333">
                  <c:v>24.55</c:v>
                </c:pt>
                <c:pt idx="40334">
                  <c:v>24.55</c:v>
                </c:pt>
                <c:pt idx="40335">
                  <c:v>24.55</c:v>
                </c:pt>
                <c:pt idx="40336">
                  <c:v>24.55</c:v>
                </c:pt>
                <c:pt idx="40337">
                  <c:v>24.55</c:v>
                </c:pt>
                <c:pt idx="40338">
                  <c:v>24.55</c:v>
                </c:pt>
                <c:pt idx="40339">
                  <c:v>24.55</c:v>
                </c:pt>
                <c:pt idx="40340">
                  <c:v>24.55</c:v>
                </c:pt>
                <c:pt idx="40341">
                  <c:v>24.55</c:v>
                </c:pt>
                <c:pt idx="40342">
                  <c:v>24.55</c:v>
                </c:pt>
                <c:pt idx="40343">
                  <c:v>24.55</c:v>
                </c:pt>
                <c:pt idx="40344">
                  <c:v>24.55</c:v>
                </c:pt>
                <c:pt idx="40345">
                  <c:v>24.55</c:v>
                </c:pt>
                <c:pt idx="40346">
                  <c:v>24.55</c:v>
                </c:pt>
                <c:pt idx="40347">
                  <c:v>24.55</c:v>
                </c:pt>
                <c:pt idx="40348">
                  <c:v>24.55</c:v>
                </c:pt>
                <c:pt idx="40349">
                  <c:v>24.55</c:v>
                </c:pt>
                <c:pt idx="40350">
                  <c:v>24.55</c:v>
                </c:pt>
                <c:pt idx="40351">
                  <c:v>24.55</c:v>
                </c:pt>
                <c:pt idx="40352">
                  <c:v>24.55</c:v>
                </c:pt>
                <c:pt idx="40353">
                  <c:v>24.55</c:v>
                </c:pt>
                <c:pt idx="40354">
                  <c:v>24.55</c:v>
                </c:pt>
                <c:pt idx="40355">
                  <c:v>24.55</c:v>
                </c:pt>
                <c:pt idx="40356">
                  <c:v>24.55</c:v>
                </c:pt>
                <c:pt idx="40357">
                  <c:v>24.55</c:v>
                </c:pt>
                <c:pt idx="40358">
                  <c:v>24.55</c:v>
                </c:pt>
                <c:pt idx="40359">
                  <c:v>24.55</c:v>
                </c:pt>
                <c:pt idx="40360">
                  <c:v>24.55</c:v>
                </c:pt>
                <c:pt idx="40361">
                  <c:v>24.55</c:v>
                </c:pt>
                <c:pt idx="40362">
                  <c:v>24.55</c:v>
                </c:pt>
                <c:pt idx="40363">
                  <c:v>24.55</c:v>
                </c:pt>
                <c:pt idx="40364">
                  <c:v>24.55</c:v>
                </c:pt>
                <c:pt idx="40365">
                  <c:v>24.55</c:v>
                </c:pt>
                <c:pt idx="40366">
                  <c:v>24.55</c:v>
                </c:pt>
                <c:pt idx="40367">
                  <c:v>24.55</c:v>
                </c:pt>
                <c:pt idx="40368">
                  <c:v>24.55</c:v>
                </c:pt>
                <c:pt idx="40369">
                  <c:v>24.55</c:v>
                </c:pt>
                <c:pt idx="40370">
                  <c:v>24.55</c:v>
                </c:pt>
                <c:pt idx="40371">
                  <c:v>24.55</c:v>
                </c:pt>
                <c:pt idx="40372">
                  <c:v>24.55</c:v>
                </c:pt>
                <c:pt idx="40373">
                  <c:v>24.55</c:v>
                </c:pt>
                <c:pt idx="40374">
                  <c:v>24.55</c:v>
                </c:pt>
                <c:pt idx="40375">
                  <c:v>24.55</c:v>
                </c:pt>
                <c:pt idx="40376">
                  <c:v>24.55</c:v>
                </c:pt>
                <c:pt idx="40377">
                  <c:v>24.55</c:v>
                </c:pt>
                <c:pt idx="40378">
                  <c:v>24.55</c:v>
                </c:pt>
                <c:pt idx="40379">
                  <c:v>24.55</c:v>
                </c:pt>
                <c:pt idx="40380">
                  <c:v>24.55</c:v>
                </c:pt>
                <c:pt idx="40381">
                  <c:v>24.55</c:v>
                </c:pt>
                <c:pt idx="40382">
                  <c:v>24.55</c:v>
                </c:pt>
                <c:pt idx="40383">
                  <c:v>24.55</c:v>
                </c:pt>
                <c:pt idx="40384">
                  <c:v>24.55</c:v>
                </c:pt>
                <c:pt idx="40385">
                  <c:v>24.55</c:v>
                </c:pt>
                <c:pt idx="40386">
                  <c:v>24.55</c:v>
                </c:pt>
                <c:pt idx="40387">
                  <c:v>24.55</c:v>
                </c:pt>
                <c:pt idx="40388">
                  <c:v>24.55</c:v>
                </c:pt>
                <c:pt idx="40389">
                  <c:v>24.55</c:v>
                </c:pt>
                <c:pt idx="40390">
                  <c:v>24.55</c:v>
                </c:pt>
                <c:pt idx="40391">
                  <c:v>24.55</c:v>
                </c:pt>
                <c:pt idx="40392">
                  <c:v>24.55</c:v>
                </c:pt>
                <c:pt idx="40393">
                  <c:v>24.55</c:v>
                </c:pt>
                <c:pt idx="40394">
                  <c:v>24.55</c:v>
                </c:pt>
                <c:pt idx="40395">
                  <c:v>24.55</c:v>
                </c:pt>
                <c:pt idx="40396">
                  <c:v>24.55</c:v>
                </c:pt>
                <c:pt idx="40397">
                  <c:v>24.55</c:v>
                </c:pt>
                <c:pt idx="40398">
                  <c:v>24.55</c:v>
                </c:pt>
                <c:pt idx="40399">
                  <c:v>24.55</c:v>
                </c:pt>
                <c:pt idx="40400">
                  <c:v>24.55</c:v>
                </c:pt>
                <c:pt idx="40401">
                  <c:v>24.55</c:v>
                </c:pt>
                <c:pt idx="40402">
                  <c:v>24.55</c:v>
                </c:pt>
                <c:pt idx="40403">
                  <c:v>24.55</c:v>
                </c:pt>
                <c:pt idx="40404">
                  <c:v>24.55</c:v>
                </c:pt>
                <c:pt idx="40405">
                  <c:v>24.55</c:v>
                </c:pt>
                <c:pt idx="40406">
                  <c:v>24.55</c:v>
                </c:pt>
                <c:pt idx="40407">
                  <c:v>24.55</c:v>
                </c:pt>
                <c:pt idx="40408">
                  <c:v>24.55</c:v>
                </c:pt>
                <c:pt idx="40409">
                  <c:v>24.55</c:v>
                </c:pt>
                <c:pt idx="40410">
                  <c:v>24.55</c:v>
                </c:pt>
                <c:pt idx="40411">
                  <c:v>24.55</c:v>
                </c:pt>
                <c:pt idx="40412">
                  <c:v>24.55</c:v>
                </c:pt>
                <c:pt idx="40413">
                  <c:v>24.55</c:v>
                </c:pt>
                <c:pt idx="40414">
                  <c:v>24.55</c:v>
                </c:pt>
                <c:pt idx="40415">
                  <c:v>24.55</c:v>
                </c:pt>
                <c:pt idx="40416">
                  <c:v>24.55</c:v>
                </c:pt>
                <c:pt idx="40417">
                  <c:v>24.55</c:v>
                </c:pt>
                <c:pt idx="40418">
                  <c:v>24.55</c:v>
                </c:pt>
                <c:pt idx="40419">
                  <c:v>24.55</c:v>
                </c:pt>
                <c:pt idx="40420">
                  <c:v>24.55</c:v>
                </c:pt>
                <c:pt idx="40421">
                  <c:v>24.55</c:v>
                </c:pt>
                <c:pt idx="40422">
                  <c:v>24.55</c:v>
                </c:pt>
                <c:pt idx="40423">
                  <c:v>24.55</c:v>
                </c:pt>
                <c:pt idx="40424">
                  <c:v>24.55</c:v>
                </c:pt>
                <c:pt idx="40425">
                  <c:v>24.55</c:v>
                </c:pt>
                <c:pt idx="40426">
                  <c:v>24.55</c:v>
                </c:pt>
                <c:pt idx="40427">
                  <c:v>24.55</c:v>
                </c:pt>
                <c:pt idx="40428">
                  <c:v>24.55</c:v>
                </c:pt>
                <c:pt idx="40429">
                  <c:v>24.55</c:v>
                </c:pt>
                <c:pt idx="40430">
                  <c:v>24.55</c:v>
                </c:pt>
                <c:pt idx="40431">
                  <c:v>24.55</c:v>
                </c:pt>
                <c:pt idx="40432">
                  <c:v>24.55</c:v>
                </c:pt>
                <c:pt idx="40433">
                  <c:v>24.55</c:v>
                </c:pt>
                <c:pt idx="40434">
                  <c:v>24.55</c:v>
                </c:pt>
                <c:pt idx="40435">
                  <c:v>24.55</c:v>
                </c:pt>
                <c:pt idx="40436">
                  <c:v>24.55</c:v>
                </c:pt>
                <c:pt idx="40437">
                  <c:v>24.55</c:v>
                </c:pt>
                <c:pt idx="40438">
                  <c:v>24.55</c:v>
                </c:pt>
                <c:pt idx="40439">
                  <c:v>24.55</c:v>
                </c:pt>
                <c:pt idx="40440">
                  <c:v>24.55</c:v>
                </c:pt>
                <c:pt idx="40441">
                  <c:v>24.55</c:v>
                </c:pt>
                <c:pt idx="40442">
                  <c:v>24.55</c:v>
                </c:pt>
                <c:pt idx="40443">
                  <c:v>24.55</c:v>
                </c:pt>
                <c:pt idx="40444">
                  <c:v>24.55</c:v>
                </c:pt>
                <c:pt idx="40445">
                  <c:v>24.55</c:v>
                </c:pt>
                <c:pt idx="40446">
                  <c:v>24.55</c:v>
                </c:pt>
                <c:pt idx="40447">
                  <c:v>24.55</c:v>
                </c:pt>
                <c:pt idx="40448">
                  <c:v>24.55</c:v>
                </c:pt>
                <c:pt idx="40449">
                  <c:v>24.55</c:v>
                </c:pt>
                <c:pt idx="40450">
                  <c:v>24.55</c:v>
                </c:pt>
                <c:pt idx="40451">
                  <c:v>24.55</c:v>
                </c:pt>
                <c:pt idx="40452">
                  <c:v>24.55</c:v>
                </c:pt>
                <c:pt idx="40453">
                  <c:v>24.55</c:v>
                </c:pt>
                <c:pt idx="40454">
                  <c:v>24.55</c:v>
                </c:pt>
                <c:pt idx="40455">
                  <c:v>24.55</c:v>
                </c:pt>
                <c:pt idx="40456">
                  <c:v>24.55</c:v>
                </c:pt>
                <c:pt idx="40457">
                  <c:v>24.55</c:v>
                </c:pt>
                <c:pt idx="40458">
                  <c:v>24.55</c:v>
                </c:pt>
                <c:pt idx="40459">
                  <c:v>24.55</c:v>
                </c:pt>
                <c:pt idx="40460">
                  <c:v>24.55</c:v>
                </c:pt>
                <c:pt idx="40461">
                  <c:v>24.55</c:v>
                </c:pt>
                <c:pt idx="40462">
                  <c:v>24.55</c:v>
                </c:pt>
                <c:pt idx="40463">
                  <c:v>24.55</c:v>
                </c:pt>
                <c:pt idx="40464">
                  <c:v>24.55</c:v>
                </c:pt>
                <c:pt idx="40465">
                  <c:v>24.55</c:v>
                </c:pt>
                <c:pt idx="40466">
                  <c:v>24.55</c:v>
                </c:pt>
                <c:pt idx="40467">
                  <c:v>24.55</c:v>
                </c:pt>
                <c:pt idx="40468">
                  <c:v>24.55</c:v>
                </c:pt>
                <c:pt idx="40469">
                  <c:v>24.55</c:v>
                </c:pt>
                <c:pt idx="40470">
                  <c:v>24.55</c:v>
                </c:pt>
                <c:pt idx="40471">
                  <c:v>24.55</c:v>
                </c:pt>
                <c:pt idx="40472">
                  <c:v>24.55</c:v>
                </c:pt>
                <c:pt idx="40473">
                  <c:v>24.55</c:v>
                </c:pt>
                <c:pt idx="40474">
                  <c:v>24.55</c:v>
                </c:pt>
                <c:pt idx="40475">
                  <c:v>24.55</c:v>
                </c:pt>
                <c:pt idx="40476">
                  <c:v>24.55</c:v>
                </c:pt>
                <c:pt idx="40477">
                  <c:v>24.55</c:v>
                </c:pt>
                <c:pt idx="40478">
                  <c:v>24.55</c:v>
                </c:pt>
                <c:pt idx="40479">
                  <c:v>24.55</c:v>
                </c:pt>
                <c:pt idx="40480">
                  <c:v>24.55</c:v>
                </c:pt>
                <c:pt idx="40481">
                  <c:v>24.55</c:v>
                </c:pt>
                <c:pt idx="40482">
                  <c:v>24.55</c:v>
                </c:pt>
                <c:pt idx="40483">
                  <c:v>24.55</c:v>
                </c:pt>
                <c:pt idx="40484">
                  <c:v>24.55</c:v>
                </c:pt>
                <c:pt idx="40485">
                  <c:v>24.55</c:v>
                </c:pt>
                <c:pt idx="40486">
                  <c:v>24.55</c:v>
                </c:pt>
                <c:pt idx="40487">
                  <c:v>24.55</c:v>
                </c:pt>
                <c:pt idx="40488">
                  <c:v>24.55</c:v>
                </c:pt>
                <c:pt idx="40489">
                  <c:v>24.55</c:v>
                </c:pt>
                <c:pt idx="40490">
                  <c:v>24.55</c:v>
                </c:pt>
                <c:pt idx="40491">
                  <c:v>24.55</c:v>
                </c:pt>
                <c:pt idx="40492">
                  <c:v>24.55</c:v>
                </c:pt>
                <c:pt idx="40493">
                  <c:v>24.55</c:v>
                </c:pt>
                <c:pt idx="40494">
                  <c:v>24.55</c:v>
                </c:pt>
                <c:pt idx="40495">
                  <c:v>24.55</c:v>
                </c:pt>
                <c:pt idx="40496">
                  <c:v>24.55</c:v>
                </c:pt>
                <c:pt idx="40497">
                  <c:v>24.55</c:v>
                </c:pt>
                <c:pt idx="40498">
                  <c:v>24.55</c:v>
                </c:pt>
                <c:pt idx="40499">
                  <c:v>24.55</c:v>
                </c:pt>
                <c:pt idx="40500">
                  <c:v>24.55</c:v>
                </c:pt>
                <c:pt idx="40501">
                  <c:v>24.55</c:v>
                </c:pt>
                <c:pt idx="40502">
                  <c:v>24.55</c:v>
                </c:pt>
                <c:pt idx="40503">
                  <c:v>24.55</c:v>
                </c:pt>
                <c:pt idx="40504">
                  <c:v>24.55</c:v>
                </c:pt>
                <c:pt idx="40505">
                  <c:v>24.55</c:v>
                </c:pt>
                <c:pt idx="40506">
                  <c:v>24.55</c:v>
                </c:pt>
                <c:pt idx="40507">
                  <c:v>24.55</c:v>
                </c:pt>
                <c:pt idx="40508">
                  <c:v>24.55</c:v>
                </c:pt>
                <c:pt idx="40509">
                  <c:v>24.55</c:v>
                </c:pt>
                <c:pt idx="40510">
                  <c:v>24.55</c:v>
                </c:pt>
                <c:pt idx="40511">
                  <c:v>24.55</c:v>
                </c:pt>
                <c:pt idx="40512">
                  <c:v>24.55</c:v>
                </c:pt>
                <c:pt idx="40513">
                  <c:v>24.55</c:v>
                </c:pt>
                <c:pt idx="40514">
                  <c:v>24.55</c:v>
                </c:pt>
                <c:pt idx="40515">
                  <c:v>24.55</c:v>
                </c:pt>
                <c:pt idx="40516">
                  <c:v>24.55</c:v>
                </c:pt>
                <c:pt idx="40517">
                  <c:v>24.55</c:v>
                </c:pt>
                <c:pt idx="40518">
                  <c:v>24.55</c:v>
                </c:pt>
                <c:pt idx="40519">
                  <c:v>24.55</c:v>
                </c:pt>
                <c:pt idx="40520">
                  <c:v>24.55</c:v>
                </c:pt>
                <c:pt idx="40521">
                  <c:v>24.55</c:v>
                </c:pt>
                <c:pt idx="40522">
                  <c:v>24.55</c:v>
                </c:pt>
                <c:pt idx="40523">
                  <c:v>24.55</c:v>
                </c:pt>
                <c:pt idx="40524">
                  <c:v>24.55</c:v>
                </c:pt>
                <c:pt idx="40525">
                  <c:v>24.55</c:v>
                </c:pt>
                <c:pt idx="40526">
                  <c:v>24.55</c:v>
                </c:pt>
                <c:pt idx="40527">
                  <c:v>24.55</c:v>
                </c:pt>
                <c:pt idx="40528">
                  <c:v>24.55</c:v>
                </c:pt>
                <c:pt idx="40529">
                  <c:v>24.55</c:v>
                </c:pt>
                <c:pt idx="40530">
                  <c:v>24.55</c:v>
                </c:pt>
                <c:pt idx="40531">
                  <c:v>24.55</c:v>
                </c:pt>
                <c:pt idx="40532">
                  <c:v>24.55</c:v>
                </c:pt>
                <c:pt idx="40533">
                  <c:v>24.55</c:v>
                </c:pt>
                <c:pt idx="40534">
                  <c:v>24.55</c:v>
                </c:pt>
                <c:pt idx="40535">
                  <c:v>24.55</c:v>
                </c:pt>
                <c:pt idx="40536">
                  <c:v>24.55</c:v>
                </c:pt>
                <c:pt idx="40537">
                  <c:v>24.55</c:v>
                </c:pt>
                <c:pt idx="40538">
                  <c:v>24.55</c:v>
                </c:pt>
                <c:pt idx="40539">
                  <c:v>24.55</c:v>
                </c:pt>
                <c:pt idx="40540">
                  <c:v>24.55</c:v>
                </c:pt>
                <c:pt idx="40541">
                  <c:v>24.55</c:v>
                </c:pt>
                <c:pt idx="40542">
                  <c:v>24.55</c:v>
                </c:pt>
                <c:pt idx="40543">
                  <c:v>24.55</c:v>
                </c:pt>
                <c:pt idx="40544">
                  <c:v>24.55</c:v>
                </c:pt>
                <c:pt idx="40545">
                  <c:v>24.55</c:v>
                </c:pt>
                <c:pt idx="40546">
                  <c:v>24.55</c:v>
                </c:pt>
                <c:pt idx="40547">
                  <c:v>24.55</c:v>
                </c:pt>
                <c:pt idx="40548">
                  <c:v>24.55</c:v>
                </c:pt>
                <c:pt idx="40549">
                  <c:v>24.55</c:v>
                </c:pt>
                <c:pt idx="40550">
                  <c:v>24.55</c:v>
                </c:pt>
                <c:pt idx="40551">
                  <c:v>24.55</c:v>
                </c:pt>
                <c:pt idx="40552">
                  <c:v>24.55</c:v>
                </c:pt>
                <c:pt idx="40553">
                  <c:v>24.55</c:v>
                </c:pt>
                <c:pt idx="40554">
                  <c:v>24.55</c:v>
                </c:pt>
                <c:pt idx="40555">
                  <c:v>24.55</c:v>
                </c:pt>
                <c:pt idx="40556">
                  <c:v>24.55</c:v>
                </c:pt>
                <c:pt idx="40557">
                  <c:v>24.55</c:v>
                </c:pt>
                <c:pt idx="40558">
                  <c:v>24.55</c:v>
                </c:pt>
                <c:pt idx="40559">
                  <c:v>24.55</c:v>
                </c:pt>
                <c:pt idx="40560">
                  <c:v>24.55</c:v>
                </c:pt>
                <c:pt idx="40561">
                  <c:v>24.55</c:v>
                </c:pt>
                <c:pt idx="40562">
                  <c:v>24.55</c:v>
                </c:pt>
                <c:pt idx="40563">
                  <c:v>24.55</c:v>
                </c:pt>
                <c:pt idx="40564">
                  <c:v>24.55</c:v>
                </c:pt>
                <c:pt idx="40565">
                  <c:v>24.55</c:v>
                </c:pt>
                <c:pt idx="40566">
                  <c:v>24.55</c:v>
                </c:pt>
                <c:pt idx="40567">
                  <c:v>24.55</c:v>
                </c:pt>
                <c:pt idx="40568">
                  <c:v>24.55</c:v>
                </c:pt>
                <c:pt idx="40569">
                  <c:v>24.55</c:v>
                </c:pt>
                <c:pt idx="40570">
                  <c:v>24.55</c:v>
                </c:pt>
                <c:pt idx="40571">
                  <c:v>24.55</c:v>
                </c:pt>
                <c:pt idx="40572">
                  <c:v>24.55</c:v>
                </c:pt>
                <c:pt idx="40573">
                  <c:v>24.55</c:v>
                </c:pt>
                <c:pt idx="40574">
                  <c:v>24.55</c:v>
                </c:pt>
                <c:pt idx="40575">
                  <c:v>24.55</c:v>
                </c:pt>
                <c:pt idx="40576">
                  <c:v>24.55</c:v>
                </c:pt>
                <c:pt idx="40577">
                  <c:v>24.55</c:v>
                </c:pt>
                <c:pt idx="40578">
                  <c:v>24.55</c:v>
                </c:pt>
                <c:pt idx="40579">
                  <c:v>24.55</c:v>
                </c:pt>
                <c:pt idx="40580">
                  <c:v>24.55</c:v>
                </c:pt>
                <c:pt idx="40581">
                  <c:v>24.55</c:v>
                </c:pt>
                <c:pt idx="40582">
                  <c:v>24.55</c:v>
                </c:pt>
                <c:pt idx="40583">
                  <c:v>24.55</c:v>
                </c:pt>
                <c:pt idx="40584">
                  <c:v>24.55</c:v>
                </c:pt>
                <c:pt idx="40585">
                  <c:v>24.55</c:v>
                </c:pt>
                <c:pt idx="40586">
                  <c:v>24.55</c:v>
                </c:pt>
                <c:pt idx="40587">
                  <c:v>24.55</c:v>
                </c:pt>
                <c:pt idx="40588">
                  <c:v>24.55</c:v>
                </c:pt>
                <c:pt idx="40589">
                  <c:v>24.55</c:v>
                </c:pt>
                <c:pt idx="40590">
                  <c:v>24.55</c:v>
                </c:pt>
                <c:pt idx="40591">
                  <c:v>24.55</c:v>
                </c:pt>
                <c:pt idx="40592">
                  <c:v>24.55</c:v>
                </c:pt>
                <c:pt idx="40593">
                  <c:v>24.55</c:v>
                </c:pt>
                <c:pt idx="40594">
                  <c:v>24.55</c:v>
                </c:pt>
                <c:pt idx="40595">
                  <c:v>24.55</c:v>
                </c:pt>
                <c:pt idx="40596">
                  <c:v>24.55</c:v>
                </c:pt>
                <c:pt idx="40597">
                  <c:v>24.55</c:v>
                </c:pt>
                <c:pt idx="40598">
                  <c:v>24.55</c:v>
                </c:pt>
                <c:pt idx="40599">
                  <c:v>24.55</c:v>
                </c:pt>
                <c:pt idx="40600">
                  <c:v>24.55</c:v>
                </c:pt>
                <c:pt idx="40601">
                  <c:v>24.55</c:v>
                </c:pt>
                <c:pt idx="40602">
                  <c:v>24.55</c:v>
                </c:pt>
                <c:pt idx="40603">
                  <c:v>24.55</c:v>
                </c:pt>
                <c:pt idx="40604">
                  <c:v>24.55</c:v>
                </c:pt>
                <c:pt idx="40605">
                  <c:v>24.55</c:v>
                </c:pt>
                <c:pt idx="40606">
                  <c:v>24.55</c:v>
                </c:pt>
                <c:pt idx="40607">
                  <c:v>24.55</c:v>
                </c:pt>
                <c:pt idx="40608">
                  <c:v>24.55</c:v>
                </c:pt>
                <c:pt idx="40609">
                  <c:v>24.55</c:v>
                </c:pt>
                <c:pt idx="40610">
                  <c:v>24.55</c:v>
                </c:pt>
                <c:pt idx="40611">
                  <c:v>24.55</c:v>
                </c:pt>
                <c:pt idx="40612">
                  <c:v>24.55</c:v>
                </c:pt>
                <c:pt idx="40613">
                  <c:v>24.55</c:v>
                </c:pt>
                <c:pt idx="40614">
                  <c:v>24.55</c:v>
                </c:pt>
                <c:pt idx="40615">
                  <c:v>24.55</c:v>
                </c:pt>
                <c:pt idx="40616">
                  <c:v>24.55</c:v>
                </c:pt>
                <c:pt idx="40617">
                  <c:v>24.55</c:v>
                </c:pt>
                <c:pt idx="40618">
                  <c:v>24.55</c:v>
                </c:pt>
                <c:pt idx="40619">
                  <c:v>24.55</c:v>
                </c:pt>
                <c:pt idx="40620">
                  <c:v>24.55</c:v>
                </c:pt>
                <c:pt idx="40621">
                  <c:v>24.55</c:v>
                </c:pt>
                <c:pt idx="40622">
                  <c:v>24.55</c:v>
                </c:pt>
                <c:pt idx="40623">
                  <c:v>24.55</c:v>
                </c:pt>
                <c:pt idx="40624">
                  <c:v>24.55</c:v>
                </c:pt>
                <c:pt idx="40625">
                  <c:v>24.55</c:v>
                </c:pt>
                <c:pt idx="40626">
                  <c:v>24.55</c:v>
                </c:pt>
                <c:pt idx="40627">
                  <c:v>24.55</c:v>
                </c:pt>
                <c:pt idx="40628">
                  <c:v>24.55</c:v>
                </c:pt>
                <c:pt idx="40629">
                  <c:v>24.55</c:v>
                </c:pt>
                <c:pt idx="40630">
                  <c:v>24.55</c:v>
                </c:pt>
                <c:pt idx="40631">
                  <c:v>24.55</c:v>
                </c:pt>
                <c:pt idx="40632">
                  <c:v>24.55</c:v>
                </c:pt>
                <c:pt idx="40633">
                  <c:v>24.55</c:v>
                </c:pt>
                <c:pt idx="40634">
                  <c:v>24.55</c:v>
                </c:pt>
                <c:pt idx="40635">
                  <c:v>24.55</c:v>
                </c:pt>
                <c:pt idx="40636">
                  <c:v>24.55</c:v>
                </c:pt>
                <c:pt idx="40637">
                  <c:v>24.55</c:v>
                </c:pt>
                <c:pt idx="40638">
                  <c:v>24.55</c:v>
                </c:pt>
                <c:pt idx="40639">
                  <c:v>24.55</c:v>
                </c:pt>
                <c:pt idx="40640">
                  <c:v>24.55</c:v>
                </c:pt>
                <c:pt idx="40641">
                  <c:v>24.55</c:v>
                </c:pt>
                <c:pt idx="40642">
                  <c:v>24.55</c:v>
                </c:pt>
                <c:pt idx="40643">
                  <c:v>24.55</c:v>
                </c:pt>
                <c:pt idx="40644">
                  <c:v>24.55</c:v>
                </c:pt>
                <c:pt idx="40645">
                  <c:v>24.55</c:v>
                </c:pt>
                <c:pt idx="40646">
                  <c:v>24.55</c:v>
                </c:pt>
                <c:pt idx="40647">
                  <c:v>24.55</c:v>
                </c:pt>
                <c:pt idx="40648">
                  <c:v>24.55</c:v>
                </c:pt>
                <c:pt idx="40649">
                  <c:v>24.55</c:v>
                </c:pt>
                <c:pt idx="40650">
                  <c:v>24.55</c:v>
                </c:pt>
                <c:pt idx="40651">
                  <c:v>24.55</c:v>
                </c:pt>
                <c:pt idx="40652">
                  <c:v>24.55</c:v>
                </c:pt>
                <c:pt idx="40653">
                  <c:v>24.55</c:v>
                </c:pt>
                <c:pt idx="40654">
                  <c:v>24.55</c:v>
                </c:pt>
                <c:pt idx="40655">
                  <c:v>24.55</c:v>
                </c:pt>
                <c:pt idx="40656">
                  <c:v>24.55</c:v>
                </c:pt>
                <c:pt idx="40657">
                  <c:v>24.55</c:v>
                </c:pt>
                <c:pt idx="40658">
                  <c:v>24.55</c:v>
                </c:pt>
                <c:pt idx="40659">
                  <c:v>24.55</c:v>
                </c:pt>
                <c:pt idx="40660">
                  <c:v>24.55</c:v>
                </c:pt>
                <c:pt idx="40661">
                  <c:v>24.55</c:v>
                </c:pt>
                <c:pt idx="40662">
                  <c:v>24.55</c:v>
                </c:pt>
                <c:pt idx="40663">
                  <c:v>24.55</c:v>
                </c:pt>
                <c:pt idx="40664">
                  <c:v>24.55</c:v>
                </c:pt>
                <c:pt idx="40665">
                  <c:v>24.55</c:v>
                </c:pt>
                <c:pt idx="40666">
                  <c:v>24.55</c:v>
                </c:pt>
                <c:pt idx="40667">
                  <c:v>24.55</c:v>
                </c:pt>
                <c:pt idx="40668">
                  <c:v>24.55</c:v>
                </c:pt>
                <c:pt idx="40669">
                  <c:v>24.55</c:v>
                </c:pt>
                <c:pt idx="40670">
                  <c:v>24.55</c:v>
                </c:pt>
                <c:pt idx="40671">
                  <c:v>24.55</c:v>
                </c:pt>
                <c:pt idx="40672">
                  <c:v>24.55</c:v>
                </c:pt>
                <c:pt idx="40673">
                  <c:v>24.55</c:v>
                </c:pt>
                <c:pt idx="40674">
                  <c:v>24.55</c:v>
                </c:pt>
                <c:pt idx="40675">
                  <c:v>24.55</c:v>
                </c:pt>
                <c:pt idx="40676">
                  <c:v>24.55</c:v>
                </c:pt>
                <c:pt idx="40677">
                  <c:v>24.55</c:v>
                </c:pt>
                <c:pt idx="40678">
                  <c:v>24.55</c:v>
                </c:pt>
                <c:pt idx="40679">
                  <c:v>24.55</c:v>
                </c:pt>
                <c:pt idx="40680">
                  <c:v>24.55</c:v>
                </c:pt>
                <c:pt idx="40681">
                  <c:v>24.55</c:v>
                </c:pt>
                <c:pt idx="40682">
                  <c:v>24.55</c:v>
                </c:pt>
                <c:pt idx="40683">
                  <c:v>24.55</c:v>
                </c:pt>
                <c:pt idx="40684">
                  <c:v>24.55</c:v>
                </c:pt>
                <c:pt idx="40685">
                  <c:v>24.55</c:v>
                </c:pt>
                <c:pt idx="40686">
                  <c:v>24.55</c:v>
                </c:pt>
                <c:pt idx="40687">
                  <c:v>24.55</c:v>
                </c:pt>
                <c:pt idx="40688">
                  <c:v>24.55</c:v>
                </c:pt>
                <c:pt idx="40689">
                  <c:v>24.55</c:v>
                </c:pt>
                <c:pt idx="40690">
                  <c:v>24.55</c:v>
                </c:pt>
                <c:pt idx="40691">
                  <c:v>24.55</c:v>
                </c:pt>
                <c:pt idx="40692">
                  <c:v>24.55</c:v>
                </c:pt>
                <c:pt idx="40693">
                  <c:v>24.55</c:v>
                </c:pt>
                <c:pt idx="40694">
                  <c:v>24.55</c:v>
                </c:pt>
                <c:pt idx="40695">
                  <c:v>24.55</c:v>
                </c:pt>
                <c:pt idx="40696">
                  <c:v>24.55</c:v>
                </c:pt>
                <c:pt idx="40697">
                  <c:v>24.55</c:v>
                </c:pt>
                <c:pt idx="40698">
                  <c:v>24.55</c:v>
                </c:pt>
                <c:pt idx="40699">
                  <c:v>24.55</c:v>
                </c:pt>
                <c:pt idx="40700">
                  <c:v>24.55</c:v>
                </c:pt>
                <c:pt idx="40701">
                  <c:v>24.55</c:v>
                </c:pt>
                <c:pt idx="40702">
                  <c:v>24.55</c:v>
                </c:pt>
                <c:pt idx="40703">
                  <c:v>24.55</c:v>
                </c:pt>
                <c:pt idx="40704">
                  <c:v>24.55</c:v>
                </c:pt>
                <c:pt idx="40705">
                  <c:v>24.55</c:v>
                </c:pt>
                <c:pt idx="40706">
                  <c:v>24.55</c:v>
                </c:pt>
                <c:pt idx="40707">
                  <c:v>24.55</c:v>
                </c:pt>
                <c:pt idx="40708">
                  <c:v>24.55</c:v>
                </c:pt>
                <c:pt idx="40709">
                  <c:v>24.55</c:v>
                </c:pt>
                <c:pt idx="40710">
                  <c:v>24.55</c:v>
                </c:pt>
                <c:pt idx="40711">
                  <c:v>24.55</c:v>
                </c:pt>
                <c:pt idx="40712">
                  <c:v>24.55</c:v>
                </c:pt>
                <c:pt idx="40713">
                  <c:v>24.55</c:v>
                </c:pt>
                <c:pt idx="40714">
                  <c:v>24.55</c:v>
                </c:pt>
                <c:pt idx="40715">
                  <c:v>24.55</c:v>
                </c:pt>
                <c:pt idx="40716">
                  <c:v>24.55</c:v>
                </c:pt>
                <c:pt idx="40717">
                  <c:v>24.55</c:v>
                </c:pt>
                <c:pt idx="40718">
                  <c:v>24.55</c:v>
                </c:pt>
                <c:pt idx="40719">
                  <c:v>24.55</c:v>
                </c:pt>
                <c:pt idx="40720">
                  <c:v>24.55</c:v>
                </c:pt>
                <c:pt idx="40721">
                  <c:v>24.55</c:v>
                </c:pt>
                <c:pt idx="40722">
                  <c:v>24.55</c:v>
                </c:pt>
                <c:pt idx="40723">
                  <c:v>24.55</c:v>
                </c:pt>
                <c:pt idx="40724">
                  <c:v>24.55</c:v>
                </c:pt>
                <c:pt idx="40725">
                  <c:v>24.55</c:v>
                </c:pt>
                <c:pt idx="40726">
                  <c:v>24.55</c:v>
                </c:pt>
                <c:pt idx="40727">
                  <c:v>24.55</c:v>
                </c:pt>
                <c:pt idx="40728">
                  <c:v>24.55</c:v>
                </c:pt>
                <c:pt idx="40729">
                  <c:v>24.55</c:v>
                </c:pt>
                <c:pt idx="40730">
                  <c:v>24.55</c:v>
                </c:pt>
                <c:pt idx="40731">
                  <c:v>24.55</c:v>
                </c:pt>
                <c:pt idx="40732">
                  <c:v>24.55</c:v>
                </c:pt>
                <c:pt idx="40733">
                  <c:v>24.55</c:v>
                </c:pt>
                <c:pt idx="40734">
                  <c:v>24.55</c:v>
                </c:pt>
                <c:pt idx="40735">
                  <c:v>24.55</c:v>
                </c:pt>
                <c:pt idx="40736">
                  <c:v>24.55</c:v>
                </c:pt>
                <c:pt idx="40737">
                  <c:v>24.55</c:v>
                </c:pt>
                <c:pt idx="40738">
                  <c:v>24.55</c:v>
                </c:pt>
                <c:pt idx="40739">
                  <c:v>24.55</c:v>
                </c:pt>
                <c:pt idx="40740">
                  <c:v>24.55</c:v>
                </c:pt>
                <c:pt idx="40741">
                  <c:v>24.55</c:v>
                </c:pt>
                <c:pt idx="40742">
                  <c:v>24.55</c:v>
                </c:pt>
                <c:pt idx="40743">
                  <c:v>24.55</c:v>
                </c:pt>
                <c:pt idx="40744">
                  <c:v>24.55</c:v>
                </c:pt>
                <c:pt idx="40745">
                  <c:v>24.55</c:v>
                </c:pt>
                <c:pt idx="40746">
                  <c:v>24.55</c:v>
                </c:pt>
                <c:pt idx="40747">
                  <c:v>24.55</c:v>
                </c:pt>
                <c:pt idx="40748">
                  <c:v>24.55</c:v>
                </c:pt>
                <c:pt idx="40749">
                  <c:v>24.55</c:v>
                </c:pt>
                <c:pt idx="40750">
                  <c:v>24.55</c:v>
                </c:pt>
                <c:pt idx="40751">
                  <c:v>24.55</c:v>
                </c:pt>
                <c:pt idx="40752">
                  <c:v>24.55</c:v>
                </c:pt>
                <c:pt idx="40753">
                  <c:v>24.55</c:v>
                </c:pt>
                <c:pt idx="40754">
                  <c:v>24.55</c:v>
                </c:pt>
                <c:pt idx="40755">
                  <c:v>24.55</c:v>
                </c:pt>
                <c:pt idx="40756">
                  <c:v>24.55</c:v>
                </c:pt>
                <c:pt idx="40757">
                  <c:v>24.55</c:v>
                </c:pt>
                <c:pt idx="40758">
                  <c:v>24.55</c:v>
                </c:pt>
                <c:pt idx="40759">
                  <c:v>24.55</c:v>
                </c:pt>
                <c:pt idx="40760">
                  <c:v>24.55</c:v>
                </c:pt>
                <c:pt idx="40761">
                  <c:v>24.55</c:v>
                </c:pt>
                <c:pt idx="40762">
                  <c:v>24.55</c:v>
                </c:pt>
                <c:pt idx="40763">
                  <c:v>24.55</c:v>
                </c:pt>
                <c:pt idx="40764">
                  <c:v>24.55</c:v>
                </c:pt>
                <c:pt idx="40765">
                  <c:v>24.55</c:v>
                </c:pt>
                <c:pt idx="40766">
                  <c:v>24.55</c:v>
                </c:pt>
                <c:pt idx="40767">
                  <c:v>24.55</c:v>
                </c:pt>
                <c:pt idx="40768">
                  <c:v>24.55</c:v>
                </c:pt>
                <c:pt idx="40769">
                  <c:v>24.55</c:v>
                </c:pt>
                <c:pt idx="40770">
                  <c:v>24.55</c:v>
                </c:pt>
                <c:pt idx="40771">
                  <c:v>24.55</c:v>
                </c:pt>
                <c:pt idx="40772">
                  <c:v>24.55</c:v>
                </c:pt>
                <c:pt idx="40773">
                  <c:v>24.55</c:v>
                </c:pt>
                <c:pt idx="40774">
                  <c:v>24.55</c:v>
                </c:pt>
                <c:pt idx="40775">
                  <c:v>24.55</c:v>
                </c:pt>
                <c:pt idx="40776">
                  <c:v>24.55</c:v>
                </c:pt>
                <c:pt idx="40777">
                  <c:v>24.55</c:v>
                </c:pt>
                <c:pt idx="40778">
                  <c:v>24.55</c:v>
                </c:pt>
                <c:pt idx="40779">
                  <c:v>24.55</c:v>
                </c:pt>
                <c:pt idx="40780">
                  <c:v>24.55</c:v>
                </c:pt>
                <c:pt idx="40781">
                  <c:v>24.55</c:v>
                </c:pt>
                <c:pt idx="40782">
                  <c:v>24.55</c:v>
                </c:pt>
                <c:pt idx="40783">
                  <c:v>24.55</c:v>
                </c:pt>
                <c:pt idx="40784">
                  <c:v>24.55</c:v>
                </c:pt>
                <c:pt idx="40785">
                  <c:v>24.55</c:v>
                </c:pt>
                <c:pt idx="40786">
                  <c:v>24.55</c:v>
                </c:pt>
                <c:pt idx="40787">
                  <c:v>24.55</c:v>
                </c:pt>
                <c:pt idx="40788">
                  <c:v>24.55</c:v>
                </c:pt>
                <c:pt idx="40789">
                  <c:v>24.55</c:v>
                </c:pt>
                <c:pt idx="40790">
                  <c:v>24.55</c:v>
                </c:pt>
                <c:pt idx="40791">
                  <c:v>24.55</c:v>
                </c:pt>
                <c:pt idx="40792">
                  <c:v>24.55</c:v>
                </c:pt>
                <c:pt idx="40793">
                  <c:v>24.55</c:v>
                </c:pt>
                <c:pt idx="40794">
                  <c:v>24.55</c:v>
                </c:pt>
                <c:pt idx="40795">
                  <c:v>24.55</c:v>
                </c:pt>
                <c:pt idx="40796">
                  <c:v>24.55</c:v>
                </c:pt>
                <c:pt idx="40797">
                  <c:v>24.55</c:v>
                </c:pt>
                <c:pt idx="40798">
                  <c:v>24.55</c:v>
                </c:pt>
                <c:pt idx="40799">
                  <c:v>24.55</c:v>
                </c:pt>
                <c:pt idx="40800">
                  <c:v>24.55</c:v>
                </c:pt>
                <c:pt idx="40801">
                  <c:v>24.55</c:v>
                </c:pt>
                <c:pt idx="40802">
                  <c:v>24.55</c:v>
                </c:pt>
                <c:pt idx="40803">
                  <c:v>24.55</c:v>
                </c:pt>
                <c:pt idx="40804">
                  <c:v>24.55</c:v>
                </c:pt>
                <c:pt idx="40805">
                  <c:v>24.55</c:v>
                </c:pt>
                <c:pt idx="40806">
                  <c:v>24.55</c:v>
                </c:pt>
                <c:pt idx="40807">
                  <c:v>24.55</c:v>
                </c:pt>
                <c:pt idx="40808">
                  <c:v>24.55</c:v>
                </c:pt>
                <c:pt idx="40809">
                  <c:v>24.55</c:v>
                </c:pt>
                <c:pt idx="40810">
                  <c:v>24.55</c:v>
                </c:pt>
                <c:pt idx="40811">
                  <c:v>24.55</c:v>
                </c:pt>
                <c:pt idx="40812">
                  <c:v>24.55</c:v>
                </c:pt>
                <c:pt idx="40813">
                  <c:v>24.55</c:v>
                </c:pt>
                <c:pt idx="40814">
                  <c:v>24.55</c:v>
                </c:pt>
                <c:pt idx="40815">
                  <c:v>24.55</c:v>
                </c:pt>
                <c:pt idx="40816">
                  <c:v>24.55</c:v>
                </c:pt>
                <c:pt idx="40817">
                  <c:v>24.55</c:v>
                </c:pt>
                <c:pt idx="40818">
                  <c:v>24.55</c:v>
                </c:pt>
                <c:pt idx="40819">
                  <c:v>24.55</c:v>
                </c:pt>
                <c:pt idx="40820">
                  <c:v>24.55</c:v>
                </c:pt>
                <c:pt idx="40821">
                  <c:v>24.55</c:v>
                </c:pt>
                <c:pt idx="40822">
                  <c:v>24.55</c:v>
                </c:pt>
                <c:pt idx="40823">
                  <c:v>24.55</c:v>
                </c:pt>
                <c:pt idx="40824">
                  <c:v>24.55</c:v>
                </c:pt>
                <c:pt idx="40825">
                  <c:v>24.55</c:v>
                </c:pt>
                <c:pt idx="40826">
                  <c:v>24.55</c:v>
                </c:pt>
                <c:pt idx="40827">
                  <c:v>24.55</c:v>
                </c:pt>
                <c:pt idx="40828">
                  <c:v>24.55</c:v>
                </c:pt>
                <c:pt idx="40829">
                  <c:v>24.55</c:v>
                </c:pt>
                <c:pt idx="40830">
                  <c:v>24.55</c:v>
                </c:pt>
                <c:pt idx="40831">
                  <c:v>24.55</c:v>
                </c:pt>
                <c:pt idx="40832">
                  <c:v>24.55</c:v>
                </c:pt>
                <c:pt idx="40833">
                  <c:v>24.55</c:v>
                </c:pt>
                <c:pt idx="40834">
                  <c:v>24.55</c:v>
                </c:pt>
                <c:pt idx="40835">
                  <c:v>24.55</c:v>
                </c:pt>
                <c:pt idx="40836">
                  <c:v>24.55</c:v>
                </c:pt>
                <c:pt idx="40837">
                  <c:v>24.55</c:v>
                </c:pt>
                <c:pt idx="40838">
                  <c:v>24.55</c:v>
                </c:pt>
                <c:pt idx="40839">
                  <c:v>24.55</c:v>
                </c:pt>
                <c:pt idx="40840">
                  <c:v>24.55</c:v>
                </c:pt>
                <c:pt idx="40841">
                  <c:v>24.55</c:v>
                </c:pt>
                <c:pt idx="40842">
                  <c:v>24.55</c:v>
                </c:pt>
                <c:pt idx="40843">
                  <c:v>24.55</c:v>
                </c:pt>
                <c:pt idx="40844">
                  <c:v>24.55</c:v>
                </c:pt>
                <c:pt idx="40845">
                  <c:v>24.55</c:v>
                </c:pt>
                <c:pt idx="40846">
                  <c:v>24.55</c:v>
                </c:pt>
                <c:pt idx="40847">
                  <c:v>24.55</c:v>
                </c:pt>
                <c:pt idx="40848">
                  <c:v>24.55</c:v>
                </c:pt>
                <c:pt idx="40849">
                  <c:v>24.55</c:v>
                </c:pt>
                <c:pt idx="40850">
                  <c:v>24.55</c:v>
                </c:pt>
                <c:pt idx="40851">
                  <c:v>24.55</c:v>
                </c:pt>
                <c:pt idx="40852">
                  <c:v>24.55</c:v>
                </c:pt>
                <c:pt idx="40853">
                  <c:v>24.55</c:v>
                </c:pt>
                <c:pt idx="40854">
                  <c:v>24.55</c:v>
                </c:pt>
                <c:pt idx="40855">
                  <c:v>24.55</c:v>
                </c:pt>
                <c:pt idx="40856">
                  <c:v>24.55</c:v>
                </c:pt>
                <c:pt idx="40857">
                  <c:v>24.55</c:v>
                </c:pt>
                <c:pt idx="40858">
                  <c:v>24.55</c:v>
                </c:pt>
                <c:pt idx="40859">
                  <c:v>24.55</c:v>
                </c:pt>
                <c:pt idx="40860">
                  <c:v>24.55</c:v>
                </c:pt>
                <c:pt idx="40861">
                  <c:v>24.55</c:v>
                </c:pt>
                <c:pt idx="40862">
                  <c:v>24.55</c:v>
                </c:pt>
                <c:pt idx="40863">
                  <c:v>24.55</c:v>
                </c:pt>
                <c:pt idx="40864">
                  <c:v>24.55</c:v>
                </c:pt>
                <c:pt idx="40865">
                  <c:v>24.55</c:v>
                </c:pt>
                <c:pt idx="40866">
                  <c:v>24.55</c:v>
                </c:pt>
                <c:pt idx="40867">
                  <c:v>24.55</c:v>
                </c:pt>
                <c:pt idx="40868">
                  <c:v>24.55</c:v>
                </c:pt>
                <c:pt idx="40869">
                  <c:v>24.55</c:v>
                </c:pt>
                <c:pt idx="40870">
                  <c:v>24.55</c:v>
                </c:pt>
                <c:pt idx="40871">
                  <c:v>24.55</c:v>
                </c:pt>
                <c:pt idx="40872">
                  <c:v>24.55</c:v>
                </c:pt>
                <c:pt idx="40873">
                  <c:v>24.55</c:v>
                </c:pt>
                <c:pt idx="40874">
                  <c:v>24.55</c:v>
                </c:pt>
                <c:pt idx="40875">
                  <c:v>24.55</c:v>
                </c:pt>
                <c:pt idx="40876">
                  <c:v>24.55</c:v>
                </c:pt>
                <c:pt idx="40877">
                  <c:v>24.55</c:v>
                </c:pt>
                <c:pt idx="40878">
                  <c:v>24.55</c:v>
                </c:pt>
                <c:pt idx="40879">
                  <c:v>24.55</c:v>
                </c:pt>
                <c:pt idx="40880">
                  <c:v>24.55</c:v>
                </c:pt>
                <c:pt idx="40881">
                  <c:v>24.55</c:v>
                </c:pt>
                <c:pt idx="40882">
                  <c:v>24.55</c:v>
                </c:pt>
                <c:pt idx="40883">
                  <c:v>24.55</c:v>
                </c:pt>
                <c:pt idx="40884">
                  <c:v>24.55</c:v>
                </c:pt>
                <c:pt idx="40885">
                  <c:v>24.55</c:v>
                </c:pt>
                <c:pt idx="40886">
                  <c:v>24.55</c:v>
                </c:pt>
                <c:pt idx="40887">
                  <c:v>24.55</c:v>
                </c:pt>
                <c:pt idx="40888">
                  <c:v>24.55</c:v>
                </c:pt>
                <c:pt idx="40889">
                  <c:v>24.55</c:v>
                </c:pt>
                <c:pt idx="40890">
                  <c:v>24.55</c:v>
                </c:pt>
                <c:pt idx="40891">
                  <c:v>24.55</c:v>
                </c:pt>
                <c:pt idx="40892">
                  <c:v>24.55</c:v>
                </c:pt>
                <c:pt idx="40893">
                  <c:v>24.55</c:v>
                </c:pt>
                <c:pt idx="40894">
                  <c:v>24.55</c:v>
                </c:pt>
                <c:pt idx="40895">
                  <c:v>24.55</c:v>
                </c:pt>
                <c:pt idx="40896">
                  <c:v>24.55</c:v>
                </c:pt>
                <c:pt idx="40897">
                  <c:v>24.55</c:v>
                </c:pt>
                <c:pt idx="40898">
                  <c:v>24.55</c:v>
                </c:pt>
                <c:pt idx="40899">
                  <c:v>24.55</c:v>
                </c:pt>
                <c:pt idx="40900">
                  <c:v>24.55</c:v>
                </c:pt>
                <c:pt idx="40901">
                  <c:v>24.55</c:v>
                </c:pt>
                <c:pt idx="40902">
                  <c:v>24.55</c:v>
                </c:pt>
                <c:pt idx="40903">
                  <c:v>24.55</c:v>
                </c:pt>
                <c:pt idx="40904">
                  <c:v>24.55</c:v>
                </c:pt>
                <c:pt idx="40905">
                  <c:v>24.55</c:v>
                </c:pt>
                <c:pt idx="40906">
                  <c:v>24.55</c:v>
                </c:pt>
                <c:pt idx="40907">
                  <c:v>24.55</c:v>
                </c:pt>
                <c:pt idx="40908">
                  <c:v>24.55</c:v>
                </c:pt>
                <c:pt idx="40909">
                  <c:v>24.55</c:v>
                </c:pt>
                <c:pt idx="40910">
                  <c:v>24.55</c:v>
                </c:pt>
                <c:pt idx="40911">
                  <c:v>24.55</c:v>
                </c:pt>
                <c:pt idx="40912">
                  <c:v>24.55</c:v>
                </c:pt>
                <c:pt idx="40913">
                  <c:v>24.55</c:v>
                </c:pt>
                <c:pt idx="40914">
                  <c:v>24.55</c:v>
                </c:pt>
                <c:pt idx="40915">
                  <c:v>24.55</c:v>
                </c:pt>
                <c:pt idx="40916">
                  <c:v>24.55</c:v>
                </c:pt>
                <c:pt idx="40917">
                  <c:v>24.55</c:v>
                </c:pt>
                <c:pt idx="40918">
                  <c:v>24.55</c:v>
                </c:pt>
                <c:pt idx="40919">
                  <c:v>24.55</c:v>
                </c:pt>
                <c:pt idx="40920">
                  <c:v>24.55</c:v>
                </c:pt>
                <c:pt idx="40921">
                  <c:v>24.55</c:v>
                </c:pt>
                <c:pt idx="40922">
                  <c:v>24.55</c:v>
                </c:pt>
                <c:pt idx="40923">
                  <c:v>24.55</c:v>
                </c:pt>
                <c:pt idx="40924">
                  <c:v>24.55</c:v>
                </c:pt>
                <c:pt idx="40925">
                  <c:v>24.55</c:v>
                </c:pt>
                <c:pt idx="40926">
                  <c:v>24.55</c:v>
                </c:pt>
                <c:pt idx="40927">
                  <c:v>24.55</c:v>
                </c:pt>
                <c:pt idx="40928">
                  <c:v>24.55</c:v>
                </c:pt>
                <c:pt idx="40929">
                  <c:v>24.55</c:v>
                </c:pt>
                <c:pt idx="40930">
                  <c:v>24.55</c:v>
                </c:pt>
                <c:pt idx="40931">
                  <c:v>24.55</c:v>
                </c:pt>
                <c:pt idx="40932">
                  <c:v>24.55</c:v>
                </c:pt>
                <c:pt idx="40933">
                  <c:v>24.55</c:v>
                </c:pt>
                <c:pt idx="40934">
                  <c:v>24.55</c:v>
                </c:pt>
                <c:pt idx="40935">
                  <c:v>24.55</c:v>
                </c:pt>
                <c:pt idx="40936">
                  <c:v>24.55</c:v>
                </c:pt>
                <c:pt idx="40937">
                  <c:v>24.55</c:v>
                </c:pt>
                <c:pt idx="40938">
                  <c:v>24.55</c:v>
                </c:pt>
                <c:pt idx="40939">
                  <c:v>24.55</c:v>
                </c:pt>
                <c:pt idx="40940">
                  <c:v>24.55</c:v>
                </c:pt>
                <c:pt idx="40941">
                  <c:v>24.55</c:v>
                </c:pt>
                <c:pt idx="40942">
                  <c:v>24.55</c:v>
                </c:pt>
                <c:pt idx="40943">
                  <c:v>24.55</c:v>
                </c:pt>
                <c:pt idx="40944">
                  <c:v>24.55</c:v>
                </c:pt>
                <c:pt idx="40945">
                  <c:v>24.55</c:v>
                </c:pt>
                <c:pt idx="40946">
                  <c:v>24.55</c:v>
                </c:pt>
                <c:pt idx="40947">
                  <c:v>24.55</c:v>
                </c:pt>
                <c:pt idx="40948">
                  <c:v>24.55</c:v>
                </c:pt>
                <c:pt idx="40949">
                  <c:v>24.55</c:v>
                </c:pt>
                <c:pt idx="40950">
                  <c:v>24.55</c:v>
                </c:pt>
                <c:pt idx="40951">
                  <c:v>24.55</c:v>
                </c:pt>
                <c:pt idx="40952">
                  <c:v>24.55</c:v>
                </c:pt>
                <c:pt idx="40953">
                  <c:v>24.55</c:v>
                </c:pt>
                <c:pt idx="40954">
                  <c:v>24.55</c:v>
                </c:pt>
                <c:pt idx="40955">
                  <c:v>24.55</c:v>
                </c:pt>
                <c:pt idx="40956">
                  <c:v>24.55</c:v>
                </c:pt>
                <c:pt idx="40957">
                  <c:v>24.55</c:v>
                </c:pt>
                <c:pt idx="40958">
                  <c:v>24.55</c:v>
                </c:pt>
                <c:pt idx="40959">
                  <c:v>24.55</c:v>
                </c:pt>
                <c:pt idx="40960">
                  <c:v>24.55</c:v>
                </c:pt>
                <c:pt idx="40961">
                  <c:v>24.55</c:v>
                </c:pt>
                <c:pt idx="40962">
                  <c:v>24.55</c:v>
                </c:pt>
                <c:pt idx="40963">
                  <c:v>24.55</c:v>
                </c:pt>
                <c:pt idx="40964">
                  <c:v>24.55</c:v>
                </c:pt>
                <c:pt idx="40965">
                  <c:v>24.55</c:v>
                </c:pt>
                <c:pt idx="40966">
                  <c:v>24.55</c:v>
                </c:pt>
                <c:pt idx="40967">
                  <c:v>24.55</c:v>
                </c:pt>
                <c:pt idx="40968">
                  <c:v>24.55</c:v>
                </c:pt>
                <c:pt idx="40969">
                  <c:v>24.55</c:v>
                </c:pt>
                <c:pt idx="40970">
                  <c:v>24.55</c:v>
                </c:pt>
                <c:pt idx="40971">
                  <c:v>24.55</c:v>
                </c:pt>
                <c:pt idx="40972">
                  <c:v>24.55</c:v>
                </c:pt>
                <c:pt idx="40973">
                  <c:v>24.55</c:v>
                </c:pt>
                <c:pt idx="40974">
                  <c:v>24.55</c:v>
                </c:pt>
                <c:pt idx="40975">
                  <c:v>24.55</c:v>
                </c:pt>
                <c:pt idx="40976">
                  <c:v>24.55</c:v>
                </c:pt>
                <c:pt idx="40977">
                  <c:v>24.55</c:v>
                </c:pt>
                <c:pt idx="40978">
                  <c:v>24.55</c:v>
                </c:pt>
                <c:pt idx="40979">
                  <c:v>24.55</c:v>
                </c:pt>
                <c:pt idx="40980">
                  <c:v>24.55</c:v>
                </c:pt>
                <c:pt idx="40981">
                  <c:v>24.55</c:v>
                </c:pt>
                <c:pt idx="40982">
                  <c:v>24.55</c:v>
                </c:pt>
                <c:pt idx="40983">
                  <c:v>24.55</c:v>
                </c:pt>
                <c:pt idx="40984">
                  <c:v>24.55</c:v>
                </c:pt>
                <c:pt idx="40985">
                  <c:v>24.55</c:v>
                </c:pt>
                <c:pt idx="40986">
                  <c:v>24.55</c:v>
                </c:pt>
                <c:pt idx="40987">
                  <c:v>24.55</c:v>
                </c:pt>
                <c:pt idx="40988">
                  <c:v>24.55</c:v>
                </c:pt>
                <c:pt idx="40989">
                  <c:v>24.55</c:v>
                </c:pt>
                <c:pt idx="40990">
                  <c:v>24.55</c:v>
                </c:pt>
                <c:pt idx="40991">
                  <c:v>24.55</c:v>
                </c:pt>
                <c:pt idx="40992">
                  <c:v>24.55</c:v>
                </c:pt>
                <c:pt idx="40993">
                  <c:v>24.55</c:v>
                </c:pt>
                <c:pt idx="40994">
                  <c:v>24.55</c:v>
                </c:pt>
                <c:pt idx="40995">
                  <c:v>24.55</c:v>
                </c:pt>
                <c:pt idx="40996">
                  <c:v>24.55</c:v>
                </c:pt>
                <c:pt idx="40997">
                  <c:v>24.55</c:v>
                </c:pt>
                <c:pt idx="40998">
                  <c:v>24.55</c:v>
                </c:pt>
                <c:pt idx="40999">
                  <c:v>24.55</c:v>
                </c:pt>
                <c:pt idx="41000">
                  <c:v>24.55</c:v>
                </c:pt>
                <c:pt idx="41001">
                  <c:v>24.55</c:v>
                </c:pt>
                <c:pt idx="41002">
                  <c:v>24.55</c:v>
                </c:pt>
                <c:pt idx="41003">
                  <c:v>24.55</c:v>
                </c:pt>
                <c:pt idx="41004">
                  <c:v>24.55</c:v>
                </c:pt>
                <c:pt idx="41005">
                  <c:v>24.55</c:v>
                </c:pt>
                <c:pt idx="41006">
                  <c:v>24.55</c:v>
                </c:pt>
                <c:pt idx="41007">
                  <c:v>24.55</c:v>
                </c:pt>
                <c:pt idx="41008">
                  <c:v>24.55</c:v>
                </c:pt>
                <c:pt idx="41009">
                  <c:v>24.55</c:v>
                </c:pt>
                <c:pt idx="41010">
                  <c:v>24.55</c:v>
                </c:pt>
                <c:pt idx="41011">
                  <c:v>24.55</c:v>
                </c:pt>
                <c:pt idx="41012">
                  <c:v>24.55</c:v>
                </c:pt>
                <c:pt idx="41013">
                  <c:v>24.55</c:v>
                </c:pt>
                <c:pt idx="41014">
                  <c:v>24.55</c:v>
                </c:pt>
                <c:pt idx="41015">
                  <c:v>24.55</c:v>
                </c:pt>
                <c:pt idx="41016">
                  <c:v>24.55</c:v>
                </c:pt>
                <c:pt idx="41017">
                  <c:v>24.55</c:v>
                </c:pt>
                <c:pt idx="41018">
                  <c:v>24.55</c:v>
                </c:pt>
                <c:pt idx="41019">
                  <c:v>24.55</c:v>
                </c:pt>
                <c:pt idx="41020">
                  <c:v>24.55</c:v>
                </c:pt>
                <c:pt idx="41021">
                  <c:v>24.55</c:v>
                </c:pt>
                <c:pt idx="41022">
                  <c:v>24.55</c:v>
                </c:pt>
                <c:pt idx="41023">
                  <c:v>24.55</c:v>
                </c:pt>
                <c:pt idx="41024">
                  <c:v>24.55</c:v>
                </c:pt>
                <c:pt idx="41025">
                  <c:v>24.55</c:v>
                </c:pt>
                <c:pt idx="41026">
                  <c:v>24.55</c:v>
                </c:pt>
                <c:pt idx="41027">
                  <c:v>24.55</c:v>
                </c:pt>
                <c:pt idx="41028">
                  <c:v>24.55</c:v>
                </c:pt>
                <c:pt idx="41029">
                  <c:v>24.55</c:v>
                </c:pt>
                <c:pt idx="41030">
                  <c:v>24.55</c:v>
                </c:pt>
                <c:pt idx="41031">
                  <c:v>24.55</c:v>
                </c:pt>
                <c:pt idx="41032">
                  <c:v>24.55</c:v>
                </c:pt>
                <c:pt idx="41033">
                  <c:v>24.55</c:v>
                </c:pt>
                <c:pt idx="41034">
                  <c:v>24.55</c:v>
                </c:pt>
                <c:pt idx="41035">
                  <c:v>24.55</c:v>
                </c:pt>
                <c:pt idx="41036">
                  <c:v>24.55</c:v>
                </c:pt>
                <c:pt idx="41037">
                  <c:v>24.55</c:v>
                </c:pt>
                <c:pt idx="41038">
                  <c:v>24.55</c:v>
                </c:pt>
                <c:pt idx="41039">
                  <c:v>24.55</c:v>
                </c:pt>
                <c:pt idx="41040">
                  <c:v>24.55</c:v>
                </c:pt>
                <c:pt idx="41041">
                  <c:v>24.55</c:v>
                </c:pt>
                <c:pt idx="41042">
                  <c:v>24.55</c:v>
                </c:pt>
                <c:pt idx="41043">
                  <c:v>24.55</c:v>
                </c:pt>
                <c:pt idx="41044">
                  <c:v>24.55</c:v>
                </c:pt>
                <c:pt idx="41045">
                  <c:v>24.55</c:v>
                </c:pt>
                <c:pt idx="41046">
                  <c:v>24.55</c:v>
                </c:pt>
                <c:pt idx="41047">
                  <c:v>24.55</c:v>
                </c:pt>
                <c:pt idx="41048">
                  <c:v>24.55</c:v>
                </c:pt>
                <c:pt idx="41049">
                  <c:v>24.55</c:v>
                </c:pt>
                <c:pt idx="41050">
                  <c:v>24.55</c:v>
                </c:pt>
                <c:pt idx="41051">
                  <c:v>24.55</c:v>
                </c:pt>
                <c:pt idx="41052">
                  <c:v>24.55</c:v>
                </c:pt>
                <c:pt idx="41053">
                  <c:v>24.55</c:v>
                </c:pt>
                <c:pt idx="41054">
                  <c:v>24.55</c:v>
                </c:pt>
                <c:pt idx="41055">
                  <c:v>24.55</c:v>
                </c:pt>
                <c:pt idx="41056">
                  <c:v>24.55</c:v>
                </c:pt>
                <c:pt idx="41057">
                  <c:v>24.55</c:v>
                </c:pt>
                <c:pt idx="41058">
                  <c:v>24.55</c:v>
                </c:pt>
                <c:pt idx="41059">
                  <c:v>24.55</c:v>
                </c:pt>
                <c:pt idx="41060">
                  <c:v>24.55</c:v>
                </c:pt>
                <c:pt idx="41061">
                  <c:v>24.55</c:v>
                </c:pt>
                <c:pt idx="41062">
                  <c:v>24.55</c:v>
                </c:pt>
                <c:pt idx="41063">
                  <c:v>24.55</c:v>
                </c:pt>
                <c:pt idx="41064">
                  <c:v>24.55</c:v>
                </c:pt>
                <c:pt idx="41065">
                  <c:v>24.55</c:v>
                </c:pt>
                <c:pt idx="41066">
                  <c:v>24.55</c:v>
                </c:pt>
                <c:pt idx="41067">
                  <c:v>24.55</c:v>
                </c:pt>
                <c:pt idx="41068">
                  <c:v>24.55</c:v>
                </c:pt>
                <c:pt idx="41069">
                  <c:v>24.55</c:v>
                </c:pt>
                <c:pt idx="41070">
                  <c:v>24.55</c:v>
                </c:pt>
                <c:pt idx="41071">
                  <c:v>24.55</c:v>
                </c:pt>
                <c:pt idx="41072">
                  <c:v>24.55</c:v>
                </c:pt>
                <c:pt idx="41073">
                  <c:v>24.55</c:v>
                </c:pt>
                <c:pt idx="41074">
                  <c:v>24.55</c:v>
                </c:pt>
                <c:pt idx="41075">
                  <c:v>24.55</c:v>
                </c:pt>
                <c:pt idx="41076">
                  <c:v>24.55</c:v>
                </c:pt>
                <c:pt idx="41077">
                  <c:v>24.55</c:v>
                </c:pt>
                <c:pt idx="41078">
                  <c:v>24.55</c:v>
                </c:pt>
                <c:pt idx="41079">
                  <c:v>24.55</c:v>
                </c:pt>
                <c:pt idx="41080">
                  <c:v>24.55</c:v>
                </c:pt>
                <c:pt idx="41081">
                  <c:v>24.55</c:v>
                </c:pt>
                <c:pt idx="41082">
                  <c:v>24.55</c:v>
                </c:pt>
                <c:pt idx="41083">
                  <c:v>24.55</c:v>
                </c:pt>
                <c:pt idx="41084">
                  <c:v>24.55</c:v>
                </c:pt>
                <c:pt idx="41085">
                  <c:v>24.55</c:v>
                </c:pt>
                <c:pt idx="41086">
                  <c:v>24.55</c:v>
                </c:pt>
                <c:pt idx="41087">
                  <c:v>24.55</c:v>
                </c:pt>
                <c:pt idx="41088">
                  <c:v>24.55</c:v>
                </c:pt>
                <c:pt idx="41089">
                  <c:v>24.55</c:v>
                </c:pt>
                <c:pt idx="41090">
                  <c:v>24.55</c:v>
                </c:pt>
                <c:pt idx="41091">
                  <c:v>24.55</c:v>
                </c:pt>
                <c:pt idx="41092">
                  <c:v>24.55</c:v>
                </c:pt>
                <c:pt idx="41093">
                  <c:v>24.55</c:v>
                </c:pt>
                <c:pt idx="41094">
                  <c:v>24.55</c:v>
                </c:pt>
                <c:pt idx="41095">
                  <c:v>24.55</c:v>
                </c:pt>
                <c:pt idx="41096">
                  <c:v>24.55</c:v>
                </c:pt>
                <c:pt idx="41097">
                  <c:v>24.55</c:v>
                </c:pt>
                <c:pt idx="41098">
                  <c:v>24.55</c:v>
                </c:pt>
                <c:pt idx="41099">
                  <c:v>24.55</c:v>
                </c:pt>
                <c:pt idx="41100">
                  <c:v>24.55</c:v>
                </c:pt>
                <c:pt idx="41101">
                  <c:v>24.55</c:v>
                </c:pt>
                <c:pt idx="41102">
                  <c:v>24.55</c:v>
                </c:pt>
                <c:pt idx="41103">
                  <c:v>24.55</c:v>
                </c:pt>
                <c:pt idx="41104">
                  <c:v>24.55</c:v>
                </c:pt>
                <c:pt idx="41105">
                  <c:v>24.55</c:v>
                </c:pt>
                <c:pt idx="41106">
                  <c:v>24.55</c:v>
                </c:pt>
                <c:pt idx="41107">
                  <c:v>24.5</c:v>
                </c:pt>
                <c:pt idx="41108">
                  <c:v>24.55</c:v>
                </c:pt>
                <c:pt idx="41109">
                  <c:v>24.55</c:v>
                </c:pt>
                <c:pt idx="41110">
                  <c:v>24.55</c:v>
                </c:pt>
                <c:pt idx="41111">
                  <c:v>24.55</c:v>
                </c:pt>
                <c:pt idx="41112">
                  <c:v>24.55</c:v>
                </c:pt>
                <c:pt idx="41113">
                  <c:v>24.55</c:v>
                </c:pt>
                <c:pt idx="41114">
                  <c:v>24.55</c:v>
                </c:pt>
                <c:pt idx="41115">
                  <c:v>24.55</c:v>
                </c:pt>
                <c:pt idx="41116">
                  <c:v>24.55</c:v>
                </c:pt>
                <c:pt idx="41117">
                  <c:v>24.55</c:v>
                </c:pt>
                <c:pt idx="41118">
                  <c:v>24.55</c:v>
                </c:pt>
                <c:pt idx="41119">
                  <c:v>24.55</c:v>
                </c:pt>
                <c:pt idx="41120">
                  <c:v>24.55</c:v>
                </c:pt>
                <c:pt idx="41121">
                  <c:v>24.55</c:v>
                </c:pt>
                <c:pt idx="41122">
                  <c:v>24.55</c:v>
                </c:pt>
                <c:pt idx="41123">
                  <c:v>24.55</c:v>
                </c:pt>
                <c:pt idx="41124">
                  <c:v>24.55</c:v>
                </c:pt>
                <c:pt idx="41125">
                  <c:v>24.5</c:v>
                </c:pt>
                <c:pt idx="41126">
                  <c:v>24.55</c:v>
                </c:pt>
                <c:pt idx="41127">
                  <c:v>24.5</c:v>
                </c:pt>
                <c:pt idx="41128">
                  <c:v>24.5</c:v>
                </c:pt>
                <c:pt idx="41129">
                  <c:v>24.5</c:v>
                </c:pt>
                <c:pt idx="41130">
                  <c:v>24.55</c:v>
                </c:pt>
                <c:pt idx="41131">
                  <c:v>24.55</c:v>
                </c:pt>
                <c:pt idx="41132">
                  <c:v>24.55</c:v>
                </c:pt>
                <c:pt idx="41133">
                  <c:v>24.55</c:v>
                </c:pt>
                <c:pt idx="41134">
                  <c:v>24.55</c:v>
                </c:pt>
                <c:pt idx="41135">
                  <c:v>24.55</c:v>
                </c:pt>
                <c:pt idx="41136">
                  <c:v>24.55</c:v>
                </c:pt>
                <c:pt idx="41137">
                  <c:v>24.55</c:v>
                </c:pt>
                <c:pt idx="41138">
                  <c:v>24.55</c:v>
                </c:pt>
                <c:pt idx="41139">
                  <c:v>24.55</c:v>
                </c:pt>
                <c:pt idx="41140">
                  <c:v>24.55</c:v>
                </c:pt>
                <c:pt idx="41141">
                  <c:v>24.55</c:v>
                </c:pt>
                <c:pt idx="41142">
                  <c:v>24.55</c:v>
                </c:pt>
                <c:pt idx="41143">
                  <c:v>24.55</c:v>
                </c:pt>
                <c:pt idx="41144">
                  <c:v>24.55</c:v>
                </c:pt>
                <c:pt idx="41145">
                  <c:v>24.55</c:v>
                </c:pt>
                <c:pt idx="41146">
                  <c:v>24.55</c:v>
                </c:pt>
                <c:pt idx="41147">
                  <c:v>24.55</c:v>
                </c:pt>
                <c:pt idx="41148">
                  <c:v>24.5</c:v>
                </c:pt>
                <c:pt idx="41149">
                  <c:v>24.55</c:v>
                </c:pt>
                <c:pt idx="41150">
                  <c:v>24.5</c:v>
                </c:pt>
                <c:pt idx="41151">
                  <c:v>24.55</c:v>
                </c:pt>
                <c:pt idx="41152">
                  <c:v>24.55</c:v>
                </c:pt>
                <c:pt idx="41153">
                  <c:v>24.5</c:v>
                </c:pt>
                <c:pt idx="41154">
                  <c:v>24.55</c:v>
                </c:pt>
                <c:pt idx="41155">
                  <c:v>24.5</c:v>
                </c:pt>
                <c:pt idx="41156">
                  <c:v>24.55</c:v>
                </c:pt>
                <c:pt idx="41157">
                  <c:v>24.55</c:v>
                </c:pt>
                <c:pt idx="41158">
                  <c:v>24.55</c:v>
                </c:pt>
                <c:pt idx="41159">
                  <c:v>24.55</c:v>
                </c:pt>
                <c:pt idx="41160">
                  <c:v>24.55</c:v>
                </c:pt>
                <c:pt idx="41161">
                  <c:v>24.55</c:v>
                </c:pt>
                <c:pt idx="41162">
                  <c:v>24.55</c:v>
                </c:pt>
                <c:pt idx="41163">
                  <c:v>24.55</c:v>
                </c:pt>
                <c:pt idx="41164">
                  <c:v>24.55</c:v>
                </c:pt>
                <c:pt idx="41165">
                  <c:v>24.55</c:v>
                </c:pt>
                <c:pt idx="41166">
                  <c:v>24.55</c:v>
                </c:pt>
                <c:pt idx="41167">
                  <c:v>24.55</c:v>
                </c:pt>
                <c:pt idx="41168">
                  <c:v>24.55</c:v>
                </c:pt>
                <c:pt idx="41169">
                  <c:v>24.55</c:v>
                </c:pt>
                <c:pt idx="41170">
                  <c:v>24.55</c:v>
                </c:pt>
                <c:pt idx="41171">
                  <c:v>24.55</c:v>
                </c:pt>
                <c:pt idx="41172">
                  <c:v>24.55</c:v>
                </c:pt>
                <c:pt idx="41173">
                  <c:v>24.55</c:v>
                </c:pt>
                <c:pt idx="41174">
                  <c:v>24.55</c:v>
                </c:pt>
                <c:pt idx="41175">
                  <c:v>24.55</c:v>
                </c:pt>
                <c:pt idx="41176">
                  <c:v>24.55</c:v>
                </c:pt>
                <c:pt idx="41177">
                  <c:v>24.55</c:v>
                </c:pt>
                <c:pt idx="41178">
                  <c:v>24.55</c:v>
                </c:pt>
                <c:pt idx="41179">
                  <c:v>24.55</c:v>
                </c:pt>
                <c:pt idx="41180">
                  <c:v>24.55</c:v>
                </c:pt>
                <c:pt idx="41181">
                  <c:v>24.55</c:v>
                </c:pt>
                <c:pt idx="41182">
                  <c:v>24.55</c:v>
                </c:pt>
                <c:pt idx="41183">
                  <c:v>24.55</c:v>
                </c:pt>
                <c:pt idx="41184">
                  <c:v>24.55</c:v>
                </c:pt>
                <c:pt idx="41185">
                  <c:v>24.55</c:v>
                </c:pt>
                <c:pt idx="41186">
                  <c:v>24.55</c:v>
                </c:pt>
                <c:pt idx="41187">
                  <c:v>24.55</c:v>
                </c:pt>
                <c:pt idx="41188">
                  <c:v>24.55</c:v>
                </c:pt>
                <c:pt idx="41189">
                  <c:v>24.55</c:v>
                </c:pt>
                <c:pt idx="41190">
                  <c:v>24.55</c:v>
                </c:pt>
                <c:pt idx="41191">
                  <c:v>24.55</c:v>
                </c:pt>
                <c:pt idx="41192">
                  <c:v>24.55</c:v>
                </c:pt>
                <c:pt idx="41193">
                  <c:v>24.55</c:v>
                </c:pt>
                <c:pt idx="41194">
                  <c:v>24.55</c:v>
                </c:pt>
                <c:pt idx="41195">
                  <c:v>24.55</c:v>
                </c:pt>
                <c:pt idx="41196">
                  <c:v>24.55</c:v>
                </c:pt>
                <c:pt idx="41197">
                  <c:v>24.5</c:v>
                </c:pt>
                <c:pt idx="41198">
                  <c:v>24.55</c:v>
                </c:pt>
                <c:pt idx="41199">
                  <c:v>24.55</c:v>
                </c:pt>
                <c:pt idx="41200">
                  <c:v>24.55</c:v>
                </c:pt>
                <c:pt idx="41201">
                  <c:v>24.55</c:v>
                </c:pt>
                <c:pt idx="41202">
                  <c:v>24.55</c:v>
                </c:pt>
                <c:pt idx="41203">
                  <c:v>24.55</c:v>
                </c:pt>
                <c:pt idx="41204">
                  <c:v>24.55</c:v>
                </c:pt>
                <c:pt idx="41205">
                  <c:v>24.55</c:v>
                </c:pt>
                <c:pt idx="41206">
                  <c:v>24.55</c:v>
                </c:pt>
                <c:pt idx="41207">
                  <c:v>24.55</c:v>
                </c:pt>
                <c:pt idx="41208">
                  <c:v>24.55</c:v>
                </c:pt>
                <c:pt idx="41209">
                  <c:v>24.55</c:v>
                </c:pt>
                <c:pt idx="41210">
                  <c:v>24.55</c:v>
                </c:pt>
                <c:pt idx="41211">
                  <c:v>24.55</c:v>
                </c:pt>
                <c:pt idx="41212">
                  <c:v>24.55</c:v>
                </c:pt>
                <c:pt idx="41213">
                  <c:v>24.55</c:v>
                </c:pt>
                <c:pt idx="41214">
                  <c:v>24.55</c:v>
                </c:pt>
                <c:pt idx="41215">
                  <c:v>24.55</c:v>
                </c:pt>
                <c:pt idx="41216">
                  <c:v>24.55</c:v>
                </c:pt>
                <c:pt idx="41217">
                  <c:v>24.55</c:v>
                </c:pt>
                <c:pt idx="41218">
                  <c:v>24.55</c:v>
                </c:pt>
                <c:pt idx="41219">
                  <c:v>24.55</c:v>
                </c:pt>
                <c:pt idx="41220">
                  <c:v>24.55</c:v>
                </c:pt>
                <c:pt idx="41221">
                  <c:v>24.5</c:v>
                </c:pt>
                <c:pt idx="41222">
                  <c:v>24.5</c:v>
                </c:pt>
                <c:pt idx="41223">
                  <c:v>24.5</c:v>
                </c:pt>
                <c:pt idx="41224">
                  <c:v>24.55</c:v>
                </c:pt>
                <c:pt idx="41225">
                  <c:v>24.55</c:v>
                </c:pt>
                <c:pt idx="41226">
                  <c:v>24.55</c:v>
                </c:pt>
                <c:pt idx="41227">
                  <c:v>24.55</c:v>
                </c:pt>
                <c:pt idx="41228">
                  <c:v>24.55</c:v>
                </c:pt>
                <c:pt idx="41229">
                  <c:v>24.55</c:v>
                </c:pt>
                <c:pt idx="41230">
                  <c:v>24.55</c:v>
                </c:pt>
                <c:pt idx="41231">
                  <c:v>24.55</c:v>
                </c:pt>
                <c:pt idx="41232">
                  <c:v>24.55</c:v>
                </c:pt>
                <c:pt idx="41233">
                  <c:v>24.55</c:v>
                </c:pt>
                <c:pt idx="41234">
                  <c:v>24.55</c:v>
                </c:pt>
                <c:pt idx="41235">
                  <c:v>24.55</c:v>
                </c:pt>
                <c:pt idx="41236">
                  <c:v>24.55</c:v>
                </c:pt>
                <c:pt idx="41237">
                  <c:v>24.55</c:v>
                </c:pt>
                <c:pt idx="41238">
                  <c:v>24.55</c:v>
                </c:pt>
                <c:pt idx="41239">
                  <c:v>24.55</c:v>
                </c:pt>
                <c:pt idx="41240">
                  <c:v>24.55</c:v>
                </c:pt>
                <c:pt idx="41241">
                  <c:v>24.5</c:v>
                </c:pt>
                <c:pt idx="41242">
                  <c:v>24.55</c:v>
                </c:pt>
                <c:pt idx="41243">
                  <c:v>24.5</c:v>
                </c:pt>
                <c:pt idx="41244">
                  <c:v>24.5</c:v>
                </c:pt>
                <c:pt idx="41245">
                  <c:v>24.55</c:v>
                </c:pt>
                <c:pt idx="41246">
                  <c:v>24.5</c:v>
                </c:pt>
                <c:pt idx="41247">
                  <c:v>24.5</c:v>
                </c:pt>
                <c:pt idx="41248">
                  <c:v>24.5</c:v>
                </c:pt>
                <c:pt idx="41249">
                  <c:v>24.55</c:v>
                </c:pt>
                <c:pt idx="41250">
                  <c:v>24.55</c:v>
                </c:pt>
                <c:pt idx="41251">
                  <c:v>24.55</c:v>
                </c:pt>
                <c:pt idx="41252">
                  <c:v>24.55</c:v>
                </c:pt>
                <c:pt idx="41253">
                  <c:v>24.55</c:v>
                </c:pt>
                <c:pt idx="41254">
                  <c:v>24.55</c:v>
                </c:pt>
                <c:pt idx="41255">
                  <c:v>24.55</c:v>
                </c:pt>
                <c:pt idx="41256">
                  <c:v>24.55</c:v>
                </c:pt>
                <c:pt idx="41257">
                  <c:v>24.55</c:v>
                </c:pt>
                <c:pt idx="41258">
                  <c:v>24.55</c:v>
                </c:pt>
                <c:pt idx="41259">
                  <c:v>24.55</c:v>
                </c:pt>
                <c:pt idx="41260">
                  <c:v>24.55</c:v>
                </c:pt>
                <c:pt idx="41261">
                  <c:v>24.55</c:v>
                </c:pt>
                <c:pt idx="41262">
                  <c:v>24.55</c:v>
                </c:pt>
                <c:pt idx="41263">
                  <c:v>24.55</c:v>
                </c:pt>
                <c:pt idx="41264">
                  <c:v>24.55</c:v>
                </c:pt>
                <c:pt idx="41265">
                  <c:v>24.55</c:v>
                </c:pt>
                <c:pt idx="41266">
                  <c:v>24.55</c:v>
                </c:pt>
                <c:pt idx="41267">
                  <c:v>24.55</c:v>
                </c:pt>
                <c:pt idx="41268">
                  <c:v>24.55</c:v>
                </c:pt>
                <c:pt idx="41269">
                  <c:v>24.5</c:v>
                </c:pt>
                <c:pt idx="41270">
                  <c:v>24.55</c:v>
                </c:pt>
                <c:pt idx="41271">
                  <c:v>24.55</c:v>
                </c:pt>
                <c:pt idx="41272">
                  <c:v>24.55</c:v>
                </c:pt>
                <c:pt idx="41273">
                  <c:v>24.5</c:v>
                </c:pt>
                <c:pt idx="41274">
                  <c:v>24.55</c:v>
                </c:pt>
                <c:pt idx="41275">
                  <c:v>24.55</c:v>
                </c:pt>
                <c:pt idx="41276">
                  <c:v>24.55</c:v>
                </c:pt>
                <c:pt idx="41277">
                  <c:v>24.55</c:v>
                </c:pt>
                <c:pt idx="41278">
                  <c:v>24.55</c:v>
                </c:pt>
                <c:pt idx="41279">
                  <c:v>24.55</c:v>
                </c:pt>
                <c:pt idx="41280">
                  <c:v>24.55</c:v>
                </c:pt>
                <c:pt idx="41281">
                  <c:v>24.55</c:v>
                </c:pt>
                <c:pt idx="41282">
                  <c:v>24.55</c:v>
                </c:pt>
                <c:pt idx="41283">
                  <c:v>24.55</c:v>
                </c:pt>
                <c:pt idx="41284">
                  <c:v>24.55</c:v>
                </c:pt>
                <c:pt idx="41285">
                  <c:v>24.55</c:v>
                </c:pt>
                <c:pt idx="41286">
                  <c:v>24.55</c:v>
                </c:pt>
                <c:pt idx="41287">
                  <c:v>24.55</c:v>
                </c:pt>
                <c:pt idx="41288">
                  <c:v>24.55</c:v>
                </c:pt>
                <c:pt idx="41289">
                  <c:v>24.55</c:v>
                </c:pt>
                <c:pt idx="41290">
                  <c:v>24.55</c:v>
                </c:pt>
                <c:pt idx="41291">
                  <c:v>24.55</c:v>
                </c:pt>
                <c:pt idx="41292">
                  <c:v>24.55</c:v>
                </c:pt>
                <c:pt idx="41293">
                  <c:v>24.55</c:v>
                </c:pt>
                <c:pt idx="41294">
                  <c:v>24.55</c:v>
                </c:pt>
                <c:pt idx="41295">
                  <c:v>24.55</c:v>
                </c:pt>
                <c:pt idx="41296">
                  <c:v>24.55</c:v>
                </c:pt>
                <c:pt idx="41297">
                  <c:v>24.55</c:v>
                </c:pt>
                <c:pt idx="41298">
                  <c:v>24.55</c:v>
                </c:pt>
                <c:pt idx="41299">
                  <c:v>24.55</c:v>
                </c:pt>
                <c:pt idx="41300">
                  <c:v>24.55</c:v>
                </c:pt>
                <c:pt idx="41301">
                  <c:v>24.55</c:v>
                </c:pt>
                <c:pt idx="41302">
                  <c:v>24.55</c:v>
                </c:pt>
                <c:pt idx="41303">
                  <c:v>24.55</c:v>
                </c:pt>
                <c:pt idx="41304">
                  <c:v>24.55</c:v>
                </c:pt>
                <c:pt idx="41305">
                  <c:v>24.55</c:v>
                </c:pt>
                <c:pt idx="41306">
                  <c:v>24.55</c:v>
                </c:pt>
                <c:pt idx="41307">
                  <c:v>24.55</c:v>
                </c:pt>
                <c:pt idx="41308">
                  <c:v>24.55</c:v>
                </c:pt>
                <c:pt idx="41309">
                  <c:v>24.55</c:v>
                </c:pt>
                <c:pt idx="41310">
                  <c:v>24.55</c:v>
                </c:pt>
                <c:pt idx="41311">
                  <c:v>24.55</c:v>
                </c:pt>
                <c:pt idx="41312">
                  <c:v>24.55</c:v>
                </c:pt>
                <c:pt idx="41313">
                  <c:v>24.55</c:v>
                </c:pt>
                <c:pt idx="41314">
                  <c:v>24.55</c:v>
                </c:pt>
                <c:pt idx="41315">
                  <c:v>24.55</c:v>
                </c:pt>
                <c:pt idx="41316">
                  <c:v>24.55</c:v>
                </c:pt>
                <c:pt idx="41317">
                  <c:v>24.55</c:v>
                </c:pt>
                <c:pt idx="41318">
                  <c:v>24.55</c:v>
                </c:pt>
                <c:pt idx="41319">
                  <c:v>24.55</c:v>
                </c:pt>
                <c:pt idx="41320">
                  <c:v>24.55</c:v>
                </c:pt>
                <c:pt idx="41321">
                  <c:v>24.55</c:v>
                </c:pt>
                <c:pt idx="41322">
                  <c:v>24.55</c:v>
                </c:pt>
                <c:pt idx="41323">
                  <c:v>24.55</c:v>
                </c:pt>
                <c:pt idx="41324">
                  <c:v>24.55</c:v>
                </c:pt>
                <c:pt idx="41325">
                  <c:v>24.55</c:v>
                </c:pt>
                <c:pt idx="41326">
                  <c:v>24.55</c:v>
                </c:pt>
                <c:pt idx="41327">
                  <c:v>24.55</c:v>
                </c:pt>
                <c:pt idx="41328">
                  <c:v>24.55</c:v>
                </c:pt>
                <c:pt idx="41329">
                  <c:v>24.55</c:v>
                </c:pt>
                <c:pt idx="41330">
                  <c:v>24.55</c:v>
                </c:pt>
                <c:pt idx="41331">
                  <c:v>24.55</c:v>
                </c:pt>
                <c:pt idx="41332">
                  <c:v>24.55</c:v>
                </c:pt>
                <c:pt idx="41333">
                  <c:v>24.55</c:v>
                </c:pt>
                <c:pt idx="41334">
                  <c:v>24.55</c:v>
                </c:pt>
                <c:pt idx="41335">
                  <c:v>24.55</c:v>
                </c:pt>
                <c:pt idx="41336">
                  <c:v>24.55</c:v>
                </c:pt>
                <c:pt idx="41337">
                  <c:v>24.55</c:v>
                </c:pt>
                <c:pt idx="41338">
                  <c:v>24.55</c:v>
                </c:pt>
                <c:pt idx="41339">
                  <c:v>24.55</c:v>
                </c:pt>
                <c:pt idx="41340">
                  <c:v>24.55</c:v>
                </c:pt>
                <c:pt idx="41341">
                  <c:v>24.55</c:v>
                </c:pt>
                <c:pt idx="41342">
                  <c:v>24.55</c:v>
                </c:pt>
                <c:pt idx="41343">
                  <c:v>24.5</c:v>
                </c:pt>
                <c:pt idx="41344">
                  <c:v>24.5</c:v>
                </c:pt>
                <c:pt idx="41345">
                  <c:v>24.5</c:v>
                </c:pt>
                <c:pt idx="41346">
                  <c:v>24.5</c:v>
                </c:pt>
                <c:pt idx="41347">
                  <c:v>24.55</c:v>
                </c:pt>
                <c:pt idx="41348">
                  <c:v>24.55</c:v>
                </c:pt>
                <c:pt idx="41349">
                  <c:v>24.55</c:v>
                </c:pt>
                <c:pt idx="41350">
                  <c:v>24.55</c:v>
                </c:pt>
                <c:pt idx="41351">
                  <c:v>24.55</c:v>
                </c:pt>
                <c:pt idx="41352">
                  <c:v>24.55</c:v>
                </c:pt>
                <c:pt idx="41353">
                  <c:v>24.55</c:v>
                </c:pt>
                <c:pt idx="41354">
                  <c:v>24.55</c:v>
                </c:pt>
                <c:pt idx="41355">
                  <c:v>24.55</c:v>
                </c:pt>
                <c:pt idx="41356">
                  <c:v>24.55</c:v>
                </c:pt>
                <c:pt idx="41357">
                  <c:v>24.55</c:v>
                </c:pt>
                <c:pt idx="41358">
                  <c:v>24.55</c:v>
                </c:pt>
                <c:pt idx="41359">
                  <c:v>24.55</c:v>
                </c:pt>
                <c:pt idx="41360">
                  <c:v>24.55</c:v>
                </c:pt>
                <c:pt idx="41361">
                  <c:v>24.55</c:v>
                </c:pt>
                <c:pt idx="41362">
                  <c:v>24.55</c:v>
                </c:pt>
                <c:pt idx="41363">
                  <c:v>24.55</c:v>
                </c:pt>
                <c:pt idx="41364">
                  <c:v>24.55</c:v>
                </c:pt>
                <c:pt idx="41365">
                  <c:v>24.55</c:v>
                </c:pt>
                <c:pt idx="41366">
                  <c:v>24.55</c:v>
                </c:pt>
                <c:pt idx="41367">
                  <c:v>24.55</c:v>
                </c:pt>
                <c:pt idx="41368">
                  <c:v>24.55</c:v>
                </c:pt>
                <c:pt idx="41369">
                  <c:v>24.55</c:v>
                </c:pt>
                <c:pt idx="41370">
                  <c:v>24.55</c:v>
                </c:pt>
                <c:pt idx="41371">
                  <c:v>24.55</c:v>
                </c:pt>
                <c:pt idx="41372">
                  <c:v>24.55</c:v>
                </c:pt>
                <c:pt idx="41373">
                  <c:v>24.55</c:v>
                </c:pt>
                <c:pt idx="41374">
                  <c:v>24.55</c:v>
                </c:pt>
                <c:pt idx="41375">
                  <c:v>24.55</c:v>
                </c:pt>
                <c:pt idx="41376">
                  <c:v>24.55</c:v>
                </c:pt>
                <c:pt idx="41377">
                  <c:v>24.55</c:v>
                </c:pt>
                <c:pt idx="41378">
                  <c:v>24.55</c:v>
                </c:pt>
                <c:pt idx="41379">
                  <c:v>24.55</c:v>
                </c:pt>
                <c:pt idx="41380">
                  <c:v>24.55</c:v>
                </c:pt>
                <c:pt idx="41381">
                  <c:v>24.55</c:v>
                </c:pt>
                <c:pt idx="41382">
                  <c:v>24.55</c:v>
                </c:pt>
                <c:pt idx="41383">
                  <c:v>24.55</c:v>
                </c:pt>
                <c:pt idx="41384">
                  <c:v>24.55</c:v>
                </c:pt>
                <c:pt idx="41385">
                  <c:v>24.55</c:v>
                </c:pt>
                <c:pt idx="41386">
                  <c:v>24.55</c:v>
                </c:pt>
                <c:pt idx="41387">
                  <c:v>24.55</c:v>
                </c:pt>
                <c:pt idx="41388">
                  <c:v>24.55</c:v>
                </c:pt>
                <c:pt idx="41389">
                  <c:v>24.55</c:v>
                </c:pt>
                <c:pt idx="41390">
                  <c:v>24.55</c:v>
                </c:pt>
                <c:pt idx="41391">
                  <c:v>24.55</c:v>
                </c:pt>
                <c:pt idx="41392">
                  <c:v>24.55</c:v>
                </c:pt>
                <c:pt idx="41393">
                  <c:v>24.55</c:v>
                </c:pt>
                <c:pt idx="41394">
                  <c:v>24.55</c:v>
                </c:pt>
                <c:pt idx="41395">
                  <c:v>24.55</c:v>
                </c:pt>
                <c:pt idx="41396">
                  <c:v>24.55</c:v>
                </c:pt>
                <c:pt idx="41397">
                  <c:v>24.55</c:v>
                </c:pt>
                <c:pt idx="41398">
                  <c:v>24.55</c:v>
                </c:pt>
                <c:pt idx="41399">
                  <c:v>24.55</c:v>
                </c:pt>
                <c:pt idx="41400">
                  <c:v>24.55</c:v>
                </c:pt>
                <c:pt idx="41401">
                  <c:v>24.55</c:v>
                </c:pt>
                <c:pt idx="41402">
                  <c:v>24.55</c:v>
                </c:pt>
                <c:pt idx="41403">
                  <c:v>24.55</c:v>
                </c:pt>
                <c:pt idx="41404">
                  <c:v>24.55</c:v>
                </c:pt>
                <c:pt idx="41405">
                  <c:v>24.55</c:v>
                </c:pt>
                <c:pt idx="41406">
                  <c:v>24.55</c:v>
                </c:pt>
                <c:pt idx="41407">
                  <c:v>24.55</c:v>
                </c:pt>
                <c:pt idx="41408">
                  <c:v>24.55</c:v>
                </c:pt>
                <c:pt idx="41409">
                  <c:v>24.55</c:v>
                </c:pt>
                <c:pt idx="41410">
                  <c:v>24.55</c:v>
                </c:pt>
                <c:pt idx="41411">
                  <c:v>24.55</c:v>
                </c:pt>
                <c:pt idx="41412">
                  <c:v>24.55</c:v>
                </c:pt>
                <c:pt idx="41413">
                  <c:v>24.55</c:v>
                </c:pt>
                <c:pt idx="41414">
                  <c:v>24.55</c:v>
                </c:pt>
                <c:pt idx="41415">
                  <c:v>24.55</c:v>
                </c:pt>
                <c:pt idx="41416">
                  <c:v>24.5</c:v>
                </c:pt>
                <c:pt idx="41417">
                  <c:v>24.55</c:v>
                </c:pt>
                <c:pt idx="41418">
                  <c:v>24.55</c:v>
                </c:pt>
                <c:pt idx="41419">
                  <c:v>24.5</c:v>
                </c:pt>
                <c:pt idx="41420">
                  <c:v>24.55</c:v>
                </c:pt>
                <c:pt idx="41421">
                  <c:v>24.55</c:v>
                </c:pt>
                <c:pt idx="41422">
                  <c:v>24.55</c:v>
                </c:pt>
                <c:pt idx="41423">
                  <c:v>24.55</c:v>
                </c:pt>
                <c:pt idx="41424">
                  <c:v>24.55</c:v>
                </c:pt>
                <c:pt idx="41425">
                  <c:v>24.55</c:v>
                </c:pt>
                <c:pt idx="41426">
                  <c:v>24.55</c:v>
                </c:pt>
                <c:pt idx="41427">
                  <c:v>24.55</c:v>
                </c:pt>
                <c:pt idx="41428">
                  <c:v>24.55</c:v>
                </c:pt>
                <c:pt idx="41429">
                  <c:v>24.55</c:v>
                </c:pt>
                <c:pt idx="41430">
                  <c:v>24.55</c:v>
                </c:pt>
                <c:pt idx="41431">
                  <c:v>24.55</c:v>
                </c:pt>
                <c:pt idx="41432">
                  <c:v>24.55</c:v>
                </c:pt>
                <c:pt idx="41433">
                  <c:v>24.55</c:v>
                </c:pt>
                <c:pt idx="41434">
                  <c:v>24.55</c:v>
                </c:pt>
                <c:pt idx="41435">
                  <c:v>24.55</c:v>
                </c:pt>
                <c:pt idx="41436">
                  <c:v>24.55</c:v>
                </c:pt>
                <c:pt idx="41437">
                  <c:v>24.55</c:v>
                </c:pt>
                <c:pt idx="41438">
                  <c:v>24.55</c:v>
                </c:pt>
                <c:pt idx="41439">
                  <c:v>24.55</c:v>
                </c:pt>
                <c:pt idx="41440">
                  <c:v>24.55</c:v>
                </c:pt>
                <c:pt idx="41441">
                  <c:v>24.55</c:v>
                </c:pt>
                <c:pt idx="41442">
                  <c:v>24.55</c:v>
                </c:pt>
                <c:pt idx="41443">
                  <c:v>24.55</c:v>
                </c:pt>
                <c:pt idx="41444">
                  <c:v>24.55</c:v>
                </c:pt>
                <c:pt idx="41445">
                  <c:v>24.55</c:v>
                </c:pt>
                <c:pt idx="41446">
                  <c:v>24.55</c:v>
                </c:pt>
                <c:pt idx="41447">
                  <c:v>24.55</c:v>
                </c:pt>
                <c:pt idx="41448">
                  <c:v>24.55</c:v>
                </c:pt>
                <c:pt idx="41449">
                  <c:v>24.55</c:v>
                </c:pt>
                <c:pt idx="41450">
                  <c:v>24.55</c:v>
                </c:pt>
                <c:pt idx="41451">
                  <c:v>24.55</c:v>
                </c:pt>
                <c:pt idx="41452">
                  <c:v>24.55</c:v>
                </c:pt>
                <c:pt idx="41453">
                  <c:v>24.55</c:v>
                </c:pt>
                <c:pt idx="41454">
                  <c:v>24.55</c:v>
                </c:pt>
                <c:pt idx="41455">
                  <c:v>24.55</c:v>
                </c:pt>
                <c:pt idx="41456">
                  <c:v>24.55</c:v>
                </c:pt>
                <c:pt idx="41457">
                  <c:v>24.55</c:v>
                </c:pt>
                <c:pt idx="41458">
                  <c:v>24.55</c:v>
                </c:pt>
                <c:pt idx="41459">
                  <c:v>24.55</c:v>
                </c:pt>
                <c:pt idx="41460">
                  <c:v>24.55</c:v>
                </c:pt>
                <c:pt idx="41461">
                  <c:v>24.55</c:v>
                </c:pt>
                <c:pt idx="41462">
                  <c:v>24.55</c:v>
                </c:pt>
                <c:pt idx="41463">
                  <c:v>24.55</c:v>
                </c:pt>
                <c:pt idx="41464">
                  <c:v>24.55</c:v>
                </c:pt>
                <c:pt idx="41465">
                  <c:v>24.55</c:v>
                </c:pt>
                <c:pt idx="41466">
                  <c:v>24.55</c:v>
                </c:pt>
                <c:pt idx="41467">
                  <c:v>24.55</c:v>
                </c:pt>
                <c:pt idx="41468">
                  <c:v>24.55</c:v>
                </c:pt>
                <c:pt idx="41469">
                  <c:v>24.55</c:v>
                </c:pt>
                <c:pt idx="41470">
                  <c:v>24.5</c:v>
                </c:pt>
                <c:pt idx="41471">
                  <c:v>24.55</c:v>
                </c:pt>
                <c:pt idx="41472">
                  <c:v>24.5</c:v>
                </c:pt>
                <c:pt idx="41473">
                  <c:v>24.55</c:v>
                </c:pt>
                <c:pt idx="41474">
                  <c:v>24.55</c:v>
                </c:pt>
                <c:pt idx="41475">
                  <c:v>24.55</c:v>
                </c:pt>
                <c:pt idx="41476">
                  <c:v>24.55</c:v>
                </c:pt>
                <c:pt idx="41477">
                  <c:v>24.55</c:v>
                </c:pt>
                <c:pt idx="41478">
                  <c:v>24.55</c:v>
                </c:pt>
                <c:pt idx="41479">
                  <c:v>24.55</c:v>
                </c:pt>
                <c:pt idx="41480">
                  <c:v>24.55</c:v>
                </c:pt>
                <c:pt idx="41481">
                  <c:v>24.55</c:v>
                </c:pt>
                <c:pt idx="41482">
                  <c:v>24.55</c:v>
                </c:pt>
                <c:pt idx="41483">
                  <c:v>24.55</c:v>
                </c:pt>
                <c:pt idx="41484">
                  <c:v>24.55</c:v>
                </c:pt>
                <c:pt idx="41485">
                  <c:v>24.55</c:v>
                </c:pt>
                <c:pt idx="41486">
                  <c:v>24.55</c:v>
                </c:pt>
                <c:pt idx="41487">
                  <c:v>24.55</c:v>
                </c:pt>
                <c:pt idx="41488">
                  <c:v>24.55</c:v>
                </c:pt>
                <c:pt idx="41489">
                  <c:v>24.55</c:v>
                </c:pt>
                <c:pt idx="41490">
                  <c:v>24.55</c:v>
                </c:pt>
                <c:pt idx="41491">
                  <c:v>24.55</c:v>
                </c:pt>
                <c:pt idx="41492">
                  <c:v>24.55</c:v>
                </c:pt>
                <c:pt idx="41493">
                  <c:v>24.55</c:v>
                </c:pt>
                <c:pt idx="41494">
                  <c:v>24.55</c:v>
                </c:pt>
                <c:pt idx="41495">
                  <c:v>24.55</c:v>
                </c:pt>
                <c:pt idx="41496">
                  <c:v>24.55</c:v>
                </c:pt>
                <c:pt idx="41497">
                  <c:v>24.55</c:v>
                </c:pt>
                <c:pt idx="41498">
                  <c:v>24.55</c:v>
                </c:pt>
                <c:pt idx="41499">
                  <c:v>24.55</c:v>
                </c:pt>
                <c:pt idx="41500">
                  <c:v>24.55</c:v>
                </c:pt>
                <c:pt idx="41501">
                  <c:v>24.55</c:v>
                </c:pt>
                <c:pt idx="41502">
                  <c:v>24.55</c:v>
                </c:pt>
                <c:pt idx="41503">
                  <c:v>24.55</c:v>
                </c:pt>
                <c:pt idx="41504">
                  <c:v>24.55</c:v>
                </c:pt>
                <c:pt idx="41505">
                  <c:v>24.55</c:v>
                </c:pt>
                <c:pt idx="41506">
                  <c:v>24.55</c:v>
                </c:pt>
                <c:pt idx="41507">
                  <c:v>24.55</c:v>
                </c:pt>
                <c:pt idx="41508">
                  <c:v>24.55</c:v>
                </c:pt>
                <c:pt idx="41509">
                  <c:v>24.55</c:v>
                </c:pt>
                <c:pt idx="41510">
                  <c:v>24.55</c:v>
                </c:pt>
                <c:pt idx="41511">
                  <c:v>24.55</c:v>
                </c:pt>
                <c:pt idx="41512">
                  <c:v>24.55</c:v>
                </c:pt>
                <c:pt idx="41513">
                  <c:v>24.55</c:v>
                </c:pt>
                <c:pt idx="41514">
                  <c:v>24.55</c:v>
                </c:pt>
                <c:pt idx="41515">
                  <c:v>24.55</c:v>
                </c:pt>
                <c:pt idx="41516">
                  <c:v>24.55</c:v>
                </c:pt>
                <c:pt idx="41517">
                  <c:v>24.55</c:v>
                </c:pt>
                <c:pt idx="41518">
                  <c:v>24.55</c:v>
                </c:pt>
                <c:pt idx="41519">
                  <c:v>24.55</c:v>
                </c:pt>
                <c:pt idx="41520">
                  <c:v>24.55</c:v>
                </c:pt>
                <c:pt idx="41521">
                  <c:v>24.55</c:v>
                </c:pt>
                <c:pt idx="41522">
                  <c:v>24.55</c:v>
                </c:pt>
                <c:pt idx="41523">
                  <c:v>24.55</c:v>
                </c:pt>
                <c:pt idx="41524">
                  <c:v>24.55</c:v>
                </c:pt>
                <c:pt idx="41525">
                  <c:v>24.55</c:v>
                </c:pt>
                <c:pt idx="41526">
                  <c:v>24.55</c:v>
                </c:pt>
                <c:pt idx="41527">
                  <c:v>24.55</c:v>
                </c:pt>
                <c:pt idx="41528">
                  <c:v>24.55</c:v>
                </c:pt>
                <c:pt idx="41529">
                  <c:v>24.55</c:v>
                </c:pt>
                <c:pt idx="41530">
                  <c:v>24.55</c:v>
                </c:pt>
                <c:pt idx="41531">
                  <c:v>24.55</c:v>
                </c:pt>
                <c:pt idx="41532">
                  <c:v>24.55</c:v>
                </c:pt>
                <c:pt idx="41533">
                  <c:v>24.55</c:v>
                </c:pt>
                <c:pt idx="41534">
                  <c:v>24.55</c:v>
                </c:pt>
                <c:pt idx="41535">
                  <c:v>24.55</c:v>
                </c:pt>
                <c:pt idx="41536">
                  <c:v>24.55</c:v>
                </c:pt>
                <c:pt idx="41537">
                  <c:v>24.55</c:v>
                </c:pt>
                <c:pt idx="41538">
                  <c:v>24.55</c:v>
                </c:pt>
                <c:pt idx="41539">
                  <c:v>24.5</c:v>
                </c:pt>
                <c:pt idx="41540">
                  <c:v>24.5</c:v>
                </c:pt>
                <c:pt idx="41541">
                  <c:v>24.55</c:v>
                </c:pt>
                <c:pt idx="41542">
                  <c:v>24.55</c:v>
                </c:pt>
                <c:pt idx="41543">
                  <c:v>24.55</c:v>
                </c:pt>
                <c:pt idx="41544">
                  <c:v>24.55</c:v>
                </c:pt>
                <c:pt idx="41545">
                  <c:v>24.55</c:v>
                </c:pt>
                <c:pt idx="41546">
                  <c:v>24.55</c:v>
                </c:pt>
                <c:pt idx="41547">
                  <c:v>24.55</c:v>
                </c:pt>
                <c:pt idx="41548">
                  <c:v>24.55</c:v>
                </c:pt>
                <c:pt idx="41549">
                  <c:v>24.55</c:v>
                </c:pt>
                <c:pt idx="41550">
                  <c:v>24.55</c:v>
                </c:pt>
                <c:pt idx="41551">
                  <c:v>24.55</c:v>
                </c:pt>
                <c:pt idx="41552">
                  <c:v>24.55</c:v>
                </c:pt>
                <c:pt idx="41553">
                  <c:v>24.55</c:v>
                </c:pt>
                <c:pt idx="41554">
                  <c:v>24.55</c:v>
                </c:pt>
                <c:pt idx="41555">
                  <c:v>24.55</c:v>
                </c:pt>
                <c:pt idx="41556">
                  <c:v>24.55</c:v>
                </c:pt>
                <c:pt idx="41557">
                  <c:v>24.55</c:v>
                </c:pt>
                <c:pt idx="41558">
                  <c:v>24.55</c:v>
                </c:pt>
                <c:pt idx="41559">
                  <c:v>24.55</c:v>
                </c:pt>
                <c:pt idx="41560">
                  <c:v>24.55</c:v>
                </c:pt>
                <c:pt idx="41561">
                  <c:v>24.55</c:v>
                </c:pt>
                <c:pt idx="41562">
                  <c:v>24.55</c:v>
                </c:pt>
                <c:pt idx="41563">
                  <c:v>24.55</c:v>
                </c:pt>
                <c:pt idx="41564">
                  <c:v>24.55</c:v>
                </c:pt>
                <c:pt idx="41565">
                  <c:v>24.55</c:v>
                </c:pt>
                <c:pt idx="41566">
                  <c:v>24.55</c:v>
                </c:pt>
                <c:pt idx="41567">
                  <c:v>24.55</c:v>
                </c:pt>
                <c:pt idx="41568">
                  <c:v>24.55</c:v>
                </c:pt>
                <c:pt idx="41569">
                  <c:v>24.55</c:v>
                </c:pt>
                <c:pt idx="41570">
                  <c:v>24.55</c:v>
                </c:pt>
                <c:pt idx="41571">
                  <c:v>24.55</c:v>
                </c:pt>
                <c:pt idx="41572">
                  <c:v>24.55</c:v>
                </c:pt>
                <c:pt idx="41573">
                  <c:v>24.55</c:v>
                </c:pt>
                <c:pt idx="41574">
                  <c:v>24.55</c:v>
                </c:pt>
                <c:pt idx="41575">
                  <c:v>24.55</c:v>
                </c:pt>
                <c:pt idx="41576">
                  <c:v>24.55</c:v>
                </c:pt>
                <c:pt idx="41577">
                  <c:v>24.55</c:v>
                </c:pt>
                <c:pt idx="41578">
                  <c:v>24.55</c:v>
                </c:pt>
                <c:pt idx="41579">
                  <c:v>24.55</c:v>
                </c:pt>
                <c:pt idx="41580">
                  <c:v>24.55</c:v>
                </c:pt>
                <c:pt idx="41581">
                  <c:v>24.55</c:v>
                </c:pt>
                <c:pt idx="41582">
                  <c:v>24.55</c:v>
                </c:pt>
                <c:pt idx="41583">
                  <c:v>24.55</c:v>
                </c:pt>
                <c:pt idx="41584">
                  <c:v>24.55</c:v>
                </c:pt>
                <c:pt idx="41585">
                  <c:v>24.55</c:v>
                </c:pt>
                <c:pt idx="41586">
                  <c:v>24.55</c:v>
                </c:pt>
                <c:pt idx="41587">
                  <c:v>24.55</c:v>
                </c:pt>
                <c:pt idx="41588">
                  <c:v>24.55</c:v>
                </c:pt>
                <c:pt idx="41589">
                  <c:v>24.55</c:v>
                </c:pt>
                <c:pt idx="41590">
                  <c:v>24.55</c:v>
                </c:pt>
                <c:pt idx="41591">
                  <c:v>24.55</c:v>
                </c:pt>
                <c:pt idx="41592">
                  <c:v>24.55</c:v>
                </c:pt>
                <c:pt idx="41593">
                  <c:v>24.55</c:v>
                </c:pt>
                <c:pt idx="41594">
                  <c:v>24.55</c:v>
                </c:pt>
                <c:pt idx="41595">
                  <c:v>24.55</c:v>
                </c:pt>
                <c:pt idx="41596">
                  <c:v>24.55</c:v>
                </c:pt>
                <c:pt idx="41597">
                  <c:v>24.55</c:v>
                </c:pt>
                <c:pt idx="41598">
                  <c:v>24.55</c:v>
                </c:pt>
                <c:pt idx="41599">
                  <c:v>24.55</c:v>
                </c:pt>
                <c:pt idx="41600">
                  <c:v>24.55</c:v>
                </c:pt>
                <c:pt idx="41601">
                  <c:v>24.55</c:v>
                </c:pt>
                <c:pt idx="41602">
                  <c:v>24.55</c:v>
                </c:pt>
                <c:pt idx="41603">
                  <c:v>24.55</c:v>
                </c:pt>
                <c:pt idx="41604">
                  <c:v>24.55</c:v>
                </c:pt>
                <c:pt idx="41605">
                  <c:v>24.55</c:v>
                </c:pt>
                <c:pt idx="41606">
                  <c:v>24.55</c:v>
                </c:pt>
                <c:pt idx="41607">
                  <c:v>24.55</c:v>
                </c:pt>
                <c:pt idx="41608">
                  <c:v>24.55</c:v>
                </c:pt>
                <c:pt idx="41609">
                  <c:v>24.55</c:v>
                </c:pt>
                <c:pt idx="41610">
                  <c:v>24.55</c:v>
                </c:pt>
                <c:pt idx="41611">
                  <c:v>24.55</c:v>
                </c:pt>
                <c:pt idx="41612">
                  <c:v>24.55</c:v>
                </c:pt>
                <c:pt idx="41613">
                  <c:v>24.55</c:v>
                </c:pt>
                <c:pt idx="41614">
                  <c:v>24.55</c:v>
                </c:pt>
                <c:pt idx="41615">
                  <c:v>24.55</c:v>
                </c:pt>
                <c:pt idx="41616">
                  <c:v>24.55</c:v>
                </c:pt>
                <c:pt idx="41617">
                  <c:v>24.55</c:v>
                </c:pt>
                <c:pt idx="41618">
                  <c:v>24.55</c:v>
                </c:pt>
                <c:pt idx="41619">
                  <c:v>24.55</c:v>
                </c:pt>
                <c:pt idx="41620">
                  <c:v>24.55</c:v>
                </c:pt>
                <c:pt idx="41621">
                  <c:v>24.55</c:v>
                </c:pt>
                <c:pt idx="41622">
                  <c:v>24.55</c:v>
                </c:pt>
                <c:pt idx="41623">
                  <c:v>24.55</c:v>
                </c:pt>
                <c:pt idx="41624">
                  <c:v>24.55</c:v>
                </c:pt>
                <c:pt idx="41625">
                  <c:v>24.55</c:v>
                </c:pt>
                <c:pt idx="41626">
                  <c:v>24.55</c:v>
                </c:pt>
                <c:pt idx="41627">
                  <c:v>24.55</c:v>
                </c:pt>
                <c:pt idx="41628">
                  <c:v>24.55</c:v>
                </c:pt>
                <c:pt idx="41629">
                  <c:v>24.55</c:v>
                </c:pt>
                <c:pt idx="41630">
                  <c:v>24.55</c:v>
                </c:pt>
                <c:pt idx="41631">
                  <c:v>24.55</c:v>
                </c:pt>
                <c:pt idx="41632">
                  <c:v>24.55</c:v>
                </c:pt>
                <c:pt idx="41633">
                  <c:v>24.55</c:v>
                </c:pt>
                <c:pt idx="41634">
                  <c:v>24.55</c:v>
                </c:pt>
                <c:pt idx="41635">
                  <c:v>24.55</c:v>
                </c:pt>
                <c:pt idx="41636">
                  <c:v>24.55</c:v>
                </c:pt>
                <c:pt idx="41637">
                  <c:v>24.55</c:v>
                </c:pt>
                <c:pt idx="41638">
                  <c:v>24.55</c:v>
                </c:pt>
                <c:pt idx="41639">
                  <c:v>24.55</c:v>
                </c:pt>
                <c:pt idx="41640">
                  <c:v>24.55</c:v>
                </c:pt>
                <c:pt idx="41641">
                  <c:v>24.55</c:v>
                </c:pt>
                <c:pt idx="41642">
                  <c:v>24.55</c:v>
                </c:pt>
                <c:pt idx="41643">
                  <c:v>24.55</c:v>
                </c:pt>
                <c:pt idx="41644">
                  <c:v>24.55</c:v>
                </c:pt>
                <c:pt idx="41645">
                  <c:v>24.55</c:v>
                </c:pt>
                <c:pt idx="41646">
                  <c:v>24.55</c:v>
                </c:pt>
                <c:pt idx="41647">
                  <c:v>24.55</c:v>
                </c:pt>
                <c:pt idx="41648">
                  <c:v>24.55</c:v>
                </c:pt>
                <c:pt idx="41649">
                  <c:v>24.55</c:v>
                </c:pt>
                <c:pt idx="41650">
                  <c:v>24.55</c:v>
                </c:pt>
                <c:pt idx="41651">
                  <c:v>24.55</c:v>
                </c:pt>
                <c:pt idx="41652">
                  <c:v>24.55</c:v>
                </c:pt>
                <c:pt idx="41653">
                  <c:v>24.55</c:v>
                </c:pt>
                <c:pt idx="41654">
                  <c:v>24.55</c:v>
                </c:pt>
                <c:pt idx="41655">
                  <c:v>24.55</c:v>
                </c:pt>
                <c:pt idx="41656">
                  <c:v>24.55</c:v>
                </c:pt>
                <c:pt idx="41657">
                  <c:v>24.55</c:v>
                </c:pt>
                <c:pt idx="41658">
                  <c:v>24.55</c:v>
                </c:pt>
                <c:pt idx="41659">
                  <c:v>24.55</c:v>
                </c:pt>
                <c:pt idx="41660">
                  <c:v>24.55</c:v>
                </c:pt>
                <c:pt idx="41661">
                  <c:v>24.55</c:v>
                </c:pt>
                <c:pt idx="41662">
                  <c:v>24.55</c:v>
                </c:pt>
                <c:pt idx="41663">
                  <c:v>24.55</c:v>
                </c:pt>
                <c:pt idx="41664">
                  <c:v>24.55</c:v>
                </c:pt>
                <c:pt idx="41665">
                  <c:v>24.55</c:v>
                </c:pt>
                <c:pt idx="41666">
                  <c:v>24.55</c:v>
                </c:pt>
                <c:pt idx="41667">
                  <c:v>24.55</c:v>
                </c:pt>
                <c:pt idx="41668">
                  <c:v>24.55</c:v>
                </c:pt>
                <c:pt idx="41669">
                  <c:v>24.55</c:v>
                </c:pt>
                <c:pt idx="41670">
                  <c:v>24.55</c:v>
                </c:pt>
                <c:pt idx="41671">
                  <c:v>24.55</c:v>
                </c:pt>
                <c:pt idx="41672">
                  <c:v>24.55</c:v>
                </c:pt>
                <c:pt idx="41673">
                  <c:v>24.55</c:v>
                </c:pt>
                <c:pt idx="41674">
                  <c:v>24.55</c:v>
                </c:pt>
                <c:pt idx="41675">
                  <c:v>24.55</c:v>
                </c:pt>
                <c:pt idx="41676">
                  <c:v>24.55</c:v>
                </c:pt>
                <c:pt idx="41677">
                  <c:v>24.55</c:v>
                </c:pt>
                <c:pt idx="41678">
                  <c:v>24.55</c:v>
                </c:pt>
                <c:pt idx="41679">
                  <c:v>24.55</c:v>
                </c:pt>
                <c:pt idx="41680">
                  <c:v>24.55</c:v>
                </c:pt>
                <c:pt idx="41681">
                  <c:v>24.55</c:v>
                </c:pt>
                <c:pt idx="41682">
                  <c:v>24.55</c:v>
                </c:pt>
                <c:pt idx="41683">
                  <c:v>24.55</c:v>
                </c:pt>
                <c:pt idx="41684">
                  <c:v>24.55</c:v>
                </c:pt>
                <c:pt idx="41685">
                  <c:v>24.55</c:v>
                </c:pt>
                <c:pt idx="41686">
                  <c:v>24.55</c:v>
                </c:pt>
                <c:pt idx="41687">
                  <c:v>24.55</c:v>
                </c:pt>
                <c:pt idx="41688">
                  <c:v>24.55</c:v>
                </c:pt>
                <c:pt idx="41689">
                  <c:v>24.55</c:v>
                </c:pt>
                <c:pt idx="41690">
                  <c:v>24.55</c:v>
                </c:pt>
                <c:pt idx="41691">
                  <c:v>24.55</c:v>
                </c:pt>
                <c:pt idx="41692">
                  <c:v>24.55</c:v>
                </c:pt>
                <c:pt idx="41693">
                  <c:v>24.55</c:v>
                </c:pt>
                <c:pt idx="41694">
                  <c:v>24.55</c:v>
                </c:pt>
                <c:pt idx="41695">
                  <c:v>24.55</c:v>
                </c:pt>
                <c:pt idx="41696">
                  <c:v>24.55</c:v>
                </c:pt>
                <c:pt idx="41697">
                  <c:v>24.55</c:v>
                </c:pt>
                <c:pt idx="41698">
                  <c:v>24.55</c:v>
                </c:pt>
                <c:pt idx="41699">
                  <c:v>24.55</c:v>
                </c:pt>
                <c:pt idx="41700">
                  <c:v>24.55</c:v>
                </c:pt>
                <c:pt idx="41701">
                  <c:v>24.55</c:v>
                </c:pt>
                <c:pt idx="41702">
                  <c:v>24.55</c:v>
                </c:pt>
                <c:pt idx="41703">
                  <c:v>24.55</c:v>
                </c:pt>
                <c:pt idx="41704">
                  <c:v>24.55</c:v>
                </c:pt>
                <c:pt idx="41705">
                  <c:v>24.55</c:v>
                </c:pt>
                <c:pt idx="41706">
                  <c:v>24.55</c:v>
                </c:pt>
                <c:pt idx="41707">
                  <c:v>24.55</c:v>
                </c:pt>
                <c:pt idx="41708">
                  <c:v>24.55</c:v>
                </c:pt>
                <c:pt idx="41709">
                  <c:v>24.55</c:v>
                </c:pt>
                <c:pt idx="41710">
                  <c:v>24.55</c:v>
                </c:pt>
                <c:pt idx="41711">
                  <c:v>24.55</c:v>
                </c:pt>
                <c:pt idx="41712">
                  <c:v>24.55</c:v>
                </c:pt>
                <c:pt idx="41713">
                  <c:v>24.55</c:v>
                </c:pt>
                <c:pt idx="41714">
                  <c:v>24.55</c:v>
                </c:pt>
                <c:pt idx="41715">
                  <c:v>24.55</c:v>
                </c:pt>
                <c:pt idx="41716">
                  <c:v>24.55</c:v>
                </c:pt>
                <c:pt idx="41717">
                  <c:v>24.55</c:v>
                </c:pt>
                <c:pt idx="41718">
                  <c:v>24.55</c:v>
                </c:pt>
                <c:pt idx="41719">
                  <c:v>24.55</c:v>
                </c:pt>
                <c:pt idx="41720">
                  <c:v>24.55</c:v>
                </c:pt>
                <c:pt idx="41721">
                  <c:v>24.55</c:v>
                </c:pt>
                <c:pt idx="41722">
                  <c:v>24.55</c:v>
                </c:pt>
                <c:pt idx="41723">
                  <c:v>24.55</c:v>
                </c:pt>
                <c:pt idx="41724">
                  <c:v>24.55</c:v>
                </c:pt>
                <c:pt idx="41725">
                  <c:v>24.55</c:v>
                </c:pt>
                <c:pt idx="41726">
                  <c:v>24.55</c:v>
                </c:pt>
                <c:pt idx="41727">
                  <c:v>24.55</c:v>
                </c:pt>
                <c:pt idx="41728">
                  <c:v>24.55</c:v>
                </c:pt>
                <c:pt idx="41729">
                  <c:v>24.55</c:v>
                </c:pt>
                <c:pt idx="41730">
                  <c:v>24.55</c:v>
                </c:pt>
                <c:pt idx="41731">
                  <c:v>24.55</c:v>
                </c:pt>
                <c:pt idx="41732">
                  <c:v>24.55</c:v>
                </c:pt>
                <c:pt idx="41733">
                  <c:v>24.55</c:v>
                </c:pt>
                <c:pt idx="41734">
                  <c:v>24.55</c:v>
                </c:pt>
                <c:pt idx="41735">
                  <c:v>24.55</c:v>
                </c:pt>
                <c:pt idx="41736">
                  <c:v>24.55</c:v>
                </c:pt>
                <c:pt idx="41737">
                  <c:v>24.55</c:v>
                </c:pt>
                <c:pt idx="41738">
                  <c:v>24.55</c:v>
                </c:pt>
                <c:pt idx="41739">
                  <c:v>24.55</c:v>
                </c:pt>
                <c:pt idx="41740">
                  <c:v>24.55</c:v>
                </c:pt>
                <c:pt idx="41741">
                  <c:v>24.55</c:v>
                </c:pt>
                <c:pt idx="41742">
                  <c:v>24.55</c:v>
                </c:pt>
                <c:pt idx="41743">
                  <c:v>24.55</c:v>
                </c:pt>
                <c:pt idx="41744">
                  <c:v>24.55</c:v>
                </c:pt>
                <c:pt idx="41745">
                  <c:v>24.55</c:v>
                </c:pt>
                <c:pt idx="41746">
                  <c:v>24.55</c:v>
                </c:pt>
                <c:pt idx="41747">
                  <c:v>24.55</c:v>
                </c:pt>
                <c:pt idx="41748">
                  <c:v>24.55</c:v>
                </c:pt>
                <c:pt idx="41749">
                  <c:v>24.55</c:v>
                </c:pt>
                <c:pt idx="41750">
                  <c:v>24.55</c:v>
                </c:pt>
                <c:pt idx="41751">
                  <c:v>24.55</c:v>
                </c:pt>
                <c:pt idx="41752">
                  <c:v>24.55</c:v>
                </c:pt>
                <c:pt idx="41753">
                  <c:v>24.55</c:v>
                </c:pt>
                <c:pt idx="41754">
                  <c:v>24.55</c:v>
                </c:pt>
                <c:pt idx="41755">
                  <c:v>24.55</c:v>
                </c:pt>
                <c:pt idx="41756">
                  <c:v>24.55</c:v>
                </c:pt>
                <c:pt idx="41757">
                  <c:v>24.55</c:v>
                </c:pt>
                <c:pt idx="41758">
                  <c:v>24.55</c:v>
                </c:pt>
                <c:pt idx="41759">
                  <c:v>24.55</c:v>
                </c:pt>
                <c:pt idx="41760">
                  <c:v>24.55</c:v>
                </c:pt>
                <c:pt idx="41761">
                  <c:v>24.55</c:v>
                </c:pt>
                <c:pt idx="41762">
                  <c:v>24.55</c:v>
                </c:pt>
                <c:pt idx="41763">
                  <c:v>24.55</c:v>
                </c:pt>
                <c:pt idx="41764">
                  <c:v>24.55</c:v>
                </c:pt>
                <c:pt idx="41765">
                  <c:v>24.55</c:v>
                </c:pt>
                <c:pt idx="41766">
                  <c:v>24.55</c:v>
                </c:pt>
                <c:pt idx="41767">
                  <c:v>24.55</c:v>
                </c:pt>
                <c:pt idx="41768">
                  <c:v>24.55</c:v>
                </c:pt>
                <c:pt idx="41769">
                  <c:v>24.55</c:v>
                </c:pt>
                <c:pt idx="41770">
                  <c:v>24.55</c:v>
                </c:pt>
                <c:pt idx="41771">
                  <c:v>24.55</c:v>
                </c:pt>
                <c:pt idx="41772">
                  <c:v>24.55</c:v>
                </c:pt>
                <c:pt idx="41773">
                  <c:v>24.55</c:v>
                </c:pt>
                <c:pt idx="41774">
                  <c:v>24.55</c:v>
                </c:pt>
                <c:pt idx="41775">
                  <c:v>24.55</c:v>
                </c:pt>
                <c:pt idx="41776">
                  <c:v>24.55</c:v>
                </c:pt>
                <c:pt idx="41777">
                  <c:v>24.55</c:v>
                </c:pt>
                <c:pt idx="41778">
                  <c:v>24.55</c:v>
                </c:pt>
                <c:pt idx="41779">
                  <c:v>24.55</c:v>
                </c:pt>
                <c:pt idx="41780">
                  <c:v>24.55</c:v>
                </c:pt>
                <c:pt idx="41781">
                  <c:v>24.55</c:v>
                </c:pt>
                <c:pt idx="41782">
                  <c:v>24.55</c:v>
                </c:pt>
                <c:pt idx="41783">
                  <c:v>24.55</c:v>
                </c:pt>
                <c:pt idx="41784">
                  <c:v>24.55</c:v>
                </c:pt>
                <c:pt idx="41785">
                  <c:v>24.55</c:v>
                </c:pt>
                <c:pt idx="41786">
                  <c:v>24.55</c:v>
                </c:pt>
                <c:pt idx="41787">
                  <c:v>24.55</c:v>
                </c:pt>
                <c:pt idx="41788">
                  <c:v>24.55</c:v>
                </c:pt>
                <c:pt idx="41789">
                  <c:v>24.55</c:v>
                </c:pt>
                <c:pt idx="41790">
                  <c:v>24.55</c:v>
                </c:pt>
                <c:pt idx="41791">
                  <c:v>24.55</c:v>
                </c:pt>
                <c:pt idx="41792">
                  <c:v>24.55</c:v>
                </c:pt>
                <c:pt idx="41793">
                  <c:v>24.55</c:v>
                </c:pt>
                <c:pt idx="41794">
                  <c:v>24.55</c:v>
                </c:pt>
                <c:pt idx="41795">
                  <c:v>24.55</c:v>
                </c:pt>
                <c:pt idx="41796">
                  <c:v>24.55</c:v>
                </c:pt>
                <c:pt idx="41797">
                  <c:v>24.55</c:v>
                </c:pt>
                <c:pt idx="41798">
                  <c:v>24.55</c:v>
                </c:pt>
                <c:pt idx="41799">
                  <c:v>24.55</c:v>
                </c:pt>
                <c:pt idx="41800">
                  <c:v>24.55</c:v>
                </c:pt>
                <c:pt idx="41801">
                  <c:v>24.55</c:v>
                </c:pt>
                <c:pt idx="41802">
                  <c:v>24.55</c:v>
                </c:pt>
                <c:pt idx="41803">
                  <c:v>24.55</c:v>
                </c:pt>
                <c:pt idx="41804">
                  <c:v>24.55</c:v>
                </c:pt>
                <c:pt idx="41805">
                  <c:v>24.55</c:v>
                </c:pt>
                <c:pt idx="41806">
                  <c:v>24.55</c:v>
                </c:pt>
                <c:pt idx="41807">
                  <c:v>24.55</c:v>
                </c:pt>
                <c:pt idx="41808">
                  <c:v>24.55</c:v>
                </c:pt>
                <c:pt idx="41809">
                  <c:v>24.55</c:v>
                </c:pt>
                <c:pt idx="41810">
                  <c:v>24.55</c:v>
                </c:pt>
                <c:pt idx="41811">
                  <c:v>24.55</c:v>
                </c:pt>
                <c:pt idx="41812">
                  <c:v>24.55</c:v>
                </c:pt>
                <c:pt idx="41813">
                  <c:v>24.55</c:v>
                </c:pt>
                <c:pt idx="41814">
                  <c:v>24.55</c:v>
                </c:pt>
                <c:pt idx="41815">
                  <c:v>24.55</c:v>
                </c:pt>
                <c:pt idx="41816">
                  <c:v>24.55</c:v>
                </c:pt>
                <c:pt idx="41817">
                  <c:v>24.55</c:v>
                </c:pt>
                <c:pt idx="41818">
                  <c:v>24.55</c:v>
                </c:pt>
                <c:pt idx="41819">
                  <c:v>24.55</c:v>
                </c:pt>
                <c:pt idx="41820">
                  <c:v>24.55</c:v>
                </c:pt>
                <c:pt idx="41821">
                  <c:v>24.55</c:v>
                </c:pt>
                <c:pt idx="41822">
                  <c:v>24.55</c:v>
                </c:pt>
                <c:pt idx="41823">
                  <c:v>24.55</c:v>
                </c:pt>
                <c:pt idx="41824">
                  <c:v>24.55</c:v>
                </c:pt>
                <c:pt idx="41825">
                  <c:v>24.55</c:v>
                </c:pt>
                <c:pt idx="41826">
                  <c:v>24.55</c:v>
                </c:pt>
                <c:pt idx="41827">
                  <c:v>24.55</c:v>
                </c:pt>
                <c:pt idx="41828">
                  <c:v>24.55</c:v>
                </c:pt>
                <c:pt idx="41829">
                  <c:v>24.55</c:v>
                </c:pt>
                <c:pt idx="41830">
                  <c:v>24.55</c:v>
                </c:pt>
                <c:pt idx="41831">
                  <c:v>24.55</c:v>
                </c:pt>
                <c:pt idx="41832">
                  <c:v>24.55</c:v>
                </c:pt>
                <c:pt idx="41833">
                  <c:v>24.55</c:v>
                </c:pt>
                <c:pt idx="41834">
                  <c:v>24.55</c:v>
                </c:pt>
                <c:pt idx="41835">
                  <c:v>24.55</c:v>
                </c:pt>
                <c:pt idx="41836">
                  <c:v>24.55</c:v>
                </c:pt>
                <c:pt idx="41837">
                  <c:v>24.55</c:v>
                </c:pt>
                <c:pt idx="41838">
                  <c:v>24.55</c:v>
                </c:pt>
                <c:pt idx="41839">
                  <c:v>24.55</c:v>
                </c:pt>
                <c:pt idx="41840">
                  <c:v>24.55</c:v>
                </c:pt>
                <c:pt idx="41841">
                  <c:v>24.55</c:v>
                </c:pt>
                <c:pt idx="41842">
                  <c:v>24.55</c:v>
                </c:pt>
                <c:pt idx="41843">
                  <c:v>24.55</c:v>
                </c:pt>
                <c:pt idx="41844">
                  <c:v>24.55</c:v>
                </c:pt>
                <c:pt idx="41845">
                  <c:v>24.55</c:v>
                </c:pt>
                <c:pt idx="41846">
                  <c:v>24.55</c:v>
                </c:pt>
                <c:pt idx="41847">
                  <c:v>24.55</c:v>
                </c:pt>
                <c:pt idx="41848">
                  <c:v>24.55</c:v>
                </c:pt>
                <c:pt idx="41849">
                  <c:v>24.55</c:v>
                </c:pt>
                <c:pt idx="41850">
                  <c:v>24.55</c:v>
                </c:pt>
                <c:pt idx="41851">
                  <c:v>24.55</c:v>
                </c:pt>
                <c:pt idx="41852">
                  <c:v>24.55</c:v>
                </c:pt>
                <c:pt idx="41853">
                  <c:v>24.55</c:v>
                </c:pt>
                <c:pt idx="41854">
                  <c:v>24.55</c:v>
                </c:pt>
                <c:pt idx="41855">
                  <c:v>24.55</c:v>
                </c:pt>
                <c:pt idx="41856">
                  <c:v>24.55</c:v>
                </c:pt>
                <c:pt idx="41857">
                  <c:v>24.55</c:v>
                </c:pt>
                <c:pt idx="41858">
                  <c:v>24.55</c:v>
                </c:pt>
                <c:pt idx="41859">
                  <c:v>24.55</c:v>
                </c:pt>
                <c:pt idx="41860">
                  <c:v>24.55</c:v>
                </c:pt>
                <c:pt idx="41861">
                  <c:v>24.55</c:v>
                </c:pt>
                <c:pt idx="41862">
                  <c:v>24.55</c:v>
                </c:pt>
                <c:pt idx="41863">
                  <c:v>24.55</c:v>
                </c:pt>
                <c:pt idx="41864">
                  <c:v>24.55</c:v>
                </c:pt>
                <c:pt idx="41865">
                  <c:v>24.55</c:v>
                </c:pt>
                <c:pt idx="41866">
                  <c:v>24.55</c:v>
                </c:pt>
                <c:pt idx="41867">
                  <c:v>24.55</c:v>
                </c:pt>
                <c:pt idx="41868">
                  <c:v>24.55</c:v>
                </c:pt>
                <c:pt idx="41869">
                  <c:v>24.55</c:v>
                </c:pt>
                <c:pt idx="41870">
                  <c:v>24.55</c:v>
                </c:pt>
                <c:pt idx="41871">
                  <c:v>24.55</c:v>
                </c:pt>
                <c:pt idx="41872">
                  <c:v>24.55</c:v>
                </c:pt>
                <c:pt idx="41873">
                  <c:v>24.55</c:v>
                </c:pt>
                <c:pt idx="41874">
                  <c:v>24.55</c:v>
                </c:pt>
                <c:pt idx="41875">
                  <c:v>24.55</c:v>
                </c:pt>
                <c:pt idx="41876">
                  <c:v>24.55</c:v>
                </c:pt>
                <c:pt idx="41877">
                  <c:v>24.55</c:v>
                </c:pt>
                <c:pt idx="41878">
                  <c:v>24.55</c:v>
                </c:pt>
                <c:pt idx="41879">
                  <c:v>24.55</c:v>
                </c:pt>
                <c:pt idx="41880">
                  <c:v>24.55</c:v>
                </c:pt>
                <c:pt idx="41881">
                  <c:v>24.55</c:v>
                </c:pt>
                <c:pt idx="41882">
                  <c:v>24.55</c:v>
                </c:pt>
                <c:pt idx="41883">
                  <c:v>24.55</c:v>
                </c:pt>
                <c:pt idx="41884">
                  <c:v>24.55</c:v>
                </c:pt>
                <c:pt idx="41885">
                  <c:v>24.55</c:v>
                </c:pt>
                <c:pt idx="41886">
                  <c:v>24.55</c:v>
                </c:pt>
                <c:pt idx="41887">
                  <c:v>24.55</c:v>
                </c:pt>
                <c:pt idx="41888">
                  <c:v>24.55</c:v>
                </c:pt>
                <c:pt idx="41889">
                  <c:v>24.55</c:v>
                </c:pt>
                <c:pt idx="41890">
                  <c:v>24.55</c:v>
                </c:pt>
                <c:pt idx="41891">
                  <c:v>24.55</c:v>
                </c:pt>
                <c:pt idx="41892">
                  <c:v>24.55</c:v>
                </c:pt>
                <c:pt idx="41893">
                  <c:v>24.55</c:v>
                </c:pt>
                <c:pt idx="41894">
                  <c:v>24.55</c:v>
                </c:pt>
                <c:pt idx="41895">
                  <c:v>24.5</c:v>
                </c:pt>
                <c:pt idx="41896">
                  <c:v>24.55</c:v>
                </c:pt>
                <c:pt idx="41897">
                  <c:v>24.55</c:v>
                </c:pt>
                <c:pt idx="41898">
                  <c:v>24.55</c:v>
                </c:pt>
                <c:pt idx="41899">
                  <c:v>24.55</c:v>
                </c:pt>
                <c:pt idx="41900">
                  <c:v>24.55</c:v>
                </c:pt>
                <c:pt idx="41901">
                  <c:v>24.55</c:v>
                </c:pt>
                <c:pt idx="41902">
                  <c:v>24.55</c:v>
                </c:pt>
                <c:pt idx="41903">
                  <c:v>24.55</c:v>
                </c:pt>
                <c:pt idx="41904">
                  <c:v>24.55</c:v>
                </c:pt>
                <c:pt idx="41905">
                  <c:v>24.55</c:v>
                </c:pt>
                <c:pt idx="41906">
                  <c:v>24.55</c:v>
                </c:pt>
                <c:pt idx="41907">
                  <c:v>24.55</c:v>
                </c:pt>
                <c:pt idx="41908">
                  <c:v>24.55</c:v>
                </c:pt>
                <c:pt idx="41909">
                  <c:v>24.55</c:v>
                </c:pt>
                <c:pt idx="41910">
                  <c:v>24.55</c:v>
                </c:pt>
                <c:pt idx="41911">
                  <c:v>24.55</c:v>
                </c:pt>
                <c:pt idx="41912">
                  <c:v>24.55</c:v>
                </c:pt>
                <c:pt idx="41913">
                  <c:v>24.55</c:v>
                </c:pt>
                <c:pt idx="41914">
                  <c:v>24.55</c:v>
                </c:pt>
                <c:pt idx="41915">
                  <c:v>24.55</c:v>
                </c:pt>
                <c:pt idx="41916">
                  <c:v>24.55</c:v>
                </c:pt>
                <c:pt idx="41917">
                  <c:v>24.55</c:v>
                </c:pt>
                <c:pt idx="41918">
                  <c:v>24.55</c:v>
                </c:pt>
                <c:pt idx="41919">
                  <c:v>24.55</c:v>
                </c:pt>
                <c:pt idx="41920">
                  <c:v>24.5</c:v>
                </c:pt>
                <c:pt idx="41921">
                  <c:v>24.55</c:v>
                </c:pt>
                <c:pt idx="41922">
                  <c:v>24.5</c:v>
                </c:pt>
                <c:pt idx="41923">
                  <c:v>24.55</c:v>
                </c:pt>
                <c:pt idx="41924">
                  <c:v>24.55</c:v>
                </c:pt>
                <c:pt idx="41925">
                  <c:v>24.5</c:v>
                </c:pt>
                <c:pt idx="41926">
                  <c:v>24.55</c:v>
                </c:pt>
                <c:pt idx="41927">
                  <c:v>24.5</c:v>
                </c:pt>
                <c:pt idx="41928">
                  <c:v>24.55</c:v>
                </c:pt>
                <c:pt idx="41929">
                  <c:v>24.55</c:v>
                </c:pt>
                <c:pt idx="41930">
                  <c:v>24.55</c:v>
                </c:pt>
                <c:pt idx="41931">
                  <c:v>24.55</c:v>
                </c:pt>
                <c:pt idx="41932">
                  <c:v>24.55</c:v>
                </c:pt>
                <c:pt idx="41933">
                  <c:v>24.55</c:v>
                </c:pt>
                <c:pt idx="41934">
                  <c:v>24.55</c:v>
                </c:pt>
                <c:pt idx="41935">
                  <c:v>24.55</c:v>
                </c:pt>
                <c:pt idx="41936">
                  <c:v>24.55</c:v>
                </c:pt>
                <c:pt idx="41937">
                  <c:v>24.55</c:v>
                </c:pt>
                <c:pt idx="41938">
                  <c:v>24.55</c:v>
                </c:pt>
                <c:pt idx="41939">
                  <c:v>24.55</c:v>
                </c:pt>
                <c:pt idx="41940">
                  <c:v>24.55</c:v>
                </c:pt>
                <c:pt idx="41941">
                  <c:v>24.55</c:v>
                </c:pt>
                <c:pt idx="41942">
                  <c:v>24.55</c:v>
                </c:pt>
                <c:pt idx="41943">
                  <c:v>24.55</c:v>
                </c:pt>
                <c:pt idx="41944">
                  <c:v>24.55</c:v>
                </c:pt>
                <c:pt idx="41945">
                  <c:v>24.55</c:v>
                </c:pt>
                <c:pt idx="41946">
                  <c:v>24.55</c:v>
                </c:pt>
                <c:pt idx="41947">
                  <c:v>24.55</c:v>
                </c:pt>
                <c:pt idx="41948">
                  <c:v>24.55</c:v>
                </c:pt>
                <c:pt idx="41949">
                  <c:v>24.5</c:v>
                </c:pt>
                <c:pt idx="41950">
                  <c:v>24.55</c:v>
                </c:pt>
                <c:pt idx="41951">
                  <c:v>24.55</c:v>
                </c:pt>
                <c:pt idx="41952">
                  <c:v>24.5</c:v>
                </c:pt>
                <c:pt idx="41953">
                  <c:v>24.55</c:v>
                </c:pt>
                <c:pt idx="41954">
                  <c:v>24.5</c:v>
                </c:pt>
                <c:pt idx="41955">
                  <c:v>24.55</c:v>
                </c:pt>
                <c:pt idx="41956">
                  <c:v>24.55</c:v>
                </c:pt>
                <c:pt idx="41957">
                  <c:v>24.55</c:v>
                </c:pt>
                <c:pt idx="41958">
                  <c:v>24.55</c:v>
                </c:pt>
                <c:pt idx="41959">
                  <c:v>24.55</c:v>
                </c:pt>
                <c:pt idx="41960">
                  <c:v>24.55</c:v>
                </c:pt>
                <c:pt idx="41961">
                  <c:v>24.55</c:v>
                </c:pt>
                <c:pt idx="41962">
                  <c:v>24.55</c:v>
                </c:pt>
                <c:pt idx="41963">
                  <c:v>24.55</c:v>
                </c:pt>
                <c:pt idx="41964">
                  <c:v>24.55</c:v>
                </c:pt>
                <c:pt idx="41965">
                  <c:v>24.55</c:v>
                </c:pt>
                <c:pt idx="41966">
                  <c:v>24.55</c:v>
                </c:pt>
                <c:pt idx="41967">
                  <c:v>24.55</c:v>
                </c:pt>
                <c:pt idx="41968">
                  <c:v>24.55</c:v>
                </c:pt>
                <c:pt idx="41969">
                  <c:v>24.55</c:v>
                </c:pt>
                <c:pt idx="41970">
                  <c:v>24.55</c:v>
                </c:pt>
                <c:pt idx="41971">
                  <c:v>24.55</c:v>
                </c:pt>
                <c:pt idx="41972">
                  <c:v>24.55</c:v>
                </c:pt>
                <c:pt idx="41973">
                  <c:v>24.55</c:v>
                </c:pt>
                <c:pt idx="41974">
                  <c:v>24.5</c:v>
                </c:pt>
                <c:pt idx="41975">
                  <c:v>24.55</c:v>
                </c:pt>
                <c:pt idx="41976">
                  <c:v>24.5</c:v>
                </c:pt>
                <c:pt idx="41977">
                  <c:v>24.55</c:v>
                </c:pt>
                <c:pt idx="41978">
                  <c:v>24.5</c:v>
                </c:pt>
                <c:pt idx="41979">
                  <c:v>24.55</c:v>
                </c:pt>
                <c:pt idx="41980">
                  <c:v>24.5</c:v>
                </c:pt>
                <c:pt idx="41981">
                  <c:v>24.55</c:v>
                </c:pt>
                <c:pt idx="41982">
                  <c:v>24.5</c:v>
                </c:pt>
                <c:pt idx="41983">
                  <c:v>24.55</c:v>
                </c:pt>
                <c:pt idx="41984">
                  <c:v>24.55</c:v>
                </c:pt>
                <c:pt idx="41985">
                  <c:v>24.55</c:v>
                </c:pt>
                <c:pt idx="41986">
                  <c:v>24.55</c:v>
                </c:pt>
                <c:pt idx="41987">
                  <c:v>24.55</c:v>
                </c:pt>
                <c:pt idx="41988">
                  <c:v>24.55</c:v>
                </c:pt>
                <c:pt idx="41989">
                  <c:v>24.55</c:v>
                </c:pt>
                <c:pt idx="41990">
                  <c:v>24.55</c:v>
                </c:pt>
                <c:pt idx="41991">
                  <c:v>24.55</c:v>
                </c:pt>
                <c:pt idx="41992">
                  <c:v>24.55</c:v>
                </c:pt>
                <c:pt idx="41993">
                  <c:v>24.55</c:v>
                </c:pt>
                <c:pt idx="41994">
                  <c:v>24.55</c:v>
                </c:pt>
                <c:pt idx="41995">
                  <c:v>24.55</c:v>
                </c:pt>
                <c:pt idx="41996">
                  <c:v>24.55</c:v>
                </c:pt>
                <c:pt idx="41997">
                  <c:v>24.55</c:v>
                </c:pt>
                <c:pt idx="41998">
                  <c:v>24.55</c:v>
                </c:pt>
                <c:pt idx="41999">
                  <c:v>24.55</c:v>
                </c:pt>
                <c:pt idx="42000">
                  <c:v>24.55</c:v>
                </c:pt>
                <c:pt idx="42001">
                  <c:v>24.55</c:v>
                </c:pt>
                <c:pt idx="42002">
                  <c:v>24.55</c:v>
                </c:pt>
                <c:pt idx="42003">
                  <c:v>24.55</c:v>
                </c:pt>
                <c:pt idx="42004">
                  <c:v>24.55</c:v>
                </c:pt>
                <c:pt idx="42005">
                  <c:v>24.55</c:v>
                </c:pt>
                <c:pt idx="42006">
                  <c:v>24.5</c:v>
                </c:pt>
                <c:pt idx="42007">
                  <c:v>24.55</c:v>
                </c:pt>
                <c:pt idx="42008">
                  <c:v>24.55</c:v>
                </c:pt>
                <c:pt idx="42009">
                  <c:v>24.55</c:v>
                </c:pt>
                <c:pt idx="42010">
                  <c:v>24.55</c:v>
                </c:pt>
                <c:pt idx="42011">
                  <c:v>24.55</c:v>
                </c:pt>
                <c:pt idx="42012">
                  <c:v>24.55</c:v>
                </c:pt>
                <c:pt idx="42013">
                  <c:v>24.55</c:v>
                </c:pt>
                <c:pt idx="42014">
                  <c:v>24.55</c:v>
                </c:pt>
                <c:pt idx="42015">
                  <c:v>24.55</c:v>
                </c:pt>
                <c:pt idx="42016">
                  <c:v>24.55</c:v>
                </c:pt>
                <c:pt idx="42017">
                  <c:v>24.55</c:v>
                </c:pt>
                <c:pt idx="42018">
                  <c:v>24.55</c:v>
                </c:pt>
                <c:pt idx="42019">
                  <c:v>24.55</c:v>
                </c:pt>
                <c:pt idx="42020">
                  <c:v>24.55</c:v>
                </c:pt>
                <c:pt idx="42021">
                  <c:v>24.55</c:v>
                </c:pt>
                <c:pt idx="42022">
                  <c:v>24.55</c:v>
                </c:pt>
                <c:pt idx="42023">
                  <c:v>24.55</c:v>
                </c:pt>
                <c:pt idx="42024">
                  <c:v>24.55</c:v>
                </c:pt>
                <c:pt idx="42025">
                  <c:v>24.55</c:v>
                </c:pt>
                <c:pt idx="42026">
                  <c:v>24.55</c:v>
                </c:pt>
                <c:pt idx="42027">
                  <c:v>24.55</c:v>
                </c:pt>
                <c:pt idx="42028">
                  <c:v>24.55</c:v>
                </c:pt>
                <c:pt idx="42029">
                  <c:v>24.55</c:v>
                </c:pt>
                <c:pt idx="42030">
                  <c:v>24.55</c:v>
                </c:pt>
                <c:pt idx="42031">
                  <c:v>24.55</c:v>
                </c:pt>
                <c:pt idx="42032">
                  <c:v>24.55</c:v>
                </c:pt>
                <c:pt idx="42033">
                  <c:v>24.55</c:v>
                </c:pt>
                <c:pt idx="42034">
                  <c:v>24.55</c:v>
                </c:pt>
                <c:pt idx="42035">
                  <c:v>24.55</c:v>
                </c:pt>
                <c:pt idx="42036">
                  <c:v>24.5</c:v>
                </c:pt>
                <c:pt idx="42037">
                  <c:v>24.55</c:v>
                </c:pt>
                <c:pt idx="42038">
                  <c:v>24.5</c:v>
                </c:pt>
                <c:pt idx="42039">
                  <c:v>24.55</c:v>
                </c:pt>
                <c:pt idx="42040">
                  <c:v>24.55</c:v>
                </c:pt>
                <c:pt idx="42041">
                  <c:v>24.55</c:v>
                </c:pt>
                <c:pt idx="42042">
                  <c:v>24.55</c:v>
                </c:pt>
                <c:pt idx="42043">
                  <c:v>24.55</c:v>
                </c:pt>
                <c:pt idx="42044">
                  <c:v>24.55</c:v>
                </c:pt>
                <c:pt idx="42045">
                  <c:v>24.55</c:v>
                </c:pt>
                <c:pt idx="42046">
                  <c:v>24.55</c:v>
                </c:pt>
                <c:pt idx="42047">
                  <c:v>24.55</c:v>
                </c:pt>
                <c:pt idx="42048">
                  <c:v>24.55</c:v>
                </c:pt>
                <c:pt idx="42049">
                  <c:v>24.55</c:v>
                </c:pt>
                <c:pt idx="42050">
                  <c:v>24.55</c:v>
                </c:pt>
                <c:pt idx="42051">
                  <c:v>24.55</c:v>
                </c:pt>
                <c:pt idx="42052">
                  <c:v>24.55</c:v>
                </c:pt>
                <c:pt idx="42053">
                  <c:v>24.55</c:v>
                </c:pt>
                <c:pt idx="42054">
                  <c:v>24.55</c:v>
                </c:pt>
                <c:pt idx="42055">
                  <c:v>24.55</c:v>
                </c:pt>
                <c:pt idx="42056">
                  <c:v>24.55</c:v>
                </c:pt>
                <c:pt idx="42057">
                  <c:v>24.55</c:v>
                </c:pt>
                <c:pt idx="42058">
                  <c:v>24.55</c:v>
                </c:pt>
                <c:pt idx="42059">
                  <c:v>24.55</c:v>
                </c:pt>
                <c:pt idx="42060">
                  <c:v>24.55</c:v>
                </c:pt>
                <c:pt idx="42061">
                  <c:v>24.55</c:v>
                </c:pt>
                <c:pt idx="42062">
                  <c:v>24.5</c:v>
                </c:pt>
                <c:pt idx="42063">
                  <c:v>24.55</c:v>
                </c:pt>
                <c:pt idx="42064">
                  <c:v>24.5</c:v>
                </c:pt>
                <c:pt idx="42065">
                  <c:v>24.55</c:v>
                </c:pt>
                <c:pt idx="42066">
                  <c:v>24.55</c:v>
                </c:pt>
                <c:pt idx="42067">
                  <c:v>24.55</c:v>
                </c:pt>
                <c:pt idx="42068">
                  <c:v>24.55</c:v>
                </c:pt>
                <c:pt idx="42069">
                  <c:v>24.55</c:v>
                </c:pt>
                <c:pt idx="42070">
                  <c:v>24.5</c:v>
                </c:pt>
                <c:pt idx="42071">
                  <c:v>24.55</c:v>
                </c:pt>
                <c:pt idx="42072">
                  <c:v>24.5</c:v>
                </c:pt>
                <c:pt idx="42073">
                  <c:v>24.55</c:v>
                </c:pt>
                <c:pt idx="42074">
                  <c:v>24.55</c:v>
                </c:pt>
                <c:pt idx="42075">
                  <c:v>24.55</c:v>
                </c:pt>
                <c:pt idx="42076">
                  <c:v>24.55</c:v>
                </c:pt>
                <c:pt idx="42077">
                  <c:v>24.5</c:v>
                </c:pt>
                <c:pt idx="42078">
                  <c:v>24.55</c:v>
                </c:pt>
                <c:pt idx="42079">
                  <c:v>24.55</c:v>
                </c:pt>
                <c:pt idx="42080">
                  <c:v>24.55</c:v>
                </c:pt>
                <c:pt idx="42081">
                  <c:v>24.55</c:v>
                </c:pt>
                <c:pt idx="42082">
                  <c:v>24.5</c:v>
                </c:pt>
                <c:pt idx="42083">
                  <c:v>24.55</c:v>
                </c:pt>
                <c:pt idx="42084">
                  <c:v>24.5</c:v>
                </c:pt>
                <c:pt idx="42085">
                  <c:v>24.5</c:v>
                </c:pt>
                <c:pt idx="42086">
                  <c:v>24.5</c:v>
                </c:pt>
                <c:pt idx="42087">
                  <c:v>24.5</c:v>
                </c:pt>
                <c:pt idx="42088">
                  <c:v>24.5</c:v>
                </c:pt>
                <c:pt idx="42089">
                  <c:v>24.5</c:v>
                </c:pt>
                <c:pt idx="42090">
                  <c:v>24.55</c:v>
                </c:pt>
                <c:pt idx="42091">
                  <c:v>24.55</c:v>
                </c:pt>
                <c:pt idx="42092">
                  <c:v>24.55</c:v>
                </c:pt>
                <c:pt idx="42093">
                  <c:v>24.5</c:v>
                </c:pt>
                <c:pt idx="42094">
                  <c:v>24.5</c:v>
                </c:pt>
                <c:pt idx="42095">
                  <c:v>24.5</c:v>
                </c:pt>
                <c:pt idx="42096">
                  <c:v>24.5</c:v>
                </c:pt>
                <c:pt idx="42097">
                  <c:v>24.5</c:v>
                </c:pt>
                <c:pt idx="42098">
                  <c:v>24.5</c:v>
                </c:pt>
                <c:pt idx="42099">
                  <c:v>24.5</c:v>
                </c:pt>
                <c:pt idx="42100">
                  <c:v>24.55</c:v>
                </c:pt>
                <c:pt idx="42101">
                  <c:v>24.5</c:v>
                </c:pt>
                <c:pt idx="42102">
                  <c:v>24.5</c:v>
                </c:pt>
                <c:pt idx="42103">
                  <c:v>24.5</c:v>
                </c:pt>
                <c:pt idx="42104">
                  <c:v>24.5</c:v>
                </c:pt>
                <c:pt idx="42105">
                  <c:v>24.5</c:v>
                </c:pt>
                <c:pt idx="42106">
                  <c:v>24.5</c:v>
                </c:pt>
                <c:pt idx="42107">
                  <c:v>24.5</c:v>
                </c:pt>
                <c:pt idx="42108">
                  <c:v>24.5</c:v>
                </c:pt>
                <c:pt idx="42109">
                  <c:v>24.5</c:v>
                </c:pt>
                <c:pt idx="42110">
                  <c:v>24.5</c:v>
                </c:pt>
                <c:pt idx="42111">
                  <c:v>24.5</c:v>
                </c:pt>
                <c:pt idx="42112">
                  <c:v>24.5</c:v>
                </c:pt>
                <c:pt idx="42113">
                  <c:v>24.5</c:v>
                </c:pt>
                <c:pt idx="42114">
                  <c:v>24.5</c:v>
                </c:pt>
                <c:pt idx="42115">
                  <c:v>24.5</c:v>
                </c:pt>
                <c:pt idx="42116">
                  <c:v>24.5</c:v>
                </c:pt>
                <c:pt idx="42117">
                  <c:v>24.5</c:v>
                </c:pt>
                <c:pt idx="42118">
                  <c:v>24.5</c:v>
                </c:pt>
                <c:pt idx="42119">
                  <c:v>24.5</c:v>
                </c:pt>
                <c:pt idx="42120">
                  <c:v>24.5</c:v>
                </c:pt>
                <c:pt idx="42121">
                  <c:v>24.5</c:v>
                </c:pt>
                <c:pt idx="42122">
                  <c:v>24.5</c:v>
                </c:pt>
                <c:pt idx="42123">
                  <c:v>24.5</c:v>
                </c:pt>
                <c:pt idx="42124">
                  <c:v>24.5</c:v>
                </c:pt>
                <c:pt idx="42125">
                  <c:v>24.5</c:v>
                </c:pt>
                <c:pt idx="42126">
                  <c:v>24.5</c:v>
                </c:pt>
                <c:pt idx="42127">
                  <c:v>24.5</c:v>
                </c:pt>
                <c:pt idx="42128">
                  <c:v>24.5</c:v>
                </c:pt>
                <c:pt idx="42129">
                  <c:v>24.5</c:v>
                </c:pt>
                <c:pt idx="42130">
                  <c:v>24.5</c:v>
                </c:pt>
                <c:pt idx="42131">
                  <c:v>24.5</c:v>
                </c:pt>
                <c:pt idx="42132">
                  <c:v>24.5</c:v>
                </c:pt>
                <c:pt idx="42133">
                  <c:v>24.5</c:v>
                </c:pt>
                <c:pt idx="42134">
                  <c:v>24.5</c:v>
                </c:pt>
                <c:pt idx="42135">
                  <c:v>24.5</c:v>
                </c:pt>
                <c:pt idx="42136">
                  <c:v>24.5</c:v>
                </c:pt>
                <c:pt idx="42137">
                  <c:v>24.5</c:v>
                </c:pt>
                <c:pt idx="42138">
                  <c:v>24.5</c:v>
                </c:pt>
                <c:pt idx="42139">
                  <c:v>24.5</c:v>
                </c:pt>
                <c:pt idx="42140">
                  <c:v>24.5</c:v>
                </c:pt>
                <c:pt idx="42141">
                  <c:v>24.5</c:v>
                </c:pt>
                <c:pt idx="42142">
                  <c:v>24.5</c:v>
                </c:pt>
                <c:pt idx="42143">
                  <c:v>24.5</c:v>
                </c:pt>
                <c:pt idx="42144">
                  <c:v>24.5</c:v>
                </c:pt>
                <c:pt idx="42145">
                  <c:v>24.5</c:v>
                </c:pt>
                <c:pt idx="42146">
                  <c:v>24.5</c:v>
                </c:pt>
                <c:pt idx="42147">
                  <c:v>24.5</c:v>
                </c:pt>
                <c:pt idx="42148">
                  <c:v>24.5</c:v>
                </c:pt>
                <c:pt idx="42149">
                  <c:v>24.5</c:v>
                </c:pt>
                <c:pt idx="42150">
                  <c:v>24.5</c:v>
                </c:pt>
                <c:pt idx="42151">
                  <c:v>24.55</c:v>
                </c:pt>
                <c:pt idx="42152">
                  <c:v>24.5</c:v>
                </c:pt>
                <c:pt idx="42153">
                  <c:v>24.55</c:v>
                </c:pt>
                <c:pt idx="42154">
                  <c:v>24.5</c:v>
                </c:pt>
                <c:pt idx="42155">
                  <c:v>24.5</c:v>
                </c:pt>
                <c:pt idx="42156">
                  <c:v>24.5</c:v>
                </c:pt>
                <c:pt idx="42157">
                  <c:v>24.5</c:v>
                </c:pt>
                <c:pt idx="42158">
                  <c:v>24.55</c:v>
                </c:pt>
                <c:pt idx="42159">
                  <c:v>24.5</c:v>
                </c:pt>
                <c:pt idx="42160">
                  <c:v>24.5</c:v>
                </c:pt>
                <c:pt idx="42161">
                  <c:v>24.55</c:v>
                </c:pt>
                <c:pt idx="42162">
                  <c:v>24.5</c:v>
                </c:pt>
                <c:pt idx="42163">
                  <c:v>24.55</c:v>
                </c:pt>
                <c:pt idx="42164">
                  <c:v>24.5</c:v>
                </c:pt>
                <c:pt idx="42165">
                  <c:v>24.5</c:v>
                </c:pt>
                <c:pt idx="42166">
                  <c:v>24.5</c:v>
                </c:pt>
                <c:pt idx="42167">
                  <c:v>24.5</c:v>
                </c:pt>
                <c:pt idx="42168">
                  <c:v>24.5</c:v>
                </c:pt>
                <c:pt idx="42169">
                  <c:v>24.5</c:v>
                </c:pt>
                <c:pt idx="42170">
                  <c:v>24.5</c:v>
                </c:pt>
                <c:pt idx="42171">
                  <c:v>24.5</c:v>
                </c:pt>
                <c:pt idx="42172">
                  <c:v>24.5</c:v>
                </c:pt>
                <c:pt idx="42173">
                  <c:v>24.5</c:v>
                </c:pt>
                <c:pt idx="42174">
                  <c:v>24.5</c:v>
                </c:pt>
                <c:pt idx="42175">
                  <c:v>24.5</c:v>
                </c:pt>
                <c:pt idx="42176">
                  <c:v>24.5</c:v>
                </c:pt>
                <c:pt idx="42177">
                  <c:v>24.5</c:v>
                </c:pt>
                <c:pt idx="42178">
                  <c:v>24.5</c:v>
                </c:pt>
                <c:pt idx="42179">
                  <c:v>24.5</c:v>
                </c:pt>
                <c:pt idx="42180">
                  <c:v>24.5</c:v>
                </c:pt>
                <c:pt idx="42181">
                  <c:v>24.5</c:v>
                </c:pt>
                <c:pt idx="42182">
                  <c:v>24.5</c:v>
                </c:pt>
                <c:pt idx="42183">
                  <c:v>24.5</c:v>
                </c:pt>
                <c:pt idx="42184">
                  <c:v>24.5</c:v>
                </c:pt>
                <c:pt idx="42185">
                  <c:v>24.5</c:v>
                </c:pt>
                <c:pt idx="42186">
                  <c:v>24.5</c:v>
                </c:pt>
                <c:pt idx="42187">
                  <c:v>24.5</c:v>
                </c:pt>
                <c:pt idx="42188">
                  <c:v>24.5</c:v>
                </c:pt>
                <c:pt idx="42189">
                  <c:v>24.5</c:v>
                </c:pt>
                <c:pt idx="42190">
                  <c:v>24.5</c:v>
                </c:pt>
                <c:pt idx="42191">
                  <c:v>24.5</c:v>
                </c:pt>
                <c:pt idx="42192">
                  <c:v>24.5</c:v>
                </c:pt>
                <c:pt idx="42193">
                  <c:v>24.5</c:v>
                </c:pt>
                <c:pt idx="42194">
                  <c:v>24.5</c:v>
                </c:pt>
                <c:pt idx="42195">
                  <c:v>24.5</c:v>
                </c:pt>
                <c:pt idx="42196">
                  <c:v>24.5</c:v>
                </c:pt>
                <c:pt idx="42197">
                  <c:v>24.5</c:v>
                </c:pt>
                <c:pt idx="42198">
                  <c:v>24.5</c:v>
                </c:pt>
                <c:pt idx="42199">
                  <c:v>24.5</c:v>
                </c:pt>
                <c:pt idx="42200">
                  <c:v>24.5</c:v>
                </c:pt>
                <c:pt idx="42201">
                  <c:v>24.5</c:v>
                </c:pt>
                <c:pt idx="42202">
                  <c:v>24.5</c:v>
                </c:pt>
                <c:pt idx="42203">
                  <c:v>24.5</c:v>
                </c:pt>
                <c:pt idx="42204">
                  <c:v>24.5</c:v>
                </c:pt>
                <c:pt idx="42205">
                  <c:v>24.5</c:v>
                </c:pt>
                <c:pt idx="42206">
                  <c:v>24.5</c:v>
                </c:pt>
                <c:pt idx="42207">
                  <c:v>24.5</c:v>
                </c:pt>
                <c:pt idx="42208">
                  <c:v>24.5</c:v>
                </c:pt>
                <c:pt idx="42209">
                  <c:v>24.5</c:v>
                </c:pt>
                <c:pt idx="42210">
                  <c:v>24.5</c:v>
                </c:pt>
                <c:pt idx="42211">
                  <c:v>24.5</c:v>
                </c:pt>
                <c:pt idx="42212">
                  <c:v>24.5</c:v>
                </c:pt>
                <c:pt idx="42213">
                  <c:v>24.5</c:v>
                </c:pt>
                <c:pt idx="42214">
                  <c:v>24.5</c:v>
                </c:pt>
                <c:pt idx="42215">
                  <c:v>24.5</c:v>
                </c:pt>
                <c:pt idx="42216">
                  <c:v>24.5</c:v>
                </c:pt>
                <c:pt idx="42217">
                  <c:v>24.5</c:v>
                </c:pt>
                <c:pt idx="42218">
                  <c:v>24.5</c:v>
                </c:pt>
                <c:pt idx="42219">
                  <c:v>24.5</c:v>
                </c:pt>
                <c:pt idx="42220">
                  <c:v>24.5</c:v>
                </c:pt>
                <c:pt idx="42221">
                  <c:v>24.5</c:v>
                </c:pt>
                <c:pt idx="42222">
                  <c:v>24.5</c:v>
                </c:pt>
                <c:pt idx="42223">
                  <c:v>24.5</c:v>
                </c:pt>
                <c:pt idx="42224">
                  <c:v>24.5</c:v>
                </c:pt>
                <c:pt idx="42225">
                  <c:v>24.5</c:v>
                </c:pt>
                <c:pt idx="42226">
                  <c:v>24.5</c:v>
                </c:pt>
                <c:pt idx="42227">
                  <c:v>24.5</c:v>
                </c:pt>
                <c:pt idx="42228">
                  <c:v>24.5</c:v>
                </c:pt>
                <c:pt idx="42229">
                  <c:v>24.5</c:v>
                </c:pt>
                <c:pt idx="42230">
                  <c:v>24.5</c:v>
                </c:pt>
                <c:pt idx="42231">
                  <c:v>24.5</c:v>
                </c:pt>
                <c:pt idx="42232">
                  <c:v>24.5</c:v>
                </c:pt>
                <c:pt idx="42233">
                  <c:v>24.5</c:v>
                </c:pt>
                <c:pt idx="42234">
                  <c:v>24.5</c:v>
                </c:pt>
                <c:pt idx="42235">
                  <c:v>24.5</c:v>
                </c:pt>
                <c:pt idx="42236">
                  <c:v>24.5</c:v>
                </c:pt>
                <c:pt idx="42237">
                  <c:v>24.5</c:v>
                </c:pt>
                <c:pt idx="42238">
                  <c:v>24.5</c:v>
                </c:pt>
                <c:pt idx="42239">
                  <c:v>24.5</c:v>
                </c:pt>
                <c:pt idx="42240">
                  <c:v>24.5</c:v>
                </c:pt>
                <c:pt idx="42241">
                  <c:v>24.5</c:v>
                </c:pt>
                <c:pt idx="42242">
                  <c:v>24.5</c:v>
                </c:pt>
                <c:pt idx="42243">
                  <c:v>24.5</c:v>
                </c:pt>
                <c:pt idx="42244">
                  <c:v>24.5</c:v>
                </c:pt>
                <c:pt idx="42245">
                  <c:v>24.5</c:v>
                </c:pt>
                <c:pt idx="42246">
                  <c:v>24.5</c:v>
                </c:pt>
                <c:pt idx="42247">
                  <c:v>24.5</c:v>
                </c:pt>
                <c:pt idx="42248">
                  <c:v>24.5</c:v>
                </c:pt>
                <c:pt idx="42249">
                  <c:v>24.5</c:v>
                </c:pt>
                <c:pt idx="42250">
                  <c:v>24.5</c:v>
                </c:pt>
                <c:pt idx="42251">
                  <c:v>24.5</c:v>
                </c:pt>
                <c:pt idx="42252">
                  <c:v>24.5</c:v>
                </c:pt>
                <c:pt idx="42253">
                  <c:v>24.5</c:v>
                </c:pt>
                <c:pt idx="42254">
                  <c:v>24.5</c:v>
                </c:pt>
                <c:pt idx="42255">
                  <c:v>24.5</c:v>
                </c:pt>
                <c:pt idx="42256">
                  <c:v>24.5</c:v>
                </c:pt>
                <c:pt idx="42257">
                  <c:v>24.5</c:v>
                </c:pt>
                <c:pt idx="42258">
                  <c:v>24.5</c:v>
                </c:pt>
                <c:pt idx="42259">
                  <c:v>24.5</c:v>
                </c:pt>
                <c:pt idx="42260">
                  <c:v>24.5</c:v>
                </c:pt>
                <c:pt idx="42261">
                  <c:v>24.5</c:v>
                </c:pt>
                <c:pt idx="42262">
                  <c:v>24.5</c:v>
                </c:pt>
                <c:pt idx="42263">
                  <c:v>24.5</c:v>
                </c:pt>
                <c:pt idx="42264">
                  <c:v>24.5</c:v>
                </c:pt>
                <c:pt idx="42265">
                  <c:v>24.5</c:v>
                </c:pt>
                <c:pt idx="42266">
                  <c:v>24.5</c:v>
                </c:pt>
                <c:pt idx="42267">
                  <c:v>24.5</c:v>
                </c:pt>
                <c:pt idx="42268">
                  <c:v>24.5</c:v>
                </c:pt>
                <c:pt idx="42269">
                  <c:v>24.5</c:v>
                </c:pt>
                <c:pt idx="42270">
                  <c:v>24.5</c:v>
                </c:pt>
                <c:pt idx="42271">
                  <c:v>24.5</c:v>
                </c:pt>
                <c:pt idx="42272">
                  <c:v>24.5</c:v>
                </c:pt>
                <c:pt idx="42273">
                  <c:v>24.5</c:v>
                </c:pt>
                <c:pt idx="42274">
                  <c:v>24.5</c:v>
                </c:pt>
                <c:pt idx="42275">
                  <c:v>24.5</c:v>
                </c:pt>
                <c:pt idx="42276">
                  <c:v>24.5</c:v>
                </c:pt>
                <c:pt idx="42277">
                  <c:v>24.5</c:v>
                </c:pt>
                <c:pt idx="42278">
                  <c:v>24.5</c:v>
                </c:pt>
                <c:pt idx="42279">
                  <c:v>24.5</c:v>
                </c:pt>
                <c:pt idx="42280">
                  <c:v>24.5</c:v>
                </c:pt>
                <c:pt idx="42281">
                  <c:v>24.5</c:v>
                </c:pt>
                <c:pt idx="42282">
                  <c:v>24.5</c:v>
                </c:pt>
                <c:pt idx="42283">
                  <c:v>24.5</c:v>
                </c:pt>
                <c:pt idx="42284">
                  <c:v>24.5</c:v>
                </c:pt>
                <c:pt idx="42285">
                  <c:v>24.5</c:v>
                </c:pt>
                <c:pt idx="42286">
                  <c:v>24.5</c:v>
                </c:pt>
                <c:pt idx="42287">
                  <c:v>24.5</c:v>
                </c:pt>
                <c:pt idx="42288">
                  <c:v>24.5</c:v>
                </c:pt>
                <c:pt idx="42289">
                  <c:v>24.5</c:v>
                </c:pt>
                <c:pt idx="42290">
                  <c:v>24.55</c:v>
                </c:pt>
                <c:pt idx="42291">
                  <c:v>24.5</c:v>
                </c:pt>
                <c:pt idx="42292">
                  <c:v>24.5</c:v>
                </c:pt>
                <c:pt idx="42293">
                  <c:v>24.5</c:v>
                </c:pt>
                <c:pt idx="42294">
                  <c:v>24.5</c:v>
                </c:pt>
                <c:pt idx="42295">
                  <c:v>24.5</c:v>
                </c:pt>
                <c:pt idx="42296">
                  <c:v>24.5</c:v>
                </c:pt>
                <c:pt idx="42297">
                  <c:v>24.5</c:v>
                </c:pt>
                <c:pt idx="42298">
                  <c:v>24.5</c:v>
                </c:pt>
                <c:pt idx="42299">
                  <c:v>24.5</c:v>
                </c:pt>
                <c:pt idx="42300">
                  <c:v>24.55</c:v>
                </c:pt>
                <c:pt idx="42301">
                  <c:v>24.55</c:v>
                </c:pt>
                <c:pt idx="42302">
                  <c:v>24.55</c:v>
                </c:pt>
                <c:pt idx="42303">
                  <c:v>24.55</c:v>
                </c:pt>
                <c:pt idx="42304">
                  <c:v>24.55</c:v>
                </c:pt>
                <c:pt idx="42305">
                  <c:v>24.55</c:v>
                </c:pt>
                <c:pt idx="42306">
                  <c:v>24.55</c:v>
                </c:pt>
                <c:pt idx="42307">
                  <c:v>24.55</c:v>
                </c:pt>
                <c:pt idx="42308">
                  <c:v>24.55</c:v>
                </c:pt>
                <c:pt idx="42309">
                  <c:v>24.55</c:v>
                </c:pt>
                <c:pt idx="42310">
                  <c:v>24.55</c:v>
                </c:pt>
                <c:pt idx="42311">
                  <c:v>24.55</c:v>
                </c:pt>
                <c:pt idx="42312">
                  <c:v>24.55</c:v>
                </c:pt>
                <c:pt idx="42313">
                  <c:v>24.55</c:v>
                </c:pt>
                <c:pt idx="42314">
                  <c:v>24.55</c:v>
                </c:pt>
                <c:pt idx="42315">
                  <c:v>24.55</c:v>
                </c:pt>
                <c:pt idx="42316">
                  <c:v>24.55</c:v>
                </c:pt>
                <c:pt idx="42317">
                  <c:v>24.55</c:v>
                </c:pt>
                <c:pt idx="42318">
                  <c:v>24.55</c:v>
                </c:pt>
                <c:pt idx="42319">
                  <c:v>24.55</c:v>
                </c:pt>
                <c:pt idx="42320">
                  <c:v>24.55</c:v>
                </c:pt>
                <c:pt idx="42321">
                  <c:v>24.55</c:v>
                </c:pt>
                <c:pt idx="42322">
                  <c:v>24.55</c:v>
                </c:pt>
                <c:pt idx="42323">
                  <c:v>24.55</c:v>
                </c:pt>
                <c:pt idx="42324">
                  <c:v>24.55</c:v>
                </c:pt>
                <c:pt idx="42325">
                  <c:v>24.55</c:v>
                </c:pt>
                <c:pt idx="42326">
                  <c:v>24.55</c:v>
                </c:pt>
                <c:pt idx="42327">
                  <c:v>24.55</c:v>
                </c:pt>
                <c:pt idx="42328">
                  <c:v>24.55</c:v>
                </c:pt>
                <c:pt idx="42329">
                  <c:v>24.55</c:v>
                </c:pt>
                <c:pt idx="42330">
                  <c:v>24.55</c:v>
                </c:pt>
                <c:pt idx="42331">
                  <c:v>24.55</c:v>
                </c:pt>
                <c:pt idx="42332">
                  <c:v>24.55</c:v>
                </c:pt>
                <c:pt idx="42333">
                  <c:v>24.55</c:v>
                </c:pt>
                <c:pt idx="42334">
                  <c:v>24.55</c:v>
                </c:pt>
                <c:pt idx="42335">
                  <c:v>24.55</c:v>
                </c:pt>
                <c:pt idx="42336">
                  <c:v>24.55</c:v>
                </c:pt>
                <c:pt idx="42337">
                  <c:v>24.55</c:v>
                </c:pt>
                <c:pt idx="42338">
                  <c:v>24.55</c:v>
                </c:pt>
                <c:pt idx="42339">
                  <c:v>24.55</c:v>
                </c:pt>
                <c:pt idx="42340">
                  <c:v>24.55</c:v>
                </c:pt>
                <c:pt idx="42341">
                  <c:v>24.55</c:v>
                </c:pt>
                <c:pt idx="42342">
                  <c:v>24.55</c:v>
                </c:pt>
                <c:pt idx="42343">
                  <c:v>24.55</c:v>
                </c:pt>
                <c:pt idx="42344">
                  <c:v>24.55</c:v>
                </c:pt>
                <c:pt idx="42345">
                  <c:v>24.55</c:v>
                </c:pt>
                <c:pt idx="42346">
                  <c:v>24.55</c:v>
                </c:pt>
                <c:pt idx="42347">
                  <c:v>24.55</c:v>
                </c:pt>
                <c:pt idx="42348">
                  <c:v>24.55</c:v>
                </c:pt>
                <c:pt idx="42349">
                  <c:v>24.55</c:v>
                </c:pt>
                <c:pt idx="42350">
                  <c:v>24.55</c:v>
                </c:pt>
                <c:pt idx="42351">
                  <c:v>24.55</c:v>
                </c:pt>
                <c:pt idx="42352">
                  <c:v>24.55</c:v>
                </c:pt>
                <c:pt idx="42353">
                  <c:v>24.55</c:v>
                </c:pt>
                <c:pt idx="42354">
                  <c:v>24.55</c:v>
                </c:pt>
                <c:pt idx="42355">
                  <c:v>24.55</c:v>
                </c:pt>
                <c:pt idx="42356">
                  <c:v>24.55</c:v>
                </c:pt>
                <c:pt idx="42357">
                  <c:v>24.55</c:v>
                </c:pt>
                <c:pt idx="42358">
                  <c:v>24.55</c:v>
                </c:pt>
                <c:pt idx="42359">
                  <c:v>24.55</c:v>
                </c:pt>
                <c:pt idx="42360">
                  <c:v>24.55</c:v>
                </c:pt>
                <c:pt idx="42361">
                  <c:v>24.55</c:v>
                </c:pt>
                <c:pt idx="42362">
                  <c:v>24.55</c:v>
                </c:pt>
                <c:pt idx="42363">
                  <c:v>24.55</c:v>
                </c:pt>
                <c:pt idx="42364">
                  <c:v>24.55</c:v>
                </c:pt>
                <c:pt idx="42365">
                  <c:v>24.55</c:v>
                </c:pt>
                <c:pt idx="42366">
                  <c:v>24.55</c:v>
                </c:pt>
                <c:pt idx="42367">
                  <c:v>24.55</c:v>
                </c:pt>
                <c:pt idx="42368">
                  <c:v>24.55</c:v>
                </c:pt>
                <c:pt idx="42369">
                  <c:v>24.55</c:v>
                </c:pt>
                <c:pt idx="42370">
                  <c:v>24.55</c:v>
                </c:pt>
                <c:pt idx="42371">
                  <c:v>24.55</c:v>
                </c:pt>
                <c:pt idx="42372">
                  <c:v>24.55</c:v>
                </c:pt>
                <c:pt idx="42373">
                  <c:v>24.55</c:v>
                </c:pt>
                <c:pt idx="42374">
                  <c:v>24.55</c:v>
                </c:pt>
                <c:pt idx="42375">
                  <c:v>24.55</c:v>
                </c:pt>
                <c:pt idx="42376">
                  <c:v>24.55</c:v>
                </c:pt>
                <c:pt idx="42377">
                  <c:v>24.55</c:v>
                </c:pt>
                <c:pt idx="42378">
                  <c:v>24.55</c:v>
                </c:pt>
                <c:pt idx="42379">
                  <c:v>24.55</c:v>
                </c:pt>
                <c:pt idx="42380">
                  <c:v>24.55</c:v>
                </c:pt>
                <c:pt idx="42381">
                  <c:v>24.55</c:v>
                </c:pt>
                <c:pt idx="42382">
                  <c:v>24.55</c:v>
                </c:pt>
                <c:pt idx="42383">
                  <c:v>24.55</c:v>
                </c:pt>
                <c:pt idx="42384">
                  <c:v>24.55</c:v>
                </c:pt>
                <c:pt idx="42385">
                  <c:v>24.55</c:v>
                </c:pt>
                <c:pt idx="42386">
                  <c:v>24.55</c:v>
                </c:pt>
                <c:pt idx="42387">
                  <c:v>24.55</c:v>
                </c:pt>
                <c:pt idx="42388">
                  <c:v>24.55</c:v>
                </c:pt>
                <c:pt idx="42389">
                  <c:v>24.55</c:v>
                </c:pt>
                <c:pt idx="42390">
                  <c:v>24.55</c:v>
                </c:pt>
                <c:pt idx="42391">
                  <c:v>24.55</c:v>
                </c:pt>
                <c:pt idx="42392">
                  <c:v>24.55</c:v>
                </c:pt>
                <c:pt idx="42393">
                  <c:v>24.55</c:v>
                </c:pt>
                <c:pt idx="42394">
                  <c:v>24.55</c:v>
                </c:pt>
                <c:pt idx="42395">
                  <c:v>24.55</c:v>
                </c:pt>
                <c:pt idx="42396">
                  <c:v>24.55</c:v>
                </c:pt>
                <c:pt idx="42397">
                  <c:v>24.55</c:v>
                </c:pt>
                <c:pt idx="42398">
                  <c:v>24.55</c:v>
                </c:pt>
                <c:pt idx="42399">
                  <c:v>24.55</c:v>
                </c:pt>
                <c:pt idx="42400">
                  <c:v>24.55</c:v>
                </c:pt>
                <c:pt idx="42401">
                  <c:v>24.55</c:v>
                </c:pt>
                <c:pt idx="42402">
                  <c:v>24.55</c:v>
                </c:pt>
                <c:pt idx="42403">
                  <c:v>24.55</c:v>
                </c:pt>
                <c:pt idx="42404">
                  <c:v>24.55</c:v>
                </c:pt>
                <c:pt idx="42405">
                  <c:v>24.55</c:v>
                </c:pt>
                <c:pt idx="42406">
                  <c:v>24.55</c:v>
                </c:pt>
                <c:pt idx="42407">
                  <c:v>24.55</c:v>
                </c:pt>
                <c:pt idx="42408">
                  <c:v>24.55</c:v>
                </c:pt>
                <c:pt idx="42409">
                  <c:v>24.55</c:v>
                </c:pt>
                <c:pt idx="42410">
                  <c:v>24.55</c:v>
                </c:pt>
                <c:pt idx="42411">
                  <c:v>24.55</c:v>
                </c:pt>
                <c:pt idx="42412">
                  <c:v>24.55</c:v>
                </c:pt>
                <c:pt idx="42413">
                  <c:v>24.55</c:v>
                </c:pt>
                <c:pt idx="42414">
                  <c:v>24.55</c:v>
                </c:pt>
                <c:pt idx="42415">
                  <c:v>24.55</c:v>
                </c:pt>
                <c:pt idx="42416">
                  <c:v>24.55</c:v>
                </c:pt>
                <c:pt idx="42417">
                  <c:v>24.55</c:v>
                </c:pt>
                <c:pt idx="42418">
                  <c:v>24.55</c:v>
                </c:pt>
                <c:pt idx="42419">
                  <c:v>24.55</c:v>
                </c:pt>
                <c:pt idx="42420">
                  <c:v>24.55</c:v>
                </c:pt>
                <c:pt idx="42421">
                  <c:v>24.55</c:v>
                </c:pt>
                <c:pt idx="42422">
                  <c:v>24.55</c:v>
                </c:pt>
                <c:pt idx="42423">
                  <c:v>24.55</c:v>
                </c:pt>
                <c:pt idx="42424">
                  <c:v>24.55</c:v>
                </c:pt>
                <c:pt idx="42425">
                  <c:v>24.55</c:v>
                </c:pt>
                <c:pt idx="42426">
                  <c:v>24.55</c:v>
                </c:pt>
                <c:pt idx="42427">
                  <c:v>24.55</c:v>
                </c:pt>
                <c:pt idx="42428">
                  <c:v>24.55</c:v>
                </c:pt>
                <c:pt idx="42429">
                  <c:v>24.55</c:v>
                </c:pt>
                <c:pt idx="42430">
                  <c:v>24.55</c:v>
                </c:pt>
                <c:pt idx="42431">
                  <c:v>24.55</c:v>
                </c:pt>
                <c:pt idx="42432">
                  <c:v>24.55</c:v>
                </c:pt>
                <c:pt idx="42433">
                  <c:v>24.55</c:v>
                </c:pt>
                <c:pt idx="42434">
                  <c:v>24.55</c:v>
                </c:pt>
                <c:pt idx="42435">
                  <c:v>24.55</c:v>
                </c:pt>
                <c:pt idx="42436">
                  <c:v>24.55</c:v>
                </c:pt>
                <c:pt idx="42437">
                  <c:v>24.55</c:v>
                </c:pt>
                <c:pt idx="42438">
                  <c:v>24.55</c:v>
                </c:pt>
                <c:pt idx="42439">
                  <c:v>24.55</c:v>
                </c:pt>
                <c:pt idx="42440">
                  <c:v>24.55</c:v>
                </c:pt>
                <c:pt idx="42441">
                  <c:v>24.55</c:v>
                </c:pt>
                <c:pt idx="42442">
                  <c:v>24.55</c:v>
                </c:pt>
                <c:pt idx="42443">
                  <c:v>24.55</c:v>
                </c:pt>
                <c:pt idx="42444">
                  <c:v>24.55</c:v>
                </c:pt>
                <c:pt idx="42445">
                  <c:v>24.55</c:v>
                </c:pt>
                <c:pt idx="42446">
                  <c:v>24.55</c:v>
                </c:pt>
                <c:pt idx="42447">
                  <c:v>24.55</c:v>
                </c:pt>
                <c:pt idx="42448">
                  <c:v>24.55</c:v>
                </c:pt>
                <c:pt idx="42449">
                  <c:v>24.55</c:v>
                </c:pt>
                <c:pt idx="42450">
                  <c:v>24.55</c:v>
                </c:pt>
                <c:pt idx="42451">
                  <c:v>24.55</c:v>
                </c:pt>
                <c:pt idx="42452">
                  <c:v>24.55</c:v>
                </c:pt>
                <c:pt idx="42453">
                  <c:v>24.55</c:v>
                </c:pt>
                <c:pt idx="42454">
                  <c:v>24.55</c:v>
                </c:pt>
                <c:pt idx="42455">
                  <c:v>24.55</c:v>
                </c:pt>
                <c:pt idx="42456">
                  <c:v>24.55</c:v>
                </c:pt>
                <c:pt idx="42457">
                  <c:v>24.55</c:v>
                </c:pt>
                <c:pt idx="42458">
                  <c:v>24.55</c:v>
                </c:pt>
                <c:pt idx="42459">
                  <c:v>24.55</c:v>
                </c:pt>
                <c:pt idx="42460">
                  <c:v>24.55</c:v>
                </c:pt>
                <c:pt idx="42461">
                  <c:v>24.55</c:v>
                </c:pt>
                <c:pt idx="42462">
                  <c:v>24.55</c:v>
                </c:pt>
                <c:pt idx="42463">
                  <c:v>24.55</c:v>
                </c:pt>
                <c:pt idx="42464">
                  <c:v>24.55</c:v>
                </c:pt>
                <c:pt idx="42465">
                  <c:v>24.55</c:v>
                </c:pt>
                <c:pt idx="42466">
                  <c:v>24.55</c:v>
                </c:pt>
                <c:pt idx="42467">
                  <c:v>24.55</c:v>
                </c:pt>
                <c:pt idx="42468">
                  <c:v>24.55</c:v>
                </c:pt>
                <c:pt idx="42469">
                  <c:v>24.55</c:v>
                </c:pt>
                <c:pt idx="42470">
                  <c:v>24.55</c:v>
                </c:pt>
                <c:pt idx="42471">
                  <c:v>24.55</c:v>
                </c:pt>
                <c:pt idx="42472">
                  <c:v>24.55</c:v>
                </c:pt>
                <c:pt idx="42473">
                  <c:v>24.55</c:v>
                </c:pt>
                <c:pt idx="42474">
                  <c:v>24.55</c:v>
                </c:pt>
                <c:pt idx="42475">
                  <c:v>24.55</c:v>
                </c:pt>
                <c:pt idx="42476">
                  <c:v>24.55</c:v>
                </c:pt>
                <c:pt idx="42477">
                  <c:v>24.55</c:v>
                </c:pt>
                <c:pt idx="42478">
                  <c:v>24.55</c:v>
                </c:pt>
                <c:pt idx="42479">
                  <c:v>24.55</c:v>
                </c:pt>
                <c:pt idx="42480">
                  <c:v>24.55</c:v>
                </c:pt>
                <c:pt idx="42481">
                  <c:v>24.55</c:v>
                </c:pt>
                <c:pt idx="42482">
                  <c:v>24.55</c:v>
                </c:pt>
                <c:pt idx="42483">
                  <c:v>24.55</c:v>
                </c:pt>
                <c:pt idx="42484">
                  <c:v>24.55</c:v>
                </c:pt>
                <c:pt idx="42485">
                  <c:v>24.55</c:v>
                </c:pt>
                <c:pt idx="42486">
                  <c:v>24.55</c:v>
                </c:pt>
                <c:pt idx="42487">
                  <c:v>24.55</c:v>
                </c:pt>
                <c:pt idx="42488">
                  <c:v>24.55</c:v>
                </c:pt>
                <c:pt idx="42489">
                  <c:v>24.55</c:v>
                </c:pt>
                <c:pt idx="42490">
                  <c:v>24.55</c:v>
                </c:pt>
                <c:pt idx="42491">
                  <c:v>24.55</c:v>
                </c:pt>
                <c:pt idx="42492">
                  <c:v>24.55</c:v>
                </c:pt>
                <c:pt idx="42493">
                  <c:v>24.55</c:v>
                </c:pt>
                <c:pt idx="42494">
                  <c:v>24.55</c:v>
                </c:pt>
                <c:pt idx="42495">
                  <c:v>24.55</c:v>
                </c:pt>
                <c:pt idx="42496">
                  <c:v>24.55</c:v>
                </c:pt>
                <c:pt idx="42497">
                  <c:v>24.55</c:v>
                </c:pt>
                <c:pt idx="42498">
                  <c:v>24.55</c:v>
                </c:pt>
                <c:pt idx="42499">
                  <c:v>24.55</c:v>
                </c:pt>
                <c:pt idx="42500">
                  <c:v>24.55</c:v>
                </c:pt>
                <c:pt idx="42501">
                  <c:v>24.55</c:v>
                </c:pt>
                <c:pt idx="42502">
                  <c:v>24.55</c:v>
                </c:pt>
                <c:pt idx="42503">
                  <c:v>24.55</c:v>
                </c:pt>
                <c:pt idx="42504">
                  <c:v>24.55</c:v>
                </c:pt>
                <c:pt idx="42505">
                  <c:v>24.55</c:v>
                </c:pt>
                <c:pt idx="42506">
                  <c:v>24.55</c:v>
                </c:pt>
                <c:pt idx="42507">
                  <c:v>24.55</c:v>
                </c:pt>
                <c:pt idx="42508">
                  <c:v>24.55</c:v>
                </c:pt>
                <c:pt idx="42509">
                  <c:v>24.55</c:v>
                </c:pt>
                <c:pt idx="42510">
                  <c:v>24.55</c:v>
                </c:pt>
                <c:pt idx="42511">
                  <c:v>24.55</c:v>
                </c:pt>
                <c:pt idx="42512">
                  <c:v>24.55</c:v>
                </c:pt>
                <c:pt idx="42513">
                  <c:v>24.55</c:v>
                </c:pt>
                <c:pt idx="42514">
                  <c:v>24.55</c:v>
                </c:pt>
                <c:pt idx="42515">
                  <c:v>24.55</c:v>
                </c:pt>
                <c:pt idx="42516">
                  <c:v>24.55</c:v>
                </c:pt>
                <c:pt idx="42517">
                  <c:v>24.55</c:v>
                </c:pt>
                <c:pt idx="42518">
                  <c:v>24.55</c:v>
                </c:pt>
                <c:pt idx="42519">
                  <c:v>24.55</c:v>
                </c:pt>
                <c:pt idx="42520">
                  <c:v>24.55</c:v>
                </c:pt>
                <c:pt idx="42521">
                  <c:v>24.55</c:v>
                </c:pt>
                <c:pt idx="42522">
                  <c:v>24.55</c:v>
                </c:pt>
                <c:pt idx="42523">
                  <c:v>24.55</c:v>
                </c:pt>
                <c:pt idx="42524">
                  <c:v>24.55</c:v>
                </c:pt>
                <c:pt idx="42525">
                  <c:v>24.55</c:v>
                </c:pt>
                <c:pt idx="42526">
                  <c:v>24.55</c:v>
                </c:pt>
                <c:pt idx="42527">
                  <c:v>24.55</c:v>
                </c:pt>
                <c:pt idx="42528">
                  <c:v>24.55</c:v>
                </c:pt>
                <c:pt idx="42529">
                  <c:v>24.55</c:v>
                </c:pt>
                <c:pt idx="42530">
                  <c:v>24.55</c:v>
                </c:pt>
                <c:pt idx="42531">
                  <c:v>24.55</c:v>
                </c:pt>
                <c:pt idx="42532">
                  <c:v>24.55</c:v>
                </c:pt>
                <c:pt idx="42533">
                  <c:v>24.55</c:v>
                </c:pt>
                <c:pt idx="42534">
                  <c:v>24.55</c:v>
                </c:pt>
                <c:pt idx="42535">
                  <c:v>24.55</c:v>
                </c:pt>
                <c:pt idx="42536">
                  <c:v>24.55</c:v>
                </c:pt>
                <c:pt idx="42537">
                  <c:v>24.55</c:v>
                </c:pt>
                <c:pt idx="42538">
                  <c:v>24.55</c:v>
                </c:pt>
                <c:pt idx="42539">
                  <c:v>24.55</c:v>
                </c:pt>
                <c:pt idx="42540">
                  <c:v>24.55</c:v>
                </c:pt>
                <c:pt idx="42541">
                  <c:v>24.55</c:v>
                </c:pt>
                <c:pt idx="42542">
                  <c:v>24.55</c:v>
                </c:pt>
                <c:pt idx="42543">
                  <c:v>24.55</c:v>
                </c:pt>
                <c:pt idx="42544">
                  <c:v>24.55</c:v>
                </c:pt>
                <c:pt idx="42545">
                  <c:v>24.55</c:v>
                </c:pt>
                <c:pt idx="42546">
                  <c:v>24.55</c:v>
                </c:pt>
                <c:pt idx="42547">
                  <c:v>24.55</c:v>
                </c:pt>
                <c:pt idx="42548">
                  <c:v>24.55</c:v>
                </c:pt>
                <c:pt idx="42549">
                  <c:v>24.55</c:v>
                </c:pt>
                <c:pt idx="42550">
                  <c:v>24.55</c:v>
                </c:pt>
                <c:pt idx="42551">
                  <c:v>24.55</c:v>
                </c:pt>
                <c:pt idx="42552">
                  <c:v>24.55</c:v>
                </c:pt>
                <c:pt idx="42553">
                  <c:v>24.55</c:v>
                </c:pt>
                <c:pt idx="42554">
                  <c:v>24.55</c:v>
                </c:pt>
                <c:pt idx="42555">
                  <c:v>24.55</c:v>
                </c:pt>
                <c:pt idx="42556">
                  <c:v>24.55</c:v>
                </c:pt>
                <c:pt idx="42557">
                  <c:v>24.5</c:v>
                </c:pt>
                <c:pt idx="42558">
                  <c:v>24.55</c:v>
                </c:pt>
                <c:pt idx="42559">
                  <c:v>24.55</c:v>
                </c:pt>
                <c:pt idx="42560">
                  <c:v>24.55</c:v>
                </c:pt>
                <c:pt idx="42561">
                  <c:v>24.55</c:v>
                </c:pt>
                <c:pt idx="42562">
                  <c:v>24.5</c:v>
                </c:pt>
                <c:pt idx="42563">
                  <c:v>24.5</c:v>
                </c:pt>
                <c:pt idx="42564">
                  <c:v>24.5</c:v>
                </c:pt>
                <c:pt idx="42565">
                  <c:v>24.5</c:v>
                </c:pt>
                <c:pt idx="42566">
                  <c:v>24.55</c:v>
                </c:pt>
                <c:pt idx="42567">
                  <c:v>24.5</c:v>
                </c:pt>
                <c:pt idx="42568">
                  <c:v>24.5</c:v>
                </c:pt>
                <c:pt idx="42569">
                  <c:v>24.5</c:v>
                </c:pt>
                <c:pt idx="42570">
                  <c:v>24.5</c:v>
                </c:pt>
                <c:pt idx="42571">
                  <c:v>24.5</c:v>
                </c:pt>
                <c:pt idx="42572">
                  <c:v>24.5</c:v>
                </c:pt>
                <c:pt idx="42573">
                  <c:v>24.5</c:v>
                </c:pt>
                <c:pt idx="42574">
                  <c:v>24.5</c:v>
                </c:pt>
                <c:pt idx="42575">
                  <c:v>24.5</c:v>
                </c:pt>
                <c:pt idx="42576">
                  <c:v>24.5</c:v>
                </c:pt>
                <c:pt idx="42577">
                  <c:v>24.5</c:v>
                </c:pt>
                <c:pt idx="42578">
                  <c:v>24.5</c:v>
                </c:pt>
                <c:pt idx="42579">
                  <c:v>24.5</c:v>
                </c:pt>
                <c:pt idx="42580">
                  <c:v>24.5</c:v>
                </c:pt>
                <c:pt idx="42581">
                  <c:v>24.5</c:v>
                </c:pt>
                <c:pt idx="42582">
                  <c:v>24.55</c:v>
                </c:pt>
                <c:pt idx="42583">
                  <c:v>24.55</c:v>
                </c:pt>
                <c:pt idx="42584">
                  <c:v>24.55</c:v>
                </c:pt>
                <c:pt idx="42585">
                  <c:v>24.55</c:v>
                </c:pt>
                <c:pt idx="42586">
                  <c:v>24.55</c:v>
                </c:pt>
                <c:pt idx="42587">
                  <c:v>24.55</c:v>
                </c:pt>
                <c:pt idx="42588">
                  <c:v>24.55</c:v>
                </c:pt>
                <c:pt idx="42589">
                  <c:v>24.55</c:v>
                </c:pt>
                <c:pt idx="42590">
                  <c:v>24.55</c:v>
                </c:pt>
                <c:pt idx="42591">
                  <c:v>24.55</c:v>
                </c:pt>
                <c:pt idx="42592">
                  <c:v>24.55</c:v>
                </c:pt>
                <c:pt idx="42593">
                  <c:v>24.5</c:v>
                </c:pt>
                <c:pt idx="42594">
                  <c:v>24.55</c:v>
                </c:pt>
                <c:pt idx="42595">
                  <c:v>24.5</c:v>
                </c:pt>
                <c:pt idx="42596">
                  <c:v>24.5</c:v>
                </c:pt>
                <c:pt idx="42597">
                  <c:v>24.5</c:v>
                </c:pt>
                <c:pt idx="42598">
                  <c:v>24.5</c:v>
                </c:pt>
                <c:pt idx="42599">
                  <c:v>24.5</c:v>
                </c:pt>
                <c:pt idx="42600">
                  <c:v>24.5</c:v>
                </c:pt>
                <c:pt idx="42601">
                  <c:v>24.5</c:v>
                </c:pt>
                <c:pt idx="42602">
                  <c:v>24.5</c:v>
                </c:pt>
                <c:pt idx="42603">
                  <c:v>24.5</c:v>
                </c:pt>
                <c:pt idx="42604">
                  <c:v>24.5</c:v>
                </c:pt>
                <c:pt idx="42605">
                  <c:v>24.5</c:v>
                </c:pt>
                <c:pt idx="42606">
                  <c:v>24.5</c:v>
                </c:pt>
                <c:pt idx="42607">
                  <c:v>24.5</c:v>
                </c:pt>
                <c:pt idx="42608">
                  <c:v>24.5</c:v>
                </c:pt>
                <c:pt idx="42609">
                  <c:v>24.5</c:v>
                </c:pt>
                <c:pt idx="42610">
                  <c:v>24.55</c:v>
                </c:pt>
                <c:pt idx="42611">
                  <c:v>24.55</c:v>
                </c:pt>
                <c:pt idx="42612">
                  <c:v>24.55</c:v>
                </c:pt>
                <c:pt idx="42613">
                  <c:v>24.55</c:v>
                </c:pt>
                <c:pt idx="42614">
                  <c:v>24.55</c:v>
                </c:pt>
                <c:pt idx="42615">
                  <c:v>24.55</c:v>
                </c:pt>
                <c:pt idx="42616">
                  <c:v>24.55</c:v>
                </c:pt>
                <c:pt idx="42617">
                  <c:v>24.55</c:v>
                </c:pt>
                <c:pt idx="42618">
                  <c:v>24.5</c:v>
                </c:pt>
                <c:pt idx="42619">
                  <c:v>24.55</c:v>
                </c:pt>
                <c:pt idx="42620">
                  <c:v>24.55</c:v>
                </c:pt>
                <c:pt idx="42621">
                  <c:v>24.55</c:v>
                </c:pt>
                <c:pt idx="42622">
                  <c:v>24.5</c:v>
                </c:pt>
                <c:pt idx="42623">
                  <c:v>24.55</c:v>
                </c:pt>
                <c:pt idx="42624">
                  <c:v>24.5</c:v>
                </c:pt>
                <c:pt idx="42625">
                  <c:v>24.5</c:v>
                </c:pt>
                <c:pt idx="42626">
                  <c:v>24.5</c:v>
                </c:pt>
                <c:pt idx="42627">
                  <c:v>24.5</c:v>
                </c:pt>
                <c:pt idx="42628">
                  <c:v>24.5</c:v>
                </c:pt>
                <c:pt idx="42629">
                  <c:v>24.5</c:v>
                </c:pt>
                <c:pt idx="42630">
                  <c:v>24.5</c:v>
                </c:pt>
                <c:pt idx="42631">
                  <c:v>24.5</c:v>
                </c:pt>
                <c:pt idx="42632">
                  <c:v>24.5</c:v>
                </c:pt>
                <c:pt idx="42633">
                  <c:v>24.5</c:v>
                </c:pt>
                <c:pt idx="42634">
                  <c:v>24.5</c:v>
                </c:pt>
                <c:pt idx="42635">
                  <c:v>24.5</c:v>
                </c:pt>
                <c:pt idx="42636">
                  <c:v>24.5</c:v>
                </c:pt>
                <c:pt idx="42637">
                  <c:v>24.5</c:v>
                </c:pt>
                <c:pt idx="42638">
                  <c:v>24.55</c:v>
                </c:pt>
                <c:pt idx="42639">
                  <c:v>24.55</c:v>
                </c:pt>
                <c:pt idx="42640">
                  <c:v>24.5</c:v>
                </c:pt>
                <c:pt idx="42641">
                  <c:v>24.5</c:v>
                </c:pt>
                <c:pt idx="42642">
                  <c:v>24.55</c:v>
                </c:pt>
                <c:pt idx="42643">
                  <c:v>24.55</c:v>
                </c:pt>
                <c:pt idx="42644">
                  <c:v>24.55</c:v>
                </c:pt>
                <c:pt idx="42645">
                  <c:v>24.55</c:v>
                </c:pt>
                <c:pt idx="42646">
                  <c:v>24.55</c:v>
                </c:pt>
                <c:pt idx="42647">
                  <c:v>24.55</c:v>
                </c:pt>
                <c:pt idx="42648">
                  <c:v>24.55</c:v>
                </c:pt>
                <c:pt idx="42649">
                  <c:v>24.5</c:v>
                </c:pt>
                <c:pt idx="42650">
                  <c:v>24.5</c:v>
                </c:pt>
                <c:pt idx="42651">
                  <c:v>24.5</c:v>
                </c:pt>
                <c:pt idx="42652">
                  <c:v>24.5</c:v>
                </c:pt>
                <c:pt idx="42653">
                  <c:v>24.5</c:v>
                </c:pt>
                <c:pt idx="42654">
                  <c:v>24.5</c:v>
                </c:pt>
                <c:pt idx="42655">
                  <c:v>24.5</c:v>
                </c:pt>
                <c:pt idx="42656">
                  <c:v>24.5</c:v>
                </c:pt>
                <c:pt idx="42657">
                  <c:v>24.5</c:v>
                </c:pt>
                <c:pt idx="42658">
                  <c:v>24.5</c:v>
                </c:pt>
                <c:pt idx="42659">
                  <c:v>24.5</c:v>
                </c:pt>
                <c:pt idx="42660">
                  <c:v>24.5</c:v>
                </c:pt>
                <c:pt idx="42661">
                  <c:v>24.5</c:v>
                </c:pt>
                <c:pt idx="42662">
                  <c:v>24.5</c:v>
                </c:pt>
                <c:pt idx="42663">
                  <c:v>24.5</c:v>
                </c:pt>
                <c:pt idx="42664">
                  <c:v>24.5</c:v>
                </c:pt>
                <c:pt idx="42665">
                  <c:v>24.55</c:v>
                </c:pt>
                <c:pt idx="42666">
                  <c:v>24.55</c:v>
                </c:pt>
                <c:pt idx="42667">
                  <c:v>24.55</c:v>
                </c:pt>
                <c:pt idx="42668">
                  <c:v>24.55</c:v>
                </c:pt>
                <c:pt idx="42669">
                  <c:v>24.55</c:v>
                </c:pt>
                <c:pt idx="42670">
                  <c:v>24.55</c:v>
                </c:pt>
                <c:pt idx="42671">
                  <c:v>24.55</c:v>
                </c:pt>
                <c:pt idx="42672">
                  <c:v>24.55</c:v>
                </c:pt>
                <c:pt idx="42673">
                  <c:v>24.5</c:v>
                </c:pt>
                <c:pt idx="42674">
                  <c:v>24.55</c:v>
                </c:pt>
                <c:pt idx="42675">
                  <c:v>24.5</c:v>
                </c:pt>
                <c:pt idx="42676">
                  <c:v>24.5</c:v>
                </c:pt>
                <c:pt idx="42677">
                  <c:v>24.5</c:v>
                </c:pt>
                <c:pt idx="42678">
                  <c:v>24.5</c:v>
                </c:pt>
                <c:pt idx="42679">
                  <c:v>24.5</c:v>
                </c:pt>
                <c:pt idx="42680">
                  <c:v>24.5</c:v>
                </c:pt>
                <c:pt idx="42681">
                  <c:v>24.5</c:v>
                </c:pt>
                <c:pt idx="42682">
                  <c:v>24.5</c:v>
                </c:pt>
                <c:pt idx="42683">
                  <c:v>24.5</c:v>
                </c:pt>
                <c:pt idx="42684">
                  <c:v>24.5</c:v>
                </c:pt>
                <c:pt idx="42685">
                  <c:v>24.5</c:v>
                </c:pt>
                <c:pt idx="42686">
                  <c:v>24.5</c:v>
                </c:pt>
                <c:pt idx="42687">
                  <c:v>24.55</c:v>
                </c:pt>
                <c:pt idx="42688">
                  <c:v>24.5</c:v>
                </c:pt>
                <c:pt idx="42689">
                  <c:v>24.5</c:v>
                </c:pt>
                <c:pt idx="42690">
                  <c:v>24.5</c:v>
                </c:pt>
                <c:pt idx="42691">
                  <c:v>24.5</c:v>
                </c:pt>
                <c:pt idx="42692">
                  <c:v>24.5</c:v>
                </c:pt>
                <c:pt idx="42693">
                  <c:v>24.5</c:v>
                </c:pt>
                <c:pt idx="42694">
                  <c:v>24.55</c:v>
                </c:pt>
                <c:pt idx="42695">
                  <c:v>24.55</c:v>
                </c:pt>
                <c:pt idx="42696">
                  <c:v>24.55</c:v>
                </c:pt>
                <c:pt idx="42697">
                  <c:v>24.55</c:v>
                </c:pt>
                <c:pt idx="42698">
                  <c:v>24.5</c:v>
                </c:pt>
                <c:pt idx="42699">
                  <c:v>24.5</c:v>
                </c:pt>
                <c:pt idx="42700">
                  <c:v>24.55</c:v>
                </c:pt>
                <c:pt idx="42701">
                  <c:v>24.5</c:v>
                </c:pt>
                <c:pt idx="42702">
                  <c:v>24.5</c:v>
                </c:pt>
                <c:pt idx="42703">
                  <c:v>24.5</c:v>
                </c:pt>
                <c:pt idx="42704">
                  <c:v>24.5</c:v>
                </c:pt>
                <c:pt idx="42705">
                  <c:v>24.5</c:v>
                </c:pt>
                <c:pt idx="42706">
                  <c:v>24.5</c:v>
                </c:pt>
                <c:pt idx="42707">
                  <c:v>24.5</c:v>
                </c:pt>
                <c:pt idx="42708">
                  <c:v>24.5</c:v>
                </c:pt>
                <c:pt idx="42709">
                  <c:v>24.5</c:v>
                </c:pt>
                <c:pt idx="42710">
                  <c:v>24.5</c:v>
                </c:pt>
                <c:pt idx="42711">
                  <c:v>24.5</c:v>
                </c:pt>
                <c:pt idx="42712">
                  <c:v>24.5</c:v>
                </c:pt>
                <c:pt idx="42713">
                  <c:v>24.5</c:v>
                </c:pt>
                <c:pt idx="42714">
                  <c:v>24.5</c:v>
                </c:pt>
                <c:pt idx="42715">
                  <c:v>24.5</c:v>
                </c:pt>
                <c:pt idx="42716">
                  <c:v>24.5</c:v>
                </c:pt>
                <c:pt idx="42717">
                  <c:v>24.55</c:v>
                </c:pt>
                <c:pt idx="42718">
                  <c:v>24.55</c:v>
                </c:pt>
                <c:pt idx="42719">
                  <c:v>24.55</c:v>
                </c:pt>
                <c:pt idx="42720">
                  <c:v>24.55</c:v>
                </c:pt>
                <c:pt idx="42721">
                  <c:v>24.5</c:v>
                </c:pt>
                <c:pt idx="42722">
                  <c:v>24.55</c:v>
                </c:pt>
                <c:pt idx="42723">
                  <c:v>24.55</c:v>
                </c:pt>
                <c:pt idx="42724">
                  <c:v>24.5</c:v>
                </c:pt>
                <c:pt idx="42725">
                  <c:v>24.55</c:v>
                </c:pt>
                <c:pt idx="42726">
                  <c:v>24.5</c:v>
                </c:pt>
                <c:pt idx="42727">
                  <c:v>24.5</c:v>
                </c:pt>
                <c:pt idx="42728">
                  <c:v>24.55</c:v>
                </c:pt>
                <c:pt idx="42729">
                  <c:v>24.5</c:v>
                </c:pt>
                <c:pt idx="42730">
                  <c:v>24.5</c:v>
                </c:pt>
                <c:pt idx="42731">
                  <c:v>24.5</c:v>
                </c:pt>
                <c:pt idx="42732">
                  <c:v>24.5</c:v>
                </c:pt>
                <c:pt idx="42733">
                  <c:v>24.5</c:v>
                </c:pt>
                <c:pt idx="42734">
                  <c:v>24.5</c:v>
                </c:pt>
                <c:pt idx="42735">
                  <c:v>24.5</c:v>
                </c:pt>
                <c:pt idx="42736">
                  <c:v>24.5</c:v>
                </c:pt>
                <c:pt idx="42737">
                  <c:v>24.5</c:v>
                </c:pt>
                <c:pt idx="42738">
                  <c:v>24.5</c:v>
                </c:pt>
                <c:pt idx="42739">
                  <c:v>24.5</c:v>
                </c:pt>
                <c:pt idx="42740">
                  <c:v>24.5</c:v>
                </c:pt>
                <c:pt idx="42741">
                  <c:v>24.5</c:v>
                </c:pt>
                <c:pt idx="42742">
                  <c:v>24.5</c:v>
                </c:pt>
                <c:pt idx="42743">
                  <c:v>24.5</c:v>
                </c:pt>
                <c:pt idx="42744">
                  <c:v>24.5</c:v>
                </c:pt>
                <c:pt idx="42745">
                  <c:v>24.5</c:v>
                </c:pt>
                <c:pt idx="42746">
                  <c:v>24.5</c:v>
                </c:pt>
                <c:pt idx="42747">
                  <c:v>24.5</c:v>
                </c:pt>
                <c:pt idx="42748">
                  <c:v>24.55</c:v>
                </c:pt>
                <c:pt idx="42749">
                  <c:v>24.55</c:v>
                </c:pt>
                <c:pt idx="42750">
                  <c:v>24.55</c:v>
                </c:pt>
                <c:pt idx="42751">
                  <c:v>24.55</c:v>
                </c:pt>
                <c:pt idx="42752">
                  <c:v>24.55</c:v>
                </c:pt>
                <c:pt idx="42753">
                  <c:v>24.55</c:v>
                </c:pt>
                <c:pt idx="42754">
                  <c:v>24.55</c:v>
                </c:pt>
                <c:pt idx="42755">
                  <c:v>24.55</c:v>
                </c:pt>
                <c:pt idx="42756">
                  <c:v>24.55</c:v>
                </c:pt>
                <c:pt idx="42757">
                  <c:v>24.55</c:v>
                </c:pt>
                <c:pt idx="42758">
                  <c:v>24.55</c:v>
                </c:pt>
                <c:pt idx="42759">
                  <c:v>24.55</c:v>
                </c:pt>
                <c:pt idx="42760">
                  <c:v>24.55</c:v>
                </c:pt>
                <c:pt idx="42761">
                  <c:v>24.55</c:v>
                </c:pt>
                <c:pt idx="42762">
                  <c:v>24.55</c:v>
                </c:pt>
                <c:pt idx="42763">
                  <c:v>24.55</c:v>
                </c:pt>
                <c:pt idx="42764">
                  <c:v>24.55</c:v>
                </c:pt>
                <c:pt idx="42765">
                  <c:v>24.55</c:v>
                </c:pt>
                <c:pt idx="42766">
                  <c:v>24.55</c:v>
                </c:pt>
                <c:pt idx="42767">
                  <c:v>24.55</c:v>
                </c:pt>
                <c:pt idx="42768">
                  <c:v>24.55</c:v>
                </c:pt>
                <c:pt idx="42769">
                  <c:v>24.55</c:v>
                </c:pt>
                <c:pt idx="42770">
                  <c:v>24.55</c:v>
                </c:pt>
                <c:pt idx="42771">
                  <c:v>24.55</c:v>
                </c:pt>
                <c:pt idx="42772">
                  <c:v>24.55</c:v>
                </c:pt>
                <c:pt idx="42773">
                  <c:v>24.55</c:v>
                </c:pt>
                <c:pt idx="42774">
                  <c:v>24.55</c:v>
                </c:pt>
                <c:pt idx="42775">
                  <c:v>24.55</c:v>
                </c:pt>
                <c:pt idx="42776">
                  <c:v>24.55</c:v>
                </c:pt>
                <c:pt idx="42777">
                  <c:v>24.55</c:v>
                </c:pt>
                <c:pt idx="42778">
                  <c:v>24.55</c:v>
                </c:pt>
                <c:pt idx="42779">
                  <c:v>24.55</c:v>
                </c:pt>
                <c:pt idx="42780">
                  <c:v>24.55</c:v>
                </c:pt>
                <c:pt idx="42781">
                  <c:v>24.55</c:v>
                </c:pt>
                <c:pt idx="42782">
                  <c:v>24.55</c:v>
                </c:pt>
                <c:pt idx="42783">
                  <c:v>24.55</c:v>
                </c:pt>
                <c:pt idx="42784">
                  <c:v>24.55</c:v>
                </c:pt>
                <c:pt idx="42785">
                  <c:v>24.55</c:v>
                </c:pt>
                <c:pt idx="42786">
                  <c:v>24.55</c:v>
                </c:pt>
                <c:pt idx="42787">
                  <c:v>24.55</c:v>
                </c:pt>
                <c:pt idx="42788">
                  <c:v>24.55</c:v>
                </c:pt>
                <c:pt idx="42789">
                  <c:v>24.55</c:v>
                </c:pt>
                <c:pt idx="42790">
                  <c:v>24.55</c:v>
                </c:pt>
                <c:pt idx="42791">
                  <c:v>24.55</c:v>
                </c:pt>
                <c:pt idx="42792">
                  <c:v>24.55</c:v>
                </c:pt>
                <c:pt idx="42793">
                  <c:v>24.55</c:v>
                </c:pt>
                <c:pt idx="42794">
                  <c:v>24.55</c:v>
                </c:pt>
                <c:pt idx="42795">
                  <c:v>24.55</c:v>
                </c:pt>
                <c:pt idx="42796">
                  <c:v>24.55</c:v>
                </c:pt>
                <c:pt idx="42797">
                  <c:v>24.55</c:v>
                </c:pt>
                <c:pt idx="42798">
                  <c:v>24.55</c:v>
                </c:pt>
                <c:pt idx="42799">
                  <c:v>24.55</c:v>
                </c:pt>
                <c:pt idx="42800">
                  <c:v>24.55</c:v>
                </c:pt>
                <c:pt idx="42801">
                  <c:v>24.55</c:v>
                </c:pt>
                <c:pt idx="42802">
                  <c:v>24.55</c:v>
                </c:pt>
                <c:pt idx="42803">
                  <c:v>24.55</c:v>
                </c:pt>
                <c:pt idx="42804">
                  <c:v>24.55</c:v>
                </c:pt>
                <c:pt idx="42805">
                  <c:v>24.55</c:v>
                </c:pt>
                <c:pt idx="42806">
                  <c:v>24.55</c:v>
                </c:pt>
                <c:pt idx="42807">
                  <c:v>24.55</c:v>
                </c:pt>
                <c:pt idx="42808">
                  <c:v>24.55</c:v>
                </c:pt>
                <c:pt idx="42809">
                  <c:v>24.55</c:v>
                </c:pt>
                <c:pt idx="42810">
                  <c:v>24.55</c:v>
                </c:pt>
                <c:pt idx="42811">
                  <c:v>24.55</c:v>
                </c:pt>
                <c:pt idx="42812">
                  <c:v>24.55</c:v>
                </c:pt>
                <c:pt idx="42813">
                  <c:v>24.55</c:v>
                </c:pt>
                <c:pt idx="42814">
                  <c:v>24.55</c:v>
                </c:pt>
                <c:pt idx="42815">
                  <c:v>24.55</c:v>
                </c:pt>
                <c:pt idx="42816">
                  <c:v>24.55</c:v>
                </c:pt>
                <c:pt idx="42817">
                  <c:v>24.55</c:v>
                </c:pt>
                <c:pt idx="42818">
                  <c:v>24.55</c:v>
                </c:pt>
                <c:pt idx="42819">
                  <c:v>24.55</c:v>
                </c:pt>
                <c:pt idx="42820">
                  <c:v>24.55</c:v>
                </c:pt>
                <c:pt idx="42821">
                  <c:v>24.55</c:v>
                </c:pt>
                <c:pt idx="42822">
                  <c:v>24.55</c:v>
                </c:pt>
                <c:pt idx="42823">
                  <c:v>24.55</c:v>
                </c:pt>
                <c:pt idx="42824">
                  <c:v>24.55</c:v>
                </c:pt>
                <c:pt idx="42825">
                  <c:v>24.55</c:v>
                </c:pt>
                <c:pt idx="42826">
                  <c:v>24.55</c:v>
                </c:pt>
                <c:pt idx="42827">
                  <c:v>24.55</c:v>
                </c:pt>
                <c:pt idx="42828">
                  <c:v>24.55</c:v>
                </c:pt>
                <c:pt idx="42829">
                  <c:v>24.55</c:v>
                </c:pt>
                <c:pt idx="42830">
                  <c:v>24.55</c:v>
                </c:pt>
                <c:pt idx="42831">
                  <c:v>24.55</c:v>
                </c:pt>
                <c:pt idx="42832">
                  <c:v>24.55</c:v>
                </c:pt>
                <c:pt idx="42833">
                  <c:v>24.55</c:v>
                </c:pt>
                <c:pt idx="42834">
                  <c:v>24.55</c:v>
                </c:pt>
                <c:pt idx="42835">
                  <c:v>24.55</c:v>
                </c:pt>
                <c:pt idx="42836">
                  <c:v>24.55</c:v>
                </c:pt>
                <c:pt idx="42837">
                  <c:v>24.55</c:v>
                </c:pt>
                <c:pt idx="42838">
                  <c:v>24.55</c:v>
                </c:pt>
                <c:pt idx="42839">
                  <c:v>24.55</c:v>
                </c:pt>
                <c:pt idx="42840">
                  <c:v>24.55</c:v>
                </c:pt>
                <c:pt idx="42841">
                  <c:v>24.55</c:v>
                </c:pt>
                <c:pt idx="42842">
                  <c:v>24.55</c:v>
                </c:pt>
                <c:pt idx="42843">
                  <c:v>24.55</c:v>
                </c:pt>
                <c:pt idx="42844">
                  <c:v>24.55</c:v>
                </c:pt>
                <c:pt idx="42845">
                  <c:v>24.55</c:v>
                </c:pt>
                <c:pt idx="42846">
                  <c:v>24.55</c:v>
                </c:pt>
                <c:pt idx="42847">
                  <c:v>24.55</c:v>
                </c:pt>
                <c:pt idx="42848">
                  <c:v>24.55</c:v>
                </c:pt>
                <c:pt idx="42849">
                  <c:v>24.55</c:v>
                </c:pt>
                <c:pt idx="42850">
                  <c:v>24.55</c:v>
                </c:pt>
                <c:pt idx="42851">
                  <c:v>24.55</c:v>
                </c:pt>
                <c:pt idx="42852">
                  <c:v>24.55</c:v>
                </c:pt>
                <c:pt idx="42853">
                  <c:v>24.55</c:v>
                </c:pt>
                <c:pt idx="42854">
                  <c:v>24.55</c:v>
                </c:pt>
                <c:pt idx="42855">
                  <c:v>24.55</c:v>
                </c:pt>
                <c:pt idx="42856">
                  <c:v>24.55</c:v>
                </c:pt>
                <c:pt idx="42857">
                  <c:v>24.55</c:v>
                </c:pt>
                <c:pt idx="42858">
                  <c:v>24.55</c:v>
                </c:pt>
                <c:pt idx="42859">
                  <c:v>24.55</c:v>
                </c:pt>
                <c:pt idx="42860">
                  <c:v>24.55</c:v>
                </c:pt>
                <c:pt idx="42861">
                  <c:v>24.55</c:v>
                </c:pt>
                <c:pt idx="42862">
                  <c:v>24.55</c:v>
                </c:pt>
                <c:pt idx="42863">
                  <c:v>24.55</c:v>
                </c:pt>
                <c:pt idx="42864">
                  <c:v>24.55</c:v>
                </c:pt>
                <c:pt idx="42865">
                  <c:v>24.55</c:v>
                </c:pt>
                <c:pt idx="42866">
                  <c:v>24.55</c:v>
                </c:pt>
                <c:pt idx="42867">
                  <c:v>24.55</c:v>
                </c:pt>
                <c:pt idx="42868">
                  <c:v>24.55</c:v>
                </c:pt>
                <c:pt idx="42869">
                  <c:v>24.55</c:v>
                </c:pt>
                <c:pt idx="42870">
                  <c:v>24.55</c:v>
                </c:pt>
                <c:pt idx="42871">
                  <c:v>24.55</c:v>
                </c:pt>
                <c:pt idx="42872">
                  <c:v>24.55</c:v>
                </c:pt>
                <c:pt idx="42873">
                  <c:v>24.55</c:v>
                </c:pt>
                <c:pt idx="42874">
                  <c:v>24.55</c:v>
                </c:pt>
                <c:pt idx="42875">
                  <c:v>24.55</c:v>
                </c:pt>
                <c:pt idx="42876">
                  <c:v>24.55</c:v>
                </c:pt>
                <c:pt idx="42877">
                  <c:v>24.55</c:v>
                </c:pt>
                <c:pt idx="42878">
                  <c:v>24.55</c:v>
                </c:pt>
                <c:pt idx="42879">
                  <c:v>24.55</c:v>
                </c:pt>
                <c:pt idx="42880">
                  <c:v>24.55</c:v>
                </c:pt>
                <c:pt idx="42881">
                  <c:v>24.55</c:v>
                </c:pt>
                <c:pt idx="42882">
                  <c:v>24.55</c:v>
                </c:pt>
                <c:pt idx="42883">
                  <c:v>24.55</c:v>
                </c:pt>
                <c:pt idx="42884">
                  <c:v>24.55</c:v>
                </c:pt>
                <c:pt idx="42885">
                  <c:v>24.55</c:v>
                </c:pt>
                <c:pt idx="42886">
                  <c:v>24.55</c:v>
                </c:pt>
                <c:pt idx="42887">
                  <c:v>24.55</c:v>
                </c:pt>
                <c:pt idx="42888">
                  <c:v>24.55</c:v>
                </c:pt>
                <c:pt idx="42889">
                  <c:v>24.55</c:v>
                </c:pt>
                <c:pt idx="42890">
                  <c:v>24.55</c:v>
                </c:pt>
                <c:pt idx="42891">
                  <c:v>24.55</c:v>
                </c:pt>
                <c:pt idx="42892">
                  <c:v>24.55</c:v>
                </c:pt>
                <c:pt idx="42893">
                  <c:v>24.55</c:v>
                </c:pt>
                <c:pt idx="42894">
                  <c:v>24.55</c:v>
                </c:pt>
                <c:pt idx="42895">
                  <c:v>24.55</c:v>
                </c:pt>
                <c:pt idx="42896">
                  <c:v>24.55</c:v>
                </c:pt>
                <c:pt idx="42897">
                  <c:v>24.55</c:v>
                </c:pt>
                <c:pt idx="42898">
                  <c:v>24.55</c:v>
                </c:pt>
                <c:pt idx="42899">
                  <c:v>24.55</c:v>
                </c:pt>
                <c:pt idx="42900">
                  <c:v>24.55</c:v>
                </c:pt>
                <c:pt idx="42901">
                  <c:v>24.55</c:v>
                </c:pt>
                <c:pt idx="42902">
                  <c:v>24.55</c:v>
                </c:pt>
                <c:pt idx="42903">
                  <c:v>24.55</c:v>
                </c:pt>
                <c:pt idx="42904">
                  <c:v>24.55</c:v>
                </c:pt>
                <c:pt idx="42905">
                  <c:v>24.55</c:v>
                </c:pt>
                <c:pt idx="42906">
                  <c:v>24.55</c:v>
                </c:pt>
                <c:pt idx="42907">
                  <c:v>24.55</c:v>
                </c:pt>
                <c:pt idx="42908">
                  <c:v>24.55</c:v>
                </c:pt>
                <c:pt idx="42909">
                  <c:v>24.55</c:v>
                </c:pt>
                <c:pt idx="42910">
                  <c:v>24.55</c:v>
                </c:pt>
                <c:pt idx="42911">
                  <c:v>24.55</c:v>
                </c:pt>
                <c:pt idx="42912">
                  <c:v>24.55</c:v>
                </c:pt>
                <c:pt idx="42913">
                  <c:v>24.55</c:v>
                </c:pt>
                <c:pt idx="42914">
                  <c:v>24.55</c:v>
                </c:pt>
                <c:pt idx="42915">
                  <c:v>24.55</c:v>
                </c:pt>
                <c:pt idx="42916">
                  <c:v>24.55</c:v>
                </c:pt>
                <c:pt idx="42917">
                  <c:v>24.55</c:v>
                </c:pt>
                <c:pt idx="42918">
                  <c:v>24.55</c:v>
                </c:pt>
                <c:pt idx="42919">
                  <c:v>24.55</c:v>
                </c:pt>
                <c:pt idx="42920">
                  <c:v>24.55</c:v>
                </c:pt>
                <c:pt idx="42921">
                  <c:v>24.55</c:v>
                </c:pt>
                <c:pt idx="42922">
                  <c:v>24.55</c:v>
                </c:pt>
                <c:pt idx="42923">
                  <c:v>24.55</c:v>
                </c:pt>
                <c:pt idx="42924">
                  <c:v>24.55</c:v>
                </c:pt>
                <c:pt idx="42925">
                  <c:v>24.55</c:v>
                </c:pt>
                <c:pt idx="42926">
                  <c:v>24.55</c:v>
                </c:pt>
                <c:pt idx="42927">
                  <c:v>24.55</c:v>
                </c:pt>
                <c:pt idx="42928">
                  <c:v>24.55</c:v>
                </c:pt>
                <c:pt idx="42929">
                  <c:v>24.55</c:v>
                </c:pt>
                <c:pt idx="42930">
                  <c:v>24.55</c:v>
                </c:pt>
                <c:pt idx="42931">
                  <c:v>24.55</c:v>
                </c:pt>
                <c:pt idx="42932">
                  <c:v>24.55</c:v>
                </c:pt>
                <c:pt idx="42933">
                  <c:v>24.55</c:v>
                </c:pt>
                <c:pt idx="42934">
                  <c:v>24.55</c:v>
                </c:pt>
                <c:pt idx="42935">
                  <c:v>24.55</c:v>
                </c:pt>
                <c:pt idx="42936">
                  <c:v>24.55</c:v>
                </c:pt>
                <c:pt idx="42937">
                  <c:v>24.55</c:v>
                </c:pt>
                <c:pt idx="42938">
                  <c:v>24.55</c:v>
                </c:pt>
                <c:pt idx="42939">
                  <c:v>24.55</c:v>
                </c:pt>
                <c:pt idx="42940">
                  <c:v>24.55</c:v>
                </c:pt>
                <c:pt idx="42941">
                  <c:v>24.55</c:v>
                </c:pt>
                <c:pt idx="42942">
                  <c:v>24.55</c:v>
                </c:pt>
                <c:pt idx="42943">
                  <c:v>24.55</c:v>
                </c:pt>
                <c:pt idx="42944">
                  <c:v>24.55</c:v>
                </c:pt>
                <c:pt idx="42945">
                  <c:v>24.55</c:v>
                </c:pt>
                <c:pt idx="42946">
                  <c:v>24.55</c:v>
                </c:pt>
                <c:pt idx="42947">
                  <c:v>24.55</c:v>
                </c:pt>
                <c:pt idx="42948">
                  <c:v>24.55</c:v>
                </c:pt>
                <c:pt idx="42949">
                  <c:v>24.55</c:v>
                </c:pt>
                <c:pt idx="42950">
                  <c:v>24.55</c:v>
                </c:pt>
                <c:pt idx="42951">
                  <c:v>24.55</c:v>
                </c:pt>
                <c:pt idx="42952">
                  <c:v>24.55</c:v>
                </c:pt>
                <c:pt idx="42953">
                  <c:v>24.55</c:v>
                </c:pt>
                <c:pt idx="42954">
                  <c:v>24.55</c:v>
                </c:pt>
                <c:pt idx="42955">
                  <c:v>24.55</c:v>
                </c:pt>
                <c:pt idx="42956">
                  <c:v>24.55</c:v>
                </c:pt>
                <c:pt idx="42957">
                  <c:v>24.55</c:v>
                </c:pt>
                <c:pt idx="42958">
                  <c:v>24.55</c:v>
                </c:pt>
                <c:pt idx="42959">
                  <c:v>24.55</c:v>
                </c:pt>
                <c:pt idx="42960">
                  <c:v>24.55</c:v>
                </c:pt>
                <c:pt idx="42961">
                  <c:v>24.55</c:v>
                </c:pt>
                <c:pt idx="42962">
                  <c:v>24.55</c:v>
                </c:pt>
                <c:pt idx="42963">
                  <c:v>24.55</c:v>
                </c:pt>
                <c:pt idx="42964">
                  <c:v>24.55</c:v>
                </c:pt>
                <c:pt idx="42965">
                  <c:v>24.55</c:v>
                </c:pt>
                <c:pt idx="42966">
                  <c:v>24.55</c:v>
                </c:pt>
                <c:pt idx="42967">
                  <c:v>24.55</c:v>
                </c:pt>
                <c:pt idx="42968">
                  <c:v>24.55</c:v>
                </c:pt>
                <c:pt idx="42969">
                  <c:v>24.55</c:v>
                </c:pt>
                <c:pt idx="42970">
                  <c:v>24.55</c:v>
                </c:pt>
                <c:pt idx="42971">
                  <c:v>24.55</c:v>
                </c:pt>
                <c:pt idx="42972">
                  <c:v>24.55</c:v>
                </c:pt>
                <c:pt idx="42973">
                  <c:v>24.55</c:v>
                </c:pt>
                <c:pt idx="42974">
                  <c:v>24.55</c:v>
                </c:pt>
                <c:pt idx="42975">
                  <c:v>24.55</c:v>
                </c:pt>
                <c:pt idx="42976">
                  <c:v>24.55</c:v>
                </c:pt>
                <c:pt idx="42977">
                  <c:v>24.55</c:v>
                </c:pt>
                <c:pt idx="42978">
                  <c:v>24.55</c:v>
                </c:pt>
                <c:pt idx="42979">
                  <c:v>24.55</c:v>
                </c:pt>
                <c:pt idx="42980">
                  <c:v>24.55</c:v>
                </c:pt>
                <c:pt idx="42981">
                  <c:v>24.55</c:v>
                </c:pt>
                <c:pt idx="42982">
                  <c:v>24.55</c:v>
                </c:pt>
                <c:pt idx="42983">
                  <c:v>24.55</c:v>
                </c:pt>
                <c:pt idx="42984">
                  <c:v>24.55</c:v>
                </c:pt>
                <c:pt idx="42985">
                  <c:v>24.55</c:v>
                </c:pt>
                <c:pt idx="42986">
                  <c:v>24.55</c:v>
                </c:pt>
                <c:pt idx="42987">
                  <c:v>24.55</c:v>
                </c:pt>
                <c:pt idx="42988">
                  <c:v>24.55</c:v>
                </c:pt>
                <c:pt idx="42989">
                  <c:v>24.55</c:v>
                </c:pt>
                <c:pt idx="42990">
                  <c:v>24.55</c:v>
                </c:pt>
                <c:pt idx="42991">
                  <c:v>24.55</c:v>
                </c:pt>
                <c:pt idx="42992">
                  <c:v>24.55</c:v>
                </c:pt>
                <c:pt idx="42993">
                  <c:v>24.55</c:v>
                </c:pt>
                <c:pt idx="42994">
                  <c:v>24.55</c:v>
                </c:pt>
                <c:pt idx="42995">
                  <c:v>24.55</c:v>
                </c:pt>
                <c:pt idx="42996">
                  <c:v>24.55</c:v>
                </c:pt>
                <c:pt idx="42997">
                  <c:v>24.55</c:v>
                </c:pt>
                <c:pt idx="42998">
                  <c:v>24.55</c:v>
                </c:pt>
                <c:pt idx="42999">
                  <c:v>24.55</c:v>
                </c:pt>
                <c:pt idx="43000">
                  <c:v>24.55</c:v>
                </c:pt>
                <c:pt idx="43001">
                  <c:v>24.55</c:v>
                </c:pt>
                <c:pt idx="43002">
                  <c:v>24.55</c:v>
                </c:pt>
                <c:pt idx="43003">
                  <c:v>24.55</c:v>
                </c:pt>
                <c:pt idx="43004">
                  <c:v>24.55</c:v>
                </c:pt>
                <c:pt idx="43005">
                  <c:v>24.55</c:v>
                </c:pt>
                <c:pt idx="43006">
                  <c:v>24.55</c:v>
                </c:pt>
                <c:pt idx="43007">
                  <c:v>24.55</c:v>
                </c:pt>
                <c:pt idx="43008">
                  <c:v>24.55</c:v>
                </c:pt>
                <c:pt idx="43009">
                  <c:v>24.55</c:v>
                </c:pt>
                <c:pt idx="43010">
                  <c:v>24.55</c:v>
                </c:pt>
                <c:pt idx="43011">
                  <c:v>24.55</c:v>
                </c:pt>
                <c:pt idx="43012">
                  <c:v>24.55</c:v>
                </c:pt>
                <c:pt idx="43013">
                  <c:v>24.55</c:v>
                </c:pt>
                <c:pt idx="43014">
                  <c:v>24.55</c:v>
                </c:pt>
                <c:pt idx="43015">
                  <c:v>24.55</c:v>
                </c:pt>
                <c:pt idx="43016">
                  <c:v>24.55</c:v>
                </c:pt>
                <c:pt idx="43017">
                  <c:v>24.55</c:v>
                </c:pt>
                <c:pt idx="43018">
                  <c:v>24.55</c:v>
                </c:pt>
                <c:pt idx="43019">
                  <c:v>24.55</c:v>
                </c:pt>
                <c:pt idx="43020">
                  <c:v>24.55</c:v>
                </c:pt>
                <c:pt idx="43021">
                  <c:v>24.55</c:v>
                </c:pt>
                <c:pt idx="43022">
                  <c:v>24.55</c:v>
                </c:pt>
                <c:pt idx="43023">
                  <c:v>24.55</c:v>
                </c:pt>
                <c:pt idx="43024">
                  <c:v>24.55</c:v>
                </c:pt>
                <c:pt idx="43025">
                  <c:v>24.55</c:v>
                </c:pt>
                <c:pt idx="43026">
                  <c:v>24.55</c:v>
                </c:pt>
                <c:pt idx="43027">
                  <c:v>24.55</c:v>
                </c:pt>
                <c:pt idx="43028">
                  <c:v>24.55</c:v>
                </c:pt>
                <c:pt idx="43029">
                  <c:v>24.55</c:v>
                </c:pt>
                <c:pt idx="43030">
                  <c:v>24.55</c:v>
                </c:pt>
                <c:pt idx="43031">
                  <c:v>24.55</c:v>
                </c:pt>
                <c:pt idx="43032">
                  <c:v>24.55</c:v>
                </c:pt>
                <c:pt idx="43033">
                  <c:v>24.55</c:v>
                </c:pt>
                <c:pt idx="43034">
                  <c:v>24.55</c:v>
                </c:pt>
                <c:pt idx="43035">
                  <c:v>24.55</c:v>
                </c:pt>
                <c:pt idx="43036">
                  <c:v>24.55</c:v>
                </c:pt>
                <c:pt idx="43037">
                  <c:v>24.55</c:v>
                </c:pt>
                <c:pt idx="43038">
                  <c:v>24.55</c:v>
                </c:pt>
                <c:pt idx="43039">
                  <c:v>24.55</c:v>
                </c:pt>
                <c:pt idx="43040">
                  <c:v>24.55</c:v>
                </c:pt>
                <c:pt idx="43041">
                  <c:v>24.55</c:v>
                </c:pt>
                <c:pt idx="43042">
                  <c:v>24.55</c:v>
                </c:pt>
                <c:pt idx="43043">
                  <c:v>24.55</c:v>
                </c:pt>
                <c:pt idx="43044">
                  <c:v>24.55</c:v>
                </c:pt>
                <c:pt idx="43045">
                  <c:v>24.55</c:v>
                </c:pt>
                <c:pt idx="43046">
                  <c:v>24.55</c:v>
                </c:pt>
                <c:pt idx="43047">
                  <c:v>24.55</c:v>
                </c:pt>
                <c:pt idx="43048">
                  <c:v>24.55</c:v>
                </c:pt>
                <c:pt idx="43049">
                  <c:v>24.55</c:v>
                </c:pt>
                <c:pt idx="43050">
                  <c:v>24.55</c:v>
                </c:pt>
                <c:pt idx="43051">
                  <c:v>24.55</c:v>
                </c:pt>
                <c:pt idx="43052">
                  <c:v>24.55</c:v>
                </c:pt>
                <c:pt idx="43053">
                  <c:v>24.55</c:v>
                </c:pt>
                <c:pt idx="43054">
                  <c:v>24.55</c:v>
                </c:pt>
                <c:pt idx="43055">
                  <c:v>24.55</c:v>
                </c:pt>
                <c:pt idx="43056">
                  <c:v>24.55</c:v>
                </c:pt>
                <c:pt idx="43057">
                  <c:v>24.55</c:v>
                </c:pt>
                <c:pt idx="43058">
                  <c:v>24.55</c:v>
                </c:pt>
                <c:pt idx="43059">
                  <c:v>24.55</c:v>
                </c:pt>
                <c:pt idx="43060">
                  <c:v>24.55</c:v>
                </c:pt>
                <c:pt idx="43061">
                  <c:v>24.55</c:v>
                </c:pt>
                <c:pt idx="43062">
                  <c:v>24.55</c:v>
                </c:pt>
                <c:pt idx="43063">
                  <c:v>24.55</c:v>
                </c:pt>
                <c:pt idx="43064">
                  <c:v>24.55</c:v>
                </c:pt>
                <c:pt idx="43065">
                  <c:v>24.55</c:v>
                </c:pt>
                <c:pt idx="43066">
                  <c:v>24.55</c:v>
                </c:pt>
                <c:pt idx="43067">
                  <c:v>24.55</c:v>
                </c:pt>
                <c:pt idx="43068">
                  <c:v>24.55</c:v>
                </c:pt>
                <c:pt idx="43069">
                  <c:v>24.55</c:v>
                </c:pt>
                <c:pt idx="43070">
                  <c:v>24.55</c:v>
                </c:pt>
                <c:pt idx="43071">
                  <c:v>24.55</c:v>
                </c:pt>
                <c:pt idx="43072">
                  <c:v>24.55</c:v>
                </c:pt>
                <c:pt idx="43073">
                  <c:v>24.55</c:v>
                </c:pt>
                <c:pt idx="43074">
                  <c:v>24.55</c:v>
                </c:pt>
                <c:pt idx="43075">
                  <c:v>24.55</c:v>
                </c:pt>
                <c:pt idx="43076">
                  <c:v>24.55</c:v>
                </c:pt>
                <c:pt idx="43077">
                  <c:v>24.55</c:v>
                </c:pt>
                <c:pt idx="43078">
                  <c:v>24.5</c:v>
                </c:pt>
                <c:pt idx="43079">
                  <c:v>24.55</c:v>
                </c:pt>
                <c:pt idx="43080">
                  <c:v>24.5</c:v>
                </c:pt>
                <c:pt idx="43081">
                  <c:v>24.55</c:v>
                </c:pt>
                <c:pt idx="43082">
                  <c:v>24.5</c:v>
                </c:pt>
                <c:pt idx="43083">
                  <c:v>24.55</c:v>
                </c:pt>
                <c:pt idx="43084">
                  <c:v>24.55</c:v>
                </c:pt>
                <c:pt idx="43085">
                  <c:v>24.55</c:v>
                </c:pt>
                <c:pt idx="43086">
                  <c:v>24.5</c:v>
                </c:pt>
                <c:pt idx="43087">
                  <c:v>24.55</c:v>
                </c:pt>
                <c:pt idx="43088">
                  <c:v>24.55</c:v>
                </c:pt>
                <c:pt idx="43089">
                  <c:v>24.55</c:v>
                </c:pt>
                <c:pt idx="43090">
                  <c:v>24.55</c:v>
                </c:pt>
                <c:pt idx="43091">
                  <c:v>24.5</c:v>
                </c:pt>
                <c:pt idx="43092">
                  <c:v>24.55</c:v>
                </c:pt>
                <c:pt idx="43093">
                  <c:v>24.5</c:v>
                </c:pt>
                <c:pt idx="43094">
                  <c:v>24.55</c:v>
                </c:pt>
                <c:pt idx="43095">
                  <c:v>24.55</c:v>
                </c:pt>
                <c:pt idx="43096">
                  <c:v>24.55</c:v>
                </c:pt>
                <c:pt idx="43097">
                  <c:v>24.55</c:v>
                </c:pt>
                <c:pt idx="43098">
                  <c:v>24.55</c:v>
                </c:pt>
                <c:pt idx="43099">
                  <c:v>24.55</c:v>
                </c:pt>
                <c:pt idx="43100">
                  <c:v>24.55</c:v>
                </c:pt>
                <c:pt idx="43101">
                  <c:v>24.55</c:v>
                </c:pt>
                <c:pt idx="43102">
                  <c:v>24.55</c:v>
                </c:pt>
                <c:pt idx="43103">
                  <c:v>24.55</c:v>
                </c:pt>
                <c:pt idx="43104">
                  <c:v>24.55</c:v>
                </c:pt>
                <c:pt idx="43105">
                  <c:v>24.55</c:v>
                </c:pt>
                <c:pt idx="43106">
                  <c:v>24.55</c:v>
                </c:pt>
                <c:pt idx="43107">
                  <c:v>24.55</c:v>
                </c:pt>
                <c:pt idx="43108">
                  <c:v>24.55</c:v>
                </c:pt>
                <c:pt idx="43109">
                  <c:v>24.55</c:v>
                </c:pt>
                <c:pt idx="43110">
                  <c:v>24.55</c:v>
                </c:pt>
                <c:pt idx="43111">
                  <c:v>24.55</c:v>
                </c:pt>
                <c:pt idx="43112">
                  <c:v>24.55</c:v>
                </c:pt>
                <c:pt idx="43113">
                  <c:v>24.55</c:v>
                </c:pt>
                <c:pt idx="43114">
                  <c:v>24.55</c:v>
                </c:pt>
                <c:pt idx="43115">
                  <c:v>24.55</c:v>
                </c:pt>
                <c:pt idx="43116">
                  <c:v>24.5</c:v>
                </c:pt>
                <c:pt idx="43117">
                  <c:v>24.55</c:v>
                </c:pt>
                <c:pt idx="43118">
                  <c:v>24.55</c:v>
                </c:pt>
                <c:pt idx="43119">
                  <c:v>24.55</c:v>
                </c:pt>
                <c:pt idx="43120">
                  <c:v>24.55</c:v>
                </c:pt>
                <c:pt idx="43121">
                  <c:v>24.55</c:v>
                </c:pt>
                <c:pt idx="43122">
                  <c:v>24.55</c:v>
                </c:pt>
                <c:pt idx="43123">
                  <c:v>24.55</c:v>
                </c:pt>
                <c:pt idx="43124">
                  <c:v>24.55</c:v>
                </c:pt>
                <c:pt idx="43125">
                  <c:v>24.55</c:v>
                </c:pt>
                <c:pt idx="43126">
                  <c:v>24.55</c:v>
                </c:pt>
                <c:pt idx="43127">
                  <c:v>24.55</c:v>
                </c:pt>
                <c:pt idx="43128">
                  <c:v>24.55</c:v>
                </c:pt>
                <c:pt idx="43129">
                  <c:v>24.55</c:v>
                </c:pt>
                <c:pt idx="43130">
                  <c:v>24.55</c:v>
                </c:pt>
                <c:pt idx="43131">
                  <c:v>24.55</c:v>
                </c:pt>
                <c:pt idx="43132">
                  <c:v>24.55</c:v>
                </c:pt>
                <c:pt idx="43133">
                  <c:v>24.55</c:v>
                </c:pt>
                <c:pt idx="43134">
                  <c:v>24.55</c:v>
                </c:pt>
                <c:pt idx="43135">
                  <c:v>24.55</c:v>
                </c:pt>
                <c:pt idx="43136">
                  <c:v>24.55</c:v>
                </c:pt>
                <c:pt idx="43137">
                  <c:v>24.55</c:v>
                </c:pt>
                <c:pt idx="43138">
                  <c:v>24.55</c:v>
                </c:pt>
                <c:pt idx="43139">
                  <c:v>24.55</c:v>
                </c:pt>
                <c:pt idx="43140">
                  <c:v>24.55</c:v>
                </c:pt>
                <c:pt idx="43141">
                  <c:v>24.55</c:v>
                </c:pt>
                <c:pt idx="43142">
                  <c:v>24.55</c:v>
                </c:pt>
                <c:pt idx="43143">
                  <c:v>24.55</c:v>
                </c:pt>
                <c:pt idx="43144">
                  <c:v>24.55</c:v>
                </c:pt>
                <c:pt idx="43145">
                  <c:v>24.55</c:v>
                </c:pt>
                <c:pt idx="43146">
                  <c:v>24.55</c:v>
                </c:pt>
                <c:pt idx="43147">
                  <c:v>24.55</c:v>
                </c:pt>
                <c:pt idx="43148">
                  <c:v>24.55</c:v>
                </c:pt>
                <c:pt idx="43149">
                  <c:v>24.55</c:v>
                </c:pt>
                <c:pt idx="43150">
                  <c:v>24.5</c:v>
                </c:pt>
                <c:pt idx="43151">
                  <c:v>24.5</c:v>
                </c:pt>
                <c:pt idx="43152">
                  <c:v>24.5</c:v>
                </c:pt>
                <c:pt idx="43153">
                  <c:v>24.55</c:v>
                </c:pt>
                <c:pt idx="43154">
                  <c:v>24.55</c:v>
                </c:pt>
                <c:pt idx="43155">
                  <c:v>24.5</c:v>
                </c:pt>
                <c:pt idx="43156">
                  <c:v>24.5</c:v>
                </c:pt>
                <c:pt idx="43157">
                  <c:v>24.5</c:v>
                </c:pt>
                <c:pt idx="43158">
                  <c:v>24.5</c:v>
                </c:pt>
                <c:pt idx="43159">
                  <c:v>24.5</c:v>
                </c:pt>
                <c:pt idx="43160">
                  <c:v>24.55</c:v>
                </c:pt>
                <c:pt idx="43161">
                  <c:v>24.55</c:v>
                </c:pt>
                <c:pt idx="43162">
                  <c:v>24.5</c:v>
                </c:pt>
                <c:pt idx="43163">
                  <c:v>24.5</c:v>
                </c:pt>
                <c:pt idx="43164">
                  <c:v>24.5</c:v>
                </c:pt>
                <c:pt idx="43165">
                  <c:v>24.5</c:v>
                </c:pt>
                <c:pt idx="43166">
                  <c:v>24.5</c:v>
                </c:pt>
                <c:pt idx="43167">
                  <c:v>24.5</c:v>
                </c:pt>
                <c:pt idx="43168">
                  <c:v>24.55</c:v>
                </c:pt>
                <c:pt idx="43169">
                  <c:v>24.5</c:v>
                </c:pt>
                <c:pt idx="43170">
                  <c:v>24.55</c:v>
                </c:pt>
                <c:pt idx="43171">
                  <c:v>24.55</c:v>
                </c:pt>
                <c:pt idx="43172">
                  <c:v>24.5</c:v>
                </c:pt>
                <c:pt idx="43173">
                  <c:v>24.55</c:v>
                </c:pt>
                <c:pt idx="43174">
                  <c:v>24.5</c:v>
                </c:pt>
                <c:pt idx="43175">
                  <c:v>24.55</c:v>
                </c:pt>
                <c:pt idx="43176">
                  <c:v>24.5</c:v>
                </c:pt>
                <c:pt idx="43177">
                  <c:v>24.55</c:v>
                </c:pt>
                <c:pt idx="43178">
                  <c:v>24.55</c:v>
                </c:pt>
                <c:pt idx="43179">
                  <c:v>24.5</c:v>
                </c:pt>
                <c:pt idx="43180">
                  <c:v>24.5</c:v>
                </c:pt>
                <c:pt idx="43181">
                  <c:v>24.55</c:v>
                </c:pt>
                <c:pt idx="43182">
                  <c:v>24.55</c:v>
                </c:pt>
                <c:pt idx="43183">
                  <c:v>24.5</c:v>
                </c:pt>
                <c:pt idx="43184">
                  <c:v>24.5</c:v>
                </c:pt>
                <c:pt idx="43185">
                  <c:v>24.5</c:v>
                </c:pt>
                <c:pt idx="43186">
                  <c:v>24.5</c:v>
                </c:pt>
                <c:pt idx="43187">
                  <c:v>24.5</c:v>
                </c:pt>
                <c:pt idx="43188">
                  <c:v>24.5</c:v>
                </c:pt>
                <c:pt idx="43189">
                  <c:v>24.5</c:v>
                </c:pt>
                <c:pt idx="43190">
                  <c:v>24.5</c:v>
                </c:pt>
                <c:pt idx="43191">
                  <c:v>24.5</c:v>
                </c:pt>
                <c:pt idx="43192">
                  <c:v>24.5</c:v>
                </c:pt>
                <c:pt idx="43193">
                  <c:v>24.5</c:v>
                </c:pt>
                <c:pt idx="43194">
                  <c:v>24.5</c:v>
                </c:pt>
                <c:pt idx="43195">
                  <c:v>24.5</c:v>
                </c:pt>
                <c:pt idx="43196">
                  <c:v>24.5</c:v>
                </c:pt>
                <c:pt idx="43197">
                  <c:v>24.5</c:v>
                </c:pt>
                <c:pt idx="43198">
                  <c:v>24.5</c:v>
                </c:pt>
                <c:pt idx="43199">
                  <c:v>24.5</c:v>
                </c:pt>
                <c:pt idx="43200">
                  <c:v>24.5</c:v>
                </c:pt>
                <c:pt idx="43201">
                  <c:v>24.5</c:v>
                </c:pt>
                <c:pt idx="43202">
                  <c:v>24.5</c:v>
                </c:pt>
                <c:pt idx="43203">
                  <c:v>24.5</c:v>
                </c:pt>
                <c:pt idx="43204">
                  <c:v>24.5</c:v>
                </c:pt>
                <c:pt idx="43205">
                  <c:v>24.5</c:v>
                </c:pt>
                <c:pt idx="43206">
                  <c:v>24.5</c:v>
                </c:pt>
                <c:pt idx="43207">
                  <c:v>24.5</c:v>
                </c:pt>
                <c:pt idx="43208">
                  <c:v>24.5</c:v>
                </c:pt>
                <c:pt idx="43209">
                  <c:v>24.5</c:v>
                </c:pt>
                <c:pt idx="43210">
                  <c:v>24.5</c:v>
                </c:pt>
                <c:pt idx="43211">
                  <c:v>24.5</c:v>
                </c:pt>
                <c:pt idx="43212">
                  <c:v>24.5</c:v>
                </c:pt>
                <c:pt idx="43213">
                  <c:v>24.5</c:v>
                </c:pt>
                <c:pt idx="43214">
                  <c:v>24.5</c:v>
                </c:pt>
                <c:pt idx="43215">
                  <c:v>24.5</c:v>
                </c:pt>
                <c:pt idx="43216">
                  <c:v>24.5</c:v>
                </c:pt>
                <c:pt idx="43217">
                  <c:v>24.5</c:v>
                </c:pt>
                <c:pt idx="43218">
                  <c:v>24.5</c:v>
                </c:pt>
                <c:pt idx="43219">
                  <c:v>24.5</c:v>
                </c:pt>
                <c:pt idx="43220">
                  <c:v>24.5</c:v>
                </c:pt>
                <c:pt idx="43221">
                  <c:v>24.5</c:v>
                </c:pt>
                <c:pt idx="43222">
                  <c:v>24.5</c:v>
                </c:pt>
                <c:pt idx="43223">
                  <c:v>24.5</c:v>
                </c:pt>
                <c:pt idx="43224">
                  <c:v>24.5</c:v>
                </c:pt>
                <c:pt idx="43225">
                  <c:v>24.5</c:v>
                </c:pt>
                <c:pt idx="43226">
                  <c:v>24.5</c:v>
                </c:pt>
                <c:pt idx="43227">
                  <c:v>24.5</c:v>
                </c:pt>
                <c:pt idx="43228">
                  <c:v>24.5</c:v>
                </c:pt>
                <c:pt idx="43229">
                  <c:v>24.5</c:v>
                </c:pt>
                <c:pt idx="43230">
                  <c:v>24.5</c:v>
                </c:pt>
                <c:pt idx="43231">
                  <c:v>24.5</c:v>
                </c:pt>
                <c:pt idx="43232">
                  <c:v>24.5</c:v>
                </c:pt>
                <c:pt idx="43233">
                  <c:v>24.5</c:v>
                </c:pt>
                <c:pt idx="43234">
                  <c:v>24.5</c:v>
                </c:pt>
                <c:pt idx="43235">
                  <c:v>24.5</c:v>
                </c:pt>
                <c:pt idx="43236">
                  <c:v>24.5</c:v>
                </c:pt>
                <c:pt idx="43237">
                  <c:v>24.5</c:v>
                </c:pt>
                <c:pt idx="43238">
                  <c:v>24.5</c:v>
                </c:pt>
                <c:pt idx="43239">
                  <c:v>24.5</c:v>
                </c:pt>
                <c:pt idx="43240">
                  <c:v>24.5</c:v>
                </c:pt>
                <c:pt idx="43241">
                  <c:v>24.5</c:v>
                </c:pt>
                <c:pt idx="43242">
                  <c:v>24.5</c:v>
                </c:pt>
                <c:pt idx="43243">
                  <c:v>24.5</c:v>
                </c:pt>
                <c:pt idx="43244">
                  <c:v>24.5</c:v>
                </c:pt>
                <c:pt idx="43245">
                  <c:v>24.5</c:v>
                </c:pt>
                <c:pt idx="43246">
                  <c:v>24.5</c:v>
                </c:pt>
                <c:pt idx="43247">
                  <c:v>24.5</c:v>
                </c:pt>
                <c:pt idx="43248">
                  <c:v>24.5</c:v>
                </c:pt>
                <c:pt idx="43249">
                  <c:v>24.5</c:v>
                </c:pt>
                <c:pt idx="43250">
                  <c:v>24.5</c:v>
                </c:pt>
                <c:pt idx="43251">
                  <c:v>24.5</c:v>
                </c:pt>
                <c:pt idx="43252">
                  <c:v>24.5</c:v>
                </c:pt>
                <c:pt idx="43253">
                  <c:v>24.5</c:v>
                </c:pt>
                <c:pt idx="43254">
                  <c:v>24.5</c:v>
                </c:pt>
                <c:pt idx="43255">
                  <c:v>24.5</c:v>
                </c:pt>
                <c:pt idx="43256">
                  <c:v>24.5</c:v>
                </c:pt>
                <c:pt idx="43257">
                  <c:v>24.5</c:v>
                </c:pt>
                <c:pt idx="43258">
                  <c:v>24.5</c:v>
                </c:pt>
                <c:pt idx="43259">
                  <c:v>24.5</c:v>
                </c:pt>
                <c:pt idx="43260">
                  <c:v>24.5</c:v>
                </c:pt>
                <c:pt idx="43261">
                  <c:v>24.5</c:v>
                </c:pt>
                <c:pt idx="43262">
                  <c:v>24.5</c:v>
                </c:pt>
                <c:pt idx="43263">
                  <c:v>24.5</c:v>
                </c:pt>
                <c:pt idx="43264">
                  <c:v>24.5</c:v>
                </c:pt>
                <c:pt idx="43265">
                  <c:v>24.5</c:v>
                </c:pt>
                <c:pt idx="43266">
                  <c:v>24.5</c:v>
                </c:pt>
                <c:pt idx="43267">
                  <c:v>24.5</c:v>
                </c:pt>
                <c:pt idx="43268">
                  <c:v>24.5</c:v>
                </c:pt>
                <c:pt idx="43269">
                  <c:v>24.5</c:v>
                </c:pt>
                <c:pt idx="43270">
                  <c:v>24.5</c:v>
                </c:pt>
                <c:pt idx="43271">
                  <c:v>24.5</c:v>
                </c:pt>
                <c:pt idx="43272">
                  <c:v>24.5</c:v>
                </c:pt>
                <c:pt idx="43273">
                  <c:v>24.5</c:v>
                </c:pt>
                <c:pt idx="43274">
                  <c:v>24.5</c:v>
                </c:pt>
                <c:pt idx="43275">
                  <c:v>24.5</c:v>
                </c:pt>
                <c:pt idx="43276">
                  <c:v>24.5</c:v>
                </c:pt>
                <c:pt idx="43277">
                  <c:v>24.5</c:v>
                </c:pt>
                <c:pt idx="43278">
                  <c:v>24.5</c:v>
                </c:pt>
                <c:pt idx="43279">
                  <c:v>24.5</c:v>
                </c:pt>
                <c:pt idx="43280">
                  <c:v>24.5</c:v>
                </c:pt>
                <c:pt idx="43281">
                  <c:v>24.5</c:v>
                </c:pt>
                <c:pt idx="43282">
                  <c:v>24.5</c:v>
                </c:pt>
                <c:pt idx="43283">
                  <c:v>24.5</c:v>
                </c:pt>
                <c:pt idx="43284">
                  <c:v>24.5</c:v>
                </c:pt>
                <c:pt idx="43285">
                  <c:v>24.5</c:v>
                </c:pt>
                <c:pt idx="43286">
                  <c:v>24.5</c:v>
                </c:pt>
                <c:pt idx="43287">
                  <c:v>24.5</c:v>
                </c:pt>
                <c:pt idx="43288">
                  <c:v>24.5</c:v>
                </c:pt>
                <c:pt idx="43289">
                  <c:v>24.5</c:v>
                </c:pt>
                <c:pt idx="43290">
                  <c:v>24.5</c:v>
                </c:pt>
                <c:pt idx="43291">
                  <c:v>24.5</c:v>
                </c:pt>
                <c:pt idx="43292">
                  <c:v>24.5</c:v>
                </c:pt>
                <c:pt idx="43293">
                  <c:v>24.5</c:v>
                </c:pt>
                <c:pt idx="43294">
                  <c:v>24.5</c:v>
                </c:pt>
                <c:pt idx="43295">
                  <c:v>24.5</c:v>
                </c:pt>
                <c:pt idx="43296">
                  <c:v>24.5</c:v>
                </c:pt>
                <c:pt idx="43297">
                  <c:v>24.5</c:v>
                </c:pt>
                <c:pt idx="43298">
                  <c:v>24.5</c:v>
                </c:pt>
                <c:pt idx="43299">
                  <c:v>24.5</c:v>
                </c:pt>
                <c:pt idx="43300">
                  <c:v>24.5</c:v>
                </c:pt>
                <c:pt idx="43301">
                  <c:v>24.5</c:v>
                </c:pt>
                <c:pt idx="43302">
                  <c:v>24.5</c:v>
                </c:pt>
                <c:pt idx="43303">
                  <c:v>24.5</c:v>
                </c:pt>
                <c:pt idx="43304">
                  <c:v>24.5</c:v>
                </c:pt>
                <c:pt idx="43305">
                  <c:v>24.5</c:v>
                </c:pt>
                <c:pt idx="43306">
                  <c:v>24.5</c:v>
                </c:pt>
                <c:pt idx="43307">
                  <c:v>24.5</c:v>
                </c:pt>
                <c:pt idx="43308">
                  <c:v>24.5</c:v>
                </c:pt>
                <c:pt idx="43309">
                  <c:v>24.5</c:v>
                </c:pt>
                <c:pt idx="43310">
                  <c:v>24.5</c:v>
                </c:pt>
                <c:pt idx="43311">
                  <c:v>24.5</c:v>
                </c:pt>
                <c:pt idx="43312">
                  <c:v>24.5</c:v>
                </c:pt>
                <c:pt idx="43313">
                  <c:v>24.5</c:v>
                </c:pt>
                <c:pt idx="43314">
                  <c:v>24.5</c:v>
                </c:pt>
                <c:pt idx="43315">
                  <c:v>24.5</c:v>
                </c:pt>
                <c:pt idx="43316">
                  <c:v>24.5</c:v>
                </c:pt>
                <c:pt idx="43317">
                  <c:v>24.5</c:v>
                </c:pt>
                <c:pt idx="43318">
                  <c:v>24.5</c:v>
                </c:pt>
                <c:pt idx="43319">
                  <c:v>24.5</c:v>
                </c:pt>
                <c:pt idx="43320">
                  <c:v>24.5</c:v>
                </c:pt>
                <c:pt idx="43321">
                  <c:v>24.5</c:v>
                </c:pt>
                <c:pt idx="43322">
                  <c:v>24.5</c:v>
                </c:pt>
                <c:pt idx="43323">
                  <c:v>24.5</c:v>
                </c:pt>
                <c:pt idx="43324">
                  <c:v>24.5</c:v>
                </c:pt>
                <c:pt idx="43325">
                  <c:v>24.5</c:v>
                </c:pt>
                <c:pt idx="43326">
                  <c:v>24.5</c:v>
                </c:pt>
                <c:pt idx="43327">
                  <c:v>24.5</c:v>
                </c:pt>
                <c:pt idx="43328">
                  <c:v>24.5</c:v>
                </c:pt>
                <c:pt idx="43329">
                  <c:v>24.5</c:v>
                </c:pt>
                <c:pt idx="43330">
                  <c:v>24.5</c:v>
                </c:pt>
                <c:pt idx="43331">
                  <c:v>24.5</c:v>
                </c:pt>
                <c:pt idx="43332">
                  <c:v>24.5</c:v>
                </c:pt>
                <c:pt idx="43333">
                  <c:v>24.5</c:v>
                </c:pt>
                <c:pt idx="43334">
                  <c:v>24.5</c:v>
                </c:pt>
                <c:pt idx="43335">
                  <c:v>24.5</c:v>
                </c:pt>
                <c:pt idx="43336">
                  <c:v>24.5</c:v>
                </c:pt>
                <c:pt idx="43337">
                  <c:v>24.5</c:v>
                </c:pt>
                <c:pt idx="43338">
                  <c:v>24.5</c:v>
                </c:pt>
                <c:pt idx="43339">
                  <c:v>24.5</c:v>
                </c:pt>
                <c:pt idx="43340">
                  <c:v>24.5</c:v>
                </c:pt>
                <c:pt idx="43341">
                  <c:v>24.5</c:v>
                </c:pt>
                <c:pt idx="43342">
                  <c:v>24.5</c:v>
                </c:pt>
                <c:pt idx="43343">
                  <c:v>24.5</c:v>
                </c:pt>
                <c:pt idx="43344">
                  <c:v>24.5</c:v>
                </c:pt>
                <c:pt idx="43345">
                  <c:v>24.5</c:v>
                </c:pt>
                <c:pt idx="43346">
                  <c:v>24.5</c:v>
                </c:pt>
                <c:pt idx="43347">
                  <c:v>24.5</c:v>
                </c:pt>
                <c:pt idx="43348">
                  <c:v>24.5</c:v>
                </c:pt>
                <c:pt idx="43349">
                  <c:v>24.5</c:v>
                </c:pt>
                <c:pt idx="43350">
                  <c:v>24.5</c:v>
                </c:pt>
                <c:pt idx="43351">
                  <c:v>24.5</c:v>
                </c:pt>
                <c:pt idx="43352">
                  <c:v>24.5</c:v>
                </c:pt>
                <c:pt idx="43353">
                  <c:v>24.5</c:v>
                </c:pt>
                <c:pt idx="43354">
                  <c:v>24.5</c:v>
                </c:pt>
                <c:pt idx="43355">
                  <c:v>24.5</c:v>
                </c:pt>
                <c:pt idx="43356">
                  <c:v>24.5</c:v>
                </c:pt>
                <c:pt idx="43357">
                  <c:v>24.5</c:v>
                </c:pt>
                <c:pt idx="43358">
                  <c:v>24.5</c:v>
                </c:pt>
                <c:pt idx="43359">
                  <c:v>24.5</c:v>
                </c:pt>
                <c:pt idx="43360">
                  <c:v>24.5</c:v>
                </c:pt>
                <c:pt idx="43361">
                  <c:v>24.5</c:v>
                </c:pt>
                <c:pt idx="43362">
                  <c:v>24.5</c:v>
                </c:pt>
                <c:pt idx="43363">
                  <c:v>24.5</c:v>
                </c:pt>
                <c:pt idx="43364">
                  <c:v>24.5</c:v>
                </c:pt>
                <c:pt idx="43365">
                  <c:v>24.5</c:v>
                </c:pt>
                <c:pt idx="43366">
                  <c:v>24.5</c:v>
                </c:pt>
                <c:pt idx="43367">
                  <c:v>24.5</c:v>
                </c:pt>
                <c:pt idx="43368">
                  <c:v>24.5</c:v>
                </c:pt>
                <c:pt idx="43369">
                  <c:v>24.5</c:v>
                </c:pt>
                <c:pt idx="43370">
                  <c:v>24.5</c:v>
                </c:pt>
                <c:pt idx="43371">
                  <c:v>24.5</c:v>
                </c:pt>
                <c:pt idx="43372">
                  <c:v>24.5</c:v>
                </c:pt>
                <c:pt idx="43373">
                  <c:v>24.5</c:v>
                </c:pt>
                <c:pt idx="43374">
                  <c:v>24.5</c:v>
                </c:pt>
                <c:pt idx="43375">
                  <c:v>24.5</c:v>
                </c:pt>
                <c:pt idx="43376">
                  <c:v>24.5</c:v>
                </c:pt>
                <c:pt idx="43377">
                  <c:v>24.5</c:v>
                </c:pt>
                <c:pt idx="43378">
                  <c:v>24.5</c:v>
                </c:pt>
                <c:pt idx="43379">
                  <c:v>24.5</c:v>
                </c:pt>
                <c:pt idx="43380">
                  <c:v>24.5</c:v>
                </c:pt>
                <c:pt idx="43381">
                  <c:v>24.5</c:v>
                </c:pt>
                <c:pt idx="43382">
                  <c:v>24.5</c:v>
                </c:pt>
                <c:pt idx="43383">
                  <c:v>24.5</c:v>
                </c:pt>
                <c:pt idx="43384">
                  <c:v>24.5</c:v>
                </c:pt>
                <c:pt idx="43385">
                  <c:v>24.5</c:v>
                </c:pt>
                <c:pt idx="43386">
                  <c:v>24.5</c:v>
                </c:pt>
                <c:pt idx="43387">
                  <c:v>24.5</c:v>
                </c:pt>
                <c:pt idx="43388">
                  <c:v>24.5</c:v>
                </c:pt>
                <c:pt idx="43389">
                  <c:v>24.5</c:v>
                </c:pt>
                <c:pt idx="43390">
                  <c:v>24.5</c:v>
                </c:pt>
                <c:pt idx="43391">
                  <c:v>24.5</c:v>
                </c:pt>
                <c:pt idx="43392">
                  <c:v>24.5</c:v>
                </c:pt>
                <c:pt idx="43393">
                  <c:v>24.5</c:v>
                </c:pt>
                <c:pt idx="43394">
                  <c:v>24.5</c:v>
                </c:pt>
                <c:pt idx="43395">
                  <c:v>24.5</c:v>
                </c:pt>
                <c:pt idx="43396">
                  <c:v>24.5</c:v>
                </c:pt>
                <c:pt idx="43397">
                  <c:v>24.5</c:v>
                </c:pt>
                <c:pt idx="43398">
                  <c:v>24.5</c:v>
                </c:pt>
                <c:pt idx="43399">
                  <c:v>24.5</c:v>
                </c:pt>
                <c:pt idx="43400">
                  <c:v>24.5</c:v>
                </c:pt>
                <c:pt idx="43401">
                  <c:v>24.5</c:v>
                </c:pt>
                <c:pt idx="43402">
                  <c:v>24.5</c:v>
                </c:pt>
                <c:pt idx="43403">
                  <c:v>24.5</c:v>
                </c:pt>
                <c:pt idx="43404">
                  <c:v>24.5</c:v>
                </c:pt>
                <c:pt idx="43405">
                  <c:v>24.5</c:v>
                </c:pt>
                <c:pt idx="43406">
                  <c:v>24.5</c:v>
                </c:pt>
                <c:pt idx="43407">
                  <c:v>24.5</c:v>
                </c:pt>
                <c:pt idx="43408">
                  <c:v>24.5</c:v>
                </c:pt>
                <c:pt idx="43409">
                  <c:v>24.5</c:v>
                </c:pt>
                <c:pt idx="43410">
                  <c:v>24.5</c:v>
                </c:pt>
                <c:pt idx="43411">
                  <c:v>24.5</c:v>
                </c:pt>
                <c:pt idx="43412">
                  <c:v>24.5</c:v>
                </c:pt>
                <c:pt idx="43413">
                  <c:v>24.5</c:v>
                </c:pt>
                <c:pt idx="43414">
                  <c:v>24.5</c:v>
                </c:pt>
                <c:pt idx="43415">
                  <c:v>24.5</c:v>
                </c:pt>
                <c:pt idx="43416">
                  <c:v>24.5</c:v>
                </c:pt>
                <c:pt idx="43417">
                  <c:v>24.5</c:v>
                </c:pt>
                <c:pt idx="43418">
                  <c:v>24.5</c:v>
                </c:pt>
                <c:pt idx="43419">
                  <c:v>24.5</c:v>
                </c:pt>
                <c:pt idx="43420">
                  <c:v>24.5</c:v>
                </c:pt>
                <c:pt idx="43421">
                  <c:v>24.5</c:v>
                </c:pt>
                <c:pt idx="43422">
                  <c:v>24.5</c:v>
                </c:pt>
                <c:pt idx="43423">
                  <c:v>24.5</c:v>
                </c:pt>
                <c:pt idx="43424">
                  <c:v>24.5</c:v>
                </c:pt>
                <c:pt idx="43425">
                  <c:v>24.5</c:v>
                </c:pt>
                <c:pt idx="43426">
                  <c:v>24.5</c:v>
                </c:pt>
                <c:pt idx="43427">
                  <c:v>24.5</c:v>
                </c:pt>
                <c:pt idx="43428">
                  <c:v>24.5</c:v>
                </c:pt>
                <c:pt idx="43429">
                  <c:v>24.5</c:v>
                </c:pt>
                <c:pt idx="43430">
                  <c:v>24.5</c:v>
                </c:pt>
                <c:pt idx="43431">
                  <c:v>24.5</c:v>
                </c:pt>
                <c:pt idx="43432">
                  <c:v>24.5</c:v>
                </c:pt>
                <c:pt idx="43433">
                  <c:v>24.5</c:v>
                </c:pt>
                <c:pt idx="43434">
                  <c:v>24.5</c:v>
                </c:pt>
                <c:pt idx="43435">
                  <c:v>24.5</c:v>
                </c:pt>
                <c:pt idx="43436">
                  <c:v>24.5</c:v>
                </c:pt>
                <c:pt idx="43437">
                  <c:v>24.5</c:v>
                </c:pt>
                <c:pt idx="43438">
                  <c:v>24.5</c:v>
                </c:pt>
                <c:pt idx="43439">
                  <c:v>24.5</c:v>
                </c:pt>
                <c:pt idx="43440">
                  <c:v>24.5</c:v>
                </c:pt>
                <c:pt idx="43441">
                  <c:v>24.5</c:v>
                </c:pt>
                <c:pt idx="43442">
                  <c:v>24.5</c:v>
                </c:pt>
                <c:pt idx="43443">
                  <c:v>24.5</c:v>
                </c:pt>
                <c:pt idx="43444">
                  <c:v>24.5</c:v>
                </c:pt>
                <c:pt idx="43445">
                  <c:v>24.5</c:v>
                </c:pt>
                <c:pt idx="43446">
                  <c:v>24.5</c:v>
                </c:pt>
                <c:pt idx="43447">
                  <c:v>24.5</c:v>
                </c:pt>
                <c:pt idx="43448">
                  <c:v>24.5</c:v>
                </c:pt>
                <c:pt idx="43449">
                  <c:v>24.5</c:v>
                </c:pt>
                <c:pt idx="43450">
                  <c:v>24.5</c:v>
                </c:pt>
                <c:pt idx="43451">
                  <c:v>24.5</c:v>
                </c:pt>
                <c:pt idx="43452">
                  <c:v>24.5</c:v>
                </c:pt>
                <c:pt idx="43453">
                  <c:v>24.5</c:v>
                </c:pt>
                <c:pt idx="43454">
                  <c:v>24.5</c:v>
                </c:pt>
                <c:pt idx="43455">
                  <c:v>24.5</c:v>
                </c:pt>
                <c:pt idx="43456">
                  <c:v>24.5</c:v>
                </c:pt>
                <c:pt idx="43457">
                  <c:v>24.5</c:v>
                </c:pt>
                <c:pt idx="43458">
                  <c:v>24.5</c:v>
                </c:pt>
                <c:pt idx="43459">
                  <c:v>24.5</c:v>
                </c:pt>
                <c:pt idx="43460">
                  <c:v>24.5</c:v>
                </c:pt>
                <c:pt idx="43461">
                  <c:v>24.5</c:v>
                </c:pt>
                <c:pt idx="43462">
                  <c:v>24.5</c:v>
                </c:pt>
                <c:pt idx="43463">
                  <c:v>24.5</c:v>
                </c:pt>
                <c:pt idx="43464">
                  <c:v>24.5</c:v>
                </c:pt>
                <c:pt idx="43465">
                  <c:v>24.5</c:v>
                </c:pt>
                <c:pt idx="43466">
                  <c:v>24.5</c:v>
                </c:pt>
                <c:pt idx="43467">
                  <c:v>24.5</c:v>
                </c:pt>
                <c:pt idx="43468">
                  <c:v>24.5</c:v>
                </c:pt>
                <c:pt idx="43469">
                  <c:v>24.5</c:v>
                </c:pt>
                <c:pt idx="43470">
                  <c:v>24.5</c:v>
                </c:pt>
                <c:pt idx="43471">
                  <c:v>24.5</c:v>
                </c:pt>
                <c:pt idx="43472">
                  <c:v>24.5</c:v>
                </c:pt>
                <c:pt idx="43473">
                  <c:v>24.5</c:v>
                </c:pt>
                <c:pt idx="43474">
                  <c:v>24.5</c:v>
                </c:pt>
                <c:pt idx="43475">
                  <c:v>24.5</c:v>
                </c:pt>
                <c:pt idx="43476">
                  <c:v>24.5</c:v>
                </c:pt>
                <c:pt idx="43477">
                  <c:v>24.5</c:v>
                </c:pt>
                <c:pt idx="43478">
                  <c:v>24.5</c:v>
                </c:pt>
                <c:pt idx="43479">
                  <c:v>24.5</c:v>
                </c:pt>
                <c:pt idx="43480">
                  <c:v>24.5</c:v>
                </c:pt>
                <c:pt idx="43481">
                  <c:v>24.5</c:v>
                </c:pt>
                <c:pt idx="43482">
                  <c:v>24.5</c:v>
                </c:pt>
                <c:pt idx="43483">
                  <c:v>24.5</c:v>
                </c:pt>
                <c:pt idx="43484">
                  <c:v>24.5</c:v>
                </c:pt>
                <c:pt idx="43485">
                  <c:v>24.5</c:v>
                </c:pt>
                <c:pt idx="43486">
                  <c:v>24.5</c:v>
                </c:pt>
                <c:pt idx="43487">
                  <c:v>24.5</c:v>
                </c:pt>
                <c:pt idx="43488">
                  <c:v>24.5</c:v>
                </c:pt>
                <c:pt idx="43489">
                  <c:v>24.5</c:v>
                </c:pt>
                <c:pt idx="43490">
                  <c:v>24.5</c:v>
                </c:pt>
                <c:pt idx="43491">
                  <c:v>24.5</c:v>
                </c:pt>
                <c:pt idx="43492">
                  <c:v>24.5</c:v>
                </c:pt>
                <c:pt idx="43493">
                  <c:v>24.5</c:v>
                </c:pt>
                <c:pt idx="43494">
                  <c:v>24.5</c:v>
                </c:pt>
                <c:pt idx="43495">
                  <c:v>24.5</c:v>
                </c:pt>
                <c:pt idx="43496">
                  <c:v>24.5</c:v>
                </c:pt>
                <c:pt idx="43497">
                  <c:v>24.5</c:v>
                </c:pt>
                <c:pt idx="43498">
                  <c:v>24.5</c:v>
                </c:pt>
                <c:pt idx="43499">
                  <c:v>24.5</c:v>
                </c:pt>
                <c:pt idx="43500">
                  <c:v>24.5</c:v>
                </c:pt>
                <c:pt idx="43501">
                  <c:v>24.5</c:v>
                </c:pt>
                <c:pt idx="43502">
                  <c:v>24.5</c:v>
                </c:pt>
                <c:pt idx="43503">
                  <c:v>24.5</c:v>
                </c:pt>
                <c:pt idx="43504">
                  <c:v>24.5</c:v>
                </c:pt>
                <c:pt idx="43505">
                  <c:v>24.5</c:v>
                </c:pt>
                <c:pt idx="43506">
                  <c:v>24.5</c:v>
                </c:pt>
                <c:pt idx="43507">
                  <c:v>24.5</c:v>
                </c:pt>
                <c:pt idx="43508">
                  <c:v>24.5</c:v>
                </c:pt>
                <c:pt idx="43509">
                  <c:v>24.5</c:v>
                </c:pt>
                <c:pt idx="43510">
                  <c:v>24.5</c:v>
                </c:pt>
                <c:pt idx="43511">
                  <c:v>24.5</c:v>
                </c:pt>
                <c:pt idx="43512">
                  <c:v>24.5</c:v>
                </c:pt>
                <c:pt idx="43513">
                  <c:v>24.5</c:v>
                </c:pt>
                <c:pt idx="43514">
                  <c:v>24.5</c:v>
                </c:pt>
                <c:pt idx="43515">
                  <c:v>24.5</c:v>
                </c:pt>
                <c:pt idx="43516">
                  <c:v>24.5</c:v>
                </c:pt>
                <c:pt idx="43517">
                  <c:v>24.5</c:v>
                </c:pt>
                <c:pt idx="43518">
                  <c:v>24.5</c:v>
                </c:pt>
                <c:pt idx="43519">
                  <c:v>24.5</c:v>
                </c:pt>
                <c:pt idx="43520">
                  <c:v>24.5</c:v>
                </c:pt>
                <c:pt idx="43521">
                  <c:v>24.5</c:v>
                </c:pt>
                <c:pt idx="43522">
                  <c:v>24.5</c:v>
                </c:pt>
                <c:pt idx="43523">
                  <c:v>24.5</c:v>
                </c:pt>
                <c:pt idx="43524">
                  <c:v>24.5</c:v>
                </c:pt>
                <c:pt idx="43525">
                  <c:v>24.5</c:v>
                </c:pt>
                <c:pt idx="43526">
                  <c:v>24.5</c:v>
                </c:pt>
                <c:pt idx="43527">
                  <c:v>24.5</c:v>
                </c:pt>
                <c:pt idx="43528">
                  <c:v>24.5</c:v>
                </c:pt>
                <c:pt idx="43529">
                  <c:v>24.5</c:v>
                </c:pt>
                <c:pt idx="43530">
                  <c:v>24.5</c:v>
                </c:pt>
                <c:pt idx="43531">
                  <c:v>24.5</c:v>
                </c:pt>
                <c:pt idx="43532">
                  <c:v>24.5</c:v>
                </c:pt>
                <c:pt idx="43533">
                  <c:v>24.5</c:v>
                </c:pt>
                <c:pt idx="43534">
                  <c:v>24.5</c:v>
                </c:pt>
                <c:pt idx="43535">
                  <c:v>24.5</c:v>
                </c:pt>
                <c:pt idx="43536">
                  <c:v>24.5</c:v>
                </c:pt>
                <c:pt idx="43537">
                  <c:v>24.5</c:v>
                </c:pt>
                <c:pt idx="43538">
                  <c:v>24.5</c:v>
                </c:pt>
                <c:pt idx="43539">
                  <c:v>24.5</c:v>
                </c:pt>
                <c:pt idx="43540">
                  <c:v>24.5</c:v>
                </c:pt>
                <c:pt idx="43541">
                  <c:v>24.5</c:v>
                </c:pt>
                <c:pt idx="43542">
                  <c:v>24.5</c:v>
                </c:pt>
                <c:pt idx="43543">
                  <c:v>24.5</c:v>
                </c:pt>
                <c:pt idx="43544">
                  <c:v>24.5</c:v>
                </c:pt>
                <c:pt idx="43545">
                  <c:v>24.5</c:v>
                </c:pt>
                <c:pt idx="43546">
                  <c:v>24.5</c:v>
                </c:pt>
                <c:pt idx="43547">
                  <c:v>24.5</c:v>
                </c:pt>
                <c:pt idx="43548">
                  <c:v>24.5</c:v>
                </c:pt>
                <c:pt idx="43549">
                  <c:v>24.5</c:v>
                </c:pt>
                <c:pt idx="43550">
                  <c:v>24.5</c:v>
                </c:pt>
                <c:pt idx="43551">
                  <c:v>24.5</c:v>
                </c:pt>
                <c:pt idx="43552">
                  <c:v>24.5</c:v>
                </c:pt>
                <c:pt idx="43553">
                  <c:v>24.5</c:v>
                </c:pt>
                <c:pt idx="43554">
                  <c:v>24.5</c:v>
                </c:pt>
                <c:pt idx="43555">
                  <c:v>24.5</c:v>
                </c:pt>
                <c:pt idx="43556">
                  <c:v>24.5</c:v>
                </c:pt>
                <c:pt idx="43557">
                  <c:v>24.5</c:v>
                </c:pt>
                <c:pt idx="43558">
                  <c:v>24.5</c:v>
                </c:pt>
                <c:pt idx="43559">
                  <c:v>24.5</c:v>
                </c:pt>
                <c:pt idx="43560">
                  <c:v>24.5</c:v>
                </c:pt>
                <c:pt idx="43561">
                  <c:v>24.5</c:v>
                </c:pt>
                <c:pt idx="43562">
                  <c:v>24.5</c:v>
                </c:pt>
                <c:pt idx="43563">
                  <c:v>24.5</c:v>
                </c:pt>
                <c:pt idx="43564">
                  <c:v>24.5</c:v>
                </c:pt>
                <c:pt idx="43565">
                  <c:v>24.5</c:v>
                </c:pt>
                <c:pt idx="43566">
                  <c:v>24.5</c:v>
                </c:pt>
                <c:pt idx="43567">
                  <c:v>24.5</c:v>
                </c:pt>
                <c:pt idx="43568">
                  <c:v>24.5</c:v>
                </c:pt>
                <c:pt idx="43569">
                  <c:v>24.5</c:v>
                </c:pt>
                <c:pt idx="43570">
                  <c:v>24.5</c:v>
                </c:pt>
                <c:pt idx="43571">
                  <c:v>24.5</c:v>
                </c:pt>
                <c:pt idx="43572">
                  <c:v>24.5</c:v>
                </c:pt>
                <c:pt idx="43573">
                  <c:v>24.5</c:v>
                </c:pt>
                <c:pt idx="43574">
                  <c:v>24.5</c:v>
                </c:pt>
                <c:pt idx="43575">
                  <c:v>24.5</c:v>
                </c:pt>
                <c:pt idx="43576">
                  <c:v>24.5</c:v>
                </c:pt>
                <c:pt idx="43577">
                  <c:v>24.5</c:v>
                </c:pt>
                <c:pt idx="43578">
                  <c:v>24.5</c:v>
                </c:pt>
                <c:pt idx="43579">
                  <c:v>24.5</c:v>
                </c:pt>
                <c:pt idx="43580">
                  <c:v>24.5</c:v>
                </c:pt>
                <c:pt idx="43581">
                  <c:v>24.5</c:v>
                </c:pt>
                <c:pt idx="43582">
                  <c:v>24.5</c:v>
                </c:pt>
                <c:pt idx="43583">
                  <c:v>24.5</c:v>
                </c:pt>
                <c:pt idx="43584">
                  <c:v>24.5</c:v>
                </c:pt>
                <c:pt idx="43585">
                  <c:v>24.5</c:v>
                </c:pt>
                <c:pt idx="43586">
                  <c:v>24.5</c:v>
                </c:pt>
                <c:pt idx="43587">
                  <c:v>24.5</c:v>
                </c:pt>
                <c:pt idx="43588">
                  <c:v>24.5</c:v>
                </c:pt>
                <c:pt idx="43589">
                  <c:v>24.5</c:v>
                </c:pt>
                <c:pt idx="43590">
                  <c:v>24.5</c:v>
                </c:pt>
                <c:pt idx="43591">
                  <c:v>24.5</c:v>
                </c:pt>
                <c:pt idx="43592">
                  <c:v>24.5</c:v>
                </c:pt>
                <c:pt idx="43593">
                  <c:v>24.5</c:v>
                </c:pt>
                <c:pt idx="43594">
                  <c:v>24.5</c:v>
                </c:pt>
                <c:pt idx="43595">
                  <c:v>24.5</c:v>
                </c:pt>
                <c:pt idx="43596">
                  <c:v>24.5</c:v>
                </c:pt>
                <c:pt idx="43597">
                  <c:v>24.5</c:v>
                </c:pt>
                <c:pt idx="43598">
                  <c:v>24.5</c:v>
                </c:pt>
                <c:pt idx="43599">
                  <c:v>24.5</c:v>
                </c:pt>
                <c:pt idx="43600">
                  <c:v>24.5</c:v>
                </c:pt>
                <c:pt idx="43601">
                  <c:v>24.5</c:v>
                </c:pt>
                <c:pt idx="43602">
                  <c:v>24.5</c:v>
                </c:pt>
                <c:pt idx="43603">
                  <c:v>24.5</c:v>
                </c:pt>
                <c:pt idx="43604">
                  <c:v>24.5</c:v>
                </c:pt>
                <c:pt idx="43605">
                  <c:v>24.5</c:v>
                </c:pt>
                <c:pt idx="43606">
                  <c:v>24.5</c:v>
                </c:pt>
                <c:pt idx="43607">
                  <c:v>24.5</c:v>
                </c:pt>
                <c:pt idx="43608">
                  <c:v>24.5</c:v>
                </c:pt>
                <c:pt idx="43609">
                  <c:v>24.5</c:v>
                </c:pt>
                <c:pt idx="43610">
                  <c:v>24.5</c:v>
                </c:pt>
                <c:pt idx="43611">
                  <c:v>24.5</c:v>
                </c:pt>
                <c:pt idx="43612">
                  <c:v>24.5</c:v>
                </c:pt>
                <c:pt idx="43613">
                  <c:v>24.5</c:v>
                </c:pt>
                <c:pt idx="43614">
                  <c:v>24.5</c:v>
                </c:pt>
                <c:pt idx="43615">
                  <c:v>24.5</c:v>
                </c:pt>
                <c:pt idx="43616">
                  <c:v>24.5</c:v>
                </c:pt>
                <c:pt idx="43617">
                  <c:v>24.5</c:v>
                </c:pt>
                <c:pt idx="43618">
                  <c:v>24.5</c:v>
                </c:pt>
                <c:pt idx="43619">
                  <c:v>24.5</c:v>
                </c:pt>
                <c:pt idx="43620">
                  <c:v>24.5</c:v>
                </c:pt>
                <c:pt idx="43621">
                  <c:v>24.5</c:v>
                </c:pt>
                <c:pt idx="43622">
                  <c:v>24.5</c:v>
                </c:pt>
                <c:pt idx="43623">
                  <c:v>24.5</c:v>
                </c:pt>
                <c:pt idx="43624">
                  <c:v>24.5</c:v>
                </c:pt>
                <c:pt idx="43625">
                  <c:v>24.5</c:v>
                </c:pt>
                <c:pt idx="43626">
                  <c:v>24.5</c:v>
                </c:pt>
                <c:pt idx="43627">
                  <c:v>24.5</c:v>
                </c:pt>
                <c:pt idx="43628">
                  <c:v>24.5</c:v>
                </c:pt>
                <c:pt idx="43629">
                  <c:v>24.5</c:v>
                </c:pt>
                <c:pt idx="43630">
                  <c:v>24.5</c:v>
                </c:pt>
                <c:pt idx="43631">
                  <c:v>24.5</c:v>
                </c:pt>
                <c:pt idx="43632">
                  <c:v>24.5</c:v>
                </c:pt>
                <c:pt idx="43633">
                  <c:v>24.5</c:v>
                </c:pt>
                <c:pt idx="43634">
                  <c:v>24.5</c:v>
                </c:pt>
                <c:pt idx="43635">
                  <c:v>24.5</c:v>
                </c:pt>
                <c:pt idx="43636">
                  <c:v>24.5</c:v>
                </c:pt>
                <c:pt idx="43637">
                  <c:v>24.5</c:v>
                </c:pt>
                <c:pt idx="43638">
                  <c:v>24.5</c:v>
                </c:pt>
                <c:pt idx="43639">
                  <c:v>24.5</c:v>
                </c:pt>
                <c:pt idx="43640">
                  <c:v>24.5</c:v>
                </c:pt>
                <c:pt idx="43641">
                  <c:v>24.5</c:v>
                </c:pt>
                <c:pt idx="43642">
                  <c:v>24.5</c:v>
                </c:pt>
                <c:pt idx="43643">
                  <c:v>24.5</c:v>
                </c:pt>
                <c:pt idx="43644">
                  <c:v>24.5</c:v>
                </c:pt>
                <c:pt idx="43645">
                  <c:v>24.5</c:v>
                </c:pt>
                <c:pt idx="43646">
                  <c:v>24.5</c:v>
                </c:pt>
                <c:pt idx="43647">
                  <c:v>24.5</c:v>
                </c:pt>
                <c:pt idx="43648">
                  <c:v>24.5</c:v>
                </c:pt>
                <c:pt idx="43649">
                  <c:v>24.5</c:v>
                </c:pt>
                <c:pt idx="43650">
                  <c:v>24.5</c:v>
                </c:pt>
                <c:pt idx="43651">
                  <c:v>24.5</c:v>
                </c:pt>
                <c:pt idx="43652">
                  <c:v>24.5</c:v>
                </c:pt>
                <c:pt idx="43653">
                  <c:v>24.5</c:v>
                </c:pt>
                <c:pt idx="43654">
                  <c:v>24.5</c:v>
                </c:pt>
                <c:pt idx="43655">
                  <c:v>24.5</c:v>
                </c:pt>
                <c:pt idx="43656">
                  <c:v>24.5</c:v>
                </c:pt>
                <c:pt idx="43657">
                  <c:v>24.5</c:v>
                </c:pt>
                <c:pt idx="43658">
                  <c:v>24.5</c:v>
                </c:pt>
                <c:pt idx="43659">
                  <c:v>24.5</c:v>
                </c:pt>
                <c:pt idx="43660">
                  <c:v>24.5</c:v>
                </c:pt>
                <c:pt idx="43661">
                  <c:v>24.5</c:v>
                </c:pt>
                <c:pt idx="43662">
                  <c:v>24.5</c:v>
                </c:pt>
                <c:pt idx="43663">
                  <c:v>24.5</c:v>
                </c:pt>
                <c:pt idx="43664">
                  <c:v>24.5</c:v>
                </c:pt>
                <c:pt idx="43665">
                  <c:v>24.5</c:v>
                </c:pt>
                <c:pt idx="43666">
                  <c:v>24.5</c:v>
                </c:pt>
                <c:pt idx="43667">
                  <c:v>24.5</c:v>
                </c:pt>
                <c:pt idx="43668">
                  <c:v>24.5</c:v>
                </c:pt>
                <c:pt idx="43669">
                  <c:v>24.5</c:v>
                </c:pt>
                <c:pt idx="43670">
                  <c:v>24.5</c:v>
                </c:pt>
                <c:pt idx="43671">
                  <c:v>24.5</c:v>
                </c:pt>
                <c:pt idx="43672">
                  <c:v>24.5</c:v>
                </c:pt>
                <c:pt idx="43673">
                  <c:v>24.5</c:v>
                </c:pt>
                <c:pt idx="43674">
                  <c:v>24.5</c:v>
                </c:pt>
                <c:pt idx="43675">
                  <c:v>24.5</c:v>
                </c:pt>
                <c:pt idx="43676">
                  <c:v>24.5</c:v>
                </c:pt>
                <c:pt idx="43677">
                  <c:v>24.5</c:v>
                </c:pt>
                <c:pt idx="43678">
                  <c:v>24.5</c:v>
                </c:pt>
                <c:pt idx="43679">
                  <c:v>24.5</c:v>
                </c:pt>
                <c:pt idx="43680">
                  <c:v>24.5</c:v>
                </c:pt>
                <c:pt idx="43681">
                  <c:v>24.5</c:v>
                </c:pt>
                <c:pt idx="43682">
                  <c:v>24.5</c:v>
                </c:pt>
                <c:pt idx="43683">
                  <c:v>24.5</c:v>
                </c:pt>
                <c:pt idx="43684">
                  <c:v>24.5</c:v>
                </c:pt>
                <c:pt idx="43685">
                  <c:v>24.5</c:v>
                </c:pt>
                <c:pt idx="43686">
                  <c:v>24.5</c:v>
                </c:pt>
                <c:pt idx="43687">
                  <c:v>24.5</c:v>
                </c:pt>
                <c:pt idx="43688">
                  <c:v>24.5</c:v>
                </c:pt>
                <c:pt idx="43689">
                  <c:v>24.5</c:v>
                </c:pt>
                <c:pt idx="43690">
                  <c:v>24.5</c:v>
                </c:pt>
                <c:pt idx="43691">
                  <c:v>24.5</c:v>
                </c:pt>
                <c:pt idx="43692">
                  <c:v>24.5</c:v>
                </c:pt>
                <c:pt idx="43693">
                  <c:v>24.5</c:v>
                </c:pt>
                <c:pt idx="43694">
                  <c:v>24.5</c:v>
                </c:pt>
                <c:pt idx="43695">
                  <c:v>24.5</c:v>
                </c:pt>
                <c:pt idx="43696">
                  <c:v>24.5</c:v>
                </c:pt>
                <c:pt idx="43697">
                  <c:v>24.5</c:v>
                </c:pt>
                <c:pt idx="43698">
                  <c:v>24.5</c:v>
                </c:pt>
                <c:pt idx="43699">
                  <c:v>24.5</c:v>
                </c:pt>
                <c:pt idx="43700">
                  <c:v>24.5</c:v>
                </c:pt>
                <c:pt idx="43701">
                  <c:v>24.5</c:v>
                </c:pt>
                <c:pt idx="43702">
                  <c:v>24.5</c:v>
                </c:pt>
                <c:pt idx="43703">
                  <c:v>24.5</c:v>
                </c:pt>
                <c:pt idx="43704">
                  <c:v>24.5</c:v>
                </c:pt>
                <c:pt idx="43705">
                  <c:v>24.5</c:v>
                </c:pt>
                <c:pt idx="43706">
                  <c:v>24.5</c:v>
                </c:pt>
                <c:pt idx="43707">
                  <c:v>24.5</c:v>
                </c:pt>
                <c:pt idx="43708">
                  <c:v>24.5</c:v>
                </c:pt>
                <c:pt idx="43709">
                  <c:v>24.5</c:v>
                </c:pt>
                <c:pt idx="43710">
                  <c:v>24.5</c:v>
                </c:pt>
                <c:pt idx="43711">
                  <c:v>24.5</c:v>
                </c:pt>
                <c:pt idx="43712">
                  <c:v>24.5</c:v>
                </c:pt>
                <c:pt idx="43713">
                  <c:v>24.5</c:v>
                </c:pt>
                <c:pt idx="43714">
                  <c:v>24.5</c:v>
                </c:pt>
                <c:pt idx="43715">
                  <c:v>24.5</c:v>
                </c:pt>
                <c:pt idx="43716">
                  <c:v>24.5</c:v>
                </c:pt>
                <c:pt idx="43717">
                  <c:v>24.5</c:v>
                </c:pt>
                <c:pt idx="43718">
                  <c:v>24.5</c:v>
                </c:pt>
                <c:pt idx="43719">
                  <c:v>24.5</c:v>
                </c:pt>
                <c:pt idx="43720">
                  <c:v>24.5</c:v>
                </c:pt>
                <c:pt idx="43721">
                  <c:v>24.5</c:v>
                </c:pt>
                <c:pt idx="43722">
                  <c:v>24.5</c:v>
                </c:pt>
                <c:pt idx="43723">
                  <c:v>24.5</c:v>
                </c:pt>
                <c:pt idx="43724">
                  <c:v>24.5</c:v>
                </c:pt>
                <c:pt idx="43725">
                  <c:v>24.5</c:v>
                </c:pt>
                <c:pt idx="43726">
                  <c:v>24.5</c:v>
                </c:pt>
                <c:pt idx="43727">
                  <c:v>24.5</c:v>
                </c:pt>
                <c:pt idx="43728">
                  <c:v>24.5</c:v>
                </c:pt>
                <c:pt idx="43729">
                  <c:v>24.5</c:v>
                </c:pt>
                <c:pt idx="43730">
                  <c:v>24.5</c:v>
                </c:pt>
                <c:pt idx="43731">
                  <c:v>24.5</c:v>
                </c:pt>
                <c:pt idx="43732">
                  <c:v>24.5</c:v>
                </c:pt>
                <c:pt idx="43733">
                  <c:v>24.5</c:v>
                </c:pt>
                <c:pt idx="43734">
                  <c:v>24.5</c:v>
                </c:pt>
                <c:pt idx="43735">
                  <c:v>24.5</c:v>
                </c:pt>
                <c:pt idx="43736">
                  <c:v>24.5</c:v>
                </c:pt>
                <c:pt idx="43737">
                  <c:v>24.5</c:v>
                </c:pt>
                <c:pt idx="43738">
                  <c:v>24.5</c:v>
                </c:pt>
                <c:pt idx="43739">
                  <c:v>24.5</c:v>
                </c:pt>
                <c:pt idx="43740">
                  <c:v>24.5</c:v>
                </c:pt>
                <c:pt idx="43741">
                  <c:v>24.5</c:v>
                </c:pt>
                <c:pt idx="43742">
                  <c:v>24.5</c:v>
                </c:pt>
                <c:pt idx="43743">
                  <c:v>24.5</c:v>
                </c:pt>
                <c:pt idx="43744">
                  <c:v>24.5</c:v>
                </c:pt>
                <c:pt idx="43745">
                  <c:v>24.5</c:v>
                </c:pt>
                <c:pt idx="43746">
                  <c:v>24.5</c:v>
                </c:pt>
                <c:pt idx="43747">
                  <c:v>24.5</c:v>
                </c:pt>
                <c:pt idx="43748">
                  <c:v>24.5</c:v>
                </c:pt>
                <c:pt idx="43749">
                  <c:v>24.5</c:v>
                </c:pt>
                <c:pt idx="43750">
                  <c:v>24.5</c:v>
                </c:pt>
                <c:pt idx="43751">
                  <c:v>24.5</c:v>
                </c:pt>
                <c:pt idx="43752">
                  <c:v>24.5</c:v>
                </c:pt>
                <c:pt idx="43753">
                  <c:v>24.5</c:v>
                </c:pt>
                <c:pt idx="43754">
                  <c:v>24.5</c:v>
                </c:pt>
                <c:pt idx="43755">
                  <c:v>24.5</c:v>
                </c:pt>
                <c:pt idx="43756">
                  <c:v>24.5</c:v>
                </c:pt>
                <c:pt idx="43757">
                  <c:v>24.5</c:v>
                </c:pt>
                <c:pt idx="43758">
                  <c:v>24.5</c:v>
                </c:pt>
                <c:pt idx="43759">
                  <c:v>24.5</c:v>
                </c:pt>
                <c:pt idx="43760">
                  <c:v>24.5</c:v>
                </c:pt>
                <c:pt idx="43761">
                  <c:v>24.5</c:v>
                </c:pt>
                <c:pt idx="43762">
                  <c:v>24.5</c:v>
                </c:pt>
                <c:pt idx="43763">
                  <c:v>24.5</c:v>
                </c:pt>
                <c:pt idx="43764">
                  <c:v>24.5</c:v>
                </c:pt>
                <c:pt idx="43765">
                  <c:v>24.5</c:v>
                </c:pt>
                <c:pt idx="43766">
                  <c:v>24.5</c:v>
                </c:pt>
                <c:pt idx="43767">
                  <c:v>24.5</c:v>
                </c:pt>
                <c:pt idx="43768">
                  <c:v>24.5</c:v>
                </c:pt>
                <c:pt idx="43769">
                  <c:v>24.5</c:v>
                </c:pt>
                <c:pt idx="43770">
                  <c:v>24.5</c:v>
                </c:pt>
                <c:pt idx="43771">
                  <c:v>24.5</c:v>
                </c:pt>
                <c:pt idx="43772">
                  <c:v>24.5</c:v>
                </c:pt>
                <c:pt idx="43773">
                  <c:v>24.5</c:v>
                </c:pt>
                <c:pt idx="43774">
                  <c:v>24.5</c:v>
                </c:pt>
                <c:pt idx="43775">
                  <c:v>24.5</c:v>
                </c:pt>
                <c:pt idx="43776">
                  <c:v>24.5</c:v>
                </c:pt>
                <c:pt idx="43777">
                  <c:v>24.5</c:v>
                </c:pt>
                <c:pt idx="43778">
                  <c:v>24.5</c:v>
                </c:pt>
                <c:pt idx="43779">
                  <c:v>24.5</c:v>
                </c:pt>
                <c:pt idx="43780">
                  <c:v>24.5</c:v>
                </c:pt>
                <c:pt idx="43781">
                  <c:v>24.5</c:v>
                </c:pt>
                <c:pt idx="43782">
                  <c:v>24.5</c:v>
                </c:pt>
                <c:pt idx="43783">
                  <c:v>24.5</c:v>
                </c:pt>
                <c:pt idx="43784">
                  <c:v>24.5</c:v>
                </c:pt>
                <c:pt idx="43785">
                  <c:v>24.5</c:v>
                </c:pt>
                <c:pt idx="43786">
                  <c:v>24.5</c:v>
                </c:pt>
                <c:pt idx="43787">
                  <c:v>24.5</c:v>
                </c:pt>
                <c:pt idx="43788">
                  <c:v>24.5</c:v>
                </c:pt>
                <c:pt idx="43789">
                  <c:v>24.5</c:v>
                </c:pt>
                <c:pt idx="43790">
                  <c:v>24.5</c:v>
                </c:pt>
                <c:pt idx="43791">
                  <c:v>24.5</c:v>
                </c:pt>
                <c:pt idx="43792">
                  <c:v>24.5</c:v>
                </c:pt>
                <c:pt idx="43793">
                  <c:v>24.5</c:v>
                </c:pt>
                <c:pt idx="43794">
                  <c:v>24.5</c:v>
                </c:pt>
                <c:pt idx="43795">
                  <c:v>24.5</c:v>
                </c:pt>
                <c:pt idx="43796">
                  <c:v>24.55</c:v>
                </c:pt>
                <c:pt idx="43797">
                  <c:v>24.5</c:v>
                </c:pt>
                <c:pt idx="43798">
                  <c:v>24.5</c:v>
                </c:pt>
                <c:pt idx="43799">
                  <c:v>24.5</c:v>
                </c:pt>
                <c:pt idx="43800">
                  <c:v>24.5</c:v>
                </c:pt>
                <c:pt idx="43801">
                  <c:v>24.5</c:v>
                </c:pt>
                <c:pt idx="43802">
                  <c:v>24.5</c:v>
                </c:pt>
                <c:pt idx="43803">
                  <c:v>24.5</c:v>
                </c:pt>
                <c:pt idx="43804">
                  <c:v>24.5</c:v>
                </c:pt>
                <c:pt idx="43805">
                  <c:v>24.5</c:v>
                </c:pt>
                <c:pt idx="43806">
                  <c:v>24.5</c:v>
                </c:pt>
                <c:pt idx="43807">
                  <c:v>24.5</c:v>
                </c:pt>
                <c:pt idx="43808">
                  <c:v>24.5</c:v>
                </c:pt>
                <c:pt idx="43809">
                  <c:v>24.5</c:v>
                </c:pt>
                <c:pt idx="43810">
                  <c:v>24.5</c:v>
                </c:pt>
                <c:pt idx="43811">
                  <c:v>24.5</c:v>
                </c:pt>
                <c:pt idx="43812">
                  <c:v>24.5</c:v>
                </c:pt>
                <c:pt idx="43813">
                  <c:v>24.5</c:v>
                </c:pt>
                <c:pt idx="43814">
                  <c:v>24.5</c:v>
                </c:pt>
                <c:pt idx="43815">
                  <c:v>24.5</c:v>
                </c:pt>
                <c:pt idx="43816">
                  <c:v>24.5</c:v>
                </c:pt>
                <c:pt idx="43817">
                  <c:v>24.5</c:v>
                </c:pt>
                <c:pt idx="43818">
                  <c:v>24.5</c:v>
                </c:pt>
                <c:pt idx="43819">
                  <c:v>24.5</c:v>
                </c:pt>
                <c:pt idx="43820">
                  <c:v>24.55</c:v>
                </c:pt>
                <c:pt idx="43821">
                  <c:v>24.55</c:v>
                </c:pt>
                <c:pt idx="43822">
                  <c:v>24.5</c:v>
                </c:pt>
                <c:pt idx="43823">
                  <c:v>24.5</c:v>
                </c:pt>
                <c:pt idx="43824">
                  <c:v>24.5</c:v>
                </c:pt>
                <c:pt idx="43825">
                  <c:v>24.5</c:v>
                </c:pt>
                <c:pt idx="43826">
                  <c:v>24.5</c:v>
                </c:pt>
                <c:pt idx="43827">
                  <c:v>24.55</c:v>
                </c:pt>
                <c:pt idx="43828">
                  <c:v>24.5</c:v>
                </c:pt>
                <c:pt idx="43829">
                  <c:v>24.5</c:v>
                </c:pt>
                <c:pt idx="43830">
                  <c:v>24.5</c:v>
                </c:pt>
                <c:pt idx="43831">
                  <c:v>24.5</c:v>
                </c:pt>
                <c:pt idx="43832">
                  <c:v>24.5</c:v>
                </c:pt>
                <c:pt idx="43833">
                  <c:v>24.5</c:v>
                </c:pt>
                <c:pt idx="43834">
                  <c:v>24.5</c:v>
                </c:pt>
                <c:pt idx="43835">
                  <c:v>24.5</c:v>
                </c:pt>
                <c:pt idx="43836">
                  <c:v>24.5</c:v>
                </c:pt>
                <c:pt idx="43837">
                  <c:v>24.55</c:v>
                </c:pt>
                <c:pt idx="43838">
                  <c:v>24.5</c:v>
                </c:pt>
                <c:pt idx="43839">
                  <c:v>24.55</c:v>
                </c:pt>
                <c:pt idx="43840">
                  <c:v>24.55</c:v>
                </c:pt>
                <c:pt idx="43841">
                  <c:v>24.5</c:v>
                </c:pt>
                <c:pt idx="43842">
                  <c:v>24.55</c:v>
                </c:pt>
                <c:pt idx="43843">
                  <c:v>24.5</c:v>
                </c:pt>
                <c:pt idx="43844">
                  <c:v>24.5</c:v>
                </c:pt>
                <c:pt idx="43845">
                  <c:v>24.55</c:v>
                </c:pt>
                <c:pt idx="43846">
                  <c:v>24.5</c:v>
                </c:pt>
                <c:pt idx="43847">
                  <c:v>24.55</c:v>
                </c:pt>
                <c:pt idx="43848">
                  <c:v>24.5</c:v>
                </c:pt>
                <c:pt idx="43849">
                  <c:v>24.5</c:v>
                </c:pt>
                <c:pt idx="43850">
                  <c:v>24.5</c:v>
                </c:pt>
                <c:pt idx="43851">
                  <c:v>24.55</c:v>
                </c:pt>
                <c:pt idx="43852">
                  <c:v>24.5</c:v>
                </c:pt>
                <c:pt idx="43853">
                  <c:v>24.55</c:v>
                </c:pt>
                <c:pt idx="43854">
                  <c:v>24.5</c:v>
                </c:pt>
                <c:pt idx="43855">
                  <c:v>24.55</c:v>
                </c:pt>
                <c:pt idx="43856">
                  <c:v>24.5</c:v>
                </c:pt>
                <c:pt idx="43857">
                  <c:v>24.5</c:v>
                </c:pt>
                <c:pt idx="43858">
                  <c:v>24.5</c:v>
                </c:pt>
                <c:pt idx="43859">
                  <c:v>24.5</c:v>
                </c:pt>
                <c:pt idx="43860">
                  <c:v>24.5</c:v>
                </c:pt>
                <c:pt idx="43861">
                  <c:v>24.5</c:v>
                </c:pt>
                <c:pt idx="43862">
                  <c:v>24.5</c:v>
                </c:pt>
                <c:pt idx="43863">
                  <c:v>24.5</c:v>
                </c:pt>
                <c:pt idx="43864">
                  <c:v>24.5</c:v>
                </c:pt>
                <c:pt idx="43865">
                  <c:v>24.5</c:v>
                </c:pt>
                <c:pt idx="43866">
                  <c:v>24.5</c:v>
                </c:pt>
                <c:pt idx="43867">
                  <c:v>24.5</c:v>
                </c:pt>
                <c:pt idx="43868">
                  <c:v>24.5</c:v>
                </c:pt>
                <c:pt idx="43869">
                  <c:v>24.5</c:v>
                </c:pt>
                <c:pt idx="43870">
                  <c:v>24.5</c:v>
                </c:pt>
                <c:pt idx="43871">
                  <c:v>24.5</c:v>
                </c:pt>
                <c:pt idx="43872">
                  <c:v>24.5</c:v>
                </c:pt>
                <c:pt idx="43873">
                  <c:v>24.5</c:v>
                </c:pt>
                <c:pt idx="43874">
                  <c:v>24.5</c:v>
                </c:pt>
                <c:pt idx="43875">
                  <c:v>24.5</c:v>
                </c:pt>
                <c:pt idx="43876">
                  <c:v>24.5</c:v>
                </c:pt>
                <c:pt idx="43877">
                  <c:v>24.5</c:v>
                </c:pt>
                <c:pt idx="43878">
                  <c:v>24.5</c:v>
                </c:pt>
                <c:pt idx="43879">
                  <c:v>24.55</c:v>
                </c:pt>
                <c:pt idx="43880">
                  <c:v>24.55</c:v>
                </c:pt>
                <c:pt idx="43881">
                  <c:v>24.55</c:v>
                </c:pt>
                <c:pt idx="43882">
                  <c:v>24.55</c:v>
                </c:pt>
                <c:pt idx="43883">
                  <c:v>24.5</c:v>
                </c:pt>
                <c:pt idx="43884">
                  <c:v>24.5</c:v>
                </c:pt>
                <c:pt idx="43885">
                  <c:v>24.5</c:v>
                </c:pt>
                <c:pt idx="43886">
                  <c:v>24.5</c:v>
                </c:pt>
                <c:pt idx="43887">
                  <c:v>24.5</c:v>
                </c:pt>
                <c:pt idx="43888">
                  <c:v>24.5</c:v>
                </c:pt>
                <c:pt idx="43889">
                  <c:v>24.55</c:v>
                </c:pt>
                <c:pt idx="43890">
                  <c:v>24.5</c:v>
                </c:pt>
                <c:pt idx="43891">
                  <c:v>24.5</c:v>
                </c:pt>
                <c:pt idx="43892">
                  <c:v>24.5</c:v>
                </c:pt>
                <c:pt idx="43893">
                  <c:v>24.5</c:v>
                </c:pt>
                <c:pt idx="43894">
                  <c:v>24.5</c:v>
                </c:pt>
                <c:pt idx="43895">
                  <c:v>24.5</c:v>
                </c:pt>
                <c:pt idx="43896">
                  <c:v>24.5</c:v>
                </c:pt>
                <c:pt idx="43897">
                  <c:v>24.55</c:v>
                </c:pt>
                <c:pt idx="43898">
                  <c:v>24.55</c:v>
                </c:pt>
                <c:pt idx="43899">
                  <c:v>24.55</c:v>
                </c:pt>
                <c:pt idx="43900">
                  <c:v>24.5</c:v>
                </c:pt>
                <c:pt idx="43901">
                  <c:v>24.5</c:v>
                </c:pt>
                <c:pt idx="43902">
                  <c:v>24.55</c:v>
                </c:pt>
                <c:pt idx="43903">
                  <c:v>24.5</c:v>
                </c:pt>
                <c:pt idx="43904">
                  <c:v>24.55</c:v>
                </c:pt>
                <c:pt idx="43905">
                  <c:v>24.5</c:v>
                </c:pt>
                <c:pt idx="43906">
                  <c:v>24.5</c:v>
                </c:pt>
                <c:pt idx="43907">
                  <c:v>24.55</c:v>
                </c:pt>
                <c:pt idx="43908">
                  <c:v>24.55</c:v>
                </c:pt>
                <c:pt idx="43909">
                  <c:v>24.55</c:v>
                </c:pt>
                <c:pt idx="43910">
                  <c:v>24.55</c:v>
                </c:pt>
                <c:pt idx="43911">
                  <c:v>24.5</c:v>
                </c:pt>
                <c:pt idx="43912">
                  <c:v>24.5</c:v>
                </c:pt>
                <c:pt idx="43913">
                  <c:v>24.5</c:v>
                </c:pt>
                <c:pt idx="43914">
                  <c:v>24.5</c:v>
                </c:pt>
                <c:pt idx="43915">
                  <c:v>24.5</c:v>
                </c:pt>
                <c:pt idx="43916">
                  <c:v>24.5</c:v>
                </c:pt>
                <c:pt idx="43917">
                  <c:v>24.5</c:v>
                </c:pt>
                <c:pt idx="43918">
                  <c:v>24.5</c:v>
                </c:pt>
                <c:pt idx="43919">
                  <c:v>24.5</c:v>
                </c:pt>
                <c:pt idx="43920">
                  <c:v>24.5</c:v>
                </c:pt>
                <c:pt idx="43921">
                  <c:v>24.5</c:v>
                </c:pt>
                <c:pt idx="43922">
                  <c:v>24.5</c:v>
                </c:pt>
                <c:pt idx="43923">
                  <c:v>24.55</c:v>
                </c:pt>
                <c:pt idx="43924">
                  <c:v>24.55</c:v>
                </c:pt>
                <c:pt idx="43925">
                  <c:v>24.55</c:v>
                </c:pt>
                <c:pt idx="43926">
                  <c:v>24.5</c:v>
                </c:pt>
                <c:pt idx="43927">
                  <c:v>24.55</c:v>
                </c:pt>
                <c:pt idx="43928">
                  <c:v>24.55</c:v>
                </c:pt>
                <c:pt idx="43929">
                  <c:v>24.55</c:v>
                </c:pt>
                <c:pt idx="43930">
                  <c:v>24.55</c:v>
                </c:pt>
                <c:pt idx="43931">
                  <c:v>24.55</c:v>
                </c:pt>
                <c:pt idx="43932">
                  <c:v>24.55</c:v>
                </c:pt>
                <c:pt idx="43933">
                  <c:v>24.55</c:v>
                </c:pt>
                <c:pt idx="43934">
                  <c:v>24.55</c:v>
                </c:pt>
                <c:pt idx="43935">
                  <c:v>24.55</c:v>
                </c:pt>
                <c:pt idx="43936">
                  <c:v>24.55</c:v>
                </c:pt>
                <c:pt idx="43937">
                  <c:v>24.55</c:v>
                </c:pt>
                <c:pt idx="43938">
                  <c:v>24.55</c:v>
                </c:pt>
                <c:pt idx="43939">
                  <c:v>24.55</c:v>
                </c:pt>
                <c:pt idx="43940">
                  <c:v>24.55</c:v>
                </c:pt>
                <c:pt idx="43941">
                  <c:v>24.55</c:v>
                </c:pt>
                <c:pt idx="43942">
                  <c:v>24.5</c:v>
                </c:pt>
                <c:pt idx="43943">
                  <c:v>24.5</c:v>
                </c:pt>
                <c:pt idx="43944">
                  <c:v>24.5</c:v>
                </c:pt>
                <c:pt idx="43945">
                  <c:v>24.55</c:v>
                </c:pt>
                <c:pt idx="43946">
                  <c:v>24.55</c:v>
                </c:pt>
                <c:pt idx="43947">
                  <c:v>24.5</c:v>
                </c:pt>
                <c:pt idx="43948">
                  <c:v>24.5</c:v>
                </c:pt>
                <c:pt idx="43949">
                  <c:v>24.55</c:v>
                </c:pt>
                <c:pt idx="43950">
                  <c:v>24.5</c:v>
                </c:pt>
                <c:pt idx="43951">
                  <c:v>24.55</c:v>
                </c:pt>
                <c:pt idx="43952">
                  <c:v>24.55</c:v>
                </c:pt>
                <c:pt idx="43953">
                  <c:v>24.55</c:v>
                </c:pt>
                <c:pt idx="43954">
                  <c:v>24.55</c:v>
                </c:pt>
                <c:pt idx="43955">
                  <c:v>24.55</c:v>
                </c:pt>
                <c:pt idx="43956">
                  <c:v>24.55</c:v>
                </c:pt>
                <c:pt idx="43957">
                  <c:v>24.55</c:v>
                </c:pt>
                <c:pt idx="43958">
                  <c:v>24.55</c:v>
                </c:pt>
                <c:pt idx="43959">
                  <c:v>24.55</c:v>
                </c:pt>
                <c:pt idx="43960">
                  <c:v>24.55</c:v>
                </c:pt>
                <c:pt idx="43961">
                  <c:v>24.55</c:v>
                </c:pt>
                <c:pt idx="43962">
                  <c:v>24.55</c:v>
                </c:pt>
                <c:pt idx="43963">
                  <c:v>24.55</c:v>
                </c:pt>
                <c:pt idx="43964">
                  <c:v>24.55</c:v>
                </c:pt>
                <c:pt idx="43965">
                  <c:v>24.55</c:v>
                </c:pt>
                <c:pt idx="43966">
                  <c:v>24.55</c:v>
                </c:pt>
                <c:pt idx="43967">
                  <c:v>24.55</c:v>
                </c:pt>
                <c:pt idx="43968">
                  <c:v>24.55</c:v>
                </c:pt>
                <c:pt idx="43969">
                  <c:v>24.55</c:v>
                </c:pt>
                <c:pt idx="43970">
                  <c:v>24.55</c:v>
                </c:pt>
                <c:pt idx="43971">
                  <c:v>24.5</c:v>
                </c:pt>
                <c:pt idx="43972">
                  <c:v>24.55</c:v>
                </c:pt>
                <c:pt idx="43973">
                  <c:v>24.55</c:v>
                </c:pt>
                <c:pt idx="43974">
                  <c:v>24.55</c:v>
                </c:pt>
                <c:pt idx="43975">
                  <c:v>24.55</c:v>
                </c:pt>
                <c:pt idx="43976">
                  <c:v>24.55</c:v>
                </c:pt>
                <c:pt idx="43977">
                  <c:v>24.55</c:v>
                </c:pt>
                <c:pt idx="43978">
                  <c:v>24.55</c:v>
                </c:pt>
                <c:pt idx="43979">
                  <c:v>24.55</c:v>
                </c:pt>
                <c:pt idx="43980">
                  <c:v>24.55</c:v>
                </c:pt>
                <c:pt idx="43981">
                  <c:v>24.55</c:v>
                </c:pt>
                <c:pt idx="43982">
                  <c:v>24.55</c:v>
                </c:pt>
                <c:pt idx="43983">
                  <c:v>24.55</c:v>
                </c:pt>
                <c:pt idx="43984">
                  <c:v>24.55</c:v>
                </c:pt>
                <c:pt idx="43985">
                  <c:v>24.55</c:v>
                </c:pt>
                <c:pt idx="43986">
                  <c:v>24.55</c:v>
                </c:pt>
                <c:pt idx="43987">
                  <c:v>24.55</c:v>
                </c:pt>
                <c:pt idx="43988">
                  <c:v>24.55</c:v>
                </c:pt>
                <c:pt idx="43989">
                  <c:v>24.55</c:v>
                </c:pt>
                <c:pt idx="43990">
                  <c:v>24.55</c:v>
                </c:pt>
                <c:pt idx="43991">
                  <c:v>24.55</c:v>
                </c:pt>
                <c:pt idx="43992">
                  <c:v>24.55</c:v>
                </c:pt>
                <c:pt idx="43993">
                  <c:v>24.55</c:v>
                </c:pt>
                <c:pt idx="43994">
                  <c:v>24.55</c:v>
                </c:pt>
                <c:pt idx="43995">
                  <c:v>24.55</c:v>
                </c:pt>
                <c:pt idx="43996">
                  <c:v>24.55</c:v>
                </c:pt>
                <c:pt idx="43997">
                  <c:v>24.55</c:v>
                </c:pt>
                <c:pt idx="43998">
                  <c:v>24.55</c:v>
                </c:pt>
                <c:pt idx="43999">
                  <c:v>24.55</c:v>
                </c:pt>
                <c:pt idx="44000">
                  <c:v>24.55</c:v>
                </c:pt>
                <c:pt idx="44001">
                  <c:v>24.55</c:v>
                </c:pt>
                <c:pt idx="44002">
                  <c:v>24.55</c:v>
                </c:pt>
                <c:pt idx="44003">
                  <c:v>24.55</c:v>
                </c:pt>
                <c:pt idx="44004">
                  <c:v>24.55</c:v>
                </c:pt>
                <c:pt idx="44005">
                  <c:v>24.55</c:v>
                </c:pt>
                <c:pt idx="44006">
                  <c:v>24.55</c:v>
                </c:pt>
                <c:pt idx="44007">
                  <c:v>24.55</c:v>
                </c:pt>
                <c:pt idx="44008">
                  <c:v>24.55</c:v>
                </c:pt>
                <c:pt idx="44009">
                  <c:v>24.55</c:v>
                </c:pt>
                <c:pt idx="44010">
                  <c:v>24.55</c:v>
                </c:pt>
                <c:pt idx="44011">
                  <c:v>24.55</c:v>
                </c:pt>
                <c:pt idx="44012">
                  <c:v>24.55</c:v>
                </c:pt>
                <c:pt idx="44013">
                  <c:v>24.55</c:v>
                </c:pt>
                <c:pt idx="44014">
                  <c:v>24.55</c:v>
                </c:pt>
                <c:pt idx="44015">
                  <c:v>24.55</c:v>
                </c:pt>
                <c:pt idx="44016">
                  <c:v>24.55</c:v>
                </c:pt>
                <c:pt idx="44017">
                  <c:v>24.55</c:v>
                </c:pt>
                <c:pt idx="44018">
                  <c:v>24.55</c:v>
                </c:pt>
                <c:pt idx="44019">
                  <c:v>24.55</c:v>
                </c:pt>
                <c:pt idx="44020">
                  <c:v>24.55</c:v>
                </c:pt>
                <c:pt idx="44021">
                  <c:v>24.55</c:v>
                </c:pt>
                <c:pt idx="44022">
                  <c:v>24.55</c:v>
                </c:pt>
                <c:pt idx="44023">
                  <c:v>24.55</c:v>
                </c:pt>
                <c:pt idx="44024">
                  <c:v>24.55</c:v>
                </c:pt>
                <c:pt idx="44025">
                  <c:v>24.55</c:v>
                </c:pt>
                <c:pt idx="44026">
                  <c:v>24.55</c:v>
                </c:pt>
                <c:pt idx="44027">
                  <c:v>24.55</c:v>
                </c:pt>
                <c:pt idx="44028">
                  <c:v>24.55</c:v>
                </c:pt>
                <c:pt idx="44029">
                  <c:v>24.55</c:v>
                </c:pt>
                <c:pt idx="44030">
                  <c:v>24.55</c:v>
                </c:pt>
                <c:pt idx="44031">
                  <c:v>24.55</c:v>
                </c:pt>
                <c:pt idx="44032">
                  <c:v>24.55</c:v>
                </c:pt>
                <c:pt idx="44033">
                  <c:v>24.55</c:v>
                </c:pt>
                <c:pt idx="44034">
                  <c:v>24.55</c:v>
                </c:pt>
                <c:pt idx="44035">
                  <c:v>24.55</c:v>
                </c:pt>
                <c:pt idx="44036">
                  <c:v>24.55</c:v>
                </c:pt>
                <c:pt idx="44037">
                  <c:v>24.55</c:v>
                </c:pt>
                <c:pt idx="44038">
                  <c:v>24.55</c:v>
                </c:pt>
                <c:pt idx="44039">
                  <c:v>24.55</c:v>
                </c:pt>
                <c:pt idx="44040">
                  <c:v>24.55</c:v>
                </c:pt>
                <c:pt idx="44041">
                  <c:v>24.55</c:v>
                </c:pt>
                <c:pt idx="44042">
                  <c:v>24.55</c:v>
                </c:pt>
                <c:pt idx="44043">
                  <c:v>24.55</c:v>
                </c:pt>
                <c:pt idx="44044">
                  <c:v>24.55</c:v>
                </c:pt>
                <c:pt idx="44045">
                  <c:v>24.55</c:v>
                </c:pt>
                <c:pt idx="44046">
                  <c:v>24.55</c:v>
                </c:pt>
                <c:pt idx="44047">
                  <c:v>24.55</c:v>
                </c:pt>
                <c:pt idx="44048">
                  <c:v>24.55</c:v>
                </c:pt>
                <c:pt idx="44049">
                  <c:v>24.55</c:v>
                </c:pt>
                <c:pt idx="44050">
                  <c:v>24.55</c:v>
                </c:pt>
                <c:pt idx="44051">
                  <c:v>24.55</c:v>
                </c:pt>
                <c:pt idx="44052">
                  <c:v>24.55</c:v>
                </c:pt>
                <c:pt idx="44053">
                  <c:v>24.55</c:v>
                </c:pt>
                <c:pt idx="44054">
                  <c:v>24.55</c:v>
                </c:pt>
                <c:pt idx="44055">
                  <c:v>24.55</c:v>
                </c:pt>
                <c:pt idx="44056">
                  <c:v>24.55</c:v>
                </c:pt>
                <c:pt idx="44057">
                  <c:v>24.55</c:v>
                </c:pt>
                <c:pt idx="44058">
                  <c:v>24.55</c:v>
                </c:pt>
                <c:pt idx="44059">
                  <c:v>24.55</c:v>
                </c:pt>
                <c:pt idx="44060">
                  <c:v>24.55</c:v>
                </c:pt>
                <c:pt idx="44061">
                  <c:v>24.55</c:v>
                </c:pt>
                <c:pt idx="44062">
                  <c:v>24.55</c:v>
                </c:pt>
                <c:pt idx="44063">
                  <c:v>24.55</c:v>
                </c:pt>
                <c:pt idx="44064">
                  <c:v>24.55</c:v>
                </c:pt>
                <c:pt idx="44065">
                  <c:v>24.55</c:v>
                </c:pt>
                <c:pt idx="44066">
                  <c:v>24.55</c:v>
                </c:pt>
                <c:pt idx="44067">
                  <c:v>24.55</c:v>
                </c:pt>
                <c:pt idx="44068">
                  <c:v>24.55</c:v>
                </c:pt>
                <c:pt idx="44069">
                  <c:v>24.55</c:v>
                </c:pt>
                <c:pt idx="44070">
                  <c:v>24.55</c:v>
                </c:pt>
                <c:pt idx="44071">
                  <c:v>24.55</c:v>
                </c:pt>
                <c:pt idx="44072">
                  <c:v>24.55</c:v>
                </c:pt>
                <c:pt idx="44073">
                  <c:v>24.55</c:v>
                </c:pt>
                <c:pt idx="44074">
                  <c:v>24.55</c:v>
                </c:pt>
                <c:pt idx="44075">
                  <c:v>24.55</c:v>
                </c:pt>
                <c:pt idx="44076">
                  <c:v>24.55</c:v>
                </c:pt>
                <c:pt idx="44077">
                  <c:v>24.55</c:v>
                </c:pt>
                <c:pt idx="44078">
                  <c:v>24.55</c:v>
                </c:pt>
                <c:pt idx="44079">
                  <c:v>24.55</c:v>
                </c:pt>
                <c:pt idx="44080">
                  <c:v>24.55</c:v>
                </c:pt>
                <c:pt idx="44081">
                  <c:v>24.55</c:v>
                </c:pt>
                <c:pt idx="44082">
                  <c:v>24.55</c:v>
                </c:pt>
                <c:pt idx="44083">
                  <c:v>24.55</c:v>
                </c:pt>
                <c:pt idx="44084">
                  <c:v>24.55</c:v>
                </c:pt>
                <c:pt idx="44085">
                  <c:v>24.55</c:v>
                </c:pt>
                <c:pt idx="44086">
                  <c:v>24.55</c:v>
                </c:pt>
                <c:pt idx="44087">
                  <c:v>24.55</c:v>
                </c:pt>
                <c:pt idx="44088">
                  <c:v>24.55</c:v>
                </c:pt>
                <c:pt idx="44089">
                  <c:v>24.55</c:v>
                </c:pt>
                <c:pt idx="44090">
                  <c:v>24.55</c:v>
                </c:pt>
                <c:pt idx="44091">
                  <c:v>24.55</c:v>
                </c:pt>
                <c:pt idx="44092">
                  <c:v>24.55</c:v>
                </c:pt>
                <c:pt idx="44093">
                  <c:v>24.55</c:v>
                </c:pt>
                <c:pt idx="44094">
                  <c:v>24.55</c:v>
                </c:pt>
                <c:pt idx="44095">
                  <c:v>24.55</c:v>
                </c:pt>
                <c:pt idx="44096">
                  <c:v>24.55</c:v>
                </c:pt>
                <c:pt idx="44097">
                  <c:v>24.55</c:v>
                </c:pt>
                <c:pt idx="44098">
                  <c:v>24.5</c:v>
                </c:pt>
                <c:pt idx="44099">
                  <c:v>24.5</c:v>
                </c:pt>
                <c:pt idx="44100">
                  <c:v>24.55</c:v>
                </c:pt>
                <c:pt idx="44101">
                  <c:v>24.5</c:v>
                </c:pt>
                <c:pt idx="44102">
                  <c:v>24.5</c:v>
                </c:pt>
                <c:pt idx="44103">
                  <c:v>24.5</c:v>
                </c:pt>
                <c:pt idx="44104">
                  <c:v>24.55</c:v>
                </c:pt>
                <c:pt idx="44105">
                  <c:v>24.55</c:v>
                </c:pt>
                <c:pt idx="44106">
                  <c:v>24.55</c:v>
                </c:pt>
                <c:pt idx="44107">
                  <c:v>24.55</c:v>
                </c:pt>
                <c:pt idx="44108">
                  <c:v>24.5</c:v>
                </c:pt>
                <c:pt idx="44109">
                  <c:v>24.55</c:v>
                </c:pt>
                <c:pt idx="44110">
                  <c:v>24.55</c:v>
                </c:pt>
                <c:pt idx="44111">
                  <c:v>24.5</c:v>
                </c:pt>
                <c:pt idx="44112">
                  <c:v>24.5</c:v>
                </c:pt>
                <c:pt idx="44113">
                  <c:v>24.55</c:v>
                </c:pt>
                <c:pt idx="44114">
                  <c:v>24.55</c:v>
                </c:pt>
                <c:pt idx="44115">
                  <c:v>24.55</c:v>
                </c:pt>
                <c:pt idx="44116">
                  <c:v>24.5</c:v>
                </c:pt>
                <c:pt idx="44117">
                  <c:v>24.5</c:v>
                </c:pt>
                <c:pt idx="44118">
                  <c:v>24.5</c:v>
                </c:pt>
                <c:pt idx="44119">
                  <c:v>24.5</c:v>
                </c:pt>
                <c:pt idx="44120">
                  <c:v>24.5</c:v>
                </c:pt>
                <c:pt idx="44121">
                  <c:v>24.5</c:v>
                </c:pt>
                <c:pt idx="44122">
                  <c:v>24.5</c:v>
                </c:pt>
                <c:pt idx="44123">
                  <c:v>24.5</c:v>
                </c:pt>
                <c:pt idx="44124">
                  <c:v>24.5</c:v>
                </c:pt>
                <c:pt idx="44125">
                  <c:v>24.5</c:v>
                </c:pt>
                <c:pt idx="44126">
                  <c:v>24.5</c:v>
                </c:pt>
                <c:pt idx="44127">
                  <c:v>24.5</c:v>
                </c:pt>
                <c:pt idx="44128">
                  <c:v>24.5</c:v>
                </c:pt>
                <c:pt idx="44129">
                  <c:v>24.5</c:v>
                </c:pt>
                <c:pt idx="44130">
                  <c:v>24.5</c:v>
                </c:pt>
                <c:pt idx="44131">
                  <c:v>24.5</c:v>
                </c:pt>
                <c:pt idx="44132">
                  <c:v>24.5</c:v>
                </c:pt>
                <c:pt idx="44133">
                  <c:v>24.5</c:v>
                </c:pt>
                <c:pt idx="44134">
                  <c:v>24.5</c:v>
                </c:pt>
                <c:pt idx="44135">
                  <c:v>24.5</c:v>
                </c:pt>
                <c:pt idx="44136">
                  <c:v>24.5</c:v>
                </c:pt>
                <c:pt idx="44137">
                  <c:v>24.5</c:v>
                </c:pt>
                <c:pt idx="44138">
                  <c:v>24.5</c:v>
                </c:pt>
                <c:pt idx="44139">
                  <c:v>24.5</c:v>
                </c:pt>
                <c:pt idx="44140">
                  <c:v>24.5</c:v>
                </c:pt>
                <c:pt idx="44141">
                  <c:v>24.5</c:v>
                </c:pt>
                <c:pt idx="44142">
                  <c:v>24.5</c:v>
                </c:pt>
                <c:pt idx="44143">
                  <c:v>24.5</c:v>
                </c:pt>
                <c:pt idx="44144">
                  <c:v>24.5</c:v>
                </c:pt>
                <c:pt idx="44145">
                  <c:v>24.5</c:v>
                </c:pt>
                <c:pt idx="44146">
                  <c:v>24.5</c:v>
                </c:pt>
                <c:pt idx="44147">
                  <c:v>24.5</c:v>
                </c:pt>
                <c:pt idx="44148">
                  <c:v>24.5</c:v>
                </c:pt>
                <c:pt idx="44149">
                  <c:v>24.5</c:v>
                </c:pt>
                <c:pt idx="44150">
                  <c:v>24.5</c:v>
                </c:pt>
                <c:pt idx="44151">
                  <c:v>24.5</c:v>
                </c:pt>
                <c:pt idx="44152">
                  <c:v>24.5</c:v>
                </c:pt>
                <c:pt idx="44153">
                  <c:v>24.5</c:v>
                </c:pt>
                <c:pt idx="44154">
                  <c:v>24.5</c:v>
                </c:pt>
                <c:pt idx="44155">
                  <c:v>24.5</c:v>
                </c:pt>
                <c:pt idx="44156">
                  <c:v>24.5</c:v>
                </c:pt>
                <c:pt idx="44157">
                  <c:v>24.5</c:v>
                </c:pt>
                <c:pt idx="44158">
                  <c:v>24.5</c:v>
                </c:pt>
                <c:pt idx="44159">
                  <c:v>24.5</c:v>
                </c:pt>
                <c:pt idx="44160">
                  <c:v>24.5</c:v>
                </c:pt>
                <c:pt idx="44161">
                  <c:v>24.5</c:v>
                </c:pt>
                <c:pt idx="44162">
                  <c:v>24.5</c:v>
                </c:pt>
                <c:pt idx="44163">
                  <c:v>24.5</c:v>
                </c:pt>
                <c:pt idx="44164">
                  <c:v>24.5</c:v>
                </c:pt>
                <c:pt idx="44165">
                  <c:v>24.5</c:v>
                </c:pt>
                <c:pt idx="44166">
                  <c:v>24.5</c:v>
                </c:pt>
                <c:pt idx="44167">
                  <c:v>24.5</c:v>
                </c:pt>
                <c:pt idx="44168">
                  <c:v>24.5</c:v>
                </c:pt>
                <c:pt idx="44169">
                  <c:v>24.5</c:v>
                </c:pt>
                <c:pt idx="44170">
                  <c:v>24.5</c:v>
                </c:pt>
                <c:pt idx="44171">
                  <c:v>24.5</c:v>
                </c:pt>
                <c:pt idx="44172">
                  <c:v>24.5</c:v>
                </c:pt>
                <c:pt idx="44173">
                  <c:v>24.5</c:v>
                </c:pt>
                <c:pt idx="44174">
                  <c:v>24.5</c:v>
                </c:pt>
                <c:pt idx="44175">
                  <c:v>24.5</c:v>
                </c:pt>
                <c:pt idx="44176">
                  <c:v>24.5</c:v>
                </c:pt>
                <c:pt idx="44177">
                  <c:v>24.5</c:v>
                </c:pt>
                <c:pt idx="44178">
                  <c:v>24.5</c:v>
                </c:pt>
                <c:pt idx="44179">
                  <c:v>24.5</c:v>
                </c:pt>
                <c:pt idx="44180">
                  <c:v>24.5</c:v>
                </c:pt>
                <c:pt idx="44181">
                  <c:v>24.5</c:v>
                </c:pt>
                <c:pt idx="44182">
                  <c:v>24.5</c:v>
                </c:pt>
                <c:pt idx="44183">
                  <c:v>24.5</c:v>
                </c:pt>
                <c:pt idx="44184">
                  <c:v>24.5</c:v>
                </c:pt>
                <c:pt idx="44185">
                  <c:v>24.5</c:v>
                </c:pt>
                <c:pt idx="44186">
                  <c:v>24.5</c:v>
                </c:pt>
                <c:pt idx="44187">
                  <c:v>24.5</c:v>
                </c:pt>
                <c:pt idx="44188">
                  <c:v>24.5</c:v>
                </c:pt>
                <c:pt idx="44189">
                  <c:v>24.5</c:v>
                </c:pt>
                <c:pt idx="44190">
                  <c:v>24.5</c:v>
                </c:pt>
                <c:pt idx="44191">
                  <c:v>24.5</c:v>
                </c:pt>
                <c:pt idx="44192">
                  <c:v>24.5</c:v>
                </c:pt>
                <c:pt idx="44193">
                  <c:v>24.5</c:v>
                </c:pt>
                <c:pt idx="44194">
                  <c:v>24.5</c:v>
                </c:pt>
                <c:pt idx="44195">
                  <c:v>24.5</c:v>
                </c:pt>
                <c:pt idx="44196">
                  <c:v>24.5</c:v>
                </c:pt>
                <c:pt idx="44197">
                  <c:v>24.5</c:v>
                </c:pt>
                <c:pt idx="44198">
                  <c:v>24.5</c:v>
                </c:pt>
                <c:pt idx="44199">
                  <c:v>24.5</c:v>
                </c:pt>
                <c:pt idx="44200">
                  <c:v>24.5</c:v>
                </c:pt>
                <c:pt idx="44201">
                  <c:v>24.5</c:v>
                </c:pt>
                <c:pt idx="44202">
                  <c:v>24.5</c:v>
                </c:pt>
                <c:pt idx="44203">
                  <c:v>24.5</c:v>
                </c:pt>
                <c:pt idx="44204">
                  <c:v>24.5</c:v>
                </c:pt>
                <c:pt idx="44205">
                  <c:v>24.5</c:v>
                </c:pt>
                <c:pt idx="44206">
                  <c:v>24.5</c:v>
                </c:pt>
                <c:pt idx="44207">
                  <c:v>24.5</c:v>
                </c:pt>
                <c:pt idx="44208">
                  <c:v>24.5</c:v>
                </c:pt>
                <c:pt idx="44209">
                  <c:v>24.5</c:v>
                </c:pt>
                <c:pt idx="44210">
                  <c:v>24.5</c:v>
                </c:pt>
                <c:pt idx="44211">
                  <c:v>24.5</c:v>
                </c:pt>
                <c:pt idx="44212">
                  <c:v>24.5</c:v>
                </c:pt>
                <c:pt idx="44213">
                  <c:v>24.5</c:v>
                </c:pt>
                <c:pt idx="44214">
                  <c:v>24.5</c:v>
                </c:pt>
                <c:pt idx="44215">
                  <c:v>24.5</c:v>
                </c:pt>
                <c:pt idx="44216">
                  <c:v>24.5</c:v>
                </c:pt>
                <c:pt idx="44217">
                  <c:v>24.5</c:v>
                </c:pt>
                <c:pt idx="44218">
                  <c:v>24.5</c:v>
                </c:pt>
                <c:pt idx="44219">
                  <c:v>24.5</c:v>
                </c:pt>
                <c:pt idx="44220">
                  <c:v>24.5</c:v>
                </c:pt>
                <c:pt idx="44221">
                  <c:v>24.5</c:v>
                </c:pt>
                <c:pt idx="44222">
                  <c:v>24.5</c:v>
                </c:pt>
                <c:pt idx="44223">
                  <c:v>24.5</c:v>
                </c:pt>
                <c:pt idx="44224">
                  <c:v>24.5</c:v>
                </c:pt>
                <c:pt idx="44225">
                  <c:v>24.5</c:v>
                </c:pt>
                <c:pt idx="44226">
                  <c:v>24.5</c:v>
                </c:pt>
                <c:pt idx="44227">
                  <c:v>24.5</c:v>
                </c:pt>
                <c:pt idx="44228">
                  <c:v>24.5</c:v>
                </c:pt>
                <c:pt idx="44229">
                  <c:v>24.5</c:v>
                </c:pt>
                <c:pt idx="44230">
                  <c:v>24.5</c:v>
                </c:pt>
                <c:pt idx="44231">
                  <c:v>24.5</c:v>
                </c:pt>
                <c:pt idx="44232">
                  <c:v>24.5</c:v>
                </c:pt>
                <c:pt idx="44233">
                  <c:v>24.5</c:v>
                </c:pt>
                <c:pt idx="44234">
                  <c:v>24.5</c:v>
                </c:pt>
                <c:pt idx="44235">
                  <c:v>24.5</c:v>
                </c:pt>
                <c:pt idx="44236">
                  <c:v>24.5</c:v>
                </c:pt>
                <c:pt idx="44237">
                  <c:v>24.5</c:v>
                </c:pt>
                <c:pt idx="44238">
                  <c:v>24.5</c:v>
                </c:pt>
                <c:pt idx="44239">
                  <c:v>24.5</c:v>
                </c:pt>
                <c:pt idx="44240">
                  <c:v>24.5</c:v>
                </c:pt>
                <c:pt idx="44241">
                  <c:v>24.5</c:v>
                </c:pt>
                <c:pt idx="44242">
                  <c:v>24.5</c:v>
                </c:pt>
                <c:pt idx="44243">
                  <c:v>24.5</c:v>
                </c:pt>
                <c:pt idx="44244">
                  <c:v>24.5</c:v>
                </c:pt>
                <c:pt idx="44245">
                  <c:v>24.5</c:v>
                </c:pt>
                <c:pt idx="44246">
                  <c:v>24.5</c:v>
                </c:pt>
                <c:pt idx="44247">
                  <c:v>24.5</c:v>
                </c:pt>
                <c:pt idx="44248">
                  <c:v>24.5</c:v>
                </c:pt>
                <c:pt idx="44249">
                  <c:v>24.5</c:v>
                </c:pt>
                <c:pt idx="44250">
                  <c:v>24.5</c:v>
                </c:pt>
                <c:pt idx="44251">
                  <c:v>24.5</c:v>
                </c:pt>
                <c:pt idx="44252">
                  <c:v>24.5</c:v>
                </c:pt>
                <c:pt idx="44253">
                  <c:v>24.5</c:v>
                </c:pt>
                <c:pt idx="44254">
                  <c:v>24.5</c:v>
                </c:pt>
                <c:pt idx="44255">
                  <c:v>24.5</c:v>
                </c:pt>
                <c:pt idx="44256">
                  <c:v>24.5</c:v>
                </c:pt>
                <c:pt idx="44257">
                  <c:v>24.5</c:v>
                </c:pt>
                <c:pt idx="44258">
                  <c:v>24.5</c:v>
                </c:pt>
                <c:pt idx="44259">
                  <c:v>24.5</c:v>
                </c:pt>
                <c:pt idx="44260">
                  <c:v>24.5</c:v>
                </c:pt>
                <c:pt idx="44261">
                  <c:v>24.5</c:v>
                </c:pt>
                <c:pt idx="44262">
                  <c:v>24.5</c:v>
                </c:pt>
                <c:pt idx="44263">
                  <c:v>24.5</c:v>
                </c:pt>
                <c:pt idx="44264">
                  <c:v>24.5</c:v>
                </c:pt>
                <c:pt idx="44265">
                  <c:v>24.5</c:v>
                </c:pt>
                <c:pt idx="44266">
                  <c:v>24.5</c:v>
                </c:pt>
                <c:pt idx="44267">
                  <c:v>24.5</c:v>
                </c:pt>
                <c:pt idx="44268">
                  <c:v>24.5</c:v>
                </c:pt>
                <c:pt idx="44269">
                  <c:v>24.5</c:v>
                </c:pt>
                <c:pt idx="44270">
                  <c:v>24.5</c:v>
                </c:pt>
                <c:pt idx="44271">
                  <c:v>24.5</c:v>
                </c:pt>
                <c:pt idx="44272">
                  <c:v>24.5</c:v>
                </c:pt>
                <c:pt idx="44273">
                  <c:v>24.5</c:v>
                </c:pt>
                <c:pt idx="44274">
                  <c:v>24.5</c:v>
                </c:pt>
                <c:pt idx="44275">
                  <c:v>24.5</c:v>
                </c:pt>
                <c:pt idx="44276">
                  <c:v>24.5</c:v>
                </c:pt>
                <c:pt idx="44277">
                  <c:v>24.5</c:v>
                </c:pt>
                <c:pt idx="44278">
                  <c:v>24.5</c:v>
                </c:pt>
                <c:pt idx="44279">
                  <c:v>24.5</c:v>
                </c:pt>
                <c:pt idx="44280">
                  <c:v>24.5</c:v>
                </c:pt>
                <c:pt idx="44281">
                  <c:v>24.5</c:v>
                </c:pt>
                <c:pt idx="44282">
                  <c:v>24.5</c:v>
                </c:pt>
                <c:pt idx="44283">
                  <c:v>24.5</c:v>
                </c:pt>
                <c:pt idx="44284">
                  <c:v>24.5</c:v>
                </c:pt>
                <c:pt idx="44285">
                  <c:v>24.5</c:v>
                </c:pt>
                <c:pt idx="44286">
                  <c:v>24.5</c:v>
                </c:pt>
                <c:pt idx="44287">
                  <c:v>24.5</c:v>
                </c:pt>
                <c:pt idx="44288">
                  <c:v>24.5</c:v>
                </c:pt>
                <c:pt idx="44289">
                  <c:v>24.5</c:v>
                </c:pt>
                <c:pt idx="44290">
                  <c:v>24.5</c:v>
                </c:pt>
                <c:pt idx="44291">
                  <c:v>24.5</c:v>
                </c:pt>
                <c:pt idx="44292">
                  <c:v>24.5</c:v>
                </c:pt>
                <c:pt idx="44293">
                  <c:v>24.5</c:v>
                </c:pt>
                <c:pt idx="44294">
                  <c:v>24.5</c:v>
                </c:pt>
                <c:pt idx="44295">
                  <c:v>24.5</c:v>
                </c:pt>
                <c:pt idx="44296">
                  <c:v>24.5</c:v>
                </c:pt>
                <c:pt idx="44297">
                  <c:v>24.5</c:v>
                </c:pt>
                <c:pt idx="44298">
                  <c:v>24.5</c:v>
                </c:pt>
                <c:pt idx="44299">
                  <c:v>24.5</c:v>
                </c:pt>
                <c:pt idx="44300">
                  <c:v>24.5</c:v>
                </c:pt>
                <c:pt idx="44301">
                  <c:v>24.5</c:v>
                </c:pt>
                <c:pt idx="44302">
                  <c:v>24.5</c:v>
                </c:pt>
                <c:pt idx="44303">
                  <c:v>24.5</c:v>
                </c:pt>
                <c:pt idx="44304">
                  <c:v>24.5</c:v>
                </c:pt>
                <c:pt idx="44305">
                  <c:v>24.5</c:v>
                </c:pt>
                <c:pt idx="44306">
                  <c:v>24.5</c:v>
                </c:pt>
                <c:pt idx="44307">
                  <c:v>24.5</c:v>
                </c:pt>
                <c:pt idx="44308">
                  <c:v>24.5</c:v>
                </c:pt>
                <c:pt idx="44309">
                  <c:v>24.5</c:v>
                </c:pt>
                <c:pt idx="44310">
                  <c:v>24.5</c:v>
                </c:pt>
                <c:pt idx="44311">
                  <c:v>24.5</c:v>
                </c:pt>
                <c:pt idx="44312">
                  <c:v>24.5</c:v>
                </c:pt>
                <c:pt idx="44313">
                  <c:v>24.5</c:v>
                </c:pt>
                <c:pt idx="44314">
                  <c:v>24.5</c:v>
                </c:pt>
                <c:pt idx="44315">
                  <c:v>24.5</c:v>
                </c:pt>
                <c:pt idx="44316">
                  <c:v>24.5</c:v>
                </c:pt>
                <c:pt idx="44317">
                  <c:v>24.5</c:v>
                </c:pt>
                <c:pt idx="44318">
                  <c:v>24.5</c:v>
                </c:pt>
                <c:pt idx="44319">
                  <c:v>24.5</c:v>
                </c:pt>
                <c:pt idx="44320">
                  <c:v>24.5</c:v>
                </c:pt>
                <c:pt idx="44321">
                  <c:v>24.5</c:v>
                </c:pt>
                <c:pt idx="44322">
                  <c:v>24.5</c:v>
                </c:pt>
                <c:pt idx="44323">
                  <c:v>24.5</c:v>
                </c:pt>
                <c:pt idx="44324">
                  <c:v>24.5</c:v>
                </c:pt>
                <c:pt idx="44325">
                  <c:v>24.5</c:v>
                </c:pt>
                <c:pt idx="44326">
                  <c:v>24.5</c:v>
                </c:pt>
                <c:pt idx="44327">
                  <c:v>24.5</c:v>
                </c:pt>
                <c:pt idx="44328">
                  <c:v>24.5</c:v>
                </c:pt>
                <c:pt idx="44329">
                  <c:v>24.5</c:v>
                </c:pt>
                <c:pt idx="44330">
                  <c:v>24.5</c:v>
                </c:pt>
                <c:pt idx="44331">
                  <c:v>24.5</c:v>
                </c:pt>
                <c:pt idx="44332">
                  <c:v>24.5</c:v>
                </c:pt>
                <c:pt idx="44333">
                  <c:v>24.5</c:v>
                </c:pt>
                <c:pt idx="44334">
                  <c:v>24.5</c:v>
                </c:pt>
                <c:pt idx="44335">
                  <c:v>24.5</c:v>
                </c:pt>
                <c:pt idx="44336">
                  <c:v>24.5</c:v>
                </c:pt>
                <c:pt idx="44337">
                  <c:v>24.5</c:v>
                </c:pt>
                <c:pt idx="44338">
                  <c:v>24.5</c:v>
                </c:pt>
                <c:pt idx="44339">
                  <c:v>24.5</c:v>
                </c:pt>
                <c:pt idx="44340">
                  <c:v>24.5</c:v>
                </c:pt>
                <c:pt idx="44341">
                  <c:v>24.5</c:v>
                </c:pt>
                <c:pt idx="44342">
                  <c:v>24.5</c:v>
                </c:pt>
                <c:pt idx="44343">
                  <c:v>24.5</c:v>
                </c:pt>
                <c:pt idx="44344">
                  <c:v>24.5</c:v>
                </c:pt>
                <c:pt idx="44345">
                  <c:v>24.5</c:v>
                </c:pt>
                <c:pt idx="44346">
                  <c:v>24.5</c:v>
                </c:pt>
                <c:pt idx="44347">
                  <c:v>24.5</c:v>
                </c:pt>
                <c:pt idx="44348">
                  <c:v>24.5</c:v>
                </c:pt>
                <c:pt idx="44349">
                  <c:v>24.5</c:v>
                </c:pt>
                <c:pt idx="44350">
                  <c:v>24.5</c:v>
                </c:pt>
                <c:pt idx="44351">
                  <c:v>24.5</c:v>
                </c:pt>
                <c:pt idx="44352">
                  <c:v>24.5</c:v>
                </c:pt>
                <c:pt idx="44353">
                  <c:v>24.5</c:v>
                </c:pt>
                <c:pt idx="44354">
                  <c:v>24.5</c:v>
                </c:pt>
                <c:pt idx="44355">
                  <c:v>24.5</c:v>
                </c:pt>
                <c:pt idx="44356">
                  <c:v>24.5</c:v>
                </c:pt>
                <c:pt idx="44357">
                  <c:v>24.5</c:v>
                </c:pt>
                <c:pt idx="44358">
                  <c:v>24.5</c:v>
                </c:pt>
                <c:pt idx="44359">
                  <c:v>24.5</c:v>
                </c:pt>
                <c:pt idx="44360">
                  <c:v>24.5</c:v>
                </c:pt>
                <c:pt idx="44361">
                  <c:v>24.5</c:v>
                </c:pt>
                <c:pt idx="44362">
                  <c:v>24.5</c:v>
                </c:pt>
                <c:pt idx="44363">
                  <c:v>24.5</c:v>
                </c:pt>
                <c:pt idx="44364">
                  <c:v>24.5</c:v>
                </c:pt>
                <c:pt idx="44365">
                  <c:v>24.5</c:v>
                </c:pt>
                <c:pt idx="44366">
                  <c:v>24.5</c:v>
                </c:pt>
                <c:pt idx="44367">
                  <c:v>24.5</c:v>
                </c:pt>
                <c:pt idx="44368">
                  <c:v>24.5</c:v>
                </c:pt>
                <c:pt idx="44369">
                  <c:v>24.5</c:v>
                </c:pt>
                <c:pt idx="44370">
                  <c:v>24.5</c:v>
                </c:pt>
                <c:pt idx="44371">
                  <c:v>24.5</c:v>
                </c:pt>
                <c:pt idx="44372">
                  <c:v>24.5</c:v>
                </c:pt>
                <c:pt idx="44373">
                  <c:v>24.5</c:v>
                </c:pt>
                <c:pt idx="44374">
                  <c:v>24.5</c:v>
                </c:pt>
                <c:pt idx="44375">
                  <c:v>24.5</c:v>
                </c:pt>
                <c:pt idx="44376">
                  <c:v>24.5</c:v>
                </c:pt>
                <c:pt idx="44377">
                  <c:v>24.5</c:v>
                </c:pt>
                <c:pt idx="44378">
                  <c:v>24.5</c:v>
                </c:pt>
                <c:pt idx="44379">
                  <c:v>24.5</c:v>
                </c:pt>
                <c:pt idx="44380">
                  <c:v>24.5</c:v>
                </c:pt>
                <c:pt idx="44381">
                  <c:v>24.5</c:v>
                </c:pt>
                <c:pt idx="44382">
                  <c:v>24.5</c:v>
                </c:pt>
                <c:pt idx="44383">
                  <c:v>24.5</c:v>
                </c:pt>
                <c:pt idx="44384">
                  <c:v>24.5</c:v>
                </c:pt>
                <c:pt idx="44385">
                  <c:v>24.5</c:v>
                </c:pt>
                <c:pt idx="44386">
                  <c:v>24.5</c:v>
                </c:pt>
                <c:pt idx="44387">
                  <c:v>24.5</c:v>
                </c:pt>
                <c:pt idx="44388">
                  <c:v>24.5</c:v>
                </c:pt>
                <c:pt idx="44389">
                  <c:v>24.5</c:v>
                </c:pt>
                <c:pt idx="44390">
                  <c:v>24.5</c:v>
                </c:pt>
                <c:pt idx="44391">
                  <c:v>24.5</c:v>
                </c:pt>
                <c:pt idx="44392">
                  <c:v>24.5</c:v>
                </c:pt>
                <c:pt idx="44393">
                  <c:v>24.5</c:v>
                </c:pt>
                <c:pt idx="44394">
                  <c:v>24.5</c:v>
                </c:pt>
                <c:pt idx="44395">
                  <c:v>24.5</c:v>
                </c:pt>
                <c:pt idx="44396">
                  <c:v>24.5</c:v>
                </c:pt>
                <c:pt idx="44397">
                  <c:v>24.5</c:v>
                </c:pt>
                <c:pt idx="44398">
                  <c:v>24.5</c:v>
                </c:pt>
                <c:pt idx="44399">
                  <c:v>24.5</c:v>
                </c:pt>
                <c:pt idx="44400">
                  <c:v>24.5</c:v>
                </c:pt>
                <c:pt idx="44401">
                  <c:v>24.5</c:v>
                </c:pt>
                <c:pt idx="44402">
                  <c:v>24.5</c:v>
                </c:pt>
                <c:pt idx="44403">
                  <c:v>24.5</c:v>
                </c:pt>
                <c:pt idx="44404">
                  <c:v>24.5</c:v>
                </c:pt>
                <c:pt idx="44405">
                  <c:v>24.5</c:v>
                </c:pt>
                <c:pt idx="44406">
                  <c:v>24.5</c:v>
                </c:pt>
                <c:pt idx="44407">
                  <c:v>24.5</c:v>
                </c:pt>
                <c:pt idx="44408">
                  <c:v>24.5</c:v>
                </c:pt>
                <c:pt idx="44409">
                  <c:v>24.5</c:v>
                </c:pt>
                <c:pt idx="44410">
                  <c:v>24.5</c:v>
                </c:pt>
                <c:pt idx="44411">
                  <c:v>24.5</c:v>
                </c:pt>
                <c:pt idx="44412">
                  <c:v>24.5</c:v>
                </c:pt>
                <c:pt idx="44413">
                  <c:v>24.5</c:v>
                </c:pt>
                <c:pt idx="44414">
                  <c:v>24.5</c:v>
                </c:pt>
                <c:pt idx="44415">
                  <c:v>24.5</c:v>
                </c:pt>
                <c:pt idx="44416">
                  <c:v>24.5</c:v>
                </c:pt>
                <c:pt idx="44417">
                  <c:v>24.5</c:v>
                </c:pt>
                <c:pt idx="44418">
                  <c:v>24.5</c:v>
                </c:pt>
                <c:pt idx="44419">
                  <c:v>24.5</c:v>
                </c:pt>
                <c:pt idx="44420">
                  <c:v>24.5</c:v>
                </c:pt>
                <c:pt idx="44421">
                  <c:v>24.5</c:v>
                </c:pt>
                <c:pt idx="44422">
                  <c:v>24.5</c:v>
                </c:pt>
                <c:pt idx="44423">
                  <c:v>24.5</c:v>
                </c:pt>
                <c:pt idx="44424">
                  <c:v>24.5</c:v>
                </c:pt>
                <c:pt idx="44425">
                  <c:v>24.5</c:v>
                </c:pt>
                <c:pt idx="44426">
                  <c:v>24.5</c:v>
                </c:pt>
                <c:pt idx="44427">
                  <c:v>24.5</c:v>
                </c:pt>
                <c:pt idx="44428">
                  <c:v>24.5</c:v>
                </c:pt>
                <c:pt idx="44429">
                  <c:v>24.5</c:v>
                </c:pt>
                <c:pt idx="44430">
                  <c:v>24.5</c:v>
                </c:pt>
                <c:pt idx="44431">
                  <c:v>24.5</c:v>
                </c:pt>
                <c:pt idx="44432">
                  <c:v>24.5</c:v>
                </c:pt>
                <c:pt idx="44433">
                  <c:v>24.5</c:v>
                </c:pt>
                <c:pt idx="44434">
                  <c:v>24.5</c:v>
                </c:pt>
                <c:pt idx="44435">
                  <c:v>24.5</c:v>
                </c:pt>
                <c:pt idx="44436">
                  <c:v>24.5</c:v>
                </c:pt>
                <c:pt idx="44437">
                  <c:v>24.5</c:v>
                </c:pt>
                <c:pt idx="44438">
                  <c:v>24.5</c:v>
                </c:pt>
                <c:pt idx="44439">
                  <c:v>24.5</c:v>
                </c:pt>
                <c:pt idx="44440">
                  <c:v>24.5</c:v>
                </c:pt>
                <c:pt idx="44441">
                  <c:v>24.5</c:v>
                </c:pt>
                <c:pt idx="44442">
                  <c:v>24.5</c:v>
                </c:pt>
                <c:pt idx="44443">
                  <c:v>24.5</c:v>
                </c:pt>
                <c:pt idx="44444">
                  <c:v>24.5</c:v>
                </c:pt>
                <c:pt idx="44445">
                  <c:v>24.5</c:v>
                </c:pt>
                <c:pt idx="44446">
                  <c:v>24.5</c:v>
                </c:pt>
                <c:pt idx="44447">
                  <c:v>24.5</c:v>
                </c:pt>
                <c:pt idx="44448">
                  <c:v>24.5</c:v>
                </c:pt>
                <c:pt idx="44449">
                  <c:v>24.5</c:v>
                </c:pt>
                <c:pt idx="44450">
                  <c:v>24.5</c:v>
                </c:pt>
                <c:pt idx="44451">
                  <c:v>24.5</c:v>
                </c:pt>
                <c:pt idx="44452">
                  <c:v>24.5</c:v>
                </c:pt>
                <c:pt idx="44453">
                  <c:v>24.5</c:v>
                </c:pt>
                <c:pt idx="44454">
                  <c:v>24.5</c:v>
                </c:pt>
                <c:pt idx="44455">
                  <c:v>24.5</c:v>
                </c:pt>
                <c:pt idx="44456">
                  <c:v>24.5</c:v>
                </c:pt>
                <c:pt idx="44457">
                  <c:v>24.5</c:v>
                </c:pt>
                <c:pt idx="44458">
                  <c:v>24.5</c:v>
                </c:pt>
                <c:pt idx="44459">
                  <c:v>24.5</c:v>
                </c:pt>
                <c:pt idx="44460">
                  <c:v>24.5</c:v>
                </c:pt>
                <c:pt idx="44461">
                  <c:v>24.5</c:v>
                </c:pt>
                <c:pt idx="44462">
                  <c:v>24.5</c:v>
                </c:pt>
                <c:pt idx="44463">
                  <c:v>24.5</c:v>
                </c:pt>
                <c:pt idx="44464">
                  <c:v>24.5</c:v>
                </c:pt>
                <c:pt idx="44465">
                  <c:v>24.5</c:v>
                </c:pt>
                <c:pt idx="44466">
                  <c:v>24.5</c:v>
                </c:pt>
                <c:pt idx="44467">
                  <c:v>24.5</c:v>
                </c:pt>
                <c:pt idx="44468">
                  <c:v>24.5</c:v>
                </c:pt>
                <c:pt idx="44469">
                  <c:v>24.5</c:v>
                </c:pt>
                <c:pt idx="44470">
                  <c:v>24.5</c:v>
                </c:pt>
                <c:pt idx="44471">
                  <c:v>24.5</c:v>
                </c:pt>
                <c:pt idx="44472">
                  <c:v>24.5</c:v>
                </c:pt>
                <c:pt idx="44473">
                  <c:v>24.5</c:v>
                </c:pt>
                <c:pt idx="44474">
                  <c:v>24.5</c:v>
                </c:pt>
                <c:pt idx="44475">
                  <c:v>24.5</c:v>
                </c:pt>
                <c:pt idx="44476">
                  <c:v>24.5</c:v>
                </c:pt>
                <c:pt idx="44477">
                  <c:v>24.5</c:v>
                </c:pt>
                <c:pt idx="44478">
                  <c:v>24.5</c:v>
                </c:pt>
                <c:pt idx="44479">
                  <c:v>24.5</c:v>
                </c:pt>
                <c:pt idx="44480">
                  <c:v>24.5</c:v>
                </c:pt>
                <c:pt idx="44481">
                  <c:v>24.5</c:v>
                </c:pt>
                <c:pt idx="44482">
                  <c:v>24.5</c:v>
                </c:pt>
                <c:pt idx="44483">
                  <c:v>24.5</c:v>
                </c:pt>
                <c:pt idx="44484">
                  <c:v>24.5</c:v>
                </c:pt>
                <c:pt idx="44485">
                  <c:v>24.5</c:v>
                </c:pt>
                <c:pt idx="44486">
                  <c:v>24.5</c:v>
                </c:pt>
                <c:pt idx="44487">
                  <c:v>24.5</c:v>
                </c:pt>
                <c:pt idx="44488">
                  <c:v>24.5</c:v>
                </c:pt>
                <c:pt idx="44489">
                  <c:v>24.5</c:v>
                </c:pt>
                <c:pt idx="44490">
                  <c:v>24.5</c:v>
                </c:pt>
                <c:pt idx="44491">
                  <c:v>24.5</c:v>
                </c:pt>
                <c:pt idx="44492">
                  <c:v>24.5</c:v>
                </c:pt>
                <c:pt idx="44493">
                  <c:v>24.5</c:v>
                </c:pt>
                <c:pt idx="44494">
                  <c:v>24.5</c:v>
                </c:pt>
                <c:pt idx="44495">
                  <c:v>24.5</c:v>
                </c:pt>
                <c:pt idx="44496">
                  <c:v>24.5</c:v>
                </c:pt>
                <c:pt idx="44497">
                  <c:v>24.5</c:v>
                </c:pt>
                <c:pt idx="44498">
                  <c:v>24.5</c:v>
                </c:pt>
                <c:pt idx="44499">
                  <c:v>24.5</c:v>
                </c:pt>
                <c:pt idx="44500">
                  <c:v>24.5</c:v>
                </c:pt>
                <c:pt idx="44501">
                  <c:v>24.5</c:v>
                </c:pt>
                <c:pt idx="44502">
                  <c:v>24.5</c:v>
                </c:pt>
                <c:pt idx="44503">
                  <c:v>24.5</c:v>
                </c:pt>
                <c:pt idx="44504">
                  <c:v>24.5</c:v>
                </c:pt>
                <c:pt idx="44505">
                  <c:v>24.5</c:v>
                </c:pt>
                <c:pt idx="44506">
                  <c:v>24.5</c:v>
                </c:pt>
                <c:pt idx="44507">
                  <c:v>24.5</c:v>
                </c:pt>
                <c:pt idx="44508">
                  <c:v>24.5</c:v>
                </c:pt>
                <c:pt idx="44509">
                  <c:v>24.5</c:v>
                </c:pt>
                <c:pt idx="44510">
                  <c:v>24.5</c:v>
                </c:pt>
                <c:pt idx="44511">
                  <c:v>24.5</c:v>
                </c:pt>
                <c:pt idx="44512">
                  <c:v>24.5</c:v>
                </c:pt>
                <c:pt idx="44513">
                  <c:v>24.5</c:v>
                </c:pt>
                <c:pt idx="44514">
                  <c:v>24.5</c:v>
                </c:pt>
                <c:pt idx="44515">
                  <c:v>24.5</c:v>
                </c:pt>
                <c:pt idx="44516">
                  <c:v>24.5</c:v>
                </c:pt>
                <c:pt idx="44517">
                  <c:v>24.5</c:v>
                </c:pt>
                <c:pt idx="44518">
                  <c:v>24.5</c:v>
                </c:pt>
                <c:pt idx="44519">
                  <c:v>24.5</c:v>
                </c:pt>
                <c:pt idx="44520">
                  <c:v>24.5</c:v>
                </c:pt>
                <c:pt idx="44521">
                  <c:v>24.5</c:v>
                </c:pt>
                <c:pt idx="44522">
                  <c:v>24.5</c:v>
                </c:pt>
                <c:pt idx="44523">
                  <c:v>24.5</c:v>
                </c:pt>
                <c:pt idx="44524">
                  <c:v>24.5</c:v>
                </c:pt>
                <c:pt idx="44525">
                  <c:v>24.5</c:v>
                </c:pt>
                <c:pt idx="44526">
                  <c:v>24.5</c:v>
                </c:pt>
                <c:pt idx="44527">
                  <c:v>24.5</c:v>
                </c:pt>
                <c:pt idx="44528">
                  <c:v>24.5</c:v>
                </c:pt>
                <c:pt idx="44529">
                  <c:v>24.5</c:v>
                </c:pt>
                <c:pt idx="44530">
                  <c:v>24.5</c:v>
                </c:pt>
                <c:pt idx="44531">
                  <c:v>24.5</c:v>
                </c:pt>
                <c:pt idx="44532">
                  <c:v>24.5</c:v>
                </c:pt>
                <c:pt idx="44533">
                  <c:v>24.5</c:v>
                </c:pt>
                <c:pt idx="44534">
                  <c:v>24.5</c:v>
                </c:pt>
                <c:pt idx="44535">
                  <c:v>24.5</c:v>
                </c:pt>
                <c:pt idx="44536">
                  <c:v>24.5</c:v>
                </c:pt>
                <c:pt idx="44537">
                  <c:v>24.5</c:v>
                </c:pt>
                <c:pt idx="44538">
                  <c:v>24.5</c:v>
                </c:pt>
                <c:pt idx="44539">
                  <c:v>24.5</c:v>
                </c:pt>
                <c:pt idx="44540">
                  <c:v>24.5</c:v>
                </c:pt>
                <c:pt idx="44541">
                  <c:v>24.5</c:v>
                </c:pt>
                <c:pt idx="44542">
                  <c:v>24.5</c:v>
                </c:pt>
                <c:pt idx="44543">
                  <c:v>24.5</c:v>
                </c:pt>
                <c:pt idx="44544">
                  <c:v>24.5</c:v>
                </c:pt>
                <c:pt idx="44545">
                  <c:v>24.5</c:v>
                </c:pt>
                <c:pt idx="44546">
                  <c:v>24.5</c:v>
                </c:pt>
                <c:pt idx="44547">
                  <c:v>24.5</c:v>
                </c:pt>
                <c:pt idx="44548">
                  <c:v>24.5</c:v>
                </c:pt>
                <c:pt idx="44549">
                  <c:v>24.5</c:v>
                </c:pt>
                <c:pt idx="44550">
                  <c:v>24.5</c:v>
                </c:pt>
                <c:pt idx="44551">
                  <c:v>24.5</c:v>
                </c:pt>
                <c:pt idx="44552">
                  <c:v>24.5</c:v>
                </c:pt>
                <c:pt idx="44553">
                  <c:v>24.5</c:v>
                </c:pt>
                <c:pt idx="44554">
                  <c:v>24.5</c:v>
                </c:pt>
                <c:pt idx="44555">
                  <c:v>24.5</c:v>
                </c:pt>
                <c:pt idx="44556">
                  <c:v>24.5</c:v>
                </c:pt>
                <c:pt idx="44557">
                  <c:v>24.5</c:v>
                </c:pt>
                <c:pt idx="44558">
                  <c:v>24.5</c:v>
                </c:pt>
                <c:pt idx="44559">
                  <c:v>24.5</c:v>
                </c:pt>
                <c:pt idx="44560">
                  <c:v>24.5</c:v>
                </c:pt>
                <c:pt idx="44561">
                  <c:v>24.5</c:v>
                </c:pt>
                <c:pt idx="44562">
                  <c:v>24.5</c:v>
                </c:pt>
                <c:pt idx="44563">
                  <c:v>24.5</c:v>
                </c:pt>
                <c:pt idx="44564">
                  <c:v>24.5</c:v>
                </c:pt>
                <c:pt idx="44565">
                  <c:v>24.5</c:v>
                </c:pt>
                <c:pt idx="44566">
                  <c:v>24.5</c:v>
                </c:pt>
                <c:pt idx="44567">
                  <c:v>24.5</c:v>
                </c:pt>
                <c:pt idx="44568">
                  <c:v>24.5</c:v>
                </c:pt>
                <c:pt idx="44569">
                  <c:v>24.5</c:v>
                </c:pt>
                <c:pt idx="44570">
                  <c:v>24.5</c:v>
                </c:pt>
                <c:pt idx="44571">
                  <c:v>24.5</c:v>
                </c:pt>
                <c:pt idx="44572">
                  <c:v>24.5</c:v>
                </c:pt>
                <c:pt idx="44573">
                  <c:v>24.5</c:v>
                </c:pt>
                <c:pt idx="44574">
                  <c:v>24.5</c:v>
                </c:pt>
                <c:pt idx="44575">
                  <c:v>24.5</c:v>
                </c:pt>
                <c:pt idx="44576">
                  <c:v>24.5</c:v>
                </c:pt>
                <c:pt idx="44577">
                  <c:v>24.5</c:v>
                </c:pt>
                <c:pt idx="44578">
                  <c:v>24.5</c:v>
                </c:pt>
                <c:pt idx="44579">
                  <c:v>24.5</c:v>
                </c:pt>
                <c:pt idx="44580">
                  <c:v>24.5</c:v>
                </c:pt>
                <c:pt idx="44581">
                  <c:v>24.5</c:v>
                </c:pt>
                <c:pt idx="44582">
                  <c:v>24.5</c:v>
                </c:pt>
                <c:pt idx="44583">
                  <c:v>24.5</c:v>
                </c:pt>
                <c:pt idx="44584">
                  <c:v>24.5</c:v>
                </c:pt>
                <c:pt idx="44585">
                  <c:v>24.5</c:v>
                </c:pt>
                <c:pt idx="44586">
                  <c:v>24.5</c:v>
                </c:pt>
                <c:pt idx="44587">
                  <c:v>24.5</c:v>
                </c:pt>
                <c:pt idx="44588">
                  <c:v>24.5</c:v>
                </c:pt>
                <c:pt idx="44589">
                  <c:v>24.5</c:v>
                </c:pt>
                <c:pt idx="44590">
                  <c:v>24.5</c:v>
                </c:pt>
                <c:pt idx="44591">
                  <c:v>24.5</c:v>
                </c:pt>
                <c:pt idx="44592">
                  <c:v>24.5</c:v>
                </c:pt>
                <c:pt idx="44593">
                  <c:v>24.5</c:v>
                </c:pt>
                <c:pt idx="44594">
                  <c:v>24.5</c:v>
                </c:pt>
                <c:pt idx="44595">
                  <c:v>24.5</c:v>
                </c:pt>
                <c:pt idx="44596">
                  <c:v>24.5</c:v>
                </c:pt>
                <c:pt idx="44597">
                  <c:v>24.5</c:v>
                </c:pt>
                <c:pt idx="44598">
                  <c:v>24.5</c:v>
                </c:pt>
                <c:pt idx="44599">
                  <c:v>24.5</c:v>
                </c:pt>
                <c:pt idx="44600">
                  <c:v>24.5</c:v>
                </c:pt>
                <c:pt idx="44601">
                  <c:v>24.5</c:v>
                </c:pt>
                <c:pt idx="44602">
                  <c:v>24.5</c:v>
                </c:pt>
                <c:pt idx="44603">
                  <c:v>24.5</c:v>
                </c:pt>
                <c:pt idx="44604">
                  <c:v>24.5</c:v>
                </c:pt>
                <c:pt idx="44605">
                  <c:v>24.5</c:v>
                </c:pt>
                <c:pt idx="44606">
                  <c:v>24.5</c:v>
                </c:pt>
                <c:pt idx="44607">
                  <c:v>24.5</c:v>
                </c:pt>
                <c:pt idx="44608">
                  <c:v>24.5</c:v>
                </c:pt>
                <c:pt idx="44609">
                  <c:v>24.5</c:v>
                </c:pt>
                <c:pt idx="44610">
                  <c:v>24.5</c:v>
                </c:pt>
                <c:pt idx="44611">
                  <c:v>24.5</c:v>
                </c:pt>
                <c:pt idx="44612">
                  <c:v>24.5</c:v>
                </c:pt>
                <c:pt idx="44613">
                  <c:v>24.5</c:v>
                </c:pt>
                <c:pt idx="44614">
                  <c:v>24.5</c:v>
                </c:pt>
                <c:pt idx="44615">
                  <c:v>24.5</c:v>
                </c:pt>
                <c:pt idx="44616">
                  <c:v>24.5</c:v>
                </c:pt>
                <c:pt idx="44617">
                  <c:v>24.5</c:v>
                </c:pt>
                <c:pt idx="44618">
                  <c:v>24.5</c:v>
                </c:pt>
                <c:pt idx="44619">
                  <c:v>24.5</c:v>
                </c:pt>
                <c:pt idx="44620">
                  <c:v>24.5</c:v>
                </c:pt>
                <c:pt idx="44621">
                  <c:v>24.5</c:v>
                </c:pt>
                <c:pt idx="44622">
                  <c:v>24.5</c:v>
                </c:pt>
                <c:pt idx="44623">
                  <c:v>24.5</c:v>
                </c:pt>
                <c:pt idx="44624">
                  <c:v>24.5</c:v>
                </c:pt>
                <c:pt idx="44625">
                  <c:v>24.5</c:v>
                </c:pt>
                <c:pt idx="44626">
                  <c:v>24.5</c:v>
                </c:pt>
                <c:pt idx="44627">
                  <c:v>24.5</c:v>
                </c:pt>
                <c:pt idx="44628">
                  <c:v>24.5</c:v>
                </c:pt>
                <c:pt idx="44629">
                  <c:v>24.5</c:v>
                </c:pt>
                <c:pt idx="44630">
                  <c:v>24.5</c:v>
                </c:pt>
                <c:pt idx="44631">
                  <c:v>24.5</c:v>
                </c:pt>
                <c:pt idx="44632">
                  <c:v>24.5</c:v>
                </c:pt>
                <c:pt idx="44633">
                  <c:v>24.5</c:v>
                </c:pt>
                <c:pt idx="44634">
                  <c:v>24.5</c:v>
                </c:pt>
                <c:pt idx="44635">
                  <c:v>24.5</c:v>
                </c:pt>
                <c:pt idx="44636">
                  <c:v>24.5</c:v>
                </c:pt>
                <c:pt idx="44637">
                  <c:v>24.5</c:v>
                </c:pt>
                <c:pt idx="44638">
                  <c:v>24.5</c:v>
                </c:pt>
                <c:pt idx="44639">
                  <c:v>24.5</c:v>
                </c:pt>
                <c:pt idx="44640">
                  <c:v>24.5</c:v>
                </c:pt>
                <c:pt idx="44641">
                  <c:v>24.5</c:v>
                </c:pt>
                <c:pt idx="44642">
                  <c:v>24.5</c:v>
                </c:pt>
                <c:pt idx="44643">
                  <c:v>24.5</c:v>
                </c:pt>
                <c:pt idx="44644">
                  <c:v>24.5</c:v>
                </c:pt>
                <c:pt idx="44645">
                  <c:v>24.5</c:v>
                </c:pt>
                <c:pt idx="44646">
                  <c:v>24.5</c:v>
                </c:pt>
                <c:pt idx="44647">
                  <c:v>24.5</c:v>
                </c:pt>
                <c:pt idx="44648">
                  <c:v>24.5</c:v>
                </c:pt>
                <c:pt idx="44649">
                  <c:v>24.5</c:v>
                </c:pt>
                <c:pt idx="44650">
                  <c:v>24.5</c:v>
                </c:pt>
                <c:pt idx="44651">
                  <c:v>24.5</c:v>
                </c:pt>
                <c:pt idx="44652">
                  <c:v>24.5</c:v>
                </c:pt>
                <c:pt idx="44653">
                  <c:v>24.5</c:v>
                </c:pt>
                <c:pt idx="44654">
                  <c:v>24.5</c:v>
                </c:pt>
                <c:pt idx="44655">
                  <c:v>24.5</c:v>
                </c:pt>
                <c:pt idx="44656">
                  <c:v>24.5</c:v>
                </c:pt>
                <c:pt idx="44657">
                  <c:v>24.5</c:v>
                </c:pt>
                <c:pt idx="44658">
                  <c:v>24.5</c:v>
                </c:pt>
                <c:pt idx="44659">
                  <c:v>24.5</c:v>
                </c:pt>
                <c:pt idx="44660">
                  <c:v>24.5</c:v>
                </c:pt>
                <c:pt idx="44661">
                  <c:v>24.5</c:v>
                </c:pt>
                <c:pt idx="44662">
                  <c:v>24.5</c:v>
                </c:pt>
                <c:pt idx="44663">
                  <c:v>24.5</c:v>
                </c:pt>
                <c:pt idx="44664">
                  <c:v>24.5</c:v>
                </c:pt>
                <c:pt idx="44665">
                  <c:v>24.5</c:v>
                </c:pt>
                <c:pt idx="44666">
                  <c:v>24.5</c:v>
                </c:pt>
                <c:pt idx="44667">
                  <c:v>24.5</c:v>
                </c:pt>
                <c:pt idx="44668">
                  <c:v>24.5</c:v>
                </c:pt>
                <c:pt idx="44669">
                  <c:v>24.5</c:v>
                </c:pt>
                <c:pt idx="44670">
                  <c:v>24.5</c:v>
                </c:pt>
                <c:pt idx="44671">
                  <c:v>24.5</c:v>
                </c:pt>
                <c:pt idx="44672">
                  <c:v>24.5</c:v>
                </c:pt>
                <c:pt idx="44673">
                  <c:v>24.5</c:v>
                </c:pt>
                <c:pt idx="44674">
                  <c:v>24.5</c:v>
                </c:pt>
                <c:pt idx="44675">
                  <c:v>24.5</c:v>
                </c:pt>
                <c:pt idx="44676">
                  <c:v>24.5</c:v>
                </c:pt>
                <c:pt idx="44677">
                  <c:v>24.5</c:v>
                </c:pt>
                <c:pt idx="44678">
                  <c:v>24.5</c:v>
                </c:pt>
                <c:pt idx="44679">
                  <c:v>24.5</c:v>
                </c:pt>
                <c:pt idx="44680">
                  <c:v>24.5</c:v>
                </c:pt>
                <c:pt idx="44681">
                  <c:v>24.5</c:v>
                </c:pt>
                <c:pt idx="44682">
                  <c:v>24.5</c:v>
                </c:pt>
                <c:pt idx="44683">
                  <c:v>24.5</c:v>
                </c:pt>
                <c:pt idx="44684">
                  <c:v>24.5</c:v>
                </c:pt>
                <c:pt idx="44685">
                  <c:v>24.5</c:v>
                </c:pt>
                <c:pt idx="44686">
                  <c:v>24.5</c:v>
                </c:pt>
                <c:pt idx="44687">
                  <c:v>24.5</c:v>
                </c:pt>
                <c:pt idx="44688">
                  <c:v>24.5</c:v>
                </c:pt>
                <c:pt idx="44689">
                  <c:v>24.5</c:v>
                </c:pt>
                <c:pt idx="44690">
                  <c:v>24.5</c:v>
                </c:pt>
                <c:pt idx="44691">
                  <c:v>24.5</c:v>
                </c:pt>
                <c:pt idx="44692">
                  <c:v>24.5</c:v>
                </c:pt>
                <c:pt idx="44693">
                  <c:v>24.5</c:v>
                </c:pt>
                <c:pt idx="44694">
                  <c:v>24.5</c:v>
                </c:pt>
                <c:pt idx="44695">
                  <c:v>24.5</c:v>
                </c:pt>
                <c:pt idx="44696">
                  <c:v>24.5</c:v>
                </c:pt>
                <c:pt idx="44697">
                  <c:v>24.5</c:v>
                </c:pt>
                <c:pt idx="44698">
                  <c:v>24.5</c:v>
                </c:pt>
                <c:pt idx="44699">
                  <c:v>24.5</c:v>
                </c:pt>
                <c:pt idx="44700">
                  <c:v>24.5</c:v>
                </c:pt>
                <c:pt idx="44701">
                  <c:v>24.5</c:v>
                </c:pt>
                <c:pt idx="44702">
                  <c:v>24.5</c:v>
                </c:pt>
                <c:pt idx="44703">
                  <c:v>24.5</c:v>
                </c:pt>
                <c:pt idx="44704">
                  <c:v>24.5</c:v>
                </c:pt>
                <c:pt idx="44705">
                  <c:v>24.5</c:v>
                </c:pt>
                <c:pt idx="44706">
                  <c:v>24.5</c:v>
                </c:pt>
                <c:pt idx="44707">
                  <c:v>24.5</c:v>
                </c:pt>
                <c:pt idx="44708">
                  <c:v>24.5</c:v>
                </c:pt>
                <c:pt idx="44709">
                  <c:v>24.5</c:v>
                </c:pt>
                <c:pt idx="44710">
                  <c:v>24.5</c:v>
                </c:pt>
                <c:pt idx="44711">
                  <c:v>24.5</c:v>
                </c:pt>
                <c:pt idx="44712">
                  <c:v>24.5</c:v>
                </c:pt>
                <c:pt idx="44713">
                  <c:v>24.5</c:v>
                </c:pt>
                <c:pt idx="44714">
                  <c:v>24.5</c:v>
                </c:pt>
                <c:pt idx="44715">
                  <c:v>24.5</c:v>
                </c:pt>
                <c:pt idx="44716">
                  <c:v>24.5</c:v>
                </c:pt>
                <c:pt idx="44717">
                  <c:v>24.5</c:v>
                </c:pt>
                <c:pt idx="44718">
                  <c:v>24.5</c:v>
                </c:pt>
                <c:pt idx="44719">
                  <c:v>24.5</c:v>
                </c:pt>
                <c:pt idx="44720">
                  <c:v>24.5</c:v>
                </c:pt>
                <c:pt idx="44721">
                  <c:v>24.5</c:v>
                </c:pt>
                <c:pt idx="44722">
                  <c:v>24.5</c:v>
                </c:pt>
                <c:pt idx="44723">
                  <c:v>24.5</c:v>
                </c:pt>
                <c:pt idx="44724">
                  <c:v>24.5</c:v>
                </c:pt>
                <c:pt idx="44725">
                  <c:v>24.5</c:v>
                </c:pt>
                <c:pt idx="44726">
                  <c:v>24.5</c:v>
                </c:pt>
                <c:pt idx="44727">
                  <c:v>24.5</c:v>
                </c:pt>
                <c:pt idx="44728">
                  <c:v>24.5</c:v>
                </c:pt>
                <c:pt idx="44729">
                  <c:v>24.5</c:v>
                </c:pt>
                <c:pt idx="44730">
                  <c:v>24.5</c:v>
                </c:pt>
                <c:pt idx="44731">
                  <c:v>24.5</c:v>
                </c:pt>
                <c:pt idx="44732">
                  <c:v>24.5</c:v>
                </c:pt>
                <c:pt idx="44733">
                  <c:v>24.5</c:v>
                </c:pt>
                <c:pt idx="44734">
                  <c:v>24.5</c:v>
                </c:pt>
                <c:pt idx="44735">
                  <c:v>24.5</c:v>
                </c:pt>
                <c:pt idx="44736">
                  <c:v>24.5</c:v>
                </c:pt>
                <c:pt idx="44737">
                  <c:v>24.5</c:v>
                </c:pt>
                <c:pt idx="44738">
                  <c:v>24.5</c:v>
                </c:pt>
                <c:pt idx="44739">
                  <c:v>24.5</c:v>
                </c:pt>
                <c:pt idx="44740">
                  <c:v>24.5</c:v>
                </c:pt>
                <c:pt idx="44741">
                  <c:v>24.5</c:v>
                </c:pt>
                <c:pt idx="44742">
                  <c:v>24.5</c:v>
                </c:pt>
                <c:pt idx="44743">
                  <c:v>24.5</c:v>
                </c:pt>
                <c:pt idx="44744">
                  <c:v>24.5</c:v>
                </c:pt>
                <c:pt idx="44745">
                  <c:v>24.5</c:v>
                </c:pt>
                <c:pt idx="44746">
                  <c:v>24.5</c:v>
                </c:pt>
                <c:pt idx="44747">
                  <c:v>24.5</c:v>
                </c:pt>
                <c:pt idx="44748">
                  <c:v>24.5</c:v>
                </c:pt>
                <c:pt idx="44749">
                  <c:v>24.5</c:v>
                </c:pt>
                <c:pt idx="44750">
                  <c:v>24.5</c:v>
                </c:pt>
                <c:pt idx="44751">
                  <c:v>24.5</c:v>
                </c:pt>
                <c:pt idx="44752">
                  <c:v>24.5</c:v>
                </c:pt>
                <c:pt idx="44753">
                  <c:v>24.5</c:v>
                </c:pt>
                <c:pt idx="44754">
                  <c:v>24.5</c:v>
                </c:pt>
                <c:pt idx="44755">
                  <c:v>24.5</c:v>
                </c:pt>
                <c:pt idx="44756">
                  <c:v>24.5</c:v>
                </c:pt>
                <c:pt idx="44757">
                  <c:v>24.5</c:v>
                </c:pt>
                <c:pt idx="44758">
                  <c:v>24.5</c:v>
                </c:pt>
                <c:pt idx="44759">
                  <c:v>24.5</c:v>
                </c:pt>
                <c:pt idx="44760">
                  <c:v>24.5</c:v>
                </c:pt>
                <c:pt idx="44761">
                  <c:v>24.5</c:v>
                </c:pt>
                <c:pt idx="44762">
                  <c:v>24.5</c:v>
                </c:pt>
                <c:pt idx="44763">
                  <c:v>24.5</c:v>
                </c:pt>
                <c:pt idx="44764">
                  <c:v>24.5</c:v>
                </c:pt>
                <c:pt idx="44765">
                  <c:v>24.5</c:v>
                </c:pt>
                <c:pt idx="44766">
                  <c:v>24.5</c:v>
                </c:pt>
                <c:pt idx="44767">
                  <c:v>24.5</c:v>
                </c:pt>
                <c:pt idx="44768">
                  <c:v>24.5</c:v>
                </c:pt>
                <c:pt idx="44769">
                  <c:v>24.5</c:v>
                </c:pt>
                <c:pt idx="44770">
                  <c:v>24.5</c:v>
                </c:pt>
                <c:pt idx="44771">
                  <c:v>24.5</c:v>
                </c:pt>
                <c:pt idx="44772">
                  <c:v>24.5</c:v>
                </c:pt>
                <c:pt idx="44773">
                  <c:v>24.5</c:v>
                </c:pt>
                <c:pt idx="44774">
                  <c:v>24.5</c:v>
                </c:pt>
                <c:pt idx="44775">
                  <c:v>24.5</c:v>
                </c:pt>
                <c:pt idx="44776">
                  <c:v>24.5</c:v>
                </c:pt>
                <c:pt idx="44777">
                  <c:v>24.5</c:v>
                </c:pt>
                <c:pt idx="44778">
                  <c:v>24.5</c:v>
                </c:pt>
                <c:pt idx="44779">
                  <c:v>24.5</c:v>
                </c:pt>
                <c:pt idx="44780">
                  <c:v>24.5</c:v>
                </c:pt>
                <c:pt idx="44781">
                  <c:v>24.5</c:v>
                </c:pt>
                <c:pt idx="44782">
                  <c:v>24.5</c:v>
                </c:pt>
                <c:pt idx="44783">
                  <c:v>24.5</c:v>
                </c:pt>
                <c:pt idx="44784">
                  <c:v>24.5</c:v>
                </c:pt>
                <c:pt idx="44785">
                  <c:v>24.5</c:v>
                </c:pt>
                <c:pt idx="44786">
                  <c:v>24.5</c:v>
                </c:pt>
                <c:pt idx="44787">
                  <c:v>24.5</c:v>
                </c:pt>
                <c:pt idx="44788">
                  <c:v>24.5</c:v>
                </c:pt>
                <c:pt idx="44789">
                  <c:v>24.5</c:v>
                </c:pt>
                <c:pt idx="44790">
                  <c:v>24.5</c:v>
                </c:pt>
                <c:pt idx="44791">
                  <c:v>24.5</c:v>
                </c:pt>
                <c:pt idx="44792">
                  <c:v>24.5</c:v>
                </c:pt>
                <c:pt idx="44793">
                  <c:v>24.5</c:v>
                </c:pt>
                <c:pt idx="44794">
                  <c:v>24.5</c:v>
                </c:pt>
                <c:pt idx="44795">
                  <c:v>24.5</c:v>
                </c:pt>
                <c:pt idx="44796">
                  <c:v>24.5</c:v>
                </c:pt>
                <c:pt idx="44797">
                  <c:v>24.5</c:v>
                </c:pt>
                <c:pt idx="44798">
                  <c:v>24.5</c:v>
                </c:pt>
                <c:pt idx="44799">
                  <c:v>24.5</c:v>
                </c:pt>
                <c:pt idx="44800">
                  <c:v>24.5</c:v>
                </c:pt>
                <c:pt idx="44801">
                  <c:v>24.5</c:v>
                </c:pt>
                <c:pt idx="44802">
                  <c:v>24.5</c:v>
                </c:pt>
                <c:pt idx="44803">
                  <c:v>24.5</c:v>
                </c:pt>
                <c:pt idx="44804">
                  <c:v>24.5</c:v>
                </c:pt>
                <c:pt idx="44805">
                  <c:v>24.5</c:v>
                </c:pt>
                <c:pt idx="44806">
                  <c:v>24.5</c:v>
                </c:pt>
                <c:pt idx="44807">
                  <c:v>24.5</c:v>
                </c:pt>
                <c:pt idx="44808">
                  <c:v>24.5</c:v>
                </c:pt>
                <c:pt idx="44809">
                  <c:v>24.5</c:v>
                </c:pt>
                <c:pt idx="44810">
                  <c:v>24.5</c:v>
                </c:pt>
                <c:pt idx="44811">
                  <c:v>24.5</c:v>
                </c:pt>
                <c:pt idx="44812">
                  <c:v>24.5</c:v>
                </c:pt>
                <c:pt idx="44813">
                  <c:v>24.5</c:v>
                </c:pt>
                <c:pt idx="44814">
                  <c:v>24.5</c:v>
                </c:pt>
                <c:pt idx="44815">
                  <c:v>24.5</c:v>
                </c:pt>
                <c:pt idx="44816">
                  <c:v>24.5</c:v>
                </c:pt>
                <c:pt idx="44817">
                  <c:v>24.5</c:v>
                </c:pt>
                <c:pt idx="44818">
                  <c:v>24.5</c:v>
                </c:pt>
                <c:pt idx="44819">
                  <c:v>24.5</c:v>
                </c:pt>
                <c:pt idx="44820">
                  <c:v>24.5</c:v>
                </c:pt>
                <c:pt idx="44821">
                  <c:v>24.5</c:v>
                </c:pt>
                <c:pt idx="44822">
                  <c:v>24.5</c:v>
                </c:pt>
                <c:pt idx="44823">
                  <c:v>24.5</c:v>
                </c:pt>
                <c:pt idx="44824">
                  <c:v>24.5</c:v>
                </c:pt>
                <c:pt idx="44825">
                  <c:v>24.5</c:v>
                </c:pt>
                <c:pt idx="44826">
                  <c:v>24.5</c:v>
                </c:pt>
                <c:pt idx="44827">
                  <c:v>24.5</c:v>
                </c:pt>
                <c:pt idx="44828">
                  <c:v>24.5</c:v>
                </c:pt>
                <c:pt idx="44829">
                  <c:v>24.5</c:v>
                </c:pt>
                <c:pt idx="44830">
                  <c:v>24.5</c:v>
                </c:pt>
                <c:pt idx="44831">
                  <c:v>24.5</c:v>
                </c:pt>
                <c:pt idx="44832">
                  <c:v>24.5</c:v>
                </c:pt>
                <c:pt idx="44833">
                  <c:v>24.5</c:v>
                </c:pt>
                <c:pt idx="44834">
                  <c:v>24.5</c:v>
                </c:pt>
                <c:pt idx="44835">
                  <c:v>24.5</c:v>
                </c:pt>
                <c:pt idx="44836">
                  <c:v>24.5</c:v>
                </c:pt>
                <c:pt idx="44837">
                  <c:v>24.5</c:v>
                </c:pt>
                <c:pt idx="44838">
                  <c:v>24.5</c:v>
                </c:pt>
                <c:pt idx="44839">
                  <c:v>24.5</c:v>
                </c:pt>
                <c:pt idx="44840">
                  <c:v>24.5</c:v>
                </c:pt>
                <c:pt idx="44841">
                  <c:v>24.5</c:v>
                </c:pt>
                <c:pt idx="44842">
                  <c:v>24.5</c:v>
                </c:pt>
                <c:pt idx="44843">
                  <c:v>24.5</c:v>
                </c:pt>
                <c:pt idx="44844">
                  <c:v>24.5</c:v>
                </c:pt>
                <c:pt idx="44845">
                  <c:v>24.5</c:v>
                </c:pt>
                <c:pt idx="44846">
                  <c:v>24.5</c:v>
                </c:pt>
                <c:pt idx="44847">
                  <c:v>24.5</c:v>
                </c:pt>
                <c:pt idx="44848">
                  <c:v>24.5</c:v>
                </c:pt>
                <c:pt idx="44849">
                  <c:v>24.5</c:v>
                </c:pt>
                <c:pt idx="44850">
                  <c:v>24.5</c:v>
                </c:pt>
                <c:pt idx="44851">
                  <c:v>24.5</c:v>
                </c:pt>
                <c:pt idx="44852">
                  <c:v>24.5</c:v>
                </c:pt>
                <c:pt idx="44853">
                  <c:v>24.5</c:v>
                </c:pt>
                <c:pt idx="44854">
                  <c:v>24.5</c:v>
                </c:pt>
                <c:pt idx="44855">
                  <c:v>24.5</c:v>
                </c:pt>
                <c:pt idx="44856">
                  <c:v>24.5</c:v>
                </c:pt>
                <c:pt idx="44857">
                  <c:v>24.5</c:v>
                </c:pt>
                <c:pt idx="44858">
                  <c:v>24.5</c:v>
                </c:pt>
                <c:pt idx="44859">
                  <c:v>24.5</c:v>
                </c:pt>
                <c:pt idx="44860">
                  <c:v>24.5</c:v>
                </c:pt>
                <c:pt idx="44861">
                  <c:v>24.5</c:v>
                </c:pt>
                <c:pt idx="44862">
                  <c:v>24.5</c:v>
                </c:pt>
                <c:pt idx="44863">
                  <c:v>24.5</c:v>
                </c:pt>
                <c:pt idx="44864">
                  <c:v>24.5</c:v>
                </c:pt>
                <c:pt idx="44865">
                  <c:v>24.5</c:v>
                </c:pt>
                <c:pt idx="44866">
                  <c:v>24.5</c:v>
                </c:pt>
                <c:pt idx="44867">
                  <c:v>24.5</c:v>
                </c:pt>
                <c:pt idx="44868">
                  <c:v>24.5</c:v>
                </c:pt>
                <c:pt idx="44869">
                  <c:v>24.5</c:v>
                </c:pt>
                <c:pt idx="44870">
                  <c:v>24.5</c:v>
                </c:pt>
                <c:pt idx="44871">
                  <c:v>24.5</c:v>
                </c:pt>
                <c:pt idx="44872">
                  <c:v>24.5</c:v>
                </c:pt>
                <c:pt idx="44873">
                  <c:v>24.5</c:v>
                </c:pt>
                <c:pt idx="44874">
                  <c:v>24.5</c:v>
                </c:pt>
                <c:pt idx="44875">
                  <c:v>24.5</c:v>
                </c:pt>
                <c:pt idx="44876">
                  <c:v>24.5</c:v>
                </c:pt>
                <c:pt idx="44877">
                  <c:v>24.5</c:v>
                </c:pt>
                <c:pt idx="44878">
                  <c:v>24.5</c:v>
                </c:pt>
                <c:pt idx="44879">
                  <c:v>24.5</c:v>
                </c:pt>
                <c:pt idx="44880">
                  <c:v>24.5</c:v>
                </c:pt>
                <c:pt idx="44881">
                  <c:v>24.5</c:v>
                </c:pt>
                <c:pt idx="44882">
                  <c:v>24.5</c:v>
                </c:pt>
                <c:pt idx="44883">
                  <c:v>24.5</c:v>
                </c:pt>
                <c:pt idx="44884">
                  <c:v>24.5</c:v>
                </c:pt>
                <c:pt idx="44885">
                  <c:v>24.5</c:v>
                </c:pt>
                <c:pt idx="44886">
                  <c:v>24.5</c:v>
                </c:pt>
                <c:pt idx="44887">
                  <c:v>24.5</c:v>
                </c:pt>
                <c:pt idx="44888">
                  <c:v>24.5</c:v>
                </c:pt>
                <c:pt idx="44889">
                  <c:v>24.5</c:v>
                </c:pt>
                <c:pt idx="44890">
                  <c:v>24.5</c:v>
                </c:pt>
                <c:pt idx="44891">
                  <c:v>24.5</c:v>
                </c:pt>
                <c:pt idx="44892">
                  <c:v>24.5</c:v>
                </c:pt>
                <c:pt idx="44893">
                  <c:v>24.5</c:v>
                </c:pt>
                <c:pt idx="44894">
                  <c:v>24.5</c:v>
                </c:pt>
                <c:pt idx="44895">
                  <c:v>24.5</c:v>
                </c:pt>
                <c:pt idx="44896">
                  <c:v>24.5</c:v>
                </c:pt>
                <c:pt idx="44897">
                  <c:v>24.5</c:v>
                </c:pt>
                <c:pt idx="44898">
                  <c:v>24.5</c:v>
                </c:pt>
                <c:pt idx="44899">
                  <c:v>24.5</c:v>
                </c:pt>
                <c:pt idx="44900">
                  <c:v>24.5</c:v>
                </c:pt>
                <c:pt idx="44901">
                  <c:v>24.5</c:v>
                </c:pt>
                <c:pt idx="44902">
                  <c:v>24.5</c:v>
                </c:pt>
                <c:pt idx="44903">
                  <c:v>24.5</c:v>
                </c:pt>
                <c:pt idx="44904">
                  <c:v>24.5</c:v>
                </c:pt>
                <c:pt idx="44905">
                  <c:v>24.5</c:v>
                </c:pt>
                <c:pt idx="44906">
                  <c:v>24.5</c:v>
                </c:pt>
                <c:pt idx="44907">
                  <c:v>24.5</c:v>
                </c:pt>
                <c:pt idx="44908">
                  <c:v>24.5</c:v>
                </c:pt>
                <c:pt idx="44909">
                  <c:v>24.5</c:v>
                </c:pt>
                <c:pt idx="44910">
                  <c:v>24.5</c:v>
                </c:pt>
                <c:pt idx="44911">
                  <c:v>24.5</c:v>
                </c:pt>
                <c:pt idx="44912">
                  <c:v>24.5</c:v>
                </c:pt>
                <c:pt idx="44913">
                  <c:v>24.5</c:v>
                </c:pt>
                <c:pt idx="44914">
                  <c:v>24.5</c:v>
                </c:pt>
                <c:pt idx="44915">
                  <c:v>24.5</c:v>
                </c:pt>
                <c:pt idx="44916">
                  <c:v>24.5</c:v>
                </c:pt>
                <c:pt idx="44917">
                  <c:v>24.5</c:v>
                </c:pt>
                <c:pt idx="44918">
                  <c:v>24.5</c:v>
                </c:pt>
                <c:pt idx="44919">
                  <c:v>24.5</c:v>
                </c:pt>
                <c:pt idx="44920">
                  <c:v>24.5</c:v>
                </c:pt>
                <c:pt idx="44921">
                  <c:v>24.5</c:v>
                </c:pt>
                <c:pt idx="44922">
                  <c:v>24.5</c:v>
                </c:pt>
                <c:pt idx="44923">
                  <c:v>24.5</c:v>
                </c:pt>
                <c:pt idx="44924">
                  <c:v>24.5</c:v>
                </c:pt>
                <c:pt idx="44925">
                  <c:v>24.5</c:v>
                </c:pt>
                <c:pt idx="44926">
                  <c:v>24.5</c:v>
                </c:pt>
                <c:pt idx="44927">
                  <c:v>24.5</c:v>
                </c:pt>
                <c:pt idx="44928">
                  <c:v>24.5</c:v>
                </c:pt>
                <c:pt idx="44929">
                  <c:v>24.5</c:v>
                </c:pt>
                <c:pt idx="44930">
                  <c:v>24.5</c:v>
                </c:pt>
                <c:pt idx="44931">
                  <c:v>24.5</c:v>
                </c:pt>
                <c:pt idx="44932">
                  <c:v>24.5</c:v>
                </c:pt>
                <c:pt idx="44933">
                  <c:v>24.5</c:v>
                </c:pt>
                <c:pt idx="44934">
                  <c:v>24.5</c:v>
                </c:pt>
                <c:pt idx="44935">
                  <c:v>24.5</c:v>
                </c:pt>
                <c:pt idx="44936">
                  <c:v>24.5</c:v>
                </c:pt>
                <c:pt idx="44937">
                  <c:v>24.5</c:v>
                </c:pt>
                <c:pt idx="44938">
                  <c:v>24.5</c:v>
                </c:pt>
                <c:pt idx="44939">
                  <c:v>24.5</c:v>
                </c:pt>
                <c:pt idx="44940">
                  <c:v>24.5</c:v>
                </c:pt>
                <c:pt idx="44941">
                  <c:v>24.5</c:v>
                </c:pt>
                <c:pt idx="44942">
                  <c:v>24.5</c:v>
                </c:pt>
                <c:pt idx="44943">
                  <c:v>24.5</c:v>
                </c:pt>
                <c:pt idx="44944">
                  <c:v>24.5</c:v>
                </c:pt>
                <c:pt idx="44945">
                  <c:v>24.5</c:v>
                </c:pt>
                <c:pt idx="44946">
                  <c:v>24.5</c:v>
                </c:pt>
                <c:pt idx="44947">
                  <c:v>24.5</c:v>
                </c:pt>
                <c:pt idx="44948">
                  <c:v>24.5</c:v>
                </c:pt>
                <c:pt idx="44949">
                  <c:v>24.5</c:v>
                </c:pt>
                <c:pt idx="44950">
                  <c:v>24.5</c:v>
                </c:pt>
                <c:pt idx="44951">
                  <c:v>24.5</c:v>
                </c:pt>
                <c:pt idx="44952">
                  <c:v>24.5</c:v>
                </c:pt>
                <c:pt idx="44953">
                  <c:v>24.5</c:v>
                </c:pt>
                <c:pt idx="44954">
                  <c:v>24.5</c:v>
                </c:pt>
                <c:pt idx="44955">
                  <c:v>24.5</c:v>
                </c:pt>
                <c:pt idx="44956">
                  <c:v>24.5</c:v>
                </c:pt>
                <c:pt idx="44957">
                  <c:v>24.5</c:v>
                </c:pt>
                <c:pt idx="44958">
                  <c:v>24.5</c:v>
                </c:pt>
                <c:pt idx="44959">
                  <c:v>24.5</c:v>
                </c:pt>
                <c:pt idx="44960">
                  <c:v>24.5</c:v>
                </c:pt>
                <c:pt idx="44961">
                  <c:v>24.5</c:v>
                </c:pt>
                <c:pt idx="44962">
                  <c:v>24.5</c:v>
                </c:pt>
                <c:pt idx="44963">
                  <c:v>24.5</c:v>
                </c:pt>
                <c:pt idx="44964">
                  <c:v>24.5</c:v>
                </c:pt>
                <c:pt idx="44965">
                  <c:v>24.5</c:v>
                </c:pt>
                <c:pt idx="44966">
                  <c:v>24.5</c:v>
                </c:pt>
                <c:pt idx="44967">
                  <c:v>24.5</c:v>
                </c:pt>
                <c:pt idx="44968">
                  <c:v>24.5</c:v>
                </c:pt>
                <c:pt idx="44969">
                  <c:v>24.5</c:v>
                </c:pt>
                <c:pt idx="44970">
                  <c:v>24.5</c:v>
                </c:pt>
                <c:pt idx="44971">
                  <c:v>24.5</c:v>
                </c:pt>
                <c:pt idx="44972">
                  <c:v>24.5</c:v>
                </c:pt>
                <c:pt idx="44973">
                  <c:v>24.5</c:v>
                </c:pt>
                <c:pt idx="44974">
                  <c:v>24.5</c:v>
                </c:pt>
                <c:pt idx="44975">
                  <c:v>24.5</c:v>
                </c:pt>
                <c:pt idx="44976">
                  <c:v>24.5</c:v>
                </c:pt>
                <c:pt idx="44977">
                  <c:v>24.5</c:v>
                </c:pt>
                <c:pt idx="44978">
                  <c:v>24.5</c:v>
                </c:pt>
                <c:pt idx="44979">
                  <c:v>24.5</c:v>
                </c:pt>
                <c:pt idx="44980">
                  <c:v>24.5</c:v>
                </c:pt>
                <c:pt idx="44981">
                  <c:v>24.5</c:v>
                </c:pt>
                <c:pt idx="44982">
                  <c:v>24.5</c:v>
                </c:pt>
                <c:pt idx="44983">
                  <c:v>24.5</c:v>
                </c:pt>
                <c:pt idx="44984">
                  <c:v>24.5</c:v>
                </c:pt>
                <c:pt idx="44985">
                  <c:v>24.5</c:v>
                </c:pt>
                <c:pt idx="44986">
                  <c:v>24.5</c:v>
                </c:pt>
                <c:pt idx="44987">
                  <c:v>24.5</c:v>
                </c:pt>
                <c:pt idx="44988">
                  <c:v>24.5</c:v>
                </c:pt>
                <c:pt idx="44989">
                  <c:v>24.5</c:v>
                </c:pt>
                <c:pt idx="44990">
                  <c:v>24.5</c:v>
                </c:pt>
                <c:pt idx="44991">
                  <c:v>24.5</c:v>
                </c:pt>
                <c:pt idx="44992">
                  <c:v>24.5</c:v>
                </c:pt>
                <c:pt idx="44993">
                  <c:v>24.5</c:v>
                </c:pt>
                <c:pt idx="44994">
                  <c:v>24.5</c:v>
                </c:pt>
                <c:pt idx="44995">
                  <c:v>24.5</c:v>
                </c:pt>
                <c:pt idx="44996">
                  <c:v>24.5</c:v>
                </c:pt>
                <c:pt idx="44997">
                  <c:v>24.5</c:v>
                </c:pt>
                <c:pt idx="44998">
                  <c:v>24.5</c:v>
                </c:pt>
                <c:pt idx="44999">
                  <c:v>24.5</c:v>
                </c:pt>
                <c:pt idx="45000">
                  <c:v>24.5</c:v>
                </c:pt>
                <c:pt idx="45001">
                  <c:v>24.5</c:v>
                </c:pt>
                <c:pt idx="45002">
                  <c:v>24.5</c:v>
                </c:pt>
                <c:pt idx="45003">
                  <c:v>24.5</c:v>
                </c:pt>
                <c:pt idx="45004">
                  <c:v>24.5</c:v>
                </c:pt>
                <c:pt idx="45005">
                  <c:v>24.5</c:v>
                </c:pt>
                <c:pt idx="45006">
                  <c:v>24.5</c:v>
                </c:pt>
                <c:pt idx="45007">
                  <c:v>24.5</c:v>
                </c:pt>
                <c:pt idx="45008">
                  <c:v>24.5</c:v>
                </c:pt>
                <c:pt idx="45009">
                  <c:v>24.5</c:v>
                </c:pt>
                <c:pt idx="45010">
                  <c:v>24.5</c:v>
                </c:pt>
                <c:pt idx="45011">
                  <c:v>24.5</c:v>
                </c:pt>
                <c:pt idx="45012">
                  <c:v>24.5</c:v>
                </c:pt>
                <c:pt idx="45013">
                  <c:v>24.5</c:v>
                </c:pt>
                <c:pt idx="45014">
                  <c:v>24.5</c:v>
                </c:pt>
                <c:pt idx="45015">
                  <c:v>24.5</c:v>
                </c:pt>
                <c:pt idx="45016">
                  <c:v>24.5</c:v>
                </c:pt>
                <c:pt idx="45017">
                  <c:v>24.5</c:v>
                </c:pt>
                <c:pt idx="45018">
                  <c:v>24.5</c:v>
                </c:pt>
                <c:pt idx="45019">
                  <c:v>24.5</c:v>
                </c:pt>
                <c:pt idx="45020">
                  <c:v>24.5</c:v>
                </c:pt>
                <c:pt idx="45021">
                  <c:v>24.5</c:v>
                </c:pt>
                <c:pt idx="45022">
                  <c:v>24.5</c:v>
                </c:pt>
                <c:pt idx="45023">
                  <c:v>24.5</c:v>
                </c:pt>
                <c:pt idx="45024">
                  <c:v>24.5</c:v>
                </c:pt>
                <c:pt idx="45025">
                  <c:v>24.5</c:v>
                </c:pt>
                <c:pt idx="45026">
                  <c:v>24.5</c:v>
                </c:pt>
                <c:pt idx="45027">
                  <c:v>24.5</c:v>
                </c:pt>
                <c:pt idx="45028">
                  <c:v>24.5</c:v>
                </c:pt>
                <c:pt idx="45029">
                  <c:v>24.5</c:v>
                </c:pt>
                <c:pt idx="45030">
                  <c:v>24.5</c:v>
                </c:pt>
                <c:pt idx="45031">
                  <c:v>24.5</c:v>
                </c:pt>
                <c:pt idx="45032">
                  <c:v>24.5</c:v>
                </c:pt>
                <c:pt idx="45033">
                  <c:v>24.5</c:v>
                </c:pt>
                <c:pt idx="45034">
                  <c:v>24.5</c:v>
                </c:pt>
                <c:pt idx="45035">
                  <c:v>24.5</c:v>
                </c:pt>
                <c:pt idx="45036">
                  <c:v>24.5</c:v>
                </c:pt>
                <c:pt idx="45037">
                  <c:v>24.5</c:v>
                </c:pt>
                <c:pt idx="45038">
                  <c:v>24.5</c:v>
                </c:pt>
                <c:pt idx="45039">
                  <c:v>24.5</c:v>
                </c:pt>
                <c:pt idx="45040">
                  <c:v>24.5</c:v>
                </c:pt>
                <c:pt idx="45041">
                  <c:v>24.5</c:v>
                </c:pt>
                <c:pt idx="45042">
                  <c:v>24.5</c:v>
                </c:pt>
                <c:pt idx="45043">
                  <c:v>24.5</c:v>
                </c:pt>
                <c:pt idx="45044">
                  <c:v>24.5</c:v>
                </c:pt>
                <c:pt idx="45045">
                  <c:v>24.5</c:v>
                </c:pt>
                <c:pt idx="45046">
                  <c:v>24.5</c:v>
                </c:pt>
                <c:pt idx="45047">
                  <c:v>24.5</c:v>
                </c:pt>
                <c:pt idx="45048">
                  <c:v>24.5</c:v>
                </c:pt>
                <c:pt idx="45049">
                  <c:v>24.5</c:v>
                </c:pt>
                <c:pt idx="45050">
                  <c:v>24.5</c:v>
                </c:pt>
                <c:pt idx="45051">
                  <c:v>24.5</c:v>
                </c:pt>
                <c:pt idx="45052">
                  <c:v>24.5</c:v>
                </c:pt>
                <c:pt idx="45053">
                  <c:v>24.5</c:v>
                </c:pt>
                <c:pt idx="45054">
                  <c:v>24.5</c:v>
                </c:pt>
                <c:pt idx="45055">
                  <c:v>24.5</c:v>
                </c:pt>
                <c:pt idx="45056">
                  <c:v>24.5</c:v>
                </c:pt>
                <c:pt idx="45057">
                  <c:v>24.5</c:v>
                </c:pt>
                <c:pt idx="45058">
                  <c:v>24.5</c:v>
                </c:pt>
                <c:pt idx="45059">
                  <c:v>24.5</c:v>
                </c:pt>
                <c:pt idx="45060">
                  <c:v>24.5</c:v>
                </c:pt>
                <c:pt idx="45061">
                  <c:v>24.5</c:v>
                </c:pt>
                <c:pt idx="45062">
                  <c:v>24.5</c:v>
                </c:pt>
                <c:pt idx="45063">
                  <c:v>24.5</c:v>
                </c:pt>
                <c:pt idx="45064">
                  <c:v>24.5</c:v>
                </c:pt>
                <c:pt idx="45065">
                  <c:v>24.5</c:v>
                </c:pt>
                <c:pt idx="45066">
                  <c:v>24.5</c:v>
                </c:pt>
                <c:pt idx="45067">
                  <c:v>24.5</c:v>
                </c:pt>
                <c:pt idx="45068">
                  <c:v>24.5</c:v>
                </c:pt>
                <c:pt idx="45069">
                  <c:v>24.5</c:v>
                </c:pt>
                <c:pt idx="45070">
                  <c:v>24.5</c:v>
                </c:pt>
                <c:pt idx="45071">
                  <c:v>24.5</c:v>
                </c:pt>
                <c:pt idx="45072">
                  <c:v>24.5</c:v>
                </c:pt>
                <c:pt idx="45073">
                  <c:v>24.5</c:v>
                </c:pt>
                <c:pt idx="45074">
                  <c:v>24.5</c:v>
                </c:pt>
                <c:pt idx="45075">
                  <c:v>24.5</c:v>
                </c:pt>
                <c:pt idx="45076">
                  <c:v>24.5</c:v>
                </c:pt>
                <c:pt idx="45077">
                  <c:v>24.5</c:v>
                </c:pt>
                <c:pt idx="45078">
                  <c:v>24.5</c:v>
                </c:pt>
                <c:pt idx="45079">
                  <c:v>24.5</c:v>
                </c:pt>
                <c:pt idx="45080">
                  <c:v>24.5</c:v>
                </c:pt>
                <c:pt idx="45081">
                  <c:v>24.5</c:v>
                </c:pt>
                <c:pt idx="45082">
                  <c:v>24.5</c:v>
                </c:pt>
                <c:pt idx="45083">
                  <c:v>24.5</c:v>
                </c:pt>
                <c:pt idx="45084">
                  <c:v>24.5</c:v>
                </c:pt>
                <c:pt idx="45085">
                  <c:v>24.5</c:v>
                </c:pt>
                <c:pt idx="45086">
                  <c:v>24.5</c:v>
                </c:pt>
                <c:pt idx="45087">
                  <c:v>24.5</c:v>
                </c:pt>
                <c:pt idx="45088">
                  <c:v>24.5</c:v>
                </c:pt>
                <c:pt idx="45089">
                  <c:v>24.5</c:v>
                </c:pt>
                <c:pt idx="45090">
                  <c:v>24.5</c:v>
                </c:pt>
                <c:pt idx="45091">
                  <c:v>24.5</c:v>
                </c:pt>
                <c:pt idx="45092">
                  <c:v>24.5</c:v>
                </c:pt>
                <c:pt idx="45093">
                  <c:v>24.5</c:v>
                </c:pt>
                <c:pt idx="45094">
                  <c:v>24.5</c:v>
                </c:pt>
                <c:pt idx="45095">
                  <c:v>24.5</c:v>
                </c:pt>
                <c:pt idx="45096">
                  <c:v>24.5</c:v>
                </c:pt>
                <c:pt idx="45097">
                  <c:v>24.5</c:v>
                </c:pt>
                <c:pt idx="45098">
                  <c:v>24.5</c:v>
                </c:pt>
                <c:pt idx="45099">
                  <c:v>24.5</c:v>
                </c:pt>
                <c:pt idx="45100">
                  <c:v>24.5</c:v>
                </c:pt>
                <c:pt idx="45101">
                  <c:v>24.5</c:v>
                </c:pt>
                <c:pt idx="45102">
                  <c:v>24.5</c:v>
                </c:pt>
                <c:pt idx="45103">
                  <c:v>24.5</c:v>
                </c:pt>
                <c:pt idx="45104">
                  <c:v>24.5</c:v>
                </c:pt>
                <c:pt idx="45105">
                  <c:v>24.5</c:v>
                </c:pt>
                <c:pt idx="45106">
                  <c:v>24.5</c:v>
                </c:pt>
                <c:pt idx="45107">
                  <c:v>24.5</c:v>
                </c:pt>
                <c:pt idx="45108">
                  <c:v>24.5</c:v>
                </c:pt>
                <c:pt idx="45109">
                  <c:v>24.5</c:v>
                </c:pt>
                <c:pt idx="45110">
                  <c:v>24.5</c:v>
                </c:pt>
                <c:pt idx="45111">
                  <c:v>24.5</c:v>
                </c:pt>
                <c:pt idx="45112">
                  <c:v>24.5</c:v>
                </c:pt>
                <c:pt idx="45113">
                  <c:v>24.5</c:v>
                </c:pt>
                <c:pt idx="45114">
                  <c:v>24.5</c:v>
                </c:pt>
                <c:pt idx="45115">
                  <c:v>24.5</c:v>
                </c:pt>
                <c:pt idx="45116">
                  <c:v>24.5</c:v>
                </c:pt>
                <c:pt idx="45117">
                  <c:v>24.5</c:v>
                </c:pt>
                <c:pt idx="45118">
                  <c:v>24.5</c:v>
                </c:pt>
                <c:pt idx="45119">
                  <c:v>24.5</c:v>
                </c:pt>
                <c:pt idx="45120">
                  <c:v>24.5</c:v>
                </c:pt>
                <c:pt idx="45121">
                  <c:v>24.5</c:v>
                </c:pt>
                <c:pt idx="45122">
                  <c:v>24.5</c:v>
                </c:pt>
                <c:pt idx="45123">
                  <c:v>24.5</c:v>
                </c:pt>
                <c:pt idx="45124">
                  <c:v>24.5</c:v>
                </c:pt>
                <c:pt idx="45125">
                  <c:v>24.5</c:v>
                </c:pt>
                <c:pt idx="45126">
                  <c:v>24.5</c:v>
                </c:pt>
                <c:pt idx="45127">
                  <c:v>24.5</c:v>
                </c:pt>
                <c:pt idx="45128">
                  <c:v>24.5</c:v>
                </c:pt>
                <c:pt idx="45129">
                  <c:v>24.5</c:v>
                </c:pt>
                <c:pt idx="45130">
                  <c:v>24.5</c:v>
                </c:pt>
                <c:pt idx="45131">
                  <c:v>24.5</c:v>
                </c:pt>
                <c:pt idx="45132">
                  <c:v>24.5</c:v>
                </c:pt>
                <c:pt idx="45133">
                  <c:v>24.5</c:v>
                </c:pt>
                <c:pt idx="45134">
                  <c:v>24.5</c:v>
                </c:pt>
                <c:pt idx="45135">
                  <c:v>24.5</c:v>
                </c:pt>
                <c:pt idx="45136">
                  <c:v>24.5</c:v>
                </c:pt>
                <c:pt idx="45137">
                  <c:v>24.5</c:v>
                </c:pt>
                <c:pt idx="45138">
                  <c:v>24.5</c:v>
                </c:pt>
                <c:pt idx="45139">
                  <c:v>24.5</c:v>
                </c:pt>
                <c:pt idx="45140">
                  <c:v>24.5</c:v>
                </c:pt>
                <c:pt idx="45141">
                  <c:v>24.5</c:v>
                </c:pt>
                <c:pt idx="45142">
                  <c:v>24.5</c:v>
                </c:pt>
                <c:pt idx="45143">
                  <c:v>24.5</c:v>
                </c:pt>
                <c:pt idx="45144">
                  <c:v>24.5</c:v>
                </c:pt>
                <c:pt idx="45145">
                  <c:v>24.5</c:v>
                </c:pt>
                <c:pt idx="45146">
                  <c:v>24.5</c:v>
                </c:pt>
                <c:pt idx="45147">
                  <c:v>24.5</c:v>
                </c:pt>
                <c:pt idx="45148">
                  <c:v>24.5</c:v>
                </c:pt>
                <c:pt idx="45149">
                  <c:v>24.5</c:v>
                </c:pt>
                <c:pt idx="45150">
                  <c:v>24.5</c:v>
                </c:pt>
                <c:pt idx="45151">
                  <c:v>24.5</c:v>
                </c:pt>
                <c:pt idx="45152">
                  <c:v>24.5</c:v>
                </c:pt>
                <c:pt idx="45153">
                  <c:v>24.5</c:v>
                </c:pt>
                <c:pt idx="45154">
                  <c:v>24.5</c:v>
                </c:pt>
                <c:pt idx="45155">
                  <c:v>24.5</c:v>
                </c:pt>
                <c:pt idx="45156">
                  <c:v>24.5</c:v>
                </c:pt>
                <c:pt idx="45157">
                  <c:v>24.5</c:v>
                </c:pt>
                <c:pt idx="45158">
                  <c:v>24.5</c:v>
                </c:pt>
                <c:pt idx="45159">
                  <c:v>24.5</c:v>
                </c:pt>
                <c:pt idx="45160">
                  <c:v>24.5</c:v>
                </c:pt>
                <c:pt idx="45161">
                  <c:v>24.5</c:v>
                </c:pt>
                <c:pt idx="45162">
                  <c:v>24.5</c:v>
                </c:pt>
                <c:pt idx="45163">
                  <c:v>24.5</c:v>
                </c:pt>
                <c:pt idx="45164">
                  <c:v>24.5</c:v>
                </c:pt>
                <c:pt idx="45165">
                  <c:v>24.5</c:v>
                </c:pt>
                <c:pt idx="45166">
                  <c:v>24.5</c:v>
                </c:pt>
                <c:pt idx="45167">
                  <c:v>24.5</c:v>
                </c:pt>
                <c:pt idx="45168">
                  <c:v>24.5</c:v>
                </c:pt>
                <c:pt idx="45169">
                  <c:v>24.5</c:v>
                </c:pt>
                <c:pt idx="45170">
                  <c:v>24.5</c:v>
                </c:pt>
                <c:pt idx="45171">
                  <c:v>24.5</c:v>
                </c:pt>
                <c:pt idx="45172">
                  <c:v>24.5</c:v>
                </c:pt>
                <c:pt idx="45173">
                  <c:v>24.5</c:v>
                </c:pt>
                <c:pt idx="45174">
                  <c:v>24.55</c:v>
                </c:pt>
                <c:pt idx="45175">
                  <c:v>24.5</c:v>
                </c:pt>
                <c:pt idx="45176">
                  <c:v>24.5</c:v>
                </c:pt>
                <c:pt idx="45177">
                  <c:v>24.5</c:v>
                </c:pt>
                <c:pt idx="45178">
                  <c:v>24.5</c:v>
                </c:pt>
                <c:pt idx="45179">
                  <c:v>24.5</c:v>
                </c:pt>
                <c:pt idx="45180">
                  <c:v>24.5</c:v>
                </c:pt>
                <c:pt idx="45181">
                  <c:v>24.5</c:v>
                </c:pt>
                <c:pt idx="45182">
                  <c:v>24.5</c:v>
                </c:pt>
                <c:pt idx="45183">
                  <c:v>24.5</c:v>
                </c:pt>
                <c:pt idx="45184">
                  <c:v>24.5</c:v>
                </c:pt>
                <c:pt idx="45185">
                  <c:v>24.5</c:v>
                </c:pt>
                <c:pt idx="45186">
                  <c:v>24.5</c:v>
                </c:pt>
                <c:pt idx="45187">
                  <c:v>24.5</c:v>
                </c:pt>
                <c:pt idx="45188">
                  <c:v>24.5</c:v>
                </c:pt>
                <c:pt idx="45189">
                  <c:v>24.5</c:v>
                </c:pt>
                <c:pt idx="45190">
                  <c:v>24.5</c:v>
                </c:pt>
                <c:pt idx="45191">
                  <c:v>24.5</c:v>
                </c:pt>
                <c:pt idx="45192">
                  <c:v>24.5</c:v>
                </c:pt>
                <c:pt idx="45193">
                  <c:v>24.5</c:v>
                </c:pt>
                <c:pt idx="45194">
                  <c:v>24.5</c:v>
                </c:pt>
                <c:pt idx="45195">
                  <c:v>24.5</c:v>
                </c:pt>
                <c:pt idx="45196">
                  <c:v>24.5</c:v>
                </c:pt>
                <c:pt idx="45197">
                  <c:v>24.5</c:v>
                </c:pt>
                <c:pt idx="45198">
                  <c:v>24.5</c:v>
                </c:pt>
                <c:pt idx="45199">
                  <c:v>24.5</c:v>
                </c:pt>
                <c:pt idx="45200">
                  <c:v>24.5</c:v>
                </c:pt>
                <c:pt idx="45201">
                  <c:v>24.5</c:v>
                </c:pt>
                <c:pt idx="45202">
                  <c:v>24.5</c:v>
                </c:pt>
                <c:pt idx="45203">
                  <c:v>24.5</c:v>
                </c:pt>
                <c:pt idx="45204">
                  <c:v>24.5</c:v>
                </c:pt>
                <c:pt idx="45205">
                  <c:v>24.5</c:v>
                </c:pt>
                <c:pt idx="45206">
                  <c:v>24.5</c:v>
                </c:pt>
                <c:pt idx="45207">
                  <c:v>24.5</c:v>
                </c:pt>
                <c:pt idx="45208">
                  <c:v>24.5</c:v>
                </c:pt>
                <c:pt idx="45209">
                  <c:v>24.5</c:v>
                </c:pt>
                <c:pt idx="45210">
                  <c:v>24.5</c:v>
                </c:pt>
                <c:pt idx="45211">
                  <c:v>24.5</c:v>
                </c:pt>
                <c:pt idx="45212">
                  <c:v>24.5</c:v>
                </c:pt>
                <c:pt idx="45213">
                  <c:v>24.5</c:v>
                </c:pt>
                <c:pt idx="45214">
                  <c:v>24.5</c:v>
                </c:pt>
                <c:pt idx="45215">
                  <c:v>24.5</c:v>
                </c:pt>
                <c:pt idx="45216">
                  <c:v>24.5</c:v>
                </c:pt>
                <c:pt idx="45217">
                  <c:v>24.5</c:v>
                </c:pt>
                <c:pt idx="45218">
                  <c:v>24.5</c:v>
                </c:pt>
                <c:pt idx="45219">
                  <c:v>24.5</c:v>
                </c:pt>
                <c:pt idx="45220">
                  <c:v>24.5</c:v>
                </c:pt>
                <c:pt idx="45221">
                  <c:v>24.5</c:v>
                </c:pt>
                <c:pt idx="45222">
                  <c:v>24.5</c:v>
                </c:pt>
                <c:pt idx="45223">
                  <c:v>24.5</c:v>
                </c:pt>
                <c:pt idx="45224">
                  <c:v>24.5</c:v>
                </c:pt>
                <c:pt idx="45225">
                  <c:v>24.5</c:v>
                </c:pt>
                <c:pt idx="45226">
                  <c:v>24.5</c:v>
                </c:pt>
                <c:pt idx="45227">
                  <c:v>24.5</c:v>
                </c:pt>
                <c:pt idx="45228">
                  <c:v>24.5</c:v>
                </c:pt>
                <c:pt idx="45229">
                  <c:v>24.5</c:v>
                </c:pt>
                <c:pt idx="45230">
                  <c:v>24.5</c:v>
                </c:pt>
                <c:pt idx="45231">
                  <c:v>24.5</c:v>
                </c:pt>
                <c:pt idx="45232">
                  <c:v>24.5</c:v>
                </c:pt>
                <c:pt idx="45233">
                  <c:v>24.5</c:v>
                </c:pt>
                <c:pt idx="45234">
                  <c:v>24.5</c:v>
                </c:pt>
                <c:pt idx="45235">
                  <c:v>24.5</c:v>
                </c:pt>
                <c:pt idx="45236">
                  <c:v>24.5</c:v>
                </c:pt>
                <c:pt idx="45237">
                  <c:v>24.5</c:v>
                </c:pt>
                <c:pt idx="45238">
                  <c:v>24.5</c:v>
                </c:pt>
                <c:pt idx="45239">
                  <c:v>24.5</c:v>
                </c:pt>
                <c:pt idx="45240">
                  <c:v>24.5</c:v>
                </c:pt>
                <c:pt idx="45241">
                  <c:v>24.5</c:v>
                </c:pt>
                <c:pt idx="45242">
                  <c:v>24.5</c:v>
                </c:pt>
                <c:pt idx="45243">
                  <c:v>24.5</c:v>
                </c:pt>
                <c:pt idx="45244">
                  <c:v>24.5</c:v>
                </c:pt>
                <c:pt idx="45245">
                  <c:v>24.5</c:v>
                </c:pt>
                <c:pt idx="45246">
                  <c:v>24.5</c:v>
                </c:pt>
                <c:pt idx="45247">
                  <c:v>24.5</c:v>
                </c:pt>
                <c:pt idx="45248">
                  <c:v>24.5</c:v>
                </c:pt>
                <c:pt idx="45249">
                  <c:v>24.5</c:v>
                </c:pt>
                <c:pt idx="45250">
                  <c:v>24.5</c:v>
                </c:pt>
                <c:pt idx="45251">
                  <c:v>24.5</c:v>
                </c:pt>
                <c:pt idx="45252">
                  <c:v>24.5</c:v>
                </c:pt>
                <c:pt idx="45253">
                  <c:v>24.5</c:v>
                </c:pt>
                <c:pt idx="45254">
                  <c:v>24.5</c:v>
                </c:pt>
                <c:pt idx="45255">
                  <c:v>24.5</c:v>
                </c:pt>
                <c:pt idx="45256">
                  <c:v>24.5</c:v>
                </c:pt>
                <c:pt idx="45257">
                  <c:v>24.5</c:v>
                </c:pt>
                <c:pt idx="45258">
                  <c:v>24.5</c:v>
                </c:pt>
                <c:pt idx="45259">
                  <c:v>24.5</c:v>
                </c:pt>
                <c:pt idx="45260">
                  <c:v>24.5</c:v>
                </c:pt>
                <c:pt idx="45261">
                  <c:v>24.5</c:v>
                </c:pt>
                <c:pt idx="45262">
                  <c:v>24.5</c:v>
                </c:pt>
                <c:pt idx="45263">
                  <c:v>24.5</c:v>
                </c:pt>
                <c:pt idx="45264">
                  <c:v>24.5</c:v>
                </c:pt>
                <c:pt idx="45265">
                  <c:v>24.5</c:v>
                </c:pt>
                <c:pt idx="45266">
                  <c:v>24.5</c:v>
                </c:pt>
                <c:pt idx="45267">
                  <c:v>24.5</c:v>
                </c:pt>
                <c:pt idx="45268">
                  <c:v>24.5</c:v>
                </c:pt>
                <c:pt idx="45269">
                  <c:v>24.5</c:v>
                </c:pt>
                <c:pt idx="45270">
                  <c:v>24.5</c:v>
                </c:pt>
                <c:pt idx="45271">
                  <c:v>24.5</c:v>
                </c:pt>
                <c:pt idx="45272">
                  <c:v>24.5</c:v>
                </c:pt>
                <c:pt idx="45273">
                  <c:v>24.5</c:v>
                </c:pt>
                <c:pt idx="45274">
                  <c:v>24.5</c:v>
                </c:pt>
                <c:pt idx="45275">
                  <c:v>24.5</c:v>
                </c:pt>
                <c:pt idx="45276">
                  <c:v>24.5</c:v>
                </c:pt>
                <c:pt idx="45277">
                  <c:v>24.5</c:v>
                </c:pt>
                <c:pt idx="45278">
                  <c:v>24.5</c:v>
                </c:pt>
                <c:pt idx="45279">
                  <c:v>24.5</c:v>
                </c:pt>
                <c:pt idx="45280">
                  <c:v>24.5</c:v>
                </c:pt>
                <c:pt idx="45281">
                  <c:v>24.5</c:v>
                </c:pt>
                <c:pt idx="45282">
                  <c:v>24.5</c:v>
                </c:pt>
                <c:pt idx="45283">
                  <c:v>24.5</c:v>
                </c:pt>
                <c:pt idx="45284">
                  <c:v>24.5</c:v>
                </c:pt>
                <c:pt idx="45285">
                  <c:v>24.5</c:v>
                </c:pt>
                <c:pt idx="45286">
                  <c:v>24.5</c:v>
                </c:pt>
                <c:pt idx="45287">
                  <c:v>24.5</c:v>
                </c:pt>
                <c:pt idx="45288">
                  <c:v>24.5</c:v>
                </c:pt>
                <c:pt idx="45289">
                  <c:v>24.5</c:v>
                </c:pt>
                <c:pt idx="45290">
                  <c:v>24.5</c:v>
                </c:pt>
                <c:pt idx="45291">
                  <c:v>24.5</c:v>
                </c:pt>
                <c:pt idx="45292">
                  <c:v>24.5</c:v>
                </c:pt>
                <c:pt idx="45293">
                  <c:v>24.5</c:v>
                </c:pt>
                <c:pt idx="45294">
                  <c:v>24.5</c:v>
                </c:pt>
                <c:pt idx="45295">
                  <c:v>24.5</c:v>
                </c:pt>
                <c:pt idx="45296">
                  <c:v>24.5</c:v>
                </c:pt>
                <c:pt idx="45297">
                  <c:v>24.5</c:v>
                </c:pt>
                <c:pt idx="45298">
                  <c:v>24.5</c:v>
                </c:pt>
                <c:pt idx="45299">
                  <c:v>24.5</c:v>
                </c:pt>
                <c:pt idx="45300">
                  <c:v>24.5</c:v>
                </c:pt>
                <c:pt idx="45301">
                  <c:v>24.5</c:v>
                </c:pt>
                <c:pt idx="45302">
                  <c:v>24.5</c:v>
                </c:pt>
                <c:pt idx="45303">
                  <c:v>24.5</c:v>
                </c:pt>
                <c:pt idx="45304">
                  <c:v>24.5</c:v>
                </c:pt>
                <c:pt idx="45305">
                  <c:v>24.5</c:v>
                </c:pt>
                <c:pt idx="45306">
                  <c:v>24.5</c:v>
                </c:pt>
                <c:pt idx="45307">
                  <c:v>24.5</c:v>
                </c:pt>
                <c:pt idx="45308">
                  <c:v>24.5</c:v>
                </c:pt>
                <c:pt idx="45309">
                  <c:v>24.5</c:v>
                </c:pt>
                <c:pt idx="45310">
                  <c:v>24.5</c:v>
                </c:pt>
                <c:pt idx="45311">
                  <c:v>24.5</c:v>
                </c:pt>
                <c:pt idx="45312">
                  <c:v>24.5</c:v>
                </c:pt>
                <c:pt idx="45313">
                  <c:v>24.5</c:v>
                </c:pt>
                <c:pt idx="45314">
                  <c:v>24.5</c:v>
                </c:pt>
                <c:pt idx="45315">
                  <c:v>24.5</c:v>
                </c:pt>
                <c:pt idx="45316">
                  <c:v>24.5</c:v>
                </c:pt>
                <c:pt idx="45317">
                  <c:v>24.5</c:v>
                </c:pt>
                <c:pt idx="45318">
                  <c:v>24.5</c:v>
                </c:pt>
                <c:pt idx="45319">
                  <c:v>24.5</c:v>
                </c:pt>
                <c:pt idx="45320">
                  <c:v>24.5</c:v>
                </c:pt>
                <c:pt idx="45321">
                  <c:v>24.5</c:v>
                </c:pt>
                <c:pt idx="45322">
                  <c:v>24.5</c:v>
                </c:pt>
                <c:pt idx="45323">
                  <c:v>24.5</c:v>
                </c:pt>
                <c:pt idx="45324">
                  <c:v>24.5</c:v>
                </c:pt>
                <c:pt idx="45325">
                  <c:v>24.5</c:v>
                </c:pt>
                <c:pt idx="45326">
                  <c:v>24.5</c:v>
                </c:pt>
                <c:pt idx="45327">
                  <c:v>24.5</c:v>
                </c:pt>
                <c:pt idx="45328">
                  <c:v>24.5</c:v>
                </c:pt>
                <c:pt idx="45329">
                  <c:v>24.5</c:v>
                </c:pt>
                <c:pt idx="45330">
                  <c:v>24.5</c:v>
                </c:pt>
                <c:pt idx="45331">
                  <c:v>24.5</c:v>
                </c:pt>
                <c:pt idx="45332">
                  <c:v>24.5</c:v>
                </c:pt>
                <c:pt idx="45333">
                  <c:v>24.5</c:v>
                </c:pt>
                <c:pt idx="45334">
                  <c:v>24.5</c:v>
                </c:pt>
                <c:pt idx="45335">
                  <c:v>24.5</c:v>
                </c:pt>
                <c:pt idx="45336">
                  <c:v>24.5</c:v>
                </c:pt>
                <c:pt idx="45337">
                  <c:v>24.5</c:v>
                </c:pt>
                <c:pt idx="45338">
                  <c:v>24.5</c:v>
                </c:pt>
                <c:pt idx="45339">
                  <c:v>24.5</c:v>
                </c:pt>
                <c:pt idx="45340">
                  <c:v>24.5</c:v>
                </c:pt>
                <c:pt idx="45341">
                  <c:v>24.5</c:v>
                </c:pt>
                <c:pt idx="45342">
                  <c:v>24.5</c:v>
                </c:pt>
                <c:pt idx="45343">
                  <c:v>24.5</c:v>
                </c:pt>
                <c:pt idx="45344">
                  <c:v>24.5</c:v>
                </c:pt>
                <c:pt idx="45345">
                  <c:v>24.5</c:v>
                </c:pt>
                <c:pt idx="45346">
                  <c:v>24.5</c:v>
                </c:pt>
                <c:pt idx="45347">
                  <c:v>24.5</c:v>
                </c:pt>
                <c:pt idx="45348">
                  <c:v>24.5</c:v>
                </c:pt>
                <c:pt idx="45349">
                  <c:v>24.5</c:v>
                </c:pt>
                <c:pt idx="45350">
                  <c:v>24.5</c:v>
                </c:pt>
                <c:pt idx="45351">
                  <c:v>24.5</c:v>
                </c:pt>
                <c:pt idx="45352">
                  <c:v>24.5</c:v>
                </c:pt>
                <c:pt idx="45353">
                  <c:v>24.5</c:v>
                </c:pt>
                <c:pt idx="45354">
                  <c:v>24.5</c:v>
                </c:pt>
                <c:pt idx="45355">
                  <c:v>24.5</c:v>
                </c:pt>
                <c:pt idx="45356">
                  <c:v>24.5</c:v>
                </c:pt>
                <c:pt idx="45357">
                  <c:v>24.5</c:v>
                </c:pt>
                <c:pt idx="45358">
                  <c:v>24.5</c:v>
                </c:pt>
                <c:pt idx="45359">
                  <c:v>24.5</c:v>
                </c:pt>
                <c:pt idx="45360">
                  <c:v>24.5</c:v>
                </c:pt>
                <c:pt idx="45361">
                  <c:v>24.5</c:v>
                </c:pt>
                <c:pt idx="45362">
                  <c:v>24.5</c:v>
                </c:pt>
                <c:pt idx="45363">
                  <c:v>24.5</c:v>
                </c:pt>
                <c:pt idx="45364">
                  <c:v>24.5</c:v>
                </c:pt>
                <c:pt idx="45365">
                  <c:v>24.5</c:v>
                </c:pt>
                <c:pt idx="45366">
                  <c:v>24.5</c:v>
                </c:pt>
                <c:pt idx="45367">
                  <c:v>24.5</c:v>
                </c:pt>
                <c:pt idx="45368">
                  <c:v>24.5</c:v>
                </c:pt>
                <c:pt idx="45369">
                  <c:v>24.5</c:v>
                </c:pt>
                <c:pt idx="45370">
                  <c:v>24.5</c:v>
                </c:pt>
                <c:pt idx="45371">
                  <c:v>24.5</c:v>
                </c:pt>
                <c:pt idx="45372">
                  <c:v>24.5</c:v>
                </c:pt>
                <c:pt idx="45373">
                  <c:v>24.5</c:v>
                </c:pt>
                <c:pt idx="45374">
                  <c:v>24.5</c:v>
                </c:pt>
                <c:pt idx="45375">
                  <c:v>24.5</c:v>
                </c:pt>
                <c:pt idx="45376">
                  <c:v>24.5</c:v>
                </c:pt>
                <c:pt idx="45377">
                  <c:v>24.5</c:v>
                </c:pt>
                <c:pt idx="45378">
                  <c:v>24.5</c:v>
                </c:pt>
                <c:pt idx="45379">
                  <c:v>24.5</c:v>
                </c:pt>
                <c:pt idx="45380">
                  <c:v>24.5</c:v>
                </c:pt>
                <c:pt idx="45381">
                  <c:v>24.5</c:v>
                </c:pt>
                <c:pt idx="45382">
                  <c:v>24.5</c:v>
                </c:pt>
                <c:pt idx="45383">
                  <c:v>24.5</c:v>
                </c:pt>
                <c:pt idx="45384">
                  <c:v>24.5</c:v>
                </c:pt>
                <c:pt idx="45385">
                  <c:v>24.5</c:v>
                </c:pt>
                <c:pt idx="45386">
                  <c:v>24.5</c:v>
                </c:pt>
                <c:pt idx="45387">
                  <c:v>24.5</c:v>
                </c:pt>
                <c:pt idx="45388">
                  <c:v>24.5</c:v>
                </c:pt>
                <c:pt idx="45389">
                  <c:v>24.5</c:v>
                </c:pt>
                <c:pt idx="45390">
                  <c:v>24.5</c:v>
                </c:pt>
                <c:pt idx="45391">
                  <c:v>24.5</c:v>
                </c:pt>
                <c:pt idx="45392">
                  <c:v>24.5</c:v>
                </c:pt>
                <c:pt idx="45393">
                  <c:v>24.5</c:v>
                </c:pt>
                <c:pt idx="45394">
                  <c:v>24.55</c:v>
                </c:pt>
                <c:pt idx="45395">
                  <c:v>24.5</c:v>
                </c:pt>
                <c:pt idx="45396">
                  <c:v>24.55</c:v>
                </c:pt>
                <c:pt idx="45397">
                  <c:v>24.5</c:v>
                </c:pt>
                <c:pt idx="45398">
                  <c:v>24.5</c:v>
                </c:pt>
                <c:pt idx="45399">
                  <c:v>24.5</c:v>
                </c:pt>
                <c:pt idx="45400">
                  <c:v>24.5</c:v>
                </c:pt>
                <c:pt idx="45401">
                  <c:v>24.5</c:v>
                </c:pt>
                <c:pt idx="45402">
                  <c:v>24.5</c:v>
                </c:pt>
                <c:pt idx="45403">
                  <c:v>24.5</c:v>
                </c:pt>
                <c:pt idx="45404">
                  <c:v>24.5</c:v>
                </c:pt>
                <c:pt idx="45405">
                  <c:v>24.5</c:v>
                </c:pt>
                <c:pt idx="45406">
                  <c:v>24.5</c:v>
                </c:pt>
                <c:pt idx="45407">
                  <c:v>24.5</c:v>
                </c:pt>
                <c:pt idx="45408">
                  <c:v>24.5</c:v>
                </c:pt>
                <c:pt idx="45409">
                  <c:v>24.5</c:v>
                </c:pt>
                <c:pt idx="45410">
                  <c:v>24.5</c:v>
                </c:pt>
                <c:pt idx="45411">
                  <c:v>24.5</c:v>
                </c:pt>
                <c:pt idx="45412">
                  <c:v>24.5</c:v>
                </c:pt>
                <c:pt idx="45413">
                  <c:v>24.5</c:v>
                </c:pt>
                <c:pt idx="45414">
                  <c:v>24.5</c:v>
                </c:pt>
                <c:pt idx="45415">
                  <c:v>24.5</c:v>
                </c:pt>
                <c:pt idx="45416">
                  <c:v>24.5</c:v>
                </c:pt>
                <c:pt idx="45417">
                  <c:v>24.5</c:v>
                </c:pt>
                <c:pt idx="45418">
                  <c:v>24.5</c:v>
                </c:pt>
                <c:pt idx="45419">
                  <c:v>24.5</c:v>
                </c:pt>
                <c:pt idx="45420">
                  <c:v>24.5</c:v>
                </c:pt>
                <c:pt idx="45421">
                  <c:v>24.5</c:v>
                </c:pt>
                <c:pt idx="45422">
                  <c:v>24.5</c:v>
                </c:pt>
                <c:pt idx="45423">
                  <c:v>24.5</c:v>
                </c:pt>
                <c:pt idx="45424">
                  <c:v>24.5</c:v>
                </c:pt>
                <c:pt idx="45425">
                  <c:v>24.5</c:v>
                </c:pt>
                <c:pt idx="45426">
                  <c:v>24.5</c:v>
                </c:pt>
                <c:pt idx="45427">
                  <c:v>24.5</c:v>
                </c:pt>
                <c:pt idx="45428">
                  <c:v>24.5</c:v>
                </c:pt>
                <c:pt idx="45429">
                  <c:v>24.5</c:v>
                </c:pt>
                <c:pt idx="45430">
                  <c:v>24.5</c:v>
                </c:pt>
                <c:pt idx="45431">
                  <c:v>24.5</c:v>
                </c:pt>
                <c:pt idx="45432">
                  <c:v>24.5</c:v>
                </c:pt>
                <c:pt idx="45433">
                  <c:v>24.5</c:v>
                </c:pt>
                <c:pt idx="45434">
                  <c:v>24.5</c:v>
                </c:pt>
                <c:pt idx="45435">
                  <c:v>24.5</c:v>
                </c:pt>
                <c:pt idx="45436">
                  <c:v>24.5</c:v>
                </c:pt>
                <c:pt idx="45437">
                  <c:v>24.5</c:v>
                </c:pt>
                <c:pt idx="45438">
                  <c:v>24.5</c:v>
                </c:pt>
                <c:pt idx="45439">
                  <c:v>24.5</c:v>
                </c:pt>
                <c:pt idx="45440">
                  <c:v>24.5</c:v>
                </c:pt>
                <c:pt idx="45441">
                  <c:v>24.5</c:v>
                </c:pt>
                <c:pt idx="45442">
                  <c:v>24.5</c:v>
                </c:pt>
                <c:pt idx="45443">
                  <c:v>24.5</c:v>
                </c:pt>
                <c:pt idx="45444">
                  <c:v>24.5</c:v>
                </c:pt>
                <c:pt idx="45445">
                  <c:v>24.5</c:v>
                </c:pt>
                <c:pt idx="45446">
                  <c:v>24.5</c:v>
                </c:pt>
                <c:pt idx="45447">
                  <c:v>24.5</c:v>
                </c:pt>
                <c:pt idx="45448">
                  <c:v>24.5</c:v>
                </c:pt>
                <c:pt idx="45449">
                  <c:v>24.5</c:v>
                </c:pt>
                <c:pt idx="45450">
                  <c:v>24.5</c:v>
                </c:pt>
                <c:pt idx="45451">
                  <c:v>24.5</c:v>
                </c:pt>
                <c:pt idx="45452">
                  <c:v>24.5</c:v>
                </c:pt>
                <c:pt idx="45453">
                  <c:v>24.5</c:v>
                </c:pt>
                <c:pt idx="45454">
                  <c:v>24.5</c:v>
                </c:pt>
                <c:pt idx="45455">
                  <c:v>24.5</c:v>
                </c:pt>
                <c:pt idx="45456">
                  <c:v>24.5</c:v>
                </c:pt>
                <c:pt idx="45457">
                  <c:v>24.5</c:v>
                </c:pt>
                <c:pt idx="45458">
                  <c:v>24.5</c:v>
                </c:pt>
                <c:pt idx="45459">
                  <c:v>24.5</c:v>
                </c:pt>
                <c:pt idx="45460">
                  <c:v>24.5</c:v>
                </c:pt>
                <c:pt idx="45461">
                  <c:v>24.5</c:v>
                </c:pt>
                <c:pt idx="45462">
                  <c:v>24.5</c:v>
                </c:pt>
                <c:pt idx="45463">
                  <c:v>24.5</c:v>
                </c:pt>
                <c:pt idx="45464">
                  <c:v>24.5</c:v>
                </c:pt>
                <c:pt idx="45465">
                  <c:v>24.5</c:v>
                </c:pt>
                <c:pt idx="45466">
                  <c:v>24.5</c:v>
                </c:pt>
                <c:pt idx="45467">
                  <c:v>24.5</c:v>
                </c:pt>
                <c:pt idx="45468">
                  <c:v>24.5</c:v>
                </c:pt>
                <c:pt idx="45469">
                  <c:v>24.5</c:v>
                </c:pt>
                <c:pt idx="45470">
                  <c:v>24.5</c:v>
                </c:pt>
                <c:pt idx="45471">
                  <c:v>24.5</c:v>
                </c:pt>
                <c:pt idx="45472">
                  <c:v>24.5</c:v>
                </c:pt>
                <c:pt idx="45473">
                  <c:v>24.5</c:v>
                </c:pt>
                <c:pt idx="45474">
                  <c:v>24.5</c:v>
                </c:pt>
                <c:pt idx="45475">
                  <c:v>24.5</c:v>
                </c:pt>
                <c:pt idx="45476">
                  <c:v>24.5</c:v>
                </c:pt>
                <c:pt idx="45477">
                  <c:v>24.5</c:v>
                </c:pt>
                <c:pt idx="45478">
                  <c:v>24.5</c:v>
                </c:pt>
                <c:pt idx="45479">
                  <c:v>24.5</c:v>
                </c:pt>
                <c:pt idx="45480">
                  <c:v>24.5</c:v>
                </c:pt>
                <c:pt idx="45481">
                  <c:v>24.5</c:v>
                </c:pt>
                <c:pt idx="45482">
                  <c:v>24.5</c:v>
                </c:pt>
                <c:pt idx="45483">
                  <c:v>24.5</c:v>
                </c:pt>
                <c:pt idx="45484">
                  <c:v>24.5</c:v>
                </c:pt>
                <c:pt idx="45485">
                  <c:v>24.5</c:v>
                </c:pt>
                <c:pt idx="45486">
                  <c:v>24.5</c:v>
                </c:pt>
                <c:pt idx="45487">
                  <c:v>24.5</c:v>
                </c:pt>
                <c:pt idx="45488">
                  <c:v>24.5</c:v>
                </c:pt>
                <c:pt idx="45489">
                  <c:v>24.5</c:v>
                </c:pt>
                <c:pt idx="45490">
                  <c:v>24.5</c:v>
                </c:pt>
                <c:pt idx="45491">
                  <c:v>24.5</c:v>
                </c:pt>
                <c:pt idx="45492">
                  <c:v>24.5</c:v>
                </c:pt>
                <c:pt idx="45493">
                  <c:v>24.5</c:v>
                </c:pt>
                <c:pt idx="45494">
                  <c:v>24.5</c:v>
                </c:pt>
                <c:pt idx="45495">
                  <c:v>24.5</c:v>
                </c:pt>
                <c:pt idx="45496">
                  <c:v>24.5</c:v>
                </c:pt>
                <c:pt idx="45497">
                  <c:v>24.5</c:v>
                </c:pt>
                <c:pt idx="45498">
                  <c:v>24.5</c:v>
                </c:pt>
                <c:pt idx="45499">
                  <c:v>24.5</c:v>
                </c:pt>
                <c:pt idx="45500">
                  <c:v>24.5</c:v>
                </c:pt>
                <c:pt idx="45501">
                  <c:v>24.5</c:v>
                </c:pt>
                <c:pt idx="45502">
                  <c:v>24.5</c:v>
                </c:pt>
                <c:pt idx="45503">
                  <c:v>24.5</c:v>
                </c:pt>
                <c:pt idx="45504">
                  <c:v>24.5</c:v>
                </c:pt>
                <c:pt idx="45505">
                  <c:v>24.5</c:v>
                </c:pt>
                <c:pt idx="45506">
                  <c:v>24.5</c:v>
                </c:pt>
                <c:pt idx="45507">
                  <c:v>24.5</c:v>
                </c:pt>
                <c:pt idx="45508">
                  <c:v>24.5</c:v>
                </c:pt>
                <c:pt idx="45509">
                  <c:v>24.5</c:v>
                </c:pt>
                <c:pt idx="45510">
                  <c:v>24.5</c:v>
                </c:pt>
                <c:pt idx="45511">
                  <c:v>24.5</c:v>
                </c:pt>
                <c:pt idx="45512">
                  <c:v>24.5</c:v>
                </c:pt>
                <c:pt idx="45513">
                  <c:v>24.5</c:v>
                </c:pt>
                <c:pt idx="45514">
                  <c:v>24.5</c:v>
                </c:pt>
                <c:pt idx="45515">
                  <c:v>24.5</c:v>
                </c:pt>
                <c:pt idx="45516">
                  <c:v>24.5</c:v>
                </c:pt>
                <c:pt idx="45517">
                  <c:v>24.5</c:v>
                </c:pt>
                <c:pt idx="45518">
                  <c:v>24.5</c:v>
                </c:pt>
                <c:pt idx="45519">
                  <c:v>24.5</c:v>
                </c:pt>
                <c:pt idx="45520">
                  <c:v>24.5</c:v>
                </c:pt>
                <c:pt idx="45521">
                  <c:v>24.5</c:v>
                </c:pt>
                <c:pt idx="45522">
                  <c:v>24.5</c:v>
                </c:pt>
                <c:pt idx="45523">
                  <c:v>24.5</c:v>
                </c:pt>
                <c:pt idx="45524">
                  <c:v>24.5</c:v>
                </c:pt>
                <c:pt idx="45525">
                  <c:v>24.5</c:v>
                </c:pt>
                <c:pt idx="45526">
                  <c:v>24.5</c:v>
                </c:pt>
                <c:pt idx="45527">
                  <c:v>24.5</c:v>
                </c:pt>
                <c:pt idx="45528">
                  <c:v>24.5</c:v>
                </c:pt>
                <c:pt idx="45529">
                  <c:v>24.5</c:v>
                </c:pt>
                <c:pt idx="45530">
                  <c:v>24.5</c:v>
                </c:pt>
                <c:pt idx="45531">
                  <c:v>24.5</c:v>
                </c:pt>
                <c:pt idx="45532">
                  <c:v>24.5</c:v>
                </c:pt>
                <c:pt idx="45533">
                  <c:v>24.5</c:v>
                </c:pt>
                <c:pt idx="45534">
                  <c:v>24.5</c:v>
                </c:pt>
                <c:pt idx="45535">
                  <c:v>24.5</c:v>
                </c:pt>
                <c:pt idx="45536">
                  <c:v>24.5</c:v>
                </c:pt>
                <c:pt idx="45537">
                  <c:v>24.5</c:v>
                </c:pt>
                <c:pt idx="45538">
                  <c:v>24.5</c:v>
                </c:pt>
                <c:pt idx="45539">
                  <c:v>24.5</c:v>
                </c:pt>
                <c:pt idx="45540">
                  <c:v>24.5</c:v>
                </c:pt>
                <c:pt idx="45541">
                  <c:v>24.5</c:v>
                </c:pt>
                <c:pt idx="45542">
                  <c:v>24.5</c:v>
                </c:pt>
                <c:pt idx="45543">
                  <c:v>24.5</c:v>
                </c:pt>
                <c:pt idx="45544">
                  <c:v>24.5</c:v>
                </c:pt>
                <c:pt idx="45545">
                  <c:v>24.5</c:v>
                </c:pt>
                <c:pt idx="45546">
                  <c:v>24.5</c:v>
                </c:pt>
                <c:pt idx="45547">
                  <c:v>24.5</c:v>
                </c:pt>
                <c:pt idx="45548">
                  <c:v>24.5</c:v>
                </c:pt>
                <c:pt idx="45549">
                  <c:v>24.5</c:v>
                </c:pt>
                <c:pt idx="45550">
                  <c:v>24.5</c:v>
                </c:pt>
                <c:pt idx="45551">
                  <c:v>24.5</c:v>
                </c:pt>
                <c:pt idx="45552">
                  <c:v>24.5</c:v>
                </c:pt>
                <c:pt idx="45553">
                  <c:v>24.5</c:v>
                </c:pt>
                <c:pt idx="45554">
                  <c:v>24.5</c:v>
                </c:pt>
                <c:pt idx="45555">
                  <c:v>24.5</c:v>
                </c:pt>
                <c:pt idx="45556">
                  <c:v>24.5</c:v>
                </c:pt>
                <c:pt idx="45557">
                  <c:v>24.5</c:v>
                </c:pt>
                <c:pt idx="45558">
                  <c:v>24.5</c:v>
                </c:pt>
                <c:pt idx="45559">
                  <c:v>24.5</c:v>
                </c:pt>
                <c:pt idx="45560">
                  <c:v>24.5</c:v>
                </c:pt>
                <c:pt idx="45561">
                  <c:v>24.5</c:v>
                </c:pt>
                <c:pt idx="45562">
                  <c:v>24.5</c:v>
                </c:pt>
                <c:pt idx="45563">
                  <c:v>24.5</c:v>
                </c:pt>
                <c:pt idx="45564">
                  <c:v>24.5</c:v>
                </c:pt>
                <c:pt idx="45565">
                  <c:v>24.5</c:v>
                </c:pt>
                <c:pt idx="45566">
                  <c:v>24.5</c:v>
                </c:pt>
                <c:pt idx="45567">
                  <c:v>24.5</c:v>
                </c:pt>
                <c:pt idx="45568">
                  <c:v>24.5</c:v>
                </c:pt>
                <c:pt idx="45569">
                  <c:v>24.5</c:v>
                </c:pt>
                <c:pt idx="45570">
                  <c:v>24.5</c:v>
                </c:pt>
                <c:pt idx="45571">
                  <c:v>24.5</c:v>
                </c:pt>
                <c:pt idx="45572">
                  <c:v>24.5</c:v>
                </c:pt>
                <c:pt idx="45573">
                  <c:v>24.5</c:v>
                </c:pt>
                <c:pt idx="45574">
                  <c:v>24.5</c:v>
                </c:pt>
                <c:pt idx="45575">
                  <c:v>24.5</c:v>
                </c:pt>
                <c:pt idx="45576">
                  <c:v>24.5</c:v>
                </c:pt>
                <c:pt idx="45577">
                  <c:v>24.5</c:v>
                </c:pt>
                <c:pt idx="45578">
                  <c:v>24.5</c:v>
                </c:pt>
                <c:pt idx="45579">
                  <c:v>24.5</c:v>
                </c:pt>
                <c:pt idx="45580">
                  <c:v>24.5</c:v>
                </c:pt>
                <c:pt idx="45581">
                  <c:v>24.5</c:v>
                </c:pt>
                <c:pt idx="45582">
                  <c:v>24.5</c:v>
                </c:pt>
                <c:pt idx="45583">
                  <c:v>24.5</c:v>
                </c:pt>
                <c:pt idx="45584">
                  <c:v>24.55</c:v>
                </c:pt>
                <c:pt idx="45585">
                  <c:v>24.5</c:v>
                </c:pt>
                <c:pt idx="45586">
                  <c:v>24.5</c:v>
                </c:pt>
                <c:pt idx="45587">
                  <c:v>24.5</c:v>
                </c:pt>
                <c:pt idx="45588">
                  <c:v>24.5</c:v>
                </c:pt>
                <c:pt idx="45589">
                  <c:v>24.5</c:v>
                </c:pt>
                <c:pt idx="45590">
                  <c:v>24.5</c:v>
                </c:pt>
                <c:pt idx="45591">
                  <c:v>24.5</c:v>
                </c:pt>
                <c:pt idx="45592">
                  <c:v>24.5</c:v>
                </c:pt>
                <c:pt idx="45593">
                  <c:v>24.5</c:v>
                </c:pt>
                <c:pt idx="45594">
                  <c:v>24.5</c:v>
                </c:pt>
                <c:pt idx="45595">
                  <c:v>24.5</c:v>
                </c:pt>
                <c:pt idx="45596">
                  <c:v>24.5</c:v>
                </c:pt>
                <c:pt idx="45597">
                  <c:v>24.5</c:v>
                </c:pt>
                <c:pt idx="45598">
                  <c:v>24.5</c:v>
                </c:pt>
                <c:pt idx="45599">
                  <c:v>24.5</c:v>
                </c:pt>
                <c:pt idx="45600">
                  <c:v>24.5</c:v>
                </c:pt>
                <c:pt idx="45601">
                  <c:v>24.5</c:v>
                </c:pt>
                <c:pt idx="45602">
                  <c:v>24.5</c:v>
                </c:pt>
                <c:pt idx="45603">
                  <c:v>24.5</c:v>
                </c:pt>
                <c:pt idx="45604">
                  <c:v>24.5</c:v>
                </c:pt>
                <c:pt idx="45605">
                  <c:v>24.5</c:v>
                </c:pt>
                <c:pt idx="45606">
                  <c:v>24.5</c:v>
                </c:pt>
                <c:pt idx="45607">
                  <c:v>24.5</c:v>
                </c:pt>
                <c:pt idx="45608">
                  <c:v>24.5</c:v>
                </c:pt>
                <c:pt idx="45609">
                  <c:v>24.5</c:v>
                </c:pt>
                <c:pt idx="45610">
                  <c:v>24.5</c:v>
                </c:pt>
                <c:pt idx="45611">
                  <c:v>24.5</c:v>
                </c:pt>
                <c:pt idx="45612">
                  <c:v>24.5</c:v>
                </c:pt>
                <c:pt idx="45613">
                  <c:v>24.5</c:v>
                </c:pt>
                <c:pt idx="45614">
                  <c:v>24.5</c:v>
                </c:pt>
                <c:pt idx="45615">
                  <c:v>24.5</c:v>
                </c:pt>
                <c:pt idx="45616">
                  <c:v>24.5</c:v>
                </c:pt>
                <c:pt idx="45617">
                  <c:v>24.5</c:v>
                </c:pt>
                <c:pt idx="45618">
                  <c:v>24.5</c:v>
                </c:pt>
                <c:pt idx="45619">
                  <c:v>24.5</c:v>
                </c:pt>
                <c:pt idx="45620">
                  <c:v>24.5</c:v>
                </c:pt>
                <c:pt idx="45621">
                  <c:v>24.5</c:v>
                </c:pt>
                <c:pt idx="45622">
                  <c:v>24.5</c:v>
                </c:pt>
                <c:pt idx="45623">
                  <c:v>24.5</c:v>
                </c:pt>
                <c:pt idx="45624">
                  <c:v>24.5</c:v>
                </c:pt>
                <c:pt idx="45625">
                  <c:v>24.5</c:v>
                </c:pt>
                <c:pt idx="45626">
                  <c:v>24.5</c:v>
                </c:pt>
                <c:pt idx="45627">
                  <c:v>24.5</c:v>
                </c:pt>
                <c:pt idx="45628">
                  <c:v>24.5</c:v>
                </c:pt>
                <c:pt idx="45629">
                  <c:v>24.5</c:v>
                </c:pt>
                <c:pt idx="45630">
                  <c:v>24.5</c:v>
                </c:pt>
                <c:pt idx="45631">
                  <c:v>24.5</c:v>
                </c:pt>
                <c:pt idx="45632">
                  <c:v>24.5</c:v>
                </c:pt>
                <c:pt idx="45633">
                  <c:v>24.5</c:v>
                </c:pt>
                <c:pt idx="45634">
                  <c:v>24.5</c:v>
                </c:pt>
                <c:pt idx="45635">
                  <c:v>24.5</c:v>
                </c:pt>
                <c:pt idx="45636">
                  <c:v>24.5</c:v>
                </c:pt>
                <c:pt idx="45637">
                  <c:v>24.5</c:v>
                </c:pt>
                <c:pt idx="45638">
                  <c:v>24.5</c:v>
                </c:pt>
                <c:pt idx="45639">
                  <c:v>24.5</c:v>
                </c:pt>
                <c:pt idx="45640">
                  <c:v>24.5</c:v>
                </c:pt>
                <c:pt idx="45641">
                  <c:v>24.5</c:v>
                </c:pt>
                <c:pt idx="45642">
                  <c:v>24.5</c:v>
                </c:pt>
                <c:pt idx="45643">
                  <c:v>24.5</c:v>
                </c:pt>
                <c:pt idx="45644">
                  <c:v>24.5</c:v>
                </c:pt>
                <c:pt idx="45645">
                  <c:v>24.5</c:v>
                </c:pt>
                <c:pt idx="45646">
                  <c:v>24.5</c:v>
                </c:pt>
                <c:pt idx="45647">
                  <c:v>24.5</c:v>
                </c:pt>
                <c:pt idx="45648">
                  <c:v>24.5</c:v>
                </c:pt>
                <c:pt idx="45649">
                  <c:v>24.5</c:v>
                </c:pt>
                <c:pt idx="45650">
                  <c:v>24.5</c:v>
                </c:pt>
                <c:pt idx="45651">
                  <c:v>24.5</c:v>
                </c:pt>
                <c:pt idx="45652">
                  <c:v>24.5</c:v>
                </c:pt>
                <c:pt idx="45653">
                  <c:v>24.5</c:v>
                </c:pt>
                <c:pt idx="45654">
                  <c:v>24.5</c:v>
                </c:pt>
                <c:pt idx="45655">
                  <c:v>24.5</c:v>
                </c:pt>
                <c:pt idx="45656">
                  <c:v>24.5</c:v>
                </c:pt>
                <c:pt idx="45657">
                  <c:v>24.5</c:v>
                </c:pt>
                <c:pt idx="45658">
                  <c:v>24.5</c:v>
                </c:pt>
                <c:pt idx="45659">
                  <c:v>24.5</c:v>
                </c:pt>
                <c:pt idx="45660">
                  <c:v>24.5</c:v>
                </c:pt>
                <c:pt idx="45661">
                  <c:v>24.5</c:v>
                </c:pt>
                <c:pt idx="45662">
                  <c:v>24.5</c:v>
                </c:pt>
                <c:pt idx="45663">
                  <c:v>24.5</c:v>
                </c:pt>
                <c:pt idx="45664">
                  <c:v>24.5</c:v>
                </c:pt>
                <c:pt idx="45665">
                  <c:v>24.5</c:v>
                </c:pt>
                <c:pt idx="45666">
                  <c:v>24.5</c:v>
                </c:pt>
                <c:pt idx="45667">
                  <c:v>24.5</c:v>
                </c:pt>
                <c:pt idx="45668">
                  <c:v>24.5</c:v>
                </c:pt>
                <c:pt idx="45669">
                  <c:v>24.5</c:v>
                </c:pt>
                <c:pt idx="45670">
                  <c:v>24.5</c:v>
                </c:pt>
                <c:pt idx="45671">
                  <c:v>24.5</c:v>
                </c:pt>
                <c:pt idx="45672">
                  <c:v>24.5</c:v>
                </c:pt>
                <c:pt idx="45673">
                  <c:v>24.5</c:v>
                </c:pt>
                <c:pt idx="45674">
                  <c:v>24.5</c:v>
                </c:pt>
                <c:pt idx="45675">
                  <c:v>24.5</c:v>
                </c:pt>
                <c:pt idx="45676">
                  <c:v>24.5</c:v>
                </c:pt>
                <c:pt idx="45677">
                  <c:v>24.5</c:v>
                </c:pt>
                <c:pt idx="45678">
                  <c:v>24.5</c:v>
                </c:pt>
                <c:pt idx="45679">
                  <c:v>24.5</c:v>
                </c:pt>
                <c:pt idx="45680">
                  <c:v>24.5</c:v>
                </c:pt>
                <c:pt idx="45681">
                  <c:v>24.5</c:v>
                </c:pt>
                <c:pt idx="45682">
                  <c:v>24.5</c:v>
                </c:pt>
                <c:pt idx="45683">
                  <c:v>24.5</c:v>
                </c:pt>
                <c:pt idx="45684">
                  <c:v>24.5</c:v>
                </c:pt>
                <c:pt idx="45685">
                  <c:v>24.5</c:v>
                </c:pt>
                <c:pt idx="45686">
                  <c:v>24.5</c:v>
                </c:pt>
                <c:pt idx="45687">
                  <c:v>24.5</c:v>
                </c:pt>
                <c:pt idx="45688">
                  <c:v>24.5</c:v>
                </c:pt>
                <c:pt idx="45689">
                  <c:v>24.5</c:v>
                </c:pt>
                <c:pt idx="45690">
                  <c:v>24.5</c:v>
                </c:pt>
                <c:pt idx="45691">
                  <c:v>24.5</c:v>
                </c:pt>
                <c:pt idx="45692">
                  <c:v>24.5</c:v>
                </c:pt>
                <c:pt idx="45693">
                  <c:v>24.5</c:v>
                </c:pt>
                <c:pt idx="45694">
                  <c:v>24.5</c:v>
                </c:pt>
                <c:pt idx="45695">
                  <c:v>24.5</c:v>
                </c:pt>
                <c:pt idx="45696">
                  <c:v>24.5</c:v>
                </c:pt>
                <c:pt idx="45697">
                  <c:v>24.5</c:v>
                </c:pt>
                <c:pt idx="45698">
                  <c:v>24.5</c:v>
                </c:pt>
                <c:pt idx="45699">
                  <c:v>24.5</c:v>
                </c:pt>
                <c:pt idx="45700">
                  <c:v>24.5</c:v>
                </c:pt>
                <c:pt idx="45701">
                  <c:v>24.5</c:v>
                </c:pt>
                <c:pt idx="45702">
                  <c:v>24.5</c:v>
                </c:pt>
                <c:pt idx="45703">
                  <c:v>24.5</c:v>
                </c:pt>
                <c:pt idx="45704">
                  <c:v>24.5</c:v>
                </c:pt>
                <c:pt idx="45705">
                  <c:v>24.5</c:v>
                </c:pt>
                <c:pt idx="45706">
                  <c:v>24.5</c:v>
                </c:pt>
                <c:pt idx="45707">
                  <c:v>24.5</c:v>
                </c:pt>
                <c:pt idx="45708">
                  <c:v>24.5</c:v>
                </c:pt>
                <c:pt idx="45709">
                  <c:v>24.5</c:v>
                </c:pt>
                <c:pt idx="45710">
                  <c:v>24.5</c:v>
                </c:pt>
                <c:pt idx="45711">
                  <c:v>24.5</c:v>
                </c:pt>
                <c:pt idx="45712">
                  <c:v>24.5</c:v>
                </c:pt>
                <c:pt idx="45713">
                  <c:v>24.5</c:v>
                </c:pt>
                <c:pt idx="45714">
                  <c:v>24.5</c:v>
                </c:pt>
                <c:pt idx="45715">
                  <c:v>24.5</c:v>
                </c:pt>
                <c:pt idx="45716">
                  <c:v>24.5</c:v>
                </c:pt>
                <c:pt idx="45717">
                  <c:v>24.5</c:v>
                </c:pt>
                <c:pt idx="45718">
                  <c:v>24.5</c:v>
                </c:pt>
                <c:pt idx="45719">
                  <c:v>24.5</c:v>
                </c:pt>
                <c:pt idx="45720">
                  <c:v>24.5</c:v>
                </c:pt>
                <c:pt idx="45721">
                  <c:v>24.5</c:v>
                </c:pt>
                <c:pt idx="45722">
                  <c:v>24.5</c:v>
                </c:pt>
                <c:pt idx="45723">
                  <c:v>24.5</c:v>
                </c:pt>
                <c:pt idx="45724">
                  <c:v>24.5</c:v>
                </c:pt>
                <c:pt idx="45725">
                  <c:v>24.5</c:v>
                </c:pt>
                <c:pt idx="45726">
                  <c:v>24.5</c:v>
                </c:pt>
                <c:pt idx="45727">
                  <c:v>24.5</c:v>
                </c:pt>
                <c:pt idx="45728">
                  <c:v>24.5</c:v>
                </c:pt>
                <c:pt idx="45729">
                  <c:v>24.5</c:v>
                </c:pt>
                <c:pt idx="45730">
                  <c:v>24.5</c:v>
                </c:pt>
                <c:pt idx="45731">
                  <c:v>24.5</c:v>
                </c:pt>
                <c:pt idx="45732">
                  <c:v>24.5</c:v>
                </c:pt>
                <c:pt idx="45733">
                  <c:v>24.5</c:v>
                </c:pt>
                <c:pt idx="45734">
                  <c:v>24.5</c:v>
                </c:pt>
                <c:pt idx="45735">
                  <c:v>24.5</c:v>
                </c:pt>
                <c:pt idx="45736">
                  <c:v>24.5</c:v>
                </c:pt>
                <c:pt idx="45737">
                  <c:v>24.5</c:v>
                </c:pt>
                <c:pt idx="45738">
                  <c:v>24.5</c:v>
                </c:pt>
                <c:pt idx="45739">
                  <c:v>24.5</c:v>
                </c:pt>
                <c:pt idx="45740">
                  <c:v>24.5</c:v>
                </c:pt>
                <c:pt idx="45741">
                  <c:v>24.5</c:v>
                </c:pt>
                <c:pt idx="45742">
                  <c:v>24.5</c:v>
                </c:pt>
                <c:pt idx="45743">
                  <c:v>24.5</c:v>
                </c:pt>
                <c:pt idx="45744">
                  <c:v>24.5</c:v>
                </c:pt>
                <c:pt idx="45745">
                  <c:v>24.5</c:v>
                </c:pt>
                <c:pt idx="45746">
                  <c:v>24.5</c:v>
                </c:pt>
                <c:pt idx="45747">
                  <c:v>24.5</c:v>
                </c:pt>
                <c:pt idx="45748">
                  <c:v>24.5</c:v>
                </c:pt>
                <c:pt idx="45749">
                  <c:v>24.5</c:v>
                </c:pt>
                <c:pt idx="45750">
                  <c:v>24.5</c:v>
                </c:pt>
                <c:pt idx="45751">
                  <c:v>24.5</c:v>
                </c:pt>
                <c:pt idx="45752">
                  <c:v>24.5</c:v>
                </c:pt>
                <c:pt idx="45753">
                  <c:v>24.5</c:v>
                </c:pt>
                <c:pt idx="45754">
                  <c:v>24.5</c:v>
                </c:pt>
                <c:pt idx="45755">
                  <c:v>24.5</c:v>
                </c:pt>
                <c:pt idx="45756">
                  <c:v>24.5</c:v>
                </c:pt>
                <c:pt idx="45757">
                  <c:v>24.5</c:v>
                </c:pt>
                <c:pt idx="45758">
                  <c:v>24.5</c:v>
                </c:pt>
                <c:pt idx="45759">
                  <c:v>24.5</c:v>
                </c:pt>
                <c:pt idx="45760">
                  <c:v>24.5</c:v>
                </c:pt>
                <c:pt idx="45761">
                  <c:v>24.5</c:v>
                </c:pt>
                <c:pt idx="45762">
                  <c:v>24.5</c:v>
                </c:pt>
                <c:pt idx="45763">
                  <c:v>24.5</c:v>
                </c:pt>
                <c:pt idx="45764">
                  <c:v>24.5</c:v>
                </c:pt>
                <c:pt idx="45765">
                  <c:v>24.5</c:v>
                </c:pt>
                <c:pt idx="45766">
                  <c:v>24.5</c:v>
                </c:pt>
                <c:pt idx="45767">
                  <c:v>24.5</c:v>
                </c:pt>
                <c:pt idx="45768">
                  <c:v>24.5</c:v>
                </c:pt>
                <c:pt idx="45769">
                  <c:v>24.5</c:v>
                </c:pt>
                <c:pt idx="45770">
                  <c:v>24.5</c:v>
                </c:pt>
                <c:pt idx="45771">
                  <c:v>24.5</c:v>
                </c:pt>
                <c:pt idx="45772">
                  <c:v>24.5</c:v>
                </c:pt>
                <c:pt idx="45773">
                  <c:v>24.5</c:v>
                </c:pt>
                <c:pt idx="45774">
                  <c:v>24.5</c:v>
                </c:pt>
                <c:pt idx="45775">
                  <c:v>24.5</c:v>
                </c:pt>
                <c:pt idx="45776">
                  <c:v>24.5</c:v>
                </c:pt>
                <c:pt idx="45777">
                  <c:v>24.5</c:v>
                </c:pt>
                <c:pt idx="45778">
                  <c:v>24.5</c:v>
                </c:pt>
                <c:pt idx="45779">
                  <c:v>24.5</c:v>
                </c:pt>
                <c:pt idx="45780">
                  <c:v>24.5</c:v>
                </c:pt>
                <c:pt idx="45781">
                  <c:v>24.5</c:v>
                </c:pt>
                <c:pt idx="45782">
                  <c:v>24.5</c:v>
                </c:pt>
                <c:pt idx="45783">
                  <c:v>24.5</c:v>
                </c:pt>
                <c:pt idx="45784">
                  <c:v>24.5</c:v>
                </c:pt>
                <c:pt idx="45785">
                  <c:v>24.5</c:v>
                </c:pt>
                <c:pt idx="45786">
                  <c:v>24.5</c:v>
                </c:pt>
                <c:pt idx="45787">
                  <c:v>24.5</c:v>
                </c:pt>
                <c:pt idx="45788">
                  <c:v>24.5</c:v>
                </c:pt>
                <c:pt idx="45789">
                  <c:v>24.5</c:v>
                </c:pt>
                <c:pt idx="45790">
                  <c:v>24.5</c:v>
                </c:pt>
                <c:pt idx="45791">
                  <c:v>24.5</c:v>
                </c:pt>
                <c:pt idx="45792">
                  <c:v>24.5</c:v>
                </c:pt>
                <c:pt idx="45793">
                  <c:v>24.5</c:v>
                </c:pt>
                <c:pt idx="45794">
                  <c:v>24.5</c:v>
                </c:pt>
                <c:pt idx="45795">
                  <c:v>24.5</c:v>
                </c:pt>
                <c:pt idx="45796">
                  <c:v>24.5</c:v>
                </c:pt>
                <c:pt idx="45797">
                  <c:v>24.55</c:v>
                </c:pt>
                <c:pt idx="45798">
                  <c:v>24.55</c:v>
                </c:pt>
                <c:pt idx="45799">
                  <c:v>24.5</c:v>
                </c:pt>
                <c:pt idx="45800">
                  <c:v>24.5</c:v>
                </c:pt>
                <c:pt idx="45801">
                  <c:v>24.5</c:v>
                </c:pt>
                <c:pt idx="45802">
                  <c:v>24.5</c:v>
                </c:pt>
                <c:pt idx="45803">
                  <c:v>24.5</c:v>
                </c:pt>
                <c:pt idx="45804">
                  <c:v>24.5</c:v>
                </c:pt>
                <c:pt idx="45805">
                  <c:v>24.5</c:v>
                </c:pt>
                <c:pt idx="45806">
                  <c:v>24.5</c:v>
                </c:pt>
                <c:pt idx="45807">
                  <c:v>24.5</c:v>
                </c:pt>
                <c:pt idx="45808">
                  <c:v>24.5</c:v>
                </c:pt>
                <c:pt idx="45809">
                  <c:v>24.5</c:v>
                </c:pt>
                <c:pt idx="45810">
                  <c:v>24.5</c:v>
                </c:pt>
                <c:pt idx="45811">
                  <c:v>24.5</c:v>
                </c:pt>
                <c:pt idx="45812">
                  <c:v>24.5</c:v>
                </c:pt>
                <c:pt idx="45813">
                  <c:v>24.5</c:v>
                </c:pt>
                <c:pt idx="45814">
                  <c:v>24.5</c:v>
                </c:pt>
                <c:pt idx="45815">
                  <c:v>24.5</c:v>
                </c:pt>
                <c:pt idx="45816">
                  <c:v>24.5</c:v>
                </c:pt>
                <c:pt idx="45817">
                  <c:v>24.5</c:v>
                </c:pt>
                <c:pt idx="45818">
                  <c:v>24.5</c:v>
                </c:pt>
                <c:pt idx="45819">
                  <c:v>24.5</c:v>
                </c:pt>
                <c:pt idx="45820">
                  <c:v>24.5</c:v>
                </c:pt>
                <c:pt idx="45821">
                  <c:v>24.5</c:v>
                </c:pt>
                <c:pt idx="45822">
                  <c:v>24.5</c:v>
                </c:pt>
                <c:pt idx="45823">
                  <c:v>24.5</c:v>
                </c:pt>
                <c:pt idx="45824">
                  <c:v>24.5</c:v>
                </c:pt>
                <c:pt idx="45825">
                  <c:v>24.5</c:v>
                </c:pt>
                <c:pt idx="45826">
                  <c:v>24.5</c:v>
                </c:pt>
                <c:pt idx="45827">
                  <c:v>24.5</c:v>
                </c:pt>
                <c:pt idx="45828">
                  <c:v>24.5</c:v>
                </c:pt>
                <c:pt idx="45829">
                  <c:v>24.5</c:v>
                </c:pt>
                <c:pt idx="45830">
                  <c:v>24.5</c:v>
                </c:pt>
                <c:pt idx="45831">
                  <c:v>24.5</c:v>
                </c:pt>
                <c:pt idx="45832">
                  <c:v>24.5</c:v>
                </c:pt>
                <c:pt idx="45833">
                  <c:v>24.5</c:v>
                </c:pt>
                <c:pt idx="45834">
                  <c:v>24.55</c:v>
                </c:pt>
                <c:pt idx="45835">
                  <c:v>24.5</c:v>
                </c:pt>
                <c:pt idx="45836">
                  <c:v>24.5</c:v>
                </c:pt>
                <c:pt idx="45837">
                  <c:v>24.5</c:v>
                </c:pt>
                <c:pt idx="45838">
                  <c:v>24.55</c:v>
                </c:pt>
                <c:pt idx="45839">
                  <c:v>24.5</c:v>
                </c:pt>
                <c:pt idx="45840">
                  <c:v>24.55</c:v>
                </c:pt>
                <c:pt idx="45841">
                  <c:v>24.5</c:v>
                </c:pt>
                <c:pt idx="45842">
                  <c:v>24.55</c:v>
                </c:pt>
                <c:pt idx="45843">
                  <c:v>24.5</c:v>
                </c:pt>
                <c:pt idx="45844">
                  <c:v>24.55</c:v>
                </c:pt>
                <c:pt idx="45845">
                  <c:v>24.5</c:v>
                </c:pt>
                <c:pt idx="45846">
                  <c:v>24.55</c:v>
                </c:pt>
                <c:pt idx="45847">
                  <c:v>24.55</c:v>
                </c:pt>
                <c:pt idx="45848">
                  <c:v>24.55</c:v>
                </c:pt>
                <c:pt idx="45849">
                  <c:v>24.55</c:v>
                </c:pt>
                <c:pt idx="45850">
                  <c:v>24.55</c:v>
                </c:pt>
                <c:pt idx="45851">
                  <c:v>24.55</c:v>
                </c:pt>
                <c:pt idx="45852">
                  <c:v>24.55</c:v>
                </c:pt>
                <c:pt idx="45853">
                  <c:v>24.55</c:v>
                </c:pt>
                <c:pt idx="45854">
                  <c:v>24.55</c:v>
                </c:pt>
                <c:pt idx="45855">
                  <c:v>24.55</c:v>
                </c:pt>
                <c:pt idx="45856">
                  <c:v>24.55</c:v>
                </c:pt>
                <c:pt idx="45857">
                  <c:v>24.55</c:v>
                </c:pt>
                <c:pt idx="45858">
                  <c:v>24.55</c:v>
                </c:pt>
                <c:pt idx="45859">
                  <c:v>24.55</c:v>
                </c:pt>
                <c:pt idx="45860">
                  <c:v>24.55</c:v>
                </c:pt>
                <c:pt idx="45861">
                  <c:v>24.55</c:v>
                </c:pt>
                <c:pt idx="45862">
                  <c:v>24.55</c:v>
                </c:pt>
                <c:pt idx="45863">
                  <c:v>24.55</c:v>
                </c:pt>
                <c:pt idx="45864">
                  <c:v>24.55</c:v>
                </c:pt>
                <c:pt idx="45865">
                  <c:v>24.5</c:v>
                </c:pt>
                <c:pt idx="45866">
                  <c:v>24.55</c:v>
                </c:pt>
                <c:pt idx="45867">
                  <c:v>24.55</c:v>
                </c:pt>
                <c:pt idx="45868">
                  <c:v>24.55</c:v>
                </c:pt>
                <c:pt idx="45869">
                  <c:v>24.5</c:v>
                </c:pt>
                <c:pt idx="45870">
                  <c:v>24.55</c:v>
                </c:pt>
                <c:pt idx="45871">
                  <c:v>24.55</c:v>
                </c:pt>
                <c:pt idx="45872">
                  <c:v>24.55</c:v>
                </c:pt>
                <c:pt idx="45873">
                  <c:v>24.5</c:v>
                </c:pt>
                <c:pt idx="45874">
                  <c:v>24.55</c:v>
                </c:pt>
                <c:pt idx="45875">
                  <c:v>24.55</c:v>
                </c:pt>
                <c:pt idx="45876">
                  <c:v>24.55</c:v>
                </c:pt>
                <c:pt idx="45877">
                  <c:v>24.55</c:v>
                </c:pt>
                <c:pt idx="45878">
                  <c:v>24.55</c:v>
                </c:pt>
                <c:pt idx="45879">
                  <c:v>24.55</c:v>
                </c:pt>
                <c:pt idx="45880">
                  <c:v>24.55</c:v>
                </c:pt>
                <c:pt idx="45881">
                  <c:v>24.55</c:v>
                </c:pt>
                <c:pt idx="45882">
                  <c:v>24.55</c:v>
                </c:pt>
                <c:pt idx="45883">
                  <c:v>24.55</c:v>
                </c:pt>
                <c:pt idx="45884">
                  <c:v>24.55</c:v>
                </c:pt>
                <c:pt idx="45885">
                  <c:v>24.5</c:v>
                </c:pt>
                <c:pt idx="45886">
                  <c:v>24.5</c:v>
                </c:pt>
                <c:pt idx="45887">
                  <c:v>24.5</c:v>
                </c:pt>
                <c:pt idx="45888">
                  <c:v>24.5</c:v>
                </c:pt>
                <c:pt idx="45889">
                  <c:v>24.5</c:v>
                </c:pt>
                <c:pt idx="45890">
                  <c:v>24.5</c:v>
                </c:pt>
                <c:pt idx="45891">
                  <c:v>24.5</c:v>
                </c:pt>
                <c:pt idx="45892">
                  <c:v>24.5</c:v>
                </c:pt>
                <c:pt idx="45893">
                  <c:v>24.5</c:v>
                </c:pt>
                <c:pt idx="45894">
                  <c:v>24.5</c:v>
                </c:pt>
                <c:pt idx="45895">
                  <c:v>24.5</c:v>
                </c:pt>
                <c:pt idx="45896">
                  <c:v>24.5</c:v>
                </c:pt>
                <c:pt idx="45897">
                  <c:v>24.5</c:v>
                </c:pt>
                <c:pt idx="45898">
                  <c:v>24.5</c:v>
                </c:pt>
                <c:pt idx="45899">
                  <c:v>24.5</c:v>
                </c:pt>
                <c:pt idx="45900">
                  <c:v>24.55</c:v>
                </c:pt>
                <c:pt idx="45901">
                  <c:v>24.55</c:v>
                </c:pt>
                <c:pt idx="45902">
                  <c:v>24.55</c:v>
                </c:pt>
                <c:pt idx="45903">
                  <c:v>24.55</c:v>
                </c:pt>
                <c:pt idx="45904">
                  <c:v>24.55</c:v>
                </c:pt>
                <c:pt idx="45905">
                  <c:v>24.55</c:v>
                </c:pt>
                <c:pt idx="45906">
                  <c:v>24.55</c:v>
                </c:pt>
                <c:pt idx="45907">
                  <c:v>24.55</c:v>
                </c:pt>
                <c:pt idx="45908">
                  <c:v>24.55</c:v>
                </c:pt>
                <c:pt idx="45909">
                  <c:v>24.55</c:v>
                </c:pt>
                <c:pt idx="45910">
                  <c:v>24.55</c:v>
                </c:pt>
                <c:pt idx="45911">
                  <c:v>24.55</c:v>
                </c:pt>
                <c:pt idx="45912">
                  <c:v>24.55</c:v>
                </c:pt>
                <c:pt idx="45913">
                  <c:v>24.55</c:v>
                </c:pt>
                <c:pt idx="45914">
                  <c:v>24.55</c:v>
                </c:pt>
                <c:pt idx="45915">
                  <c:v>24.55</c:v>
                </c:pt>
                <c:pt idx="45916">
                  <c:v>24.55</c:v>
                </c:pt>
                <c:pt idx="45917">
                  <c:v>24.5</c:v>
                </c:pt>
                <c:pt idx="45918">
                  <c:v>24.55</c:v>
                </c:pt>
                <c:pt idx="45919">
                  <c:v>24.55</c:v>
                </c:pt>
                <c:pt idx="45920">
                  <c:v>24.55</c:v>
                </c:pt>
                <c:pt idx="45921">
                  <c:v>24.55</c:v>
                </c:pt>
                <c:pt idx="45922">
                  <c:v>24.55</c:v>
                </c:pt>
                <c:pt idx="45923">
                  <c:v>24.55</c:v>
                </c:pt>
                <c:pt idx="45924">
                  <c:v>24.55</c:v>
                </c:pt>
                <c:pt idx="45925">
                  <c:v>24.55</c:v>
                </c:pt>
                <c:pt idx="45926">
                  <c:v>24.5</c:v>
                </c:pt>
                <c:pt idx="45927">
                  <c:v>24.5</c:v>
                </c:pt>
                <c:pt idx="45928">
                  <c:v>24.55</c:v>
                </c:pt>
                <c:pt idx="45929">
                  <c:v>24.5</c:v>
                </c:pt>
                <c:pt idx="45930">
                  <c:v>24.55</c:v>
                </c:pt>
                <c:pt idx="45931">
                  <c:v>24.5</c:v>
                </c:pt>
                <c:pt idx="45932">
                  <c:v>24.5</c:v>
                </c:pt>
                <c:pt idx="45933">
                  <c:v>24.5</c:v>
                </c:pt>
                <c:pt idx="45934">
                  <c:v>24.5</c:v>
                </c:pt>
                <c:pt idx="45935">
                  <c:v>24.5</c:v>
                </c:pt>
                <c:pt idx="45936">
                  <c:v>24.5</c:v>
                </c:pt>
                <c:pt idx="45937">
                  <c:v>24.5</c:v>
                </c:pt>
                <c:pt idx="45938">
                  <c:v>24.5</c:v>
                </c:pt>
                <c:pt idx="45939">
                  <c:v>24.5</c:v>
                </c:pt>
                <c:pt idx="45940">
                  <c:v>24.5</c:v>
                </c:pt>
                <c:pt idx="45941">
                  <c:v>24.5</c:v>
                </c:pt>
                <c:pt idx="45942">
                  <c:v>24.5</c:v>
                </c:pt>
                <c:pt idx="45943">
                  <c:v>24.5</c:v>
                </c:pt>
                <c:pt idx="45944">
                  <c:v>24.5</c:v>
                </c:pt>
                <c:pt idx="45945">
                  <c:v>24.5</c:v>
                </c:pt>
                <c:pt idx="45946">
                  <c:v>24.5</c:v>
                </c:pt>
                <c:pt idx="45947">
                  <c:v>24.5</c:v>
                </c:pt>
                <c:pt idx="45948">
                  <c:v>24.5</c:v>
                </c:pt>
                <c:pt idx="45949">
                  <c:v>24.5</c:v>
                </c:pt>
                <c:pt idx="45950">
                  <c:v>24.5</c:v>
                </c:pt>
                <c:pt idx="45951">
                  <c:v>24.55</c:v>
                </c:pt>
                <c:pt idx="45952">
                  <c:v>24.55</c:v>
                </c:pt>
                <c:pt idx="45953">
                  <c:v>24.55</c:v>
                </c:pt>
                <c:pt idx="45954">
                  <c:v>24.55</c:v>
                </c:pt>
                <c:pt idx="45955">
                  <c:v>24.55</c:v>
                </c:pt>
                <c:pt idx="45956">
                  <c:v>24.55</c:v>
                </c:pt>
                <c:pt idx="45957">
                  <c:v>24.55</c:v>
                </c:pt>
                <c:pt idx="45958">
                  <c:v>24.55</c:v>
                </c:pt>
                <c:pt idx="45959">
                  <c:v>24.55</c:v>
                </c:pt>
                <c:pt idx="45960">
                  <c:v>24.55</c:v>
                </c:pt>
                <c:pt idx="45961">
                  <c:v>24.5</c:v>
                </c:pt>
                <c:pt idx="45962">
                  <c:v>24.55</c:v>
                </c:pt>
                <c:pt idx="45963">
                  <c:v>24.55</c:v>
                </c:pt>
                <c:pt idx="45964">
                  <c:v>24.55</c:v>
                </c:pt>
                <c:pt idx="45965">
                  <c:v>24.55</c:v>
                </c:pt>
                <c:pt idx="45966">
                  <c:v>24.5</c:v>
                </c:pt>
                <c:pt idx="45967">
                  <c:v>24.55</c:v>
                </c:pt>
                <c:pt idx="45968">
                  <c:v>24.5</c:v>
                </c:pt>
                <c:pt idx="45969">
                  <c:v>24.55</c:v>
                </c:pt>
                <c:pt idx="45970">
                  <c:v>24.55</c:v>
                </c:pt>
                <c:pt idx="45971">
                  <c:v>24.5</c:v>
                </c:pt>
                <c:pt idx="45972">
                  <c:v>24.5</c:v>
                </c:pt>
                <c:pt idx="45973">
                  <c:v>24.5</c:v>
                </c:pt>
                <c:pt idx="45974">
                  <c:v>24.5</c:v>
                </c:pt>
                <c:pt idx="45975">
                  <c:v>24.55</c:v>
                </c:pt>
                <c:pt idx="45976">
                  <c:v>24.5</c:v>
                </c:pt>
                <c:pt idx="45977">
                  <c:v>24.5</c:v>
                </c:pt>
                <c:pt idx="45978">
                  <c:v>24.5</c:v>
                </c:pt>
                <c:pt idx="45979">
                  <c:v>24.5</c:v>
                </c:pt>
                <c:pt idx="45980">
                  <c:v>24.5</c:v>
                </c:pt>
                <c:pt idx="45981">
                  <c:v>24.5</c:v>
                </c:pt>
                <c:pt idx="45982">
                  <c:v>24.5</c:v>
                </c:pt>
                <c:pt idx="45983">
                  <c:v>24.5</c:v>
                </c:pt>
                <c:pt idx="45984">
                  <c:v>24.5</c:v>
                </c:pt>
                <c:pt idx="45985">
                  <c:v>24.5</c:v>
                </c:pt>
                <c:pt idx="45986">
                  <c:v>24.5</c:v>
                </c:pt>
                <c:pt idx="45987">
                  <c:v>24.5</c:v>
                </c:pt>
                <c:pt idx="45988">
                  <c:v>24.5</c:v>
                </c:pt>
                <c:pt idx="45989">
                  <c:v>24.5</c:v>
                </c:pt>
                <c:pt idx="45990">
                  <c:v>24.5</c:v>
                </c:pt>
                <c:pt idx="45991">
                  <c:v>24.5</c:v>
                </c:pt>
                <c:pt idx="45992">
                  <c:v>24.5</c:v>
                </c:pt>
                <c:pt idx="45993">
                  <c:v>24.5</c:v>
                </c:pt>
                <c:pt idx="45994">
                  <c:v>24.5</c:v>
                </c:pt>
                <c:pt idx="45995">
                  <c:v>24.5</c:v>
                </c:pt>
                <c:pt idx="45996">
                  <c:v>24.5</c:v>
                </c:pt>
                <c:pt idx="45997">
                  <c:v>24.55</c:v>
                </c:pt>
                <c:pt idx="45998">
                  <c:v>24.5</c:v>
                </c:pt>
                <c:pt idx="45999">
                  <c:v>24.55</c:v>
                </c:pt>
                <c:pt idx="46000">
                  <c:v>24.55</c:v>
                </c:pt>
                <c:pt idx="46001">
                  <c:v>24.5</c:v>
                </c:pt>
                <c:pt idx="46002">
                  <c:v>24.55</c:v>
                </c:pt>
                <c:pt idx="46003">
                  <c:v>24.55</c:v>
                </c:pt>
                <c:pt idx="46004">
                  <c:v>24.55</c:v>
                </c:pt>
                <c:pt idx="46005">
                  <c:v>24.5</c:v>
                </c:pt>
                <c:pt idx="46006">
                  <c:v>24.5</c:v>
                </c:pt>
                <c:pt idx="46007">
                  <c:v>24.5</c:v>
                </c:pt>
                <c:pt idx="46008">
                  <c:v>24.5</c:v>
                </c:pt>
                <c:pt idx="46009">
                  <c:v>24.5</c:v>
                </c:pt>
                <c:pt idx="46010">
                  <c:v>24.5</c:v>
                </c:pt>
                <c:pt idx="46011">
                  <c:v>24.5</c:v>
                </c:pt>
                <c:pt idx="46012">
                  <c:v>24.5</c:v>
                </c:pt>
                <c:pt idx="46013">
                  <c:v>24.5</c:v>
                </c:pt>
                <c:pt idx="46014">
                  <c:v>24.5</c:v>
                </c:pt>
                <c:pt idx="46015">
                  <c:v>24.5</c:v>
                </c:pt>
                <c:pt idx="46016">
                  <c:v>24.5</c:v>
                </c:pt>
                <c:pt idx="46017">
                  <c:v>24.5</c:v>
                </c:pt>
                <c:pt idx="46018">
                  <c:v>24.5</c:v>
                </c:pt>
                <c:pt idx="46019">
                  <c:v>24.5</c:v>
                </c:pt>
                <c:pt idx="46020">
                  <c:v>24.5</c:v>
                </c:pt>
                <c:pt idx="46021">
                  <c:v>24.5</c:v>
                </c:pt>
                <c:pt idx="46022">
                  <c:v>24.5</c:v>
                </c:pt>
                <c:pt idx="46023">
                  <c:v>24.5</c:v>
                </c:pt>
                <c:pt idx="46024">
                  <c:v>24.5</c:v>
                </c:pt>
                <c:pt idx="46025">
                  <c:v>24.5</c:v>
                </c:pt>
                <c:pt idx="46026">
                  <c:v>24.5</c:v>
                </c:pt>
                <c:pt idx="46027">
                  <c:v>24.5</c:v>
                </c:pt>
                <c:pt idx="46028">
                  <c:v>24.5</c:v>
                </c:pt>
                <c:pt idx="46029">
                  <c:v>24.5</c:v>
                </c:pt>
                <c:pt idx="46030">
                  <c:v>24.5</c:v>
                </c:pt>
                <c:pt idx="46031">
                  <c:v>24.5</c:v>
                </c:pt>
                <c:pt idx="46032">
                  <c:v>24.5</c:v>
                </c:pt>
                <c:pt idx="46033">
                  <c:v>24.5</c:v>
                </c:pt>
                <c:pt idx="46034">
                  <c:v>24.5</c:v>
                </c:pt>
                <c:pt idx="46035">
                  <c:v>24.5</c:v>
                </c:pt>
                <c:pt idx="46036">
                  <c:v>24.5</c:v>
                </c:pt>
                <c:pt idx="46037">
                  <c:v>24.5</c:v>
                </c:pt>
                <c:pt idx="46038">
                  <c:v>24.5</c:v>
                </c:pt>
                <c:pt idx="46039">
                  <c:v>24.5</c:v>
                </c:pt>
                <c:pt idx="46040">
                  <c:v>24.5</c:v>
                </c:pt>
                <c:pt idx="46041">
                  <c:v>24.5</c:v>
                </c:pt>
                <c:pt idx="46042">
                  <c:v>24.5</c:v>
                </c:pt>
                <c:pt idx="46043">
                  <c:v>24.5</c:v>
                </c:pt>
                <c:pt idx="46044">
                  <c:v>24.55</c:v>
                </c:pt>
                <c:pt idx="46045">
                  <c:v>24.5</c:v>
                </c:pt>
                <c:pt idx="46046">
                  <c:v>24.5</c:v>
                </c:pt>
                <c:pt idx="46047">
                  <c:v>24.5</c:v>
                </c:pt>
                <c:pt idx="46048">
                  <c:v>24.5</c:v>
                </c:pt>
                <c:pt idx="46049">
                  <c:v>24.5</c:v>
                </c:pt>
                <c:pt idx="46050">
                  <c:v>24.5</c:v>
                </c:pt>
                <c:pt idx="46051">
                  <c:v>24.5</c:v>
                </c:pt>
                <c:pt idx="46052">
                  <c:v>24.5</c:v>
                </c:pt>
                <c:pt idx="46053">
                  <c:v>24.5</c:v>
                </c:pt>
                <c:pt idx="46054">
                  <c:v>24.5</c:v>
                </c:pt>
                <c:pt idx="46055">
                  <c:v>24.5</c:v>
                </c:pt>
                <c:pt idx="46056">
                  <c:v>24.5</c:v>
                </c:pt>
                <c:pt idx="46057">
                  <c:v>24.5</c:v>
                </c:pt>
                <c:pt idx="46058">
                  <c:v>24.5</c:v>
                </c:pt>
                <c:pt idx="46059">
                  <c:v>24.5</c:v>
                </c:pt>
                <c:pt idx="46060">
                  <c:v>24.5</c:v>
                </c:pt>
                <c:pt idx="46061">
                  <c:v>24.5</c:v>
                </c:pt>
                <c:pt idx="46062">
                  <c:v>24.5</c:v>
                </c:pt>
                <c:pt idx="46063">
                  <c:v>24.5</c:v>
                </c:pt>
                <c:pt idx="46064">
                  <c:v>24.5</c:v>
                </c:pt>
                <c:pt idx="46065">
                  <c:v>24.5</c:v>
                </c:pt>
                <c:pt idx="46066">
                  <c:v>24.5</c:v>
                </c:pt>
                <c:pt idx="46067">
                  <c:v>24.5</c:v>
                </c:pt>
                <c:pt idx="46068">
                  <c:v>24.5</c:v>
                </c:pt>
                <c:pt idx="46069">
                  <c:v>24.5</c:v>
                </c:pt>
                <c:pt idx="46070">
                  <c:v>24.5</c:v>
                </c:pt>
                <c:pt idx="46071">
                  <c:v>24.5</c:v>
                </c:pt>
                <c:pt idx="46072">
                  <c:v>24.5</c:v>
                </c:pt>
                <c:pt idx="46073">
                  <c:v>24.5</c:v>
                </c:pt>
                <c:pt idx="46074">
                  <c:v>24.5</c:v>
                </c:pt>
                <c:pt idx="46075">
                  <c:v>24.5</c:v>
                </c:pt>
                <c:pt idx="46076">
                  <c:v>24.5</c:v>
                </c:pt>
                <c:pt idx="46077">
                  <c:v>24.5</c:v>
                </c:pt>
                <c:pt idx="46078">
                  <c:v>24.5</c:v>
                </c:pt>
                <c:pt idx="46079">
                  <c:v>24.5</c:v>
                </c:pt>
                <c:pt idx="46080">
                  <c:v>24.5</c:v>
                </c:pt>
                <c:pt idx="46081">
                  <c:v>24.5</c:v>
                </c:pt>
                <c:pt idx="46082">
                  <c:v>24.5</c:v>
                </c:pt>
                <c:pt idx="46083">
                  <c:v>24.5</c:v>
                </c:pt>
                <c:pt idx="46084">
                  <c:v>24.5</c:v>
                </c:pt>
                <c:pt idx="46085">
                  <c:v>24.5</c:v>
                </c:pt>
                <c:pt idx="46086">
                  <c:v>24.5</c:v>
                </c:pt>
                <c:pt idx="46087">
                  <c:v>24.5</c:v>
                </c:pt>
                <c:pt idx="46088">
                  <c:v>24.5</c:v>
                </c:pt>
                <c:pt idx="46089">
                  <c:v>24.5</c:v>
                </c:pt>
                <c:pt idx="46090">
                  <c:v>24.5</c:v>
                </c:pt>
                <c:pt idx="46091">
                  <c:v>24.5</c:v>
                </c:pt>
                <c:pt idx="46092">
                  <c:v>24.5</c:v>
                </c:pt>
                <c:pt idx="46093">
                  <c:v>24.5</c:v>
                </c:pt>
                <c:pt idx="46094">
                  <c:v>24.5</c:v>
                </c:pt>
                <c:pt idx="46095">
                  <c:v>24.5</c:v>
                </c:pt>
                <c:pt idx="46096">
                  <c:v>24.5</c:v>
                </c:pt>
                <c:pt idx="46097">
                  <c:v>24.5</c:v>
                </c:pt>
                <c:pt idx="46098">
                  <c:v>24.5</c:v>
                </c:pt>
                <c:pt idx="46099">
                  <c:v>24.5</c:v>
                </c:pt>
                <c:pt idx="46100">
                  <c:v>24.5</c:v>
                </c:pt>
                <c:pt idx="46101">
                  <c:v>24.5</c:v>
                </c:pt>
                <c:pt idx="46102">
                  <c:v>24.5</c:v>
                </c:pt>
                <c:pt idx="46103">
                  <c:v>24.5</c:v>
                </c:pt>
                <c:pt idx="46104">
                  <c:v>24.5</c:v>
                </c:pt>
                <c:pt idx="46105">
                  <c:v>24.5</c:v>
                </c:pt>
                <c:pt idx="46106">
                  <c:v>24.5</c:v>
                </c:pt>
                <c:pt idx="46107">
                  <c:v>24.5</c:v>
                </c:pt>
                <c:pt idx="46108">
                  <c:v>24.5</c:v>
                </c:pt>
                <c:pt idx="46109">
                  <c:v>24.5</c:v>
                </c:pt>
                <c:pt idx="46110">
                  <c:v>24.5</c:v>
                </c:pt>
                <c:pt idx="46111">
                  <c:v>24.5</c:v>
                </c:pt>
                <c:pt idx="46112">
                  <c:v>24.5</c:v>
                </c:pt>
                <c:pt idx="46113">
                  <c:v>24.5</c:v>
                </c:pt>
                <c:pt idx="46114">
                  <c:v>24.5</c:v>
                </c:pt>
                <c:pt idx="46115">
                  <c:v>24.5</c:v>
                </c:pt>
                <c:pt idx="46116">
                  <c:v>24.5</c:v>
                </c:pt>
                <c:pt idx="46117">
                  <c:v>24.5</c:v>
                </c:pt>
                <c:pt idx="46118">
                  <c:v>24.5</c:v>
                </c:pt>
                <c:pt idx="46119">
                  <c:v>24.5</c:v>
                </c:pt>
                <c:pt idx="46120">
                  <c:v>24.5</c:v>
                </c:pt>
                <c:pt idx="46121">
                  <c:v>24.5</c:v>
                </c:pt>
                <c:pt idx="46122">
                  <c:v>24.5</c:v>
                </c:pt>
                <c:pt idx="46123">
                  <c:v>24.5</c:v>
                </c:pt>
                <c:pt idx="46124">
                  <c:v>24.5</c:v>
                </c:pt>
                <c:pt idx="46125">
                  <c:v>24.5</c:v>
                </c:pt>
                <c:pt idx="46126">
                  <c:v>24.5</c:v>
                </c:pt>
                <c:pt idx="46127">
                  <c:v>24.5</c:v>
                </c:pt>
                <c:pt idx="46128">
                  <c:v>24.5</c:v>
                </c:pt>
                <c:pt idx="46129">
                  <c:v>24.5</c:v>
                </c:pt>
                <c:pt idx="46130">
                  <c:v>24.5</c:v>
                </c:pt>
                <c:pt idx="46131">
                  <c:v>24.5</c:v>
                </c:pt>
                <c:pt idx="46132">
                  <c:v>24.5</c:v>
                </c:pt>
                <c:pt idx="46133">
                  <c:v>24.5</c:v>
                </c:pt>
                <c:pt idx="46134">
                  <c:v>24.5</c:v>
                </c:pt>
                <c:pt idx="46135">
                  <c:v>24.5</c:v>
                </c:pt>
                <c:pt idx="46136">
                  <c:v>24.5</c:v>
                </c:pt>
                <c:pt idx="46137">
                  <c:v>24.5</c:v>
                </c:pt>
                <c:pt idx="46138">
                  <c:v>24.5</c:v>
                </c:pt>
                <c:pt idx="46139">
                  <c:v>24.5</c:v>
                </c:pt>
                <c:pt idx="46140">
                  <c:v>24.5</c:v>
                </c:pt>
                <c:pt idx="46141">
                  <c:v>24.5</c:v>
                </c:pt>
                <c:pt idx="46142">
                  <c:v>24.5</c:v>
                </c:pt>
                <c:pt idx="46143">
                  <c:v>24.5</c:v>
                </c:pt>
                <c:pt idx="46144">
                  <c:v>24.5</c:v>
                </c:pt>
                <c:pt idx="46145">
                  <c:v>24.5</c:v>
                </c:pt>
                <c:pt idx="46146">
                  <c:v>24.5</c:v>
                </c:pt>
                <c:pt idx="46147">
                  <c:v>24.5</c:v>
                </c:pt>
                <c:pt idx="46148">
                  <c:v>24.5</c:v>
                </c:pt>
                <c:pt idx="46149">
                  <c:v>24.5</c:v>
                </c:pt>
                <c:pt idx="46150">
                  <c:v>24.5</c:v>
                </c:pt>
                <c:pt idx="46151">
                  <c:v>24.5</c:v>
                </c:pt>
                <c:pt idx="46152">
                  <c:v>24.5</c:v>
                </c:pt>
                <c:pt idx="46153">
                  <c:v>24.5</c:v>
                </c:pt>
                <c:pt idx="46154">
                  <c:v>24.5</c:v>
                </c:pt>
                <c:pt idx="46155">
                  <c:v>24.5</c:v>
                </c:pt>
                <c:pt idx="46156">
                  <c:v>24.5</c:v>
                </c:pt>
                <c:pt idx="46157">
                  <c:v>24.5</c:v>
                </c:pt>
                <c:pt idx="46158">
                  <c:v>24.5</c:v>
                </c:pt>
                <c:pt idx="46159">
                  <c:v>24.5</c:v>
                </c:pt>
                <c:pt idx="46160">
                  <c:v>24.5</c:v>
                </c:pt>
                <c:pt idx="46161">
                  <c:v>24.5</c:v>
                </c:pt>
                <c:pt idx="46162">
                  <c:v>24.5</c:v>
                </c:pt>
                <c:pt idx="46163">
                  <c:v>24.5</c:v>
                </c:pt>
                <c:pt idx="46164">
                  <c:v>24.5</c:v>
                </c:pt>
                <c:pt idx="46165">
                  <c:v>24.5</c:v>
                </c:pt>
                <c:pt idx="46166">
                  <c:v>24.5</c:v>
                </c:pt>
                <c:pt idx="46167">
                  <c:v>24.5</c:v>
                </c:pt>
                <c:pt idx="46168">
                  <c:v>24.5</c:v>
                </c:pt>
                <c:pt idx="46169">
                  <c:v>24.5</c:v>
                </c:pt>
                <c:pt idx="46170">
                  <c:v>24.5</c:v>
                </c:pt>
                <c:pt idx="46171">
                  <c:v>24.5</c:v>
                </c:pt>
                <c:pt idx="46172">
                  <c:v>24.5</c:v>
                </c:pt>
                <c:pt idx="46173">
                  <c:v>24.5</c:v>
                </c:pt>
                <c:pt idx="46174">
                  <c:v>24.5</c:v>
                </c:pt>
                <c:pt idx="46175">
                  <c:v>24.5</c:v>
                </c:pt>
                <c:pt idx="46176">
                  <c:v>24.5</c:v>
                </c:pt>
                <c:pt idx="46177">
                  <c:v>24.5</c:v>
                </c:pt>
                <c:pt idx="46178">
                  <c:v>24.5</c:v>
                </c:pt>
                <c:pt idx="46179">
                  <c:v>24.5</c:v>
                </c:pt>
                <c:pt idx="46180">
                  <c:v>24.5</c:v>
                </c:pt>
                <c:pt idx="46181">
                  <c:v>24.5</c:v>
                </c:pt>
                <c:pt idx="46182">
                  <c:v>24.5</c:v>
                </c:pt>
                <c:pt idx="46183">
                  <c:v>24.5</c:v>
                </c:pt>
                <c:pt idx="46184">
                  <c:v>24.5</c:v>
                </c:pt>
                <c:pt idx="46185">
                  <c:v>24.5</c:v>
                </c:pt>
                <c:pt idx="46186">
                  <c:v>24.5</c:v>
                </c:pt>
                <c:pt idx="46187">
                  <c:v>24.5</c:v>
                </c:pt>
                <c:pt idx="46188">
                  <c:v>24.5</c:v>
                </c:pt>
                <c:pt idx="46189">
                  <c:v>24.5</c:v>
                </c:pt>
                <c:pt idx="46190">
                  <c:v>24.5</c:v>
                </c:pt>
                <c:pt idx="46191">
                  <c:v>24.5</c:v>
                </c:pt>
                <c:pt idx="46192">
                  <c:v>24.5</c:v>
                </c:pt>
                <c:pt idx="46193">
                  <c:v>24.5</c:v>
                </c:pt>
                <c:pt idx="46194">
                  <c:v>24.5</c:v>
                </c:pt>
                <c:pt idx="46195">
                  <c:v>24.5</c:v>
                </c:pt>
                <c:pt idx="46196">
                  <c:v>24.5</c:v>
                </c:pt>
                <c:pt idx="46197">
                  <c:v>24.5</c:v>
                </c:pt>
                <c:pt idx="46198">
                  <c:v>24.5</c:v>
                </c:pt>
                <c:pt idx="46199">
                  <c:v>24.5</c:v>
                </c:pt>
                <c:pt idx="46200">
                  <c:v>24.5</c:v>
                </c:pt>
                <c:pt idx="46201">
                  <c:v>24.5</c:v>
                </c:pt>
                <c:pt idx="46202">
                  <c:v>24.5</c:v>
                </c:pt>
                <c:pt idx="46203">
                  <c:v>24.5</c:v>
                </c:pt>
                <c:pt idx="46204">
                  <c:v>24.5</c:v>
                </c:pt>
                <c:pt idx="46205">
                  <c:v>24.5</c:v>
                </c:pt>
                <c:pt idx="46206">
                  <c:v>24.5</c:v>
                </c:pt>
                <c:pt idx="46207">
                  <c:v>24.5</c:v>
                </c:pt>
                <c:pt idx="46208">
                  <c:v>24.5</c:v>
                </c:pt>
                <c:pt idx="46209">
                  <c:v>24.5</c:v>
                </c:pt>
                <c:pt idx="46210">
                  <c:v>24.5</c:v>
                </c:pt>
                <c:pt idx="46211">
                  <c:v>24.5</c:v>
                </c:pt>
                <c:pt idx="46212">
                  <c:v>24.5</c:v>
                </c:pt>
                <c:pt idx="46213">
                  <c:v>24.5</c:v>
                </c:pt>
                <c:pt idx="46214">
                  <c:v>24.5</c:v>
                </c:pt>
                <c:pt idx="46215">
                  <c:v>24.5</c:v>
                </c:pt>
                <c:pt idx="46216">
                  <c:v>24.5</c:v>
                </c:pt>
                <c:pt idx="46217">
                  <c:v>24.5</c:v>
                </c:pt>
                <c:pt idx="46218">
                  <c:v>24.5</c:v>
                </c:pt>
                <c:pt idx="46219">
                  <c:v>24.5</c:v>
                </c:pt>
                <c:pt idx="46220">
                  <c:v>24.5</c:v>
                </c:pt>
                <c:pt idx="46221">
                  <c:v>24.5</c:v>
                </c:pt>
                <c:pt idx="46222">
                  <c:v>24.5</c:v>
                </c:pt>
                <c:pt idx="46223">
                  <c:v>24.5</c:v>
                </c:pt>
                <c:pt idx="46224">
                  <c:v>24.5</c:v>
                </c:pt>
                <c:pt idx="46225">
                  <c:v>24.5</c:v>
                </c:pt>
                <c:pt idx="46226">
                  <c:v>24.5</c:v>
                </c:pt>
                <c:pt idx="46227">
                  <c:v>24.5</c:v>
                </c:pt>
                <c:pt idx="46228">
                  <c:v>24.5</c:v>
                </c:pt>
                <c:pt idx="46229">
                  <c:v>24.5</c:v>
                </c:pt>
                <c:pt idx="46230">
                  <c:v>24.5</c:v>
                </c:pt>
                <c:pt idx="46231">
                  <c:v>24.5</c:v>
                </c:pt>
                <c:pt idx="46232">
                  <c:v>24.5</c:v>
                </c:pt>
                <c:pt idx="46233">
                  <c:v>24.5</c:v>
                </c:pt>
                <c:pt idx="46234">
                  <c:v>24.5</c:v>
                </c:pt>
                <c:pt idx="46235">
                  <c:v>24.5</c:v>
                </c:pt>
                <c:pt idx="46236">
                  <c:v>24.5</c:v>
                </c:pt>
                <c:pt idx="46237">
                  <c:v>24.5</c:v>
                </c:pt>
                <c:pt idx="46238">
                  <c:v>24.5</c:v>
                </c:pt>
                <c:pt idx="46239">
                  <c:v>24.5</c:v>
                </c:pt>
                <c:pt idx="46240">
                  <c:v>24.5</c:v>
                </c:pt>
                <c:pt idx="46241">
                  <c:v>24.5</c:v>
                </c:pt>
                <c:pt idx="46242">
                  <c:v>24.5</c:v>
                </c:pt>
                <c:pt idx="46243">
                  <c:v>24.5</c:v>
                </c:pt>
                <c:pt idx="46244">
                  <c:v>24.5</c:v>
                </c:pt>
                <c:pt idx="46245">
                  <c:v>24.5</c:v>
                </c:pt>
                <c:pt idx="46246">
                  <c:v>24.5</c:v>
                </c:pt>
                <c:pt idx="46247">
                  <c:v>24.5</c:v>
                </c:pt>
                <c:pt idx="46248">
                  <c:v>24.5</c:v>
                </c:pt>
                <c:pt idx="46249">
                  <c:v>24.5</c:v>
                </c:pt>
                <c:pt idx="46250">
                  <c:v>24.5</c:v>
                </c:pt>
                <c:pt idx="46251">
                  <c:v>24.5</c:v>
                </c:pt>
                <c:pt idx="46252">
                  <c:v>24.5</c:v>
                </c:pt>
                <c:pt idx="46253">
                  <c:v>24.5</c:v>
                </c:pt>
                <c:pt idx="46254">
                  <c:v>24.5</c:v>
                </c:pt>
                <c:pt idx="46255">
                  <c:v>24.5</c:v>
                </c:pt>
                <c:pt idx="46256">
                  <c:v>24.5</c:v>
                </c:pt>
                <c:pt idx="46257">
                  <c:v>24.5</c:v>
                </c:pt>
                <c:pt idx="46258">
                  <c:v>24.5</c:v>
                </c:pt>
                <c:pt idx="46259">
                  <c:v>24.5</c:v>
                </c:pt>
                <c:pt idx="46260">
                  <c:v>24.5</c:v>
                </c:pt>
                <c:pt idx="46261">
                  <c:v>24.5</c:v>
                </c:pt>
                <c:pt idx="46262">
                  <c:v>24.5</c:v>
                </c:pt>
                <c:pt idx="46263">
                  <c:v>24.5</c:v>
                </c:pt>
                <c:pt idx="46264">
                  <c:v>24.5</c:v>
                </c:pt>
                <c:pt idx="46265">
                  <c:v>24.5</c:v>
                </c:pt>
                <c:pt idx="46266">
                  <c:v>24.5</c:v>
                </c:pt>
                <c:pt idx="46267">
                  <c:v>24.5</c:v>
                </c:pt>
                <c:pt idx="46268">
                  <c:v>24.5</c:v>
                </c:pt>
                <c:pt idx="46269">
                  <c:v>24.5</c:v>
                </c:pt>
                <c:pt idx="46270">
                  <c:v>24.5</c:v>
                </c:pt>
                <c:pt idx="46271">
                  <c:v>24.5</c:v>
                </c:pt>
                <c:pt idx="46272">
                  <c:v>24.5</c:v>
                </c:pt>
                <c:pt idx="46273">
                  <c:v>24.5</c:v>
                </c:pt>
                <c:pt idx="46274">
                  <c:v>24.5</c:v>
                </c:pt>
                <c:pt idx="46275">
                  <c:v>24.5</c:v>
                </c:pt>
                <c:pt idx="46276">
                  <c:v>24.5</c:v>
                </c:pt>
                <c:pt idx="46277">
                  <c:v>24.5</c:v>
                </c:pt>
                <c:pt idx="46278">
                  <c:v>24.5</c:v>
                </c:pt>
                <c:pt idx="46279">
                  <c:v>24.5</c:v>
                </c:pt>
                <c:pt idx="46280">
                  <c:v>24.5</c:v>
                </c:pt>
                <c:pt idx="46281">
                  <c:v>24.5</c:v>
                </c:pt>
                <c:pt idx="46282">
                  <c:v>24.5</c:v>
                </c:pt>
                <c:pt idx="46283">
                  <c:v>24.5</c:v>
                </c:pt>
                <c:pt idx="46284">
                  <c:v>24.5</c:v>
                </c:pt>
                <c:pt idx="46285">
                  <c:v>24.5</c:v>
                </c:pt>
                <c:pt idx="46286">
                  <c:v>24.5</c:v>
                </c:pt>
                <c:pt idx="46287">
                  <c:v>24.5</c:v>
                </c:pt>
                <c:pt idx="46288">
                  <c:v>24.5</c:v>
                </c:pt>
                <c:pt idx="46289">
                  <c:v>24.5</c:v>
                </c:pt>
                <c:pt idx="46290">
                  <c:v>24.5</c:v>
                </c:pt>
                <c:pt idx="46291">
                  <c:v>24.5</c:v>
                </c:pt>
                <c:pt idx="46292">
                  <c:v>24.5</c:v>
                </c:pt>
                <c:pt idx="46293">
                  <c:v>24.5</c:v>
                </c:pt>
                <c:pt idx="46294">
                  <c:v>24.5</c:v>
                </c:pt>
                <c:pt idx="46295">
                  <c:v>24.5</c:v>
                </c:pt>
                <c:pt idx="46296">
                  <c:v>24.5</c:v>
                </c:pt>
                <c:pt idx="46297">
                  <c:v>24.5</c:v>
                </c:pt>
                <c:pt idx="46298">
                  <c:v>24.5</c:v>
                </c:pt>
                <c:pt idx="46299">
                  <c:v>24.5</c:v>
                </c:pt>
                <c:pt idx="46300">
                  <c:v>24.5</c:v>
                </c:pt>
                <c:pt idx="46301">
                  <c:v>24.5</c:v>
                </c:pt>
                <c:pt idx="46302">
                  <c:v>24.5</c:v>
                </c:pt>
                <c:pt idx="46303">
                  <c:v>24.5</c:v>
                </c:pt>
                <c:pt idx="46304">
                  <c:v>24.5</c:v>
                </c:pt>
                <c:pt idx="46305">
                  <c:v>24.5</c:v>
                </c:pt>
                <c:pt idx="46306">
                  <c:v>24.5</c:v>
                </c:pt>
                <c:pt idx="46307">
                  <c:v>24.5</c:v>
                </c:pt>
                <c:pt idx="46308">
                  <c:v>24.5</c:v>
                </c:pt>
                <c:pt idx="46309">
                  <c:v>24.5</c:v>
                </c:pt>
                <c:pt idx="46310">
                  <c:v>24.5</c:v>
                </c:pt>
                <c:pt idx="46311">
                  <c:v>24.5</c:v>
                </c:pt>
                <c:pt idx="46312">
                  <c:v>24.5</c:v>
                </c:pt>
                <c:pt idx="46313">
                  <c:v>24.5</c:v>
                </c:pt>
                <c:pt idx="46314">
                  <c:v>24.5</c:v>
                </c:pt>
                <c:pt idx="46315">
                  <c:v>24.5</c:v>
                </c:pt>
                <c:pt idx="46316">
                  <c:v>24.5</c:v>
                </c:pt>
                <c:pt idx="46317">
                  <c:v>24.5</c:v>
                </c:pt>
                <c:pt idx="46318">
                  <c:v>24.5</c:v>
                </c:pt>
                <c:pt idx="46319">
                  <c:v>24.5</c:v>
                </c:pt>
                <c:pt idx="46320">
                  <c:v>24.5</c:v>
                </c:pt>
                <c:pt idx="46321">
                  <c:v>24.5</c:v>
                </c:pt>
                <c:pt idx="46322">
                  <c:v>24.5</c:v>
                </c:pt>
                <c:pt idx="46323">
                  <c:v>24.5</c:v>
                </c:pt>
                <c:pt idx="46324">
                  <c:v>24.5</c:v>
                </c:pt>
                <c:pt idx="46325">
                  <c:v>24.5</c:v>
                </c:pt>
                <c:pt idx="46326">
                  <c:v>24.5</c:v>
                </c:pt>
                <c:pt idx="46327">
                  <c:v>24.5</c:v>
                </c:pt>
                <c:pt idx="46328">
                  <c:v>24.5</c:v>
                </c:pt>
                <c:pt idx="46329">
                  <c:v>24.5</c:v>
                </c:pt>
                <c:pt idx="46330">
                  <c:v>24.5</c:v>
                </c:pt>
                <c:pt idx="46331">
                  <c:v>24.5</c:v>
                </c:pt>
                <c:pt idx="46332">
                  <c:v>24.5</c:v>
                </c:pt>
                <c:pt idx="46333">
                  <c:v>24.5</c:v>
                </c:pt>
                <c:pt idx="46334">
                  <c:v>24.5</c:v>
                </c:pt>
                <c:pt idx="46335">
                  <c:v>24.5</c:v>
                </c:pt>
                <c:pt idx="46336">
                  <c:v>24.5</c:v>
                </c:pt>
                <c:pt idx="46337">
                  <c:v>24.5</c:v>
                </c:pt>
                <c:pt idx="46338">
                  <c:v>24.5</c:v>
                </c:pt>
                <c:pt idx="46339">
                  <c:v>24.5</c:v>
                </c:pt>
                <c:pt idx="46340">
                  <c:v>24.5</c:v>
                </c:pt>
                <c:pt idx="46341">
                  <c:v>24.5</c:v>
                </c:pt>
                <c:pt idx="46342">
                  <c:v>24.5</c:v>
                </c:pt>
                <c:pt idx="46343">
                  <c:v>24.5</c:v>
                </c:pt>
                <c:pt idx="46344">
                  <c:v>24.5</c:v>
                </c:pt>
                <c:pt idx="46345">
                  <c:v>24.5</c:v>
                </c:pt>
                <c:pt idx="46346">
                  <c:v>24.5</c:v>
                </c:pt>
                <c:pt idx="46347">
                  <c:v>24.5</c:v>
                </c:pt>
                <c:pt idx="46348">
                  <c:v>24.5</c:v>
                </c:pt>
                <c:pt idx="46349">
                  <c:v>24.5</c:v>
                </c:pt>
                <c:pt idx="46350">
                  <c:v>24.5</c:v>
                </c:pt>
                <c:pt idx="46351">
                  <c:v>24.5</c:v>
                </c:pt>
                <c:pt idx="46352">
                  <c:v>24.5</c:v>
                </c:pt>
                <c:pt idx="46353">
                  <c:v>24.5</c:v>
                </c:pt>
                <c:pt idx="46354">
                  <c:v>24.5</c:v>
                </c:pt>
                <c:pt idx="46355">
                  <c:v>24.5</c:v>
                </c:pt>
                <c:pt idx="46356">
                  <c:v>24.5</c:v>
                </c:pt>
                <c:pt idx="46357">
                  <c:v>24.5</c:v>
                </c:pt>
                <c:pt idx="46358">
                  <c:v>24.5</c:v>
                </c:pt>
                <c:pt idx="46359">
                  <c:v>24.5</c:v>
                </c:pt>
                <c:pt idx="46360">
                  <c:v>24.5</c:v>
                </c:pt>
                <c:pt idx="46361">
                  <c:v>24.5</c:v>
                </c:pt>
                <c:pt idx="46362">
                  <c:v>24.5</c:v>
                </c:pt>
                <c:pt idx="46363">
                  <c:v>24.5</c:v>
                </c:pt>
                <c:pt idx="46364">
                  <c:v>24.5</c:v>
                </c:pt>
                <c:pt idx="46365">
                  <c:v>24.5</c:v>
                </c:pt>
                <c:pt idx="46366">
                  <c:v>24.5</c:v>
                </c:pt>
                <c:pt idx="46367">
                  <c:v>24.5</c:v>
                </c:pt>
                <c:pt idx="46368">
                  <c:v>24.5</c:v>
                </c:pt>
                <c:pt idx="46369">
                  <c:v>24.5</c:v>
                </c:pt>
                <c:pt idx="46370">
                  <c:v>24.5</c:v>
                </c:pt>
                <c:pt idx="46371">
                  <c:v>24.5</c:v>
                </c:pt>
                <c:pt idx="46372">
                  <c:v>24.5</c:v>
                </c:pt>
                <c:pt idx="46373">
                  <c:v>24.5</c:v>
                </c:pt>
                <c:pt idx="46374">
                  <c:v>24.5</c:v>
                </c:pt>
                <c:pt idx="46375">
                  <c:v>24.5</c:v>
                </c:pt>
                <c:pt idx="46376">
                  <c:v>24.5</c:v>
                </c:pt>
                <c:pt idx="46377">
                  <c:v>24.5</c:v>
                </c:pt>
                <c:pt idx="46378">
                  <c:v>24.5</c:v>
                </c:pt>
                <c:pt idx="46379">
                  <c:v>24.5</c:v>
                </c:pt>
                <c:pt idx="46380">
                  <c:v>24.5</c:v>
                </c:pt>
                <c:pt idx="46381">
                  <c:v>24.5</c:v>
                </c:pt>
                <c:pt idx="46382">
                  <c:v>24.5</c:v>
                </c:pt>
                <c:pt idx="46383">
                  <c:v>24.5</c:v>
                </c:pt>
                <c:pt idx="46384">
                  <c:v>24.5</c:v>
                </c:pt>
                <c:pt idx="46385">
                  <c:v>24.5</c:v>
                </c:pt>
                <c:pt idx="46386">
                  <c:v>24.5</c:v>
                </c:pt>
                <c:pt idx="46387">
                  <c:v>24.5</c:v>
                </c:pt>
                <c:pt idx="46388">
                  <c:v>24.5</c:v>
                </c:pt>
                <c:pt idx="46389">
                  <c:v>24.5</c:v>
                </c:pt>
                <c:pt idx="46390">
                  <c:v>24.5</c:v>
                </c:pt>
                <c:pt idx="46391">
                  <c:v>24.5</c:v>
                </c:pt>
                <c:pt idx="46392">
                  <c:v>24.5</c:v>
                </c:pt>
                <c:pt idx="46393">
                  <c:v>24.5</c:v>
                </c:pt>
                <c:pt idx="46394">
                  <c:v>24.5</c:v>
                </c:pt>
                <c:pt idx="46395">
                  <c:v>24.5</c:v>
                </c:pt>
                <c:pt idx="46396">
                  <c:v>24.5</c:v>
                </c:pt>
                <c:pt idx="46397">
                  <c:v>24.5</c:v>
                </c:pt>
                <c:pt idx="46398">
                  <c:v>24.5</c:v>
                </c:pt>
                <c:pt idx="46399">
                  <c:v>24.5</c:v>
                </c:pt>
                <c:pt idx="46400">
                  <c:v>24.5</c:v>
                </c:pt>
                <c:pt idx="46401">
                  <c:v>24.5</c:v>
                </c:pt>
                <c:pt idx="46402">
                  <c:v>24.5</c:v>
                </c:pt>
                <c:pt idx="46403">
                  <c:v>24.5</c:v>
                </c:pt>
                <c:pt idx="46404">
                  <c:v>24.5</c:v>
                </c:pt>
                <c:pt idx="46405">
                  <c:v>24.5</c:v>
                </c:pt>
                <c:pt idx="46406">
                  <c:v>24.5</c:v>
                </c:pt>
                <c:pt idx="46407">
                  <c:v>24.5</c:v>
                </c:pt>
                <c:pt idx="46408">
                  <c:v>24.5</c:v>
                </c:pt>
                <c:pt idx="46409">
                  <c:v>24.5</c:v>
                </c:pt>
                <c:pt idx="46410">
                  <c:v>24.5</c:v>
                </c:pt>
                <c:pt idx="46411">
                  <c:v>24.5</c:v>
                </c:pt>
                <c:pt idx="46412">
                  <c:v>24.5</c:v>
                </c:pt>
                <c:pt idx="46413">
                  <c:v>24.5</c:v>
                </c:pt>
                <c:pt idx="46414">
                  <c:v>24.5</c:v>
                </c:pt>
                <c:pt idx="46415">
                  <c:v>24.5</c:v>
                </c:pt>
                <c:pt idx="46416">
                  <c:v>24.5</c:v>
                </c:pt>
                <c:pt idx="46417">
                  <c:v>24.5</c:v>
                </c:pt>
                <c:pt idx="46418">
                  <c:v>24.5</c:v>
                </c:pt>
                <c:pt idx="46419">
                  <c:v>24.5</c:v>
                </c:pt>
                <c:pt idx="46420">
                  <c:v>24.5</c:v>
                </c:pt>
                <c:pt idx="46421">
                  <c:v>24.5</c:v>
                </c:pt>
                <c:pt idx="46422">
                  <c:v>24.5</c:v>
                </c:pt>
                <c:pt idx="46423">
                  <c:v>24.5</c:v>
                </c:pt>
                <c:pt idx="46424">
                  <c:v>24.5</c:v>
                </c:pt>
                <c:pt idx="46425">
                  <c:v>24.5</c:v>
                </c:pt>
                <c:pt idx="46426">
                  <c:v>24.5</c:v>
                </c:pt>
                <c:pt idx="46427">
                  <c:v>24.5</c:v>
                </c:pt>
                <c:pt idx="46428">
                  <c:v>24.5</c:v>
                </c:pt>
                <c:pt idx="46429">
                  <c:v>24.5</c:v>
                </c:pt>
                <c:pt idx="46430">
                  <c:v>24.5</c:v>
                </c:pt>
                <c:pt idx="46431">
                  <c:v>24.5</c:v>
                </c:pt>
                <c:pt idx="46432">
                  <c:v>24.5</c:v>
                </c:pt>
                <c:pt idx="46433">
                  <c:v>24.5</c:v>
                </c:pt>
                <c:pt idx="46434">
                  <c:v>24.5</c:v>
                </c:pt>
                <c:pt idx="46435">
                  <c:v>24.5</c:v>
                </c:pt>
                <c:pt idx="46436">
                  <c:v>24.5</c:v>
                </c:pt>
                <c:pt idx="46437">
                  <c:v>24.5</c:v>
                </c:pt>
                <c:pt idx="46438">
                  <c:v>24.5</c:v>
                </c:pt>
                <c:pt idx="46439">
                  <c:v>24.5</c:v>
                </c:pt>
                <c:pt idx="46440">
                  <c:v>24.5</c:v>
                </c:pt>
                <c:pt idx="46441">
                  <c:v>24.5</c:v>
                </c:pt>
                <c:pt idx="46442">
                  <c:v>24.5</c:v>
                </c:pt>
                <c:pt idx="46443">
                  <c:v>24.5</c:v>
                </c:pt>
                <c:pt idx="46444">
                  <c:v>24.5</c:v>
                </c:pt>
                <c:pt idx="46445">
                  <c:v>24.5</c:v>
                </c:pt>
                <c:pt idx="46446">
                  <c:v>24.5</c:v>
                </c:pt>
                <c:pt idx="46447">
                  <c:v>24.5</c:v>
                </c:pt>
                <c:pt idx="46448">
                  <c:v>24.5</c:v>
                </c:pt>
                <c:pt idx="46449">
                  <c:v>24.5</c:v>
                </c:pt>
                <c:pt idx="46450">
                  <c:v>24.5</c:v>
                </c:pt>
                <c:pt idx="46451">
                  <c:v>24.5</c:v>
                </c:pt>
                <c:pt idx="46452">
                  <c:v>24.5</c:v>
                </c:pt>
                <c:pt idx="46453">
                  <c:v>24.5</c:v>
                </c:pt>
                <c:pt idx="46454">
                  <c:v>24.5</c:v>
                </c:pt>
                <c:pt idx="46455">
                  <c:v>24.5</c:v>
                </c:pt>
                <c:pt idx="46456">
                  <c:v>24.5</c:v>
                </c:pt>
                <c:pt idx="46457">
                  <c:v>24.5</c:v>
                </c:pt>
                <c:pt idx="46458">
                  <c:v>24.5</c:v>
                </c:pt>
                <c:pt idx="46459">
                  <c:v>24.5</c:v>
                </c:pt>
                <c:pt idx="46460">
                  <c:v>24.5</c:v>
                </c:pt>
                <c:pt idx="46461">
                  <c:v>24.5</c:v>
                </c:pt>
                <c:pt idx="46462">
                  <c:v>24.5</c:v>
                </c:pt>
                <c:pt idx="46463">
                  <c:v>24.5</c:v>
                </c:pt>
                <c:pt idx="46464">
                  <c:v>24.5</c:v>
                </c:pt>
                <c:pt idx="46465">
                  <c:v>24.5</c:v>
                </c:pt>
                <c:pt idx="46466">
                  <c:v>24.5</c:v>
                </c:pt>
                <c:pt idx="46467">
                  <c:v>24.5</c:v>
                </c:pt>
                <c:pt idx="46468">
                  <c:v>24.5</c:v>
                </c:pt>
                <c:pt idx="46469">
                  <c:v>24.5</c:v>
                </c:pt>
                <c:pt idx="46470">
                  <c:v>24.5</c:v>
                </c:pt>
                <c:pt idx="46471">
                  <c:v>24.5</c:v>
                </c:pt>
                <c:pt idx="46472">
                  <c:v>24.5</c:v>
                </c:pt>
                <c:pt idx="46473">
                  <c:v>24.5</c:v>
                </c:pt>
                <c:pt idx="46474">
                  <c:v>24.5</c:v>
                </c:pt>
                <c:pt idx="46475">
                  <c:v>24.5</c:v>
                </c:pt>
                <c:pt idx="46476">
                  <c:v>24.5</c:v>
                </c:pt>
                <c:pt idx="46477">
                  <c:v>24.5</c:v>
                </c:pt>
                <c:pt idx="46478">
                  <c:v>24.5</c:v>
                </c:pt>
                <c:pt idx="46479">
                  <c:v>24.5</c:v>
                </c:pt>
                <c:pt idx="46480">
                  <c:v>24.5</c:v>
                </c:pt>
                <c:pt idx="46481">
                  <c:v>24.5</c:v>
                </c:pt>
                <c:pt idx="46482">
                  <c:v>24.5</c:v>
                </c:pt>
                <c:pt idx="46483">
                  <c:v>24.5</c:v>
                </c:pt>
                <c:pt idx="46484">
                  <c:v>24.5</c:v>
                </c:pt>
                <c:pt idx="46485">
                  <c:v>24.5</c:v>
                </c:pt>
                <c:pt idx="46486">
                  <c:v>24.5</c:v>
                </c:pt>
                <c:pt idx="46487">
                  <c:v>24.5</c:v>
                </c:pt>
                <c:pt idx="46488">
                  <c:v>24.5</c:v>
                </c:pt>
                <c:pt idx="46489">
                  <c:v>24.5</c:v>
                </c:pt>
                <c:pt idx="46490">
                  <c:v>24.5</c:v>
                </c:pt>
                <c:pt idx="46491">
                  <c:v>24.5</c:v>
                </c:pt>
                <c:pt idx="46492">
                  <c:v>24.5</c:v>
                </c:pt>
                <c:pt idx="46493">
                  <c:v>24.5</c:v>
                </c:pt>
                <c:pt idx="46494">
                  <c:v>24.5</c:v>
                </c:pt>
                <c:pt idx="46495">
                  <c:v>24.5</c:v>
                </c:pt>
                <c:pt idx="46496">
                  <c:v>24.5</c:v>
                </c:pt>
                <c:pt idx="46497">
                  <c:v>24.5</c:v>
                </c:pt>
                <c:pt idx="46498">
                  <c:v>24.5</c:v>
                </c:pt>
                <c:pt idx="46499">
                  <c:v>24.5</c:v>
                </c:pt>
                <c:pt idx="46500">
                  <c:v>24.5</c:v>
                </c:pt>
                <c:pt idx="46501">
                  <c:v>24.5</c:v>
                </c:pt>
                <c:pt idx="46502">
                  <c:v>24.5</c:v>
                </c:pt>
                <c:pt idx="46503">
                  <c:v>24.5</c:v>
                </c:pt>
                <c:pt idx="46504">
                  <c:v>24.5</c:v>
                </c:pt>
                <c:pt idx="46505">
                  <c:v>24.5</c:v>
                </c:pt>
                <c:pt idx="46506">
                  <c:v>24.5</c:v>
                </c:pt>
                <c:pt idx="46507">
                  <c:v>24.5</c:v>
                </c:pt>
                <c:pt idx="46508">
                  <c:v>24.5</c:v>
                </c:pt>
                <c:pt idx="46509">
                  <c:v>24.5</c:v>
                </c:pt>
                <c:pt idx="46510">
                  <c:v>24.5</c:v>
                </c:pt>
                <c:pt idx="46511">
                  <c:v>24.5</c:v>
                </c:pt>
                <c:pt idx="46512">
                  <c:v>24.5</c:v>
                </c:pt>
                <c:pt idx="46513">
                  <c:v>24.5</c:v>
                </c:pt>
                <c:pt idx="46514">
                  <c:v>24.5</c:v>
                </c:pt>
                <c:pt idx="46515">
                  <c:v>24.5</c:v>
                </c:pt>
                <c:pt idx="46516">
                  <c:v>24.5</c:v>
                </c:pt>
                <c:pt idx="46517">
                  <c:v>24.5</c:v>
                </c:pt>
                <c:pt idx="46518">
                  <c:v>24.5</c:v>
                </c:pt>
                <c:pt idx="46519">
                  <c:v>24.5</c:v>
                </c:pt>
                <c:pt idx="46520">
                  <c:v>24.5</c:v>
                </c:pt>
                <c:pt idx="46521">
                  <c:v>24.5</c:v>
                </c:pt>
                <c:pt idx="46522">
                  <c:v>24.5</c:v>
                </c:pt>
                <c:pt idx="46523">
                  <c:v>24.5</c:v>
                </c:pt>
                <c:pt idx="46524">
                  <c:v>24.5</c:v>
                </c:pt>
                <c:pt idx="46525">
                  <c:v>24.5</c:v>
                </c:pt>
                <c:pt idx="46526">
                  <c:v>24.5</c:v>
                </c:pt>
                <c:pt idx="46527">
                  <c:v>24.5</c:v>
                </c:pt>
                <c:pt idx="46528">
                  <c:v>24.5</c:v>
                </c:pt>
                <c:pt idx="46529">
                  <c:v>24.5</c:v>
                </c:pt>
                <c:pt idx="46530">
                  <c:v>24.5</c:v>
                </c:pt>
                <c:pt idx="46531">
                  <c:v>24.5</c:v>
                </c:pt>
                <c:pt idx="46532">
                  <c:v>24.5</c:v>
                </c:pt>
                <c:pt idx="46533">
                  <c:v>24.5</c:v>
                </c:pt>
                <c:pt idx="46534">
                  <c:v>24.5</c:v>
                </c:pt>
                <c:pt idx="46535">
                  <c:v>24.5</c:v>
                </c:pt>
                <c:pt idx="46536">
                  <c:v>24.5</c:v>
                </c:pt>
                <c:pt idx="46537">
                  <c:v>24.5</c:v>
                </c:pt>
                <c:pt idx="46538">
                  <c:v>24.5</c:v>
                </c:pt>
                <c:pt idx="46539">
                  <c:v>24.5</c:v>
                </c:pt>
                <c:pt idx="46540">
                  <c:v>24.5</c:v>
                </c:pt>
                <c:pt idx="46541">
                  <c:v>24.5</c:v>
                </c:pt>
                <c:pt idx="46542">
                  <c:v>24.5</c:v>
                </c:pt>
                <c:pt idx="46543">
                  <c:v>24.5</c:v>
                </c:pt>
                <c:pt idx="46544">
                  <c:v>24.5</c:v>
                </c:pt>
                <c:pt idx="46545">
                  <c:v>24.5</c:v>
                </c:pt>
                <c:pt idx="46546">
                  <c:v>24.5</c:v>
                </c:pt>
                <c:pt idx="46547">
                  <c:v>24.5</c:v>
                </c:pt>
                <c:pt idx="46548">
                  <c:v>24.5</c:v>
                </c:pt>
                <c:pt idx="46549">
                  <c:v>24.5</c:v>
                </c:pt>
                <c:pt idx="46550">
                  <c:v>24.5</c:v>
                </c:pt>
                <c:pt idx="46551">
                  <c:v>24.5</c:v>
                </c:pt>
                <c:pt idx="46552">
                  <c:v>24.5</c:v>
                </c:pt>
                <c:pt idx="46553">
                  <c:v>24.5</c:v>
                </c:pt>
                <c:pt idx="46554">
                  <c:v>24.5</c:v>
                </c:pt>
                <c:pt idx="46555">
                  <c:v>24.5</c:v>
                </c:pt>
                <c:pt idx="46556">
                  <c:v>24.5</c:v>
                </c:pt>
                <c:pt idx="46557">
                  <c:v>24.5</c:v>
                </c:pt>
                <c:pt idx="46558">
                  <c:v>24.5</c:v>
                </c:pt>
                <c:pt idx="46559">
                  <c:v>24.5</c:v>
                </c:pt>
                <c:pt idx="46560">
                  <c:v>24.5</c:v>
                </c:pt>
                <c:pt idx="46561">
                  <c:v>24.5</c:v>
                </c:pt>
                <c:pt idx="46562">
                  <c:v>24.5</c:v>
                </c:pt>
                <c:pt idx="46563">
                  <c:v>24.5</c:v>
                </c:pt>
                <c:pt idx="46564">
                  <c:v>24.5</c:v>
                </c:pt>
                <c:pt idx="46565">
                  <c:v>24.5</c:v>
                </c:pt>
                <c:pt idx="46566">
                  <c:v>24.5</c:v>
                </c:pt>
                <c:pt idx="46567">
                  <c:v>24.5</c:v>
                </c:pt>
                <c:pt idx="46568">
                  <c:v>24.5</c:v>
                </c:pt>
                <c:pt idx="46569">
                  <c:v>24.5</c:v>
                </c:pt>
                <c:pt idx="46570">
                  <c:v>24.5</c:v>
                </c:pt>
                <c:pt idx="46571">
                  <c:v>24.5</c:v>
                </c:pt>
                <c:pt idx="46572">
                  <c:v>24.5</c:v>
                </c:pt>
                <c:pt idx="46573">
                  <c:v>24.5</c:v>
                </c:pt>
                <c:pt idx="46574">
                  <c:v>24.5</c:v>
                </c:pt>
                <c:pt idx="46575">
                  <c:v>24.5</c:v>
                </c:pt>
                <c:pt idx="46576">
                  <c:v>24.5</c:v>
                </c:pt>
                <c:pt idx="46577">
                  <c:v>24.5</c:v>
                </c:pt>
                <c:pt idx="46578">
                  <c:v>24.5</c:v>
                </c:pt>
                <c:pt idx="46579">
                  <c:v>24.5</c:v>
                </c:pt>
                <c:pt idx="46580">
                  <c:v>24.5</c:v>
                </c:pt>
                <c:pt idx="46581">
                  <c:v>24.5</c:v>
                </c:pt>
                <c:pt idx="46582">
                  <c:v>24.5</c:v>
                </c:pt>
                <c:pt idx="46583">
                  <c:v>24.5</c:v>
                </c:pt>
                <c:pt idx="46584">
                  <c:v>24.5</c:v>
                </c:pt>
                <c:pt idx="46585">
                  <c:v>24.5</c:v>
                </c:pt>
                <c:pt idx="46586">
                  <c:v>24.5</c:v>
                </c:pt>
                <c:pt idx="46587">
                  <c:v>24.5</c:v>
                </c:pt>
                <c:pt idx="46588">
                  <c:v>24.5</c:v>
                </c:pt>
                <c:pt idx="46589">
                  <c:v>24.5</c:v>
                </c:pt>
                <c:pt idx="46590">
                  <c:v>24.5</c:v>
                </c:pt>
                <c:pt idx="46591">
                  <c:v>24.5</c:v>
                </c:pt>
                <c:pt idx="46592">
                  <c:v>24.5</c:v>
                </c:pt>
                <c:pt idx="46593">
                  <c:v>24.5</c:v>
                </c:pt>
                <c:pt idx="46594">
                  <c:v>24.5</c:v>
                </c:pt>
                <c:pt idx="46595">
                  <c:v>24.5</c:v>
                </c:pt>
                <c:pt idx="46596">
                  <c:v>24.5</c:v>
                </c:pt>
                <c:pt idx="46597">
                  <c:v>24.5</c:v>
                </c:pt>
                <c:pt idx="46598">
                  <c:v>24.5</c:v>
                </c:pt>
                <c:pt idx="46599">
                  <c:v>24.5</c:v>
                </c:pt>
                <c:pt idx="46600">
                  <c:v>24.5</c:v>
                </c:pt>
                <c:pt idx="46601">
                  <c:v>24.5</c:v>
                </c:pt>
                <c:pt idx="46602">
                  <c:v>24.5</c:v>
                </c:pt>
                <c:pt idx="46603">
                  <c:v>24.5</c:v>
                </c:pt>
                <c:pt idx="46604">
                  <c:v>24.5</c:v>
                </c:pt>
                <c:pt idx="46605">
                  <c:v>24.5</c:v>
                </c:pt>
                <c:pt idx="46606">
                  <c:v>24.5</c:v>
                </c:pt>
                <c:pt idx="46607">
                  <c:v>24.5</c:v>
                </c:pt>
                <c:pt idx="46608">
                  <c:v>24.5</c:v>
                </c:pt>
                <c:pt idx="46609">
                  <c:v>24.5</c:v>
                </c:pt>
                <c:pt idx="46610">
                  <c:v>24.5</c:v>
                </c:pt>
                <c:pt idx="46611">
                  <c:v>24.5</c:v>
                </c:pt>
                <c:pt idx="46612">
                  <c:v>24.5</c:v>
                </c:pt>
                <c:pt idx="46613">
                  <c:v>24.5</c:v>
                </c:pt>
                <c:pt idx="46614">
                  <c:v>24.5</c:v>
                </c:pt>
                <c:pt idx="46615">
                  <c:v>24.5</c:v>
                </c:pt>
                <c:pt idx="46616">
                  <c:v>24.5</c:v>
                </c:pt>
                <c:pt idx="46617">
                  <c:v>24.5</c:v>
                </c:pt>
                <c:pt idx="46618">
                  <c:v>24.5</c:v>
                </c:pt>
                <c:pt idx="46619">
                  <c:v>24.5</c:v>
                </c:pt>
                <c:pt idx="46620">
                  <c:v>24.5</c:v>
                </c:pt>
                <c:pt idx="46621">
                  <c:v>24.5</c:v>
                </c:pt>
                <c:pt idx="46622">
                  <c:v>24.5</c:v>
                </c:pt>
                <c:pt idx="46623">
                  <c:v>24.5</c:v>
                </c:pt>
                <c:pt idx="46624">
                  <c:v>24.5</c:v>
                </c:pt>
                <c:pt idx="46625">
                  <c:v>24.5</c:v>
                </c:pt>
                <c:pt idx="46626">
                  <c:v>24.5</c:v>
                </c:pt>
                <c:pt idx="46627">
                  <c:v>24.5</c:v>
                </c:pt>
                <c:pt idx="46628">
                  <c:v>24.5</c:v>
                </c:pt>
                <c:pt idx="46629">
                  <c:v>24.5</c:v>
                </c:pt>
                <c:pt idx="46630">
                  <c:v>24.5</c:v>
                </c:pt>
                <c:pt idx="46631">
                  <c:v>24.5</c:v>
                </c:pt>
                <c:pt idx="46632">
                  <c:v>24.5</c:v>
                </c:pt>
                <c:pt idx="46633">
                  <c:v>24.5</c:v>
                </c:pt>
                <c:pt idx="46634">
                  <c:v>24.5</c:v>
                </c:pt>
                <c:pt idx="46635">
                  <c:v>24.5</c:v>
                </c:pt>
                <c:pt idx="46636">
                  <c:v>24.5</c:v>
                </c:pt>
                <c:pt idx="46637">
                  <c:v>24.5</c:v>
                </c:pt>
                <c:pt idx="46638">
                  <c:v>24.5</c:v>
                </c:pt>
                <c:pt idx="46639">
                  <c:v>24.5</c:v>
                </c:pt>
                <c:pt idx="46640">
                  <c:v>24.5</c:v>
                </c:pt>
                <c:pt idx="46641">
                  <c:v>24.5</c:v>
                </c:pt>
                <c:pt idx="46642">
                  <c:v>24.5</c:v>
                </c:pt>
                <c:pt idx="46643">
                  <c:v>24.5</c:v>
                </c:pt>
                <c:pt idx="46644">
                  <c:v>24.5</c:v>
                </c:pt>
                <c:pt idx="46645">
                  <c:v>24.5</c:v>
                </c:pt>
                <c:pt idx="46646">
                  <c:v>24.5</c:v>
                </c:pt>
                <c:pt idx="46647">
                  <c:v>24.5</c:v>
                </c:pt>
                <c:pt idx="46648">
                  <c:v>24.5</c:v>
                </c:pt>
                <c:pt idx="46649">
                  <c:v>24.5</c:v>
                </c:pt>
                <c:pt idx="46650">
                  <c:v>24.5</c:v>
                </c:pt>
                <c:pt idx="46651">
                  <c:v>24.5</c:v>
                </c:pt>
                <c:pt idx="46652">
                  <c:v>24.5</c:v>
                </c:pt>
                <c:pt idx="46653">
                  <c:v>24.5</c:v>
                </c:pt>
                <c:pt idx="46654">
                  <c:v>24.5</c:v>
                </c:pt>
                <c:pt idx="46655">
                  <c:v>24.5</c:v>
                </c:pt>
                <c:pt idx="46656">
                  <c:v>24.5</c:v>
                </c:pt>
                <c:pt idx="46657">
                  <c:v>24.5</c:v>
                </c:pt>
                <c:pt idx="46658">
                  <c:v>24.5</c:v>
                </c:pt>
                <c:pt idx="46659">
                  <c:v>24.5</c:v>
                </c:pt>
                <c:pt idx="46660">
                  <c:v>24.5</c:v>
                </c:pt>
                <c:pt idx="46661">
                  <c:v>24.5</c:v>
                </c:pt>
                <c:pt idx="46662">
                  <c:v>24.5</c:v>
                </c:pt>
                <c:pt idx="46663">
                  <c:v>24.5</c:v>
                </c:pt>
                <c:pt idx="46664">
                  <c:v>24.5</c:v>
                </c:pt>
                <c:pt idx="46665">
                  <c:v>24.5</c:v>
                </c:pt>
                <c:pt idx="46666">
                  <c:v>24.5</c:v>
                </c:pt>
                <c:pt idx="46667">
                  <c:v>24.5</c:v>
                </c:pt>
                <c:pt idx="46668">
                  <c:v>24.5</c:v>
                </c:pt>
                <c:pt idx="46669">
                  <c:v>24.5</c:v>
                </c:pt>
                <c:pt idx="46670">
                  <c:v>24.5</c:v>
                </c:pt>
                <c:pt idx="46671">
                  <c:v>24.5</c:v>
                </c:pt>
                <c:pt idx="46672">
                  <c:v>24.5</c:v>
                </c:pt>
                <c:pt idx="46673">
                  <c:v>24.5</c:v>
                </c:pt>
                <c:pt idx="46674">
                  <c:v>24.5</c:v>
                </c:pt>
                <c:pt idx="46675">
                  <c:v>24.5</c:v>
                </c:pt>
                <c:pt idx="46676">
                  <c:v>24.5</c:v>
                </c:pt>
                <c:pt idx="46677">
                  <c:v>24.5</c:v>
                </c:pt>
                <c:pt idx="46678">
                  <c:v>24.5</c:v>
                </c:pt>
                <c:pt idx="46679">
                  <c:v>24.5</c:v>
                </c:pt>
                <c:pt idx="46680">
                  <c:v>24.5</c:v>
                </c:pt>
                <c:pt idx="46681">
                  <c:v>24.5</c:v>
                </c:pt>
                <c:pt idx="46682">
                  <c:v>24.5</c:v>
                </c:pt>
                <c:pt idx="46683">
                  <c:v>24.5</c:v>
                </c:pt>
                <c:pt idx="46684">
                  <c:v>24.5</c:v>
                </c:pt>
                <c:pt idx="46685">
                  <c:v>24.5</c:v>
                </c:pt>
                <c:pt idx="46686">
                  <c:v>24.5</c:v>
                </c:pt>
                <c:pt idx="46687">
                  <c:v>24.5</c:v>
                </c:pt>
                <c:pt idx="46688">
                  <c:v>24.5</c:v>
                </c:pt>
                <c:pt idx="46689">
                  <c:v>24.5</c:v>
                </c:pt>
                <c:pt idx="46690">
                  <c:v>24.5</c:v>
                </c:pt>
                <c:pt idx="46691">
                  <c:v>24.5</c:v>
                </c:pt>
                <c:pt idx="46692">
                  <c:v>24.5</c:v>
                </c:pt>
                <c:pt idx="46693">
                  <c:v>24.5</c:v>
                </c:pt>
                <c:pt idx="46694">
                  <c:v>24.5</c:v>
                </c:pt>
                <c:pt idx="46695">
                  <c:v>24.5</c:v>
                </c:pt>
                <c:pt idx="46696">
                  <c:v>24.5</c:v>
                </c:pt>
                <c:pt idx="46697">
                  <c:v>24.5</c:v>
                </c:pt>
                <c:pt idx="46698">
                  <c:v>24.5</c:v>
                </c:pt>
                <c:pt idx="46699">
                  <c:v>24.5</c:v>
                </c:pt>
                <c:pt idx="46700">
                  <c:v>24.5</c:v>
                </c:pt>
                <c:pt idx="46701">
                  <c:v>24.5</c:v>
                </c:pt>
                <c:pt idx="46702">
                  <c:v>24.5</c:v>
                </c:pt>
                <c:pt idx="46703">
                  <c:v>24.5</c:v>
                </c:pt>
                <c:pt idx="46704">
                  <c:v>24.5</c:v>
                </c:pt>
                <c:pt idx="46705">
                  <c:v>24.5</c:v>
                </c:pt>
                <c:pt idx="46706">
                  <c:v>24.5</c:v>
                </c:pt>
                <c:pt idx="46707">
                  <c:v>24.5</c:v>
                </c:pt>
                <c:pt idx="46708">
                  <c:v>24.5</c:v>
                </c:pt>
                <c:pt idx="46709">
                  <c:v>24.5</c:v>
                </c:pt>
                <c:pt idx="46710">
                  <c:v>24.5</c:v>
                </c:pt>
                <c:pt idx="46711">
                  <c:v>24.5</c:v>
                </c:pt>
                <c:pt idx="46712">
                  <c:v>24.5</c:v>
                </c:pt>
                <c:pt idx="46713">
                  <c:v>24.5</c:v>
                </c:pt>
                <c:pt idx="46714">
                  <c:v>24.5</c:v>
                </c:pt>
                <c:pt idx="46715">
                  <c:v>24.5</c:v>
                </c:pt>
                <c:pt idx="46716">
                  <c:v>24.5</c:v>
                </c:pt>
                <c:pt idx="46717">
                  <c:v>24.5</c:v>
                </c:pt>
                <c:pt idx="46718">
                  <c:v>24.5</c:v>
                </c:pt>
                <c:pt idx="46719">
                  <c:v>24.5</c:v>
                </c:pt>
                <c:pt idx="46720">
                  <c:v>24.5</c:v>
                </c:pt>
                <c:pt idx="46721">
                  <c:v>24.5</c:v>
                </c:pt>
                <c:pt idx="46722">
                  <c:v>24.5</c:v>
                </c:pt>
                <c:pt idx="46723">
                  <c:v>24.5</c:v>
                </c:pt>
                <c:pt idx="46724">
                  <c:v>24.5</c:v>
                </c:pt>
                <c:pt idx="46725">
                  <c:v>24.5</c:v>
                </c:pt>
                <c:pt idx="46726">
                  <c:v>24.5</c:v>
                </c:pt>
                <c:pt idx="46727">
                  <c:v>24.5</c:v>
                </c:pt>
                <c:pt idx="46728">
                  <c:v>24.5</c:v>
                </c:pt>
                <c:pt idx="46729">
                  <c:v>24.5</c:v>
                </c:pt>
                <c:pt idx="46730">
                  <c:v>24.5</c:v>
                </c:pt>
                <c:pt idx="46731">
                  <c:v>24.5</c:v>
                </c:pt>
                <c:pt idx="46732">
                  <c:v>24.5</c:v>
                </c:pt>
                <c:pt idx="46733">
                  <c:v>24.5</c:v>
                </c:pt>
                <c:pt idx="46734">
                  <c:v>24.5</c:v>
                </c:pt>
                <c:pt idx="46735">
                  <c:v>24.5</c:v>
                </c:pt>
                <c:pt idx="46736">
                  <c:v>24.5</c:v>
                </c:pt>
                <c:pt idx="46737">
                  <c:v>24.5</c:v>
                </c:pt>
                <c:pt idx="46738">
                  <c:v>24.5</c:v>
                </c:pt>
                <c:pt idx="46739">
                  <c:v>24.5</c:v>
                </c:pt>
                <c:pt idx="46740">
                  <c:v>24.5</c:v>
                </c:pt>
                <c:pt idx="46741">
                  <c:v>24.5</c:v>
                </c:pt>
                <c:pt idx="46742">
                  <c:v>24.5</c:v>
                </c:pt>
                <c:pt idx="46743">
                  <c:v>24.5</c:v>
                </c:pt>
                <c:pt idx="46744">
                  <c:v>24.5</c:v>
                </c:pt>
                <c:pt idx="46745">
                  <c:v>24.5</c:v>
                </c:pt>
                <c:pt idx="46746">
                  <c:v>24.5</c:v>
                </c:pt>
                <c:pt idx="46747">
                  <c:v>24.5</c:v>
                </c:pt>
                <c:pt idx="46748">
                  <c:v>24.5</c:v>
                </c:pt>
                <c:pt idx="46749">
                  <c:v>24.5</c:v>
                </c:pt>
                <c:pt idx="46750">
                  <c:v>24.5</c:v>
                </c:pt>
                <c:pt idx="46751">
                  <c:v>24.5</c:v>
                </c:pt>
                <c:pt idx="46752">
                  <c:v>24.5</c:v>
                </c:pt>
                <c:pt idx="46753">
                  <c:v>24.5</c:v>
                </c:pt>
                <c:pt idx="46754">
                  <c:v>24.5</c:v>
                </c:pt>
                <c:pt idx="46755">
                  <c:v>24.5</c:v>
                </c:pt>
                <c:pt idx="46756">
                  <c:v>24.5</c:v>
                </c:pt>
                <c:pt idx="46757">
                  <c:v>24.5</c:v>
                </c:pt>
                <c:pt idx="46758">
                  <c:v>24.5</c:v>
                </c:pt>
                <c:pt idx="46759">
                  <c:v>24.5</c:v>
                </c:pt>
                <c:pt idx="46760">
                  <c:v>24.5</c:v>
                </c:pt>
                <c:pt idx="46761">
                  <c:v>24.5</c:v>
                </c:pt>
                <c:pt idx="46762">
                  <c:v>24.5</c:v>
                </c:pt>
                <c:pt idx="46763">
                  <c:v>24.5</c:v>
                </c:pt>
                <c:pt idx="46764">
                  <c:v>24.5</c:v>
                </c:pt>
                <c:pt idx="46765">
                  <c:v>24.5</c:v>
                </c:pt>
                <c:pt idx="46766">
                  <c:v>24.5</c:v>
                </c:pt>
                <c:pt idx="46767">
                  <c:v>24.5</c:v>
                </c:pt>
                <c:pt idx="46768">
                  <c:v>24.5</c:v>
                </c:pt>
                <c:pt idx="46769">
                  <c:v>24.5</c:v>
                </c:pt>
                <c:pt idx="46770">
                  <c:v>24.5</c:v>
                </c:pt>
                <c:pt idx="46771">
                  <c:v>24.5</c:v>
                </c:pt>
                <c:pt idx="46772">
                  <c:v>24.5</c:v>
                </c:pt>
                <c:pt idx="46773">
                  <c:v>24.5</c:v>
                </c:pt>
                <c:pt idx="46774">
                  <c:v>24.5</c:v>
                </c:pt>
                <c:pt idx="46775">
                  <c:v>24.5</c:v>
                </c:pt>
                <c:pt idx="46776">
                  <c:v>24.5</c:v>
                </c:pt>
                <c:pt idx="46777">
                  <c:v>24.5</c:v>
                </c:pt>
                <c:pt idx="46778">
                  <c:v>24.5</c:v>
                </c:pt>
                <c:pt idx="46779">
                  <c:v>24.5</c:v>
                </c:pt>
                <c:pt idx="46780">
                  <c:v>24.5</c:v>
                </c:pt>
                <c:pt idx="46781">
                  <c:v>24.5</c:v>
                </c:pt>
                <c:pt idx="46782">
                  <c:v>24.5</c:v>
                </c:pt>
                <c:pt idx="46783">
                  <c:v>24.5</c:v>
                </c:pt>
                <c:pt idx="46784">
                  <c:v>24.5</c:v>
                </c:pt>
                <c:pt idx="46785">
                  <c:v>24.5</c:v>
                </c:pt>
                <c:pt idx="46786">
                  <c:v>24.5</c:v>
                </c:pt>
                <c:pt idx="46787">
                  <c:v>24.5</c:v>
                </c:pt>
                <c:pt idx="46788">
                  <c:v>24.5</c:v>
                </c:pt>
                <c:pt idx="46789">
                  <c:v>24.5</c:v>
                </c:pt>
                <c:pt idx="46790">
                  <c:v>24.5</c:v>
                </c:pt>
                <c:pt idx="46791">
                  <c:v>24.5</c:v>
                </c:pt>
                <c:pt idx="46792">
                  <c:v>24.5</c:v>
                </c:pt>
                <c:pt idx="46793">
                  <c:v>24.5</c:v>
                </c:pt>
                <c:pt idx="46794">
                  <c:v>24.5</c:v>
                </c:pt>
                <c:pt idx="46795">
                  <c:v>24.5</c:v>
                </c:pt>
                <c:pt idx="46796">
                  <c:v>24.5</c:v>
                </c:pt>
                <c:pt idx="46797">
                  <c:v>24.5</c:v>
                </c:pt>
                <c:pt idx="46798">
                  <c:v>24.5</c:v>
                </c:pt>
                <c:pt idx="46799">
                  <c:v>24.5</c:v>
                </c:pt>
                <c:pt idx="46800">
                  <c:v>24.5</c:v>
                </c:pt>
                <c:pt idx="46801">
                  <c:v>24.5</c:v>
                </c:pt>
                <c:pt idx="46802">
                  <c:v>24.5</c:v>
                </c:pt>
                <c:pt idx="46803">
                  <c:v>24.5</c:v>
                </c:pt>
                <c:pt idx="46804">
                  <c:v>24.5</c:v>
                </c:pt>
                <c:pt idx="46805">
                  <c:v>24.5</c:v>
                </c:pt>
                <c:pt idx="46806">
                  <c:v>24.5</c:v>
                </c:pt>
                <c:pt idx="46807">
                  <c:v>24.5</c:v>
                </c:pt>
                <c:pt idx="46808">
                  <c:v>24.5</c:v>
                </c:pt>
                <c:pt idx="46809">
                  <c:v>24.5</c:v>
                </c:pt>
                <c:pt idx="46810">
                  <c:v>24.5</c:v>
                </c:pt>
                <c:pt idx="46811">
                  <c:v>24.5</c:v>
                </c:pt>
                <c:pt idx="46812">
                  <c:v>24.5</c:v>
                </c:pt>
                <c:pt idx="46813">
                  <c:v>24.5</c:v>
                </c:pt>
                <c:pt idx="46814">
                  <c:v>24.5</c:v>
                </c:pt>
                <c:pt idx="46815">
                  <c:v>24.5</c:v>
                </c:pt>
                <c:pt idx="46816">
                  <c:v>24.5</c:v>
                </c:pt>
                <c:pt idx="46817">
                  <c:v>24.5</c:v>
                </c:pt>
                <c:pt idx="46818">
                  <c:v>24.5</c:v>
                </c:pt>
                <c:pt idx="46819">
                  <c:v>24.5</c:v>
                </c:pt>
                <c:pt idx="46820">
                  <c:v>24.5</c:v>
                </c:pt>
                <c:pt idx="46821">
                  <c:v>24.5</c:v>
                </c:pt>
                <c:pt idx="46822">
                  <c:v>24.5</c:v>
                </c:pt>
                <c:pt idx="46823">
                  <c:v>24.5</c:v>
                </c:pt>
                <c:pt idx="46824">
                  <c:v>24.5</c:v>
                </c:pt>
                <c:pt idx="46825">
                  <c:v>24.5</c:v>
                </c:pt>
                <c:pt idx="46826">
                  <c:v>24.5</c:v>
                </c:pt>
                <c:pt idx="46827">
                  <c:v>24.5</c:v>
                </c:pt>
                <c:pt idx="46828">
                  <c:v>24.5</c:v>
                </c:pt>
                <c:pt idx="46829">
                  <c:v>24.5</c:v>
                </c:pt>
                <c:pt idx="46830">
                  <c:v>24.5</c:v>
                </c:pt>
                <c:pt idx="46831">
                  <c:v>24.5</c:v>
                </c:pt>
                <c:pt idx="46832">
                  <c:v>24.5</c:v>
                </c:pt>
                <c:pt idx="46833">
                  <c:v>24.5</c:v>
                </c:pt>
                <c:pt idx="46834">
                  <c:v>24.5</c:v>
                </c:pt>
                <c:pt idx="46835">
                  <c:v>24.5</c:v>
                </c:pt>
                <c:pt idx="46836">
                  <c:v>24.5</c:v>
                </c:pt>
                <c:pt idx="46837">
                  <c:v>24.5</c:v>
                </c:pt>
                <c:pt idx="46838">
                  <c:v>24.5</c:v>
                </c:pt>
                <c:pt idx="46839">
                  <c:v>24.5</c:v>
                </c:pt>
                <c:pt idx="46840">
                  <c:v>24.5</c:v>
                </c:pt>
                <c:pt idx="46841">
                  <c:v>24.5</c:v>
                </c:pt>
                <c:pt idx="46842">
                  <c:v>24.5</c:v>
                </c:pt>
                <c:pt idx="46843">
                  <c:v>24.5</c:v>
                </c:pt>
                <c:pt idx="46844">
                  <c:v>24.5</c:v>
                </c:pt>
                <c:pt idx="46845">
                  <c:v>24.5</c:v>
                </c:pt>
                <c:pt idx="46846">
                  <c:v>24.5</c:v>
                </c:pt>
                <c:pt idx="46847">
                  <c:v>24.5</c:v>
                </c:pt>
                <c:pt idx="46848">
                  <c:v>24.5</c:v>
                </c:pt>
                <c:pt idx="46849">
                  <c:v>24.5</c:v>
                </c:pt>
                <c:pt idx="46850">
                  <c:v>24.5</c:v>
                </c:pt>
                <c:pt idx="46851">
                  <c:v>24.5</c:v>
                </c:pt>
                <c:pt idx="46852">
                  <c:v>24.5</c:v>
                </c:pt>
                <c:pt idx="46853">
                  <c:v>24.5</c:v>
                </c:pt>
                <c:pt idx="46854">
                  <c:v>24.5</c:v>
                </c:pt>
                <c:pt idx="46855">
                  <c:v>24.5</c:v>
                </c:pt>
                <c:pt idx="46856">
                  <c:v>24.5</c:v>
                </c:pt>
                <c:pt idx="46857">
                  <c:v>24.5</c:v>
                </c:pt>
                <c:pt idx="46858">
                  <c:v>24.5</c:v>
                </c:pt>
                <c:pt idx="46859">
                  <c:v>24.5</c:v>
                </c:pt>
                <c:pt idx="46860">
                  <c:v>24.5</c:v>
                </c:pt>
                <c:pt idx="46861">
                  <c:v>24.5</c:v>
                </c:pt>
                <c:pt idx="46862">
                  <c:v>24.5</c:v>
                </c:pt>
                <c:pt idx="46863">
                  <c:v>24.5</c:v>
                </c:pt>
                <c:pt idx="46864">
                  <c:v>24.5</c:v>
                </c:pt>
                <c:pt idx="46865">
                  <c:v>24.5</c:v>
                </c:pt>
                <c:pt idx="46866">
                  <c:v>24.5</c:v>
                </c:pt>
                <c:pt idx="46867">
                  <c:v>24.5</c:v>
                </c:pt>
                <c:pt idx="46868">
                  <c:v>24.5</c:v>
                </c:pt>
                <c:pt idx="46869">
                  <c:v>24.5</c:v>
                </c:pt>
                <c:pt idx="46870">
                  <c:v>24.5</c:v>
                </c:pt>
                <c:pt idx="46871">
                  <c:v>24.5</c:v>
                </c:pt>
                <c:pt idx="46872">
                  <c:v>24.5</c:v>
                </c:pt>
                <c:pt idx="46873">
                  <c:v>24.5</c:v>
                </c:pt>
                <c:pt idx="46874">
                  <c:v>24.5</c:v>
                </c:pt>
                <c:pt idx="46875">
                  <c:v>24.5</c:v>
                </c:pt>
                <c:pt idx="46876">
                  <c:v>24.5</c:v>
                </c:pt>
                <c:pt idx="46877">
                  <c:v>24.5</c:v>
                </c:pt>
                <c:pt idx="46878">
                  <c:v>24.5</c:v>
                </c:pt>
                <c:pt idx="46879">
                  <c:v>24.5</c:v>
                </c:pt>
                <c:pt idx="46880">
                  <c:v>24.5</c:v>
                </c:pt>
                <c:pt idx="46881">
                  <c:v>24.5</c:v>
                </c:pt>
                <c:pt idx="46882">
                  <c:v>24.5</c:v>
                </c:pt>
                <c:pt idx="46883">
                  <c:v>24.5</c:v>
                </c:pt>
                <c:pt idx="46884">
                  <c:v>24.5</c:v>
                </c:pt>
                <c:pt idx="46885">
                  <c:v>24.5</c:v>
                </c:pt>
                <c:pt idx="46886">
                  <c:v>24.5</c:v>
                </c:pt>
                <c:pt idx="46887">
                  <c:v>24.5</c:v>
                </c:pt>
                <c:pt idx="46888">
                  <c:v>24.5</c:v>
                </c:pt>
                <c:pt idx="46889">
                  <c:v>24.5</c:v>
                </c:pt>
                <c:pt idx="46890">
                  <c:v>24.5</c:v>
                </c:pt>
                <c:pt idx="46891">
                  <c:v>24.5</c:v>
                </c:pt>
                <c:pt idx="46892">
                  <c:v>24.5</c:v>
                </c:pt>
                <c:pt idx="46893">
                  <c:v>24.5</c:v>
                </c:pt>
                <c:pt idx="46894">
                  <c:v>24.5</c:v>
                </c:pt>
                <c:pt idx="46895">
                  <c:v>24.5</c:v>
                </c:pt>
                <c:pt idx="46896">
                  <c:v>24.5</c:v>
                </c:pt>
                <c:pt idx="46897">
                  <c:v>24.5</c:v>
                </c:pt>
                <c:pt idx="46898">
                  <c:v>24.5</c:v>
                </c:pt>
                <c:pt idx="46899">
                  <c:v>24.5</c:v>
                </c:pt>
                <c:pt idx="46900">
                  <c:v>24.5</c:v>
                </c:pt>
                <c:pt idx="46901">
                  <c:v>24.5</c:v>
                </c:pt>
                <c:pt idx="46902">
                  <c:v>24.5</c:v>
                </c:pt>
                <c:pt idx="46903">
                  <c:v>24.5</c:v>
                </c:pt>
                <c:pt idx="46904">
                  <c:v>24.5</c:v>
                </c:pt>
                <c:pt idx="46905">
                  <c:v>24.5</c:v>
                </c:pt>
                <c:pt idx="46906">
                  <c:v>24.5</c:v>
                </c:pt>
                <c:pt idx="46907">
                  <c:v>24.5</c:v>
                </c:pt>
                <c:pt idx="46908">
                  <c:v>24.5</c:v>
                </c:pt>
                <c:pt idx="46909">
                  <c:v>24.5</c:v>
                </c:pt>
                <c:pt idx="46910">
                  <c:v>24.5</c:v>
                </c:pt>
                <c:pt idx="46911">
                  <c:v>24.5</c:v>
                </c:pt>
                <c:pt idx="46912">
                  <c:v>24.5</c:v>
                </c:pt>
                <c:pt idx="46913">
                  <c:v>24.5</c:v>
                </c:pt>
                <c:pt idx="46914">
                  <c:v>24.5</c:v>
                </c:pt>
                <c:pt idx="46915">
                  <c:v>24.5</c:v>
                </c:pt>
                <c:pt idx="46916">
                  <c:v>24.5</c:v>
                </c:pt>
                <c:pt idx="46917">
                  <c:v>24.5</c:v>
                </c:pt>
                <c:pt idx="46918">
                  <c:v>24.5</c:v>
                </c:pt>
                <c:pt idx="46919">
                  <c:v>24.5</c:v>
                </c:pt>
                <c:pt idx="46920">
                  <c:v>24.5</c:v>
                </c:pt>
                <c:pt idx="46921">
                  <c:v>24.5</c:v>
                </c:pt>
                <c:pt idx="46922">
                  <c:v>24.5</c:v>
                </c:pt>
                <c:pt idx="46923">
                  <c:v>24.5</c:v>
                </c:pt>
                <c:pt idx="46924">
                  <c:v>24.5</c:v>
                </c:pt>
                <c:pt idx="46925">
                  <c:v>24.5</c:v>
                </c:pt>
                <c:pt idx="46926">
                  <c:v>24.5</c:v>
                </c:pt>
                <c:pt idx="46927">
                  <c:v>24.5</c:v>
                </c:pt>
                <c:pt idx="46928">
                  <c:v>24.5</c:v>
                </c:pt>
                <c:pt idx="46929">
                  <c:v>24.5</c:v>
                </c:pt>
                <c:pt idx="46930">
                  <c:v>24.5</c:v>
                </c:pt>
                <c:pt idx="46931">
                  <c:v>24.5</c:v>
                </c:pt>
                <c:pt idx="46932">
                  <c:v>24.5</c:v>
                </c:pt>
                <c:pt idx="46933">
                  <c:v>24.5</c:v>
                </c:pt>
                <c:pt idx="46934">
                  <c:v>24.5</c:v>
                </c:pt>
                <c:pt idx="46935">
                  <c:v>24.5</c:v>
                </c:pt>
                <c:pt idx="46936">
                  <c:v>24.5</c:v>
                </c:pt>
                <c:pt idx="46937">
                  <c:v>24.5</c:v>
                </c:pt>
                <c:pt idx="46938">
                  <c:v>24.5</c:v>
                </c:pt>
                <c:pt idx="46939">
                  <c:v>24.5</c:v>
                </c:pt>
                <c:pt idx="46940">
                  <c:v>24.5</c:v>
                </c:pt>
                <c:pt idx="46941">
                  <c:v>24.5</c:v>
                </c:pt>
                <c:pt idx="46942">
                  <c:v>24.5</c:v>
                </c:pt>
                <c:pt idx="46943">
                  <c:v>24.5</c:v>
                </c:pt>
                <c:pt idx="46944">
                  <c:v>24.5</c:v>
                </c:pt>
                <c:pt idx="46945">
                  <c:v>24.5</c:v>
                </c:pt>
                <c:pt idx="46946">
                  <c:v>24.5</c:v>
                </c:pt>
                <c:pt idx="46947">
                  <c:v>24.5</c:v>
                </c:pt>
                <c:pt idx="46948">
                  <c:v>24.5</c:v>
                </c:pt>
                <c:pt idx="46949">
                  <c:v>24.5</c:v>
                </c:pt>
                <c:pt idx="46950">
                  <c:v>24.5</c:v>
                </c:pt>
                <c:pt idx="46951">
                  <c:v>24.5</c:v>
                </c:pt>
                <c:pt idx="46952">
                  <c:v>24.5</c:v>
                </c:pt>
                <c:pt idx="46953">
                  <c:v>24.5</c:v>
                </c:pt>
                <c:pt idx="46954">
                  <c:v>24.5</c:v>
                </c:pt>
                <c:pt idx="46955">
                  <c:v>24.5</c:v>
                </c:pt>
                <c:pt idx="46956">
                  <c:v>24.5</c:v>
                </c:pt>
                <c:pt idx="46957">
                  <c:v>24.5</c:v>
                </c:pt>
                <c:pt idx="46958">
                  <c:v>24.5</c:v>
                </c:pt>
                <c:pt idx="46959">
                  <c:v>24.5</c:v>
                </c:pt>
                <c:pt idx="46960">
                  <c:v>24.5</c:v>
                </c:pt>
                <c:pt idx="46961">
                  <c:v>24.5</c:v>
                </c:pt>
                <c:pt idx="46962">
                  <c:v>24.5</c:v>
                </c:pt>
                <c:pt idx="46963">
                  <c:v>24.5</c:v>
                </c:pt>
                <c:pt idx="46964">
                  <c:v>24.5</c:v>
                </c:pt>
                <c:pt idx="46965">
                  <c:v>24.5</c:v>
                </c:pt>
                <c:pt idx="46966">
                  <c:v>24.5</c:v>
                </c:pt>
                <c:pt idx="46967">
                  <c:v>24.5</c:v>
                </c:pt>
                <c:pt idx="46968">
                  <c:v>24.5</c:v>
                </c:pt>
                <c:pt idx="46969">
                  <c:v>24.5</c:v>
                </c:pt>
                <c:pt idx="46970">
                  <c:v>24.5</c:v>
                </c:pt>
                <c:pt idx="46971">
                  <c:v>24.5</c:v>
                </c:pt>
                <c:pt idx="46972">
                  <c:v>24.5</c:v>
                </c:pt>
                <c:pt idx="46973">
                  <c:v>24.5</c:v>
                </c:pt>
                <c:pt idx="46974">
                  <c:v>24.5</c:v>
                </c:pt>
                <c:pt idx="46975">
                  <c:v>24.5</c:v>
                </c:pt>
                <c:pt idx="46976">
                  <c:v>24.5</c:v>
                </c:pt>
                <c:pt idx="46977">
                  <c:v>24.5</c:v>
                </c:pt>
                <c:pt idx="46978">
                  <c:v>24.5</c:v>
                </c:pt>
                <c:pt idx="46979">
                  <c:v>24.5</c:v>
                </c:pt>
                <c:pt idx="46980">
                  <c:v>24.5</c:v>
                </c:pt>
                <c:pt idx="46981">
                  <c:v>24.5</c:v>
                </c:pt>
                <c:pt idx="46982">
                  <c:v>24.5</c:v>
                </c:pt>
                <c:pt idx="46983">
                  <c:v>24.5</c:v>
                </c:pt>
                <c:pt idx="46984">
                  <c:v>24.5</c:v>
                </c:pt>
                <c:pt idx="46985">
                  <c:v>24.5</c:v>
                </c:pt>
                <c:pt idx="46986">
                  <c:v>24.5</c:v>
                </c:pt>
                <c:pt idx="46987">
                  <c:v>24.5</c:v>
                </c:pt>
                <c:pt idx="46988">
                  <c:v>24.5</c:v>
                </c:pt>
                <c:pt idx="46989">
                  <c:v>24.5</c:v>
                </c:pt>
                <c:pt idx="46990">
                  <c:v>24.5</c:v>
                </c:pt>
                <c:pt idx="46991">
                  <c:v>24.5</c:v>
                </c:pt>
                <c:pt idx="46992">
                  <c:v>24.5</c:v>
                </c:pt>
                <c:pt idx="46993">
                  <c:v>24.5</c:v>
                </c:pt>
                <c:pt idx="46994">
                  <c:v>24.5</c:v>
                </c:pt>
                <c:pt idx="46995">
                  <c:v>24.5</c:v>
                </c:pt>
                <c:pt idx="46996">
                  <c:v>24.5</c:v>
                </c:pt>
                <c:pt idx="46997">
                  <c:v>24.5</c:v>
                </c:pt>
                <c:pt idx="46998">
                  <c:v>24.55</c:v>
                </c:pt>
                <c:pt idx="46999">
                  <c:v>24.5</c:v>
                </c:pt>
                <c:pt idx="47000">
                  <c:v>24.5</c:v>
                </c:pt>
                <c:pt idx="47001">
                  <c:v>24.5</c:v>
                </c:pt>
                <c:pt idx="47002">
                  <c:v>24.5</c:v>
                </c:pt>
                <c:pt idx="47003">
                  <c:v>24.5</c:v>
                </c:pt>
                <c:pt idx="47004">
                  <c:v>24.5</c:v>
                </c:pt>
                <c:pt idx="47005">
                  <c:v>24.5</c:v>
                </c:pt>
                <c:pt idx="47006">
                  <c:v>24.5</c:v>
                </c:pt>
                <c:pt idx="47007">
                  <c:v>24.5</c:v>
                </c:pt>
                <c:pt idx="47008">
                  <c:v>24.5</c:v>
                </c:pt>
                <c:pt idx="47009">
                  <c:v>24.5</c:v>
                </c:pt>
                <c:pt idx="47010">
                  <c:v>24.5</c:v>
                </c:pt>
                <c:pt idx="47011">
                  <c:v>24.5</c:v>
                </c:pt>
                <c:pt idx="47012">
                  <c:v>24.5</c:v>
                </c:pt>
                <c:pt idx="47013">
                  <c:v>24.5</c:v>
                </c:pt>
                <c:pt idx="47014">
                  <c:v>24.5</c:v>
                </c:pt>
                <c:pt idx="47015">
                  <c:v>24.5</c:v>
                </c:pt>
                <c:pt idx="47016">
                  <c:v>24.5</c:v>
                </c:pt>
                <c:pt idx="47017">
                  <c:v>24.5</c:v>
                </c:pt>
                <c:pt idx="47018">
                  <c:v>24.5</c:v>
                </c:pt>
                <c:pt idx="47019">
                  <c:v>24.5</c:v>
                </c:pt>
                <c:pt idx="47020">
                  <c:v>24.5</c:v>
                </c:pt>
                <c:pt idx="47021">
                  <c:v>24.5</c:v>
                </c:pt>
                <c:pt idx="47022">
                  <c:v>24.5</c:v>
                </c:pt>
                <c:pt idx="47023">
                  <c:v>24.5</c:v>
                </c:pt>
                <c:pt idx="47024">
                  <c:v>24.5</c:v>
                </c:pt>
                <c:pt idx="47025">
                  <c:v>24.5</c:v>
                </c:pt>
                <c:pt idx="47026">
                  <c:v>24.5</c:v>
                </c:pt>
                <c:pt idx="47027">
                  <c:v>24.5</c:v>
                </c:pt>
                <c:pt idx="47028">
                  <c:v>24.5</c:v>
                </c:pt>
                <c:pt idx="47029">
                  <c:v>24.5</c:v>
                </c:pt>
                <c:pt idx="47030">
                  <c:v>24.5</c:v>
                </c:pt>
                <c:pt idx="47031">
                  <c:v>24.5</c:v>
                </c:pt>
                <c:pt idx="47032">
                  <c:v>24.5</c:v>
                </c:pt>
                <c:pt idx="47033">
                  <c:v>24.5</c:v>
                </c:pt>
                <c:pt idx="47034">
                  <c:v>24.5</c:v>
                </c:pt>
                <c:pt idx="47035">
                  <c:v>24.5</c:v>
                </c:pt>
                <c:pt idx="47036">
                  <c:v>24.5</c:v>
                </c:pt>
                <c:pt idx="47037">
                  <c:v>24.5</c:v>
                </c:pt>
                <c:pt idx="47038">
                  <c:v>24.5</c:v>
                </c:pt>
                <c:pt idx="47039">
                  <c:v>24.5</c:v>
                </c:pt>
                <c:pt idx="47040">
                  <c:v>24.55</c:v>
                </c:pt>
                <c:pt idx="47041">
                  <c:v>24.5</c:v>
                </c:pt>
                <c:pt idx="47042">
                  <c:v>24.5</c:v>
                </c:pt>
                <c:pt idx="47043">
                  <c:v>24.5</c:v>
                </c:pt>
                <c:pt idx="47044">
                  <c:v>24.5</c:v>
                </c:pt>
                <c:pt idx="47045">
                  <c:v>24.5</c:v>
                </c:pt>
                <c:pt idx="47046">
                  <c:v>24.5</c:v>
                </c:pt>
                <c:pt idx="47047">
                  <c:v>24.55</c:v>
                </c:pt>
                <c:pt idx="47048">
                  <c:v>24.5</c:v>
                </c:pt>
                <c:pt idx="47049">
                  <c:v>24.5</c:v>
                </c:pt>
                <c:pt idx="47050">
                  <c:v>24.5</c:v>
                </c:pt>
                <c:pt idx="47051">
                  <c:v>24.5</c:v>
                </c:pt>
                <c:pt idx="47052">
                  <c:v>24.5</c:v>
                </c:pt>
                <c:pt idx="47053">
                  <c:v>24.5</c:v>
                </c:pt>
                <c:pt idx="47054">
                  <c:v>24.5</c:v>
                </c:pt>
                <c:pt idx="47055">
                  <c:v>24.5</c:v>
                </c:pt>
                <c:pt idx="47056">
                  <c:v>24.5</c:v>
                </c:pt>
                <c:pt idx="47057">
                  <c:v>24.5</c:v>
                </c:pt>
                <c:pt idx="47058">
                  <c:v>24.5</c:v>
                </c:pt>
                <c:pt idx="47059">
                  <c:v>24.5</c:v>
                </c:pt>
                <c:pt idx="47060">
                  <c:v>24.5</c:v>
                </c:pt>
                <c:pt idx="47061">
                  <c:v>24.5</c:v>
                </c:pt>
                <c:pt idx="47062">
                  <c:v>24.5</c:v>
                </c:pt>
                <c:pt idx="47063">
                  <c:v>24.5</c:v>
                </c:pt>
                <c:pt idx="47064">
                  <c:v>24.5</c:v>
                </c:pt>
                <c:pt idx="47065">
                  <c:v>24.5</c:v>
                </c:pt>
                <c:pt idx="47066">
                  <c:v>24.5</c:v>
                </c:pt>
                <c:pt idx="47067">
                  <c:v>24.55</c:v>
                </c:pt>
                <c:pt idx="47068">
                  <c:v>24.5</c:v>
                </c:pt>
                <c:pt idx="47069">
                  <c:v>24.55</c:v>
                </c:pt>
                <c:pt idx="47070">
                  <c:v>24.55</c:v>
                </c:pt>
                <c:pt idx="47071">
                  <c:v>24.55</c:v>
                </c:pt>
                <c:pt idx="47072">
                  <c:v>24.55</c:v>
                </c:pt>
                <c:pt idx="47073">
                  <c:v>24.5</c:v>
                </c:pt>
                <c:pt idx="47074">
                  <c:v>24.55</c:v>
                </c:pt>
                <c:pt idx="47075">
                  <c:v>24.5</c:v>
                </c:pt>
                <c:pt idx="47076">
                  <c:v>24.5</c:v>
                </c:pt>
                <c:pt idx="47077">
                  <c:v>24.5</c:v>
                </c:pt>
                <c:pt idx="47078">
                  <c:v>24.5</c:v>
                </c:pt>
                <c:pt idx="47079">
                  <c:v>24.5</c:v>
                </c:pt>
                <c:pt idx="47080">
                  <c:v>24.5</c:v>
                </c:pt>
                <c:pt idx="47081">
                  <c:v>24.5</c:v>
                </c:pt>
                <c:pt idx="47082">
                  <c:v>24.5</c:v>
                </c:pt>
                <c:pt idx="47083">
                  <c:v>24.5</c:v>
                </c:pt>
                <c:pt idx="47084">
                  <c:v>24.5</c:v>
                </c:pt>
                <c:pt idx="47085">
                  <c:v>24.5</c:v>
                </c:pt>
                <c:pt idx="47086">
                  <c:v>24.5</c:v>
                </c:pt>
                <c:pt idx="47087">
                  <c:v>24.5</c:v>
                </c:pt>
                <c:pt idx="47088">
                  <c:v>24.5</c:v>
                </c:pt>
                <c:pt idx="47089">
                  <c:v>24.5</c:v>
                </c:pt>
                <c:pt idx="47090">
                  <c:v>24.5</c:v>
                </c:pt>
                <c:pt idx="47091">
                  <c:v>24.5</c:v>
                </c:pt>
                <c:pt idx="47092">
                  <c:v>24.5</c:v>
                </c:pt>
                <c:pt idx="47093">
                  <c:v>24.55</c:v>
                </c:pt>
                <c:pt idx="47094">
                  <c:v>24.55</c:v>
                </c:pt>
                <c:pt idx="47095">
                  <c:v>24.55</c:v>
                </c:pt>
                <c:pt idx="47096">
                  <c:v>24.55</c:v>
                </c:pt>
                <c:pt idx="47097">
                  <c:v>24.55</c:v>
                </c:pt>
                <c:pt idx="47098">
                  <c:v>24.55</c:v>
                </c:pt>
                <c:pt idx="47099">
                  <c:v>24.55</c:v>
                </c:pt>
                <c:pt idx="47100">
                  <c:v>24.55</c:v>
                </c:pt>
                <c:pt idx="47101">
                  <c:v>24.55</c:v>
                </c:pt>
                <c:pt idx="47102">
                  <c:v>24.55</c:v>
                </c:pt>
                <c:pt idx="47103">
                  <c:v>24.55</c:v>
                </c:pt>
                <c:pt idx="47104">
                  <c:v>24.55</c:v>
                </c:pt>
                <c:pt idx="47105">
                  <c:v>24.55</c:v>
                </c:pt>
                <c:pt idx="47106">
                  <c:v>24.55</c:v>
                </c:pt>
                <c:pt idx="47107">
                  <c:v>24.55</c:v>
                </c:pt>
                <c:pt idx="47108">
                  <c:v>24.55</c:v>
                </c:pt>
                <c:pt idx="47109">
                  <c:v>24.5</c:v>
                </c:pt>
                <c:pt idx="47110">
                  <c:v>24.55</c:v>
                </c:pt>
                <c:pt idx="47111">
                  <c:v>24.55</c:v>
                </c:pt>
                <c:pt idx="47112">
                  <c:v>24.5</c:v>
                </c:pt>
                <c:pt idx="47113">
                  <c:v>24.5</c:v>
                </c:pt>
                <c:pt idx="47114">
                  <c:v>24.55</c:v>
                </c:pt>
                <c:pt idx="47115">
                  <c:v>24.5</c:v>
                </c:pt>
                <c:pt idx="47116">
                  <c:v>24.5</c:v>
                </c:pt>
                <c:pt idx="47117">
                  <c:v>24.5</c:v>
                </c:pt>
                <c:pt idx="47118">
                  <c:v>24.5</c:v>
                </c:pt>
                <c:pt idx="47119">
                  <c:v>24.5</c:v>
                </c:pt>
                <c:pt idx="47120">
                  <c:v>24.5</c:v>
                </c:pt>
                <c:pt idx="47121">
                  <c:v>24.5</c:v>
                </c:pt>
                <c:pt idx="47122">
                  <c:v>24.5</c:v>
                </c:pt>
                <c:pt idx="47123">
                  <c:v>24.5</c:v>
                </c:pt>
                <c:pt idx="47124">
                  <c:v>24.55</c:v>
                </c:pt>
                <c:pt idx="47125">
                  <c:v>24.5</c:v>
                </c:pt>
                <c:pt idx="47126">
                  <c:v>24.5</c:v>
                </c:pt>
                <c:pt idx="47127">
                  <c:v>24.55</c:v>
                </c:pt>
                <c:pt idx="47128">
                  <c:v>24.55</c:v>
                </c:pt>
                <c:pt idx="47129">
                  <c:v>24.55</c:v>
                </c:pt>
                <c:pt idx="47130">
                  <c:v>24.55</c:v>
                </c:pt>
                <c:pt idx="47131">
                  <c:v>24.55</c:v>
                </c:pt>
                <c:pt idx="47132">
                  <c:v>24.55</c:v>
                </c:pt>
                <c:pt idx="47133">
                  <c:v>24.55</c:v>
                </c:pt>
                <c:pt idx="47134">
                  <c:v>24.55</c:v>
                </c:pt>
                <c:pt idx="47135">
                  <c:v>24.55</c:v>
                </c:pt>
                <c:pt idx="47136">
                  <c:v>24.55</c:v>
                </c:pt>
                <c:pt idx="47137">
                  <c:v>24.55</c:v>
                </c:pt>
                <c:pt idx="47138">
                  <c:v>24.55</c:v>
                </c:pt>
                <c:pt idx="47139">
                  <c:v>24.55</c:v>
                </c:pt>
                <c:pt idx="47140">
                  <c:v>24.55</c:v>
                </c:pt>
                <c:pt idx="47141">
                  <c:v>24.55</c:v>
                </c:pt>
                <c:pt idx="47142">
                  <c:v>24.55</c:v>
                </c:pt>
                <c:pt idx="47143">
                  <c:v>24.55</c:v>
                </c:pt>
                <c:pt idx="47144">
                  <c:v>24.55</c:v>
                </c:pt>
                <c:pt idx="47145">
                  <c:v>24.55</c:v>
                </c:pt>
                <c:pt idx="47146">
                  <c:v>24.55</c:v>
                </c:pt>
                <c:pt idx="47147">
                  <c:v>24.55</c:v>
                </c:pt>
                <c:pt idx="47148">
                  <c:v>24.55</c:v>
                </c:pt>
                <c:pt idx="47149">
                  <c:v>24.55</c:v>
                </c:pt>
                <c:pt idx="47150">
                  <c:v>24.55</c:v>
                </c:pt>
                <c:pt idx="47151">
                  <c:v>24.5</c:v>
                </c:pt>
                <c:pt idx="47152">
                  <c:v>24.5</c:v>
                </c:pt>
                <c:pt idx="47153">
                  <c:v>24.5</c:v>
                </c:pt>
                <c:pt idx="47154">
                  <c:v>24.5</c:v>
                </c:pt>
                <c:pt idx="47155">
                  <c:v>24.5</c:v>
                </c:pt>
                <c:pt idx="47156">
                  <c:v>24.5</c:v>
                </c:pt>
                <c:pt idx="47157">
                  <c:v>24.5</c:v>
                </c:pt>
                <c:pt idx="47158">
                  <c:v>24.5</c:v>
                </c:pt>
                <c:pt idx="47159">
                  <c:v>24.5</c:v>
                </c:pt>
                <c:pt idx="47160">
                  <c:v>24.5</c:v>
                </c:pt>
                <c:pt idx="47161">
                  <c:v>24.5</c:v>
                </c:pt>
                <c:pt idx="47162">
                  <c:v>24.5</c:v>
                </c:pt>
                <c:pt idx="47163">
                  <c:v>24.5</c:v>
                </c:pt>
                <c:pt idx="47164">
                  <c:v>24.5</c:v>
                </c:pt>
                <c:pt idx="47165">
                  <c:v>24.5</c:v>
                </c:pt>
                <c:pt idx="47166">
                  <c:v>24.5</c:v>
                </c:pt>
                <c:pt idx="47167">
                  <c:v>24.5</c:v>
                </c:pt>
                <c:pt idx="47168">
                  <c:v>24.5</c:v>
                </c:pt>
                <c:pt idx="47169">
                  <c:v>24.5</c:v>
                </c:pt>
                <c:pt idx="47170">
                  <c:v>24.5</c:v>
                </c:pt>
                <c:pt idx="47171">
                  <c:v>24.5</c:v>
                </c:pt>
                <c:pt idx="47172">
                  <c:v>24.5</c:v>
                </c:pt>
                <c:pt idx="47173">
                  <c:v>24.5</c:v>
                </c:pt>
                <c:pt idx="47174">
                  <c:v>24.5</c:v>
                </c:pt>
                <c:pt idx="47175">
                  <c:v>24.5</c:v>
                </c:pt>
                <c:pt idx="47176">
                  <c:v>24.5</c:v>
                </c:pt>
                <c:pt idx="47177">
                  <c:v>24.5</c:v>
                </c:pt>
                <c:pt idx="47178">
                  <c:v>24.5</c:v>
                </c:pt>
                <c:pt idx="47179">
                  <c:v>24.55</c:v>
                </c:pt>
                <c:pt idx="47180">
                  <c:v>24.5</c:v>
                </c:pt>
                <c:pt idx="47181">
                  <c:v>24.5</c:v>
                </c:pt>
                <c:pt idx="47182">
                  <c:v>24.5</c:v>
                </c:pt>
                <c:pt idx="47183">
                  <c:v>24.5</c:v>
                </c:pt>
                <c:pt idx="47184">
                  <c:v>24.5</c:v>
                </c:pt>
                <c:pt idx="47185">
                  <c:v>24.5</c:v>
                </c:pt>
                <c:pt idx="47186">
                  <c:v>24.5</c:v>
                </c:pt>
                <c:pt idx="47187">
                  <c:v>24.5</c:v>
                </c:pt>
                <c:pt idx="47188">
                  <c:v>24.5</c:v>
                </c:pt>
                <c:pt idx="47189">
                  <c:v>24.5</c:v>
                </c:pt>
                <c:pt idx="47190">
                  <c:v>24.55</c:v>
                </c:pt>
                <c:pt idx="47191">
                  <c:v>24.5</c:v>
                </c:pt>
                <c:pt idx="47192">
                  <c:v>24.55</c:v>
                </c:pt>
                <c:pt idx="47193">
                  <c:v>24.5</c:v>
                </c:pt>
                <c:pt idx="47194">
                  <c:v>24.5</c:v>
                </c:pt>
                <c:pt idx="47195">
                  <c:v>24.5</c:v>
                </c:pt>
                <c:pt idx="47196">
                  <c:v>24.5</c:v>
                </c:pt>
                <c:pt idx="47197">
                  <c:v>24.5</c:v>
                </c:pt>
                <c:pt idx="47198">
                  <c:v>24.5</c:v>
                </c:pt>
                <c:pt idx="47199">
                  <c:v>24.5</c:v>
                </c:pt>
                <c:pt idx="47200">
                  <c:v>24.5</c:v>
                </c:pt>
                <c:pt idx="47201">
                  <c:v>24.5</c:v>
                </c:pt>
                <c:pt idx="47202">
                  <c:v>24.5</c:v>
                </c:pt>
                <c:pt idx="47203">
                  <c:v>24.5</c:v>
                </c:pt>
                <c:pt idx="47204">
                  <c:v>24.5</c:v>
                </c:pt>
                <c:pt idx="47205">
                  <c:v>24.5</c:v>
                </c:pt>
                <c:pt idx="47206">
                  <c:v>24.5</c:v>
                </c:pt>
                <c:pt idx="47207">
                  <c:v>24.5</c:v>
                </c:pt>
                <c:pt idx="47208">
                  <c:v>24.5</c:v>
                </c:pt>
                <c:pt idx="47209">
                  <c:v>24.5</c:v>
                </c:pt>
                <c:pt idx="47210">
                  <c:v>24.5</c:v>
                </c:pt>
                <c:pt idx="47211">
                  <c:v>24.5</c:v>
                </c:pt>
                <c:pt idx="47212">
                  <c:v>24.5</c:v>
                </c:pt>
                <c:pt idx="47213">
                  <c:v>24.5</c:v>
                </c:pt>
                <c:pt idx="47214">
                  <c:v>24.5</c:v>
                </c:pt>
                <c:pt idx="47215">
                  <c:v>24.5</c:v>
                </c:pt>
                <c:pt idx="47216">
                  <c:v>24.5</c:v>
                </c:pt>
                <c:pt idx="47217">
                  <c:v>24.5</c:v>
                </c:pt>
                <c:pt idx="47218">
                  <c:v>24.5</c:v>
                </c:pt>
                <c:pt idx="47219">
                  <c:v>24.5</c:v>
                </c:pt>
                <c:pt idx="47220">
                  <c:v>24.5</c:v>
                </c:pt>
                <c:pt idx="47221">
                  <c:v>24.5</c:v>
                </c:pt>
                <c:pt idx="47222">
                  <c:v>24.5</c:v>
                </c:pt>
                <c:pt idx="47223">
                  <c:v>24.5</c:v>
                </c:pt>
                <c:pt idx="47224">
                  <c:v>24.5</c:v>
                </c:pt>
                <c:pt idx="47225">
                  <c:v>24.5</c:v>
                </c:pt>
                <c:pt idx="47226">
                  <c:v>24.5</c:v>
                </c:pt>
                <c:pt idx="47227">
                  <c:v>24.5</c:v>
                </c:pt>
                <c:pt idx="47228">
                  <c:v>24.5</c:v>
                </c:pt>
                <c:pt idx="47229">
                  <c:v>24.5</c:v>
                </c:pt>
                <c:pt idx="47230">
                  <c:v>24.5</c:v>
                </c:pt>
                <c:pt idx="47231">
                  <c:v>24.5</c:v>
                </c:pt>
                <c:pt idx="47232">
                  <c:v>24.5</c:v>
                </c:pt>
                <c:pt idx="47233">
                  <c:v>24.5</c:v>
                </c:pt>
                <c:pt idx="47234">
                  <c:v>24.5</c:v>
                </c:pt>
                <c:pt idx="47235">
                  <c:v>24.5</c:v>
                </c:pt>
                <c:pt idx="47236">
                  <c:v>24.5</c:v>
                </c:pt>
                <c:pt idx="47237">
                  <c:v>24.5</c:v>
                </c:pt>
                <c:pt idx="47238">
                  <c:v>24.5</c:v>
                </c:pt>
                <c:pt idx="47239">
                  <c:v>24.5</c:v>
                </c:pt>
                <c:pt idx="47240">
                  <c:v>24.5</c:v>
                </c:pt>
                <c:pt idx="47241">
                  <c:v>24.5</c:v>
                </c:pt>
                <c:pt idx="47242">
                  <c:v>24.5</c:v>
                </c:pt>
                <c:pt idx="47243">
                  <c:v>24.5</c:v>
                </c:pt>
                <c:pt idx="47244">
                  <c:v>24.5</c:v>
                </c:pt>
                <c:pt idx="47245">
                  <c:v>24.5</c:v>
                </c:pt>
                <c:pt idx="47246">
                  <c:v>24.5</c:v>
                </c:pt>
                <c:pt idx="47247">
                  <c:v>24.5</c:v>
                </c:pt>
                <c:pt idx="47248">
                  <c:v>24.5</c:v>
                </c:pt>
                <c:pt idx="47249">
                  <c:v>24.5</c:v>
                </c:pt>
                <c:pt idx="47250">
                  <c:v>24.5</c:v>
                </c:pt>
                <c:pt idx="47251">
                  <c:v>24.5</c:v>
                </c:pt>
                <c:pt idx="47252">
                  <c:v>24.5</c:v>
                </c:pt>
                <c:pt idx="47253">
                  <c:v>24.5</c:v>
                </c:pt>
                <c:pt idx="47254">
                  <c:v>24.5</c:v>
                </c:pt>
                <c:pt idx="47255">
                  <c:v>24.5</c:v>
                </c:pt>
                <c:pt idx="47256">
                  <c:v>24.5</c:v>
                </c:pt>
                <c:pt idx="47257">
                  <c:v>24.5</c:v>
                </c:pt>
                <c:pt idx="47258">
                  <c:v>24.5</c:v>
                </c:pt>
                <c:pt idx="47259">
                  <c:v>24.5</c:v>
                </c:pt>
                <c:pt idx="47260">
                  <c:v>24.5</c:v>
                </c:pt>
                <c:pt idx="47261">
                  <c:v>24.5</c:v>
                </c:pt>
                <c:pt idx="47262">
                  <c:v>24.5</c:v>
                </c:pt>
                <c:pt idx="47263">
                  <c:v>24.5</c:v>
                </c:pt>
                <c:pt idx="47264">
                  <c:v>24.5</c:v>
                </c:pt>
                <c:pt idx="47265">
                  <c:v>24.5</c:v>
                </c:pt>
                <c:pt idx="47266">
                  <c:v>24.5</c:v>
                </c:pt>
                <c:pt idx="47267">
                  <c:v>24.5</c:v>
                </c:pt>
                <c:pt idx="47268">
                  <c:v>24.5</c:v>
                </c:pt>
                <c:pt idx="47269">
                  <c:v>24.5</c:v>
                </c:pt>
                <c:pt idx="47270">
                  <c:v>24.5</c:v>
                </c:pt>
                <c:pt idx="47271">
                  <c:v>24.5</c:v>
                </c:pt>
                <c:pt idx="47272">
                  <c:v>24.5</c:v>
                </c:pt>
                <c:pt idx="47273">
                  <c:v>24.5</c:v>
                </c:pt>
                <c:pt idx="47274">
                  <c:v>24.5</c:v>
                </c:pt>
                <c:pt idx="47275">
                  <c:v>24.5</c:v>
                </c:pt>
                <c:pt idx="47276">
                  <c:v>24.5</c:v>
                </c:pt>
                <c:pt idx="47277">
                  <c:v>24.5</c:v>
                </c:pt>
                <c:pt idx="47278">
                  <c:v>24.5</c:v>
                </c:pt>
                <c:pt idx="47279">
                  <c:v>24.5</c:v>
                </c:pt>
                <c:pt idx="47280">
                  <c:v>24.5</c:v>
                </c:pt>
                <c:pt idx="47281">
                  <c:v>24.5</c:v>
                </c:pt>
                <c:pt idx="47282">
                  <c:v>24.5</c:v>
                </c:pt>
                <c:pt idx="47283">
                  <c:v>24.5</c:v>
                </c:pt>
                <c:pt idx="47284">
                  <c:v>24.5</c:v>
                </c:pt>
                <c:pt idx="47285">
                  <c:v>24.5</c:v>
                </c:pt>
                <c:pt idx="47286">
                  <c:v>24.5</c:v>
                </c:pt>
                <c:pt idx="47287">
                  <c:v>24.5</c:v>
                </c:pt>
                <c:pt idx="47288">
                  <c:v>24.5</c:v>
                </c:pt>
                <c:pt idx="47289">
                  <c:v>24.5</c:v>
                </c:pt>
                <c:pt idx="47290">
                  <c:v>24.5</c:v>
                </c:pt>
                <c:pt idx="47291">
                  <c:v>24.5</c:v>
                </c:pt>
                <c:pt idx="47292">
                  <c:v>24.5</c:v>
                </c:pt>
                <c:pt idx="47293">
                  <c:v>24.5</c:v>
                </c:pt>
                <c:pt idx="47294">
                  <c:v>24.5</c:v>
                </c:pt>
                <c:pt idx="47295">
                  <c:v>24.5</c:v>
                </c:pt>
                <c:pt idx="47296">
                  <c:v>24.5</c:v>
                </c:pt>
                <c:pt idx="47297">
                  <c:v>24.5</c:v>
                </c:pt>
                <c:pt idx="47298">
                  <c:v>24.5</c:v>
                </c:pt>
                <c:pt idx="47299">
                  <c:v>24.5</c:v>
                </c:pt>
                <c:pt idx="47300">
                  <c:v>24.5</c:v>
                </c:pt>
                <c:pt idx="47301">
                  <c:v>24.5</c:v>
                </c:pt>
                <c:pt idx="47302">
                  <c:v>24.5</c:v>
                </c:pt>
                <c:pt idx="47303">
                  <c:v>24.5</c:v>
                </c:pt>
                <c:pt idx="47304">
                  <c:v>24.5</c:v>
                </c:pt>
                <c:pt idx="47305">
                  <c:v>24.5</c:v>
                </c:pt>
                <c:pt idx="47306">
                  <c:v>24.5</c:v>
                </c:pt>
                <c:pt idx="47307">
                  <c:v>24.5</c:v>
                </c:pt>
                <c:pt idx="47308">
                  <c:v>24.5</c:v>
                </c:pt>
                <c:pt idx="47309">
                  <c:v>24.5</c:v>
                </c:pt>
                <c:pt idx="47310">
                  <c:v>24.5</c:v>
                </c:pt>
                <c:pt idx="47311">
                  <c:v>24.5</c:v>
                </c:pt>
                <c:pt idx="47312">
                  <c:v>24.5</c:v>
                </c:pt>
                <c:pt idx="47313">
                  <c:v>24.5</c:v>
                </c:pt>
                <c:pt idx="47314">
                  <c:v>24.5</c:v>
                </c:pt>
                <c:pt idx="47315">
                  <c:v>24.5</c:v>
                </c:pt>
                <c:pt idx="47316">
                  <c:v>24.5</c:v>
                </c:pt>
                <c:pt idx="47317">
                  <c:v>24.5</c:v>
                </c:pt>
                <c:pt idx="47318">
                  <c:v>24.5</c:v>
                </c:pt>
                <c:pt idx="47319">
                  <c:v>24.5</c:v>
                </c:pt>
                <c:pt idx="47320">
                  <c:v>24.5</c:v>
                </c:pt>
                <c:pt idx="47321">
                  <c:v>24.5</c:v>
                </c:pt>
                <c:pt idx="47322">
                  <c:v>24.5</c:v>
                </c:pt>
                <c:pt idx="47323">
                  <c:v>24.5</c:v>
                </c:pt>
                <c:pt idx="47324">
                  <c:v>24.5</c:v>
                </c:pt>
                <c:pt idx="47325">
                  <c:v>24.5</c:v>
                </c:pt>
                <c:pt idx="47326">
                  <c:v>24.5</c:v>
                </c:pt>
                <c:pt idx="47327">
                  <c:v>24.5</c:v>
                </c:pt>
                <c:pt idx="47328">
                  <c:v>24.5</c:v>
                </c:pt>
                <c:pt idx="47329">
                  <c:v>24.5</c:v>
                </c:pt>
                <c:pt idx="47330">
                  <c:v>24.5</c:v>
                </c:pt>
                <c:pt idx="47331">
                  <c:v>24.5</c:v>
                </c:pt>
                <c:pt idx="47332">
                  <c:v>24.5</c:v>
                </c:pt>
                <c:pt idx="47333">
                  <c:v>24.5</c:v>
                </c:pt>
                <c:pt idx="47334">
                  <c:v>24.5</c:v>
                </c:pt>
                <c:pt idx="47335">
                  <c:v>24.5</c:v>
                </c:pt>
                <c:pt idx="47336">
                  <c:v>24.5</c:v>
                </c:pt>
                <c:pt idx="47337">
                  <c:v>24.5</c:v>
                </c:pt>
                <c:pt idx="47338">
                  <c:v>24.5</c:v>
                </c:pt>
                <c:pt idx="47339">
                  <c:v>24.5</c:v>
                </c:pt>
                <c:pt idx="47340">
                  <c:v>24.5</c:v>
                </c:pt>
                <c:pt idx="47341">
                  <c:v>24.5</c:v>
                </c:pt>
                <c:pt idx="47342">
                  <c:v>24.5</c:v>
                </c:pt>
                <c:pt idx="47343">
                  <c:v>24.5</c:v>
                </c:pt>
                <c:pt idx="47344">
                  <c:v>24.5</c:v>
                </c:pt>
                <c:pt idx="47345">
                  <c:v>24.5</c:v>
                </c:pt>
                <c:pt idx="47346">
                  <c:v>24.5</c:v>
                </c:pt>
                <c:pt idx="47347">
                  <c:v>24.5</c:v>
                </c:pt>
                <c:pt idx="47348">
                  <c:v>24.5</c:v>
                </c:pt>
                <c:pt idx="47349">
                  <c:v>24.5</c:v>
                </c:pt>
                <c:pt idx="47350">
                  <c:v>24.5</c:v>
                </c:pt>
                <c:pt idx="47351">
                  <c:v>24.5</c:v>
                </c:pt>
                <c:pt idx="47352">
                  <c:v>24.5</c:v>
                </c:pt>
                <c:pt idx="47353">
                  <c:v>24.5</c:v>
                </c:pt>
                <c:pt idx="47354">
                  <c:v>24.5</c:v>
                </c:pt>
                <c:pt idx="47355">
                  <c:v>24.5</c:v>
                </c:pt>
                <c:pt idx="47356">
                  <c:v>24.5</c:v>
                </c:pt>
                <c:pt idx="47357">
                  <c:v>24.5</c:v>
                </c:pt>
                <c:pt idx="47358">
                  <c:v>24.5</c:v>
                </c:pt>
                <c:pt idx="47359">
                  <c:v>24.5</c:v>
                </c:pt>
                <c:pt idx="47360">
                  <c:v>24.5</c:v>
                </c:pt>
                <c:pt idx="47361">
                  <c:v>24.5</c:v>
                </c:pt>
                <c:pt idx="47362">
                  <c:v>24.5</c:v>
                </c:pt>
                <c:pt idx="47363">
                  <c:v>24.5</c:v>
                </c:pt>
                <c:pt idx="47364">
                  <c:v>24.5</c:v>
                </c:pt>
                <c:pt idx="47365">
                  <c:v>24.5</c:v>
                </c:pt>
                <c:pt idx="47366">
                  <c:v>24.5</c:v>
                </c:pt>
                <c:pt idx="47367">
                  <c:v>24.5</c:v>
                </c:pt>
                <c:pt idx="47368">
                  <c:v>24.5</c:v>
                </c:pt>
                <c:pt idx="47369">
                  <c:v>24.5</c:v>
                </c:pt>
                <c:pt idx="47370">
                  <c:v>24.5</c:v>
                </c:pt>
                <c:pt idx="47371">
                  <c:v>24.5</c:v>
                </c:pt>
                <c:pt idx="47372">
                  <c:v>24.5</c:v>
                </c:pt>
                <c:pt idx="47373">
                  <c:v>24.5</c:v>
                </c:pt>
                <c:pt idx="47374">
                  <c:v>24.5</c:v>
                </c:pt>
                <c:pt idx="47375">
                  <c:v>24.5</c:v>
                </c:pt>
                <c:pt idx="47376">
                  <c:v>24.5</c:v>
                </c:pt>
                <c:pt idx="47377">
                  <c:v>24.5</c:v>
                </c:pt>
                <c:pt idx="47378">
                  <c:v>24.5</c:v>
                </c:pt>
                <c:pt idx="47379">
                  <c:v>24.5</c:v>
                </c:pt>
                <c:pt idx="47380">
                  <c:v>24.5</c:v>
                </c:pt>
                <c:pt idx="47381">
                  <c:v>24.5</c:v>
                </c:pt>
                <c:pt idx="47382">
                  <c:v>24.5</c:v>
                </c:pt>
                <c:pt idx="47383">
                  <c:v>24.5</c:v>
                </c:pt>
                <c:pt idx="47384">
                  <c:v>24.5</c:v>
                </c:pt>
                <c:pt idx="47385">
                  <c:v>24.5</c:v>
                </c:pt>
                <c:pt idx="47386">
                  <c:v>24.5</c:v>
                </c:pt>
                <c:pt idx="47387">
                  <c:v>24.5</c:v>
                </c:pt>
                <c:pt idx="47388">
                  <c:v>24.5</c:v>
                </c:pt>
                <c:pt idx="47389">
                  <c:v>24.5</c:v>
                </c:pt>
                <c:pt idx="47390">
                  <c:v>24.5</c:v>
                </c:pt>
                <c:pt idx="47391">
                  <c:v>24.5</c:v>
                </c:pt>
                <c:pt idx="47392">
                  <c:v>24.5</c:v>
                </c:pt>
                <c:pt idx="47393">
                  <c:v>24.5</c:v>
                </c:pt>
                <c:pt idx="47394">
                  <c:v>24.5</c:v>
                </c:pt>
                <c:pt idx="47395">
                  <c:v>24.5</c:v>
                </c:pt>
                <c:pt idx="47396">
                  <c:v>24.5</c:v>
                </c:pt>
                <c:pt idx="47397">
                  <c:v>24.5</c:v>
                </c:pt>
                <c:pt idx="47398">
                  <c:v>24.5</c:v>
                </c:pt>
                <c:pt idx="47399">
                  <c:v>24.5</c:v>
                </c:pt>
                <c:pt idx="47400">
                  <c:v>24.5</c:v>
                </c:pt>
                <c:pt idx="47401">
                  <c:v>24.5</c:v>
                </c:pt>
                <c:pt idx="47402">
                  <c:v>24.5</c:v>
                </c:pt>
                <c:pt idx="47403">
                  <c:v>24.5</c:v>
                </c:pt>
                <c:pt idx="47404">
                  <c:v>24.5</c:v>
                </c:pt>
                <c:pt idx="47405">
                  <c:v>24.5</c:v>
                </c:pt>
                <c:pt idx="47406">
                  <c:v>24.5</c:v>
                </c:pt>
                <c:pt idx="47407">
                  <c:v>24.5</c:v>
                </c:pt>
                <c:pt idx="47408">
                  <c:v>24.5</c:v>
                </c:pt>
                <c:pt idx="47409">
                  <c:v>24.5</c:v>
                </c:pt>
                <c:pt idx="47410">
                  <c:v>24.5</c:v>
                </c:pt>
                <c:pt idx="47411">
                  <c:v>24.5</c:v>
                </c:pt>
                <c:pt idx="47412">
                  <c:v>24.5</c:v>
                </c:pt>
                <c:pt idx="47413">
                  <c:v>24.5</c:v>
                </c:pt>
                <c:pt idx="47414">
                  <c:v>24.5</c:v>
                </c:pt>
                <c:pt idx="47415">
                  <c:v>24.5</c:v>
                </c:pt>
                <c:pt idx="47416">
                  <c:v>24.5</c:v>
                </c:pt>
                <c:pt idx="47417">
                  <c:v>24.5</c:v>
                </c:pt>
                <c:pt idx="47418">
                  <c:v>24.5</c:v>
                </c:pt>
                <c:pt idx="47419">
                  <c:v>24.5</c:v>
                </c:pt>
                <c:pt idx="47420">
                  <c:v>24.5</c:v>
                </c:pt>
                <c:pt idx="47421">
                  <c:v>24.5</c:v>
                </c:pt>
                <c:pt idx="47422">
                  <c:v>24.5</c:v>
                </c:pt>
                <c:pt idx="47423">
                  <c:v>24.5</c:v>
                </c:pt>
                <c:pt idx="47424">
                  <c:v>24.5</c:v>
                </c:pt>
                <c:pt idx="47425">
                  <c:v>24.5</c:v>
                </c:pt>
                <c:pt idx="47426">
                  <c:v>24.5</c:v>
                </c:pt>
                <c:pt idx="47427">
                  <c:v>24.5</c:v>
                </c:pt>
                <c:pt idx="47428">
                  <c:v>24.5</c:v>
                </c:pt>
                <c:pt idx="47429">
                  <c:v>24.5</c:v>
                </c:pt>
                <c:pt idx="47430">
                  <c:v>24.5</c:v>
                </c:pt>
                <c:pt idx="47431">
                  <c:v>24.5</c:v>
                </c:pt>
                <c:pt idx="47432">
                  <c:v>24.5</c:v>
                </c:pt>
                <c:pt idx="47433">
                  <c:v>24.5</c:v>
                </c:pt>
                <c:pt idx="47434">
                  <c:v>24.5</c:v>
                </c:pt>
                <c:pt idx="47435">
                  <c:v>24.5</c:v>
                </c:pt>
                <c:pt idx="47436">
                  <c:v>24.5</c:v>
                </c:pt>
                <c:pt idx="47437">
                  <c:v>24.5</c:v>
                </c:pt>
                <c:pt idx="47438">
                  <c:v>24.5</c:v>
                </c:pt>
                <c:pt idx="47439">
                  <c:v>24.5</c:v>
                </c:pt>
                <c:pt idx="47440">
                  <c:v>24.5</c:v>
                </c:pt>
                <c:pt idx="47441">
                  <c:v>24.5</c:v>
                </c:pt>
                <c:pt idx="47442">
                  <c:v>24.5</c:v>
                </c:pt>
                <c:pt idx="47443">
                  <c:v>24.5</c:v>
                </c:pt>
                <c:pt idx="47444">
                  <c:v>24.5</c:v>
                </c:pt>
                <c:pt idx="47445">
                  <c:v>24.5</c:v>
                </c:pt>
                <c:pt idx="47446">
                  <c:v>24.5</c:v>
                </c:pt>
                <c:pt idx="47447">
                  <c:v>24.5</c:v>
                </c:pt>
                <c:pt idx="47448">
                  <c:v>24.5</c:v>
                </c:pt>
                <c:pt idx="47449">
                  <c:v>24.5</c:v>
                </c:pt>
                <c:pt idx="47450">
                  <c:v>24.5</c:v>
                </c:pt>
                <c:pt idx="47451">
                  <c:v>24.5</c:v>
                </c:pt>
                <c:pt idx="47452">
                  <c:v>24.5</c:v>
                </c:pt>
                <c:pt idx="47453">
                  <c:v>24.5</c:v>
                </c:pt>
                <c:pt idx="47454">
                  <c:v>24.5</c:v>
                </c:pt>
                <c:pt idx="47455">
                  <c:v>24.5</c:v>
                </c:pt>
                <c:pt idx="47456">
                  <c:v>24.5</c:v>
                </c:pt>
                <c:pt idx="47457">
                  <c:v>24.5</c:v>
                </c:pt>
                <c:pt idx="47458">
                  <c:v>24.5</c:v>
                </c:pt>
                <c:pt idx="47459">
                  <c:v>24.5</c:v>
                </c:pt>
                <c:pt idx="47460">
                  <c:v>24.5</c:v>
                </c:pt>
                <c:pt idx="47461">
                  <c:v>24.5</c:v>
                </c:pt>
                <c:pt idx="47462">
                  <c:v>24.5</c:v>
                </c:pt>
                <c:pt idx="47463">
                  <c:v>24.5</c:v>
                </c:pt>
                <c:pt idx="47464">
                  <c:v>24.5</c:v>
                </c:pt>
                <c:pt idx="47465">
                  <c:v>24.5</c:v>
                </c:pt>
                <c:pt idx="47466">
                  <c:v>24.5</c:v>
                </c:pt>
                <c:pt idx="47467">
                  <c:v>24.5</c:v>
                </c:pt>
                <c:pt idx="47468">
                  <c:v>24.5</c:v>
                </c:pt>
                <c:pt idx="47469">
                  <c:v>24.5</c:v>
                </c:pt>
                <c:pt idx="47470">
                  <c:v>24.5</c:v>
                </c:pt>
                <c:pt idx="47471">
                  <c:v>24.55</c:v>
                </c:pt>
                <c:pt idx="47472">
                  <c:v>24.5</c:v>
                </c:pt>
                <c:pt idx="47473">
                  <c:v>24.5</c:v>
                </c:pt>
                <c:pt idx="47474">
                  <c:v>24.5</c:v>
                </c:pt>
                <c:pt idx="47475">
                  <c:v>24.5</c:v>
                </c:pt>
                <c:pt idx="47476">
                  <c:v>24.5</c:v>
                </c:pt>
                <c:pt idx="47477">
                  <c:v>24.5</c:v>
                </c:pt>
                <c:pt idx="47478">
                  <c:v>24.5</c:v>
                </c:pt>
                <c:pt idx="47479">
                  <c:v>24.5</c:v>
                </c:pt>
                <c:pt idx="47480">
                  <c:v>24.5</c:v>
                </c:pt>
                <c:pt idx="47481">
                  <c:v>24.5</c:v>
                </c:pt>
                <c:pt idx="47482">
                  <c:v>24.5</c:v>
                </c:pt>
                <c:pt idx="47483">
                  <c:v>24.5</c:v>
                </c:pt>
                <c:pt idx="47484">
                  <c:v>24.5</c:v>
                </c:pt>
                <c:pt idx="47485">
                  <c:v>24.5</c:v>
                </c:pt>
                <c:pt idx="47486">
                  <c:v>24.5</c:v>
                </c:pt>
                <c:pt idx="47487">
                  <c:v>24.5</c:v>
                </c:pt>
                <c:pt idx="47488">
                  <c:v>24.5</c:v>
                </c:pt>
                <c:pt idx="47489">
                  <c:v>24.5</c:v>
                </c:pt>
                <c:pt idx="47490">
                  <c:v>24.5</c:v>
                </c:pt>
                <c:pt idx="47491">
                  <c:v>24.5</c:v>
                </c:pt>
                <c:pt idx="47492">
                  <c:v>24.5</c:v>
                </c:pt>
                <c:pt idx="47493">
                  <c:v>24.5</c:v>
                </c:pt>
                <c:pt idx="47494">
                  <c:v>24.5</c:v>
                </c:pt>
                <c:pt idx="47495">
                  <c:v>24.5</c:v>
                </c:pt>
                <c:pt idx="47496">
                  <c:v>24.5</c:v>
                </c:pt>
                <c:pt idx="47497">
                  <c:v>24.5</c:v>
                </c:pt>
                <c:pt idx="47498">
                  <c:v>24.5</c:v>
                </c:pt>
                <c:pt idx="47499">
                  <c:v>24.5</c:v>
                </c:pt>
                <c:pt idx="47500">
                  <c:v>24.5</c:v>
                </c:pt>
                <c:pt idx="47501">
                  <c:v>24.5</c:v>
                </c:pt>
                <c:pt idx="47502">
                  <c:v>24.5</c:v>
                </c:pt>
                <c:pt idx="47503">
                  <c:v>24.5</c:v>
                </c:pt>
                <c:pt idx="47504">
                  <c:v>24.5</c:v>
                </c:pt>
                <c:pt idx="47505">
                  <c:v>24.5</c:v>
                </c:pt>
                <c:pt idx="47506">
                  <c:v>24.5</c:v>
                </c:pt>
                <c:pt idx="47507">
                  <c:v>24.5</c:v>
                </c:pt>
                <c:pt idx="47508">
                  <c:v>24.5</c:v>
                </c:pt>
                <c:pt idx="47509">
                  <c:v>24.55</c:v>
                </c:pt>
                <c:pt idx="47510">
                  <c:v>24.5</c:v>
                </c:pt>
                <c:pt idx="47511">
                  <c:v>24.55</c:v>
                </c:pt>
                <c:pt idx="47512">
                  <c:v>24.5</c:v>
                </c:pt>
                <c:pt idx="47513">
                  <c:v>24.5</c:v>
                </c:pt>
                <c:pt idx="47514">
                  <c:v>24.55</c:v>
                </c:pt>
                <c:pt idx="47515">
                  <c:v>24.55</c:v>
                </c:pt>
                <c:pt idx="47516">
                  <c:v>24.55</c:v>
                </c:pt>
                <c:pt idx="47517">
                  <c:v>24.5</c:v>
                </c:pt>
                <c:pt idx="47518">
                  <c:v>24.5</c:v>
                </c:pt>
                <c:pt idx="47519">
                  <c:v>24.5</c:v>
                </c:pt>
                <c:pt idx="47520">
                  <c:v>24.55</c:v>
                </c:pt>
                <c:pt idx="47521">
                  <c:v>24.5</c:v>
                </c:pt>
                <c:pt idx="47522">
                  <c:v>24.55</c:v>
                </c:pt>
                <c:pt idx="47523">
                  <c:v>24.55</c:v>
                </c:pt>
                <c:pt idx="47524">
                  <c:v>24.5</c:v>
                </c:pt>
                <c:pt idx="47525">
                  <c:v>24.55</c:v>
                </c:pt>
                <c:pt idx="47526">
                  <c:v>24.5</c:v>
                </c:pt>
                <c:pt idx="47527">
                  <c:v>24.5</c:v>
                </c:pt>
                <c:pt idx="47528">
                  <c:v>24.55</c:v>
                </c:pt>
                <c:pt idx="47529">
                  <c:v>24.55</c:v>
                </c:pt>
                <c:pt idx="47530">
                  <c:v>24.5</c:v>
                </c:pt>
                <c:pt idx="47531">
                  <c:v>24.55</c:v>
                </c:pt>
                <c:pt idx="47532">
                  <c:v>24.55</c:v>
                </c:pt>
                <c:pt idx="47533">
                  <c:v>24.55</c:v>
                </c:pt>
                <c:pt idx="47534">
                  <c:v>24.55</c:v>
                </c:pt>
                <c:pt idx="47535">
                  <c:v>24.55</c:v>
                </c:pt>
                <c:pt idx="47536">
                  <c:v>24.5</c:v>
                </c:pt>
                <c:pt idx="47537">
                  <c:v>24.5</c:v>
                </c:pt>
                <c:pt idx="47538">
                  <c:v>24.55</c:v>
                </c:pt>
                <c:pt idx="47539">
                  <c:v>24.5</c:v>
                </c:pt>
                <c:pt idx="47540">
                  <c:v>24.5</c:v>
                </c:pt>
                <c:pt idx="47541">
                  <c:v>24.5</c:v>
                </c:pt>
                <c:pt idx="47542">
                  <c:v>24.5</c:v>
                </c:pt>
                <c:pt idx="47543">
                  <c:v>24.5</c:v>
                </c:pt>
                <c:pt idx="47544">
                  <c:v>24.5</c:v>
                </c:pt>
                <c:pt idx="47545">
                  <c:v>24.5</c:v>
                </c:pt>
                <c:pt idx="47546">
                  <c:v>24.5</c:v>
                </c:pt>
                <c:pt idx="47547">
                  <c:v>24.5</c:v>
                </c:pt>
                <c:pt idx="47548">
                  <c:v>24.5</c:v>
                </c:pt>
                <c:pt idx="47549">
                  <c:v>24.5</c:v>
                </c:pt>
                <c:pt idx="47550">
                  <c:v>24.5</c:v>
                </c:pt>
                <c:pt idx="47551">
                  <c:v>24.5</c:v>
                </c:pt>
                <c:pt idx="47552">
                  <c:v>24.5</c:v>
                </c:pt>
                <c:pt idx="47553">
                  <c:v>24.5</c:v>
                </c:pt>
                <c:pt idx="47554">
                  <c:v>24.5</c:v>
                </c:pt>
                <c:pt idx="47555">
                  <c:v>24.5</c:v>
                </c:pt>
                <c:pt idx="47556">
                  <c:v>24.5</c:v>
                </c:pt>
                <c:pt idx="47557">
                  <c:v>24.5</c:v>
                </c:pt>
                <c:pt idx="47558">
                  <c:v>24.5</c:v>
                </c:pt>
                <c:pt idx="47559">
                  <c:v>24.5</c:v>
                </c:pt>
                <c:pt idx="47560">
                  <c:v>24.5</c:v>
                </c:pt>
                <c:pt idx="47561">
                  <c:v>24.55</c:v>
                </c:pt>
                <c:pt idx="47562">
                  <c:v>24.55</c:v>
                </c:pt>
                <c:pt idx="47563">
                  <c:v>24.55</c:v>
                </c:pt>
                <c:pt idx="47564">
                  <c:v>24.55</c:v>
                </c:pt>
                <c:pt idx="47565">
                  <c:v>24.55</c:v>
                </c:pt>
                <c:pt idx="47566">
                  <c:v>24.55</c:v>
                </c:pt>
                <c:pt idx="47567">
                  <c:v>24.55</c:v>
                </c:pt>
                <c:pt idx="47568">
                  <c:v>24.55</c:v>
                </c:pt>
                <c:pt idx="47569">
                  <c:v>24.55</c:v>
                </c:pt>
                <c:pt idx="47570">
                  <c:v>24.55</c:v>
                </c:pt>
                <c:pt idx="47571">
                  <c:v>24.55</c:v>
                </c:pt>
                <c:pt idx="47572">
                  <c:v>24.55</c:v>
                </c:pt>
                <c:pt idx="47573">
                  <c:v>24.55</c:v>
                </c:pt>
                <c:pt idx="47574">
                  <c:v>24.55</c:v>
                </c:pt>
                <c:pt idx="47575">
                  <c:v>24.55</c:v>
                </c:pt>
                <c:pt idx="47576">
                  <c:v>24.55</c:v>
                </c:pt>
                <c:pt idx="47577">
                  <c:v>24.55</c:v>
                </c:pt>
                <c:pt idx="47578">
                  <c:v>24.55</c:v>
                </c:pt>
                <c:pt idx="47579">
                  <c:v>24.55</c:v>
                </c:pt>
                <c:pt idx="47580">
                  <c:v>24.55</c:v>
                </c:pt>
                <c:pt idx="47581">
                  <c:v>24.55</c:v>
                </c:pt>
                <c:pt idx="47582">
                  <c:v>24.5</c:v>
                </c:pt>
                <c:pt idx="47583">
                  <c:v>24.5</c:v>
                </c:pt>
                <c:pt idx="47584">
                  <c:v>24.5</c:v>
                </c:pt>
                <c:pt idx="47585">
                  <c:v>24.5</c:v>
                </c:pt>
                <c:pt idx="47586">
                  <c:v>24.5</c:v>
                </c:pt>
                <c:pt idx="47587">
                  <c:v>24.5</c:v>
                </c:pt>
                <c:pt idx="47588">
                  <c:v>24.55</c:v>
                </c:pt>
                <c:pt idx="47589">
                  <c:v>24.5</c:v>
                </c:pt>
                <c:pt idx="47590">
                  <c:v>24.5</c:v>
                </c:pt>
                <c:pt idx="47591">
                  <c:v>24.5</c:v>
                </c:pt>
                <c:pt idx="47592">
                  <c:v>24.5</c:v>
                </c:pt>
                <c:pt idx="47593">
                  <c:v>24.55</c:v>
                </c:pt>
                <c:pt idx="47594">
                  <c:v>24.55</c:v>
                </c:pt>
                <c:pt idx="47595">
                  <c:v>24.55</c:v>
                </c:pt>
                <c:pt idx="47596">
                  <c:v>24.55</c:v>
                </c:pt>
                <c:pt idx="47597">
                  <c:v>24.55</c:v>
                </c:pt>
                <c:pt idx="47598">
                  <c:v>24.55</c:v>
                </c:pt>
                <c:pt idx="47599">
                  <c:v>24.55</c:v>
                </c:pt>
                <c:pt idx="47600">
                  <c:v>24.55</c:v>
                </c:pt>
                <c:pt idx="47601">
                  <c:v>24.55</c:v>
                </c:pt>
                <c:pt idx="47602">
                  <c:v>24.55</c:v>
                </c:pt>
                <c:pt idx="47603">
                  <c:v>24.55</c:v>
                </c:pt>
                <c:pt idx="47604">
                  <c:v>24.55</c:v>
                </c:pt>
                <c:pt idx="47605">
                  <c:v>24.55</c:v>
                </c:pt>
                <c:pt idx="47606">
                  <c:v>24.55</c:v>
                </c:pt>
                <c:pt idx="47607">
                  <c:v>24.55</c:v>
                </c:pt>
                <c:pt idx="47608">
                  <c:v>24.5</c:v>
                </c:pt>
                <c:pt idx="47609">
                  <c:v>24.55</c:v>
                </c:pt>
                <c:pt idx="47610">
                  <c:v>24.55</c:v>
                </c:pt>
                <c:pt idx="47611">
                  <c:v>24.55</c:v>
                </c:pt>
                <c:pt idx="47612">
                  <c:v>24.55</c:v>
                </c:pt>
                <c:pt idx="47613">
                  <c:v>24.55</c:v>
                </c:pt>
                <c:pt idx="47614">
                  <c:v>24.55</c:v>
                </c:pt>
                <c:pt idx="47615">
                  <c:v>24.55</c:v>
                </c:pt>
                <c:pt idx="47616">
                  <c:v>24.55</c:v>
                </c:pt>
                <c:pt idx="47617">
                  <c:v>24.55</c:v>
                </c:pt>
                <c:pt idx="47618">
                  <c:v>24.55</c:v>
                </c:pt>
                <c:pt idx="47619">
                  <c:v>24.55</c:v>
                </c:pt>
                <c:pt idx="47620">
                  <c:v>24.55</c:v>
                </c:pt>
                <c:pt idx="47621">
                  <c:v>24.55</c:v>
                </c:pt>
                <c:pt idx="47622">
                  <c:v>24.55</c:v>
                </c:pt>
                <c:pt idx="47623">
                  <c:v>24.55</c:v>
                </c:pt>
                <c:pt idx="47624">
                  <c:v>24.55</c:v>
                </c:pt>
                <c:pt idx="47625">
                  <c:v>24.55</c:v>
                </c:pt>
                <c:pt idx="47626">
                  <c:v>24.55</c:v>
                </c:pt>
                <c:pt idx="47627">
                  <c:v>24.55</c:v>
                </c:pt>
                <c:pt idx="47628">
                  <c:v>24.55</c:v>
                </c:pt>
                <c:pt idx="47629">
                  <c:v>24.55</c:v>
                </c:pt>
                <c:pt idx="47630">
                  <c:v>24.55</c:v>
                </c:pt>
                <c:pt idx="47631">
                  <c:v>24.55</c:v>
                </c:pt>
                <c:pt idx="47632">
                  <c:v>24.55</c:v>
                </c:pt>
                <c:pt idx="47633">
                  <c:v>24.55</c:v>
                </c:pt>
                <c:pt idx="47634">
                  <c:v>24.55</c:v>
                </c:pt>
                <c:pt idx="47635">
                  <c:v>24.55</c:v>
                </c:pt>
                <c:pt idx="47636">
                  <c:v>24.55</c:v>
                </c:pt>
                <c:pt idx="47637">
                  <c:v>24.55</c:v>
                </c:pt>
                <c:pt idx="47638">
                  <c:v>24.55</c:v>
                </c:pt>
                <c:pt idx="47639">
                  <c:v>24.55</c:v>
                </c:pt>
                <c:pt idx="47640">
                  <c:v>24.55</c:v>
                </c:pt>
                <c:pt idx="47641">
                  <c:v>24.55</c:v>
                </c:pt>
                <c:pt idx="47642">
                  <c:v>24.55</c:v>
                </c:pt>
                <c:pt idx="47643">
                  <c:v>24.55</c:v>
                </c:pt>
                <c:pt idx="47644">
                  <c:v>24.55</c:v>
                </c:pt>
                <c:pt idx="47645">
                  <c:v>24.55</c:v>
                </c:pt>
                <c:pt idx="47646">
                  <c:v>24.55</c:v>
                </c:pt>
                <c:pt idx="47647">
                  <c:v>24.55</c:v>
                </c:pt>
                <c:pt idx="47648">
                  <c:v>24.55</c:v>
                </c:pt>
                <c:pt idx="47649">
                  <c:v>24.55</c:v>
                </c:pt>
                <c:pt idx="47650">
                  <c:v>24.55</c:v>
                </c:pt>
                <c:pt idx="47651">
                  <c:v>24.55</c:v>
                </c:pt>
                <c:pt idx="47652">
                  <c:v>24.55</c:v>
                </c:pt>
                <c:pt idx="47653">
                  <c:v>24.55</c:v>
                </c:pt>
                <c:pt idx="47654">
                  <c:v>24.55</c:v>
                </c:pt>
                <c:pt idx="47655">
                  <c:v>24.55</c:v>
                </c:pt>
                <c:pt idx="47656">
                  <c:v>24.55</c:v>
                </c:pt>
                <c:pt idx="47657">
                  <c:v>24.55</c:v>
                </c:pt>
                <c:pt idx="47658">
                  <c:v>24.55</c:v>
                </c:pt>
                <c:pt idx="47659">
                  <c:v>24.55</c:v>
                </c:pt>
                <c:pt idx="47660">
                  <c:v>24.55</c:v>
                </c:pt>
                <c:pt idx="47661">
                  <c:v>24.55</c:v>
                </c:pt>
                <c:pt idx="47662">
                  <c:v>24.55</c:v>
                </c:pt>
                <c:pt idx="47663">
                  <c:v>24.55</c:v>
                </c:pt>
                <c:pt idx="47664">
                  <c:v>24.55</c:v>
                </c:pt>
                <c:pt idx="47665">
                  <c:v>24.55</c:v>
                </c:pt>
                <c:pt idx="47666">
                  <c:v>24.55</c:v>
                </c:pt>
                <c:pt idx="47667">
                  <c:v>24.55</c:v>
                </c:pt>
                <c:pt idx="47668">
                  <c:v>24.55</c:v>
                </c:pt>
                <c:pt idx="47669">
                  <c:v>24.55</c:v>
                </c:pt>
                <c:pt idx="47670">
                  <c:v>24.55</c:v>
                </c:pt>
                <c:pt idx="47671">
                  <c:v>24.55</c:v>
                </c:pt>
                <c:pt idx="47672">
                  <c:v>24.55</c:v>
                </c:pt>
                <c:pt idx="47673">
                  <c:v>24.55</c:v>
                </c:pt>
                <c:pt idx="47674">
                  <c:v>24.55</c:v>
                </c:pt>
                <c:pt idx="47675">
                  <c:v>24.55</c:v>
                </c:pt>
                <c:pt idx="47676">
                  <c:v>24.55</c:v>
                </c:pt>
                <c:pt idx="47677">
                  <c:v>24.55</c:v>
                </c:pt>
                <c:pt idx="47678">
                  <c:v>24.55</c:v>
                </c:pt>
                <c:pt idx="47679">
                  <c:v>24.55</c:v>
                </c:pt>
                <c:pt idx="47680">
                  <c:v>24.55</c:v>
                </c:pt>
                <c:pt idx="47681">
                  <c:v>24.55</c:v>
                </c:pt>
                <c:pt idx="47682">
                  <c:v>24.55</c:v>
                </c:pt>
                <c:pt idx="47683">
                  <c:v>24.55</c:v>
                </c:pt>
                <c:pt idx="47684">
                  <c:v>24.55</c:v>
                </c:pt>
                <c:pt idx="47685">
                  <c:v>24.55</c:v>
                </c:pt>
                <c:pt idx="47686">
                  <c:v>24.55</c:v>
                </c:pt>
                <c:pt idx="47687">
                  <c:v>24.55</c:v>
                </c:pt>
                <c:pt idx="47688">
                  <c:v>24.55</c:v>
                </c:pt>
                <c:pt idx="47689">
                  <c:v>24.55</c:v>
                </c:pt>
                <c:pt idx="47690">
                  <c:v>24.55</c:v>
                </c:pt>
                <c:pt idx="47691">
                  <c:v>24.55</c:v>
                </c:pt>
                <c:pt idx="47692">
                  <c:v>24.55</c:v>
                </c:pt>
                <c:pt idx="47693">
                  <c:v>24.55</c:v>
                </c:pt>
                <c:pt idx="47694">
                  <c:v>24.55</c:v>
                </c:pt>
                <c:pt idx="47695">
                  <c:v>24.55</c:v>
                </c:pt>
                <c:pt idx="47696">
                  <c:v>24.55</c:v>
                </c:pt>
                <c:pt idx="47697">
                  <c:v>24.55</c:v>
                </c:pt>
                <c:pt idx="47698">
                  <c:v>24.55</c:v>
                </c:pt>
                <c:pt idx="47699">
                  <c:v>24.55</c:v>
                </c:pt>
                <c:pt idx="47700">
                  <c:v>24.55</c:v>
                </c:pt>
                <c:pt idx="47701">
                  <c:v>24.55</c:v>
                </c:pt>
                <c:pt idx="47702">
                  <c:v>24.55</c:v>
                </c:pt>
                <c:pt idx="47703">
                  <c:v>24.55</c:v>
                </c:pt>
                <c:pt idx="47704">
                  <c:v>24.55</c:v>
                </c:pt>
                <c:pt idx="47705">
                  <c:v>24.55</c:v>
                </c:pt>
                <c:pt idx="47706">
                  <c:v>24.55</c:v>
                </c:pt>
                <c:pt idx="47707">
                  <c:v>24.55</c:v>
                </c:pt>
                <c:pt idx="47708">
                  <c:v>24.55</c:v>
                </c:pt>
                <c:pt idx="47709">
                  <c:v>24.55</c:v>
                </c:pt>
                <c:pt idx="47710">
                  <c:v>24.55</c:v>
                </c:pt>
                <c:pt idx="47711">
                  <c:v>24.55</c:v>
                </c:pt>
                <c:pt idx="47712">
                  <c:v>24.55</c:v>
                </c:pt>
                <c:pt idx="47713">
                  <c:v>24.55</c:v>
                </c:pt>
                <c:pt idx="47714">
                  <c:v>24.55</c:v>
                </c:pt>
                <c:pt idx="47715">
                  <c:v>24.55</c:v>
                </c:pt>
                <c:pt idx="47716">
                  <c:v>24.55</c:v>
                </c:pt>
                <c:pt idx="47717">
                  <c:v>24.55</c:v>
                </c:pt>
                <c:pt idx="47718">
                  <c:v>24.55</c:v>
                </c:pt>
                <c:pt idx="47719">
                  <c:v>24.55</c:v>
                </c:pt>
                <c:pt idx="47720">
                  <c:v>24.55</c:v>
                </c:pt>
                <c:pt idx="47721">
                  <c:v>24.55</c:v>
                </c:pt>
                <c:pt idx="47722">
                  <c:v>24.55</c:v>
                </c:pt>
                <c:pt idx="47723">
                  <c:v>24.55</c:v>
                </c:pt>
                <c:pt idx="47724">
                  <c:v>24.55</c:v>
                </c:pt>
                <c:pt idx="47725">
                  <c:v>24.55</c:v>
                </c:pt>
                <c:pt idx="47726">
                  <c:v>24.55</c:v>
                </c:pt>
                <c:pt idx="47727">
                  <c:v>24.55</c:v>
                </c:pt>
                <c:pt idx="47728">
                  <c:v>24.55</c:v>
                </c:pt>
                <c:pt idx="47729">
                  <c:v>24.55</c:v>
                </c:pt>
                <c:pt idx="47730">
                  <c:v>24.55</c:v>
                </c:pt>
                <c:pt idx="47731">
                  <c:v>24.55</c:v>
                </c:pt>
                <c:pt idx="47732">
                  <c:v>24.55</c:v>
                </c:pt>
                <c:pt idx="47733">
                  <c:v>24.55</c:v>
                </c:pt>
                <c:pt idx="47734">
                  <c:v>24.55</c:v>
                </c:pt>
                <c:pt idx="47735">
                  <c:v>24.55</c:v>
                </c:pt>
                <c:pt idx="47736">
                  <c:v>24.55</c:v>
                </c:pt>
                <c:pt idx="47737">
                  <c:v>24.55</c:v>
                </c:pt>
                <c:pt idx="47738">
                  <c:v>24.55</c:v>
                </c:pt>
                <c:pt idx="47739">
                  <c:v>24.55</c:v>
                </c:pt>
                <c:pt idx="47740">
                  <c:v>24.55</c:v>
                </c:pt>
                <c:pt idx="47741">
                  <c:v>24.55</c:v>
                </c:pt>
                <c:pt idx="47742">
                  <c:v>24.55</c:v>
                </c:pt>
                <c:pt idx="47743">
                  <c:v>24.55</c:v>
                </c:pt>
                <c:pt idx="47744">
                  <c:v>24.55</c:v>
                </c:pt>
                <c:pt idx="47745">
                  <c:v>24.5</c:v>
                </c:pt>
                <c:pt idx="47746">
                  <c:v>24.55</c:v>
                </c:pt>
                <c:pt idx="47747">
                  <c:v>24.55</c:v>
                </c:pt>
                <c:pt idx="47748">
                  <c:v>24.55</c:v>
                </c:pt>
                <c:pt idx="47749">
                  <c:v>24.55</c:v>
                </c:pt>
                <c:pt idx="47750">
                  <c:v>24.55</c:v>
                </c:pt>
                <c:pt idx="47751">
                  <c:v>24.55</c:v>
                </c:pt>
                <c:pt idx="47752">
                  <c:v>24.55</c:v>
                </c:pt>
                <c:pt idx="47753">
                  <c:v>24.55</c:v>
                </c:pt>
                <c:pt idx="47754">
                  <c:v>24.55</c:v>
                </c:pt>
                <c:pt idx="47755">
                  <c:v>24.55</c:v>
                </c:pt>
                <c:pt idx="47756">
                  <c:v>24.55</c:v>
                </c:pt>
                <c:pt idx="47757">
                  <c:v>24.55</c:v>
                </c:pt>
                <c:pt idx="47758">
                  <c:v>24.55</c:v>
                </c:pt>
                <c:pt idx="47759">
                  <c:v>24.55</c:v>
                </c:pt>
                <c:pt idx="47760">
                  <c:v>24.55</c:v>
                </c:pt>
                <c:pt idx="47761">
                  <c:v>24.55</c:v>
                </c:pt>
                <c:pt idx="47762">
                  <c:v>24.55</c:v>
                </c:pt>
                <c:pt idx="47763">
                  <c:v>24.55</c:v>
                </c:pt>
                <c:pt idx="47764">
                  <c:v>24.55</c:v>
                </c:pt>
                <c:pt idx="47765">
                  <c:v>24.55</c:v>
                </c:pt>
                <c:pt idx="47766">
                  <c:v>24.55</c:v>
                </c:pt>
                <c:pt idx="47767">
                  <c:v>24.55</c:v>
                </c:pt>
                <c:pt idx="47768">
                  <c:v>24.55</c:v>
                </c:pt>
                <c:pt idx="47769">
                  <c:v>24.5</c:v>
                </c:pt>
                <c:pt idx="47770">
                  <c:v>24.55</c:v>
                </c:pt>
                <c:pt idx="47771">
                  <c:v>24.55</c:v>
                </c:pt>
                <c:pt idx="47772">
                  <c:v>24.55</c:v>
                </c:pt>
                <c:pt idx="47773">
                  <c:v>24.55</c:v>
                </c:pt>
                <c:pt idx="47774">
                  <c:v>24.55</c:v>
                </c:pt>
                <c:pt idx="47775">
                  <c:v>24.55</c:v>
                </c:pt>
                <c:pt idx="47776">
                  <c:v>24.55</c:v>
                </c:pt>
                <c:pt idx="47777">
                  <c:v>24.55</c:v>
                </c:pt>
                <c:pt idx="47778">
                  <c:v>24.55</c:v>
                </c:pt>
                <c:pt idx="47779">
                  <c:v>24.55</c:v>
                </c:pt>
                <c:pt idx="47780">
                  <c:v>24.55</c:v>
                </c:pt>
                <c:pt idx="47781">
                  <c:v>24.55</c:v>
                </c:pt>
                <c:pt idx="47782">
                  <c:v>24.55</c:v>
                </c:pt>
                <c:pt idx="47783">
                  <c:v>24.55</c:v>
                </c:pt>
                <c:pt idx="47784">
                  <c:v>24.55</c:v>
                </c:pt>
                <c:pt idx="47785">
                  <c:v>24.55</c:v>
                </c:pt>
                <c:pt idx="47786">
                  <c:v>24.55</c:v>
                </c:pt>
                <c:pt idx="47787">
                  <c:v>24.55</c:v>
                </c:pt>
                <c:pt idx="47788">
                  <c:v>24.5</c:v>
                </c:pt>
                <c:pt idx="47789">
                  <c:v>24.55</c:v>
                </c:pt>
                <c:pt idx="47790">
                  <c:v>24.55</c:v>
                </c:pt>
                <c:pt idx="47791">
                  <c:v>24.55</c:v>
                </c:pt>
                <c:pt idx="47792">
                  <c:v>24.55</c:v>
                </c:pt>
                <c:pt idx="47793">
                  <c:v>24.55</c:v>
                </c:pt>
                <c:pt idx="47794">
                  <c:v>24.55</c:v>
                </c:pt>
                <c:pt idx="47795">
                  <c:v>24.55</c:v>
                </c:pt>
                <c:pt idx="47796">
                  <c:v>24.55</c:v>
                </c:pt>
                <c:pt idx="47797">
                  <c:v>24.55</c:v>
                </c:pt>
                <c:pt idx="47798">
                  <c:v>24.55</c:v>
                </c:pt>
                <c:pt idx="47799">
                  <c:v>24.5</c:v>
                </c:pt>
                <c:pt idx="47800">
                  <c:v>24.5</c:v>
                </c:pt>
                <c:pt idx="47801">
                  <c:v>24.55</c:v>
                </c:pt>
                <c:pt idx="47802">
                  <c:v>24.55</c:v>
                </c:pt>
                <c:pt idx="47803">
                  <c:v>24.5</c:v>
                </c:pt>
                <c:pt idx="47804">
                  <c:v>24.55</c:v>
                </c:pt>
                <c:pt idx="47805">
                  <c:v>24.5</c:v>
                </c:pt>
                <c:pt idx="47806">
                  <c:v>24.5</c:v>
                </c:pt>
                <c:pt idx="47807">
                  <c:v>24.5</c:v>
                </c:pt>
                <c:pt idx="47808">
                  <c:v>24.5</c:v>
                </c:pt>
                <c:pt idx="47809">
                  <c:v>24.5</c:v>
                </c:pt>
                <c:pt idx="47810">
                  <c:v>24.5</c:v>
                </c:pt>
                <c:pt idx="47811">
                  <c:v>24.5</c:v>
                </c:pt>
                <c:pt idx="47812">
                  <c:v>24.5</c:v>
                </c:pt>
                <c:pt idx="47813">
                  <c:v>24.5</c:v>
                </c:pt>
                <c:pt idx="47814">
                  <c:v>24.5</c:v>
                </c:pt>
                <c:pt idx="47815">
                  <c:v>24.5</c:v>
                </c:pt>
                <c:pt idx="47816">
                  <c:v>24.5</c:v>
                </c:pt>
                <c:pt idx="47817">
                  <c:v>24.5</c:v>
                </c:pt>
                <c:pt idx="47818">
                  <c:v>24.5</c:v>
                </c:pt>
                <c:pt idx="47819">
                  <c:v>24.5</c:v>
                </c:pt>
                <c:pt idx="47820">
                  <c:v>24.5</c:v>
                </c:pt>
                <c:pt idx="47821">
                  <c:v>24.5</c:v>
                </c:pt>
                <c:pt idx="47822">
                  <c:v>24.5</c:v>
                </c:pt>
                <c:pt idx="47823">
                  <c:v>24.5</c:v>
                </c:pt>
                <c:pt idx="47824">
                  <c:v>24.5</c:v>
                </c:pt>
                <c:pt idx="47825">
                  <c:v>24.5</c:v>
                </c:pt>
                <c:pt idx="47826">
                  <c:v>24.5</c:v>
                </c:pt>
                <c:pt idx="47827">
                  <c:v>24.5</c:v>
                </c:pt>
                <c:pt idx="47828">
                  <c:v>24.5</c:v>
                </c:pt>
                <c:pt idx="47829">
                  <c:v>24.5</c:v>
                </c:pt>
                <c:pt idx="47830">
                  <c:v>24.5</c:v>
                </c:pt>
                <c:pt idx="47831">
                  <c:v>24.5</c:v>
                </c:pt>
                <c:pt idx="47832">
                  <c:v>24.5</c:v>
                </c:pt>
                <c:pt idx="47833">
                  <c:v>24.5</c:v>
                </c:pt>
                <c:pt idx="47834">
                  <c:v>24.5</c:v>
                </c:pt>
                <c:pt idx="47835">
                  <c:v>24.5</c:v>
                </c:pt>
                <c:pt idx="47836">
                  <c:v>24.5</c:v>
                </c:pt>
                <c:pt idx="47837">
                  <c:v>24.5</c:v>
                </c:pt>
                <c:pt idx="47838">
                  <c:v>24.5</c:v>
                </c:pt>
                <c:pt idx="47839">
                  <c:v>24.5</c:v>
                </c:pt>
                <c:pt idx="47840">
                  <c:v>24.5</c:v>
                </c:pt>
                <c:pt idx="47841">
                  <c:v>24.5</c:v>
                </c:pt>
                <c:pt idx="47842">
                  <c:v>24.5</c:v>
                </c:pt>
                <c:pt idx="47843">
                  <c:v>24.5</c:v>
                </c:pt>
                <c:pt idx="47844">
                  <c:v>24.5</c:v>
                </c:pt>
                <c:pt idx="47845">
                  <c:v>24.5</c:v>
                </c:pt>
                <c:pt idx="47846">
                  <c:v>24.5</c:v>
                </c:pt>
                <c:pt idx="47847">
                  <c:v>24.5</c:v>
                </c:pt>
                <c:pt idx="47848">
                  <c:v>24.5</c:v>
                </c:pt>
                <c:pt idx="47849">
                  <c:v>24.5</c:v>
                </c:pt>
                <c:pt idx="47850">
                  <c:v>24.5</c:v>
                </c:pt>
                <c:pt idx="47851">
                  <c:v>24.5</c:v>
                </c:pt>
                <c:pt idx="47852">
                  <c:v>24.5</c:v>
                </c:pt>
                <c:pt idx="47853">
                  <c:v>24.5</c:v>
                </c:pt>
                <c:pt idx="47854">
                  <c:v>24.5</c:v>
                </c:pt>
                <c:pt idx="47855">
                  <c:v>24.5</c:v>
                </c:pt>
                <c:pt idx="47856">
                  <c:v>24.5</c:v>
                </c:pt>
                <c:pt idx="47857">
                  <c:v>24.5</c:v>
                </c:pt>
                <c:pt idx="47858">
                  <c:v>24.5</c:v>
                </c:pt>
                <c:pt idx="47859">
                  <c:v>24.5</c:v>
                </c:pt>
                <c:pt idx="47860">
                  <c:v>24.5</c:v>
                </c:pt>
                <c:pt idx="47861">
                  <c:v>24.5</c:v>
                </c:pt>
                <c:pt idx="47862">
                  <c:v>24.5</c:v>
                </c:pt>
                <c:pt idx="47863">
                  <c:v>24.5</c:v>
                </c:pt>
                <c:pt idx="47864">
                  <c:v>24.5</c:v>
                </c:pt>
                <c:pt idx="47865">
                  <c:v>24.5</c:v>
                </c:pt>
                <c:pt idx="47866">
                  <c:v>24.5</c:v>
                </c:pt>
                <c:pt idx="47867">
                  <c:v>24.5</c:v>
                </c:pt>
                <c:pt idx="47868">
                  <c:v>24.5</c:v>
                </c:pt>
                <c:pt idx="47869">
                  <c:v>24.5</c:v>
                </c:pt>
                <c:pt idx="47870">
                  <c:v>24.5</c:v>
                </c:pt>
                <c:pt idx="47871">
                  <c:v>24.5</c:v>
                </c:pt>
                <c:pt idx="47872">
                  <c:v>24.5</c:v>
                </c:pt>
                <c:pt idx="47873">
                  <c:v>24.5</c:v>
                </c:pt>
                <c:pt idx="47874">
                  <c:v>24.5</c:v>
                </c:pt>
                <c:pt idx="47875">
                  <c:v>24.5</c:v>
                </c:pt>
                <c:pt idx="47876">
                  <c:v>24.5</c:v>
                </c:pt>
                <c:pt idx="47877">
                  <c:v>24.5</c:v>
                </c:pt>
                <c:pt idx="47878">
                  <c:v>24.5</c:v>
                </c:pt>
                <c:pt idx="47879">
                  <c:v>24.5</c:v>
                </c:pt>
                <c:pt idx="47880">
                  <c:v>24.5</c:v>
                </c:pt>
                <c:pt idx="47881">
                  <c:v>24.5</c:v>
                </c:pt>
                <c:pt idx="47882">
                  <c:v>24.5</c:v>
                </c:pt>
                <c:pt idx="47883">
                  <c:v>24.5</c:v>
                </c:pt>
                <c:pt idx="47884">
                  <c:v>24.5</c:v>
                </c:pt>
                <c:pt idx="47885">
                  <c:v>24.5</c:v>
                </c:pt>
                <c:pt idx="47886">
                  <c:v>24.5</c:v>
                </c:pt>
                <c:pt idx="47887">
                  <c:v>24.5</c:v>
                </c:pt>
                <c:pt idx="47888">
                  <c:v>24.5</c:v>
                </c:pt>
                <c:pt idx="47889">
                  <c:v>24.5</c:v>
                </c:pt>
                <c:pt idx="47890">
                  <c:v>24.5</c:v>
                </c:pt>
                <c:pt idx="47891">
                  <c:v>24.55</c:v>
                </c:pt>
                <c:pt idx="47892">
                  <c:v>24.5</c:v>
                </c:pt>
                <c:pt idx="47893">
                  <c:v>24.5</c:v>
                </c:pt>
                <c:pt idx="47894">
                  <c:v>24.55</c:v>
                </c:pt>
                <c:pt idx="47895">
                  <c:v>24.5</c:v>
                </c:pt>
                <c:pt idx="47896">
                  <c:v>24.5</c:v>
                </c:pt>
                <c:pt idx="47897">
                  <c:v>24.5</c:v>
                </c:pt>
                <c:pt idx="47898">
                  <c:v>24.5</c:v>
                </c:pt>
                <c:pt idx="47899">
                  <c:v>24.5</c:v>
                </c:pt>
                <c:pt idx="47900">
                  <c:v>24.5</c:v>
                </c:pt>
                <c:pt idx="47901">
                  <c:v>24.5</c:v>
                </c:pt>
                <c:pt idx="47902">
                  <c:v>24.5</c:v>
                </c:pt>
                <c:pt idx="47903">
                  <c:v>24.5</c:v>
                </c:pt>
                <c:pt idx="47904">
                  <c:v>24.5</c:v>
                </c:pt>
                <c:pt idx="47905">
                  <c:v>24.5</c:v>
                </c:pt>
                <c:pt idx="47906">
                  <c:v>24.5</c:v>
                </c:pt>
                <c:pt idx="47907">
                  <c:v>24.5</c:v>
                </c:pt>
                <c:pt idx="47908">
                  <c:v>24.5</c:v>
                </c:pt>
                <c:pt idx="47909">
                  <c:v>24.5</c:v>
                </c:pt>
                <c:pt idx="47910">
                  <c:v>24.5</c:v>
                </c:pt>
                <c:pt idx="47911">
                  <c:v>24.5</c:v>
                </c:pt>
                <c:pt idx="47912">
                  <c:v>24.5</c:v>
                </c:pt>
                <c:pt idx="47913">
                  <c:v>24.5</c:v>
                </c:pt>
                <c:pt idx="47914">
                  <c:v>24.5</c:v>
                </c:pt>
                <c:pt idx="47915">
                  <c:v>24.5</c:v>
                </c:pt>
                <c:pt idx="47916">
                  <c:v>24.5</c:v>
                </c:pt>
                <c:pt idx="47917">
                  <c:v>24.5</c:v>
                </c:pt>
                <c:pt idx="47918">
                  <c:v>24.5</c:v>
                </c:pt>
                <c:pt idx="47919">
                  <c:v>24.5</c:v>
                </c:pt>
                <c:pt idx="47920">
                  <c:v>24.5</c:v>
                </c:pt>
                <c:pt idx="47921">
                  <c:v>24.5</c:v>
                </c:pt>
                <c:pt idx="47922">
                  <c:v>24.5</c:v>
                </c:pt>
                <c:pt idx="47923">
                  <c:v>24.5</c:v>
                </c:pt>
                <c:pt idx="47924">
                  <c:v>24.5</c:v>
                </c:pt>
                <c:pt idx="47925">
                  <c:v>24.5</c:v>
                </c:pt>
                <c:pt idx="47926">
                  <c:v>24.5</c:v>
                </c:pt>
                <c:pt idx="47927">
                  <c:v>24.5</c:v>
                </c:pt>
                <c:pt idx="47928">
                  <c:v>24.5</c:v>
                </c:pt>
                <c:pt idx="47929">
                  <c:v>24.5</c:v>
                </c:pt>
                <c:pt idx="47930">
                  <c:v>24.5</c:v>
                </c:pt>
                <c:pt idx="47931">
                  <c:v>24.5</c:v>
                </c:pt>
                <c:pt idx="47932">
                  <c:v>24.5</c:v>
                </c:pt>
                <c:pt idx="47933">
                  <c:v>24.5</c:v>
                </c:pt>
                <c:pt idx="47934">
                  <c:v>24.5</c:v>
                </c:pt>
                <c:pt idx="47935">
                  <c:v>24.5</c:v>
                </c:pt>
                <c:pt idx="47936">
                  <c:v>24.5</c:v>
                </c:pt>
                <c:pt idx="47937">
                  <c:v>24.5</c:v>
                </c:pt>
                <c:pt idx="47938">
                  <c:v>24.5</c:v>
                </c:pt>
                <c:pt idx="47939">
                  <c:v>24.5</c:v>
                </c:pt>
                <c:pt idx="47940">
                  <c:v>24.5</c:v>
                </c:pt>
                <c:pt idx="47941">
                  <c:v>24.5</c:v>
                </c:pt>
                <c:pt idx="47942">
                  <c:v>24.5</c:v>
                </c:pt>
                <c:pt idx="47943">
                  <c:v>24.5</c:v>
                </c:pt>
                <c:pt idx="47944">
                  <c:v>24.5</c:v>
                </c:pt>
                <c:pt idx="47945">
                  <c:v>24.5</c:v>
                </c:pt>
                <c:pt idx="47946">
                  <c:v>24.5</c:v>
                </c:pt>
                <c:pt idx="47947">
                  <c:v>24.5</c:v>
                </c:pt>
                <c:pt idx="47948">
                  <c:v>24.5</c:v>
                </c:pt>
                <c:pt idx="47949">
                  <c:v>24.5</c:v>
                </c:pt>
                <c:pt idx="47950">
                  <c:v>24.5</c:v>
                </c:pt>
                <c:pt idx="47951">
                  <c:v>24.5</c:v>
                </c:pt>
                <c:pt idx="47952">
                  <c:v>24.5</c:v>
                </c:pt>
                <c:pt idx="47953">
                  <c:v>24.5</c:v>
                </c:pt>
                <c:pt idx="47954">
                  <c:v>24.5</c:v>
                </c:pt>
                <c:pt idx="47955">
                  <c:v>24.5</c:v>
                </c:pt>
                <c:pt idx="47956">
                  <c:v>24.5</c:v>
                </c:pt>
                <c:pt idx="47957">
                  <c:v>24.5</c:v>
                </c:pt>
                <c:pt idx="47958">
                  <c:v>24.5</c:v>
                </c:pt>
                <c:pt idx="47959">
                  <c:v>24.5</c:v>
                </c:pt>
                <c:pt idx="47960">
                  <c:v>24.5</c:v>
                </c:pt>
                <c:pt idx="47961">
                  <c:v>24.5</c:v>
                </c:pt>
                <c:pt idx="47962">
                  <c:v>24.5</c:v>
                </c:pt>
                <c:pt idx="47963">
                  <c:v>24.5</c:v>
                </c:pt>
                <c:pt idx="47964">
                  <c:v>24.5</c:v>
                </c:pt>
                <c:pt idx="47965">
                  <c:v>24.5</c:v>
                </c:pt>
                <c:pt idx="47966">
                  <c:v>24.5</c:v>
                </c:pt>
                <c:pt idx="47967">
                  <c:v>24.5</c:v>
                </c:pt>
                <c:pt idx="47968">
                  <c:v>24.5</c:v>
                </c:pt>
                <c:pt idx="47969">
                  <c:v>24.5</c:v>
                </c:pt>
                <c:pt idx="47970">
                  <c:v>24.5</c:v>
                </c:pt>
                <c:pt idx="47971">
                  <c:v>24.5</c:v>
                </c:pt>
                <c:pt idx="47972">
                  <c:v>24.5</c:v>
                </c:pt>
                <c:pt idx="47973">
                  <c:v>24.5</c:v>
                </c:pt>
                <c:pt idx="47974">
                  <c:v>24.5</c:v>
                </c:pt>
                <c:pt idx="47975">
                  <c:v>24.5</c:v>
                </c:pt>
                <c:pt idx="47976">
                  <c:v>24.5</c:v>
                </c:pt>
                <c:pt idx="47977">
                  <c:v>24.5</c:v>
                </c:pt>
                <c:pt idx="47978">
                  <c:v>24.5</c:v>
                </c:pt>
                <c:pt idx="47979">
                  <c:v>24.5</c:v>
                </c:pt>
                <c:pt idx="47980">
                  <c:v>24.5</c:v>
                </c:pt>
                <c:pt idx="47981">
                  <c:v>24.5</c:v>
                </c:pt>
                <c:pt idx="47982">
                  <c:v>24.5</c:v>
                </c:pt>
                <c:pt idx="47983">
                  <c:v>24.5</c:v>
                </c:pt>
                <c:pt idx="47984">
                  <c:v>24.5</c:v>
                </c:pt>
                <c:pt idx="47985">
                  <c:v>24.5</c:v>
                </c:pt>
                <c:pt idx="47986">
                  <c:v>24.5</c:v>
                </c:pt>
                <c:pt idx="47987">
                  <c:v>24.5</c:v>
                </c:pt>
                <c:pt idx="47988">
                  <c:v>24.5</c:v>
                </c:pt>
                <c:pt idx="47989">
                  <c:v>24.5</c:v>
                </c:pt>
                <c:pt idx="47990">
                  <c:v>24.55</c:v>
                </c:pt>
                <c:pt idx="47991">
                  <c:v>24.5</c:v>
                </c:pt>
                <c:pt idx="47992">
                  <c:v>24.5</c:v>
                </c:pt>
                <c:pt idx="47993">
                  <c:v>24.55</c:v>
                </c:pt>
                <c:pt idx="47994">
                  <c:v>24.5</c:v>
                </c:pt>
                <c:pt idx="47995">
                  <c:v>24.55</c:v>
                </c:pt>
                <c:pt idx="47996">
                  <c:v>24.5</c:v>
                </c:pt>
                <c:pt idx="47997">
                  <c:v>24.5</c:v>
                </c:pt>
                <c:pt idx="47998">
                  <c:v>24.5</c:v>
                </c:pt>
                <c:pt idx="47999">
                  <c:v>24.5</c:v>
                </c:pt>
                <c:pt idx="48000">
                  <c:v>24.5</c:v>
                </c:pt>
                <c:pt idx="48001">
                  <c:v>24.5</c:v>
                </c:pt>
                <c:pt idx="48002">
                  <c:v>24.5</c:v>
                </c:pt>
                <c:pt idx="48003">
                  <c:v>24.5</c:v>
                </c:pt>
                <c:pt idx="48004">
                  <c:v>24.5</c:v>
                </c:pt>
                <c:pt idx="48005">
                  <c:v>24.5</c:v>
                </c:pt>
                <c:pt idx="48006">
                  <c:v>24.5</c:v>
                </c:pt>
                <c:pt idx="48007">
                  <c:v>24.5</c:v>
                </c:pt>
                <c:pt idx="48008">
                  <c:v>24.5</c:v>
                </c:pt>
                <c:pt idx="48009">
                  <c:v>24.5</c:v>
                </c:pt>
                <c:pt idx="48010">
                  <c:v>24.5</c:v>
                </c:pt>
                <c:pt idx="48011">
                  <c:v>24.5</c:v>
                </c:pt>
                <c:pt idx="48012">
                  <c:v>24.55</c:v>
                </c:pt>
                <c:pt idx="48013">
                  <c:v>24.5</c:v>
                </c:pt>
                <c:pt idx="48014">
                  <c:v>24.5</c:v>
                </c:pt>
                <c:pt idx="48015">
                  <c:v>24.55</c:v>
                </c:pt>
                <c:pt idx="48016">
                  <c:v>24.5</c:v>
                </c:pt>
                <c:pt idx="48017">
                  <c:v>24.5</c:v>
                </c:pt>
                <c:pt idx="48018">
                  <c:v>24.5</c:v>
                </c:pt>
                <c:pt idx="48019">
                  <c:v>24.5</c:v>
                </c:pt>
                <c:pt idx="48020">
                  <c:v>24.5</c:v>
                </c:pt>
                <c:pt idx="48021">
                  <c:v>24.5</c:v>
                </c:pt>
                <c:pt idx="48022">
                  <c:v>24.5</c:v>
                </c:pt>
                <c:pt idx="48023">
                  <c:v>24.5</c:v>
                </c:pt>
                <c:pt idx="48024">
                  <c:v>24.5</c:v>
                </c:pt>
                <c:pt idx="48025">
                  <c:v>24.5</c:v>
                </c:pt>
                <c:pt idx="48026">
                  <c:v>24.5</c:v>
                </c:pt>
                <c:pt idx="48027">
                  <c:v>24.5</c:v>
                </c:pt>
                <c:pt idx="48028">
                  <c:v>24.5</c:v>
                </c:pt>
                <c:pt idx="48029">
                  <c:v>24.5</c:v>
                </c:pt>
                <c:pt idx="48030">
                  <c:v>24.5</c:v>
                </c:pt>
                <c:pt idx="48031">
                  <c:v>24.5</c:v>
                </c:pt>
                <c:pt idx="48032">
                  <c:v>24.5</c:v>
                </c:pt>
                <c:pt idx="48033">
                  <c:v>24.5</c:v>
                </c:pt>
                <c:pt idx="48034">
                  <c:v>24.55</c:v>
                </c:pt>
                <c:pt idx="48035">
                  <c:v>24.5</c:v>
                </c:pt>
                <c:pt idx="48036">
                  <c:v>24.55</c:v>
                </c:pt>
                <c:pt idx="48037">
                  <c:v>24.55</c:v>
                </c:pt>
                <c:pt idx="48038">
                  <c:v>24.55</c:v>
                </c:pt>
                <c:pt idx="48039">
                  <c:v>24.55</c:v>
                </c:pt>
                <c:pt idx="48040">
                  <c:v>24.5</c:v>
                </c:pt>
                <c:pt idx="48041">
                  <c:v>24.5</c:v>
                </c:pt>
                <c:pt idx="48042">
                  <c:v>24.5</c:v>
                </c:pt>
                <c:pt idx="48043">
                  <c:v>24.5</c:v>
                </c:pt>
                <c:pt idx="48044">
                  <c:v>24.5</c:v>
                </c:pt>
                <c:pt idx="48045">
                  <c:v>24.5</c:v>
                </c:pt>
                <c:pt idx="48046">
                  <c:v>24.5</c:v>
                </c:pt>
                <c:pt idx="48047">
                  <c:v>24.5</c:v>
                </c:pt>
                <c:pt idx="48048">
                  <c:v>24.5</c:v>
                </c:pt>
                <c:pt idx="48049">
                  <c:v>24.5</c:v>
                </c:pt>
                <c:pt idx="48050">
                  <c:v>24.5</c:v>
                </c:pt>
                <c:pt idx="48051">
                  <c:v>24.5</c:v>
                </c:pt>
                <c:pt idx="48052">
                  <c:v>24.5</c:v>
                </c:pt>
                <c:pt idx="48053">
                  <c:v>24.5</c:v>
                </c:pt>
                <c:pt idx="48054">
                  <c:v>24.5</c:v>
                </c:pt>
                <c:pt idx="48055">
                  <c:v>24.5</c:v>
                </c:pt>
                <c:pt idx="48056">
                  <c:v>24.5</c:v>
                </c:pt>
                <c:pt idx="48057">
                  <c:v>24.5</c:v>
                </c:pt>
                <c:pt idx="48058">
                  <c:v>24.5</c:v>
                </c:pt>
                <c:pt idx="48059">
                  <c:v>24.55</c:v>
                </c:pt>
                <c:pt idx="48060">
                  <c:v>24.55</c:v>
                </c:pt>
                <c:pt idx="48061">
                  <c:v>24.55</c:v>
                </c:pt>
                <c:pt idx="48062">
                  <c:v>24.5</c:v>
                </c:pt>
                <c:pt idx="48063">
                  <c:v>24.55</c:v>
                </c:pt>
                <c:pt idx="48064">
                  <c:v>24.5</c:v>
                </c:pt>
                <c:pt idx="48065">
                  <c:v>24.5</c:v>
                </c:pt>
                <c:pt idx="48066">
                  <c:v>24.5</c:v>
                </c:pt>
                <c:pt idx="48067">
                  <c:v>24.5</c:v>
                </c:pt>
                <c:pt idx="48068">
                  <c:v>24.5</c:v>
                </c:pt>
                <c:pt idx="48069">
                  <c:v>24.5</c:v>
                </c:pt>
                <c:pt idx="48070">
                  <c:v>24.5</c:v>
                </c:pt>
                <c:pt idx="48071">
                  <c:v>24.5</c:v>
                </c:pt>
                <c:pt idx="48072">
                  <c:v>24.5</c:v>
                </c:pt>
                <c:pt idx="48073">
                  <c:v>24.5</c:v>
                </c:pt>
                <c:pt idx="48074">
                  <c:v>24.5</c:v>
                </c:pt>
                <c:pt idx="48075">
                  <c:v>24.5</c:v>
                </c:pt>
                <c:pt idx="48076">
                  <c:v>24.5</c:v>
                </c:pt>
                <c:pt idx="48077">
                  <c:v>24.5</c:v>
                </c:pt>
                <c:pt idx="48078">
                  <c:v>24.5</c:v>
                </c:pt>
                <c:pt idx="48079">
                  <c:v>24.5</c:v>
                </c:pt>
                <c:pt idx="48080">
                  <c:v>24.5</c:v>
                </c:pt>
                <c:pt idx="48081">
                  <c:v>24.5</c:v>
                </c:pt>
                <c:pt idx="48082">
                  <c:v>24.5</c:v>
                </c:pt>
                <c:pt idx="48083">
                  <c:v>24.5</c:v>
                </c:pt>
                <c:pt idx="48084">
                  <c:v>24.5</c:v>
                </c:pt>
                <c:pt idx="48085">
                  <c:v>24.5</c:v>
                </c:pt>
                <c:pt idx="48086">
                  <c:v>24.5</c:v>
                </c:pt>
                <c:pt idx="48087">
                  <c:v>24.5</c:v>
                </c:pt>
                <c:pt idx="48088">
                  <c:v>24.5</c:v>
                </c:pt>
                <c:pt idx="48089">
                  <c:v>24.5</c:v>
                </c:pt>
                <c:pt idx="48090">
                  <c:v>24.5</c:v>
                </c:pt>
                <c:pt idx="48091">
                  <c:v>24.5</c:v>
                </c:pt>
                <c:pt idx="48092">
                  <c:v>24.5</c:v>
                </c:pt>
                <c:pt idx="48093">
                  <c:v>24.5</c:v>
                </c:pt>
                <c:pt idx="48094">
                  <c:v>24.5</c:v>
                </c:pt>
                <c:pt idx="48095">
                  <c:v>24.5</c:v>
                </c:pt>
                <c:pt idx="48096">
                  <c:v>24.5</c:v>
                </c:pt>
                <c:pt idx="48097">
                  <c:v>24.5</c:v>
                </c:pt>
                <c:pt idx="48098">
                  <c:v>24.5</c:v>
                </c:pt>
                <c:pt idx="48099">
                  <c:v>24.55</c:v>
                </c:pt>
                <c:pt idx="48100">
                  <c:v>24.5</c:v>
                </c:pt>
                <c:pt idx="48101">
                  <c:v>24.5</c:v>
                </c:pt>
                <c:pt idx="48102">
                  <c:v>24.5</c:v>
                </c:pt>
                <c:pt idx="48103">
                  <c:v>24.5</c:v>
                </c:pt>
                <c:pt idx="48104">
                  <c:v>24.5</c:v>
                </c:pt>
                <c:pt idx="48105">
                  <c:v>24.5</c:v>
                </c:pt>
                <c:pt idx="48106">
                  <c:v>24.5</c:v>
                </c:pt>
                <c:pt idx="48107">
                  <c:v>24.5</c:v>
                </c:pt>
                <c:pt idx="48108">
                  <c:v>24.5</c:v>
                </c:pt>
                <c:pt idx="48109">
                  <c:v>24.5</c:v>
                </c:pt>
                <c:pt idx="48110">
                  <c:v>24.5</c:v>
                </c:pt>
                <c:pt idx="48111">
                  <c:v>24.5</c:v>
                </c:pt>
                <c:pt idx="48112">
                  <c:v>24.5</c:v>
                </c:pt>
                <c:pt idx="48113">
                  <c:v>24.5</c:v>
                </c:pt>
                <c:pt idx="48114">
                  <c:v>24.5</c:v>
                </c:pt>
                <c:pt idx="48115">
                  <c:v>24.5</c:v>
                </c:pt>
                <c:pt idx="48116">
                  <c:v>24.5</c:v>
                </c:pt>
                <c:pt idx="48117">
                  <c:v>24.5</c:v>
                </c:pt>
                <c:pt idx="48118">
                  <c:v>24.5</c:v>
                </c:pt>
                <c:pt idx="48119">
                  <c:v>24.5</c:v>
                </c:pt>
                <c:pt idx="48120">
                  <c:v>24.55</c:v>
                </c:pt>
                <c:pt idx="48121">
                  <c:v>24.55</c:v>
                </c:pt>
                <c:pt idx="48122">
                  <c:v>24.5</c:v>
                </c:pt>
                <c:pt idx="48123">
                  <c:v>24.55</c:v>
                </c:pt>
                <c:pt idx="48124">
                  <c:v>24.55</c:v>
                </c:pt>
                <c:pt idx="48125">
                  <c:v>24.55</c:v>
                </c:pt>
                <c:pt idx="48126">
                  <c:v>24.5</c:v>
                </c:pt>
                <c:pt idx="48127">
                  <c:v>24.5</c:v>
                </c:pt>
                <c:pt idx="48128">
                  <c:v>24.55</c:v>
                </c:pt>
                <c:pt idx="48129">
                  <c:v>24.5</c:v>
                </c:pt>
                <c:pt idx="48130">
                  <c:v>24.5</c:v>
                </c:pt>
                <c:pt idx="48131">
                  <c:v>24.5</c:v>
                </c:pt>
                <c:pt idx="48132">
                  <c:v>24.5</c:v>
                </c:pt>
                <c:pt idx="48133">
                  <c:v>24.5</c:v>
                </c:pt>
                <c:pt idx="48134">
                  <c:v>24.5</c:v>
                </c:pt>
                <c:pt idx="48135">
                  <c:v>24.5</c:v>
                </c:pt>
                <c:pt idx="48136">
                  <c:v>24.5</c:v>
                </c:pt>
                <c:pt idx="48137">
                  <c:v>24.5</c:v>
                </c:pt>
                <c:pt idx="48138">
                  <c:v>24.5</c:v>
                </c:pt>
                <c:pt idx="48139">
                  <c:v>24.5</c:v>
                </c:pt>
                <c:pt idx="48140">
                  <c:v>24.5</c:v>
                </c:pt>
                <c:pt idx="48141">
                  <c:v>24.5</c:v>
                </c:pt>
                <c:pt idx="48142">
                  <c:v>24.5</c:v>
                </c:pt>
                <c:pt idx="48143">
                  <c:v>24.5</c:v>
                </c:pt>
                <c:pt idx="48144">
                  <c:v>24.55</c:v>
                </c:pt>
                <c:pt idx="48145">
                  <c:v>24.5</c:v>
                </c:pt>
                <c:pt idx="48146">
                  <c:v>24.5</c:v>
                </c:pt>
                <c:pt idx="48147">
                  <c:v>24.5</c:v>
                </c:pt>
                <c:pt idx="48148">
                  <c:v>24.5</c:v>
                </c:pt>
                <c:pt idx="48149">
                  <c:v>24.5</c:v>
                </c:pt>
                <c:pt idx="48150">
                  <c:v>24.5</c:v>
                </c:pt>
                <c:pt idx="48151">
                  <c:v>24.5</c:v>
                </c:pt>
                <c:pt idx="48152">
                  <c:v>24.5</c:v>
                </c:pt>
                <c:pt idx="48153">
                  <c:v>24.5</c:v>
                </c:pt>
                <c:pt idx="48154">
                  <c:v>24.5</c:v>
                </c:pt>
                <c:pt idx="48155">
                  <c:v>24.5</c:v>
                </c:pt>
                <c:pt idx="48156">
                  <c:v>24.5</c:v>
                </c:pt>
                <c:pt idx="48157">
                  <c:v>24.5</c:v>
                </c:pt>
                <c:pt idx="48158">
                  <c:v>24.5</c:v>
                </c:pt>
                <c:pt idx="48159">
                  <c:v>24.5</c:v>
                </c:pt>
                <c:pt idx="48160">
                  <c:v>24.5</c:v>
                </c:pt>
                <c:pt idx="48161">
                  <c:v>24.5</c:v>
                </c:pt>
                <c:pt idx="48162">
                  <c:v>24.5</c:v>
                </c:pt>
                <c:pt idx="48163">
                  <c:v>24.5</c:v>
                </c:pt>
                <c:pt idx="48164">
                  <c:v>24.5</c:v>
                </c:pt>
                <c:pt idx="48165">
                  <c:v>24.5</c:v>
                </c:pt>
                <c:pt idx="48166">
                  <c:v>24.55</c:v>
                </c:pt>
                <c:pt idx="48167">
                  <c:v>24.55</c:v>
                </c:pt>
                <c:pt idx="48168">
                  <c:v>24.55</c:v>
                </c:pt>
                <c:pt idx="48169">
                  <c:v>24.5</c:v>
                </c:pt>
                <c:pt idx="48170">
                  <c:v>24.5</c:v>
                </c:pt>
                <c:pt idx="48171">
                  <c:v>24.5</c:v>
                </c:pt>
                <c:pt idx="48172">
                  <c:v>24.5</c:v>
                </c:pt>
                <c:pt idx="48173">
                  <c:v>24.5</c:v>
                </c:pt>
                <c:pt idx="48174">
                  <c:v>24.5</c:v>
                </c:pt>
                <c:pt idx="48175">
                  <c:v>24.5</c:v>
                </c:pt>
                <c:pt idx="48176">
                  <c:v>24.5</c:v>
                </c:pt>
                <c:pt idx="48177">
                  <c:v>24.5</c:v>
                </c:pt>
                <c:pt idx="48178">
                  <c:v>24.5</c:v>
                </c:pt>
                <c:pt idx="48179">
                  <c:v>24.5</c:v>
                </c:pt>
                <c:pt idx="48180">
                  <c:v>24.5</c:v>
                </c:pt>
                <c:pt idx="48181">
                  <c:v>24.5</c:v>
                </c:pt>
                <c:pt idx="48182">
                  <c:v>24.5</c:v>
                </c:pt>
                <c:pt idx="48183">
                  <c:v>24.5</c:v>
                </c:pt>
                <c:pt idx="48184">
                  <c:v>24.5</c:v>
                </c:pt>
                <c:pt idx="48185">
                  <c:v>24.5</c:v>
                </c:pt>
                <c:pt idx="48186">
                  <c:v>24.55</c:v>
                </c:pt>
                <c:pt idx="48187">
                  <c:v>24.5</c:v>
                </c:pt>
                <c:pt idx="48188">
                  <c:v>24.5</c:v>
                </c:pt>
                <c:pt idx="48189">
                  <c:v>24.5</c:v>
                </c:pt>
                <c:pt idx="48190">
                  <c:v>24.5</c:v>
                </c:pt>
                <c:pt idx="48191">
                  <c:v>24.5</c:v>
                </c:pt>
                <c:pt idx="48192">
                  <c:v>24.5</c:v>
                </c:pt>
                <c:pt idx="48193">
                  <c:v>24.5</c:v>
                </c:pt>
                <c:pt idx="48194">
                  <c:v>24.5</c:v>
                </c:pt>
                <c:pt idx="48195">
                  <c:v>24.5</c:v>
                </c:pt>
                <c:pt idx="48196">
                  <c:v>24.5</c:v>
                </c:pt>
                <c:pt idx="48197">
                  <c:v>24.5</c:v>
                </c:pt>
                <c:pt idx="48198">
                  <c:v>24.5</c:v>
                </c:pt>
                <c:pt idx="48199">
                  <c:v>24.5</c:v>
                </c:pt>
                <c:pt idx="48200">
                  <c:v>24.5</c:v>
                </c:pt>
                <c:pt idx="48201">
                  <c:v>24.5</c:v>
                </c:pt>
                <c:pt idx="48202">
                  <c:v>24.5</c:v>
                </c:pt>
                <c:pt idx="48203">
                  <c:v>24.5</c:v>
                </c:pt>
                <c:pt idx="48204">
                  <c:v>24.5</c:v>
                </c:pt>
                <c:pt idx="48205">
                  <c:v>24.55</c:v>
                </c:pt>
                <c:pt idx="48206">
                  <c:v>24.5</c:v>
                </c:pt>
                <c:pt idx="48207">
                  <c:v>24.5</c:v>
                </c:pt>
                <c:pt idx="48208">
                  <c:v>24.55</c:v>
                </c:pt>
                <c:pt idx="48209">
                  <c:v>24.55</c:v>
                </c:pt>
                <c:pt idx="48210">
                  <c:v>24.5</c:v>
                </c:pt>
                <c:pt idx="48211">
                  <c:v>24.5</c:v>
                </c:pt>
                <c:pt idx="48212">
                  <c:v>24.5</c:v>
                </c:pt>
                <c:pt idx="48213">
                  <c:v>24.5</c:v>
                </c:pt>
                <c:pt idx="48214">
                  <c:v>24.5</c:v>
                </c:pt>
                <c:pt idx="48215">
                  <c:v>24.5</c:v>
                </c:pt>
                <c:pt idx="48216">
                  <c:v>24.5</c:v>
                </c:pt>
                <c:pt idx="48217">
                  <c:v>24.5</c:v>
                </c:pt>
                <c:pt idx="48218">
                  <c:v>24.5</c:v>
                </c:pt>
                <c:pt idx="48219">
                  <c:v>24.5</c:v>
                </c:pt>
                <c:pt idx="48220">
                  <c:v>24.5</c:v>
                </c:pt>
                <c:pt idx="48221">
                  <c:v>24.5</c:v>
                </c:pt>
                <c:pt idx="48222">
                  <c:v>24.5</c:v>
                </c:pt>
                <c:pt idx="48223">
                  <c:v>24.5</c:v>
                </c:pt>
                <c:pt idx="48224">
                  <c:v>24.5</c:v>
                </c:pt>
                <c:pt idx="48225">
                  <c:v>24.55</c:v>
                </c:pt>
                <c:pt idx="48226">
                  <c:v>24.55</c:v>
                </c:pt>
                <c:pt idx="48227">
                  <c:v>24.55</c:v>
                </c:pt>
                <c:pt idx="48228">
                  <c:v>24.55</c:v>
                </c:pt>
                <c:pt idx="48229">
                  <c:v>24.55</c:v>
                </c:pt>
                <c:pt idx="48230">
                  <c:v>24.55</c:v>
                </c:pt>
                <c:pt idx="48231">
                  <c:v>24.55</c:v>
                </c:pt>
                <c:pt idx="48232">
                  <c:v>24.5</c:v>
                </c:pt>
                <c:pt idx="48233">
                  <c:v>24.5</c:v>
                </c:pt>
                <c:pt idx="48234">
                  <c:v>24.55</c:v>
                </c:pt>
                <c:pt idx="48235">
                  <c:v>24.5</c:v>
                </c:pt>
                <c:pt idx="48236">
                  <c:v>24.5</c:v>
                </c:pt>
                <c:pt idx="48237">
                  <c:v>24.5</c:v>
                </c:pt>
                <c:pt idx="48238">
                  <c:v>24.5</c:v>
                </c:pt>
                <c:pt idx="48239">
                  <c:v>24.5</c:v>
                </c:pt>
                <c:pt idx="48240">
                  <c:v>24.5</c:v>
                </c:pt>
                <c:pt idx="48241">
                  <c:v>24.5</c:v>
                </c:pt>
                <c:pt idx="48242">
                  <c:v>24.5</c:v>
                </c:pt>
                <c:pt idx="48243">
                  <c:v>24.55</c:v>
                </c:pt>
                <c:pt idx="48244">
                  <c:v>24.55</c:v>
                </c:pt>
                <c:pt idx="48245">
                  <c:v>24.5</c:v>
                </c:pt>
                <c:pt idx="48246">
                  <c:v>24.55</c:v>
                </c:pt>
                <c:pt idx="48247">
                  <c:v>24.55</c:v>
                </c:pt>
                <c:pt idx="48248">
                  <c:v>24.55</c:v>
                </c:pt>
                <c:pt idx="48249">
                  <c:v>24.55</c:v>
                </c:pt>
                <c:pt idx="48250">
                  <c:v>24.55</c:v>
                </c:pt>
                <c:pt idx="48251">
                  <c:v>24.55</c:v>
                </c:pt>
                <c:pt idx="48252">
                  <c:v>24.55</c:v>
                </c:pt>
                <c:pt idx="48253">
                  <c:v>24.55</c:v>
                </c:pt>
                <c:pt idx="48254">
                  <c:v>24.5</c:v>
                </c:pt>
                <c:pt idx="48255">
                  <c:v>24.55</c:v>
                </c:pt>
                <c:pt idx="48256">
                  <c:v>24.55</c:v>
                </c:pt>
                <c:pt idx="48257">
                  <c:v>24.55</c:v>
                </c:pt>
                <c:pt idx="48258">
                  <c:v>24.55</c:v>
                </c:pt>
                <c:pt idx="48259">
                  <c:v>24.55</c:v>
                </c:pt>
                <c:pt idx="48260">
                  <c:v>24.55</c:v>
                </c:pt>
                <c:pt idx="48261">
                  <c:v>24.55</c:v>
                </c:pt>
                <c:pt idx="48262">
                  <c:v>24.55</c:v>
                </c:pt>
                <c:pt idx="48263">
                  <c:v>24.5</c:v>
                </c:pt>
                <c:pt idx="48264">
                  <c:v>24.5</c:v>
                </c:pt>
                <c:pt idx="48265">
                  <c:v>24.55</c:v>
                </c:pt>
                <c:pt idx="48266">
                  <c:v>24.55</c:v>
                </c:pt>
                <c:pt idx="48267">
                  <c:v>24.5</c:v>
                </c:pt>
                <c:pt idx="48268">
                  <c:v>24.55</c:v>
                </c:pt>
                <c:pt idx="48269">
                  <c:v>24.55</c:v>
                </c:pt>
                <c:pt idx="48270">
                  <c:v>24.5</c:v>
                </c:pt>
                <c:pt idx="48271">
                  <c:v>24.5</c:v>
                </c:pt>
                <c:pt idx="48272">
                  <c:v>24.5</c:v>
                </c:pt>
                <c:pt idx="48273">
                  <c:v>24.5</c:v>
                </c:pt>
                <c:pt idx="48274">
                  <c:v>24.5</c:v>
                </c:pt>
                <c:pt idx="48275">
                  <c:v>24.55</c:v>
                </c:pt>
                <c:pt idx="48276">
                  <c:v>24.5</c:v>
                </c:pt>
                <c:pt idx="48277">
                  <c:v>24.5</c:v>
                </c:pt>
                <c:pt idx="48278">
                  <c:v>24.55</c:v>
                </c:pt>
                <c:pt idx="48279">
                  <c:v>24.5</c:v>
                </c:pt>
                <c:pt idx="48280">
                  <c:v>24.55</c:v>
                </c:pt>
                <c:pt idx="48281">
                  <c:v>24.5</c:v>
                </c:pt>
                <c:pt idx="48282">
                  <c:v>24.55</c:v>
                </c:pt>
                <c:pt idx="48283">
                  <c:v>24.5</c:v>
                </c:pt>
                <c:pt idx="48284">
                  <c:v>24.5</c:v>
                </c:pt>
                <c:pt idx="48285">
                  <c:v>24.5</c:v>
                </c:pt>
                <c:pt idx="48286">
                  <c:v>24.5</c:v>
                </c:pt>
                <c:pt idx="48287">
                  <c:v>24.5</c:v>
                </c:pt>
                <c:pt idx="48288">
                  <c:v>24.5</c:v>
                </c:pt>
                <c:pt idx="48289">
                  <c:v>24.5</c:v>
                </c:pt>
                <c:pt idx="48290">
                  <c:v>24.5</c:v>
                </c:pt>
                <c:pt idx="48291">
                  <c:v>24.5</c:v>
                </c:pt>
                <c:pt idx="48292">
                  <c:v>24.5</c:v>
                </c:pt>
                <c:pt idx="48293">
                  <c:v>24.5</c:v>
                </c:pt>
                <c:pt idx="48294">
                  <c:v>24.5</c:v>
                </c:pt>
                <c:pt idx="48295">
                  <c:v>24.5</c:v>
                </c:pt>
                <c:pt idx="48296">
                  <c:v>24.55</c:v>
                </c:pt>
                <c:pt idx="48297">
                  <c:v>24.5</c:v>
                </c:pt>
                <c:pt idx="48298">
                  <c:v>24.5</c:v>
                </c:pt>
                <c:pt idx="48299">
                  <c:v>24.5</c:v>
                </c:pt>
                <c:pt idx="48300">
                  <c:v>24.5</c:v>
                </c:pt>
                <c:pt idx="48301">
                  <c:v>24.5</c:v>
                </c:pt>
                <c:pt idx="48302">
                  <c:v>24.5</c:v>
                </c:pt>
                <c:pt idx="48303">
                  <c:v>24.5</c:v>
                </c:pt>
                <c:pt idx="48304">
                  <c:v>24.5</c:v>
                </c:pt>
                <c:pt idx="48305">
                  <c:v>24.5</c:v>
                </c:pt>
                <c:pt idx="48306">
                  <c:v>24.5</c:v>
                </c:pt>
                <c:pt idx="48307">
                  <c:v>24.5</c:v>
                </c:pt>
                <c:pt idx="48308">
                  <c:v>24.5</c:v>
                </c:pt>
                <c:pt idx="48309">
                  <c:v>24.5</c:v>
                </c:pt>
                <c:pt idx="48310">
                  <c:v>24.5</c:v>
                </c:pt>
                <c:pt idx="48311">
                  <c:v>24.5</c:v>
                </c:pt>
                <c:pt idx="48312">
                  <c:v>24.5</c:v>
                </c:pt>
                <c:pt idx="48313">
                  <c:v>24.5</c:v>
                </c:pt>
                <c:pt idx="48314">
                  <c:v>24.5</c:v>
                </c:pt>
                <c:pt idx="48315">
                  <c:v>24.5</c:v>
                </c:pt>
                <c:pt idx="48316">
                  <c:v>24.5</c:v>
                </c:pt>
                <c:pt idx="48317">
                  <c:v>24.5</c:v>
                </c:pt>
                <c:pt idx="48318">
                  <c:v>24.5</c:v>
                </c:pt>
                <c:pt idx="48319">
                  <c:v>24.5</c:v>
                </c:pt>
                <c:pt idx="48320">
                  <c:v>24.5</c:v>
                </c:pt>
                <c:pt idx="48321">
                  <c:v>24.5</c:v>
                </c:pt>
                <c:pt idx="48322">
                  <c:v>24.5</c:v>
                </c:pt>
                <c:pt idx="48323">
                  <c:v>24.5</c:v>
                </c:pt>
                <c:pt idx="48324">
                  <c:v>24.5</c:v>
                </c:pt>
                <c:pt idx="48325">
                  <c:v>24.5</c:v>
                </c:pt>
                <c:pt idx="48326">
                  <c:v>24.5</c:v>
                </c:pt>
                <c:pt idx="48327">
                  <c:v>24.5</c:v>
                </c:pt>
                <c:pt idx="48328">
                  <c:v>24.5</c:v>
                </c:pt>
                <c:pt idx="48329">
                  <c:v>24.5</c:v>
                </c:pt>
                <c:pt idx="48330">
                  <c:v>24.5</c:v>
                </c:pt>
                <c:pt idx="48331">
                  <c:v>24.5</c:v>
                </c:pt>
                <c:pt idx="48332">
                  <c:v>24.5</c:v>
                </c:pt>
                <c:pt idx="48333">
                  <c:v>24.5</c:v>
                </c:pt>
                <c:pt idx="48334">
                  <c:v>24.5</c:v>
                </c:pt>
                <c:pt idx="48335">
                  <c:v>24.5</c:v>
                </c:pt>
                <c:pt idx="48336">
                  <c:v>24.5</c:v>
                </c:pt>
                <c:pt idx="48337">
                  <c:v>24.5</c:v>
                </c:pt>
                <c:pt idx="48338">
                  <c:v>24.5</c:v>
                </c:pt>
                <c:pt idx="48339">
                  <c:v>24.5</c:v>
                </c:pt>
                <c:pt idx="48340">
                  <c:v>24.5</c:v>
                </c:pt>
                <c:pt idx="48341">
                  <c:v>24.5</c:v>
                </c:pt>
                <c:pt idx="48342">
                  <c:v>24.5</c:v>
                </c:pt>
                <c:pt idx="48343">
                  <c:v>24.5</c:v>
                </c:pt>
                <c:pt idx="48344">
                  <c:v>24.5</c:v>
                </c:pt>
                <c:pt idx="48345">
                  <c:v>24.5</c:v>
                </c:pt>
                <c:pt idx="48346">
                  <c:v>24.5</c:v>
                </c:pt>
                <c:pt idx="48347">
                  <c:v>24.5</c:v>
                </c:pt>
                <c:pt idx="48348">
                  <c:v>24.5</c:v>
                </c:pt>
                <c:pt idx="48349">
                  <c:v>24.5</c:v>
                </c:pt>
                <c:pt idx="48350">
                  <c:v>24.5</c:v>
                </c:pt>
                <c:pt idx="48351">
                  <c:v>24.5</c:v>
                </c:pt>
                <c:pt idx="48352">
                  <c:v>24.5</c:v>
                </c:pt>
                <c:pt idx="48353">
                  <c:v>24.5</c:v>
                </c:pt>
                <c:pt idx="48354">
                  <c:v>24.5</c:v>
                </c:pt>
                <c:pt idx="48355">
                  <c:v>24.5</c:v>
                </c:pt>
                <c:pt idx="48356">
                  <c:v>24.5</c:v>
                </c:pt>
                <c:pt idx="48357">
                  <c:v>24.5</c:v>
                </c:pt>
                <c:pt idx="48358">
                  <c:v>24.5</c:v>
                </c:pt>
                <c:pt idx="48359">
                  <c:v>24.5</c:v>
                </c:pt>
                <c:pt idx="48360">
                  <c:v>24.5</c:v>
                </c:pt>
                <c:pt idx="48361">
                  <c:v>24.5</c:v>
                </c:pt>
                <c:pt idx="48362">
                  <c:v>24.5</c:v>
                </c:pt>
                <c:pt idx="48363">
                  <c:v>24.5</c:v>
                </c:pt>
                <c:pt idx="48364">
                  <c:v>24.5</c:v>
                </c:pt>
                <c:pt idx="48365">
                  <c:v>24.5</c:v>
                </c:pt>
                <c:pt idx="48366">
                  <c:v>24.5</c:v>
                </c:pt>
                <c:pt idx="48367">
                  <c:v>24.5</c:v>
                </c:pt>
                <c:pt idx="48368">
                  <c:v>24.5</c:v>
                </c:pt>
                <c:pt idx="48369">
                  <c:v>24.5</c:v>
                </c:pt>
                <c:pt idx="48370">
                  <c:v>24.5</c:v>
                </c:pt>
                <c:pt idx="48371">
                  <c:v>24.5</c:v>
                </c:pt>
                <c:pt idx="48372">
                  <c:v>24.5</c:v>
                </c:pt>
                <c:pt idx="48373">
                  <c:v>24.5</c:v>
                </c:pt>
                <c:pt idx="48374">
                  <c:v>24.5</c:v>
                </c:pt>
                <c:pt idx="48375">
                  <c:v>24.5</c:v>
                </c:pt>
                <c:pt idx="48376">
                  <c:v>24.5</c:v>
                </c:pt>
                <c:pt idx="48377">
                  <c:v>24.5</c:v>
                </c:pt>
                <c:pt idx="48378">
                  <c:v>24.5</c:v>
                </c:pt>
                <c:pt idx="48379">
                  <c:v>24.5</c:v>
                </c:pt>
                <c:pt idx="48380">
                  <c:v>24.5</c:v>
                </c:pt>
                <c:pt idx="48381">
                  <c:v>24.5</c:v>
                </c:pt>
                <c:pt idx="48382">
                  <c:v>24.5</c:v>
                </c:pt>
                <c:pt idx="48383">
                  <c:v>24.5</c:v>
                </c:pt>
                <c:pt idx="48384">
                  <c:v>24.5</c:v>
                </c:pt>
                <c:pt idx="48385">
                  <c:v>24.5</c:v>
                </c:pt>
                <c:pt idx="48386">
                  <c:v>24.5</c:v>
                </c:pt>
                <c:pt idx="48387">
                  <c:v>24.5</c:v>
                </c:pt>
                <c:pt idx="48388">
                  <c:v>24.5</c:v>
                </c:pt>
                <c:pt idx="48389">
                  <c:v>24.5</c:v>
                </c:pt>
                <c:pt idx="48390">
                  <c:v>24.5</c:v>
                </c:pt>
                <c:pt idx="48391">
                  <c:v>24.5</c:v>
                </c:pt>
                <c:pt idx="48392">
                  <c:v>24.5</c:v>
                </c:pt>
                <c:pt idx="48393">
                  <c:v>24.5</c:v>
                </c:pt>
                <c:pt idx="48394">
                  <c:v>24.5</c:v>
                </c:pt>
                <c:pt idx="48395">
                  <c:v>24.5</c:v>
                </c:pt>
                <c:pt idx="48396">
                  <c:v>24.5</c:v>
                </c:pt>
                <c:pt idx="48397">
                  <c:v>24.5</c:v>
                </c:pt>
                <c:pt idx="48398">
                  <c:v>24.5</c:v>
                </c:pt>
                <c:pt idx="48399">
                  <c:v>24.5</c:v>
                </c:pt>
                <c:pt idx="48400">
                  <c:v>24.5</c:v>
                </c:pt>
                <c:pt idx="48401">
                  <c:v>24.5</c:v>
                </c:pt>
                <c:pt idx="48402">
                  <c:v>24.5</c:v>
                </c:pt>
                <c:pt idx="48403">
                  <c:v>24.5</c:v>
                </c:pt>
                <c:pt idx="48404">
                  <c:v>24.5</c:v>
                </c:pt>
                <c:pt idx="48405">
                  <c:v>24.5</c:v>
                </c:pt>
                <c:pt idx="48406">
                  <c:v>24.5</c:v>
                </c:pt>
                <c:pt idx="48407">
                  <c:v>24.5</c:v>
                </c:pt>
                <c:pt idx="48408">
                  <c:v>24.5</c:v>
                </c:pt>
                <c:pt idx="48409">
                  <c:v>24.5</c:v>
                </c:pt>
                <c:pt idx="48410">
                  <c:v>24.5</c:v>
                </c:pt>
                <c:pt idx="48411">
                  <c:v>24.5</c:v>
                </c:pt>
                <c:pt idx="48412">
                  <c:v>24.5</c:v>
                </c:pt>
                <c:pt idx="48413">
                  <c:v>24.5</c:v>
                </c:pt>
                <c:pt idx="48414">
                  <c:v>24.5</c:v>
                </c:pt>
                <c:pt idx="48415">
                  <c:v>24.5</c:v>
                </c:pt>
                <c:pt idx="48416">
                  <c:v>24.5</c:v>
                </c:pt>
                <c:pt idx="48417">
                  <c:v>24.5</c:v>
                </c:pt>
                <c:pt idx="48418">
                  <c:v>24.5</c:v>
                </c:pt>
                <c:pt idx="48419">
                  <c:v>24.5</c:v>
                </c:pt>
                <c:pt idx="48420">
                  <c:v>24.5</c:v>
                </c:pt>
                <c:pt idx="48421">
                  <c:v>24.5</c:v>
                </c:pt>
                <c:pt idx="48422">
                  <c:v>24.5</c:v>
                </c:pt>
                <c:pt idx="48423">
                  <c:v>24.5</c:v>
                </c:pt>
                <c:pt idx="48424">
                  <c:v>24.5</c:v>
                </c:pt>
                <c:pt idx="48425">
                  <c:v>24.5</c:v>
                </c:pt>
                <c:pt idx="48426">
                  <c:v>24.5</c:v>
                </c:pt>
                <c:pt idx="48427">
                  <c:v>24.5</c:v>
                </c:pt>
                <c:pt idx="48428">
                  <c:v>24.5</c:v>
                </c:pt>
                <c:pt idx="48429">
                  <c:v>24.5</c:v>
                </c:pt>
                <c:pt idx="48430">
                  <c:v>24.5</c:v>
                </c:pt>
                <c:pt idx="48431">
                  <c:v>24.5</c:v>
                </c:pt>
                <c:pt idx="48432">
                  <c:v>24.5</c:v>
                </c:pt>
                <c:pt idx="48433">
                  <c:v>24.5</c:v>
                </c:pt>
                <c:pt idx="48434">
                  <c:v>24.5</c:v>
                </c:pt>
                <c:pt idx="48435">
                  <c:v>24.5</c:v>
                </c:pt>
                <c:pt idx="48436">
                  <c:v>24.5</c:v>
                </c:pt>
                <c:pt idx="48437">
                  <c:v>24.5</c:v>
                </c:pt>
                <c:pt idx="48438">
                  <c:v>24.5</c:v>
                </c:pt>
                <c:pt idx="48439">
                  <c:v>24.5</c:v>
                </c:pt>
                <c:pt idx="48440">
                  <c:v>24.5</c:v>
                </c:pt>
                <c:pt idx="48441">
                  <c:v>24.5</c:v>
                </c:pt>
                <c:pt idx="48442">
                  <c:v>24.5</c:v>
                </c:pt>
                <c:pt idx="48443">
                  <c:v>24.5</c:v>
                </c:pt>
                <c:pt idx="48444">
                  <c:v>24.5</c:v>
                </c:pt>
                <c:pt idx="48445">
                  <c:v>24.5</c:v>
                </c:pt>
                <c:pt idx="48446">
                  <c:v>24.5</c:v>
                </c:pt>
                <c:pt idx="48447">
                  <c:v>24.5</c:v>
                </c:pt>
                <c:pt idx="48448">
                  <c:v>24.5</c:v>
                </c:pt>
                <c:pt idx="48449">
                  <c:v>24.5</c:v>
                </c:pt>
                <c:pt idx="48450">
                  <c:v>24.5</c:v>
                </c:pt>
                <c:pt idx="48451">
                  <c:v>24.5</c:v>
                </c:pt>
                <c:pt idx="48452">
                  <c:v>24.5</c:v>
                </c:pt>
                <c:pt idx="48453">
                  <c:v>24.5</c:v>
                </c:pt>
                <c:pt idx="48454">
                  <c:v>24.5</c:v>
                </c:pt>
                <c:pt idx="48455">
                  <c:v>24.5</c:v>
                </c:pt>
                <c:pt idx="48456">
                  <c:v>24.5</c:v>
                </c:pt>
                <c:pt idx="48457">
                  <c:v>24.5</c:v>
                </c:pt>
                <c:pt idx="48458">
                  <c:v>24.5</c:v>
                </c:pt>
                <c:pt idx="48459">
                  <c:v>24.5</c:v>
                </c:pt>
                <c:pt idx="48460">
                  <c:v>24.5</c:v>
                </c:pt>
                <c:pt idx="48461">
                  <c:v>24.5</c:v>
                </c:pt>
                <c:pt idx="48462">
                  <c:v>24.5</c:v>
                </c:pt>
                <c:pt idx="48463">
                  <c:v>24.5</c:v>
                </c:pt>
                <c:pt idx="48464">
                  <c:v>24.5</c:v>
                </c:pt>
                <c:pt idx="48465">
                  <c:v>24.5</c:v>
                </c:pt>
                <c:pt idx="48466">
                  <c:v>24.5</c:v>
                </c:pt>
                <c:pt idx="48467">
                  <c:v>24.5</c:v>
                </c:pt>
                <c:pt idx="48468">
                  <c:v>24.5</c:v>
                </c:pt>
                <c:pt idx="48469">
                  <c:v>24.5</c:v>
                </c:pt>
                <c:pt idx="48470">
                  <c:v>24.5</c:v>
                </c:pt>
                <c:pt idx="48471">
                  <c:v>24.5</c:v>
                </c:pt>
                <c:pt idx="48472">
                  <c:v>24.5</c:v>
                </c:pt>
                <c:pt idx="48473">
                  <c:v>24.5</c:v>
                </c:pt>
                <c:pt idx="48474">
                  <c:v>24.5</c:v>
                </c:pt>
                <c:pt idx="48475">
                  <c:v>24.5</c:v>
                </c:pt>
                <c:pt idx="48476">
                  <c:v>24.5</c:v>
                </c:pt>
                <c:pt idx="48477">
                  <c:v>24.5</c:v>
                </c:pt>
                <c:pt idx="48478">
                  <c:v>24.5</c:v>
                </c:pt>
                <c:pt idx="48479">
                  <c:v>24.5</c:v>
                </c:pt>
                <c:pt idx="48480">
                  <c:v>24.5</c:v>
                </c:pt>
                <c:pt idx="48481">
                  <c:v>24.5</c:v>
                </c:pt>
                <c:pt idx="48482">
                  <c:v>24.5</c:v>
                </c:pt>
                <c:pt idx="48483">
                  <c:v>24.5</c:v>
                </c:pt>
                <c:pt idx="48484">
                  <c:v>24.5</c:v>
                </c:pt>
                <c:pt idx="48485">
                  <c:v>24.5</c:v>
                </c:pt>
                <c:pt idx="48486">
                  <c:v>24.5</c:v>
                </c:pt>
                <c:pt idx="48487">
                  <c:v>24.5</c:v>
                </c:pt>
                <c:pt idx="48488">
                  <c:v>24.5</c:v>
                </c:pt>
                <c:pt idx="48489">
                  <c:v>24.5</c:v>
                </c:pt>
                <c:pt idx="48490">
                  <c:v>24.5</c:v>
                </c:pt>
                <c:pt idx="48491">
                  <c:v>24.5</c:v>
                </c:pt>
                <c:pt idx="48492">
                  <c:v>24.5</c:v>
                </c:pt>
                <c:pt idx="48493">
                  <c:v>24.5</c:v>
                </c:pt>
                <c:pt idx="48494">
                  <c:v>24.5</c:v>
                </c:pt>
                <c:pt idx="48495">
                  <c:v>24.5</c:v>
                </c:pt>
                <c:pt idx="48496">
                  <c:v>24.5</c:v>
                </c:pt>
                <c:pt idx="48497">
                  <c:v>24.5</c:v>
                </c:pt>
                <c:pt idx="48498">
                  <c:v>24.5</c:v>
                </c:pt>
                <c:pt idx="48499">
                  <c:v>24.5</c:v>
                </c:pt>
                <c:pt idx="48500">
                  <c:v>24.5</c:v>
                </c:pt>
                <c:pt idx="48501">
                  <c:v>24.5</c:v>
                </c:pt>
                <c:pt idx="48502">
                  <c:v>24.55</c:v>
                </c:pt>
                <c:pt idx="48503">
                  <c:v>24.5</c:v>
                </c:pt>
                <c:pt idx="48504">
                  <c:v>24.55</c:v>
                </c:pt>
                <c:pt idx="48505">
                  <c:v>24.55</c:v>
                </c:pt>
                <c:pt idx="48506">
                  <c:v>24.55</c:v>
                </c:pt>
                <c:pt idx="48507">
                  <c:v>24.55</c:v>
                </c:pt>
                <c:pt idx="48508">
                  <c:v>24.55</c:v>
                </c:pt>
                <c:pt idx="48509">
                  <c:v>24.55</c:v>
                </c:pt>
                <c:pt idx="48510">
                  <c:v>24.5</c:v>
                </c:pt>
                <c:pt idx="48511">
                  <c:v>24.5</c:v>
                </c:pt>
                <c:pt idx="48512">
                  <c:v>24.55</c:v>
                </c:pt>
                <c:pt idx="48513">
                  <c:v>24.55</c:v>
                </c:pt>
                <c:pt idx="48514">
                  <c:v>24.55</c:v>
                </c:pt>
                <c:pt idx="48515">
                  <c:v>24.55</c:v>
                </c:pt>
                <c:pt idx="48516">
                  <c:v>24.55</c:v>
                </c:pt>
                <c:pt idx="48517">
                  <c:v>24.55</c:v>
                </c:pt>
                <c:pt idx="48518">
                  <c:v>24.5</c:v>
                </c:pt>
                <c:pt idx="48519">
                  <c:v>24.5</c:v>
                </c:pt>
                <c:pt idx="48520">
                  <c:v>24.5</c:v>
                </c:pt>
                <c:pt idx="48521">
                  <c:v>24.5</c:v>
                </c:pt>
                <c:pt idx="48522">
                  <c:v>24.5</c:v>
                </c:pt>
                <c:pt idx="48523">
                  <c:v>24.5</c:v>
                </c:pt>
                <c:pt idx="48524">
                  <c:v>24.5</c:v>
                </c:pt>
                <c:pt idx="48525">
                  <c:v>24.5</c:v>
                </c:pt>
                <c:pt idx="48526">
                  <c:v>24.5</c:v>
                </c:pt>
                <c:pt idx="48527">
                  <c:v>24.5</c:v>
                </c:pt>
                <c:pt idx="48528">
                  <c:v>24.5</c:v>
                </c:pt>
                <c:pt idx="48529">
                  <c:v>24.5</c:v>
                </c:pt>
                <c:pt idx="48530">
                  <c:v>24.5</c:v>
                </c:pt>
                <c:pt idx="48531">
                  <c:v>24.5</c:v>
                </c:pt>
                <c:pt idx="48532">
                  <c:v>24.55</c:v>
                </c:pt>
                <c:pt idx="48533">
                  <c:v>24.55</c:v>
                </c:pt>
                <c:pt idx="48534">
                  <c:v>24.55</c:v>
                </c:pt>
                <c:pt idx="48535">
                  <c:v>24.55</c:v>
                </c:pt>
                <c:pt idx="48536">
                  <c:v>24.55</c:v>
                </c:pt>
                <c:pt idx="48537">
                  <c:v>24.55</c:v>
                </c:pt>
                <c:pt idx="48538">
                  <c:v>24.55</c:v>
                </c:pt>
                <c:pt idx="48539">
                  <c:v>24.55</c:v>
                </c:pt>
                <c:pt idx="48540">
                  <c:v>24.55</c:v>
                </c:pt>
                <c:pt idx="48541">
                  <c:v>24.55</c:v>
                </c:pt>
                <c:pt idx="48542">
                  <c:v>24.55</c:v>
                </c:pt>
                <c:pt idx="48543">
                  <c:v>24.55</c:v>
                </c:pt>
                <c:pt idx="48544">
                  <c:v>24.55</c:v>
                </c:pt>
                <c:pt idx="48545">
                  <c:v>24.55</c:v>
                </c:pt>
                <c:pt idx="48546">
                  <c:v>24.55</c:v>
                </c:pt>
                <c:pt idx="48547">
                  <c:v>24.55</c:v>
                </c:pt>
                <c:pt idx="48548">
                  <c:v>24.55</c:v>
                </c:pt>
                <c:pt idx="48549">
                  <c:v>24.55</c:v>
                </c:pt>
                <c:pt idx="48550">
                  <c:v>24.5</c:v>
                </c:pt>
                <c:pt idx="48551">
                  <c:v>24.5</c:v>
                </c:pt>
                <c:pt idx="48552">
                  <c:v>24.5</c:v>
                </c:pt>
                <c:pt idx="48553">
                  <c:v>24.5</c:v>
                </c:pt>
                <c:pt idx="48554">
                  <c:v>24.5</c:v>
                </c:pt>
                <c:pt idx="48555">
                  <c:v>24.5</c:v>
                </c:pt>
                <c:pt idx="48556">
                  <c:v>24.5</c:v>
                </c:pt>
                <c:pt idx="48557">
                  <c:v>24.5</c:v>
                </c:pt>
                <c:pt idx="48558">
                  <c:v>24.5</c:v>
                </c:pt>
                <c:pt idx="48559">
                  <c:v>24.55</c:v>
                </c:pt>
                <c:pt idx="48560">
                  <c:v>24.55</c:v>
                </c:pt>
                <c:pt idx="48561">
                  <c:v>24.55</c:v>
                </c:pt>
                <c:pt idx="48562">
                  <c:v>24.55</c:v>
                </c:pt>
                <c:pt idx="48563">
                  <c:v>24.55</c:v>
                </c:pt>
                <c:pt idx="48564">
                  <c:v>24.55</c:v>
                </c:pt>
                <c:pt idx="48565">
                  <c:v>24.55</c:v>
                </c:pt>
                <c:pt idx="48566">
                  <c:v>24.55</c:v>
                </c:pt>
                <c:pt idx="48567">
                  <c:v>24.55</c:v>
                </c:pt>
                <c:pt idx="48568">
                  <c:v>24.55</c:v>
                </c:pt>
                <c:pt idx="48569">
                  <c:v>24.55</c:v>
                </c:pt>
                <c:pt idx="48570">
                  <c:v>24.55</c:v>
                </c:pt>
                <c:pt idx="48571">
                  <c:v>24.55</c:v>
                </c:pt>
                <c:pt idx="48572">
                  <c:v>24.55</c:v>
                </c:pt>
                <c:pt idx="48573">
                  <c:v>24.55</c:v>
                </c:pt>
                <c:pt idx="48574">
                  <c:v>24.55</c:v>
                </c:pt>
                <c:pt idx="48575">
                  <c:v>24.55</c:v>
                </c:pt>
                <c:pt idx="48576">
                  <c:v>24.55</c:v>
                </c:pt>
                <c:pt idx="48577">
                  <c:v>24.55</c:v>
                </c:pt>
                <c:pt idx="48578">
                  <c:v>24.55</c:v>
                </c:pt>
                <c:pt idx="48579">
                  <c:v>24.55</c:v>
                </c:pt>
                <c:pt idx="48580">
                  <c:v>24.5</c:v>
                </c:pt>
                <c:pt idx="48581">
                  <c:v>24.55</c:v>
                </c:pt>
                <c:pt idx="48582">
                  <c:v>24.55</c:v>
                </c:pt>
                <c:pt idx="48583">
                  <c:v>24.5</c:v>
                </c:pt>
                <c:pt idx="48584">
                  <c:v>24.5</c:v>
                </c:pt>
                <c:pt idx="48585">
                  <c:v>24.5</c:v>
                </c:pt>
                <c:pt idx="48586">
                  <c:v>24.55</c:v>
                </c:pt>
                <c:pt idx="48587">
                  <c:v>24.5</c:v>
                </c:pt>
                <c:pt idx="48588">
                  <c:v>24.55</c:v>
                </c:pt>
                <c:pt idx="48589">
                  <c:v>24.55</c:v>
                </c:pt>
                <c:pt idx="48590">
                  <c:v>24.55</c:v>
                </c:pt>
                <c:pt idx="48591">
                  <c:v>24.55</c:v>
                </c:pt>
                <c:pt idx="48592">
                  <c:v>24.55</c:v>
                </c:pt>
                <c:pt idx="48593">
                  <c:v>24.55</c:v>
                </c:pt>
                <c:pt idx="48594">
                  <c:v>24.55</c:v>
                </c:pt>
                <c:pt idx="48595">
                  <c:v>24.55</c:v>
                </c:pt>
                <c:pt idx="48596">
                  <c:v>24.55</c:v>
                </c:pt>
                <c:pt idx="48597">
                  <c:v>24.55</c:v>
                </c:pt>
                <c:pt idx="48598">
                  <c:v>24.55</c:v>
                </c:pt>
                <c:pt idx="48599">
                  <c:v>24.55</c:v>
                </c:pt>
                <c:pt idx="48600">
                  <c:v>24.55</c:v>
                </c:pt>
                <c:pt idx="48601">
                  <c:v>24.55</c:v>
                </c:pt>
                <c:pt idx="48602">
                  <c:v>24.55</c:v>
                </c:pt>
                <c:pt idx="48603">
                  <c:v>24.55</c:v>
                </c:pt>
                <c:pt idx="48604">
                  <c:v>24.55</c:v>
                </c:pt>
                <c:pt idx="48605">
                  <c:v>24.55</c:v>
                </c:pt>
                <c:pt idx="48606">
                  <c:v>24.55</c:v>
                </c:pt>
                <c:pt idx="48607">
                  <c:v>24.55</c:v>
                </c:pt>
                <c:pt idx="48608">
                  <c:v>24.55</c:v>
                </c:pt>
                <c:pt idx="48609">
                  <c:v>24.55</c:v>
                </c:pt>
                <c:pt idx="48610">
                  <c:v>24.55</c:v>
                </c:pt>
                <c:pt idx="48611">
                  <c:v>24.55</c:v>
                </c:pt>
                <c:pt idx="48612">
                  <c:v>24.55</c:v>
                </c:pt>
                <c:pt idx="48613">
                  <c:v>24.55</c:v>
                </c:pt>
                <c:pt idx="48614">
                  <c:v>24.55</c:v>
                </c:pt>
                <c:pt idx="48615">
                  <c:v>24.55</c:v>
                </c:pt>
                <c:pt idx="48616">
                  <c:v>24.55</c:v>
                </c:pt>
                <c:pt idx="48617">
                  <c:v>24.55</c:v>
                </c:pt>
                <c:pt idx="48618">
                  <c:v>24.55</c:v>
                </c:pt>
                <c:pt idx="48619">
                  <c:v>24.55</c:v>
                </c:pt>
                <c:pt idx="48620">
                  <c:v>24.55</c:v>
                </c:pt>
                <c:pt idx="48621">
                  <c:v>24.55</c:v>
                </c:pt>
                <c:pt idx="48622">
                  <c:v>24.55</c:v>
                </c:pt>
                <c:pt idx="48623">
                  <c:v>24.55</c:v>
                </c:pt>
                <c:pt idx="48624">
                  <c:v>24.55</c:v>
                </c:pt>
                <c:pt idx="48625">
                  <c:v>24.55</c:v>
                </c:pt>
                <c:pt idx="48626">
                  <c:v>24.55</c:v>
                </c:pt>
                <c:pt idx="48627">
                  <c:v>24.55</c:v>
                </c:pt>
                <c:pt idx="48628">
                  <c:v>24.55</c:v>
                </c:pt>
                <c:pt idx="48629">
                  <c:v>24.55</c:v>
                </c:pt>
                <c:pt idx="48630">
                  <c:v>24.55</c:v>
                </c:pt>
                <c:pt idx="48631">
                  <c:v>24.55</c:v>
                </c:pt>
                <c:pt idx="48632">
                  <c:v>24.55</c:v>
                </c:pt>
                <c:pt idx="48633">
                  <c:v>24.55</c:v>
                </c:pt>
                <c:pt idx="48634">
                  <c:v>24.55</c:v>
                </c:pt>
                <c:pt idx="48635">
                  <c:v>24.55</c:v>
                </c:pt>
                <c:pt idx="48636">
                  <c:v>24.55</c:v>
                </c:pt>
                <c:pt idx="48637">
                  <c:v>24.55</c:v>
                </c:pt>
                <c:pt idx="48638">
                  <c:v>24.55</c:v>
                </c:pt>
                <c:pt idx="48639">
                  <c:v>24.55</c:v>
                </c:pt>
                <c:pt idx="48640">
                  <c:v>24.55</c:v>
                </c:pt>
                <c:pt idx="48641">
                  <c:v>24.55</c:v>
                </c:pt>
                <c:pt idx="48642">
                  <c:v>24.55</c:v>
                </c:pt>
                <c:pt idx="48643">
                  <c:v>24.55</c:v>
                </c:pt>
                <c:pt idx="48644">
                  <c:v>24.55</c:v>
                </c:pt>
                <c:pt idx="48645">
                  <c:v>24.55</c:v>
                </c:pt>
                <c:pt idx="48646">
                  <c:v>24.55</c:v>
                </c:pt>
                <c:pt idx="48647">
                  <c:v>24.55</c:v>
                </c:pt>
                <c:pt idx="48648">
                  <c:v>24.55</c:v>
                </c:pt>
                <c:pt idx="48649">
                  <c:v>24.55</c:v>
                </c:pt>
                <c:pt idx="48650">
                  <c:v>24.55</c:v>
                </c:pt>
                <c:pt idx="48651">
                  <c:v>24.55</c:v>
                </c:pt>
                <c:pt idx="48652">
                  <c:v>24.55</c:v>
                </c:pt>
                <c:pt idx="48653">
                  <c:v>24.55</c:v>
                </c:pt>
                <c:pt idx="48654">
                  <c:v>24.55</c:v>
                </c:pt>
                <c:pt idx="48655">
                  <c:v>24.55</c:v>
                </c:pt>
                <c:pt idx="48656">
                  <c:v>24.55</c:v>
                </c:pt>
                <c:pt idx="48657">
                  <c:v>24.55</c:v>
                </c:pt>
                <c:pt idx="48658">
                  <c:v>24.55</c:v>
                </c:pt>
                <c:pt idx="48659">
                  <c:v>24.55</c:v>
                </c:pt>
                <c:pt idx="48660">
                  <c:v>24.55</c:v>
                </c:pt>
                <c:pt idx="48661">
                  <c:v>24.55</c:v>
                </c:pt>
                <c:pt idx="48662">
                  <c:v>24.55</c:v>
                </c:pt>
                <c:pt idx="48663">
                  <c:v>24.55</c:v>
                </c:pt>
                <c:pt idx="48664">
                  <c:v>24.55</c:v>
                </c:pt>
                <c:pt idx="48665">
                  <c:v>24.55</c:v>
                </c:pt>
                <c:pt idx="48666">
                  <c:v>24.55</c:v>
                </c:pt>
                <c:pt idx="48667">
                  <c:v>24.55</c:v>
                </c:pt>
                <c:pt idx="48668">
                  <c:v>24.55</c:v>
                </c:pt>
                <c:pt idx="48669">
                  <c:v>24.55</c:v>
                </c:pt>
                <c:pt idx="48670">
                  <c:v>24.55</c:v>
                </c:pt>
                <c:pt idx="48671">
                  <c:v>24.55</c:v>
                </c:pt>
                <c:pt idx="48672">
                  <c:v>24.55</c:v>
                </c:pt>
                <c:pt idx="48673">
                  <c:v>24.55</c:v>
                </c:pt>
                <c:pt idx="48674">
                  <c:v>24.55</c:v>
                </c:pt>
                <c:pt idx="48675">
                  <c:v>24.55</c:v>
                </c:pt>
                <c:pt idx="48676">
                  <c:v>24.55</c:v>
                </c:pt>
                <c:pt idx="48677">
                  <c:v>24.55</c:v>
                </c:pt>
                <c:pt idx="48678">
                  <c:v>24.55</c:v>
                </c:pt>
                <c:pt idx="48679">
                  <c:v>24.55</c:v>
                </c:pt>
                <c:pt idx="48680">
                  <c:v>24.55</c:v>
                </c:pt>
                <c:pt idx="48681">
                  <c:v>24.55</c:v>
                </c:pt>
                <c:pt idx="48682">
                  <c:v>24.55</c:v>
                </c:pt>
                <c:pt idx="48683">
                  <c:v>24.55</c:v>
                </c:pt>
                <c:pt idx="48684">
                  <c:v>24.55</c:v>
                </c:pt>
                <c:pt idx="48685">
                  <c:v>24.55</c:v>
                </c:pt>
                <c:pt idx="48686">
                  <c:v>24.55</c:v>
                </c:pt>
                <c:pt idx="48687">
                  <c:v>24.55</c:v>
                </c:pt>
                <c:pt idx="48688">
                  <c:v>24.55</c:v>
                </c:pt>
                <c:pt idx="48689">
                  <c:v>24.55</c:v>
                </c:pt>
                <c:pt idx="48690">
                  <c:v>24.55</c:v>
                </c:pt>
                <c:pt idx="48691">
                  <c:v>24.55</c:v>
                </c:pt>
                <c:pt idx="48692">
                  <c:v>24.55</c:v>
                </c:pt>
                <c:pt idx="48693">
                  <c:v>24.55</c:v>
                </c:pt>
                <c:pt idx="48694">
                  <c:v>24.55</c:v>
                </c:pt>
                <c:pt idx="48695">
                  <c:v>24.55</c:v>
                </c:pt>
                <c:pt idx="48696">
                  <c:v>24.55</c:v>
                </c:pt>
                <c:pt idx="48697">
                  <c:v>24.55</c:v>
                </c:pt>
                <c:pt idx="48698">
                  <c:v>24.55</c:v>
                </c:pt>
                <c:pt idx="48699">
                  <c:v>24.55</c:v>
                </c:pt>
                <c:pt idx="48700">
                  <c:v>24.55</c:v>
                </c:pt>
                <c:pt idx="48701">
                  <c:v>24.55</c:v>
                </c:pt>
                <c:pt idx="48702">
                  <c:v>24.55</c:v>
                </c:pt>
                <c:pt idx="48703">
                  <c:v>24.55</c:v>
                </c:pt>
                <c:pt idx="48704">
                  <c:v>24.55</c:v>
                </c:pt>
                <c:pt idx="48705">
                  <c:v>24.55</c:v>
                </c:pt>
                <c:pt idx="48706">
                  <c:v>24.55</c:v>
                </c:pt>
                <c:pt idx="48707">
                  <c:v>24.55</c:v>
                </c:pt>
                <c:pt idx="48708">
                  <c:v>24.55</c:v>
                </c:pt>
                <c:pt idx="48709">
                  <c:v>24.55</c:v>
                </c:pt>
                <c:pt idx="48710">
                  <c:v>24.55</c:v>
                </c:pt>
                <c:pt idx="48711">
                  <c:v>24.55</c:v>
                </c:pt>
                <c:pt idx="48712">
                  <c:v>24.55</c:v>
                </c:pt>
                <c:pt idx="48713">
                  <c:v>24.55</c:v>
                </c:pt>
                <c:pt idx="48714">
                  <c:v>24.55</c:v>
                </c:pt>
                <c:pt idx="48715">
                  <c:v>24.55</c:v>
                </c:pt>
                <c:pt idx="48716">
                  <c:v>24.55</c:v>
                </c:pt>
                <c:pt idx="48717">
                  <c:v>24.55</c:v>
                </c:pt>
                <c:pt idx="48718">
                  <c:v>24.55</c:v>
                </c:pt>
                <c:pt idx="48719">
                  <c:v>24.55</c:v>
                </c:pt>
                <c:pt idx="48720">
                  <c:v>24.55</c:v>
                </c:pt>
                <c:pt idx="48721">
                  <c:v>24.55</c:v>
                </c:pt>
                <c:pt idx="48722">
                  <c:v>24.55</c:v>
                </c:pt>
                <c:pt idx="48723">
                  <c:v>24.55</c:v>
                </c:pt>
                <c:pt idx="48724">
                  <c:v>24.55</c:v>
                </c:pt>
                <c:pt idx="48725">
                  <c:v>24.55</c:v>
                </c:pt>
                <c:pt idx="48726">
                  <c:v>24.55</c:v>
                </c:pt>
                <c:pt idx="48727">
                  <c:v>24.55</c:v>
                </c:pt>
                <c:pt idx="48728">
                  <c:v>24.5</c:v>
                </c:pt>
                <c:pt idx="48729">
                  <c:v>24.55</c:v>
                </c:pt>
                <c:pt idx="48730">
                  <c:v>24.55</c:v>
                </c:pt>
                <c:pt idx="48731">
                  <c:v>24.5</c:v>
                </c:pt>
                <c:pt idx="48732">
                  <c:v>24.5</c:v>
                </c:pt>
                <c:pt idx="48733">
                  <c:v>24.5</c:v>
                </c:pt>
                <c:pt idx="48734">
                  <c:v>24.55</c:v>
                </c:pt>
                <c:pt idx="48735">
                  <c:v>24.55</c:v>
                </c:pt>
                <c:pt idx="48736">
                  <c:v>24.5</c:v>
                </c:pt>
                <c:pt idx="48737">
                  <c:v>24.5</c:v>
                </c:pt>
                <c:pt idx="48738">
                  <c:v>24.5</c:v>
                </c:pt>
                <c:pt idx="48739">
                  <c:v>24.5</c:v>
                </c:pt>
                <c:pt idx="48740">
                  <c:v>24.5</c:v>
                </c:pt>
                <c:pt idx="48741">
                  <c:v>24.5</c:v>
                </c:pt>
                <c:pt idx="48742">
                  <c:v>24.55</c:v>
                </c:pt>
                <c:pt idx="48743">
                  <c:v>24.5</c:v>
                </c:pt>
                <c:pt idx="48744">
                  <c:v>24.5</c:v>
                </c:pt>
                <c:pt idx="48745">
                  <c:v>24.5</c:v>
                </c:pt>
                <c:pt idx="48746">
                  <c:v>24.5</c:v>
                </c:pt>
                <c:pt idx="48747">
                  <c:v>24.5</c:v>
                </c:pt>
                <c:pt idx="48748">
                  <c:v>24.5</c:v>
                </c:pt>
                <c:pt idx="48749">
                  <c:v>24.5</c:v>
                </c:pt>
                <c:pt idx="48750">
                  <c:v>24.5</c:v>
                </c:pt>
                <c:pt idx="48751">
                  <c:v>24.5</c:v>
                </c:pt>
                <c:pt idx="48752">
                  <c:v>24.5</c:v>
                </c:pt>
                <c:pt idx="48753">
                  <c:v>24.5</c:v>
                </c:pt>
                <c:pt idx="48754">
                  <c:v>24.5</c:v>
                </c:pt>
                <c:pt idx="48755">
                  <c:v>24.5</c:v>
                </c:pt>
                <c:pt idx="48756">
                  <c:v>24.5</c:v>
                </c:pt>
                <c:pt idx="48757">
                  <c:v>24.5</c:v>
                </c:pt>
                <c:pt idx="48758">
                  <c:v>24.5</c:v>
                </c:pt>
                <c:pt idx="48759">
                  <c:v>24.5</c:v>
                </c:pt>
                <c:pt idx="48760">
                  <c:v>24.5</c:v>
                </c:pt>
                <c:pt idx="48761">
                  <c:v>24.5</c:v>
                </c:pt>
                <c:pt idx="48762">
                  <c:v>24.5</c:v>
                </c:pt>
                <c:pt idx="48763">
                  <c:v>24.5</c:v>
                </c:pt>
                <c:pt idx="48764">
                  <c:v>24.5</c:v>
                </c:pt>
                <c:pt idx="48765">
                  <c:v>24.5</c:v>
                </c:pt>
                <c:pt idx="48766">
                  <c:v>24.5</c:v>
                </c:pt>
                <c:pt idx="48767">
                  <c:v>24.5</c:v>
                </c:pt>
                <c:pt idx="48768">
                  <c:v>24.5</c:v>
                </c:pt>
                <c:pt idx="48769">
                  <c:v>24.5</c:v>
                </c:pt>
                <c:pt idx="48770">
                  <c:v>24.5</c:v>
                </c:pt>
                <c:pt idx="48771">
                  <c:v>24.5</c:v>
                </c:pt>
                <c:pt idx="48772">
                  <c:v>24.5</c:v>
                </c:pt>
                <c:pt idx="48773">
                  <c:v>24.5</c:v>
                </c:pt>
                <c:pt idx="48774">
                  <c:v>24.55</c:v>
                </c:pt>
                <c:pt idx="48775">
                  <c:v>24.5</c:v>
                </c:pt>
                <c:pt idx="48776">
                  <c:v>24.5</c:v>
                </c:pt>
                <c:pt idx="48777">
                  <c:v>24.55</c:v>
                </c:pt>
                <c:pt idx="48778">
                  <c:v>24.55</c:v>
                </c:pt>
                <c:pt idx="48779">
                  <c:v>24.55</c:v>
                </c:pt>
                <c:pt idx="48780">
                  <c:v>24.55</c:v>
                </c:pt>
                <c:pt idx="48781">
                  <c:v>24.55</c:v>
                </c:pt>
                <c:pt idx="48782">
                  <c:v>24.55</c:v>
                </c:pt>
                <c:pt idx="48783">
                  <c:v>24.55</c:v>
                </c:pt>
                <c:pt idx="48784">
                  <c:v>24.55</c:v>
                </c:pt>
                <c:pt idx="48785">
                  <c:v>24.55</c:v>
                </c:pt>
                <c:pt idx="48786">
                  <c:v>24.55</c:v>
                </c:pt>
                <c:pt idx="48787">
                  <c:v>24.55</c:v>
                </c:pt>
                <c:pt idx="48788">
                  <c:v>24.55</c:v>
                </c:pt>
                <c:pt idx="48789">
                  <c:v>24.55</c:v>
                </c:pt>
                <c:pt idx="48790">
                  <c:v>24.55</c:v>
                </c:pt>
                <c:pt idx="48791">
                  <c:v>24.55</c:v>
                </c:pt>
                <c:pt idx="48792">
                  <c:v>24.55</c:v>
                </c:pt>
                <c:pt idx="48793">
                  <c:v>24.5</c:v>
                </c:pt>
                <c:pt idx="48794">
                  <c:v>24.5</c:v>
                </c:pt>
                <c:pt idx="48795">
                  <c:v>24.5</c:v>
                </c:pt>
                <c:pt idx="48796">
                  <c:v>24.5</c:v>
                </c:pt>
                <c:pt idx="48797">
                  <c:v>24.5</c:v>
                </c:pt>
                <c:pt idx="48798">
                  <c:v>24.55</c:v>
                </c:pt>
                <c:pt idx="48799">
                  <c:v>24.5</c:v>
                </c:pt>
                <c:pt idx="48800">
                  <c:v>24.5</c:v>
                </c:pt>
                <c:pt idx="48801">
                  <c:v>24.5</c:v>
                </c:pt>
                <c:pt idx="48802">
                  <c:v>24.55</c:v>
                </c:pt>
                <c:pt idx="48803">
                  <c:v>24.5</c:v>
                </c:pt>
                <c:pt idx="48804">
                  <c:v>24.55</c:v>
                </c:pt>
                <c:pt idx="48805">
                  <c:v>24.55</c:v>
                </c:pt>
                <c:pt idx="48806">
                  <c:v>24.55</c:v>
                </c:pt>
                <c:pt idx="48807">
                  <c:v>24.55</c:v>
                </c:pt>
                <c:pt idx="48808">
                  <c:v>24.55</c:v>
                </c:pt>
                <c:pt idx="48809">
                  <c:v>24.55</c:v>
                </c:pt>
                <c:pt idx="48810">
                  <c:v>24.55</c:v>
                </c:pt>
                <c:pt idx="48811">
                  <c:v>24.55</c:v>
                </c:pt>
                <c:pt idx="48812">
                  <c:v>24.55</c:v>
                </c:pt>
                <c:pt idx="48813">
                  <c:v>24.55</c:v>
                </c:pt>
                <c:pt idx="48814">
                  <c:v>24.55</c:v>
                </c:pt>
                <c:pt idx="48815">
                  <c:v>24.55</c:v>
                </c:pt>
                <c:pt idx="48816">
                  <c:v>24.55</c:v>
                </c:pt>
                <c:pt idx="48817">
                  <c:v>24.55</c:v>
                </c:pt>
                <c:pt idx="48818">
                  <c:v>24.55</c:v>
                </c:pt>
                <c:pt idx="48819">
                  <c:v>24.55</c:v>
                </c:pt>
                <c:pt idx="48820">
                  <c:v>24.55</c:v>
                </c:pt>
                <c:pt idx="48821">
                  <c:v>24.55</c:v>
                </c:pt>
                <c:pt idx="48822">
                  <c:v>24.5</c:v>
                </c:pt>
                <c:pt idx="48823">
                  <c:v>24.5</c:v>
                </c:pt>
                <c:pt idx="48824">
                  <c:v>24.5</c:v>
                </c:pt>
                <c:pt idx="48825">
                  <c:v>24.55</c:v>
                </c:pt>
                <c:pt idx="48826">
                  <c:v>24.5</c:v>
                </c:pt>
                <c:pt idx="48827">
                  <c:v>24.5</c:v>
                </c:pt>
                <c:pt idx="48828">
                  <c:v>24.5</c:v>
                </c:pt>
                <c:pt idx="48829">
                  <c:v>24.55</c:v>
                </c:pt>
                <c:pt idx="48830">
                  <c:v>24.55</c:v>
                </c:pt>
                <c:pt idx="48831">
                  <c:v>24.5</c:v>
                </c:pt>
                <c:pt idx="48832">
                  <c:v>24.55</c:v>
                </c:pt>
                <c:pt idx="48833">
                  <c:v>24.55</c:v>
                </c:pt>
                <c:pt idx="48834">
                  <c:v>24.55</c:v>
                </c:pt>
                <c:pt idx="48835">
                  <c:v>24.55</c:v>
                </c:pt>
                <c:pt idx="48836">
                  <c:v>24.55</c:v>
                </c:pt>
                <c:pt idx="48837">
                  <c:v>24.55</c:v>
                </c:pt>
                <c:pt idx="48838">
                  <c:v>24.55</c:v>
                </c:pt>
                <c:pt idx="48839">
                  <c:v>24.55</c:v>
                </c:pt>
                <c:pt idx="48840">
                  <c:v>24.55</c:v>
                </c:pt>
                <c:pt idx="48841">
                  <c:v>24.55</c:v>
                </c:pt>
                <c:pt idx="48842">
                  <c:v>24.55</c:v>
                </c:pt>
                <c:pt idx="48843">
                  <c:v>24.55</c:v>
                </c:pt>
                <c:pt idx="48844">
                  <c:v>24.55</c:v>
                </c:pt>
                <c:pt idx="48845">
                  <c:v>24.55</c:v>
                </c:pt>
                <c:pt idx="48846">
                  <c:v>24.55</c:v>
                </c:pt>
                <c:pt idx="48847">
                  <c:v>24.55</c:v>
                </c:pt>
                <c:pt idx="48848">
                  <c:v>24.5</c:v>
                </c:pt>
                <c:pt idx="48849">
                  <c:v>24.5</c:v>
                </c:pt>
                <c:pt idx="48850">
                  <c:v>24.55</c:v>
                </c:pt>
                <c:pt idx="48851">
                  <c:v>24.55</c:v>
                </c:pt>
                <c:pt idx="48852">
                  <c:v>24.5</c:v>
                </c:pt>
                <c:pt idx="48853">
                  <c:v>24.5</c:v>
                </c:pt>
                <c:pt idx="48854">
                  <c:v>24.55</c:v>
                </c:pt>
                <c:pt idx="48855">
                  <c:v>24.5</c:v>
                </c:pt>
                <c:pt idx="48856">
                  <c:v>24.5</c:v>
                </c:pt>
                <c:pt idx="48857">
                  <c:v>24.5</c:v>
                </c:pt>
                <c:pt idx="48858">
                  <c:v>24.55</c:v>
                </c:pt>
                <c:pt idx="48859">
                  <c:v>24.55</c:v>
                </c:pt>
                <c:pt idx="48860">
                  <c:v>24.5</c:v>
                </c:pt>
                <c:pt idx="48861">
                  <c:v>24.55</c:v>
                </c:pt>
                <c:pt idx="48862">
                  <c:v>24.55</c:v>
                </c:pt>
                <c:pt idx="48863">
                  <c:v>24.55</c:v>
                </c:pt>
                <c:pt idx="48864">
                  <c:v>24.55</c:v>
                </c:pt>
                <c:pt idx="48865">
                  <c:v>24.55</c:v>
                </c:pt>
                <c:pt idx="48866">
                  <c:v>24.55</c:v>
                </c:pt>
                <c:pt idx="48867">
                  <c:v>24.55</c:v>
                </c:pt>
                <c:pt idx="48868">
                  <c:v>24.55</c:v>
                </c:pt>
                <c:pt idx="48869">
                  <c:v>24.55</c:v>
                </c:pt>
                <c:pt idx="48870">
                  <c:v>24.55</c:v>
                </c:pt>
                <c:pt idx="48871">
                  <c:v>24.55</c:v>
                </c:pt>
                <c:pt idx="48872">
                  <c:v>24.55</c:v>
                </c:pt>
                <c:pt idx="48873">
                  <c:v>24.55</c:v>
                </c:pt>
                <c:pt idx="48874">
                  <c:v>24.55</c:v>
                </c:pt>
                <c:pt idx="48875">
                  <c:v>24.55</c:v>
                </c:pt>
                <c:pt idx="48876">
                  <c:v>24.55</c:v>
                </c:pt>
                <c:pt idx="48877">
                  <c:v>24.55</c:v>
                </c:pt>
                <c:pt idx="48878">
                  <c:v>24.55</c:v>
                </c:pt>
                <c:pt idx="48879">
                  <c:v>24.55</c:v>
                </c:pt>
                <c:pt idx="48880">
                  <c:v>24.55</c:v>
                </c:pt>
                <c:pt idx="48881">
                  <c:v>24.55</c:v>
                </c:pt>
                <c:pt idx="48882">
                  <c:v>24.55</c:v>
                </c:pt>
                <c:pt idx="48883">
                  <c:v>24.55</c:v>
                </c:pt>
                <c:pt idx="48884">
                  <c:v>24.55</c:v>
                </c:pt>
                <c:pt idx="48885">
                  <c:v>24.55</c:v>
                </c:pt>
                <c:pt idx="48886">
                  <c:v>24.55</c:v>
                </c:pt>
                <c:pt idx="48887">
                  <c:v>24.55</c:v>
                </c:pt>
                <c:pt idx="48888">
                  <c:v>24.55</c:v>
                </c:pt>
                <c:pt idx="48889">
                  <c:v>24.55</c:v>
                </c:pt>
                <c:pt idx="48890">
                  <c:v>24.55</c:v>
                </c:pt>
                <c:pt idx="48891">
                  <c:v>24.55</c:v>
                </c:pt>
                <c:pt idx="48892">
                  <c:v>24.55</c:v>
                </c:pt>
                <c:pt idx="48893">
                  <c:v>24.5</c:v>
                </c:pt>
                <c:pt idx="48894">
                  <c:v>24.55</c:v>
                </c:pt>
                <c:pt idx="48895">
                  <c:v>24.55</c:v>
                </c:pt>
                <c:pt idx="48896">
                  <c:v>24.55</c:v>
                </c:pt>
                <c:pt idx="48897">
                  <c:v>24.55</c:v>
                </c:pt>
                <c:pt idx="48898">
                  <c:v>24.55</c:v>
                </c:pt>
                <c:pt idx="48899">
                  <c:v>24.55</c:v>
                </c:pt>
                <c:pt idx="48900">
                  <c:v>24.55</c:v>
                </c:pt>
                <c:pt idx="48901">
                  <c:v>24.55</c:v>
                </c:pt>
                <c:pt idx="48902">
                  <c:v>24.55</c:v>
                </c:pt>
                <c:pt idx="48903">
                  <c:v>24.55</c:v>
                </c:pt>
                <c:pt idx="48904">
                  <c:v>24.55</c:v>
                </c:pt>
                <c:pt idx="48905">
                  <c:v>24.55</c:v>
                </c:pt>
                <c:pt idx="48906">
                  <c:v>24.55</c:v>
                </c:pt>
                <c:pt idx="48907">
                  <c:v>24.55</c:v>
                </c:pt>
                <c:pt idx="48908">
                  <c:v>24.55</c:v>
                </c:pt>
                <c:pt idx="48909">
                  <c:v>24.55</c:v>
                </c:pt>
                <c:pt idx="48910">
                  <c:v>24.55</c:v>
                </c:pt>
                <c:pt idx="48911">
                  <c:v>24.55</c:v>
                </c:pt>
                <c:pt idx="48912">
                  <c:v>24.55</c:v>
                </c:pt>
                <c:pt idx="48913">
                  <c:v>24.55</c:v>
                </c:pt>
                <c:pt idx="48914">
                  <c:v>24.55</c:v>
                </c:pt>
                <c:pt idx="48915">
                  <c:v>24.55</c:v>
                </c:pt>
                <c:pt idx="48916">
                  <c:v>24.55</c:v>
                </c:pt>
                <c:pt idx="48917">
                  <c:v>24.55</c:v>
                </c:pt>
                <c:pt idx="48918">
                  <c:v>24.55</c:v>
                </c:pt>
                <c:pt idx="48919">
                  <c:v>24.55</c:v>
                </c:pt>
                <c:pt idx="48920">
                  <c:v>24.55</c:v>
                </c:pt>
                <c:pt idx="48921">
                  <c:v>24.55</c:v>
                </c:pt>
                <c:pt idx="48922">
                  <c:v>24.55</c:v>
                </c:pt>
                <c:pt idx="48923">
                  <c:v>24.55</c:v>
                </c:pt>
                <c:pt idx="48924">
                  <c:v>24.55</c:v>
                </c:pt>
                <c:pt idx="48925">
                  <c:v>24.55</c:v>
                </c:pt>
                <c:pt idx="48926">
                  <c:v>24.55</c:v>
                </c:pt>
                <c:pt idx="48927">
                  <c:v>24.55</c:v>
                </c:pt>
                <c:pt idx="48928">
                  <c:v>24.55</c:v>
                </c:pt>
                <c:pt idx="48929">
                  <c:v>24.55</c:v>
                </c:pt>
                <c:pt idx="48930">
                  <c:v>24.55</c:v>
                </c:pt>
                <c:pt idx="48931">
                  <c:v>24.55</c:v>
                </c:pt>
                <c:pt idx="48932">
                  <c:v>24.55</c:v>
                </c:pt>
                <c:pt idx="48933">
                  <c:v>24.55</c:v>
                </c:pt>
                <c:pt idx="48934">
                  <c:v>24.55</c:v>
                </c:pt>
                <c:pt idx="48935">
                  <c:v>24.55</c:v>
                </c:pt>
                <c:pt idx="48936">
                  <c:v>24.55</c:v>
                </c:pt>
                <c:pt idx="48937">
                  <c:v>24.55</c:v>
                </c:pt>
                <c:pt idx="48938">
                  <c:v>24.55</c:v>
                </c:pt>
                <c:pt idx="48939">
                  <c:v>24.55</c:v>
                </c:pt>
                <c:pt idx="48940">
                  <c:v>24.55</c:v>
                </c:pt>
                <c:pt idx="48941">
                  <c:v>24.55</c:v>
                </c:pt>
                <c:pt idx="48942">
                  <c:v>24.55</c:v>
                </c:pt>
                <c:pt idx="48943">
                  <c:v>24.5</c:v>
                </c:pt>
                <c:pt idx="48944">
                  <c:v>24.55</c:v>
                </c:pt>
                <c:pt idx="48945">
                  <c:v>24.5</c:v>
                </c:pt>
                <c:pt idx="48946">
                  <c:v>24.5</c:v>
                </c:pt>
                <c:pt idx="48947">
                  <c:v>24.55</c:v>
                </c:pt>
                <c:pt idx="48948">
                  <c:v>24.5</c:v>
                </c:pt>
                <c:pt idx="48949">
                  <c:v>24.5</c:v>
                </c:pt>
                <c:pt idx="48950">
                  <c:v>24.5</c:v>
                </c:pt>
                <c:pt idx="48951">
                  <c:v>24.5</c:v>
                </c:pt>
                <c:pt idx="48952">
                  <c:v>24.5</c:v>
                </c:pt>
                <c:pt idx="48953">
                  <c:v>24.5</c:v>
                </c:pt>
                <c:pt idx="48954">
                  <c:v>24.55</c:v>
                </c:pt>
                <c:pt idx="48955">
                  <c:v>24.5</c:v>
                </c:pt>
                <c:pt idx="48956">
                  <c:v>24.5</c:v>
                </c:pt>
                <c:pt idx="48957">
                  <c:v>24.55</c:v>
                </c:pt>
                <c:pt idx="48958">
                  <c:v>24.5</c:v>
                </c:pt>
                <c:pt idx="48959">
                  <c:v>24.55</c:v>
                </c:pt>
                <c:pt idx="48960">
                  <c:v>24.5</c:v>
                </c:pt>
                <c:pt idx="48961">
                  <c:v>24.5</c:v>
                </c:pt>
                <c:pt idx="48962">
                  <c:v>24.5</c:v>
                </c:pt>
                <c:pt idx="48963">
                  <c:v>24.5</c:v>
                </c:pt>
                <c:pt idx="48964">
                  <c:v>24.5</c:v>
                </c:pt>
                <c:pt idx="48965">
                  <c:v>24.5</c:v>
                </c:pt>
                <c:pt idx="48966">
                  <c:v>24.5</c:v>
                </c:pt>
                <c:pt idx="48967">
                  <c:v>24.5</c:v>
                </c:pt>
                <c:pt idx="48968">
                  <c:v>24.5</c:v>
                </c:pt>
                <c:pt idx="48969">
                  <c:v>24.5</c:v>
                </c:pt>
                <c:pt idx="48970">
                  <c:v>24.5</c:v>
                </c:pt>
                <c:pt idx="48971">
                  <c:v>24.5</c:v>
                </c:pt>
                <c:pt idx="48972">
                  <c:v>24.5</c:v>
                </c:pt>
                <c:pt idx="48973">
                  <c:v>24.5</c:v>
                </c:pt>
                <c:pt idx="48974">
                  <c:v>24.5</c:v>
                </c:pt>
                <c:pt idx="48975">
                  <c:v>24.5</c:v>
                </c:pt>
                <c:pt idx="48976">
                  <c:v>24.5</c:v>
                </c:pt>
                <c:pt idx="48977">
                  <c:v>24.5</c:v>
                </c:pt>
                <c:pt idx="48978">
                  <c:v>24.5</c:v>
                </c:pt>
                <c:pt idx="48979">
                  <c:v>24.5</c:v>
                </c:pt>
                <c:pt idx="48980">
                  <c:v>24.5</c:v>
                </c:pt>
                <c:pt idx="48981">
                  <c:v>24.5</c:v>
                </c:pt>
                <c:pt idx="48982">
                  <c:v>24.5</c:v>
                </c:pt>
                <c:pt idx="48983">
                  <c:v>24.5</c:v>
                </c:pt>
                <c:pt idx="48984">
                  <c:v>24.5</c:v>
                </c:pt>
                <c:pt idx="48985">
                  <c:v>24.5</c:v>
                </c:pt>
                <c:pt idx="48986">
                  <c:v>24.5</c:v>
                </c:pt>
                <c:pt idx="48987">
                  <c:v>24.5</c:v>
                </c:pt>
                <c:pt idx="48988">
                  <c:v>24.5</c:v>
                </c:pt>
                <c:pt idx="48989">
                  <c:v>24.5</c:v>
                </c:pt>
                <c:pt idx="48990">
                  <c:v>24.5</c:v>
                </c:pt>
                <c:pt idx="48991">
                  <c:v>24.5</c:v>
                </c:pt>
                <c:pt idx="48992">
                  <c:v>24.5</c:v>
                </c:pt>
                <c:pt idx="48993">
                  <c:v>24.5</c:v>
                </c:pt>
                <c:pt idx="48994">
                  <c:v>24.5</c:v>
                </c:pt>
                <c:pt idx="48995">
                  <c:v>24.5</c:v>
                </c:pt>
                <c:pt idx="48996">
                  <c:v>24.5</c:v>
                </c:pt>
                <c:pt idx="48997">
                  <c:v>24.5</c:v>
                </c:pt>
                <c:pt idx="48998">
                  <c:v>24.5</c:v>
                </c:pt>
                <c:pt idx="48999">
                  <c:v>24.5</c:v>
                </c:pt>
                <c:pt idx="49000">
                  <c:v>24.5</c:v>
                </c:pt>
                <c:pt idx="49001">
                  <c:v>24.5</c:v>
                </c:pt>
                <c:pt idx="49002">
                  <c:v>24.5</c:v>
                </c:pt>
                <c:pt idx="49003">
                  <c:v>24.5</c:v>
                </c:pt>
                <c:pt idx="49004">
                  <c:v>24.5</c:v>
                </c:pt>
                <c:pt idx="49005">
                  <c:v>24.5</c:v>
                </c:pt>
                <c:pt idx="49006">
                  <c:v>24.5</c:v>
                </c:pt>
                <c:pt idx="49007">
                  <c:v>24.5</c:v>
                </c:pt>
                <c:pt idx="49008">
                  <c:v>24.5</c:v>
                </c:pt>
                <c:pt idx="49009">
                  <c:v>24.5</c:v>
                </c:pt>
                <c:pt idx="49010">
                  <c:v>24.5</c:v>
                </c:pt>
                <c:pt idx="49011">
                  <c:v>24.5</c:v>
                </c:pt>
                <c:pt idx="49012">
                  <c:v>24.5</c:v>
                </c:pt>
                <c:pt idx="49013">
                  <c:v>24.5</c:v>
                </c:pt>
                <c:pt idx="49014">
                  <c:v>24.5</c:v>
                </c:pt>
                <c:pt idx="49015">
                  <c:v>24.5</c:v>
                </c:pt>
                <c:pt idx="49016">
                  <c:v>24.5</c:v>
                </c:pt>
                <c:pt idx="49017">
                  <c:v>24.5</c:v>
                </c:pt>
                <c:pt idx="49018">
                  <c:v>24.5</c:v>
                </c:pt>
                <c:pt idx="49019">
                  <c:v>24.5</c:v>
                </c:pt>
                <c:pt idx="49020">
                  <c:v>24.5</c:v>
                </c:pt>
                <c:pt idx="49021">
                  <c:v>24.5</c:v>
                </c:pt>
                <c:pt idx="49022">
                  <c:v>24.5</c:v>
                </c:pt>
                <c:pt idx="49023">
                  <c:v>24.5</c:v>
                </c:pt>
                <c:pt idx="49024">
                  <c:v>24.5</c:v>
                </c:pt>
                <c:pt idx="49025">
                  <c:v>24.5</c:v>
                </c:pt>
                <c:pt idx="49026">
                  <c:v>24.5</c:v>
                </c:pt>
                <c:pt idx="49027">
                  <c:v>24.5</c:v>
                </c:pt>
                <c:pt idx="49028">
                  <c:v>24.5</c:v>
                </c:pt>
                <c:pt idx="49029">
                  <c:v>24.5</c:v>
                </c:pt>
                <c:pt idx="49030">
                  <c:v>24.5</c:v>
                </c:pt>
                <c:pt idx="49031">
                  <c:v>24.5</c:v>
                </c:pt>
                <c:pt idx="49032">
                  <c:v>24.5</c:v>
                </c:pt>
                <c:pt idx="49033">
                  <c:v>24.5</c:v>
                </c:pt>
                <c:pt idx="49034">
                  <c:v>24.5</c:v>
                </c:pt>
                <c:pt idx="49035">
                  <c:v>24.5</c:v>
                </c:pt>
                <c:pt idx="49036">
                  <c:v>24.5</c:v>
                </c:pt>
                <c:pt idx="49037">
                  <c:v>24.5</c:v>
                </c:pt>
                <c:pt idx="49038">
                  <c:v>24.5</c:v>
                </c:pt>
                <c:pt idx="49039">
                  <c:v>24.5</c:v>
                </c:pt>
                <c:pt idx="49040">
                  <c:v>24.5</c:v>
                </c:pt>
                <c:pt idx="49041">
                  <c:v>24.5</c:v>
                </c:pt>
                <c:pt idx="49042">
                  <c:v>24.5</c:v>
                </c:pt>
                <c:pt idx="49043">
                  <c:v>24.5</c:v>
                </c:pt>
                <c:pt idx="49044">
                  <c:v>24.5</c:v>
                </c:pt>
                <c:pt idx="49045">
                  <c:v>24.5</c:v>
                </c:pt>
                <c:pt idx="49046">
                  <c:v>24.5</c:v>
                </c:pt>
                <c:pt idx="49047">
                  <c:v>24.5</c:v>
                </c:pt>
                <c:pt idx="49048">
                  <c:v>24.5</c:v>
                </c:pt>
                <c:pt idx="49049">
                  <c:v>24.5</c:v>
                </c:pt>
                <c:pt idx="49050">
                  <c:v>24.5</c:v>
                </c:pt>
                <c:pt idx="49051">
                  <c:v>24.5</c:v>
                </c:pt>
                <c:pt idx="49052">
                  <c:v>24.5</c:v>
                </c:pt>
                <c:pt idx="49053">
                  <c:v>24.5</c:v>
                </c:pt>
                <c:pt idx="49054">
                  <c:v>24.5</c:v>
                </c:pt>
                <c:pt idx="49055">
                  <c:v>24.5</c:v>
                </c:pt>
                <c:pt idx="49056">
                  <c:v>24.5</c:v>
                </c:pt>
                <c:pt idx="49057">
                  <c:v>24.5</c:v>
                </c:pt>
                <c:pt idx="49058">
                  <c:v>24.5</c:v>
                </c:pt>
                <c:pt idx="49059">
                  <c:v>24.5</c:v>
                </c:pt>
                <c:pt idx="49060">
                  <c:v>24.5</c:v>
                </c:pt>
                <c:pt idx="49061">
                  <c:v>24.5</c:v>
                </c:pt>
                <c:pt idx="49062">
                  <c:v>24.5</c:v>
                </c:pt>
                <c:pt idx="49063">
                  <c:v>24.5</c:v>
                </c:pt>
                <c:pt idx="49064">
                  <c:v>24.5</c:v>
                </c:pt>
                <c:pt idx="49065">
                  <c:v>24.5</c:v>
                </c:pt>
                <c:pt idx="49066">
                  <c:v>24.5</c:v>
                </c:pt>
                <c:pt idx="49067">
                  <c:v>24.5</c:v>
                </c:pt>
                <c:pt idx="49068">
                  <c:v>24.5</c:v>
                </c:pt>
                <c:pt idx="49069">
                  <c:v>24.5</c:v>
                </c:pt>
                <c:pt idx="49070">
                  <c:v>24.5</c:v>
                </c:pt>
                <c:pt idx="49071">
                  <c:v>24.5</c:v>
                </c:pt>
                <c:pt idx="49072">
                  <c:v>24.5</c:v>
                </c:pt>
                <c:pt idx="49073">
                  <c:v>24.5</c:v>
                </c:pt>
                <c:pt idx="49074">
                  <c:v>24.5</c:v>
                </c:pt>
                <c:pt idx="49075">
                  <c:v>24.5</c:v>
                </c:pt>
                <c:pt idx="49076">
                  <c:v>24.5</c:v>
                </c:pt>
                <c:pt idx="49077">
                  <c:v>24.5</c:v>
                </c:pt>
                <c:pt idx="49078">
                  <c:v>24.5</c:v>
                </c:pt>
                <c:pt idx="49079">
                  <c:v>24.5</c:v>
                </c:pt>
                <c:pt idx="49080">
                  <c:v>24.5</c:v>
                </c:pt>
                <c:pt idx="49081">
                  <c:v>24.5</c:v>
                </c:pt>
                <c:pt idx="49082">
                  <c:v>24.5</c:v>
                </c:pt>
                <c:pt idx="49083">
                  <c:v>24.5</c:v>
                </c:pt>
                <c:pt idx="49084">
                  <c:v>24.5</c:v>
                </c:pt>
                <c:pt idx="49085">
                  <c:v>24.5</c:v>
                </c:pt>
                <c:pt idx="49086">
                  <c:v>24.5</c:v>
                </c:pt>
                <c:pt idx="49087">
                  <c:v>24.5</c:v>
                </c:pt>
                <c:pt idx="49088">
                  <c:v>24.5</c:v>
                </c:pt>
                <c:pt idx="49089">
                  <c:v>24.5</c:v>
                </c:pt>
                <c:pt idx="49090">
                  <c:v>24.5</c:v>
                </c:pt>
                <c:pt idx="49091">
                  <c:v>24.5</c:v>
                </c:pt>
                <c:pt idx="49092">
                  <c:v>24.5</c:v>
                </c:pt>
                <c:pt idx="49093">
                  <c:v>24.5</c:v>
                </c:pt>
                <c:pt idx="49094">
                  <c:v>24.5</c:v>
                </c:pt>
                <c:pt idx="49095">
                  <c:v>24.5</c:v>
                </c:pt>
                <c:pt idx="49096">
                  <c:v>24.5</c:v>
                </c:pt>
                <c:pt idx="49097">
                  <c:v>24.55</c:v>
                </c:pt>
                <c:pt idx="49098">
                  <c:v>24.5</c:v>
                </c:pt>
                <c:pt idx="49099">
                  <c:v>24.5</c:v>
                </c:pt>
                <c:pt idx="49100">
                  <c:v>24.5</c:v>
                </c:pt>
                <c:pt idx="49101">
                  <c:v>24.55</c:v>
                </c:pt>
                <c:pt idx="49102">
                  <c:v>24.5</c:v>
                </c:pt>
                <c:pt idx="49103">
                  <c:v>24.55</c:v>
                </c:pt>
                <c:pt idx="49104">
                  <c:v>24.5</c:v>
                </c:pt>
                <c:pt idx="49105">
                  <c:v>24.5</c:v>
                </c:pt>
                <c:pt idx="49106">
                  <c:v>24.5</c:v>
                </c:pt>
                <c:pt idx="49107">
                  <c:v>24.5</c:v>
                </c:pt>
                <c:pt idx="49108">
                  <c:v>24.55</c:v>
                </c:pt>
                <c:pt idx="49109">
                  <c:v>24.5</c:v>
                </c:pt>
                <c:pt idx="49110">
                  <c:v>24.5</c:v>
                </c:pt>
                <c:pt idx="49111">
                  <c:v>24.5</c:v>
                </c:pt>
                <c:pt idx="49112">
                  <c:v>24.5</c:v>
                </c:pt>
                <c:pt idx="49113">
                  <c:v>24.5</c:v>
                </c:pt>
                <c:pt idx="49114">
                  <c:v>24.5</c:v>
                </c:pt>
                <c:pt idx="49115">
                  <c:v>24.5</c:v>
                </c:pt>
                <c:pt idx="49116">
                  <c:v>24.5</c:v>
                </c:pt>
                <c:pt idx="49117">
                  <c:v>24.5</c:v>
                </c:pt>
                <c:pt idx="49118">
                  <c:v>24.5</c:v>
                </c:pt>
                <c:pt idx="49119">
                  <c:v>24.5</c:v>
                </c:pt>
                <c:pt idx="49120">
                  <c:v>24.5</c:v>
                </c:pt>
                <c:pt idx="49121">
                  <c:v>24.5</c:v>
                </c:pt>
                <c:pt idx="49122">
                  <c:v>24.5</c:v>
                </c:pt>
                <c:pt idx="49123">
                  <c:v>24.5</c:v>
                </c:pt>
                <c:pt idx="49124">
                  <c:v>24.5</c:v>
                </c:pt>
                <c:pt idx="49125">
                  <c:v>24.5</c:v>
                </c:pt>
                <c:pt idx="49126">
                  <c:v>24.5</c:v>
                </c:pt>
                <c:pt idx="49127">
                  <c:v>24.55</c:v>
                </c:pt>
                <c:pt idx="49128">
                  <c:v>24.5</c:v>
                </c:pt>
                <c:pt idx="49129">
                  <c:v>24.5</c:v>
                </c:pt>
                <c:pt idx="49130">
                  <c:v>24.55</c:v>
                </c:pt>
                <c:pt idx="49131">
                  <c:v>24.55</c:v>
                </c:pt>
                <c:pt idx="49132">
                  <c:v>24.55</c:v>
                </c:pt>
                <c:pt idx="49133">
                  <c:v>24.55</c:v>
                </c:pt>
                <c:pt idx="49134">
                  <c:v>24.55</c:v>
                </c:pt>
                <c:pt idx="49135">
                  <c:v>24.55</c:v>
                </c:pt>
                <c:pt idx="49136">
                  <c:v>24.55</c:v>
                </c:pt>
                <c:pt idx="49137">
                  <c:v>24.55</c:v>
                </c:pt>
                <c:pt idx="49138">
                  <c:v>24.55</c:v>
                </c:pt>
                <c:pt idx="49139">
                  <c:v>24.55</c:v>
                </c:pt>
                <c:pt idx="49140">
                  <c:v>24.55</c:v>
                </c:pt>
                <c:pt idx="49141">
                  <c:v>24.55</c:v>
                </c:pt>
                <c:pt idx="49142">
                  <c:v>24.55</c:v>
                </c:pt>
                <c:pt idx="49143">
                  <c:v>24.55</c:v>
                </c:pt>
                <c:pt idx="49144">
                  <c:v>24.55</c:v>
                </c:pt>
                <c:pt idx="49145">
                  <c:v>24.55</c:v>
                </c:pt>
                <c:pt idx="49146">
                  <c:v>24.55</c:v>
                </c:pt>
                <c:pt idx="49147">
                  <c:v>24.55</c:v>
                </c:pt>
                <c:pt idx="49148">
                  <c:v>24.55</c:v>
                </c:pt>
                <c:pt idx="49149">
                  <c:v>24.55</c:v>
                </c:pt>
                <c:pt idx="49150">
                  <c:v>24.55</c:v>
                </c:pt>
                <c:pt idx="49151">
                  <c:v>24.55</c:v>
                </c:pt>
                <c:pt idx="49152">
                  <c:v>24.55</c:v>
                </c:pt>
                <c:pt idx="49153">
                  <c:v>24.55</c:v>
                </c:pt>
                <c:pt idx="49154">
                  <c:v>24.55</c:v>
                </c:pt>
                <c:pt idx="49155">
                  <c:v>24.55</c:v>
                </c:pt>
                <c:pt idx="49156">
                  <c:v>24.55</c:v>
                </c:pt>
                <c:pt idx="49157">
                  <c:v>24.55</c:v>
                </c:pt>
                <c:pt idx="49158">
                  <c:v>24.55</c:v>
                </c:pt>
                <c:pt idx="49159">
                  <c:v>24.55</c:v>
                </c:pt>
                <c:pt idx="49160">
                  <c:v>24.55</c:v>
                </c:pt>
                <c:pt idx="49161">
                  <c:v>24.55</c:v>
                </c:pt>
                <c:pt idx="49162">
                  <c:v>24.55</c:v>
                </c:pt>
                <c:pt idx="49163">
                  <c:v>24.55</c:v>
                </c:pt>
                <c:pt idx="49164">
                  <c:v>24.55</c:v>
                </c:pt>
                <c:pt idx="49165">
                  <c:v>24.55</c:v>
                </c:pt>
                <c:pt idx="49166">
                  <c:v>24.55</c:v>
                </c:pt>
                <c:pt idx="49167">
                  <c:v>24.55</c:v>
                </c:pt>
                <c:pt idx="49168">
                  <c:v>24.55</c:v>
                </c:pt>
                <c:pt idx="49169">
                  <c:v>24.55</c:v>
                </c:pt>
                <c:pt idx="49170">
                  <c:v>24.5</c:v>
                </c:pt>
                <c:pt idx="49171">
                  <c:v>24.55</c:v>
                </c:pt>
                <c:pt idx="49172">
                  <c:v>24.55</c:v>
                </c:pt>
                <c:pt idx="49173">
                  <c:v>24.55</c:v>
                </c:pt>
                <c:pt idx="49174">
                  <c:v>24.55</c:v>
                </c:pt>
                <c:pt idx="49175">
                  <c:v>24.55</c:v>
                </c:pt>
                <c:pt idx="49176">
                  <c:v>24.55</c:v>
                </c:pt>
                <c:pt idx="49177">
                  <c:v>24.55</c:v>
                </c:pt>
                <c:pt idx="49178">
                  <c:v>24.55</c:v>
                </c:pt>
                <c:pt idx="49179">
                  <c:v>24.55</c:v>
                </c:pt>
                <c:pt idx="49180">
                  <c:v>24.55</c:v>
                </c:pt>
                <c:pt idx="49181">
                  <c:v>24.55</c:v>
                </c:pt>
                <c:pt idx="49182">
                  <c:v>24.55</c:v>
                </c:pt>
                <c:pt idx="49183">
                  <c:v>24.55</c:v>
                </c:pt>
                <c:pt idx="49184">
                  <c:v>24.55</c:v>
                </c:pt>
                <c:pt idx="49185">
                  <c:v>24.55</c:v>
                </c:pt>
                <c:pt idx="49186">
                  <c:v>24.55</c:v>
                </c:pt>
                <c:pt idx="49187">
                  <c:v>24.5</c:v>
                </c:pt>
                <c:pt idx="49188">
                  <c:v>24.55</c:v>
                </c:pt>
                <c:pt idx="49189">
                  <c:v>24.55</c:v>
                </c:pt>
                <c:pt idx="49190">
                  <c:v>24.5</c:v>
                </c:pt>
                <c:pt idx="49191">
                  <c:v>24.5</c:v>
                </c:pt>
                <c:pt idx="49192">
                  <c:v>24.5</c:v>
                </c:pt>
                <c:pt idx="49193">
                  <c:v>24.5</c:v>
                </c:pt>
                <c:pt idx="49194">
                  <c:v>24.55</c:v>
                </c:pt>
                <c:pt idx="49195">
                  <c:v>24.5</c:v>
                </c:pt>
                <c:pt idx="49196">
                  <c:v>24.55</c:v>
                </c:pt>
                <c:pt idx="49197">
                  <c:v>24.5</c:v>
                </c:pt>
                <c:pt idx="49198">
                  <c:v>24.55</c:v>
                </c:pt>
                <c:pt idx="49199">
                  <c:v>24.55</c:v>
                </c:pt>
                <c:pt idx="49200">
                  <c:v>24.55</c:v>
                </c:pt>
                <c:pt idx="49201">
                  <c:v>24.55</c:v>
                </c:pt>
                <c:pt idx="49202">
                  <c:v>24.55</c:v>
                </c:pt>
                <c:pt idx="49203">
                  <c:v>24.55</c:v>
                </c:pt>
                <c:pt idx="49204">
                  <c:v>24.55</c:v>
                </c:pt>
                <c:pt idx="49205">
                  <c:v>24.55</c:v>
                </c:pt>
                <c:pt idx="49206">
                  <c:v>24.55</c:v>
                </c:pt>
                <c:pt idx="49207">
                  <c:v>24.55</c:v>
                </c:pt>
                <c:pt idx="49208">
                  <c:v>24.55</c:v>
                </c:pt>
                <c:pt idx="49209">
                  <c:v>24.55</c:v>
                </c:pt>
                <c:pt idx="49210">
                  <c:v>24.55</c:v>
                </c:pt>
                <c:pt idx="49211">
                  <c:v>24.55</c:v>
                </c:pt>
                <c:pt idx="49212">
                  <c:v>24.55</c:v>
                </c:pt>
                <c:pt idx="49213">
                  <c:v>24.55</c:v>
                </c:pt>
                <c:pt idx="49214">
                  <c:v>24.55</c:v>
                </c:pt>
                <c:pt idx="49215">
                  <c:v>24.55</c:v>
                </c:pt>
                <c:pt idx="49216">
                  <c:v>24.55</c:v>
                </c:pt>
                <c:pt idx="49217">
                  <c:v>24.55</c:v>
                </c:pt>
                <c:pt idx="49218">
                  <c:v>24.55</c:v>
                </c:pt>
                <c:pt idx="49219">
                  <c:v>24.55</c:v>
                </c:pt>
                <c:pt idx="49220">
                  <c:v>24.55</c:v>
                </c:pt>
                <c:pt idx="49221">
                  <c:v>24.55</c:v>
                </c:pt>
                <c:pt idx="49222">
                  <c:v>24.55</c:v>
                </c:pt>
                <c:pt idx="49223">
                  <c:v>24.55</c:v>
                </c:pt>
                <c:pt idx="49224">
                  <c:v>24.55</c:v>
                </c:pt>
                <c:pt idx="49225">
                  <c:v>24.55</c:v>
                </c:pt>
                <c:pt idx="49226">
                  <c:v>24.55</c:v>
                </c:pt>
                <c:pt idx="49227">
                  <c:v>24.55</c:v>
                </c:pt>
                <c:pt idx="49228">
                  <c:v>24.55</c:v>
                </c:pt>
                <c:pt idx="49229">
                  <c:v>24.55</c:v>
                </c:pt>
                <c:pt idx="49230">
                  <c:v>24.55</c:v>
                </c:pt>
                <c:pt idx="49231">
                  <c:v>24.55</c:v>
                </c:pt>
                <c:pt idx="49232">
                  <c:v>24.55</c:v>
                </c:pt>
                <c:pt idx="49233">
                  <c:v>24.55</c:v>
                </c:pt>
                <c:pt idx="49234">
                  <c:v>24.55</c:v>
                </c:pt>
                <c:pt idx="49235">
                  <c:v>24.55</c:v>
                </c:pt>
                <c:pt idx="49236">
                  <c:v>24.55</c:v>
                </c:pt>
                <c:pt idx="49237">
                  <c:v>24.55</c:v>
                </c:pt>
                <c:pt idx="49238">
                  <c:v>24.55</c:v>
                </c:pt>
                <c:pt idx="49239">
                  <c:v>24.55</c:v>
                </c:pt>
                <c:pt idx="49240">
                  <c:v>24.55</c:v>
                </c:pt>
                <c:pt idx="49241">
                  <c:v>24.55</c:v>
                </c:pt>
                <c:pt idx="49242">
                  <c:v>24.55</c:v>
                </c:pt>
                <c:pt idx="49243">
                  <c:v>24.55</c:v>
                </c:pt>
                <c:pt idx="49244">
                  <c:v>24.55</c:v>
                </c:pt>
                <c:pt idx="49245">
                  <c:v>24.55</c:v>
                </c:pt>
                <c:pt idx="49246">
                  <c:v>24.55</c:v>
                </c:pt>
                <c:pt idx="49247">
                  <c:v>24.55</c:v>
                </c:pt>
                <c:pt idx="49248">
                  <c:v>24.55</c:v>
                </c:pt>
                <c:pt idx="49249">
                  <c:v>24.55</c:v>
                </c:pt>
                <c:pt idx="49250">
                  <c:v>24.55</c:v>
                </c:pt>
                <c:pt idx="49251">
                  <c:v>24.55</c:v>
                </c:pt>
                <c:pt idx="49252">
                  <c:v>24.55</c:v>
                </c:pt>
                <c:pt idx="49253">
                  <c:v>24.55</c:v>
                </c:pt>
                <c:pt idx="49254">
                  <c:v>24.55</c:v>
                </c:pt>
                <c:pt idx="49255">
                  <c:v>24.55</c:v>
                </c:pt>
                <c:pt idx="49256">
                  <c:v>24.5</c:v>
                </c:pt>
                <c:pt idx="49257">
                  <c:v>24.5</c:v>
                </c:pt>
                <c:pt idx="49258">
                  <c:v>24.5</c:v>
                </c:pt>
                <c:pt idx="49259">
                  <c:v>24.5</c:v>
                </c:pt>
                <c:pt idx="49260">
                  <c:v>24.5</c:v>
                </c:pt>
                <c:pt idx="49261">
                  <c:v>24.5</c:v>
                </c:pt>
                <c:pt idx="49262">
                  <c:v>24.5</c:v>
                </c:pt>
                <c:pt idx="49263">
                  <c:v>24.5</c:v>
                </c:pt>
                <c:pt idx="49264">
                  <c:v>24.5</c:v>
                </c:pt>
                <c:pt idx="49265">
                  <c:v>24.5</c:v>
                </c:pt>
                <c:pt idx="49266">
                  <c:v>24.5</c:v>
                </c:pt>
                <c:pt idx="49267">
                  <c:v>24.55</c:v>
                </c:pt>
                <c:pt idx="49268">
                  <c:v>24.55</c:v>
                </c:pt>
                <c:pt idx="49269">
                  <c:v>24.55</c:v>
                </c:pt>
                <c:pt idx="49270">
                  <c:v>24.55</c:v>
                </c:pt>
                <c:pt idx="49271">
                  <c:v>24.55</c:v>
                </c:pt>
                <c:pt idx="49272">
                  <c:v>24.55</c:v>
                </c:pt>
                <c:pt idx="49273">
                  <c:v>24.55</c:v>
                </c:pt>
                <c:pt idx="49274">
                  <c:v>24.55</c:v>
                </c:pt>
                <c:pt idx="49275">
                  <c:v>24.55</c:v>
                </c:pt>
                <c:pt idx="49276">
                  <c:v>24.55</c:v>
                </c:pt>
                <c:pt idx="49277">
                  <c:v>24.55</c:v>
                </c:pt>
                <c:pt idx="49278">
                  <c:v>24.55</c:v>
                </c:pt>
                <c:pt idx="49279">
                  <c:v>24.55</c:v>
                </c:pt>
                <c:pt idx="49280">
                  <c:v>24.55</c:v>
                </c:pt>
                <c:pt idx="49281">
                  <c:v>24.55</c:v>
                </c:pt>
                <c:pt idx="49282">
                  <c:v>24.55</c:v>
                </c:pt>
                <c:pt idx="49283">
                  <c:v>24.55</c:v>
                </c:pt>
                <c:pt idx="49284">
                  <c:v>24.55</c:v>
                </c:pt>
                <c:pt idx="49285">
                  <c:v>24.55</c:v>
                </c:pt>
                <c:pt idx="49286">
                  <c:v>24.55</c:v>
                </c:pt>
                <c:pt idx="49287">
                  <c:v>24.55</c:v>
                </c:pt>
                <c:pt idx="49288">
                  <c:v>24.55</c:v>
                </c:pt>
                <c:pt idx="49289">
                  <c:v>24.55</c:v>
                </c:pt>
                <c:pt idx="49290">
                  <c:v>24.55</c:v>
                </c:pt>
                <c:pt idx="49291">
                  <c:v>24.55</c:v>
                </c:pt>
                <c:pt idx="49292">
                  <c:v>24.55</c:v>
                </c:pt>
                <c:pt idx="49293">
                  <c:v>24.55</c:v>
                </c:pt>
                <c:pt idx="49294">
                  <c:v>24.55</c:v>
                </c:pt>
                <c:pt idx="49295">
                  <c:v>24.55</c:v>
                </c:pt>
                <c:pt idx="49296">
                  <c:v>24.55</c:v>
                </c:pt>
                <c:pt idx="49297">
                  <c:v>24.55</c:v>
                </c:pt>
                <c:pt idx="49298">
                  <c:v>24.55</c:v>
                </c:pt>
                <c:pt idx="49299">
                  <c:v>24.55</c:v>
                </c:pt>
                <c:pt idx="49300">
                  <c:v>24.55</c:v>
                </c:pt>
                <c:pt idx="49301">
                  <c:v>24.55</c:v>
                </c:pt>
                <c:pt idx="49302">
                  <c:v>24.55</c:v>
                </c:pt>
                <c:pt idx="49303">
                  <c:v>24.55</c:v>
                </c:pt>
                <c:pt idx="49304">
                  <c:v>24.55</c:v>
                </c:pt>
                <c:pt idx="49305">
                  <c:v>24.55</c:v>
                </c:pt>
                <c:pt idx="49306">
                  <c:v>24.55</c:v>
                </c:pt>
                <c:pt idx="49307">
                  <c:v>24.5</c:v>
                </c:pt>
                <c:pt idx="49308">
                  <c:v>24.5</c:v>
                </c:pt>
                <c:pt idx="49309">
                  <c:v>24.5</c:v>
                </c:pt>
                <c:pt idx="49310">
                  <c:v>24.5</c:v>
                </c:pt>
                <c:pt idx="49311">
                  <c:v>24.5</c:v>
                </c:pt>
                <c:pt idx="49312">
                  <c:v>24.5</c:v>
                </c:pt>
                <c:pt idx="49313">
                  <c:v>24.5</c:v>
                </c:pt>
                <c:pt idx="49314">
                  <c:v>24.5</c:v>
                </c:pt>
                <c:pt idx="49315">
                  <c:v>24.5</c:v>
                </c:pt>
                <c:pt idx="49316">
                  <c:v>24.5</c:v>
                </c:pt>
                <c:pt idx="49317">
                  <c:v>24.55</c:v>
                </c:pt>
                <c:pt idx="49318">
                  <c:v>24.5</c:v>
                </c:pt>
                <c:pt idx="49319">
                  <c:v>24.55</c:v>
                </c:pt>
                <c:pt idx="49320">
                  <c:v>24.5</c:v>
                </c:pt>
                <c:pt idx="49321">
                  <c:v>24.5</c:v>
                </c:pt>
                <c:pt idx="49322">
                  <c:v>24.5</c:v>
                </c:pt>
                <c:pt idx="49323">
                  <c:v>24.5</c:v>
                </c:pt>
                <c:pt idx="49324">
                  <c:v>24.5</c:v>
                </c:pt>
                <c:pt idx="49325">
                  <c:v>24.55</c:v>
                </c:pt>
                <c:pt idx="49326">
                  <c:v>24.5</c:v>
                </c:pt>
                <c:pt idx="49327">
                  <c:v>24.5</c:v>
                </c:pt>
                <c:pt idx="49328">
                  <c:v>24.5</c:v>
                </c:pt>
                <c:pt idx="49329">
                  <c:v>24.5</c:v>
                </c:pt>
                <c:pt idx="49330">
                  <c:v>24.55</c:v>
                </c:pt>
                <c:pt idx="49331">
                  <c:v>24.55</c:v>
                </c:pt>
                <c:pt idx="49332">
                  <c:v>24.55</c:v>
                </c:pt>
                <c:pt idx="49333">
                  <c:v>24.55</c:v>
                </c:pt>
                <c:pt idx="49334">
                  <c:v>24.55</c:v>
                </c:pt>
                <c:pt idx="49335">
                  <c:v>24.55</c:v>
                </c:pt>
                <c:pt idx="49336">
                  <c:v>24.55</c:v>
                </c:pt>
                <c:pt idx="49337">
                  <c:v>24.55</c:v>
                </c:pt>
                <c:pt idx="49338">
                  <c:v>24.55</c:v>
                </c:pt>
                <c:pt idx="49339">
                  <c:v>24.55</c:v>
                </c:pt>
                <c:pt idx="49340">
                  <c:v>24.55</c:v>
                </c:pt>
                <c:pt idx="49341">
                  <c:v>24.55</c:v>
                </c:pt>
                <c:pt idx="49342">
                  <c:v>24.55</c:v>
                </c:pt>
                <c:pt idx="49343">
                  <c:v>24.55</c:v>
                </c:pt>
                <c:pt idx="49344">
                  <c:v>24.55</c:v>
                </c:pt>
                <c:pt idx="49345">
                  <c:v>24.5</c:v>
                </c:pt>
                <c:pt idx="49346">
                  <c:v>24.5</c:v>
                </c:pt>
                <c:pt idx="49347">
                  <c:v>24.5</c:v>
                </c:pt>
                <c:pt idx="49348">
                  <c:v>24.5</c:v>
                </c:pt>
                <c:pt idx="49349">
                  <c:v>24.5</c:v>
                </c:pt>
                <c:pt idx="49350">
                  <c:v>24.5</c:v>
                </c:pt>
                <c:pt idx="49351">
                  <c:v>24.5</c:v>
                </c:pt>
                <c:pt idx="49352">
                  <c:v>24.5</c:v>
                </c:pt>
                <c:pt idx="49353">
                  <c:v>24.5</c:v>
                </c:pt>
                <c:pt idx="49354">
                  <c:v>24.5</c:v>
                </c:pt>
                <c:pt idx="49355">
                  <c:v>24.55</c:v>
                </c:pt>
                <c:pt idx="49356">
                  <c:v>24.55</c:v>
                </c:pt>
                <c:pt idx="49357">
                  <c:v>24.55</c:v>
                </c:pt>
                <c:pt idx="49358">
                  <c:v>24.5</c:v>
                </c:pt>
                <c:pt idx="49359">
                  <c:v>24.55</c:v>
                </c:pt>
                <c:pt idx="49360">
                  <c:v>24.55</c:v>
                </c:pt>
                <c:pt idx="49361">
                  <c:v>24.55</c:v>
                </c:pt>
                <c:pt idx="49362">
                  <c:v>24.55</c:v>
                </c:pt>
                <c:pt idx="49363">
                  <c:v>24.55</c:v>
                </c:pt>
                <c:pt idx="49364">
                  <c:v>24.55</c:v>
                </c:pt>
                <c:pt idx="49365">
                  <c:v>24.55</c:v>
                </c:pt>
                <c:pt idx="49366">
                  <c:v>24.55</c:v>
                </c:pt>
                <c:pt idx="49367">
                  <c:v>24.55</c:v>
                </c:pt>
                <c:pt idx="49368">
                  <c:v>24.55</c:v>
                </c:pt>
                <c:pt idx="49369">
                  <c:v>24.5</c:v>
                </c:pt>
                <c:pt idx="49370">
                  <c:v>24.55</c:v>
                </c:pt>
                <c:pt idx="49371">
                  <c:v>24.5</c:v>
                </c:pt>
                <c:pt idx="49372">
                  <c:v>24.5</c:v>
                </c:pt>
                <c:pt idx="49373">
                  <c:v>24.5</c:v>
                </c:pt>
                <c:pt idx="49374">
                  <c:v>24.5</c:v>
                </c:pt>
                <c:pt idx="49375">
                  <c:v>24.5</c:v>
                </c:pt>
                <c:pt idx="49376">
                  <c:v>24.5</c:v>
                </c:pt>
                <c:pt idx="49377">
                  <c:v>24.55</c:v>
                </c:pt>
                <c:pt idx="49378">
                  <c:v>24.5</c:v>
                </c:pt>
                <c:pt idx="49379">
                  <c:v>24.55</c:v>
                </c:pt>
                <c:pt idx="49380">
                  <c:v>24.55</c:v>
                </c:pt>
                <c:pt idx="49381">
                  <c:v>24.55</c:v>
                </c:pt>
                <c:pt idx="49382">
                  <c:v>24.55</c:v>
                </c:pt>
                <c:pt idx="49383">
                  <c:v>24.55</c:v>
                </c:pt>
                <c:pt idx="49384">
                  <c:v>24.55</c:v>
                </c:pt>
                <c:pt idx="49385">
                  <c:v>24.55</c:v>
                </c:pt>
                <c:pt idx="49386">
                  <c:v>24.55</c:v>
                </c:pt>
                <c:pt idx="49387">
                  <c:v>24.55</c:v>
                </c:pt>
                <c:pt idx="49388">
                  <c:v>24.55</c:v>
                </c:pt>
                <c:pt idx="49389">
                  <c:v>24.55</c:v>
                </c:pt>
                <c:pt idx="49390">
                  <c:v>24.55</c:v>
                </c:pt>
                <c:pt idx="49391">
                  <c:v>24.55</c:v>
                </c:pt>
                <c:pt idx="49392">
                  <c:v>24.55</c:v>
                </c:pt>
                <c:pt idx="49393">
                  <c:v>24.55</c:v>
                </c:pt>
                <c:pt idx="49394">
                  <c:v>24.55</c:v>
                </c:pt>
                <c:pt idx="49395">
                  <c:v>24.55</c:v>
                </c:pt>
                <c:pt idx="49396">
                  <c:v>24.5</c:v>
                </c:pt>
                <c:pt idx="49397">
                  <c:v>24.5</c:v>
                </c:pt>
                <c:pt idx="49398">
                  <c:v>24.55</c:v>
                </c:pt>
                <c:pt idx="49399">
                  <c:v>24.55</c:v>
                </c:pt>
                <c:pt idx="49400">
                  <c:v>24.5</c:v>
                </c:pt>
                <c:pt idx="49401">
                  <c:v>24.5</c:v>
                </c:pt>
                <c:pt idx="49402">
                  <c:v>24.55</c:v>
                </c:pt>
                <c:pt idx="49403">
                  <c:v>24.5</c:v>
                </c:pt>
                <c:pt idx="49404">
                  <c:v>24.55</c:v>
                </c:pt>
                <c:pt idx="49405">
                  <c:v>24.5</c:v>
                </c:pt>
                <c:pt idx="49406">
                  <c:v>24.55</c:v>
                </c:pt>
                <c:pt idx="49407">
                  <c:v>24.55</c:v>
                </c:pt>
                <c:pt idx="49408">
                  <c:v>24.55</c:v>
                </c:pt>
                <c:pt idx="49409">
                  <c:v>24.55</c:v>
                </c:pt>
                <c:pt idx="49410">
                  <c:v>24.55</c:v>
                </c:pt>
                <c:pt idx="49411">
                  <c:v>24.55</c:v>
                </c:pt>
                <c:pt idx="49412">
                  <c:v>24.55</c:v>
                </c:pt>
                <c:pt idx="49413">
                  <c:v>24.55</c:v>
                </c:pt>
                <c:pt idx="49414">
                  <c:v>24.55</c:v>
                </c:pt>
                <c:pt idx="49415">
                  <c:v>24.55</c:v>
                </c:pt>
                <c:pt idx="49416">
                  <c:v>24.55</c:v>
                </c:pt>
                <c:pt idx="49417">
                  <c:v>24.55</c:v>
                </c:pt>
                <c:pt idx="49418">
                  <c:v>24.55</c:v>
                </c:pt>
                <c:pt idx="49419">
                  <c:v>24.55</c:v>
                </c:pt>
                <c:pt idx="49420">
                  <c:v>24.55</c:v>
                </c:pt>
                <c:pt idx="49421">
                  <c:v>24.55</c:v>
                </c:pt>
                <c:pt idx="49422">
                  <c:v>24.55</c:v>
                </c:pt>
                <c:pt idx="49423">
                  <c:v>24.55</c:v>
                </c:pt>
                <c:pt idx="49424">
                  <c:v>24.55</c:v>
                </c:pt>
                <c:pt idx="49425">
                  <c:v>24.5</c:v>
                </c:pt>
                <c:pt idx="49426">
                  <c:v>24.5</c:v>
                </c:pt>
                <c:pt idx="49427">
                  <c:v>24.5</c:v>
                </c:pt>
                <c:pt idx="49428">
                  <c:v>24.5</c:v>
                </c:pt>
                <c:pt idx="49429">
                  <c:v>24.55</c:v>
                </c:pt>
                <c:pt idx="49430">
                  <c:v>24.5</c:v>
                </c:pt>
                <c:pt idx="49431">
                  <c:v>24.5</c:v>
                </c:pt>
                <c:pt idx="49432">
                  <c:v>24.5</c:v>
                </c:pt>
                <c:pt idx="49433">
                  <c:v>24.5</c:v>
                </c:pt>
                <c:pt idx="49434">
                  <c:v>24.5</c:v>
                </c:pt>
                <c:pt idx="49435">
                  <c:v>24.5</c:v>
                </c:pt>
                <c:pt idx="49436">
                  <c:v>24.55</c:v>
                </c:pt>
                <c:pt idx="49437">
                  <c:v>24.5</c:v>
                </c:pt>
                <c:pt idx="49438">
                  <c:v>24.5</c:v>
                </c:pt>
                <c:pt idx="49439">
                  <c:v>24.5</c:v>
                </c:pt>
                <c:pt idx="49440">
                  <c:v>24.55</c:v>
                </c:pt>
                <c:pt idx="49441">
                  <c:v>24.5</c:v>
                </c:pt>
                <c:pt idx="49442">
                  <c:v>24.5</c:v>
                </c:pt>
                <c:pt idx="49443">
                  <c:v>24.5</c:v>
                </c:pt>
                <c:pt idx="49444">
                  <c:v>24.5</c:v>
                </c:pt>
                <c:pt idx="49445">
                  <c:v>24.5</c:v>
                </c:pt>
                <c:pt idx="49446">
                  <c:v>24.5</c:v>
                </c:pt>
                <c:pt idx="49447">
                  <c:v>24.5</c:v>
                </c:pt>
                <c:pt idx="49448">
                  <c:v>24.55</c:v>
                </c:pt>
                <c:pt idx="49449">
                  <c:v>24.5</c:v>
                </c:pt>
                <c:pt idx="49450">
                  <c:v>24.5</c:v>
                </c:pt>
                <c:pt idx="49451">
                  <c:v>24.55</c:v>
                </c:pt>
                <c:pt idx="49452">
                  <c:v>24.55</c:v>
                </c:pt>
                <c:pt idx="49453">
                  <c:v>24.55</c:v>
                </c:pt>
                <c:pt idx="49454">
                  <c:v>24.55</c:v>
                </c:pt>
                <c:pt idx="49455">
                  <c:v>24.55</c:v>
                </c:pt>
                <c:pt idx="49456">
                  <c:v>24.55</c:v>
                </c:pt>
                <c:pt idx="49457">
                  <c:v>24.55</c:v>
                </c:pt>
                <c:pt idx="49458">
                  <c:v>24.55</c:v>
                </c:pt>
                <c:pt idx="49459">
                  <c:v>24.55</c:v>
                </c:pt>
                <c:pt idx="49460">
                  <c:v>24.55</c:v>
                </c:pt>
                <c:pt idx="49461">
                  <c:v>24.55</c:v>
                </c:pt>
                <c:pt idx="49462">
                  <c:v>24.55</c:v>
                </c:pt>
                <c:pt idx="49463">
                  <c:v>24.55</c:v>
                </c:pt>
                <c:pt idx="49464">
                  <c:v>24.55</c:v>
                </c:pt>
                <c:pt idx="49465">
                  <c:v>24.5</c:v>
                </c:pt>
                <c:pt idx="49466">
                  <c:v>24.5</c:v>
                </c:pt>
                <c:pt idx="49467">
                  <c:v>24.5</c:v>
                </c:pt>
                <c:pt idx="49468">
                  <c:v>24.5</c:v>
                </c:pt>
                <c:pt idx="49469">
                  <c:v>24.5</c:v>
                </c:pt>
                <c:pt idx="49470">
                  <c:v>24.55</c:v>
                </c:pt>
                <c:pt idx="49471">
                  <c:v>24.5</c:v>
                </c:pt>
                <c:pt idx="49472">
                  <c:v>24.5</c:v>
                </c:pt>
                <c:pt idx="49473">
                  <c:v>24.5</c:v>
                </c:pt>
                <c:pt idx="49474">
                  <c:v>24.55</c:v>
                </c:pt>
                <c:pt idx="49475">
                  <c:v>24.55</c:v>
                </c:pt>
                <c:pt idx="49476">
                  <c:v>24.55</c:v>
                </c:pt>
                <c:pt idx="49477">
                  <c:v>24.55</c:v>
                </c:pt>
                <c:pt idx="49478">
                  <c:v>24.55</c:v>
                </c:pt>
                <c:pt idx="49479">
                  <c:v>24.55</c:v>
                </c:pt>
                <c:pt idx="49480">
                  <c:v>24.55</c:v>
                </c:pt>
                <c:pt idx="49481">
                  <c:v>24.55</c:v>
                </c:pt>
                <c:pt idx="49482">
                  <c:v>24.55</c:v>
                </c:pt>
                <c:pt idx="49483">
                  <c:v>24.55</c:v>
                </c:pt>
                <c:pt idx="49484">
                  <c:v>24.55</c:v>
                </c:pt>
                <c:pt idx="49485">
                  <c:v>24.55</c:v>
                </c:pt>
                <c:pt idx="49486">
                  <c:v>24.55</c:v>
                </c:pt>
                <c:pt idx="49487">
                  <c:v>24.55</c:v>
                </c:pt>
                <c:pt idx="49488">
                  <c:v>24.55</c:v>
                </c:pt>
                <c:pt idx="49489">
                  <c:v>24.55</c:v>
                </c:pt>
                <c:pt idx="49490">
                  <c:v>24.55</c:v>
                </c:pt>
                <c:pt idx="49491">
                  <c:v>24.55</c:v>
                </c:pt>
                <c:pt idx="49492">
                  <c:v>24.55</c:v>
                </c:pt>
                <c:pt idx="49493">
                  <c:v>24.55</c:v>
                </c:pt>
                <c:pt idx="49494">
                  <c:v>24.55</c:v>
                </c:pt>
                <c:pt idx="49495">
                  <c:v>24.55</c:v>
                </c:pt>
                <c:pt idx="49496">
                  <c:v>24.55</c:v>
                </c:pt>
                <c:pt idx="49497">
                  <c:v>24.55</c:v>
                </c:pt>
                <c:pt idx="49498">
                  <c:v>24.55</c:v>
                </c:pt>
                <c:pt idx="49499">
                  <c:v>24.55</c:v>
                </c:pt>
                <c:pt idx="49500">
                  <c:v>24.55</c:v>
                </c:pt>
                <c:pt idx="49501">
                  <c:v>24.55</c:v>
                </c:pt>
                <c:pt idx="49502">
                  <c:v>24.55</c:v>
                </c:pt>
                <c:pt idx="49503">
                  <c:v>24.55</c:v>
                </c:pt>
                <c:pt idx="49504">
                  <c:v>24.55</c:v>
                </c:pt>
                <c:pt idx="49505">
                  <c:v>24.55</c:v>
                </c:pt>
                <c:pt idx="49506">
                  <c:v>24.55</c:v>
                </c:pt>
                <c:pt idx="49507">
                  <c:v>24.55</c:v>
                </c:pt>
                <c:pt idx="49508">
                  <c:v>24.55</c:v>
                </c:pt>
                <c:pt idx="49509">
                  <c:v>24.55</c:v>
                </c:pt>
                <c:pt idx="49510">
                  <c:v>24.55</c:v>
                </c:pt>
                <c:pt idx="49511">
                  <c:v>24.55</c:v>
                </c:pt>
                <c:pt idx="49512">
                  <c:v>24.55</c:v>
                </c:pt>
                <c:pt idx="49513">
                  <c:v>24.55</c:v>
                </c:pt>
                <c:pt idx="49514">
                  <c:v>24.55</c:v>
                </c:pt>
                <c:pt idx="49515">
                  <c:v>24.55</c:v>
                </c:pt>
                <c:pt idx="49516">
                  <c:v>24.55</c:v>
                </c:pt>
                <c:pt idx="49517">
                  <c:v>24.55</c:v>
                </c:pt>
                <c:pt idx="49518">
                  <c:v>24.55</c:v>
                </c:pt>
                <c:pt idx="49519">
                  <c:v>24.55</c:v>
                </c:pt>
                <c:pt idx="49520">
                  <c:v>24.5</c:v>
                </c:pt>
                <c:pt idx="49521">
                  <c:v>24.5</c:v>
                </c:pt>
                <c:pt idx="49522">
                  <c:v>24.5</c:v>
                </c:pt>
                <c:pt idx="49523">
                  <c:v>24.5</c:v>
                </c:pt>
                <c:pt idx="49524">
                  <c:v>24.5</c:v>
                </c:pt>
                <c:pt idx="49525">
                  <c:v>24.5</c:v>
                </c:pt>
                <c:pt idx="49526">
                  <c:v>24.5</c:v>
                </c:pt>
                <c:pt idx="49527">
                  <c:v>24.55</c:v>
                </c:pt>
                <c:pt idx="49528">
                  <c:v>24.5</c:v>
                </c:pt>
                <c:pt idx="49529">
                  <c:v>24.55</c:v>
                </c:pt>
                <c:pt idx="49530">
                  <c:v>24.5</c:v>
                </c:pt>
                <c:pt idx="49531">
                  <c:v>24.55</c:v>
                </c:pt>
                <c:pt idx="49532">
                  <c:v>24.55</c:v>
                </c:pt>
                <c:pt idx="49533">
                  <c:v>24.55</c:v>
                </c:pt>
                <c:pt idx="49534">
                  <c:v>24.55</c:v>
                </c:pt>
                <c:pt idx="49535">
                  <c:v>24.55</c:v>
                </c:pt>
                <c:pt idx="49536">
                  <c:v>24.55</c:v>
                </c:pt>
                <c:pt idx="49537">
                  <c:v>24.55</c:v>
                </c:pt>
                <c:pt idx="49538">
                  <c:v>24.55</c:v>
                </c:pt>
                <c:pt idx="49539">
                  <c:v>24.55</c:v>
                </c:pt>
                <c:pt idx="49540">
                  <c:v>24.55</c:v>
                </c:pt>
                <c:pt idx="49541">
                  <c:v>24.55</c:v>
                </c:pt>
                <c:pt idx="49542">
                  <c:v>24.55</c:v>
                </c:pt>
                <c:pt idx="49543">
                  <c:v>24.55</c:v>
                </c:pt>
                <c:pt idx="49544">
                  <c:v>24.55</c:v>
                </c:pt>
                <c:pt idx="49545">
                  <c:v>24.55</c:v>
                </c:pt>
                <c:pt idx="49546">
                  <c:v>24.55</c:v>
                </c:pt>
                <c:pt idx="49547">
                  <c:v>24.55</c:v>
                </c:pt>
                <c:pt idx="49548">
                  <c:v>24.55</c:v>
                </c:pt>
                <c:pt idx="49549">
                  <c:v>24.55</c:v>
                </c:pt>
                <c:pt idx="49550">
                  <c:v>24.55</c:v>
                </c:pt>
                <c:pt idx="49551">
                  <c:v>24.55</c:v>
                </c:pt>
                <c:pt idx="49552">
                  <c:v>24.55</c:v>
                </c:pt>
                <c:pt idx="49553">
                  <c:v>24.55</c:v>
                </c:pt>
                <c:pt idx="49554">
                  <c:v>24.5</c:v>
                </c:pt>
                <c:pt idx="49555">
                  <c:v>24.55</c:v>
                </c:pt>
                <c:pt idx="49556">
                  <c:v>24.55</c:v>
                </c:pt>
                <c:pt idx="49557">
                  <c:v>24.55</c:v>
                </c:pt>
                <c:pt idx="49558">
                  <c:v>24.55</c:v>
                </c:pt>
                <c:pt idx="49559">
                  <c:v>24.55</c:v>
                </c:pt>
                <c:pt idx="49560">
                  <c:v>24.55</c:v>
                </c:pt>
                <c:pt idx="49561">
                  <c:v>24.55</c:v>
                </c:pt>
                <c:pt idx="49562">
                  <c:v>24.55</c:v>
                </c:pt>
                <c:pt idx="49563">
                  <c:v>24.55</c:v>
                </c:pt>
                <c:pt idx="49564">
                  <c:v>24.55</c:v>
                </c:pt>
                <c:pt idx="49565">
                  <c:v>24.55</c:v>
                </c:pt>
                <c:pt idx="49566">
                  <c:v>24.55</c:v>
                </c:pt>
                <c:pt idx="49567">
                  <c:v>24.55</c:v>
                </c:pt>
                <c:pt idx="49568">
                  <c:v>24.55</c:v>
                </c:pt>
                <c:pt idx="49569">
                  <c:v>24.55</c:v>
                </c:pt>
                <c:pt idx="49570">
                  <c:v>24.55</c:v>
                </c:pt>
                <c:pt idx="49571">
                  <c:v>24.55</c:v>
                </c:pt>
                <c:pt idx="49572">
                  <c:v>24.55</c:v>
                </c:pt>
                <c:pt idx="49573">
                  <c:v>24.55</c:v>
                </c:pt>
                <c:pt idx="49574">
                  <c:v>24.55</c:v>
                </c:pt>
                <c:pt idx="49575">
                  <c:v>24.55</c:v>
                </c:pt>
                <c:pt idx="49576">
                  <c:v>24.55</c:v>
                </c:pt>
                <c:pt idx="49577">
                  <c:v>24.55</c:v>
                </c:pt>
                <c:pt idx="49578">
                  <c:v>24.55</c:v>
                </c:pt>
                <c:pt idx="49579">
                  <c:v>24.55</c:v>
                </c:pt>
                <c:pt idx="49580">
                  <c:v>24.55</c:v>
                </c:pt>
                <c:pt idx="49581">
                  <c:v>24.55</c:v>
                </c:pt>
                <c:pt idx="49582">
                  <c:v>24.55</c:v>
                </c:pt>
                <c:pt idx="49583">
                  <c:v>24.55</c:v>
                </c:pt>
                <c:pt idx="49584">
                  <c:v>24.55</c:v>
                </c:pt>
                <c:pt idx="49585">
                  <c:v>24.55</c:v>
                </c:pt>
                <c:pt idx="49586">
                  <c:v>24.55</c:v>
                </c:pt>
                <c:pt idx="49587">
                  <c:v>24.55</c:v>
                </c:pt>
                <c:pt idx="49588">
                  <c:v>24.55</c:v>
                </c:pt>
                <c:pt idx="49589">
                  <c:v>24.55</c:v>
                </c:pt>
                <c:pt idx="49590">
                  <c:v>24.55</c:v>
                </c:pt>
                <c:pt idx="49591">
                  <c:v>24.55</c:v>
                </c:pt>
                <c:pt idx="49592">
                  <c:v>24.55</c:v>
                </c:pt>
                <c:pt idx="49593">
                  <c:v>24.55</c:v>
                </c:pt>
                <c:pt idx="49594">
                  <c:v>24.55</c:v>
                </c:pt>
                <c:pt idx="49595">
                  <c:v>24.55</c:v>
                </c:pt>
                <c:pt idx="49596">
                  <c:v>24.55</c:v>
                </c:pt>
                <c:pt idx="49597">
                  <c:v>24.55</c:v>
                </c:pt>
                <c:pt idx="49598">
                  <c:v>24.55</c:v>
                </c:pt>
                <c:pt idx="49599">
                  <c:v>24.55</c:v>
                </c:pt>
                <c:pt idx="49600">
                  <c:v>24.55</c:v>
                </c:pt>
                <c:pt idx="49601">
                  <c:v>24.55</c:v>
                </c:pt>
                <c:pt idx="49602">
                  <c:v>24.55</c:v>
                </c:pt>
                <c:pt idx="49603">
                  <c:v>24.55</c:v>
                </c:pt>
                <c:pt idx="49604">
                  <c:v>24.55</c:v>
                </c:pt>
                <c:pt idx="49605">
                  <c:v>24.55</c:v>
                </c:pt>
                <c:pt idx="49606">
                  <c:v>24.55</c:v>
                </c:pt>
                <c:pt idx="49607">
                  <c:v>24.55</c:v>
                </c:pt>
                <c:pt idx="49608">
                  <c:v>24.55</c:v>
                </c:pt>
                <c:pt idx="49609">
                  <c:v>24.55</c:v>
                </c:pt>
                <c:pt idx="49610">
                  <c:v>24.55</c:v>
                </c:pt>
                <c:pt idx="49611">
                  <c:v>24.55</c:v>
                </c:pt>
                <c:pt idx="49612">
                  <c:v>24.55</c:v>
                </c:pt>
                <c:pt idx="49613">
                  <c:v>24.55</c:v>
                </c:pt>
                <c:pt idx="49614">
                  <c:v>24.55</c:v>
                </c:pt>
                <c:pt idx="49615">
                  <c:v>24.55</c:v>
                </c:pt>
                <c:pt idx="49616">
                  <c:v>24.55</c:v>
                </c:pt>
                <c:pt idx="49617">
                  <c:v>24.55</c:v>
                </c:pt>
                <c:pt idx="49618">
                  <c:v>24.55</c:v>
                </c:pt>
                <c:pt idx="49619">
                  <c:v>24.55</c:v>
                </c:pt>
                <c:pt idx="49620">
                  <c:v>24.55</c:v>
                </c:pt>
                <c:pt idx="49621">
                  <c:v>24.55</c:v>
                </c:pt>
                <c:pt idx="49622">
                  <c:v>24.55</c:v>
                </c:pt>
                <c:pt idx="49623">
                  <c:v>24.55</c:v>
                </c:pt>
                <c:pt idx="49624">
                  <c:v>24.55</c:v>
                </c:pt>
                <c:pt idx="49625">
                  <c:v>24.55</c:v>
                </c:pt>
                <c:pt idx="49626">
                  <c:v>24.55</c:v>
                </c:pt>
                <c:pt idx="49627">
                  <c:v>24.55</c:v>
                </c:pt>
                <c:pt idx="49628">
                  <c:v>24.55</c:v>
                </c:pt>
                <c:pt idx="49629">
                  <c:v>24.55</c:v>
                </c:pt>
                <c:pt idx="49630">
                  <c:v>24.55</c:v>
                </c:pt>
                <c:pt idx="49631">
                  <c:v>24.55</c:v>
                </c:pt>
                <c:pt idx="49632">
                  <c:v>24.55</c:v>
                </c:pt>
                <c:pt idx="49633">
                  <c:v>24.55</c:v>
                </c:pt>
                <c:pt idx="49634">
                  <c:v>24.55</c:v>
                </c:pt>
                <c:pt idx="49635">
                  <c:v>24.55</c:v>
                </c:pt>
                <c:pt idx="49636">
                  <c:v>24.55</c:v>
                </c:pt>
                <c:pt idx="49637">
                  <c:v>24.55</c:v>
                </c:pt>
                <c:pt idx="49638">
                  <c:v>24.55</c:v>
                </c:pt>
                <c:pt idx="49639">
                  <c:v>24.55</c:v>
                </c:pt>
                <c:pt idx="49640">
                  <c:v>24.55</c:v>
                </c:pt>
                <c:pt idx="49641">
                  <c:v>24.55</c:v>
                </c:pt>
                <c:pt idx="49642">
                  <c:v>24.55</c:v>
                </c:pt>
                <c:pt idx="49643">
                  <c:v>24.55</c:v>
                </c:pt>
                <c:pt idx="49644">
                  <c:v>24.55</c:v>
                </c:pt>
                <c:pt idx="49645">
                  <c:v>24.55</c:v>
                </c:pt>
                <c:pt idx="49646">
                  <c:v>24.55</c:v>
                </c:pt>
                <c:pt idx="49647">
                  <c:v>24.55</c:v>
                </c:pt>
                <c:pt idx="49648">
                  <c:v>24.55</c:v>
                </c:pt>
                <c:pt idx="49649">
                  <c:v>24.55</c:v>
                </c:pt>
                <c:pt idx="49650">
                  <c:v>24.55</c:v>
                </c:pt>
                <c:pt idx="49651">
                  <c:v>24.55</c:v>
                </c:pt>
                <c:pt idx="49652">
                  <c:v>24.55</c:v>
                </c:pt>
                <c:pt idx="49653">
                  <c:v>24.55</c:v>
                </c:pt>
                <c:pt idx="49654">
                  <c:v>24.55</c:v>
                </c:pt>
                <c:pt idx="49655">
                  <c:v>24.55</c:v>
                </c:pt>
                <c:pt idx="49656">
                  <c:v>24.55</c:v>
                </c:pt>
                <c:pt idx="49657">
                  <c:v>24.55</c:v>
                </c:pt>
                <c:pt idx="49658">
                  <c:v>24.55</c:v>
                </c:pt>
                <c:pt idx="49659">
                  <c:v>24.55</c:v>
                </c:pt>
                <c:pt idx="49660">
                  <c:v>24.55</c:v>
                </c:pt>
                <c:pt idx="49661">
                  <c:v>24.55</c:v>
                </c:pt>
                <c:pt idx="49662">
                  <c:v>24.55</c:v>
                </c:pt>
                <c:pt idx="49663">
                  <c:v>24.55</c:v>
                </c:pt>
                <c:pt idx="49664">
                  <c:v>24.55</c:v>
                </c:pt>
                <c:pt idx="49665">
                  <c:v>24.55</c:v>
                </c:pt>
                <c:pt idx="49666">
                  <c:v>24.55</c:v>
                </c:pt>
                <c:pt idx="49667">
                  <c:v>24.55</c:v>
                </c:pt>
                <c:pt idx="49668">
                  <c:v>24.55</c:v>
                </c:pt>
                <c:pt idx="49669">
                  <c:v>24.55</c:v>
                </c:pt>
                <c:pt idx="49670">
                  <c:v>24.55</c:v>
                </c:pt>
                <c:pt idx="49671">
                  <c:v>24.55</c:v>
                </c:pt>
                <c:pt idx="49672">
                  <c:v>24.55</c:v>
                </c:pt>
                <c:pt idx="49673">
                  <c:v>24.55</c:v>
                </c:pt>
                <c:pt idx="49674">
                  <c:v>24.55</c:v>
                </c:pt>
                <c:pt idx="49675">
                  <c:v>24.55</c:v>
                </c:pt>
                <c:pt idx="49676">
                  <c:v>24.55</c:v>
                </c:pt>
                <c:pt idx="49677">
                  <c:v>24.55</c:v>
                </c:pt>
                <c:pt idx="49678">
                  <c:v>24.55</c:v>
                </c:pt>
                <c:pt idx="49679">
                  <c:v>24.55</c:v>
                </c:pt>
                <c:pt idx="49680">
                  <c:v>24.55</c:v>
                </c:pt>
                <c:pt idx="49681">
                  <c:v>24.55</c:v>
                </c:pt>
                <c:pt idx="49682">
                  <c:v>24.5</c:v>
                </c:pt>
                <c:pt idx="49683">
                  <c:v>24.55</c:v>
                </c:pt>
                <c:pt idx="49684">
                  <c:v>24.55</c:v>
                </c:pt>
                <c:pt idx="49685">
                  <c:v>24.55</c:v>
                </c:pt>
                <c:pt idx="49686">
                  <c:v>24.5</c:v>
                </c:pt>
                <c:pt idx="49687">
                  <c:v>24.55</c:v>
                </c:pt>
                <c:pt idx="49688">
                  <c:v>24.55</c:v>
                </c:pt>
                <c:pt idx="49689">
                  <c:v>24.55</c:v>
                </c:pt>
                <c:pt idx="49690">
                  <c:v>24.55</c:v>
                </c:pt>
                <c:pt idx="49691">
                  <c:v>24.55</c:v>
                </c:pt>
                <c:pt idx="49692">
                  <c:v>24.55</c:v>
                </c:pt>
                <c:pt idx="49693">
                  <c:v>24.55</c:v>
                </c:pt>
                <c:pt idx="49694">
                  <c:v>24.55</c:v>
                </c:pt>
                <c:pt idx="49695">
                  <c:v>24.55</c:v>
                </c:pt>
                <c:pt idx="49696">
                  <c:v>24.55</c:v>
                </c:pt>
                <c:pt idx="49697">
                  <c:v>24.55</c:v>
                </c:pt>
                <c:pt idx="49698">
                  <c:v>24.55</c:v>
                </c:pt>
                <c:pt idx="49699">
                  <c:v>24.55</c:v>
                </c:pt>
                <c:pt idx="49700">
                  <c:v>24.55</c:v>
                </c:pt>
                <c:pt idx="49701">
                  <c:v>24.55</c:v>
                </c:pt>
                <c:pt idx="49702">
                  <c:v>24.55</c:v>
                </c:pt>
                <c:pt idx="49703">
                  <c:v>24.55</c:v>
                </c:pt>
                <c:pt idx="49704">
                  <c:v>24.55</c:v>
                </c:pt>
                <c:pt idx="49705">
                  <c:v>24.5</c:v>
                </c:pt>
                <c:pt idx="49706">
                  <c:v>24.55</c:v>
                </c:pt>
                <c:pt idx="49707">
                  <c:v>24.55</c:v>
                </c:pt>
                <c:pt idx="49708">
                  <c:v>24.55</c:v>
                </c:pt>
                <c:pt idx="49709">
                  <c:v>24.55</c:v>
                </c:pt>
                <c:pt idx="49710">
                  <c:v>24.5</c:v>
                </c:pt>
                <c:pt idx="49711">
                  <c:v>24.55</c:v>
                </c:pt>
                <c:pt idx="49712">
                  <c:v>24.5</c:v>
                </c:pt>
                <c:pt idx="49713">
                  <c:v>24.55</c:v>
                </c:pt>
                <c:pt idx="49714">
                  <c:v>24.55</c:v>
                </c:pt>
                <c:pt idx="49715">
                  <c:v>24.55</c:v>
                </c:pt>
                <c:pt idx="49716">
                  <c:v>24.55</c:v>
                </c:pt>
                <c:pt idx="49717">
                  <c:v>24.5</c:v>
                </c:pt>
                <c:pt idx="49718">
                  <c:v>24.5</c:v>
                </c:pt>
                <c:pt idx="49719">
                  <c:v>24.55</c:v>
                </c:pt>
                <c:pt idx="49720">
                  <c:v>24.55</c:v>
                </c:pt>
                <c:pt idx="49721">
                  <c:v>24.55</c:v>
                </c:pt>
                <c:pt idx="49722">
                  <c:v>24.55</c:v>
                </c:pt>
                <c:pt idx="49723">
                  <c:v>24.55</c:v>
                </c:pt>
                <c:pt idx="49724">
                  <c:v>24.55</c:v>
                </c:pt>
                <c:pt idx="49725">
                  <c:v>24.55</c:v>
                </c:pt>
                <c:pt idx="49726">
                  <c:v>24.55</c:v>
                </c:pt>
                <c:pt idx="49727">
                  <c:v>24.55</c:v>
                </c:pt>
                <c:pt idx="49728">
                  <c:v>24.55</c:v>
                </c:pt>
                <c:pt idx="49729">
                  <c:v>24.5</c:v>
                </c:pt>
                <c:pt idx="49730">
                  <c:v>24.55</c:v>
                </c:pt>
                <c:pt idx="49731">
                  <c:v>24.55</c:v>
                </c:pt>
                <c:pt idx="49732">
                  <c:v>24.5</c:v>
                </c:pt>
                <c:pt idx="49733">
                  <c:v>24.5</c:v>
                </c:pt>
                <c:pt idx="49734">
                  <c:v>24.5</c:v>
                </c:pt>
                <c:pt idx="49735">
                  <c:v>24.55</c:v>
                </c:pt>
                <c:pt idx="49736">
                  <c:v>24.5</c:v>
                </c:pt>
                <c:pt idx="49737">
                  <c:v>24.5</c:v>
                </c:pt>
                <c:pt idx="49738">
                  <c:v>24.55</c:v>
                </c:pt>
                <c:pt idx="49739">
                  <c:v>24.5</c:v>
                </c:pt>
                <c:pt idx="49740">
                  <c:v>24.5</c:v>
                </c:pt>
                <c:pt idx="49741">
                  <c:v>24.5</c:v>
                </c:pt>
                <c:pt idx="49742">
                  <c:v>24.5</c:v>
                </c:pt>
                <c:pt idx="49743">
                  <c:v>24.5</c:v>
                </c:pt>
                <c:pt idx="49744">
                  <c:v>24.55</c:v>
                </c:pt>
                <c:pt idx="49745">
                  <c:v>24.55</c:v>
                </c:pt>
                <c:pt idx="49746">
                  <c:v>24.55</c:v>
                </c:pt>
                <c:pt idx="49747">
                  <c:v>24.5</c:v>
                </c:pt>
                <c:pt idx="49748">
                  <c:v>24.5</c:v>
                </c:pt>
                <c:pt idx="49749">
                  <c:v>24.5</c:v>
                </c:pt>
                <c:pt idx="49750">
                  <c:v>24.5</c:v>
                </c:pt>
                <c:pt idx="49751">
                  <c:v>24.5</c:v>
                </c:pt>
                <c:pt idx="49752">
                  <c:v>24.5</c:v>
                </c:pt>
                <c:pt idx="49753">
                  <c:v>24.5</c:v>
                </c:pt>
                <c:pt idx="49754">
                  <c:v>24.5</c:v>
                </c:pt>
                <c:pt idx="49755">
                  <c:v>24.5</c:v>
                </c:pt>
                <c:pt idx="49756">
                  <c:v>24.5</c:v>
                </c:pt>
                <c:pt idx="49757">
                  <c:v>24.5</c:v>
                </c:pt>
                <c:pt idx="49758">
                  <c:v>24.5</c:v>
                </c:pt>
                <c:pt idx="49759">
                  <c:v>24.5</c:v>
                </c:pt>
                <c:pt idx="49760">
                  <c:v>24.5</c:v>
                </c:pt>
                <c:pt idx="49761">
                  <c:v>24.5</c:v>
                </c:pt>
                <c:pt idx="49762">
                  <c:v>24.5</c:v>
                </c:pt>
                <c:pt idx="49763">
                  <c:v>24.5</c:v>
                </c:pt>
                <c:pt idx="49764">
                  <c:v>24.5</c:v>
                </c:pt>
                <c:pt idx="49765">
                  <c:v>24.5</c:v>
                </c:pt>
                <c:pt idx="49766">
                  <c:v>24.5</c:v>
                </c:pt>
                <c:pt idx="49767">
                  <c:v>24.5</c:v>
                </c:pt>
                <c:pt idx="49768">
                  <c:v>24.5</c:v>
                </c:pt>
                <c:pt idx="49769">
                  <c:v>24.5</c:v>
                </c:pt>
                <c:pt idx="49770">
                  <c:v>24.5</c:v>
                </c:pt>
                <c:pt idx="49771">
                  <c:v>24.5</c:v>
                </c:pt>
                <c:pt idx="49772">
                  <c:v>24.5</c:v>
                </c:pt>
                <c:pt idx="49773">
                  <c:v>24.5</c:v>
                </c:pt>
                <c:pt idx="49774">
                  <c:v>24.5</c:v>
                </c:pt>
                <c:pt idx="49775">
                  <c:v>24.5</c:v>
                </c:pt>
                <c:pt idx="49776">
                  <c:v>24.5</c:v>
                </c:pt>
                <c:pt idx="49777">
                  <c:v>24.5</c:v>
                </c:pt>
                <c:pt idx="49778">
                  <c:v>24.5</c:v>
                </c:pt>
                <c:pt idx="49779">
                  <c:v>24.5</c:v>
                </c:pt>
                <c:pt idx="49780">
                  <c:v>24.5</c:v>
                </c:pt>
                <c:pt idx="49781">
                  <c:v>24.5</c:v>
                </c:pt>
                <c:pt idx="49782">
                  <c:v>24.5</c:v>
                </c:pt>
                <c:pt idx="49783">
                  <c:v>24.5</c:v>
                </c:pt>
                <c:pt idx="49784">
                  <c:v>24.5</c:v>
                </c:pt>
                <c:pt idx="49785">
                  <c:v>24.5</c:v>
                </c:pt>
                <c:pt idx="49786">
                  <c:v>24.5</c:v>
                </c:pt>
                <c:pt idx="49787">
                  <c:v>24.5</c:v>
                </c:pt>
                <c:pt idx="49788">
                  <c:v>24.5</c:v>
                </c:pt>
                <c:pt idx="49789">
                  <c:v>24.5</c:v>
                </c:pt>
                <c:pt idx="49790">
                  <c:v>24.5</c:v>
                </c:pt>
                <c:pt idx="49791">
                  <c:v>24.5</c:v>
                </c:pt>
                <c:pt idx="49792">
                  <c:v>24.5</c:v>
                </c:pt>
                <c:pt idx="49793">
                  <c:v>24.5</c:v>
                </c:pt>
                <c:pt idx="49794">
                  <c:v>24.5</c:v>
                </c:pt>
                <c:pt idx="49795">
                  <c:v>24.5</c:v>
                </c:pt>
                <c:pt idx="49796">
                  <c:v>24.5</c:v>
                </c:pt>
                <c:pt idx="49797">
                  <c:v>24.5</c:v>
                </c:pt>
                <c:pt idx="49798">
                  <c:v>24.5</c:v>
                </c:pt>
                <c:pt idx="49799">
                  <c:v>24.5</c:v>
                </c:pt>
                <c:pt idx="49800">
                  <c:v>24.5</c:v>
                </c:pt>
                <c:pt idx="49801">
                  <c:v>24.5</c:v>
                </c:pt>
                <c:pt idx="49802">
                  <c:v>24.5</c:v>
                </c:pt>
                <c:pt idx="49803">
                  <c:v>24.5</c:v>
                </c:pt>
                <c:pt idx="49804">
                  <c:v>24.5</c:v>
                </c:pt>
                <c:pt idx="49805">
                  <c:v>24.5</c:v>
                </c:pt>
                <c:pt idx="49806">
                  <c:v>24.5</c:v>
                </c:pt>
                <c:pt idx="49807">
                  <c:v>24.5</c:v>
                </c:pt>
                <c:pt idx="49808">
                  <c:v>24.5</c:v>
                </c:pt>
                <c:pt idx="49809">
                  <c:v>24.5</c:v>
                </c:pt>
                <c:pt idx="49810">
                  <c:v>24.5</c:v>
                </c:pt>
                <c:pt idx="49811">
                  <c:v>24.5</c:v>
                </c:pt>
                <c:pt idx="49812">
                  <c:v>24.5</c:v>
                </c:pt>
                <c:pt idx="49813">
                  <c:v>24.5</c:v>
                </c:pt>
                <c:pt idx="49814">
                  <c:v>24.5</c:v>
                </c:pt>
                <c:pt idx="49815">
                  <c:v>24.5</c:v>
                </c:pt>
                <c:pt idx="49816">
                  <c:v>24.5</c:v>
                </c:pt>
                <c:pt idx="49817">
                  <c:v>24.5</c:v>
                </c:pt>
                <c:pt idx="49818">
                  <c:v>24.5</c:v>
                </c:pt>
                <c:pt idx="49819">
                  <c:v>24.5</c:v>
                </c:pt>
                <c:pt idx="49820">
                  <c:v>24.5</c:v>
                </c:pt>
                <c:pt idx="49821">
                  <c:v>24.5</c:v>
                </c:pt>
                <c:pt idx="49822">
                  <c:v>24.5</c:v>
                </c:pt>
                <c:pt idx="49823">
                  <c:v>24.5</c:v>
                </c:pt>
                <c:pt idx="49824">
                  <c:v>24.5</c:v>
                </c:pt>
                <c:pt idx="49825">
                  <c:v>24.5</c:v>
                </c:pt>
                <c:pt idx="49826">
                  <c:v>24.5</c:v>
                </c:pt>
                <c:pt idx="49827">
                  <c:v>24.5</c:v>
                </c:pt>
                <c:pt idx="49828">
                  <c:v>24.5</c:v>
                </c:pt>
                <c:pt idx="49829">
                  <c:v>24.5</c:v>
                </c:pt>
                <c:pt idx="49830">
                  <c:v>24.5</c:v>
                </c:pt>
                <c:pt idx="49831">
                  <c:v>24.5</c:v>
                </c:pt>
                <c:pt idx="49832">
                  <c:v>24.5</c:v>
                </c:pt>
                <c:pt idx="49833">
                  <c:v>24.5</c:v>
                </c:pt>
                <c:pt idx="49834">
                  <c:v>24.5</c:v>
                </c:pt>
                <c:pt idx="49835">
                  <c:v>24.5</c:v>
                </c:pt>
                <c:pt idx="49836">
                  <c:v>24.5</c:v>
                </c:pt>
                <c:pt idx="49837">
                  <c:v>24.5</c:v>
                </c:pt>
                <c:pt idx="49838">
                  <c:v>24.5</c:v>
                </c:pt>
                <c:pt idx="49839">
                  <c:v>24.5</c:v>
                </c:pt>
                <c:pt idx="49840">
                  <c:v>24.5</c:v>
                </c:pt>
                <c:pt idx="49841">
                  <c:v>24.5</c:v>
                </c:pt>
                <c:pt idx="49842">
                  <c:v>24.5</c:v>
                </c:pt>
                <c:pt idx="49843">
                  <c:v>24.5</c:v>
                </c:pt>
                <c:pt idx="49844">
                  <c:v>24.5</c:v>
                </c:pt>
                <c:pt idx="49845">
                  <c:v>24.5</c:v>
                </c:pt>
                <c:pt idx="49846">
                  <c:v>24.5</c:v>
                </c:pt>
                <c:pt idx="49847">
                  <c:v>24.5</c:v>
                </c:pt>
                <c:pt idx="49848">
                  <c:v>24.5</c:v>
                </c:pt>
                <c:pt idx="49849">
                  <c:v>24.5</c:v>
                </c:pt>
                <c:pt idx="49850">
                  <c:v>24.5</c:v>
                </c:pt>
                <c:pt idx="49851">
                  <c:v>24.5</c:v>
                </c:pt>
                <c:pt idx="49852">
                  <c:v>24.5</c:v>
                </c:pt>
                <c:pt idx="49853">
                  <c:v>24.5</c:v>
                </c:pt>
                <c:pt idx="49854">
                  <c:v>24.5</c:v>
                </c:pt>
                <c:pt idx="49855">
                  <c:v>24.5</c:v>
                </c:pt>
                <c:pt idx="49856">
                  <c:v>24.5</c:v>
                </c:pt>
                <c:pt idx="49857">
                  <c:v>24.5</c:v>
                </c:pt>
                <c:pt idx="49858">
                  <c:v>24.5</c:v>
                </c:pt>
                <c:pt idx="49859">
                  <c:v>24.5</c:v>
                </c:pt>
                <c:pt idx="49860">
                  <c:v>24.5</c:v>
                </c:pt>
                <c:pt idx="49861">
                  <c:v>24.5</c:v>
                </c:pt>
                <c:pt idx="49862">
                  <c:v>24.5</c:v>
                </c:pt>
                <c:pt idx="49863">
                  <c:v>24.5</c:v>
                </c:pt>
                <c:pt idx="49864">
                  <c:v>24.5</c:v>
                </c:pt>
                <c:pt idx="49865">
                  <c:v>24.5</c:v>
                </c:pt>
                <c:pt idx="49866">
                  <c:v>24.5</c:v>
                </c:pt>
                <c:pt idx="49867">
                  <c:v>24.5</c:v>
                </c:pt>
                <c:pt idx="49868">
                  <c:v>24.5</c:v>
                </c:pt>
                <c:pt idx="49869">
                  <c:v>24.5</c:v>
                </c:pt>
                <c:pt idx="49870">
                  <c:v>24.5</c:v>
                </c:pt>
                <c:pt idx="49871">
                  <c:v>24.5</c:v>
                </c:pt>
                <c:pt idx="49872">
                  <c:v>24.5</c:v>
                </c:pt>
                <c:pt idx="49873">
                  <c:v>24.5</c:v>
                </c:pt>
                <c:pt idx="49874">
                  <c:v>24.5</c:v>
                </c:pt>
                <c:pt idx="49875">
                  <c:v>24.5</c:v>
                </c:pt>
                <c:pt idx="49876">
                  <c:v>24.5</c:v>
                </c:pt>
                <c:pt idx="49877">
                  <c:v>24.5</c:v>
                </c:pt>
                <c:pt idx="49878">
                  <c:v>24.5</c:v>
                </c:pt>
                <c:pt idx="49879">
                  <c:v>24.5</c:v>
                </c:pt>
                <c:pt idx="49880">
                  <c:v>24.5</c:v>
                </c:pt>
                <c:pt idx="49881">
                  <c:v>24.5</c:v>
                </c:pt>
                <c:pt idx="49882">
                  <c:v>24.5</c:v>
                </c:pt>
                <c:pt idx="49883">
                  <c:v>24.5</c:v>
                </c:pt>
                <c:pt idx="49884">
                  <c:v>24.5</c:v>
                </c:pt>
                <c:pt idx="49885">
                  <c:v>24.5</c:v>
                </c:pt>
                <c:pt idx="49886">
                  <c:v>24.5</c:v>
                </c:pt>
                <c:pt idx="49887">
                  <c:v>24.5</c:v>
                </c:pt>
                <c:pt idx="49888">
                  <c:v>24.5</c:v>
                </c:pt>
                <c:pt idx="49889">
                  <c:v>24.5</c:v>
                </c:pt>
                <c:pt idx="49890">
                  <c:v>24.5</c:v>
                </c:pt>
                <c:pt idx="49891">
                  <c:v>24.5</c:v>
                </c:pt>
                <c:pt idx="49892">
                  <c:v>24.5</c:v>
                </c:pt>
                <c:pt idx="49893">
                  <c:v>24.5</c:v>
                </c:pt>
                <c:pt idx="49894">
                  <c:v>24.5</c:v>
                </c:pt>
                <c:pt idx="49895">
                  <c:v>24.5</c:v>
                </c:pt>
                <c:pt idx="49896">
                  <c:v>24.5</c:v>
                </c:pt>
                <c:pt idx="49897">
                  <c:v>24.5</c:v>
                </c:pt>
                <c:pt idx="49898">
                  <c:v>24.5</c:v>
                </c:pt>
                <c:pt idx="49899">
                  <c:v>24.5</c:v>
                </c:pt>
                <c:pt idx="49900">
                  <c:v>24.5</c:v>
                </c:pt>
                <c:pt idx="49901">
                  <c:v>24.5</c:v>
                </c:pt>
                <c:pt idx="49902">
                  <c:v>24.5</c:v>
                </c:pt>
                <c:pt idx="49903">
                  <c:v>24.5</c:v>
                </c:pt>
                <c:pt idx="49904">
                  <c:v>24.5</c:v>
                </c:pt>
                <c:pt idx="49905">
                  <c:v>24.5</c:v>
                </c:pt>
                <c:pt idx="49906">
                  <c:v>24.5</c:v>
                </c:pt>
                <c:pt idx="49907">
                  <c:v>24.5</c:v>
                </c:pt>
                <c:pt idx="49908">
                  <c:v>24.5</c:v>
                </c:pt>
                <c:pt idx="49909">
                  <c:v>24.5</c:v>
                </c:pt>
                <c:pt idx="49910">
                  <c:v>24.5</c:v>
                </c:pt>
                <c:pt idx="49911">
                  <c:v>24.5</c:v>
                </c:pt>
                <c:pt idx="49912">
                  <c:v>24.5</c:v>
                </c:pt>
                <c:pt idx="49913">
                  <c:v>24.5</c:v>
                </c:pt>
                <c:pt idx="49914">
                  <c:v>24.5</c:v>
                </c:pt>
                <c:pt idx="49915">
                  <c:v>24.5</c:v>
                </c:pt>
                <c:pt idx="49916">
                  <c:v>24.5</c:v>
                </c:pt>
                <c:pt idx="49917">
                  <c:v>24.5</c:v>
                </c:pt>
                <c:pt idx="49918">
                  <c:v>24.5</c:v>
                </c:pt>
                <c:pt idx="49919">
                  <c:v>24.5</c:v>
                </c:pt>
                <c:pt idx="49920">
                  <c:v>24.5</c:v>
                </c:pt>
                <c:pt idx="49921">
                  <c:v>24.5</c:v>
                </c:pt>
                <c:pt idx="49922">
                  <c:v>24.55</c:v>
                </c:pt>
                <c:pt idx="49923">
                  <c:v>24.5</c:v>
                </c:pt>
                <c:pt idx="49924">
                  <c:v>24.5</c:v>
                </c:pt>
                <c:pt idx="49925">
                  <c:v>24.5</c:v>
                </c:pt>
                <c:pt idx="49926">
                  <c:v>24.5</c:v>
                </c:pt>
                <c:pt idx="49927">
                  <c:v>24.5</c:v>
                </c:pt>
                <c:pt idx="49928">
                  <c:v>24.5</c:v>
                </c:pt>
                <c:pt idx="49929">
                  <c:v>24.5</c:v>
                </c:pt>
                <c:pt idx="49930">
                  <c:v>24.5</c:v>
                </c:pt>
                <c:pt idx="49931">
                  <c:v>24.5</c:v>
                </c:pt>
                <c:pt idx="49932">
                  <c:v>24.5</c:v>
                </c:pt>
                <c:pt idx="49933">
                  <c:v>24.5</c:v>
                </c:pt>
                <c:pt idx="49934">
                  <c:v>24.5</c:v>
                </c:pt>
                <c:pt idx="49935">
                  <c:v>24.5</c:v>
                </c:pt>
                <c:pt idx="49936">
                  <c:v>24.5</c:v>
                </c:pt>
                <c:pt idx="49937">
                  <c:v>24.5</c:v>
                </c:pt>
                <c:pt idx="49938">
                  <c:v>24.5</c:v>
                </c:pt>
                <c:pt idx="49939">
                  <c:v>24.5</c:v>
                </c:pt>
                <c:pt idx="49940">
                  <c:v>24.5</c:v>
                </c:pt>
                <c:pt idx="49941">
                  <c:v>24.5</c:v>
                </c:pt>
                <c:pt idx="49942">
                  <c:v>24.5</c:v>
                </c:pt>
                <c:pt idx="49943">
                  <c:v>24.5</c:v>
                </c:pt>
                <c:pt idx="49944">
                  <c:v>24.5</c:v>
                </c:pt>
                <c:pt idx="49945">
                  <c:v>24.5</c:v>
                </c:pt>
                <c:pt idx="49946">
                  <c:v>24.5</c:v>
                </c:pt>
                <c:pt idx="49947">
                  <c:v>24.5</c:v>
                </c:pt>
                <c:pt idx="49948">
                  <c:v>24.5</c:v>
                </c:pt>
                <c:pt idx="49949">
                  <c:v>24.5</c:v>
                </c:pt>
                <c:pt idx="49950">
                  <c:v>24.55</c:v>
                </c:pt>
                <c:pt idx="49951">
                  <c:v>24.5</c:v>
                </c:pt>
                <c:pt idx="49952">
                  <c:v>24.5</c:v>
                </c:pt>
                <c:pt idx="49953">
                  <c:v>24.55</c:v>
                </c:pt>
                <c:pt idx="49954">
                  <c:v>24.55</c:v>
                </c:pt>
                <c:pt idx="49955">
                  <c:v>24.55</c:v>
                </c:pt>
                <c:pt idx="49956">
                  <c:v>24.55</c:v>
                </c:pt>
                <c:pt idx="49957">
                  <c:v>24.55</c:v>
                </c:pt>
                <c:pt idx="49958">
                  <c:v>24.55</c:v>
                </c:pt>
                <c:pt idx="49959">
                  <c:v>24.55</c:v>
                </c:pt>
                <c:pt idx="49960">
                  <c:v>24.55</c:v>
                </c:pt>
                <c:pt idx="49961">
                  <c:v>24.55</c:v>
                </c:pt>
                <c:pt idx="49962">
                  <c:v>24.5</c:v>
                </c:pt>
                <c:pt idx="49963">
                  <c:v>24.5</c:v>
                </c:pt>
                <c:pt idx="49964">
                  <c:v>24.5</c:v>
                </c:pt>
                <c:pt idx="49965">
                  <c:v>24.5</c:v>
                </c:pt>
                <c:pt idx="49966">
                  <c:v>24.5</c:v>
                </c:pt>
                <c:pt idx="49967">
                  <c:v>24.5</c:v>
                </c:pt>
                <c:pt idx="49968">
                  <c:v>24.5</c:v>
                </c:pt>
                <c:pt idx="49969">
                  <c:v>24.5</c:v>
                </c:pt>
                <c:pt idx="49970">
                  <c:v>24.5</c:v>
                </c:pt>
                <c:pt idx="49971">
                  <c:v>24.5</c:v>
                </c:pt>
                <c:pt idx="49972">
                  <c:v>24.5</c:v>
                </c:pt>
                <c:pt idx="49973">
                  <c:v>24.5</c:v>
                </c:pt>
                <c:pt idx="49974">
                  <c:v>24.5</c:v>
                </c:pt>
                <c:pt idx="49975">
                  <c:v>24.5</c:v>
                </c:pt>
                <c:pt idx="49976">
                  <c:v>24.55</c:v>
                </c:pt>
                <c:pt idx="49977">
                  <c:v>24.5</c:v>
                </c:pt>
                <c:pt idx="49978">
                  <c:v>24.55</c:v>
                </c:pt>
                <c:pt idx="49979">
                  <c:v>24.5</c:v>
                </c:pt>
                <c:pt idx="49980">
                  <c:v>24.55</c:v>
                </c:pt>
                <c:pt idx="49981">
                  <c:v>24.55</c:v>
                </c:pt>
                <c:pt idx="49982">
                  <c:v>24.55</c:v>
                </c:pt>
                <c:pt idx="49983">
                  <c:v>24.55</c:v>
                </c:pt>
                <c:pt idx="49984">
                  <c:v>24.5</c:v>
                </c:pt>
                <c:pt idx="49985">
                  <c:v>24.55</c:v>
                </c:pt>
                <c:pt idx="49986">
                  <c:v>24.55</c:v>
                </c:pt>
                <c:pt idx="49987">
                  <c:v>24.5</c:v>
                </c:pt>
                <c:pt idx="49988">
                  <c:v>24.5</c:v>
                </c:pt>
                <c:pt idx="49989">
                  <c:v>24.5</c:v>
                </c:pt>
                <c:pt idx="49990">
                  <c:v>24.5</c:v>
                </c:pt>
                <c:pt idx="49991">
                  <c:v>24.5</c:v>
                </c:pt>
                <c:pt idx="49992">
                  <c:v>24.5</c:v>
                </c:pt>
                <c:pt idx="49993">
                  <c:v>24.5</c:v>
                </c:pt>
                <c:pt idx="49994">
                  <c:v>24.5</c:v>
                </c:pt>
                <c:pt idx="49995">
                  <c:v>24.5</c:v>
                </c:pt>
                <c:pt idx="49996">
                  <c:v>24.5</c:v>
                </c:pt>
                <c:pt idx="49997">
                  <c:v>24.5</c:v>
                </c:pt>
                <c:pt idx="49998">
                  <c:v>24.5</c:v>
                </c:pt>
                <c:pt idx="49999">
                  <c:v>24.5</c:v>
                </c:pt>
                <c:pt idx="50000">
                  <c:v>24.5</c:v>
                </c:pt>
                <c:pt idx="50001">
                  <c:v>24.5</c:v>
                </c:pt>
                <c:pt idx="50002">
                  <c:v>24.55</c:v>
                </c:pt>
                <c:pt idx="50003">
                  <c:v>24.55</c:v>
                </c:pt>
                <c:pt idx="50004">
                  <c:v>24.55</c:v>
                </c:pt>
                <c:pt idx="50005">
                  <c:v>24.55</c:v>
                </c:pt>
                <c:pt idx="50006">
                  <c:v>24.55</c:v>
                </c:pt>
                <c:pt idx="50007">
                  <c:v>24.55</c:v>
                </c:pt>
                <c:pt idx="50008">
                  <c:v>24.55</c:v>
                </c:pt>
                <c:pt idx="50009">
                  <c:v>24.55</c:v>
                </c:pt>
                <c:pt idx="50010">
                  <c:v>24.55</c:v>
                </c:pt>
                <c:pt idx="50011">
                  <c:v>24.5</c:v>
                </c:pt>
                <c:pt idx="50012">
                  <c:v>24.5</c:v>
                </c:pt>
                <c:pt idx="50013">
                  <c:v>24.5</c:v>
                </c:pt>
                <c:pt idx="50014">
                  <c:v>24.5</c:v>
                </c:pt>
                <c:pt idx="50015">
                  <c:v>24.5</c:v>
                </c:pt>
                <c:pt idx="50016">
                  <c:v>24.5</c:v>
                </c:pt>
                <c:pt idx="50017">
                  <c:v>24.5</c:v>
                </c:pt>
                <c:pt idx="50018">
                  <c:v>24.5</c:v>
                </c:pt>
                <c:pt idx="50019">
                  <c:v>24.5</c:v>
                </c:pt>
                <c:pt idx="50020">
                  <c:v>24.5</c:v>
                </c:pt>
                <c:pt idx="50021">
                  <c:v>24.5</c:v>
                </c:pt>
                <c:pt idx="50022">
                  <c:v>24.5</c:v>
                </c:pt>
                <c:pt idx="50023">
                  <c:v>24.5</c:v>
                </c:pt>
                <c:pt idx="50024">
                  <c:v>24.5</c:v>
                </c:pt>
                <c:pt idx="50025">
                  <c:v>24.5</c:v>
                </c:pt>
                <c:pt idx="50026">
                  <c:v>24.5</c:v>
                </c:pt>
                <c:pt idx="50027">
                  <c:v>24.5</c:v>
                </c:pt>
                <c:pt idx="50028">
                  <c:v>24.5</c:v>
                </c:pt>
                <c:pt idx="50029">
                  <c:v>24.55</c:v>
                </c:pt>
                <c:pt idx="50030">
                  <c:v>24.55</c:v>
                </c:pt>
                <c:pt idx="50031">
                  <c:v>24.5</c:v>
                </c:pt>
                <c:pt idx="50032">
                  <c:v>24.55</c:v>
                </c:pt>
                <c:pt idx="50033">
                  <c:v>24.55</c:v>
                </c:pt>
                <c:pt idx="50034">
                  <c:v>24.55</c:v>
                </c:pt>
                <c:pt idx="50035">
                  <c:v>24.5</c:v>
                </c:pt>
                <c:pt idx="50036">
                  <c:v>24.5</c:v>
                </c:pt>
                <c:pt idx="50037">
                  <c:v>24.5</c:v>
                </c:pt>
                <c:pt idx="50038">
                  <c:v>24.5</c:v>
                </c:pt>
                <c:pt idx="50039">
                  <c:v>24.5</c:v>
                </c:pt>
                <c:pt idx="50040">
                  <c:v>24.5</c:v>
                </c:pt>
                <c:pt idx="50041">
                  <c:v>24.5</c:v>
                </c:pt>
                <c:pt idx="50042">
                  <c:v>24.5</c:v>
                </c:pt>
                <c:pt idx="50043">
                  <c:v>24.5</c:v>
                </c:pt>
                <c:pt idx="50044">
                  <c:v>24.5</c:v>
                </c:pt>
                <c:pt idx="50045">
                  <c:v>24.5</c:v>
                </c:pt>
                <c:pt idx="50046">
                  <c:v>24.5</c:v>
                </c:pt>
                <c:pt idx="50047">
                  <c:v>24.5</c:v>
                </c:pt>
                <c:pt idx="50048">
                  <c:v>24.5</c:v>
                </c:pt>
                <c:pt idx="50049">
                  <c:v>24.5</c:v>
                </c:pt>
                <c:pt idx="50050">
                  <c:v>24.5</c:v>
                </c:pt>
                <c:pt idx="50051">
                  <c:v>24.5</c:v>
                </c:pt>
                <c:pt idx="50052">
                  <c:v>24.5</c:v>
                </c:pt>
                <c:pt idx="50053">
                  <c:v>24.5</c:v>
                </c:pt>
                <c:pt idx="50054">
                  <c:v>24.5</c:v>
                </c:pt>
                <c:pt idx="50055">
                  <c:v>24.5</c:v>
                </c:pt>
                <c:pt idx="50056">
                  <c:v>24.5</c:v>
                </c:pt>
                <c:pt idx="50057">
                  <c:v>24.5</c:v>
                </c:pt>
                <c:pt idx="50058">
                  <c:v>24.5</c:v>
                </c:pt>
                <c:pt idx="50059">
                  <c:v>24.5</c:v>
                </c:pt>
                <c:pt idx="50060">
                  <c:v>24.55</c:v>
                </c:pt>
                <c:pt idx="50061">
                  <c:v>24.5</c:v>
                </c:pt>
                <c:pt idx="50062">
                  <c:v>24.5</c:v>
                </c:pt>
                <c:pt idx="50063">
                  <c:v>24.55</c:v>
                </c:pt>
                <c:pt idx="50064">
                  <c:v>24.5</c:v>
                </c:pt>
                <c:pt idx="50065">
                  <c:v>24.5</c:v>
                </c:pt>
                <c:pt idx="50066">
                  <c:v>24.5</c:v>
                </c:pt>
                <c:pt idx="50067">
                  <c:v>24.5</c:v>
                </c:pt>
                <c:pt idx="50068">
                  <c:v>24.5</c:v>
                </c:pt>
                <c:pt idx="50069">
                  <c:v>24.5</c:v>
                </c:pt>
                <c:pt idx="50070">
                  <c:v>24.5</c:v>
                </c:pt>
                <c:pt idx="50071">
                  <c:v>24.5</c:v>
                </c:pt>
                <c:pt idx="50072">
                  <c:v>24.5</c:v>
                </c:pt>
                <c:pt idx="50073">
                  <c:v>24.5</c:v>
                </c:pt>
                <c:pt idx="50074">
                  <c:v>24.5</c:v>
                </c:pt>
                <c:pt idx="50075">
                  <c:v>24.5</c:v>
                </c:pt>
                <c:pt idx="50076">
                  <c:v>24.5</c:v>
                </c:pt>
                <c:pt idx="50077">
                  <c:v>24.5</c:v>
                </c:pt>
                <c:pt idx="50078">
                  <c:v>24.5</c:v>
                </c:pt>
                <c:pt idx="50079">
                  <c:v>24.5</c:v>
                </c:pt>
                <c:pt idx="50080">
                  <c:v>24.5</c:v>
                </c:pt>
                <c:pt idx="50081">
                  <c:v>24.5</c:v>
                </c:pt>
                <c:pt idx="50082">
                  <c:v>24.5</c:v>
                </c:pt>
                <c:pt idx="50083">
                  <c:v>24.5</c:v>
                </c:pt>
                <c:pt idx="50084">
                  <c:v>24.5</c:v>
                </c:pt>
                <c:pt idx="50085">
                  <c:v>24.5</c:v>
                </c:pt>
                <c:pt idx="50086">
                  <c:v>24.5</c:v>
                </c:pt>
                <c:pt idx="50087">
                  <c:v>24.5</c:v>
                </c:pt>
                <c:pt idx="50088">
                  <c:v>24.5</c:v>
                </c:pt>
                <c:pt idx="50089">
                  <c:v>24.5</c:v>
                </c:pt>
                <c:pt idx="50090">
                  <c:v>24.5</c:v>
                </c:pt>
                <c:pt idx="50091">
                  <c:v>24.5</c:v>
                </c:pt>
                <c:pt idx="50092">
                  <c:v>24.5</c:v>
                </c:pt>
                <c:pt idx="50093">
                  <c:v>24.5</c:v>
                </c:pt>
                <c:pt idx="50094">
                  <c:v>24.5</c:v>
                </c:pt>
                <c:pt idx="50095">
                  <c:v>24.5</c:v>
                </c:pt>
                <c:pt idx="50096">
                  <c:v>24.5</c:v>
                </c:pt>
                <c:pt idx="50097">
                  <c:v>24.5</c:v>
                </c:pt>
                <c:pt idx="50098">
                  <c:v>24.5</c:v>
                </c:pt>
                <c:pt idx="50099">
                  <c:v>24.55</c:v>
                </c:pt>
                <c:pt idx="50100">
                  <c:v>24.5</c:v>
                </c:pt>
                <c:pt idx="50101">
                  <c:v>24.5</c:v>
                </c:pt>
                <c:pt idx="50102">
                  <c:v>24.55</c:v>
                </c:pt>
                <c:pt idx="50103">
                  <c:v>24.5</c:v>
                </c:pt>
                <c:pt idx="50104">
                  <c:v>24.55</c:v>
                </c:pt>
                <c:pt idx="50105">
                  <c:v>24.5</c:v>
                </c:pt>
                <c:pt idx="50106">
                  <c:v>24.55</c:v>
                </c:pt>
                <c:pt idx="50107">
                  <c:v>24.55</c:v>
                </c:pt>
                <c:pt idx="50108">
                  <c:v>24.5</c:v>
                </c:pt>
                <c:pt idx="50109">
                  <c:v>24.5</c:v>
                </c:pt>
                <c:pt idx="50110">
                  <c:v>24.55</c:v>
                </c:pt>
                <c:pt idx="50111">
                  <c:v>24.5</c:v>
                </c:pt>
                <c:pt idx="50112">
                  <c:v>24.5</c:v>
                </c:pt>
                <c:pt idx="50113">
                  <c:v>24.55</c:v>
                </c:pt>
                <c:pt idx="50114">
                  <c:v>24.55</c:v>
                </c:pt>
                <c:pt idx="50115">
                  <c:v>24.5</c:v>
                </c:pt>
                <c:pt idx="50116">
                  <c:v>24.5</c:v>
                </c:pt>
                <c:pt idx="50117">
                  <c:v>24.5</c:v>
                </c:pt>
                <c:pt idx="50118">
                  <c:v>24.55</c:v>
                </c:pt>
                <c:pt idx="50119">
                  <c:v>24.5</c:v>
                </c:pt>
                <c:pt idx="50120">
                  <c:v>24.5</c:v>
                </c:pt>
                <c:pt idx="50121">
                  <c:v>24.5</c:v>
                </c:pt>
                <c:pt idx="50122">
                  <c:v>24.5</c:v>
                </c:pt>
                <c:pt idx="50123">
                  <c:v>24.5</c:v>
                </c:pt>
                <c:pt idx="50124">
                  <c:v>24.5</c:v>
                </c:pt>
                <c:pt idx="50125">
                  <c:v>24.5</c:v>
                </c:pt>
                <c:pt idx="50126">
                  <c:v>24.5</c:v>
                </c:pt>
                <c:pt idx="50127">
                  <c:v>24.5</c:v>
                </c:pt>
                <c:pt idx="50128">
                  <c:v>24.5</c:v>
                </c:pt>
                <c:pt idx="50129">
                  <c:v>24.5</c:v>
                </c:pt>
                <c:pt idx="50130">
                  <c:v>24.5</c:v>
                </c:pt>
                <c:pt idx="50131">
                  <c:v>24.5</c:v>
                </c:pt>
                <c:pt idx="50132">
                  <c:v>24.5</c:v>
                </c:pt>
                <c:pt idx="50133">
                  <c:v>24.5</c:v>
                </c:pt>
                <c:pt idx="50134">
                  <c:v>24.5</c:v>
                </c:pt>
                <c:pt idx="50135">
                  <c:v>24.5</c:v>
                </c:pt>
                <c:pt idx="50136">
                  <c:v>24.5</c:v>
                </c:pt>
                <c:pt idx="50137">
                  <c:v>24.5</c:v>
                </c:pt>
                <c:pt idx="50138">
                  <c:v>24.5</c:v>
                </c:pt>
                <c:pt idx="50139">
                  <c:v>24.5</c:v>
                </c:pt>
                <c:pt idx="50140">
                  <c:v>24.5</c:v>
                </c:pt>
                <c:pt idx="50141">
                  <c:v>24.5</c:v>
                </c:pt>
                <c:pt idx="50142">
                  <c:v>24.5</c:v>
                </c:pt>
                <c:pt idx="50143">
                  <c:v>24.5</c:v>
                </c:pt>
                <c:pt idx="50144">
                  <c:v>24.5</c:v>
                </c:pt>
                <c:pt idx="50145">
                  <c:v>24.5</c:v>
                </c:pt>
                <c:pt idx="50146">
                  <c:v>24.5</c:v>
                </c:pt>
                <c:pt idx="50147">
                  <c:v>24.5</c:v>
                </c:pt>
                <c:pt idx="50148">
                  <c:v>24.5</c:v>
                </c:pt>
                <c:pt idx="50149">
                  <c:v>24.5</c:v>
                </c:pt>
                <c:pt idx="50150">
                  <c:v>24.5</c:v>
                </c:pt>
                <c:pt idx="50151">
                  <c:v>24.5</c:v>
                </c:pt>
                <c:pt idx="50152">
                  <c:v>24.5</c:v>
                </c:pt>
                <c:pt idx="50153">
                  <c:v>24.5</c:v>
                </c:pt>
                <c:pt idx="50154">
                  <c:v>24.5</c:v>
                </c:pt>
                <c:pt idx="50155">
                  <c:v>24.5</c:v>
                </c:pt>
                <c:pt idx="50156">
                  <c:v>24.5</c:v>
                </c:pt>
                <c:pt idx="50157">
                  <c:v>24.5</c:v>
                </c:pt>
                <c:pt idx="50158">
                  <c:v>24.5</c:v>
                </c:pt>
                <c:pt idx="50159">
                  <c:v>24.5</c:v>
                </c:pt>
                <c:pt idx="50160">
                  <c:v>24.5</c:v>
                </c:pt>
                <c:pt idx="50161">
                  <c:v>24.55</c:v>
                </c:pt>
                <c:pt idx="50162">
                  <c:v>24.55</c:v>
                </c:pt>
                <c:pt idx="50163">
                  <c:v>24.55</c:v>
                </c:pt>
                <c:pt idx="50164">
                  <c:v>24.5</c:v>
                </c:pt>
                <c:pt idx="50165">
                  <c:v>24.5</c:v>
                </c:pt>
                <c:pt idx="50166">
                  <c:v>24.5</c:v>
                </c:pt>
                <c:pt idx="50167">
                  <c:v>24.5</c:v>
                </c:pt>
                <c:pt idx="50168">
                  <c:v>24.5</c:v>
                </c:pt>
                <c:pt idx="50169">
                  <c:v>24.5</c:v>
                </c:pt>
                <c:pt idx="50170">
                  <c:v>24.5</c:v>
                </c:pt>
                <c:pt idx="50171">
                  <c:v>24.5</c:v>
                </c:pt>
                <c:pt idx="50172">
                  <c:v>24.5</c:v>
                </c:pt>
                <c:pt idx="50173">
                  <c:v>24.5</c:v>
                </c:pt>
                <c:pt idx="50174">
                  <c:v>24.5</c:v>
                </c:pt>
                <c:pt idx="50175">
                  <c:v>24.5</c:v>
                </c:pt>
                <c:pt idx="50176">
                  <c:v>24.5</c:v>
                </c:pt>
                <c:pt idx="50177">
                  <c:v>24.5</c:v>
                </c:pt>
                <c:pt idx="50178">
                  <c:v>24.5</c:v>
                </c:pt>
                <c:pt idx="50179">
                  <c:v>24.5</c:v>
                </c:pt>
                <c:pt idx="50180">
                  <c:v>24.5</c:v>
                </c:pt>
                <c:pt idx="50181">
                  <c:v>24.5</c:v>
                </c:pt>
                <c:pt idx="50182">
                  <c:v>24.5</c:v>
                </c:pt>
                <c:pt idx="50183">
                  <c:v>24.5</c:v>
                </c:pt>
                <c:pt idx="50184">
                  <c:v>24.5</c:v>
                </c:pt>
                <c:pt idx="50185">
                  <c:v>24.55</c:v>
                </c:pt>
                <c:pt idx="50186">
                  <c:v>24.55</c:v>
                </c:pt>
                <c:pt idx="50187">
                  <c:v>24.55</c:v>
                </c:pt>
                <c:pt idx="50188">
                  <c:v>24.55</c:v>
                </c:pt>
                <c:pt idx="50189">
                  <c:v>24.55</c:v>
                </c:pt>
                <c:pt idx="50190">
                  <c:v>24.55</c:v>
                </c:pt>
                <c:pt idx="50191">
                  <c:v>24.5</c:v>
                </c:pt>
                <c:pt idx="50192">
                  <c:v>24.55</c:v>
                </c:pt>
                <c:pt idx="50193">
                  <c:v>24.5</c:v>
                </c:pt>
                <c:pt idx="50194">
                  <c:v>24.5</c:v>
                </c:pt>
                <c:pt idx="50195">
                  <c:v>24.5</c:v>
                </c:pt>
                <c:pt idx="50196">
                  <c:v>24.5</c:v>
                </c:pt>
                <c:pt idx="50197">
                  <c:v>24.5</c:v>
                </c:pt>
                <c:pt idx="50198">
                  <c:v>24.5</c:v>
                </c:pt>
                <c:pt idx="50199">
                  <c:v>24.5</c:v>
                </c:pt>
                <c:pt idx="50200">
                  <c:v>24.5</c:v>
                </c:pt>
                <c:pt idx="50201">
                  <c:v>24.5</c:v>
                </c:pt>
                <c:pt idx="50202">
                  <c:v>24.5</c:v>
                </c:pt>
                <c:pt idx="50203">
                  <c:v>24.5</c:v>
                </c:pt>
                <c:pt idx="50204">
                  <c:v>24.5</c:v>
                </c:pt>
                <c:pt idx="50205">
                  <c:v>24.5</c:v>
                </c:pt>
                <c:pt idx="50206">
                  <c:v>24.5</c:v>
                </c:pt>
                <c:pt idx="50207">
                  <c:v>24.5</c:v>
                </c:pt>
                <c:pt idx="50208">
                  <c:v>24.5</c:v>
                </c:pt>
                <c:pt idx="50209">
                  <c:v>24.5</c:v>
                </c:pt>
                <c:pt idx="50210">
                  <c:v>24.5</c:v>
                </c:pt>
                <c:pt idx="50211">
                  <c:v>24.5</c:v>
                </c:pt>
                <c:pt idx="50212">
                  <c:v>24.5</c:v>
                </c:pt>
                <c:pt idx="50213">
                  <c:v>24.5</c:v>
                </c:pt>
                <c:pt idx="50214">
                  <c:v>24.5</c:v>
                </c:pt>
                <c:pt idx="50215">
                  <c:v>24.5</c:v>
                </c:pt>
                <c:pt idx="50216">
                  <c:v>24.5</c:v>
                </c:pt>
                <c:pt idx="50217">
                  <c:v>24.5</c:v>
                </c:pt>
                <c:pt idx="50218">
                  <c:v>24.5</c:v>
                </c:pt>
                <c:pt idx="50219">
                  <c:v>24.5</c:v>
                </c:pt>
                <c:pt idx="50220">
                  <c:v>24.5</c:v>
                </c:pt>
                <c:pt idx="50221">
                  <c:v>24.5</c:v>
                </c:pt>
                <c:pt idx="50222">
                  <c:v>24.5</c:v>
                </c:pt>
                <c:pt idx="50223">
                  <c:v>24.5</c:v>
                </c:pt>
                <c:pt idx="50224">
                  <c:v>24.5</c:v>
                </c:pt>
                <c:pt idx="50225">
                  <c:v>24.5</c:v>
                </c:pt>
                <c:pt idx="50226">
                  <c:v>24.5</c:v>
                </c:pt>
                <c:pt idx="50227">
                  <c:v>24.5</c:v>
                </c:pt>
                <c:pt idx="50228">
                  <c:v>24.5</c:v>
                </c:pt>
                <c:pt idx="50229">
                  <c:v>24.5</c:v>
                </c:pt>
                <c:pt idx="50230">
                  <c:v>24.5</c:v>
                </c:pt>
                <c:pt idx="50231">
                  <c:v>24.5</c:v>
                </c:pt>
                <c:pt idx="50232">
                  <c:v>24.5</c:v>
                </c:pt>
                <c:pt idx="50233">
                  <c:v>24.5</c:v>
                </c:pt>
                <c:pt idx="50234">
                  <c:v>24.5</c:v>
                </c:pt>
                <c:pt idx="50235">
                  <c:v>24.5</c:v>
                </c:pt>
                <c:pt idx="50236">
                  <c:v>24.5</c:v>
                </c:pt>
                <c:pt idx="50237">
                  <c:v>24.5</c:v>
                </c:pt>
                <c:pt idx="50238">
                  <c:v>24.5</c:v>
                </c:pt>
                <c:pt idx="50239">
                  <c:v>24.5</c:v>
                </c:pt>
                <c:pt idx="50240">
                  <c:v>24.5</c:v>
                </c:pt>
                <c:pt idx="50241">
                  <c:v>24.5</c:v>
                </c:pt>
                <c:pt idx="50242">
                  <c:v>24.5</c:v>
                </c:pt>
                <c:pt idx="50243">
                  <c:v>24.5</c:v>
                </c:pt>
                <c:pt idx="50244">
                  <c:v>24.5</c:v>
                </c:pt>
                <c:pt idx="50245">
                  <c:v>24.5</c:v>
                </c:pt>
                <c:pt idx="50246">
                  <c:v>24.5</c:v>
                </c:pt>
                <c:pt idx="50247">
                  <c:v>24.5</c:v>
                </c:pt>
                <c:pt idx="50248">
                  <c:v>24.5</c:v>
                </c:pt>
                <c:pt idx="50249">
                  <c:v>24.5</c:v>
                </c:pt>
                <c:pt idx="50250">
                  <c:v>24.5</c:v>
                </c:pt>
                <c:pt idx="50251">
                  <c:v>24.5</c:v>
                </c:pt>
                <c:pt idx="50252">
                  <c:v>24.5</c:v>
                </c:pt>
                <c:pt idx="50253">
                  <c:v>24.5</c:v>
                </c:pt>
                <c:pt idx="50254">
                  <c:v>24.5</c:v>
                </c:pt>
                <c:pt idx="50255">
                  <c:v>24.5</c:v>
                </c:pt>
                <c:pt idx="50256">
                  <c:v>24.5</c:v>
                </c:pt>
                <c:pt idx="50257">
                  <c:v>24.5</c:v>
                </c:pt>
                <c:pt idx="50258">
                  <c:v>24.5</c:v>
                </c:pt>
                <c:pt idx="50259">
                  <c:v>24.5</c:v>
                </c:pt>
                <c:pt idx="50260">
                  <c:v>24.5</c:v>
                </c:pt>
                <c:pt idx="50261">
                  <c:v>24.5</c:v>
                </c:pt>
                <c:pt idx="50262">
                  <c:v>24.5</c:v>
                </c:pt>
                <c:pt idx="50263">
                  <c:v>24.5</c:v>
                </c:pt>
                <c:pt idx="50264">
                  <c:v>24.5</c:v>
                </c:pt>
                <c:pt idx="50265">
                  <c:v>24.5</c:v>
                </c:pt>
                <c:pt idx="50266">
                  <c:v>24.5</c:v>
                </c:pt>
                <c:pt idx="50267">
                  <c:v>24.5</c:v>
                </c:pt>
                <c:pt idx="50268">
                  <c:v>24.5</c:v>
                </c:pt>
                <c:pt idx="50269">
                  <c:v>24.5</c:v>
                </c:pt>
                <c:pt idx="50270">
                  <c:v>24.5</c:v>
                </c:pt>
                <c:pt idx="50271">
                  <c:v>24.5</c:v>
                </c:pt>
                <c:pt idx="50272">
                  <c:v>24.5</c:v>
                </c:pt>
                <c:pt idx="50273">
                  <c:v>24.5</c:v>
                </c:pt>
                <c:pt idx="50274">
                  <c:v>24.5</c:v>
                </c:pt>
                <c:pt idx="50275">
                  <c:v>24.5</c:v>
                </c:pt>
                <c:pt idx="50276">
                  <c:v>24.5</c:v>
                </c:pt>
                <c:pt idx="50277">
                  <c:v>24.5</c:v>
                </c:pt>
                <c:pt idx="50278">
                  <c:v>24.5</c:v>
                </c:pt>
                <c:pt idx="50279">
                  <c:v>24.5</c:v>
                </c:pt>
                <c:pt idx="50280">
                  <c:v>24.5</c:v>
                </c:pt>
                <c:pt idx="50281">
                  <c:v>24.5</c:v>
                </c:pt>
                <c:pt idx="50282">
                  <c:v>24.5</c:v>
                </c:pt>
                <c:pt idx="50283">
                  <c:v>24.5</c:v>
                </c:pt>
                <c:pt idx="50284">
                  <c:v>24.5</c:v>
                </c:pt>
                <c:pt idx="50285">
                  <c:v>24.5</c:v>
                </c:pt>
                <c:pt idx="50286">
                  <c:v>24.5</c:v>
                </c:pt>
                <c:pt idx="50287">
                  <c:v>24.5</c:v>
                </c:pt>
                <c:pt idx="50288">
                  <c:v>24.5</c:v>
                </c:pt>
                <c:pt idx="50289">
                  <c:v>24.5</c:v>
                </c:pt>
                <c:pt idx="50290">
                  <c:v>24.5</c:v>
                </c:pt>
                <c:pt idx="50291">
                  <c:v>24.5</c:v>
                </c:pt>
                <c:pt idx="50292">
                  <c:v>24.5</c:v>
                </c:pt>
                <c:pt idx="50293">
                  <c:v>24.5</c:v>
                </c:pt>
                <c:pt idx="50294">
                  <c:v>24.5</c:v>
                </c:pt>
                <c:pt idx="50295">
                  <c:v>24.5</c:v>
                </c:pt>
                <c:pt idx="50296">
                  <c:v>24.5</c:v>
                </c:pt>
                <c:pt idx="50297">
                  <c:v>24.5</c:v>
                </c:pt>
                <c:pt idx="50298">
                  <c:v>24.5</c:v>
                </c:pt>
                <c:pt idx="50299">
                  <c:v>24.5</c:v>
                </c:pt>
                <c:pt idx="50300">
                  <c:v>24.5</c:v>
                </c:pt>
                <c:pt idx="50301">
                  <c:v>24.5</c:v>
                </c:pt>
                <c:pt idx="50302">
                  <c:v>24.5</c:v>
                </c:pt>
                <c:pt idx="50303">
                  <c:v>24.5</c:v>
                </c:pt>
                <c:pt idx="50304">
                  <c:v>24.5</c:v>
                </c:pt>
                <c:pt idx="50305">
                  <c:v>24.5</c:v>
                </c:pt>
                <c:pt idx="50306">
                  <c:v>24.5</c:v>
                </c:pt>
                <c:pt idx="50307">
                  <c:v>24.5</c:v>
                </c:pt>
                <c:pt idx="50308">
                  <c:v>24.5</c:v>
                </c:pt>
                <c:pt idx="50309">
                  <c:v>24.5</c:v>
                </c:pt>
                <c:pt idx="50310">
                  <c:v>24.5</c:v>
                </c:pt>
                <c:pt idx="50311">
                  <c:v>24.5</c:v>
                </c:pt>
                <c:pt idx="50312">
                  <c:v>24.5</c:v>
                </c:pt>
                <c:pt idx="50313">
                  <c:v>24.5</c:v>
                </c:pt>
                <c:pt idx="50314">
                  <c:v>24.5</c:v>
                </c:pt>
                <c:pt idx="50315">
                  <c:v>24.5</c:v>
                </c:pt>
                <c:pt idx="50316">
                  <c:v>24.5</c:v>
                </c:pt>
                <c:pt idx="50317">
                  <c:v>24.5</c:v>
                </c:pt>
                <c:pt idx="50318">
                  <c:v>24.5</c:v>
                </c:pt>
                <c:pt idx="50319">
                  <c:v>24.5</c:v>
                </c:pt>
                <c:pt idx="50320">
                  <c:v>24.5</c:v>
                </c:pt>
                <c:pt idx="50321">
                  <c:v>24.5</c:v>
                </c:pt>
                <c:pt idx="50322">
                  <c:v>24.5</c:v>
                </c:pt>
                <c:pt idx="50323">
                  <c:v>24.5</c:v>
                </c:pt>
                <c:pt idx="50324">
                  <c:v>24.5</c:v>
                </c:pt>
                <c:pt idx="50325">
                  <c:v>24.5</c:v>
                </c:pt>
                <c:pt idx="50326">
                  <c:v>24.5</c:v>
                </c:pt>
                <c:pt idx="50327">
                  <c:v>24.5</c:v>
                </c:pt>
                <c:pt idx="50328">
                  <c:v>24.5</c:v>
                </c:pt>
                <c:pt idx="50329">
                  <c:v>24.5</c:v>
                </c:pt>
                <c:pt idx="50330">
                  <c:v>24.5</c:v>
                </c:pt>
                <c:pt idx="50331">
                  <c:v>24.5</c:v>
                </c:pt>
                <c:pt idx="50332">
                  <c:v>24.5</c:v>
                </c:pt>
                <c:pt idx="50333">
                  <c:v>24.5</c:v>
                </c:pt>
                <c:pt idx="50334">
                  <c:v>24.5</c:v>
                </c:pt>
                <c:pt idx="50335">
                  <c:v>24.5</c:v>
                </c:pt>
                <c:pt idx="50336">
                  <c:v>24.5</c:v>
                </c:pt>
                <c:pt idx="50337">
                  <c:v>24.5</c:v>
                </c:pt>
                <c:pt idx="50338">
                  <c:v>24.5</c:v>
                </c:pt>
                <c:pt idx="50339">
                  <c:v>24.5</c:v>
                </c:pt>
                <c:pt idx="50340">
                  <c:v>24.5</c:v>
                </c:pt>
                <c:pt idx="50341">
                  <c:v>24.5</c:v>
                </c:pt>
                <c:pt idx="50342">
                  <c:v>24.5</c:v>
                </c:pt>
                <c:pt idx="50343">
                  <c:v>24.5</c:v>
                </c:pt>
                <c:pt idx="50344">
                  <c:v>24.5</c:v>
                </c:pt>
                <c:pt idx="50345">
                  <c:v>24.5</c:v>
                </c:pt>
                <c:pt idx="50346">
                  <c:v>24.5</c:v>
                </c:pt>
                <c:pt idx="50347">
                  <c:v>24.5</c:v>
                </c:pt>
                <c:pt idx="50348">
                  <c:v>24.5</c:v>
                </c:pt>
                <c:pt idx="50349">
                  <c:v>24.5</c:v>
                </c:pt>
                <c:pt idx="50350">
                  <c:v>24.5</c:v>
                </c:pt>
                <c:pt idx="50351">
                  <c:v>24.5</c:v>
                </c:pt>
                <c:pt idx="50352">
                  <c:v>24.5</c:v>
                </c:pt>
                <c:pt idx="50353">
                  <c:v>24.5</c:v>
                </c:pt>
                <c:pt idx="50354">
                  <c:v>24.5</c:v>
                </c:pt>
                <c:pt idx="50355">
                  <c:v>24.5</c:v>
                </c:pt>
                <c:pt idx="50356">
                  <c:v>24.5</c:v>
                </c:pt>
                <c:pt idx="50357">
                  <c:v>24.5</c:v>
                </c:pt>
                <c:pt idx="50358">
                  <c:v>24.5</c:v>
                </c:pt>
                <c:pt idx="50359">
                  <c:v>24.5</c:v>
                </c:pt>
                <c:pt idx="50360">
                  <c:v>24.5</c:v>
                </c:pt>
                <c:pt idx="50361">
                  <c:v>24.5</c:v>
                </c:pt>
                <c:pt idx="50362">
                  <c:v>24.5</c:v>
                </c:pt>
                <c:pt idx="50363">
                  <c:v>24.5</c:v>
                </c:pt>
                <c:pt idx="50364">
                  <c:v>24.5</c:v>
                </c:pt>
                <c:pt idx="50365">
                  <c:v>24.5</c:v>
                </c:pt>
                <c:pt idx="50366">
                  <c:v>24.5</c:v>
                </c:pt>
                <c:pt idx="50367">
                  <c:v>24.5</c:v>
                </c:pt>
                <c:pt idx="50368">
                  <c:v>24.5</c:v>
                </c:pt>
                <c:pt idx="50369">
                  <c:v>24.5</c:v>
                </c:pt>
                <c:pt idx="50370">
                  <c:v>24.5</c:v>
                </c:pt>
                <c:pt idx="50371">
                  <c:v>24.5</c:v>
                </c:pt>
                <c:pt idx="50372">
                  <c:v>24.5</c:v>
                </c:pt>
                <c:pt idx="50373">
                  <c:v>24.5</c:v>
                </c:pt>
                <c:pt idx="50374">
                  <c:v>24.5</c:v>
                </c:pt>
                <c:pt idx="50375">
                  <c:v>24.5</c:v>
                </c:pt>
                <c:pt idx="50376">
                  <c:v>24.5</c:v>
                </c:pt>
                <c:pt idx="50377">
                  <c:v>24.5</c:v>
                </c:pt>
                <c:pt idx="50378">
                  <c:v>24.5</c:v>
                </c:pt>
                <c:pt idx="50379">
                  <c:v>24.5</c:v>
                </c:pt>
                <c:pt idx="50380">
                  <c:v>24.5</c:v>
                </c:pt>
                <c:pt idx="50381">
                  <c:v>24.5</c:v>
                </c:pt>
                <c:pt idx="50382">
                  <c:v>24.5</c:v>
                </c:pt>
                <c:pt idx="50383">
                  <c:v>24.5</c:v>
                </c:pt>
                <c:pt idx="50384">
                  <c:v>24.5</c:v>
                </c:pt>
                <c:pt idx="50385">
                  <c:v>24.5</c:v>
                </c:pt>
                <c:pt idx="50386">
                  <c:v>24.5</c:v>
                </c:pt>
                <c:pt idx="50387">
                  <c:v>24.5</c:v>
                </c:pt>
                <c:pt idx="50388">
                  <c:v>24.5</c:v>
                </c:pt>
                <c:pt idx="50389">
                  <c:v>24.5</c:v>
                </c:pt>
                <c:pt idx="50390">
                  <c:v>24.5</c:v>
                </c:pt>
                <c:pt idx="50391">
                  <c:v>24.5</c:v>
                </c:pt>
                <c:pt idx="50392">
                  <c:v>24.5</c:v>
                </c:pt>
                <c:pt idx="50393">
                  <c:v>24.5</c:v>
                </c:pt>
                <c:pt idx="50394">
                  <c:v>24.5</c:v>
                </c:pt>
                <c:pt idx="50395">
                  <c:v>24.5</c:v>
                </c:pt>
                <c:pt idx="50396">
                  <c:v>24.5</c:v>
                </c:pt>
                <c:pt idx="50397">
                  <c:v>24.5</c:v>
                </c:pt>
                <c:pt idx="50398">
                  <c:v>24.5</c:v>
                </c:pt>
                <c:pt idx="50399">
                  <c:v>24.5</c:v>
                </c:pt>
                <c:pt idx="50400">
                  <c:v>24.5</c:v>
                </c:pt>
                <c:pt idx="50401">
                  <c:v>24.5</c:v>
                </c:pt>
                <c:pt idx="50402">
                  <c:v>24.5</c:v>
                </c:pt>
                <c:pt idx="50403">
                  <c:v>24.5</c:v>
                </c:pt>
                <c:pt idx="50404">
                  <c:v>24.5</c:v>
                </c:pt>
                <c:pt idx="50405">
                  <c:v>24.5</c:v>
                </c:pt>
                <c:pt idx="50406">
                  <c:v>24.5</c:v>
                </c:pt>
                <c:pt idx="50407">
                  <c:v>24.5</c:v>
                </c:pt>
                <c:pt idx="50408">
                  <c:v>24.5</c:v>
                </c:pt>
                <c:pt idx="50409">
                  <c:v>24.5</c:v>
                </c:pt>
                <c:pt idx="50410">
                  <c:v>24.5</c:v>
                </c:pt>
                <c:pt idx="50411">
                  <c:v>24.5</c:v>
                </c:pt>
                <c:pt idx="50412">
                  <c:v>24.5</c:v>
                </c:pt>
                <c:pt idx="50413">
                  <c:v>24.5</c:v>
                </c:pt>
                <c:pt idx="50414">
                  <c:v>24.5</c:v>
                </c:pt>
                <c:pt idx="50415">
                  <c:v>24.5</c:v>
                </c:pt>
                <c:pt idx="50416">
                  <c:v>24.5</c:v>
                </c:pt>
                <c:pt idx="50417">
                  <c:v>24.5</c:v>
                </c:pt>
                <c:pt idx="50418">
                  <c:v>24.5</c:v>
                </c:pt>
                <c:pt idx="50419">
                  <c:v>24.5</c:v>
                </c:pt>
                <c:pt idx="50420">
                  <c:v>24.5</c:v>
                </c:pt>
                <c:pt idx="50421">
                  <c:v>24.5</c:v>
                </c:pt>
                <c:pt idx="50422">
                  <c:v>24.5</c:v>
                </c:pt>
                <c:pt idx="50423">
                  <c:v>24.5</c:v>
                </c:pt>
                <c:pt idx="50424">
                  <c:v>24.5</c:v>
                </c:pt>
                <c:pt idx="50425">
                  <c:v>24.5</c:v>
                </c:pt>
                <c:pt idx="50426">
                  <c:v>24.5</c:v>
                </c:pt>
                <c:pt idx="50427">
                  <c:v>24.5</c:v>
                </c:pt>
                <c:pt idx="50428">
                  <c:v>24.5</c:v>
                </c:pt>
                <c:pt idx="50429">
                  <c:v>24.5</c:v>
                </c:pt>
                <c:pt idx="50430">
                  <c:v>24.5</c:v>
                </c:pt>
                <c:pt idx="50431">
                  <c:v>24.5</c:v>
                </c:pt>
                <c:pt idx="50432">
                  <c:v>24.5</c:v>
                </c:pt>
                <c:pt idx="50433">
                  <c:v>24.5</c:v>
                </c:pt>
                <c:pt idx="50434">
                  <c:v>24.5</c:v>
                </c:pt>
                <c:pt idx="50435">
                  <c:v>24.5</c:v>
                </c:pt>
                <c:pt idx="50436">
                  <c:v>24.5</c:v>
                </c:pt>
                <c:pt idx="50437">
                  <c:v>24.5</c:v>
                </c:pt>
                <c:pt idx="50438">
                  <c:v>24.5</c:v>
                </c:pt>
                <c:pt idx="50439">
                  <c:v>24.5</c:v>
                </c:pt>
                <c:pt idx="50440">
                  <c:v>24.5</c:v>
                </c:pt>
                <c:pt idx="50441">
                  <c:v>24.5</c:v>
                </c:pt>
                <c:pt idx="50442">
                  <c:v>24.5</c:v>
                </c:pt>
                <c:pt idx="50443">
                  <c:v>24.5</c:v>
                </c:pt>
                <c:pt idx="50444">
                  <c:v>24.5</c:v>
                </c:pt>
                <c:pt idx="50445">
                  <c:v>24.5</c:v>
                </c:pt>
                <c:pt idx="50446">
                  <c:v>24.5</c:v>
                </c:pt>
                <c:pt idx="50447">
                  <c:v>24.5</c:v>
                </c:pt>
                <c:pt idx="50448">
                  <c:v>24.5</c:v>
                </c:pt>
                <c:pt idx="50449">
                  <c:v>24.5</c:v>
                </c:pt>
                <c:pt idx="50450">
                  <c:v>24.5</c:v>
                </c:pt>
                <c:pt idx="50451">
                  <c:v>24.5</c:v>
                </c:pt>
                <c:pt idx="50452">
                  <c:v>24.5</c:v>
                </c:pt>
                <c:pt idx="50453">
                  <c:v>24.5</c:v>
                </c:pt>
                <c:pt idx="50454">
                  <c:v>24.5</c:v>
                </c:pt>
                <c:pt idx="50455">
                  <c:v>24.5</c:v>
                </c:pt>
                <c:pt idx="50456">
                  <c:v>24.5</c:v>
                </c:pt>
                <c:pt idx="50457">
                  <c:v>24.5</c:v>
                </c:pt>
                <c:pt idx="50458">
                  <c:v>24.5</c:v>
                </c:pt>
                <c:pt idx="50459">
                  <c:v>24.5</c:v>
                </c:pt>
                <c:pt idx="50460">
                  <c:v>24.5</c:v>
                </c:pt>
                <c:pt idx="50461">
                  <c:v>24.5</c:v>
                </c:pt>
                <c:pt idx="50462">
                  <c:v>24.5</c:v>
                </c:pt>
                <c:pt idx="50463">
                  <c:v>24.5</c:v>
                </c:pt>
                <c:pt idx="50464">
                  <c:v>24.5</c:v>
                </c:pt>
                <c:pt idx="50465">
                  <c:v>24.5</c:v>
                </c:pt>
                <c:pt idx="50466">
                  <c:v>24.5</c:v>
                </c:pt>
                <c:pt idx="50467">
                  <c:v>24.5</c:v>
                </c:pt>
                <c:pt idx="50468">
                  <c:v>24.5</c:v>
                </c:pt>
                <c:pt idx="50469">
                  <c:v>24.5</c:v>
                </c:pt>
                <c:pt idx="50470">
                  <c:v>24.5</c:v>
                </c:pt>
                <c:pt idx="50471">
                  <c:v>24.5</c:v>
                </c:pt>
                <c:pt idx="50472">
                  <c:v>24.5</c:v>
                </c:pt>
                <c:pt idx="50473">
                  <c:v>24.5</c:v>
                </c:pt>
                <c:pt idx="50474">
                  <c:v>24.5</c:v>
                </c:pt>
                <c:pt idx="50475">
                  <c:v>24.5</c:v>
                </c:pt>
                <c:pt idx="50476">
                  <c:v>24.5</c:v>
                </c:pt>
                <c:pt idx="50477">
                  <c:v>24.5</c:v>
                </c:pt>
                <c:pt idx="50478">
                  <c:v>24.5</c:v>
                </c:pt>
                <c:pt idx="50479">
                  <c:v>24.5</c:v>
                </c:pt>
                <c:pt idx="50480">
                  <c:v>24.5</c:v>
                </c:pt>
                <c:pt idx="50481">
                  <c:v>24.5</c:v>
                </c:pt>
                <c:pt idx="50482">
                  <c:v>24.5</c:v>
                </c:pt>
                <c:pt idx="50483">
                  <c:v>24.5</c:v>
                </c:pt>
                <c:pt idx="50484">
                  <c:v>24.5</c:v>
                </c:pt>
                <c:pt idx="50485">
                  <c:v>24.5</c:v>
                </c:pt>
                <c:pt idx="50486">
                  <c:v>24.5</c:v>
                </c:pt>
                <c:pt idx="50487">
                  <c:v>24.5</c:v>
                </c:pt>
                <c:pt idx="50488">
                  <c:v>24.5</c:v>
                </c:pt>
                <c:pt idx="50489">
                  <c:v>24.5</c:v>
                </c:pt>
                <c:pt idx="50490">
                  <c:v>24.5</c:v>
                </c:pt>
                <c:pt idx="50491">
                  <c:v>24.5</c:v>
                </c:pt>
                <c:pt idx="50492">
                  <c:v>24.5</c:v>
                </c:pt>
                <c:pt idx="50493">
                  <c:v>24.5</c:v>
                </c:pt>
                <c:pt idx="50494">
                  <c:v>24.5</c:v>
                </c:pt>
                <c:pt idx="50495">
                  <c:v>24.5</c:v>
                </c:pt>
                <c:pt idx="50496">
                  <c:v>24.5</c:v>
                </c:pt>
                <c:pt idx="50497">
                  <c:v>24.5</c:v>
                </c:pt>
                <c:pt idx="50498">
                  <c:v>24.5</c:v>
                </c:pt>
                <c:pt idx="50499">
                  <c:v>24.5</c:v>
                </c:pt>
                <c:pt idx="50500">
                  <c:v>24.5</c:v>
                </c:pt>
                <c:pt idx="50501">
                  <c:v>24.5</c:v>
                </c:pt>
                <c:pt idx="50502">
                  <c:v>24.5</c:v>
                </c:pt>
                <c:pt idx="50503">
                  <c:v>24.5</c:v>
                </c:pt>
                <c:pt idx="50504">
                  <c:v>24.5</c:v>
                </c:pt>
                <c:pt idx="50505">
                  <c:v>24.5</c:v>
                </c:pt>
                <c:pt idx="50506">
                  <c:v>24.5</c:v>
                </c:pt>
                <c:pt idx="50507">
                  <c:v>24.5</c:v>
                </c:pt>
                <c:pt idx="50508">
                  <c:v>24.5</c:v>
                </c:pt>
                <c:pt idx="50509">
                  <c:v>24.5</c:v>
                </c:pt>
                <c:pt idx="50510">
                  <c:v>24.5</c:v>
                </c:pt>
                <c:pt idx="50511">
                  <c:v>24.5</c:v>
                </c:pt>
                <c:pt idx="50512">
                  <c:v>24.5</c:v>
                </c:pt>
                <c:pt idx="50513">
                  <c:v>24.5</c:v>
                </c:pt>
                <c:pt idx="50514">
                  <c:v>24.5</c:v>
                </c:pt>
                <c:pt idx="50515">
                  <c:v>24.5</c:v>
                </c:pt>
                <c:pt idx="50516">
                  <c:v>24.5</c:v>
                </c:pt>
                <c:pt idx="50517">
                  <c:v>24.5</c:v>
                </c:pt>
                <c:pt idx="50518">
                  <c:v>24.5</c:v>
                </c:pt>
                <c:pt idx="50519">
                  <c:v>24.5</c:v>
                </c:pt>
                <c:pt idx="50520">
                  <c:v>24.5</c:v>
                </c:pt>
                <c:pt idx="50521">
                  <c:v>24.5</c:v>
                </c:pt>
                <c:pt idx="50522">
                  <c:v>24.5</c:v>
                </c:pt>
                <c:pt idx="50523">
                  <c:v>24.5</c:v>
                </c:pt>
                <c:pt idx="50524">
                  <c:v>24.5</c:v>
                </c:pt>
                <c:pt idx="50525">
                  <c:v>24.5</c:v>
                </c:pt>
                <c:pt idx="50526">
                  <c:v>24.5</c:v>
                </c:pt>
                <c:pt idx="50527">
                  <c:v>24.5</c:v>
                </c:pt>
                <c:pt idx="50528">
                  <c:v>24.5</c:v>
                </c:pt>
                <c:pt idx="50529">
                  <c:v>24.5</c:v>
                </c:pt>
                <c:pt idx="50530">
                  <c:v>24.5</c:v>
                </c:pt>
                <c:pt idx="50531">
                  <c:v>24.5</c:v>
                </c:pt>
                <c:pt idx="50532">
                  <c:v>24.5</c:v>
                </c:pt>
                <c:pt idx="50533">
                  <c:v>24.5</c:v>
                </c:pt>
                <c:pt idx="50534">
                  <c:v>24.5</c:v>
                </c:pt>
                <c:pt idx="50535">
                  <c:v>24.5</c:v>
                </c:pt>
                <c:pt idx="50536">
                  <c:v>24.5</c:v>
                </c:pt>
                <c:pt idx="50537">
                  <c:v>24.5</c:v>
                </c:pt>
                <c:pt idx="50538">
                  <c:v>24.5</c:v>
                </c:pt>
                <c:pt idx="50539">
                  <c:v>24.5</c:v>
                </c:pt>
                <c:pt idx="50540">
                  <c:v>24.5</c:v>
                </c:pt>
                <c:pt idx="50541">
                  <c:v>24.5</c:v>
                </c:pt>
                <c:pt idx="50542">
                  <c:v>24.5</c:v>
                </c:pt>
                <c:pt idx="50543">
                  <c:v>24.5</c:v>
                </c:pt>
                <c:pt idx="50544">
                  <c:v>24.5</c:v>
                </c:pt>
                <c:pt idx="50545">
                  <c:v>24.5</c:v>
                </c:pt>
                <c:pt idx="50546">
                  <c:v>24.5</c:v>
                </c:pt>
                <c:pt idx="50547">
                  <c:v>24.5</c:v>
                </c:pt>
                <c:pt idx="50548">
                  <c:v>24.5</c:v>
                </c:pt>
                <c:pt idx="50549">
                  <c:v>24.5</c:v>
                </c:pt>
                <c:pt idx="50550">
                  <c:v>24.5</c:v>
                </c:pt>
                <c:pt idx="50551">
                  <c:v>24.5</c:v>
                </c:pt>
                <c:pt idx="50552">
                  <c:v>24.5</c:v>
                </c:pt>
                <c:pt idx="50553">
                  <c:v>24.5</c:v>
                </c:pt>
                <c:pt idx="50554">
                  <c:v>24.5</c:v>
                </c:pt>
                <c:pt idx="50555">
                  <c:v>24.5</c:v>
                </c:pt>
                <c:pt idx="50556">
                  <c:v>24.5</c:v>
                </c:pt>
                <c:pt idx="50557">
                  <c:v>24.5</c:v>
                </c:pt>
                <c:pt idx="50558">
                  <c:v>24.5</c:v>
                </c:pt>
                <c:pt idx="50559">
                  <c:v>24.5</c:v>
                </c:pt>
                <c:pt idx="50560">
                  <c:v>24.5</c:v>
                </c:pt>
                <c:pt idx="50561">
                  <c:v>24.5</c:v>
                </c:pt>
                <c:pt idx="50562">
                  <c:v>24.5</c:v>
                </c:pt>
                <c:pt idx="50563">
                  <c:v>24.5</c:v>
                </c:pt>
                <c:pt idx="50564">
                  <c:v>24.5</c:v>
                </c:pt>
                <c:pt idx="50565">
                  <c:v>24.5</c:v>
                </c:pt>
                <c:pt idx="50566">
                  <c:v>24.5</c:v>
                </c:pt>
                <c:pt idx="50567">
                  <c:v>24.5</c:v>
                </c:pt>
                <c:pt idx="50568">
                  <c:v>24.5</c:v>
                </c:pt>
                <c:pt idx="50569">
                  <c:v>24.5</c:v>
                </c:pt>
                <c:pt idx="50570">
                  <c:v>24.5</c:v>
                </c:pt>
                <c:pt idx="50571">
                  <c:v>24.5</c:v>
                </c:pt>
                <c:pt idx="50572">
                  <c:v>24.5</c:v>
                </c:pt>
                <c:pt idx="50573">
                  <c:v>24.5</c:v>
                </c:pt>
                <c:pt idx="50574">
                  <c:v>24.5</c:v>
                </c:pt>
                <c:pt idx="50575">
                  <c:v>24.5</c:v>
                </c:pt>
                <c:pt idx="50576">
                  <c:v>24.5</c:v>
                </c:pt>
                <c:pt idx="50577">
                  <c:v>24.5</c:v>
                </c:pt>
                <c:pt idx="50578">
                  <c:v>24.5</c:v>
                </c:pt>
                <c:pt idx="50579">
                  <c:v>24.5</c:v>
                </c:pt>
                <c:pt idx="50580">
                  <c:v>24.5</c:v>
                </c:pt>
                <c:pt idx="50581">
                  <c:v>24.5</c:v>
                </c:pt>
                <c:pt idx="50582">
                  <c:v>24.5</c:v>
                </c:pt>
                <c:pt idx="50583">
                  <c:v>24.5</c:v>
                </c:pt>
                <c:pt idx="50584">
                  <c:v>24.5</c:v>
                </c:pt>
                <c:pt idx="50585">
                  <c:v>24.5</c:v>
                </c:pt>
                <c:pt idx="50586">
                  <c:v>24.5</c:v>
                </c:pt>
                <c:pt idx="50587">
                  <c:v>24.5</c:v>
                </c:pt>
                <c:pt idx="50588">
                  <c:v>24.5</c:v>
                </c:pt>
                <c:pt idx="50589">
                  <c:v>24.5</c:v>
                </c:pt>
                <c:pt idx="50590">
                  <c:v>24.5</c:v>
                </c:pt>
                <c:pt idx="50591">
                  <c:v>24.5</c:v>
                </c:pt>
                <c:pt idx="50592">
                  <c:v>24.5</c:v>
                </c:pt>
                <c:pt idx="50593">
                  <c:v>24.5</c:v>
                </c:pt>
                <c:pt idx="50594">
                  <c:v>24.5</c:v>
                </c:pt>
                <c:pt idx="50595">
                  <c:v>24.5</c:v>
                </c:pt>
                <c:pt idx="50596">
                  <c:v>24.5</c:v>
                </c:pt>
                <c:pt idx="50597">
                  <c:v>24.5</c:v>
                </c:pt>
                <c:pt idx="50598">
                  <c:v>24.5</c:v>
                </c:pt>
                <c:pt idx="50599">
                  <c:v>24.5</c:v>
                </c:pt>
                <c:pt idx="50600">
                  <c:v>24.5</c:v>
                </c:pt>
                <c:pt idx="50601">
                  <c:v>24.5</c:v>
                </c:pt>
                <c:pt idx="50602">
                  <c:v>24.5</c:v>
                </c:pt>
                <c:pt idx="50603">
                  <c:v>24.5</c:v>
                </c:pt>
                <c:pt idx="50604">
                  <c:v>24.5</c:v>
                </c:pt>
                <c:pt idx="50605">
                  <c:v>24.5</c:v>
                </c:pt>
                <c:pt idx="50606">
                  <c:v>24.5</c:v>
                </c:pt>
                <c:pt idx="50607">
                  <c:v>24.5</c:v>
                </c:pt>
                <c:pt idx="50608">
                  <c:v>24.5</c:v>
                </c:pt>
                <c:pt idx="50609">
                  <c:v>24.5</c:v>
                </c:pt>
                <c:pt idx="50610">
                  <c:v>24.5</c:v>
                </c:pt>
                <c:pt idx="50611">
                  <c:v>24.5</c:v>
                </c:pt>
                <c:pt idx="50612">
                  <c:v>24.5</c:v>
                </c:pt>
                <c:pt idx="50613">
                  <c:v>24.5</c:v>
                </c:pt>
                <c:pt idx="50614">
                  <c:v>24.5</c:v>
                </c:pt>
                <c:pt idx="50615">
                  <c:v>24.5</c:v>
                </c:pt>
                <c:pt idx="50616">
                  <c:v>24.5</c:v>
                </c:pt>
                <c:pt idx="50617">
                  <c:v>24.5</c:v>
                </c:pt>
                <c:pt idx="50618">
                  <c:v>24.5</c:v>
                </c:pt>
                <c:pt idx="50619">
                  <c:v>24.5</c:v>
                </c:pt>
                <c:pt idx="50620">
                  <c:v>24.5</c:v>
                </c:pt>
                <c:pt idx="50621">
                  <c:v>24.5</c:v>
                </c:pt>
                <c:pt idx="50622">
                  <c:v>24.5</c:v>
                </c:pt>
                <c:pt idx="50623">
                  <c:v>24.5</c:v>
                </c:pt>
                <c:pt idx="50624">
                  <c:v>24.5</c:v>
                </c:pt>
                <c:pt idx="50625">
                  <c:v>24.5</c:v>
                </c:pt>
                <c:pt idx="50626">
                  <c:v>24.5</c:v>
                </c:pt>
                <c:pt idx="50627">
                  <c:v>24.5</c:v>
                </c:pt>
                <c:pt idx="50628">
                  <c:v>24.5</c:v>
                </c:pt>
                <c:pt idx="50629">
                  <c:v>24.5</c:v>
                </c:pt>
                <c:pt idx="50630">
                  <c:v>24.5</c:v>
                </c:pt>
                <c:pt idx="50631">
                  <c:v>24.5</c:v>
                </c:pt>
                <c:pt idx="50632">
                  <c:v>24.5</c:v>
                </c:pt>
                <c:pt idx="50633">
                  <c:v>24.5</c:v>
                </c:pt>
                <c:pt idx="50634">
                  <c:v>24.5</c:v>
                </c:pt>
                <c:pt idx="50635">
                  <c:v>24.5</c:v>
                </c:pt>
                <c:pt idx="50636">
                  <c:v>24.5</c:v>
                </c:pt>
                <c:pt idx="50637">
                  <c:v>24.5</c:v>
                </c:pt>
                <c:pt idx="50638">
                  <c:v>24.5</c:v>
                </c:pt>
                <c:pt idx="50639">
                  <c:v>24.5</c:v>
                </c:pt>
                <c:pt idx="50640">
                  <c:v>24.5</c:v>
                </c:pt>
                <c:pt idx="50641">
                  <c:v>24.5</c:v>
                </c:pt>
                <c:pt idx="50642">
                  <c:v>24.5</c:v>
                </c:pt>
                <c:pt idx="50643">
                  <c:v>24.5</c:v>
                </c:pt>
                <c:pt idx="50644">
                  <c:v>24.5</c:v>
                </c:pt>
                <c:pt idx="50645">
                  <c:v>24.5</c:v>
                </c:pt>
                <c:pt idx="50646">
                  <c:v>24.5</c:v>
                </c:pt>
                <c:pt idx="50647">
                  <c:v>24.5</c:v>
                </c:pt>
                <c:pt idx="50648">
                  <c:v>24.5</c:v>
                </c:pt>
                <c:pt idx="50649">
                  <c:v>24.5</c:v>
                </c:pt>
                <c:pt idx="50650">
                  <c:v>24.5</c:v>
                </c:pt>
                <c:pt idx="50651">
                  <c:v>24.5</c:v>
                </c:pt>
                <c:pt idx="50652">
                  <c:v>24.5</c:v>
                </c:pt>
                <c:pt idx="50653">
                  <c:v>24.5</c:v>
                </c:pt>
                <c:pt idx="50654">
                  <c:v>24.5</c:v>
                </c:pt>
                <c:pt idx="50655">
                  <c:v>24.5</c:v>
                </c:pt>
                <c:pt idx="50656">
                  <c:v>24.5</c:v>
                </c:pt>
                <c:pt idx="50657">
                  <c:v>24.5</c:v>
                </c:pt>
                <c:pt idx="50658">
                  <c:v>24.5</c:v>
                </c:pt>
                <c:pt idx="50659">
                  <c:v>24.5</c:v>
                </c:pt>
                <c:pt idx="50660">
                  <c:v>24.5</c:v>
                </c:pt>
                <c:pt idx="50661">
                  <c:v>24.5</c:v>
                </c:pt>
                <c:pt idx="50662">
                  <c:v>24.5</c:v>
                </c:pt>
                <c:pt idx="50663">
                  <c:v>24.5</c:v>
                </c:pt>
                <c:pt idx="50664">
                  <c:v>24.5</c:v>
                </c:pt>
                <c:pt idx="50665">
                  <c:v>24.5</c:v>
                </c:pt>
                <c:pt idx="50666">
                  <c:v>24.5</c:v>
                </c:pt>
                <c:pt idx="50667">
                  <c:v>24.5</c:v>
                </c:pt>
                <c:pt idx="50668">
                  <c:v>24.5</c:v>
                </c:pt>
                <c:pt idx="50669">
                  <c:v>24.5</c:v>
                </c:pt>
                <c:pt idx="50670">
                  <c:v>24.5</c:v>
                </c:pt>
                <c:pt idx="50671">
                  <c:v>24.5</c:v>
                </c:pt>
                <c:pt idx="50672">
                  <c:v>24.5</c:v>
                </c:pt>
                <c:pt idx="50673">
                  <c:v>24.5</c:v>
                </c:pt>
                <c:pt idx="50674">
                  <c:v>24.5</c:v>
                </c:pt>
                <c:pt idx="50675">
                  <c:v>24.5</c:v>
                </c:pt>
                <c:pt idx="50676">
                  <c:v>24.5</c:v>
                </c:pt>
                <c:pt idx="50677">
                  <c:v>24.5</c:v>
                </c:pt>
                <c:pt idx="50678">
                  <c:v>24.5</c:v>
                </c:pt>
                <c:pt idx="50679">
                  <c:v>24.5</c:v>
                </c:pt>
                <c:pt idx="50680">
                  <c:v>24.5</c:v>
                </c:pt>
                <c:pt idx="50681">
                  <c:v>24.5</c:v>
                </c:pt>
                <c:pt idx="50682">
                  <c:v>24.5</c:v>
                </c:pt>
                <c:pt idx="50683">
                  <c:v>24.5</c:v>
                </c:pt>
                <c:pt idx="50684">
                  <c:v>24.5</c:v>
                </c:pt>
                <c:pt idx="50685">
                  <c:v>24.5</c:v>
                </c:pt>
                <c:pt idx="50686">
                  <c:v>24.5</c:v>
                </c:pt>
                <c:pt idx="50687">
                  <c:v>24.5</c:v>
                </c:pt>
                <c:pt idx="50688">
                  <c:v>24.5</c:v>
                </c:pt>
                <c:pt idx="50689">
                  <c:v>24.5</c:v>
                </c:pt>
                <c:pt idx="50690">
                  <c:v>24.5</c:v>
                </c:pt>
                <c:pt idx="50691">
                  <c:v>24.5</c:v>
                </c:pt>
                <c:pt idx="50692">
                  <c:v>24.5</c:v>
                </c:pt>
                <c:pt idx="50693">
                  <c:v>24.5</c:v>
                </c:pt>
                <c:pt idx="50694">
                  <c:v>24.5</c:v>
                </c:pt>
                <c:pt idx="50695">
                  <c:v>24.5</c:v>
                </c:pt>
                <c:pt idx="50696">
                  <c:v>24.5</c:v>
                </c:pt>
                <c:pt idx="50697">
                  <c:v>24.5</c:v>
                </c:pt>
                <c:pt idx="50698">
                  <c:v>24.5</c:v>
                </c:pt>
                <c:pt idx="50699">
                  <c:v>24.5</c:v>
                </c:pt>
                <c:pt idx="50700">
                  <c:v>24.5</c:v>
                </c:pt>
                <c:pt idx="50701">
                  <c:v>24.5</c:v>
                </c:pt>
                <c:pt idx="50702">
                  <c:v>24.5</c:v>
                </c:pt>
                <c:pt idx="50703">
                  <c:v>24.5</c:v>
                </c:pt>
                <c:pt idx="50704">
                  <c:v>24.5</c:v>
                </c:pt>
                <c:pt idx="50705">
                  <c:v>24.5</c:v>
                </c:pt>
                <c:pt idx="50706">
                  <c:v>24.5</c:v>
                </c:pt>
                <c:pt idx="50707">
                  <c:v>24.5</c:v>
                </c:pt>
                <c:pt idx="50708">
                  <c:v>24.5</c:v>
                </c:pt>
                <c:pt idx="50709">
                  <c:v>24.5</c:v>
                </c:pt>
                <c:pt idx="50710">
                  <c:v>24.5</c:v>
                </c:pt>
                <c:pt idx="50711">
                  <c:v>24.5</c:v>
                </c:pt>
                <c:pt idx="50712">
                  <c:v>24.5</c:v>
                </c:pt>
                <c:pt idx="50713">
                  <c:v>24.5</c:v>
                </c:pt>
                <c:pt idx="50714">
                  <c:v>24.5</c:v>
                </c:pt>
                <c:pt idx="50715">
                  <c:v>24.5</c:v>
                </c:pt>
                <c:pt idx="50716">
                  <c:v>24.55</c:v>
                </c:pt>
                <c:pt idx="50717">
                  <c:v>24.5</c:v>
                </c:pt>
                <c:pt idx="50718">
                  <c:v>24.5</c:v>
                </c:pt>
                <c:pt idx="50719">
                  <c:v>24.5</c:v>
                </c:pt>
                <c:pt idx="50720">
                  <c:v>24.5</c:v>
                </c:pt>
                <c:pt idx="50721">
                  <c:v>24.5</c:v>
                </c:pt>
                <c:pt idx="50722">
                  <c:v>24.55</c:v>
                </c:pt>
                <c:pt idx="50723">
                  <c:v>24.5</c:v>
                </c:pt>
                <c:pt idx="50724">
                  <c:v>24.5</c:v>
                </c:pt>
                <c:pt idx="50725">
                  <c:v>24.5</c:v>
                </c:pt>
                <c:pt idx="50726">
                  <c:v>24.5</c:v>
                </c:pt>
                <c:pt idx="50727">
                  <c:v>24.5</c:v>
                </c:pt>
                <c:pt idx="50728">
                  <c:v>24.5</c:v>
                </c:pt>
                <c:pt idx="50729">
                  <c:v>24.5</c:v>
                </c:pt>
                <c:pt idx="50730">
                  <c:v>24.5</c:v>
                </c:pt>
                <c:pt idx="50731">
                  <c:v>24.5</c:v>
                </c:pt>
                <c:pt idx="50732">
                  <c:v>24.5</c:v>
                </c:pt>
                <c:pt idx="50733">
                  <c:v>24.5</c:v>
                </c:pt>
                <c:pt idx="50734">
                  <c:v>24.5</c:v>
                </c:pt>
                <c:pt idx="50735">
                  <c:v>24.5</c:v>
                </c:pt>
                <c:pt idx="50736">
                  <c:v>24.5</c:v>
                </c:pt>
                <c:pt idx="50737">
                  <c:v>24.5</c:v>
                </c:pt>
                <c:pt idx="50738">
                  <c:v>24.5</c:v>
                </c:pt>
                <c:pt idx="50739">
                  <c:v>24.5</c:v>
                </c:pt>
                <c:pt idx="50740">
                  <c:v>24.5</c:v>
                </c:pt>
                <c:pt idx="50741">
                  <c:v>24.5</c:v>
                </c:pt>
                <c:pt idx="50742">
                  <c:v>24.5</c:v>
                </c:pt>
                <c:pt idx="50743">
                  <c:v>24.5</c:v>
                </c:pt>
                <c:pt idx="50744">
                  <c:v>24.5</c:v>
                </c:pt>
                <c:pt idx="50745">
                  <c:v>24.5</c:v>
                </c:pt>
                <c:pt idx="50746">
                  <c:v>24.5</c:v>
                </c:pt>
                <c:pt idx="50747">
                  <c:v>24.5</c:v>
                </c:pt>
                <c:pt idx="50748">
                  <c:v>24.5</c:v>
                </c:pt>
                <c:pt idx="50749">
                  <c:v>24.5</c:v>
                </c:pt>
                <c:pt idx="50750">
                  <c:v>24.55</c:v>
                </c:pt>
                <c:pt idx="50751">
                  <c:v>24.5</c:v>
                </c:pt>
                <c:pt idx="50752">
                  <c:v>24.5</c:v>
                </c:pt>
                <c:pt idx="50753">
                  <c:v>24.5</c:v>
                </c:pt>
                <c:pt idx="50754">
                  <c:v>24.5</c:v>
                </c:pt>
                <c:pt idx="50755">
                  <c:v>24.5</c:v>
                </c:pt>
                <c:pt idx="50756">
                  <c:v>24.5</c:v>
                </c:pt>
                <c:pt idx="50757">
                  <c:v>24.5</c:v>
                </c:pt>
                <c:pt idx="50758">
                  <c:v>24.5</c:v>
                </c:pt>
                <c:pt idx="50759">
                  <c:v>24.5</c:v>
                </c:pt>
                <c:pt idx="50760">
                  <c:v>24.5</c:v>
                </c:pt>
                <c:pt idx="50761">
                  <c:v>24.5</c:v>
                </c:pt>
                <c:pt idx="50762">
                  <c:v>24.5</c:v>
                </c:pt>
                <c:pt idx="50763">
                  <c:v>24.5</c:v>
                </c:pt>
                <c:pt idx="50764">
                  <c:v>24.5</c:v>
                </c:pt>
                <c:pt idx="50765">
                  <c:v>24.5</c:v>
                </c:pt>
                <c:pt idx="50766">
                  <c:v>24.5</c:v>
                </c:pt>
                <c:pt idx="50767">
                  <c:v>24.5</c:v>
                </c:pt>
                <c:pt idx="50768">
                  <c:v>24.5</c:v>
                </c:pt>
                <c:pt idx="50769">
                  <c:v>24.5</c:v>
                </c:pt>
                <c:pt idx="50770">
                  <c:v>24.5</c:v>
                </c:pt>
                <c:pt idx="50771">
                  <c:v>24.5</c:v>
                </c:pt>
                <c:pt idx="50772">
                  <c:v>24.5</c:v>
                </c:pt>
                <c:pt idx="50773">
                  <c:v>24.5</c:v>
                </c:pt>
                <c:pt idx="50774">
                  <c:v>24.5</c:v>
                </c:pt>
                <c:pt idx="50775">
                  <c:v>24.5</c:v>
                </c:pt>
                <c:pt idx="50776">
                  <c:v>24.5</c:v>
                </c:pt>
                <c:pt idx="50777">
                  <c:v>24.5</c:v>
                </c:pt>
                <c:pt idx="50778">
                  <c:v>24.5</c:v>
                </c:pt>
                <c:pt idx="50779">
                  <c:v>24.5</c:v>
                </c:pt>
                <c:pt idx="50780">
                  <c:v>24.5</c:v>
                </c:pt>
                <c:pt idx="50781">
                  <c:v>24.5</c:v>
                </c:pt>
                <c:pt idx="50782">
                  <c:v>24.5</c:v>
                </c:pt>
                <c:pt idx="50783">
                  <c:v>24.5</c:v>
                </c:pt>
                <c:pt idx="50784">
                  <c:v>24.5</c:v>
                </c:pt>
                <c:pt idx="50785">
                  <c:v>24.5</c:v>
                </c:pt>
                <c:pt idx="50786">
                  <c:v>24.5</c:v>
                </c:pt>
                <c:pt idx="50787">
                  <c:v>24.5</c:v>
                </c:pt>
                <c:pt idx="50788">
                  <c:v>24.5</c:v>
                </c:pt>
                <c:pt idx="50789">
                  <c:v>24.5</c:v>
                </c:pt>
                <c:pt idx="50790">
                  <c:v>24.5</c:v>
                </c:pt>
                <c:pt idx="50791">
                  <c:v>24.5</c:v>
                </c:pt>
                <c:pt idx="50792">
                  <c:v>24.5</c:v>
                </c:pt>
                <c:pt idx="50793">
                  <c:v>24.5</c:v>
                </c:pt>
                <c:pt idx="50794">
                  <c:v>24.5</c:v>
                </c:pt>
                <c:pt idx="50795">
                  <c:v>24.5</c:v>
                </c:pt>
                <c:pt idx="50796">
                  <c:v>24.5</c:v>
                </c:pt>
                <c:pt idx="50797">
                  <c:v>24.5</c:v>
                </c:pt>
                <c:pt idx="50798">
                  <c:v>24.5</c:v>
                </c:pt>
                <c:pt idx="50799">
                  <c:v>24.5</c:v>
                </c:pt>
                <c:pt idx="50800">
                  <c:v>24.5</c:v>
                </c:pt>
                <c:pt idx="50801">
                  <c:v>24.5</c:v>
                </c:pt>
                <c:pt idx="50802">
                  <c:v>24.5</c:v>
                </c:pt>
                <c:pt idx="50803">
                  <c:v>24.5</c:v>
                </c:pt>
                <c:pt idx="50804">
                  <c:v>24.5</c:v>
                </c:pt>
                <c:pt idx="50805">
                  <c:v>24.5</c:v>
                </c:pt>
                <c:pt idx="50806">
                  <c:v>24.5</c:v>
                </c:pt>
                <c:pt idx="50807">
                  <c:v>24.5</c:v>
                </c:pt>
                <c:pt idx="50808">
                  <c:v>24.5</c:v>
                </c:pt>
                <c:pt idx="50809">
                  <c:v>24.5</c:v>
                </c:pt>
                <c:pt idx="50810">
                  <c:v>24.5</c:v>
                </c:pt>
                <c:pt idx="50811">
                  <c:v>24.5</c:v>
                </c:pt>
                <c:pt idx="50812">
                  <c:v>24.5</c:v>
                </c:pt>
                <c:pt idx="50813">
                  <c:v>24.5</c:v>
                </c:pt>
                <c:pt idx="50814">
                  <c:v>24.5</c:v>
                </c:pt>
                <c:pt idx="50815">
                  <c:v>24.5</c:v>
                </c:pt>
                <c:pt idx="50816">
                  <c:v>24.5</c:v>
                </c:pt>
                <c:pt idx="50817">
                  <c:v>24.5</c:v>
                </c:pt>
                <c:pt idx="50818">
                  <c:v>24.5</c:v>
                </c:pt>
                <c:pt idx="50819">
                  <c:v>24.5</c:v>
                </c:pt>
                <c:pt idx="50820">
                  <c:v>24.5</c:v>
                </c:pt>
                <c:pt idx="50821">
                  <c:v>24.5</c:v>
                </c:pt>
                <c:pt idx="50822">
                  <c:v>24.5</c:v>
                </c:pt>
                <c:pt idx="50823">
                  <c:v>24.5</c:v>
                </c:pt>
                <c:pt idx="50824">
                  <c:v>24.5</c:v>
                </c:pt>
                <c:pt idx="50825">
                  <c:v>24.5</c:v>
                </c:pt>
                <c:pt idx="50826">
                  <c:v>24.5</c:v>
                </c:pt>
                <c:pt idx="50827">
                  <c:v>24.5</c:v>
                </c:pt>
                <c:pt idx="50828">
                  <c:v>24.5</c:v>
                </c:pt>
                <c:pt idx="50829">
                  <c:v>24.5</c:v>
                </c:pt>
                <c:pt idx="50830">
                  <c:v>24.5</c:v>
                </c:pt>
                <c:pt idx="50831">
                  <c:v>24.5</c:v>
                </c:pt>
                <c:pt idx="50832">
                  <c:v>24.5</c:v>
                </c:pt>
                <c:pt idx="50833">
                  <c:v>24.5</c:v>
                </c:pt>
                <c:pt idx="50834">
                  <c:v>24.5</c:v>
                </c:pt>
                <c:pt idx="50835">
                  <c:v>24.5</c:v>
                </c:pt>
                <c:pt idx="50836">
                  <c:v>24.5</c:v>
                </c:pt>
                <c:pt idx="50837">
                  <c:v>24.5</c:v>
                </c:pt>
                <c:pt idx="50838">
                  <c:v>24.5</c:v>
                </c:pt>
                <c:pt idx="50839">
                  <c:v>24.5</c:v>
                </c:pt>
                <c:pt idx="50840">
                  <c:v>24.5</c:v>
                </c:pt>
                <c:pt idx="50841">
                  <c:v>24.5</c:v>
                </c:pt>
                <c:pt idx="50842">
                  <c:v>24.5</c:v>
                </c:pt>
                <c:pt idx="50843">
                  <c:v>24.5</c:v>
                </c:pt>
                <c:pt idx="50844">
                  <c:v>24.5</c:v>
                </c:pt>
                <c:pt idx="50845">
                  <c:v>24.5</c:v>
                </c:pt>
                <c:pt idx="50846">
                  <c:v>24.5</c:v>
                </c:pt>
                <c:pt idx="50847">
                  <c:v>24.5</c:v>
                </c:pt>
                <c:pt idx="50848">
                  <c:v>24.5</c:v>
                </c:pt>
                <c:pt idx="50849">
                  <c:v>24.5</c:v>
                </c:pt>
                <c:pt idx="50850">
                  <c:v>24.5</c:v>
                </c:pt>
                <c:pt idx="50851">
                  <c:v>24.5</c:v>
                </c:pt>
                <c:pt idx="50852">
                  <c:v>24.5</c:v>
                </c:pt>
                <c:pt idx="50853">
                  <c:v>24.5</c:v>
                </c:pt>
                <c:pt idx="50854">
                  <c:v>24.5</c:v>
                </c:pt>
                <c:pt idx="50855">
                  <c:v>24.5</c:v>
                </c:pt>
                <c:pt idx="50856">
                  <c:v>24.5</c:v>
                </c:pt>
                <c:pt idx="50857">
                  <c:v>24.5</c:v>
                </c:pt>
                <c:pt idx="50858">
                  <c:v>24.5</c:v>
                </c:pt>
                <c:pt idx="50859">
                  <c:v>24.5</c:v>
                </c:pt>
                <c:pt idx="50860">
                  <c:v>24.5</c:v>
                </c:pt>
                <c:pt idx="50861">
                  <c:v>24.5</c:v>
                </c:pt>
                <c:pt idx="50862">
                  <c:v>24.5</c:v>
                </c:pt>
                <c:pt idx="50863">
                  <c:v>24.5</c:v>
                </c:pt>
                <c:pt idx="50864">
                  <c:v>24.5</c:v>
                </c:pt>
                <c:pt idx="50865">
                  <c:v>24.5</c:v>
                </c:pt>
                <c:pt idx="50866">
                  <c:v>24.5</c:v>
                </c:pt>
                <c:pt idx="50867">
                  <c:v>24.5</c:v>
                </c:pt>
                <c:pt idx="50868">
                  <c:v>24.5</c:v>
                </c:pt>
                <c:pt idx="50869">
                  <c:v>24.5</c:v>
                </c:pt>
                <c:pt idx="50870">
                  <c:v>24.5</c:v>
                </c:pt>
                <c:pt idx="50871">
                  <c:v>24.5</c:v>
                </c:pt>
                <c:pt idx="50872">
                  <c:v>24.5</c:v>
                </c:pt>
                <c:pt idx="50873">
                  <c:v>24.5</c:v>
                </c:pt>
                <c:pt idx="50874">
                  <c:v>24.5</c:v>
                </c:pt>
                <c:pt idx="50875">
                  <c:v>24.5</c:v>
                </c:pt>
                <c:pt idx="50876">
                  <c:v>24.5</c:v>
                </c:pt>
                <c:pt idx="50877">
                  <c:v>24.5</c:v>
                </c:pt>
                <c:pt idx="50878">
                  <c:v>24.5</c:v>
                </c:pt>
                <c:pt idx="50879">
                  <c:v>24.5</c:v>
                </c:pt>
                <c:pt idx="50880">
                  <c:v>24.5</c:v>
                </c:pt>
                <c:pt idx="50881">
                  <c:v>24.5</c:v>
                </c:pt>
                <c:pt idx="50882">
                  <c:v>24.5</c:v>
                </c:pt>
                <c:pt idx="50883">
                  <c:v>24.5</c:v>
                </c:pt>
                <c:pt idx="50884">
                  <c:v>24.5</c:v>
                </c:pt>
                <c:pt idx="50885">
                  <c:v>24.5</c:v>
                </c:pt>
                <c:pt idx="50886">
                  <c:v>24.5</c:v>
                </c:pt>
                <c:pt idx="50887">
                  <c:v>24.5</c:v>
                </c:pt>
                <c:pt idx="50888">
                  <c:v>24.5</c:v>
                </c:pt>
                <c:pt idx="50889">
                  <c:v>24.5</c:v>
                </c:pt>
                <c:pt idx="50890">
                  <c:v>24.5</c:v>
                </c:pt>
                <c:pt idx="50891">
                  <c:v>24.5</c:v>
                </c:pt>
                <c:pt idx="50892">
                  <c:v>24.5</c:v>
                </c:pt>
                <c:pt idx="50893">
                  <c:v>24.5</c:v>
                </c:pt>
                <c:pt idx="50894">
                  <c:v>24.5</c:v>
                </c:pt>
                <c:pt idx="50895">
                  <c:v>24.5</c:v>
                </c:pt>
                <c:pt idx="50896">
                  <c:v>24.5</c:v>
                </c:pt>
                <c:pt idx="50897">
                  <c:v>24.5</c:v>
                </c:pt>
                <c:pt idx="50898">
                  <c:v>24.5</c:v>
                </c:pt>
                <c:pt idx="50899">
                  <c:v>24.5</c:v>
                </c:pt>
                <c:pt idx="50900">
                  <c:v>24.5</c:v>
                </c:pt>
                <c:pt idx="50901">
                  <c:v>24.5</c:v>
                </c:pt>
                <c:pt idx="50902">
                  <c:v>24.5</c:v>
                </c:pt>
                <c:pt idx="50903">
                  <c:v>24.5</c:v>
                </c:pt>
                <c:pt idx="50904">
                  <c:v>24.5</c:v>
                </c:pt>
                <c:pt idx="50905">
                  <c:v>24.5</c:v>
                </c:pt>
                <c:pt idx="50906">
                  <c:v>24.5</c:v>
                </c:pt>
                <c:pt idx="50907">
                  <c:v>24.5</c:v>
                </c:pt>
                <c:pt idx="50908">
                  <c:v>24.5</c:v>
                </c:pt>
                <c:pt idx="50909">
                  <c:v>24.5</c:v>
                </c:pt>
                <c:pt idx="50910">
                  <c:v>24.5</c:v>
                </c:pt>
                <c:pt idx="50911">
                  <c:v>24.5</c:v>
                </c:pt>
                <c:pt idx="50912">
                  <c:v>24.5</c:v>
                </c:pt>
                <c:pt idx="50913">
                  <c:v>24.5</c:v>
                </c:pt>
                <c:pt idx="50914">
                  <c:v>24.5</c:v>
                </c:pt>
                <c:pt idx="50915">
                  <c:v>24.5</c:v>
                </c:pt>
                <c:pt idx="50916">
                  <c:v>24.5</c:v>
                </c:pt>
                <c:pt idx="50917">
                  <c:v>24.5</c:v>
                </c:pt>
                <c:pt idx="50918">
                  <c:v>24.5</c:v>
                </c:pt>
                <c:pt idx="50919">
                  <c:v>24.5</c:v>
                </c:pt>
                <c:pt idx="50920">
                  <c:v>24.5</c:v>
                </c:pt>
                <c:pt idx="50921">
                  <c:v>24.5</c:v>
                </c:pt>
                <c:pt idx="50922">
                  <c:v>24.5</c:v>
                </c:pt>
                <c:pt idx="50923">
                  <c:v>24.5</c:v>
                </c:pt>
                <c:pt idx="50924">
                  <c:v>24.5</c:v>
                </c:pt>
                <c:pt idx="50925">
                  <c:v>24.5</c:v>
                </c:pt>
                <c:pt idx="50926">
                  <c:v>24.5</c:v>
                </c:pt>
                <c:pt idx="50927">
                  <c:v>24.5</c:v>
                </c:pt>
                <c:pt idx="50928">
                  <c:v>24.5</c:v>
                </c:pt>
                <c:pt idx="50929">
                  <c:v>24.5</c:v>
                </c:pt>
                <c:pt idx="50930">
                  <c:v>24.5</c:v>
                </c:pt>
                <c:pt idx="50931">
                  <c:v>24.5</c:v>
                </c:pt>
                <c:pt idx="50932">
                  <c:v>24.5</c:v>
                </c:pt>
                <c:pt idx="50933">
                  <c:v>24.5</c:v>
                </c:pt>
                <c:pt idx="50934">
                  <c:v>24.5</c:v>
                </c:pt>
                <c:pt idx="50935">
                  <c:v>24.5</c:v>
                </c:pt>
                <c:pt idx="50936">
                  <c:v>24.5</c:v>
                </c:pt>
                <c:pt idx="50937">
                  <c:v>24.5</c:v>
                </c:pt>
                <c:pt idx="50938">
                  <c:v>24.5</c:v>
                </c:pt>
                <c:pt idx="50939">
                  <c:v>24.5</c:v>
                </c:pt>
                <c:pt idx="50940">
                  <c:v>24.5</c:v>
                </c:pt>
                <c:pt idx="50941">
                  <c:v>24.5</c:v>
                </c:pt>
                <c:pt idx="50942">
                  <c:v>24.5</c:v>
                </c:pt>
                <c:pt idx="50943">
                  <c:v>24.5</c:v>
                </c:pt>
                <c:pt idx="50944">
                  <c:v>24.5</c:v>
                </c:pt>
                <c:pt idx="50945">
                  <c:v>24.5</c:v>
                </c:pt>
                <c:pt idx="50946">
                  <c:v>24.5</c:v>
                </c:pt>
                <c:pt idx="50947">
                  <c:v>24.5</c:v>
                </c:pt>
                <c:pt idx="50948">
                  <c:v>24.5</c:v>
                </c:pt>
                <c:pt idx="50949">
                  <c:v>24.5</c:v>
                </c:pt>
                <c:pt idx="50950">
                  <c:v>24.5</c:v>
                </c:pt>
                <c:pt idx="50951">
                  <c:v>24.5</c:v>
                </c:pt>
                <c:pt idx="50952">
                  <c:v>24.5</c:v>
                </c:pt>
                <c:pt idx="50953">
                  <c:v>24.5</c:v>
                </c:pt>
                <c:pt idx="50954">
                  <c:v>24.5</c:v>
                </c:pt>
                <c:pt idx="50955">
                  <c:v>24.5</c:v>
                </c:pt>
                <c:pt idx="50956">
                  <c:v>24.5</c:v>
                </c:pt>
                <c:pt idx="50957">
                  <c:v>24.5</c:v>
                </c:pt>
                <c:pt idx="50958">
                  <c:v>24.5</c:v>
                </c:pt>
                <c:pt idx="50959">
                  <c:v>24.5</c:v>
                </c:pt>
                <c:pt idx="50960">
                  <c:v>24.5</c:v>
                </c:pt>
                <c:pt idx="50961">
                  <c:v>24.5</c:v>
                </c:pt>
                <c:pt idx="50962">
                  <c:v>24.5</c:v>
                </c:pt>
                <c:pt idx="50963">
                  <c:v>24.5</c:v>
                </c:pt>
                <c:pt idx="50964">
                  <c:v>24.5</c:v>
                </c:pt>
                <c:pt idx="50965">
                  <c:v>24.5</c:v>
                </c:pt>
                <c:pt idx="50966">
                  <c:v>24.5</c:v>
                </c:pt>
                <c:pt idx="50967">
                  <c:v>24.5</c:v>
                </c:pt>
                <c:pt idx="50968">
                  <c:v>24.5</c:v>
                </c:pt>
                <c:pt idx="50969">
                  <c:v>24.5</c:v>
                </c:pt>
                <c:pt idx="50970">
                  <c:v>24.5</c:v>
                </c:pt>
                <c:pt idx="50971">
                  <c:v>24.5</c:v>
                </c:pt>
                <c:pt idx="50972">
                  <c:v>24.5</c:v>
                </c:pt>
                <c:pt idx="50973">
                  <c:v>24.5</c:v>
                </c:pt>
                <c:pt idx="50974">
                  <c:v>24.55</c:v>
                </c:pt>
                <c:pt idx="50975">
                  <c:v>24.55</c:v>
                </c:pt>
                <c:pt idx="50976">
                  <c:v>24.55</c:v>
                </c:pt>
                <c:pt idx="50977">
                  <c:v>24.55</c:v>
                </c:pt>
                <c:pt idx="50978">
                  <c:v>24.55</c:v>
                </c:pt>
                <c:pt idx="50979">
                  <c:v>24.5</c:v>
                </c:pt>
                <c:pt idx="50980">
                  <c:v>24.5</c:v>
                </c:pt>
                <c:pt idx="50981">
                  <c:v>24.5</c:v>
                </c:pt>
                <c:pt idx="50982">
                  <c:v>24.5</c:v>
                </c:pt>
                <c:pt idx="50983">
                  <c:v>24.5</c:v>
                </c:pt>
                <c:pt idx="50984">
                  <c:v>24.5</c:v>
                </c:pt>
                <c:pt idx="50985">
                  <c:v>24.5</c:v>
                </c:pt>
                <c:pt idx="50986">
                  <c:v>24.5</c:v>
                </c:pt>
                <c:pt idx="50987">
                  <c:v>24.5</c:v>
                </c:pt>
                <c:pt idx="50988">
                  <c:v>24.5</c:v>
                </c:pt>
                <c:pt idx="50989">
                  <c:v>24.5</c:v>
                </c:pt>
                <c:pt idx="50990">
                  <c:v>24.5</c:v>
                </c:pt>
                <c:pt idx="50991">
                  <c:v>24.5</c:v>
                </c:pt>
                <c:pt idx="50992">
                  <c:v>24.5</c:v>
                </c:pt>
                <c:pt idx="50993">
                  <c:v>24.5</c:v>
                </c:pt>
                <c:pt idx="50994">
                  <c:v>24.5</c:v>
                </c:pt>
                <c:pt idx="50995">
                  <c:v>24.5</c:v>
                </c:pt>
                <c:pt idx="50996">
                  <c:v>24.5</c:v>
                </c:pt>
                <c:pt idx="50997">
                  <c:v>24.5</c:v>
                </c:pt>
                <c:pt idx="50998">
                  <c:v>24.5</c:v>
                </c:pt>
                <c:pt idx="50999">
                  <c:v>24.5</c:v>
                </c:pt>
                <c:pt idx="51000">
                  <c:v>24.5</c:v>
                </c:pt>
                <c:pt idx="51001">
                  <c:v>24.5</c:v>
                </c:pt>
                <c:pt idx="51002">
                  <c:v>24.5</c:v>
                </c:pt>
                <c:pt idx="51003">
                  <c:v>24.5</c:v>
                </c:pt>
                <c:pt idx="51004">
                  <c:v>24.5</c:v>
                </c:pt>
                <c:pt idx="51005">
                  <c:v>24.5</c:v>
                </c:pt>
                <c:pt idx="51006">
                  <c:v>24.5</c:v>
                </c:pt>
                <c:pt idx="51007">
                  <c:v>24.5</c:v>
                </c:pt>
                <c:pt idx="51008">
                  <c:v>24.5</c:v>
                </c:pt>
                <c:pt idx="51009">
                  <c:v>24.5</c:v>
                </c:pt>
                <c:pt idx="51010">
                  <c:v>24.5</c:v>
                </c:pt>
                <c:pt idx="51011">
                  <c:v>24.5</c:v>
                </c:pt>
                <c:pt idx="51012">
                  <c:v>24.5</c:v>
                </c:pt>
                <c:pt idx="51013">
                  <c:v>24.5</c:v>
                </c:pt>
                <c:pt idx="51014">
                  <c:v>24.5</c:v>
                </c:pt>
                <c:pt idx="51015">
                  <c:v>24.55</c:v>
                </c:pt>
                <c:pt idx="51016">
                  <c:v>24.5</c:v>
                </c:pt>
                <c:pt idx="51017">
                  <c:v>24.5</c:v>
                </c:pt>
                <c:pt idx="51018">
                  <c:v>24.5</c:v>
                </c:pt>
                <c:pt idx="51019">
                  <c:v>24.5</c:v>
                </c:pt>
                <c:pt idx="51020">
                  <c:v>24.5</c:v>
                </c:pt>
                <c:pt idx="51021">
                  <c:v>24.5</c:v>
                </c:pt>
                <c:pt idx="51022">
                  <c:v>24.5</c:v>
                </c:pt>
                <c:pt idx="51023">
                  <c:v>24.5</c:v>
                </c:pt>
                <c:pt idx="51024">
                  <c:v>24.5</c:v>
                </c:pt>
                <c:pt idx="51025">
                  <c:v>24.5</c:v>
                </c:pt>
                <c:pt idx="51026">
                  <c:v>24.5</c:v>
                </c:pt>
                <c:pt idx="51027">
                  <c:v>24.5</c:v>
                </c:pt>
                <c:pt idx="51028">
                  <c:v>24.5</c:v>
                </c:pt>
                <c:pt idx="51029">
                  <c:v>24.5</c:v>
                </c:pt>
                <c:pt idx="51030">
                  <c:v>24.5</c:v>
                </c:pt>
                <c:pt idx="51031">
                  <c:v>24.5</c:v>
                </c:pt>
                <c:pt idx="51032">
                  <c:v>24.5</c:v>
                </c:pt>
                <c:pt idx="51033">
                  <c:v>24.5</c:v>
                </c:pt>
                <c:pt idx="51034">
                  <c:v>24.5</c:v>
                </c:pt>
                <c:pt idx="51035">
                  <c:v>24.5</c:v>
                </c:pt>
                <c:pt idx="51036">
                  <c:v>24.5</c:v>
                </c:pt>
                <c:pt idx="51037">
                  <c:v>24.5</c:v>
                </c:pt>
                <c:pt idx="51038">
                  <c:v>24.5</c:v>
                </c:pt>
                <c:pt idx="51039">
                  <c:v>24.5</c:v>
                </c:pt>
                <c:pt idx="51040">
                  <c:v>24.5</c:v>
                </c:pt>
                <c:pt idx="51041">
                  <c:v>24.5</c:v>
                </c:pt>
                <c:pt idx="51042">
                  <c:v>24.5</c:v>
                </c:pt>
                <c:pt idx="51043">
                  <c:v>24.5</c:v>
                </c:pt>
                <c:pt idx="51044">
                  <c:v>24.5</c:v>
                </c:pt>
                <c:pt idx="51045">
                  <c:v>24.5</c:v>
                </c:pt>
                <c:pt idx="51046">
                  <c:v>24.5</c:v>
                </c:pt>
                <c:pt idx="51047">
                  <c:v>24.5</c:v>
                </c:pt>
                <c:pt idx="51048">
                  <c:v>24.5</c:v>
                </c:pt>
                <c:pt idx="51049">
                  <c:v>24.5</c:v>
                </c:pt>
                <c:pt idx="51050">
                  <c:v>24.5</c:v>
                </c:pt>
                <c:pt idx="51051">
                  <c:v>24.5</c:v>
                </c:pt>
                <c:pt idx="51052">
                  <c:v>24.5</c:v>
                </c:pt>
                <c:pt idx="51053">
                  <c:v>24.5</c:v>
                </c:pt>
                <c:pt idx="51054">
                  <c:v>24.5</c:v>
                </c:pt>
                <c:pt idx="51055">
                  <c:v>24.5</c:v>
                </c:pt>
                <c:pt idx="51056">
                  <c:v>24.5</c:v>
                </c:pt>
                <c:pt idx="51057">
                  <c:v>24.55</c:v>
                </c:pt>
                <c:pt idx="51058">
                  <c:v>24.5</c:v>
                </c:pt>
                <c:pt idx="51059">
                  <c:v>24.5</c:v>
                </c:pt>
                <c:pt idx="51060">
                  <c:v>24.55</c:v>
                </c:pt>
                <c:pt idx="51061">
                  <c:v>24.5</c:v>
                </c:pt>
                <c:pt idx="51062">
                  <c:v>24.5</c:v>
                </c:pt>
                <c:pt idx="51063">
                  <c:v>24.5</c:v>
                </c:pt>
                <c:pt idx="51064">
                  <c:v>24.5</c:v>
                </c:pt>
                <c:pt idx="51065">
                  <c:v>24.5</c:v>
                </c:pt>
                <c:pt idx="51066">
                  <c:v>24.55</c:v>
                </c:pt>
                <c:pt idx="51067">
                  <c:v>24.5</c:v>
                </c:pt>
                <c:pt idx="51068">
                  <c:v>24.5</c:v>
                </c:pt>
                <c:pt idx="51069">
                  <c:v>24.5</c:v>
                </c:pt>
                <c:pt idx="51070">
                  <c:v>24.5</c:v>
                </c:pt>
                <c:pt idx="51071">
                  <c:v>24.5</c:v>
                </c:pt>
                <c:pt idx="51072">
                  <c:v>24.5</c:v>
                </c:pt>
                <c:pt idx="51073">
                  <c:v>24.5</c:v>
                </c:pt>
                <c:pt idx="51074">
                  <c:v>24.5</c:v>
                </c:pt>
                <c:pt idx="51075">
                  <c:v>24.5</c:v>
                </c:pt>
                <c:pt idx="51076">
                  <c:v>24.5</c:v>
                </c:pt>
                <c:pt idx="51077">
                  <c:v>24.5</c:v>
                </c:pt>
                <c:pt idx="51078">
                  <c:v>24.5</c:v>
                </c:pt>
                <c:pt idx="51079">
                  <c:v>24.5</c:v>
                </c:pt>
                <c:pt idx="51080">
                  <c:v>24.5</c:v>
                </c:pt>
                <c:pt idx="51081">
                  <c:v>24.5</c:v>
                </c:pt>
                <c:pt idx="51082">
                  <c:v>24.5</c:v>
                </c:pt>
                <c:pt idx="51083">
                  <c:v>24.5</c:v>
                </c:pt>
                <c:pt idx="51084">
                  <c:v>24.5</c:v>
                </c:pt>
                <c:pt idx="51085">
                  <c:v>24.5</c:v>
                </c:pt>
                <c:pt idx="51086">
                  <c:v>24.5</c:v>
                </c:pt>
                <c:pt idx="51087">
                  <c:v>24.5</c:v>
                </c:pt>
                <c:pt idx="51088">
                  <c:v>24.5</c:v>
                </c:pt>
                <c:pt idx="51089">
                  <c:v>24.5</c:v>
                </c:pt>
                <c:pt idx="51090">
                  <c:v>24.5</c:v>
                </c:pt>
                <c:pt idx="51091">
                  <c:v>24.5</c:v>
                </c:pt>
                <c:pt idx="51092">
                  <c:v>24.5</c:v>
                </c:pt>
                <c:pt idx="51093">
                  <c:v>24.5</c:v>
                </c:pt>
                <c:pt idx="51094">
                  <c:v>24.5</c:v>
                </c:pt>
                <c:pt idx="51095">
                  <c:v>24.5</c:v>
                </c:pt>
                <c:pt idx="51096">
                  <c:v>24.5</c:v>
                </c:pt>
                <c:pt idx="51097">
                  <c:v>24.5</c:v>
                </c:pt>
                <c:pt idx="51098">
                  <c:v>24.5</c:v>
                </c:pt>
                <c:pt idx="51099">
                  <c:v>24.5</c:v>
                </c:pt>
                <c:pt idx="51100">
                  <c:v>24.5</c:v>
                </c:pt>
                <c:pt idx="51101">
                  <c:v>24.5</c:v>
                </c:pt>
                <c:pt idx="51102">
                  <c:v>24.5</c:v>
                </c:pt>
                <c:pt idx="51103">
                  <c:v>24.5</c:v>
                </c:pt>
                <c:pt idx="51104">
                  <c:v>24.5</c:v>
                </c:pt>
                <c:pt idx="51105">
                  <c:v>24.5</c:v>
                </c:pt>
                <c:pt idx="51106">
                  <c:v>24.5</c:v>
                </c:pt>
                <c:pt idx="51107">
                  <c:v>24.5</c:v>
                </c:pt>
                <c:pt idx="51108">
                  <c:v>24.5</c:v>
                </c:pt>
                <c:pt idx="51109">
                  <c:v>24.5</c:v>
                </c:pt>
                <c:pt idx="51110">
                  <c:v>24.5</c:v>
                </c:pt>
                <c:pt idx="51111">
                  <c:v>24.5</c:v>
                </c:pt>
                <c:pt idx="51112">
                  <c:v>24.5</c:v>
                </c:pt>
                <c:pt idx="51113">
                  <c:v>24.5</c:v>
                </c:pt>
                <c:pt idx="51114">
                  <c:v>24.5</c:v>
                </c:pt>
                <c:pt idx="51115">
                  <c:v>24.5</c:v>
                </c:pt>
                <c:pt idx="51116">
                  <c:v>24.5</c:v>
                </c:pt>
                <c:pt idx="51117">
                  <c:v>24.5</c:v>
                </c:pt>
                <c:pt idx="51118">
                  <c:v>24.5</c:v>
                </c:pt>
                <c:pt idx="51119">
                  <c:v>24.5</c:v>
                </c:pt>
                <c:pt idx="51120">
                  <c:v>24.5</c:v>
                </c:pt>
                <c:pt idx="51121">
                  <c:v>24.5</c:v>
                </c:pt>
                <c:pt idx="51122">
                  <c:v>24.5</c:v>
                </c:pt>
                <c:pt idx="51123">
                  <c:v>24.5</c:v>
                </c:pt>
                <c:pt idx="51124">
                  <c:v>24.5</c:v>
                </c:pt>
                <c:pt idx="51125">
                  <c:v>24.5</c:v>
                </c:pt>
                <c:pt idx="51126">
                  <c:v>24.5</c:v>
                </c:pt>
                <c:pt idx="51127">
                  <c:v>24.5</c:v>
                </c:pt>
                <c:pt idx="51128">
                  <c:v>24.5</c:v>
                </c:pt>
                <c:pt idx="51129">
                  <c:v>24.5</c:v>
                </c:pt>
                <c:pt idx="51130">
                  <c:v>24.5</c:v>
                </c:pt>
                <c:pt idx="51131">
                  <c:v>24.5</c:v>
                </c:pt>
                <c:pt idx="51132">
                  <c:v>24.5</c:v>
                </c:pt>
                <c:pt idx="51133">
                  <c:v>24.5</c:v>
                </c:pt>
                <c:pt idx="51134">
                  <c:v>24.5</c:v>
                </c:pt>
                <c:pt idx="51135">
                  <c:v>24.5</c:v>
                </c:pt>
                <c:pt idx="51136">
                  <c:v>24.5</c:v>
                </c:pt>
                <c:pt idx="51137">
                  <c:v>24.5</c:v>
                </c:pt>
                <c:pt idx="51138">
                  <c:v>24.5</c:v>
                </c:pt>
                <c:pt idx="51139">
                  <c:v>24.5</c:v>
                </c:pt>
                <c:pt idx="51140">
                  <c:v>24.5</c:v>
                </c:pt>
                <c:pt idx="51141">
                  <c:v>24.5</c:v>
                </c:pt>
                <c:pt idx="51142">
                  <c:v>24.5</c:v>
                </c:pt>
                <c:pt idx="51143">
                  <c:v>24.5</c:v>
                </c:pt>
                <c:pt idx="51144">
                  <c:v>24.5</c:v>
                </c:pt>
                <c:pt idx="51145">
                  <c:v>24.5</c:v>
                </c:pt>
                <c:pt idx="51146">
                  <c:v>24.5</c:v>
                </c:pt>
                <c:pt idx="51147">
                  <c:v>24.5</c:v>
                </c:pt>
                <c:pt idx="51148">
                  <c:v>24.5</c:v>
                </c:pt>
                <c:pt idx="51149">
                  <c:v>24.5</c:v>
                </c:pt>
                <c:pt idx="51150">
                  <c:v>24.5</c:v>
                </c:pt>
                <c:pt idx="51151">
                  <c:v>24.5</c:v>
                </c:pt>
                <c:pt idx="51152">
                  <c:v>24.5</c:v>
                </c:pt>
                <c:pt idx="51153">
                  <c:v>24.5</c:v>
                </c:pt>
                <c:pt idx="51154">
                  <c:v>24.5</c:v>
                </c:pt>
                <c:pt idx="51155">
                  <c:v>24.5</c:v>
                </c:pt>
                <c:pt idx="51156">
                  <c:v>24.5</c:v>
                </c:pt>
                <c:pt idx="51157">
                  <c:v>24.5</c:v>
                </c:pt>
                <c:pt idx="51158">
                  <c:v>24.5</c:v>
                </c:pt>
                <c:pt idx="51159">
                  <c:v>24.5</c:v>
                </c:pt>
                <c:pt idx="51160">
                  <c:v>24.5</c:v>
                </c:pt>
                <c:pt idx="51161">
                  <c:v>24.5</c:v>
                </c:pt>
                <c:pt idx="51162">
                  <c:v>24.5</c:v>
                </c:pt>
                <c:pt idx="51163">
                  <c:v>24.5</c:v>
                </c:pt>
                <c:pt idx="51164">
                  <c:v>24.5</c:v>
                </c:pt>
                <c:pt idx="51165">
                  <c:v>24.5</c:v>
                </c:pt>
                <c:pt idx="51166">
                  <c:v>24.5</c:v>
                </c:pt>
                <c:pt idx="51167">
                  <c:v>24.5</c:v>
                </c:pt>
                <c:pt idx="51168">
                  <c:v>24.5</c:v>
                </c:pt>
                <c:pt idx="51169">
                  <c:v>24.5</c:v>
                </c:pt>
                <c:pt idx="51170">
                  <c:v>24.5</c:v>
                </c:pt>
                <c:pt idx="51171">
                  <c:v>24.5</c:v>
                </c:pt>
                <c:pt idx="51172">
                  <c:v>24.5</c:v>
                </c:pt>
                <c:pt idx="51173">
                  <c:v>24.5</c:v>
                </c:pt>
                <c:pt idx="51174">
                  <c:v>24.5</c:v>
                </c:pt>
                <c:pt idx="51175">
                  <c:v>24.5</c:v>
                </c:pt>
                <c:pt idx="51176">
                  <c:v>24.5</c:v>
                </c:pt>
                <c:pt idx="51177">
                  <c:v>24.5</c:v>
                </c:pt>
                <c:pt idx="51178">
                  <c:v>24.5</c:v>
                </c:pt>
                <c:pt idx="51179">
                  <c:v>24.5</c:v>
                </c:pt>
                <c:pt idx="51180">
                  <c:v>24.5</c:v>
                </c:pt>
                <c:pt idx="51181">
                  <c:v>24.5</c:v>
                </c:pt>
                <c:pt idx="51182">
                  <c:v>24.5</c:v>
                </c:pt>
                <c:pt idx="51183">
                  <c:v>24.5</c:v>
                </c:pt>
                <c:pt idx="51184">
                  <c:v>24.5</c:v>
                </c:pt>
                <c:pt idx="51185">
                  <c:v>24.5</c:v>
                </c:pt>
                <c:pt idx="51186">
                  <c:v>24.5</c:v>
                </c:pt>
                <c:pt idx="51187">
                  <c:v>24.5</c:v>
                </c:pt>
                <c:pt idx="51188">
                  <c:v>24.5</c:v>
                </c:pt>
                <c:pt idx="51189">
                  <c:v>24.5</c:v>
                </c:pt>
                <c:pt idx="51190">
                  <c:v>24.5</c:v>
                </c:pt>
                <c:pt idx="51191">
                  <c:v>24.5</c:v>
                </c:pt>
                <c:pt idx="51192">
                  <c:v>24.5</c:v>
                </c:pt>
                <c:pt idx="51193">
                  <c:v>24.5</c:v>
                </c:pt>
                <c:pt idx="51194">
                  <c:v>24.5</c:v>
                </c:pt>
                <c:pt idx="51195">
                  <c:v>24.5</c:v>
                </c:pt>
                <c:pt idx="51196">
                  <c:v>24.5</c:v>
                </c:pt>
                <c:pt idx="51197">
                  <c:v>24.5</c:v>
                </c:pt>
                <c:pt idx="51198">
                  <c:v>24.5</c:v>
                </c:pt>
                <c:pt idx="51199">
                  <c:v>24.5</c:v>
                </c:pt>
                <c:pt idx="51200">
                  <c:v>24.5</c:v>
                </c:pt>
                <c:pt idx="51201">
                  <c:v>24.5</c:v>
                </c:pt>
                <c:pt idx="51202">
                  <c:v>24.5</c:v>
                </c:pt>
                <c:pt idx="51203">
                  <c:v>24.5</c:v>
                </c:pt>
                <c:pt idx="51204">
                  <c:v>24.5</c:v>
                </c:pt>
                <c:pt idx="51205">
                  <c:v>24.5</c:v>
                </c:pt>
                <c:pt idx="51206">
                  <c:v>24.5</c:v>
                </c:pt>
                <c:pt idx="51207">
                  <c:v>24.5</c:v>
                </c:pt>
                <c:pt idx="51208">
                  <c:v>24.5</c:v>
                </c:pt>
                <c:pt idx="51209">
                  <c:v>24.5</c:v>
                </c:pt>
                <c:pt idx="51210">
                  <c:v>24.5</c:v>
                </c:pt>
                <c:pt idx="51211">
                  <c:v>24.5</c:v>
                </c:pt>
                <c:pt idx="51212">
                  <c:v>24.5</c:v>
                </c:pt>
                <c:pt idx="51213">
                  <c:v>24.5</c:v>
                </c:pt>
                <c:pt idx="51214">
                  <c:v>24.5</c:v>
                </c:pt>
                <c:pt idx="51215">
                  <c:v>24.5</c:v>
                </c:pt>
                <c:pt idx="51216">
                  <c:v>24.5</c:v>
                </c:pt>
                <c:pt idx="51217">
                  <c:v>24.5</c:v>
                </c:pt>
                <c:pt idx="51218">
                  <c:v>24.5</c:v>
                </c:pt>
                <c:pt idx="51219">
                  <c:v>24.5</c:v>
                </c:pt>
                <c:pt idx="51220">
                  <c:v>24.5</c:v>
                </c:pt>
                <c:pt idx="51221">
                  <c:v>24.5</c:v>
                </c:pt>
                <c:pt idx="51222">
                  <c:v>24.5</c:v>
                </c:pt>
                <c:pt idx="51223">
                  <c:v>24.5</c:v>
                </c:pt>
                <c:pt idx="51224">
                  <c:v>24.5</c:v>
                </c:pt>
                <c:pt idx="51225">
                  <c:v>24.5</c:v>
                </c:pt>
                <c:pt idx="51226">
                  <c:v>24.5</c:v>
                </c:pt>
                <c:pt idx="51227">
                  <c:v>24.5</c:v>
                </c:pt>
                <c:pt idx="51228">
                  <c:v>24.5</c:v>
                </c:pt>
                <c:pt idx="51229">
                  <c:v>24.5</c:v>
                </c:pt>
                <c:pt idx="51230">
                  <c:v>24.5</c:v>
                </c:pt>
                <c:pt idx="51231">
                  <c:v>24.5</c:v>
                </c:pt>
                <c:pt idx="51232">
                  <c:v>24.5</c:v>
                </c:pt>
                <c:pt idx="51233">
                  <c:v>24.5</c:v>
                </c:pt>
                <c:pt idx="51234">
                  <c:v>24.5</c:v>
                </c:pt>
                <c:pt idx="51235">
                  <c:v>24.5</c:v>
                </c:pt>
                <c:pt idx="51236">
                  <c:v>24.5</c:v>
                </c:pt>
                <c:pt idx="51237">
                  <c:v>24.5</c:v>
                </c:pt>
                <c:pt idx="51238">
                  <c:v>24.5</c:v>
                </c:pt>
                <c:pt idx="51239">
                  <c:v>24.5</c:v>
                </c:pt>
                <c:pt idx="51240">
                  <c:v>24.5</c:v>
                </c:pt>
                <c:pt idx="51241">
                  <c:v>24.5</c:v>
                </c:pt>
                <c:pt idx="51242">
                  <c:v>24.5</c:v>
                </c:pt>
                <c:pt idx="51243">
                  <c:v>24.5</c:v>
                </c:pt>
                <c:pt idx="51244">
                  <c:v>24.5</c:v>
                </c:pt>
                <c:pt idx="51245">
                  <c:v>24.5</c:v>
                </c:pt>
                <c:pt idx="51246">
                  <c:v>24.5</c:v>
                </c:pt>
                <c:pt idx="51247">
                  <c:v>24.5</c:v>
                </c:pt>
                <c:pt idx="51248">
                  <c:v>24.5</c:v>
                </c:pt>
                <c:pt idx="51249">
                  <c:v>24.5</c:v>
                </c:pt>
                <c:pt idx="51250">
                  <c:v>24.5</c:v>
                </c:pt>
                <c:pt idx="51251">
                  <c:v>24.5</c:v>
                </c:pt>
                <c:pt idx="51252">
                  <c:v>24.5</c:v>
                </c:pt>
                <c:pt idx="51253">
                  <c:v>24.5</c:v>
                </c:pt>
                <c:pt idx="51254">
                  <c:v>24.5</c:v>
                </c:pt>
                <c:pt idx="51255">
                  <c:v>24.5</c:v>
                </c:pt>
                <c:pt idx="51256">
                  <c:v>24.5</c:v>
                </c:pt>
                <c:pt idx="51257">
                  <c:v>24.5</c:v>
                </c:pt>
                <c:pt idx="51258">
                  <c:v>24.5</c:v>
                </c:pt>
                <c:pt idx="51259">
                  <c:v>24.5</c:v>
                </c:pt>
                <c:pt idx="51260">
                  <c:v>24.5</c:v>
                </c:pt>
                <c:pt idx="51261">
                  <c:v>24.5</c:v>
                </c:pt>
                <c:pt idx="51262">
                  <c:v>24.5</c:v>
                </c:pt>
                <c:pt idx="51263">
                  <c:v>24.5</c:v>
                </c:pt>
                <c:pt idx="51264">
                  <c:v>24.5</c:v>
                </c:pt>
                <c:pt idx="51265">
                  <c:v>24.5</c:v>
                </c:pt>
                <c:pt idx="51266">
                  <c:v>24.5</c:v>
                </c:pt>
                <c:pt idx="51267">
                  <c:v>24.5</c:v>
                </c:pt>
                <c:pt idx="51268">
                  <c:v>24.5</c:v>
                </c:pt>
                <c:pt idx="51269">
                  <c:v>24.5</c:v>
                </c:pt>
                <c:pt idx="51270">
                  <c:v>24.5</c:v>
                </c:pt>
                <c:pt idx="51271">
                  <c:v>24.5</c:v>
                </c:pt>
                <c:pt idx="51272">
                  <c:v>24.5</c:v>
                </c:pt>
                <c:pt idx="51273">
                  <c:v>24.5</c:v>
                </c:pt>
                <c:pt idx="51274">
                  <c:v>24.5</c:v>
                </c:pt>
                <c:pt idx="51275">
                  <c:v>24.5</c:v>
                </c:pt>
                <c:pt idx="51276">
                  <c:v>24.5</c:v>
                </c:pt>
                <c:pt idx="51277">
                  <c:v>24.5</c:v>
                </c:pt>
                <c:pt idx="51278">
                  <c:v>24.5</c:v>
                </c:pt>
                <c:pt idx="51279">
                  <c:v>24.5</c:v>
                </c:pt>
                <c:pt idx="51280">
                  <c:v>24.5</c:v>
                </c:pt>
                <c:pt idx="51281">
                  <c:v>24.5</c:v>
                </c:pt>
                <c:pt idx="51282">
                  <c:v>24.5</c:v>
                </c:pt>
                <c:pt idx="51283">
                  <c:v>24.5</c:v>
                </c:pt>
                <c:pt idx="51284">
                  <c:v>24.5</c:v>
                </c:pt>
                <c:pt idx="51285">
                  <c:v>24.5</c:v>
                </c:pt>
                <c:pt idx="51286">
                  <c:v>24.5</c:v>
                </c:pt>
                <c:pt idx="51287">
                  <c:v>24.5</c:v>
                </c:pt>
                <c:pt idx="51288">
                  <c:v>24.5</c:v>
                </c:pt>
                <c:pt idx="51289">
                  <c:v>24.5</c:v>
                </c:pt>
                <c:pt idx="51290">
                  <c:v>24.5</c:v>
                </c:pt>
                <c:pt idx="51291">
                  <c:v>24.5</c:v>
                </c:pt>
                <c:pt idx="51292">
                  <c:v>24.5</c:v>
                </c:pt>
                <c:pt idx="51293">
                  <c:v>24.5</c:v>
                </c:pt>
                <c:pt idx="51294">
                  <c:v>24.5</c:v>
                </c:pt>
                <c:pt idx="51295">
                  <c:v>24.5</c:v>
                </c:pt>
                <c:pt idx="51296">
                  <c:v>24.5</c:v>
                </c:pt>
                <c:pt idx="51297">
                  <c:v>24.5</c:v>
                </c:pt>
                <c:pt idx="51298">
                  <c:v>24.5</c:v>
                </c:pt>
                <c:pt idx="51299">
                  <c:v>24.5</c:v>
                </c:pt>
                <c:pt idx="51300">
                  <c:v>24.5</c:v>
                </c:pt>
                <c:pt idx="51301">
                  <c:v>24.5</c:v>
                </c:pt>
                <c:pt idx="51302">
                  <c:v>24.5</c:v>
                </c:pt>
                <c:pt idx="51303">
                  <c:v>24.5</c:v>
                </c:pt>
                <c:pt idx="51304">
                  <c:v>24.5</c:v>
                </c:pt>
                <c:pt idx="51305">
                  <c:v>24.5</c:v>
                </c:pt>
                <c:pt idx="51306">
                  <c:v>24.5</c:v>
                </c:pt>
                <c:pt idx="51307">
                  <c:v>24.5</c:v>
                </c:pt>
                <c:pt idx="51308">
                  <c:v>24.5</c:v>
                </c:pt>
                <c:pt idx="51309">
                  <c:v>24.5</c:v>
                </c:pt>
                <c:pt idx="51310">
                  <c:v>24.5</c:v>
                </c:pt>
                <c:pt idx="51311">
                  <c:v>24.5</c:v>
                </c:pt>
                <c:pt idx="51312">
                  <c:v>24.5</c:v>
                </c:pt>
                <c:pt idx="51313">
                  <c:v>24.5</c:v>
                </c:pt>
                <c:pt idx="51314">
                  <c:v>24.5</c:v>
                </c:pt>
                <c:pt idx="51315">
                  <c:v>24.5</c:v>
                </c:pt>
                <c:pt idx="51316">
                  <c:v>24.5</c:v>
                </c:pt>
                <c:pt idx="51317">
                  <c:v>24.5</c:v>
                </c:pt>
                <c:pt idx="51318">
                  <c:v>24.5</c:v>
                </c:pt>
                <c:pt idx="51319">
                  <c:v>24.5</c:v>
                </c:pt>
                <c:pt idx="51320">
                  <c:v>24.5</c:v>
                </c:pt>
                <c:pt idx="51321">
                  <c:v>24.5</c:v>
                </c:pt>
                <c:pt idx="51322">
                  <c:v>24.5</c:v>
                </c:pt>
                <c:pt idx="51323">
                  <c:v>24.5</c:v>
                </c:pt>
                <c:pt idx="51324">
                  <c:v>24.5</c:v>
                </c:pt>
                <c:pt idx="51325">
                  <c:v>24.5</c:v>
                </c:pt>
                <c:pt idx="51326">
                  <c:v>24.5</c:v>
                </c:pt>
                <c:pt idx="51327">
                  <c:v>24.5</c:v>
                </c:pt>
                <c:pt idx="51328">
                  <c:v>24.5</c:v>
                </c:pt>
                <c:pt idx="51329">
                  <c:v>24.5</c:v>
                </c:pt>
                <c:pt idx="51330">
                  <c:v>24.5</c:v>
                </c:pt>
                <c:pt idx="51331">
                  <c:v>24.5</c:v>
                </c:pt>
                <c:pt idx="51332">
                  <c:v>24.5</c:v>
                </c:pt>
                <c:pt idx="51333">
                  <c:v>24.5</c:v>
                </c:pt>
                <c:pt idx="51334">
                  <c:v>24.5</c:v>
                </c:pt>
                <c:pt idx="51335">
                  <c:v>24.5</c:v>
                </c:pt>
                <c:pt idx="51336">
                  <c:v>24.5</c:v>
                </c:pt>
                <c:pt idx="51337">
                  <c:v>24.5</c:v>
                </c:pt>
                <c:pt idx="51338">
                  <c:v>24.5</c:v>
                </c:pt>
                <c:pt idx="51339">
                  <c:v>24.5</c:v>
                </c:pt>
                <c:pt idx="51340">
                  <c:v>24.5</c:v>
                </c:pt>
                <c:pt idx="51341">
                  <c:v>24.5</c:v>
                </c:pt>
                <c:pt idx="51342">
                  <c:v>24.5</c:v>
                </c:pt>
                <c:pt idx="51343">
                  <c:v>24.5</c:v>
                </c:pt>
                <c:pt idx="51344">
                  <c:v>24.5</c:v>
                </c:pt>
                <c:pt idx="51345">
                  <c:v>24.5</c:v>
                </c:pt>
                <c:pt idx="51346">
                  <c:v>24.5</c:v>
                </c:pt>
                <c:pt idx="51347">
                  <c:v>24.5</c:v>
                </c:pt>
                <c:pt idx="51348">
                  <c:v>24.5</c:v>
                </c:pt>
                <c:pt idx="51349">
                  <c:v>24.5</c:v>
                </c:pt>
                <c:pt idx="51350">
                  <c:v>24.5</c:v>
                </c:pt>
                <c:pt idx="51351">
                  <c:v>24.5</c:v>
                </c:pt>
                <c:pt idx="51352">
                  <c:v>24.5</c:v>
                </c:pt>
                <c:pt idx="51353">
                  <c:v>24.5</c:v>
                </c:pt>
                <c:pt idx="51354">
                  <c:v>24.5</c:v>
                </c:pt>
                <c:pt idx="51355">
                  <c:v>24.5</c:v>
                </c:pt>
                <c:pt idx="51356">
                  <c:v>24.5</c:v>
                </c:pt>
                <c:pt idx="51357">
                  <c:v>24.5</c:v>
                </c:pt>
                <c:pt idx="51358">
                  <c:v>24.5</c:v>
                </c:pt>
                <c:pt idx="51359">
                  <c:v>24.5</c:v>
                </c:pt>
                <c:pt idx="51360">
                  <c:v>24.5</c:v>
                </c:pt>
                <c:pt idx="51361">
                  <c:v>24.5</c:v>
                </c:pt>
                <c:pt idx="51362">
                  <c:v>24.5</c:v>
                </c:pt>
                <c:pt idx="51363">
                  <c:v>24.5</c:v>
                </c:pt>
                <c:pt idx="51364">
                  <c:v>24.5</c:v>
                </c:pt>
                <c:pt idx="51365">
                  <c:v>24.5</c:v>
                </c:pt>
                <c:pt idx="51366">
                  <c:v>24.5</c:v>
                </c:pt>
                <c:pt idx="51367">
                  <c:v>24.5</c:v>
                </c:pt>
                <c:pt idx="51368">
                  <c:v>24.5</c:v>
                </c:pt>
                <c:pt idx="51369">
                  <c:v>24.5</c:v>
                </c:pt>
                <c:pt idx="51370">
                  <c:v>24.5</c:v>
                </c:pt>
                <c:pt idx="51371">
                  <c:v>24.5</c:v>
                </c:pt>
                <c:pt idx="51372">
                  <c:v>24.5</c:v>
                </c:pt>
                <c:pt idx="51373">
                  <c:v>24.5</c:v>
                </c:pt>
                <c:pt idx="51374">
                  <c:v>24.5</c:v>
                </c:pt>
                <c:pt idx="51375">
                  <c:v>24.5</c:v>
                </c:pt>
                <c:pt idx="51376">
                  <c:v>24.5</c:v>
                </c:pt>
                <c:pt idx="51377">
                  <c:v>24.5</c:v>
                </c:pt>
                <c:pt idx="51378">
                  <c:v>24.5</c:v>
                </c:pt>
                <c:pt idx="51379">
                  <c:v>24.5</c:v>
                </c:pt>
                <c:pt idx="51380">
                  <c:v>24.5</c:v>
                </c:pt>
                <c:pt idx="51381">
                  <c:v>24.5</c:v>
                </c:pt>
                <c:pt idx="51382">
                  <c:v>24.5</c:v>
                </c:pt>
                <c:pt idx="51383">
                  <c:v>24.5</c:v>
                </c:pt>
                <c:pt idx="51384">
                  <c:v>24.5</c:v>
                </c:pt>
                <c:pt idx="51385">
                  <c:v>24.5</c:v>
                </c:pt>
                <c:pt idx="51386">
                  <c:v>24.5</c:v>
                </c:pt>
                <c:pt idx="51387">
                  <c:v>24.5</c:v>
                </c:pt>
                <c:pt idx="51388">
                  <c:v>24.5</c:v>
                </c:pt>
                <c:pt idx="51389">
                  <c:v>24.5</c:v>
                </c:pt>
                <c:pt idx="51390">
                  <c:v>24.5</c:v>
                </c:pt>
                <c:pt idx="51391">
                  <c:v>24.5</c:v>
                </c:pt>
                <c:pt idx="51392">
                  <c:v>24.5</c:v>
                </c:pt>
                <c:pt idx="51393">
                  <c:v>24.5</c:v>
                </c:pt>
                <c:pt idx="51394">
                  <c:v>24.5</c:v>
                </c:pt>
                <c:pt idx="51395">
                  <c:v>24.5</c:v>
                </c:pt>
                <c:pt idx="51396">
                  <c:v>24.5</c:v>
                </c:pt>
                <c:pt idx="51397">
                  <c:v>24.5</c:v>
                </c:pt>
                <c:pt idx="51398">
                  <c:v>24.5</c:v>
                </c:pt>
                <c:pt idx="51399">
                  <c:v>24.5</c:v>
                </c:pt>
                <c:pt idx="51400">
                  <c:v>24.5</c:v>
                </c:pt>
                <c:pt idx="51401">
                  <c:v>24.5</c:v>
                </c:pt>
                <c:pt idx="51402">
                  <c:v>24.5</c:v>
                </c:pt>
                <c:pt idx="51403">
                  <c:v>24.5</c:v>
                </c:pt>
                <c:pt idx="51404">
                  <c:v>24.5</c:v>
                </c:pt>
                <c:pt idx="51405">
                  <c:v>24.5</c:v>
                </c:pt>
                <c:pt idx="51406">
                  <c:v>24.5</c:v>
                </c:pt>
                <c:pt idx="51407">
                  <c:v>24.5</c:v>
                </c:pt>
                <c:pt idx="51408">
                  <c:v>24.5</c:v>
                </c:pt>
                <c:pt idx="51409">
                  <c:v>24.5</c:v>
                </c:pt>
                <c:pt idx="51410">
                  <c:v>24.5</c:v>
                </c:pt>
                <c:pt idx="51411">
                  <c:v>24.5</c:v>
                </c:pt>
                <c:pt idx="51412">
                  <c:v>24.5</c:v>
                </c:pt>
                <c:pt idx="51413">
                  <c:v>24.5</c:v>
                </c:pt>
                <c:pt idx="51414">
                  <c:v>24.5</c:v>
                </c:pt>
                <c:pt idx="51415">
                  <c:v>24.5</c:v>
                </c:pt>
                <c:pt idx="51416">
                  <c:v>24.5</c:v>
                </c:pt>
                <c:pt idx="51417">
                  <c:v>24.5</c:v>
                </c:pt>
                <c:pt idx="51418">
                  <c:v>24.5</c:v>
                </c:pt>
                <c:pt idx="51419">
                  <c:v>24.5</c:v>
                </c:pt>
                <c:pt idx="51420">
                  <c:v>24.5</c:v>
                </c:pt>
                <c:pt idx="51421">
                  <c:v>24.5</c:v>
                </c:pt>
                <c:pt idx="51422">
                  <c:v>24.5</c:v>
                </c:pt>
                <c:pt idx="51423">
                  <c:v>24.5</c:v>
                </c:pt>
                <c:pt idx="51424">
                  <c:v>24.5</c:v>
                </c:pt>
                <c:pt idx="51425">
                  <c:v>24.5</c:v>
                </c:pt>
                <c:pt idx="51426">
                  <c:v>24.5</c:v>
                </c:pt>
                <c:pt idx="51427">
                  <c:v>24.5</c:v>
                </c:pt>
                <c:pt idx="51428">
                  <c:v>24.5</c:v>
                </c:pt>
                <c:pt idx="51429">
                  <c:v>24.5</c:v>
                </c:pt>
                <c:pt idx="51430">
                  <c:v>24.5</c:v>
                </c:pt>
                <c:pt idx="51431">
                  <c:v>24.5</c:v>
                </c:pt>
                <c:pt idx="51432">
                  <c:v>24.5</c:v>
                </c:pt>
                <c:pt idx="51433">
                  <c:v>24.5</c:v>
                </c:pt>
                <c:pt idx="51434">
                  <c:v>24.5</c:v>
                </c:pt>
                <c:pt idx="51435">
                  <c:v>24.5</c:v>
                </c:pt>
                <c:pt idx="51436">
                  <c:v>24.5</c:v>
                </c:pt>
                <c:pt idx="51437">
                  <c:v>24.5</c:v>
                </c:pt>
                <c:pt idx="51438">
                  <c:v>24.5</c:v>
                </c:pt>
                <c:pt idx="51439">
                  <c:v>24.5</c:v>
                </c:pt>
                <c:pt idx="51440">
                  <c:v>24.5</c:v>
                </c:pt>
                <c:pt idx="51441">
                  <c:v>24.5</c:v>
                </c:pt>
                <c:pt idx="51442">
                  <c:v>24.5</c:v>
                </c:pt>
                <c:pt idx="51443">
                  <c:v>24.5</c:v>
                </c:pt>
                <c:pt idx="51444">
                  <c:v>24.5</c:v>
                </c:pt>
                <c:pt idx="51445">
                  <c:v>24.5</c:v>
                </c:pt>
                <c:pt idx="51446">
                  <c:v>24.5</c:v>
                </c:pt>
                <c:pt idx="51447">
                  <c:v>24.5</c:v>
                </c:pt>
                <c:pt idx="51448">
                  <c:v>24.5</c:v>
                </c:pt>
                <c:pt idx="51449">
                  <c:v>24.5</c:v>
                </c:pt>
                <c:pt idx="51450">
                  <c:v>24.5</c:v>
                </c:pt>
                <c:pt idx="51451">
                  <c:v>24.5</c:v>
                </c:pt>
                <c:pt idx="51452">
                  <c:v>24.5</c:v>
                </c:pt>
                <c:pt idx="51453">
                  <c:v>24.5</c:v>
                </c:pt>
                <c:pt idx="51454">
                  <c:v>24.5</c:v>
                </c:pt>
                <c:pt idx="51455">
                  <c:v>24.5</c:v>
                </c:pt>
                <c:pt idx="51456">
                  <c:v>24.5</c:v>
                </c:pt>
                <c:pt idx="51457">
                  <c:v>24.5</c:v>
                </c:pt>
                <c:pt idx="51458">
                  <c:v>24.5</c:v>
                </c:pt>
                <c:pt idx="51459">
                  <c:v>24.5</c:v>
                </c:pt>
                <c:pt idx="51460">
                  <c:v>24.5</c:v>
                </c:pt>
                <c:pt idx="51461">
                  <c:v>24.5</c:v>
                </c:pt>
                <c:pt idx="51462">
                  <c:v>24.5</c:v>
                </c:pt>
                <c:pt idx="51463">
                  <c:v>24.5</c:v>
                </c:pt>
                <c:pt idx="51464">
                  <c:v>24.5</c:v>
                </c:pt>
                <c:pt idx="51465">
                  <c:v>24.5</c:v>
                </c:pt>
                <c:pt idx="51466">
                  <c:v>24.5</c:v>
                </c:pt>
                <c:pt idx="51467">
                  <c:v>24.5</c:v>
                </c:pt>
                <c:pt idx="51468">
                  <c:v>24.5</c:v>
                </c:pt>
                <c:pt idx="51469">
                  <c:v>24.5</c:v>
                </c:pt>
                <c:pt idx="51470">
                  <c:v>24.5</c:v>
                </c:pt>
                <c:pt idx="51471">
                  <c:v>24.5</c:v>
                </c:pt>
                <c:pt idx="51472">
                  <c:v>24.5</c:v>
                </c:pt>
                <c:pt idx="51473">
                  <c:v>24.5</c:v>
                </c:pt>
                <c:pt idx="51474">
                  <c:v>24.5</c:v>
                </c:pt>
                <c:pt idx="51475">
                  <c:v>24.5</c:v>
                </c:pt>
                <c:pt idx="51476">
                  <c:v>24.5</c:v>
                </c:pt>
                <c:pt idx="51477">
                  <c:v>24.5</c:v>
                </c:pt>
                <c:pt idx="51478">
                  <c:v>24.5</c:v>
                </c:pt>
                <c:pt idx="51479">
                  <c:v>24.5</c:v>
                </c:pt>
                <c:pt idx="51480">
                  <c:v>24.5</c:v>
                </c:pt>
                <c:pt idx="51481">
                  <c:v>24.5</c:v>
                </c:pt>
                <c:pt idx="51482">
                  <c:v>24.5</c:v>
                </c:pt>
                <c:pt idx="51483">
                  <c:v>24.5</c:v>
                </c:pt>
                <c:pt idx="51484">
                  <c:v>24.5</c:v>
                </c:pt>
                <c:pt idx="51485">
                  <c:v>24.5</c:v>
                </c:pt>
                <c:pt idx="51486">
                  <c:v>24.5</c:v>
                </c:pt>
                <c:pt idx="51487">
                  <c:v>24.5</c:v>
                </c:pt>
                <c:pt idx="51488">
                  <c:v>24.5</c:v>
                </c:pt>
                <c:pt idx="51489">
                  <c:v>24.5</c:v>
                </c:pt>
                <c:pt idx="51490">
                  <c:v>24.5</c:v>
                </c:pt>
                <c:pt idx="51491">
                  <c:v>24.5</c:v>
                </c:pt>
                <c:pt idx="51492">
                  <c:v>24.5</c:v>
                </c:pt>
                <c:pt idx="51493">
                  <c:v>24.5</c:v>
                </c:pt>
                <c:pt idx="51494">
                  <c:v>24.5</c:v>
                </c:pt>
                <c:pt idx="51495">
                  <c:v>24.5</c:v>
                </c:pt>
                <c:pt idx="51496">
                  <c:v>24.5</c:v>
                </c:pt>
                <c:pt idx="51497">
                  <c:v>24.5</c:v>
                </c:pt>
                <c:pt idx="51498">
                  <c:v>24.5</c:v>
                </c:pt>
                <c:pt idx="51499">
                  <c:v>24.5</c:v>
                </c:pt>
                <c:pt idx="51500">
                  <c:v>24.5</c:v>
                </c:pt>
                <c:pt idx="51501">
                  <c:v>24.5</c:v>
                </c:pt>
                <c:pt idx="51502">
                  <c:v>24.5</c:v>
                </c:pt>
                <c:pt idx="51503">
                  <c:v>24.5</c:v>
                </c:pt>
                <c:pt idx="51504">
                  <c:v>24.5</c:v>
                </c:pt>
                <c:pt idx="51505">
                  <c:v>24.5</c:v>
                </c:pt>
                <c:pt idx="51506">
                  <c:v>24.5</c:v>
                </c:pt>
                <c:pt idx="51507">
                  <c:v>24.5</c:v>
                </c:pt>
                <c:pt idx="51508">
                  <c:v>24.5</c:v>
                </c:pt>
                <c:pt idx="51509">
                  <c:v>24.5</c:v>
                </c:pt>
                <c:pt idx="51510">
                  <c:v>24.5</c:v>
                </c:pt>
                <c:pt idx="51511">
                  <c:v>24.5</c:v>
                </c:pt>
                <c:pt idx="51512">
                  <c:v>24.5</c:v>
                </c:pt>
                <c:pt idx="51513">
                  <c:v>24.5</c:v>
                </c:pt>
                <c:pt idx="51514">
                  <c:v>24.5</c:v>
                </c:pt>
                <c:pt idx="51515">
                  <c:v>24.5</c:v>
                </c:pt>
                <c:pt idx="51516">
                  <c:v>24.5</c:v>
                </c:pt>
                <c:pt idx="51517">
                  <c:v>24.5</c:v>
                </c:pt>
                <c:pt idx="51518">
                  <c:v>24.5</c:v>
                </c:pt>
                <c:pt idx="51519">
                  <c:v>24.5</c:v>
                </c:pt>
                <c:pt idx="51520">
                  <c:v>24.5</c:v>
                </c:pt>
                <c:pt idx="51521">
                  <c:v>24.5</c:v>
                </c:pt>
                <c:pt idx="51522">
                  <c:v>24.5</c:v>
                </c:pt>
                <c:pt idx="51523">
                  <c:v>24.5</c:v>
                </c:pt>
                <c:pt idx="51524">
                  <c:v>24.5</c:v>
                </c:pt>
                <c:pt idx="51525">
                  <c:v>24.5</c:v>
                </c:pt>
                <c:pt idx="51526">
                  <c:v>24.5</c:v>
                </c:pt>
                <c:pt idx="51527">
                  <c:v>24.5</c:v>
                </c:pt>
                <c:pt idx="51528">
                  <c:v>24.5</c:v>
                </c:pt>
                <c:pt idx="51529">
                  <c:v>24.5</c:v>
                </c:pt>
                <c:pt idx="51530">
                  <c:v>24.5</c:v>
                </c:pt>
                <c:pt idx="51531">
                  <c:v>24.5</c:v>
                </c:pt>
                <c:pt idx="51532">
                  <c:v>24.5</c:v>
                </c:pt>
                <c:pt idx="51533">
                  <c:v>24.5</c:v>
                </c:pt>
                <c:pt idx="51534">
                  <c:v>24.5</c:v>
                </c:pt>
                <c:pt idx="51535">
                  <c:v>24.5</c:v>
                </c:pt>
                <c:pt idx="51536">
                  <c:v>24.5</c:v>
                </c:pt>
                <c:pt idx="51537">
                  <c:v>24.5</c:v>
                </c:pt>
                <c:pt idx="51538">
                  <c:v>24.5</c:v>
                </c:pt>
                <c:pt idx="51539">
                  <c:v>24.5</c:v>
                </c:pt>
                <c:pt idx="51540">
                  <c:v>24.5</c:v>
                </c:pt>
                <c:pt idx="51541">
                  <c:v>24.5</c:v>
                </c:pt>
                <c:pt idx="51542">
                  <c:v>24.5</c:v>
                </c:pt>
                <c:pt idx="51543">
                  <c:v>24.5</c:v>
                </c:pt>
                <c:pt idx="51544">
                  <c:v>24.5</c:v>
                </c:pt>
                <c:pt idx="51545">
                  <c:v>24.5</c:v>
                </c:pt>
                <c:pt idx="51546">
                  <c:v>24.5</c:v>
                </c:pt>
                <c:pt idx="51547">
                  <c:v>24.5</c:v>
                </c:pt>
                <c:pt idx="51548">
                  <c:v>24.5</c:v>
                </c:pt>
                <c:pt idx="51549">
                  <c:v>24.5</c:v>
                </c:pt>
                <c:pt idx="51550">
                  <c:v>24.5</c:v>
                </c:pt>
                <c:pt idx="51551">
                  <c:v>24.5</c:v>
                </c:pt>
                <c:pt idx="51552">
                  <c:v>24.5</c:v>
                </c:pt>
                <c:pt idx="51553">
                  <c:v>24.5</c:v>
                </c:pt>
                <c:pt idx="51554">
                  <c:v>24.5</c:v>
                </c:pt>
                <c:pt idx="51555">
                  <c:v>24.5</c:v>
                </c:pt>
                <c:pt idx="51556">
                  <c:v>24.5</c:v>
                </c:pt>
                <c:pt idx="51557">
                  <c:v>24.5</c:v>
                </c:pt>
                <c:pt idx="51558">
                  <c:v>24.5</c:v>
                </c:pt>
                <c:pt idx="51559">
                  <c:v>24.5</c:v>
                </c:pt>
                <c:pt idx="51560">
                  <c:v>24.5</c:v>
                </c:pt>
                <c:pt idx="51561">
                  <c:v>24.5</c:v>
                </c:pt>
                <c:pt idx="51562">
                  <c:v>24.5</c:v>
                </c:pt>
                <c:pt idx="51563">
                  <c:v>24.5</c:v>
                </c:pt>
                <c:pt idx="51564">
                  <c:v>24.5</c:v>
                </c:pt>
                <c:pt idx="51565">
                  <c:v>24.5</c:v>
                </c:pt>
                <c:pt idx="51566">
                  <c:v>24.5</c:v>
                </c:pt>
                <c:pt idx="51567">
                  <c:v>24.5</c:v>
                </c:pt>
                <c:pt idx="51568">
                  <c:v>24.5</c:v>
                </c:pt>
                <c:pt idx="51569">
                  <c:v>24.5</c:v>
                </c:pt>
                <c:pt idx="51570">
                  <c:v>24.5</c:v>
                </c:pt>
                <c:pt idx="51571">
                  <c:v>24.5</c:v>
                </c:pt>
                <c:pt idx="51572">
                  <c:v>24.5</c:v>
                </c:pt>
                <c:pt idx="51573">
                  <c:v>24.5</c:v>
                </c:pt>
                <c:pt idx="51574">
                  <c:v>24.5</c:v>
                </c:pt>
                <c:pt idx="51575">
                  <c:v>24.5</c:v>
                </c:pt>
                <c:pt idx="51576">
                  <c:v>24.5</c:v>
                </c:pt>
                <c:pt idx="51577">
                  <c:v>24.5</c:v>
                </c:pt>
                <c:pt idx="51578">
                  <c:v>24.5</c:v>
                </c:pt>
                <c:pt idx="51579">
                  <c:v>24.5</c:v>
                </c:pt>
                <c:pt idx="51580">
                  <c:v>24.5</c:v>
                </c:pt>
                <c:pt idx="51581">
                  <c:v>24.5</c:v>
                </c:pt>
                <c:pt idx="51582">
                  <c:v>24.5</c:v>
                </c:pt>
                <c:pt idx="51583">
                  <c:v>24.5</c:v>
                </c:pt>
                <c:pt idx="51584">
                  <c:v>24.5</c:v>
                </c:pt>
                <c:pt idx="51585">
                  <c:v>24.5</c:v>
                </c:pt>
                <c:pt idx="51586">
                  <c:v>24.5</c:v>
                </c:pt>
                <c:pt idx="51587">
                  <c:v>24.5</c:v>
                </c:pt>
                <c:pt idx="51588">
                  <c:v>24.5</c:v>
                </c:pt>
                <c:pt idx="51589">
                  <c:v>24.5</c:v>
                </c:pt>
                <c:pt idx="51590">
                  <c:v>24.5</c:v>
                </c:pt>
                <c:pt idx="51591">
                  <c:v>24.5</c:v>
                </c:pt>
                <c:pt idx="51592">
                  <c:v>24.5</c:v>
                </c:pt>
                <c:pt idx="51593">
                  <c:v>24.5</c:v>
                </c:pt>
                <c:pt idx="51594">
                  <c:v>24.5</c:v>
                </c:pt>
                <c:pt idx="51595">
                  <c:v>24.5</c:v>
                </c:pt>
                <c:pt idx="51596">
                  <c:v>24.5</c:v>
                </c:pt>
                <c:pt idx="51597">
                  <c:v>24.5</c:v>
                </c:pt>
                <c:pt idx="51598">
                  <c:v>24.5</c:v>
                </c:pt>
                <c:pt idx="51599">
                  <c:v>24.5</c:v>
                </c:pt>
                <c:pt idx="51600">
                  <c:v>24.5</c:v>
                </c:pt>
                <c:pt idx="51601">
                  <c:v>24.5</c:v>
                </c:pt>
                <c:pt idx="51602">
                  <c:v>24.5</c:v>
                </c:pt>
                <c:pt idx="51603">
                  <c:v>24.5</c:v>
                </c:pt>
                <c:pt idx="51604">
                  <c:v>24.5</c:v>
                </c:pt>
                <c:pt idx="51605">
                  <c:v>24.5</c:v>
                </c:pt>
                <c:pt idx="51606">
                  <c:v>24.5</c:v>
                </c:pt>
                <c:pt idx="51607">
                  <c:v>24.5</c:v>
                </c:pt>
                <c:pt idx="51608">
                  <c:v>24.5</c:v>
                </c:pt>
                <c:pt idx="51609">
                  <c:v>24.5</c:v>
                </c:pt>
                <c:pt idx="51610">
                  <c:v>24.5</c:v>
                </c:pt>
                <c:pt idx="51611">
                  <c:v>24.5</c:v>
                </c:pt>
                <c:pt idx="51612">
                  <c:v>24.5</c:v>
                </c:pt>
                <c:pt idx="51613">
                  <c:v>24.5</c:v>
                </c:pt>
                <c:pt idx="51614">
                  <c:v>24.5</c:v>
                </c:pt>
                <c:pt idx="51615">
                  <c:v>24.5</c:v>
                </c:pt>
                <c:pt idx="51616">
                  <c:v>24.5</c:v>
                </c:pt>
                <c:pt idx="51617">
                  <c:v>24.5</c:v>
                </c:pt>
                <c:pt idx="51618">
                  <c:v>24.5</c:v>
                </c:pt>
                <c:pt idx="51619">
                  <c:v>24.5</c:v>
                </c:pt>
                <c:pt idx="51620">
                  <c:v>24.5</c:v>
                </c:pt>
                <c:pt idx="51621">
                  <c:v>24.5</c:v>
                </c:pt>
                <c:pt idx="51622">
                  <c:v>24.5</c:v>
                </c:pt>
                <c:pt idx="51623">
                  <c:v>24.5</c:v>
                </c:pt>
                <c:pt idx="51624">
                  <c:v>24.5</c:v>
                </c:pt>
                <c:pt idx="51625">
                  <c:v>24.5</c:v>
                </c:pt>
                <c:pt idx="51626">
                  <c:v>24.5</c:v>
                </c:pt>
                <c:pt idx="51627">
                  <c:v>24.5</c:v>
                </c:pt>
                <c:pt idx="51628">
                  <c:v>24.5</c:v>
                </c:pt>
                <c:pt idx="51629">
                  <c:v>24.5</c:v>
                </c:pt>
                <c:pt idx="51630">
                  <c:v>24.5</c:v>
                </c:pt>
                <c:pt idx="51631">
                  <c:v>24.5</c:v>
                </c:pt>
                <c:pt idx="51632">
                  <c:v>24.5</c:v>
                </c:pt>
                <c:pt idx="51633">
                  <c:v>24.5</c:v>
                </c:pt>
                <c:pt idx="51634">
                  <c:v>24.5</c:v>
                </c:pt>
                <c:pt idx="51635">
                  <c:v>24.5</c:v>
                </c:pt>
                <c:pt idx="51636">
                  <c:v>24.5</c:v>
                </c:pt>
                <c:pt idx="51637">
                  <c:v>24.55</c:v>
                </c:pt>
                <c:pt idx="51638">
                  <c:v>24.5</c:v>
                </c:pt>
                <c:pt idx="51639">
                  <c:v>24.55</c:v>
                </c:pt>
                <c:pt idx="51640">
                  <c:v>24.55</c:v>
                </c:pt>
                <c:pt idx="51641">
                  <c:v>24.55</c:v>
                </c:pt>
                <c:pt idx="51642">
                  <c:v>24.55</c:v>
                </c:pt>
                <c:pt idx="51643">
                  <c:v>24.5</c:v>
                </c:pt>
                <c:pt idx="51644">
                  <c:v>24.55</c:v>
                </c:pt>
                <c:pt idx="51645">
                  <c:v>24.55</c:v>
                </c:pt>
                <c:pt idx="51646">
                  <c:v>24.55</c:v>
                </c:pt>
                <c:pt idx="51647">
                  <c:v>24.55</c:v>
                </c:pt>
                <c:pt idx="51648">
                  <c:v>24.55</c:v>
                </c:pt>
                <c:pt idx="51649">
                  <c:v>24.55</c:v>
                </c:pt>
                <c:pt idx="51650">
                  <c:v>24.55</c:v>
                </c:pt>
                <c:pt idx="51651">
                  <c:v>24.55</c:v>
                </c:pt>
                <c:pt idx="51652">
                  <c:v>24.55</c:v>
                </c:pt>
                <c:pt idx="51653">
                  <c:v>24.55</c:v>
                </c:pt>
                <c:pt idx="51654">
                  <c:v>24.55</c:v>
                </c:pt>
                <c:pt idx="51655">
                  <c:v>24.55</c:v>
                </c:pt>
                <c:pt idx="51656">
                  <c:v>24.55</c:v>
                </c:pt>
                <c:pt idx="51657">
                  <c:v>24.55</c:v>
                </c:pt>
                <c:pt idx="51658">
                  <c:v>24.5</c:v>
                </c:pt>
                <c:pt idx="51659">
                  <c:v>24.55</c:v>
                </c:pt>
                <c:pt idx="51660">
                  <c:v>24.55</c:v>
                </c:pt>
                <c:pt idx="51661">
                  <c:v>24.55</c:v>
                </c:pt>
                <c:pt idx="51662">
                  <c:v>24.55</c:v>
                </c:pt>
                <c:pt idx="51663">
                  <c:v>24.5</c:v>
                </c:pt>
                <c:pt idx="51664">
                  <c:v>24.55</c:v>
                </c:pt>
                <c:pt idx="51665">
                  <c:v>24.55</c:v>
                </c:pt>
                <c:pt idx="51666">
                  <c:v>24.5</c:v>
                </c:pt>
                <c:pt idx="51667">
                  <c:v>24.5</c:v>
                </c:pt>
                <c:pt idx="51668">
                  <c:v>24.5</c:v>
                </c:pt>
                <c:pt idx="51669">
                  <c:v>24.5</c:v>
                </c:pt>
                <c:pt idx="51670">
                  <c:v>24.5</c:v>
                </c:pt>
                <c:pt idx="51671">
                  <c:v>24.5</c:v>
                </c:pt>
                <c:pt idx="51672">
                  <c:v>24.5</c:v>
                </c:pt>
                <c:pt idx="51673">
                  <c:v>24.5</c:v>
                </c:pt>
                <c:pt idx="51674">
                  <c:v>24.5</c:v>
                </c:pt>
                <c:pt idx="51675">
                  <c:v>24.55</c:v>
                </c:pt>
                <c:pt idx="51676">
                  <c:v>24.5</c:v>
                </c:pt>
                <c:pt idx="51677">
                  <c:v>24.5</c:v>
                </c:pt>
                <c:pt idx="51678">
                  <c:v>24.5</c:v>
                </c:pt>
                <c:pt idx="51679">
                  <c:v>24.5</c:v>
                </c:pt>
                <c:pt idx="51680">
                  <c:v>24.5</c:v>
                </c:pt>
                <c:pt idx="51681">
                  <c:v>24.5</c:v>
                </c:pt>
                <c:pt idx="51682">
                  <c:v>24.5</c:v>
                </c:pt>
                <c:pt idx="51683">
                  <c:v>24.5</c:v>
                </c:pt>
                <c:pt idx="51684">
                  <c:v>24.5</c:v>
                </c:pt>
                <c:pt idx="51685">
                  <c:v>24.5</c:v>
                </c:pt>
                <c:pt idx="51686">
                  <c:v>24.5</c:v>
                </c:pt>
                <c:pt idx="51687">
                  <c:v>24.5</c:v>
                </c:pt>
                <c:pt idx="51688">
                  <c:v>24.5</c:v>
                </c:pt>
                <c:pt idx="51689">
                  <c:v>24.5</c:v>
                </c:pt>
                <c:pt idx="51690">
                  <c:v>24.5</c:v>
                </c:pt>
                <c:pt idx="51691">
                  <c:v>24.5</c:v>
                </c:pt>
                <c:pt idx="51692">
                  <c:v>24.5</c:v>
                </c:pt>
                <c:pt idx="51693">
                  <c:v>24.5</c:v>
                </c:pt>
                <c:pt idx="51694">
                  <c:v>24.5</c:v>
                </c:pt>
                <c:pt idx="51695">
                  <c:v>24.5</c:v>
                </c:pt>
                <c:pt idx="51696">
                  <c:v>24.5</c:v>
                </c:pt>
                <c:pt idx="51697">
                  <c:v>24.5</c:v>
                </c:pt>
                <c:pt idx="51698">
                  <c:v>24.5</c:v>
                </c:pt>
                <c:pt idx="51699">
                  <c:v>24.5</c:v>
                </c:pt>
                <c:pt idx="51700">
                  <c:v>24.5</c:v>
                </c:pt>
                <c:pt idx="51701">
                  <c:v>24.5</c:v>
                </c:pt>
                <c:pt idx="51702">
                  <c:v>24.5</c:v>
                </c:pt>
                <c:pt idx="51703">
                  <c:v>24.5</c:v>
                </c:pt>
                <c:pt idx="51704">
                  <c:v>24.5</c:v>
                </c:pt>
                <c:pt idx="51705">
                  <c:v>24.5</c:v>
                </c:pt>
                <c:pt idx="51706">
                  <c:v>24.5</c:v>
                </c:pt>
                <c:pt idx="51707">
                  <c:v>24.5</c:v>
                </c:pt>
                <c:pt idx="51708">
                  <c:v>24.5</c:v>
                </c:pt>
                <c:pt idx="51709">
                  <c:v>24.5</c:v>
                </c:pt>
                <c:pt idx="51710">
                  <c:v>24.5</c:v>
                </c:pt>
                <c:pt idx="51711">
                  <c:v>24.5</c:v>
                </c:pt>
                <c:pt idx="51712">
                  <c:v>24.5</c:v>
                </c:pt>
                <c:pt idx="51713">
                  <c:v>24.5</c:v>
                </c:pt>
                <c:pt idx="51714">
                  <c:v>24.5</c:v>
                </c:pt>
                <c:pt idx="51715">
                  <c:v>24.5</c:v>
                </c:pt>
                <c:pt idx="51716">
                  <c:v>24.5</c:v>
                </c:pt>
                <c:pt idx="51717">
                  <c:v>24.5</c:v>
                </c:pt>
                <c:pt idx="51718">
                  <c:v>24.5</c:v>
                </c:pt>
                <c:pt idx="51719">
                  <c:v>24.5</c:v>
                </c:pt>
                <c:pt idx="51720">
                  <c:v>24.5</c:v>
                </c:pt>
                <c:pt idx="51721">
                  <c:v>24.5</c:v>
                </c:pt>
                <c:pt idx="51722">
                  <c:v>24.5</c:v>
                </c:pt>
                <c:pt idx="51723">
                  <c:v>24.5</c:v>
                </c:pt>
                <c:pt idx="51724">
                  <c:v>24.5</c:v>
                </c:pt>
                <c:pt idx="51725">
                  <c:v>24.5</c:v>
                </c:pt>
                <c:pt idx="51726">
                  <c:v>24.5</c:v>
                </c:pt>
                <c:pt idx="51727">
                  <c:v>24.5</c:v>
                </c:pt>
                <c:pt idx="51728">
                  <c:v>24.5</c:v>
                </c:pt>
                <c:pt idx="51729">
                  <c:v>24.5</c:v>
                </c:pt>
                <c:pt idx="51730">
                  <c:v>24.5</c:v>
                </c:pt>
                <c:pt idx="51731">
                  <c:v>24.5</c:v>
                </c:pt>
                <c:pt idx="51732">
                  <c:v>24.5</c:v>
                </c:pt>
                <c:pt idx="51733">
                  <c:v>24.5</c:v>
                </c:pt>
                <c:pt idx="51734">
                  <c:v>24.5</c:v>
                </c:pt>
                <c:pt idx="51735">
                  <c:v>24.5</c:v>
                </c:pt>
                <c:pt idx="51736">
                  <c:v>24.5</c:v>
                </c:pt>
                <c:pt idx="51737">
                  <c:v>24.5</c:v>
                </c:pt>
                <c:pt idx="51738">
                  <c:v>24.5</c:v>
                </c:pt>
                <c:pt idx="51739">
                  <c:v>24.5</c:v>
                </c:pt>
                <c:pt idx="51740">
                  <c:v>24.5</c:v>
                </c:pt>
                <c:pt idx="51741">
                  <c:v>24.5</c:v>
                </c:pt>
                <c:pt idx="51742">
                  <c:v>24.5</c:v>
                </c:pt>
                <c:pt idx="51743">
                  <c:v>24.5</c:v>
                </c:pt>
                <c:pt idx="51744">
                  <c:v>24.5</c:v>
                </c:pt>
                <c:pt idx="51745">
                  <c:v>24.5</c:v>
                </c:pt>
                <c:pt idx="51746">
                  <c:v>24.5</c:v>
                </c:pt>
                <c:pt idx="51747">
                  <c:v>24.5</c:v>
                </c:pt>
                <c:pt idx="51748">
                  <c:v>24.5</c:v>
                </c:pt>
                <c:pt idx="51749">
                  <c:v>24.5</c:v>
                </c:pt>
                <c:pt idx="51750">
                  <c:v>24.5</c:v>
                </c:pt>
                <c:pt idx="51751">
                  <c:v>24.5</c:v>
                </c:pt>
                <c:pt idx="51752">
                  <c:v>24.5</c:v>
                </c:pt>
                <c:pt idx="51753">
                  <c:v>24.5</c:v>
                </c:pt>
                <c:pt idx="51754">
                  <c:v>24.5</c:v>
                </c:pt>
                <c:pt idx="51755">
                  <c:v>24.5</c:v>
                </c:pt>
                <c:pt idx="51756">
                  <c:v>24.5</c:v>
                </c:pt>
                <c:pt idx="51757">
                  <c:v>24.5</c:v>
                </c:pt>
                <c:pt idx="51758">
                  <c:v>24.5</c:v>
                </c:pt>
                <c:pt idx="51759">
                  <c:v>24.5</c:v>
                </c:pt>
                <c:pt idx="51760">
                  <c:v>24.5</c:v>
                </c:pt>
                <c:pt idx="51761">
                  <c:v>24.5</c:v>
                </c:pt>
                <c:pt idx="51762">
                  <c:v>24.5</c:v>
                </c:pt>
                <c:pt idx="51763">
                  <c:v>24.5</c:v>
                </c:pt>
                <c:pt idx="51764">
                  <c:v>24.5</c:v>
                </c:pt>
                <c:pt idx="51765">
                  <c:v>24.5</c:v>
                </c:pt>
                <c:pt idx="51766">
                  <c:v>24.5</c:v>
                </c:pt>
                <c:pt idx="51767">
                  <c:v>24.5</c:v>
                </c:pt>
                <c:pt idx="51768">
                  <c:v>24.5</c:v>
                </c:pt>
                <c:pt idx="51769">
                  <c:v>24.5</c:v>
                </c:pt>
                <c:pt idx="51770">
                  <c:v>24.5</c:v>
                </c:pt>
                <c:pt idx="51771">
                  <c:v>24.5</c:v>
                </c:pt>
                <c:pt idx="51772">
                  <c:v>24.5</c:v>
                </c:pt>
                <c:pt idx="51773">
                  <c:v>24.5</c:v>
                </c:pt>
                <c:pt idx="51774">
                  <c:v>24.5</c:v>
                </c:pt>
                <c:pt idx="51775">
                  <c:v>24.5</c:v>
                </c:pt>
                <c:pt idx="51776">
                  <c:v>24.5</c:v>
                </c:pt>
                <c:pt idx="51777">
                  <c:v>24.5</c:v>
                </c:pt>
                <c:pt idx="51778">
                  <c:v>24.5</c:v>
                </c:pt>
                <c:pt idx="51779">
                  <c:v>24.5</c:v>
                </c:pt>
                <c:pt idx="51780">
                  <c:v>24.5</c:v>
                </c:pt>
                <c:pt idx="51781">
                  <c:v>24.5</c:v>
                </c:pt>
                <c:pt idx="51782">
                  <c:v>24.5</c:v>
                </c:pt>
                <c:pt idx="51783">
                  <c:v>24.5</c:v>
                </c:pt>
                <c:pt idx="51784">
                  <c:v>24.5</c:v>
                </c:pt>
                <c:pt idx="51785">
                  <c:v>24.5</c:v>
                </c:pt>
                <c:pt idx="51786">
                  <c:v>24.5</c:v>
                </c:pt>
                <c:pt idx="51787">
                  <c:v>24.5</c:v>
                </c:pt>
                <c:pt idx="51788">
                  <c:v>24.5</c:v>
                </c:pt>
                <c:pt idx="51789">
                  <c:v>24.5</c:v>
                </c:pt>
                <c:pt idx="51790">
                  <c:v>24.5</c:v>
                </c:pt>
                <c:pt idx="51791">
                  <c:v>24.5</c:v>
                </c:pt>
                <c:pt idx="51792">
                  <c:v>24.5</c:v>
                </c:pt>
                <c:pt idx="51793">
                  <c:v>24.5</c:v>
                </c:pt>
                <c:pt idx="51794">
                  <c:v>24.5</c:v>
                </c:pt>
                <c:pt idx="51795">
                  <c:v>24.5</c:v>
                </c:pt>
                <c:pt idx="51796">
                  <c:v>24.5</c:v>
                </c:pt>
                <c:pt idx="51797">
                  <c:v>24.5</c:v>
                </c:pt>
                <c:pt idx="51798">
                  <c:v>24.5</c:v>
                </c:pt>
                <c:pt idx="51799">
                  <c:v>24.5</c:v>
                </c:pt>
                <c:pt idx="51800">
                  <c:v>24.5</c:v>
                </c:pt>
                <c:pt idx="51801">
                  <c:v>24.5</c:v>
                </c:pt>
                <c:pt idx="51802">
                  <c:v>24.5</c:v>
                </c:pt>
                <c:pt idx="51803">
                  <c:v>24.5</c:v>
                </c:pt>
                <c:pt idx="51804">
                  <c:v>24.5</c:v>
                </c:pt>
                <c:pt idx="51805">
                  <c:v>24.5</c:v>
                </c:pt>
                <c:pt idx="51806">
                  <c:v>24.5</c:v>
                </c:pt>
                <c:pt idx="51807">
                  <c:v>24.5</c:v>
                </c:pt>
                <c:pt idx="51808">
                  <c:v>24.5</c:v>
                </c:pt>
                <c:pt idx="51809">
                  <c:v>24.5</c:v>
                </c:pt>
                <c:pt idx="51810">
                  <c:v>24.5</c:v>
                </c:pt>
                <c:pt idx="51811">
                  <c:v>24.5</c:v>
                </c:pt>
                <c:pt idx="51812">
                  <c:v>24.5</c:v>
                </c:pt>
                <c:pt idx="51813">
                  <c:v>24.5</c:v>
                </c:pt>
                <c:pt idx="51814">
                  <c:v>24.5</c:v>
                </c:pt>
                <c:pt idx="51815">
                  <c:v>24.5</c:v>
                </c:pt>
                <c:pt idx="51816">
                  <c:v>24.5</c:v>
                </c:pt>
                <c:pt idx="51817">
                  <c:v>24.5</c:v>
                </c:pt>
                <c:pt idx="51818">
                  <c:v>24.5</c:v>
                </c:pt>
                <c:pt idx="51819">
                  <c:v>24.5</c:v>
                </c:pt>
                <c:pt idx="51820">
                  <c:v>24.5</c:v>
                </c:pt>
                <c:pt idx="51821">
                  <c:v>24.5</c:v>
                </c:pt>
                <c:pt idx="51822">
                  <c:v>24.5</c:v>
                </c:pt>
                <c:pt idx="51823">
                  <c:v>24.5</c:v>
                </c:pt>
                <c:pt idx="51824">
                  <c:v>24.5</c:v>
                </c:pt>
                <c:pt idx="51825">
                  <c:v>24.5</c:v>
                </c:pt>
                <c:pt idx="51826">
                  <c:v>24.5</c:v>
                </c:pt>
                <c:pt idx="51827">
                  <c:v>24.5</c:v>
                </c:pt>
                <c:pt idx="51828">
                  <c:v>24.5</c:v>
                </c:pt>
                <c:pt idx="51829">
                  <c:v>24.5</c:v>
                </c:pt>
                <c:pt idx="51830">
                  <c:v>24.5</c:v>
                </c:pt>
                <c:pt idx="51831">
                  <c:v>24.5</c:v>
                </c:pt>
                <c:pt idx="51832">
                  <c:v>24.5</c:v>
                </c:pt>
                <c:pt idx="51833">
                  <c:v>24.5</c:v>
                </c:pt>
                <c:pt idx="51834">
                  <c:v>24.5</c:v>
                </c:pt>
                <c:pt idx="51835">
                  <c:v>24.5</c:v>
                </c:pt>
                <c:pt idx="51836">
                  <c:v>24.5</c:v>
                </c:pt>
                <c:pt idx="51837">
                  <c:v>24.5</c:v>
                </c:pt>
                <c:pt idx="51838">
                  <c:v>24.5</c:v>
                </c:pt>
                <c:pt idx="51839">
                  <c:v>24.5</c:v>
                </c:pt>
                <c:pt idx="51840">
                  <c:v>24.5</c:v>
                </c:pt>
                <c:pt idx="51841">
                  <c:v>24.5</c:v>
                </c:pt>
                <c:pt idx="51842">
                  <c:v>24.5</c:v>
                </c:pt>
                <c:pt idx="51843">
                  <c:v>24.5</c:v>
                </c:pt>
                <c:pt idx="51844">
                  <c:v>24.5</c:v>
                </c:pt>
                <c:pt idx="51845">
                  <c:v>24.5</c:v>
                </c:pt>
                <c:pt idx="51846">
                  <c:v>24.5</c:v>
                </c:pt>
                <c:pt idx="51847">
                  <c:v>24.5</c:v>
                </c:pt>
                <c:pt idx="51848">
                  <c:v>24.5</c:v>
                </c:pt>
                <c:pt idx="51849">
                  <c:v>24.5</c:v>
                </c:pt>
                <c:pt idx="51850">
                  <c:v>24.5</c:v>
                </c:pt>
                <c:pt idx="51851">
                  <c:v>24.5</c:v>
                </c:pt>
                <c:pt idx="51852">
                  <c:v>24.5</c:v>
                </c:pt>
                <c:pt idx="51853">
                  <c:v>24.5</c:v>
                </c:pt>
                <c:pt idx="51854">
                  <c:v>24.5</c:v>
                </c:pt>
                <c:pt idx="51855">
                  <c:v>24.5</c:v>
                </c:pt>
                <c:pt idx="51856">
                  <c:v>24.5</c:v>
                </c:pt>
                <c:pt idx="51857">
                  <c:v>24.5</c:v>
                </c:pt>
                <c:pt idx="51858">
                  <c:v>24.5</c:v>
                </c:pt>
                <c:pt idx="51859">
                  <c:v>24.5</c:v>
                </c:pt>
                <c:pt idx="51860">
                  <c:v>24.5</c:v>
                </c:pt>
                <c:pt idx="51861">
                  <c:v>24.5</c:v>
                </c:pt>
                <c:pt idx="51862">
                  <c:v>24.5</c:v>
                </c:pt>
                <c:pt idx="51863">
                  <c:v>24.5</c:v>
                </c:pt>
                <c:pt idx="51864">
                  <c:v>24.5</c:v>
                </c:pt>
                <c:pt idx="51865">
                  <c:v>24.5</c:v>
                </c:pt>
                <c:pt idx="51866">
                  <c:v>24.5</c:v>
                </c:pt>
                <c:pt idx="51867">
                  <c:v>24.5</c:v>
                </c:pt>
                <c:pt idx="51868">
                  <c:v>24.5</c:v>
                </c:pt>
                <c:pt idx="51869">
                  <c:v>24.5</c:v>
                </c:pt>
                <c:pt idx="51870">
                  <c:v>24.5</c:v>
                </c:pt>
                <c:pt idx="51871">
                  <c:v>24.5</c:v>
                </c:pt>
                <c:pt idx="51872">
                  <c:v>24.5</c:v>
                </c:pt>
                <c:pt idx="51873">
                  <c:v>24.5</c:v>
                </c:pt>
                <c:pt idx="51874">
                  <c:v>24.5</c:v>
                </c:pt>
                <c:pt idx="51875">
                  <c:v>24.5</c:v>
                </c:pt>
                <c:pt idx="51876">
                  <c:v>24.5</c:v>
                </c:pt>
                <c:pt idx="51877">
                  <c:v>24.5</c:v>
                </c:pt>
                <c:pt idx="51878">
                  <c:v>24.5</c:v>
                </c:pt>
                <c:pt idx="51879">
                  <c:v>24.5</c:v>
                </c:pt>
                <c:pt idx="51880">
                  <c:v>24.5</c:v>
                </c:pt>
                <c:pt idx="51881">
                  <c:v>24.5</c:v>
                </c:pt>
                <c:pt idx="51882">
                  <c:v>24.5</c:v>
                </c:pt>
                <c:pt idx="51883">
                  <c:v>24.5</c:v>
                </c:pt>
                <c:pt idx="51884">
                  <c:v>24.5</c:v>
                </c:pt>
                <c:pt idx="51885">
                  <c:v>24.5</c:v>
                </c:pt>
                <c:pt idx="51886">
                  <c:v>24.5</c:v>
                </c:pt>
                <c:pt idx="51887">
                  <c:v>24.5</c:v>
                </c:pt>
                <c:pt idx="51888">
                  <c:v>24.5</c:v>
                </c:pt>
                <c:pt idx="51889">
                  <c:v>24.5</c:v>
                </c:pt>
                <c:pt idx="51890">
                  <c:v>24.5</c:v>
                </c:pt>
                <c:pt idx="51891">
                  <c:v>24.5</c:v>
                </c:pt>
                <c:pt idx="51892">
                  <c:v>24.5</c:v>
                </c:pt>
                <c:pt idx="51893">
                  <c:v>24.5</c:v>
                </c:pt>
                <c:pt idx="51894">
                  <c:v>24.5</c:v>
                </c:pt>
                <c:pt idx="51895">
                  <c:v>24.5</c:v>
                </c:pt>
                <c:pt idx="51896">
                  <c:v>24.5</c:v>
                </c:pt>
                <c:pt idx="51897">
                  <c:v>24.5</c:v>
                </c:pt>
                <c:pt idx="51898">
                  <c:v>24.5</c:v>
                </c:pt>
                <c:pt idx="51899">
                  <c:v>24.5</c:v>
                </c:pt>
                <c:pt idx="51900">
                  <c:v>24.5</c:v>
                </c:pt>
                <c:pt idx="51901">
                  <c:v>24.5</c:v>
                </c:pt>
                <c:pt idx="51902">
                  <c:v>24.5</c:v>
                </c:pt>
                <c:pt idx="51903">
                  <c:v>24.5</c:v>
                </c:pt>
                <c:pt idx="51904">
                  <c:v>24.5</c:v>
                </c:pt>
                <c:pt idx="51905">
                  <c:v>24.5</c:v>
                </c:pt>
                <c:pt idx="51906">
                  <c:v>24.5</c:v>
                </c:pt>
                <c:pt idx="51907">
                  <c:v>24.5</c:v>
                </c:pt>
                <c:pt idx="51908">
                  <c:v>24.5</c:v>
                </c:pt>
                <c:pt idx="51909">
                  <c:v>24.5</c:v>
                </c:pt>
                <c:pt idx="51910">
                  <c:v>24.5</c:v>
                </c:pt>
                <c:pt idx="51911">
                  <c:v>24.5</c:v>
                </c:pt>
                <c:pt idx="51912">
                  <c:v>24.5</c:v>
                </c:pt>
                <c:pt idx="51913">
                  <c:v>24.5</c:v>
                </c:pt>
                <c:pt idx="51914">
                  <c:v>24.5</c:v>
                </c:pt>
                <c:pt idx="51915">
                  <c:v>24.5</c:v>
                </c:pt>
                <c:pt idx="51916">
                  <c:v>24.5</c:v>
                </c:pt>
                <c:pt idx="51917">
                  <c:v>24.5</c:v>
                </c:pt>
                <c:pt idx="51918">
                  <c:v>24.5</c:v>
                </c:pt>
                <c:pt idx="51919">
                  <c:v>24.5</c:v>
                </c:pt>
                <c:pt idx="51920">
                  <c:v>24.5</c:v>
                </c:pt>
                <c:pt idx="51921">
                  <c:v>24.5</c:v>
                </c:pt>
                <c:pt idx="51922">
                  <c:v>24.5</c:v>
                </c:pt>
                <c:pt idx="51923">
                  <c:v>24.5</c:v>
                </c:pt>
                <c:pt idx="51924">
                  <c:v>24.5</c:v>
                </c:pt>
                <c:pt idx="51925">
                  <c:v>24.5</c:v>
                </c:pt>
                <c:pt idx="51926">
                  <c:v>24.5</c:v>
                </c:pt>
                <c:pt idx="51927">
                  <c:v>24.5</c:v>
                </c:pt>
                <c:pt idx="51928">
                  <c:v>24.5</c:v>
                </c:pt>
                <c:pt idx="51929">
                  <c:v>24.5</c:v>
                </c:pt>
                <c:pt idx="51930">
                  <c:v>24.5</c:v>
                </c:pt>
                <c:pt idx="51931">
                  <c:v>24.5</c:v>
                </c:pt>
                <c:pt idx="51932">
                  <c:v>24.5</c:v>
                </c:pt>
                <c:pt idx="51933">
                  <c:v>24.5</c:v>
                </c:pt>
                <c:pt idx="51934">
                  <c:v>24.5</c:v>
                </c:pt>
                <c:pt idx="51935">
                  <c:v>24.5</c:v>
                </c:pt>
                <c:pt idx="51936">
                  <c:v>24.5</c:v>
                </c:pt>
                <c:pt idx="51937">
                  <c:v>24.5</c:v>
                </c:pt>
                <c:pt idx="51938">
                  <c:v>24.5</c:v>
                </c:pt>
                <c:pt idx="51939">
                  <c:v>24.5</c:v>
                </c:pt>
                <c:pt idx="51940">
                  <c:v>24.5</c:v>
                </c:pt>
                <c:pt idx="51941">
                  <c:v>24.5</c:v>
                </c:pt>
                <c:pt idx="51942">
                  <c:v>24.5</c:v>
                </c:pt>
                <c:pt idx="51943">
                  <c:v>24.5</c:v>
                </c:pt>
                <c:pt idx="51944">
                  <c:v>24.5</c:v>
                </c:pt>
                <c:pt idx="51945">
                  <c:v>24.5</c:v>
                </c:pt>
                <c:pt idx="51946">
                  <c:v>24.5</c:v>
                </c:pt>
                <c:pt idx="51947">
                  <c:v>24.5</c:v>
                </c:pt>
                <c:pt idx="51948">
                  <c:v>24.5</c:v>
                </c:pt>
                <c:pt idx="51949">
                  <c:v>24.5</c:v>
                </c:pt>
                <c:pt idx="51950">
                  <c:v>24.5</c:v>
                </c:pt>
                <c:pt idx="51951">
                  <c:v>24.5</c:v>
                </c:pt>
                <c:pt idx="51952">
                  <c:v>24.5</c:v>
                </c:pt>
                <c:pt idx="51953">
                  <c:v>24.5</c:v>
                </c:pt>
                <c:pt idx="51954">
                  <c:v>24.5</c:v>
                </c:pt>
                <c:pt idx="51955">
                  <c:v>24.5</c:v>
                </c:pt>
                <c:pt idx="51956">
                  <c:v>24.5</c:v>
                </c:pt>
                <c:pt idx="51957">
                  <c:v>24.5</c:v>
                </c:pt>
                <c:pt idx="51958">
                  <c:v>24.5</c:v>
                </c:pt>
                <c:pt idx="51959">
                  <c:v>24.5</c:v>
                </c:pt>
                <c:pt idx="51960">
                  <c:v>24.5</c:v>
                </c:pt>
                <c:pt idx="51961">
                  <c:v>24.5</c:v>
                </c:pt>
                <c:pt idx="51962">
                  <c:v>24.5</c:v>
                </c:pt>
                <c:pt idx="51963">
                  <c:v>24.5</c:v>
                </c:pt>
                <c:pt idx="51964">
                  <c:v>24.5</c:v>
                </c:pt>
                <c:pt idx="51965">
                  <c:v>24.5</c:v>
                </c:pt>
                <c:pt idx="51966">
                  <c:v>24.5</c:v>
                </c:pt>
                <c:pt idx="51967">
                  <c:v>24.5</c:v>
                </c:pt>
                <c:pt idx="51968">
                  <c:v>24.5</c:v>
                </c:pt>
                <c:pt idx="51969">
                  <c:v>24.5</c:v>
                </c:pt>
                <c:pt idx="51970">
                  <c:v>24.5</c:v>
                </c:pt>
                <c:pt idx="51971">
                  <c:v>24.5</c:v>
                </c:pt>
                <c:pt idx="51972">
                  <c:v>24.55</c:v>
                </c:pt>
                <c:pt idx="51973">
                  <c:v>24.55</c:v>
                </c:pt>
                <c:pt idx="51974">
                  <c:v>24.5</c:v>
                </c:pt>
                <c:pt idx="51975">
                  <c:v>24.5</c:v>
                </c:pt>
                <c:pt idx="51976">
                  <c:v>24.5</c:v>
                </c:pt>
                <c:pt idx="51977">
                  <c:v>24.5</c:v>
                </c:pt>
                <c:pt idx="51978">
                  <c:v>24.5</c:v>
                </c:pt>
                <c:pt idx="51979">
                  <c:v>24.5</c:v>
                </c:pt>
                <c:pt idx="51980">
                  <c:v>24.5</c:v>
                </c:pt>
                <c:pt idx="51981">
                  <c:v>24.5</c:v>
                </c:pt>
                <c:pt idx="51982">
                  <c:v>24.5</c:v>
                </c:pt>
                <c:pt idx="51983">
                  <c:v>24.5</c:v>
                </c:pt>
                <c:pt idx="51984">
                  <c:v>24.5</c:v>
                </c:pt>
                <c:pt idx="51985">
                  <c:v>24.5</c:v>
                </c:pt>
                <c:pt idx="51986">
                  <c:v>24.5</c:v>
                </c:pt>
                <c:pt idx="51987">
                  <c:v>24.5</c:v>
                </c:pt>
                <c:pt idx="51988">
                  <c:v>24.5</c:v>
                </c:pt>
                <c:pt idx="51989">
                  <c:v>24.5</c:v>
                </c:pt>
                <c:pt idx="51990">
                  <c:v>24.5</c:v>
                </c:pt>
                <c:pt idx="51991">
                  <c:v>24.5</c:v>
                </c:pt>
                <c:pt idx="51992">
                  <c:v>24.5</c:v>
                </c:pt>
                <c:pt idx="51993">
                  <c:v>24.5</c:v>
                </c:pt>
                <c:pt idx="51994">
                  <c:v>24.5</c:v>
                </c:pt>
                <c:pt idx="51995">
                  <c:v>24.5</c:v>
                </c:pt>
                <c:pt idx="51996">
                  <c:v>24.5</c:v>
                </c:pt>
                <c:pt idx="51997">
                  <c:v>24.5</c:v>
                </c:pt>
                <c:pt idx="51998">
                  <c:v>24.5</c:v>
                </c:pt>
                <c:pt idx="51999">
                  <c:v>24.5</c:v>
                </c:pt>
                <c:pt idx="52000">
                  <c:v>24.5</c:v>
                </c:pt>
                <c:pt idx="52001">
                  <c:v>24.5</c:v>
                </c:pt>
                <c:pt idx="52002">
                  <c:v>24.5</c:v>
                </c:pt>
                <c:pt idx="52003">
                  <c:v>24.5</c:v>
                </c:pt>
                <c:pt idx="52004">
                  <c:v>24.5</c:v>
                </c:pt>
                <c:pt idx="52005">
                  <c:v>24.5</c:v>
                </c:pt>
                <c:pt idx="52006">
                  <c:v>24.5</c:v>
                </c:pt>
                <c:pt idx="52007">
                  <c:v>24.5</c:v>
                </c:pt>
                <c:pt idx="52008">
                  <c:v>24.5</c:v>
                </c:pt>
                <c:pt idx="52009">
                  <c:v>24.5</c:v>
                </c:pt>
                <c:pt idx="52010">
                  <c:v>24.5</c:v>
                </c:pt>
                <c:pt idx="52011">
                  <c:v>24.5</c:v>
                </c:pt>
                <c:pt idx="52012">
                  <c:v>24.5</c:v>
                </c:pt>
                <c:pt idx="52013">
                  <c:v>24.5</c:v>
                </c:pt>
                <c:pt idx="52014">
                  <c:v>24.5</c:v>
                </c:pt>
                <c:pt idx="52015">
                  <c:v>24.55</c:v>
                </c:pt>
                <c:pt idx="52016">
                  <c:v>24.55</c:v>
                </c:pt>
                <c:pt idx="52017">
                  <c:v>24.5</c:v>
                </c:pt>
                <c:pt idx="52018">
                  <c:v>24.5</c:v>
                </c:pt>
                <c:pt idx="52019">
                  <c:v>24.55</c:v>
                </c:pt>
                <c:pt idx="52020">
                  <c:v>24.55</c:v>
                </c:pt>
                <c:pt idx="52021">
                  <c:v>24.55</c:v>
                </c:pt>
                <c:pt idx="52022">
                  <c:v>24.55</c:v>
                </c:pt>
                <c:pt idx="52023">
                  <c:v>24.5</c:v>
                </c:pt>
                <c:pt idx="52024">
                  <c:v>24.5</c:v>
                </c:pt>
                <c:pt idx="52025">
                  <c:v>24.5</c:v>
                </c:pt>
                <c:pt idx="52026">
                  <c:v>24.5</c:v>
                </c:pt>
                <c:pt idx="52027">
                  <c:v>24.5</c:v>
                </c:pt>
                <c:pt idx="52028">
                  <c:v>24.5</c:v>
                </c:pt>
                <c:pt idx="52029">
                  <c:v>24.5</c:v>
                </c:pt>
                <c:pt idx="52030">
                  <c:v>24.5</c:v>
                </c:pt>
                <c:pt idx="52031">
                  <c:v>24.5</c:v>
                </c:pt>
                <c:pt idx="52032">
                  <c:v>24.5</c:v>
                </c:pt>
                <c:pt idx="52033">
                  <c:v>24.5</c:v>
                </c:pt>
                <c:pt idx="52034">
                  <c:v>24.5</c:v>
                </c:pt>
                <c:pt idx="52035">
                  <c:v>24.5</c:v>
                </c:pt>
                <c:pt idx="52036">
                  <c:v>24.5</c:v>
                </c:pt>
                <c:pt idx="52037">
                  <c:v>24.5</c:v>
                </c:pt>
                <c:pt idx="52038">
                  <c:v>24.5</c:v>
                </c:pt>
                <c:pt idx="52039">
                  <c:v>24.5</c:v>
                </c:pt>
                <c:pt idx="52040">
                  <c:v>24.5</c:v>
                </c:pt>
                <c:pt idx="52041">
                  <c:v>24.5</c:v>
                </c:pt>
                <c:pt idx="52042">
                  <c:v>24.5</c:v>
                </c:pt>
                <c:pt idx="52043">
                  <c:v>24.5</c:v>
                </c:pt>
                <c:pt idx="52044">
                  <c:v>24.5</c:v>
                </c:pt>
                <c:pt idx="52045">
                  <c:v>24.5</c:v>
                </c:pt>
                <c:pt idx="52046">
                  <c:v>24.5</c:v>
                </c:pt>
                <c:pt idx="52047">
                  <c:v>24.5</c:v>
                </c:pt>
                <c:pt idx="52048">
                  <c:v>24.5</c:v>
                </c:pt>
                <c:pt idx="52049">
                  <c:v>24.5</c:v>
                </c:pt>
                <c:pt idx="52050">
                  <c:v>24.5</c:v>
                </c:pt>
                <c:pt idx="52051">
                  <c:v>24.5</c:v>
                </c:pt>
                <c:pt idx="52052">
                  <c:v>24.5</c:v>
                </c:pt>
                <c:pt idx="52053">
                  <c:v>24.5</c:v>
                </c:pt>
                <c:pt idx="52054">
                  <c:v>24.5</c:v>
                </c:pt>
                <c:pt idx="52055">
                  <c:v>24.5</c:v>
                </c:pt>
                <c:pt idx="52056">
                  <c:v>24.5</c:v>
                </c:pt>
                <c:pt idx="52057">
                  <c:v>24.5</c:v>
                </c:pt>
                <c:pt idx="52058">
                  <c:v>24.5</c:v>
                </c:pt>
                <c:pt idx="52059">
                  <c:v>24.5</c:v>
                </c:pt>
                <c:pt idx="52060">
                  <c:v>24.5</c:v>
                </c:pt>
                <c:pt idx="52061">
                  <c:v>24.55</c:v>
                </c:pt>
                <c:pt idx="52062">
                  <c:v>24.55</c:v>
                </c:pt>
                <c:pt idx="52063">
                  <c:v>24.5</c:v>
                </c:pt>
                <c:pt idx="52064">
                  <c:v>24.55</c:v>
                </c:pt>
                <c:pt idx="52065">
                  <c:v>24.5</c:v>
                </c:pt>
                <c:pt idx="52066">
                  <c:v>24.5</c:v>
                </c:pt>
                <c:pt idx="52067">
                  <c:v>24.5</c:v>
                </c:pt>
                <c:pt idx="52068">
                  <c:v>24.5</c:v>
                </c:pt>
                <c:pt idx="52069">
                  <c:v>24.5</c:v>
                </c:pt>
                <c:pt idx="52070">
                  <c:v>24.5</c:v>
                </c:pt>
                <c:pt idx="52071">
                  <c:v>24.5</c:v>
                </c:pt>
                <c:pt idx="52072">
                  <c:v>24.5</c:v>
                </c:pt>
                <c:pt idx="52073">
                  <c:v>24.5</c:v>
                </c:pt>
                <c:pt idx="52074">
                  <c:v>24.5</c:v>
                </c:pt>
                <c:pt idx="52075">
                  <c:v>24.5</c:v>
                </c:pt>
                <c:pt idx="52076">
                  <c:v>24.5</c:v>
                </c:pt>
                <c:pt idx="52077">
                  <c:v>24.5</c:v>
                </c:pt>
                <c:pt idx="52078">
                  <c:v>24.5</c:v>
                </c:pt>
                <c:pt idx="52079">
                  <c:v>24.5</c:v>
                </c:pt>
                <c:pt idx="52080">
                  <c:v>24.5</c:v>
                </c:pt>
                <c:pt idx="52081">
                  <c:v>24.5</c:v>
                </c:pt>
                <c:pt idx="52082">
                  <c:v>24.5</c:v>
                </c:pt>
                <c:pt idx="52083">
                  <c:v>24.5</c:v>
                </c:pt>
                <c:pt idx="52084">
                  <c:v>24.5</c:v>
                </c:pt>
                <c:pt idx="52085">
                  <c:v>24.5</c:v>
                </c:pt>
                <c:pt idx="52086">
                  <c:v>24.5</c:v>
                </c:pt>
                <c:pt idx="52087">
                  <c:v>24.5</c:v>
                </c:pt>
                <c:pt idx="52088">
                  <c:v>24.5</c:v>
                </c:pt>
                <c:pt idx="52089">
                  <c:v>24.5</c:v>
                </c:pt>
                <c:pt idx="52090">
                  <c:v>24.5</c:v>
                </c:pt>
                <c:pt idx="52091">
                  <c:v>24.5</c:v>
                </c:pt>
                <c:pt idx="52092">
                  <c:v>24.5</c:v>
                </c:pt>
                <c:pt idx="52093">
                  <c:v>24.5</c:v>
                </c:pt>
                <c:pt idx="52094">
                  <c:v>24.5</c:v>
                </c:pt>
                <c:pt idx="52095">
                  <c:v>24.5</c:v>
                </c:pt>
                <c:pt idx="52096">
                  <c:v>24.5</c:v>
                </c:pt>
                <c:pt idx="52097">
                  <c:v>24.5</c:v>
                </c:pt>
                <c:pt idx="52098">
                  <c:v>24.5</c:v>
                </c:pt>
                <c:pt idx="52099">
                  <c:v>24.5</c:v>
                </c:pt>
                <c:pt idx="52100">
                  <c:v>24.5</c:v>
                </c:pt>
                <c:pt idx="52101">
                  <c:v>24.5</c:v>
                </c:pt>
                <c:pt idx="52102">
                  <c:v>24.5</c:v>
                </c:pt>
                <c:pt idx="52103">
                  <c:v>24.5</c:v>
                </c:pt>
                <c:pt idx="52104">
                  <c:v>24.5</c:v>
                </c:pt>
                <c:pt idx="52105">
                  <c:v>24.5</c:v>
                </c:pt>
                <c:pt idx="52106">
                  <c:v>24.5</c:v>
                </c:pt>
                <c:pt idx="52107">
                  <c:v>24.5</c:v>
                </c:pt>
                <c:pt idx="52108">
                  <c:v>24.5</c:v>
                </c:pt>
                <c:pt idx="52109">
                  <c:v>24.5</c:v>
                </c:pt>
                <c:pt idx="52110">
                  <c:v>24.5</c:v>
                </c:pt>
                <c:pt idx="52111">
                  <c:v>24.5</c:v>
                </c:pt>
                <c:pt idx="52112">
                  <c:v>24.5</c:v>
                </c:pt>
                <c:pt idx="52113">
                  <c:v>24.5</c:v>
                </c:pt>
                <c:pt idx="52114">
                  <c:v>24.5</c:v>
                </c:pt>
                <c:pt idx="52115">
                  <c:v>24.5</c:v>
                </c:pt>
                <c:pt idx="52116">
                  <c:v>24.5</c:v>
                </c:pt>
                <c:pt idx="52117">
                  <c:v>24.5</c:v>
                </c:pt>
                <c:pt idx="52118">
                  <c:v>24.5</c:v>
                </c:pt>
                <c:pt idx="52119">
                  <c:v>24.5</c:v>
                </c:pt>
                <c:pt idx="52120">
                  <c:v>24.5</c:v>
                </c:pt>
                <c:pt idx="52121">
                  <c:v>24.5</c:v>
                </c:pt>
                <c:pt idx="52122">
                  <c:v>24.5</c:v>
                </c:pt>
                <c:pt idx="52123">
                  <c:v>24.5</c:v>
                </c:pt>
                <c:pt idx="52124">
                  <c:v>24.5</c:v>
                </c:pt>
                <c:pt idx="52125">
                  <c:v>24.5</c:v>
                </c:pt>
                <c:pt idx="52126">
                  <c:v>24.5</c:v>
                </c:pt>
                <c:pt idx="52127">
                  <c:v>24.5</c:v>
                </c:pt>
                <c:pt idx="52128">
                  <c:v>24.5</c:v>
                </c:pt>
                <c:pt idx="52129">
                  <c:v>24.5</c:v>
                </c:pt>
                <c:pt idx="52130">
                  <c:v>24.5</c:v>
                </c:pt>
                <c:pt idx="52131">
                  <c:v>24.5</c:v>
                </c:pt>
                <c:pt idx="52132">
                  <c:v>24.5</c:v>
                </c:pt>
                <c:pt idx="52133">
                  <c:v>24.5</c:v>
                </c:pt>
                <c:pt idx="52134">
                  <c:v>24.5</c:v>
                </c:pt>
                <c:pt idx="52135">
                  <c:v>24.5</c:v>
                </c:pt>
                <c:pt idx="52136">
                  <c:v>24.5</c:v>
                </c:pt>
                <c:pt idx="52137">
                  <c:v>24.5</c:v>
                </c:pt>
                <c:pt idx="52138">
                  <c:v>24.5</c:v>
                </c:pt>
                <c:pt idx="52139">
                  <c:v>24.5</c:v>
                </c:pt>
                <c:pt idx="52140">
                  <c:v>24.5</c:v>
                </c:pt>
                <c:pt idx="52141">
                  <c:v>24.5</c:v>
                </c:pt>
                <c:pt idx="52142">
                  <c:v>24.5</c:v>
                </c:pt>
                <c:pt idx="52143">
                  <c:v>24.5</c:v>
                </c:pt>
                <c:pt idx="52144">
                  <c:v>24.5</c:v>
                </c:pt>
                <c:pt idx="52145">
                  <c:v>24.5</c:v>
                </c:pt>
                <c:pt idx="52146">
                  <c:v>24.5</c:v>
                </c:pt>
                <c:pt idx="52147">
                  <c:v>24.5</c:v>
                </c:pt>
                <c:pt idx="52148">
                  <c:v>24.5</c:v>
                </c:pt>
                <c:pt idx="52149">
                  <c:v>24.5</c:v>
                </c:pt>
                <c:pt idx="52150">
                  <c:v>24.5</c:v>
                </c:pt>
                <c:pt idx="52151">
                  <c:v>24.5</c:v>
                </c:pt>
                <c:pt idx="52152">
                  <c:v>24.5</c:v>
                </c:pt>
                <c:pt idx="52153">
                  <c:v>24.5</c:v>
                </c:pt>
                <c:pt idx="52154">
                  <c:v>24.5</c:v>
                </c:pt>
                <c:pt idx="52155">
                  <c:v>24.5</c:v>
                </c:pt>
                <c:pt idx="52156">
                  <c:v>24.5</c:v>
                </c:pt>
                <c:pt idx="52157">
                  <c:v>24.5</c:v>
                </c:pt>
                <c:pt idx="52158">
                  <c:v>24.5</c:v>
                </c:pt>
                <c:pt idx="52159">
                  <c:v>24.5</c:v>
                </c:pt>
                <c:pt idx="52160">
                  <c:v>24.5</c:v>
                </c:pt>
                <c:pt idx="52161">
                  <c:v>24.5</c:v>
                </c:pt>
                <c:pt idx="52162">
                  <c:v>24.5</c:v>
                </c:pt>
                <c:pt idx="52163">
                  <c:v>24.5</c:v>
                </c:pt>
                <c:pt idx="52164">
                  <c:v>24.5</c:v>
                </c:pt>
                <c:pt idx="52165">
                  <c:v>24.5</c:v>
                </c:pt>
                <c:pt idx="52166">
                  <c:v>24.5</c:v>
                </c:pt>
                <c:pt idx="52167">
                  <c:v>24.5</c:v>
                </c:pt>
                <c:pt idx="52168">
                  <c:v>24.5</c:v>
                </c:pt>
                <c:pt idx="52169">
                  <c:v>24.5</c:v>
                </c:pt>
                <c:pt idx="52170">
                  <c:v>24.5</c:v>
                </c:pt>
                <c:pt idx="52171">
                  <c:v>24.5</c:v>
                </c:pt>
                <c:pt idx="52172">
                  <c:v>24.5</c:v>
                </c:pt>
                <c:pt idx="52173">
                  <c:v>24.5</c:v>
                </c:pt>
                <c:pt idx="52174">
                  <c:v>24.5</c:v>
                </c:pt>
                <c:pt idx="52175">
                  <c:v>24.5</c:v>
                </c:pt>
                <c:pt idx="52176">
                  <c:v>24.5</c:v>
                </c:pt>
                <c:pt idx="52177">
                  <c:v>24.5</c:v>
                </c:pt>
                <c:pt idx="52178">
                  <c:v>24.5</c:v>
                </c:pt>
                <c:pt idx="52179">
                  <c:v>24.5</c:v>
                </c:pt>
                <c:pt idx="52180">
                  <c:v>24.5</c:v>
                </c:pt>
                <c:pt idx="52181">
                  <c:v>24.5</c:v>
                </c:pt>
                <c:pt idx="52182">
                  <c:v>24.5</c:v>
                </c:pt>
                <c:pt idx="52183">
                  <c:v>24.5</c:v>
                </c:pt>
                <c:pt idx="52184">
                  <c:v>24.5</c:v>
                </c:pt>
                <c:pt idx="52185">
                  <c:v>24.5</c:v>
                </c:pt>
                <c:pt idx="52186">
                  <c:v>24.5</c:v>
                </c:pt>
                <c:pt idx="52187">
                  <c:v>24.5</c:v>
                </c:pt>
                <c:pt idx="52188">
                  <c:v>24.5</c:v>
                </c:pt>
                <c:pt idx="52189">
                  <c:v>24.5</c:v>
                </c:pt>
                <c:pt idx="52190">
                  <c:v>24.5</c:v>
                </c:pt>
                <c:pt idx="52191">
                  <c:v>24.5</c:v>
                </c:pt>
                <c:pt idx="52192">
                  <c:v>24.5</c:v>
                </c:pt>
                <c:pt idx="52193">
                  <c:v>24.5</c:v>
                </c:pt>
                <c:pt idx="52194">
                  <c:v>24.5</c:v>
                </c:pt>
                <c:pt idx="52195">
                  <c:v>24.5</c:v>
                </c:pt>
                <c:pt idx="52196">
                  <c:v>24.5</c:v>
                </c:pt>
                <c:pt idx="52197">
                  <c:v>24.5</c:v>
                </c:pt>
                <c:pt idx="52198">
                  <c:v>24.5</c:v>
                </c:pt>
                <c:pt idx="52199">
                  <c:v>24.5</c:v>
                </c:pt>
                <c:pt idx="52200">
                  <c:v>24.5</c:v>
                </c:pt>
                <c:pt idx="52201">
                  <c:v>24.5</c:v>
                </c:pt>
                <c:pt idx="52202">
                  <c:v>24.5</c:v>
                </c:pt>
                <c:pt idx="52203">
                  <c:v>24.5</c:v>
                </c:pt>
                <c:pt idx="52204">
                  <c:v>24.5</c:v>
                </c:pt>
                <c:pt idx="52205">
                  <c:v>24.5</c:v>
                </c:pt>
                <c:pt idx="52206">
                  <c:v>24.5</c:v>
                </c:pt>
                <c:pt idx="52207">
                  <c:v>24.5</c:v>
                </c:pt>
                <c:pt idx="52208">
                  <c:v>24.5</c:v>
                </c:pt>
                <c:pt idx="52209">
                  <c:v>24.5</c:v>
                </c:pt>
                <c:pt idx="52210">
                  <c:v>24.5</c:v>
                </c:pt>
                <c:pt idx="52211">
                  <c:v>24.5</c:v>
                </c:pt>
                <c:pt idx="52212">
                  <c:v>24.5</c:v>
                </c:pt>
                <c:pt idx="52213">
                  <c:v>24.5</c:v>
                </c:pt>
                <c:pt idx="52214">
                  <c:v>24.5</c:v>
                </c:pt>
                <c:pt idx="52215">
                  <c:v>24.5</c:v>
                </c:pt>
                <c:pt idx="52216">
                  <c:v>24.5</c:v>
                </c:pt>
                <c:pt idx="52217">
                  <c:v>24.5</c:v>
                </c:pt>
                <c:pt idx="52218">
                  <c:v>24.5</c:v>
                </c:pt>
                <c:pt idx="52219">
                  <c:v>24.5</c:v>
                </c:pt>
                <c:pt idx="52220">
                  <c:v>24.5</c:v>
                </c:pt>
                <c:pt idx="52221">
                  <c:v>24.5</c:v>
                </c:pt>
                <c:pt idx="52222">
                  <c:v>24.5</c:v>
                </c:pt>
                <c:pt idx="52223">
                  <c:v>24.5</c:v>
                </c:pt>
                <c:pt idx="52224">
                  <c:v>24.5</c:v>
                </c:pt>
                <c:pt idx="52225">
                  <c:v>24.5</c:v>
                </c:pt>
                <c:pt idx="52226">
                  <c:v>24.5</c:v>
                </c:pt>
                <c:pt idx="52227">
                  <c:v>24.5</c:v>
                </c:pt>
                <c:pt idx="52228">
                  <c:v>24.5</c:v>
                </c:pt>
                <c:pt idx="52229">
                  <c:v>24.5</c:v>
                </c:pt>
                <c:pt idx="52230">
                  <c:v>24.5</c:v>
                </c:pt>
                <c:pt idx="52231">
                  <c:v>24.5</c:v>
                </c:pt>
                <c:pt idx="52232">
                  <c:v>24.5</c:v>
                </c:pt>
                <c:pt idx="52233">
                  <c:v>24.5</c:v>
                </c:pt>
                <c:pt idx="52234">
                  <c:v>24.5</c:v>
                </c:pt>
                <c:pt idx="52235">
                  <c:v>24.5</c:v>
                </c:pt>
                <c:pt idx="52236">
                  <c:v>24.5</c:v>
                </c:pt>
                <c:pt idx="52237">
                  <c:v>24.5</c:v>
                </c:pt>
                <c:pt idx="52238">
                  <c:v>24.5</c:v>
                </c:pt>
                <c:pt idx="52239">
                  <c:v>24.5</c:v>
                </c:pt>
                <c:pt idx="52240">
                  <c:v>24.5</c:v>
                </c:pt>
                <c:pt idx="52241">
                  <c:v>24.5</c:v>
                </c:pt>
                <c:pt idx="52242">
                  <c:v>24.5</c:v>
                </c:pt>
                <c:pt idx="52243">
                  <c:v>24.5</c:v>
                </c:pt>
                <c:pt idx="52244">
                  <c:v>24.5</c:v>
                </c:pt>
                <c:pt idx="52245">
                  <c:v>24.5</c:v>
                </c:pt>
                <c:pt idx="52246">
                  <c:v>24.5</c:v>
                </c:pt>
                <c:pt idx="52247">
                  <c:v>24.5</c:v>
                </c:pt>
                <c:pt idx="52248">
                  <c:v>24.5</c:v>
                </c:pt>
                <c:pt idx="52249">
                  <c:v>24.5</c:v>
                </c:pt>
                <c:pt idx="52250">
                  <c:v>24.5</c:v>
                </c:pt>
                <c:pt idx="52251">
                  <c:v>24.5</c:v>
                </c:pt>
                <c:pt idx="52252">
                  <c:v>24.5</c:v>
                </c:pt>
                <c:pt idx="52253">
                  <c:v>24.5</c:v>
                </c:pt>
                <c:pt idx="52254">
                  <c:v>24.5</c:v>
                </c:pt>
                <c:pt idx="52255">
                  <c:v>24.5</c:v>
                </c:pt>
                <c:pt idx="52256">
                  <c:v>24.5</c:v>
                </c:pt>
                <c:pt idx="52257">
                  <c:v>24.5</c:v>
                </c:pt>
                <c:pt idx="52258">
                  <c:v>24.5</c:v>
                </c:pt>
                <c:pt idx="52259">
                  <c:v>24.5</c:v>
                </c:pt>
                <c:pt idx="52260">
                  <c:v>24.5</c:v>
                </c:pt>
                <c:pt idx="52261">
                  <c:v>24.5</c:v>
                </c:pt>
                <c:pt idx="52262">
                  <c:v>24.5</c:v>
                </c:pt>
                <c:pt idx="52263">
                  <c:v>24.5</c:v>
                </c:pt>
                <c:pt idx="52264">
                  <c:v>24.5</c:v>
                </c:pt>
                <c:pt idx="52265">
                  <c:v>24.5</c:v>
                </c:pt>
                <c:pt idx="52266">
                  <c:v>24.5</c:v>
                </c:pt>
                <c:pt idx="52267">
                  <c:v>24.5</c:v>
                </c:pt>
                <c:pt idx="52268">
                  <c:v>24.5</c:v>
                </c:pt>
                <c:pt idx="52269">
                  <c:v>24.5</c:v>
                </c:pt>
                <c:pt idx="52270">
                  <c:v>24.5</c:v>
                </c:pt>
                <c:pt idx="52271">
                  <c:v>24.5</c:v>
                </c:pt>
                <c:pt idx="52272">
                  <c:v>24.5</c:v>
                </c:pt>
                <c:pt idx="52273">
                  <c:v>24.5</c:v>
                </c:pt>
                <c:pt idx="52274">
                  <c:v>24.5</c:v>
                </c:pt>
                <c:pt idx="52275">
                  <c:v>24.5</c:v>
                </c:pt>
                <c:pt idx="52276">
                  <c:v>24.5</c:v>
                </c:pt>
                <c:pt idx="52277">
                  <c:v>24.5</c:v>
                </c:pt>
                <c:pt idx="52278">
                  <c:v>24.5</c:v>
                </c:pt>
                <c:pt idx="52279">
                  <c:v>24.5</c:v>
                </c:pt>
                <c:pt idx="52280">
                  <c:v>24.5</c:v>
                </c:pt>
                <c:pt idx="52281">
                  <c:v>24.5</c:v>
                </c:pt>
                <c:pt idx="52282">
                  <c:v>24.5</c:v>
                </c:pt>
                <c:pt idx="52283">
                  <c:v>24.5</c:v>
                </c:pt>
                <c:pt idx="52284">
                  <c:v>24.5</c:v>
                </c:pt>
                <c:pt idx="52285">
                  <c:v>24.5</c:v>
                </c:pt>
                <c:pt idx="52286">
                  <c:v>24.5</c:v>
                </c:pt>
                <c:pt idx="52287">
                  <c:v>24.5</c:v>
                </c:pt>
                <c:pt idx="52288">
                  <c:v>24.5</c:v>
                </c:pt>
                <c:pt idx="52289">
                  <c:v>24.5</c:v>
                </c:pt>
                <c:pt idx="52290">
                  <c:v>24.5</c:v>
                </c:pt>
                <c:pt idx="52291">
                  <c:v>24.5</c:v>
                </c:pt>
                <c:pt idx="52292">
                  <c:v>24.5</c:v>
                </c:pt>
                <c:pt idx="52293">
                  <c:v>24.5</c:v>
                </c:pt>
                <c:pt idx="52294">
                  <c:v>24.5</c:v>
                </c:pt>
                <c:pt idx="52295">
                  <c:v>24.5</c:v>
                </c:pt>
                <c:pt idx="52296">
                  <c:v>24.5</c:v>
                </c:pt>
                <c:pt idx="52297">
                  <c:v>24.5</c:v>
                </c:pt>
                <c:pt idx="52298">
                  <c:v>24.5</c:v>
                </c:pt>
                <c:pt idx="52299">
                  <c:v>24.5</c:v>
                </c:pt>
                <c:pt idx="52300">
                  <c:v>24.5</c:v>
                </c:pt>
                <c:pt idx="52301">
                  <c:v>24.5</c:v>
                </c:pt>
                <c:pt idx="52302">
                  <c:v>24.5</c:v>
                </c:pt>
                <c:pt idx="52303">
                  <c:v>24.5</c:v>
                </c:pt>
                <c:pt idx="52304">
                  <c:v>24.5</c:v>
                </c:pt>
                <c:pt idx="52305">
                  <c:v>24.5</c:v>
                </c:pt>
                <c:pt idx="52306">
                  <c:v>24.5</c:v>
                </c:pt>
                <c:pt idx="52307">
                  <c:v>24.5</c:v>
                </c:pt>
                <c:pt idx="52308">
                  <c:v>24.5</c:v>
                </c:pt>
                <c:pt idx="52309">
                  <c:v>24.5</c:v>
                </c:pt>
                <c:pt idx="52310">
                  <c:v>24.5</c:v>
                </c:pt>
                <c:pt idx="52311">
                  <c:v>24.5</c:v>
                </c:pt>
                <c:pt idx="52312">
                  <c:v>24.5</c:v>
                </c:pt>
                <c:pt idx="52313">
                  <c:v>24.5</c:v>
                </c:pt>
                <c:pt idx="52314">
                  <c:v>24.5</c:v>
                </c:pt>
                <c:pt idx="52315">
                  <c:v>24.5</c:v>
                </c:pt>
                <c:pt idx="52316">
                  <c:v>24.5</c:v>
                </c:pt>
                <c:pt idx="52317">
                  <c:v>24.5</c:v>
                </c:pt>
                <c:pt idx="52318">
                  <c:v>24.5</c:v>
                </c:pt>
                <c:pt idx="52319">
                  <c:v>24.5</c:v>
                </c:pt>
                <c:pt idx="52320">
                  <c:v>24.5</c:v>
                </c:pt>
                <c:pt idx="52321">
                  <c:v>24.5</c:v>
                </c:pt>
                <c:pt idx="52322">
                  <c:v>24.5</c:v>
                </c:pt>
                <c:pt idx="52323">
                  <c:v>24.5</c:v>
                </c:pt>
                <c:pt idx="52324">
                  <c:v>24.5</c:v>
                </c:pt>
                <c:pt idx="52325">
                  <c:v>24.5</c:v>
                </c:pt>
                <c:pt idx="52326">
                  <c:v>24.5</c:v>
                </c:pt>
                <c:pt idx="52327">
                  <c:v>24.5</c:v>
                </c:pt>
                <c:pt idx="52328">
                  <c:v>24.5</c:v>
                </c:pt>
                <c:pt idx="52329">
                  <c:v>24.5</c:v>
                </c:pt>
                <c:pt idx="52330">
                  <c:v>24.5</c:v>
                </c:pt>
                <c:pt idx="52331">
                  <c:v>24.5</c:v>
                </c:pt>
                <c:pt idx="52332">
                  <c:v>24.5</c:v>
                </c:pt>
                <c:pt idx="52333">
                  <c:v>24.55</c:v>
                </c:pt>
                <c:pt idx="52334">
                  <c:v>24.5</c:v>
                </c:pt>
                <c:pt idx="52335">
                  <c:v>24.5</c:v>
                </c:pt>
                <c:pt idx="52336">
                  <c:v>24.5</c:v>
                </c:pt>
                <c:pt idx="52337">
                  <c:v>24.5</c:v>
                </c:pt>
                <c:pt idx="52338">
                  <c:v>24.5</c:v>
                </c:pt>
                <c:pt idx="52339">
                  <c:v>24.5</c:v>
                </c:pt>
                <c:pt idx="52340">
                  <c:v>24.5</c:v>
                </c:pt>
                <c:pt idx="52341">
                  <c:v>24.5</c:v>
                </c:pt>
                <c:pt idx="52342">
                  <c:v>24.5</c:v>
                </c:pt>
                <c:pt idx="52343">
                  <c:v>24.5</c:v>
                </c:pt>
                <c:pt idx="52344">
                  <c:v>24.5</c:v>
                </c:pt>
                <c:pt idx="52345">
                  <c:v>24.5</c:v>
                </c:pt>
                <c:pt idx="52346">
                  <c:v>24.5</c:v>
                </c:pt>
                <c:pt idx="52347">
                  <c:v>24.5</c:v>
                </c:pt>
                <c:pt idx="52348">
                  <c:v>24.5</c:v>
                </c:pt>
                <c:pt idx="52349">
                  <c:v>24.5</c:v>
                </c:pt>
                <c:pt idx="52350">
                  <c:v>24.5</c:v>
                </c:pt>
                <c:pt idx="52351">
                  <c:v>24.5</c:v>
                </c:pt>
                <c:pt idx="52352">
                  <c:v>24.5</c:v>
                </c:pt>
                <c:pt idx="52353">
                  <c:v>24.5</c:v>
                </c:pt>
                <c:pt idx="52354">
                  <c:v>24.5</c:v>
                </c:pt>
                <c:pt idx="52355">
                  <c:v>24.5</c:v>
                </c:pt>
                <c:pt idx="52356">
                  <c:v>24.5</c:v>
                </c:pt>
                <c:pt idx="52357">
                  <c:v>24.5</c:v>
                </c:pt>
                <c:pt idx="52358">
                  <c:v>24.5</c:v>
                </c:pt>
                <c:pt idx="52359">
                  <c:v>24.5</c:v>
                </c:pt>
                <c:pt idx="52360">
                  <c:v>24.5</c:v>
                </c:pt>
                <c:pt idx="52361">
                  <c:v>24.5</c:v>
                </c:pt>
                <c:pt idx="52362">
                  <c:v>24.5</c:v>
                </c:pt>
                <c:pt idx="52363">
                  <c:v>24.5</c:v>
                </c:pt>
                <c:pt idx="52364">
                  <c:v>24.5</c:v>
                </c:pt>
                <c:pt idx="52365">
                  <c:v>24.5</c:v>
                </c:pt>
                <c:pt idx="52366">
                  <c:v>24.5</c:v>
                </c:pt>
                <c:pt idx="52367">
                  <c:v>24.5</c:v>
                </c:pt>
                <c:pt idx="52368">
                  <c:v>24.5</c:v>
                </c:pt>
                <c:pt idx="52369">
                  <c:v>24.5</c:v>
                </c:pt>
                <c:pt idx="52370">
                  <c:v>24.5</c:v>
                </c:pt>
                <c:pt idx="52371">
                  <c:v>24.5</c:v>
                </c:pt>
                <c:pt idx="52372">
                  <c:v>24.5</c:v>
                </c:pt>
                <c:pt idx="52373">
                  <c:v>24.5</c:v>
                </c:pt>
                <c:pt idx="52374">
                  <c:v>24.5</c:v>
                </c:pt>
                <c:pt idx="52375">
                  <c:v>24.5</c:v>
                </c:pt>
                <c:pt idx="52376">
                  <c:v>24.5</c:v>
                </c:pt>
                <c:pt idx="52377">
                  <c:v>24.5</c:v>
                </c:pt>
                <c:pt idx="52378">
                  <c:v>24.5</c:v>
                </c:pt>
                <c:pt idx="52379">
                  <c:v>24.5</c:v>
                </c:pt>
                <c:pt idx="52380">
                  <c:v>24.5</c:v>
                </c:pt>
                <c:pt idx="52381">
                  <c:v>24.5</c:v>
                </c:pt>
                <c:pt idx="52382">
                  <c:v>24.5</c:v>
                </c:pt>
                <c:pt idx="52383">
                  <c:v>24.5</c:v>
                </c:pt>
                <c:pt idx="52384">
                  <c:v>24.5</c:v>
                </c:pt>
                <c:pt idx="52385">
                  <c:v>24.5</c:v>
                </c:pt>
                <c:pt idx="52386">
                  <c:v>24.5</c:v>
                </c:pt>
                <c:pt idx="52387">
                  <c:v>24.5</c:v>
                </c:pt>
                <c:pt idx="52388">
                  <c:v>24.5</c:v>
                </c:pt>
                <c:pt idx="52389">
                  <c:v>24.5</c:v>
                </c:pt>
                <c:pt idx="52390">
                  <c:v>24.5</c:v>
                </c:pt>
                <c:pt idx="52391">
                  <c:v>24.5</c:v>
                </c:pt>
                <c:pt idx="52392">
                  <c:v>24.5</c:v>
                </c:pt>
                <c:pt idx="52393">
                  <c:v>24.5</c:v>
                </c:pt>
                <c:pt idx="52394">
                  <c:v>24.5</c:v>
                </c:pt>
                <c:pt idx="52395">
                  <c:v>24.5</c:v>
                </c:pt>
                <c:pt idx="52396">
                  <c:v>24.5</c:v>
                </c:pt>
                <c:pt idx="52397">
                  <c:v>24.5</c:v>
                </c:pt>
                <c:pt idx="52398">
                  <c:v>24.5</c:v>
                </c:pt>
                <c:pt idx="52399">
                  <c:v>24.5</c:v>
                </c:pt>
                <c:pt idx="52400">
                  <c:v>24.5</c:v>
                </c:pt>
                <c:pt idx="52401">
                  <c:v>24.5</c:v>
                </c:pt>
                <c:pt idx="52402">
                  <c:v>24.5</c:v>
                </c:pt>
                <c:pt idx="52403">
                  <c:v>24.5</c:v>
                </c:pt>
                <c:pt idx="52404">
                  <c:v>24.5</c:v>
                </c:pt>
                <c:pt idx="52405">
                  <c:v>24.5</c:v>
                </c:pt>
                <c:pt idx="52406">
                  <c:v>24.5</c:v>
                </c:pt>
                <c:pt idx="52407">
                  <c:v>24.5</c:v>
                </c:pt>
                <c:pt idx="52408">
                  <c:v>24.5</c:v>
                </c:pt>
                <c:pt idx="52409">
                  <c:v>24.5</c:v>
                </c:pt>
                <c:pt idx="52410">
                  <c:v>24.5</c:v>
                </c:pt>
                <c:pt idx="52411">
                  <c:v>24.5</c:v>
                </c:pt>
                <c:pt idx="52412">
                  <c:v>24.5</c:v>
                </c:pt>
                <c:pt idx="52413">
                  <c:v>24.5</c:v>
                </c:pt>
                <c:pt idx="52414">
                  <c:v>24.5</c:v>
                </c:pt>
                <c:pt idx="52415">
                  <c:v>24.5</c:v>
                </c:pt>
                <c:pt idx="52416">
                  <c:v>24.5</c:v>
                </c:pt>
                <c:pt idx="52417">
                  <c:v>24.5</c:v>
                </c:pt>
                <c:pt idx="52418">
                  <c:v>24.5</c:v>
                </c:pt>
                <c:pt idx="52419">
                  <c:v>24.5</c:v>
                </c:pt>
                <c:pt idx="52420">
                  <c:v>24.5</c:v>
                </c:pt>
                <c:pt idx="52421">
                  <c:v>24.5</c:v>
                </c:pt>
                <c:pt idx="52422">
                  <c:v>24.5</c:v>
                </c:pt>
                <c:pt idx="52423">
                  <c:v>24.5</c:v>
                </c:pt>
                <c:pt idx="52424">
                  <c:v>24.5</c:v>
                </c:pt>
                <c:pt idx="52425">
                  <c:v>24.5</c:v>
                </c:pt>
                <c:pt idx="52426">
                  <c:v>24.5</c:v>
                </c:pt>
                <c:pt idx="52427">
                  <c:v>24.5</c:v>
                </c:pt>
                <c:pt idx="52428">
                  <c:v>24.5</c:v>
                </c:pt>
                <c:pt idx="52429">
                  <c:v>24.5</c:v>
                </c:pt>
                <c:pt idx="52430">
                  <c:v>24.5</c:v>
                </c:pt>
                <c:pt idx="52431">
                  <c:v>24.5</c:v>
                </c:pt>
                <c:pt idx="52432">
                  <c:v>24.5</c:v>
                </c:pt>
                <c:pt idx="52433">
                  <c:v>24.5</c:v>
                </c:pt>
                <c:pt idx="52434">
                  <c:v>24.5</c:v>
                </c:pt>
                <c:pt idx="52435">
                  <c:v>24.5</c:v>
                </c:pt>
                <c:pt idx="52436">
                  <c:v>24.5</c:v>
                </c:pt>
                <c:pt idx="52437">
                  <c:v>24.5</c:v>
                </c:pt>
                <c:pt idx="52438">
                  <c:v>24.5</c:v>
                </c:pt>
                <c:pt idx="52439">
                  <c:v>24.5</c:v>
                </c:pt>
                <c:pt idx="52440">
                  <c:v>24.5</c:v>
                </c:pt>
                <c:pt idx="52441">
                  <c:v>24.5</c:v>
                </c:pt>
                <c:pt idx="52442">
                  <c:v>24.5</c:v>
                </c:pt>
                <c:pt idx="52443">
                  <c:v>24.5</c:v>
                </c:pt>
                <c:pt idx="52444">
                  <c:v>24.5</c:v>
                </c:pt>
                <c:pt idx="52445">
                  <c:v>24.5</c:v>
                </c:pt>
                <c:pt idx="52446">
                  <c:v>24.5</c:v>
                </c:pt>
                <c:pt idx="52447">
                  <c:v>24.5</c:v>
                </c:pt>
                <c:pt idx="52448">
                  <c:v>24.5</c:v>
                </c:pt>
                <c:pt idx="52449">
                  <c:v>24.5</c:v>
                </c:pt>
                <c:pt idx="52450">
                  <c:v>24.5</c:v>
                </c:pt>
                <c:pt idx="52451">
                  <c:v>24.5</c:v>
                </c:pt>
                <c:pt idx="52452">
                  <c:v>24.5</c:v>
                </c:pt>
                <c:pt idx="52453">
                  <c:v>24.5</c:v>
                </c:pt>
                <c:pt idx="52454">
                  <c:v>24.5</c:v>
                </c:pt>
                <c:pt idx="52455">
                  <c:v>24.5</c:v>
                </c:pt>
                <c:pt idx="52456">
                  <c:v>24.5</c:v>
                </c:pt>
                <c:pt idx="52457">
                  <c:v>24.5</c:v>
                </c:pt>
                <c:pt idx="52458">
                  <c:v>24.5</c:v>
                </c:pt>
                <c:pt idx="52459">
                  <c:v>24.5</c:v>
                </c:pt>
                <c:pt idx="52460">
                  <c:v>24.5</c:v>
                </c:pt>
                <c:pt idx="52461">
                  <c:v>24.5</c:v>
                </c:pt>
                <c:pt idx="52462">
                  <c:v>24.5</c:v>
                </c:pt>
                <c:pt idx="52463">
                  <c:v>24.5</c:v>
                </c:pt>
                <c:pt idx="52464">
                  <c:v>24.5</c:v>
                </c:pt>
                <c:pt idx="52465">
                  <c:v>24.5</c:v>
                </c:pt>
                <c:pt idx="52466">
                  <c:v>24.5</c:v>
                </c:pt>
                <c:pt idx="52467">
                  <c:v>24.5</c:v>
                </c:pt>
                <c:pt idx="52468">
                  <c:v>24.5</c:v>
                </c:pt>
                <c:pt idx="52469">
                  <c:v>24.5</c:v>
                </c:pt>
                <c:pt idx="52470">
                  <c:v>24.5</c:v>
                </c:pt>
                <c:pt idx="52471">
                  <c:v>24.5</c:v>
                </c:pt>
                <c:pt idx="52472">
                  <c:v>24.5</c:v>
                </c:pt>
                <c:pt idx="52473">
                  <c:v>24.5</c:v>
                </c:pt>
                <c:pt idx="52474">
                  <c:v>24.5</c:v>
                </c:pt>
                <c:pt idx="52475">
                  <c:v>24.5</c:v>
                </c:pt>
                <c:pt idx="52476">
                  <c:v>24.5</c:v>
                </c:pt>
                <c:pt idx="52477">
                  <c:v>24.5</c:v>
                </c:pt>
                <c:pt idx="52478">
                  <c:v>24.5</c:v>
                </c:pt>
                <c:pt idx="52479">
                  <c:v>24.5</c:v>
                </c:pt>
                <c:pt idx="52480">
                  <c:v>24.5</c:v>
                </c:pt>
                <c:pt idx="52481">
                  <c:v>24.5</c:v>
                </c:pt>
                <c:pt idx="52482">
                  <c:v>24.5</c:v>
                </c:pt>
                <c:pt idx="52483">
                  <c:v>24.5</c:v>
                </c:pt>
                <c:pt idx="52484">
                  <c:v>24.5</c:v>
                </c:pt>
                <c:pt idx="52485">
                  <c:v>24.5</c:v>
                </c:pt>
                <c:pt idx="52486">
                  <c:v>24.5</c:v>
                </c:pt>
                <c:pt idx="52487">
                  <c:v>24.5</c:v>
                </c:pt>
                <c:pt idx="52488">
                  <c:v>24.5</c:v>
                </c:pt>
                <c:pt idx="52489">
                  <c:v>24.5</c:v>
                </c:pt>
                <c:pt idx="52490">
                  <c:v>24.5</c:v>
                </c:pt>
                <c:pt idx="52491">
                  <c:v>24.5</c:v>
                </c:pt>
                <c:pt idx="52492">
                  <c:v>24.5</c:v>
                </c:pt>
                <c:pt idx="52493">
                  <c:v>24.5</c:v>
                </c:pt>
                <c:pt idx="52494">
                  <c:v>24.5</c:v>
                </c:pt>
                <c:pt idx="52495">
                  <c:v>24.5</c:v>
                </c:pt>
                <c:pt idx="52496">
                  <c:v>24.5</c:v>
                </c:pt>
                <c:pt idx="52497">
                  <c:v>24.5</c:v>
                </c:pt>
                <c:pt idx="52498">
                  <c:v>24.5</c:v>
                </c:pt>
                <c:pt idx="52499">
                  <c:v>24.5</c:v>
                </c:pt>
                <c:pt idx="52500">
                  <c:v>24.5</c:v>
                </c:pt>
                <c:pt idx="52501">
                  <c:v>24.5</c:v>
                </c:pt>
                <c:pt idx="52502">
                  <c:v>24.5</c:v>
                </c:pt>
                <c:pt idx="52503">
                  <c:v>24.5</c:v>
                </c:pt>
                <c:pt idx="52504">
                  <c:v>24.5</c:v>
                </c:pt>
                <c:pt idx="52505">
                  <c:v>24.5</c:v>
                </c:pt>
                <c:pt idx="52506">
                  <c:v>24.5</c:v>
                </c:pt>
                <c:pt idx="52507">
                  <c:v>24.5</c:v>
                </c:pt>
                <c:pt idx="52508">
                  <c:v>24.5</c:v>
                </c:pt>
                <c:pt idx="52509">
                  <c:v>24.5</c:v>
                </c:pt>
                <c:pt idx="52510">
                  <c:v>24.5</c:v>
                </c:pt>
                <c:pt idx="52511">
                  <c:v>24.5</c:v>
                </c:pt>
                <c:pt idx="52512">
                  <c:v>24.5</c:v>
                </c:pt>
                <c:pt idx="52513">
                  <c:v>24.5</c:v>
                </c:pt>
                <c:pt idx="52514">
                  <c:v>24.5</c:v>
                </c:pt>
                <c:pt idx="52515">
                  <c:v>24.5</c:v>
                </c:pt>
                <c:pt idx="52516">
                  <c:v>24.5</c:v>
                </c:pt>
                <c:pt idx="52517">
                  <c:v>24.5</c:v>
                </c:pt>
                <c:pt idx="52518">
                  <c:v>24.5</c:v>
                </c:pt>
                <c:pt idx="52519">
                  <c:v>24.5</c:v>
                </c:pt>
                <c:pt idx="52520">
                  <c:v>24.5</c:v>
                </c:pt>
                <c:pt idx="52521">
                  <c:v>24.5</c:v>
                </c:pt>
                <c:pt idx="52522">
                  <c:v>24.5</c:v>
                </c:pt>
                <c:pt idx="52523">
                  <c:v>24.5</c:v>
                </c:pt>
                <c:pt idx="52524">
                  <c:v>24.5</c:v>
                </c:pt>
                <c:pt idx="52525">
                  <c:v>24.5</c:v>
                </c:pt>
                <c:pt idx="52526">
                  <c:v>24.5</c:v>
                </c:pt>
                <c:pt idx="52527">
                  <c:v>24.5</c:v>
                </c:pt>
                <c:pt idx="52528">
                  <c:v>24.5</c:v>
                </c:pt>
                <c:pt idx="52529">
                  <c:v>24.5</c:v>
                </c:pt>
                <c:pt idx="52530">
                  <c:v>24.5</c:v>
                </c:pt>
                <c:pt idx="52531">
                  <c:v>24.5</c:v>
                </c:pt>
                <c:pt idx="52532">
                  <c:v>24.5</c:v>
                </c:pt>
                <c:pt idx="52533">
                  <c:v>24.5</c:v>
                </c:pt>
                <c:pt idx="52534">
                  <c:v>24.5</c:v>
                </c:pt>
                <c:pt idx="52535">
                  <c:v>24.5</c:v>
                </c:pt>
                <c:pt idx="52536">
                  <c:v>24.5</c:v>
                </c:pt>
                <c:pt idx="52537">
                  <c:v>24.5</c:v>
                </c:pt>
                <c:pt idx="52538">
                  <c:v>24.5</c:v>
                </c:pt>
                <c:pt idx="52539">
                  <c:v>24.5</c:v>
                </c:pt>
                <c:pt idx="52540">
                  <c:v>24.5</c:v>
                </c:pt>
                <c:pt idx="52541">
                  <c:v>24.5</c:v>
                </c:pt>
                <c:pt idx="52542">
                  <c:v>24.5</c:v>
                </c:pt>
                <c:pt idx="52543">
                  <c:v>24.5</c:v>
                </c:pt>
                <c:pt idx="52544">
                  <c:v>24.5</c:v>
                </c:pt>
                <c:pt idx="52545">
                  <c:v>24.5</c:v>
                </c:pt>
                <c:pt idx="52546">
                  <c:v>24.5</c:v>
                </c:pt>
                <c:pt idx="52547">
                  <c:v>24.5</c:v>
                </c:pt>
                <c:pt idx="52548">
                  <c:v>24.5</c:v>
                </c:pt>
                <c:pt idx="52549">
                  <c:v>24.5</c:v>
                </c:pt>
                <c:pt idx="52550">
                  <c:v>24.5</c:v>
                </c:pt>
                <c:pt idx="52551">
                  <c:v>24.5</c:v>
                </c:pt>
                <c:pt idx="52552">
                  <c:v>24.5</c:v>
                </c:pt>
                <c:pt idx="52553">
                  <c:v>24.5</c:v>
                </c:pt>
                <c:pt idx="52554">
                  <c:v>24.5</c:v>
                </c:pt>
                <c:pt idx="52555">
                  <c:v>24.5</c:v>
                </c:pt>
                <c:pt idx="52556">
                  <c:v>24.5</c:v>
                </c:pt>
                <c:pt idx="52557">
                  <c:v>24.5</c:v>
                </c:pt>
                <c:pt idx="52558">
                  <c:v>24.5</c:v>
                </c:pt>
                <c:pt idx="52559">
                  <c:v>24.5</c:v>
                </c:pt>
                <c:pt idx="52560">
                  <c:v>24.5</c:v>
                </c:pt>
                <c:pt idx="52561">
                  <c:v>24.5</c:v>
                </c:pt>
                <c:pt idx="52562">
                  <c:v>24.5</c:v>
                </c:pt>
                <c:pt idx="52563">
                  <c:v>24.5</c:v>
                </c:pt>
                <c:pt idx="52564">
                  <c:v>24.5</c:v>
                </c:pt>
                <c:pt idx="52565">
                  <c:v>24.5</c:v>
                </c:pt>
                <c:pt idx="52566">
                  <c:v>24.5</c:v>
                </c:pt>
                <c:pt idx="52567">
                  <c:v>24.5</c:v>
                </c:pt>
                <c:pt idx="52568">
                  <c:v>24.5</c:v>
                </c:pt>
                <c:pt idx="52569">
                  <c:v>24.5</c:v>
                </c:pt>
                <c:pt idx="52570">
                  <c:v>24.5</c:v>
                </c:pt>
                <c:pt idx="52571">
                  <c:v>24.5</c:v>
                </c:pt>
                <c:pt idx="52572">
                  <c:v>24.5</c:v>
                </c:pt>
                <c:pt idx="52573">
                  <c:v>24.5</c:v>
                </c:pt>
                <c:pt idx="52574">
                  <c:v>24.5</c:v>
                </c:pt>
                <c:pt idx="52575">
                  <c:v>24.5</c:v>
                </c:pt>
                <c:pt idx="52576">
                  <c:v>24.5</c:v>
                </c:pt>
                <c:pt idx="52577">
                  <c:v>24.5</c:v>
                </c:pt>
                <c:pt idx="52578">
                  <c:v>24.5</c:v>
                </c:pt>
                <c:pt idx="52579">
                  <c:v>24.5</c:v>
                </c:pt>
                <c:pt idx="52580">
                  <c:v>24.5</c:v>
                </c:pt>
                <c:pt idx="52581">
                  <c:v>24.5</c:v>
                </c:pt>
                <c:pt idx="52582">
                  <c:v>24.5</c:v>
                </c:pt>
                <c:pt idx="52583">
                  <c:v>24.5</c:v>
                </c:pt>
                <c:pt idx="52584">
                  <c:v>24.5</c:v>
                </c:pt>
                <c:pt idx="52585">
                  <c:v>24.5</c:v>
                </c:pt>
                <c:pt idx="52586">
                  <c:v>24.5</c:v>
                </c:pt>
                <c:pt idx="52587">
                  <c:v>24.5</c:v>
                </c:pt>
                <c:pt idx="52588">
                  <c:v>24.5</c:v>
                </c:pt>
                <c:pt idx="52589">
                  <c:v>24.5</c:v>
                </c:pt>
                <c:pt idx="52590">
                  <c:v>24.5</c:v>
                </c:pt>
                <c:pt idx="52591">
                  <c:v>24.5</c:v>
                </c:pt>
                <c:pt idx="52592">
                  <c:v>24.5</c:v>
                </c:pt>
                <c:pt idx="52593">
                  <c:v>24.5</c:v>
                </c:pt>
                <c:pt idx="52594">
                  <c:v>24.5</c:v>
                </c:pt>
                <c:pt idx="52595">
                  <c:v>24.5</c:v>
                </c:pt>
                <c:pt idx="52596">
                  <c:v>24.5</c:v>
                </c:pt>
                <c:pt idx="52597">
                  <c:v>24.5</c:v>
                </c:pt>
                <c:pt idx="52598">
                  <c:v>24.5</c:v>
                </c:pt>
                <c:pt idx="52599">
                  <c:v>24.5</c:v>
                </c:pt>
                <c:pt idx="52600">
                  <c:v>24.5</c:v>
                </c:pt>
                <c:pt idx="52601">
                  <c:v>24.5</c:v>
                </c:pt>
                <c:pt idx="52602">
                  <c:v>24.5</c:v>
                </c:pt>
                <c:pt idx="52603">
                  <c:v>24.5</c:v>
                </c:pt>
                <c:pt idx="52604">
                  <c:v>24.5</c:v>
                </c:pt>
                <c:pt idx="52605">
                  <c:v>24.5</c:v>
                </c:pt>
                <c:pt idx="52606">
                  <c:v>24.5</c:v>
                </c:pt>
                <c:pt idx="52607">
                  <c:v>24.5</c:v>
                </c:pt>
                <c:pt idx="52608">
                  <c:v>24.5</c:v>
                </c:pt>
                <c:pt idx="52609">
                  <c:v>24.5</c:v>
                </c:pt>
                <c:pt idx="52610">
                  <c:v>24.5</c:v>
                </c:pt>
                <c:pt idx="52611">
                  <c:v>24.5</c:v>
                </c:pt>
                <c:pt idx="52612">
                  <c:v>24.5</c:v>
                </c:pt>
                <c:pt idx="52613">
                  <c:v>24.5</c:v>
                </c:pt>
                <c:pt idx="52614">
                  <c:v>24.5</c:v>
                </c:pt>
                <c:pt idx="52615">
                  <c:v>24.5</c:v>
                </c:pt>
                <c:pt idx="52616">
                  <c:v>24.5</c:v>
                </c:pt>
                <c:pt idx="52617">
                  <c:v>24.5</c:v>
                </c:pt>
                <c:pt idx="52618">
                  <c:v>24.5</c:v>
                </c:pt>
                <c:pt idx="52619">
                  <c:v>24.5</c:v>
                </c:pt>
                <c:pt idx="52620">
                  <c:v>24.5</c:v>
                </c:pt>
                <c:pt idx="52621">
                  <c:v>24.5</c:v>
                </c:pt>
                <c:pt idx="52622">
                  <c:v>24.5</c:v>
                </c:pt>
                <c:pt idx="52623">
                  <c:v>24.5</c:v>
                </c:pt>
                <c:pt idx="52624">
                  <c:v>24.5</c:v>
                </c:pt>
                <c:pt idx="52625">
                  <c:v>24.5</c:v>
                </c:pt>
                <c:pt idx="52626">
                  <c:v>24.5</c:v>
                </c:pt>
                <c:pt idx="52627">
                  <c:v>24.5</c:v>
                </c:pt>
                <c:pt idx="52628">
                  <c:v>24.5</c:v>
                </c:pt>
                <c:pt idx="52629">
                  <c:v>24.5</c:v>
                </c:pt>
                <c:pt idx="52630">
                  <c:v>24.5</c:v>
                </c:pt>
                <c:pt idx="52631">
                  <c:v>24.5</c:v>
                </c:pt>
                <c:pt idx="52632">
                  <c:v>24.5</c:v>
                </c:pt>
                <c:pt idx="52633">
                  <c:v>24.5</c:v>
                </c:pt>
                <c:pt idx="52634">
                  <c:v>24.5</c:v>
                </c:pt>
                <c:pt idx="52635">
                  <c:v>24.5</c:v>
                </c:pt>
                <c:pt idx="52636">
                  <c:v>24.5</c:v>
                </c:pt>
                <c:pt idx="52637">
                  <c:v>24.5</c:v>
                </c:pt>
                <c:pt idx="52638">
                  <c:v>24.5</c:v>
                </c:pt>
                <c:pt idx="52639">
                  <c:v>24.5</c:v>
                </c:pt>
                <c:pt idx="52640">
                  <c:v>24.5</c:v>
                </c:pt>
                <c:pt idx="52641">
                  <c:v>24.5</c:v>
                </c:pt>
                <c:pt idx="52642">
                  <c:v>24.5</c:v>
                </c:pt>
                <c:pt idx="52643">
                  <c:v>24.5</c:v>
                </c:pt>
                <c:pt idx="52644">
                  <c:v>24.5</c:v>
                </c:pt>
                <c:pt idx="52645">
                  <c:v>24.5</c:v>
                </c:pt>
                <c:pt idx="52646">
                  <c:v>24.5</c:v>
                </c:pt>
                <c:pt idx="52647">
                  <c:v>24.5</c:v>
                </c:pt>
                <c:pt idx="52648">
                  <c:v>24.5</c:v>
                </c:pt>
                <c:pt idx="52649">
                  <c:v>24.5</c:v>
                </c:pt>
                <c:pt idx="52650">
                  <c:v>24.5</c:v>
                </c:pt>
                <c:pt idx="52651">
                  <c:v>24.5</c:v>
                </c:pt>
                <c:pt idx="52652">
                  <c:v>24.5</c:v>
                </c:pt>
                <c:pt idx="52653">
                  <c:v>24.5</c:v>
                </c:pt>
                <c:pt idx="52654">
                  <c:v>24.5</c:v>
                </c:pt>
                <c:pt idx="52655">
                  <c:v>24.5</c:v>
                </c:pt>
                <c:pt idx="52656">
                  <c:v>24.5</c:v>
                </c:pt>
                <c:pt idx="52657">
                  <c:v>24.5</c:v>
                </c:pt>
                <c:pt idx="52658">
                  <c:v>24.5</c:v>
                </c:pt>
                <c:pt idx="52659">
                  <c:v>24.5</c:v>
                </c:pt>
                <c:pt idx="52660">
                  <c:v>24.5</c:v>
                </c:pt>
                <c:pt idx="52661">
                  <c:v>24.5</c:v>
                </c:pt>
                <c:pt idx="52662">
                  <c:v>24.5</c:v>
                </c:pt>
                <c:pt idx="52663">
                  <c:v>24.5</c:v>
                </c:pt>
                <c:pt idx="52664">
                  <c:v>24.5</c:v>
                </c:pt>
                <c:pt idx="52665">
                  <c:v>24.5</c:v>
                </c:pt>
                <c:pt idx="52666">
                  <c:v>24.5</c:v>
                </c:pt>
                <c:pt idx="52667">
                  <c:v>24.5</c:v>
                </c:pt>
                <c:pt idx="52668">
                  <c:v>24.5</c:v>
                </c:pt>
                <c:pt idx="52669">
                  <c:v>24.5</c:v>
                </c:pt>
                <c:pt idx="52670">
                  <c:v>24.5</c:v>
                </c:pt>
                <c:pt idx="52671">
                  <c:v>24.5</c:v>
                </c:pt>
                <c:pt idx="52672">
                  <c:v>24.5</c:v>
                </c:pt>
                <c:pt idx="52673">
                  <c:v>24.5</c:v>
                </c:pt>
                <c:pt idx="52674">
                  <c:v>24.5</c:v>
                </c:pt>
                <c:pt idx="52675">
                  <c:v>24.5</c:v>
                </c:pt>
                <c:pt idx="52676">
                  <c:v>24.5</c:v>
                </c:pt>
                <c:pt idx="52677">
                  <c:v>24.5</c:v>
                </c:pt>
                <c:pt idx="52678">
                  <c:v>24.5</c:v>
                </c:pt>
                <c:pt idx="52679">
                  <c:v>24.5</c:v>
                </c:pt>
                <c:pt idx="52680">
                  <c:v>24.5</c:v>
                </c:pt>
                <c:pt idx="52681">
                  <c:v>24.5</c:v>
                </c:pt>
                <c:pt idx="52682">
                  <c:v>24.5</c:v>
                </c:pt>
                <c:pt idx="52683">
                  <c:v>24.5</c:v>
                </c:pt>
                <c:pt idx="52684">
                  <c:v>24.5</c:v>
                </c:pt>
                <c:pt idx="52685">
                  <c:v>24.5</c:v>
                </c:pt>
                <c:pt idx="52686">
                  <c:v>24.5</c:v>
                </c:pt>
                <c:pt idx="52687">
                  <c:v>24.5</c:v>
                </c:pt>
                <c:pt idx="52688">
                  <c:v>24.5</c:v>
                </c:pt>
                <c:pt idx="52689">
                  <c:v>24.5</c:v>
                </c:pt>
                <c:pt idx="52690">
                  <c:v>24.5</c:v>
                </c:pt>
                <c:pt idx="52691">
                  <c:v>24.5</c:v>
                </c:pt>
                <c:pt idx="52692">
                  <c:v>24.5</c:v>
                </c:pt>
                <c:pt idx="52693">
                  <c:v>24.5</c:v>
                </c:pt>
                <c:pt idx="52694">
                  <c:v>24.5</c:v>
                </c:pt>
                <c:pt idx="52695">
                  <c:v>24.5</c:v>
                </c:pt>
                <c:pt idx="52696">
                  <c:v>24.5</c:v>
                </c:pt>
                <c:pt idx="52697">
                  <c:v>24.5</c:v>
                </c:pt>
                <c:pt idx="52698">
                  <c:v>24.5</c:v>
                </c:pt>
                <c:pt idx="52699">
                  <c:v>24.5</c:v>
                </c:pt>
                <c:pt idx="52700">
                  <c:v>24.5</c:v>
                </c:pt>
                <c:pt idx="52701">
                  <c:v>24.5</c:v>
                </c:pt>
                <c:pt idx="52702">
                  <c:v>24.5</c:v>
                </c:pt>
                <c:pt idx="52703">
                  <c:v>24.5</c:v>
                </c:pt>
                <c:pt idx="52704">
                  <c:v>24.5</c:v>
                </c:pt>
                <c:pt idx="52705">
                  <c:v>24.5</c:v>
                </c:pt>
                <c:pt idx="52706">
                  <c:v>24.5</c:v>
                </c:pt>
                <c:pt idx="52707">
                  <c:v>24.5</c:v>
                </c:pt>
                <c:pt idx="52708">
                  <c:v>24.5</c:v>
                </c:pt>
                <c:pt idx="52709">
                  <c:v>24.5</c:v>
                </c:pt>
                <c:pt idx="52710">
                  <c:v>24.5</c:v>
                </c:pt>
                <c:pt idx="52711">
                  <c:v>24.5</c:v>
                </c:pt>
                <c:pt idx="52712">
                  <c:v>24.5</c:v>
                </c:pt>
                <c:pt idx="52713">
                  <c:v>24.5</c:v>
                </c:pt>
                <c:pt idx="52714">
                  <c:v>24.5</c:v>
                </c:pt>
                <c:pt idx="52715">
                  <c:v>24.5</c:v>
                </c:pt>
                <c:pt idx="52716">
                  <c:v>24.5</c:v>
                </c:pt>
                <c:pt idx="52717">
                  <c:v>24.5</c:v>
                </c:pt>
                <c:pt idx="52718">
                  <c:v>24.5</c:v>
                </c:pt>
                <c:pt idx="52719">
                  <c:v>24.5</c:v>
                </c:pt>
                <c:pt idx="52720">
                  <c:v>24.5</c:v>
                </c:pt>
                <c:pt idx="52721">
                  <c:v>24.5</c:v>
                </c:pt>
                <c:pt idx="52722">
                  <c:v>24.5</c:v>
                </c:pt>
                <c:pt idx="52723">
                  <c:v>24.5</c:v>
                </c:pt>
                <c:pt idx="52724">
                  <c:v>24.5</c:v>
                </c:pt>
                <c:pt idx="52725">
                  <c:v>24.5</c:v>
                </c:pt>
                <c:pt idx="52726">
                  <c:v>24.5</c:v>
                </c:pt>
                <c:pt idx="52727">
                  <c:v>24.5</c:v>
                </c:pt>
                <c:pt idx="52728">
                  <c:v>24.5</c:v>
                </c:pt>
                <c:pt idx="52729">
                  <c:v>24.5</c:v>
                </c:pt>
                <c:pt idx="52730">
                  <c:v>24.5</c:v>
                </c:pt>
                <c:pt idx="52731">
                  <c:v>24.5</c:v>
                </c:pt>
                <c:pt idx="52732">
                  <c:v>24.5</c:v>
                </c:pt>
                <c:pt idx="52733">
                  <c:v>24.5</c:v>
                </c:pt>
                <c:pt idx="52734">
                  <c:v>24.5</c:v>
                </c:pt>
                <c:pt idx="52735">
                  <c:v>24.5</c:v>
                </c:pt>
                <c:pt idx="52736">
                  <c:v>24.5</c:v>
                </c:pt>
                <c:pt idx="52737">
                  <c:v>24.5</c:v>
                </c:pt>
                <c:pt idx="52738">
                  <c:v>24.5</c:v>
                </c:pt>
                <c:pt idx="52739">
                  <c:v>24.5</c:v>
                </c:pt>
                <c:pt idx="52740">
                  <c:v>24.5</c:v>
                </c:pt>
                <c:pt idx="52741">
                  <c:v>24.5</c:v>
                </c:pt>
                <c:pt idx="52742">
                  <c:v>24.5</c:v>
                </c:pt>
                <c:pt idx="52743">
                  <c:v>24.5</c:v>
                </c:pt>
                <c:pt idx="52744">
                  <c:v>24.5</c:v>
                </c:pt>
                <c:pt idx="52745">
                  <c:v>24.5</c:v>
                </c:pt>
                <c:pt idx="52746">
                  <c:v>24.5</c:v>
                </c:pt>
                <c:pt idx="52747">
                  <c:v>24.5</c:v>
                </c:pt>
                <c:pt idx="52748">
                  <c:v>24.5</c:v>
                </c:pt>
                <c:pt idx="52749">
                  <c:v>24.5</c:v>
                </c:pt>
                <c:pt idx="52750">
                  <c:v>24.5</c:v>
                </c:pt>
                <c:pt idx="52751">
                  <c:v>24.5</c:v>
                </c:pt>
                <c:pt idx="52752">
                  <c:v>24.5</c:v>
                </c:pt>
                <c:pt idx="52753">
                  <c:v>24.5</c:v>
                </c:pt>
                <c:pt idx="52754">
                  <c:v>24.5</c:v>
                </c:pt>
                <c:pt idx="52755">
                  <c:v>24.5</c:v>
                </c:pt>
                <c:pt idx="52756">
                  <c:v>24.5</c:v>
                </c:pt>
                <c:pt idx="52757">
                  <c:v>24.5</c:v>
                </c:pt>
                <c:pt idx="52758">
                  <c:v>24.5</c:v>
                </c:pt>
                <c:pt idx="52759">
                  <c:v>24.5</c:v>
                </c:pt>
                <c:pt idx="52760">
                  <c:v>24.5</c:v>
                </c:pt>
                <c:pt idx="52761">
                  <c:v>24.5</c:v>
                </c:pt>
                <c:pt idx="52762">
                  <c:v>24.5</c:v>
                </c:pt>
                <c:pt idx="52763">
                  <c:v>24.5</c:v>
                </c:pt>
                <c:pt idx="52764">
                  <c:v>24.5</c:v>
                </c:pt>
                <c:pt idx="52765">
                  <c:v>24.5</c:v>
                </c:pt>
                <c:pt idx="52766">
                  <c:v>24.5</c:v>
                </c:pt>
                <c:pt idx="52767">
                  <c:v>24.5</c:v>
                </c:pt>
                <c:pt idx="52768">
                  <c:v>24.5</c:v>
                </c:pt>
                <c:pt idx="52769">
                  <c:v>24.5</c:v>
                </c:pt>
                <c:pt idx="52770">
                  <c:v>24.5</c:v>
                </c:pt>
                <c:pt idx="52771">
                  <c:v>24.5</c:v>
                </c:pt>
                <c:pt idx="52772">
                  <c:v>24.5</c:v>
                </c:pt>
                <c:pt idx="52773">
                  <c:v>24.5</c:v>
                </c:pt>
                <c:pt idx="52774">
                  <c:v>24.5</c:v>
                </c:pt>
                <c:pt idx="52775">
                  <c:v>24.5</c:v>
                </c:pt>
                <c:pt idx="52776">
                  <c:v>24.5</c:v>
                </c:pt>
                <c:pt idx="52777">
                  <c:v>24.5</c:v>
                </c:pt>
                <c:pt idx="52778">
                  <c:v>24.5</c:v>
                </c:pt>
                <c:pt idx="52779">
                  <c:v>24.5</c:v>
                </c:pt>
                <c:pt idx="52780">
                  <c:v>24.5</c:v>
                </c:pt>
                <c:pt idx="52781">
                  <c:v>24.5</c:v>
                </c:pt>
                <c:pt idx="52782">
                  <c:v>24.5</c:v>
                </c:pt>
                <c:pt idx="52783">
                  <c:v>24.5</c:v>
                </c:pt>
                <c:pt idx="52784">
                  <c:v>24.5</c:v>
                </c:pt>
                <c:pt idx="52785">
                  <c:v>24.5</c:v>
                </c:pt>
                <c:pt idx="52786">
                  <c:v>24.5</c:v>
                </c:pt>
                <c:pt idx="52787">
                  <c:v>24.5</c:v>
                </c:pt>
                <c:pt idx="52788">
                  <c:v>24.5</c:v>
                </c:pt>
                <c:pt idx="52789">
                  <c:v>24.5</c:v>
                </c:pt>
                <c:pt idx="52790">
                  <c:v>24.5</c:v>
                </c:pt>
                <c:pt idx="52791">
                  <c:v>24.5</c:v>
                </c:pt>
                <c:pt idx="52792">
                  <c:v>24.5</c:v>
                </c:pt>
                <c:pt idx="52793">
                  <c:v>24.5</c:v>
                </c:pt>
                <c:pt idx="52794">
                  <c:v>24.5</c:v>
                </c:pt>
                <c:pt idx="52795">
                  <c:v>24.5</c:v>
                </c:pt>
                <c:pt idx="52796">
                  <c:v>24.5</c:v>
                </c:pt>
                <c:pt idx="52797">
                  <c:v>24.5</c:v>
                </c:pt>
                <c:pt idx="52798">
                  <c:v>24.5</c:v>
                </c:pt>
                <c:pt idx="52799">
                  <c:v>24.5</c:v>
                </c:pt>
                <c:pt idx="52800">
                  <c:v>24.5</c:v>
                </c:pt>
                <c:pt idx="52801">
                  <c:v>24.5</c:v>
                </c:pt>
                <c:pt idx="52802">
                  <c:v>24.5</c:v>
                </c:pt>
                <c:pt idx="52803">
                  <c:v>24.5</c:v>
                </c:pt>
                <c:pt idx="52804">
                  <c:v>24.5</c:v>
                </c:pt>
                <c:pt idx="52805">
                  <c:v>24.5</c:v>
                </c:pt>
                <c:pt idx="52806">
                  <c:v>24.5</c:v>
                </c:pt>
                <c:pt idx="52807">
                  <c:v>24.5</c:v>
                </c:pt>
                <c:pt idx="52808">
                  <c:v>24.5</c:v>
                </c:pt>
                <c:pt idx="52809">
                  <c:v>24.5</c:v>
                </c:pt>
                <c:pt idx="52810">
                  <c:v>24.5</c:v>
                </c:pt>
                <c:pt idx="52811">
                  <c:v>24.5</c:v>
                </c:pt>
                <c:pt idx="52812">
                  <c:v>24.5</c:v>
                </c:pt>
                <c:pt idx="52813">
                  <c:v>24.5</c:v>
                </c:pt>
                <c:pt idx="52814">
                  <c:v>24.5</c:v>
                </c:pt>
                <c:pt idx="52815">
                  <c:v>24.5</c:v>
                </c:pt>
                <c:pt idx="52816">
                  <c:v>24.5</c:v>
                </c:pt>
                <c:pt idx="52817">
                  <c:v>24.5</c:v>
                </c:pt>
                <c:pt idx="52818">
                  <c:v>24.5</c:v>
                </c:pt>
                <c:pt idx="52819">
                  <c:v>24.5</c:v>
                </c:pt>
                <c:pt idx="52820">
                  <c:v>24.5</c:v>
                </c:pt>
                <c:pt idx="52821">
                  <c:v>24.5</c:v>
                </c:pt>
                <c:pt idx="52822">
                  <c:v>24.5</c:v>
                </c:pt>
                <c:pt idx="52823">
                  <c:v>24.5</c:v>
                </c:pt>
                <c:pt idx="52824">
                  <c:v>24.5</c:v>
                </c:pt>
                <c:pt idx="52825">
                  <c:v>24.5</c:v>
                </c:pt>
                <c:pt idx="52826">
                  <c:v>24.5</c:v>
                </c:pt>
                <c:pt idx="52827">
                  <c:v>24.5</c:v>
                </c:pt>
                <c:pt idx="52828">
                  <c:v>24.5</c:v>
                </c:pt>
                <c:pt idx="52829">
                  <c:v>24.5</c:v>
                </c:pt>
                <c:pt idx="52830">
                  <c:v>24.5</c:v>
                </c:pt>
                <c:pt idx="52831">
                  <c:v>24.5</c:v>
                </c:pt>
                <c:pt idx="52832">
                  <c:v>24.5</c:v>
                </c:pt>
                <c:pt idx="52833">
                  <c:v>24.5</c:v>
                </c:pt>
                <c:pt idx="52834">
                  <c:v>24.5</c:v>
                </c:pt>
                <c:pt idx="52835">
                  <c:v>24.5</c:v>
                </c:pt>
                <c:pt idx="52836">
                  <c:v>24.5</c:v>
                </c:pt>
                <c:pt idx="52837">
                  <c:v>24.5</c:v>
                </c:pt>
                <c:pt idx="52838">
                  <c:v>24.5</c:v>
                </c:pt>
                <c:pt idx="52839">
                  <c:v>24.5</c:v>
                </c:pt>
                <c:pt idx="52840">
                  <c:v>24.5</c:v>
                </c:pt>
                <c:pt idx="52841">
                  <c:v>24.5</c:v>
                </c:pt>
                <c:pt idx="52842">
                  <c:v>24.5</c:v>
                </c:pt>
                <c:pt idx="52843">
                  <c:v>24.5</c:v>
                </c:pt>
                <c:pt idx="52844">
                  <c:v>24.5</c:v>
                </c:pt>
                <c:pt idx="52845">
                  <c:v>24.5</c:v>
                </c:pt>
                <c:pt idx="52846">
                  <c:v>24.5</c:v>
                </c:pt>
                <c:pt idx="52847">
                  <c:v>24.5</c:v>
                </c:pt>
                <c:pt idx="52848">
                  <c:v>24.5</c:v>
                </c:pt>
                <c:pt idx="52849">
                  <c:v>24.5</c:v>
                </c:pt>
                <c:pt idx="52850">
                  <c:v>24.5</c:v>
                </c:pt>
                <c:pt idx="52851">
                  <c:v>24.5</c:v>
                </c:pt>
                <c:pt idx="52852">
                  <c:v>24.5</c:v>
                </c:pt>
                <c:pt idx="52853">
                  <c:v>24.5</c:v>
                </c:pt>
                <c:pt idx="52854">
                  <c:v>24.5</c:v>
                </c:pt>
                <c:pt idx="52855">
                  <c:v>24.5</c:v>
                </c:pt>
                <c:pt idx="52856">
                  <c:v>24.5</c:v>
                </c:pt>
                <c:pt idx="52857">
                  <c:v>24.5</c:v>
                </c:pt>
                <c:pt idx="52858">
                  <c:v>24.5</c:v>
                </c:pt>
                <c:pt idx="52859">
                  <c:v>24.5</c:v>
                </c:pt>
                <c:pt idx="52860">
                  <c:v>24.5</c:v>
                </c:pt>
                <c:pt idx="52861">
                  <c:v>24.5</c:v>
                </c:pt>
                <c:pt idx="52862">
                  <c:v>24.5</c:v>
                </c:pt>
                <c:pt idx="52863">
                  <c:v>24.5</c:v>
                </c:pt>
                <c:pt idx="52864">
                  <c:v>24.5</c:v>
                </c:pt>
                <c:pt idx="52865">
                  <c:v>24.5</c:v>
                </c:pt>
                <c:pt idx="52866">
                  <c:v>24.5</c:v>
                </c:pt>
                <c:pt idx="52867">
                  <c:v>24.5</c:v>
                </c:pt>
                <c:pt idx="52868">
                  <c:v>24.5</c:v>
                </c:pt>
                <c:pt idx="52869">
                  <c:v>24.5</c:v>
                </c:pt>
                <c:pt idx="52870">
                  <c:v>24.5</c:v>
                </c:pt>
                <c:pt idx="52871">
                  <c:v>24.5</c:v>
                </c:pt>
                <c:pt idx="52872">
                  <c:v>24.5</c:v>
                </c:pt>
                <c:pt idx="52873">
                  <c:v>24.5</c:v>
                </c:pt>
                <c:pt idx="52874">
                  <c:v>24.5</c:v>
                </c:pt>
                <c:pt idx="52875">
                  <c:v>24.5</c:v>
                </c:pt>
                <c:pt idx="52876">
                  <c:v>24.5</c:v>
                </c:pt>
                <c:pt idx="52877">
                  <c:v>24.5</c:v>
                </c:pt>
                <c:pt idx="52878">
                  <c:v>24.5</c:v>
                </c:pt>
                <c:pt idx="52879">
                  <c:v>24.5</c:v>
                </c:pt>
                <c:pt idx="52880">
                  <c:v>24.5</c:v>
                </c:pt>
                <c:pt idx="52881">
                  <c:v>24.5</c:v>
                </c:pt>
                <c:pt idx="52882">
                  <c:v>24.5</c:v>
                </c:pt>
                <c:pt idx="52883">
                  <c:v>24.5</c:v>
                </c:pt>
                <c:pt idx="52884">
                  <c:v>24.5</c:v>
                </c:pt>
                <c:pt idx="52885">
                  <c:v>24.5</c:v>
                </c:pt>
                <c:pt idx="52886">
                  <c:v>24.5</c:v>
                </c:pt>
                <c:pt idx="52887">
                  <c:v>24.5</c:v>
                </c:pt>
                <c:pt idx="52888">
                  <c:v>24.5</c:v>
                </c:pt>
                <c:pt idx="52889">
                  <c:v>24.5</c:v>
                </c:pt>
                <c:pt idx="52890">
                  <c:v>24.5</c:v>
                </c:pt>
                <c:pt idx="52891">
                  <c:v>24.5</c:v>
                </c:pt>
                <c:pt idx="52892">
                  <c:v>24.5</c:v>
                </c:pt>
                <c:pt idx="52893">
                  <c:v>24.5</c:v>
                </c:pt>
                <c:pt idx="52894">
                  <c:v>24.5</c:v>
                </c:pt>
                <c:pt idx="52895">
                  <c:v>24.5</c:v>
                </c:pt>
                <c:pt idx="52896">
                  <c:v>24.5</c:v>
                </c:pt>
                <c:pt idx="52897">
                  <c:v>24.5</c:v>
                </c:pt>
                <c:pt idx="52898">
                  <c:v>24.5</c:v>
                </c:pt>
                <c:pt idx="52899">
                  <c:v>24.5</c:v>
                </c:pt>
                <c:pt idx="52900">
                  <c:v>24.5</c:v>
                </c:pt>
                <c:pt idx="52901">
                  <c:v>24.5</c:v>
                </c:pt>
                <c:pt idx="52902">
                  <c:v>24.5</c:v>
                </c:pt>
                <c:pt idx="52903">
                  <c:v>24.5</c:v>
                </c:pt>
                <c:pt idx="52904">
                  <c:v>24.5</c:v>
                </c:pt>
                <c:pt idx="52905">
                  <c:v>24.5</c:v>
                </c:pt>
                <c:pt idx="52906">
                  <c:v>24.5</c:v>
                </c:pt>
                <c:pt idx="52907">
                  <c:v>24.5</c:v>
                </c:pt>
                <c:pt idx="52908">
                  <c:v>24.5</c:v>
                </c:pt>
                <c:pt idx="52909">
                  <c:v>24.5</c:v>
                </c:pt>
                <c:pt idx="52910">
                  <c:v>24.5</c:v>
                </c:pt>
                <c:pt idx="52911">
                  <c:v>24.5</c:v>
                </c:pt>
                <c:pt idx="52912">
                  <c:v>24.5</c:v>
                </c:pt>
                <c:pt idx="52913">
                  <c:v>24.5</c:v>
                </c:pt>
                <c:pt idx="52914">
                  <c:v>24.5</c:v>
                </c:pt>
                <c:pt idx="52915">
                  <c:v>24.5</c:v>
                </c:pt>
                <c:pt idx="52916">
                  <c:v>24.5</c:v>
                </c:pt>
                <c:pt idx="52917">
                  <c:v>24.5</c:v>
                </c:pt>
                <c:pt idx="52918">
                  <c:v>24.5</c:v>
                </c:pt>
                <c:pt idx="52919">
                  <c:v>24.5</c:v>
                </c:pt>
                <c:pt idx="52920">
                  <c:v>24.5</c:v>
                </c:pt>
                <c:pt idx="52921">
                  <c:v>24.5</c:v>
                </c:pt>
                <c:pt idx="52922">
                  <c:v>24.5</c:v>
                </c:pt>
                <c:pt idx="52923">
                  <c:v>24.5</c:v>
                </c:pt>
                <c:pt idx="52924">
                  <c:v>24.5</c:v>
                </c:pt>
                <c:pt idx="52925">
                  <c:v>24.5</c:v>
                </c:pt>
                <c:pt idx="52926">
                  <c:v>24.5</c:v>
                </c:pt>
                <c:pt idx="52927">
                  <c:v>24.5</c:v>
                </c:pt>
                <c:pt idx="52928">
                  <c:v>24.5</c:v>
                </c:pt>
                <c:pt idx="52929">
                  <c:v>24.5</c:v>
                </c:pt>
                <c:pt idx="52930">
                  <c:v>24.5</c:v>
                </c:pt>
                <c:pt idx="52931">
                  <c:v>24.5</c:v>
                </c:pt>
                <c:pt idx="52932">
                  <c:v>24.5</c:v>
                </c:pt>
                <c:pt idx="52933">
                  <c:v>24.5</c:v>
                </c:pt>
                <c:pt idx="52934">
                  <c:v>24.5</c:v>
                </c:pt>
                <c:pt idx="52935">
                  <c:v>24.5</c:v>
                </c:pt>
                <c:pt idx="52936">
                  <c:v>24.5</c:v>
                </c:pt>
                <c:pt idx="52937">
                  <c:v>24.5</c:v>
                </c:pt>
                <c:pt idx="52938">
                  <c:v>24.5</c:v>
                </c:pt>
                <c:pt idx="52939">
                  <c:v>24.5</c:v>
                </c:pt>
                <c:pt idx="52940">
                  <c:v>24.5</c:v>
                </c:pt>
                <c:pt idx="52941">
                  <c:v>24.5</c:v>
                </c:pt>
                <c:pt idx="52942">
                  <c:v>24.5</c:v>
                </c:pt>
                <c:pt idx="52943">
                  <c:v>24.5</c:v>
                </c:pt>
                <c:pt idx="52944">
                  <c:v>24.5</c:v>
                </c:pt>
                <c:pt idx="52945">
                  <c:v>24.5</c:v>
                </c:pt>
                <c:pt idx="52946">
                  <c:v>24.5</c:v>
                </c:pt>
                <c:pt idx="52947">
                  <c:v>24.5</c:v>
                </c:pt>
                <c:pt idx="52948">
                  <c:v>24.5</c:v>
                </c:pt>
                <c:pt idx="52949">
                  <c:v>24.5</c:v>
                </c:pt>
                <c:pt idx="52950">
                  <c:v>24.5</c:v>
                </c:pt>
                <c:pt idx="52951">
                  <c:v>24.5</c:v>
                </c:pt>
                <c:pt idx="52952">
                  <c:v>24.5</c:v>
                </c:pt>
                <c:pt idx="52953">
                  <c:v>24.5</c:v>
                </c:pt>
                <c:pt idx="52954">
                  <c:v>24.5</c:v>
                </c:pt>
                <c:pt idx="52955">
                  <c:v>24.5</c:v>
                </c:pt>
                <c:pt idx="52956">
                  <c:v>24.5</c:v>
                </c:pt>
                <c:pt idx="52957">
                  <c:v>24.5</c:v>
                </c:pt>
                <c:pt idx="52958">
                  <c:v>24.5</c:v>
                </c:pt>
                <c:pt idx="52959">
                  <c:v>24.5</c:v>
                </c:pt>
                <c:pt idx="52960">
                  <c:v>24.5</c:v>
                </c:pt>
                <c:pt idx="52961">
                  <c:v>24.5</c:v>
                </c:pt>
                <c:pt idx="52962">
                  <c:v>24.5</c:v>
                </c:pt>
                <c:pt idx="52963">
                  <c:v>24.5</c:v>
                </c:pt>
                <c:pt idx="52964">
                  <c:v>24.5</c:v>
                </c:pt>
                <c:pt idx="52965">
                  <c:v>24.5</c:v>
                </c:pt>
                <c:pt idx="52966">
                  <c:v>24.5</c:v>
                </c:pt>
                <c:pt idx="52967">
                  <c:v>24.5</c:v>
                </c:pt>
                <c:pt idx="52968">
                  <c:v>24.5</c:v>
                </c:pt>
                <c:pt idx="52969">
                  <c:v>24.5</c:v>
                </c:pt>
                <c:pt idx="52970">
                  <c:v>24.5</c:v>
                </c:pt>
                <c:pt idx="52971">
                  <c:v>24.5</c:v>
                </c:pt>
                <c:pt idx="52972">
                  <c:v>24.5</c:v>
                </c:pt>
                <c:pt idx="52973">
                  <c:v>24.5</c:v>
                </c:pt>
                <c:pt idx="52974">
                  <c:v>24.5</c:v>
                </c:pt>
                <c:pt idx="52975">
                  <c:v>24.5</c:v>
                </c:pt>
                <c:pt idx="52976">
                  <c:v>24.5</c:v>
                </c:pt>
                <c:pt idx="52977">
                  <c:v>24.5</c:v>
                </c:pt>
                <c:pt idx="52978">
                  <c:v>24.5</c:v>
                </c:pt>
                <c:pt idx="52979">
                  <c:v>24.5</c:v>
                </c:pt>
                <c:pt idx="52980">
                  <c:v>24.5</c:v>
                </c:pt>
                <c:pt idx="52981">
                  <c:v>24.5</c:v>
                </c:pt>
                <c:pt idx="52982">
                  <c:v>24.5</c:v>
                </c:pt>
                <c:pt idx="52983">
                  <c:v>24.5</c:v>
                </c:pt>
                <c:pt idx="52984">
                  <c:v>24.5</c:v>
                </c:pt>
                <c:pt idx="52985">
                  <c:v>24.5</c:v>
                </c:pt>
                <c:pt idx="52986">
                  <c:v>24.5</c:v>
                </c:pt>
                <c:pt idx="52987">
                  <c:v>24.5</c:v>
                </c:pt>
                <c:pt idx="52988">
                  <c:v>24.5</c:v>
                </c:pt>
                <c:pt idx="52989">
                  <c:v>24.5</c:v>
                </c:pt>
                <c:pt idx="52990">
                  <c:v>24.5</c:v>
                </c:pt>
                <c:pt idx="52991">
                  <c:v>24.5</c:v>
                </c:pt>
                <c:pt idx="52992">
                  <c:v>24.5</c:v>
                </c:pt>
                <c:pt idx="52993">
                  <c:v>24.5</c:v>
                </c:pt>
                <c:pt idx="52994">
                  <c:v>24.5</c:v>
                </c:pt>
                <c:pt idx="52995">
                  <c:v>24.5</c:v>
                </c:pt>
                <c:pt idx="52996">
                  <c:v>24.5</c:v>
                </c:pt>
                <c:pt idx="52997">
                  <c:v>24.5</c:v>
                </c:pt>
                <c:pt idx="52998">
                  <c:v>24.5</c:v>
                </c:pt>
                <c:pt idx="52999">
                  <c:v>24.5</c:v>
                </c:pt>
                <c:pt idx="53000">
                  <c:v>24.5</c:v>
                </c:pt>
                <c:pt idx="53001">
                  <c:v>24.5</c:v>
                </c:pt>
                <c:pt idx="53002">
                  <c:v>24.5</c:v>
                </c:pt>
                <c:pt idx="53003">
                  <c:v>24.5</c:v>
                </c:pt>
                <c:pt idx="53004">
                  <c:v>24.5</c:v>
                </c:pt>
                <c:pt idx="53005">
                  <c:v>24.5</c:v>
                </c:pt>
                <c:pt idx="53006">
                  <c:v>24.5</c:v>
                </c:pt>
                <c:pt idx="53007">
                  <c:v>24.5</c:v>
                </c:pt>
                <c:pt idx="53008">
                  <c:v>24.5</c:v>
                </c:pt>
                <c:pt idx="53009">
                  <c:v>24.5</c:v>
                </c:pt>
                <c:pt idx="53010">
                  <c:v>24.5</c:v>
                </c:pt>
                <c:pt idx="53011">
                  <c:v>24.5</c:v>
                </c:pt>
                <c:pt idx="53012">
                  <c:v>24.5</c:v>
                </c:pt>
                <c:pt idx="53013">
                  <c:v>24.5</c:v>
                </c:pt>
                <c:pt idx="53014">
                  <c:v>24.5</c:v>
                </c:pt>
                <c:pt idx="53015">
                  <c:v>24.5</c:v>
                </c:pt>
                <c:pt idx="53016">
                  <c:v>24.5</c:v>
                </c:pt>
                <c:pt idx="53017">
                  <c:v>24.5</c:v>
                </c:pt>
                <c:pt idx="53018">
                  <c:v>24.5</c:v>
                </c:pt>
                <c:pt idx="53019">
                  <c:v>24.5</c:v>
                </c:pt>
                <c:pt idx="53020">
                  <c:v>24.5</c:v>
                </c:pt>
                <c:pt idx="53021">
                  <c:v>24.5</c:v>
                </c:pt>
                <c:pt idx="53022">
                  <c:v>24.5</c:v>
                </c:pt>
                <c:pt idx="53023">
                  <c:v>24.5</c:v>
                </c:pt>
                <c:pt idx="53024">
                  <c:v>24.5</c:v>
                </c:pt>
                <c:pt idx="53025">
                  <c:v>24.5</c:v>
                </c:pt>
                <c:pt idx="53026">
                  <c:v>24.5</c:v>
                </c:pt>
                <c:pt idx="53027">
                  <c:v>24.5</c:v>
                </c:pt>
                <c:pt idx="53028">
                  <c:v>24.5</c:v>
                </c:pt>
                <c:pt idx="53029">
                  <c:v>24.5</c:v>
                </c:pt>
                <c:pt idx="53030">
                  <c:v>24.5</c:v>
                </c:pt>
                <c:pt idx="53031">
                  <c:v>24.5</c:v>
                </c:pt>
                <c:pt idx="53032">
                  <c:v>24.5</c:v>
                </c:pt>
                <c:pt idx="53033">
                  <c:v>24.5</c:v>
                </c:pt>
                <c:pt idx="53034">
                  <c:v>24.5</c:v>
                </c:pt>
                <c:pt idx="53035">
                  <c:v>24.5</c:v>
                </c:pt>
                <c:pt idx="53036">
                  <c:v>24.5</c:v>
                </c:pt>
                <c:pt idx="53037">
                  <c:v>24.5</c:v>
                </c:pt>
                <c:pt idx="53038">
                  <c:v>24.5</c:v>
                </c:pt>
                <c:pt idx="53039">
                  <c:v>24.5</c:v>
                </c:pt>
                <c:pt idx="53040">
                  <c:v>24.5</c:v>
                </c:pt>
                <c:pt idx="53041">
                  <c:v>24.5</c:v>
                </c:pt>
                <c:pt idx="53042">
                  <c:v>24.5</c:v>
                </c:pt>
                <c:pt idx="53043">
                  <c:v>24.5</c:v>
                </c:pt>
                <c:pt idx="53044">
                  <c:v>24.5</c:v>
                </c:pt>
                <c:pt idx="53045">
                  <c:v>24.5</c:v>
                </c:pt>
                <c:pt idx="53046">
                  <c:v>24.5</c:v>
                </c:pt>
                <c:pt idx="53047">
                  <c:v>24.5</c:v>
                </c:pt>
                <c:pt idx="53048">
                  <c:v>24.5</c:v>
                </c:pt>
                <c:pt idx="53049">
                  <c:v>24.5</c:v>
                </c:pt>
                <c:pt idx="53050">
                  <c:v>24.5</c:v>
                </c:pt>
                <c:pt idx="53051">
                  <c:v>24.5</c:v>
                </c:pt>
                <c:pt idx="53052">
                  <c:v>24.5</c:v>
                </c:pt>
                <c:pt idx="53053">
                  <c:v>24.5</c:v>
                </c:pt>
                <c:pt idx="53054">
                  <c:v>24.5</c:v>
                </c:pt>
                <c:pt idx="53055">
                  <c:v>24.5</c:v>
                </c:pt>
                <c:pt idx="53056">
                  <c:v>24.5</c:v>
                </c:pt>
                <c:pt idx="53057">
                  <c:v>24.5</c:v>
                </c:pt>
                <c:pt idx="53058">
                  <c:v>24.5</c:v>
                </c:pt>
                <c:pt idx="53059">
                  <c:v>24.5</c:v>
                </c:pt>
                <c:pt idx="53060">
                  <c:v>24.5</c:v>
                </c:pt>
                <c:pt idx="53061">
                  <c:v>24.5</c:v>
                </c:pt>
                <c:pt idx="53062">
                  <c:v>24.5</c:v>
                </c:pt>
                <c:pt idx="53063">
                  <c:v>24.5</c:v>
                </c:pt>
                <c:pt idx="53064">
                  <c:v>24.5</c:v>
                </c:pt>
                <c:pt idx="53065">
                  <c:v>24.5</c:v>
                </c:pt>
                <c:pt idx="53066">
                  <c:v>24.5</c:v>
                </c:pt>
                <c:pt idx="53067">
                  <c:v>24.5</c:v>
                </c:pt>
                <c:pt idx="53068">
                  <c:v>24.5</c:v>
                </c:pt>
                <c:pt idx="53069">
                  <c:v>24.5</c:v>
                </c:pt>
                <c:pt idx="53070">
                  <c:v>24.5</c:v>
                </c:pt>
                <c:pt idx="53071">
                  <c:v>24.5</c:v>
                </c:pt>
                <c:pt idx="53072">
                  <c:v>24.5</c:v>
                </c:pt>
                <c:pt idx="53073">
                  <c:v>24.5</c:v>
                </c:pt>
                <c:pt idx="53074">
                  <c:v>24.5</c:v>
                </c:pt>
                <c:pt idx="53075">
                  <c:v>24.5</c:v>
                </c:pt>
                <c:pt idx="53076">
                  <c:v>24.5</c:v>
                </c:pt>
                <c:pt idx="53077">
                  <c:v>24.5</c:v>
                </c:pt>
                <c:pt idx="53078">
                  <c:v>24.5</c:v>
                </c:pt>
                <c:pt idx="53079">
                  <c:v>24.5</c:v>
                </c:pt>
                <c:pt idx="53080">
                  <c:v>24.5</c:v>
                </c:pt>
                <c:pt idx="53081">
                  <c:v>24.5</c:v>
                </c:pt>
                <c:pt idx="53082">
                  <c:v>24.5</c:v>
                </c:pt>
                <c:pt idx="53083">
                  <c:v>24.5</c:v>
                </c:pt>
                <c:pt idx="53084">
                  <c:v>24.5</c:v>
                </c:pt>
                <c:pt idx="53085">
                  <c:v>24.5</c:v>
                </c:pt>
                <c:pt idx="53086">
                  <c:v>24.5</c:v>
                </c:pt>
                <c:pt idx="53087">
                  <c:v>24.5</c:v>
                </c:pt>
                <c:pt idx="53088">
                  <c:v>24.5</c:v>
                </c:pt>
                <c:pt idx="53089">
                  <c:v>24.5</c:v>
                </c:pt>
                <c:pt idx="53090">
                  <c:v>24.5</c:v>
                </c:pt>
                <c:pt idx="53091">
                  <c:v>24.5</c:v>
                </c:pt>
                <c:pt idx="53092">
                  <c:v>24.5</c:v>
                </c:pt>
                <c:pt idx="53093">
                  <c:v>24.5</c:v>
                </c:pt>
                <c:pt idx="53094">
                  <c:v>24.5</c:v>
                </c:pt>
                <c:pt idx="53095">
                  <c:v>24.5</c:v>
                </c:pt>
                <c:pt idx="53096">
                  <c:v>24.5</c:v>
                </c:pt>
                <c:pt idx="53097">
                  <c:v>24.5</c:v>
                </c:pt>
                <c:pt idx="53098">
                  <c:v>24.5</c:v>
                </c:pt>
                <c:pt idx="53099">
                  <c:v>24.5</c:v>
                </c:pt>
                <c:pt idx="53100">
                  <c:v>24.5</c:v>
                </c:pt>
                <c:pt idx="53101">
                  <c:v>24.5</c:v>
                </c:pt>
                <c:pt idx="53102">
                  <c:v>24.5</c:v>
                </c:pt>
                <c:pt idx="53103">
                  <c:v>24.5</c:v>
                </c:pt>
                <c:pt idx="53104">
                  <c:v>24.5</c:v>
                </c:pt>
                <c:pt idx="53105">
                  <c:v>24.5</c:v>
                </c:pt>
                <c:pt idx="53106">
                  <c:v>24.5</c:v>
                </c:pt>
                <c:pt idx="53107">
                  <c:v>24.5</c:v>
                </c:pt>
                <c:pt idx="53108">
                  <c:v>24.5</c:v>
                </c:pt>
                <c:pt idx="53109">
                  <c:v>24.5</c:v>
                </c:pt>
                <c:pt idx="53110">
                  <c:v>24.5</c:v>
                </c:pt>
                <c:pt idx="53111">
                  <c:v>24.5</c:v>
                </c:pt>
                <c:pt idx="53112">
                  <c:v>24.5</c:v>
                </c:pt>
                <c:pt idx="53113">
                  <c:v>24.5</c:v>
                </c:pt>
                <c:pt idx="53114">
                  <c:v>24.5</c:v>
                </c:pt>
                <c:pt idx="53115">
                  <c:v>24.5</c:v>
                </c:pt>
                <c:pt idx="53116">
                  <c:v>24.5</c:v>
                </c:pt>
                <c:pt idx="53117">
                  <c:v>24.5</c:v>
                </c:pt>
                <c:pt idx="53118">
                  <c:v>24.5</c:v>
                </c:pt>
                <c:pt idx="53119">
                  <c:v>24.5</c:v>
                </c:pt>
                <c:pt idx="53120">
                  <c:v>24.5</c:v>
                </c:pt>
                <c:pt idx="53121">
                  <c:v>24.5</c:v>
                </c:pt>
                <c:pt idx="53122">
                  <c:v>24.5</c:v>
                </c:pt>
                <c:pt idx="53123">
                  <c:v>24.5</c:v>
                </c:pt>
                <c:pt idx="53124">
                  <c:v>24.5</c:v>
                </c:pt>
                <c:pt idx="53125">
                  <c:v>24.5</c:v>
                </c:pt>
                <c:pt idx="53126">
                  <c:v>24.5</c:v>
                </c:pt>
                <c:pt idx="53127">
                  <c:v>24.5</c:v>
                </c:pt>
                <c:pt idx="53128">
                  <c:v>24.5</c:v>
                </c:pt>
                <c:pt idx="53129">
                  <c:v>24.5</c:v>
                </c:pt>
                <c:pt idx="53130">
                  <c:v>24.5</c:v>
                </c:pt>
                <c:pt idx="53131">
                  <c:v>24.5</c:v>
                </c:pt>
                <c:pt idx="53132">
                  <c:v>24.5</c:v>
                </c:pt>
                <c:pt idx="53133">
                  <c:v>24.5</c:v>
                </c:pt>
                <c:pt idx="53134">
                  <c:v>24.5</c:v>
                </c:pt>
                <c:pt idx="53135">
                  <c:v>24.5</c:v>
                </c:pt>
                <c:pt idx="53136">
                  <c:v>24.5</c:v>
                </c:pt>
                <c:pt idx="53137">
                  <c:v>24.5</c:v>
                </c:pt>
                <c:pt idx="53138">
                  <c:v>24.5</c:v>
                </c:pt>
                <c:pt idx="53139">
                  <c:v>24.5</c:v>
                </c:pt>
                <c:pt idx="53140">
                  <c:v>24.5</c:v>
                </c:pt>
                <c:pt idx="53141">
                  <c:v>24.5</c:v>
                </c:pt>
                <c:pt idx="53142">
                  <c:v>24.5</c:v>
                </c:pt>
                <c:pt idx="53143">
                  <c:v>24.5</c:v>
                </c:pt>
                <c:pt idx="53144">
                  <c:v>24.5</c:v>
                </c:pt>
                <c:pt idx="53145">
                  <c:v>24.5</c:v>
                </c:pt>
                <c:pt idx="53146">
                  <c:v>24.5</c:v>
                </c:pt>
                <c:pt idx="53147">
                  <c:v>24.5</c:v>
                </c:pt>
                <c:pt idx="53148">
                  <c:v>24.5</c:v>
                </c:pt>
                <c:pt idx="53149">
                  <c:v>24.5</c:v>
                </c:pt>
                <c:pt idx="53150">
                  <c:v>24.5</c:v>
                </c:pt>
                <c:pt idx="53151">
                  <c:v>24.5</c:v>
                </c:pt>
                <c:pt idx="53152">
                  <c:v>24.5</c:v>
                </c:pt>
                <c:pt idx="53153">
                  <c:v>24.5</c:v>
                </c:pt>
                <c:pt idx="53154">
                  <c:v>24.5</c:v>
                </c:pt>
                <c:pt idx="53155">
                  <c:v>24.5</c:v>
                </c:pt>
                <c:pt idx="53156">
                  <c:v>24.5</c:v>
                </c:pt>
                <c:pt idx="53157">
                  <c:v>24.5</c:v>
                </c:pt>
                <c:pt idx="53158">
                  <c:v>24.5</c:v>
                </c:pt>
                <c:pt idx="53159">
                  <c:v>24.5</c:v>
                </c:pt>
                <c:pt idx="53160">
                  <c:v>24.5</c:v>
                </c:pt>
                <c:pt idx="53161">
                  <c:v>24.5</c:v>
                </c:pt>
                <c:pt idx="53162">
                  <c:v>24.5</c:v>
                </c:pt>
                <c:pt idx="53163">
                  <c:v>24.5</c:v>
                </c:pt>
                <c:pt idx="53164">
                  <c:v>24.5</c:v>
                </c:pt>
                <c:pt idx="53165">
                  <c:v>24.5</c:v>
                </c:pt>
                <c:pt idx="53166">
                  <c:v>24.5</c:v>
                </c:pt>
                <c:pt idx="53167">
                  <c:v>24.5</c:v>
                </c:pt>
                <c:pt idx="53168">
                  <c:v>24.5</c:v>
                </c:pt>
                <c:pt idx="53169">
                  <c:v>24.5</c:v>
                </c:pt>
                <c:pt idx="53170">
                  <c:v>24.5</c:v>
                </c:pt>
                <c:pt idx="53171">
                  <c:v>24.5</c:v>
                </c:pt>
                <c:pt idx="53172">
                  <c:v>24.5</c:v>
                </c:pt>
                <c:pt idx="53173">
                  <c:v>24.5</c:v>
                </c:pt>
                <c:pt idx="53174">
                  <c:v>24.5</c:v>
                </c:pt>
                <c:pt idx="53175">
                  <c:v>24.5</c:v>
                </c:pt>
                <c:pt idx="53176">
                  <c:v>24.5</c:v>
                </c:pt>
                <c:pt idx="53177">
                  <c:v>24.5</c:v>
                </c:pt>
                <c:pt idx="53178">
                  <c:v>24.5</c:v>
                </c:pt>
                <c:pt idx="53179">
                  <c:v>24.5</c:v>
                </c:pt>
                <c:pt idx="53180">
                  <c:v>24.5</c:v>
                </c:pt>
                <c:pt idx="53181">
                  <c:v>24.5</c:v>
                </c:pt>
                <c:pt idx="53182">
                  <c:v>24.5</c:v>
                </c:pt>
                <c:pt idx="53183">
                  <c:v>24.5</c:v>
                </c:pt>
                <c:pt idx="53184">
                  <c:v>24.5</c:v>
                </c:pt>
                <c:pt idx="53185">
                  <c:v>24.5</c:v>
                </c:pt>
                <c:pt idx="53186">
                  <c:v>24.5</c:v>
                </c:pt>
                <c:pt idx="53187">
                  <c:v>24.5</c:v>
                </c:pt>
                <c:pt idx="53188">
                  <c:v>24.5</c:v>
                </c:pt>
                <c:pt idx="53189">
                  <c:v>24.5</c:v>
                </c:pt>
                <c:pt idx="53190">
                  <c:v>24.5</c:v>
                </c:pt>
                <c:pt idx="53191">
                  <c:v>24.5</c:v>
                </c:pt>
                <c:pt idx="53192">
                  <c:v>24.5</c:v>
                </c:pt>
                <c:pt idx="53193">
                  <c:v>24.5</c:v>
                </c:pt>
                <c:pt idx="53194">
                  <c:v>24.5</c:v>
                </c:pt>
                <c:pt idx="53195">
                  <c:v>24.5</c:v>
                </c:pt>
                <c:pt idx="53196">
                  <c:v>24.5</c:v>
                </c:pt>
                <c:pt idx="53197">
                  <c:v>24.5</c:v>
                </c:pt>
                <c:pt idx="53198">
                  <c:v>24.5</c:v>
                </c:pt>
                <c:pt idx="53199">
                  <c:v>24.5</c:v>
                </c:pt>
                <c:pt idx="53200">
                  <c:v>24.5</c:v>
                </c:pt>
                <c:pt idx="53201">
                  <c:v>24.5</c:v>
                </c:pt>
                <c:pt idx="53202">
                  <c:v>24.5</c:v>
                </c:pt>
                <c:pt idx="53203">
                  <c:v>24.5</c:v>
                </c:pt>
                <c:pt idx="53204">
                  <c:v>24.5</c:v>
                </c:pt>
                <c:pt idx="53205">
                  <c:v>24.5</c:v>
                </c:pt>
                <c:pt idx="53206">
                  <c:v>24.5</c:v>
                </c:pt>
                <c:pt idx="53207">
                  <c:v>24.5</c:v>
                </c:pt>
                <c:pt idx="53208">
                  <c:v>24.5</c:v>
                </c:pt>
                <c:pt idx="53209">
                  <c:v>24.5</c:v>
                </c:pt>
                <c:pt idx="53210">
                  <c:v>24.5</c:v>
                </c:pt>
                <c:pt idx="53211">
                  <c:v>24.5</c:v>
                </c:pt>
                <c:pt idx="53212">
                  <c:v>24.5</c:v>
                </c:pt>
                <c:pt idx="53213">
                  <c:v>24.5</c:v>
                </c:pt>
                <c:pt idx="53214">
                  <c:v>24.5</c:v>
                </c:pt>
                <c:pt idx="53215">
                  <c:v>24.5</c:v>
                </c:pt>
                <c:pt idx="53216">
                  <c:v>24.5</c:v>
                </c:pt>
                <c:pt idx="53217">
                  <c:v>24.5</c:v>
                </c:pt>
                <c:pt idx="53218">
                  <c:v>24.5</c:v>
                </c:pt>
                <c:pt idx="53219">
                  <c:v>24.5</c:v>
                </c:pt>
                <c:pt idx="53220">
                  <c:v>24.5</c:v>
                </c:pt>
                <c:pt idx="53221">
                  <c:v>24.5</c:v>
                </c:pt>
                <c:pt idx="53222">
                  <c:v>24.5</c:v>
                </c:pt>
                <c:pt idx="53223">
                  <c:v>24.5</c:v>
                </c:pt>
                <c:pt idx="53224">
                  <c:v>24.5</c:v>
                </c:pt>
                <c:pt idx="53225">
                  <c:v>24.5</c:v>
                </c:pt>
                <c:pt idx="53226">
                  <c:v>24.5</c:v>
                </c:pt>
                <c:pt idx="53227">
                  <c:v>24.5</c:v>
                </c:pt>
                <c:pt idx="53228">
                  <c:v>24.5</c:v>
                </c:pt>
                <c:pt idx="53229">
                  <c:v>24.5</c:v>
                </c:pt>
                <c:pt idx="53230">
                  <c:v>24.5</c:v>
                </c:pt>
                <c:pt idx="53231">
                  <c:v>24.5</c:v>
                </c:pt>
                <c:pt idx="53232">
                  <c:v>24.5</c:v>
                </c:pt>
                <c:pt idx="53233">
                  <c:v>24.5</c:v>
                </c:pt>
                <c:pt idx="53234">
                  <c:v>24.5</c:v>
                </c:pt>
                <c:pt idx="53235">
                  <c:v>24.5</c:v>
                </c:pt>
                <c:pt idx="53236">
                  <c:v>24.5</c:v>
                </c:pt>
                <c:pt idx="53237">
                  <c:v>24.5</c:v>
                </c:pt>
                <c:pt idx="53238">
                  <c:v>24.5</c:v>
                </c:pt>
                <c:pt idx="53239">
                  <c:v>24.5</c:v>
                </c:pt>
                <c:pt idx="53240">
                  <c:v>24.5</c:v>
                </c:pt>
                <c:pt idx="53241">
                  <c:v>24.5</c:v>
                </c:pt>
                <c:pt idx="53242">
                  <c:v>24.5</c:v>
                </c:pt>
                <c:pt idx="53243">
                  <c:v>24.5</c:v>
                </c:pt>
                <c:pt idx="53244">
                  <c:v>24.5</c:v>
                </c:pt>
                <c:pt idx="53245">
                  <c:v>24.5</c:v>
                </c:pt>
                <c:pt idx="53246">
                  <c:v>24.5</c:v>
                </c:pt>
                <c:pt idx="53247">
                  <c:v>24.5</c:v>
                </c:pt>
                <c:pt idx="53248">
                  <c:v>24.5</c:v>
                </c:pt>
                <c:pt idx="53249">
                  <c:v>24.5</c:v>
                </c:pt>
                <c:pt idx="53250">
                  <c:v>24.5</c:v>
                </c:pt>
                <c:pt idx="53251">
                  <c:v>24.5</c:v>
                </c:pt>
                <c:pt idx="53252">
                  <c:v>24.5</c:v>
                </c:pt>
                <c:pt idx="53253">
                  <c:v>24.5</c:v>
                </c:pt>
                <c:pt idx="53254">
                  <c:v>24.5</c:v>
                </c:pt>
                <c:pt idx="53255">
                  <c:v>24.5</c:v>
                </c:pt>
                <c:pt idx="53256">
                  <c:v>24.5</c:v>
                </c:pt>
                <c:pt idx="53257">
                  <c:v>24.5</c:v>
                </c:pt>
                <c:pt idx="53258">
                  <c:v>24.5</c:v>
                </c:pt>
                <c:pt idx="53259">
                  <c:v>24.5</c:v>
                </c:pt>
                <c:pt idx="53260">
                  <c:v>24.5</c:v>
                </c:pt>
                <c:pt idx="53261">
                  <c:v>24.5</c:v>
                </c:pt>
                <c:pt idx="53262">
                  <c:v>24.5</c:v>
                </c:pt>
                <c:pt idx="53263">
                  <c:v>24.5</c:v>
                </c:pt>
                <c:pt idx="53264">
                  <c:v>24.5</c:v>
                </c:pt>
                <c:pt idx="53265">
                  <c:v>24.5</c:v>
                </c:pt>
                <c:pt idx="53266">
                  <c:v>24.5</c:v>
                </c:pt>
                <c:pt idx="53267">
                  <c:v>24.5</c:v>
                </c:pt>
                <c:pt idx="53268">
                  <c:v>24.5</c:v>
                </c:pt>
                <c:pt idx="53269">
                  <c:v>24.5</c:v>
                </c:pt>
                <c:pt idx="53270">
                  <c:v>24.5</c:v>
                </c:pt>
                <c:pt idx="53271">
                  <c:v>24.5</c:v>
                </c:pt>
                <c:pt idx="53272">
                  <c:v>24.5</c:v>
                </c:pt>
                <c:pt idx="53273">
                  <c:v>24.5</c:v>
                </c:pt>
                <c:pt idx="53274">
                  <c:v>24.5</c:v>
                </c:pt>
                <c:pt idx="53275">
                  <c:v>24.5</c:v>
                </c:pt>
                <c:pt idx="53276">
                  <c:v>24.5</c:v>
                </c:pt>
                <c:pt idx="53277">
                  <c:v>24.5</c:v>
                </c:pt>
                <c:pt idx="53278">
                  <c:v>24.5</c:v>
                </c:pt>
                <c:pt idx="53279">
                  <c:v>24.5</c:v>
                </c:pt>
                <c:pt idx="53280">
                  <c:v>24.5</c:v>
                </c:pt>
                <c:pt idx="53281">
                  <c:v>24.5</c:v>
                </c:pt>
                <c:pt idx="53282">
                  <c:v>24.5</c:v>
                </c:pt>
                <c:pt idx="53283">
                  <c:v>24.5</c:v>
                </c:pt>
                <c:pt idx="53284">
                  <c:v>24.5</c:v>
                </c:pt>
                <c:pt idx="53285">
                  <c:v>24.5</c:v>
                </c:pt>
                <c:pt idx="53286">
                  <c:v>24.5</c:v>
                </c:pt>
                <c:pt idx="53287">
                  <c:v>24.5</c:v>
                </c:pt>
                <c:pt idx="53288">
                  <c:v>24.5</c:v>
                </c:pt>
                <c:pt idx="53289">
                  <c:v>24.5</c:v>
                </c:pt>
                <c:pt idx="53290">
                  <c:v>24.5</c:v>
                </c:pt>
                <c:pt idx="53291">
                  <c:v>24.5</c:v>
                </c:pt>
                <c:pt idx="53292">
                  <c:v>24.5</c:v>
                </c:pt>
                <c:pt idx="53293">
                  <c:v>24.5</c:v>
                </c:pt>
                <c:pt idx="53294">
                  <c:v>24.5</c:v>
                </c:pt>
                <c:pt idx="53295">
                  <c:v>24.5</c:v>
                </c:pt>
                <c:pt idx="53296">
                  <c:v>24.5</c:v>
                </c:pt>
                <c:pt idx="53297">
                  <c:v>24.5</c:v>
                </c:pt>
                <c:pt idx="53298">
                  <c:v>24.5</c:v>
                </c:pt>
                <c:pt idx="53299">
                  <c:v>24.5</c:v>
                </c:pt>
                <c:pt idx="53300">
                  <c:v>24.5</c:v>
                </c:pt>
                <c:pt idx="53301">
                  <c:v>24.5</c:v>
                </c:pt>
                <c:pt idx="53302">
                  <c:v>24.5</c:v>
                </c:pt>
                <c:pt idx="53303">
                  <c:v>24.5</c:v>
                </c:pt>
                <c:pt idx="53304">
                  <c:v>24.5</c:v>
                </c:pt>
                <c:pt idx="53305">
                  <c:v>24.5</c:v>
                </c:pt>
                <c:pt idx="53306">
                  <c:v>24.5</c:v>
                </c:pt>
                <c:pt idx="53307">
                  <c:v>24.5</c:v>
                </c:pt>
                <c:pt idx="53308">
                  <c:v>24.5</c:v>
                </c:pt>
                <c:pt idx="53309">
                  <c:v>24.5</c:v>
                </c:pt>
                <c:pt idx="53310">
                  <c:v>24.5</c:v>
                </c:pt>
                <c:pt idx="53311">
                  <c:v>24.5</c:v>
                </c:pt>
                <c:pt idx="53312">
                  <c:v>24.5</c:v>
                </c:pt>
                <c:pt idx="53313">
                  <c:v>24.5</c:v>
                </c:pt>
                <c:pt idx="53314">
                  <c:v>24.45</c:v>
                </c:pt>
                <c:pt idx="53315">
                  <c:v>24.45</c:v>
                </c:pt>
                <c:pt idx="53316">
                  <c:v>24.45</c:v>
                </c:pt>
                <c:pt idx="53317">
                  <c:v>24.45</c:v>
                </c:pt>
                <c:pt idx="53318">
                  <c:v>24.45</c:v>
                </c:pt>
                <c:pt idx="53319">
                  <c:v>24.5</c:v>
                </c:pt>
                <c:pt idx="53320">
                  <c:v>24.5</c:v>
                </c:pt>
                <c:pt idx="53321">
                  <c:v>24.45</c:v>
                </c:pt>
                <c:pt idx="53322">
                  <c:v>24.5</c:v>
                </c:pt>
                <c:pt idx="53323">
                  <c:v>24.5</c:v>
                </c:pt>
                <c:pt idx="53324">
                  <c:v>24.5</c:v>
                </c:pt>
                <c:pt idx="53325">
                  <c:v>24.5</c:v>
                </c:pt>
                <c:pt idx="53326">
                  <c:v>24.5</c:v>
                </c:pt>
                <c:pt idx="53327">
                  <c:v>24.5</c:v>
                </c:pt>
                <c:pt idx="53328">
                  <c:v>24.5</c:v>
                </c:pt>
                <c:pt idx="53329">
                  <c:v>24.5</c:v>
                </c:pt>
                <c:pt idx="53330">
                  <c:v>24.5</c:v>
                </c:pt>
                <c:pt idx="53331">
                  <c:v>24.5</c:v>
                </c:pt>
                <c:pt idx="53332">
                  <c:v>24.5</c:v>
                </c:pt>
                <c:pt idx="53333">
                  <c:v>24.5</c:v>
                </c:pt>
                <c:pt idx="53334">
                  <c:v>24.5</c:v>
                </c:pt>
                <c:pt idx="53335">
                  <c:v>24.5</c:v>
                </c:pt>
                <c:pt idx="53336">
                  <c:v>24.5</c:v>
                </c:pt>
                <c:pt idx="53337">
                  <c:v>24.5</c:v>
                </c:pt>
                <c:pt idx="53338">
                  <c:v>24.5</c:v>
                </c:pt>
                <c:pt idx="53339">
                  <c:v>24.5</c:v>
                </c:pt>
                <c:pt idx="53340">
                  <c:v>24.5</c:v>
                </c:pt>
                <c:pt idx="53341">
                  <c:v>24.5</c:v>
                </c:pt>
                <c:pt idx="53342">
                  <c:v>24.5</c:v>
                </c:pt>
                <c:pt idx="53343">
                  <c:v>24.5</c:v>
                </c:pt>
                <c:pt idx="53344">
                  <c:v>24.5</c:v>
                </c:pt>
                <c:pt idx="53345">
                  <c:v>24.5</c:v>
                </c:pt>
                <c:pt idx="53346">
                  <c:v>24.5</c:v>
                </c:pt>
                <c:pt idx="53347">
                  <c:v>24.5</c:v>
                </c:pt>
                <c:pt idx="53348">
                  <c:v>24.5</c:v>
                </c:pt>
                <c:pt idx="53349">
                  <c:v>24.5</c:v>
                </c:pt>
                <c:pt idx="53350">
                  <c:v>24.5</c:v>
                </c:pt>
                <c:pt idx="53351">
                  <c:v>24.5</c:v>
                </c:pt>
                <c:pt idx="53352">
                  <c:v>24.5</c:v>
                </c:pt>
                <c:pt idx="53353">
                  <c:v>24.5</c:v>
                </c:pt>
                <c:pt idx="53354">
                  <c:v>24.5</c:v>
                </c:pt>
                <c:pt idx="53355">
                  <c:v>24.5</c:v>
                </c:pt>
                <c:pt idx="53356">
                  <c:v>24.5</c:v>
                </c:pt>
                <c:pt idx="53357">
                  <c:v>24.5</c:v>
                </c:pt>
                <c:pt idx="53358">
                  <c:v>24.5</c:v>
                </c:pt>
                <c:pt idx="53359">
                  <c:v>24.5</c:v>
                </c:pt>
                <c:pt idx="53360">
                  <c:v>24.5</c:v>
                </c:pt>
                <c:pt idx="53361">
                  <c:v>24.5</c:v>
                </c:pt>
                <c:pt idx="53362">
                  <c:v>24.5</c:v>
                </c:pt>
                <c:pt idx="53363">
                  <c:v>24.5</c:v>
                </c:pt>
                <c:pt idx="53364">
                  <c:v>24.5</c:v>
                </c:pt>
                <c:pt idx="53365">
                  <c:v>24.5</c:v>
                </c:pt>
                <c:pt idx="53366">
                  <c:v>24.5</c:v>
                </c:pt>
                <c:pt idx="53367">
                  <c:v>24.5</c:v>
                </c:pt>
                <c:pt idx="53368">
                  <c:v>24.5</c:v>
                </c:pt>
                <c:pt idx="53369">
                  <c:v>24.5</c:v>
                </c:pt>
                <c:pt idx="53370">
                  <c:v>24.45</c:v>
                </c:pt>
                <c:pt idx="53371">
                  <c:v>24.45</c:v>
                </c:pt>
                <c:pt idx="53372">
                  <c:v>24.45</c:v>
                </c:pt>
                <c:pt idx="53373">
                  <c:v>24.45</c:v>
                </c:pt>
                <c:pt idx="53374">
                  <c:v>24.45</c:v>
                </c:pt>
                <c:pt idx="53375">
                  <c:v>24.45</c:v>
                </c:pt>
                <c:pt idx="53376">
                  <c:v>24.45</c:v>
                </c:pt>
                <c:pt idx="53377">
                  <c:v>24.45</c:v>
                </c:pt>
                <c:pt idx="53378">
                  <c:v>24.5</c:v>
                </c:pt>
                <c:pt idx="53379">
                  <c:v>24.5</c:v>
                </c:pt>
                <c:pt idx="53380">
                  <c:v>24.5</c:v>
                </c:pt>
                <c:pt idx="53381">
                  <c:v>24.45</c:v>
                </c:pt>
                <c:pt idx="53382">
                  <c:v>24.5</c:v>
                </c:pt>
                <c:pt idx="53383">
                  <c:v>24.5</c:v>
                </c:pt>
                <c:pt idx="53384">
                  <c:v>24.5</c:v>
                </c:pt>
                <c:pt idx="53385">
                  <c:v>24.5</c:v>
                </c:pt>
                <c:pt idx="53386">
                  <c:v>24.5</c:v>
                </c:pt>
                <c:pt idx="53387">
                  <c:v>24.5</c:v>
                </c:pt>
                <c:pt idx="53388">
                  <c:v>24.5</c:v>
                </c:pt>
                <c:pt idx="53389">
                  <c:v>24.5</c:v>
                </c:pt>
                <c:pt idx="53390">
                  <c:v>24.5</c:v>
                </c:pt>
                <c:pt idx="53391">
                  <c:v>24.5</c:v>
                </c:pt>
                <c:pt idx="53392">
                  <c:v>24.5</c:v>
                </c:pt>
                <c:pt idx="53393">
                  <c:v>24.5</c:v>
                </c:pt>
                <c:pt idx="53394">
                  <c:v>24.5</c:v>
                </c:pt>
                <c:pt idx="53395">
                  <c:v>24.5</c:v>
                </c:pt>
                <c:pt idx="53396">
                  <c:v>24.5</c:v>
                </c:pt>
                <c:pt idx="53397">
                  <c:v>24.5</c:v>
                </c:pt>
                <c:pt idx="53398">
                  <c:v>24.5</c:v>
                </c:pt>
                <c:pt idx="53399">
                  <c:v>24.45</c:v>
                </c:pt>
                <c:pt idx="53400">
                  <c:v>24.45</c:v>
                </c:pt>
                <c:pt idx="53401">
                  <c:v>24.45</c:v>
                </c:pt>
                <c:pt idx="53402">
                  <c:v>24.45</c:v>
                </c:pt>
                <c:pt idx="53403">
                  <c:v>24.45</c:v>
                </c:pt>
                <c:pt idx="53404">
                  <c:v>24.45</c:v>
                </c:pt>
                <c:pt idx="53405">
                  <c:v>24.45</c:v>
                </c:pt>
                <c:pt idx="53406">
                  <c:v>24.45</c:v>
                </c:pt>
                <c:pt idx="53407">
                  <c:v>24.45</c:v>
                </c:pt>
                <c:pt idx="53408">
                  <c:v>24.5</c:v>
                </c:pt>
                <c:pt idx="53409">
                  <c:v>24.5</c:v>
                </c:pt>
                <c:pt idx="53410">
                  <c:v>24.5</c:v>
                </c:pt>
                <c:pt idx="53411">
                  <c:v>24.5</c:v>
                </c:pt>
                <c:pt idx="53412">
                  <c:v>24.5</c:v>
                </c:pt>
                <c:pt idx="53413">
                  <c:v>24.5</c:v>
                </c:pt>
                <c:pt idx="53414">
                  <c:v>24.5</c:v>
                </c:pt>
                <c:pt idx="53415">
                  <c:v>24.5</c:v>
                </c:pt>
                <c:pt idx="53416">
                  <c:v>24.5</c:v>
                </c:pt>
                <c:pt idx="53417">
                  <c:v>24.5</c:v>
                </c:pt>
                <c:pt idx="53418">
                  <c:v>24.5</c:v>
                </c:pt>
                <c:pt idx="53419">
                  <c:v>24.5</c:v>
                </c:pt>
                <c:pt idx="53420">
                  <c:v>24.5</c:v>
                </c:pt>
                <c:pt idx="53421">
                  <c:v>24.5</c:v>
                </c:pt>
                <c:pt idx="53422">
                  <c:v>24.5</c:v>
                </c:pt>
                <c:pt idx="53423">
                  <c:v>24.5</c:v>
                </c:pt>
                <c:pt idx="53424">
                  <c:v>24.5</c:v>
                </c:pt>
                <c:pt idx="53425">
                  <c:v>24.5</c:v>
                </c:pt>
                <c:pt idx="53426">
                  <c:v>24.5</c:v>
                </c:pt>
                <c:pt idx="53427">
                  <c:v>24.5</c:v>
                </c:pt>
                <c:pt idx="53428">
                  <c:v>24.45</c:v>
                </c:pt>
                <c:pt idx="53429">
                  <c:v>24.45</c:v>
                </c:pt>
                <c:pt idx="53430">
                  <c:v>24.45</c:v>
                </c:pt>
                <c:pt idx="53431">
                  <c:v>24.5</c:v>
                </c:pt>
                <c:pt idx="53432">
                  <c:v>24.5</c:v>
                </c:pt>
                <c:pt idx="53433">
                  <c:v>24.45</c:v>
                </c:pt>
                <c:pt idx="53434">
                  <c:v>24.45</c:v>
                </c:pt>
                <c:pt idx="53435">
                  <c:v>24.45</c:v>
                </c:pt>
                <c:pt idx="53436">
                  <c:v>24.5</c:v>
                </c:pt>
                <c:pt idx="53437">
                  <c:v>24.5</c:v>
                </c:pt>
                <c:pt idx="53438">
                  <c:v>24.45</c:v>
                </c:pt>
                <c:pt idx="53439">
                  <c:v>24.45</c:v>
                </c:pt>
                <c:pt idx="53440">
                  <c:v>24.5</c:v>
                </c:pt>
                <c:pt idx="53441">
                  <c:v>24.5</c:v>
                </c:pt>
                <c:pt idx="53442">
                  <c:v>24.5</c:v>
                </c:pt>
                <c:pt idx="53443">
                  <c:v>24.5</c:v>
                </c:pt>
                <c:pt idx="53444">
                  <c:v>24.5</c:v>
                </c:pt>
                <c:pt idx="53445">
                  <c:v>24.5</c:v>
                </c:pt>
                <c:pt idx="53446">
                  <c:v>24.5</c:v>
                </c:pt>
                <c:pt idx="53447">
                  <c:v>24.5</c:v>
                </c:pt>
                <c:pt idx="53448">
                  <c:v>24.5</c:v>
                </c:pt>
                <c:pt idx="53449">
                  <c:v>24.5</c:v>
                </c:pt>
                <c:pt idx="53450">
                  <c:v>24.5</c:v>
                </c:pt>
                <c:pt idx="53451">
                  <c:v>24.5</c:v>
                </c:pt>
                <c:pt idx="53452">
                  <c:v>24.5</c:v>
                </c:pt>
                <c:pt idx="53453">
                  <c:v>24.5</c:v>
                </c:pt>
                <c:pt idx="53454">
                  <c:v>24.5</c:v>
                </c:pt>
                <c:pt idx="53455">
                  <c:v>24.5</c:v>
                </c:pt>
                <c:pt idx="53456">
                  <c:v>24.5</c:v>
                </c:pt>
                <c:pt idx="53457">
                  <c:v>24.45</c:v>
                </c:pt>
                <c:pt idx="53458">
                  <c:v>24.5</c:v>
                </c:pt>
                <c:pt idx="53459">
                  <c:v>24.45</c:v>
                </c:pt>
                <c:pt idx="53460">
                  <c:v>24.45</c:v>
                </c:pt>
                <c:pt idx="53461">
                  <c:v>24.45</c:v>
                </c:pt>
                <c:pt idx="53462">
                  <c:v>24.45</c:v>
                </c:pt>
                <c:pt idx="53463">
                  <c:v>24.45</c:v>
                </c:pt>
                <c:pt idx="53464">
                  <c:v>24.5</c:v>
                </c:pt>
                <c:pt idx="53465">
                  <c:v>24.5</c:v>
                </c:pt>
                <c:pt idx="53466">
                  <c:v>24.5</c:v>
                </c:pt>
                <c:pt idx="53467">
                  <c:v>24.45</c:v>
                </c:pt>
                <c:pt idx="53468">
                  <c:v>24.5</c:v>
                </c:pt>
                <c:pt idx="53469">
                  <c:v>24.5</c:v>
                </c:pt>
                <c:pt idx="53470">
                  <c:v>24.5</c:v>
                </c:pt>
                <c:pt idx="53471">
                  <c:v>24.5</c:v>
                </c:pt>
                <c:pt idx="53472">
                  <c:v>24.5</c:v>
                </c:pt>
                <c:pt idx="53473">
                  <c:v>24.5</c:v>
                </c:pt>
                <c:pt idx="53474">
                  <c:v>24.5</c:v>
                </c:pt>
                <c:pt idx="53475">
                  <c:v>24.5</c:v>
                </c:pt>
                <c:pt idx="53476">
                  <c:v>24.5</c:v>
                </c:pt>
                <c:pt idx="53477">
                  <c:v>24.5</c:v>
                </c:pt>
                <c:pt idx="53478">
                  <c:v>24.5</c:v>
                </c:pt>
                <c:pt idx="53479">
                  <c:v>24.5</c:v>
                </c:pt>
                <c:pt idx="53480">
                  <c:v>24.5</c:v>
                </c:pt>
                <c:pt idx="53481">
                  <c:v>24.5</c:v>
                </c:pt>
                <c:pt idx="53482">
                  <c:v>24.5</c:v>
                </c:pt>
                <c:pt idx="53483">
                  <c:v>24.5</c:v>
                </c:pt>
                <c:pt idx="53484">
                  <c:v>24.5</c:v>
                </c:pt>
                <c:pt idx="53485">
                  <c:v>24.5</c:v>
                </c:pt>
                <c:pt idx="53486">
                  <c:v>24.45</c:v>
                </c:pt>
                <c:pt idx="53487">
                  <c:v>24.45</c:v>
                </c:pt>
                <c:pt idx="53488">
                  <c:v>24.5</c:v>
                </c:pt>
                <c:pt idx="53489">
                  <c:v>24.45</c:v>
                </c:pt>
                <c:pt idx="53490">
                  <c:v>24.5</c:v>
                </c:pt>
                <c:pt idx="53491">
                  <c:v>24.45</c:v>
                </c:pt>
                <c:pt idx="53492">
                  <c:v>24.5</c:v>
                </c:pt>
                <c:pt idx="53493">
                  <c:v>24.5</c:v>
                </c:pt>
                <c:pt idx="53494">
                  <c:v>24.5</c:v>
                </c:pt>
                <c:pt idx="53495">
                  <c:v>24.5</c:v>
                </c:pt>
                <c:pt idx="53496">
                  <c:v>24.5</c:v>
                </c:pt>
                <c:pt idx="53497">
                  <c:v>24.5</c:v>
                </c:pt>
                <c:pt idx="53498">
                  <c:v>24.5</c:v>
                </c:pt>
                <c:pt idx="53499">
                  <c:v>24.5</c:v>
                </c:pt>
                <c:pt idx="53500">
                  <c:v>24.5</c:v>
                </c:pt>
                <c:pt idx="53501">
                  <c:v>24.5</c:v>
                </c:pt>
                <c:pt idx="53502">
                  <c:v>24.5</c:v>
                </c:pt>
                <c:pt idx="53503">
                  <c:v>24.5</c:v>
                </c:pt>
                <c:pt idx="53504">
                  <c:v>24.5</c:v>
                </c:pt>
                <c:pt idx="53505">
                  <c:v>24.5</c:v>
                </c:pt>
                <c:pt idx="53506">
                  <c:v>24.5</c:v>
                </c:pt>
                <c:pt idx="53507">
                  <c:v>24.5</c:v>
                </c:pt>
                <c:pt idx="53508">
                  <c:v>24.5</c:v>
                </c:pt>
                <c:pt idx="53509">
                  <c:v>24.5</c:v>
                </c:pt>
                <c:pt idx="53510">
                  <c:v>24.5</c:v>
                </c:pt>
                <c:pt idx="53511">
                  <c:v>24.5</c:v>
                </c:pt>
                <c:pt idx="53512">
                  <c:v>24.5</c:v>
                </c:pt>
                <c:pt idx="53513">
                  <c:v>24.5</c:v>
                </c:pt>
                <c:pt idx="53514">
                  <c:v>24.5</c:v>
                </c:pt>
                <c:pt idx="53515">
                  <c:v>24.5</c:v>
                </c:pt>
                <c:pt idx="53516">
                  <c:v>24.5</c:v>
                </c:pt>
                <c:pt idx="53517">
                  <c:v>24.5</c:v>
                </c:pt>
                <c:pt idx="53518">
                  <c:v>24.5</c:v>
                </c:pt>
                <c:pt idx="53519">
                  <c:v>24.5</c:v>
                </c:pt>
                <c:pt idx="53520">
                  <c:v>24.5</c:v>
                </c:pt>
                <c:pt idx="53521">
                  <c:v>24.5</c:v>
                </c:pt>
                <c:pt idx="53522">
                  <c:v>24.5</c:v>
                </c:pt>
                <c:pt idx="53523">
                  <c:v>24.5</c:v>
                </c:pt>
                <c:pt idx="53524">
                  <c:v>24.5</c:v>
                </c:pt>
                <c:pt idx="53525">
                  <c:v>24.5</c:v>
                </c:pt>
                <c:pt idx="53526">
                  <c:v>24.5</c:v>
                </c:pt>
                <c:pt idx="53527">
                  <c:v>24.5</c:v>
                </c:pt>
                <c:pt idx="53528">
                  <c:v>24.5</c:v>
                </c:pt>
                <c:pt idx="53529">
                  <c:v>24.5</c:v>
                </c:pt>
                <c:pt idx="53530">
                  <c:v>24.5</c:v>
                </c:pt>
                <c:pt idx="53531">
                  <c:v>24.5</c:v>
                </c:pt>
                <c:pt idx="53532">
                  <c:v>24.5</c:v>
                </c:pt>
                <c:pt idx="53533">
                  <c:v>24.5</c:v>
                </c:pt>
                <c:pt idx="53534">
                  <c:v>24.5</c:v>
                </c:pt>
                <c:pt idx="53535">
                  <c:v>24.5</c:v>
                </c:pt>
                <c:pt idx="53536">
                  <c:v>24.5</c:v>
                </c:pt>
                <c:pt idx="53537">
                  <c:v>24.5</c:v>
                </c:pt>
                <c:pt idx="53538">
                  <c:v>24.5</c:v>
                </c:pt>
                <c:pt idx="53539">
                  <c:v>24.5</c:v>
                </c:pt>
                <c:pt idx="53540">
                  <c:v>24.5</c:v>
                </c:pt>
                <c:pt idx="53541">
                  <c:v>24.5</c:v>
                </c:pt>
                <c:pt idx="53542">
                  <c:v>24.5</c:v>
                </c:pt>
                <c:pt idx="53543">
                  <c:v>24.5</c:v>
                </c:pt>
                <c:pt idx="53544">
                  <c:v>24.5</c:v>
                </c:pt>
                <c:pt idx="53545">
                  <c:v>24.5</c:v>
                </c:pt>
                <c:pt idx="53546">
                  <c:v>24.5</c:v>
                </c:pt>
                <c:pt idx="53547">
                  <c:v>24.5</c:v>
                </c:pt>
                <c:pt idx="53548">
                  <c:v>24.5</c:v>
                </c:pt>
                <c:pt idx="53549">
                  <c:v>24.5</c:v>
                </c:pt>
                <c:pt idx="53550">
                  <c:v>24.5</c:v>
                </c:pt>
                <c:pt idx="53551">
                  <c:v>24.5</c:v>
                </c:pt>
                <c:pt idx="53552">
                  <c:v>24.5</c:v>
                </c:pt>
                <c:pt idx="53553">
                  <c:v>24.5</c:v>
                </c:pt>
                <c:pt idx="53554">
                  <c:v>24.5</c:v>
                </c:pt>
                <c:pt idx="53555">
                  <c:v>24.5</c:v>
                </c:pt>
                <c:pt idx="53556">
                  <c:v>24.5</c:v>
                </c:pt>
                <c:pt idx="53557">
                  <c:v>24.5</c:v>
                </c:pt>
                <c:pt idx="53558">
                  <c:v>24.5</c:v>
                </c:pt>
                <c:pt idx="53559">
                  <c:v>24.5</c:v>
                </c:pt>
                <c:pt idx="53560">
                  <c:v>24.5</c:v>
                </c:pt>
                <c:pt idx="53561">
                  <c:v>24.5</c:v>
                </c:pt>
                <c:pt idx="53562">
                  <c:v>24.5</c:v>
                </c:pt>
                <c:pt idx="53563">
                  <c:v>24.5</c:v>
                </c:pt>
                <c:pt idx="53564">
                  <c:v>24.5</c:v>
                </c:pt>
                <c:pt idx="53565">
                  <c:v>24.5</c:v>
                </c:pt>
                <c:pt idx="53566">
                  <c:v>24.5</c:v>
                </c:pt>
                <c:pt idx="53567">
                  <c:v>24.5</c:v>
                </c:pt>
                <c:pt idx="53568">
                  <c:v>24.5</c:v>
                </c:pt>
                <c:pt idx="53569">
                  <c:v>24.5</c:v>
                </c:pt>
                <c:pt idx="53570">
                  <c:v>24.5</c:v>
                </c:pt>
                <c:pt idx="53571">
                  <c:v>24.5</c:v>
                </c:pt>
                <c:pt idx="53572">
                  <c:v>24.5</c:v>
                </c:pt>
                <c:pt idx="53573">
                  <c:v>24.5</c:v>
                </c:pt>
                <c:pt idx="53574">
                  <c:v>24.5</c:v>
                </c:pt>
                <c:pt idx="53575">
                  <c:v>24.5</c:v>
                </c:pt>
                <c:pt idx="53576">
                  <c:v>24.5</c:v>
                </c:pt>
                <c:pt idx="53577">
                  <c:v>24.5</c:v>
                </c:pt>
                <c:pt idx="53578">
                  <c:v>24.5</c:v>
                </c:pt>
                <c:pt idx="53579">
                  <c:v>24.5</c:v>
                </c:pt>
                <c:pt idx="53580">
                  <c:v>24.5</c:v>
                </c:pt>
                <c:pt idx="53581">
                  <c:v>24.5</c:v>
                </c:pt>
                <c:pt idx="53582">
                  <c:v>24.5</c:v>
                </c:pt>
                <c:pt idx="53583">
                  <c:v>24.5</c:v>
                </c:pt>
                <c:pt idx="53584">
                  <c:v>24.5</c:v>
                </c:pt>
                <c:pt idx="53585">
                  <c:v>24.5</c:v>
                </c:pt>
                <c:pt idx="53586">
                  <c:v>24.5</c:v>
                </c:pt>
                <c:pt idx="53587">
                  <c:v>24.5</c:v>
                </c:pt>
                <c:pt idx="53588">
                  <c:v>24.5</c:v>
                </c:pt>
                <c:pt idx="53589">
                  <c:v>24.5</c:v>
                </c:pt>
                <c:pt idx="53590">
                  <c:v>24.5</c:v>
                </c:pt>
                <c:pt idx="53591">
                  <c:v>24.5</c:v>
                </c:pt>
                <c:pt idx="53592">
                  <c:v>24.5</c:v>
                </c:pt>
                <c:pt idx="53593">
                  <c:v>24.5</c:v>
                </c:pt>
                <c:pt idx="53594">
                  <c:v>24.5</c:v>
                </c:pt>
                <c:pt idx="53595">
                  <c:v>24.5</c:v>
                </c:pt>
                <c:pt idx="53596">
                  <c:v>24.5</c:v>
                </c:pt>
                <c:pt idx="53597">
                  <c:v>24.5</c:v>
                </c:pt>
                <c:pt idx="53598">
                  <c:v>24.5</c:v>
                </c:pt>
                <c:pt idx="53599">
                  <c:v>24.5</c:v>
                </c:pt>
                <c:pt idx="53600">
                  <c:v>24.5</c:v>
                </c:pt>
                <c:pt idx="53601">
                  <c:v>24.5</c:v>
                </c:pt>
                <c:pt idx="53602">
                  <c:v>24.5</c:v>
                </c:pt>
                <c:pt idx="53603">
                  <c:v>24.5</c:v>
                </c:pt>
                <c:pt idx="53604">
                  <c:v>24.5</c:v>
                </c:pt>
                <c:pt idx="53605">
                  <c:v>24.5</c:v>
                </c:pt>
                <c:pt idx="53606">
                  <c:v>24.5</c:v>
                </c:pt>
                <c:pt idx="53607">
                  <c:v>24.5</c:v>
                </c:pt>
                <c:pt idx="53608">
                  <c:v>24.5</c:v>
                </c:pt>
                <c:pt idx="53609">
                  <c:v>24.5</c:v>
                </c:pt>
                <c:pt idx="53610">
                  <c:v>24.5</c:v>
                </c:pt>
                <c:pt idx="53611">
                  <c:v>24.5</c:v>
                </c:pt>
                <c:pt idx="53612">
                  <c:v>24.5</c:v>
                </c:pt>
                <c:pt idx="53613">
                  <c:v>24.5</c:v>
                </c:pt>
                <c:pt idx="53614">
                  <c:v>24.5</c:v>
                </c:pt>
                <c:pt idx="53615">
                  <c:v>24.5</c:v>
                </c:pt>
                <c:pt idx="53616">
                  <c:v>24.5</c:v>
                </c:pt>
                <c:pt idx="53617">
                  <c:v>24.5</c:v>
                </c:pt>
                <c:pt idx="53618">
                  <c:v>24.5</c:v>
                </c:pt>
                <c:pt idx="53619">
                  <c:v>24.5</c:v>
                </c:pt>
                <c:pt idx="53620">
                  <c:v>24.5</c:v>
                </c:pt>
                <c:pt idx="53621">
                  <c:v>24.5</c:v>
                </c:pt>
                <c:pt idx="53622">
                  <c:v>24.5</c:v>
                </c:pt>
                <c:pt idx="53623">
                  <c:v>24.5</c:v>
                </c:pt>
                <c:pt idx="53624">
                  <c:v>24.5</c:v>
                </c:pt>
                <c:pt idx="53625">
                  <c:v>24.5</c:v>
                </c:pt>
                <c:pt idx="53626">
                  <c:v>24.5</c:v>
                </c:pt>
                <c:pt idx="53627">
                  <c:v>24.5</c:v>
                </c:pt>
                <c:pt idx="53628">
                  <c:v>24.5</c:v>
                </c:pt>
                <c:pt idx="53629">
                  <c:v>24.5</c:v>
                </c:pt>
                <c:pt idx="53630">
                  <c:v>24.5</c:v>
                </c:pt>
                <c:pt idx="53631">
                  <c:v>24.5</c:v>
                </c:pt>
                <c:pt idx="53632">
                  <c:v>24.5</c:v>
                </c:pt>
                <c:pt idx="53633">
                  <c:v>24.5</c:v>
                </c:pt>
                <c:pt idx="53634">
                  <c:v>24.5</c:v>
                </c:pt>
                <c:pt idx="53635">
                  <c:v>24.5</c:v>
                </c:pt>
                <c:pt idx="53636">
                  <c:v>24.5</c:v>
                </c:pt>
                <c:pt idx="53637">
                  <c:v>24.5</c:v>
                </c:pt>
                <c:pt idx="53638">
                  <c:v>24.5</c:v>
                </c:pt>
                <c:pt idx="53639">
                  <c:v>24.5</c:v>
                </c:pt>
                <c:pt idx="53640">
                  <c:v>24.5</c:v>
                </c:pt>
                <c:pt idx="53641">
                  <c:v>24.5</c:v>
                </c:pt>
                <c:pt idx="53642">
                  <c:v>24.5</c:v>
                </c:pt>
                <c:pt idx="53643">
                  <c:v>24.5</c:v>
                </c:pt>
                <c:pt idx="53644">
                  <c:v>24.5</c:v>
                </c:pt>
                <c:pt idx="53645">
                  <c:v>24.5</c:v>
                </c:pt>
                <c:pt idx="53646">
                  <c:v>24.5</c:v>
                </c:pt>
                <c:pt idx="53647">
                  <c:v>24.5</c:v>
                </c:pt>
                <c:pt idx="53648">
                  <c:v>24.5</c:v>
                </c:pt>
                <c:pt idx="53649">
                  <c:v>24.5</c:v>
                </c:pt>
                <c:pt idx="53650">
                  <c:v>24.5</c:v>
                </c:pt>
                <c:pt idx="53651">
                  <c:v>24.5</c:v>
                </c:pt>
                <c:pt idx="53652">
                  <c:v>24.5</c:v>
                </c:pt>
                <c:pt idx="53653">
                  <c:v>24.5</c:v>
                </c:pt>
                <c:pt idx="53654">
                  <c:v>24.5</c:v>
                </c:pt>
                <c:pt idx="53655">
                  <c:v>24.5</c:v>
                </c:pt>
                <c:pt idx="53656">
                  <c:v>24.5</c:v>
                </c:pt>
                <c:pt idx="53657">
                  <c:v>24.5</c:v>
                </c:pt>
                <c:pt idx="53658">
                  <c:v>24.5</c:v>
                </c:pt>
                <c:pt idx="53659">
                  <c:v>24.5</c:v>
                </c:pt>
                <c:pt idx="53660">
                  <c:v>24.5</c:v>
                </c:pt>
                <c:pt idx="53661">
                  <c:v>24.5</c:v>
                </c:pt>
                <c:pt idx="53662">
                  <c:v>24.5</c:v>
                </c:pt>
                <c:pt idx="53663">
                  <c:v>24.5</c:v>
                </c:pt>
                <c:pt idx="53664">
                  <c:v>24.5</c:v>
                </c:pt>
                <c:pt idx="53665">
                  <c:v>24.5</c:v>
                </c:pt>
                <c:pt idx="53666">
                  <c:v>24.5</c:v>
                </c:pt>
                <c:pt idx="53667">
                  <c:v>24.5</c:v>
                </c:pt>
                <c:pt idx="53668">
                  <c:v>24.5</c:v>
                </c:pt>
                <c:pt idx="53669">
                  <c:v>24.5</c:v>
                </c:pt>
                <c:pt idx="53670">
                  <c:v>24.5</c:v>
                </c:pt>
                <c:pt idx="53671">
                  <c:v>24.5</c:v>
                </c:pt>
                <c:pt idx="53672">
                  <c:v>24.5</c:v>
                </c:pt>
                <c:pt idx="53673">
                  <c:v>24.5</c:v>
                </c:pt>
                <c:pt idx="53674">
                  <c:v>24.5</c:v>
                </c:pt>
                <c:pt idx="53675">
                  <c:v>24.5</c:v>
                </c:pt>
                <c:pt idx="53676">
                  <c:v>24.5</c:v>
                </c:pt>
                <c:pt idx="53677">
                  <c:v>24.5</c:v>
                </c:pt>
                <c:pt idx="53678">
                  <c:v>24.5</c:v>
                </c:pt>
                <c:pt idx="53679">
                  <c:v>24.5</c:v>
                </c:pt>
                <c:pt idx="53680">
                  <c:v>24.5</c:v>
                </c:pt>
                <c:pt idx="53681">
                  <c:v>24.5</c:v>
                </c:pt>
                <c:pt idx="53682">
                  <c:v>24.5</c:v>
                </c:pt>
                <c:pt idx="53683">
                  <c:v>24.5</c:v>
                </c:pt>
                <c:pt idx="53684">
                  <c:v>24.5</c:v>
                </c:pt>
                <c:pt idx="53685">
                  <c:v>24.5</c:v>
                </c:pt>
                <c:pt idx="53686">
                  <c:v>24.5</c:v>
                </c:pt>
                <c:pt idx="53687">
                  <c:v>24.5</c:v>
                </c:pt>
                <c:pt idx="53688">
                  <c:v>24.5</c:v>
                </c:pt>
                <c:pt idx="53689">
                  <c:v>24.5</c:v>
                </c:pt>
                <c:pt idx="53690">
                  <c:v>24.5</c:v>
                </c:pt>
                <c:pt idx="53691">
                  <c:v>24.5</c:v>
                </c:pt>
                <c:pt idx="53692">
                  <c:v>24.5</c:v>
                </c:pt>
                <c:pt idx="53693">
                  <c:v>24.5</c:v>
                </c:pt>
                <c:pt idx="53694">
                  <c:v>24.5</c:v>
                </c:pt>
                <c:pt idx="53695">
                  <c:v>24.5</c:v>
                </c:pt>
                <c:pt idx="53696">
                  <c:v>24.5</c:v>
                </c:pt>
                <c:pt idx="53697">
                  <c:v>24.5</c:v>
                </c:pt>
                <c:pt idx="53698">
                  <c:v>24.5</c:v>
                </c:pt>
                <c:pt idx="53699">
                  <c:v>24.5</c:v>
                </c:pt>
                <c:pt idx="53700">
                  <c:v>24.5</c:v>
                </c:pt>
                <c:pt idx="53701">
                  <c:v>24.5</c:v>
                </c:pt>
                <c:pt idx="53702">
                  <c:v>24.5</c:v>
                </c:pt>
                <c:pt idx="53703">
                  <c:v>24.5</c:v>
                </c:pt>
                <c:pt idx="53704">
                  <c:v>24.5</c:v>
                </c:pt>
                <c:pt idx="53705">
                  <c:v>24.5</c:v>
                </c:pt>
                <c:pt idx="53706">
                  <c:v>24.5</c:v>
                </c:pt>
                <c:pt idx="53707">
                  <c:v>24.5</c:v>
                </c:pt>
                <c:pt idx="53708">
                  <c:v>24.5</c:v>
                </c:pt>
                <c:pt idx="53709">
                  <c:v>24.5</c:v>
                </c:pt>
                <c:pt idx="53710">
                  <c:v>24.5</c:v>
                </c:pt>
                <c:pt idx="53711">
                  <c:v>24.5</c:v>
                </c:pt>
                <c:pt idx="53712">
                  <c:v>24.5</c:v>
                </c:pt>
                <c:pt idx="53713">
                  <c:v>24.5</c:v>
                </c:pt>
                <c:pt idx="53714">
                  <c:v>24.5</c:v>
                </c:pt>
                <c:pt idx="53715">
                  <c:v>24.5</c:v>
                </c:pt>
                <c:pt idx="53716">
                  <c:v>24.5</c:v>
                </c:pt>
                <c:pt idx="53717">
                  <c:v>24.5</c:v>
                </c:pt>
                <c:pt idx="53718">
                  <c:v>24.5</c:v>
                </c:pt>
                <c:pt idx="53719">
                  <c:v>24.5</c:v>
                </c:pt>
                <c:pt idx="53720">
                  <c:v>24.5</c:v>
                </c:pt>
                <c:pt idx="53721">
                  <c:v>24.5</c:v>
                </c:pt>
                <c:pt idx="53722">
                  <c:v>24.5</c:v>
                </c:pt>
                <c:pt idx="53723">
                  <c:v>24.5</c:v>
                </c:pt>
                <c:pt idx="53724">
                  <c:v>24.5</c:v>
                </c:pt>
                <c:pt idx="53725">
                  <c:v>24.5</c:v>
                </c:pt>
                <c:pt idx="53726">
                  <c:v>24.5</c:v>
                </c:pt>
                <c:pt idx="53727">
                  <c:v>24.5</c:v>
                </c:pt>
                <c:pt idx="53728">
                  <c:v>24.5</c:v>
                </c:pt>
                <c:pt idx="53729">
                  <c:v>24.5</c:v>
                </c:pt>
                <c:pt idx="53730">
                  <c:v>24.5</c:v>
                </c:pt>
                <c:pt idx="53731">
                  <c:v>24.5</c:v>
                </c:pt>
                <c:pt idx="53732">
                  <c:v>24.5</c:v>
                </c:pt>
                <c:pt idx="53733">
                  <c:v>24.5</c:v>
                </c:pt>
                <c:pt idx="53734">
                  <c:v>24.5</c:v>
                </c:pt>
                <c:pt idx="53735">
                  <c:v>24.5</c:v>
                </c:pt>
                <c:pt idx="53736">
                  <c:v>24.5</c:v>
                </c:pt>
                <c:pt idx="53737">
                  <c:v>24.5</c:v>
                </c:pt>
                <c:pt idx="53738">
                  <c:v>24.5</c:v>
                </c:pt>
                <c:pt idx="53739">
                  <c:v>24.5</c:v>
                </c:pt>
                <c:pt idx="53740">
                  <c:v>24.5</c:v>
                </c:pt>
                <c:pt idx="53741">
                  <c:v>24.5</c:v>
                </c:pt>
                <c:pt idx="53742">
                  <c:v>24.5</c:v>
                </c:pt>
                <c:pt idx="53743">
                  <c:v>24.5</c:v>
                </c:pt>
                <c:pt idx="53744">
                  <c:v>24.5</c:v>
                </c:pt>
                <c:pt idx="53745">
                  <c:v>24.5</c:v>
                </c:pt>
                <c:pt idx="53746">
                  <c:v>24.5</c:v>
                </c:pt>
                <c:pt idx="53747">
                  <c:v>24.5</c:v>
                </c:pt>
                <c:pt idx="53748">
                  <c:v>24.5</c:v>
                </c:pt>
                <c:pt idx="53749">
                  <c:v>24.5</c:v>
                </c:pt>
                <c:pt idx="53750">
                  <c:v>24.5</c:v>
                </c:pt>
                <c:pt idx="53751">
                  <c:v>24.5</c:v>
                </c:pt>
                <c:pt idx="53752">
                  <c:v>24.5</c:v>
                </c:pt>
                <c:pt idx="53753">
                  <c:v>24.5</c:v>
                </c:pt>
                <c:pt idx="53754">
                  <c:v>24.5</c:v>
                </c:pt>
                <c:pt idx="53755">
                  <c:v>24.5</c:v>
                </c:pt>
                <c:pt idx="53756">
                  <c:v>24.5</c:v>
                </c:pt>
                <c:pt idx="53757">
                  <c:v>24.5</c:v>
                </c:pt>
                <c:pt idx="53758">
                  <c:v>24.5</c:v>
                </c:pt>
                <c:pt idx="53759">
                  <c:v>24.5</c:v>
                </c:pt>
                <c:pt idx="53760">
                  <c:v>24.5</c:v>
                </c:pt>
                <c:pt idx="53761">
                  <c:v>24.5</c:v>
                </c:pt>
                <c:pt idx="53762">
                  <c:v>24.5</c:v>
                </c:pt>
                <c:pt idx="53763">
                  <c:v>24.5</c:v>
                </c:pt>
                <c:pt idx="53764">
                  <c:v>24.5</c:v>
                </c:pt>
                <c:pt idx="53765">
                  <c:v>24.5</c:v>
                </c:pt>
                <c:pt idx="53766">
                  <c:v>24.5</c:v>
                </c:pt>
                <c:pt idx="53767">
                  <c:v>24.5</c:v>
                </c:pt>
                <c:pt idx="53768">
                  <c:v>24.5</c:v>
                </c:pt>
                <c:pt idx="53769">
                  <c:v>24.5</c:v>
                </c:pt>
                <c:pt idx="53770">
                  <c:v>24.5</c:v>
                </c:pt>
                <c:pt idx="53771">
                  <c:v>24.5</c:v>
                </c:pt>
                <c:pt idx="53772">
                  <c:v>24.5</c:v>
                </c:pt>
                <c:pt idx="53773">
                  <c:v>24.5</c:v>
                </c:pt>
                <c:pt idx="53774">
                  <c:v>24.5</c:v>
                </c:pt>
                <c:pt idx="53775">
                  <c:v>24.5</c:v>
                </c:pt>
                <c:pt idx="53776">
                  <c:v>24.5</c:v>
                </c:pt>
                <c:pt idx="53777">
                  <c:v>24.5</c:v>
                </c:pt>
                <c:pt idx="53778">
                  <c:v>24.5</c:v>
                </c:pt>
                <c:pt idx="53779">
                  <c:v>24.5</c:v>
                </c:pt>
                <c:pt idx="53780">
                  <c:v>24.5</c:v>
                </c:pt>
                <c:pt idx="53781">
                  <c:v>24.5</c:v>
                </c:pt>
                <c:pt idx="53782">
                  <c:v>24.5</c:v>
                </c:pt>
                <c:pt idx="53783">
                  <c:v>24.5</c:v>
                </c:pt>
                <c:pt idx="53784">
                  <c:v>24.5</c:v>
                </c:pt>
                <c:pt idx="53785">
                  <c:v>24.5</c:v>
                </c:pt>
                <c:pt idx="53786">
                  <c:v>24.5</c:v>
                </c:pt>
                <c:pt idx="53787">
                  <c:v>24.5</c:v>
                </c:pt>
                <c:pt idx="53788">
                  <c:v>24.5</c:v>
                </c:pt>
                <c:pt idx="53789">
                  <c:v>24.5</c:v>
                </c:pt>
                <c:pt idx="53790">
                  <c:v>24.5</c:v>
                </c:pt>
                <c:pt idx="53791">
                  <c:v>24.5</c:v>
                </c:pt>
                <c:pt idx="53792">
                  <c:v>24.5</c:v>
                </c:pt>
                <c:pt idx="53793">
                  <c:v>24.5</c:v>
                </c:pt>
                <c:pt idx="53794">
                  <c:v>24.5</c:v>
                </c:pt>
                <c:pt idx="53795">
                  <c:v>24.5</c:v>
                </c:pt>
                <c:pt idx="53796">
                  <c:v>24.5</c:v>
                </c:pt>
                <c:pt idx="53797">
                  <c:v>24.5</c:v>
                </c:pt>
                <c:pt idx="53798">
                  <c:v>24.5</c:v>
                </c:pt>
                <c:pt idx="53799">
                  <c:v>24.5</c:v>
                </c:pt>
                <c:pt idx="53800">
                  <c:v>24.5</c:v>
                </c:pt>
                <c:pt idx="53801">
                  <c:v>24.5</c:v>
                </c:pt>
                <c:pt idx="53802">
                  <c:v>24.5</c:v>
                </c:pt>
                <c:pt idx="53803">
                  <c:v>24.5</c:v>
                </c:pt>
                <c:pt idx="53804">
                  <c:v>24.5</c:v>
                </c:pt>
                <c:pt idx="53805">
                  <c:v>24.5</c:v>
                </c:pt>
                <c:pt idx="53806">
                  <c:v>24.5</c:v>
                </c:pt>
                <c:pt idx="53807">
                  <c:v>24.5</c:v>
                </c:pt>
                <c:pt idx="53808">
                  <c:v>24.5</c:v>
                </c:pt>
                <c:pt idx="53809">
                  <c:v>24.5</c:v>
                </c:pt>
                <c:pt idx="53810">
                  <c:v>24.5</c:v>
                </c:pt>
                <c:pt idx="53811">
                  <c:v>24.5</c:v>
                </c:pt>
                <c:pt idx="53812">
                  <c:v>24.5</c:v>
                </c:pt>
                <c:pt idx="53813">
                  <c:v>24.5</c:v>
                </c:pt>
                <c:pt idx="53814">
                  <c:v>24.5</c:v>
                </c:pt>
                <c:pt idx="53815">
                  <c:v>24.5</c:v>
                </c:pt>
                <c:pt idx="53816">
                  <c:v>24.5</c:v>
                </c:pt>
                <c:pt idx="53817">
                  <c:v>24.5</c:v>
                </c:pt>
                <c:pt idx="53818">
                  <c:v>24.5</c:v>
                </c:pt>
                <c:pt idx="53819">
                  <c:v>24.5</c:v>
                </c:pt>
                <c:pt idx="53820">
                  <c:v>24.5</c:v>
                </c:pt>
                <c:pt idx="53821">
                  <c:v>24.5</c:v>
                </c:pt>
                <c:pt idx="53822">
                  <c:v>24.5</c:v>
                </c:pt>
                <c:pt idx="53823">
                  <c:v>24.5</c:v>
                </c:pt>
                <c:pt idx="53824">
                  <c:v>24.5</c:v>
                </c:pt>
                <c:pt idx="53825">
                  <c:v>24.5</c:v>
                </c:pt>
                <c:pt idx="53826">
                  <c:v>24.5</c:v>
                </c:pt>
                <c:pt idx="53827">
                  <c:v>24.5</c:v>
                </c:pt>
                <c:pt idx="53828">
                  <c:v>24.5</c:v>
                </c:pt>
                <c:pt idx="53829">
                  <c:v>24.5</c:v>
                </c:pt>
                <c:pt idx="53830">
                  <c:v>24.5</c:v>
                </c:pt>
                <c:pt idx="53831">
                  <c:v>24.5</c:v>
                </c:pt>
                <c:pt idx="53832">
                  <c:v>24.5</c:v>
                </c:pt>
                <c:pt idx="53833">
                  <c:v>24.5</c:v>
                </c:pt>
                <c:pt idx="53834">
                  <c:v>24.5</c:v>
                </c:pt>
                <c:pt idx="53835">
                  <c:v>24.5</c:v>
                </c:pt>
                <c:pt idx="53836">
                  <c:v>24.5</c:v>
                </c:pt>
                <c:pt idx="53837">
                  <c:v>24.5</c:v>
                </c:pt>
                <c:pt idx="53838">
                  <c:v>24.5</c:v>
                </c:pt>
                <c:pt idx="53839">
                  <c:v>24.5</c:v>
                </c:pt>
                <c:pt idx="53840">
                  <c:v>24.5</c:v>
                </c:pt>
                <c:pt idx="53841">
                  <c:v>24.5</c:v>
                </c:pt>
                <c:pt idx="53842">
                  <c:v>24.5</c:v>
                </c:pt>
                <c:pt idx="53843">
                  <c:v>24.5</c:v>
                </c:pt>
                <c:pt idx="53844">
                  <c:v>24.5</c:v>
                </c:pt>
                <c:pt idx="53845">
                  <c:v>24.5</c:v>
                </c:pt>
                <c:pt idx="53846">
                  <c:v>24.5</c:v>
                </c:pt>
                <c:pt idx="53847">
                  <c:v>24.5</c:v>
                </c:pt>
                <c:pt idx="53848">
                  <c:v>24.5</c:v>
                </c:pt>
                <c:pt idx="53849">
                  <c:v>24.5</c:v>
                </c:pt>
                <c:pt idx="53850">
                  <c:v>24.5</c:v>
                </c:pt>
                <c:pt idx="53851">
                  <c:v>24.5</c:v>
                </c:pt>
                <c:pt idx="53852">
                  <c:v>24.5</c:v>
                </c:pt>
                <c:pt idx="53853">
                  <c:v>24.5</c:v>
                </c:pt>
                <c:pt idx="53854">
                  <c:v>24.5</c:v>
                </c:pt>
                <c:pt idx="53855">
                  <c:v>24.5</c:v>
                </c:pt>
                <c:pt idx="53856">
                  <c:v>24.5</c:v>
                </c:pt>
                <c:pt idx="53857">
                  <c:v>24.5</c:v>
                </c:pt>
                <c:pt idx="53858">
                  <c:v>24.5</c:v>
                </c:pt>
                <c:pt idx="53859">
                  <c:v>24.5</c:v>
                </c:pt>
                <c:pt idx="53860">
                  <c:v>24.5</c:v>
                </c:pt>
                <c:pt idx="53861">
                  <c:v>24.5</c:v>
                </c:pt>
                <c:pt idx="53862">
                  <c:v>24.5</c:v>
                </c:pt>
                <c:pt idx="53863">
                  <c:v>24.5</c:v>
                </c:pt>
                <c:pt idx="53864">
                  <c:v>24.5</c:v>
                </c:pt>
                <c:pt idx="53865">
                  <c:v>24.5</c:v>
                </c:pt>
                <c:pt idx="53866">
                  <c:v>24.5</c:v>
                </c:pt>
                <c:pt idx="53867">
                  <c:v>24.5</c:v>
                </c:pt>
                <c:pt idx="53868">
                  <c:v>24.5</c:v>
                </c:pt>
                <c:pt idx="53869">
                  <c:v>24.5</c:v>
                </c:pt>
                <c:pt idx="53870">
                  <c:v>24.5</c:v>
                </c:pt>
                <c:pt idx="53871">
                  <c:v>24.5</c:v>
                </c:pt>
                <c:pt idx="53872">
                  <c:v>24.45</c:v>
                </c:pt>
                <c:pt idx="53873">
                  <c:v>24.5</c:v>
                </c:pt>
                <c:pt idx="53874">
                  <c:v>24.5</c:v>
                </c:pt>
                <c:pt idx="53875">
                  <c:v>24.5</c:v>
                </c:pt>
                <c:pt idx="53876">
                  <c:v>24.5</c:v>
                </c:pt>
                <c:pt idx="53877">
                  <c:v>24.5</c:v>
                </c:pt>
                <c:pt idx="53878">
                  <c:v>24.5</c:v>
                </c:pt>
                <c:pt idx="53879">
                  <c:v>24.5</c:v>
                </c:pt>
                <c:pt idx="53880">
                  <c:v>24.5</c:v>
                </c:pt>
                <c:pt idx="53881">
                  <c:v>24.5</c:v>
                </c:pt>
                <c:pt idx="53882">
                  <c:v>24.5</c:v>
                </c:pt>
                <c:pt idx="53883">
                  <c:v>24.5</c:v>
                </c:pt>
                <c:pt idx="53884">
                  <c:v>24.5</c:v>
                </c:pt>
                <c:pt idx="53885">
                  <c:v>24.5</c:v>
                </c:pt>
                <c:pt idx="53886">
                  <c:v>24.5</c:v>
                </c:pt>
                <c:pt idx="53887">
                  <c:v>24.5</c:v>
                </c:pt>
                <c:pt idx="53888">
                  <c:v>24.5</c:v>
                </c:pt>
                <c:pt idx="53889">
                  <c:v>24.5</c:v>
                </c:pt>
                <c:pt idx="53890">
                  <c:v>24.5</c:v>
                </c:pt>
                <c:pt idx="53891">
                  <c:v>24.5</c:v>
                </c:pt>
                <c:pt idx="53892">
                  <c:v>24.5</c:v>
                </c:pt>
                <c:pt idx="53893">
                  <c:v>24.5</c:v>
                </c:pt>
                <c:pt idx="53894">
                  <c:v>24.5</c:v>
                </c:pt>
                <c:pt idx="53895">
                  <c:v>24.5</c:v>
                </c:pt>
                <c:pt idx="53896">
                  <c:v>24.5</c:v>
                </c:pt>
                <c:pt idx="53897">
                  <c:v>24.5</c:v>
                </c:pt>
                <c:pt idx="53898">
                  <c:v>24.5</c:v>
                </c:pt>
                <c:pt idx="53899">
                  <c:v>24.5</c:v>
                </c:pt>
                <c:pt idx="53900">
                  <c:v>24.5</c:v>
                </c:pt>
                <c:pt idx="53901">
                  <c:v>24.5</c:v>
                </c:pt>
                <c:pt idx="53902">
                  <c:v>24.5</c:v>
                </c:pt>
                <c:pt idx="53903">
                  <c:v>24.5</c:v>
                </c:pt>
                <c:pt idx="53904">
                  <c:v>24.5</c:v>
                </c:pt>
                <c:pt idx="53905">
                  <c:v>24.5</c:v>
                </c:pt>
                <c:pt idx="53906">
                  <c:v>24.5</c:v>
                </c:pt>
                <c:pt idx="53907">
                  <c:v>24.5</c:v>
                </c:pt>
                <c:pt idx="53908">
                  <c:v>24.5</c:v>
                </c:pt>
                <c:pt idx="53909">
                  <c:v>24.5</c:v>
                </c:pt>
                <c:pt idx="53910">
                  <c:v>24.5</c:v>
                </c:pt>
                <c:pt idx="53911">
                  <c:v>24.5</c:v>
                </c:pt>
                <c:pt idx="53912">
                  <c:v>24.5</c:v>
                </c:pt>
                <c:pt idx="53913">
                  <c:v>24.5</c:v>
                </c:pt>
                <c:pt idx="53914">
                  <c:v>24.5</c:v>
                </c:pt>
                <c:pt idx="53915">
                  <c:v>24.5</c:v>
                </c:pt>
                <c:pt idx="53916">
                  <c:v>24.5</c:v>
                </c:pt>
                <c:pt idx="53917">
                  <c:v>24.5</c:v>
                </c:pt>
                <c:pt idx="53918">
                  <c:v>24.5</c:v>
                </c:pt>
                <c:pt idx="53919">
                  <c:v>24.5</c:v>
                </c:pt>
                <c:pt idx="53920">
                  <c:v>24.5</c:v>
                </c:pt>
                <c:pt idx="53921">
                  <c:v>24.5</c:v>
                </c:pt>
                <c:pt idx="53922">
                  <c:v>24.5</c:v>
                </c:pt>
                <c:pt idx="53923">
                  <c:v>24.5</c:v>
                </c:pt>
                <c:pt idx="53924">
                  <c:v>24.5</c:v>
                </c:pt>
                <c:pt idx="53925">
                  <c:v>24.5</c:v>
                </c:pt>
                <c:pt idx="53926">
                  <c:v>24.5</c:v>
                </c:pt>
                <c:pt idx="53927">
                  <c:v>24.5</c:v>
                </c:pt>
                <c:pt idx="53928">
                  <c:v>24.5</c:v>
                </c:pt>
                <c:pt idx="53929">
                  <c:v>24.5</c:v>
                </c:pt>
                <c:pt idx="53930">
                  <c:v>24.5</c:v>
                </c:pt>
                <c:pt idx="53931">
                  <c:v>24.5</c:v>
                </c:pt>
                <c:pt idx="53932">
                  <c:v>24.5</c:v>
                </c:pt>
                <c:pt idx="53933">
                  <c:v>24.5</c:v>
                </c:pt>
                <c:pt idx="53934">
                  <c:v>24.5</c:v>
                </c:pt>
                <c:pt idx="53935">
                  <c:v>24.5</c:v>
                </c:pt>
                <c:pt idx="53936">
                  <c:v>24.5</c:v>
                </c:pt>
                <c:pt idx="53937">
                  <c:v>24.5</c:v>
                </c:pt>
                <c:pt idx="53938">
                  <c:v>24.5</c:v>
                </c:pt>
                <c:pt idx="53939">
                  <c:v>24.5</c:v>
                </c:pt>
                <c:pt idx="53940">
                  <c:v>24.5</c:v>
                </c:pt>
                <c:pt idx="53941">
                  <c:v>24.5</c:v>
                </c:pt>
                <c:pt idx="53942">
                  <c:v>24.5</c:v>
                </c:pt>
                <c:pt idx="53943">
                  <c:v>24.5</c:v>
                </c:pt>
                <c:pt idx="53944">
                  <c:v>24.5</c:v>
                </c:pt>
                <c:pt idx="53945">
                  <c:v>24.5</c:v>
                </c:pt>
                <c:pt idx="53946">
                  <c:v>24.5</c:v>
                </c:pt>
                <c:pt idx="53947">
                  <c:v>24.45</c:v>
                </c:pt>
                <c:pt idx="53948">
                  <c:v>24.5</c:v>
                </c:pt>
                <c:pt idx="53949">
                  <c:v>24.5</c:v>
                </c:pt>
                <c:pt idx="53950">
                  <c:v>24.5</c:v>
                </c:pt>
                <c:pt idx="53951">
                  <c:v>24.5</c:v>
                </c:pt>
                <c:pt idx="53952">
                  <c:v>24.45</c:v>
                </c:pt>
                <c:pt idx="53953">
                  <c:v>24.5</c:v>
                </c:pt>
                <c:pt idx="53954">
                  <c:v>24.45</c:v>
                </c:pt>
                <c:pt idx="53955">
                  <c:v>24.5</c:v>
                </c:pt>
                <c:pt idx="53956">
                  <c:v>24.5</c:v>
                </c:pt>
                <c:pt idx="53957">
                  <c:v>24.5</c:v>
                </c:pt>
                <c:pt idx="53958">
                  <c:v>24.5</c:v>
                </c:pt>
                <c:pt idx="53959">
                  <c:v>24.5</c:v>
                </c:pt>
                <c:pt idx="53960">
                  <c:v>24.5</c:v>
                </c:pt>
                <c:pt idx="53961">
                  <c:v>24.5</c:v>
                </c:pt>
                <c:pt idx="53962">
                  <c:v>24.5</c:v>
                </c:pt>
                <c:pt idx="53963">
                  <c:v>24.5</c:v>
                </c:pt>
                <c:pt idx="53964">
                  <c:v>24.5</c:v>
                </c:pt>
                <c:pt idx="53965">
                  <c:v>24.5</c:v>
                </c:pt>
                <c:pt idx="53966">
                  <c:v>24.5</c:v>
                </c:pt>
                <c:pt idx="53967">
                  <c:v>24.5</c:v>
                </c:pt>
                <c:pt idx="53968">
                  <c:v>24.5</c:v>
                </c:pt>
                <c:pt idx="53969">
                  <c:v>24.5</c:v>
                </c:pt>
                <c:pt idx="53970">
                  <c:v>24.45</c:v>
                </c:pt>
                <c:pt idx="53971">
                  <c:v>24.45</c:v>
                </c:pt>
                <c:pt idx="53972">
                  <c:v>24.5</c:v>
                </c:pt>
                <c:pt idx="53973">
                  <c:v>24.5</c:v>
                </c:pt>
                <c:pt idx="53974">
                  <c:v>24.5</c:v>
                </c:pt>
                <c:pt idx="53975">
                  <c:v>24.5</c:v>
                </c:pt>
                <c:pt idx="53976">
                  <c:v>24.5</c:v>
                </c:pt>
                <c:pt idx="53977">
                  <c:v>24.5</c:v>
                </c:pt>
                <c:pt idx="53978">
                  <c:v>24.5</c:v>
                </c:pt>
                <c:pt idx="53979">
                  <c:v>24.5</c:v>
                </c:pt>
                <c:pt idx="53980">
                  <c:v>24.5</c:v>
                </c:pt>
                <c:pt idx="53981">
                  <c:v>24.5</c:v>
                </c:pt>
                <c:pt idx="53982">
                  <c:v>24.5</c:v>
                </c:pt>
                <c:pt idx="53983">
                  <c:v>24.5</c:v>
                </c:pt>
                <c:pt idx="53984">
                  <c:v>24.5</c:v>
                </c:pt>
                <c:pt idx="53985">
                  <c:v>24.5</c:v>
                </c:pt>
                <c:pt idx="53986">
                  <c:v>24.5</c:v>
                </c:pt>
                <c:pt idx="53987">
                  <c:v>24.5</c:v>
                </c:pt>
                <c:pt idx="53988">
                  <c:v>24.5</c:v>
                </c:pt>
                <c:pt idx="53989">
                  <c:v>24.5</c:v>
                </c:pt>
                <c:pt idx="53990">
                  <c:v>24.5</c:v>
                </c:pt>
                <c:pt idx="53991">
                  <c:v>24.5</c:v>
                </c:pt>
                <c:pt idx="53992">
                  <c:v>24.5</c:v>
                </c:pt>
                <c:pt idx="53993">
                  <c:v>24.5</c:v>
                </c:pt>
                <c:pt idx="53994">
                  <c:v>24.5</c:v>
                </c:pt>
                <c:pt idx="53995">
                  <c:v>24.5</c:v>
                </c:pt>
                <c:pt idx="53996">
                  <c:v>24.5</c:v>
                </c:pt>
                <c:pt idx="53997">
                  <c:v>24.5</c:v>
                </c:pt>
                <c:pt idx="53998">
                  <c:v>24.45</c:v>
                </c:pt>
                <c:pt idx="53999">
                  <c:v>24.45</c:v>
                </c:pt>
                <c:pt idx="54000">
                  <c:v>24.5</c:v>
                </c:pt>
                <c:pt idx="54001">
                  <c:v>24.45</c:v>
                </c:pt>
                <c:pt idx="54002">
                  <c:v>24.5</c:v>
                </c:pt>
                <c:pt idx="54003">
                  <c:v>24.5</c:v>
                </c:pt>
                <c:pt idx="54004">
                  <c:v>24.5</c:v>
                </c:pt>
                <c:pt idx="54005">
                  <c:v>24.5</c:v>
                </c:pt>
                <c:pt idx="54006">
                  <c:v>24.5</c:v>
                </c:pt>
                <c:pt idx="54007">
                  <c:v>24.5</c:v>
                </c:pt>
                <c:pt idx="54008">
                  <c:v>24.5</c:v>
                </c:pt>
                <c:pt idx="54009">
                  <c:v>24.5</c:v>
                </c:pt>
                <c:pt idx="54010">
                  <c:v>24.5</c:v>
                </c:pt>
                <c:pt idx="54011">
                  <c:v>24.5</c:v>
                </c:pt>
                <c:pt idx="54012">
                  <c:v>24.5</c:v>
                </c:pt>
                <c:pt idx="54013">
                  <c:v>24.5</c:v>
                </c:pt>
                <c:pt idx="54014">
                  <c:v>24.5</c:v>
                </c:pt>
                <c:pt idx="54015">
                  <c:v>24.5</c:v>
                </c:pt>
                <c:pt idx="54016">
                  <c:v>24.5</c:v>
                </c:pt>
                <c:pt idx="54017">
                  <c:v>24.5</c:v>
                </c:pt>
                <c:pt idx="54018">
                  <c:v>24.5</c:v>
                </c:pt>
                <c:pt idx="54019">
                  <c:v>24.5</c:v>
                </c:pt>
                <c:pt idx="54020">
                  <c:v>24.5</c:v>
                </c:pt>
                <c:pt idx="54021">
                  <c:v>24.5</c:v>
                </c:pt>
                <c:pt idx="54022">
                  <c:v>24.5</c:v>
                </c:pt>
                <c:pt idx="54023">
                  <c:v>24.5</c:v>
                </c:pt>
                <c:pt idx="54024">
                  <c:v>24.5</c:v>
                </c:pt>
                <c:pt idx="54025">
                  <c:v>24.5</c:v>
                </c:pt>
                <c:pt idx="54026">
                  <c:v>24.5</c:v>
                </c:pt>
                <c:pt idx="54027">
                  <c:v>24.5</c:v>
                </c:pt>
                <c:pt idx="54028">
                  <c:v>24.5</c:v>
                </c:pt>
                <c:pt idx="54029">
                  <c:v>24.5</c:v>
                </c:pt>
                <c:pt idx="54030">
                  <c:v>24.5</c:v>
                </c:pt>
                <c:pt idx="54031">
                  <c:v>24.5</c:v>
                </c:pt>
                <c:pt idx="54032">
                  <c:v>24.5</c:v>
                </c:pt>
                <c:pt idx="54033">
                  <c:v>24.5</c:v>
                </c:pt>
                <c:pt idx="54034">
                  <c:v>24.5</c:v>
                </c:pt>
                <c:pt idx="54035">
                  <c:v>24.5</c:v>
                </c:pt>
                <c:pt idx="54036">
                  <c:v>24.5</c:v>
                </c:pt>
                <c:pt idx="54037">
                  <c:v>24.5</c:v>
                </c:pt>
                <c:pt idx="54038">
                  <c:v>24.5</c:v>
                </c:pt>
                <c:pt idx="54039">
                  <c:v>24.5</c:v>
                </c:pt>
                <c:pt idx="54040">
                  <c:v>24.5</c:v>
                </c:pt>
                <c:pt idx="54041">
                  <c:v>24.5</c:v>
                </c:pt>
                <c:pt idx="54042">
                  <c:v>24.5</c:v>
                </c:pt>
                <c:pt idx="54043">
                  <c:v>24.5</c:v>
                </c:pt>
                <c:pt idx="54044">
                  <c:v>24.5</c:v>
                </c:pt>
                <c:pt idx="54045">
                  <c:v>24.5</c:v>
                </c:pt>
                <c:pt idx="54046">
                  <c:v>24.5</c:v>
                </c:pt>
                <c:pt idx="54047">
                  <c:v>24.5</c:v>
                </c:pt>
                <c:pt idx="54048">
                  <c:v>24.5</c:v>
                </c:pt>
                <c:pt idx="54049">
                  <c:v>24.5</c:v>
                </c:pt>
                <c:pt idx="54050">
                  <c:v>24.5</c:v>
                </c:pt>
                <c:pt idx="54051">
                  <c:v>24.5</c:v>
                </c:pt>
                <c:pt idx="54052">
                  <c:v>24.5</c:v>
                </c:pt>
                <c:pt idx="54053">
                  <c:v>24.45</c:v>
                </c:pt>
                <c:pt idx="54054">
                  <c:v>24.5</c:v>
                </c:pt>
                <c:pt idx="54055">
                  <c:v>24.5</c:v>
                </c:pt>
                <c:pt idx="54056">
                  <c:v>24.45</c:v>
                </c:pt>
                <c:pt idx="54057">
                  <c:v>24.5</c:v>
                </c:pt>
                <c:pt idx="54058">
                  <c:v>24.5</c:v>
                </c:pt>
                <c:pt idx="54059">
                  <c:v>24.5</c:v>
                </c:pt>
                <c:pt idx="54060">
                  <c:v>24.5</c:v>
                </c:pt>
                <c:pt idx="54061">
                  <c:v>24.5</c:v>
                </c:pt>
                <c:pt idx="54062">
                  <c:v>24.5</c:v>
                </c:pt>
                <c:pt idx="54063">
                  <c:v>24.5</c:v>
                </c:pt>
                <c:pt idx="54064">
                  <c:v>24.5</c:v>
                </c:pt>
                <c:pt idx="54065">
                  <c:v>24.45</c:v>
                </c:pt>
                <c:pt idx="54066">
                  <c:v>24.5</c:v>
                </c:pt>
                <c:pt idx="54067">
                  <c:v>24.45</c:v>
                </c:pt>
                <c:pt idx="54068">
                  <c:v>24.5</c:v>
                </c:pt>
                <c:pt idx="54069">
                  <c:v>24.5</c:v>
                </c:pt>
                <c:pt idx="54070">
                  <c:v>24.5</c:v>
                </c:pt>
                <c:pt idx="54071">
                  <c:v>24.5</c:v>
                </c:pt>
                <c:pt idx="54072">
                  <c:v>24.5</c:v>
                </c:pt>
                <c:pt idx="54073">
                  <c:v>24.5</c:v>
                </c:pt>
                <c:pt idx="54074">
                  <c:v>24.5</c:v>
                </c:pt>
                <c:pt idx="54075">
                  <c:v>24.5</c:v>
                </c:pt>
                <c:pt idx="54076">
                  <c:v>24.5</c:v>
                </c:pt>
                <c:pt idx="54077">
                  <c:v>24.5</c:v>
                </c:pt>
                <c:pt idx="54078">
                  <c:v>24.5</c:v>
                </c:pt>
                <c:pt idx="54079">
                  <c:v>24.5</c:v>
                </c:pt>
                <c:pt idx="54080">
                  <c:v>24.5</c:v>
                </c:pt>
                <c:pt idx="54081">
                  <c:v>24.5</c:v>
                </c:pt>
                <c:pt idx="54082">
                  <c:v>24.5</c:v>
                </c:pt>
                <c:pt idx="54083">
                  <c:v>24.5</c:v>
                </c:pt>
                <c:pt idx="54084">
                  <c:v>24.5</c:v>
                </c:pt>
                <c:pt idx="54085">
                  <c:v>24.5</c:v>
                </c:pt>
                <c:pt idx="54086">
                  <c:v>24.5</c:v>
                </c:pt>
                <c:pt idx="54087">
                  <c:v>24.45</c:v>
                </c:pt>
                <c:pt idx="54088">
                  <c:v>24.5</c:v>
                </c:pt>
                <c:pt idx="54089">
                  <c:v>24.5</c:v>
                </c:pt>
                <c:pt idx="54090">
                  <c:v>24.5</c:v>
                </c:pt>
                <c:pt idx="54091">
                  <c:v>24.5</c:v>
                </c:pt>
                <c:pt idx="54092">
                  <c:v>24.5</c:v>
                </c:pt>
                <c:pt idx="54093">
                  <c:v>24.5</c:v>
                </c:pt>
                <c:pt idx="54094">
                  <c:v>24.45</c:v>
                </c:pt>
                <c:pt idx="54095">
                  <c:v>24.5</c:v>
                </c:pt>
                <c:pt idx="54096">
                  <c:v>24.5</c:v>
                </c:pt>
                <c:pt idx="54097">
                  <c:v>24.45</c:v>
                </c:pt>
                <c:pt idx="54098">
                  <c:v>24.5</c:v>
                </c:pt>
                <c:pt idx="54099">
                  <c:v>24.45</c:v>
                </c:pt>
                <c:pt idx="54100">
                  <c:v>24.45</c:v>
                </c:pt>
                <c:pt idx="54101">
                  <c:v>24.5</c:v>
                </c:pt>
                <c:pt idx="54102">
                  <c:v>24.5</c:v>
                </c:pt>
                <c:pt idx="54103">
                  <c:v>24.5</c:v>
                </c:pt>
                <c:pt idx="54104">
                  <c:v>24.45</c:v>
                </c:pt>
                <c:pt idx="54105">
                  <c:v>24.5</c:v>
                </c:pt>
                <c:pt idx="54106">
                  <c:v>24.5</c:v>
                </c:pt>
                <c:pt idx="54107">
                  <c:v>24.5</c:v>
                </c:pt>
                <c:pt idx="54108">
                  <c:v>24.5</c:v>
                </c:pt>
                <c:pt idx="54109">
                  <c:v>24.5</c:v>
                </c:pt>
                <c:pt idx="54110">
                  <c:v>24.5</c:v>
                </c:pt>
                <c:pt idx="54111">
                  <c:v>24.5</c:v>
                </c:pt>
                <c:pt idx="54112">
                  <c:v>24.5</c:v>
                </c:pt>
                <c:pt idx="54113">
                  <c:v>24.5</c:v>
                </c:pt>
                <c:pt idx="54114">
                  <c:v>24.5</c:v>
                </c:pt>
                <c:pt idx="54115">
                  <c:v>24.5</c:v>
                </c:pt>
                <c:pt idx="54116">
                  <c:v>24.45</c:v>
                </c:pt>
                <c:pt idx="54117">
                  <c:v>24.5</c:v>
                </c:pt>
                <c:pt idx="54118">
                  <c:v>24.5</c:v>
                </c:pt>
                <c:pt idx="54119">
                  <c:v>24.5</c:v>
                </c:pt>
                <c:pt idx="54120">
                  <c:v>24.5</c:v>
                </c:pt>
                <c:pt idx="54121">
                  <c:v>24.5</c:v>
                </c:pt>
                <c:pt idx="54122">
                  <c:v>24.5</c:v>
                </c:pt>
                <c:pt idx="54123">
                  <c:v>24.5</c:v>
                </c:pt>
                <c:pt idx="54124">
                  <c:v>24.5</c:v>
                </c:pt>
                <c:pt idx="54125">
                  <c:v>24.5</c:v>
                </c:pt>
                <c:pt idx="54126">
                  <c:v>24.45</c:v>
                </c:pt>
                <c:pt idx="54127">
                  <c:v>24.5</c:v>
                </c:pt>
                <c:pt idx="54128">
                  <c:v>24.5</c:v>
                </c:pt>
                <c:pt idx="54129">
                  <c:v>24.5</c:v>
                </c:pt>
                <c:pt idx="54130">
                  <c:v>24.5</c:v>
                </c:pt>
                <c:pt idx="54131">
                  <c:v>24.5</c:v>
                </c:pt>
                <c:pt idx="54132">
                  <c:v>24.5</c:v>
                </c:pt>
                <c:pt idx="54133">
                  <c:v>24.5</c:v>
                </c:pt>
                <c:pt idx="54134">
                  <c:v>24.5</c:v>
                </c:pt>
                <c:pt idx="54135">
                  <c:v>24.5</c:v>
                </c:pt>
                <c:pt idx="54136">
                  <c:v>24.5</c:v>
                </c:pt>
                <c:pt idx="54137">
                  <c:v>24.5</c:v>
                </c:pt>
                <c:pt idx="54138">
                  <c:v>24.5</c:v>
                </c:pt>
                <c:pt idx="54139">
                  <c:v>24.5</c:v>
                </c:pt>
                <c:pt idx="54140">
                  <c:v>24.5</c:v>
                </c:pt>
                <c:pt idx="54141">
                  <c:v>24.5</c:v>
                </c:pt>
                <c:pt idx="54142">
                  <c:v>24.5</c:v>
                </c:pt>
                <c:pt idx="54143">
                  <c:v>24.5</c:v>
                </c:pt>
                <c:pt idx="54144">
                  <c:v>24.5</c:v>
                </c:pt>
                <c:pt idx="54145">
                  <c:v>24.45</c:v>
                </c:pt>
                <c:pt idx="54146">
                  <c:v>24.5</c:v>
                </c:pt>
                <c:pt idx="54147">
                  <c:v>24.5</c:v>
                </c:pt>
                <c:pt idx="54148">
                  <c:v>24.5</c:v>
                </c:pt>
                <c:pt idx="54149">
                  <c:v>24.5</c:v>
                </c:pt>
                <c:pt idx="54150">
                  <c:v>24.45</c:v>
                </c:pt>
                <c:pt idx="54151">
                  <c:v>24.45</c:v>
                </c:pt>
                <c:pt idx="54152">
                  <c:v>24.45</c:v>
                </c:pt>
                <c:pt idx="54153">
                  <c:v>24.45</c:v>
                </c:pt>
                <c:pt idx="54154">
                  <c:v>24.5</c:v>
                </c:pt>
                <c:pt idx="54155">
                  <c:v>24.45</c:v>
                </c:pt>
                <c:pt idx="54156">
                  <c:v>24.45</c:v>
                </c:pt>
                <c:pt idx="54157">
                  <c:v>24.45</c:v>
                </c:pt>
                <c:pt idx="54158">
                  <c:v>24.45</c:v>
                </c:pt>
                <c:pt idx="54159">
                  <c:v>24.45</c:v>
                </c:pt>
                <c:pt idx="54160">
                  <c:v>24.45</c:v>
                </c:pt>
                <c:pt idx="54161">
                  <c:v>24.45</c:v>
                </c:pt>
                <c:pt idx="54162">
                  <c:v>24.45</c:v>
                </c:pt>
                <c:pt idx="54163">
                  <c:v>24.45</c:v>
                </c:pt>
                <c:pt idx="54164">
                  <c:v>24.45</c:v>
                </c:pt>
                <c:pt idx="54165">
                  <c:v>24.5</c:v>
                </c:pt>
                <c:pt idx="54166">
                  <c:v>24.45</c:v>
                </c:pt>
                <c:pt idx="54167">
                  <c:v>24.45</c:v>
                </c:pt>
                <c:pt idx="54168">
                  <c:v>24.45</c:v>
                </c:pt>
                <c:pt idx="54169">
                  <c:v>24.45</c:v>
                </c:pt>
                <c:pt idx="54170">
                  <c:v>24.5</c:v>
                </c:pt>
                <c:pt idx="54171">
                  <c:v>24.45</c:v>
                </c:pt>
                <c:pt idx="54172">
                  <c:v>24.45</c:v>
                </c:pt>
                <c:pt idx="54173">
                  <c:v>24.5</c:v>
                </c:pt>
                <c:pt idx="54174">
                  <c:v>24.45</c:v>
                </c:pt>
                <c:pt idx="54175">
                  <c:v>24.5</c:v>
                </c:pt>
                <c:pt idx="54176">
                  <c:v>24.45</c:v>
                </c:pt>
                <c:pt idx="54177">
                  <c:v>24.45</c:v>
                </c:pt>
                <c:pt idx="54178">
                  <c:v>24.5</c:v>
                </c:pt>
                <c:pt idx="54179">
                  <c:v>24.5</c:v>
                </c:pt>
                <c:pt idx="54180">
                  <c:v>24.45</c:v>
                </c:pt>
                <c:pt idx="54181">
                  <c:v>24.5</c:v>
                </c:pt>
                <c:pt idx="54182">
                  <c:v>24.45</c:v>
                </c:pt>
                <c:pt idx="54183">
                  <c:v>24.5</c:v>
                </c:pt>
                <c:pt idx="54184">
                  <c:v>24.5</c:v>
                </c:pt>
                <c:pt idx="54185">
                  <c:v>24.45</c:v>
                </c:pt>
                <c:pt idx="54186">
                  <c:v>24.45</c:v>
                </c:pt>
                <c:pt idx="54187">
                  <c:v>24.45</c:v>
                </c:pt>
                <c:pt idx="54188">
                  <c:v>24.45</c:v>
                </c:pt>
                <c:pt idx="54189">
                  <c:v>24.45</c:v>
                </c:pt>
                <c:pt idx="54190">
                  <c:v>24.45</c:v>
                </c:pt>
                <c:pt idx="54191">
                  <c:v>24.45</c:v>
                </c:pt>
                <c:pt idx="54192">
                  <c:v>24.45</c:v>
                </c:pt>
                <c:pt idx="54193">
                  <c:v>24.45</c:v>
                </c:pt>
                <c:pt idx="54194">
                  <c:v>24.45</c:v>
                </c:pt>
                <c:pt idx="54195">
                  <c:v>24.45</c:v>
                </c:pt>
                <c:pt idx="54196">
                  <c:v>24.45</c:v>
                </c:pt>
                <c:pt idx="54197">
                  <c:v>24.45</c:v>
                </c:pt>
                <c:pt idx="54198">
                  <c:v>24.45</c:v>
                </c:pt>
                <c:pt idx="54199">
                  <c:v>24.5</c:v>
                </c:pt>
                <c:pt idx="54200">
                  <c:v>24.45</c:v>
                </c:pt>
                <c:pt idx="54201">
                  <c:v>24.5</c:v>
                </c:pt>
                <c:pt idx="54202">
                  <c:v>24.5</c:v>
                </c:pt>
                <c:pt idx="54203">
                  <c:v>24.45</c:v>
                </c:pt>
                <c:pt idx="54204">
                  <c:v>24.5</c:v>
                </c:pt>
                <c:pt idx="54205">
                  <c:v>24.5</c:v>
                </c:pt>
                <c:pt idx="54206">
                  <c:v>24.5</c:v>
                </c:pt>
                <c:pt idx="54207">
                  <c:v>24.45</c:v>
                </c:pt>
                <c:pt idx="54208">
                  <c:v>24.5</c:v>
                </c:pt>
                <c:pt idx="54209">
                  <c:v>24.45</c:v>
                </c:pt>
                <c:pt idx="54210">
                  <c:v>24.45</c:v>
                </c:pt>
                <c:pt idx="54211">
                  <c:v>24.45</c:v>
                </c:pt>
                <c:pt idx="54212">
                  <c:v>24.45</c:v>
                </c:pt>
                <c:pt idx="54213">
                  <c:v>24.45</c:v>
                </c:pt>
                <c:pt idx="54214">
                  <c:v>24.45</c:v>
                </c:pt>
                <c:pt idx="54215">
                  <c:v>24.45</c:v>
                </c:pt>
                <c:pt idx="54216">
                  <c:v>24.45</c:v>
                </c:pt>
                <c:pt idx="54217">
                  <c:v>24.45</c:v>
                </c:pt>
                <c:pt idx="54218">
                  <c:v>24.45</c:v>
                </c:pt>
                <c:pt idx="54219">
                  <c:v>24.45</c:v>
                </c:pt>
                <c:pt idx="54220">
                  <c:v>24.45</c:v>
                </c:pt>
                <c:pt idx="54221">
                  <c:v>24.45</c:v>
                </c:pt>
                <c:pt idx="54222">
                  <c:v>24.45</c:v>
                </c:pt>
                <c:pt idx="54223">
                  <c:v>24.45</c:v>
                </c:pt>
                <c:pt idx="54224">
                  <c:v>24.45</c:v>
                </c:pt>
                <c:pt idx="54225">
                  <c:v>24.45</c:v>
                </c:pt>
                <c:pt idx="54226">
                  <c:v>24.45</c:v>
                </c:pt>
                <c:pt idx="54227">
                  <c:v>24.5</c:v>
                </c:pt>
                <c:pt idx="54228">
                  <c:v>24.5</c:v>
                </c:pt>
                <c:pt idx="54229">
                  <c:v>24.5</c:v>
                </c:pt>
                <c:pt idx="54230">
                  <c:v>24.45</c:v>
                </c:pt>
                <c:pt idx="54231">
                  <c:v>24.5</c:v>
                </c:pt>
                <c:pt idx="54232">
                  <c:v>24.5</c:v>
                </c:pt>
                <c:pt idx="54233">
                  <c:v>24.5</c:v>
                </c:pt>
                <c:pt idx="54234">
                  <c:v>24.5</c:v>
                </c:pt>
                <c:pt idx="54235">
                  <c:v>24.5</c:v>
                </c:pt>
                <c:pt idx="54236">
                  <c:v>24.45</c:v>
                </c:pt>
                <c:pt idx="54237">
                  <c:v>24.45</c:v>
                </c:pt>
                <c:pt idx="54238">
                  <c:v>24.45</c:v>
                </c:pt>
                <c:pt idx="54239">
                  <c:v>24.45</c:v>
                </c:pt>
                <c:pt idx="54240">
                  <c:v>24.45</c:v>
                </c:pt>
                <c:pt idx="54241">
                  <c:v>24.45</c:v>
                </c:pt>
                <c:pt idx="54242">
                  <c:v>24.45</c:v>
                </c:pt>
                <c:pt idx="54243">
                  <c:v>24.45</c:v>
                </c:pt>
                <c:pt idx="54244">
                  <c:v>24.45</c:v>
                </c:pt>
                <c:pt idx="54245">
                  <c:v>24.45</c:v>
                </c:pt>
                <c:pt idx="54246">
                  <c:v>24.45</c:v>
                </c:pt>
                <c:pt idx="54247">
                  <c:v>24.45</c:v>
                </c:pt>
                <c:pt idx="54248">
                  <c:v>24.45</c:v>
                </c:pt>
                <c:pt idx="54249">
                  <c:v>24.45</c:v>
                </c:pt>
                <c:pt idx="54250">
                  <c:v>24.45</c:v>
                </c:pt>
                <c:pt idx="54251">
                  <c:v>24.45</c:v>
                </c:pt>
                <c:pt idx="54252">
                  <c:v>24.45</c:v>
                </c:pt>
                <c:pt idx="54253">
                  <c:v>24.45</c:v>
                </c:pt>
                <c:pt idx="54254">
                  <c:v>24.45</c:v>
                </c:pt>
                <c:pt idx="54255">
                  <c:v>24.45</c:v>
                </c:pt>
                <c:pt idx="54256">
                  <c:v>24.45</c:v>
                </c:pt>
                <c:pt idx="54257">
                  <c:v>24.45</c:v>
                </c:pt>
                <c:pt idx="54258">
                  <c:v>24.5</c:v>
                </c:pt>
                <c:pt idx="54259">
                  <c:v>24.45</c:v>
                </c:pt>
                <c:pt idx="54260">
                  <c:v>24.45</c:v>
                </c:pt>
                <c:pt idx="54261">
                  <c:v>24.5</c:v>
                </c:pt>
                <c:pt idx="54262">
                  <c:v>24.5</c:v>
                </c:pt>
                <c:pt idx="54263">
                  <c:v>24.5</c:v>
                </c:pt>
                <c:pt idx="54264">
                  <c:v>24.5</c:v>
                </c:pt>
                <c:pt idx="54265">
                  <c:v>24.5</c:v>
                </c:pt>
                <c:pt idx="54266">
                  <c:v>24.5</c:v>
                </c:pt>
                <c:pt idx="54267">
                  <c:v>24.5</c:v>
                </c:pt>
                <c:pt idx="54268">
                  <c:v>24.5</c:v>
                </c:pt>
                <c:pt idx="54269">
                  <c:v>24.45</c:v>
                </c:pt>
                <c:pt idx="54270">
                  <c:v>24.45</c:v>
                </c:pt>
                <c:pt idx="54271">
                  <c:v>24.45</c:v>
                </c:pt>
                <c:pt idx="54272">
                  <c:v>24.45</c:v>
                </c:pt>
                <c:pt idx="54273">
                  <c:v>24.45</c:v>
                </c:pt>
                <c:pt idx="54274">
                  <c:v>24.45</c:v>
                </c:pt>
                <c:pt idx="54275">
                  <c:v>24.45</c:v>
                </c:pt>
                <c:pt idx="54276">
                  <c:v>24.45</c:v>
                </c:pt>
                <c:pt idx="54277">
                  <c:v>24.45</c:v>
                </c:pt>
                <c:pt idx="54278">
                  <c:v>24.45</c:v>
                </c:pt>
                <c:pt idx="54279">
                  <c:v>24.45</c:v>
                </c:pt>
                <c:pt idx="54280">
                  <c:v>24.45</c:v>
                </c:pt>
                <c:pt idx="54281">
                  <c:v>24.45</c:v>
                </c:pt>
                <c:pt idx="54282">
                  <c:v>24.45</c:v>
                </c:pt>
                <c:pt idx="54283">
                  <c:v>24.45</c:v>
                </c:pt>
                <c:pt idx="54284">
                  <c:v>24.45</c:v>
                </c:pt>
                <c:pt idx="54285">
                  <c:v>24.45</c:v>
                </c:pt>
                <c:pt idx="54286">
                  <c:v>24.45</c:v>
                </c:pt>
                <c:pt idx="54287">
                  <c:v>24.45</c:v>
                </c:pt>
                <c:pt idx="54288">
                  <c:v>24.5</c:v>
                </c:pt>
                <c:pt idx="54289">
                  <c:v>24.5</c:v>
                </c:pt>
                <c:pt idx="54290">
                  <c:v>24.5</c:v>
                </c:pt>
                <c:pt idx="54291">
                  <c:v>24.5</c:v>
                </c:pt>
                <c:pt idx="54292">
                  <c:v>24.5</c:v>
                </c:pt>
                <c:pt idx="54293">
                  <c:v>24.5</c:v>
                </c:pt>
                <c:pt idx="54294">
                  <c:v>24.5</c:v>
                </c:pt>
                <c:pt idx="54295">
                  <c:v>24.5</c:v>
                </c:pt>
                <c:pt idx="54296">
                  <c:v>24.5</c:v>
                </c:pt>
                <c:pt idx="54297">
                  <c:v>24.5</c:v>
                </c:pt>
                <c:pt idx="54298">
                  <c:v>24.45</c:v>
                </c:pt>
                <c:pt idx="54299">
                  <c:v>24.45</c:v>
                </c:pt>
                <c:pt idx="54300">
                  <c:v>24.45</c:v>
                </c:pt>
                <c:pt idx="54301">
                  <c:v>24.45</c:v>
                </c:pt>
                <c:pt idx="54302">
                  <c:v>24.45</c:v>
                </c:pt>
                <c:pt idx="54303">
                  <c:v>24.45</c:v>
                </c:pt>
                <c:pt idx="54304">
                  <c:v>24.45</c:v>
                </c:pt>
                <c:pt idx="54305">
                  <c:v>24.45</c:v>
                </c:pt>
                <c:pt idx="54306">
                  <c:v>24.45</c:v>
                </c:pt>
                <c:pt idx="54307">
                  <c:v>24.45</c:v>
                </c:pt>
                <c:pt idx="54308">
                  <c:v>24.45</c:v>
                </c:pt>
                <c:pt idx="54309">
                  <c:v>24.45</c:v>
                </c:pt>
                <c:pt idx="54310">
                  <c:v>24.45</c:v>
                </c:pt>
                <c:pt idx="54311">
                  <c:v>24.45</c:v>
                </c:pt>
                <c:pt idx="54312">
                  <c:v>24.45</c:v>
                </c:pt>
                <c:pt idx="54313">
                  <c:v>24.45</c:v>
                </c:pt>
                <c:pt idx="54314">
                  <c:v>24.45</c:v>
                </c:pt>
                <c:pt idx="54315">
                  <c:v>24.5</c:v>
                </c:pt>
                <c:pt idx="54316">
                  <c:v>24.45</c:v>
                </c:pt>
                <c:pt idx="54317">
                  <c:v>24.5</c:v>
                </c:pt>
                <c:pt idx="54318">
                  <c:v>24.45</c:v>
                </c:pt>
                <c:pt idx="54319">
                  <c:v>24.5</c:v>
                </c:pt>
                <c:pt idx="54320">
                  <c:v>24.5</c:v>
                </c:pt>
                <c:pt idx="54321">
                  <c:v>24.5</c:v>
                </c:pt>
                <c:pt idx="54322">
                  <c:v>24.45</c:v>
                </c:pt>
                <c:pt idx="54323">
                  <c:v>24.5</c:v>
                </c:pt>
                <c:pt idx="54324">
                  <c:v>24.5</c:v>
                </c:pt>
                <c:pt idx="54325">
                  <c:v>24.5</c:v>
                </c:pt>
                <c:pt idx="54326">
                  <c:v>24.5</c:v>
                </c:pt>
                <c:pt idx="54327">
                  <c:v>24.5</c:v>
                </c:pt>
                <c:pt idx="54328">
                  <c:v>24.45</c:v>
                </c:pt>
                <c:pt idx="54329">
                  <c:v>24.5</c:v>
                </c:pt>
                <c:pt idx="54330">
                  <c:v>24.45</c:v>
                </c:pt>
                <c:pt idx="54331">
                  <c:v>24.45</c:v>
                </c:pt>
                <c:pt idx="54332">
                  <c:v>24.45</c:v>
                </c:pt>
                <c:pt idx="54333">
                  <c:v>24.45</c:v>
                </c:pt>
                <c:pt idx="54334">
                  <c:v>24.45</c:v>
                </c:pt>
                <c:pt idx="54335">
                  <c:v>24.45</c:v>
                </c:pt>
                <c:pt idx="54336">
                  <c:v>24.45</c:v>
                </c:pt>
                <c:pt idx="54337">
                  <c:v>24.45</c:v>
                </c:pt>
                <c:pt idx="54338">
                  <c:v>24.45</c:v>
                </c:pt>
                <c:pt idx="54339">
                  <c:v>24.45</c:v>
                </c:pt>
                <c:pt idx="54340">
                  <c:v>24.45</c:v>
                </c:pt>
                <c:pt idx="54341">
                  <c:v>24.5</c:v>
                </c:pt>
                <c:pt idx="54342">
                  <c:v>24.45</c:v>
                </c:pt>
                <c:pt idx="54343">
                  <c:v>24.45</c:v>
                </c:pt>
                <c:pt idx="54344">
                  <c:v>24.5</c:v>
                </c:pt>
                <c:pt idx="54345">
                  <c:v>24.5</c:v>
                </c:pt>
                <c:pt idx="54346">
                  <c:v>24.5</c:v>
                </c:pt>
                <c:pt idx="54347">
                  <c:v>24.5</c:v>
                </c:pt>
                <c:pt idx="54348">
                  <c:v>24.5</c:v>
                </c:pt>
                <c:pt idx="54349">
                  <c:v>24.5</c:v>
                </c:pt>
                <c:pt idx="54350">
                  <c:v>24.5</c:v>
                </c:pt>
                <c:pt idx="54351">
                  <c:v>24.5</c:v>
                </c:pt>
                <c:pt idx="54352">
                  <c:v>24.5</c:v>
                </c:pt>
                <c:pt idx="54353">
                  <c:v>24.5</c:v>
                </c:pt>
                <c:pt idx="54354">
                  <c:v>24.5</c:v>
                </c:pt>
                <c:pt idx="54355">
                  <c:v>24.5</c:v>
                </c:pt>
                <c:pt idx="54356">
                  <c:v>24.5</c:v>
                </c:pt>
                <c:pt idx="54357">
                  <c:v>24.5</c:v>
                </c:pt>
                <c:pt idx="54358">
                  <c:v>24.5</c:v>
                </c:pt>
                <c:pt idx="54359">
                  <c:v>24.5</c:v>
                </c:pt>
                <c:pt idx="54360">
                  <c:v>24.5</c:v>
                </c:pt>
                <c:pt idx="54361">
                  <c:v>24.5</c:v>
                </c:pt>
                <c:pt idx="54362">
                  <c:v>24.5</c:v>
                </c:pt>
                <c:pt idx="54363">
                  <c:v>24.5</c:v>
                </c:pt>
                <c:pt idx="54364">
                  <c:v>24.5</c:v>
                </c:pt>
                <c:pt idx="54365">
                  <c:v>24.5</c:v>
                </c:pt>
                <c:pt idx="54366">
                  <c:v>24.5</c:v>
                </c:pt>
                <c:pt idx="54367">
                  <c:v>24.5</c:v>
                </c:pt>
                <c:pt idx="54368">
                  <c:v>24.45</c:v>
                </c:pt>
                <c:pt idx="54369">
                  <c:v>24.45</c:v>
                </c:pt>
                <c:pt idx="54370">
                  <c:v>24.5</c:v>
                </c:pt>
                <c:pt idx="54371">
                  <c:v>24.45</c:v>
                </c:pt>
                <c:pt idx="54372">
                  <c:v>24.45</c:v>
                </c:pt>
                <c:pt idx="54373">
                  <c:v>24.5</c:v>
                </c:pt>
                <c:pt idx="54374">
                  <c:v>24.5</c:v>
                </c:pt>
                <c:pt idx="54375">
                  <c:v>24.5</c:v>
                </c:pt>
                <c:pt idx="54376">
                  <c:v>24.5</c:v>
                </c:pt>
                <c:pt idx="54377">
                  <c:v>24.5</c:v>
                </c:pt>
                <c:pt idx="54378">
                  <c:v>24.5</c:v>
                </c:pt>
                <c:pt idx="54379">
                  <c:v>24.5</c:v>
                </c:pt>
                <c:pt idx="54380">
                  <c:v>24.5</c:v>
                </c:pt>
                <c:pt idx="54381">
                  <c:v>24.5</c:v>
                </c:pt>
                <c:pt idx="54382">
                  <c:v>24.5</c:v>
                </c:pt>
                <c:pt idx="54383">
                  <c:v>24.5</c:v>
                </c:pt>
                <c:pt idx="54384">
                  <c:v>24.5</c:v>
                </c:pt>
                <c:pt idx="54385">
                  <c:v>24.5</c:v>
                </c:pt>
                <c:pt idx="54386">
                  <c:v>24.5</c:v>
                </c:pt>
                <c:pt idx="54387">
                  <c:v>24.5</c:v>
                </c:pt>
                <c:pt idx="54388">
                  <c:v>24.5</c:v>
                </c:pt>
                <c:pt idx="54389">
                  <c:v>24.5</c:v>
                </c:pt>
                <c:pt idx="54390">
                  <c:v>24.5</c:v>
                </c:pt>
                <c:pt idx="54391">
                  <c:v>24.5</c:v>
                </c:pt>
                <c:pt idx="54392">
                  <c:v>24.5</c:v>
                </c:pt>
                <c:pt idx="54393">
                  <c:v>24.5</c:v>
                </c:pt>
                <c:pt idx="54394">
                  <c:v>24.5</c:v>
                </c:pt>
                <c:pt idx="54395">
                  <c:v>24.5</c:v>
                </c:pt>
                <c:pt idx="54396">
                  <c:v>24.5</c:v>
                </c:pt>
                <c:pt idx="54397">
                  <c:v>24.5</c:v>
                </c:pt>
                <c:pt idx="54398">
                  <c:v>24.5</c:v>
                </c:pt>
                <c:pt idx="54399">
                  <c:v>24.5</c:v>
                </c:pt>
                <c:pt idx="54400">
                  <c:v>24.5</c:v>
                </c:pt>
                <c:pt idx="54401">
                  <c:v>24.5</c:v>
                </c:pt>
                <c:pt idx="54402">
                  <c:v>24.5</c:v>
                </c:pt>
                <c:pt idx="54403">
                  <c:v>24.45</c:v>
                </c:pt>
                <c:pt idx="54404">
                  <c:v>24.5</c:v>
                </c:pt>
                <c:pt idx="54405">
                  <c:v>24.45</c:v>
                </c:pt>
                <c:pt idx="54406">
                  <c:v>24.5</c:v>
                </c:pt>
                <c:pt idx="54407">
                  <c:v>24.5</c:v>
                </c:pt>
                <c:pt idx="54408">
                  <c:v>24.5</c:v>
                </c:pt>
                <c:pt idx="54409">
                  <c:v>24.5</c:v>
                </c:pt>
                <c:pt idx="54410">
                  <c:v>24.5</c:v>
                </c:pt>
                <c:pt idx="54411">
                  <c:v>24.5</c:v>
                </c:pt>
                <c:pt idx="54412">
                  <c:v>24.5</c:v>
                </c:pt>
                <c:pt idx="54413">
                  <c:v>24.5</c:v>
                </c:pt>
                <c:pt idx="54414">
                  <c:v>24.5</c:v>
                </c:pt>
                <c:pt idx="54415">
                  <c:v>24.5</c:v>
                </c:pt>
                <c:pt idx="54416">
                  <c:v>24.5</c:v>
                </c:pt>
                <c:pt idx="54417">
                  <c:v>24.5</c:v>
                </c:pt>
                <c:pt idx="54418">
                  <c:v>24.5</c:v>
                </c:pt>
                <c:pt idx="54419">
                  <c:v>24.5</c:v>
                </c:pt>
                <c:pt idx="54420">
                  <c:v>24.5</c:v>
                </c:pt>
                <c:pt idx="54421">
                  <c:v>24.5</c:v>
                </c:pt>
                <c:pt idx="54422">
                  <c:v>24.5</c:v>
                </c:pt>
                <c:pt idx="54423">
                  <c:v>24.5</c:v>
                </c:pt>
                <c:pt idx="54424">
                  <c:v>24.5</c:v>
                </c:pt>
                <c:pt idx="54425">
                  <c:v>24.5</c:v>
                </c:pt>
                <c:pt idx="54426">
                  <c:v>24.5</c:v>
                </c:pt>
                <c:pt idx="54427">
                  <c:v>24.5</c:v>
                </c:pt>
                <c:pt idx="54428">
                  <c:v>24.5</c:v>
                </c:pt>
                <c:pt idx="54429">
                  <c:v>24.5</c:v>
                </c:pt>
                <c:pt idx="54430">
                  <c:v>24.5</c:v>
                </c:pt>
                <c:pt idx="54431">
                  <c:v>24.5</c:v>
                </c:pt>
                <c:pt idx="54432">
                  <c:v>24.5</c:v>
                </c:pt>
                <c:pt idx="54433">
                  <c:v>24.5</c:v>
                </c:pt>
                <c:pt idx="54434">
                  <c:v>24.5</c:v>
                </c:pt>
                <c:pt idx="54435">
                  <c:v>24.5</c:v>
                </c:pt>
                <c:pt idx="54436">
                  <c:v>24.5</c:v>
                </c:pt>
                <c:pt idx="54437">
                  <c:v>24.5</c:v>
                </c:pt>
                <c:pt idx="54438">
                  <c:v>24.5</c:v>
                </c:pt>
                <c:pt idx="54439">
                  <c:v>24.45</c:v>
                </c:pt>
                <c:pt idx="54440">
                  <c:v>24.5</c:v>
                </c:pt>
                <c:pt idx="54441">
                  <c:v>24.5</c:v>
                </c:pt>
                <c:pt idx="54442">
                  <c:v>24.5</c:v>
                </c:pt>
                <c:pt idx="54443">
                  <c:v>24.5</c:v>
                </c:pt>
                <c:pt idx="54444">
                  <c:v>24.5</c:v>
                </c:pt>
                <c:pt idx="54445">
                  <c:v>24.5</c:v>
                </c:pt>
                <c:pt idx="54446">
                  <c:v>24.5</c:v>
                </c:pt>
                <c:pt idx="54447">
                  <c:v>24.5</c:v>
                </c:pt>
                <c:pt idx="54448">
                  <c:v>24.5</c:v>
                </c:pt>
                <c:pt idx="54449">
                  <c:v>24.5</c:v>
                </c:pt>
                <c:pt idx="54450">
                  <c:v>24.5</c:v>
                </c:pt>
                <c:pt idx="54451">
                  <c:v>24.5</c:v>
                </c:pt>
                <c:pt idx="54452">
                  <c:v>24.5</c:v>
                </c:pt>
                <c:pt idx="54453">
                  <c:v>24.5</c:v>
                </c:pt>
                <c:pt idx="54454">
                  <c:v>24.5</c:v>
                </c:pt>
                <c:pt idx="54455">
                  <c:v>24.5</c:v>
                </c:pt>
                <c:pt idx="54456">
                  <c:v>24.5</c:v>
                </c:pt>
                <c:pt idx="54457">
                  <c:v>24.5</c:v>
                </c:pt>
                <c:pt idx="54458">
                  <c:v>24.5</c:v>
                </c:pt>
                <c:pt idx="54459">
                  <c:v>24.5</c:v>
                </c:pt>
                <c:pt idx="54460">
                  <c:v>24.5</c:v>
                </c:pt>
                <c:pt idx="54461">
                  <c:v>24.5</c:v>
                </c:pt>
                <c:pt idx="54462">
                  <c:v>24.5</c:v>
                </c:pt>
                <c:pt idx="54463">
                  <c:v>24.5</c:v>
                </c:pt>
                <c:pt idx="54464">
                  <c:v>24.5</c:v>
                </c:pt>
                <c:pt idx="54465">
                  <c:v>24.5</c:v>
                </c:pt>
                <c:pt idx="54466">
                  <c:v>24.5</c:v>
                </c:pt>
                <c:pt idx="54467">
                  <c:v>24.5</c:v>
                </c:pt>
                <c:pt idx="54468">
                  <c:v>24.5</c:v>
                </c:pt>
                <c:pt idx="54469">
                  <c:v>24.5</c:v>
                </c:pt>
                <c:pt idx="54470">
                  <c:v>24.5</c:v>
                </c:pt>
                <c:pt idx="54471">
                  <c:v>24.5</c:v>
                </c:pt>
                <c:pt idx="54472">
                  <c:v>24.5</c:v>
                </c:pt>
                <c:pt idx="54473">
                  <c:v>24.5</c:v>
                </c:pt>
                <c:pt idx="54474">
                  <c:v>24.5</c:v>
                </c:pt>
                <c:pt idx="54475">
                  <c:v>24.5</c:v>
                </c:pt>
                <c:pt idx="54476">
                  <c:v>24.5</c:v>
                </c:pt>
                <c:pt idx="54477">
                  <c:v>24.5</c:v>
                </c:pt>
                <c:pt idx="54478">
                  <c:v>24.5</c:v>
                </c:pt>
                <c:pt idx="54479">
                  <c:v>24.5</c:v>
                </c:pt>
                <c:pt idx="54480">
                  <c:v>24.5</c:v>
                </c:pt>
                <c:pt idx="54481">
                  <c:v>24.5</c:v>
                </c:pt>
                <c:pt idx="54482">
                  <c:v>24.5</c:v>
                </c:pt>
                <c:pt idx="54483">
                  <c:v>24.5</c:v>
                </c:pt>
                <c:pt idx="54484">
                  <c:v>24.5</c:v>
                </c:pt>
                <c:pt idx="54485">
                  <c:v>24.5</c:v>
                </c:pt>
                <c:pt idx="54486">
                  <c:v>24.5</c:v>
                </c:pt>
                <c:pt idx="54487">
                  <c:v>24.5</c:v>
                </c:pt>
                <c:pt idx="54488">
                  <c:v>24.5</c:v>
                </c:pt>
                <c:pt idx="54489">
                  <c:v>24.5</c:v>
                </c:pt>
                <c:pt idx="54490">
                  <c:v>24.5</c:v>
                </c:pt>
                <c:pt idx="54491">
                  <c:v>24.5</c:v>
                </c:pt>
                <c:pt idx="54492">
                  <c:v>24.5</c:v>
                </c:pt>
                <c:pt idx="54493">
                  <c:v>24.5</c:v>
                </c:pt>
                <c:pt idx="54494">
                  <c:v>24.5</c:v>
                </c:pt>
                <c:pt idx="54495">
                  <c:v>24.5</c:v>
                </c:pt>
                <c:pt idx="54496">
                  <c:v>24.5</c:v>
                </c:pt>
                <c:pt idx="54497">
                  <c:v>24.5</c:v>
                </c:pt>
                <c:pt idx="54498">
                  <c:v>24.5</c:v>
                </c:pt>
                <c:pt idx="54499">
                  <c:v>24.5</c:v>
                </c:pt>
                <c:pt idx="54500">
                  <c:v>24.5</c:v>
                </c:pt>
                <c:pt idx="54501">
                  <c:v>24.5</c:v>
                </c:pt>
                <c:pt idx="54502">
                  <c:v>24.5</c:v>
                </c:pt>
                <c:pt idx="54503">
                  <c:v>24.5</c:v>
                </c:pt>
                <c:pt idx="54504">
                  <c:v>24.5</c:v>
                </c:pt>
                <c:pt idx="54505">
                  <c:v>24.5</c:v>
                </c:pt>
                <c:pt idx="54506">
                  <c:v>24.5</c:v>
                </c:pt>
                <c:pt idx="54507">
                  <c:v>24.5</c:v>
                </c:pt>
                <c:pt idx="54508">
                  <c:v>24.5</c:v>
                </c:pt>
                <c:pt idx="54509">
                  <c:v>24.5</c:v>
                </c:pt>
                <c:pt idx="54510">
                  <c:v>24.5</c:v>
                </c:pt>
                <c:pt idx="54511">
                  <c:v>24.5</c:v>
                </c:pt>
                <c:pt idx="54512">
                  <c:v>24.5</c:v>
                </c:pt>
                <c:pt idx="54513">
                  <c:v>24.5</c:v>
                </c:pt>
                <c:pt idx="54514">
                  <c:v>24.5</c:v>
                </c:pt>
                <c:pt idx="54515">
                  <c:v>24.5</c:v>
                </c:pt>
                <c:pt idx="54516">
                  <c:v>24.5</c:v>
                </c:pt>
                <c:pt idx="54517">
                  <c:v>24.5</c:v>
                </c:pt>
                <c:pt idx="54518">
                  <c:v>24.5</c:v>
                </c:pt>
                <c:pt idx="54519">
                  <c:v>24.5</c:v>
                </c:pt>
                <c:pt idx="54520">
                  <c:v>24.5</c:v>
                </c:pt>
                <c:pt idx="54521">
                  <c:v>24.5</c:v>
                </c:pt>
                <c:pt idx="54522">
                  <c:v>24.5</c:v>
                </c:pt>
                <c:pt idx="54523">
                  <c:v>24.5</c:v>
                </c:pt>
                <c:pt idx="54524">
                  <c:v>24.5</c:v>
                </c:pt>
                <c:pt idx="54525">
                  <c:v>24.5</c:v>
                </c:pt>
                <c:pt idx="54526">
                  <c:v>24.5</c:v>
                </c:pt>
                <c:pt idx="54527">
                  <c:v>24.5</c:v>
                </c:pt>
                <c:pt idx="54528">
                  <c:v>24.5</c:v>
                </c:pt>
                <c:pt idx="54529">
                  <c:v>24.5</c:v>
                </c:pt>
                <c:pt idx="54530">
                  <c:v>24.5</c:v>
                </c:pt>
                <c:pt idx="54531">
                  <c:v>24.5</c:v>
                </c:pt>
                <c:pt idx="54532">
                  <c:v>24.5</c:v>
                </c:pt>
                <c:pt idx="54533">
                  <c:v>24.5</c:v>
                </c:pt>
                <c:pt idx="54534">
                  <c:v>24.5</c:v>
                </c:pt>
                <c:pt idx="54535">
                  <c:v>24.5</c:v>
                </c:pt>
                <c:pt idx="54536">
                  <c:v>24.5</c:v>
                </c:pt>
                <c:pt idx="54537">
                  <c:v>24.5</c:v>
                </c:pt>
                <c:pt idx="54538">
                  <c:v>24.5</c:v>
                </c:pt>
                <c:pt idx="54539">
                  <c:v>24.5</c:v>
                </c:pt>
                <c:pt idx="54540">
                  <c:v>24.5</c:v>
                </c:pt>
                <c:pt idx="54541">
                  <c:v>24.5</c:v>
                </c:pt>
                <c:pt idx="54542">
                  <c:v>24.5</c:v>
                </c:pt>
                <c:pt idx="54543">
                  <c:v>24.5</c:v>
                </c:pt>
                <c:pt idx="54544">
                  <c:v>24.5</c:v>
                </c:pt>
                <c:pt idx="54545">
                  <c:v>24.5</c:v>
                </c:pt>
                <c:pt idx="54546">
                  <c:v>24.5</c:v>
                </c:pt>
                <c:pt idx="54547">
                  <c:v>24.5</c:v>
                </c:pt>
                <c:pt idx="54548">
                  <c:v>24.5</c:v>
                </c:pt>
                <c:pt idx="54549">
                  <c:v>24.5</c:v>
                </c:pt>
                <c:pt idx="54550">
                  <c:v>24.5</c:v>
                </c:pt>
                <c:pt idx="54551">
                  <c:v>24.5</c:v>
                </c:pt>
                <c:pt idx="54552">
                  <c:v>24.5</c:v>
                </c:pt>
                <c:pt idx="54553">
                  <c:v>24.5</c:v>
                </c:pt>
                <c:pt idx="54554">
                  <c:v>24.5</c:v>
                </c:pt>
                <c:pt idx="54555">
                  <c:v>24.5</c:v>
                </c:pt>
                <c:pt idx="54556">
                  <c:v>24.5</c:v>
                </c:pt>
                <c:pt idx="54557">
                  <c:v>24.5</c:v>
                </c:pt>
                <c:pt idx="54558">
                  <c:v>24.5</c:v>
                </c:pt>
                <c:pt idx="54559">
                  <c:v>24.5</c:v>
                </c:pt>
                <c:pt idx="54560">
                  <c:v>24.5</c:v>
                </c:pt>
                <c:pt idx="54561">
                  <c:v>24.5</c:v>
                </c:pt>
                <c:pt idx="54562">
                  <c:v>24.5</c:v>
                </c:pt>
                <c:pt idx="54563">
                  <c:v>24.5</c:v>
                </c:pt>
                <c:pt idx="54564">
                  <c:v>24.5</c:v>
                </c:pt>
                <c:pt idx="54565">
                  <c:v>24.5</c:v>
                </c:pt>
                <c:pt idx="54566">
                  <c:v>24.5</c:v>
                </c:pt>
                <c:pt idx="54567">
                  <c:v>24.5</c:v>
                </c:pt>
                <c:pt idx="54568">
                  <c:v>24.5</c:v>
                </c:pt>
                <c:pt idx="54569">
                  <c:v>24.5</c:v>
                </c:pt>
                <c:pt idx="54570">
                  <c:v>24.5</c:v>
                </c:pt>
                <c:pt idx="54571">
                  <c:v>24.5</c:v>
                </c:pt>
                <c:pt idx="54572">
                  <c:v>24.5</c:v>
                </c:pt>
                <c:pt idx="54573">
                  <c:v>24.5</c:v>
                </c:pt>
                <c:pt idx="54574">
                  <c:v>24.5</c:v>
                </c:pt>
                <c:pt idx="54575">
                  <c:v>24.5</c:v>
                </c:pt>
                <c:pt idx="54576">
                  <c:v>24.5</c:v>
                </c:pt>
                <c:pt idx="54577">
                  <c:v>24.5</c:v>
                </c:pt>
                <c:pt idx="54578">
                  <c:v>24.5</c:v>
                </c:pt>
                <c:pt idx="54579">
                  <c:v>24.5</c:v>
                </c:pt>
                <c:pt idx="54580">
                  <c:v>24.5</c:v>
                </c:pt>
                <c:pt idx="54581">
                  <c:v>24.5</c:v>
                </c:pt>
                <c:pt idx="54582">
                  <c:v>24.5</c:v>
                </c:pt>
                <c:pt idx="54583">
                  <c:v>24.5</c:v>
                </c:pt>
                <c:pt idx="54584">
                  <c:v>24.5</c:v>
                </c:pt>
                <c:pt idx="54585">
                  <c:v>24.5</c:v>
                </c:pt>
                <c:pt idx="54586">
                  <c:v>24.5</c:v>
                </c:pt>
                <c:pt idx="54587">
                  <c:v>24.5</c:v>
                </c:pt>
                <c:pt idx="54588">
                  <c:v>24.5</c:v>
                </c:pt>
                <c:pt idx="54589">
                  <c:v>24.5</c:v>
                </c:pt>
                <c:pt idx="54590">
                  <c:v>24.5</c:v>
                </c:pt>
                <c:pt idx="54591">
                  <c:v>24.5</c:v>
                </c:pt>
                <c:pt idx="54592">
                  <c:v>24.5</c:v>
                </c:pt>
                <c:pt idx="54593">
                  <c:v>24.5</c:v>
                </c:pt>
                <c:pt idx="54594">
                  <c:v>24.5</c:v>
                </c:pt>
                <c:pt idx="54595">
                  <c:v>24.5</c:v>
                </c:pt>
                <c:pt idx="54596">
                  <c:v>24.5</c:v>
                </c:pt>
                <c:pt idx="54597">
                  <c:v>24.5</c:v>
                </c:pt>
                <c:pt idx="54598">
                  <c:v>24.5</c:v>
                </c:pt>
                <c:pt idx="54599">
                  <c:v>24.5</c:v>
                </c:pt>
                <c:pt idx="54600">
                  <c:v>24.5</c:v>
                </c:pt>
                <c:pt idx="54601">
                  <c:v>24.5</c:v>
                </c:pt>
                <c:pt idx="54602">
                  <c:v>24.5</c:v>
                </c:pt>
                <c:pt idx="54603">
                  <c:v>24.5</c:v>
                </c:pt>
                <c:pt idx="54604">
                  <c:v>24.5</c:v>
                </c:pt>
                <c:pt idx="54605">
                  <c:v>24.5</c:v>
                </c:pt>
                <c:pt idx="54606">
                  <c:v>24.5</c:v>
                </c:pt>
                <c:pt idx="54607">
                  <c:v>24.5</c:v>
                </c:pt>
                <c:pt idx="54608">
                  <c:v>24.5</c:v>
                </c:pt>
                <c:pt idx="54609">
                  <c:v>24.5</c:v>
                </c:pt>
                <c:pt idx="54610">
                  <c:v>24.5</c:v>
                </c:pt>
                <c:pt idx="54611">
                  <c:v>24.5</c:v>
                </c:pt>
                <c:pt idx="54612">
                  <c:v>24.5</c:v>
                </c:pt>
                <c:pt idx="54613">
                  <c:v>24.5</c:v>
                </c:pt>
                <c:pt idx="54614">
                  <c:v>24.5</c:v>
                </c:pt>
                <c:pt idx="54615">
                  <c:v>24.5</c:v>
                </c:pt>
                <c:pt idx="54616">
                  <c:v>24.5</c:v>
                </c:pt>
                <c:pt idx="54617">
                  <c:v>24.5</c:v>
                </c:pt>
                <c:pt idx="54618">
                  <c:v>24.5</c:v>
                </c:pt>
                <c:pt idx="54619">
                  <c:v>24.5</c:v>
                </c:pt>
                <c:pt idx="54620">
                  <c:v>24.5</c:v>
                </c:pt>
                <c:pt idx="54621">
                  <c:v>24.5</c:v>
                </c:pt>
                <c:pt idx="54622">
                  <c:v>24.5</c:v>
                </c:pt>
                <c:pt idx="54623">
                  <c:v>24.5</c:v>
                </c:pt>
                <c:pt idx="54624">
                  <c:v>24.5</c:v>
                </c:pt>
                <c:pt idx="54625">
                  <c:v>24.5</c:v>
                </c:pt>
                <c:pt idx="54626">
                  <c:v>24.5</c:v>
                </c:pt>
                <c:pt idx="54627">
                  <c:v>24.5</c:v>
                </c:pt>
                <c:pt idx="54628">
                  <c:v>24.5</c:v>
                </c:pt>
                <c:pt idx="54629">
                  <c:v>24.5</c:v>
                </c:pt>
                <c:pt idx="54630">
                  <c:v>24.5</c:v>
                </c:pt>
                <c:pt idx="54631">
                  <c:v>24.5</c:v>
                </c:pt>
                <c:pt idx="54632">
                  <c:v>24.5</c:v>
                </c:pt>
                <c:pt idx="54633">
                  <c:v>24.5</c:v>
                </c:pt>
                <c:pt idx="54634">
                  <c:v>24.5</c:v>
                </c:pt>
                <c:pt idx="54635">
                  <c:v>24.5</c:v>
                </c:pt>
                <c:pt idx="54636">
                  <c:v>24.5</c:v>
                </c:pt>
                <c:pt idx="54637">
                  <c:v>24.5</c:v>
                </c:pt>
                <c:pt idx="54638">
                  <c:v>24.5</c:v>
                </c:pt>
                <c:pt idx="54639">
                  <c:v>24.5</c:v>
                </c:pt>
                <c:pt idx="54640">
                  <c:v>24.5</c:v>
                </c:pt>
                <c:pt idx="54641">
                  <c:v>24.5</c:v>
                </c:pt>
                <c:pt idx="54642">
                  <c:v>24.5</c:v>
                </c:pt>
                <c:pt idx="54643">
                  <c:v>24.5</c:v>
                </c:pt>
                <c:pt idx="54644">
                  <c:v>24.5</c:v>
                </c:pt>
                <c:pt idx="54645">
                  <c:v>24.5</c:v>
                </c:pt>
                <c:pt idx="54646">
                  <c:v>24.5</c:v>
                </c:pt>
                <c:pt idx="54647">
                  <c:v>24.5</c:v>
                </c:pt>
                <c:pt idx="54648">
                  <c:v>24.5</c:v>
                </c:pt>
                <c:pt idx="54649">
                  <c:v>24.5</c:v>
                </c:pt>
                <c:pt idx="54650">
                  <c:v>24.5</c:v>
                </c:pt>
                <c:pt idx="54651">
                  <c:v>24.5</c:v>
                </c:pt>
                <c:pt idx="54652">
                  <c:v>24.5</c:v>
                </c:pt>
                <c:pt idx="54653">
                  <c:v>24.5</c:v>
                </c:pt>
                <c:pt idx="54654">
                  <c:v>24.5</c:v>
                </c:pt>
                <c:pt idx="54655">
                  <c:v>24.5</c:v>
                </c:pt>
                <c:pt idx="54656">
                  <c:v>24.5</c:v>
                </c:pt>
                <c:pt idx="54657">
                  <c:v>24.5</c:v>
                </c:pt>
                <c:pt idx="54658">
                  <c:v>24.5</c:v>
                </c:pt>
                <c:pt idx="54659">
                  <c:v>24.5</c:v>
                </c:pt>
                <c:pt idx="54660">
                  <c:v>24.5</c:v>
                </c:pt>
                <c:pt idx="54661">
                  <c:v>24.5</c:v>
                </c:pt>
                <c:pt idx="54662">
                  <c:v>24.5</c:v>
                </c:pt>
                <c:pt idx="54663">
                  <c:v>24.5</c:v>
                </c:pt>
                <c:pt idx="54664">
                  <c:v>24.5</c:v>
                </c:pt>
                <c:pt idx="54665">
                  <c:v>24.5</c:v>
                </c:pt>
                <c:pt idx="54666">
                  <c:v>24.5</c:v>
                </c:pt>
                <c:pt idx="54667">
                  <c:v>24.5</c:v>
                </c:pt>
                <c:pt idx="54668">
                  <c:v>24.5</c:v>
                </c:pt>
                <c:pt idx="54669">
                  <c:v>24.5</c:v>
                </c:pt>
                <c:pt idx="54670">
                  <c:v>24.5</c:v>
                </c:pt>
                <c:pt idx="54671">
                  <c:v>24.5</c:v>
                </c:pt>
                <c:pt idx="54672">
                  <c:v>24.5</c:v>
                </c:pt>
                <c:pt idx="54673">
                  <c:v>24.5</c:v>
                </c:pt>
                <c:pt idx="54674">
                  <c:v>24.5</c:v>
                </c:pt>
                <c:pt idx="54675">
                  <c:v>24.5</c:v>
                </c:pt>
                <c:pt idx="54676">
                  <c:v>24.5</c:v>
                </c:pt>
                <c:pt idx="54677">
                  <c:v>24.5</c:v>
                </c:pt>
                <c:pt idx="54678">
                  <c:v>24.5</c:v>
                </c:pt>
                <c:pt idx="54679">
                  <c:v>24.5</c:v>
                </c:pt>
                <c:pt idx="54680">
                  <c:v>24.5</c:v>
                </c:pt>
                <c:pt idx="54681">
                  <c:v>24.5</c:v>
                </c:pt>
                <c:pt idx="54682">
                  <c:v>24.5</c:v>
                </c:pt>
                <c:pt idx="54683">
                  <c:v>24.5</c:v>
                </c:pt>
                <c:pt idx="54684">
                  <c:v>24.5</c:v>
                </c:pt>
                <c:pt idx="54685">
                  <c:v>24.5</c:v>
                </c:pt>
                <c:pt idx="54686">
                  <c:v>24.5</c:v>
                </c:pt>
                <c:pt idx="54687">
                  <c:v>24.5</c:v>
                </c:pt>
                <c:pt idx="54688">
                  <c:v>24.5</c:v>
                </c:pt>
                <c:pt idx="54689">
                  <c:v>24.5</c:v>
                </c:pt>
                <c:pt idx="54690">
                  <c:v>24.5</c:v>
                </c:pt>
                <c:pt idx="54691">
                  <c:v>24.5</c:v>
                </c:pt>
                <c:pt idx="54692">
                  <c:v>24.5</c:v>
                </c:pt>
                <c:pt idx="54693">
                  <c:v>24.5</c:v>
                </c:pt>
                <c:pt idx="54694">
                  <c:v>24.5</c:v>
                </c:pt>
                <c:pt idx="54695">
                  <c:v>24.5</c:v>
                </c:pt>
                <c:pt idx="54696">
                  <c:v>24.5</c:v>
                </c:pt>
                <c:pt idx="54697">
                  <c:v>24.5</c:v>
                </c:pt>
                <c:pt idx="54698">
                  <c:v>24.5</c:v>
                </c:pt>
                <c:pt idx="54699">
                  <c:v>24.5</c:v>
                </c:pt>
                <c:pt idx="54700">
                  <c:v>24.5</c:v>
                </c:pt>
                <c:pt idx="54701">
                  <c:v>24.5</c:v>
                </c:pt>
                <c:pt idx="54702">
                  <c:v>24.5</c:v>
                </c:pt>
                <c:pt idx="54703">
                  <c:v>24.5</c:v>
                </c:pt>
                <c:pt idx="54704">
                  <c:v>24.5</c:v>
                </c:pt>
                <c:pt idx="54705">
                  <c:v>24.5</c:v>
                </c:pt>
                <c:pt idx="54706">
                  <c:v>24.5</c:v>
                </c:pt>
                <c:pt idx="54707">
                  <c:v>24.5</c:v>
                </c:pt>
                <c:pt idx="54708">
                  <c:v>24.5</c:v>
                </c:pt>
                <c:pt idx="54709">
                  <c:v>24.5</c:v>
                </c:pt>
                <c:pt idx="54710">
                  <c:v>24.5</c:v>
                </c:pt>
                <c:pt idx="54711">
                  <c:v>24.5</c:v>
                </c:pt>
                <c:pt idx="54712">
                  <c:v>24.5</c:v>
                </c:pt>
                <c:pt idx="54713">
                  <c:v>24.5</c:v>
                </c:pt>
                <c:pt idx="54714">
                  <c:v>24.5</c:v>
                </c:pt>
                <c:pt idx="54715">
                  <c:v>24.5</c:v>
                </c:pt>
                <c:pt idx="54716">
                  <c:v>24.5</c:v>
                </c:pt>
                <c:pt idx="54717">
                  <c:v>24.5</c:v>
                </c:pt>
                <c:pt idx="54718">
                  <c:v>24.5</c:v>
                </c:pt>
                <c:pt idx="54719">
                  <c:v>24.5</c:v>
                </c:pt>
                <c:pt idx="54720">
                  <c:v>24.5</c:v>
                </c:pt>
                <c:pt idx="54721">
                  <c:v>24.5</c:v>
                </c:pt>
                <c:pt idx="54722">
                  <c:v>24.5</c:v>
                </c:pt>
                <c:pt idx="54723">
                  <c:v>24.5</c:v>
                </c:pt>
                <c:pt idx="54724">
                  <c:v>24.5</c:v>
                </c:pt>
                <c:pt idx="54725">
                  <c:v>24.5</c:v>
                </c:pt>
                <c:pt idx="54726">
                  <c:v>24.5</c:v>
                </c:pt>
                <c:pt idx="54727">
                  <c:v>24.5</c:v>
                </c:pt>
                <c:pt idx="54728">
                  <c:v>24.5</c:v>
                </c:pt>
                <c:pt idx="54729">
                  <c:v>24.5</c:v>
                </c:pt>
                <c:pt idx="54730">
                  <c:v>24.5</c:v>
                </c:pt>
                <c:pt idx="54731">
                  <c:v>24.5</c:v>
                </c:pt>
                <c:pt idx="54732">
                  <c:v>24.5</c:v>
                </c:pt>
                <c:pt idx="54733">
                  <c:v>24.5</c:v>
                </c:pt>
                <c:pt idx="54734">
                  <c:v>24.5</c:v>
                </c:pt>
                <c:pt idx="54735">
                  <c:v>24.5</c:v>
                </c:pt>
                <c:pt idx="54736">
                  <c:v>24.5</c:v>
                </c:pt>
                <c:pt idx="54737">
                  <c:v>24.5</c:v>
                </c:pt>
                <c:pt idx="54738">
                  <c:v>24.5</c:v>
                </c:pt>
                <c:pt idx="54739">
                  <c:v>24.5</c:v>
                </c:pt>
                <c:pt idx="54740">
                  <c:v>24.5</c:v>
                </c:pt>
                <c:pt idx="54741">
                  <c:v>24.5</c:v>
                </c:pt>
                <c:pt idx="54742">
                  <c:v>24.5</c:v>
                </c:pt>
                <c:pt idx="54743">
                  <c:v>24.5</c:v>
                </c:pt>
                <c:pt idx="54744">
                  <c:v>24.5</c:v>
                </c:pt>
                <c:pt idx="54745">
                  <c:v>24.5</c:v>
                </c:pt>
                <c:pt idx="54746">
                  <c:v>24.5</c:v>
                </c:pt>
                <c:pt idx="54747">
                  <c:v>24.5</c:v>
                </c:pt>
                <c:pt idx="54748">
                  <c:v>24.5</c:v>
                </c:pt>
                <c:pt idx="54749">
                  <c:v>24.5</c:v>
                </c:pt>
                <c:pt idx="54750">
                  <c:v>24.5</c:v>
                </c:pt>
                <c:pt idx="54751">
                  <c:v>24.5</c:v>
                </c:pt>
                <c:pt idx="54752">
                  <c:v>24.5</c:v>
                </c:pt>
                <c:pt idx="54753">
                  <c:v>24.5</c:v>
                </c:pt>
                <c:pt idx="54754">
                  <c:v>24.5</c:v>
                </c:pt>
                <c:pt idx="54755">
                  <c:v>24.5</c:v>
                </c:pt>
                <c:pt idx="54756">
                  <c:v>24.5</c:v>
                </c:pt>
                <c:pt idx="54757">
                  <c:v>24.5</c:v>
                </c:pt>
                <c:pt idx="54758">
                  <c:v>24.5</c:v>
                </c:pt>
                <c:pt idx="54759">
                  <c:v>24.5</c:v>
                </c:pt>
                <c:pt idx="54760">
                  <c:v>24.5</c:v>
                </c:pt>
                <c:pt idx="54761">
                  <c:v>24.5</c:v>
                </c:pt>
                <c:pt idx="54762">
                  <c:v>24.5</c:v>
                </c:pt>
                <c:pt idx="54763">
                  <c:v>24.5</c:v>
                </c:pt>
                <c:pt idx="54764">
                  <c:v>24.5</c:v>
                </c:pt>
                <c:pt idx="54765">
                  <c:v>24.5</c:v>
                </c:pt>
                <c:pt idx="54766">
                  <c:v>24.5</c:v>
                </c:pt>
                <c:pt idx="54767">
                  <c:v>24.5</c:v>
                </c:pt>
                <c:pt idx="54768">
                  <c:v>24.5</c:v>
                </c:pt>
                <c:pt idx="54769">
                  <c:v>24.5</c:v>
                </c:pt>
                <c:pt idx="54770">
                  <c:v>24.5</c:v>
                </c:pt>
                <c:pt idx="54771">
                  <c:v>24.5</c:v>
                </c:pt>
                <c:pt idx="54772">
                  <c:v>24.5</c:v>
                </c:pt>
                <c:pt idx="54773">
                  <c:v>24.5</c:v>
                </c:pt>
                <c:pt idx="54774">
                  <c:v>24.5</c:v>
                </c:pt>
                <c:pt idx="54775">
                  <c:v>24.5</c:v>
                </c:pt>
                <c:pt idx="54776">
                  <c:v>24.5</c:v>
                </c:pt>
                <c:pt idx="54777">
                  <c:v>24.5</c:v>
                </c:pt>
                <c:pt idx="54778">
                  <c:v>24.5</c:v>
                </c:pt>
                <c:pt idx="54779">
                  <c:v>24.5</c:v>
                </c:pt>
                <c:pt idx="54780">
                  <c:v>24.5</c:v>
                </c:pt>
                <c:pt idx="54781">
                  <c:v>24.5</c:v>
                </c:pt>
                <c:pt idx="54782">
                  <c:v>24.5</c:v>
                </c:pt>
                <c:pt idx="54783">
                  <c:v>24.5</c:v>
                </c:pt>
                <c:pt idx="54784">
                  <c:v>24.5</c:v>
                </c:pt>
                <c:pt idx="54785">
                  <c:v>24.5</c:v>
                </c:pt>
                <c:pt idx="54786">
                  <c:v>24.5</c:v>
                </c:pt>
                <c:pt idx="54787">
                  <c:v>24.5</c:v>
                </c:pt>
                <c:pt idx="54788">
                  <c:v>24.5</c:v>
                </c:pt>
                <c:pt idx="54789">
                  <c:v>24.5</c:v>
                </c:pt>
                <c:pt idx="54790">
                  <c:v>24.5</c:v>
                </c:pt>
                <c:pt idx="54791">
                  <c:v>24.5</c:v>
                </c:pt>
                <c:pt idx="54792">
                  <c:v>24.5</c:v>
                </c:pt>
                <c:pt idx="54793">
                  <c:v>24.5</c:v>
                </c:pt>
                <c:pt idx="54794">
                  <c:v>24.5</c:v>
                </c:pt>
                <c:pt idx="54795">
                  <c:v>24.5</c:v>
                </c:pt>
                <c:pt idx="54796">
                  <c:v>24.5</c:v>
                </c:pt>
                <c:pt idx="54797">
                  <c:v>24.5</c:v>
                </c:pt>
                <c:pt idx="54798">
                  <c:v>24.5</c:v>
                </c:pt>
                <c:pt idx="54799">
                  <c:v>24.5</c:v>
                </c:pt>
                <c:pt idx="54800">
                  <c:v>24.5</c:v>
                </c:pt>
                <c:pt idx="54801">
                  <c:v>24.5</c:v>
                </c:pt>
                <c:pt idx="54802">
                  <c:v>24.5</c:v>
                </c:pt>
                <c:pt idx="54803">
                  <c:v>24.5</c:v>
                </c:pt>
                <c:pt idx="54804">
                  <c:v>24.5</c:v>
                </c:pt>
                <c:pt idx="54805">
                  <c:v>24.5</c:v>
                </c:pt>
                <c:pt idx="54806">
                  <c:v>24.5</c:v>
                </c:pt>
                <c:pt idx="54807">
                  <c:v>24.5</c:v>
                </c:pt>
                <c:pt idx="54808">
                  <c:v>24.5</c:v>
                </c:pt>
                <c:pt idx="54809">
                  <c:v>24.5</c:v>
                </c:pt>
                <c:pt idx="54810">
                  <c:v>24.5</c:v>
                </c:pt>
                <c:pt idx="54811">
                  <c:v>24.5</c:v>
                </c:pt>
                <c:pt idx="54812">
                  <c:v>24.5</c:v>
                </c:pt>
                <c:pt idx="54813">
                  <c:v>24.5</c:v>
                </c:pt>
                <c:pt idx="54814">
                  <c:v>24.5</c:v>
                </c:pt>
                <c:pt idx="54815">
                  <c:v>24.5</c:v>
                </c:pt>
                <c:pt idx="54816">
                  <c:v>24.5</c:v>
                </c:pt>
                <c:pt idx="54817">
                  <c:v>24.5</c:v>
                </c:pt>
                <c:pt idx="54818">
                  <c:v>24.5</c:v>
                </c:pt>
                <c:pt idx="54819">
                  <c:v>24.5</c:v>
                </c:pt>
                <c:pt idx="54820">
                  <c:v>24.5</c:v>
                </c:pt>
                <c:pt idx="54821">
                  <c:v>24.5</c:v>
                </c:pt>
                <c:pt idx="54822">
                  <c:v>24.5</c:v>
                </c:pt>
                <c:pt idx="54823">
                  <c:v>24.5</c:v>
                </c:pt>
                <c:pt idx="54824">
                  <c:v>24.5</c:v>
                </c:pt>
                <c:pt idx="54825">
                  <c:v>24.5</c:v>
                </c:pt>
                <c:pt idx="54826">
                  <c:v>24.5</c:v>
                </c:pt>
                <c:pt idx="54827">
                  <c:v>24.5</c:v>
                </c:pt>
                <c:pt idx="54828">
                  <c:v>24.5</c:v>
                </c:pt>
                <c:pt idx="54829">
                  <c:v>24.5</c:v>
                </c:pt>
                <c:pt idx="54830">
                  <c:v>24.5</c:v>
                </c:pt>
                <c:pt idx="54831">
                  <c:v>24.5</c:v>
                </c:pt>
                <c:pt idx="54832">
                  <c:v>24.5</c:v>
                </c:pt>
                <c:pt idx="54833">
                  <c:v>24.5</c:v>
                </c:pt>
                <c:pt idx="54834">
                  <c:v>24.5</c:v>
                </c:pt>
                <c:pt idx="54835">
                  <c:v>24.5</c:v>
                </c:pt>
                <c:pt idx="54836">
                  <c:v>24.5</c:v>
                </c:pt>
                <c:pt idx="54837">
                  <c:v>24.5</c:v>
                </c:pt>
                <c:pt idx="54838">
                  <c:v>24.5</c:v>
                </c:pt>
                <c:pt idx="54839">
                  <c:v>24.5</c:v>
                </c:pt>
                <c:pt idx="54840">
                  <c:v>24.5</c:v>
                </c:pt>
                <c:pt idx="54841">
                  <c:v>24.5</c:v>
                </c:pt>
                <c:pt idx="54842">
                  <c:v>24.5</c:v>
                </c:pt>
                <c:pt idx="54843">
                  <c:v>24.5</c:v>
                </c:pt>
                <c:pt idx="54844">
                  <c:v>24.5</c:v>
                </c:pt>
                <c:pt idx="54845">
                  <c:v>24.5</c:v>
                </c:pt>
                <c:pt idx="54846">
                  <c:v>24.5</c:v>
                </c:pt>
                <c:pt idx="54847">
                  <c:v>24.5</c:v>
                </c:pt>
                <c:pt idx="54848">
                  <c:v>24.5</c:v>
                </c:pt>
                <c:pt idx="54849">
                  <c:v>24.5</c:v>
                </c:pt>
                <c:pt idx="54850">
                  <c:v>24.5</c:v>
                </c:pt>
                <c:pt idx="54851">
                  <c:v>24.5</c:v>
                </c:pt>
                <c:pt idx="54852">
                  <c:v>24.5</c:v>
                </c:pt>
                <c:pt idx="54853">
                  <c:v>24.5</c:v>
                </c:pt>
                <c:pt idx="54854">
                  <c:v>24.5</c:v>
                </c:pt>
                <c:pt idx="54855">
                  <c:v>24.5</c:v>
                </c:pt>
                <c:pt idx="54856">
                  <c:v>24.5</c:v>
                </c:pt>
                <c:pt idx="54857">
                  <c:v>24.5</c:v>
                </c:pt>
                <c:pt idx="54858">
                  <c:v>24.5</c:v>
                </c:pt>
                <c:pt idx="54859">
                  <c:v>24.5</c:v>
                </c:pt>
                <c:pt idx="54860">
                  <c:v>24.5</c:v>
                </c:pt>
                <c:pt idx="54861">
                  <c:v>24.5</c:v>
                </c:pt>
                <c:pt idx="54862">
                  <c:v>24.5</c:v>
                </c:pt>
                <c:pt idx="54863">
                  <c:v>24.5</c:v>
                </c:pt>
                <c:pt idx="54864">
                  <c:v>24.5</c:v>
                </c:pt>
                <c:pt idx="54865">
                  <c:v>24.5</c:v>
                </c:pt>
                <c:pt idx="54866">
                  <c:v>24.5</c:v>
                </c:pt>
                <c:pt idx="54867">
                  <c:v>24.5</c:v>
                </c:pt>
                <c:pt idx="54868">
                  <c:v>24.5</c:v>
                </c:pt>
                <c:pt idx="54869">
                  <c:v>24.5</c:v>
                </c:pt>
                <c:pt idx="54870">
                  <c:v>24.5</c:v>
                </c:pt>
                <c:pt idx="54871">
                  <c:v>24.5</c:v>
                </c:pt>
                <c:pt idx="54872">
                  <c:v>24.5</c:v>
                </c:pt>
                <c:pt idx="54873">
                  <c:v>24.5</c:v>
                </c:pt>
                <c:pt idx="54874">
                  <c:v>24.5</c:v>
                </c:pt>
                <c:pt idx="54875">
                  <c:v>24.5</c:v>
                </c:pt>
                <c:pt idx="54876">
                  <c:v>24.5</c:v>
                </c:pt>
                <c:pt idx="54877">
                  <c:v>24.5</c:v>
                </c:pt>
                <c:pt idx="54878">
                  <c:v>24.5</c:v>
                </c:pt>
                <c:pt idx="54879">
                  <c:v>24.5</c:v>
                </c:pt>
                <c:pt idx="54880">
                  <c:v>24.5</c:v>
                </c:pt>
                <c:pt idx="54881">
                  <c:v>24.5</c:v>
                </c:pt>
                <c:pt idx="54882">
                  <c:v>24.5</c:v>
                </c:pt>
                <c:pt idx="54883">
                  <c:v>24.5</c:v>
                </c:pt>
                <c:pt idx="54884">
                  <c:v>24.5</c:v>
                </c:pt>
                <c:pt idx="54885">
                  <c:v>24.5</c:v>
                </c:pt>
                <c:pt idx="54886">
                  <c:v>24.5</c:v>
                </c:pt>
                <c:pt idx="54887">
                  <c:v>24.5</c:v>
                </c:pt>
                <c:pt idx="54888">
                  <c:v>24.5</c:v>
                </c:pt>
                <c:pt idx="54889">
                  <c:v>24.5</c:v>
                </c:pt>
                <c:pt idx="54890">
                  <c:v>24.5</c:v>
                </c:pt>
                <c:pt idx="54891">
                  <c:v>24.5</c:v>
                </c:pt>
                <c:pt idx="54892">
                  <c:v>24.5</c:v>
                </c:pt>
                <c:pt idx="54893">
                  <c:v>24.5</c:v>
                </c:pt>
                <c:pt idx="54894">
                  <c:v>24.5</c:v>
                </c:pt>
                <c:pt idx="54895">
                  <c:v>24.5</c:v>
                </c:pt>
                <c:pt idx="54896">
                  <c:v>24.5</c:v>
                </c:pt>
                <c:pt idx="54897">
                  <c:v>24.5</c:v>
                </c:pt>
                <c:pt idx="54898">
                  <c:v>24.5</c:v>
                </c:pt>
                <c:pt idx="54899">
                  <c:v>24.5</c:v>
                </c:pt>
                <c:pt idx="54900">
                  <c:v>24.5</c:v>
                </c:pt>
                <c:pt idx="54901">
                  <c:v>24.5</c:v>
                </c:pt>
                <c:pt idx="54902">
                  <c:v>24.5</c:v>
                </c:pt>
                <c:pt idx="54903">
                  <c:v>24.5</c:v>
                </c:pt>
                <c:pt idx="54904">
                  <c:v>24.5</c:v>
                </c:pt>
                <c:pt idx="54905">
                  <c:v>24.5</c:v>
                </c:pt>
                <c:pt idx="54906">
                  <c:v>24.5</c:v>
                </c:pt>
                <c:pt idx="54907">
                  <c:v>24.5</c:v>
                </c:pt>
                <c:pt idx="54908">
                  <c:v>24.5</c:v>
                </c:pt>
                <c:pt idx="54909">
                  <c:v>24.5</c:v>
                </c:pt>
                <c:pt idx="54910">
                  <c:v>24.5</c:v>
                </c:pt>
                <c:pt idx="54911">
                  <c:v>24.5</c:v>
                </c:pt>
                <c:pt idx="54912">
                  <c:v>24.5</c:v>
                </c:pt>
                <c:pt idx="54913">
                  <c:v>24.5</c:v>
                </c:pt>
                <c:pt idx="54914">
                  <c:v>24.5</c:v>
                </c:pt>
                <c:pt idx="54915">
                  <c:v>24.5</c:v>
                </c:pt>
                <c:pt idx="54916">
                  <c:v>24.5</c:v>
                </c:pt>
                <c:pt idx="54917">
                  <c:v>24.5</c:v>
                </c:pt>
                <c:pt idx="54918">
                  <c:v>24.5</c:v>
                </c:pt>
                <c:pt idx="54919">
                  <c:v>24.5</c:v>
                </c:pt>
                <c:pt idx="54920">
                  <c:v>24.5</c:v>
                </c:pt>
                <c:pt idx="54921">
                  <c:v>24.5</c:v>
                </c:pt>
                <c:pt idx="54922">
                  <c:v>24.5</c:v>
                </c:pt>
                <c:pt idx="54923">
                  <c:v>24.5</c:v>
                </c:pt>
                <c:pt idx="54924">
                  <c:v>24.5</c:v>
                </c:pt>
                <c:pt idx="54925">
                  <c:v>24.5</c:v>
                </c:pt>
                <c:pt idx="54926">
                  <c:v>24.5</c:v>
                </c:pt>
                <c:pt idx="54927">
                  <c:v>24.5</c:v>
                </c:pt>
                <c:pt idx="54928">
                  <c:v>24.5</c:v>
                </c:pt>
                <c:pt idx="54929">
                  <c:v>24.5</c:v>
                </c:pt>
                <c:pt idx="54930">
                  <c:v>24.5</c:v>
                </c:pt>
                <c:pt idx="54931">
                  <c:v>24.5</c:v>
                </c:pt>
                <c:pt idx="54932">
                  <c:v>24.5</c:v>
                </c:pt>
                <c:pt idx="54933">
                  <c:v>24.5</c:v>
                </c:pt>
                <c:pt idx="54934">
                  <c:v>24.5</c:v>
                </c:pt>
                <c:pt idx="54935">
                  <c:v>24.5</c:v>
                </c:pt>
                <c:pt idx="54936">
                  <c:v>24.5</c:v>
                </c:pt>
                <c:pt idx="54937">
                  <c:v>24.5</c:v>
                </c:pt>
                <c:pt idx="54938">
                  <c:v>24.5</c:v>
                </c:pt>
                <c:pt idx="54939">
                  <c:v>24.5</c:v>
                </c:pt>
                <c:pt idx="54940">
                  <c:v>24.5</c:v>
                </c:pt>
                <c:pt idx="54941">
                  <c:v>24.5</c:v>
                </c:pt>
                <c:pt idx="54942">
                  <c:v>24.5</c:v>
                </c:pt>
                <c:pt idx="54943">
                  <c:v>24.5</c:v>
                </c:pt>
                <c:pt idx="54944">
                  <c:v>24.5</c:v>
                </c:pt>
                <c:pt idx="54945">
                  <c:v>24.5</c:v>
                </c:pt>
                <c:pt idx="54946">
                  <c:v>24.5</c:v>
                </c:pt>
                <c:pt idx="54947">
                  <c:v>24.5</c:v>
                </c:pt>
                <c:pt idx="54948">
                  <c:v>24.5</c:v>
                </c:pt>
                <c:pt idx="54949">
                  <c:v>24.5</c:v>
                </c:pt>
                <c:pt idx="54950">
                  <c:v>24.5</c:v>
                </c:pt>
                <c:pt idx="54951">
                  <c:v>24.5</c:v>
                </c:pt>
                <c:pt idx="54952">
                  <c:v>24.5</c:v>
                </c:pt>
                <c:pt idx="54953">
                  <c:v>24.5</c:v>
                </c:pt>
                <c:pt idx="54954">
                  <c:v>24.5</c:v>
                </c:pt>
                <c:pt idx="54955">
                  <c:v>24.5</c:v>
                </c:pt>
                <c:pt idx="54956">
                  <c:v>24.5</c:v>
                </c:pt>
                <c:pt idx="54957">
                  <c:v>24.5</c:v>
                </c:pt>
                <c:pt idx="54958">
                  <c:v>24.5</c:v>
                </c:pt>
                <c:pt idx="54959">
                  <c:v>24.5</c:v>
                </c:pt>
                <c:pt idx="54960">
                  <c:v>24.5</c:v>
                </c:pt>
                <c:pt idx="54961">
                  <c:v>24.5</c:v>
                </c:pt>
                <c:pt idx="54962">
                  <c:v>24.5</c:v>
                </c:pt>
                <c:pt idx="54963">
                  <c:v>24.5</c:v>
                </c:pt>
                <c:pt idx="54964">
                  <c:v>24.5</c:v>
                </c:pt>
                <c:pt idx="54965">
                  <c:v>24.5</c:v>
                </c:pt>
                <c:pt idx="54966">
                  <c:v>24.5</c:v>
                </c:pt>
                <c:pt idx="54967">
                  <c:v>24.5</c:v>
                </c:pt>
                <c:pt idx="54968">
                  <c:v>24.5</c:v>
                </c:pt>
                <c:pt idx="54969">
                  <c:v>24.5</c:v>
                </c:pt>
                <c:pt idx="54970">
                  <c:v>24.5</c:v>
                </c:pt>
                <c:pt idx="54971">
                  <c:v>24.5</c:v>
                </c:pt>
                <c:pt idx="54972">
                  <c:v>24.5</c:v>
                </c:pt>
                <c:pt idx="54973">
                  <c:v>24.5</c:v>
                </c:pt>
                <c:pt idx="54974">
                  <c:v>24.5</c:v>
                </c:pt>
                <c:pt idx="54975">
                  <c:v>24.5</c:v>
                </c:pt>
                <c:pt idx="54976">
                  <c:v>24.5</c:v>
                </c:pt>
                <c:pt idx="54977">
                  <c:v>24.5</c:v>
                </c:pt>
                <c:pt idx="54978">
                  <c:v>24.5</c:v>
                </c:pt>
                <c:pt idx="54979">
                  <c:v>24.5</c:v>
                </c:pt>
                <c:pt idx="54980">
                  <c:v>24.5</c:v>
                </c:pt>
                <c:pt idx="54981">
                  <c:v>24.5</c:v>
                </c:pt>
                <c:pt idx="54982">
                  <c:v>24.5</c:v>
                </c:pt>
                <c:pt idx="54983">
                  <c:v>24.5</c:v>
                </c:pt>
                <c:pt idx="54984">
                  <c:v>24.5</c:v>
                </c:pt>
                <c:pt idx="54985">
                  <c:v>24.5</c:v>
                </c:pt>
                <c:pt idx="54986">
                  <c:v>24.5</c:v>
                </c:pt>
                <c:pt idx="54987">
                  <c:v>24.5</c:v>
                </c:pt>
                <c:pt idx="54988">
                  <c:v>24.5</c:v>
                </c:pt>
                <c:pt idx="54989">
                  <c:v>24.5</c:v>
                </c:pt>
                <c:pt idx="54990">
                  <c:v>24.5</c:v>
                </c:pt>
                <c:pt idx="54991">
                  <c:v>24.5</c:v>
                </c:pt>
                <c:pt idx="54992">
                  <c:v>24.5</c:v>
                </c:pt>
                <c:pt idx="54993">
                  <c:v>24.5</c:v>
                </c:pt>
                <c:pt idx="54994">
                  <c:v>24.5</c:v>
                </c:pt>
                <c:pt idx="54995">
                  <c:v>24.5</c:v>
                </c:pt>
                <c:pt idx="54996">
                  <c:v>24.5</c:v>
                </c:pt>
                <c:pt idx="54997">
                  <c:v>24.5</c:v>
                </c:pt>
                <c:pt idx="54998">
                  <c:v>24.5</c:v>
                </c:pt>
                <c:pt idx="54999">
                  <c:v>24.5</c:v>
                </c:pt>
                <c:pt idx="55000">
                  <c:v>24.5</c:v>
                </c:pt>
                <c:pt idx="55001">
                  <c:v>24.5</c:v>
                </c:pt>
                <c:pt idx="55002">
                  <c:v>24.5</c:v>
                </c:pt>
                <c:pt idx="55003">
                  <c:v>24.5</c:v>
                </c:pt>
                <c:pt idx="55004">
                  <c:v>24.5</c:v>
                </c:pt>
                <c:pt idx="55005">
                  <c:v>24.5</c:v>
                </c:pt>
                <c:pt idx="55006">
                  <c:v>24.5</c:v>
                </c:pt>
                <c:pt idx="55007">
                  <c:v>24.5</c:v>
                </c:pt>
                <c:pt idx="55008">
                  <c:v>24.5</c:v>
                </c:pt>
                <c:pt idx="55009">
                  <c:v>24.5</c:v>
                </c:pt>
                <c:pt idx="55010">
                  <c:v>24.5</c:v>
                </c:pt>
                <c:pt idx="55011">
                  <c:v>24.5</c:v>
                </c:pt>
                <c:pt idx="55012">
                  <c:v>24.5</c:v>
                </c:pt>
                <c:pt idx="55013">
                  <c:v>24.5</c:v>
                </c:pt>
                <c:pt idx="55014">
                  <c:v>24.5</c:v>
                </c:pt>
                <c:pt idx="55015">
                  <c:v>24.5</c:v>
                </c:pt>
                <c:pt idx="55016">
                  <c:v>24.5</c:v>
                </c:pt>
                <c:pt idx="55017">
                  <c:v>24.5</c:v>
                </c:pt>
                <c:pt idx="55018">
                  <c:v>24.5</c:v>
                </c:pt>
                <c:pt idx="55019">
                  <c:v>24.5</c:v>
                </c:pt>
                <c:pt idx="55020">
                  <c:v>24.5</c:v>
                </c:pt>
                <c:pt idx="55021">
                  <c:v>24.5</c:v>
                </c:pt>
                <c:pt idx="55022">
                  <c:v>24.5</c:v>
                </c:pt>
                <c:pt idx="55023">
                  <c:v>24.5</c:v>
                </c:pt>
                <c:pt idx="55024">
                  <c:v>24.5</c:v>
                </c:pt>
                <c:pt idx="55025">
                  <c:v>24.5</c:v>
                </c:pt>
                <c:pt idx="55026">
                  <c:v>24.5</c:v>
                </c:pt>
                <c:pt idx="55027">
                  <c:v>24.5</c:v>
                </c:pt>
                <c:pt idx="55028">
                  <c:v>24.5</c:v>
                </c:pt>
                <c:pt idx="55029">
                  <c:v>24.5</c:v>
                </c:pt>
                <c:pt idx="55030">
                  <c:v>24.5</c:v>
                </c:pt>
                <c:pt idx="55031">
                  <c:v>24.5</c:v>
                </c:pt>
                <c:pt idx="55032">
                  <c:v>24.5</c:v>
                </c:pt>
                <c:pt idx="55033">
                  <c:v>24.5</c:v>
                </c:pt>
                <c:pt idx="55034">
                  <c:v>24.5</c:v>
                </c:pt>
                <c:pt idx="55035">
                  <c:v>24.5</c:v>
                </c:pt>
                <c:pt idx="55036">
                  <c:v>24.5</c:v>
                </c:pt>
                <c:pt idx="55037">
                  <c:v>24.5</c:v>
                </c:pt>
                <c:pt idx="55038">
                  <c:v>24.5</c:v>
                </c:pt>
                <c:pt idx="55039">
                  <c:v>24.5</c:v>
                </c:pt>
                <c:pt idx="55040">
                  <c:v>24.5</c:v>
                </c:pt>
                <c:pt idx="55041">
                  <c:v>24.5</c:v>
                </c:pt>
                <c:pt idx="55042">
                  <c:v>24.5</c:v>
                </c:pt>
                <c:pt idx="55043">
                  <c:v>24.5</c:v>
                </c:pt>
                <c:pt idx="55044">
                  <c:v>24.5</c:v>
                </c:pt>
                <c:pt idx="55045">
                  <c:v>24.5</c:v>
                </c:pt>
                <c:pt idx="55046">
                  <c:v>24.5</c:v>
                </c:pt>
                <c:pt idx="55047">
                  <c:v>24.5</c:v>
                </c:pt>
                <c:pt idx="55048">
                  <c:v>24.5</c:v>
                </c:pt>
                <c:pt idx="55049">
                  <c:v>24.5</c:v>
                </c:pt>
                <c:pt idx="55050">
                  <c:v>24.5</c:v>
                </c:pt>
                <c:pt idx="55051">
                  <c:v>24.5</c:v>
                </c:pt>
                <c:pt idx="55052">
                  <c:v>24.5</c:v>
                </c:pt>
                <c:pt idx="55053">
                  <c:v>24.5</c:v>
                </c:pt>
                <c:pt idx="55054">
                  <c:v>24.5</c:v>
                </c:pt>
                <c:pt idx="55055">
                  <c:v>24.5</c:v>
                </c:pt>
                <c:pt idx="55056">
                  <c:v>24.5</c:v>
                </c:pt>
                <c:pt idx="55057">
                  <c:v>24.5</c:v>
                </c:pt>
                <c:pt idx="55058">
                  <c:v>24.5</c:v>
                </c:pt>
                <c:pt idx="55059">
                  <c:v>24.5</c:v>
                </c:pt>
                <c:pt idx="55060">
                  <c:v>24.5</c:v>
                </c:pt>
                <c:pt idx="55061">
                  <c:v>24.5</c:v>
                </c:pt>
                <c:pt idx="55062">
                  <c:v>24.5</c:v>
                </c:pt>
                <c:pt idx="55063">
                  <c:v>24.5</c:v>
                </c:pt>
                <c:pt idx="55064">
                  <c:v>24.5</c:v>
                </c:pt>
                <c:pt idx="55065">
                  <c:v>24.5</c:v>
                </c:pt>
                <c:pt idx="55066">
                  <c:v>24.5</c:v>
                </c:pt>
                <c:pt idx="55067">
                  <c:v>24.5</c:v>
                </c:pt>
                <c:pt idx="55068">
                  <c:v>24.5</c:v>
                </c:pt>
                <c:pt idx="55069">
                  <c:v>24.5</c:v>
                </c:pt>
                <c:pt idx="55070">
                  <c:v>24.5</c:v>
                </c:pt>
                <c:pt idx="55071">
                  <c:v>24.5</c:v>
                </c:pt>
                <c:pt idx="55072">
                  <c:v>24.5</c:v>
                </c:pt>
                <c:pt idx="55073">
                  <c:v>24.5</c:v>
                </c:pt>
                <c:pt idx="55074">
                  <c:v>24.5</c:v>
                </c:pt>
                <c:pt idx="55075">
                  <c:v>24.5</c:v>
                </c:pt>
                <c:pt idx="55076">
                  <c:v>24.5</c:v>
                </c:pt>
                <c:pt idx="55077">
                  <c:v>24.5</c:v>
                </c:pt>
                <c:pt idx="55078">
                  <c:v>24.5</c:v>
                </c:pt>
                <c:pt idx="55079">
                  <c:v>24.5</c:v>
                </c:pt>
                <c:pt idx="55080">
                  <c:v>24.5</c:v>
                </c:pt>
                <c:pt idx="55081">
                  <c:v>24.5</c:v>
                </c:pt>
                <c:pt idx="55082">
                  <c:v>24.5</c:v>
                </c:pt>
                <c:pt idx="55083">
                  <c:v>24.5</c:v>
                </c:pt>
                <c:pt idx="55084">
                  <c:v>24.5</c:v>
                </c:pt>
                <c:pt idx="55085">
                  <c:v>24.5</c:v>
                </c:pt>
                <c:pt idx="55086">
                  <c:v>24.5</c:v>
                </c:pt>
                <c:pt idx="55087">
                  <c:v>24.5</c:v>
                </c:pt>
                <c:pt idx="55088">
                  <c:v>24.5</c:v>
                </c:pt>
                <c:pt idx="55089">
                  <c:v>24.5</c:v>
                </c:pt>
                <c:pt idx="55090">
                  <c:v>24.5</c:v>
                </c:pt>
                <c:pt idx="55091">
                  <c:v>24.5</c:v>
                </c:pt>
                <c:pt idx="55092">
                  <c:v>24.5</c:v>
                </c:pt>
                <c:pt idx="55093">
                  <c:v>24.5</c:v>
                </c:pt>
                <c:pt idx="55094">
                  <c:v>24.5</c:v>
                </c:pt>
                <c:pt idx="55095">
                  <c:v>24.5</c:v>
                </c:pt>
                <c:pt idx="55096">
                  <c:v>24.5</c:v>
                </c:pt>
                <c:pt idx="55097">
                  <c:v>24.5</c:v>
                </c:pt>
                <c:pt idx="55098">
                  <c:v>24.5</c:v>
                </c:pt>
                <c:pt idx="55099">
                  <c:v>24.5</c:v>
                </c:pt>
                <c:pt idx="55100">
                  <c:v>24.5</c:v>
                </c:pt>
                <c:pt idx="55101">
                  <c:v>24.5</c:v>
                </c:pt>
                <c:pt idx="55102">
                  <c:v>24.5</c:v>
                </c:pt>
                <c:pt idx="55103">
                  <c:v>24.5</c:v>
                </c:pt>
                <c:pt idx="55104">
                  <c:v>24.5</c:v>
                </c:pt>
                <c:pt idx="55105">
                  <c:v>24.5</c:v>
                </c:pt>
                <c:pt idx="55106">
                  <c:v>24.5</c:v>
                </c:pt>
                <c:pt idx="55107">
                  <c:v>24.5</c:v>
                </c:pt>
                <c:pt idx="55108">
                  <c:v>24.5</c:v>
                </c:pt>
                <c:pt idx="55109">
                  <c:v>24.5</c:v>
                </c:pt>
                <c:pt idx="55110">
                  <c:v>24.5</c:v>
                </c:pt>
                <c:pt idx="55111">
                  <c:v>24.5</c:v>
                </c:pt>
                <c:pt idx="55112">
                  <c:v>24.5</c:v>
                </c:pt>
                <c:pt idx="55113">
                  <c:v>24.5</c:v>
                </c:pt>
                <c:pt idx="55114">
                  <c:v>24.5</c:v>
                </c:pt>
                <c:pt idx="55115">
                  <c:v>24.5</c:v>
                </c:pt>
                <c:pt idx="55116">
                  <c:v>24.5</c:v>
                </c:pt>
                <c:pt idx="55117">
                  <c:v>24.5</c:v>
                </c:pt>
                <c:pt idx="55118">
                  <c:v>24.5</c:v>
                </c:pt>
                <c:pt idx="55119">
                  <c:v>24.5</c:v>
                </c:pt>
                <c:pt idx="55120">
                  <c:v>24.5</c:v>
                </c:pt>
                <c:pt idx="55121">
                  <c:v>24.5</c:v>
                </c:pt>
                <c:pt idx="55122">
                  <c:v>24.5</c:v>
                </c:pt>
                <c:pt idx="55123">
                  <c:v>24.5</c:v>
                </c:pt>
                <c:pt idx="55124">
                  <c:v>24.5</c:v>
                </c:pt>
                <c:pt idx="55125">
                  <c:v>24.5</c:v>
                </c:pt>
                <c:pt idx="55126">
                  <c:v>24.5</c:v>
                </c:pt>
                <c:pt idx="55127">
                  <c:v>24.5</c:v>
                </c:pt>
                <c:pt idx="55128">
                  <c:v>24.5</c:v>
                </c:pt>
                <c:pt idx="55129">
                  <c:v>24.5</c:v>
                </c:pt>
                <c:pt idx="55130">
                  <c:v>24.5</c:v>
                </c:pt>
                <c:pt idx="55131">
                  <c:v>24.5</c:v>
                </c:pt>
                <c:pt idx="55132">
                  <c:v>24.5</c:v>
                </c:pt>
                <c:pt idx="55133">
                  <c:v>24.5</c:v>
                </c:pt>
                <c:pt idx="55134">
                  <c:v>24.5</c:v>
                </c:pt>
                <c:pt idx="55135">
                  <c:v>24.5</c:v>
                </c:pt>
                <c:pt idx="55136">
                  <c:v>24.5</c:v>
                </c:pt>
                <c:pt idx="55137">
                  <c:v>24.5</c:v>
                </c:pt>
                <c:pt idx="55138">
                  <c:v>24.5</c:v>
                </c:pt>
                <c:pt idx="55139">
                  <c:v>24.5</c:v>
                </c:pt>
                <c:pt idx="55140">
                  <c:v>24.5</c:v>
                </c:pt>
                <c:pt idx="55141">
                  <c:v>24.5</c:v>
                </c:pt>
                <c:pt idx="55142">
                  <c:v>24.5</c:v>
                </c:pt>
                <c:pt idx="55143">
                  <c:v>24.5</c:v>
                </c:pt>
                <c:pt idx="55144">
                  <c:v>24.5</c:v>
                </c:pt>
                <c:pt idx="55145">
                  <c:v>24.5</c:v>
                </c:pt>
                <c:pt idx="55146">
                  <c:v>24.5</c:v>
                </c:pt>
                <c:pt idx="55147">
                  <c:v>24.5</c:v>
                </c:pt>
                <c:pt idx="55148">
                  <c:v>24.5</c:v>
                </c:pt>
                <c:pt idx="55149">
                  <c:v>24.5</c:v>
                </c:pt>
                <c:pt idx="55150">
                  <c:v>24.5</c:v>
                </c:pt>
                <c:pt idx="55151">
                  <c:v>24.5</c:v>
                </c:pt>
                <c:pt idx="55152">
                  <c:v>24.5</c:v>
                </c:pt>
                <c:pt idx="55153">
                  <c:v>24.5</c:v>
                </c:pt>
                <c:pt idx="55154">
                  <c:v>24.5</c:v>
                </c:pt>
                <c:pt idx="55155">
                  <c:v>24.5</c:v>
                </c:pt>
                <c:pt idx="55156">
                  <c:v>24.5</c:v>
                </c:pt>
                <c:pt idx="55157">
                  <c:v>24.5</c:v>
                </c:pt>
                <c:pt idx="55158">
                  <c:v>24.5</c:v>
                </c:pt>
                <c:pt idx="55159">
                  <c:v>24.5</c:v>
                </c:pt>
                <c:pt idx="55160">
                  <c:v>24.5</c:v>
                </c:pt>
                <c:pt idx="55161">
                  <c:v>24.5</c:v>
                </c:pt>
                <c:pt idx="55162">
                  <c:v>24.5</c:v>
                </c:pt>
                <c:pt idx="55163">
                  <c:v>24.5</c:v>
                </c:pt>
                <c:pt idx="55164">
                  <c:v>24.5</c:v>
                </c:pt>
                <c:pt idx="55165">
                  <c:v>24.5</c:v>
                </c:pt>
                <c:pt idx="55166">
                  <c:v>24.5</c:v>
                </c:pt>
                <c:pt idx="55167">
                  <c:v>24.5</c:v>
                </c:pt>
                <c:pt idx="55168">
                  <c:v>24.5</c:v>
                </c:pt>
                <c:pt idx="55169">
                  <c:v>24.5</c:v>
                </c:pt>
                <c:pt idx="55170">
                  <c:v>24.5</c:v>
                </c:pt>
                <c:pt idx="55171">
                  <c:v>24.5</c:v>
                </c:pt>
                <c:pt idx="55172">
                  <c:v>24.5</c:v>
                </c:pt>
                <c:pt idx="55173">
                  <c:v>24.5</c:v>
                </c:pt>
                <c:pt idx="55174">
                  <c:v>24.5</c:v>
                </c:pt>
                <c:pt idx="55175">
                  <c:v>24.5</c:v>
                </c:pt>
                <c:pt idx="55176">
                  <c:v>24.5</c:v>
                </c:pt>
                <c:pt idx="55177">
                  <c:v>24.5</c:v>
                </c:pt>
                <c:pt idx="55178">
                  <c:v>24.5</c:v>
                </c:pt>
                <c:pt idx="55179">
                  <c:v>24.5</c:v>
                </c:pt>
                <c:pt idx="55180">
                  <c:v>24.5</c:v>
                </c:pt>
                <c:pt idx="55181">
                  <c:v>24.5</c:v>
                </c:pt>
                <c:pt idx="55182">
                  <c:v>24.5</c:v>
                </c:pt>
                <c:pt idx="55183">
                  <c:v>24.5</c:v>
                </c:pt>
                <c:pt idx="55184">
                  <c:v>24.5</c:v>
                </c:pt>
                <c:pt idx="55185">
                  <c:v>24.5</c:v>
                </c:pt>
                <c:pt idx="55186">
                  <c:v>24.5</c:v>
                </c:pt>
                <c:pt idx="55187">
                  <c:v>24.5</c:v>
                </c:pt>
                <c:pt idx="55188">
                  <c:v>24.5</c:v>
                </c:pt>
                <c:pt idx="55189">
                  <c:v>24.5</c:v>
                </c:pt>
                <c:pt idx="55190">
                  <c:v>24.5</c:v>
                </c:pt>
                <c:pt idx="55191">
                  <c:v>24.5</c:v>
                </c:pt>
                <c:pt idx="55192">
                  <c:v>24.5</c:v>
                </c:pt>
                <c:pt idx="55193">
                  <c:v>24.5</c:v>
                </c:pt>
                <c:pt idx="55194">
                  <c:v>24.5</c:v>
                </c:pt>
                <c:pt idx="55195">
                  <c:v>24.5</c:v>
                </c:pt>
                <c:pt idx="55196">
                  <c:v>24.5</c:v>
                </c:pt>
                <c:pt idx="55197">
                  <c:v>24.5</c:v>
                </c:pt>
                <c:pt idx="55198">
                  <c:v>24.5</c:v>
                </c:pt>
                <c:pt idx="55199">
                  <c:v>24.5</c:v>
                </c:pt>
                <c:pt idx="55200">
                  <c:v>24.5</c:v>
                </c:pt>
                <c:pt idx="55201">
                  <c:v>24.5</c:v>
                </c:pt>
                <c:pt idx="55202">
                  <c:v>24.5</c:v>
                </c:pt>
                <c:pt idx="55203">
                  <c:v>24.5</c:v>
                </c:pt>
                <c:pt idx="55204">
                  <c:v>24.5</c:v>
                </c:pt>
                <c:pt idx="55205">
                  <c:v>24.5</c:v>
                </c:pt>
                <c:pt idx="55206">
                  <c:v>24.5</c:v>
                </c:pt>
                <c:pt idx="55207">
                  <c:v>24.5</c:v>
                </c:pt>
                <c:pt idx="55208">
                  <c:v>24.5</c:v>
                </c:pt>
                <c:pt idx="55209">
                  <c:v>24.5</c:v>
                </c:pt>
                <c:pt idx="55210">
                  <c:v>24.5</c:v>
                </c:pt>
                <c:pt idx="55211">
                  <c:v>24.5</c:v>
                </c:pt>
                <c:pt idx="55212">
                  <c:v>24.5</c:v>
                </c:pt>
                <c:pt idx="55213">
                  <c:v>24.5</c:v>
                </c:pt>
                <c:pt idx="55214">
                  <c:v>24.5</c:v>
                </c:pt>
                <c:pt idx="55215">
                  <c:v>24.5</c:v>
                </c:pt>
                <c:pt idx="55216">
                  <c:v>24.5</c:v>
                </c:pt>
                <c:pt idx="55217">
                  <c:v>24.5</c:v>
                </c:pt>
                <c:pt idx="55218">
                  <c:v>24.5</c:v>
                </c:pt>
                <c:pt idx="55219">
                  <c:v>24.5</c:v>
                </c:pt>
                <c:pt idx="55220">
                  <c:v>24.5</c:v>
                </c:pt>
                <c:pt idx="55221">
                  <c:v>24.5</c:v>
                </c:pt>
                <c:pt idx="55222">
                  <c:v>24.5</c:v>
                </c:pt>
                <c:pt idx="55223">
                  <c:v>24.5</c:v>
                </c:pt>
                <c:pt idx="55224">
                  <c:v>24.5</c:v>
                </c:pt>
                <c:pt idx="55225">
                  <c:v>24.5</c:v>
                </c:pt>
                <c:pt idx="55226">
                  <c:v>24.5</c:v>
                </c:pt>
                <c:pt idx="55227">
                  <c:v>24.5</c:v>
                </c:pt>
                <c:pt idx="55228">
                  <c:v>24.5</c:v>
                </c:pt>
                <c:pt idx="55229">
                  <c:v>24.5</c:v>
                </c:pt>
                <c:pt idx="55230">
                  <c:v>24.5</c:v>
                </c:pt>
                <c:pt idx="55231">
                  <c:v>24.5</c:v>
                </c:pt>
                <c:pt idx="55232">
                  <c:v>24.5</c:v>
                </c:pt>
                <c:pt idx="55233">
                  <c:v>24.5</c:v>
                </c:pt>
                <c:pt idx="55234">
                  <c:v>24.5</c:v>
                </c:pt>
                <c:pt idx="55235">
                  <c:v>24.5</c:v>
                </c:pt>
                <c:pt idx="55236">
                  <c:v>24.5</c:v>
                </c:pt>
                <c:pt idx="55237">
                  <c:v>24.5</c:v>
                </c:pt>
                <c:pt idx="55238">
                  <c:v>24.5</c:v>
                </c:pt>
                <c:pt idx="55239">
                  <c:v>24.5</c:v>
                </c:pt>
                <c:pt idx="55240">
                  <c:v>24.5</c:v>
                </c:pt>
                <c:pt idx="55241">
                  <c:v>24.5</c:v>
                </c:pt>
                <c:pt idx="55242">
                  <c:v>24.5</c:v>
                </c:pt>
                <c:pt idx="55243">
                  <c:v>24.5</c:v>
                </c:pt>
                <c:pt idx="55244">
                  <c:v>24.5</c:v>
                </c:pt>
                <c:pt idx="55245">
                  <c:v>24.5</c:v>
                </c:pt>
                <c:pt idx="55246">
                  <c:v>24.5</c:v>
                </c:pt>
                <c:pt idx="55247">
                  <c:v>24.5</c:v>
                </c:pt>
                <c:pt idx="55248">
                  <c:v>24.5</c:v>
                </c:pt>
                <c:pt idx="55249">
                  <c:v>24.5</c:v>
                </c:pt>
                <c:pt idx="55250">
                  <c:v>24.5</c:v>
                </c:pt>
                <c:pt idx="55251">
                  <c:v>24.5</c:v>
                </c:pt>
                <c:pt idx="55252">
                  <c:v>24.5</c:v>
                </c:pt>
                <c:pt idx="55253">
                  <c:v>24.5</c:v>
                </c:pt>
                <c:pt idx="55254">
                  <c:v>24.5</c:v>
                </c:pt>
                <c:pt idx="55255">
                  <c:v>24.5</c:v>
                </c:pt>
                <c:pt idx="55256">
                  <c:v>24.5</c:v>
                </c:pt>
                <c:pt idx="55257">
                  <c:v>24.5</c:v>
                </c:pt>
                <c:pt idx="55258">
                  <c:v>24.5</c:v>
                </c:pt>
                <c:pt idx="55259">
                  <c:v>24.5</c:v>
                </c:pt>
                <c:pt idx="55260">
                  <c:v>24.5</c:v>
                </c:pt>
                <c:pt idx="55261">
                  <c:v>24.5</c:v>
                </c:pt>
                <c:pt idx="55262">
                  <c:v>24.5</c:v>
                </c:pt>
                <c:pt idx="55263">
                  <c:v>24.5</c:v>
                </c:pt>
                <c:pt idx="55264">
                  <c:v>24.5</c:v>
                </c:pt>
                <c:pt idx="55265">
                  <c:v>24.5</c:v>
                </c:pt>
                <c:pt idx="55266">
                  <c:v>24.5</c:v>
                </c:pt>
                <c:pt idx="55267">
                  <c:v>24.5</c:v>
                </c:pt>
                <c:pt idx="55268">
                  <c:v>24.5</c:v>
                </c:pt>
                <c:pt idx="55269">
                  <c:v>24.5</c:v>
                </c:pt>
                <c:pt idx="55270">
                  <c:v>24.5</c:v>
                </c:pt>
                <c:pt idx="55271">
                  <c:v>24.5</c:v>
                </c:pt>
                <c:pt idx="55272">
                  <c:v>24.5</c:v>
                </c:pt>
                <c:pt idx="55273">
                  <c:v>24.5</c:v>
                </c:pt>
                <c:pt idx="55274">
                  <c:v>24.5</c:v>
                </c:pt>
                <c:pt idx="55275">
                  <c:v>24.5</c:v>
                </c:pt>
                <c:pt idx="55276">
                  <c:v>24.5</c:v>
                </c:pt>
                <c:pt idx="55277">
                  <c:v>24.5</c:v>
                </c:pt>
                <c:pt idx="55278">
                  <c:v>24.5</c:v>
                </c:pt>
                <c:pt idx="55279">
                  <c:v>24.5</c:v>
                </c:pt>
                <c:pt idx="55280">
                  <c:v>24.5</c:v>
                </c:pt>
                <c:pt idx="55281">
                  <c:v>24.5</c:v>
                </c:pt>
                <c:pt idx="55282">
                  <c:v>24.5</c:v>
                </c:pt>
                <c:pt idx="55283">
                  <c:v>24.5</c:v>
                </c:pt>
                <c:pt idx="55284">
                  <c:v>24.5</c:v>
                </c:pt>
                <c:pt idx="55285">
                  <c:v>24.5</c:v>
                </c:pt>
                <c:pt idx="55286">
                  <c:v>24.5</c:v>
                </c:pt>
                <c:pt idx="55287">
                  <c:v>24.5</c:v>
                </c:pt>
                <c:pt idx="55288">
                  <c:v>24.5</c:v>
                </c:pt>
                <c:pt idx="55289">
                  <c:v>24.5</c:v>
                </c:pt>
                <c:pt idx="55290">
                  <c:v>24.5</c:v>
                </c:pt>
                <c:pt idx="55291">
                  <c:v>24.5</c:v>
                </c:pt>
                <c:pt idx="55292">
                  <c:v>24.5</c:v>
                </c:pt>
                <c:pt idx="55293">
                  <c:v>24.5</c:v>
                </c:pt>
                <c:pt idx="55294">
                  <c:v>24.5</c:v>
                </c:pt>
                <c:pt idx="55295">
                  <c:v>24.5</c:v>
                </c:pt>
                <c:pt idx="55296">
                  <c:v>24.5</c:v>
                </c:pt>
                <c:pt idx="55297">
                  <c:v>24.5</c:v>
                </c:pt>
                <c:pt idx="55298">
                  <c:v>24.5</c:v>
                </c:pt>
                <c:pt idx="55299">
                  <c:v>24.5</c:v>
                </c:pt>
                <c:pt idx="55300">
                  <c:v>24.5</c:v>
                </c:pt>
                <c:pt idx="55301">
                  <c:v>24.5</c:v>
                </c:pt>
                <c:pt idx="55302">
                  <c:v>24.5</c:v>
                </c:pt>
                <c:pt idx="55303">
                  <c:v>24.5</c:v>
                </c:pt>
                <c:pt idx="55304">
                  <c:v>24.5</c:v>
                </c:pt>
                <c:pt idx="55305">
                  <c:v>24.5</c:v>
                </c:pt>
                <c:pt idx="55306">
                  <c:v>24.5</c:v>
                </c:pt>
                <c:pt idx="55307">
                  <c:v>24.5</c:v>
                </c:pt>
                <c:pt idx="55308">
                  <c:v>24.5</c:v>
                </c:pt>
                <c:pt idx="55309">
                  <c:v>24.5</c:v>
                </c:pt>
                <c:pt idx="55310">
                  <c:v>24.5</c:v>
                </c:pt>
                <c:pt idx="55311">
                  <c:v>24.5</c:v>
                </c:pt>
                <c:pt idx="55312">
                  <c:v>24.5</c:v>
                </c:pt>
                <c:pt idx="55313">
                  <c:v>24.5</c:v>
                </c:pt>
                <c:pt idx="55314">
                  <c:v>24.5</c:v>
                </c:pt>
                <c:pt idx="55315">
                  <c:v>24.5</c:v>
                </c:pt>
                <c:pt idx="55316">
                  <c:v>24.5</c:v>
                </c:pt>
                <c:pt idx="55317">
                  <c:v>24.5</c:v>
                </c:pt>
                <c:pt idx="55318">
                  <c:v>24.5</c:v>
                </c:pt>
                <c:pt idx="55319">
                  <c:v>24.5</c:v>
                </c:pt>
                <c:pt idx="55320">
                  <c:v>24.5</c:v>
                </c:pt>
                <c:pt idx="55321">
                  <c:v>24.5</c:v>
                </c:pt>
                <c:pt idx="55322">
                  <c:v>24.5</c:v>
                </c:pt>
                <c:pt idx="55323">
                  <c:v>24.5</c:v>
                </c:pt>
                <c:pt idx="55324">
                  <c:v>24.5</c:v>
                </c:pt>
                <c:pt idx="55325">
                  <c:v>24.5</c:v>
                </c:pt>
                <c:pt idx="55326">
                  <c:v>24.5</c:v>
                </c:pt>
                <c:pt idx="55327">
                  <c:v>24.5</c:v>
                </c:pt>
                <c:pt idx="55328">
                  <c:v>24.5</c:v>
                </c:pt>
                <c:pt idx="55329">
                  <c:v>24.5</c:v>
                </c:pt>
                <c:pt idx="55330">
                  <c:v>24.5</c:v>
                </c:pt>
                <c:pt idx="55331">
                  <c:v>24.5</c:v>
                </c:pt>
                <c:pt idx="55332">
                  <c:v>24.5</c:v>
                </c:pt>
                <c:pt idx="55333">
                  <c:v>24.5</c:v>
                </c:pt>
                <c:pt idx="55334">
                  <c:v>24.5</c:v>
                </c:pt>
                <c:pt idx="55335">
                  <c:v>24.5</c:v>
                </c:pt>
                <c:pt idx="55336">
                  <c:v>24.5</c:v>
                </c:pt>
                <c:pt idx="55337">
                  <c:v>24.5</c:v>
                </c:pt>
                <c:pt idx="55338">
                  <c:v>24.5</c:v>
                </c:pt>
                <c:pt idx="55339">
                  <c:v>24.5</c:v>
                </c:pt>
                <c:pt idx="55340">
                  <c:v>24.5</c:v>
                </c:pt>
                <c:pt idx="55341">
                  <c:v>24.5</c:v>
                </c:pt>
                <c:pt idx="55342">
                  <c:v>24.5</c:v>
                </c:pt>
                <c:pt idx="55343">
                  <c:v>24.5</c:v>
                </c:pt>
                <c:pt idx="55344">
                  <c:v>24.5</c:v>
                </c:pt>
                <c:pt idx="55345">
                  <c:v>24.5</c:v>
                </c:pt>
                <c:pt idx="55346">
                  <c:v>24.5</c:v>
                </c:pt>
                <c:pt idx="55347">
                  <c:v>24.5</c:v>
                </c:pt>
                <c:pt idx="55348">
                  <c:v>24.5</c:v>
                </c:pt>
                <c:pt idx="55349">
                  <c:v>24.5</c:v>
                </c:pt>
                <c:pt idx="55350">
                  <c:v>24.5</c:v>
                </c:pt>
                <c:pt idx="55351">
                  <c:v>24.5</c:v>
                </c:pt>
                <c:pt idx="55352">
                  <c:v>24.5</c:v>
                </c:pt>
                <c:pt idx="55353">
                  <c:v>24.5</c:v>
                </c:pt>
                <c:pt idx="55354">
                  <c:v>24.5</c:v>
                </c:pt>
                <c:pt idx="55355">
                  <c:v>24.5</c:v>
                </c:pt>
                <c:pt idx="55356">
                  <c:v>24.5</c:v>
                </c:pt>
                <c:pt idx="55357">
                  <c:v>24.5</c:v>
                </c:pt>
                <c:pt idx="55358">
                  <c:v>24.5</c:v>
                </c:pt>
                <c:pt idx="55359">
                  <c:v>24.5</c:v>
                </c:pt>
                <c:pt idx="55360">
                  <c:v>24.5</c:v>
                </c:pt>
                <c:pt idx="55361">
                  <c:v>24.5</c:v>
                </c:pt>
                <c:pt idx="55362">
                  <c:v>24.5</c:v>
                </c:pt>
                <c:pt idx="55363">
                  <c:v>24.5</c:v>
                </c:pt>
                <c:pt idx="55364">
                  <c:v>24.5</c:v>
                </c:pt>
                <c:pt idx="55365">
                  <c:v>24.5</c:v>
                </c:pt>
                <c:pt idx="55366">
                  <c:v>24.5</c:v>
                </c:pt>
                <c:pt idx="55367">
                  <c:v>24.5</c:v>
                </c:pt>
                <c:pt idx="55368">
                  <c:v>24.5</c:v>
                </c:pt>
                <c:pt idx="55369">
                  <c:v>24.5</c:v>
                </c:pt>
                <c:pt idx="55370">
                  <c:v>24.5</c:v>
                </c:pt>
                <c:pt idx="55371">
                  <c:v>24.5</c:v>
                </c:pt>
                <c:pt idx="55372">
                  <c:v>24.5</c:v>
                </c:pt>
                <c:pt idx="55373">
                  <c:v>24.5</c:v>
                </c:pt>
                <c:pt idx="55374">
                  <c:v>24.5</c:v>
                </c:pt>
                <c:pt idx="55375">
                  <c:v>24.5</c:v>
                </c:pt>
                <c:pt idx="55376">
                  <c:v>24.5</c:v>
                </c:pt>
                <c:pt idx="55377">
                  <c:v>24.5</c:v>
                </c:pt>
                <c:pt idx="55378">
                  <c:v>24.5</c:v>
                </c:pt>
                <c:pt idx="55379">
                  <c:v>24.5</c:v>
                </c:pt>
                <c:pt idx="55380">
                  <c:v>24.5</c:v>
                </c:pt>
                <c:pt idx="55381">
                  <c:v>24.5</c:v>
                </c:pt>
                <c:pt idx="55382">
                  <c:v>24.5</c:v>
                </c:pt>
                <c:pt idx="55383">
                  <c:v>24.5</c:v>
                </c:pt>
                <c:pt idx="55384">
                  <c:v>24.5</c:v>
                </c:pt>
                <c:pt idx="55385">
                  <c:v>24.5</c:v>
                </c:pt>
                <c:pt idx="55386">
                  <c:v>24.5</c:v>
                </c:pt>
                <c:pt idx="55387">
                  <c:v>24.5</c:v>
                </c:pt>
                <c:pt idx="55388">
                  <c:v>24.5</c:v>
                </c:pt>
                <c:pt idx="55389">
                  <c:v>24.5</c:v>
                </c:pt>
                <c:pt idx="55390">
                  <c:v>24.5</c:v>
                </c:pt>
                <c:pt idx="55391">
                  <c:v>24.5</c:v>
                </c:pt>
                <c:pt idx="55392">
                  <c:v>24.5</c:v>
                </c:pt>
                <c:pt idx="55393">
                  <c:v>24.5</c:v>
                </c:pt>
                <c:pt idx="55394">
                  <c:v>24.5</c:v>
                </c:pt>
                <c:pt idx="55395">
                  <c:v>24.5</c:v>
                </c:pt>
                <c:pt idx="55396">
                  <c:v>24.5</c:v>
                </c:pt>
                <c:pt idx="55397">
                  <c:v>24.5</c:v>
                </c:pt>
                <c:pt idx="55398">
                  <c:v>24.5</c:v>
                </c:pt>
                <c:pt idx="55399">
                  <c:v>24.5</c:v>
                </c:pt>
                <c:pt idx="55400">
                  <c:v>24.5</c:v>
                </c:pt>
                <c:pt idx="55401">
                  <c:v>24.5</c:v>
                </c:pt>
                <c:pt idx="55402">
                  <c:v>24.5</c:v>
                </c:pt>
                <c:pt idx="55403">
                  <c:v>24.5</c:v>
                </c:pt>
                <c:pt idx="55404">
                  <c:v>24.5</c:v>
                </c:pt>
                <c:pt idx="55405">
                  <c:v>24.5</c:v>
                </c:pt>
                <c:pt idx="55406">
                  <c:v>24.5</c:v>
                </c:pt>
                <c:pt idx="55407">
                  <c:v>24.5</c:v>
                </c:pt>
                <c:pt idx="55408">
                  <c:v>24.5</c:v>
                </c:pt>
                <c:pt idx="55409">
                  <c:v>24.5</c:v>
                </c:pt>
                <c:pt idx="55410">
                  <c:v>24.5</c:v>
                </c:pt>
                <c:pt idx="55411">
                  <c:v>24.5</c:v>
                </c:pt>
                <c:pt idx="55412">
                  <c:v>24.5</c:v>
                </c:pt>
                <c:pt idx="55413">
                  <c:v>24.5</c:v>
                </c:pt>
                <c:pt idx="55414">
                  <c:v>24.5</c:v>
                </c:pt>
                <c:pt idx="55415">
                  <c:v>24.5</c:v>
                </c:pt>
                <c:pt idx="55416">
                  <c:v>24.5</c:v>
                </c:pt>
                <c:pt idx="55417">
                  <c:v>24.5</c:v>
                </c:pt>
                <c:pt idx="55418">
                  <c:v>24.5</c:v>
                </c:pt>
                <c:pt idx="55419">
                  <c:v>24.5</c:v>
                </c:pt>
                <c:pt idx="55420">
                  <c:v>24.5</c:v>
                </c:pt>
                <c:pt idx="55421">
                  <c:v>24.5</c:v>
                </c:pt>
                <c:pt idx="55422">
                  <c:v>24.5</c:v>
                </c:pt>
                <c:pt idx="55423">
                  <c:v>24.5</c:v>
                </c:pt>
                <c:pt idx="55424">
                  <c:v>24.5</c:v>
                </c:pt>
                <c:pt idx="55425">
                  <c:v>24.5</c:v>
                </c:pt>
                <c:pt idx="55426">
                  <c:v>24.5</c:v>
                </c:pt>
                <c:pt idx="55427">
                  <c:v>24.5</c:v>
                </c:pt>
                <c:pt idx="55428">
                  <c:v>24.5</c:v>
                </c:pt>
                <c:pt idx="55429">
                  <c:v>24.5</c:v>
                </c:pt>
                <c:pt idx="55430">
                  <c:v>24.5</c:v>
                </c:pt>
                <c:pt idx="55431">
                  <c:v>24.5</c:v>
                </c:pt>
                <c:pt idx="55432">
                  <c:v>24.5</c:v>
                </c:pt>
                <c:pt idx="55433">
                  <c:v>24.5</c:v>
                </c:pt>
                <c:pt idx="55434">
                  <c:v>24.5</c:v>
                </c:pt>
                <c:pt idx="55435">
                  <c:v>24.5</c:v>
                </c:pt>
                <c:pt idx="55436">
                  <c:v>24.5</c:v>
                </c:pt>
                <c:pt idx="55437">
                  <c:v>24.5</c:v>
                </c:pt>
                <c:pt idx="55438">
                  <c:v>24.5</c:v>
                </c:pt>
                <c:pt idx="55439">
                  <c:v>24.5</c:v>
                </c:pt>
                <c:pt idx="55440">
                  <c:v>24.5</c:v>
                </c:pt>
                <c:pt idx="55441">
                  <c:v>24.5</c:v>
                </c:pt>
                <c:pt idx="55442">
                  <c:v>24.5</c:v>
                </c:pt>
                <c:pt idx="55443">
                  <c:v>24.5</c:v>
                </c:pt>
                <c:pt idx="55444">
                  <c:v>24.5</c:v>
                </c:pt>
                <c:pt idx="55445">
                  <c:v>24.5</c:v>
                </c:pt>
                <c:pt idx="55446">
                  <c:v>24.5</c:v>
                </c:pt>
                <c:pt idx="55447">
                  <c:v>24.5</c:v>
                </c:pt>
                <c:pt idx="55448">
                  <c:v>24.5</c:v>
                </c:pt>
                <c:pt idx="55449">
                  <c:v>24.5</c:v>
                </c:pt>
                <c:pt idx="55450">
                  <c:v>24.5</c:v>
                </c:pt>
                <c:pt idx="55451">
                  <c:v>24.5</c:v>
                </c:pt>
                <c:pt idx="55452">
                  <c:v>24.5</c:v>
                </c:pt>
                <c:pt idx="55453">
                  <c:v>24.5</c:v>
                </c:pt>
                <c:pt idx="55454">
                  <c:v>24.5</c:v>
                </c:pt>
                <c:pt idx="55455">
                  <c:v>24.5</c:v>
                </c:pt>
                <c:pt idx="55456">
                  <c:v>24.5</c:v>
                </c:pt>
                <c:pt idx="55457">
                  <c:v>24.5</c:v>
                </c:pt>
                <c:pt idx="55458">
                  <c:v>24.5</c:v>
                </c:pt>
                <c:pt idx="55459">
                  <c:v>24.5</c:v>
                </c:pt>
                <c:pt idx="55460">
                  <c:v>24.5</c:v>
                </c:pt>
                <c:pt idx="55461">
                  <c:v>24.5</c:v>
                </c:pt>
                <c:pt idx="55462">
                  <c:v>24.5</c:v>
                </c:pt>
                <c:pt idx="55463">
                  <c:v>24.5</c:v>
                </c:pt>
                <c:pt idx="55464">
                  <c:v>24.5</c:v>
                </c:pt>
                <c:pt idx="55465">
                  <c:v>24.5</c:v>
                </c:pt>
                <c:pt idx="55466">
                  <c:v>24.5</c:v>
                </c:pt>
                <c:pt idx="55467">
                  <c:v>24.5</c:v>
                </c:pt>
                <c:pt idx="55468">
                  <c:v>24.5</c:v>
                </c:pt>
                <c:pt idx="55469">
                  <c:v>24.5</c:v>
                </c:pt>
                <c:pt idx="55470">
                  <c:v>24.5</c:v>
                </c:pt>
                <c:pt idx="55471">
                  <c:v>24.5</c:v>
                </c:pt>
                <c:pt idx="55472">
                  <c:v>24.5</c:v>
                </c:pt>
                <c:pt idx="55473">
                  <c:v>24.5</c:v>
                </c:pt>
                <c:pt idx="55474">
                  <c:v>24.5</c:v>
                </c:pt>
                <c:pt idx="55475">
                  <c:v>24.5</c:v>
                </c:pt>
                <c:pt idx="55476">
                  <c:v>24.5</c:v>
                </c:pt>
                <c:pt idx="55477">
                  <c:v>24.5</c:v>
                </c:pt>
                <c:pt idx="55478">
                  <c:v>24.5</c:v>
                </c:pt>
                <c:pt idx="55479">
                  <c:v>24.5</c:v>
                </c:pt>
                <c:pt idx="55480">
                  <c:v>24.5</c:v>
                </c:pt>
                <c:pt idx="55481">
                  <c:v>24.5</c:v>
                </c:pt>
                <c:pt idx="55482">
                  <c:v>24.5</c:v>
                </c:pt>
                <c:pt idx="55483">
                  <c:v>24.5</c:v>
                </c:pt>
                <c:pt idx="55484">
                  <c:v>24.5</c:v>
                </c:pt>
                <c:pt idx="55485">
                  <c:v>24.5</c:v>
                </c:pt>
                <c:pt idx="55486">
                  <c:v>24.5</c:v>
                </c:pt>
                <c:pt idx="55487">
                  <c:v>24.5</c:v>
                </c:pt>
                <c:pt idx="55488">
                  <c:v>24.5</c:v>
                </c:pt>
                <c:pt idx="55489">
                  <c:v>24.5</c:v>
                </c:pt>
                <c:pt idx="55490">
                  <c:v>24.5</c:v>
                </c:pt>
                <c:pt idx="55491">
                  <c:v>24.5</c:v>
                </c:pt>
                <c:pt idx="55492">
                  <c:v>24.5</c:v>
                </c:pt>
                <c:pt idx="55493">
                  <c:v>24.5</c:v>
                </c:pt>
                <c:pt idx="55494">
                  <c:v>24.5</c:v>
                </c:pt>
                <c:pt idx="55495">
                  <c:v>24.5</c:v>
                </c:pt>
                <c:pt idx="55496">
                  <c:v>24.5</c:v>
                </c:pt>
                <c:pt idx="55497">
                  <c:v>24.5</c:v>
                </c:pt>
                <c:pt idx="55498">
                  <c:v>24.5</c:v>
                </c:pt>
                <c:pt idx="55499">
                  <c:v>24.5</c:v>
                </c:pt>
                <c:pt idx="55500">
                  <c:v>24.5</c:v>
                </c:pt>
                <c:pt idx="55501">
                  <c:v>24.5</c:v>
                </c:pt>
                <c:pt idx="55502">
                  <c:v>24.5</c:v>
                </c:pt>
                <c:pt idx="55503">
                  <c:v>24.5</c:v>
                </c:pt>
                <c:pt idx="55504">
                  <c:v>24.5</c:v>
                </c:pt>
                <c:pt idx="55505">
                  <c:v>24.5</c:v>
                </c:pt>
                <c:pt idx="55506">
                  <c:v>24.5</c:v>
                </c:pt>
                <c:pt idx="55507">
                  <c:v>24.5</c:v>
                </c:pt>
                <c:pt idx="55508">
                  <c:v>24.5</c:v>
                </c:pt>
                <c:pt idx="55509">
                  <c:v>24.5</c:v>
                </c:pt>
                <c:pt idx="55510">
                  <c:v>24.5</c:v>
                </c:pt>
                <c:pt idx="55511">
                  <c:v>24.5</c:v>
                </c:pt>
                <c:pt idx="55512">
                  <c:v>24.5</c:v>
                </c:pt>
                <c:pt idx="55513">
                  <c:v>24.5</c:v>
                </c:pt>
                <c:pt idx="55514">
                  <c:v>24.5</c:v>
                </c:pt>
                <c:pt idx="55515">
                  <c:v>24.5</c:v>
                </c:pt>
                <c:pt idx="55516">
                  <c:v>24.5</c:v>
                </c:pt>
                <c:pt idx="55517">
                  <c:v>24.5</c:v>
                </c:pt>
                <c:pt idx="55518">
                  <c:v>24.5</c:v>
                </c:pt>
                <c:pt idx="55519">
                  <c:v>24.5</c:v>
                </c:pt>
                <c:pt idx="55520">
                  <c:v>24.5</c:v>
                </c:pt>
                <c:pt idx="55521">
                  <c:v>24.5</c:v>
                </c:pt>
                <c:pt idx="55522">
                  <c:v>24.5</c:v>
                </c:pt>
                <c:pt idx="55523">
                  <c:v>24.5</c:v>
                </c:pt>
                <c:pt idx="55524">
                  <c:v>24.5</c:v>
                </c:pt>
                <c:pt idx="55525">
                  <c:v>24.5</c:v>
                </c:pt>
                <c:pt idx="55526">
                  <c:v>24.5</c:v>
                </c:pt>
                <c:pt idx="55527">
                  <c:v>24.5</c:v>
                </c:pt>
                <c:pt idx="55528">
                  <c:v>24.5</c:v>
                </c:pt>
                <c:pt idx="55529">
                  <c:v>24.5</c:v>
                </c:pt>
                <c:pt idx="55530">
                  <c:v>24.5</c:v>
                </c:pt>
                <c:pt idx="55531">
                  <c:v>24.5</c:v>
                </c:pt>
                <c:pt idx="55532">
                  <c:v>24.5</c:v>
                </c:pt>
                <c:pt idx="55533">
                  <c:v>24.5</c:v>
                </c:pt>
                <c:pt idx="55534">
                  <c:v>24.5</c:v>
                </c:pt>
                <c:pt idx="55535">
                  <c:v>24.5</c:v>
                </c:pt>
                <c:pt idx="55536">
                  <c:v>24.5</c:v>
                </c:pt>
                <c:pt idx="55537">
                  <c:v>24.5</c:v>
                </c:pt>
                <c:pt idx="55538">
                  <c:v>24.5</c:v>
                </c:pt>
                <c:pt idx="55539">
                  <c:v>24.5</c:v>
                </c:pt>
                <c:pt idx="55540">
                  <c:v>24.5</c:v>
                </c:pt>
                <c:pt idx="55541">
                  <c:v>24.5</c:v>
                </c:pt>
                <c:pt idx="55542">
                  <c:v>24.5</c:v>
                </c:pt>
                <c:pt idx="55543">
                  <c:v>24.5</c:v>
                </c:pt>
                <c:pt idx="55544">
                  <c:v>24.5</c:v>
                </c:pt>
                <c:pt idx="55545">
                  <c:v>24.5</c:v>
                </c:pt>
                <c:pt idx="55546">
                  <c:v>24.5</c:v>
                </c:pt>
                <c:pt idx="55547">
                  <c:v>24.5</c:v>
                </c:pt>
                <c:pt idx="55548">
                  <c:v>24.5</c:v>
                </c:pt>
                <c:pt idx="55549">
                  <c:v>24.5</c:v>
                </c:pt>
                <c:pt idx="55550">
                  <c:v>24.5</c:v>
                </c:pt>
                <c:pt idx="55551">
                  <c:v>24.5</c:v>
                </c:pt>
                <c:pt idx="55552">
                  <c:v>24.5</c:v>
                </c:pt>
                <c:pt idx="55553">
                  <c:v>24.5</c:v>
                </c:pt>
                <c:pt idx="55554">
                  <c:v>24.5</c:v>
                </c:pt>
                <c:pt idx="55555">
                  <c:v>24.5</c:v>
                </c:pt>
                <c:pt idx="55556">
                  <c:v>24.5</c:v>
                </c:pt>
                <c:pt idx="55557">
                  <c:v>24.5</c:v>
                </c:pt>
                <c:pt idx="55558">
                  <c:v>24.5</c:v>
                </c:pt>
                <c:pt idx="55559">
                  <c:v>24.5</c:v>
                </c:pt>
                <c:pt idx="55560">
                  <c:v>24.5</c:v>
                </c:pt>
                <c:pt idx="55561">
                  <c:v>24.5</c:v>
                </c:pt>
                <c:pt idx="55562">
                  <c:v>24.5</c:v>
                </c:pt>
                <c:pt idx="55563">
                  <c:v>24.5</c:v>
                </c:pt>
                <c:pt idx="55564">
                  <c:v>24.5</c:v>
                </c:pt>
                <c:pt idx="55565">
                  <c:v>24.5</c:v>
                </c:pt>
                <c:pt idx="55566">
                  <c:v>24.5</c:v>
                </c:pt>
                <c:pt idx="55567">
                  <c:v>24.5</c:v>
                </c:pt>
                <c:pt idx="55568">
                  <c:v>24.5</c:v>
                </c:pt>
                <c:pt idx="55569">
                  <c:v>24.5</c:v>
                </c:pt>
                <c:pt idx="55570">
                  <c:v>24.5</c:v>
                </c:pt>
                <c:pt idx="55571">
                  <c:v>24.5</c:v>
                </c:pt>
                <c:pt idx="55572">
                  <c:v>24.5</c:v>
                </c:pt>
                <c:pt idx="55573">
                  <c:v>24.5</c:v>
                </c:pt>
                <c:pt idx="55574">
                  <c:v>24.5</c:v>
                </c:pt>
                <c:pt idx="55575">
                  <c:v>24.5</c:v>
                </c:pt>
                <c:pt idx="55576">
                  <c:v>24.5</c:v>
                </c:pt>
                <c:pt idx="55577">
                  <c:v>24.5</c:v>
                </c:pt>
                <c:pt idx="55578">
                  <c:v>24.5</c:v>
                </c:pt>
                <c:pt idx="55579">
                  <c:v>24.5</c:v>
                </c:pt>
                <c:pt idx="55580">
                  <c:v>24.5</c:v>
                </c:pt>
                <c:pt idx="55581">
                  <c:v>24.5</c:v>
                </c:pt>
                <c:pt idx="55582">
                  <c:v>24.5</c:v>
                </c:pt>
                <c:pt idx="55583">
                  <c:v>24.5</c:v>
                </c:pt>
                <c:pt idx="55584">
                  <c:v>24.5</c:v>
                </c:pt>
                <c:pt idx="55585">
                  <c:v>24.5</c:v>
                </c:pt>
                <c:pt idx="55586">
                  <c:v>24.5</c:v>
                </c:pt>
                <c:pt idx="55587">
                  <c:v>24.5</c:v>
                </c:pt>
                <c:pt idx="55588">
                  <c:v>24.5</c:v>
                </c:pt>
                <c:pt idx="55589">
                  <c:v>24.5</c:v>
                </c:pt>
                <c:pt idx="55590">
                  <c:v>24.5</c:v>
                </c:pt>
                <c:pt idx="55591">
                  <c:v>24.5</c:v>
                </c:pt>
                <c:pt idx="55592">
                  <c:v>24.5</c:v>
                </c:pt>
                <c:pt idx="55593">
                  <c:v>24.5</c:v>
                </c:pt>
                <c:pt idx="55594">
                  <c:v>24.5</c:v>
                </c:pt>
                <c:pt idx="55595">
                  <c:v>24.5</c:v>
                </c:pt>
                <c:pt idx="55596">
                  <c:v>24.5</c:v>
                </c:pt>
                <c:pt idx="55597">
                  <c:v>24.5</c:v>
                </c:pt>
                <c:pt idx="55598">
                  <c:v>24.5</c:v>
                </c:pt>
                <c:pt idx="55599">
                  <c:v>24.5</c:v>
                </c:pt>
                <c:pt idx="55600">
                  <c:v>24.5</c:v>
                </c:pt>
                <c:pt idx="55601">
                  <c:v>24.5</c:v>
                </c:pt>
                <c:pt idx="55602">
                  <c:v>24.5</c:v>
                </c:pt>
                <c:pt idx="55603">
                  <c:v>24.5</c:v>
                </c:pt>
                <c:pt idx="55604">
                  <c:v>24.5</c:v>
                </c:pt>
                <c:pt idx="55605">
                  <c:v>24.5</c:v>
                </c:pt>
                <c:pt idx="55606">
                  <c:v>24.5</c:v>
                </c:pt>
                <c:pt idx="55607">
                  <c:v>24.5</c:v>
                </c:pt>
                <c:pt idx="55608">
                  <c:v>24.5</c:v>
                </c:pt>
                <c:pt idx="55609">
                  <c:v>24.5</c:v>
                </c:pt>
                <c:pt idx="55610">
                  <c:v>24.5</c:v>
                </c:pt>
                <c:pt idx="55611">
                  <c:v>24.5</c:v>
                </c:pt>
                <c:pt idx="55612">
                  <c:v>24.5</c:v>
                </c:pt>
                <c:pt idx="55613">
                  <c:v>24.5</c:v>
                </c:pt>
                <c:pt idx="55614">
                  <c:v>24.5</c:v>
                </c:pt>
                <c:pt idx="55615">
                  <c:v>24.5</c:v>
                </c:pt>
                <c:pt idx="55616">
                  <c:v>24.5</c:v>
                </c:pt>
                <c:pt idx="55617">
                  <c:v>24.5</c:v>
                </c:pt>
                <c:pt idx="55618">
                  <c:v>24.5</c:v>
                </c:pt>
                <c:pt idx="55619">
                  <c:v>24.5</c:v>
                </c:pt>
                <c:pt idx="55620">
                  <c:v>24.5</c:v>
                </c:pt>
                <c:pt idx="55621">
                  <c:v>24.5</c:v>
                </c:pt>
                <c:pt idx="55622">
                  <c:v>24.5</c:v>
                </c:pt>
                <c:pt idx="55623">
                  <c:v>24.5</c:v>
                </c:pt>
                <c:pt idx="55624">
                  <c:v>24.5</c:v>
                </c:pt>
                <c:pt idx="55625">
                  <c:v>24.5</c:v>
                </c:pt>
                <c:pt idx="55626">
                  <c:v>24.5</c:v>
                </c:pt>
                <c:pt idx="55627">
                  <c:v>24.5</c:v>
                </c:pt>
                <c:pt idx="55628">
                  <c:v>24.5</c:v>
                </c:pt>
                <c:pt idx="55629">
                  <c:v>24.5</c:v>
                </c:pt>
                <c:pt idx="55630">
                  <c:v>24.5</c:v>
                </c:pt>
                <c:pt idx="55631">
                  <c:v>24.5</c:v>
                </c:pt>
                <c:pt idx="55632">
                  <c:v>24.5</c:v>
                </c:pt>
                <c:pt idx="55633">
                  <c:v>24.5</c:v>
                </c:pt>
                <c:pt idx="55634">
                  <c:v>24.5</c:v>
                </c:pt>
                <c:pt idx="55635">
                  <c:v>24.5</c:v>
                </c:pt>
                <c:pt idx="55636">
                  <c:v>24.5</c:v>
                </c:pt>
                <c:pt idx="55637">
                  <c:v>24.5</c:v>
                </c:pt>
                <c:pt idx="55638">
                  <c:v>24.5</c:v>
                </c:pt>
                <c:pt idx="55639">
                  <c:v>24.5</c:v>
                </c:pt>
                <c:pt idx="55640">
                  <c:v>24.5</c:v>
                </c:pt>
                <c:pt idx="55641">
                  <c:v>24.5</c:v>
                </c:pt>
                <c:pt idx="55642">
                  <c:v>24.5</c:v>
                </c:pt>
                <c:pt idx="55643">
                  <c:v>24.5</c:v>
                </c:pt>
                <c:pt idx="55644">
                  <c:v>24.5</c:v>
                </c:pt>
                <c:pt idx="55645">
                  <c:v>24.5</c:v>
                </c:pt>
                <c:pt idx="55646">
                  <c:v>24.5</c:v>
                </c:pt>
                <c:pt idx="55647">
                  <c:v>24.5</c:v>
                </c:pt>
                <c:pt idx="55648">
                  <c:v>24.5</c:v>
                </c:pt>
                <c:pt idx="55649">
                  <c:v>24.5</c:v>
                </c:pt>
                <c:pt idx="55650">
                  <c:v>24.5</c:v>
                </c:pt>
                <c:pt idx="55651">
                  <c:v>24.5</c:v>
                </c:pt>
                <c:pt idx="55652">
                  <c:v>24.5</c:v>
                </c:pt>
                <c:pt idx="55653">
                  <c:v>24.5</c:v>
                </c:pt>
                <c:pt idx="55654">
                  <c:v>24.5</c:v>
                </c:pt>
                <c:pt idx="55655">
                  <c:v>24.5</c:v>
                </c:pt>
                <c:pt idx="55656">
                  <c:v>24.5</c:v>
                </c:pt>
                <c:pt idx="55657">
                  <c:v>24.5</c:v>
                </c:pt>
                <c:pt idx="55658">
                  <c:v>24.5</c:v>
                </c:pt>
                <c:pt idx="55659">
                  <c:v>24.5</c:v>
                </c:pt>
                <c:pt idx="55660">
                  <c:v>24.5</c:v>
                </c:pt>
                <c:pt idx="55661">
                  <c:v>24.5</c:v>
                </c:pt>
                <c:pt idx="55662">
                  <c:v>24.5</c:v>
                </c:pt>
                <c:pt idx="55663">
                  <c:v>24.5</c:v>
                </c:pt>
                <c:pt idx="55664">
                  <c:v>24.5</c:v>
                </c:pt>
                <c:pt idx="55665">
                  <c:v>24.5</c:v>
                </c:pt>
                <c:pt idx="55666">
                  <c:v>24.5</c:v>
                </c:pt>
                <c:pt idx="55667">
                  <c:v>24.5</c:v>
                </c:pt>
                <c:pt idx="55668">
                  <c:v>24.5</c:v>
                </c:pt>
                <c:pt idx="55669">
                  <c:v>24.5</c:v>
                </c:pt>
                <c:pt idx="55670">
                  <c:v>24.5</c:v>
                </c:pt>
                <c:pt idx="55671">
                  <c:v>24.5</c:v>
                </c:pt>
                <c:pt idx="55672">
                  <c:v>24.5</c:v>
                </c:pt>
                <c:pt idx="55673">
                  <c:v>24.5</c:v>
                </c:pt>
                <c:pt idx="55674">
                  <c:v>24.5</c:v>
                </c:pt>
                <c:pt idx="55675">
                  <c:v>24.5</c:v>
                </c:pt>
                <c:pt idx="55676">
                  <c:v>24.5</c:v>
                </c:pt>
                <c:pt idx="55677">
                  <c:v>24.5</c:v>
                </c:pt>
                <c:pt idx="55678">
                  <c:v>24.5</c:v>
                </c:pt>
                <c:pt idx="55679">
                  <c:v>24.5</c:v>
                </c:pt>
                <c:pt idx="55680">
                  <c:v>24.5</c:v>
                </c:pt>
                <c:pt idx="55681">
                  <c:v>24.5</c:v>
                </c:pt>
                <c:pt idx="55682">
                  <c:v>24.5</c:v>
                </c:pt>
                <c:pt idx="55683">
                  <c:v>24.5</c:v>
                </c:pt>
                <c:pt idx="55684">
                  <c:v>24.5</c:v>
                </c:pt>
                <c:pt idx="55685">
                  <c:v>24.5</c:v>
                </c:pt>
                <c:pt idx="55686">
                  <c:v>24.5</c:v>
                </c:pt>
                <c:pt idx="55687">
                  <c:v>24.5</c:v>
                </c:pt>
                <c:pt idx="55688">
                  <c:v>24.5</c:v>
                </c:pt>
                <c:pt idx="55689">
                  <c:v>24.5</c:v>
                </c:pt>
                <c:pt idx="55690">
                  <c:v>24.5</c:v>
                </c:pt>
                <c:pt idx="55691">
                  <c:v>24.5</c:v>
                </c:pt>
                <c:pt idx="55692">
                  <c:v>24.5</c:v>
                </c:pt>
                <c:pt idx="55693">
                  <c:v>24.5</c:v>
                </c:pt>
                <c:pt idx="55694">
                  <c:v>24.5</c:v>
                </c:pt>
                <c:pt idx="55695">
                  <c:v>24.5</c:v>
                </c:pt>
                <c:pt idx="55696">
                  <c:v>24.5</c:v>
                </c:pt>
                <c:pt idx="55697">
                  <c:v>24.5</c:v>
                </c:pt>
                <c:pt idx="55698">
                  <c:v>24.5</c:v>
                </c:pt>
                <c:pt idx="55699">
                  <c:v>24.5</c:v>
                </c:pt>
                <c:pt idx="55700">
                  <c:v>24.5</c:v>
                </c:pt>
                <c:pt idx="55701">
                  <c:v>24.5</c:v>
                </c:pt>
                <c:pt idx="55702">
                  <c:v>24.5</c:v>
                </c:pt>
                <c:pt idx="55703">
                  <c:v>24.5</c:v>
                </c:pt>
                <c:pt idx="55704">
                  <c:v>24.5</c:v>
                </c:pt>
                <c:pt idx="55705">
                  <c:v>24.5</c:v>
                </c:pt>
                <c:pt idx="55706">
                  <c:v>24.5</c:v>
                </c:pt>
                <c:pt idx="55707">
                  <c:v>24.5</c:v>
                </c:pt>
                <c:pt idx="55708">
                  <c:v>24.5</c:v>
                </c:pt>
                <c:pt idx="55709">
                  <c:v>24.5</c:v>
                </c:pt>
                <c:pt idx="55710">
                  <c:v>24.5</c:v>
                </c:pt>
                <c:pt idx="55711">
                  <c:v>24.5</c:v>
                </c:pt>
                <c:pt idx="55712">
                  <c:v>24.5</c:v>
                </c:pt>
                <c:pt idx="55713">
                  <c:v>24.5</c:v>
                </c:pt>
                <c:pt idx="55714">
                  <c:v>24.5</c:v>
                </c:pt>
                <c:pt idx="55715">
                  <c:v>24.5</c:v>
                </c:pt>
                <c:pt idx="55716">
                  <c:v>24.5</c:v>
                </c:pt>
                <c:pt idx="55717">
                  <c:v>24.5</c:v>
                </c:pt>
                <c:pt idx="55718">
                  <c:v>24.5</c:v>
                </c:pt>
                <c:pt idx="55719">
                  <c:v>24.5</c:v>
                </c:pt>
                <c:pt idx="55720">
                  <c:v>24.5</c:v>
                </c:pt>
                <c:pt idx="55721">
                  <c:v>24.5</c:v>
                </c:pt>
                <c:pt idx="55722">
                  <c:v>24.5</c:v>
                </c:pt>
                <c:pt idx="55723">
                  <c:v>24.5</c:v>
                </c:pt>
                <c:pt idx="55724">
                  <c:v>24.5</c:v>
                </c:pt>
                <c:pt idx="55725">
                  <c:v>24.5</c:v>
                </c:pt>
                <c:pt idx="55726">
                  <c:v>24.5</c:v>
                </c:pt>
                <c:pt idx="55727">
                  <c:v>24.5</c:v>
                </c:pt>
                <c:pt idx="55728">
                  <c:v>24.5</c:v>
                </c:pt>
                <c:pt idx="55729">
                  <c:v>24.5</c:v>
                </c:pt>
                <c:pt idx="55730">
                  <c:v>24.5</c:v>
                </c:pt>
                <c:pt idx="55731">
                  <c:v>24.5</c:v>
                </c:pt>
                <c:pt idx="55732">
                  <c:v>24.5</c:v>
                </c:pt>
                <c:pt idx="55733">
                  <c:v>24.5</c:v>
                </c:pt>
                <c:pt idx="55734">
                  <c:v>24.5</c:v>
                </c:pt>
                <c:pt idx="55735">
                  <c:v>24.5</c:v>
                </c:pt>
                <c:pt idx="55736">
                  <c:v>24.5</c:v>
                </c:pt>
                <c:pt idx="55737">
                  <c:v>24.5</c:v>
                </c:pt>
                <c:pt idx="55738">
                  <c:v>24.5</c:v>
                </c:pt>
                <c:pt idx="55739">
                  <c:v>24.5</c:v>
                </c:pt>
                <c:pt idx="55740">
                  <c:v>24.5</c:v>
                </c:pt>
                <c:pt idx="55741">
                  <c:v>24.5</c:v>
                </c:pt>
                <c:pt idx="55742">
                  <c:v>24.5</c:v>
                </c:pt>
                <c:pt idx="55743">
                  <c:v>24.5</c:v>
                </c:pt>
                <c:pt idx="55744">
                  <c:v>24.5</c:v>
                </c:pt>
                <c:pt idx="55745">
                  <c:v>24.5</c:v>
                </c:pt>
                <c:pt idx="55746">
                  <c:v>24.5</c:v>
                </c:pt>
                <c:pt idx="55747">
                  <c:v>24.5</c:v>
                </c:pt>
                <c:pt idx="55748">
                  <c:v>24.5</c:v>
                </c:pt>
                <c:pt idx="55749">
                  <c:v>24.5</c:v>
                </c:pt>
                <c:pt idx="55750">
                  <c:v>24.5</c:v>
                </c:pt>
                <c:pt idx="55751">
                  <c:v>24.5</c:v>
                </c:pt>
                <c:pt idx="55752">
                  <c:v>24.5</c:v>
                </c:pt>
                <c:pt idx="55753">
                  <c:v>24.5</c:v>
                </c:pt>
                <c:pt idx="55754">
                  <c:v>24.5</c:v>
                </c:pt>
                <c:pt idx="55755">
                  <c:v>24.5</c:v>
                </c:pt>
                <c:pt idx="55756">
                  <c:v>24.5</c:v>
                </c:pt>
                <c:pt idx="55757">
                  <c:v>24.5</c:v>
                </c:pt>
                <c:pt idx="55758">
                  <c:v>24.5</c:v>
                </c:pt>
                <c:pt idx="55759">
                  <c:v>24.5</c:v>
                </c:pt>
                <c:pt idx="55760">
                  <c:v>24.5</c:v>
                </c:pt>
                <c:pt idx="55761">
                  <c:v>24.5</c:v>
                </c:pt>
                <c:pt idx="55762">
                  <c:v>24.5</c:v>
                </c:pt>
                <c:pt idx="55763">
                  <c:v>24.5</c:v>
                </c:pt>
                <c:pt idx="55764">
                  <c:v>24.5</c:v>
                </c:pt>
                <c:pt idx="55765">
                  <c:v>24.5</c:v>
                </c:pt>
                <c:pt idx="55766">
                  <c:v>24.5</c:v>
                </c:pt>
                <c:pt idx="55767">
                  <c:v>24.5</c:v>
                </c:pt>
                <c:pt idx="55768">
                  <c:v>24.5</c:v>
                </c:pt>
                <c:pt idx="55769">
                  <c:v>24.5</c:v>
                </c:pt>
                <c:pt idx="55770">
                  <c:v>24.5</c:v>
                </c:pt>
                <c:pt idx="55771">
                  <c:v>24.5</c:v>
                </c:pt>
                <c:pt idx="55772">
                  <c:v>24.5</c:v>
                </c:pt>
                <c:pt idx="55773">
                  <c:v>24.5</c:v>
                </c:pt>
                <c:pt idx="55774">
                  <c:v>24.5</c:v>
                </c:pt>
                <c:pt idx="55775">
                  <c:v>24.5</c:v>
                </c:pt>
                <c:pt idx="55776">
                  <c:v>24.5</c:v>
                </c:pt>
                <c:pt idx="55777">
                  <c:v>24.5</c:v>
                </c:pt>
                <c:pt idx="55778">
                  <c:v>24.5</c:v>
                </c:pt>
                <c:pt idx="55779">
                  <c:v>24.5</c:v>
                </c:pt>
                <c:pt idx="55780">
                  <c:v>24.5</c:v>
                </c:pt>
                <c:pt idx="55781">
                  <c:v>24.5</c:v>
                </c:pt>
                <c:pt idx="55782">
                  <c:v>24.5</c:v>
                </c:pt>
                <c:pt idx="55783">
                  <c:v>24.5</c:v>
                </c:pt>
                <c:pt idx="55784">
                  <c:v>24.5</c:v>
                </c:pt>
                <c:pt idx="55785">
                  <c:v>24.5</c:v>
                </c:pt>
                <c:pt idx="55786">
                  <c:v>24.5</c:v>
                </c:pt>
                <c:pt idx="55787">
                  <c:v>24.5</c:v>
                </c:pt>
                <c:pt idx="55788">
                  <c:v>24.5</c:v>
                </c:pt>
                <c:pt idx="55789">
                  <c:v>24.5</c:v>
                </c:pt>
                <c:pt idx="55790">
                  <c:v>24.5</c:v>
                </c:pt>
                <c:pt idx="55791">
                  <c:v>24.5</c:v>
                </c:pt>
                <c:pt idx="55792">
                  <c:v>24.5</c:v>
                </c:pt>
                <c:pt idx="55793">
                  <c:v>24.5</c:v>
                </c:pt>
                <c:pt idx="55794">
                  <c:v>24.5</c:v>
                </c:pt>
                <c:pt idx="55795">
                  <c:v>24.5</c:v>
                </c:pt>
                <c:pt idx="55796">
                  <c:v>24.5</c:v>
                </c:pt>
                <c:pt idx="55797">
                  <c:v>24.5</c:v>
                </c:pt>
                <c:pt idx="55798">
                  <c:v>24.5</c:v>
                </c:pt>
                <c:pt idx="55799">
                  <c:v>24.5</c:v>
                </c:pt>
                <c:pt idx="55800">
                  <c:v>24.45</c:v>
                </c:pt>
                <c:pt idx="55801">
                  <c:v>24.5</c:v>
                </c:pt>
                <c:pt idx="55802">
                  <c:v>24.5</c:v>
                </c:pt>
                <c:pt idx="55803">
                  <c:v>24.5</c:v>
                </c:pt>
                <c:pt idx="55804">
                  <c:v>24.5</c:v>
                </c:pt>
                <c:pt idx="55805">
                  <c:v>24.5</c:v>
                </c:pt>
                <c:pt idx="55806">
                  <c:v>24.5</c:v>
                </c:pt>
                <c:pt idx="55807">
                  <c:v>24.5</c:v>
                </c:pt>
                <c:pt idx="55808">
                  <c:v>24.5</c:v>
                </c:pt>
                <c:pt idx="55809">
                  <c:v>24.5</c:v>
                </c:pt>
                <c:pt idx="55810">
                  <c:v>24.5</c:v>
                </c:pt>
                <c:pt idx="55811">
                  <c:v>24.5</c:v>
                </c:pt>
                <c:pt idx="55812">
                  <c:v>24.5</c:v>
                </c:pt>
                <c:pt idx="55813">
                  <c:v>24.5</c:v>
                </c:pt>
                <c:pt idx="55814">
                  <c:v>24.5</c:v>
                </c:pt>
                <c:pt idx="55815">
                  <c:v>24.5</c:v>
                </c:pt>
                <c:pt idx="55816">
                  <c:v>24.5</c:v>
                </c:pt>
                <c:pt idx="55817">
                  <c:v>24.5</c:v>
                </c:pt>
                <c:pt idx="55818">
                  <c:v>24.5</c:v>
                </c:pt>
                <c:pt idx="55819">
                  <c:v>24.5</c:v>
                </c:pt>
                <c:pt idx="55820">
                  <c:v>24.5</c:v>
                </c:pt>
                <c:pt idx="55821">
                  <c:v>24.5</c:v>
                </c:pt>
                <c:pt idx="55822">
                  <c:v>24.5</c:v>
                </c:pt>
                <c:pt idx="55823">
                  <c:v>24.5</c:v>
                </c:pt>
                <c:pt idx="55824">
                  <c:v>24.5</c:v>
                </c:pt>
                <c:pt idx="55825">
                  <c:v>24.5</c:v>
                </c:pt>
                <c:pt idx="55826">
                  <c:v>24.5</c:v>
                </c:pt>
                <c:pt idx="55827">
                  <c:v>24.5</c:v>
                </c:pt>
                <c:pt idx="55828">
                  <c:v>24.5</c:v>
                </c:pt>
                <c:pt idx="55829">
                  <c:v>24.5</c:v>
                </c:pt>
                <c:pt idx="55830">
                  <c:v>24.45</c:v>
                </c:pt>
                <c:pt idx="55831">
                  <c:v>24.45</c:v>
                </c:pt>
                <c:pt idx="55832">
                  <c:v>24.5</c:v>
                </c:pt>
                <c:pt idx="55833">
                  <c:v>24.45</c:v>
                </c:pt>
                <c:pt idx="55834">
                  <c:v>24.5</c:v>
                </c:pt>
                <c:pt idx="55835">
                  <c:v>24.45</c:v>
                </c:pt>
                <c:pt idx="55836">
                  <c:v>24.5</c:v>
                </c:pt>
                <c:pt idx="55837">
                  <c:v>24.5</c:v>
                </c:pt>
                <c:pt idx="55838">
                  <c:v>24.5</c:v>
                </c:pt>
                <c:pt idx="55839">
                  <c:v>24.5</c:v>
                </c:pt>
                <c:pt idx="55840">
                  <c:v>24.5</c:v>
                </c:pt>
                <c:pt idx="55841">
                  <c:v>24.5</c:v>
                </c:pt>
                <c:pt idx="55842">
                  <c:v>24.5</c:v>
                </c:pt>
                <c:pt idx="55843">
                  <c:v>24.5</c:v>
                </c:pt>
                <c:pt idx="55844">
                  <c:v>24.45</c:v>
                </c:pt>
                <c:pt idx="55845">
                  <c:v>24.5</c:v>
                </c:pt>
                <c:pt idx="55846">
                  <c:v>24.5</c:v>
                </c:pt>
                <c:pt idx="55847">
                  <c:v>24.5</c:v>
                </c:pt>
                <c:pt idx="55848">
                  <c:v>24.5</c:v>
                </c:pt>
                <c:pt idx="55849">
                  <c:v>24.45</c:v>
                </c:pt>
                <c:pt idx="55850">
                  <c:v>24.5</c:v>
                </c:pt>
                <c:pt idx="55851">
                  <c:v>24.5</c:v>
                </c:pt>
                <c:pt idx="55852">
                  <c:v>24.5</c:v>
                </c:pt>
                <c:pt idx="55853">
                  <c:v>24.5</c:v>
                </c:pt>
                <c:pt idx="55854">
                  <c:v>24.5</c:v>
                </c:pt>
                <c:pt idx="55855">
                  <c:v>24.5</c:v>
                </c:pt>
                <c:pt idx="55856">
                  <c:v>24.5</c:v>
                </c:pt>
                <c:pt idx="55857">
                  <c:v>24.5</c:v>
                </c:pt>
                <c:pt idx="55858">
                  <c:v>24.5</c:v>
                </c:pt>
                <c:pt idx="55859">
                  <c:v>24.5</c:v>
                </c:pt>
                <c:pt idx="55860">
                  <c:v>24.5</c:v>
                </c:pt>
                <c:pt idx="55861">
                  <c:v>24.5</c:v>
                </c:pt>
                <c:pt idx="55862">
                  <c:v>24.5</c:v>
                </c:pt>
                <c:pt idx="55863">
                  <c:v>24.5</c:v>
                </c:pt>
                <c:pt idx="55864">
                  <c:v>24.5</c:v>
                </c:pt>
                <c:pt idx="55865">
                  <c:v>24.5</c:v>
                </c:pt>
                <c:pt idx="55866">
                  <c:v>24.5</c:v>
                </c:pt>
                <c:pt idx="55867">
                  <c:v>24.5</c:v>
                </c:pt>
                <c:pt idx="55868">
                  <c:v>24.5</c:v>
                </c:pt>
                <c:pt idx="55869">
                  <c:v>24.5</c:v>
                </c:pt>
                <c:pt idx="55870">
                  <c:v>24.5</c:v>
                </c:pt>
                <c:pt idx="55871">
                  <c:v>24.5</c:v>
                </c:pt>
                <c:pt idx="55872">
                  <c:v>24.5</c:v>
                </c:pt>
                <c:pt idx="55873">
                  <c:v>24.5</c:v>
                </c:pt>
                <c:pt idx="55874">
                  <c:v>24.5</c:v>
                </c:pt>
                <c:pt idx="55875">
                  <c:v>24.5</c:v>
                </c:pt>
                <c:pt idx="55876">
                  <c:v>24.5</c:v>
                </c:pt>
                <c:pt idx="55877">
                  <c:v>24.5</c:v>
                </c:pt>
                <c:pt idx="55878">
                  <c:v>24.5</c:v>
                </c:pt>
                <c:pt idx="55879">
                  <c:v>24.5</c:v>
                </c:pt>
                <c:pt idx="55880">
                  <c:v>24.5</c:v>
                </c:pt>
                <c:pt idx="55881">
                  <c:v>24.5</c:v>
                </c:pt>
                <c:pt idx="55882">
                  <c:v>24.5</c:v>
                </c:pt>
                <c:pt idx="55883">
                  <c:v>24.5</c:v>
                </c:pt>
                <c:pt idx="55884">
                  <c:v>24.5</c:v>
                </c:pt>
                <c:pt idx="55885">
                  <c:v>24.5</c:v>
                </c:pt>
                <c:pt idx="55886">
                  <c:v>24.5</c:v>
                </c:pt>
                <c:pt idx="55887">
                  <c:v>24.5</c:v>
                </c:pt>
                <c:pt idx="55888">
                  <c:v>24.5</c:v>
                </c:pt>
                <c:pt idx="55889">
                  <c:v>24.5</c:v>
                </c:pt>
                <c:pt idx="55890">
                  <c:v>24.45</c:v>
                </c:pt>
                <c:pt idx="55891">
                  <c:v>24.5</c:v>
                </c:pt>
                <c:pt idx="55892">
                  <c:v>24.5</c:v>
                </c:pt>
                <c:pt idx="55893">
                  <c:v>24.5</c:v>
                </c:pt>
                <c:pt idx="55894">
                  <c:v>24.5</c:v>
                </c:pt>
                <c:pt idx="55895">
                  <c:v>24.5</c:v>
                </c:pt>
                <c:pt idx="55896">
                  <c:v>24.5</c:v>
                </c:pt>
                <c:pt idx="55897">
                  <c:v>24.5</c:v>
                </c:pt>
                <c:pt idx="55898">
                  <c:v>24.5</c:v>
                </c:pt>
                <c:pt idx="55899">
                  <c:v>24.5</c:v>
                </c:pt>
                <c:pt idx="55900">
                  <c:v>24.5</c:v>
                </c:pt>
                <c:pt idx="55901">
                  <c:v>24.5</c:v>
                </c:pt>
                <c:pt idx="55902">
                  <c:v>24.5</c:v>
                </c:pt>
                <c:pt idx="55903">
                  <c:v>24.5</c:v>
                </c:pt>
                <c:pt idx="55904">
                  <c:v>24.5</c:v>
                </c:pt>
                <c:pt idx="55905">
                  <c:v>24.5</c:v>
                </c:pt>
                <c:pt idx="55906">
                  <c:v>24.5</c:v>
                </c:pt>
                <c:pt idx="55907">
                  <c:v>24.5</c:v>
                </c:pt>
                <c:pt idx="55908">
                  <c:v>24.5</c:v>
                </c:pt>
                <c:pt idx="55909">
                  <c:v>24.5</c:v>
                </c:pt>
                <c:pt idx="55910">
                  <c:v>24.5</c:v>
                </c:pt>
                <c:pt idx="55911">
                  <c:v>24.5</c:v>
                </c:pt>
                <c:pt idx="55912">
                  <c:v>24.5</c:v>
                </c:pt>
                <c:pt idx="55913">
                  <c:v>24.5</c:v>
                </c:pt>
                <c:pt idx="55914">
                  <c:v>24.5</c:v>
                </c:pt>
                <c:pt idx="55915">
                  <c:v>24.5</c:v>
                </c:pt>
                <c:pt idx="55916">
                  <c:v>24.5</c:v>
                </c:pt>
                <c:pt idx="55917">
                  <c:v>24.5</c:v>
                </c:pt>
                <c:pt idx="55918">
                  <c:v>24.5</c:v>
                </c:pt>
                <c:pt idx="55919">
                  <c:v>24.5</c:v>
                </c:pt>
                <c:pt idx="55920">
                  <c:v>24.5</c:v>
                </c:pt>
                <c:pt idx="55921">
                  <c:v>24.5</c:v>
                </c:pt>
                <c:pt idx="55922">
                  <c:v>24.5</c:v>
                </c:pt>
                <c:pt idx="55923">
                  <c:v>24.5</c:v>
                </c:pt>
                <c:pt idx="55924">
                  <c:v>24.5</c:v>
                </c:pt>
                <c:pt idx="55925">
                  <c:v>24.5</c:v>
                </c:pt>
                <c:pt idx="55926">
                  <c:v>24.5</c:v>
                </c:pt>
                <c:pt idx="55927">
                  <c:v>24.5</c:v>
                </c:pt>
                <c:pt idx="55928">
                  <c:v>24.5</c:v>
                </c:pt>
                <c:pt idx="55929">
                  <c:v>24.5</c:v>
                </c:pt>
                <c:pt idx="55930">
                  <c:v>24.5</c:v>
                </c:pt>
                <c:pt idx="55931">
                  <c:v>24.5</c:v>
                </c:pt>
                <c:pt idx="55932">
                  <c:v>24.5</c:v>
                </c:pt>
                <c:pt idx="55933">
                  <c:v>24.5</c:v>
                </c:pt>
                <c:pt idx="55934">
                  <c:v>24.5</c:v>
                </c:pt>
                <c:pt idx="55935">
                  <c:v>24.5</c:v>
                </c:pt>
                <c:pt idx="55936">
                  <c:v>24.5</c:v>
                </c:pt>
                <c:pt idx="55937">
                  <c:v>24.5</c:v>
                </c:pt>
                <c:pt idx="55938">
                  <c:v>24.5</c:v>
                </c:pt>
                <c:pt idx="55939">
                  <c:v>24.5</c:v>
                </c:pt>
                <c:pt idx="55940">
                  <c:v>24.5</c:v>
                </c:pt>
                <c:pt idx="55941">
                  <c:v>24.5</c:v>
                </c:pt>
                <c:pt idx="55942">
                  <c:v>24.5</c:v>
                </c:pt>
                <c:pt idx="55943">
                  <c:v>24.5</c:v>
                </c:pt>
                <c:pt idx="55944">
                  <c:v>24.5</c:v>
                </c:pt>
                <c:pt idx="55945">
                  <c:v>24.5</c:v>
                </c:pt>
                <c:pt idx="55946">
                  <c:v>24.5</c:v>
                </c:pt>
                <c:pt idx="55947">
                  <c:v>24.5</c:v>
                </c:pt>
                <c:pt idx="55948">
                  <c:v>24.5</c:v>
                </c:pt>
                <c:pt idx="55949">
                  <c:v>24.5</c:v>
                </c:pt>
                <c:pt idx="55950">
                  <c:v>24.5</c:v>
                </c:pt>
                <c:pt idx="55951">
                  <c:v>24.5</c:v>
                </c:pt>
                <c:pt idx="55952">
                  <c:v>24.5</c:v>
                </c:pt>
                <c:pt idx="55953">
                  <c:v>24.5</c:v>
                </c:pt>
                <c:pt idx="55954">
                  <c:v>24.5</c:v>
                </c:pt>
                <c:pt idx="55955">
                  <c:v>24.5</c:v>
                </c:pt>
                <c:pt idx="55956">
                  <c:v>24.5</c:v>
                </c:pt>
                <c:pt idx="55957">
                  <c:v>24.5</c:v>
                </c:pt>
                <c:pt idx="55958">
                  <c:v>24.5</c:v>
                </c:pt>
                <c:pt idx="55959">
                  <c:v>24.5</c:v>
                </c:pt>
                <c:pt idx="55960">
                  <c:v>24.5</c:v>
                </c:pt>
                <c:pt idx="55961">
                  <c:v>24.5</c:v>
                </c:pt>
                <c:pt idx="55962">
                  <c:v>24.5</c:v>
                </c:pt>
                <c:pt idx="55963">
                  <c:v>24.5</c:v>
                </c:pt>
                <c:pt idx="55964">
                  <c:v>24.5</c:v>
                </c:pt>
                <c:pt idx="55965">
                  <c:v>24.5</c:v>
                </c:pt>
                <c:pt idx="55966">
                  <c:v>24.5</c:v>
                </c:pt>
                <c:pt idx="55967">
                  <c:v>24.5</c:v>
                </c:pt>
                <c:pt idx="55968">
                  <c:v>24.5</c:v>
                </c:pt>
                <c:pt idx="55969">
                  <c:v>24.5</c:v>
                </c:pt>
                <c:pt idx="55970">
                  <c:v>24.5</c:v>
                </c:pt>
                <c:pt idx="55971">
                  <c:v>24.5</c:v>
                </c:pt>
                <c:pt idx="55972">
                  <c:v>24.45</c:v>
                </c:pt>
                <c:pt idx="55973">
                  <c:v>24.5</c:v>
                </c:pt>
                <c:pt idx="55974">
                  <c:v>24.5</c:v>
                </c:pt>
                <c:pt idx="55975">
                  <c:v>24.5</c:v>
                </c:pt>
                <c:pt idx="55976">
                  <c:v>24.5</c:v>
                </c:pt>
                <c:pt idx="55977">
                  <c:v>24.5</c:v>
                </c:pt>
                <c:pt idx="55978">
                  <c:v>24.5</c:v>
                </c:pt>
                <c:pt idx="55979">
                  <c:v>24.5</c:v>
                </c:pt>
                <c:pt idx="55980">
                  <c:v>24.5</c:v>
                </c:pt>
                <c:pt idx="55981">
                  <c:v>24.5</c:v>
                </c:pt>
                <c:pt idx="55982">
                  <c:v>24.5</c:v>
                </c:pt>
                <c:pt idx="55983">
                  <c:v>24.5</c:v>
                </c:pt>
                <c:pt idx="55984">
                  <c:v>24.5</c:v>
                </c:pt>
                <c:pt idx="55985">
                  <c:v>24.5</c:v>
                </c:pt>
                <c:pt idx="55986">
                  <c:v>24.5</c:v>
                </c:pt>
                <c:pt idx="55987">
                  <c:v>24.5</c:v>
                </c:pt>
                <c:pt idx="55988">
                  <c:v>24.5</c:v>
                </c:pt>
                <c:pt idx="55989">
                  <c:v>24.5</c:v>
                </c:pt>
                <c:pt idx="55990">
                  <c:v>24.5</c:v>
                </c:pt>
                <c:pt idx="55991">
                  <c:v>24.5</c:v>
                </c:pt>
                <c:pt idx="55992">
                  <c:v>24.5</c:v>
                </c:pt>
                <c:pt idx="55993">
                  <c:v>24.5</c:v>
                </c:pt>
                <c:pt idx="55994">
                  <c:v>24.5</c:v>
                </c:pt>
                <c:pt idx="55995">
                  <c:v>24.5</c:v>
                </c:pt>
                <c:pt idx="55996">
                  <c:v>24.5</c:v>
                </c:pt>
                <c:pt idx="55997">
                  <c:v>24.5</c:v>
                </c:pt>
                <c:pt idx="55998">
                  <c:v>24.45</c:v>
                </c:pt>
                <c:pt idx="55999">
                  <c:v>24.5</c:v>
                </c:pt>
                <c:pt idx="56000">
                  <c:v>24.5</c:v>
                </c:pt>
                <c:pt idx="56001">
                  <c:v>24.5</c:v>
                </c:pt>
                <c:pt idx="56002">
                  <c:v>24.5</c:v>
                </c:pt>
                <c:pt idx="56003">
                  <c:v>24.5</c:v>
                </c:pt>
                <c:pt idx="56004">
                  <c:v>24.5</c:v>
                </c:pt>
                <c:pt idx="56005">
                  <c:v>24.5</c:v>
                </c:pt>
                <c:pt idx="56006">
                  <c:v>24.5</c:v>
                </c:pt>
                <c:pt idx="56007">
                  <c:v>24.45</c:v>
                </c:pt>
                <c:pt idx="56008">
                  <c:v>24.5</c:v>
                </c:pt>
                <c:pt idx="56009">
                  <c:v>24.5</c:v>
                </c:pt>
                <c:pt idx="56010">
                  <c:v>24.5</c:v>
                </c:pt>
                <c:pt idx="56011">
                  <c:v>24.5</c:v>
                </c:pt>
                <c:pt idx="56012">
                  <c:v>24.5</c:v>
                </c:pt>
                <c:pt idx="56013">
                  <c:v>24.5</c:v>
                </c:pt>
                <c:pt idx="56014">
                  <c:v>24.5</c:v>
                </c:pt>
                <c:pt idx="56015">
                  <c:v>24.5</c:v>
                </c:pt>
                <c:pt idx="56016">
                  <c:v>24.5</c:v>
                </c:pt>
                <c:pt idx="56017">
                  <c:v>24.5</c:v>
                </c:pt>
                <c:pt idx="56018">
                  <c:v>24.5</c:v>
                </c:pt>
                <c:pt idx="56019">
                  <c:v>24.5</c:v>
                </c:pt>
                <c:pt idx="56020">
                  <c:v>24.5</c:v>
                </c:pt>
                <c:pt idx="56021">
                  <c:v>24.5</c:v>
                </c:pt>
                <c:pt idx="56022">
                  <c:v>24.5</c:v>
                </c:pt>
                <c:pt idx="56023">
                  <c:v>24.5</c:v>
                </c:pt>
                <c:pt idx="56024">
                  <c:v>24.5</c:v>
                </c:pt>
                <c:pt idx="56025">
                  <c:v>24.5</c:v>
                </c:pt>
                <c:pt idx="56026">
                  <c:v>24.5</c:v>
                </c:pt>
                <c:pt idx="56027">
                  <c:v>24.5</c:v>
                </c:pt>
                <c:pt idx="56028">
                  <c:v>24.5</c:v>
                </c:pt>
                <c:pt idx="56029">
                  <c:v>24.5</c:v>
                </c:pt>
                <c:pt idx="56030">
                  <c:v>24.5</c:v>
                </c:pt>
                <c:pt idx="56031">
                  <c:v>24.5</c:v>
                </c:pt>
                <c:pt idx="56032">
                  <c:v>24.45</c:v>
                </c:pt>
                <c:pt idx="56033">
                  <c:v>24.45</c:v>
                </c:pt>
                <c:pt idx="56034">
                  <c:v>24.5</c:v>
                </c:pt>
                <c:pt idx="56035">
                  <c:v>24.5</c:v>
                </c:pt>
                <c:pt idx="56036">
                  <c:v>24.5</c:v>
                </c:pt>
                <c:pt idx="56037">
                  <c:v>24.5</c:v>
                </c:pt>
                <c:pt idx="56038">
                  <c:v>24.5</c:v>
                </c:pt>
                <c:pt idx="56039">
                  <c:v>24.45</c:v>
                </c:pt>
                <c:pt idx="56040">
                  <c:v>24.5</c:v>
                </c:pt>
                <c:pt idx="56041">
                  <c:v>24.5</c:v>
                </c:pt>
                <c:pt idx="56042">
                  <c:v>24.5</c:v>
                </c:pt>
                <c:pt idx="56043">
                  <c:v>24.5</c:v>
                </c:pt>
                <c:pt idx="56044">
                  <c:v>24.5</c:v>
                </c:pt>
                <c:pt idx="56045">
                  <c:v>24.5</c:v>
                </c:pt>
                <c:pt idx="56046">
                  <c:v>24.5</c:v>
                </c:pt>
                <c:pt idx="56047">
                  <c:v>24.5</c:v>
                </c:pt>
                <c:pt idx="56048">
                  <c:v>24.5</c:v>
                </c:pt>
                <c:pt idx="56049">
                  <c:v>24.5</c:v>
                </c:pt>
                <c:pt idx="56050">
                  <c:v>24.5</c:v>
                </c:pt>
                <c:pt idx="56051">
                  <c:v>24.5</c:v>
                </c:pt>
                <c:pt idx="56052">
                  <c:v>24.5</c:v>
                </c:pt>
                <c:pt idx="56053">
                  <c:v>24.5</c:v>
                </c:pt>
                <c:pt idx="56054">
                  <c:v>24.5</c:v>
                </c:pt>
                <c:pt idx="56055">
                  <c:v>24.5</c:v>
                </c:pt>
                <c:pt idx="56056">
                  <c:v>24.5</c:v>
                </c:pt>
                <c:pt idx="56057">
                  <c:v>24.5</c:v>
                </c:pt>
                <c:pt idx="56058">
                  <c:v>24.5</c:v>
                </c:pt>
                <c:pt idx="56059">
                  <c:v>24.5</c:v>
                </c:pt>
                <c:pt idx="56060">
                  <c:v>24.5</c:v>
                </c:pt>
                <c:pt idx="56061">
                  <c:v>24.5</c:v>
                </c:pt>
                <c:pt idx="56062">
                  <c:v>24.5</c:v>
                </c:pt>
                <c:pt idx="56063">
                  <c:v>24.5</c:v>
                </c:pt>
                <c:pt idx="56064">
                  <c:v>24.5</c:v>
                </c:pt>
                <c:pt idx="56065">
                  <c:v>24.5</c:v>
                </c:pt>
                <c:pt idx="56066">
                  <c:v>24.5</c:v>
                </c:pt>
                <c:pt idx="56067">
                  <c:v>24.5</c:v>
                </c:pt>
                <c:pt idx="56068">
                  <c:v>24.5</c:v>
                </c:pt>
                <c:pt idx="56069">
                  <c:v>24.5</c:v>
                </c:pt>
                <c:pt idx="56070">
                  <c:v>24.5</c:v>
                </c:pt>
                <c:pt idx="56071">
                  <c:v>24.5</c:v>
                </c:pt>
                <c:pt idx="56072">
                  <c:v>24.5</c:v>
                </c:pt>
                <c:pt idx="56073">
                  <c:v>24.5</c:v>
                </c:pt>
                <c:pt idx="56074">
                  <c:v>24.5</c:v>
                </c:pt>
                <c:pt idx="56075">
                  <c:v>24.5</c:v>
                </c:pt>
                <c:pt idx="56076">
                  <c:v>24.5</c:v>
                </c:pt>
                <c:pt idx="56077">
                  <c:v>24.5</c:v>
                </c:pt>
                <c:pt idx="56078">
                  <c:v>24.5</c:v>
                </c:pt>
                <c:pt idx="56079">
                  <c:v>24.5</c:v>
                </c:pt>
                <c:pt idx="56080">
                  <c:v>24.5</c:v>
                </c:pt>
                <c:pt idx="56081">
                  <c:v>24.5</c:v>
                </c:pt>
                <c:pt idx="56082">
                  <c:v>24.5</c:v>
                </c:pt>
                <c:pt idx="56083">
                  <c:v>24.5</c:v>
                </c:pt>
                <c:pt idx="56084">
                  <c:v>24.5</c:v>
                </c:pt>
                <c:pt idx="56085">
                  <c:v>24.5</c:v>
                </c:pt>
                <c:pt idx="56086">
                  <c:v>24.5</c:v>
                </c:pt>
                <c:pt idx="56087">
                  <c:v>24.5</c:v>
                </c:pt>
                <c:pt idx="56088">
                  <c:v>24.5</c:v>
                </c:pt>
                <c:pt idx="56089">
                  <c:v>24.5</c:v>
                </c:pt>
                <c:pt idx="56090">
                  <c:v>24.5</c:v>
                </c:pt>
                <c:pt idx="56091">
                  <c:v>24.5</c:v>
                </c:pt>
                <c:pt idx="56092">
                  <c:v>24.5</c:v>
                </c:pt>
                <c:pt idx="56093">
                  <c:v>24.5</c:v>
                </c:pt>
                <c:pt idx="56094">
                  <c:v>24.5</c:v>
                </c:pt>
                <c:pt idx="56095">
                  <c:v>24.5</c:v>
                </c:pt>
                <c:pt idx="56096">
                  <c:v>24.5</c:v>
                </c:pt>
                <c:pt idx="56097">
                  <c:v>24.5</c:v>
                </c:pt>
                <c:pt idx="56098">
                  <c:v>24.5</c:v>
                </c:pt>
                <c:pt idx="56099">
                  <c:v>24.5</c:v>
                </c:pt>
                <c:pt idx="56100">
                  <c:v>24.5</c:v>
                </c:pt>
                <c:pt idx="56101">
                  <c:v>24.5</c:v>
                </c:pt>
                <c:pt idx="56102">
                  <c:v>24.5</c:v>
                </c:pt>
                <c:pt idx="56103">
                  <c:v>24.5</c:v>
                </c:pt>
                <c:pt idx="56104">
                  <c:v>24.5</c:v>
                </c:pt>
                <c:pt idx="56105">
                  <c:v>24.5</c:v>
                </c:pt>
                <c:pt idx="56106">
                  <c:v>24.5</c:v>
                </c:pt>
                <c:pt idx="56107">
                  <c:v>24.45</c:v>
                </c:pt>
                <c:pt idx="56108">
                  <c:v>24.5</c:v>
                </c:pt>
                <c:pt idx="56109">
                  <c:v>24.5</c:v>
                </c:pt>
                <c:pt idx="56110">
                  <c:v>24.5</c:v>
                </c:pt>
                <c:pt idx="56111">
                  <c:v>24.5</c:v>
                </c:pt>
                <c:pt idx="56112">
                  <c:v>24.5</c:v>
                </c:pt>
                <c:pt idx="56113">
                  <c:v>24.5</c:v>
                </c:pt>
                <c:pt idx="56114">
                  <c:v>24.5</c:v>
                </c:pt>
                <c:pt idx="56115">
                  <c:v>24.5</c:v>
                </c:pt>
                <c:pt idx="56116">
                  <c:v>24.5</c:v>
                </c:pt>
                <c:pt idx="56117">
                  <c:v>24.5</c:v>
                </c:pt>
                <c:pt idx="56118">
                  <c:v>24.5</c:v>
                </c:pt>
                <c:pt idx="56119">
                  <c:v>24.5</c:v>
                </c:pt>
                <c:pt idx="56120">
                  <c:v>24.5</c:v>
                </c:pt>
                <c:pt idx="56121">
                  <c:v>24.5</c:v>
                </c:pt>
                <c:pt idx="56122">
                  <c:v>24.5</c:v>
                </c:pt>
                <c:pt idx="56123">
                  <c:v>24.5</c:v>
                </c:pt>
                <c:pt idx="56124">
                  <c:v>24.5</c:v>
                </c:pt>
                <c:pt idx="56125">
                  <c:v>24.5</c:v>
                </c:pt>
                <c:pt idx="56126">
                  <c:v>24.5</c:v>
                </c:pt>
                <c:pt idx="56127">
                  <c:v>24.5</c:v>
                </c:pt>
                <c:pt idx="56128">
                  <c:v>24.5</c:v>
                </c:pt>
                <c:pt idx="56129">
                  <c:v>24.5</c:v>
                </c:pt>
                <c:pt idx="56130">
                  <c:v>24.5</c:v>
                </c:pt>
                <c:pt idx="56131">
                  <c:v>24.5</c:v>
                </c:pt>
                <c:pt idx="56132">
                  <c:v>24.5</c:v>
                </c:pt>
                <c:pt idx="56133">
                  <c:v>24.5</c:v>
                </c:pt>
                <c:pt idx="56134">
                  <c:v>24.5</c:v>
                </c:pt>
                <c:pt idx="56135">
                  <c:v>24.5</c:v>
                </c:pt>
                <c:pt idx="56136">
                  <c:v>24.5</c:v>
                </c:pt>
                <c:pt idx="56137">
                  <c:v>24.5</c:v>
                </c:pt>
                <c:pt idx="56138">
                  <c:v>24.5</c:v>
                </c:pt>
                <c:pt idx="56139">
                  <c:v>24.5</c:v>
                </c:pt>
                <c:pt idx="56140">
                  <c:v>24.5</c:v>
                </c:pt>
                <c:pt idx="56141">
                  <c:v>24.5</c:v>
                </c:pt>
                <c:pt idx="56142">
                  <c:v>24.5</c:v>
                </c:pt>
                <c:pt idx="56143">
                  <c:v>24.5</c:v>
                </c:pt>
                <c:pt idx="56144">
                  <c:v>24.5</c:v>
                </c:pt>
                <c:pt idx="56145">
                  <c:v>24.5</c:v>
                </c:pt>
                <c:pt idx="56146">
                  <c:v>24.5</c:v>
                </c:pt>
                <c:pt idx="56147">
                  <c:v>24.5</c:v>
                </c:pt>
                <c:pt idx="56148">
                  <c:v>24.5</c:v>
                </c:pt>
                <c:pt idx="56149">
                  <c:v>24.5</c:v>
                </c:pt>
                <c:pt idx="56150">
                  <c:v>24.5</c:v>
                </c:pt>
                <c:pt idx="56151">
                  <c:v>24.5</c:v>
                </c:pt>
                <c:pt idx="56152">
                  <c:v>24.5</c:v>
                </c:pt>
                <c:pt idx="56153">
                  <c:v>24.45</c:v>
                </c:pt>
                <c:pt idx="56154">
                  <c:v>24.5</c:v>
                </c:pt>
                <c:pt idx="56155">
                  <c:v>24.5</c:v>
                </c:pt>
                <c:pt idx="56156">
                  <c:v>24.5</c:v>
                </c:pt>
                <c:pt idx="56157">
                  <c:v>24.5</c:v>
                </c:pt>
                <c:pt idx="56158">
                  <c:v>24.5</c:v>
                </c:pt>
                <c:pt idx="56159">
                  <c:v>24.5</c:v>
                </c:pt>
                <c:pt idx="56160">
                  <c:v>24.5</c:v>
                </c:pt>
                <c:pt idx="56161">
                  <c:v>24.5</c:v>
                </c:pt>
                <c:pt idx="56162">
                  <c:v>24.5</c:v>
                </c:pt>
                <c:pt idx="56163">
                  <c:v>24.5</c:v>
                </c:pt>
                <c:pt idx="56164">
                  <c:v>24.5</c:v>
                </c:pt>
                <c:pt idx="56165">
                  <c:v>24.5</c:v>
                </c:pt>
                <c:pt idx="56166">
                  <c:v>24.5</c:v>
                </c:pt>
                <c:pt idx="56167">
                  <c:v>24.5</c:v>
                </c:pt>
                <c:pt idx="56168">
                  <c:v>24.5</c:v>
                </c:pt>
                <c:pt idx="56169">
                  <c:v>24.5</c:v>
                </c:pt>
                <c:pt idx="56170">
                  <c:v>24.5</c:v>
                </c:pt>
                <c:pt idx="56171">
                  <c:v>24.5</c:v>
                </c:pt>
                <c:pt idx="56172">
                  <c:v>24.5</c:v>
                </c:pt>
                <c:pt idx="56173">
                  <c:v>24.5</c:v>
                </c:pt>
                <c:pt idx="56174">
                  <c:v>24.5</c:v>
                </c:pt>
                <c:pt idx="56175">
                  <c:v>24.5</c:v>
                </c:pt>
                <c:pt idx="56176">
                  <c:v>24.5</c:v>
                </c:pt>
                <c:pt idx="56177">
                  <c:v>24.5</c:v>
                </c:pt>
                <c:pt idx="56178">
                  <c:v>24.5</c:v>
                </c:pt>
                <c:pt idx="56179">
                  <c:v>24.5</c:v>
                </c:pt>
                <c:pt idx="56180">
                  <c:v>24.5</c:v>
                </c:pt>
                <c:pt idx="56181">
                  <c:v>24.5</c:v>
                </c:pt>
                <c:pt idx="56182">
                  <c:v>24.5</c:v>
                </c:pt>
                <c:pt idx="56183">
                  <c:v>24.5</c:v>
                </c:pt>
                <c:pt idx="56184">
                  <c:v>24.5</c:v>
                </c:pt>
                <c:pt idx="56185">
                  <c:v>24.5</c:v>
                </c:pt>
                <c:pt idx="56186">
                  <c:v>24.5</c:v>
                </c:pt>
                <c:pt idx="56187">
                  <c:v>24.5</c:v>
                </c:pt>
                <c:pt idx="56188">
                  <c:v>24.45</c:v>
                </c:pt>
                <c:pt idx="56189">
                  <c:v>24.45</c:v>
                </c:pt>
                <c:pt idx="56190">
                  <c:v>24.5</c:v>
                </c:pt>
                <c:pt idx="56191">
                  <c:v>24.5</c:v>
                </c:pt>
                <c:pt idx="56192">
                  <c:v>24.45</c:v>
                </c:pt>
                <c:pt idx="56193">
                  <c:v>24.5</c:v>
                </c:pt>
                <c:pt idx="56194">
                  <c:v>24.5</c:v>
                </c:pt>
                <c:pt idx="56195">
                  <c:v>24.5</c:v>
                </c:pt>
                <c:pt idx="56196">
                  <c:v>24.5</c:v>
                </c:pt>
                <c:pt idx="56197">
                  <c:v>24.5</c:v>
                </c:pt>
                <c:pt idx="56198">
                  <c:v>24.5</c:v>
                </c:pt>
                <c:pt idx="56199">
                  <c:v>24.5</c:v>
                </c:pt>
                <c:pt idx="56200">
                  <c:v>24.5</c:v>
                </c:pt>
                <c:pt idx="56201">
                  <c:v>24.5</c:v>
                </c:pt>
                <c:pt idx="56202">
                  <c:v>24.5</c:v>
                </c:pt>
                <c:pt idx="56203">
                  <c:v>24.5</c:v>
                </c:pt>
                <c:pt idx="56204">
                  <c:v>24.5</c:v>
                </c:pt>
                <c:pt idx="56205">
                  <c:v>24.5</c:v>
                </c:pt>
                <c:pt idx="56206">
                  <c:v>24.5</c:v>
                </c:pt>
                <c:pt idx="56207">
                  <c:v>24.5</c:v>
                </c:pt>
                <c:pt idx="56208">
                  <c:v>24.5</c:v>
                </c:pt>
                <c:pt idx="56209">
                  <c:v>24.5</c:v>
                </c:pt>
                <c:pt idx="56210">
                  <c:v>24.5</c:v>
                </c:pt>
                <c:pt idx="56211">
                  <c:v>24.5</c:v>
                </c:pt>
                <c:pt idx="56212">
                  <c:v>24.5</c:v>
                </c:pt>
                <c:pt idx="56213">
                  <c:v>24.5</c:v>
                </c:pt>
                <c:pt idx="56214">
                  <c:v>24.5</c:v>
                </c:pt>
                <c:pt idx="56215">
                  <c:v>24.5</c:v>
                </c:pt>
                <c:pt idx="56216">
                  <c:v>24.5</c:v>
                </c:pt>
                <c:pt idx="56217">
                  <c:v>24.5</c:v>
                </c:pt>
                <c:pt idx="56218">
                  <c:v>24.5</c:v>
                </c:pt>
                <c:pt idx="56219">
                  <c:v>24.5</c:v>
                </c:pt>
                <c:pt idx="56220">
                  <c:v>24.5</c:v>
                </c:pt>
                <c:pt idx="56221">
                  <c:v>24.5</c:v>
                </c:pt>
                <c:pt idx="56222">
                  <c:v>24.5</c:v>
                </c:pt>
                <c:pt idx="56223">
                  <c:v>24.5</c:v>
                </c:pt>
                <c:pt idx="56224">
                  <c:v>24.5</c:v>
                </c:pt>
                <c:pt idx="56225">
                  <c:v>24.5</c:v>
                </c:pt>
                <c:pt idx="56226">
                  <c:v>24.5</c:v>
                </c:pt>
                <c:pt idx="56227">
                  <c:v>24.5</c:v>
                </c:pt>
                <c:pt idx="56228">
                  <c:v>24.5</c:v>
                </c:pt>
                <c:pt idx="56229">
                  <c:v>24.5</c:v>
                </c:pt>
                <c:pt idx="56230">
                  <c:v>24.5</c:v>
                </c:pt>
                <c:pt idx="56231">
                  <c:v>24.5</c:v>
                </c:pt>
                <c:pt idx="56232">
                  <c:v>24.5</c:v>
                </c:pt>
                <c:pt idx="56233">
                  <c:v>24.5</c:v>
                </c:pt>
                <c:pt idx="56234">
                  <c:v>24.5</c:v>
                </c:pt>
                <c:pt idx="56235">
                  <c:v>24.5</c:v>
                </c:pt>
                <c:pt idx="56236">
                  <c:v>24.5</c:v>
                </c:pt>
                <c:pt idx="56237">
                  <c:v>24.5</c:v>
                </c:pt>
                <c:pt idx="56238">
                  <c:v>24.5</c:v>
                </c:pt>
                <c:pt idx="56239">
                  <c:v>24.5</c:v>
                </c:pt>
                <c:pt idx="56240">
                  <c:v>24.5</c:v>
                </c:pt>
                <c:pt idx="56241">
                  <c:v>24.5</c:v>
                </c:pt>
                <c:pt idx="56242">
                  <c:v>24.5</c:v>
                </c:pt>
                <c:pt idx="56243">
                  <c:v>24.5</c:v>
                </c:pt>
                <c:pt idx="56244">
                  <c:v>24.5</c:v>
                </c:pt>
                <c:pt idx="56245">
                  <c:v>24.5</c:v>
                </c:pt>
                <c:pt idx="56246">
                  <c:v>24.5</c:v>
                </c:pt>
                <c:pt idx="56247">
                  <c:v>24.5</c:v>
                </c:pt>
                <c:pt idx="56248">
                  <c:v>24.5</c:v>
                </c:pt>
                <c:pt idx="56249">
                  <c:v>24.5</c:v>
                </c:pt>
                <c:pt idx="56250">
                  <c:v>24.5</c:v>
                </c:pt>
                <c:pt idx="56251">
                  <c:v>24.5</c:v>
                </c:pt>
                <c:pt idx="56252">
                  <c:v>24.5</c:v>
                </c:pt>
                <c:pt idx="56253">
                  <c:v>24.5</c:v>
                </c:pt>
                <c:pt idx="56254">
                  <c:v>24.5</c:v>
                </c:pt>
                <c:pt idx="56255">
                  <c:v>24.5</c:v>
                </c:pt>
                <c:pt idx="56256">
                  <c:v>24.5</c:v>
                </c:pt>
                <c:pt idx="56257">
                  <c:v>24.5</c:v>
                </c:pt>
                <c:pt idx="56258">
                  <c:v>24.5</c:v>
                </c:pt>
                <c:pt idx="56259">
                  <c:v>24.5</c:v>
                </c:pt>
                <c:pt idx="56260">
                  <c:v>24.5</c:v>
                </c:pt>
                <c:pt idx="56261">
                  <c:v>24.5</c:v>
                </c:pt>
                <c:pt idx="56262">
                  <c:v>24.5</c:v>
                </c:pt>
                <c:pt idx="56263">
                  <c:v>24.5</c:v>
                </c:pt>
                <c:pt idx="56264">
                  <c:v>24.5</c:v>
                </c:pt>
                <c:pt idx="56265">
                  <c:v>24.5</c:v>
                </c:pt>
                <c:pt idx="56266">
                  <c:v>24.5</c:v>
                </c:pt>
                <c:pt idx="56267">
                  <c:v>24.5</c:v>
                </c:pt>
                <c:pt idx="56268">
                  <c:v>24.5</c:v>
                </c:pt>
                <c:pt idx="56269">
                  <c:v>24.5</c:v>
                </c:pt>
                <c:pt idx="56270">
                  <c:v>24.5</c:v>
                </c:pt>
                <c:pt idx="56271">
                  <c:v>24.5</c:v>
                </c:pt>
                <c:pt idx="56272">
                  <c:v>24.5</c:v>
                </c:pt>
                <c:pt idx="56273">
                  <c:v>24.5</c:v>
                </c:pt>
                <c:pt idx="56274">
                  <c:v>24.5</c:v>
                </c:pt>
                <c:pt idx="56275">
                  <c:v>24.5</c:v>
                </c:pt>
                <c:pt idx="56276">
                  <c:v>24.5</c:v>
                </c:pt>
                <c:pt idx="56277">
                  <c:v>24.5</c:v>
                </c:pt>
                <c:pt idx="56278">
                  <c:v>24.5</c:v>
                </c:pt>
                <c:pt idx="56279">
                  <c:v>24.5</c:v>
                </c:pt>
                <c:pt idx="56280">
                  <c:v>24.5</c:v>
                </c:pt>
                <c:pt idx="56281">
                  <c:v>24.5</c:v>
                </c:pt>
                <c:pt idx="56282">
                  <c:v>24.5</c:v>
                </c:pt>
                <c:pt idx="56283">
                  <c:v>24.5</c:v>
                </c:pt>
                <c:pt idx="56284">
                  <c:v>24.5</c:v>
                </c:pt>
                <c:pt idx="56285">
                  <c:v>24.5</c:v>
                </c:pt>
                <c:pt idx="56286">
                  <c:v>24.5</c:v>
                </c:pt>
                <c:pt idx="56287">
                  <c:v>24.5</c:v>
                </c:pt>
                <c:pt idx="56288">
                  <c:v>24.5</c:v>
                </c:pt>
                <c:pt idx="56289">
                  <c:v>24.5</c:v>
                </c:pt>
                <c:pt idx="56290">
                  <c:v>24.5</c:v>
                </c:pt>
                <c:pt idx="56291">
                  <c:v>24.5</c:v>
                </c:pt>
                <c:pt idx="56292">
                  <c:v>24.5</c:v>
                </c:pt>
                <c:pt idx="56293">
                  <c:v>24.5</c:v>
                </c:pt>
                <c:pt idx="56294">
                  <c:v>24.5</c:v>
                </c:pt>
                <c:pt idx="56295">
                  <c:v>24.5</c:v>
                </c:pt>
                <c:pt idx="56296">
                  <c:v>24.5</c:v>
                </c:pt>
                <c:pt idx="56297">
                  <c:v>24.5</c:v>
                </c:pt>
                <c:pt idx="56298">
                  <c:v>24.5</c:v>
                </c:pt>
                <c:pt idx="56299">
                  <c:v>24.5</c:v>
                </c:pt>
                <c:pt idx="56300">
                  <c:v>24.5</c:v>
                </c:pt>
                <c:pt idx="56301">
                  <c:v>24.5</c:v>
                </c:pt>
                <c:pt idx="56302">
                  <c:v>24.5</c:v>
                </c:pt>
                <c:pt idx="56303">
                  <c:v>24.5</c:v>
                </c:pt>
                <c:pt idx="56304">
                  <c:v>24.5</c:v>
                </c:pt>
                <c:pt idx="56305">
                  <c:v>24.5</c:v>
                </c:pt>
                <c:pt idx="56306">
                  <c:v>24.5</c:v>
                </c:pt>
                <c:pt idx="56307">
                  <c:v>24.5</c:v>
                </c:pt>
                <c:pt idx="56308">
                  <c:v>24.5</c:v>
                </c:pt>
                <c:pt idx="56309">
                  <c:v>24.5</c:v>
                </c:pt>
                <c:pt idx="56310">
                  <c:v>24.5</c:v>
                </c:pt>
                <c:pt idx="56311">
                  <c:v>24.5</c:v>
                </c:pt>
                <c:pt idx="56312">
                  <c:v>24.5</c:v>
                </c:pt>
                <c:pt idx="56313">
                  <c:v>24.5</c:v>
                </c:pt>
                <c:pt idx="56314">
                  <c:v>24.5</c:v>
                </c:pt>
                <c:pt idx="56315">
                  <c:v>24.5</c:v>
                </c:pt>
                <c:pt idx="56316">
                  <c:v>24.5</c:v>
                </c:pt>
                <c:pt idx="56317">
                  <c:v>24.5</c:v>
                </c:pt>
                <c:pt idx="56318">
                  <c:v>24.5</c:v>
                </c:pt>
                <c:pt idx="56319">
                  <c:v>24.5</c:v>
                </c:pt>
                <c:pt idx="56320">
                  <c:v>24.5</c:v>
                </c:pt>
                <c:pt idx="56321">
                  <c:v>24.5</c:v>
                </c:pt>
                <c:pt idx="56322">
                  <c:v>24.5</c:v>
                </c:pt>
                <c:pt idx="56323">
                  <c:v>24.5</c:v>
                </c:pt>
                <c:pt idx="56324">
                  <c:v>24.5</c:v>
                </c:pt>
                <c:pt idx="56325">
                  <c:v>24.5</c:v>
                </c:pt>
                <c:pt idx="56326">
                  <c:v>24.5</c:v>
                </c:pt>
                <c:pt idx="56327">
                  <c:v>24.5</c:v>
                </c:pt>
                <c:pt idx="56328">
                  <c:v>24.5</c:v>
                </c:pt>
                <c:pt idx="56329">
                  <c:v>24.5</c:v>
                </c:pt>
                <c:pt idx="56330">
                  <c:v>24.5</c:v>
                </c:pt>
                <c:pt idx="56331">
                  <c:v>24.5</c:v>
                </c:pt>
                <c:pt idx="56332">
                  <c:v>24.5</c:v>
                </c:pt>
                <c:pt idx="56333">
                  <c:v>24.5</c:v>
                </c:pt>
                <c:pt idx="56334">
                  <c:v>24.5</c:v>
                </c:pt>
                <c:pt idx="56335">
                  <c:v>24.5</c:v>
                </c:pt>
                <c:pt idx="56336">
                  <c:v>24.5</c:v>
                </c:pt>
                <c:pt idx="56337">
                  <c:v>24.5</c:v>
                </c:pt>
                <c:pt idx="56338">
                  <c:v>24.5</c:v>
                </c:pt>
                <c:pt idx="56339">
                  <c:v>24.5</c:v>
                </c:pt>
                <c:pt idx="56340">
                  <c:v>24.5</c:v>
                </c:pt>
                <c:pt idx="56341">
                  <c:v>24.5</c:v>
                </c:pt>
                <c:pt idx="56342">
                  <c:v>24.5</c:v>
                </c:pt>
                <c:pt idx="56343">
                  <c:v>24.5</c:v>
                </c:pt>
                <c:pt idx="56344">
                  <c:v>24.5</c:v>
                </c:pt>
                <c:pt idx="56345">
                  <c:v>24.5</c:v>
                </c:pt>
                <c:pt idx="56346">
                  <c:v>24.5</c:v>
                </c:pt>
                <c:pt idx="56347">
                  <c:v>24.5</c:v>
                </c:pt>
                <c:pt idx="56348">
                  <c:v>24.5</c:v>
                </c:pt>
                <c:pt idx="56349">
                  <c:v>24.5</c:v>
                </c:pt>
                <c:pt idx="56350">
                  <c:v>24.5</c:v>
                </c:pt>
                <c:pt idx="56351">
                  <c:v>24.5</c:v>
                </c:pt>
                <c:pt idx="56352">
                  <c:v>24.5</c:v>
                </c:pt>
                <c:pt idx="56353">
                  <c:v>24.5</c:v>
                </c:pt>
                <c:pt idx="56354">
                  <c:v>24.5</c:v>
                </c:pt>
                <c:pt idx="56355">
                  <c:v>24.5</c:v>
                </c:pt>
                <c:pt idx="56356">
                  <c:v>24.5</c:v>
                </c:pt>
                <c:pt idx="56357">
                  <c:v>24.5</c:v>
                </c:pt>
                <c:pt idx="56358">
                  <c:v>24.5</c:v>
                </c:pt>
                <c:pt idx="56359">
                  <c:v>24.5</c:v>
                </c:pt>
                <c:pt idx="56360">
                  <c:v>24.5</c:v>
                </c:pt>
                <c:pt idx="56361">
                  <c:v>24.5</c:v>
                </c:pt>
                <c:pt idx="56362">
                  <c:v>24.5</c:v>
                </c:pt>
                <c:pt idx="56363">
                  <c:v>24.5</c:v>
                </c:pt>
                <c:pt idx="56364">
                  <c:v>24.5</c:v>
                </c:pt>
                <c:pt idx="56365">
                  <c:v>24.5</c:v>
                </c:pt>
                <c:pt idx="56366">
                  <c:v>24.5</c:v>
                </c:pt>
                <c:pt idx="56367">
                  <c:v>24.5</c:v>
                </c:pt>
                <c:pt idx="56368">
                  <c:v>24.5</c:v>
                </c:pt>
                <c:pt idx="56369">
                  <c:v>24.5</c:v>
                </c:pt>
                <c:pt idx="56370">
                  <c:v>24.5</c:v>
                </c:pt>
                <c:pt idx="56371">
                  <c:v>24.5</c:v>
                </c:pt>
                <c:pt idx="56372">
                  <c:v>24.5</c:v>
                </c:pt>
                <c:pt idx="56373">
                  <c:v>24.5</c:v>
                </c:pt>
                <c:pt idx="56374">
                  <c:v>24.5</c:v>
                </c:pt>
                <c:pt idx="56375">
                  <c:v>24.5</c:v>
                </c:pt>
                <c:pt idx="56376">
                  <c:v>24.5</c:v>
                </c:pt>
                <c:pt idx="56377">
                  <c:v>24.5</c:v>
                </c:pt>
                <c:pt idx="56378">
                  <c:v>24.5</c:v>
                </c:pt>
                <c:pt idx="56379">
                  <c:v>24.5</c:v>
                </c:pt>
                <c:pt idx="56380">
                  <c:v>24.5</c:v>
                </c:pt>
                <c:pt idx="56381">
                  <c:v>24.5</c:v>
                </c:pt>
                <c:pt idx="56382">
                  <c:v>24.5</c:v>
                </c:pt>
                <c:pt idx="56383">
                  <c:v>24.5</c:v>
                </c:pt>
                <c:pt idx="56384">
                  <c:v>24.5</c:v>
                </c:pt>
                <c:pt idx="56385">
                  <c:v>24.5</c:v>
                </c:pt>
                <c:pt idx="56386">
                  <c:v>24.5</c:v>
                </c:pt>
                <c:pt idx="56387">
                  <c:v>24.5</c:v>
                </c:pt>
                <c:pt idx="56388">
                  <c:v>24.5</c:v>
                </c:pt>
                <c:pt idx="56389">
                  <c:v>24.5</c:v>
                </c:pt>
                <c:pt idx="56390">
                  <c:v>24.5</c:v>
                </c:pt>
                <c:pt idx="56391">
                  <c:v>24.5</c:v>
                </c:pt>
                <c:pt idx="56392">
                  <c:v>24.5</c:v>
                </c:pt>
                <c:pt idx="56393">
                  <c:v>24.5</c:v>
                </c:pt>
                <c:pt idx="56394">
                  <c:v>24.5</c:v>
                </c:pt>
                <c:pt idx="56395">
                  <c:v>24.5</c:v>
                </c:pt>
                <c:pt idx="56396">
                  <c:v>24.5</c:v>
                </c:pt>
                <c:pt idx="56397">
                  <c:v>24.5</c:v>
                </c:pt>
                <c:pt idx="56398">
                  <c:v>24.5</c:v>
                </c:pt>
                <c:pt idx="56399">
                  <c:v>24.5</c:v>
                </c:pt>
                <c:pt idx="56400">
                  <c:v>24.5</c:v>
                </c:pt>
                <c:pt idx="56401">
                  <c:v>24.5</c:v>
                </c:pt>
                <c:pt idx="56402">
                  <c:v>24.5</c:v>
                </c:pt>
                <c:pt idx="56403">
                  <c:v>24.5</c:v>
                </c:pt>
                <c:pt idx="56404">
                  <c:v>24.5</c:v>
                </c:pt>
                <c:pt idx="56405">
                  <c:v>24.5</c:v>
                </c:pt>
                <c:pt idx="56406">
                  <c:v>24.5</c:v>
                </c:pt>
                <c:pt idx="56407">
                  <c:v>24.5</c:v>
                </c:pt>
                <c:pt idx="56408">
                  <c:v>24.5</c:v>
                </c:pt>
                <c:pt idx="56409">
                  <c:v>24.5</c:v>
                </c:pt>
                <c:pt idx="56410">
                  <c:v>24.5</c:v>
                </c:pt>
                <c:pt idx="56411">
                  <c:v>24.5</c:v>
                </c:pt>
                <c:pt idx="56412">
                  <c:v>24.5</c:v>
                </c:pt>
                <c:pt idx="56413">
                  <c:v>24.5</c:v>
                </c:pt>
                <c:pt idx="56414">
                  <c:v>24.5</c:v>
                </c:pt>
                <c:pt idx="56415">
                  <c:v>24.5</c:v>
                </c:pt>
                <c:pt idx="56416">
                  <c:v>24.5</c:v>
                </c:pt>
                <c:pt idx="56417">
                  <c:v>24.5</c:v>
                </c:pt>
                <c:pt idx="56418">
                  <c:v>24.5</c:v>
                </c:pt>
                <c:pt idx="56419">
                  <c:v>24.5</c:v>
                </c:pt>
                <c:pt idx="56420">
                  <c:v>24.5</c:v>
                </c:pt>
                <c:pt idx="56421">
                  <c:v>24.5</c:v>
                </c:pt>
                <c:pt idx="56422">
                  <c:v>24.5</c:v>
                </c:pt>
                <c:pt idx="56423">
                  <c:v>24.5</c:v>
                </c:pt>
                <c:pt idx="56424">
                  <c:v>24.5</c:v>
                </c:pt>
                <c:pt idx="56425">
                  <c:v>24.5</c:v>
                </c:pt>
                <c:pt idx="56426">
                  <c:v>24.5</c:v>
                </c:pt>
                <c:pt idx="56427">
                  <c:v>24.5</c:v>
                </c:pt>
                <c:pt idx="56428">
                  <c:v>24.5</c:v>
                </c:pt>
                <c:pt idx="56429">
                  <c:v>24.5</c:v>
                </c:pt>
                <c:pt idx="56430">
                  <c:v>24.5</c:v>
                </c:pt>
                <c:pt idx="56431">
                  <c:v>24.5</c:v>
                </c:pt>
                <c:pt idx="56432">
                  <c:v>24.5</c:v>
                </c:pt>
                <c:pt idx="56433">
                  <c:v>24.5</c:v>
                </c:pt>
                <c:pt idx="56434">
                  <c:v>24.5</c:v>
                </c:pt>
                <c:pt idx="56435">
                  <c:v>24.5</c:v>
                </c:pt>
                <c:pt idx="56436">
                  <c:v>24.5</c:v>
                </c:pt>
                <c:pt idx="56437">
                  <c:v>24.5</c:v>
                </c:pt>
                <c:pt idx="56438">
                  <c:v>24.5</c:v>
                </c:pt>
                <c:pt idx="56439">
                  <c:v>24.5</c:v>
                </c:pt>
                <c:pt idx="56440">
                  <c:v>24.5</c:v>
                </c:pt>
                <c:pt idx="56441">
                  <c:v>24.5</c:v>
                </c:pt>
                <c:pt idx="56442">
                  <c:v>24.5</c:v>
                </c:pt>
                <c:pt idx="56443">
                  <c:v>24.5</c:v>
                </c:pt>
                <c:pt idx="56444">
                  <c:v>24.5</c:v>
                </c:pt>
                <c:pt idx="56445">
                  <c:v>24.5</c:v>
                </c:pt>
                <c:pt idx="56446">
                  <c:v>24.5</c:v>
                </c:pt>
                <c:pt idx="56447">
                  <c:v>24.5</c:v>
                </c:pt>
                <c:pt idx="56448">
                  <c:v>24.5</c:v>
                </c:pt>
                <c:pt idx="56449">
                  <c:v>24.5</c:v>
                </c:pt>
                <c:pt idx="56450">
                  <c:v>24.5</c:v>
                </c:pt>
                <c:pt idx="56451">
                  <c:v>24.5</c:v>
                </c:pt>
                <c:pt idx="56452">
                  <c:v>24.5</c:v>
                </c:pt>
                <c:pt idx="56453">
                  <c:v>24.5</c:v>
                </c:pt>
                <c:pt idx="56454">
                  <c:v>24.5</c:v>
                </c:pt>
                <c:pt idx="56455">
                  <c:v>24.5</c:v>
                </c:pt>
                <c:pt idx="56456">
                  <c:v>24.5</c:v>
                </c:pt>
                <c:pt idx="56457">
                  <c:v>24.5</c:v>
                </c:pt>
                <c:pt idx="56458">
                  <c:v>24.5</c:v>
                </c:pt>
                <c:pt idx="56459">
                  <c:v>24.5</c:v>
                </c:pt>
                <c:pt idx="56460">
                  <c:v>24.5</c:v>
                </c:pt>
                <c:pt idx="56461">
                  <c:v>24.5</c:v>
                </c:pt>
                <c:pt idx="56462">
                  <c:v>24.5</c:v>
                </c:pt>
                <c:pt idx="56463">
                  <c:v>24.5</c:v>
                </c:pt>
                <c:pt idx="56464">
                  <c:v>24.5</c:v>
                </c:pt>
                <c:pt idx="56465">
                  <c:v>24.5</c:v>
                </c:pt>
                <c:pt idx="56466">
                  <c:v>24.5</c:v>
                </c:pt>
                <c:pt idx="56467">
                  <c:v>24.5</c:v>
                </c:pt>
                <c:pt idx="56468">
                  <c:v>24.5</c:v>
                </c:pt>
                <c:pt idx="56469">
                  <c:v>24.5</c:v>
                </c:pt>
                <c:pt idx="56470">
                  <c:v>24.5</c:v>
                </c:pt>
                <c:pt idx="56471">
                  <c:v>24.5</c:v>
                </c:pt>
                <c:pt idx="56472">
                  <c:v>24.5</c:v>
                </c:pt>
                <c:pt idx="56473">
                  <c:v>24.5</c:v>
                </c:pt>
                <c:pt idx="56474">
                  <c:v>24.5</c:v>
                </c:pt>
                <c:pt idx="56475">
                  <c:v>24.5</c:v>
                </c:pt>
                <c:pt idx="56476">
                  <c:v>24.5</c:v>
                </c:pt>
                <c:pt idx="56477">
                  <c:v>24.5</c:v>
                </c:pt>
                <c:pt idx="56478">
                  <c:v>24.5</c:v>
                </c:pt>
                <c:pt idx="56479">
                  <c:v>24.5</c:v>
                </c:pt>
                <c:pt idx="56480">
                  <c:v>24.5</c:v>
                </c:pt>
                <c:pt idx="56481">
                  <c:v>24.5</c:v>
                </c:pt>
                <c:pt idx="56482">
                  <c:v>24.5</c:v>
                </c:pt>
                <c:pt idx="56483">
                  <c:v>24.5</c:v>
                </c:pt>
                <c:pt idx="56484">
                  <c:v>24.5</c:v>
                </c:pt>
                <c:pt idx="56485">
                  <c:v>24.5</c:v>
                </c:pt>
                <c:pt idx="56486">
                  <c:v>24.5</c:v>
                </c:pt>
                <c:pt idx="56487">
                  <c:v>24.5</c:v>
                </c:pt>
                <c:pt idx="56488">
                  <c:v>24.5</c:v>
                </c:pt>
                <c:pt idx="56489">
                  <c:v>24.5</c:v>
                </c:pt>
                <c:pt idx="56490">
                  <c:v>24.5</c:v>
                </c:pt>
                <c:pt idx="56491">
                  <c:v>24.5</c:v>
                </c:pt>
                <c:pt idx="56492">
                  <c:v>24.5</c:v>
                </c:pt>
                <c:pt idx="56493">
                  <c:v>24.5</c:v>
                </c:pt>
                <c:pt idx="56494">
                  <c:v>24.5</c:v>
                </c:pt>
                <c:pt idx="56495">
                  <c:v>24.5</c:v>
                </c:pt>
                <c:pt idx="56496">
                  <c:v>24.5</c:v>
                </c:pt>
                <c:pt idx="56497">
                  <c:v>24.5</c:v>
                </c:pt>
                <c:pt idx="56498">
                  <c:v>24.5</c:v>
                </c:pt>
                <c:pt idx="56499">
                  <c:v>24.5</c:v>
                </c:pt>
                <c:pt idx="56500">
                  <c:v>24.5</c:v>
                </c:pt>
                <c:pt idx="56501">
                  <c:v>24.5</c:v>
                </c:pt>
                <c:pt idx="56502">
                  <c:v>24.5</c:v>
                </c:pt>
                <c:pt idx="56503">
                  <c:v>24.5</c:v>
                </c:pt>
                <c:pt idx="56504">
                  <c:v>24.5</c:v>
                </c:pt>
                <c:pt idx="56505">
                  <c:v>24.5</c:v>
                </c:pt>
                <c:pt idx="56506">
                  <c:v>24.5</c:v>
                </c:pt>
                <c:pt idx="56507">
                  <c:v>24.5</c:v>
                </c:pt>
                <c:pt idx="56508">
                  <c:v>24.5</c:v>
                </c:pt>
                <c:pt idx="56509">
                  <c:v>24.5</c:v>
                </c:pt>
                <c:pt idx="56510">
                  <c:v>24.5</c:v>
                </c:pt>
                <c:pt idx="56511">
                  <c:v>24.5</c:v>
                </c:pt>
                <c:pt idx="56512">
                  <c:v>24.5</c:v>
                </c:pt>
                <c:pt idx="56513">
                  <c:v>24.5</c:v>
                </c:pt>
                <c:pt idx="56514">
                  <c:v>24.5</c:v>
                </c:pt>
                <c:pt idx="56515">
                  <c:v>24.5</c:v>
                </c:pt>
                <c:pt idx="56516">
                  <c:v>24.5</c:v>
                </c:pt>
                <c:pt idx="56517">
                  <c:v>24.5</c:v>
                </c:pt>
                <c:pt idx="56518">
                  <c:v>24.5</c:v>
                </c:pt>
                <c:pt idx="56519">
                  <c:v>24.5</c:v>
                </c:pt>
                <c:pt idx="56520">
                  <c:v>24.5</c:v>
                </c:pt>
                <c:pt idx="56521">
                  <c:v>24.5</c:v>
                </c:pt>
                <c:pt idx="56522">
                  <c:v>24.5</c:v>
                </c:pt>
                <c:pt idx="56523">
                  <c:v>24.5</c:v>
                </c:pt>
                <c:pt idx="56524">
                  <c:v>24.5</c:v>
                </c:pt>
                <c:pt idx="56525">
                  <c:v>24.5</c:v>
                </c:pt>
                <c:pt idx="56526">
                  <c:v>24.5</c:v>
                </c:pt>
                <c:pt idx="56527">
                  <c:v>24.5</c:v>
                </c:pt>
                <c:pt idx="56528">
                  <c:v>24.5</c:v>
                </c:pt>
                <c:pt idx="56529">
                  <c:v>24.5</c:v>
                </c:pt>
                <c:pt idx="56530">
                  <c:v>24.5</c:v>
                </c:pt>
                <c:pt idx="56531">
                  <c:v>24.5</c:v>
                </c:pt>
                <c:pt idx="56532">
                  <c:v>24.5</c:v>
                </c:pt>
                <c:pt idx="56533">
                  <c:v>24.5</c:v>
                </c:pt>
                <c:pt idx="56534">
                  <c:v>24.5</c:v>
                </c:pt>
                <c:pt idx="56535">
                  <c:v>24.5</c:v>
                </c:pt>
                <c:pt idx="56536">
                  <c:v>24.5</c:v>
                </c:pt>
                <c:pt idx="56537">
                  <c:v>24.5</c:v>
                </c:pt>
                <c:pt idx="56538">
                  <c:v>24.5</c:v>
                </c:pt>
                <c:pt idx="56539">
                  <c:v>24.5</c:v>
                </c:pt>
                <c:pt idx="56540">
                  <c:v>24.5</c:v>
                </c:pt>
                <c:pt idx="56541">
                  <c:v>24.5</c:v>
                </c:pt>
                <c:pt idx="56542">
                  <c:v>24.5</c:v>
                </c:pt>
                <c:pt idx="56543">
                  <c:v>24.5</c:v>
                </c:pt>
                <c:pt idx="56544">
                  <c:v>24.5</c:v>
                </c:pt>
                <c:pt idx="56545">
                  <c:v>24.5</c:v>
                </c:pt>
                <c:pt idx="56546">
                  <c:v>24.5</c:v>
                </c:pt>
                <c:pt idx="56547">
                  <c:v>24.5</c:v>
                </c:pt>
                <c:pt idx="56548">
                  <c:v>24.5</c:v>
                </c:pt>
                <c:pt idx="56549">
                  <c:v>24.5</c:v>
                </c:pt>
                <c:pt idx="56550">
                  <c:v>24.5</c:v>
                </c:pt>
                <c:pt idx="56551">
                  <c:v>24.5</c:v>
                </c:pt>
                <c:pt idx="56552">
                  <c:v>24.5</c:v>
                </c:pt>
                <c:pt idx="56553">
                  <c:v>24.5</c:v>
                </c:pt>
                <c:pt idx="56554">
                  <c:v>24.5</c:v>
                </c:pt>
                <c:pt idx="56555">
                  <c:v>24.5</c:v>
                </c:pt>
                <c:pt idx="56556">
                  <c:v>24.5</c:v>
                </c:pt>
                <c:pt idx="56557">
                  <c:v>24.5</c:v>
                </c:pt>
                <c:pt idx="56558">
                  <c:v>24.5</c:v>
                </c:pt>
                <c:pt idx="56559">
                  <c:v>24.5</c:v>
                </c:pt>
                <c:pt idx="56560">
                  <c:v>24.5</c:v>
                </c:pt>
                <c:pt idx="56561">
                  <c:v>24.5</c:v>
                </c:pt>
                <c:pt idx="56562">
                  <c:v>24.5</c:v>
                </c:pt>
                <c:pt idx="56563">
                  <c:v>24.5</c:v>
                </c:pt>
                <c:pt idx="56564">
                  <c:v>24.5</c:v>
                </c:pt>
                <c:pt idx="56565">
                  <c:v>24.5</c:v>
                </c:pt>
                <c:pt idx="56566">
                  <c:v>24.5</c:v>
                </c:pt>
                <c:pt idx="56567">
                  <c:v>24.5</c:v>
                </c:pt>
                <c:pt idx="56568">
                  <c:v>24.5</c:v>
                </c:pt>
                <c:pt idx="56569">
                  <c:v>24.5</c:v>
                </c:pt>
                <c:pt idx="56570">
                  <c:v>24.5</c:v>
                </c:pt>
                <c:pt idx="56571">
                  <c:v>24.5</c:v>
                </c:pt>
                <c:pt idx="56572">
                  <c:v>24.5</c:v>
                </c:pt>
                <c:pt idx="56573">
                  <c:v>24.5</c:v>
                </c:pt>
                <c:pt idx="56574">
                  <c:v>24.5</c:v>
                </c:pt>
                <c:pt idx="56575">
                  <c:v>24.5</c:v>
                </c:pt>
                <c:pt idx="56576">
                  <c:v>24.5</c:v>
                </c:pt>
                <c:pt idx="56577">
                  <c:v>24.5</c:v>
                </c:pt>
                <c:pt idx="56578">
                  <c:v>24.5</c:v>
                </c:pt>
                <c:pt idx="56579">
                  <c:v>24.5</c:v>
                </c:pt>
                <c:pt idx="56580">
                  <c:v>24.5</c:v>
                </c:pt>
                <c:pt idx="56581">
                  <c:v>24.5</c:v>
                </c:pt>
                <c:pt idx="56582">
                  <c:v>24.5</c:v>
                </c:pt>
                <c:pt idx="56583">
                  <c:v>24.5</c:v>
                </c:pt>
                <c:pt idx="56584">
                  <c:v>24.5</c:v>
                </c:pt>
                <c:pt idx="56585">
                  <c:v>24.5</c:v>
                </c:pt>
                <c:pt idx="56586">
                  <c:v>24.5</c:v>
                </c:pt>
                <c:pt idx="56587">
                  <c:v>24.5</c:v>
                </c:pt>
                <c:pt idx="56588">
                  <c:v>24.5</c:v>
                </c:pt>
                <c:pt idx="56589">
                  <c:v>24.5</c:v>
                </c:pt>
                <c:pt idx="56590">
                  <c:v>24.5</c:v>
                </c:pt>
                <c:pt idx="56591">
                  <c:v>24.5</c:v>
                </c:pt>
                <c:pt idx="56592">
                  <c:v>24.5</c:v>
                </c:pt>
                <c:pt idx="56593">
                  <c:v>24.5</c:v>
                </c:pt>
                <c:pt idx="56594">
                  <c:v>24.5</c:v>
                </c:pt>
                <c:pt idx="56595">
                  <c:v>24.5</c:v>
                </c:pt>
                <c:pt idx="56596">
                  <c:v>24.5</c:v>
                </c:pt>
                <c:pt idx="56597">
                  <c:v>24.5</c:v>
                </c:pt>
                <c:pt idx="56598">
                  <c:v>24.5</c:v>
                </c:pt>
                <c:pt idx="56599">
                  <c:v>24.5</c:v>
                </c:pt>
                <c:pt idx="56600">
                  <c:v>24.5</c:v>
                </c:pt>
                <c:pt idx="56601">
                  <c:v>24.5</c:v>
                </c:pt>
                <c:pt idx="56602">
                  <c:v>24.5</c:v>
                </c:pt>
                <c:pt idx="56603">
                  <c:v>24.5</c:v>
                </c:pt>
                <c:pt idx="56604">
                  <c:v>24.5</c:v>
                </c:pt>
                <c:pt idx="56605">
                  <c:v>24.5</c:v>
                </c:pt>
                <c:pt idx="56606">
                  <c:v>24.5</c:v>
                </c:pt>
                <c:pt idx="56607">
                  <c:v>24.5</c:v>
                </c:pt>
                <c:pt idx="56608">
                  <c:v>24.5</c:v>
                </c:pt>
                <c:pt idx="56609">
                  <c:v>24.5</c:v>
                </c:pt>
                <c:pt idx="56610">
                  <c:v>24.5</c:v>
                </c:pt>
                <c:pt idx="56611">
                  <c:v>24.5</c:v>
                </c:pt>
                <c:pt idx="56612">
                  <c:v>24.5</c:v>
                </c:pt>
                <c:pt idx="56613">
                  <c:v>24.5</c:v>
                </c:pt>
                <c:pt idx="56614">
                  <c:v>24.5</c:v>
                </c:pt>
                <c:pt idx="56615">
                  <c:v>24.5</c:v>
                </c:pt>
                <c:pt idx="56616">
                  <c:v>24.5</c:v>
                </c:pt>
                <c:pt idx="56617">
                  <c:v>24.5</c:v>
                </c:pt>
                <c:pt idx="56618">
                  <c:v>24.5</c:v>
                </c:pt>
                <c:pt idx="56619">
                  <c:v>24.5</c:v>
                </c:pt>
                <c:pt idx="56620">
                  <c:v>24.5</c:v>
                </c:pt>
                <c:pt idx="56621">
                  <c:v>24.5</c:v>
                </c:pt>
                <c:pt idx="56622">
                  <c:v>24.5</c:v>
                </c:pt>
                <c:pt idx="56623">
                  <c:v>24.5</c:v>
                </c:pt>
                <c:pt idx="56624">
                  <c:v>24.5</c:v>
                </c:pt>
                <c:pt idx="56625">
                  <c:v>24.5</c:v>
                </c:pt>
                <c:pt idx="56626">
                  <c:v>24.5</c:v>
                </c:pt>
                <c:pt idx="56627">
                  <c:v>24.5</c:v>
                </c:pt>
                <c:pt idx="56628">
                  <c:v>24.5</c:v>
                </c:pt>
                <c:pt idx="56629">
                  <c:v>24.5</c:v>
                </c:pt>
                <c:pt idx="56630">
                  <c:v>24.5</c:v>
                </c:pt>
                <c:pt idx="56631">
                  <c:v>24.5</c:v>
                </c:pt>
                <c:pt idx="56632">
                  <c:v>24.5</c:v>
                </c:pt>
                <c:pt idx="56633">
                  <c:v>24.5</c:v>
                </c:pt>
                <c:pt idx="56634">
                  <c:v>24.5</c:v>
                </c:pt>
                <c:pt idx="56635">
                  <c:v>24.5</c:v>
                </c:pt>
                <c:pt idx="56636">
                  <c:v>24.5</c:v>
                </c:pt>
                <c:pt idx="56637">
                  <c:v>24.5</c:v>
                </c:pt>
                <c:pt idx="56638">
                  <c:v>24.5</c:v>
                </c:pt>
                <c:pt idx="56639">
                  <c:v>24.5</c:v>
                </c:pt>
                <c:pt idx="56640">
                  <c:v>24.5</c:v>
                </c:pt>
                <c:pt idx="56641">
                  <c:v>24.5</c:v>
                </c:pt>
                <c:pt idx="56642">
                  <c:v>24.5</c:v>
                </c:pt>
                <c:pt idx="56643">
                  <c:v>24.5</c:v>
                </c:pt>
                <c:pt idx="56644">
                  <c:v>24.5</c:v>
                </c:pt>
                <c:pt idx="56645">
                  <c:v>24.5</c:v>
                </c:pt>
                <c:pt idx="56646">
                  <c:v>24.5</c:v>
                </c:pt>
                <c:pt idx="56647">
                  <c:v>24.5</c:v>
                </c:pt>
                <c:pt idx="56648">
                  <c:v>24.5</c:v>
                </c:pt>
                <c:pt idx="56649">
                  <c:v>24.5</c:v>
                </c:pt>
                <c:pt idx="56650">
                  <c:v>24.5</c:v>
                </c:pt>
                <c:pt idx="56651">
                  <c:v>24.5</c:v>
                </c:pt>
                <c:pt idx="56652">
                  <c:v>24.5</c:v>
                </c:pt>
                <c:pt idx="56653">
                  <c:v>24.5</c:v>
                </c:pt>
                <c:pt idx="56654">
                  <c:v>24.5</c:v>
                </c:pt>
                <c:pt idx="56655">
                  <c:v>24.5</c:v>
                </c:pt>
                <c:pt idx="56656">
                  <c:v>24.5</c:v>
                </c:pt>
                <c:pt idx="56657">
                  <c:v>24.5</c:v>
                </c:pt>
                <c:pt idx="56658">
                  <c:v>24.5</c:v>
                </c:pt>
                <c:pt idx="56659">
                  <c:v>24.5</c:v>
                </c:pt>
                <c:pt idx="56660">
                  <c:v>24.5</c:v>
                </c:pt>
                <c:pt idx="56661">
                  <c:v>24.5</c:v>
                </c:pt>
                <c:pt idx="56662">
                  <c:v>24.5</c:v>
                </c:pt>
                <c:pt idx="56663">
                  <c:v>24.5</c:v>
                </c:pt>
                <c:pt idx="56664">
                  <c:v>24.5</c:v>
                </c:pt>
                <c:pt idx="56665">
                  <c:v>24.5</c:v>
                </c:pt>
                <c:pt idx="56666">
                  <c:v>24.5</c:v>
                </c:pt>
                <c:pt idx="56667">
                  <c:v>24.5</c:v>
                </c:pt>
                <c:pt idx="56668">
                  <c:v>24.5</c:v>
                </c:pt>
                <c:pt idx="56669">
                  <c:v>24.5</c:v>
                </c:pt>
                <c:pt idx="56670">
                  <c:v>24.5</c:v>
                </c:pt>
                <c:pt idx="56671">
                  <c:v>24.5</c:v>
                </c:pt>
                <c:pt idx="56672">
                  <c:v>24.5</c:v>
                </c:pt>
                <c:pt idx="56673">
                  <c:v>24.5</c:v>
                </c:pt>
                <c:pt idx="56674">
                  <c:v>24.5</c:v>
                </c:pt>
                <c:pt idx="56675">
                  <c:v>24.5</c:v>
                </c:pt>
                <c:pt idx="56676">
                  <c:v>24.5</c:v>
                </c:pt>
                <c:pt idx="56677">
                  <c:v>24.5</c:v>
                </c:pt>
                <c:pt idx="56678">
                  <c:v>24.5</c:v>
                </c:pt>
                <c:pt idx="56679">
                  <c:v>24.5</c:v>
                </c:pt>
                <c:pt idx="56680">
                  <c:v>24.5</c:v>
                </c:pt>
                <c:pt idx="56681">
                  <c:v>24.5</c:v>
                </c:pt>
                <c:pt idx="56682">
                  <c:v>24.5</c:v>
                </c:pt>
                <c:pt idx="56683">
                  <c:v>24.5</c:v>
                </c:pt>
                <c:pt idx="56684">
                  <c:v>24.5</c:v>
                </c:pt>
                <c:pt idx="56685">
                  <c:v>24.55</c:v>
                </c:pt>
                <c:pt idx="56686">
                  <c:v>24.5</c:v>
                </c:pt>
                <c:pt idx="56687">
                  <c:v>24.5</c:v>
                </c:pt>
                <c:pt idx="56688">
                  <c:v>24.5</c:v>
                </c:pt>
                <c:pt idx="56689">
                  <c:v>24.5</c:v>
                </c:pt>
                <c:pt idx="56690">
                  <c:v>24.5</c:v>
                </c:pt>
                <c:pt idx="56691">
                  <c:v>24.5</c:v>
                </c:pt>
                <c:pt idx="56692">
                  <c:v>24.5</c:v>
                </c:pt>
                <c:pt idx="56693">
                  <c:v>24.5</c:v>
                </c:pt>
                <c:pt idx="56694">
                  <c:v>24.5</c:v>
                </c:pt>
                <c:pt idx="56695">
                  <c:v>24.5</c:v>
                </c:pt>
                <c:pt idx="56696">
                  <c:v>24.5</c:v>
                </c:pt>
                <c:pt idx="56697">
                  <c:v>24.5</c:v>
                </c:pt>
                <c:pt idx="56698">
                  <c:v>24.5</c:v>
                </c:pt>
                <c:pt idx="56699">
                  <c:v>24.5</c:v>
                </c:pt>
                <c:pt idx="56700">
                  <c:v>24.5</c:v>
                </c:pt>
                <c:pt idx="56701">
                  <c:v>24.5</c:v>
                </c:pt>
                <c:pt idx="56702">
                  <c:v>24.5</c:v>
                </c:pt>
                <c:pt idx="56703">
                  <c:v>24.5</c:v>
                </c:pt>
                <c:pt idx="56704">
                  <c:v>24.5</c:v>
                </c:pt>
                <c:pt idx="56705">
                  <c:v>24.5</c:v>
                </c:pt>
                <c:pt idx="56706">
                  <c:v>24.5</c:v>
                </c:pt>
                <c:pt idx="56707">
                  <c:v>24.5</c:v>
                </c:pt>
                <c:pt idx="56708">
                  <c:v>24.5</c:v>
                </c:pt>
                <c:pt idx="56709">
                  <c:v>24.5</c:v>
                </c:pt>
                <c:pt idx="56710">
                  <c:v>24.5</c:v>
                </c:pt>
                <c:pt idx="56711">
                  <c:v>24.5</c:v>
                </c:pt>
                <c:pt idx="56712">
                  <c:v>24.5</c:v>
                </c:pt>
                <c:pt idx="56713">
                  <c:v>24.5</c:v>
                </c:pt>
                <c:pt idx="56714">
                  <c:v>24.5</c:v>
                </c:pt>
                <c:pt idx="56715">
                  <c:v>24.5</c:v>
                </c:pt>
                <c:pt idx="56716">
                  <c:v>24.5</c:v>
                </c:pt>
                <c:pt idx="56717">
                  <c:v>24.5</c:v>
                </c:pt>
                <c:pt idx="56718">
                  <c:v>24.5</c:v>
                </c:pt>
                <c:pt idx="56719">
                  <c:v>24.5</c:v>
                </c:pt>
                <c:pt idx="56720">
                  <c:v>24.5</c:v>
                </c:pt>
                <c:pt idx="56721">
                  <c:v>24.5</c:v>
                </c:pt>
                <c:pt idx="56722">
                  <c:v>24.5</c:v>
                </c:pt>
                <c:pt idx="56723">
                  <c:v>24.5</c:v>
                </c:pt>
                <c:pt idx="56724">
                  <c:v>24.5</c:v>
                </c:pt>
                <c:pt idx="56725">
                  <c:v>24.5</c:v>
                </c:pt>
                <c:pt idx="56726">
                  <c:v>24.5</c:v>
                </c:pt>
                <c:pt idx="56727">
                  <c:v>24.5</c:v>
                </c:pt>
                <c:pt idx="56728">
                  <c:v>24.5</c:v>
                </c:pt>
                <c:pt idx="56729">
                  <c:v>24.5</c:v>
                </c:pt>
                <c:pt idx="56730">
                  <c:v>24.5</c:v>
                </c:pt>
                <c:pt idx="56731">
                  <c:v>24.5</c:v>
                </c:pt>
                <c:pt idx="56732">
                  <c:v>24.5</c:v>
                </c:pt>
                <c:pt idx="56733">
                  <c:v>24.5</c:v>
                </c:pt>
                <c:pt idx="56734">
                  <c:v>24.5</c:v>
                </c:pt>
                <c:pt idx="56735">
                  <c:v>24.5</c:v>
                </c:pt>
                <c:pt idx="56736">
                  <c:v>24.5</c:v>
                </c:pt>
                <c:pt idx="56737">
                  <c:v>24.5</c:v>
                </c:pt>
                <c:pt idx="56738">
                  <c:v>24.5</c:v>
                </c:pt>
                <c:pt idx="56739">
                  <c:v>24.5</c:v>
                </c:pt>
                <c:pt idx="56740">
                  <c:v>24.5</c:v>
                </c:pt>
                <c:pt idx="56741">
                  <c:v>24.5</c:v>
                </c:pt>
                <c:pt idx="56742">
                  <c:v>24.5</c:v>
                </c:pt>
                <c:pt idx="56743">
                  <c:v>24.5</c:v>
                </c:pt>
                <c:pt idx="56744">
                  <c:v>24.5</c:v>
                </c:pt>
                <c:pt idx="56745">
                  <c:v>24.5</c:v>
                </c:pt>
                <c:pt idx="56746">
                  <c:v>24.5</c:v>
                </c:pt>
                <c:pt idx="56747">
                  <c:v>24.5</c:v>
                </c:pt>
                <c:pt idx="56748">
                  <c:v>24.5</c:v>
                </c:pt>
                <c:pt idx="56749">
                  <c:v>24.5</c:v>
                </c:pt>
                <c:pt idx="56750">
                  <c:v>24.5</c:v>
                </c:pt>
                <c:pt idx="56751">
                  <c:v>24.5</c:v>
                </c:pt>
                <c:pt idx="56752">
                  <c:v>24.5</c:v>
                </c:pt>
                <c:pt idx="56753">
                  <c:v>24.5</c:v>
                </c:pt>
                <c:pt idx="56754">
                  <c:v>24.5</c:v>
                </c:pt>
                <c:pt idx="56755">
                  <c:v>24.5</c:v>
                </c:pt>
                <c:pt idx="56756">
                  <c:v>24.5</c:v>
                </c:pt>
                <c:pt idx="56757">
                  <c:v>24.5</c:v>
                </c:pt>
                <c:pt idx="56758">
                  <c:v>24.5</c:v>
                </c:pt>
                <c:pt idx="56759">
                  <c:v>24.5</c:v>
                </c:pt>
                <c:pt idx="56760">
                  <c:v>24.5</c:v>
                </c:pt>
                <c:pt idx="56761">
                  <c:v>24.5</c:v>
                </c:pt>
                <c:pt idx="56762">
                  <c:v>24.5</c:v>
                </c:pt>
                <c:pt idx="56763">
                  <c:v>24.5</c:v>
                </c:pt>
                <c:pt idx="56764">
                  <c:v>24.5</c:v>
                </c:pt>
                <c:pt idx="56765">
                  <c:v>24.5</c:v>
                </c:pt>
                <c:pt idx="56766">
                  <c:v>24.5</c:v>
                </c:pt>
                <c:pt idx="56767">
                  <c:v>24.5</c:v>
                </c:pt>
                <c:pt idx="56768">
                  <c:v>24.5</c:v>
                </c:pt>
                <c:pt idx="56769">
                  <c:v>24.5</c:v>
                </c:pt>
                <c:pt idx="56770">
                  <c:v>24.5</c:v>
                </c:pt>
                <c:pt idx="56771">
                  <c:v>24.5</c:v>
                </c:pt>
                <c:pt idx="56772">
                  <c:v>24.5</c:v>
                </c:pt>
                <c:pt idx="56773">
                  <c:v>24.5</c:v>
                </c:pt>
                <c:pt idx="56774">
                  <c:v>24.5</c:v>
                </c:pt>
                <c:pt idx="56775">
                  <c:v>24.5</c:v>
                </c:pt>
                <c:pt idx="56776">
                  <c:v>24.5</c:v>
                </c:pt>
                <c:pt idx="56777">
                  <c:v>24.5</c:v>
                </c:pt>
                <c:pt idx="56778">
                  <c:v>24.5</c:v>
                </c:pt>
                <c:pt idx="56779">
                  <c:v>24.5</c:v>
                </c:pt>
                <c:pt idx="56780">
                  <c:v>24.5</c:v>
                </c:pt>
                <c:pt idx="56781">
                  <c:v>24.5</c:v>
                </c:pt>
                <c:pt idx="56782">
                  <c:v>24.5</c:v>
                </c:pt>
                <c:pt idx="56783">
                  <c:v>24.55</c:v>
                </c:pt>
                <c:pt idx="56784">
                  <c:v>24.5</c:v>
                </c:pt>
                <c:pt idx="56785">
                  <c:v>24.5</c:v>
                </c:pt>
                <c:pt idx="56786">
                  <c:v>24.5</c:v>
                </c:pt>
                <c:pt idx="56787">
                  <c:v>24.5</c:v>
                </c:pt>
                <c:pt idx="56788">
                  <c:v>24.55</c:v>
                </c:pt>
                <c:pt idx="56789">
                  <c:v>24.5</c:v>
                </c:pt>
                <c:pt idx="56790">
                  <c:v>24.5</c:v>
                </c:pt>
                <c:pt idx="56791">
                  <c:v>24.5</c:v>
                </c:pt>
                <c:pt idx="56792">
                  <c:v>24.5</c:v>
                </c:pt>
                <c:pt idx="56793">
                  <c:v>24.5</c:v>
                </c:pt>
                <c:pt idx="56794">
                  <c:v>24.5</c:v>
                </c:pt>
                <c:pt idx="56795">
                  <c:v>24.5</c:v>
                </c:pt>
                <c:pt idx="56796">
                  <c:v>24.5</c:v>
                </c:pt>
                <c:pt idx="56797">
                  <c:v>24.5</c:v>
                </c:pt>
                <c:pt idx="56798">
                  <c:v>24.5</c:v>
                </c:pt>
                <c:pt idx="56799">
                  <c:v>24.5</c:v>
                </c:pt>
                <c:pt idx="56800">
                  <c:v>24.5</c:v>
                </c:pt>
                <c:pt idx="56801">
                  <c:v>24.5</c:v>
                </c:pt>
                <c:pt idx="56802">
                  <c:v>24.5</c:v>
                </c:pt>
                <c:pt idx="56803">
                  <c:v>24.5</c:v>
                </c:pt>
                <c:pt idx="56804">
                  <c:v>24.5</c:v>
                </c:pt>
                <c:pt idx="56805">
                  <c:v>24.5</c:v>
                </c:pt>
                <c:pt idx="56806">
                  <c:v>24.5</c:v>
                </c:pt>
                <c:pt idx="56807">
                  <c:v>24.5</c:v>
                </c:pt>
                <c:pt idx="56808">
                  <c:v>24.5</c:v>
                </c:pt>
                <c:pt idx="56809">
                  <c:v>24.5</c:v>
                </c:pt>
                <c:pt idx="56810">
                  <c:v>24.5</c:v>
                </c:pt>
                <c:pt idx="56811">
                  <c:v>24.5</c:v>
                </c:pt>
                <c:pt idx="56812">
                  <c:v>24.5</c:v>
                </c:pt>
                <c:pt idx="56813">
                  <c:v>24.5</c:v>
                </c:pt>
                <c:pt idx="56814">
                  <c:v>24.5</c:v>
                </c:pt>
                <c:pt idx="56815">
                  <c:v>24.5</c:v>
                </c:pt>
                <c:pt idx="56816">
                  <c:v>24.55</c:v>
                </c:pt>
                <c:pt idx="56817">
                  <c:v>24.5</c:v>
                </c:pt>
                <c:pt idx="56818">
                  <c:v>24.5</c:v>
                </c:pt>
                <c:pt idx="56819">
                  <c:v>24.55</c:v>
                </c:pt>
                <c:pt idx="56820">
                  <c:v>24.5</c:v>
                </c:pt>
                <c:pt idx="56821">
                  <c:v>24.5</c:v>
                </c:pt>
                <c:pt idx="56822">
                  <c:v>24.5</c:v>
                </c:pt>
                <c:pt idx="56823">
                  <c:v>24.5</c:v>
                </c:pt>
                <c:pt idx="56824">
                  <c:v>24.5</c:v>
                </c:pt>
                <c:pt idx="56825">
                  <c:v>24.5</c:v>
                </c:pt>
                <c:pt idx="56826">
                  <c:v>24.5</c:v>
                </c:pt>
                <c:pt idx="56827">
                  <c:v>24.5</c:v>
                </c:pt>
                <c:pt idx="56828">
                  <c:v>24.5</c:v>
                </c:pt>
                <c:pt idx="56829">
                  <c:v>24.5</c:v>
                </c:pt>
                <c:pt idx="56830">
                  <c:v>24.5</c:v>
                </c:pt>
                <c:pt idx="56831">
                  <c:v>24.5</c:v>
                </c:pt>
                <c:pt idx="56832">
                  <c:v>24.5</c:v>
                </c:pt>
                <c:pt idx="56833">
                  <c:v>24.5</c:v>
                </c:pt>
                <c:pt idx="56834">
                  <c:v>24.5</c:v>
                </c:pt>
                <c:pt idx="56835">
                  <c:v>24.5</c:v>
                </c:pt>
                <c:pt idx="56836">
                  <c:v>24.5</c:v>
                </c:pt>
                <c:pt idx="56837">
                  <c:v>24.5</c:v>
                </c:pt>
                <c:pt idx="56838">
                  <c:v>24.5</c:v>
                </c:pt>
                <c:pt idx="56839">
                  <c:v>24.5</c:v>
                </c:pt>
                <c:pt idx="56840">
                  <c:v>24.5</c:v>
                </c:pt>
                <c:pt idx="56841">
                  <c:v>24.5</c:v>
                </c:pt>
                <c:pt idx="56842">
                  <c:v>24.5</c:v>
                </c:pt>
                <c:pt idx="56843">
                  <c:v>24.5</c:v>
                </c:pt>
                <c:pt idx="56844">
                  <c:v>24.5</c:v>
                </c:pt>
                <c:pt idx="56845">
                  <c:v>24.5</c:v>
                </c:pt>
                <c:pt idx="56846">
                  <c:v>24.5</c:v>
                </c:pt>
                <c:pt idx="56847">
                  <c:v>24.5</c:v>
                </c:pt>
                <c:pt idx="56848">
                  <c:v>24.5</c:v>
                </c:pt>
                <c:pt idx="56849">
                  <c:v>24.5</c:v>
                </c:pt>
                <c:pt idx="56850">
                  <c:v>24.5</c:v>
                </c:pt>
                <c:pt idx="56851">
                  <c:v>24.5</c:v>
                </c:pt>
                <c:pt idx="56852">
                  <c:v>24.5</c:v>
                </c:pt>
                <c:pt idx="56853">
                  <c:v>24.5</c:v>
                </c:pt>
                <c:pt idx="56854">
                  <c:v>24.5</c:v>
                </c:pt>
                <c:pt idx="56855">
                  <c:v>24.5</c:v>
                </c:pt>
                <c:pt idx="56856">
                  <c:v>24.5</c:v>
                </c:pt>
                <c:pt idx="56857">
                  <c:v>24.5</c:v>
                </c:pt>
                <c:pt idx="56858">
                  <c:v>24.5</c:v>
                </c:pt>
                <c:pt idx="56859">
                  <c:v>24.5</c:v>
                </c:pt>
                <c:pt idx="56860">
                  <c:v>24.5</c:v>
                </c:pt>
                <c:pt idx="56861">
                  <c:v>24.5</c:v>
                </c:pt>
                <c:pt idx="56862">
                  <c:v>24.5</c:v>
                </c:pt>
                <c:pt idx="56863">
                  <c:v>24.5</c:v>
                </c:pt>
                <c:pt idx="56864">
                  <c:v>24.5</c:v>
                </c:pt>
                <c:pt idx="56865">
                  <c:v>24.5</c:v>
                </c:pt>
                <c:pt idx="56866">
                  <c:v>24.5</c:v>
                </c:pt>
                <c:pt idx="56867">
                  <c:v>24.5</c:v>
                </c:pt>
                <c:pt idx="56868">
                  <c:v>24.5</c:v>
                </c:pt>
                <c:pt idx="56869">
                  <c:v>24.5</c:v>
                </c:pt>
                <c:pt idx="56870">
                  <c:v>24.5</c:v>
                </c:pt>
                <c:pt idx="56871">
                  <c:v>24.5</c:v>
                </c:pt>
                <c:pt idx="56872">
                  <c:v>24.5</c:v>
                </c:pt>
                <c:pt idx="56873">
                  <c:v>24.5</c:v>
                </c:pt>
                <c:pt idx="56874">
                  <c:v>24.5</c:v>
                </c:pt>
                <c:pt idx="56875">
                  <c:v>24.5</c:v>
                </c:pt>
                <c:pt idx="56876">
                  <c:v>24.5</c:v>
                </c:pt>
                <c:pt idx="56877">
                  <c:v>24.5</c:v>
                </c:pt>
                <c:pt idx="56878">
                  <c:v>24.5</c:v>
                </c:pt>
                <c:pt idx="56879">
                  <c:v>24.5</c:v>
                </c:pt>
                <c:pt idx="56880">
                  <c:v>24.5</c:v>
                </c:pt>
                <c:pt idx="56881">
                  <c:v>24.5</c:v>
                </c:pt>
                <c:pt idx="56882">
                  <c:v>24.5</c:v>
                </c:pt>
                <c:pt idx="56883">
                  <c:v>24.5</c:v>
                </c:pt>
                <c:pt idx="56884">
                  <c:v>24.5</c:v>
                </c:pt>
                <c:pt idx="56885">
                  <c:v>24.5</c:v>
                </c:pt>
                <c:pt idx="56886">
                  <c:v>24.5</c:v>
                </c:pt>
                <c:pt idx="56887">
                  <c:v>24.5</c:v>
                </c:pt>
                <c:pt idx="56888">
                  <c:v>24.5</c:v>
                </c:pt>
                <c:pt idx="56889">
                  <c:v>24.5</c:v>
                </c:pt>
                <c:pt idx="56890">
                  <c:v>24.5</c:v>
                </c:pt>
                <c:pt idx="56891">
                  <c:v>24.5</c:v>
                </c:pt>
                <c:pt idx="56892">
                  <c:v>24.5</c:v>
                </c:pt>
                <c:pt idx="56893">
                  <c:v>24.5</c:v>
                </c:pt>
                <c:pt idx="56894">
                  <c:v>24.5</c:v>
                </c:pt>
                <c:pt idx="56895">
                  <c:v>24.5</c:v>
                </c:pt>
                <c:pt idx="56896">
                  <c:v>24.5</c:v>
                </c:pt>
                <c:pt idx="56897">
                  <c:v>24.5</c:v>
                </c:pt>
                <c:pt idx="56898">
                  <c:v>24.5</c:v>
                </c:pt>
                <c:pt idx="56899">
                  <c:v>24.5</c:v>
                </c:pt>
                <c:pt idx="56900">
                  <c:v>24.5</c:v>
                </c:pt>
                <c:pt idx="56901">
                  <c:v>24.5</c:v>
                </c:pt>
                <c:pt idx="56902">
                  <c:v>24.5</c:v>
                </c:pt>
                <c:pt idx="56903">
                  <c:v>24.5</c:v>
                </c:pt>
                <c:pt idx="56904">
                  <c:v>24.5</c:v>
                </c:pt>
                <c:pt idx="56905">
                  <c:v>24.5</c:v>
                </c:pt>
                <c:pt idx="56906">
                  <c:v>24.5</c:v>
                </c:pt>
                <c:pt idx="56907">
                  <c:v>24.5</c:v>
                </c:pt>
                <c:pt idx="56908">
                  <c:v>24.5</c:v>
                </c:pt>
                <c:pt idx="56909">
                  <c:v>24.5</c:v>
                </c:pt>
                <c:pt idx="56910">
                  <c:v>24.5</c:v>
                </c:pt>
                <c:pt idx="56911">
                  <c:v>24.5</c:v>
                </c:pt>
                <c:pt idx="56912">
                  <c:v>24.5</c:v>
                </c:pt>
                <c:pt idx="56913">
                  <c:v>24.5</c:v>
                </c:pt>
                <c:pt idx="56914">
                  <c:v>24.5</c:v>
                </c:pt>
                <c:pt idx="56915">
                  <c:v>24.5</c:v>
                </c:pt>
                <c:pt idx="56916">
                  <c:v>24.5</c:v>
                </c:pt>
                <c:pt idx="56917">
                  <c:v>24.5</c:v>
                </c:pt>
                <c:pt idx="56918">
                  <c:v>24.5</c:v>
                </c:pt>
                <c:pt idx="56919">
                  <c:v>24.5</c:v>
                </c:pt>
                <c:pt idx="56920">
                  <c:v>24.5</c:v>
                </c:pt>
                <c:pt idx="56921">
                  <c:v>24.5</c:v>
                </c:pt>
                <c:pt idx="56922">
                  <c:v>24.5</c:v>
                </c:pt>
                <c:pt idx="56923">
                  <c:v>24.5</c:v>
                </c:pt>
                <c:pt idx="56924">
                  <c:v>24.5</c:v>
                </c:pt>
                <c:pt idx="56925">
                  <c:v>24.5</c:v>
                </c:pt>
                <c:pt idx="56926">
                  <c:v>24.5</c:v>
                </c:pt>
                <c:pt idx="56927">
                  <c:v>24.5</c:v>
                </c:pt>
                <c:pt idx="56928">
                  <c:v>24.5</c:v>
                </c:pt>
                <c:pt idx="56929">
                  <c:v>24.5</c:v>
                </c:pt>
                <c:pt idx="56930">
                  <c:v>24.5</c:v>
                </c:pt>
                <c:pt idx="56931">
                  <c:v>24.5</c:v>
                </c:pt>
                <c:pt idx="56932">
                  <c:v>24.5</c:v>
                </c:pt>
                <c:pt idx="56933">
                  <c:v>24.5</c:v>
                </c:pt>
                <c:pt idx="56934">
                  <c:v>24.5</c:v>
                </c:pt>
                <c:pt idx="56935">
                  <c:v>24.5</c:v>
                </c:pt>
                <c:pt idx="56936">
                  <c:v>24.5</c:v>
                </c:pt>
                <c:pt idx="56937">
                  <c:v>24.5</c:v>
                </c:pt>
                <c:pt idx="56938">
                  <c:v>24.5</c:v>
                </c:pt>
                <c:pt idx="56939">
                  <c:v>24.5</c:v>
                </c:pt>
                <c:pt idx="56940">
                  <c:v>24.5</c:v>
                </c:pt>
                <c:pt idx="56941">
                  <c:v>24.5</c:v>
                </c:pt>
                <c:pt idx="56942">
                  <c:v>24.5</c:v>
                </c:pt>
                <c:pt idx="56943">
                  <c:v>24.5</c:v>
                </c:pt>
                <c:pt idx="56944">
                  <c:v>24.5</c:v>
                </c:pt>
                <c:pt idx="56945">
                  <c:v>24.5</c:v>
                </c:pt>
                <c:pt idx="56946">
                  <c:v>24.5</c:v>
                </c:pt>
                <c:pt idx="56947">
                  <c:v>24.5</c:v>
                </c:pt>
                <c:pt idx="56948">
                  <c:v>24.5</c:v>
                </c:pt>
                <c:pt idx="56949">
                  <c:v>24.5</c:v>
                </c:pt>
                <c:pt idx="56950">
                  <c:v>24.5</c:v>
                </c:pt>
                <c:pt idx="56951">
                  <c:v>24.5</c:v>
                </c:pt>
                <c:pt idx="56952">
                  <c:v>24.5</c:v>
                </c:pt>
                <c:pt idx="56953">
                  <c:v>24.5</c:v>
                </c:pt>
                <c:pt idx="56954">
                  <c:v>24.5</c:v>
                </c:pt>
                <c:pt idx="56955">
                  <c:v>24.5</c:v>
                </c:pt>
                <c:pt idx="56956">
                  <c:v>24.5</c:v>
                </c:pt>
                <c:pt idx="56957">
                  <c:v>24.5</c:v>
                </c:pt>
                <c:pt idx="56958">
                  <c:v>24.5</c:v>
                </c:pt>
                <c:pt idx="56959">
                  <c:v>24.5</c:v>
                </c:pt>
                <c:pt idx="56960">
                  <c:v>24.5</c:v>
                </c:pt>
                <c:pt idx="56961">
                  <c:v>24.5</c:v>
                </c:pt>
                <c:pt idx="56962">
                  <c:v>24.5</c:v>
                </c:pt>
                <c:pt idx="56963">
                  <c:v>24.5</c:v>
                </c:pt>
                <c:pt idx="56964">
                  <c:v>24.5</c:v>
                </c:pt>
                <c:pt idx="56965">
                  <c:v>24.5</c:v>
                </c:pt>
                <c:pt idx="56966">
                  <c:v>24.5</c:v>
                </c:pt>
                <c:pt idx="56967">
                  <c:v>24.5</c:v>
                </c:pt>
                <c:pt idx="56968">
                  <c:v>24.5</c:v>
                </c:pt>
                <c:pt idx="56969">
                  <c:v>24.5</c:v>
                </c:pt>
                <c:pt idx="56970">
                  <c:v>24.5</c:v>
                </c:pt>
                <c:pt idx="56971">
                  <c:v>24.5</c:v>
                </c:pt>
                <c:pt idx="56972">
                  <c:v>24.5</c:v>
                </c:pt>
                <c:pt idx="56973">
                  <c:v>24.5</c:v>
                </c:pt>
                <c:pt idx="56974">
                  <c:v>24.5</c:v>
                </c:pt>
                <c:pt idx="56975">
                  <c:v>24.5</c:v>
                </c:pt>
                <c:pt idx="56976">
                  <c:v>24.5</c:v>
                </c:pt>
                <c:pt idx="56977">
                  <c:v>24.5</c:v>
                </c:pt>
                <c:pt idx="56978">
                  <c:v>24.5</c:v>
                </c:pt>
                <c:pt idx="56979">
                  <c:v>24.5</c:v>
                </c:pt>
                <c:pt idx="56980">
                  <c:v>24.5</c:v>
                </c:pt>
                <c:pt idx="56981">
                  <c:v>24.5</c:v>
                </c:pt>
                <c:pt idx="56982">
                  <c:v>24.5</c:v>
                </c:pt>
                <c:pt idx="56983">
                  <c:v>24.5</c:v>
                </c:pt>
                <c:pt idx="56984">
                  <c:v>24.5</c:v>
                </c:pt>
                <c:pt idx="56985">
                  <c:v>24.5</c:v>
                </c:pt>
                <c:pt idx="56986">
                  <c:v>24.5</c:v>
                </c:pt>
                <c:pt idx="56987">
                  <c:v>24.55</c:v>
                </c:pt>
                <c:pt idx="56988">
                  <c:v>24.5</c:v>
                </c:pt>
                <c:pt idx="56989">
                  <c:v>24.5</c:v>
                </c:pt>
                <c:pt idx="56990">
                  <c:v>24.5</c:v>
                </c:pt>
                <c:pt idx="56991">
                  <c:v>24.5</c:v>
                </c:pt>
                <c:pt idx="56992">
                  <c:v>24.5</c:v>
                </c:pt>
                <c:pt idx="56993">
                  <c:v>24.5</c:v>
                </c:pt>
                <c:pt idx="56994">
                  <c:v>24.5</c:v>
                </c:pt>
                <c:pt idx="56995">
                  <c:v>24.5</c:v>
                </c:pt>
                <c:pt idx="56996">
                  <c:v>24.5</c:v>
                </c:pt>
                <c:pt idx="56997">
                  <c:v>24.5</c:v>
                </c:pt>
                <c:pt idx="56998">
                  <c:v>24.5</c:v>
                </c:pt>
                <c:pt idx="56999">
                  <c:v>24.55</c:v>
                </c:pt>
                <c:pt idx="57000">
                  <c:v>24.5</c:v>
                </c:pt>
                <c:pt idx="57001">
                  <c:v>24.55</c:v>
                </c:pt>
                <c:pt idx="57002">
                  <c:v>24.5</c:v>
                </c:pt>
                <c:pt idx="57003">
                  <c:v>24.5</c:v>
                </c:pt>
                <c:pt idx="57004">
                  <c:v>24.55</c:v>
                </c:pt>
                <c:pt idx="57005">
                  <c:v>24.5</c:v>
                </c:pt>
                <c:pt idx="57006">
                  <c:v>24.5</c:v>
                </c:pt>
                <c:pt idx="57007">
                  <c:v>24.5</c:v>
                </c:pt>
                <c:pt idx="57008">
                  <c:v>24.5</c:v>
                </c:pt>
                <c:pt idx="57009">
                  <c:v>24.5</c:v>
                </c:pt>
                <c:pt idx="57010">
                  <c:v>24.5</c:v>
                </c:pt>
                <c:pt idx="57011">
                  <c:v>24.5</c:v>
                </c:pt>
                <c:pt idx="57012">
                  <c:v>24.5</c:v>
                </c:pt>
                <c:pt idx="57013">
                  <c:v>24.5</c:v>
                </c:pt>
                <c:pt idx="57014">
                  <c:v>24.5</c:v>
                </c:pt>
                <c:pt idx="57015">
                  <c:v>24.5</c:v>
                </c:pt>
                <c:pt idx="57016">
                  <c:v>24.5</c:v>
                </c:pt>
                <c:pt idx="57017">
                  <c:v>24.5</c:v>
                </c:pt>
                <c:pt idx="57018">
                  <c:v>24.5</c:v>
                </c:pt>
                <c:pt idx="57019">
                  <c:v>24.5</c:v>
                </c:pt>
                <c:pt idx="57020">
                  <c:v>24.5</c:v>
                </c:pt>
                <c:pt idx="57021">
                  <c:v>24.5</c:v>
                </c:pt>
                <c:pt idx="57022">
                  <c:v>24.5</c:v>
                </c:pt>
                <c:pt idx="57023">
                  <c:v>24.5</c:v>
                </c:pt>
                <c:pt idx="57024">
                  <c:v>24.5</c:v>
                </c:pt>
                <c:pt idx="57025">
                  <c:v>24.5</c:v>
                </c:pt>
                <c:pt idx="57026">
                  <c:v>24.5</c:v>
                </c:pt>
                <c:pt idx="57027">
                  <c:v>24.5</c:v>
                </c:pt>
                <c:pt idx="57028">
                  <c:v>24.5</c:v>
                </c:pt>
                <c:pt idx="57029">
                  <c:v>24.5</c:v>
                </c:pt>
                <c:pt idx="57030">
                  <c:v>24.5</c:v>
                </c:pt>
                <c:pt idx="57031">
                  <c:v>24.5</c:v>
                </c:pt>
                <c:pt idx="57032">
                  <c:v>24.5</c:v>
                </c:pt>
                <c:pt idx="57033">
                  <c:v>24.5</c:v>
                </c:pt>
                <c:pt idx="57034">
                  <c:v>24.5</c:v>
                </c:pt>
                <c:pt idx="57035">
                  <c:v>24.5</c:v>
                </c:pt>
                <c:pt idx="57036">
                  <c:v>24.5</c:v>
                </c:pt>
                <c:pt idx="57037">
                  <c:v>24.5</c:v>
                </c:pt>
                <c:pt idx="57038">
                  <c:v>24.5</c:v>
                </c:pt>
                <c:pt idx="57039">
                  <c:v>24.5</c:v>
                </c:pt>
                <c:pt idx="57040">
                  <c:v>24.5</c:v>
                </c:pt>
                <c:pt idx="57041">
                  <c:v>24.5</c:v>
                </c:pt>
                <c:pt idx="57042">
                  <c:v>24.5</c:v>
                </c:pt>
                <c:pt idx="57043">
                  <c:v>24.5</c:v>
                </c:pt>
                <c:pt idx="57044">
                  <c:v>24.5</c:v>
                </c:pt>
                <c:pt idx="57045">
                  <c:v>24.5</c:v>
                </c:pt>
                <c:pt idx="57046">
                  <c:v>24.5</c:v>
                </c:pt>
                <c:pt idx="57047">
                  <c:v>24.5</c:v>
                </c:pt>
                <c:pt idx="57048">
                  <c:v>24.5</c:v>
                </c:pt>
                <c:pt idx="57049">
                  <c:v>24.5</c:v>
                </c:pt>
                <c:pt idx="57050">
                  <c:v>24.5</c:v>
                </c:pt>
                <c:pt idx="57051">
                  <c:v>24.5</c:v>
                </c:pt>
                <c:pt idx="57052">
                  <c:v>24.55</c:v>
                </c:pt>
                <c:pt idx="57053">
                  <c:v>24.55</c:v>
                </c:pt>
                <c:pt idx="57054">
                  <c:v>24.5</c:v>
                </c:pt>
                <c:pt idx="57055">
                  <c:v>24.5</c:v>
                </c:pt>
                <c:pt idx="57056">
                  <c:v>24.5</c:v>
                </c:pt>
                <c:pt idx="57057">
                  <c:v>24.5</c:v>
                </c:pt>
                <c:pt idx="57058">
                  <c:v>24.5</c:v>
                </c:pt>
                <c:pt idx="57059">
                  <c:v>24.5</c:v>
                </c:pt>
                <c:pt idx="57060">
                  <c:v>24.5</c:v>
                </c:pt>
                <c:pt idx="57061">
                  <c:v>24.5</c:v>
                </c:pt>
                <c:pt idx="57062">
                  <c:v>24.5</c:v>
                </c:pt>
                <c:pt idx="57063">
                  <c:v>24.5</c:v>
                </c:pt>
                <c:pt idx="57064">
                  <c:v>24.5</c:v>
                </c:pt>
                <c:pt idx="57065">
                  <c:v>24.5</c:v>
                </c:pt>
                <c:pt idx="57066">
                  <c:v>24.5</c:v>
                </c:pt>
                <c:pt idx="57067">
                  <c:v>24.5</c:v>
                </c:pt>
                <c:pt idx="57068">
                  <c:v>24.5</c:v>
                </c:pt>
                <c:pt idx="57069">
                  <c:v>24.5</c:v>
                </c:pt>
                <c:pt idx="57070">
                  <c:v>24.5</c:v>
                </c:pt>
                <c:pt idx="57071">
                  <c:v>24.5</c:v>
                </c:pt>
                <c:pt idx="57072">
                  <c:v>24.5</c:v>
                </c:pt>
                <c:pt idx="57073">
                  <c:v>24.5</c:v>
                </c:pt>
                <c:pt idx="57074">
                  <c:v>24.5</c:v>
                </c:pt>
                <c:pt idx="57075">
                  <c:v>24.5</c:v>
                </c:pt>
                <c:pt idx="57076">
                  <c:v>24.5</c:v>
                </c:pt>
                <c:pt idx="57077">
                  <c:v>24.5</c:v>
                </c:pt>
                <c:pt idx="57078">
                  <c:v>24.5</c:v>
                </c:pt>
                <c:pt idx="57079">
                  <c:v>24.5</c:v>
                </c:pt>
                <c:pt idx="57080">
                  <c:v>24.5</c:v>
                </c:pt>
                <c:pt idx="57081">
                  <c:v>24.5</c:v>
                </c:pt>
                <c:pt idx="57082">
                  <c:v>24.5</c:v>
                </c:pt>
                <c:pt idx="57083">
                  <c:v>24.5</c:v>
                </c:pt>
                <c:pt idx="57084">
                  <c:v>24.5</c:v>
                </c:pt>
                <c:pt idx="57085">
                  <c:v>24.5</c:v>
                </c:pt>
                <c:pt idx="57086">
                  <c:v>24.5</c:v>
                </c:pt>
                <c:pt idx="57087">
                  <c:v>24.5</c:v>
                </c:pt>
                <c:pt idx="57088">
                  <c:v>24.5</c:v>
                </c:pt>
                <c:pt idx="57089">
                  <c:v>24.5</c:v>
                </c:pt>
                <c:pt idx="57090">
                  <c:v>24.5</c:v>
                </c:pt>
                <c:pt idx="57091">
                  <c:v>24.5</c:v>
                </c:pt>
                <c:pt idx="57092">
                  <c:v>24.5</c:v>
                </c:pt>
                <c:pt idx="57093">
                  <c:v>24.5</c:v>
                </c:pt>
                <c:pt idx="57094">
                  <c:v>24.5</c:v>
                </c:pt>
                <c:pt idx="57095">
                  <c:v>24.5</c:v>
                </c:pt>
                <c:pt idx="57096">
                  <c:v>24.5</c:v>
                </c:pt>
                <c:pt idx="57097">
                  <c:v>24.5</c:v>
                </c:pt>
                <c:pt idx="57098">
                  <c:v>24.5</c:v>
                </c:pt>
                <c:pt idx="57099">
                  <c:v>24.5</c:v>
                </c:pt>
                <c:pt idx="57100">
                  <c:v>24.5</c:v>
                </c:pt>
                <c:pt idx="57101">
                  <c:v>24.5</c:v>
                </c:pt>
                <c:pt idx="57102">
                  <c:v>24.5</c:v>
                </c:pt>
                <c:pt idx="57103">
                  <c:v>24.5</c:v>
                </c:pt>
                <c:pt idx="57104">
                  <c:v>24.5</c:v>
                </c:pt>
                <c:pt idx="57105">
                  <c:v>24.5</c:v>
                </c:pt>
                <c:pt idx="57106">
                  <c:v>24.5</c:v>
                </c:pt>
                <c:pt idx="57107">
                  <c:v>24.5</c:v>
                </c:pt>
                <c:pt idx="57108">
                  <c:v>24.5</c:v>
                </c:pt>
                <c:pt idx="57109">
                  <c:v>24.5</c:v>
                </c:pt>
                <c:pt idx="57110">
                  <c:v>24.5</c:v>
                </c:pt>
                <c:pt idx="57111">
                  <c:v>24.5</c:v>
                </c:pt>
                <c:pt idx="57112">
                  <c:v>24.5</c:v>
                </c:pt>
                <c:pt idx="57113">
                  <c:v>24.5</c:v>
                </c:pt>
                <c:pt idx="57114">
                  <c:v>24.5</c:v>
                </c:pt>
                <c:pt idx="57115">
                  <c:v>24.5</c:v>
                </c:pt>
                <c:pt idx="57116">
                  <c:v>24.5</c:v>
                </c:pt>
                <c:pt idx="57117">
                  <c:v>24.5</c:v>
                </c:pt>
                <c:pt idx="57118">
                  <c:v>24.5</c:v>
                </c:pt>
                <c:pt idx="57119">
                  <c:v>24.5</c:v>
                </c:pt>
                <c:pt idx="57120">
                  <c:v>24.5</c:v>
                </c:pt>
                <c:pt idx="57121">
                  <c:v>24.5</c:v>
                </c:pt>
                <c:pt idx="57122">
                  <c:v>24.5</c:v>
                </c:pt>
                <c:pt idx="57123">
                  <c:v>24.5</c:v>
                </c:pt>
                <c:pt idx="57124">
                  <c:v>24.5</c:v>
                </c:pt>
                <c:pt idx="57125">
                  <c:v>24.5</c:v>
                </c:pt>
                <c:pt idx="57126">
                  <c:v>24.5</c:v>
                </c:pt>
                <c:pt idx="57127">
                  <c:v>24.5</c:v>
                </c:pt>
                <c:pt idx="57128">
                  <c:v>24.5</c:v>
                </c:pt>
                <c:pt idx="57129">
                  <c:v>24.5</c:v>
                </c:pt>
                <c:pt idx="57130">
                  <c:v>24.5</c:v>
                </c:pt>
                <c:pt idx="57131">
                  <c:v>24.5</c:v>
                </c:pt>
                <c:pt idx="57132">
                  <c:v>24.5</c:v>
                </c:pt>
                <c:pt idx="57133">
                  <c:v>24.5</c:v>
                </c:pt>
                <c:pt idx="57134">
                  <c:v>24.5</c:v>
                </c:pt>
                <c:pt idx="57135">
                  <c:v>24.5</c:v>
                </c:pt>
                <c:pt idx="57136">
                  <c:v>24.5</c:v>
                </c:pt>
                <c:pt idx="57137">
                  <c:v>24.5</c:v>
                </c:pt>
                <c:pt idx="57138">
                  <c:v>24.5</c:v>
                </c:pt>
                <c:pt idx="57139">
                  <c:v>24.5</c:v>
                </c:pt>
                <c:pt idx="57140">
                  <c:v>24.5</c:v>
                </c:pt>
                <c:pt idx="57141">
                  <c:v>24.5</c:v>
                </c:pt>
                <c:pt idx="57142">
                  <c:v>24.5</c:v>
                </c:pt>
                <c:pt idx="57143">
                  <c:v>24.5</c:v>
                </c:pt>
                <c:pt idx="57144">
                  <c:v>24.5</c:v>
                </c:pt>
                <c:pt idx="57145">
                  <c:v>24.5</c:v>
                </c:pt>
                <c:pt idx="57146">
                  <c:v>24.5</c:v>
                </c:pt>
                <c:pt idx="57147">
                  <c:v>24.5</c:v>
                </c:pt>
                <c:pt idx="57148">
                  <c:v>24.5</c:v>
                </c:pt>
                <c:pt idx="57149">
                  <c:v>24.5</c:v>
                </c:pt>
                <c:pt idx="57150">
                  <c:v>24.5</c:v>
                </c:pt>
                <c:pt idx="57151">
                  <c:v>24.5</c:v>
                </c:pt>
                <c:pt idx="57152">
                  <c:v>24.5</c:v>
                </c:pt>
                <c:pt idx="57153">
                  <c:v>24.5</c:v>
                </c:pt>
                <c:pt idx="57154">
                  <c:v>24.5</c:v>
                </c:pt>
                <c:pt idx="57155">
                  <c:v>24.5</c:v>
                </c:pt>
                <c:pt idx="57156">
                  <c:v>24.5</c:v>
                </c:pt>
                <c:pt idx="57157">
                  <c:v>24.5</c:v>
                </c:pt>
                <c:pt idx="57158">
                  <c:v>24.5</c:v>
                </c:pt>
                <c:pt idx="57159">
                  <c:v>24.5</c:v>
                </c:pt>
                <c:pt idx="57160">
                  <c:v>24.5</c:v>
                </c:pt>
                <c:pt idx="57161">
                  <c:v>24.5</c:v>
                </c:pt>
                <c:pt idx="57162">
                  <c:v>24.5</c:v>
                </c:pt>
                <c:pt idx="57163">
                  <c:v>24.5</c:v>
                </c:pt>
                <c:pt idx="57164">
                  <c:v>24.5</c:v>
                </c:pt>
                <c:pt idx="57165">
                  <c:v>24.5</c:v>
                </c:pt>
                <c:pt idx="57166">
                  <c:v>24.5</c:v>
                </c:pt>
                <c:pt idx="57167">
                  <c:v>24.5</c:v>
                </c:pt>
                <c:pt idx="57168">
                  <c:v>24.5</c:v>
                </c:pt>
                <c:pt idx="57169">
                  <c:v>24.5</c:v>
                </c:pt>
                <c:pt idx="57170">
                  <c:v>24.5</c:v>
                </c:pt>
                <c:pt idx="57171">
                  <c:v>24.5</c:v>
                </c:pt>
                <c:pt idx="57172">
                  <c:v>24.5</c:v>
                </c:pt>
                <c:pt idx="57173">
                  <c:v>24.5</c:v>
                </c:pt>
                <c:pt idx="57174">
                  <c:v>24.5</c:v>
                </c:pt>
                <c:pt idx="57175">
                  <c:v>24.5</c:v>
                </c:pt>
                <c:pt idx="57176">
                  <c:v>24.5</c:v>
                </c:pt>
                <c:pt idx="57177">
                  <c:v>24.5</c:v>
                </c:pt>
                <c:pt idx="57178">
                  <c:v>24.5</c:v>
                </c:pt>
                <c:pt idx="57179">
                  <c:v>24.5</c:v>
                </c:pt>
                <c:pt idx="57180">
                  <c:v>24.5</c:v>
                </c:pt>
                <c:pt idx="57181">
                  <c:v>24.5</c:v>
                </c:pt>
                <c:pt idx="57182">
                  <c:v>24.5</c:v>
                </c:pt>
                <c:pt idx="57183">
                  <c:v>24.5</c:v>
                </c:pt>
                <c:pt idx="57184">
                  <c:v>24.5</c:v>
                </c:pt>
                <c:pt idx="57185">
                  <c:v>24.5</c:v>
                </c:pt>
                <c:pt idx="57186">
                  <c:v>24.5</c:v>
                </c:pt>
                <c:pt idx="57187">
                  <c:v>24.5</c:v>
                </c:pt>
                <c:pt idx="57188">
                  <c:v>24.5</c:v>
                </c:pt>
                <c:pt idx="57189">
                  <c:v>24.5</c:v>
                </c:pt>
                <c:pt idx="57190">
                  <c:v>24.5</c:v>
                </c:pt>
                <c:pt idx="57191">
                  <c:v>24.5</c:v>
                </c:pt>
                <c:pt idx="57192">
                  <c:v>24.5</c:v>
                </c:pt>
                <c:pt idx="57193">
                  <c:v>24.5</c:v>
                </c:pt>
                <c:pt idx="57194">
                  <c:v>24.5</c:v>
                </c:pt>
                <c:pt idx="57195">
                  <c:v>24.5</c:v>
                </c:pt>
                <c:pt idx="57196">
                  <c:v>24.5</c:v>
                </c:pt>
                <c:pt idx="57197">
                  <c:v>24.5</c:v>
                </c:pt>
                <c:pt idx="57198">
                  <c:v>24.5</c:v>
                </c:pt>
                <c:pt idx="57199">
                  <c:v>24.5</c:v>
                </c:pt>
                <c:pt idx="57200">
                  <c:v>24.5</c:v>
                </c:pt>
                <c:pt idx="57201">
                  <c:v>24.5</c:v>
                </c:pt>
                <c:pt idx="57202">
                  <c:v>24.5</c:v>
                </c:pt>
                <c:pt idx="57203">
                  <c:v>24.5</c:v>
                </c:pt>
                <c:pt idx="57204">
                  <c:v>24.5</c:v>
                </c:pt>
                <c:pt idx="57205">
                  <c:v>24.5</c:v>
                </c:pt>
                <c:pt idx="57206">
                  <c:v>24.5</c:v>
                </c:pt>
                <c:pt idx="57207">
                  <c:v>24.5</c:v>
                </c:pt>
                <c:pt idx="57208">
                  <c:v>24.5</c:v>
                </c:pt>
                <c:pt idx="57209">
                  <c:v>24.5</c:v>
                </c:pt>
                <c:pt idx="57210">
                  <c:v>24.5</c:v>
                </c:pt>
                <c:pt idx="57211">
                  <c:v>24.5</c:v>
                </c:pt>
                <c:pt idx="57212">
                  <c:v>24.5</c:v>
                </c:pt>
                <c:pt idx="57213">
                  <c:v>24.5</c:v>
                </c:pt>
                <c:pt idx="57214">
                  <c:v>24.5</c:v>
                </c:pt>
                <c:pt idx="57215">
                  <c:v>24.5</c:v>
                </c:pt>
                <c:pt idx="57216">
                  <c:v>24.5</c:v>
                </c:pt>
                <c:pt idx="57217">
                  <c:v>24.5</c:v>
                </c:pt>
                <c:pt idx="57218">
                  <c:v>24.5</c:v>
                </c:pt>
                <c:pt idx="57219">
                  <c:v>24.5</c:v>
                </c:pt>
                <c:pt idx="57220">
                  <c:v>24.5</c:v>
                </c:pt>
                <c:pt idx="57221">
                  <c:v>24.5</c:v>
                </c:pt>
                <c:pt idx="57222">
                  <c:v>24.5</c:v>
                </c:pt>
                <c:pt idx="57223">
                  <c:v>24.5</c:v>
                </c:pt>
                <c:pt idx="57224">
                  <c:v>24.5</c:v>
                </c:pt>
                <c:pt idx="57225">
                  <c:v>24.5</c:v>
                </c:pt>
                <c:pt idx="57226">
                  <c:v>24.5</c:v>
                </c:pt>
                <c:pt idx="57227">
                  <c:v>24.5</c:v>
                </c:pt>
                <c:pt idx="57228">
                  <c:v>24.5</c:v>
                </c:pt>
                <c:pt idx="57229">
                  <c:v>24.5</c:v>
                </c:pt>
                <c:pt idx="57230">
                  <c:v>24.5</c:v>
                </c:pt>
                <c:pt idx="57231">
                  <c:v>24.5</c:v>
                </c:pt>
                <c:pt idx="57232">
                  <c:v>24.5</c:v>
                </c:pt>
                <c:pt idx="57233">
                  <c:v>24.5</c:v>
                </c:pt>
                <c:pt idx="57234">
                  <c:v>24.5</c:v>
                </c:pt>
                <c:pt idx="57235">
                  <c:v>24.5</c:v>
                </c:pt>
                <c:pt idx="57236">
                  <c:v>24.5</c:v>
                </c:pt>
                <c:pt idx="57237">
                  <c:v>24.5</c:v>
                </c:pt>
                <c:pt idx="57238">
                  <c:v>24.5</c:v>
                </c:pt>
                <c:pt idx="57239">
                  <c:v>24.5</c:v>
                </c:pt>
                <c:pt idx="57240">
                  <c:v>24.5</c:v>
                </c:pt>
                <c:pt idx="57241">
                  <c:v>24.5</c:v>
                </c:pt>
                <c:pt idx="57242">
                  <c:v>24.5</c:v>
                </c:pt>
                <c:pt idx="57243">
                  <c:v>24.5</c:v>
                </c:pt>
                <c:pt idx="57244">
                  <c:v>24.5</c:v>
                </c:pt>
                <c:pt idx="57245">
                  <c:v>24.5</c:v>
                </c:pt>
                <c:pt idx="57246">
                  <c:v>24.5</c:v>
                </c:pt>
                <c:pt idx="57247">
                  <c:v>24.5</c:v>
                </c:pt>
                <c:pt idx="57248">
                  <c:v>24.5</c:v>
                </c:pt>
                <c:pt idx="57249">
                  <c:v>24.5</c:v>
                </c:pt>
                <c:pt idx="57250">
                  <c:v>24.5</c:v>
                </c:pt>
                <c:pt idx="57251">
                  <c:v>24.5</c:v>
                </c:pt>
                <c:pt idx="57252">
                  <c:v>24.5</c:v>
                </c:pt>
                <c:pt idx="57253">
                  <c:v>24.5</c:v>
                </c:pt>
                <c:pt idx="57254">
                  <c:v>24.5</c:v>
                </c:pt>
                <c:pt idx="57255">
                  <c:v>24.5</c:v>
                </c:pt>
                <c:pt idx="57256">
                  <c:v>24.5</c:v>
                </c:pt>
                <c:pt idx="57257">
                  <c:v>24.5</c:v>
                </c:pt>
                <c:pt idx="57258">
                  <c:v>24.5</c:v>
                </c:pt>
                <c:pt idx="57259">
                  <c:v>24.5</c:v>
                </c:pt>
                <c:pt idx="57260">
                  <c:v>24.5</c:v>
                </c:pt>
                <c:pt idx="57261">
                  <c:v>24.5</c:v>
                </c:pt>
                <c:pt idx="57262">
                  <c:v>24.5</c:v>
                </c:pt>
                <c:pt idx="57263">
                  <c:v>24.5</c:v>
                </c:pt>
                <c:pt idx="57264">
                  <c:v>24.5</c:v>
                </c:pt>
                <c:pt idx="57265">
                  <c:v>24.5</c:v>
                </c:pt>
                <c:pt idx="57266">
                  <c:v>24.5</c:v>
                </c:pt>
                <c:pt idx="57267">
                  <c:v>24.5</c:v>
                </c:pt>
                <c:pt idx="57268">
                  <c:v>24.5</c:v>
                </c:pt>
                <c:pt idx="57269">
                  <c:v>24.5</c:v>
                </c:pt>
                <c:pt idx="57270">
                  <c:v>24.5</c:v>
                </c:pt>
                <c:pt idx="57271">
                  <c:v>24.5</c:v>
                </c:pt>
                <c:pt idx="57272">
                  <c:v>24.5</c:v>
                </c:pt>
                <c:pt idx="57273">
                  <c:v>24.5</c:v>
                </c:pt>
                <c:pt idx="57274">
                  <c:v>24.5</c:v>
                </c:pt>
                <c:pt idx="57275">
                  <c:v>24.5</c:v>
                </c:pt>
                <c:pt idx="57276">
                  <c:v>24.5</c:v>
                </c:pt>
                <c:pt idx="57277">
                  <c:v>24.5</c:v>
                </c:pt>
                <c:pt idx="57278">
                  <c:v>24.5</c:v>
                </c:pt>
                <c:pt idx="57279">
                  <c:v>24.5</c:v>
                </c:pt>
                <c:pt idx="57280">
                  <c:v>24.5</c:v>
                </c:pt>
                <c:pt idx="57281">
                  <c:v>24.5</c:v>
                </c:pt>
                <c:pt idx="57282">
                  <c:v>24.5</c:v>
                </c:pt>
                <c:pt idx="57283">
                  <c:v>24.5</c:v>
                </c:pt>
                <c:pt idx="57284">
                  <c:v>24.5</c:v>
                </c:pt>
                <c:pt idx="57285">
                  <c:v>24.5</c:v>
                </c:pt>
                <c:pt idx="57286">
                  <c:v>24.5</c:v>
                </c:pt>
                <c:pt idx="57287">
                  <c:v>24.5</c:v>
                </c:pt>
                <c:pt idx="57288">
                  <c:v>24.5</c:v>
                </c:pt>
                <c:pt idx="57289">
                  <c:v>24.5</c:v>
                </c:pt>
                <c:pt idx="57290">
                  <c:v>24.5</c:v>
                </c:pt>
                <c:pt idx="57291">
                  <c:v>24.5</c:v>
                </c:pt>
                <c:pt idx="57292">
                  <c:v>24.5</c:v>
                </c:pt>
                <c:pt idx="57293">
                  <c:v>24.5</c:v>
                </c:pt>
                <c:pt idx="57294">
                  <c:v>24.5</c:v>
                </c:pt>
                <c:pt idx="57295">
                  <c:v>24.5</c:v>
                </c:pt>
                <c:pt idx="57296">
                  <c:v>24.5</c:v>
                </c:pt>
                <c:pt idx="57297">
                  <c:v>24.5</c:v>
                </c:pt>
                <c:pt idx="57298">
                  <c:v>24.5</c:v>
                </c:pt>
                <c:pt idx="57299">
                  <c:v>24.5</c:v>
                </c:pt>
                <c:pt idx="57300">
                  <c:v>24.5</c:v>
                </c:pt>
                <c:pt idx="57301">
                  <c:v>24.5</c:v>
                </c:pt>
                <c:pt idx="57302">
                  <c:v>24.5</c:v>
                </c:pt>
                <c:pt idx="57303">
                  <c:v>24.5</c:v>
                </c:pt>
                <c:pt idx="57304">
                  <c:v>24.5</c:v>
                </c:pt>
                <c:pt idx="57305">
                  <c:v>24.5</c:v>
                </c:pt>
                <c:pt idx="57306">
                  <c:v>24.5</c:v>
                </c:pt>
                <c:pt idx="57307">
                  <c:v>24.5</c:v>
                </c:pt>
                <c:pt idx="57308">
                  <c:v>24.5</c:v>
                </c:pt>
                <c:pt idx="57309">
                  <c:v>24.5</c:v>
                </c:pt>
                <c:pt idx="57310">
                  <c:v>24.5</c:v>
                </c:pt>
                <c:pt idx="57311">
                  <c:v>24.5</c:v>
                </c:pt>
                <c:pt idx="57312">
                  <c:v>24.5</c:v>
                </c:pt>
                <c:pt idx="57313">
                  <c:v>24.5</c:v>
                </c:pt>
                <c:pt idx="57314">
                  <c:v>24.5</c:v>
                </c:pt>
                <c:pt idx="57315">
                  <c:v>24.5</c:v>
                </c:pt>
                <c:pt idx="57316">
                  <c:v>24.5</c:v>
                </c:pt>
                <c:pt idx="57317">
                  <c:v>24.5</c:v>
                </c:pt>
                <c:pt idx="57318">
                  <c:v>24.5</c:v>
                </c:pt>
                <c:pt idx="57319">
                  <c:v>24.5</c:v>
                </c:pt>
                <c:pt idx="57320">
                  <c:v>24.5</c:v>
                </c:pt>
                <c:pt idx="57321">
                  <c:v>24.5</c:v>
                </c:pt>
                <c:pt idx="57322">
                  <c:v>24.5</c:v>
                </c:pt>
                <c:pt idx="57323">
                  <c:v>24.5</c:v>
                </c:pt>
                <c:pt idx="57324">
                  <c:v>24.5</c:v>
                </c:pt>
                <c:pt idx="57325">
                  <c:v>24.5</c:v>
                </c:pt>
                <c:pt idx="57326">
                  <c:v>24.5</c:v>
                </c:pt>
                <c:pt idx="57327">
                  <c:v>24.5</c:v>
                </c:pt>
                <c:pt idx="57328">
                  <c:v>24.5</c:v>
                </c:pt>
                <c:pt idx="57329">
                  <c:v>24.5</c:v>
                </c:pt>
                <c:pt idx="57330">
                  <c:v>24.5</c:v>
                </c:pt>
                <c:pt idx="57331">
                  <c:v>24.5</c:v>
                </c:pt>
                <c:pt idx="57332">
                  <c:v>24.5</c:v>
                </c:pt>
                <c:pt idx="57333">
                  <c:v>24.5</c:v>
                </c:pt>
                <c:pt idx="57334">
                  <c:v>24.5</c:v>
                </c:pt>
                <c:pt idx="57335">
                  <c:v>24.5</c:v>
                </c:pt>
                <c:pt idx="57336">
                  <c:v>24.5</c:v>
                </c:pt>
                <c:pt idx="57337">
                  <c:v>24.5</c:v>
                </c:pt>
                <c:pt idx="57338">
                  <c:v>24.5</c:v>
                </c:pt>
                <c:pt idx="57339">
                  <c:v>24.5</c:v>
                </c:pt>
                <c:pt idx="57340">
                  <c:v>24.5</c:v>
                </c:pt>
                <c:pt idx="57341">
                  <c:v>24.5</c:v>
                </c:pt>
                <c:pt idx="57342">
                  <c:v>24.5</c:v>
                </c:pt>
                <c:pt idx="57343">
                  <c:v>24.5</c:v>
                </c:pt>
                <c:pt idx="57344">
                  <c:v>24.5</c:v>
                </c:pt>
                <c:pt idx="57345">
                  <c:v>24.5</c:v>
                </c:pt>
                <c:pt idx="57346">
                  <c:v>24.5</c:v>
                </c:pt>
                <c:pt idx="57347">
                  <c:v>24.5</c:v>
                </c:pt>
                <c:pt idx="57348">
                  <c:v>24.5</c:v>
                </c:pt>
                <c:pt idx="57349">
                  <c:v>24.5</c:v>
                </c:pt>
                <c:pt idx="57350">
                  <c:v>24.5</c:v>
                </c:pt>
                <c:pt idx="57351">
                  <c:v>24.5</c:v>
                </c:pt>
                <c:pt idx="57352">
                  <c:v>24.5</c:v>
                </c:pt>
                <c:pt idx="57353">
                  <c:v>24.5</c:v>
                </c:pt>
                <c:pt idx="57354">
                  <c:v>24.5</c:v>
                </c:pt>
                <c:pt idx="57355">
                  <c:v>24.5</c:v>
                </c:pt>
                <c:pt idx="57356">
                  <c:v>24.5</c:v>
                </c:pt>
                <c:pt idx="57357">
                  <c:v>24.5</c:v>
                </c:pt>
                <c:pt idx="57358">
                  <c:v>24.5</c:v>
                </c:pt>
                <c:pt idx="57359">
                  <c:v>24.5</c:v>
                </c:pt>
                <c:pt idx="57360">
                  <c:v>24.5</c:v>
                </c:pt>
                <c:pt idx="57361">
                  <c:v>24.5</c:v>
                </c:pt>
                <c:pt idx="57362">
                  <c:v>24.5</c:v>
                </c:pt>
                <c:pt idx="57363">
                  <c:v>24.5</c:v>
                </c:pt>
                <c:pt idx="57364">
                  <c:v>24.5</c:v>
                </c:pt>
                <c:pt idx="57365">
                  <c:v>24.5</c:v>
                </c:pt>
                <c:pt idx="57366">
                  <c:v>24.5</c:v>
                </c:pt>
                <c:pt idx="57367">
                  <c:v>24.5</c:v>
                </c:pt>
                <c:pt idx="57368">
                  <c:v>24.5</c:v>
                </c:pt>
                <c:pt idx="57369">
                  <c:v>24.5</c:v>
                </c:pt>
                <c:pt idx="57370">
                  <c:v>24.5</c:v>
                </c:pt>
                <c:pt idx="57371">
                  <c:v>24.5</c:v>
                </c:pt>
                <c:pt idx="57372">
                  <c:v>24.5</c:v>
                </c:pt>
                <c:pt idx="57373">
                  <c:v>24.5</c:v>
                </c:pt>
                <c:pt idx="57374">
                  <c:v>24.5</c:v>
                </c:pt>
                <c:pt idx="57375">
                  <c:v>24.5</c:v>
                </c:pt>
                <c:pt idx="57376">
                  <c:v>24.5</c:v>
                </c:pt>
                <c:pt idx="57377">
                  <c:v>24.5</c:v>
                </c:pt>
                <c:pt idx="57378">
                  <c:v>24.5</c:v>
                </c:pt>
                <c:pt idx="57379">
                  <c:v>24.5</c:v>
                </c:pt>
                <c:pt idx="57380">
                  <c:v>24.5</c:v>
                </c:pt>
                <c:pt idx="57381">
                  <c:v>24.5</c:v>
                </c:pt>
                <c:pt idx="57382">
                  <c:v>24.5</c:v>
                </c:pt>
                <c:pt idx="57383">
                  <c:v>24.5</c:v>
                </c:pt>
                <c:pt idx="57384">
                  <c:v>24.5</c:v>
                </c:pt>
                <c:pt idx="57385">
                  <c:v>24.5</c:v>
                </c:pt>
                <c:pt idx="57386">
                  <c:v>24.5</c:v>
                </c:pt>
                <c:pt idx="57387">
                  <c:v>24.5</c:v>
                </c:pt>
                <c:pt idx="57388">
                  <c:v>24.5</c:v>
                </c:pt>
                <c:pt idx="57389">
                  <c:v>24.5</c:v>
                </c:pt>
                <c:pt idx="57390">
                  <c:v>24.5</c:v>
                </c:pt>
                <c:pt idx="57391">
                  <c:v>24.5</c:v>
                </c:pt>
                <c:pt idx="57392">
                  <c:v>24.5</c:v>
                </c:pt>
                <c:pt idx="57393">
                  <c:v>24.5</c:v>
                </c:pt>
                <c:pt idx="57394">
                  <c:v>24.5</c:v>
                </c:pt>
                <c:pt idx="57395">
                  <c:v>24.5</c:v>
                </c:pt>
                <c:pt idx="57396">
                  <c:v>24.5</c:v>
                </c:pt>
                <c:pt idx="57397">
                  <c:v>24.5</c:v>
                </c:pt>
                <c:pt idx="57398">
                  <c:v>24.5</c:v>
                </c:pt>
                <c:pt idx="57399">
                  <c:v>24.5</c:v>
                </c:pt>
                <c:pt idx="57400">
                  <c:v>24.5</c:v>
                </c:pt>
                <c:pt idx="57401">
                  <c:v>24.5</c:v>
                </c:pt>
                <c:pt idx="57402">
                  <c:v>24.5</c:v>
                </c:pt>
                <c:pt idx="57403">
                  <c:v>24.5</c:v>
                </c:pt>
                <c:pt idx="57404">
                  <c:v>24.5</c:v>
                </c:pt>
                <c:pt idx="57405">
                  <c:v>24.5</c:v>
                </c:pt>
                <c:pt idx="57406">
                  <c:v>24.5</c:v>
                </c:pt>
                <c:pt idx="57407">
                  <c:v>24.5</c:v>
                </c:pt>
                <c:pt idx="57408">
                  <c:v>24.5</c:v>
                </c:pt>
                <c:pt idx="57409">
                  <c:v>24.5</c:v>
                </c:pt>
                <c:pt idx="57410">
                  <c:v>24.5</c:v>
                </c:pt>
                <c:pt idx="57411">
                  <c:v>24.5</c:v>
                </c:pt>
                <c:pt idx="57412">
                  <c:v>24.5</c:v>
                </c:pt>
                <c:pt idx="57413">
                  <c:v>24.5</c:v>
                </c:pt>
                <c:pt idx="57414">
                  <c:v>24.5</c:v>
                </c:pt>
                <c:pt idx="57415">
                  <c:v>24.5</c:v>
                </c:pt>
                <c:pt idx="57416">
                  <c:v>24.5</c:v>
                </c:pt>
                <c:pt idx="57417">
                  <c:v>24.5</c:v>
                </c:pt>
                <c:pt idx="57418">
                  <c:v>24.5</c:v>
                </c:pt>
                <c:pt idx="57419">
                  <c:v>24.5</c:v>
                </c:pt>
                <c:pt idx="57420">
                  <c:v>24.5</c:v>
                </c:pt>
                <c:pt idx="57421">
                  <c:v>24.5</c:v>
                </c:pt>
                <c:pt idx="57422">
                  <c:v>24.5</c:v>
                </c:pt>
                <c:pt idx="57423">
                  <c:v>24.5</c:v>
                </c:pt>
                <c:pt idx="57424">
                  <c:v>24.5</c:v>
                </c:pt>
                <c:pt idx="57425">
                  <c:v>24.5</c:v>
                </c:pt>
                <c:pt idx="57426">
                  <c:v>24.5</c:v>
                </c:pt>
                <c:pt idx="57427">
                  <c:v>24.5</c:v>
                </c:pt>
                <c:pt idx="57428">
                  <c:v>24.5</c:v>
                </c:pt>
                <c:pt idx="57429">
                  <c:v>24.5</c:v>
                </c:pt>
                <c:pt idx="57430">
                  <c:v>24.5</c:v>
                </c:pt>
                <c:pt idx="57431">
                  <c:v>24.5</c:v>
                </c:pt>
                <c:pt idx="57432">
                  <c:v>24.5</c:v>
                </c:pt>
                <c:pt idx="57433">
                  <c:v>24.5</c:v>
                </c:pt>
                <c:pt idx="57434">
                  <c:v>24.5</c:v>
                </c:pt>
                <c:pt idx="57435">
                  <c:v>24.5</c:v>
                </c:pt>
                <c:pt idx="57436">
                  <c:v>24.5</c:v>
                </c:pt>
                <c:pt idx="57437">
                  <c:v>24.5</c:v>
                </c:pt>
                <c:pt idx="57438">
                  <c:v>24.5</c:v>
                </c:pt>
                <c:pt idx="57439">
                  <c:v>24.5</c:v>
                </c:pt>
                <c:pt idx="57440">
                  <c:v>24.5</c:v>
                </c:pt>
                <c:pt idx="57441">
                  <c:v>24.5</c:v>
                </c:pt>
                <c:pt idx="57442">
                  <c:v>24.5</c:v>
                </c:pt>
                <c:pt idx="57443">
                  <c:v>24.5</c:v>
                </c:pt>
                <c:pt idx="57444">
                  <c:v>24.5</c:v>
                </c:pt>
                <c:pt idx="57445">
                  <c:v>24.5</c:v>
                </c:pt>
                <c:pt idx="57446">
                  <c:v>24.5</c:v>
                </c:pt>
                <c:pt idx="57447">
                  <c:v>24.5</c:v>
                </c:pt>
                <c:pt idx="57448">
                  <c:v>24.5</c:v>
                </c:pt>
                <c:pt idx="57449">
                  <c:v>24.5</c:v>
                </c:pt>
                <c:pt idx="57450">
                  <c:v>24.5</c:v>
                </c:pt>
                <c:pt idx="57451">
                  <c:v>24.5</c:v>
                </c:pt>
                <c:pt idx="57452">
                  <c:v>24.5</c:v>
                </c:pt>
                <c:pt idx="57453">
                  <c:v>24.45</c:v>
                </c:pt>
                <c:pt idx="57454">
                  <c:v>24.5</c:v>
                </c:pt>
                <c:pt idx="57455">
                  <c:v>24.5</c:v>
                </c:pt>
                <c:pt idx="57456">
                  <c:v>24.45</c:v>
                </c:pt>
                <c:pt idx="57457">
                  <c:v>24.5</c:v>
                </c:pt>
                <c:pt idx="57458">
                  <c:v>24.5</c:v>
                </c:pt>
                <c:pt idx="57459">
                  <c:v>24.5</c:v>
                </c:pt>
                <c:pt idx="57460">
                  <c:v>24.5</c:v>
                </c:pt>
                <c:pt idx="57461">
                  <c:v>24.5</c:v>
                </c:pt>
                <c:pt idx="57462">
                  <c:v>24.5</c:v>
                </c:pt>
                <c:pt idx="57463">
                  <c:v>24.5</c:v>
                </c:pt>
                <c:pt idx="57464">
                  <c:v>24.5</c:v>
                </c:pt>
                <c:pt idx="57465">
                  <c:v>24.5</c:v>
                </c:pt>
                <c:pt idx="57466">
                  <c:v>24.5</c:v>
                </c:pt>
                <c:pt idx="57467">
                  <c:v>24.5</c:v>
                </c:pt>
                <c:pt idx="57468">
                  <c:v>24.5</c:v>
                </c:pt>
                <c:pt idx="57469">
                  <c:v>24.5</c:v>
                </c:pt>
                <c:pt idx="57470">
                  <c:v>24.5</c:v>
                </c:pt>
                <c:pt idx="57471">
                  <c:v>24.5</c:v>
                </c:pt>
                <c:pt idx="57472">
                  <c:v>24.5</c:v>
                </c:pt>
                <c:pt idx="57473">
                  <c:v>24.5</c:v>
                </c:pt>
                <c:pt idx="57474">
                  <c:v>24.5</c:v>
                </c:pt>
                <c:pt idx="57475">
                  <c:v>24.5</c:v>
                </c:pt>
                <c:pt idx="57476">
                  <c:v>24.5</c:v>
                </c:pt>
                <c:pt idx="57477">
                  <c:v>24.5</c:v>
                </c:pt>
                <c:pt idx="57478">
                  <c:v>24.5</c:v>
                </c:pt>
                <c:pt idx="57479">
                  <c:v>24.5</c:v>
                </c:pt>
                <c:pt idx="57480">
                  <c:v>24.5</c:v>
                </c:pt>
                <c:pt idx="57481">
                  <c:v>24.5</c:v>
                </c:pt>
                <c:pt idx="57482">
                  <c:v>24.5</c:v>
                </c:pt>
                <c:pt idx="57483">
                  <c:v>24.5</c:v>
                </c:pt>
                <c:pt idx="57484">
                  <c:v>24.5</c:v>
                </c:pt>
                <c:pt idx="57485">
                  <c:v>24.5</c:v>
                </c:pt>
                <c:pt idx="57486">
                  <c:v>24.5</c:v>
                </c:pt>
                <c:pt idx="57487">
                  <c:v>24.5</c:v>
                </c:pt>
                <c:pt idx="57488">
                  <c:v>24.5</c:v>
                </c:pt>
                <c:pt idx="57489">
                  <c:v>24.5</c:v>
                </c:pt>
                <c:pt idx="57490">
                  <c:v>24.5</c:v>
                </c:pt>
                <c:pt idx="57491">
                  <c:v>24.5</c:v>
                </c:pt>
                <c:pt idx="57492">
                  <c:v>24.5</c:v>
                </c:pt>
                <c:pt idx="57493">
                  <c:v>24.5</c:v>
                </c:pt>
                <c:pt idx="57494">
                  <c:v>24.5</c:v>
                </c:pt>
                <c:pt idx="57495">
                  <c:v>24.5</c:v>
                </c:pt>
                <c:pt idx="57496">
                  <c:v>24.5</c:v>
                </c:pt>
                <c:pt idx="57497">
                  <c:v>24.5</c:v>
                </c:pt>
                <c:pt idx="57498">
                  <c:v>24.5</c:v>
                </c:pt>
                <c:pt idx="57499">
                  <c:v>24.5</c:v>
                </c:pt>
                <c:pt idx="57500">
                  <c:v>24.5</c:v>
                </c:pt>
                <c:pt idx="57501">
                  <c:v>24.5</c:v>
                </c:pt>
                <c:pt idx="57502">
                  <c:v>24.5</c:v>
                </c:pt>
                <c:pt idx="57503">
                  <c:v>24.5</c:v>
                </c:pt>
                <c:pt idx="57504">
                  <c:v>24.5</c:v>
                </c:pt>
                <c:pt idx="57505">
                  <c:v>24.5</c:v>
                </c:pt>
                <c:pt idx="57506">
                  <c:v>24.5</c:v>
                </c:pt>
                <c:pt idx="57507">
                  <c:v>24.5</c:v>
                </c:pt>
                <c:pt idx="57508">
                  <c:v>24.5</c:v>
                </c:pt>
                <c:pt idx="57509">
                  <c:v>24.5</c:v>
                </c:pt>
                <c:pt idx="57510">
                  <c:v>24.5</c:v>
                </c:pt>
                <c:pt idx="57511">
                  <c:v>24.5</c:v>
                </c:pt>
                <c:pt idx="57512">
                  <c:v>24.5</c:v>
                </c:pt>
                <c:pt idx="57513">
                  <c:v>24.5</c:v>
                </c:pt>
                <c:pt idx="57514">
                  <c:v>24.5</c:v>
                </c:pt>
                <c:pt idx="57515">
                  <c:v>24.5</c:v>
                </c:pt>
                <c:pt idx="57516">
                  <c:v>24.5</c:v>
                </c:pt>
                <c:pt idx="57517">
                  <c:v>24.5</c:v>
                </c:pt>
                <c:pt idx="57518">
                  <c:v>24.5</c:v>
                </c:pt>
                <c:pt idx="57519">
                  <c:v>24.5</c:v>
                </c:pt>
                <c:pt idx="57520">
                  <c:v>24.5</c:v>
                </c:pt>
                <c:pt idx="57521">
                  <c:v>24.5</c:v>
                </c:pt>
                <c:pt idx="57522">
                  <c:v>24.5</c:v>
                </c:pt>
                <c:pt idx="57523">
                  <c:v>24.5</c:v>
                </c:pt>
                <c:pt idx="57524">
                  <c:v>24.5</c:v>
                </c:pt>
                <c:pt idx="57525">
                  <c:v>24.5</c:v>
                </c:pt>
                <c:pt idx="57526">
                  <c:v>24.5</c:v>
                </c:pt>
                <c:pt idx="57527">
                  <c:v>24.5</c:v>
                </c:pt>
                <c:pt idx="57528">
                  <c:v>24.5</c:v>
                </c:pt>
                <c:pt idx="57529">
                  <c:v>24.5</c:v>
                </c:pt>
                <c:pt idx="57530">
                  <c:v>24.5</c:v>
                </c:pt>
                <c:pt idx="57531">
                  <c:v>24.5</c:v>
                </c:pt>
                <c:pt idx="57532">
                  <c:v>24.5</c:v>
                </c:pt>
                <c:pt idx="57533">
                  <c:v>24.5</c:v>
                </c:pt>
                <c:pt idx="57534">
                  <c:v>24.5</c:v>
                </c:pt>
                <c:pt idx="57535">
                  <c:v>24.5</c:v>
                </c:pt>
                <c:pt idx="57536">
                  <c:v>24.5</c:v>
                </c:pt>
                <c:pt idx="57537">
                  <c:v>24.5</c:v>
                </c:pt>
                <c:pt idx="57538">
                  <c:v>24.5</c:v>
                </c:pt>
                <c:pt idx="57539">
                  <c:v>24.5</c:v>
                </c:pt>
                <c:pt idx="57540">
                  <c:v>24.5</c:v>
                </c:pt>
                <c:pt idx="57541">
                  <c:v>24.5</c:v>
                </c:pt>
                <c:pt idx="57542">
                  <c:v>24.45</c:v>
                </c:pt>
                <c:pt idx="57543">
                  <c:v>24.5</c:v>
                </c:pt>
                <c:pt idx="57544">
                  <c:v>24.5</c:v>
                </c:pt>
                <c:pt idx="57545">
                  <c:v>24.45</c:v>
                </c:pt>
                <c:pt idx="57546">
                  <c:v>24.5</c:v>
                </c:pt>
                <c:pt idx="57547">
                  <c:v>24.45</c:v>
                </c:pt>
                <c:pt idx="57548">
                  <c:v>24.5</c:v>
                </c:pt>
                <c:pt idx="57549">
                  <c:v>24.5</c:v>
                </c:pt>
                <c:pt idx="57550">
                  <c:v>24.5</c:v>
                </c:pt>
                <c:pt idx="57551">
                  <c:v>24.45</c:v>
                </c:pt>
                <c:pt idx="57552">
                  <c:v>24.5</c:v>
                </c:pt>
                <c:pt idx="57553">
                  <c:v>24.5</c:v>
                </c:pt>
                <c:pt idx="57554">
                  <c:v>24.5</c:v>
                </c:pt>
                <c:pt idx="57555">
                  <c:v>24.5</c:v>
                </c:pt>
                <c:pt idx="57556">
                  <c:v>24.5</c:v>
                </c:pt>
                <c:pt idx="57557">
                  <c:v>24.5</c:v>
                </c:pt>
                <c:pt idx="57558">
                  <c:v>24.5</c:v>
                </c:pt>
                <c:pt idx="57559">
                  <c:v>24.5</c:v>
                </c:pt>
                <c:pt idx="57560">
                  <c:v>24.5</c:v>
                </c:pt>
                <c:pt idx="57561">
                  <c:v>24.5</c:v>
                </c:pt>
                <c:pt idx="57562">
                  <c:v>24.5</c:v>
                </c:pt>
                <c:pt idx="57563">
                  <c:v>24.5</c:v>
                </c:pt>
                <c:pt idx="57564">
                  <c:v>24.5</c:v>
                </c:pt>
                <c:pt idx="57565">
                  <c:v>24.5</c:v>
                </c:pt>
                <c:pt idx="57566">
                  <c:v>24.5</c:v>
                </c:pt>
                <c:pt idx="57567">
                  <c:v>24.5</c:v>
                </c:pt>
                <c:pt idx="57568">
                  <c:v>24.5</c:v>
                </c:pt>
                <c:pt idx="57569">
                  <c:v>24.5</c:v>
                </c:pt>
                <c:pt idx="57570">
                  <c:v>24.5</c:v>
                </c:pt>
                <c:pt idx="57571">
                  <c:v>24.5</c:v>
                </c:pt>
                <c:pt idx="57572">
                  <c:v>24.5</c:v>
                </c:pt>
                <c:pt idx="57573">
                  <c:v>24.5</c:v>
                </c:pt>
                <c:pt idx="57574">
                  <c:v>24.5</c:v>
                </c:pt>
                <c:pt idx="57575">
                  <c:v>24.5</c:v>
                </c:pt>
                <c:pt idx="57576">
                  <c:v>24.5</c:v>
                </c:pt>
                <c:pt idx="57577">
                  <c:v>24.5</c:v>
                </c:pt>
                <c:pt idx="57578">
                  <c:v>24.5</c:v>
                </c:pt>
                <c:pt idx="57579">
                  <c:v>24.5</c:v>
                </c:pt>
                <c:pt idx="57580">
                  <c:v>24.5</c:v>
                </c:pt>
                <c:pt idx="57581">
                  <c:v>24.5</c:v>
                </c:pt>
                <c:pt idx="57582">
                  <c:v>24.5</c:v>
                </c:pt>
                <c:pt idx="57583">
                  <c:v>24.5</c:v>
                </c:pt>
                <c:pt idx="57584">
                  <c:v>24.5</c:v>
                </c:pt>
                <c:pt idx="57585">
                  <c:v>24.5</c:v>
                </c:pt>
                <c:pt idx="57586">
                  <c:v>24.5</c:v>
                </c:pt>
                <c:pt idx="57587">
                  <c:v>24.5</c:v>
                </c:pt>
                <c:pt idx="57588">
                  <c:v>24.5</c:v>
                </c:pt>
                <c:pt idx="57589">
                  <c:v>24.5</c:v>
                </c:pt>
                <c:pt idx="57590">
                  <c:v>24.5</c:v>
                </c:pt>
                <c:pt idx="57591">
                  <c:v>24.5</c:v>
                </c:pt>
                <c:pt idx="57592">
                  <c:v>24.5</c:v>
                </c:pt>
                <c:pt idx="57593">
                  <c:v>24.5</c:v>
                </c:pt>
                <c:pt idx="57594">
                  <c:v>24.5</c:v>
                </c:pt>
                <c:pt idx="57595">
                  <c:v>24.5</c:v>
                </c:pt>
                <c:pt idx="57596">
                  <c:v>24.5</c:v>
                </c:pt>
                <c:pt idx="57597">
                  <c:v>24.5</c:v>
                </c:pt>
                <c:pt idx="57598">
                  <c:v>24.5</c:v>
                </c:pt>
                <c:pt idx="57599">
                  <c:v>24.5</c:v>
                </c:pt>
                <c:pt idx="57600">
                  <c:v>24.5</c:v>
                </c:pt>
                <c:pt idx="57601">
                  <c:v>24.5</c:v>
                </c:pt>
                <c:pt idx="57602">
                  <c:v>24.5</c:v>
                </c:pt>
                <c:pt idx="57603">
                  <c:v>24.5</c:v>
                </c:pt>
                <c:pt idx="57604">
                  <c:v>24.5</c:v>
                </c:pt>
                <c:pt idx="57605">
                  <c:v>24.5</c:v>
                </c:pt>
                <c:pt idx="57606">
                  <c:v>24.5</c:v>
                </c:pt>
                <c:pt idx="57607">
                  <c:v>24.5</c:v>
                </c:pt>
                <c:pt idx="57608">
                  <c:v>24.5</c:v>
                </c:pt>
                <c:pt idx="57609">
                  <c:v>24.5</c:v>
                </c:pt>
                <c:pt idx="57610">
                  <c:v>24.5</c:v>
                </c:pt>
                <c:pt idx="57611">
                  <c:v>24.5</c:v>
                </c:pt>
                <c:pt idx="57612">
                  <c:v>24.5</c:v>
                </c:pt>
                <c:pt idx="57613">
                  <c:v>24.5</c:v>
                </c:pt>
                <c:pt idx="57614">
                  <c:v>24.5</c:v>
                </c:pt>
                <c:pt idx="57615">
                  <c:v>24.5</c:v>
                </c:pt>
                <c:pt idx="57616">
                  <c:v>24.5</c:v>
                </c:pt>
                <c:pt idx="57617">
                  <c:v>24.5</c:v>
                </c:pt>
                <c:pt idx="57618">
                  <c:v>24.5</c:v>
                </c:pt>
                <c:pt idx="57619">
                  <c:v>24.5</c:v>
                </c:pt>
                <c:pt idx="57620">
                  <c:v>24.5</c:v>
                </c:pt>
                <c:pt idx="57621">
                  <c:v>24.5</c:v>
                </c:pt>
                <c:pt idx="57622">
                  <c:v>24.5</c:v>
                </c:pt>
                <c:pt idx="57623">
                  <c:v>24.5</c:v>
                </c:pt>
                <c:pt idx="57624">
                  <c:v>24.5</c:v>
                </c:pt>
                <c:pt idx="57625">
                  <c:v>24.5</c:v>
                </c:pt>
                <c:pt idx="57626">
                  <c:v>24.5</c:v>
                </c:pt>
                <c:pt idx="57627">
                  <c:v>24.5</c:v>
                </c:pt>
                <c:pt idx="57628">
                  <c:v>24.5</c:v>
                </c:pt>
                <c:pt idx="57629">
                  <c:v>24.5</c:v>
                </c:pt>
                <c:pt idx="57630">
                  <c:v>24.5</c:v>
                </c:pt>
                <c:pt idx="57631">
                  <c:v>24.5</c:v>
                </c:pt>
                <c:pt idx="57632">
                  <c:v>24.5</c:v>
                </c:pt>
                <c:pt idx="57633">
                  <c:v>24.5</c:v>
                </c:pt>
                <c:pt idx="57634">
                  <c:v>24.5</c:v>
                </c:pt>
                <c:pt idx="57635">
                  <c:v>24.5</c:v>
                </c:pt>
                <c:pt idx="57636">
                  <c:v>24.5</c:v>
                </c:pt>
                <c:pt idx="57637">
                  <c:v>24.5</c:v>
                </c:pt>
                <c:pt idx="57638">
                  <c:v>24.5</c:v>
                </c:pt>
                <c:pt idx="57639">
                  <c:v>24.5</c:v>
                </c:pt>
                <c:pt idx="57640">
                  <c:v>24.5</c:v>
                </c:pt>
                <c:pt idx="57641">
                  <c:v>24.5</c:v>
                </c:pt>
                <c:pt idx="57642">
                  <c:v>24.5</c:v>
                </c:pt>
                <c:pt idx="57643">
                  <c:v>24.5</c:v>
                </c:pt>
                <c:pt idx="57644">
                  <c:v>24.5</c:v>
                </c:pt>
                <c:pt idx="57645">
                  <c:v>24.5</c:v>
                </c:pt>
                <c:pt idx="57646">
                  <c:v>24.5</c:v>
                </c:pt>
                <c:pt idx="57647">
                  <c:v>24.5</c:v>
                </c:pt>
                <c:pt idx="57648">
                  <c:v>24.5</c:v>
                </c:pt>
                <c:pt idx="57649">
                  <c:v>24.5</c:v>
                </c:pt>
                <c:pt idx="57650">
                  <c:v>24.5</c:v>
                </c:pt>
                <c:pt idx="57651">
                  <c:v>24.5</c:v>
                </c:pt>
                <c:pt idx="57652">
                  <c:v>24.5</c:v>
                </c:pt>
                <c:pt idx="57653">
                  <c:v>24.5</c:v>
                </c:pt>
                <c:pt idx="57654">
                  <c:v>24.5</c:v>
                </c:pt>
                <c:pt idx="57655">
                  <c:v>24.5</c:v>
                </c:pt>
                <c:pt idx="57656">
                  <c:v>24.5</c:v>
                </c:pt>
                <c:pt idx="57657">
                  <c:v>24.5</c:v>
                </c:pt>
                <c:pt idx="57658">
                  <c:v>24.5</c:v>
                </c:pt>
                <c:pt idx="57659">
                  <c:v>24.5</c:v>
                </c:pt>
                <c:pt idx="57660">
                  <c:v>24.5</c:v>
                </c:pt>
                <c:pt idx="57661">
                  <c:v>24.5</c:v>
                </c:pt>
                <c:pt idx="57662">
                  <c:v>24.5</c:v>
                </c:pt>
                <c:pt idx="57663">
                  <c:v>24.5</c:v>
                </c:pt>
                <c:pt idx="57664">
                  <c:v>24.5</c:v>
                </c:pt>
                <c:pt idx="57665">
                  <c:v>24.5</c:v>
                </c:pt>
                <c:pt idx="57666">
                  <c:v>24.5</c:v>
                </c:pt>
                <c:pt idx="57667">
                  <c:v>24.5</c:v>
                </c:pt>
                <c:pt idx="57668">
                  <c:v>24.5</c:v>
                </c:pt>
                <c:pt idx="57669">
                  <c:v>24.5</c:v>
                </c:pt>
                <c:pt idx="57670">
                  <c:v>24.5</c:v>
                </c:pt>
                <c:pt idx="57671">
                  <c:v>24.5</c:v>
                </c:pt>
                <c:pt idx="57672">
                  <c:v>24.5</c:v>
                </c:pt>
                <c:pt idx="57673">
                  <c:v>24.5</c:v>
                </c:pt>
                <c:pt idx="57674">
                  <c:v>24.5</c:v>
                </c:pt>
                <c:pt idx="57675">
                  <c:v>24.5</c:v>
                </c:pt>
                <c:pt idx="57676">
                  <c:v>24.5</c:v>
                </c:pt>
                <c:pt idx="57677">
                  <c:v>24.5</c:v>
                </c:pt>
                <c:pt idx="57678">
                  <c:v>24.5</c:v>
                </c:pt>
                <c:pt idx="57679">
                  <c:v>24.5</c:v>
                </c:pt>
                <c:pt idx="57680">
                  <c:v>24.5</c:v>
                </c:pt>
                <c:pt idx="57681">
                  <c:v>24.5</c:v>
                </c:pt>
                <c:pt idx="57682">
                  <c:v>24.5</c:v>
                </c:pt>
                <c:pt idx="57683">
                  <c:v>24.5</c:v>
                </c:pt>
                <c:pt idx="57684">
                  <c:v>24.5</c:v>
                </c:pt>
                <c:pt idx="57685">
                  <c:v>24.5</c:v>
                </c:pt>
                <c:pt idx="57686">
                  <c:v>24.5</c:v>
                </c:pt>
                <c:pt idx="57687">
                  <c:v>24.5</c:v>
                </c:pt>
                <c:pt idx="57688">
                  <c:v>24.5</c:v>
                </c:pt>
                <c:pt idx="57689">
                  <c:v>24.5</c:v>
                </c:pt>
                <c:pt idx="57690">
                  <c:v>24.5</c:v>
                </c:pt>
                <c:pt idx="57691">
                  <c:v>24.5</c:v>
                </c:pt>
                <c:pt idx="57692">
                  <c:v>24.5</c:v>
                </c:pt>
                <c:pt idx="57693">
                  <c:v>24.5</c:v>
                </c:pt>
                <c:pt idx="57694">
                  <c:v>24.5</c:v>
                </c:pt>
                <c:pt idx="57695">
                  <c:v>24.5</c:v>
                </c:pt>
                <c:pt idx="57696">
                  <c:v>24.5</c:v>
                </c:pt>
                <c:pt idx="57697">
                  <c:v>24.5</c:v>
                </c:pt>
                <c:pt idx="57698">
                  <c:v>24.5</c:v>
                </c:pt>
                <c:pt idx="57699">
                  <c:v>24.5</c:v>
                </c:pt>
                <c:pt idx="57700">
                  <c:v>24.5</c:v>
                </c:pt>
                <c:pt idx="57701">
                  <c:v>24.5</c:v>
                </c:pt>
                <c:pt idx="57702">
                  <c:v>24.5</c:v>
                </c:pt>
                <c:pt idx="57703">
                  <c:v>24.5</c:v>
                </c:pt>
                <c:pt idx="57704">
                  <c:v>24.5</c:v>
                </c:pt>
                <c:pt idx="57705">
                  <c:v>24.5</c:v>
                </c:pt>
                <c:pt idx="57706">
                  <c:v>24.5</c:v>
                </c:pt>
                <c:pt idx="57707">
                  <c:v>24.5</c:v>
                </c:pt>
                <c:pt idx="57708">
                  <c:v>24.5</c:v>
                </c:pt>
                <c:pt idx="57709">
                  <c:v>24.5</c:v>
                </c:pt>
                <c:pt idx="57710">
                  <c:v>24.5</c:v>
                </c:pt>
                <c:pt idx="57711">
                  <c:v>24.5</c:v>
                </c:pt>
                <c:pt idx="57712">
                  <c:v>24.5</c:v>
                </c:pt>
                <c:pt idx="57713">
                  <c:v>24.5</c:v>
                </c:pt>
                <c:pt idx="57714">
                  <c:v>24.5</c:v>
                </c:pt>
                <c:pt idx="57715">
                  <c:v>24.5</c:v>
                </c:pt>
                <c:pt idx="57716">
                  <c:v>24.5</c:v>
                </c:pt>
                <c:pt idx="57717">
                  <c:v>24.5</c:v>
                </c:pt>
                <c:pt idx="57718">
                  <c:v>24.5</c:v>
                </c:pt>
                <c:pt idx="57719">
                  <c:v>24.5</c:v>
                </c:pt>
                <c:pt idx="57720">
                  <c:v>24.5</c:v>
                </c:pt>
                <c:pt idx="57721">
                  <c:v>24.5</c:v>
                </c:pt>
                <c:pt idx="57722">
                  <c:v>24.5</c:v>
                </c:pt>
                <c:pt idx="57723">
                  <c:v>24.5</c:v>
                </c:pt>
                <c:pt idx="57724">
                  <c:v>24.5</c:v>
                </c:pt>
                <c:pt idx="57725">
                  <c:v>24.5</c:v>
                </c:pt>
                <c:pt idx="57726">
                  <c:v>24.5</c:v>
                </c:pt>
                <c:pt idx="57727">
                  <c:v>24.5</c:v>
                </c:pt>
                <c:pt idx="57728">
                  <c:v>24.5</c:v>
                </c:pt>
                <c:pt idx="57729">
                  <c:v>24.5</c:v>
                </c:pt>
                <c:pt idx="57730">
                  <c:v>24.5</c:v>
                </c:pt>
                <c:pt idx="57731">
                  <c:v>24.5</c:v>
                </c:pt>
                <c:pt idx="57732">
                  <c:v>24.5</c:v>
                </c:pt>
                <c:pt idx="57733">
                  <c:v>24.5</c:v>
                </c:pt>
                <c:pt idx="57734">
                  <c:v>24.5</c:v>
                </c:pt>
                <c:pt idx="57735">
                  <c:v>24.5</c:v>
                </c:pt>
                <c:pt idx="57736">
                  <c:v>24.5</c:v>
                </c:pt>
                <c:pt idx="57737">
                  <c:v>24.5</c:v>
                </c:pt>
                <c:pt idx="57738">
                  <c:v>24.5</c:v>
                </c:pt>
                <c:pt idx="57739">
                  <c:v>24.5</c:v>
                </c:pt>
                <c:pt idx="57740">
                  <c:v>24.5</c:v>
                </c:pt>
                <c:pt idx="57741">
                  <c:v>24.5</c:v>
                </c:pt>
                <c:pt idx="57742">
                  <c:v>24.5</c:v>
                </c:pt>
                <c:pt idx="57743">
                  <c:v>24.5</c:v>
                </c:pt>
                <c:pt idx="57744">
                  <c:v>24.5</c:v>
                </c:pt>
                <c:pt idx="57745">
                  <c:v>24.5</c:v>
                </c:pt>
                <c:pt idx="57746">
                  <c:v>24.5</c:v>
                </c:pt>
                <c:pt idx="57747">
                  <c:v>24.5</c:v>
                </c:pt>
                <c:pt idx="57748">
                  <c:v>24.5</c:v>
                </c:pt>
                <c:pt idx="57749">
                  <c:v>24.5</c:v>
                </c:pt>
                <c:pt idx="57750">
                  <c:v>24.5</c:v>
                </c:pt>
                <c:pt idx="57751">
                  <c:v>24.5</c:v>
                </c:pt>
                <c:pt idx="57752">
                  <c:v>24.5</c:v>
                </c:pt>
                <c:pt idx="57753">
                  <c:v>24.5</c:v>
                </c:pt>
                <c:pt idx="57754">
                  <c:v>24.5</c:v>
                </c:pt>
                <c:pt idx="57755">
                  <c:v>24.5</c:v>
                </c:pt>
                <c:pt idx="57756">
                  <c:v>24.5</c:v>
                </c:pt>
                <c:pt idx="57757">
                  <c:v>24.5</c:v>
                </c:pt>
                <c:pt idx="57758">
                  <c:v>24.5</c:v>
                </c:pt>
                <c:pt idx="57759">
                  <c:v>24.5</c:v>
                </c:pt>
                <c:pt idx="57760">
                  <c:v>24.5</c:v>
                </c:pt>
                <c:pt idx="57761">
                  <c:v>24.5</c:v>
                </c:pt>
                <c:pt idx="57762">
                  <c:v>24.5</c:v>
                </c:pt>
                <c:pt idx="57763">
                  <c:v>24.5</c:v>
                </c:pt>
                <c:pt idx="57764">
                  <c:v>24.5</c:v>
                </c:pt>
                <c:pt idx="57765">
                  <c:v>24.5</c:v>
                </c:pt>
                <c:pt idx="57766">
                  <c:v>24.5</c:v>
                </c:pt>
                <c:pt idx="57767">
                  <c:v>24.5</c:v>
                </c:pt>
                <c:pt idx="57768">
                  <c:v>24.5</c:v>
                </c:pt>
                <c:pt idx="57769">
                  <c:v>24.5</c:v>
                </c:pt>
                <c:pt idx="57770">
                  <c:v>24.5</c:v>
                </c:pt>
                <c:pt idx="57771">
                  <c:v>24.5</c:v>
                </c:pt>
                <c:pt idx="57772">
                  <c:v>24.5</c:v>
                </c:pt>
                <c:pt idx="57773">
                  <c:v>24.5</c:v>
                </c:pt>
                <c:pt idx="57774">
                  <c:v>24.5</c:v>
                </c:pt>
                <c:pt idx="57775">
                  <c:v>24.5</c:v>
                </c:pt>
                <c:pt idx="57776">
                  <c:v>24.5</c:v>
                </c:pt>
                <c:pt idx="57777">
                  <c:v>24.5</c:v>
                </c:pt>
                <c:pt idx="57778">
                  <c:v>24.5</c:v>
                </c:pt>
                <c:pt idx="57779">
                  <c:v>24.5</c:v>
                </c:pt>
                <c:pt idx="57780">
                  <c:v>24.5</c:v>
                </c:pt>
                <c:pt idx="57781">
                  <c:v>24.5</c:v>
                </c:pt>
                <c:pt idx="57782">
                  <c:v>24.5</c:v>
                </c:pt>
                <c:pt idx="57783">
                  <c:v>24.5</c:v>
                </c:pt>
                <c:pt idx="57784">
                  <c:v>24.5</c:v>
                </c:pt>
                <c:pt idx="57785">
                  <c:v>24.5</c:v>
                </c:pt>
                <c:pt idx="57786">
                  <c:v>24.5</c:v>
                </c:pt>
                <c:pt idx="57787">
                  <c:v>24.5</c:v>
                </c:pt>
                <c:pt idx="57788">
                  <c:v>24.5</c:v>
                </c:pt>
                <c:pt idx="57789">
                  <c:v>24.5</c:v>
                </c:pt>
                <c:pt idx="57790">
                  <c:v>24.5</c:v>
                </c:pt>
                <c:pt idx="57791">
                  <c:v>24.5</c:v>
                </c:pt>
                <c:pt idx="57792">
                  <c:v>24.5</c:v>
                </c:pt>
                <c:pt idx="57793">
                  <c:v>24.5</c:v>
                </c:pt>
                <c:pt idx="57794">
                  <c:v>24.5</c:v>
                </c:pt>
                <c:pt idx="57795">
                  <c:v>24.5</c:v>
                </c:pt>
                <c:pt idx="57796">
                  <c:v>24.5</c:v>
                </c:pt>
                <c:pt idx="57797">
                  <c:v>24.5</c:v>
                </c:pt>
                <c:pt idx="57798">
                  <c:v>24.5</c:v>
                </c:pt>
                <c:pt idx="57799">
                  <c:v>24.5</c:v>
                </c:pt>
                <c:pt idx="57800">
                  <c:v>24.5</c:v>
                </c:pt>
                <c:pt idx="57801">
                  <c:v>24.5</c:v>
                </c:pt>
                <c:pt idx="57802">
                  <c:v>24.5</c:v>
                </c:pt>
                <c:pt idx="57803">
                  <c:v>24.5</c:v>
                </c:pt>
                <c:pt idx="57804">
                  <c:v>24.5</c:v>
                </c:pt>
                <c:pt idx="57805">
                  <c:v>24.5</c:v>
                </c:pt>
                <c:pt idx="57806">
                  <c:v>24.5</c:v>
                </c:pt>
                <c:pt idx="57807">
                  <c:v>24.5</c:v>
                </c:pt>
                <c:pt idx="57808">
                  <c:v>24.5</c:v>
                </c:pt>
                <c:pt idx="57809">
                  <c:v>24.5</c:v>
                </c:pt>
                <c:pt idx="57810">
                  <c:v>24.5</c:v>
                </c:pt>
                <c:pt idx="57811">
                  <c:v>24.5</c:v>
                </c:pt>
                <c:pt idx="57812">
                  <c:v>24.5</c:v>
                </c:pt>
                <c:pt idx="57813">
                  <c:v>24.5</c:v>
                </c:pt>
                <c:pt idx="57814">
                  <c:v>24.5</c:v>
                </c:pt>
                <c:pt idx="57815">
                  <c:v>24.5</c:v>
                </c:pt>
                <c:pt idx="57816">
                  <c:v>24.5</c:v>
                </c:pt>
                <c:pt idx="57817">
                  <c:v>24.5</c:v>
                </c:pt>
                <c:pt idx="57818">
                  <c:v>24.5</c:v>
                </c:pt>
                <c:pt idx="57819">
                  <c:v>24.5</c:v>
                </c:pt>
                <c:pt idx="57820">
                  <c:v>24.5</c:v>
                </c:pt>
                <c:pt idx="57821">
                  <c:v>24.5</c:v>
                </c:pt>
                <c:pt idx="57822">
                  <c:v>24.5</c:v>
                </c:pt>
                <c:pt idx="57823">
                  <c:v>24.5</c:v>
                </c:pt>
                <c:pt idx="57824">
                  <c:v>24.5</c:v>
                </c:pt>
                <c:pt idx="57825">
                  <c:v>24.5</c:v>
                </c:pt>
                <c:pt idx="57826">
                  <c:v>24.5</c:v>
                </c:pt>
                <c:pt idx="57827">
                  <c:v>24.5</c:v>
                </c:pt>
                <c:pt idx="57828">
                  <c:v>24.5</c:v>
                </c:pt>
                <c:pt idx="57829">
                  <c:v>24.5</c:v>
                </c:pt>
                <c:pt idx="57830">
                  <c:v>24.5</c:v>
                </c:pt>
                <c:pt idx="57831">
                  <c:v>24.5</c:v>
                </c:pt>
                <c:pt idx="57832">
                  <c:v>24.5</c:v>
                </c:pt>
                <c:pt idx="57833">
                  <c:v>24.5</c:v>
                </c:pt>
                <c:pt idx="57834">
                  <c:v>24.5</c:v>
                </c:pt>
                <c:pt idx="57835">
                  <c:v>24.5</c:v>
                </c:pt>
                <c:pt idx="57836">
                  <c:v>24.5</c:v>
                </c:pt>
                <c:pt idx="57837">
                  <c:v>24.5</c:v>
                </c:pt>
                <c:pt idx="57838">
                  <c:v>24.5</c:v>
                </c:pt>
                <c:pt idx="57839">
                  <c:v>24.5</c:v>
                </c:pt>
                <c:pt idx="57840">
                  <c:v>24.5</c:v>
                </c:pt>
                <c:pt idx="57841">
                  <c:v>24.5</c:v>
                </c:pt>
                <c:pt idx="57842">
                  <c:v>24.5</c:v>
                </c:pt>
                <c:pt idx="57843">
                  <c:v>24.5</c:v>
                </c:pt>
                <c:pt idx="57844">
                  <c:v>24.5</c:v>
                </c:pt>
                <c:pt idx="57845">
                  <c:v>24.5</c:v>
                </c:pt>
                <c:pt idx="57846">
                  <c:v>24.5</c:v>
                </c:pt>
                <c:pt idx="57847">
                  <c:v>24.5</c:v>
                </c:pt>
                <c:pt idx="57848">
                  <c:v>24.5</c:v>
                </c:pt>
                <c:pt idx="57849">
                  <c:v>24.5</c:v>
                </c:pt>
                <c:pt idx="57850">
                  <c:v>24.5</c:v>
                </c:pt>
                <c:pt idx="57851">
                  <c:v>24.5</c:v>
                </c:pt>
                <c:pt idx="57852">
                  <c:v>24.5</c:v>
                </c:pt>
                <c:pt idx="57853">
                  <c:v>24.5</c:v>
                </c:pt>
                <c:pt idx="57854">
                  <c:v>24.5</c:v>
                </c:pt>
                <c:pt idx="57855">
                  <c:v>24.5</c:v>
                </c:pt>
                <c:pt idx="57856">
                  <c:v>24.5</c:v>
                </c:pt>
                <c:pt idx="57857">
                  <c:v>24.5</c:v>
                </c:pt>
                <c:pt idx="57858">
                  <c:v>24.5</c:v>
                </c:pt>
                <c:pt idx="57859">
                  <c:v>24.5</c:v>
                </c:pt>
                <c:pt idx="57860">
                  <c:v>24.5</c:v>
                </c:pt>
                <c:pt idx="57861">
                  <c:v>24.5</c:v>
                </c:pt>
                <c:pt idx="57862">
                  <c:v>24.5</c:v>
                </c:pt>
                <c:pt idx="57863">
                  <c:v>24.5</c:v>
                </c:pt>
                <c:pt idx="57864">
                  <c:v>24.5</c:v>
                </c:pt>
                <c:pt idx="57865">
                  <c:v>24.5</c:v>
                </c:pt>
                <c:pt idx="57866">
                  <c:v>24.5</c:v>
                </c:pt>
                <c:pt idx="57867">
                  <c:v>24.5</c:v>
                </c:pt>
                <c:pt idx="57868">
                  <c:v>24.5</c:v>
                </c:pt>
                <c:pt idx="57869">
                  <c:v>24.5</c:v>
                </c:pt>
                <c:pt idx="57870">
                  <c:v>24.5</c:v>
                </c:pt>
                <c:pt idx="57871">
                  <c:v>24.5</c:v>
                </c:pt>
                <c:pt idx="57872">
                  <c:v>24.5</c:v>
                </c:pt>
                <c:pt idx="57873">
                  <c:v>24.5</c:v>
                </c:pt>
                <c:pt idx="57874">
                  <c:v>24.5</c:v>
                </c:pt>
                <c:pt idx="57875">
                  <c:v>24.5</c:v>
                </c:pt>
                <c:pt idx="57876">
                  <c:v>24.5</c:v>
                </c:pt>
                <c:pt idx="57877">
                  <c:v>24.5</c:v>
                </c:pt>
                <c:pt idx="57878">
                  <c:v>24.5</c:v>
                </c:pt>
                <c:pt idx="57879">
                  <c:v>24.5</c:v>
                </c:pt>
                <c:pt idx="57880">
                  <c:v>24.5</c:v>
                </c:pt>
                <c:pt idx="57881">
                  <c:v>24.5</c:v>
                </c:pt>
                <c:pt idx="57882">
                  <c:v>24.5</c:v>
                </c:pt>
                <c:pt idx="57883">
                  <c:v>24.5</c:v>
                </c:pt>
                <c:pt idx="57884">
                  <c:v>24.5</c:v>
                </c:pt>
                <c:pt idx="57885">
                  <c:v>24.5</c:v>
                </c:pt>
                <c:pt idx="57886">
                  <c:v>24.5</c:v>
                </c:pt>
                <c:pt idx="57887">
                  <c:v>24.5</c:v>
                </c:pt>
                <c:pt idx="57888">
                  <c:v>24.5</c:v>
                </c:pt>
                <c:pt idx="57889">
                  <c:v>24.5</c:v>
                </c:pt>
                <c:pt idx="57890">
                  <c:v>24.5</c:v>
                </c:pt>
                <c:pt idx="57891">
                  <c:v>24.5</c:v>
                </c:pt>
                <c:pt idx="57892">
                  <c:v>24.5</c:v>
                </c:pt>
                <c:pt idx="57893">
                  <c:v>24.5</c:v>
                </c:pt>
                <c:pt idx="57894">
                  <c:v>24.5</c:v>
                </c:pt>
                <c:pt idx="57895">
                  <c:v>24.5</c:v>
                </c:pt>
                <c:pt idx="57896">
                  <c:v>24.5</c:v>
                </c:pt>
                <c:pt idx="57897">
                  <c:v>24.5</c:v>
                </c:pt>
                <c:pt idx="57898">
                  <c:v>24.5</c:v>
                </c:pt>
                <c:pt idx="57899">
                  <c:v>24.5</c:v>
                </c:pt>
                <c:pt idx="57900">
                  <c:v>24.5</c:v>
                </c:pt>
                <c:pt idx="57901">
                  <c:v>24.5</c:v>
                </c:pt>
                <c:pt idx="57902">
                  <c:v>24.5</c:v>
                </c:pt>
                <c:pt idx="57903">
                  <c:v>24.5</c:v>
                </c:pt>
                <c:pt idx="57904">
                  <c:v>24.5</c:v>
                </c:pt>
                <c:pt idx="57905">
                  <c:v>24.5</c:v>
                </c:pt>
                <c:pt idx="57906">
                  <c:v>24.5</c:v>
                </c:pt>
                <c:pt idx="57907">
                  <c:v>24.5</c:v>
                </c:pt>
                <c:pt idx="57908">
                  <c:v>24.5</c:v>
                </c:pt>
                <c:pt idx="57909">
                  <c:v>24.5</c:v>
                </c:pt>
                <c:pt idx="57910">
                  <c:v>24.5</c:v>
                </c:pt>
                <c:pt idx="57911">
                  <c:v>24.5</c:v>
                </c:pt>
                <c:pt idx="57912">
                  <c:v>24.5</c:v>
                </c:pt>
                <c:pt idx="57913">
                  <c:v>24.5</c:v>
                </c:pt>
                <c:pt idx="57914">
                  <c:v>24.5</c:v>
                </c:pt>
                <c:pt idx="57915">
                  <c:v>24.5</c:v>
                </c:pt>
                <c:pt idx="57916">
                  <c:v>24.5</c:v>
                </c:pt>
                <c:pt idx="57917">
                  <c:v>24.5</c:v>
                </c:pt>
                <c:pt idx="57918">
                  <c:v>24.5</c:v>
                </c:pt>
                <c:pt idx="57919">
                  <c:v>24.5</c:v>
                </c:pt>
                <c:pt idx="57920">
                  <c:v>24.5</c:v>
                </c:pt>
                <c:pt idx="57921">
                  <c:v>24.5</c:v>
                </c:pt>
                <c:pt idx="57922">
                  <c:v>24.5</c:v>
                </c:pt>
                <c:pt idx="57923">
                  <c:v>24.5</c:v>
                </c:pt>
                <c:pt idx="57924">
                  <c:v>24.5</c:v>
                </c:pt>
                <c:pt idx="57925">
                  <c:v>24.5</c:v>
                </c:pt>
                <c:pt idx="57926">
                  <c:v>24.5</c:v>
                </c:pt>
                <c:pt idx="57927">
                  <c:v>24.5</c:v>
                </c:pt>
                <c:pt idx="57928">
                  <c:v>24.5</c:v>
                </c:pt>
                <c:pt idx="57929">
                  <c:v>24.5</c:v>
                </c:pt>
                <c:pt idx="57930">
                  <c:v>24.5</c:v>
                </c:pt>
                <c:pt idx="57931">
                  <c:v>24.5</c:v>
                </c:pt>
                <c:pt idx="57932">
                  <c:v>24.5</c:v>
                </c:pt>
                <c:pt idx="57933">
                  <c:v>24.5</c:v>
                </c:pt>
                <c:pt idx="57934">
                  <c:v>24.5</c:v>
                </c:pt>
                <c:pt idx="57935">
                  <c:v>24.5</c:v>
                </c:pt>
                <c:pt idx="57936">
                  <c:v>24.5</c:v>
                </c:pt>
                <c:pt idx="57937">
                  <c:v>24.5</c:v>
                </c:pt>
                <c:pt idx="57938">
                  <c:v>24.5</c:v>
                </c:pt>
                <c:pt idx="57939">
                  <c:v>24.5</c:v>
                </c:pt>
                <c:pt idx="57940">
                  <c:v>24.5</c:v>
                </c:pt>
                <c:pt idx="57941">
                  <c:v>24.5</c:v>
                </c:pt>
                <c:pt idx="57942">
                  <c:v>24.5</c:v>
                </c:pt>
                <c:pt idx="57943">
                  <c:v>24.5</c:v>
                </c:pt>
                <c:pt idx="57944">
                  <c:v>24.5</c:v>
                </c:pt>
                <c:pt idx="57945">
                  <c:v>24.5</c:v>
                </c:pt>
                <c:pt idx="57946">
                  <c:v>24.5</c:v>
                </c:pt>
                <c:pt idx="57947">
                  <c:v>24.5</c:v>
                </c:pt>
                <c:pt idx="57948">
                  <c:v>24.5</c:v>
                </c:pt>
                <c:pt idx="57949">
                  <c:v>24.5</c:v>
                </c:pt>
                <c:pt idx="57950">
                  <c:v>24.5</c:v>
                </c:pt>
                <c:pt idx="57951">
                  <c:v>24.5</c:v>
                </c:pt>
                <c:pt idx="57952">
                  <c:v>24.5</c:v>
                </c:pt>
                <c:pt idx="57953">
                  <c:v>24.5</c:v>
                </c:pt>
                <c:pt idx="57954">
                  <c:v>24.5</c:v>
                </c:pt>
                <c:pt idx="57955">
                  <c:v>24.5</c:v>
                </c:pt>
                <c:pt idx="57956">
                  <c:v>24.5</c:v>
                </c:pt>
                <c:pt idx="57957">
                  <c:v>24.5</c:v>
                </c:pt>
                <c:pt idx="57958">
                  <c:v>24.5</c:v>
                </c:pt>
                <c:pt idx="57959">
                  <c:v>24.5</c:v>
                </c:pt>
                <c:pt idx="57960">
                  <c:v>24.5</c:v>
                </c:pt>
                <c:pt idx="57961">
                  <c:v>24.5</c:v>
                </c:pt>
                <c:pt idx="57962">
                  <c:v>24.5</c:v>
                </c:pt>
                <c:pt idx="57963">
                  <c:v>24.5</c:v>
                </c:pt>
                <c:pt idx="57964">
                  <c:v>24.5</c:v>
                </c:pt>
                <c:pt idx="57965">
                  <c:v>24.5</c:v>
                </c:pt>
                <c:pt idx="57966">
                  <c:v>24.5</c:v>
                </c:pt>
                <c:pt idx="57967">
                  <c:v>24.5</c:v>
                </c:pt>
                <c:pt idx="57968">
                  <c:v>24.5</c:v>
                </c:pt>
                <c:pt idx="57969">
                  <c:v>24.45</c:v>
                </c:pt>
                <c:pt idx="57970">
                  <c:v>24.5</c:v>
                </c:pt>
                <c:pt idx="57971">
                  <c:v>24.45</c:v>
                </c:pt>
                <c:pt idx="57972">
                  <c:v>24.45</c:v>
                </c:pt>
                <c:pt idx="57973">
                  <c:v>24.45</c:v>
                </c:pt>
                <c:pt idx="57974">
                  <c:v>24.45</c:v>
                </c:pt>
                <c:pt idx="57975">
                  <c:v>24.45</c:v>
                </c:pt>
                <c:pt idx="57976">
                  <c:v>24.45</c:v>
                </c:pt>
                <c:pt idx="57977">
                  <c:v>24.45</c:v>
                </c:pt>
                <c:pt idx="57978">
                  <c:v>24.45</c:v>
                </c:pt>
                <c:pt idx="57979">
                  <c:v>24.45</c:v>
                </c:pt>
                <c:pt idx="57980">
                  <c:v>24.45</c:v>
                </c:pt>
                <c:pt idx="57981">
                  <c:v>24.45</c:v>
                </c:pt>
                <c:pt idx="57982">
                  <c:v>24.45</c:v>
                </c:pt>
                <c:pt idx="57983">
                  <c:v>24.45</c:v>
                </c:pt>
                <c:pt idx="57984">
                  <c:v>24.45</c:v>
                </c:pt>
                <c:pt idx="57985">
                  <c:v>24.45</c:v>
                </c:pt>
                <c:pt idx="57986">
                  <c:v>24.5</c:v>
                </c:pt>
                <c:pt idx="57987">
                  <c:v>24.45</c:v>
                </c:pt>
                <c:pt idx="57988">
                  <c:v>24.45</c:v>
                </c:pt>
                <c:pt idx="57989">
                  <c:v>24.45</c:v>
                </c:pt>
                <c:pt idx="57990">
                  <c:v>24.45</c:v>
                </c:pt>
                <c:pt idx="57991">
                  <c:v>24.45</c:v>
                </c:pt>
                <c:pt idx="57992">
                  <c:v>24.5</c:v>
                </c:pt>
                <c:pt idx="57993">
                  <c:v>24.5</c:v>
                </c:pt>
                <c:pt idx="57994">
                  <c:v>24.45</c:v>
                </c:pt>
                <c:pt idx="57995">
                  <c:v>24.5</c:v>
                </c:pt>
                <c:pt idx="57996">
                  <c:v>24.45</c:v>
                </c:pt>
                <c:pt idx="57997">
                  <c:v>24.5</c:v>
                </c:pt>
                <c:pt idx="57998">
                  <c:v>24.45</c:v>
                </c:pt>
                <c:pt idx="57999">
                  <c:v>24.45</c:v>
                </c:pt>
                <c:pt idx="58000">
                  <c:v>24.5</c:v>
                </c:pt>
                <c:pt idx="58001">
                  <c:v>24.5</c:v>
                </c:pt>
                <c:pt idx="58002">
                  <c:v>24.5</c:v>
                </c:pt>
                <c:pt idx="58003">
                  <c:v>24.45</c:v>
                </c:pt>
                <c:pt idx="58004">
                  <c:v>24.45</c:v>
                </c:pt>
                <c:pt idx="58005">
                  <c:v>24.45</c:v>
                </c:pt>
                <c:pt idx="58006">
                  <c:v>24.45</c:v>
                </c:pt>
                <c:pt idx="58007">
                  <c:v>24.45</c:v>
                </c:pt>
                <c:pt idx="58008">
                  <c:v>24.45</c:v>
                </c:pt>
                <c:pt idx="58009">
                  <c:v>24.45</c:v>
                </c:pt>
                <c:pt idx="58010">
                  <c:v>24.45</c:v>
                </c:pt>
                <c:pt idx="58011">
                  <c:v>24.5</c:v>
                </c:pt>
                <c:pt idx="58012">
                  <c:v>24.45</c:v>
                </c:pt>
                <c:pt idx="58013">
                  <c:v>24.45</c:v>
                </c:pt>
                <c:pt idx="58014">
                  <c:v>24.45</c:v>
                </c:pt>
                <c:pt idx="58015">
                  <c:v>24.45</c:v>
                </c:pt>
                <c:pt idx="58016">
                  <c:v>24.45</c:v>
                </c:pt>
                <c:pt idx="58017">
                  <c:v>24.45</c:v>
                </c:pt>
                <c:pt idx="58018">
                  <c:v>24.45</c:v>
                </c:pt>
                <c:pt idx="58019">
                  <c:v>24.45</c:v>
                </c:pt>
                <c:pt idx="58020">
                  <c:v>24.45</c:v>
                </c:pt>
                <c:pt idx="58021">
                  <c:v>24.45</c:v>
                </c:pt>
                <c:pt idx="58022">
                  <c:v>24.45</c:v>
                </c:pt>
                <c:pt idx="58023">
                  <c:v>24.45</c:v>
                </c:pt>
                <c:pt idx="58024">
                  <c:v>24.45</c:v>
                </c:pt>
                <c:pt idx="58025">
                  <c:v>24.45</c:v>
                </c:pt>
                <c:pt idx="58026">
                  <c:v>24.45</c:v>
                </c:pt>
                <c:pt idx="58027">
                  <c:v>24.45</c:v>
                </c:pt>
                <c:pt idx="58028">
                  <c:v>24.45</c:v>
                </c:pt>
                <c:pt idx="58029">
                  <c:v>24.45</c:v>
                </c:pt>
                <c:pt idx="58030">
                  <c:v>24.45</c:v>
                </c:pt>
                <c:pt idx="58031">
                  <c:v>24.45</c:v>
                </c:pt>
                <c:pt idx="58032">
                  <c:v>24.45</c:v>
                </c:pt>
                <c:pt idx="58033">
                  <c:v>24.45</c:v>
                </c:pt>
                <c:pt idx="58034">
                  <c:v>24.45</c:v>
                </c:pt>
                <c:pt idx="58035">
                  <c:v>24.45</c:v>
                </c:pt>
                <c:pt idx="58036">
                  <c:v>24.45</c:v>
                </c:pt>
                <c:pt idx="58037">
                  <c:v>24.45</c:v>
                </c:pt>
                <c:pt idx="58038">
                  <c:v>24.45</c:v>
                </c:pt>
                <c:pt idx="58039">
                  <c:v>24.45</c:v>
                </c:pt>
                <c:pt idx="58040">
                  <c:v>24.45</c:v>
                </c:pt>
                <c:pt idx="58041">
                  <c:v>24.45</c:v>
                </c:pt>
                <c:pt idx="58042">
                  <c:v>24.45</c:v>
                </c:pt>
                <c:pt idx="58043">
                  <c:v>24.45</c:v>
                </c:pt>
                <c:pt idx="58044">
                  <c:v>24.45</c:v>
                </c:pt>
                <c:pt idx="58045">
                  <c:v>24.45</c:v>
                </c:pt>
                <c:pt idx="58046">
                  <c:v>24.45</c:v>
                </c:pt>
                <c:pt idx="58047">
                  <c:v>24.45</c:v>
                </c:pt>
                <c:pt idx="58048">
                  <c:v>24.45</c:v>
                </c:pt>
                <c:pt idx="58049">
                  <c:v>24.45</c:v>
                </c:pt>
                <c:pt idx="58050">
                  <c:v>24.45</c:v>
                </c:pt>
                <c:pt idx="58051">
                  <c:v>24.45</c:v>
                </c:pt>
                <c:pt idx="58052">
                  <c:v>24.45</c:v>
                </c:pt>
                <c:pt idx="58053">
                  <c:v>24.45</c:v>
                </c:pt>
                <c:pt idx="58054">
                  <c:v>24.45</c:v>
                </c:pt>
                <c:pt idx="58055">
                  <c:v>24.45</c:v>
                </c:pt>
                <c:pt idx="58056">
                  <c:v>24.45</c:v>
                </c:pt>
                <c:pt idx="58057">
                  <c:v>24.45</c:v>
                </c:pt>
                <c:pt idx="58058">
                  <c:v>24.45</c:v>
                </c:pt>
                <c:pt idx="58059">
                  <c:v>24.45</c:v>
                </c:pt>
                <c:pt idx="58060">
                  <c:v>24.45</c:v>
                </c:pt>
                <c:pt idx="58061">
                  <c:v>24.45</c:v>
                </c:pt>
                <c:pt idx="58062">
                  <c:v>24.45</c:v>
                </c:pt>
                <c:pt idx="58063">
                  <c:v>24.45</c:v>
                </c:pt>
                <c:pt idx="58064">
                  <c:v>24.45</c:v>
                </c:pt>
                <c:pt idx="58065">
                  <c:v>24.45</c:v>
                </c:pt>
                <c:pt idx="58066">
                  <c:v>24.5</c:v>
                </c:pt>
                <c:pt idx="58067">
                  <c:v>24.5</c:v>
                </c:pt>
                <c:pt idx="58068">
                  <c:v>24.45</c:v>
                </c:pt>
                <c:pt idx="58069">
                  <c:v>24.5</c:v>
                </c:pt>
                <c:pt idx="58070">
                  <c:v>24.45</c:v>
                </c:pt>
                <c:pt idx="58071">
                  <c:v>24.5</c:v>
                </c:pt>
                <c:pt idx="58072">
                  <c:v>24.45</c:v>
                </c:pt>
                <c:pt idx="58073">
                  <c:v>24.45</c:v>
                </c:pt>
                <c:pt idx="58074">
                  <c:v>24.45</c:v>
                </c:pt>
                <c:pt idx="58075">
                  <c:v>24.45</c:v>
                </c:pt>
                <c:pt idx="58076">
                  <c:v>24.45</c:v>
                </c:pt>
                <c:pt idx="58077">
                  <c:v>24.45</c:v>
                </c:pt>
                <c:pt idx="58078">
                  <c:v>24.45</c:v>
                </c:pt>
                <c:pt idx="58079">
                  <c:v>24.45</c:v>
                </c:pt>
                <c:pt idx="58080">
                  <c:v>24.45</c:v>
                </c:pt>
                <c:pt idx="58081">
                  <c:v>24.45</c:v>
                </c:pt>
                <c:pt idx="58082">
                  <c:v>24.45</c:v>
                </c:pt>
                <c:pt idx="58083">
                  <c:v>24.45</c:v>
                </c:pt>
                <c:pt idx="58084">
                  <c:v>24.45</c:v>
                </c:pt>
                <c:pt idx="58085">
                  <c:v>24.45</c:v>
                </c:pt>
                <c:pt idx="58086">
                  <c:v>24.45</c:v>
                </c:pt>
                <c:pt idx="58087">
                  <c:v>24.45</c:v>
                </c:pt>
                <c:pt idx="58088">
                  <c:v>24.45</c:v>
                </c:pt>
                <c:pt idx="58089">
                  <c:v>24.45</c:v>
                </c:pt>
                <c:pt idx="58090">
                  <c:v>24.45</c:v>
                </c:pt>
                <c:pt idx="58091">
                  <c:v>24.45</c:v>
                </c:pt>
                <c:pt idx="58092">
                  <c:v>24.45</c:v>
                </c:pt>
                <c:pt idx="58093">
                  <c:v>24.45</c:v>
                </c:pt>
                <c:pt idx="58094">
                  <c:v>24.5</c:v>
                </c:pt>
                <c:pt idx="58095">
                  <c:v>24.45</c:v>
                </c:pt>
                <c:pt idx="58096">
                  <c:v>24.5</c:v>
                </c:pt>
                <c:pt idx="58097">
                  <c:v>24.5</c:v>
                </c:pt>
                <c:pt idx="58098">
                  <c:v>24.5</c:v>
                </c:pt>
                <c:pt idx="58099">
                  <c:v>24.5</c:v>
                </c:pt>
                <c:pt idx="58100">
                  <c:v>24.45</c:v>
                </c:pt>
                <c:pt idx="58101">
                  <c:v>24.45</c:v>
                </c:pt>
                <c:pt idx="58102">
                  <c:v>24.45</c:v>
                </c:pt>
                <c:pt idx="58103">
                  <c:v>24.45</c:v>
                </c:pt>
                <c:pt idx="58104">
                  <c:v>24.45</c:v>
                </c:pt>
                <c:pt idx="58105">
                  <c:v>24.45</c:v>
                </c:pt>
                <c:pt idx="58106">
                  <c:v>24.45</c:v>
                </c:pt>
                <c:pt idx="58107">
                  <c:v>24.45</c:v>
                </c:pt>
                <c:pt idx="58108">
                  <c:v>24.45</c:v>
                </c:pt>
                <c:pt idx="58109">
                  <c:v>24.45</c:v>
                </c:pt>
                <c:pt idx="58110">
                  <c:v>24.45</c:v>
                </c:pt>
                <c:pt idx="58111">
                  <c:v>24.45</c:v>
                </c:pt>
                <c:pt idx="58112">
                  <c:v>24.45</c:v>
                </c:pt>
                <c:pt idx="58113">
                  <c:v>24.45</c:v>
                </c:pt>
                <c:pt idx="58114">
                  <c:v>24.45</c:v>
                </c:pt>
                <c:pt idx="58115">
                  <c:v>24.45</c:v>
                </c:pt>
                <c:pt idx="58116">
                  <c:v>24.45</c:v>
                </c:pt>
                <c:pt idx="58117">
                  <c:v>24.45</c:v>
                </c:pt>
                <c:pt idx="58118">
                  <c:v>24.45</c:v>
                </c:pt>
                <c:pt idx="58119">
                  <c:v>24.45</c:v>
                </c:pt>
                <c:pt idx="58120">
                  <c:v>24.45</c:v>
                </c:pt>
                <c:pt idx="58121">
                  <c:v>24.45</c:v>
                </c:pt>
                <c:pt idx="58122">
                  <c:v>24.5</c:v>
                </c:pt>
                <c:pt idx="58123">
                  <c:v>24.5</c:v>
                </c:pt>
                <c:pt idx="58124">
                  <c:v>24.5</c:v>
                </c:pt>
                <c:pt idx="58125">
                  <c:v>24.45</c:v>
                </c:pt>
                <c:pt idx="58126">
                  <c:v>24.5</c:v>
                </c:pt>
                <c:pt idx="58127">
                  <c:v>24.5</c:v>
                </c:pt>
                <c:pt idx="58128">
                  <c:v>24.5</c:v>
                </c:pt>
                <c:pt idx="58129">
                  <c:v>24.5</c:v>
                </c:pt>
                <c:pt idx="58130">
                  <c:v>24.45</c:v>
                </c:pt>
                <c:pt idx="58131">
                  <c:v>24.45</c:v>
                </c:pt>
                <c:pt idx="58132">
                  <c:v>24.5</c:v>
                </c:pt>
                <c:pt idx="58133">
                  <c:v>24.5</c:v>
                </c:pt>
                <c:pt idx="58134">
                  <c:v>24.5</c:v>
                </c:pt>
                <c:pt idx="58135">
                  <c:v>24.45</c:v>
                </c:pt>
                <c:pt idx="58136">
                  <c:v>24.5</c:v>
                </c:pt>
                <c:pt idx="58137">
                  <c:v>24.45</c:v>
                </c:pt>
                <c:pt idx="58138">
                  <c:v>24.5</c:v>
                </c:pt>
                <c:pt idx="58139">
                  <c:v>24.45</c:v>
                </c:pt>
                <c:pt idx="58140">
                  <c:v>24.45</c:v>
                </c:pt>
                <c:pt idx="58141">
                  <c:v>24.45</c:v>
                </c:pt>
                <c:pt idx="58142">
                  <c:v>24.45</c:v>
                </c:pt>
                <c:pt idx="58143">
                  <c:v>24.45</c:v>
                </c:pt>
                <c:pt idx="58144">
                  <c:v>24.45</c:v>
                </c:pt>
                <c:pt idx="58145">
                  <c:v>24.45</c:v>
                </c:pt>
                <c:pt idx="58146">
                  <c:v>24.45</c:v>
                </c:pt>
                <c:pt idx="58147">
                  <c:v>24.45</c:v>
                </c:pt>
                <c:pt idx="58148">
                  <c:v>24.5</c:v>
                </c:pt>
                <c:pt idx="58149">
                  <c:v>24.5</c:v>
                </c:pt>
                <c:pt idx="58150">
                  <c:v>24.5</c:v>
                </c:pt>
                <c:pt idx="58151">
                  <c:v>24.5</c:v>
                </c:pt>
                <c:pt idx="58152">
                  <c:v>24.5</c:v>
                </c:pt>
                <c:pt idx="58153">
                  <c:v>24.5</c:v>
                </c:pt>
                <c:pt idx="58154">
                  <c:v>24.5</c:v>
                </c:pt>
                <c:pt idx="58155">
                  <c:v>24.45</c:v>
                </c:pt>
                <c:pt idx="58156">
                  <c:v>24.5</c:v>
                </c:pt>
                <c:pt idx="58157">
                  <c:v>24.5</c:v>
                </c:pt>
                <c:pt idx="58158">
                  <c:v>24.5</c:v>
                </c:pt>
                <c:pt idx="58159">
                  <c:v>24.45</c:v>
                </c:pt>
                <c:pt idx="58160">
                  <c:v>24.5</c:v>
                </c:pt>
                <c:pt idx="58161">
                  <c:v>24.5</c:v>
                </c:pt>
                <c:pt idx="58162">
                  <c:v>24.5</c:v>
                </c:pt>
                <c:pt idx="58163">
                  <c:v>24.45</c:v>
                </c:pt>
                <c:pt idx="58164">
                  <c:v>24.45</c:v>
                </c:pt>
                <c:pt idx="58165">
                  <c:v>24.5</c:v>
                </c:pt>
                <c:pt idx="58166">
                  <c:v>24.45</c:v>
                </c:pt>
                <c:pt idx="58167">
                  <c:v>24.45</c:v>
                </c:pt>
                <c:pt idx="58168">
                  <c:v>24.45</c:v>
                </c:pt>
                <c:pt idx="58169">
                  <c:v>24.45</c:v>
                </c:pt>
                <c:pt idx="58170">
                  <c:v>24.45</c:v>
                </c:pt>
                <c:pt idx="58171">
                  <c:v>24.45</c:v>
                </c:pt>
                <c:pt idx="58172">
                  <c:v>24.5</c:v>
                </c:pt>
                <c:pt idx="58173">
                  <c:v>24.45</c:v>
                </c:pt>
                <c:pt idx="58174">
                  <c:v>24.5</c:v>
                </c:pt>
                <c:pt idx="58175">
                  <c:v>24.45</c:v>
                </c:pt>
                <c:pt idx="58176">
                  <c:v>24.5</c:v>
                </c:pt>
                <c:pt idx="58177">
                  <c:v>24.45</c:v>
                </c:pt>
                <c:pt idx="58178">
                  <c:v>24.45</c:v>
                </c:pt>
                <c:pt idx="58179">
                  <c:v>24.45</c:v>
                </c:pt>
                <c:pt idx="58180">
                  <c:v>24.45</c:v>
                </c:pt>
                <c:pt idx="58181">
                  <c:v>24.45</c:v>
                </c:pt>
                <c:pt idx="58182">
                  <c:v>24.45</c:v>
                </c:pt>
                <c:pt idx="58183">
                  <c:v>24.45</c:v>
                </c:pt>
                <c:pt idx="58184">
                  <c:v>24.45</c:v>
                </c:pt>
                <c:pt idx="58185">
                  <c:v>24.45</c:v>
                </c:pt>
                <c:pt idx="58186">
                  <c:v>24.45</c:v>
                </c:pt>
                <c:pt idx="58187">
                  <c:v>24.45</c:v>
                </c:pt>
                <c:pt idx="58188">
                  <c:v>24.45</c:v>
                </c:pt>
                <c:pt idx="58189">
                  <c:v>24.45</c:v>
                </c:pt>
                <c:pt idx="58190">
                  <c:v>24.45</c:v>
                </c:pt>
                <c:pt idx="58191">
                  <c:v>24.45</c:v>
                </c:pt>
                <c:pt idx="58192">
                  <c:v>24.45</c:v>
                </c:pt>
                <c:pt idx="58193">
                  <c:v>24.45</c:v>
                </c:pt>
                <c:pt idx="58194">
                  <c:v>24.45</c:v>
                </c:pt>
                <c:pt idx="58195">
                  <c:v>24.45</c:v>
                </c:pt>
                <c:pt idx="58196">
                  <c:v>24.45</c:v>
                </c:pt>
                <c:pt idx="58197">
                  <c:v>24.45</c:v>
                </c:pt>
                <c:pt idx="58198">
                  <c:v>24.45</c:v>
                </c:pt>
                <c:pt idx="58199">
                  <c:v>24.45</c:v>
                </c:pt>
                <c:pt idx="58200">
                  <c:v>24.45</c:v>
                </c:pt>
                <c:pt idx="58201">
                  <c:v>24.45</c:v>
                </c:pt>
                <c:pt idx="58202">
                  <c:v>24.45</c:v>
                </c:pt>
                <c:pt idx="58203">
                  <c:v>24.45</c:v>
                </c:pt>
                <c:pt idx="58204">
                  <c:v>24.45</c:v>
                </c:pt>
                <c:pt idx="58205">
                  <c:v>24.45</c:v>
                </c:pt>
                <c:pt idx="58206">
                  <c:v>24.45</c:v>
                </c:pt>
                <c:pt idx="58207">
                  <c:v>24.45</c:v>
                </c:pt>
                <c:pt idx="58208">
                  <c:v>24.45</c:v>
                </c:pt>
                <c:pt idx="58209">
                  <c:v>24.45</c:v>
                </c:pt>
                <c:pt idx="58210">
                  <c:v>24.45</c:v>
                </c:pt>
                <c:pt idx="58211">
                  <c:v>24.45</c:v>
                </c:pt>
                <c:pt idx="58212">
                  <c:v>24.45</c:v>
                </c:pt>
                <c:pt idx="58213">
                  <c:v>24.45</c:v>
                </c:pt>
                <c:pt idx="58214">
                  <c:v>24.45</c:v>
                </c:pt>
                <c:pt idx="58215">
                  <c:v>24.45</c:v>
                </c:pt>
                <c:pt idx="58216">
                  <c:v>24.45</c:v>
                </c:pt>
                <c:pt idx="58217">
                  <c:v>24.45</c:v>
                </c:pt>
                <c:pt idx="58218">
                  <c:v>24.45</c:v>
                </c:pt>
                <c:pt idx="58219">
                  <c:v>24.45</c:v>
                </c:pt>
                <c:pt idx="58220">
                  <c:v>24.45</c:v>
                </c:pt>
                <c:pt idx="58221">
                  <c:v>24.45</c:v>
                </c:pt>
                <c:pt idx="58222">
                  <c:v>24.45</c:v>
                </c:pt>
                <c:pt idx="58223">
                  <c:v>24.45</c:v>
                </c:pt>
                <c:pt idx="58224">
                  <c:v>24.45</c:v>
                </c:pt>
                <c:pt idx="58225">
                  <c:v>24.45</c:v>
                </c:pt>
                <c:pt idx="58226">
                  <c:v>24.45</c:v>
                </c:pt>
                <c:pt idx="58227">
                  <c:v>24.45</c:v>
                </c:pt>
                <c:pt idx="58228">
                  <c:v>24.45</c:v>
                </c:pt>
                <c:pt idx="58229">
                  <c:v>24.45</c:v>
                </c:pt>
                <c:pt idx="58230">
                  <c:v>24.45</c:v>
                </c:pt>
                <c:pt idx="58231">
                  <c:v>24.45</c:v>
                </c:pt>
                <c:pt idx="58232">
                  <c:v>24.45</c:v>
                </c:pt>
                <c:pt idx="58233">
                  <c:v>24.45</c:v>
                </c:pt>
                <c:pt idx="58234">
                  <c:v>24.45</c:v>
                </c:pt>
                <c:pt idx="58235">
                  <c:v>24.45</c:v>
                </c:pt>
                <c:pt idx="58236">
                  <c:v>24.45</c:v>
                </c:pt>
                <c:pt idx="58237">
                  <c:v>24.45</c:v>
                </c:pt>
                <c:pt idx="58238">
                  <c:v>24.45</c:v>
                </c:pt>
                <c:pt idx="58239">
                  <c:v>24.45</c:v>
                </c:pt>
                <c:pt idx="58240">
                  <c:v>24.45</c:v>
                </c:pt>
                <c:pt idx="58241">
                  <c:v>24.45</c:v>
                </c:pt>
                <c:pt idx="58242">
                  <c:v>24.45</c:v>
                </c:pt>
                <c:pt idx="58243">
                  <c:v>24.45</c:v>
                </c:pt>
                <c:pt idx="58244">
                  <c:v>24.45</c:v>
                </c:pt>
                <c:pt idx="58245">
                  <c:v>24.45</c:v>
                </c:pt>
                <c:pt idx="58246">
                  <c:v>24.45</c:v>
                </c:pt>
                <c:pt idx="58247">
                  <c:v>24.45</c:v>
                </c:pt>
                <c:pt idx="58248">
                  <c:v>24.45</c:v>
                </c:pt>
                <c:pt idx="58249">
                  <c:v>24.45</c:v>
                </c:pt>
                <c:pt idx="58250">
                  <c:v>24.45</c:v>
                </c:pt>
                <c:pt idx="58251">
                  <c:v>24.45</c:v>
                </c:pt>
                <c:pt idx="58252">
                  <c:v>24.45</c:v>
                </c:pt>
                <c:pt idx="58253">
                  <c:v>24.45</c:v>
                </c:pt>
                <c:pt idx="58254">
                  <c:v>24.45</c:v>
                </c:pt>
                <c:pt idx="58255">
                  <c:v>24.45</c:v>
                </c:pt>
                <c:pt idx="58256">
                  <c:v>24.45</c:v>
                </c:pt>
                <c:pt idx="58257">
                  <c:v>24.45</c:v>
                </c:pt>
                <c:pt idx="58258">
                  <c:v>24.45</c:v>
                </c:pt>
                <c:pt idx="58259">
                  <c:v>24.45</c:v>
                </c:pt>
                <c:pt idx="58260">
                  <c:v>24.45</c:v>
                </c:pt>
                <c:pt idx="58261">
                  <c:v>24.45</c:v>
                </c:pt>
                <c:pt idx="58262">
                  <c:v>24.45</c:v>
                </c:pt>
                <c:pt idx="58263">
                  <c:v>24.45</c:v>
                </c:pt>
                <c:pt idx="58264">
                  <c:v>24.45</c:v>
                </c:pt>
                <c:pt idx="58265">
                  <c:v>24.45</c:v>
                </c:pt>
                <c:pt idx="58266">
                  <c:v>24.45</c:v>
                </c:pt>
                <c:pt idx="58267">
                  <c:v>24.45</c:v>
                </c:pt>
                <c:pt idx="58268">
                  <c:v>24.45</c:v>
                </c:pt>
                <c:pt idx="58269">
                  <c:v>24.45</c:v>
                </c:pt>
                <c:pt idx="58270">
                  <c:v>24.45</c:v>
                </c:pt>
                <c:pt idx="58271">
                  <c:v>24.45</c:v>
                </c:pt>
                <c:pt idx="58272">
                  <c:v>24.45</c:v>
                </c:pt>
                <c:pt idx="58273">
                  <c:v>24.45</c:v>
                </c:pt>
                <c:pt idx="58274">
                  <c:v>24.45</c:v>
                </c:pt>
                <c:pt idx="58275">
                  <c:v>24.45</c:v>
                </c:pt>
                <c:pt idx="58276">
                  <c:v>24.45</c:v>
                </c:pt>
                <c:pt idx="58277">
                  <c:v>24.45</c:v>
                </c:pt>
                <c:pt idx="58278">
                  <c:v>24.45</c:v>
                </c:pt>
                <c:pt idx="58279">
                  <c:v>24.45</c:v>
                </c:pt>
                <c:pt idx="58280">
                  <c:v>24.45</c:v>
                </c:pt>
                <c:pt idx="58281">
                  <c:v>24.45</c:v>
                </c:pt>
                <c:pt idx="58282">
                  <c:v>24.45</c:v>
                </c:pt>
                <c:pt idx="58283">
                  <c:v>24.45</c:v>
                </c:pt>
                <c:pt idx="58284">
                  <c:v>24.45</c:v>
                </c:pt>
                <c:pt idx="58285">
                  <c:v>24.45</c:v>
                </c:pt>
                <c:pt idx="58286">
                  <c:v>24.45</c:v>
                </c:pt>
                <c:pt idx="58287">
                  <c:v>24.45</c:v>
                </c:pt>
                <c:pt idx="58288">
                  <c:v>24.45</c:v>
                </c:pt>
                <c:pt idx="58289">
                  <c:v>24.45</c:v>
                </c:pt>
                <c:pt idx="58290">
                  <c:v>24.45</c:v>
                </c:pt>
                <c:pt idx="58291">
                  <c:v>24.45</c:v>
                </c:pt>
                <c:pt idx="58292">
                  <c:v>24.45</c:v>
                </c:pt>
                <c:pt idx="58293">
                  <c:v>24.45</c:v>
                </c:pt>
                <c:pt idx="58294">
                  <c:v>24.45</c:v>
                </c:pt>
                <c:pt idx="58295">
                  <c:v>24.45</c:v>
                </c:pt>
                <c:pt idx="58296">
                  <c:v>24.45</c:v>
                </c:pt>
                <c:pt idx="58297">
                  <c:v>24.45</c:v>
                </c:pt>
                <c:pt idx="58298">
                  <c:v>24.45</c:v>
                </c:pt>
                <c:pt idx="58299">
                  <c:v>24.45</c:v>
                </c:pt>
                <c:pt idx="58300">
                  <c:v>24.45</c:v>
                </c:pt>
                <c:pt idx="58301">
                  <c:v>24.45</c:v>
                </c:pt>
                <c:pt idx="58302">
                  <c:v>24.45</c:v>
                </c:pt>
                <c:pt idx="58303">
                  <c:v>24.45</c:v>
                </c:pt>
                <c:pt idx="58304">
                  <c:v>24.45</c:v>
                </c:pt>
                <c:pt idx="58305">
                  <c:v>24.45</c:v>
                </c:pt>
                <c:pt idx="58306">
                  <c:v>24.45</c:v>
                </c:pt>
                <c:pt idx="58307">
                  <c:v>24.45</c:v>
                </c:pt>
                <c:pt idx="58308">
                  <c:v>24.45</c:v>
                </c:pt>
                <c:pt idx="58309">
                  <c:v>24.45</c:v>
                </c:pt>
                <c:pt idx="58310">
                  <c:v>24.45</c:v>
                </c:pt>
                <c:pt idx="58311">
                  <c:v>24.45</c:v>
                </c:pt>
                <c:pt idx="58312">
                  <c:v>24.45</c:v>
                </c:pt>
                <c:pt idx="58313">
                  <c:v>24.45</c:v>
                </c:pt>
                <c:pt idx="58314">
                  <c:v>24.45</c:v>
                </c:pt>
                <c:pt idx="58315">
                  <c:v>24.45</c:v>
                </c:pt>
                <c:pt idx="58316">
                  <c:v>24.45</c:v>
                </c:pt>
                <c:pt idx="58317">
                  <c:v>24.45</c:v>
                </c:pt>
                <c:pt idx="58318">
                  <c:v>24.45</c:v>
                </c:pt>
                <c:pt idx="58319">
                  <c:v>24.45</c:v>
                </c:pt>
                <c:pt idx="58320">
                  <c:v>24.45</c:v>
                </c:pt>
                <c:pt idx="58321">
                  <c:v>24.45</c:v>
                </c:pt>
                <c:pt idx="58322">
                  <c:v>24.45</c:v>
                </c:pt>
                <c:pt idx="58323">
                  <c:v>24.45</c:v>
                </c:pt>
                <c:pt idx="58324">
                  <c:v>24.45</c:v>
                </c:pt>
                <c:pt idx="58325">
                  <c:v>24.45</c:v>
                </c:pt>
                <c:pt idx="58326">
                  <c:v>24.45</c:v>
                </c:pt>
                <c:pt idx="58327">
                  <c:v>24.45</c:v>
                </c:pt>
                <c:pt idx="58328">
                  <c:v>24.45</c:v>
                </c:pt>
                <c:pt idx="58329">
                  <c:v>24.45</c:v>
                </c:pt>
                <c:pt idx="58330">
                  <c:v>24.45</c:v>
                </c:pt>
                <c:pt idx="58331">
                  <c:v>24.45</c:v>
                </c:pt>
                <c:pt idx="58332">
                  <c:v>24.45</c:v>
                </c:pt>
                <c:pt idx="58333">
                  <c:v>24.45</c:v>
                </c:pt>
                <c:pt idx="58334">
                  <c:v>24.45</c:v>
                </c:pt>
                <c:pt idx="58335">
                  <c:v>24.45</c:v>
                </c:pt>
                <c:pt idx="58336">
                  <c:v>24.45</c:v>
                </c:pt>
                <c:pt idx="58337">
                  <c:v>24.45</c:v>
                </c:pt>
                <c:pt idx="58338">
                  <c:v>24.45</c:v>
                </c:pt>
                <c:pt idx="58339">
                  <c:v>24.45</c:v>
                </c:pt>
                <c:pt idx="58340">
                  <c:v>24.45</c:v>
                </c:pt>
                <c:pt idx="58341">
                  <c:v>24.45</c:v>
                </c:pt>
                <c:pt idx="58342">
                  <c:v>24.45</c:v>
                </c:pt>
                <c:pt idx="58343">
                  <c:v>24.45</c:v>
                </c:pt>
                <c:pt idx="58344">
                  <c:v>24.45</c:v>
                </c:pt>
                <c:pt idx="58345">
                  <c:v>24.45</c:v>
                </c:pt>
                <c:pt idx="58346">
                  <c:v>24.45</c:v>
                </c:pt>
                <c:pt idx="58347">
                  <c:v>24.45</c:v>
                </c:pt>
                <c:pt idx="58348">
                  <c:v>24.45</c:v>
                </c:pt>
                <c:pt idx="58349">
                  <c:v>24.45</c:v>
                </c:pt>
                <c:pt idx="58350">
                  <c:v>24.45</c:v>
                </c:pt>
                <c:pt idx="58351">
                  <c:v>24.45</c:v>
                </c:pt>
                <c:pt idx="58352">
                  <c:v>24.45</c:v>
                </c:pt>
                <c:pt idx="58353">
                  <c:v>24.45</c:v>
                </c:pt>
                <c:pt idx="58354">
                  <c:v>24.45</c:v>
                </c:pt>
                <c:pt idx="58355">
                  <c:v>24.45</c:v>
                </c:pt>
                <c:pt idx="58356">
                  <c:v>24.45</c:v>
                </c:pt>
                <c:pt idx="58357">
                  <c:v>24.45</c:v>
                </c:pt>
                <c:pt idx="58358">
                  <c:v>24.45</c:v>
                </c:pt>
                <c:pt idx="58359">
                  <c:v>24.45</c:v>
                </c:pt>
                <c:pt idx="58360">
                  <c:v>24.45</c:v>
                </c:pt>
                <c:pt idx="58361">
                  <c:v>24.45</c:v>
                </c:pt>
                <c:pt idx="58362">
                  <c:v>24.45</c:v>
                </c:pt>
                <c:pt idx="58363">
                  <c:v>24.45</c:v>
                </c:pt>
                <c:pt idx="58364">
                  <c:v>24.45</c:v>
                </c:pt>
                <c:pt idx="58365">
                  <c:v>24.45</c:v>
                </c:pt>
                <c:pt idx="58366">
                  <c:v>24.45</c:v>
                </c:pt>
                <c:pt idx="58367">
                  <c:v>24.45</c:v>
                </c:pt>
                <c:pt idx="58368">
                  <c:v>24.45</c:v>
                </c:pt>
                <c:pt idx="58369">
                  <c:v>24.45</c:v>
                </c:pt>
                <c:pt idx="58370">
                  <c:v>24.45</c:v>
                </c:pt>
                <c:pt idx="58371">
                  <c:v>24.45</c:v>
                </c:pt>
                <c:pt idx="58372">
                  <c:v>24.45</c:v>
                </c:pt>
                <c:pt idx="58373">
                  <c:v>24.45</c:v>
                </c:pt>
                <c:pt idx="58374">
                  <c:v>24.45</c:v>
                </c:pt>
                <c:pt idx="58375">
                  <c:v>24.45</c:v>
                </c:pt>
                <c:pt idx="58376">
                  <c:v>24.45</c:v>
                </c:pt>
                <c:pt idx="58377">
                  <c:v>24.45</c:v>
                </c:pt>
                <c:pt idx="58378">
                  <c:v>24.45</c:v>
                </c:pt>
                <c:pt idx="58379">
                  <c:v>24.45</c:v>
                </c:pt>
                <c:pt idx="58380">
                  <c:v>24.45</c:v>
                </c:pt>
                <c:pt idx="58381">
                  <c:v>24.45</c:v>
                </c:pt>
                <c:pt idx="58382">
                  <c:v>24.45</c:v>
                </c:pt>
                <c:pt idx="58383">
                  <c:v>24.45</c:v>
                </c:pt>
                <c:pt idx="58384">
                  <c:v>24.45</c:v>
                </c:pt>
                <c:pt idx="58385">
                  <c:v>24.45</c:v>
                </c:pt>
                <c:pt idx="58386">
                  <c:v>24.45</c:v>
                </c:pt>
                <c:pt idx="58387">
                  <c:v>24.45</c:v>
                </c:pt>
                <c:pt idx="58388">
                  <c:v>24.45</c:v>
                </c:pt>
                <c:pt idx="58389">
                  <c:v>24.45</c:v>
                </c:pt>
                <c:pt idx="58390">
                  <c:v>24.45</c:v>
                </c:pt>
                <c:pt idx="58391">
                  <c:v>24.45</c:v>
                </c:pt>
                <c:pt idx="58392">
                  <c:v>24.45</c:v>
                </c:pt>
                <c:pt idx="58393">
                  <c:v>24.45</c:v>
                </c:pt>
                <c:pt idx="58394">
                  <c:v>24.45</c:v>
                </c:pt>
                <c:pt idx="58395">
                  <c:v>24.45</c:v>
                </c:pt>
                <c:pt idx="58396">
                  <c:v>24.45</c:v>
                </c:pt>
                <c:pt idx="58397">
                  <c:v>24.45</c:v>
                </c:pt>
                <c:pt idx="58398">
                  <c:v>24.45</c:v>
                </c:pt>
                <c:pt idx="58399">
                  <c:v>24.45</c:v>
                </c:pt>
                <c:pt idx="58400">
                  <c:v>24.45</c:v>
                </c:pt>
                <c:pt idx="58401">
                  <c:v>24.45</c:v>
                </c:pt>
                <c:pt idx="58402">
                  <c:v>24.45</c:v>
                </c:pt>
                <c:pt idx="58403">
                  <c:v>24.45</c:v>
                </c:pt>
                <c:pt idx="58404">
                  <c:v>24.45</c:v>
                </c:pt>
                <c:pt idx="58405">
                  <c:v>24.45</c:v>
                </c:pt>
                <c:pt idx="58406">
                  <c:v>24.45</c:v>
                </c:pt>
                <c:pt idx="58407">
                  <c:v>24.45</c:v>
                </c:pt>
                <c:pt idx="58408">
                  <c:v>24.45</c:v>
                </c:pt>
                <c:pt idx="58409">
                  <c:v>24.45</c:v>
                </c:pt>
                <c:pt idx="58410">
                  <c:v>24.45</c:v>
                </c:pt>
                <c:pt idx="58411">
                  <c:v>24.45</c:v>
                </c:pt>
                <c:pt idx="58412">
                  <c:v>24.45</c:v>
                </c:pt>
                <c:pt idx="58413">
                  <c:v>24.45</c:v>
                </c:pt>
                <c:pt idx="58414">
                  <c:v>24.45</c:v>
                </c:pt>
                <c:pt idx="58415">
                  <c:v>24.45</c:v>
                </c:pt>
                <c:pt idx="58416">
                  <c:v>24.45</c:v>
                </c:pt>
                <c:pt idx="58417">
                  <c:v>24.45</c:v>
                </c:pt>
                <c:pt idx="58418">
                  <c:v>24.45</c:v>
                </c:pt>
                <c:pt idx="58419">
                  <c:v>24.45</c:v>
                </c:pt>
                <c:pt idx="58420">
                  <c:v>24.45</c:v>
                </c:pt>
                <c:pt idx="58421">
                  <c:v>24.45</c:v>
                </c:pt>
                <c:pt idx="58422">
                  <c:v>24.45</c:v>
                </c:pt>
                <c:pt idx="58423">
                  <c:v>24.45</c:v>
                </c:pt>
                <c:pt idx="58424">
                  <c:v>24.45</c:v>
                </c:pt>
                <c:pt idx="58425">
                  <c:v>24.45</c:v>
                </c:pt>
                <c:pt idx="58426">
                  <c:v>24.45</c:v>
                </c:pt>
                <c:pt idx="58427">
                  <c:v>24.45</c:v>
                </c:pt>
                <c:pt idx="58428">
                  <c:v>24.45</c:v>
                </c:pt>
                <c:pt idx="58429">
                  <c:v>24.45</c:v>
                </c:pt>
                <c:pt idx="58430">
                  <c:v>24.45</c:v>
                </c:pt>
                <c:pt idx="58431">
                  <c:v>24.45</c:v>
                </c:pt>
                <c:pt idx="58432">
                  <c:v>24.45</c:v>
                </c:pt>
                <c:pt idx="58433">
                  <c:v>24.45</c:v>
                </c:pt>
                <c:pt idx="58434">
                  <c:v>24.45</c:v>
                </c:pt>
                <c:pt idx="58435">
                  <c:v>24.45</c:v>
                </c:pt>
                <c:pt idx="58436">
                  <c:v>24.45</c:v>
                </c:pt>
                <c:pt idx="58437">
                  <c:v>24.45</c:v>
                </c:pt>
                <c:pt idx="58438">
                  <c:v>24.45</c:v>
                </c:pt>
                <c:pt idx="58439">
                  <c:v>24.45</c:v>
                </c:pt>
                <c:pt idx="58440">
                  <c:v>24.45</c:v>
                </c:pt>
                <c:pt idx="58441">
                  <c:v>24.45</c:v>
                </c:pt>
                <c:pt idx="58442">
                  <c:v>24.45</c:v>
                </c:pt>
                <c:pt idx="58443">
                  <c:v>24.45</c:v>
                </c:pt>
                <c:pt idx="58444">
                  <c:v>24.45</c:v>
                </c:pt>
                <c:pt idx="58445">
                  <c:v>24.45</c:v>
                </c:pt>
                <c:pt idx="58446">
                  <c:v>24.45</c:v>
                </c:pt>
                <c:pt idx="58447">
                  <c:v>24.45</c:v>
                </c:pt>
                <c:pt idx="58448">
                  <c:v>24.45</c:v>
                </c:pt>
                <c:pt idx="58449">
                  <c:v>24.45</c:v>
                </c:pt>
                <c:pt idx="58450">
                  <c:v>24.45</c:v>
                </c:pt>
                <c:pt idx="58451">
                  <c:v>24.45</c:v>
                </c:pt>
                <c:pt idx="58452">
                  <c:v>24.45</c:v>
                </c:pt>
                <c:pt idx="58453">
                  <c:v>24.45</c:v>
                </c:pt>
                <c:pt idx="58454">
                  <c:v>24.45</c:v>
                </c:pt>
                <c:pt idx="58455">
                  <c:v>24.45</c:v>
                </c:pt>
                <c:pt idx="58456">
                  <c:v>24.45</c:v>
                </c:pt>
                <c:pt idx="58457">
                  <c:v>24.45</c:v>
                </c:pt>
                <c:pt idx="58458">
                  <c:v>24.45</c:v>
                </c:pt>
                <c:pt idx="58459">
                  <c:v>24.45</c:v>
                </c:pt>
                <c:pt idx="58460">
                  <c:v>24.45</c:v>
                </c:pt>
                <c:pt idx="58461">
                  <c:v>24.45</c:v>
                </c:pt>
                <c:pt idx="58462">
                  <c:v>24.45</c:v>
                </c:pt>
                <c:pt idx="58463">
                  <c:v>24.45</c:v>
                </c:pt>
                <c:pt idx="58464">
                  <c:v>24.45</c:v>
                </c:pt>
                <c:pt idx="58465">
                  <c:v>24.45</c:v>
                </c:pt>
                <c:pt idx="58466">
                  <c:v>24.45</c:v>
                </c:pt>
                <c:pt idx="58467">
                  <c:v>24.45</c:v>
                </c:pt>
                <c:pt idx="58468">
                  <c:v>24.45</c:v>
                </c:pt>
                <c:pt idx="58469">
                  <c:v>24.45</c:v>
                </c:pt>
                <c:pt idx="58470">
                  <c:v>24.45</c:v>
                </c:pt>
                <c:pt idx="58471">
                  <c:v>24.45</c:v>
                </c:pt>
                <c:pt idx="58472">
                  <c:v>24.45</c:v>
                </c:pt>
                <c:pt idx="58473">
                  <c:v>24.45</c:v>
                </c:pt>
                <c:pt idx="58474">
                  <c:v>24.45</c:v>
                </c:pt>
                <c:pt idx="58475">
                  <c:v>24.45</c:v>
                </c:pt>
                <c:pt idx="58476">
                  <c:v>24.45</c:v>
                </c:pt>
                <c:pt idx="58477">
                  <c:v>24.45</c:v>
                </c:pt>
                <c:pt idx="58478">
                  <c:v>24.45</c:v>
                </c:pt>
                <c:pt idx="58479">
                  <c:v>24.45</c:v>
                </c:pt>
                <c:pt idx="58480">
                  <c:v>24.45</c:v>
                </c:pt>
                <c:pt idx="58481">
                  <c:v>24.45</c:v>
                </c:pt>
                <c:pt idx="58482">
                  <c:v>24.45</c:v>
                </c:pt>
                <c:pt idx="58483">
                  <c:v>24.45</c:v>
                </c:pt>
                <c:pt idx="58484">
                  <c:v>24.45</c:v>
                </c:pt>
                <c:pt idx="58485">
                  <c:v>24.45</c:v>
                </c:pt>
                <c:pt idx="58486">
                  <c:v>24.45</c:v>
                </c:pt>
                <c:pt idx="58487">
                  <c:v>24.45</c:v>
                </c:pt>
                <c:pt idx="58488">
                  <c:v>24.45</c:v>
                </c:pt>
                <c:pt idx="58489">
                  <c:v>24.45</c:v>
                </c:pt>
                <c:pt idx="58490">
                  <c:v>24.45</c:v>
                </c:pt>
                <c:pt idx="58491">
                  <c:v>24.45</c:v>
                </c:pt>
                <c:pt idx="58492">
                  <c:v>24.4</c:v>
                </c:pt>
                <c:pt idx="58493">
                  <c:v>24.45</c:v>
                </c:pt>
                <c:pt idx="58494">
                  <c:v>24.4</c:v>
                </c:pt>
                <c:pt idx="58495">
                  <c:v>24.4</c:v>
                </c:pt>
                <c:pt idx="58496">
                  <c:v>24.45</c:v>
                </c:pt>
                <c:pt idx="58497">
                  <c:v>24.45</c:v>
                </c:pt>
                <c:pt idx="58498">
                  <c:v>24.45</c:v>
                </c:pt>
                <c:pt idx="58499">
                  <c:v>24.45</c:v>
                </c:pt>
                <c:pt idx="58500">
                  <c:v>24.45</c:v>
                </c:pt>
                <c:pt idx="58501">
                  <c:v>24.45</c:v>
                </c:pt>
                <c:pt idx="58502">
                  <c:v>24.45</c:v>
                </c:pt>
                <c:pt idx="58503">
                  <c:v>24.45</c:v>
                </c:pt>
                <c:pt idx="58504">
                  <c:v>24.45</c:v>
                </c:pt>
                <c:pt idx="58505">
                  <c:v>24.45</c:v>
                </c:pt>
                <c:pt idx="58506">
                  <c:v>24.45</c:v>
                </c:pt>
                <c:pt idx="58507">
                  <c:v>24.45</c:v>
                </c:pt>
                <c:pt idx="58508">
                  <c:v>24.45</c:v>
                </c:pt>
                <c:pt idx="58509">
                  <c:v>24.45</c:v>
                </c:pt>
                <c:pt idx="58510">
                  <c:v>24.45</c:v>
                </c:pt>
                <c:pt idx="58511">
                  <c:v>24.45</c:v>
                </c:pt>
                <c:pt idx="58512">
                  <c:v>24.45</c:v>
                </c:pt>
                <c:pt idx="58513">
                  <c:v>24.45</c:v>
                </c:pt>
                <c:pt idx="58514">
                  <c:v>24.45</c:v>
                </c:pt>
                <c:pt idx="58515">
                  <c:v>24.45</c:v>
                </c:pt>
                <c:pt idx="58516">
                  <c:v>24.45</c:v>
                </c:pt>
                <c:pt idx="58517">
                  <c:v>24.45</c:v>
                </c:pt>
                <c:pt idx="58518">
                  <c:v>24.45</c:v>
                </c:pt>
                <c:pt idx="58519">
                  <c:v>24.45</c:v>
                </c:pt>
                <c:pt idx="58520">
                  <c:v>24.45</c:v>
                </c:pt>
                <c:pt idx="58521">
                  <c:v>24.45</c:v>
                </c:pt>
                <c:pt idx="58522">
                  <c:v>24.45</c:v>
                </c:pt>
                <c:pt idx="58523">
                  <c:v>24.45</c:v>
                </c:pt>
                <c:pt idx="58524">
                  <c:v>24.45</c:v>
                </c:pt>
                <c:pt idx="58525">
                  <c:v>24.45</c:v>
                </c:pt>
                <c:pt idx="58526">
                  <c:v>24.45</c:v>
                </c:pt>
                <c:pt idx="58527">
                  <c:v>24.45</c:v>
                </c:pt>
                <c:pt idx="58528">
                  <c:v>24.45</c:v>
                </c:pt>
                <c:pt idx="58529">
                  <c:v>24.45</c:v>
                </c:pt>
                <c:pt idx="58530">
                  <c:v>24.45</c:v>
                </c:pt>
                <c:pt idx="58531">
                  <c:v>24.45</c:v>
                </c:pt>
                <c:pt idx="58532">
                  <c:v>24.45</c:v>
                </c:pt>
                <c:pt idx="58533">
                  <c:v>24.45</c:v>
                </c:pt>
                <c:pt idx="58534">
                  <c:v>24.45</c:v>
                </c:pt>
                <c:pt idx="58535">
                  <c:v>24.45</c:v>
                </c:pt>
                <c:pt idx="58536">
                  <c:v>24.45</c:v>
                </c:pt>
                <c:pt idx="58537">
                  <c:v>24.45</c:v>
                </c:pt>
                <c:pt idx="58538">
                  <c:v>24.45</c:v>
                </c:pt>
                <c:pt idx="58539">
                  <c:v>24.45</c:v>
                </c:pt>
                <c:pt idx="58540">
                  <c:v>24.45</c:v>
                </c:pt>
                <c:pt idx="58541">
                  <c:v>24.45</c:v>
                </c:pt>
                <c:pt idx="58542">
                  <c:v>24.45</c:v>
                </c:pt>
                <c:pt idx="58543">
                  <c:v>24.45</c:v>
                </c:pt>
                <c:pt idx="58544">
                  <c:v>24.45</c:v>
                </c:pt>
                <c:pt idx="58545">
                  <c:v>24.45</c:v>
                </c:pt>
                <c:pt idx="58546">
                  <c:v>24.45</c:v>
                </c:pt>
                <c:pt idx="58547">
                  <c:v>24.45</c:v>
                </c:pt>
                <c:pt idx="58548">
                  <c:v>24.45</c:v>
                </c:pt>
                <c:pt idx="58549">
                  <c:v>24.45</c:v>
                </c:pt>
                <c:pt idx="58550">
                  <c:v>24.45</c:v>
                </c:pt>
                <c:pt idx="58551">
                  <c:v>24.45</c:v>
                </c:pt>
                <c:pt idx="58552">
                  <c:v>24.45</c:v>
                </c:pt>
                <c:pt idx="58553">
                  <c:v>24.45</c:v>
                </c:pt>
                <c:pt idx="58554">
                  <c:v>24.45</c:v>
                </c:pt>
                <c:pt idx="58555">
                  <c:v>24.45</c:v>
                </c:pt>
                <c:pt idx="58556">
                  <c:v>24.45</c:v>
                </c:pt>
                <c:pt idx="58557">
                  <c:v>24.45</c:v>
                </c:pt>
                <c:pt idx="58558">
                  <c:v>24.45</c:v>
                </c:pt>
                <c:pt idx="58559">
                  <c:v>24.45</c:v>
                </c:pt>
                <c:pt idx="58560">
                  <c:v>24.45</c:v>
                </c:pt>
                <c:pt idx="58561">
                  <c:v>24.45</c:v>
                </c:pt>
                <c:pt idx="58562">
                  <c:v>24.45</c:v>
                </c:pt>
                <c:pt idx="58563">
                  <c:v>24.45</c:v>
                </c:pt>
                <c:pt idx="58564">
                  <c:v>24.45</c:v>
                </c:pt>
                <c:pt idx="58565">
                  <c:v>24.45</c:v>
                </c:pt>
                <c:pt idx="58566">
                  <c:v>24.45</c:v>
                </c:pt>
                <c:pt idx="58567">
                  <c:v>24.45</c:v>
                </c:pt>
                <c:pt idx="58568">
                  <c:v>24.45</c:v>
                </c:pt>
                <c:pt idx="58569">
                  <c:v>24.45</c:v>
                </c:pt>
                <c:pt idx="58570">
                  <c:v>24.45</c:v>
                </c:pt>
                <c:pt idx="58571">
                  <c:v>24.45</c:v>
                </c:pt>
                <c:pt idx="58572">
                  <c:v>24.45</c:v>
                </c:pt>
                <c:pt idx="58573">
                  <c:v>24.45</c:v>
                </c:pt>
                <c:pt idx="58574">
                  <c:v>24.45</c:v>
                </c:pt>
                <c:pt idx="58575">
                  <c:v>24.45</c:v>
                </c:pt>
                <c:pt idx="58576">
                  <c:v>24.45</c:v>
                </c:pt>
                <c:pt idx="58577">
                  <c:v>24.45</c:v>
                </c:pt>
                <c:pt idx="58578">
                  <c:v>24.45</c:v>
                </c:pt>
                <c:pt idx="58579">
                  <c:v>24.45</c:v>
                </c:pt>
                <c:pt idx="58580">
                  <c:v>24.45</c:v>
                </c:pt>
                <c:pt idx="58581">
                  <c:v>24.45</c:v>
                </c:pt>
                <c:pt idx="58582">
                  <c:v>24.45</c:v>
                </c:pt>
                <c:pt idx="58583">
                  <c:v>24.45</c:v>
                </c:pt>
                <c:pt idx="58584">
                  <c:v>24.45</c:v>
                </c:pt>
                <c:pt idx="58585">
                  <c:v>24.45</c:v>
                </c:pt>
                <c:pt idx="58586">
                  <c:v>24.45</c:v>
                </c:pt>
                <c:pt idx="58587">
                  <c:v>24.45</c:v>
                </c:pt>
                <c:pt idx="58588">
                  <c:v>24.45</c:v>
                </c:pt>
                <c:pt idx="58589">
                  <c:v>24.45</c:v>
                </c:pt>
                <c:pt idx="58590">
                  <c:v>24.45</c:v>
                </c:pt>
                <c:pt idx="58591">
                  <c:v>24.45</c:v>
                </c:pt>
                <c:pt idx="58592">
                  <c:v>24.4</c:v>
                </c:pt>
                <c:pt idx="58593">
                  <c:v>24.4</c:v>
                </c:pt>
                <c:pt idx="58594">
                  <c:v>24.4</c:v>
                </c:pt>
                <c:pt idx="58595">
                  <c:v>24.4</c:v>
                </c:pt>
                <c:pt idx="58596">
                  <c:v>24.4</c:v>
                </c:pt>
                <c:pt idx="58597">
                  <c:v>24.4</c:v>
                </c:pt>
                <c:pt idx="58598">
                  <c:v>24.4</c:v>
                </c:pt>
                <c:pt idx="58599">
                  <c:v>24.45</c:v>
                </c:pt>
                <c:pt idx="58600">
                  <c:v>24.45</c:v>
                </c:pt>
                <c:pt idx="58601">
                  <c:v>24.45</c:v>
                </c:pt>
                <c:pt idx="58602">
                  <c:v>24.45</c:v>
                </c:pt>
                <c:pt idx="58603">
                  <c:v>24.45</c:v>
                </c:pt>
                <c:pt idx="58604">
                  <c:v>24.45</c:v>
                </c:pt>
                <c:pt idx="58605">
                  <c:v>24.45</c:v>
                </c:pt>
                <c:pt idx="58606">
                  <c:v>24.45</c:v>
                </c:pt>
                <c:pt idx="58607">
                  <c:v>24.45</c:v>
                </c:pt>
                <c:pt idx="58608">
                  <c:v>24.45</c:v>
                </c:pt>
                <c:pt idx="58609">
                  <c:v>24.45</c:v>
                </c:pt>
                <c:pt idx="58610">
                  <c:v>24.45</c:v>
                </c:pt>
                <c:pt idx="58611">
                  <c:v>24.45</c:v>
                </c:pt>
                <c:pt idx="58612">
                  <c:v>24.45</c:v>
                </c:pt>
                <c:pt idx="58613">
                  <c:v>24.45</c:v>
                </c:pt>
                <c:pt idx="58614">
                  <c:v>24.45</c:v>
                </c:pt>
                <c:pt idx="58615">
                  <c:v>24.45</c:v>
                </c:pt>
                <c:pt idx="58616">
                  <c:v>24.45</c:v>
                </c:pt>
                <c:pt idx="58617">
                  <c:v>24.45</c:v>
                </c:pt>
                <c:pt idx="58618">
                  <c:v>24.45</c:v>
                </c:pt>
                <c:pt idx="58619">
                  <c:v>24.45</c:v>
                </c:pt>
                <c:pt idx="58620">
                  <c:v>24.45</c:v>
                </c:pt>
                <c:pt idx="58621">
                  <c:v>24.45</c:v>
                </c:pt>
                <c:pt idx="58622">
                  <c:v>24.45</c:v>
                </c:pt>
                <c:pt idx="58623">
                  <c:v>24.4</c:v>
                </c:pt>
                <c:pt idx="58624">
                  <c:v>24.45</c:v>
                </c:pt>
                <c:pt idx="58625">
                  <c:v>24.4</c:v>
                </c:pt>
                <c:pt idx="58626">
                  <c:v>24.4</c:v>
                </c:pt>
                <c:pt idx="58627">
                  <c:v>24.4</c:v>
                </c:pt>
                <c:pt idx="58628">
                  <c:v>24.4</c:v>
                </c:pt>
                <c:pt idx="58629">
                  <c:v>24.4</c:v>
                </c:pt>
                <c:pt idx="58630">
                  <c:v>24.4</c:v>
                </c:pt>
                <c:pt idx="58631">
                  <c:v>24.45</c:v>
                </c:pt>
                <c:pt idx="58632">
                  <c:v>24.4</c:v>
                </c:pt>
                <c:pt idx="58633">
                  <c:v>24.45</c:v>
                </c:pt>
                <c:pt idx="58634">
                  <c:v>24.45</c:v>
                </c:pt>
                <c:pt idx="58635">
                  <c:v>24.45</c:v>
                </c:pt>
                <c:pt idx="58636">
                  <c:v>24.45</c:v>
                </c:pt>
                <c:pt idx="58637">
                  <c:v>24.45</c:v>
                </c:pt>
                <c:pt idx="58638">
                  <c:v>24.45</c:v>
                </c:pt>
                <c:pt idx="58639">
                  <c:v>24.45</c:v>
                </c:pt>
                <c:pt idx="58640">
                  <c:v>24.45</c:v>
                </c:pt>
                <c:pt idx="58641">
                  <c:v>24.45</c:v>
                </c:pt>
                <c:pt idx="58642">
                  <c:v>24.45</c:v>
                </c:pt>
                <c:pt idx="58643">
                  <c:v>24.45</c:v>
                </c:pt>
                <c:pt idx="58644">
                  <c:v>24.45</c:v>
                </c:pt>
                <c:pt idx="58645">
                  <c:v>24.45</c:v>
                </c:pt>
                <c:pt idx="58646">
                  <c:v>24.45</c:v>
                </c:pt>
                <c:pt idx="58647">
                  <c:v>24.45</c:v>
                </c:pt>
                <c:pt idx="58648">
                  <c:v>24.45</c:v>
                </c:pt>
                <c:pt idx="58649">
                  <c:v>24.45</c:v>
                </c:pt>
                <c:pt idx="58650">
                  <c:v>24.45</c:v>
                </c:pt>
                <c:pt idx="58651">
                  <c:v>24.45</c:v>
                </c:pt>
                <c:pt idx="58652">
                  <c:v>24.45</c:v>
                </c:pt>
                <c:pt idx="58653">
                  <c:v>24.45</c:v>
                </c:pt>
                <c:pt idx="58654">
                  <c:v>24.45</c:v>
                </c:pt>
                <c:pt idx="58655">
                  <c:v>24.45</c:v>
                </c:pt>
                <c:pt idx="58656">
                  <c:v>24.45</c:v>
                </c:pt>
                <c:pt idx="58657">
                  <c:v>24.45</c:v>
                </c:pt>
                <c:pt idx="58658">
                  <c:v>24.45</c:v>
                </c:pt>
                <c:pt idx="58659">
                  <c:v>24.45</c:v>
                </c:pt>
                <c:pt idx="58660">
                  <c:v>24.45</c:v>
                </c:pt>
                <c:pt idx="58661">
                  <c:v>24.45</c:v>
                </c:pt>
                <c:pt idx="58662">
                  <c:v>24.45</c:v>
                </c:pt>
                <c:pt idx="58663">
                  <c:v>24.4</c:v>
                </c:pt>
                <c:pt idx="58664">
                  <c:v>24.4</c:v>
                </c:pt>
                <c:pt idx="58665">
                  <c:v>24.45</c:v>
                </c:pt>
                <c:pt idx="58666">
                  <c:v>24.4</c:v>
                </c:pt>
                <c:pt idx="58667">
                  <c:v>24.45</c:v>
                </c:pt>
                <c:pt idx="58668">
                  <c:v>24.45</c:v>
                </c:pt>
                <c:pt idx="58669">
                  <c:v>24.45</c:v>
                </c:pt>
                <c:pt idx="58670">
                  <c:v>24.45</c:v>
                </c:pt>
                <c:pt idx="58671">
                  <c:v>24.45</c:v>
                </c:pt>
                <c:pt idx="58672">
                  <c:v>24.45</c:v>
                </c:pt>
                <c:pt idx="58673">
                  <c:v>24.45</c:v>
                </c:pt>
                <c:pt idx="58674">
                  <c:v>24.45</c:v>
                </c:pt>
                <c:pt idx="58675">
                  <c:v>24.45</c:v>
                </c:pt>
                <c:pt idx="58676">
                  <c:v>24.45</c:v>
                </c:pt>
                <c:pt idx="58677">
                  <c:v>24.45</c:v>
                </c:pt>
                <c:pt idx="58678">
                  <c:v>24.45</c:v>
                </c:pt>
                <c:pt idx="58679">
                  <c:v>24.45</c:v>
                </c:pt>
                <c:pt idx="58680">
                  <c:v>24.45</c:v>
                </c:pt>
                <c:pt idx="58681">
                  <c:v>24.45</c:v>
                </c:pt>
                <c:pt idx="58682">
                  <c:v>24.45</c:v>
                </c:pt>
                <c:pt idx="58683">
                  <c:v>24.4</c:v>
                </c:pt>
                <c:pt idx="58684">
                  <c:v>24.4</c:v>
                </c:pt>
                <c:pt idx="58685">
                  <c:v>24.45</c:v>
                </c:pt>
                <c:pt idx="58686">
                  <c:v>24.45</c:v>
                </c:pt>
                <c:pt idx="58687">
                  <c:v>24.45</c:v>
                </c:pt>
                <c:pt idx="58688">
                  <c:v>24.45</c:v>
                </c:pt>
                <c:pt idx="58689">
                  <c:v>24.45</c:v>
                </c:pt>
                <c:pt idx="58690">
                  <c:v>24.4</c:v>
                </c:pt>
                <c:pt idx="58691">
                  <c:v>24.4</c:v>
                </c:pt>
                <c:pt idx="58692">
                  <c:v>24.45</c:v>
                </c:pt>
                <c:pt idx="58693">
                  <c:v>24.45</c:v>
                </c:pt>
                <c:pt idx="58694">
                  <c:v>24.45</c:v>
                </c:pt>
                <c:pt idx="58695">
                  <c:v>24.45</c:v>
                </c:pt>
                <c:pt idx="58696">
                  <c:v>24.45</c:v>
                </c:pt>
                <c:pt idx="58697">
                  <c:v>24.45</c:v>
                </c:pt>
                <c:pt idx="58698">
                  <c:v>24.45</c:v>
                </c:pt>
                <c:pt idx="58699">
                  <c:v>24.45</c:v>
                </c:pt>
                <c:pt idx="58700">
                  <c:v>24.45</c:v>
                </c:pt>
                <c:pt idx="58701">
                  <c:v>24.45</c:v>
                </c:pt>
                <c:pt idx="58702">
                  <c:v>24.45</c:v>
                </c:pt>
                <c:pt idx="58703">
                  <c:v>24.45</c:v>
                </c:pt>
                <c:pt idx="58704">
                  <c:v>24.45</c:v>
                </c:pt>
                <c:pt idx="58705">
                  <c:v>24.45</c:v>
                </c:pt>
                <c:pt idx="58706">
                  <c:v>24.4</c:v>
                </c:pt>
                <c:pt idx="58707">
                  <c:v>24.45</c:v>
                </c:pt>
                <c:pt idx="58708">
                  <c:v>24.45</c:v>
                </c:pt>
                <c:pt idx="58709">
                  <c:v>24.45</c:v>
                </c:pt>
                <c:pt idx="58710">
                  <c:v>24.4</c:v>
                </c:pt>
                <c:pt idx="58711">
                  <c:v>24.45</c:v>
                </c:pt>
                <c:pt idx="58712">
                  <c:v>24.4</c:v>
                </c:pt>
                <c:pt idx="58713">
                  <c:v>24.4</c:v>
                </c:pt>
                <c:pt idx="58714">
                  <c:v>24.4</c:v>
                </c:pt>
                <c:pt idx="58715">
                  <c:v>24.4</c:v>
                </c:pt>
                <c:pt idx="58716">
                  <c:v>24.4</c:v>
                </c:pt>
                <c:pt idx="58717">
                  <c:v>24.4</c:v>
                </c:pt>
                <c:pt idx="58718">
                  <c:v>24.4</c:v>
                </c:pt>
                <c:pt idx="58719">
                  <c:v>24.4</c:v>
                </c:pt>
                <c:pt idx="58720">
                  <c:v>24.4</c:v>
                </c:pt>
                <c:pt idx="58721">
                  <c:v>24.4</c:v>
                </c:pt>
                <c:pt idx="58722">
                  <c:v>24.4</c:v>
                </c:pt>
                <c:pt idx="58723">
                  <c:v>24.4</c:v>
                </c:pt>
                <c:pt idx="58724">
                  <c:v>24.4</c:v>
                </c:pt>
                <c:pt idx="58725">
                  <c:v>24.4</c:v>
                </c:pt>
                <c:pt idx="58726">
                  <c:v>24.4</c:v>
                </c:pt>
                <c:pt idx="58727">
                  <c:v>24.4</c:v>
                </c:pt>
                <c:pt idx="58728">
                  <c:v>24.4</c:v>
                </c:pt>
                <c:pt idx="58729">
                  <c:v>24.4</c:v>
                </c:pt>
                <c:pt idx="58730">
                  <c:v>24.4</c:v>
                </c:pt>
                <c:pt idx="58731">
                  <c:v>24.4</c:v>
                </c:pt>
                <c:pt idx="58732">
                  <c:v>24.4</c:v>
                </c:pt>
                <c:pt idx="58733">
                  <c:v>24.4</c:v>
                </c:pt>
                <c:pt idx="58734">
                  <c:v>24.4</c:v>
                </c:pt>
                <c:pt idx="58735">
                  <c:v>24.4</c:v>
                </c:pt>
                <c:pt idx="58736">
                  <c:v>24.4</c:v>
                </c:pt>
                <c:pt idx="58737">
                  <c:v>24.4</c:v>
                </c:pt>
                <c:pt idx="58738">
                  <c:v>24.4</c:v>
                </c:pt>
                <c:pt idx="58739">
                  <c:v>24.4</c:v>
                </c:pt>
                <c:pt idx="58740">
                  <c:v>24.4</c:v>
                </c:pt>
                <c:pt idx="58741">
                  <c:v>24.4</c:v>
                </c:pt>
                <c:pt idx="58742">
                  <c:v>24.4</c:v>
                </c:pt>
                <c:pt idx="58743">
                  <c:v>24.4</c:v>
                </c:pt>
                <c:pt idx="58744">
                  <c:v>24.4</c:v>
                </c:pt>
                <c:pt idx="58745">
                  <c:v>24.4</c:v>
                </c:pt>
                <c:pt idx="58746">
                  <c:v>24.4</c:v>
                </c:pt>
                <c:pt idx="58747">
                  <c:v>24.4</c:v>
                </c:pt>
                <c:pt idx="58748">
                  <c:v>24.4</c:v>
                </c:pt>
                <c:pt idx="58749">
                  <c:v>24.4</c:v>
                </c:pt>
                <c:pt idx="58750">
                  <c:v>24.4</c:v>
                </c:pt>
                <c:pt idx="58751">
                  <c:v>24.4</c:v>
                </c:pt>
                <c:pt idx="58752">
                  <c:v>24.4</c:v>
                </c:pt>
                <c:pt idx="58753">
                  <c:v>24.4</c:v>
                </c:pt>
                <c:pt idx="58754">
                  <c:v>24.4</c:v>
                </c:pt>
                <c:pt idx="58755">
                  <c:v>24.4</c:v>
                </c:pt>
                <c:pt idx="58756">
                  <c:v>24.4</c:v>
                </c:pt>
                <c:pt idx="58757">
                  <c:v>24.4</c:v>
                </c:pt>
                <c:pt idx="58758">
                  <c:v>24.4</c:v>
                </c:pt>
                <c:pt idx="58759">
                  <c:v>24.4</c:v>
                </c:pt>
                <c:pt idx="58760">
                  <c:v>24.4</c:v>
                </c:pt>
                <c:pt idx="58761">
                  <c:v>24.4</c:v>
                </c:pt>
                <c:pt idx="58762">
                  <c:v>24.4</c:v>
                </c:pt>
                <c:pt idx="58763">
                  <c:v>24.4</c:v>
                </c:pt>
                <c:pt idx="58764">
                  <c:v>24.4</c:v>
                </c:pt>
                <c:pt idx="58765">
                  <c:v>24.4</c:v>
                </c:pt>
                <c:pt idx="58766">
                  <c:v>24.4</c:v>
                </c:pt>
                <c:pt idx="58767">
                  <c:v>24.4</c:v>
                </c:pt>
                <c:pt idx="58768">
                  <c:v>24.4</c:v>
                </c:pt>
                <c:pt idx="58769">
                  <c:v>24.4</c:v>
                </c:pt>
                <c:pt idx="58770">
                  <c:v>24.4</c:v>
                </c:pt>
                <c:pt idx="58771">
                  <c:v>24.4</c:v>
                </c:pt>
                <c:pt idx="58772">
                  <c:v>24.4</c:v>
                </c:pt>
                <c:pt idx="58773">
                  <c:v>24.4</c:v>
                </c:pt>
                <c:pt idx="58774">
                  <c:v>24.4</c:v>
                </c:pt>
                <c:pt idx="58775">
                  <c:v>24.4</c:v>
                </c:pt>
                <c:pt idx="58776">
                  <c:v>24.4</c:v>
                </c:pt>
                <c:pt idx="58777">
                  <c:v>24.4</c:v>
                </c:pt>
                <c:pt idx="58778">
                  <c:v>24.4</c:v>
                </c:pt>
                <c:pt idx="58779">
                  <c:v>24.4</c:v>
                </c:pt>
                <c:pt idx="58780">
                  <c:v>24.4</c:v>
                </c:pt>
                <c:pt idx="58781">
                  <c:v>24.4</c:v>
                </c:pt>
                <c:pt idx="58782">
                  <c:v>24.4</c:v>
                </c:pt>
                <c:pt idx="58783">
                  <c:v>24.4</c:v>
                </c:pt>
                <c:pt idx="58784">
                  <c:v>24.4</c:v>
                </c:pt>
                <c:pt idx="58785">
                  <c:v>24.4</c:v>
                </c:pt>
                <c:pt idx="58786">
                  <c:v>24.4</c:v>
                </c:pt>
                <c:pt idx="58787">
                  <c:v>24.4</c:v>
                </c:pt>
                <c:pt idx="58788">
                  <c:v>24.4</c:v>
                </c:pt>
                <c:pt idx="58789">
                  <c:v>24.4</c:v>
                </c:pt>
                <c:pt idx="58790">
                  <c:v>24.4</c:v>
                </c:pt>
                <c:pt idx="58791">
                  <c:v>24.4</c:v>
                </c:pt>
                <c:pt idx="58792">
                  <c:v>24.4</c:v>
                </c:pt>
                <c:pt idx="58793">
                  <c:v>24.4</c:v>
                </c:pt>
                <c:pt idx="58794">
                  <c:v>24.4</c:v>
                </c:pt>
                <c:pt idx="58795">
                  <c:v>24.4</c:v>
                </c:pt>
                <c:pt idx="58796">
                  <c:v>24.4</c:v>
                </c:pt>
                <c:pt idx="58797">
                  <c:v>24.45</c:v>
                </c:pt>
                <c:pt idx="58798">
                  <c:v>24.4</c:v>
                </c:pt>
                <c:pt idx="58799">
                  <c:v>24.4</c:v>
                </c:pt>
                <c:pt idx="58800">
                  <c:v>24.4</c:v>
                </c:pt>
                <c:pt idx="58801">
                  <c:v>24.4</c:v>
                </c:pt>
                <c:pt idx="58802">
                  <c:v>24.4</c:v>
                </c:pt>
                <c:pt idx="58803">
                  <c:v>24.4</c:v>
                </c:pt>
                <c:pt idx="58804">
                  <c:v>24.4</c:v>
                </c:pt>
                <c:pt idx="58805">
                  <c:v>24.4</c:v>
                </c:pt>
                <c:pt idx="58806">
                  <c:v>24.4</c:v>
                </c:pt>
                <c:pt idx="58807">
                  <c:v>24.4</c:v>
                </c:pt>
                <c:pt idx="58808">
                  <c:v>24.4</c:v>
                </c:pt>
                <c:pt idx="58809">
                  <c:v>24.4</c:v>
                </c:pt>
                <c:pt idx="58810">
                  <c:v>24.4</c:v>
                </c:pt>
                <c:pt idx="58811">
                  <c:v>24.4</c:v>
                </c:pt>
                <c:pt idx="58812">
                  <c:v>24.4</c:v>
                </c:pt>
                <c:pt idx="58813">
                  <c:v>24.4</c:v>
                </c:pt>
                <c:pt idx="58814">
                  <c:v>24.4</c:v>
                </c:pt>
                <c:pt idx="58815">
                  <c:v>24.4</c:v>
                </c:pt>
                <c:pt idx="58816">
                  <c:v>24.4</c:v>
                </c:pt>
                <c:pt idx="58817">
                  <c:v>24.4</c:v>
                </c:pt>
                <c:pt idx="58818">
                  <c:v>24.4</c:v>
                </c:pt>
                <c:pt idx="58819">
                  <c:v>24.4</c:v>
                </c:pt>
                <c:pt idx="58820">
                  <c:v>24.4</c:v>
                </c:pt>
                <c:pt idx="58821">
                  <c:v>24.4</c:v>
                </c:pt>
                <c:pt idx="58822">
                  <c:v>24.45</c:v>
                </c:pt>
                <c:pt idx="58823">
                  <c:v>24.45</c:v>
                </c:pt>
                <c:pt idx="58824">
                  <c:v>24.45</c:v>
                </c:pt>
                <c:pt idx="58825">
                  <c:v>24.45</c:v>
                </c:pt>
                <c:pt idx="58826">
                  <c:v>24.45</c:v>
                </c:pt>
                <c:pt idx="58827">
                  <c:v>24.45</c:v>
                </c:pt>
                <c:pt idx="58828">
                  <c:v>24.45</c:v>
                </c:pt>
                <c:pt idx="58829">
                  <c:v>24.45</c:v>
                </c:pt>
                <c:pt idx="58830">
                  <c:v>24.45</c:v>
                </c:pt>
                <c:pt idx="58831">
                  <c:v>24.45</c:v>
                </c:pt>
                <c:pt idx="58832">
                  <c:v>24.45</c:v>
                </c:pt>
                <c:pt idx="58833">
                  <c:v>24.45</c:v>
                </c:pt>
                <c:pt idx="58834">
                  <c:v>24.45</c:v>
                </c:pt>
                <c:pt idx="58835">
                  <c:v>24.4</c:v>
                </c:pt>
                <c:pt idx="58836">
                  <c:v>24.4</c:v>
                </c:pt>
                <c:pt idx="58837">
                  <c:v>24.4</c:v>
                </c:pt>
                <c:pt idx="58838">
                  <c:v>24.4</c:v>
                </c:pt>
                <c:pt idx="58839">
                  <c:v>24.4</c:v>
                </c:pt>
                <c:pt idx="58840">
                  <c:v>24.4</c:v>
                </c:pt>
                <c:pt idx="58841">
                  <c:v>24.4</c:v>
                </c:pt>
                <c:pt idx="58842">
                  <c:v>24.4</c:v>
                </c:pt>
                <c:pt idx="58843">
                  <c:v>24.4</c:v>
                </c:pt>
                <c:pt idx="58844">
                  <c:v>24.4</c:v>
                </c:pt>
                <c:pt idx="58845">
                  <c:v>24.4</c:v>
                </c:pt>
                <c:pt idx="58846">
                  <c:v>24.4</c:v>
                </c:pt>
                <c:pt idx="58847">
                  <c:v>24.4</c:v>
                </c:pt>
                <c:pt idx="58848">
                  <c:v>24.4</c:v>
                </c:pt>
                <c:pt idx="58849">
                  <c:v>24.4</c:v>
                </c:pt>
                <c:pt idx="58850">
                  <c:v>24.4</c:v>
                </c:pt>
                <c:pt idx="58851">
                  <c:v>24.45</c:v>
                </c:pt>
                <c:pt idx="58852">
                  <c:v>24.45</c:v>
                </c:pt>
                <c:pt idx="58853">
                  <c:v>24.45</c:v>
                </c:pt>
                <c:pt idx="58854">
                  <c:v>24.45</c:v>
                </c:pt>
                <c:pt idx="58855">
                  <c:v>24.45</c:v>
                </c:pt>
                <c:pt idx="58856">
                  <c:v>24.45</c:v>
                </c:pt>
                <c:pt idx="58857">
                  <c:v>24.45</c:v>
                </c:pt>
                <c:pt idx="58858">
                  <c:v>24.45</c:v>
                </c:pt>
                <c:pt idx="58859">
                  <c:v>24.45</c:v>
                </c:pt>
                <c:pt idx="58860">
                  <c:v>24.45</c:v>
                </c:pt>
                <c:pt idx="58861">
                  <c:v>24.45</c:v>
                </c:pt>
                <c:pt idx="58862">
                  <c:v>24.45</c:v>
                </c:pt>
                <c:pt idx="58863">
                  <c:v>24.45</c:v>
                </c:pt>
                <c:pt idx="58864">
                  <c:v>24.45</c:v>
                </c:pt>
                <c:pt idx="58865">
                  <c:v>24.45</c:v>
                </c:pt>
                <c:pt idx="58866">
                  <c:v>24.45</c:v>
                </c:pt>
                <c:pt idx="58867">
                  <c:v>24.45</c:v>
                </c:pt>
                <c:pt idx="58868">
                  <c:v>24.45</c:v>
                </c:pt>
                <c:pt idx="58869">
                  <c:v>24.45</c:v>
                </c:pt>
                <c:pt idx="58870">
                  <c:v>24.45</c:v>
                </c:pt>
                <c:pt idx="58871">
                  <c:v>24.45</c:v>
                </c:pt>
                <c:pt idx="58872">
                  <c:v>24.45</c:v>
                </c:pt>
                <c:pt idx="58873">
                  <c:v>24.45</c:v>
                </c:pt>
                <c:pt idx="58874">
                  <c:v>24.45</c:v>
                </c:pt>
                <c:pt idx="58875">
                  <c:v>24.45</c:v>
                </c:pt>
                <c:pt idx="58876">
                  <c:v>24.45</c:v>
                </c:pt>
                <c:pt idx="58877">
                  <c:v>24.45</c:v>
                </c:pt>
                <c:pt idx="58878">
                  <c:v>24.45</c:v>
                </c:pt>
                <c:pt idx="58879">
                  <c:v>24.45</c:v>
                </c:pt>
                <c:pt idx="58880">
                  <c:v>24.4</c:v>
                </c:pt>
                <c:pt idx="58881">
                  <c:v>24.4</c:v>
                </c:pt>
                <c:pt idx="58882">
                  <c:v>24.45</c:v>
                </c:pt>
                <c:pt idx="58883">
                  <c:v>24.4</c:v>
                </c:pt>
                <c:pt idx="58884">
                  <c:v>24.4</c:v>
                </c:pt>
                <c:pt idx="58885">
                  <c:v>24.4</c:v>
                </c:pt>
                <c:pt idx="58886">
                  <c:v>24.45</c:v>
                </c:pt>
                <c:pt idx="58887">
                  <c:v>24.45</c:v>
                </c:pt>
                <c:pt idx="58888">
                  <c:v>24.4</c:v>
                </c:pt>
                <c:pt idx="58889">
                  <c:v>24.4</c:v>
                </c:pt>
                <c:pt idx="58890">
                  <c:v>24.4</c:v>
                </c:pt>
                <c:pt idx="58891">
                  <c:v>24.45</c:v>
                </c:pt>
                <c:pt idx="58892">
                  <c:v>24.4</c:v>
                </c:pt>
                <c:pt idx="58893">
                  <c:v>24.4</c:v>
                </c:pt>
                <c:pt idx="58894">
                  <c:v>24.4</c:v>
                </c:pt>
                <c:pt idx="58895">
                  <c:v>24.45</c:v>
                </c:pt>
                <c:pt idx="58896">
                  <c:v>24.4</c:v>
                </c:pt>
                <c:pt idx="58897">
                  <c:v>24.4</c:v>
                </c:pt>
                <c:pt idx="58898">
                  <c:v>24.45</c:v>
                </c:pt>
                <c:pt idx="58899">
                  <c:v>24.45</c:v>
                </c:pt>
                <c:pt idx="58900">
                  <c:v>24.45</c:v>
                </c:pt>
                <c:pt idx="58901">
                  <c:v>24.45</c:v>
                </c:pt>
                <c:pt idx="58902">
                  <c:v>24.45</c:v>
                </c:pt>
                <c:pt idx="58903">
                  <c:v>24.4</c:v>
                </c:pt>
                <c:pt idx="58904">
                  <c:v>24.4</c:v>
                </c:pt>
                <c:pt idx="58905">
                  <c:v>24.45</c:v>
                </c:pt>
                <c:pt idx="58906">
                  <c:v>24.45</c:v>
                </c:pt>
                <c:pt idx="58907">
                  <c:v>24.4</c:v>
                </c:pt>
                <c:pt idx="58908">
                  <c:v>24.45</c:v>
                </c:pt>
                <c:pt idx="58909">
                  <c:v>24.45</c:v>
                </c:pt>
                <c:pt idx="58910">
                  <c:v>24.45</c:v>
                </c:pt>
                <c:pt idx="58911">
                  <c:v>24.45</c:v>
                </c:pt>
                <c:pt idx="58912">
                  <c:v>24.45</c:v>
                </c:pt>
                <c:pt idx="58913">
                  <c:v>24.45</c:v>
                </c:pt>
                <c:pt idx="58914">
                  <c:v>24.45</c:v>
                </c:pt>
                <c:pt idx="58915">
                  <c:v>24.45</c:v>
                </c:pt>
                <c:pt idx="58916">
                  <c:v>24.45</c:v>
                </c:pt>
                <c:pt idx="58917">
                  <c:v>24.45</c:v>
                </c:pt>
                <c:pt idx="58918">
                  <c:v>24.45</c:v>
                </c:pt>
                <c:pt idx="58919">
                  <c:v>24.45</c:v>
                </c:pt>
                <c:pt idx="58920">
                  <c:v>24.45</c:v>
                </c:pt>
                <c:pt idx="58921">
                  <c:v>24.45</c:v>
                </c:pt>
                <c:pt idx="58922">
                  <c:v>24.45</c:v>
                </c:pt>
                <c:pt idx="58923">
                  <c:v>24.45</c:v>
                </c:pt>
                <c:pt idx="58924">
                  <c:v>24.45</c:v>
                </c:pt>
                <c:pt idx="58925">
                  <c:v>24.45</c:v>
                </c:pt>
                <c:pt idx="58926">
                  <c:v>24.45</c:v>
                </c:pt>
                <c:pt idx="58927">
                  <c:v>24.45</c:v>
                </c:pt>
                <c:pt idx="58928">
                  <c:v>24.45</c:v>
                </c:pt>
                <c:pt idx="58929">
                  <c:v>24.45</c:v>
                </c:pt>
                <c:pt idx="58930">
                  <c:v>24.45</c:v>
                </c:pt>
                <c:pt idx="58931">
                  <c:v>24.45</c:v>
                </c:pt>
                <c:pt idx="58932">
                  <c:v>24.45</c:v>
                </c:pt>
                <c:pt idx="58933">
                  <c:v>24.45</c:v>
                </c:pt>
                <c:pt idx="58934">
                  <c:v>24.45</c:v>
                </c:pt>
                <c:pt idx="58935">
                  <c:v>24.45</c:v>
                </c:pt>
                <c:pt idx="58936">
                  <c:v>24.45</c:v>
                </c:pt>
                <c:pt idx="58937">
                  <c:v>24.45</c:v>
                </c:pt>
                <c:pt idx="58938">
                  <c:v>24.45</c:v>
                </c:pt>
                <c:pt idx="58939">
                  <c:v>24.45</c:v>
                </c:pt>
                <c:pt idx="58940">
                  <c:v>24.45</c:v>
                </c:pt>
                <c:pt idx="58941">
                  <c:v>24.45</c:v>
                </c:pt>
                <c:pt idx="58942">
                  <c:v>24.45</c:v>
                </c:pt>
                <c:pt idx="58943">
                  <c:v>24.45</c:v>
                </c:pt>
                <c:pt idx="58944">
                  <c:v>24.45</c:v>
                </c:pt>
                <c:pt idx="58945">
                  <c:v>24.45</c:v>
                </c:pt>
                <c:pt idx="58946">
                  <c:v>24.45</c:v>
                </c:pt>
                <c:pt idx="58947">
                  <c:v>24.45</c:v>
                </c:pt>
                <c:pt idx="58948">
                  <c:v>24.45</c:v>
                </c:pt>
                <c:pt idx="58949">
                  <c:v>24.45</c:v>
                </c:pt>
                <c:pt idx="58950">
                  <c:v>24.45</c:v>
                </c:pt>
                <c:pt idx="58951">
                  <c:v>24.45</c:v>
                </c:pt>
                <c:pt idx="58952">
                  <c:v>24.45</c:v>
                </c:pt>
                <c:pt idx="58953">
                  <c:v>24.45</c:v>
                </c:pt>
                <c:pt idx="58954">
                  <c:v>24.45</c:v>
                </c:pt>
                <c:pt idx="58955">
                  <c:v>24.45</c:v>
                </c:pt>
                <c:pt idx="58956">
                  <c:v>24.45</c:v>
                </c:pt>
                <c:pt idx="58957">
                  <c:v>24.45</c:v>
                </c:pt>
                <c:pt idx="58958">
                  <c:v>24.45</c:v>
                </c:pt>
                <c:pt idx="58959">
                  <c:v>24.45</c:v>
                </c:pt>
                <c:pt idx="58960">
                  <c:v>24.45</c:v>
                </c:pt>
                <c:pt idx="58961">
                  <c:v>24.45</c:v>
                </c:pt>
                <c:pt idx="58962">
                  <c:v>24.45</c:v>
                </c:pt>
                <c:pt idx="58963">
                  <c:v>24.4</c:v>
                </c:pt>
                <c:pt idx="58964">
                  <c:v>24.45</c:v>
                </c:pt>
                <c:pt idx="58965">
                  <c:v>24.45</c:v>
                </c:pt>
                <c:pt idx="58966">
                  <c:v>24.45</c:v>
                </c:pt>
                <c:pt idx="58967">
                  <c:v>24.45</c:v>
                </c:pt>
                <c:pt idx="58968">
                  <c:v>24.45</c:v>
                </c:pt>
                <c:pt idx="58969">
                  <c:v>24.45</c:v>
                </c:pt>
                <c:pt idx="58970">
                  <c:v>24.45</c:v>
                </c:pt>
                <c:pt idx="58971">
                  <c:v>24.45</c:v>
                </c:pt>
                <c:pt idx="58972">
                  <c:v>24.45</c:v>
                </c:pt>
                <c:pt idx="58973">
                  <c:v>24.45</c:v>
                </c:pt>
                <c:pt idx="58974">
                  <c:v>24.45</c:v>
                </c:pt>
                <c:pt idx="58975">
                  <c:v>24.45</c:v>
                </c:pt>
                <c:pt idx="58976">
                  <c:v>24.45</c:v>
                </c:pt>
                <c:pt idx="58977">
                  <c:v>24.45</c:v>
                </c:pt>
                <c:pt idx="58978">
                  <c:v>24.45</c:v>
                </c:pt>
                <c:pt idx="58979">
                  <c:v>24.45</c:v>
                </c:pt>
                <c:pt idx="58980">
                  <c:v>24.45</c:v>
                </c:pt>
                <c:pt idx="58981">
                  <c:v>24.45</c:v>
                </c:pt>
                <c:pt idx="58982">
                  <c:v>24.45</c:v>
                </c:pt>
                <c:pt idx="58983">
                  <c:v>24.4</c:v>
                </c:pt>
                <c:pt idx="58984">
                  <c:v>24.45</c:v>
                </c:pt>
                <c:pt idx="58985">
                  <c:v>24.45</c:v>
                </c:pt>
                <c:pt idx="58986">
                  <c:v>24.45</c:v>
                </c:pt>
                <c:pt idx="58987">
                  <c:v>24.4</c:v>
                </c:pt>
                <c:pt idx="58988">
                  <c:v>24.4</c:v>
                </c:pt>
                <c:pt idx="58989">
                  <c:v>24.45</c:v>
                </c:pt>
                <c:pt idx="58990">
                  <c:v>24.45</c:v>
                </c:pt>
                <c:pt idx="58991">
                  <c:v>24.45</c:v>
                </c:pt>
                <c:pt idx="58992">
                  <c:v>24.4</c:v>
                </c:pt>
                <c:pt idx="58993">
                  <c:v>24.45</c:v>
                </c:pt>
                <c:pt idx="58994">
                  <c:v>24.45</c:v>
                </c:pt>
                <c:pt idx="58995">
                  <c:v>24.4</c:v>
                </c:pt>
                <c:pt idx="58996">
                  <c:v>24.4</c:v>
                </c:pt>
                <c:pt idx="58997">
                  <c:v>24.45</c:v>
                </c:pt>
                <c:pt idx="58998">
                  <c:v>24.4</c:v>
                </c:pt>
                <c:pt idx="58999">
                  <c:v>24.4</c:v>
                </c:pt>
                <c:pt idx="59000">
                  <c:v>24.4</c:v>
                </c:pt>
                <c:pt idx="59001">
                  <c:v>24.4</c:v>
                </c:pt>
                <c:pt idx="59002">
                  <c:v>24.4</c:v>
                </c:pt>
                <c:pt idx="59003">
                  <c:v>24.4</c:v>
                </c:pt>
                <c:pt idx="59004">
                  <c:v>24.4</c:v>
                </c:pt>
                <c:pt idx="59005">
                  <c:v>24.4</c:v>
                </c:pt>
                <c:pt idx="59006">
                  <c:v>24.4</c:v>
                </c:pt>
                <c:pt idx="59007">
                  <c:v>24.4</c:v>
                </c:pt>
                <c:pt idx="59008">
                  <c:v>24.4</c:v>
                </c:pt>
                <c:pt idx="59009">
                  <c:v>24.4</c:v>
                </c:pt>
                <c:pt idx="59010">
                  <c:v>24.4</c:v>
                </c:pt>
                <c:pt idx="59011">
                  <c:v>24.4</c:v>
                </c:pt>
                <c:pt idx="59012">
                  <c:v>24.4</c:v>
                </c:pt>
                <c:pt idx="59013">
                  <c:v>24.4</c:v>
                </c:pt>
                <c:pt idx="59014">
                  <c:v>24.4</c:v>
                </c:pt>
                <c:pt idx="59015">
                  <c:v>24.4</c:v>
                </c:pt>
                <c:pt idx="59016">
                  <c:v>24.4</c:v>
                </c:pt>
                <c:pt idx="59017">
                  <c:v>24.4</c:v>
                </c:pt>
                <c:pt idx="59018">
                  <c:v>24.4</c:v>
                </c:pt>
                <c:pt idx="59019">
                  <c:v>24.4</c:v>
                </c:pt>
                <c:pt idx="59020">
                  <c:v>24.4</c:v>
                </c:pt>
                <c:pt idx="59021">
                  <c:v>24.4</c:v>
                </c:pt>
                <c:pt idx="59022">
                  <c:v>24.4</c:v>
                </c:pt>
                <c:pt idx="59023">
                  <c:v>24.4</c:v>
                </c:pt>
                <c:pt idx="59024">
                  <c:v>24.4</c:v>
                </c:pt>
                <c:pt idx="59025">
                  <c:v>24.4</c:v>
                </c:pt>
                <c:pt idx="59026">
                  <c:v>24.4</c:v>
                </c:pt>
                <c:pt idx="59027">
                  <c:v>24.4</c:v>
                </c:pt>
                <c:pt idx="59028">
                  <c:v>24.4</c:v>
                </c:pt>
                <c:pt idx="59029">
                  <c:v>24.4</c:v>
                </c:pt>
                <c:pt idx="59030">
                  <c:v>24.4</c:v>
                </c:pt>
                <c:pt idx="59031">
                  <c:v>24.4</c:v>
                </c:pt>
                <c:pt idx="59032">
                  <c:v>24.4</c:v>
                </c:pt>
                <c:pt idx="59033">
                  <c:v>24.4</c:v>
                </c:pt>
                <c:pt idx="59034">
                  <c:v>24.45</c:v>
                </c:pt>
                <c:pt idx="59035">
                  <c:v>24.4</c:v>
                </c:pt>
                <c:pt idx="59036">
                  <c:v>24.4</c:v>
                </c:pt>
                <c:pt idx="59037">
                  <c:v>24.4</c:v>
                </c:pt>
                <c:pt idx="59038">
                  <c:v>24.4</c:v>
                </c:pt>
                <c:pt idx="59039">
                  <c:v>24.4</c:v>
                </c:pt>
                <c:pt idx="59040">
                  <c:v>24.4</c:v>
                </c:pt>
                <c:pt idx="59041">
                  <c:v>24.4</c:v>
                </c:pt>
                <c:pt idx="59042">
                  <c:v>24.4</c:v>
                </c:pt>
                <c:pt idx="59043">
                  <c:v>24.4</c:v>
                </c:pt>
                <c:pt idx="59044">
                  <c:v>24.4</c:v>
                </c:pt>
                <c:pt idx="59045">
                  <c:v>24.4</c:v>
                </c:pt>
                <c:pt idx="59046">
                  <c:v>24.4</c:v>
                </c:pt>
                <c:pt idx="59047">
                  <c:v>24.4</c:v>
                </c:pt>
                <c:pt idx="59048">
                  <c:v>24.4</c:v>
                </c:pt>
                <c:pt idx="59049">
                  <c:v>24.4</c:v>
                </c:pt>
                <c:pt idx="59050">
                  <c:v>24.4</c:v>
                </c:pt>
                <c:pt idx="59051">
                  <c:v>24.4</c:v>
                </c:pt>
                <c:pt idx="59052">
                  <c:v>24.4</c:v>
                </c:pt>
                <c:pt idx="59053">
                  <c:v>24.4</c:v>
                </c:pt>
                <c:pt idx="59054">
                  <c:v>24.4</c:v>
                </c:pt>
                <c:pt idx="59055">
                  <c:v>24.4</c:v>
                </c:pt>
                <c:pt idx="59056">
                  <c:v>24.4</c:v>
                </c:pt>
                <c:pt idx="59057">
                  <c:v>24.4</c:v>
                </c:pt>
                <c:pt idx="59058">
                  <c:v>24.4</c:v>
                </c:pt>
                <c:pt idx="59059">
                  <c:v>24.4</c:v>
                </c:pt>
                <c:pt idx="59060">
                  <c:v>24.4</c:v>
                </c:pt>
                <c:pt idx="59061">
                  <c:v>24.4</c:v>
                </c:pt>
                <c:pt idx="59062">
                  <c:v>24.4</c:v>
                </c:pt>
                <c:pt idx="59063">
                  <c:v>24.4</c:v>
                </c:pt>
                <c:pt idx="59064">
                  <c:v>24.4</c:v>
                </c:pt>
                <c:pt idx="59065">
                  <c:v>24.4</c:v>
                </c:pt>
                <c:pt idx="59066">
                  <c:v>24.4</c:v>
                </c:pt>
                <c:pt idx="59067">
                  <c:v>24.4</c:v>
                </c:pt>
                <c:pt idx="59068">
                  <c:v>24.4</c:v>
                </c:pt>
                <c:pt idx="59069">
                  <c:v>24.4</c:v>
                </c:pt>
                <c:pt idx="59070">
                  <c:v>24.4</c:v>
                </c:pt>
                <c:pt idx="59071">
                  <c:v>24.4</c:v>
                </c:pt>
                <c:pt idx="59072">
                  <c:v>24.4</c:v>
                </c:pt>
                <c:pt idx="59073">
                  <c:v>24.4</c:v>
                </c:pt>
                <c:pt idx="59074">
                  <c:v>24.4</c:v>
                </c:pt>
                <c:pt idx="59075">
                  <c:v>24.4</c:v>
                </c:pt>
                <c:pt idx="59076">
                  <c:v>24.4</c:v>
                </c:pt>
                <c:pt idx="59077">
                  <c:v>24.45</c:v>
                </c:pt>
                <c:pt idx="59078">
                  <c:v>24.4</c:v>
                </c:pt>
                <c:pt idx="59079">
                  <c:v>24.4</c:v>
                </c:pt>
                <c:pt idx="59080">
                  <c:v>24.4</c:v>
                </c:pt>
                <c:pt idx="59081">
                  <c:v>24.4</c:v>
                </c:pt>
                <c:pt idx="59082">
                  <c:v>24.4</c:v>
                </c:pt>
                <c:pt idx="59083">
                  <c:v>24.45</c:v>
                </c:pt>
                <c:pt idx="59084">
                  <c:v>24.4</c:v>
                </c:pt>
                <c:pt idx="59085">
                  <c:v>24.45</c:v>
                </c:pt>
                <c:pt idx="59086">
                  <c:v>24.45</c:v>
                </c:pt>
                <c:pt idx="59087">
                  <c:v>24.4</c:v>
                </c:pt>
                <c:pt idx="59088">
                  <c:v>24.4</c:v>
                </c:pt>
                <c:pt idx="59089">
                  <c:v>24.4</c:v>
                </c:pt>
                <c:pt idx="59090">
                  <c:v>24.45</c:v>
                </c:pt>
                <c:pt idx="59091">
                  <c:v>24.4</c:v>
                </c:pt>
                <c:pt idx="59092">
                  <c:v>24.4</c:v>
                </c:pt>
                <c:pt idx="59093">
                  <c:v>24.4</c:v>
                </c:pt>
                <c:pt idx="59094">
                  <c:v>24.4</c:v>
                </c:pt>
                <c:pt idx="59095">
                  <c:v>24.4</c:v>
                </c:pt>
                <c:pt idx="59096">
                  <c:v>24.45</c:v>
                </c:pt>
                <c:pt idx="59097">
                  <c:v>24.4</c:v>
                </c:pt>
                <c:pt idx="59098">
                  <c:v>24.45</c:v>
                </c:pt>
                <c:pt idx="59099">
                  <c:v>24.45</c:v>
                </c:pt>
                <c:pt idx="59100">
                  <c:v>24.4</c:v>
                </c:pt>
                <c:pt idx="59101">
                  <c:v>24.4</c:v>
                </c:pt>
                <c:pt idx="59102">
                  <c:v>24.4</c:v>
                </c:pt>
                <c:pt idx="59103">
                  <c:v>24.4</c:v>
                </c:pt>
                <c:pt idx="59104">
                  <c:v>24.4</c:v>
                </c:pt>
                <c:pt idx="59105">
                  <c:v>24.4</c:v>
                </c:pt>
                <c:pt idx="59106">
                  <c:v>24.4</c:v>
                </c:pt>
                <c:pt idx="59107">
                  <c:v>24.4</c:v>
                </c:pt>
                <c:pt idx="59108">
                  <c:v>24.4</c:v>
                </c:pt>
                <c:pt idx="59109">
                  <c:v>24.4</c:v>
                </c:pt>
                <c:pt idx="59110">
                  <c:v>24.4</c:v>
                </c:pt>
                <c:pt idx="59111">
                  <c:v>24.4</c:v>
                </c:pt>
                <c:pt idx="59112">
                  <c:v>24.4</c:v>
                </c:pt>
                <c:pt idx="59113">
                  <c:v>24.4</c:v>
                </c:pt>
                <c:pt idx="59114">
                  <c:v>24.4</c:v>
                </c:pt>
                <c:pt idx="59115">
                  <c:v>24.4</c:v>
                </c:pt>
                <c:pt idx="59116">
                  <c:v>24.4</c:v>
                </c:pt>
                <c:pt idx="59117">
                  <c:v>24.4</c:v>
                </c:pt>
                <c:pt idx="59118">
                  <c:v>24.4</c:v>
                </c:pt>
                <c:pt idx="59119">
                  <c:v>24.4</c:v>
                </c:pt>
                <c:pt idx="59120">
                  <c:v>24.4</c:v>
                </c:pt>
                <c:pt idx="59121">
                  <c:v>24.4</c:v>
                </c:pt>
                <c:pt idx="59122">
                  <c:v>24.4</c:v>
                </c:pt>
                <c:pt idx="59123">
                  <c:v>24.4</c:v>
                </c:pt>
                <c:pt idx="59124">
                  <c:v>24.4</c:v>
                </c:pt>
                <c:pt idx="59125">
                  <c:v>24.4</c:v>
                </c:pt>
                <c:pt idx="59126">
                  <c:v>24.4</c:v>
                </c:pt>
                <c:pt idx="59127">
                  <c:v>24.4</c:v>
                </c:pt>
                <c:pt idx="59128">
                  <c:v>24.4</c:v>
                </c:pt>
                <c:pt idx="59129">
                  <c:v>24.4</c:v>
                </c:pt>
                <c:pt idx="59130">
                  <c:v>24.4</c:v>
                </c:pt>
                <c:pt idx="59131">
                  <c:v>24.4</c:v>
                </c:pt>
                <c:pt idx="59132">
                  <c:v>24.4</c:v>
                </c:pt>
                <c:pt idx="59133">
                  <c:v>24.4</c:v>
                </c:pt>
                <c:pt idx="59134">
                  <c:v>24.4</c:v>
                </c:pt>
                <c:pt idx="59135">
                  <c:v>24.4</c:v>
                </c:pt>
                <c:pt idx="59136">
                  <c:v>24.4</c:v>
                </c:pt>
                <c:pt idx="59137">
                  <c:v>24.4</c:v>
                </c:pt>
                <c:pt idx="59138">
                  <c:v>24.4</c:v>
                </c:pt>
                <c:pt idx="59139">
                  <c:v>24.4</c:v>
                </c:pt>
                <c:pt idx="59140">
                  <c:v>24.4</c:v>
                </c:pt>
                <c:pt idx="59141">
                  <c:v>24.4</c:v>
                </c:pt>
                <c:pt idx="59142">
                  <c:v>24.4</c:v>
                </c:pt>
                <c:pt idx="59143">
                  <c:v>24.4</c:v>
                </c:pt>
                <c:pt idx="59144">
                  <c:v>24.45</c:v>
                </c:pt>
                <c:pt idx="59145">
                  <c:v>24.45</c:v>
                </c:pt>
                <c:pt idx="59146">
                  <c:v>24.45</c:v>
                </c:pt>
                <c:pt idx="59147">
                  <c:v>24.45</c:v>
                </c:pt>
                <c:pt idx="59148">
                  <c:v>24.45</c:v>
                </c:pt>
                <c:pt idx="59149">
                  <c:v>24.45</c:v>
                </c:pt>
                <c:pt idx="59150">
                  <c:v>24.45</c:v>
                </c:pt>
                <c:pt idx="59151">
                  <c:v>24.45</c:v>
                </c:pt>
                <c:pt idx="59152">
                  <c:v>24.45</c:v>
                </c:pt>
                <c:pt idx="59153">
                  <c:v>24.45</c:v>
                </c:pt>
                <c:pt idx="59154">
                  <c:v>24.45</c:v>
                </c:pt>
                <c:pt idx="59155">
                  <c:v>24.45</c:v>
                </c:pt>
                <c:pt idx="59156">
                  <c:v>24.45</c:v>
                </c:pt>
                <c:pt idx="59157">
                  <c:v>24.45</c:v>
                </c:pt>
                <c:pt idx="59158">
                  <c:v>24.45</c:v>
                </c:pt>
                <c:pt idx="59159">
                  <c:v>24.45</c:v>
                </c:pt>
                <c:pt idx="59160">
                  <c:v>24.4</c:v>
                </c:pt>
                <c:pt idx="59161">
                  <c:v>24.4</c:v>
                </c:pt>
                <c:pt idx="59162">
                  <c:v>24.45</c:v>
                </c:pt>
                <c:pt idx="59163">
                  <c:v>24.45</c:v>
                </c:pt>
                <c:pt idx="59164">
                  <c:v>24.45</c:v>
                </c:pt>
                <c:pt idx="59165">
                  <c:v>24.45</c:v>
                </c:pt>
                <c:pt idx="59166">
                  <c:v>24.45</c:v>
                </c:pt>
                <c:pt idx="59167">
                  <c:v>24.45</c:v>
                </c:pt>
                <c:pt idx="59168">
                  <c:v>24.45</c:v>
                </c:pt>
                <c:pt idx="59169">
                  <c:v>24.45</c:v>
                </c:pt>
                <c:pt idx="59170">
                  <c:v>24.45</c:v>
                </c:pt>
                <c:pt idx="59171">
                  <c:v>24.45</c:v>
                </c:pt>
                <c:pt idx="59172">
                  <c:v>24.45</c:v>
                </c:pt>
                <c:pt idx="59173">
                  <c:v>24.45</c:v>
                </c:pt>
                <c:pt idx="59174">
                  <c:v>24.45</c:v>
                </c:pt>
                <c:pt idx="59175">
                  <c:v>24.45</c:v>
                </c:pt>
                <c:pt idx="59176">
                  <c:v>24.45</c:v>
                </c:pt>
                <c:pt idx="59177">
                  <c:v>24.45</c:v>
                </c:pt>
                <c:pt idx="59178">
                  <c:v>24.45</c:v>
                </c:pt>
                <c:pt idx="59179">
                  <c:v>24.45</c:v>
                </c:pt>
                <c:pt idx="59180">
                  <c:v>24.45</c:v>
                </c:pt>
                <c:pt idx="59181">
                  <c:v>24.45</c:v>
                </c:pt>
                <c:pt idx="59182">
                  <c:v>24.45</c:v>
                </c:pt>
                <c:pt idx="59183">
                  <c:v>24.45</c:v>
                </c:pt>
                <c:pt idx="59184">
                  <c:v>24.45</c:v>
                </c:pt>
                <c:pt idx="59185">
                  <c:v>24.45</c:v>
                </c:pt>
                <c:pt idx="59186">
                  <c:v>24.45</c:v>
                </c:pt>
                <c:pt idx="59187">
                  <c:v>24.45</c:v>
                </c:pt>
                <c:pt idx="59188">
                  <c:v>24.45</c:v>
                </c:pt>
                <c:pt idx="59189">
                  <c:v>24.45</c:v>
                </c:pt>
                <c:pt idx="59190">
                  <c:v>24.45</c:v>
                </c:pt>
                <c:pt idx="59191">
                  <c:v>24.45</c:v>
                </c:pt>
                <c:pt idx="59192">
                  <c:v>24.45</c:v>
                </c:pt>
                <c:pt idx="59193">
                  <c:v>24.45</c:v>
                </c:pt>
                <c:pt idx="59194">
                  <c:v>24.45</c:v>
                </c:pt>
                <c:pt idx="59195">
                  <c:v>24.45</c:v>
                </c:pt>
                <c:pt idx="59196">
                  <c:v>24.45</c:v>
                </c:pt>
                <c:pt idx="59197">
                  <c:v>24.45</c:v>
                </c:pt>
                <c:pt idx="59198">
                  <c:v>24.45</c:v>
                </c:pt>
                <c:pt idx="59199">
                  <c:v>24.45</c:v>
                </c:pt>
                <c:pt idx="59200">
                  <c:v>24.45</c:v>
                </c:pt>
                <c:pt idx="59201">
                  <c:v>24.45</c:v>
                </c:pt>
                <c:pt idx="59202">
                  <c:v>24.45</c:v>
                </c:pt>
                <c:pt idx="59203">
                  <c:v>24.45</c:v>
                </c:pt>
                <c:pt idx="59204">
                  <c:v>24.45</c:v>
                </c:pt>
                <c:pt idx="59205">
                  <c:v>24.45</c:v>
                </c:pt>
                <c:pt idx="59206">
                  <c:v>24.45</c:v>
                </c:pt>
                <c:pt idx="59207">
                  <c:v>24.45</c:v>
                </c:pt>
                <c:pt idx="59208">
                  <c:v>24.45</c:v>
                </c:pt>
                <c:pt idx="59209">
                  <c:v>24.45</c:v>
                </c:pt>
                <c:pt idx="59210">
                  <c:v>24.45</c:v>
                </c:pt>
                <c:pt idx="59211">
                  <c:v>24.45</c:v>
                </c:pt>
                <c:pt idx="59212">
                  <c:v>24.45</c:v>
                </c:pt>
                <c:pt idx="59213">
                  <c:v>24.45</c:v>
                </c:pt>
                <c:pt idx="59214">
                  <c:v>24.45</c:v>
                </c:pt>
                <c:pt idx="59215">
                  <c:v>24.45</c:v>
                </c:pt>
                <c:pt idx="59216">
                  <c:v>24.45</c:v>
                </c:pt>
                <c:pt idx="59217">
                  <c:v>24.45</c:v>
                </c:pt>
                <c:pt idx="59218">
                  <c:v>24.45</c:v>
                </c:pt>
                <c:pt idx="59219">
                  <c:v>24.4</c:v>
                </c:pt>
                <c:pt idx="59220">
                  <c:v>24.4</c:v>
                </c:pt>
                <c:pt idx="59221">
                  <c:v>24.45</c:v>
                </c:pt>
                <c:pt idx="59222">
                  <c:v>24.4</c:v>
                </c:pt>
                <c:pt idx="59223">
                  <c:v>24.45</c:v>
                </c:pt>
                <c:pt idx="59224">
                  <c:v>24.4</c:v>
                </c:pt>
                <c:pt idx="59225">
                  <c:v>24.4</c:v>
                </c:pt>
                <c:pt idx="59226">
                  <c:v>24.4</c:v>
                </c:pt>
                <c:pt idx="59227">
                  <c:v>24.4</c:v>
                </c:pt>
                <c:pt idx="59228">
                  <c:v>24.4</c:v>
                </c:pt>
                <c:pt idx="59229">
                  <c:v>24.4</c:v>
                </c:pt>
                <c:pt idx="59230">
                  <c:v>24.4</c:v>
                </c:pt>
                <c:pt idx="59231">
                  <c:v>24.4</c:v>
                </c:pt>
                <c:pt idx="59232">
                  <c:v>24.4</c:v>
                </c:pt>
                <c:pt idx="59233">
                  <c:v>24.45</c:v>
                </c:pt>
                <c:pt idx="59234">
                  <c:v>24.4</c:v>
                </c:pt>
                <c:pt idx="59235">
                  <c:v>24.4</c:v>
                </c:pt>
                <c:pt idx="59236">
                  <c:v>24.45</c:v>
                </c:pt>
                <c:pt idx="59237">
                  <c:v>24.45</c:v>
                </c:pt>
                <c:pt idx="59238">
                  <c:v>24.4</c:v>
                </c:pt>
                <c:pt idx="59239">
                  <c:v>24.45</c:v>
                </c:pt>
                <c:pt idx="59240">
                  <c:v>24.45</c:v>
                </c:pt>
                <c:pt idx="59241">
                  <c:v>24.4</c:v>
                </c:pt>
                <c:pt idx="59242">
                  <c:v>24.45</c:v>
                </c:pt>
                <c:pt idx="59243">
                  <c:v>24.45</c:v>
                </c:pt>
                <c:pt idx="59244">
                  <c:v>24.45</c:v>
                </c:pt>
                <c:pt idx="59245">
                  <c:v>24.45</c:v>
                </c:pt>
                <c:pt idx="59246">
                  <c:v>24.4</c:v>
                </c:pt>
                <c:pt idx="59247">
                  <c:v>24.4</c:v>
                </c:pt>
                <c:pt idx="59248">
                  <c:v>24.4</c:v>
                </c:pt>
                <c:pt idx="59249">
                  <c:v>24.4</c:v>
                </c:pt>
                <c:pt idx="59250">
                  <c:v>24.4</c:v>
                </c:pt>
                <c:pt idx="59251">
                  <c:v>24.4</c:v>
                </c:pt>
                <c:pt idx="59252">
                  <c:v>24.4</c:v>
                </c:pt>
                <c:pt idx="59253">
                  <c:v>24.4</c:v>
                </c:pt>
                <c:pt idx="59254">
                  <c:v>24.4</c:v>
                </c:pt>
                <c:pt idx="59255">
                  <c:v>24.4</c:v>
                </c:pt>
                <c:pt idx="59256">
                  <c:v>24.4</c:v>
                </c:pt>
                <c:pt idx="59257">
                  <c:v>24.4</c:v>
                </c:pt>
                <c:pt idx="59258">
                  <c:v>24.4</c:v>
                </c:pt>
                <c:pt idx="59259">
                  <c:v>24.4</c:v>
                </c:pt>
                <c:pt idx="59260">
                  <c:v>24.4</c:v>
                </c:pt>
                <c:pt idx="59261">
                  <c:v>24.4</c:v>
                </c:pt>
                <c:pt idx="59262">
                  <c:v>24.45</c:v>
                </c:pt>
                <c:pt idx="59263">
                  <c:v>24.4</c:v>
                </c:pt>
                <c:pt idx="59264">
                  <c:v>24.45</c:v>
                </c:pt>
                <c:pt idx="59265">
                  <c:v>24.45</c:v>
                </c:pt>
                <c:pt idx="59266">
                  <c:v>24.45</c:v>
                </c:pt>
                <c:pt idx="59267">
                  <c:v>24.45</c:v>
                </c:pt>
                <c:pt idx="59268">
                  <c:v>24.45</c:v>
                </c:pt>
                <c:pt idx="59269">
                  <c:v>24.45</c:v>
                </c:pt>
                <c:pt idx="59270">
                  <c:v>24.45</c:v>
                </c:pt>
                <c:pt idx="59271">
                  <c:v>24.45</c:v>
                </c:pt>
                <c:pt idx="59272">
                  <c:v>24.45</c:v>
                </c:pt>
                <c:pt idx="59273">
                  <c:v>24.45</c:v>
                </c:pt>
                <c:pt idx="59274">
                  <c:v>24.45</c:v>
                </c:pt>
                <c:pt idx="59275">
                  <c:v>24.45</c:v>
                </c:pt>
                <c:pt idx="59276">
                  <c:v>24.45</c:v>
                </c:pt>
                <c:pt idx="59277">
                  <c:v>24.4</c:v>
                </c:pt>
                <c:pt idx="59278">
                  <c:v>24.45</c:v>
                </c:pt>
                <c:pt idx="59279">
                  <c:v>24.4</c:v>
                </c:pt>
                <c:pt idx="59280">
                  <c:v>24.4</c:v>
                </c:pt>
                <c:pt idx="59281">
                  <c:v>24.4</c:v>
                </c:pt>
                <c:pt idx="59282">
                  <c:v>24.4</c:v>
                </c:pt>
                <c:pt idx="59283">
                  <c:v>24.4</c:v>
                </c:pt>
                <c:pt idx="59284">
                  <c:v>24.4</c:v>
                </c:pt>
                <c:pt idx="59285">
                  <c:v>24.4</c:v>
                </c:pt>
                <c:pt idx="59286">
                  <c:v>24.4</c:v>
                </c:pt>
                <c:pt idx="59287">
                  <c:v>24.4</c:v>
                </c:pt>
                <c:pt idx="59288">
                  <c:v>24.4</c:v>
                </c:pt>
                <c:pt idx="59289">
                  <c:v>24.4</c:v>
                </c:pt>
                <c:pt idx="59290">
                  <c:v>24.45</c:v>
                </c:pt>
                <c:pt idx="59291">
                  <c:v>24.45</c:v>
                </c:pt>
                <c:pt idx="59292">
                  <c:v>24.4</c:v>
                </c:pt>
                <c:pt idx="59293">
                  <c:v>24.4</c:v>
                </c:pt>
                <c:pt idx="59294">
                  <c:v>24.4</c:v>
                </c:pt>
                <c:pt idx="59295">
                  <c:v>24.4</c:v>
                </c:pt>
                <c:pt idx="59296">
                  <c:v>24.45</c:v>
                </c:pt>
                <c:pt idx="59297">
                  <c:v>24.45</c:v>
                </c:pt>
                <c:pt idx="59298">
                  <c:v>24.45</c:v>
                </c:pt>
                <c:pt idx="59299">
                  <c:v>24.45</c:v>
                </c:pt>
                <c:pt idx="59300">
                  <c:v>24.45</c:v>
                </c:pt>
                <c:pt idx="59301">
                  <c:v>24.45</c:v>
                </c:pt>
                <c:pt idx="59302">
                  <c:v>24.45</c:v>
                </c:pt>
                <c:pt idx="59303">
                  <c:v>24.45</c:v>
                </c:pt>
                <c:pt idx="59304">
                  <c:v>24.45</c:v>
                </c:pt>
                <c:pt idx="59305">
                  <c:v>24.45</c:v>
                </c:pt>
                <c:pt idx="59306">
                  <c:v>24.45</c:v>
                </c:pt>
                <c:pt idx="59307">
                  <c:v>24.45</c:v>
                </c:pt>
                <c:pt idx="59308">
                  <c:v>24.45</c:v>
                </c:pt>
                <c:pt idx="59309">
                  <c:v>24.45</c:v>
                </c:pt>
                <c:pt idx="59310">
                  <c:v>24.45</c:v>
                </c:pt>
                <c:pt idx="59311">
                  <c:v>24.45</c:v>
                </c:pt>
                <c:pt idx="59312">
                  <c:v>24.45</c:v>
                </c:pt>
                <c:pt idx="59313">
                  <c:v>24.45</c:v>
                </c:pt>
                <c:pt idx="59314">
                  <c:v>24.45</c:v>
                </c:pt>
                <c:pt idx="59315">
                  <c:v>24.45</c:v>
                </c:pt>
                <c:pt idx="59316">
                  <c:v>24.45</c:v>
                </c:pt>
                <c:pt idx="59317">
                  <c:v>24.45</c:v>
                </c:pt>
                <c:pt idx="59318">
                  <c:v>24.45</c:v>
                </c:pt>
                <c:pt idx="59319">
                  <c:v>24.45</c:v>
                </c:pt>
                <c:pt idx="59320">
                  <c:v>24.45</c:v>
                </c:pt>
                <c:pt idx="59321">
                  <c:v>24.45</c:v>
                </c:pt>
                <c:pt idx="59322">
                  <c:v>24.45</c:v>
                </c:pt>
                <c:pt idx="59323">
                  <c:v>24.45</c:v>
                </c:pt>
                <c:pt idx="59324">
                  <c:v>24.45</c:v>
                </c:pt>
                <c:pt idx="59325">
                  <c:v>24.4</c:v>
                </c:pt>
                <c:pt idx="59326">
                  <c:v>24.45</c:v>
                </c:pt>
                <c:pt idx="59327">
                  <c:v>24.45</c:v>
                </c:pt>
                <c:pt idx="59328">
                  <c:v>24.45</c:v>
                </c:pt>
                <c:pt idx="59329">
                  <c:v>24.45</c:v>
                </c:pt>
                <c:pt idx="59330">
                  <c:v>24.45</c:v>
                </c:pt>
                <c:pt idx="59331">
                  <c:v>24.45</c:v>
                </c:pt>
                <c:pt idx="59332">
                  <c:v>24.45</c:v>
                </c:pt>
                <c:pt idx="59333">
                  <c:v>24.45</c:v>
                </c:pt>
                <c:pt idx="59334">
                  <c:v>24.45</c:v>
                </c:pt>
                <c:pt idx="59335">
                  <c:v>24.45</c:v>
                </c:pt>
                <c:pt idx="59336">
                  <c:v>24.45</c:v>
                </c:pt>
                <c:pt idx="59337">
                  <c:v>24.45</c:v>
                </c:pt>
                <c:pt idx="59338">
                  <c:v>24.45</c:v>
                </c:pt>
                <c:pt idx="59339">
                  <c:v>24.45</c:v>
                </c:pt>
                <c:pt idx="59340">
                  <c:v>24.45</c:v>
                </c:pt>
                <c:pt idx="59341">
                  <c:v>24.45</c:v>
                </c:pt>
                <c:pt idx="59342">
                  <c:v>24.45</c:v>
                </c:pt>
                <c:pt idx="59343">
                  <c:v>24.45</c:v>
                </c:pt>
                <c:pt idx="59344">
                  <c:v>24.45</c:v>
                </c:pt>
                <c:pt idx="59345">
                  <c:v>24.45</c:v>
                </c:pt>
                <c:pt idx="59346">
                  <c:v>24.45</c:v>
                </c:pt>
                <c:pt idx="59347">
                  <c:v>24.45</c:v>
                </c:pt>
                <c:pt idx="59348">
                  <c:v>24.45</c:v>
                </c:pt>
                <c:pt idx="59349">
                  <c:v>24.45</c:v>
                </c:pt>
                <c:pt idx="59350">
                  <c:v>24.45</c:v>
                </c:pt>
                <c:pt idx="59351">
                  <c:v>24.45</c:v>
                </c:pt>
                <c:pt idx="59352">
                  <c:v>24.45</c:v>
                </c:pt>
                <c:pt idx="59353">
                  <c:v>24.45</c:v>
                </c:pt>
                <c:pt idx="59354">
                  <c:v>24.45</c:v>
                </c:pt>
                <c:pt idx="59355">
                  <c:v>24.45</c:v>
                </c:pt>
                <c:pt idx="59356">
                  <c:v>24.45</c:v>
                </c:pt>
                <c:pt idx="59357">
                  <c:v>24.4</c:v>
                </c:pt>
                <c:pt idx="59358">
                  <c:v>24.4</c:v>
                </c:pt>
                <c:pt idx="59359">
                  <c:v>24.4</c:v>
                </c:pt>
                <c:pt idx="59360">
                  <c:v>24.45</c:v>
                </c:pt>
                <c:pt idx="59361">
                  <c:v>24.4</c:v>
                </c:pt>
                <c:pt idx="59362">
                  <c:v>24.4</c:v>
                </c:pt>
                <c:pt idx="59363">
                  <c:v>24.4</c:v>
                </c:pt>
                <c:pt idx="59364">
                  <c:v>24.4</c:v>
                </c:pt>
                <c:pt idx="59365">
                  <c:v>24.4</c:v>
                </c:pt>
                <c:pt idx="59366">
                  <c:v>24.45</c:v>
                </c:pt>
                <c:pt idx="59367">
                  <c:v>24.45</c:v>
                </c:pt>
                <c:pt idx="59368">
                  <c:v>24.45</c:v>
                </c:pt>
                <c:pt idx="59369">
                  <c:v>24.45</c:v>
                </c:pt>
                <c:pt idx="59370">
                  <c:v>24.4</c:v>
                </c:pt>
                <c:pt idx="59371">
                  <c:v>24.45</c:v>
                </c:pt>
                <c:pt idx="59372">
                  <c:v>24.45</c:v>
                </c:pt>
                <c:pt idx="59373">
                  <c:v>24.45</c:v>
                </c:pt>
                <c:pt idx="59374">
                  <c:v>24.45</c:v>
                </c:pt>
                <c:pt idx="59375">
                  <c:v>24.45</c:v>
                </c:pt>
                <c:pt idx="59376">
                  <c:v>24.45</c:v>
                </c:pt>
                <c:pt idx="59377">
                  <c:v>24.45</c:v>
                </c:pt>
                <c:pt idx="59378">
                  <c:v>24.45</c:v>
                </c:pt>
                <c:pt idx="59379">
                  <c:v>24.45</c:v>
                </c:pt>
                <c:pt idx="59380">
                  <c:v>24.45</c:v>
                </c:pt>
                <c:pt idx="59381">
                  <c:v>24.45</c:v>
                </c:pt>
                <c:pt idx="59382">
                  <c:v>24.45</c:v>
                </c:pt>
                <c:pt idx="59383">
                  <c:v>24.45</c:v>
                </c:pt>
                <c:pt idx="59384">
                  <c:v>24.45</c:v>
                </c:pt>
                <c:pt idx="59385">
                  <c:v>24.45</c:v>
                </c:pt>
                <c:pt idx="59386">
                  <c:v>24.45</c:v>
                </c:pt>
                <c:pt idx="59387">
                  <c:v>24.45</c:v>
                </c:pt>
                <c:pt idx="59388">
                  <c:v>24.45</c:v>
                </c:pt>
                <c:pt idx="59389">
                  <c:v>24.45</c:v>
                </c:pt>
                <c:pt idx="59390">
                  <c:v>24.45</c:v>
                </c:pt>
                <c:pt idx="59391">
                  <c:v>24.45</c:v>
                </c:pt>
                <c:pt idx="59392">
                  <c:v>24.4</c:v>
                </c:pt>
                <c:pt idx="59393">
                  <c:v>24.4</c:v>
                </c:pt>
                <c:pt idx="59394">
                  <c:v>24.4</c:v>
                </c:pt>
                <c:pt idx="59395">
                  <c:v>24.4</c:v>
                </c:pt>
                <c:pt idx="59396">
                  <c:v>24.45</c:v>
                </c:pt>
                <c:pt idx="59397">
                  <c:v>24.45</c:v>
                </c:pt>
                <c:pt idx="59398">
                  <c:v>24.4</c:v>
                </c:pt>
                <c:pt idx="59399">
                  <c:v>24.4</c:v>
                </c:pt>
                <c:pt idx="59400">
                  <c:v>24.4</c:v>
                </c:pt>
                <c:pt idx="59401">
                  <c:v>24.45</c:v>
                </c:pt>
                <c:pt idx="59402">
                  <c:v>24.45</c:v>
                </c:pt>
                <c:pt idx="59403">
                  <c:v>24.45</c:v>
                </c:pt>
                <c:pt idx="59404">
                  <c:v>24.45</c:v>
                </c:pt>
                <c:pt idx="59405">
                  <c:v>24.45</c:v>
                </c:pt>
                <c:pt idx="59406">
                  <c:v>24.45</c:v>
                </c:pt>
                <c:pt idx="59407">
                  <c:v>24.45</c:v>
                </c:pt>
                <c:pt idx="59408">
                  <c:v>24.45</c:v>
                </c:pt>
                <c:pt idx="59409">
                  <c:v>24.45</c:v>
                </c:pt>
                <c:pt idx="59410">
                  <c:v>24.45</c:v>
                </c:pt>
                <c:pt idx="59411">
                  <c:v>24.45</c:v>
                </c:pt>
                <c:pt idx="59412">
                  <c:v>24.45</c:v>
                </c:pt>
                <c:pt idx="59413">
                  <c:v>24.45</c:v>
                </c:pt>
                <c:pt idx="59414">
                  <c:v>24.45</c:v>
                </c:pt>
                <c:pt idx="59415">
                  <c:v>24.45</c:v>
                </c:pt>
                <c:pt idx="59416">
                  <c:v>24.45</c:v>
                </c:pt>
                <c:pt idx="59417">
                  <c:v>24.45</c:v>
                </c:pt>
                <c:pt idx="59418">
                  <c:v>24.45</c:v>
                </c:pt>
                <c:pt idx="59419">
                  <c:v>24.45</c:v>
                </c:pt>
                <c:pt idx="59420">
                  <c:v>24.45</c:v>
                </c:pt>
                <c:pt idx="59421">
                  <c:v>24.45</c:v>
                </c:pt>
                <c:pt idx="59422">
                  <c:v>24.45</c:v>
                </c:pt>
                <c:pt idx="59423">
                  <c:v>24.45</c:v>
                </c:pt>
                <c:pt idx="59424">
                  <c:v>24.45</c:v>
                </c:pt>
                <c:pt idx="59425">
                  <c:v>24.45</c:v>
                </c:pt>
                <c:pt idx="59426">
                  <c:v>24.45</c:v>
                </c:pt>
                <c:pt idx="59427">
                  <c:v>24.4</c:v>
                </c:pt>
                <c:pt idx="59428">
                  <c:v>24.4</c:v>
                </c:pt>
                <c:pt idx="59429">
                  <c:v>24.45</c:v>
                </c:pt>
                <c:pt idx="59430">
                  <c:v>24.45</c:v>
                </c:pt>
                <c:pt idx="59431">
                  <c:v>24.45</c:v>
                </c:pt>
                <c:pt idx="59432">
                  <c:v>24.45</c:v>
                </c:pt>
                <c:pt idx="59433">
                  <c:v>24.4</c:v>
                </c:pt>
                <c:pt idx="59434">
                  <c:v>24.45</c:v>
                </c:pt>
                <c:pt idx="59435">
                  <c:v>24.45</c:v>
                </c:pt>
                <c:pt idx="59436">
                  <c:v>24.45</c:v>
                </c:pt>
                <c:pt idx="59437">
                  <c:v>24.45</c:v>
                </c:pt>
                <c:pt idx="59438">
                  <c:v>24.45</c:v>
                </c:pt>
                <c:pt idx="59439">
                  <c:v>24.45</c:v>
                </c:pt>
                <c:pt idx="59440">
                  <c:v>24.45</c:v>
                </c:pt>
                <c:pt idx="59441">
                  <c:v>24.45</c:v>
                </c:pt>
                <c:pt idx="59442">
                  <c:v>24.45</c:v>
                </c:pt>
                <c:pt idx="59443">
                  <c:v>24.45</c:v>
                </c:pt>
                <c:pt idx="59444">
                  <c:v>24.45</c:v>
                </c:pt>
                <c:pt idx="59445">
                  <c:v>24.45</c:v>
                </c:pt>
                <c:pt idx="59446">
                  <c:v>24.45</c:v>
                </c:pt>
                <c:pt idx="59447">
                  <c:v>24.45</c:v>
                </c:pt>
                <c:pt idx="59448">
                  <c:v>24.45</c:v>
                </c:pt>
                <c:pt idx="59449">
                  <c:v>24.45</c:v>
                </c:pt>
                <c:pt idx="59450">
                  <c:v>24.45</c:v>
                </c:pt>
                <c:pt idx="59451">
                  <c:v>24.45</c:v>
                </c:pt>
                <c:pt idx="59452">
                  <c:v>24.45</c:v>
                </c:pt>
                <c:pt idx="59453">
                  <c:v>24.45</c:v>
                </c:pt>
                <c:pt idx="59454">
                  <c:v>24.45</c:v>
                </c:pt>
                <c:pt idx="59455">
                  <c:v>24.45</c:v>
                </c:pt>
                <c:pt idx="59456">
                  <c:v>24.45</c:v>
                </c:pt>
                <c:pt idx="59457">
                  <c:v>24.45</c:v>
                </c:pt>
                <c:pt idx="59458">
                  <c:v>24.45</c:v>
                </c:pt>
                <c:pt idx="59459">
                  <c:v>24.45</c:v>
                </c:pt>
                <c:pt idx="59460">
                  <c:v>24.45</c:v>
                </c:pt>
                <c:pt idx="59461">
                  <c:v>24.45</c:v>
                </c:pt>
                <c:pt idx="59462">
                  <c:v>24.45</c:v>
                </c:pt>
                <c:pt idx="59463">
                  <c:v>24.45</c:v>
                </c:pt>
                <c:pt idx="59464">
                  <c:v>24.45</c:v>
                </c:pt>
                <c:pt idx="59465">
                  <c:v>24.45</c:v>
                </c:pt>
                <c:pt idx="59466">
                  <c:v>24.45</c:v>
                </c:pt>
                <c:pt idx="59467">
                  <c:v>24.45</c:v>
                </c:pt>
                <c:pt idx="59468">
                  <c:v>24.45</c:v>
                </c:pt>
                <c:pt idx="59469">
                  <c:v>24.45</c:v>
                </c:pt>
                <c:pt idx="59470">
                  <c:v>24.45</c:v>
                </c:pt>
                <c:pt idx="59471">
                  <c:v>24.45</c:v>
                </c:pt>
                <c:pt idx="59472">
                  <c:v>24.45</c:v>
                </c:pt>
                <c:pt idx="59473">
                  <c:v>24.45</c:v>
                </c:pt>
                <c:pt idx="59474">
                  <c:v>24.45</c:v>
                </c:pt>
                <c:pt idx="59475">
                  <c:v>24.45</c:v>
                </c:pt>
                <c:pt idx="59476">
                  <c:v>24.45</c:v>
                </c:pt>
                <c:pt idx="59477">
                  <c:v>24.45</c:v>
                </c:pt>
                <c:pt idx="59478">
                  <c:v>24.45</c:v>
                </c:pt>
                <c:pt idx="59479">
                  <c:v>24.45</c:v>
                </c:pt>
                <c:pt idx="59480">
                  <c:v>24.45</c:v>
                </c:pt>
                <c:pt idx="59481">
                  <c:v>24.45</c:v>
                </c:pt>
                <c:pt idx="59482">
                  <c:v>24.45</c:v>
                </c:pt>
                <c:pt idx="59483">
                  <c:v>24.45</c:v>
                </c:pt>
                <c:pt idx="59484">
                  <c:v>24.45</c:v>
                </c:pt>
                <c:pt idx="59485">
                  <c:v>24.45</c:v>
                </c:pt>
                <c:pt idx="59486">
                  <c:v>24.45</c:v>
                </c:pt>
                <c:pt idx="59487">
                  <c:v>24.45</c:v>
                </c:pt>
                <c:pt idx="59488">
                  <c:v>24.45</c:v>
                </c:pt>
                <c:pt idx="59489">
                  <c:v>24.45</c:v>
                </c:pt>
                <c:pt idx="59490">
                  <c:v>24.45</c:v>
                </c:pt>
                <c:pt idx="59491">
                  <c:v>24.45</c:v>
                </c:pt>
                <c:pt idx="59492">
                  <c:v>24.45</c:v>
                </c:pt>
                <c:pt idx="59493">
                  <c:v>24.45</c:v>
                </c:pt>
                <c:pt idx="59494">
                  <c:v>24.45</c:v>
                </c:pt>
                <c:pt idx="59495">
                  <c:v>24.45</c:v>
                </c:pt>
                <c:pt idx="59496">
                  <c:v>24.45</c:v>
                </c:pt>
                <c:pt idx="59497">
                  <c:v>24.45</c:v>
                </c:pt>
                <c:pt idx="59498">
                  <c:v>24.45</c:v>
                </c:pt>
                <c:pt idx="59499">
                  <c:v>24.45</c:v>
                </c:pt>
                <c:pt idx="59500">
                  <c:v>24.45</c:v>
                </c:pt>
                <c:pt idx="59501">
                  <c:v>24.45</c:v>
                </c:pt>
                <c:pt idx="59502">
                  <c:v>24.45</c:v>
                </c:pt>
                <c:pt idx="59503">
                  <c:v>24.45</c:v>
                </c:pt>
                <c:pt idx="59504">
                  <c:v>24.45</c:v>
                </c:pt>
                <c:pt idx="59505">
                  <c:v>24.45</c:v>
                </c:pt>
                <c:pt idx="59506">
                  <c:v>24.45</c:v>
                </c:pt>
                <c:pt idx="59507">
                  <c:v>24.45</c:v>
                </c:pt>
                <c:pt idx="59508">
                  <c:v>24.45</c:v>
                </c:pt>
                <c:pt idx="59509">
                  <c:v>24.45</c:v>
                </c:pt>
                <c:pt idx="59510">
                  <c:v>24.45</c:v>
                </c:pt>
                <c:pt idx="59511">
                  <c:v>24.45</c:v>
                </c:pt>
                <c:pt idx="59512">
                  <c:v>24.45</c:v>
                </c:pt>
                <c:pt idx="59513">
                  <c:v>24.45</c:v>
                </c:pt>
                <c:pt idx="59514">
                  <c:v>24.45</c:v>
                </c:pt>
                <c:pt idx="59515">
                  <c:v>24.45</c:v>
                </c:pt>
                <c:pt idx="59516">
                  <c:v>24.45</c:v>
                </c:pt>
                <c:pt idx="59517">
                  <c:v>24.45</c:v>
                </c:pt>
                <c:pt idx="59518">
                  <c:v>24.45</c:v>
                </c:pt>
                <c:pt idx="59519">
                  <c:v>24.45</c:v>
                </c:pt>
                <c:pt idx="59520">
                  <c:v>24.45</c:v>
                </c:pt>
                <c:pt idx="59521">
                  <c:v>24.45</c:v>
                </c:pt>
                <c:pt idx="59522">
                  <c:v>24.45</c:v>
                </c:pt>
                <c:pt idx="59523">
                  <c:v>24.45</c:v>
                </c:pt>
                <c:pt idx="59524">
                  <c:v>24.45</c:v>
                </c:pt>
                <c:pt idx="59525">
                  <c:v>24.45</c:v>
                </c:pt>
                <c:pt idx="59526">
                  <c:v>24.45</c:v>
                </c:pt>
                <c:pt idx="59527">
                  <c:v>24.45</c:v>
                </c:pt>
                <c:pt idx="59528">
                  <c:v>24.45</c:v>
                </c:pt>
                <c:pt idx="59529">
                  <c:v>24.45</c:v>
                </c:pt>
                <c:pt idx="59530">
                  <c:v>24.45</c:v>
                </c:pt>
                <c:pt idx="59531">
                  <c:v>24.45</c:v>
                </c:pt>
                <c:pt idx="59532">
                  <c:v>24.45</c:v>
                </c:pt>
                <c:pt idx="59533">
                  <c:v>24.45</c:v>
                </c:pt>
                <c:pt idx="59534">
                  <c:v>24.45</c:v>
                </c:pt>
                <c:pt idx="59535">
                  <c:v>24.45</c:v>
                </c:pt>
                <c:pt idx="59536">
                  <c:v>24.45</c:v>
                </c:pt>
                <c:pt idx="59537">
                  <c:v>24.45</c:v>
                </c:pt>
                <c:pt idx="59538">
                  <c:v>24.45</c:v>
                </c:pt>
                <c:pt idx="59539">
                  <c:v>24.45</c:v>
                </c:pt>
                <c:pt idx="59540">
                  <c:v>24.45</c:v>
                </c:pt>
                <c:pt idx="59541">
                  <c:v>24.45</c:v>
                </c:pt>
                <c:pt idx="59542">
                  <c:v>24.45</c:v>
                </c:pt>
                <c:pt idx="59543">
                  <c:v>24.45</c:v>
                </c:pt>
                <c:pt idx="59544">
                  <c:v>24.45</c:v>
                </c:pt>
                <c:pt idx="59545">
                  <c:v>24.45</c:v>
                </c:pt>
                <c:pt idx="59546">
                  <c:v>24.45</c:v>
                </c:pt>
                <c:pt idx="59547">
                  <c:v>24.45</c:v>
                </c:pt>
                <c:pt idx="59548">
                  <c:v>24.45</c:v>
                </c:pt>
                <c:pt idx="59549">
                  <c:v>24.45</c:v>
                </c:pt>
                <c:pt idx="59550">
                  <c:v>24.45</c:v>
                </c:pt>
                <c:pt idx="59551">
                  <c:v>24.45</c:v>
                </c:pt>
                <c:pt idx="59552">
                  <c:v>24.45</c:v>
                </c:pt>
                <c:pt idx="59553">
                  <c:v>24.4</c:v>
                </c:pt>
                <c:pt idx="59554">
                  <c:v>24.45</c:v>
                </c:pt>
                <c:pt idx="59555">
                  <c:v>24.45</c:v>
                </c:pt>
                <c:pt idx="59556">
                  <c:v>24.45</c:v>
                </c:pt>
                <c:pt idx="59557">
                  <c:v>24.45</c:v>
                </c:pt>
                <c:pt idx="59558">
                  <c:v>24.45</c:v>
                </c:pt>
                <c:pt idx="59559">
                  <c:v>24.45</c:v>
                </c:pt>
                <c:pt idx="59560">
                  <c:v>24.45</c:v>
                </c:pt>
                <c:pt idx="59561">
                  <c:v>24.4</c:v>
                </c:pt>
                <c:pt idx="59562">
                  <c:v>24.4</c:v>
                </c:pt>
                <c:pt idx="59563">
                  <c:v>24.4</c:v>
                </c:pt>
                <c:pt idx="59564">
                  <c:v>24.4</c:v>
                </c:pt>
                <c:pt idx="59565">
                  <c:v>24.4</c:v>
                </c:pt>
                <c:pt idx="59566">
                  <c:v>24.4</c:v>
                </c:pt>
                <c:pt idx="59567">
                  <c:v>24.4</c:v>
                </c:pt>
                <c:pt idx="59568">
                  <c:v>24.4</c:v>
                </c:pt>
                <c:pt idx="59569">
                  <c:v>24.4</c:v>
                </c:pt>
                <c:pt idx="59570">
                  <c:v>24.4</c:v>
                </c:pt>
                <c:pt idx="59571">
                  <c:v>24.45</c:v>
                </c:pt>
                <c:pt idx="59572">
                  <c:v>24.4</c:v>
                </c:pt>
                <c:pt idx="59573">
                  <c:v>24.45</c:v>
                </c:pt>
                <c:pt idx="59574">
                  <c:v>24.45</c:v>
                </c:pt>
                <c:pt idx="59575">
                  <c:v>24.45</c:v>
                </c:pt>
                <c:pt idx="59576">
                  <c:v>24.45</c:v>
                </c:pt>
                <c:pt idx="59577">
                  <c:v>24.45</c:v>
                </c:pt>
                <c:pt idx="59578">
                  <c:v>24.45</c:v>
                </c:pt>
                <c:pt idx="59579">
                  <c:v>24.45</c:v>
                </c:pt>
                <c:pt idx="59580">
                  <c:v>24.45</c:v>
                </c:pt>
                <c:pt idx="59581">
                  <c:v>24.45</c:v>
                </c:pt>
                <c:pt idx="59582">
                  <c:v>24.45</c:v>
                </c:pt>
                <c:pt idx="59583">
                  <c:v>24.45</c:v>
                </c:pt>
                <c:pt idx="59584">
                  <c:v>24.45</c:v>
                </c:pt>
                <c:pt idx="59585">
                  <c:v>24.45</c:v>
                </c:pt>
                <c:pt idx="59586">
                  <c:v>24.45</c:v>
                </c:pt>
                <c:pt idx="59587">
                  <c:v>24.45</c:v>
                </c:pt>
                <c:pt idx="59588">
                  <c:v>24.45</c:v>
                </c:pt>
                <c:pt idx="59589">
                  <c:v>24.4</c:v>
                </c:pt>
                <c:pt idx="59590">
                  <c:v>24.45</c:v>
                </c:pt>
                <c:pt idx="59591">
                  <c:v>24.4</c:v>
                </c:pt>
                <c:pt idx="59592">
                  <c:v>24.4</c:v>
                </c:pt>
                <c:pt idx="59593">
                  <c:v>24.4</c:v>
                </c:pt>
                <c:pt idx="59594">
                  <c:v>24.4</c:v>
                </c:pt>
                <c:pt idx="59595">
                  <c:v>24.4</c:v>
                </c:pt>
                <c:pt idx="59596">
                  <c:v>24.4</c:v>
                </c:pt>
                <c:pt idx="59597">
                  <c:v>24.4</c:v>
                </c:pt>
                <c:pt idx="59598">
                  <c:v>24.4</c:v>
                </c:pt>
                <c:pt idx="59599">
                  <c:v>24.4</c:v>
                </c:pt>
                <c:pt idx="59600">
                  <c:v>24.4</c:v>
                </c:pt>
                <c:pt idx="59601">
                  <c:v>24.45</c:v>
                </c:pt>
                <c:pt idx="59602">
                  <c:v>24.4</c:v>
                </c:pt>
                <c:pt idx="59603">
                  <c:v>24.4</c:v>
                </c:pt>
                <c:pt idx="59604">
                  <c:v>24.4</c:v>
                </c:pt>
                <c:pt idx="59605">
                  <c:v>24.45</c:v>
                </c:pt>
                <c:pt idx="59606">
                  <c:v>24.4</c:v>
                </c:pt>
                <c:pt idx="59607">
                  <c:v>24.4</c:v>
                </c:pt>
                <c:pt idx="59608">
                  <c:v>24.4</c:v>
                </c:pt>
                <c:pt idx="59609">
                  <c:v>24.4</c:v>
                </c:pt>
                <c:pt idx="59610">
                  <c:v>24.45</c:v>
                </c:pt>
                <c:pt idx="59611">
                  <c:v>24.4</c:v>
                </c:pt>
                <c:pt idx="59612">
                  <c:v>24.45</c:v>
                </c:pt>
                <c:pt idx="59613">
                  <c:v>24.4</c:v>
                </c:pt>
                <c:pt idx="59614">
                  <c:v>24.4</c:v>
                </c:pt>
                <c:pt idx="59615">
                  <c:v>24.4</c:v>
                </c:pt>
                <c:pt idx="59616">
                  <c:v>24.4</c:v>
                </c:pt>
                <c:pt idx="59617">
                  <c:v>24.45</c:v>
                </c:pt>
                <c:pt idx="59618">
                  <c:v>24.4</c:v>
                </c:pt>
                <c:pt idx="59619">
                  <c:v>24.4</c:v>
                </c:pt>
                <c:pt idx="59620">
                  <c:v>24.4</c:v>
                </c:pt>
                <c:pt idx="59621">
                  <c:v>24.4</c:v>
                </c:pt>
                <c:pt idx="59622">
                  <c:v>24.45</c:v>
                </c:pt>
                <c:pt idx="59623">
                  <c:v>24.4</c:v>
                </c:pt>
                <c:pt idx="59624">
                  <c:v>24.45</c:v>
                </c:pt>
                <c:pt idx="59625">
                  <c:v>24.4</c:v>
                </c:pt>
                <c:pt idx="59626">
                  <c:v>24.4</c:v>
                </c:pt>
                <c:pt idx="59627">
                  <c:v>24.45</c:v>
                </c:pt>
                <c:pt idx="59628">
                  <c:v>24.45</c:v>
                </c:pt>
                <c:pt idx="59629">
                  <c:v>24.45</c:v>
                </c:pt>
                <c:pt idx="59630">
                  <c:v>24.45</c:v>
                </c:pt>
                <c:pt idx="59631">
                  <c:v>24.45</c:v>
                </c:pt>
                <c:pt idx="59632">
                  <c:v>24.45</c:v>
                </c:pt>
                <c:pt idx="59633">
                  <c:v>24.45</c:v>
                </c:pt>
                <c:pt idx="59634">
                  <c:v>24.45</c:v>
                </c:pt>
                <c:pt idx="59635">
                  <c:v>24.45</c:v>
                </c:pt>
                <c:pt idx="59636">
                  <c:v>24.45</c:v>
                </c:pt>
                <c:pt idx="59637">
                  <c:v>24.45</c:v>
                </c:pt>
                <c:pt idx="59638">
                  <c:v>24.45</c:v>
                </c:pt>
                <c:pt idx="59639">
                  <c:v>24.45</c:v>
                </c:pt>
                <c:pt idx="59640">
                  <c:v>24.45</c:v>
                </c:pt>
                <c:pt idx="59641">
                  <c:v>24.45</c:v>
                </c:pt>
                <c:pt idx="59642">
                  <c:v>24.45</c:v>
                </c:pt>
                <c:pt idx="59643">
                  <c:v>24.45</c:v>
                </c:pt>
                <c:pt idx="59644">
                  <c:v>24.45</c:v>
                </c:pt>
                <c:pt idx="59645">
                  <c:v>24.45</c:v>
                </c:pt>
                <c:pt idx="59646">
                  <c:v>24.45</c:v>
                </c:pt>
                <c:pt idx="59647">
                  <c:v>24.45</c:v>
                </c:pt>
                <c:pt idx="59648">
                  <c:v>24.45</c:v>
                </c:pt>
                <c:pt idx="59649">
                  <c:v>24.45</c:v>
                </c:pt>
                <c:pt idx="59650">
                  <c:v>24.45</c:v>
                </c:pt>
                <c:pt idx="59651">
                  <c:v>24.45</c:v>
                </c:pt>
                <c:pt idx="59652">
                  <c:v>24.45</c:v>
                </c:pt>
                <c:pt idx="59653">
                  <c:v>24.45</c:v>
                </c:pt>
                <c:pt idx="59654">
                  <c:v>24.45</c:v>
                </c:pt>
                <c:pt idx="59655">
                  <c:v>24.45</c:v>
                </c:pt>
                <c:pt idx="59656">
                  <c:v>24.45</c:v>
                </c:pt>
                <c:pt idx="59657">
                  <c:v>24.45</c:v>
                </c:pt>
                <c:pt idx="59658">
                  <c:v>24.45</c:v>
                </c:pt>
                <c:pt idx="59659">
                  <c:v>24.45</c:v>
                </c:pt>
                <c:pt idx="59660">
                  <c:v>24.45</c:v>
                </c:pt>
                <c:pt idx="59661">
                  <c:v>24.45</c:v>
                </c:pt>
                <c:pt idx="59662">
                  <c:v>24.45</c:v>
                </c:pt>
                <c:pt idx="59663">
                  <c:v>24.45</c:v>
                </c:pt>
                <c:pt idx="59664">
                  <c:v>24.45</c:v>
                </c:pt>
                <c:pt idx="59665">
                  <c:v>24.45</c:v>
                </c:pt>
                <c:pt idx="59666">
                  <c:v>24.45</c:v>
                </c:pt>
                <c:pt idx="59667">
                  <c:v>24.45</c:v>
                </c:pt>
                <c:pt idx="59668">
                  <c:v>24.45</c:v>
                </c:pt>
                <c:pt idx="59669">
                  <c:v>24.45</c:v>
                </c:pt>
                <c:pt idx="59670">
                  <c:v>24.45</c:v>
                </c:pt>
                <c:pt idx="59671">
                  <c:v>24.45</c:v>
                </c:pt>
                <c:pt idx="59672">
                  <c:v>24.45</c:v>
                </c:pt>
                <c:pt idx="59673">
                  <c:v>24.45</c:v>
                </c:pt>
                <c:pt idx="59674">
                  <c:v>24.45</c:v>
                </c:pt>
                <c:pt idx="59675">
                  <c:v>24.45</c:v>
                </c:pt>
                <c:pt idx="59676">
                  <c:v>24.45</c:v>
                </c:pt>
                <c:pt idx="59677">
                  <c:v>24.45</c:v>
                </c:pt>
                <c:pt idx="59678">
                  <c:v>24.45</c:v>
                </c:pt>
                <c:pt idx="59679">
                  <c:v>24.45</c:v>
                </c:pt>
                <c:pt idx="59680">
                  <c:v>24.45</c:v>
                </c:pt>
                <c:pt idx="59681">
                  <c:v>24.45</c:v>
                </c:pt>
                <c:pt idx="59682">
                  <c:v>24.45</c:v>
                </c:pt>
                <c:pt idx="59683">
                  <c:v>24.4</c:v>
                </c:pt>
                <c:pt idx="59684">
                  <c:v>24.4</c:v>
                </c:pt>
                <c:pt idx="59685">
                  <c:v>24.45</c:v>
                </c:pt>
                <c:pt idx="59686">
                  <c:v>24.4</c:v>
                </c:pt>
                <c:pt idx="59687">
                  <c:v>24.4</c:v>
                </c:pt>
                <c:pt idx="59688">
                  <c:v>24.4</c:v>
                </c:pt>
                <c:pt idx="59689">
                  <c:v>24.4</c:v>
                </c:pt>
                <c:pt idx="59690">
                  <c:v>24.4</c:v>
                </c:pt>
                <c:pt idx="59691">
                  <c:v>24.4</c:v>
                </c:pt>
                <c:pt idx="59692">
                  <c:v>24.4</c:v>
                </c:pt>
                <c:pt idx="59693">
                  <c:v>24.4</c:v>
                </c:pt>
                <c:pt idx="59694">
                  <c:v>24.4</c:v>
                </c:pt>
                <c:pt idx="59695">
                  <c:v>24.4</c:v>
                </c:pt>
                <c:pt idx="59696">
                  <c:v>24.4</c:v>
                </c:pt>
                <c:pt idx="59697">
                  <c:v>24.4</c:v>
                </c:pt>
                <c:pt idx="59698">
                  <c:v>24.4</c:v>
                </c:pt>
                <c:pt idx="59699">
                  <c:v>24.4</c:v>
                </c:pt>
                <c:pt idx="59700">
                  <c:v>24.4</c:v>
                </c:pt>
                <c:pt idx="59701">
                  <c:v>24.45</c:v>
                </c:pt>
                <c:pt idx="59702">
                  <c:v>24.45</c:v>
                </c:pt>
                <c:pt idx="59703">
                  <c:v>24.45</c:v>
                </c:pt>
                <c:pt idx="59704">
                  <c:v>24.4</c:v>
                </c:pt>
                <c:pt idx="59705">
                  <c:v>24.45</c:v>
                </c:pt>
                <c:pt idx="59706">
                  <c:v>24.45</c:v>
                </c:pt>
                <c:pt idx="59707">
                  <c:v>24.45</c:v>
                </c:pt>
                <c:pt idx="59708">
                  <c:v>24.45</c:v>
                </c:pt>
                <c:pt idx="59709">
                  <c:v>24.45</c:v>
                </c:pt>
                <c:pt idx="59710">
                  <c:v>24.45</c:v>
                </c:pt>
                <c:pt idx="59711">
                  <c:v>24.45</c:v>
                </c:pt>
                <c:pt idx="59712">
                  <c:v>24.45</c:v>
                </c:pt>
                <c:pt idx="59713">
                  <c:v>24.45</c:v>
                </c:pt>
                <c:pt idx="59714">
                  <c:v>24.45</c:v>
                </c:pt>
                <c:pt idx="59715">
                  <c:v>24.45</c:v>
                </c:pt>
                <c:pt idx="59716">
                  <c:v>24.45</c:v>
                </c:pt>
                <c:pt idx="59717">
                  <c:v>24.45</c:v>
                </c:pt>
                <c:pt idx="59718">
                  <c:v>24.45</c:v>
                </c:pt>
                <c:pt idx="59719">
                  <c:v>24.45</c:v>
                </c:pt>
                <c:pt idx="59720">
                  <c:v>24.45</c:v>
                </c:pt>
                <c:pt idx="59721">
                  <c:v>24.45</c:v>
                </c:pt>
                <c:pt idx="59722">
                  <c:v>24.45</c:v>
                </c:pt>
                <c:pt idx="59723">
                  <c:v>24.45</c:v>
                </c:pt>
                <c:pt idx="59724">
                  <c:v>24.45</c:v>
                </c:pt>
                <c:pt idx="59725">
                  <c:v>24.45</c:v>
                </c:pt>
                <c:pt idx="59726">
                  <c:v>24.45</c:v>
                </c:pt>
                <c:pt idx="59727">
                  <c:v>24.45</c:v>
                </c:pt>
                <c:pt idx="59728">
                  <c:v>24.45</c:v>
                </c:pt>
                <c:pt idx="59729">
                  <c:v>24.45</c:v>
                </c:pt>
                <c:pt idx="59730">
                  <c:v>24.45</c:v>
                </c:pt>
                <c:pt idx="59731">
                  <c:v>24.45</c:v>
                </c:pt>
                <c:pt idx="59732">
                  <c:v>24.45</c:v>
                </c:pt>
                <c:pt idx="59733">
                  <c:v>24.45</c:v>
                </c:pt>
                <c:pt idx="59734">
                  <c:v>24.45</c:v>
                </c:pt>
                <c:pt idx="59735">
                  <c:v>24.45</c:v>
                </c:pt>
                <c:pt idx="59736">
                  <c:v>24.45</c:v>
                </c:pt>
                <c:pt idx="59737">
                  <c:v>24.45</c:v>
                </c:pt>
                <c:pt idx="59738">
                  <c:v>24.45</c:v>
                </c:pt>
                <c:pt idx="59739">
                  <c:v>24.45</c:v>
                </c:pt>
                <c:pt idx="59740">
                  <c:v>24.45</c:v>
                </c:pt>
                <c:pt idx="59741">
                  <c:v>24.45</c:v>
                </c:pt>
                <c:pt idx="59742">
                  <c:v>24.45</c:v>
                </c:pt>
                <c:pt idx="59743">
                  <c:v>24.45</c:v>
                </c:pt>
                <c:pt idx="59744">
                  <c:v>24.45</c:v>
                </c:pt>
                <c:pt idx="59745">
                  <c:v>24.45</c:v>
                </c:pt>
                <c:pt idx="59746">
                  <c:v>24.45</c:v>
                </c:pt>
                <c:pt idx="59747">
                  <c:v>24.45</c:v>
                </c:pt>
                <c:pt idx="59748">
                  <c:v>24.45</c:v>
                </c:pt>
                <c:pt idx="59749">
                  <c:v>24.45</c:v>
                </c:pt>
                <c:pt idx="59750">
                  <c:v>24.45</c:v>
                </c:pt>
                <c:pt idx="59751">
                  <c:v>24.45</c:v>
                </c:pt>
                <c:pt idx="59752">
                  <c:v>24.45</c:v>
                </c:pt>
                <c:pt idx="59753">
                  <c:v>24.45</c:v>
                </c:pt>
                <c:pt idx="59754">
                  <c:v>24.45</c:v>
                </c:pt>
                <c:pt idx="59755">
                  <c:v>24.45</c:v>
                </c:pt>
                <c:pt idx="59756">
                  <c:v>24.45</c:v>
                </c:pt>
                <c:pt idx="59757">
                  <c:v>24.45</c:v>
                </c:pt>
                <c:pt idx="59758">
                  <c:v>24.45</c:v>
                </c:pt>
                <c:pt idx="59759">
                  <c:v>24.45</c:v>
                </c:pt>
                <c:pt idx="59760">
                  <c:v>24.45</c:v>
                </c:pt>
                <c:pt idx="59761">
                  <c:v>24.45</c:v>
                </c:pt>
                <c:pt idx="59762">
                  <c:v>24.45</c:v>
                </c:pt>
                <c:pt idx="59763">
                  <c:v>24.45</c:v>
                </c:pt>
                <c:pt idx="59764">
                  <c:v>24.45</c:v>
                </c:pt>
                <c:pt idx="59765">
                  <c:v>24.45</c:v>
                </c:pt>
                <c:pt idx="59766">
                  <c:v>24.45</c:v>
                </c:pt>
                <c:pt idx="59767">
                  <c:v>24.45</c:v>
                </c:pt>
                <c:pt idx="59768">
                  <c:v>24.4</c:v>
                </c:pt>
                <c:pt idx="59769">
                  <c:v>24.4</c:v>
                </c:pt>
                <c:pt idx="59770">
                  <c:v>24.45</c:v>
                </c:pt>
                <c:pt idx="59771">
                  <c:v>24.4</c:v>
                </c:pt>
                <c:pt idx="59772">
                  <c:v>24.4</c:v>
                </c:pt>
                <c:pt idx="59773">
                  <c:v>24.4</c:v>
                </c:pt>
                <c:pt idx="59774">
                  <c:v>24.4</c:v>
                </c:pt>
                <c:pt idx="59775">
                  <c:v>24.4</c:v>
                </c:pt>
                <c:pt idx="59776">
                  <c:v>24.4</c:v>
                </c:pt>
                <c:pt idx="59777">
                  <c:v>24.4</c:v>
                </c:pt>
                <c:pt idx="59778">
                  <c:v>24.4</c:v>
                </c:pt>
                <c:pt idx="59779">
                  <c:v>24.4</c:v>
                </c:pt>
                <c:pt idx="59780">
                  <c:v>24.4</c:v>
                </c:pt>
                <c:pt idx="59781">
                  <c:v>24.4</c:v>
                </c:pt>
                <c:pt idx="59782">
                  <c:v>24.4</c:v>
                </c:pt>
                <c:pt idx="59783">
                  <c:v>24.4</c:v>
                </c:pt>
                <c:pt idx="59784">
                  <c:v>24.4</c:v>
                </c:pt>
                <c:pt idx="59785">
                  <c:v>24.4</c:v>
                </c:pt>
                <c:pt idx="59786">
                  <c:v>24.4</c:v>
                </c:pt>
                <c:pt idx="59787">
                  <c:v>24.4</c:v>
                </c:pt>
                <c:pt idx="59788">
                  <c:v>24.4</c:v>
                </c:pt>
                <c:pt idx="59789">
                  <c:v>24.4</c:v>
                </c:pt>
                <c:pt idx="59790">
                  <c:v>24.4</c:v>
                </c:pt>
                <c:pt idx="59791">
                  <c:v>24.4</c:v>
                </c:pt>
                <c:pt idx="59792">
                  <c:v>24.4</c:v>
                </c:pt>
                <c:pt idx="59793">
                  <c:v>24.4</c:v>
                </c:pt>
                <c:pt idx="59794">
                  <c:v>24.4</c:v>
                </c:pt>
                <c:pt idx="59795">
                  <c:v>24.4</c:v>
                </c:pt>
                <c:pt idx="59796">
                  <c:v>24.45</c:v>
                </c:pt>
                <c:pt idx="59797">
                  <c:v>24.45</c:v>
                </c:pt>
                <c:pt idx="59798">
                  <c:v>24.4</c:v>
                </c:pt>
                <c:pt idx="59799">
                  <c:v>24.45</c:v>
                </c:pt>
                <c:pt idx="59800">
                  <c:v>24.45</c:v>
                </c:pt>
                <c:pt idx="59801">
                  <c:v>24.45</c:v>
                </c:pt>
                <c:pt idx="59802">
                  <c:v>24.45</c:v>
                </c:pt>
                <c:pt idx="59803">
                  <c:v>24.45</c:v>
                </c:pt>
                <c:pt idx="59804">
                  <c:v>24.45</c:v>
                </c:pt>
                <c:pt idx="59805">
                  <c:v>24.45</c:v>
                </c:pt>
                <c:pt idx="59806">
                  <c:v>24.45</c:v>
                </c:pt>
                <c:pt idx="59807">
                  <c:v>24.45</c:v>
                </c:pt>
                <c:pt idx="59808">
                  <c:v>24.45</c:v>
                </c:pt>
                <c:pt idx="59809">
                  <c:v>24.45</c:v>
                </c:pt>
                <c:pt idx="59810">
                  <c:v>24.4</c:v>
                </c:pt>
                <c:pt idx="59811">
                  <c:v>24.45</c:v>
                </c:pt>
                <c:pt idx="59812">
                  <c:v>24.45</c:v>
                </c:pt>
                <c:pt idx="59813">
                  <c:v>24.45</c:v>
                </c:pt>
                <c:pt idx="59814">
                  <c:v>24.4</c:v>
                </c:pt>
                <c:pt idx="59815">
                  <c:v>24.45</c:v>
                </c:pt>
                <c:pt idx="59816">
                  <c:v>24.4</c:v>
                </c:pt>
                <c:pt idx="59817">
                  <c:v>24.45</c:v>
                </c:pt>
                <c:pt idx="59818">
                  <c:v>24.45</c:v>
                </c:pt>
                <c:pt idx="59819">
                  <c:v>24.45</c:v>
                </c:pt>
                <c:pt idx="59820">
                  <c:v>24.45</c:v>
                </c:pt>
                <c:pt idx="59821">
                  <c:v>24.45</c:v>
                </c:pt>
                <c:pt idx="59822">
                  <c:v>24.4</c:v>
                </c:pt>
                <c:pt idx="59823">
                  <c:v>24.45</c:v>
                </c:pt>
                <c:pt idx="59824">
                  <c:v>24.4</c:v>
                </c:pt>
                <c:pt idx="59825">
                  <c:v>24.45</c:v>
                </c:pt>
                <c:pt idx="59826">
                  <c:v>24.4</c:v>
                </c:pt>
                <c:pt idx="59827">
                  <c:v>24.4</c:v>
                </c:pt>
                <c:pt idx="59828">
                  <c:v>24.4</c:v>
                </c:pt>
                <c:pt idx="59829">
                  <c:v>24.4</c:v>
                </c:pt>
                <c:pt idx="59830">
                  <c:v>24.4</c:v>
                </c:pt>
                <c:pt idx="59831">
                  <c:v>24.4</c:v>
                </c:pt>
                <c:pt idx="59832">
                  <c:v>24.4</c:v>
                </c:pt>
                <c:pt idx="59833">
                  <c:v>24.4</c:v>
                </c:pt>
                <c:pt idx="59834">
                  <c:v>24.4</c:v>
                </c:pt>
                <c:pt idx="59835">
                  <c:v>24.4</c:v>
                </c:pt>
                <c:pt idx="59836">
                  <c:v>24.4</c:v>
                </c:pt>
                <c:pt idx="59837">
                  <c:v>24.4</c:v>
                </c:pt>
                <c:pt idx="59838">
                  <c:v>24.4</c:v>
                </c:pt>
                <c:pt idx="59839">
                  <c:v>24.4</c:v>
                </c:pt>
                <c:pt idx="59840">
                  <c:v>24.4</c:v>
                </c:pt>
                <c:pt idx="59841">
                  <c:v>24.4</c:v>
                </c:pt>
                <c:pt idx="59842">
                  <c:v>24.4</c:v>
                </c:pt>
                <c:pt idx="59843">
                  <c:v>24.4</c:v>
                </c:pt>
                <c:pt idx="59844">
                  <c:v>24.4</c:v>
                </c:pt>
                <c:pt idx="59845">
                  <c:v>24.4</c:v>
                </c:pt>
                <c:pt idx="59846">
                  <c:v>24.4</c:v>
                </c:pt>
                <c:pt idx="59847">
                  <c:v>24.4</c:v>
                </c:pt>
                <c:pt idx="59848">
                  <c:v>24.4</c:v>
                </c:pt>
                <c:pt idx="59849">
                  <c:v>24.4</c:v>
                </c:pt>
                <c:pt idx="59850">
                  <c:v>24.4</c:v>
                </c:pt>
                <c:pt idx="59851">
                  <c:v>24.4</c:v>
                </c:pt>
                <c:pt idx="59852">
                  <c:v>24.4</c:v>
                </c:pt>
                <c:pt idx="59853">
                  <c:v>24.4</c:v>
                </c:pt>
                <c:pt idx="59854">
                  <c:v>24.4</c:v>
                </c:pt>
                <c:pt idx="59855">
                  <c:v>24.4</c:v>
                </c:pt>
                <c:pt idx="59856">
                  <c:v>24.4</c:v>
                </c:pt>
                <c:pt idx="59857">
                  <c:v>24.4</c:v>
                </c:pt>
                <c:pt idx="59858">
                  <c:v>24.4</c:v>
                </c:pt>
                <c:pt idx="59859">
                  <c:v>24.4</c:v>
                </c:pt>
                <c:pt idx="59860">
                  <c:v>24.4</c:v>
                </c:pt>
                <c:pt idx="59861">
                  <c:v>24.4</c:v>
                </c:pt>
                <c:pt idx="59862">
                  <c:v>24.4</c:v>
                </c:pt>
                <c:pt idx="59863">
                  <c:v>24.4</c:v>
                </c:pt>
                <c:pt idx="59864">
                  <c:v>24.4</c:v>
                </c:pt>
                <c:pt idx="59865">
                  <c:v>24.4</c:v>
                </c:pt>
                <c:pt idx="59866">
                  <c:v>24.4</c:v>
                </c:pt>
                <c:pt idx="59867">
                  <c:v>24.4</c:v>
                </c:pt>
                <c:pt idx="59868">
                  <c:v>24.4</c:v>
                </c:pt>
                <c:pt idx="59869">
                  <c:v>24.4</c:v>
                </c:pt>
                <c:pt idx="59870">
                  <c:v>24.4</c:v>
                </c:pt>
                <c:pt idx="59871">
                  <c:v>24.4</c:v>
                </c:pt>
                <c:pt idx="59872">
                  <c:v>24.4</c:v>
                </c:pt>
                <c:pt idx="59873">
                  <c:v>24.4</c:v>
                </c:pt>
                <c:pt idx="59874">
                  <c:v>24.4</c:v>
                </c:pt>
                <c:pt idx="59875">
                  <c:v>24.4</c:v>
                </c:pt>
                <c:pt idx="59876">
                  <c:v>24.4</c:v>
                </c:pt>
                <c:pt idx="59877">
                  <c:v>24.4</c:v>
                </c:pt>
                <c:pt idx="59878">
                  <c:v>24.4</c:v>
                </c:pt>
                <c:pt idx="59879">
                  <c:v>24.4</c:v>
                </c:pt>
                <c:pt idx="59880">
                  <c:v>24.4</c:v>
                </c:pt>
                <c:pt idx="59881">
                  <c:v>24.4</c:v>
                </c:pt>
                <c:pt idx="59882">
                  <c:v>24.4</c:v>
                </c:pt>
                <c:pt idx="59883">
                  <c:v>24.4</c:v>
                </c:pt>
                <c:pt idx="59884">
                  <c:v>24.4</c:v>
                </c:pt>
                <c:pt idx="59885">
                  <c:v>24.4</c:v>
                </c:pt>
                <c:pt idx="59886">
                  <c:v>24.4</c:v>
                </c:pt>
                <c:pt idx="59887">
                  <c:v>24.4</c:v>
                </c:pt>
                <c:pt idx="59888">
                  <c:v>24.4</c:v>
                </c:pt>
                <c:pt idx="59889">
                  <c:v>24.4</c:v>
                </c:pt>
                <c:pt idx="59890">
                  <c:v>24.4</c:v>
                </c:pt>
                <c:pt idx="59891">
                  <c:v>24.4</c:v>
                </c:pt>
                <c:pt idx="59892">
                  <c:v>24.4</c:v>
                </c:pt>
                <c:pt idx="59893">
                  <c:v>24.4</c:v>
                </c:pt>
                <c:pt idx="59894">
                  <c:v>24.4</c:v>
                </c:pt>
                <c:pt idx="59895">
                  <c:v>24.45</c:v>
                </c:pt>
                <c:pt idx="59896">
                  <c:v>24.4</c:v>
                </c:pt>
                <c:pt idx="59897">
                  <c:v>24.4</c:v>
                </c:pt>
                <c:pt idx="59898">
                  <c:v>24.45</c:v>
                </c:pt>
                <c:pt idx="59899">
                  <c:v>24.45</c:v>
                </c:pt>
                <c:pt idx="59900">
                  <c:v>24.45</c:v>
                </c:pt>
                <c:pt idx="59901">
                  <c:v>24.45</c:v>
                </c:pt>
                <c:pt idx="59902">
                  <c:v>24.45</c:v>
                </c:pt>
                <c:pt idx="59903">
                  <c:v>24.45</c:v>
                </c:pt>
                <c:pt idx="59904">
                  <c:v>24.45</c:v>
                </c:pt>
                <c:pt idx="59905">
                  <c:v>24.45</c:v>
                </c:pt>
                <c:pt idx="59906">
                  <c:v>24.45</c:v>
                </c:pt>
                <c:pt idx="59907">
                  <c:v>24.45</c:v>
                </c:pt>
                <c:pt idx="59908">
                  <c:v>24.45</c:v>
                </c:pt>
                <c:pt idx="59909">
                  <c:v>24.45</c:v>
                </c:pt>
                <c:pt idx="59910">
                  <c:v>24.45</c:v>
                </c:pt>
                <c:pt idx="59911">
                  <c:v>24.45</c:v>
                </c:pt>
                <c:pt idx="59912">
                  <c:v>24.45</c:v>
                </c:pt>
                <c:pt idx="59913">
                  <c:v>24.45</c:v>
                </c:pt>
                <c:pt idx="59914">
                  <c:v>24.45</c:v>
                </c:pt>
                <c:pt idx="59915">
                  <c:v>24.45</c:v>
                </c:pt>
                <c:pt idx="59916">
                  <c:v>24.45</c:v>
                </c:pt>
                <c:pt idx="59917">
                  <c:v>24.45</c:v>
                </c:pt>
                <c:pt idx="59918">
                  <c:v>24.45</c:v>
                </c:pt>
                <c:pt idx="59919">
                  <c:v>24.45</c:v>
                </c:pt>
                <c:pt idx="59920">
                  <c:v>24.45</c:v>
                </c:pt>
                <c:pt idx="59921">
                  <c:v>24.45</c:v>
                </c:pt>
                <c:pt idx="59922">
                  <c:v>24.45</c:v>
                </c:pt>
                <c:pt idx="59923">
                  <c:v>24.45</c:v>
                </c:pt>
                <c:pt idx="59924">
                  <c:v>24.45</c:v>
                </c:pt>
                <c:pt idx="59925">
                  <c:v>24.4</c:v>
                </c:pt>
                <c:pt idx="59926">
                  <c:v>24.4</c:v>
                </c:pt>
                <c:pt idx="59927">
                  <c:v>24.4</c:v>
                </c:pt>
                <c:pt idx="59928">
                  <c:v>24.4</c:v>
                </c:pt>
                <c:pt idx="59929">
                  <c:v>24.4</c:v>
                </c:pt>
                <c:pt idx="59930">
                  <c:v>24.45</c:v>
                </c:pt>
                <c:pt idx="59931">
                  <c:v>24.45</c:v>
                </c:pt>
                <c:pt idx="59932">
                  <c:v>24.45</c:v>
                </c:pt>
                <c:pt idx="59933">
                  <c:v>24.45</c:v>
                </c:pt>
                <c:pt idx="59934">
                  <c:v>24.45</c:v>
                </c:pt>
                <c:pt idx="59935">
                  <c:v>24.45</c:v>
                </c:pt>
                <c:pt idx="59936">
                  <c:v>24.45</c:v>
                </c:pt>
                <c:pt idx="59937">
                  <c:v>24.45</c:v>
                </c:pt>
                <c:pt idx="59938">
                  <c:v>24.45</c:v>
                </c:pt>
                <c:pt idx="59939">
                  <c:v>24.45</c:v>
                </c:pt>
                <c:pt idx="59940">
                  <c:v>24.45</c:v>
                </c:pt>
                <c:pt idx="59941">
                  <c:v>24.45</c:v>
                </c:pt>
                <c:pt idx="59942">
                  <c:v>24.45</c:v>
                </c:pt>
                <c:pt idx="59943">
                  <c:v>24.45</c:v>
                </c:pt>
                <c:pt idx="59944">
                  <c:v>24.45</c:v>
                </c:pt>
                <c:pt idx="59945">
                  <c:v>24.4</c:v>
                </c:pt>
                <c:pt idx="59946">
                  <c:v>24.45</c:v>
                </c:pt>
                <c:pt idx="59947">
                  <c:v>24.45</c:v>
                </c:pt>
                <c:pt idx="59948">
                  <c:v>24.45</c:v>
                </c:pt>
                <c:pt idx="59949">
                  <c:v>24.45</c:v>
                </c:pt>
                <c:pt idx="59950">
                  <c:v>24.45</c:v>
                </c:pt>
                <c:pt idx="59951">
                  <c:v>24.45</c:v>
                </c:pt>
                <c:pt idx="59952">
                  <c:v>24.45</c:v>
                </c:pt>
                <c:pt idx="59953">
                  <c:v>24.45</c:v>
                </c:pt>
                <c:pt idx="59954">
                  <c:v>24.45</c:v>
                </c:pt>
                <c:pt idx="59955">
                  <c:v>24.45</c:v>
                </c:pt>
                <c:pt idx="59956">
                  <c:v>24.4</c:v>
                </c:pt>
                <c:pt idx="59957">
                  <c:v>24.45</c:v>
                </c:pt>
                <c:pt idx="59958">
                  <c:v>24.45</c:v>
                </c:pt>
                <c:pt idx="59959">
                  <c:v>24.45</c:v>
                </c:pt>
                <c:pt idx="59960">
                  <c:v>24.45</c:v>
                </c:pt>
                <c:pt idx="59961">
                  <c:v>24.45</c:v>
                </c:pt>
                <c:pt idx="59962">
                  <c:v>24.4</c:v>
                </c:pt>
                <c:pt idx="59963">
                  <c:v>24.45</c:v>
                </c:pt>
                <c:pt idx="59964">
                  <c:v>24.45</c:v>
                </c:pt>
                <c:pt idx="59965">
                  <c:v>24.45</c:v>
                </c:pt>
                <c:pt idx="59966">
                  <c:v>24.45</c:v>
                </c:pt>
                <c:pt idx="59967">
                  <c:v>24.45</c:v>
                </c:pt>
                <c:pt idx="59968">
                  <c:v>24.45</c:v>
                </c:pt>
                <c:pt idx="59969">
                  <c:v>24.45</c:v>
                </c:pt>
                <c:pt idx="59970">
                  <c:v>24.45</c:v>
                </c:pt>
                <c:pt idx="59971">
                  <c:v>24.45</c:v>
                </c:pt>
                <c:pt idx="59972">
                  <c:v>24.45</c:v>
                </c:pt>
                <c:pt idx="59973">
                  <c:v>24.4</c:v>
                </c:pt>
                <c:pt idx="59974">
                  <c:v>24.45</c:v>
                </c:pt>
                <c:pt idx="59975">
                  <c:v>24.45</c:v>
                </c:pt>
                <c:pt idx="59976">
                  <c:v>24.45</c:v>
                </c:pt>
                <c:pt idx="59977">
                  <c:v>24.45</c:v>
                </c:pt>
                <c:pt idx="59978">
                  <c:v>24.45</c:v>
                </c:pt>
                <c:pt idx="59979">
                  <c:v>24.4</c:v>
                </c:pt>
                <c:pt idx="59980">
                  <c:v>24.45</c:v>
                </c:pt>
                <c:pt idx="59981">
                  <c:v>24.45</c:v>
                </c:pt>
                <c:pt idx="59982">
                  <c:v>24.4</c:v>
                </c:pt>
                <c:pt idx="59983">
                  <c:v>24.45</c:v>
                </c:pt>
                <c:pt idx="59984">
                  <c:v>24.4</c:v>
                </c:pt>
                <c:pt idx="59985">
                  <c:v>24.4</c:v>
                </c:pt>
                <c:pt idx="59986">
                  <c:v>24.4</c:v>
                </c:pt>
                <c:pt idx="59987">
                  <c:v>24.4</c:v>
                </c:pt>
                <c:pt idx="59988">
                  <c:v>24.4</c:v>
                </c:pt>
                <c:pt idx="59989">
                  <c:v>24.4</c:v>
                </c:pt>
                <c:pt idx="59990">
                  <c:v>24.4</c:v>
                </c:pt>
                <c:pt idx="59991">
                  <c:v>24.4</c:v>
                </c:pt>
                <c:pt idx="59992">
                  <c:v>24.4</c:v>
                </c:pt>
                <c:pt idx="59993">
                  <c:v>24.4</c:v>
                </c:pt>
                <c:pt idx="59994">
                  <c:v>24.4</c:v>
                </c:pt>
                <c:pt idx="59995">
                  <c:v>24.4</c:v>
                </c:pt>
                <c:pt idx="59996">
                  <c:v>24.4</c:v>
                </c:pt>
                <c:pt idx="59997">
                  <c:v>24.4</c:v>
                </c:pt>
                <c:pt idx="59998">
                  <c:v>24.4</c:v>
                </c:pt>
                <c:pt idx="59999">
                  <c:v>24.4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03-401B-BFF6-5423035BCA43}"/>
            </c:ext>
          </c:extLst>
        </c:ser>
        <c:ser>
          <c:idx val="2"/>
          <c:order val="2"/>
          <c:tx>
            <c:strRef>
              <c:f>V1_H1!$AA$4</c:f>
              <c:strCache>
                <c:ptCount val="1"/>
                <c:pt idx="0">
                  <c:v>환경</c:v>
                </c:pt>
              </c:strCache>
            </c:strRef>
          </c:tx>
          <c:spPr>
            <a:ln w="3175" cap="sq">
              <a:solidFill>
                <a:schemeClr val="tx1">
                  <a:lumMod val="50000"/>
                  <a:lumOff val="50000"/>
                </a:schemeClr>
              </a:solidFill>
              <a:round/>
            </a:ln>
            <a:effectLst/>
          </c:spPr>
          <c:marker>
            <c:symbol val="none"/>
          </c:marker>
          <c:cat>
            <c:numRef>
              <c:f>V1_H1!$A$5:$A$60004</c:f>
              <c:numCache>
                <c:formatCode>hh:mm:ss</c:formatCode>
                <c:ptCount val="60000"/>
                <c:pt idx="0">
                  <c:v>0</c:v>
                </c:pt>
                <c:pt idx="1">
                  <c:v>1.1574069503694773E-5</c:v>
                </c:pt>
                <c:pt idx="2">
                  <c:v>2.314814628334716E-5</c:v>
                </c:pt>
                <c:pt idx="3">
                  <c:v>3.4722223062999547E-5</c:v>
                </c:pt>
                <c:pt idx="4">
                  <c:v>4.6296292566694319E-5</c:v>
                </c:pt>
                <c:pt idx="5">
                  <c:v>5.7870369346346706E-5</c:v>
                </c:pt>
                <c:pt idx="6">
                  <c:v>6.9444438850041479E-5</c:v>
                </c:pt>
                <c:pt idx="7">
                  <c:v>8.1018515629693866E-5</c:v>
                </c:pt>
                <c:pt idx="8">
                  <c:v>9.2592592409346253E-5</c:v>
                </c:pt>
                <c:pt idx="9">
                  <c:v>1.0416666191304103E-4</c:v>
                </c:pt>
                <c:pt idx="10">
                  <c:v>1.1574073869269341E-4</c:v>
                </c:pt>
                <c:pt idx="11">
                  <c:v>1.273148154723458E-4</c:v>
                </c:pt>
                <c:pt idx="12">
                  <c:v>1.3888888497604057E-4</c:v>
                </c:pt>
                <c:pt idx="13">
                  <c:v>1.5046296175569296E-4</c:v>
                </c:pt>
                <c:pt idx="14">
                  <c:v>1.6203703125938773E-4</c:v>
                </c:pt>
                <c:pt idx="15">
                  <c:v>1.7361110803904012E-4</c:v>
                </c:pt>
                <c:pt idx="16">
                  <c:v>1.8518518481869251E-4</c:v>
                </c:pt>
                <c:pt idx="17">
                  <c:v>1.9675925432238728E-4</c:v>
                </c:pt>
                <c:pt idx="18">
                  <c:v>2.0833333110203966E-4</c:v>
                </c:pt>
                <c:pt idx="19">
                  <c:v>2.1990740788169205E-4</c:v>
                </c:pt>
                <c:pt idx="20">
                  <c:v>2.3148147738538682E-4</c:v>
                </c:pt>
                <c:pt idx="21">
                  <c:v>2.4305555416503921E-4</c:v>
                </c:pt>
                <c:pt idx="22">
                  <c:v>2.546296309446916E-4</c:v>
                </c:pt>
                <c:pt idx="23">
                  <c:v>2.6620370044838637E-4</c:v>
                </c:pt>
                <c:pt idx="24">
                  <c:v>2.7777777722803876E-4</c:v>
                </c:pt>
                <c:pt idx="25">
                  <c:v>2.8935184673173353E-4</c:v>
                </c:pt>
                <c:pt idx="26">
                  <c:v>3.0092592351138592E-4</c:v>
                </c:pt>
                <c:pt idx="27">
                  <c:v>3.125000002910383E-4</c:v>
                </c:pt>
                <c:pt idx="28">
                  <c:v>3.2407406979473308E-4</c:v>
                </c:pt>
                <c:pt idx="29">
                  <c:v>3.3564814657438546E-4</c:v>
                </c:pt>
                <c:pt idx="30">
                  <c:v>3.4722222335403785E-4</c:v>
                </c:pt>
                <c:pt idx="31">
                  <c:v>3.5879629285773262E-4</c:v>
                </c:pt>
                <c:pt idx="32">
                  <c:v>3.7037036963738501E-4</c:v>
                </c:pt>
                <c:pt idx="33">
                  <c:v>3.8194443914107978E-4</c:v>
                </c:pt>
                <c:pt idx="34">
                  <c:v>3.9351851592073217E-4</c:v>
                </c:pt>
                <c:pt idx="35">
                  <c:v>4.0509259270038456E-4</c:v>
                </c:pt>
                <c:pt idx="36">
                  <c:v>4.1666666220407933E-4</c:v>
                </c:pt>
                <c:pt idx="37">
                  <c:v>4.2824073898373172E-4</c:v>
                </c:pt>
                <c:pt idx="38">
                  <c:v>4.398148157633841E-4</c:v>
                </c:pt>
                <c:pt idx="39">
                  <c:v>4.5138888526707888E-4</c:v>
                </c:pt>
                <c:pt idx="40">
                  <c:v>4.6296296204673126E-4</c:v>
                </c:pt>
                <c:pt idx="41">
                  <c:v>4.7453703155042604E-4</c:v>
                </c:pt>
                <c:pt idx="42">
                  <c:v>4.8611110833007842E-4</c:v>
                </c:pt>
                <c:pt idx="43">
                  <c:v>4.9768518510973081E-4</c:v>
                </c:pt>
                <c:pt idx="44">
                  <c:v>5.0925925461342558E-4</c:v>
                </c:pt>
                <c:pt idx="45">
                  <c:v>5.2083333139307797E-4</c:v>
                </c:pt>
                <c:pt idx="46">
                  <c:v>5.3240740817273036E-4</c:v>
                </c:pt>
                <c:pt idx="47">
                  <c:v>5.4398147767642513E-4</c:v>
                </c:pt>
                <c:pt idx="48">
                  <c:v>5.5555555445607752E-4</c:v>
                </c:pt>
                <c:pt idx="49">
                  <c:v>5.6712962395977229E-4</c:v>
                </c:pt>
                <c:pt idx="50">
                  <c:v>5.7870370073942468E-4</c:v>
                </c:pt>
                <c:pt idx="51">
                  <c:v>5.9027777751907706E-4</c:v>
                </c:pt>
                <c:pt idx="52">
                  <c:v>6.0185184702277184E-4</c:v>
                </c:pt>
                <c:pt idx="53">
                  <c:v>6.1342592380242422E-4</c:v>
                </c:pt>
                <c:pt idx="54">
                  <c:v>6.2500000058207661E-4</c:v>
                </c:pt>
                <c:pt idx="55">
                  <c:v>6.3657407008577138E-4</c:v>
                </c:pt>
                <c:pt idx="56">
                  <c:v>6.4814814686542377E-4</c:v>
                </c:pt>
                <c:pt idx="57">
                  <c:v>6.5972221636911854E-4</c:v>
                </c:pt>
                <c:pt idx="58">
                  <c:v>6.7129629314877093E-4</c:v>
                </c:pt>
                <c:pt idx="59">
                  <c:v>6.8287036992842332E-4</c:v>
                </c:pt>
                <c:pt idx="60">
                  <c:v>6.9444443943211809E-4</c:v>
                </c:pt>
                <c:pt idx="61">
                  <c:v>7.0601851621177047E-4</c:v>
                </c:pt>
                <c:pt idx="62">
                  <c:v>7.1759259299142286E-4</c:v>
                </c:pt>
                <c:pt idx="63">
                  <c:v>7.2916666249511763E-4</c:v>
                </c:pt>
                <c:pt idx="64">
                  <c:v>7.4074073927477002E-4</c:v>
                </c:pt>
                <c:pt idx="65">
                  <c:v>7.5231481605442241E-4</c:v>
                </c:pt>
                <c:pt idx="66">
                  <c:v>7.6388888555811718E-4</c:v>
                </c:pt>
                <c:pt idx="67">
                  <c:v>7.7546296233776957E-4</c:v>
                </c:pt>
                <c:pt idx="68">
                  <c:v>7.8703703184146434E-4</c:v>
                </c:pt>
                <c:pt idx="69">
                  <c:v>7.9861110862111673E-4</c:v>
                </c:pt>
                <c:pt idx="70">
                  <c:v>8.1018518540076911E-4</c:v>
                </c:pt>
                <c:pt idx="71">
                  <c:v>8.2175925490446389E-4</c:v>
                </c:pt>
                <c:pt idx="72">
                  <c:v>8.3333333168411627E-4</c:v>
                </c:pt>
                <c:pt idx="73">
                  <c:v>8.4490740846376866E-4</c:v>
                </c:pt>
                <c:pt idx="74">
                  <c:v>8.5648147796746343E-4</c:v>
                </c:pt>
                <c:pt idx="75">
                  <c:v>8.6805555474711582E-4</c:v>
                </c:pt>
                <c:pt idx="76">
                  <c:v>8.7962962425081059E-4</c:v>
                </c:pt>
                <c:pt idx="77">
                  <c:v>8.9120370103046298E-4</c:v>
                </c:pt>
                <c:pt idx="78">
                  <c:v>9.0277777781011537E-4</c:v>
                </c:pt>
                <c:pt idx="79">
                  <c:v>9.1435184731381014E-4</c:v>
                </c:pt>
                <c:pt idx="80">
                  <c:v>9.2592592409346253E-4</c:v>
                </c:pt>
                <c:pt idx="81">
                  <c:v>9.3750000087311491E-4</c:v>
                </c:pt>
                <c:pt idx="82">
                  <c:v>9.4907407037680969E-4</c:v>
                </c:pt>
                <c:pt idx="83">
                  <c:v>9.6064814715646207E-4</c:v>
                </c:pt>
                <c:pt idx="84">
                  <c:v>9.7222221666015685E-4</c:v>
                </c:pt>
                <c:pt idx="85">
                  <c:v>9.8379629343980923E-4</c:v>
                </c:pt>
                <c:pt idx="86">
                  <c:v>9.9537037021946162E-4</c:v>
                </c:pt>
                <c:pt idx="87">
                  <c:v>1.0069444397231564E-3</c:v>
                </c:pt>
                <c:pt idx="88">
                  <c:v>1.0185185165028088E-3</c:v>
                </c:pt>
                <c:pt idx="89">
                  <c:v>1.0300925932824612E-3</c:v>
                </c:pt>
                <c:pt idx="90">
                  <c:v>1.0416666627861559E-3</c:v>
                </c:pt>
                <c:pt idx="91">
                  <c:v>1.0532407395658083E-3</c:v>
                </c:pt>
                <c:pt idx="92">
                  <c:v>1.0648148090695031E-3</c:v>
                </c:pt>
                <c:pt idx="93">
                  <c:v>1.0763888858491555E-3</c:v>
                </c:pt>
                <c:pt idx="94">
                  <c:v>1.0879629626288079E-3</c:v>
                </c:pt>
                <c:pt idx="95">
                  <c:v>1.0995370321325026E-3</c:v>
                </c:pt>
                <c:pt idx="96">
                  <c:v>1.111111108912155E-3</c:v>
                </c:pt>
                <c:pt idx="97">
                  <c:v>1.1226851856918074E-3</c:v>
                </c:pt>
                <c:pt idx="98">
                  <c:v>1.1342592551955022E-3</c:v>
                </c:pt>
                <c:pt idx="99">
                  <c:v>1.1458333319751546E-3</c:v>
                </c:pt>
                <c:pt idx="100">
                  <c:v>1.1574074014788494E-3</c:v>
                </c:pt>
                <c:pt idx="101">
                  <c:v>1.1689814782585017E-3</c:v>
                </c:pt>
                <c:pt idx="102">
                  <c:v>1.1805555550381541E-3</c:v>
                </c:pt>
                <c:pt idx="103">
                  <c:v>1.1921296245418489E-3</c:v>
                </c:pt>
                <c:pt idx="104">
                  <c:v>1.2037037013215013E-3</c:v>
                </c:pt>
                <c:pt idx="105">
                  <c:v>1.2152777781011537E-3</c:v>
                </c:pt>
                <c:pt idx="106">
                  <c:v>1.2268518476048484E-3</c:v>
                </c:pt>
                <c:pt idx="107">
                  <c:v>1.2384259243845008E-3</c:v>
                </c:pt>
                <c:pt idx="108">
                  <c:v>1.2500000011641532E-3</c:v>
                </c:pt>
                <c:pt idx="109">
                  <c:v>1.261574070667848E-3</c:v>
                </c:pt>
                <c:pt idx="110">
                  <c:v>1.2731481474475004E-3</c:v>
                </c:pt>
                <c:pt idx="111">
                  <c:v>1.2847222169511952E-3</c:v>
                </c:pt>
                <c:pt idx="112">
                  <c:v>1.2962962937308475E-3</c:v>
                </c:pt>
                <c:pt idx="113">
                  <c:v>1.3078703705104999E-3</c:v>
                </c:pt>
                <c:pt idx="114">
                  <c:v>1.3194444400141947E-3</c:v>
                </c:pt>
                <c:pt idx="115">
                  <c:v>1.3310185167938471E-3</c:v>
                </c:pt>
                <c:pt idx="116">
                  <c:v>1.3425925935734995E-3</c:v>
                </c:pt>
                <c:pt idx="117">
                  <c:v>1.3541666630771942E-3</c:v>
                </c:pt>
                <c:pt idx="118">
                  <c:v>1.3657407398568466E-3</c:v>
                </c:pt>
                <c:pt idx="119">
                  <c:v>1.3773148093605414E-3</c:v>
                </c:pt>
                <c:pt idx="120">
                  <c:v>1.3888888861401938E-3</c:v>
                </c:pt>
                <c:pt idx="121">
                  <c:v>1.4004629629198462E-3</c:v>
                </c:pt>
                <c:pt idx="122">
                  <c:v>1.4120370324235409E-3</c:v>
                </c:pt>
                <c:pt idx="123">
                  <c:v>1.4236111092031933E-3</c:v>
                </c:pt>
                <c:pt idx="124">
                  <c:v>1.4351851859828457E-3</c:v>
                </c:pt>
                <c:pt idx="125">
                  <c:v>1.4467592554865405E-3</c:v>
                </c:pt>
                <c:pt idx="126">
                  <c:v>1.4583333322661929E-3</c:v>
                </c:pt>
                <c:pt idx="127">
                  <c:v>1.4699074017698877E-3</c:v>
                </c:pt>
                <c:pt idx="128">
                  <c:v>1.48148147854954E-3</c:v>
                </c:pt>
                <c:pt idx="129">
                  <c:v>1.4930555553291924E-3</c:v>
                </c:pt>
                <c:pt idx="130">
                  <c:v>1.5046296248328872E-3</c:v>
                </c:pt>
                <c:pt idx="131">
                  <c:v>1.5162037016125396E-3</c:v>
                </c:pt>
                <c:pt idx="132">
                  <c:v>1.527777778392192E-3</c:v>
                </c:pt>
                <c:pt idx="133">
                  <c:v>1.5393518478958867E-3</c:v>
                </c:pt>
                <c:pt idx="134">
                  <c:v>1.5509259246755391E-3</c:v>
                </c:pt>
                <c:pt idx="135">
                  <c:v>1.5624999941792339E-3</c:v>
                </c:pt>
                <c:pt idx="136">
                  <c:v>1.5740740709588863E-3</c:v>
                </c:pt>
                <c:pt idx="137">
                  <c:v>1.5856481477385387E-3</c:v>
                </c:pt>
                <c:pt idx="138">
                  <c:v>1.5972222172422335E-3</c:v>
                </c:pt>
                <c:pt idx="139">
                  <c:v>1.6087962940218858E-3</c:v>
                </c:pt>
                <c:pt idx="140">
                  <c:v>1.6203703708015382E-3</c:v>
                </c:pt>
                <c:pt idx="141">
                  <c:v>1.631944440305233E-3</c:v>
                </c:pt>
                <c:pt idx="142">
                  <c:v>1.6435185170848854E-3</c:v>
                </c:pt>
                <c:pt idx="143">
                  <c:v>1.6550925938645378E-3</c:v>
                </c:pt>
                <c:pt idx="144">
                  <c:v>1.6666666633682325E-3</c:v>
                </c:pt>
                <c:pt idx="145">
                  <c:v>1.6782407401478849E-3</c:v>
                </c:pt>
                <c:pt idx="146">
                  <c:v>1.6898148096515797E-3</c:v>
                </c:pt>
                <c:pt idx="147">
                  <c:v>1.7013888864312321E-3</c:v>
                </c:pt>
                <c:pt idx="148">
                  <c:v>1.7129629632108845E-3</c:v>
                </c:pt>
                <c:pt idx="149">
                  <c:v>1.7245370327145793E-3</c:v>
                </c:pt>
                <c:pt idx="150">
                  <c:v>1.7361111094942316E-3</c:v>
                </c:pt>
                <c:pt idx="151">
                  <c:v>1.747685186273884E-3</c:v>
                </c:pt>
                <c:pt idx="152">
                  <c:v>1.7592592557775788E-3</c:v>
                </c:pt>
                <c:pt idx="153">
                  <c:v>1.7708333325572312E-3</c:v>
                </c:pt>
                <c:pt idx="154">
                  <c:v>1.782407402060926E-3</c:v>
                </c:pt>
                <c:pt idx="155">
                  <c:v>1.7939814788405783E-3</c:v>
                </c:pt>
                <c:pt idx="156">
                  <c:v>1.8055555556202307E-3</c:v>
                </c:pt>
                <c:pt idx="157">
                  <c:v>1.8171296251239255E-3</c:v>
                </c:pt>
                <c:pt idx="158">
                  <c:v>1.8287037019035779E-3</c:v>
                </c:pt>
                <c:pt idx="159">
                  <c:v>1.8402777786832303E-3</c:v>
                </c:pt>
                <c:pt idx="160">
                  <c:v>1.8518518481869251E-3</c:v>
                </c:pt>
                <c:pt idx="161">
                  <c:v>1.8634259249665774E-3</c:v>
                </c:pt>
                <c:pt idx="162">
                  <c:v>1.8749999944702722E-3</c:v>
                </c:pt>
                <c:pt idx="163">
                  <c:v>1.8865740712499246E-3</c:v>
                </c:pt>
                <c:pt idx="164">
                  <c:v>1.898148148029577E-3</c:v>
                </c:pt>
                <c:pt idx="165">
                  <c:v>1.9097222175332718E-3</c:v>
                </c:pt>
                <c:pt idx="166">
                  <c:v>1.9212962943129241E-3</c:v>
                </c:pt>
                <c:pt idx="167">
                  <c:v>1.9328703710925765E-3</c:v>
                </c:pt>
                <c:pt idx="168">
                  <c:v>1.9444444405962713E-3</c:v>
                </c:pt>
                <c:pt idx="169">
                  <c:v>1.9560185173759237E-3</c:v>
                </c:pt>
                <c:pt idx="170">
                  <c:v>1.9675925868796185E-3</c:v>
                </c:pt>
                <c:pt idx="171">
                  <c:v>1.9791666636592709E-3</c:v>
                </c:pt>
                <c:pt idx="172">
                  <c:v>1.9907407404389232E-3</c:v>
                </c:pt>
                <c:pt idx="173">
                  <c:v>2.002314809942618E-3</c:v>
                </c:pt>
                <c:pt idx="174">
                  <c:v>2.0138888867222704E-3</c:v>
                </c:pt>
                <c:pt idx="175">
                  <c:v>2.0254629635019228E-3</c:v>
                </c:pt>
                <c:pt idx="176">
                  <c:v>2.0370370330056176E-3</c:v>
                </c:pt>
                <c:pt idx="177">
                  <c:v>2.0486111097852699E-3</c:v>
                </c:pt>
                <c:pt idx="178">
                  <c:v>2.0601851792889647E-3</c:v>
                </c:pt>
                <c:pt idx="179">
                  <c:v>2.0717592560686171E-3</c:v>
                </c:pt>
                <c:pt idx="180">
                  <c:v>2.0833333328482695E-3</c:v>
                </c:pt>
                <c:pt idx="181">
                  <c:v>2.0949074023519643E-3</c:v>
                </c:pt>
                <c:pt idx="182">
                  <c:v>2.1064814791316167E-3</c:v>
                </c:pt>
                <c:pt idx="183">
                  <c:v>2.118055555911269E-3</c:v>
                </c:pt>
                <c:pt idx="184">
                  <c:v>2.1296296254149638E-3</c:v>
                </c:pt>
                <c:pt idx="185">
                  <c:v>2.1412037021946162E-3</c:v>
                </c:pt>
                <c:pt idx="186">
                  <c:v>2.1527777789742686E-3</c:v>
                </c:pt>
                <c:pt idx="187">
                  <c:v>2.1643518484779634E-3</c:v>
                </c:pt>
                <c:pt idx="188">
                  <c:v>2.1759259252576157E-3</c:v>
                </c:pt>
                <c:pt idx="189">
                  <c:v>2.1874999947613105E-3</c:v>
                </c:pt>
                <c:pt idx="190">
                  <c:v>2.1990740715409629E-3</c:v>
                </c:pt>
                <c:pt idx="191">
                  <c:v>2.2106481483206153E-3</c:v>
                </c:pt>
                <c:pt idx="192">
                  <c:v>2.2222222178243101E-3</c:v>
                </c:pt>
                <c:pt idx="193">
                  <c:v>2.2337962946039625E-3</c:v>
                </c:pt>
                <c:pt idx="194">
                  <c:v>2.2453703713836148E-3</c:v>
                </c:pt>
                <c:pt idx="195">
                  <c:v>2.2569444408873096E-3</c:v>
                </c:pt>
                <c:pt idx="196">
                  <c:v>2.268518517666962E-3</c:v>
                </c:pt>
                <c:pt idx="197">
                  <c:v>2.2800925871706568E-3</c:v>
                </c:pt>
                <c:pt idx="198">
                  <c:v>2.2916666639503092E-3</c:v>
                </c:pt>
                <c:pt idx="199">
                  <c:v>2.3032407407299615E-3</c:v>
                </c:pt>
                <c:pt idx="200">
                  <c:v>2.3148148102336563E-3</c:v>
                </c:pt>
                <c:pt idx="201">
                  <c:v>2.3263888870133087E-3</c:v>
                </c:pt>
                <c:pt idx="202">
                  <c:v>2.3379629637929611E-3</c:v>
                </c:pt>
                <c:pt idx="203">
                  <c:v>2.3495370332966559E-3</c:v>
                </c:pt>
                <c:pt idx="204">
                  <c:v>2.3611111100763083E-3</c:v>
                </c:pt>
                <c:pt idx="205">
                  <c:v>2.372685179580003E-3</c:v>
                </c:pt>
                <c:pt idx="206">
                  <c:v>2.3842592563596554E-3</c:v>
                </c:pt>
                <c:pt idx="207">
                  <c:v>2.3958333331393078E-3</c:v>
                </c:pt>
                <c:pt idx="208">
                  <c:v>2.4074074026430026E-3</c:v>
                </c:pt>
                <c:pt idx="209">
                  <c:v>2.418981479422655E-3</c:v>
                </c:pt>
                <c:pt idx="210">
                  <c:v>2.4305555562023073E-3</c:v>
                </c:pt>
                <c:pt idx="211">
                  <c:v>2.4421296257060021E-3</c:v>
                </c:pt>
                <c:pt idx="212">
                  <c:v>2.4537037024856545E-3</c:v>
                </c:pt>
                <c:pt idx="213">
                  <c:v>2.4652777719893493E-3</c:v>
                </c:pt>
                <c:pt idx="214">
                  <c:v>2.4768518487690017E-3</c:v>
                </c:pt>
                <c:pt idx="215">
                  <c:v>2.488425925548654E-3</c:v>
                </c:pt>
                <c:pt idx="216">
                  <c:v>2.4999999950523488E-3</c:v>
                </c:pt>
                <c:pt idx="217">
                  <c:v>2.5115740718320012E-3</c:v>
                </c:pt>
                <c:pt idx="218">
                  <c:v>2.5231481486116536E-3</c:v>
                </c:pt>
                <c:pt idx="219">
                  <c:v>2.5347222181153484E-3</c:v>
                </c:pt>
                <c:pt idx="220">
                  <c:v>2.5462962948950008E-3</c:v>
                </c:pt>
                <c:pt idx="221">
                  <c:v>2.5578703716746531E-3</c:v>
                </c:pt>
                <c:pt idx="222">
                  <c:v>2.5694444411783479E-3</c:v>
                </c:pt>
                <c:pt idx="223">
                  <c:v>2.5810185179580003E-3</c:v>
                </c:pt>
                <c:pt idx="224">
                  <c:v>2.5925925874616951E-3</c:v>
                </c:pt>
                <c:pt idx="225">
                  <c:v>2.6041666642413475E-3</c:v>
                </c:pt>
                <c:pt idx="226">
                  <c:v>2.6157407410209998E-3</c:v>
                </c:pt>
                <c:pt idx="227">
                  <c:v>2.6273148105246946E-3</c:v>
                </c:pt>
                <c:pt idx="228">
                  <c:v>2.638888887304347E-3</c:v>
                </c:pt>
                <c:pt idx="229">
                  <c:v>2.6504629640839994E-3</c:v>
                </c:pt>
                <c:pt idx="230">
                  <c:v>2.6620370335876942E-3</c:v>
                </c:pt>
                <c:pt idx="231">
                  <c:v>2.6736111103673466E-3</c:v>
                </c:pt>
                <c:pt idx="232">
                  <c:v>2.6851851798710413E-3</c:v>
                </c:pt>
                <c:pt idx="233">
                  <c:v>2.6967592566506937E-3</c:v>
                </c:pt>
                <c:pt idx="234">
                  <c:v>2.7083333334303461E-3</c:v>
                </c:pt>
                <c:pt idx="235">
                  <c:v>2.7199074029340409E-3</c:v>
                </c:pt>
                <c:pt idx="236">
                  <c:v>2.7314814797136933E-3</c:v>
                </c:pt>
                <c:pt idx="237">
                  <c:v>2.7430555564933456E-3</c:v>
                </c:pt>
                <c:pt idx="238">
                  <c:v>2.7546296259970404E-3</c:v>
                </c:pt>
                <c:pt idx="239">
                  <c:v>2.7662037027766928E-3</c:v>
                </c:pt>
                <c:pt idx="240">
                  <c:v>2.7777777722803876E-3</c:v>
                </c:pt>
                <c:pt idx="241">
                  <c:v>2.78935184906004E-3</c:v>
                </c:pt>
                <c:pt idx="242">
                  <c:v>2.8009259258396924E-3</c:v>
                </c:pt>
                <c:pt idx="243">
                  <c:v>2.8124999953433871E-3</c:v>
                </c:pt>
                <c:pt idx="244">
                  <c:v>2.8240740721230395E-3</c:v>
                </c:pt>
                <c:pt idx="245">
                  <c:v>2.8356481489026919E-3</c:v>
                </c:pt>
                <c:pt idx="246">
                  <c:v>2.8472222184063867E-3</c:v>
                </c:pt>
                <c:pt idx="247">
                  <c:v>2.8587962951860391E-3</c:v>
                </c:pt>
                <c:pt idx="248">
                  <c:v>2.8703703646897338E-3</c:v>
                </c:pt>
                <c:pt idx="249">
                  <c:v>2.8819444414693862E-3</c:v>
                </c:pt>
                <c:pt idx="250">
                  <c:v>2.8935185182490386E-3</c:v>
                </c:pt>
                <c:pt idx="251">
                  <c:v>2.9050925877527334E-3</c:v>
                </c:pt>
                <c:pt idx="252">
                  <c:v>2.9166666645323858E-3</c:v>
                </c:pt>
                <c:pt idx="253">
                  <c:v>2.9282407413120382E-3</c:v>
                </c:pt>
                <c:pt idx="254">
                  <c:v>2.9398148108157329E-3</c:v>
                </c:pt>
                <c:pt idx="255">
                  <c:v>2.9513888875953853E-3</c:v>
                </c:pt>
                <c:pt idx="256">
                  <c:v>2.9629629570990801E-3</c:v>
                </c:pt>
                <c:pt idx="257">
                  <c:v>2.9745370338787325E-3</c:v>
                </c:pt>
                <c:pt idx="258">
                  <c:v>2.9861111106583849E-3</c:v>
                </c:pt>
                <c:pt idx="259">
                  <c:v>2.9976851801620796E-3</c:v>
                </c:pt>
                <c:pt idx="260">
                  <c:v>3.009259256941732E-3</c:v>
                </c:pt>
                <c:pt idx="261">
                  <c:v>3.0208333337213844E-3</c:v>
                </c:pt>
                <c:pt idx="262">
                  <c:v>3.0324074032250792E-3</c:v>
                </c:pt>
                <c:pt idx="263">
                  <c:v>3.0439814800047316E-3</c:v>
                </c:pt>
                <c:pt idx="264">
                  <c:v>3.055555556784384E-3</c:v>
                </c:pt>
                <c:pt idx="265">
                  <c:v>3.0671296262880787E-3</c:v>
                </c:pt>
                <c:pt idx="266">
                  <c:v>3.0787037030677311E-3</c:v>
                </c:pt>
                <c:pt idx="267">
                  <c:v>3.0902777725714259E-3</c:v>
                </c:pt>
                <c:pt idx="268">
                  <c:v>3.1018518493510783E-3</c:v>
                </c:pt>
                <c:pt idx="269">
                  <c:v>3.1134259261307307E-3</c:v>
                </c:pt>
                <c:pt idx="270">
                  <c:v>3.1249999956344254E-3</c:v>
                </c:pt>
                <c:pt idx="271">
                  <c:v>3.1365740724140778E-3</c:v>
                </c:pt>
                <c:pt idx="272">
                  <c:v>3.1481481491937302E-3</c:v>
                </c:pt>
                <c:pt idx="273">
                  <c:v>3.159722218697425E-3</c:v>
                </c:pt>
                <c:pt idx="274">
                  <c:v>3.1712962954770774E-3</c:v>
                </c:pt>
                <c:pt idx="275">
                  <c:v>3.1828703649807721E-3</c:v>
                </c:pt>
                <c:pt idx="276">
                  <c:v>3.1944444417604245E-3</c:v>
                </c:pt>
                <c:pt idx="277">
                  <c:v>3.2060185185400769E-3</c:v>
                </c:pt>
                <c:pt idx="278">
                  <c:v>3.2175925880437717E-3</c:v>
                </c:pt>
                <c:pt idx="279">
                  <c:v>3.2291666648234241E-3</c:v>
                </c:pt>
                <c:pt idx="280">
                  <c:v>3.2407407416030765E-3</c:v>
                </c:pt>
                <c:pt idx="281">
                  <c:v>3.2523148111067712E-3</c:v>
                </c:pt>
                <c:pt idx="282">
                  <c:v>3.2638888878864236E-3</c:v>
                </c:pt>
                <c:pt idx="283">
                  <c:v>3.2754629573901184E-3</c:v>
                </c:pt>
                <c:pt idx="284">
                  <c:v>3.2870370341697708E-3</c:v>
                </c:pt>
                <c:pt idx="285">
                  <c:v>3.2986111109494232E-3</c:v>
                </c:pt>
                <c:pt idx="286">
                  <c:v>3.3101851804531179E-3</c:v>
                </c:pt>
                <c:pt idx="287">
                  <c:v>3.3217592572327703E-3</c:v>
                </c:pt>
                <c:pt idx="288">
                  <c:v>3.3333333340124227E-3</c:v>
                </c:pt>
                <c:pt idx="289">
                  <c:v>3.3449074035161175E-3</c:v>
                </c:pt>
                <c:pt idx="290">
                  <c:v>3.3564814802957699E-3</c:v>
                </c:pt>
                <c:pt idx="291">
                  <c:v>3.3680555497994646E-3</c:v>
                </c:pt>
                <c:pt idx="292">
                  <c:v>3.379629626579117E-3</c:v>
                </c:pt>
                <c:pt idx="293">
                  <c:v>3.3912037033587694E-3</c:v>
                </c:pt>
                <c:pt idx="294">
                  <c:v>3.4027777728624642E-3</c:v>
                </c:pt>
                <c:pt idx="295">
                  <c:v>3.4143518496421166E-3</c:v>
                </c:pt>
                <c:pt idx="296">
                  <c:v>3.425925926421769E-3</c:v>
                </c:pt>
                <c:pt idx="297">
                  <c:v>3.4374999959254637E-3</c:v>
                </c:pt>
                <c:pt idx="298">
                  <c:v>3.4490740727051161E-3</c:v>
                </c:pt>
                <c:pt idx="299">
                  <c:v>3.4606481494847685E-3</c:v>
                </c:pt>
                <c:pt idx="300">
                  <c:v>3.4722222189884633E-3</c:v>
                </c:pt>
                <c:pt idx="301">
                  <c:v>3.4837962957681157E-3</c:v>
                </c:pt>
                <c:pt idx="302">
                  <c:v>3.4953703652718104E-3</c:v>
                </c:pt>
                <c:pt idx="303">
                  <c:v>3.5069444420514628E-3</c:v>
                </c:pt>
                <c:pt idx="304">
                  <c:v>3.5185185188311152E-3</c:v>
                </c:pt>
                <c:pt idx="305">
                  <c:v>3.53009258833481E-3</c:v>
                </c:pt>
                <c:pt idx="306">
                  <c:v>3.5416666651144624E-3</c:v>
                </c:pt>
                <c:pt idx="307">
                  <c:v>3.5532407418941148E-3</c:v>
                </c:pt>
                <c:pt idx="308">
                  <c:v>3.5648148113978095E-3</c:v>
                </c:pt>
                <c:pt idx="309">
                  <c:v>3.5763888881774619E-3</c:v>
                </c:pt>
                <c:pt idx="310">
                  <c:v>3.5879629576811567E-3</c:v>
                </c:pt>
                <c:pt idx="311">
                  <c:v>3.5995370344608091E-3</c:v>
                </c:pt>
                <c:pt idx="312">
                  <c:v>3.6111111112404615E-3</c:v>
                </c:pt>
                <c:pt idx="313">
                  <c:v>3.6226851807441562E-3</c:v>
                </c:pt>
                <c:pt idx="314">
                  <c:v>3.6342592575238086E-3</c:v>
                </c:pt>
                <c:pt idx="315">
                  <c:v>3.645833334303461E-3</c:v>
                </c:pt>
                <c:pt idx="316">
                  <c:v>3.6574074038071558E-3</c:v>
                </c:pt>
                <c:pt idx="317">
                  <c:v>3.6689814805868082E-3</c:v>
                </c:pt>
                <c:pt idx="318">
                  <c:v>3.6805555500905029E-3</c:v>
                </c:pt>
                <c:pt idx="319">
                  <c:v>3.6921296268701553E-3</c:v>
                </c:pt>
                <c:pt idx="320">
                  <c:v>3.7037037036498077E-3</c:v>
                </c:pt>
                <c:pt idx="321">
                  <c:v>3.7152777731535025E-3</c:v>
                </c:pt>
                <c:pt idx="322">
                  <c:v>3.7268518499331549E-3</c:v>
                </c:pt>
                <c:pt idx="323">
                  <c:v>3.7384259267128073E-3</c:v>
                </c:pt>
                <c:pt idx="324">
                  <c:v>3.749999996216502E-3</c:v>
                </c:pt>
                <c:pt idx="325">
                  <c:v>3.7615740729961544E-3</c:v>
                </c:pt>
                <c:pt idx="326">
                  <c:v>3.7731481424998492E-3</c:v>
                </c:pt>
                <c:pt idx="327">
                  <c:v>3.7847222192795016E-3</c:v>
                </c:pt>
                <c:pt idx="328">
                  <c:v>3.796296296059154E-3</c:v>
                </c:pt>
                <c:pt idx="329">
                  <c:v>3.8078703655628487E-3</c:v>
                </c:pt>
                <c:pt idx="330">
                  <c:v>3.8194444423425011E-3</c:v>
                </c:pt>
                <c:pt idx="331">
                  <c:v>3.8310185191221535E-3</c:v>
                </c:pt>
                <c:pt idx="332">
                  <c:v>3.8425925886258483E-3</c:v>
                </c:pt>
                <c:pt idx="333">
                  <c:v>3.8541666654055007E-3</c:v>
                </c:pt>
                <c:pt idx="334">
                  <c:v>3.8657407349091955E-3</c:v>
                </c:pt>
                <c:pt idx="335">
                  <c:v>3.8773148116888478E-3</c:v>
                </c:pt>
                <c:pt idx="336">
                  <c:v>3.8888888884685002E-3</c:v>
                </c:pt>
                <c:pt idx="337">
                  <c:v>3.900462957972195E-3</c:v>
                </c:pt>
                <c:pt idx="338">
                  <c:v>3.9120370347518474E-3</c:v>
                </c:pt>
                <c:pt idx="339">
                  <c:v>3.9236111115314998E-3</c:v>
                </c:pt>
                <c:pt idx="340">
                  <c:v>3.9351851810351945E-3</c:v>
                </c:pt>
                <c:pt idx="341">
                  <c:v>3.9467592578148469E-3</c:v>
                </c:pt>
                <c:pt idx="342">
                  <c:v>3.9583333345944993E-3</c:v>
                </c:pt>
                <c:pt idx="343">
                  <c:v>3.9699074040981941E-3</c:v>
                </c:pt>
                <c:pt idx="344">
                  <c:v>3.9814814808778465E-3</c:v>
                </c:pt>
                <c:pt idx="345">
                  <c:v>3.9930555503815413E-3</c:v>
                </c:pt>
                <c:pt idx="346">
                  <c:v>4.0046296271611936E-3</c:v>
                </c:pt>
                <c:pt idx="347">
                  <c:v>4.016203703940846E-3</c:v>
                </c:pt>
                <c:pt idx="348">
                  <c:v>4.0277777734445408E-3</c:v>
                </c:pt>
                <c:pt idx="349">
                  <c:v>4.0393518502241932E-3</c:v>
                </c:pt>
                <c:pt idx="350">
                  <c:v>4.0509259270038456E-3</c:v>
                </c:pt>
                <c:pt idx="351">
                  <c:v>4.0624999965075403E-3</c:v>
                </c:pt>
                <c:pt idx="352">
                  <c:v>4.0740740732871927E-3</c:v>
                </c:pt>
                <c:pt idx="353">
                  <c:v>4.0856481427908875E-3</c:v>
                </c:pt>
                <c:pt idx="354">
                  <c:v>4.0972222195705399E-3</c:v>
                </c:pt>
                <c:pt idx="355">
                  <c:v>4.1087962963501923E-3</c:v>
                </c:pt>
                <c:pt idx="356">
                  <c:v>4.1203703658538871E-3</c:v>
                </c:pt>
                <c:pt idx="357">
                  <c:v>4.1319444426335394E-3</c:v>
                </c:pt>
                <c:pt idx="358">
                  <c:v>4.1435185194131918E-3</c:v>
                </c:pt>
                <c:pt idx="359">
                  <c:v>4.1550925889168866E-3</c:v>
                </c:pt>
                <c:pt idx="360">
                  <c:v>4.166666665696539E-3</c:v>
                </c:pt>
                <c:pt idx="361">
                  <c:v>4.1782407352002338E-3</c:v>
                </c:pt>
                <c:pt idx="362">
                  <c:v>4.1898148119798861E-3</c:v>
                </c:pt>
                <c:pt idx="363">
                  <c:v>4.2013888887595385E-3</c:v>
                </c:pt>
                <c:pt idx="364">
                  <c:v>4.2129629582632333E-3</c:v>
                </c:pt>
                <c:pt idx="365">
                  <c:v>4.2245370350428857E-3</c:v>
                </c:pt>
                <c:pt idx="366">
                  <c:v>4.2361111118225381E-3</c:v>
                </c:pt>
                <c:pt idx="367">
                  <c:v>4.2476851813262329E-3</c:v>
                </c:pt>
                <c:pt idx="368">
                  <c:v>4.2592592581058852E-3</c:v>
                </c:pt>
                <c:pt idx="369">
                  <c:v>4.27083332760958E-3</c:v>
                </c:pt>
                <c:pt idx="370">
                  <c:v>4.2824074043892324E-3</c:v>
                </c:pt>
                <c:pt idx="371">
                  <c:v>4.2939814811688848E-3</c:v>
                </c:pt>
                <c:pt idx="372">
                  <c:v>4.3055555506725796E-3</c:v>
                </c:pt>
                <c:pt idx="373">
                  <c:v>4.3171296274522319E-3</c:v>
                </c:pt>
                <c:pt idx="374">
                  <c:v>4.3287037042318843E-3</c:v>
                </c:pt>
                <c:pt idx="375">
                  <c:v>4.3402777737355791E-3</c:v>
                </c:pt>
                <c:pt idx="376">
                  <c:v>4.3518518505152315E-3</c:v>
                </c:pt>
                <c:pt idx="377">
                  <c:v>4.3634259200189263E-3</c:v>
                </c:pt>
                <c:pt idx="378">
                  <c:v>4.3749999967985786E-3</c:v>
                </c:pt>
                <c:pt idx="379">
                  <c:v>4.386574073578231E-3</c:v>
                </c:pt>
                <c:pt idx="380">
                  <c:v>4.3981481430819258E-3</c:v>
                </c:pt>
                <c:pt idx="381">
                  <c:v>4.4097222198615782E-3</c:v>
                </c:pt>
                <c:pt idx="382">
                  <c:v>4.4212962966412306E-3</c:v>
                </c:pt>
                <c:pt idx="383">
                  <c:v>4.4328703661449254E-3</c:v>
                </c:pt>
                <c:pt idx="384">
                  <c:v>4.4444444429245777E-3</c:v>
                </c:pt>
                <c:pt idx="385">
                  <c:v>4.4560185197042301E-3</c:v>
                </c:pt>
                <c:pt idx="386">
                  <c:v>4.4675925892079249E-3</c:v>
                </c:pt>
                <c:pt idx="387">
                  <c:v>4.4791666659875773E-3</c:v>
                </c:pt>
                <c:pt idx="388">
                  <c:v>4.4907407354912721E-3</c:v>
                </c:pt>
                <c:pt idx="389">
                  <c:v>4.5023148122709244E-3</c:v>
                </c:pt>
                <c:pt idx="390">
                  <c:v>4.5138888890505768E-3</c:v>
                </c:pt>
                <c:pt idx="391">
                  <c:v>4.5254629585542716E-3</c:v>
                </c:pt>
                <c:pt idx="392">
                  <c:v>4.537037035333924E-3</c:v>
                </c:pt>
                <c:pt idx="393">
                  <c:v>4.5486111121135764E-3</c:v>
                </c:pt>
                <c:pt idx="394">
                  <c:v>4.5601851816172712E-3</c:v>
                </c:pt>
                <c:pt idx="395">
                  <c:v>4.5717592583969235E-3</c:v>
                </c:pt>
                <c:pt idx="396">
                  <c:v>4.5833333279006183E-3</c:v>
                </c:pt>
                <c:pt idx="397">
                  <c:v>4.5949074046802707E-3</c:v>
                </c:pt>
                <c:pt idx="398">
                  <c:v>4.6064814814599231E-3</c:v>
                </c:pt>
                <c:pt idx="399">
                  <c:v>4.6180555509636179E-3</c:v>
                </c:pt>
                <c:pt idx="400">
                  <c:v>4.6296296277432702E-3</c:v>
                </c:pt>
                <c:pt idx="401">
                  <c:v>4.6412037045229226E-3</c:v>
                </c:pt>
                <c:pt idx="402">
                  <c:v>4.6527777740266174E-3</c:v>
                </c:pt>
                <c:pt idx="403">
                  <c:v>4.6643518508062698E-3</c:v>
                </c:pt>
                <c:pt idx="404">
                  <c:v>4.6759259203099646E-3</c:v>
                </c:pt>
                <c:pt idx="405">
                  <c:v>4.687499997089617E-3</c:v>
                </c:pt>
                <c:pt idx="406">
                  <c:v>4.6990740738692693E-3</c:v>
                </c:pt>
                <c:pt idx="407">
                  <c:v>4.7106481433729641E-3</c:v>
                </c:pt>
                <c:pt idx="408">
                  <c:v>4.7222222201526165E-3</c:v>
                </c:pt>
                <c:pt idx="409">
                  <c:v>4.7337962969322689E-3</c:v>
                </c:pt>
                <c:pt idx="410">
                  <c:v>4.7453703664359637E-3</c:v>
                </c:pt>
                <c:pt idx="411">
                  <c:v>4.756944443215616E-3</c:v>
                </c:pt>
                <c:pt idx="412">
                  <c:v>4.7685185127193108E-3</c:v>
                </c:pt>
                <c:pt idx="413">
                  <c:v>4.7800925894989632E-3</c:v>
                </c:pt>
                <c:pt idx="414">
                  <c:v>4.7916666662786156E-3</c:v>
                </c:pt>
                <c:pt idx="415">
                  <c:v>4.8032407357823104E-3</c:v>
                </c:pt>
                <c:pt idx="416">
                  <c:v>4.8148148125619628E-3</c:v>
                </c:pt>
                <c:pt idx="417">
                  <c:v>4.8263888893416151E-3</c:v>
                </c:pt>
                <c:pt idx="418">
                  <c:v>4.8379629588453099E-3</c:v>
                </c:pt>
                <c:pt idx="419">
                  <c:v>4.8495370356249623E-3</c:v>
                </c:pt>
                <c:pt idx="420">
                  <c:v>4.8611111124046147E-3</c:v>
                </c:pt>
                <c:pt idx="421">
                  <c:v>4.8726851819083095E-3</c:v>
                </c:pt>
                <c:pt idx="422">
                  <c:v>4.8842592586879618E-3</c:v>
                </c:pt>
                <c:pt idx="423">
                  <c:v>4.8958333281916566E-3</c:v>
                </c:pt>
                <c:pt idx="424">
                  <c:v>4.907407404971309E-3</c:v>
                </c:pt>
                <c:pt idx="425">
                  <c:v>4.9189814817509614E-3</c:v>
                </c:pt>
                <c:pt idx="426">
                  <c:v>4.9305555512546562E-3</c:v>
                </c:pt>
                <c:pt idx="427">
                  <c:v>4.9421296280343086E-3</c:v>
                </c:pt>
                <c:pt idx="428">
                  <c:v>4.9537037048139609E-3</c:v>
                </c:pt>
                <c:pt idx="429">
                  <c:v>4.9652777743176557E-3</c:v>
                </c:pt>
                <c:pt idx="430">
                  <c:v>4.9768518510973081E-3</c:v>
                </c:pt>
                <c:pt idx="431">
                  <c:v>4.9884259206010029E-3</c:v>
                </c:pt>
                <c:pt idx="432">
                  <c:v>4.9999999973806553E-3</c:v>
                </c:pt>
                <c:pt idx="433">
                  <c:v>5.0115740741603076E-3</c:v>
                </c:pt>
                <c:pt idx="434">
                  <c:v>5.0231481436640024E-3</c:v>
                </c:pt>
                <c:pt idx="435">
                  <c:v>5.0347222204436548E-3</c:v>
                </c:pt>
                <c:pt idx="436">
                  <c:v>5.0462962972233072E-3</c:v>
                </c:pt>
                <c:pt idx="437">
                  <c:v>5.057870366727002E-3</c:v>
                </c:pt>
                <c:pt idx="438">
                  <c:v>5.0694444435066544E-3</c:v>
                </c:pt>
                <c:pt idx="439">
                  <c:v>5.0810185130103491E-3</c:v>
                </c:pt>
                <c:pt idx="440">
                  <c:v>5.0925925897900015E-3</c:v>
                </c:pt>
                <c:pt idx="441">
                  <c:v>5.1041666665696539E-3</c:v>
                </c:pt>
                <c:pt idx="442">
                  <c:v>5.1157407360733487E-3</c:v>
                </c:pt>
                <c:pt idx="443">
                  <c:v>5.1273148128530011E-3</c:v>
                </c:pt>
                <c:pt idx="444">
                  <c:v>5.1388888896326534E-3</c:v>
                </c:pt>
                <c:pt idx="445">
                  <c:v>5.1504629591363482E-3</c:v>
                </c:pt>
                <c:pt idx="446">
                  <c:v>5.1620370359160006E-3</c:v>
                </c:pt>
                <c:pt idx="447">
                  <c:v>5.1736111054196954E-3</c:v>
                </c:pt>
                <c:pt idx="448">
                  <c:v>5.1851851821993478E-3</c:v>
                </c:pt>
                <c:pt idx="449">
                  <c:v>5.1967592589790002E-3</c:v>
                </c:pt>
                <c:pt idx="450">
                  <c:v>5.2083333284826949E-3</c:v>
                </c:pt>
                <c:pt idx="451">
                  <c:v>5.2199074052623473E-3</c:v>
                </c:pt>
                <c:pt idx="452">
                  <c:v>5.2314814820419997E-3</c:v>
                </c:pt>
                <c:pt idx="453">
                  <c:v>5.2430555515456945E-3</c:v>
                </c:pt>
                <c:pt idx="454">
                  <c:v>5.2546296283253469E-3</c:v>
                </c:pt>
                <c:pt idx="455">
                  <c:v>5.2662036978290416E-3</c:v>
                </c:pt>
                <c:pt idx="456">
                  <c:v>5.277777774608694E-3</c:v>
                </c:pt>
                <c:pt idx="457">
                  <c:v>5.2893518513883464E-3</c:v>
                </c:pt>
                <c:pt idx="458">
                  <c:v>5.3009259208920412E-3</c:v>
                </c:pt>
                <c:pt idx="459">
                  <c:v>5.3124999976716936E-3</c:v>
                </c:pt>
                <c:pt idx="460">
                  <c:v>5.324074074451346E-3</c:v>
                </c:pt>
                <c:pt idx="461">
                  <c:v>5.3356481439550407E-3</c:v>
                </c:pt>
                <c:pt idx="462">
                  <c:v>5.3472222207346931E-3</c:v>
                </c:pt>
                <c:pt idx="463">
                  <c:v>5.3587962975143455E-3</c:v>
                </c:pt>
                <c:pt idx="464">
                  <c:v>5.3703703670180403E-3</c:v>
                </c:pt>
                <c:pt idx="465">
                  <c:v>5.3819444437976927E-3</c:v>
                </c:pt>
                <c:pt idx="466">
                  <c:v>5.3935185133013874E-3</c:v>
                </c:pt>
                <c:pt idx="467">
                  <c:v>5.4050925900810398E-3</c:v>
                </c:pt>
                <c:pt idx="468">
                  <c:v>5.4166666668606922E-3</c:v>
                </c:pt>
                <c:pt idx="469">
                  <c:v>5.428240736364387E-3</c:v>
                </c:pt>
                <c:pt idx="470">
                  <c:v>5.4398148131440394E-3</c:v>
                </c:pt>
                <c:pt idx="471">
                  <c:v>5.4513888899236917E-3</c:v>
                </c:pt>
                <c:pt idx="472">
                  <c:v>5.4629629594273865E-3</c:v>
                </c:pt>
                <c:pt idx="473">
                  <c:v>5.4745370362070389E-3</c:v>
                </c:pt>
                <c:pt idx="474">
                  <c:v>5.4861111057107337E-3</c:v>
                </c:pt>
                <c:pt idx="475">
                  <c:v>5.4976851824903861E-3</c:v>
                </c:pt>
                <c:pt idx="476">
                  <c:v>5.5092592592700385E-3</c:v>
                </c:pt>
                <c:pt idx="477">
                  <c:v>5.5208333287737332E-3</c:v>
                </c:pt>
                <c:pt idx="478">
                  <c:v>5.5324074055533856E-3</c:v>
                </c:pt>
                <c:pt idx="479">
                  <c:v>5.543981482333038E-3</c:v>
                </c:pt>
                <c:pt idx="480">
                  <c:v>5.5555555518367328E-3</c:v>
                </c:pt>
                <c:pt idx="481">
                  <c:v>5.5671296286163852E-3</c:v>
                </c:pt>
                <c:pt idx="482">
                  <c:v>5.5787036981200799E-3</c:v>
                </c:pt>
                <c:pt idx="483">
                  <c:v>5.5902777748997323E-3</c:v>
                </c:pt>
                <c:pt idx="484">
                  <c:v>5.6018518516793847E-3</c:v>
                </c:pt>
                <c:pt idx="485">
                  <c:v>5.6134259211830795E-3</c:v>
                </c:pt>
                <c:pt idx="486">
                  <c:v>5.6249999979627319E-3</c:v>
                </c:pt>
                <c:pt idx="487">
                  <c:v>5.6365740747423843E-3</c:v>
                </c:pt>
                <c:pt idx="488">
                  <c:v>5.648148144246079E-3</c:v>
                </c:pt>
                <c:pt idx="489">
                  <c:v>5.6597222210257314E-3</c:v>
                </c:pt>
                <c:pt idx="490">
                  <c:v>5.6712962905294262E-3</c:v>
                </c:pt>
                <c:pt idx="491">
                  <c:v>5.6828703673090786E-3</c:v>
                </c:pt>
                <c:pt idx="492">
                  <c:v>5.694444444088731E-3</c:v>
                </c:pt>
                <c:pt idx="493">
                  <c:v>5.7060185135924257E-3</c:v>
                </c:pt>
                <c:pt idx="494">
                  <c:v>5.7175925903720781E-3</c:v>
                </c:pt>
                <c:pt idx="495">
                  <c:v>5.7291666671517305E-3</c:v>
                </c:pt>
                <c:pt idx="496">
                  <c:v>5.7407407366554253E-3</c:v>
                </c:pt>
                <c:pt idx="497">
                  <c:v>5.7523148134350777E-3</c:v>
                </c:pt>
                <c:pt idx="498">
                  <c:v>5.7638888902147301E-3</c:v>
                </c:pt>
                <c:pt idx="499">
                  <c:v>5.7754629597184248E-3</c:v>
                </c:pt>
                <c:pt idx="500">
                  <c:v>5.7870370364980772E-3</c:v>
                </c:pt>
                <c:pt idx="501">
                  <c:v>5.798611106001772E-3</c:v>
                </c:pt>
                <c:pt idx="502">
                  <c:v>5.8101851827814244E-3</c:v>
                </c:pt>
                <c:pt idx="503">
                  <c:v>5.8217592595610768E-3</c:v>
                </c:pt>
                <c:pt idx="504">
                  <c:v>5.8333333290647715E-3</c:v>
                </c:pt>
                <c:pt idx="505">
                  <c:v>5.8449074058444239E-3</c:v>
                </c:pt>
                <c:pt idx="506">
                  <c:v>5.8564814826240763E-3</c:v>
                </c:pt>
                <c:pt idx="507">
                  <c:v>5.8680555521277711E-3</c:v>
                </c:pt>
                <c:pt idx="508">
                  <c:v>5.8796296289074235E-3</c:v>
                </c:pt>
                <c:pt idx="509">
                  <c:v>5.8912036984111182E-3</c:v>
                </c:pt>
                <c:pt idx="510">
                  <c:v>5.9027777751907706E-3</c:v>
                </c:pt>
                <c:pt idx="511">
                  <c:v>5.914351851970423E-3</c:v>
                </c:pt>
                <c:pt idx="512">
                  <c:v>5.9259259214741178E-3</c:v>
                </c:pt>
                <c:pt idx="513">
                  <c:v>5.9374999982537702E-3</c:v>
                </c:pt>
                <c:pt idx="514">
                  <c:v>5.9490740750334226E-3</c:v>
                </c:pt>
                <c:pt idx="515">
                  <c:v>5.9606481445371173E-3</c:v>
                </c:pt>
                <c:pt idx="516">
                  <c:v>5.9722222213167697E-3</c:v>
                </c:pt>
                <c:pt idx="517">
                  <c:v>5.9837962908204645E-3</c:v>
                </c:pt>
                <c:pt idx="518">
                  <c:v>5.9953703676001169E-3</c:v>
                </c:pt>
                <c:pt idx="519">
                  <c:v>6.0069444443797693E-3</c:v>
                </c:pt>
                <c:pt idx="520">
                  <c:v>6.018518513883464E-3</c:v>
                </c:pt>
                <c:pt idx="521">
                  <c:v>6.0300925906631164E-3</c:v>
                </c:pt>
                <c:pt idx="522">
                  <c:v>6.0416666674427688E-3</c:v>
                </c:pt>
                <c:pt idx="523">
                  <c:v>6.0532407369464636E-3</c:v>
                </c:pt>
                <c:pt idx="524">
                  <c:v>6.064814813726116E-3</c:v>
                </c:pt>
                <c:pt idx="525">
                  <c:v>6.0763888832298107E-3</c:v>
                </c:pt>
                <c:pt idx="526">
                  <c:v>6.0879629600094631E-3</c:v>
                </c:pt>
                <c:pt idx="527">
                  <c:v>6.0995370367891155E-3</c:v>
                </c:pt>
                <c:pt idx="528">
                  <c:v>6.1111111062928103E-3</c:v>
                </c:pt>
                <c:pt idx="529">
                  <c:v>6.1226851830724627E-3</c:v>
                </c:pt>
                <c:pt idx="530">
                  <c:v>6.1342592598521151E-3</c:v>
                </c:pt>
                <c:pt idx="531">
                  <c:v>6.1458333293558098E-3</c:v>
                </c:pt>
                <c:pt idx="532">
                  <c:v>6.1574074061354622E-3</c:v>
                </c:pt>
                <c:pt idx="533">
                  <c:v>6.168981475639157E-3</c:v>
                </c:pt>
                <c:pt idx="534">
                  <c:v>6.1805555524188094E-3</c:v>
                </c:pt>
                <c:pt idx="535">
                  <c:v>6.1921296291984618E-3</c:v>
                </c:pt>
                <c:pt idx="536">
                  <c:v>6.2037036987021565E-3</c:v>
                </c:pt>
                <c:pt idx="537">
                  <c:v>6.2152777754818089E-3</c:v>
                </c:pt>
                <c:pt idx="538">
                  <c:v>6.2268518522614613E-3</c:v>
                </c:pt>
                <c:pt idx="539">
                  <c:v>6.2384259217651561E-3</c:v>
                </c:pt>
                <c:pt idx="540">
                  <c:v>6.2499999985448085E-3</c:v>
                </c:pt>
                <c:pt idx="541">
                  <c:v>6.2615740753244609E-3</c:v>
                </c:pt>
                <c:pt idx="542">
                  <c:v>6.2731481448281556E-3</c:v>
                </c:pt>
                <c:pt idx="543">
                  <c:v>6.284722221607808E-3</c:v>
                </c:pt>
                <c:pt idx="544">
                  <c:v>6.2962962911115028E-3</c:v>
                </c:pt>
                <c:pt idx="545">
                  <c:v>6.3078703678911552E-3</c:v>
                </c:pt>
                <c:pt idx="546">
                  <c:v>6.3194444446708076E-3</c:v>
                </c:pt>
                <c:pt idx="547">
                  <c:v>6.3310185141745023E-3</c:v>
                </c:pt>
                <c:pt idx="548">
                  <c:v>6.3425925909541547E-3</c:v>
                </c:pt>
                <c:pt idx="549">
                  <c:v>6.3541666677338071E-3</c:v>
                </c:pt>
                <c:pt idx="550">
                  <c:v>6.3657407372375019E-3</c:v>
                </c:pt>
                <c:pt idx="551">
                  <c:v>6.3773148140171543E-3</c:v>
                </c:pt>
                <c:pt idx="552">
                  <c:v>6.388888883520849E-3</c:v>
                </c:pt>
                <c:pt idx="553">
                  <c:v>6.4004629603005014E-3</c:v>
                </c:pt>
                <c:pt idx="554">
                  <c:v>6.4120370370801538E-3</c:v>
                </c:pt>
                <c:pt idx="555">
                  <c:v>6.4236111065838486E-3</c:v>
                </c:pt>
                <c:pt idx="556">
                  <c:v>6.435185183363501E-3</c:v>
                </c:pt>
                <c:pt idx="557">
                  <c:v>6.4467592601431534E-3</c:v>
                </c:pt>
                <c:pt idx="558">
                  <c:v>6.4583333296468481E-3</c:v>
                </c:pt>
                <c:pt idx="559">
                  <c:v>6.4699074064265005E-3</c:v>
                </c:pt>
                <c:pt idx="560">
                  <c:v>6.4814814759301953E-3</c:v>
                </c:pt>
                <c:pt idx="561">
                  <c:v>6.4930555527098477E-3</c:v>
                </c:pt>
                <c:pt idx="562">
                  <c:v>6.5046296294895001E-3</c:v>
                </c:pt>
                <c:pt idx="563">
                  <c:v>6.5162036989931948E-3</c:v>
                </c:pt>
                <c:pt idx="564">
                  <c:v>6.5277777757728472E-3</c:v>
                </c:pt>
                <c:pt idx="565">
                  <c:v>6.5393518525524996E-3</c:v>
                </c:pt>
                <c:pt idx="566">
                  <c:v>6.5509259220561944E-3</c:v>
                </c:pt>
                <c:pt idx="567">
                  <c:v>6.5624999988358468E-3</c:v>
                </c:pt>
                <c:pt idx="568">
                  <c:v>6.5740740683395416E-3</c:v>
                </c:pt>
                <c:pt idx="569">
                  <c:v>6.5856481451191939E-3</c:v>
                </c:pt>
                <c:pt idx="570">
                  <c:v>6.5972222218988463E-3</c:v>
                </c:pt>
                <c:pt idx="571">
                  <c:v>6.6087962914025411E-3</c:v>
                </c:pt>
                <c:pt idx="572">
                  <c:v>6.6203703681821935E-3</c:v>
                </c:pt>
                <c:pt idx="573">
                  <c:v>6.6319444449618459E-3</c:v>
                </c:pt>
                <c:pt idx="574">
                  <c:v>6.6435185144655406E-3</c:v>
                </c:pt>
                <c:pt idx="575">
                  <c:v>6.655092591245193E-3</c:v>
                </c:pt>
                <c:pt idx="576">
                  <c:v>6.6666666607488878E-3</c:v>
                </c:pt>
                <c:pt idx="577">
                  <c:v>6.6782407375285402E-3</c:v>
                </c:pt>
                <c:pt idx="578">
                  <c:v>6.6898148143081926E-3</c:v>
                </c:pt>
                <c:pt idx="579">
                  <c:v>6.7013888838118874E-3</c:v>
                </c:pt>
                <c:pt idx="580">
                  <c:v>6.7129629605915397E-3</c:v>
                </c:pt>
                <c:pt idx="581">
                  <c:v>6.7245370373711921E-3</c:v>
                </c:pt>
                <c:pt idx="582">
                  <c:v>6.7361111068748869E-3</c:v>
                </c:pt>
                <c:pt idx="583">
                  <c:v>6.7476851836545393E-3</c:v>
                </c:pt>
                <c:pt idx="584">
                  <c:v>6.7592592604341917E-3</c:v>
                </c:pt>
                <c:pt idx="585">
                  <c:v>6.7708333299378864E-3</c:v>
                </c:pt>
                <c:pt idx="586">
                  <c:v>6.7824074067175388E-3</c:v>
                </c:pt>
                <c:pt idx="587">
                  <c:v>6.7939814762212336E-3</c:v>
                </c:pt>
                <c:pt idx="588">
                  <c:v>6.805555553000886E-3</c:v>
                </c:pt>
                <c:pt idx="589">
                  <c:v>6.8171296297805384E-3</c:v>
                </c:pt>
                <c:pt idx="590">
                  <c:v>6.8287036992842332E-3</c:v>
                </c:pt>
                <c:pt idx="591">
                  <c:v>6.8402777760638855E-3</c:v>
                </c:pt>
                <c:pt idx="592">
                  <c:v>6.8518518528435379E-3</c:v>
                </c:pt>
                <c:pt idx="593">
                  <c:v>6.8634259223472327E-3</c:v>
                </c:pt>
                <c:pt idx="594">
                  <c:v>6.8749999991268851E-3</c:v>
                </c:pt>
                <c:pt idx="595">
                  <c:v>6.8865740686305799E-3</c:v>
                </c:pt>
                <c:pt idx="596">
                  <c:v>6.8981481454102322E-3</c:v>
                </c:pt>
                <c:pt idx="597">
                  <c:v>6.9097222221898846E-3</c:v>
                </c:pt>
                <c:pt idx="598">
                  <c:v>6.9212962916935794E-3</c:v>
                </c:pt>
                <c:pt idx="599">
                  <c:v>6.9328703684732318E-3</c:v>
                </c:pt>
                <c:pt idx="600">
                  <c:v>6.9444444452528842E-3</c:v>
                </c:pt>
                <c:pt idx="601">
                  <c:v>6.956018514756579E-3</c:v>
                </c:pt>
                <c:pt idx="602">
                  <c:v>6.9675925915362313E-3</c:v>
                </c:pt>
                <c:pt idx="603">
                  <c:v>6.9791666610399261E-3</c:v>
                </c:pt>
                <c:pt idx="604">
                  <c:v>6.9907407378195785E-3</c:v>
                </c:pt>
                <c:pt idx="605">
                  <c:v>7.0023148145992309E-3</c:v>
                </c:pt>
                <c:pt idx="606">
                  <c:v>7.0138888841029257E-3</c:v>
                </c:pt>
                <c:pt idx="607">
                  <c:v>7.025462960882578E-3</c:v>
                </c:pt>
                <c:pt idx="608">
                  <c:v>7.0370370376622304E-3</c:v>
                </c:pt>
                <c:pt idx="609">
                  <c:v>7.0486111071659252E-3</c:v>
                </c:pt>
                <c:pt idx="610">
                  <c:v>7.0601851839455776E-3</c:v>
                </c:pt>
                <c:pt idx="611">
                  <c:v>7.0717592534492724E-3</c:v>
                </c:pt>
                <c:pt idx="612">
                  <c:v>7.0833333302289248E-3</c:v>
                </c:pt>
                <c:pt idx="613">
                  <c:v>7.0949074070085771E-3</c:v>
                </c:pt>
                <c:pt idx="614">
                  <c:v>7.1064814765122719E-3</c:v>
                </c:pt>
                <c:pt idx="615">
                  <c:v>7.1180555532919243E-3</c:v>
                </c:pt>
                <c:pt idx="616">
                  <c:v>7.1296296300715767E-3</c:v>
                </c:pt>
                <c:pt idx="617">
                  <c:v>7.1412036995752715E-3</c:v>
                </c:pt>
                <c:pt idx="618">
                  <c:v>7.1527777763549238E-3</c:v>
                </c:pt>
                <c:pt idx="619">
                  <c:v>7.1643518531345762E-3</c:v>
                </c:pt>
                <c:pt idx="620">
                  <c:v>7.175925922638271E-3</c:v>
                </c:pt>
                <c:pt idx="621">
                  <c:v>7.1874999994179234E-3</c:v>
                </c:pt>
                <c:pt idx="622">
                  <c:v>7.1990740689216182E-3</c:v>
                </c:pt>
                <c:pt idx="623">
                  <c:v>7.2106481457012706E-3</c:v>
                </c:pt>
                <c:pt idx="624">
                  <c:v>7.2222222224809229E-3</c:v>
                </c:pt>
                <c:pt idx="625">
                  <c:v>7.2337962919846177E-3</c:v>
                </c:pt>
                <c:pt idx="626">
                  <c:v>7.2453703687642701E-3</c:v>
                </c:pt>
                <c:pt idx="627">
                  <c:v>7.2569444455439225E-3</c:v>
                </c:pt>
                <c:pt idx="628">
                  <c:v>7.2685185150476173E-3</c:v>
                </c:pt>
                <c:pt idx="629">
                  <c:v>7.2800925918272696E-3</c:v>
                </c:pt>
                <c:pt idx="630">
                  <c:v>7.2916666613309644E-3</c:v>
                </c:pt>
                <c:pt idx="631">
                  <c:v>7.3032407381106168E-3</c:v>
                </c:pt>
                <c:pt idx="632">
                  <c:v>7.3148148148902692E-3</c:v>
                </c:pt>
                <c:pt idx="633">
                  <c:v>7.326388884393964E-3</c:v>
                </c:pt>
                <c:pt idx="634">
                  <c:v>7.3379629611736163E-3</c:v>
                </c:pt>
                <c:pt idx="635">
                  <c:v>7.3495370379532687E-3</c:v>
                </c:pt>
                <c:pt idx="636">
                  <c:v>7.3611111074569635E-3</c:v>
                </c:pt>
                <c:pt idx="637">
                  <c:v>7.3726851842366159E-3</c:v>
                </c:pt>
                <c:pt idx="638">
                  <c:v>7.3842592537403107E-3</c:v>
                </c:pt>
                <c:pt idx="639">
                  <c:v>7.3958333305199631E-3</c:v>
                </c:pt>
                <c:pt idx="640">
                  <c:v>7.4074074072996154E-3</c:v>
                </c:pt>
                <c:pt idx="641">
                  <c:v>7.4189814768033102E-3</c:v>
                </c:pt>
                <c:pt idx="642">
                  <c:v>7.4305555535829626E-3</c:v>
                </c:pt>
                <c:pt idx="643">
                  <c:v>7.442129630362615E-3</c:v>
                </c:pt>
                <c:pt idx="644">
                  <c:v>7.4537036998663098E-3</c:v>
                </c:pt>
                <c:pt idx="645">
                  <c:v>7.4652777766459621E-3</c:v>
                </c:pt>
                <c:pt idx="646">
                  <c:v>7.4768518461496569E-3</c:v>
                </c:pt>
                <c:pt idx="647">
                  <c:v>7.4884259229293093E-3</c:v>
                </c:pt>
                <c:pt idx="648">
                  <c:v>7.4999999997089617E-3</c:v>
                </c:pt>
                <c:pt idx="649">
                  <c:v>7.5115740692126565E-3</c:v>
                </c:pt>
                <c:pt idx="650">
                  <c:v>7.5231481459923089E-3</c:v>
                </c:pt>
                <c:pt idx="651">
                  <c:v>7.5347222227719612E-3</c:v>
                </c:pt>
                <c:pt idx="652">
                  <c:v>7.546296292275656E-3</c:v>
                </c:pt>
                <c:pt idx="653">
                  <c:v>7.5578703690553084E-3</c:v>
                </c:pt>
                <c:pt idx="654">
                  <c:v>7.5694444385590032E-3</c:v>
                </c:pt>
                <c:pt idx="655">
                  <c:v>7.5810185153386556E-3</c:v>
                </c:pt>
                <c:pt idx="656">
                  <c:v>7.5925925921183079E-3</c:v>
                </c:pt>
                <c:pt idx="657">
                  <c:v>7.6041666616220027E-3</c:v>
                </c:pt>
                <c:pt idx="658">
                  <c:v>7.6157407384016551E-3</c:v>
                </c:pt>
                <c:pt idx="659">
                  <c:v>7.6273148151813075E-3</c:v>
                </c:pt>
                <c:pt idx="660">
                  <c:v>7.6388888846850023E-3</c:v>
                </c:pt>
                <c:pt idx="661">
                  <c:v>7.6504629614646547E-3</c:v>
                </c:pt>
                <c:pt idx="662">
                  <c:v>7.662037038244307E-3</c:v>
                </c:pt>
                <c:pt idx="663">
                  <c:v>7.6736111077480018E-3</c:v>
                </c:pt>
                <c:pt idx="664">
                  <c:v>7.6851851845276542E-3</c:v>
                </c:pt>
                <c:pt idx="665">
                  <c:v>7.696759254031349E-3</c:v>
                </c:pt>
                <c:pt idx="666">
                  <c:v>7.7083333308110014E-3</c:v>
                </c:pt>
                <c:pt idx="667">
                  <c:v>7.7199074075906537E-3</c:v>
                </c:pt>
                <c:pt idx="668">
                  <c:v>7.7314814770943485E-3</c:v>
                </c:pt>
                <c:pt idx="669">
                  <c:v>7.7430555538740009E-3</c:v>
                </c:pt>
                <c:pt idx="670">
                  <c:v>7.7546296306536533E-3</c:v>
                </c:pt>
                <c:pt idx="671">
                  <c:v>7.7662037001573481E-3</c:v>
                </c:pt>
                <c:pt idx="672">
                  <c:v>7.7777777769370005E-3</c:v>
                </c:pt>
                <c:pt idx="673">
                  <c:v>7.7893518464406952E-3</c:v>
                </c:pt>
                <c:pt idx="674">
                  <c:v>7.8009259232203476E-3</c:v>
                </c:pt>
                <c:pt idx="675">
                  <c:v>7.8125E-3</c:v>
                </c:pt>
                <c:pt idx="676">
                  <c:v>7.8240740695036948E-3</c:v>
                </c:pt>
                <c:pt idx="677">
                  <c:v>7.8356481462833472E-3</c:v>
                </c:pt>
                <c:pt idx="678">
                  <c:v>7.8472222230629995E-3</c:v>
                </c:pt>
                <c:pt idx="679">
                  <c:v>7.8587962925666943E-3</c:v>
                </c:pt>
                <c:pt idx="680">
                  <c:v>7.8703703693463467E-3</c:v>
                </c:pt>
                <c:pt idx="681">
                  <c:v>7.8819444388500415E-3</c:v>
                </c:pt>
                <c:pt idx="682">
                  <c:v>7.8935185156296939E-3</c:v>
                </c:pt>
                <c:pt idx="683">
                  <c:v>7.9050925924093463E-3</c:v>
                </c:pt>
                <c:pt idx="684">
                  <c:v>7.916666661913041E-3</c:v>
                </c:pt>
                <c:pt idx="685">
                  <c:v>7.9282407386926934E-3</c:v>
                </c:pt>
                <c:pt idx="686">
                  <c:v>7.9398148154723458E-3</c:v>
                </c:pt>
                <c:pt idx="687">
                  <c:v>7.9513888849760406E-3</c:v>
                </c:pt>
                <c:pt idx="688">
                  <c:v>7.962962961755693E-3</c:v>
                </c:pt>
                <c:pt idx="689">
                  <c:v>7.9745370312593877E-3</c:v>
                </c:pt>
                <c:pt idx="690">
                  <c:v>7.9861111080390401E-3</c:v>
                </c:pt>
                <c:pt idx="691">
                  <c:v>7.9976851848186925E-3</c:v>
                </c:pt>
                <c:pt idx="692">
                  <c:v>8.0092592543223873E-3</c:v>
                </c:pt>
                <c:pt idx="693">
                  <c:v>8.0208333311020397E-3</c:v>
                </c:pt>
                <c:pt idx="694">
                  <c:v>8.0324074078816921E-3</c:v>
                </c:pt>
                <c:pt idx="695">
                  <c:v>8.0439814773853868E-3</c:v>
                </c:pt>
                <c:pt idx="696">
                  <c:v>8.0555555541650392E-3</c:v>
                </c:pt>
                <c:pt idx="697">
                  <c:v>8.0671296309446916E-3</c:v>
                </c:pt>
                <c:pt idx="698">
                  <c:v>8.0787037004483864E-3</c:v>
                </c:pt>
                <c:pt idx="699">
                  <c:v>8.0902777772280388E-3</c:v>
                </c:pt>
                <c:pt idx="700">
                  <c:v>8.1018518467317335E-3</c:v>
                </c:pt>
                <c:pt idx="701">
                  <c:v>8.1134259235113859E-3</c:v>
                </c:pt>
                <c:pt idx="702">
                  <c:v>8.1250000002910383E-3</c:v>
                </c:pt>
                <c:pt idx="703">
                  <c:v>8.1365740697947331E-3</c:v>
                </c:pt>
                <c:pt idx="704">
                  <c:v>8.1481481465743855E-3</c:v>
                </c:pt>
                <c:pt idx="705">
                  <c:v>8.1597222233540379E-3</c:v>
                </c:pt>
                <c:pt idx="706">
                  <c:v>8.1712962928577326E-3</c:v>
                </c:pt>
                <c:pt idx="707">
                  <c:v>8.182870369637385E-3</c:v>
                </c:pt>
                <c:pt idx="708">
                  <c:v>8.1944444391410798E-3</c:v>
                </c:pt>
                <c:pt idx="709">
                  <c:v>8.2060185159207322E-3</c:v>
                </c:pt>
                <c:pt idx="710">
                  <c:v>8.2175925927003846E-3</c:v>
                </c:pt>
                <c:pt idx="711">
                  <c:v>8.2291666622040793E-3</c:v>
                </c:pt>
                <c:pt idx="712">
                  <c:v>8.2407407389837317E-3</c:v>
                </c:pt>
                <c:pt idx="713">
                  <c:v>8.2523148157633841E-3</c:v>
                </c:pt>
                <c:pt idx="714">
                  <c:v>8.2638888852670789E-3</c:v>
                </c:pt>
                <c:pt idx="715">
                  <c:v>8.2754629620467313E-3</c:v>
                </c:pt>
                <c:pt idx="716">
                  <c:v>8.287037031550426E-3</c:v>
                </c:pt>
                <c:pt idx="717">
                  <c:v>8.2986111083300784E-3</c:v>
                </c:pt>
                <c:pt idx="718">
                  <c:v>8.3101851851097308E-3</c:v>
                </c:pt>
                <c:pt idx="719">
                  <c:v>8.3217592546134256E-3</c:v>
                </c:pt>
                <c:pt idx="720">
                  <c:v>8.333333331393078E-3</c:v>
                </c:pt>
                <c:pt idx="721">
                  <c:v>8.3449074081727304E-3</c:v>
                </c:pt>
                <c:pt idx="722">
                  <c:v>8.3564814776764251E-3</c:v>
                </c:pt>
                <c:pt idx="723">
                  <c:v>8.3680555544560775E-3</c:v>
                </c:pt>
                <c:pt idx="724">
                  <c:v>8.3796296239597723E-3</c:v>
                </c:pt>
                <c:pt idx="725">
                  <c:v>8.3912037007394247E-3</c:v>
                </c:pt>
                <c:pt idx="726">
                  <c:v>8.4027777775190771E-3</c:v>
                </c:pt>
                <c:pt idx="727">
                  <c:v>8.4143518470227718E-3</c:v>
                </c:pt>
                <c:pt idx="728">
                  <c:v>8.4259259238024242E-3</c:v>
                </c:pt>
                <c:pt idx="729">
                  <c:v>8.4375000005820766E-3</c:v>
                </c:pt>
                <c:pt idx="730">
                  <c:v>8.4490740700857714E-3</c:v>
                </c:pt>
                <c:pt idx="731">
                  <c:v>8.4606481468654238E-3</c:v>
                </c:pt>
                <c:pt idx="732">
                  <c:v>8.4722222163691185E-3</c:v>
                </c:pt>
                <c:pt idx="733">
                  <c:v>8.4837962931487709E-3</c:v>
                </c:pt>
                <c:pt idx="734">
                  <c:v>8.4953703699284233E-3</c:v>
                </c:pt>
                <c:pt idx="735">
                  <c:v>8.5069444394321181E-3</c:v>
                </c:pt>
                <c:pt idx="736">
                  <c:v>8.5185185162117705E-3</c:v>
                </c:pt>
                <c:pt idx="737">
                  <c:v>8.5300925929914229E-3</c:v>
                </c:pt>
                <c:pt idx="738">
                  <c:v>8.5416666624951176E-3</c:v>
                </c:pt>
                <c:pt idx="739">
                  <c:v>8.55324073927477E-3</c:v>
                </c:pt>
                <c:pt idx="740">
                  <c:v>8.5648148160544224E-3</c:v>
                </c:pt>
                <c:pt idx="741">
                  <c:v>8.5763888855581172E-3</c:v>
                </c:pt>
                <c:pt idx="742">
                  <c:v>8.5879629623377696E-3</c:v>
                </c:pt>
                <c:pt idx="743">
                  <c:v>8.5995370318414643E-3</c:v>
                </c:pt>
                <c:pt idx="744">
                  <c:v>8.6111111086211167E-3</c:v>
                </c:pt>
                <c:pt idx="745">
                  <c:v>8.6226851854007691E-3</c:v>
                </c:pt>
                <c:pt idx="746">
                  <c:v>8.6342592549044639E-3</c:v>
                </c:pt>
                <c:pt idx="747">
                  <c:v>8.6458333316841163E-3</c:v>
                </c:pt>
                <c:pt idx="748">
                  <c:v>8.6574074084637687E-3</c:v>
                </c:pt>
                <c:pt idx="749">
                  <c:v>8.6689814779674634E-3</c:v>
                </c:pt>
                <c:pt idx="750">
                  <c:v>8.6805555547471158E-3</c:v>
                </c:pt>
                <c:pt idx="751">
                  <c:v>8.6921296242508106E-3</c:v>
                </c:pt>
                <c:pt idx="752">
                  <c:v>8.703703701030463E-3</c:v>
                </c:pt>
                <c:pt idx="753">
                  <c:v>8.7152777778101154E-3</c:v>
                </c:pt>
                <c:pt idx="754">
                  <c:v>8.7268518473138101E-3</c:v>
                </c:pt>
                <c:pt idx="755">
                  <c:v>8.7384259240934625E-3</c:v>
                </c:pt>
                <c:pt idx="756">
                  <c:v>8.7500000008731149E-3</c:v>
                </c:pt>
                <c:pt idx="757">
                  <c:v>8.7615740703768097E-3</c:v>
                </c:pt>
                <c:pt idx="758">
                  <c:v>8.7731481471564621E-3</c:v>
                </c:pt>
                <c:pt idx="759">
                  <c:v>8.7847222166601568E-3</c:v>
                </c:pt>
                <c:pt idx="760">
                  <c:v>8.7962962934398092E-3</c:v>
                </c:pt>
                <c:pt idx="761">
                  <c:v>8.8078703702194616E-3</c:v>
                </c:pt>
                <c:pt idx="762">
                  <c:v>8.8194444397231564E-3</c:v>
                </c:pt>
                <c:pt idx="763">
                  <c:v>8.8310185165028088E-3</c:v>
                </c:pt>
                <c:pt idx="764">
                  <c:v>8.8425925932824612E-3</c:v>
                </c:pt>
                <c:pt idx="765">
                  <c:v>8.8541666627861559E-3</c:v>
                </c:pt>
                <c:pt idx="766">
                  <c:v>8.8657407395658083E-3</c:v>
                </c:pt>
                <c:pt idx="767">
                  <c:v>8.8773148090695031E-3</c:v>
                </c:pt>
                <c:pt idx="768">
                  <c:v>8.8888888858491555E-3</c:v>
                </c:pt>
                <c:pt idx="769">
                  <c:v>8.9004629626288079E-3</c:v>
                </c:pt>
                <c:pt idx="770">
                  <c:v>8.9120370321325026E-3</c:v>
                </c:pt>
                <c:pt idx="771">
                  <c:v>8.923611108912155E-3</c:v>
                </c:pt>
                <c:pt idx="772">
                  <c:v>8.9351851856918074E-3</c:v>
                </c:pt>
                <c:pt idx="773">
                  <c:v>8.9467592551955022E-3</c:v>
                </c:pt>
                <c:pt idx="774">
                  <c:v>8.9583333319751546E-3</c:v>
                </c:pt>
                <c:pt idx="775">
                  <c:v>8.9699074014788494E-3</c:v>
                </c:pt>
                <c:pt idx="776">
                  <c:v>8.9814814782585017E-3</c:v>
                </c:pt>
                <c:pt idx="777">
                  <c:v>8.9930555550381541E-3</c:v>
                </c:pt>
                <c:pt idx="778">
                  <c:v>9.0046296245418489E-3</c:v>
                </c:pt>
                <c:pt idx="779">
                  <c:v>9.0162037013215013E-3</c:v>
                </c:pt>
                <c:pt idx="780">
                  <c:v>9.0277777781011537E-3</c:v>
                </c:pt>
                <c:pt idx="781">
                  <c:v>9.0393518476048484E-3</c:v>
                </c:pt>
                <c:pt idx="782">
                  <c:v>9.0509259243845008E-3</c:v>
                </c:pt>
                <c:pt idx="783">
                  <c:v>9.0625000011641532E-3</c:v>
                </c:pt>
                <c:pt idx="784">
                  <c:v>9.074074070667848E-3</c:v>
                </c:pt>
                <c:pt idx="785">
                  <c:v>9.0856481474475004E-3</c:v>
                </c:pt>
                <c:pt idx="786">
                  <c:v>9.0972222169511952E-3</c:v>
                </c:pt>
                <c:pt idx="787">
                  <c:v>9.1087962937308475E-3</c:v>
                </c:pt>
                <c:pt idx="788">
                  <c:v>9.1203703705104999E-3</c:v>
                </c:pt>
                <c:pt idx="789">
                  <c:v>9.1319444400141947E-3</c:v>
                </c:pt>
                <c:pt idx="790">
                  <c:v>9.1435185167938471E-3</c:v>
                </c:pt>
                <c:pt idx="791">
                  <c:v>9.1550925935734995E-3</c:v>
                </c:pt>
                <c:pt idx="792">
                  <c:v>9.1666666630771942E-3</c:v>
                </c:pt>
                <c:pt idx="793">
                  <c:v>9.1782407398568466E-3</c:v>
                </c:pt>
                <c:pt idx="794">
                  <c:v>9.1898148093605414E-3</c:v>
                </c:pt>
                <c:pt idx="795">
                  <c:v>9.2013888861401938E-3</c:v>
                </c:pt>
                <c:pt idx="796">
                  <c:v>9.2129629629198462E-3</c:v>
                </c:pt>
                <c:pt idx="797">
                  <c:v>9.2245370324235409E-3</c:v>
                </c:pt>
                <c:pt idx="798">
                  <c:v>9.2361111092031933E-3</c:v>
                </c:pt>
                <c:pt idx="799">
                  <c:v>9.2476851859828457E-3</c:v>
                </c:pt>
                <c:pt idx="800">
                  <c:v>9.2592592554865405E-3</c:v>
                </c:pt>
                <c:pt idx="801">
                  <c:v>9.2708333322661929E-3</c:v>
                </c:pt>
                <c:pt idx="802">
                  <c:v>9.2824074017698877E-3</c:v>
                </c:pt>
                <c:pt idx="803">
                  <c:v>9.29398147854954E-3</c:v>
                </c:pt>
                <c:pt idx="804">
                  <c:v>9.3055555553291924E-3</c:v>
                </c:pt>
                <c:pt idx="805">
                  <c:v>9.3171296248328872E-3</c:v>
                </c:pt>
                <c:pt idx="806">
                  <c:v>9.3287037016125396E-3</c:v>
                </c:pt>
                <c:pt idx="807">
                  <c:v>9.340277778392192E-3</c:v>
                </c:pt>
                <c:pt idx="808">
                  <c:v>9.3518518478958867E-3</c:v>
                </c:pt>
                <c:pt idx="809">
                  <c:v>9.3634259246755391E-3</c:v>
                </c:pt>
                <c:pt idx="810">
                  <c:v>9.3749999941792339E-3</c:v>
                </c:pt>
                <c:pt idx="811">
                  <c:v>9.3865740709588863E-3</c:v>
                </c:pt>
                <c:pt idx="812">
                  <c:v>9.3981481477385387E-3</c:v>
                </c:pt>
                <c:pt idx="813">
                  <c:v>9.4097222172422335E-3</c:v>
                </c:pt>
                <c:pt idx="814">
                  <c:v>9.4212962940218858E-3</c:v>
                </c:pt>
                <c:pt idx="815">
                  <c:v>9.4328703708015382E-3</c:v>
                </c:pt>
                <c:pt idx="816">
                  <c:v>9.444444440305233E-3</c:v>
                </c:pt>
                <c:pt idx="817">
                  <c:v>9.4560185170848854E-3</c:v>
                </c:pt>
                <c:pt idx="818">
                  <c:v>9.4675925938645378E-3</c:v>
                </c:pt>
                <c:pt idx="819">
                  <c:v>9.4791666633682325E-3</c:v>
                </c:pt>
                <c:pt idx="820">
                  <c:v>9.4907407401478849E-3</c:v>
                </c:pt>
                <c:pt idx="821">
                  <c:v>9.5023148096515797E-3</c:v>
                </c:pt>
                <c:pt idx="822">
                  <c:v>9.5138888864312321E-3</c:v>
                </c:pt>
                <c:pt idx="823">
                  <c:v>9.5254629632108845E-3</c:v>
                </c:pt>
                <c:pt idx="824">
                  <c:v>9.5370370327145793E-3</c:v>
                </c:pt>
                <c:pt idx="825">
                  <c:v>9.5486111094942316E-3</c:v>
                </c:pt>
                <c:pt idx="826">
                  <c:v>9.560185186273884E-3</c:v>
                </c:pt>
                <c:pt idx="827">
                  <c:v>9.5717592557775788E-3</c:v>
                </c:pt>
                <c:pt idx="828">
                  <c:v>9.5833333325572312E-3</c:v>
                </c:pt>
                <c:pt idx="829">
                  <c:v>9.594907402060926E-3</c:v>
                </c:pt>
                <c:pt idx="830">
                  <c:v>9.6064814788405783E-3</c:v>
                </c:pt>
                <c:pt idx="831">
                  <c:v>9.6180555556202307E-3</c:v>
                </c:pt>
                <c:pt idx="832">
                  <c:v>9.6296296251239255E-3</c:v>
                </c:pt>
                <c:pt idx="833">
                  <c:v>9.6412037019035779E-3</c:v>
                </c:pt>
                <c:pt idx="834">
                  <c:v>9.6527777786832303E-3</c:v>
                </c:pt>
                <c:pt idx="835">
                  <c:v>9.6643518481869251E-3</c:v>
                </c:pt>
                <c:pt idx="836">
                  <c:v>9.6759259249665774E-3</c:v>
                </c:pt>
                <c:pt idx="837">
                  <c:v>9.6874999944702722E-3</c:v>
                </c:pt>
                <c:pt idx="838">
                  <c:v>9.6990740712499246E-3</c:v>
                </c:pt>
                <c:pt idx="839">
                  <c:v>9.710648148029577E-3</c:v>
                </c:pt>
                <c:pt idx="840">
                  <c:v>9.7222222175332718E-3</c:v>
                </c:pt>
                <c:pt idx="841">
                  <c:v>9.7337962943129241E-3</c:v>
                </c:pt>
                <c:pt idx="842">
                  <c:v>9.7453703710925765E-3</c:v>
                </c:pt>
                <c:pt idx="843">
                  <c:v>9.7569444405962713E-3</c:v>
                </c:pt>
                <c:pt idx="844">
                  <c:v>9.7685185173759237E-3</c:v>
                </c:pt>
                <c:pt idx="845">
                  <c:v>9.7800925868796185E-3</c:v>
                </c:pt>
                <c:pt idx="846">
                  <c:v>9.7916666636592709E-3</c:v>
                </c:pt>
                <c:pt idx="847">
                  <c:v>9.8032407404389232E-3</c:v>
                </c:pt>
                <c:pt idx="848">
                  <c:v>9.814814809942618E-3</c:v>
                </c:pt>
                <c:pt idx="849">
                  <c:v>9.8263888867222704E-3</c:v>
                </c:pt>
                <c:pt idx="850">
                  <c:v>9.8379629635019228E-3</c:v>
                </c:pt>
                <c:pt idx="851">
                  <c:v>9.8495370330056176E-3</c:v>
                </c:pt>
                <c:pt idx="852">
                  <c:v>9.8611111097852699E-3</c:v>
                </c:pt>
                <c:pt idx="853">
                  <c:v>9.8726851792889647E-3</c:v>
                </c:pt>
                <c:pt idx="854">
                  <c:v>9.8842592560686171E-3</c:v>
                </c:pt>
                <c:pt idx="855">
                  <c:v>9.8958333328482695E-3</c:v>
                </c:pt>
                <c:pt idx="856">
                  <c:v>9.9074074023519643E-3</c:v>
                </c:pt>
                <c:pt idx="857">
                  <c:v>9.9189814791316167E-3</c:v>
                </c:pt>
                <c:pt idx="858">
                  <c:v>9.930555555911269E-3</c:v>
                </c:pt>
                <c:pt idx="859">
                  <c:v>9.9421296254149638E-3</c:v>
                </c:pt>
                <c:pt idx="860">
                  <c:v>9.9537037021946162E-3</c:v>
                </c:pt>
                <c:pt idx="861">
                  <c:v>9.9652777789742686E-3</c:v>
                </c:pt>
                <c:pt idx="862">
                  <c:v>9.9768518484779634E-3</c:v>
                </c:pt>
                <c:pt idx="863">
                  <c:v>9.9884259252576157E-3</c:v>
                </c:pt>
                <c:pt idx="864">
                  <c:v>9.9999999947613105E-3</c:v>
                </c:pt>
                <c:pt idx="865">
                  <c:v>1.0011574071540963E-2</c:v>
                </c:pt>
                <c:pt idx="866">
                  <c:v>1.0023148148320615E-2</c:v>
                </c:pt>
                <c:pt idx="867">
                  <c:v>1.003472221782431E-2</c:v>
                </c:pt>
                <c:pt idx="868">
                  <c:v>1.0046296294603962E-2</c:v>
                </c:pt>
                <c:pt idx="869">
                  <c:v>1.0057870371383615E-2</c:v>
                </c:pt>
                <c:pt idx="870">
                  <c:v>1.006944444088731E-2</c:v>
                </c:pt>
                <c:pt idx="871">
                  <c:v>1.0081018517666962E-2</c:v>
                </c:pt>
                <c:pt idx="872">
                  <c:v>1.0092592587170657E-2</c:v>
                </c:pt>
                <c:pt idx="873">
                  <c:v>1.0104166663950309E-2</c:v>
                </c:pt>
                <c:pt idx="874">
                  <c:v>1.0115740740729962E-2</c:v>
                </c:pt>
                <c:pt idx="875">
                  <c:v>1.0127314810233656E-2</c:v>
                </c:pt>
                <c:pt idx="876">
                  <c:v>1.0138888887013309E-2</c:v>
                </c:pt>
                <c:pt idx="877">
                  <c:v>1.0150462963792961E-2</c:v>
                </c:pt>
                <c:pt idx="878">
                  <c:v>1.0162037033296656E-2</c:v>
                </c:pt>
                <c:pt idx="879">
                  <c:v>1.0173611110076308E-2</c:v>
                </c:pt>
                <c:pt idx="880">
                  <c:v>1.0185185179580003E-2</c:v>
                </c:pt>
                <c:pt idx="881">
                  <c:v>1.0196759256359655E-2</c:v>
                </c:pt>
                <c:pt idx="882">
                  <c:v>1.0208333333139308E-2</c:v>
                </c:pt>
                <c:pt idx="883">
                  <c:v>1.0219907402643003E-2</c:v>
                </c:pt>
                <c:pt idx="884">
                  <c:v>1.0231481479422655E-2</c:v>
                </c:pt>
                <c:pt idx="885">
                  <c:v>1.0243055556202307E-2</c:v>
                </c:pt>
                <c:pt idx="886">
                  <c:v>1.0254629625706002E-2</c:v>
                </c:pt>
                <c:pt idx="887">
                  <c:v>1.0266203702485655E-2</c:v>
                </c:pt>
                <c:pt idx="888">
                  <c:v>1.0277777771989349E-2</c:v>
                </c:pt>
                <c:pt idx="889">
                  <c:v>1.0289351848769002E-2</c:v>
                </c:pt>
                <c:pt idx="890">
                  <c:v>1.0300925925548654E-2</c:v>
                </c:pt>
                <c:pt idx="891">
                  <c:v>1.0312499995052349E-2</c:v>
                </c:pt>
                <c:pt idx="892">
                  <c:v>1.0324074071832001E-2</c:v>
                </c:pt>
                <c:pt idx="893">
                  <c:v>1.0335648148611654E-2</c:v>
                </c:pt>
                <c:pt idx="894">
                  <c:v>1.0347222218115348E-2</c:v>
                </c:pt>
                <c:pt idx="895">
                  <c:v>1.0358796294895001E-2</c:v>
                </c:pt>
                <c:pt idx="896">
                  <c:v>1.0370370371674653E-2</c:v>
                </c:pt>
                <c:pt idx="897">
                  <c:v>1.0381944441178348E-2</c:v>
                </c:pt>
                <c:pt idx="898">
                  <c:v>1.0393518517958E-2</c:v>
                </c:pt>
                <c:pt idx="899">
                  <c:v>1.0405092587461695E-2</c:v>
                </c:pt>
                <c:pt idx="900">
                  <c:v>1.0416666664241347E-2</c:v>
                </c:pt>
                <c:pt idx="901">
                  <c:v>1.0428240741021E-2</c:v>
                </c:pt>
                <c:pt idx="902">
                  <c:v>1.0439814810524695E-2</c:v>
                </c:pt>
                <c:pt idx="903">
                  <c:v>1.0451388887304347E-2</c:v>
                </c:pt>
                <c:pt idx="904">
                  <c:v>1.0462962964083999E-2</c:v>
                </c:pt>
                <c:pt idx="905">
                  <c:v>1.0474537033587694E-2</c:v>
                </c:pt>
                <c:pt idx="906">
                  <c:v>1.0486111110367347E-2</c:v>
                </c:pt>
                <c:pt idx="907">
                  <c:v>1.0497685179871041E-2</c:v>
                </c:pt>
                <c:pt idx="908">
                  <c:v>1.0509259256650694E-2</c:v>
                </c:pt>
                <c:pt idx="909">
                  <c:v>1.0520833333430346E-2</c:v>
                </c:pt>
                <c:pt idx="910">
                  <c:v>1.0532407402934041E-2</c:v>
                </c:pt>
                <c:pt idx="911">
                  <c:v>1.0543981479713693E-2</c:v>
                </c:pt>
                <c:pt idx="912">
                  <c:v>1.0555555556493346E-2</c:v>
                </c:pt>
                <c:pt idx="913">
                  <c:v>1.056712962599704E-2</c:v>
                </c:pt>
                <c:pt idx="914">
                  <c:v>1.0578703702776693E-2</c:v>
                </c:pt>
                <c:pt idx="915">
                  <c:v>1.0590277772280388E-2</c:v>
                </c:pt>
                <c:pt idx="916">
                  <c:v>1.060185184906004E-2</c:v>
                </c:pt>
                <c:pt idx="917">
                  <c:v>1.0613425925839692E-2</c:v>
                </c:pt>
                <c:pt idx="918">
                  <c:v>1.0624999995343387E-2</c:v>
                </c:pt>
                <c:pt idx="919">
                  <c:v>1.063657407212304E-2</c:v>
                </c:pt>
                <c:pt idx="920">
                  <c:v>1.0648148148902692E-2</c:v>
                </c:pt>
                <c:pt idx="921">
                  <c:v>1.0659722218406387E-2</c:v>
                </c:pt>
                <c:pt idx="922">
                  <c:v>1.0671296295186039E-2</c:v>
                </c:pt>
                <c:pt idx="923">
                  <c:v>1.0682870364689734E-2</c:v>
                </c:pt>
                <c:pt idx="924">
                  <c:v>1.0694444441469386E-2</c:v>
                </c:pt>
                <c:pt idx="925">
                  <c:v>1.0706018518249039E-2</c:v>
                </c:pt>
                <c:pt idx="926">
                  <c:v>1.0717592587752733E-2</c:v>
                </c:pt>
                <c:pt idx="927">
                  <c:v>1.0729166664532386E-2</c:v>
                </c:pt>
                <c:pt idx="928">
                  <c:v>1.0740740741312038E-2</c:v>
                </c:pt>
                <c:pt idx="929">
                  <c:v>1.0752314810815733E-2</c:v>
                </c:pt>
                <c:pt idx="930">
                  <c:v>1.0763888887595385E-2</c:v>
                </c:pt>
                <c:pt idx="931">
                  <c:v>1.077546295709908E-2</c:v>
                </c:pt>
                <c:pt idx="932">
                  <c:v>1.0787037033878732E-2</c:v>
                </c:pt>
                <c:pt idx="933">
                  <c:v>1.0798611110658385E-2</c:v>
                </c:pt>
                <c:pt idx="934">
                  <c:v>1.081018518016208E-2</c:v>
                </c:pt>
                <c:pt idx="935">
                  <c:v>1.0821759256941732E-2</c:v>
                </c:pt>
                <c:pt idx="936">
                  <c:v>1.0833333333721384E-2</c:v>
                </c:pt>
                <c:pt idx="937">
                  <c:v>1.0844907403225079E-2</c:v>
                </c:pt>
                <c:pt idx="938">
                  <c:v>1.0856481480004732E-2</c:v>
                </c:pt>
                <c:pt idx="939">
                  <c:v>1.0868055556784384E-2</c:v>
                </c:pt>
                <c:pt idx="940">
                  <c:v>1.0879629626288079E-2</c:v>
                </c:pt>
                <c:pt idx="941">
                  <c:v>1.0891203703067731E-2</c:v>
                </c:pt>
                <c:pt idx="942">
                  <c:v>1.0902777772571426E-2</c:v>
                </c:pt>
                <c:pt idx="943">
                  <c:v>1.0914351849351078E-2</c:v>
                </c:pt>
                <c:pt idx="944">
                  <c:v>1.0925925926130731E-2</c:v>
                </c:pt>
                <c:pt idx="945">
                  <c:v>1.0937499995634425E-2</c:v>
                </c:pt>
                <c:pt idx="946">
                  <c:v>1.0949074072414078E-2</c:v>
                </c:pt>
                <c:pt idx="947">
                  <c:v>1.096064814919373E-2</c:v>
                </c:pt>
                <c:pt idx="948">
                  <c:v>1.0972222218697425E-2</c:v>
                </c:pt>
                <c:pt idx="949">
                  <c:v>1.0983796295477077E-2</c:v>
                </c:pt>
                <c:pt idx="950">
                  <c:v>1.0995370364980772E-2</c:v>
                </c:pt>
                <c:pt idx="951">
                  <c:v>1.1006944441760425E-2</c:v>
                </c:pt>
                <c:pt idx="952">
                  <c:v>1.1018518518540077E-2</c:v>
                </c:pt>
                <c:pt idx="953">
                  <c:v>1.1030092588043772E-2</c:v>
                </c:pt>
                <c:pt idx="954">
                  <c:v>1.1041666664823424E-2</c:v>
                </c:pt>
                <c:pt idx="955">
                  <c:v>1.1053240741603076E-2</c:v>
                </c:pt>
                <c:pt idx="956">
                  <c:v>1.1064814811106771E-2</c:v>
                </c:pt>
                <c:pt idx="957">
                  <c:v>1.1076388887886424E-2</c:v>
                </c:pt>
                <c:pt idx="958">
                  <c:v>1.1087962957390118E-2</c:v>
                </c:pt>
                <c:pt idx="959">
                  <c:v>1.1099537034169771E-2</c:v>
                </c:pt>
                <c:pt idx="960">
                  <c:v>1.1111111110949423E-2</c:v>
                </c:pt>
                <c:pt idx="961">
                  <c:v>1.1122685180453118E-2</c:v>
                </c:pt>
                <c:pt idx="962">
                  <c:v>1.113425925723277E-2</c:v>
                </c:pt>
                <c:pt idx="963">
                  <c:v>1.1145833334012423E-2</c:v>
                </c:pt>
                <c:pt idx="964">
                  <c:v>1.1157407403516117E-2</c:v>
                </c:pt>
                <c:pt idx="965">
                  <c:v>1.116898148029577E-2</c:v>
                </c:pt>
                <c:pt idx="966">
                  <c:v>1.1180555549799465E-2</c:v>
                </c:pt>
                <c:pt idx="967">
                  <c:v>1.1192129626579117E-2</c:v>
                </c:pt>
                <c:pt idx="968">
                  <c:v>1.1203703703358769E-2</c:v>
                </c:pt>
                <c:pt idx="969">
                  <c:v>1.1215277772862464E-2</c:v>
                </c:pt>
                <c:pt idx="970">
                  <c:v>1.1226851849642117E-2</c:v>
                </c:pt>
                <c:pt idx="971">
                  <c:v>1.1238425926421769E-2</c:v>
                </c:pt>
                <c:pt idx="972">
                  <c:v>1.1249999995925464E-2</c:v>
                </c:pt>
                <c:pt idx="973">
                  <c:v>1.1261574072705116E-2</c:v>
                </c:pt>
                <c:pt idx="974">
                  <c:v>1.1273148149484769E-2</c:v>
                </c:pt>
                <c:pt idx="975">
                  <c:v>1.1284722218988463E-2</c:v>
                </c:pt>
                <c:pt idx="976">
                  <c:v>1.1296296295768116E-2</c:v>
                </c:pt>
                <c:pt idx="977">
                  <c:v>1.130787036527181E-2</c:v>
                </c:pt>
                <c:pt idx="978">
                  <c:v>1.1319444442051463E-2</c:v>
                </c:pt>
                <c:pt idx="979">
                  <c:v>1.1331018518831115E-2</c:v>
                </c:pt>
                <c:pt idx="980">
                  <c:v>1.134259258833481E-2</c:v>
                </c:pt>
                <c:pt idx="981">
                  <c:v>1.1354166665114462E-2</c:v>
                </c:pt>
                <c:pt idx="982">
                  <c:v>1.1365740741894115E-2</c:v>
                </c:pt>
                <c:pt idx="983">
                  <c:v>1.137731481139781E-2</c:v>
                </c:pt>
                <c:pt idx="984">
                  <c:v>1.1388888888177462E-2</c:v>
                </c:pt>
                <c:pt idx="985">
                  <c:v>1.1400462957681157E-2</c:v>
                </c:pt>
                <c:pt idx="986">
                  <c:v>1.1412037034460809E-2</c:v>
                </c:pt>
                <c:pt idx="987">
                  <c:v>1.1423611111240461E-2</c:v>
                </c:pt>
                <c:pt idx="988">
                  <c:v>1.1435185180744156E-2</c:v>
                </c:pt>
                <c:pt idx="989">
                  <c:v>1.1446759257523809E-2</c:v>
                </c:pt>
                <c:pt idx="990">
                  <c:v>1.1458333334303461E-2</c:v>
                </c:pt>
                <c:pt idx="991">
                  <c:v>1.1469907403807156E-2</c:v>
                </c:pt>
                <c:pt idx="992">
                  <c:v>1.1481481480586808E-2</c:v>
                </c:pt>
                <c:pt idx="993">
                  <c:v>1.1493055550090503E-2</c:v>
                </c:pt>
                <c:pt idx="994">
                  <c:v>1.1504629626870155E-2</c:v>
                </c:pt>
                <c:pt idx="995">
                  <c:v>1.1516203703649808E-2</c:v>
                </c:pt>
                <c:pt idx="996">
                  <c:v>1.1527777773153502E-2</c:v>
                </c:pt>
                <c:pt idx="997">
                  <c:v>1.1539351849933155E-2</c:v>
                </c:pt>
                <c:pt idx="998">
                  <c:v>1.1550925926712807E-2</c:v>
                </c:pt>
                <c:pt idx="999">
                  <c:v>1.1562499996216502E-2</c:v>
                </c:pt>
                <c:pt idx="1000">
                  <c:v>1.1574074072996154E-2</c:v>
                </c:pt>
                <c:pt idx="1001">
                  <c:v>1.1585648142499849E-2</c:v>
                </c:pt>
                <c:pt idx="1002">
                  <c:v>1.1597222219279502E-2</c:v>
                </c:pt>
                <c:pt idx="1003">
                  <c:v>1.1608796296059154E-2</c:v>
                </c:pt>
                <c:pt idx="1004">
                  <c:v>1.1620370365562849E-2</c:v>
                </c:pt>
                <c:pt idx="1005">
                  <c:v>1.1631944442342501E-2</c:v>
                </c:pt>
                <c:pt idx="1006">
                  <c:v>1.1643518519122154E-2</c:v>
                </c:pt>
                <c:pt idx="1007">
                  <c:v>1.1655092588625848E-2</c:v>
                </c:pt>
                <c:pt idx="1008">
                  <c:v>1.1666666665405501E-2</c:v>
                </c:pt>
                <c:pt idx="1009">
                  <c:v>1.1678240734909195E-2</c:v>
                </c:pt>
                <c:pt idx="1010">
                  <c:v>1.1689814811688848E-2</c:v>
                </c:pt>
                <c:pt idx="1011">
                  <c:v>1.17013888884685E-2</c:v>
                </c:pt>
                <c:pt idx="1012">
                  <c:v>1.1712962957972195E-2</c:v>
                </c:pt>
                <c:pt idx="1013">
                  <c:v>1.1724537034751847E-2</c:v>
                </c:pt>
                <c:pt idx="1014">
                  <c:v>1.17361111115315E-2</c:v>
                </c:pt>
                <c:pt idx="1015">
                  <c:v>1.1747685181035195E-2</c:v>
                </c:pt>
                <c:pt idx="1016">
                  <c:v>1.1759259257814847E-2</c:v>
                </c:pt>
                <c:pt idx="1017">
                  <c:v>1.1770833334594499E-2</c:v>
                </c:pt>
                <c:pt idx="1018">
                  <c:v>1.1782407404098194E-2</c:v>
                </c:pt>
                <c:pt idx="1019">
                  <c:v>1.1793981480877846E-2</c:v>
                </c:pt>
                <c:pt idx="1020">
                  <c:v>1.1805555550381541E-2</c:v>
                </c:pt>
                <c:pt idx="1021">
                  <c:v>1.1817129627161194E-2</c:v>
                </c:pt>
                <c:pt idx="1022">
                  <c:v>1.1828703703940846E-2</c:v>
                </c:pt>
                <c:pt idx="1023">
                  <c:v>1.1840277773444541E-2</c:v>
                </c:pt>
                <c:pt idx="1024">
                  <c:v>1.1851851850224193E-2</c:v>
                </c:pt>
                <c:pt idx="1025">
                  <c:v>1.1863425927003846E-2</c:v>
                </c:pt>
                <c:pt idx="1026">
                  <c:v>1.187499999650754E-2</c:v>
                </c:pt>
                <c:pt idx="1027">
                  <c:v>1.1886574073287193E-2</c:v>
                </c:pt>
                <c:pt idx="1028">
                  <c:v>1.1898148142790888E-2</c:v>
                </c:pt>
                <c:pt idx="1029">
                  <c:v>1.190972221957054E-2</c:v>
                </c:pt>
                <c:pt idx="1030">
                  <c:v>1.1921296296350192E-2</c:v>
                </c:pt>
                <c:pt idx="1031">
                  <c:v>1.1932870365853887E-2</c:v>
                </c:pt>
                <c:pt idx="1032">
                  <c:v>1.1944444442633539E-2</c:v>
                </c:pt>
                <c:pt idx="1033">
                  <c:v>1.1956018519413192E-2</c:v>
                </c:pt>
                <c:pt idx="1034">
                  <c:v>1.1967592588916887E-2</c:v>
                </c:pt>
                <c:pt idx="1035">
                  <c:v>1.1979166665696539E-2</c:v>
                </c:pt>
                <c:pt idx="1036">
                  <c:v>1.1990740735200234E-2</c:v>
                </c:pt>
                <c:pt idx="1037">
                  <c:v>1.2002314811979886E-2</c:v>
                </c:pt>
                <c:pt idx="1038">
                  <c:v>1.2013888888759539E-2</c:v>
                </c:pt>
                <c:pt idx="1039">
                  <c:v>1.2025462958263233E-2</c:v>
                </c:pt>
                <c:pt idx="1040">
                  <c:v>1.2037037035042886E-2</c:v>
                </c:pt>
                <c:pt idx="1041">
                  <c:v>1.2048611111822538E-2</c:v>
                </c:pt>
                <c:pt idx="1042">
                  <c:v>1.2060185181326233E-2</c:v>
                </c:pt>
                <c:pt idx="1043">
                  <c:v>1.2071759258105885E-2</c:v>
                </c:pt>
                <c:pt idx="1044">
                  <c:v>1.208333332760958E-2</c:v>
                </c:pt>
                <c:pt idx="1045">
                  <c:v>1.2094907404389232E-2</c:v>
                </c:pt>
                <c:pt idx="1046">
                  <c:v>1.2106481481168885E-2</c:v>
                </c:pt>
                <c:pt idx="1047">
                  <c:v>1.211805555067258E-2</c:v>
                </c:pt>
                <c:pt idx="1048">
                  <c:v>1.2129629627452232E-2</c:v>
                </c:pt>
                <c:pt idx="1049">
                  <c:v>1.2141203704231884E-2</c:v>
                </c:pt>
                <c:pt idx="1050">
                  <c:v>1.2152777773735579E-2</c:v>
                </c:pt>
                <c:pt idx="1051">
                  <c:v>1.2164351850515231E-2</c:v>
                </c:pt>
                <c:pt idx="1052">
                  <c:v>1.2175925920018926E-2</c:v>
                </c:pt>
                <c:pt idx="1053">
                  <c:v>1.2187499996798579E-2</c:v>
                </c:pt>
                <c:pt idx="1054">
                  <c:v>1.2199074073578231E-2</c:v>
                </c:pt>
                <c:pt idx="1055">
                  <c:v>1.2210648143081926E-2</c:v>
                </c:pt>
                <c:pt idx="1056">
                  <c:v>1.2222222219861578E-2</c:v>
                </c:pt>
                <c:pt idx="1057">
                  <c:v>1.2233796296641231E-2</c:v>
                </c:pt>
                <c:pt idx="1058">
                  <c:v>1.2245370366144925E-2</c:v>
                </c:pt>
                <c:pt idx="1059">
                  <c:v>1.2256944442924578E-2</c:v>
                </c:pt>
                <c:pt idx="1060">
                  <c:v>1.226851851970423E-2</c:v>
                </c:pt>
                <c:pt idx="1061">
                  <c:v>1.2280092589207925E-2</c:v>
                </c:pt>
                <c:pt idx="1062">
                  <c:v>1.2291666665987577E-2</c:v>
                </c:pt>
                <c:pt idx="1063">
                  <c:v>1.2303240735491272E-2</c:v>
                </c:pt>
                <c:pt idx="1064">
                  <c:v>1.2314814812270924E-2</c:v>
                </c:pt>
                <c:pt idx="1065">
                  <c:v>1.2326388889050577E-2</c:v>
                </c:pt>
                <c:pt idx="1066">
                  <c:v>1.2337962958554272E-2</c:v>
                </c:pt>
                <c:pt idx="1067">
                  <c:v>1.2349537035333924E-2</c:v>
                </c:pt>
                <c:pt idx="1068">
                  <c:v>1.2361111112113576E-2</c:v>
                </c:pt>
                <c:pt idx="1069">
                  <c:v>1.2372685181617271E-2</c:v>
                </c:pt>
                <c:pt idx="1070">
                  <c:v>1.2384259258396924E-2</c:v>
                </c:pt>
                <c:pt idx="1071">
                  <c:v>1.2395833327900618E-2</c:v>
                </c:pt>
                <c:pt idx="1072">
                  <c:v>1.2407407404680271E-2</c:v>
                </c:pt>
                <c:pt idx="1073">
                  <c:v>1.2418981481459923E-2</c:v>
                </c:pt>
                <c:pt idx="1074">
                  <c:v>1.2430555550963618E-2</c:v>
                </c:pt>
                <c:pt idx="1075">
                  <c:v>1.244212962774327E-2</c:v>
                </c:pt>
                <c:pt idx="1076">
                  <c:v>1.2453703704522923E-2</c:v>
                </c:pt>
                <c:pt idx="1077">
                  <c:v>1.2465277774026617E-2</c:v>
                </c:pt>
                <c:pt idx="1078">
                  <c:v>1.247685185080627E-2</c:v>
                </c:pt>
                <c:pt idx="1079">
                  <c:v>1.2488425920309965E-2</c:v>
                </c:pt>
                <c:pt idx="1080">
                  <c:v>1.2499999997089617E-2</c:v>
                </c:pt>
                <c:pt idx="1081">
                  <c:v>1.2511574073869269E-2</c:v>
                </c:pt>
                <c:pt idx="1082">
                  <c:v>1.2523148143372964E-2</c:v>
                </c:pt>
                <c:pt idx="1083">
                  <c:v>1.2534722220152617E-2</c:v>
                </c:pt>
                <c:pt idx="1084">
                  <c:v>1.2546296296932269E-2</c:v>
                </c:pt>
                <c:pt idx="1085">
                  <c:v>1.2557870366435964E-2</c:v>
                </c:pt>
                <c:pt idx="1086">
                  <c:v>1.2569444443215616E-2</c:v>
                </c:pt>
                <c:pt idx="1087">
                  <c:v>1.2581018512719311E-2</c:v>
                </c:pt>
                <c:pt idx="1088">
                  <c:v>1.2592592589498963E-2</c:v>
                </c:pt>
                <c:pt idx="1089">
                  <c:v>1.2604166666278616E-2</c:v>
                </c:pt>
                <c:pt idx="1090">
                  <c:v>1.261574073578231E-2</c:v>
                </c:pt>
                <c:pt idx="1091">
                  <c:v>1.2627314812561963E-2</c:v>
                </c:pt>
                <c:pt idx="1092">
                  <c:v>1.2638888889341615E-2</c:v>
                </c:pt>
                <c:pt idx="1093">
                  <c:v>1.265046295884531E-2</c:v>
                </c:pt>
                <c:pt idx="1094">
                  <c:v>1.2662037035624962E-2</c:v>
                </c:pt>
                <c:pt idx="1095">
                  <c:v>1.2673611112404615E-2</c:v>
                </c:pt>
                <c:pt idx="1096">
                  <c:v>1.2685185181908309E-2</c:v>
                </c:pt>
                <c:pt idx="1097">
                  <c:v>1.2696759258687962E-2</c:v>
                </c:pt>
                <c:pt idx="1098">
                  <c:v>1.2708333328191657E-2</c:v>
                </c:pt>
                <c:pt idx="1099">
                  <c:v>1.2719907404971309E-2</c:v>
                </c:pt>
                <c:pt idx="1100">
                  <c:v>1.2731481481750961E-2</c:v>
                </c:pt>
                <c:pt idx="1101">
                  <c:v>1.2743055551254656E-2</c:v>
                </c:pt>
                <c:pt idx="1102">
                  <c:v>1.2754629628034309E-2</c:v>
                </c:pt>
                <c:pt idx="1103">
                  <c:v>1.2766203704813961E-2</c:v>
                </c:pt>
                <c:pt idx="1104">
                  <c:v>1.2777777774317656E-2</c:v>
                </c:pt>
                <c:pt idx="1105">
                  <c:v>1.2789351851097308E-2</c:v>
                </c:pt>
                <c:pt idx="1106">
                  <c:v>1.2800925920601003E-2</c:v>
                </c:pt>
                <c:pt idx="1107">
                  <c:v>1.2812499997380655E-2</c:v>
                </c:pt>
                <c:pt idx="1108">
                  <c:v>1.2824074074160308E-2</c:v>
                </c:pt>
                <c:pt idx="1109">
                  <c:v>1.2835648143664002E-2</c:v>
                </c:pt>
                <c:pt idx="1110">
                  <c:v>1.2847222220443655E-2</c:v>
                </c:pt>
                <c:pt idx="1111">
                  <c:v>1.2858796297223307E-2</c:v>
                </c:pt>
                <c:pt idx="1112">
                  <c:v>1.2870370366727002E-2</c:v>
                </c:pt>
                <c:pt idx="1113">
                  <c:v>1.2881944443506654E-2</c:v>
                </c:pt>
                <c:pt idx="1114">
                  <c:v>1.2893518513010349E-2</c:v>
                </c:pt>
                <c:pt idx="1115">
                  <c:v>1.2905092589790002E-2</c:v>
                </c:pt>
                <c:pt idx="1116">
                  <c:v>1.2916666666569654E-2</c:v>
                </c:pt>
                <c:pt idx="1117">
                  <c:v>1.2928240736073349E-2</c:v>
                </c:pt>
                <c:pt idx="1118">
                  <c:v>1.2939814812853001E-2</c:v>
                </c:pt>
                <c:pt idx="1119">
                  <c:v>1.2951388889632653E-2</c:v>
                </c:pt>
                <c:pt idx="1120">
                  <c:v>1.2962962959136348E-2</c:v>
                </c:pt>
                <c:pt idx="1121">
                  <c:v>1.2974537035916001E-2</c:v>
                </c:pt>
                <c:pt idx="1122">
                  <c:v>1.2986111105419695E-2</c:v>
                </c:pt>
                <c:pt idx="1123">
                  <c:v>1.2997685182199348E-2</c:v>
                </c:pt>
                <c:pt idx="1124">
                  <c:v>1.3009259258979E-2</c:v>
                </c:pt>
                <c:pt idx="1125">
                  <c:v>1.3020833328482695E-2</c:v>
                </c:pt>
                <c:pt idx="1126">
                  <c:v>1.3032407405262347E-2</c:v>
                </c:pt>
                <c:pt idx="1127">
                  <c:v>1.3043981482042E-2</c:v>
                </c:pt>
                <c:pt idx="1128">
                  <c:v>1.3055555551545694E-2</c:v>
                </c:pt>
                <c:pt idx="1129">
                  <c:v>1.3067129628325347E-2</c:v>
                </c:pt>
                <c:pt idx="1130">
                  <c:v>1.3078703697829042E-2</c:v>
                </c:pt>
                <c:pt idx="1131">
                  <c:v>1.3090277774608694E-2</c:v>
                </c:pt>
                <c:pt idx="1132">
                  <c:v>1.3101851851388346E-2</c:v>
                </c:pt>
                <c:pt idx="1133">
                  <c:v>1.3113425920892041E-2</c:v>
                </c:pt>
                <c:pt idx="1134">
                  <c:v>1.3124999997671694E-2</c:v>
                </c:pt>
                <c:pt idx="1135">
                  <c:v>1.3136574074451346E-2</c:v>
                </c:pt>
                <c:pt idx="1136">
                  <c:v>1.3148148143955041E-2</c:v>
                </c:pt>
                <c:pt idx="1137">
                  <c:v>1.3159722220734693E-2</c:v>
                </c:pt>
                <c:pt idx="1138">
                  <c:v>1.3171296297514345E-2</c:v>
                </c:pt>
                <c:pt idx="1139">
                  <c:v>1.318287036701804E-2</c:v>
                </c:pt>
                <c:pt idx="1140">
                  <c:v>1.3194444443797693E-2</c:v>
                </c:pt>
                <c:pt idx="1141">
                  <c:v>1.3206018513301387E-2</c:v>
                </c:pt>
                <c:pt idx="1142">
                  <c:v>1.321759259008104E-2</c:v>
                </c:pt>
                <c:pt idx="1143">
                  <c:v>1.3229166666860692E-2</c:v>
                </c:pt>
                <c:pt idx="1144">
                  <c:v>1.3240740736364387E-2</c:v>
                </c:pt>
                <c:pt idx="1145">
                  <c:v>1.3252314813144039E-2</c:v>
                </c:pt>
                <c:pt idx="1146">
                  <c:v>1.3263888889923692E-2</c:v>
                </c:pt>
                <c:pt idx="1147">
                  <c:v>1.3275462959427387E-2</c:v>
                </c:pt>
                <c:pt idx="1148">
                  <c:v>1.3287037036207039E-2</c:v>
                </c:pt>
                <c:pt idx="1149">
                  <c:v>1.3298611105710734E-2</c:v>
                </c:pt>
                <c:pt idx="1150">
                  <c:v>1.3310185182490386E-2</c:v>
                </c:pt>
                <c:pt idx="1151">
                  <c:v>1.3321759259270038E-2</c:v>
                </c:pt>
                <c:pt idx="1152">
                  <c:v>1.3333333328773733E-2</c:v>
                </c:pt>
                <c:pt idx="1153">
                  <c:v>1.3344907405553386E-2</c:v>
                </c:pt>
                <c:pt idx="1154">
                  <c:v>1.3356481482333038E-2</c:v>
                </c:pt>
                <c:pt idx="1155">
                  <c:v>1.3368055551836733E-2</c:v>
                </c:pt>
                <c:pt idx="1156">
                  <c:v>1.3379629628616385E-2</c:v>
                </c:pt>
                <c:pt idx="1157">
                  <c:v>1.339120369812008E-2</c:v>
                </c:pt>
                <c:pt idx="1158">
                  <c:v>1.3402777774899732E-2</c:v>
                </c:pt>
                <c:pt idx="1159">
                  <c:v>1.3414351851679385E-2</c:v>
                </c:pt>
                <c:pt idx="1160">
                  <c:v>1.3425925921183079E-2</c:v>
                </c:pt>
                <c:pt idx="1161">
                  <c:v>1.3437499997962732E-2</c:v>
                </c:pt>
                <c:pt idx="1162">
                  <c:v>1.3449074074742384E-2</c:v>
                </c:pt>
                <c:pt idx="1163">
                  <c:v>1.3460648144246079E-2</c:v>
                </c:pt>
                <c:pt idx="1164">
                  <c:v>1.3472222221025731E-2</c:v>
                </c:pt>
                <c:pt idx="1165">
                  <c:v>1.3483796290529426E-2</c:v>
                </c:pt>
                <c:pt idx="1166">
                  <c:v>1.3495370367309079E-2</c:v>
                </c:pt>
                <c:pt idx="1167">
                  <c:v>1.3506944444088731E-2</c:v>
                </c:pt>
                <c:pt idx="1168">
                  <c:v>1.3518518513592426E-2</c:v>
                </c:pt>
                <c:pt idx="1169">
                  <c:v>1.3530092590372078E-2</c:v>
                </c:pt>
                <c:pt idx="1170">
                  <c:v>1.3541666667151731E-2</c:v>
                </c:pt>
                <c:pt idx="1171">
                  <c:v>1.3553240736655425E-2</c:v>
                </c:pt>
                <c:pt idx="1172">
                  <c:v>1.3564814813435078E-2</c:v>
                </c:pt>
                <c:pt idx="1173">
                  <c:v>1.357638889021473E-2</c:v>
                </c:pt>
                <c:pt idx="1174">
                  <c:v>1.3587962959718425E-2</c:v>
                </c:pt>
                <c:pt idx="1175">
                  <c:v>1.3599537036498077E-2</c:v>
                </c:pt>
                <c:pt idx="1176">
                  <c:v>1.3611111106001772E-2</c:v>
                </c:pt>
                <c:pt idx="1177">
                  <c:v>1.3622685182781424E-2</c:v>
                </c:pt>
                <c:pt idx="1178">
                  <c:v>1.3634259259561077E-2</c:v>
                </c:pt>
                <c:pt idx="1179">
                  <c:v>1.3645833329064772E-2</c:v>
                </c:pt>
                <c:pt idx="1180">
                  <c:v>1.3657407405844424E-2</c:v>
                </c:pt>
                <c:pt idx="1181">
                  <c:v>1.3668981482624076E-2</c:v>
                </c:pt>
                <c:pt idx="1182">
                  <c:v>1.3680555552127771E-2</c:v>
                </c:pt>
                <c:pt idx="1183">
                  <c:v>1.3692129628907423E-2</c:v>
                </c:pt>
                <c:pt idx="1184">
                  <c:v>1.3703703698411118E-2</c:v>
                </c:pt>
                <c:pt idx="1185">
                  <c:v>1.3715277775190771E-2</c:v>
                </c:pt>
                <c:pt idx="1186">
                  <c:v>1.3726851851970423E-2</c:v>
                </c:pt>
                <c:pt idx="1187">
                  <c:v>1.3738425921474118E-2</c:v>
                </c:pt>
                <c:pt idx="1188">
                  <c:v>1.374999999825377E-2</c:v>
                </c:pt>
                <c:pt idx="1189">
                  <c:v>1.3761574075033423E-2</c:v>
                </c:pt>
                <c:pt idx="1190">
                  <c:v>1.3773148144537117E-2</c:v>
                </c:pt>
                <c:pt idx="1191">
                  <c:v>1.378472222131677E-2</c:v>
                </c:pt>
                <c:pt idx="1192">
                  <c:v>1.3796296290820464E-2</c:v>
                </c:pt>
                <c:pt idx="1193">
                  <c:v>1.3807870367600117E-2</c:v>
                </c:pt>
                <c:pt idx="1194">
                  <c:v>1.3819444444379769E-2</c:v>
                </c:pt>
                <c:pt idx="1195">
                  <c:v>1.3831018513883464E-2</c:v>
                </c:pt>
                <c:pt idx="1196">
                  <c:v>1.3842592590663116E-2</c:v>
                </c:pt>
                <c:pt idx="1197">
                  <c:v>1.3854166667442769E-2</c:v>
                </c:pt>
                <c:pt idx="1198">
                  <c:v>1.3865740736946464E-2</c:v>
                </c:pt>
                <c:pt idx="1199">
                  <c:v>1.3877314813726116E-2</c:v>
                </c:pt>
                <c:pt idx="1200">
                  <c:v>1.3888888883229811E-2</c:v>
                </c:pt>
                <c:pt idx="1201">
                  <c:v>1.3900462960009463E-2</c:v>
                </c:pt>
                <c:pt idx="1202">
                  <c:v>1.3912037036789116E-2</c:v>
                </c:pt>
                <c:pt idx="1203">
                  <c:v>1.392361110629281E-2</c:v>
                </c:pt>
                <c:pt idx="1204">
                  <c:v>1.3935185183072463E-2</c:v>
                </c:pt>
                <c:pt idx="1205">
                  <c:v>1.3946759259852115E-2</c:v>
                </c:pt>
                <c:pt idx="1206">
                  <c:v>1.395833332935581E-2</c:v>
                </c:pt>
                <c:pt idx="1207">
                  <c:v>1.3969907406135462E-2</c:v>
                </c:pt>
                <c:pt idx="1208">
                  <c:v>1.3981481475639157E-2</c:v>
                </c:pt>
                <c:pt idx="1209">
                  <c:v>1.3993055552418809E-2</c:v>
                </c:pt>
                <c:pt idx="1210">
                  <c:v>1.4004629629198462E-2</c:v>
                </c:pt>
                <c:pt idx="1211">
                  <c:v>1.4016203698702157E-2</c:v>
                </c:pt>
                <c:pt idx="1212">
                  <c:v>1.4027777775481809E-2</c:v>
                </c:pt>
                <c:pt idx="1213">
                  <c:v>1.4039351852261461E-2</c:v>
                </c:pt>
                <c:pt idx="1214">
                  <c:v>1.4050925921765156E-2</c:v>
                </c:pt>
                <c:pt idx="1215">
                  <c:v>1.4062499998544808E-2</c:v>
                </c:pt>
                <c:pt idx="1216">
                  <c:v>1.4074074075324461E-2</c:v>
                </c:pt>
                <c:pt idx="1217">
                  <c:v>1.4085648144828156E-2</c:v>
                </c:pt>
                <c:pt idx="1218">
                  <c:v>1.4097222221607808E-2</c:v>
                </c:pt>
                <c:pt idx="1219">
                  <c:v>1.4108796291111503E-2</c:v>
                </c:pt>
                <c:pt idx="1220">
                  <c:v>1.4120370367891155E-2</c:v>
                </c:pt>
                <c:pt idx="1221">
                  <c:v>1.4131944444670808E-2</c:v>
                </c:pt>
                <c:pt idx="1222">
                  <c:v>1.4143518514174502E-2</c:v>
                </c:pt>
                <c:pt idx="1223">
                  <c:v>1.4155092590954155E-2</c:v>
                </c:pt>
                <c:pt idx="1224">
                  <c:v>1.4166666667733807E-2</c:v>
                </c:pt>
                <c:pt idx="1225">
                  <c:v>1.4178240737237502E-2</c:v>
                </c:pt>
                <c:pt idx="1226">
                  <c:v>1.4189814814017154E-2</c:v>
                </c:pt>
                <c:pt idx="1227">
                  <c:v>1.4201388883520849E-2</c:v>
                </c:pt>
                <c:pt idx="1228">
                  <c:v>1.4212962960300501E-2</c:v>
                </c:pt>
                <c:pt idx="1229">
                  <c:v>1.4224537037080154E-2</c:v>
                </c:pt>
                <c:pt idx="1230">
                  <c:v>1.4236111106583849E-2</c:v>
                </c:pt>
                <c:pt idx="1231">
                  <c:v>1.4247685183363501E-2</c:v>
                </c:pt>
                <c:pt idx="1232">
                  <c:v>1.4259259260143153E-2</c:v>
                </c:pt>
                <c:pt idx="1233">
                  <c:v>1.4270833329646848E-2</c:v>
                </c:pt>
                <c:pt idx="1234">
                  <c:v>1.4282407406426501E-2</c:v>
                </c:pt>
                <c:pt idx="1235">
                  <c:v>1.4293981475930195E-2</c:v>
                </c:pt>
                <c:pt idx="1236">
                  <c:v>1.4305555552709848E-2</c:v>
                </c:pt>
                <c:pt idx="1237">
                  <c:v>1.43171296294895E-2</c:v>
                </c:pt>
                <c:pt idx="1238">
                  <c:v>1.4328703698993195E-2</c:v>
                </c:pt>
                <c:pt idx="1239">
                  <c:v>1.4340277775772847E-2</c:v>
                </c:pt>
                <c:pt idx="1240">
                  <c:v>1.43518518525525E-2</c:v>
                </c:pt>
                <c:pt idx="1241">
                  <c:v>1.4363425922056194E-2</c:v>
                </c:pt>
                <c:pt idx="1242">
                  <c:v>1.4374999998835847E-2</c:v>
                </c:pt>
                <c:pt idx="1243">
                  <c:v>1.4386574068339542E-2</c:v>
                </c:pt>
                <c:pt idx="1244">
                  <c:v>1.4398148145119194E-2</c:v>
                </c:pt>
                <c:pt idx="1245">
                  <c:v>1.4409722221898846E-2</c:v>
                </c:pt>
                <c:pt idx="1246">
                  <c:v>1.4421296291402541E-2</c:v>
                </c:pt>
                <c:pt idx="1247">
                  <c:v>1.4432870368182193E-2</c:v>
                </c:pt>
                <c:pt idx="1248">
                  <c:v>1.4444444444961846E-2</c:v>
                </c:pt>
                <c:pt idx="1249">
                  <c:v>1.4456018514465541E-2</c:v>
                </c:pt>
                <c:pt idx="1250">
                  <c:v>1.4467592591245193E-2</c:v>
                </c:pt>
                <c:pt idx="1251">
                  <c:v>1.4479166660748888E-2</c:v>
                </c:pt>
                <c:pt idx="1252">
                  <c:v>1.449074073752854E-2</c:v>
                </c:pt>
                <c:pt idx="1253">
                  <c:v>1.4502314814308193E-2</c:v>
                </c:pt>
                <c:pt idx="1254">
                  <c:v>1.4513888883811887E-2</c:v>
                </c:pt>
                <c:pt idx="1255">
                  <c:v>1.452546296059154E-2</c:v>
                </c:pt>
                <c:pt idx="1256">
                  <c:v>1.4537037037371192E-2</c:v>
                </c:pt>
                <c:pt idx="1257">
                  <c:v>1.4548611106874887E-2</c:v>
                </c:pt>
                <c:pt idx="1258">
                  <c:v>1.4560185183654539E-2</c:v>
                </c:pt>
                <c:pt idx="1259">
                  <c:v>1.4571759260434192E-2</c:v>
                </c:pt>
                <c:pt idx="1260">
                  <c:v>1.4583333329937886E-2</c:v>
                </c:pt>
                <c:pt idx="1261">
                  <c:v>1.4594907406717539E-2</c:v>
                </c:pt>
                <c:pt idx="1262">
                  <c:v>1.4606481476221234E-2</c:v>
                </c:pt>
                <c:pt idx="1263">
                  <c:v>1.4618055553000886E-2</c:v>
                </c:pt>
                <c:pt idx="1264">
                  <c:v>1.4629629629780538E-2</c:v>
                </c:pt>
                <c:pt idx="1265">
                  <c:v>1.4641203699284233E-2</c:v>
                </c:pt>
                <c:pt idx="1266">
                  <c:v>1.4652777776063886E-2</c:v>
                </c:pt>
                <c:pt idx="1267">
                  <c:v>1.4664351852843538E-2</c:v>
                </c:pt>
                <c:pt idx="1268">
                  <c:v>1.4675925922347233E-2</c:v>
                </c:pt>
                <c:pt idx="1269">
                  <c:v>1.4687499999126885E-2</c:v>
                </c:pt>
                <c:pt idx="1270">
                  <c:v>1.469907406863058E-2</c:v>
                </c:pt>
                <c:pt idx="1271">
                  <c:v>1.4710648145410232E-2</c:v>
                </c:pt>
                <c:pt idx="1272">
                  <c:v>1.4722222222189885E-2</c:v>
                </c:pt>
                <c:pt idx="1273">
                  <c:v>1.4733796291693579E-2</c:v>
                </c:pt>
                <c:pt idx="1274">
                  <c:v>1.4745370368473232E-2</c:v>
                </c:pt>
                <c:pt idx="1275">
                  <c:v>1.4756944445252884E-2</c:v>
                </c:pt>
                <c:pt idx="1276">
                  <c:v>1.4768518514756579E-2</c:v>
                </c:pt>
                <c:pt idx="1277">
                  <c:v>1.4780092591536231E-2</c:v>
                </c:pt>
                <c:pt idx="1278">
                  <c:v>1.4791666661039926E-2</c:v>
                </c:pt>
                <c:pt idx="1279">
                  <c:v>1.4803240737819578E-2</c:v>
                </c:pt>
                <c:pt idx="1280">
                  <c:v>1.4814814814599231E-2</c:v>
                </c:pt>
                <c:pt idx="1281">
                  <c:v>1.4826388884102926E-2</c:v>
                </c:pt>
                <c:pt idx="1282">
                  <c:v>1.4837962960882578E-2</c:v>
                </c:pt>
                <c:pt idx="1283">
                  <c:v>1.484953703766223E-2</c:v>
                </c:pt>
                <c:pt idx="1284">
                  <c:v>1.4861111107165925E-2</c:v>
                </c:pt>
                <c:pt idx="1285">
                  <c:v>1.4872685183945578E-2</c:v>
                </c:pt>
                <c:pt idx="1286">
                  <c:v>1.4884259253449272E-2</c:v>
                </c:pt>
                <c:pt idx="1287">
                  <c:v>1.4895833330228925E-2</c:v>
                </c:pt>
                <c:pt idx="1288">
                  <c:v>1.4907407407008577E-2</c:v>
                </c:pt>
                <c:pt idx="1289">
                  <c:v>1.4918981476512272E-2</c:v>
                </c:pt>
                <c:pt idx="1290">
                  <c:v>1.4930555553291924E-2</c:v>
                </c:pt>
                <c:pt idx="1291">
                  <c:v>1.4942129630071577E-2</c:v>
                </c:pt>
                <c:pt idx="1292">
                  <c:v>1.4953703699575271E-2</c:v>
                </c:pt>
                <c:pt idx="1293">
                  <c:v>1.4965277776354924E-2</c:v>
                </c:pt>
                <c:pt idx="1294">
                  <c:v>1.4976851853134576E-2</c:v>
                </c:pt>
                <c:pt idx="1295">
                  <c:v>1.4988425922638271E-2</c:v>
                </c:pt>
                <c:pt idx="1296">
                  <c:v>1.4999999999417923E-2</c:v>
                </c:pt>
                <c:pt idx="1297">
                  <c:v>1.5011574068921618E-2</c:v>
                </c:pt>
                <c:pt idx="1298">
                  <c:v>1.5023148145701271E-2</c:v>
                </c:pt>
                <c:pt idx="1299">
                  <c:v>1.5034722222480923E-2</c:v>
                </c:pt>
                <c:pt idx="1300">
                  <c:v>1.5046296291984618E-2</c:v>
                </c:pt>
                <c:pt idx="1301">
                  <c:v>1.505787036876427E-2</c:v>
                </c:pt>
                <c:pt idx="1302">
                  <c:v>1.5069444445543922E-2</c:v>
                </c:pt>
                <c:pt idx="1303">
                  <c:v>1.5081018515047617E-2</c:v>
                </c:pt>
                <c:pt idx="1304">
                  <c:v>1.509259259182727E-2</c:v>
                </c:pt>
                <c:pt idx="1305">
                  <c:v>1.5104166661330964E-2</c:v>
                </c:pt>
                <c:pt idx="1306">
                  <c:v>1.5115740738110617E-2</c:v>
                </c:pt>
                <c:pt idx="1307">
                  <c:v>1.5127314814890269E-2</c:v>
                </c:pt>
                <c:pt idx="1308">
                  <c:v>1.5138888884393964E-2</c:v>
                </c:pt>
                <c:pt idx="1309">
                  <c:v>1.5150462961173616E-2</c:v>
                </c:pt>
                <c:pt idx="1310">
                  <c:v>1.5162037037953269E-2</c:v>
                </c:pt>
                <c:pt idx="1311">
                  <c:v>1.5173611107456964E-2</c:v>
                </c:pt>
                <c:pt idx="1312">
                  <c:v>1.5185185184236616E-2</c:v>
                </c:pt>
                <c:pt idx="1313">
                  <c:v>1.5196759253740311E-2</c:v>
                </c:pt>
                <c:pt idx="1314">
                  <c:v>1.5208333330519963E-2</c:v>
                </c:pt>
                <c:pt idx="1315">
                  <c:v>1.5219907407299615E-2</c:v>
                </c:pt>
                <c:pt idx="1316">
                  <c:v>1.523148147680331E-2</c:v>
                </c:pt>
                <c:pt idx="1317">
                  <c:v>1.5243055553582963E-2</c:v>
                </c:pt>
                <c:pt idx="1318">
                  <c:v>1.5254629630362615E-2</c:v>
                </c:pt>
                <c:pt idx="1319">
                  <c:v>1.526620369986631E-2</c:v>
                </c:pt>
                <c:pt idx="1320">
                  <c:v>1.5277777776645962E-2</c:v>
                </c:pt>
                <c:pt idx="1321">
                  <c:v>1.5289351846149657E-2</c:v>
                </c:pt>
                <c:pt idx="1322">
                  <c:v>1.5300925922929309E-2</c:v>
                </c:pt>
                <c:pt idx="1323">
                  <c:v>1.5312499999708962E-2</c:v>
                </c:pt>
                <c:pt idx="1324">
                  <c:v>1.5324074069212656E-2</c:v>
                </c:pt>
                <c:pt idx="1325">
                  <c:v>1.5335648145992309E-2</c:v>
                </c:pt>
                <c:pt idx="1326">
                  <c:v>1.5347222222771961E-2</c:v>
                </c:pt>
                <c:pt idx="1327">
                  <c:v>1.5358796292275656E-2</c:v>
                </c:pt>
                <c:pt idx="1328">
                  <c:v>1.5370370369055308E-2</c:v>
                </c:pt>
                <c:pt idx="1329">
                  <c:v>1.5381944438559003E-2</c:v>
                </c:pt>
                <c:pt idx="1330">
                  <c:v>1.5393518515338656E-2</c:v>
                </c:pt>
                <c:pt idx="1331">
                  <c:v>1.5405092592118308E-2</c:v>
                </c:pt>
                <c:pt idx="1332">
                  <c:v>1.5416666661622003E-2</c:v>
                </c:pt>
                <c:pt idx="1333">
                  <c:v>1.5428240738401655E-2</c:v>
                </c:pt>
                <c:pt idx="1334">
                  <c:v>1.5439814815181307E-2</c:v>
                </c:pt>
                <c:pt idx="1335">
                  <c:v>1.5451388884685002E-2</c:v>
                </c:pt>
                <c:pt idx="1336">
                  <c:v>1.5462962961464655E-2</c:v>
                </c:pt>
                <c:pt idx="1337">
                  <c:v>1.5474537038244307E-2</c:v>
                </c:pt>
                <c:pt idx="1338">
                  <c:v>1.5486111107748002E-2</c:v>
                </c:pt>
                <c:pt idx="1339">
                  <c:v>1.5497685184527654E-2</c:v>
                </c:pt>
                <c:pt idx="1340">
                  <c:v>1.5509259254031349E-2</c:v>
                </c:pt>
                <c:pt idx="1341">
                  <c:v>1.5520833330811001E-2</c:v>
                </c:pt>
                <c:pt idx="1342">
                  <c:v>1.5532407407590654E-2</c:v>
                </c:pt>
                <c:pt idx="1343">
                  <c:v>1.5543981477094349E-2</c:v>
                </c:pt>
                <c:pt idx="1344">
                  <c:v>1.5555555553874001E-2</c:v>
                </c:pt>
                <c:pt idx="1345">
                  <c:v>1.5567129630653653E-2</c:v>
                </c:pt>
                <c:pt idx="1346">
                  <c:v>1.5578703700157348E-2</c:v>
                </c:pt>
                <c:pt idx="1347">
                  <c:v>1.5590277776937E-2</c:v>
                </c:pt>
                <c:pt idx="1348">
                  <c:v>1.5601851846440695E-2</c:v>
                </c:pt>
                <c:pt idx="1349">
                  <c:v>1.5613425923220348E-2</c:v>
                </c:pt>
                <c:pt idx="1350">
                  <c:v>1.5625E-2</c:v>
                </c:pt>
                <c:pt idx="1351">
                  <c:v>1.5636574069503695E-2</c:v>
                </c:pt>
                <c:pt idx="1352">
                  <c:v>1.5648148146283347E-2</c:v>
                </c:pt>
                <c:pt idx="1353">
                  <c:v>1.5659722223063E-2</c:v>
                </c:pt>
                <c:pt idx="1354">
                  <c:v>1.5671296292566694E-2</c:v>
                </c:pt>
                <c:pt idx="1355">
                  <c:v>1.5682870369346347E-2</c:v>
                </c:pt>
                <c:pt idx="1356">
                  <c:v>1.5694444438850041E-2</c:v>
                </c:pt>
                <c:pt idx="1357">
                  <c:v>1.5706018515629694E-2</c:v>
                </c:pt>
                <c:pt idx="1358">
                  <c:v>1.5717592592409346E-2</c:v>
                </c:pt>
                <c:pt idx="1359">
                  <c:v>1.5729166661913041E-2</c:v>
                </c:pt>
                <c:pt idx="1360">
                  <c:v>1.5740740738692693E-2</c:v>
                </c:pt>
                <c:pt idx="1361">
                  <c:v>1.5752314815472346E-2</c:v>
                </c:pt>
                <c:pt idx="1362">
                  <c:v>1.5763888884976041E-2</c:v>
                </c:pt>
                <c:pt idx="1363">
                  <c:v>1.5775462961755693E-2</c:v>
                </c:pt>
                <c:pt idx="1364">
                  <c:v>1.5787037031259388E-2</c:v>
                </c:pt>
                <c:pt idx="1365">
                  <c:v>1.579861110803904E-2</c:v>
                </c:pt>
                <c:pt idx="1366">
                  <c:v>1.5810185184818693E-2</c:v>
                </c:pt>
                <c:pt idx="1367">
                  <c:v>1.5821759254322387E-2</c:v>
                </c:pt>
                <c:pt idx="1368">
                  <c:v>1.583333333110204E-2</c:v>
                </c:pt>
                <c:pt idx="1369">
                  <c:v>1.5844907407881692E-2</c:v>
                </c:pt>
                <c:pt idx="1370">
                  <c:v>1.5856481477385387E-2</c:v>
                </c:pt>
                <c:pt idx="1371">
                  <c:v>1.5868055554165039E-2</c:v>
                </c:pt>
                <c:pt idx="1372">
                  <c:v>1.5879629630944692E-2</c:v>
                </c:pt>
                <c:pt idx="1373">
                  <c:v>1.5891203700448386E-2</c:v>
                </c:pt>
                <c:pt idx="1374">
                  <c:v>1.5902777777228039E-2</c:v>
                </c:pt>
                <c:pt idx="1375">
                  <c:v>1.5914351846731734E-2</c:v>
                </c:pt>
                <c:pt idx="1376">
                  <c:v>1.5925925923511386E-2</c:v>
                </c:pt>
                <c:pt idx="1377">
                  <c:v>1.5937500000291038E-2</c:v>
                </c:pt>
                <c:pt idx="1378">
                  <c:v>1.5949074069794733E-2</c:v>
                </c:pt>
                <c:pt idx="1379">
                  <c:v>1.5960648146574385E-2</c:v>
                </c:pt>
                <c:pt idx="1380">
                  <c:v>1.5972222223354038E-2</c:v>
                </c:pt>
                <c:pt idx="1381">
                  <c:v>1.5983796292857733E-2</c:v>
                </c:pt>
                <c:pt idx="1382">
                  <c:v>1.5995370369637385E-2</c:v>
                </c:pt>
                <c:pt idx="1383">
                  <c:v>1.600694443914108E-2</c:v>
                </c:pt>
                <c:pt idx="1384">
                  <c:v>1.6018518515920732E-2</c:v>
                </c:pt>
                <c:pt idx="1385">
                  <c:v>1.6030092592700385E-2</c:v>
                </c:pt>
                <c:pt idx="1386">
                  <c:v>1.6041666662204079E-2</c:v>
                </c:pt>
                <c:pt idx="1387">
                  <c:v>1.6053240738983732E-2</c:v>
                </c:pt>
                <c:pt idx="1388">
                  <c:v>1.6064814815763384E-2</c:v>
                </c:pt>
                <c:pt idx="1389">
                  <c:v>1.6076388885267079E-2</c:v>
                </c:pt>
                <c:pt idx="1390">
                  <c:v>1.6087962962046731E-2</c:v>
                </c:pt>
                <c:pt idx="1391">
                  <c:v>1.6099537031550426E-2</c:v>
                </c:pt>
                <c:pt idx="1392">
                  <c:v>1.6111111108330078E-2</c:v>
                </c:pt>
                <c:pt idx="1393">
                  <c:v>1.6122685185109731E-2</c:v>
                </c:pt>
                <c:pt idx="1394">
                  <c:v>1.6134259254613426E-2</c:v>
                </c:pt>
                <c:pt idx="1395">
                  <c:v>1.6145833331393078E-2</c:v>
                </c:pt>
                <c:pt idx="1396">
                  <c:v>1.615740740817273E-2</c:v>
                </c:pt>
                <c:pt idx="1397">
                  <c:v>1.6168981477676425E-2</c:v>
                </c:pt>
                <c:pt idx="1398">
                  <c:v>1.6180555554456078E-2</c:v>
                </c:pt>
                <c:pt idx="1399">
                  <c:v>1.6192129623959772E-2</c:v>
                </c:pt>
                <c:pt idx="1400">
                  <c:v>1.6203703700739425E-2</c:v>
                </c:pt>
                <c:pt idx="1401">
                  <c:v>1.6215277777519077E-2</c:v>
                </c:pt>
                <c:pt idx="1402">
                  <c:v>1.6226851847022772E-2</c:v>
                </c:pt>
                <c:pt idx="1403">
                  <c:v>1.6238425923802424E-2</c:v>
                </c:pt>
                <c:pt idx="1404">
                  <c:v>1.6250000000582077E-2</c:v>
                </c:pt>
                <c:pt idx="1405">
                  <c:v>1.6261574070085771E-2</c:v>
                </c:pt>
                <c:pt idx="1406">
                  <c:v>1.6273148146865424E-2</c:v>
                </c:pt>
                <c:pt idx="1407">
                  <c:v>1.6284722216369119E-2</c:v>
                </c:pt>
                <c:pt idx="1408">
                  <c:v>1.6296296293148771E-2</c:v>
                </c:pt>
                <c:pt idx="1409">
                  <c:v>1.6307870369928423E-2</c:v>
                </c:pt>
                <c:pt idx="1410">
                  <c:v>1.6319444439432118E-2</c:v>
                </c:pt>
                <c:pt idx="1411">
                  <c:v>1.633101851621177E-2</c:v>
                </c:pt>
                <c:pt idx="1412">
                  <c:v>1.6342592592991423E-2</c:v>
                </c:pt>
                <c:pt idx="1413">
                  <c:v>1.6354166662495118E-2</c:v>
                </c:pt>
                <c:pt idx="1414">
                  <c:v>1.636574073927477E-2</c:v>
                </c:pt>
                <c:pt idx="1415">
                  <c:v>1.6377314816054422E-2</c:v>
                </c:pt>
                <c:pt idx="1416">
                  <c:v>1.6388888885558117E-2</c:v>
                </c:pt>
                <c:pt idx="1417">
                  <c:v>1.640046296233777E-2</c:v>
                </c:pt>
                <c:pt idx="1418">
                  <c:v>1.6412037031841464E-2</c:v>
                </c:pt>
                <c:pt idx="1419">
                  <c:v>1.6423611108621117E-2</c:v>
                </c:pt>
                <c:pt idx="1420">
                  <c:v>1.6435185185400769E-2</c:v>
                </c:pt>
                <c:pt idx="1421">
                  <c:v>1.6446759254904464E-2</c:v>
                </c:pt>
                <c:pt idx="1422">
                  <c:v>1.6458333331684116E-2</c:v>
                </c:pt>
                <c:pt idx="1423">
                  <c:v>1.6469907408463769E-2</c:v>
                </c:pt>
                <c:pt idx="1424">
                  <c:v>1.6481481477967463E-2</c:v>
                </c:pt>
                <c:pt idx="1425">
                  <c:v>1.6493055554747116E-2</c:v>
                </c:pt>
                <c:pt idx="1426">
                  <c:v>1.6504629624250811E-2</c:v>
                </c:pt>
                <c:pt idx="1427">
                  <c:v>1.6516203701030463E-2</c:v>
                </c:pt>
                <c:pt idx="1428">
                  <c:v>1.6527777777810115E-2</c:v>
                </c:pt>
                <c:pt idx="1429">
                  <c:v>1.653935184731381E-2</c:v>
                </c:pt>
                <c:pt idx="1430">
                  <c:v>1.6550925924093463E-2</c:v>
                </c:pt>
                <c:pt idx="1431">
                  <c:v>1.6562500000873115E-2</c:v>
                </c:pt>
                <c:pt idx="1432">
                  <c:v>1.657407407037681E-2</c:v>
                </c:pt>
                <c:pt idx="1433">
                  <c:v>1.6585648147156462E-2</c:v>
                </c:pt>
                <c:pt idx="1434">
                  <c:v>1.6597222216660157E-2</c:v>
                </c:pt>
                <c:pt idx="1435">
                  <c:v>1.6608796293439809E-2</c:v>
                </c:pt>
                <c:pt idx="1436">
                  <c:v>1.6620370370219462E-2</c:v>
                </c:pt>
                <c:pt idx="1437">
                  <c:v>1.6631944439723156E-2</c:v>
                </c:pt>
                <c:pt idx="1438">
                  <c:v>1.6643518516502809E-2</c:v>
                </c:pt>
                <c:pt idx="1439">
                  <c:v>1.6655092593282461E-2</c:v>
                </c:pt>
                <c:pt idx="1440">
                  <c:v>1.6666666662786156E-2</c:v>
                </c:pt>
                <c:pt idx="1441">
                  <c:v>1.6678240739565808E-2</c:v>
                </c:pt>
                <c:pt idx="1442">
                  <c:v>1.6689814809069503E-2</c:v>
                </c:pt>
                <c:pt idx="1443">
                  <c:v>1.6701388885849155E-2</c:v>
                </c:pt>
                <c:pt idx="1444">
                  <c:v>1.6712962962628808E-2</c:v>
                </c:pt>
                <c:pt idx="1445">
                  <c:v>1.6724537032132503E-2</c:v>
                </c:pt>
                <c:pt idx="1446">
                  <c:v>1.6736111108912155E-2</c:v>
                </c:pt>
                <c:pt idx="1447">
                  <c:v>1.6747685185691807E-2</c:v>
                </c:pt>
                <c:pt idx="1448">
                  <c:v>1.6759259255195502E-2</c:v>
                </c:pt>
                <c:pt idx="1449">
                  <c:v>1.6770833331975155E-2</c:v>
                </c:pt>
                <c:pt idx="1450">
                  <c:v>1.6782407401478849E-2</c:v>
                </c:pt>
                <c:pt idx="1451">
                  <c:v>1.6793981478258502E-2</c:v>
                </c:pt>
                <c:pt idx="1452">
                  <c:v>1.6805555555038154E-2</c:v>
                </c:pt>
                <c:pt idx="1453">
                  <c:v>1.6817129624541849E-2</c:v>
                </c:pt>
                <c:pt idx="1454">
                  <c:v>1.6828703701321501E-2</c:v>
                </c:pt>
                <c:pt idx="1455">
                  <c:v>1.6840277778101154E-2</c:v>
                </c:pt>
                <c:pt idx="1456">
                  <c:v>1.6851851847604848E-2</c:v>
                </c:pt>
                <c:pt idx="1457">
                  <c:v>1.6863425924384501E-2</c:v>
                </c:pt>
                <c:pt idx="1458">
                  <c:v>1.6875000001164153E-2</c:v>
                </c:pt>
                <c:pt idx="1459">
                  <c:v>1.6886574070667848E-2</c:v>
                </c:pt>
                <c:pt idx="1460">
                  <c:v>1.68981481474475E-2</c:v>
                </c:pt>
                <c:pt idx="1461">
                  <c:v>1.6909722216951195E-2</c:v>
                </c:pt>
                <c:pt idx="1462">
                  <c:v>1.6921296293730848E-2</c:v>
                </c:pt>
                <c:pt idx="1463">
                  <c:v>1.69328703705105E-2</c:v>
                </c:pt>
                <c:pt idx="1464">
                  <c:v>1.6944444440014195E-2</c:v>
                </c:pt>
                <c:pt idx="1465">
                  <c:v>1.6956018516793847E-2</c:v>
                </c:pt>
                <c:pt idx="1466">
                  <c:v>1.6967592593573499E-2</c:v>
                </c:pt>
                <c:pt idx="1467">
                  <c:v>1.6979166663077194E-2</c:v>
                </c:pt>
                <c:pt idx="1468">
                  <c:v>1.6990740739856847E-2</c:v>
                </c:pt>
                <c:pt idx="1469">
                  <c:v>1.7002314809360541E-2</c:v>
                </c:pt>
                <c:pt idx="1470">
                  <c:v>1.7013888886140194E-2</c:v>
                </c:pt>
                <c:pt idx="1471">
                  <c:v>1.7025462962919846E-2</c:v>
                </c:pt>
                <c:pt idx="1472">
                  <c:v>1.7037037032423541E-2</c:v>
                </c:pt>
                <c:pt idx="1473">
                  <c:v>1.7048611109203193E-2</c:v>
                </c:pt>
                <c:pt idx="1474">
                  <c:v>1.7060185185982846E-2</c:v>
                </c:pt>
                <c:pt idx="1475">
                  <c:v>1.707175925548654E-2</c:v>
                </c:pt>
                <c:pt idx="1476">
                  <c:v>1.7083333332266193E-2</c:v>
                </c:pt>
                <c:pt idx="1477">
                  <c:v>1.7094907401769888E-2</c:v>
                </c:pt>
                <c:pt idx="1478">
                  <c:v>1.710648147854954E-2</c:v>
                </c:pt>
                <c:pt idx="1479">
                  <c:v>1.7118055555329192E-2</c:v>
                </c:pt>
                <c:pt idx="1480">
                  <c:v>1.7129629624832887E-2</c:v>
                </c:pt>
                <c:pt idx="1481">
                  <c:v>1.714120370161254E-2</c:v>
                </c:pt>
                <c:pt idx="1482">
                  <c:v>1.7152777778392192E-2</c:v>
                </c:pt>
                <c:pt idx="1483">
                  <c:v>1.7164351847895887E-2</c:v>
                </c:pt>
                <c:pt idx="1484">
                  <c:v>1.7175925924675539E-2</c:v>
                </c:pt>
                <c:pt idx="1485">
                  <c:v>1.7187499994179234E-2</c:v>
                </c:pt>
                <c:pt idx="1486">
                  <c:v>1.7199074070958886E-2</c:v>
                </c:pt>
                <c:pt idx="1487">
                  <c:v>1.7210648147738539E-2</c:v>
                </c:pt>
                <c:pt idx="1488">
                  <c:v>1.7222222217242233E-2</c:v>
                </c:pt>
                <c:pt idx="1489">
                  <c:v>1.7233796294021886E-2</c:v>
                </c:pt>
                <c:pt idx="1490">
                  <c:v>1.7245370370801538E-2</c:v>
                </c:pt>
                <c:pt idx="1491">
                  <c:v>1.7256944440305233E-2</c:v>
                </c:pt>
                <c:pt idx="1492">
                  <c:v>1.7268518517084885E-2</c:v>
                </c:pt>
                <c:pt idx="1493">
                  <c:v>1.7280092593864538E-2</c:v>
                </c:pt>
                <c:pt idx="1494">
                  <c:v>1.7291666663368233E-2</c:v>
                </c:pt>
                <c:pt idx="1495">
                  <c:v>1.7303240740147885E-2</c:v>
                </c:pt>
                <c:pt idx="1496">
                  <c:v>1.731481480965158E-2</c:v>
                </c:pt>
                <c:pt idx="1497">
                  <c:v>1.7326388886431232E-2</c:v>
                </c:pt>
                <c:pt idx="1498">
                  <c:v>1.7337962963210884E-2</c:v>
                </c:pt>
                <c:pt idx="1499">
                  <c:v>1.7349537032714579E-2</c:v>
                </c:pt>
                <c:pt idx="1500">
                  <c:v>1.7361111109494232E-2</c:v>
                </c:pt>
                <c:pt idx="1501">
                  <c:v>1.7372685186273884E-2</c:v>
                </c:pt>
                <c:pt idx="1502">
                  <c:v>1.7384259255777579E-2</c:v>
                </c:pt>
                <c:pt idx="1503">
                  <c:v>1.7395833332557231E-2</c:v>
                </c:pt>
                <c:pt idx="1504">
                  <c:v>1.7407407402060926E-2</c:v>
                </c:pt>
                <c:pt idx="1505">
                  <c:v>1.7418981478840578E-2</c:v>
                </c:pt>
                <c:pt idx="1506">
                  <c:v>1.7430555555620231E-2</c:v>
                </c:pt>
                <c:pt idx="1507">
                  <c:v>1.7442129625123926E-2</c:v>
                </c:pt>
                <c:pt idx="1508">
                  <c:v>1.7453703701903578E-2</c:v>
                </c:pt>
                <c:pt idx="1509">
                  <c:v>1.746527777868323E-2</c:v>
                </c:pt>
                <c:pt idx="1510">
                  <c:v>1.7476851848186925E-2</c:v>
                </c:pt>
                <c:pt idx="1511">
                  <c:v>1.7488425924966577E-2</c:v>
                </c:pt>
                <c:pt idx="1512">
                  <c:v>1.7499999994470272E-2</c:v>
                </c:pt>
                <c:pt idx="1513">
                  <c:v>1.7511574071249925E-2</c:v>
                </c:pt>
                <c:pt idx="1514">
                  <c:v>1.7523148148029577E-2</c:v>
                </c:pt>
                <c:pt idx="1515">
                  <c:v>1.7534722217533272E-2</c:v>
                </c:pt>
                <c:pt idx="1516">
                  <c:v>1.7546296294312924E-2</c:v>
                </c:pt>
                <c:pt idx="1517">
                  <c:v>1.7557870371092577E-2</c:v>
                </c:pt>
                <c:pt idx="1518">
                  <c:v>1.7569444440596271E-2</c:v>
                </c:pt>
                <c:pt idx="1519">
                  <c:v>1.7581018517375924E-2</c:v>
                </c:pt>
                <c:pt idx="1520">
                  <c:v>1.7592592586879618E-2</c:v>
                </c:pt>
                <c:pt idx="1521">
                  <c:v>1.7604166663659271E-2</c:v>
                </c:pt>
                <c:pt idx="1522">
                  <c:v>1.7615740740438923E-2</c:v>
                </c:pt>
                <c:pt idx="1523">
                  <c:v>1.7627314809942618E-2</c:v>
                </c:pt>
                <c:pt idx="1524">
                  <c:v>1.763888888672227E-2</c:v>
                </c:pt>
                <c:pt idx="1525">
                  <c:v>1.7650462963501923E-2</c:v>
                </c:pt>
                <c:pt idx="1526">
                  <c:v>1.7662037033005618E-2</c:v>
                </c:pt>
                <c:pt idx="1527">
                  <c:v>1.767361110978527E-2</c:v>
                </c:pt>
                <c:pt idx="1528">
                  <c:v>1.7685185179288965E-2</c:v>
                </c:pt>
                <c:pt idx="1529">
                  <c:v>1.7696759256068617E-2</c:v>
                </c:pt>
                <c:pt idx="1530">
                  <c:v>1.7708333332848269E-2</c:v>
                </c:pt>
                <c:pt idx="1531">
                  <c:v>1.7719907402351964E-2</c:v>
                </c:pt>
                <c:pt idx="1532">
                  <c:v>1.7731481479131617E-2</c:v>
                </c:pt>
                <c:pt idx="1533">
                  <c:v>1.7743055555911269E-2</c:v>
                </c:pt>
                <c:pt idx="1534">
                  <c:v>1.7754629625414964E-2</c:v>
                </c:pt>
                <c:pt idx="1535">
                  <c:v>1.7766203702194616E-2</c:v>
                </c:pt>
                <c:pt idx="1536">
                  <c:v>1.7777777778974269E-2</c:v>
                </c:pt>
                <c:pt idx="1537">
                  <c:v>1.7789351848477963E-2</c:v>
                </c:pt>
                <c:pt idx="1538">
                  <c:v>1.7800925925257616E-2</c:v>
                </c:pt>
                <c:pt idx="1539">
                  <c:v>1.7812499994761311E-2</c:v>
                </c:pt>
                <c:pt idx="1540">
                  <c:v>1.7824074071540963E-2</c:v>
                </c:pt>
                <c:pt idx="1541">
                  <c:v>1.7835648148320615E-2</c:v>
                </c:pt>
                <c:pt idx="1542">
                  <c:v>1.784722221782431E-2</c:v>
                </c:pt>
                <c:pt idx="1543">
                  <c:v>1.7858796294603962E-2</c:v>
                </c:pt>
                <c:pt idx="1544">
                  <c:v>1.7870370371383615E-2</c:v>
                </c:pt>
                <c:pt idx="1545">
                  <c:v>1.788194444088731E-2</c:v>
                </c:pt>
                <c:pt idx="1546">
                  <c:v>1.7893518517666962E-2</c:v>
                </c:pt>
                <c:pt idx="1547">
                  <c:v>1.7905092587170657E-2</c:v>
                </c:pt>
                <c:pt idx="1548">
                  <c:v>1.7916666663950309E-2</c:v>
                </c:pt>
                <c:pt idx="1549">
                  <c:v>1.7928240740729962E-2</c:v>
                </c:pt>
                <c:pt idx="1550">
                  <c:v>1.7939814810233656E-2</c:v>
                </c:pt>
                <c:pt idx="1551">
                  <c:v>1.7951388887013309E-2</c:v>
                </c:pt>
                <c:pt idx="1552">
                  <c:v>1.7962962963792961E-2</c:v>
                </c:pt>
                <c:pt idx="1553">
                  <c:v>1.7974537033296656E-2</c:v>
                </c:pt>
                <c:pt idx="1554">
                  <c:v>1.7986111110076308E-2</c:v>
                </c:pt>
                <c:pt idx="1555">
                  <c:v>1.7997685179580003E-2</c:v>
                </c:pt>
                <c:pt idx="1556">
                  <c:v>1.8009259256359655E-2</c:v>
                </c:pt>
                <c:pt idx="1557">
                  <c:v>1.8020833333139308E-2</c:v>
                </c:pt>
                <c:pt idx="1558">
                  <c:v>1.8032407402643003E-2</c:v>
                </c:pt>
                <c:pt idx="1559">
                  <c:v>1.8043981479422655E-2</c:v>
                </c:pt>
                <c:pt idx="1560">
                  <c:v>1.8055555556202307E-2</c:v>
                </c:pt>
                <c:pt idx="1561">
                  <c:v>1.8067129625706002E-2</c:v>
                </c:pt>
                <c:pt idx="1562">
                  <c:v>1.8078703702485655E-2</c:v>
                </c:pt>
                <c:pt idx="1563">
                  <c:v>1.8090277771989349E-2</c:v>
                </c:pt>
                <c:pt idx="1564">
                  <c:v>1.8101851848769002E-2</c:v>
                </c:pt>
                <c:pt idx="1565">
                  <c:v>1.8113425925548654E-2</c:v>
                </c:pt>
                <c:pt idx="1566">
                  <c:v>1.8124999995052349E-2</c:v>
                </c:pt>
                <c:pt idx="1567">
                  <c:v>1.8136574071832001E-2</c:v>
                </c:pt>
                <c:pt idx="1568">
                  <c:v>1.8148148148611654E-2</c:v>
                </c:pt>
                <c:pt idx="1569">
                  <c:v>1.8159722218115348E-2</c:v>
                </c:pt>
                <c:pt idx="1570">
                  <c:v>1.8171296294895001E-2</c:v>
                </c:pt>
                <c:pt idx="1571">
                  <c:v>1.8182870371674653E-2</c:v>
                </c:pt>
                <c:pt idx="1572">
                  <c:v>1.8194444441178348E-2</c:v>
                </c:pt>
                <c:pt idx="1573">
                  <c:v>1.8206018517958E-2</c:v>
                </c:pt>
                <c:pt idx="1574">
                  <c:v>1.8217592587461695E-2</c:v>
                </c:pt>
                <c:pt idx="1575">
                  <c:v>1.8229166664241347E-2</c:v>
                </c:pt>
                <c:pt idx="1576">
                  <c:v>1.8240740741021E-2</c:v>
                </c:pt>
                <c:pt idx="1577">
                  <c:v>1.8252314810524695E-2</c:v>
                </c:pt>
                <c:pt idx="1578">
                  <c:v>1.8263888887304347E-2</c:v>
                </c:pt>
                <c:pt idx="1579">
                  <c:v>1.8275462964083999E-2</c:v>
                </c:pt>
                <c:pt idx="1580">
                  <c:v>1.8287037033587694E-2</c:v>
                </c:pt>
                <c:pt idx="1581">
                  <c:v>1.8298611110367347E-2</c:v>
                </c:pt>
                <c:pt idx="1582">
                  <c:v>1.8310185179871041E-2</c:v>
                </c:pt>
                <c:pt idx="1583">
                  <c:v>1.8321759256650694E-2</c:v>
                </c:pt>
                <c:pt idx="1584">
                  <c:v>1.8333333333430346E-2</c:v>
                </c:pt>
                <c:pt idx="1585">
                  <c:v>1.8344907402934041E-2</c:v>
                </c:pt>
                <c:pt idx="1586">
                  <c:v>1.8356481479713693E-2</c:v>
                </c:pt>
                <c:pt idx="1587">
                  <c:v>1.8368055556493346E-2</c:v>
                </c:pt>
                <c:pt idx="1588">
                  <c:v>1.837962962599704E-2</c:v>
                </c:pt>
                <c:pt idx="1589">
                  <c:v>1.8391203702776693E-2</c:v>
                </c:pt>
                <c:pt idx="1590">
                  <c:v>1.8402777772280388E-2</c:v>
                </c:pt>
                <c:pt idx="1591">
                  <c:v>1.841435184906004E-2</c:v>
                </c:pt>
                <c:pt idx="1592">
                  <c:v>1.8425925925839692E-2</c:v>
                </c:pt>
                <c:pt idx="1593">
                  <c:v>1.8437499995343387E-2</c:v>
                </c:pt>
                <c:pt idx="1594">
                  <c:v>1.844907407212304E-2</c:v>
                </c:pt>
                <c:pt idx="1595">
                  <c:v>1.8460648148902692E-2</c:v>
                </c:pt>
                <c:pt idx="1596">
                  <c:v>1.8472222218406387E-2</c:v>
                </c:pt>
                <c:pt idx="1597">
                  <c:v>1.8483796295186039E-2</c:v>
                </c:pt>
                <c:pt idx="1598">
                  <c:v>1.8495370364689734E-2</c:v>
                </c:pt>
                <c:pt idx="1599">
                  <c:v>1.8506944441469386E-2</c:v>
                </c:pt>
                <c:pt idx="1600">
                  <c:v>1.8518518518249039E-2</c:v>
                </c:pt>
                <c:pt idx="1601">
                  <c:v>1.8530092587752733E-2</c:v>
                </c:pt>
                <c:pt idx="1602">
                  <c:v>1.8541666664532386E-2</c:v>
                </c:pt>
                <c:pt idx="1603">
                  <c:v>1.8553240741312038E-2</c:v>
                </c:pt>
                <c:pt idx="1604">
                  <c:v>1.8564814810815733E-2</c:v>
                </c:pt>
                <c:pt idx="1605">
                  <c:v>1.8576388887595385E-2</c:v>
                </c:pt>
                <c:pt idx="1606">
                  <c:v>1.858796295709908E-2</c:v>
                </c:pt>
                <c:pt idx="1607">
                  <c:v>1.8599537033878732E-2</c:v>
                </c:pt>
                <c:pt idx="1608">
                  <c:v>1.8611111110658385E-2</c:v>
                </c:pt>
                <c:pt idx="1609">
                  <c:v>1.862268518016208E-2</c:v>
                </c:pt>
                <c:pt idx="1610">
                  <c:v>1.8634259256941732E-2</c:v>
                </c:pt>
                <c:pt idx="1611">
                  <c:v>1.8645833333721384E-2</c:v>
                </c:pt>
                <c:pt idx="1612">
                  <c:v>1.8657407403225079E-2</c:v>
                </c:pt>
                <c:pt idx="1613">
                  <c:v>1.8668981480004732E-2</c:v>
                </c:pt>
                <c:pt idx="1614">
                  <c:v>1.8680555556784384E-2</c:v>
                </c:pt>
                <c:pt idx="1615">
                  <c:v>1.8692129626288079E-2</c:v>
                </c:pt>
                <c:pt idx="1616">
                  <c:v>1.8703703703067731E-2</c:v>
                </c:pt>
                <c:pt idx="1617">
                  <c:v>1.8715277772571426E-2</c:v>
                </c:pt>
                <c:pt idx="1618">
                  <c:v>1.8726851849351078E-2</c:v>
                </c:pt>
                <c:pt idx="1619">
                  <c:v>1.8738425926130731E-2</c:v>
                </c:pt>
                <c:pt idx="1620">
                  <c:v>1.8749999995634425E-2</c:v>
                </c:pt>
                <c:pt idx="1621">
                  <c:v>1.8761574072414078E-2</c:v>
                </c:pt>
                <c:pt idx="1622">
                  <c:v>1.877314814919373E-2</c:v>
                </c:pt>
                <c:pt idx="1623">
                  <c:v>1.8784722218697425E-2</c:v>
                </c:pt>
                <c:pt idx="1624">
                  <c:v>1.8796296295477077E-2</c:v>
                </c:pt>
                <c:pt idx="1625">
                  <c:v>1.8807870364980772E-2</c:v>
                </c:pt>
                <c:pt idx="1626">
                  <c:v>1.8819444441760425E-2</c:v>
                </c:pt>
                <c:pt idx="1627">
                  <c:v>1.8831018518540077E-2</c:v>
                </c:pt>
                <c:pt idx="1628">
                  <c:v>1.8842592588043772E-2</c:v>
                </c:pt>
                <c:pt idx="1629">
                  <c:v>1.8854166664823424E-2</c:v>
                </c:pt>
                <c:pt idx="1630">
                  <c:v>1.8865740741603076E-2</c:v>
                </c:pt>
                <c:pt idx="1631">
                  <c:v>1.8877314811106771E-2</c:v>
                </c:pt>
                <c:pt idx="1632">
                  <c:v>1.8888888887886424E-2</c:v>
                </c:pt>
                <c:pt idx="1633">
                  <c:v>1.8900462957390118E-2</c:v>
                </c:pt>
                <c:pt idx="1634">
                  <c:v>1.8912037034169771E-2</c:v>
                </c:pt>
                <c:pt idx="1635">
                  <c:v>1.8923611110949423E-2</c:v>
                </c:pt>
                <c:pt idx="1636">
                  <c:v>1.8935185180453118E-2</c:v>
                </c:pt>
                <c:pt idx="1637">
                  <c:v>1.894675925723277E-2</c:v>
                </c:pt>
                <c:pt idx="1638">
                  <c:v>1.8958333334012423E-2</c:v>
                </c:pt>
                <c:pt idx="1639">
                  <c:v>1.8969907403516117E-2</c:v>
                </c:pt>
                <c:pt idx="1640">
                  <c:v>1.898148148029577E-2</c:v>
                </c:pt>
                <c:pt idx="1641">
                  <c:v>1.8993055549799465E-2</c:v>
                </c:pt>
                <c:pt idx="1642">
                  <c:v>1.9004629626579117E-2</c:v>
                </c:pt>
                <c:pt idx="1643">
                  <c:v>1.9016203703358769E-2</c:v>
                </c:pt>
                <c:pt idx="1644">
                  <c:v>1.9027777772862464E-2</c:v>
                </c:pt>
                <c:pt idx="1645">
                  <c:v>1.9039351849642117E-2</c:v>
                </c:pt>
                <c:pt idx="1646">
                  <c:v>1.9050925926421769E-2</c:v>
                </c:pt>
                <c:pt idx="1647">
                  <c:v>1.9062499995925464E-2</c:v>
                </c:pt>
                <c:pt idx="1648">
                  <c:v>1.9074074072705116E-2</c:v>
                </c:pt>
                <c:pt idx="1649">
                  <c:v>1.9085648149484769E-2</c:v>
                </c:pt>
                <c:pt idx="1650">
                  <c:v>1.9097222218988463E-2</c:v>
                </c:pt>
                <c:pt idx="1651">
                  <c:v>1.9108796295768116E-2</c:v>
                </c:pt>
                <c:pt idx="1652">
                  <c:v>1.912037036527181E-2</c:v>
                </c:pt>
                <c:pt idx="1653">
                  <c:v>1.9131944442051463E-2</c:v>
                </c:pt>
                <c:pt idx="1654">
                  <c:v>1.9143518518831115E-2</c:v>
                </c:pt>
                <c:pt idx="1655">
                  <c:v>1.915509258833481E-2</c:v>
                </c:pt>
                <c:pt idx="1656">
                  <c:v>1.9166666665114462E-2</c:v>
                </c:pt>
                <c:pt idx="1657">
                  <c:v>1.9178240741894115E-2</c:v>
                </c:pt>
                <c:pt idx="1658">
                  <c:v>1.918981481139781E-2</c:v>
                </c:pt>
                <c:pt idx="1659">
                  <c:v>1.9201388888177462E-2</c:v>
                </c:pt>
                <c:pt idx="1660">
                  <c:v>1.9212962957681157E-2</c:v>
                </c:pt>
                <c:pt idx="1661">
                  <c:v>1.9224537034460809E-2</c:v>
                </c:pt>
                <c:pt idx="1662">
                  <c:v>1.9236111111240461E-2</c:v>
                </c:pt>
                <c:pt idx="1663">
                  <c:v>1.9247685180744156E-2</c:v>
                </c:pt>
                <c:pt idx="1664">
                  <c:v>1.9259259257523809E-2</c:v>
                </c:pt>
                <c:pt idx="1665">
                  <c:v>1.9270833334303461E-2</c:v>
                </c:pt>
                <c:pt idx="1666">
                  <c:v>1.9282407403807156E-2</c:v>
                </c:pt>
                <c:pt idx="1667">
                  <c:v>1.9293981480586808E-2</c:v>
                </c:pt>
                <c:pt idx="1668">
                  <c:v>1.9305555550090503E-2</c:v>
                </c:pt>
                <c:pt idx="1669">
                  <c:v>1.9317129626870155E-2</c:v>
                </c:pt>
                <c:pt idx="1670">
                  <c:v>1.9328703703649808E-2</c:v>
                </c:pt>
                <c:pt idx="1671">
                  <c:v>1.9340277773153502E-2</c:v>
                </c:pt>
                <c:pt idx="1672">
                  <c:v>1.9351851849933155E-2</c:v>
                </c:pt>
                <c:pt idx="1673">
                  <c:v>1.9363425926712807E-2</c:v>
                </c:pt>
                <c:pt idx="1674">
                  <c:v>1.9374999996216502E-2</c:v>
                </c:pt>
                <c:pt idx="1675">
                  <c:v>1.9386574072996154E-2</c:v>
                </c:pt>
                <c:pt idx="1676">
                  <c:v>1.9398148142499849E-2</c:v>
                </c:pt>
                <c:pt idx="1677">
                  <c:v>1.9409722219279502E-2</c:v>
                </c:pt>
                <c:pt idx="1678">
                  <c:v>1.9421296296059154E-2</c:v>
                </c:pt>
                <c:pt idx="1679">
                  <c:v>1.9432870365562849E-2</c:v>
                </c:pt>
                <c:pt idx="1680">
                  <c:v>1.9444444442342501E-2</c:v>
                </c:pt>
                <c:pt idx="1681">
                  <c:v>1.9456018519122154E-2</c:v>
                </c:pt>
                <c:pt idx="1682">
                  <c:v>1.9467592588625848E-2</c:v>
                </c:pt>
                <c:pt idx="1683">
                  <c:v>1.9479166665405501E-2</c:v>
                </c:pt>
                <c:pt idx="1684">
                  <c:v>1.9490740734909195E-2</c:v>
                </c:pt>
                <c:pt idx="1685">
                  <c:v>1.9502314811688848E-2</c:v>
                </c:pt>
                <c:pt idx="1686">
                  <c:v>1.95138888884685E-2</c:v>
                </c:pt>
                <c:pt idx="1687">
                  <c:v>1.9525462957972195E-2</c:v>
                </c:pt>
                <c:pt idx="1688">
                  <c:v>1.9537037034751847E-2</c:v>
                </c:pt>
                <c:pt idx="1689">
                  <c:v>1.95486111115315E-2</c:v>
                </c:pt>
                <c:pt idx="1690">
                  <c:v>1.9560185181035195E-2</c:v>
                </c:pt>
                <c:pt idx="1691">
                  <c:v>1.9571759257814847E-2</c:v>
                </c:pt>
                <c:pt idx="1692">
                  <c:v>1.9583333334594499E-2</c:v>
                </c:pt>
                <c:pt idx="1693">
                  <c:v>1.9594907404098194E-2</c:v>
                </c:pt>
                <c:pt idx="1694">
                  <c:v>1.9606481480877846E-2</c:v>
                </c:pt>
                <c:pt idx="1695">
                  <c:v>1.9618055550381541E-2</c:v>
                </c:pt>
                <c:pt idx="1696">
                  <c:v>1.9629629627161194E-2</c:v>
                </c:pt>
                <c:pt idx="1697">
                  <c:v>1.9641203703940846E-2</c:v>
                </c:pt>
                <c:pt idx="1698">
                  <c:v>1.9652777773444541E-2</c:v>
                </c:pt>
                <c:pt idx="1699">
                  <c:v>1.9664351850224193E-2</c:v>
                </c:pt>
                <c:pt idx="1700">
                  <c:v>1.9675925927003846E-2</c:v>
                </c:pt>
                <c:pt idx="1701">
                  <c:v>1.968749999650754E-2</c:v>
                </c:pt>
                <c:pt idx="1702">
                  <c:v>1.9699074073287193E-2</c:v>
                </c:pt>
                <c:pt idx="1703">
                  <c:v>1.9710648142790888E-2</c:v>
                </c:pt>
                <c:pt idx="1704">
                  <c:v>1.972222221957054E-2</c:v>
                </c:pt>
                <c:pt idx="1705">
                  <c:v>1.9733796296350192E-2</c:v>
                </c:pt>
                <c:pt idx="1706">
                  <c:v>1.9745370365853887E-2</c:v>
                </c:pt>
                <c:pt idx="1707">
                  <c:v>1.9756944442633539E-2</c:v>
                </c:pt>
                <c:pt idx="1708">
                  <c:v>1.9768518519413192E-2</c:v>
                </c:pt>
                <c:pt idx="1709">
                  <c:v>1.9780092588916887E-2</c:v>
                </c:pt>
                <c:pt idx="1710">
                  <c:v>1.9791666665696539E-2</c:v>
                </c:pt>
                <c:pt idx="1711">
                  <c:v>1.9803240735200234E-2</c:v>
                </c:pt>
                <c:pt idx="1712">
                  <c:v>1.9814814811979886E-2</c:v>
                </c:pt>
                <c:pt idx="1713">
                  <c:v>1.9826388888759539E-2</c:v>
                </c:pt>
                <c:pt idx="1714">
                  <c:v>1.9837962958263233E-2</c:v>
                </c:pt>
                <c:pt idx="1715">
                  <c:v>1.9849537035042886E-2</c:v>
                </c:pt>
                <c:pt idx="1716">
                  <c:v>1.9861111111822538E-2</c:v>
                </c:pt>
                <c:pt idx="1717">
                  <c:v>1.9872685181326233E-2</c:v>
                </c:pt>
                <c:pt idx="1718">
                  <c:v>1.9884259258105885E-2</c:v>
                </c:pt>
                <c:pt idx="1719">
                  <c:v>1.989583332760958E-2</c:v>
                </c:pt>
                <c:pt idx="1720">
                  <c:v>1.9907407404389232E-2</c:v>
                </c:pt>
                <c:pt idx="1721">
                  <c:v>1.9918981481168885E-2</c:v>
                </c:pt>
                <c:pt idx="1722">
                  <c:v>1.993055555067258E-2</c:v>
                </c:pt>
                <c:pt idx="1723">
                  <c:v>1.9942129627452232E-2</c:v>
                </c:pt>
                <c:pt idx="1724">
                  <c:v>1.9953703704231884E-2</c:v>
                </c:pt>
                <c:pt idx="1725">
                  <c:v>1.9965277773735579E-2</c:v>
                </c:pt>
                <c:pt idx="1726">
                  <c:v>1.9976851850515231E-2</c:v>
                </c:pt>
                <c:pt idx="1727">
                  <c:v>1.9988425920018926E-2</c:v>
                </c:pt>
                <c:pt idx="1728">
                  <c:v>1.9999999996798579E-2</c:v>
                </c:pt>
                <c:pt idx="1729">
                  <c:v>2.0011574073578231E-2</c:v>
                </c:pt>
                <c:pt idx="1730">
                  <c:v>2.0023148143081926E-2</c:v>
                </c:pt>
                <c:pt idx="1731">
                  <c:v>2.0034722219861578E-2</c:v>
                </c:pt>
                <c:pt idx="1732">
                  <c:v>2.0046296296641231E-2</c:v>
                </c:pt>
                <c:pt idx="1733">
                  <c:v>2.0057870366144925E-2</c:v>
                </c:pt>
                <c:pt idx="1734">
                  <c:v>2.0069444442924578E-2</c:v>
                </c:pt>
                <c:pt idx="1735">
                  <c:v>2.008101851970423E-2</c:v>
                </c:pt>
                <c:pt idx="1736">
                  <c:v>2.0092592589207925E-2</c:v>
                </c:pt>
                <c:pt idx="1737">
                  <c:v>2.0104166665987577E-2</c:v>
                </c:pt>
                <c:pt idx="1738">
                  <c:v>2.0115740735491272E-2</c:v>
                </c:pt>
                <c:pt idx="1739">
                  <c:v>2.0127314812270924E-2</c:v>
                </c:pt>
                <c:pt idx="1740">
                  <c:v>2.0138888889050577E-2</c:v>
                </c:pt>
                <c:pt idx="1741">
                  <c:v>2.0150462958554272E-2</c:v>
                </c:pt>
                <c:pt idx="1742">
                  <c:v>2.0162037035333924E-2</c:v>
                </c:pt>
                <c:pt idx="1743">
                  <c:v>2.0173611112113576E-2</c:v>
                </c:pt>
                <c:pt idx="1744">
                  <c:v>2.0185185181617271E-2</c:v>
                </c:pt>
                <c:pt idx="1745">
                  <c:v>2.0196759258396924E-2</c:v>
                </c:pt>
                <c:pt idx="1746">
                  <c:v>2.0208333327900618E-2</c:v>
                </c:pt>
                <c:pt idx="1747">
                  <c:v>2.0219907404680271E-2</c:v>
                </c:pt>
                <c:pt idx="1748">
                  <c:v>2.0231481481459923E-2</c:v>
                </c:pt>
                <c:pt idx="1749">
                  <c:v>2.0243055550963618E-2</c:v>
                </c:pt>
                <c:pt idx="1750">
                  <c:v>2.025462962774327E-2</c:v>
                </c:pt>
                <c:pt idx="1751">
                  <c:v>2.0266203704522923E-2</c:v>
                </c:pt>
                <c:pt idx="1752">
                  <c:v>2.0277777774026617E-2</c:v>
                </c:pt>
                <c:pt idx="1753">
                  <c:v>2.028935185080627E-2</c:v>
                </c:pt>
                <c:pt idx="1754">
                  <c:v>2.0300925920309965E-2</c:v>
                </c:pt>
                <c:pt idx="1755">
                  <c:v>2.0312499997089617E-2</c:v>
                </c:pt>
                <c:pt idx="1756">
                  <c:v>2.0324074073869269E-2</c:v>
                </c:pt>
                <c:pt idx="1757">
                  <c:v>2.0335648143372964E-2</c:v>
                </c:pt>
                <c:pt idx="1758">
                  <c:v>2.0347222220152617E-2</c:v>
                </c:pt>
                <c:pt idx="1759">
                  <c:v>2.0358796296932269E-2</c:v>
                </c:pt>
                <c:pt idx="1760">
                  <c:v>2.0370370366435964E-2</c:v>
                </c:pt>
                <c:pt idx="1761">
                  <c:v>2.0381944443215616E-2</c:v>
                </c:pt>
                <c:pt idx="1762">
                  <c:v>2.0393518512719311E-2</c:v>
                </c:pt>
                <c:pt idx="1763">
                  <c:v>2.0405092589498963E-2</c:v>
                </c:pt>
                <c:pt idx="1764">
                  <c:v>2.0416666666278616E-2</c:v>
                </c:pt>
                <c:pt idx="1765">
                  <c:v>2.042824073578231E-2</c:v>
                </c:pt>
                <c:pt idx="1766">
                  <c:v>2.0439814812561963E-2</c:v>
                </c:pt>
                <c:pt idx="1767">
                  <c:v>2.0451388889341615E-2</c:v>
                </c:pt>
                <c:pt idx="1768">
                  <c:v>2.046296295884531E-2</c:v>
                </c:pt>
                <c:pt idx="1769">
                  <c:v>2.0474537035624962E-2</c:v>
                </c:pt>
                <c:pt idx="1770">
                  <c:v>2.0486111112404615E-2</c:v>
                </c:pt>
                <c:pt idx="1771">
                  <c:v>2.0497685181908309E-2</c:v>
                </c:pt>
                <c:pt idx="1772">
                  <c:v>2.0509259258687962E-2</c:v>
                </c:pt>
                <c:pt idx="1773">
                  <c:v>2.0520833328191657E-2</c:v>
                </c:pt>
                <c:pt idx="1774">
                  <c:v>2.0532407404971309E-2</c:v>
                </c:pt>
                <c:pt idx="1775">
                  <c:v>2.0543981481750961E-2</c:v>
                </c:pt>
                <c:pt idx="1776">
                  <c:v>2.0555555551254656E-2</c:v>
                </c:pt>
                <c:pt idx="1777">
                  <c:v>2.0567129628034309E-2</c:v>
                </c:pt>
                <c:pt idx="1778">
                  <c:v>2.0578703704813961E-2</c:v>
                </c:pt>
                <c:pt idx="1779">
                  <c:v>2.0590277774317656E-2</c:v>
                </c:pt>
                <c:pt idx="1780">
                  <c:v>2.0601851851097308E-2</c:v>
                </c:pt>
                <c:pt idx="1781">
                  <c:v>2.0613425920601003E-2</c:v>
                </c:pt>
                <c:pt idx="1782">
                  <c:v>2.0624999997380655E-2</c:v>
                </c:pt>
                <c:pt idx="1783">
                  <c:v>2.0636574074160308E-2</c:v>
                </c:pt>
                <c:pt idx="1784">
                  <c:v>2.0648148143664002E-2</c:v>
                </c:pt>
                <c:pt idx="1785">
                  <c:v>2.0659722220443655E-2</c:v>
                </c:pt>
                <c:pt idx="1786">
                  <c:v>2.0671296297223307E-2</c:v>
                </c:pt>
                <c:pt idx="1787">
                  <c:v>2.0682870366727002E-2</c:v>
                </c:pt>
                <c:pt idx="1788">
                  <c:v>2.0694444443506654E-2</c:v>
                </c:pt>
                <c:pt idx="1789">
                  <c:v>2.0706018513010349E-2</c:v>
                </c:pt>
                <c:pt idx="1790">
                  <c:v>2.0717592589790002E-2</c:v>
                </c:pt>
                <c:pt idx="1791">
                  <c:v>2.0729166666569654E-2</c:v>
                </c:pt>
                <c:pt idx="1792">
                  <c:v>2.0740740736073349E-2</c:v>
                </c:pt>
                <c:pt idx="1793">
                  <c:v>2.0752314812853001E-2</c:v>
                </c:pt>
                <c:pt idx="1794">
                  <c:v>2.0763888889632653E-2</c:v>
                </c:pt>
                <c:pt idx="1795">
                  <c:v>2.0775462959136348E-2</c:v>
                </c:pt>
                <c:pt idx="1796">
                  <c:v>2.0787037035916001E-2</c:v>
                </c:pt>
                <c:pt idx="1797">
                  <c:v>2.0798611105419695E-2</c:v>
                </c:pt>
                <c:pt idx="1798">
                  <c:v>2.0810185182199348E-2</c:v>
                </c:pt>
                <c:pt idx="1799">
                  <c:v>2.0821759258979E-2</c:v>
                </c:pt>
                <c:pt idx="1800">
                  <c:v>2.0833333328482695E-2</c:v>
                </c:pt>
                <c:pt idx="1801">
                  <c:v>2.0844907405262347E-2</c:v>
                </c:pt>
                <c:pt idx="1802">
                  <c:v>2.0856481482042E-2</c:v>
                </c:pt>
                <c:pt idx="1803">
                  <c:v>2.0868055551545694E-2</c:v>
                </c:pt>
                <c:pt idx="1804">
                  <c:v>2.0879629628325347E-2</c:v>
                </c:pt>
                <c:pt idx="1805">
                  <c:v>2.0891203697829042E-2</c:v>
                </c:pt>
                <c:pt idx="1806">
                  <c:v>2.0902777774608694E-2</c:v>
                </c:pt>
                <c:pt idx="1807">
                  <c:v>2.0914351851388346E-2</c:v>
                </c:pt>
                <c:pt idx="1808">
                  <c:v>2.0925925920892041E-2</c:v>
                </c:pt>
                <c:pt idx="1809">
                  <c:v>2.0937499997671694E-2</c:v>
                </c:pt>
                <c:pt idx="1810">
                  <c:v>2.0949074074451346E-2</c:v>
                </c:pt>
                <c:pt idx="1811">
                  <c:v>2.0960648143955041E-2</c:v>
                </c:pt>
                <c:pt idx="1812">
                  <c:v>2.0972222220734693E-2</c:v>
                </c:pt>
                <c:pt idx="1813">
                  <c:v>2.0983796297514345E-2</c:v>
                </c:pt>
                <c:pt idx="1814">
                  <c:v>2.099537036701804E-2</c:v>
                </c:pt>
                <c:pt idx="1815">
                  <c:v>2.1006944443797693E-2</c:v>
                </c:pt>
                <c:pt idx="1816">
                  <c:v>2.1018518513301387E-2</c:v>
                </c:pt>
                <c:pt idx="1817">
                  <c:v>2.103009259008104E-2</c:v>
                </c:pt>
                <c:pt idx="1818">
                  <c:v>2.1041666666860692E-2</c:v>
                </c:pt>
                <c:pt idx="1819">
                  <c:v>2.1053240736364387E-2</c:v>
                </c:pt>
                <c:pt idx="1820">
                  <c:v>2.1064814813144039E-2</c:v>
                </c:pt>
                <c:pt idx="1821">
                  <c:v>2.1076388889923692E-2</c:v>
                </c:pt>
                <c:pt idx="1822">
                  <c:v>2.1087962959427387E-2</c:v>
                </c:pt>
                <c:pt idx="1823">
                  <c:v>2.1099537036207039E-2</c:v>
                </c:pt>
                <c:pt idx="1824">
                  <c:v>2.1111111105710734E-2</c:v>
                </c:pt>
                <c:pt idx="1825">
                  <c:v>2.1122685182490386E-2</c:v>
                </c:pt>
                <c:pt idx="1826">
                  <c:v>2.1134259259270038E-2</c:v>
                </c:pt>
                <c:pt idx="1827">
                  <c:v>2.1145833328773733E-2</c:v>
                </c:pt>
                <c:pt idx="1828">
                  <c:v>2.1157407405553386E-2</c:v>
                </c:pt>
                <c:pt idx="1829">
                  <c:v>2.1168981482333038E-2</c:v>
                </c:pt>
                <c:pt idx="1830">
                  <c:v>2.1180555551836733E-2</c:v>
                </c:pt>
                <c:pt idx="1831">
                  <c:v>2.1192129628616385E-2</c:v>
                </c:pt>
                <c:pt idx="1832">
                  <c:v>2.120370369812008E-2</c:v>
                </c:pt>
                <c:pt idx="1833">
                  <c:v>2.1215277774899732E-2</c:v>
                </c:pt>
                <c:pt idx="1834">
                  <c:v>2.1226851851679385E-2</c:v>
                </c:pt>
                <c:pt idx="1835">
                  <c:v>2.1238425921183079E-2</c:v>
                </c:pt>
                <c:pt idx="1836">
                  <c:v>2.1249999997962732E-2</c:v>
                </c:pt>
                <c:pt idx="1837">
                  <c:v>2.1261574074742384E-2</c:v>
                </c:pt>
                <c:pt idx="1838">
                  <c:v>2.1273148144246079E-2</c:v>
                </c:pt>
                <c:pt idx="1839">
                  <c:v>2.1284722221025731E-2</c:v>
                </c:pt>
                <c:pt idx="1840">
                  <c:v>2.1296296290529426E-2</c:v>
                </c:pt>
                <c:pt idx="1841">
                  <c:v>2.1307870367309079E-2</c:v>
                </c:pt>
                <c:pt idx="1842">
                  <c:v>2.1319444444088731E-2</c:v>
                </c:pt>
                <c:pt idx="1843">
                  <c:v>2.1331018513592426E-2</c:v>
                </c:pt>
                <c:pt idx="1844">
                  <c:v>2.1342592590372078E-2</c:v>
                </c:pt>
                <c:pt idx="1845">
                  <c:v>2.1354166667151731E-2</c:v>
                </c:pt>
                <c:pt idx="1846">
                  <c:v>2.1365740736655425E-2</c:v>
                </c:pt>
                <c:pt idx="1847">
                  <c:v>2.1377314813435078E-2</c:v>
                </c:pt>
                <c:pt idx="1848">
                  <c:v>2.138888889021473E-2</c:v>
                </c:pt>
                <c:pt idx="1849">
                  <c:v>2.1400462959718425E-2</c:v>
                </c:pt>
                <c:pt idx="1850">
                  <c:v>2.1412037036498077E-2</c:v>
                </c:pt>
                <c:pt idx="1851">
                  <c:v>2.1423611106001772E-2</c:v>
                </c:pt>
                <c:pt idx="1852">
                  <c:v>2.1435185182781424E-2</c:v>
                </c:pt>
                <c:pt idx="1853">
                  <c:v>2.1446759259561077E-2</c:v>
                </c:pt>
                <c:pt idx="1854">
                  <c:v>2.1458333329064772E-2</c:v>
                </c:pt>
                <c:pt idx="1855">
                  <c:v>2.1469907405844424E-2</c:v>
                </c:pt>
                <c:pt idx="1856">
                  <c:v>2.1481481482624076E-2</c:v>
                </c:pt>
                <c:pt idx="1857">
                  <c:v>2.1493055552127771E-2</c:v>
                </c:pt>
                <c:pt idx="1858">
                  <c:v>2.1504629628907423E-2</c:v>
                </c:pt>
                <c:pt idx="1859">
                  <c:v>2.1516203698411118E-2</c:v>
                </c:pt>
                <c:pt idx="1860">
                  <c:v>2.1527777775190771E-2</c:v>
                </c:pt>
                <c:pt idx="1861">
                  <c:v>2.1539351851970423E-2</c:v>
                </c:pt>
                <c:pt idx="1862">
                  <c:v>2.1550925921474118E-2</c:v>
                </c:pt>
                <c:pt idx="1863">
                  <c:v>2.156249999825377E-2</c:v>
                </c:pt>
                <c:pt idx="1864">
                  <c:v>2.1574074075033423E-2</c:v>
                </c:pt>
                <c:pt idx="1865">
                  <c:v>2.1585648144537117E-2</c:v>
                </c:pt>
                <c:pt idx="1866">
                  <c:v>2.159722222131677E-2</c:v>
                </c:pt>
                <c:pt idx="1867">
                  <c:v>2.1608796290820464E-2</c:v>
                </c:pt>
                <c:pt idx="1868">
                  <c:v>2.1620370367600117E-2</c:v>
                </c:pt>
                <c:pt idx="1869">
                  <c:v>2.1631944444379769E-2</c:v>
                </c:pt>
                <c:pt idx="1870">
                  <c:v>2.1643518513883464E-2</c:v>
                </c:pt>
                <c:pt idx="1871">
                  <c:v>2.1655092590663116E-2</c:v>
                </c:pt>
                <c:pt idx="1872">
                  <c:v>2.1666666667442769E-2</c:v>
                </c:pt>
                <c:pt idx="1873">
                  <c:v>2.1678240736946464E-2</c:v>
                </c:pt>
                <c:pt idx="1874">
                  <c:v>2.1689814813726116E-2</c:v>
                </c:pt>
                <c:pt idx="1875">
                  <c:v>2.1701388883229811E-2</c:v>
                </c:pt>
                <c:pt idx="1876">
                  <c:v>2.1712962960009463E-2</c:v>
                </c:pt>
                <c:pt idx="1877">
                  <c:v>2.1724537036789116E-2</c:v>
                </c:pt>
                <c:pt idx="1878">
                  <c:v>2.173611110629281E-2</c:v>
                </c:pt>
                <c:pt idx="1879">
                  <c:v>2.1747685183072463E-2</c:v>
                </c:pt>
                <c:pt idx="1880">
                  <c:v>2.1759259259852115E-2</c:v>
                </c:pt>
                <c:pt idx="1881">
                  <c:v>2.177083332935581E-2</c:v>
                </c:pt>
                <c:pt idx="1882">
                  <c:v>2.1782407406135462E-2</c:v>
                </c:pt>
                <c:pt idx="1883">
                  <c:v>2.1793981475639157E-2</c:v>
                </c:pt>
                <c:pt idx="1884">
                  <c:v>2.1805555552418809E-2</c:v>
                </c:pt>
                <c:pt idx="1885">
                  <c:v>2.1817129629198462E-2</c:v>
                </c:pt>
                <c:pt idx="1886">
                  <c:v>2.1828703698702157E-2</c:v>
                </c:pt>
                <c:pt idx="1887">
                  <c:v>2.1840277775481809E-2</c:v>
                </c:pt>
                <c:pt idx="1888">
                  <c:v>2.1851851852261461E-2</c:v>
                </c:pt>
                <c:pt idx="1889">
                  <c:v>2.1863425921765156E-2</c:v>
                </c:pt>
                <c:pt idx="1890">
                  <c:v>2.1874999998544808E-2</c:v>
                </c:pt>
                <c:pt idx="1891">
                  <c:v>2.1886574075324461E-2</c:v>
                </c:pt>
                <c:pt idx="1892">
                  <c:v>2.1898148144828156E-2</c:v>
                </c:pt>
                <c:pt idx="1893">
                  <c:v>2.1909722221607808E-2</c:v>
                </c:pt>
                <c:pt idx="1894">
                  <c:v>2.1921296291111503E-2</c:v>
                </c:pt>
                <c:pt idx="1895">
                  <c:v>2.1932870367891155E-2</c:v>
                </c:pt>
                <c:pt idx="1896">
                  <c:v>2.1944444444670808E-2</c:v>
                </c:pt>
                <c:pt idx="1897">
                  <c:v>2.1956018514174502E-2</c:v>
                </c:pt>
                <c:pt idx="1898">
                  <c:v>2.1967592590954155E-2</c:v>
                </c:pt>
                <c:pt idx="1899">
                  <c:v>2.1979166667733807E-2</c:v>
                </c:pt>
                <c:pt idx="1900">
                  <c:v>2.1990740737237502E-2</c:v>
                </c:pt>
                <c:pt idx="1901">
                  <c:v>2.2002314814017154E-2</c:v>
                </c:pt>
                <c:pt idx="1902">
                  <c:v>2.2013888883520849E-2</c:v>
                </c:pt>
                <c:pt idx="1903">
                  <c:v>2.2025462960300501E-2</c:v>
                </c:pt>
                <c:pt idx="1904">
                  <c:v>2.2037037037080154E-2</c:v>
                </c:pt>
                <c:pt idx="1905">
                  <c:v>2.2048611106583849E-2</c:v>
                </c:pt>
                <c:pt idx="1906">
                  <c:v>2.2060185183363501E-2</c:v>
                </c:pt>
                <c:pt idx="1907">
                  <c:v>2.2071759260143153E-2</c:v>
                </c:pt>
                <c:pt idx="1908">
                  <c:v>2.2083333329646848E-2</c:v>
                </c:pt>
                <c:pt idx="1909">
                  <c:v>2.2094907406426501E-2</c:v>
                </c:pt>
                <c:pt idx="1910">
                  <c:v>2.2106481475930195E-2</c:v>
                </c:pt>
                <c:pt idx="1911">
                  <c:v>2.2118055552709848E-2</c:v>
                </c:pt>
                <c:pt idx="1912">
                  <c:v>2.21296296294895E-2</c:v>
                </c:pt>
                <c:pt idx="1913">
                  <c:v>2.2141203698993195E-2</c:v>
                </c:pt>
                <c:pt idx="1914">
                  <c:v>2.2152777775772847E-2</c:v>
                </c:pt>
                <c:pt idx="1915">
                  <c:v>2.21643518525525E-2</c:v>
                </c:pt>
                <c:pt idx="1916">
                  <c:v>2.2175925922056194E-2</c:v>
                </c:pt>
                <c:pt idx="1917">
                  <c:v>2.2187499998835847E-2</c:v>
                </c:pt>
                <c:pt idx="1918">
                  <c:v>2.2199074068339542E-2</c:v>
                </c:pt>
                <c:pt idx="1919">
                  <c:v>2.2210648145119194E-2</c:v>
                </c:pt>
                <c:pt idx="1920">
                  <c:v>2.2222222221898846E-2</c:v>
                </c:pt>
                <c:pt idx="1921">
                  <c:v>2.2233796291402541E-2</c:v>
                </c:pt>
                <c:pt idx="1922">
                  <c:v>2.2245370368182193E-2</c:v>
                </c:pt>
                <c:pt idx="1923">
                  <c:v>2.2256944444961846E-2</c:v>
                </c:pt>
                <c:pt idx="1924">
                  <c:v>2.2268518514465541E-2</c:v>
                </c:pt>
                <c:pt idx="1925">
                  <c:v>2.2280092591245193E-2</c:v>
                </c:pt>
                <c:pt idx="1926">
                  <c:v>2.2291666660748888E-2</c:v>
                </c:pt>
                <c:pt idx="1927">
                  <c:v>2.230324073752854E-2</c:v>
                </c:pt>
                <c:pt idx="1928">
                  <c:v>2.2314814814308193E-2</c:v>
                </c:pt>
                <c:pt idx="1929">
                  <c:v>2.2326388883811887E-2</c:v>
                </c:pt>
                <c:pt idx="1930">
                  <c:v>2.233796296059154E-2</c:v>
                </c:pt>
                <c:pt idx="1931">
                  <c:v>2.2349537037371192E-2</c:v>
                </c:pt>
                <c:pt idx="1932">
                  <c:v>2.2361111106874887E-2</c:v>
                </c:pt>
                <c:pt idx="1933">
                  <c:v>2.2372685183654539E-2</c:v>
                </c:pt>
                <c:pt idx="1934">
                  <c:v>2.2384259260434192E-2</c:v>
                </c:pt>
                <c:pt idx="1935">
                  <c:v>2.2395833329937886E-2</c:v>
                </c:pt>
                <c:pt idx="1936">
                  <c:v>2.2407407406717539E-2</c:v>
                </c:pt>
                <c:pt idx="1937">
                  <c:v>2.2418981476221234E-2</c:v>
                </c:pt>
                <c:pt idx="1938">
                  <c:v>2.2430555553000886E-2</c:v>
                </c:pt>
                <c:pt idx="1939">
                  <c:v>2.2442129629780538E-2</c:v>
                </c:pt>
                <c:pt idx="1940">
                  <c:v>2.2453703699284233E-2</c:v>
                </c:pt>
                <c:pt idx="1941">
                  <c:v>2.2465277776063886E-2</c:v>
                </c:pt>
                <c:pt idx="1942">
                  <c:v>2.2476851852843538E-2</c:v>
                </c:pt>
                <c:pt idx="1943">
                  <c:v>2.2488425922347233E-2</c:v>
                </c:pt>
                <c:pt idx="1944">
                  <c:v>2.2499999999126885E-2</c:v>
                </c:pt>
                <c:pt idx="1945">
                  <c:v>2.251157406863058E-2</c:v>
                </c:pt>
                <c:pt idx="1946">
                  <c:v>2.2523148145410232E-2</c:v>
                </c:pt>
                <c:pt idx="1947">
                  <c:v>2.2534722222189885E-2</c:v>
                </c:pt>
                <c:pt idx="1948">
                  <c:v>2.2546296291693579E-2</c:v>
                </c:pt>
                <c:pt idx="1949">
                  <c:v>2.2557870368473232E-2</c:v>
                </c:pt>
                <c:pt idx="1950">
                  <c:v>2.2569444445252884E-2</c:v>
                </c:pt>
                <c:pt idx="1951">
                  <c:v>2.2581018514756579E-2</c:v>
                </c:pt>
                <c:pt idx="1952">
                  <c:v>2.2592592591536231E-2</c:v>
                </c:pt>
                <c:pt idx="1953">
                  <c:v>2.2604166661039926E-2</c:v>
                </c:pt>
                <c:pt idx="1954">
                  <c:v>2.2615740737819578E-2</c:v>
                </c:pt>
                <c:pt idx="1955">
                  <c:v>2.2627314814599231E-2</c:v>
                </c:pt>
                <c:pt idx="1956">
                  <c:v>2.2638888884102926E-2</c:v>
                </c:pt>
                <c:pt idx="1957">
                  <c:v>2.2650462960882578E-2</c:v>
                </c:pt>
                <c:pt idx="1958">
                  <c:v>2.266203703766223E-2</c:v>
                </c:pt>
                <c:pt idx="1959">
                  <c:v>2.2673611107165925E-2</c:v>
                </c:pt>
                <c:pt idx="1960">
                  <c:v>2.2685185183945578E-2</c:v>
                </c:pt>
                <c:pt idx="1961">
                  <c:v>2.2696759253449272E-2</c:v>
                </c:pt>
                <c:pt idx="1962">
                  <c:v>2.2708333330228925E-2</c:v>
                </c:pt>
                <c:pt idx="1963">
                  <c:v>2.2719907407008577E-2</c:v>
                </c:pt>
                <c:pt idx="1964">
                  <c:v>2.2731481476512272E-2</c:v>
                </c:pt>
                <c:pt idx="1965">
                  <c:v>2.2743055553291924E-2</c:v>
                </c:pt>
                <c:pt idx="1966">
                  <c:v>2.2754629630071577E-2</c:v>
                </c:pt>
                <c:pt idx="1967">
                  <c:v>2.2766203699575271E-2</c:v>
                </c:pt>
                <c:pt idx="1968">
                  <c:v>2.2777777776354924E-2</c:v>
                </c:pt>
                <c:pt idx="1969">
                  <c:v>2.2789351853134576E-2</c:v>
                </c:pt>
                <c:pt idx="1970">
                  <c:v>2.2800925922638271E-2</c:v>
                </c:pt>
                <c:pt idx="1971">
                  <c:v>2.2812499999417923E-2</c:v>
                </c:pt>
                <c:pt idx="1972">
                  <c:v>2.2824074068921618E-2</c:v>
                </c:pt>
                <c:pt idx="1973">
                  <c:v>2.2835648145701271E-2</c:v>
                </c:pt>
                <c:pt idx="1974">
                  <c:v>2.2847222222480923E-2</c:v>
                </c:pt>
                <c:pt idx="1975">
                  <c:v>2.2858796291984618E-2</c:v>
                </c:pt>
                <c:pt idx="1976">
                  <c:v>2.287037036876427E-2</c:v>
                </c:pt>
                <c:pt idx="1977">
                  <c:v>2.2881944445543922E-2</c:v>
                </c:pt>
                <c:pt idx="1978">
                  <c:v>2.2893518515047617E-2</c:v>
                </c:pt>
                <c:pt idx="1979">
                  <c:v>2.290509259182727E-2</c:v>
                </c:pt>
                <c:pt idx="1980">
                  <c:v>2.2916666661330964E-2</c:v>
                </c:pt>
                <c:pt idx="1981">
                  <c:v>2.2928240738110617E-2</c:v>
                </c:pt>
                <c:pt idx="1982">
                  <c:v>2.2939814814890269E-2</c:v>
                </c:pt>
                <c:pt idx="1983">
                  <c:v>2.2951388884393964E-2</c:v>
                </c:pt>
                <c:pt idx="1984">
                  <c:v>2.2962962961173616E-2</c:v>
                </c:pt>
                <c:pt idx="1985">
                  <c:v>2.2974537037953269E-2</c:v>
                </c:pt>
                <c:pt idx="1986">
                  <c:v>2.2986111107456964E-2</c:v>
                </c:pt>
                <c:pt idx="1987">
                  <c:v>2.2997685184236616E-2</c:v>
                </c:pt>
                <c:pt idx="1988">
                  <c:v>2.3009259253740311E-2</c:v>
                </c:pt>
                <c:pt idx="1989">
                  <c:v>2.3020833330519963E-2</c:v>
                </c:pt>
                <c:pt idx="1990">
                  <c:v>2.3032407407299615E-2</c:v>
                </c:pt>
                <c:pt idx="1991">
                  <c:v>2.304398147680331E-2</c:v>
                </c:pt>
                <c:pt idx="1992">
                  <c:v>2.3055555553582963E-2</c:v>
                </c:pt>
                <c:pt idx="1993">
                  <c:v>2.3067129630362615E-2</c:v>
                </c:pt>
                <c:pt idx="1994">
                  <c:v>2.307870369986631E-2</c:v>
                </c:pt>
                <c:pt idx="1995">
                  <c:v>2.3090277776645962E-2</c:v>
                </c:pt>
                <c:pt idx="1996">
                  <c:v>2.3101851846149657E-2</c:v>
                </c:pt>
                <c:pt idx="1997">
                  <c:v>2.3113425922929309E-2</c:v>
                </c:pt>
                <c:pt idx="1998">
                  <c:v>2.3124999999708962E-2</c:v>
                </c:pt>
                <c:pt idx="1999">
                  <c:v>2.3136574069212656E-2</c:v>
                </c:pt>
                <c:pt idx="2000">
                  <c:v>2.3148148145992309E-2</c:v>
                </c:pt>
                <c:pt idx="2001">
                  <c:v>2.3159722222771961E-2</c:v>
                </c:pt>
                <c:pt idx="2002">
                  <c:v>2.3171296292275656E-2</c:v>
                </c:pt>
                <c:pt idx="2003">
                  <c:v>2.3182870369055308E-2</c:v>
                </c:pt>
                <c:pt idx="2004">
                  <c:v>2.3194444438559003E-2</c:v>
                </c:pt>
                <c:pt idx="2005">
                  <c:v>2.3206018515338656E-2</c:v>
                </c:pt>
                <c:pt idx="2006">
                  <c:v>2.3217592592118308E-2</c:v>
                </c:pt>
                <c:pt idx="2007">
                  <c:v>2.3229166661622003E-2</c:v>
                </c:pt>
                <c:pt idx="2008">
                  <c:v>2.3240740738401655E-2</c:v>
                </c:pt>
                <c:pt idx="2009">
                  <c:v>2.3252314815181307E-2</c:v>
                </c:pt>
                <c:pt idx="2010">
                  <c:v>2.3263888884685002E-2</c:v>
                </c:pt>
                <c:pt idx="2011">
                  <c:v>2.3275462961464655E-2</c:v>
                </c:pt>
                <c:pt idx="2012">
                  <c:v>2.3287037038244307E-2</c:v>
                </c:pt>
                <c:pt idx="2013">
                  <c:v>2.3298611107748002E-2</c:v>
                </c:pt>
                <c:pt idx="2014">
                  <c:v>2.3310185184527654E-2</c:v>
                </c:pt>
                <c:pt idx="2015">
                  <c:v>2.3321759254031349E-2</c:v>
                </c:pt>
                <c:pt idx="2016">
                  <c:v>2.3333333330811001E-2</c:v>
                </c:pt>
                <c:pt idx="2017">
                  <c:v>2.3344907407590654E-2</c:v>
                </c:pt>
                <c:pt idx="2018">
                  <c:v>2.3356481477094349E-2</c:v>
                </c:pt>
                <c:pt idx="2019">
                  <c:v>2.3368055553874001E-2</c:v>
                </c:pt>
                <c:pt idx="2020">
                  <c:v>2.3379629630653653E-2</c:v>
                </c:pt>
                <c:pt idx="2021">
                  <c:v>2.3391203700157348E-2</c:v>
                </c:pt>
                <c:pt idx="2022">
                  <c:v>2.3402777776937E-2</c:v>
                </c:pt>
                <c:pt idx="2023">
                  <c:v>2.3414351846440695E-2</c:v>
                </c:pt>
                <c:pt idx="2024">
                  <c:v>2.3425925923220348E-2</c:v>
                </c:pt>
                <c:pt idx="2025">
                  <c:v>2.34375E-2</c:v>
                </c:pt>
                <c:pt idx="2026">
                  <c:v>2.3449074069503695E-2</c:v>
                </c:pt>
                <c:pt idx="2027">
                  <c:v>2.3460648146283347E-2</c:v>
                </c:pt>
                <c:pt idx="2028">
                  <c:v>2.3472222223063E-2</c:v>
                </c:pt>
                <c:pt idx="2029">
                  <c:v>2.3483796292566694E-2</c:v>
                </c:pt>
                <c:pt idx="2030">
                  <c:v>2.3495370369346347E-2</c:v>
                </c:pt>
                <c:pt idx="2031">
                  <c:v>2.3506944438850041E-2</c:v>
                </c:pt>
                <c:pt idx="2032">
                  <c:v>2.3518518515629694E-2</c:v>
                </c:pt>
                <c:pt idx="2033">
                  <c:v>2.3530092592409346E-2</c:v>
                </c:pt>
                <c:pt idx="2034">
                  <c:v>2.3541666661913041E-2</c:v>
                </c:pt>
                <c:pt idx="2035">
                  <c:v>2.3553240738692693E-2</c:v>
                </c:pt>
                <c:pt idx="2036">
                  <c:v>2.3564814815472346E-2</c:v>
                </c:pt>
                <c:pt idx="2037">
                  <c:v>2.3576388884976041E-2</c:v>
                </c:pt>
                <c:pt idx="2038">
                  <c:v>2.3587962961755693E-2</c:v>
                </c:pt>
                <c:pt idx="2039">
                  <c:v>2.3599537031259388E-2</c:v>
                </c:pt>
                <c:pt idx="2040">
                  <c:v>2.361111110803904E-2</c:v>
                </c:pt>
                <c:pt idx="2041">
                  <c:v>2.3622685184818693E-2</c:v>
                </c:pt>
                <c:pt idx="2042">
                  <c:v>2.3634259254322387E-2</c:v>
                </c:pt>
                <c:pt idx="2043">
                  <c:v>2.364583333110204E-2</c:v>
                </c:pt>
                <c:pt idx="2044">
                  <c:v>2.3657407407881692E-2</c:v>
                </c:pt>
                <c:pt idx="2045">
                  <c:v>2.3668981477385387E-2</c:v>
                </c:pt>
                <c:pt idx="2046">
                  <c:v>2.3680555554165039E-2</c:v>
                </c:pt>
                <c:pt idx="2047">
                  <c:v>2.3692129630944692E-2</c:v>
                </c:pt>
                <c:pt idx="2048">
                  <c:v>2.3703703700448386E-2</c:v>
                </c:pt>
                <c:pt idx="2049">
                  <c:v>2.3715277777228039E-2</c:v>
                </c:pt>
                <c:pt idx="2050">
                  <c:v>2.3726851846731734E-2</c:v>
                </c:pt>
                <c:pt idx="2051">
                  <c:v>2.3738425923511386E-2</c:v>
                </c:pt>
                <c:pt idx="2052">
                  <c:v>2.3750000000291038E-2</c:v>
                </c:pt>
                <c:pt idx="2053">
                  <c:v>2.3761574069794733E-2</c:v>
                </c:pt>
                <c:pt idx="2054">
                  <c:v>2.3773148146574385E-2</c:v>
                </c:pt>
                <c:pt idx="2055">
                  <c:v>2.3784722223354038E-2</c:v>
                </c:pt>
                <c:pt idx="2056">
                  <c:v>2.3796296292857733E-2</c:v>
                </c:pt>
                <c:pt idx="2057">
                  <c:v>2.3807870369637385E-2</c:v>
                </c:pt>
                <c:pt idx="2058">
                  <c:v>2.381944443914108E-2</c:v>
                </c:pt>
                <c:pt idx="2059">
                  <c:v>2.3831018515920732E-2</c:v>
                </c:pt>
                <c:pt idx="2060">
                  <c:v>2.3842592592700385E-2</c:v>
                </c:pt>
                <c:pt idx="2061">
                  <c:v>2.3854166662204079E-2</c:v>
                </c:pt>
                <c:pt idx="2062">
                  <c:v>2.3865740738983732E-2</c:v>
                </c:pt>
                <c:pt idx="2063">
                  <c:v>2.3877314815763384E-2</c:v>
                </c:pt>
                <c:pt idx="2064">
                  <c:v>2.3888888885267079E-2</c:v>
                </c:pt>
                <c:pt idx="2065">
                  <c:v>2.3900462962046731E-2</c:v>
                </c:pt>
                <c:pt idx="2066">
                  <c:v>2.3912037031550426E-2</c:v>
                </c:pt>
                <c:pt idx="2067">
                  <c:v>2.3923611108330078E-2</c:v>
                </c:pt>
                <c:pt idx="2068">
                  <c:v>2.3935185185109731E-2</c:v>
                </c:pt>
                <c:pt idx="2069">
                  <c:v>2.3946759254613426E-2</c:v>
                </c:pt>
                <c:pt idx="2070">
                  <c:v>2.3958333331393078E-2</c:v>
                </c:pt>
                <c:pt idx="2071">
                  <c:v>2.396990740817273E-2</c:v>
                </c:pt>
                <c:pt idx="2072">
                  <c:v>2.3981481477676425E-2</c:v>
                </c:pt>
                <c:pt idx="2073">
                  <c:v>2.3993055554456078E-2</c:v>
                </c:pt>
                <c:pt idx="2074">
                  <c:v>2.4004629623959772E-2</c:v>
                </c:pt>
                <c:pt idx="2075">
                  <c:v>2.4016203700739425E-2</c:v>
                </c:pt>
                <c:pt idx="2076">
                  <c:v>2.4027777777519077E-2</c:v>
                </c:pt>
                <c:pt idx="2077">
                  <c:v>2.4039351847022772E-2</c:v>
                </c:pt>
                <c:pt idx="2078">
                  <c:v>2.4050925923802424E-2</c:v>
                </c:pt>
                <c:pt idx="2079">
                  <c:v>2.4062500000582077E-2</c:v>
                </c:pt>
                <c:pt idx="2080">
                  <c:v>2.4074074070085771E-2</c:v>
                </c:pt>
                <c:pt idx="2081">
                  <c:v>2.4085648146865424E-2</c:v>
                </c:pt>
                <c:pt idx="2082">
                  <c:v>2.4097222216369119E-2</c:v>
                </c:pt>
                <c:pt idx="2083">
                  <c:v>2.4108796293148771E-2</c:v>
                </c:pt>
                <c:pt idx="2084">
                  <c:v>2.4120370369928423E-2</c:v>
                </c:pt>
                <c:pt idx="2085">
                  <c:v>2.4131944439432118E-2</c:v>
                </c:pt>
                <c:pt idx="2086">
                  <c:v>2.414351851621177E-2</c:v>
                </c:pt>
                <c:pt idx="2087">
                  <c:v>2.4155092592991423E-2</c:v>
                </c:pt>
                <c:pt idx="2088">
                  <c:v>2.4166666662495118E-2</c:v>
                </c:pt>
                <c:pt idx="2089">
                  <c:v>2.417824073927477E-2</c:v>
                </c:pt>
                <c:pt idx="2090">
                  <c:v>2.4189814816054422E-2</c:v>
                </c:pt>
                <c:pt idx="2091">
                  <c:v>2.4201388885558117E-2</c:v>
                </c:pt>
                <c:pt idx="2092">
                  <c:v>2.421296296233777E-2</c:v>
                </c:pt>
                <c:pt idx="2093">
                  <c:v>2.4224537031841464E-2</c:v>
                </c:pt>
                <c:pt idx="2094">
                  <c:v>2.4236111108621117E-2</c:v>
                </c:pt>
                <c:pt idx="2095">
                  <c:v>2.4247685185400769E-2</c:v>
                </c:pt>
                <c:pt idx="2096">
                  <c:v>2.4259259254904464E-2</c:v>
                </c:pt>
                <c:pt idx="2097">
                  <c:v>2.4270833331684116E-2</c:v>
                </c:pt>
                <c:pt idx="2098">
                  <c:v>2.4282407408463769E-2</c:v>
                </c:pt>
                <c:pt idx="2099">
                  <c:v>2.4293981477967463E-2</c:v>
                </c:pt>
                <c:pt idx="2100">
                  <c:v>2.4305555554747116E-2</c:v>
                </c:pt>
                <c:pt idx="2101">
                  <c:v>2.4317129624250811E-2</c:v>
                </c:pt>
                <c:pt idx="2102">
                  <c:v>2.4328703701030463E-2</c:v>
                </c:pt>
                <c:pt idx="2103">
                  <c:v>2.4340277777810115E-2</c:v>
                </c:pt>
                <c:pt idx="2104">
                  <c:v>2.435185184731381E-2</c:v>
                </c:pt>
                <c:pt idx="2105">
                  <c:v>2.4363425924093463E-2</c:v>
                </c:pt>
                <c:pt idx="2106">
                  <c:v>2.4375000000873115E-2</c:v>
                </c:pt>
                <c:pt idx="2107">
                  <c:v>2.438657407037681E-2</c:v>
                </c:pt>
                <c:pt idx="2108">
                  <c:v>2.4398148147156462E-2</c:v>
                </c:pt>
                <c:pt idx="2109">
                  <c:v>2.4409722216660157E-2</c:v>
                </c:pt>
                <c:pt idx="2110">
                  <c:v>2.4421296293439809E-2</c:v>
                </c:pt>
                <c:pt idx="2111">
                  <c:v>2.4432870370219462E-2</c:v>
                </c:pt>
                <c:pt idx="2112">
                  <c:v>2.4444444439723156E-2</c:v>
                </c:pt>
                <c:pt idx="2113">
                  <c:v>2.4456018516502809E-2</c:v>
                </c:pt>
                <c:pt idx="2114">
                  <c:v>2.4467592593282461E-2</c:v>
                </c:pt>
                <c:pt idx="2115">
                  <c:v>2.4479166662786156E-2</c:v>
                </c:pt>
                <c:pt idx="2116">
                  <c:v>2.4490740739565808E-2</c:v>
                </c:pt>
                <c:pt idx="2117">
                  <c:v>2.4502314809069503E-2</c:v>
                </c:pt>
                <c:pt idx="2118">
                  <c:v>2.4513888885849155E-2</c:v>
                </c:pt>
                <c:pt idx="2119">
                  <c:v>2.4525462962628808E-2</c:v>
                </c:pt>
                <c:pt idx="2120">
                  <c:v>2.4537037032132503E-2</c:v>
                </c:pt>
                <c:pt idx="2121">
                  <c:v>2.4548611108912155E-2</c:v>
                </c:pt>
                <c:pt idx="2122">
                  <c:v>2.4560185185691807E-2</c:v>
                </c:pt>
                <c:pt idx="2123">
                  <c:v>2.4571759255195502E-2</c:v>
                </c:pt>
                <c:pt idx="2124">
                  <c:v>2.4583333331975155E-2</c:v>
                </c:pt>
                <c:pt idx="2125">
                  <c:v>2.4594907401478849E-2</c:v>
                </c:pt>
                <c:pt idx="2126">
                  <c:v>2.4606481478258502E-2</c:v>
                </c:pt>
                <c:pt idx="2127">
                  <c:v>2.4618055555038154E-2</c:v>
                </c:pt>
                <c:pt idx="2128">
                  <c:v>2.4629629624541849E-2</c:v>
                </c:pt>
                <c:pt idx="2129">
                  <c:v>2.4641203701321501E-2</c:v>
                </c:pt>
                <c:pt idx="2130">
                  <c:v>2.4652777778101154E-2</c:v>
                </c:pt>
                <c:pt idx="2131">
                  <c:v>2.4664351847604848E-2</c:v>
                </c:pt>
                <c:pt idx="2132">
                  <c:v>2.4675925924384501E-2</c:v>
                </c:pt>
                <c:pt idx="2133">
                  <c:v>2.4687500001164153E-2</c:v>
                </c:pt>
                <c:pt idx="2134">
                  <c:v>2.4699074070667848E-2</c:v>
                </c:pt>
                <c:pt idx="2135">
                  <c:v>2.47106481474475E-2</c:v>
                </c:pt>
                <c:pt idx="2136">
                  <c:v>2.4722222216951195E-2</c:v>
                </c:pt>
                <c:pt idx="2137">
                  <c:v>2.4733796293730848E-2</c:v>
                </c:pt>
                <c:pt idx="2138">
                  <c:v>2.47453703705105E-2</c:v>
                </c:pt>
                <c:pt idx="2139">
                  <c:v>2.4756944440014195E-2</c:v>
                </c:pt>
                <c:pt idx="2140">
                  <c:v>2.4768518516793847E-2</c:v>
                </c:pt>
                <c:pt idx="2141">
                  <c:v>2.4780092593573499E-2</c:v>
                </c:pt>
                <c:pt idx="2142">
                  <c:v>2.4791666663077194E-2</c:v>
                </c:pt>
                <c:pt idx="2143">
                  <c:v>2.4803240739856847E-2</c:v>
                </c:pt>
                <c:pt idx="2144">
                  <c:v>2.4814814809360541E-2</c:v>
                </c:pt>
                <c:pt idx="2145">
                  <c:v>2.4826388886140194E-2</c:v>
                </c:pt>
                <c:pt idx="2146">
                  <c:v>2.4837962962919846E-2</c:v>
                </c:pt>
                <c:pt idx="2147">
                  <c:v>2.4849537032423541E-2</c:v>
                </c:pt>
                <c:pt idx="2148">
                  <c:v>2.4861111109203193E-2</c:v>
                </c:pt>
                <c:pt idx="2149">
                  <c:v>2.4872685185982846E-2</c:v>
                </c:pt>
                <c:pt idx="2150">
                  <c:v>2.488425925548654E-2</c:v>
                </c:pt>
                <c:pt idx="2151">
                  <c:v>2.4895833332266193E-2</c:v>
                </c:pt>
                <c:pt idx="2152">
                  <c:v>2.4907407401769888E-2</c:v>
                </c:pt>
                <c:pt idx="2153">
                  <c:v>2.491898147854954E-2</c:v>
                </c:pt>
                <c:pt idx="2154">
                  <c:v>2.4930555555329192E-2</c:v>
                </c:pt>
                <c:pt idx="2155">
                  <c:v>2.4942129624832887E-2</c:v>
                </c:pt>
                <c:pt idx="2156">
                  <c:v>2.495370370161254E-2</c:v>
                </c:pt>
                <c:pt idx="2157">
                  <c:v>2.4965277778392192E-2</c:v>
                </c:pt>
                <c:pt idx="2158">
                  <c:v>2.4976851847895887E-2</c:v>
                </c:pt>
                <c:pt idx="2159">
                  <c:v>2.4988425924675539E-2</c:v>
                </c:pt>
                <c:pt idx="2160">
                  <c:v>2.4999999994179234E-2</c:v>
                </c:pt>
                <c:pt idx="2161">
                  <c:v>2.5011574070958886E-2</c:v>
                </c:pt>
                <c:pt idx="2162">
                  <c:v>2.5023148147738539E-2</c:v>
                </c:pt>
                <c:pt idx="2163">
                  <c:v>2.5034722217242233E-2</c:v>
                </c:pt>
                <c:pt idx="2164">
                  <c:v>2.5046296294021886E-2</c:v>
                </c:pt>
                <c:pt idx="2165">
                  <c:v>2.5057870370801538E-2</c:v>
                </c:pt>
                <c:pt idx="2166">
                  <c:v>2.5069444440305233E-2</c:v>
                </c:pt>
                <c:pt idx="2167">
                  <c:v>2.5081018517084885E-2</c:v>
                </c:pt>
                <c:pt idx="2168">
                  <c:v>2.5092592593864538E-2</c:v>
                </c:pt>
                <c:pt idx="2169">
                  <c:v>2.5104166663368233E-2</c:v>
                </c:pt>
                <c:pt idx="2170">
                  <c:v>2.5115740740147885E-2</c:v>
                </c:pt>
                <c:pt idx="2171">
                  <c:v>2.512731480965158E-2</c:v>
                </c:pt>
                <c:pt idx="2172">
                  <c:v>2.5138888886431232E-2</c:v>
                </c:pt>
                <c:pt idx="2173">
                  <c:v>2.5150462963210884E-2</c:v>
                </c:pt>
                <c:pt idx="2174">
                  <c:v>2.5162037032714579E-2</c:v>
                </c:pt>
                <c:pt idx="2175">
                  <c:v>2.5173611109494232E-2</c:v>
                </c:pt>
                <c:pt idx="2176">
                  <c:v>2.5185185186273884E-2</c:v>
                </c:pt>
                <c:pt idx="2177">
                  <c:v>2.5196759255777579E-2</c:v>
                </c:pt>
                <c:pt idx="2178">
                  <c:v>2.5208333332557231E-2</c:v>
                </c:pt>
                <c:pt idx="2179">
                  <c:v>2.5219907402060926E-2</c:v>
                </c:pt>
                <c:pt idx="2180">
                  <c:v>2.5231481478840578E-2</c:v>
                </c:pt>
                <c:pt idx="2181">
                  <c:v>2.5243055555620231E-2</c:v>
                </c:pt>
                <c:pt idx="2182">
                  <c:v>2.5254629625123926E-2</c:v>
                </c:pt>
                <c:pt idx="2183">
                  <c:v>2.5266203701903578E-2</c:v>
                </c:pt>
                <c:pt idx="2184">
                  <c:v>2.527777777868323E-2</c:v>
                </c:pt>
                <c:pt idx="2185">
                  <c:v>2.5289351848186925E-2</c:v>
                </c:pt>
                <c:pt idx="2186">
                  <c:v>2.5300925924966577E-2</c:v>
                </c:pt>
                <c:pt idx="2187">
                  <c:v>2.5312499994470272E-2</c:v>
                </c:pt>
                <c:pt idx="2188">
                  <c:v>2.5324074071249925E-2</c:v>
                </c:pt>
                <c:pt idx="2189">
                  <c:v>2.5335648148029577E-2</c:v>
                </c:pt>
                <c:pt idx="2190">
                  <c:v>2.5347222217533272E-2</c:v>
                </c:pt>
                <c:pt idx="2191">
                  <c:v>2.5358796294312924E-2</c:v>
                </c:pt>
                <c:pt idx="2192">
                  <c:v>2.5370370371092577E-2</c:v>
                </c:pt>
                <c:pt idx="2193">
                  <c:v>2.5381944440596271E-2</c:v>
                </c:pt>
                <c:pt idx="2194">
                  <c:v>2.5393518517375924E-2</c:v>
                </c:pt>
                <c:pt idx="2195">
                  <c:v>2.5405092586879618E-2</c:v>
                </c:pt>
                <c:pt idx="2196">
                  <c:v>2.5416666663659271E-2</c:v>
                </c:pt>
                <c:pt idx="2197">
                  <c:v>2.5428240740438923E-2</c:v>
                </c:pt>
                <c:pt idx="2198">
                  <c:v>2.5439814809942618E-2</c:v>
                </c:pt>
                <c:pt idx="2199">
                  <c:v>2.545138888672227E-2</c:v>
                </c:pt>
                <c:pt idx="2200">
                  <c:v>2.5462962963501923E-2</c:v>
                </c:pt>
                <c:pt idx="2201">
                  <c:v>2.5474537033005618E-2</c:v>
                </c:pt>
                <c:pt idx="2202">
                  <c:v>2.548611110978527E-2</c:v>
                </c:pt>
                <c:pt idx="2203">
                  <c:v>2.5497685179288965E-2</c:v>
                </c:pt>
                <c:pt idx="2204">
                  <c:v>2.5509259256068617E-2</c:v>
                </c:pt>
                <c:pt idx="2205">
                  <c:v>2.5520833332848269E-2</c:v>
                </c:pt>
                <c:pt idx="2206">
                  <c:v>2.5532407402351964E-2</c:v>
                </c:pt>
                <c:pt idx="2207">
                  <c:v>2.5543981479131617E-2</c:v>
                </c:pt>
                <c:pt idx="2208">
                  <c:v>2.5555555555911269E-2</c:v>
                </c:pt>
                <c:pt idx="2209">
                  <c:v>2.5567129625414964E-2</c:v>
                </c:pt>
                <c:pt idx="2210">
                  <c:v>2.5578703702194616E-2</c:v>
                </c:pt>
                <c:pt idx="2211">
                  <c:v>2.5590277778974269E-2</c:v>
                </c:pt>
                <c:pt idx="2212">
                  <c:v>2.5601851848477963E-2</c:v>
                </c:pt>
                <c:pt idx="2213">
                  <c:v>2.5613425925257616E-2</c:v>
                </c:pt>
                <c:pt idx="2214">
                  <c:v>2.5624999994761311E-2</c:v>
                </c:pt>
                <c:pt idx="2215">
                  <c:v>2.5636574071540963E-2</c:v>
                </c:pt>
                <c:pt idx="2216">
                  <c:v>2.5648148148320615E-2</c:v>
                </c:pt>
                <c:pt idx="2217">
                  <c:v>2.565972221782431E-2</c:v>
                </c:pt>
                <c:pt idx="2218">
                  <c:v>2.5671296294603962E-2</c:v>
                </c:pt>
                <c:pt idx="2219">
                  <c:v>2.5682870371383615E-2</c:v>
                </c:pt>
                <c:pt idx="2220">
                  <c:v>2.569444444088731E-2</c:v>
                </c:pt>
                <c:pt idx="2221">
                  <c:v>2.5706018517666962E-2</c:v>
                </c:pt>
                <c:pt idx="2222">
                  <c:v>2.5717592587170657E-2</c:v>
                </c:pt>
                <c:pt idx="2223">
                  <c:v>2.5729166663950309E-2</c:v>
                </c:pt>
                <c:pt idx="2224">
                  <c:v>2.5740740740729962E-2</c:v>
                </c:pt>
                <c:pt idx="2225">
                  <c:v>2.5752314810233656E-2</c:v>
                </c:pt>
                <c:pt idx="2226">
                  <c:v>2.5763888887013309E-2</c:v>
                </c:pt>
                <c:pt idx="2227">
                  <c:v>2.5775462963792961E-2</c:v>
                </c:pt>
                <c:pt idx="2228">
                  <c:v>2.5787037033296656E-2</c:v>
                </c:pt>
                <c:pt idx="2229">
                  <c:v>2.5798611110076308E-2</c:v>
                </c:pt>
                <c:pt idx="2230">
                  <c:v>2.5810185179580003E-2</c:v>
                </c:pt>
                <c:pt idx="2231">
                  <c:v>2.5821759256359655E-2</c:v>
                </c:pt>
                <c:pt idx="2232">
                  <c:v>2.5833333333139308E-2</c:v>
                </c:pt>
                <c:pt idx="2233">
                  <c:v>2.5844907402643003E-2</c:v>
                </c:pt>
                <c:pt idx="2234">
                  <c:v>2.5856481479422655E-2</c:v>
                </c:pt>
                <c:pt idx="2235">
                  <c:v>2.5868055556202307E-2</c:v>
                </c:pt>
                <c:pt idx="2236">
                  <c:v>2.5879629625706002E-2</c:v>
                </c:pt>
                <c:pt idx="2237">
                  <c:v>2.5891203702485655E-2</c:v>
                </c:pt>
                <c:pt idx="2238">
                  <c:v>2.5902777771989349E-2</c:v>
                </c:pt>
                <c:pt idx="2239">
                  <c:v>2.5914351848769002E-2</c:v>
                </c:pt>
                <c:pt idx="2240">
                  <c:v>2.5925925925548654E-2</c:v>
                </c:pt>
                <c:pt idx="2241">
                  <c:v>2.5937499995052349E-2</c:v>
                </c:pt>
                <c:pt idx="2242">
                  <c:v>2.5949074071832001E-2</c:v>
                </c:pt>
                <c:pt idx="2243">
                  <c:v>2.5960648148611654E-2</c:v>
                </c:pt>
                <c:pt idx="2244">
                  <c:v>2.5972222218115348E-2</c:v>
                </c:pt>
                <c:pt idx="2245">
                  <c:v>2.5983796294895001E-2</c:v>
                </c:pt>
                <c:pt idx="2246">
                  <c:v>2.5995370371674653E-2</c:v>
                </c:pt>
                <c:pt idx="2247">
                  <c:v>2.6006944441178348E-2</c:v>
                </c:pt>
                <c:pt idx="2248">
                  <c:v>2.6018518517958E-2</c:v>
                </c:pt>
                <c:pt idx="2249">
                  <c:v>2.6030092587461695E-2</c:v>
                </c:pt>
                <c:pt idx="2250">
                  <c:v>2.6041666664241347E-2</c:v>
                </c:pt>
                <c:pt idx="2251">
                  <c:v>2.6053240741021E-2</c:v>
                </c:pt>
                <c:pt idx="2252">
                  <c:v>2.6064814810524695E-2</c:v>
                </c:pt>
                <c:pt idx="2253">
                  <c:v>2.6076388887304347E-2</c:v>
                </c:pt>
                <c:pt idx="2254">
                  <c:v>2.6087962964083999E-2</c:v>
                </c:pt>
                <c:pt idx="2255">
                  <c:v>2.6099537033587694E-2</c:v>
                </c:pt>
                <c:pt idx="2256">
                  <c:v>2.6111111110367347E-2</c:v>
                </c:pt>
                <c:pt idx="2257">
                  <c:v>2.6122685179871041E-2</c:v>
                </c:pt>
                <c:pt idx="2258">
                  <c:v>2.6134259256650694E-2</c:v>
                </c:pt>
                <c:pt idx="2259">
                  <c:v>2.6145833333430346E-2</c:v>
                </c:pt>
                <c:pt idx="2260">
                  <c:v>2.6157407402934041E-2</c:v>
                </c:pt>
                <c:pt idx="2261">
                  <c:v>2.6168981479713693E-2</c:v>
                </c:pt>
                <c:pt idx="2262">
                  <c:v>2.6180555556493346E-2</c:v>
                </c:pt>
                <c:pt idx="2263">
                  <c:v>2.619212962599704E-2</c:v>
                </c:pt>
                <c:pt idx="2264">
                  <c:v>2.6203703702776693E-2</c:v>
                </c:pt>
                <c:pt idx="2265">
                  <c:v>2.6215277772280388E-2</c:v>
                </c:pt>
                <c:pt idx="2266">
                  <c:v>2.622685184906004E-2</c:v>
                </c:pt>
                <c:pt idx="2267">
                  <c:v>2.6238425925839692E-2</c:v>
                </c:pt>
                <c:pt idx="2268">
                  <c:v>2.6249999995343387E-2</c:v>
                </c:pt>
                <c:pt idx="2269">
                  <c:v>2.626157407212304E-2</c:v>
                </c:pt>
                <c:pt idx="2270">
                  <c:v>2.6273148148902692E-2</c:v>
                </c:pt>
                <c:pt idx="2271">
                  <c:v>2.6284722218406387E-2</c:v>
                </c:pt>
                <c:pt idx="2272">
                  <c:v>2.6296296295186039E-2</c:v>
                </c:pt>
                <c:pt idx="2273">
                  <c:v>2.6307870364689734E-2</c:v>
                </c:pt>
                <c:pt idx="2274">
                  <c:v>2.6319444441469386E-2</c:v>
                </c:pt>
                <c:pt idx="2275">
                  <c:v>2.6331018518249039E-2</c:v>
                </c:pt>
                <c:pt idx="2276">
                  <c:v>2.6342592587752733E-2</c:v>
                </c:pt>
                <c:pt idx="2277">
                  <c:v>2.6354166664532386E-2</c:v>
                </c:pt>
                <c:pt idx="2278">
                  <c:v>2.6365740741312038E-2</c:v>
                </c:pt>
                <c:pt idx="2279">
                  <c:v>2.6377314810815733E-2</c:v>
                </c:pt>
                <c:pt idx="2280">
                  <c:v>2.6388888887595385E-2</c:v>
                </c:pt>
                <c:pt idx="2281">
                  <c:v>2.640046295709908E-2</c:v>
                </c:pt>
                <c:pt idx="2282">
                  <c:v>2.6412037033878732E-2</c:v>
                </c:pt>
                <c:pt idx="2283">
                  <c:v>2.6423611110658385E-2</c:v>
                </c:pt>
                <c:pt idx="2284">
                  <c:v>2.643518518016208E-2</c:v>
                </c:pt>
                <c:pt idx="2285">
                  <c:v>2.6446759256941732E-2</c:v>
                </c:pt>
                <c:pt idx="2286">
                  <c:v>2.6458333333721384E-2</c:v>
                </c:pt>
                <c:pt idx="2287">
                  <c:v>2.6469907403225079E-2</c:v>
                </c:pt>
                <c:pt idx="2288">
                  <c:v>2.6481481480004732E-2</c:v>
                </c:pt>
                <c:pt idx="2289">
                  <c:v>2.6493055556784384E-2</c:v>
                </c:pt>
                <c:pt idx="2290">
                  <c:v>2.6504629626288079E-2</c:v>
                </c:pt>
                <c:pt idx="2291">
                  <c:v>2.6516203703067731E-2</c:v>
                </c:pt>
                <c:pt idx="2292">
                  <c:v>2.6527777772571426E-2</c:v>
                </c:pt>
                <c:pt idx="2293">
                  <c:v>2.6539351849351078E-2</c:v>
                </c:pt>
                <c:pt idx="2294">
                  <c:v>2.6550925926130731E-2</c:v>
                </c:pt>
                <c:pt idx="2295">
                  <c:v>2.6562499995634425E-2</c:v>
                </c:pt>
                <c:pt idx="2296">
                  <c:v>2.6574074072414078E-2</c:v>
                </c:pt>
                <c:pt idx="2297">
                  <c:v>2.658564814919373E-2</c:v>
                </c:pt>
                <c:pt idx="2298">
                  <c:v>2.6597222218697425E-2</c:v>
                </c:pt>
                <c:pt idx="2299">
                  <c:v>2.6608796295477077E-2</c:v>
                </c:pt>
                <c:pt idx="2300">
                  <c:v>2.6620370364980772E-2</c:v>
                </c:pt>
                <c:pt idx="2301">
                  <c:v>2.6631944441760425E-2</c:v>
                </c:pt>
                <c:pt idx="2302">
                  <c:v>2.6643518518540077E-2</c:v>
                </c:pt>
                <c:pt idx="2303">
                  <c:v>2.6655092588043772E-2</c:v>
                </c:pt>
                <c:pt idx="2304">
                  <c:v>2.6666666664823424E-2</c:v>
                </c:pt>
                <c:pt idx="2305">
                  <c:v>2.6678240741603076E-2</c:v>
                </c:pt>
                <c:pt idx="2306">
                  <c:v>2.6689814811106771E-2</c:v>
                </c:pt>
                <c:pt idx="2307">
                  <c:v>2.6701388887886424E-2</c:v>
                </c:pt>
                <c:pt idx="2308">
                  <c:v>2.6712962957390118E-2</c:v>
                </c:pt>
                <c:pt idx="2309">
                  <c:v>2.6724537034169771E-2</c:v>
                </c:pt>
                <c:pt idx="2310">
                  <c:v>2.6736111110949423E-2</c:v>
                </c:pt>
                <c:pt idx="2311">
                  <c:v>2.6747685180453118E-2</c:v>
                </c:pt>
                <c:pt idx="2312">
                  <c:v>2.675925925723277E-2</c:v>
                </c:pt>
                <c:pt idx="2313">
                  <c:v>2.6770833334012423E-2</c:v>
                </c:pt>
                <c:pt idx="2314">
                  <c:v>2.6782407403516117E-2</c:v>
                </c:pt>
                <c:pt idx="2315">
                  <c:v>2.679398148029577E-2</c:v>
                </c:pt>
                <c:pt idx="2316">
                  <c:v>2.6805555549799465E-2</c:v>
                </c:pt>
                <c:pt idx="2317">
                  <c:v>2.6817129626579117E-2</c:v>
                </c:pt>
                <c:pt idx="2318">
                  <c:v>2.6828703703358769E-2</c:v>
                </c:pt>
                <c:pt idx="2319">
                  <c:v>2.6840277772862464E-2</c:v>
                </c:pt>
                <c:pt idx="2320">
                  <c:v>2.6851851849642117E-2</c:v>
                </c:pt>
                <c:pt idx="2321">
                  <c:v>2.6863425926421769E-2</c:v>
                </c:pt>
                <c:pt idx="2322">
                  <c:v>2.6874999995925464E-2</c:v>
                </c:pt>
                <c:pt idx="2323">
                  <c:v>2.6886574072705116E-2</c:v>
                </c:pt>
                <c:pt idx="2324">
                  <c:v>2.6898148149484769E-2</c:v>
                </c:pt>
                <c:pt idx="2325">
                  <c:v>2.6909722218988463E-2</c:v>
                </c:pt>
                <c:pt idx="2326">
                  <c:v>2.6921296295768116E-2</c:v>
                </c:pt>
                <c:pt idx="2327">
                  <c:v>2.693287036527181E-2</c:v>
                </c:pt>
                <c:pt idx="2328">
                  <c:v>2.6944444442051463E-2</c:v>
                </c:pt>
                <c:pt idx="2329">
                  <c:v>2.6956018518831115E-2</c:v>
                </c:pt>
                <c:pt idx="2330">
                  <c:v>2.696759258833481E-2</c:v>
                </c:pt>
                <c:pt idx="2331">
                  <c:v>2.6979166665114462E-2</c:v>
                </c:pt>
                <c:pt idx="2332">
                  <c:v>2.6990740741894115E-2</c:v>
                </c:pt>
                <c:pt idx="2333">
                  <c:v>2.700231481139781E-2</c:v>
                </c:pt>
                <c:pt idx="2334">
                  <c:v>2.7013888888177462E-2</c:v>
                </c:pt>
                <c:pt idx="2335">
                  <c:v>2.7025462957681157E-2</c:v>
                </c:pt>
                <c:pt idx="2336">
                  <c:v>2.7037037034460809E-2</c:v>
                </c:pt>
                <c:pt idx="2337">
                  <c:v>2.7048611111240461E-2</c:v>
                </c:pt>
                <c:pt idx="2338">
                  <c:v>2.7060185180744156E-2</c:v>
                </c:pt>
                <c:pt idx="2339">
                  <c:v>2.7071759257523809E-2</c:v>
                </c:pt>
                <c:pt idx="2340">
                  <c:v>2.7083333334303461E-2</c:v>
                </c:pt>
                <c:pt idx="2341">
                  <c:v>2.7094907403807156E-2</c:v>
                </c:pt>
                <c:pt idx="2342">
                  <c:v>2.7106481480586808E-2</c:v>
                </c:pt>
                <c:pt idx="2343">
                  <c:v>2.7118055550090503E-2</c:v>
                </c:pt>
                <c:pt idx="2344">
                  <c:v>2.7129629626870155E-2</c:v>
                </c:pt>
                <c:pt idx="2345">
                  <c:v>2.7141203703649808E-2</c:v>
                </c:pt>
                <c:pt idx="2346">
                  <c:v>2.7152777773153502E-2</c:v>
                </c:pt>
                <c:pt idx="2347">
                  <c:v>2.7164351849933155E-2</c:v>
                </c:pt>
                <c:pt idx="2348">
                  <c:v>2.7175925926712807E-2</c:v>
                </c:pt>
                <c:pt idx="2349">
                  <c:v>2.7187499996216502E-2</c:v>
                </c:pt>
                <c:pt idx="2350">
                  <c:v>2.7199074072996154E-2</c:v>
                </c:pt>
                <c:pt idx="2351">
                  <c:v>2.7210648142499849E-2</c:v>
                </c:pt>
                <c:pt idx="2352">
                  <c:v>2.7222222219279502E-2</c:v>
                </c:pt>
                <c:pt idx="2353">
                  <c:v>2.7233796296059154E-2</c:v>
                </c:pt>
                <c:pt idx="2354">
                  <c:v>2.7245370365562849E-2</c:v>
                </c:pt>
                <c:pt idx="2355">
                  <c:v>2.7256944442342501E-2</c:v>
                </c:pt>
                <c:pt idx="2356">
                  <c:v>2.7268518519122154E-2</c:v>
                </c:pt>
                <c:pt idx="2357">
                  <c:v>2.7280092588625848E-2</c:v>
                </c:pt>
                <c:pt idx="2358">
                  <c:v>2.7291666665405501E-2</c:v>
                </c:pt>
                <c:pt idx="2359">
                  <c:v>2.7303240734909195E-2</c:v>
                </c:pt>
                <c:pt idx="2360">
                  <c:v>2.7314814811688848E-2</c:v>
                </c:pt>
                <c:pt idx="2361">
                  <c:v>2.73263888884685E-2</c:v>
                </c:pt>
                <c:pt idx="2362">
                  <c:v>2.7337962957972195E-2</c:v>
                </c:pt>
                <c:pt idx="2363">
                  <c:v>2.7349537034751847E-2</c:v>
                </c:pt>
                <c:pt idx="2364">
                  <c:v>2.73611111115315E-2</c:v>
                </c:pt>
                <c:pt idx="2365">
                  <c:v>2.7372685181035195E-2</c:v>
                </c:pt>
                <c:pt idx="2366">
                  <c:v>2.7384259257814847E-2</c:v>
                </c:pt>
                <c:pt idx="2367">
                  <c:v>2.7395833334594499E-2</c:v>
                </c:pt>
                <c:pt idx="2368">
                  <c:v>2.7407407404098194E-2</c:v>
                </c:pt>
                <c:pt idx="2369">
                  <c:v>2.7418981480877846E-2</c:v>
                </c:pt>
                <c:pt idx="2370">
                  <c:v>2.7430555550381541E-2</c:v>
                </c:pt>
                <c:pt idx="2371">
                  <c:v>2.7442129627161194E-2</c:v>
                </c:pt>
                <c:pt idx="2372">
                  <c:v>2.7453703703940846E-2</c:v>
                </c:pt>
                <c:pt idx="2373">
                  <c:v>2.7465277773444541E-2</c:v>
                </c:pt>
                <c:pt idx="2374">
                  <c:v>2.7476851850224193E-2</c:v>
                </c:pt>
                <c:pt idx="2375">
                  <c:v>2.7488425927003846E-2</c:v>
                </c:pt>
                <c:pt idx="2376">
                  <c:v>2.749999999650754E-2</c:v>
                </c:pt>
                <c:pt idx="2377">
                  <c:v>2.7511574073287193E-2</c:v>
                </c:pt>
                <c:pt idx="2378">
                  <c:v>2.7523148142790888E-2</c:v>
                </c:pt>
                <c:pt idx="2379">
                  <c:v>2.753472221957054E-2</c:v>
                </c:pt>
                <c:pt idx="2380">
                  <c:v>2.7546296296350192E-2</c:v>
                </c:pt>
                <c:pt idx="2381">
                  <c:v>2.7557870365853887E-2</c:v>
                </c:pt>
                <c:pt idx="2382">
                  <c:v>2.7569444442633539E-2</c:v>
                </c:pt>
                <c:pt idx="2383">
                  <c:v>2.7581018519413192E-2</c:v>
                </c:pt>
                <c:pt idx="2384">
                  <c:v>2.7592592588916887E-2</c:v>
                </c:pt>
                <c:pt idx="2385">
                  <c:v>2.7604166665696539E-2</c:v>
                </c:pt>
                <c:pt idx="2386">
                  <c:v>2.7615740735200234E-2</c:v>
                </c:pt>
                <c:pt idx="2387">
                  <c:v>2.7627314811979886E-2</c:v>
                </c:pt>
                <c:pt idx="2388">
                  <c:v>2.7638888888759539E-2</c:v>
                </c:pt>
                <c:pt idx="2389">
                  <c:v>2.7650462958263233E-2</c:v>
                </c:pt>
                <c:pt idx="2390">
                  <c:v>2.7662037035042886E-2</c:v>
                </c:pt>
                <c:pt idx="2391">
                  <c:v>2.7673611111822538E-2</c:v>
                </c:pt>
                <c:pt idx="2392">
                  <c:v>2.7685185181326233E-2</c:v>
                </c:pt>
                <c:pt idx="2393">
                  <c:v>2.7696759258105885E-2</c:v>
                </c:pt>
                <c:pt idx="2394">
                  <c:v>2.770833332760958E-2</c:v>
                </c:pt>
                <c:pt idx="2395">
                  <c:v>2.7719907404389232E-2</c:v>
                </c:pt>
                <c:pt idx="2396">
                  <c:v>2.7731481481168885E-2</c:v>
                </c:pt>
                <c:pt idx="2397">
                  <c:v>2.774305555067258E-2</c:v>
                </c:pt>
                <c:pt idx="2398">
                  <c:v>2.7754629627452232E-2</c:v>
                </c:pt>
                <c:pt idx="2399">
                  <c:v>2.7766203704231884E-2</c:v>
                </c:pt>
                <c:pt idx="2400">
                  <c:v>2.7777777773735579E-2</c:v>
                </c:pt>
                <c:pt idx="2401">
                  <c:v>2.7789351850515231E-2</c:v>
                </c:pt>
                <c:pt idx="2402">
                  <c:v>2.7800925920018926E-2</c:v>
                </c:pt>
                <c:pt idx="2403">
                  <c:v>2.7812499996798579E-2</c:v>
                </c:pt>
                <c:pt idx="2404">
                  <c:v>2.7824074073578231E-2</c:v>
                </c:pt>
                <c:pt idx="2405">
                  <c:v>2.7835648143081926E-2</c:v>
                </c:pt>
                <c:pt idx="2406">
                  <c:v>2.7847222219861578E-2</c:v>
                </c:pt>
                <c:pt idx="2407">
                  <c:v>2.7858796296641231E-2</c:v>
                </c:pt>
                <c:pt idx="2408">
                  <c:v>2.7870370366144925E-2</c:v>
                </c:pt>
                <c:pt idx="2409">
                  <c:v>2.7881944442924578E-2</c:v>
                </c:pt>
                <c:pt idx="2410">
                  <c:v>2.789351851970423E-2</c:v>
                </c:pt>
                <c:pt idx="2411">
                  <c:v>2.7905092589207925E-2</c:v>
                </c:pt>
                <c:pt idx="2412">
                  <c:v>2.7916666665987577E-2</c:v>
                </c:pt>
                <c:pt idx="2413">
                  <c:v>2.7928240735491272E-2</c:v>
                </c:pt>
                <c:pt idx="2414">
                  <c:v>2.7939814812270924E-2</c:v>
                </c:pt>
                <c:pt idx="2415">
                  <c:v>2.7951388889050577E-2</c:v>
                </c:pt>
                <c:pt idx="2416">
                  <c:v>2.7962962958554272E-2</c:v>
                </c:pt>
                <c:pt idx="2417">
                  <c:v>2.7974537035333924E-2</c:v>
                </c:pt>
                <c:pt idx="2418">
                  <c:v>2.7986111112113576E-2</c:v>
                </c:pt>
                <c:pt idx="2419">
                  <c:v>2.7997685181617271E-2</c:v>
                </c:pt>
                <c:pt idx="2420">
                  <c:v>2.8009259258396924E-2</c:v>
                </c:pt>
                <c:pt idx="2421">
                  <c:v>2.8020833327900618E-2</c:v>
                </c:pt>
                <c:pt idx="2422">
                  <c:v>2.8032407404680271E-2</c:v>
                </c:pt>
                <c:pt idx="2423">
                  <c:v>2.8043981481459923E-2</c:v>
                </c:pt>
                <c:pt idx="2424">
                  <c:v>2.8055555550963618E-2</c:v>
                </c:pt>
                <c:pt idx="2425">
                  <c:v>2.806712962774327E-2</c:v>
                </c:pt>
                <c:pt idx="2426">
                  <c:v>2.8078703704522923E-2</c:v>
                </c:pt>
                <c:pt idx="2427">
                  <c:v>2.8090277774026617E-2</c:v>
                </c:pt>
                <c:pt idx="2428">
                  <c:v>2.810185185080627E-2</c:v>
                </c:pt>
                <c:pt idx="2429">
                  <c:v>2.8113425920309965E-2</c:v>
                </c:pt>
                <c:pt idx="2430">
                  <c:v>2.8124999997089617E-2</c:v>
                </c:pt>
                <c:pt idx="2431">
                  <c:v>2.8136574073869269E-2</c:v>
                </c:pt>
                <c:pt idx="2432">
                  <c:v>2.8148148143372964E-2</c:v>
                </c:pt>
                <c:pt idx="2433">
                  <c:v>2.8159722220152617E-2</c:v>
                </c:pt>
                <c:pt idx="2434">
                  <c:v>2.8171296296932269E-2</c:v>
                </c:pt>
                <c:pt idx="2435">
                  <c:v>2.8182870366435964E-2</c:v>
                </c:pt>
                <c:pt idx="2436">
                  <c:v>2.8194444443215616E-2</c:v>
                </c:pt>
                <c:pt idx="2437">
                  <c:v>2.8206018512719311E-2</c:v>
                </c:pt>
                <c:pt idx="2438">
                  <c:v>2.8217592589498963E-2</c:v>
                </c:pt>
                <c:pt idx="2439">
                  <c:v>2.8229166666278616E-2</c:v>
                </c:pt>
                <c:pt idx="2440">
                  <c:v>2.824074073578231E-2</c:v>
                </c:pt>
                <c:pt idx="2441">
                  <c:v>2.8252314812561963E-2</c:v>
                </c:pt>
                <c:pt idx="2442">
                  <c:v>2.8263888889341615E-2</c:v>
                </c:pt>
                <c:pt idx="2443">
                  <c:v>2.827546295884531E-2</c:v>
                </c:pt>
                <c:pt idx="2444">
                  <c:v>2.8287037035624962E-2</c:v>
                </c:pt>
                <c:pt idx="2445">
                  <c:v>2.8298611112404615E-2</c:v>
                </c:pt>
                <c:pt idx="2446">
                  <c:v>2.8310185181908309E-2</c:v>
                </c:pt>
                <c:pt idx="2447">
                  <c:v>2.8321759258687962E-2</c:v>
                </c:pt>
                <c:pt idx="2448">
                  <c:v>2.8333333328191657E-2</c:v>
                </c:pt>
                <c:pt idx="2449">
                  <c:v>2.8344907404971309E-2</c:v>
                </c:pt>
                <c:pt idx="2450">
                  <c:v>2.8356481481750961E-2</c:v>
                </c:pt>
                <c:pt idx="2451">
                  <c:v>2.8368055551254656E-2</c:v>
                </c:pt>
                <c:pt idx="2452">
                  <c:v>2.8379629628034309E-2</c:v>
                </c:pt>
                <c:pt idx="2453">
                  <c:v>2.8391203704813961E-2</c:v>
                </c:pt>
                <c:pt idx="2454">
                  <c:v>2.8402777774317656E-2</c:v>
                </c:pt>
                <c:pt idx="2455">
                  <c:v>2.8414351851097308E-2</c:v>
                </c:pt>
                <c:pt idx="2456">
                  <c:v>2.8425925920601003E-2</c:v>
                </c:pt>
                <c:pt idx="2457">
                  <c:v>2.8437499997380655E-2</c:v>
                </c:pt>
                <c:pt idx="2458">
                  <c:v>2.8449074074160308E-2</c:v>
                </c:pt>
                <c:pt idx="2459">
                  <c:v>2.8460648143664002E-2</c:v>
                </c:pt>
                <c:pt idx="2460">
                  <c:v>2.8472222220443655E-2</c:v>
                </c:pt>
                <c:pt idx="2461">
                  <c:v>2.8483796297223307E-2</c:v>
                </c:pt>
                <c:pt idx="2462">
                  <c:v>2.8495370366727002E-2</c:v>
                </c:pt>
                <c:pt idx="2463">
                  <c:v>2.8506944443506654E-2</c:v>
                </c:pt>
                <c:pt idx="2464">
                  <c:v>2.8518518513010349E-2</c:v>
                </c:pt>
                <c:pt idx="2465">
                  <c:v>2.8530092589790002E-2</c:v>
                </c:pt>
                <c:pt idx="2466">
                  <c:v>2.8541666666569654E-2</c:v>
                </c:pt>
                <c:pt idx="2467">
                  <c:v>2.8553240736073349E-2</c:v>
                </c:pt>
                <c:pt idx="2468">
                  <c:v>2.8564814812853001E-2</c:v>
                </c:pt>
                <c:pt idx="2469">
                  <c:v>2.8576388889632653E-2</c:v>
                </c:pt>
                <c:pt idx="2470">
                  <c:v>2.8587962959136348E-2</c:v>
                </c:pt>
                <c:pt idx="2471">
                  <c:v>2.8599537035916001E-2</c:v>
                </c:pt>
                <c:pt idx="2472">
                  <c:v>2.8611111105419695E-2</c:v>
                </c:pt>
                <c:pt idx="2473">
                  <c:v>2.8622685182199348E-2</c:v>
                </c:pt>
                <c:pt idx="2474">
                  <c:v>2.8634259258979E-2</c:v>
                </c:pt>
                <c:pt idx="2475">
                  <c:v>2.8645833328482695E-2</c:v>
                </c:pt>
                <c:pt idx="2476">
                  <c:v>2.8657407405262347E-2</c:v>
                </c:pt>
                <c:pt idx="2477">
                  <c:v>2.8668981482042E-2</c:v>
                </c:pt>
                <c:pt idx="2478">
                  <c:v>2.8680555551545694E-2</c:v>
                </c:pt>
                <c:pt idx="2479">
                  <c:v>2.8692129628325347E-2</c:v>
                </c:pt>
                <c:pt idx="2480">
                  <c:v>2.8703703697829042E-2</c:v>
                </c:pt>
                <c:pt idx="2481">
                  <c:v>2.8715277774608694E-2</c:v>
                </c:pt>
                <c:pt idx="2482">
                  <c:v>2.8726851851388346E-2</c:v>
                </c:pt>
                <c:pt idx="2483">
                  <c:v>2.8738425920892041E-2</c:v>
                </c:pt>
                <c:pt idx="2484">
                  <c:v>2.8749999997671694E-2</c:v>
                </c:pt>
                <c:pt idx="2485">
                  <c:v>2.8761574074451346E-2</c:v>
                </c:pt>
                <c:pt idx="2486">
                  <c:v>2.8773148143955041E-2</c:v>
                </c:pt>
                <c:pt idx="2487">
                  <c:v>2.8784722220734693E-2</c:v>
                </c:pt>
                <c:pt idx="2488">
                  <c:v>2.8796296297514345E-2</c:v>
                </c:pt>
                <c:pt idx="2489">
                  <c:v>2.880787036701804E-2</c:v>
                </c:pt>
                <c:pt idx="2490">
                  <c:v>2.8819444443797693E-2</c:v>
                </c:pt>
                <c:pt idx="2491">
                  <c:v>2.8831018513301387E-2</c:v>
                </c:pt>
                <c:pt idx="2492">
                  <c:v>2.884259259008104E-2</c:v>
                </c:pt>
                <c:pt idx="2493">
                  <c:v>2.8854166666860692E-2</c:v>
                </c:pt>
                <c:pt idx="2494">
                  <c:v>2.8865740736364387E-2</c:v>
                </c:pt>
                <c:pt idx="2495">
                  <c:v>2.8877314813144039E-2</c:v>
                </c:pt>
                <c:pt idx="2496">
                  <c:v>2.8888888889923692E-2</c:v>
                </c:pt>
                <c:pt idx="2497">
                  <c:v>2.8900462959427387E-2</c:v>
                </c:pt>
                <c:pt idx="2498">
                  <c:v>2.8912037036207039E-2</c:v>
                </c:pt>
                <c:pt idx="2499">
                  <c:v>2.8923611105710734E-2</c:v>
                </c:pt>
                <c:pt idx="2500">
                  <c:v>2.8935185182490386E-2</c:v>
                </c:pt>
                <c:pt idx="2501">
                  <c:v>2.8946759259270038E-2</c:v>
                </c:pt>
                <c:pt idx="2502">
                  <c:v>2.8958333328773733E-2</c:v>
                </c:pt>
                <c:pt idx="2503">
                  <c:v>2.8969907405553386E-2</c:v>
                </c:pt>
                <c:pt idx="2504">
                  <c:v>2.8981481482333038E-2</c:v>
                </c:pt>
                <c:pt idx="2505">
                  <c:v>2.8993055551836733E-2</c:v>
                </c:pt>
                <c:pt idx="2506">
                  <c:v>2.9004629628616385E-2</c:v>
                </c:pt>
                <c:pt idx="2507">
                  <c:v>2.901620369812008E-2</c:v>
                </c:pt>
                <c:pt idx="2508">
                  <c:v>2.9027777774899732E-2</c:v>
                </c:pt>
                <c:pt idx="2509">
                  <c:v>2.9039351851679385E-2</c:v>
                </c:pt>
                <c:pt idx="2510">
                  <c:v>2.9050925921183079E-2</c:v>
                </c:pt>
                <c:pt idx="2511">
                  <c:v>2.9062499997962732E-2</c:v>
                </c:pt>
                <c:pt idx="2512">
                  <c:v>2.9074074074742384E-2</c:v>
                </c:pt>
                <c:pt idx="2513">
                  <c:v>2.9085648144246079E-2</c:v>
                </c:pt>
                <c:pt idx="2514">
                  <c:v>2.9097222221025731E-2</c:v>
                </c:pt>
                <c:pt idx="2515">
                  <c:v>2.9108796290529426E-2</c:v>
                </c:pt>
                <c:pt idx="2516">
                  <c:v>2.9120370367309079E-2</c:v>
                </c:pt>
                <c:pt idx="2517">
                  <c:v>2.9131944444088731E-2</c:v>
                </c:pt>
                <c:pt idx="2518">
                  <c:v>2.9143518513592426E-2</c:v>
                </c:pt>
                <c:pt idx="2519">
                  <c:v>2.9155092590372078E-2</c:v>
                </c:pt>
                <c:pt idx="2520">
                  <c:v>2.9166666667151731E-2</c:v>
                </c:pt>
                <c:pt idx="2521">
                  <c:v>2.9178240736655425E-2</c:v>
                </c:pt>
                <c:pt idx="2522">
                  <c:v>2.9189814813435078E-2</c:v>
                </c:pt>
                <c:pt idx="2523">
                  <c:v>2.920138889021473E-2</c:v>
                </c:pt>
                <c:pt idx="2524">
                  <c:v>2.9212962959718425E-2</c:v>
                </c:pt>
                <c:pt idx="2525">
                  <c:v>2.9224537036498077E-2</c:v>
                </c:pt>
                <c:pt idx="2526">
                  <c:v>2.9236111106001772E-2</c:v>
                </c:pt>
                <c:pt idx="2527">
                  <c:v>2.9247685182781424E-2</c:v>
                </c:pt>
                <c:pt idx="2528">
                  <c:v>2.9259259259561077E-2</c:v>
                </c:pt>
                <c:pt idx="2529">
                  <c:v>2.9270833329064772E-2</c:v>
                </c:pt>
                <c:pt idx="2530">
                  <c:v>2.9282407405844424E-2</c:v>
                </c:pt>
                <c:pt idx="2531">
                  <c:v>2.9293981482624076E-2</c:v>
                </c:pt>
                <c:pt idx="2532">
                  <c:v>2.9305555552127771E-2</c:v>
                </c:pt>
                <c:pt idx="2533">
                  <c:v>2.9317129628907423E-2</c:v>
                </c:pt>
                <c:pt idx="2534">
                  <c:v>2.9328703698411118E-2</c:v>
                </c:pt>
                <c:pt idx="2535">
                  <c:v>2.9340277775190771E-2</c:v>
                </c:pt>
                <c:pt idx="2536">
                  <c:v>2.9351851851970423E-2</c:v>
                </c:pt>
                <c:pt idx="2537">
                  <c:v>2.9363425921474118E-2</c:v>
                </c:pt>
                <c:pt idx="2538">
                  <c:v>2.937499999825377E-2</c:v>
                </c:pt>
                <c:pt idx="2539">
                  <c:v>2.9386574075033423E-2</c:v>
                </c:pt>
                <c:pt idx="2540">
                  <c:v>2.9398148144537117E-2</c:v>
                </c:pt>
                <c:pt idx="2541">
                  <c:v>2.940972222131677E-2</c:v>
                </c:pt>
                <c:pt idx="2542">
                  <c:v>2.9421296290820464E-2</c:v>
                </c:pt>
                <c:pt idx="2543">
                  <c:v>2.9432870367600117E-2</c:v>
                </c:pt>
                <c:pt idx="2544">
                  <c:v>2.9444444444379769E-2</c:v>
                </c:pt>
                <c:pt idx="2545">
                  <c:v>2.9456018513883464E-2</c:v>
                </c:pt>
                <c:pt idx="2546">
                  <c:v>2.9467592590663116E-2</c:v>
                </c:pt>
                <c:pt idx="2547">
                  <c:v>2.9479166667442769E-2</c:v>
                </c:pt>
                <c:pt idx="2548">
                  <c:v>2.9490740736946464E-2</c:v>
                </c:pt>
                <c:pt idx="2549">
                  <c:v>2.9502314813726116E-2</c:v>
                </c:pt>
                <c:pt idx="2550">
                  <c:v>2.9513888883229811E-2</c:v>
                </c:pt>
                <c:pt idx="2551">
                  <c:v>2.9525462960009463E-2</c:v>
                </c:pt>
                <c:pt idx="2552">
                  <c:v>2.9537037036789116E-2</c:v>
                </c:pt>
                <c:pt idx="2553">
                  <c:v>2.954861110629281E-2</c:v>
                </c:pt>
                <c:pt idx="2554">
                  <c:v>2.9560185183072463E-2</c:v>
                </c:pt>
                <c:pt idx="2555">
                  <c:v>2.9571759259852115E-2</c:v>
                </c:pt>
                <c:pt idx="2556">
                  <c:v>2.958333332935581E-2</c:v>
                </c:pt>
                <c:pt idx="2557">
                  <c:v>2.9594907406135462E-2</c:v>
                </c:pt>
                <c:pt idx="2558">
                  <c:v>2.9606481475639157E-2</c:v>
                </c:pt>
                <c:pt idx="2559">
                  <c:v>2.9618055552418809E-2</c:v>
                </c:pt>
                <c:pt idx="2560">
                  <c:v>2.9629629629198462E-2</c:v>
                </c:pt>
                <c:pt idx="2561">
                  <c:v>2.9641203698702157E-2</c:v>
                </c:pt>
                <c:pt idx="2562">
                  <c:v>2.9652777775481809E-2</c:v>
                </c:pt>
                <c:pt idx="2563">
                  <c:v>2.9664351852261461E-2</c:v>
                </c:pt>
                <c:pt idx="2564">
                  <c:v>2.9675925921765156E-2</c:v>
                </c:pt>
                <c:pt idx="2565">
                  <c:v>2.9687499998544808E-2</c:v>
                </c:pt>
                <c:pt idx="2566">
                  <c:v>2.9699074075324461E-2</c:v>
                </c:pt>
                <c:pt idx="2567">
                  <c:v>2.9710648144828156E-2</c:v>
                </c:pt>
                <c:pt idx="2568">
                  <c:v>2.9722222221607808E-2</c:v>
                </c:pt>
                <c:pt idx="2569">
                  <c:v>2.9733796291111503E-2</c:v>
                </c:pt>
                <c:pt idx="2570">
                  <c:v>2.9745370367891155E-2</c:v>
                </c:pt>
                <c:pt idx="2571">
                  <c:v>2.9756944444670808E-2</c:v>
                </c:pt>
                <c:pt idx="2572">
                  <c:v>2.9768518514174502E-2</c:v>
                </c:pt>
                <c:pt idx="2573">
                  <c:v>2.9780092590954155E-2</c:v>
                </c:pt>
                <c:pt idx="2574">
                  <c:v>2.9791666667733807E-2</c:v>
                </c:pt>
                <c:pt idx="2575">
                  <c:v>2.9803240737237502E-2</c:v>
                </c:pt>
                <c:pt idx="2576">
                  <c:v>2.9814814814017154E-2</c:v>
                </c:pt>
                <c:pt idx="2577">
                  <c:v>2.9826388883520849E-2</c:v>
                </c:pt>
                <c:pt idx="2578">
                  <c:v>2.9837962960300501E-2</c:v>
                </c:pt>
                <c:pt idx="2579">
                  <c:v>2.9849537037080154E-2</c:v>
                </c:pt>
                <c:pt idx="2580">
                  <c:v>2.9861111106583849E-2</c:v>
                </c:pt>
                <c:pt idx="2581">
                  <c:v>2.9872685183363501E-2</c:v>
                </c:pt>
                <c:pt idx="2582">
                  <c:v>2.9884259260143153E-2</c:v>
                </c:pt>
                <c:pt idx="2583">
                  <c:v>2.9895833329646848E-2</c:v>
                </c:pt>
                <c:pt idx="2584">
                  <c:v>2.9907407406426501E-2</c:v>
                </c:pt>
                <c:pt idx="2585">
                  <c:v>2.9918981475930195E-2</c:v>
                </c:pt>
                <c:pt idx="2586">
                  <c:v>2.9930555552709848E-2</c:v>
                </c:pt>
                <c:pt idx="2587">
                  <c:v>2.99421296294895E-2</c:v>
                </c:pt>
                <c:pt idx="2588">
                  <c:v>2.9953703698993195E-2</c:v>
                </c:pt>
                <c:pt idx="2589">
                  <c:v>2.9965277775772847E-2</c:v>
                </c:pt>
                <c:pt idx="2590">
                  <c:v>2.99768518525525E-2</c:v>
                </c:pt>
                <c:pt idx="2591">
                  <c:v>2.9988425922056194E-2</c:v>
                </c:pt>
                <c:pt idx="2592">
                  <c:v>2.9999999998835847E-2</c:v>
                </c:pt>
                <c:pt idx="2593">
                  <c:v>3.0011574068339542E-2</c:v>
                </c:pt>
                <c:pt idx="2594">
                  <c:v>3.0023148145119194E-2</c:v>
                </c:pt>
                <c:pt idx="2595">
                  <c:v>3.0034722221898846E-2</c:v>
                </c:pt>
                <c:pt idx="2596">
                  <c:v>3.0046296291402541E-2</c:v>
                </c:pt>
                <c:pt idx="2597">
                  <c:v>3.0057870368182193E-2</c:v>
                </c:pt>
                <c:pt idx="2598">
                  <c:v>3.0069444444961846E-2</c:v>
                </c:pt>
                <c:pt idx="2599">
                  <c:v>3.0081018514465541E-2</c:v>
                </c:pt>
                <c:pt idx="2600">
                  <c:v>3.0092592591245193E-2</c:v>
                </c:pt>
                <c:pt idx="2601">
                  <c:v>3.0104166660748888E-2</c:v>
                </c:pt>
                <c:pt idx="2602">
                  <c:v>3.011574073752854E-2</c:v>
                </c:pt>
                <c:pt idx="2603">
                  <c:v>3.0127314814308193E-2</c:v>
                </c:pt>
                <c:pt idx="2604">
                  <c:v>3.0138888883811887E-2</c:v>
                </c:pt>
                <c:pt idx="2605">
                  <c:v>3.015046296059154E-2</c:v>
                </c:pt>
                <c:pt idx="2606">
                  <c:v>3.0162037037371192E-2</c:v>
                </c:pt>
                <c:pt idx="2607">
                  <c:v>3.0173611106874887E-2</c:v>
                </c:pt>
                <c:pt idx="2608">
                  <c:v>3.0185185183654539E-2</c:v>
                </c:pt>
                <c:pt idx="2609">
                  <c:v>3.0196759260434192E-2</c:v>
                </c:pt>
                <c:pt idx="2610">
                  <c:v>3.0208333329937886E-2</c:v>
                </c:pt>
                <c:pt idx="2611">
                  <c:v>3.0219907406717539E-2</c:v>
                </c:pt>
                <c:pt idx="2612">
                  <c:v>3.0231481476221234E-2</c:v>
                </c:pt>
                <c:pt idx="2613">
                  <c:v>3.0243055553000886E-2</c:v>
                </c:pt>
                <c:pt idx="2614">
                  <c:v>3.0254629629780538E-2</c:v>
                </c:pt>
                <c:pt idx="2615">
                  <c:v>3.0266203699284233E-2</c:v>
                </c:pt>
                <c:pt idx="2616">
                  <c:v>3.0277777776063886E-2</c:v>
                </c:pt>
                <c:pt idx="2617">
                  <c:v>3.0289351852843538E-2</c:v>
                </c:pt>
                <c:pt idx="2618">
                  <c:v>3.0300925922347233E-2</c:v>
                </c:pt>
                <c:pt idx="2619">
                  <c:v>3.0312499999126885E-2</c:v>
                </c:pt>
                <c:pt idx="2620">
                  <c:v>3.032407406863058E-2</c:v>
                </c:pt>
                <c:pt idx="2621">
                  <c:v>3.0335648145410232E-2</c:v>
                </c:pt>
                <c:pt idx="2622">
                  <c:v>3.0347222222189885E-2</c:v>
                </c:pt>
                <c:pt idx="2623">
                  <c:v>3.0358796291693579E-2</c:v>
                </c:pt>
                <c:pt idx="2624">
                  <c:v>3.0370370368473232E-2</c:v>
                </c:pt>
                <c:pt idx="2625">
                  <c:v>3.0381944445252884E-2</c:v>
                </c:pt>
                <c:pt idx="2626">
                  <c:v>3.0393518514756579E-2</c:v>
                </c:pt>
                <c:pt idx="2627">
                  <c:v>3.0405092591536231E-2</c:v>
                </c:pt>
                <c:pt idx="2628">
                  <c:v>3.0416666661039926E-2</c:v>
                </c:pt>
                <c:pt idx="2629">
                  <c:v>3.0428240737819578E-2</c:v>
                </c:pt>
                <c:pt idx="2630">
                  <c:v>3.0439814814599231E-2</c:v>
                </c:pt>
                <c:pt idx="2631">
                  <c:v>3.0451388884102926E-2</c:v>
                </c:pt>
                <c:pt idx="2632">
                  <c:v>3.0462962960882578E-2</c:v>
                </c:pt>
                <c:pt idx="2633">
                  <c:v>3.047453703766223E-2</c:v>
                </c:pt>
                <c:pt idx="2634">
                  <c:v>3.0486111107165925E-2</c:v>
                </c:pt>
                <c:pt idx="2635">
                  <c:v>3.0497685183945578E-2</c:v>
                </c:pt>
                <c:pt idx="2636">
                  <c:v>3.0509259253449272E-2</c:v>
                </c:pt>
                <c:pt idx="2637">
                  <c:v>3.0520833330228925E-2</c:v>
                </c:pt>
                <c:pt idx="2638">
                  <c:v>3.0532407407008577E-2</c:v>
                </c:pt>
                <c:pt idx="2639">
                  <c:v>3.0543981476512272E-2</c:v>
                </c:pt>
                <c:pt idx="2640">
                  <c:v>3.0555555553291924E-2</c:v>
                </c:pt>
                <c:pt idx="2641">
                  <c:v>3.0567129630071577E-2</c:v>
                </c:pt>
                <c:pt idx="2642">
                  <c:v>3.0578703699575271E-2</c:v>
                </c:pt>
                <c:pt idx="2643">
                  <c:v>3.0590277776354924E-2</c:v>
                </c:pt>
                <c:pt idx="2644">
                  <c:v>3.0601851853134576E-2</c:v>
                </c:pt>
                <c:pt idx="2645">
                  <c:v>3.0613425922638271E-2</c:v>
                </c:pt>
                <c:pt idx="2646">
                  <c:v>3.0624999999417923E-2</c:v>
                </c:pt>
                <c:pt idx="2647">
                  <c:v>3.0636574068921618E-2</c:v>
                </c:pt>
                <c:pt idx="2648">
                  <c:v>3.0648148145701271E-2</c:v>
                </c:pt>
                <c:pt idx="2649">
                  <c:v>3.0659722222480923E-2</c:v>
                </c:pt>
                <c:pt idx="2650">
                  <c:v>3.0671296291984618E-2</c:v>
                </c:pt>
                <c:pt idx="2651">
                  <c:v>3.068287036876427E-2</c:v>
                </c:pt>
                <c:pt idx="2652">
                  <c:v>3.0694444445543922E-2</c:v>
                </c:pt>
                <c:pt idx="2653">
                  <c:v>3.0706018515047617E-2</c:v>
                </c:pt>
                <c:pt idx="2654">
                  <c:v>3.071759259182727E-2</c:v>
                </c:pt>
                <c:pt idx="2655">
                  <c:v>3.0729166661330964E-2</c:v>
                </c:pt>
                <c:pt idx="2656">
                  <c:v>3.0740740738110617E-2</c:v>
                </c:pt>
                <c:pt idx="2657">
                  <c:v>3.0752314814890269E-2</c:v>
                </c:pt>
                <c:pt idx="2658">
                  <c:v>3.0763888884393964E-2</c:v>
                </c:pt>
                <c:pt idx="2659">
                  <c:v>3.0775462961173616E-2</c:v>
                </c:pt>
                <c:pt idx="2660">
                  <c:v>3.0787037037953269E-2</c:v>
                </c:pt>
                <c:pt idx="2661">
                  <c:v>3.0798611107456964E-2</c:v>
                </c:pt>
                <c:pt idx="2662">
                  <c:v>3.0810185184236616E-2</c:v>
                </c:pt>
                <c:pt idx="2663">
                  <c:v>3.0821759253740311E-2</c:v>
                </c:pt>
                <c:pt idx="2664">
                  <c:v>3.0833333330519963E-2</c:v>
                </c:pt>
                <c:pt idx="2665">
                  <c:v>3.0844907407299615E-2</c:v>
                </c:pt>
                <c:pt idx="2666">
                  <c:v>3.085648147680331E-2</c:v>
                </c:pt>
                <c:pt idx="2667">
                  <c:v>3.0868055553582963E-2</c:v>
                </c:pt>
                <c:pt idx="2668">
                  <c:v>3.0879629630362615E-2</c:v>
                </c:pt>
                <c:pt idx="2669">
                  <c:v>3.089120369986631E-2</c:v>
                </c:pt>
                <c:pt idx="2670">
                  <c:v>3.0902777776645962E-2</c:v>
                </c:pt>
                <c:pt idx="2671">
                  <c:v>3.0914351846149657E-2</c:v>
                </c:pt>
                <c:pt idx="2672">
                  <c:v>3.0925925922929309E-2</c:v>
                </c:pt>
                <c:pt idx="2673">
                  <c:v>3.0937499999708962E-2</c:v>
                </c:pt>
                <c:pt idx="2674">
                  <c:v>3.0949074069212656E-2</c:v>
                </c:pt>
                <c:pt idx="2675">
                  <c:v>3.0960648145992309E-2</c:v>
                </c:pt>
                <c:pt idx="2676">
                  <c:v>3.0972222222771961E-2</c:v>
                </c:pt>
                <c:pt idx="2677">
                  <c:v>3.0983796292275656E-2</c:v>
                </c:pt>
                <c:pt idx="2678">
                  <c:v>3.0995370369055308E-2</c:v>
                </c:pt>
                <c:pt idx="2679">
                  <c:v>3.1006944438559003E-2</c:v>
                </c:pt>
                <c:pt idx="2680">
                  <c:v>3.1018518515338656E-2</c:v>
                </c:pt>
                <c:pt idx="2681">
                  <c:v>3.1030092592118308E-2</c:v>
                </c:pt>
                <c:pt idx="2682">
                  <c:v>3.1041666661622003E-2</c:v>
                </c:pt>
                <c:pt idx="2683">
                  <c:v>3.1053240738401655E-2</c:v>
                </c:pt>
                <c:pt idx="2684">
                  <c:v>3.1064814815181307E-2</c:v>
                </c:pt>
                <c:pt idx="2685">
                  <c:v>3.1076388884685002E-2</c:v>
                </c:pt>
                <c:pt idx="2686">
                  <c:v>3.1087962961464655E-2</c:v>
                </c:pt>
                <c:pt idx="2687">
                  <c:v>3.1099537038244307E-2</c:v>
                </c:pt>
                <c:pt idx="2688">
                  <c:v>3.1111111107748002E-2</c:v>
                </c:pt>
                <c:pt idx="2689">
                  <c:v>3.1122685184527654E-2</c:v>
                </c:pt>
                <c:pt idx="2690">
                  <c:v>3.1134259254031349E-2</c:v>
                </c:pt>
                <c:pt idx="2691">
                  <c:v>3.1145833330811001E-2</c:v>
                </c:pt>
                <c:pt idx="2692">
                  <c:v>3.1157407407590654E-2</c:v>
                </c:pt>
                <c:pt idx="2693">
                  <c:v>3.1168981477094349E-2</c:v>
                </c:pt>
                <c:pt idx="2694">
                  <c:v>3.1180555553874001E-2</c:v>
                </c:pt>
                <c:pt idx="2695">
                  <c:v>3.1192129630653653E-2</c:v>
                </c:pt>
                <c:pt idx="2696">
                  <c:v>3.1203703700157348E-2</c:v>
                </c:pt>
                <c:pt idx="2697">
                  <c:v>3.1215277776937E-2</c:v>
                </c:pt>
                <c:pt idx="2698">
                  <c:v>3.1226851846440695E-2</c:v>
                </c:pt>
                <c:pt idx="2699">
                  <c:v>3.1238425923220348E-2</c:v>
                </c:pt>
                <c:pt idx="2700">
                  <c:v>3.125E-2</c:v>
                </c:pt>
                <c:pt idx="2701">
                  <c:v>3.1261574069503695E-2</c:v>
                </c:pt>
                <c:pt idx="2702">
                  <c:v>3.1273148146283347E-2</c:v>
                </c:pt>
                <c:pt idx="2703">
                  <c:v>3.1284722223063E-2</c:v>
                </c:pt>
                <c:pt idx="2704">
                  <c:v>3.1296296292566694E-2</c:v>
                </c:pt>
                <c:pt idx="2705">
                  <c:v>3.1307870369346347E-2</c:v>
                </c:pt>
                <c:pt idx="2706">
                  <c:v>3.1319444438850041E-2</c:v>
                </c:pt>
                <c:pt idx="2707">
                  <c:v>3.1331018515629694E-2</c:v>
                </c:pt>
                <c:pt idx="2708">
                  <c:v>3.1342592592409346E-2</c:v>
                </c:pt>
                <c:pt idx="2709">
                  <c:v>3.1354166661913041E-2</c:v>
                </c:pt>
                <c:pt idx="2710">
                  <c:v>3.1365740738692693E-2</c:v>
                </c:pt>
                <c:pt idx="2711">
                  <c:v>3.1377314815472346E-2</c:v>
                </c:pt>
                <c:pt idx="2712">
                  <c:v>3.1388888884976041E-2</c:v>
                </c:pt>
                <c:pt idx="2713">
                  <c:v>3.1400462961755693E-2</c:v>
                </c:pt>
                <c:pt idx="2714">
                  <c:v>3.1412037031259388E-2</c:v>
                </c:pt>
                <c:pt idx="2715">
                  <c:v>3.142361110803904E-2</c:v>
                </c:pt>
                <c:pt idx="2716">
                  <c:v>3.1435185184818693E-2</c:v>
                </c:pt>
                <c:pt idx="2717">
                  <c:v>3.1446759254322387E-2</c:v>
                </c:pt>
                <c:pt idx="2718">
                  <c:v>3.145833333110204E-2</c:v>
                </c:pt>
                <c:pt idx="2719">
                  <c:v>3.1469907407881692E-2</c:v>
                </c:pt>
                <c:pt idx="2720">
                  <c:v>3.1481481477385387E-2</c:v>
                </c:pt>
                <c:pt idx="2721">
                  <c:v>3.1493055554165039E-2</c:v>
                </c:pt>
                <c:pt idx="2722">
                  <c:v>3.1504629630944692E-2</c:v>
                </c:pt>
                <c:pt idx="2723">
                  <c:v>3.1516203700448386E-2</c:v>
                </c:pt>
                <c:pt idx="2724">
                  <c:v>3.1527777777228039E-2</c:v>
                </c:pt>
                <c:pt idx="2725">
                  <c:v>3.1539351846731734E-2</c:v>
                </c:pt>
                <c:pt idx="2726">
                  <c:v>3.1550925923511386E-2</c:v>
                </c:pt>
                <c:pt idx="2727">
                  <c:v>3.1562500000291038E-2</c:v>
                </c:pt>
                <c:pt idx="2728">
                  <c:v>3.1574074069794733E-2</c:v>
                </c:pt>
                <c:pt idx="2729">
                  <c:v>3.1585648146574385E-2</c:v>
                </c:pt>
                <c:pt idx="2730">
                  <c:v>3.1597222223354038E-2</c:v>
                </c:pt>
                <c:pt idx="2731">
                  <c:v>3.1608796292857733E-2</c:v>
                </c:pt>
                <c:pt idx="2732">
                  <c:v>3.1620370369637385E-2</c:v>
                </c:pt>
                <c:pt idx="2733">
                  <c:v>3.163194443914108E-2</c:v>
                </c:pt>
                <c:pt idx="2734">
                  <c:v>3.1643518515920732E-2</c:v>
                </c:pt>
                <c:pt idx="2735">
                  <c:v>3.1655092592700385E-2</c:v>
                </c:pt>
                <c:pt idx="2736">
                  <c:v>3.1666666662204079E-2</c:v>
                </c:pt>
                <c:pt idx="2737">
                  <c:v>3.1678240738983732E-2</c:v>
                </c:pt>
                <c:pt idx="2738">
                  <c:v>3.1689814815763384E-2</c:v>
                </c:pt>
                <c:pt idx="2739">
                  <c:v>3.1701388885267079E-2</c:v>
                </c:pt>
                <c:pt idx="2740">
                  <c:v>3.1712962962046731E-2</c:v>
                </c:pt>
                <c:pt idx="2741">
                  <c:v>3.1724537031550426E-2</c:v>
                </c:pt>
                <c:pt idx="2742">
                  <c:v>3.1736111108330078E-2</c:v>
                </c:pt>
                <c:pt idx="2743">
                  <c:v>3.1747685185109731E-2</c:v>
                </c:pt>
                <c:pt idx="2744">
                  <c:v>3.1759259254613426E-2</c:v>
                </c:pt>
                <c:pt idx="2745">
                  <c:v>3.1770833331393078E-2</c:v>
                </c:pt>
                <c:pt idx="2746">
                  <c:v>3.178240740817273E-2</c:v>
                </c:pt>
                <c:pt idx="2747">
                  <c:v>3.1793981477676425E-2</c:v>
                </c:pt>
                <c:pt idx="2748">
                  <c:v>3.1805555554456078E-2</c:v>
                </c:pt>
                <c:pt idx="2749">
                  <c:v>3.1817129623959772E-2</c:v>
                </c:pt>
                <c:pt idx="2750">
                  <c:v>3.1828703700739425E-2</c:v>
                </c:pt>
                <c:pt idx="2751">
                  <c:v>3.1840277777519077E-2</c:v>
                </c:pt>
                <c:pt idx="2752">
                  <c:v>3.1851851847022772E-2</c:v>
                </c:pt>
                <c:pt idx="2753">
                  <c:v>3.1863425923802424E-2</c:v>
                </c:pt>
                <c:pt idx="2754">
                  <c:v>3.1875000000582077E-2</c:v>
                </c:pt>
                <c:pt idx="2755">
                  <c:v>3.1886574070085771E-2</c:v>
                </c:pt>
                <c:pt idx="2756">
                  <c:v>3.1898148146865424E-2</c:v>
                </c:pt>
                <c:pt idx="2757">
                  <c:v>3.1909722216369119E-2</c:v>
                </c:pt>
                <c:pt idx="2758">
                  <c:v>3.1921296293148771E-2</c:v>
                </c:pt>
                <c:pt idx="2759">
                  <c:v>3.1932870369928423E-2</c:v>
                </c:pt>
                <c:pt idx="2760">
                  <c:v>3.1944444439432118E-2</c:v>
                </c:pt>
                <c:pt idx="2761">
                  <c:v>3.195601851621177E-2</c:v>
                </c:pt>
                <c:pt idx="2762">
                  <c:v>3.1967592592991423E-2</c:v>
                </c:pt>
                <c:pt idx="2763">
                  <c:v>3.1979166662495118E-2</c:v>
                </c:pt>
                <c:pt idx="2764">
                  <c:v>3.199074073927477E-2</c:v>
                </c:pt>
                <c:pt idx="2765">
                  <c:v>3.2002314816054422E-2</c:v>
                </c:pt>
                <c:pt idx="2766">
                  <c:v>3.2013888885558117E-2</c:v>
                </c:pt>
                <c:pt idx="2767">
                  <c:v>3.202546296233777E-2</c:v>
                </c:pt>
                <c:pt idx="2768">
                  <c:v>3.2037037031841464E-2</c:v>
                </c:pt>
                <c:pt idx="2769">
                  <c:v>3.2048611108621117E-2</c:v>
                </c:pt>
                <c:pt idx="2770">
                  <c:v>3.2060185185400769E-2</c:v>
                </c:pt>
                <c:pt idx="2771">
                  <c:v>3.2071759254904464E-2</c:v>
                </c:pt>
                <c:pt idx="2772">
                  <c:v>3.2083333331684116E-2</c:v>
                </c:pt>
                <c:pt idx="2773">
                  <c:v>3.2094907408463769E-2</c:v>
                </c:pt>
                <c:pt idx="2774">
                  <c:v>3.2106481477967463E-2</c:v>
                </c:pt>
                <c:pt idx="2775">
                  <c:v>3.2118055554747116E-2</c:v>
                </c:pt>
                <c:pt idx="2776">
                  <c:v>3.2129629624250811E-2</c:v>
                </c:pt>
                <c:pt idx="2777">
                  <c:v>3.2141203701030463E-2</c:v>
                </c:pt>
                <c:pt idx="2778">
                  <c:v>3.2152777777810115E-2</c:v>
                </c:pt>
                <c:pt idx="2779">
                  <c:v>3.216435184731381E-2</c:v>
                </c:pt>
                <c:pt idx="2780">
                  <c:v>3.2175925924093463E-2</c:v>
                </c:pt>
                <c:pt idx="2781">
                  <c:v>3.2187500000873115E-2</c:v>
                </c:pt>
                <c:pt idx="2782">
                  <c:v>3.219907407037681E-2</c:v>
                </c:pt>
                <c:pt idx="2783">
                  <c:v>3.2210648147156462E-2</c:v>
                </c:pt>
                <c:pt idx="2784">
                  <c:v>3.2222222216660157E-2</c:v>
                </c:pt>
                <c:pt idx="2785">
                  <c:v>3.2233796293439809E-2</c:v>
                </c:pt>
                <c:pt idx="2786">
                  <c:v>3.2245370370219462E-2</c:v>
                </c:pt>
                <c:pt idx="2787">
                  <c:v>3.2256944439723156E-2</c:v>
                </c:pt>
                <c:pt idx="2788">
                  <c:v>3.2268518516502809E-2</c:v>
                </c:pt>
                <c:pt idx="2789">
                  <c:v>3.2280092593282461E-2</c:v>
                </c:pt>
                <c:pt idx="2790">
                  <c:v>3.2291666662786156E-2</c:v>
                </c:pt>
                <c:pt idx="2791">
                  <c:v>3.2303240739565808E-2</c:v>
                </c:pt>
                <c:pt idx="2792">
                  <c:v>3.2314814809069503E-2</c:v>
                </c:pt>
                <c:pt idx="2793">
                  <c:v>3.2326388885849155E-2</c:v>
                </c:pt>
                <c:pt idx="2794">
                  <c:v>3.2337962962628808E-2</c:v>
                </c:pt>
                <c:pt idx="2795">
                  <c:v>3.2349537032132503E-2</c:v>
                </c:pt>
                <c:pt idx="2796">
                  <c:v>3.2361111108912155E-2</c:v>
                </c:pt>
                <c:pt idx="2797">
                  <c:v>3.2372685185691807E-2</c:v>
                </c:pt>
                <c:pt idx="2798">
                  <c:v>3.2384259255195502E-2</c:v>
                </c:pt>
                <c:pt idx="2799">
                  <c:v>3.2395833331975155E-2</c:v>
                </c:pt>
                <c:pt idx="2800">
                  <c:v>3.2407407401478849E-2</c:v>
                </c:pt>
                <c:pt idx="2801">
                  <c:v>3.2418981478258502E-2</c:v>
                </c:pt>
                <c:pt idx="2802">
                  <c:v>3.2430555555038154E-2</c:v>
                </c:pt>
                <c:pt idx="2803">
                  <c:v>3.2442129624541849E-2</c:v>
                </c:pt>
                <c:pt idx="2804">
                  <c:v>3.2453703701321501E-2</c:v>
                </c:pt>
                <c:pt idx="2805">
                  <c:v>3.2465277778101154E-2</c:v>
                </c:pt>
                <c:pt idx="2806">
                  <c:v>3.2476851847604848E-2</c:v>
                </c:pt>
                <c:pt idx="2807">
                  <c:v>3.2488425924384501E-2</c:v>
                </c:pt>
                <c:pt idx="2808">
                  <c:v>3.2500000001164153E-2</c:v>
                </c:pt>
                <c:pt idx="2809">
                  <c:v>3.2511574070667848E-2</c:v>
                </c:pt>
                <c:pt idx="2810">
                  <c:v>3.25231481474475E-2</c:v>
                </c:pt>
                <c:pt idx="2811">
                  <c:v>3.2534722216951195E-2</c:v>
                </c:pt>
                <c:pt idx="2812">
                  <c:v>3.2546296293730848E-2</c:v>
                </c:pt>
                <c:pt idx="2813">
                  <c:v>3.25578703705105E-2</c:v>
                </c:pt>
                <c:pt idx="2814">
                  <c:v>3.2569444440014195E-2</c:v>
                </c:pt>
                <c:pt idx="2815">
                  <c:v>3.2581018516793847E-2</c:v>
                </c:pt>
                <c:pt idx="2816">
                  <c:v>3.2592592593573499E-2</c:v>
                </c:pt>
                <c:pt idx="2817">
                  <c:v>3.2604166663077194E-2</c:v>
                </c:pt>
                <c:pt idx="2818">
                  <c:v>3.2615740739856847E-2</c:v>
                </c:pt>
                <c:pt idx="2819">
                  <c:v>3.2627314809360541E-2</c:v>
                </c:pt>
                <c:pt idx="2820">
                  <c:v>3.2638888886140194E-2</c:v>
                </c:pt>
                <c:pt idx="2821">
                  <c:v>3.2650462962919846E-2</c:v>
                </c:pt>
                <c:pt idx="2822">
                  <c:v>3.2662037032423541E-2</c:v>
                </c:pt>
                <c:pt idx="2823">
                  <c:v>3.2673611109203193E-2</c:v>
                </c:pt>
                <c:pt idx="2824">
                  <c:v>3.2685185185982846E-2</c:v>
                </c:pt>
                <c:pt idx="2825">
                  <c:v>3.269675925548654E-2</c:v>
                </c:pt>
                <c:pt idx="2826">
                  <c:v>3.2708333332266193E-2</c:v>
                </c:pt>
                <c:pt idx="2827">
                  <c:v>3.2719907401769888E-2</c:v>
                </c:pt>
                <c:pt idx="2828">
                  <c:v>3.273148147854954E-2</c:v>
                </c:pt>
                <c:pt idx="2829">
                  <c:v>3.2743055555329192E-2</c:v>
                </c:pt>
                <c:pt idx="2830">
                  <c:v>3.2754629624832887E-2</c:v>
                </c:pt>
                <c:pt idx="2831">
                  <c:v>3.276620370161254E-2</c:v>
                </c:pt>
                <c:pt idx="2832">
                  <c:v>3.2777777778392192E-2</c:v>
                </c:pt>
                <c:pt idx="2833">
                  <c:v>3.2789351847895887E-2</c:v>
                </c:pt>
                <c:pt idx="2834">
                  <c:v>3.2800925924675539E-2</c:v>
                </c:pt>
                <c:pt idx="2835">
                  <c:v>3.2812499994179234E-2</c:v>
                </c:pt>
                <c:pt idx="2836">
                  <c:v>3.2824074070958886E-2</c:v>
                </c:pt>
                <c:pt idx="2837">
                  <c:v>3.2835648147738539E-2</c:v>
                </c:pt>
                <c:pt idx="2838">
                  <c:v>3.2847222217242233E-2</c:v>
                </c:pt>
                <c:pt idx="2839">
                  <c:v>3.2858796294021886E-2</c:v>
                </c:pt>
                <c:pt idx="2840">
                  <c:v>3.2870370370801538E-2</c:v>
                </c:pt>
                <c:pt idx="2841">
                  <c:v>3.2881944440305233E-2</c:v>
                </c:pt>
                <c:pt idx="2842">
                  <c:v>3.2893518517084885E-2</c:v>
                </c:pt>
                <c:pt idx="2843">
                  <c:v>3.2905092593864538E-2</c:v>
                </c:pt>
                <c:pt idx="2844">
                  <c:v>3.2916666663368233E-2</c:v>
                </c:pt>
                <c:pt idx="2845">
                  <c:v>3.2928240740147885E-2</c:v>
                </c:pt>
                <c:pt idx="2846">
                  <c:v>3.293981480965158E-2</c:v>
                </c:pt>
                <c:pt idx="2847">
                  <c:v>3.2951388886431232E-2</c:v>
                </c:pt>
                <c:pt idx="2848">
                  <c:v>3.2962962963210884E-2</c:v>
                </c:pt>
                <c:pt idx="2849">
                  <c:v>3.2974537032714579E-2</c:v>
                </c:pt>
                <c:pt idx="2850">
                  <c:v>3.2986111109494232E-2</c:v>
                </c:pt>
                <c:pt idx="2851">
                  <c:v>3.2997685186273884E-2</c:v>
                </c:pt>
                <c:pt idx="2852">
                  <c:v>3.3009259255777579E-2</c:v>
                </c:pt>
                <c:pt idx="2853">
                  <c:v>3.3020833332557231E-2</c:v>
                </c:pt>
                <c:pt idx="2854">
                  <c:v>3.3032407402060926E-2</c:v>
                </c:pt>
                <c:pt idx="2855">
                  <c:v>3.3043981478840578E-2</c:v>
                </c:pt>
                <c:pt idx="2856">
                  <c:v>3.3055555555620231E-2</c:v>
                </c:pt>
                <c:pt idx="2857">
                  <c:v>3.3067129625123926E-2</c:v>
                </c:pt>
                <c:pt idx="2858">
                  <c:v>3.3078703701903578E-2</c:v>
                </c:pt>
                <c:pt idx="2859">
                  <c:v>3.309027777868323E-2</c:v>
                </c:pt>
                <c:pt idx="2860">
                  <c:v>3.3101851848186925E-2</c:v>
                </c:pt>
                <c:pt idx="2861">
                  <c:v>3.3113425924966577E-2</c:v>
                </c:pt>
                <c:pt idx="2862">
                  <c:v>3.3124999994470272E-2</c:v>
                </c:pt>
                <c:pt idx="2863">
                  <c:v>3.3136574071249925E-2</c:v>
                </c:pt>
                <c:pt idx="2864">
                  <c:v>3.3148148148029577E-2</c:v>
                </c:pt>
                <c:pt idx="2865">
                  <c:v>3.3159722217533272E-2</c:v>
                </c:pt>
                <c:pt idx="2866">
                  <c:v>3.3171296294312924E-2</c:v>
                </c:pt>
                <c:pt idx="2867">
                  <c:v>3.3182870371092577E-2</c:v>
                </c:pt>
                <c:pt idx="2868">
                  <c:v>3.3194444440596271E-2</c:v>
                </c:pt>
                <c:pt idx="2869">
                  <c:v>3.3206018517375924E-2</c:v>
                </c:pt>
                <c:pt idx="2870">
                  <c:v>3.3217592586879618E-2</c:v>
                </c:pt>
                <c:pt idx="2871">
                  <c:v>3.3229166663659271E-2</c:v>
                </c:pt>
                <c:pt idx="2872">
                  <c:v>3.3240740740438923E-2</c:v>
                </c:pt>
                <c:pt idx="2873">
                  <c:v>3.3252314809942618E-2</c:v>
                </c:pt>
                <c:pt idx="2874">
                  <c:v>3.326388888672227E-2</c:v>
                </c:pt>
                <c:pt idx="2875">
                  <c:v>3.3275462963501923E-2</c:v>
                </c:pt>
                <c:pt idx="2876">
                  <c:v>3.3287037033005618E-2</c:v>
                </c:pt>
                <c:pt idx="2877">
                  <c:v>3.329861110978527E-2</c:v>
                </c:pt>
                <c:pt idx="2878">
                  <c:v>3.3310185179288965E-2</c:v>
                </c:pt>
                <c:pt idx="2879">
                  <c:v>3.3321759256068617E-2</c:v>
                </c:pt>
                <c:pt idx="2880">
                  <c:v>3.3333333332848269E-2</c:v>
                </c:pt>
                <c:pt idx="2881">
                  <c:v>3.3344907402351964E-2</c:v>
                </c:pt>
                <c:pt idx="2882">
                  <c:v>3.3356481479131617E-2</c:v>
                </c:pt>
                <c:pt idx="2883">
                  <c:v>3.3368055555911269E-2</c:v>
                </c:pt>
                <c:pt idx="2884">
                  <c:v>3.3379629625414964E-2</c:v>
                </c:pt>
                <c:pt idx="2885">
                  <c:v>3.3391203702194616E-2</c:v>
                </c:pt>
                <c:pt idx="2886">
                  <c:v>3.3402777778974269E-2</c:v>
                </c:pt>
                <c:pt idx="2887">
                  <c:v>3.3414351848477963E-2</c:v>
                </c:pt>
                <c:pt idx="2888">
                  <c:v>3.3425925925257616E-2</c:v>
                </c:pt>
                <c:pt idx="2889">
                  <c:v>3.3437499994761311E-2</c:v>
                </c:pt>
                <c:pt idx="2890">
                  <c:v>3.3449074071540963E-2</c:v>
                </c:pt>
                <c:pt idx="2891">
                  <c:v>3.3460648148320615E-2</c:v>
                </c:pt>
                <c:pt idx="2892">
                  <c:v>3.347222221782431E-2</c:v>
                </c:pt>
                <c:pt idx="2893">
                  <c:v>3.3483796294603962E-2</c:v>
                </c:pt>
                <c:pt idx="2894">
                  <c:v>3.3495370371383615E-2</c:v>
                </c:pt>
                <c:pt idx="2895">
                  <c:v>3.350694444088731E-2</c:v>
                </c:pt>
                <c:pt idx="2896">
                  <c:v>3.3518518517666962E-2</c:v>
                </c:pt>
                <c:pt idx="2897">
                  <c:v>3.3530092587170657E-2</c:v>
                </c:pt>
                <c:pt idx="2898">
                  <c:v>3.3541666663950309E-2</c:v>
                </c:pt>
                <c:pt idx="2899">
                  <c:v>3.3553240740729962E-2</c:v>
                </c:pt>
                <c:pt idx="2900">
                  <c:v>3.3564814810233656E-2</c:v>
                </c:pt>
                <c:pt idx="2901">
                  <c:v>3.3576388887013309E-2</c:v>
                </c:pt>
                <c:pt idx="2902">
                  <c:v>3.3587962963792961E-2</c:v>
                </c:pt>
                <c:pt idx="2903">
                  <c:v>3.3599537033296656E-2</c:v>
                </c:pt>
                <c:pt idx="2904">
                  <c:v>3.3611111110076308E-2</c:v>
                </c:pt>
                <c:pt idx="2905">
                  <c:v>3.3622685179580003E-2</c:v>
                </c:pt>
                <c:pt idx="2906">
                  <c:v>3.3634259256359655E-2</c:v>
                </c:pt>
                <c:pt idx="2907">
                  <c:v>3.3645833333139308E-2</c:v>
                </c:pt>
                <c:pt idx="2908">
                  <c:v>3.3657407402643003E-2</c:v>
                </c:pt>
                <c:pt idx="2909">
                  <c:v>3.3668981479422655E-2</c:v>
                </c:pt>
                <c:pt idx="2910">
                  <c:v>3.3680555556202307E-2</c:v>
                </c:pt>
                <c:pt idx="2911">
                  <c:v>3.3692129625706002E-2</c:v>
                </c:pt>
                <c:pt idx="2912">
                  <c:v>3.3703703702485655E-2</c:v>
                </c:pt>
                <c:pt idx="2913">
                  <c:v>3.3715277771989349E-2</c:v>
                </c:pt>
                <c:pt idx="2914">
                  <c:v>3.3726851848769002E-2</c:v>
                </c:pt>
                <c:pt idx="2915">
                  <c:v>3.3738425925548654E-2</c:v>
                </c:pt>
                <c:pt idx="2916">
                  <c:v>3.3749999995052349E-2</c:v>
                </c:pt>
                <c:pt idx="2917">
                  <c:v>3.3761574071832001E-2</c:v>
                </c:pt>
                <c:pt idx="2918">
                  <c:v>3.3773148148611654E-2</c:v>
                </c:pt>
                <c:pt idx="2919">
                  <c:v>3.3784722218115348E-2</c:v>
                </c:pt>
                <c:pt idx="2920">
                  <c:v>3.3796296294895001E-2</c:v>
                </c:pt>
                <c:pt idx="2921">
                  <c:v>3.3807870371674653E-2</c:v>
                </c:pt>
                <c:pt idx="2922">
                  <c:v>3.3819444441178348E-2</c:v>
                </c:pt>
                <c:pt idx="2923">
                  <c:v>3.3831018517958E-2</c:v>
                </c:pt>
                <c:pt idx="2924">
                  <c:v>3.3842592587461695E-2</c:v>
                </c:pt>
                <c:pt idx="2925">
                  <c:v>3.3854166664241347E-2</c:v>
                </c:pt>
                <c:pt idx="2926">
                  <c:v>3.3865740741021E-2</c:v>
                </c:pt>
                <c:pt idx="2927">
                  <c:v>3.3877314810524695E-2</c:v>
                </c:pt>
                <c:pt idx="2928">
                  <c:v>3.3888888887304347E-2</c:v>
                </c:pt>
                <c:pt idx="2929">
                  <c:v>3.3900462964083999E-2</c:v>
                </c:pt>
                <c:pt idx="2930">
                  <c:v>3.3912037033587694E-2</c:v>
                </c:pt>
                <c:pt idx="2931">
                  <c:v>3.3923611110367347E-2</c:v>
                </c:pt>
                <c:pt idx="2932">
                  <c:v>3.3935185179871041E-2</c:v>
                </c:pt>
                <c:pt idx="2933">
                  <c:v>3.3946759256650694E-2</c:v>
                </c:pt>
                <c:pt idx="2934">
                  <c:v>3.3958333333430346E-2</c:v>
                </c:pt>
                <c:pt idx="2935">
                  <c:v>3.3969907402934041E-2</c:v>
                </c:pt>
                <c:pt idx="2936">
                  <c:v>3.3981481479713693E-2</c:v>
                </c:pt>
                <c:pt idx="2937">
                  <c:v>3.3993055556493346E-2</c:v>
                </c:pt>
                <c:pt idx="2938">
                  <c:v>3.400462962599704E-2</c:v>
                </c:pt>
                <c:pt idx="2939">
                  <c:v>3.4016203702776693E-2</c:v>
                </c:pt>
                <c:pt idx="2940">
                  <c:v>3.4027777772280388E-2</c:v>
                </c:pt>
                <c:pt idx="2941">
                  <c:v>3.403935184906004E-2</c:v>
                </c:pt>
                <c:pt idx="2942">
                  <c:v>3.4050925925839692E-2</c:v>
                </c:pt>
                <c:pt idx="2943">
                  <c:v>3.4062499995343387E-2</c:v>
                </c:pt>
                <c:pt idx="2944">
                  <c:v>3.407407407212304E-2</c:v>
                </c:pt>
                <c:pt idx="2945">
                  <c:v>3.4085648148902692E-2</c:v>
                </c:pt>
                <c:pt idx="2946">
                  <c:v>3.4097222218406387E-2</c:v>
                </c:pt>
                <c:pt idx="2947">
                  <c:v>3.4108796295186039E-2</c:v>
                </c:pt>
                <c:pt idx="2948">
                  <c:v>3.4120370364689734E-2</c:v>
                </c:pt>
                <c:pt idx="2949">
                  <c:v>3.4131944441469386E-2</c:v>
                </c:pt>
                <c:pt idx="2950">
                  <c:v>3.4143518518249039E-2</c:v>
                </c:pt>
                <c:pt idx="2951">
                  <c:v>3.4155092587752733E-2</c:v>
                </c:pt>
                <c:pt idx="2952">
                  <c:v>3.4166666664532386E-2</c:v>
                </c:pt>
                <c:pt idx="2953">
                  <c:v>3.4178240741312038E-2</c:v>
                </c:pt>
                <c:pt idx="2954">
                  <c:v>3.4189814810815733E-2</c:v>
                </c:pt>
                <c:pt idx="2955">
                  <c:v>3.4201388887595385E-2</c:v>
                </c:pt>
                <c:pt idx="2956">
                  <c:v>3.421296295709908E-2</c:v>
                </c:pt>
                <c:pt idx="2957">
                  <c:v>3.4224537033878732E-2</c:v>
                </c:pt>
                <c:pt idx="2958">
                  <c:v>3.4236111110658385E-2</c:v>
                </c:pt>
                <c:pt idx="2959">
                  <c:v>3.424768518016208E-2</c:v>
                </c:pt>
                <c:pt idx="2960">
                  <c:v>3.4259259256941732E-2</c:v>
                </c:pt>
                <c:pt idx="2961">
                  <c:v>3.4270833333721384E-2</c:v>
                </c:pt>
                <c:pt idx="2962">
                  <c:v>3.4282407403225079E-2</c:v>
                </c:pt>
                <c:pt idx="2963">
                  <c:v>3.4293981480004732E-2</c:v>
                </c:pt>
                <c:pt idx="2964">
                  <c:v>3.4305555556784384E-2</c:v>
                </c:pt>
                <c:pt idx="2965">
                  <c:v>3.4317129626288079E-2</c:v>
                </c:pt>
                <c:pt idx="2966">
                  <c:v>3.4328703703067731E-2</c:v>
                </c:pt>
                <c:pt idx="2967">
                  <c:v>3.4340277772571426E-2</c:v>
                </c:pt>
                <c:pt idx="2968">
                  <c:v>3.4351851849351078E-2</c:v>
                </c:pt>
                <c:pt idx="2969">
                  <c:v>3.4363425926130731E-2</c:v>
                </c:pt>
                <c:pt idx="2970">
                  <c:v>3.4374999995634425E-2</c:v>
                </c:pt>
                <c:pt idx="2971">
                  <c:v>3.4386574072414078E-2</c:v>
                </c:pt>
                <c:pt idx="2972">
                  <c:v>3.439814814919373E-2</c:v>
                </c:pt>
                <c:pt idx="2973">
                  <c:v>3.4409722218697425E-2</c:v>
                </c:pt>
                <c:pt idx="2974">
                  <c:v>3.4421296295477077E-2</c:v>
                </c:pt>
                <c:pt idx="2975">
                  <c:v>3.4432870364980772E-2</c:v>
                </c:pt>
                <c:pt idx="2976">
                  <c:v>3.4444444441760425E-2</c:v>
                </c:pt>
                <c:pt idx="2977">
                  <c:v>3.4456018518540077E-2</c:v>
                </c:pt>
                <c:pt idx="2978">
                  <c:v>3.4467592588043772E-2</c:v>
                </c:pt>
                <c:pt idx="2979">
                  <c:v>3.4479166664823424E-2</c:v>
                </c:pt>
                <c:pt idx="2980">
                  <c:v>3.4490740741603076E-2</c:v>
                </c:pt>
                <c:pt idx="2981">
                  <c:v>3.4502314811106771E-2</c:v>
                </c:pt>
                <c:pt idx="2982">
                  <c:v>3.4513888887886424E-2</c:v>
                </c:pt>
                <c:pt idx="2983">
                  <c:v>3.4525462957390118E-2</c:v>
                </c:pt>
                <c:pt idx="2984">
                  <c:v>3.4537037034169771E-2</c:v>
                </c:pt>
                <c:pt idx="2985">
                  <c:v>3.4548611110949423E-2</c:v>
                </c:pt>
                <c:pt idx="2986">
                  <c:v>3.4560185180453118E-2</c:v>
                </c:pt>
                <c:pt idx="2987">
                  <c:v>3.457175925723277E-2</c:v>
                </c:pt>
                <c:pt idx="2988">
                  <c:v>3.4583333334012423E-2</c:v>
                </c:pt>
                <c:pt idx="2989">
                  <c:v>3.4594907403516117E-2</c:v>
                </c:pt>
                <c:pt idx="2990">
                  <c:v>3.460648148029577E-2</c:v>
                </c:pt>
                <c:pt idx="2991">
                  <c:v>3.4618055549799465E-2</c:v>
                </c:pt>
                <c:pt idx="2992">
                  <c:v>3.4629629626579117E-2</c:v>
                </c:pt>
                <c:pt idx="2993">
                  <c:v>3.4641203703358769E-2</c:v>
                </c:pt>
                <c:pt idx="2994">
                  <c:v>3.4652777772862464E-2</c:v>
                </c:pt>
                <c:pt idx="2995">
                  <c:v>3.4664351849642117E-2</c:v>
                </c:pt>
                <c:pt idx="2996">
                  <c:v>3.4675925926421769E-2</c:v>
                </c:pt>
                <c:pt idx="2997">
                  <c:v>3.4687499995925464E-2</c:v>
                </c:pt>
                <c:pt idx="2998">
                  <c:v>3.4699074072705116E-2</c:v>
                </c:pt>
                <c:pt idx="2999">
                  <c:v>3.4710648149484769E-2</c:v>
                </c:pt>
                <c:pt idx="3000">
                  <c:v>3.4722222218988463E-2</c:v>
                </c:pt>
                <c:pt idx="3001">
                  <c:v>3.4733796295768116E-2</c:v>
                </c:pt>
                <c:pt idx="3002">
                  <c:v>3.474537036527181E-2</c:v>
                </c:pt>
                <c:pt idx="3003">
                  <c:v>3.4756944442051463E-2</c:v>
                </c:pt>
                <c:pt idx="3004">
                  <c:v>3.4768518518831115E-2</c:v>
                </c:pt>
                <c:pt idx="3005">
                  <c:v>3.478009258833481E-2</c:v>
                </c:pt>
                <c:pt idx="3006">
                  <c:v>3.4791666665114462E-2</c:v>
                </c:pt>
                <c:pt idx="3007">
                  <c:v>3.4803240741894115E-2</c:v>
                </c:pt>
                <c:pt idx="3008">
                  <c:v>3.481481481139781E-2</c:v>
                </c:pt>
                <c:pt idx="3009">
                  <c:v>3.4826388888177462E-2</c:v>
                </c:pt>
                <c:pt idx="3010">
                  <c:v>3.4837962957681157E-2</c:v>
                </c:pt>
                <c:pt idx="3011">
                  <c:v>3.4849537034460809E-2</c:v>
                </c:pt>
                <c:pt idx="3012">
                  <c:v>3.4861111111240461E-2</c:v>
                </c:pt>
                <c:pt idx="3013">
                  <c:v>3.4872685180744156E-2</c:v>
                </c:pt>
                <c:pt idx="3014">
                  <c:v>3.4884259257523809E-2</c:v>
                </c:pt>
                <c:pt idx="3015">
                  <c:v>3.4895833334303461E-2</c:v>
                </c:pt>
                <c:pt idx="3016">
                  <c:v>3.4907407403807156E-2</c:v>
                </c:pt>
                <c:pt idx="3017">
                  <c:v>3.4918981480586808E-2</c:v>
                </c:pt>
                <c:pt idx="3018">
                  <c:v>3.4930555550090503E-2</c:v>
                </c:pt>
                <c:pt idx="3019">
                  <c:v>3.4942129626870155E-2</c:v>
                </c:pt>
                <c:pt idx="3020">
                  <c:v>3.4953703703649808E-2</c:v>
                </c:pt>
                <c:pt idx="3021">
                  <c:v>3.4965277773153502E-2</c:v>
                </c:pt>
                <c:pt idx="3022">
                  <c:v>3.4976851849933155E-2</c:v>
                </c:pt>
                <c:pt idx="3023">
                  <c:v>3.4988425926712807E-2</c:v>
                </c:pt>
                <c:pt idx="3024">
                  <c:v>3.4999999996216502E-2</c:v>
                </c:pt>
                <c:pt idx="3025">
                  <c:v>3.5011574072996154E-2</c:v>
                </c:pt>
                <c:pt idx="3026">
                  <c:v>3.5023148142499849E-2</c:v>
                </c:pt>
                <c:pt idx="3027">
                  <c:v>3.5034722219279502E-2</c:v>
                </c:pt>
                <c:pt idx="3028">
                  <c:v>3.5046296296059154E-2</c:v>
                </c:pt>
                <c:pt idx="3029">
                  <c:v>3.5057870365562849E-2</c:v>
                </c:pt>
                <c:pt idx="3030">
                  <c:v>3.5069444442342501E-2</c:v>
                </c:pt>
                <c:pt idx="3031">
                  <c:v>3.5081018519122154E-2</c:v>
                </c:pt>
                <c:pt idx="3032">
                  <c:v>3.5092592588625848E-2</c:v>
                </c:pt>
                <c:pt idx="3033">
                  <c:v>3.5104166665405501E-2</c:v>
                </c:pt>
                <c:pt idx="3034">
                  <c:v>3.5115740734909195E-2</c:v>
                </c:pt>
                <c:pt idx="3035">
                  <c:v>3.5127314811688848E-2</c:v>
                </c:pt>
                <c:pt idx="3036">
                  <c:v>3.51388888884685E-2</c:v>
                </c:pt>
                <c:pt idx="3037">
                  <c:v>3.5150462957972195E-2</c:v>
                </c:pt>
                <c:pt idx="3038">
                  <c:v>3.5162037034751847E-2</c:v>
                </c:pt>
                <c:pt idx="3039">
                  <c:v>3.51736111115315E-2</c:v>
                </c:pt>
                <c:pt idx="3040">
                  <c:v>3.5185185181035195E-2</c:v>
                </c:pt>
                <c:pt idx="3041">
                  <c:v>3.5196759257814847E-2</c:v>
                </c:pt>
                <c:pt idx="3042">
                  <c:v>3.5208333334594499E-2</c:v>
                </c:pt>
                <c:pt idx="3043">
                  <c:v>3.5219907404098194E-2</c:v>
                </c:pt>
                <c:pt idx="3044">
                  <c:v>3.5231481480877846E-2</c:v>
                </c:pt>
                <c:pt idx="3045">
                  <c:v>3.5243055550381541E-2</c:v>
                </c:pt>
                <c:pt idx="3046">
                  <c:v>3.5254629627161194E-2</c:v>
                </c:pt>
                <c:pt idx="3047">
                  <c:v>3.5266203703940846E-2</c:v>
                </c:pt>
                <c:pt idx="3048">
                  <c:v>3.5277777773444541E-2</c:v>
                </c:pt>
                <c:pt idx="3049">
                  <c:v>3.5289351850224193E-2</c:v>
                </c:pt>
                <c:pt idx="3050">
                  <c:v>3.5300925927003846E-2</c:v>
                </c:pt>
                <c:pt idx="3051">
                  <c:v>3.531249999650754E-2</c:v>
                </c:pt>
                <c:pt idx="3052">
                  <c:v>3.5324074073287193E-2</c:v>
                </c:pt>
                <c:pt idx="3053">
                  <c:v>3.5335648142790888E-2</c:v>
                </c:pt>
                <c:pt idx="3054">
                  <c:v>3.534722221957054E-2</c:v>
                </c:pt>
                <c:pt idx="3055">
                  <c:v>3.5358796296350192E-2</c:v>
                </c:pt>
                <c:pt idx="3056">
                  <c:v>3.5370370365853887E-2</c:v>
                </c:pt>
                <c:pt idx="3057">
                  <c:v>3.5381944442633539E-2</c:v>
                </c:pt>
                <c:pt idx="3058">
                  <c:v>3.5393518519413192E-2</c:v>
                </c:pt>
                <c:pt idx="3059">
                  <c:v>3.5405092588916887E-2</c:v>
                </c:pt>
                <c:pt idx="3060">
                  <c:v>3.5416666665696539E-2</c:v>
                </c:pt>
                <c:pt idx="3061">
                  <c:v>3.5428240735200234E-2</c:v>
                </c:pt>
                <c:pt idx="3062">
                  <c:v>3.5439814811979886E-2</c:v>
                </c:pt>
                <c:pt idx="3063">
                  <c:v>3.5451388888759539E-2</c:v>
                </c:pt>
                <c:pt idx="3064">
                  <c:v>3.5462962958263233E-2</c:v>
                </c:pt>
                <c:pt idx="3065">
                  <c:v>3.5474537035042886E-2</c:v>
                </c:pt>
                <c:pt idx="3066">
                  <c:v>3.5486111111822538E-2</c:v>
                </c:pt>
                <c:pt idx="3067">
                  <c:v>3.5497685181326233E-2</c:v>
                </c:pt>
                <c:pt idx="3068">
                  <c:v>3.5509259258105885E-2</c:v>
                </c:pt>
                <c:pt idx="3069">
                  <c:v>3.552083332760958E-2</c:v>
                </c:pt>
                <c:pt idx="3070">
                  <c:v>3.5532407404389232E-2</c:v>
                </c:pt>
                <c:pt idx="3071">
                  <c:v>3.5543981481168885E-2</c:v>
                </c:pt>
                <c:pt idx="3072">
                  <c:v>3.555555555067258E-2</c:v>
                </c:pt>
                <c:pt idx="3073">
                  <c:v>3.5567129627452232E-2</c:v>
                </c:pt>
                <c:pt idx="3074">
                  <c:v>3.5578703704231884E-2</c:v>
                </c:pt>
                <c:pt idx="3075">
                  <c:v>3.5590277773735579E-2</c:v>
                </c:pt>
                <c:pt idx="3076">
                  <c:v>3.5601851850515231E-2</c:v>
                </c:pt>
                <c:pt idx="3077">
                  <c:v>3.5613425920018926E-2</c:v>
                </c:pt>
                <c:pt idx="3078">
                  <c:v>3.5624999996798579E-2</c:v>
                </c:pt>
                <c:pt idx="3079">
                  <c:v>3.5636574073578231E-2</c:v>
                </c:pt>
                <c:pt idx="3080">
                  <c:v>3.5648148143081926E-2</c:v>
                </c:pt>
                <c:pt idx="3081">
                  <c:v>3.5659722219861578E-2</c:v>
                </c:pt>
                <c:pt idx="3082">
                  <c:v>3.5671296296641231E-2</c:v>
                </c:pt>
                <c:pt idx="3083">
                  <c:v>3.5682870366144925E-2</c:v>
                </c:pt>
                <c:pt idx="3084">
                  <c:v>3.5694444442924578E-2</c:v>
                </c:pt>
                <c:pt idx="3085">
                  <c:v>3.570601851970423E-2</c:v>
                </c:pt>
                <c:pt idx="3086">
                  <c:v>3.5717592589207925E-2</c:v>
                </c:pt>
                <c:pt idx="3087">
                  <c:v>3.5729166665987577E-2</c:v>
                </c:pt>
                <c:pt idx="3088">
                  <c:v>3.5740740735491272E-2</c:v>
                </c:pt>
                <c:pt idx="3089">
                  <c:v>3.5752314812270924E-2</c:v>
                </c:pt>
                <c:pt idx="3090">
                  <c:v>3.5763888889050577E-2</c:v>
                </c:pt>
                <c:pt idx="3091">
                  <c:v>3.5775462958554272E-2</c:v>
                </c:pt>
                <c:pt idx="3092">
                  <c:v>3.5787037035333924E-2</c:v>
                </c:pt>
                <c:pt idx="3093">
                  <c:v>3.5798611112113576E-2</c:v>
                </c:pt>
                <c:pt idx="3094">
                  <c:v>3.5810185181617271E-2</c:v>
                </c:pt>
                <c:pt idx="3095">
                  <c:v>3.5821759258396924E-2</c:v>
                </c:pt>
                <c:pt idx="3096">
                  <c:v>3.5833333327900618E-2</c:v>
                </c:pt>
                <c:pt idx="3097">
                  <c:v>3.5844907404680271E-2</c:v>
                </c:pt>
                <c:pt idx="3098">
                  <c:v>3.5856481481459923E-2</c:v>
                </c:pt>
                <c:pt idx="3099">
                  <c:v>3.5868055550963618E-2</c:v>
                </c:pt>
                <c:pt idx="3100">
                  <c:v>3.587962962774327E-2</c:v>
                </c:pt>
                <c:pt idx="3101">
                  <c:v>3.5891203704522923E-2</c:v>
                </c:pt>
                <c:pt idx="3102">
                  <c:v>3.5902777774026617E-2</c:v>
                </c:pt>
                <c:pt idx="3103">
                  <c:v>3.591435185080627E-2</c:v>
                </c:pt>
                <c:pt idx="3104">
                  <c:v>3.5925925920309965E-2</c:v>
                </c:pt>
                <c:pt idx="3105">
                  <c:v>3.5937499997089617E-2</c:v>
                </c:pt>
                <c:pt idx="3106">
                  <c:v>3.5949074073869269E-2</c:v>
                </c:pt>
                <c:pt idx="3107">
                  <c:v>3.5960648143372964E-2</c:v>
                </c:pt>
                <c:pt idx="3108">
                  <c:v>3.5972222220152617E-2</c:v>
                </c:pt>
                <c:pt idx="3109">
                  <c:v>3.5983796296932269E-2</c:v>
                </c:pt>
                <c:pt idx="3110">
                  <c:v>3.5995370366435964E-2</c:v>
                </c:pt>
                <c:pt idx="3111">
                  <c:v>3.6006944443215616E-2</c:v>
                </c:pt>
                <c:pt idx="3112">
                  <c:v>3.6018518512719311E-2</c:v>
                </c:pt>
                <c:pt idx="3113">
                  <c:v>3.6030092589498963E-2</c:v>
                </c:pt>
                <c:pt idx="3114">
                  <c:v>3.6041666666278616E-2</c:v>
                </c:pt>
                <c:pt idx="3115">
                  <c:v>3.605324073578231E-2</c:v>
                </c:pt>
                <c:pt idx="3116">
                  <c:v>3.6064814812561963E-2</c:v>
                </c:pt>
                <c:pt idx="3117">
                  <c:v>3.6076388889341615E-2</c:v>
                </c:pt>
                <c:pt idx="3118">
                  <c:v>3.608796295884531E-2</c:v>
                </c:pt>
                <c:pt idx="3119">
                  <c:v>3.6099537035624962E-2</c:v>
                </c:pt>
                <c:pt idx="3120">
                  <c:v>3.6111111112404615E-2</c:v>
                </c:pt>
                <c:pt idx="3121">
                  <c:v>3.6122685181908309E-2</c:v>
                </c:pt>
                <c:pt idx="3122">
                  <c:v>3.6134259258687962E-2</c:v>
                </c:pt>
                <c:pt idx="3123">
                  <c:v>3.6145833328191657E-2</c:v>
                </c:pt>
                <c:pt idx="3124">
                  <c:v>3.6157407404971309E-2</c:v>
                </c:pt>
                <c:pt idx="3125">
                  <c:v>3.6168981481750961E-2</c:v>
                </c:pt>
                <c:pt idx="3126">
                  <c:v>3.6180555551254656E-2</c:v>
                </c:pt>
                <c:pt idx="3127">
                  <c:v>3.6192129628034309E-2</c:v>
                </c:pt>
                <c:pt idx="3128">
                  <c:v>3.6203703704813961E-2</c:v>
                </c:pt>
                <c:pt idx="3129">
                  <c:v>3.6215277774317656E-2</c:v>
                </c:pt>
                <c:pt idx="3130">
                  <c:v>3.6226851851097308E-2</c:v>
                </c:pt>
                <c:pt idx="3131">
                  <c:v>3.6238425920601003E-2</c:v>
                </c:pt>
                <c:pt idx="3132">
                  <c:v>3.6249999997380655E-2</c:v>
                </c:pt>
                <c:pt idx="3133">
                  <c:v>3.6261574074160308E-2</c:v>
                </c:pt>
                <c:pt idx="3134">
                  <c:v>3.6273148143664002E-2</c:v>
                </c:pt>
                <c:pt idx="3135">
                  <c:v>3.6284722220443655E-2</c:v>
                </c:pt>
                <c:pt idx="3136">
                  <c:v>3.6296296297223307E-2</c:v>
                </c:pt>
                <c:pt idx="3137">
                  <c:v>3.6307870366727002E-2</c:v>
                </c:pt>
                <c:pt idx="3138">
                  <c:v>3.6319444443506654E-2</c:v>
                </c:pt>
                <c:pt idx="3139">
                  <c:v>3.6331018513010349E-2</c:v>
                </c:pt>
                <c:pt idx="3140">
                  <c:v>3.6342592589790002E-2</c:v>
                </c:pt>
                <c:pt idx="3141">
                  <c:v>3.6354166666569654E-2</c:v>
                </c:pt>
                <c:pt idx="3142">
                  <c:v>3.6365740736073349E-2</c:v>
                </c:pt>
                <c:pt idx="3143">
                  <c:v>3.6377314812853001E-2</c:v>
                </c:pt>
                <c:pt idx="3144">
                  <c:v>3.6388888889632653E-2</c:v>
                </c:pt>
                <c:pt idx="3145">
                  <c:v>3.6400462959136348E-2</c:v>
                </c:pt>
                <c:pt idx="3146">
                  <c:v>3.6412037035916001E-2</c:v>
                </c:pt>
                <c:pt idx="3147">
                  <c:v>3.6423611105419695E-2</c:v>
                </c:pt>
                <c:pt idx="3148">
                  <c:v>3.6435185182199348E-2</c:v>
                </c:pt>
                <c:pt idx="3149">
                  <c:v>3.6446759258979E-2</c:v>
                </c:pt>
                <c:pt idx="3150">
                  <c:v>3.6458333328482695E-2</c:v>
                </c:pt>
                <c:pt idx="3151">
                  <c:v>3.6469907405262347E-2</c:v>
                </c:pt>
                <c:pt idx="3152">
                  <c:v>3.6481481482042E-2</c:v>
                </c:pt>
                <c:pt idx="3153">
                  <c:v>3.6493055551545694E-2</c:v>
                </c:pt>
                <c:pt idx="3154">
                  <c:v>3.6504629628325347E-2</c:v>
                </c:pt>
                <c:pt idx="3155">
                  <c:v>3.6516203697829042E-2</c:v>
                </c:pt>
                <c:pt idx="3156">
                  <c:v>3.6527777774608694E-2</c:v>
                </c:pt>
                <c:pt idx="3157">
                  <c:v>3.6539351851388346E-2</c:v>
                </c:pt>
                <c:pt idx="3158">
                  <c:v>3.6550925920892041E-2</c:v>
                </c:pt>
                <c:pt idx="3159">
                  <c:v>3.6562499997671694E-2</c:v>
                </c:pt>
                <c:pt idx="3160">
                  <c:v>3.6574074074451346E-2</c:v>
                </c:pt>
                <c:pt idx="3161">
                  <c:v>3.6585648143955041E-2</c:v>
                </c:pt>
                <c:pt idx="3162">
                  <c:v>3.6597222220734693E-2</c:v>
                </c:pt>
                <c:pt idx="3163">
                  <c:v>3.6608796297514345E-2</c:v>
                </c:pt>
                <c:pt idx="3164">
                  <c:v>3.662037036701804E-2</c:v>
                </c:pt>
                <c:pt idx="3165">
                  <c:v>3.6631944443797693E-2</c:v>
                </c:pt>
                <c:pt idx="3166">
                  <c:v>3.6643518513301387E-2</c:v>
                </c:pt>
                <c:pt idx="3167">
                  <c:v>3.665509259008104E-2</c:v>
                </c:pt>
                <c:pt idx="3168">
                  <c:v>3.6666666666860692E-2</c:v>
                </c:pt>
                <c:pt idx="3169">
                  <c:v>3.6678240736364387E-2</c:v>
                </c:pt>
                <c:pt idx="3170">
                  <c:v>3.6689814813144039E-2</c:v>
                </c:pt>
                <c:pt idx="3171">
                  <c:v>3.6701388889923692E-2</c:v>
                </c:pt>
                <c:pt idx="3172">
                  <c:v>3.6712962959427387E-2</c:v>
                </c:pt>
                <c:pt idx="3173">
                  <c:v>3.6724537036207039E-2</c:v>
                </c:pt>
                <c:pt idx="3174">
                  <c:v>3.6736111105710734E-2</c:v>
                </c:pt>
                <c:pt idx="3175">
                  <c:v>3.6747685182490386E-2</c:v>
                </c:pt>
                <c:pt idx="3176">
                  <c:v>3.6759259259270038E-2</c:v>
                </c:pt>
                <c:pt idx="3177">
                  <c:v>3.6770833328773733E-2</c:v>
                </c:pt>
                <c:pt idx="3178">
                  <c:v>3.6782407405553386E-2</c:v>
                </c:pt>
                <c:pt idx="3179">
                  <c:v>3.6793981482333038E-2</c:v>
                </c:pt>
                <c:pt idx="3180">
                  <c:v>3.6805555551836733E-2</c:v>
                </c:pt>
                <c:pt idx="3181">
                  <c:v>3.6817129628616385E-2</c:v>
                </c:pt>
                <c:pt idx="3182">
                  <c:v>3.682870369812008E-2</c:v>
                </c:pt>
                <c:pt idx="3183">
                  <c:v>3.6840277774899732E-2</c:v>
                </c:pt>
                <c:pt idx="3184">
                  <c:v>3.6851851851679385E-2</c:v>
                </c:pt>
                <c:pt idx="3185">
                  <c:v>3.6863425921183079E-2</c:v>
                </c:pt>
                <c:pt idx="3186">
                  <c:v>3.6874999997962732E-2</c:v>
                </c:pt>
                <c:pt idx="3187">
                  <c:v>3.6886574074742384E-2</c:v>
                </c:pt>
                <c:pt idx="3188">
                  <c:v>3.6898148144246079E-2</c:v>
                </c:pt>
                <c:pt idx="3189">
                  <c:v>3.6909722221025731E-2</c:v>
                </c:pt>
                <c:pt idx="3190">
                  <c:v>3.6921296290529426E-2</c:v>
                </c:pt>
                <c:pt idx="3191">
                  <c:v>3.6932870367309079E-2</c:v>
                </c:pt>
                <c:pt idx="3192">
                  <c:v>3.6944444444088731E-2</c:v>
                </c:pt>
                <c:pt idx="3193">
                  <c:v>3.6956018513592426E-2</c:v>
                </c:pt>
                <c:pt idx="3194">
                  <c:v>3.6967592590372078E-2</c:v>
                </c:pt>
                <c:pt idx="3195">
                  <c:v>3.6979166667151731E-2</c:v>
                </c:pt>
                <c:pt idx="3196">
                  <c:v>3.6990740736655425E-2</c:v>
                </c:pt>
                <c:pt idx="3197">
                  <c:v>3.7002314813435078E-2</c:v>
                </c:pt>
                <c:pt idx="3198">
                  <c:v>3.701388889021473E-2</c:v>
                </c:pt>
                <c:pt idx="3199">
                  <c:v>3.7025462959718425E-2</c:v>
                </c:pt>
                <c:pt idx="3200">
                  <c:v>3.7037037036498077E-2</c:v>
                </c:pt>
                <c:pt idx="3201">
                  <c:v>3.7048611106001772E-2</c:v>
                </c:pt>
                <c:pt idx="3202">
                  <c:v>3.7060185182781424E-2</c:v>
                </c:pt>
                <c:pt idx="3203">
                  <c:v>3.7071759259561077E-2</c:v>
                </c:pt>
                <c:pt idx="3204">
                  <c:v>3.7083333329064772E-2</c:v>
                </c:pt>
                <c:pt idx="3205">
                  <c:v>3.7094907405844424E-2</c:v>
                </c:pt>
                <c:pt idx="3206">
                  <c:v>3.7106481482624076E-2</c:v>
                </c:pt>
                <c:pt idx="3207">
                  <c:v>3.7118055552127771E-2</c:v>
                </c:pt>
                <c:pt idx="3208">
                  <c:v>3.7129629628907423E-2</c:v>
                </c:pt>
                <c:pt idx="3209">
                  <c:v>3.7141203698411118E-2</c:v>
                </c:pt>
                <c:pt idx="3210">
                  <c:v>3.7152777775190771E-2</c:v>
                </c:pt>
                <c:pt idx="3211">
                  <c:v>3.7164351851970423E-2</c:v>
                </c:pt>
                <c:pt idx="3212">
                  <c:v>3.7175925921474118E-2</c:v>
                </c:pt>
                <c:pt idx="3213">
                  <c:v>3.718749999825377E-2</c:v>
                </c:pt>
                <c:pt idx="3214">
                  <c:v>3.7199074075033423E-2</c:v>
                </c:pt>
                <c:pt idx="3215">
                  <c:v>3.7210648144537117E-2</c:v>
                </c:pt>
                <c:pt idx="3216">
                  <c:v>3.722222222131677E-2</c:v>
                </c:pt>
                <c:pt idx="3217">
                  <c:v>3.7233796290820464E-2</c:v>
                </c:pt>
                <c:pt idx="3218">
                  <c:v>3.7245370367600117E-2</c:v>
                </c:pt>
                <c:pt idx="3219">
                  <c:v>3.7256944444379769E-2</c:v>
                </c:pt>
                <c:pt idx="3220">
                  <c:v>3.7268518513883464E-2</c:v>
                </c:pt>
                <c:pt idx="3221">
                  <c:v>3.7280092590663116E-2</c:v>
                </c:pt>
                <c:pt idx="3222">
                  <c:v>3.7291666667442769E-2</c:v>
                </c:pt>
                <c:pt idx="3223">
                  <c:v>3.7303240736946464E-2</c:v>
                </c:pt>
                <c:pt idx="3224">
                  <c:v>3.7314814813726116E-2</c:v>
                </c:pt>
                <c:pt idx="3225">
                  <c:v>3.7326388883229811E-2</c:v>
                </c:pt>
                <c:pt idx="3226">
                  <c:v>3.7337962960009463E-2</c:v>
                </c:pt>
                <c:pt idx="3227">
                  <c:v>3.7349537036789116E-2</c:v>
                </c:pt>
                <c:pt idx="3228">
                  <c:v>3.736111110629281E-2</c:v>
                </c:pt>
                <c:pt idx="3229">
                  <c:v>3.7372685183072463E-2</c:v>
                </c:pt>
                <c:pt idx="3230">
                  <c:v>3.7384259259852115E-2</c:v>
                </c:pt>
                <c:pt idx="3231">
                  <c:v>3.739583332935581E-2</c:v>
                </c:pt>
                <c:pt idx="3232">
                  <c:v>3.7407407406135462E-2</c:v>
                </c:pt>
                <c:pt idx="3233">
                  <c:v>3.7418981475639157E-2</c:v>
                </c:pt>
                <c:pt idx="3234">
                  <c:v>3.7430555552418809E-2</c:v>
                </c:pt>
                <c:pt idx="3235">
                  <c:v>3.7442129629198462E-2</c:v>
                </c:pt>
                <c:pt idx="3236">
                  <c:v>3.7453703698702157E-2</c:v>
                </c:pt>
                <c:pt idx="3237">
                  <c:v>3.7465277775481809E-2</c:v>
                </c:pt>
                <c:pt idx="3238">
                  <c:v>3.7476851852261461E-2</c:v>
                </c:pt>
                <c:pt idx="3239">
                  <c:v>3.7488425921765156E-2</c:v>
                </c:pt>
                <c:pt idx="3240">
                  <c:v>3.7499999998544808E-2</c:v>
                </c:pt>
                <c:pt idx="3241">
                  <c:v>3.7511574075324461E-2</c:v>
                </c:pt>
                <c:pt idx="3242">
                  <c:v>3.7523148144828156E-2</c:v>
                </c:pt>
                <c:pt idx="3243">
                  <c:v>3.7534722221607808E-2</c:v>
                </c:pt>
                <c:pt idx="3244">
                  <c:v>3.7546296291111503E-2</c:v>
                </c:pt>
                <c:pt idx="3245">
                  <c:v>3.7557870367891155E-2</c:v>
                </c:pt>
                <c:pt idx="3246">
                  <c:v>3.7569444444670808E-2</c:v>
                </c:pt>
                <c:pt idx="3247">
                  <c:v>3.7581018514174502E-2</c:v>
                </c:pt>
                <c:pt idx="3248">
                  <c:v>3.7592592590954155E-2</c:v>
                </c:pt>
                <c:pt idx="3249">
                  <c:v>3.7604166667733807E-2</c:v>
                </c:pt>
                <c:pt idx="3250">
                  <c:v>3.7615740737237502E-2</c:v>
                </c:pt>
                <c:pt idx="3251">
                  <c:v>3.7627314814017154E-2</c:v>
                </c:pt>
                <c:pt idx="3252">
                  <c:v>3.7638888883520849E-2</c:v>
                </c:pt>
                <c:pt idx="3253">
                  <c:v>3.7650462960300501E-2</c:v>
                </c:pt>
                <c:pt idx="3254">
                  <c:v>3.7662037037080154E-2</c:v>
                </c:pt>
                <c:pt idx="3255">
                  <c:v>3.7673611106583849E-2</c:v>
                </c:pt>
                <c:pt idx="3256">
                  <c:v>3.7685185183363501E-2</c:v>
                </c:pt>
                <c:pt idx="3257">
                  <c:v>3.7696759260143153E-2</c:v>
                </c:pt>
                <c:pt idx="3258">
                  <c:v>3.7708333329646848E-2</c:v>
                </c:pt>
                <c:pt idx="3259">
                  <c:v>3.7719907406426501E-2</c:v>
                </c:pt>
                <c:pt idx="3260">
                  <c:v>3.7731481475930195E-2</c:v>
                </c:pt>
                <c:pt idx="3261">
                  <c:v>3.7743055552709848E-2</c:v>
                </c:pt>
                <c:pt idx="3262">
                  <c:v>3.77546296294895E-2</c:v>
                </c:pt>
                <c:pt idx="3263">
                  <c:v>3.7766203698993195E-2</c:v>
                </c:pt>
                <c:pt idx="3264">
                  <c:v>3.7777777775772847E-2</c:v>
                </c:pt>
                <c:pt idx="3265">
                  <c:v>3.77893518525525E-2</c:v>
                </c:pt>
                <c:pt idx="3266">
                  <c:v>3.7800925922056194E-2</c:v>
                </c:pt>
                <c:pt idx="3267">
                  <c:v>3.7812499998835847E-2</c:v>
                </c:pt>
                <c:pt idx="3268">
                  <c:v>3.7824074068339542E-2</c:v>
                </c:pt>
                <c:pt idx="3269">
                  <c:v>3.7835648145119194E-2</c:v>
                </c:pt>
                <c:pt idx="3270">
                  <c:v>3.7847222221898846E-2</c:v>
                </c:pt>
                <c:pt idx="3271">
                  <c:v>3.7858796291402541E-2</c:v>
                </c:pt>
                <c:pt idx="3272">
                  <c:v>3.7870370368182193E-2</c:v>
                </c:pt>
                <c:pt idx="3273">
                  <c:v>3.7881944444961846E-2</c:v>
                </c:pt>
                <c:pt idx="3274">
                  <c:v>3.7893518514465541E-2</c:v>
                </c:pt>
                <c:pt idx="3275">
                  <c:v>3.7905092591245193E-2</c:v>
                </c:pt>
                <c:pt idx="3276">
                  <c:v>3.7916666660748888E-2</c:v>
                </c:pt>
                <c:pt idx="3277">
                  <c:v>3.792824073752854E-2</c:v>
                </c:pt>
                <c:pt idx="3278">
                  <c:v>3.7939814814308193E-2</c:v>
                </c:pt>
                <c:pt idx="3279">
                  <c:v>3.7951388883811887E-2</c:v>
                </c:pt>
                <c:pt idx="3280">
                  <c:v>3.796296296059154E-2</c:v>
                </c:pt>
                <c:pt idx="3281">
                  <c:v>3.7974537037371192E-2</c:v>
                </c:pt>
                <c:pt idx="3282">
                  <c:v>3.7986111106874887E-2</c:v>
                </c:pt>
                <c:pt idx="3283">
                  <c:v>3.7997685183654539E-2</c:v>
                </c:pt>
                <c:pt idx="3284">
                  <c:v>3.8009259260434192E-2</c:v>
                </c:pt>
                <c:pt idx="3285">
                  <c:v>3.8020833329937886E-2</c:v>
                </c:pt>
                <c:pt idx="3286">
                  <c:v>3.8032407406717539E-2</c:v>
                </c:pt>
                <c:pt idx="3287">
                  <c:v>3.8043981476221234E-2</c:v>
                </c:pt>
                <c:pt idx="3288">
                  <c:v>3.8055555553000886E-2</c:v>
                </c:pt>
                <c:pt idx="3289">
                  <c:v>3.8067129629780538E-2</c:v>
                </c:pt>
                <c:pt idx="3290">
                  <c:v>3.8078703699284233E-2</c:v>
                </c:pt>
                <c:pt idx="3291">
                  <c:v>3.8090277776063886E-2</c:v>
                </c:pt>
                <c:pt idx="3292">
                  <c:v>3.8101851852843538E-2</c:v>
                </c:pt>
                <c:pt idx="3293">
                  <c:v>3.8113425922347233E-2</c:v>
                </c:pt>
                <c:pt idx="3294">
                  <c:v>3.8124999999126885E-2</c:v>
                </c:pt>
                <c:pt idx="3295">
                  <c:v>3.813657406863058E-2</c:v>
                </c:pt>
                <c:pt idx="3296">
                  <c:v>3.8148148145410232E-2</c:v>
                </c:pt>
                <c:pt idx="3297">
                  <c:v>3.8159722222189885E-2</c:v>
                </c:pt>
                <c:pt idx="3298">
                  <c:v>3.8171296291693579E-2</c:v>
                </c:pt>
                <c:pt idx="3299">
                  <c:v>3.8182870368473232E-2</c:v>
                </c:pt>
                <c:pt idx="3300">
                  <c:v>3.8194444445252884E-2</c:v>
                </c:pt>
                <c:pt idx="3301">
                  <c:v>3.8206018514756579E-2</c:v>
                </c:pt>
                <c:pt idx="3302">
                  <c:v>3.8217592591536231E-2</c:v>
                </c:pt>
                <c:pt idx="3303">
                  <c:v>3.8229166661039926E-2</c:v>
                </c:pt>
                <c:pt idx="3304">
                  <c:v>3.8240740737819578E-2</c:v>
                </c:pt>
                <c:pt idx="3305">
                  <c:v>3.8252314814599231E-2</c:v>
                </c:pt>
                <c:pt idx="3306">
                  <c:v>3.8263888884102926E-2</c:v>
                </c:pt>
                <c:pt idx="3307">
                  <c:v>3.8275462960882578E-2</c:v>
                </c:pt>
                <c:pt idx="3308">
                  <c:v>3.828703703766223E-2</c:v>
                </c:pt>
                <c:pt idx="3309">
                  <c:v>3.8298611107165925E-2</c:v>
                </c:pt>
                <c:pt idx="3310">
                  <c:v>3.8310185183945578E-2</c:v>
                </c:pt>
                <c:pt idx="3311">
                  <c:v>3.8321759253449272E-2</c:v>
                </c:pt>
                <c:pt idx="3312">
                  <c:v>3.8333333330228925E-2</c:v>
                </c:pt>
                <c:pt idx="3313">
                  <c:v>3.8344907407008577E-2</c:v>
                </c:pt>
                <c:pt idx="3314">
                  <c:v>3.8356481476512272E-2</c:v>
                </c:pt>
                <c:pt idx="3315">
                  <c:v>3.8368055553291924E-2</c:v>
                </c:pt>
                <c:pt idx="3316">
                  <c:v>3.8379629630071577E-2</c:v>
                </c:pt>
                <c:pt idx="3317">
                  <c:v>3.8391203699575271E-2</c:v>
                </c:pt>
                <c:pt idx="3318">
                  <c:v>3.8402777776354924E-2</c:v>
                </c:pt>
                <c:pt idx="3319">
                  <c:v>3.8414351853134576E-2</c:v>
                </c:pt>
                <c:pt idx="3320">
                  <c:v>3.8425925922638271E-2</c:v>
                </c:pt>
                <c:pt idx="3321">
                  <c:v>3.8437499999417923E-2</c:v>
                </c:pt>
                <c:pt idx="3322">
                  <c:v>3.8449074068921618E-2</c:v>
                </c:pt>
                <c:pt idx="3323">
                  <c:v>3.8460648145701271E-2</c:v>
                </c:pt>
                <c:pt idx="3324">
                  <c:v>3.8472222222480923E-2</c:v>
                </c:pt>
                <c:pt idx="3325">
                  <c:v>3.8483796291984618E-2</c:v>
                </c:pt>
                <c:pt idx="3326">
                  <c:v>3.849537036876427E-2</c:v>
                </c:pt>
                <c:pt idx="3327">
                  <c:v>3.8506944445543922E-2</c:v>
                </c:pt>
                <c:pt idx="3328">
                  <c:v>3.8518518515047617E-2</c:v>
                </c:pt>
                <c:pt idx="3329">
                  <c:v>3.853009259182727E-2</c:v>
                </c:pt>
                <c:pt idx="3330">
                  <c:v>3.8541666661330964E-2</c:v>
                </c:pt>
                <c:pt idx="3331">
                  <c:v>3.8553240738110617E-2</c:v>
                </c:pt>
                <c:pt idx="3332">
                  <c:v>3.8564814814890269E-2</c:v>
                </c:pt>
                <c:pt idx="3333">
                  <c:v>3.8576388884393964E-2</c:v>
                </c:pt>
                <c:pt idx="3334">
                  <c:v>3.8587962961173616E-2</c:v>
                </c:pt>
                <c:pt idx="3335">
                  <c:v>3.8599537037953269E-2</c:v>
                </c:pt>
                <c:pt idx="3336">
                  <c:v>3.8611111107456964E-2</c:v>
                </c:pt>
                <c:pt idx="3337">
                  <c:v>3.8622685184236616E-2</c:v>
                </c:pt>
                <c:pt idx="3338">
                  <c:v>3.8634259253740311E-2</c:v>
                </c:pt>
                <c:pt idx="3339">
                  <c:v>3.8645833330519963E-2</c:v>
                </c:pt>
                <c:pt idx="3340">
                  <c:v>3.8657407407299615E-2</c:v>
                </c:pt>
                <c:pt idx="3341">
                  <c:v>3.866898147680331E-2</c:v>
                </c:pt>
                <c:pt idx="3342">
                  <c:v>3.8680555553582963E-2</c:v>
                </c:pt>
                <c:pt idx="3343">
                  <c:v>3.8692129630362615E-2</c:v>
                </c:pt>
                <c:pt idx="3344">
                  <c:v>3.870370369986631E-2</c:v>
                </c:pt>
                <c:pt idx="3345">
                  <c:v>3.8715277776645962E-2</c:v>
                </c:pt>
                <c:pt idx="3346">
                  <c:v>3.8726851846149657E-2</c:v>
                </c:pt>
                <c:pt idx="3347">
                  <c:v>3.8738425922929309E-2</c:v>
                </c:pt>
                <c:pt idx="3348">
                  <c:v>3.8749999999708962E-2</c:v>
                </c:pt>
                <c:pt idx="3349">
                  <c:v>3.8761574069212656E-2</c:v>
                </c:pt>
                <c:pt idx="3350">
                  <c:v>3.8773148145992309E-2</c:v>
                </c:pt>
                <c:pt idx="3351">
                  <c:v>3.8784722222771961E-2</c:v>
                </c:pt>
                <c:pt idx="3352">
                  <c:v>3.8796296292275656E-2</c:v>
                </c:pt>
                <c:pt idx="3353">
                  <c:v>3.8807870369055308E-2</c:v>
                </c:pt>
                <c:pt idx="3354">
                  <c:v>3.8819444438559003E-2</c:v>
                </c:pt>
                <c:pt idx="3355">
                  <c:v>3.8831018515338656E-2</c:v>
                </c:pt>
                <c:pt idx="3356">
                  <c:v>3.8842592592118308E-2</c:v>
                </c:pt>
                <c:pt idx="3357">
                  <c:v>3.8854166661622003E-2</c:v>
                </c:pt>
                <c:pt idx="3358">
                  <c:v>3.8865740738401655E-2</c:v>
                </c:pt>
                <c:pt idx="3359">
                  <c:v>3.8877314815181307E-2</c:v>
                </c:pt>
                <c:pt idx="3360">
                  <c:v>3.8888888884685002E-2</c:v>
                </c:pt>
                <c:pt idx="3361">
                  <c:v>3.8900462961464655E-2</c:v>
                </c:pt>
                <c:pt idx="3362">
                  <c:v>3.8912037038244307E-2</c:v>
                </c:pt>
                <c:pt idx="3363">
                  <c:v>3.8923611107748002E-2</c:v>
                </c:pt>
                <c:pt idx="3364">
                  <c:v>3.8935185184527654E-2</c:v>
                </c:pt>
                <c:pt idx="3365">
                  <c:v>3.8946759254031349E-2</c:v>
                </c:pt>
                <c:pt idx="3366">
                  <c:v>3.8958333330811001E-2</c:v>
                </c:pt>
                <c:pt idx="3367">
                  <c:v>3.8969907407590654E-2</c:v>
                </c:pt>
                <c:pt idx="3368">
                  <c:v>3.8981481477094349E-2</c:v>
                </c:pt>
                <c:pt idx="3369">
                  <c:v>3.8993055553874001E-2</c:v>
                </c:pt>
                <c:pt idx="3370">
                  <c:v>3.9004629630653653E-2</c:v>
                </c:pt>
                <c:pt idx="3371">
                  <c:v>3.9016203700157348E-2</c:v>
                </c:pt>
                <c:pt idx="3372">
                  <c:v>3.9027777776937E-2</c:v>
                </c:pt>
                <c:pt idx="3373">
                  <c:v>3.9039351846440695E-2</c:v>
                </c:pt>
                <c:pt idx="3374">
                  <c:v>3.9050925923220348E-2</c:v>
                </c:pt>
                <c:pt idx="3375">
                  <c:v>3.90625E-2</c:v>
                </c:pt>
                <c:pt idx="3376">
                  <c:v>3.9074074069503695E-2</c:v>
                </c:pt>
                <c:pt idx="3377">
                  <c:v>3.9085648146283347E-2</c:v>
                </c:pt>
                <c:pt idx="3378">
                  <c:v>3.9097222223063E-2</c:v>
                </c:pt>
                <c:pt idx="3379">
                  <c:v>3.9108796292566694E-2</c:v>
                </c:pt>
                <c:pt idx="3380">
                  <c:v>3.9120370369346347E-2</c:v>
                </c:pt>
                <c:pt idx="3381">
                  <c:v>3.9131944438850041E-2</c:v>
                </c:pt>
                <c:pt idx="3382">
                  <c:v>3.9143518515629694E-2</c:v>
                </c:pt>
                <c:pt idx="3383">
                  <c:v>3.9155092592409346E-2</c:v>
                </c:pt>
                <c:pt idx="3384">
                  <c:v>3.9166666661913041E-2</c:v>
                </c:pt>
                <c:pt idx="3385">
                  <c:v>3.9178240738692693E-2</c:v>
                </c:pt>
                <c:pt idx="3386">
                  <c:v>3.9189814815472346E-2</c:v>
                </c:pt>
                <c:pt idx="3387">
                  <c:v>3.9201388884976041E-2</c:v>
                </c:pt>
                <c:pt idx="3388">
                  <c:v>3.9212962961755693E-2</c:v>
                </c:pt>
                <c:pt idx="3389">
                  <c:v>3.9224537031259388E-2</c:v>
                </c:pt>
                <c:pt idx="3390">
                  <c:v>3.923611110803904E-2</c:v>
                </c:pt>
                <c:pt idx="3391">
                  <c:v>3.9247685184818693E-2</c:v>
                </c:pt>
                <c:pt idx="3392">
                  <c:v>3.9259259254322387E-2</c:v>
                </c:pt>
                <c:pt idx="3393">
                  <c:v>3.927083333110204E-2</c:v>
                </c:pt>
                <c:pt idx="3394">
                  <c:v>3.9282407407881692E-2</c:v>
                </c:pt>
                <c:pt idx="3395">
                  <c:v>3.9293981477385387E-2</c:v>
                </c:pt>
                <c:pt idx="3396">
                  <c:v>3.9305555554165039E-2</c:v>
                </c:pt>
                <c:pt idx="3397">
                  <c:v>3.9317129630944692E-2</c:v>
                </c:pt>
                <c:pt idx="3398">
                  <c:v>3.9328703700448386E-2</c:v>
                </c:pt>
                <c:pt idx="3399">
                  <c:v>3.9340277777228039E-2</c:v>
                </c:pt>
                <c:pt idx="3400">
                  <c:v>3.9351851846731734E-2</c:v>
                </c:pt>
                <c:pt idx="3401">
                  <c:v>3.9363425923511386E-2</c:v>
                </c:pt>
                <c:pt idx="3402">
                  <c:v>3.9375000000291038E-2</c:v>
                </c:pt>
                <c:pt idx="3403">
                  <c:v>3.9386574069794733E-2</c:v>
                </c:pt>
                <c:pt idx="3404">
                  <c:v>3.9398148146574385E-2</c:v>
                </c:pt>
                <c:pt idx="3405">
                  <c:v>3.9409722223354038E-2</c:v>
                </c:pt>
                <c:pt idx="3406">
                  <c:v>3.9421296292857733E-2</c:v>
                </c:pt>
                <c:pt idx="3407">
                  <c:v>3.9432870369637385E-2</c:v>
                </c:pt>
                <c:pt idx="3408">
                  <c:v>3.944444443914108E-2</c:v>
                </c:pt>
                <c:pt idx="3409">
                  <c:v>3.9456018515920732E-2</c:v>
                </c:pt>
                <c:pt idx="3410">
                  <c:v>3.9467592592700385E-2</c:v>
                </c:pt>
                <c:pt idx="3411">
                  <c:v>3.9479166662204079E-2</c:v>
                </c:pt>
                <c:pt idx="3412">
                  <c:v>3.9490740738983732E-2</c:v>
                </c:pt>
                <c:pt idx="3413">
                  <c:v>3.9502314815763384E-2</c:v>
                </c:pt>
                <c:pt idx="3414">
                  <c:v>3.9513888885267079E-2</c:v>
                </c:pt>
                <c:pt idx="3415">
                  <c:v>3.9525462962046731E-2</c:v>
                </c:pt>
                <c:pt idx="3416">
                  <c:v>3.9537037031550426E-2</c:v>
                </c:pt>
                <c:pt idx="3417">
                  <c:v>3.9548611108330078E-2</c:v>
                </c:pt>
                <c:pt idx="3418">
                  <c:v>3.9560185185109731E-2</c:v>
                </c:pt>
                <c:pt idx="3419">
                  <c:v>3.9571759254613426E-2</c:v>
                </c:pt>
                <c:pt idx="3420">
                  <c:v>3.9583333331393078E-2</c:v>
                </c:pt>
                <c:pt idx="3421">
                  <c:v>3.959490740817273E-2</c:v>
                </c:pt>
                <c:pt idx="3422">
                  <c:v>3.9606481477676425E-2</c:v>
                </c:pt>
                <c:pt idx="3423">
                  <c:v>3.9618055554456078E-2</c:v>
                </c:pt>
                <c:pt idx="3424">
                  <c:v>3.9629629623959772E-2</c:v>
                </c:pt>
                <c:pt idx="3425">
                  <c:v>3.9641203700739425E-2</c:v>
                </c:pt>
                <c:pt idx="3426">
                  <c:v>3.9652777777519077E-2</c:v>
                </c:pt>
                <c:pt idx="3427">
                  <c:v>3.9664351847022772E-2</c:v>
                </c:pt>
                <c:pt idx="3428">
                  <c:v>3.9675925923802424E-2</c:v>
                </c:pt>
                <c:pt idx="3429">
                  <c:v>3.9687500000582077E-2</c:v>
                </c:pt>
                <c:pt idx="3430">
                  <c:v>3.9699074070085771E-2</c:v>
                </c:pt>
                <c:pt idx="3431">
                  <c:v>3.9710648146865424E-2</c:v>
                </c:pt>
                <c:pt idx="3432">
                  <c:v>3.9722222216369119E-2</c:v>
                </c:pt>
                <c:pt idx="3433">
                  <c:v>3.9733796293148771E-2</c:v>
                </c:pt>
                <c:pt idx="3434">
                  <c:v>3.9745370369928423E-2</c:v>
                </c:pt>
                <c:pt idx="3435">
                  <c:v>3.9756944439432118E-2</c:v>
                </c:pt>
                <c:pt idx="3436">
                  <c:v>3.976851851621177E-2</c:v>
                </c:pt>
                <c:pt idx="3437">
                  <c:v>3.9780092592991423E-2</c:v>
                </c:pt>
                <c:pt idx="3438">
                  <c:v>3.9791666662495118E-2</c:v>
                </c:pt>
                <c:pt idx="3439">
                  <c:v>3.980324073927477E-2</c:v>
                </c:pt>
                <c:pt idx="3440">
                  <c:v>3.9814814816054422E-2</c:v>
                </c:pt>
                <c:pt idx="3441">
                  <c:v>3.9826388885558117E-2</c:v>
                </c:pt>
                <c:pt idx="3442">
                  <c:v>3.983796296233777E-2</c:v>
                </c:pt>
                <c:pt idx="3443">
                  <c:v>3.9849537031841464E-2</c:v>
                </c:pt>
                <c:pt idx="3444">
                  <c:v>3.9861111108621117E-2</c:v>
                </c:pt>
                <c:pt idx="3445">
                  <c:v>3.9872685185400769E-2</c:v>
                </c:pt>
                <c:pt idx="3446">
                  <c:v>3.9884259254904464E-2</c:v>
                </c:pt>
                <c:pt idx="3447">
                  <c:v>3.9895833331684116E-2</c:v>
                </c:pt>
                <c:pt idx="3448">
                  <c:v>3.9907407408463769E-2</c:v>
                </c:pt>
                <c:pt idx="3449">
                  <c:v>3.9918981477967463E-2</c:v>
                </c:pt>
                <c:pt idx="3450">
                  <c:v>3.9930555554747116E-2</c:v>
                </c:pt>
                <c:pt idx="3451">
                  <c:v>3.9942129624250811E-2</c:v>
                </c:pt>
                <c:pt idx="3452">
                  <c:v>3.9953703701030463E-2</c:v>
                </c:pt>
                <c:pt idx="3453">
                  <c:v>3.9965277777810115E-2</c:v>
                </c:pt>
                <c:pt idx="3454">
                  <c:v>3.997685184731381E-2</c:v>
                </c:pt>
                <c:pt idx="3455">
                  <c:v>3.9988425924093463E-2</c:v>
                </c:pt>
                <c:pt idx="3456">
                  <c:v>4.0000000000873115E-2</c:v>
                </c:pt>
                <c:pt idx="3457">
                  <c:v>4.001157407037681E-2</c:v>
                </c:pt>
                <c:pt idx="3458">
                  <c:v>4.0023148147156462E-2</c:v>
                </c:pt>
                <c:pt idx="3459">
                  <c:v>4.0034722216660157E-2</c:v>
                </c:pt>
                <c:pt idx="3460">
                  <c:v>4.0046296293439809E-2</c:v>
                </c:pt>
                <c:pt idx="3461">
                  <c:v>4.0057870370219462E-2</c:v>
                </c:pt>
                <c:pt idx="3462">
                  <c:v>4.0069444439723156E-2</c:v>
                </c:pt>
                <c:pt idx="3463">
                  <c:v>4.0081018516502809E-2</c:v>
                </c:pt>
                <c:pt idx="3464">
                  <c:v>4.0092592593282461E-2</c:v>
                </c:pt>
                <c:pt idx="3465">
                  <c:v>4.0104166662786156E-2</c:v>
                </c:pt>
                <c:pt idx="3466">
                  <c:v>4.0115740739565808E-2</c:v>
                </c:pt>
                <c:pt idx="3467">
                  <c:v>4.0127314809069503E-2</c:v>
                </c:pt>
                <c:pt idx="3468">
                  <c:v>4.0138888885849155E-2</c:v>
                </c:pt>
                <c:pt idx="3469">
                  <c:v>4.0150462962628808E-2</c:v>
                </c:pt>
                <c:pt idx="3470">
                  <c:v>4.0162037032132503E-2</c:v>
                </c:pt>
                <c:pt idx="3471">
                  <c:v>4.0173611108912155E-2</c:v>
                </c:pt>
                <c:pt idx="3472">
                  <c:v>4.0185185185691807E-2</c:v>
                </c:pt>
                <c:pt idx="3473">
                  <c:v>4.0196759255195502E-2</c:v>
                </c:pt>
                <c:pt idx="3474">
                  <c:v>4.0208333331975155E-2</c:v>
                </c:pt>
                <c:pt idx="3475">
                  <c:v>4.0219907401478849E-2</c:v>
                </c:pt>
                <c:pt idx="3476">
                  <c:v>4.0231481478258502E-2</c:v>
                </c:pt>
                <c:pt idx="3477">
                  <c:v>4.0243055555038154E-2</c:v>
                </c:pt>
                <c:pt idx="3478">
                  <c:v>4.0254629624541849E-2</c:v>
                </c:pt>
                <c:pt idx="3479">
                  <c:v>4.0266203701321501E-2</c:v>
                </c:pt>
                <c:pt idx="3480">
                  <c:v>4.0277777778101154E-2</c:v>
                </c:pt>
                <c:pt idx="3481">
                  <c:v>4.0289351847604848E-2</c:v>
                </c:pt>
                <c:pt idx="3482">
                  <c:v>4.0300925924384501E-2</c:v>
                </c:pt>
                <c:pt idx="3483">
                  <c:v>4.0312500001164153E-2</c:v>
                </c:pt>
                <c:pt idx="3484">
                  <c:v>4.0324074070667848E-2</c:v>
                </c:pt>
                <c:pt idx="3485">
                  <c:v>4.03356481474475E-2</c:v>
                </c:pt>
                <c:pt idx="3486">
                  <c:v>4.0347222216951195E-2</c:v>
                </c:pt>
                <c:pt idx="3487">
                  <c:v>4.0358796293730848E-2</c:v>
                </c:pt>
                <c:pt idx="3488">
                  <c:v>4.03703703705105E-2</c:v>
                </c:pt>
                <c:pt idx="3489">
                  <c:v>4.0381944440014195E-2</c:v>
                </c:pt>
                <c:pt idx="3490">
                  <c:v>4.0393518516793847E-2</c:v>
                </c:pt>
                <c:pt idx="3491">
                  <c:v>4.0405092593573499E-2</c:v>
                </c:pt>
                <c:pt idx="3492">
                  <c:v>4.0416666663077194E-2</c:v>
                </c:pt>
                <c:pt idx="3493">
                  <c:v>4.0428240739856847E-2</c:v>
                </c:pt>
                <c:pt idx="3494">
                  <c:v>4.0439814809360541E-2</c:v>
                </c:pt>
                <c:pt idx="3495">
                  <c:v>4.0451388886140194E-2</c:v>
                </c:pt>
                <c:pt idx="3496">
                  <c:v>4.0462962962919846E-2</c:v>
                </c:pt>
                <c:pt idx="3497">
                  <c:v>4.0474537032423541E-2</c:v>
                </c:pt>
                <c:pt idx="3498">
                  <c:v>4.0486111109203193E-2</c:v>
                </c:pt>
                <c:pt idx="3499">
                  <c:v>4.0497685185982846E-2</c:v>
                </c:pt>
                <c:pt idx="3500">
                  <c:v>4.050925925548654E-2</c:v>
                </c:pt>
                <c:pt idx="3501">
                  <c:v>4.0520833332266193E-2</c:v>
                </c:pt>
                <c:pt idx="3502">
                  <c:v>4.0532407401769888E-2</c:v>
                </c:pt>
                <c:pt idx="3503">
                  <c:v>4.054398147854954E-2</c:v>
                </c:pt>
                <c:pt idx="3504">
                  <c:v>4.0555555555329192E-2</c:v>
                </c:pt>
                <c:pt idx="3505">
                  <c:v>4.0567129624832887E-2</c:v>
                </c:pt>
                <c:pt idx="3506">
                  <c:v>4.057870370161254E-2</c:v>
                </c:pt>
                <c:pt idx="3507">
                  <c:v>4.0590277778392192E-2</c:v>
                </c:pt>
                <c:pt idx="3508">
                  <c:v>4.0601851847895887E-2</c:v>
                </c:pt>
                <c:pt idx="3509">
                  <c:v>4.0613425924675539E-2</c:v>
                </c:pt>
                <c:pt idx="3510">
                  <c:v>4.0624999994179234E-2</c:v>
                </c:pt>
                <c:pt idx="3511">
                  <c:v>4.0636574070958886E-2</c:v>
                </c:pt>
                <c:pt idx="3512">
                  <c:v>4.0648148147738539E-2</c:v>
                </c:pt>
                <c:pt idx="3513">
                  <c:v>4.0659722217242233E-2</c:v>
                </c:pt>
                <c:pt idx="3514">
                  <c:v>4.0671296294021886E-2</c:v>
                </c:pt>
                <c:pt idx="3515">
                  <c:v>4.0682870370801538E-2</c:v>
                </c:pt>
                <c:pt idx="3516">
                  <c:v>4.0694444440305233E-2</c:v>
                </c:pt>
                <c:pt idx="3517">
                  <c:v>4.0706018517084885E-2</c:v>
                </c:pt>
                <c:pt idx="3518">
                  <c:v>4.0717592593864538E-2</c:v>
                </c:pt>
                <c:pt idx="3519">
                  <c:v>4.0729166663368233E-2</c:v>
                </c:pt>
                <c:pt idx="3520">
                  <c:v>4.0740740740147885E-2</c:v>
                </c:pt>
                <c:pt idx="3521">
                  <c:v>4.075231480965158E-2</c:v>
                </c:pt>
                <c:pt idx="3522">
                  <c:v>4.0763888886431232E-2</c:v>
                </c:pt>
                <c:pt idx="3523">
                  <c:v>4.0775462963210884E-2</c:v>
                </c:pt>
                <c:pt idx="3524">
                  <c:v>4.0787037032714579E-2</c:v>
                </c:pt>
                <c:pt idx="3525">
                  <c:v>4.0798611109494232E-2</c:v>
                </c:pt>
                <c:pt idx="3526">
                  <c:v>4.0810185186273884E-2</c:v>
                </c:pt>
                <c:pt idx="3527">
                  <c:v>4.0821759255777579E-2</c:v>
                </c:pt>
                <c:pt idx="3528">
                  <c:v>4.0833333332557231E-2</c:v>
                </c:pt>
                <c:pt idx="3529">
                  <c:v>4.0844907402060926E-2</c:v>
                </c:pt>
                <c:pt idx="3530">
                  <c:v>4.0856481478840578E-2</c:v>
                </c:pt>
                <c:pt idx="3531">
                  <c:v>4.0868055555620231E-2</c:v>
                </c:pt>
                <c:pt idx="3532">
                  <c:v>4.0879629625123926E-2</c:v>
                </c:pt>
                <c:pt idx="3533">
                  <c:v>4.0891203701903578E-2</c:v>
                </c:pt>
                <c:pt idx="3534">
                  <c:v>4.090277777868323E-2</c:v>
                </c:pt>
                <c:pt idx="3535">
                  <c:v>4.0914351848186925E-2</c:v>
                </c:pt>
                <c:pt idx="3536">
                  <c:v>4.0925925924966577E-2</c:v>
                </c:pt>
                <c:pt idx="3537">
                  <c:v>4.0937499994470272E-2</c:v>
                </c:pt>
                <c:pt idx="3538">
                  <c:v>4.0949074071249925E-2</c:v>
                </c:pt>
                <c:pt idx="3539">
                  <c:v>4.0960648148029577E-2</c:v>
                </c:pt>
                <c:pt idx="3540">
                  <c:v>4.0972222217533272E-2</c:v>
                </c:pt>
                <c:pt idx="3541">
                  <c:v>4.0983796294312924E-2</c:v>
                </c:pt>
                <c:pt idx="3542">
                  <c:v>4.0995370371092577E-2</c:v>
                </c:pt>
                <c:pt idx="3543">
                  <c:v>4.1006944440596271E-2</c:v>
                </c:pt>
                <c:pt idx="3544">
                  <c:v>4.1018518517375924E-2</c:v>
                </c:pt>
                <c:pt idx="3545">
                  <c:v>4.1030092586879618E-2</c:v>
                </c:pt>
                <c:pt idx="3546">
                  <c:v>4.1041666663659271E-2</c:v>
                </c:pt>
                <c:pt idx="3547">
                  <c:v>4.1053240740438923E-2</c:v>
                </c:pt>
                <c:pt idx="3548">
                  <c:v>4.1064814809942618E-2</c:v>
                </c:pt>
                <c:pt idx="3549">
                  <c:v>4.107638888672227E-2</c:v>
                </c:pt>
                <c:pt idx="3550">
                  <c:v>4.1087962963501923E-2</c:v>
                </c:pt>
                <c:pt idx="3551">
                  <c:v>4.1099537033005618E-2</c:v>
                </c:pt>
                <c:pt idx="3552">
                  <c:v>4.111111110978527E-2</c:v>
                </c:pt>
                <c:pt idx="3553">
                  <c:v>4.1122685179288965E-2</c:v>
                </c:pt>
                <c:pt idx="3554">
                  <c:v>4.1134259256068617E-2</c:v>
                </c:pt>
                <c:pt idx="3555">
                  <c:v>4.1145833332848269E-2</c:v>
                </c:pt>
                <c:pt idx="3556">
                  <c:v>4.1157407402351964E-2</c:v>
                </c:pt>
                <c:pt idx="3557">
                  <c:v>4.1168981479131617E-2</c:v>
                </c:pt>
                <c:pt idx="3558">
                  <c:v>4.1180555555911269E-2</c:v>
                </c:pt>
                <c:pt idx="3559">
                  <c:v>4.1192129625414964E-2</c:v>
                </c:pt>
                <c:pt idx="3560">
                  <c:v>4.1203703702194616E-2</c:v>
                </c:pt>
                <c:pt idx="3561">
                  <c:v>4.1215277778974269E-2</c:v>
                </c:pt>
                <c:pt idx="3562">
                  <c:v>4.1226851848477963E-2</c:v>
                </c:pt>
                <c:pt idx="3563">
                  <c:v>4.1238425925257616E-2</c:v>
                </c:pt>
                <c:pt idx="3564">
                  <c:v>4.1249999994761311E-2</c:v>
                </c:pt>
                <c:pt idx="3565">
                  <c:v>4.1261574071540963E-2</c:v>
                </c:pt>
                <c:pt idx="3566">
                  <c:v>4.1273148148320615E-2</c:v>
                </c:pt>
                <c:pt idx="3567">
                  <c:v>4.128472221782431E-2</c:v>
                </c:pt>
                <c:pt idx="3568">
                  <c:v>4.1296296294603962E-2</c:v>
                </c:pt>
                <c:pt idx="3569">
                  <c:v>4.1307870371383615E-2</c:v>
                </c:pt>
                <c:pt idx="3570">
                  <c:v>4.131944444088731E-2</c:v>
                </c:pt>
                <c:pt idx="3571">
                  <c:v>4.1331018517666962E-2</c:v>
                </c:pt>
                <c:pt idx="3572">
                  <c:v>4.1342592587170657E-2</c:v>
                </c:pt>
                <c:pt idx="3573">
                  <c:v>4.1354166663950309E-2</c:v>
                </c:pt>
                <c:pt idx="3574">
                  <c:v>4.1365740740729962E-2</c:v>
                </c:pt>
                <c:pt idx="3575">
                  <c:v>4.1377314810233656E-2</c:v>
                </c:pt>
                <c:pt idx="3576">
                  <c:v>4.1388888887013309E-2</c:v>
                </c:pt>
                <c:pt idx="3577">
                  <c:v>4.1400462963792961E-2</c:v>
                </c:pt>
                <c:pt idx="3578">
                  <c:v>4.1412037033296656E-2</c:v>
                </c:pt>
                <c:pt idx="3579">
                  <c:v>4.1423611110076308E-2</c:v>
                </c:pt>
                <c:pt idx="3580">
                  <c:v>4.1435185179580003E-2</c:v>
                </c:pt>
                <c:pt idx="3581">
                  <c:v>4.1446759256359655E-2</c:v>
                </c:pt>
                <c:pt idx="3582">
                  <c:v>4.1458333333139308E-2</c:v>
                </c:pt>
                <c:pt idx="3583">
                  <c:v>4.1469907402643003E-2</c:v>
                </c:pt>
                <c:pt idx="3584">
                  <c:v>4.1481481479422655E-2</c:v>
                </c:pt>
                <c:pt idx="3585">
                  <c:v>4.1493055556202307E-2</c:v>
                </c:pt>
                <c:pt idx="3586">
                  <c:v>4.1504629625706002E-2</c:v>
                </c:pt>
                <c:pt idx="3587">
                  <c:v>4.1516203702485655E-2</c:v>
                </c:pt>
                <c:pt idx="3588">
                  <c:v>4.1527777771989349E-2</c:v>
                </c:pt>
                <c:pt idx="3589">
                  <c:v>4.1539351848769002E-2</c:v>
                </c:pt>
                <c:pt idx="3590">
                  <c:v>4.1550925925548654E-2</c:v>
                </c:pt>
                <c:pt idx="3591">
                  <c:v>4.1562499995052349E-2</c:v>
                </c:pt>
                <c:pt idx="3592">
                  <c:v>4.1574074071832001E-2</c:v>
                </c:pt>
                <c:pt idx="3593">
                  <c:v>4.1585648148611654E-2</c:v>
                </c:pt>
                <c:pt idx="3594">
                  <c:v>4.1597222218115348E-2</c:v>
                </c:pt>
                <c:pt idx="3595">
                  <c:v>4.1608796294895001E-2</c:v>
                </c:pt>
                <c:pt idx="3596">
                  <c:v>4.1620370371674653E-2</c:v>
                </c:pt>
                <c:pt idx="3597">
                  <c:v>4.1631944441178348E-2</c:v>
                </c:pt>
                <c:pt idx="3598">
                  <c:v>4.1643518517958E-2</c:v>
                </c:pt>
                <c:pt idx="3599">
                  <c:v>4.1655092587461695E-2</c:v>
                </c:pt>
                <c:pt idx="3600">
                  <c:v>4.1666666664241347E-2</c:v>
                </c:pt>
                <c:pt idx="3601">
                  <c:v>4.1678240741021E-2</c:v>
                </c:pt>
                <c:pt idx="3602">
                  <c:v>4.1689814810524695E-2</c:v>
                </c:pt>
                <c:pt idx="3603">
                  <c:v>4.1701388887304347E-2</c:v>
                </c:pt>
                <c:pt idx="3604">
                  <c:v>4.1712962964083999E-2</c:v>
                </c:pt>
                <c:pt idx="3605">
                  <c:v>4.1724537033587694E-2</c:v>
                </c:pt>
                <c:pt idx="3606">
                  <c:v>4.1736111110367347E-2</c:v>
                </c:pt>
                <c:pt idx="3607">
                  <c:v>4.1747685179871041E-2</c:v>
                </c:pt>
                <c:pt idx="3608">
                  <c:v>4.1759259256650694E-2</c:v>
                </c:pt>
                <c:pt idx="3609">
                  <c:v>4.1770833333430346E-2</c:v>
                </c:pt>
                <c:pt idx="3610">
                  <c:v>4.1782407402934041E-2</c:v>
                </c:pt>
                <c:pt idx="3611">
                  <c:v>4.1793981479713693E-2</c:v>
                </c:pt>
                <c:pt idx="3612">
                  <c:v>4.1805555556493346E-2</c:v>
                </c:pt>
                <c:pt idx="3613">
                  <c:v>4.181712962599704E-2</c:v>
                </c:pt>
                <c:pt idx="3614">
                  <c:v>4.1828703702776693E-2</c:v>
                </c:pt>
                <c:pt idx="3615">
                  <c:v>4.1840277772280388E-2</c:v>
                </c:pt>
                <c:pt idx="3616">
                  <c:v>4.185185184906004E-2</c:v>
                </c:pt>
                <c:pt idx="3617">
                  <c:v>4.1863425925839692E-2</c:v>
                </c:pt>
                <c:pt idx="3618">
                  <c:v>4.1874999995343387E-2</c:v>
                </c:pt>
                <c:pt idx="3619">
                  <c:v>4.188657407212304E-2</c:v>
                </c:pt>
                <c:pt idx="3620">
                  <c:v>4.1898148148902692E-2</c:v>
                </c:pt>
                <c:pt idx="3621">
                  <c:v>4.1909722218406387E-2</c:v>
                </c:pt>
                <c:pt idx="3622">
                  <c:v>4.1921296295186039E-2</c:v>
                </c:pt>
                <c:pt idx="3623">
                  <c:v>4.1932870364689734E-2</c:v>
                </c:pt>
                <c:pt idx="3624">
                  <c:v>4.1944444441469386E-2</c:v>
                </c:pt>
                <c:pt idx="3625">
                  <c:v>4.1956018518249039E-2</c:v>
                </c:pt>
                <c:pt idx="3626">
                  <c:v>4.1967592587752733E-2</c:v>
                </c:pt>
                <c:pt idx="3627">
                  <c:v>4.1979166664532386E-2</c:v>
                </c:pt>
                <c:pt idx="3628">
                  <c:v>4.1990740741312038E-2</c:v>
                </c:pt>
                <c:pt idx="3629">
                  <c:v>4.2002314810815733E-2</c:v>
                </c:pt>
                <c:pt idx="3630">
                  <c:v>4.2013888887595385E-2</c:v>
                </c:pt>
                <c:pt idx="3631">
                  <c:v>4.202546295709908E-2</c:v>
                </c:pt>
                <c:pt idx="3632">
                  <c:v>4.2037037033878732E-2</c:v>
                </c:pt>
                <c:pt idx="3633">
                  <c:v>4.2048611110658385E-2</c:v>
                </c:pt>
                <c:pt idx="3634">
                  <c:v>4.206018518016208E-2</c:v>
                </c:pt>
                <c:pt idx="3635">
                  <c:v>4.2071759256941732E-2</c:v>
                </c:pt>
                <c:pt idx="3636">
                  <c:v>4.2083333333721384E-2</c:v>
                </c:pt>
                <c:pt idx="3637">
                  <c:v>4.2094907403225079E-2</c:v>
                </c:pt>
                <c:pt idx="3638">
                  <c:v>4.2106481480004732E-2</c:v>
                </c:pt>
                <c:pt idx="3639">
                  <c:v>4.2118055556784384E-2</c:v>
                </c:pt>
                <c:pt idx="3640">
                  <c:v>4.2129629626288079E-2</c:v>
                </c:pt>
                <c:pt idx="3641">
                  <c:v>4.2141203703067731E-2</c:v>
                </c:pt>
                <c:pt idx="3642">
                  <c:v>4.2152777772571426E-2</c:v>
                </c:pt>
                <c:pt idx="3643">
                  <c:v>4.2164351849351078E-2</c:v>
                </c:pt>
                <c:pt idx="3644">
                  <c:v>4.2175925926130731E-2</c:v>
                </c:pt>
                <c:pt idx="3645">
                  <c:v>4.2187499995634425E-2</c:v>
                </c:pt>
                <c:pt idx="3646">
                  <c:v>4.2199074072414078E-2</c:v>
                </c:pt>
                <c:pt idx="3647">
                  <c:v>4.221064814919373E-2</c:v>
                </c:pt>
                <c:pt idx="3648">
                  <c:v>4.2222222218697425E-2</c:v>
                </c:pt>
                <c:pt idx="3649">
                  <c:v>4.2233796295477077E-2</c:v>
                </c:pt>
                <c:pt idx="3650">
                  <c:v>4.2245370364980772E-2</c:v>
                </c:pt>
                <c:pt idx="3651">
                  <c:v>4.2256944441760425E-2</c:v>
                </c:pt>
                <c:pt idx="3652">
                  <c:v>4.2268518518540077E-2</c:v>
                </c:pt>
                <c:pt idx="3653">
                  <c:v>4.2280092588043772E-2</c:v>
                </c:pt>
                <c:pt idx="3654">
                  <c:v>4.2291666664823424E-2</c:v>
                </c:pt>
                <c:pt idx="3655">
                  <c:v>4.2303240741603076E-2</c:v>
                </c:pt>
                <c:pt idx="3656">
                  <c:v>4.2314814811106771E-2</c:v>
                </c:pt>
                <c:pt idx="3657">
                  <c:v>4.2326388887886424E-2</c:v>
                </c:pt>
                <c:pt idx="3658">
                  <c:v>4.2337962957390118E-2</c:v>
                </c:pt>
                <c:pt idx="3659">
                  <c:v>4.2349537034169771E-2</c:v>
                </c:pt>
                <c:pt idx="3660">
                  <c:v>4.2361111110949423E-2</c:v>
                </c:pt>
                <c:pt idx="3661">
                  <c:v>4.2372685180453118E-2</c:v>
                </c:pt>
                <c:pt idx="3662">
                  <c:v>4.238425925723277E-2</c:v>
                </c:pt>
                <c:pt idx="3663">
                  <c:v>4.2395833334012423E-2</c:v>
                </c:pt>
                <c:pt idx="3664">
                  <c:v>4.2407407403516117E-2</c:v>
                </c:pt>
                <c:pt idx="3665">
                  <c:v>4.241898148029577E-2</c:v>
                </c:pt>
                <c:pt idx="3666">
                  <c:v>4.2430555549799465E-2</c:v>
                </c:pt>
                <c:pt idx="3667">
                  <c:v>4.2442129626579117E-2</c:v>
                </c:pt>
                <c:pt idx="3668">
                  <c:v>4.2453703703358769E-2</c:v>
                </c:pt>
                <c:pt idx="3669">
                  <c:v>4.2465277772862464E-2</c:v>
                </c:pt>
                <c:pt idx="3670">
                  <c:v>4.2476851849642117E-2</c:v>
                </c:pt>
                <c:pt idx="3671">
                  <c:v>4.2488425926421769E-2</c:v>
                </c:pt>
                <c:pt idx="3672">
                  <c:v>4.2499999995925464E-2</c:v>
                </c:pt>
                <c:pt idx="3673">
                  <c:v>4.2511574072705116E-2</c:v>
                </c:pt>
                <c:pt idx="3674">
                  <c:v>4.2523148149484769E-2</c:v>
                </c:pt>
                <c:pt idx="3675">
                  <c:v>4.2534722218988463E-2</c:v>
                </c:pt>
                <c:pt idx="3676">
                  <c:v>4.2546296295768116E-2</c:v>
                </c:pt>
                <c:pt idx="3677">
                  <c:v>4.255787036527181E-2</c:v>
                </c:pt>
                <c:pt idx="3678">
                  <c:v>4.2569444442051463E-2</c:v>
                </c:pt>
                <c:pt idx="3679">
                  <c:v>4.2581018518831115E-2</c:v>
                </c:pt>
                <c:pt idx="3680">
                  <c:v>4.259259258833481E-2</c:v>
                </c:pt>
                <c:pt idx="3681">
                  <c:v>4.2604166665114462E-2</c:v>
                </c:pt>
                <c:pt idx="3682">
                  <c:v>4.2615740741894115E-2</c:v>
                </c:pt>
                <c:pt idx="3683">
                  <c:v>4.262731481139781E-2</c:v>
                </c:pt>
                <c:pt idx="3684">
                  <c:v>4.2638888888177462E-2</c:v>
                </c:pt>
                <c:pt idx="3685">
                  <c:v>4.2650462957681157E-2</c:v>
                </c:pt>
                <c:pt idx="3686">
                  <c:v>4.2662037034460809E-2</c:v>
                </c:pt>
                <c:pt idx="3687">
                  <c:v>4.2673611111240461E-2</c:v>
                </c:pt>
                <c:pt idx="3688">
                  <c:v>4.2685185180744156E-2</c:v>
                </c:pt>
                <c:pt idx="3689">
                  <c:v>4.2696759257523809E-2</c:v>
                </c:pt>
                <c:pt idx="3690">
                  <c:v>4.2708333334303461E-2</c:v>
                </c:pt>
                <c:pt idx="3691">
                  <c:v>4.2719907403807156E-2</c:v>
                </c:pt>
                <c:pt idx="3692">
                  <c:v>4.2731481480586808E-2</c:v>
                </c:pt>
                <c:pt idx="3693">
                  <c:v>4.2743055550090503E-2</c:v>
                </c:pt>
                <c:pt idx="3694">
                  <c:v>4.2754629626870155E-2</c:v>
                </c:pt>
                <c:pt idx="3695">
                  <c:v>4.2766203703649808E-2</c:v>
                </c:pt>
                <c:pt idx="3696">
                  <c:v>4.2777777773153502E-2</c:v>
                </c:pt>
                <c:pt idx="3697">
                  <c:v>4.2789351849933155E-2</c:v>
                </c:pt>
                <c:pt idx="3698">
                  <c:v>4.2800925926712807E-2</c:v>
                </c:pt>
                <c:pt idx="3699">
                  <c:v>4.2812499996216502E-2</c:v>
                </c:pt>
                <c:pt idx="3700">
                  <c:v>4.2824074072996154E-2</c:v>
                </c:pt>
                <c:pt idx="3701">
                  <c:v>4.2835648142499849E-2</c:v>
                </c:pt>
                <c:pt idx="3702">
                  <c:v>4.2847222219279502E-2</c:v>
                </c:pt>
                <c:pt idx="3703">
                  <c:v>4.2858796296059154E-2</c:v>
                </c:pt>
                <c:pt idx="3704">
                  <c:v>4.2870370365562849E-2</c:v>
                </c:pt>
                <c:pt idx="3705">
                  <c:v>4.2881944442342501E-2</c:v>
                </c:pt>
                <c:pt idx="3706">
                  <c:v>4.2893518519122154E-2</c:v>
                </c:pt>
                <c:pt idx="3707">
                  <c:v>4.2905092588625848E-2</c:v>
                </c:pt>
                <c:pt idx="3708">
                  <c:v>4.2916666665405501E-2</c:v>
                </c:pt>
                <c:pt idx="3709">
                  <c:v>4.2928240734909195E-2</c:v>
                </c:pt>
                <c:pt idx="3710">
                  <c:v>4.2939814811688848E-2</c:v>
                </c:pt>
                <c:pt idx="3711">
                  <c:v>4.29513888884685E-2</c:v>
                </c:pt>
                <c:pt idx="3712">
                  <c:v>4.2962962957972195E-2</c:v>
                </c:pt>
                <c:pt idx="3713">
                  <c:v>4.2974537034751847E-2</c:v>
                </c:pt>
                <c:pt idx="3714">
                  <c:v>4.29861111115315E-2</c:v>
                </c:pt>
                <c:pt idx="3715">
                  <c:v>4.2997685181035195E-2</c:v>
                </c:pt>
                <c:pt idx="3716">
                  <c:v>4.3009259257814847E-2</c:v>
                </c:pt>
                <c:pt idx="3717">
                  <c:v>4.3020833334594499E-2</c:v>
                </c:pt>
                <c:pt idx="3718">
                  <c:v>4.3032407404098194E-2</c:v>
                </c:pt>
                <c:pt idx="3719">
                  <c:v>4.3043981480877846E-2</c:v>
                </c:pt>
                <c:pt idx="3720">
                  <c:v>4.3055555550381541E-2</c:v>
                </c:pt>
                <c:pt idx="3721">
                  <c:v>4.3067129627161194E-2</c:v>
                </c:pt>
                <c:pt idx="3722">
                  <c:v>4.3078703703940846E-2</c:v>
                </c:pt>
                <c:pt idx="3723">
                  <c:v>4.3090277773444541E-2</c:v>
                </c:pt>
                <c:pt idx="3724">
                  <c:v>4.3101851850224193E-2</c:v>
                </c:pt>
                <c:pt idx="3725">
                  <c:v>4.3113425927003846E-2</c:v>
                </c:pt>
                <c:pt idx="3726">
                  <c:v>4.312499999650754E-2</c:v>
                </c:pt>
                <c:pt idx="3727">
                  <c:v>4.3136574073287193E-2</c:v>
                </c:pt>
                <c:pt idx="3728">
                  <c:v>4.3148148142790888E-2</c:v>
                </c:pt>
                <c:pt idx="3729">
                  <c:v>4.315972221957054E-2</c:v>
                </c:pt>
                <c:pt idx="3730">
                  <c:v>4.3171296296350192E-2</c:v>
                </c:pt>
                <c:pt idx="3731">
                  <c:v>4.3182870365853887E-2</c:v>
                </c:pt>
                <c:pt idx="3732">
                  <c:v>4.3194444442633539E-2</c:v>
                </c:pt>
                <c:pt idx="3733">
                  <c:v>4.3206018519413192E-2</c:v>
                </c:pt>
                <c:pt idx="3734">
                  <c:v>4.3217592588916887E-2</c:v>
                </c:pt>
                <c:pt idx="3735">
                  <c:v>4.3229166665696539E-2</c:v>
                </c:pt>
                <c:pt idx="3736">
                  <c:v>4.3240740735200234E-2</c:v>
                </c:pt>
                <c:pt idx="3737">
                  <c:v>4.3252314811979886E-2</c:v>
                </c:pt>
                <c:pt idx="3738">
                  <c:v>4.3263888888759539E-2</c:v>
                </c:pt>
                <c:pt idx="3739">
                  <c:v>4.3275462958263233E-2</c:v>
                </c:pt>
                <c:pt idx="3740">
                  <c:v>4.3287037035042886E-2</c:v>
                </c:pt>
                <c:pt idx="3741">
                  <c:v>4.3298611111822538E-2</c:v>
                </c:pt>
                <c:pt idx="3742">
                  <c:v>4.3310185181326233E-2</c:v>
                </c:pt>
                <c:pt idx="3743">
                  <c:v>4.3321759258105885E-2</c:v>
                </c:pt>
                <c:pt idx="3744">
                  <c:v>4.333333332760958E-2</c:v>
                </c:pt>
                <c:pt idx="3745">
                  <c:v>4.3344907404389232E-2</c:v>
                </c:pt>
                <c:pt idx="3746">
                  <c:v>4.3356481481168885E-2</c:v>
                </c:pt>
                <c:pt idx="3747">
                  <c:v>4.336805555067258E-2</c:v>
                </c:pt>
                <c:pt idx="3748">
                  <c:v>4.3379629627452232E-2</c:v>
                </c:pt>
                <c:pt idx="3749">
                  <c:v>4.3391203704231884E-2</c:v>
                </c:pt>
                <c:pt idx="3750">
                  <c:v>4.3402777773735579E-2</c:v>
                </c:pt>
                <c:pt idx="3751">
                  <c:v>4.3414351850515231E-2</c:v>
                </c:pt>
                <c:pt idx="3752">
                  <c:v>4.3425925920018926E-2</c:v>
                </c:pt>
                <c:pt idx="3753">
                  <c:v>4.3437499996798579E-2</c:v>
                </c:pt>
                <c:pt idx="3754">
                  <c:v>4.3449074073578231E-2</c:v>
                </c:pt>
                <c:pt idx="3755">
                  <c:v>4.3460648143081926E-2</c:v>
                </c:pt>
                <c:pt idx="3756">
                  <c:v>4.3472222219861578E-2</c:v>
                </c:pt>
                <c:pt idx="3757">
                  <c:v>4.3483796296641231E-2</c:v>
                </c:pt>
                <c:pt idx="3758">
                  <c:v>4.3495370366144925E-2</c:v>
                </c:pt>
                <c:pt idx="3759">
                  <c:v>4.3506944442924578E-2</c:v>
                </c:pt>
                <c:pt idx="3760">
                  <c:v>4.351851851970423E-2</c:v>
                </c:pt>
                <c:pt idx="3761">
                  <c:v>4.3530092589207925E-2</c:v>
                </c:pt>
                <c:pt idx="3762">
                  <c:v>4.3541666665987577E-2</c:v>
                </c:pt>
                <c:pt idx="3763">
                  <c:v>4.3553240735491272E-2</c:v>
                </c:pt>
                <c:pt idx="3764">
                  <c:v>4.3564814812270924E-2</c:v>
                </c:pt>
                <c:pt idx="3765">
                  <c:v>4.3576388889050577E-2</c:v>
                </c:pt>
                <c:pt idx="3766">
                  <c:v>4.3587962958554272E-2</c:v>
                </c:pt>
                <c:pt idx="3767">
                  <c:v>4.3599537035333924E-2</c:v>
                </c:pt>
                <c:pt idx="3768">
                  <c:v>4.3611111112113576E-2</c:v>
                </c:pt>
                <c:pt idx="3769">
                  <c:v>4.3622685181617271E-2</c:v>
                </c:pt>
                <c:pt idx="3770">
                  <c:v>4.3634259258396924E-2</c:v>
                </c:pt>
                <c:pt idx="3771">
                  <c:v>4.3645833327900618E-2</c:v>
                </c:pt>
                <c:pt idx="3772">
                  <c:v>4.3657407404680271E-2</c:v>
                </c:pt>
                <c:pt idx="3773">
                  <c:v>4.3668981481459923E-2</c:v>
                </c:pt>
                <c:pt idx="3774">
                  <c:v>4.3680555550963618E-2</c:v>
                </c:pt>
                <c:pt idx="3775">
                  <c:v>4.369212962774327E-2</c:v>
                </c:pt>
                <c:pt idx="3776">
                  <c:v>4.3703703704522923E-2</c:v>
                </c:pt>
                <c:pt idx="3777">
                  <c:v>4.3715277774026617E-2</c:v>
                </c:pt>
                <c:pt idx="3778">
                  <c:v>4.372685185080627E-2</c:v>
                </c:pt>
                <c:pt idx="3779">
                  <c:v>4.3738425920309965E-2</c:v>
                </c:pt>
                <c:pt idx="3780">
                  <c:v>4.3749999997089617E-2</c:v>
                </c:pt>
                <c:pt idx="3781">
                  <c:v>4.3761574073869269E-2</c:v>
                </c:pt>
                <c:pt idx="3782">
                  <c:v>4.3773148143372964E-2</c:v>
                </c:pt>
                <c:pt idx="3783">
                  <c:v>4.3784722220152617E-2</c:v>
                </c:pt>
                <c:pt idx="3784">
                  <c:v>4.3796296296932269E-2</c:v>
                </c:pt>
                <c:pt idx="3785">
                  <c:v>4.3807870366435964E-2</c:v>
                </c:pt>
                <c:pt idx="3786">
                  <c:v>4.3819444443215616E-2</c:v>
                </c:pt>
                <c:pt idx="3787">
                  <c:v>4.3831018512719311E-2</c:v>
                </c:pt>
                <c:pt idx="3788">
                  <c:v>4.3842592589498963E-2</c:v>
                </c:pt>
                <c:pt idx="3789">
                  <c:v>4.3854166666278616E-2</c:v>
                </c:pt>
                <c:pt idx="3790">
                  <c:v>4.386574073578231E-2</c:v>
                </c:pt>
                <c:pt idx="3791">
                  <c:v>4.3877314812561963E-2</c:v>
                </c:pt>
                <c:pt idx="3792">
                  <c:v>4.3888888889341615E-2</c:v>
                </c:pt>
                <c:pt idx="3793">
                  <c:v>4.390046295884531E-2</c:v>
                </c:pt>
                <c:pt idx="3794">
                  <c:v>4.3912037035624962E-2</c:v>
                </c:pt>
                <c:pt idx="3795">
                  <c:v>4.3923611112404615E-2</c:v>
                </c:pt>
                <c:pt idx="3796">
                  <c:v>4.3935185181908309E-2</c:v>
                </c:pt>
                <c:pt idx="3797">
                  <c:v>4.3946759258687962E-2</c:v>
                </c:pt>
                <c:pt idx="3798">
                  <c:v>4.3958333328191657E-2</c:v>
                </c:pt>
                <c:pt idx="3799">
                  <c:v>4.3969907404971309E-2</c:v>
                </c:pt>
                <c:pt idx="3800">
                  <c:v>4.3981481481750961E-2</c:v>
                </c:pt>
                <c:pt idx="3801">
                  <c:v>4.3993055551254656E-2</c:v>
                </c:pt>
                <c:pt idx="3802">
                  <c:v>4.4004629628034309E-2</c:v>
                </c:pt>
                <c:pt idx="3803">
                  <c:v>4.4016203704813961E-2</c:v>
                </c:pt>
                <c:pt idx="3804">
                  <c:v>4.4027777774317656E-2</c:v>
                </c:pt>
                <c:pt idx="3805">
                  <c:v>4.4039351851097308E-2</c:v>
                </c:pt>
                <c:pt idx="3806">
                  <c:v>4.4050925920601003E-2</c:v>
                </c:pt>
                <c:pt idx="3807">
                  <c:v>4.4062499997380655E-2</c:v>
                </c:pt>
                <c:pt idx="3808">
                  <c:v>4.4074074074160308E-2</c:v>
                </c:pt>
                <c:pt idx="3809">
                  <c:v>4.4085648143664002E-2</c:v>
                </c:pt>
                <c:pt idx="3810">
                  <c:v>4.4097222220443655E-2</c:v>
                </c:pt>
                <c:pt idx="3811">
                  <c:v>4.4108796297223307E-2</c:v>
                </c:pt>
                <c:pt idx="3812">
                  <c:v>4.4120370366727002E-2</c:v>
                </c:pt>
                <c:pt idx="3813">
                  <c:v>4.4131944443506654E-2</c:v>
                </c:pt>
                <c:pt idx="3814">
                  <c:v>4.4143518513010349E-2</c:v>
                </c:pt>
                <c:pt idx="3815">
                  <c:v>4.4155092589790002E-2</c:v>
                </c:pt>
                <c:pt idx="3816">
                  <c:v>4.4166666666569654E-2</c:v>
                </c:pt>
                <c:pt idx="3817">
                  <c:v>4.4178240736073349E-2</c:v>
                </c:pt>
                <c:pt idx="3818">
                  <c:v>4.4189814812853001E-2</c:v>
                </c:pt>
                <c:pt idx="3819">
                  <c:v>4.4201388889632653E-2</c:v>
                </c:pt>
                <c:pt idx="3820">
                  <c:v>4.4212962959136348E-2</c:v>
                </c:pt>
                <c:pt idx="3821">
                  <c:v>4.4224537035916001E-2</c:v>
                </c:pt>
                <c:pt idx="3822">
                  <c:v>4.4236111105419695E-2</c:v>
                </c:pt>
                <c:pt idx="3823">
                  <c:v>4.4247685182199348E-2</c:v>
                </c:pt>
                <c:pt idx="3824">
                  <c:v>4.4259259258979E-2</c:v>
                </c:pt>
                <c:pt idx="3825">
                  <c:v>4.4270833328482695E-2</c:v>
                </c:pt>
                <c:pt idx="3826">
                  <c:v>4.4282407405262347E-2</c:v>
                </c:pt>
                <c:pt idx="3827">
                  <c:v>4.4293981482042E-2</c:v>
                </c:pt>
                <c:pt idx="3828">
                  <c:v>4.4305555551545694E-2</c:v>
                </c:pt>
                <c:pt idx="3829">
                  <c:v>4.4317129628325347E-2</c:v>
                </c:pt>
                <c:pt idx="3830">
                  <c:v>4.4328703697829042E-2</c:v>
                </c:pt>
                <c:pt idx="3831">
                  <c:v>4.4340277774608694E-2</c:v>
                </c:pt>
                <c:pt idx="3832">
                  <c:v>4.4351851851388346E-2</c:v>
                </c:pt>
                <c:pt idx="3833">
                  <c:v>4.4363425920892041E-2</c:v>
                </c:pt>
                <c:pt idx="3834">
                  <c:v>4.4374999997671694E-2</c:v>
                </c:pt>
                <c:pt idx="3835">
                  <c:v>4.4386574074451346E-2</c:v>
                </c:pt>
                <c:pt idx="3836">
                  <c:v>4.4398148143955041E-2</c:v>
                </c:pt>
                <c:pt idx="3837">
                  <c:v>4.4409722220734693E-2</c:v>
                </c:pt>
                <c:pt idx="3838">
                  <c:v>4.4421296297514345E-2</c:v>
                </c:pt>
                <c:pt idx="3839">
                  <c:v>4.443287036701804E-2</c:v>
                </c:pt>
                <c:pt idx="3840">
                  <c:v>4.4444444443797693E-2</c:v>
                </c:pt>
                <c:pt idx="3841">
                  <c:v>4.4456018513301387E-2</c:v>
                </c:pt>
                <c:pt idx="3842">
                  <c:v>4.446759259008104E-2</c:v>
                </c:pt>
                <c:pt idx="3843">
                  <c:v>4.4479166666860692E-2</c:v>
                </c:pt>
                <c:pt idx="3844">
                  <c:v>4.4490740736364387E-2</c:v>
                </c:pt>
                <c:pt idx="3845">
                  <c:v>4.4502314813144039E-2</c:v>
                </c:pt>
                <c:pt idx="3846">
                  <c:v>4.4513888889923692E-2</c:v>
                </c:pt>
                <c:pt idx="3847">
                  <c:v>4.4525462959427387E-2</c:v>
                </c:pt>
                <c:pt idx="3848">
                  <c:v>4.4537037036207039E-2</c:v>
                </c:pt>
                <c:pt idx="3849">
                  <c:v>4.4548611105710734E-2</c:v>
                </c:pt>
                <c:pt idx="3850">
                  <c:v>4.4560185182490386E-2</c:v>
                </c:pt>
                <c:pt idx="3851">
                  <c:v>4.4571759259270038E-2</c:v>
                </c:pt>
                <c:pt idx="3852">
                  <c:v>4.4583333328773733E-2</c:v>
                </c:pt>
                <c:pt idx="3853">
                  <c:v>4.4594907405553386E-2</c:v>
                </c:pt>
                <c:pt idx="3854">
                  <c:v>4.4606481482333038E-2</c:v>
                </c:pt>
                <c:pt idx="3855">
                  <c:v>4.4618055551836733E-2</c:v>
                </c:pt>
                <c:pt idx="3856">
                  <c:v>4.4629629628616385E-2</c:v>
                </c:pt>
                <c:pt idx="3857">
                  <c:v>4.464120369812008E-2</c:v>
                </c:pt>
                <c:pt idx="3858">
                  <c:v>4.4652777774899732E-2</c:v>
                </c:pt>
                <c:pt idx="3859">
                  <c:v>4.4664351851679385E-2</c:v>
                </c:pt>
                <c:pt idx="3860">
                  <c:v>4.4675925921183079E-2</c:v>
                </c:pt>
                <c:pt idx="3861">
                  <c:v>4.4687499997962732E-2</c:v>
                </c:pt>
                <c:pt idx="3862">
                  <c:v>4.4699074074742384E-2</c:v>
                </c:pt>
                <c:pt idx="3863">
                  <c:v>4.4710648144246079E-2</c:v>
                </c:pt>
                <c:pt idx="3864">
                  <c:v>4.4722222221025731E-2</c:v>
                </c:pt>
                <c:pt idx="3865">
                  <c:v>4.4733796290529426E-2</c:v>
                </c:pt>
                <c:pt idx="3866">
                  <c:v>4.4745370367309079E-2</c:v>
                </c:pt>
                <c:pt idx="3867">
                  <c:v>4.4756944444088731E-2</c:v>
                </c:pt>
                <c:pt idx="3868">
                  <c:v>4.4768518513592426E-2</c:v>
                </c:pt>
                <c:pt idx="3869">
                  <c:v>4.4780092590372078E-2</c:v>
                </c:pt>
                <c:pt idx="3870">
                  <c:v>4.4791666667151731E-2</c:v>
                </c:pt>
                <c:pt idx="3871">
                  <c:v>4.4803240736655425E-2</c:v>
                </c:pt>
                <c:pt idx="3872">
                  <c:v>4.4814814813435078E-2</c:v>
                </c:pt>
                <c:pt idx="3873">
                  <c:v>4.482638889021473E-2</c:v>
                </c:pt>
                <c:pt idx="3874">
                  <c:v>4.4837962959718425E-2</c:v>
                </c:pt>
                <c:pt idx="3875">
                  <c:v>4.4849537036498077E-2</c:v>
                </c:pt>
                <c:pt idx="3876">
                  <c:v>4.4861111106001772E-2</c:v>
                </c:pt>
                <c:pt idx="3877">
                  <c:v>4.4872685182781424E-2</c:v>
                </c:pt>
                <c:pt idx="3878">
                  <c:v>4.4884259259561077E-2</c:v>
                </c:pt>
                <c:pt idx="3879">
                  <c:v>4.4895833329064772E-2</c:v>
                </c:pt>
                <c:pt idx="3880">
                  <c:v>4.4907407405844424E-2</c:v>
                </c:pt>
                <c:pt idx="3881">
                  <c:v>4.4918981482624076E-2</c:v>
                </c:pt>
                <c:pt idx="3882">
                  <c:v>4.4930555552127771E-2</c:v>
                </c:pt>
                <c:pt idx="3883">
                  <c:v>4.4942129628907423E-2</c:v>
                </c:pt>
                <c:pt idx="3884">
                  <c:v>4.4953703698411118E-2</c:v>
                </c:pt>
                <c:pt idx="3885">
                  <c:v>4.4965277775190771E-2</c:v>
                </c:pt>
                <c:pt idx="3886">
                  <c:v>4.4976851851970423E-2</c:v>
                </c:pt>
                <c:pt idx="3887">
                  <c:v>4.4988425921474118E-2</c:v>
                </c:pt>
                <c:pt idx="3888">
                  <c:v>4.499999999825377E-2</c:v>
                </c:pt>
                <c:pt idx="3889">
                  <c:v>4.5011574075033423E-2</c:v>
                </c:pt>
                <c:pt idx="3890">
                  <c:v>4.5023148144537117E-2</c:v>
                </c:pt>
                <c:pt idx="3891">
                  <c:v>4.503472222131677E-2</c:v>
                </c:pt>
                <c:pt idx="3892">
                  <c:v>4.5046296290820464E-2</c:v>
                </c:pt>
                <c:pt idx="3893">
                  <c:v>4.5057870367600117E-2</c:v>
                </c:pt>
                <c:pt idx="3894">
                  <c:v>4.5069444444379769E-2</c:v>
                </c:pt>
                <c:pt idx="3895">
                  <c:v>4.5081018513883464E-2</c:v>
                </c:pt>
                <c:pt idx="3896">
                  <c:v>4.5092592590663116E-2</c:v>
                </c:pt>
                <c:pt idx="3897">
                  <c:v>4.5104166667442769E-2</c:v>
                </c:pt>
                <c:pt idx="3898">
                  <c:v>4.5115740736946464E-2</c:v>
                </c:pt>
                <c:pt idx="3899">
                  <c:v>4.5127314813726116E-2</c:v>
                </c:pt>
                <c:pt idx="3900">
                  <c:v>4.5138888883229811E-2</c:v>
                </c:pt>
                <c:pt idx="3901">
                  <c:v>4.5150462960009463E-2</c:v>
                </c:pt>
                <c:pt idx="3902">
                  <c:v>4.5162037036789116E-2</c:v>
                </c:pt>
                <c:pt idx="3903">
                  <c:v>4.517361110629281E-2</c:v>
                </c:pt>
                <c:pt idx="3904">
                  <c:v>4.5185185183072463E-2</c:v>
                </c:pt>
                <c:pt idx="3905">
                  <c:v>4.5196759259852115E-2</c:v>
                </c:pt>
                <c:pt idx="3906">
                  <c:v>4.520833332935581E-2</c:v>
                </c:pt>
                <c:pt idx="3907">
                  <c:v>4.5219907406135462E-2</c:v>
                </c:pt>
                <c:pt idx="3908">
                  <c:v>4.5231481475639157E-2</c:v>
                </c:pt>
                <c:pt idx="3909">
                  <c:v>4.5243055552418809E-2</c:v>
                </c:pt>
                <c:pt idx="3910">
                  <c:v>4.5254629629198462E-2</c:v>
                </c:pt>
                <c:pt idx="3911">
                  <c:v>4.5266203698702157E-2</c:v>
                </c:pt>
                <c:pt idx="3912">
                  <c:v>4.5277777775481809E-2</c:v>
                </c:pt>
                <c:pt idx="3913">
                  <c:v>4.5289351852261461E-2</c:v>
                </c:pt>
                <c:pt idx="3914">
                  <c:v>4.5300925921765156E-2</c:v>
                </c:pt>
                <c:pt idx="3915">
                  <c:v>4.5312499998544808E-2</c:v>
                </c:pt>
                <c:pt idx="3916">
                  <c:v>4.5324074075324461E-2</c:v>
                </c:pt>
                <c:pt idx="3917">
                  <c:v>4.5335648144828156E-2</c:v>
                </c:pt>
                <c:pt idx="3918">
                  <c:v>4.5347222221607808E-2</c:v>
                </c:pt>
                <c:pt idx="3919">
                  <c:v>4.5358796291111503E-2</c:v>
                </c:pt>
                <c:pt idx="3920">
                  <c:v>4.5370370367891155E-2</c:v>
                </c:pt>
                <c:pt idx="3921">
                  <c:v>4.5381944444670808E-2</c:v>
                </c:pt>
                <c:pt idx="3922">
                  <c:v>4.5393518514174502E-2</c:v>
                </c:pt>
                <c:pt idx="3923">
                  <c:v>4.5405092590954155E-2</c:v>
                </c:pt>
                <c:pt idx="3924">
                  <c:v>4.5416666667733807E-2</c:v>
                </c:pt>
                <c:pt idx="3925">
                  <c:v>4.5428240737237502E-2</c:v>
                </c:pt>
                <c:pt idx="3926">
                  <c:v>4.5439814814017154E-2</c:v>
                </c:pt>
                <c:pt idx="3927">
                  <c:v>4.5451388883520849E-2</c:v>
                </c:pt>
                <c:pt idx="3928">
                  <c:v>4.5462962960300501E-2</c:v>
                </c:pt>
                <c:pt idx="3929">
                  <c:v>4.5474537037080154E-2</c:v>
                </c:pt>
                <c:pt idx="3930">
                  <c:v>4.5486111106583849E-2</c:v>
                </c:pt>
                <c:pt idx="3931">
                  <c:v>4.5497685183363501E-2</c:v>
                </c:pt>
                <c:pt idx="3932">
                  <c:v>4.5509259260143153E-2</c:v>
                </c:pt>
                <c:pt idx="3933">
                  <c:v>4.5520833329646848E-2</c:v>
                </c:pt>
                <c:pt idx="3934">
                  <c:v>4.5532407406426501E-2</c:v>
                </c:pt>
                <c:pt idx="3935">
                  <c:v>4.5543981475930195E-2</c:v>
                </c:pt>
                <c:pt idx="3936">
                  <c:v>4.5555555552709848E-2</c:v>
                </c:pt>
                <c:pt idx="3937">
                  <c:v>4.55671296294895E-2</c:v>
                </c:pt>
                <c:pt idx="3938">
                  <c:v>4.5578703698993195E-2</c:v>
                </c:pt>
                <c:pt idx="3939">
                  <c:v>4.5590277775772847E-2</c:v>
                </c:pt>
                <c:pt idx="3940">
                  <c:v>4.56018518525525E-2</c:v>
                </c:pt>
                <c:pt idx="3941">
                  <c:v>4.5613425922056194E-2</c:v>
                </c:pt>
                <c:pt idx="3942">
                  <c:v>4.5624999998835847E-2</c:v>
                </c:pt>
                <c:pt idx="3943">
                  <c:v>4.5636574068339542E-2</c:v>
                </c:pt>
                <c:pt idx="3944">
                  <c:v>4.5648148145119194E-2</c:v>
                </c:pt>
                <c:pt idx="3945">
                  <c:v>4.5659722221898846E-2</c:v>
                </c:pt>
                <c:pt idx="3946">
                  <c:v>4.5671296291402541E-2</c:v>
                </c:pt>
                <c:pt idx="3947">
                  <c:v>4.5682870368182193E-2</c:v>
                </c:pt>
                <c:pt idx="3948">
                  <c:v>4.5694444444961846E-2</c:v>
                </c:pt>
                <c:pt idx="3949">
                  <c:v>4.5706018514465541E-2</c:v>
                </c:pt>
                <c:pt idx="3950">
                  <c:v>4.5717592591245193E-2</c:v>
                </c:pt>
                <c:pt idx="3951">
                  <c:v>4.5729166660748888E-2</c:v>
                </c:pt>
                <c:pt idx="3952">
                  <c:v>4.574074073752854E-2</c:v>
                </c:pt>
                <c:pt idx="3953">
                  <c:v>4.5752314814308193E-2</c:v>
                </c:pt>
                <c:pt idx="3954">
                  <c:v>4.5763888883811887E-2</c:v>
                </c:pt>
                <c:pt idx="3955">
                  <c:v>4.577546296059154E-2</c:v>
                </c:pt>
                <c:pt idx="3956">
                  <c:v>4.5787037037371192E-2</c:v>
                </c:pt>
                <c:pt idx="3957">
                  <c:v>4.5798611106874887E-2</c:v>
                </c:pt>
                <c:pt idx="3958">
                  <c:v>4.5810185183654539E-2</c:v>
                </c:pt>
                <c:pt idx="3959">
                  <c:v>4.5821759260434192E-2</c:v>
                </c:pt>
                <c:pt idx="3960">
                  <c:v>4.5833333329937886E-2</c:v>
                </c:pt>
                <c:pt idx="3961">
                  <c:v>4.5844907406717539E-2</c:v>
                </c:pt>
                <c:pt idx="3962">
                  <c:v>4.5856481476221234E-2</c:v>
                </c:pt>
                <c:pt idx="3963">
                  <c:v>4.5868055553000886E-2</c:v>
                </c:pt>
                <c:pt idx="3964">
                  <c:v>4.5879629629780538E-2</c:v>
                </c:pt>
                <c:pt idx="3965">
                  <c:v>4.5891203699284233E-2</c:v>
                </c:pt>
                <c:pt idx="3966">
                  <c:v>4.5902777776063886E-2</c:v>
                </c:pt>
                <c:pt idx="3967">
                  <c:v>4.5914351852843538E-2</c:v>
                </c:pt>
                <c:pt idx="3968">
                  <c:v>4.5925925922347233E-2</c:v>
                </c:pt>
                <c:pt idx="3969">
                  <c:v>4.5937499999126885E-2</c:v>
                </c:pt>
                <c:pt idx="3970">
                  <c:v>4.594907406863058E-2</c:v>
                </c:pt>
                <c:pt idx="3971">
                  <c:v>4.5960648145410232E-2</c:v>
                </c:pt>
                <c:pt idx="3972">
                  <c:v>4.5972222222189885E-2</c:v>
                </c:pt>
                <c:pt idx="3973">
                  <c:v>4.5983796291693579E-2</c:v>
                </c:pt>
                <c:pt idx="3974">
                  <c:v>4.5995370368473232E-2</c:v>
                </c:pt>
                <c:pt idx="3975">
                  <c:v>4.6006944445252884E-2</c:v>
                </c:pt>
                <c:pt idx="3976">
                  <c:v>4.6018518514756579E-2</c:v>
                </c:pt>
                <c:pt idx="3977">
                  <c:v>4.6030092591536231E-2</c:v>
                </c:pt>
                <c:pt idx="3978">
                  <c:v>4.6041666661039926E-2</c:v>
                </c:pt>
                <c:pt idx="3979">
                  <c:v>4.6053240737819578E-2</c:v>
                </c:pt>
                <c:pt idx="3980">
                  <c:v>4.6064814814599231E-2</c:v>
                </c:pt>
                <c:pt idx="3981">
                  <c:v>4.6076388884102926E-2</c:v>
                </c:pt>
                <c:pt idx="3982">
                  <c:v>4.6087962960882578E-2</c:v>
                </c:pt>
                <c:pt idx="3983">
                  <c:v>4.609953703766223E-2</c:v>
                </c:pt>
                <c:pt idx="3984">
                  <c:v>4.6111111107165925E-2</c:v>
                </c:pt>
                <c:pt idx="3985">
                  <c:v>4.6122685183945578E-2</c:v>
                </c:pt>
                <c:pt idx="3986">
                  <c:v>4.6134259253449272E-2</c:v>
                </c:pt>
                <c:pt idx="3987">
                  <c:v>4.6145833330228925E-2</c:v>
                </c:pt>
                <c:pt idx="3988">
                  <c:v>4.6157407407008577E-2</c:v>
                </c:pt>
                <c:pt idx="3989">
                  <c:v>4.6168981476512272E-2</c:v>
                </c:pt>
                <c:pt idx="3990">
                  <c:v>4.6180555553291924E-2</c:v>
                </c:pt>
                <c:pt idx="3991">
                  <c:v>4.6192129630071577E-2</c:v>
                </c:pt>
                <c:pt idx="3992">
                  <c:v>4.6203703699575271E-2</c:v>
                </c:pt>
                <c:pt idx="3993">
                  <c:v>4.6215277776354924E-2</c:v>
                </c:pt>
                <c:pt idx="3994">
                  <c:v>4.6226851853134576E-2</c:v>
                </c:pt>
                <c:pt idx="3995">
                  <c:v>4.6238425922638271E-2</c:v>
                </c:pt>
                <c:pt idx="3996">
                  <c:v>4.6249999999417923E-2</c:v>
                </c:pt>
                <c:pt idx="3997">
                  <c:v>4.6261574068921618E-2</c:v>
                </c:pt>
                <c:pt idx="3998">
                  <c:v>4.6273148145701271E-2</c:v>
                </c:pt>
                <c:pt idx="3999">
                  <c:v>4.6284722222480923E-2</c:v>
                </c:pt>
                <c:pt idx="4000">
                  <c:v>4.6296296291984618E-2</c:v>
                </c:pt>
                <c:pt idx="4001">
                  <c:v>4.630787036876427E-2</c:v>
                </c:pt>
                <c:pt idx="4002">
                  <c:v>4.6319444445543922E-2</c:v>
                </c:pt>
                <c:pt idx="4003">
                  <c:v>4.6331018515047617E-2</c:v>
                </c:pt>
                <c:pt idx="4004">
                  <c:v>4.634259259182727E-2</c:v>
                </c:pt>
                <c:pt idx="4005">
                  <c:v>4.6354166661330964E-2</c:v>
                </c:pt>
                <c:pt idx="4006">
                  <c:v>4.6365740738110617E-2</c:v>
                </c:pt>
                <c:pt idx="4007">
                  <c:v>4.6377314814890269E-2</c:v>
                </c:pt>
                <c:pt idx="4008">
                  <c:v>4.6388888884393964E-2</c:v>
                </c:pt>
                <c:pt idx="4009">
                  <c:v>4.6400462961173616E-2</c:v>
                </c:pt>
                <c:pt idx="4010">
                  <c:v>4.6412037037953269E-2</c:v>
                </c:pt>
                <c:pt idx="4011">
                  <c:v>4.6423611107456964E-2</c:v>
                </c:pt>
                <c:pt idx="4012">
                  <c:v>4.6435185184236616E-2</c:v>
                </c:pt>
                <c:pt idx="4013">
                  <c:v>4.6446759253740311E-2</c:v>
                </c:pt>
                <c:pt idx="4014">
                  <c:v>4.6458333330519963E-2</c:v>
                </c:pt>
                <c:pt idx="4015">
                  <c:v>4.6469907407299615E-2</c:v>
                </c:pt>
                <c:pt idx="4016">
                  <c:v>4.648148147680331E-2</c:v>
                </c:pt>
                <c:pt idx="4017">
                  <c:v>4.6493055553582963E-2</c:v>
                </c:pt>
                <c:pt idx="4018">
                  <c:v>4.6504629630362615E-2</c:v>
                </c:pt>
                <c:pt idx="4019">
                  <c:v>4.651620369986631E-2</c:v>
                </c:pt>
                <c:pt idx="4020">
                  <c:v>4.6527777776645962E-2</c:v>
                </c:pt>
                <c:pt idx="4021">
                  <c:v>4.6539351846149657E-2</c:v>
                </c:pt>
                <c:pt idx="4022">
                  <c:v>4.6550925922929309E-2</c:v>
                </c:pt>
                <c:pt idx="4023">
                  <c:v>4.6562499999708962E-2</c:v>
                </c:pt>
                <c:pt idx="4024">
                  <c:v>4.6574074069212656E-2</c:v>
                </c:pt>
                <c:pt idx="4025">
                  <c:v>4.6585648145992309E-2</c:v>
                </c:pt>
                <c:pt idx="4026">
                  <c:v>4.6597222222771961E-2</c:v>
                </c:pt>
                <c:pt idx="4027">
                  <c:v>4.6608796292275656E-2</c:v>
                </c:pt>
                <c:pt idx="4028">
                  <c:v>4.6620370369055308E-2</c:v>
                </c:pt>
                <c:pt idx="4029">
                  <c:v>4.6631944438559003E-2</c:v>
                </c:pt>
                <c:pt idx="4030">
                  <c:v>4.6643518515338656E-2</c:v>
                </c:pt>
                <c:pt idx="4031">
                  <c:v>4.6655092592118308E-2</c:v>
                </c:pt>
                <c:pt idx="4032">
                  <c:v>4.6666666661622003E-2</c:v>
                </c:pt>
                <c:pt idx="4033">
                  <c:v>4.6678240738401655E-2</c:v>
                </c:pt>
                <c:pt idx="4034">
                  <c:v>4.6689814815181307E-2</c:v>
                </c:pt>
                <c:pt idx="4035">
                  <c:v>4.6701388884685002E-2</c:v>
                </c:pt>
                <c:pt idx="4036">
                  <c:v>4.6712962961464655E-2</c:v>
                </c:pt>
                <c:pt idx="4037">
                  <c:v>4.6724537038244307E-2</c:v>
                </c:pt>
                <c:pt idx="4038">
                  <c:v>4.6736111107748002E-2</c:v>
                </c:pt>
                <c:pt idx="4039">
                  <c:v>4.6747685184527654E-2</c:v>
                </c:pt>
                <c:pt idx="4040">
                  <c:v>4.6759259254031349E-2</c:v>
                </c:pt>
                <c:pt idx="4041">
                  <c:v>4.6770833330811001E-2</c:v>
                </c:pt>
                <c:pt idx="4042">
                  <c:v>4.6782407407590654E-2</c:v>
                </c:pt>
                <c:pt idx="4043">
                  <c:v>4.6793981477094349E-2</c:v>
                </c:pt>
                <c:pt idx="4044">
                  <c:v>4.6805555553874001E-2</c:v>
                </c:pt>
                <c:pt idx="4045">
                  <c:v>4.6817129630653653E-2</c:v>
                </c:pt>
                <c:pt idx="4046">
                  <c:v>4.6828703700157348E-2</c:v>
                </c:pt>
                <c:pt idx="4047">
                  <c:v>4.6840277776937E-2</c:v>
                </c:pt>
                <c:pt idx="4048">
                  <c:v>4.6851851846440695E-2</c:v>
                </c:pt>
                <c:pt idx="4049">
                  <c:v>4.6863425923220348E-2</c:v>
                </c:pt>
                <c:pt idx="4050">
                  <c:v>4.6875E-2</c:v>
                </c:pt>
                <c:pt idx="4051">
                  <c:v>4.6886574069503695E-2</c:v>
                </c:pt>
                <c:pt idx="4052">
                  <c:v>4.6898148146283347E-2</c:v>
                </c:pt>
                <c:pt idx="4053">
                  <c:v>4.6909722223063E-2</c:v>
                </c:pt>
                <c:pt idx="4054">
                  <c:v>4.6921296292566694E-2</c:v>
                </c:pt>
                <c:pt idx="4055">
                  <c:v>4.6932870369346347E-2</c:v>
                </c:pt>
                <c:pt idx="4056">
                  <c:v>4.6944444438850041E-2</c:v>
                </c:pt>
                <c:pt idx="4057">
                  <c:v>4.6956018515629694E-2</c:v>
                </c:pt>
                <c:pt idx="4058">
                  <c:v>4.6967592592409346E-2</c:v>
                </c:pt>
                <c:pt idx="4059">
                  <c:v>4.6979166661913041E-2</c:v>
                </c:pt>
                <c:pt idx="4060">
                  <c:v>4.6990740738692693E-2</c:v>
                </c:pt>
                <c:pt idx="4061">
                  <c:v>4.7002314815472346E-2</c:v>
                </c:pt>
                <c:pt idx="4062">
                  <c:v>4.7013888884976041E-2</c:v>
                </c:pt>
                <c:pt idx="4063">
                  <c:v>4.7025462961755693E-2</c:v>
                </c:pt>
                <c:pt idx="4064">
                  <c:v>4.7037037031259388E-2</c:v>
                </c:pt>
                <c:pt idx="4065">
                  <c:v>4.704861110803904E-2</c:v>
                </c:pt>
                <c:pt idx="4066">
                  <c:v>4.7060185184818693E-2</c:v>
                </c:pt>
                <c:pt idx="4067">
                  <c:v>4.7071759254322387E-2</c:v>
                </c:pt>
                <c:pt idx="4068">
                  <c:v>4.708333333110204E-2</c:v>
                </c:pt>
                <c:pt idx="4069">
                  <c:v>4.7094907407881692E-2</c:v>
                </c:pt>
                <c:pt idx="4070">
                  <c:v>4.7106481477385387E-2</c:v>
                </c:pt>
                <c:pt idx="4071">
                  <c:v>4.7118055554165039E-2</c:v>
                </c:pt>
                <c:pt idx="4072">
                  <c:v>4.7129629630944692E-2</c:v>
                </c:pt>
                <c:pt idx="4073">
                  <c:v>4.7141203700448386E-2</c:v>
                </c:pt>
                <c:pt idx="4074">
                  <c:v>4.7152777777228039E-2</c:v>
                </c:pt>
                <c:pt idx="4075">
                  <c:v>4.7164351846731734E-2</c:v>
                </c:pt>
                <c:pt idx="4076">
                  <c:v>4.7175925923511386E-2</c:v>
                </c:pt>
                <c:pt idx="4077">
                  <c:v>4.7187500000291038E-2</c:v>
                </c:pt>
                <c:pt idx="4078">
                  <c:v>4.7199074069794733E-2</c:v>
                </c:pt>
                <c:pt idx="4079">
                  <c:v>4.7210648146574385E-2</c:v>
                </c:pt>
                <c:pt idx="4080">
                  <c:v>4.7222222223354038E-2</c:v>
                </c:pt>
                <c:pt idx="4081">
                  <c:v>4.7233796292857733E-2</c:v>
                </c:pt>
                <c:pt idx="4082">
                  <c:v>4.7245370369637385E-2</c:v>
                </c:pt>
                <c:pt idx="4083">
                  <c:v>4.725694443914108E-2</c:v>
                </c:pt>
                <c:pt idx="4084">
                  <c:v>4.7268518515920732E-2</c:v>
                </c:pt>
                <c:pt idx="4085">
                  <c:v>4.7280092592700385E-2</c:v>
                </c:pt>
                <c:pt idx="4086">
                  <c:v>4.7291666662204079E-2</c:v>
                </c:pt>
                <c:pt idx="4087">
                  <c:v>4.7303240738983732E-2</c:v>
                </c:pt>
                <c:pt idx="4088">
                  <c:v>4.7314814815763384E-2</c:v>
                </c:pt>
                <c:pt idx="4089">
                  <c:v>4.7326388885267079E-2</c:v>
                </c:pt>
                <c:pt idx="4090">
                  <c:v>4.7337962962046731E-2</c:v>
                </c:pt>
                <c:pt idx="4091">
                  <c:v>4.7349537031550426E-2</c:v>
                </c:pt>
                <c:pt idx="4092">
                  <c:v>4.7361111108330078E-2</c:v>
                </c:pt>
                <c:pt idx="4093">
                  <c:v>4.7372685185109731E-2</c:v>
                </c:pt>
                <c:pt idx="4094">
                  <c:v>4.7384259254613426E-2</c:v>
                </c:pt>
                <c:pt idx="4095">
                  <c:v>4.7395833331393078E-2</c:v>
                </c:pt>
                <c:pt idx="4096">
                  <c:v>4.740740740817273E-2</c:v>
                </c:pt>
                <c:pt idx="4097">
                  <c:v>4.7418981477676425E-2</c:v>
                </c:pt>
                <c:pt idx="4098">
                  <c:v>4.7430555554456078E-2</c:v>
                </c:pt>
                <c:pt idx="4099">
                  <c:v>4.7442129623959772E-2</c:v>
                </c:pt>
                <c:pt idx="4100">
                  <c:v>4.7453703700739425E-2</c:v>
                </c:pt>
                <c:pt idx="4101">
                  <c:v>4.7465277777519077E-2</c:v>
                </c:pt>
                <c:pt idx="4102">
                  <c:v>4.7476851847022772E-2</c:v>
                </c:pt>
                <c:pt idx="4103">
                  <c:v>4.7488425923802424E-2</c:v>
                </c:pt>
                <c:pt idx="4104">
                  <c:v>4.7500000000582077E-2</c:v>
                </c:pt>
                <c:pt idx="4105">
                  <c:v>4.7511574070085771E-2</c:v>
                </c:pt>
                <c:pt idx="4106">
                  <c:v>4.7523148146865424E-2</c:v>
                </c:pt>
                <c:pt idx="4107">
                  <c:v>4.7534722216369119E-2</c:v>
                </c:pt>
                <c:pt idx="4108">
                  <c:v>4.7546296293148771E-2</c:v>
                </c:pt>
                <c:pt idx="4109">
                  <c:v>4.7557870369928423E-2</c:v>
                </c:pt>
                <c:pt idx="4110">
                  <c:v>4.7569444439432118E-2</c:v>
                </c:pt>
                <c:pt idx="4111">
                  <c:v>4.758101851621177E-2</c:v>
                </c:pt>
                <c:pt idx="4112">
                  <c:v>4.7592592592991423E-2</c:v>
                </c:pt>
                <c:pt idx="4113">
                  <c:v>4.7604166662495118E-2</c:v>
                </c:pt>
                <c:pt idx="4114">
                  <c:v>4.761574073927477E-2</c:v>
                </c:pt>
                <c:pt idx="4115">
                  <c:v>4.7627314816054422E-2</c:v>
                </c:pt>
                <c:pt idx="4116">
                  <c:v>4.7638888885558117E-2</c:v>
                </c:pt>
                <c:pt idx="4117">
                  <c:v>4.765046296233777E-2</c:v>
                </c:pt>
                <c:pt idx="4118">
                  <c:v>4.7662037031841464E-2</c:v>
                </c:pt>
                <c:pt idx="4119">
                  <c:v>4.7673611108621117E-2</c:v>
                </c:pt>
                <c:pt idx="4120">
                  <c:v>4.7685185185400769E-2</c:v>
                </c:pt>
                <c:pt idx="4121">
                  <c:v>4.7696759254904464E-2</c:v>
                </c:pt>
                <c:pt idx="4122">
                  <c:v>4.7708333331684116E-2</c:v>
                </c:pt>
                <c:pt idx="4123">
                  <c:v>4.7719907408463769E-2</c:v>
                </c:pt>
                <c:pt idx="4124">
                  <c:v>4.7731481477967463E-2</c:v>
                </c:pt>
                <c:pt idx="4125">
                  <c:v>4.7743055554747116E-2</c:v>
                </c:pt>
                <c:pt idx="4126">
                  <c:v>4.7754629624250811E-2</c:v>
                </c:pt>
                <c:pt idx="4127">
                  <c:v>4.7766203701030463E-2</c:v>
                </c:pt>
                <c:pt idx="4128">
                  <c:v>4.7777777777810115E-2</c:v>
                </c:pt>
                <c:pt idx="4129">
                  <c:v>4.778935184731381E-2</c:v>
                </c:pt>
                <c:pt idx="4130">
                  <c:v>4.7800925924093463E-2</c:v>
                </c:pt>
                <c:pt idx="4131">
                  <c:v>4.7812500000873115E-2</c:v>
                </c:pt>
                <c:pt idx="4132">
                  <c:v>4.782407407037681E-2</c:v>
                </c:pt>
                <c:pt idx="4133">
                  <c:v>4.7835648147156462E-2</c:v>
                </c:pt>
                <c:pt idx="4134">
                  <c:v>4.7847222216660157E-2</c:v>
                </c:pt>
                <c:pt idx="4135">
                  <c:v>4.7858796293439809E-2</c:v>
                </c:pt>
                <c:pt idx="4136">
                  <c:v>4.7870370370219462E-2</c:v>
                </c:pt>
                <c:pt idx="4137">
                  <c:v>4.7881944439723156E-2</c:v>
                </c:pt>
                <c:pt idx="4138">
                  <c:v>4.7893518516502809E-2</c:v>
                </c:pt>
                <c:pt idx="4139">
                  <c:v>4.7905092593282461E-2</c:v>
                </c:pt>
                <c:pt idx="4140">
                  <c:v>4.7916666662786156E-2</c:v>
                </c:pt>
                <c:pt idx="4141">
                  <c:v>4.7928240739565808E-2</c:v>
                </c:pt>
                <c:pt idx="4142">
                  <c:v>4.7939814809069503E-2</c:v>
                </c:pt>
                <c:pt idx="4143">
                  <c:v>4.7951388885849155E-2</c:v>
                </c:pt>
                <c:pt idx="4144">
                  <c:v>4.7962962962628808E-2</c:v>
                </c:pt>
                <c:pt idx="4145">
                  <c:v>4.7974537032132503E-2</c:v>
                </c:pt>
                <c:pt idx="4146">
                  <c:v>4.7986111108912155E-2</c:v>
                </c:pt>
                <c:pt idx="4147">
                  <c:v>4.7997685185691807E-2</c:v>
                </c:pt>
                <c:pt idx="4148">
                  <c:v>4.8009259255195502E-2</c:v>
                </c:pt>
                <c:pt idx="4149">
                  <c:v>4.8020833331975155E-2</c:v>
                </c:pt>
                <c:pt idx="4150">
                  <c:v>4.8032407401478849E-2</c:v>
                </c:pt>
                <c:pt idx="4151">
                  <c:v>4.8043981478258502E-2</c:v>
                </c:pt>
                <c:pt idx="4152">
                  <c:v>4.8055555555038154E-2</c:v>
                </c:pt>
                <c:pt idx="4153">
                  <c:v>4.8067129624541849E-2</c:v>
                </c:pt>
                <c:pt idx="4154">
                  <c:v>4.8078703701321501E-2</c:v>
                </c:pt>
                <c:pt idx="4155">
                  <c:v>4.8090277778101154E-2</c:v>
                </c:pt>
                <c:pt idx="4156">
                  <c:v>4.8101851847604848E-2</c:v>
                </c:pt>
                <c:pt idx="4157">
                  <c:v>4.8113425924384501E-2</c:v>
                </c:pt>
                <c:pt idx="4158">
                  <c:v>4.8125000001164153E-2</c:v>
                </c:pt>
                <c:pt idx="4159">
                  <c:v>4.8136574070667848E-2</c:v>
                </c:pt>
                <c:pt idx="4160">
                  <c:v>4.81481481474475E-2</c:v>
                </c:pt>
                <c:pt idx="4161">
                  <c:v>4.8159722216951195E-2</c:v>
                </c:pt>
                <c:pt idx="4162">
                  <c:v>4.8171296293730848E-2</c:v>
                </c:pt>
                <c:pt idx="4163">
                  <c:v>4.81828703705105E-2</c:v>
                </c:pt>
                <c:pt idx="4164">
                  <c:v>4.8194444440014195E-2</c:v>
                </c:pt>
                <c:pt idx="4165">
                  <c:v>4.8206018516793847E-2</c:v>
                </c:pt>
                <c:pt idx="4166">
                  <c:v>4.8217592593573499E-2</c:v>
                </c:pt>
                <c:pt idx="4167">
                  <c:v>4.8229166663077194E-2</c:v>
                </c:pt>
                <c:pt idx="4168">
                  <c:v>4.8240740739856847E-2</c:v>
                </c:pt>
                <c:pt idx="4169">
                  <c:v>4.8252314809360541E-2</c:v>
                </c:pt>
                <c:pt idx="4170">
                  <c:v>4.8263888886140194E-2</c:v>
                </c:pt>
                <c:pt idx="4171">
                  <c:v>4.8275462962919846E-2</c:v>
                </c:pt>
                <c:pt idx="4172">
                  <c:v>4.8287037032423541E-2</c:v>
                </c:pt>
                <c:pt idx="4173">
                  <c:v>4.8298611109203193E-2</c:v>
                </c:pt>
                <c:pt idx="4174">
                  <c:v>4.8310185185982846E-2</c:v>
                </c:pt>
                <c:pt idx="4175">
                  <c:v>4.832175925548654E-2</c:v>
                </c:pt>
                <c:pt idx="4176">
                  <c:v>4.8333333332266193E-2</c:v>
                </c:pt>
                <c:pt idx="4177">
                  <c:v>4.8344907401769888E-2</c:v>
                </c:pt>
                <c:pt idx="4178">
                  <c:v>4.835648147854954E-2</c:v>
                </c:pt>
                <c:pt idx="4179">
                  <c:v>4.8368055555329192E-2</c:v>
                </c:pt>
                <c:pt idx="4180">
                  <c:v>4.8379629624832887E-2</c:v>
                </c:pt>
                <c:pt idx="4181">
                  <c:v>4.839120370161254E-2</c:v>
                </c:pt>
                <c:pt idx="4182">
                  <c:v>4.8402777778392192E-2</c:v>
                </c:pt>
                <c:pt idx="4183">
                  <c:v>4.8414351847895887E-2</c:v>
                </c:pt>
                <c:pt idx="4184">
                  <c:v>4.8425925924675539E-2</c:v>
                </c:pt>
                <c:pt idx="4185">
                  <c:v>4.8437499994179234E-2</c:v>
                </c:pt>
                <c:pt idx="4186">
                  <c:v>4.8449074070958886E-2</c:v>
                </c:pt>
                <c:pt idx="4187">
                  <c:v>4.8460648147738539E-2</c:v>
                </c:pt>
                <c:pt idx="4188">
                  <c:v>4.8472222217242233E-2</c:v>
                </c:pt>
                <c:pt idx="4189">
                  <c:v>4.8483796294021886E-2</c:v>
                </c:pt>
                <c:pt idx="4190">
                  <c:v>4.8495370370801538E-2</c:v>
                </c:pt>
                <c:pt idx="4191">
                  <c:v>4.8506944440305233E-2</c:v>
                </c:pt>
                <c:pt idx="4192">
                  <c:v>4.8518518517084885E-2</c:v>
                </c:pt>
                <c:pt idx="4193">
                  <c:v>4.8530092593864538E-2</c:v>
                </c:pt>
                <c:pt idx="4194">
                  <c:v>4.8541666663368233E-2</c:v>
                </c:pt>
                <c:pt idx="4195">
                  <c:v>4.8553240740147885E-2</c:v>
                </c:pt>
                <c:pt idx="4196">
                  <c:v>4.856481480965158E-2</c:v>
                </c:pt>
                <c:pt idx="4197">
                  <c:v>4.8576388886431232E-2</c:v>
                </c:pt>
                <c:pt idx="4198">
                  <c:v>4.8587962963210884E-2</c:v>
                </c:pt>
                <c:pt idx="4199">
                  <c:v>4.8599537032714579E-2</c:v>
                </c:pt>
                <c:pt idx="4200">
                  <c:v>4.8611111109494232E-2</c:v>
                </c:pt>
                <c:pt idx="4201">
                  <c:v>4.8622685186273884E-2</c:v>
                </c:pt>
                <c:pt idx="4202">
                  <c:v>4.8634259255777579E-2</c:v>
                </c:pt>
                <c:pt idx="4203">
                  <c:v>4.8645833332557231E-2</c:v>
                </c:pt>
                <c:pt idx="4204">
                  <c:v>4.8657407402060926E-2</c:v>
                </c:pt>
                <c:pt idx="4205">
                  <c:v>4.8668981478840578E-2</c:v>
                </c:pt>
                <c:pt idx="4206">
                  <c:v>4.8680555555620231E-2</c:v>
                </c:pt>
                <c:pt idx="4207">
                  <c:v>4.8692129625123926E-2</c:v>
                </c:pt>
                <c:pt idx="4208">
                  <c:v>4.8703703701903578E-2</c:v>
                </c:pt>
                <c:pt idx="4209">
                  <c:v>4.871527777868323E-2</c:v>
                </c:pt>
                <c:pt idx="4210">
                  <c:v>4.8726851848186925E-2</c:v>
                </c:pt>
                <c:pt idx="4211">
                  <c:v>4.8738425924966577E-2</c:v>
                </c:pt>
                <c:pt idx="4212">
                  <c:v>4.8749999994470272E-2</c:v>
                </c:pt>
                <c:pt idx="4213">
                  <c:v>4.8761574071249925E-2</c:v>
                </c:pt>
                <c:pt idx="4214">
                  <c:v>4.8773148148029577E-2</c:v>
                </c:pt>
                <c:pt idx="4215">
                  <c:v>4.8784722217533272E-2</c:v>
                </c:pt>
                <c:pt idx="4216">
                  <c:v>4.8796296294312924E-2</c:v>
                </c:pt>
                <c:pt idx="4217">
                  <c:v>4.8807870371092577E-2</c:v>
                </c:pt>
                <c:pt idx="4218">
                  <c:v>4.8819444440596271E-2</c:v>
                </c:pt>
                <c:pt idx="4219">
                  <c:v>4.8831018517375924E-2</c:v>
                </c:pt>
                <c:pt idx="4220">
                  <c:v>4.8842592586879618E-2</c:v>
                </c:pt>
                <c:pt idx="4221">
                  <c:v>4.8854166663659271E-2</c:v>
                </c:pt>
                <c:pt idx="4222">
                  <c:v>4.8865740740438923E-2</c:v>
                </c:pt>
                <c:pt idx="4223">
                  <c:v>4.8877314809942618E-2</c:v>
                </c:pt>
                <c:pt idx="4224">
                  <c:v>4.888888888672227E-2</c:v>
                </c:pt>
                <c:pt idx="4225">
                  <c:v>4.8900462963501923E-2</c:v>
                </c:pt>
                <c:pt idx="4226">
                  <c:v>4.8912037033005618E-2</c:v>
                </c:pt>
                <c:pt idx="4227">
                  <c:v>4.892361110978527E-2</c:v>
                </c:pt>
                <c:pt idx="4228">
                  <c:v>4.8935185179288965E-2</c:v>
                </c:pt>
                <c:pt idx="4229">
                  <c:v>4.8946759256068617E-2</c:v>
                </c:pt>
                <c:pt idx="4230">
                  <c:v>4.8958333332848269E-2</c:v>
                </c:pt>
                <c:pt idx="4231">
                  <c:v>4.8969907402351964E-2</c:v>
                </c:pt>
                <c:pt idx="4232">
                  <c:v>4.8981481479131617E-2</c:v>
                </c:pt>
                <c:pt idx="4233">
                  <c:v>4.8993055555911269E-2</c:v>
                </c:pt>
                <c:pt idx="4234">
                  <c:v>4.9004629625414964E-2</c:v>
                </c:pt>
                <c:pt idx="4235">
                  <c:v>4.9016203702194616E-2</c:v>
                </c:pt>
                <c:pt idx="4236">
                  <c:v>4.9027777778974269E-2</c:v>
                </c:pt>
                <c:pt idx="4237">
                  <c:v>4.9039351848477963E-2</c:v>
                </c:pt>
                <c:pt idx="4238">
                  <c:v>4.9050925925257616E-2</c:v>
                </c:pt>
                <c:pt idx="4239">
                  <c:v>4.9062499994761311E-2</c:v>
                </c:pt>
                <c:pt idx="4240">
                  <c:v>4.9074074071540963E-2</c:v>
                </c:pt>
                <c:pt idx="4241">
                  <c:v>4.9085648148320615E-2</c:v>
                </c:pt>
                <c:pt idx="4242">
                  <c:v>4.909722221782431E-2</c:v>
                </c:pt>
                <c:pt idx="4243">
                  <c:v>4.9108796294603962E-2</c:v>
                </c:pt>
                <c:pt idx="4244">
                  <c:v>4.9120370371383615E-2</c:v>
                </c:pt>
                <c:pt idx="4245">
                  <c:v>4.913194444088731E-2</c:v>
                </c:pt>
                <c:pt idx="4246">
                  <c:v>4.9143518517666962E-2</c:v>
                </c:pt>
                <c:pt idx="4247">
                  <c:v>4.9155092587170657E-2</c:v>
                </c:pt>
                <c:pt idx="4248">
                  <c:v>4.9166666663950309E-2</c:v>
                </c:pt>
                <c:pt idx="4249">
                  <c:v>4.9178240740729962E-2</c:v>
                </c:pt>
                <c:pt idx="4250">
                  <c:v>4.9189814810233656E-2</c:v>
                </c:pt>
                <c:pt idx="4251">
                  <c:v>4.9201388887013309E-2</c:v>
                </c:pt>
                <c:pt idx="4252">
                  <c:v>4.9212962963792961E-2</c:v>
                </c:pt>
                <c:pt idx="4253">
                  <c:v>4.9224537033296656E-2</c:v>
                </c:pt>
                <c:pt idx="4254">
                  <c:v>4.9236111110076308E-2</c:v>
                </c:pt>
                <c:pt idx="4255">
                  <c:v>4.9247685179580003E-2</c:v>
                </c:pt>
                <c:pt idx="4256">
                  <c:v>4.9259259256359655E-2</c:v>
                </c:pt>
                <c:pt idx="4257">
                  <c:v>4.9270833333139308E-2</c:v>
                </c:pt>
                <c:pt idx="4258">
                  <c:v>4.9282407402643003E-2</c:v>
                </c:pt>
                <c:pt idx="4259">
                  <c:v>4.9293981479422655E-2</c:v>
                </c:pt>
                <c:pt idx="4260">
                  <c:v>4.9305555556202307E-2</c:v>
                </c:pt>
                <c:pt idx="4261">
                  <c:v>4.9317129625706002E-2</c:v>
                </c:pt>
                <c:pt idx="4262">
                  <c:v>4.9328703702485655E-2</c:v>
                </c:pt>
                <c:pt idx="4263">
                  <c:v>4.9340277771989349E-2</c:v>
                </c:pt>
                <c:pt idx="4264">
                  <c:v>4.9351851848769002E-2</c:v>
                </c:pt>
                <c:pt idx="4265">
                  <c:v>4.9363425925548654E-2</c:v>
                </c:pt>
                <c:pt idx="4266">
                  <c:v>4.9374999995052349E-2</c:v>
                </c:pt>
                <c:pt idx="4267">
                  <c:v>4.9386574071832001E-2</c:v>
                </c:pt>
                <c:pt idx="4268">
                  <c:v>4.9398148148611654E-2</c:v>
                </c:pt>
                <c:pt idx="4269">
                  <c:v>4.9409722218115348E-2</c:v>
                </c:pt>
                <c:pt idx="4270">
                  <c:v>4.9421296294895001E-2</c:v>
                </c:pt>
                <c:pt idx="4271">
                  <c:v>4.9432870371674653E-2</c:v>
                </c:pt>
                <c:pt idx="4272">
                  <c:v>4.9444444441178348E-2</c:v>
                </c:pt>
                <c:pt idx="4273">
                  <c:v>4.9456018517958E-2</c:v>
                </c:pt>
                <c:pt idx="4274">
                  <c:v>4.9467592587461695E-2</c:v>
                </c:pt>
                <c:pt idx="4275">
                  <c:v>4.9479166664241347E-2</c:v>
                </c:pt>
                <c:pt idx="4276">
                  <c:v>4.9490740741021E-2</c:v>
                </c:pt>
                <c:pt idx="4277">
                  <c:v>4.9502314810524695E-2</c:v>
                </c:pt>
                <c:pt idx="4278">
                  <c:v>4.9513888887304347E-2</c:v>
                </c:pt>
                <c:pt idx="4279">
                  <c:v>4.9525462964083999E-2</c:v>
                </c:pt>
                <c:pt idx="4280">
                  <c:v>4.9537037033587694E-2</c:v>
                </c:pt>
                <c:pt idx="4281">
                  <c:v>4.9548611110367347E-2</c:v>
                </c:pt>
                <c:pt idx="4282">
                  <c:v>4.9560185179871041E-2</c:v>
                </c:pt>
                <c:pt idx="4283">
                  <c:v>4.9571759256650694E-2</c:v>
                </c:pt>
                <c:pt idx="4284">
                  <c:v>4.9583333333430346E-2</c:v>
                </c:pt>
                <c:pt idx="4285">
                  <c:v>4.9594907402934041E-2</c:v>
                </c:pt>
                <c:pt idx="4286">
                  <c:v>4.9606481479713693E-2</c:v>
                </c:pt>
                <c:pt idx="4287">
                  <c:v>4.9618055556493346E-2</c:v>
                </c:pt>
                <c:pt idx="4288">
                  <c:v>4.962962962599704E-2</c:v>
                </c:pt>
                <c:pt idx="4289">
                  <c:v>4.9641203702776693E-2</c:v>
                </c:pt>
                <c:pt idx="4290">
                  <c:v>4.9652777772280388E-2</c:v>
                </c:pt>
                <c:pt idx="4291">
                  <c:v>4.966435184906004E-2</c:v>
                </c:pt>
                <c:pt idx="4292">
                  <c:v>4.9675925925839692E-2</c:v>
                </c:pt>
                <c:pt idx="4293">
                  <c:v>4.9687499995343387E-2</c:v>
                </c:pt>
                <c:pt idx="4294">
                  <c:v>4.969907407212304E-2</c:v>
                </c:pt>
                <c:pt idx="4295">
                  <c:v>4.9710648148902692E-2</c:v>
                </c:pt>
                <c:pt idx="4296">
                  <c:v>4.9722222218406387E-2</c:v>
                </c:pt>
                <c:pt idx="4297">
                  <c:v>4.9733796295186039E-2</c:v>
                </c:pt>
                <c:pt idx="4298">
                  <c:v>4.9745370364689734E-2</c:v>
                </c:pt>
                <c:pt idx="4299">
                  <c:v>4.9756944441469386E-2</c:v>
                </c:pt>
                <c:pt idx="4300">
                  <c:v>4.9768518518249039E-2</c:v>
                </c:pt>
                <c:pt idx="4301">
                  <c:v>4.9780092587752733E-2</c:v>
                </c:pt>
                <c:pt idx="4302">
                  <c:v>4.9791666664532386E-2</c:v>
                </c:pt>
                <c:pt idx="4303">
                  <c:v>4.9803240741312038E-2</c:v>
                </c:pt>
                <c:pt idx="4304">
                  <c:v>4.9814814810815733E-2</c:v>
                </c:pt>
                <c:pt idx="4305">
                  <c:v>4.9826388887595385E-2</c:v>
                </c:pt>
                <c:pt idx="4306">
                  <c:v>4.983796295709908E-2</c:v>
                </c:pt>
                <c:pt idx="4307">
                  <c:v>4.9849537033878732E-2</c:v>
                </c:pt>
                <c:pt idx="4308">
                  <c:v>4.9861111110658385E-2</c:v>
                </c:pt>
                <c:pt idx="4309">
                  <c:v>4.987268518016208E-2</c:v>
                </c:pt>
                <c:pt idx="4310">
                  <c:v>4.9884259256941732E-2</c:v>
                </c:pt>
                <c:pt idx="4311">
                  <c:v>4.9895833333721384E-2</c:v>
                </c:pt>
                <c:pt idx="4312">
                  <c:v>4.9907407403225079E-2</c:v>
                </c:pt>
                <c:pt idx="4313">
                  <c:v>4.9918981480004732E-2</c:v>
                </c:pt>
                <c:pt idx="4314">
                  <c:v>4.9930555556784384E-2</c:v>
                </c:pt>
                <c:pt idx="4315">
                  <c:v>4.9942129626288079E-2</c:v>
                </c:pt>
                <c:pt idx="4316">
                  <c:v>4.9953703703067731E-2</c:v>
                </c:pt>
                <c:pt idx="4317">
                  <c:v>4.9965277772571426E-2</c:v>
                </c:pt>
                <c:pt idx="4318">
                  <c:v>4.9976851849351078E-2</c:v>
                </c:pt>
                <c:pt idx="4319">
                  <c:v>4.9988425926130731E-2</c:v>
                </c:pt>
                <c:pt idx="4320">
                  <c:v>4.9999999995634425E-2</c:v>
                </c:pt>
                <c:pt idx="4321">
                  <c:v>5.0011574072414078E-2</c:v>
                </c:pt>
                <c:pt idx="4322">
                  <c:v>5.002314814919373E-2</c:v>
                </c:pt>
                <c:pt idx="4323">
                  <c:v>5.0034722218697425E-2</c:v>
                </c:pt>
                <c:pt idx="4324">
                  <c:v>5.0046296295477077E-2</c:v>
                </c:pt>
                <c:pt idx="4325">
                  <c:v>5.0057870364980772E-2</c:v>
                </c:pt>
                <c:pt idx="4326">
                  <c:v>5.0069444441760425E-2</c:v>
                </c:pt>
                <c:pt idx="4327">
                  <c:v>5.0081018518540077E-2</c:v>
                </c:pt>
                <c:pt idx="4328">
                  <c:v>5.0092592588043772E-2</c:v>
                </c:pt>
                <c:pt idx="4329">
                  <c:v>5.0104166664823424E-2</c:v>
                </c:pt>
                <c:pt idx="4330">
                  <c:v>5.0115740741603076E-2</c:v>
                </c:pt>
                <c:pt idx="4331">
                  <c:v>5.0127314811106771E-2</c:v>
                </c:pt>
                <c:pt idx="4332">
                  <c:v>5.0138888887886424E-2</c:v>
                </c:pt>
                <c:pt idx="4333">
                  <c:v>5.0150462957390118E-2</c:v>
                </c:pt>
                <c:pt idx="4334">
                  <c:v>5.0162037034169771E-2</c:v>
                </c:pt>
                <c:pt idx="4335">
                  <c:v>5.0173611110949423E-2</c:v>
                </c:pt>
                <c:pt idx="4336">
                  <c:v>5.0185185180453118E-2</c:v>
                </c:pt>
                <c:pt idx="4337">
                  <c:v>5.019675925723277E-2</c:v>
                </c:pt>
                <c:pt idx="4338">
                  <c:v>5.0208333334012423E-2</c:v>
                </c:pt>
                <c:pt idx="4339">
                  <c:v>5.0219907403516117E-2</c:v>
                </c:pt>
                <c:pt idx="4340">
                  <c:v>5.023148148029577E-2</c:v>
                </c:pt>
                <c:pt idx="4341">
                  <c:v>5.0243055549799465E-2</c:v>
                </c:pt>
                <c:pt idx="4342">
                  <c:v>5.0254629626579117E-2</c:v>
                </c:pt>
                <c:pt idx="4343">
                  <c:v>5.0266203703358769E-2</c:v>
                </c:pt>
                <c:pt idx="4344">
                  <c:v>5.0277777772862464E-2</c:v>
                </c:pt>
                <c:pt idx="4345">
                  <c:v>5.0289351849642117E-2</c:v>
                </c:pt>
                <c:pt idx="4346">
                  <c:v>5.0300925926421769E-2</c:v>
                </c:pt>
                <c:pt idx="4347">
                  <c:v>5.0312499995925464E-2</c:v>
                </c:pt>
                <c:pt idx="4348">
                  <c:v>5.0324074072705116E-2</c:v>
                </c:pt>
                <c:pt idx="4349">
                  <c:v>5.0335648149484769E-2</c:v>
                </c:pt>
                <c:pt idx="4350">
                  <c:v>5.0347222218988463E-2</c:v>
                </c:pt>
                <c:pt idx="4351">
                  <c:v>5.0358796295768116E-2</c:v>
                </c:pt>
                <c:pt idx="4352">
                  <c:v>5.037037036527181E-2</c:v>
                </c:pt>
                <c:pt idx="4353">
                  <c:v>5.0381944442051463E-2</c:v>
                </c:pt>
                <c:pt idx="4354">
                  <c:v>5.0393518518831115E-2</c:v>
                </c:pt>
                <c:pt idx="4355">
                  <c:v>5.040509258833481E-2</c:v>
                </c:pt>
                <c:pt idx="4356">
                  <c:v>5.0416666665114462E-2</c:v>
                </c:pt>
                <c:pt idx="4357">
                  <c:v>5.0428240741894115E-2</c:v>
                </c:pt>
                <c:pt idx="4358">
                  <c:v>5.043981481139781E-2</c:v>
                </c:pt>
                <c:pt idx="4359">
                  <c:v>5.0451388888177462E-2</c:v>
                </c:pt>
                <c:pt idx="4360">
                  <c:v>5.0462962957681157E-2</c:v>
                </c:pt>
                <c:pt idx="4361">
                  <c:v>5.0474537034460809E-2</c:v>
                </c:pt>
                <c:pt idx="4362">
                  <c:v>5.0486111111240461E-2</c:v>
                </c:pt>
                <c:pt idx="4363">
                  <c:v>5.0497685180744156E-2</c:v>
                </c:pt>
                <c:pt idx="4364">
                  <c:v>5.0509259257523809E-2</c:v>
                </c:pt>
                <c:pt idx="4365">
                  <c:v>5.0520833334303461E-2</c:v>
                </c:pt>
                <c:pt idx="4366">
                  <c:v>5.0532407403807156E-2</c:v>
                </c:pt>
                <c:pt idx="4367">
                  <c:v>5.0543981480586808E-2</c:v>
                </c:pt>
                <c:pt idx="4368">
                  <c:v>5.0555555550090503E-2</c:v>
                </c:pt>
                <c:pt idx="4369">
                  <c:v>5.0567129626870155E-2</c:v>
                </c:pt>
                <c:pt idx="4370">
                  <c:v>5.0578703703649808E-2</c:v>
                </c:pt>
                <c:pt idx="4371">
                  <c:v>5.0590277773153502E-2</c:v>
                </c:pt>
                <c:pt idx="4372">
                  <c:v>5.0601851849933155E-2</c:v>
                </c:pt>
                <c:pt idx="4373">
                  <c:v>5.0613425926712807E-2</c:v>
                </c:pt>
                <c:pt idx="4374">
                  <c:v>5.0624999996216502E-2</c:v>
                </c:pt>
                <c:pt idx="4375">
                  <c:v>5.0636574072996154E-2</c:v>
                </c:pt>
                <c:pt idx="4376">
                  <c:v>5.0648148142499849E-2</c:v>
                </c:pt>
                <c:pt idx="4377">
                  <c:v>5.0659722219279502E-2</c:v>
                </c:pt>
                <c:pt idx="4378">
                  <c:v>5.0671296296059154E-2</c:v>
                </c:pt>
                <c:pt idx="4379">
                  <c:v>5.0682870365562849E-2</c:v>
                </c:pt>
                <c:pt idx="4380">
                  <c:v>5.0694444442342501E-2</c:v>
                </c:pt>
                <c:pt idx="4381">
                  <c:v>5.0706018519122154E-2</c:v>
                </c:pt>
                <c:pt idx="4382">
                  <c:v>5.0717592588625848E-2</c:v>
                </c:pt>
                <c:pt idx="4383">
                  <c:v>5.0729166665405501E-2</c:v>
                </c:pt>
                <c:pt idx="4384">
                  <c:v>5.0740740734909195E-2</c:v>
                </c:pt>
                <c:pt idx="4385">
                  <c:v>5.0752314811688848E-2</c:v>
                </c:pt>
                <c:pt idx="4386">
                  <c:v>5.07638888884685E-2</c:v>
                </c:pt>
                <c:pt idx="4387">
                  <c:v>5.0775462957972195E-2</c:v>
                </c:pt>
                <c:pt idx="4388">
                  <c:v>5.0787037034751847E-2</c:v>
                </c:pt>
                <c:pt idx="4389">
                  <c:v>5.07986111115315E-2</c:v>
                </c:pt>
                <c:pt idx="4390">
                  <c:v>5.0810185181035195E-2</c:v>
                </c:pt>
                <c:pt idx="4391">
                  <c:v>5.0821759257814847E-2</c:v>
                </c:pt>
                <c:pt idx="4392">
                  <c:v>5.0833333334594499E-2</c:v>
                </c:pt>
                <c:pt idx="4393">
                  <c:v>5.0844907404098194E-2</c:v>
                </c:pt>
                <c:pt idx="4394">
                  <c:v>5.0856481480877846E-2</c:v>
                </c:pt>
                <c:pt idx="4395">
                  <c:v>5.0868055550381541E-2</c:v>
                </c:pt>
                <c:pt idx="4396">
                  <c:v>5.0879629627161194E-2</c:v>
                </c:pt>
                <c:pt idx="4397">
                  <c:v>5.0891203703940846E-2</c:v>
                </c:pt>
                <c:pt idx="4398">
                  <c:v>5.0902777773444541E-2</c:v>
                </c:pt>
                <c:pt idx="4399">
                  <c:v>5.0914351850224193E-2</c:v>
                </c:pt>
                <c:pt idx="4400">
                  <c:v>5.0925925927003846E-2</c:v>
                </c:pt>
                <c:pt idx="4401">
                  <c:v>5.093749999650754E-2</c:v>
                </c:pt>
                <c:pt idx="4402">
                  <c:v>5.0949074073287193E-2</c:v>
                </c:pt>
                <c:pt idx="4403">
                  <c:v>5.0960648142790888E-2</c:v>
                </c:pt>
                <c:pt idx="4404">
                  <c:v>5.097222221957054E-2</c:v>
                </c:pt>
                <c:pt idx="4405">
                  <c:v>5.0983796296350192E-2</c:v>
                </c:pt>
                <c:pt idx="4406">
                  <c:v>5.0995370365853887E-2</c:v>
                </c:pt>
                <c:pt idx="4407">
                  <c:v>5.1006944442633539E-2</c:v>
                </c:pt>
                <c:pt idx="4408">
                  <c:v>5.1018518519413192E-2</c:v>
                </c:pt>
                <c:pt idx="4409">
                  <c:v>5.1030092588916887E-2</c:v>
                </c:pt>
                <c:pt idx="4410">
                  <c:v>5.1041666665696539E-2</c:v>
                </c:pt>
                <c:pt idx="4411">
                  <c:v>5.1053240735200234E-2</c:v>
                </c:pt>
                <c:pt idx="4412">
                  <c:v>5.1064814811979886E-2</c:v>
                </c:pt>
                <c:pt idx="4413">
                  <c:v>5.1076388888759539E-2</c:v>
                </c:pt>
                <c:pt idx="4414">
                  <c:v>5.1087962958263233E-2</c:v>
                </c:pt>
                <c:pt idx="4415">
                  <c:v>5.1099537035042886E-2</c:v>
                </c:pt>
                <c:pt idx="4416">
                  <c:v>5.1111111111822538E-2</c:v>
                </c:pt>
                <c:pt idx="4417">
                  <c:v>5.1122685181326233E-2</c:v>
                </c:pt>
                <c:pt idx="4418">
                  <c:v>5.1134259258105885E-2</c:v>
                </c:pt>
                <c:pt idx="4419">
                  <c:v>5.114583332760958E-2</c:v>
                </c:pt>
                <c:pt idx="4420">
                  <c:v>5.1157407404389232E-2</c:v>
                </c:pt>
                <c:pt idx="4421">
                  <c:v>5.1168981481168885E-2</c:v>
                </c:pt>
                <c:pt idx="4422">
                  <c:v>5.118055555067258E-2</c:v>
                </c:pt>
                <c:pt idx="4423">
                  <c:v>5.1192129627452232E-2</c:v>
                </c:pt>
                <c:pt idx="4424">
                  <c:v>5.1203703704231884E-2</c:v>
                </c:pt>
                <c:pt idx="4425">
                  <c:v>5.1215277773735579E-2</c:v>
                </c:pt>
                <c:pt idx="4426">
                  <c:v>5.1226851850515231E-2</c:v>
                </c:pt>
                <c:pt idx="4427">
                  <c:v>5.1238425920018926E-2</c:v>
                </c:pt>
                <c:pt idx="4428">
                  <c:v>5.1249999996798579E-2</c:v>
                </c:pt>
                <c:pt idx="4429">
                  <c:v>5.1261574073578231E-2</c:v>
                </c:pt>
                <c:pt idx="4430">
                  <c:v>5.1273148143081926E-2</c:v>
                </c:pt>
                <c:pt idx="4431">
                  <c:v>5.1284722219861578E-2</c:v>
                </c:pt>
                <c:pt idx="4432">
                  <c:v>5.1296296296641231E-2</c:v>
                </c:pt>
                <c:pt idx="4433">
                  <c:v>5.1307870366144925E-2</c:v>
                </c:pt>
                <c:pt idx="4434">
                  <c:v>5.1319444442924578E-2</c:v>
                </c:pt>
                <c:pt idx="4435">
                  <c:v>5.133101851970423E-2</c:v>
                </c:pt>
                <c:pt idx="4436">
                  <c:v>5.1342592589207925E-2</c:v>
                </c:pt>
                <c:pt idx="4437">
                  <c:v>5.1354166665987577E-2</c:v>
                </c:pt>
                <c:pt idx="4438">
                  <c:v>5.1365740735491272E-2</c:v>
                </c:pt>
                <c:pt idx="4439">
                  <c:v>5.1377314812270924E-2</c:v>
                </c:pt>
                <c:pt idx="4440">
                  <c:v>5.1388888889050577E-2</c:v>
                </c:pt>
                <c:pt idx="4441">
                  <c:v>5.1400462958554272E-2</c:v>
                </c:pt>
                <c:pt idx="4442">
                  <c:v>5.1412037035333924E-2</c:v>
                </c:pt>
                <c:pt idx="4443">
                  <c:v>5.1423611112113576E-2</c:v>
                </c:pt>
                <c:pt idx="4444">
                  <c:v>5.1435185181617271E-2</c:v>
                </c:pt>
                <c:pt idx="4445">
                  <c:v>5.1446759258396924E-2</c:v>
                </c:pt>
                <c:pt idx="4446">
                  <c:v>5.1458333327900618E-2</c:v>
                </c:pt>
                <c:pt idx="4447">
                  <c:v>5.1469907404680271E-2</c:v>
                </c:pt>
                <c:pt idx="4448">
                  <c:v>5.1481481481459923E-2</c:v>
                </c:pt>
                <c:pt idx="4449">
                  <c:v>5.1493055550963618E-2</c:v>
                </c:pt>
                <c:pt idx="4450">
                  <c:v>5.150462962774327E-2</c:v>
                </c:pt>
                <c:pt idx="4451">
                  <c:v>5.1516203704522923E-2</c:v>
                </c:pt>
                <c:pt idx="4452">
                  <c:v>5.1527777774026617E-2</c:v>
                </c:pt>
                <c:pt idx="4453">
                  <c:v>5.153935185080627E-2</c:v>
                </c:pt>
                <c:pt idx="4454">
                  <c:v>5.1550925920309965E-2</c:v>
                </c:pt>
                <c:pt idx="4455">
                  <c:v>5.1562499997089617E-2</c:v>
                </c:pt>
                <c:pt idx="4456">
                  <c:v>5.1574074073869269E-2</c:v>
                </c:pt>
                <c:pt idx="4457">
                  <c:v>5.1585648143372964E-2</c:v>
                </c:pt>
                <c:pt idx="4458">
                  <c:v>5.1597222220152617E-2</c:v>
                </c:pt>
                <c:pt idx="4459">
                  <c:v>5.1608796296932269E-2</c:v>
                </c:pt>
                <c:pt idx="4460">
                  <c:v>5.1620370366435964E-2</c:v>
                </c:pt>
                <c:pt idx="4461">
                  <c:v>5.1631944443215616E-2</c:v>
                </c:pt>
                <c:pt idx="4462">
                  <c:v>5.1643518512719311E-2</c:v>
                </c:pt>
                <c:pt idx="4463">
                  <c:v>5.1655092589498963E-2</c:v>
                </c:pt>
                <c:pt idx="4464">
                  <c:v>5.1666666666278616E-2</c:v>
                </c:pt>
                <c:pt idx="4465">
                  <c:v>5.167824073578231E-2</c:v>
                </c:pt>
                <c:pt idx="4466">
                  <c:v>5.1689814812561963E-2</c:v>
                </c:pt>
                <c:pt idx="4467">
                  <c:v>5.1701388889341615E-2</c:v>
                </c:pt>
                <c:pt idx="4468">
                  <c:v>5.171296295884531E-2</c:v>
                </c:pt>
                <c:pt idx="4469">
                  <c:v>5.1724537035624962E-2</c:v>
                </c:pt>
                <c:pt idx="4470">
                  <c:v>5.1736111112404615E-2</c:v>
                </c:pt>
                <c:pt idx="4471">
                  <c:v>5.1747685181908309E-2</c:v>
                </c:pt>
                <c:pt idx="4472">
                  <c:v>5.1759259258687962E-2</c:v>
                </c:pt>
                <c:pt idx="4473">
                  <c:v>5.1770833328191657E-2</c:v>
                </c:pt>
                <c:pt idx="4474">
                  <c:v>5.1782407404971309E-2</c:v>
                </c:pt>
                <c:pt idx="4475">
                  <c:v>5.1793981481750961E-2</c:v>
                </c:pt>
                <c:pt idx="4476">
                  <c:v>5.1805555551254656E-2</c:v>
                </c:pt>
                <c:pt idx="4477">
                  <c:v>5.1817129628034309E-2</c:v>
                </c:pt>
                <c:pt idx="4478">
                  <c:v>5.1828703704813961E-2</c:v>
                </c:pt>
                <c:pt idx="4479">
                  <c:v>5.1840277774317656E-2</c:v>
                </c:pt>
                <c:pt idx="4480">
                  <c:v>5.1851851851097308E-2</c:v>
                </c:pt>
                <c:pt idx="4481">
                  <c:v>5.1863425920601003E-2</c:v>
                </c:pt>
                <c:pt idx="4482">
                  <c:v>5.1874999997380655E-2</c:v>
                </c:pt>
                <c:pt idx="4483">
                  <c:v>5.1886574074160308E-2</c:v>
                </c:pt>
                <c:pt idx="4484">
                  <c:v>5.1898148143664002E-2</c:v>
                </c:pt>
                <c:pt idx="4485">
                  <c:v>5.1909722220443655E-2</c:v>
                </c:pt>
                <c:pt idx="4486">
                  <c:v>5.1921296297223307E-2</c:v>
                </c:pt>
                <c:pt idx="4487">
                  <c:v>5.1932870366727002E-2</c:v>
                </c:pt>
                <c:pt idx="4488">
                  <c:v>5.1944444443506654E-2</c:v>
                </c:pt>
                <c:pt idx="4489">
                  <c:v>5.1956018513010349E-2</c:v>
                </c:pt>
                <c:pt idx="4490">
                  <c:v>5.1967592589790002E-2</c:v>
                </c:pt>
                <c:pt idx="4491">
                  <c:v>5.1979166666569654E-2</c:v>
                </c:pt>
                <c:pt idx="4492">
                  <c:v>5.1990740736073349E-2</c:v>
                </c:pt>
                <c:pt idx="4493">
                  <c:v>5.2002314812853001E-2</c:v>
                </c:pt>
                <c:pt idx="4494">
                  <c:v>5.2013888889632653E-2</c:v>
                </c:pt>
                <c:pt idx="4495">
                  <c:v>5.2025462959136348E-2</c:v>
                </c:pt>
                <c:pt idx="4496">
                  <c:v>5.2037037035916001E-2</c:v>
                </c:pt>
                <c:pt idx="4497">
                  <c:v>5.2048611105419695E-2</c:v>
                </c:pt>
                <c:pt idx="4498">
                  <c:v>5.2060185182199348E-2</c:v>
                </c:pt>
                <c:pt idx="4499">
                  <c:v>5.2071759258979E-2</c:v>
                </c:pt>
                <c:pt idx="4500">
                  <c:v>5.2083333328482695E-2</c:v>
                </c:pt>
                <c:pt idx="4501">
                  <c:v>5.2094907405262347E-2</c:v>
                </c:pt>
                <c:pt idx="4502">
                  <c:v>5.2106481482042E-2</c:v>
                </c:pt>
                <c:pt idx="4503">
                  <c:v>5.2118055551545694E-2</c:v>
                </c:pt>
                <c:pt idx="4504">
                  <c:v>5.2129629628325347E-2</c:v>
                </c:pt>
                <c:pt idx="4505">
                  <c:v>5.2141203697829042E-2</c:v>
                </c:pt>
                <c:pt idx="4506">
                  <c:v>5.2152777774608694E-2</c:v>
                </c:pt>
                <c:pt idx="4507">
                  <c:v>5.2164351851388346E-2</c:v>
                </c:pt>
                <c:pt idx="4508">
                  <c:v>5.2175925920892041E-2</c:v>
                </c:pt>
                <c:pt idx="4509">
                  <c:v>5.2187499997671694E-2</c:v>
                </c:pt>
                <c:pt idx="4510">
                  <c:v>5.2199074074451346E-2</c:v>
                </c:pt>
                <c:pt idx="4511">
                  <c:v>5.2210648143955041E-2</c:v>
                </c:pt>
                <c:pt idx="4512">
                  <c:v>5.2222222220734693E-2</c:v>
                </c:pt>
                <c:pt idx="4513">
                  <c:v>5.2233796297514345E-2</c:v>
                </c:pt>
                <c:pt idx="4514">
                  <c:v>5.224537036701804E-2</c:v>
                </c:pt>
                <c:pt idx="4515">
                  <c:v>5.2256944443797693E-2</c:v>
                </c:pt>
                <c:pt idx="4516">
                  <c:v>5.2268518513301387E-2</c:v>
                </c:pt>
                <c:pt idx="4517">
                  <c:v>5.228009259008104E-2</c:v>
                </c:pt>
                <c:pt idx="4518">
                  <c:v>5.2291666666860692E-2</c:v>
                </c:pt>
                <c:pt idx="4519">
                  <c:v>5.2303240736364387E-2</c:v>
                </c:pt>
                <c:pt idx="4520">
                  <c:v>5.2314814813144039E-2</c:v>
                </c:pt>
                <c:pt idx="4521">
                  <c:v>5.2326388889923692E-2</c:v>
                </c:pt>
                <c:pt idx="4522">
                  <c:v>5.2337962959427387E-2</c:v>
                </c:pt>
                <c:pt idx="4523">
                  <c:v>5.2349537036207039E-2</c:v>
                </c:pt>
                <c:pt idx="4524">
                  <c:v>5.2361111105710734E-2</c:v>
                </c:pt>
                <c:pt idx="4525">
                  <c:v>5.2372685182490386E-2</c:v>
                </c:pt>
                <c:pt idx="4526">
                  <c:v>5.2384259259270038E-2</c:v>
                </c:pt>
                <c:pt idx="4527">
                  <c:v>5.2395833328773733E-2</c:v>
                </c:pt>
                <c:pt idx="4528">
                  <c:v>5.2407407405553386E-2</c:v>
                </c:pt>
                <c:pt idx="4529">
                  <c:v>5.2418981482333038E-2</c:v>
                </c:pt>
                <c:pt idx="4530">
                  <c:v>5.2430555551836733E-2</c:v>
                </c:pt>
                <c:pt idx="4531">
                  <c:v>5.2442129628616385E-2</c:v>
                </c:pt>
                <c:pt idx="4532">
                  <c:v>5.245370369812008E-2</c:v>
                </c:pt>
                <c:pt idx="4533">
                  <c:v>5.2465277774899732E-2</c:v>
                </c:pt>
                <c:pt idx="4534">
                  <c:v>5.2476851851679385E-2</c:v>
                </c:pt>
                <c:pt idx="4535">
                  <c:v>5.2488425921183079E-2</c:v>
                </c:pt>
                <c:pt idx="4536">
                  <c:v>5.2499999997962732E-2</c:v>
                </c:pt>
                <c:pt idx="4537">
                  <c:v>5.2511574074742384E-2</c:v>
                </c:pt>
                <c:pt idx="4538">
                  <c:v>5.2523148144246079E-2</c:v>
                </c:pt>
                <c:pt idx="4539">
                  <c:v>5.2534722221025731E-2</c:v>
                </c:pt>
                <c:pt idx="4540">
                  <c:v>5.2546296290529426E-2</c:v>
                </c:pt>
                <c:pt idx="4541">
                  <c:v>5.2557870367309079E-2</c:v>
                </c:pt>
                <c:pt idx="4542">
                  <c:v>5.2569444444088731E-2</c:v>
                </c:pt>
                <c:pt idx="4543">
                  <c:v>5.2581018513592426E-2</c:v>
                </c:pt>
                <c:pt idx="4544">
                  <c:v>5.2592592590372078E-2</c:v>
                </c:pt>
                <c:pt idx="4545">
                  <c:v>5.2604166667151731E-2</c:v>
                </c:pt>
                <c:pt idx="4546">
                  <c:v>5.2615740736655425E-2</c:v>
                </c:pt>
                <c:pt idx="4547">
                  <c:v>5.2627314813435078E-2</c:v>
                </c:pt>
                <c:pt idx="4548">
                  <c:v>5.263888889021473E-2</c:v>
                </c:pt>
                <c:pt idx="4549">
                  <c:v>5.2650462959718425E-2</c:v>
                </c:pt>
                <c:pt idx="4550">
                  <c:v>5.2662037036498077E-2</c:v>
                </c:pt>
                <c:pt idx="4551">
                  <c:v>5.2673611106001772E-2</c:v>
                </c:pt>
                <c:pt idx="4552">
                  <c:v>5.2685185182781424E-2</c:v>
                </c:pt>
                <c:pt idx="4553">
                  <c:v>5.2696759259561077E-2</c:v>
                </c:pt>
                <c:pt idx="4554">
                  <c:v>5.2708333329064772E-2</c:v>
                </c:pt>
                <c:pt idx="4555">
                  <c:v>5.2719907405844424E-2</c:v>
                </c:pt>
                <c:pt idx="4556">
                  <c:v>5.2731481482624076E-2</c:v>
                </c:pt>
                <c:pt idx="4557">
                  <c:v>5.2743055552127771E-2</c:v>
                </c:pt>
                <c:pt idx="4558">
                  <c:v>5.2754629628907423E-2</c:v>
                </c:pt>
                <c:pt idx="4559">
                  <c:v>5.2766203698411118E-2</c:v>
                </c:pt>
                <c:pt idx="4560">
                  <c:v>5.2777777775190771E-2</c:v>
                </c:pt>
                <c:pt idx="4561">
                  <c:v>5.2789351851970423E-2</c:v>
                </c:pt>
                <c:pt idx="4562">
                  <c:v>5.2800925921474118E-2</c:v>
                </c:pt>
                <c:pt idx="4563">
                  <c:v>5.281249999825377E-2</c:v>
                </c:pt>
                <c:pt idx="4564">
                  <c:v>5.2824074075033423E-2</c:v>
                </c:pt>
                <c:pt idx="4565">
                  <c:v>5.2835648144537117E-2</c:v>
                </c:pt>
                <c:pt idx="4566">
                  <c:v>5.284722222131677E-2</c:v>
                </c:pt>
                <c:pt idx="4567">
                  <c:v>5.2858796290820464E-2</c:v>
                </c:pt>
                <c:pt idx="4568">
                  <c:v>5.2870370367600117E-2</c:v>
                </c:pt>
                <c:pt idx="4569">
                  <c:v>5.2881944444379769E-2</c:v>
                </c:pt>
                <c:pt idx="4570">
                  <c:v>5.2893518513883464E-2</c:v>
                </c:pt>
                <c:pt idx="4571">
                  <c:v>5.2905092590663116E-2</c:v>
                </c:pt>
                <c:pt idx="4572">
                  <c:v>5.2916666667442769E-2</c:v>
                </c:pt>
                <c:pt idx="4573">
                  <c:v>5.2928240736946464E-2</c:v>
                </c:pt>
                <c:pt idx="4574">
                  <c:v>5.2939814813726116E-2</c:v>
                </c:pt>
                <c:pt idx="4575">
                  <c:v>5.2951388883229811E-2</c:v>
                </c:pt>
                <c:pt idx="4576">
                  <c:v>5.2962962960009463E-2</c:v>
                </c:pt>
                <c:pt idx="4577">
                  <c:v>5.2974537036789116E-2</c:v>
                </c:pt>
                <c:pt idx="4578">
                  <c:v>5.298611110629281E-2</c:v>
                </c:pt>
                <c:pt idx="4579">
                  <c:v>5.2997685183072463E-2</c:v>
                </c:pt>
                <c:pt idx="4580">
                  <c:v>5.3009259259852115E-2</c:v>
                </c:pt>
                <c:pt idx="4581">
                  <c:v>5.302083332935581E-2</c:v>
                </c:pt>
                <c:pt idx="4582">
                  <c:v>5.3032407406135462E-2</c:v>
                </c:pt>
                <c:pt idx="4583">
                  <c:v>5.3043981475639157E-2</c:v>
                </c:pt>
                <c:pt idx="4584">
                  <c:v>5.3055555552418809E-2</c:v>
                </c:pt>
                <c:pt idx="4585">
                  <c:v>5.3067129629198462E-2</c:v>
                </c:pt>
                <c:pt idx="4586">
                  <c:v>5.3078703698702157E-2</c:v>
                </c:pt>
                <c:pt idx="4587">
                  <c:v>5.3090277775481809E-2</c:v>
                </c:pt>
                <c:pt idx="4588">
                  <c:v>5.3101851852261461E-2</c:v>
                </c:pt>
                <c:pt idx="4589">
                  <c:v>5.3113425921765156E-2</c:v>
                </c:pt>
                <c:pt idx="4590">
                  <c:v>5.3124999998544808E-2</c:v>
                </c:pt>
                <c:pt idx="4591">
                  <c:v>5.3136574075324461E-2</c:v>
                </c:pt>
                <c:pt idx="4592">
                  <c:v>5.3148148144828156E-2</c:v>
                </c:pt>
                <c:pt idx="4593">
                  <c:v>5.3159722221607808E-2</c:v>
                </c:pt>
                <c:pt idx="4594">
                  <c:v>5.3171296291111503E-2</c:v>
                </c:pt>
                <c:pt idx="4595">
                  <c:v>5.3182870367891155E-2</c:v>
                </c:pt>
                <c:pt idx="4596">
                  <c:v>5.3194444444670808E-2</c:v>
                </c:pt>
                <c:pt idx="4597">
                  <c:v>5.3206018514174502E-2</c:v>
                </c:pt>
                <c:pt idx="4598">
                  <c:v>5.3217592590954155E-2</c:v>
                </c:pt>
                <c:pt idx="4599">
                  <c:v>5.3229166667733807E-2</c:v>
                </c:pt>
                <c:pt idx="4600">
                  <c:v>5.3240740737237502E-2</c:v>
                </c:pt>
                <c:pt idx="4601">
                  <c:v>5.3252314814017154E-2</c:v>
                </c:pt>
                <c:pt idx="4602">
                  <c:v>5.3263888883520849E-2</c:v>
                </c:pt>
                <c:pt idx="4603">
                  <c:v>5.3275462960300501E-2</c:v>
                </c:pt>
                <c:pt idx="4604">
                  <c:v>5.3287037037080154E-2</c:v>
                </c:pt>
                <c:pt idx="4605">
                  <c:v>5.3298611106583849E-2</c:v>
                </c:pt>
                <c:pt idx="4606">
                  <c:v>5.3310185183363501E-2</c:v>
                </c:pt>
                <c:pt idx="4607">
                  <c:v>5.3321759260143153E-2</c:v>
                </c:pt>
                <c:pt idx="4608">
                  <c:v>5.3333333329646848E-2</c:v>
                </c:pt>
                <c:pt idx="4609">
                  <c:v>5.3344907406426501E-2</c:v>
                </c:pt>
                <c:pt idx="4610">
                  <c:v>5.3356481475930195E-2</c:v>
                </c:pt>
                <c:pt idx="4611">
                  <c:v>5.3368055552709848E-2</c:v>
                </c:pt>
                <c:pt idx="4612">
                  <c:v>5.33796296294895E-2</c:v>
                </c:pt>
                <c:pt idx="4613">
                  <c:v>5.3391203698993195E-2</c:v>
                </c:pt>
                <c:pt idx="4614">
                  <c:v>5.3402777775772847E-2</c:v>
                </c:pt>
                <c:pt idx="4615">
                  <c:v>5.34143518525525E-2</c:v>
                </c:pt>
                <c:pt idx="4616">
                  <c:v>5.3425925922056194E-2</c:v>
                </c:pt>
                <c:pt idx="4617">
                  <c:v>5.3437499998835847E-2</c:v>
                </c:pt>
                <c:pt idx="4618">
                  <c:v>5.3449074068339542E-2</c:v>
                </c:pt>
                <c:pt idx="4619">
                  <c:v>5.3460648145119194E-2</c:v>
                </c:pt>
                <c:pt idx="4620">
                  <c:v>5.3472222221898846E-2</c:v>
                </c:pt>
                <c:pt idx="4621">
                  <c:v>5.3483796291402541E-2</c:v>
                </c:pt>
                <c:pt idx="4622">
                  <c:v>5.3495370368182193E-2</c:v>
                </c:pt>
                <c:pt idx="4623">
                  <c:v>5.3506944444961846E-2</c:v>
                </c:pt>
                <c:pt idx="4624">
                  <c:v>5.3518518514465541E-2</c:v>
                </c:pt>
                <c:pt idx="4625">
                  <c:v>5.3530092591245193E-2</c:v>
                </c:pt>
                <c:pt idx="4626">
                  <c:v>5.3541666660748888E-2</c:v>
                </c:pt>
                <c:pt idx="4627">
                  <c:v>5.355324073752854E-2</c:v>
                </c:pt>
                <c:pt idx="4628">
                  <c:v>5.3564814814308193E-2</c:v>
                </c:pt>
                <c:pt idx="4629">
                  <c:v>5.3576388883811887E-2</c:v>
                </c:pt>
                <c:pt idx="4630">
                  <c:v>5.358796296059154E-2</c:v>
                </c:pt>
                <c:pt idx="4631">
                  <c:v>5.3599537037371192E-2</c:v>
                </c:pt>
                <c:pt idx="4632">
                  <c:v>5.3611111106874887E-2</c:v>
                </c:pt>
                <c:pt idx="4633">
                  <c:v>5.3622685183654539E-2</c:v>
                </c:pt>
                <c:pt idx="4634">
                  <c:v>5.3634259260434192E-2</c:v>
                </c:pt>
                <c:pt idx="4635">
                  <c:v>5.3645833329937886E-2</c:v>
                </c:pt>
                <c:pt idx="4636">
                  <c:v>5.3657407406717539E-2</c:v>
                </c:pt>
                <c:pt idx="4637">
                  <c:v>5.3668981476221234E-2</c:v>
                </c:pt>
                <c:pt idx="4638">
                  <c:v>5.3680555553000886E-2</c:v>
                </c:pt>
                <c:pt idx="4639">
                  <c:v>5.3692129629780538E-2</c:v>
                </c:pt>
                <c:pt idx="4640">
                  <c:v>5.3703703699284233E-2</c:v>
                </c:pt>
                <c:pt idx="4641">
                  <c:v>5.3715277776063886E-2</c:v>
                </c:pt>
                <c:pt idx="4642">
                  <c:v>5.3726851852843538E-2</c:v>
                </c:pt>
                <c:pt idx="4643">
                  <c:v>5.3738425922347233E-2</c:v>
                </c:pt>
                <c:pt idx="4644">
                  <c:v>5.3749999999126885E-2</c:v>
                </c:pt>
                <c:pt idx="4645">
                  <c:v>5.376157406863058E-2</c:v>
                </c:pt>
                <c:pt idx="4646">
                  <c:v>5.3773148145410232E-2</c:v>
                </c:pt>
                <c:pt idx="4647">
                  <c:v>5.3784722222189885E-2</c:v>
                </c:pt>
                <c:pt idx="4648">
                  <c:v>5.3796296291693579E-2</c:v>
                </c:pt>
                <c:pt idx="4649">
                  <c:v>5.3807870368473232E-2</c:v>
                </c:pt>
                <c:pt idx="4650">
                  <c:v>5.3819444445252884E-2</c:v>
                </c:pt>
                <c:pt idx="4651">
                  <c:v>5.3831018514756579E-2</c:v>
                </c:pt>
                <c:pt idx="4652">
                  <c:v>5.3842592591536231E-2</c:v>
                </c:pt>
                <c:pt idx="4653">
                  <c:v>5.3854166661039926E-2</c:v>
                </c:pt>
                <c:pt idx="4654">
                  <c:v>5.3865740737819578E-2</c:v>
                </c:pt>
                <c:pt idx="4655">
                  <c:v>5.3877314814599231E-2</c:v>
                </c:pt>
                <c:pt idx="4656">
                  <c:v>5.3888888884102926E-2</c:v>
                </c:pt>
                <c:pt idx="4657">
                  <c:v>5.3900462960882578E-2</c:v>
                </c:pt>
                <c:pt idx="4658">
                  <c:v>5.391203703766223E-2</c:v>
                </c:pt>
                <c:pt idx="4659">
                  <c:v>5.3923611107165925E-2</c:v>
                </c:pt>
                <c:pt idx="4660">
                  <c:v>5.3935185183945578E-2</c:v>
                </c:pt>
                <c:pt idx="4661">
                  <c:v>5.3946759253449272E-2</c:v>
                </c:pt>
                <c:pt idx="4662">
                  <c:v>5.3958333330228925E-2</c:v>
                </c:pt>
                <c:pt idx="4663">
                  <c:v>5.3969907407008577E-2</c:v>
                </c:pt>
                <c:pt idx="4664">
                  <c:v>5.3981481476512272E-2</c:v>
                </c:pt>
                <c:pt idx="4665">
                  <c:v>5.3993055553291924E-2</c:v>
                </c:pt>
                <c:pt idx="4666">
                  <c:v>5.4004629630071577E-2</c:v>
                </c:pt>
                <c:pt idx="4667">
                  <c:v>5.4016203699575271E-2</c:v>
                </c:pt>
                <c:pt idx="4668">
                  <c:v>5.4027777776354924E-2</c:v>
                </c:pt>
                <c:pt idx="4669">
                  <c:v>5.4039351853134576E-2</c:v>
                </c:pt>
                <c:pt idx="4670">
                  <c:v>5.4050925922638271E-2</c:v>
                </c:pt>
                <c:pt idx="4671">
                  <c:v>5.4062499999417923E-2</c:v>
                </c:pt>
                <c:pt idx="4672">
                  <c:v>5.4074074068921618E-2</c:v>
                </c:pt>
                <c:pt idx="4673">
                  <c:v>5.4085648145701271E-2</c:v>
                </c:pt>
                <c:pt idx="4674">
                  <c:v>5.4097222222480923E-2</c:v>
                </c:pt>
                <c:pt idx="4675">
                  <c:v>5.4108796291984618E-2</c:v>
                </c:pt>
                <c:pt idx="4676">
                  <c:v>5.412037036876427E-2</c:v>
                </c:pt>
                <c:pt idx="4677">
                  <c:v>5.4131944445543922E-2</c:v>
                </c:pt>
                <c:pt idx="4678">
                  <c:v>5.4143518515047617E-2</c:v>
                </c:pt>
                <c:pt idx="4679">
                  <c:v>5.415509259182727E-2</c:v>
                </c:pt>
                <c:pt idx="4680">
                  <c:v>5.4166666661330964E-2</c:v>
                </c:pt>
                <c:pt idx="4681">
                  <c:v>5.4178240738110617E-2</c:v>
                </c:pt>
                <c:pt idx="4682">
                  <c:v>5.4189814814890269E-2</c:v>
                </c:pt>
                <c:pt idx="4683">
                  <c:v>5.4201388884393964E-2</c:v>
                </c:pt>
                <c:pt idx="4684">
                  <c:v>5.4212962961173616E-2</c:v>
                </c:pt>
                <c:pt idx="4685">
                  <c:v>5.4224537037953269E-2</c:v>
                </c:pt>
                <c:pt idx="4686">
                  <c:v>5.4236111107456964E-2</c:v>
                </c:pt>
                <c:pt idx="4687">
                  <c:v>5.4247685184236616E-2</c:v>
                </c:pt>
                <c:pt idx="4688">
                  <c:v>5.4259259253740311E-2</c:v>
                </c:pt>
                <c:pt idx="4689">
                  <c:v>5.4270833330519963E-2</c:v>
                </c:pt>
                <c:pt idx="4690">
                  <c:v>5.4282407407299615E-2</c:v>
                </c:pt>
                <c:pt idx="4691">
                  <c:v>5.429398147680331E-2</c:v>
                </c:pt>
                <c:pt idx="4692">
                  <c:v>5.4305555553582963E-2</c:v>
                </c:pt>
                <c:pt idx="4693">
                  <c:v>5.4317129630362615E-2</c:v>
                </c:pt>
                <c:pt idx="4694">
                  <c:v>5.432870369986631E-2</c:v>
                </c:pt>
                <c:pt idx="4695">
                  <c:v>5.4340277776645962E-2</c:v>
                </c:pt>
                <c:pt idx="4696">
                  <c:v>5.4351851846149657E-2</c:v>
                </c:pt>
                <c:pt idx="4697">
                  <c:v>5.4363425922929309E-2</c:v>
                </c:pt>
                <c:pt idx="4698">
                  <c:v>5.4374999999708962E-2</c:v>
                </c:pt>
                <c:pt idx="4699">
                  <c:v>5.4386574069212656E-2</c:v>
                </c:pt>
                <c:pt idx="4700">
                  <c:v>5.4398148145992309E-2</c:v>
                </c:pt>
                <c:pt idx="4701">
                  <c:v>5.4409722222771961E-2</c:v>
                </c:pt>
                <c:pt idx="4702">
                  <c:v>5.4421296292275656E-2</c:v>
                </c:pt>
                <c:pt idx="4703">
                  <c:v>5.4432870369055308E-2</c:v>
                </c:pt>
                <c:pt idx="4704">
                  <c:v>5.4444444438559003E-2</c:v>
                </c:pt>
                <c:pt idx="4705">
                  <c:v>5.4456018515338656E-2</c:v>
                </c:pt>
                <c:pt idx="4706">
                  <c:v>5.4467592592118308E-2</c:v>
                </c:pt>
                <c:pt idx="4707">
                  <c:v>5.4479166661622003E-2</c:v>
                </c:pt>
                <c:pt idx="4708">
                  <c:v>5.4490740738401655E-2</c:v>
                </c:pt>
                <c:pt idx="4709">
                  <c:v>5.4502314815181307E-2</c:v>
                </c:pt>
                <c:pt idx="4710">
                  <c:v>5.4513888884685002E-2</c:v>
                </c:pt>
                <c:pt idx="4711">
                  <c:v>5.4525462961464655E-2</c:v>
                </c:pt>
                <c:pt idx="4712">
                  <c:v>5.4537037038244307E-2</c:v>
                </c:pt>
                <c:pt idx="4713">
                  <c:v>5.4548611107748002E-2</c:v>
                </c:pt>
                <c:pt idx="4714">
                  <c:v>5.4560185184527654E-2</c:v>
                </c:pt>
                <c:pt idx="4715">
                  <c:v>5.4571759254031349E-2</c:v>
                </c:pt>
                <c:pt idx="4716">
                  <c:v>5.4583333330811001E-2</c:v>
                </c:pt>
                <c:pt idx="4717">
                  <c:v>5.4594907407590654E-2</c:v>
                </c:pt>
                <c:pt idx="4718">
                  <c:v>5.4606481477094349E-2</c:v>
                </c:pt>
                <c:pt idx="4719">
                  <c:v>5.4618055553874001E-2</c:v>
                </c:pt>
                <c:pt idx="4720">
                  <c:v>5.4629629630653653E-2</c:v>
                </c:pt>
                <c:pt idx="4721">
                  <c:v>5.4641203700157348E-2</c:v>
                </c:pt>
                <c:pt idx="4722">
                  <c:v>5.4652777776937E-2</c:v>
                </c:pt>
                <c:pt idx="4723">
                  <c:v>5.4664351846440695E-2</c:v>
                </c:pt>
                <c:pt idx="4724">
                  <c:v>5.4675925923220348E-2</c:v>
                </c:pt>
                <c:pt idx="4725">
                  <c:v>5.46875E-2</c:v>
                </c:pt>
                <c:pt idx="4726">
                  <c:v>5.4699074069503695E-2</c:v>
                </c:pt>
                <c:pt idx="4727">
                  <c:v>5.4710648146283347E-2</c:v>
                </c:pt>
                <c:pt idx="4728">
                  <c:v>5.4722222223063E-2</c:v>
                </c:pt>
                <c:pt idx="4729">
                  <c:v>5.4733796292566694E-2</c:v>
                </c:pt>
                <c:pt idx="4730">
                  <c:v>5.4745370369346347E-2</c:v>
                </c:pt>
                <c:pt idx="4731">
                  <c:v>5.4756944438850041E-2</c:v>
                </c:pt>
                <c:pt idx="4732">
                  <c:v>5.4768518515629694E-2</c:v>
                </c:pt>
                <c:pt idx="4733">
                  <c:v>5.4780092592409346E-2</c:v>
                </c:pt>
                <c:pt idx="4734">
                  <c:v>5.4791666661913041E-2</c:v>
                </c:pt>
                <c:pt idx="4735">
                  <c:v>5.4803240738692693E-2</c:v>
                </c:pt>
                <c:pt idx="4736">
                  <c:v>5.4814814815472346E-2</c:v>
                </c:pt>
                <c:pt idx="4737">
                  <c:v>5.4826388884976041E-2</c:v>
                </c:pt>
                <c:pt idx="4738">
                  <c:v>5.4837962961755693E-2</c:v>
                </c:pt>
                <c:pt idx="4739">
                  <c:v>5.4849537031259388E-2</c:v>
                </c:pt>
                <c:pt idx="4740">
                  <c:v>5.486111110803904E-2</c:v>
                </c:pt>
                <c:pt idx="4741">
                  <c:v>5.4872685184818693E-2</c:v>
                </c:pt>
                <c:pt idx="4742">
                  <c:v>5.4884259254322387E-2</c:v>
                </c:pt>
                <c:pt idx="4743">
                  <c:v>5.489583333110204E-2</c:v>
                </c:pt>
                <c:pt idx="4744">
                  <c:v>5.4907407407881692E-2</c:v>
                </c:pt>
                <c:pt idx="4745">
                  <c:v>5.4918981477385387E-2</c:v>
                </c:pt>
                <c:pt idx="4746">
                  <c:v>5.4930555554165039E-2</c:v>
                </c:pt>
                <c:pt idx="4747">
                  <c:v>5.4942129630944692E-2</c:v>
                </c:pt>
                <c:pt idx="4748">
                  <c:v>5.4953703700448386E-2</c:v>
                </c:pt>
                <c:pt idx="4749">
                  <c:v>5.4965277777228039E-2</c:v>
                </c:pt>
                <c:pt idx="4750">
                  <c:v>5.4976851846731734E-2</c:v>
                </c:pt>
                <c:pt idx="4751">
                  <c:v>5.4988425923511386E-2</c:v>
                </c:pt>
                <c:pt idx="4752">
                  <c:v>5.5000000000291038E-2</c:v>
                </c:pt>
                <c:pt idx="4753">
                  <c:v>5.5011574069794733E-2</c:v>
                </c:pt>
                <c:pt idx="4754">
                  <c:v>5.5023148146574385E-2</c:v>
                </c:pt>
                <c:pt idx="4755">
                  <c:v>5.5034722223354038E-2</c:v>
                </c:pt>
                <c:pt idx="4756">
                  <c:v>5.5046296292857733E-2</c:v>
                </c:pt>
                <c:pt idx="4757">
                  <c:v>5.5057870369637385E-2</c:v>
                </c:pt>
                <c:pt idx="4758">
                  <c:v>5.506944443914108E-2</c:v>
                </c:pt>
                <c:pt idx="4759">
                  <c:v>5.5081018515920732E-2</c:v>
                </c:pt>
                <c:pt idx="4760">
                  <c:v>5.5092592592700385E-2</c:v>
                </c:pt>
                <c:pt idx="4761">
                  <c:v>5.5104166662204079E-2</c:v>
                </c:pt>
                <c:pt idx="4762">
                  <c:v>5.5115740738983732E-2</c:v>
                </c:pt>
                <c:pt idx="4763">
                  <c:v>5.5127314815763384E-2</c:v>
                </c:pt>
                <c:pt idx="4764">
                  <c:v>5.5138888885267079E-2</c:v>
                </c:pt>
                <c:pt idx="4765">
                  <c:v>5.5150462962046731E-2</c:v>
                </c:pt>
                <c:pt idx="4766">
                  <c:v>5.5162037031550426E-2</c:v>
                </c:pt>
                <c:pt idx="4767">
                  <c:v>5.5173611108330078E-2</c:v>
                </c:pt>
                <c:pt idx="4768">
                  <c:v>5.5185185185109731E-2</c:v>
                </c:pt>
                <c:pt idx="4769">
                  <c:v>5.5196759254613426E-2</c:v>
                </c:pt>
                <c:pt idx="4770">
                  <c:v>5.5208333331393078E-2</c:v>
                </c:pt>
                <c:pt idx="4771">
                  <c:v>5.521990740817273E-2</c:v>
                </c:pt>
                <c:pt idx="4772">
                  <c:v>5.5231481477676425E-2</c:v>
                </c:pt>
                <c:pt idx="4773">
                  <c:v>5.5243055554456078E-2</c:v>
                </c:pt>
                <c:pt idx="4774">
                  <c:v>5.5254629623959772E-2</c:v>
                </c:pt>
                <c:pt idx="4775">
                  <c:v>5.5266203700739425E-2</c:v>
                </c:pt>
                <c:pt idx="4776">
                  <c:v>5.5277777777519077E-2</c:v>
                </c:pt>
                <c:pt idx="4777">
                  <c:v>5.5289351847022772E-2</c:v>
                </c:pt>
                <c:pt idx="4778">
                  <c:v>5.5300925923802424E-2</c:v>
                </c:pt>
                <c:pt idx="4779">
                  <c:v>5.5312500000582077E-2</c:v>
                </c:pt>
                <c:pt idx="4780">
                  <c:v>5.5324074070085771E-2</c:v>
                </c:pt>
                <c:pt idx="4781">
                  <c:v>5.5335648146865424E-2</c:v>
                </c:pt>
                <c:pt idx="4782">
                  <c:v>5.5347222216369119E-2</c:v>
                </c:pt>
                <c:pt idx="4783">
                  <c:v>5.5358796293148771E-2</c:v>
                </c:pt>
                <c:pt idx="4784">
                  <c:v>5.5370370369928423E-2</c:v>
                </c:pt>
                <c:pt idx="4785">
                  <c:v>5.5381944439432118E-2</c:v>
                </c:pt>
                <c:pt idx="4786">
                  <c:v>5.539351851621177E-2</c:v>
                </c:pt>
                <c:pt idx="4787">
                  <c:v>5.5405092592991423E-2</c:v>
                </c:pt>
                <c:pt idx="4788">
                  <c:v>5.5416666662495118E-2</c:v>
                </c:pt>
                <c:pt idx="4789">
                  <c:v>5.542824073927477E-2</c:v>
                </c:pt>
                <c:pt idx="4790">
                  <c:v>5.5439814816054422E-2</c:v>
                </c:pt>
                <c:pt idx="4791">
                  <c:v>5.5451388885558117E-2</c:v>
                </c:pt>
                <c:pt idx="4792">
                  <c:v>5.546296296233777E-2</c:v>
                </c:pt>
                <c:pt idx="4793">
                  <c:v>5.5474537031841464E-2</c:v>
                </c:pt>
                <c:pt idx="4794">
                  <c:v>5.5486111108621117E-2</c:v>
                </c:pt>
                <c:pt idx="4795">
                  <c:v>5.5497685185400769E-2</c:v>
                </c:pt>
                <c:pt idx="4796">
                  <c:v>5.5509259254904464E-2</c:v>
                </c:pt>
                <c:pt idx="4797">
                  <c:v>5.5520833331684116E-2</c:v>
                </c:pt>
                <c:pt idx="4798">
                  <c:v>5.5532407408463769E-2</c:v>
                </c:pt>
                <c:pt idx="4799">
                  <c:v>5.5543981477967463E-2</c:v>
                </c:pt>
                <c:pt idx="4800">
                  <c:v>5.5555555554747116E-2</c:v>
                </c:pt>
                <c:pt idx="4801">
                  <c:v>5.5567129624250811E-2</c:v>
                </c:pt>
                <c:pt idx="4802">
                  <c:v>5.5578703701030463E-2</c:v>
                </c:pt>
                <c:pt idx="4803">
                  <c:v>5.5590277777810115E-2</c:v>
                </c:pt>
                <c:pt idx="4804">
                  <c:v>5.560185184731381E-2</c:v>
                </c:pt>
                <c:pt idx="4805">
                  <c:v>5.5613425924093463E-2</c:v>
                </c:pt>
                <c:pt idx="4806">
                  <c:v>5.5625000000873115E-2</c:v>
                </c:pt>
                <c:pt idx="4807">
                  <c:v>5.563657407037681E-2</c:v>
                </c:pt>
                <c:pt idx="4808">
                  <c:v>5.5648148147156462E-2</c:v>
                </c:pt>
                <c:pt idx="4809">
                  <c:v>5.5659722216660157E-2</c:v>
                </c:pt>
                <c:pt idx="4810">
                  <c:v>5.5671296293439809E-2</c:v>
                </c:pt>
                <c:pt idx="4811">
                  <c:v>5.5682870370219462E-2</c:v>
                </c:pt>
                <c:pt idx="4812">
                  <c:v>5.5694444439723156E-2</c:v>
                </c:pt>
                <c:pt idx="4813">
                  <c:v>5.5706018516502809E-2</c:v>
                </c:pt>
                <c:pt idx="4814">
                  <c:v>5.5717592593282461E-2</c:v>
                </c:pt>
                <c:pt idx="4815">
                  <c:v>5.5729166662786156E-2</c:v>
                </c:pt>
                <c:pt idx="4816">
                  <c:v>5.5740740739565808E-2</c:v>
                </c:pt>
                <c:pt idx="4817">
                  <c:v>5.5752314809069503E-2</c:v>
                </c:pt>
                <c:pt idx="4818">
                  <c:v>5.5763888885849155E-2</c:v>
                </c:pt>
                <c:pt idx="4819">
                  <c:v>5.5775462962628808E-2</c:v>
                </c:pt>
                <c:pt idx="4820">
                  <c:v>5.5787037032132503E-2</c:v>
                </c:pt>
                <c:pt idx="4821">
                  <c:v>5.5798611108912155E-2</c:v>
                </c:pt>
                <c:pt idx="4822">
                  <c:v>5.5810185185691807E-2</c:v>
                </c:pt>
                <c:pt idx="4823">
                  <c:v>5.5821759255195502E-2</c:v>
                </c:pt>
                <c:pt idx="4824">
                  <c:v>5.5833333331975155E-2</c:v>
                </c:pt>
                <c:pt idx="4825">
                  <c:v>5.5844907401478849E-2</c:v>
                </c:pt>
                <c:pt idx="4826">
                  <c:v>5.5856481478258502E-2</c:v>
                </c:pt>
                <c:pt idx="4827">
                  <c:v>5.5868055555038154E-2</c:v>
                </c:pt>
                <c:pt idx="4828">
                  <c:v>5.5879629624541849E-2</c:v>
                </c:pt>
                <c:pt idx="4829">
                  <c:v>5.5891203701321501E-2</c:v>
                </c:pt>
                <c:pt idx="4830">
                  <c:v>5.5902777778101154E-2</c:v>
                </c:pt>
                <c:pt idx="4831">
                  <c:v>5.5914351847604848E-2</c:v>
                </c:pt>
                <c:pt idx="4832">
                  <c:v>5.5925925924384501E-2</c:v>
                </c:pt>
                <c:pt idx="4833">
                  <c:v>5.5937500001164153E-2</c:v>
                </c:pt>
                <c:pt idx="4834">
                  <c:v>5.5949074070667848E-2</c:v>
                </c:pt>
                <c:pt idx="4835">
                  <c:v>5.59606481474475E-2</c:v>
                </c:pt>
                <c:pt idx="4836">
                  <c:v>5.5972222216951195E-2</c:v>
                </c:pt>
                <c:pt idx="4837">
                  <c:v>5.5983796293730848E-2</c:v>
                </c:pt>
                <c:pt idx="4838">
                  <c:v>5.59953703705105E-2</c:v>
                </c:pt>
                <c:pt idx="4839">
                  <c:v>5.6006944440014195E-2</c:v>
                </c:pt>
                <c:pt idx="4840">
                  <c:v>5.6018518516793847E-2</c:v>
                </c:pt>
                <c:pt idx="4841">
                  <c:v>5.6030092593573499E-2</c:v>
                </c:pt>
                <c:pt idx="4842">
                  <c:v>5.6041666663077194E-2</c:v>
                </c:pt>
                <c:pt idx="4843">
                  <c:v>5.6053240739856847E-2</c:v>
                </c:pt>
                <c:pt idx="4844">
                  <c:v>5.6064814809360541E-2</c:v>
                </c:pt>
                <c:pt idx="4845">
                  <c:v>5.6076388886140194E-2</c:v>
                </c:pt>
                <c:pt idx="4846">
                  <c:v>5.6087962962919846E-2</c:v>
                </c:pt>
                <c:pt idx="4847">
                  <c:v>5.6099537032423541E-2</c:v>
                </c:pt>
                <c:pt idx="4848">
                  <c:v>5.6111111109203193E-2</c:v>
                </c:pt>
                <c:pt idx="4849">
                  <c:v>5.6122685185982846E-2</c:v>
                </c:pt>
                <c:pt idx="4850">
                  <c:v>5.613425925548654E-2</c:v>
                </c:pt>
                <c:pt idx="4851">
                  <c:v>5.6145833332266193E-2</c:v>
                </c:pt>
                <c:pt idx="4852">
                  <c:v>5.6157407401769888E-2</c:v>
                </c:pt>
                <c:pt idx="4853">
                  <c:v>5.616898147854954E-2</c:v>
                </c:pt>
                <c:pt idx="4854">
                  <c:v>5.6180555555329192E-2</c:v>
                </c:pt>
                <c:pt idx="4855">
                  <c:v>5.6192129624832887E-2</c:v>
                </c:pt>
                <c:pt idx="4856">
                  <c:v>5.620370370161254E-2</c:v>
                </c:pt>
                <c:pt idx="4857">
                  <c:v>5.6215277778392192E-2</c:v>
                </c:pt>
                <c:pt idx="4858">
                  <c:v>5.6226851847895887E-2</c:v>
                </c:pt>
                <c:pt idx="4859">
                  <c:v>5.6238425924675539E-2</c:v>
                </c:pt>
                <c:pt idx="4860">
                  <c:v>5.6249999994179234E-2</c:v>
                </c:pt>
                <c:pt idx="4861">
                  <c:v>5.6261574070958886E-2</c:v>
                </c:pt>
                <c:pt idx="4862">
                  <c:v>5.6273148147738539E-2</c:v>
                </c:pt>
                <c:pt idx="4863">
                  <c:v>5.6284722217242233E-2</c:v>
                </c:pt>
                <c:pt idx="4864">
                  <c:v>5.6296296294021886E-2</c:v>
                </c:pt>
                <c:pt idx="4865">
                  <c:v>5.6307870370801538E-2</c:v>
                </c:pt>
                <c:pt idx="4866">
                  <c:v>5.6319444440305233E-2</c:v>
                </c:pt>
                <c:pt idx="4867">
                  <c:v>5.6331018517084885E-2</c:v>
                </c:pt>
                <c:pt idx="4868">
                  <c:v>5.6342592593864538E-2</c:v>
                </c:pt>
                <c:pt idx="4869">
                  <c:v>5.6354166663368233E-2</c:v>
                </c:pt>
                <c:pt idx="4870">
                  <c:v>5.6365740740147885E-2</c:v>
                </c:pt>
                <c:pt idx="4871">
                  <c:v>5.637731480965158E-2</c:v>
                </c:pt>
                <c:pt idx="4872">
                  <c:v>5.6388888886431232E-2</c:v>
                </c:pt>
                <c:pt idx="4873">
                  <c:v>5.6400462963210884E-2</c:v>
                </c:pt>
                <c:pt idx="4874">
                  <c:v>5.6412037032714579E-2</c:v>
                </c:pt>
                <c:pt idx="4875">
                  <c:v>5.6423611109494232E-2</c:v>
                </c:pt>
                <c:pt idx="4876">
                  <c:v>5.6435185186273884E-2</c:v>
                </c:pt>
                <c:pt idx="4877">
                  <c:v>5.6446759255777579E-2</c:v>
                </c:pt>
                <c:pt idx="4878">
                  <c:v>5.6458333332557231E-2</c:v>
                </c:pt>
                <c:pt idx="4879">
                  <c:v>5.6469907402060926E-2</c:v>
                </c:pt>
                <c:pt idx="4880">
                  <c:v>5.6481481478840578E-2</c:v>
                </c:pt>
                <c:pt idx="4881">
                  <c:v>5.6493055555620231E-2</c:v>
                </c:pt>
                <c:pt idx="4882">
                  <c:v>5.6504629625123926E-2</c:v>
                </c:pt>
                <c:pt idx="4883">
                  <c:v>5.6516203701903578E-2</c:v>
                </c:pt>
                <c:pt idx="4884">
                  <c:v>5.652777777868323E-2</c:v>
                </c:pt>
                <c:pt idx="4885">
                  <c:v>5.6539351848186925E-2</c:v>
                </c:pt>
                <c:pt idx="4886">
                  <c:v>5.6550925924966577E-2</c:v>
                </c:pt>
                <c:pt idx="4887">
                  <c:v>5.6562499994470272E-2</c:v>
                </c:pt>
                <c:pt idx="4888">
                  <c:v>5.6574074071249925E-2</c:v>
                </c:pt>
                <c:pt idx="4889">
                  <c:v>5.6585648148029577E-2</c:v>
                </c:pt>
                <c:pt idx="4890">
                  <c:v>5.6597222217533272E-2</c:v>
                </c:pt>
                <c:pt idx="4891">
                  <c:v>5.6608796294312924E-2</c:v>
                </c:pt>
                <c:pt idx="4892">
                  <c:v>5.6620370371092577E-2</c:v>
                </c:pt>
                <c:pt idx="4893">
                  <c:v>5.6631944440596271E-2</c:v>
                </c:pt>
                <c:pt idx="4894">
                  <c:v>5.6643518517375924E-2</c:v>
                </c:pt>
                <c:pt idx="4895">
                  <c:v>5.6655092586879618E-2</c:v>
                </c:pt>
                <c:pt idx="4896">
                  <c:v>5.6666666663659271E-2</c:v>
                </c:pt>
                <c:pt idx="4897">
                  <c:v>5.6678240740438923E-2</c:v>
                </c:pt>
                <c:pt idx="4898">
                  <c:v>5.6689814809942618E-2</c:v>
                </c:pt>
                <c:pt idx="4899">
                  <c:v>5.670138888672227E-2</c:v>
                </c:pt>
                <c:pt idx="4900">
                  <c:v>5.6712962963501923E-2</c:v>
                </c:pt>
                <c:pt idx="4901">
                  <c:v>5.6724537033005618E-2</c:v>
                </c:pt>
                <c:pt idx="4902">
                  <c:v>5.673611110978527E-2</c:v>
                </c:pt>
                <c:pt idx="4903">
                  <c:v>5.6747685179288965E-2</c:v>
                </c:pt>
                <c:pt idx="4904">
                  <c:v>5.6759259256068617E-2</c:v>
                </c:pt>
                <c:pt idx="4905">
                  <c:v>5.6770833332848269E-2</c:v>
                </c:pt>
                <c:pt idx="4906">
                  <c:v>5.6782407402351964E-2</c:v>
                </c:pt>
                <c:pt idx="4907">
                  <c:v>5.6793981479131617E-2</c:v>
                </c:pt>
                <c:pt idx="4908">
                  <c:v>5.6805555555911269E-2</c:v>
                </c:pt>
                <c:pt idx="4909">
                  <c:v>5.6817129625414964E-2</c:v>
                </c:pt>
                <c:pt idx="4910">
                  <c:v>5.6828703702194616E-2</c:v>
                </c:pt>
                <c:pt idx="4911">
                  <c:v>5.6840277778974269E-2</c:v>
                </c:pt>
                <c:pt idx="4912">
                  <c:v>5.6851851848477963E-2</c:v>
                </c:pt>
                <c:pt idx="4913">
                  <c:v>5.6863425925257616E-2</c:v>
                </c:pt>
                <c:pt idx="4914">
                  <c:v>5.6874999994761311E-2</c:v>
                </c:pt>
                <c:pt idx="4915">
                  <c:v>5.6886574071540963E-2</c:v>
                </c:pt>
                <c:pt idx="4916">
                  <c:v>5.6898148148320615E-2</c:v>
                </c:pt>
                <c:pt idx="4917">
                  <c:v>5.690972221782431E-2</c:v>
                </c:pt>
                <c:pt idx="4918">
                  <c:v>5.6921296294603962E-2</c:v>
                </c:pt>
                <c:pt idx="4919">
                  <c:v>5.6932870371383615E-2</c:v>
                </c:pt>
                <c:pt idx="4920">
                  <c:v>5.694444444088731E-2</c:v>
                </c:pt>
                <c:pt idx="4921">
                  <c:v>5.6956018517666962E-2</c:v>
                </c:pt>
                <c:pt idx="4922">
                  <c:v>5.6967592587170657E-2</c:v>
                </c:pt>
                <c:pt idx="4923">
                  <c:v>5.6979166663950309E-2</c:v>
                </c:pt>
                <c:pt idx="4924">
                  <c:v>5.6990740740729962E-2</c:v>
                </c:pt>
                <c:pt idx="4925">
                  <c:v>5.7002314810233656E-2</c:v>
                </c:pt>
                <c:pt idx="4926">
                  <c:v>5.7013888887013309E-2</c:v>
                </c:pt>
                <c:pt idx="4927">
                  <c:v>5.7025462963792961E-2</c:v>
                </c:pt>
                <c:pt idx="4928">
                  <c:v>5.7037037033296656E-2</c:v>
                </c:pt>
                <c:pt idx="4929">
                  <c:v>5.7048611110076308E-2</c:v>
                </c:pt>
                <c:pt idx="4930">
                  <c:v>5.7060185179580003E-2</c:v>
                </c:pt>
                <c:pt idx="4931">
                  <c:v>5.7071759256359655E-2</c:v>
                </c:pt>
                <c:pt idx="4932">
                  <c:v>5.7083333333139308E-2</c:v>
                </c:pt>
                <c:pt idx="4933">
                  <c:v>5.7094907402643003E-2</c:v>
                </c:pt>
                <c:pt idx="4934">
                  <c:v>5.7106481479422655E-2</c:v>
                </c:pt>
                <c:pt idx="4935">
                  <c:v>5.7118055556202307E-2</c:v>
                </c:pt>
                <c:pt idx="4936">
                  <c:v>5.7129629625706002E-2</c:v>
                </c:pt>
                <c:pt idx="4937">
                  <c:v>5.7141203702485655E-2</c:v>
                </c:pt>
                <c:pt idx="4938">
                  <c:v>5.7152777771989349E-2</c:v>
                </c:pt>
                <c:pt idx="4939">
                  <c:v>5.7164351848769002E-2</c:v>
                </c:pt>
                <c:pt idx="4940">
                  <c:v>5.7175925925548654E-2</c:v>
                </c:pt>
                <c:pt idx="4941">
                  <c:v>5.7187499995052349E-2</c:v>
                </c:pt>
                <c:pt idx="4942">
                  <c:v>5.7199074071832001E-2</c:v>
                </c:pt>
                <c:pt idx="4943">
                  <c:v>5.7210648148611654E-2</c:v>
                </c:pt>
                <c:pt idx="4944">
                  <c:v>5.7222222218115348E-2</c:v>
                </c:pt>
                <c:pt idx="4945">
                  <c:v>5.7233796294895001E-2</c:v>
                </c:pt>
                <c:pt idx="4946">
                  <c:v>5.7245370371674653E-2</c:v>
                </c:pt>
                <c:pt idx="4947">
                  <c:v>5.7256944441178348E-2</c:v>
                </c:pt>
                <c:pt idx="4948">
                  <c:v>5.7268518517958E-2</c:v>
                </c:pt>
                <c:pt idx="4949">
                  <c:v>5.7280092587461695E-2</c:v>
                </c:pt>
                <c:pt idx="4950">
                  <c:v>5.7291666664241347E-2</c:v>
                </c:pt>
                <c:pt idx="4951">
                  <c:v>5.7303240741021E-2</c:v>
                </c:pt>
                <c:pt idx="4952">
                  <c:v>5.7314814810524695E-2</c:v>
                </c:pt>
                <c:pt idx="4953">
                  <c:v>5.7326388887304347E-2</c:v>
                </c:pt>
                <c:pt idx="4954">
                  <c:v>5.7337962964083999E-2</c:v>
                </c:pt>
                <c:pt idx="4955">
                  <c:v>5.7349537033587694E-2</c:v>
                </c:pt>
                <c:pt idx="4956">
                  <c:v>5.7361111110367347E-2</c:v>
                </c:pt>
                <c:pt idx="4957">
                  <c:v>5.7372685179871041E-2</c:v>
                </c:pt>
                <c:pt idx="4958">
                  <c:v>5.7384259256650694E-2</c:v>
                </c:pt>
                <c:pt idx="4959">
                  <c:v>5.7395833333430346E-2</c:v>
                </c:pt>
                <c:pt idx="4960">
                  <c:v>5.7407407402934041E-2</c:v>
                </c:pt>
                <c:pt idx="4961">
                  <c:v>5.7418981479713693E-2</c:v>
                </c:pt>
                <c:pt idx="4962">
                  <c:v>5.7430555556493346E-2</c:v>
                </c:pt>
                <c:pt idx="4963">
                  <c:v>5.744212962599704E-2</c:v>
                </c:pt>
                <c:pt idx="4964">
                  <c:v>5.7453703702776693E-2</c:v>
                </c:pt>
                <c:pt idx="4965">
                  <c:v>5.7465277772280388E-2</c:v>
                </c:pt>
                <c:pt idx="4966">
                  <c:v>5.747685184906004E-2</c:v>
                </c:pt>
                <c:pt idx="4967">
                  <c:v>5.7488425925839692E-2</c:v>
                </c:pt>
                <c:pt idx="4968">
                  <c:v>5.7499999995343387E-2</c:v>
                </c:pt>
                <c:pt idx="4969">
                  <c:v>5.751157407212304E-2</c:v>
                </c:pt>
                <c:pt idx="4970">
                  <c:v>5.7523148148902692E-2</c:v>
                </c:pt>
                <c:pt idx="4971">
                  <c:v>5.7534722218406387E-2</c:v>
                </c:pt>
                <c:pt idx="4972">
                  <c:v>5.7546296295186039E-2</c:v>
                </c:pt>
                <c:pt idx="4973">
                  <c:v>5.7557870364689734E-2</c:v>
                </c:pt>
                <c:pt idx="4974">
                  <c:v>5.7569444441469386E-2</c:v>
                </c:pt>
                <c:pt idx="4975">
                  <c:v>5.7581018518249039E-2</c:v>
                </c:pt>
                <c:pt idx="4976">
                  <c:v>5.7592592587752733E-2</c:v>
                </c:pt>
                <c:pt idx="4977">
                  <c:v>5.7604166664532386E-2</c:v>
                </c:pt>
                <c:pt idx="4978">
                  <c:v>5.7615740741312038E-2</c:v>
                </c:pt>
                <c:pt idx="4979">
                  <c:v>5.7627314810815733E-2</c:v>
                </c:pt>
                <c:pt idx="4980">
                  <c:v>5.7638888887595385E-2</c:v>
                </c:pt>
                <c:pt idx="4981">
                  <c:v>5.765046295709908E-2</c:v>
                </c:pt>
                <c:pt idx="4982">
                  <c:v>5.7662037033878732E-2</c:v>
                </c:pt>
                <c:pt idx="4983">
                  <c:v>5.7673611110658385E-2</c:v>
                </c:pt>
                <c:pt idx="4984">
                  <c:v>5.768518518016208E-2</c:v>
                </c:pt>
                <c:pt idx="4985">
                  <c:v>5.7696759256941732E-2</c:v>
                </c:pt>
                <c:pt idx="4986">
                  <c:v>5.7708333333721384E-2</c:v>
                </c:pt>
                <c:pt idx="4987">
                  <c:v>5.7719907403225079E-2</c:v>
                </c:pt>
                <c:pt idx="4988">
                  <c:v>5.7731481480004732E-2</c:v>
                </c:pt>
                <c:pt idx="4989">
                  <c:v>5.7743055556784384E-2</c:v>
                </c:pt>
                <c:pt idx="4990">
                  <c:v>5.7754629626288079E-2</c:v>
                </c:pt>
                <c:pt idx="4991">
                  <c:v>5.7766203703067731E-2</c:v>
                </c:pt>
                <c:pt idx="4992">
                  <c:v>5.7777777772571426E-2</c:v>
                </c:pt>
                <c:pt idx="4993">
                  <c:v>5.7789351849351078E-2</c:v>
                </c:pt>
                <c:pt idx="4994">
                  <c:v>5.7800925926130731E-2</c:v>
                </c:pt>
                <c:pt idx="4995">
                  <c:v>5.7812499995634425E-2</c:v>
                </c:pt>
                <c:pt idx="4996">
                  <c:v>5.7824074072414078E-2</c:v>
                </c:pt>
                <c:pt idx="4997">
                  <c:v>5.783564814919373E-2</c:v>
                </c:pt>
                <c:pt idx="4998">
                  <c:v>5.7847222218697425E-2</c:v>
                </c:pt>
                <c:pt idx="4999">
                  <c:v>5.7858796295477077E-2</c:v>
                </c:pt>
                <c:pt idx="5000">
                  <c:v>5.7870370364980772E-2</c:v>
                </c:pt>
                <c:pt idx="5001">
                  <c:v>5.7881944441760425E-2</c:v>
                </c:pt>
                <c:pt idx="5002">
                  <c:v>5.7893518518540077E-2</c:v>
                </c:pt>
                <c:pt idx="5003">
                  <c:v>5.7905092588043772E-2</c:v>
                </c:pt>
                <c:pt idx="5004">
                  <c:v>5.7916666664823424E-2</c:v>
                </c:pt>
                <c:pt idx="5005">
                  <c:v>5.7928240741603076E-2</c:v>
                </c:pt>
                <c:pt idx="5006">
                  <c:v>5.7939814811106771E-2</c:v>
                </c:pt>
                <c:pt idx="5007">
                  <c:v>5.7951388887886424E-2</c:v>
                </c:pt>
                <c:pt idx="5008">
                  <c:v>5.7962962957390118E-2</c:v>
                </c:pt>
                <c:pt idx="5009">
                  <c:v>5.7974537034169771E-2</c:v>
                </c:pt>
                <c:pt idx="5010">
                  <c:v>5.7986111110949423E-2</c:v>
                </c:pt>
                <c:pt idx="5011">
                  <c:v>5.7997685180453118E-2</c:v>
                </c:pt>
                <c:pt idx="5012">
                  <c:v>5.800925925723277E-2</c:v>
                </c:pt>
                <c:pt idx="5013">
                  <c:v>5.8020833334012423E-2</c:v>
                </c:pt>
                <c:pt idx="5014">
                  <c:v>5.8032407403516117E-2</c:v>
                </c:pt>
                <c:pt idx="5015">
                  <c:v>5.804398148029577E-2</c:v>
                </c:pt>
                <c:pt idx="5016">
                  <c:v>5.8055555549799465E-2</c:v>
                </c:pt>
                <c:pt idx="5017">
                  <c:v>5.8067129626579117E-2</c:v>
                </c:pt>
                <c:pt idx="5018">
                  <c:v>5.8078703703358769E-2</c:v>
                </c:pt>
                <c:pt idx="5019">
                  <c:v>5.8090277772862464E-2</c:v>
                </c:pt>
                <c:pt idx="5020">
                  <c:v>5.8101851849642117E-2</c:v>
                </c:pt>
                <c:pt idx="5021">
                  <c:v>5.8113425926421769E-2</c:v>
                </c:pt>
                <c:pt idx="5022">
                  <c:v>5.8124999995925464E-2</c:v>
                </c:pt>
                <c:pt idx="5023">
                  <c:v>5.8136574072705116E-2</c:v>
                </c:pt>
                <c:pt idx="5024">
                  <c:v>5.8148148149484769E-2</c:v>
                </c:pt>
                <c:pt idx="5025">
                  <c:v>5.8159722218988463E-2</c:v>
                </c:pt>
                <c:pt idx="5026">
                  <c:v>5.8171296295768116E-2</c:v>
                </c:pt>
                <c:pt idx="5027">
                  <c:v>5.818287036527181E-2</c:v>
                </c:pt>
                <c:pt idx="5028">
                  <c:v>5.8194444442051463E-2</c:v>
                </c:pt>
                <c:pt idx="5029">
                  <c:v>5.8206018518831115E-2</c:v>
                </c:pt>
                <c:pt idx="5030">
                  <c:v>5.821759258833481E-2</c:v>
                </c:pt>
                <c:pt idx="5031">
                  <c:v>5.8229166665114462E-2</c:v>
                </c:pt>
                <c:pt idx="5032">
                  <c:v>5.8240740741894115E-2</c:v>
                </c:pt>
                <c:pt idx="5033">
                  <c:v>5.825231481139781E-2</c:v>
                </c:pt>
                <c:pt idx="5034">
                  <c:v>5.8263888888177462E-2</c:v>
                </c:pt>
                <c:pt idx="5035">
                  <c:v>5.8275462957681157E-2</c:v>
                </c:pt>
                <c:pt idx="5036">
                  <c:v>5.8287037034460809E-2</c:v>
                </c:pt>
                <c:pt idx="5037">
                  <c:v>5.8298611111240461E-2</c:v>
                </c:pt>
                <c:pt idx="5038">
                  <c:v>5.8310185180744156E-2</c:v>
                </c:pt>
                <c:pt idx="5039">
                  <c:v>5.8321759257523809E-2</c:v>
                </c:pt>
                <c:pt idx="5040">
                  <c:v>5.8333333334303461E-2</c:v>
                </c:pt>
                <c:pt idx="5041">
                  <c:v>5.8344907403807156E-2</c:v>
                </c:pt>
                <c:pt idx="5042">
                  <c:v>5.8356481480586808E-2</c:v>
                </c:pt>
                <c:pt idx="5043">
                  <c:v>5.8368055550090503E-2</c:v>
                </c:pt>
                <c:pt idx="5044">
                  <c:v>5.8379629626870155E-2</c:v>
                </c:pt>
                <c:pt idx="5045">
                  <c:v>5.8391203703649808E-2</c:v>
                </c:pt>
                <c:pt idx="5046">
                  <c:v>5.8402777773153502E-2</c:v>
                </c:pt>
                <c:pt idx="5047">
                  <c:v>5.8414351849933155E-2</c:v>
                </c:pt>
                <c:pt idx="5048">
                  <c:v>5.8425925926712807E-2</c:v>
                </c:pt>
                <c:pt idx="5049">
                  <c:v>5.8437499996216502E-2</c:v>
                </c:pt>
                <c:pt idx="5050">
                  <c:v>5.8449074072996154E-2</c:v>
                </c:pt>
                <c:pt idx="5051">
                  <c:v>5.8460648142499849E-2</c:v>
                </c:pt>
                <c:pt idx="5052">
                  <c:v>5.8472222219279502E-2</c:v>
                </c:pt>
                <c:pt idx="5053">
                  <c:v>5.8483796296059154E-2</c:v>
                </c:pt>
                <c:pt idx="5054">
                  <c:v>5.8495370365562849E-2</c:v>
                </c:pt>
                <c:pt idx="5055">
                  <c:v>5.8506944442342501E-2</c:v>
                </c:pt>
                <c:pt idx="5056">
                  <c:v>5.8518518519122154E-2</c:v>
                </c:pt>
                <c:pt idx="5057">
                  <c:v>5.8530092588625848E-2</c:v>
                </c:pt>
                <c:pt idx="5058">
                  <c:v>5.8541666665405501E-2</c:v>
                </c:pt>
                <c:pt idx="5059">
                  <c:v>5.8553240734909195E-2</c:v>
                </c:pt>
                <c:pt idx="5060">
                  <c:v>5.8564814811688848E-2</c:v>
                </c:pt>
                <c:pt idx="5061">
                  <c:v>5.85763888884685E-2</c:v>
                </c:pt>
                <c:pt idx="5062">
                  <c:v>5.8587962957972195E-2</c:v>
                </c:pt>
                <c:pt idx="5063">
                  <c:v>5.8599537034751847E-2</c:v>
                </c:pt>
                <c:pt idx="5064">
                  <c:v>5.86111111115315E-2</c:v>
                </c:pt>
                <c:pt idx="5065">
                  <c:v>5.8622685181035195E-2</c:v>
                </c:pt>
                <c:pt idx="5066">
                  <c:v>5.8634259257814847E-2</c:v>
                </c:pt>
                <c:pt idx="5067">
                  <c:v>5.8645833334594499E-2</c:v>
                </c:pt>
                <c:pt idx="5068">
                  <c:v>5.8657407404098194E-2</c:v>
                </c:pt>
                <c:pt idx="5069">
                  <c:v>5.8668981480877846E-2</c:v>
                </c:pt>
                <c:pt idx="5070">
                  <c:v>5.8680555550381541E-2</c:v>
                </c:pt>
                <c:pt idx="5071">
                  <c:v>5.8692129627161194E-2</c:v>
                </c:pt>
                <c:pt idx="5072">
                  <c:v>5.8703703703940846E-2</c:v>
                </c:pt>
                <c:pt idx="5073">
                  <c:v>5.8715277773444541E-2</c:v>
                </c:pt>
                <c:pt idx="5074">
                  <c:v>5.8726851850224193E-2</c:v>
                </c:pt>
                <c:pt idx="5075">
                  <c:v>5.8738425927003846E-2</c:v>
                </c:pt>
                <c:pt idx="5076">
                  <c:v>5.874999999650754E-2</c:v>
                </c:pt>
                <c:pt idx="5077">
                  <c:v>5.8761574073287193E-2</c:v>
                </c:pt>
                <c:pt idx="5078">
                  <c:v>5.8773148142790888E-2</c:v>
                </c:pt>
                <c:pt idx="5079">
                  <c:v>5.878472221957054E-2</c:v>
                </c:pt>
                <c:pt idx="5080">
                  <c:v>5.8796296296350192E-2</c:v>
                </c:pt>
                <c:pt idx="5081">
                  <c:v>5.8807870365853887E-2</c:v>
                </c:pt>
                <c:pt idx="5082">
                  <c:v>5.8819444442633539E-2</c:v>
                </c:pt>
                <c:pt idx="5083">
                  <c:v>5.8831018519413192E-2</c:v>
                </c:pt>
                <c:pt idx="5084">
                  <c:v>5.8842592588916887E-2</c:v>
                </c:pt>
                <c:pt idx="5085">
                  <c:v>5.8854166665696539E-2</c:v>
                </c:pt>
                <c:pt idx="5086">
                  <c:v>5.8865740735200234E-2</c:v>
                </c:pt>
                <c:pt idx="5087">
                  <c:v>5.8877314811979886E-2</c:v>
                </c:pt>
                <c:pt idx="5088">
                  <c:v>5.8888888888759539E-2</c:v>
                </c:pt>
                <c:pt idx="5089">
                  <c:v>5.8900462958263233E-2</c:v>
                </c:pt>
                <c:pt idx="5090">
                  <c:v>5.8912037035042886E-2</c:v>
                </c:pt>
                <c:pt idx="5091">
                  <c:v>5.8923611111822538E-2</c:v>
                </c:pt>
                <c:pt idx="5092">
                  <c:v>5.8935185181326233E-2</c:v>
                </c:pt>
                <c:pt idx="5093">
                  <c:v>5.8946759258105885E-2</c:v>
                </c:pt>
                <c:pt idx="5094">
                  <c:v>5.895833332760958E-2</c:v>
                </c:pt>
                <c:pt idx="5095">
                  <c:v>5.8969907404389232E-2</c:v>
                </c:pt>
                <c:pt idx="5096">
                  <c:v>5.8981481481168885E-2</c:v>
                </c:pt>
                <c:pt idx="5097">
                  <c:v>5.899305555067258E-2</c:v>
                </c:pt>
                <c:pt idx="5098">
                  <c:v>5.9004629627452232E-2</c:v>
                </c:pt>
                <c:pt idx="5099">
                  <c:v>5.9016203704231884E-2</c:v>
                </c:pt>
                <c:pt idx="5100">
                  <c:v>5.9027777773735579E-2</c:v>
                </c:pt>
                <c:pt idx="5101">
                  <c:v>5.9039351850515231E-2</c:v>
                </c:pt>
                <c:pt idx="5102">
                  <c:v>5.9050925920018926E-2</c:v>
                </c:pt>
                <c:pt idx="5103">
                  <c:v>5.9062499996798579E-2</c:v>
                </c:pt>
                <c:pt idx="5104">
                  <c:v>5.9074074073578231E-2</c:v>
                </c:pt>
                <c:pt idx="5105">
                  <c:v>5.9085648143081926E-2</c:v>
                </c:pt>
                <c:pt idx="5106">
                  <c:v>5.9097222219861578E-2</c:v>
                </c:pt>
                <c:pt idx="5107">
                  <c:v>5.9108796296641231E-2</c:v>
                </c:pt>
                <c:pt idx="5108">
                  <c:v>5.9120370366144925E-2</c:v>
                </c:pt>
                <c:pt idx="5109">
                  <c:v>5.9131944442924578E-2</c:v>
                </c:pt>
                <c:pt idx="5110">
                  <c:v>5.914351851970423E-2</c:v>
                </c:pt>
                <c:pt idx="5111">
                  <c:v>5.9155092589207925E-2</c:v>
                </c:pt>
                <c:pt idx="5112">
                  <c:v>5.9166666665987577E-2</c:v>
                </c:pt>
                <c:pt idx="5113">
                  <c:v>5.9178240735491272E-2</c:v>
                </c:pt>
                <c:pt idx="5114">
                  <c:v>5.9189814812270924E-2</c:v>
                </c:pt>
                <c:pt idx="5115">
                  <c:v>5.9201388889050577E-2</c:v>
                </c:pt>
                <c:pt idx="5116">
                  <c:v>5.9212962958554272E-2</c:v>
                </c:pt>
                <c:pt idx="5117">
                  <c:v>5.9224537035333924E-2</c:v>
                </c:pt>
                <c:pt idx="5118">
                  <c:v>5.9236111112113576E-2</c:v>
                </c:pt>
                <c:pt idx="5119">
                  <c:v>5.9247685181617271E-2</c:v>
                </c:pt>
                <c:pt idx="5120">
                  <c:v>5.9259259258396924E-2</c:v>
                </c:pt>
                <c:pt idx="5121">
                  <c:v>5.9270833327900618E-2</c:v>
                </c:pt>
                <c:pt idx="5122">
                  <c:v>5.9282407404680271E-2</c:v>
                </c:pt>
                <c:pt idx="5123">
                  <c:v>5.9293981481459923E-2</c:v>
                </c:pt>
                <c:pt idx="5124">
                  <c:v>5.9305555550963618E-2</c:v>
                </c:pt>
                <c:pt idx="5125">
                  <c:v>5.931712962774327E-2</c:v>
                </c:pt>
                <c:pt idx="5126">
                  <c:v>5.9328703704522923E-2</c:v>
                </c:pt>
                <c:pt idx="5127">
                  <c:v>5.9340277774026617E-2</c:v>
                </c:pt>
                <c:pt idx="5128">
                  <c:v>5.935185185080627E-2</c:v>
                </c:pt>
                <c:pt idx="5129">
                  <c:v>5.9363425920309965E-2</c:v>
                </c:pt>
                <c:pt idx="5130">
                  <c:v>5.9374999997089617E-2</c:v>
                </c:pt>
                <c:pt idx="5131">
                  <c:v>5.9386574073869269E-2</c:v>
                </c:pt>
                <c:pt idx="5132">
                  <c:v>5.9398148143372964E-2</c:v>
                </c:pt>
                <c:pt idx="5133">
                  <c:v>5.9409722220152617E-2</c:v>
                </c:pt>
                <c:pt idx="5134">
                  <c:v>5.9421296296932269E-2</c:v>
                </c:pt>
                <c:pt idx="5135">
                  <c:v>5.9432870366435964E-2</c:v>
                </c:pt>
                <c:pt idx="5136">
                  <c:v>5.9444444443215616E-2</c:v>
                </c:pt>
                <c:pt idx="5137">
                  <c:v>5.9456018512719311E-2</c:v>
                </c:pt>
                <c:pt idx="5138">
                  <c:v>5.9467592589498963E-2</c:v>
                </c:pt>
                <c:pt idx="5139">
                  <c:v>5.9479166666278616E-2</c:v>
                </c:pt>
                <c:pt idx="5140">
                  <c:v>5.949074073578231E-2</c:v>
                </c:pt>
                <c:pt idx="5141">
                  <c:v>5.9502314812561963E-2</c:v>
                </c:pt>
                <c:pt idx="5142">
                  <c:v>5.9513888889341615E-2</c:v>
                </c:pt>
                <c:pt idx="5143">
                  <c:v>5.952546295884531E-2</c:v>
                </c:pt>
                <c:pt idx="5144">
                  <c:v>5.9537037035624962E-2</c:v>
                </c:pt>
                <c:pt idx="5145">
                  <c:v>5.9548611112404615E-2</c:v>
                </c:pt>
                <c:pt idx="5146">
                  <c:v>5.9560185181908309E-2</c:v>
                </c:pt>
                <c:pt idx="5147">
                  <c:v>5.9571759258687962E-2</c:v>
                </c:pt>
                <c:pt idx="5148">
                  <c:v>5.9583333328191657E-2</c:v>
                </c:pt>
                <c:pt idx="5149">
                  <c:v>5.9594907404971309E-2</c:v>
                </c:pt>
                <c:pt idx="5150">
                  <c:v>5.9606481481750961E-2</c:v>
                </c:pt>
                <c:pt idx="5151">
                  <c:v>5.9618055551254656E-2</c:v>
                </c:pt>
                <c:pt idx="5152">
                  <c:v>5.9629629628034309E-2</c:v>
                </c:pt>
                <c:pt idx="5153">
                  <c:v>5.9641203704813961E-2</c:v>
                </c:pt>
                <c:pt idx="5154">
                  <c:v>5.9652777774317656E-2</c:v>
                </c:pt>
                <c:pt idx="5155">
                  <c:v>5.9664351851097308E-2</c:v>
                </c:pt>
                <c:pt idx="5156">
                  <c:v>5.9675925920601003E-2</c:v>
                </c:pt>
                <c:pt idx="5157">
                  <c:v>5.9687499997380655E-2</c:v>
                </c:pt>
                <c:pt idx="5158">
                  <c:v>5.9699074074160308E-2</c:v>
                </c:pt>
                <c:pt idx="5159">
                  <c:v>5.9710648143664002E-2</c:v>
                </c:pt>
                <c:pt idx="5160">
                  <c:v>5.9722222220443655E-2</c:v>
                </c:pt>
                <c:pt idx="5161">
                  <c:v>5.9733796297223307E-2</c:v>
                </c:pt>
                <c:pt idx="5162">
                  <c:v>5.9745370366727002E-2</c:v>
                </c:pt>
                <c:pt idx="5163">
                  <c:v>5.9756944443506654E-2</c:v>
                </c:pt>
                <c:pt idx="5164">
                  <c:v>5.9768518513010349E-2</c:v>
                </c:pt>
                <c:pt idx="5165">
                  <c:v>5.9780092589790002E-2</c:v>
                </c:pt>
                <c:pt idx="5166">
                  <c:v>5.9791666666569654E-2</c:v>
                </c:pt>
                <c:pt idx="5167">
                  <c:v>5.9803240736073349E-2</c:v>
                </c:pt>
                <c:pt idx="5168">
                  <c:v>5.9814814812853001E-2</c:v>
                </c:pt>
                <c:pt idx="5169">
                  <c:v>5.9826388889632653E-2</c:v>
                </c:pt>
                <c:pt idx="5170">
                  <c:v>5.9837962959136348E-2</c:v>
                </c:pt>
                <c:pt idx="5171">
                  <c:v>5.9849537035916001E-2</c:v>
                </c:pt>
                <c:pt idx="5172">
                  <c:v>5.9861111105419695E-2</c:v>
                </c:pt>
                <c:pt idx="5173">
                  <c:v>5.9872685182199348E-2</c:v>
                </c:pt>
                <c:pt idx="5174">
                  <c:v>5.9884259258979E-2</c:v>
                </c:pt>
                <c:pt idx="5175">
                  <c:v>5.9895833328482695E-2</c:v>
                </c:pt>
                <c:pt idx="5176">
                  <c:v>5.9907407405262347E-2</c:v>
                </c:pt>
                <c:pt idx="5177">
                  <c:v>5.9918981482042E-2</c:v>
                </c:pt>
                <c:pt idx="5178">
                  <c:v>5.9930555551545694E-2</c:v>
                </c:pt>
                <c:pt idx="5179">
                  <c:v>5.9942129628325347E-2</c:v>
                </c:pt>
                <c:pt idx="5180">
                  <c:v>5.9953703697829042E-2</c:v>
                </c:pt>
                <c:pt idx="5181">
                  <c:v>5.9965277774608694E-2</c:v>
                </c:pt>
                <c:pt idx="5182">
                  <c:v>5.9976851851388346E-2</c:v>
                </c:pt>
                <c:pt idx="5183">
                  <c:v>5.9988425920892041E-2</c:v>
                </c:pt>
                <c:pt idx="5184">
                  <c:v>5.9999999997671694E-2</c:v>
                </c:pt>
                <c:pt idx="5185">
                  <c:v>6.0011574074451346E-2</c:v>
                </c:pt>
                <c:pt idx="5186">
                  <c:v>6.0023148143955041E-2</c:v>
                </c:pt>
                <c:pt idx="5187">
                  <c:v>6.0034722220734693E-2</c:v>
                </c:pt>
                <c:pt idx="5188">
                  <c:v>6.0046296297514345E-2</c:v>
                </c:pt>
                <c:pt idx="5189">
                  <c:v>6.005787036701804E-2</c:v>
                </c:pt>
                <c:pt idx="5190">
                  <c:v>6.0069444443797693E-2</c:v>
                </c:pt>
                <c:pt idx="5191">
                  <c:v>6.0081018513301387E-2</c:v>
                </c:pt>
                <c:pt idx="5192">
                  <c:v>6.009259259008104E-2</c:v>
                </c:pt>
                <c:pt idx="5193">
                  <c:v>6.0104166666860692E-2</c:v>
                </c:pt>
                <c:pt idx="5194">
                  <c:v>6.0115740736364387E-2</c:v>
                </c:pt>
                <c:pt idx="5195">
                  <c:v>6.0127314813144039E-2</c:v>
                </c:pt>
                <c:pt idx="5196">
                  <c:v>6.0138888889923692E-2</c:v>
                </c:pt>
                <c:pt idx="5197">
                  <c:v>6.0150462959427387E-2</c:v>
                </c:pt>
                <c:pt idx="5198">
                  <c:v>6.0162037036207039E-2</c:v>
                </c:pt>
                <c:pt idx="5199">
                  <c:v>6.0173611105710734E-2</c:v>
                </c:pt>
                <c:pt idx="5200">
                  <c:v>6.0185185182490386E-2</c:v>
                </c:pt>
                <c:pt idx="5201">
                  <c:v>6.0196759259270038E-2</c:v>
                </c:pt>
                <c:pt idx="5202">
                  <c:v>6.0208333328773733E-2</c:v>
                </c:pt>
                <c:pt idx="5203">
                  <c:v>6.0219907405553386E-2</c:v>
                </c:pt>
                <c:pt idx="5204">
                  <c:v>6.0231481482333038E-2</c:v>
                </c:pt>
                <c:pt idx="5205">
                  <c:v>6.0243055551836733E-2</c:v>
                </c:pt>
                <c:pt idx="5206">
                  <c:v>6.0254629628616385E-2</c:v>
                </c:pt>
                <c:pt idx="5207">
                  <c:v>6.026620369812008E-2</c:v>
                </c:pt>
                <c:pt idx="5208">
                  <c:v>6.0277777774899732E-2</c:v>
                </c:pt>
                <c:pt idx="5209">
                  <c:v>6.0289351851679385E-2</c:v>
                </c:pt>
                <c:pt idx="5210">
                  <c:v>6.0300925921183079E-2</c:v>
                </c:pt>
                <c:pt idx="5211">
                  <c:v>6.0312499997962732E-2</c:v>
                </c:pt>
                <c:pt idx="5212">
                  <c:v>6.0324074074742384E-2</c:v>
                </c:pt>
                <c:pt idx="5213">
                  <c:v>6.0335648144246079E-2</c:v>
                </c:pt>
                <c:pt idx="5214">
                  <c:v>6.0347222221025731E-2</c:v>
                </c:pt>
                <c:pt idx="5215">
                  <c:v>6.0358796290529426E-2</c:v>
                </c:pt>
                <c:pt idx="5216">
                  <c:v>6.0370370367309079E-2</c:v>
                </c:pt>
                <c:pt idx="5217">
                  <c:v>6.0381944444088731E-2</c:v>
                </c:pt>
                <c:pt idx="5218">
                  <c:v>6.0393518513592426E-2</c:v>
                </c:pt>
                <c:pt idx="5219">
                  <c:v>6.0405092590372078E-2</c:v>
                </c:pt>
                <c:pt idx="5220">
                  <c:v>6.0416666667151731E-2</c:v>
                </c:pt>
                <c:pt idx="5221">
                  <c:v>6.0428240736655425E-2</c:v>
                </c:pt>
                <c:pt idx="5222">
                  <c:v>6.0439814813435078E-2</c:v>
                </c:pt>
                <c:pt idx="5223">
                  <c:v>6.045138889021473E-2</c:v>
                </c:pt>
                <c:pt idx="5224">
                  <c:v>6.0462962959718425E-2</c:v>
                </c:pt>
                <c:pt idx="5225">
                  <c:v>6.0474537036498077E-2</c:v>
                </c:pt>
                <c:pt idx="5226">
                  <c:v>6.0486111106001772E-2</c:v>
                </c:pt>
                <c:pt idx="5227">
                  <c:v>6.0497685182781424E-2</c:v>
                </c:pt>
                <c:pt idx="5228">
                  <c:v>6.0509259259561077E-2</c:v>
                </c:pt>
                <c:pt idx="5229">
                  <c:v>6.0520833329064772E-2</c:v>
                </c:pt>
                <c:pt idx="5230">
                  <c:v>6.0532407405844424E-2</c:v>
                </c:pt>
                <c:pt idx="5231">
                  <c:v>6.0543981482624076E-2</c:v>
                </c:pt>
                <c:pt idx="5232">
                  <c:v>6.0555555552127771E-2</c:v>
                </c:pt>
                <c:pt idx="5233">
                  <c:v>6.0567129628907423E-2</c:v>
                </c:pt>
                <c:pt idx="5234">
                  <c:v>6.0578703698411118E-2</c:v>
                </c:pt>
                <c:pt idx="5235">
                  <c:v>6.0590277775190771E-2</c:v>
                </c:pt>
                <c:pt idx="5236">
                  <c:v>6.0601851851970423E-2</c:v>
                </c:pt>
                <c:pt idx="5237">
                  <c:v>6.0613425921474118E-2</c:v>
                </c:pt>
                <c:pt idx="5238">
                  <c:v>6.062499999825377E-2</c:v>
                </c:pt>
                <c:pt idx="5239">
                  <c:v>6.0636574075033423E-2</c:v>
                </c:pt>
                <c:pt idx="5240">
                  <c:v>6.0648148144537117E-2</c:v>
                </c:pt>
                <c:pt idx="5241">
                  <c:v>6.065972222131677E-2</c:v>
                </c:pt>
                <c:pt idx="5242">
                  <c:v>6.0671296290820464E-2</c:v>
                </c:pt>
                <c:pt idx="5243">
                  <c:v>6.0682870367600117E-2</c:v>
                </c:pt>
                <c:pt idx="5244">
                  <c:v>6.0694444444379769E-2</c:v>
                </c:pt>
                <c:pt idx="5245">
                  <c:v>6.0706018513883464E-2</c:v>
                </c:pt>
                <c:pt idx="5246">
                  <c:v>6.0717592590663116E-2</c:v>
                </c:pt>
                <c:pt idx="5247">
                  <c:v>6.0729166667442769E-2</c:v>
                </c:pt>
                <c:pt idx="5248">
                  <c:v>6.0740740736946464E-2</c:v>
                </c:pt>
                <c:pt idx="5249">
                  <c:v>6.0752314813726116E-2</c:v>
                </c:pt>
                <c:pt idx="5250">
                  <c:v>6.0763888883229811E-2</c:v>
                </c:pt>
                <c:pt idx="5251">
                  <c:v>6.0775462960009463E-2</c:v>
                </c:pt>
                <c:pt idx="5252">
                  <c:v>6.0787037036789116E-2</c:v>
                </c:pt>
                <c:pt idx="5253">
                  <c:v>6.079861110629281E-2</c:v>
                </c:pt>
                <c:pt idx="5254">
                  <c:v>6.0810185183072463E-2</c:v>
                </c:pt>
                <c:pt idx="5255">
                  <c:v>6.0821759259852115E-2</c:v>
                </c:pt>
                <c:pt idx="5256">
                  <c:v>6.083333332935581E-2</c:v>
                </c:pt>
                <c:pt idx="5257">
                  <c:v>6.0844907406135462E-2</c:v>
                </c:pt>
                <c:pt idx="5258">
                  <c:v>6.0856481475639157E-2</c:v>
                </c:pt>
                <c:pt idx="5259">
                  <c:v>6.0868055552418809E-2</c:v>
                </c:pt>
                <c:pt idx="5260">
                  <c:v>6.0879629629198462E-2</c:v>
                </c:pt>
                <c:pt idx="5261">
                  <c:v>6.0891203698702157E-2</c:v>
                </c:pt>
                <c:pt idx="5262">
                  <c:v>6.0902777775481809E-2</c:v>
                </c:pt>
                <c:pt idx="5263">
                  <c:v>6.0914351852261461E-2</c:v>
                </c:pt>
                <c:pt idx="5264">
                  <c:v>6.0925925921765156E-2</c:v>
                </c:pt>
                <c:pt idx="5265">
                  <c:v>6.0937499998544808E-2</c:v>
                </c:pt>
                <c:pt idx="5266">
                  <c:v>6.0949074075324461E-2</c:v>
                </c:pt>
                <c:pt idx="5267">
                  <c:v>6.0960648144828156E-2</c:v>
                </c:pt>
                <c:pt idx="5268">
                  <c:v>6.0972222221607808E-2</c:v>
                </c:pt>
                <c:pt idx="5269">
                  <c:v>6.0983796291111503E-2</c:v>
                </c:pt>
                <c:pt idx="5270">
                  <c:v>6.0995370367891155E-2</c:v>
                </c:pt>
                <c:pt idx="5271">
                  <c:v>6.1006944444670808E-2</c:v>
                </c:pt>
                <c:pt idx="5272">
                  <c:v>6.1018518514174502E-2</c:v>
                </c:pt>
                <c:pt idx="5273">
                  <c:v>6.1030092590954155E-2</c:v>
                </c:pt>
                <c:pt idx="5274">
                  <c:v>6.1041666667733807E-2</c:v>
                </c:pt>
                <c:pt idx="5275">
                  <c:v>6.1053240737237502E-2</c:v>
                </c:pt>
                <c:pt idx="5276">
                  <c:v>6.1064814814017154E-2</c:v>
                </c:pt>
                <c:pt idx="5277">
                  <c:v>6.1076388883520849E-2</c:v>
                </c:pt>
                <c:pt idx="5278">
                  <c:v>6.1087962960300501E-2</c:v>
                </c:pt>
                <c:pt idx="5279">
                  <c:v>6.1099537037080154E-2</c:v>
                </c:pt>
                <c:pt idx="5280">
                  <c:v>6.1111111106583849E-2</c:v>
                </c:pt>
                <c:pt idx="5281">
                  <c:v>6.1122685183363501E-2</c:v>
                </c:pt>
                <c:pt idx="5282">
                  <c:v>6.1134259260143153E-2</c:v>
                </c:pt>
                <c:pt idx="5283">
                  <c:v>6.1145833329646848E-2</c:v>
                </c:pt>
                <c:pt idx="5284">
                  <c:v>6.1157407406426501E-2</c:v>
                </c:pt>
                <c:pt idx="5285">
                  <c:v>6.1168981475930195E-2</c:v>
                </c:pt>
                <c:pt idx="5286">
                  <c:v>6.1180555552709848E-2</c:v>
                </c:pt>
                <c:pt idx="5287">
                  <c:v>6.11921296294895E-2</c:v>
                </c:pt>
                <c:pt idx="5288">
                  <c:v>6.1203703698993195E-2</c:v>
                </c:pt>
                <c:pt idx="5289">
                  <c:v>6.1215277775772847E-2</c:v>
                </c:pt>
                <c:pt idx="5290">
                  <c:v>6.12268518525525E-2</c:v>
                </c:pt>
                <c:pt idx="5291">
                  <c:v>6.1238425922056194E-2</c:v>
                </c:pt>
                <c:pt idx="5292">
                  <c:v>6.1249999998835847E-2</c:v>
                </c:pt>
                <c:pt idx="5293">
                  <c:v>6.1261574068339542E-2</c:v>
                </c:pt>
                <c:pt idx="5294">
                  <c:v>6.1273148145119194E-2</c:v>
                </c:pt>
                <c:pt idx="5295">
                  <c:v>6.1284722221898846E-2</c:v>
                </c:pt>
                <c:pt idx="5296">
                  <c:v>6.1296296291402541E-2</c:v>
                </c:pt>
                <c:pt idx="5297">
                  <c:v>6.1307870368182193E-2</c:v>
                </c:pt>
                <c:pt idx="5298">
                  <c:v>6.1319444444961846E-2</c:v>
                </c:pt>
                <c:pt idx="5299">
                  <c:v>6.1331018514465541E-2</c:v>
                </c:pt>
                <c:pt idx="5300">
                  <c:v>6.1342592591245193E-2</c:v>
                </c:pt>
                <c:pt idx="5301">
                  <c:v>6.1354166660748888E-2</c:v>
                </c:pt>
                <c:pt idx="5302">
                  <c:v>6.136574073752854E-2</c:v>
                </c:pt>
                <c:pt idx="5303">
                  <c:v>6.1377314814308193E-2</c:v>
                </c:pt>
                <c:pt idx="5304">
                  <c:v>6.1388888883811887E-2</c:v>
                </c:pt>
                <c:pt idx="5305">
                  <c:v>6.140046296059154E-2</c:v>
                </c:pt>
                <c:pt idx="5306">
                  <c:v>6.1412037037371192E-2</c:v>
                </c:pt>
                <c:pt idx="5307">
                  <c:v>6.1423611106874887E-2</c:v>
                </c:pt>
                <c:pt idx="5308">
                  <c:v>6.1435185183654539E-2</c:v>
                </c:pt>
                <c:pt idx="5309">
                  <c:v>6.1446759260434192E-2</c:v>
                </c:pt>
                <c:pt idx="5310">
                  <c:v>6.1458333329937886E-2</c:v>
                </c:pt>
                <c:pt idx="5311">
                  <c:v>6.1469907406717539E-2</c:v>
                </c:pt>
                <c:pt idx="5312">
                  <c:v>6.1481481476221234E-2</c:v>
                </c:pt>
                <c:pt idx="5313">
                  <c:v>6.1493055553000886E-2</c:v>
                </c:pt>
                <c:pt idx="5314">
                  <c:v>6.1504629629780538E-2</c:v>
                </c:pt>
                <c:pt idx="5315">
                  <c:v>6.1516203699284233E-2</c:v>
                </c:pt>
                <c:pt idx="5316">
                  <c:v>6.1527777776063886E-2</c:v>
                </c:pt>
                <c:pt idx="5317">
                  <c:v>6.1539351852843538E-2</c:v>
                </c:pt>
                <c:pt idx="5318">
                  <c:v>6.1550925922347233E-2</c:v>
                </c:pt>
                <c:pt idx="5319">
                  <c:v>6.1562499999126885E-2</c:v>
                </c:pt>
                <c:pt idx="5320">
                  <c:v>6.157407406863058E-2</c:v>
                </c:pt>
                <c:pt idx="5321">
                  <c:v>6.1585648145410232E-2</c:v>
                </c:pt>
                <c:pt idx="5322">
                  <c:v>6.1597222222189885E-2</c:v>
                </c:pt>
                <c:pt idx="5323">
                  <c:v>6.1608796291693579E-2</c:v>
                </c:pt>
                <c:pt idx="5324">
                  <c:v>6.1620370368473232E-2</c:v>
                </c:pt>
                <c:pt idx="5325">
                  <c:v>6.1631944445252884E-2</c:v>
                </c:pt>
                <c:pt idx="5326">
                  <c:v>6.1643518514756579E-2</c:v>
                </c:pt>
                <c:pt idx="5327">
                  <c:v>6.1655092591536231E-2</c:v>
                </c:pt>
                <c:pt idx="5328">
                  <c:v>6.1666666661039926E-2</c:v>
                </c:pt>
                <c:pt idx="5329">
                  <c:v>6.1678240737819578E-2</c:v>
                </c:pt>
                <c:pt idx="5330">
                  <c:v>6.1689814814599231E-2</c:v>
                </c:pt>
                <c:pt idx="5331">
                  <c:v>6.1701388884102926E-2</c:v>
                </c:pt>
                <c:pt idx="5332">
                  <c:v>6.1712962960882578E-2</c:v>
                </c:pt>
                <c:pt idx="5333">
                  <c:v>6.172453703766223E-2</c:v>
                </c:pt>
                <c:pt idx="5334">
                  <c:v>6.1736111107165925E-2</c:v>
                </c:pt>
                <c:pt idx="5335">
                  <c:v>6.1747685183945578E-2</c:v>
                </c:pt>
                <c:pt idx="5336">
                  <c:v>6.1759259253449272E-2</c:v>
                </c:pt>
                <c:pt idx="5337">
                  <c:v>6.1770833330228925E-2</c:v>
                </c:pt>
                <c:pt idx="5338">
                  <c:v>6.1782407407008577E-2</c:v>
                </c:pt>
                <c:pt idx="5339">
                  <c:v>6.1793981476512272E-2</c:v>
                </c:pt>
                <c:pt idx="5340">
                  <c:v>6.1805555553291924E-2</c:v>
                </c:pt>
                <c:pt idx="5341">
                  <c:v>6.1817129630071577E-2</c:v>
                </c:pt>
                <c:pt idx="5342">
                  <c:v>6.1828703699575271E-2</c:v>
                </c:pt>
                <c:pt idx="5343">
                  <c:v>6.1840277776354924E-2</c:v>
                </c:pt>
                <c:pt idx="5344">
                  <c:v>6.1851851853134576E-2</c:v>
                </c:pt>
                <c:pt idx="5345">
                  <c:v>6.1863425922638271E-2</c:v>
                </c:pt>
                <c:pt idx="5346">
                  <c:v>6.1874999999417923E-2</c:v>
                </c:pt>
                <c:pt idx="5347">
                  <c:v>6.1886574068921618E-2</c:v>
                </c:pt>
                <c:pt idx="5348">
                  <c:v>6.1898148145701271E-2</c:v>
                </c:pt>
                <c:pt idx="5349">
                  <c:v>6.1909722222480923E-2</c:v>
                </c:pt>
                <c:pt idx="5350">
                  <c:v>6.1921296291984618E-2</c:v>
                </c:pt>
                <c:pt idx="5351">
                  <c:v>6.193287036876427E-2</c:v>
                </c:pt>
                <c:pt idx="5352">
                  <c:v>6.1944444445543922E-2</c:v>
                </c:pt>
                <c:pt idx="5353">
                  <c:v>6.1956018515047617E-2</c:v>
                </c:pt>
                <c:pt idx="5354">
                  <c:v>6.196759259182727E-2</c:v>
                </c:pt>
                <c:pt idx="5355">
                  <c:v>6.1979166661330964E-2</c:v>
                </c:pt>
                <c:pt idx="5356">
                  <c:v>6.1990740738110617E-2</c:v>
                </c:pt>
                <c:pt idx="5357">
                  <c:v>6.2002314814890269E-2</c:v>
                </c:pt>
                <c:pt idx="5358">
                  <c:v>6.2013888884393964E-2</c:v>
                </c:pt>
                <c:pt idx="5359">
                  <c:v>6.2025462961173616E-2</c:v>
                </c:pt>
                <c:pt idx="5360">
                  <c:v>6.2037037037953269E-2</c:v>
                </c:pt>
                <c:pt idx="5361">
                  <c:v>6.2048611107456964E-2</c:v>
                </c:pt>
                <c:pt idx="5362">
                  <c:v>6.2060185184236616E-2</c:v>
                </c:pt>
                <c:pt idx="5363">
                  <c:v>6.2071759253740311E-2</c:v>
                </c:pt>
                <c:pt idx="5364">
                  <c:v>6.2083333330519963E-2</c:v>
                </c:pt>
                <c:pt idx="5365">
                  <c:v>6.2094907407299615E-2</c:v>
                </c:pt>
                <c:pt idx="5366">
                  <c:v>6.210648147680331E-2</c:v>
                </c:pt>
                <c:pt idx="5367">
                  <c:v>6.2118055553582963E-2</c:v>
                </c:pt>
                <c:pt idx="5368">
                  <c:v>6.2129629630362615E-2</c:v>
                </c:pt>
                <c:pt idx="5369">
                  <c:v>6.214120369986631E-2</c:v>
                </c:pt>
                <c:pt idx="5370">
                  <c:v>6.2152777776645962E-2</c:v>
                </c:pt>
                <c:pt idx="5371">
                  <c:v>6.2164351846149657E-2</c:v>
                </c:pt>
                <c:pt idx="5372">
                  <c:v>6.2175925922929309E-2</c:v>
                </c:pt>
                <c:pt idx="5373">
                  <c:v>6.2187499999708962E-2</c:v>
                </c:pt>
                <c:pt idx="5374">
                  <c:v>6.2199074069212656E-2</c:v>
                </c:pt>
                <c:pt idx="5375">
                  <c:v>6.2210648145992309E-2</c:v>
                </c:pt>
                <c:pt idx="5376">
                  <c:v>6.2222222222771961E-2</c:v>
                </c:pt>
                <c:pt idx="5377">
                  <c:v>6.2233796292275656E-2</c:v>
                </c:pt>
                <c:pt idx="5378">
                  <c:v>6.2245370369055308E-2</c:v>
                </c:pt>
                <c:pt idx="5379">
                  <c:v>6.2256944438559003E-2</c:v>
                </c:pt>
                <c:pt idx="5380">
                  <c:v>6.2268518515338656E-2</c:v>
                </c:pt>
                <c:pt idx="5381">
                  <c:v>6.2280092592118308E-2</c:v>
                </c:pt>
                <c:pt idx="5382">
                  <c:v>6.2291666661622003E-2</c:v>
                </c:pt>
                <c:pt idx="5383">
                  <c:v>6.2303240738401655E-2</c:v>
                </c:pt>
                <c:pt idx="5384">
                  <c:v>6.2314814815181307E-2</c:v>
                </c:pt>
                <c:pt idx="5385">
                  <c:v>6.2326388884685002E-2</c:v>
                </c:pt>
                <c:pt idx="5386">
                  <c:v>6.2337962961464655E-2</c:v>
                </c:pt>
                <c:pt idx="5387">
                  <c:v>6.2349537038244307E-2</c:v>
                </c:pt>
                <c:pt idx="5388">
                  <c:v>6.2361111107748002E-2</c:v>
                </c:pt>
                <c:pt idx="5389">
                  <c:v>6.2372685184527654E-2</c:v>
                </c:pt>
                <c:pt idx="5390">
                  <c:v>6.2384259254031349E-2</c:v>
                </c:pt>
                <c:pt idx="5391">
                  <c:v>6.2395833330811001E-2</c:v>
                </c:pt>
                <c:pt idx="5392">
                  <c:v>6.2407407407590654E-2</c:v>
                </c:pt>
                <c:pt idx="5393">
                  <c:v>6.2418981477094349E-2</c:v>
                </c:pt>
                <c:pt idx="5394">
                  <c:v>6.2430555553874001E-2</c:v>
                </c:pt>
                <c:pt idx="5395">
                  <c:v>6.2442129630653653E-2</c:v>
                </c:pt>
                <c:pt idx="5396">
                  <c:v>6.2453703700157348E-2</c:v>
                </c:pt>
                <c:pt idx="5397">
                  <c:v>6.2465277776937E-2</c:v>
                </c:pt>
                <c:pt idx="5398">
                  <c:v>6.2476851846440695E-2</c:v>
                </c:pt>
                <c:pt idx="5399">
                  <c:v>6.2488425923220348E-2</c:v>
                </c:pt>
                <c:pt idx="5400">
                  <c:v>6.25E-2</c:v>
                </c:pt>
                <c:pt idx="5401">
                  <c:v>6.2511574069503695E-2</c:v>
                </c:pt>
                <c:pt idx="5402">
                  <c:v>6.2523148146283347E-2</c:v>
                </c:pt>
                <c:pt idx="5403">
                  <c:v>6.2534722223063E-2</c:v>
                </c:pt>
                <c:pt idx="5404">
                  <c:v>6.2546296292566694E-2</c:v>
                </c:pt>
                <c:pt idx="5405">
                  <c:v>6.2557870369346347E-2</c:v>
                </c:pt>
                <c:pt idx="5406">
                  <c:v>6.2569444438850041E-2</c:v>
                </c:pt>
                <c:pt idx="5407">
                  <c:v>6.2581018515629694E-2</c:v>
                </c:pt>
                <c:pt idx="5408">
                  <c:v>6.2592592592409346E-2</c:v>
                </c:pt>
                <c:pt idx="5409">
                  <c:v>6.2604166661913041E-2</c:v>
                </c:pt>
                <c:pt idx="5410">
                  <c:v>6.2615740738692693E-2</c:v>
                </c:pt>
                <c:pt idx="5411">
                  <c:v>6.2627314815472346E-2</c:v>
                </c:pt>
                <c:pt idx="5412">
                  <c:v>6.2638888884976041E-2</c:v>
                </c:pt>
                <c:pt idx="5413">
                  <c:v>6.2650462961755693E-2</c:v>
                </c:pt>
                <c:pt idx="5414">
                  <c:v>6.2662037031259388E-2</c:v>
                </c:pt>
                <c:pt idx="5415">
                  <c:v>6.267361110803904E-2</c:v>
                </c:pt>
                <c:pt idx="5416">
                  <c:v>6.2685185184818693E-2</c:v>
                </c:pt>
                <c:pt idx="5417">
                  <c:v>6.2696759254322387E-2</c:v>
                </c:pt>
                <c:pt idx="5418">
                  <c:v>6.270833333110204E-2</c:v>
                </c:pt>
                <c:pt idx="5419">
                  <c:v>6.2719907407881692E-2</c:v>
                </c:pt>
                <c:pt idx="5420">
                  <c:v>6.2731481477385387E-2</c:v>
                </c:pt>
                <c:pt idx="5421">
                  <c:v>6.2743055554165039E-2</c:v>
                </c:pt>
                <c:pt idx="5422">
                  <c:v>6.2754629630944692E-2</c:v>
                </c:pt>
                <c:pt idx="5423">
                  <c:v>6.2766203700448386E-2</c:v>
                </c:pt>
                <c:pt idx="5424">
                  <c:v>6.2777777777228039E-2</c:v>
                </c:pt>
                <c:pt idx="5425">
                  <c:v>6.2789351846731734E-2</c:v>
                </c:pt>
                <c:pt idx="5426">
                  <c:v>6.2800925923511386E-2</c:v>
                </c:pt>
                <c:pt idx="5427">
                  <c:v>6.2812500000291038E-2</c:v>
                </c:pt>
                <c:pt idx="5428">
                  <c:v>6.2824074069794733E-2</c:v>
                </c:pt>
                <c:pt idx="5429">
                  <c:v>6.2835648146574385E-2</c:v>
                </c:pt>
                <c:pt idx="5430">
                  <c:v>6.2847222223354038E-2</c:v>
                </c:pt>
                <c:pt idx="5431">
                  <c:v>6.2858796292857733E-2</c:v>
                </c:pt>
                <c:pt idx="5432">
                  <c:v>6.2870370369637385E-2</c:v>
                </c:pt>
                <c:pt idx="5433">
                  <c:v>6.288194443914108E-2</c:v>
                </c:pt>
                <c:pt idx="5434">
                  <c:v>6.2893518515920732E-2</c:v>
                </c:pt>
                <c:pt idx="5435">
                  <c:v>6.2905092592700385E-2</c:v>
                </c:pt>
                <c:pt idx="5436">
                  <c:v>6.2916666662204079E-2</c:v>
                </c:pt>
                <c:pt idx="5437">
                  <c:v>6.2928240738983732E-2</c:v>
                </c:pt>
                <c:pt idx="5438">
                  <c:v>6.2939814815763384E-2</c:v>
                </c:pt>
                <c:pt idx="5439">
                  <c:v>6.2951388885267079E-2</c:v>
                </c:pt>
                <c:pt idx="5440">
                  <c:v>6.2962962962046731E-2</c:v>
                </c:pt>
                <c:pt idx="5441">
                  <c:v>6.2974537031550426E-2</c:v>
                </c:pt>
                <c:pt idx="5442">
                  <c:v>6.2986111108330078E-2</c:v>
                </c:pt>
                <c:pt idx="5443">
                  <c:v>6.2997685185109731E-2</c:v>
                </c:pt>
                <c:pt idx="5444">
                  <c:v>6.3009259254613426E-2</c:v>
                </c:pt>
                <c:pt idx="5445">
                  <c:v>6.3020833331393078E-2</c:v>
                </c:pt>
                <c:pt idx="5446">
                  <c:v>6.303240740817273E-2</c:v>
                </c:pt>
                <c:pt idx="5447">
                  <c:v>6.3043981477676425E-2</c:v>
                </c:pt>
                <c:pt idx="5448">
                  <c:v>6.3055555554456078E-2</c:v>
                </c:pt>
                <c:pt idx="5449">
                  <c:v>6.3067129623959772E-2</c:v>
                </c:pt>
                <c:pt idx="5450">
                  <c:v>6.3078703700739425E-2</c:v>
                </c:pt>
                <c:pt idx="5451">
                  <c:v>6.3090277777519077E-2</c:v>
                </c:pt>
                <c:pt idx="5452">
                  <c:v>6.3101851847022772E-2</c:v>
                </c:pt>
                <c:pt idx="5453">
                  <c:v>6.3113425923802424E-2</c:v>
                </c:pt>
                <c:pt idx="5454">
                  <c:v>6.3125000000582077E-2</c:v>
                </c:pt>
                <c:pt idx="5455">
                  <c:v>6.3136574070085771E-2</c:v>
                </c:pt>
                <c:pt idx="5456">
                  <c:v>6.3148148146865424E-2</c:v>
                </c:pt>
                <c:pt idx="5457">
                  <c:v>6.3159722216369119E-2</c:v>
                </c:pt>
                <c:pt idx="5458">
                  <c:v>6.3171296293148771E-2</c:v>
                </c:pt>
                <c:pt idx="5459">
                  <c:v>6.3182870369928423E-2</c:v>
                </c:pt>
                <c:pt idx="5460">
                  <c:v>6.3194444439432118E-2</c:v>
                </c:pt>
                <c:pt idx="5461">
                  <c:v>6.320601851621177E-2</c:v>
                </c:pt>
                <c:pt idx="5462">
                  <c:v>6.3217592592991423E-2</c:v>
                </c:pt>
                <c:pt idx="5463">
                  <c:v>6.3229166662495118E-2</c:v>
                </c:pt>
                <c:pt idx="5464">
                  <c:v>6.324074073927477E-2</c:v>
                </c:pt>
                <c:pt idx="5465">
                  <c:v>6.3252314816054422E-2</c:v>
                </c:pt>
                <c:pt idx="5466">
                  <c:v>6.3263888885558117E-2</c:v>
                </c:pt>
                <c:pt idx="5467">
                  <c:v>6.327546296233777E-2</c:v>
                </c:pt>
                <c:pt idx="5468">
                  <c:v>6.3287037031841464E-2</c:v>
                </c:pt>
                <c:pt idx="5469">
                  <c:v>6.3298611108621117E-2</c:v>
                </c:pt>
                <c:pt idx="5470">
                  <c:v>6.3310185185400769E-2</c:v>
                </c:pt>
                <c:pt idx="5471">
                  <c:v>6.3321759254904464E-2</c:v>
                </c:pt>
                <c:pt idx="5472">
                  <c:v>6.3333333331684116E-2</c:v>
                </c:pt>
                <c:pt idx="5473">
                  <c:v>6.3344907408463769E-2</c:v>
                </c:pt>
                <c:pt idx="5474">
                  <c:v>6.3356481477967463E-2</c:v>
                </c:pt>
                <c:pt idx="5475">
                  <c:v>6.3368055554747116E-2</c:v>
                </c:pt>
                <c:pt idx="5476">
                  <c:v>6.3379629624250811E-2</c:v>
                </c:pt>
                <c:pt idx="5477">
                  <c:v>6.3391203701030463E-2</c:v>
                </c:pt>
                <c:pt idx="5478">
                  <c:v>6.3402777777810115E-2</c:v>
                </c:pt>
                <c:pt idx="5479">
                  <c:v>6.341435184731381E-2</c:v>
                </c:pt>
                <c:pt idx="5480">
                  <c:v>6.3425925924093463E-2</c:v>
                </c:pt>
                <c:pt idx="5481">
                  <c:v>6.3437500000873115E-2</c:v>
                </c:pt>
                <c:pt idx="5482">
                  <c:v>6.344907407037681E-2</c:v>
                </c:pt>
                <c:pt idx="5483">
                  <c:v>6.3460648147156462E-2</c:v>
                </c:pt>
                <c:pt idx="5484">
                  <c:v>6.3472222216660157E-2</c:v>
                </c:pt>
                <c:pt idx="5485">
                  <c:v>6.3483796293439809E-2</c:v>
                </c:pt>
                <c:pt idx="5486">
                  <c:v>6.3495370370219462E-2</c:v>
                </c:pt>
                <c:pt idx="5487">
                  <c:v>6.3506944439723156E-2</c:v>
                </c:pt>
                <c:pt idx="5488">
                  <c:v>6.3518518516502809E-2</c:v>
                </c:pt>
                <c:pt idx="5489">
                  <c:v>6.3530092593282461E-2</c:v>
                </c:pt>
                <c:pt idx="5490">
                  <c:v>6.3541666662786156E-2</c:v>
                </c:pt>
                <c:pt idx="5491">
                  <c:v>6.3553240739565808E-2</c:v>
                </c:pt>
                <c:pt idx="5492">
                  <c:v>6.3564814809069503E-2</c:v>
                </c:pt>
                <c:pt idx="5493">
                  <c:v>6.3576388885849155E-2</c:v>
                </c:pt>
                <c:pt idx="5494">
                  <c:v>6.3587962962628808E-2</c:v>
                </c:pt>
                <c:pt idx="5495">
                  <c:v>6.3599537032132503E-2</c:v>
                </c:pt>
                <c:pt idx="5496">
                  <c:v>6.3611111108912155E-2</c:v>
                </c:pt>
                <c:pt idx="5497">
                  <c:v>6.3622685185691807E-2</c:v>
                </c:pt>
                <c:pt idx="5498">
                  <c:v>6.3634259255195502E-2</c:v>
                </c:pt>
                <c:pt idx="5499">
                  <c:v>6.3645833331975155E-2</c:v>
                </c:pt>
                <c:pt idx="5500">
                  <c:v>6.3657407401478849E-2</c:v>
                </c:pt>
                <c:pt idx="5501">
                  <c:v>6.3668981478258502E-2</c:v>
                </c:pt>
                <c:pt idx="5502">
                  <c:v>6.3680555555038154E-2</c:v>
                </c:pt>
                <c:pt idx="5503">
                  <c:v>6.3692129624541849E-2</c:v>
                </c:pt>
                <c:pt idx="5504">
                  <c:v>6.3703703701321501E-2</c:v>
                </c:pt>
                <c:pt idx="5505">
                  <c:v>6.3715277778101154E-2</c:v>
                </c:pt>
                <c:pt idx="5506">
                  <c:v>6.3726851847604848E-2</c:v>
                </c:pt>
                <c:pt idx="5507">
                  <c:v>6.3738425924384501E-2</c:v>
                </c:pt>
                <c:pt idx="5508">
                  <c:v>6.3750000001164153E-2</c:v>
                </c:pt>
                <c:pt idx="5509">
                  <c:v>6.3761574070667848E-2</c:v>
                </c:pt>
                <c:pt idx="5510">
                  <c:v>6.37731481474475E-2</c:v>
                </c:pt>
                <c:pt idx="5511">
                  <c:v>6.3784722216951195E-2</c:v>
                </c:pt>
                <c:pt idx="5512">
                  <c:v>6.3796296293730848E-2</c:v>
                </c:pt>
                <c:pt idx="5513">
                  <c:v>6.38078703705105E-2</c:v>
                </c:pt>
                <c:pt idx="5514">
                  <c:v>6.3819444440014195E-2</c:v>
                </c:pt>
                <c:pt idx="5515">
                  <c:v>6.3831018516793847E-2</c:v>
                </c:pt>
                <c:pt idx="5516">
                  <c:v>6.3842592593573499E-2</c:v>
                </c:pt>
                <c:pt idx="5517">
                  <c:v>6.3854166663077194E-2</c:v>
                </c:pt>
                <c:pt idx="5518">
                  <c:v>6.3865740739856847E-2</c:v>
                </c:pt>
                <c:pt idx="5519">
                  <c:v>6.3877314809360541E-2</c:v>
                </c:pt>
                <c:pt idx="5520">
                  <c:v>6.3888888886140194E-2</c:v>
                </c:pt>
                <c:pt idx="5521">
                  <c:v>6.3900462962919846E-2</c:v>
                </c:pt>
                <c:pt idx="5522">
                  <c:v>6.3912037032423541E-2</c:v>
                </c:pt>
                <c:pt idx="5523">
                  <c:v>6.3923611109203193E-2</c:v>
                </c:pt>
                <c:pt idx="5524">
                  <c:v>6.3935185185982846E-2</c:v>
                </c:pt>
                <c:pt idx="5525">
                  <c:v>6.394675925548654E-2</c:v>
                </c:pt>
                <c:pt idx="5526">
                  <c:v>6.3958333332266193E-2</c:v>
                </c:pt>
                <c:pt idx="5527">
                  <c:v>6.3969907401769888E-2</c:v>
                </c:pt>
                <c:pt idx="5528">
                  <c:v>6.398148147854954E-2</c:v>
                </c:pt>
                <c:pt idx="5529">
                  <c:v>6.3993055555329192E-2</c:v>
                </c:pt>
                <c:pt idx="5530">
                  <c:v>6.4004629624832887E-2</c:v>
                </c:pt>
                <c:pt idx="5531">
                  <c:v>6.401620370161254E-2</c:v>
                </c:pt>
                <c:pt idx="5532">
                  <c:v>6.4027777778392192E-2</c:v>
                </c:pt>
                <c:pt idx="5533">
                  <c:v>6.4039351847895887E-2</c:v>
                </c:pt>
                <c:pt idx="5534">
                  <c:v>6.4050925924675539E-2</c:v>
                </c:pt>
                <c:pt idx="5535">
                  <c:v>6.4062499994179234E-2</c:v>
                </c:pt>
                <c:pt idx="5536">
                  <c:v>6.4074074070958886E-2</c:v>
                </c:pt>
                <c:pt idx="5537">
                  <c:v>6.4085648147738539E-2</c:v>
                </c:pt>
                <c:pt idx="5538">
                  <c:v>6.4097222217242233E-2</c:v>
                </c:pt>
                <c:pt idx="5539">
                  <c:v>6.4108796294021886E-2</c:v>
                </c:pt>
                <c:pt idx="5540">
                  <c:v>6.4120370370801538E-2</c:v>
                </c:pt>
                <c:pt idx="5541">
                  <c:v>6.4131944440305233E-2</c:v>
                </c:pt>
                <c:pt idx="5542">
                  <c:v>6.4143518517084885E-2</c:v>
                </c:pt>
                <c:pt idx="5543">
                  <c:v>6.4155092593864538E-2</c:v>
                </c:pt>
                <c:pt idx="5544">
                  <c:v>6.4166666663368233E-2</c:v>
                </c:pt>
                <c:pt idx="5545">
                  <c:v>6.4178240740147885E-2</c:v>
                </c:pt>
                <c:pt idx="5546">
                  <c:v>6.418981480965158E-2</c:v>
                </c:pt>
                <c:pt idx="5547">
                  <c:v>6.4201388886431232E-2</c:v>
                </c:pt>
                <c:pt idx="5548">
                  <c:v>6.4212962963210884E-2</c:v>
                </c:pt>
                <c:pt idx="5549">
                  <c:v>6.4224537032714579E-2</c:v>
                </c:pt>
                <c:pt idx="5550">
                  <c:v>6.4236111109494232E-2</c:v>
                </c:pt>
                <c:pt idx="5551">
                  <c:v>6.4247685186273884E-2</c:v>
                </c:pt>
                <c:pt idx="5552">
                  <c:v>6.4259259255777579E-2</c:v>
                </c:pt>
                <c:pt idx="5553">
                  <c:v>6.4270833332557231E-2</c:v>
                </c:pt>
                <c:pt idx="5554">
                  <c:v>6.4282407402060926E-2</c:v>
                </c:pt>
                <c:pt idx="5555">
                  <c:v>6.4293981478840578E-2</c:v>
                </c:pt>
                <c:pt idx="5556">
                  <c:v>6.4305555555620231E-2</c:v>
                </c:pt>
                <c:pt idx="5557">
                  <c:v>6.4317129625123926E-2</c:v>
                </c:pt>
                <c:pt idx="5558">
                  <c:v>6.4328703701903578E-2</c:v>
                </c:pt>
                <c:pt idx="5559">
                  <c:v>6.434027777868323E-2</c:v>
                </c:pt>
                <c:pt idx="5560">
                  <c:v>6.4351851848186925E-2</c:v>
                </c:pt>
                <c:pt idx="5561">
                  <c:v>6.4363425924966577E-2</c:v>
                </c:pt>
                <c:pt idx="5562">
                  <c:v>6.4374999994470272E-2</c:v>
                </c:pt>
                <c:pt idx="5563">
                  <c:v>6.4386574071249925E-2</c:v>
                </c:pt>
                <c:pt idx="5564">
                  <c:v>6.4398148148029577E-2</c:v>
                </c:pt>
                <c:pt idx="5565">
                  <c:v>6.4409722217533272E-2</c:v>
                </c:pt>
                <c:pt idx="5566">
                  <c:v>6.4421296294312924E-2</c:v>
                </c:pt>
                <c:pt idx="5567">
                  <c:v>6.4432870371092577E-2</c:v>
                </c:pt>
                <c:pt idx="5568">
                  <c:v>6.4444444440596271E-2</c:v>
                </c:pt>
                <c:pt idx="5569">
                  <c:v>6.4456018517375924E-2</c:v>
                </c:pt>
                <c:pt idx="5570">
                  <c:v>6.4467592586879618E-2</c:v>
                </c:pt>
                <c:pt idx="5571">
                  <c:v>6.4479166663659271E-2</c:v>
                </c:pt>
                <c:pt idx="5572">
                  <c:v>6.4490740740438923E-2</c:v>
                </c:pt>
                <c:pt idx="5573">
                  <c:v>6.4502314809942618E-2</c:v>
                </c:pt>
                <c:pt idx="5574">
                  <c:v>6.451388888672227E-2</c:v>
                </c:pt>
                <c:pt idx="5575">
                  <c:v>6.4525462963501923E-2</c:v>
                </c:pt>
                <c:pt idx="5576">
                  <c:v>6.4537037033005618E-2</c:v>
                </c:pt>
                <c:pt idx="5577">
                  <c:v>6.454861110978527E-2</c:v>
                </c:pt>
                <c:pt idx="5578">
                  <c:v>6.4560185179288965E-2</c:v>
                </c:pt>
                <c:pt idx="5579">
                  <c:v>6.4571759256068617E-2</c:v>
                </c:pt>
                <c:pt idx="5580">
                  <c:v>6.4583333332848269E-2</c:v>
                </c:pt>
                <c:pt idx="5581">
                  <c:v>6.4594907402351964E-2</c:v>
                </c:pt>
                <c:pt idx="5582">
                  <c:v>6.4606481479131617E-2</c:v>
                </c:pt>
                <c:pt idx="5583">
                  <c:v>6.4618055555911269E-2</c:v>
                </c:pt>
                <c:pt idx="5584">
                  <c:v>6.4629629625414964E-2</c:v>
                </c:pt>
                <c:pt idx="5585">
                  <c:v>6.4641203702194616E-2</c:v>
                </c:pt>
                <c:pt idx="5586">
                  <c:v>6.4652777778974269E-2</c:v>
                </c:pt>
                <c:pt idx="5587">
                  <c:v>6.4664351848477963E-2</c:v>
                </c:pt>
                <c:pt idx="5588">
                  <c:v>6.4675925925257616E-2</c:v>
                </c:pt>
                <c:pt idx="5589">
                  <c:v>6.4687499994761311E-2</c:v>
                </c:pt>
                <c:pt idx="5590">
                  <c:v>6.4699074071540963E-2</c:v>
                </c:pt>
                <c:pt idx="5591">
                  <c:v>6.4710648148320615E-2</c:v>
                </c:pt>
                <c:pt idx="5592">
                  <c:v>6.472222221782431E-2</c:v>
                </c:pt>
                <c:pt idx="5593">
                  <c:v>6.4733796294603962E-2</c:v>
                </c:pt>
                <c:pt idx="5594">
                  <c:v>6.4745370371383615E-2</c:v>
                </c:pt>
                <c:pt idx="5595">
                  <c:v>6.475694444088731E-2</c:v>
                </c:pt>
                <c:pt idx="5596">
                  <c:v>6.4768518517666962E-2</c:v>
                </c:pt>
                <c:pt idx="5597">
                  <c:v>6.4780092587170657E-2</c:v>
                </c:pt>
                <c:pt idx="5598">
                  <c:v>6.4791666663950309E-2</c:v>
                </c:pt>
                <c:pt idx="5599">
                  <c:v>6.4803240740729962E-2</c:v>
                </c:pt>
                <c:pt idx="5600">
                  <c:v>6.4814814810233656E-2</c:v>
                </c:pt>
                <c:pt idx="5601">
                  <c:v>6.4826388887013309E-2</c:v>
                </c:pt>
                <c:pt idx="5602">
                  <c:v>6.4837962963792961E-2</c:v>
                </c:pt>
                <c:pt idx="5603">
                  <c:v>6.4849537033296656E-2</c:v>
                </c:pt>
                <c:pt idx="5604">
                  <c:v>6.4861111110076308E-2</c:v>
                </c:pt>
                <c:pt idx="5605">
                  <c:v>6.4872685179580003E-2</c:v>
                </c:pt>
                <c:pt idx="5606">
                  <c:v>6.4884259256359655E-2</c:v>
                </c:pt>
                <c:pt idx="5607">
                  <c:v>6.4895833333139308E-2</c:v>
                </c:pt>
                <c:pt idx="5608">
                  <c:v>6.4907407402643003E-2</c:v>
                </c:pt>
                <c:pt idx="5609">
                  <c:v>6.4918981479422655E-2</c:v>
                </c:pt>
                <c:pt idx="5610">
                  <c:v>6.4930555556202307E-2</c:v>
                </c:pt>
                <c:pt idx="5611">
                  <c:v>6.4942129625706002E-2</c:v>
                </c:pt>
                <c:pt idx="5612">
                  <c:v>6.4953703702485655E-2</c:v>
                </c:pt>
                <c:pt idx="5613">
                  <c:v>6.4965277771989349E-2</c:v>
                </c:pt>
                <c:pt idx="5614">
                  <c:v>6.4976851848769002E-2</c:v>
                </c:pt>
                <c:pt idx="5615">
                  <c:v>6.4988425925548654E-2</c:v>
                </c:pt>
                <c:pt idx="5616">
                  <c:v>6.4999999995052349E-2</c:v>
                </c:pt>
                <c:pt idx="5617">
                  <c:v>6.5011574071832001E-2</c:v>
                </c:pt>
                <c:pt idx="5618">
                  <c:v>6.5023148148611654E-2</c:v>
                </c:pt>
                <c:pt idx="5619">
                  <c:v>6.5034722218115348E-2</c:v>
                </c:pt>
                <c:pt idx="5620">
                  <c:v>6.5046296294895001E-2</c:v>
                </c:pt>
                <c:pt idx="5621">
                  <c:v>6.5057870371674653E-2</c:v>
                </c:pt>
                <c:pt idx="5622">
                  <c:v>6.5069444441178348E-2</c:v>
                </c:pt>
                <c:pt idx="5623">
                  <c:v>6.5081018517958E-2</c:v>
                </c:pt>
                <c:pt idx="5624">
                  <c:v>6.5092592587461695E-2</c:v>
                </c:pt>
                <c:pt idx="5625">
                  <c:v>6.5104166664241347E-2</c:v>
                </c:pt>
                <c:pt idx="5626">
                  <c:v>6.5115740741021E-2</c:v>
                </c:pt>
                <c:pt idx="5627">
                  <c:v>6.5127314810524695E-2</c:v>
                </c:pt>
                <c:pt idx="5628">
                  <c:v>6.5138888887304347E-2</c:v>
                </c:pt>
                <c:pt idx="5629">
                  <c:v>6.5150462964083999E-2</c:v>
                </c:pt>
                <c:pt idx="5630">
                  <c:v>6.5162037033587694E-2</c:v>
                </c:pt>
                <c:pt idx="5631">
                  <c:v>6.5173611110367347E-2</c:v>
                </c:pt>
                <c:pt idx="5632">
                  <c:v>6.5185185179871041E-2</c:v>
                </c:pt>
                <c:pt idx="5633">
                  <c:v>6.5196759256650694E-2</c:v>
                </c:pt>
                <c:pt idx="5634">
                  <c:v>6.5208333333430346E-2</c:v>
                </c:pt>
                <c:pt idx="5635">
                  <c:v>6.5219907402934041E-2</c:v>
                </c:pt>
                <c:pt idx="5636">
                  <c:v>6.5231481479713693E-2</c:v>
                </c:pt>
                <c:pt idx="5637">
                  <c:v>6.5243055556493346E-2</c:v>
                </c:pt>
                <c:pt idx="5638">
                  <c:v>6.525462962599704E-2</c:v>
                </c:pt>
                <c:pt idx="5639">
                  <c:v>6.5266203702776693E-2</c:v>
                </c:pt>
                <c:pt idx="5640">
                  <c:v>6.5277777772280388E-2</c:v>
                </c:pt>
                <c:pt idx="5641">
                  <c:v>6.528935184906004E-2</c:v>
                </c:pt>
                <c:pt idx="5642">
                  <c:v>6.5300925925839692E-2</c:v>
                </c:pt>
                <c:pt idx="5643">
                  <c:v>6.5312499995343387E-2</c:v>
                </c:pt>
                <c:pt idx="5644">
                  <c:v>6.532407407212304E-2</c:v>
                </c:pt>
                <c:pt idx="5645">
                  <c:v>6.5335648148902692E-2</c:v>
                </c:pt>
                <c:pt idx="5646">
                  <c:v>6.5347222218406387E-2</c:v>
                </c:pt>
                <c:pt idx="5647">
                  <c:v>6.5358796295186039E-2</c:v>
                </c:pt>
                <c:pt idx="5648">
                  <c:v>6.5370370364689734E-2</c:v>
                </c:pt>
                <c:pt idx="5649">
                  <c:v>6.5381944441469386E-2</c:v>
                </c:pt>
                <c:pt idx="5650">
                  <c:v>6.5393518518249039E-2</c:v>
                </c:pt>
                <c:pt idx="5651">
                  <c:v>6.5405092587752733E-2</c:v>
                </c:pt>
                <c:pt idx="5652">
                  <c:v>6.5416666664532386E-2</c:v>
                </c:pt>
                <c:pt idx="5653">
                  <c:v>6.5428240741312038E-2</c:v>
                </c:pt>
                <c:pt idx="5654">
                  <c:v>6.5439814810815733E-2</c:v>
                </c:pt>
                <c:pt idx="5655">
                  <c:v>6.5451388887595385E-2</c:v>
                </c:pt>
                <c:pt idx="5656">
                  <c:v>6.546296295709908E-2</c:v>
                </c:pt>
                <c:pt idx="5657">
                  <c:v>6.5474537033878732E-2</c:v>
                </c:pt>
                <c:pt idx="5658">
                  <c:v>6.5486111110658385E-2</c:v>
                </c:pt>
                <c:pt idx="5659">
                  <c:v>6.549768518016208E-2</c:v>
                </c:pt>
                <c:pt idx="5660">
                  <c:v>6.5509259256941732E-2</c:v>
                </c:pt>
                <c:pt idx="5661">
                  <c:v>6.5520833333721384E-2</c:v>
                </c:pt>
                <c:pt idx="5662">
                  <c:v>6.5532407403225079E-2</c:v>
                </c:pt>
                <c:pt idx="5663">
                  <c:v>6.5543981480004732E-2</c:v>
                </c:pt>
                <c:pt idx="5664">
                  <c:v>6.5555555556784384E-2</c:v>
                </c:pt>
                <c:pt idx="5665">
                  <c:v>6.5567129626288079E-2</c:v>
                </c:pt>
                <c:pt idx="5666">
                  <c:v>6.5578703703067731E-2</c:v>
                </c:pt>
                <c:pt idx="5667">
                  <c:v>6.5590277772571426E-2</c:v>
                </c:pt>
                <c:pt idx="5668">
                  <c:v>6.5601851849351078E-2</c:v>
                </c:pt>
                <c:pt idx="5669">
                  <c:v>6.5613425926130731E-2</c:v>
                </c:pt>
                <c:pt idx="5670">
                  <c:v>6.5624999995634425E-2</c:v>
                </c:pt>
                <c:pt idx="5671">
                  <c:v>6.5636574072414078E-2</c:v>
                </c:pt>
                <c:pt idx="5672">
                  <c:v>6.564814814919373E-2</c:v>
                </c:pt>
                <c:pt idx="5673">
                  <c:v>6.5659722218697425E-2</c:v>
                </c:pt>
                <c:pt idx="5674">
                  <c:v>6.5671296295477077E-2</c:v>
                </c:pt>
                <c:pt idx="5675">
                  <c:v>6.5682870364980772E-2</c:v>
                </c:pt>
                <c:pt idx="5676">
                  <c:v>6.5694444441760425E-2</c:v>
                </c:pt>
                <c:pt idx="5677">
                  <c:v>6.5706018518540077E-2</c:v>
                </c:pt>
                <c:pt idx="5678">
                  <c:v>6.5717592588043772E-2</c:v>
                </c:pt>
                <c:pt idx="5679">
                  <c:v>6.5729166664823424E-2</c:v>
                </c:pt>
                <c:pt idx="5680">
                  <c:v>6.5740740741603076E-2</c:v>
                </c:pt>
                <c:pt idx="5681">
                  <c:v>6.5752314811106771E-2</c:v>
                </c:pt>
                <c:pt idx="5682">
                  <c:v>6.5763888887886424E-2</c:v>
                </c:pt>
                <c:pt idx="5683">
                  <c:v>6.5775462957390118E-2</c:v>
                </c:pt>
                <c:pt idx="5684">
                  <c:v>6.5787037034169771E-2</c:v>
                </c:pt>
                <c:pt idx="5685">
                  <c:v>6.5798611110949423E-2</c:v>
                </c:pt>
                <c:pt idx="5686">
                  <c:v>6.5810185180453118E-2</c:v>
                </c:pt>
                <c:pt idx="5687">
                  <c:v>6.582175925723277E-2</c:v>
                </c:pt>
                <c:pt idx="5688">
                  <c:v>6.5833333334012423E-2</c:v>
                </c:pt>
                <c:pt idx="5689">
                  <c:v>6.5844907403516117E-2</c:v>
                </c:pt>
                <c:pt idx="5690">
                  <c:v>6.585648148029577E-2</c:v>
                </c:pt>
                <c:pt idx="5691">
                  <c:v>6.5868055549799465E-2</c:v>
                </c:pt>
                <c:pt idx="5692">
                  <c:v>6.5879629626579117E-2</c:v>
                </c:pt>
                <c:pt idx="5693">
                  <c:v>6.5891203703358769E-2</c:v>
                </c:pt>
                <c:pt idx="5694">
                  <c:v>6.5902777772862464E-2</c:v>
                </c:pt>
                <c:pt idx="5695">
                  <c:v>6.5914351849642117E-2</c:v>
                </c:pt>
                <c:pt idx="5696">
                  <c:v>6.5925925926421769E-2</c:v>
                </c:pt>
                <c:pt idx="5697">
                  <c:v>6.5937499995925464E-2</c:v>
                </c:pt>
                <c:pt idx="5698">
                  <c:v>6.5949074072705116E-2</c:v>
                </c:pt>
                <c:pt idx="5699">
                  <c:v>6.5960648149484769E-2</c:v>
                </c:pt>
                <c:pt idx="5700">
                  <c:v>6.5972222218988463E-2</c:v>
                </c:pt>
                <c:pt idx="5701">
                  <c:v>6.5983796295768116E-2</c:v>
                </c:pt>
                <c:pt idx="5702">
                  <c:v>6.599537036527181E-2</c:v>
                </c:pt>
                <c:pt idx="5703">
                  <c:v>6.6006944442051463E-2</c:v>
                </c:pt>
                <c:pt idx="5704">
                  <c:v>6.6018518518831115E-2</c:v>
                </c:pt>
                <c:pt idx="5705">
                  <c:v>6.603009258833481E-2</c:v>
                </c:pt>
                <c:pt idx="5706">
                  <c:v>6.6041666665114462E-2</c:v>
                </c:pt>
                <c:pt idx="5707">
                  <c:v>6.6053240741894115E-2</c:v>
                </c:pt>
                <c:pt idx="5708">
                  <c:v>6.606481481139781E-2</c:v>
                </c:pt>
                <c:pt idx="5709">
                  <c:v>6.6076388888177462E-2</c:v>
                </c:pt>
                <c:pt idx="5710">
                  <c:v>6.6087962957681157E-2</c:v>
                </c:pt>
                <c:pt idx="5711">
                  <c:v>6.6099537034460809E-2</c:v>
                </c:pt>
                <c:pt idx="5712">
                  <c:v>6.6111111111240461E-2</c:v>
                </c:pt>
                <c:pt idx="5713">
                  <c:v>6.6122685180744156E-2</c:v>
                </c:pt>
                <c:pt idx="5714">
                  <c:v>6.6134259257523809E-2</c:v>
                </c:pt>
                <c:pt idx="5715">
                  <c:v>6.6145833334303461E-2</c:v>
                </c:pt>
                <c:pt idx="5716">
                  <c:v>6.6157407403807156E-2</c:v>
                </c:pt>
                <c:pt idx="5717">
                  <c:v>6.6168981480586808E-2</c:v>
                </c:pt>
                <c:pt idx="5718">
                  <c:v>6.6180555550090503E-2</c:v>
                </c:pt>
                <c:pt idx="5719">
                  <c:v>6.6192129626870155E-2</c:v>
                </c:pt>
                <c:pt idx="5720">
                  <c:v>6.6203703703649808E-2</c:v>
                </c:pt>
                <c:pt idx="5721">
                  <c:v>6.6215277773153502E-2</c:v>
                </c:pt>
                <c:pt idx="5722">
                  <c:v>6.6226851849933155E-2</c:v>
                </c:pt>
                <c:pt idx="5723">
                  <c:v>6.6238425926712807E-2</c:v>
                </c:pt>
                <c:pt idx="5724">
                  <c:v>6.6249999996216502E-2</c:v>
                </c:pt>
                <c:pt idx="5725">
                  <c:v>6.6261574072996154E-2</c:v>
                </c:pt>
                <c:pt idx="5726">
                  <c:v>6.6273148142499849E-2</c:v>
                </c:pt>
                <c:pt idx="5727">
                  <c:v>6.6284722219279502E-2</c:v>
                </c:pt>
                <c:pt idx="5728">
                  <c:v>6.6296296296059154E-2</c:v>
                </c:pt>
                <c:pt idx="5729">
                  <c:v>6.6307870365562849E-2</c:v>
                </c:pt>
                <c:pt idx="5730">
                  <c:v>6.6319444442342501E-2</c:v>
                </c:pt>
                <c:pt idx="5731">
                  <c:v>6.6331018519122154E-2</c:v>
                </c:pt>
                <c:pt idx="5732">
                  <c:v>6.6342592588625848E-2</c:v>
                </c:pt>
                <c:pt idx="5733">
                  <c:v>6.6354166665405501E-2</c:v>
                </c:pt>
                <c:pt idx="5734">
                  <c:v>6.6365740734909195E-2</c:v>
                </c:pt>
                <c:pt idx="5735">
                  <c:v>6.6377314811688848E-2</c:v>
                </c:pt>
                <c:pt idx="5736">
                  <c:v>6.63888888884685E-2</c:v>
                </c:pt>
                <c:pt idx="5737">
                  <c:v>6.6400462957972195E-2</c:v>
                </c:pt>
                <c:pt idx="5738">
                  <c:v>6.6412037034751847E-2</c:v>
                </c:pt>
                <c:pt idx="5739">
                  <c:v>6.64236111115315E-2</c:v>
                </c:pt>
                <c:pt idx="5740">
                  <c:v>6.6435185181035195E-2</c:v>
                </c:pt>
                <c:pt idx="5741">
                  <c:v>6.6446759257814847E-2</c:v>
                </c:pt>
                <c:pt idx="5742">
                  <c:v>6.6458333334594499E-2</c:v>
                </c:pt>
                <c:pt idx="5743">
                  <c:v>6.6469907404098194E-2</c:v>
                </c:pt>
                <c:pt idx="5744">
                  <c:v>6.6481481480877846E-2</c:v>
                </c:pt>
                <c:pt idx="5745">
                  <c:v>6.6493055550381541E-2</c:v>
                </c:pt>
                <c:pt idx="5746">
                  <c:v>6.6504629627161194E-2</c:v>
                </c:pt>
                <c:pt idx="5747">
                  <c:v>6.6516203703940846E-2</c:v>
                </c:pt>
                <c:pt idx="5748">
                  <c:v>6.6527777773444541E-2</c:v>
                </c:pt>
                <c:pt idx="5749">
                  <c:v>6.6539351850224193E-2</c:v>
                </c:pt>
                <c:pt idx="5750">
                  <c:v>6.6550925927003846E-2</c:v>
                </c:pt>
                <c:pt idx="5751">
                  <c:v>6.656249999650754E-2</c:v>
                </c:pt>
                <c:pt idx="5752">
                  <c:v>6.6574074073287193E-2</c:v>
                </c:pt>
                <c:pt idx="5753">
                  <c:v>6.6585648142790888E-2</c:v>
                </c:pt>
                <c:pt idx="5754">
                  <c:v>6.659722221957054E-2</c:v>
                </c:pt>
                <c:pt idx="5755">
                  <c:v>6.6608796296350192E-2</c:v>
                </c:pt>
                <c:pt idx="5756">
                  <c:v>6.6620370365853887E-2</c:v>
                </c:pt>
                <c:pt idx="5757">
                  <c:v>6.6631944442633539E-2</c:v>
                </c:pt>
                <c:pt idx="5758">
                  <c:v>6.6643518519413192E-2</c:v>
                </c:pt>
                <c:pt idx="5759">
                  <c:v>6.6655092588916887E-2</c:v>
                </c:pt>
                <c:pt idx="5760">
                  <c:v>6.6666666665696539E-2</c:v>
                </c:pt>
                <c:pt idx="5761">
                  <c:v>6.6678240735200234E-2</c:v>
                </c:pt>
                <c:pt idx="5762">
                  <c:v>6.6689814811979886E-2</c:v>
                </c:pt>
                <c:pt idx="5763">
                  <c:v>6.6701388888759539E-2</c:v>
                </c:pt>
                <c:pt idx="5764">
                  <c:v>6.6712962958263233E-2</c:v>
                </c:pt>
                <c:pt idx="5765">
                  <c:v>6.6724537035042886E-2</c:v>
                </c:pt>
                <c:pt idx="5766">
                  <c:v>6.6736111111822538E-2</c:v>
                </c:pt>
                <c:pt idx="5767">
                  <c:v>6.6747685181326233E-2</c:v>
                </c:pt>
                <c:pt idx="5768">
                  <c:v>6.6759259258105885E-2</c:v>
                </c:pt>
                <c:pt idx="5769">
                  <c:v>6.677083332760958E-2</c:v>
                </c:pt>
                <c:pt idx="5770">
                  <c:v>6.6782407404389232E-2</c:v>
                </c:pt>
                <c:pt idx="5771">
                  <c:v>6.6793981481168885E-2</c:v>
                </c:pt>
                <c:pt idx="5772">
                  <c:v>6.680555555067258E-2</c:v>
                </c:pt>
                <c:pt idx="5773">
                  <c:v>6.6817129627452232E-2</c:v>
                </c:pt>
                <c:pt idx="5774">
                  <c:v>6.6828703704231884E-2</c:v>
                </c:pt>
                <c:pt idx="5775">
                  <c:v>6.6840277773735579E-2</c:v>
                </c:pt>
                <c:pt idx="5776">
                  <c:v>6.6851851850515231E-2</c:v>
                </c:pt>
                <c:pt idx="5777">
                  <c:v>6.6863425920018926E-2</c:v>
                </c:pt>
                <c:pt idx="5778">
                  <c:v>6.6874999996798579E-2</c:v>
                </c:pt>
                <c:pt idx="5779">
                  <c:v>6.6886574073578231E-2</c:v>
                </c:pt>
                <c:pt idx="5780">
                  <c:v>6.6898148143081926E-2</c:v>
                </c:pt>
                <c:pt idx="5781">
                  <c:v>6.6909722219861578E-2</c:v>
                </c:pt>
                <c:pt idx="5782">
                  <c:v>6.6921296296641231E-2</c:v>
                </c:pt>
                <c:pt idx="5783">
                  <c:v>6.6932870366144925E-2</c:v>
                </c:pt>
                <c:pt idx="5784">
                  <c:v>6.6944444442924578E-2</c:v>
                </c:pt>
                <c:pt idx="5785">
                  <c:v>6.695601851970423E-2</c:v>
                </c:pt>
                <c:pt idx="5786">
                  <c:v>6.6967592589207925E-2</c:v>
                </c:pt>
                <c:pt idx="5787">
                  <c:v>6.6979166665987577E-2</c:v>
                </c:pt>
                <c:pt idx="5788">
                  <c:v>6.6990740735491272E-2</c:v>
                </c:pt>
                <c:pt idx="5789">
                  <c:v>6.7002314812270924E-2</c:v>
                </c:pt>
                <c:pt idx="5790">
                  <c:v>6.7013888889050577E-2</c:v>
                </c:pt>
                <c:pt idx="5791">
                  <c:v>6.7025462958554272E-2</c:v>
                </c:pt>
                <c:pt idx="5792">
                  <c:v>6.7037037035333924E-2</c:v>
                </c:pt>
                <c:pt idx="5793">
                  <c:v>6.7048611112113576E-2</c:v>
                </c:pt>
                <c:pt idx="5794">
                  <c:v>6.7060185181617271E-2</c:v>
                </c:pt>
                <c:pt idx="5795">
                  <c:v>6.7071759258396924E-2</c:v>
                </c:pt>
                <c:pt idx="5796">
                  <c:v>6.7083333327900618E-2</c:v>
                </c:pt>
                <c:pt idx="5797">
                  <c:v>6.7094907404680271E-2</c:v>
                </c:pt>
                <c:pt idx="5798">
                  <c:v>6.7106481481459923E-2</c:v>
                </c:pt>
                <c:pt idx="5799">
                  <c:v>6.7118055550963618E-2</c:v>
                </c:pt>
                <c:pt idx="5800">
                  <c:v>6.712962962774327E-2</c:v>
                </c:pt>
                <c:pt idx="5801">
                  <c:v>6.7141203704522923E-2</c:v>
                </c:pt>
                <c:pt idx="5802">
                  <c:v>6.7152777774026617E-2</c:v>
                </c:pt>
                <c:pt idx="5803">
                  <c:v>6.716435185080627E-2</c:v>
                </c:pt>
                <c:pt idx="5804">
                  <c:v>6.7175925920309965E-2</c:v>
                </c:pt>
                <c:pt idx="5805">
                  <c:v>6.7187499997089617E-2</c:v>
                </c:pt>
                <c:pt idx="5806">
                  <c:v>6.7199074073869269E-2</c:v>
                </c:pt>
                <c:pt idx="5807">
                  <c:v>6.7210648143372964E-2</c:v>
                </c:pt>
                <c:pt idx="5808">
                  <c:v>6.7222222220152617E-2</c:v>
                </c:pt>
                <c:pt idx="5809">
                  <c:v>6.7233796296932269E-2</c:v>
                </c:pt>
                <c:pt idx="5810">
                  <c:v>6.7245370366435964E-2</c:v>
                </c:pt>
                <c:pt idx="5811">
                  <c:v>6.7256944443215616E-2</c:v>
                </c:pt>
                <c:pt idx="5812">
                  <c:v>6.7268518512719311E-2</c:v>
                </c:pt>
                <c:pt idx="5813">
                  <c:v>6.7280092589498963E-2</c:v>
                </c:pt>
                <c:pt idx="5814">
                  <c:v>6.7291666666278616E-2</c:v>
                </c:pt>
                <c:pt idx="5815">
                  <c:v>6.730324073578231E-2</c:v>
                </c:pt>
                <c:pt idx="5816">
                  <c:v>6.7314814812561963E-2</c:v>
                </c:pt>
                <c:pt idx="5817">
                  <c:v>6.7326388889341615E-2</c:v>
                </c:pt>
                <c:pt idx="5818">
                  <c:v>6.733796295884531E-2</c:v>
                </c:pt>
                <c:pt idx="5819">
                  <c:v>6.7349537035624962E-2</c:v>
                </c:pt>
                <c:pt idx="5820">
                  <c:v>6.7361111112404615E-2</c:v>
                </c:pt>
                <c:pt idx="5821">
                  <c:v>6.7372685181908309E-2</c:v>
                </c:pt>
                <c:pt idx="5822">
                  <c:v>6.7384259258687962E-2</c:v>
                </c:pt>
                <c:pt idx="5823">
                  <c:v>6.7395833328191657E-2</c:v>
                </c:pt>
                <c:pt idx="5824">
                  <c:v>6.7407407404971309E-2</c:v>
                </c:pt>
                <c:pt idx="5825">
                  <c:v>6.7418981481750961E-2</c:v>
                </c:pt>
                <c:pt idx="5826">
                  <c:v>6.7430555551254656E-2</c:v>
                </c:pt>
                <c:pt idx="5827">
                  <c:v>6.7442129628034309E-2</c:v>
                </c:pt>
                <c:pt idx="5828">
                  <c:v>6.7453703704813961E-2</c:v>
                </c:pt>
                <c:pt idx="5829">
                  <c:v>6.7465277774317656E-2</c:v>
                </c:pt>
                <c:pt idx="5830">
                  <c:v>6.7476851851097308E-2</c:v>
                </c:pt>
                <c:pt idx="5831">
                  <c:v>6.7488425920601003E-2</c:v>
                </c:pt>
                <c:pt idx="5832">
                  <c:v>6.7499999997380655E-2</c:v>
                </c:pt>
                <c:pt idx="5833">
                  <c:v>6.7511574074160308E-2</c:v>
                </c:pt>
                <c:pt idx="5834">
                  <c:v>6.7523148143664002E-2</c:v>
                </c:pt>
                <c:pt idx="5835">
                  <c:v>6.7534722220443655E-2</c:v>
                </c:pt>
                <c:pt idx="5836">
                  <c:v>6.7546296297223307E-2</c:v>
                </c:pt>
                <c:pt idx="5837">
                  <c:v>6.7557870366727002E-2</c:v>
                </c:pt>
                <c:pt idx="5838">
                  <c:v>6.7569444443506654E-2</c:v>
                </c:pt>
                <c:pt idx="5839">
                  <c:v>6.7581018513010349E-2</c:v>
                </c:pt>
                <c:pt idx="5840">
                  <c:v>6.7592592589790002E-2</c:v>
                </c:pt>
                <c:pt idx="5841">
                  <c:v>6.7604166666569654E-2</c:v>
                </c:pt>
                <c:pt idx="5842">
                  <c:v>6.7615740736073349E-2</c:v>
                </c:pt>
                <c:pt idx="5843">
                  <c:v>6.7627314812853001E-2</c:v>
                </c:pt>
                <c:pt idx="5844">
                  <c:v>6.7638888889632653E-2</c:v>
                </c:pt>
                <c:pt idx="5845">
                  <c:v>6.7650462959136348E-2</c:v>
                </c:pt>
                <c:pt idx="5846">
                  <c:v>6.7662037035916001E-2</c:v>
                </c:pt>
                <c:pt idx="5847">
                  <c:v>6.7673611105419695E-2</c:v>
                </c:pt>
                <c:pt idx="5848">
                  <c:v>6.7685185182199348E-2</c:v>
                </c:pt>
                <c:pt idx="5849">
                  <c:v>6.7696759258979E-2</c:v>
                </c:pt>
                <c:pt idx="5850">
                  <c:v>6.7708333328482695E-2</c:v>
                </c:pt>
                <c:pt idx="5851">
                  <c:v>6.7719907405262347E-2</c:v>
                </c:pt>
                <c:pt idx="5852">
                  <c:v>6.7731481482042E-2</c:v>
                </c:pt>
                <c:pt idx="5853">
                  <c:v>6.7743055551545694E-2</c:v>
                </c:pt>
                <c:pt idx="5854">
                  <c:v>6.7754629628325347E-2</c:v>
                </c:pt>
                <c:pt idx="5855">
                  <c:v>6.7766203697829042E-2</c:v>
                </c:pt>
                <c:pt idx="5856">
                  <c:v>6.7777777774608694E-2</c:v>
                </c:pt>
                <c:pt idx="5857">
                  <c:v>6.7789351851388346E-2</c:v>
                </c:pt>
                <c:pt idx="5858">
                  <c:v>6.7800925920892041E-2</c:v>
                </c:pt>
                <c:pt idx="5859">
                  <c:v>6.7812499997671694E-2</c:v>
                </c:pt>
                <c:pt idx="5860">
                  <c:v>6.7824074074451346E-2</c:v>
                </c:pt>
                <c:pt idx="5861">
                  <c:v>6.7835648143955041E-2</c:v>
                </c:pt>
                <c:pt idx="5862">
                  <c:v>6.7847222220734693E-2</c:v>
                </c:pt>
                <c:pt idx="5863">
                  <c:v>6.7858796297514345E-2</c:v>
                </c:pt>
                <c:pt idx="5864">
                  <c:v>6.787037036701804E-2</c:v>
                </c:pt>
                <c:pt idx="5865">
                  <c:v>6.7881944443797693E-2</c:v>
                </c:pt>
                <c:pt idx="5866">
                  <c:v>6.7893518513301387E-2</c:v>
                </c:pt>
                <c:pt idx="5867">
                  <c:v>6.790509259008104E-2</c:v>
                </c:pt>
                <c:pt idx="5868">
                  <c:v>6.7916666666860692E-2</c:v>
                </c:pt>
                <c:pt idx="5869">
                  <c:v>6.7928240736364387E-2</c:v>
                </c:pt>
                <c:pt idx="5870">
                  <c:v>6.7939814813144039E-2</c:v>
                </c:pt>
                <c:pt idx="5871">
                  <c:v>6.7951388889923692E-2</c:v>
                </c:pt>
                <c:pt idx="5872">
                  <c:v>6.7962962959427387E-2</c:v>
                </c:pt>
                <c:pt idx="5873">
                  <c:v>6.7974537036207039E-2</c:v>
                </c:pt>
                <c:pt idx="5874">
                  <c:v>6.7986111105710734E-2</c:v>
                </c:pt>
                <c:pt idx="5875">
                  <c:v>6.7997685182490386E-2</c:v>
                </c:pt>
                <c:pt idx="5876">
                  <c:v>6.8009259259270038E-2</c:v>
                </c:pt>
                <c:pt idx="5877">
                  <c:v>6.8020833328773733E-2</c:v>
                </c:pt>
                <c:pt idx="5878">
                  <c:v>6.8032407405553386E-2</c:v>
                </c:pt>
                <c:pt idx="5879">
                  <c:v>6.8043981482333038E-2</c:v>
                </c:pt>
                <c:pt idx="5880">
                  <c:v>6.8055555551836733E-2</c:v>
                </c:pt>
                <c:pt idx="5881">
                  <c:v>6.8067129628616385E-2</c:v>
                </c:pt>
                <c:pt idx="5882">
                  <c:v>6.807870369812008E-2</c:v>
                </c:pt>
                <c:pt idx="5883">
                  <c:v>6.8090277774899732E-2</c:v>
                </c:pt>
                <c:pt idx="5884">
                  <c:v>6.8101851851679385E-2</c:v>
                </c:pt>
                <c:pt idx="5885">
                  <c:v>6.8113425921183079E-2</c:v>
                </c:pt>
                <c:pt idx="5886">
                  <c:v>6.8124999997962732E-2</c:v>
                </c:pt>
                <c:pt idx="5887">
                  <c:v>6.8136574074742384E-2</c:v>
                </c:pt>
                <c:pt idx="5888">
                  <c:v>6.8148148144246079E-2</c:v>
                </c:pt>
                <c:pt idx="5889">
                  <c:v>6.8159722221025731E-2</c:v>
                </c:pt>
                <c:pt idx="5890">
                  <c:v>6.8171296290529426E-2</c:v>
                </c:pt>
                <c:pt idx="5891">
                  <c:v>6.8182870367309079E-2</c:v>
                </c:pt>
                <c:pt idx="5892">
                  <c:v>6.8194444444088731E-2</c:v>
                </c:pt>
                <c:pt idx="5893">
                  <c:v>6.8206018513592426E-2</c:v>
                </c:pt>
                <c:pt idx="5894">
                  <c:v>6.8217592590372078E-2</c:v>
                </c:pt>
                <c:pt idx="5895">
                  <c:v>6.8229166667151731E-2</c:v>
                </c:pt>
                <c:pt idx="5896">
                  <c:v>6.8240740736655425E-2</c:v>
                </c:pt>
                <c:pt idx="5897">
                  <c:v>6.8252314813435078E-2</c:v>
                </c:pt>
                <c:pt idx="5898">
                  <c:v>6.826388889021473E-2</c:v>
                </c:pt>
                <c:pt idx="5899">
                  <c:v>6.8275462959718425E-2</c:v>
                </c:pt>
                <c:pt idx="5900">
                  <c:v>6.8287037036498077E-2</c:v>
                </c:pt>
                <c:pt idx="5901">
                  <c:v>6.8298611106001772E-2</c:v>
                </c:pt>
                <c:pt idx="5902">
                  <c:v>6.8310185182781424E-2</c:v>
                </c:pt>
                <c:pt idx="5903">
                  <c:v>6.8321759259561077E-2</c:v>
                </c:pt>
                <c:pt idx="5904">
                  <c:v>6.8333333329064772E-2</c:v>
                </c:pt>
                <c:pt idx="5905">
                  <c:v>6.8344907405844424E-2</c:v>
                </c:pt>
                <c:pt idx="5906">
                  <c:v>6.8356481482624076E-2</c:v>
                </c:pt>
                <c:pt idx="5907">
                  <c:v>6.8368055552127771E-2</c:v>
                </c:pt>
                <c:pt idx="5908">
                  <c:v>6.8379629628907423E-2</c:v>
                </c:pt>
                <c:pt idx="5909">
                  <c:v>6.8391203698411118E-2</c:v>
                </c:pt>
                <c:pt idx="5910">
                  <c:v>6.8402777775190771E-2</c:v>
                </c:pt>
                <c:pt idx="5911">
                  <c:v>6.8414351851970423E-2</c:v>
                </c:pt>
                <c:pt idx="5912">
                  <c:v>6.8425925921474118E-2</c:v>
                </c:pt>
                <c:pt idx="5913">
                  <c:v>6.843749999825377E-2</c:v>
                </c:pt>
                <c:pt idx="5914">
                  <c:v>6.8449074075033423E-2</c:v>
                </c:pt>
                <c:pt idx="5915">
                  <c:v>6.8460648144537117E-2</c:v>
                </c:pt>
                <c:pt idx="5916">
                  <c:v>6.847222222131677E-2</c:v>
                </c:pt>
                <c:pt idx="5917">
                  <c:v>6.8483796290820464E-2</c:v>
                </c:pt>
                <c:pt idx="5918">
                  <c:v>6.8495370367600117E-2</c:v>
                </c:pt>
                <c:pt idx="5919">
                  <c:v>6.8506944444379769E-2</c:v>
                </c:pt>
                <c:pt idx="5920">
                  <c:v>6.8518518513883464E-2</c:v>
                </c:pt>
                <c:pt idx="5921">
                  <c:v>6.8530092590663116E-2</c:v>
                </c:pt>
                <c:pt idx="5922">
                  <c:v>6.8541666667442769E-2</c:v>
                </c:pt>
                <c:pt idx="5923">
                  <c:v>6.8553240736946464E-2</c:v>
                </c:pt>
                <c:pt idx="5924">
                  <c:v>6.8564814813726116E-2</c:v>
                </c:pt>
                <c:pt idx="5925">
                  <c:v>6.8576388883229811E-2</c:v>
                </c:pt>
                <c:pt idx="5926">
                  <c:v>6.8587962960009463E-2</c:v>
                </c:pt>
                <c:pt idx="5927">
                  <c:v>6.8599537036789116E-2</c:v>
                </c:pt>
                <c:pt idx="5928">
                  <c:v>6.861111110629281E-2</c:v>
                </c:pt>
                <c:pt idx="5929">
                  <c:v>6.8622685183072463E-2</c:v>
                </c:pt>
                <c:pt idx="5930">
                  <c:v>6.8634259259852115E-2</c:v>
                </c:pt>
                <c:pt idx="5931">
                  <c:v>6.864583332935581E-2</c:v>
                </c:pt>
                <c:pt idx="5932">
                  <c:v>6.8657407406135462E-2</c:v>
                </c:pt>
                <c:pt idx="5933">
                  <c:v>6.8668981475639157E-2</c:v>
                </c:pt>
                <c:pt idx="5934">
                  <c:v>6.8680555552418809E-2</c:v>
                </c:pt>
                <c:pt idx="5935">
                  <c:v>6.8692129629198462E-2</c:v>
                </c:pt>
                <c:pt idx="5936">
                  <c:v>6.8703703698702157E-2</c:v>
                </c:pt>
                <c:pt idx="5937">
                  <c:v>6.8715277775481809E-2</c:v>
                </c:pt>
                <c:pt idx="5938">
                  <c:v>6.8726851852261461E-2</c:v>
                </c:pt>
                <c:pt idx="5939">
                  <c:v>6.8738425921765156E-2</c:v>
                </c:pt>
                <c:pt idx="5940">
                  <c:v>6.8749999998544808E-2</c:v>
                </c:pt>
                <c:pt idx="5941">
                  <c:v>6.8761574075324461E-2</c:v>
                </c:pt>
                <c:pt idx="5942">
                  <c:v>6.8773148144828156E-2</c:v>
                </c:pt>
                <c:pt idx="5943">
                  <c:v>6.8784722221607808E-2</c:v>
                </c:pt>
                <c:pt idx="5944">
                  <c:v>6.8796296291111503E-2</c:v>
                </c:pt>
                <c:pt idx="5945">
                  <c:v>6.8807870367891155E-2</c:v>
                </c:pt>
                <c:pt idx="5946">
                  <c:v>6.8819444444670808E-2</c:v>
                </c:pt>
                <c:pt idx="5947">
                  <c:v>6.8831018514174502E-2</c:v>
                </c:pt>
                <c:pt idx="5948">
                  <c:v>6.8842592590954155E-2</c:v>
                </c:pt>
                <c:pt idx="5949">
                  <c:v>6.8854166667733807E-2</c:v>
                </c:pt>
                <c:pt idx="5950">
                  <c:v>6.8865740737237502E-2</c:v>
                </c:pt>
                <c:pt idx="5951">
                  <c:v>6.8877314814017154E-2</c:v>
                </c:pt>
                <c:pt idx="5952">
                  <c:v>6.8888888883520849E-2</c:v>
                </c:pt>
                <c:pt idx="5953">
                  <c:v>6.8900462960300501E-2</c:v>
                </c:pt>
                <c:pt idx="5954">
                  <c:v>6.8912037037080154E-2</c:v>
                </c:pt>
                <c:pt idx="5955">
                  <c:v>6.8923611106583849E-2</c:v>
                </c:pt>
                <c:pt idx="5956">
                  <c:v>6.8935185183363501E-2</c:v>
                </c:pt>
                <c:pt idx="5957">
                  <c:v>6.8946759260143153E-2</c:v>
                </c:pt>
                <c:pt idx="5958">
                  <c:v>6.8958333329646848E-2</c:v>
                </c:pt>
                <c:pt idx="5959">
                  <c:v>6.8969907406426501E-2</c:v>
                </c:pt>
                <c:pt idx="5960">
                  <c:v>6.8981481475930195E-2</c:v>
                </c:pt>
                <c:pt idx="5961">
                  <c:v>6.8993055552709848E-2</c:v>
                </c:pt>
                <c:pt idx="5962">
                  <c:v>6.90046296294895E-2</c:v>
                </c:pt>
                <c:pt idx="5963">
                  <c:v>6.9016203698993195E-2</c:v>
                </c:pt>
                <c:pt idx="5964">
                  <c:v>6.9027777775772847E-2</c:v>
                </c:pt>
                <c:pt idx="5965">
                  <c:v>6.90393518525525E-2</c:v>
                </c:pt>
                <c:pt idx="5966">
                  <c:v>6.9050925922056194E-2</c:v>
                </c:pt>
                <c:pt idx="5967">
                  <c:v>6.9062499998835847E-2</c:v>
                </c:pt>
                <c:pt idx="5968">
                  <c:v>6.9074074068339542E-2</c:v>
                </c:pt>
                <c:pt idx="5969">
                  <c:v>6.9085648145119194E-2</c:v>
                </c:pt>
                <c:pt idx="5970">
                  <c:v>6.9097222221898846E-2</c:v>
                </c:pt>
                <c:pt idx="5971">
                  <c:v>6.9108796291402541E-2</c:v>
                </c:pt>
                <c:pt idx="5972">
                  <c:v>6.9120370368182193E-2</c:v>
                </c:pt>
                <c:pt idx="5973">
                  <c:v>6.9131944444961846E-2</c:v>
                </c:pt>
                <c:pt idx="5974">
                  <c:v>6.9143518514465541E-2</c:v>
                </c:pt>
                <c:pt idx="5975">
                  <c:v>6.9155092591245193E-2</c:v>
                </c:pt>
                <c:pt idx="5976">
                  <c:v>6.9166666660748888E-2</c:v>
                </c:pt>
                <c:pt idx="5977">
                  <c:v>6.917824073752854E-2</c:v>
                </c:pt>
                <c:pt idx="5978">
                  <c:v>6.9189814814308193E-2</c:v>
                </c:pt>
                <c:pt idx="5979">
                  <c:v>6.9201388883811887E-2</c:v>
                </c:pt>
                <c:pt idx="5980">
                  <c:v>6.921296296059154E-2</c:v>
                </c:pt>
                <c:pt idx="5981">
                  <c:v>6.9224537037371192E-2</c:v>
                </c:pt>
                <c:pt idx="5982">
                  <c:v>6.9236111106874887E-2</c:v>
                </c:pt>
                <c:pt idx="5983">
                  <c:v>6.9247685183654539E-2</c:v>
                </c:pt>
                <c:pt idx="5984">
                  <c:v>6.9259259260434192E-2</c:v>
                </c:pt>
                <c:pt idx="5985">
                  <c:v>6.9270833329937886E-2</c:v>
                </c:pt>
                <c:pt idx="5986">
                  <c:v>6.9282407406717539E-2</c:v>
                </c:pt>
                <c:pt idx="5987">
                  <c:v>6.9293981476221234E-2</c:v>
                </c:pt>
                <c:pt idx="5988">
                  <c:v>6.9305555553000886E-2</c:v>
                </c:pt>
                <c:pt idx="5989">
                  <c:v>6.9317129629780538E-2</c:v>
                </c:pt>
                <c:pt idx="5990">
                  <c:v>6.9328703699284233E-2</c:v>
                </c:pt>
                <c:pt idx="5991">
                  <c:v>6.9340277776063886E-2</c:v>
                </c:pt>
                <c:pt idx="5992">
                  <c:v>6.9351851852843538E-2</c:v>
                </c:pt>
                <c:pt idx="5993">
                  <c:v>6.9363425922347233E-2</c:v>
                </c:pt>
                <c:pt idx="5994">
                  <c:v>6.9374999999126885E-2</c:v>
                </c:pt>
                <c:pt idx="5995">
                  <c:v>6.938657406863058E-2</c:v>
                </c:pt>
                <c:pt idx="5996">
                  <c:v>6.9398148145410232E-2</c:v>
                </c:pt>
                <c:pt idx="5997">
                  <c:v>6.9409722222189885E-2</c:v>
                </c:pt>
                <c:pt idx="5998">
                  <c:v>6.9421296291693579E-2</c:v>
                </c:pt>
                <c:pt idx="5999">
                  <c:v>6.9432870368473232E-2</c:v>
                </c:pt>
                <c:pt idx="6000">
                  <c:v>6.9444444445252884E-2</c:v>
                </c:pt>
                <c:pt idx="6001">
                  <c:v>6.9456018514756579E-2</c:v>
                </c:pt>
                <c:pt idx="6002">
                  <c:v>6.9467592591536231E-2</c:v>
                </c:pt>
                <c:pt idx="6003">
                  <c:v>6.9479166661039926E-2</c:v>
                </c:pt>
                <c:pt idx="6004">
                  <c:v>6.9490740737819578E-2</c:v>
                </c:pt>
                <c:pt idx="6005">
                  <c:v>6.9502314814599231E-2</c:v>
                </c:pt>
                <c:pt idx="6006">
                  <c:v>6.9513888884102926E-2</c:v>
                </c:pt>
                <c:pt idx="6007">
                  <c:v>6.9525462960882578E-2</c:v>
                </c:pt>
                <c:pt idx="6008">
                  <c:v>6.953703703766223E-2</c:v>
                </c:pt>
                <c:pt idx="6009">
                  <c:v>6.9548611107165925E-2</c:v>
                </c:pt>
                <c:pt idx="6010">
                  <c:v>6.9560185183945578E-2</c:v>
                </c:pt>
                <c:pt idx="6011">
                  <c:v>6.9571759253449272E-2</c:v>
                </c:pt>
                <c:pt idx="6012">
                  <c:v>6.9583333330228925E-2</c:v>
                </c:pt>
                <c:pt idx="6013">
                  <c:v>6.9594907407008577E-2</c:v>
                </c:pt>
                <c:pt idx="6014">
                  <c:v>6.9606481476512272E-2</c:v>
                </c:pt>
                <c:pt idx="6015">
                  <c:v>6.9618055553291924E-2</c:v>
                </c:pt>
                <c:pt idx="6016">
                  <c:v>6.9629629630071577E-2</c:v>
                </c:pt>
                <c:pt idx="6017">
                  <c:v>6.9641203699575271E-2</c:v>
                </c:pt>
                <c:pt idx="6018">
                  <c:v>6.9652777776354924E-2</c:v>
                </c:pt>
                <c:pt idx="6019">
                  <c:v>6.9664351853134576E-2</c:v>
                </c:pt>
                <c:pt idx="6020">
                  <c:v>6.9675925922638271E-2</c:v>
                </c:pt>
                <c:pt idx="6021">
                  <c:v>6.9687499999417923E-2</c:v>
                </c:pt>
                <c:pt idx="6022">
                  <c:v>6.9699074068921618E-2</c:v>
                </c:pt>
                <c:pt idx="6023">
                  <c:v>6.9710648145701271E-2</c:v>
                </c:pt>
                <c:pt idx="6024">
                  <c:v>6.9722222222480923E-2</c:v>
                </c:pt>
                <c:pt idx="6025">
                  <c:v>6.9733796291984618E-2</c:v>
                </c:pt>
                <c:pt idx="6026">
                  <c:v>6.974537036876427E-2</c:v>
                </c:pt>
                <c:pt idx="6027">
                  <c:v>6.9756944445543922E-2</c:v>
                </c:pt>
                <c:pt idx="6028">
                  <c:v>6.9768518515047617E-2</c:v>
                </c:pt>
                <c:pt idx="6029">
                  <c:v>6.978009259182727E-2</c:v>
                </c:pt>
                <c:pt idx="6030">
                  <c:v>6.9791666661330964E-2</c:v>
                </c:pt>
                <c:pt idx="6031">
                  <c:v>6.9803240738110617E-2</c:v>
                </c:pt>
                <c:pt idx="6032">
                  <c:v>6.9814814814890269E-2</c:v>
                </c:pt>
                <c:pt idx="6033">
                  <c:v>6.9826388884393964E-2</c:v>
                </c:pt>
                <c:pt idx="6034">
                  <c:v>6.9837962961173616E-2</c:v>
                </c:pt>
                <c:pt idx="6035">
                  <c:v>6.9849537037953269E-2</c:v>
                </c:pt>
                <c:pt idx="6036">
                  <c:v>6.9861111107456964E-2</c:v>
                </c:pt>
                <c:pt idx="6037">
                  <c:v>6.9872685184236616E-2</c:v>
                </c:pt>
                <c:pt idx="6038">
                  <c:v>6.9884259253740311E-2</c:v>
                </c:pt>
                <c:pt idx="6039">
                  <c:v>6.9895833330519963E-2</c:v>
                </c:pt>
                <c:pt idx="6040">
                  <c:v>6.9907407407299615E-2</c:v>
                </c:pt>
                <c:pt idx="6041">
                  <c:v>6.991898147680331E-2</c:v>
                </c:pt>
                <c:pt idx="6042">
                  <c:v>6.9930555553582963E-2</c:v>
                </c:pt>
                <c:pt idx="6043">
                  <c:v>6.9942129630362615E-2</c:v>
                </c:pt>
                <c:pt idx="6044">
                  <c:v>6.995370369986631E-2</c:v>
                </c:pt>
                <c:pt idx="6045">
                  <c:v>6.9965277776645962E-2</c:v>
                </c:pt>
                <c:pt idx="6046">
                  <c:v>6.9976851846149657E-2</c:v>
                </c:pt>
                <c:pt idx="6047">
                  <c:v>6.9988425922929309E-2</c:v>
                </c:pt>
                <c:pt idx="6048">
                  <c:v>6.9999999999708962E-2</c:v>
                </c:pt>
                <c:pt idx="6049">
                  <c:v>7.0011574069212656E-2</c:v>
                </c:pt>
                <c:pt idx="6050">
                  <c:v>7.0023148145992309E-2</c:v>
                </c:pt>
                <c:pt idx="6051">
                  <c:v>7.0034722222771961E-2</c:v>
                </c:pt>
                <c:pt idx="6052">
                  <c:v>7.0046296292275656E-2</c:v>
                </c:pt>
                <c:pt idx="6053">
                  <c:v>7.0057870369055308E-2</c:v>
                </c:pt>
                <c:pt idx="6054">
                  <c:v>7.0069444438559003E-2</c:v>
                </c:pt>
                <c:pt idx="6055">
                  <c:v>7.0081018515338656E-2</c:v>
                </c:pt>
                <c:pt idx="6056">
                  <c:v>7.0092592592118308E-2</c:v>
                </c:pt>
                <c:pt idx="6057">
                  <c:v>7.0104166661622003E-2</c:v>
                </c:pt>
                <c:pt idx="6058">
                  <c:v>7.0115740738401655E-2</c:v>
                </c:pt>
                <c:pt idx="6059">
                  <c:v>7.0127314815181307E-2</c:v>
                </c:pt>
                <c:pt idx="6060">
                  <c:v>7.0138888884685002E-2</c:v>
                </c:pt>
                <c:pt idx="6061">
                  <c:v>7.0150462961464655E-2</c:v>
                </c:pt>
                <c:pt idx="6062">
                  <c:v>7.0162037038244307E-2</c:v>
                </c:pt>
                <c:pt idx="6063">
                  <c:v>7.0173611107748002E-2</c:v>
                </c:pt>
                <c:pt idx="6064">
                  <c:v>7.0185185184527654E-2</c:v>
                </c:pt>
                <c:pt idx="6065">
                  <c:v>7.0196759254031349E-2</c:v>
                </c:pt>
                <c:pt idx="6066">
                  <c:v>7.0208333330811001E-2</c:v>
                </c:pt>
                <c:pt idx="6067">
                  <c:v>7.0219907407590654E-2</c:v>
                </c:pt>
                <c:pt idx="6068">
                  <c:v>7.0231481477094349E-2</c:v>
                </c:pt>
                <c:pt idx="6069">
                  <c:v>7.0243055553874001E-2</c:v>
                </c:pt>
                <c:pt idx="6070">
                  <c:v>7.0254629630653653E-2</c:v>
                </c:pt>
                <c:pt idx="6071">
                  <c:v>7.0266203700157348E-2</c:v>
                </c:pt>
                <c:pt idx="6072">
                  <c:v>7.0277777776937E-2</c:v>
                </c:pt>
                <c:pt idx="6073">
                  <c:v>7.0289351846440695E-2</c:v>
                </c:pt>
                <c:pt idx="6074">
                  <c:v>7.0300925923220348E-2</c:v>
                </c:pt>
                <c:pt idx="6075">
                  <c:v>7.03125E-2</c:v>
                </c:pt>
                <c:pt idx="6076">
                  <c:v>7.0324074069503695E-2</c:v>
                </c:pt>
                <c:pt idx="6077">
                  <c:v>7.0335648146283347E-2</c:v>
                </c:pt>
                <c:pt idx="6078">
                  <c:v>7.0347222223063E-2</c:v>
                </c:pt>
                <c:pt idx="6079">
                  <c:v>7.0358796292566694E-2</c:v>
                </c:pt>
                <c:pt idx="6080">
                  <c:v>7.0370370369346347E-2</c:v>
                </c:pt>
                <c:pt idx="6081">
                  <c:v>7.0381944438850041E-2</c:v>
                </c:pt>
                <c:pt idx="6082">
                  <c:v>7.0393518515629694E-2</c:v>
                </c:pt>
                <c:pt idx="6083">
                  <c:v>7.0405092592409346E-2</c:v>
                </c:pt>
                <c:pt idx="6084">
                  <c:v>7.0416666661913041E-2</c:v>
                </c:pt>
                <c:pt idx="6085">
                  <c:v>7.0428240738692693E-2</c:v>
                </c:pt>
                <c:pt idx="6086">
                  <c:v>7.0439814815472346E-2</c:v>
                </c:pt>
                <c:pt idx="6087">
                  <c:v>7.0451388884976041E-2</c:v>
                </c:pt>
                <c:pt idx="6088">
                  <c:v>7.0462962961755693E-2</c:v>
                </c:pt>
                <c:pt idx="6089">
                  <c:v>7.0474537031259388E-2</c:v>
                </c:pt>
                <c:pt idx="6090">
                  <c:v>7.048611110803904E-2</c:v>
                </c:pt>
                <c:pt idx="6091">
                  <c:v>7.0497685184818693E-2</c:v>
                </c:pt>
                <c:pt idx="6092">
                  <c:v>7.0509259254322387E-2</c:v>
                </c:pt>
                <c:pt idx="6093">
                  <c:v>7.052083333110204E-2</c:v>
                </c:pt>
                <c:pt idx="6094">
                  <c:v>7.0532407407881692E-2</c:v>
                </c:pt>
                <c:pt idx="6095">
                  <c:v>7.0543981477385387E-2</c:v>
                </c:pt>
                <c:pt idx="6096">
                  <c:v>7.0555555554165039E-2</c:v>
                </c:pt>
                <c:pt idx="6097">
                  <c:v>7.0567129630944692E-2</c:v>
                </c:pt>
                <c:pt idx="6098">
                  <c:v>7.0578703700448386E-2</c:v>
                </c:pt>
                <c:pt idx="6099">
                  <c:v>7.0590277777228039E-2</c:v>
                </c:pt>
                <c:pt idx="6100">
                  <c:v>7.0601851846731734E-2</c:v>
                </c:pt>
                <c:pt idx="6101">
                  <c:v>7.0613425923511386E-2</c:v>
                </c:pt>
                <c:pt idx="6102">
                  <c:v>7.0625000000291038E-2</c:v>
                </c:pt>
                <c:pt idx="6103">
                  <c:v>7.0636574069794733E-2</c:v>
                </c:pt>
                <c:pt idx="6104">
                  <c:v>7.0648148146574385E-2</c:v>
                </c:pt>
                <c:pt idx="6105">
                  <c:v>7.0659722223354038E-2</c:v>
                </c:pt>
                <c:pt idx="6106">
                  <c:v>7.0671296292857733E-2</c:v>
                </c:pt>
                <c:pt idx="6107">
                  <c:v>7.0682870369637385E-2</c:v>
                </c:pt>
                <c:pt idx="6108">
                  <c:v>7.069444443914108E-2</c:v>
                </c:pt>
                <c:pt idx="6109">
                  <c:v>7.0706018515920732E-2</c:v>
                </c:pt>
                <c:pt idx="6110">
                  <c:v>7.0717592592700385E-2</c:v>
                </c:pt>
                <c:pt idx="6111">
                  <c:v>7.0729166662204079E-2</c:v>
                </c:pt>
                <c:pt idx="6112">
                  <c:v>7.0740740738983732E-2</c:v>
                </c:pt>
                <c:pt idx="6113">
                  <c:v>7.0752314815763384E-2</c:v>
                </c:pt>
                <c:pt idx="6114">
                  <c:v>7.0763888885267079E-2</c:v>
                </c:pt>
                <c:pt idx="6115">
                  <c:v>7.0775462962046731E-2</c:v>
                </c:pt>
                <c:pt idx="6116">
                  <c:v>7.0787037031550426E-2</c:v>
                </c:pt>
                <c:pt idx="6117">
                  <c:v>7.0798611108330078E-2</c:v>
                </c:pt>
                <c:pt idx="6118">
                  <c:v>7.0810185185109731E-2</c:v>
                </c:pt>
                <c:pt idx="6119">
                  <c:v>7.0821759254613426E-2</c:v>
                </c:pt>
                <c:pt idx="6120">
                  <c:v>7.0833333331393078E-2</c:v>
                </c:pt>
                <c:pt idx="6121">
                  <c:v>7.084490740817273E-2</c:v>
                </c:pt>
                <c:pt idx="6122">
                  <c:v>7.0856481477676425E-2</c:v>
                </c:pt>
                <c:pt idx="6123">
                  <c:v>7.0868055554456078E-2</c:v>
                </c:pt>
                <c:pt idx="6124">
                  <c:v>7.0879629623959772E-2</c:v>
                </c:pt>
                <c:pt idx="6125">
                  <c:v>7.0891203700739425E-2</c:v>
                </c:pt>
                <c:pt idx="6126">
                  <c:v>7.0902777777519077E-2</c:v>
                </c:pt>
                <c:pt idx="6127">
                  <c:v>7.0914351847022772E-2</c:v>
                </c:pt>
                <c:pt idx="6128">
                  <c:v>7.0925925923802424E-2</c:v>
                </c:pt>
                <c:pt idx="6129">
                  <c:v>7.0937500000582077E-2</c:v>
                </c:pt>
                <c:pt idx="6130">
                  <c:v>7.0949074070085771E-2</c:v>
                </c:pt>
                <c:pt idx="6131">
                  <c:v>7.0960648146865424E-2</c:v>
                </c:pt>
                <c:pt idx="6132">
                  <c:v>7.0972222216369119E-2</c:v>
                </c:pt>
                <c:pt idx="6133">
                  <c:v>7.0983796293148771E-2</c:v>
                </c:pt>
                <c:pt idx="6134">
                  <c:v>7.0995370369928423E-2</c:v>
                </c:pt>
                <c:pt idx="6135">
                  <c:v>7.1006944439432118E-2</c:v>
                </c:pt>
                <c:pt idx="6136">
                  <c:v>7.101851851621177E-2</c:v>
                </c:pt>
                <c:pt idx="6137">
                  <c:v>7.1030092592991423E-2</c:v>
                </c:pt>
                <c:pt idx="6138">
                  <c:v>7.1041666662495118E-2</c:v>
                </c:pt>
                <c:pt idx="6139">
                  <c:v>7.105324073927477E-2</c:v>
                </c:pt>
                <c:pt idx="6140">
                  <c:v>7.1064814816054422E-2</c:v>
                </c:pt>
                <c:pt idx="6141">
                  <c:v>7.1076388885558117E-2</c:v>
                </c:pt>
                <c:pt idx="6142">
                  <c:v>7.108796296233777E-2</c:v>
                </c:pt>
                <c:pt idx="6143">
                  <c:v>7.1099537031841464E-2</c:v>
                </c:pt>
                <c:pt idx="6144">
                  <c:v>7.1111111108621117E-2</c:v>
                </c:pt>
                <c:pt idx="6145">
                  <c:v>7.1122685185400769E-2</c:v>
                </c:pt>
                <c:pt idx="6146">
                  <c:v>7.1134259254904464E-2</c:v>
                </c:pt>
                <c:pt idx="6147">
                  <c:v>7.1145833331684116E-2</c:v>
                </c:pt>
                <c:pt idx="6148">
                  <c:v>7.1157407408463769E-2</c:v>
                </c:pt>
                <c:pt idx="6149">
                  <c:v>7.1168981477967463E-2</c:v>
                </c:pt>
                <c:pt idx="6150">
                  <c:v>7.1180555554747116E-2</c:v>
                </c:pt>
                <c:pt idx="6151">
                  <c:v>7.1192129624250811E-2</c:v>
                </c:pt>
                <c:pt idx="6152">
                  <c:v>7.1203703701030463E-2</c:v>
                </c:pt>
                <c:pt idx="6153">
                  <c:v>7.1215277777810115E-2</c:v>
                </c:pt>
                <c:pt idx="6154">
                  <c:v>7.122685184731381E-2</c:v>
                </c:pt>
                <c:pt idx="6155">
                  <c:v>7.1238425924093463E-2</c:v>
                </c:pt>
                <c:pt idx="6156">
                  <c:v>7.1250000000873115E-2</c:v>
                </c:pt>
                <c:pt idx="6157">
                  <c:v>7.126157407037681E-2</c:v>
                </c:pt>
                <c:pt idx="6158">
                  <c:v>7.1273148147156462E-2</c:v>
                </c:pt>
                <c:pt idx="6159">
                  <c:v>7.1284722216660157E-2</c:v>
                </c:pt>
                <c:pt idx="6160">
                  <c:v>7.1296296293439809E-2</c:v>
                </c:pt>
                <c:pt idx="6161">
                  <c:v>7.1307870370219462E-2</c:v>
                </c:pt>
                <c:pt idx="6162">
                  <c:v>7.1319444439723156E-2</c:v>
                </c:pt>
                <c:pt idx="6163">
                  <c:v>7.1331018516502809E-2</c:v>
                </c:pt>
                <c:pt idx="6164">
                  <c:v>7.1342592593282461E-2</c:v>
                </c:pt>
                <c:pt idx="6165">
                  <c:v>7.1354166662786156E-2</c:v>
                </c:pt>
                <c:pt idx="6166">
                  <c:v>7.1365740739565808E-2</c:v>
                </c:pt>
                <c:pt idx="6167">
                  <c:v>7.1377314809069503E-2</c:v>
                </c:pt>
                <c:pt idx="6168">
                  <c:v>7.1388888885849155E-2</c:v>
                </c:pt>
                <c:pt idx="6169">
                  <c:v>7.1400462962628808E-2</c:v>
                </c:pt>
                <c:pt idx="6170">
                  <c:v>7.1412037032132503E-2</c:v>
                </c:pt>
                <c:pt idx="6171">
                  <c:v>7.1423611108912155E-2</c:v>
                </c:pt>
                <c:pt idx="6172">
                  <c:v>7.1435185185691807E-2</c:v>
                </c:pt>
                <c:pt idx="6173">
                  <c:v>7.1446759255195502E-2</c:v>
                </c:pt>
                <c:pt idx="6174">
                  <c:v>7.1458333331975155E-2</c:v>
                </c:pt>
                <c:pt idx="6175">
                  <c:v>7.1469907401478849E-2</c:v>
                </c:pt>
                <c:pt idx="6176">
                  <c:v>7.1481481478258502E-2</c:v>
                </c:pt>
                <c:pt idx="6177">
                  <c:v>7.1493055555038154E-2</c:v>
                </c:pt>
                <c:pt idx="6178">
                  <c:v>7.1504629624541849E-2</c:v>
                </c:pt>
                <c:pt idx="6179">
                  <c:v>7.1516203701321501E-2</c:v>
                </c:pt>
                <c:pt idx="6180">
                  <c:v>7.1527777778101154E-2</c:v>
                </c:pt>
                <c:pt idx="6181">
                  <c:v>7.1539351847604848E-2</c:v>
                </c:pt>
                <c:pt idx="6182">
                  <c:v>7.1550925924384501E-2</c:v>
                </c:pt>
                <c:pt idx="6183">
                  <c:v>7.1562500001164153E-2</c:v>
                </c:pt>
                <c:pt idx="6184">
                  <c:v>7.1574074070667848E-2</c:v>
                </c:pt>
                <c:pt idx="6185">
                  <c:v>7.15856481474475E-2</c:v>
                </c:pt>
                <c:pt idx="6186">
                  <c:v>7.1597222216951195E-2</c:v>
                </c:pt>
                <c:pt idx="6187">
                  <c:v>7.1608796293730848E-2</c:v>
                </c:pt>
                <c:pt idx="6188">
                  <c:v>7.16203703705105E-2</c:v>
                </c:pt>
                <c:pt idx="6189">
                  <c:v>7.1631944440014195E-2</c:v>
                </c:pt>
                <c:pt idx="6190">
                  <c:v>7.1643518516793847E-2</c:v>
                </c:pt>
                <c:pt idx="6191">
                  <c:v>7.1655092593573499E-2</c:v>
                </c:pt>
                <c:pt idx="6192">
                  <c:v>7.1666666663077194E-2</c:v>
                </c:pt>
                <c:pt idx="6193">
                  <c:v>7.1678240739856847E-2</c:v>
                </c:pt>
                <c:pt idx="6194">
                  <c:v>7.1689814809360541E-2</c:v>
                </c:pt>
                <c:pt idx="6195">
                  <c:v>7.1701388886140194E-2</c:v>
                </c:pt>
                <c:pt idx="6196">
                  <c:v>7.1712962962919846E-2</c:v>
                </c:pt>
                <c:pt idx="6197">
                  <c:v>7.1724537032423541E-2</c:v>
                </c:pt>
                <c:pt idx="6198">
                  <c:v>7.1736111109203193E-2</c:v>
                </c:pt>
                <c:pt idx="6199">
                  <c:v>7.1747685185982846E-2</c:v>
                </c:pt>
                <c:pt idx="6200">
                  <c:v>7.175925925548654E-2</c:v>
                </c:pt>
                <c:pt idx="6201">
                  <c:v>7.1770833332266193E-2</c:v>
                </c:pt>
                <c:pt idx="6202">
                  <c:v>7.1782407401769888E-2</c:v>
                </c:pt>
                <c:pt idx="6203">
                  <c:v>7.179398147854954E-2</c:v>
                </c:pt>
                <c:pt idx="6204">
                  <c:v>7.1805555555329192E-2</c:v>
                </c:pt>
                <c:pt idx="6205">
                  <c:v>7.1817129624832887E-2</c:v>
                </c:pt>
                <c:pt idx="6206">
                  <c:v>7.182870370161254E-2</c:v>
                </c:pt>
                <c:pt idx="6207">
                  <c:v>7.1840277778392192E-2</c:v>
                </c:pt>
                <c:pt idx="6208">
                  <c:v>7.1851851847895887E-2</c:v>
                </c:pt>
                <c:pt idx="6209">
                  <c:v>7.1863425924675539E-2</c:v>
                </c:pt>
                <c:pt idx="6210">
                  <c:v>7.1874999994179234E-2</c:v>
                </c:pt>
                <c:pt idx="6211">
                  <c:v>7.1886574070958886E-2</c:v>
                </c:pt>
                <c:pt idx="6212">
                  <c:v>7.1898148147738539E-2</c:v>
                </c:pt>
                <c:pt idx="6213">
                  <c:v>7.1909722217242233E-2</c:v>
                </c:pt>
                <c:pt idx="6214">
                  <c:v>7.1921296294021886E-2</c:v>
                </c:pt>
                <c:pt idx="6215">
                  <c:v>7.1932870370801538E-2</c:v>
                </c:pt>
                <c:pt idx="6216">
                  <c:v>7.1944444440305233E-2</c:v>
                </c:pt>
                <c:pt idx="6217">
                  <c:v>7.1956018517084885E-2</c:v>
                </c:pt>
                <c:pt idx="6218">
                  <c:v>7.1967592593864538E-2</c:v>
                </c:pt>
                <c:pt idx="6219">
                  <c:v>7.1979166663368233E-2</c:v>
                </c:pt>
                <c:pt idx="6220">
                  <c:v>7.1990740740147885E-2</c:v>
                </c:pt>
                <c:pt idx="6221">
                  <c:v>7.200231480965158E-2</c:v>
                </c:pt>
                <c:pt idx="6222">
                  <c:v>7.2013888886431232E-2</c:v>
                </c:pt>
                <c:pt idx="6223">
                  <c:v>7.2025462963210884E-2</c:v>
                </c:pt>
                <c:pt idx="6224">
                  <c:v>7.2037037032714579E-2</c:v>
                </c:pt>
                <c:pt idx="6225">
                  <c:v>7.2048611109494232E-2</c:v>
                </c:pt>
                <c:pt idx="6226">
                  <c:v>7.2060185186273884E-2</c:v>
                </c:pt>
                <c:pt idx="6227">
                  <c:v>7.2071759255777579E-2</c:v>
                </c:pt>
                <c:pt idx="6228">
                  <c:v>7.2083333332557231E-2</c:v>
                </c:pt>
                <c:pt idx="6229">
                  <c:v>7.2094907402060926E-2</c:v>
                </c:pt>
                <c:pt idx="6230">
                  <c:v>7.2106481478840578E-2</c:v>
                </c:pt>
                <c:pt idx="6231">
                  <c:v>7.2118055555620231E-2</c:v>
                </c:pt>
                <c:pt idx="6232">
                  <c:v>7.2129629625123926E-2</c:v>
                </c:pt>
                <c:pt idx="6233">
                  <c:v>7.2141203701903578E-2</c:v>
                </c:pt>
                <c:pt idx="6234">
                  <c:v>7.215277777868323E-2</c:v>
                </c:pt>
                <c:pt idx="6235">
                  <c:v>7.2164351848186925E-2</c:v>
                </c:pt>
                <c:pt idx="6236">
                  <c:v>7.2175925924966577E-2</c:v>
                </c:pt>
                <c:pt idx="6237">
                  <c:v>7.2187499994470272E-2</c:v>
                </c:pt>
                <c:pt idx="6238">
                  <c:v>7.2199074071249925E-2</c:v>
                </c:pt>
                <c:pt idx="6239">
                  <c:v>7.2210648148029577E-2</c:v>
                </c:pt>
                <c:pt idx="6240">
                  <c:v>7.2222222217533272E-2</c:v>
                </c:pt>
                <c:pt idx="6241">
                  <c:v>7.2233796294312924E-2</c:v>
                </c:pt>
                <c:pt idx="6242">
                  <c:v>7.2245370371092577E-2</c:v>
                </c:pt>
                <c:pt idx="6243">
                  <c:v>7.2256944440596271E-2</c:v>
                </c:pt>
                <c:pt idx="6244">
                  <c:v>7.2268518517375924E-2</c:v>
                </c:pt>
                <c:pt idx="6245">
                  <c:v>7.2280092586879618E-2</c:v>
                </c:pt>
                <c:pt idx="6246">
                  <c:v>7.2291666663659271E-2</c:v>
                </c:pt>
                <c:pt idx="6247">
                  <c:v>7.2303240740438923E-2</c:v>
                </c:pt>
                <c:pt idx="6248">
                  <c:v>7.2314814809942618E-2</c:v>
                </c:pt>
                <c:pt idx="6249">
                  <c:v>7.232638888672227E-2</c:v>
                </c:pt>
                <c:pt idx="6250">
                  <c:v>7.2337962963501923E-2</c:v>
                </c:pt>
                <c:pt idx="6251">
                  <c:v>7.2349537033005618E-2</c:v>
                </c:pt>
                <c:pt idx="6252">
                  <c:v>7.236111110978527E-2</c:v>
                </c:pt>
                <c:pt idx="6253">
                  <c:v>7.2372685179288965E-2</c:v>
                </c:pt>
                <c:pt idx="6254">
                  <c:v>7.2384259256068617E-2</c:v>
                </c:pt>
                <c:pt idx="6255">
                  <c:v>7.2395833332848269E-2</c:v>
                </c:pt>
                <c:pt idx="6256">
                  <c:v>7.2407407402351964E-2</c:v>
                </c:pt>
                <c:pt idx="6257">
                  <c:v>7.2418981479131617E-2</c:v>
                </c:pt>
                <c:pt idx="6258">
                  <c:v>7.2430555555911269E-2</c:v>
                </c:pt>
                <c:pt idx="6259">
                  <c:v>7.2442129625414964E-2</c:v>
                </c:pt>
                <c:pt idx="6260">
                  <c:v>7.2453703702194616E-2</c:v>
                </c:pt>
                <c:pt idx="6261">
                  <c:v>7.2465277778974269E-2</c:v>
                </c:pt>
                <c:pt idx="6262">
                  <c:v>7.2476851848477963E-2</c:v>
                </c:pt>
                <c:pt idx="6263">
                  <c:v>7.2488425925257616E-2</c:v>
                </c:pt>
                <c:pt idx="6264">
                  <c:v>7.2499999994761311E-2</c:v>
                </c:pt>
                <c:pt idx="6265">
                  <c:v>7.2511574071540963E-2</c:v>
                </c:pt>
                <c:pt idx="6266">
                  <c:v>7.2523148148320615E-2</c:v>
                </c:pt>
                <c:pt idx="6267">
                  <c:v>7.253472221782431E-2</c:v>
                </c:pt>
                <c:pt idx="6268">
                  <c:v>7.2546296294603962E-2</c:v>
                </c:pt>
                <c:pt idx="6269">
                  <c:v>7.2557870371383615E-2</c:v>
                </c:pt>
                <c:pt idx="6270">
                  <c:v>7.256944444088731E-2</c:v>
                </c:pt>
                <c:pt idx="6271">
                  <c:v>7.2581018517666962E-2</c:v>
                </c:pt>
                <c:pt idx="6272">
                  <c:v>7.2592592587170657E-2</c:v>
                </c:pt>
                <c:pt idx="6273">
                  <c:v>7.2604166663950309E-2</c:v>
                </c:pt>
                <c:pt idx="6274">
                  <c:v>7.2615740740729962E-2</c:v>
                </c:pt>
                <c:pt idx="6275">
                  <c:v>7.2627314810233656E-2</c:v>
                </c:pt>
                <c:pt idx="6276">
                  <c:v>7.2638888887013309E-2</c:v>
                </c:pt>
                <c:pt idx="6277">
                  <c:v>7.2650462963792961E-2</c:v>
                </c:pt>
                <c:pt idx="6278">
                  <c:v>7.2662037033296656E-2</c:v>
                </c:pt>
                <c:pt idx="6279">
                  <c:v>7.2673611110076308E-2</c:v>
                </c:pt>
                <c:pt idx="6280">
                  <c:v>7.2685185179580003E-2</c:v>
                </c:pt>
                <c:pt idx="6281">
                  <c:v>7.2696759256359655E-2</c:v>
                </c:pt>
                <c:pt idx="6282">
                  <c:v>7.2708333333139308E-2</c:v>
                </c:pt>
                <c:pt idx="6283">
                  <c:v>7.2719907402643003E-2</c:v>
                </c:pt>
                <c:pt idx="6284">
                  <c:v>7.2731481479422655E-2</c:v>
                </c:pt>
                <c:pt idx="6285">
                  <c:v>7.2743055556202307E-2</c:v>
                </c:pt>
                <c:pt idx="6286">
                  <c:v>7.2754629625706002E-2</c:v>
                </c:pt>
                <c:pt idx="6287">
                  <c:v>7.2766203702485655E-2</c:v>
                </c:pt>
                <c:pt idx="6288">
                  <c:v>7.2777777771989349E-2</c:v>
                </c:pt>
                <c:pt idx="6289">
                  <c:v>7.2789351848769002E-2</c:v>
                </c:pt>
                <c:pt idx="6290">
                  <c:v>7.2800925925548654E-2</c:v>
                </c:pt>
                <c:pt idx="6291">
                  <c:v>7.2812499995052349E-2</c:v>
                </c:pt>
                <c:pt idx="6292">
                  <c:v>7.2824074071832001E-2</c:v>
                </c:pt>
                <c:pt idx="6293">
                  <c:v>7.2835648148611654E-2</c:v>
                </c:pt>
                <c:pt idx="6294">
                  <c:v>7.2847222218115348E-2</c:v>
                </c:pt>
                <c:pt idx="6295">
                  <c:v>7.2858796294895001E-2</c:v>
                </c:pt>
                <c:pt idx="6296">
                  <c:v>7.2870370371674653E-2</c:v>
                </c:pt>
                <c:pt idx="6297">
                  <c:v>7.2881944441178348E-2</c:v>
                </c:pt>
                <c:pt idx="6298">
                  <c:v>7.2893518517958E-2</c:v>
                </c:pt>
                <c:pt idx="6299">
                  <c:v>7.2905092587461695E-2</c:v>
                </c:pt>
                <c:pt idx="6300">
                  <c:v>7.2916666664241347E-2</c:v>
                </c:pt>
                <c:pt idx="6301">
                  <c:v>7.2928240741021E-2</c:v>
                </c:pt>
                <c:pt idx="6302">
                  <c:v>7.2939814810524695E-2</c:v>
                </c:pt>
                <c:pt idx="6303">
                  <c:v>7.2951388887304347E-2</c:v>
                </c:pt>
                <c:pt idx="6304">
                  <c:v>7.2962962964083999E-2</c:v>
                </c:pt>
                <c:pt idx="6305">
                  <c:v>7.2974537033587694E-2</c:v>
                </c:pt>
                <c:pt idx="6306">
                  <c:v>7.2986111110367347E-2</c:v>
                </c:pt>
                <c:pt idx="6307">
                  <c:v>7.2997685179871041E-2</c:v>
                </c:pt>
                <c:pt idx="6308">
                  <c:v>7.3009259256650694E-2</c:v>
                </c:pt>
                <c:pt idx="6309">
                  <c:v>7.3020833333430346E-2</c:v>
                </c:pt>
                <c:pt idx="6310">
                  <c:v>7.3032407402934041E-2</c:v>
                </c:pt>
                <c:pt idx="6311">
                  <c:v>7.3043981479713693E-2</c:v>
                </c:pt>
                <c:pt idx="6312">
                  <c:v>7.3055555556493346E-2</c:v>
                </c:pt>
                <c:pt idx="6313">
                  <c:v>7.306712962599704E-2</c:v>
                </c:pt>
                <c:pt idx="6314">
                  <c:v>7.3078703702776693E-2</c:v>
                </c:pt>
                <c:pt idx="6315">
                  <c:v>7.3090277772280388E-2</c:v>
                </c:pt>
                <c:pt idx="6316">
                  <c:v>7.310185184906004E-2</c:v>
                </c:pt>
                <c:pt idx="6317">
                  <c:v>7.3113425925839692E-2</c:v>
                </c:pt>
                <c:pt idx="6318">
                  <c:v>7.3124999995343387E-2</c:v>
                </c:pt>
                <c:pt idx="6319">
                  <c:v>7.313657407212304E-2</c:v>
                </c:pt>
                <c:pt idx="6320">
                  <c:v>7.3148148148902692E-2</c:v>
                </c:pt>
                <c:pt idx="6321">
                  <c:v>7.3159722218406387E-2</c:v>
                </c:pt>
                <c:pt idx="6322">
                  <c:v>7.3171296295186039E-2</c:v>
                </c:pt>
                <c:pt idx="6323">
                  <c:v>7.3182870364689734E-2</c:v>
                </c:pt>
                <c:pt idx="6324">
                  <c:v>7.3194444441469386E-2</c:v>
                </c:pt>
                <c:pt idx="6325">
                  <c:v>7.3206018518249039E-2</c:v>
                </c:pt>
                <c:pt idx="6326">
                  <c:v>7.3217592587752733E-2</c:v>
                </c:pt>
                <c:pt idx="6327">
                  <c:v>7.3229166664532386E-2</c:v>
                </c:pt>
                <c:pt idx="6328">
                  <c:v>7.3240740741312038E-2</c:v>
                </c:pt>
                <c:pt idx="6329">
                  <c:v>7.3252314810815733E-2</c:v>
                </c:pt>
                <c:pt idx="6330">
                  <c:v>7.3263888887595385E-2</c:v>
                </c:pt>
                <c:pt idx="6331">
                  <c:v>7.327546295709908E-2</c:v>
                </c:pt>
                <c:pt idx="6332">
                  <c:v>7.3287037033878732E-2</c:v>
                </c:pt>
                <c:pt idx="6333">
                  <c:v>7.3298611110658385E-2</c:v>
                </c:pt>
                <c:pt idx="6334">
                  <c:v>7.331018518016208E-2</c:v>
                </c:pt>
                <c:pt idx="6335">
                  <c:v>7.3321759256941732E-2</c:v>
                </c:pt>
                <c:pt idx="6336">
                  <c:v>7.3333333333721384E-2</c:v>
                </c:pt>
                <c:pt idx="6337">
                  <c:v>7.3344907403225079E-2</c:v>
                </c:pt>
                <c:pt idx="6338">
                  <c:v>7.3356481480004732E-2</c:v>
                </c:pt>
                <c:pt idx="6339">
                  <c:v>7.3368055556784384E-2</c:v>
                </c:pt>
                <c:pt idx="6340">
                  <c:v>7.3379629626288079E-2</c:v>
                </c:pt>
                <c:pt idx="6341">
                  <c:v>7.3391203703067731E-2</c:v>
                </c:pt>
                <c:pt idx="6342">
                  <c:v>7.3402777772571426E-2</c:v>
                </c:pt>
                <c:pt idx="6343">
                  <c:v>7.3414351849351078E-2</c:v>
                </c:pt>
                <c:pt idx="6344">
                  <c:v>7.3425925926130731E-2</c:v>
                </c:pt>
                <c:pt idx="6345">
                  <c:v>7.3437499995634425E-2</c:v>
                </c:pt>
                <c:pt idx="6346">
                  <c:v>7.3449074072414078E-2</c:v>
                </c:pt>
                <c:pt idx="6347">
                  <c:v>7.346064814919373E-2</c:v>
                </c:pt>
                <c:pt idx="6348">
                  <c:v>7.3472222218697425E-2</c:v>
                </c:pt>
                <c:pt idx="6349">
                  <c:v>7.3483796295477077E-2</c:v>
                </c:pt>
                <c:pt idx="6350">
                  <c:v>7.3495370364980772E-2</c:v>
                </c:pt>
                <c:pt idx="6351">
                  <c:v>7.3506944441760425E-2</c:v>
                </c:pt>
                <c:pt idx="6352">
                  <c:v>7.3518518518540077E-2</c:v>
                </c:pt>
                <c:pt idx="6353">
                  <c:v>7.3530092588043772E-2</c:v>
                </c:pt>
                <c:pt idx="6354">
                  <c:v>7.3541666664823424E-2</c:v>
                </c:pt>
                <c:pt idx="6355">
                  <c:v>7.3553240741603076E-2</c:v>
                </c:pt>
                <c:pt idx="6356">
                  <c:v>7.3564814811106771E-2</c:v>
                </c:pt>
                <c:pt idx="6357">
                  <c:v>7.3576388887886424E-2</c:v>
                </c:pt>
                <c:pt idx="6358">
                  <c:v>7.3587962957390118E-2</c:v>
                </c:pt>
                <c:pt idx="6359">
                  <c:v>7.3599537034169771E-2</c:v>
                </c:pt>
                <c:pt idx="6360">
                  <c:v>7.3611111110949423E-2</c:v>
                </c:pt>
                <c:pt idx="6361">
                  <c:v>7.3622685180453118E-2</c:v>
                </c:pt>
                <c:pt idx="6362">
                  <c:v>7.363425925723277E-2</c:v>
                </c:pt>
                <c:pt idx="6363">
                  <c:v>7.3645833334012423E-2</c:v>
                </c:pt>
                <c:pt idx="6364">
                  <c:v>7.3657407403516117E-2</c:v>
                </c:pt>
                <c:pt idx="6365">
                  <c:v>7.366898148029577E-2</c:v>
                </c:pt>
                <c:pt idx="6366">
                  <c:v>7.3680555549799465E-2</c:v>
                </c:pt>
                <c:pt idx="6367">
                  <c:v>7.3692129626579117E-2</c:v>
                </c:pt>
                <c:pt idx="6368">
                  <c:v>7.3703703703358769E-2</c:v>
                </c:pt>
                <c:pt idx="6369">
                  <c:v>7.3715277772862464E-2</c:v>
                </c:pt>
                <c:pt idx="6370">
                  <c:v>7.3726851849642117E-2</c:v>
                </c:pt>
                <c:pt idx="6371">
                  <c:v>7.3738425926421769E-2</c:v>
                </c:pt>
                <c:pt idx="6372">
                  <c:v>7.3749999995925464E-2</c:v>
                </c:pt>
                <c:pt idx="6373">
                  <c:v>7.3761574072705116E-2</c:v>
                </c:pt>
                <c:pt idx="6374">
                  <c:v>7.3773148149484769E-2</c:v>
                </c:pt>
                <c:pt idx="6375">
                  <c:v>7.3784722218988463E-2</c:v>
                </c:pt>
                <c:pt idx="6376">
                  <c:v>7.3796296295768116E-2</c:v>
                </c:pt>
                <c:pt idx="6377">
                  <c:v>7.380787036527181E-2</c:v>
                </c:pt>
                <c:pt idx="6378">
                  <c:v>7.3819444442051463E-2</c:v>
                </c:pt>
                <c:pt idx="6379">
                  <c:v>7.3831018518831115E-2</c:v>
                </c:pt>
                <c:pt idx="6380">
                  <c:v>7.384259258833481E-2</c:v>
                </c:pt>
                <c:pt idx="6381">
                  <c:v>7.3854166665114462E-2</c:v>
                </c:pt>
                <c:pt idx="6382">
                  <c:v>7.3865740741894115E-2</c:v>
                </c:pt>
                <c:pt idx="6383">
                  <c:v>7.387731481139781E-2</c:v>
                </c:pt>
                <c:pt idx="6384">
                  <c:v>7.3888888888177462E-2</c:v>
                </c:pt>
                <c:pt idx="6385">
                  <c:v>7.3900462957681157E-2</c:v>
                </c:pt>
                <c:pt idx="6386">
                  <c:v>7.3912037034460809E-2</c:v>
                </c:pt>
                <c:pt idx="6387">
                  <c:v>7.3923611111240461E-2</c:v>
                </c:pt>
                <c:pt idx="6388">
                  <c:v>7.3935185180744156E-2</c:v>
                </c:pt>
                <c:pt idx="6389">
                  <c:v>7.3946759257523809E-2</c:v>
                </c:pt>
                <c:pt idx="6390">
                  <c:v>7.3958333334303461E-2</c:v>
                </c:pt>
                <c:pt idx="6391">
                  <c:v>7.3969907403807156E-2</c:v>
                </c:pt>
                <c:pt idx="6392">
                  <c:v>7.3981481480586808E-2</c:v>
                </c:pt>
                <c:pt idx="6393">
                  <c:v>7.3993055550090503E-2</c:v>
                </c:pt>
                <c:pt idx="6394">
                  <c:v>7.4004629626870155E-2</c:v>
                </c:pt>
                <c:pt idx="6395">
                  <c:v>7.4016203703649808E-2</c:v>
                </c:pt>
                <c:pt idx="6396">
                  <c:v>7.4027777773153502E-2</c:v>
                </c:pt>
                <c:pt idx="6397">
                  <c:v>7.4039351849933155E-2</c:v>
                </c:pt>
                <c:pt idx="6398">
                  <c:v>7.4050925926712807E-2</c:v>
                </c:pt>
                <c:pt idx="6399">
                  <c:v>7.4062499996216502E-2</c:v>
                </c:pt>
                <c:pt idx="6400">
                  <c:v>7.4074074072996154E-2</c:v>
                </c:pt>
                <c:pt idx="6401">
                  <c:v>7.4085648142499849E-2</c:v>
                </c:pt>
                <c:pt idx="6402">
                  <c:v>7.4097222219279502E-2</c:v>
                </c:pt>
                <c:pt idx="6403">
                  <c:v>7.4108796296059154E-2</c:v>
                </c:pt>
                <c:pt idx="6404">
                  <c:v>7.4120370365562849E-2</c:v>
                </c:pt>
                <c:pt idx="6405">
                  <c:v>7.4131944442342501E-2</c:v>
                </c:pt>
                <c:pt idx="6406">
                  <c:v>7.4143518519122154E-2</c:v>
                </c:pt>
                <c:pt idx="6407">
                  <c:v>7.4155092588625848E-2</c:v>
                </c:pt>
                <c:pt idx="6408">
                  <c:v>7.4166666665405501E-2</c:v>
                </c:pt>
                <c:pt idx="6409">
                  <c:v>7.4178240734909195E-2</c:v>
                </c:pt>
                <c:pt idx="6410">
                  <c:v>7.4189814811688848E-2</c:v>
                </c:pt>
                <c:pt idx="6411">
                  <c:v>7.42013888884685E-2</c:v>
                </c:pt>
                <c:pt idx="6412">
                  <c:v>7.4212962957972195E-2</c:v>
                </c:pt>
                <c:pt idx="6413">
                  <c:v>7.4224537034751847E-2</c:v>
                </c:pt>
                <c:pt idx="6414">
                  <c:v>7.42361111115315E-2</c:v>
                </c:pt>
                <c:pt idx="6415">
                  <c:v>7.4247685181035195E-2</c:v>
                </c:pt>
                <c:pt idx="6416">
                  <c:v>7.4259259257814847E-2</c:v>
                </c:pt>
                <c:pt idx="6417">
                  <c:v>7.4270833334594499E-2</c:v>
                </c:pt>
                <c:pt idx="6418">
                  <c:v>7.4282407404098194E-2</c:v>
                </c:pt>
                <c:pt idx="6419">
                  <c:v>7.4293981480877846E-2</c:v>
                </c:pt>
                <c:pt idx="6420">
                  <c:v>7.4305555550381541E-2</c:v>
                </c:pt>
                <c:pt idx="6421">
                  <c:v>7.4317129627161194E-2</c:v>
                </c:pt>
                <c:pt idx="6422">
                  <c:v>7.4328703703940846E-2</c:v>
                </c:pt>
                <c:pt idx="6423">
                  <c:v>7.4340277773444541E-2</c:v>
                </c:pt>
                <c:pt idx="6424">
                  <c:v>7.4351851850224193E-2</c:v>
                </c:pt>
                <c:pt idx="6425">
                  <c:v>7.4363425927003846E-2</c:v>
                </c:pt>
                <c:pt idx="6426">
                  <c:v>7.437499999650754E-2</c:v>
                </c:pt>
                <c:pt idx="6427">
                  <c:v>7.4386574073287193E-2</c:v>
                </c:pt>
                <c:pt idx="6428">
                  <c:v>7.4398148142790888E-2</c:v>
                </c:pt>
                <c:pt idx="6429">
                  <c:v>7.440972221957054E-2</c:v>
                </c:pt>
                <c:pt idx="6430">
                  <c:v>7.4421296296350192E-2</c:v>
                </c:pt>
                <c:pt idx="6431">
                  <c:v>7.4432870365853887E-2</c:v>
                </c:pt>
                <c:pt idx="6432">
                  <c:v>7.4444444442633539E-2</c:v>
                </c:pt>
                <c:pt idx="6433">
                  <c:v>7.4456018519413192E-2</c:v>
                </c:pt>
                <c:pt idx="6434">
                  <c:v>7.4467592588916887E-2</c:v>
                </c:pt>
                <c:pt idx="6435">
                  <c:v>7.4479166665696539E-2</c:v>
                </c:pt>
                <c:pt idx="6436">
                  <c:v>7.4490740735200234E-2</c:v>
                </c:pt>
                <c:pt idx="6437">
                  <c:v>7.4502314811979886E-2</c:v>
                </c:pt>
                <c:pt idx="6438">
                  <c:v>7.4513888888759539E-2</c:v>
                </c:pt>
                <c:pt idx="6439">
                  <c:v>7.4525462958263233E-2</c:v>
                </c:pt>
                <c:pt idx="6440">
                  <c:v>7.4537037035042886E-2</c:v>
                </c:pt>
                <c:pt idx="6441">
                  <c:v>7.4548611111822538E-2</c:v>
                </c:pt>
                <c:pt idx="6442">
                  <c:v>7.4560185181326233E-2</c:v>
                </c:pt>
                <c:pt idx="6443">
                  <c:v>7.4571759258105885E-2</c:v>
                </c:pt>
                <c:pt idx="6444">
                  <c:v>7.458333332760958E-2</c:v>
                </c:pt>
                <c:pt idx="6445">
                  <c:v>7.4594907404389232E-2</c:v>
                </c:pt>
                <c:pt idx="6446">
                  <c:v>7.4606481481168885E-2</c:v>
                </c:pt>
                <c:pt idx="6447">
                  <c:v>7.461805555067258E-2</c:v>
                </c:pt>
                <c:pt idx="6448">
                  <c:v>7.4629629627452232E-2</c:v>
                </c:pt>
                <c:pt idx="6449">
                  <c:v>7.4641203704231884E-2</c:v>
                </c:pt>
                <c:pt idx="6450">
                  <c:v>7.4652777773735579E-2</c:v>
                </c:pt>
                <c:pt idx="6451">
                  <c:v>7.4664351850515231E-2</c:v>
                </c:pt>
                <c:pt idx="6452">
                  <c:v>7.4675925920018926E-2</c:v>
                </c:pt>
                <c:pt idx="6453">
                  <c:v>7.4687499996798579E-2</c:v>
                </c:pt>
                <c:pt idx="6454">
                  <c:v>7.4699074073578231E-2</c:v>
                </c:pt>
                <c:pt idx="6455">
                  <c:v>7.4710648143081926E-2</c:v>
                </c:pt>
                <c:pt idx="6456">
                  <c:v>7.4722222219861578E-2</c:v>
                </c:pt>
                <c:pt idx="6457">
                  <c:v>7.4733796296641231E-2</c:v>
                </c:pt>
                <c:pt idx="6458">
                  <c:v>7.4745370366144925E-2</c:v>
                </c:pt>
                <c:pt idx="6459">
                  <c:v>7.4756944442924578E-2</c:v>
                </c:pt>
                <c:pt idx="6460">
                  <c:v>7.476851851970423E-2</c:v>
                </c:pt>
                <c:pt idx="6461">
                  <c:v>7.4780092589207925E-2</c:v>
                </c:pt>
                <c:pt idx="6462">
                  <c:v>7.4791666665987577E-2</c:v>
                </c:pt>
                <c:pt idx="6463">
                  <c:v>7.4803240735491272E-2</c:v>
                </c:pt>
                <c:pt idx="6464">
                  <c:v>7.4814814812270924E-2</c:v>
                </c:pt>
                <c:pt idx="6465">
                  <c:v>7.4826388889050577E-2</c:v>
                </c:pt>
                <c:pt idx="6466">
                  <c:v>7.4837962958554272E-2</c:v>
                </c:pt>
                <c:pt idx="6467">
                  <c:v>7.4849537035333924E-2</c:v>
                </c:pt>
                <c:pt idx="6468">
                  <c:v>7.4861111112113576E-2</c:v>
                </c:pt>
                <c:pt idx="6469">
                  <c:v>7.4872685181617271E-2</c:v>
                </c:pt>
                <c:pt idx="6470">
                  <c:v>7.4884259258396924E-2</c:v>
                </c:pt>
                <c:pt idx="6471">
                  <c:v>7.4895833327900618E-2</c:v>
                </c:pt>
                <c:pt idx="6472">
                  <c:v>7.4907407404680271E-2</c:v>
                </c:pt>
                <c:pt idx="6473">
                  <c:v>7.4918981481459923E-2</c:v>
                </c:pt>
                <c:pt idx="6474">
                  <c:v>7.4930555550963618E-2</c:v>
                </c:pt>
                <c:pt idx="6475">
                  <c:v>7.494212962774327E-2</c:v>
                </c:pt>
                <c:pt idx="6476">
                  <c:v>7.4953703704522923E-2</c:v>
                </c:pt>
                <c:pt idx="6477">
                  <c:v>7.4965277774026617E-2</c:v>
                </c:pt>
                <c:pt idx="6478">
                  <c:v>7.497685185080627E-2</c:v>
                </c:pt>
                <c:pt idx="6479">
                  <c:v>7.4988425920309965E-2</c:v>
                </c:pt>
                <c:pt idx="6480">
                  <c:v>7.4999999997089617E-2</c:v>
                </c:pt>
                <c:pt idx="6481">
                  <c:v>7.5011574073869269E-2</c:v>
                </c:pt>
                <c:pt idx="6482">
                  <c:v>7.5023148143372964E-2</c:v>
                </c:pt>
                <c:pt idx="6483">
                  <c:v>7.5034722220152617E-2</c:v>
                </c:pt>
                <c:pt idx="6484">
                  <c:v>7.5046296296932269E-2</c:v>
                </c:pt>
                <c:pt idx="6485">
                  <c:v>7.5057870366435964E-2</c:v>
                </c:pt>
                <c:pt idx="6486">
                  <c:v>7.5069444443215616E-2</c:v>
                </c:pt>
                <c:pt idx="6487">
                  <c:v>7.5081018512719311E-2</c:v>
                </c:pt>
                <c:pt idx="6488">
                  <c:v>7.5092592589498963E-2</c:v>
                </c:pt>
                <c:pt idx="6489">
                  <c:v>7.5104166666278616E-2</c:v>
                </c:pt>
                <c:pt idx="6490">
                  <c:v>7.511574073578231E-2</c:v>
                </c:pt>
                <c:pt idx="6491">
                  <c:v>7.5127314812561963E-2</c:v>
                </c:pt>
                <c:pt idx="6492">
                  <c:v>7.5138888889341615E-2</c:v>
                </c:pt>
                <c:pt idx="6493">
                  <c:v>7.515046295884531E-2</c:v>
                </c:pt>
                <c:pt idx="6494">
                  <c:v>7.5162037035624962E-2</c:v>
                </c:pt>
                <c:pt idx="6495">
                  <c:v>7.5173611112404615E-2</c:v>
                </c:pt>
                <c:pt idx="6496">
                  <c:v>7.5185185181908309E-2</c:v>
                </c:pt>
                <c:pt idx="6497">
                  <c:v>7.5196759258687962E-2</c:v>
                </c:pt>
                <c:pt idx="6498">
                  <c:v>7.5208333328191657E-2</c:v>
                </c:pt>
                <c:pt idx="6499">
                  <c:v>7.5219907404971309E-2</c:v>
                </c:pt>
                <c:pt idx="6500">
                  <c:v>7.5231481481750961E-2</c:v>
                </c:pt>
                <c:pt idx="6501">
                  <c:v>7.5243055551254656E-2</c:v>
                </c:pt>
                <c:pt idx="6502">
                  <c:v>7.5254629628034309E-2</c:v>
                </c:pt>
                <c:pt idx="6503">
                  <c:v>7.5266203704813961E-2</c:v>
                </c:pt>
                <c:pt idx="6504">
                  <c:v>7.5277777774317656E-2</c:v>
                </c:pt>
                <c:pt idx="6505">
                  <c:v>7.5289351851097308E-2</c:v>
                </c:pt>
                <c:pt idx="6506">
                  <c:v>7.5300925920601003E-2</c:v>
                </c:pt>
                <c:pt idx="6507">
                  <c:v>7.5312499997380655E-2</c:v>
                </c:pt>
                <c:pt idx="6508">
                  <c:v>7.5324074074160308E-2</c:v>
                </c:pt>
                <c:pt idx="6509">
                  <c:v>7.5335648143664002E-2</c:v>
                </c:pt>
                <c:pt idx="6510">
                  <c:v>7.5347222220443655E-2</c:v>
                </c:pt>
                <c:pt idx="6511">
                  <c:v>7.5358796297223307E-2</c:v>
                </c:pt>
                <c:pt idx="6512">
                  <c:v>7.5370370366727002E-2</c:v>
                </c:pt>
                <c:pt idx="6513">
                  <c:v>7.5381944443506654E-2</c:v>
                </c:pt>
                <c:pt idx="6514">
                  <c:v>7.5393518513010349E-2</c:v>
                </c:pt>
                <c:pt idx="6515">
                  <c:v>7.5405092589790002E-2</c:v>
                </c:pt>
                <c:pt idx="6516">
                  <c:v>7.5416666666569654E-2</c:v>
                </c:pt>
                <c:pt idx="6517">
                  <c:v>7.5428240736073349E-2</c:v>
                </c:pt>
                <c:pt idx="6518">
                  <c:v>7.5439814812853001E-2</c:v>
                </c:pt>
                <c:pt idx="6519">
                  <c:v>7.5451388889632653E-2</c:v>
                </c:pt>
                <c:pt idx="6520">
                  <c:v>7.5462962959136348E-2</c:v>
                </c:pt>
                <c:pt idx="6521">
                  <c:v>7.5474537035916001E-2</c:v>
                </c:pt>
                <c:pt idx="6522">
                  <c:v>7.5486111105419695E-2</c:v>
                </c:pt>
                <c:pt idx="6523">
                  <c:v>7.5497685182199348E-2</c:v>
                </c:pt>
                <c:pt idx="6524">
                  <c:v>7.5509259258979E-2</c:v>
                </c:pt>
                <c:pt idx="6525">
                  <c:v>7.5520833328482695E-2</c:v>
                </c:pt>
                <c:pt idx="6526">
                  <c:v>7.5532407405262347E-2</c:v>
                </c:pt>
                <c:pt idx="6527">
                  <c:v>7.5543981482042E-2</c:v>
                </c:pt>
                <c:pt idx="6528">
                  <c:v>7.5555555551545694E-2</c:v>
                </c:pt>
                <c:pt idx="6529">
                  <c:v>7.5567129628325347E-2</c:v>
                </c:pt>
                <c:pt idx="6530">
                  <c:v>7.5578703697829042E-2</c:v>
                </c:pt>
                <c:pt idx="6531">
                  <c:v>7.5590277774608694E-2</c:v>
                </c:pt>
                <c:pt idx="6532">
                  <c:v>7.5601851851388346E-2</c:v>
                </c:pt>
                <c:pt idx="6533">
                  <c:v>7.5613425920892041E-2</c:v>
                </c:pt>
                <c:pt idx="6534">
                  <c:v>7.5624999997671694E-2</c:v>
                </c:pt>
                <c:pt idx="6535">
                  <c:v>7.5636574074451346E-2</c:v>
                </c:pt>
                <c:pt idx="6536">
                  <c:v>7.5648148143955041E-2</c:v>
                </c:pt>
                <c:pt idx="6537">
                  <c:v>7.5659722220734693E-2</c:v>
                </c:pt>
                <c:pt idx="6538">
                  <c:v>7.5671296297514345E-2</c:v>
                </c:pt>
                <c:pt idx="6539">
                  <c:v>7.568287036701804E-2</c:v>
                </c:pt>
                <c:pt idx="6540">
                  <c:v>7.5694444443797693E-2</c:v>
                </c:pt>
                <c:pt idx="6541">
                  <c:v>7.5706018513301387E-2</c:v>
                </c:pt>
                <c:pt idx="6542">
                  <c:v>7.571759259008104E-2</c:v>
                </c:pt>
                <c:pt idx="6543">
                  <c:v>7.5729166666860692E-2</c:v>
                </c:pt>
                <c:pt idx="6544">
                  <c:v>7.5740740736364387E-2</c:v>
                </c:pt>
                <c:pt idx="6545">
                  <c:v>7.5752314813144039E-2</c:v>
                </c:pt>
                <c:pt idx="6546">
                  <c:v>7.5763888889923692E-2</c:v>
                </c:pt>
                <c:pt idx="6547">
                  <c:v>7.5775462959427387E-2</c:v>
                </c:pt>
                <c:pt idx="6548">
                  <c:v>7.5787037036207039E-2</c:v>
                </c:pt>
                <c:pt idx="6549">
                  <c:v>7.5798611105710734E-2</c:v>
                </c:pt>
                <c:pt idx="6550">
                  <c:v>7.5810185182490386E-2</c:v>
                </c:pt>
                <c:pt idx="6551">
                  <c:v>7.5821759259270038E-2</c:v>
                </c:pt>
                <c:pt idx="6552">
                  <c:v>7.5833333328773733E-2</c:v>
                </c:pt>
                <c:pt idx="6553">
                  <c:v>7.5844907405553386E-2</c:v>
                </c:pt>
                <c:pt idx="6554">
                  <c:v>7.5856481482333038E-2</c:v>
                </c:pt>
                <c:pt idx="6555">
                  <c:v>7.5868055551836733E-2</c:v>
                </c:pt>
                <c:pt idx="6556">
                  <c:v>7.5879629628616385E-2</c:v>
                </c:pt>
                <c:pt idx="6557">
                  <c:v>7.589120369812008E-2</c:v>
                </c:pt>
                <c:pt idx="6558">
                  <c:v>7.5902777774899732E-2</c:v>
                </c:pt>
                <c:pt idx="6559">
                  <c:v>7.5914351851679385E-2</c:v>
                </c:pt>
                <c:pt idx="6560">
                  <c:v>7.5925925921183079E-2</c:v>
                </c:pt>
                <c:pt idx="6561">
                  <c:v>7.5937499997962732E-2</c:v>
                </c:pt>
                <c:pt idx="6562">
                  <c:v>7.5949074074742384E-2</c:v>
                </c:pt>
                <c:pt idx="6563">
                  <c:v>7.5960648144246079E-2</c:v>
                </c:pt>
                <c:pt idx="6564">
                  <c:v>7.5972222221025731E-2</c:v>
                </c:pt>
                <c:pt idx="6565">
                  <c:v>7.5983796290529426E-2</c:v>
                </c:pt>
                <c:pt idx="6566">
                  <c:v>7.5995370367309079E-2</c:v>
                </c:pt>
                <c:pt idx="6567">
                  <c:v>7.6006944444088731E-2</c:v>
                </c:pt>
                <c:pt idx="6568">
                  <c:v>7.6018518513592426E-2</c:v>
                </c:pt>
                <c:pt idx="6569">
                  <c:v>7.6030092590372078E-2</c:v>
                </c:pt>
                <c:pt idx="6570">
                  <c:v>7.6041666667151731E-2</c:v>
                </c:pt>
                <c:pt idx="6571">
                  <c:v>7.6053240736655425E-2</c:v>
                </c:pt>
                <c:pt idx="6572">
                  <c:v>7.6064814813435078E-2</c:v>
                </c:pt>
                <c:pt idx="6573">
                  <c:v>7.607638889021473E-2</c:v>
                </c:pt>
                <c:pt idx="6574">
                  <c:v>7.6087962959718425E-2</c:v>
                </c:pt>
                <c:pt idx="6575">
                  <c:v>7.6099537036498077E-2</c:v>
                </c:pt>
                <c:pt idx="6576">
                  <c:v>7.6111111106001772E-2</c:v>
                </c:pt>
                <c:pt idx="6577">
                  <c:v>7.6122685182781424E-2</c:v>
                </c:pt>
                <c:pt idx="6578">
                  <c:v>7.6134259259561077E-2</c:v>
                </c:pt>
                <c:pt idx="6579">
                  <c:v>7.6145833329064772E-2</c:v>
                </c:pt>
                <c:pt idx="6580">
                  <c:v>7.6157407405844424E-2</c:v>
                </c:pt>
                <c:pt idx="6581">
                  <c:v>7.6168981482624076E-2</c:v>
                </c:pt>
                <c:pt idx="6582">
                  <c:v>7.6180555552127771E-2</c:v>
                </c:pt>
                <c:pt idx="6583">
                  <c:v>7.6192129628907423E-2</c:v>
                </c:pt>
                <c:pt idx="6584">
                  <c:v>7.6203703698411118E-2</c:v>
                </c:pt>
                <c:pt idx="6585">
                  <c:v>7.6215277775190771E-2</c:v>
                </c:pt>
                <c:pt idx="6586">
                  <c:v>7.6226851851970423E-2</c:v>
                </c:pt>
                <c:pt idx="6587">
                  <c:v>7.6238425921474118E-2</c:v>
                </c:pt>
                <c:pt idx="6588">
                  <c:v>7.624999999825377E-2</c:v>
                </c:pt>
                <c:pt idx="6589">
                  <c:v>7.6261574075033423E-2</c:v>
                </c:pt>
                <c:pt idx="6590">
                  <c:v>7.6273148144537117E-2</c:v>
                </c:pt>
                <c:pt idx="6591">
                  <c:v>7.628472222131677E-2</c:v>
                </c:pt>
                <c:pt idx="6592">
                  <c:v>7.6296296290820464E-2</c:v>
                </c:pt>
                <c:pt idx="6593">
                  <c:v>7.6307870367600117E-2</c:v>
                </c:pt>
                <c:pt idx="6594">
                  <c:v>7.6319444444379769E-2</c:v>
                </c:pt>
                <c:pt idx="6595">
                  <c:v>7.6331018513883464E-2</c:v>
                </c:pt>
                <c:pt idx="6596">
                  <c:v>7.6342592590663116E-2</c:v>
                </c:pt>
                <c:pt idx="6597">
                  <c:v>7.6354166667442769E-2</c:v>
                </c:pt>
                <c:pt idx="6598">
                  <c:v>7.6365740736946464E-2</c:v>
                </c:pt>
                <c:pt idx="6599">
                  <c:v>7.6377314813726116E-2</c:v>
                </c:pt>
                <c:pt idx="6600">
                  <c:v>7.6388888883229811E-2</c:v>
                </c:pt>
                <c:pt idx="6601">
                  <c:v>7.6400462960009463E-2</c:v>
                </c:pt>
                <c:pt idx="6602">
                  <c:v>7.6412037036789116E-2</c:v>
                </c:pt>
                <c:pt idx="6603">
                  <c:v>7.642361110629281E-2</c:v>
                </c:pt>
                <c:pt idx="6604">
                  <c:v>7.6435185183072463E-2</c:v>
                </c:pt>
                <c:pt idx="6605">
                  <c:v>7.6446759259852115E-2</c:v>
                </c:pt>
                <c:pt idx="6606">
                  <c:v>7.645833332935581E-2</c:v>
                </c:pt>
                <c:pt idx="6607">
                  <c:v>7.6469907406135462E-2</c:v>
                </c:pt>
                <c:pt idx="6608">
                  <c:v>7.6481481475639157E-2</c:v>
                </c:pt>
                <c:pt idx="6609">
                  <c:v>7.6493055552418809E-2</c:v>
                </c:pt>
                <c:pt idx="6610">
                  <c:v>7.6504629629198462E-2</c:v>
                </c:pt>
                <c:pt idx="6611">
                  <c:v>7.6516203698702157E-2</c:v>
                </c:pt>
                <c:pt idx="6612">
                  <c:v>7.6527777775481809E-2</c:v>
                </c:pt>
                <c:pt idx="6613">
                  <c:v>7.6539351852261461E-2</c:v>
                </c:pt>
                <c:pt idx="6614">
                  <c:v>7.6550925921765156E-2</c:v>
                </c:pt>
                <c:pt idx="6615">
                  <c:v>7.6562499998544808E-2</c:v>
                </c:pt>
                <c:pt idx="6616">
                  <c:v>7.6574074075324461E-2</c:v>
                </c:pt>
                <c:pt idx="6617">
                  <c:v>7.6585648144828156E-2</c:v>
                </c:pt>
                <c:pt idx="6618">
                  <c:v>7.6597222221607808E-2</c:v>
                </c:pt>
                <c:pt idx="6619">
                  <c:v>7.6608796291111503E-2</c:v>
                </c:pt>
                <c:pt idx="6620">
                  <c:v>7.6620370367891155E-2</c:v>
                </c:pt>
                <c:pt idx="6621">
                  <c:v>7.6631944444670808E-2</c:v>
                </c:pt>
                <c:pt idx="6622">
                  <c:v>7.6643518514174502E-2</c:v>
                </c:pt>
                <c:pt idx="6623">
                  <c:v>7.6655092590954155E-2</c:v>
                </c:pt>
                <c:pt idx="6624">
                  <c:v>7.6666666667733807E-2</c:v>
                </c:pt>
                <c:pt idx="6625">
                  <c:v>7.6678240737237502E-2</c:v>
                </c:pt>
                <c:pt idx="6626">
                  <c:v>7.6689814814017154E-2</c:v>
                </c:pt>
                <c:pt idx="6627">
                  <c:v>7.6701388883520849E-2</c:v>
                </c:pt>
                <c:pt idx="6628">
                  <c:v>7.6712962960300501E-2</c:v>
                </c:pt>
                <c:pt idx="6629">
                  <c:v>7.6724537037080154E-2</c:v>
                </c:pt>
                <c:pt idx="6630">
                  <c:v>7.6736111106583849E-2</c:v>
                </c:pt>
                <c:pt idx="6631">
                  <c:v>7.6747685183363501E-2</c:v>
                </c:pt>
                <c:pt idx="6632">
                  <c:v>7.6759259260143153E-2</c:v>
                </c:pt>
                <c:pt idx="6633">
                  <c:v>7.6770833329646848E-2</c:v>
                </c:pt>
                <c:pt idx="6634">
                  <c:v>7.6782407406426501E-2</c:v>
                </c:pt>
                <c:pt idx="6635">
                  <c:v>7.6793981475930195E-2</c:v>
                </c:pt>
                <c:pt idx="6636">
                  <c:v>7.6805555552709848E-2</c:v>
                </c:pt>
                <c:pt idx="6637">
                  <c:v>7.68171296294895E-2</c:v>
                </c:pt>
                <c:pt idx="6638">
                  <c:v>7.6828703698993195E-2</c:v>
                </c:pt>
                <c:pt idx="6639">
                  <c:v>7.6840277775772847E-2</c:v>
                </c:pt>
                <c:pt idx="6640">
                  <c:v>7.68518518525525E-2</c:v>
                </c:pt>
                <c:pt idx="6641">
                  <c:v>7.6863425922056194E-2</c:v>
                </c:pt>
                <c:pt idx="6642">
                  <c:v>7.6874999998835847E-2</c:v>
                </c:pt>
                <c:pt idx="6643">
                  <c:v>7.6886574068339542E-2</c:v>
                </c:pt>
                <c:pt idx="6644">
                  <c:v>7.6898148145119194E-2</c:v>
                </c:pt>
                <c:pt idx="6645">
                  <c:v>7.6909722221898846E-2</c:v>
                </c:pt>
                <c:pt idx="6646">
                  <c:v>7.6921296291402541E-2</c:v>
                </c:pt>
                <c:pt idx="6647">
                  <c:v>7.6932870368182193E-2</c:v>
                </c:pt>
                <c:pt idx="6648">
                  <c:v>7.6944444444961846E-2</c:v>
                </c:pt>
                <c:pt idx="6649">
                  <c:v>7.6956018514465541E-2</c:v>
                </c:pt>
                <c:pt idx="6650">
                  <c:v>7.6967592591245193E-2</c:v>
                </c:pt>
                <c:pt idx="6651">
                  <c:v>7.6979166660748888E-2</c:v>
                </c:pt>
                <c:pt idx="6652">
                  <c:v>7.699074073752854E-2</c:v>
                </c:pt>
                <c:pt idx="6653">
                  <c:v>7.7002314814308193E-2</c:v>
                </c:pt>
                <c:pt idx="6654">
                  <c:v>7.7013888883811887E-2</c:v>
                </c:pt>
                <c:pt idx="6655">
                  <c:v>7.702546296059154E-2</c:v>
                </c:pt>
                <c:pt idx="6656">
                  <c:v>7.7037037037371192E-2</c:v>
                </c:pt>
                <c:pt idx="6657">
                  <c:v>7.7048611106874887E-2</c:v>
                </c:pt>
                <c:pt idx="6658">
                  <c:v>7.7060185183654539E-2</c:v>
                </c:pt>
                <c:pt idx="6659">
                  <c:v>7.7071759260434192E-2</c:v>
                </c:pt>
                <c:pt idx="6660">
                  <c:v>7.7083333329937886E-2</c:v>
                </c:pt>
                <c:pt idx="6661">
                  <c:v>7.7094907406717539E-2</c:v>
                </c:pt>
                <c:pt idx="6662">
                  <c:v>7.7106481476221234E-2</c:v>
                </c:pt>
                <c:pt idx="6663">
                  <c:v>7.7118055553000886E-2</c:v>
                </c:pt>
                <c:pt idx="6664">
                  <c:v>7.7129629629780538E-2</c:v>
                </c:pt>
                <c:pt idx="6665">
                  <c:v>7.7141203699284233E-2</c:v>
                </c:pt>
                <c:pt idx="6666">
                  <c:v>7.7152777776063886E-2</c:v>
                </c:pt>
                <c:pt idx="6667">
                  <c:v>7.7164351852843538E-2</c:v>
                </c:pt>
                <c:pt idx="6668">
                  <c:v>7.7175925922347233E-2</c:v>
                </c:pt>
                <c:pt idx="6669">
                  <c:v>7.7187499999126885E-2</c:v>
                </c:pt>
                <c:pt idx="6670">
                  <c:v>7.719907406863058E-2</c:v>
                </c:pt>
                <c:pt idx="6671">
                  <c:v>7.7210648145410232E-2</c:v>
                </c:pt>
                <c:pt idx="6672">
                  <c:v>7.7222222222189885E-2</c:v>
                </c:pt>
                <c:pt idx="6673">
                  <c:v>7.7233796291693579E-2</c:v>
                </c:pt>
                <c:pt idx="6674">
                  <c:v>7.7245370368473232E-2</c:v>
                </c:pt>
                <c:pt idx="6675">
                  <c:v>7.7256944445252884E-2</c:v>
                </c:pt>
                <c:pt idx="6676">
                  <c:v>7.7268518514756579E-2</c:v>
                </c:pt>
                <c:pt idx="6677">
                  <c:v>7.7280092591536231E-2</c:v>
                </c:pt>
                <c:pt idx="6678">
                  <c:v>7.7291666661039926E-2</c:v>
                </c:pt>
                <c:pt idx="6679">
                  <c:v>7.7303240737819578E-2</c:v>
                </c:pt>
                <c:pt idx="6680">
                  <c:v>7.7314814814599231E-2</c:v>
                </c:pt>
                <c:pt idx="6681">
                  <c:v>7.7326388884102926E-2</c:v>
                </c:pt>
                <c:pt idx="6682">
                  <c:v>7.7337962960882578E-2</c:v>
                </c:pt>
                <c:pt idx="6683">
                  <c:v>7.734953703766223E-2</c:v>
                </c:pt>
                <c:pt idx="6684">
                  <c:v>7.7361111107165925E-2</c:v>
                </c:pt>
                <c:pt idx="6685">
                  <c:v>7.7372685183945578E-2</c:v>
                </c:pt>
                <c:pt idx="6686">
                  <c:v>7.7384259253449272E-2</c:v>
                </c:pt>
                <c:pt idx="6687">
                  <c:v>7.7395833330228925E-2</c:v>
                </c:pt>
                <c:pt idx="6688">
                  <c:v>7.7407407407008577E-2</c:v>
                </c:pt>
                <c:pt idx="6689">
                  <c:v>7.7418981476512272E-2</c:v>
                </c:pt>
                <c:pt idx="6690">
                  <c:v>7.7430555553291924E-2</c:v>
                </c:pt>
                <c:pt idx="6691">
                  <c:v>7.7442129630071577E-2</c:v>
                </c:pt>
                <c:pt idx="6692">
                  <c:v>7.7453703699575271E-2</c:v>
                </c:pt>
                <c:pt idx="6693">
                  <c:v>7.7465277776354924E-2</c:v>
                </c:pt>
                <c:pt idx="6694">
                  <c:v>7.7476851853134576E-2</c:v>
                </c:pt>
                <c:pt idx="6695">
                  <c:v>7.7488425922638271E-2</c:v>
                </c:pt>
                <c:pt idx="6696">
                  <c:v>7.7499999999417923E-2</c:v>
                </c:pt>
                <c:pt idx="6697">
                  <c:v>7.7511574068921618E-2</c:v>
                </c:pt>
                <c:pt idx="6698">
                  <c:v>7.7523148145701271E-2</c:v>
                </c:pt>
                <c:pt idx="6699">
                  <c:v>7.7534722222480923E-2</c:v>
                </c:pt>
                <c:pt idx="6700">
                  <c:v>7.7546296291984618E-2</c:v>
                </c:pt>
                <c:pt idx="6701">
                  <c:v>7.755787036876427E-2</c:v>
                </c:pt>
                <c:pt idx="6702">
                  <c:v>7.7569444445543922E-2</c:v>
                </c:pt>
                <c:pt idx="6703">
                  <c:v>7.7581018515047617E-2</c:v>
                </c:pt>
                <c:pt idx="6704">
                  <c:v>7.759259259182727E-2</c:v>
                </c:pt>
                <c:pt idx="6705">
                  <c:v>7.7604166661330964E-2</c:v>
                </c:pt>
                <c:pt idx="6706">
                  <c:v>7.7615740738110617E-2</c:v>
                </c:pt>
                <c:pt idx="6707">
                  <c:v>7.7627314814890269E-2</c:v>
                </c:pt>
                <c:pt idx="6708">
                  <c:v>7.7638888884393964E-2</c:v>
                </c:pt>
                <c:pt idx="6709">
                  <c:v>7.7650462961173616E-2</c:v>
                </c:pt>
                <c:pt idx="6710">
                  <c:v>7.7662037037953269E-2</c:v>
                </c:pt>
                <c:pt idx="6711">
                  <c:v>7.7673611107456964E-2</c:v>
                </c:pt>
                <c:pt idx="6712">
                  <c:v>7.7685185184236616E-2</c:v>
                </c:pt>
                <c:pt idx="6713">
                  <c:v>7.7696759253740311E-2</c:v>
                </c:pt>
                <c:pt idx="6714">
                  <c:v>7.7708333330519963E-2</c:v>
                </c:pt>
                <c:pt idx="6715">
                  <c:v>7.7719907407299615E-2</c:v>
                </c:pt>
                <c:pt idx="6716">
                  <c:v>7.773148147680331E-2</c:v>
                </c:pt>
                <c:pt idx="6717">
                  <c:v>7.7743055553582963E-2</c:v>
                </c:pt>
                <c:pt idx="6718">
                  <c:v>7.7754629630362615E-2</c:v>
                </c:pt>
                <c:pt idx="6719">
                  <c:v>7.776620369986631E-2</c:v>
                </c:pt>
                <c:pt idx="6720">
                  <c:v>7.7777777776645962E-2</c:v>
                </c:pt>
                <c:pt idx="6721">
                  <c:v>7.7789351846149657E-2</c:v>
                </c:pt>
                <c:pt idx="6722">
                  <c:v>7.7800925922929309E-2</c:v>
                </c:pt>
                <c:pt idx="6723">
                  <c:v>7.7812499999708962E-2</c:v>
                </c:pt>
                <c:pt idx="6724">
                  <c:v>7.7824074069212656E-2</c:v>
                </c:pt>
                <c:pt idx="6725">
                  <c:v>7.7835648145992309E-2</c:v>
                </c:pt>
                <c:pt idx="6726">
                  <c:v>7.7847222222771961E-2</c:v>
                </c:pt>
                <c:pt idx="6727">
                  <c:v>7.7858796292275656E-2</c:v>
                </c:pt>
                <c:pt idx="6728">
                  <c:v>7.7870370369055308E-2</c:v>
                </c:pt>
                <c:pt idx="6729">
                  <c:v>7.7881944438559003E-2</c:v>
                </c:pt>
                <c:pt idx="6730">
                  <c:v>7.7893518515338656E-2</c:v>
                </c:pt>
                <c:pt idx="6731">
                  <c:v>7.7905092592118308E-2</c:v>
                </c:pt>
                <c:pt idx="6732">
                  <c:v>7.7916666661622003E-2</c:v>
                </c:pt>
                <c:pt idx="6733">
                  <c:v>7.7928240738401655E-2</c:v>
                </c:pt>
                <c:pt idx="6734">
                  <c:v>7.7939814815181307E-2</c:v>
                </c:pt>
                <c:pt idx="6735">
                  <c:v>7.7951388884685002E-2</c:v>
                </c:pt>
                <c:pt idx="6736">
                  <c:v>7.7962962961464655E-2</c:v>
                </c:pt>
                <c:pt idx="6737">
                  <c:v>7.7974537038244307E-2</c:v>
                </c:pt>
                <c:pt idx="6738">
                  <c:v>7.7986111107748002E-2</c:v>
                </c:pt>
                <c:pt idx="6739">
                  <c:v>7.7997685184527654E-2</c:v>
                </c:pt>
                <c:pt idx="6740">
                  <c:v>7.8009259254031349E-2</c:v>
                </c:pt>
                <c:pt idx="6741">
                  <c:v>7.8020833330811001E-2</c:v>
                </c:pt>
                <c:pt idx="6742">
                  <c:v>7.8032407407590654E-2</c:v>
                </c:pt>
                <c:pt idx="6743">
                  <c:v>7.8043981477094349E-2</c:v>
                </c:pt>
                <c:pt idx="6744">
                  <c:v>7.8055555553874001E-2</c:v>
                </c:pt>
                <c:pt idx="6745">
                  <c:v>7.8067129630653653E-2</c:v>
                </c:pt>
                <c:pt idx="6746">
                  <c:v>7.8078703700157348E-2</c:v>
                </c:pt>
                <c:pt idx="6747">
                  <c:v>7.8090277776937E-2</c:v>
                </c:pt>
                <c:pt idx="6748">
                  <c:v>7.8101851846440695E-2</c:v>
                </c:pt>
                <c:pt idx="6749">
                  <c:v>7.8113425923220348E-2</c:v>
                </c:pt>
                <c:pt idx="6750">
                  <c:v>7.8125E-2</c:v>
                </c:pt>
                <c:pt idx="6751">
                  <c:v>7.8136574069503695E-2</c:v>
                </c:pt>
                <c:pt idx="6752">
                  <c:v>7.8148148146283347E-2</c:v>
                </c:pt>
                <c:pt idx="6753">
                  <c:v>7.8159722223063E-2</c:v>
                </c:pt>
                <c:pt idx="6754">
                  <c:v>7.8171296292566694E-2</c:v>
                </c:pt>
                <c:pt idx="6755">
                  <c:v>7.8182870369346347E-2</c:v>
                </c:pt>
                <c:pt idx="6756">
                  <c:v>7.8194444438850041E-2</c:v>
                </c:pt>
                <c:pt idx="6757">
                  <c:v>7.8206018515629694E-2</c:v>
                </c:pt>
                <c:pt idx="6758">
                  <c:v>7.8217592592409346E-2</c:v>
                </c:pt>
                <c:pt idx="6759">
                  <c:v>7.8229166661913041E-2</c:v>
                </c:pt>
                <c:pt idx="6760">
                  <c:v>7.8240740738692693E-2</c:v>
                </c:pt>
                <c:pt idx="6761">
                  <c:v>7.8252314815472346E-2</c:v>
                </c:pt>
                <c:pt idx="6762">
                  <c:v>7.8263888884976041E-2</c:v>
                </c:pt>
                <c:pt idx="6763">
                  <c:v>7.8275462961755693E-2</c:v>
                </c:pt>
                <c:pt idx="6764">
                  <c:v>7.8287037031259388E-2</c:v>
                </c:pt>
                <c:pt idx="6765">
                  <c:v>7.829861110803904E-2</c:v>
                </c:pt>
                <c:pt idx="6766">
                  <c:v>7.8310185184818693E-2</c:v>
                </c:pt>
                <c:pt idx="6767">
                  <c:v>7.8321759254322387E-2</c:v>
                </c:pt>
                <c:pt idx="6768">
                  <c:v>7.833333333110204E-2</c:v>
                </c:pt>
                <c:pt idx="6769">
                  <c:v>7.8344907407881692E-2</c:v>
                </c:pt>
                <c:pt idx="6770">
                  <c:v>7.8356481477385387E-2</c:v>
                </c:pt>
                <c:pt idx="6771">
                  <c:v>7.8368055554165039E-2</c:v>
                </c:pt>
                <c:pt idx="6772">
                  <c:v>7.8379629630944692E-2</c:v>
                </c:pt>
                <c:pt idx="6773">
                  <c:v>7.8391203700448386E-2</c:v>
                </c:pt>
                <c:pt idx="6774">
                  <c:v>7.8402777777228039E-2</c:v>
                </c:pt>
                <c:pt idx="6775">
                  <c:v>7.8414351846731734E-2</c:v>
                </c:pt>
                <c:pt idx="6776">
                  <c:v>7.8425925923511386E-2</c:v>
                </c:pt>
                <c:pt idx="6777">
                  <c:v>7.8437500000291038E-2</c:v>
                </c:pt>
                <c:pt idx="6778">
                  <c:v>7.8449074069794733E-2</c:v>
                </c:pt>
                <c:pt idx="6779">
                  <c:v>7.8460648146574385E-2</c:v>
                </c:pt>
                <c:pt idx="6780">
                  <c:v>7.8472222223354038E-2</c:v>
                </c:pt>
                <c:pt idx="6781">
                  <c:v>7.8483796292857733E-2</c:v>
                </c:pt>
                <c:pt idx="6782">
                  <c:v>7.8495370369637385E-2</c:v>
                </c:pt>
                <c:pt idx="6783">
                  <c:v>7.850694443914108E-2</c:v>
                </c:pt>
                <c:pt idx="6784">
                  <c:v>7.8518518515920732E-2</c:v>
                </c:pt>
                <c:pt idx="6785">
                  <c:v>7.8530092592700385E-2</c:v>
                </c:pt>
                <c:pt idx="6786">
                  <c:v>7.8541666662204079E-2</c:v>
                </c:pt>
                <c:pt idx="6787">
                  <c:v>7.8553240738983732E-2</c:v>
                </c:pt>
                <c:pt idx="6788">
                  <c:v>7.8564814815763384E-2</c:v>
                </c:pt>
                <c:pt idx="6789">
                  <c:v>7.8576388885267079E-2</c:v>
                </c:pt>
                <c:pt idx="6790">
                  <c:v>7.8587962962046731E-2</c:v>
                </c:pt>
                <c:pt idx="6791">
                  <c:v>7.8599537031550426E-2</c:v>
                </c:pt>
                <c:pt idx="6792">
                  <c:v>7.8611111108330078E-2</c:v>
                </c:pt>
                <c:pt idx="6793">
                  <c:v>7.8622685185109731E-2</c:v>
                </c:pt>
                <c:pt idx="6794">
                  <c:v>7.8634259254613426E-2</c:v>
                </c:pt>
                <c:pt idx="6795">
                  <c:v>7.8645833331393078E-2</c:v>
                </c:pt>
                <c:pt idx="6796">
                  <c:v>7.865740740817273E-2</c:v>
                </c:pt>
                <c:pt idx="6797">
                  <c:v>7.8668981477676425E-2</c:v>
                </c:pt>
                <c:pt idx="6798">
                  <c:v>7.8680555554456078E-2</c:v>
                </c:pt>
                <c:pt idx="6799">
                  <c:v>7.8692129623959772E-2</c:v>
                </c:pt>
                <c:pt idx="6800">
                  <c:v>7.8703703700739425E-2</c:v>
                </c:pt>
                <c:pt idx="6801">
                  <c:v>7.8715277777519077E-2</c:v>
                </c:pt>
                <c:pt idx="6802">
                  <c:v>7.8726851847022772E-2</c:v>
                </c:pt>
                <c:pt idx="6803">
                  <c:v>7.8738425923802424E-2</c:v>
                </c:pt>
                <c:pt idx="6804">
                  <c:v>7.8750000000582077E-2</c:v>
                </c:pt>
                <c:pt idx="6805">
                  <c:v>7.8761574070085771E-2</c:v>
                </c:pt>
                <c:pt idx="6806">
                  <c:v>7.8773148146865424E-2</c:v>
                </c:pt>
                <c:pt idx="6807">
                  <c:v>7.8784722216369119E-2</c:v>
                </c:pt>
                <c:pt idx="6808">
                  <c:v>7.8796296293148771E-2</c:v>
                </c:pt>
                <c:pt idx="6809">
                  <c:v>7.8807870369928423E-2</c:v>
                </c:pt>
                <c:pt idx="6810">
                  <c:v>7.8819444439432118E-2</c:v>
                </c:pt>
                <c:pt idx="6811">
                  <c:v>7.883101851621177E-2</c:v>
                </c:pt>
                <c:pt idx="6812">
                  <c:v>7.8842592592991423E-2</c:v>
                </c:pt>
                <c:pt idx="6813">
                  <c:v>7.8854166662495118E-2</c:v>
                </c:pt>
                <c:pt idx="6814">
                  <c:v>7.886574073927477E-2</c:v>
                </c:pt>
                <c:pt idx="6815">
                  <c:v>7.8877314816054422E-2</c:v>
                </c:pt>
                <c:pt idx="6816">
                  <c:v>7.8888888885558117E-2</c:v>
                </c:pt>
                <c:pt idx="6817">
                  <c:v>7.890046296233777E-2</c:v>
                </c:pt>
                <c:pt idx="6818">
                  <c:v>7.8912037031841464E-2</c:v>
                </c:pt>
                <c:pt idx="6819">
                  <c:v>7.8923611108621117E-2</c:v>
                </c:pt>
                <c:pt idx="6820">
                  <c:v>7.8935185185400769E-2</c:v>
                </c:pt>
                <c:pt idx="6821">
                  <c:v>7.8946759254904464E-2</c:v>
                </c:pt>
                <c:pt idx="6822">
                  <c:v>7.8958333331684116E-2</c:v>
                </c:pt>
                <c:pt idx="6823">
                  <c:v>7.8969907408463769E-2</c:v>
                </c:pt>
                <c:pt idx="6824">
                  <c:v>7.8981481477967463E-2</c:v>
                </c:pt>
                <c:pt idx="6825">
                  <c:v>7.8993055554747116E-2</c:v>
                </c:pt>
                <c:pt idx="6826">
                  <c:v>7.9004629624250811E-2</c:v>
                </c:pt>
                <c:pt idx="6827">
                  <c:v>7.9016203701030463E-2</c:v>
                </c:pt>
                <c:pt idx="6828">
                  <c:v>7.9027777777810115E-2</c:v>
                </c:pt>
                <c:pt idx="6829">
                  <c:v>7.903935184731381E-2</c:v>
                </c:pt>
                <c:pt idx="6830">
                  <c:v>7.9050925924093463E-2</c:v>
                </c:pt>
                <c:pt idx="6831">
                  <c:v>7.9062500000873115E-2</c:v>
                </c:pt>
                <c:pt idx="6832">
                  <c:v>7.907407407037681E-2</c:v>
                </c:pt>
                <c:pt idx="6833">
                  <c:v>7.9085648147156462E-2</c:v>
                </c:pt>
                <c:pt idx="6834">
                  <c:v>7.9097222216660157E-2</c:v>
                </c:pt>
                <c:pt idx="6835">
                  <c:v>7.9108796293439809E-2</c:v>
                </c:pt>
                <c:pt idx="6836">
                  <c:v>7.9120370370219462E-2</c:v>
                </c:pt>
                <c:pt idx="6837">
                  <c:v>7.9131944439723156E-2</c:v>
                </c:pt>
                <c:pt idx="6838">
                  <c:v>7.9143518516502809E-2</c:v>
                </c:pt>
                <c:pt idx="6839">
                  <c:v>7.9155092593282461E-2</c:v>
                </c:pt>
                <c:pt idx="6840">
                  <c:v>7.9166666662786156E-2</c:v>
                </c:pt>
                <c:pt idx="6841">
                  <c:v>7.9178240739565808E-2</c:v>
                </c:pt>
                <c:pt idx="6842">
                  <c:v>7.9189814809069503E-2</c:v>
                </c:pt>
                <c:pt idx="6843">
                  <c:v>7.9201388885849155E-2</c:v>
                </c:pt>
                <c:pt idx="6844">
                  <c:v>7.9212962962628808E-2</c:v>
                </c:pt>
                <c:pt idx="6845">
                  <c:v>7.9224537032132503E-2</c:v>
                </c:pt>
                <c:pt idx="6846">
                  <c:v>7.9236111108912155E-2</c:v>
                </c:pt>
                <c:pt idx="6847">
                  <c:v>7.9247685185691807E-2</c:v>
                </c:pt>
                <c:pt idx="6848">
                  <c:v>7.9259259255195502E-2</c:v>
                </c:pt>
                <c:pt idx="6849">
                  <c:v>7.9270833331975155E-2</c:v>
                </c:pt>
                <c:pt idx="6850">
                  <c:v>7.9282407401478849E-2</c:v>
                </c:pt>
                <c:pt idx="6851">
                  <c:v>7.9293981478258502E-2</c:v>
                </c:pt>
                <c:pt idx="6852">
                  <c:v>7.9305555555038154E-2</c:v>
                </c:pt>
                <c:pt idx="6853">
                  <c:v>7.9317129624541849E-2</c:v>
                </c:pt>
                <c:pt idx="6854">
                  <c:v>7.9328703701321501E-2</c:v>
                </c:pt>
                <c:pt idx="6855">
                  <c:v>7.9340277778101154E-2</c:v>
                </c:pt>
                <c:pt idx="6856">
                  <c:v>7.9351851847604848E-2</c:v>
                </c:pt>
                <c:pt idx="6857">
                  <c:v>7.9363425924384501E-2</c:v>
                </c:pt>
                <c:pt idx="6858">
                  <c:v>7.9375000001164153E-2</c:v>
                </c:pt>
                <c:pt idx="6859">
                  <c:v>7.9386574070667848E-2</c:v>
                </c:pt>
                <c:pt idx="6860">
                  <c:v>7.93981481474475E-2</c:v>
                </c:pt>
                <c:pt idx="6861">
                  <c:v>7.9409722216951195E-2</c:v>
                </c:pt>
                <c:pt idx="6862">
                  <c:v>7.9421296293730848E-2</c:v>
                </c:pt>
                <c:pt idx="6863">
                  <c:v>7.94328703705105E-2</c:v>
                </c:pt>
                <c:pt idx="6864">
                  <c:v>7.9444444440014195E-2</c:v>
                </c:pt>
                <c:pt idx="6865">
                  <c:v>7.9456018516793847E-2</c:v>
                </c:pt>
                <c:pt idx="6866">
                  <c:v>7.9467592593573499E-2</c:v>
                </c:pt>
                <c:pt idx="6867">
                  <c:v>7.9479166663077194E-2</c:v>
                </c:pt>
                <c:pt idx="6868">
                  <c:v>7.9490740739856847E-2</c:v>
                </c:pt>
                <c:pt idx="6869">
                  <c:v>7.9502314809360541E-2</c:v>
                </c:pt>
                <c:pt idx="6870">
                  <c:v>7.9513888886140194E-2</c:v>
                </c:pt>
                <c:pt idx="6871">
                  <c:v>7.9525462962919846E-2</c:v>
                </c:pt>
                <c:pt idx="6872">
                  <c:v>7.9537037032423541E-2</c:v>
                </c:pt>
                <c:pt idx="6873">
                  <c:v>7.9548611109203193E-2</c:v>
                </c:pt>
                <c:pt idx="6874">
                  <c:v>7.9560185185982846E-2</c:v>
                </c:pt>
                <c:pt idx="6875">
                  <c:v>7.957175925548654E-2</c:v>
                </c:pt>
                <c:pt idx="6876">
                  <c:v>7.9583333332266193E-2</c:v>
                </c:pt>
                <c:pt idx="6877">
                  <c:v>7.9594907401769888E-2</c:v>
                </c:pt>
                <c:pt idx="6878">
                  <c:v>7.960648147854954E-2</c:v>
                </c:pt>
                <c:pt idx="6879">
                  <c:v>7.9618055555329192E-2</c:v>
                </c:pt>
                <c:pt idx="6880">
                  <c:v>7.9629629624832887E-2</c:v>
                </c:pt>
                <c:pt idx="6881">
                  <c:v>7.964120370161254E-2</c:v>
                </c:pt>
                <c:pt idx="6882">
                  <c:v>7.9652777778392192E-2</c:v>
                </c:pt>
                <c:pt idx="6883">
                  <c:v>7.9664351847895887E-2</c:v>
                </c:pt>
                <c:pt idx="6884">
                  <c:v>7.9675925924675539E-2</c:v>
                </c:pt>
                <c:pt idx="6885">
                  <c:v>7.9687499994179234E-2</c:v>
                </c:pt>
                <c:pt idx="6886">
                  <c:v>7.9699074070958886E-2</c:v>
                </c:pt>
                <c:pt idx="6887">
                  <c:v>7.9710648147738539E-2</c:v>
                </c:pt>
                <c:pt idx="6888">
                  <c:v>7.9722222217242233E-2</c:v>
                </c:pt>
                <c:pt idx="6889">
                  <c:v>7.9733796294021886E-2</c:v>
                </c:pt>
                <c:pt idx="6890">
                  <c:v>7.9745370370801538E-2</c:v>
                </c:pt>
                <c:pt idx="6891">
                  <c:v>7.9756944440305233E-2</c:v>
                </c:pt>
                <c:pt idx="6892">
                  <c:v>7.9768518517084885E-2</c:v>
                </c:pt>
                <c:pt idx="6893">
                  <c:v>7.9780092593864538E-2</c:v>
                </c:pt>
                <c:pt idx="6894">
                  <c:v>7.9791666663368233E-2</c:v>
                </c:pt>
                <c:pt idx="6895">
                  <c:v>7.9803240740147885E-2</c:v>
                </c:pt>
                <c:pt idx="6896">
                  <c:v>7.981481480965158E-2</c:v>
                </c:pt>
                <c:pt idx="6897">
                  <c:v>7.9826388886431232E-2</c:v>
                </c:pt>
                <c:pt idx="6898">
                  <c:v>7.9837962963210884E-2</c:v>
                </c:pt>
                <c:pt idx="6899">
                  <c:v>7.9849537032714579E-2</c:v>
                </c:pt>
                <c:pt idx="6900">
                  <c:v>7.9861111109494232E-2</c:v>
                </c:pt>
                <c:pt idx="6901">
                  <c:v>7.9872685186273884E-2</c:v>
                </c:pt>
                <c:pt idx="6902">
                  <c:v>7.9884259255777579E-2</c:v>
                </c:pt>
                <c:pt idx="6903">
                  <c:v>7.9895833332557231E-2</c:v>
                </c:pt>
                <c:pt idx="6904">
                  <c:v>7.9907407402060926E-2</c:v>
                </c:pt>
                <c:pt idx="6905">
                  <c:v>7.9918981478840578E-2</c:v>
                </c:pt>
                <c:pt idx="6906">
                  <c:v>7.9930555555620231E-2</c:v>
                </c:pt>
                <c:pt idx="6907">
                  <c:v>7.9942129625123926E-2</c:v>
                </c:pt>
                <c:pt idx="6908">
                  <c:v>7.9953703701903578E-2</c:v>
                </c:pt>
                <c:pt idx="6909">
                  <c:v>7.996527777868323E-2</c:v>
                </c:pt>
                <c:pt idx="6910">
                  <c:v>7.9976851848186925E-2</c:v>
                </c:pt>
                <c:pt idx="6911">
                  <c:v>7.9988425924966577E-2</c:v>
                </c:pt>
                <c:pt idx="6912">
                  <c:v>7.9999999994470272E-2</c:v>
                </c:pt>
                <c:pt idx="6913">
                  <c:v>8.0011574071249925E-2</c:v>
                </c:pt>
                <c:pt idx="6914">
                  <c:v>8.0023148148029577E-2</c:v>
                </c:pt>
                <c:pt idx="6915">
                  <c:v>8.0034722217533272E-2</c:v>
                </c:pt>
                <c:pt idx="6916">
                  <c:v>8.0046296294312924E-2</c:v>
                </c:pt>
                <c:pt idx="6917">
                  <c:v>8.0057870371092577E-2</c:v>
                </c:pt>
                <c:pt idx="6918">
                  <c:v>8.0069444440596271E-2</c:v>
                </c:pt>
                <c:pt idx="6919">
                  <c:v>8.0081018517375924E-2</c:v>
                </c:pt>
                <c:pt idx="6920">
                  <c:v>8.0092592586879618E-2</c:v>
                </c:pt>
                <c:pt idx="6921">
                  <c:v>8.0104166663659271E-2</c:v>
                </c:pt>
                <c:pt idx="6922">
                  <c:v>8.0115740740438923E-2</c:v>
                </c:pt>
                <c:pt idx="6923">
                  <c:v>8.0127314809942618E-2</c:v>
                </c:pt>
                <c:pt idx="6924">
                  <c:v>8.013888888672227E-2</c:v>
                </c:pt>
                <c:pt idx="6925">
                  <c:v>8.0150462963501923E-2</c:v>
                </c:pt>
                <c:pt idx="6926">
                  <c:v>8.0162037033005618E-2</c:v>
                </c:pt>
                <c:pt idx="6927">
                  <c:v>8.017361110978527E-2</c:v>
                </c:pt>
                <c:pt idx="6928">
                  <c:v>8.0185185179288965E-2</c:v>
                </c:pt>
                <c:pt idx="6929">
                  <c:v>8.0196759256068617E-2</c:v>
                </c:pt>
                <c:pt idx="6930">
                  <c:v>8.0208333332848269E-2</c:v>
                </c:pt>
                <c:pt idx="6931">
                  <c:v>8.0219907402351964E-2</c:v>
                </c:pt>
                <c:pt idx="6932">
                  <c:v>8.0231481479131617E-2</c:v>
                </c:pt>
                <c:pt idx="6933">
                  <c:v>8.0243055555911269E-2</c:v>
                </c:pt>
                <c:pt idx="6934">
                  <c:v>8.0254629625414964E-2</c:v>
                </c:pt>
                <c:pt idx="6935">
                  <c:v>8.0266203702194616E-2</c:v>
                </c:pt>
                <c:pt idx="6936">
                  <c:v>8.0277777778974269E-2</c:v>
                </c:pt>
                <c:pt idx="6937">
                  <c:v>8.0289351848477963E-2</c:v>
                </c:pt>
                <c:pt idx="6938">
                  <c:v>8.0300925925257616E-2</c:v>
                </c:pt>
                <c:pt idx="6939">
                  <c:v>8.0312499994761311E-2</c:v>
                </c:pt>
                <c:pt idx="6940">
                  <c:v>8.0324074071540963E-2</c:v>
                </c:pt>
                <c:pt idx="6941">
                  <c:v>8.0335648148320615E-2</c:v>
                </c:pt>
                <c:pt idx="6942">
                  <c:v>8.034722221782431E-2</c:v>
                </c:pt>
                <c:pt idx="6943">
                  <c:v>8.0358796294603962E-2</c:v>
                </c:pt>
                <c:pt idx="6944">
                  <c:v>8.0370370371383615E-2</c:v>
                </c:pt>
                <c:pt idx="6945">
                  <c:v>8.038194444088731E-2</c:v>
                </c:pt>
                <c:pt idx="6946">
                  <c:v>8.0393518517666962E-2</c:v>
                </c:pt>
                <c:pt idx="6947">
                  <c:v>8.0405092587170657E-2</c:v>
                </c:pt>
                <c:pt idx="6948">
                  <c:v>8.0416666663950309E-2</c:v>
                </c:pt>
                <c:pt idx="6949">
                  <c:v>8.0428240740729962E-2</c:v>
                </c:pt>
                <c:pt idx="6950">
                  <c:v>8.0439814810233656E-2</c:v>
                </c:pt>
                <c:pt idx="6951">
                  <c:v>8.0451388887013309E-2</c:v>
                </c:pt>
                <c:pt idx="6952">
                  <c:v>8.0462962963792961E-2</c:v>
                </c:pt>
                <c:pt idx="6953">
                  <c:v>8.0474537033296656E-2</c:v>
                </c:pt>
                <c:pt idx="6954">
                  <c:v>8.0486111110076308E-2</c:v>
                </c:pt>
                <c:pt idx="6955">
                  <c:v>8.0497685179580003E-2</c:v>
                </c:pt>
                <c:pt idx="6956">
                  <c:v>8.0509259256359655E-2</c:v>
                </c:pt>
                <c:pt idx="6957">
                  <c:v>8.0520833333139308E-2</c:v>
                </c:pt>
                <c:pt idx="6958">
                  <c:v>8.0532407402643003E-2</c:v>
                </c:pt>
                <c:pt idx="6959">
                  <c:v>8.0543981479422655E-2</c:v>
                </c:pt>
                <c:pt idx="6960">
                  <c:v>8.0555555556202307E-2</c:v>
                </c:pt>
                <c:pt idx="6961">
                  <c:v>8.0567129625706002E-2</c:v>
                </c:pt>
                <c:pt idx="6962">
                  <c:v>8.0578703702485655E-2</c:v>
                </c:pt>
                <c:pt idx="6963">
                  <c:v>8.0590277771989349E-2</c:v>
                </c:pt>
                <c:pt idx="6964">
                  <c:v>8.0601851848769002E-2</c:v>
                </c:pt>
                <c:pt idx="6965">
                  <c:v>8.0613425925548654E-2</c:v>
                </c:pt>
                <c:pt idx="6966">
                  <c:v>8.0624999995052349E-2</c:v>
                </c:pt>
                <c:pt idx="6967">
                  <c:v>8.0636574071832001E-2</c:v>
                </c:pt>
                <c:pt idx="6968">
                  <c:v>8.0648148148611654E-2</c:v>
                </c:pt>
                <c:pt idx="6969">
                  <c:v>8.0659722218115348E-2</c:v>
                </c:pt>
                <c:pt idx="6970">
                  <c:v>8.0671296294895001E-2</c:v>
                </c:pt>
                <c:pt idx="6971">
                  <c:v>8.0682870371674653E-2</c:v>
                </c:pt>
                <c:pt idx="6972">
                  <c:v>8.0694444441178348E-2</c:v>
                </c:pt>
                <c:pt idx="6973">
                  <c:v>8.0706018517958E-2</c:v>
                </c:pt>
                <c:pt idx="6974">
                  <c:v>8.0717592587461695E-2</c:v>
                </c:pt>
                <c:pt idx="6975">
                  <c:v>8.0729166664241347E-2</c:v>
                </c:pt>
                <c:pt idx="6976">
                  <c:v>8.0740740741021E-2</c:v>
                </c:pt>
                <c:pt idx="6977">
                  <c:v>8.0752314810524695E-2</c:v>
                </c:pt>
                <c:pt idx="6978">
                  <c:v>8.0763888887304347E-2</c:v>
                </c:pt>
                <c:pt idx="6979">
                  <c:v>8.0775462964083999E-2</c:v>
                </c:pt>
                <c:pt idx="6980">
                  <c:v>8.0787037033587694E-2</c:v>
                </c:pt>
                <c:pt idx="6981">
                  <c:v>8.0798611110367347E-2</c:v>
                </c:pt>
                <c:pt idx="6982">
                  <c:v>8.0810185179871041E-2</c:v>
                </c:pt>
                <c:pt idx="6983">
                  <c:v>8.0821759256650694E-2</c:v>
                </c:pt>
                <c:pt idx="6984">
                  <c:v>8.0833333333430346E-2</c:v>
                </c:pt>
                <c:pt idx="6985">
                  <c:v>8.0844907402934041E-2</c:v>
                </c:pt>
                <c:pt idx="6986">
                  <c:v>8.0856481479713693E-2</c:v>
                </c:pt>
                <c:pt idx="6987">
                  <c:v>8.0868055556493346E-2</c:v>
                </c:pt>
                <c:pt idx="6988">
                  <c:v>8.087962962599704E-2</c:v>
                </c:pt>
                <c:pt idx="6989">
                  <c:v>8.0891203702776693E-2</c:v>
                </c:pt>
                <c:pt idx="6990">
                  <c:v>8.0902777772280388E-2</c:v>
                </c:pt>
                <c:pt idx="6991">
                  <c:v>8.091435184906004E-2</c:v>
                </c:pt>
                <c:pt idx="6992">
                  <c:v>8.0925925925839692E-2</c:v>
                </c:pt>
                <c:pt idx="6993">
                  <c:v>8.0937499995343387E-2</c:v>
                </c:pt>
                <c:pt idx="6994">
                  <c:v>8.094907407212304E-2</c:v>
                </c:pt>
                <c:pt idx="6995">
                  <c:v>8.0960648148902692E-2</c:v>
                </c:pt>
                <c:pt idx="6996">
                  <c:v>8.0972222218406387E-2</c:v>
                </c:pt>
                <c:pt idx="6997">
                  <c:v>8.0983796295186039E-2</c:v>
                </c:pt>
                <c:pt idx="6998">
                  <c:v>8.0995370364689734E-2</c:v>
                </c:pt>
                <c:pt idx="6999">
                  <c:v>8.1006944441469386E-2</c:v>
                </c:pt>
                <c:pt idx="7000">
                  <c:v>8.1018518518249039E-2</c:v>
                </c:pt>
                <c:pt idx="7001">
                  <c:v>8.1030092587752733E-2</c:v>
                </c:pt>
                <c:pt idx="7002">
                  <c:v>8.1041666664532386E-2</c:v>
                </c:pt>
                <c:pt idx="7003">
                  <c:v>8.1053240741312038E-2</c:v>
                </c:pt>
                <c:pt idx="7004">
                  <c:v>8.1064814810815733E-2</c:v>
                </c:pt>
                <c:pt idx="7005">
                  <c:v>8.1076388887595385E-2</c:v>
                </c:pt>
                <c:pt idx="7006">
                  <c:v>8.108796295709908E-2</c:v>
                </c:pt>
                <c:pt idx="7007">
                  <c:v>8.1099537033878732E-2</c:v>
                </c:pt>
                <c:pt idx="7008">
                  <c:v>8.1111111110658385E-2</c:v>
                </c:pt>
                <c:pt idx="7009">
                  <c:v>8.112268518016208E-2</c:v>
                </c:pt>
                <c:pt idx="7010">
                  <c:v>8.1134259256941732E-2</c:v>
                </c:pt>
                <c:pt idx="7011">
                  <c:v>8.1145833333721384E-2</c:v>
                </c:pt>
                <c:pt idx="7012">
                  <c:v>8.1157407403225079E-2</c:v>
                </c:pt>
                <c:pt idx="7013">
                  <c:v>8.1168981480004732E-2</c:v>
                </c:pt>
                <c:pt idx="7014">
                  <c:v>8.1180555556784384E-2</c:v>
                </c:pt>
                <c:pt idx="7015">
                  <c:v>8.1192129626288079E-2</c:v>
                </c:pt>
                <c:pt idx="7016">
                  <c:v>8.1203703703067731E-2</c:v>
                </c:pt>
                <c:pt idx="7017">
                  <c:v>8.1215277772571426E-2</c:v>
                </c:pt>
                <c:pt idx="7018">
                  <c:v>8.1226851849351078E-2</c:v>
                </c:pt>
                <c:pt idx="7019">
                  <c:v>8.1238425926130731E-2</c:v>
                </c:pt>
                <c:pt idx="7020">
                  <c:v>8.1249999995634425E-2</c:v>
                </c:pt>
                <c:pt idx="7021">
                  <c:v>8.1261574072414078E-2</c:v>
                </c:pt>
                <c:pt idx="7022">
                  <c:v>8.127314814919373E-2</c:v>
                </c:pt>
                <c:pt idx="7023">
                  <c:v>8.1284722218697425E-2</c:v>
                </c:pt>
                <c:pt idx="7024">
                  <c:v>8.1296296295477077E-2</c:v>
                </c:pt>
                <c:pt idx="7025">
                  <c:v>8.1307870364980772E-2</c:v>
                </c:pt>
                <c:pt idx="7026">
                  <c:v>8.1319444441760425E-2</c:v>
                </c:pt>
                <c:pt idx="7027">
                  <c:v>8.1331018518540077E-2</c:v>
                </c:pt>
                <c:pt idx="7028">
                  <c:v>8.1342592588043772E-2</c:v>
                </c:pt>
                <c:pt idx="7029">
                  <c:v>8.1354166664823424E-2</c:v>
                </c:pt>
                <c:pt idx="7030">
                  <c:v>8.1365740741603076E-2</c:v>
                </c:pt>
                <c:pt idx="7031">
                  <c:v>8.1377314811106771E-2</c:v>
                </c:pt>
                <c:pt idx="7032">
                  <c:v>8.1388888887886424E-2</c:v>
                </c:pt>
                <c:pt idx="7033">
                  <c:v>8.1400462957390118E-2</c:v>
                </c:pt>
                <c:pt idx="7034">
                  <c:v>8.1412037034169771E-2</c:v>
                </c:pt>
                <c:pt idx="7035">
                  <c:v>8.1423611110949423E-2</c:v>
                </c:pt>
                <c:pt idx="7036">
                  <c:v>8.1435185180453118E-2</c:v>
                </c:pt>
                <c:pt idx="7037">
                  <c:v>8.144675925723277E-2</c:v>
                </c:pt>
                <c:pt idx="7038">
                  <c:v>8.1458333334012423E-2</c:v>
                </c:pt>
                <c:pt idx="7039">
                  <c:v>8.1469907403516117E-2</c:v>
                </c:pt>
                <c:pt idx="7040">
                  <c:v>8.148148148029577E-2</c:v>
                </c:pt>
                <c:pt idx="7041">
                  <c:v>8.1493055549799465E-2</c:v>
                </c:pt>
                <c:pt idx="7042">
                  <c:v>8.1504629626579117E-2</c:v>
                </c:pt>
                <c:pt idx="7043">
                  <c:v>8.1516203703358769E-2</c:v>
                </c:pt>
                <c:pt idx="7044">
                  <c:v>8.1527777772862464E-2</c:v>
                </c:pt>
                <c:pt idx="7045">
                  <c:v>8.1539351849642117E-2</c:v>
                </c:pt>
                <c:pt idx="7046">
                  <c:v>8.1550925926421769E-2</c:v>
                </c:pt>
                <c:pt idx="7047">
                  <c:v>8.1562499995925464E-2</c:v>
                </c:pt>
                <c:pt idx="7048">
                  <c:v>8.1574074072705116E-2</c:v>
                </c:pt>
                <c:pt idx="7049">
                  <c:v>8.1585648149484769E-2</c:v>
                </c:pt>
                <c:pt idx="7050">
                  <c:v>8.1597222218988463E-2</c:v>
                </c:pt>
                <c:pt idx="7051">
                  <c:v>8.1608796295768116E-2</c:v>
                </c:pt>
                <c:pt idx="7052">
                  <c:v>8.162037036527181E-2</c:v>
                </c:pt>
                <c:pt idx="7053">
                  <c:v>8.1631944442051463E-2</c:v>
                </c:pt>
                <c:pt idx="7054">
                  <c:v>8.1643518518831115E-2</c:v>
                </c:pt>
                <c:pt idx="7055">
                  <c:v>8.165509258833481E-2</c:v>
                </c:pt>
                <c:pt idx="7056">
                  <c:v>8.1666666665114462E-2</c:v>
                </c:pt>
                <c:pt idx="7057">
                  <c:v>8.1678240741894115E-2</c:v>
                </c:pt>
                <c:pt idx="7058">
                  <c:v>8.168981481139781E-2</c:v>
                </c:pt>
                <c:pt idx="7059">
                  <c:v>8.1701388888177462E-2</c:v>
                </c:pt>
                <c:pt idx="7060">
                  <c:v>8.1712962957681157E-2</c:v>
                </c:pt>
                <c:pt idx="7061">
                  <c:v>8.1724537034460809E-2</c:v>
                </c:pt>
                <c:pt idx="7062">
                  <c:v>8.1736111111240461E-2</c:v>
                </c:pt>
                <c:pt idx="7063">
                  <c:v>8.1747685180744156E-2</c:v>
                </c:pt>
                <c:pt idx="7064">
                  <c:v>8.1759259257523809E-2</c:v>
                </c:pt>
                <c:pt idx="7065">
                  <c:v>8.1770833334303461E-2</c:v>
                </c:pt>
                <c:pt idx="7066">
                  <c:v>8.1782407403807156E-2</c:v>
                </c:pt>
                <c:pt idx="7067">
                  <c:v>8.1793981480586808E-2</c:v>
                </c:pt>
                <c:pt idx="7068">
                  <c:v>8.1805555550090503E-2</c:v>
                </c:pt>
                <c:pt idx="7069">
                  <c:v>8.1817129626870155E-2</c:v>
                </c:pt>
                <c:pt idx="7070">
                  <c:v>8.1828703703649808E-2</c:v>
                </c:pt>
                <c:pt idx="7071">
                  <c:v>8.1840277773153502E-2</c:v>
                </c:pt>
                <c:pt idx="7072">
                  <c:v>8.1851851849933155E-2</c:v>
                </c:pt>
                <c:pt idx="7073">
                  <c:v>8.1863425926712807E-2</c:v>
                </c:pt>
                <c:pt idx="7074">
                  <c:v>8.1874999996216502E-2</c:v>
                </c:pt>
                <c:pt idx="7075">
                  <c:v>8.1886574072996154E-2</c:v>
                </c:pt>
                <c:pt idx="7076">
                  <c:v>8.1898148142499849E-2</c:v>
                </c:pt>
                <c:pt idx="7077">
                  <c:v>8.1909722219279502E-2</c:v>
                </c:pt>
                <c:pt idx="7078">
                  <c:v>8.1921296296059154E-2</c:v>
                </c:pt>
                <c:pt idx="7079">
                  <c:v>8.1932870365562849E-2</c:v>
                </c:pt>
                <c:pt idx="7080">
                  <c:v>8.1944444442342501E-2</c:v>
                </c:pt>
                <c:pt idx="7081">
                  <c:v>8.1956018519122154E-2</c:v>
                </c:pt>
                <c:pt idx="7082">
                  <c:v>8.1967592588625848E-2</c:v>
                </c:pt>
                <c:pt idx="7083">
                  <c:v>8.1979166665405501E-2</c:v>
                </c:pt>
                <c:pt idx="7084">
                  <c:v>8.1990740734909195E-2</c:v>
                </c:pt>
                <c:pt idx="7085">
                  <c:v>8.2002314811688848E-2</c:v>
                </c:pt>
                <c:pt idx="7086">
                  <c:v>8.20138888884685E-2</c:v>
                </c:pt>
                <c:pt idx="7087">
                  <c:v>8.2025462957972195E-2</c:v>
                </c:pt>
                <c:pt idx="7088">
                  <c:v>8.2037037034751847E-2</c:v>
                </c:pt>
                <c:pt idx="7089">
                  <c:v>8.20486111115315E-2</c:v>
                </c:pt>
                <c:pt idx="7090">
                  <c:v>8.2060185181035195E-2</c:v>
                </c:pt>
                <c:pt idx="7091">
                  <c:v>8.2071759257814847E-2</c:v>
                </c:pt>
                <c:pt idx="7092">
                  <c:v>8.2083333334594499E-2</c:v>
                </c:pt>
                <c:pt idx="7093">
                  <c:v>8.2094907404098194E-2</c:v>
                </c:pt>
                <c:pt idx="7094">
                  <c:v>8.2106481480877846E-2</c:v>
                </c:pt>
                <c:pt idx="7095">
                  <c:v>8.2118055550381541E-2</c:v>
                </c:pt>
                <c:pt idx="7096">
                  <c:v>8.2129629627161194E-2</c:v>
                </c:pt>
                <c:pt idx="7097">
                  <c:v>8.2141203703940846E-2</c:v>
                </c:pt>
                <c:pt idx="7098">
                  <c:v>8.2152777773444541E-2</c:v>
                </c:pt>
                <c:pt idx="7099">
                  <c:v>8.2164351850224193E-2</c:v>
                </c:pt>
                <c:pt idx="7100">
                  <c:v>8.2175925927003846E-2</c:v>
                </c:pt>
                <c:pt idx="7101">
                  <c:v>8.218749999650754E-2</c:v>
                </c:pt>
                <c:pt idx="7102">
                  <c:v>8.2199074073287193E-2</c:v>
                </c:pt>
                <c:pt idx="7103">
                  <c:v>8.2210648142790888E-2</c:v>
                </c:pt>
                <c:pt idx="7104">
                  <c:v>8.222222221957054E-2</c:v>
                </c:pt>
                <c:pt idx="7105">
                  <c:v>8.2233796296350192E-2</c:v>
                </c:pt>
                <c:pt idx="7106">
                  <c:v>8.2245370365853887E-2</c:v>
                </c:pt>
                <c:pt idx="7107">
                  <c:v>8.2256944442633539E-2</c:v>
                </c:pt>
                <c:pt idx="7108">
                  <c:v>8.2268518519413192E-2</c:v>
                </c:pt>
                <c:pt idx="7109">
                  <c:v>8.2280092588916887E-2</c:v>
                </c:pt>
                <c:pt idx="7110">
                  <c:v>8.2291666665696539E-2</c:v>
                </c:pt>
                <c:pt idx="7111">
                  <c:v>8.2303240735200234E-2</c:v>
                </c:pt>
                <c:pt idx="7112">
                  <c:v>8.2314814811979886E-2</c:v>
                </c:pt>
                <c:pt idx="7113">
                  <c:v>8.2326388888759539E-2</c:v>
                </c:pt>
                <c:pt idx="7114">
                  <c:v>8.2337962958263233E-2</c:v>
                </c:pt>
                <c:pt idx="7115">
                  <c:v>8.2349537035042886E-2</c:v>
                </c:pt>
                <c:pt idx="7116">
                  <c:v>8.2361111111822538E-2</c:v>
                </c:pt>
                <c:pt idx="7117">
                  <c:v>8.2372685181326233E-2</c:v>
                </c:pt>
                <c:pt idx="7118">
                  <c:v>8.2384259258105885E-2</c:v>
                </c:pt>
                <c:pt idx="7119">
                  <c:v>8.239583332760958E-2</c:v>
                </c:pt>
                <c:pt idx="7120">
                  <c:v>8.2407407404389232E-2</c:v>
                </c:pt>
                <c:pt idx="7121">
                  <c:v>8.2418981481168885E-2</c:v>
                </c:pt>
                <c:pt idx="7122">
                  <c:v>8.243055555067258E-2</c:v>
                </c:pt>
                <c:pt idx="7123">
                  <c:v>8.2442129627452232E-2</c:v>
                </c:pt>
                <c:pt idx="7124">
                  <c:v>8.2453703704231884E-2</c:v>
                </c:pt>
                <c:pt idx="7125">
                  <c:v>8.2465277773735579E-2</c:v>
                </c:pt>
                <c:pt idx="7126">
                  <c:v>8.2476851850515231E-2</c:v>
                </c:pt>
                <c:pt idx="7127">
                  <c:v>8.2488425920018926E-2</c:v>
                </c:pt>
                <c:pt idx="7128">
                  <c:v>8.2499999996798579E-2</c:v>
                </c:pt>
                <c:pt idx="7129">
                  <c:v>8.2511574073578231E-2</c:v>
                </c:pt>
                <c:pt idx="7130">
                  <c:v>8.2523148143081926E-2</c:v>
                </c:pt>
                <c:pt idx="7131">
                  <c:v>8.2534722219861578E-2</c:v>
                </c:pt>
                <c:pt idx="7132">
                  <c:v>8.2546296296641231E-2</c:v>
                </c:pt>
                <c:pt idx="7133">
                  <c:v>8.2557870366144925E-2</c:v>
                </c:pt>
                <c:pt idx="7134">
                  <c:v>8.2569444442924578E-2</c:v>
                </c:pt>
                <c:pt idx="7135">
                  <c:v>8.258101851970423E-2</c:v>
                </c:pt>
                <c:pt idx="7136">
                  <c:v>8.2592592589207925E-2</c:v>
                </c:pt>
                <c:pt idx="7137">
                  <c:v>8.2604166665987577E-2</c:v>
                </c:pt>
                <c:pt idx="7138">
                  <c:v>8.2615740735491272E-2</c:v>
                </c:pt>
                <c:pt idx="7139">
                  <c:v>8.2627314812270924E-2</c:v>
                </c:pt>
                <c:pt idx="7140">
                  <c:v>8.2638888889050577E-2</c:v>
                </c:pt>
                <c:pt idx="7141">
                  <c:v>8.2650462958554272E-2</c:v>
                </c:pt>
                <c:pt idx="7142">
                  <c:v>8.2662037035333924E-2</c:v>
                </c:pt>
                <c:pt idx="7143">
                  <c:v>8.2673611112113576E-2</c:v>
                </c:pt>
                <c:pt idx="7144">
                  <c:v>8.2685185181617271E-2</c:v>
                </c:pt>
                <c:pt idx="7145">
                  <c:v>8.2696759258396924E-2</c:v>
                </c:pt>
                <c:pt idx="7146">
                  <c:v>8.2708333327900618E-2</c:v>
                </c:pt>
                <c:pt idx="7147">
                  <c:v>8.2719907404680271E-2</c:v>
                </c:pt>
                <c:pt idx="7148">
                  <c:v>8.2731481481459923E-2</c:v>
                </c:pt>
                <c:pt idx="7149">
                  <c:v>8.2743055550963618E-2</c:v>
                </c:pt>
                <c:pt idx="7150">
                  <c:v>8.275462962774327E-2</c:v>
                </c:pt>
                <c:pt idx="7151">
                  <c:v>8.2766203704522923E-2</c:v>
                </c:pt>
                <c:pt idx="7152">
                  <c:v>8.2777777774026617E-2</c:v>
                </c:pt>
                <c:pt idx="7153">
                  <c:v>8.278935185080627E-2</c:v>
                </c:pt>
                <c:pt idx="7154">
                  <c:v>8.2800925920309965E-2</c:v>
                </c:pt>
                <c:pt idx="7155">
                  <c:v>8.2812499997089617E-2</c:v>
                </c:pt>
                <c:pt idx="7156">
                  <c:v>8.2824074073869269E-2</c:v>
                </c:pt>
                <c:pt idx="7157">
                  <c:v>8.2835648143372964E-2</c:v>
                </c:pt>
                <c:pt idx="7158">
                  <c:v>8.2847222220152617E-2</c:v>
                </c:pt>
                <c:pt idx="7159">
                  <c:v>8.2858796296932269E-2</c:v>
                </c:pt>
                <c:pt idx="7160">
                  <c:v>8.2870370366435964E-2</c:v>
                </c:pt>
                <c:pt idx="7161">
                  <c:v>8.2881944443215616E-2</c:v>
                </c:pt>
                <c:pt idx="7162">
                  <c:v>8.2893518512719311E-2</c:v>
                </c:pt>
                <c:pt idx="7163">
                  <c:v>8.2905092589498963E-2</c:v>
                </c:pt>
                <c:pt idx="7164">
                  <c:v>8.2916666666278616E-2</c:v>
                </c:pt>
                <c:pt idx="7165">
                  <c:v>8.292824073578231E-2</c:v>
                </c:pt>
                <c:pt idx="7166">
                  <c:v>8.2939814812561963E-2</c:v>
                </c:pt>
                <c:pt idx="7167">
                  <c:v>8.2951388889341615E-2</c:v>
                </c:pt>
                <c:pt idx="7168">
                  <c:v>8.296296295884531E-2</c:v>
                </c:pt>
                <c:pt idx="7169">
                  <c:v>8.2974537035624962E-2</c:v>
                </c:pt>
                <c:pt idx="7170">
                  <c:v>8.2986111112404615E-2</c:v>
                </c:pt>
                <c:pt idx="7171">
                  <c:v>8.2997685181908309E-2</c:v>
                </c:pt>
                <c:pt idx="7172">
                  <c:v>8.3009259258687962E-2</c:v>
                </c:pt>
                <c:pt idx="7173">
                  <c:v>8.3020833328191657E-2</c:v>
                </c:pt>
                <c:pt idx="7174">
                  <c:v>8.3032407404971309E-2</c:v>
                </c:pt>
                <c:pt idx="7175">
                  <c:v>8.3043981481750961E-2</c:v>
                </c:pt>
                <c:pt idx="7176">
                  <c:v>8.3055555551254656E-2</c:v>
                </c:pt>
                <c:pt idx="7177">
                  <c:v>8.3067129628034309E-2</c:v>
                </c:pt>
                <c:pt idx="7178">
                  <c:v>8.3078703704813961E-2</c:v>
                </c:pt>
                <c:pt idx="7179">
                  <c:v>8.3090277774317656E-2</c:v>
                </c:pt>
                <c:pt idx="7180">
                  <c:v>8.3101851851097308E-2</c:v>
                </c:pt>
                <c:pt idx="7181">
                  <c:v>8.3113425920601003E-2</c:v>
                </c:pt>
                <c:pt idx="7182">
                  <c:v>8.3124999997380655E-2</c:v>
                </c:pt>
                <c:pt idx="7183">
                  <c:v>8.3136574074160308E-2</c:v>
                </c:pt>
                <c:pt idx="7184">
                  <c:v>8.3148148143664002E-2</c:v>
                </c:pt>
                <c:pt idx="7185">
                  <c:v>8.3159722220443655E-2</c:v>
                </c:pt>
                <c:pt idx="7186">
                  <c:v>8.3171296297223307E-2</c:v>
                </c:pt>
                <c:pt idx="7187">
                  <c:v>8.3182870366727002E-2</c:v>
                </c:pt>
                <c:pt idx="7188">
                  <c:v>8.3194444443506654E-2</c:v>
                </c:pt>
                <c:pt idx="7189">
                  <c:v>8.3206018513010349E-2</c:v>
                </c:pt>
                <c:pt idx="7190">
                  <c:v>8.3217592589790002E-2</c:v>
                </c:pt>
                <c:pt idx="7191">
                  <c:v>8.3229166666569654E-2</c:v>
                </c:pt>
                <c:pt idx="7192">
                  <c:v>8.3240740736073349E-2</c:v>
                </c:pt>
                <c:pt idx="7193">
                  <c:v>8.3252314812853001E-2</c:v>
                </c:pt>
                <c:pt idx="7194">
                  <c:v>8.3263888889632653E-2</c:v>
                </c:pt>
                <c:pt idx="7195">
                  <c:v>8.3275462959136348E-2</c:v>
                </c:pt>
                <c:pt idx="7196">
                  <c:v>8.3287037035916001E-2</c:v>
                </c:pt>
                <c:pt idx="7197">
                  <c:v>8.3298611105419695E-2</c:v>
                </c:pt>
                <c:pt idx="7198">
                  <c:v>8.3310185182199348E-2</c:v>
                </c:pt>
                <c:pt idx="7199">
                  <c:v>8.3321759258979E-2</c:v>
                </c:pt>
                <c:pt idx="7200">
                  <c:v>8.3333333328482695E-2</c:v>
                </c:pt>
                <c:pt idx="7201">
                  <c:v>8.3344907405262347E-2</c:v>
                </c:pt>
                <c:pt idx="7202">
                  <c:v>8.3356481482042E-2</c:v>
                </c:pt>
                <c:pt idx="7203">
                  <c:v>8.3368055551545694E-2</c:v>
                </c:pt>
                <c:pt idx="7204">
                  <c:v>8.3379629628325347E-2</c:v>
                </c:pt>
                <c:pt idx="7205">
                  <c:v>8.3391203697829042E-2</c:v>
                </c:pt>
                <c:pt idx="7206">
                  <c:v>8.3402777774608694E-2</c:v>
                </c:pt>
                <c:pt idx="7207">
                  <c:v>8.3414351851388346E-2</c:v>
                </c:pt>
                <c:pt idx="7208">
                  <c:v>8.3425925920892041E-2</c:v>
                </c:pt>
                <c:pt idx="7209">
                  <c:v>8.3437499997671694E-2</c:v>
                </c:pt>
                <c:pt idx="7210">
                  <c:v>8.3449074074451346E-2</c:v>
                </c:pt>
                <c:pt idx="7211">
                  <c:v>8.3460648143955041E-2</c:v>
                </c:pt>
                <c:pt idx="7212">
                  <c:v>8.3472222220734693E-2</c:v>
                </c:pt>
                <c:pt idx="7213">
                  <c:v>8.3483796297514345E-2</c:v>
                </c:pt>
                <c:pt idx="7214">
                  <c:v>8.349537036701804E-2</c:v>
                </c:pt>
                <c:pt idx="7215">
                  <c:v>8.3506944443797693E-2</c:v>
                </c:pt>
                <c:pt idx="7216">
                  <c:v>8.3518518513301387E-2</c:v>
                </c:pt>
                <c:pt idx="7217">
                  <c:v>8.353009259008104E-2</c:v>
                </c:pt>
                <c:pt idx="7218">
                  <c:v>8.3541666666860692E-2</c:v>
                </c:pt>
                <c:pt idx="7219">
                  <c:v>8.3553240736364387E-2</c:v>
                </c:pt>
                <c:pt idx="7220">
                  <c:v>8.3564814813144039E-2</c:v>
                </c:pt>
                <c:pt idx="7221">
                  <c:v>8.3576388889923692E-2</c:v>
                </c:pt>
                <c:pt idx="7222">
                  <c:v>8.3587962959427387E-2</c:v>
                </c:pt>
                <c:pt idx="7223">
                  <c:v>8.3599537036207039E-2</c:v>
                </c:pt>
                <c:pt idx="7224">
                  <c:v>8.3611111105710734E-2</c:v>
                </c:pt>
                <c:pt idx="7225">
                  <c:v>8.3622685182490386E-2</c:v>
                </c:pt>
                <c:pt idx="7226">
                  <c:v>8.3634259259270038E-2</c:v>
                </c:pt>
                <c:pt idx="7227">
                  <c:v>8.3645833328773733E-2</c:v>
                </c:pt>
                <c:pt idx="7228">
                  <c:v>8.3657407405553386E-2</c:v>
                </c:pt>
                <c:pt idx="7229">
                  <c:v>8.3668981482333038E-2</c:v>
                </c:pt>
                <c:pt idx="7230">
                  <c:v>8.3680555551836733E-2</c:v>
                </c:pt>
                <c:pt idx="7231">
                  <c:v>8.3692129628616385E-2</c:v>
                </c:pt>
                <c:pt idx="7232">
                  <c:v>8.370370369812008E-2</c:v>
                </c:pt>
                <c:pt idx="7233">
                  <c:v>8.3715277774899732E-2</c:v>
                </c:pt>
                <c:pt idx="7234">
                  <c:v>8.3726851851679385E-2</c:v>
                </c:pt>
                <c:pt idx="7235">
                  <c:v>8.3738425921183079E-2</c:v>
                </c:pt>
                <c:pt idx="7236">
                  <c:v>8.3749999997962732E-2</c:v>
                </c:pt>
                <c:pt idx="7237">
                  <c:v>8.3761574074742384E-2</c:v>
                </c:pt>
                <c:pt idx="7238">
                  <c:v>8.3773148144246079E-2</c:v>
                </c:pt>
                <c:pt idx="7239">
                  <c:v>8.3784722221025731E-2</c:v>
                </c:pt>
                <c:pt idx="7240">
                  <c:v>8.3796296290529426E-2</c:v>
                </c:pt>
                <c:pt idx="7241">
                  <c:v>8.3807870367309079E-2</c:v>
                </c:pt>
                <c:pt idx="7242">
                  <c:v>8.3819444444088731E-2</c:v>
                </c:pt>
                <c:pt idx="7243">
                  <c:v>8.3831018513592426E-2</c:v>
                </c:pt>
                <c:pt idx="7244">
                  <c:v>8.3842592590372078E-2</c:v>
                </c:pt>
                <c:pt idx="7245">
                  <c:v>8.3854166667151731E-2</c:v>
                </c:pt>
                <c:pt idx="7246">
                  <c:v>8.3865740736655425E-2</c:v>
                </c:pt>
                <c:pt idx="7247">
                  <c:v>8.3877314813435078E-2</c:v>
                </c:pt>
                <c:pt idx="7248">
                  <c:v>8.388888889021473E-2</c:v>
                </c:pt>
                <c:pt idx="7249">
                  <c:v>8.3900462959718425E-2</c:v>
                </c:pt>
                <c:pt idx="7250">
                  <c:v>8.3912037036498077E-2</c:v>
                </c:pt>
                <c:pt idx="7251">
                  <c:v>8.3923611106001772E-2</c:v>
                </c:pt>
                <c:pt idx="7252">
                  <c:v>8.3935185182781424E-2</c:v>
                </c:pt>
                <c:pt idx="7253">
                  <c:v>8.3946759259561077E-2</c:v>
                </c:pt>
                <c:pt idx="7254">
                  <c:v>8.3958333329064772E-2</c:v>
                </c:pt>
                <c:pt idx="7255">
                  <c:v>8.3969907405844424E-2</c:v>
                </c:pt>
                <c:pt idx="7256">
                  <c:v>8.3981481482624076E-2</c:v>
                </c:pt>
                <c:pt idx="7257">
                  <c:v>8.3993055552127771E-2</c:v>
                </c:pt>
                <c:pt idx="7258">
                  <c:v>8.4004629628907423E-2</c:v>
                </c:pt>
                <c:pt idx="7259">
                  <c:v>8.4016203698411118E-2</c:v>
                </c:pt>
                <c:pt idx="7260">
                  <c:v>8.4027777775190771E-2</c:v>
                </c:pt>
                <c:pt idx="7261">
                  <c:v>8.4039351851970423E-2</c:v>
                </c:pt>
                <c:pt idx="7262">
                  <c:v>8.4050925921474118E-2</c:v>
                </c:pt>
                <c:pt idx="7263">
                  <c:v>8.406249999825377E-2</c:v>
                </c:pt>
                <c:pt idx="7264">
                  <c:v>8.4074074075033423E-2</c:v>
                </c:pt>
                <c:pt idx="7265">
                  <c:v>8.4085648144537117E-2</c:v>
                </c:pt>
                <c:pt idx="7266">
                  <c:v>8.409722222131677E-2</c:v>
                </c:pt>
                <c:pt idx="7267">
                  <c:v>8.4108796290820464E-2</c:v>
                </c:pt>
                <c:pt idx="7268">
                  <c:v>8.4120370367600117E-2</c:v>
                </c:pt>
                <c:pt idx="7269">
                  <c:v>8.4131944444379769E-2</c:v>
                </c:pt>
                <c:pt idx="7270">
                  <c:v>8.4143518513883464E-2</c:v>
                </c:pt>
                <c:pt idx="7271">
                  <c:v>8.4155092590663116E-2</c:v>
                </c:pt>
                <c:pt idx="7272">
                  <c:v>8.4166666667442769E-2</c:v>
                </c:pt>
                <c:pt idx="7273">
                  <c:v>8.4178240736946464E-2</c:v>
                </c:pt>
                <c:pt idx="7274">
                  <c:v>8.4189814813726116E-2</c:v>
                </c:pt>
                <c:pt idx="7275">
                  <c:v>8.4201388883229811E-2</c:v>
                </c:pt>
                <c:pt idx="7276">
                  <c:v>8.4212962960009463E-2</c:v>
                </c:pt>
                <c:pt idx="7277">
                  <c:v>8.4224537036789116E-2</c:v>
                </c:pt>
                <c:pt idx="7278">
                  <c:v>8.423611110629281E-2</c:v>
                </c:pt>
                <c:pt idx="7279">
                  <c:v>8.4247685183072463E-2</c:v>
                </c:pt>
                <c:pt idx="7280">
                  <c:v>8.4259259259852115E-2</c:v>
                </c:pt>
                <c:pt idx="7281">
                  <c:v>8.427083332935581E-2</c:v>
                </c:pt>
                <c:pt idx="7282">
                  <c:v>8.4282407406135462E-2</c:v>
                </c:pt>
                <c:pt idx="7283">
                  <c:v>8.4293981475639157E-2</c:v>
                </c:pt>
                <c:pt idx="7284">
                  <c:v>8.4305555552418809E-2</c:v>
                </c:pt>
                <c:pt idx="7285">
                  <c:v>8.4317129629198462E-2</c:v>
                </c:pt>
                <c:pt idx="7286">
                  <c:v>8.4328703698702157E-2</c:v>
                </c:pt>
                <c:pt idx="7287">
                  <c:v>8.4340277775481809E-2</c:v>
                </c:pt>
                <c:pt idx="7288">
                  <c:v>8.4351851852261461E-2</c:v>
                </c:pt>
                <c:pt idx="7289">
                  <c:v>8.4363425921765156E-2</c:v>
                </c:pt>
                <c:pt idx="7290">
                  <c:v>8.4374999998544808E-2</c:v>
                </c:pt>
                <c:pt idx="7291">
                  <c:v>8.4386574075324461E-2</c:v>
                </c:pt>
                <c:pt idx="7292">
                  <c:v>8.4398148144828156E-2</c:v>
                </c:pt>
                <c:pt idx="7293">
                  <c:v>8.4409722221607808E-2</c:v>
                </c:pt>
                <c:pt idx="7294">
                  <c:v>8.4421296291111503E-2</c:v>
                </c:pt>
                <c:pt idx="7295">
                  <c:v>8.4432870367891155E-2</c:v>
                </c:pt>
                <c:pt idx="7296">
                  <c:v>8.4444444444670808E-2</c:v>
                </c:pt>
                <c:pt idx="7297">
                  <c:v>8.4456018514174502E-2</c:v>
                </c:pt>
                <c:pt idx="7298">
                  <c:v>8.4467592590954155E-2</c:v>
                </c:pt>
                <c:pt idx="7299">
                  <c:v>8.4479166667733807E-2</c:v>
                </c:pt>
                <c:pt idx="7300">
                  <c:v>8.4490740737237502E-2</c:v>
                </c:pt>
                <c:pt idx="7301">
                  <c:v>8.4502314814017154E-2</c:v>
                </c:pt>
                <c:pt idx="7302">
                  <c:v>8.4513888883520849E-2</c:v>
                </c:pt>
                <c:pt idx="7303">
                  <c:v>8.4525462960300501E-2</c:v>
                </c:pt>
                <c:pt idx="7304">
                  <c:v>8.4537037037080154E-2</c:v>
                </c:pt>
                <c:pt idx="7305">
                  <c:v>8.4548611106583849E-2</c:v>
                </c:pt>
                <c:pt idx="7306">
                  <c:v>8.4560185183363501E-2</c:v>
                </c:pt>
                <c:pt idx="7307">
                  <c:v>8.4571759260143153E-2</c:v>
                </c:pt>
                <c:pt idx="7308">
                  <c:v>8.4583333329646848E-2</c:v>
                </c:pt>
                <c:pt idx="7309">
                  <c:v>8.4594907406426501E-2</c:v>
                </c:pt>
                <c:pt idx="7310">
                  <c:v>8.4606481475930195E-2</c:v>
                </c:pt>
                <c:pt idx="7311">
                  <c:v>8.4618055552709848E-2</c:v>
                </c:pt>
                <c:pt idx="7312">
                  <c:v>8.46296296294895E-2</c:v>
                </c:pt>
                <c:pt idx="7313">
                  <c:v>8.4641203698993195E-2</c:v>
                </c:pt>
                <c:pt idx="7314">
                  <c:v>8.4652777775772847E-2</c:v>
                </c:pt>
                <c:pt idx="7315">
                  <c:v>8.46643518525525E-2</c:v>
                </c:pt>
                <c:pt idx="7316">
                  <c:v>8.4675925922056194E-2</c:v>
                </c:pt>
                <c:pt idx="7317">
                  <c:v>8.4687499998835847E-2</c:v>
                </c:pt>
                <c:pt idx="7318">
                  <c:v>8.4699074068339542E-2</c:v>
                </c:pt>
                <c:pt idx="7319">
                  <c:v>8.4710648145119194E-2</c:v>
                </c:pt>
                <c:pt idx="7320">
                  <c:v>8.4722222221898846E-2</c:v>
                </c:pt>
                <c:pt idx="7321">
                  <c:v>8.4733796291402541E-2</c:v>
                </c:pt>
                <c:pt idx="7322">
                  <c:v>8.4745370368182193E-2</c:v>
                </c:pt>
                <c:pt idx="7323">
                  <c:v>8.4756944444961846E-2</c:v>
                </c:pt>
                <c:pt idx="7324">
                  <c:v>8.4768518514465541E-2</c:v>
                </c:pt>
                <c:pt idx="7325">
                  <c:v>8.4780092591245193E-2</c:v>
                </c:pt>
                <c:pt idx="7326">
                  <c:v>8.4791666660748888E-2</c:v>
                </c:pt>
                <c:pt idx="7327">
                  <c:v>8.480324073752854E-2</c:v>
                </c:pt>
                <c:pt idx="7328">
                  <c:v>8.4814814814308193E-2</c:v>
                </c:pt>
                <c:pt idx="7329">
                  <c:v>8.4826388883811887E-2</c:v>
                </c:pt>
                <c:pt idx="7330">
                  <c:v>8.483796296059154E-2</c:v>
                </c:pt>
                <c:pt idx="7331">
                  <c:v>8.4849537037371192E-2</c:v>
                </c:pt>
                <c:pt idx="7332">
                  <c:v>8.4861111106874887E-2</c:v>
                </c:pt>
                <c:pt idx="7333">
                  <c:v>8.4872685183654539E-2</c:v>
                </c:pt>
                <c:pt idx="7334">
                  <c:v>8.4884259260434192E-2</c:v>
                </c:pt>
                <c:pt idx="7335">
                  <c:v>8.4895833329937886E-2</c:v>
                </c:pt>
                <c:pt idx="7336">
                  <c:v>8.4907407406717539E-2</c:v>
                </c:pt>
                <c:pt idx="7337">
                  <c:v>8.4918981476221234E-2</c:v>
                </c:pt>
                <c:pt idx="7338">
                  <c:v>8.4930555553000886E-2</c:v>
                </c:pt>
                <c:pt idx="7339">
                  <c:v>8.4942129629780538E-2</c:v>
                </c:pt>
                <c:pt idx="7340">
                  <c:v>8.4953703699284233E-2</c:v>
                </c:pt>
                <c:pt idx="7341">
                  <c:v>8.4965277776063886E-2</c:v>
                </c:pt>
                <c:pt idx="7342">
                  <c:v>8.4976851852843538E-2</c:v>
                </c:pt>
                <c:pt idx="7343">
                  <c:v>8.4988425922347233E-2</c:v>
                </c:pt>
                <c:pt idx="7344">
                  <c:v>8.4999999999126885E-2</c:v>
                </c:pt>
                <c:pt idx="7345">
                  <c:v>8.501157406863058E-2</c:v>
                </c:pt>
                <c:pt idx="7346">
                  <c:v>8.5023148145410232E-2</c:v>
                </c:pt>
                <c:pt idx="7347">
                  <c:v>8.5034722222189885E-2</c:v>
                </c:pt>
                <c:pt idx="7348">
                  <c:v>8.5046296291693579E-2</c:v>
                </c:pt>
                <c:pt idx="7349">
                  <c:v>8.5057870368473232E-2</c:v>
                </c:pt>
                <c:pt idx="7350">
                  <c:v>8.5069444445252884E-2</c:v>
                </c:pt>
                <c:pt idx="7351">
                  <c:v>8.5081018514756579E-2</c:v>
                </c:pt>
                <c:pt idx="7352">
                  <c:v>8.5092592591536231E-2</c:v>
                </c:pt>
                <c:pt idx="7353">
                  <c:v>8.5104166661039926E-2</c:v>
                </c:pt>
                <c:pt idx="7354">
                  <c:v>8.5115740737819578E-2</c:v>
                </c:pt>
                <c:pt idx="7355">
                  <c:v>8.5127314814599231E-2</c:v>
                </c:pt>
                <c:pt idx="7356">
                  <c:v>8.5138888884102926E-2</c:v>
                </c:pt>
                <c:pt idx="7357">
                  <c:v>8.5150462960882578E-2</c:v>
                </c:pt>
                <c:pt idx="7358">
                  <c:v>8.516203703766223E-2</c:v>
                </c:pt>
                <c:pt idx="7359">
                  <c:v>8.5173611107165925E-2</c:v>
                </c:pt>
                <c:pt idx="7360">
                  <c:v>8.5185185183945578E-2</c:v>
                </c:pt>
                <c:pt idx="7361">
                  <c:v>8.5196759253449272E-2</c:v>
                </c:pt>
                <c:pt idx="7362">
                  <c:v>8.5208333330228925E-2</c:v>
                </c:pt>
                <c:pt idx="7363">
                  <c:v>8.5219907407008577E-2</c:v>
                </c:pt>
                <c:pt idx="7364">
                  <c:v>8.5231481476512272E-2</c:v>
                </c:pt>
                <c:pt idx="7365">
                  <c:v>8.5243055553291924E-2</c:v>
                </c:pt>
                <c:pt idx="7366">
                  <c:v>8.5254629630071577E-2</c:v>
                </c:pt>
                <c:pt idx="7367">
                  <c:v>8.5266203699575271E-2</c:v>
                </c:pt>
                <c:pt idx="7368">
                  <c:v>8.5277777776354924E-2</c:v>
                </c:pt>
                <c:pt idx="7369">
                  <c:v>8.5289351853134576E-2</c:v>
                </c:pt>
                <c:pt idx="7370">
                  <c:v>8.5300925922638271E-2</c:v>
                </c:pt>
                <c:pt idx="7371">
                  <c:v>8.5312499999417923E-2</c:v>
                </c:pt>
                <c:pt idx="7372">
                  <c:v>8.5324074068921618E-2</c:v>
                </c:pt>
                <c:pt idx="7373">
                  <c:v>8.5335648145701271E-2</c:v>
                </c:pt>
                <c:pt idx="7374">
                  <c:v>8.5347222222480923E-2</c:v>
                </c:pt>
                <c:pt idx="7375">
                  <c:v>8.5358796291984618E-2</c:v>
                </c:pt>
                <c:pt idx="7376">
                  <c:v>8.537037036876427E-2</c:v>
                </c:pt>
                <c:pt idx="7377">
                  <c:v>8.5381944445543922E-2</c:v>
                </c:pt>
                <c:pt idx="7378">
                  <c:v>8.5393518515047617E-2</c:v>
                </c:pt>
                <c:pt idx="7379">
                  <c:v>8.540509259182727E-2</c:v>
                </c:pt>
                <c:pt idx="7380">
                  <c:v>8.5416666661330964E-2</c:v>
                </c:pt>
                <c:pt idx="7381">
                  <c:v>8.5428240738110617E-2</c:v>
                </c:pt>
                <c:pt idx="7382">
                  <c:v>8.5439814814890269E-2</c:v>
                </c:pt>
                <c:pt idx="7383">
                  <c:v>8.5451388884393964E-2</c:v>
                </c:pt>
                <c:pt idx="7384">
                  <c:v>8.5462962961173616E-2</c:v>
                </c:pt>
                <c:pt idx="7385">
                  <c:v>8.5474537037953269E-2</c:v>
                </c:pt>
                <c:pt idx="7386">
                  <c:v>8.5486111107456964E-2</c:v>
                </c:pt>
                <c:pt idx="7387">
                  <c:v>8.5497685184236616E-2</c:v>
                </c:pt>
                <c:pt idx="7388">
                  <c:v>8.5509259253740311E-2</c:v>
                </c:pt>
                <c:pt idx="7389">
                  <c:v>8.5520833330519963E-2</c:v>
                </c:pt>
                <c:pt idx="7390">
                  <c:v>8.5532407407299615E-2</c:v>
                </c:pt>
                <c:pt idx="7391">
                  <c:v>8.554398147680331E-2</c:v>
                </c:pt>
                <c:pt idx="7392">
                  <c:v>8.5555555553582963E-2</c:v>
                </c:pt>
                <c:pt idx="7393">
                  <c:v>8.5567129630362615E-2</c:v>
                </c:pt>
                <c:pt idx="7394">
                  <c:v>8.557870369986631E-2</c:v>
                </c:pt>
                <c:pt idx="7395">
                  <c:v>8.5590277776645962E-2</c:v>
                </c:pt>
                <c:pt idx="7396">
                  <c:v>8.5601851846149657E-2</c:v>
                </c:pt>
                <c:pt idx="7397">
                  <c:v>8.5613425922929309E-2</c:v>
                </c:pt>
                <c:pt idx="7398">
                  <c:v>8.5624999999708962E-2</c:v>
                </c:pt>
                <c:pt idx="7399">
                  <c:v>8.5636574069212656E-2</c:v>
                </c:pt>
                <c:pt idx="7400">
                  <c:v>8.5648148145992309E-2</c:v>
                </c:pt>
                <c:pt idx="7401">
                  <c:v>8.5659722222771961E-2</c:v>
                </c:pt>
                <c:pt idx="7402">
                  <c:v>8.5671296292275656E-2</c:v>
                </c:pt>
                <c:pt idx="7403">
                  <c:v>8.5682870369055308E-2</c:v>
                </c:pt>
                <c:pt idx="7404">
                  <c:v>8.5694444438559003E-2</c:v>
                </c:pt>
                <c:pt idx="7405">
                  <c:v>8.5706018515338656E-2</c:v>
                </c:pt>
                <c:pt idx="7406">
                  <c:v>8.5717592592118308E-2</c:v>
                </c:pt>
                <c:pt idx="7407">
                  <c:v>8.5729166661622003E-2</c:v>
                </c:pt>
                <c:pt idx="7408">
                  <c:v>8.5740740738401655E-2</c:v>
                </c:pt>
                <c:pt idx="7409">
                  <c:v>8.5752314815181307E-2</c:v>
                </c:pt>
                <c:pt idx="7410">
                  <c:v>8.5763888884685002E-2</c:v>
                </c:pt>
                <c:pt idx="7411">
                  <c:v>8.5775462961464655E-2</c:v>
                </c:pt>
                <c:pt idx="7412">
                  <c:v>8.5787037038244307E-2</c:v>
                </c:pt>
                <c:pt idx="7413">
                  <c:v>8.5798611107748002E-2</c:v>
                </c:pt>
                <c:pt idx="7414">
                  <c:v>8.5810185184527654E-2</c:v>
                </c:pt>
                <c:pt idx="7415">
                  <c:v>8.5821759254031349E-2</c:v>
                </c:pt>
                <c:pt idx="7416">
                  <c:v>8.5833333330811001E-2</c:v>
                </c:pt>
                <c:pt idx="7417">
                  <c:v>8.5844907407590654E-2</c:v>
                </c:pt>
                <c:pt idx="7418">
                  <c:v>8.5856481477094349E-2</c:v>
                </c:pt>
                <c:pt idx="7419">
                  <c:v>8.5868055553874001E-2</c:v>
                </c:pt>
                <c:pt idx="7420">
                  <c:v>8.5879629630653653E-2</c:v>
                </c:pt>
                <c:pt idx="7421">
                  <c:v>8.5891203700157348E-2</c:v>
                </c:pt>
                <c:pt idx="7422">
                  <c:v>8.5902777776937E-2</c:v>
                </c:pt>
                <c:pt idx="7423">
                  <c:v>8.5914351846440695E-2</c:v>
                </c:pt>
                <c:pt idx="7424">
                  <c:v>8.5925925923220348E-2</c:v>
                </c:pt>
                <c:pt idx="7425">
                  <c:v>8.59375E-2</c:v>
                </c:pt>
                <c:pt idx="7426">
                  <c:v>8.5949074069503695E-2</c:v>
                </c:pt>
                <c:pt idx="7427">
                  <c:v>8.5960648146283347E-2</c:v>
                </c:pt>
                <c:pt idx="7428">
                  <c:v>8.5972222223063E-2</c:v>
                </c:pt>
                <c:pt idx="7429">
                  <c:v>8.5983796292566694E-2</c:v>
                </c:pt>
                <c:pt idx="7430">
                  <c:v>8.5995370369346347E-2</c:v>
                </c:pt>
                <c:pt idx="7431">
                  <c:v>8.6006944438850041E-2</c:v>
                </c:pt>
                <c:pt idx="7432">
                  <c:v>8.6018518515629694E-2</c:v>
                </c:pt>
                <c:pt idx="7433">
                  <c:v>8.6030092592409346E-2</c:v>
                </c:pt>
                <c:pt idx="7434">
                  <c:v>8.6041666661913041E-2</c:v>
                </c:pt>
                <c:pt idx="7435">
                  <c:v>8.6053240738692693E-2</c:v>
                </c:pt>
                <c:pt idx="7436">
                  <c:v>8.6064814815472346E-2</c:v>
                </c:pt>
                <c:pt idx="7437">
                  <c:v>8.6076388884976041E-2</c:v>
                </c:pt>
                <c:pt idx="7438">
                  <c:v>8.6087962961755693E-2</c:v>
                </c:pt>
                <c:pt idx="7439">
                  <c:v>8.6099537031259388E-2</c:v>
                </c:pt>
                <c:pt idx="7440">
                  <c:v>8.611111110803904E-2</c:v>
                </c:pt>
                <c:pt idx="7441">
                  <c:v>8.6122685184818693E-2</c:v>
                </c:pt>
                <c:pt idx="7442">
                  <c:v>8.6134259254322387E-2</c:v>
                </c:pt>
                <c:pt idx="7443">
                  <c:v>8.614583333110204E-2</c:v>
                </c:pt>
                <c:pt idx="7444">
                  <c:v>8.6157407407881692E-2</c:v>
                </c:pt>
                <c:pt idx="7445">
                  <c:v>8.6168981477385387E-2</c:v>
                </c:pt>
                <c:pt idx="7446">
                  <c:v>8.6180555554165039E-2</c:v>
                </c:pt>
                <c:pt idx="7447">
                  <c:v>8.6192129630944692E-2</c:v>
                </c:pt>
                <c:pt idx="7448">
                  <c:v>8.6203703700448386E-2</c:v>
                </c:pt>
                <c:pt idx="7449">
                  <c:v>8.6215277777228039E-2</c:v>
                </c:pt>
                <c:pt idx="7450">
                  <c:v>8.6226851846731734E-2</c:v>
                </c:pt>
                <c:pt idx="7451">
                  <c:v>8.6238425923511386E-2</c:v>
                </c:pt>
                <c:pt idx="7452">
                  <c:v>8.6250000000291038E-2</c:v>
                </c:pt>
                <c:pt idx="7453">
                  <c:v>8.6261574069794733E-2</c:v>
                </c:pt>
                <c:pt idx="7454">
                  <c:v>8.6273148146574385E-2</c:v>
                </c:pt>
                <c:pt idx="7455">
                  <c:v>8.6284722223354038E-2</c:v>
                </c:pt>
                <c:pt idx="7456">
                  <c:v>8.6296296292857733E-2</c:v>
                </c:pt>
                <c:pt idx="7457">
                  <c:v>8.6307870369637385E-2</c:v>
                </c:pt>
                <c:pt idx="7458">
                  <c:v>8.631944443914108E-2</c:v>
                </c:pt>
                <c:pt idx="7459">
                  <c:v>8.6331018515920732E-2</c:v>
                </c:pt>
                <c:pt idx="7460">
                  <c:v>8.6342592592700385E-2</c:v>
                </c:pt>
                <c:pt idx="7461">
                  <c:v>8.6354166662204079E-2</c:v>
                </c:pt>
                <c:pt idx="7462">
                  <c:v>8.6365740738983732E-2</c:v>
                </c:pt>
                <c:pt idx="7463">
                  <c:v>8.6377314815763384E-2</c:v>
                </c:pt>
                <c:pt idx="7464">
                  <c:v>8.6388888885267079E-2</c:v>
                </c:pt>
                <c:pt idx="7465">
                  <c:v>8.6400462962046731E-2</c:v>
                </c:pt>
                <c:pt idx="7466">
                  <c:v>8.6412037031550426E-2</c:v>
                </c:pt>
                <c:pt idx="7467">
                  <c:v>8.6423611108330078E-2</c:v>
                </c:pt>
                <c:pt idx="7468">
                  <c:v>8.6435185185109731E-2</c:v>
                </c:pt>
                <c:pt idx="7469">
                  <c:v>8.6446759254613426E-2</c:v>
                </c:pt>
                <c:pt idx="7470">
                  <c:v>8.6458333331393078E-2</c:v>
                </c:pt>
                <c:pt idx="7471">
                  <c:v>8.646990740817273E-2</c:v>
                </c:pt>
                <c:pt idx="7472">
                  <c:v>8.6481481477676425E-2</c:v>
                </c:pt>
                <c:pt idx="7473">
                  <c:v>8.6493055554456078E-2</c:v>
                </c:pt>
                <c:pt idx="7474">
                  <c:v>8.6504629623959772E-2</c:v>
                </c:pt>
                <c:pt idx="7475">
                  <c:v>8.6516203700739425E-2</c:v>
                </c:pt>
                <c:pt idx="7476">
                  <c:v>8.6527777777519077E-2</c:v>
                </c:pt>
                <c:pt idx="7477">
                  <c:v>8.6539351847022772E-2</c:v>
                </c:pt>
                <c:pt idx="7478">
                  <c:v>8.6550925923802424E-2</c:v>
                </c:pt>
                <c:pt idx="7479">
                  <c:v>8.6562500000582077E-2</c:v>
                </c:pt>
                <c:pt idx="7480">
                  <c:v>8.6574074070085771E-2</c:v>
                </c:pt>
                <c:pt idx="7481">
                  <c:v>8.6585648146865424E-2</c:v>
                </c:pt>
                <c:pt idx="7482">
                  <c:v>8.6597222216369119E-2</c:v>
                </c:pt>
                <c:pt idx="7483">
                  <c:v>8.6608796293148771E-2</c:v>
                </c:pt>
                <c:pt idx="7484">
                  <c:v>8.6620370369928423E-2</c:v>
                </c:pt>
                <c:pt idx="7485">
                  <c:v>8.6631944439432118E-2</c:v>
                </c:pt>
                <c:pt idx="7486">
                  <c:v>8.664351851621177E-2</c:v>
                </c:pt>
                <c:pt idx="7487">
                  <c:v>8.6655092592991423E-2</c:v>
                </c:pt>
                <c:pt idx="7488">
                  <c:v>8.6666666662495118E-2</c:v>
                </c:pt>
                <c:pt idx="7489">
                  <c:v>8.667824073927477E-2</c:v>
                </c:pt>
                <c:pt idx="7490">
                  <c:v>8.6689814816054422E-2</c:v>
                </c:pt>
                <c:pt idx="7491">
                  <c:v>8.6701388885558117E-2</c:v>
                </c:pt>
                <c:pt idx="7492">
                  <c:v>8.671296296233777E-2</c:v>
                </c:pt>
                <c:pt idx="7493">
                  <c:v>8.6724537031841464E-2</c:v>
                </c:pt>
                <c:pt idx="7494">
                  <c:v>8.6736111108621117E-2</c:v>
                </c:pt>
                <c:pt idx="7495">
                  <c:v>8.6747685185400769E-2</c:v>
                </c:pt>
                <c:pt idx="7496">
                  <c:v>8.6759259254904464E-2</c:v>
                </c:pt>
                <c:pt idx="7497">
                  <c:v>8.6770833331684116E-2</c:v>
                </c:pt>
                <c:pt idx="7498">
                  <c:v>8.6782407408463769E-2</c:v>
                </c:pt>
                <c:pt idx="7499">
                  <c:v>8.6793981477967463E-2</c:v>
                </c:pt>
                <c:pt idx="7500">
                  <c:v>8.6805555554747116E-2</c:v>
                </c:pt>
                <c:pt idx="7501">
                  <c:v>8.6817129624250811E-2</c:v>
                </c:pt>
                <c:pt idx="7502">
                  <c:v>8.6828703701030463E-2</c:v>
                </c:pt>
                <c:pt idx="7503">
                  <c:v>8.6840277777810115E-2</c:v>
                </c:pt>
                <c:pt idx="7504">
                  <c:v>8.685185184731381E-2</c:v>
                </c:pt>
                <c:pt idx="7505">
                  <c:v>8.6863425924093463E-2</c:v>
                </c:pt>
                <c:pt idx="7506">
                  <c:v>8.6875000000873115E-2</c:v>
                </c:pt>
                <c:pt idx="7507">
                  <c:v>8.688657407037681E-2</c:v>
                </c:pt>
                <c:pt idx="7508">
                  <c:v>8.6898148147156462E-2</c:v>
                </c:pt>
                <c:pt idx="7509">
                  <c:v>8.6909722216660157E-2</c:v>
                </c:pt>
                <c:pt idx="7510">
                  <c:v>8.6921296293439809E-2</c:v>
                </c:pt>
                <c:pt idx="7511">
                  <c:v>8.6932870370219462E-2</c:v>
                </c:pt>
                <c:pt idx="7512">
                  <c:v>8.6944444439723156E-2</c:v>
                </c:pt>
                <c:pt idx="7513">
                  <c:v>8.6956018516502809E-2</c:v>
                </c:pt>
                <c:pt idx="7514">
                  <c:v>8.6967592593282461E-2</c:v>
                </c:pt>
                <c:pt idx="7515">
                  <c:v>8.6979166662786156E-2</c:v>
                </c:pt>
                <c:pt idx="7516">
                  <c:v>8.6990740739565808E-2</c:v>
                </c:pt>
                <c:pt idx="7517">
                  <c:v>8.7002314809069503E-2</c:v>
                </c:pt>
                <c:pt idx="7518">
                  <c:v>8.7013888885849155E-2</c:v>
                </c:pt>
                <c:pt idx="7519">
                  <c:v>8.7025462962628808E-2</c:v>
                </c:pt>
                <c:pt idx="7520">
                  <c:v>8.7037037032132503E-2</c:v>
                </c:pt>
                <c:pt idx="7521">
                  <c:v>8.7048611108912155E-2</c:v>
                </c:pt>
                <c:pt idx="7522">
                  <c:v>8.7060185185691807E-2</c:v>
                </c:pt>
                <c:pt idx="7523">
                  <c:v>8.7071759255195502E-2</c:v>
                </c:pt>
                <c:pt idx="7524">
                  <c:v>8.7083333331975155E-2</c:v>
                </c:pt>
                <c:pt idx="7525">
                  <c:v>8.7094907401478849E-2</c:v>
                </c:pt>
                <c:pt idx="7526">
                  <c:v>8.7106481478258502E-2</c:v>
                </c:pt>
                <c:pt idx="7527">
                  <c:v>8.7118055555038154E-2</c:v>
                </c:pt>
                <c:pt idx="7528">
                  <c:v>8.7129629624541849E-2</c:v>
                </c:pt>
                <c:pt idx="7529">
                  <c:v>8.7141203701321501E-2</c:v>
                </c:pt>
                <c:pt idx="7530">
                  <c:v>8.7152777778101154E-2</c:v>
                </c:pt>
                <c:pt idx="7531">
                  <c:v>8.7164351847604848E-2</c:v>
                </c:pt>
                <c:pt idx="7532">
                  <c:v>8.7175925924384501E-2</c:v>
                </c:pt>
                <c:pt idx="7533">
                  <c:v>8.7187500001164153E-2</c:v>
                </c:pt>
                <c:pt idx="7534">
                  <c:v>8.7199074070667848E-2</c:v>
                </c:pt>
                <c:pt idx="7535">
                  <c:v>8.72106481474475E-2</c:v>
                </c:pt>
                <c:pt idx="7536">
                  <c:v>8.7222222216951195E-2</c:v>
                </c:pt>
                <c:pt idx="7537">
                  <c:v>8.7233796293730848E-2</c:v>
                </c:pt>
                <c:pt idx="7538">
                  <c:v>8.72453703705105E-2</c:v>
                </c:pt>
                <c:pt idx="7539">
                  <c:v>8.7256944440014195E-2</c:v>
                </c:pt>
                <c:pt idx="7540">
                  <c:v>8.7268518516793847E-2</c:v>
                </c:pt>
                <c:pt idx="7541">
                  <c:v>8.7280092593573499E-2</c:v>
                </c:pt>
                <c:pt idx="7542">
                  <c:v>8.7291666663077194E-2</c:v>
                </c:pt>
                <c:pt idx="7543">
                  <c:v>8.7303240739856847E-2</c:v>
                </c:pt>
                <c:pt idx="7544">
                  <c:v>8.7314814809360541E-2</c:v>
                </c:pt>
                <c:pt idx="7545">
                  <c:v>8.7326388886140194E-2</c:v>
                </c:pt>
                <c:pt idx="7546">
                  <c:v>8.7337962962919846E-2</c:v>
                </c:pt>
                <c:pt idx="7547">
                  <c:v>8.7349537032423541E-2</c:v>
                </c:pt>
                <c:pt idx="7548">
                  <c:v>8.7361111109203193E-2</c:v>
                </c:pt>
                <c:pt idx="7549">
                  <c:v>8.7372685185982846E-2</c:v>
                </c:pt>
                <c:pt idx="7550">
                  <c:v>8.738425925548654E-2</c:v>
                </c:pt>
                <c:pt idx="7551">
                  <c:v>8.7395833332266193E-2</c:v>
                </c:pt>
                <c:pt idx="7552">
                  <c:v>8.7407407401769888E-2</c:v>
                </c:pt>
                <c:pt idx="7553">
                  <c:v>8.741898147854954E-2</c:v>
                </c:pt>
                <c:pt idx="7554">
                  <c:v>8.7430555555329192E-2</c:v>
                </c:pt>
                <c:pt idx="7555">
                  <c:v>8.7442129624832887E-2</c:v>
                </c:pt>
                <c:pt idx="7556">
                  <c:v>8.745370370161254E-2</c:v>
                </c:pt>
                <c:pt idx="7557">
                  <c:v>8.7465277778392192E-2</c:v>
                </c:pt>
                <c:pt idx="7558">
                  <c:v>8.7476851847895887E-2</c:v>
                </c:pt>
                <c:pt idx="7559">
                  <c:v>8.7488425924675539E-2</c:v>
                </c:pt>
                <c:pt idx="7560">
                  <c:v>8.7499999994179234E-2</c:v>
                </c:pt>
                <c:pt idx="7561">
                  <c:v>8.7511574070958886E-2</c:v>
                </c:pt>
                <c:pt idx="7562">
                  <c:v>8.7523148147738539E-2</c:v>
                </c:pt>
                <c:pt idx="7563">
                  <c:v>8.7534722217242233E-2</c:v>
                </c:pt>
                <c:pt idx="7564">
                  <c:v>8.7546296294021886E-2</c:v>
                </c:pt>
                <c:pt idx="7565">
                  <c:v>8.7557870370801538E-2</c:v>
                </c:pt>
                <c:pt idx="7566">
                  <c:v>8.7569444440305233E-2</c:v>
                </c:pt>
                <c:pt idx="7567">
                  <c:v>8.7581018517084885E-2</c:v>
                </c:pt>
                <c:pt idx="7568">
                  <c:v>8.7592592593864538E-2</c:v>
                </c:pt>
                <c:pt idx="7569">
                  <c:v>8.7604166663368233E-2</c:v>
                </c:pt>
                <c:pt idx="7570">
                  <c:v>8.7615740740147885E-2</c:v>
                </c:pt>
                <c:pt idx="7571">
                  <c:v>8.762731480965158E-2</c:v>
                </c:pt>
                <c:pt idx="7572">
                  <c:v>8.7638888886431232E-2</c:v>
                </c:pt>
                <c:pt idx="7573">
                  <c:v>8.7650462963210884E-2</c:v>
                </c:pt>
                <c:pt idx="7574">
                  <c:v>8.7662037032714579E-2</c:v>
                </c:pt>
                <c:pt idx="7575">
                  <c:v>8.7673611109494232E-2</c:v>
                </c:pt>
                <c:pt idx="7576">
                  <c:v>8.7685185186273884E-2</c:v>
                </c:pt>
                <c:pt idx="7577">
                  <c:v>8.7696759255777579E-2</c:v>
                </c:pt>
                <c:pt idx="7578">
                  <c:v>8.7708333332557231E-2</c:v>
                </c:pt>
                <c:pt idx="7579">
                  <c:v>8.7719907402060926E-2</c:v>
                </c:pt>
                <c:pt idx="7580">
                  <c:v>8.7731481478840578E-2</c:v>
                </c:pt>
                <c:pt idx="7581">
                  <c:v>8.7743055555620231E-2</c:v>
                </c:pt>
                <c:pt idx="7582">
                  <c:v>8.7754629625123926E-2</c:v>
                </c:pt>
                <c:pt idx="7583">
                  <c:v>8.7766203701903578E-2</c:v>
                </c:pt>
                <c:pt idx="7584">
                  <c:v>8.777777777868323E-2</c:v>
                </c:pt>
                <c:pt idx="7585">
                  <c:v>8.7789351848186925E-2</c:v>
                </c:pt>
                <c:pt idx="7586">
                  <c:v>8.7800925924966577E-2</c:v>
                </c:pt>
                <c:pt idx="7587">
                  <c:v>8.7812499994470272E-2</c:v>
                </c:pt>
                <c:pt idx="7588">
                  <c:v>8.7824074071249925E-2</c:v>
                </c:pt>
                <c:pt idx="7589">
                  <c:v>8.7835648148029577E-2</c:v>
                </c:pt>
                <c:pt idx="7590">
                  <c:v>8.7847222217533272E-2</c:v>
                </c:pt>
                <c:pt idx="7591">
                  <c:v>8.7858796294312924E-2</c:v>
                </c:pt>
                <c:pt idx="7592">
                  <c:v>8.7870370371092577E-2</c:v>
                </c:pt>
                <c:pt idx="7593">
                  <c:v>8.7881944440596271E-2</c:v>
                </c:pt>
                <c:pt idx="7594">
                  <c:v>8.7893518517375924E-2</c:v>
                </c:pt>
                <c:pt idx="7595">
                  <c:v>8.7905092586879618E-2</c:v>
                </c:pt>
                <c:pt idx="7596">
                  <c:v>8.7916666663659271E-2</c:v>
                </c:pt>
                <c:pt idx="7597">
                  <c:v>8.7928240740438923E-2</c:v>
                </c:pt>
                <c:pt idx="7598">
                  <c:v>8.7939814809942618E-2</c:v>
                </c:pt>
                <c:pt idx="7599">
                  <c:v>8.795138888672227E-2</c:v>
                </c:pt>
                <c:pt idx="7600">
                  <c:v>8.7962962963501923E-2</c:v>
                </c:pt>
                <c:pt idx="7601">
                  <c:v>8.7974537033005618E-2</c:v>
                </c:pt>
                <c:pt idx="7602">
                  <c:v>8.798611110978527E-2</c:v>
                </c:pt>
                <c:pt idx="7603">
                  <c:v>8.7997685179288965E-2</c:v>
                </c:pt>
                <c:pt idx="7604">
                  <c:v>8.8009259256068617E-2</c:v>
                </c:pt>
                <c:pt idx="7605">
                  <c:v>8.8020833332848269E-2</c:v>
                </c:pt>
                <c:pt idx="7606">
                  <c:v>8.8032407402351964E-2</c:v>
                </c:pt>
                <c:pt idx="7607">
                  <c:v>8.8043981479131617E-2</c:v>
                </c:pt>
                <c:pt idx="7608">
                  <c:v>8.8055555555911269E-2</c:v>
                </c:pt>
                <c:pt idx="7609">
                  <c:v>8.8067129625414964E-2</c:v>
                </c:pt>
                <c:pt idx="7610">
                  <c:v>8.8078703702194616E-2</c:v>
                </c:pt>
                <c:pt idx="7611">
                  <c:v>8.8090277778974269E-2</c:v>
                </c:pt>
                <c:pt idx="7612">
                  <c:v>8.8101851848477963E-2</c:v>
                </c:pt>
                <c:pt idx="7613">
                  <c:v>8.8113425925257616E-2</c:v>
                </c:pt>
                <c:pt idx="7614">
                  <c:v>8.8124999994761311E-2</c:v>
                </c:pt>
                <c:pt idx="7615">
                  <c:v>8.8136574071540963E-2</c:v>
                </c:pt>
                <c:pt idx="7616">
                  <c:v>8.8148148148320615E-2</c:v>
                </c:pt>
                <c:pt idx="7617">
                  <c:v>8.815972221782431E-2</c:v>
                </c:pt>
                <c:pt idx="7618">
                  <c:v>8.8171296294603962E-2</c:v>
                </c:pt>
                <c:pt idx="7619">
                  <c:v>8.8182870371383615E-2</c:v>
                </c:pt>
                <c:pt idx="7620">
                  <c:v>8.819444444088731E-2</c:v>
                </c:pt>
                <c:pt idx="7621">
                  <c:v>8.8206018517666962E-2</c:v>
                </c:pt>
                <c:pt idx="7622">
                  <c:v>8.8217592587170657E-2</c:v>
                </c:pt>
                <c:pt idx="7623">
                  <c:v>8.8229166663950309E-2</c:v>
                </c:pt>
                <c:pt idx="7624">
                  <c:v>8.8240740740729962E-2</c:v>
                </c:pt>
                <c:pt idx="7625">
                  <c:v>8.8252314810233656E-2</c:v>
                </c:pt>
                <c:pt idx="7626">
                  <c:v>8.8263888887013309E-2</c:v>
                </c:pt>
                <c:pt idx="7627">
                  <c:v>8.8275462963792961E-2</c:v>
                </c:pt>
                <c:pt idx="7628">
                  <c:v>8.8287037033296656E-2</c:v>
                </c:pt>
                <c:pt idx="7629">
                  <c:v>8.8298611110076308E-2</c:v>
                </c:pt>
                <c:pt idx="7630">
                  <c:v>8.8310185179580003E-2</c:v>
                </c:pt>
                <c:pt idx="7631">
                  <c:v>8.8321759256359655E-2</c:v>
                </c:pt>
                <c:pt idx="7632">
                  <c:v>8.8333333333139308E-2</c:v>
                </c:pt>
                <c:pt idx="7633">
                  <c:v>8.8344907402643003E-2</c:v>
                </c:pt>
                <c:pt idx="7634">
                  <c:v>8.8356481479422655E-2</c:v>
                </c:pt>
                <c:pt idx="7635">
                  <c:v>8.8368055556202307E-2</c:v>
                </c:pt>
                <c:pt idx="7636">
                  <c:v>8.8379629625706002E-2</c:v>
                </c:pt>
                <c:pt idx="7637">
                  <c:v>8.8391203702485655E-2</c:v>
                </c:pt>
                <c:pt idx="7638">
                  <c:v>8.8402777771989349E-2</c:v>
                </c:pt>
                <c:pt idx="7639">
                  <c:v>8.8414351848769002E-2</c:v>
                </c:pt>
                <c:pt idx="7640">
                  <c:v>8.8425925925548654E-2</c:v>
                </c:pt>
                <c:pt idx="7641">
                  <c:v>8.8437499995052349E-2</c:v>
                </c:pt>
                <c:pt idx="7642">
                  <c:v>8.8449074071832001E-2</c:v>
                </c:pt>
                <c:pt idx="7643">
                  <c:v>8.8460648148611654E-2</c:v>
                </c:pt>
                <c:pt idx="7644">
                  <c:v>8.8472222218115348E-2</c:v>
                </c:pt>
                <c:pt idx="7645">
                  <c:v>8.8483796294895001E-2</c:v>
                </c:pt>
                <c:pt idx="7646">
                  <c:v>8.8495370371674653E-2</c:v>
                </c:pt>
                <c:pt idx="7647">
                  <c:v>8.8506944441178348E-2</c:v>
                </c:pt>
                <c:pt idx="7648">
                  <c:v>8.8518518517958E-2</c:v>
                </c:pt>
                <c:pt idx="7649">
                  <c:v>8.8530092587461695E-2</c:v>
                </c:pt>
                <c:pt idx="7650">
                  <c:v>8.8541666664241347E-2</c:v>
                </c:pt>
                <c:pt idx="7651">
                  <c:v>8.8553240741021E-2</c:v>
                </c:pt>
                <c:pt idx="7652">
                  <c:v>8.8564814810524695E-2</c:v>
                </c:pt>
                <c:pt idx="7653">
                  <c:v>8.8576388887304347E-2</c:v>
                </c:pt>
                <c:pt idx="7654">
                  <c:v>8.8587962964083999E-2</c:v>
                </c:pt>
                <c:pt idx="7655">
                  <c:v>8.8599537033587694E-2</c:v>
                </c:pt>
                <c:pt idx="7656">
                  <c:v>8.8611111110367347E-2</c:v>
                </c:pt>
                <c:pt idx="7657">
                  <c:v>8.8622685179871041E-2</c:v>
                </c:pt>
                <c:pt idx="7658">
                  <c:v>8.8634259256650694E-2</c:v>
                </c:pt>
                <c:pt idx="7659">
                  <c:v>8.8645833333430346E-2</c:v>
                </c:pt>
                <c:pt idx="7660">
                  <c:v>8.8657407402934041E-2</c:v>
                </c:pt>
                <c:pt idx="7661">
                  <c:v>8.8668981479713693E-2</c:v>
                </c:pt>
                <c:pt idx="7662">
                  <c:v>8.8680555556493346E-2</c:v>
                </c:pt>
                <c:pt idx="7663">
                  <c:v>8.869212962599704E-2</c:v>
                </c:pt>
                <c:pt idx="7664">
                  <c:v>8.8703703702776693E-2</c:v>
                </c:pt>
                <c:pt idx="7665">
                  <c:v>8.8715277772280388E-2</c:v>
                </c:pt>
                <c:pt idx="7666">
                  <c:v>8.872685184906004E-2</c:v>
                </c:pt>
                <c:pt idx="7667">
                  <c:v>8.8738425925839692E-2</c:v>
                </c:pt>
                <c:pt idx="7668">
                  <c:v>8.8749999995343387E-2</c:v>
                </c:pt>
                <c:pt idx="7669">
                  <c:v>8.876157407212304E-2</c:v>
                </c:pt>
                <c:pt idx="7670">
                  <c:v>8.8773148148902692E-2</c:v>
                </c:pt>
                <c:pt idx="7671">
                  <c:v>8.8784722218406387E-2</c:v>
                </c:pt>
                <c:pt idx="7672">
                  <c:v>8.8796296295186039E-2</c:v>
                </c:pt>
                <c:pt idx="7673">
                  <c:v>8.8807870364689734E-2</c:v>
                </c:pt>
                <c:pt idx="7674">
                  <c:v>8.8819444441469386E-2</c:v>
                </c:pt>
                <c:pt idx="7675">
                  <c:v>8.8831018518249039E-2</c:v>
                </c:pt>
                <c:pt idx="7676">
                  <c:v>8.8842592587752733E-2</c:v>
                </c:pt>
                <c:pt idx="7677">
                  <c:v>8.8854166664532386E-2</c:v>
                </c:pt>
                <c:pt idx="7678">
                  <c:v>8.8865740741312038E-2</c:v>
                </c:pt>
                <c:pt idx="7679">
                  <c:v>8.8877314810815733E-2</c:v>
                </c:pt>
                <c:pt idx="7680">
                  <c:v>8.8888888887595385E-2</c:v>
                </c:pt>
                <c:pt idx="7681">
                  <c:v>8.890046295709908E-2</c:v>
                </c:pt>
                <c:pt idx="7682">
                  <c:v>8.8912037033878732E-2</c:v>
                </c:pt>
                <c:pt idx="7683">
                  <c:v>8.8923611110658385E-2</c:v>
                </c:pt>
                <c:pt idx="7684">
                  <c:v>8.893518518016208E-2</c:v>
                </c:pt>
                <c:pt idx="7685">
                  <c:v>8.8946759256941732E-2</c:v>
                </c:pt>
                <c:pt idx="7686">
                  <c:v>8.8958333333721384E-2</c:v>
                </c:pt>
                <c:pt idx="7687">
                  <c:v>8.8969907403225079E-2</c:v>
                </c:pt>
                <c:pt idx="7688">
                  <c:v>8.8981481480004732E-2</c:v>
                </c:pt>
                <c:pt idx="7689">
                  <c:v>8.8993055556784384E-2</c:v>
                </c:pt>
                <c:pt idx="7690">
                  <c:v>8.9004629626288079E-2</c:v>
                </c:pt>
                <c:pt idx="7691">
                  <c:v>8.9016203703067731E-2</c:v>
                </c:pt>
                <c:pt idx="7692">
                  <c:v>8.9027777772571426E-2</c:v>
                </c:pt>
                <c:pt idx="7693">
                  <c:v>8.9039351849351078E-2</c:v>
                </c:pt>
                <c:pt idx="7694">
                  <c:v>8.9050925926130731E-2</c:v>
                </c:pt>
                <c:pt idx="7695">
                  <c:v>8.9062499995634425E-2</c:v>
                </c:pt>
                <c:pt idx="7696">
                  <c:v>8.9074074072414078E-2</c:v>
                </c:pt>
                <c:pt idx="7697">
                  <c:v>8.908564814919373E-2</c:v>
                </c:pt>
                <c:pt idx="7698">
                  <c:v>8.9097222218697425E-2</c:v>
                </c:pt>
                <c:pt idx="7699">
                  <c:v>8.9108796295477077E-2</c:v>
                </c:pt>
                <c:pt idx="7700">
                  <c:v>8.9120370364980772E-2</c:v>
                </c:pt>
                <c:pt idx="7701">
                  <c:v>8.9131944441760425E-2</c:v>
                </c:pt>
                <c:pt idx="7702">
                  <c:v>8.9143518518540077E-2</c:v>
                </c:pt>
                <c:pt idx="7703">
                  <c:v>8.9155092588043772E-2</c:v>
                </c:pt>
                <c:pt idx="7704">
                  <c:v>8.9166666664823424E-2</c:v>
                </c:pt>
                <c:pt idx="7705">
                  <c:v>8.9178240741603076E-2</c:v>
                </c:pt>
                <c:pt idx="7706">
                  <c:v>8.9189814811106771E-2</c:v>
                </c:pt>
                <c:pt idx="7707">
                  <c:v>8.9201388887886424E-2</c:v>
                </c:pt>
                <c:pt idx="7708">
                  <c:v>8.9212962957390118E-2</c:v>
                </c:pt>
                <c:pt idx="7709">
                  <c:v>8.9224537034169771E-2</c:v>
                </c:pt>
                <c:pt idx="7710">
                  <c:v>8.9236111110949423E-2</c:v>
                </c:pt>
                <c:pt idx="7711">
                  <c:v>8.9247685180453118E-2</c:v>
                </c:pt>
                <c:pt idx="7712">
                  <c:v>8.925925925723277E-2</c:v>
                </c:pt>
                <c:pt idx="7713">
                  <c:v>8.9270833334012423E-2</c:v>
                </c:pt>
                <c:pt idx="7714">
                  <c:v>8.9282407403516117E-2</c:v>
                </c:pt>
                <c:pt idx="7715">
                  <c:v>8.929398148029577E-2</c:v>
                </c:pt>
                <c:pt idx="7716">
                  <c:v>8.9305555549799465E-2</c:v>
                </c:pt>
                <c:pt idx="7717">
                  <c:v>8.9317129626579117E-2</c:v>
                </c:pt>
                <c:pt idx="7718">
                  <c:v>8.9328703703358769E-2</c:v>
                </c:pt>
                <c:pt idx="7719">
                  <c:v>8.9340277772862464E-2</c:v>
                </c:pt>
                <c:pt idx="7720">
                  <c:v>8.9351851849642117E-2</c:v>
                </c:pt>
                <c:pt idx="7721">
                  <c:v>8.9363425926421769E-2</c:v>
                </c:pt>
                <c:pt idx="7722">
                  <c:v>8.9374999995925464E-2</c:v>
                </c:pt>
                <c:pt idx="7723">
                  <c:v>8.9386574072705116E-2</c:v>
                </c:pt>
                <c:pt idx="7724">
                  <c:v>8.9398148149484769E-2</c:v>
                </c:pt>
                <c:pt idx="7725">
                  <c:v>8.9409722218988463E-2</c:v>
                </c:pt>
                <c:pt idx="7726">
                  <c:v>8.9421296295768116E-2</c:v>
                </c:pt>
                <c:pt idx="7727">
                  <c:v>8.943287036527181E-2</c:v>
                </c:pt>
                <c:pt idx="7728">
                  <c:v>8.9444444442051463E-2</c:v>
                </c:pt>
                <c:pt idx="7729">
                  <c:v>8.9456018518831115E-2</c:v>
                </c:pt>
                <c:pt idx="7730">
                  <c:v>8.946759258833481E-2</c:v>
                </c:pt>
                <c:pt idx="7731">
                  <c:v>8.9479166665114462E-2</c:v>
                </c:pt>
                <c:pt idx="7732">
                  <c:v>8.9490740741894115E-2</c:v>
                </c:pt>
                <c:pt idx="7733">
                  <c:v>8.950231481139781E-2</c:v>
                </c:pt>
                <c:pt idx="7734">
                  <c:v>8.9513888888177462E-2</c:v>
                </c:pt>
                <c:pt idx="7735">
                  <c:v>8.9525462957681157E-2</c:v>
                </c:pt>
                <c:pt idx="7736">
                  <c:v>8.9537037034460809E-2</c:v>
                </c:pt>
                <c:pt idx="7737">
                  <c:v>8.9548611111240461E-2</c:v>
                </c:pt>
                <c:pt idx="7738">
                  <c:v>8.9560185180744156E-2</c:v>
                </c:pt>
                <c:pt idx="7739">
                  <c:v>8.9571759257523809E-2</c:v>
                </c:pt>
                <c:pt idx="7740">
                  <c:v>8.9583333334303461E-2</c:v>
                </c:pt>
                <c:pt idx="7741">
                  <c:v>8.9594907403807156E-2</c:v>
                </c:pt>
                <c:pt idx="7742">
                  <c:v>8.9606481480586808E-2</c:v>
                </c:pt>
                <c:pt idx="7743">
                  <c:v>8.9618055550090503E-2</c:v>
                </c:pt>
                <c:pt idx="7744">
                  <c:v>8.9629629626870155E-2</c:v>
                </c:pt>
                <c:pt idx="7745">
                  <c:v>8.9641203703649808E-2</c:v>
                </c:pt>
                <c:pt idx="7746">
                  <c:v>8.9652777773153502E-2</c:v>
                </c:pt>
                <c:pt idx="7747">
                  <c:v>8.9664351849933155E-2</c:v>
                </c:pt>
                <c:pt idx="7748">
                  <c:v>8.9675925926712807E-2</c:v>
                </c:pt>
                <c:pt idx="7749">
                  <c:v>8.9687499996216502E-2</c:v>
                </c:pt>
                <c:pt idx="7750">
                  <c:v>8.9699074072996154E-2</c:v>
                </c:pt>
                <c:pt idx="7751">
                  <c:v>8.9710648142499849E-2</c:v>
                </c:pt>
                <c:pt idx="7752">
                  <c:v>8.9722222219279502E-2</c:v>
                </c:pt>
                <c:pt idx="7753">
                  <c:v>8.9733796296059154E-2</c:v>
                </c:pt>
                <c:pt idx="7754">
                  <c:v>8.9745370365562849E-2</c:v>
                </c:pt>
                <c:pt idx="7755">
                  <c:v>8.9756944442342501E-2</c:v>
                </c:pt>
                <c:pt idx="7756">
                  <c:v>8.9768518519122154E-2</c:v>
                </c:pt>
                <c:pt idx="7757">
                  <c:v>8.9780092588625848E-2</c:v>
                </c:pt>
                <c:pt idx="7758">
                  <c:v>8.9791666665405501E-2</c:v>
                </c:pt>
                <c:pt idx="7759">
                  <c:v>8.9803240734909195E-2</c:v>
                </c:pt>
                <c:pt idx="7760">
                  <c:v>8.9814814811688848E-2</c:v>
                </c:pt>
                <c:pt idx="7761">
                  <c:v>8.98263888884685E-2</c:v>
                </c:pt>
                <c:pt idx="7762">
                  <c:v>8.9837962957972195E-2</c:v>
                </c:pt>
                <c:pt idx="7763">
                  <c:v>8.9849537034751847E-2</c:v>
                </c:pt>
                <c:pt idx="7764">
                  <c:v>8.98611111115315E-2</c:v>
                </c:pt>
                <c:pt idx="7765">
                  <c:v>8.9872685181035195E-2</c:v>
                </c:pt>
                <c:pt idx="7766">
                  <c:v>8.9884259257814847E-2</c:v>
                </c:pt>
                <c:pt idx="7767">
                  <c:v>8.9895833334594499E-2</c:v>
                </c:pt>
                <c:pt idx="7768">
                  <c:v>8.9907407404098194E-2</c:v>
                </c:pt>
                <c:pt idx="7769">
                  <c:v>8.9918981480877846E-2</c:v>
                </c:pt>
                <c:pt idx="7770">
                  <c:v>8.9930555550381541E-2</c:v>
                </c:pt>
                <c:pt idx="7771">
                  <c:v>8.9942129627161194E-2</c:v>
                </c:pt>
                <c:pt idx="7772">
                  <c:v>8.9953703703940846E-2</c:v>
                </c:pt>
                <c:pt idx="7773">
                  <c:v>8.9965277773444541E-2</c:v>
                </c:pt>
                <c:pt idx="7774">
                  <c:v>8.9976851850224193E-2</c:v>
                </c:pt>
                <c:pt idx="7775">
                  <c:v>8.9988425927003846E-2</c:v>
                </c:pt>
                <c:pt idx="7776">
                  <c:v>8.999999999650754E-2</c:v>
                </c:pt>
                <c:pt idx="7777">
                  <c:v>9.0011574073287193E-2</c:v>
                </c:pt>
                <c:pt idx="7778">
                  <c:v>9.0023148142790888E-2</c:v>
                </c:pt>
                <c:pt idx="7779">
                  <c:v>9.003472221957054E-2</c:v>
                </c:pt>
                <c:pt idx="7780">
                  <c:v>9.0046296296350192E-2</c:v>
                </c:pt>
                <c:pt idx="7781">
                  <c:v>9.0057870365853887E-2</c:v>
                </c:pt>
                <c:pt idx="7782">
                  <c:v>9.0069444442633539E-2</c:v>
                </c:pt>
                <c:pt idx="7783">
                  <c:v>9.0081018519413192E-2</c:v>
                </c:pt>
                <c:pt idx="7784">
                  <c:v>9.0092592588916887E-2</c:v>
                </c:pt>
                <c:pt idx="7785">
                  <c:v>9.0104166665696539E-2</c:v>
                </c:pt>
                <c:pt idx="7786">
                  <c:v>9.0115740735200234E-2</c:v>
                </c:pt>
                <c:pt idx="7787">
                  <c:v>9.0127314811979886E-2</c:v>
                </c:pt>
                <c:pt idx="7788">
                  <c:v>9.0138888888759539E-2</c:v>
                </c:pt>
                <c:pt idx="7789">
                  <c:v>9.0150462958263233E-2</c:v>
                </c:pt>
                <c:pt idx="7790">
                  <c:v>9.0162037035042886E-2</c:v>
                </c:pt>
                <c:pt idx="7791">
                  <c:v>9.0173611111822538E-2</c:v>
                </c:pt>
                <c:pt idx="7792">
                  <c:v>9.0185185181326233E-2</c:v>
                </c:pt>
                <c:pt idx="7793">
                  <c:v>9.0196759258105885E-2</c:v>
                </c:pt>
                <c:pt idx="7794">
                  <c:v>9.020833332760958E-2</c:v>
                </c:pt>
                <c:pt idx="7795">
                  <c:v>9.0219907404389232E-2</c:v>
                </c:pt>
                <c:pt idx="7796">
                  <c:v>9.0231481481168885E-2</c:v>
                </c:pt>
                <c:pt idx="7797">
                  <c:v>9.024305555067258E-2</c:v>
                </c:pt>
                <c:pt idx="7798">
                  <c:v>9.0254629627452232E-2</c:v>
                </c:pt>
                <c:pt idx="7799">
                  <c:v>9.0266203704231884E-2</c:v>
                </c:pt>
                <c:pt idx="7800">
                  <c:v>9.0277777773735579E-2</c:v>
                </c:pt>
                <c:pt idx="7801">
                  <c:v>9.0289351850515231E-2</c:v>
                </c:pt>
                <c:pt idx="7802">
                  <c:v>9.0300925920018926E-2</c:v>
                </c:pt>
                <c:pt idx="7803">
                  <c:v>9.0312499996798579E-2</c:v>
                </c:pt>
                <c:pt idx="7804">
                  <c:v>9.0324074073578231E-2</c:v>
                </c:pt>
                <c:pt idx="7805">
                  <c:v>9.0335648143081926E-2</c:v>
                </c:pt>
                <c:pt idx="7806">
                  <c:v>9.0347222219861578E-2</c:v>
                </c:pt>
                <c:pt idx="7807">
                  <c:v>9.0358796296641231E-2</c:v>
                </c:pt>
                <c:pt idx="7808">
                  <c:v>9.0370370366144925E-2</c:v>
                </c:pt>
                <c:pt idx="7809">
                  <c:v>9.0381944442924578E-2</c:v>
                </c:pt>
                <c:pt idx="7810">
                  <c:v>9.039351851970423E-2</c:v>
                </c:pt>
                <c:pt idx="7811">
                  <c:v>9.0405092589207925E-2</c:v>
                </c:pt>
                <c:pt idx="7812">
                  <c:v>9.0416666665987577E-2</c:v>
                </c:pt>
                <c:pt idx="7813">
                  <c:v>9.0428240735491272E-2</c:v>
                </c:pt>
                <c:pt idx="7814">
                  <c:v>9.0439814812270924E-2</c:v>
                </c:pt>
                <c:pt idx="7815">
                  <c:v>9.0451388889050577E-2</c:v>
                </c:pt>
                <c:pt idx="7816">
                  <c:v>9.0462962958554272E-2</c:v>
                </c:pt>
                <c:pt idx="7817">
                  <c:v>9.0474537035333924E-2</c:v>
                </c:pt>
                <c:pt idx="7818">
                  <c:v>9.0486111112113576E-2</c:v>
                </c:pt>
                <c:pt idx="7819">
                  <c:v>9.0497685181617271E-2</c:v>
                </c:pt>
                <c:pt idx="7820">
                  <c:v>9.0509259258396924E-2</c:v>
                </c:pt>
                <c:pt idx="7821">
                  <c:v>9.0520833327900618E-2</c:v>
                </c:pt>
                <c:pt idx="7822">
                  <c:v>9.0532407404680271E-2</c:v>
                </c:pt>
                <c:pt idx="7823">
                  <c:v>9.0543981481459923E-2</c:v>
                </c:pt>
                <c:pt idx="7824">
                  <c:v>9.0555555550963618E-2</c:v>
                </c:pt>
                <c:pt idx="7825">
                  <c:v>9.056712962774327E-2</c:v>
                </c:pt>
                <c:pt idx="7826">
                  <c:v>9.0578703704522923E-2</c:v>
                </c:pt>
                <c:pt idx="7827">
                  <c:v>9.0590277774026617E-2</c:v>
                </c:pt>
                <c:pt idx="7828">
                  <c:v>9.060185185080627E-2</c:v>
                </c:pt>
                <c:pt idx="7829">
                  <c:v>9.0613425920309965E-2</c:v>
                </c:pt>
                <c:pt idx="7830">
                  <c:v>9.0624999997089617E-2</c:v>
                </c:pt>
                <c:pt idx="7831">
                  <c:v>9.0636574073869269E-2</c:v>
                </c:pt>
                <c:pt idx="7832">
                  <c:v>9.0648148143372964E-2</c:v>
                </c:pt>
                <c:pt idx="7833">
                  <c:v>9.0659722220152617E-2</c:v>
                </c:pt>
                <c:pt idx="7834">
                  <c:v>9.0671296296932269E-2</c:v>
                </c:pt>
                <c:pt idx="7835">
                  <c:v>9.0682870366435964E-2</c:v>
                </c:pt>
                <c:pt idx="7836">
                  <c:v>9.0694444443215616E-2</c:v>
                </c:pt>
                <c:pt idx="7837">
                  <c:v>9.0706018512719311E-2</c:v>
                </c:pt>
                <c:pt idx="7838">
                  <c:v>9.0717592589498963E-2</c:v>
                </c:pt>
                <c:pt idx="7839">
                  <c:v>9.0729166666278616E-2</c:v>
                </c:pt>
                <c:pt idx="7840">
                  <c:v>9.074074073578231E-2</c:v>
                </c:pt>
                <c:pt idx="7841">
                  <c:v>9.0752314812561963E-2</c:v>
                </c:pt>
                <c:pt idx="7842">
                  <c:v>9.0763888889341615E-2</c:v>
                </c:pt>
                <c:pt idx="7843">
                  <c:v>9.077546295884531E-2</c:v>
                </c:pt>
                <c:pt idx="7844">
                  <c:v>9.0787037035624962E-2</c:v>
                </c:pt>
                <c:pt idx="7845">
                  <c:v>9.0798611112404615E-2</c:v>
                </c:pt>
                <c:pt idx="7846">
                  <c:v>9.0810185181908309E-2</c:v>
                </c:pt>
                <c:pt idx="7847">
                  <c:v>9.0821759258687962E-2</c:v>
                </c:pt>
                <c:pt idx="7848">
                  <c:v>9.0833333328191657E-2</c:v>
                </c:pt>
                <c:pt idx="7849">
                  <c:v>9.0844907404971309E-2</c:v>
                </c:pt>
                <c:pt idx="7850">
                  <c:v>9.0856481481750961E-2</c:v>
                </c:pt>
                <c:pt idx="7851">
                  <c:v>9.0868055551254656E-2</c:v>
                </c:pt>
                <c:pt idx="7852">
                  <c:v>9.0879629628034309E-2</c:v>
                </c:pt>
                <c:pt idx="7853">
                  <c:v>9.0891203704813961E-2</c:v>
                </c:pt>
                <c:pt idx="7854">
                  <c:v>9.0902777774317656E-2</c:v>
                </c:pt>
                <c:pt idx="7855">
                  <c:v>9.0914351851097308E-2</c:v>
                </c:pt>
                <c:pt idx="7856">
                  <c:v>9.0925925920601003E-2</c:v>
                </c:pt>
                <c:pt idx="7857">
                  <c:v>9.0937499997380655E-2</c:v>
                </c:pt>
                <c:pt idx="7858">
                  <c:v>9.0949074074160308E-2</c:v>
                </c:pt>
                <c:pt idx="7859">
                  <c:v>9.0960648143664002E-2</c:v>
                </c:pt>
                <c:pt idx="7860">
                  <c:v>9.0972222220443655E-2</c:v>
                </c:pt>
                <c:pt idx="7861">
                  <c:v>9.0983796297223307E-2</c:v>
                </c:pt>
                <c:pt idx="7862">
                  <c:v>9.0995370366727002E-2</c:v>
                </c:pt>
                <c:pt idx="7863">
                  <c:v>9.1006944443506654E-2</c:v>
                </c:pt>
                <c:pt idx="7864">
                  <c:v>9.1018518513010349E-2</c:v>
                </c:pt>
                <c:pt idx="7865">
                  <c:v>9.1030092589790002E-2</c:v>
                </c:pt>
                <c:pt idx="7866">
                  <c:v>9.1041666666569654E-2</c:v>
                </c:pt>
                <c:pt idx="7867">
                  <c:v>9.1053240736073349E-2</c:v>
                </c:pt>
                <c:pt idx="7868">
                  <c:v>9.1064814812853001E-2</c:v>
                </c:pt>
                <c:pt idx="7869">
                  <c:v>9.1076388889632653E-2</c:v>
                </c:pt>
                <c:pt idx="7870">
                  <c:v>9.1087962959136348E-2</c:v>
                </c:pt>
                <c:pt idx="7871">
                  <c:v>9.1099537035916001E-2</c:v>
                </c:pt>
                <c:pt idx="7872">
                  <c:v>9.1111111105419695E-2</c:v>
                </c:pt>
                <c:pt idx="7873">
                  <c:v>9.1122685182199348E-2</c:v>
                </c:pt>
                <c:pt idx="7874">
                  <c:v>9.1134259258979E-2</c:v>
                </c:pt>
                <c:pt idx="7875">
                  <c:v>9.1145833328482695E-2</c:v>
                </c:pt>
                <c:pt idx="7876">
                  <c:v>9.1157407405262347E-2</c:v>
                </c:pt>
                <c:pt idx="7877">
                  <c:v>9.1168981482042E-2</c:v>
                </c:pt>
                <c:pt idx="7878">
                  <c:v>9.1180555551545694E-2</c:v>
                </c:pt>
                <c:pt idx="7879">
                  <c:v>9.1192129628325347E-2</c:v>
                </c:pt>
                <c:pt idx="7880">
                  <c:v>9.1203703697829042E-2</c:v>
                </c:pt>
                <c:pt idx="7881">
                  <c:v>9.1215277774608694E-2</c:v>
                </c:pt>
                <c:pt idx="7882">
                  <c:v>9.1226851851388346E-2</c:v>
                </c:pt>
                <c:pt idx="7883">
                  <c:v>9.1238425920892041E-2</c:v>
                </c:pt>
                <c:pt idx="7884">
                  <c:v>9.1249999997671694E-2</c:v>
                </c:pt>
                <c:pt idx="7885">
                  <c:v>9.1261574074451346E-2</c:v>
                </c:pt>
                <c:pt idx="7886">
                  <c:v>9.1273148143955041E-2</c:v>
                </c:pt>
                <c:pt idx="7887">
                  <c:v>9.1284722220734693E-2</c:v>
                </c:pt>
                <c:pt idx="7888">
                  <c:v>9.1296296297514345E-2</c:v>
                </c:pt>
                <c:pt idx="7889">
                  <c:v>9.130787036701804E-2</c:v>
                </c:pt>
                <c:pt idx="7890">
                  <c:v>9.1319444443797693E-2</c:v>
                </c:pt>
                <c:pt idx="7891">
                  <c:v>9.1331018513301387E-2</c:v>
                </c:pt>
                <c:pt idx="7892">
                  <c:v>9.134259259008104E-2</c:v>
                </c:pt>
                <c:pt idx="7893">
                  <c:v>9.1354166666860692E-2</c:v>
                </c:pt>
                <c:pt idx="7894">
                  <c:v>9.1365740736364387E-2</c:v>
                </c:pt>
                <c:pt idx="7895">
                  <c:v>9.1377314813144039E-2</c:v>
                </c:pt>
                <c:pt idx="7896">
                  <c:v>9.1388888889923692E-2</c:v>
                </c:pt>
                <c:pt idx="7897">
                  <c:v>9.1400462959427387E-2</c:v>
                </c:pt>
                <c:pt idx="7898">
                  <c:v>9.1412037036207039E-2</c:v>
                </c:pt>
                <c:pt idx="7899">
                  <c:v>9.1423611105710734E-2</c:v>
                </c:pt>
                <c:pt idx="7900">
                  <c:v>9.1435185182490386E-2</c:v>
                </c:pt>
                <c:pt idx="7901">
                  <c:v>9.1446759259270038E-2</c:v>
                </c:pt>
                <c:pt idx="7902">
                  <c:v>9.1458333328773733E-2</c:v>
                </c:pt>
                <c:pt idx="7903">
                  <c:v>9.1469907405553386E-2</c:v>
                </c:pt>
                <c:pt idx="7904">
                  <c:v>9.1481481482333038E-2</c:v>
                </c:pt>
                <c:pt idx="7905">
                  <c:v>9.1493055551836733E-2</c:v>
                </c:pt>
                <c:pt idx="7906">
                  <c:v>9.1504629628616385E-2</c:v>
                </c:pt>
                <c:pt idx="7907">
                  <c:v>9.151620369812008E-2</c:v>
                </c:pt>
                <c:pt idx="7908">
                  <c:v>9.1527777774899732E-2</c:v>
                </c:pt>
                <c:pt idx="7909">
                  <c:v>9.1539351851679385E-2</c:v>
                </c:pt>
                <c:pt idx="7910">
                  <c:v>9.1550925921183079E-2</c:v>
                </c:pt>
                <c:pt idx="7911">
                  <c:v>9.1562499997962732E-2</c:v>
                </c:pt>
                <c:pt idx="7912">
                  <c:v>9.1574074074742384E-2</c:v>
                </c:pt>
                <c:pt idx="7913">
                  <c:v>9.1585648144246079E-2</c:v>
                </c:pt>
                <c:pt idx="7914">
                  <c:v>9.1597222221025731E-2</c:v>
                </c:pt>
                <c:pt idx="7915">
                  <c:v>9.1608796290529426E-2</c:v>
                </c:pt>
                <c:pt idx="7916">
                  <c:v>9.1620370367309079E-2</c:v>
                </c:pt>
                <c:pt idx="7917">
                  <c:v>9.1631944444088731E-2</c:v>
                </c:pt>
                <c:pt idx="7918">
                  <c:v>9.1643518513592426E-2</c:v>
                </c:pt>
                <c:pt idx="7919">
                  <c:v>9.1655092590372078E-2</c:v>
                </c:pt>
                <c:pt idx="7920">
                  <c:v>9.1666666667151731E-2</c:v>
                </c:pt>
                <c:pt idx="7921">
                  <c:v>9.1678240736655425E-2</c:v>
                </c:pt>
                <c:pt idx="7922">
                  <c:v>9.1689814813435078E-2</c:v>
                </c:pt>
                <c:pt idx="7923">
                  <c:v>9.170138889021473E-2</c:v>
                </c:pt>
                <c:pt idx="7924">
                  <c:v>9.1712962959718425E-2</c:v>
                </c:pt>
                <c:pt idx="7925">
                  <c:v>9.1724537036498077E-2</c:v>
                </c:pt>
                <c:pt idx="7926">
                  <c:v>9.1736111106001772E-2</c:v>
                </c:pt>
                <c:pt idx="7927">
                  <c:v>9.1747685182781424E-2</c:v>
                </c:pt>
                <c:pt idx="7928">
                  <c:v>9.1759259259561077E-2</c:v>
                </c:pt>
                <c:pt idx="7929">
                  <c:v>9.1770833329064772E-2</c:v>
                </c:pt>
                <c:pt idx="7930">
                  <c:v>9.1782407405844424E-2</c:v>
                </c:pt>
                <c:pt idx="7931">
                  <c:v>9.1793981482624076E-2</c:v>
                </c:pt>
                <c:pt idx="7932">
                  <c:v>9.1805555552127771E-2</c:v>
                </c:pt>
                <c:pt idx="7933">
                  <c:v>9.1817129628907423E-2</c:v>
                </c:pt>
                <c:pt idx="7934">
                  <c:v>9.1828703698411118E-2</c:v>
                </c:pt>
                <c:pt idx="7935">
                  <c:v>9.1840277775190771E-2</c:v>
                </c:pt>
                <c:pt idx="7936">
                  <c:v>9.1851851851970423E-2</c:v>
                </c:pt>
                <c:pt idx="7937">
                  <c:v>9.1863425921474118E-2</c:v>
                </c:pt>
                <c:pt idx="7938">
                  <c:v>9.187499999825377E-2</c:v>
                </c:pt>
                <c:pt idx="7939">
                  <c:v>9.1886574075033423E-2</c:v>
                </c:pt>
                <c:pt idx="7940">
                  <c:v>9.1898148144537117E-2</c:v>
                </c:pt>
                <c:pt idx="7941">
                  <c:v>9.190972222131677E-2</c:v>
                </c:pt>
                <c:pt idx="7942">
                  <c:v>9.1921296290820464E-2</c:v>
                </c:pt>
                <c:pt idx="7943">
                  <c:v>9.1932870367600117E-2</c:v>
                </c:pt>
                <c:pt idx="7944">
                  <c:v>9.1944444444379769E-2</c:v>
                </c:pt>
                <c:pt idx="7945">
                  <c:v>9.1956018513883464E-2</c:v>
                </c:pt>
                <c:pt idx="7946">
                  <c:v>9.1967592590663116E-2</c:v>
                </c:pt>
                <c:pt idx="7947">
                  <c:v>9.1979166667442769E-2</c:v>
                </c:pt>
                <c:pt idx="7948">
                  <c:v>9.1990740736946464E-2</c:v>
                </c:pt>
                <c:pt idx="7949">
                  <c:v>9.2002314813726116E-2</c:v>
                </c:pt>
                <c:pt idx="7950">
                  <c:v>9.2013888883229811E-2</c:v>
                </c:pt>
                <c:pt idx="7951">
                  <c:v>9.2025462960009463E-2</c:v>
                </c:pt>
                <c:pt idx="7952">
                  <c:v>9.2037037036789116E-2</c:v>
                </c:pt>
                <c:pt idx="7953">
                  <c:v>9.204861110629281E-2</c:v>
                </c:pt>
                <c:pt idx="7954">
                  <c:v>9.2060185183072463E-2</c:v>
                </c:pt>
                <c:pt idx="7955">
                  <c:v>9.2071759259852115E-2</c:v>
                </c:pt>
                <c:pt idx="7956">
                  <c:v>9.208333332935581E-2</c:v>
                </c:pt>
                <c:pt idx="7957">
                  <c:v>9.2094907406135462E-2</c:v>
                </c:pt>
                <c:pt idx="7958">
                  <c:v>9.2106481475639157E-2</c:v>
                </c:pt>
                <c:pt idx="7959">
                  <c:v>9.2118055552418809E-2</c:v>
                </c:pt>
                <c:pt idx="7960">
                  <c:v>9.2129629629198462E-2</c:v>
                </c:pt>
                <c:pt idx="7961">
                  <c:v>9.2141203698702157E-2</c:v>
                </c:pt>
                <c:pt idx="7962">
                  <c:v>9.2152777775481809E-2</c:v>
                </c:pt>
                <c:pt idx="7963">
                  <c:v>9.2164351852261461E-2</c:v>
                </c:pt>
                <c:pt idx="7964">
                  <c:v>9.2175925921765156E-2</c:v>
                </c:pt>
                <c:pt idx="7965">
                  <c:v>9.2187499998544808E-2</c:v>
                </c:pt>
                <c:pt idx="7966">
                  <c:v>9.2199074075324461E-2</c:v>
                </c:pt>
                <c:pt idx="7967">
                  <c:v>9.2210648144828156E-2</c:v>
                </c:pt>
                <c:pt idx="7968">
                  <c:v>9.2222222221607808E-2</c:v>
                </c:pt>
                <c:pt idx="7969">
                  <c:v>9.2233796291111503E-2</c:v>
                </c:pt>
                <c:pt idx="7970">
                  <c:v>9.2245370367891155E-2</c:v>
                </c:pt>
                <c:pt idx="7971">
                  <c:v>9.2256944444670808E-2</c:v>
                </c:pt>
                <c:pt idx="7972">
                  <c:v>9.2268518514174502E-2</c:v>
                </c:pt>
                <c:pt idx="7973">
                  <c:v>9.2280092590954155E-2</c:v>
                </c:pt>
                <c:pt idx="7974">
                  <c:v>9.2291666667733807E-2</c:v>
                </c:pt>
                <c:pt idx="7975">
                  <c:v>9.2303240737237502E-2</c:v>
                </c:pt>
                <c:pt idx="7976">
                  <c:v>9.2314814814017154E-2</c:v>
                </c:pt>
                <c:pt idx="7977">
                  <c:v>9.2326388883520849E-2</c:v>
                </c:pt>
                <c:pt idx="7978">
                  <c:v>9.2337962960300501E-2</c:v>
                </c:pt>
                <c:pt idx="7979">
                  <c:v>9.2349537037080154E-2</c:v>
                </c:pt>
                <c:pt idx="7980">
                  <c:v>9.2361111106583849E-2</c:v>
                </c:pt>
                <c:pt idx="7981">
                  <c:v>9.2372685183363501E-2</c:v>
                </c:pt>
                <c:pt idx="7982">
                  <c:v>9.2384259260143153E-2</c:v>
                </c:pt>
                <c:pt idx="7983">
                  <c:v>9.2395833329646848E-2</c:v>
                </c:pt>
                <c:pt idx="7984">
                  <c:v>9.2407407406426501E-2</c:v>
                </c:pt>
                <c:pt idx="7985">
                  <c:v>9.2418981475930195E-2</c:v>
                </c:pt>
                <c:pt idx="7986">
                  <c:v>9.2430555552709848E-2</c:v>
                </c:pt>
                <c:pt idx="7987">
                  <c:v>9.24421296294895E-2</c:v>
                </c:pt>
                <c:pt idx="7988">
                  <c:v>9.2453703698993195E-2</c:v>
                </c:pt>
                <c:pt idx="7989">
                  <c:v>9.2465277775772847E-2</c:v>
                </c:pt>
                <c:pt idx="7990">
                  <c:v>9.24768518525525E-2</c:v>
                </c:pt>
                <c:pt idx="7991">
                  <c:v>9.2488425922056194E-2</c:v>
                </c:pt>
                <c:pt idx="7992">
                  <c:v>9.2499999998835847E-2</c:v>
                </c:pt>
                <c:pt idx="7993">
                  <c:v>9.2511574068339542E-2</c:v>
                </c:pt>
                <c:pt idx="7994">
                  <c:v>9.2523148145119194E-2</c:v>
                </c:pt>
                <c:pt idx="7995">
                  <c:v>9.2534722221898846E-2</c:v>
                </c:pt>
                <c:pt idx="7996">
                  <c:v>9.2546296291402541E-2</c:v>
                </c:pt>
                <c:pt idx="7997">
                  <c:v>9.2557870368182193E-2</c:v>
                </c:pt>
                <c:pt idx="7998">
                  <c:v>9.2569444444961846E-2</c:v>
                </c:pt>
                <c:pt idx="7999">
                  <c:v>9.2581018514465541E-2</c:v>
                </c:pt>
                <c:pt idx="8000">
                  <c:v>9.2592592591245193E-2</c:v>
                </c:pt>
                <c:pt idx="8001">
                  <c:v>9.2604166660748888E-2</c:v>
                </c:pt>
                <c:pt idx="8002">
                  <c:v>9.261574073752854E-2</c:v>
                </c:pt>
                <c:pt idx="8003">
                  <c:v>9.2627314814308193E-2</c:v>
                </c:pt>
                <c:pt idx="8004">
                  <c:v>9.2638888883811887E-2</c:v>
                </c:pt>
                <c:pt idx="8005">
                  <c:v>9.265046296059154E-2</c:v>
                </c:pt>
                <c:pt idx="8006">
                  <c:v>9.2662037037371192E-2</c:v>
                </c:pt>
                <c:pt idx="8007">
                  <c:v>9.2673611106874887E-2</c:v>
                </c:pt>
                <c:pt idx="8008">
                  <c:v>9.2685185183654539E-2</c:v>
                </c:pt>
                <c:pt idx="8009">
                  <c:v>9.2696759260434192E-2</c:v>
                </c:pt>
                <c:pt idx="8010">
                  <c:v>9.2708333329937886E-2</c:v>
                </c:pt>
                <c:pt idx="8011">
                  <c:v>9.2719907406717539E-2</c:v>
                </c:pt>
                <c:pt idx="8012">
                  <c:v>9.2731481476221234E-2</c:v>
                </c:pt>
                <c:pt idx="8013">
                  <c:v>9.2743055553000886E-2</c:v>
                </c:pt>
                <c:pt idx="8014">
                  <c:v>9.2754629629780538E-2</c:v>
                </c:pt>
                <c:pt idx="8015">
                  <c:v>9.2766203699284233E-2</c:v>
                </c:pt>
                <c:pt idx="8016">
                  <c:v>9.2777777776063886E-2</c:v>
                </c:pt>
                <c:pt idx="8017">
                  <c:v>9.2789351852843538E-2</c:v>
                </c:pt>
                <c:pt idx="8018">
                  <c:v>9.2800925922347233E-2</c:v>
                </c:pt>
                <c:pt idx="8019">
                  <c:v>9.2812499999126885E-2</c:v>
                </c:pt>
                <c:pt idx="8020">
                  <c:v>9.282407406863058E-2</c:v>
                </c:pt>
                <c:pt idx="8021">
                  <c:v>9.2835648145410232E-2</c:v>
                </c:pt>
                <c:pt idx="8022">
                  <c:v>9.2847222222189885E-2</c:v>
                </c:pt>
                <c:pt idx="8023">
                  <c:v>9.2858796291693579E-2</c:v>
                </c:pt>
                <c:pt idx="8024">
                  <c:v>9.2870370368473232E-2</c:v>
                </c:pt>
                <c:pt idx="8025">
                  <c:v>9.2881944445252884E-2</c:v>
                </c:pt>
                <c:pt idx="8026">
                  <c:v>9.2893518514756579E-2</c:v>
                </c:pt>
                <c:pt idx="8027">
                  <c:v>9.2905092591536231E-2</c:v>
                </c:pt>
                <c:pt idx="8028">
                  <c:v>9.2916666661039926E-2</c:v>
                </c:pt>
                <c:pt idx="8029">
                  <c:v>9.2928240737819578E-2</c:v>
                </c:pt>
                <c:pt idx="8030">
                  <c:v>9.2939814814599231E-2</c:v>
                </c:pt>
                <c:pt idx="8031">
                  <c:v>9.2951388884102926E-2</c:v>
                </c:pt>
                <c:pt idx="8032">
                  <c:v>9.2962962960882578E-2</c:v>
                </c:pt>
                <c:pt idx="8033">
                  <c:v>9.297453703766223E-2</c:v>
                </c:pt>
                <c:pt idx="8034">
                  <c:v>9.2986111107165925E-2</c:v>
                </c:pt>
                <c:pt idx="8035">
                  <c:v>9.2997685183945578E-2</c:v>
                </c:pt>
                <c:pt idx="8036">
                  <c:v>9.3009259253449272E-2</c:v>
                </c:pt>
                <c:pt idx="8037">
                  <c:v>9.3020833330228925E-2</c:v>
                </c:pt>
                <c:pt idx="8038">
                  <c:v>9.3032407407008577E-2</c:v>
                </c:pt>
                <c:pt idx="8039">
                  <c:v>9.3043981476512272E-2</c:v>
                </c:pt>
                <c:pt idx="8040">
                  <c:v>9.3055555553291924E-2</c:v>
                </c:pt>
                <c:pt idx="8041">
                  <c:v>9.3067129630071577E-2</c:v>
                </c:pt>
                <c:pt idx="8042">
                  <c:v>9.3078703699575271E-2</c:v>
                </c:pt>
                <c:pt idx="8043">
                  <c:v>9.3090277776354924E-2</c:v>
                </c:pt>
                <c:pt idx="8044">
                  <c:v>9.3101851853134576E-2</c:v>
                </c:pt>
                <c:pt idx="8045">
                  <c:v>9.3113425922638271E-2</c:v>
                </c:pt>
                <c:pt idx="8046">
                  <c:v>9.3124999999417923E-2</c:v>
                </c:pt>
                <c:pt idx="8047">
                  <c:v>9.3136574068921618E-2</c:v>
                </c:pt>
                <c:pt idx="8048">
                  <c:v>9.3148148145701271E-2</c:v>
                </c:pt>
                <c:pt idx="8049">
                  <c:v>9.3159722222480923E-2</c:v>
                </c:pt>
                <c:pt idx="8050">
                  <c:v>9.3171296291984618E-2</c:v>
                </c:pt>
                <c:pt idx="8051">
                  <c:v>9.318287036876427E-2</c:v>
                </c:pt>
                <c:pt idx="8052">
                  <c:v>9.3194444445543922E-2</c:v>
                </c:pt>
                <c:pt idx="8053">
                  <c:v>9.3206018515047617E-2</c:v>
                </c:pt>
                <c:pt idx="8054">
                  <c:v>9.321759259182727E-2</c:v>
                </c:pt>
                <c:pt idx="8055">
                  <c:v>9.3229166661330964E-2</c:v>
                </c:pt>
                <c:pt idx="8056">
                  <c:v>9.3240740738110617E-2</c:v>
                </c:pt>
                <c:pt idx="8057">
                  <c:v>9.3252314814890269E-2</c:v>
                </c:pt>
                <c:pt idx="8058">
                  <c:v>9.3263888884393964E-2</c:v>
                </c:pt>
                <c:pt idx="8059">
                  <c:v>9.3275462961173616E-2</c:v>
                </c:pt>
                <c:pt idx="8060">
                  <c:v>9.3287037037953269E-2</c:v>
                </c:pt>
                <c:pt idx="8061">
                  <c:v>9.3298611107456964E-2</c:v>
                </c:pt>
                <c:pt idx="8062">
                  <c:v>9.3310185184236616E-2</c:v>
                </c:pt>
                <c:pt idx="8063">
                  <c:v>9.3321759253740311E-2</c:v>
                </c:pt>
                <c:pt idx="8064">
                  <c:v>9.3333333330519963E-2</c:v>
                </c:pt>
                <c:pt idx="8065">
                  <c:v>9.3344907407299615E-2</c:v>
                </c:pt>
                <c:pt idx="8066">
                  <c:v>9.335648147680331E-2</c:v>
                </c:pt>
                <c:pt idx="8067">
                  <c:v>9.3368055553582963E-2</c:v>
                </c:pt>
                <c:pt idx="8068">
                  <c:v>9.3379629630362615E-2</c:v>
                </c:pt>
                <c:pt idx="8069">
                  <c:v>9.339120369986631E-2</c:v>
                </c:pt>
                <c:pt idx="8070">
                  <c:v>9.3402777776645962E-2</c:v>
                </c:pt>
                <c:pt idx="8071">
                  <c:v>9.3414351846149657E-2</c:v>
                </c:pt>
                <c:pt idx="8072">
                  <c:v>9.3425925922929309E-2</c:v>
                </c:pt>
                <c:pt idx="8073">
                  <c:v>9.3437499999708962E-2</c:v>
                </c:pt>
                <c:pt idx="8074">
                  <c:v>9.3449074069212656E-2</c:v>
                </c:pt>
                <c:pt idx="8075">
                  <c:v>9.3460648145992309E-2</c:v>
                </c:pt>
                <c:pt idx="8076">
                  <c:v>9.3472222222771961E-2</c:v>
                </c:pt>
                <c:pt idx="8077">
                  <c:v>9.3483796292275656E-2</c:v>
                </c:pt>
                <c:pt idx="8078">
                  <c:v>9.3495370369055308E-2</c:v>
                </c:pt>
                <c:pt idx="8079">
                  <c:v>9.3506944438559003E-2</c:v>
                </c:pt>
                <c:pt idx="8080">
                  <c:v>9.3518518515338656E-2</c:v>
                </c:pt>
                <c:pt idx="8081">
                  <c:v>9.3530092592118308E-2</c:v>
                </c:pt>
                <c:pt idx="8082">
                  <c:v>9.3541666661622003E-2</c:v>
                </c:pt>
                <c:pt idx="8083">
                  <c:v>9.3553240738401655E-2</c:v>
                </c:pt>
                <c:pt idx="8084">
                  <c:v>9.3564814815181307E-2</c:v>
                </c:pt>
                <c:pt idx="8085">
                  <c:v>9.3576388884685002E-2</c:v>
                </c:pt>
                <c:pt idx="8086">
                  <c:v>9.3587962961464655E-2</c:v>
                </c:pt>
                <c:pt idx="8087">
                  <c:v>9.3599537038244307E-2</c:v>
                </c:pt>
                <c:pt idx="8088">
                  <c:v>9.3611111107748002E-2</c:v>
                </c:pt>
                <c:pt idx="8089">
                  <c:v>9.3622685184527654E-2</c:v>
                </c:pt>
                <c:pt idx="8090">
                  <c:v>9.3634259254031349E-2</c:v>
                </c:pt>
                <c:pt idx="8091">
                  <c:v>9.3645833330811001E-2</c:v>
                </c:pt>
                <c:pt idx="8092">
                  <c:v>9.3657407407590654E-2</c:v>
                </c:pt>
                <c:pt idx="8093">
                  <c:v>9.3668981477094349E-2</c:v>
                </c:pt>
                <c:pt idx="8094">
                  <c:v>9.3680555553874001E-2</c:v>
                </c:pt>
                <c:pt idx="8095">
                  <c:v>9.3692129630653653E-2</c:v>
                </c:pt>
                <c:pt idx="8096">
                  <c:v>9.3703703700157348E-2</c:v>
                </c:pt>
                <c:pt idx="8097">
                  <c:v>9.3715277776937E-2</c:v>
                </c:pt>
                <c:pt idx="8098">
                  <c:v>9.3726851846440695E-2</c:v>
                </c:pt>
                <c:pt idx="8099">
                  <c:v>9.3738425923220348E-2</c:v>
                </c:pt>
                <c:pt idx="8100">
                  <c:v>9.375E-2</c:v>
                </c:pt>
                <c:pt idx="8101">
                  <c:v>9.3761574069503695E-2</c:v>
                </c:pt>
                <c:pt idx="8102">
                  <c:v>9.3773148146283347E-2</c:v>
                </c:pt>
                <c:pt idx="8103">
                  <c:v>9.3784722223063E-2</c:v>
                </c:pt>
                <c:pt idx="8104">
                  <c:v>9.3796296292566694E-2</c:v>
                </c:pt>
                <c:pt idx="8105">
                  <c:v>9.3807870369346347E-2</c:v>
                </c:pt>
                <c:pt idx="8106">
                  <c:v>9.3819444438850041E-2</c:v>
                </c:pt>
                <c:pt idx="8107">
                  <c:v>9.3831018515629694E-2</c:v>
                </c:pt>
                <c:pt idx="8108">
                  <c:v>9.3842592592409346E-2</c:v>
                </c:pt>
                <c:pt idx="8109">
                  <c:v>9.3854166661913041E-2</c:v>
                </c:pt>
                <c:pt idx="8110">
                  <c:v>9.3865740738692693E-2</c:v>
                </c:pt>
                <c:pt idx="8111">
                  <c:v>9.3877314815472346E-2</c:v>
                </c:pt>
                <c:pt idx="8112">
                  <c:v>9.3888888884976041E-2</c:v>
                </c:pt>
                <c:pt idx="8113">
                  <c:v>9.3900462961755693E-2</c:v>
                </c:pt>
                <c:pt idx="8114">
                  <c:v>9.3912037031259388E-2</c:v>
                </c:pt>
                <c:pt idx="8115">
                  <c:v>9.392361110803904E-2</c:v>
                </c:pt>
                <c:pt idx="8116">
                  <c:v>9.3935185184818693E-2</c:v>
                </c:pt>
                <c:pt idx="8117">
                  <c:v>9.3946759254322387E-2</c:v>
                </c:pt>
                <c:pt idx="8118">
                  <c:v>9.395833333110204E-2</c:v>
                </c:pt>
                <c:pt idx="8119">
                  <c:v>9.3969907407881692E-2</c:v>
                </c:pt>
                <c:pt idx="8120">
                  <c:v>9.3981481477385387E-2</c:v>
                </c:pt>
                <c:pt idx="8121">
                  <c:v>9.3993055554165039E-2</c:v>
                </c:pt>
                <c:pt idx="8122">
                  <c:v>9.4004629630944692E-2</c:v>
                </c:pt>
                <c:pt idx="8123">
                  <c:v>9.4016203700448386E-2</c:v>
                </c:pt>
                <c:pt idx="8124">
                  <c:v>9.4027777777228039E-2</c:v>
                </c:pt>
                <c:pt idx="8125">
                  <c:v>9.4039351846731734E-2</c:v>
                </c:pt>
                <c:pt idx="8126">
                  <c:v>9.4050925923511386E-2</c:v>
                </c:pt>
                <c:pt idx="8127">
                  <c:v>9.4062500000291038E-2</c:v>
                </c:pt>
                <c:pt idx="8128">
                  <c:v>9.4074074069794733E-2</c:v>
                </c:pt>
                <c:pt idx="8129">
                  <c:v>9.4085648146574385E-2</c:v>
                </c:pt>
                <c:pt idx="8130">
                  <c:v>9.4097222223354038E-2</c:v>
                </c:pt>
                <c:pt idx="8131">
                  <c:v>9.4108796292857733E-2</c:v>
                </c:pt>
                <c:pt idx="8132">
                  <c:v>9.4120370369637385E-2</c:v>
                </c:pt>
                <c:pt idx="8133">
                  <c:v>9.413194443914108E-2</c:v>
                </c:pt>
                <c:pt idx="8134">
                  <c:v>9.4143518515920732E-2</c:v>
                </c:pt>
                <c:pt idx="8135">
                  <c:v>9.4155092592700385E-2</c:v>
                </c:pt>
                <c:pt idx="8136">
                  <c:v>9.4166666662204079E-2</c:v>
                </c:pt>
                <c:pt idx="8137">
                  <c:v>9.4178240738983732E-2</c:v>
                </c:pt>
                <c:pt idx="8138">
                  <c:v>9.4189814815763384E-2</c:v>
                </c:pt>
                <c:pt idx="8139">
                  <c:v>9.4201388885267079E-2</c:v>
                </c:pt>
                <c:pt idx="8140">
                  <c:v>9.4212962962046731E-2</c:v>
                </c:pt>
                <c:pt idx="8141">
                  <c:v>9.4224537031550426E-2</c:v>
                </c:pt>
                <c:pt idx="8142">
                  <c:v>9.4236111108330078E-2</c:v>
                </c:pt>
                <c:pt idx="8143">
                  <c:v>9.4247685185109731E-2</c:v>
                </c:pt>
                <c:pt idx="8144">
                  <c:v>9.4259259254613426E-2</c:v>
                </c:pt>
                <c:pt idx="8145">
                  <c:v>9.4270833331393078E-2</c:v>
                </c:pt>
                <c:pt idx="8146">
                  <c:v>9.428240740817273E-2</c:v>
                </c:pt>
                <c:pt idx="8147">
                  <c:v>9.4293981477676425E-2</c:v>
                </c:pt>
                <c:pt idx="8148">
                  <c:v>9.4305555554456078E-2</c:v>
                </c:pt>
                <c:pt idx="8149">
                  <c:v>9.4317129623959772E-2</c:v>
                </c:pt>
                <c:pt idx="8150">
                  <c:v>9.4328703700739425E-2</c:v>
                </c:pt>
                <c:pt idx="8151">
                  <c:v>9.4340277777519077E-2</c:v>
                </c:pt>
                <c:pt idx="8152">
                  <c:v>9.4351851847022772E-2</c:v>
                </c:pt>
                <c:pt idx="8153">
                  <c:v>9.4363425923802424E-2</c:v>
                </c:pt>
                <c:pt idx="8154">
                  <c:v>9.4375000000582077E-2</c:v>
                </c:pt>
                <c:pt idx="8155">
                  <c:v>9.4386574070085771E-2</c:v>
                </c:pt>
                <c:pt idx="8156">
                  <c:v>9.4398148146865424E-2</c:v>
                </c:pt>
                <c:pt idx="8157">
                  <c:v>9.4409722216369119E-2</c:v>
                </c:pt>
                <c:pt idx="8158">
                  <c:v>9.4421296293148771E-2</c:v>
                </c:pt>
                <c:pt idx="8159">
                  <c:v>9.4432870369928423E-2</c:v>
                </c:pt>
                <c:pt idx="8160">
                  <c:v>9.4444444439432118E-2</c:v>
                </c:pt>
                <c:pt idx="8161">
                  <c:v>9.445601851621177E-2</c:v>
                </c:pt>
                <c:pt idx="8162">
                  <c:v>9.4467592592991423E-2</c:v>
                </c:pt>
                <c:pt idx="8163">
                  <c:v>9.4479166662495118E-2</c:v>
                </c:pt>
                <c:pt idx="8164">
                  <c:v>9.449074073927477E-2</c:v>
                </c:pt>
                <c:pt idx="8165">
                  <c:v>9.4502314816054422E-2</c:v>
                </c:pt>
                <c:pt idx="8166">
                  <c:v>9.4513888885558117E-2</c:v>
                </c:pt>
                <c:pt idx="8167">
                  <c:v>9.452546296233777E-2</c:v>
                </c:pt>
                <c:pt idx="8168">
                  <c:v>9.4537037031841464E-2</c:v>
                </c:pt>
                <c:pt idx="8169">
                  <c:v>9.4548611108621117E-2</c:v>
                </c:pt>
                <c:pt idx="8170">
                  <c:v>9.4560185185400769E-2</c:v>
                </c:pt>
                <c:pt idx="8171">
                  <c:v>9.4571759254904464E-2</c:v>
                </c:pt>
                <c:pt idx="8172">
                  <c:v>9.4583333331684116E-2</c:v>
                </c:pt>
                <c:pt idx="8173">
                  <c:v>9.4594907408463769E-2</c:v>
                </c:pt>
                <c:pt idx="8174">
                  <c:v>9.4606481477967463E-2</c:v>
                </c:pt>
                <c:pt idx="8175">
                  <c:v>9.4618055554747116E-2</c:v>
                </c:pt>
                <c:pt idx="8176">
                  <c:v>9.4629629624250811E-2</c:v>
                </c:pt>
                <c:pt idx="8177">
                  <c:v>9.4641203701030463E-2</c:v>
                </c:pt>
                <c:pt idx="8178">
                  <c:v>9.4652777777810115E-2</c:v>
                </c:pt>
                <c:pt idx="8179">
                  <c:v>9.466435184731381E-2</c:v>
                </c:pt>
                <c:pt idx="8180">
                  <c:v>9.4675925924093463E-2</c:v>
                </c:pt>
                <c:pt idx="8181">
                  <c:v>9.4687500000873115E-2</c:v>
                </c:pt>
                <c:pt idx="8182">
                  <c:v>9.469907407037681E-2</c:v>
                </c:pt>
                <c:pt idx="8183">
                  <c:v>9.4710648147156462E-2</c:v>
                </c:pt>
                <c:pt idx="8184">
                  <c:v>9.4722222216660157E-2</c:v>
                </c:pt>
                <c:pt idx="8185">
                  <c:v>9.4733796293439809E-2</c:v>
                </c:pt>
                <c:pt idx="8186">
                  <c:v>9.4745370370219462E-2</c:v>
                </c:pt>
                <c:pt idx="8187">
                  <c:v>9.4756944439723156E-2</c:v>
                </c:pt>
                <c:pt idx="8188">
                  <c:v>9.4768518516502809E-2</c:v>
                </c:pt>
                <c:pt idx="8189">
                  <c:v>9.4780092593282461E-2</c:v>
                </c:pt>
                <c:pt idx="8190">
                  <c:v>9.4791666662786156E-2</c:v>
                </c:pt>
                <c:pt idx="8191">
                  <c:v>9.4803240739565808E-2</c:v>
                </c:pt>
                <c:pt idx="8192">
                  <c:v>9.4814814809069503E-2</c:v>
                </c:pt>
                <c:pt idx="8193">
                  <c:v>9.4826388885849155E-2</c:v>
                </c:pt>
                <c:pt idx="8194">
                  <c:v>9.4837962962628808E-2</c:v>
                </c:pt>
                <c:pt idx="8195">
                  <c:v>9.4849537032132503E-2</c:v>
                </c:pt>
                <c:pt idx="8196">
                  <c:v>9.4861111108912155E-2</c:v>
                </c:pt>
                <c:pt idx="8197">
                  <c:v>9.4872685185691807E-2</c:v>
                </c:pt>
                <c:pt idx="8198">
                  <c:v>9.4884259255195502E-2</c:v>
                </c:pt>
                <c:pt idx="8199">
                  <c:v>9.4895833331975155E-2</c:v>
                </c:pt>
                <c:pt idx="8200">
                  <c:v>9.4907407401478849E-2</c:v>
                </c:pt>
                <c:pt idx="8201">
                  <c:v>9.4918981478258502E-2</c:v>
                </c:pt>
                <c:pt idx="8202">
                  <c:v>9.4930555555038154E-2</c:v>
                </c:pt>
                <c:pt idx="8203">
                  <c:v>9.4942129624541849E-2</c:v>
                </c:pt>
                <c:pt idx="8204">
                  <c:v>9.4953703701321501E-2</c:v>
                </c:pt>
                <c:pt idx="8205">
                  <c:v>9.4965277778101154E-2</c:v>
                </c:pt>
                <c:pt idx="8206">
                  <c:v>9.4976851847604848E-2</c:v>
                </c:pt>
                <c:pt idx="8207">
                  <c:v>9.4988425924384501E-2</c:v>
                </c:pt>
                <c:pt idx="8208">
                  <c:v>9.5000000001164153E-2</c:v>
                </c:pt>
                <c:pt idx="8209">
                  <c:v>9.5011574070667848E-2</c:v>
                </c:pt>
                <c:pt idx="8210">
                  <c:v>9.50231481474475E-2</c:v>
                </c:pt>
                <c:pt idx="8211">
                  <c:v>9.5034722216951195E-2</c:v>
                </c:pt>
                <c:pt idx="8212">
                  <c:v>9.5046296293730848E-2</c:v>
                </c:pt>
                <c:pt idx="8213">
                  <c:v>9.50578703705105E-2</c:v>
                </c:pt>
                <c:pt idx="8214">
                  <c:v>9.5069444440014195E-2</c:v>
                </c:pt>
                <c:pt idx="8215">
                  <c:v>9.5081018516793847E-2</c:v>
                </c:pt>
                <c:pt idx="8216">
                  <c:v>9.5092592593573499E-2</c:v>
                </c:pt>
                <c:pt idx="8217">
                  <c:v>9.5104166663077194E-2</c:v>
                </c:pt>
                <c:pt idx="8218">
                  <c:v>9.5115740739856847E-2</c:v>
                </c:pt>
                <c:pt idx="8219">
                  <c:v>9.5127314809360541E-2</c:v>
                </c:pt>
                <c:pt idx="8220">
                  <c:v>9.5138888886140194E-2</c:v>
                </c:pt>
                <c:pt idx="8221">
                  <c:v>9.5150462962919846E-2</c:v>
                </c:pt>
                <c:pt idx="8222">
                  <c:v>9.5162037032423541E-2</c:v>
                </c:pt>
                <c:pt idx="8223">
                  <c:v>9.5173611109203193E-2</c:v>
                </c:pt>
                <c:pt idx="8224">
                  <c:v>9.5185185185982846E-2</c:v>
                </c:pt>
                <c:pt idx="8225">
                  <c:v>9.519675925548654E-2</c:v>
                </c:pt>
                <c:pt idx="8226">
                  <c:v>9.5208333332266193E-2</c:v>
                </c:pt>
                <c:pt idx="8227">
                  <c:v>9.5219907401769888E-2</c:v>
                </c:pt>
                <c:pt idx="8228">
                  <c:v>9.523148147854954E-2</c:v>
                </c:pt>
                <c:pt idx="8229">
                  <c:v>9.5243055555329192E-2</c:v>
                </c:pt>
                <c:pt idx="8230">
                  <c:v>9.5254629624832887E-2</c:v>
                </c:pt>
                <c:pt idx="8231">
                  <c:v>9.526620370161254E-2</c:v>
                </c:pt>
                <c:pt idx="8232">
                  <c:v>9.5277777778392192E-2</c:v>
                </c:pt>
                <c:pt idx="8233">
                  <c:v>9.5289351847895887E-2</c:v>
                </c:pt>
                <c:pt idx="8234">
                  <c:v>9.5300925924675539E-2</c:v>
                </c:pt>
                <c:pt idx="8235">
                  <c:v>9.5312499994179234E-2</c:v>
                </c:pt>
                <c:pt idx="8236">
                  <c:v>9.5324074070958886E-2</c:v>
                </c:pt>
                <c:pt idx="8237">
                  <c:v>9.5335648147738539E-2</c:v>
                </c:pt>
                <c:pt idx="8238">
                  <c:v>9.5347222217242233E-2</c:v>
                </c:pt>
                <c:pt idx="8239">
                  <c:v>9.5358796294021886E-2</c:v>
                </c:pt>
                <c:pt idx="8240">
                  <c:v>9.5370370370801538E-2</c:v>
                </c:pt>
                <c:pt idx="8241">
                  <c:v>9.5381944440305233E-2</c:v>
                </c:pt>
                <c:pt idx="8242">
                  <c:v>9.5393518517084885E-2</c:v>
                </c:pt>
                <c:pt idx="8243">
                  <c:v>9.5405092593864538E-2</c:v>
                </c:pt>
                <c:pt idx="8244">
                  <c:v>9.5416666663368233E-2</c:v>
                </c:pt>
                <c:pt idx="8245">
                  <c:v>9.5428240740147885E-2</c:v>
                </c:pt>
                <c:pt idx="8246">
                  <c:v>9.543981480965158E-2</c:v>
                </c:pt>
                <c:pt idx="8247">
                  <c:v>9.5451388886431232E-2</c:v>
                </c:pt>
                <c:pt idx="8248">
                  <c:v>9.5462962963210884E-2</c:v>
                </c:pt>
                <c:pt idx="8249">
                  <c:v>9.5474537032714579E-2</c:v>
                </c:pt>
                <c:pt idx="8250">
                  <c:v>9.5486111109494232E-2</c:v>
                </c:pt>
                <c:pt idx="8251">
                  <c:v>9.5497685186273884E-2</c:v>
                </c:pt>
                <c:pt idx="8252">
                  <c:v>9.5509259255777579E-2</c:v>
                </c:pt>
                <c:pt idx="8253">
                  <c:v>9.5520833332557231E-2</c:v>
                </c:pt>
                <c:pt idx="8254">
                  <c:v>9.5532407402060926E-2</c:v>
                </c:pt>
                <c:pt idx="8255">
                  <c:v>9.5543981478840578E-2</c:v>
                </c:pt>
                <c:pt idx="8256">
                  <c:v>9.5555555555620231E-2</c:v>
                </c:pt>
                <c:pt idx="8257">
                  <c:v>9.5567129625123926E-2</c:v>
                </c:pt>
                <c:pt idx="8258">
                  <c:v>9.5578703701903578E-2</c:v>
                </c:pt>
                <c:pt idx="8259">
                  <c:v>9.559027777868323E-2</c:v>
                </c:pt>
                <c:pt idx="8260">
                  <c:v>9.5601851848186925E-2</c:v>
                </c:pt>
                <c:pt idx="8261">
                  <c:v>9.5613425924966577E-2</c:v>
                </c:pt>
                <c:pt idx="8262">
                  <c:v>9.5624999994470272E-2</c:v>
                </c:pt>
                <c:pt idx="8263">
                  <c:v>9.5636574071249925E-2</c:v>
                </c:pt>
                <c:pt idx="8264">
                  <c:v>9.5648148148029577E-2</c:v>
                </c:pt>
                <c:pt idx="8265">
                  <c:v>9.5659722217533272E-2</c:v>
                </c:pt>
                <c:pt idx="8266">
                  <c:v>9.5671296294312924E-2</c:v>
                </c:pt>
                <c:pt idx="8267">
                  <c:v>9.5682870371092577E-2</c:v>
                </c:pt>
                <c:pt idx="8268">
                  <c:v>9.5694444440596271E-2</c:v>
                </c:pt>
                <c:pt idx="8269">
                  <c:v>9.5706018517375924E-2</c:v>
                </c:pt>
                <c:pt idx="8270">
                  <c:v>9.5717592586879618E-2</c:v>
                </c:pt>
                <c:pt idx="8271">
                  <c:v>9.5729166663659271E-2</c:v>
                </c:pt>
                <c:pt idx="8272">
                  <c:v>9.5740740740438923E-2</c:v>
                </c:pt>
                <c:pt idx="8273">
                  <c:v>9.5752314809942618E-2</c:v>
                </c:pt>
                <c:pt idx="8274">
                  <c:v>9.576388888672227E-2</c:v>
                </c:pt>
                <c:pt idx="8275">
                  <c:v>9.5775462963501923E-2</c:v>
                </c:pt>
                <c:pt idx="8276">
                  <c:v>9.5787037033005618E-2</c:v>
                </c:pt>
                <c:pt idx="8277">
                  <c:v>9.579861110978527E-2</c:v>
                </c:pt>
                <c:pt idx="8278">
                  <c:v>9.5810185179288965E-2</c:v>
                </c:pt>
                <c:pt idx="8279">
                  <c:v>9.5821759256068617E-2</c:v>
                </c:pt>
                <c:pt idx="8280">
                  <c:v>9.5833333332848269E-2</c:v>
                </c:pt>
                <c:pt idx="8281">
                  <c:v>9.5844907402351964E-2</c:v>
                </c:pt>
                <c:pt idx="8282">
                  <c:v>9.5856481479131617E-2</c:v>
                </c:pt>
                <c:pt idx="8283">
                  <c:v>9.5868055555911269E-2</c:v>
                </c:pt>
                <c:pt idx="8284">
                  <c:v>9.5879629625414964E-2</c:v>
                </c:pt>
                <c:pt idx="8285">
                  <c:v>9.5891203702194616E-2</c:v>
                </c:pt>
                <c:pt idx="8286">
                  <c:v>9.5902777778974269E-2</c:v>
                </c:pt>
                <c:pt idx="8287">
                  <c:v>9.5914351848477963E-2</c:v>
                </c:pt>
                <c:pt idx="8288">
                  <c:v>9.5925925925257616E-2</c:v>
                </c:pt>
                <c:pt idx="8289">
                  <c:v>9.5937499994761311E-2</c:v>
                </c:pt>
                <c:pt idx="8290">
                  <c:v>9.5949074071540963E-2</c:v>
                </c:pt>
                <c:pt idx="8291">
                  <c:v>9.5960648148320615E-2</c:v>
                </c:pt>
                <c:pt idx="8292">
                  <c:v>9.597222221782431E-2</c:v>
                </c:pt>
                <c:pt idx="8293">
                  <c:v>9.5983796294603962E-2</c:v>
                </c:pt>
                <c:pt idx="8294">
                  <c:v>9.5995370371383615E-2</c:v>
                </c:pt>
                <c:pt idx="8295">
                  <c:v>9.600694444088731E-2</c:v>
                </c:pt>
                <c:pt idx="8296">
                  <c:v>9.6018518517666962E-2</c:v>
                </c:pt>
                <c:pt idx="8297">
                  <c:v>9.6030092587170657E-2</c:v>
                </c:pt>
                <c:pt idx="8298">
                  <c:v>9.6041666663950309E-2</c:v>
                </c:pt>
                <c:pt idx="8299">
                  <c:v>9.6053240740729962E-2</c:v>
                </c:pt>
                <c:pt idx="8300">
                  <c:v>9.6064814810233656E-2</c:v>
                </c:pt>
                <c:pt idx="8301">
                  <c:v>9.6076388887013309E-2</c:v>
                </c:pt>
                <c:pt idx="8302">
                  <c:v>9.6087962963792961E-2</c:v>
                </c:pt>
                <c:pt idx="8303">
                  <c:v>9.6099537033296656E-2</c:v>
                </c:pt>
                <c:pt idx="8304">
                  <c:v>9.6111111110076308E-2</c:v>
                </c:pt>
                <c:pt idx="8305">
                  <c:v>9.6122685179580003E-2</c:v>
                </c:pt>
                <c:pt idx="8306">
                  <c:v>9.6134259256359655E-2</c:v>
                </c:pt>
                <c:pt idx="8307">
                  <c:v>9.6145833333139308E-2</c:v>
                </c:pt>
                <c:pt idx="8308">
                  <c:v>9.6157407402643003E-2</c:v>
                </c:pt>
                <c:pt idx="8309">
                  <c:v>9.6168981479422655E-2</c:v>
                </c:pt>
                <c:pt idx="8310">
                  <c:v>9.6180555556202307E-2</c:v>
                </c:pt>
                <c:pt idx="8311">
                  <c:v>9.6192129625706002E-2</c:v>
                </c:pt>
                <c:pt idx="8312">
                  <c:v>9.6203703702485655E-2</c:v>
                </c:pt>
                <c:pt idx="8313">
                  <c:v>9.6215277771989349E-2</c:v>
                </c:pt>
                <c:pt idx="8314">
                  <c:v>9.6226851848769002E-2</c:v>
                </c:pt>
                <c:pt idx="8315">
                  <c:v>9.6238425925548654E-2</c:v>
                </c:pt>
                <c:pt idx="8316">
                  <c:v>9.6249999995052349E-2</c:v>
                </c:pt>
                <c:pt idx="8317">
                  <c:v>9.6261574071832001E-2</c:v>
                </c:pt>
                <c:pt idx="8318">
                  <c:v>9.6273148148611654E-2</c:v>
                </c:pt>
                <c:pt idx="8319">
                  <c:v>9.6284722218115348E-2</c:v>
                </c:pt>
                <c:pt idx="8320">
                  <c:v>9.6296296294895001E-2</c:v>
                </c:pt>
                <c:pt idx="8321">
                  <c:v>9.6307870371674653E-2</c:v>
                </c:pt>
                <c:pt idx="8322">
                  <c:v>9.6319444441178348E-2</c:v>
                </c:pt>
                <c:pt idx="8323">
                  <c:v>9.6331018517958E-2</c:v>
                </c:pt>
                <c:pt idx="8324">
                  <c:v>9.6342592587461695E-2</c:v>
                </c:pt>
                <c:pt idx="8325">
                  <c:v>9.6354166664241347E-2</c:v>
                </c:pt>
                <c:pt idx="8326">
                  <c:v>9.6365740741021E-2</c:v>
                </c:pt>
                <c:pt idx="8327">
                  <c:v>9.6377314810524695E-2</c:v>
                </c:pt>
                <c:pt idx="8328">
                  <c:v>9.6388888887304347E-2</c:v>
                </c:pt>
                <c:pt idx="8329">
                  <c:v>9.6400462964083999E-2</c:v>
                </c:pt>
                <c:pt idx="8330">
                  <c:v>9.6412037033587694E-2</c:v>
                </c:pt>
                <c:pt idx="8331">
                  <c:v>9.6423611110367347E-2</c:v>
                </c:pt>
                <c:pt idx="8332">
                  <c:v>9.6435185179871041E-2</c:v>
                </c:pt>
                <c:pt idx="8333">
                  <c:v>9.6446759256650694E-2</c:v>
                </c:pt>
                <c:pt idx="8334">
                  <c:v>9.6458333333430346E-2</c:v>
                </c:pt>
                <c:pt idx="8335">
                  <c:v>9.6469907402934041E-2</c:v>
                </c:pt>
                <c:pt idx="8336">
                  <c:v>9.6481481479713693E-2</c:v>
                </c:pt>
                <c:pt idx="8337">
                  <c:v>9.6493055556493346E-2</c:v>
                </c:pt>
                <c:pt idx="8338">
                  <c:v>9.650462962599704E-2</c:v>
                </c:pt>
                <c:pt idx="8339">
                  <c:v>9.6516203702776693E-2</c:v>
                </c:pt>
                <c:pt idx="8340">
                  <c:v>9.6527777772280388E-2</c:v>
                </c:pt>
                <c:pt idx="8341">
                  <c:v>9.653935184906004E-2</c:v>
                </c:pt>
                <c:pt idx="8342">
                  <c:v>9.6550925925839692E-2</c:v>
                </c:pt>
                <c:pt idx="8343">
                  <c:v>9.6562499995343387E-2</c:v>
                </c:pt>
                <c:pt idx="8344">
                  <c:v>9.657407407212304E-2</c:v>
                </c:pt>
                <c:pt idx="8345">
                  <c:v>9.6585648148902692E-2</c:v>
                </c:pt>
                <c:pt idx="8346">
                  <c:v>9.6597222218406387E-2</c:v>
                </c:pt>
                <c:pt idx="8347">
                  <c:v>9.6608796295186039E-2</c:v>
                </c:pt>
                <c:pt idx="8348">
                  <c:v>9.6620370364689734E-2</c:v>
                </c:pt>
                <c:pt idx="8349">
                  <c:v>9.6631944441469386E-2</c:v>
                </c:pt>
                <c:pt idx="8350">
                  <c:v>9.6643518518249039E-2</c:v>
                </c:pt>
                <c:pt idx="8351">
                  <c:v>9.6655092587752733E-2</c:v>
                </c:pt>
                <c:pt idx="8352">
                  <c:v>9.6666666664532386E-2</c:v>
                </c:pt>
                <c:pt idx="8353">
                  <c:v>9.6678240741312038E-2</c:v>
                </c:pt>
                <c:pt idx="8354">
                  <c:v>9.6689814810815733E-2</c:v>
                </c:pt>
                <c:pt idx="8355">
                  <c:v>9.6701388887595385E-2</c:v>
                </c:pt>
                <c:pt idx="8356">
                  <c:v>9.671296295709908E-2</c:v>
                </c:pt>
                <c:pt idx="8357">
                  <c:v>9.6724537033878732E-2</c:v>
                </c:pt>
                <c:pt idx="8358">
                  <c:v>9.6736111110658385E-2</c:v>
                </c:pt>
                <c:pt idx="8359">
                  <c:v>9.674768518016208E-2</c:v>
                </c:pt>
                <c:pt idx="8360">
                  <c:v>9.6759259256941732E-2</c:v>
                </c:pt>
                <c:pt idx="8361">
                  <c:v>9.6770833333721384E-2</c:v>
                </c:pt>
                <c:pt idx="8362">
                  <c:v>9.6782407403225079E-2</c:v>
                </c:pt>
                <c:pt idx="8363">
                  <c:v>9.6793981480004732E-2</c:v>
                </c:pt>
                <c:pt idx="8364">
                  <c:v>9.6805555556784384E-2</c:v>
                </c:pt>
                <c:pt idx="8365">
                  <c:v>9.6817129626288079E-2</c:v>
                </c:pt>
                <c:pt idx="8366">
                  <c:v>9.6828703703067731E-2</c:v>
                </c:pt>
                <c:pt idx="8367">
                  <c:v>9.6840277772571426E-2</c:v>
                </c:pt>
                <c:pt idx="8368">
                  <c:v>9.6851851849351078E-2</c:v>
                </c:pt>
                <c:pt idx="8369">
                  <c:v>9.6863425926130731E-2</c:v>
                </c:pt>
                <c:pt idx="8370">
                  <c:v>9.6874999995634425E-2</c:v>
                </c:pt>
                <c:pt idx="8371">
                  <c:v>9.6886574072414078E-2</c:v>
                </c:pt>
                <c:pt idx="8372">
                  <c:v>9.689814814919373E-2</c:v>
                </c:pt>
                <c:pt idx="8373">
                  <c:v>9.6909722218697425E-2</c:v>
                </c:pt>
                <c:pt idx="8374">
                  <c:v>9.6921296295477077E-2</c:v>
                </c:pt>
                <c:pt idx="8375">
                  <c:v>9.6932870364980772E-2</c:v>
                </c:pt>
                <c:pt idx="8376">
                  <c:v>9.6944444441760425E-2</c:v>
                </c:pt>
                <c:pt idx="8377">
                  <c:v>9.6956018518540077E-2</c:v>
                </c:pt>
                <c:pt idx="8378">
                  <c:v>9.6967592588043772E-2</c:v>
                </c:pt>
                <c:pt idx="8379">
                  <c:v>9.6979166664823424E-2</c:v>
                </c:pt>
                <c:pt idx="8380">
                  <c:v>9.6990740741603076E-2</c:v>
                </c:pt>
                <c:pt idx="8381">
                  <c:v>9.7002314811106771E-2</c:v>
                </c:pt>
                <c:pt idx="8382">
                  <c:v>9.7013888887886424E-2</c:v>
                </c:pt>
                <c:pt idx="8383">
                  <c:v>9.7025462957390118E-2</c:v>
                </c:pt>
                <c:pt idx="8384">
                  <c:v>9.7037037034169771E-2</c:v>
                </c:pt>
                <c:pt idx="8385">
                  <c:v>9.7048611110949423E-2</c:v>
                </c:pt>
                <c:pt idx="8386">
                  <c:v>9.7060185180453118E-2</c:v>
                </c:pt>
                <c:pt idx="8387">
                  <c:v>9.707175925723277E-2</c:v>
                </c:pt>
                <c:pt idx="8388">
                  <c:v>9.7083333334012423E-2</c:v>
                </c:pt>
                <c:pt idx="8389">
                  <c:v>9.7094907403516117E-2</c:v>
                </c:pt>
                <c:pt idx="8390">
                  <c:v>9.710648148029577E-2</c:v>
                </c:pt>
                <c:pt idx="8391">
                  <c:v>9.7118055549799465E-2</c:v>
                </c:pt>
                <c:pt idx="8392">
                  <c:v>9.7129629626579117E-2</c:v>
                </c:pt>
                <c:pt idx="8393">
                  <c:v>9.7141203703358769E-2</c:v>
                </c:pt>
                <c:pt idx="8394">
                  <c:v>9.7152777772862464E-2</c:v>
                </c:pt>
                <c:pt idx="8395">
                  <c:v>9.7164351849642117E-2</c:v>
                </c:pt>
                <c:pt idx="8396">
                  <c:v>9.7175925926421769E-2</c:v>
                </c:pt>
                <c:pt idx="8397">
                  <c:v>9.7187499995925464E-2</c:v>
                </c:pt>
                <c:pt idx="8398">
                  <c:v>9.7199074072705116E-2</c:v>
                </c:pt>
                <c:pt idx="8399">
                  <c:v>9.7210648149484769E-2</c:v>
                </c:pt>
                <c:pt idx="8400">
                  <c:v>9.7222222218988463E-2</c:v>
                </c:pt>
                <c:pt idx="8401">
                  <c:v>9.7233796295768116E-2</c:v>
                </c:pt>
                <c:pt idx="8402">
                  <c:v>9.724537036527181E-2</c:v>
                </c:pt>
                <c:pt idx="8403">
                  <c:v>9.7256944442051463E-2</c:v>
                </c:pt>
                <c:pt idx="8404">
                  <c:v>9.7268518518831115E-2</c:v>
                </c:pt>
                <c:pt idx="8405">
                  <c:v>9.728009258833481E-2</c:v>
                </c:pt>
                <c:pt idx="8406">
                  <c:v>9.7291666665114462E-2</c:v>
                </c:pt>
                <c:pt idx="8407">
                  <c:v>9.7303240741894115E-2</c:v>
                </c:pt>
                <c:pt idx="8408">
                  <c:v>9.731481481139781E-2</c:v>
                </c:pt>
                <c:pt idx="8409">
                  <c:v>9.7326388888177462E-2</c:v>
                </c:pt>
                <c:pt idx="8410">
                  <c:v>9.7337962957681157E-2</c:v>
                </c:pt>
                <c:pt idx="8411">
                  <c:v>9.7349537034460809E-2</c:v>
                </c:pt>
                <c:pt idx="8412">
                  <c:v>9.7361111111240461E-2</c:v>
                </c:pt>
                <c:pt idx="8413">
                  <c:v>9.7372685180744156E-2</c:v>
                </c:pt>
                <c:pt idx="8414">
                  <c:v>9.7384259257523809E-2</c:v>
                </c:pt>
                <c:pt idx="8415">
                  <c:v>9.7395833334303461E-2</c:v>
                </c:pt>
                <c:pt idx="8416">
                  <c:v>9.7407407403807156E-2</c:v>
                </c:pt>
                <c:pt idx="8417">
                  <c:v>9.7418981480586808E-2</c:v>
                </c:pt>
                <c:pt idx="8418">
                  <c:v>9.7430555550090503E-2</c:v>
                </c:pt>
                <c:pt idx="8419">
                  <c:v>9.7442129626870155E-2</c:v>
                </c:pt>
                <c:pt idx="8420">
                  <c:v>9.7453703703649808E-2</c:v>
                </c:pt>
                <c:pt idx="8421">
                  <c:v>9.7465277773153502E-2</c:v>
                </c:pt>
                <c:pt idx="8422">
                  <c:v>9.7476851849933155E-2</c:v>
                </c:pt>
                <c:pt idx="8423">
                  <c:v>9.7488425926712807E-2</c:v>
                </c:pt>
                <c:pt idx="8424">
                  <c:v>9.7499999996216502E-2</c:v>
                </c:pt>
                <c:pt idx="8425">
                  <c:v>9.7511574072996154E-2</c:v>
                </c:pt>
                <c:pt idx="8426">
                  <c:v>9.7523148142499849E-2</c:v>
                </c:pt>
                <c:pt idx="8427">
                  <c:v>9.7534722219279502E-2</c:v>
                </c:pt>
                <c:pt idx="8428">
                  <c:v>9.7546296296059154E-2</c:v>
                </c:pt>
                <c:pt idx="8429">
                  <c:v>9.7557870365562849E-2</c:v>
                </c:pt>
                <c:pt idx="8430">
                  <c:v>9.7569444442342501E-2</c:v>
                </c:pt>
                <c:pt idx="8431">
                  <c:v>9.7581018519122154E-2</c:v>
                </c:pt>
                <c:pt idx="8432">
                  <c:v>9.7592592588625848E-2</c:v>
                </c:pt>
                <c:pt idx="8433">
                  <c:v>9.7604166665405501E-2</c:v>
                </c:pt>
                <c:pt idx="8434">
                  <c:v>9.7615740734909195E-2</c:v>
                </c:pt>
                <c:pt idx="8435">
                  <c:v>9.7627314811688848E-2</c:v>
                </c:pt>
                <c:pt idx="8436">
                  <c:v>9.76388888884685E-2</c:v>
                </c:pt>
                <c:pt idx="8437">
                  <c:v>9.7650462957972195E-2</c:v>
                </c:pt>
                <c:pt idx="8438">
                  <c:v>9.7662037034751847E-2</c:v>
                </c:pt>
                <c:pt idx="8439">
                  <c:v>9.76736111115315E-2</c:v>
                </c:pt>
                <c:pt idx="8440">
                  <c:v>9.7685185181035195E-2</c:v>
                </c:pt>
                <c:pt idx="8441">
                  <c:v>9.7696759257814847E-2</c:v>
                </c:pt>
                <c:pt idx="8442">
                  <c:v>9.7708333334594499E-2</c:v>
                </c:pt>
                <c:pt idx="8443">
                  <c:v>9.7719907404098194E-2</c:v>
                </c:pt>
                <c:pt idx="8444">
                  <c:v>9.7731481480877846E-2</c:v>
                </c:pt>
                <c:pt idx="8445">
                  <c:v>9.7743055550381541E-2</c:v>
                </c:pt>
                <c:pt idx="8446">
                  <c:v>9.7754629627161194E-2</c:v>
                </c:pt>
                <c:pt idx="8447">
                  <c:v>9.7766203703940846E-2</c:v>
                </c:pt>
                <c:pt idx="8448">
                  <c:v>9.7777777773444541E-2</c:v>
                </c:pt>
                <c:pt idx="8449">
                  <c:v>9.7789351850224193E-2</c:v>
                </c:pt>
                <c:pt idx="8450">
                  <c:v>9.7800925927003846E-2</c:v>
                </c:pt>
                <c:pt idx="8451">
                  <c:v>9.781249999650754E-2</c:v>
                </c:pt>
                <c:pt idx="8452">
                  <c:v>9.7824074073287193E-2</c:v>
                </c:pt>
                <c:pt idx="8453">
                  <c:v>9.7835648142790888E-2</c:v>
                </c:pt>
                <c:pt idx="8454">
                  <c:v>9.784722221957054E-2</c:v>
                </c:pt>
                <c:pt idx="8455">
                  <c:v>9.7858796296350192E-2</c:v>
                </c:pt>
                <c:pt idx="8456">
                  <c:v>9.7870370365853887E-2</c:v>
                </c:pt>
                <c:pt idx="8457">
                  <c:v>9.7881944442633539E-2</c:v>
                </c:pt>
                <c:pt idx="8458">
                  <c:v>9.7893518519413192E-2</c:v>
                </c:pt>
                <c:pt idx="8459">
                  <c:v>9.7905092588916887E-2</c:v>
                </c:pt>
                <c:pt idx="8460">
                  <c:v>9.7916666665696539E-2</c:v>
                </c:pt>
                <c:pt idx="8461">
                  <c:v>9.7928240735200234E-2</c:v>
                </c:pt>
                <c:pt idx="8462">
                  <c:v>9.7939814811979886E-2</c:v>
                </c:pt>
                <c:pt idx="8463">
                  <c:v>9.7951388888759539E-2</c:v>
                </c:pt>
                <c:pt idx="8464">
                  <c:v>9.7962962958263233E-2</c:v>
                </c:pt>
                <c:pt idx="8465">
                  <c:v>9.7974537035042886E-2</c:v>
                </c:pt>
                <c:pt idx="8466">
                  <c:v>9.7986111111822538E-2</c:v>
                </c:pt>
                <c:pt idx="8467">
                  <c:v>9.7997685181326233E-2</c:v>
                </c:pt>
                <c:pt idx="8468">
                  <c:v>9.8009259258105885E-2</c:v>
                </c:pt>
                <c:pt idx="8469">
                  <c:v>9.802083332760958E-2</c:v>
                </c:pt>
                <c:pt idx="8470">
                  <c:v>9.8032407404389232E-2</c:v>
                </c:pt>
                <c:pt idx="8471">
                  <c:v>9.8043981481168885E-2</c:v>
                </c:pt>
                <c:pt idx="8472">
                  <c:v>9.805555555067258E-2</c:v>
                </c:pt>
                <c:pt idx="8473">
                  <c:v>9.8067129627452232E-2</c:v>
                </c:pt>
                <c:pt idx="8474">
                  <c:v>9.8078703704231884E-2</c:v>
                </c:pt>
                <c:pt idx="8475">
                  <c:v>9.8090277773735579E-2</c:v>
                </c:pt>
                <c:pt idx="8476">
                  <c:v>9.8101851850515231E-2</c:v>
                </c:pt>
                <c:pt idx="8477">
                  <c:v>9.8113425920018926E-2</c:v>
                </c:pt>
                <c:pt idx="8478">
                  <c:v>9.8124999996798579E-2</c:v>
                </c:pt>
                <c:pt idx="8479">
                  <c:v>9.8136574073578231E-2</c:v>
                </c:pt>
                <c:pt idx="8480">
                  <c:v>9.8148148143081926E-2</c:v>
                </c:pt>
                <c:pt idx="8481">
                  <c:v>9.8159722219861578E-2</c:v>
                </c:pt>
                <c:pt idx="8482">
                  <c:v>9.8171296296641231E-2</c:v>
                </c:pt>
                <c:pt idx="8483">
                  <c:v>9.8182870366144925E-2</c:v>
                </c:pt>
                <c:pt idx="8484">
                  <c:v>9.8194444442924578E-2</c:v>
                </c:pt>
                <c:pt idx="8485">
                  <c:v>9.820601851970423E-2</c:v>
                </c:pt>
                <c:pt idx="8486">
                  <c:v>9.8217592589207925E-2</c:v>
                </c:pt>
                <c:pt idx="8487">
                  <c:v>9.8229166665987577E-2</c:v>
                </c:pt>
                <c:pt idx="8488">
                  <c:v>9.8240740735491272E-2</c:v>
                </c:pt>
                <c:pt idx="8489">
                  <c:v>9.8252314812270924E-2</c:v>
                </c:pt>
                <c:pt idx="8490">
                  <c:v>9.8263888889050577E-2</c:v>
                </c:pt>
                <c:pt idx="8491">
                  <c:v>9.8275462958554272E-2</c:v>
                </c:pt>
                <c:pt idx="8492">
                  <c:v>9.8287037035333924E-2</c:v>
                </c:pt>
                <c:pt idx="8493">
                  <c:v>9.8298611112113576E-2</c:v>
                </c:pt>
                <c:pt idx="8494">
                  <c:v>9.8310185181617271E-2</c:v>
                </c:pt>
                <c:pt idx="8495">
                  <c:v>9.8321759258396924E-2</c:v>
                </c:pt>
                <c:pt idx="8496">
                  <c:v>9.8333333327900618E-2</c:v>
                </c:pt>
                <c:pt idx="8497">
                  <c:v>9.8344907404680271E-2</c:v>
                </c:pt>
                <c:pt idx="8498">
                  <c:v>9.8356481481459923E-2</c:v>
                </c:pt>
                <c:pt idx="8499">
                  <c:v>9.8368055550963618E-2</c:v>
                </c:pt>
                <c:pt idx="8500">
                  <c:v>9.837962962774327E-2</c:v>
                </c:pt>
                <c:pt idx="8501">
                  <c:v>9.8391203704522923E-2</c:v>
                </c:pt>
                <c:pt idx="8502">
                  <c:v>9.8402777774026617E-2</c:v>
                </c:pt>
                <c:pt idx="8503">
                  <c:v>9.841435185080627E-2</c:v>
                </c:pt>
                <c:pt idx="8504">
                  <c:v>9.8425925920309965E-2</c:v>
                </c:pt>
                <c:pt idx="8505">
                  <c:v>9.8437499997089617E-2</c:v>
                </c:pt>
                <c:pt idx="8506">
                  <c:v>9.8449074073869269E-2</c:v>
                </c:pt>
                <c:pt idx="8507">
                  <c:v>9.8460648143372964E-2</c:v>
                </c:pt>
                <c:pt idx="8508">
                  <c:v>9.8472222220152617E-2</c:v>
                </c:pt>
                <c:pt idx="8509">
                  <c:v>9.8483796296932269E-2</c:v>
                </c:pt>
                <c:pt idx="8510">
                  <c:v>9.8495370366435964E-2</c:v>
                </c:pt>
                <c:pt idx="8511">
                  <c:v>9.8506944443215616E-2</c:v>
                </c:pt>
                <c:pt idx="8512">
                  <c:v>9.8518518512719311E-2</c:v>
                </c:pt>
                <c:pt idx="8513">
                  <c:v>9.8530092589498963E-2</c:v>
                </c:pt>
                <c:pt idx="8514">
                  <c:v>9.8541666666278616E-2</c:v>
                </c:pt>
                <c:pt idx="8515">
                  <c:v>9.855324073578231E-2</c:v>
                </c:pt>
                <c:pt idx="8516">
                  <c:v>9.8564814812561963E-2</c:v>
                </c:pt>
                <c:pt idx="8517">
                  <c:v>9.8576388889341615E-2</c:v>
                </c:pt>
                <c:pt idx="8518">
                  <c:v>9.858796295884531E-2</c:v>
                </c:pt>
                <c:pt idx="8519">
                  <c:v>9.8599537035624962E-2</c:v>
                </c:pt>
                <c:pt idx="8520">
                  <c:v>9.8611111112404615E-2</c:v>
                </c:pt>
                <c:pt idx="8521">
                  <c:v>9.8622685181908309E-2</c:v>
                </c:pt>
                <c:pt idx="8522">
                  <c:v>9.8634259258687962E-2</c:v>
                </c:pt>
                <c:pt idx="8523">
                  <c:v>9.8645833328191657E-2</c:v>
                </c:pt>
                <c:pt idx="8524">
                  <c:v>9.8657407404971309E-2</c:v>
                </c:pt>
                <c:pt idx="8525">
                  <c:v>9.8668981481750961E-2</c:v>
                </c:pt>
                <c:pt idx="8526">
                  <c:v>9.8680555551254656E-2</c:v>
                </c:pt>
                <c:pt idx="8527">
                  <c:v>9.8692129628034309E-2</c:v>
                </c:pt>
                <c:pt idx="8528">
                  <c:v>9.8703703704813961E-2</c:v>
                </c:pt>
                <c:pt idx="8529">
                  <c:v>9.8715277774317656E-2</c:v>
                </c:pt>
                <c:pt idx="8530">
                  <c:v>9.8726851851097308E-2</c:v>
                </c:pt>
                <c:pt idx="8531">
                  <c:v>9.8738425920601003E-2</c:v>
                </c:pt>
                <c:pt idx="8532">
                  <c:v>9.8749999997380655E-2</c:v>
                </c:pt>
                <c:pt idx="8533">
                  <c:v>9.8761574074160308E-2</c:v>
                </c:pt>
                <c:pt idx="8534">
                  <c:v>9.8773148143664002E-2</c:v>
                </c:pt>
                <c:pt idx="8535">
                  <c:v>9.8784722220443655E-2</c:v>
                </c:pt>
                <c:pt idx="8536">
                  <c:v>9.8796296297223307E-2</c:v>
                </c:pt>
                <c:pt idx="8537">
                  <c:v>9.8807870366727002E-2</c:v>
                </c:pt>
                <c:pt idx="8538">
                  <c:v>9.8819444443506654E-2</c:v>
                </c:pt>
                <c:pt idx="8539">
                  <c:v>9.8831018513010349E-2</c:v>
                </c:pt>
                <c:pt idx="8540">
                  <c:v>9.8842592589790002E-2</c:v>
                </c:pt>
                <c:pt idx="8541">
                  <c:v>9.8854166666569654E-2</c:v>
                </c:pt>
                <c:pt idx="8542">
                  <c:v>9.8865740736073349E-2</c:v>
                </c:pt>
                <c:pt idx="8543">
                  <c:v>9.8877314812853001E-2</c:v>
                </c:pt>
                <c:pt idx="8544">
                  <c:v>9.8888888889632653E-2</c:v>
                </c:pt>
                <c:pt idx="8545">
                  <c:v>9.8900462959136348E-2</c:v>
                </c:pt>
                <c:pt idx="8546">
                  <c:v>9.8912037035916001E-2</c:v>
                </c:pt>
                <c:pt idx="8547">
                  <c:v>9.8923611105419695E-2</c:v>
                </c:pt>
                <c:pt idx="8548">
                  <c:v>9.8935185182199348E-2</c:v>
                </c:pt>
                <c:pt idx="8549">
                  <c:v>9.8946759258979E-2</c:v>
                </c:pt>
                <c:pt idx="8550">
                  <c:v>9.8958333328482695E-2</c:v>
                </c:pt>
                <c:pt idx="8551">
                  <c:v>9.8969907405262347E-2</c:v>
                </c:pt>
                <c:pt idx="8552">
                  <c:v>9.8981481482042E-2</c:v>
                </c:pt>
                <c:pt idx="8553">
                  <c:v>9.8993055551545694E-2</c:v>
                </c:pt>
                <c:pt idx="8554">
                  <c:v>9.9004629628325347E-2</c:v>
                </c:pt>
                <c:pt idx="8555">
                  <c:v>9.9016203697829042E-2</c:v>
                </c:pt>
                <c:pt idx="8556">
                  <c:v>9.9027777774608694E-2</c:v>
                </c:pt>
                <c:pt idx="8557">
                  <c:v>9.9039351851388346E-2</c:v>
                </c:pt>
                <c:pt idx="8558">
                  <c:v>9.9050925920892041E-2</c:v>
                </c:pt>
                <c:pt idx="8559">
                  <c:v>9.9062499997671694E-2</c:v>
                </c:pt>
                <c:pt idx="8560">
                  <c:v>9.9074074074451346E-2</c:v>
                </c:pt>
                <c:pt idx="8561">
                  <c:v>9.9085648143955041E-2</c:v>
                </c:pt>
                <c:pt idx="8562">
                  <c:v>9.9097222220734693E-2</c:v>
                </c:pt>
                <c:pt idx="8563">
                  <c:v>9.9108796297514345E-2</c:v>
                </c:pt>
                <c:pt idx="8564">
                  <c:v>9.912037036701804E-2</c:v>
                </c:pt>
                <c:pt idx="8565">
                  <c:v>9.9131944443797693E-2</c:v>
                </c:pt>
                <c:pt idx="8566">
                  <c:v>9.9143518513301387E-2</c:v>
                </c:pt>
                <c:pt idx="8567">
                  <c:v>9.915509259008104E-2</c:v>
                </c:pt>
                <c:pt idx="8568">
                  <c:v>9.9166666666860692E-2</c:v>
                </c:pt>
                <c:pt idx="8569">
                  <c:v>9.9178240736364387E-2</c:v>
                </c:pt>
                <c:pt idx="8570">
                  <c:v>9.9189814813144039E-2</c:v>
                </c:pt>
                <c:pt idx="8571">
                  <c:v>9.9201388889923692E-2</c:v>
                </c:pt>
                <c:pt idx="8572">
                  <c:v>9.9212962959427387E-2</c:v>
                </c:pt>
                <c:pt idx="8573">
                  <c:v>9.9224537036207039E-2</c:v>
                </c:pt>
                <c:pt idx="8574">
                  <c:v>9.9236111105710734E-2</c:v>
                </c:pt>
                <c:pt idx="8575">
                  <c:v>9.9247685182490386E-2</c:v>
                </c:pt>
                <c:pt idx="8576">
                  <c:v>9.9259259259270038E-2</c:v>
                </c:pt>
                <c:pt idx="8577">
                  <c:v>9.9270833328773733E-2</c:v>
                </c:pt>
                <c:pt idx="8578">
                  <c:v>9.9282407405553386E-2</c:v>
                </c:pt>
                <c:pt idx="8579">
                  <c:v>9.9293981482333038E-2</c:v>
                </c:pt>
                <c:pt idx="8580">
                  <c:v>9.9305555551836733E-2</c:v>
                </c:pt>
                <c:pt idx="8581">
                  <c:v>9.9317129628616385E-2</c:v>
                </c:pt>
                <c:pt idx="8582">
                  <c:v>9.932870369812008E-2</c:v>
                </c:pt>
                <c:pt idx="8583">
                  <c:v>9.9340277774899732E-2</c:v>
                </c:pt>
                <c:pt idx="8584">
                  <c:v>9.9351851851679385E-2</c:v>
                </c:pt>
                <c:pt idx="8585">
                  <c:v>9.9363425921183079E-2</c:v>
                </c:pt>
                <c:pt idx="8586">
                  <c:v>9.9374999997962732E-2</c:v>
                </c:pt>
                <c:pt idx="8587">
                  <c:v>9.9386574074742384E-2</c:v>
                </c:pt>
                <c:pt idx="8588">
                  <c:v>9.9398148144246079E-2</c:v>
                </c:pt>
                <c:pt idx="8589">
                  <c:v>9.9409722221025731E-2</c:v>
                </c:pt>
                <c:pt idx="8590">
                  <c:v>9.9421296290529426E-2</c:v>
                </c:pt>
                <c:pt idx="8591">
                  <c:v>9.9432870367309079E-2</c:v>
                </c:pt>
                <c:pt idx="8592">
                  <c:v>9.9444444444088731E-2</c:v>
                </c:pt>
                <c:pt idx="8593">
                  <c:v>9.9456018513592426E-2</c:v>
                </c:pt>
                <c:pt idx="8594">
                  <c:v>9.9467592590372078E-2</c:v>
                </c:pt>
                <c:pt idx="8595">
                  <c:v>9.9479166667151731E-2</c:v>
                </c:pt>
                <c:pt idx="8596">
                  <c:v>9.9490740736655425E-2</c:v>
                </c:pt>
                <c:pt idx="8597">
                  <c:v>9.9502314813435078E-2</c:v>
                </c:pt>
                <c:pt idx="8598">
                  <c:v>9.951388889021473E-2</c:v>
                </c:pt>
                <c:pt idx="8599">
                  <c:v>9.9525462959718425E-2</c:v>
                </c:pt>
                <c:pt idx="8600">
                  <c:v>9.9537037036498077E-2</c:v>
                </c:pt>
                <c:pt idx="8601">
                  <c:v>9.9548611106001772E-2</c:v>
                </c:pt>
                <c:pt idx="8602">
                  <c:v>9.9560185182781424E-2</c:v>
                </c:pt>
                <c:pt idx="8603">
                  <c:v>9.9571759259561077E-2</c:v>
                </c:pt>
                <c:pt idx="8604">
                  <c:v>9.9583333329064772E-2</c:v>
                </c:pt>
                <c:pt idx="8605">
                  <c:v>9.9594907405844424E-2</c:v>
                </c:pt>
                <c:pt idx="8606">
                  <c:v>9.9606481482624076E-2</c:v>
                </c:pt>
                <c:pt idx="8607">
                  <c:v>9.9618055552127771E-2</c:v>
                </c:pt>
                <c:pt idx="8608">
                  <c:v>9.9629629628907423E-2</c:v>
                </c:pt>
                <c:pt idx="8609">
                  <c:v>9.9641203698411118E-2</c:v>
                </c:pt>
                <c:pt idx="8610">
                  <c:v>9.9652777775190771E-2</c:v>
                </c:pt>
                <c:pt idx="8611">
                  <c:v>9.9664351851970423E-2</c:v>
                </c:pt>
                <c:pt idx="8612">
                  <c:v>9.9675925921474118E-2</c:v>
                </c:pt>
                <c:pt idx="8613">
                  <c:v>9.968749999825377E-2</c:v>
                </c:pt>
                <c:pt idx="8614">
                  <c:v>9.9699074075033423E-2</c:v>
                </c:pt>
                <c:pt idx="8615">
                  <c:v>9.9710648144537117E-2</c:v>
                </c:pt>
                <c:pt idx="8616">
                  <c:v>9.972222222131677E-2</c:v>
                </c:pt>
                <c:pt idx="8617">
                  <c:v>9.9733796290820464E-2</c:v>
                </c:pt>
                <c:pt idx="8618">
                  <c:v>9.9745370367600117E-2</c:v>
                </c:pt>
                <c:pt idx="8619">
                  <c:v>9.9756944444379769E-2</c:v>
                </c:pt>
                <c:pt idx="8620">
                  <c:v>9.9768518513883464E-2</c:v>
                </c:pt>
                <c:pt idx="8621">
                  <c:v>9.9780092590663116E-2</c:v>
                </c:pt>
                <c:pt idx="8622">
                  <c:v>9.9791666667442769E-2</c:v>
                </c:pt>
                <c:pt idx="8623">
                  <c:v>9.9803240736946464E-2</c:v>
                </c:pt>
                <c:pt idx="8624">
                  <c:v>9.9814814813726116E-2</c:v>
                </c:pt>
                <c:pt idx="8625">
                  <c:v>9.9826388883229811E-2</c:v>
                </c:pt>
                <c:pt idx="8626">
                  <c:v>9.9837962960009463E-2</c:v>
                </c:pt>
                <c:pt idx="8627">
                  <c:v>9.9849537036789116E-2</c:v>
                </c:pt>
                <c:pt idx="8628">
                  <c:v>9.986111110629281E-2</c:v>
                </c:pt>
                <c:pt idx="8629">
                  <c:v>9.9872685183072463E-2</c:v>
                </c:pt>
                <c:pt idx="8630">
                  <c:v>9.9884259259852115E-2</c:v>
                </c:pt>
                <c:pt idx="8631">
                  <c:v>9.989583332935581E-2</c:v>
                </c:pt>
                <c:pt idx="8632">
                  <c:v>9.9907407406135462E-2</c:v>
                </c:pt>
                <c:pt idx="8633">
                  <c:v>9.9918981475639157E-2</c:v>
                </c:pt>
                <c:pt idx="8634">
                  <c:v>9.9930555552418809E-2</c:v>
                </c:pt>
                <c:pt idx="8635">
                  <c:v>9.9942129629198462E-2</c:v>
                </c:pt>
                <c:pt idx="8636">
                  <c:v>9.9953703698702157E-2</c:v>
                </c:pt>
                <c:pt idx="8637">
                  <c:v>9.9965277775481809E-2</c:v>
                </c:pt>
                <c:pt idx="8638">
                  <c:v>9.9976851852261461E-2</c:v>
                </c:pt>
                <c:pt idx="8639">
                  <c:v>9.9988425921765156E-2</c:v>
                </c:pt>
                <c:pt idx="8640">
                  <c:v>9.9999999998544808E-2</c:v>
                </c:pt>
                <c:pt idx="8641">
                  <c:v>0.10001157407532446</c:v>
                </c:pt>
                <c:pt idx="8642">
                  <c:v>0.10002314814482816</c:v>
                </c:pt>
                <c:pt idx="8643">
                  <c:v>0.10003472222160781</c:v>
                </c:pt>
                <c:pt idx="8644">
                  <c:v>0.1000462962911115</c:v>
                </c:pt>
                <c:pt idx="8645">
                  <c:v>0.10005787036789116</c:v>
                </c:pt>
                <c:pt idx="8646">
                  <c:v>0.10006944444467081</c:v>
                </c:pt>
                <c:pt idx="8647">
                  <c:v>0.1000810185141745</c:v>
                </c:pt>
                <c:pt idx="8648">
                  <c:v>0.10009259259095415</c:v>
                </c:pt>
                <c:pt idx="8649">
                  <c:v>0.10010416666773381</c:v>
                </c:pt>
                <c:pt idx="8650">
                  <c:v>0.1001157407372375</c:v>
                </c:pt>
                <c:pt idx="8651">
                  <c:v>0.10012731481401715</c:v>
                </c:pt>
                <c:pt idx="8652">
                  <c:v>0.10013888888352085</c:v>
                </c:pt>
                <c:pt idx="8653">
                  <c:v>0.1001504629603005</c:v>
                </c:pt>
                <c:pt idx="8654">
                  <c:v>0.10016203703708015</c:v>
                </c:pt>
                <c:pt idx="8655">
                  <c:v>0.10017361110658385</c:v>
                </c:pt>
                <c:pt idx="8656">
                  <c:v>0.1001851851833635</c:v>
                </c:pt>
                <c:pt idx="8657">
                  <c:v>0.10019675926014315</c:v>
                </c:pt>
                <c:pt idx="8658">
                  <c:v>0.10020833332964685</c:v>
                </c:pt>
                <c:pt idx="8659">
                  <c:v>0.1002199074064265</c:v>
                </c:pt>
                <c:pt idx="8660">
                  <c:v>0.1002314814759302</c:v>
                </c:pt>
                <c:pt idx="8661">
                  <c:v>0.10024305555270985</c:v>
                </c:pt>
                <c:pt idx="8662">
                  <c:v>0.1002546296294895</c:v>
                </c:pt>
                <c:pt idx="8663">
                  <c:v>0.10026620369899319</c:v>
                </c:pt>
                <c:pt idx="8664">
                  <c:v>0.10027777777577285</c:v>
                </c:pt>
                <c:pt idx="8665">
                  <c:v>0.1002893518525525</c:v>
                </c:pt>
                <c:pt idx="8666">
                  <c:v>0.10030092592205619</c:v>
                </c:pt>
                <c:pt idx="8667">
                  <c:v>0.10031249999883585</c:v>
                </c:pt>
                <c:pt idx="8668">
                  <c:v>0.10032407406833954</c:v>
                </c:pt>
                <c:pt idx="8669">
                  <c:v>0.10033564814511919</c:v>
                </c:pt>
                <c:pt idx="8670">
                  <c:v>0.10034722222189885</c:v>
                </c:pt>
                <c:pt idx="8671">
                  <c:v>0.10035879629140254</c:v>
                </c:pt>
                <c:pt idx="8672">
                  <c:v>0.10037037036818219</c:v>
                </c:pt>
                <c:pt idx="8673">
                  <c:v>0.10038194444496185</c:v>
                </c:pt>
                <c:pt idx="8674">
                  <c:v>0.10039351851446554</c:v>
                </c:pt>
                <c:pt idx="8675">
                  <c:v>0.10040509259124519</c:v>
                </c:pt>
                <c:pt idx="8676">
                  <c:v>0.10041666666074889</c:v>
                </c:pt>
                <c:pt idx="8677">
                  <c:v>0.10042824073752854</c:v>
                </c:pt>
                <c:pt idx="8678">
                  <c:v>0.10043981481430819</c:v>
                </c:pt>
                <c:pt idx="8679">
                  <c:v>0.10045138888381189</c:v>
                </c:pt>
                <c:pt idx="8680">
                  <c:v>0.10046296296059154</c:v>
                </c:pt>
                <c:pt idx="8681">
                  <c:v>0.10047453703737119</c:v>
                </c:pt>
                <c:pt idx="8682">
                  <c:v>0.10048611110687489</c:v>
                </c:pt>
                <c:pt idx="8683">
                  <c:v>0.10049768518365454</c:v>
                </c:pt>
                <c:pt idx="8684">
                  <c:v>0.10050925926043419</c:v>
                </c:pt>
                <c:pt idx="8685">
                  <c:v>0.10052083332993789</c:v>
                </c:pt>
                <c:pt idx="8686">
                  <c:v>0.10053240740671754</c:v>
                </c:pt>
                <c:pt idx="8687">
                  <c:v>0.10054398147622123</c:v>
                </c:pt>
                <c:pt idx="8688">
                  <c:v>0.10055555555300089</c:v>
                </c:pt>
                <c:pt idx="8689">
                  <c:v>0.10056712962978054</c:v>
                </c:pt>
                <c:pt idx="8690">
                  <c:v>0.10057870369928423</c:v>
                </c:pt>
                <c:pt idx="8691">
                  <c:v>0.10059027777606389</c:v>
                </c:pt>
                <c:pt idx="8692">
                  <c:v>0.10060185185284354</c:v>
                </c:pt>
                <c:pt idx="8693">
                  <c:v>0.10061342592234723</c:v>
                </c:pt>
                <c:pt idx="8694">
                  <c:v>0.10062499999912689</c:v>
                </c:pt>
                <c:pt idx="8695">
                  <c:v>0.10063657406863058</c:v>
                </c:pt>
                <c:pt idx="8696">
                  <c:v>0.10064814814541023</c:v>
                </c:pt>
                <c:pt idx="8697">
                  <c:v>0.10065972222218988</c:v>
                </c:pt>
                <c:pt idx="8698">
                  <c:v>0.10067129629169358</c:v>
                </c:pt>
                <c:pt idx="8699">
                  <c:v>0.10068287036847323</c:v>
                </c:pt>
                <c:pt idx="8700">
                  <c:v>0.10069444444525288</c:v>
                </c:pt>
                <c:pt idx="8701">
                  <c:v>0.10070601851475658</c:v>
                </c:pt>
                <c:pt idx="8702">
                  <c:v>0.10071759259153623</c:v>
                </c:pt>
                <c:pt idx="8703">
                  <c:v>0.10072916666103993</c:v>
                </c:pt>
                <c:pt idx="8704">
                  <c:v>0.10074074073781958</c:v>
                </c:pt>
                <c:pt idx="8705">
                  <c:v>0.10075231481459923</c:v>
                </c:pt>
                <c:pt idx="8706">
                  <c:v>0.10076388888410293</c:v>
                </c:pt>
                <c:pt idx="8707">
                  <c:v>0.10077546296088258</c:v>
                </c:pt>
                <c:pt idx="8708">
                  <c:v>0.10078703703766223</c:v>
                </c:pt>
                <c:pt idx="8709">
                  <c:v>0.10079861110716593</c:v>
                </c:pt>
                <c:pt idx="8710">
                  <c:v>0.10081018518394558</c:v>
                </c:pt>
                <c:pt idx="8711">
                  <c:v>0.10082175925344927</c:v>
                </c:pt>
                <c:pt idx="8712">
                  <c:v>0.10083333333022892</c:v>
                </c:pt>
                <c:pt idx="8713">
                  <c:v>0.10084490740700858</c:v>
                </c:pt>
                <c:pt idx="8714">
                  <c:v>0.10085648147651227</c:v>
                </c:pt>
                <c:pt idx="8715">
                  <c:v>0.10086805555329192</c:v>
                </c:pt>
                <c:pt idx="8716">
                  <c:v>0.10087962963007158</c:v>
                </c:pt>
                <c:pt idx="8717">
                  <c:v>0.10089120369957527</c:v>
                </c:pt>
                <c:pt idx="8718">
                  <c:v>0.10090277777635492</c:v>
                </c:pt>
                <c:pt idx="8719">
                  <c:v>0.10091435185313458</c:v>
                </c:pt>
                <c:pt idx="8720">
                  <c:v>0.10092592592263827</c:v>
                </c:pt>
                <c:pt idx="8721">
                  <c:v>0.10093749999941792</c:v>
                </c:pt>
                <c:pt idx="8722">
                  <c:v>0.10094907406892162</c:v>
                </c:pt>
                <c:pt idx="8723">
                  <c:v>0.10096064814570127</c:v>
                </c:pt>
                <c:pt idx="8724">
                  <c:v>0.10097222222248092</c:v>
                </c:pt>
                <c:pt idx="8725">
                  <c:v>0.10098379629198462</c:v>
                </c:pt>
                <c:pt idx="8726">
                  <c:v>0.10099537036876427</c:v>
                </c:pt>
                <c:pt idx="8727">
                  <c:v>0.10100694444554392</c:v>
                </c:pt>
                <c:pt idx="8728">
                  <c:v>0.10101851851504762</c:v>
                </c:pt>
                <c:pt idx="8729">
                  <c:v>0.10103009259182727</c:v>
                </c:pt>
                <c:pt idx="8730">
                  <c:v>0.10104166666133096</c:v>
                </c:pt>
                <c:pt idx="8731">
                  <c:v>0.10105324073811062</c:v>
                </c:pt>
                <c:pt idx="8732">
                  <c:v>0.10106481481489027</c:v>
                </c:pt>
                <c:pt idx="8733">
                  <c:v>0.10107638888439396</c:v>
                </c:pt>
                <c:pt idx="8734">
                  <c:v>0.10108796296117362</c:v>
                </c:pt>
                <c:pt idx="8735">
                  <c:v>0.10109953703795327</c:v>
                </c:pt>
                <c:pt idx="8736">
                  <c:v>0.10111111110745696</c:v>
                </c:pt>
                <c:pt idx="8737">
                  <c:v>0.10112268518423662</c:v>
                </c:pt>
                <c:pt idx="8738">
                  <c:v>0.10113425925374031</c:v>
                </c:pt>
                <c:pt idx="8739">
                  <c:v>0.10114583333051996</c:v>
                </c:pt>
                <c:pt idx="8740">
                  <c:v>0.10115740740729962</c:v>
                </c:pt>
                <c:pt idx="8741">
                  <c:v>0.10116898147680331</c:v>
                </c:pt>
                <c:pt idx="8742">
                  <c:v>0.10118055555358296</c:v>
                </c:pt>
                <c:pt idx="8743">
                  <c:v>0.10119212963036261</c:v>
                </c:pt>
                <c:pt idx="8744">
                  <c:v>0.10120370369986631</c:v>
                </c:pt>
                <c:pt idx="8745">
                  <c:v>0.10121527777664596</c:v>
                </c:pt>
                <c:pt idx="8746">
                  <c:v>0.10122685184614966</c:v>
                </c:pt>
                <c:pt idx="8747">
                  <c:v>0.10123842592292931</c:v>
                </c:pt>
                <c:pt idx="8748">
                  <c:v>0.10124999999970896</c:v>
                </c:pt>
                <c:pt idx="8749">
                  <c:v>0.10126157406921266</c:v>
                </c:pt>
                <c:pt idx="8750">
                  <c:v>0.10127314814599231</c:v>
                </c:pt>
                <c:pt idx="8751">
                  <c:v>0.10128472222277196</c:v>
                </c:pt>
                <c:pt idx="8752">
                  <c:v>0.10129629629227566</c:v>
                </c:pt>
                <c:pt idx="8753">
                  <c:v>0.10130787036905531</c:v>
                </c:pt>
                <c:pt idx="8754">
                  <c:v>0.101319444438559</c:v>
                </c:pt>
                <c:pt idx="8755">
                  <c:v>0.10133101851533866</c:v>
                </c:pt>
                <c:pt idx="8756">
                  <c:v>0.10134259259211831</c:v>
                </c:pt>
                <c:pt idx="8757">
                  <c:v>0.101354166661622</c:v>
                </c:pt>
                <c:pt idx="8758">
                  <c:v>0.10136574073840166</c:v>
                </c:pt>
                <c:pt idx="8759">
                  <c:v>0.10137731481518131</c:v>
                </c:pt>
                <c:pt idx="8760">
                  <c:v>0.101388888884685</c:v>
                </c:pt>
                <c:pt idx="8761">
                  <c:v>0.10140046296146465</c:v>
                </c:pt>
                <c:pt idx="8762">
                  <c:v>0.10141203703824431</c:v>
                </c:pt>
                <c:pt idx="8763">
                  <c:v>0.101423611107748</c:v>
                </c:pt>
                <c:pt idx="8764">
                  <c:v>0.10143518518452765</c:v>
                </c:pt>
                <c:pt idx="8765">
                  <c:v>0.10144675925403135</c:v>
                </c:pt>
                <c:pt idx="8766">
                  <c:v>0.101458333330811</c:v>
                </c:pt>
                <c:pt idx="8767">
                  <c:v>0.10146990740759065</c:v>
                </c:pt>
                <c:pt idx="8768">
                  <c:v>0.10148148147709435</c:v>
                </c:pt>
                <c:pt idx="8769">
                  <c:v>0.101493055553874</c:v>
                </c:pt>
                <c:pt idx="8770">
                  <c:v>0.10150462963065365</c:v>
                </c:pt>
                <c:pt idx="8771">
                  <c:v>0.10151620370015735</c:v>
                </c:pt>
                <c:pt idx="8772">
                  <c:v>0.101527777776937</c:v>
                </c:pt>
                <c:pt idx="8773">
                  <c:v>0.1015393518464407</c:v>
                </c:pt>
                <c:pt idx="8774">
                  <c:v>0.10155092592322035</c:v>
                </c:pt>
                <c:pt idx="8775">
                  <c:v>0.1015625</c:v>
                </c:pt>
                <c:pt idx="8776">
                  <c:v>0.10157407406950369</c:v>
                </c:pt>
                <c:pt idx="8777">
                  <c:v>0.10158564814628335</c:v>
                </c:pt>
                <c:pt idx="8778">
                  <c:v>0.101597222223063</c:v>
                </c:pt>
                <c:pt idx="8779">
                  <c:v>0.10160879629256669</c:v>
                </c:pt>
                <c:pt idx="8780">
                  <c:v>0.10162037036934635</c:v>
                </c:pt>
                <c:pt idx="8781">
                  <c:v>0.10163194443885004</c:v>
                </c:pt>
                <c:pt idx="8782">
                  <c:v>0.10164351851562969</c:v>
                </c:pt>
                <c:pt idx="8783">
                  <c:v>0.10165509259240935</c:v>
                </c:pt>
                <c:pt idx="8784">
                  <c:v>0.10166666666191304</c:v>
                </c:pt>
                <c:pt idx="8785">
                  <c:v>0.10167824073869269</c:v>
                </c:pt>
                <c:pt idx="8786">
                  <c:v>0.10168981481547235</c:v>
                </c:pt>
                <c:pt idx="8787">
                  <c:v>0.10170138888497604</c:v>
                </c:pt>
                <c:pt idx="8788">
                  <c:v>0.10171296296175569</c:v>
                </c:pt>
                <c:pt idx="8789">
                  <c:v>0.10172453703125939</c:v>
                </c:pt>
                <c:pt idx="8790">
                  <c:v>0.10173611110803904</c:v>
                </c:pt>
                <c:pt idx="8791">
                  <c:v>0.10174768518481869</c:v>
                </c:pt>
                <c:pt idx="8792">
                  <c:v>0.10175925925432239</c:v>
                </c:pt>
                <c:pt idx="8793">
                  <c:v>0.10177083333110204</c:v>
                </c:pt>
                <c:pt idx="8794">
                  <c:v>0.10178240740788169</c:v>
                </c:pt>
                <c:pt idx="8795">
                  <c:v>0.10179398147738539</c:v>
                </c:pt>
                <c:pt idx="8796">
                  <c:v>0.10180555555416504</c:v>
                </c:pt>
                <c:pt idx="8797">
                  <c:v>0.10181712963094469</c:v>
                </c:pt>
                <c:pt idx="8798">
                  <c:v>0.10182870370044839</c:v>
                </c:pt>
                <c:pt idx="8799">
                  <c:v>0.10184027777722804</c:v>
                </c:pt>
                <c:pt idx="8800">
                  <c:v>0.10185185184673173</c:v>
                </c:pt>
                <c:pt idx="8801">
                  <c:v>0.10186342592351139</c:v>
                </c:pt>
                <c:pt idx="8802">
                  <c:v>0.10187500000029104</c:v>
                </c:pt>
                <c:pt idx="8803">
                  <c:v>0.10188657406979473</c:v>
                </c:pt>
                <c:pt idx="8804">
                  <c:v>0.10189814814657439</c:v>
                </c:pt>
                <c:pt idx="8805">
                  <c:v>0.10190972222335404</c:v>
                </c:pt>
                <c:pt idx="8806">
                  <c:v>0.10192129629285773</c:v>
                </c:pt>
                <c:pt idx="8807">
                  <c:v>0.10193287036963739</c:v>
                </c:pt>
                <c:pt idx="8808">
                  <c:v>0.10194444443914108</c:v>
                </c:pt>
                <c:pt idx="8809">
                  <c:v>0.10195601851592073</c:v>
                </c:pt>
                <c:pt idx="8810">
                  <c:v>0.10196759259270038</c:v>
                </c:pt>
                <c:pt idx="8811">
                  <c:v>0.10197916666220408</c:v>
                </c:pt>
                <c:pt idx="8812">
                  <c:v>0.10199074073898373</c:v>
                </c:pt>
                <c:pt idx="8813">
                  <c:v>0.10200231481576338</c:v>
                </c:pt>
                <c:pt idx="8814">
                  <c:v>0.10201388888526708</c:v>
                </c:pt>
                <c:pt idx="8815">
                  <c:v>0.10202546296204673</c:v>
                </c:pt>
                <c:pt idx="8816">
                  <c:v>0.10203703703155043</c:v>
                </c:pt>
                <c:pt idx="8817">
                  <c:v>0.10204861110833008</c:v>
                </c:pt>
                <c:pt idx="8818">
                  <c:v>0.10206018518510973</c:v>
                </c:pt>
                <c:pt idx="8819">
                  <c:v>0.10207175925461343</c:v>
                </c:pt>
                <c:pt idx="8820">
                  <c:v>0.10208333333139308</c:v>
                </c:pt>
                <c:pt idx="8821">
                  <c:v>0.10209490740817273</c:v>
                </c:pt>
                <c:pt idx="8822">
                  <c:v>0.10210648147767643</c:v>
                </c:pt>
                <c:pt idx="8823">
                  <c:v>0.10211805555445608</c:v>
                </c:pt>
                <c:pt idx="8824">
                  <c:v>0.10212962962395977</c:v>
                </c:pt>
                <c:pt idx="8825">
                  <c:v>0.10214120370073942</c:v>
                </c:pt>
                <c:pt idx="8826">
                  <c:v>0.10215277777751908</c:v>
                </c:pt>
                <c:pt idx="8827">
                  <c:v>0.10216435184702277</c:v>
                </c:pt>
                <c:pt idx="8828">
                  <c:v>0.10217592592380242</c:v>
                </c:pt>
                <c:pt idx="8829">
                  <c:v>0.10218750000058208</c:v>
                </c:pt>
                <c:pt idx="8830">
                  <c:v>0.10219907407008577</c:v>
                </c:pt>
                <c:pt idx="8831">
                  <c:v>0.10221064814686542</c:v>
                </c:pt>
                <c:pt idx="8832">
                  <c:v>0.10222222221636912</c:v>
                </c:pt>
                <c:pt idx="8833">
                  <c:v>0.10223379629314877</c:v>
                </c:pt>
                <c:pt idx="8834">
                  <c:v>0.10224537036992842</c:v>
                </c:pt>
                <c:pt idx="8835">
                  <c:v>0.10225694443943212</c:v>
                </c:pt>
                <c:pt idx="8836">
                  <c:v>0.10226851851621177</c:v>
                </c:pt>
                <c:pt idx="8837">
                  <c:v>0.10228009259299142</c:v>
                </c:pt>
                <c:pt idx="8838">
                  <c:v>0.10229166666249512</c:v>
                </c:pt>
                <c:pt idx="8839">
                  <c:v>0.10230324073927477</c:v>
                </c:pt>
                <c:pt idx="8840">
                  <c:v>0.10231481481605442</c:v>
                </c:pt>
                <c:pt idx="8841">
                  <c:v>0.10232638888555812</c:v>
                </c:pt>
                <c:pt idx="8842">
                  <c:v>0.10233796296233777</c:v>
                </c:pt>
                <c:pt idx="8843">
                  <c:v>0.10234953703184146</c:v>
                </c:pt>
                <c:pt idx="8844">
                  <c:v>0.10236111110862112</c:v>
                </c:pt>
                <c:pt idx="8845">
                  <c:v>0.10237268518540077</c:v>
                </c:pt>
                <c:pt idx="8846">
                  <c:v>0.10238425925490446</c:v>
                </c:pt>
                <c:pt idx="8847">
                  <c:v>0.10239583333168412</c:v>
                </c:pt>
                <c:pt idx="8848">
                  <c:v>0.10240740740846377</c:v>
                </c:pt>
                <c:pt idx="8849">
                  <c:v>0.10241898147796746</c:v>
                </c:pt>
                <c:pt idx="8850">
                  <c:v>0.10243055555474712</c:v>
                </c:pt>
                <c:pt idx="8851">
                  <c:v>0.10244212962425081</c:v>
                </c:pt>
                <c:pt idx="8852">
                  <c:v>0.10245370370103046</c:v>
                </c:pt>
                <c:pt idx="8853">
                  <c:v>0.10246527777781012</c:v>
                </c:pt>
                <c:pt idx="8854">
                  <c:v>0.10247685184731381</c:v>
                </c:pt>
                <c:pt idx="8855">
                  <c:v>0.10248842592409346</c:v>
                </c:pt>
                <c:pt idx="8856">
                  <c:v>0.10250000000087311</c:v>
                </c:pt>
                <c:pt idx="8857">
                  <c:v>0.10251157407037681</c:v>
                </c:pt>
                <c:pt idx="8858">
                  <c:v>0.10252314814715646</c:v>
                </c:pt>
                <c:pt idx="8859">
                  <c:v>0.10253472221666016</c:v>
                </c:pt>
                <c:pt idx="8860">
                  <c:v>0.10254629629343981</c:v>
                </c:pt>
                <c:pt idx="8861">
                  <c:v>0.10255787037021946</c:v>
                </c:pt>
                <c:pt idx="8862">
                  <c:v>0.10256944443972316</c:v>
                </c:pt>
                <c:pt idx="8863">
                  <c:v>0.10258101851650281</c:v>
                </c:pt>
                <c:pt idx="8864">
                  <c:v>0.10259259259328246</c:v>
                </c:pt>
                <c:pt idx="8865">
                  <c:v>0.10260416666278616</c:v>
                </c:pt>
                <c:pt idx="8866">
                  <c:v>0.10261574073956581</c:v>
                </c:pt>
                <c:pt idx="8867">
                  <c:v>0.1026273148090695</c:v>
                </c:pt>
                <c:pt idx="8868">
                  <c:v>0.10263888888584916</c:v>
                </c:pt>
                <c:pt idx="8869">
                  <c:v>0.10265046296262881</c:v>
                </c:pt>
                <c:pt idx="8870">
                  <c:v>0.1026620370321325</c:v>
                </c:pt>
                <c:pt idx="8871">
                  <c:v>0.10267361110891216</c:v>
                </c:pt>
                <c:pt idx="8872">
                  <c:v>0.10268518518569181</c:v>
                </c:pt>
                <c:pt idx="8873">
                  <c:v>0.1026967592551955</c:v>
                </c:pt>
                <c:pt idx="8874">
                  <c:v>0.10270833333197515</c:v>
                </c:pt>
                <c:pt idx="8875">
                  <c:v>0.10271990740147885</c:v>
                </c:pt>
                <c:pt idx="8876">
                  <c:v>0.1027314814782585</c:v>
                </c:pt>
                <c:pt idx="8877">
                  <c:v>0.10274305555503815</c:v>
                </c:pt>
                <c:pt idx="8878">
                  <c:v>0.10275462962454185</c:v>
                </c:pt>
                <c:pt idx="8879">
                  <c:v>0.1027662037013215</c:v>
                </c:pt>
                <c:pt idx="8880">
                  <c:v>0.10277777777810115</c:v>
                </c:pt>
                <c:pt idx="8881">
                  <c:v>0.10278935184760485</c:v>
                </c:pt>
                <c:pt idx="8882">
                  <c:v>0.1028009259243845</c:v>
                </c:pt>
                <c:pt idx="8883">
                  <c:v>0.10281250000116415</c:v>
                </c:pt>
                <c:pt idx="8884">
                  <c:v>0.10282407407066785</c:v>
                </c:pt>
                <c:pt idx="8885">
                  <c:v>0.1028356481474475</c:v>
                </c:pt>
                <c:pt idx="8886">
                  <c:v>0.1028472222169512</c:v>
                </c:pt>
                <c:pt idx="8887">
                  <c:v>0.10285879629373085</c:v>
                </c:pt>
                <c:pt idx="8888">
                  <c:v>0.1028703703705105</c:v>
                </c:pt>
                <c:pt idx="8889">
                  <c:v>0.10288194444001419</c:v>
                </c:pt>
                <c:pt idx="8890">
                  <c:v>0.10289351851679385</c:v>
                </c:pt>
                <c:pt idx="8891">
                  <c:v>0.1029050925935735</c:v>
                </c:pt>
                <c:pt idx="8892">
                  <c:v>0.10291666666307719</c:v>
                </c:pt>
                <c:pt idx="8893">
                  <c:v>0.10292824073985685</c:v>
                </c:pt>
                <c:pt idx="8894">
                  <c:v>0.10293981480936054</c:v>
                </c:pt>
                <c:pt idx="8895">
                  <c:v>0.10295138888614019</c:v>
                </c:pt>
                <c:pt idx="8896">
                  <c:v>0.10296296296291985</c:v>
                </c:pt>
                <c:pt idx="8897">
                  <c:v>0.10297453703242354</c:v>
                </c:pt>
                <c:pt idx="8898">
                  <c:v>0.10298611110920319</c:v>
                </c:pt>
                <c:pt idx="8899">
                  <c:v>0.10299768518598285</c:v>
                </c:pt>
                <c:pt idx="8900">
                  <c:v>0.10300925925548654</c:v>
                </c:pt>
                <c:pt idx="8901">
                  <c:v>0.10302083333226619</c:v>
                </c:pt>
                <c:pt idx="8902">
                  <c:v>0.10303240740176989</c:v>
                </c:pt>
                <c:pt idx="8903">
                  <c:v>0.10304398147854954</c:v>
                </c:pt>
                <c:pt idx="8904">
                  <c:v>0.10305555555532919</c:v>
                </c:pt>
                <c:pt idx="8905">
                  <c:v>0.10306712962483289</c:v>
                </c:pt>
                <c:pt idx="8906">
                  <c:v>0.10307870370161254</c:v>
                </c:pt>
                <c:pt idx="8907">
                  <c:v>0.10309027777839219</c:v>
                </c:pt>
                <c:pt idx="8908">
                  <c:v>0.10310185184789589</c:v>
                </c:pt>
                <c:pt idx="8909">
                  <c:v>0.10311342592467554</c:v>
                </c:pt>
                <c:pt idx="8910">
                  <c:v>0.10312499999417923</c:v>
                </c:pt>
                <c:pt idx="8911">
                  <c:v>0.10313657407095889</c:v>
                </c:pt>
                <c:pt idx="8912">
                  <c:v>0.10314814814773854</c:v>
                </c:pt>
                <c:pt idx="8913">
                  <c:v>0.10315972221724223</c:v>
                </c:pt>
                <c:pt idx="8914">
                  <c:v>0.10317129629402189</c:v>
                </c:pt>
                <c:pt idx="8915">
                  <c:v>0.10318287037080154</c:v>
                </c:pt>
                <c:pt idx="8916">
                  <c:v>0.10319444444030523</c:v>
                </c:pt>
                <c:pt idx="8917">
                  <c:v>0.10320601851708489</c:v>
                </c:pt>
                <c:pt idx="8918">
                  <c:v>0.10321759259386454</c:v>
                </c:pt>
                <c:pt idx="8919">
                  <c:v>0.10322916666336823</c:v>
                </c:pt>
                <c:pt idx="8920">
                  <c:v>0.10324074074014788</c:v>
                </c:pt>
                <c:pt idx="8921">
                  <c:v>0.10325231480965158</c:v>
                </c:pt>
                <c:pt idx="8922">
                  <c:v>0.10326388888643123</c:v>
                </c:pt>
                <c:pt idx="8923">
                  <c:v>0.10327546296321088</c:v>
                </c:pt>
                <c:pt idx="8924">
                  <c:v>0.10328703703271458</c:v>
                </c:pt>
                <c:pt idx="8925">
                  <c:v>0.10329861110949423</c:v>
                </c:pt>
                <c:pt idx="8926">
                  <c:v>0.10331018518627388</c:v>
                </c:pt>
                <c:pt idx="8927">
                  <c:v>0.10332175925577758</c:v>
                </c:pt>
                <c:pt idx="8928">
                  <c:v>0.10333333333255723</c:v>
                </c:pt>
                <c:pt idx="8929">
                  <c:v>0.10334490740206093</c:v>
                </c:pt>
                <c:pt idx="8930">
                  <c:v>0.10335648147884058</c:v>
                </c:pt>
                <c:pt idx="8931">
                  <c:v>0.10336805555562023</c:v>
                </c:pt>
                <c:pt idx="8932">
                  <c:v>0.10337962962512393</c:v>
                </c:pt>
                <c:pt idx="8933">
                  <c:v>0.10339120370190358</c:v>
                </c:pt>
                <c:pt idx="8934">
                  <c:v>0.10340277777868323</c:v>
                </c:pt>
                <c:pt idx="8935">
                  <c:v>0.10341435184818693</c:v>
                </c:pt>
                <c:pt idx="8936">
                  <c:v>0.10342592592496658</c:v>
                </c:pt>
                <c:pt idx="8937">
                  <c:v>0.10343749999447027</c:v>
                </c:pt>
                <c:pt idx="8938">
                  <c:v>0.10344907407124992</c:v>
                </c:pt>
                <c:pt idx="8939">
                  <c:v>0.10346064814802958</c:v>
                </c:pt>
                <c:pt idx="8940">
                  <c:v>0.10347222221753327</c:v>
                </c:pt>
                <c:pt idx="8941">
                  <c:v>0.10348379629431292</c:v>
                </c:pt>
                <c:pt idx="8942">
                  <c:v>0.10349537037109258</c:v>
                </c:pt>
                <c:pt idx="8943">
                  <c:v>0.10350694444059627</c:v>
                </c:pt>
                <c:pt idx="8944">
                  <c:v>0.10351851851737592</c:v>
                </c:pt>
                <c:pt idx="8945">
                  <c:v>0.10353009258687962</c:v>
                </c:pt>
                <c:pt idx="8946">
                  <c:v>0.10354166666365927</c:v>
                </c:pt>
                <c:pt idx="8947">
                  <c:v>0.10355324074043892</c:v>
                </c:pt>
                <c:pt idx="8948">
                  <c:v>0.10356481480994262</c:v>
                </c:pt>
                <c:pt idx="8949">
                  <c:v>0.10357638888672227</c:v>
                </c:pt>
                <c:pt idx="8950">
                  <c:v>0.10358796296350192</c:v>
                </c:pt>
                <c:pt idx="8951">
                  <c:v>0.10359953703300562</c:v>
                </c:pt>
                <c:pt idx="8952">
                  <c:v>0.10361111110978527</c:v>
                </c:pt>
                <c:pt idx="8953">
                  <c:v>0.10362268517928896</c:v>
                </c:pt>
                <c:pt idx="8954">
                  <c:v>0.10363425925606862</c:v>
                </c:pt>
                <c:pt idx="8955">
                  <c:v>0.10364583333284827</c:v>
                </c:pt>
                <c:pt idx="8956">
                  <c:v>0.10365740740235196</c:v>
                </c:pt>
                <c:pt idx="8957">
                  <c:v>0.10366898147913162</c:v>
                </c:pt>
                <c:pt idx="8958">
                  <c:v>0.10368055555591127</c:v>
                </c:pt>
                <c:pt idx="8959">
                  <c:v>0.10369212962541496</c:v>
                </c:pt>
                <c:pt idx="8960">
                  <c:v>0.10370370370219462</c:v>
                </c:pt>
                <c:pt idx="8961">
                  <c:v>0.10371527777897427</c:v>
                </c:pt>
                <c:pt idx="8962">
                  <c:v>0.10372685184847796</c:v>
                </c:pt>
                <c:pt idx="8963">
                  <c:v>0.10373842592525762</c:v>
                </c:pt>
                <c:pt idx="8964">
                  <c:v>0.10374999999476131</c:v>
                </c:pt>
                <c:pt idx="8965">
                  <c:v>0.10376157407154096</c:v>
                </c:pt>
                <c:pt idx="8966">
                  <c:v>0.10377314814832062</c:v>
                </c:pt>
                <c:pt idx="8967">
                  <c:v>0.10378472221782431</c:v>
                </c:pt>
                <c:pt idx="8968">
                  <c:v>0.10379629629460396</c:v>
                </c:pt>
                <c:pt idx="8969">
                  <c:v>0.10380787037138361</c:v>
                </c:pt>
                <c:pt idx="8970">
                  <c:v>0.10381944444088731</c:v>
                </c:pt>
                <c:pt idx="8971">
                  <c:v>0.10383101851766696</c:v>
                </c:pt>
                <c:pt idx="8972">
                  <c:v>0.10384259258717066</c:v>
                </c:pt>
                <c:pt idx="8973">
                  <c:v>0.10385416666395031</c:v>
                </c:pt>
                <c:pt idx="8974">
                  <c:v>0.10386574074072996</c:v>
                </c:pt>
                <c:pt idx="8975">
                  <c:v>0.10387731481023366</c:v>
                </c:pt>
                <c:pt idx="8976">
                  <c:v>0.10388888888701331</c:v>
                </c:pt>
                <c:pt idx="8977">
                  <c:v>0.10390046296379296</c:v>
                </c:pt>
                <c:pt idx="8978">
                  <c:v>0.10391203703329666</c:v>
                </c:pt>
                <c:pt idx="8979">
                  <c:v>0.10392361111007631</c:v>
                </c:pt>
                <c:pt idx="8980">
                  <c:v>0.10393518517958</c:v>
                </c:pt>
                <c:pt idx="8981">
                  <c:v>0.10394675925635966</c:v>
                </c:pt>
                <c:pt idx="8982">
                  <c:v>0.10395833333313931</c:v>
                </c:pt>
                <c:pt idx="8983">
                  <c:v>0.103969907402643</c:v>
                </c:pt>
                <c:pt idx="8984">
                  <c:v>0.10398148147942265</c:v>
                </c:pt>
                <c:pt idx="8985">
                  <c:v>0.10399305555620231</c:v>
                </c:pt>
                <c:pt idx="8986">
                  <c:v>0.104004629625706</c:v>
                </c:pt>
                <c:pt idx="8987">
                  <c:v>0.10401620370248565</c:v>
                </c:pt>
                <c:pt idx="8988">
                  <c:v>0.10402777777198935</c:v>
                </c:pt>
                <c:pt idx="8989">
                  <c:v>0.104039351848769</c:v>
                </c:pt>
                <c:pt idx="8990">
                  <c:v>0.10405092592554865</c:v>
                </c:pt>
                <c:pt idx="8991">
                  <c:v>0.10406249999505235</c:v>
                </c:pt>
                <c:pt idx="8992">
                  <c:v>0.104074074071832</c:v>
                </c:pt>
                <c:pt idx="8993">
                  <c:v>0.10408564814861165</c:v>
                </c:pt>
                <c:pt idx="8994">
                  <c:v>0.10409722221811535</c:v>
                </c:pt>
                <c:pt idx="8995">
                  <c:v>0.104108796294895</c:v>
                </c:pt>
                <c:pt idx="8996">
                  <c:v>0.10412037037167465</c:v>
                </c:pt>
                <c:pt idx="8997">
                  <c:v>0.10413194444117835</c:v>
                </c:pt>
                <c:pt idx="8998">
                  <c:v>0.104143518517958</c:v>
                </c:pt>
                <c:pt idx="8999">
                  <c:v>0.1041550925874617</c:v>
                </c:pt>
                <c:pt idx="9000">
                  <c:v>0.10416666666424135</c:v>
                </c:pt>
                <c:pt idx="9001">
                  <c:v>0.104178240741021</c:v>
                </c:pt>
                <c:pt idx="9002">
                  <c:v>0.10418981481052469</c:v>
                </c:pt>
                <c:pt idx="9003">
                  <c:v>0.10420138888730435</c:v>
                </c:pt>
                <c:pt idx="9004">
                  <c:v>0.104212962964084</c:v>
                </c:pt>
                <c:pt idx="9005">
                  <c:v>0.10422453703358769</c:v>
                </c:pt>
                <c:pt idx="9006">
                  <c:v>0.10423611111036735</c:v>
                </c:pt>
                <c:pt idx="9007">
                  <c:v>0.10424768517987104</c:v>
                </c:pt>
                <c:pt idx="9008">
                  <c:v>0.10425925925665069</c:v>
                </c:pt>
                <c:pt idx="9009">
                  <c:v>0.10427083333343035</c:v>
                </c:pt>
                <c:pt idx="9010">
                  <c:v>0.10428240740293404</c:v>
                </c:pt>
                <c:pt idx="9011">
                  <c:v>0.10429398147971369</c:v>
                </c:pt>
                <c:pt idx="9012">
                  <c:v>0.10430555555649335</c:v>
                </c:pt>
                <c:pt idx="9013">
                  <c:v>0.10431712962599704</c:v>
                </c:pt>
                <c:pt idx="9014">
                  <c:v>0.10432870370277669</c:v>
                </c:pt>
                <c:pt idx="9015">
                  <c:v>0.10434027777228039</c:v>
                </c:pt>
                <c:pt idx="9016">
                  <c:v>0.10435185184906004</c:v>
                </c:pt>
                <c:pt idx="9017">
                  <c:v>0.10436342592583969</c:v>
                </c:pt>
                <c:pt idx="9018">
                  <c:v>0.10437499999534339</c:v>
                </c:pt>
                <c:pt idx="9019">
                  <c:v>0.10438657407212304</c:v>
                </c:pt>
                <c:pt idx="9020">
                  <c:v>0.10439814814890269</c:v>
                </c:pt>
                <c:pt idx="9021">
                  <c:v>0.10440972221840639</c:v>
                </c:pt>
                <c:pt idx="9022">
                  <c:v>0.10442129629518604</c:v>
                </c:pt>
                <c:pt idx="9023">
                  <c:v>0.10443287036468973</c:v>
                </c:pt>
                <c:pt idx="9024">
                  <c:v>0.10444444444146939</c:v>
                </c:pt>
                <c:pt idx="9025">
                  <c:v>0.10445601851824904</c:v>
                </c:pt>
                <c:pt idx="9026">
                  <c:v>0.10446759258775273</c:v>
                </c:pt>
                <c:pt idx="9027">
                  <c:v>0.10447916666453239</c:v>
                </c:pt>
                <c:pt idx="9028">
                  <c:v>0.10449074074131204</c:v>
                </c:pt>
                <c:pt idx="9029">
                  <c:v>0.10450231481081573</c:v>
                </c:pt>
                <c:pt idx="9030">
                  <c:v>0.10451388888759539</c:v>
                </c:pt>
                <c:pt idx="9031">
                  <c:v>0.10452546295709908</c:v>
                </c:pt>
                <c:pt idx="9032">
                  <c:v>0.10453703703387873</c:v>
                </c:pt>
                <c:pt idx="9033">
                  <c:v>0.10454861111065838</c:v>
                </c:pt>
                <c:pt idx="9034">
                  <c:v>0.10456018518016208</c:v>
                </c:pt>
                <c:pt idx="9035">
                  <c:v>0.10457175925694173</c:v>
                </c:pt>
                <c:pt idx="9036">
                  <c:v>0.10458333333372138</c:v>
                </c:pt>
                <c:pt idx="9037">
                  <c:v>0.10459490740322508</c:v>
                </c:pt>
                <c:pt idx="9038">
                  <c:v>0.10460648148000473</c:v>
                </c:pt>
                <c:pt idx="9039">
                  <c:v>0.10461805555678438</c:v>
                </c:pt>
                <c:pt idx="9040">
                  <c:v>0.10462962962628808</c:v>
                </c:pt>
                <c:pt idx="9041">
                  <c:v>0.10464120370306773</c:v>
                </c:pt>
                <c:pt idx="9042">
                  <c:v>0.10465277777257143</c:v>
                </c:pt>
                <c:pt idx="9043">
                  <c:v>0.10466435184935108</c:v>
                </c:pt>
                <c:pt idx="9044">
                  <c:v>0.10467592592613073</c:v>
                </c:pt>
                <c:pt idx="9045">
                  <c:v>0.10468749999563443</c:v>
                </c:pt>
                <c:pt idx="9046">
                  <c:v>0.10469907407241408</c:v>
                </c:pt>
                <c:pt idx="9047">
                  <c:v>0.10471064814919373</c:v>
                </c:pt>
                <c:pt idx="9048">
                  <c:v>0.10472222221869742</c:v>
                </c:pt>
                <c:pt idx="9049">
                  <c:v>0.10473379629547708</c:v>
                </c:pt>
                <c:pt idx="9050">
                  <c:v>0.10474537036498077</c:v>
                </c:pt>
                <c:pt idx="9051">
                  <c:v>0.10475694444176042</c:v>
                </c:pt>
                <c:pt idx="9052">
                  <c:v>0.10476851851854008</c:v>
                </c:pt>
                <c:pt idx="9053">
                  <c:v>0.10478009258804377</c:v>
                </c:pt>
                <c:pt idx="9054">
                  <c:v>0.10479166666482342</c:v>
                </c:pt>
                <c:pt idx="9055">
                  <c:v>0.10480324074160308</c:v>
                </c:pt>
                <c:pt idx="9056">
                  <c:v>0.10481481481110677</c:v>
                </c:pt>
                <c:pt idx="9057">
                  <c:v>0.10482638888788642</c:v>
                </c:pt>
                <c:pt idx="9058">
                  <c:v>0.10483796295739012</c:v>
                </c:pt>
                <c:pt idx="9059">
                  <c:v>0.10484953703416977</c:v>
                </c:pt>
                <c:pt idx="9060">
                  <c:v>0.10486111111094942</c:v>
                </c:pt>
                <c:pt idx="9061">
                  <c:v>0.10487268518045312</c:v>
                </c:pt>
                <c:pt idx="9062">
                  <c:v>0.10488425925723277</c:v>
                </c:pt>
                <c:pt idx="9063">
                  <c:v>0.10489583333401242</c:v>
                </c:pt>
                <c:pt idx="9064">
                  <c:v>0.10490740740351612</c:v>
                </c:pt>
                <c:pt idx="9065">
                  <c:v>0.10491898148029577</c:v>
                </c:pt>
                <c:pt idx="9066">
                  <c:v>0.10493055554979946</c:v>
                </c:pt>
                <c:pt idx="9067">
                  <c:v>0.10494212962657912</c:v>
                </c:pt>
                <c:pt idx="9068">
                  <c:v>0.10495370370335877</c:v>
                </c:pt>
                <c:pt idx="9069">
                  <c:v>0.10496527777286246</c:v>
                </c:pt>
                <c:pt idx="9070">
                  <c:v>0.10497685184964212</c:v>
                </c:pt>
                <c:pt idx="9071">
                  <c:v>0.10498842592642177</c:v>
                </c:pt>
                <c:pt idx="9072">
                  <c:v>0.10499999999592546</c:v>
                </c:pt>
                <c:pt idx="9073">
                  <c:v>0.10501157407270512</c:v>
                </c:pt>
                <c:pt idx="9074">
                  <c:v>0.10502314814948477</c:v>
                </c:pt>
                <c:pt idx="9075">
                  <c:v>0.10503472221898846</c:v>
                </c:pt>
                <c:pt idx="9076">
                  <c:v>0.10504629629576812</c:v>
                </c:pt>
                <c:pt idx="9077">
                  <c:v>0.10505787036527181</c:v>
                </c:pt>
                <c:pt idx="9078">
                  <c:v>0.10506944444205146</c:v>
                </c:pt>
                <c:pt idx="9079">
                  <c:v>0.10508101851883112</c:v>
                </c:pt>
                <c:pt idx="9080">
                  <c:v>0.10509259258833481</c:v>
                </c:pt>
                <c:pt idx="9081">
                  <c:v>0.10510416666511446</c:v>
                </c:pt>
                <c:pt idx="9082">
                  <c:v>0.10511574074189411</c:v>
                </c:pt>
                <c:pt idx="9083">
                  <c:v>0.10512731481139781</c:v>
                </c:pt>
                <c:pt idx="9084">
                  <c:v>0.10513888888817746</c:v>
                </c:pt>
                <c:pt idx="9085">
                  <c:v>0.10515046295768116</c:v>
                </c:pt>
                <c:pt idx="9086">
                  <c:v>0.10516203703446081</c:v>
                </c:pt>
                <c:pt idx="9087">
                  <c:v>0.10517361111124046</c:v>
                </c:pt>
                <c:pt idx="9088">
                  <c:v>0.10518518518074416</c:v>
                </c:pt>
                <c:pt idx="9089">
                  <c:v>0.10519675925752381</c:v>
                </c:pt>
                <c:pt idx="9090">
                  <c:v>0.10520833333430346</c:v>
                </c:pt>
                <c:pt idx="9091">
                  <c:v>0.10521990740380716</c:v>
                </c:pt>
                <c:pt idx="9092">
                  <c:v>0.10523148148058681</c:v>
                </c:pt>
                <c:pt idx="9093">
                  <c:v>0.1052430555500905</c:v>
                </c:pt>
                <c:pt idx="9094">
                  <c:v>0.10525462962687016</c:v>
                </c:pt>
                <c:pt idx="9095">
                  <c:v>0.10526620370364981</c:v>
                </c:pt>
                <c:pt idx="9096">
                  <c:v>0.1052777777731535</c:v>
                </c:pt>
                <c:pt idx="9097">
                  <c:v>0.10528935184993315</c:v>
                </c:pt>
                <c:pt idx="9098">
                  <c:v>0.10530092592671281</c:v>
                </c:pt>
                <c:pt idx="9099">
                  <c:v>0.1053124999962165</c:v>
                </c:pt>
                <c:pt idx="9100">
                  <c:v>0.10532407407299615</c:v>
                </c:pt>
                <c:pt idx="9101">
                  <c:v>0.10533564814249985</c:v>
                </c:pt>
                <c:pt idx="9102">
                  <c:v>0.1053472222192795</c:v>
                </c:pt>
                <c:pt idx="9103">
                  <c:v>0.10535879629605915</c:v>
                </c:pt>
                <c:pt idx="9104">
                  <c:v>0.10537037036556285</c:v>
                </c:pt>
                <c:pt idx="9105">
                  <c:v>0.1053819444423425</c:v>
                </c:pt>
                <c:pt idx="9106">
                  <c:v>0.10539351851912215</c:v>
                </c:pt>
                <c:pt idx="9107">
                  <c:v>0.10540509258862585</c:v>
                </c:pt>
                <c:pt idx="9108">
                  <c:v>0.1054166666654055</c:v>
                </c:pt>
                <c:pt idx="9109">
                  <c:v>0.1054282407349092</c:v>
                </c:pt>
                <c:pt idx="9110">
                  <c:v>0.10543981481168885</c:v>
                </c:pt>
                <c:pt idx="9111">
                  <c:v>0.1054513888884685</c:v>
                </c:pt>
                <c:pt idx="9112">
                  <c:v>0.10546296295797219</c:v>
                </c:pt>
                <c:pt idx="9113">
                  <c:v>0.10547453703475185</c:v>
                </c:pt>
                <c:pt idx="9114">
                  <c:v>0.1054861111115315</c:v>
                </c:pt>
                <c:pt idx="9115">
                  <c:v>0.10549768518103519</c:v>
                </c:pt>
                <c:pt idx="9116">
                  <c:v>0.10550925925781485</c:v>
                </c:pt>
                <c:pt idx="9117">
                  <c:v>0.1055208333345945</c:v>
                </c:pt>
                <c:pt idx="9118">
                  <c:v>0.10553240740409819</c:v>
                </c:pt>
                <c:pt idx="9119">
                  <c:v>0.10554398148087785</c:v>
                </c:pt>
                <c:pt idx="9120">
                  <c:v>0.10555555555038154</c:v>
                </c:pt>
                <c:pt idx="9121">
                  <c:v>0.10556712962716119</c:v>
                </c:pt>
                <c:pt idx="9122">
                  <c:v>0.10557870370394085</c:v>
                </c:pt>
                <c:pt idx="9123">
                  <c:v>0.10559027777344454</c:v>
                </c:pt>
                <c:pt idx="9124">
                  <c:v>0.10560185185022419</c:v>
                </c:pt>
                <c:pt idx="9125">
                  <c:v>0.10561342592700385</c:v>
                </c:pt>
                <c:pt idx="9126">
                  <c:v>0.10562499999650754</c:v>
                </c:pt>
                <c:pt idx="9127">
                  <c:v>0.10563657407328719</c:v>
                </c:pt>
                <c:pt idx="9128">
                  <c:v>0.10564814814279089</c:v>
                </c:pt>
                <c:pt idx="9129">
                  <c:v>0.10565972221957054</c:v>
                </c:pt>
                <c:pt idx="9130">
                  <c:v>0.10567129629635019</c:v>
                </c:pt>
                <c:pt idx="9131">
                  <c:v>0.10568287036585389</c:v>
                </c:pt>
                <c:pt idx="9132">
                  <c:v>0.10569444444263354</c:v>
                </c:pt>
                <c:pt idx="9133">
                  <c:v>0.10570601851941319</c:v>
                </c:pt>
                <c:pt idx="9134">
                  <c:v>0.10571759258891689</c:v>
                </c:pt>
                <c:pt idx="9135">
                  <c:v>0.10572916666569654</c:v>
                </c:pt>
                <c:pt idx="9136">
                  <c:v>0.10574074073520023</c:v>
                </c:pt>
                <c:pt idx="9137">
                  <c:v>0.10575231481197989</c:v>
                </c:pt>
                <c:pt idx="9138">
                  <c:v>0.10576388888875954</c:v>
                </c:pt>
                <c:pt idx="9139">
                  <c:v>0.10577546295826323</c:v>
                </c:pt>
                <c:pt idx="9140">
                  <c:v>0.10578703703504289</c:v>
                </c:pt>
                <c:pt idx="9141">
                  <c:v>0.10579861111182254</c:v>
                </c:pt>
                <c:pt idx="9142">
                  <c:v>0.10581018518132623</c:v>
                </c:pt>
                <c:pt idx="9143">
                  <c:v>0.10582175925810589</c:v>
                </c:pt>
                <c:pt idx="9144">
                  <c:v>0.10583333332760958</c:v>
                </c:pt>
                <c:pt idx="9145">
                  <c:v>0.10584490740438923</c:v>
                </c:pt>
                <c:pt idx="9146">
                  <c:v>0.10585648148116888</c:v>
                </c:pt>
                <c:pt idx="9147">
                  <c:v>0.10586805555067258</c:v>
                </c:pt>
                <c:pt idx="9148">
                  <c:v>0.10587962962745223</c:v>
                </c:pt>
                <c:pt idx="9149">
                  <c:v>0.10589120370423188</c:v>
                </c:pt>
                <c:pt idx="9150">
                  <c:v>0.10590277777373558</c:v>
                </c:pt>
                <c:pt idx="9151">
                  <c:v>0.10591435185051523</c:v>
                </c:pt>
                <c:pt idx="9152">
                  <c:v>0.10592592592001893</c:v>
                </c:pt>
                <c:pt idx="9153">
                  <c:v>0.10593749999679858</c:v>
                </c:pt>
                <c:pt idx="9154">
                  <c:v>0.10594907407357823</c:v>
                </c:pt>
                <c:pt idx="9155">
                  <c:v>0.10596064814308193</c:v>
                </c:pt>
                <c:pt idx="9156">
                  <c:v>0.10597222221986158</c:v>
                </c:pt>
                <c:pt idx="9157">
                  <c:v>0.10598379629664123</c:v>
                </c:pt>
                <c:pt idx="9158">
                  <c:v>0.10599537036614493</c:v>
                </c:pt>
                <c:pt idx="9159">
                  <c:v>0.10600694444292458</c:v>
                </c:pt>
                <c:pt idx="9160">
                  <c:v>0.10601851851970423</c:v>
                </c:pt>
                <c:pt idx="9161">
                  <c:v>0.10603009258920792</c:v>
                </c:pt>
                <c:pt idx="9162">
                  <c:v>0.10604166666598758</c:v>
                </c:pt>
                <c:pt idx="9163">
                  <c:v>0.10605324073549127</c:v>
                </c:pt>
                <c:pt idx="9164">
                  <c:v>0.10606481481227092</c:v>
                </c:pt>
                <c:pt idx="9165">
                  <c:v>0.10607638888905058</c:v>
                </c:pt>
                <c:pt idx="9166">
                  <c:v>0.10608796295855427</c:v>
                </c:pt>
                <c:pt idx="9167">
                  <c:v>0.10609953703533392</c:v>
                </c:pt>
                <c:pt idx="9168">
                  <c:v>0.10611111111211358</c:v>
                </c:pt>
                <c:pt idx="9169">
                  <c:v>0.10612268518161727</c:v>
                </c:pt>
                <c:pt idx="9170">
                  <c:v>0.10613425925839692</c:v>
                </c:pt>
                <c:pt idx="9171">
                  <c:v>0.10614583332790062</c:v>
                </c:pt>
                <c:pt idx="9172">
                  <c:v>0.10615740740468027</c:v>
                </c:pt>
                <c:pt idx="9173">
                  <c:v>0.10616898148145992</c:v>
                </c:pt>
                <c:pt idx="9174">
                  <c:v>0.10618055555096362</c:v>
                </c:pt>
                <c:pt idx="9175">
                  <c:v>0.10619212962774327</c:v>
                </c:pt>
                <c:pt idx="9176">
                  <c:v>0.10620370370452292</c:v>
                </c:pt>
                <c:pt idx="9177">
                  <c:v>0.10621527777402662</c:v>
                </c:pt>
                <c:pt idx="9178">
                  <c:v>0.10622685185080627</c:v>
                </c:pt>
                <c:pt idx="9179">
                  <c:v>0.10623842592030996</c:v>
                </c:pt>
                <c:pt idx="9180">
                  <c:v>0.10624999999708962</c:v>
                </c:pt>
                <c:pt idx="9181">
                  <c:v>0.10626157407386927</c:v>
                </c:pt>
                <c:pt idx="9182">
                  <c:v>0.10627314814337296</c:v>
                </c:pt>
                <c:pt idx="9183">
                  <c:v>0.10628472222015262</c:v>
                </c:pt>
                <c:pt idx="9184">
                  <c:v>0.10629629629693227</c:v>
                </c:pt>
                <c:pt idx="9185">
                  <c:v>0.10630787036643596</c:v>
                </c:pt>
                <c:pt idx="9186">
                  <c:v>0.10631944444321562</c:v>
                </c:pt>
                <c:pt idx="9187">
                  <c:v>0.10633101851271931</c:v>
                </c:pt>
                <c:pt idx="9188">
                  <c:v>0.10634259258949896</c:v>
                </c:pt>
                <c:pt idx="9189">
                  <c:v>0.10635416666627862</c:v>
                </c:pt>
                <c:pt idx="9190">
                  <c:v>0.10636574073578231</c:v>
                </c:pt>
                <c:pt idx="9191">
                  <c:v>0.10637731481256196</c:v>
                </c:pt>
                <c:pt idx="9192">
                  <c:v>0.10638888888934162</c:v>
                </c:pt>
                <c:pt idx="9193">
                  <c:v>0.10640046295884531</c:v>
                </c:pt>
                <c:pt idx="9194">
                  <c:v>0.10641203703562496</c:v>
                </c:pt>
                <c:pt idx="9195">
                  <c:v>0.10642361111240461</c:v>
                </c:pt>
                <c:pt idx="9196">
                  <c:v>0.10643518518190831</c:v>
                </c:pt>
                <c:pt idx="9197">
                  <c:v>0.10644675925868796</c:v>
                </c:pt>
                <c:pt idx="9198">
                  <c:v>0.10645833332819166</c:v>
                </c:pt>
                <c:pt idx="9199">
                  <c:v>0.10646990740497131</c:v>
                </c:pt>
                <c:pt idx="9200">
                  <c:v>0.10648148148175096</c:v>
                </c:pt>
                <c:pt idx="9201">
                  <c:v>0.10649305555125466</c:v>
                </c:pt>
                <c:pt idx="9202">
                  <c:v>0.10650462962803431</c:v>
                </c:pt>
                <c:pt idx="9203">
                  <c:v>0.10651620370481396</c:v>
                </c:pt>
                <c:pt idx="9204">
                  <c:v>0.10652777777431766</c:v>
                </c:pt>
                <c:pt idx="9205">
                  <c:v>0.10653935185109731</c:v>
                </c:pt>
                <c:pt idx="9206">
                  <c:v>0.106550925920601</c:v>
                </c:pt>
                <c:pt idx="9207">
                  <c:v>0.10656249999738066</c:v>
                </c:pt>
                <c:pt idx="9208">
                  <c:v>0.10657407407416031</c:v>
                </c:pt>
                <c:pt idx="9209">
                  <c:v>0.106585648143664</c:v>
                </c:pt>
                <c:pt idx="9210">
                  <c:v>0.10659722222044365</c:v>
                </c:pt>
                <c:pt idx="9211">
                  <c:v>0.10660879629722331</c:v>
                </c:pt>
                <c:pt idx="9212">
                  <c:v>0.106620370366727</c:v>
                </c:pt>
                <c:pt idx="9213">
                  <c:v>0.10663194444350665</c:v>
                </c:pt>
                <c:pt idx="9214">
                  <c:v>0.10664351851301035</c:v>
                </c:pt>
                <c:pt idx="9215">
                  <c:v>0.10665509258979</c:v>
                </c:pt>
                <c:pt idx="9216">
                  <c:v>0.10666666666656965</c:v>
                </c:pt>
                <c:pt idx="9217">
                  <c:v>0.10667824073607335</c:v>
                </c:pt>
                <c:pt idx="9218">
                  <c:v>0.106689814812853</c:v>
                </c:pt>
                <c:pt idx="9219">
                  <c:v>0.10670138888963265</c:v>
                </c:pt>
                <c:pt idx="9220">
                  <c:v>0.10671296295913635</c:v>
                </c:pt>
                <c:pt idx="9221">
                  <c:v>0.106724537035916</c:v>
                </c:pt>
                <c:pt idx="9222">
                  <c:v>0.1067361111054197</c:v>
                </c:pt>
                <c:pt idx="9223">
                  <c:v>0.10674768518219935</c:v>
                </c:pt>
                <c:pt idx="9224">
                  <c:v>0.106759259258979</c:v>
                </c:pt>
                <c:pt idx="9225">
                  <c:v>0.10677083332848269</c:v>
                </c:pt>
                <c:pt idx="9226">
                  <c:v>0.10678240740526235</c:v>
                </c:pt>
                <c:pt idx="9227">
                  <c:v>0.106793981482042</c:v>
                </c:pt>
                <c:pt idx="9228">
                  <c:v>0.10680555555154569</c:v>
                </c:pt>
                <c:pt idx="9229">
                  <c:v>0.10681712962832535</c:v>
                </c:pt>
                <c:pt idx="9230">
                  <c:v>0.10682870369782904</c:v>
                </c:pt>
                <c:pt idx="9231">
                  <c:v>0.10684027777460869</c:v>
                </c:pt>
                <c:pt idx="9232">
                  <c:v>0.10685185185138835</c:v>
                </c:pt>
                <c:pt idx="9233">
                  <c:v>0.10686342592089204</c:v>
                </c:pt>
                <c:pt idx="9234">
                  <c:v>0.10687499999767169</c:v>
                </c:pt>
                <c:pt idx="9235">
                  <c:v>0.10688657407445135</c:v>
                </c:pt>
                <c:pt idx="9236">
                  <c:v>0.10689814814395504</c:v>
                </c:pt>
                <c:pt idx="9237">
                  <c:v>0.10690972222073469</c:v>
                </c:pt>
                <c:pt idx="9238">
                  <c:v>0.10692129629751435</c:v>
                </c:pt>
                <c:pt idx="9239">
                  <c:v>0.10693287036701804</c:v>
                </c:pt>
                <c:pt idx="9240">
                  <c:v>0.10694444444379769</c:v>
                </c:pt>
                <c:pt idx="9241">
                  <c:v>0.10695601851330139</c:v>
                </c:pt>
                <c:pt idx="9242">
                  <c:v>0.10696759259008104</c:v>
                </c:pt>
                <c:pt idx="9243">
                  <c:v>0.10697916666686069</c:v>
                </c:pt>
                <c:pt idx="9244">
                  <c:v>0.10699074073636439</c:v>
                </c:pt>
                <c:pt idx="9245">
                  <c:v>0.10700231481314404</c:v>
                </c:pt>
                <c:pt idx="9246">
                  <c:v>0.10701388888992369</c:v>
                </c:pt>
                <c:pt idx="9247">
                  <c:v>0.10702546295942739</c:v>
                </c:pt>
                <c:pt idx="9248">
                  <c:v>0.10703703703620704</c:v>
                </c:pt>
                <c:pt idx="9249">
                  <c:v>0.10704861110571073</c:v>
                </c:pt>
                <c:pt idx="9250">
                  <c:v>0.10706018518249039</c:v>
                </c:pt>
                <c:pt idx="9251">
                  <c:v>0.10707175925927004</c:v>
                </c:pt>
                <c:pt idx="9252">
                  <c:v>0.10708333332877373</c:v>
                </c:pt>
                <c:pt idx="9253">
                  <c:v>0.10709490740555339</c:v>
                </c:pt>
                <c:pt idx="9254">
                  <c:v>0.10710648148233304</c:v>
                </c:pt>
                <c:pt idx="9255">
                  <c:v>0.10711805555183673</c:v>
                </c:pt>
                <c:pt idx="9256">
                  <c:v>0.10712962962861639</c:v>
                </c:pt>
                <c:pt idx="9257">
                  <c:v>0.10714120369812008</c:v>
                </c:pt>
                <c:pt idx="9258">
                  <c:v>0.10715277777489973</c:v>
                </c:pt>
                <c:pt idx="9259">
                  <c:v>0.10716435185167938</c:v>
                </c:pt>
                <c:pt idx="9260">
                  <c:v>0.10717592592118308</c:v>
                </c:pt>
                <c:pt idx="9261">
                  <c:v>0.10718749999796273</c:v>
                </c:pt>
                <c:pt idx="9262">
                  <c:v>0.10719907407474238</c:v>
                </c:pt>
                <c:pt idx="9263">
                  <c:v>0.10721064814424608</c:v>
                </c:pt>
                <c:pt idx="9264">
                  <c:v>0.10722222222102573</c:v>
                </c:pt>
                <c:pt idx="9265">
                  <c:v>0.10723379629052943</c:v>
                </c:pt>
                <c:pt idx="9266">
                  <c:v>0.10724537036730908</c:v>
                </c:pt>
                <c:pt idx="9267">
                  <c:v>0.10725694444408873</c:v>
                </c:pt>
                <c:pt idx="9268">
                  <c:v>0.10726851851359243</c:v>
                </c:pt>
                <c:pt idx="9269">
                  <c:v>0.10728009259037208</c:v>
                </c:pt>
                <c:pt idx="9270">
                  <c:v>0.10729166666715173</c:v>
                </c:pt>
                <c:pt idx="9271">
                  <c:v>0.10730324073665543</c:v>
                </c:pt>
                <c:pt idx="9272">
                  <c:v>0.10731481481343508</c:v>
                </c:pt>
                <c:pt idx="9273">
                  <c:v>0.10732638889021473</c:v>
                </c:pt>
                <c:pt idx="9274">
                  <c:v>0.10733796295971842</c:v>
                </c:pt>
                <c:pt idx="9275">
                  <c:v>0.10734953703649808</c:v>
                </c:pt>
                <c:pt idx="9276">
                  <c:v>0.10736111110600177</c:v>
                </c:pt>
                <c:pt idx="9277">
                  <c:v>0.10737268518278142</c:v>
                </c:pt>
                <c:pt idx="9278">
                  <c:v>0.10738425925956108</c:v>
                </c:pt>
                <c:pt idx="9279">
                  <c:v>0.10739583332906477</c:v>
                </c:pt>
                <c:pt idx="9280">
                  <c:v>0.10740740740584442</c:v>
                </c:pt>
                <c:pt idx="9281">
                  <c:v>0.10741898148262408</c:v>
                </c:pt>
                <c:pt idx="9282">
                  <c:v>0.10743055555212777</c:v>
                </c:pt>
                <c:pt idx="9283">
                  <c:v>0.10744212962890742</c:v>
                </c:pt>
                <c:pt idx="9284">
                  <c:v>0.10745370369841112</c:v>
                </c:pt>
                <c:pt idx="9285">
                  <c:v>0.10746527777519077</c:v>
                </c:pt>
                <c:pt idx="9286">
                  <c:v>0.10747685185197042</c:v>
                </c:pt>
                <c:pt idx="9287">
                  <c:v>0.10748842592147412</c:v>
                </c:pt>
                <c:pt idx="9288">
                  <c:v>0.10749999999825377</c:v>
                </c:pt>
                <c:pt idx="9289">
                  <c:v>0.10751157407503342</c:v>
                </c:pt>
                <c:pt idx="9290">
                  <c:v>0.10752314814453712</c:v>
                </c:pt>
                <c:pt idx="9291">
                  <c:v>0.10753472222131677</c:v>
                </c:pt>
                <c:pt idx="9292">
                  <c:v>0.10754629629082046</c:v>
                </c:pt>
                <c:pt idx="9293">
                  <c:v>0.10755787036760012</c:v>
                </c:pt>
                <c:pt idx="9294">
                  <c:v>0.10756944444437977</c:v>
                </c:pt>
                <c:pt idx="9295">
                  <c:v>0.10758101851388346</c:v>
                </c:pt>
                <c:pt idx="9296">
                  <c:v>0.10759259259066312</c:v>
                </c:pt>
                <c:pt idx="9297">
                  <c:v>0.10760416666744277</c:v>
                </c:pt>
                <c:pt idx="9298">
                  <c:v>0.10761574073694646</c:v>
                </c:pt>
                <c:pt idx="9299">
                  <c:v>0.10762731481372612</c:v>
                </c:pt>
                <c:pt idx="9300">
                  <c:v>0.10763888888322981</c:v>
                </c:pt>
                <c:pt idx="9301">
                  <c:v>0.10765046296000946</c:v>
                </c:pt>
                <c:pt idx="9302">
                  <c:v>0.10766203703678912</c:v>
                </c:pt>
                <c:pt idx="9303">
                  <c:v>0.10767361110629281</c:v>
                </c:pt>
                <c:pt idx="9304">
                  <c:v>0.10768518518307246</c:v>
                </c:pt>
                <c:pt idx="9305">
                  <c:v>0.10769675925985212</c:v>
                </c:pt>
                <c:pt idx="9306">
                  <c:v>0.10770833332935581</c:v>
                </c:pt>
                <c:pt idx="9307">
                  <c:v>0.10771990740613546</c:v>
                </c:pt>
                <c:pt idx="9308">
                  <c:v>0.10773148147563916</c:v>
                </c:pt>
                <c:pt idx="9309">
                  <c:v>0.10774305555241881</c:v>
                </c:pt>
                <c:pt idx="9310">
                  <c:v>0.10775462962919846</c:v>
                </c:pt>
                <c:pt idx="9311">
                  <c:v>0.10776620369870216</c:v>
                </c:pt>
                <c:pt idx="9312">
                  <c:v>0.10777777777548181</c:v>
                </c:pt>
                <c:pt idx="9313">
                  <c:v>0.10778935185226146</c:v>
                </c:pt>
                <c:pt idx="9314">
                  <c:v>0.10780092592176516</c:v>
                </c:pt>
                <c:pt idx="9315">
                  <c:v>0.10781249999854481</c:v>
                </c:pt>
                <c:pt idx="9316">
                  <c:v>0.10782407407532446</c:v>
                </c:pt>
                <c:pt idx="9317">
                  <c:v>0.10783564814482816</c:v>
                </c:pt>
                <c:pt idx="9318">
                  <c:v>0.10784722222160781</c:v>
                </c:pt>
                <c:pt idx="9319">
                  <c:v>0.1078587962911115</c:v>
                </c:pt>
                <c:pt idx="9320">
                  <c:v>0.10787037036789116</c:v>
                </c:pt>
                <c:pt idx="9321">
                  <c:v>0.10788194444467081</c:v>
                </c:pt>
                <c:pt idx="9322">
                  <c:v>0.1078935185141745</c:v>
                </c:pt>
                <c:pt idx="9323">
                  <c:v>0.10790509259095415</c:v>
                </c:pt>
                <c:pt idx="9324">
                  <c:v>0.10791666666773381</c:v>
                </c:pt>
                <c:pt idx="9325">
                  <c:v>0.1079282407372375</c:v>
                </c:pt>
                <c:pt idx="9326">
                  <c:v>0.10793981481401715</c:v>
                </c:pt>
                <c:pt idx="9327">
                  <c:v>0.10795138888352085</c:v>
                </c:pt>
                <c:pt idx="9328">
                  <c:v>0.1079629629603005</c:v>
                </c:pt>
                <c:pt idx="9329">
                  <c:v>0.10797453703708015</c:v>
                </c:pt>
                <c:pt idx="9330">
                  <c:v>0.10798611110658385</c:v>
                </c:pt>
                <c:pt idx="9331">
                  <c:v>0.1079976851833635</c:v>
                </c:pt>
                <c:pt idx="9332">
                  <c:v>0.10800925926014315</c:v>
                </c:pt>
                <c:pt idx="9333">
                  <c:v>0.10802083332964685</c:v>
                </c:pt>
                <c:pt idx="9334">
                  <c:v>0.1080324074064265</c:v>
                </c:pt>
                <c:pt idx="9335">
                  <c:v>0.1080439814759302</c:v>
                </c:pt>
                <c:pt idx="9336">
                  <c:v>0.10805555555270985</c:v>
                </c:pt>
                <c:pt idx="9337">
                  <c:v>0.1080671296294895</c:v>
                </c:pt>
                <c:pt idx="9338">
                  <c:v>0.10807870369899319</c:v>
                </c:pt>
                <c:pt idx="9339">
                  <c:v>0.10809027777577285</c:v>
                </c:pt>
                <c:pt idx="9340">
                  <c:v>0.1081018518525525</c:v>
                </c:pt>
                <c:pt idx="9341">
                  <c:v>0.10811342592205619</c:v>
                </c:pt>
                <c:pt idx="9342">
                  <c:v>0.10812499999883585</c:v>
                </c:pt>
                <c:pt idx="9343">
                  <c:v>0.10813657406833954</c:v>
                </c:pt>
                <c:pt idx="9344">
                  <c:v>0.10814814814511919</c:v>
                </c:pt>
                <c:pt idx="9345">
                  <c:v>0.10815972222189885</c:v>
                </c:pt>
                <c:pt idx="9346">
                  <c:v>0.10817129629140254</c:v>
                </c:pt>
                <c:pt idx="9347">
                  <c:v>0.10818287036818219</c:v>
                </c:pt>
                <c:pt idx="9348">
                  <c:v>0.10819444444496185</c:v>
                </c:pt>
                <c:pt idx="9349">
                  <c:v>0.10820601851446554</c:v>
                </c:pt>
                <c:pt idx="9350">
                  <c:v>0.10821759259124519</c:v>
                </c:pt>
                <c:pt idx="9351">
                  <c:v>0.10822916666074889</c:v>
                </c:pt>
                <c:pt idx="9352">
                  <c:v>0.10824074073752854</c:v>
                </c:pt>
                <c:pt idx="9353">
                  <c:v>0.10825231481430819</c:v>
                </c:pt>
                <c:pt idx="9354">
                  <c:v>0.10826388888381189</c:v>
                </c:pt>
                <c:pt idx="9355">
                  <c:v>0.10827546296059154</c:v>
                </c:pt>
                <c:pt idx="9356">
                  <c:v>0.10828703703737119</c:v>
                </c:pt>
                <c:pt idx="9357">
                  <c:v>0.10829861110687489</c:v>
                </c:pt>
                <c:pt idx="9358">
                  <c:v>0.10831018518365454</c:v>
                </c:pt>
                <c:pt idx="9359">
                  <c:v>0.10832175926043419</c:v>
                </c:pt>
                <c:pt idx="9360">
                  <c:v>0.10833333332993789</c:v>
                </c:pt>
                <c:pt idx="9361">
                  <c:v>0.10834490740671754</c:v>
                </c:pt>
                <c:pt idx="9362">
                  <c:v>0.10835648147622123</c:v>
                </c:pt>
                <c:pt idx="9363">
                  <c:v>0.10836805555300089</c:v>
                </c:pt>
                <c:pt idx="9364">
                  <c:v>0.10837962962978054</c:v>
                </c:pt>
                <c:pt idx="9365">
                  <c:v>0.10839120369928423</c:v>
                </c:pt>
                <c:pt idx="9366">
                  <c:v>0.10840277777606389</c:v>
                </c:pt>
                <c:pt idx="9367">
                  <c:v>0.10841435185284354</c:v>
                </c:pt>
                <c:pt idx="9368">
                  <c:v>0.10842592592234723</c:v>
                </c:pt>
                <c:pt idx="9369">
                  <c:v>0.10843749999912689</c:v>
                </c:pt>
                <c:pt idx="9370">
                  <c:v>0.10844907406863058</c:v>
                </c:pt>
                <c:pt idx="9371">
                  <c:v>0.10846064814541023</c:v>
                </c:pt>
                <c:pt idx="9372">
                  <c:v>0.10847222222218988</c:v>
                </c:pt>
                <c:pt idx="9373">
                  <c:v>0.10848379629169358</c:v>
                </c:pt>
                <c:pt idx="9374">
                  <c:v>0.10849537036847323</c:v>
                </c:pt>
                <c:pt idx="9375">
                  <c:v>0.10850694444525288</c:v>
                </c:pt>
                <c:pt idx="9376">
                  <c:v>0.10851851851475658</c:v>
                </c:pt>
                <c:pt idx="9377">
                  <c:v>0.10853009259153623</c:v>
                </c:pt>
                <c:pt idx="9378">
                  <c:v>0.10854166666103993</c:v>
                </c:pt>
                <c:pt idx="9379">
                  <c:v>0.10855324073781958</c:v>
                </c:pt>
                <c:pt idx="9380">
                  <c:v>0.10856481481459923</c:v>
                </c:pt>
                <c:pt idx="9381">
                  <c:v>0.10857638888410293</c:v>
                </c:pt>
                <c:pt idx="9382">
                  <c:v>0.10858796296088258</c:v>
                </c:pt>
                <c:pt idx="9383">
                  <c:v>0.10859953703766223</c:v>
                </c:pt>
                <c:pt idx="9384">
                  <c:v>0.10861111110716593</c:v>
                </c:pt>
                <c:pt idx="9385">
                  <c:v>0.10862268518394558</c:v>
                </c:pt>
                <c:pt idx="9386">
                  <c:v>0.10863425925344927</c:v>
                </c:pt>
                <c:pt idx="9387">
                  <c:v>0.10864583333022892</c:v>
                </c:pt>
                <c:pt idx="9388">
                  <c:v>0.10865740740700858</c:v>
                </c:pt>
                <c:pt idx="9389">
                  <c:v>0.10866898147651227</c:v>
                </c:pt>
                <c:pt idx="9390">
                  <c:v>0.10868055555329192</c:v>
                </c:pt>
                <c:pt idx="9391">
                  <c:v>0.10869212963007158</c:v>
                </c:pt>
                <c:pt idx="9392">
                  <c:v>0.10870370369957527</c:v>
                </c:pt>
                <c:pt idx="9393">
                  <c:v>0.10871527777635492</c:v>
                </c:pt>
                <c:pt idx="9394">
                  <c:v>0.10872685185313458</c:v>
                </c:pt>
                <c:pt idx="9395">
                  <c:v>0.10873842592263827</c:v>
                </c:pt>
                <c:pt idx="9396">
                  <c:v>0.10874999999941792</c:v>
                </c:pt>
                <c:pt idx="9397">
                  <c:v>0.10876157406892162</c:v>
                </c:pt>
                <c:pt idx="9398">
                  <c:v>0.10877314814570127</c:v>
                </c:pt>
                <c:pt idx="9399">
                  <c:v>0.10878472222248092</c:v>
                </c:pt>
                <c:pt idx="9400">
                  <c:v>0.10879629629198462</c:v>
                </c:pt>
                <c:pt idx="9401">
                  <c:v>0.10880787036876427</c:v>
                </c:pt>
                <c:pt idx="9402">
                  <c:v>0.10881944444554392</c:v>
                </c:pt>
                <c:pt idx="9403">
                  <c:v>0.10883101851504762</c:v>
                </c:pt>
                <c:pt idx="9404">
                  <c:v>0.10884259259182727</c:v>
                </c:pt>
                <c:pt idx="9405">
                  <c:v>0.10885416666133096</c:v>
                </c:pt>
                <c:pt idx="9406">
                  <c:v>0.10886574073811062</c:v>
                </c:pt>
                <c:pt idx="9407">
                  <c:v>0.10887731481489027</c:v>
                </c:pt>
                <c:pt idx="9408">
                  <c:v>0.10888888888439396</c:v>
                </c:pt>
                <c:pt idx="9409">
                  <c:v>0.10890046296117362</c:v>
                </c:pt>
                <c:pt idx="9410">
                  <c:v>0.10891203703795327</c:v>
                </c:pt>
                <c:pt idx="9411">
                  <c:v>0.10892361110745696</c:v>
                </c:pt>
                <c:pt idx="9412">
                  <c:v>0.10893518518423662</c:v>
                </c:pt>
                <c:pt idx="9413">
                  <c:v>0.10894675925374031</c:v>
                </c:pt>
                <c:pt idx="9414">
                  <c:v>0.10895833333051996</c:v>
                </c:pt>
                <c:pt idx="9415">
                  <c:v>0.10896990740729962</c:v>
                </c:pt>
                <c:pt idx="9416">
                  <c:v>0.10898148147680331</c:v>
                </c:pt>
                <c:pt idx="9417">
                  <c:v>0.10899305555358296</c:v>
                </c:pt>
                <c:pt idx="9418">
                  <c:v>0.10900462963036261</c:v>
                </c:pt>
                <c:pt idx="9419">
                  <c:v>0.10901620369986631</c:v>
                </c:pt>
                <c:pt idx="9420">
                  <c:v>0.10902777777664596</c:v>
                </c:pt>
                <c:pt idx="9421">
                  <c:v>0.10903935184614966</c:v>
                </c:pt>
                <c:pt idx="9422">
                  <c:v>0.10905092592292931</c:v>
                </c:pt>
                <c:pt idx="9423">
                  <c:v>0.10906249999970896</c:v>
                </c:pt>
                <c:pt idx="9424">
                  <c:v>0.10907407406921266</c:v>
                </c:pt>
                <c:pt idx="9425">
                  <c:v>0.10908564814599231</c:v>
                </c:pt>
                <c:pt idx="9426">
                  <c:v>0.10909722222277196</c:v>
                </c:pt>
                <c:pt idx="9427">
                  <c:v>0.10910879629227566</c:v>
                </c:pt>
                <c:pt idx="9428">
                  <c:v>0.10912037036905531</c:v>
                </c:pt>
                <c:pt idx="9429">
                  <c:v>0.109131944438559</c:v>
                </c:pt>
                <c:pt idx="9430">
                  <c:v>0.10914351851533866</c:v>
                </c:pt>
                <c:pt idx="9431">
                  <c:v>0.10915509259211831</c:v>
                </c:pt>
                <c:pt idx="9432">
                  <c:v>0.109166666661622</c:v>
                </c:pt>
                <c:pt idx="9433">
                  <c:v>0.10917824073840166</c:v>
                </c:pt>
                <c:pt idx="9434">
                  <c:v>0.10918981481518131</c:v>
                </c:pt>
                <c:pt idx="9435">
                  <c:v>0.109201388884685</c:v>
                </c:pt>
                <c:pt idx="9436">
                  <c:v>0.10921296296146465</c:v>
                </c:pt>
                <c:pt idx="9437">
                  <c:v>0.10922453703824431</c:v>
                </c:pt>
                <c:pt idx="9438">
                  <c:v>0.109236111107748</c:v>
                </c:pt>
                <c:pt idx="9439">
                  <c:v>0.10924768518452765</c:v>
                </c:pt>
                <c:pt idx="9440">
                  <c:v>0.10925925925403135</c:v>
                </c:pt>
                <c:pt idx="9441">
                  <c:v>0.109270833330811</c:v>
                </c:pt>
                <c:pt idx="9442">
                  <c:v>0.10928240740759065</c:v>
                </c:pt>
                <c:pt idx="9443">
                  <c:v>0.10929398147709435</c:v>
                </c:pt>
                <c:pt idx="9444">
                  <c:v>0.109305555553874</c:v>
                </c:pt>
                <c:pt idx="9445">
                  <c:v>0.10931712963065365</c:v>
                </c:pt>
                <c:pt idx="9446">
                  <c:v>0.10932870370015735</c:v>
                </c:pt>
                <c:pt idx="9447">
                  <c:v>0.109340277776937</c:v>
                </c:pt>
                <c:pt idx="9448">
                  <c:v>0.1093518518464407</c:v>
                </c:pt>
                <c:pt idx="9449">
                  <c:v>0.10936342592322035</c:v>
                </c:pt>
                <c:pt idx="9450">
                  <c:v>0.109375</c:v>
                </c:pt>
                <c:pt idx="9451">
                  <c:v>0.10938657406950369</c:v>
                </c:pt>
                <c:pt idx="9452">
                  <c:v>0.10939814814628335</c:v>
                </c:pt>
                <c:pt idx="9453">
                  <c:v>0.109409722223063</c:v>
                </c:pt>
                <c:pt idx="9454">
                  <c:v>0.10942129629256669</c:v>
                </c:pt>
                <c:pt idx="9455">
                  <c:v>0.10943287036934635</c:v>
                </c:pt>
                <c:pt idx="9456">
                  <c:v>0.10944444443885004</c:v>
                </c:pt>
                <c:pt idx="9457">
                  <c:v>0.10945601851562969</c:v>
                </c:pt>
                <c:pt idx="9458">
                  <c:v>0.10946759259240935</c:v>
                </c:pt>
                <c:pt idx="9459">
                  <c:v>0.10947916666191304</c:v>
                </c:pt>
                <c:pt idx="9460">
                  <c:v>0.10949074073869269</c:v>
                </c:pt>
                <c:pt idx="9461">
                  <c:v>0.10950231481547235</c:v>
                </c:pt>
                <c:pt idx="9462">
                  <c:v>0.10951388888497604</c:v>
                </c:pt>
                <c:pt idx="9463">
                  <c:v>0.10952546296175569</c:v>
                </c:pt>
                <c:pt idx="9464">
                  <c:v>0.10953703703125939</c:v>
                </c:pt>
                <c:pt idx="9465">
                  <c:v>0.10954861110803904</c:v>
                </c:pt>
                <c:pt idx="9466">
                  <c:v>0.10956018518481869</c:v>
                </c:pt>
                <c:pt idx="9467">
                  <c:v>0.10957175925432239</c:v>
                </c:pt>
                <c:pt idx="9468">
                  <c:v>0.10958333333110204</c:v>
                </c:pt>
                <c:pt idx="9469">
                  <c:v>0.10959490740788169</c:v>
                </c:pt>
                <c:pt idx="9470">
                  <c:v>0.10960648147738539</c:v>
                </c:pt>
                <c:pt idx="9471">
                  <c:v>0.10961805555416504</c:v>
                </c:pt>
                <c:pt idx="9472">
                  <c:v>0.10962962963094469</c:v>
                </c:pt>
                <c:pt idx="9473">
                  <c:v>0.10964120370044839</c:v>
                </c:pt>
                <c:pt idx="9474">
                  <c:v>0.10965277777722804</c:v>
                </c:pt>
                <c:pt idx="9475">
                  <c:v>0.10966435184673173</c:v>
                </c:pt>
                <c:pt idx="9476">
                  <c:v>0.10967592592351139</c:v>
                </c:pt>
                <c:pt idx="9477">
                  <c:v>0.10968750000029104</c:v>
                </c:pt>
                <c:pt idx="9478">
                  <c:v>0.10969907406979473</c:v>
                </c:pt>
                <c:pt idx="9479">
                  <c:v>0.10971064814657439</c:v>
                </c:pt>
                <c:pt idx="9480">
                  <c:v>0.10972222222335404</c:v>
                </c:pt>
                <c:pt idx="9481">
                  <c:v>0.10973379629285773</c:v>
                </c:pt>
                <c:pt idx="9482">
                  <c:v>0.10974537036963739</c:v>
                </c:pt>
                <c:pt idx="9483">
                  <c:v>0.10975694443914108</c:v>
                </c:pt>
                <c:pt idx="9484">
                  <c:v>0.10976851851592073</c:v>
                </c:pt>
                <c:pt idx="9485">
                  <c:v>0.10978009259270038</c:v>
                </c:pt>
                <c:pt idx="9486">
                  <c:v>0.10979166666220408</c:v>
                </c:pt>
                <c:pt idx="9487">
                  <c:v>0.10980324073898373</c:v>
                </c:pt>
                <c:pt idx="9488">
                  <c:v>0.10981481481576338</c:v>
                </c:pt>
                <c:pt idx="9489">
                  <c:v>0.10982638888526708</c:v>
                </c:pt>
                <c:pt idx="9490">
                  <c:v>0.10983796296204673</c:v>
                </c:pt>
                <c:pt idx="9491">
                  <c:v>0.10984953703155043</c:v>
                </c:pt>
                <c:pt idx="9492">
                  <c:v>0.10986111110833008</c:v>
                </c:pt>
                <c:pt idx="9493">
                  <c:v>0.10987268518510973</c:v>
                </c:pt>
                <c:pt idx="9494">
                  <c:v>0.10988425925461343</c:v>
                </c:pt>
                <c:pt idx="9495">
                  <c:v>0.10989583333139308</c:v>
                </c:pt>
                <c:pt idx="9496">
                  <c:v>0.10990740740817273</c:v>
                </c:pt>
                <c:pt idx="9497">
                  <c:v>0.10991898147767643</c:v>
                </c:pt>
                <c:pt idx="9498">
                  <c:v>0.10993055555445608</c:v>
                </c:pt>
                <c:pt idx="9499">
                  <c:v>0.10994212962395977</c:v>
                </c:pt>
                <c:pt idx="9500">
                  <c:v>0.10995370370073942</c:v>
                </c:pt>
                <c:pt idx="9501">
                  <c:v>0.10996527777751908</c:v>
                </c:pt>
                <c:pt idx="9502">
                  <c:v>0.10997685184702277</c:v>
                </c:pt>
                <c:pt idx="9503">
                  <c:v>0.10998842592380242</c:v>
                </c:pt>
                <c:pt idx="9504">
                  <c:v>0.11000000000058208</c:v>
                </c:pt>
                <c:pt idx="9505">
                  <c:v>0.11001157407008577</c:v>
                </c:pt>
                <c:pt idx="9506">
                  <c:v>0.11002314814686542</c:v>
                </c:pt>
                <c:pt idx="9507">
                  <c:v>0.11003472221636912</c:v>
                </c:pt>
                <c:pt idx="9508">
                  <c:v>0.11004629629314877</c:v>
                </c:pt>
                <c:pt idx="9509">
                  <c:v>0.11005787036992842</c:v>
                </c:pt>
                <c:pt idx="9510">
                  <c:v>0.11006944443943212</c:v>
                </c:pt>
                <c:pt idx="9511">
                  <c:v>0.11008101851621177</c:v>
                </c:pt>
                <c:pt idx="9512">
                  <c:v>0.11009259259299142</c:v>
                </c:pt>
                <c:pt idx="9513">
                  <c:v>0.11010416666249512</c:v>
                </c:pt>
                <c:pt idx="9514">
                  <c:v>0.11011574073927477</c:v>
                </c:pt>
                <c:pt idx="9515">
                  <c:v>0.11012731481605442</c:v>
                </c:pt>
                <c:pt idx="9516">
                  <c:v>0.11013888888555812</c:v>
                </c:pt>
                <c:pt idx="9517">
                  <c:v>0.11015046296233777</c:v>
                </c:pt>
                <c:pt idx="9518">
                  <c:v>0.11016203703184146</c:v>
                </c:pt>
                <c:pt idx="9519">
                  <c:v>0.11017361110862112</c:v>
                </c:pt>
                <c:pt idx="9520">
                  <c:v>0.11018518518540077</c:v>
                </c:pt>
                <c:pt idx="9521">
                  <c:v>0.11019675925490446</c:v>
                </c:pt>
                <c:pt idx="9522">
                  <c:v>0.11020833333168412</c:v>
                </c:pt>
                <c:pt idx="9523">
                  <c:v>0.11021990740846377</c:v>
                </c:pt>
                <c:pt idx="9524">
                  <c:v>0.11023148147796746</c:v>
                </c:pt>
                <c:pt idx="9525">
                  <c:v>0.11024305555474712</c:v>
                </c:pt>
                <c:pt idx="9526">
                  <c:v>0.11025462962425081</c:v>
                </c:pt>
                <c:pt idx="9527">
                  <c:v>0.11026620370103046</c:v>
                </c:pt>
                <c:pt idx="9528">
                  <c:v>0.11027777777781012</c:v>
                </c:pt>
                <c:pt idx="9529">
                  <c:v>0.11028935184731381</c:v>
                </c:pt>
                <c:pt idx="9530">
                  <c:v>0.11030092592409346</c:v>
                </c:pt>
                <c:pt idx="9531">
                  <c:v>0.11031250000087311</c:v>
                </c:pt>
                <c:pt idx="9532">
                  <c:v>0.11032407407037681</c:v>
                </c:pt>
                <c:pt idx="9533">
                  <c:v>0.11033564814715646</c:v>
                </c:pt>
                <c:pt idx="9534">
                  <c:v>0.11034722221666016</c:v>
                </c:pt>
                <c:pt idx="9535">
                  <c:v>0.11035879629343981</c:v>
                </c:pt>
                <c:pt idx="9536">
                  <c:v>0.11037037037021946</c:v>
                </c:pt>
                <c:pt idx="9537">
                  <c:v>0.11038194443972316</c:v>
                </c:pt>
                <c:pt idx="9538">
                  <c:v>0.11039351851650281</c:v>
                </c:pt>
                <c:pt idx="9539">
                  <c:v>0.11040509259328246</c:v>
                </c:pt>
                <c:pt idx="9540">
                  <c:v>0.11041666666278616</c:v>
                </c:pt>
                <c:pt idx="9541">
                  <c:v>0.11042824073956581</c:v>
                </c:pt>
                <c:pt idx="9542">
                  <c:v>0.1104398148090695</c:v>
                </c:pt>
                <c:pt idx="9543">
                  <c:v>0.11045138888584916</c:v>
                </c:pt>
                <c:pt idx="9544">
                  <c:v>0.11046296296262881</c:v>
                </c:pt>
                <c:pt idx="9545">
                  <c:v>0.1104745370321325</c:v>
                </c:pt>
                <c:pt idx="9546">
                  <c:v>0.11048611110891216</c:v>
                </c:pt>
                <c:pt idx="9547">
                  <c:v>0.11049768518569181</c:v>
                </c:pt>
                <c:pt idx="9548">
                  <c:v>0.1105092592551955</c:v>
                </c:pt>
                <c:pt idx="9549">
                  <c:v>0.11052083333197515</c:v>
                </c:pt>
                <c:pt idx="9550">
                  <c:v>0.11053240740147885</c:v>
                </c:pt>
                <c:pt idx="9551">
                  <c:v>0.1105439814782585</c:v>
                </c:pt>
                <c:pt idx="9552">
                  <c:v>0.11055555555503815</c:v>
                </c:pt>
                <c:pt idx="9553">
                  <c:v>0.11056712962454185</c:v>
                </c:pt>
                <c:pt idx="9554">
                  <c:v>0.1105787037013215</c:v>
                </c:pt>
                <c:pt idx="9555">
                  <c:v>0.11059027777810115</c:v>
                </c:pt>
                <c:pt idx="9556">
                  <c:v>0.11060185184760485</c:v>
                </c:pt>
                <c:pt idx="9557">
                  <c:v>0.1106134259243845</c:v>
                </c:pt>
                <c:pt idx="9558">
                  <c:v>0.11062500000116415</c:v>
                </c:pt>
                <c:pt idx="9559">
                  <c:v>0.11063657407066785</c:v>
                </c:pt>
                <c:pt idx="9560">
                  <c:v>0.1106481481474475</c:v>
                </c:pt>
                <c:pt idx="9561">
                  <c:v>0.1106597222169512</c:v>
                </c:pt>
                <c:pt idx="9562">
                  <c:v>0.11067129629373085</c:v>
                </c:pt>
                <c:pt idx="9563">
                  <c:v>0.1106828703705105</c:v>
                </c:pt>
                <c:pt idx="9564">
                  <c:v>0.11069444444001419</c:v>
                </c:pt>
                <c:pt idx="9565">
                  <c:v>0.11070601851679385</c:v>
                </c:pt>
                <c:pt idx="9566">
                  <c:v>0.1107175925935735</c:v>
                </c:pt>
                <c:pt idx="9567">
                  <c:v>0.11072916666307719</c:v>
                </c:pt>
                <c:pt idx="9568">
                  <c:v>0.11074074073985685</c:v>
                </c:pt>
                <c:pt idx="9569">
                  <c:v>0.11075231480936054</c:v>
                </c:pt>
                <c:pt idx="9570">
                  <c:v>0.11076388888614019</c:v>
                </c:pt>
                <c:pt idx="9571">
                  <c:v>0.11077546296291985</c:v>
                </c:pt>
                <c:pt idx="9572">
                  <c:v>0.11078703703242354</c:v>
                </c:pt>
                <c:pt idx="9573">
                  <c:v>0.11079861110920319</c:v>
                </c:pt>
                <c:pt idx="9574">
                  <c:v>0.11081018518598285</c:v>
                </c:pt>
                <c:pt idx="9575">
                  <c:v>0.11082175925548654</c:v>
                </c:pt>
                <c:pt idx="9576">
                  <c:v>0.11083333333226619</c:v>
                </c:pt>
                <c:pt idx="9577">
                  <c:v>0.11084490740176989</c:v>
                </c:pt>
                <c:pt idx="9578">
                  <c:v>0.11085648147854954</c:v>
                </c:pt>
                <c:pt idx="9579">
                  <c:v>0.11086805555532919</c:v>
                </c:pt>
                <c:pt idx="9580">
                  <c:v>0.11087962962483289</c:v>
                </c:pt>
                <c:pt idx="9581">
                  <c:v>0.11089120370161254</c:v>
                </c:pt>
                <c:pt idx="9582">
                  <c:v>0.11090277777839219</c:v>
                </c:pt>
                <c:pt idx="9583">
                  <c:v>0.11091435184789589</c:v>
                </c:pt>
                <c:pt idx="9584">
                  <c:v>0.11092592592467554</c:v>
                </c:pt>
                <c:pt idx="9585">
                  <c:v>0.11093749999417923</c:v>
                </c:pt>
                <c:pt idx="9586">
                  <c:v>0.11094907407095889</c:v>
                </c:pt>
                <c:pt idx="9587">
                  <c:v>0.11096064814773854</c:v>
                </c:pt>
                <c:pt idx="9588">
                  <c:v>0.11097222221724223</c:v>
                </c:pt>
                <c:pt idx="9589">
                  <c:v>0.11098379629402189</c:v>
                </c:pt>
                <c:pt idx="9590">
                  <c:v>0.11099537037080154</c:v>
                </c:pt>
                <c:pt idx="9591">
                  <c:v>0.11100694444030523</c:v>
                </c:pt>
                <c:pt idx="9592">
                  <c:v>0.11101851851708489</c:v>
                </c:pt>
                <c:pt idx="9593">
                  <c:v>0.11103009259386454</c:v>
                </c:pt>
                <c:pt idx="9594">
                  <c:v>0.11104166666336823</c:v>
                </c:pt>
                <c:pt idx="9595">
                  <c:v>0.11105324074014788</c:v>
                </c:pt>
                <c:pt idx="9596">
                  <c:v>0.11106481480965158</c:v>
                </c:pt>
                <c:pt idx="9597">
                  <c:v>0.11107638888643123</c:v>
                </c:pt>
                <c:pt idx="9598">
                  <c:v>0.11108796296321088</c:v>
                </c:pt>
                <c:pt idx="9599">
                  <c:v>0.11109953703271458</c:v>
                </c:pt>
                <c:pt idx="9600">
                  <c:v>0.11111111110949423</c:v>
                </c:pt>
                <c:pt idx="9601">
                  <c:v>0.11112268518627388</c:v>
                </c:pt>
                <c:pt idx="9602">
                  <c:v>0.11113425925577758</c:v>
                </c:pt>
                <c:pt idx="9603">
                  <c:v>0.11114583333255723</c:v>
                </c:pt>
                <c:pt idx="9604">
                  <c:v>0.11115740740206093</c:v>
                </c:pt>
                <c:pt idx="9605">
                  <c:v>0.11116898147884058</c:v>
                </c:pt>
                <c:pt idx="9606">
                  <c:v>0.11118055555562023</c:v>
                </c:pt>
                <c:pt idx="9607">
                  <c:v>0.11119212962512393</c:v>
                </c:pt>
                <c:pt idx="9608">
                  <c:v>0.11120370370190358</c:v>
                </c:pt>
                <c:pt idx="9609">
                  <c:v>0.11121527777868323</c:v>
                </c:pt>
                <c:pt idx="9610">
                  <c:v>0.11122685184818693</c:v>
                </c:pt>
                <c:pt idx="9611">
                  <c:v>0.11123842592496658</c:v>
                </c:pt>
                <c:pt idx="9612">
                  <c:v>0.11124999999447027</c:v>
                </c:pt>
                <c:pt idx="9613">
                  <c:v>0.11126157407124992</c:v>
                </c:pt>
                <c:pt idx="9614">
                  <c:v>0.11127314814802958</c:v>
                </c:pt>
                <c:pt idx="9615">
                  <c:v>0.11128472221753327</c:v>
                </c:pt>
                <c:pt idx="9616">
                  <c:v>0.11129629629431292</c:v>
                </c:pt>
                <c:pt idx="9617">
                  <c:v>0.11130787037109258</c:v>
                </c:pt>
                <c:pt idx="9618">
                  <c:v>0.11131944444059627</c:v>
                </c:pt>
                <c:pt idx="9619">
                  <c:v>0.11133101851737592</c:v>
                </c:pt>
                <c:pt idx="9620">
                  <c:v>0.11134259258687962</c:v>
                </c:pt>
                <c:pt idx="9621">
                  <c:v>0.11135416666365927</c:v>
                </c:pt>
                <c:pt idx="9622">
                  <c:v>0.11136574074043892</c:v>
                </c:pt>
                <c:pt idx="9623">
                  <c:v>0.11137731480994262</c:v>
                </c:pt>
                <c:pt idx="9624">
                  <c:v>0.11138888888672227</c:v>
                </c:pt>
                <c:pt idx="9625">
                  <c:v>0.11140046296350192</c:v>
                </c:pt>
                <c:pt idx="9626">
                  <c:v>0.11141203703300562</c:v>
                </c:pt>
                <c:pt idx="9627">
                  <c:v>0.11142361110978527</c:v>
                </c:pt>
                <c:pt idx="9628">
                  <c:v>0.11143518517928896</c:v>
                </c:pt>
                <c:pt idx="9629">
                  <c:v>0.11144675925606862</c:v>
                </c:pt>
                <c:pt idx="9630">
                  <c:v>0.11145833333284827</c:v>
                </c:pt>
                <c:pt idx="9631">
                  <c:v>0.11146990740235196</c:v>
                </c:pt>
                <c:pt idx="9632">
                  <c:v>0.11148148147913162</c:v>
                </c:pt>
                <c:pt idx="9633">
                  <c:v>0.11149305555591127</c:v>
                </c:pt>
                <c:pt idx="9634">
                  <c:v>0.11150462962541496</c:v>
                </c:pt>
                <c:pt idx="9635">
                  <c:v>0.11151620370219462</c:v>
                </c:pt>
                <c:pt idx="9636">
                  <c:v>0.11152777777897427</c:v>
                </c:pt>
                <c:pt idx="9637">
                  <c:v>0.11153935184847796</c:v>
                </c:pt>
                <c:pt idx="9638">
                  <c:v>0.11155092592525762</c:v>
                </c:pt>
                <c:pt idx="9639">
                  <c:v>0.11156249999476131</c:v>
                </c:pt>
                <c:pt idx="9640">
                  <c:v>0.11157407407154096</c:v>
                </c:pt>
                <c:pt idx="9641">
                  <c:v>0.11158564814832062</c:v>
                </c:pt>
                <c:pt idx="9642">
                  <c:v>0.11159722221782431</c:v>
                </c:pt>
                <c:pt idx="9643">
                  <c:v>0.11160879629460396</c:v>
                </c:pt>
                <c:pt idx="9644">
                  <c:v>0.11162037037138361</c:v>
                </c:pt>
                <c:pt idx="9645">
                  <c:v>0.11163194444088731</c:v>
                </c:pt>
                <c:pt idx="9646">
                  <c:v>0.11164351851766696</c:v>
                </c:pt>
                <c:pt idx="9647">
                  <c:v>0.11165509258717066</c:v>
                </c:pt>
                <c:pt idx="9648">
                  <c:v>0.11166666666395031</c:v>
                </c:pt>
                <c:pt idx="9649">
                  <c:v>0.11167824074072996</c:v>
                </c:pt>
                <c:pt idx="9650">
                  <c:v>0.11168981481023366</c:v>
                </c:pt>
                <c:pt idx="9651">
                  <c:v>0.11170138888701331</c:v>
                </c:pt>
                <c:pt idx="9652">
                  <c:v>0.11171296296379296</c:v>
                </c:pt>
                <c:pt idx="9653">
                  <c:v>0.11172453703329666</c:v>
                </c:pt>
                <c:pt idx="9654">
                  <c:v>0.11173611111007631</c:v>
                </c:pt>
                <c:pt idx="9655">
                  <c:v>0.11174768517958</c:v>
                </c:pt>
                <c:pt idx="9656">
                  <c:v>0.11175925925635966</c:v>
                </c:pt>
                <c:pt idx="9657">
                  <c:v>0.11177083333313931</c:v>
                </c:pt>
                <c:pt idx="9658">
                  <c:v>0.111782407402643</c:v>
                </c:pt>
                <c:pt idx="9659">
                  <c:v>0.11179398147942265</c:v>
                </c:pt>
                <c:pt idx="9660">
                  <c:v>0.11180555555620231</c:v>
                </c:pt>
                <c:pt idx="9661">
                  <c:v>0.111817129625706</c:v>
                </c:pt>
                <c:pt idx="9662">
                  <c:v>0.11182870370248565</c:v>
                </c:pt>
                <c:pt idx="9663">
                  <c:v>0.11184027777198935</c:v>
                </c:pt>
                <c:pt idx="9664">
                  <c:v>0.111851851848769</c:v>
                </c:pt>
                <c:pt idx="9665">
                  <c:v>0.11186342592554865</c:v>
                </c:pt>
                <c:pt idx="9666">
                  <c:v>0.11187499999505235</c:v>
                </c:pt>
                <c:pt idx="9667">
                  <c:v>0.111886574071832</c:v>
                </c:pt>
                <c:pt idx="9668">
                  <c:v>0.11189814814861165</c:v>
                </c:pt>
                <c:pt idx="9669">
                  <c:v>0.11190972221811535</c:v>
                </c:pt>
                <c:pt idx="9670">
                  <c:v>0.111921296294895</c:v>
                </c:pt>
                <c:pt idx="9671">
                  <c:v>0.11193287037167465</c:v>
                </c:pt>
                <c:pt idx="9672">
                  <c:v>0.11194444444117835</c:v>
                </c:pt>
                <c:pt idx="9673">
                  <c:v>0.111956018517958</c:v>
                </c:pt>
                <c:pt idx="9674">
                  <c:v>0.1119675925874617</c:v>
                </c:pt>
                <c:pt idx="9675">
                  <c:v>0.11197916666424135</c:v>
                </c:pt>
                <c:pt idx="9676">
                  <c:v>0.111990740741021</c:v>
                </c:pt>
                <c:pt idx="9677">
                  <c:v>0.11200231481052469</c:v>
                </c:pt>
                <c:pt idx="9678">
                  <c:v>0.11201388888730435</c:v>
                </c:pt>
                <c:pt idx="9679">
                  <c:v>0.112025462964084</c:v>
                </c:pt>
                <c:pt idx="9680">
                  <c:v>0.11203703703358769</c:v>
                </c:pt>
                <c:pt idx="9681">
                  <c:v>0.11204861111036735</c:v>
                </c:pt>
                <c:pt idx="9682">
                  <c:v>0.11206018517987104</c:v>
                </c:pt>
                <c:pt idx="9683">
                  <c:v>0.11207175925665069</c:v>
                </c:pt>
                <c:pt idx="9684">
                  <c:v>0.11208333333343035</c:v>
                </c:pt>
                <c:pt idx="9685">
                  <c:v>0.11209490740293404</c:v>
                </c:pt>
                <c:pt idx="9686">
                  <c:v>0.11210648147971369</c:v>
                </c:pt>
                <c:pt idx="9687">
                  <c:v>0.11211805555649335</c:v>
                </c:pt>
                <c:pt idx="9688">
                  <c:v>0.11212962962599704</c:v>
                </c:pt>
                <c:pt idx="9689">
                  <c:v>0.11214120370277669</c:v>
                </c:pt>
                <c:pt idx="9690">
                  <c:v>0.11215277777228039</c:v>
                </c:pt>
                <c:pt idx="9691">
                  <c:v>0.11216435184906004</c:v>
                </c:pt>
                <c:pt idx="9692">
                  <c:v>0.11217592592583969</c:v>
                </c:pt>
                <c:pt idx="9693">
                  <c:v>0.11218749999534339</c:v>
                </c:pt>
                <c:pt idx="9694">
                  <c:v>0.11219907407212304</c:v>
                </c:pt>
                <c:pt idx="9695">
                  <c:v>0.11221064814890269</c:v>
                </c:pt>
                <c:pt idx="9696">
                  <c:v>0.11222222221840639</c:v>
                </c:pt>
                <c:pt idx="9697">
                  <c:v>0.11223379629518604</c:v>
                </c:pt>
                <c:pt idx="9698">
                  <c:v>0.11224537036468973</c:v>
                </c:pt>
                <c:pt idx="9699">
                  <c:v>0.11225694444146939</c:v>
                </c:pt>
                <c:pt idx="9700">
                  <c:v>0.11226851851824904</c:v>
                </c:pt>
                <c:pt idx="9701">
                  <c:v>0.11228009258775273</c:v>
                </c:pt>
                <c:pt idx="9702">
                  <c:v>0.11229166666453239</c:v>
                </c:pt>
                <c:pt idx="9703">
                  <c:v>0.11230324074131204</c:v>
                </c:pt>
                <c:pt idx="9704">
                  <c:v>0.11231481481081573</c:v>
                </c:pt>
                <c:pt idx="9705">
                  <c:v>0.11232638888759539</c:v>
                </c:pt>
                <c:pt idx="9706">
                  <c:v>0.11233796295709908</c:v>
                </c:pt>
                <c:pt idx="9707">
                  <c:v>0.11234953703387873</c:v>
                </c:pt>
                <c:pt idx="9708">
                  <c:v>0.11236111111065838</c:v>
                </c:pt>
                <c:pt idx="9709">
                  <c:v>0.11237268518016208</c:v>
                </c:pt>
                <c:pt idx="9710">
                  <c:v>0.11238425925694173</c:v>
                </c:pt>
                <c:pt idx="9711">
                  <c:v>0.11239583333372138</c:v>
                </c:pt>
                <c:pt idx="9712">
                  <c:v>0.11240740740322508</c:v>
                </c:pt>
                <c:pt idx="9713">
                  <c:v>0.11241898148000473</c:v>
                </c:pt>
                <c:pt idx="9714">
                  <c:v>0.11243055555678438</c:v>
                </c:pt>
                <c:pt idx="9715">
                  <c:v>0.11244212962628808</c:v>
                </c:pt>
                <c:pt idx="9716">
                  <c:v>0.11245370370306773</c:v>
                </c:pt>
                <c:pt idx="9717">
                  <c:v>0.11246527777257143</c:v>
                </c:pt>
                <c:pt idx="9718">
                  <c:v>0.11247685184935108</c:v>
                </c:pt>
                <c:pt idx="9719">
                  <c:v>0.11248842592613073</c:v>
                </c:pt>
                <c:pt idx="9720">
                  <c:v>0.11249999999563443</c:v>
                </c:pt>
                <c:pt idx="9721">
                  <c:v>0.11251157407241408</c:v>
                </c:pt>
                <c:pt idx="9722">
                  <c:v>0.11252314814919373</c:v>
                </c:pt>
                <c:pt idx="9723">
                  <c:v>0.11253472221869742</c:v>
                </c:pt>
                <c:pt idx="9724">
                  <c:v>0.11254629629547708</c:v>
                </c:pt>
                <c:pt idx="9725">
                  <c:v>0.11255787036498077</c:v>
                </c:pt>
                <c:pt idx="9726">
                  <c:v>0.11256944444176042</c:v>
                </c:pt>
                <c:pt idx="9727">
                  <c:v>0.11258101851854008</c:v>
                </c:pt>
                <c:pt idx="9728">
                  <c:v>0.11259259258804377</c:v>
                </c:pt>
                <c:pt idx="9729">
                  <c:v>0.11260416666482342</c:v>
                </c:pt>
                <c:pt idx="9730">
                  <c:v>0.11261574074160308</c:v>
                </c:pt>
                <c:pt idx="9731">
                  <c:v>0.11262731481110677</c:v>
                </c:pt>
                <c:pt idx="9732">
                  <c:v>0.11263888888788642</c:v>
                </c:pt>
                <c:pt idx="9733">
                  <c:v>0.11265046295739012</c:v>
                </c:pt>
                <c:pt idx="9734">
                  <c:v>0.11266203703416977</c:v>
                </c:pt>
                <c:pt idx="9735">
                  <c:v>0.11267361111094942</c:v>
                </c:pt>
                <c:pt idx="9736">
                  <c:v>0.11268518518045312</c:v>
                </c:pt>
                <c:pt idx="9737">
                  <c:v>0.11269675925723277</c:v>
                </c:pt>
                <c:pt idx="9738">
                  <c:v>0.11270833333401242</c:v>
                </c:pt>
                <c:pt idx="9739">
                  <c:v>0.11271990740351612</c:v>
                </c:pt>
                <c:pt idx="9740">
                  <c:v>0.11273148148029577</c:v>
                </c:pt>
                <c:pt idx="9741">
                  <c:v>0.11274305554979946</c:v>
                </c:pt>
                <c:pt idx="9742">
                  <c:v>0.11275462962657912</c:v>
                </c:pt>
                <c:pt idx="9743">
                  <c:v>0.11276620370335877</c:v>
                </c:pt>
                <c:pt idx="9744">
                  <c:v>0.11277777777286246</c:v>
                </c:pt>
                <c:pt idx="9745">
                  <c:v>0.11278935184964212</c:v>
                </c:pt>
                <c:pt idx="9746">
                  <c:v>0.11280092592642177</c:v>
                </c:pt>
                <c:pt idx="9747">
                  <c:v>0.11281249999592546</c:v>
                </c:pt>
                <c:pt idx="9748">
                  <c:v>0.11282407407270512</c:v>
                </c:pt>
                <c:pt idx="9749">
                  <c:v>0.11283564814948477</c:v>
                </c:pt>
                <c:pt idx="9750">
                  <c:v>0.11284722221898846</c:v>
                </c:pt>
                <c:pt idx="9751">
                  <c:v>0.11285879629576812</c:v>
                </c:pt>
                <c:pt idx="9752">
                  <c:v>0.11287037036527181</c:v>
                </c:pt>
                <c:pt idx="9753">
                  <c:v>0.11288194444205146</c:v>
                </c:pt>
                <c:pt idx="9754">
                  <c:v>0.11289351851883112</c:v>
                </c:pt>
                <c:pt idx="9755">
                  <c:v>0.11290509258833481</c:v>
                </c:pt>
                <c:pt idx="9756">
                  <c:v>0.11291666666511446</c:v>
                </c:pt>
                <c:pt idx="9757">
                  <c:v>0.11292824074189411</c:v>
                </c:pt>
                <c:pt idx="9758">
                  <c:v>0.11293981481139781</c:v>
                </c:pt>
                <c:pt idx="9759">
                  <c:v>0.11295138888817746</c:v>
                </c:pt>
                <c:pt idx="9760">
                  <c:v>0.11296296295768116</c:v>
                </c:pt>
                <c:pt idx="9761">
                  <c:v>0.11297453703446081</c:v>
                </c:pt>
                <c:pt idx="9762">
                  <c:v>0.11298611111124046</c:v>
                </c:pt>
                <c:pt idx="9763">
                  <c:v>0.11299768518074416</c:v>
                </c:pt>
                <c:pt idx="9764">
                  <c:v>0.11300925925752381</c:v>
                </c:pt>
                <c:pt idx="9765">
                  <c:v>0.11302083333430346</c:v>
                </c:pt>
                <c:pt idx="9766">
                  <c:v>0.11303240740380716</c:v>
                </c:pt>
                <c:pt idx="9767">
                  <c:v>0.11304398148058681</c:v>
                </c:pt>
                <c:pt idx="9768">
                  <c:v>0.1130555555500905</c:v>
                </c:pt>
                <c:pt idx="9769">
                  <c:v>0.11306712962687016</c:v>
                </c:pt>
                <c:pt idx="9770">
                  <c:v>0.11307870370364981</c:v>
                </c:pt>
                <c:pt idx="9771">
                  <c:v>0.1130902777731535</c:v>
                </c:pt>
                <c:pt idx="9772">
                  <c:v>0.11310185184993315</c:v>
                </c:pt>
                <c:pt idx="9773">
                  <c:v>0.11311342592671281</c:v>
                </c:pt>
                <c:pt idx="9774">
                  <c:v>0.1131249999962165</c:v>
                </c:pt>
                <c:pt idx="9775">
                  <c:v>0.11313657407299615</c:v>
                </c:pt>
                <c:pt idx="9776">
                  <c:v>0.11314814814249985</c:v>
                </c:pt>
                <c:pt idx="9777">
                  <c:v>0.1131597222192795</c:v>
                </c:pt>
                <c:pt idx="9778">
                  <c:v>0.11317129629605915</c:v>
                </c:pt>
                <c:pt idx="9779">
                  <c:v>0.11318287036556285</c:v>
                </c:pt>
                <c:pt idx="9780">
                  <c:v>0.1131944444423425</c:v>
                </c:pt>
                <c:pt idx="9781">
                  <c:v>0.11320601851912215</c:v>
                </c:pt>
                <c:pt idx="9782">
                  <c:v>0.11321759258862585</c:v>
                </c:pt>
                <c:pt idx="9783">
                  <c:v>0.1132291666654055</c:v>
                </c:pt>
                <c:pt idx="9784">
                  <c:v>0.1132407407349092</c:v>
                </c:pt>
                <c:pt idx="9785">
                  <c:v>0.11325231481168885</c:v>
                </c:pt>
                <c:pt idx="9786">
                  <c:v>0.1132638888884685</c:v>
                </c:pt>
                <c:pt idx="9787">
                  <c:v>0.11327546295797219</c:v>
                </c:pt>
                <c:pt idx="9788">
                  <c:v>0.11328703703475185</c:v>
                </c:pt>
                <c:pt idx="9789">
                  <c:v>0.1132986111115315</c:v>
                </c:pt>
                <c:pt idx="9790">
                  <c:v>0.11331018518103519</c:v>
                </c:pt>
                <c:pt idx="9791">
                  <c:v>0.11332175925781485</c:v>
                </c:pt>
                <c:pt idx="9792">
                  <c:v>0.1133333333345945</c:v>
                </c:pt>
                <c:pt idx="9793">
                  <c:v>0.11334490740409819</c:v>
                </c:pt>
                <c:pt idx="9794">
                  <c:v>0.11335648148087785</c:v>
                </c:pt>
                <c:pt idx="9795">
                  <c:v>0.11336805555038154</c:v>
                </c:pt>
                <c:pt idx="9796">
                  <c:v>0.11337962962716119</c:v>
                </c:pt>
                <c:pt idx="9797">
                  <c:v>0.11339120370394085</c:v>
                </c:pt>
                <c:pt idx="9798">
                  <c:v>0.11340277777344454</c:v>
                </c:pt>
                <c:pt idx="9799">
                  <c:v>0.11341435185022419</c:v>
                </c:pt>
                <c:pt idx="9800">
                  <c:v>0.11342592592700385</c:v>
                </c:pt>
                <c:pt idx="9801">
                  <c:v>0.11343749999650754</c:v>
                </c:pt>
                <c:pt idx="9802">
                  <c:v>0.11344907407328719</c:v>
                </c:pt>
                <c:pt idx="9803">
                  <c:v>0.11346064814279089</c:v>
                </c:pt>
                <c:pt idx="9804">
                  <c:v>0.11347222221957054</c:v>
                </c:pt>
                <c:pt idx="9805">
                  <c:v>0.11348379629635019</c:v>
                </c:pt>
                <c:pt idx="9806">
                  <c:v>0.11349537036585389</c:v>
                </c:pt>
                <c:pt idx="9807">
                  <c:v>0.11350694444263354</c:v>
                </c:pt>
                <c:pt idx="9808">
                  <c:v>0.11351851851941319</c:v>
                </c:pt>
                <c:pt idx="9809">
                  <c:v>0.11353009258891689</c:v>
                </c:pt>
                <c:pt idx="9810">
                  <c:v>0.11354166666569654</c:v>
                </c:pt>
                <c:pt idx="9811">
                  <c:v>0.11355324073520023</c:v>
                </c:pt>
                <c:pt idx="9812">
                  <c:v>0.11356481481197989</c:v>
                </c:pt>
                <c:pt idx="9813">
                  <c:v>0.11357638888875954</c:v>
                </c:pt>
                <c:pt idx="9814">
                  <c:v>0.11358796295826323</c:v>
                </c:pt>
                <c:pt idx="9815">
                  <c:v>0.11359953703504289</c:v>
                </c:pt>
                <c:pt idx="9816">
                  <c:v>0.11361111111182254</c:v>
                </c:pt>
                <c:pt idx="9817">
                  <c:v>0.11362268518132623</c:v>
                </c:pt>
                <c:pt idx="9818">
                  <c:v>0.11363425925810589</c:v>
                </c:pt>
                <c:pt idx="9819">
                  <c:v>0.11364583332760958</c:v>
                </c:pt>
                <c:pt idx="9820">
                  <c:v>0.11365740740438923</c:v>
                </c:pt>
                <c:pt idx="9821">
                  <c:v>0.11366898148116888</c:v>
                </c:pt>
                <c:pt idx="9822">
                  <c:v>0.11368055555067258</c:v>
                </c:pt>
                <c:pt idx="9823">
                  <c:v>0.11369212962745223</c:v>
                </c:pt>
                <c:pt idx="9824">
                  <c:v>0.11370370370423188</c:v>
                </c:pt>
                <c:pt idx="9825">
                  <c:v>0.11371527777373558</c:v>
                </c:pt>
                <c:pt idx="9826">
                  <c:v>0.11372685185051523</c:v>
                </c:pt>
                <c:pt idx="9827">
                  <c:v>0.11373842592001893</c:v>
                </c:pt>
                <c:pt idx="9828">
                  <c:v>0.11374999999679858</c:v>
                </c:pt>
                <c:pt idx="9829">
                  <c:v>0.11376157407357823</c:v>
                </c:pt>
                <c:pt idx="9830">
                  <c:v>0.11377314814308193</c:v>
                </c:pt>
                <c:pt idx="9831">
                  <c:v>0.11378472221986158</c:v>
                </c:pt>
                <c:pt idx="9832">
                  <c:v>0.11379629629664123</c:v>
                </c:pt>
                <c:pt idx="9833">
                  <c:v>0.11380787036614493</c:v>
                </c:pt>
                <c:pt idx="9834">
                  <c:v>0.11381944444292458</c:v>
                </c:pt>
                <c:pt idx="9835">
                  <c:v>0.11383101851970423</c:v>
                </c:pt>
                <c:pt idx="9836">
                  <c:v>0.11384259258920792</c:v>
                </c:pt>
                <c:pt idx="9837">
                  <c:v>0.11385416666598758</c:v>
                </c:pt>
                <c:pt idx="9838">
                  <c:v>0.11386574073549127</c:v>
                </c:pt>
                <c:pt idx="9839">
                  <c:v>0.11387731481227092</c:v>
                </c:pt>
                <c:pt idx="9840">
                  <c:v>0.11388888888905058</c:v>
                </c:pt>
                <c:pt idx="9841">
                  <c:v>0.11390046295855427</c:v>
                </c:pt>
                <c:pt idx="9842">
                  <c:v>0.11391203703533392</c:v>
                </c:pt>
                <c:pt idx="9843">
                  <c:v>0.11392361111211358</c:v>
                </c:pt>
                <c:pt idx="9844">
                  <c:v>0.11393518518161727</c:v>
                </c:pt>
                <c:pt idx="9845">
                  <c:v>0.11394675925839692</c:v>
                </c:pt>
                <c:pt idx="9846">
                  <c:v>0.11395833332790062</c:v>
                </c:pt>
                <c:pt idx="9847">
                  <c:v>0.11396990740468027</c:v>
                </c:pt>
                <c:pt idx="9848">
                  <c:v>0.11398148148145992</c:v>
                </c:pt>
                <c:pt idx="9849">
                  <c:v>0.11399305555096362</c:v>
                </c:pt>
                <c:pt idx="9850">
                  <c:v>0.11400462962774327</c:v>
                </c:pt>
                <c:pt idx="9851">
                  <c:v>0.11401620370452292</c:v>
                </c:pt>
                <c:pt idx="9852">
                  <c:v>0.11402777777402662</c:v>
                </c:pt>
                <c:pt idx="9853">
                  <c:v>0.11403935185080627</c:v>
                </c:pt>
                <c:pt idx="9854">
                  <c:v>0.11405092592030996</c:v>
                </c:pt>
                <c:pt idx="9855">
                  <c:v>0.11406249999708962</c:v>
                </c:pt>
                <c:pt idx="9856">
                  <c:v>0.11407407407386927</c:v>
                </c:pt>
                <c:pt idx="9857">
                  <c:v>0.11408564814337296</c:v>
                </c:pt>
                <c:pt idx="9858">
                  <c:v>0.11409722222015262</c:v>
                </c:pt>
                <c:pt idx="9859">
                  <c:v>0.11410879629693227</c:v>
                </c:pt>
                <c:pt idx="9860">
                  <c:v>0.11412037036643596</c:v>
                </c:pt>
                <c:pt idx="9861">
                  <c:v>0.11413194444321562</c:v>
                </c:pt>
                <c:pt idx="9862">
                  <c:v>0.11414351851271931</c:v>
                </c:pt>
                <c:pt idx="9863">
                  <c:v>0.11415509258949896</c:v>
                </c:pt>
                <c:pt idx="9864">
                  <c:v>0.11416666666627862</c:v>
                </c:pt>
                <c:pt idx="9865">
                  <c:v>0.11417824073578231</c:v>
                </c:pt>
                <c:pt idx="9866">
                  <c:v>0.11418981481256196</c:v>
                </c:pt>
                <c:pt idx="9867">
                  <c:v>0.11420138888934162</c:v>
                </c:pt>
                <c:pt idx="9868">
                  <c:v>0.11421296295884531</c:v>
                </c:pt>
                <c:pt idx="9869">
                  <c:v>0.11422453703562496</c:v>
                </c:pt>
                <c:pt idx="9870">
                  <c:v>0.11423611111240461</c:v>
                </c:pt>
                <c:pt idx="9871">
                  <c:v>0.11424768518190831</c:v>
                </c:pt>
                <c:pt idx="9872">
                  <c:v>0.11425925925868796</c:v>
                </c:pt>
                <c:pt idx="9873">
                  <c:v>0.11427083332819166</c:v>
                </c:pt>
                <c:pt idx="9874">
                  <c:v>0.11428240740497131</c:v>
                </c:pt>
                <c:pt idx="9875">
                  <c:v>0.11429398148175096</c:v>
                </c:pt>
                <c:pt idx="9876">
                  <c:v>0.11430555555125466</c:v>
                </c:pt>
                <c:pt idx="9877">
                  <c:v>0.11431712962803431</c:v>
                </c:pt>
                <c:pt idx="9878">
                  <c:v>0.11432870370481396</c:v>
                </c:pt>
                <c:pt idx="9879">
                  <c:v>0.11434027777431766</c:v>
                </c:pt>
                <c:pt idx="9880">
                  <c:v>0.11435185185109731</c:v>
                </c:pt>
                <c:pt idx="9881">
                  <c:v>0.114363425920601</c:v>
                </c:pt>
                <c:pt idx="9882">
                  <c:v>0.11437499999738066</c:v>
                </c:pt>
                <c:pt idx="9883">
                  <c:v>0.11438657407416031</c:v>
                </c:pt>
                <c:pt idx="9884">
                  <c:v>0.114398148143664</c:v>
                </c:pt>
                <c:pt idx="9885">
                  <c:v>0.11440972222044365</c:v>
                </c:pt>
                <c:pt idx="9886">
                  <c:v>0.11442129629722331</c:v>
                </c:pt>
                <c:pt idx="9887">
                  <c:v>0.114432870366727</c:v>
                </c:pt>
                <c:pt idx="9888">
                  <c:v>0.11444444444350665</c:v>
                </c:pt>
                <c:pt idx="9889">
                  <c:v>0.11445601851301035</c:v>
                </c:pt>
                <c:pt idx="9890">
                  <c:v>0.11446759258979</c:v>
                </c:pt>
                <c:pt idx="9891">
                  <c:v>0.11447916666656965</c:v>
                </c:pt>
                <c:pt idx="9892">
                  <c:v>0.11449074073607335</c:v>
                </c:pt>
                <c:pt idx="9893">
                  <c:v>0.114502314812853</c:v>
                </c:pt>
                <c:pt idx="9894">
                  <c:v>0.11451388888963265</c:v>
                </c:pt>
                <c:pt idx="9895">
                  <c:v>0.11452546295913635</c:v>
                </c:pt>
                <c:pt idx="9896">
                  <c:v>0.114537037035916</c:v>
                </c:pt>
                <c:pt idx="9897">
                  <c:v>0.1145486111054197</c:v>
                </c:pt>
                <c:pt idx="9898">
                  <c:v>0.11456018518219935</c:v>
                </c:pt>
                <c:pt idx="9899">
                  <c:v>0.114571759258979</c:v>
                </c:pt>
                <c:pt idx="9900">
                  <c:v>0.11458333332848269</c:v>
                </c:pt>
                <c:pt idx="9901">
                  <c:v>0.11459490740526235</c:v>
                </c:pt>
                <c:pt idx="9902">
                  <c:v>0.114606481482042</c:v>
                </c:pt>
                <c:pt idx="9903">
                  <c:v>0.11461805555154569</c:v>
                </c:pt>
                <c:pt idx="9904">
                  <c:v>0.11462962962832535</c:v>
                </c:pt>
                <c:pt idx="9905">
                  <c:v>0.11464120369782904</c:v>
                </c:pt>
                <c:pt idx="9906">
                  <c:v>0.11465277777460869</c:v>
                </c:pt>
                <c:pt idx="9907">
                  <c:v>0.11466435185138835</c:v>
                </c:pt>
                <c:pt idx="9908">
                  <c:v>0.11467592592089204</c:v>
                </c:pt>
                <c:pt idx="9909">
                  <c:v>0.11468749999767169</c:v>
                </c:pt>
                <c:pt idx="9910">
                  <c:v>0.11469907407445135</c:v>
                </c:pt>
                <c:pt idx="9911">
                  <c:v>0.11471064814395504</c:v>
                </c:pt>
                <c:pt idx="9912">
                  <c:v>0.11472222222073469</c:v>
                </c:pt>
                <c:pt idx="9913">
                  <c:v>0.11473379629751435</c:v>
                </c:pt>
                <c:pt idx="9914">
                  <c:v>0.11474537036701804</c:v>
                </c:pt>
                <c:pt idx="9915">
                  <c:v>0.11475694444379769</c:v>
                </c:pt>
                <c:pt idx="9916">
                  <c:v>0.11476851851330139</c:v>
                </c:pt>
                <c:pt idx="9917">
                  <c:v>0.11478009259008104</c:v>
                </c:pt>
                <c:pt idx="9918">
                  <c:v>0.11479166666686069</c:v>
                </c:pt>
                <c:pt idx="9919">
                  <c:v>0.11480324073636439</c:v>
                </c:pt>
                <c:pt idx="9920">
                  <c:v>0.11481481481314404</c:v>
                </c:pt>
                <c:pt idx="9921">
                  <c:v>0.11482638888992369</c:v>
                </c:pt>
                <c:pt idx="9922">
                  <c:v>0.11483796295942739</c:v>
                </c:pt>
                <c:pt idx="9923">
                  <c:v>0.11484953703620704</c:v>
                </c:pt>
                <c:pt idx="9924">
                  <c:v>0.11486111110571073</c:v>
                </c:pt>
                <c:pt idx="9925">
                  <c:v>0.11487268518249039</c:v>
                </c:pt>
                <c:pt idx="9926">
                  <c:v>0.11488425925927004</c:v>
                </c:pt>
                <c:pt idx="9927">
                  <c:v>0.11489583332877373</c:v>
                </c:pt>
                <c:pt idx="9928">
                  <c:v>0.11490740740555339</c:v>
                </c:pt>
                <c:pt idx="9929">
                  <c:v>0.11491898148233304</c:v>
                </c:pt>
                <c:pt idx="9930">
                  <c:v>0.11493055555183673</c:v>
                </c:pt>
                <c:pt idx="9931">
                  <c:v>0.11494212962861639</c:v>
                </c:pt>
                <c:pt idx="9932">
                  <c:v>0.11495370369812008</c:v>
                </c:pt>
                <c:pt idx="9933">
                  <c:v>0.11496527777489973</c:v>
                </c:pt>
                <c:pt idx="9934">
                  <c:v>0.11497685185167938</c:v>
                </c:pt>
                <c:pt idx="9935">
                  <c:v>0.11498842592118308</c:v>
                </c:pt>
                <c:pt idx="9936">
                  <c:v>0.11499999999796273</c:v>
                </c:pt>
                <c:pt idx="9937">
                  <c:v>0.11501157407474238</c:v>
                </c:pt>
                <c:pt idx="9938">
                  <c:v>0.11502314814424608</c:v>
                </c:pt>
                <c:pt idx="9939">
                  <c:v>0.11503472222102573</c:v>
                </c:pt>
                <c:pt idx="9940">
                  <c:v>0.11504629629052943</c:v>
                </c:pt>
                <c:pt idx="9941">
                  <c:v>0.11505787036730908</c:v>
                </c:pt>
                <c:pt idx="9942">
                  <c:v>0.11506944444408873</c:v>
                </c:pt>
                <c:pt idx="9943">
                  <c:v>0.11508101851359243</c:v>
                </c:pt>
                <c:pt idx="9944">
                  <c:v>0.11509259259037208</c:v>
                </c:pt>
                <c:pt idx="9945">
                  <c:v>0.11510416666715173</c:v>
                </c:pt>
                <c:pt idx="9946">
                  <c:v>0.11511574073665543</c:v>
                </c:pt>
                <c:pt idx="9947">
                  <c:v>0.11512731481343508</c:v>
                </c:pt>
                <c:pt idx="9948">
                  <c:v>0.11513888889021473</c:v>
                </c:pt>
                <c:pt idx="9949">
                  <c:v>0.11515046295971842</c:v>
                </c:pt>
                <c:pt idx="9950">
                  <c:v>0.11516203703649808</c:v>
                </c:pt>
                <c:pt idx="9951">
                  <c:v>0.11517361110600177</c:v>
                </c:pt>
                <c:pt idx="9952">
                  <c:v>0.11518518518278142</c:v>
                </c:pt>
                <c:pt idx="9953">
                  <c:v>0.11519675925956108</c:v>
                </c:pt>
                <c:pt idx="9954">
                  <c:v>0.11520833332906477</c:v>
                </c:pt>
                <c:pt idx="9955">
                  <c:v>0.11521990740584442</c:v>
                </c:pt>
                <c:pt idx="9956">
                  <c:v>0.11523148148262408</c:v>
                </c:pt>
                <c:pt idx="9957">
                  <c:v>0.11524305555212777</c:v>
                </c:pt>
                <c:pt idx="9958">
                  <c:v>0.11525462962890742</c:v>
                </c:pt>
                <c:pt idx="9959">
                  <c:v>0.11526620369841112</c:v>
                </c:pt>
                <c:pt idx="9960">
                  <c:v>0.11527777777519077</c:v>
                </c:pt>
                <c:pt idx="9961">
                  <c:v>0.11528935185197042</c:v>
                </c:pt>
                <c:pt idx="9962">
                  <c:v>0.11530092592147412</c:v>
                </c:pt>
                <c:pt idx="9963">
                  <c:v>0.11531249999825377</c:v>
                </c:pt>
                <c:pt idx="9964">
                  <c:v>0.11532407407503342</c:v>
                </c:pt>
                <c:pt idx="9965">
                  <c:v>0.11533564814453712</c:v>
                </c:pt>
                <c:pt idx="9966">
                  <c:v>0.11534722222131677</c:v>
                </c:pt>
                <c:pt idx="9967">
                  <c:v>0.11535879629082046</c:v>
                </c:pt>
                <c:pt idx="9968">
                  <c:v>0.11537037036760012</c:v>
                </c:pt>
                <c:pt idx="9969">
                  <c:v>0.11538194444437977</c:v>
                </c:pt>
                <c:pt idx="9970">
                  <c:v>0.11539351851388346</c:v>
                </c:pt>
                <c:pt idx="9971">
                  <c:v>0.11540509259066312</c:v>
                </c:pt>
                <c:pt idx="9972">
                  <c:v>0.11541666666744277</c:v>
                </c:pt>
                <c:pt idx="9973">
                  <c:v>0.11542824073694646</c:v>
                </c:pt>
                <c:pt idx="9974">
                  <c:v>0.11543981481372612</c:v>
                </c:pt>
                <c:pt idx="9975">
                  <c:v>0.11545138888322981</c:v>
                </c:pt>
                <c:pt idx="9976">
                  <c:v>0.11546296296000946</c:v>
                </c:pt>
                <c:pt idx="9977">
                  <c:v>0.11547453703678912</c:v>
                </c:pt>
                <c:pt idx="9978">
                  <c:v>0.11548611110629281</c:v>
                </c:pt>
                <c:pt idx="9979">
                  <c:v>0.11549768518307246</c:v>
                </c:pt>
                <c:pt idx="9980">
                  <c:v>0.11550925925985212</c:v>
                </c:pt>
                <c:pt idx="9981">
                  <c:v>0.11552083332935581</c:v>
                </c:pt>
                <c:pt idx="9982">
                  <c:v>0.11553240740613546</c:v>
                </c:pt>
                <c:pt idx="9983">
                  <c:v>0.11554398147563916</c:v>
                </c:pt>
                <c:pt idx="9984">
                  <c:v>0.11555555555241881</c:v>
                </c:pt>
                <c:pt idx="9985">
                  <c:v>0.11556712962919846</c:v>
                </c:pt>
                <c:pt idx="9986">
                  <c:v>0.11557870369870216</c:v>
                </c:pt>
                <c:pt idx="9987">
                  <c:v>0.11559027777548181</c:v>
                </c:pt>
                <c:pt idx="9988">
                  <c:v>0.11560185185226146</c:v>
                </c:pt>
                <c:pt idx="9989">
                  <c:v>0.11561342592176516</c:v>
                </c:pt>
                <c:pt idx="9990">
                  <c:v>0.11562499999854481</c:v>
                </c:pt>
                <c:pt idx="9991">
                  <c:v>0.11563657407532446</c:v>
                </c:pt>
                <c:pt idx="9992">
                  <c:v>0.11564814814482816</c:v>
                </c:pt>
                <c:pt idx="9993">
                  <c:v>0.11565972222160781</c:v>
                </c:pt>
                <c:pt idx="9994">
                  <c:v>0.1156712962911115</c:v>
                </c:pt>
                <c:pt idx="9995">
                  <c:v>0.11568287036789116</c:v>
                </c:pt>
                <c:pt idx="9996">
                  <c:v>0.11569444444467081</c:v>
                </c:pt>
                <c:pt idx="9997">
                  <c:v>0.1157060185141745</c:v>
                </c:pt>
                <c:pt idx="9998">
                  <c:v>0.11571759259095415</c:v>
                </c:pt>
                <c:pt idx="9999">
                  <c:v>0.11572916666773381</c:v>
                </c:pt>
                <c:pt idx="10000">
                  <c:v>0.1157407407372375</c:v>
                </c:pt>
                <c:pt idx="10001">
                  <c:v>0.11575231481401715</c:v>
                </c:pt>
                <c:pt idx="10002">
                  <c:v>0.11576388888352085</c:v>
                </c:pt>
                <c:pt idx="10003">
                  <c:v>0.1157754629603005</c:v>
                </c:pt>
                <c:pt idx="10004">
                  <c:v>0.11578703703708015</c:v>
                </c:pt>
                <c:pt idx="10005">
                  <c:v>0.11579861110658385</c:v>
                </c:pt>
                <c:pt idx="10006">
                  <c:v>0.1158101851833635</c:v>
                </c:pt>
                <c:pt idx="10007">
                  <c:v>0.11582175926014315</c:v>
                </c:pt>
                <c:pt idx="10008">
                  <c:v>0.11583333332964685</c:v>
                </c:pt>
                <c:pt idx="10009">
                  <c:v>0.1158449074064265</c:v>
                </c:pt>
                <c:pt idx="10010">
                  <c:v>0.1158564814759302</c:v>
                </c:pt>
                <c:pt idx="10011">
                  <c:v>0.11586805555270985</c:v>
                </c:pt>
                <c:pt idx="10012">
                  <c:v>0.1158796296294895</c:v>
                </c:pt>
                <c:pt idx="10013">
                  <c:v>0.11589120369899319</c:v>
                </c:pt>
                <c:pt idx="10014">
                  <c:v>0.11590277777577285</c:v>
                </c:pt>
                <c:pt idx="10015">
                  <c:v>0.1159143518525525</c:v>
                </c:pt>
                <c:pt idx="10016">
                  <c:v>0.11592592592205619</c:v>
                </c:pt>
                <c:pt idx="10017">
                  <c:v>0.11593749999883585</c:v>
                </c:pt>
                <c:pt idx="10018">
                  <c:v>0.11594907406833954</c:v>
                </c:pt>
                <c:pt idx="10019">
                  <c:v>0.11596064814511919</c:v>
                </c:pt>
                <c:pt idx="10020">
                  <c:v>0.11597222222189885</c:v>
                </c:pt>
                <c:pt idx="10021">
                  <c:v>0.11598379629140254</c:v>
                </c:pt>
                <c:pt idx="10022">
                  <c:v>0.11599537036818219</c:v>
                </c:pt>
                <c:pt idx="10023">
                  <c:v>0.11600694444496185</c:v>
                </c:pt>
                <c:pt idx="10024">
                  <c:v>0.11601851851446554</c:v>
                </c:pt>
                <c:pt idx="10025">
                  <c:v>0.11603009259124519</c:v>
                </c:pt>
                <c:pt idx="10026">
                  <c:v>0.11604166666074889</c:v>
                </c:pt>
                <c:pt idx="10027">
                  <c:v>0.11605324073752854</c:v>
                </c:pt>
                <c:pt idx="10028">
                  <c:v>0.11606481481430819</c:v>
                </c:pt>
                <c:pt idx="10029">
                  <c:v>0.11607638888381189</c:v>
                </c:pt>
                <c:pt idx="10030">
                  <c:v>0.11608796296059154</c:v>
                </c:pt>
                <c:pt idx="10031">
                  <c:v>0.11609953703737119</c:v>
                </c:pt>
                <c:pt idx="10032">
                  <c:v>0.11611111110687489</c:v>
                </c:pt>
                <c:pt idx="10033">
                  <c:v>0.11612268518365454</c:v>
                </c:pt>
                <c:pt idx="10034">
                  <c:v>0.11613425926043419</c:v>
                </c:pt>
                <c:pt idx="10035">
                  <c:v>0.11614583332993789</c:v>
                </c:pt>
                <c:pt idx="10036">
                  <c:v>0.11615740740671754</c:v>
                </c:pt>
                <c:pt idx="10037">
                  <c:v>0.11616898147622123</c:v>
                </c:pt>
                <c:pt idx="10038">
                  <c:v>0.11618055555300089</c:v>
                </c:pt>
                <c:pt idx="10039">
                  <c:v>0.11619212962978054</c:v>
                </c:pt>
                <c:pt idx="10040">
                  <c:v>0.11620370369928423</c:v>
                </c:pt>
                <c:pt idx="10041">
                  <c:v>0.11621527777606389</c:v>
                </c:pt>
                <c:pt idx="10042">
                  <c:v>0.11622685185284354</c:v>
                </c:pt>
                <c:pt idx="10043">
                  <c:v>0.11623842592234723</c:v>
                </c:pt>
                <c:pt idx="10044">
                  <c:v>0.11624999999912689</c:v>
                </c:pt>
                <c:pt idx="10045">
                  <c:v>0.11626157406863058</c:v>
                </c:pt>
                <c:pt idx="10046">
                  <c:v>0.11627314814541023</c:v>
                </c:pt>
                <c:pt idx="10047">
                  <c:v>0.11628472222218988</c:v>
                </c:pt>
                <c:pt idx="10048">
                  <c:v>0.11629629629169358</c:v>
                </c:pt>
                <c:pt idx="10049">
                  <c:v>0.11630787036847323</c:v>
                </c:pt>
                <c:pt idx="10050">
                  <c:v>0.11631944444525288</c:v>
                </c:pt>
                <c:pt idx="10051">
                  <c:v>0.11633101851475658</c:v>
                </c:pt>
                <c:pt idx="10052">
                  <c:v>0.11634259259153623</c:v>
                </c:pt>
                <c:pt idx="10053">
                  <c:v>0.11635416666103993</c:v>
                </c:pt>
                <c:pt idx="10054">
                  <c:v>0.11636574073781958</c:v>
                </c:pt>
                <c:pt idx="10055">
                  <c:v>0.11637731481459923</c:v>
                </c:pt>
                <c:pt idx="10056">
                  <c:v>0.11638888888410293</c:v>
                </c:pt>
                <c:pt idx="10057">
                  <c:v>0.11640046296088258</c:v>
                </c:pt>
                <c:pt idx="10058">
                  <c:v>0.11641203703766223</c:v>
                </c:pt>
                <c:pt idx="10059">
                  <c:v>0.11642361110716593</c:v>
                </c:pt>
                <c:pt idx="10060">
                  <c:v>0.11643518518394558</c:v>
                </c:pt>
                <c:pt idx="10061">
                  <c:v>0.11644675925344927</c:v>
                </c:pt>
                <c:pt idx="10062">
                  <c:v>0.11645833333022892</c:v>
                </c:pt>
                <c:pt idx="10063">
                  <c:v>0.11646990740700858</c:v>
                </c:pt>
                <c:pt idx="10064">
                  <c:v>0.11648148147651227</c:v>
                </c:pt>
                <c:pt idx="10065">
                  <c:v>0.11649305555329192</c:v>
                </c:pt>
                <c:pt idx="10066">
                  <c:v>0.11650462963007158</c:v>
                </c:pt>
                <c:pt idx="10067">
                  <c:v>0.11651620369957527</c:v>
                </c:pt>
                <c:pt idx="10068">
                  <c:v>0.11652777777635492</c:v>
                </c:pt>
                <c:pt idx="10069">
                  <c:v>0.11653935185313458</c:v>
                </c:pt>
                <c:pt idx="10070">
                  <c:v>0.11655092592263827</c:v>
                </c:pt>
                <c:pt idx="10071">
                  <c:v>0.11656249999941792</c:v>
                </c:pt>
                <c:pt idx="10072">
                  <c:v>0.11657407406892162</c:v>
                </c:pt>
                <c:pt idx="10073">
                  <c:v>0.11658564814570127</c:v>
                </c:pt>
                <c:pt idx="10074">
                  <c:v>0.11659722222248092</c:v>
                </c:pt>
                <c:pt idx="10075">
                  <c:v>0.11660879629198462</c:v>
                </c:pt>
                <c:pt idx="10076">
                  <c:v>0.11662037036876427</c:v>
                </c:pt>
                <c:pt idx="10077">
                  <c:v>0.11663194444554392</c:v>
                </c:pt>
                <c:pt idx="10078">
                  <c:v>0.11664351851504762</c:v>
                </c:pt>
                <c:pt idx="10079">
                  <c:v>0.11665509259182727</c:v>
                </c:pt>
                <c:pt idx="10080">
                  <c:v>0.11666666666133096</c:v>
                </c:pt>
                <c:pt idx="10081">
                  <c:v>0.11667824073811062</c:v>
                </c:pt>
                <c:pt idx="10082">
                  <c:v>0.11668981481489027</c:v>
                </c:pt>
                <c:pt idx="10083">
                  <c:v>0.11670138888439396</c:v>
                </c:pt>
                <c:pt idx="10084">
                  <c:v>0.11671296296117362</c:v>
                </c:pt>
                <c:pt idx="10085">
                  <c:v>0.11672453703795327</c:v>
                </c:pt>
                <c:pt idx="10086">
                  <c:v>0.11673611110745696</c:v>
                </c:pt>
                <c:pt idx="10087">
                  <c:v>0.11674768518423662</c:v>
                </c:pt>
                <c:pt idx="10088">
                  <c:v>0.11675925925374031</c:v>
                </c:pt>
                <c:pt idx="10089">
                  <c:v>0.11677083333051996</c:v>
                </c:pt>
                <c:pt idx="10090">
                  <c:v>0.11678240740729962</c:v>
                </c:pt>
                <c:pt idx="10091">
                  <c:v>0.11679398147680331</c:v>
                </c:pt>
                <c:pt idx="10092">
                  <c:v>0.11680555555358296</c:v>
                </c:pt>
                <c:pt idx="10093">
                  <c:v>0.11681712963036261</c:v>
                </c:pt>
                <c:pt idx="10094">
                  <c:v>0.11682870369986631</c:v>
                </c:pt>
                <c:pt idx="10095">
                  <c:v>0.11684027777664596</c:v>
                </c:pt>
                <c:pt idx="10096">
                  <c:v>0.11685185184614966</c:v>
                </c:pt>
                <c:pt idx="10097">
                  <c:v>0.11686342592292931</c:v>
                </c:pt>
                <c:pt idx="10098">
                  <c:v>0.11687499999970896</c:v>
                </c:pt>
                <c:pt idx="10099">
                  <c:v>0.11688657406921266</c:v>
                </c:pt>
                <c:pt idx="10100">
                  <c:v>0.11689814814599231</c:v>
                </c:pt>
                <c:pt idx="10101">
                  <c:v>0.11690972222277196</c:v>
                </c:pt>
                <c:pt idx="10102">
                  <c:v>0.11692129629227566</c:v>
                </c:pt>
                <c:pt idx="10103">
                  <c:v>0.11693287036905531</c:v>
                </c:pt>
                <c:pt idx="10104">
                  <c:v>0.116944444438559</c:v>
                </c:pt>
                <c:pt idx="10105">
                  <c:v>0.11695601851533866</c:v>
                </c:pt>
                <c:pt idx="10106">
                  <c:v>0.11696759259211831</c:v>
                </c:pt>
                <c:pt idx="10107">
                  <c:v>0.116979166661622</c:v>
                </c:pt>
                <c:pt idx="10108">
                  <c:v>0.11699074073840166</c:v>
                </c:pt>
                <c:pt idx="10109">
                  <c:v>0.11700231481518131</c:v>
                </c:pt>
                <c:pt idx="10110">
                  <c:v>0.117013888884685</c:v>
                </c:pt>
                <c:pt idx="10111">
                  <c:v>0.11702546296146465</c:v>
                </c:pt>
                <c:pt idx="10112">
                  <c:v>0.11703703703824431</c:v>
                </c:pt>
                <c:pt idx="10113">
                  <c:v>0.117048611107748</c:v>
                </c:pt>
                <c:pt idx="10114">
                  <c:v>0.11706018518452765</c:v>
                </c:pt>
                <c:pt idx="10115">
                  <c:v>0.11707175925403135</c:v>
                </c:pt>
                <c:pt idx="10116">
                  <c:v>0.117083333330811</c:v>
                </c:pt>
                <c:pt idx="10117">
                  <c:v>0.11709490740759065</c:v>
                </c:pt>
                <c:pt idx="10118">
                  <c:v>0.11710648147709435</c:v>
                </c:pt>
                <c:pt idx="10119">
                  <c:v>0.117118055553874</c:v>
                </c:pt>
                <c:pt idx="10120">
                  <c:v>0.11712962963065365</c:v>
                </c:pt>
                <c:pt idx="10121">
                  <c:v>0.11714120370015735</c:v>
                </c:pt>
                <c:pt idx="10122">
                  <c:v>0.117152777776937</c:v>
                </c:pt>
                <c:pt idx="10123">
                  <c:v>0.1171643518464407</c:v>
                </c:pt>
                <c:pt idx="10124">
                  <c:v>0.11717592592322035</c:v>
                </c:pt>
                <c:pt idx="10125">
                  <c:v>0.1171875</c:v>
                </c:pt>
                <c:pt idx="10126">
                  <c:v>0.11719907406950369</c:v>
                </c:pt>
                <c:pt idx="10127">
                  <c:v>0.11721064814628335</c:v>
                </c:pt>
                <c:pt idx="10128">
                  <c:v>0.117222222223063</c:v>
                </c:pt>
                <c:pt idx="10129">
                  <c:v>0.11723379629256669</c:v>
                </c:pt>
                <c:pt idx="10130">
                  <c:v>0.11724537036934635</c:v>
                </c:pt>
                <c:pt idx="10131">
                  <c:v>0.11725694443885004</c:v>
                </c:pt>
                <c:pt idx="10132">
                  <c:v>0.11726851851562969</c:v>
                </c:pt>
                <c:pt idx="10133">
                  <c:v>0.11728009259240935</c:v>
                </c:pt>
                <c:pt idx="10134">
                  <c:v>0.11729166666191304</c:v>
                </c:pt>
                <c:pt idx="10135">
                  <c:v>0.11730324073869269</c:v>
                </c:pt>
                <c:pt idx="10136">
                  <c:v>0.11731481481547235</c:v>
                </c:pt>
                <c:pt idx="10137">
                  <c:v>0.11732638888497604</c:v>
                </c:pt>
                <c:pt idx="10138">
                  <c:v>0.11733796296175569</c:v>
                </c:pt>
                <c:pt idx="10139">
                  <c:v>0.11734953703125939</c:v>
                </c:pt>
                <c:pt idx="10140">
                  <c:v>0.11736111110803904</c:v>
                </c:pt>
                <c:pt idx="10141">
                  <c:v>0.11737268518481869</c:v>
                </c:pt>
                <c:pt idx="10142">
                  <c:v>0.11738425925432239</c:v>
                </c:pt>
                <c:pt idx="10143">
                  <c:v>0.11739583333110204</c:v>
                </c:pt>
                <c:pt idx="10144">
                  <c:v>0.11740740740788169</c:v>
                </c:pt>
                <c:pt idx="10145">
                  <c:v>0.11741898147738539</c:v>
                </c:pt>
                <c:pt idx="10146">
                  <c:v>0.11743055555416504</c:v>
                </c:pt>
                <c:pt idx="10147">
                  <c:v>0.11744212963094469</c:v>
                </c:pt>
                <c:pt idx="10148">
                  <c:v>0.11745370370044839</c:v>
                </c:pt>
                <c:pt idx="10149">
                  <c:v>0.11746527777722804</c:v>
                </c:pt>
                <c:pt idx="10150">
                  <c:v>0.11747685184673173</c:v>
                </c:pt>
                <c:pt idx="10151">
                  <c:v>0.11748842592351139</c:v>
                </c:pt>
                <c:pt idx="10152">
                  <c:v>0.11750000000029104</c:v>
                </c:pt>
                <c:pt idx="10153">
                  <c:v>0.11751157406979473</c:v>
                </c:pt>
                <c:pt idx="10154">
                  <c:v>0.11752314814657439</c:v>
                </c:pt>
                <c:pt idx="10155">
                  <c:v>0.11753472222335404</c:v>
                </c:pt>
                <c:pt idx="10156">
                  <c:v>0.11754629629285773</c:v>
                </c:pt>
                <c:pt idx="10157">
                  <c:v>0.11755787036963739</c:v>
                </c:pt>
                <c:pt idx="10158">
                  <c:v>0.11756944443914108</c:v>
                </c:pt>
                <c:pt idx="10159">
                  <c:v>0.11758101851592073</c:v>
                </c:pt>
                <c:pt idx="10160">
                  <c:v>0.11759259259270038</c:v>
                </c:pt>
                <c:pt idx="10161">
                  <c:v>0.11760416666220408</c:v>
                </c:pt>
                <c:pt idx="10162">
                  <c:v>0.11761574073898373</c:v>
                </c:pt>
                <c:pt idx="10163">
                  <c:v>0.11762731481576338</c:v>
                </c:pt>
                <c:pt idx="10164">
                  <c:v>0.11763888888526708</c:v>
                </c:pt>
                <c:pt idx="10165">
                  <c:v>0.11765046296204673</c:v>
                </c:pt>
                <c:pt idx="10166">
                  <c:v>0.11766203703155043</c:v>
                </c:pt>
                <c:pt idx="10167">
                  <c:v>0.11767361110833008</c:v>
                </c:pt>
                <c:pt idx="10168">
                  <c:v>0.11768518518510973</c:v>
                </c:pt>
                <c:pt idx="10169">
                  <c:v>0.11769675925461343</c:v>
                </c:pt>
                <c:pt idx="10170">
                  <c:v>0.11770833333139308</c:v>
                </c:pt>
                <c:pt idx="10171">
                  <c:v>0.11771990740817273</c:v>
                </c:pt>
                <c:pt idx="10172">
                  <c:v>0.11773148147767643</c:v>
                </c:pt>
                <c:pt idx="10173">
                  <c:v>0.11774305555445608</c:v>
                </c:pt>
                <c:pt idx="10174">
                  <c:v>0.11775462962395977</c:v>
                </c:pt>
                <c:pt idx="10175">
                  <c:v>0.11776620370073942</c:v>
                </c:pt>
                <c:pt idx="10176">
                  <c:v>0.11777777777751908</c:v>
                </c:pt>
                <c:pt idx="10177">
                  <c:v>0.11778935184702277</c:v>
                </c:pt>
                <c:pt idx="10178">
                  <c:v>0.11780092592380242</c:v>
                </c:pt>
                <c:pt idx="10179">
                  <c:v>0.11781250000058208</c:v>
                </c:pt>
                <c:pt idx="10180">
                  <c:v>0.11782407407008577</c:v>
                </c:pt>
                <c:pt idx="10181">
                  <c:v>0.11783564814686542</c:v>
                </c:pt>
                <c:pt idx="10182">
                  <c:v>0.11784722221636912</c:v>
                </c:pt>
                <c:pt idx="10183">
                  <c:v>0.11785879629314877</c:v>
                </c:pt>
                <c:pt idx="10184">
                  <c:v>0.11787037036992842</c:v>
                </c:pt>
                <c:pt idx="10185">
                  <c:v>0.11788194443943212</c:v>
                </c:pt>
                <c:pt idx="10186">
                  <c:v>0.11789351851621177</c:v>
                </c:pt>
                <c:pt idx="10187">
                  <c:v>0.11790509259299142</c:v>
                </c:pt>
                <c:pt idx="10188">
                  <c:v>0.11791666666249512</c:v>
                </c:pt>
                <c:pt idx="10189">
                  <c:v>0.11792824073927477</c:v>
                </c:pt>
                <c:pt idx="10190">
                  <c:v>0.11793981481605442</c:v>
                </c:pt>
                <c:pt idx="10191">
                  <c:v>0.11795138888555812</c:v>
                </c:pt>
                <c:pt idx="10192">
                  <c:v>0.11796296296233777</c:v>
                </c:pt>
                <c:pt idx="10193">
                  <c:v>0.11797453703184146</c:v>
                </c:pt>
                <c:pt idx="10194">
                  <c:v>0.11798611110862112</c:v>
                </c:pt>
                <c:pt idx="10195">
                  <c:v>0.11799768518540077</c:v>
                </c:pt>
                <c:pt idx="10196">
                  <c:v>0.11800925925490446</c:v>
                </c:pt>
                <c:pt idx="10197">
                  <c:v>0.11802083333168412</c:v>
                </c:pt>
                <c:pt idx="10198">
                  <c:v>0.11803240740846377</c:v>
                </c:pt>
                <c:pt idx="10199">
                  <c:v>0.11804398147796746</c:v>
                </c:pt>
                <c:pt idx="10200">
                  <c:v>0.11805555555474712</c:v>
                </c:pt>
                <c:pt idx="10201">
                  <c:v>0.11806712962425081</c:v>
                </c:pt>
                <c:pt idx="10202">
                  <c:v>0.11807870370103046</c:v>
                </c:pt>
                <c:pt idx="10203">
                  <c:v>0.11809027777781012</c:v>
                </c:pt>
                <c:pt idx="10204">
                  <c:v>0.11810185184731381</c:v>
                </c:pt>
                <c:pt idx="10205">
                  <c:v>0.11811342592409346</c:v>
                </c:pt>
                <c:pt idx="10206">
                  <c:v>0.11812500000087311</c:v>
                </c:pt>
                <c:pt idx="10207">
                  <c:v>0.11813657407037681</c:v>
                </c:pt>
                <c:pt idx="10208">
                  <c:v>0.11814814814715646</c:v>
                </c:pt>
                <c:pt idx="10209">
                  <c:v>0.11815972221666016</c:v>
                </c:pt>
                <c:pt idx="10210">
                  <c:v>0.11817129629343981</c:v>
                </c:pt>
                <c:pt idx="10211">
                  <c:v>0.11818287037021946</c:v>
                </c:pt>
                <c:pt idx="10212">
                  <c:v>0.11819444443972316</c:v>
                </c:pt>
                <c:pt idx="10213">
                  <c:v>0.11820601851650281</c:v>
                </c:pt>
                <c:pt idx="10214">
                  <c:v>0.11821759259328246</c:v>
                </c:pt>
                <c:pt idx="10215">
                  <c:v>0.11822916666278616</c:v>
                </c:pt>
                <c:pt idx="10216">
                  <c:v>0.11824074073956581</c:v>
                </c:pt>
                <c:pt idx="10217">
                  <c:v>0.1182523148090695</c:v>
                </c:pt>
                <c:pt idx="10218">
                  <c:v>0.11826388888584916</c:v>
                </c:pt>
                <c:pt idx="10219">
                  <c:v>0.11827546296262881</c:v>
                </c:pt>
                <c:pt idx="10220">
                  <c:v>0.1182870370321325</c:v>
                </c:pt>
                <c:pt idx="10221">
                  <c:v>0.11829861110891216</c:v>
                </c:pt>
                <c:pt idx="10222">
                  <c:v>0.11831018518569181</c:v>
                </c:pt>
                <c:pt idx="10223">
                  <c:v>0.1183217592551955</c:v>
                </c:pt>
                <c:pt idx="10224">
                  <c:v>0.11833333333197515</c:v>
                </c:pt>
                <c:pt idx="10225">
                  <c:v>0.11834490740147885</c:v>
                </c:pt>
                <c:pt idx="10226">
                  <c:v>0.1183564814782585</c:v>
                </c:pt>
                <c:pt idx="10227">
                  <c:v>0.11836805555503815</c:v>
                </c:pt>
                <c:pt idx="10228">
                  <c:v>0.11837962962454185</c:v>
                </c:pt>
                <c:pt idx="10229">
                  <c:v>0.1183912037013215</c:v>
                </c:pt>
                <c:pt idx="10230">
                  <c:v>0.11840277777810115</c:v>
                </c:pt>
                <c:pt idx="10231">
                  <c:v>0.11841435184760485</c:v>
                </c:pt>
                <c:pt idx="10232">
                  <c:v>0.1184259259243845</c:v>
                </c:pt>
                <c:pt idx="10233">
                  <c:v>0.11843750000116415</c:v>
                </c:pt>
                <c:pt idx="10234">
                  <c:v>0.11844907407066785</c:v>
                </c:pt>
                <c:pt idx="10235">
                  <c:v>0.1184606481474475</c:v>
                </c:pt>
                <c:pt idx="10236">
                  <c:v>0.1184722222169512</c:v>
                </c:pt>
                <c:pt idx="10237">
                  <c:v>0.11848379629373085</c:v>
                </c:pt>
                <c:pt idx="10238">
                  <c:v>0.1184953703705105</c:v>
                </c:pt>
                <c:pt idx="10239">
                  <c:v>0.11850694444001419</c:v>
                </c:pt>
                <c:pt idx="10240">
                  <c:v>0.11851851851679385</c:v>
                </c:pt>
                <c:pt idx="10241">
                  <c:v>0.1185300925935735</c:v>
                </c:pt>
                <c:pt idx="10242">
                  <c:v>0.11854166666307719</c:v>
                </c:pt>
                <c:pt idx="10243">
                  <c:v>0.11855324073985685</c:v>
                </c:pt>
                <c:pt idx="10244">
                  <c:v>0.11856481480936054</c:v>
                </c:pt>
                <c:pt idx="10245">
                  <c:v>0.11857638888614019</c:v>
                </c:pt>
                <c:pt idx="10246">
                  <c:v>0.11858796296291985</c:v>
                </c:pt>
                <c:pt idx="10247">
                  <c:v>0.11859953703242354</c:v>
                </c:pt>
                <c:pt idx="10248">
                  <c:v>0.11861111110920319</c:v>
                </c:pt>
                <c:pt idx="10249">
                  <c:v>0.11862268518598285</c:v>
                </c:pt>
                <c:pt idx="10250">
                  <c:v>0.11863425925548654</c:v>
                </c:pt>
                <c:pt idx="10251">
                  <c:v>0.11864583333226619</c:v>
                </c:pt>
                <c:pt idx="10252">
                  <c:v>0.11865740740176989</c:v>
                </c:pt>
                <c:pt idx="10253">
                  <c:v>0.11866898147854954</c:v>
                </c:pt>
                <c:pt idx="10254">
                  <c:v>0.11868055555532919</c:v>
                </c:pt>
                <c:pt idx="10255">
                  <c:v>0.11869212962483289</c:v>
                </c:pt>
                <c:pt idx="10256">
                  <c:v>0.11870370370161254</c:v>
                </c:pt>
                <c:pt idx="10257">
                  <c:v>0.11871527777839219</c:v>
                </c:pt>
                <c:pt idx="10258">
                  <c:v>0.11872685184789589</c:v>
                </c:pt>
                <c:pt idx="10259">
                  <c:v>0.11873842592467554</c:v>
                </c:pt>
                <c:pt idx="10260">
                  <c:v>0.11874999999417923</c:v>
                </c:pt>
                <c:pt idx="10261">
                  <c:v>0.11876157407095889</c:v>
                </c:pt>
                <c:pt idx="10262">
                  <c:v>0.11877314814773854</c:v>
                </c:pt>
                <c:pt idx="10263">
                  <c:v>0.11878472221724223</c:v>
                </c:pt>
                <c:pt idx="10264">
                  <c:v>0.11879629629402189</c:v>
                </c:pt>
                <c:pt idx="10265">
                  <c:v>0.11880787037080154</c:v>
                </c:pt>
                <c:pt idx="10266">
                  <c:v>0.11881944444030523</c:v>
                </c:pt>
                <c:pt idx="10267">
                  <c:v>0.11883101851708489</c:v>
                </c:pt>
                <c:pt idx="10268">
                  <c:v>0.11884259259386454</c:v>
                </c:pt>
                <c:pt idx="10269">
                  <c:v>0.11885416666336823</c:v>
                </c:pt>
                <c:pt idx="10270">
                  <c:v>0.11886574074014788</c:v>
                </c:pt>
                <c:pt idx="10271">
                  <c:v>0.11887731480965158</c:v>
                </c:pt>
                <c:pt idx="10272">
                  <c:v>0.11888888888643123</c:v>
                </c:pt>
                <c:pt idx="10273">
                  <c:v>0.11890046296321088</c:v>
                </c:pt>
                <c:pt idx="10274">
                  <c:v>0.11891203703271458</c:v>
                </c:pt>
                <c:pt idx="10275">
                  <c:v>0.11892361110949423</c:v>
                </c:pt>
                <c:pt idx="10276">
                  <c:v>0.11893518518627388</c:v>
                </c:pt>
                <c:pt idx="10277">
                  <c:v>0.11894675925577758</c:v>
                </c:pt>
                <c:pt idx="10278">
                  <c:v>0.11895833333255723</c:v>
                </c:pt>
                <c:pt idx="10279">
                  <c:v>0.11896990740206093</c:v>
                </c:pt>
                <c:pt idx="10280">
                  <c:v>0.11898148147884058</c:v>
                </c:pt>
                <c:pt idx="10281">
                  <c:v>0.11899305555562023</c:v>
                </c:pt>
                <c:pt idx="10282">
                  <c:v>0.11900462962512393</c:v>
                </c:pt>
                <c:pt idx="10283">
                  <c:v>0.11901620370190358</c:v>
                </c:pt>
                <c:pt idx="10284">
                  <c:v>0.11902777777868323</c:v>
                </c:pt>
                <c:pt idx="10285">
                  <c:v>0.11903935184818693</c:v>
                </c:pt>
                <c:pt idx="10286">
                  <c:v>0.11905092592496658</c:v>
                </c:pt>
                <c:pt idx="10287">
                  <c:v>0.11906249999447027</c:v>
                </c:pt>
                <c:pt idx="10288">
                  <c:v>0.11907407407124992</c:v>
                </c:pt>
                <c:pt idx="10289">
                  <c:v>0.11908564814802958</c:v>
                </c:pt>
                <c:pt idx="10290">
                  <c:v>0.11909722221753327</c:v>
                </c:pt>
                <c:pt idx="10291">
                  <c:v>0.11910879629431292</c:v>
                </c:pt>
                <c:pt idx="10292">
                  <c:v>0.11912037037109258</c:v>
                </c:pt>
                <c:pt idx="10293">
                  <c:v>0.11913194444059627</c:v>
                </c:pt>
                <c:pt idx="10294">
                  <c:v>0.11914351851737592</c:v>
                </c:pt>
                <c:pt idx="10295">
                  <c:v>0.11915509258687962</c:v>
                </c:pt>
                <c:pt idx="10296">
                  <c:v>0.11916666666365927</c:v>
                </c:pt>
                <c:pt idx="10297">
                  <c:v>0.11917824074043892</c:v>
                </c:pt>
                <c:pt idx="10298">
                  <c:v>0.11918981480994262</c:v>
                </c:pt>
                <c:pt idx="10299">
                  <c:v>0.11920138888672227</c:v>
                </c:pt>
                <c:pt idx="10300">
                  <c:v>0.11921296296350192</c:v>
                </c:pt>
                <c:pt idx="10301">
                  <c:v>0.11922453703300562</c:v>
                </c:pt>
                <c:pt idx="10302">
                  <c:v>0.11923611110978527</c:v>
                </c:pt>
                <c:pt idx="10303">
                  <c:v>0.11924768517928896</c:v>
                </c:pt>
                <c:pt idx="10304">
                  <c:v>0.11925925925606862</c:v>
                </c:pt>
                <c:pt idx="10305">
                  <c:v>0.11927083333284827</c:v>
                </c:pt>
                <c:pt idx="10306">
                  <c:v>0.11928240740235196</c:v>
                </c:pt>
                <c:pt idx="10307">
                  <c:v>0.11929398147913162</c:v>
                </c:pt>
                <c:pt idx="10308">
                  <c:v>0.11930555555591127</c:v>
                </c:pt>
                <c:pt idx="10309">
                  <c:v>0.11931712962541496</c:v>
                </c:pt>
                <c:pt idx="10310">
                  <c:v>0.11932870370219462</c:v>
                </c:pt>
                <c:pt idx="10311">
                  <c:v>0.11934027777897427</c:v>
                </c:pt>
                <c:pt idx="10312">
                  <c:v>0.11935185184847796</c:v>
                </c:pt>
                <c:pt idx="10313">
                  <c:v>0.11936342592525762</c:v>
                </c:pt>
                <c:pt idx="10314">
                  <c:v>0.11937499999476131</c:v>
                </c:pt>
                <c:pt idx="10315">
                  <c:v>0.11938657407154096</c:v>
                </c:pt>
                <c:pt idx="10316">
                  <c:v>0.11939814814832062</c:v>
                </c:pt>
                <c:pt idx="10317">
                  <c:v>0.11940972221782431</c:v>
                </c:pt>
                <c:pt idx="10318">
                  <c:v>0.11942129629460396</c:v>
                </c:pt>
                <c:pt idx="10319">
                  <c:v>0.11943287037138361</c:v>
                </c:pt>
                <c:pt idx="10320">
                  <c:v>0.11944444444088731</c:v>
                </c:pt>
                <c:pt idx="10321">
                  <c:v>0.11945601851766696</c:v>
                </c:pt>
                <c:pt idx="10322">
                  <c:v>0.11946759258717066</c:v>
                </c:pt>
                <c:pt idx="10323">
                  <c:v>0.11947916666395031</c:v>
                </c:pt>
                <c:pt idx="10324">
                  <c:v>0.11949074074072996</c:v>
                </c:pt>
                <c:pt idx="10325">
                  <c:v>0.11950231481023366</c:v>
                </c:pt>
                <c:pt idx="10326">
                  <c:v>0.11951388888701331</c:v>
                </c:pt>
                <c:pt idx="10327">
                  <c:v>0.11952546296379296</c:v>
                </c:pt>
                <c:pt idx="10328">
                  <c:v>0.11953703703329666</c:v>
                </c:pt>
                <c:pt idx="10329">
                  <c:v>0.11954861111007631</c:v>
                </c:pt>
                <c:pt idx="10330">
                  <c:v>0.11956018517958</c:v>
                </c:pt>
                <c:pt idx="10331">
                  <c:v>0.11957175925635966</c:v>
                </c:pt>
                <c:pt idx="10332">
                  <c:v>0.11958333333313931</c:v>
                </c:pt>
                <c:pt idx="10333">
                  <c:v>0.119594907402643</c:v>
                </c:pt>
                <c:pt idx="10334">
                  <c:v>0.11960648147942265</c:v>
                </c:pt>
                <c:pt idx="10335">
                  <c:v>0.11961805555620231</c:v>
                </c:pt>
                <c:pt idx="10336">
                  <c:v>0.119629629625706</c:v>
                </c:pt>
                <c:pt idx="10337">
                  <c:v>0.11964120370248565</c:v>
                </c:pt>
                <c:pt idx="10338">
                  <c:v>0.11965277777198935</c:v>
                </c:pt>
                <c:pt idx="10339">
                  <c:v>0.119664351848769</c:v>
                </c:pt>
                <c:pt idx="10340">
                  <c:v>0.11967592592554865</c:v>
                </c:pt>
                <c:pt idx="10341">
                  <c:v>0.11968749999505235</c:v>
                </c:pt>
                <c:pt idx="10342">
                  <c:v>0.119699074071832</c:v>
                </c:pt>
                <c:pt idx="10343">
                  <c:v>0.11971064814861165</c:v>
                </c:pt>
                <c:pt idx="10344">
                  <c:v>0.11972222221811535</c:v>
                </c:pt>
                <c:pt idx="10345">
                  <c:v>0.119733796294895</c:v>
                </c:pt>
                <c:pt idx="10346">
                  <c:v>0.11974537037167465</c:v>
                </c:pt>
                <c:pt idx="10347">
                  <c:v>0.11975694444117835</c:v>
                </c:pt>
                <c:pt idx="10348">
                  <c:v>0.119768518517958</c:v>
                </c:pt>
                <c:pt idx="10349">
                  <c:v>0.1197800925874617</c:v>
                </c:pt>
                <c:pt idx="10350">
                  <c:v>0.11979166666424135</c:v>
                </c:pt>
                <c:pt idx="10351">
                  <c:v>0.119803240741021</c:v>
                </c:pt>
                <c:pt idx="10352">
                  <c:v>0.11981481481052469</c:v>
                </c:pt>
                <c:pt idx="10353">
                  <c:v>0.11982638888730435</c:v>
                </c:pt>
                <c:pt idx="10354">
                  <c:v>0.119837962964084</c:v>
                </c:pt>
                <c:pt idx="10355">
                  <c:v>0.11984953703358769</c:v>
                </c:pt>
                <c:pt idx="10356">
                  <c:v>0.11986111111036735</c:v>
                </c:pt>
                <c:pt idx="10357">
                  <c:v>0.11987268517987104</c:v>
                </c:pt>
                <c:pt idx="10358">
                  <c:v>0.11988425925665069</c:v>
                </c:pt>
                <c:pt idx="10359">
                  <c:v>0.11989583333343035</c:v>
                </c:pt>
                <c:pt idx="10360">
                  <c:v>0.11990740740293404</c:v>
                </c:pt>
                <c:pt idx="10361">
                  <c:v>0.11991898147971369</c:v>
                </c:pt>
                <c:pt idx="10362">
                  <c:v>0.11993055555649335</c:v>
                </c:pt>
                <c:pt idx="10363">
                  <c:v>0.11994212962599704</c:v>
                </c:pt>
                <c:pt idx="10364">
                  <c:v>0.11995370370277669</c:v>
                </c:pt>
                <c:pt idx="10365">
                  <c:v>0.11996527777228039</c:v>
                </c:pt>
                <c:pt idx="10366">
                  <c:v>0.11997685184906004</c:v>
                </c:pt>
                <c:pt idx="10367">
                  <c:v>0.11998842592583969</c:v>
                </c:pt>
                <c:pt idx="10368">
                  <c:v>0.11999999999534339</c:v>
                </c:pt>
                <c:pt idx="10369">
                  <c:v>0.12001157407212304</c:v>
                </c:pt>
                <c:pt idx="10370">
                  <c:v>0.12002314814890269</c:v>
                </c:pt>
                <c:pt idx="10371">
                  <c:v>0.12003472221840639</c:v>
                </c:pt>
                <c:pt idx="10372">
                  <c:v>0.12004629629518604</c:v>
                </c:pt>
                <c:pt idx="10373">
                  <c:v>0.12005787036468973</c:v>
                </c:pt>
                <c:pt idx="10374">
                  <c:v>0.12006944444146939</c:v>
                </c:pt>
                <c:pt idx="10375">
                  <c:v>0.12008101851824904</c:v>
                </c:pt>
                <c:pt idx="10376">
                  <c:v>0.12009259258775273</c:v>
                </c:pt>
                <c:pt idx="10377">
                  <c:v>0.12010416666453239</c:v>
                </c:pt>
                <c:pt idx="10378">
                  <c:v>0.12011574074131204</c:v>
                </c:pt>
                <c:pt idx="10379">
                  <c:v>0.12012731481081573</c:v>
                </c:pt>
                <c:pt idx="10380">
                  <c:v>0.12013888888759539</c:v>
                </c:pt>
                <c:pt idx="10381">
                  <c:v>0.12015046295709908</c:v>
                </c:pt>
                <c:pt idx="10382">
                  <c:v>0.12016203703387873</c:v>
                </c:pt>
                <c:pt idx="10383">
                  <c:v>0.12017361111065838</c:v>
                </c:pt>
                <c:pt idx="10384">
                  <c:v>0.12018518518016208</c:v>
                </c:pt>
                <c:pt idx="10385">
                  <c:v>0.12019675925694173</c:v>
                </c:pt>
                <c:pt idx="10386">
                  <c:v>0.12020833333372138</c:v>
                </c:pt>
                <c:pt idx="10387">
                  <c:v>0.12021990740322508</c:v>
                </c:pt>
                <c:pt idx="10388">
                  <c:v>0.12023148148000473</c:v>
                </c:pt>
                <c:pt idx="10389">
                  <c:v>0.12024305555678438</c:v>
                </c:pt>
                <c:pt idx="10390">
                  <c:v>0.12025462962628808</c:v>
                </c:pt>
                <c:pt idx="10391">
                  <c:v>0.12026620370306773</c:v>
                </c:pt>
                <c:pt idx="10392">
                  <c:v>0.12027777777257143</c:v>
                </c:pt>
                <c:pt idx="10393">
                  <c:v>0.12028935184935108</c:v>
                </c:pt>
                <c:pt idx="10394">
                  <c:v>0.12030092592613073</c:v>
                </c:pt>
                <c:pt idx="10395">
                  <c:v>0.12031249999563443</c:v>
                </c:pt>
                <c:pt idx="10396">
                  <c:v>0.12032407407241408</c:v>
                </c:pt>
                <c:pt idx="10397">
                  <c:v>0.12033564814919373</c:v>
                </c:pt>
                <c:pt idx="10398">
                  <c:v>0.12034722221869742</c:v>
                </c:pt>
                <c:pt idx="10399">
                  <c:v>0.12035879629547708</c:v>
                </c:pt>
                <c:pt idx="10400">
                  <c:v>0.12037037036498077</c:v>
                </c:pt>
                <c:pt idx="10401">
                  <c:v>0.12038194444176042</c:v>
                </c:pt>
                <c:pt idx="10402">
                  <c:v>0.12039351851854008</c:v>
                </c:pt>
                <c:pt idx="10403">
                  <c:v>0.12040509258804377</c:v>
                </c:pt>
                <c:pt idx="10404">
                  <c:v>0.12041666666482342</c:v>
                </c:pt>
                <c:pt idx="10405">
                  <c:v>0.12042824074160308</c:v>
                </c:pt>
                <c:pt idx="10406">
                  <c:v>0.12043981481110677</c:v>
                </c:pt>
                <c:pt idx="10407">
                  <c:v>0.12045138888788642</c:v>
                </c:pt>
                <c:pt idx="10408">
                  <c:v>0.12046296295739012</c:v>
                </c:pt>
                <c:pt idx="10409">
                  <c:v>0.12047453703416977</c:v>
                </c:pt>
                <c:pt idx="10410">
                  <c:v>0.12048611111094942</c:v>
                </c:pt>
                <c:pt idx="10411">
                  <c:v>0.12049768518045312</c:v>
                </c:pt>
                <c:pt idx="10412">
                  <c:v>0.12050925925723277</c:v>
                </c:pt>
                <c:pt idx="10413">
                  <c:v>0.12052083333401242</c:v>
                </c:pt>
                <c:pt idx="10414">
                  <c:v>0.12053240740351612</c:v>
                </c:pt>
                <c:pt idx="10415">
                  <c:v>0.12054398148029577</c:v>
                </c:pt>
                <c:pt idx="10416">
                  <c:v>0.12055555554979946</c:v>
                </c:pt>
                <c:pt idx="10417">
                  <c:v>0.12056712962657912</c:v>
                </c:pt>
                <c:pt idx="10418">
                  <c:v>0.12057870370335877</c:v>
                </c:pt>
                <c:pt idx="10419">
                  <c:v>0.12059027777286246</c:v>
                </c:pt>
                <c:pt idx="10420">
                  <c:v>0.12060185184964212</c:v>
                </c:pt>
                <c:pt idx="10421">
                  <c:v>0.12061342592642177</c:v>
                </c:pt>
                <c:pt idx="10422">
                  <c:v>0.12062499999592546</c:v>
                </c:pt>
                <c:pt idx="10423">
                  <c:v>0.12063657407270512</c:v>
                </c:pt>
                <c:pt idx="10424">
                  <c:v>0.12064814814948477</c:v>
                </c:pt>
                <c:pt idx="10425">
                  <c:v>0.12065972221898846</c:v>
                </c:pt>
                <c:pt idx="10426">
                  <c:v>0.12067129629576812</c:v>
                </c:pt>
                <c:pt idx="10427">
                  <c:v>0.12068287036527181</c:v>
                </c:pt>
                <c:pt idx="10428">
                  <c:v>0.12069444444205146</c:v>
                </c:pt>
                <c:pt idx="10429">
                  <c:v>0.12070601851883112</c:v>
                </c:pt>
                <c:pt idx="10430">
                  <c:v>0.12071759258833481</c:v>
                </c:pt>
                <c:pt idx="10431">
                  <c:v>0.12072916666511446</c:v>
                </c:pt>
                <c:pt idx="10432">
                  <c:v>0.12074074074189411</c:v>
                </c:pt>
                <c:pt idx="10433">
                  <c:v>0.12075231481139781</c:v>
                </c:pt>
                <c:pt idx="10434">
                  <c:v>0.12076388888817746</c:v>
                </c:pt>
                <c:pt idx="10435">
                  <c:v>0.12077546295768116</c:v>
                </c:pt>
                <c:pt idx="10436">
                  <c:v>0.12078703703446081</c:v>
                </c:pt>
                <c:pt idx="10437">
                  <c:v>0.12079861111124046</c:v>
                </c:pt>
                <c:pt idx="10438">
                  <c:v>0.12081018518074416</c:v>
                </c:pt>
                <c:pt idx="10439">
                  <c:v>0.12082175925752381</c:v>
                </c:pt>
                <c:pt idx="10440">
                  <c:v>0.12083333333430346</c:v>
                </c:pt>
                <c:pt idx="10441">
                  <c:v>0.12084490740380716</c:v>
                </c:pt>
                <c:pt idx="10442">
                  <c:v>0.12085648148058681</c:v>
                </c:pt>
                <c:pt idx="10443">
                  <c:v>0.1208680555500905</c:v>
                </c:pt>
                <c:pt idx="10444">
                  <c:v>0.12087962962687016</c:v>
                </c:pt>
                <c:pt idx="10445">
                  <c:v>0.12089120370364981</c:v>
                </c:pt>
                <c:pt idx="10446">
                  <c:v>0.1209027777731535</c:v>
                </c:pt>
                <c:pt idx="10447">
                  <c:v>0.12091435184993315</c:v>
                </c:pt>
                <c:pt idx="10448">
                  <c:v>0.12092592592671281</c:v>
                </c:pt>
                <c:pt idx="10449">
                  <c:v>0.1209374999962165</c:v>
                </c:pt>
                <c:pt idx="10450">
                  <c:v>0.12094907407299615</c:v>
                </c:pt>
                <c:pt idx="10451">
                  <c:v>0.12096064814249985</c:v>
                </c:pt>
                <c:pt idx="10452">
                  <c:v>0.1209722222192795</c:v>
                </c:pt>
                <c:pt idx="10453">
                  <c:v>0.12098379629605915</c:v>
                </c:pt>
                <c:pt idx="10454">
                  <c:v>0.12099537036556285</c:v>
                </c:pt>
                <c:pt idx="10455">
                  <c:v>0.1210069444423425</c:v>
                </c:pt>
                <c:pt idx="10456">
                  <c:v>0.12101851851912215</c:v>
                </c:pt>
                <c:pt idx="10457">
                  <c:v>0.12103009258862585</c:v>
                </c:pt>
                <c:pt idx="10458">
                  <c:v>0.1210416666654055</c:v>
                </c:pt>
                <c:pt idx="10459">
                  <c:v>0.1210532407349092</c:v>
                </c:pt>
                <c:pt idx="10460">
                  <c:v>0.12106481481168885</c:v>
                </c:pt>
                <c:pt idx="10461">
                  <c:v>0.1210763888884685</c:v>
                </c:pt>
                <c:pt idx="10462">
                  <c:v>0.12108796295797219</c:v>
                </c:pt>
                <c:pt idx="10463">
                  <c:v>0.12109953703475185</c:v>
                </c:pt>
                <c:pt idx="10464">
                  <c:v>0.1211111111115315</c:v>
                </c:pt>
                <c:pt idx="10465">
                  <c:v>0.12112268518103519</c:v>
                </c:pt>
                <c:pt idx="10466">
                  <c:v>0.12113425925781485</c:v>
                </c:pt>
                <c:pt idx="10467">
                  <c:v>0.1211458333345945</c:v>
                </c:pt>
                <c:pt idx="10468">
                  <c:v>0.12115740740409819</c:v>
                </c:pt>
                <c:pt idx="10469">
                  <c:v>0.12116898148087785</c:v>
                </c:pt>
                <c:pt idx="10470">
                  <c:v>0.12118055555038154</c:v>
                </c:pt>
                <c:pt idx="10471">
                  <c:v>0.12119212962716119</c:v>
                </c:pt>
                <c:pt idx="10472">
                  <c:v>0.12120370370394085</c:v>
                </c:pt>
                <c:pt idx="10473">
                  <c:v>0.12121527777344454</c:v>
                </c:pt>
                <c:pt idx="10474">
                  <c:v>0.12122685185022419</c:v>
                </c:pt>
                <c:pt idx="10475">
                  <c:v>0.12123842592700385</c:v>
                </c:pt>
                <c:pt idx="10476">
                  <c:v>0.12124999999650754</c:v>
                </c:pt>
                <c:pt idx="10477">
                  <c:v>0.12126157407328719</c:v>
                </c:pt>
                <c:pt idx="10478">
                  <c:v>0.12127314814279089</c:v>
                </c:pt>
                <c:pt idx="10479">
                  <c:v>0.12128472221957054</c:v>
                </c:pt>
                <c:pt idx="10480">
                  <c:v>0.12129629629635019</c:v>
                </c:pt>
                <c:pt idx="10481">
                  <c:v>0.12130787036585389</c:v>
                </c:pt>
                <c:pt idx="10482">
                  <c:v>0.12131944444263354</c:v>
                </c:pt>
                <c:pt idx="10483">
                  <c:v>0.12133101851941319</c:v>
                </c:pt>
                <c:pt idx="10484">
                  <c:v>0.12134259258891689</c:v>
                </c:pt>
                <c:pt idx="10485">
                  <c:v>0.12135416666569654</c:v>
                </c:pt>
                <c:pt idx="10486">
                  <c:v>0.12136574073520023</c:v>
                </c:pt>
                <c:pt idx="10487">
                  <c:v>0.12137731481197989</c:v>
                </c:pt>
                <c:pt idx="10488">
                  <c:v>0.12138888888875954</c:v>
                </c:pt>
                <c:pt idx="10489">
                  <c:v>0.12140046295826323</c:v>
                </c:pt>
                <c:pt idx="10490">
                  <c:v>0.12141203703504289</c:v>
                </c:pt>
                <c:pt idx="10491">
                  <c:v>0.12142361111182254</c:v>
                </c:pt>
                <c:pt idx="10492">
                  <c:v>0.12143518518132623</c:v>
                </c:pt>
                <c:pt idx="10493">
                  <c:v>0.12144675925810589</c:v>
                </c:pt>
                <c:pt idx="10494">
                  <c:v>0.12145833332760958</c:v>
                </c:pt>
                <c:pt idx="10495">
                  <c:v>0.12146990740438923</c:v>
                </c:pt>
                <c:pt idx="10496">
                  <c:v>0.12148148148116888</c:v>
                </c:pt>
                <c:pt idx="10497">
                  <c:v>0.12149305555067258</c:v>
                </c:pt>
                <c:pt idx="10498">
                  <c:v>0.12150462962745223</c:v>
                </c:pt>
                <c:pt idx="10499">
                  <c:v>0.12151620370423188</c:v>
                </c:pt>
                <c:pt idx="10500">
                  <c:v>0.12152777777373558</c:v>
                </c:pt>
                <c:pt idx="10501">
                  <c:v>0.12153935185051523</c:v>
                </c:pt>
                <c:pt idx="10502">
                  <c:v>0.12155092592001893</c:v>
                </c:pt>
                <c:pt idx="10503">
                  <c:v>0.12156249999679858</c:v>
                </c:pt>
                <c:pt idx="10504">
                  <c:v>0.12157407407357823</c:v>
                </c:pt>
                <c:pt idx="10505">
                  <c:v>0.12158564814308193</c:v>
                </c:pt>
                <c:pt idx="10506">
                  <c:v>0.12159722221986158</c:v>
                </c:pt>
                <c:pt idx="10507">
                  <c:v>0.12160879629664123</c:v>
                </c:pt>
                <c:pt idx="10508">
                  <c:v>0.12162037036614493</c:v>
                </c:pt>
                <c:pt idx="10509">
                  <c:v>0.12163194444292458</c:v>
                </c:pt>
                <c:pt idx="10510">
                  <c:v>0.12164351851970423</c:v>
                </c:pt>
                <c:pt idx="10511">
                  <c:v>0.12165509258920792</c:v>
                </c:pt>
                <c:pt idx="10512">
                  <c:v>0.12166666666598758</c:v>
                </c:pt>
                <c:pt idx="10513">
                  <c:v>0.12167824073549127</c:v>
                </c:pt>
                <c:pt idx="10514">
                  <c:v>0.12168981481227092</c:v>
                </c:pt>
                <c:pt idx="10515">
                  <c:v>0.12170138888905058</c:v>
                </c:pt>
                <c:pt idx="10516">
                  <c:v>0.12171296295855427</c:v>
                </c:pt>
                <c:pt idx="10517">
                  <c:v>0.12172453703533392</c:v>
                </c:pt>
                <c:pt idx="10518">
                  <c:v>0.12173611111211358</c:v>
                </c:pt>
                <c:pt idx="10519">
                  <c:v>0.12174768518161727</c:v>
                </c:pt>
                <c:pt idx="10520">
                  <c:v>0.12175925925839692</c:v>
                </c:pt>
                <c:pt idx="10521">
                  <c:v>0.12177083332790062</c:v>
                </c:pt>
                <c:pt idx="10522">
                  <c:v>0.12178240740468027</c:v>
                </c:pt>
                <c:pt idx="10523">
                  <c:v>0.12179398148145992</c:v>
                </c:pt>
                <c:pt idx="10524">
                  <c:v>0.12180555555096362</c:v>
                </c:pt>
                <c:pt idx="10525">
                  <c:v>0.12181712962774327</c:v>
                </c:pt>
                <c:pt idx="10526">
                  <c:v>0.12182870370452292</c:v>
                </c:pt>
                <c:pt idx="10527">
                  <c:v>0.12184027777402662</c:v>
                </c:pt>
                <c:pt idx="10528">
                  <c:v>0.12185185185080627</c:v>
                </c:pt>
                <c:pt idx="10529">
                  <c:v>0.12186342592030996</c:v>
                </c:pt>
                <c:pt idx="10530">
                  <c:v>0.12187499999708962</c:v>
                </c:pt>
                <c:pt idx="10531">
                  <c:v>0.12188657407386927</c:v>
                </c:pt>
                <c:pt idx="10532">
                  <c:v>0.12189814814337296</c:v>
                </c:pt>
                <c:pt idx="10533">
                  <c:v>0.12190972222015262</c:v>
                </c:pt>
                <c:pt idx="10534">
                  <c:v>0.12192129629693227</c:v>
                </c:pt>
                <c:pt idx="10535">
                  <c:v>0.12193287036643596</c:v>
                </c:pt>
                <c:pt idx="10536">
                  <c:v>0.12194444444321562</c:v>
                </c:pt>
                <c:pt idx="10537">
                  <c:v>0.12195601851271931</c:v>
                </c:pt>
                <c:pt idx="10538">
                  <c:v>0.12196759258949896</c:v>
                </c:pt>
                <c:pt idx="10539">
                  <c:v>0.12197916666627862</c:v>
                </c:pt>
                <c:pt idx="10540">
                  <c:v>0.12199074073578231</c:v>
                </c:pt>
                <c:pt idx="10541">
                  <c:v>0.12200231481256196</c:v>
                </c:pt>
                <c:pt idx="10542">
                  <c:v>0.12201388888934162</c:v>
                </c:pt>
                <c:pt idx="10543">
                  <c:v>0.12202546295884531</c:v>
                </c:pt>
                <c:pt idx="10544">
                  <c:v>0.12203703703562496</c:v>
                </c:pt>
                <c:pt idx="10545">
                  <c:v>0.12204861111240461</c:v>
                </c:pt>
                <c:pt idx="10546">
                  <c:v>0.12206018518190831</c:v>
                </c:pt>
                <c:pt idx="10547">
                  <c:v>0.12207175925868796</c:v>
                </c:pt>
                <c:pt idx="10548">
                  <c:v>0.12208333332819166</c:v>
                </c:pt>
                <c:pt idx="10549">
                  <c:v>0.12209490740497131</c:v>
                </c:pt>
                <c:pt idx="10550">
                  <c:v>0.12210648148175096</c:v>
                </c:pt>
                <c:pt idx="10551">
                  <c:v>0.12211805555125466</c:v>
                </c:pt>
                <c:pt idx="10552">
                  <c:v>0.12212962962803431</c:v>
                </c:pt>
                <c:pt idx="10553">
                  <c:v>0.12214120370481396</c:v>
                </c:pt>
                <c:pt idx="10554">
                  <c:v>0.12215277777431766</c:v>
                </c:pt>
                <c:pt idx="10555">
                  <c:v>0.12216435185109731</c:v>
                </c:pt>
                <c:pt idx="10556">
                  <c:v>0.122175925920601</c:v>
                </c:pt>
                <c:pt idx="10557">
                  <c:v>0.12218749999738066</c:v>
                </c:pt>
                <c:pt idx="10558">
                  <c:v>0.12219907407416031</c:v>
                </c:pt>
                <c:pt idx="10559">
                  <c:v>0.122210648143664</c:v>
                </c:pt>
                <c:pt idx="10560">
                  <c:v>0.12222222222044365</c:v>
                </c:pt>
                <c:pt idx="10561">
                  <c:v>0.12223379629722331</c:v>
                </c:pt>
                <c:pt idx="10562">
                  <c:v>0.122245370366727</c:v>
                </c:pt>
                <c:pt idx="10563">
                  <c:v>0.12225694444350665</c:v>
                </c:pt>
                <c:pt idx="10564">
                  <c:v>0.12226851851301035</c:v>
                </c:pt>
                <c:pt idx="10565">
                  <c:v>0.12228009258979</c:v>
                </c:pt>
                <c:pt idx="10566">
                  <c:v>0.12229166666656965</c:v>
                </c:pt>
                <c:pt idx="10567">
                  <c:v>0.12230324073607335</c:v>
                </c:pt>
                <c:pt idx="10568">
                  <c:v>0.122314814812853</c:v>
                </c:pt>
                <c:pt idx="10569">
                  <c:v>0.12232638888963265</c:v>
                </c:pt>
                <c:pt idx="10570">
                  <c:v>0.12233796295913635</c:v>
                </c:pt>
                <c:pt idx="10571">
                  <c:v>0.122349537035916</c:v>
                </c:pt>
                <c:pt idx="10572">
                  <c:v>0.1223611111054197</c:v>
                </c:pt>
                <c:pt idx="10573">
                  <c:v>0.12237268518219935</c:v>
                </c:pt>
                <c:pt idx="10574">
                  <c:v>0.122384259258979</c:v>
                </c:pt>
                <c:pt idx="10575">
                  <c:v>0.12239583332848269</c:v>
                </c:pt>
                <c:pt idx="10576">
                  <c:v>0.12240740740526235</c:v>
                </c:pt>
                <c:pt idx="10577">
                  <c:v>0.122418981482042</c:v>
                </c:pt>
                <c:pt idx="10578">
                  <c:v>0.12243055555154569</c:v>
                </c:pt>
                <c:pt idx="10579">
                  <c:v>0.12244212962832535</c:v>
                </c:pt>
                <c:pt idx="10580">
                  <c:v>0.12245370369782904</c:v>
                </c:pt>
                <c:pt idx="10581">
                  <c:v>0.12246527777460869</c:v>
                </c:pt>
                <c:pt idx="10582">
                  <c:v>0.12247685185138835</c:v>
                </c:pt>
                <c:pt idx="10583">
                  <c:v>0.12248842592089204</c:v>
                </c:pt>
                <c:pt idx="10584">
                  <c:v>0.12249999999767169</c:v>
                </c:pt>
                <c:pt idx="10585">
                  <c:v>0.12251157407445135</c:v>
                </c:pt>
                <c:pt idx="10586">
                  <c:v>0.12252314814395504</c:v>
                </c:pt>
                <c:pt idx="10587">
                  <c:v>0.12253472222073469</c:v>
                </c:pt>
                <c:pt idx="10588">
                  <c:v>0.12254629629751435</c:v>
                </c:pt>
                <c:pt idx="10589">
                  <c:v>0.12255787036701804</c:v>
                </c:pt>
                <c:pt idx="10590">
                  <c:v>0.12256944444379769</c:v>
                </c:pt>
                <c:pt idx="10591">
                  <c:v>0.12258101851330139</c:v>
                </c:pt>
                <c:pt idx="10592">
                  <c:v>0.12259259259008104</c:v>
                </c:pt>
                <c:pt idx="10593">
                  <c:v>0.12260416666686069</c:v>
                </c:pt>
                <c:pt idx="10594">
                  <c:v>0.12261574073636439</c:v>
                </c:pt>
                <c:pt idx="10595">
                  <c:v>0.12262731481314404</c:v>
                </c:pt>
                <c:pt idx="10596">
                  <c:v>0.12263888888992369</c:v>
                </c:pt>
                <c:pt idx="10597">
                  <c:v>0.12265046295942739</c:v>
                </c:pt>
                <c:pt idx="10598">
                  <c:v>0.12266203703620704</c:v>
                </c:pt>
                <c:pt idx="10599">
                  <c:v>0.12267361110571073</c:v>
                </c:pt>
                <c:pt idx="10600">
                  <c:v>0.12268518518249039</c:v>
                </c:pt>
                <c:pt idx="10601">
                  <c:v>0.12269675925927004</c:v>
                </c:pt>
                <c:pt idx="10602">
                  <c:v>0.12270833332877373</c:v>
                </c:pt>
                <c:pt idx="10603">
                  <c:v>0.12271990740555339</c:v>
                </c:pt>
                <c:pt idx="10604">
                  <c:v>0.12273148148233304</c:v>
                </c:pt>
                <c:pt idx="10605">
                  <c:v>0.12274305555183673</c:v>
                </c:pt>
                <c:pt idx="10606">
                  <c:v>0.12275462962861639</c:v>
                </c:pt>
                <c:pt idx="10607">
                  <c:v>0.12276620369812008</c:v>
                </c:pt>
                <c:pt idx="10608">
                  <c:v>0.12277777777489973</c:v>
                </c:pt>
                <c:pt idx="10609">
                  <c:v>0.12278935185167938</c:v>
                </c:pt>
                <c:pt idx="10610">
                  <c:v>0.12280092592118308</c:v>
                </c:pt>
                <c:pt idx="10611">
                  <c:v>0.12281249999796273</c:v>
                </c:pt>
                <c:pt idx="10612">
                  <c:v>0.12282407407474238</c:v>
                </c:pt>
                <c:pt idx="10613">
                  <c:v>0.12283564814424608</c:v>
                </c:pt>
                <c:pt idx="10614">
                  <c:v>0.12284722222102573</c:v>
                </c:pt>
                <c:pt idx="10615">
                  <c:v>0.12285879629052943</c:v>
                </c:pt>
                <c:pt idx="10616">
                  <c:v>0.12287037036730908</c:v>
                </c:pt>
                <c:pt idx="10617">
                  <c:v>0.12288194444408873</c:v>
                </c:pt>
                <c:pt idx="10618">
                  <c:v>0.12289351851359243</c:v>
                </c:pt>
                <c:pt idx="10619">
                  <c:v>0.12290509259037208</c:v>
                </c:pt>
                <c:pt idx="10620">
                  <c:v>0.12291666666715173</c:v>
                </c:pt>
                <c:pt idx="10621">
                  <c:v>0.12292824073665543</c:v>
                </c:pt>
                <c:pt idx="10622">
                  <c:v>0.12293981481343508</c:v>
                </c:pt>
                <c:pt idx="10623">
                  <c:v>0.12295138889021473</c:v>
                </c:pt>
                <c:pt idx="10624">
                  <c:v>0.12296296295971842</c:v>
                </c:pt>
                <c:pt idx="10625">
                  <c:v>0.12297453703649808</c:v>
                </c:pt>
                <c:pt idx="10626">
                  <c:v>0.12298611110600177</c:v>
                </c:pt>
                <c:pt idx="10627">
                  <c:v>0.12299768518278142</c:v>
                </c:pt>
                <c:pt idx="10628">
                  <c:v>0.12300925925956108</c:v>
                </c:pt>
                <c:pt idx="10629">
                  <c:v>0.12302083332906477</c:v>
                </c:pt>
                <c:pt idx="10630">
                  <c:v>0.12303240740584442</c:v>
                </c:pt>
                <c:pt idx="10631">
                  <c:v>0.12304398148262408</c:v>
                </c:pt>
                <c:pt idx="10632">
                  <c:v>0.12305555555212777</c:v>
                </c:pt>
                <c:pt idx="10633">
                  <c:v>0.12306712962890742</c:v>
                </c:pt>
                <c:pt idx="10634">
                  <c:v>0.12307870369841112</c:v>
                </c:pt>
                <c:pt idx="10635">
                  <c:v>0.12309027777519077</c:v>
                </c:pt>
                <c:pt idx="10636">
                  <c:v>0.12310185185197042</c:v>
                </c:pt>
                <c:pt idx="10637">
                  <c:v>0.12311342592147412</c:v>
                </c:pt>
                <c:pt idx="10638">
                  <c:v>0.12312499999825377</c:v>
                </c:pt>
                <c:pt idx="10639">
                  <c:v>0.12313657407503342</c:v>
                </c:pt>
                <c:pt idx="10640">
                  <c:v>0.12314814814453712</c:v>
                </c:pt>
                <c:pt idx="10641">
                  <c:v>0.12315972222131677</c:v>
                </c:pt>
                <c:pt idx="10642">
                  <c:v>0.12317129629082046</c:v>
                </c:pt>
                <c:pt idx="10643">
                  <c:v>0.12318287036760012</c:v>
                </c:pt>
                <c:pt idx="10644">
                  <c:v>0.12319444444437977</c:v>
                </c:pt>
                <c:pt idx="10645">
                  <c:v>0.12320601851388346</c:v>
                </c:pt>
                <c:pt idx="10646">
                  <c:v>0.12321759259066312</c:v>
                </c:pt>
                <c:pt idx="10647">
                  <c:v>0.12322916666744277</c:v>
                </c:pt>
                <c:pt idx="10648">
                  <c:v>0.12324074073694646</c:v>
                </c:pt>
                <c:pt idx="10649">
                  <c:v>0.12325231481372612</c:v>
                </c:pt>
                <c:pt idx="10650">
                  <c:v>0.12326388888322981</c:v>
                </c:pt>
                <c:pt idx="10651">
                  <c:v>0.12327546296000946</c:v>
                </c:pt>
                <c:pt idx="10652">
                  <c:v>0.12328703703678912</c:v>
                </c:pt>
                <c:pt idx="10653">
                  <c:v>0.12329861110629281</c:v>
                </c:pt>
                <c:pt idx="10654">
                  <c:v>0.12331018518307246</c:v>
                </c:pt>
                <c:pt idx="10655">
                  <c:v>0.12332175925985212</c:v>
                </c:pt>
                <c:pt idx="10656">
                  <c:v>0.12333333332935581</c:v>
                </c:pt>
                <c:pt idx="10657">
                  <c:v>0.12334490740613546</c:v>
                </c:pt>
                <c:pt idx="10658">
                  <c:v>0.12335648147563916</c:v>
                </c:pt>
                <c:pt idx="10659">
                  <c:v>0.12336805555241881</c:v>
                </c:pt>
                <c:pt idx="10660">
                  <c:v>0.12337962962919846</c:v>
                </c:pt>
                <c:pt idx="10661">
                  <c:v>0.12339120369870216</c:v>
                </c:pt>
                <c:pt idx="10662">
                  <c:v>0.12340277777548181</c:v>
                </c:pt>
                <c:pt idx="10663">
                  <c:v>0.12341435185226146</c:v>
                </c:pt>
                <c:pt idx="10664">
                  <c:v>0.12342592592176516</c:v>
                </c:pt>
                <c:pt idx="10665">
                  <c:v>0.12343749999854481</c:v>
                </c:pt>
                <c:pt idx="10666">
                  <c:v>0.12344907407532446</c:v>
                </c:pt>
                <c:pt idx="10667">
                  <c:v>0.12346064814482816</c:v>
                </c:pt>
                <c:pt idx="10668">
                  <c:v>0.12347222222160781</c:v>
                </c:pt>
                <c:pt idx="10669">
                  <c:v>0.1234837962911115</c:v>
                </c:pt>
                <c:pt idx="10670">
                  <c:v>0.12349537036789116</c:v>
                </c:pt>
                <c:pt idx="10671">
                  <c:v>0.12350694444467081</c:v>
                </c:pt>
                <c:pt idx="10672">
                  <c:v>0.1235185185141745</c:v>
                </c:pt>
                <c:pt idx="10673">
                  <c:v>0.12353009259095415</c:v>
                </c:pt>
                <c:pt idx="10674">
                  <c:v>0.12354166666773381</c:v>
                </c:pt>
                <c:pt idx="10675">
                  <c:v>0.1235532407372375</c:v>
                </c:pt>
                <c:pt idx="10676">
                  <c:v>0.12356481481401715</c:v>
                </c:pt>
                <c:pt idx="10677">
                  <c:v>0.12357638888352085</c:v>
                </c:pt>
                <c:pt idx="10678">
                  <c:v>0.1235879629603005</c:v>
                </c:pt>
                <c:pt idx="10679">
                  <c:v>0.12359953703708015</c:v>
                </c:pt>
                <c:pt idx="10680">
                  <c:v>0.12361111110658385</c:v>
                </c:pt>
                <c:pt idx="10681">
                  <c:v>0.1236226851833635</c:v>
                </c:pt>
                <c:pt idx="10682">
                  <c:v>0.12363425926014315</c:v>
                </c:pt>
                <c:pt idx="10683">
                  <c:v>0.12364583332964685</c:v>
                </c:pt>
                <c:pt idx="10684">
                  <c:v>0.1236574074064265</c:v>
                </c:pt>
                <c:pt idx="10685">
                  <c:v>0.1236689814759302</c:v>
                </c:pt>
                <c:pt idx="10686">
                  <c:v>0.12368055555270985</c:v>
                </c:pt>
                <c:pt idx="10687">
                  <c:v>0.1236921296294895</c:v>
                </c:pt>
                <c:pt idx="10688">
                  <c:v>0.12370370369899319</c:v>
                </c:pt>
                <c:pt idx="10689">
                  <c:v>0.12371527777577285</c:v>
                </c:pt>
                <c:pt idx="10690">
                  <c:v>0.1237268518525525</c:v>
                </c:pt>
                <c:pt idx="10691">
                  <c:v>0.12373842592205619</c:v>
                </c:pt>
                <c:pt idx="10692">
                  <c:v>0.12374999999883585</c:v>
                </c:pt>
                <c:pt idx="10693">
                  <c:v>0.12376157406833954</c:v>
                </c:pt>
                <c:pt idx="10694">
                  <c:v>0.12377314814511919</c:v>
                </c:pt>
                <c:pt idx="10695">
                  <c:v>0.12378472222189885</c:v>
                </c:pt>
                <c:pt idx="10696">
                  <c:v>0.12379629629140254</c:v>
                </c:pt>
                <c:pt idx="10697">
                  <c:v>0.12380787036818219</c:v>
                </c:pt>
                <c:pt idx="10698">
                  <c:v>0.12381944444496185</c:v>
                </c:pt>
                <c:pt idx="10699">
                  <c:v>0.12383101851446554</c:v>
                </c:pt>
                <c:pt idx="10700">
                  <c:v>0.12384259259124519</c:v>
                </c:pt>
                <c:pt idx="10701">
                  <c:v>0.12385416666074889</c:v>
                </c:pt>
                <c:pt idx="10702">
                  <c:v>0.12386574073752854</c:v>
                </c:pt>
                <c:pt idx="10703">
                  <c:v>0.12387731481430819</c:v>
                </c:pt>
                <c:pt idx="10704">
                  <c:v>0.12388888888381189</c:v>
                </c:pt>
                <c:pt idx="10705">
                  <c:v>0.12390046296059154</c:v>
                </c:pt>
                <c:pt idx="10706">
                  <c:v>0.12391203703737119</c:v>
                </c:pt>
                <c:pt idx="10707">
                  <c:v>0.12392361110687489</c:v>
                </c:pt>
                <c:pt idx="10708">
                  <c:v>0.12393518518365454</c:v>
                </c:pt>
                <c:pt idx="10709">
                  <c:v>0.12394675926043419</c:v>
                </c:pt>
                <c:pt idx="10710">
                  <c:v>0.12395833332993789</c:v>
                </c:pt>
                <c:pt idx="10711">
                  <c:v>0.12396990740671754</c:v>
                </c:pt>
                <c:pt idx="10712">
                  <c:v>0.12398148147622123</c:v>
                </c:pt>
                <c:pt idx="10713">
                  <c:v>0.12399305555300089</c:v>
                </c:pt>
                <c:pt idx="10714">
                  <c:v>0.12400462962978054</c:v>
                </c:pt>
                <c:pt idx="10715">
                  <c:v>0.12401620369928423</c:v>
                </c:pt>
                <c:pt idx="10716">
                  <c:v>0.12402777777606389</c:v>
                </c:pt>
                <c:pt idx="10717">
                  <c:v>0.12403935185284354</c:v>
                </c:pt>
                <c:pt idx="10718">
                  <c:v>0.12405092592234723</c:v>
                </c:pt>
                <c:pt idx="10719">
                  <c:v>0.12406249999912689</c:v>
                </c:pt>
                <c:pt idx="10720">
                  <c:v>0.12407407406863058</c:v>
                </c:pt>
                <c:pt idx="10721">
                  <c:v>0.12408564814541023</c:v>
                </c:pt>
                <c:pt idx="10722">
                  <c:v>0.12409722222218988</c:v>
                </c:pt>
                <c:pt idx="10723">
                  <c:v>0.12410879629169358</c:v>
                </c:pt>
                <c:pt idx="10724">
                  <c:v>0.12412037036847323</c:v>
                </c:pt>
                <c:pt idx="10725">
                  <c:v>0.12413194444525288</c:v>
                </c:pt>
                <c:pt idx="10726">
                  <c:v>0.12414351851475658</c:v>
                </c:pt>
                <c:pt idx="10727">
                  <c:v>0.12415509259153623</c:v>
                </c:pt>
                <c:pt idx="10728">
                  <c:v>0.12416666666103993</c:v>
                </c:pt>
                <c:pt idx="10729">
                  <c:v>0.12417824073781958</c:v>
                </c:pt>
                <c:pt idx="10730">
                  <c:v>0.12418981481459923</c:v>
                </c:pt>
                <c:pt idx="10731">
                  <c:v>0.12420138888410293</c:v>
                </c:pt>
                <c:pt idx="10732">
                  <c:v>0.12421296296088258</c:v>
                </c:pt>
                <c:pt idx="10733">
                  <c:v>0.12422453703766223</c:v>
                </c:pt>
                <c:pt idx="10734">
                  <c:v>0.12423611110716593</c:v>
                </c:pt>
                <c:pt idx="10735">
                  <c:v>0.12424768518394558</c:v>
                </c:pt>
                <c:pt idx="10736">
                  <c:v>0.12425925925344927</c:v>
                </c:pt>
                <c:pt idx="10737">
                  <c:v>0.12427083333022892</c:v>
                </c:pt>
                <c:pt idx="10738">
                  <c:v>0.12428240740700858</c:v>
                </c:pt>
                <c:pt idx="10739">
                  <c:v>0.12429398147651227</c:v>
                </c:pt>
                <c:pt idx="10740">
                  <c:v>0.12430555555329192</c:v>
                </c:pt>
                <c:pt idx="10741">
                  <c:v>0.12431712963007158</c:v>
                </c:pt>
                <c:pt idx="10742">
                  <c:v>0.12432870369957527</c:v>
                </c:pt>
                <c:pt idx="10743">
                  <c:v>0.12434027777635492</c:v>
                </c:pt>
                <c:pt idx="10744">
                  <c:v>0.12435185185313458</c:v>
                </c:pt>
                <c:pt idx="10745">
                  <c:v>0.12436342592263827</c:v>
                </c:pt>
                <c:pt idx="10746">
                  <c:v>0.12437499999941792</c:v>
                </c:pt>
                <c:pt idx="10747">
                  <c:v>0.12438657406892162</c:v>
                </c:pt>
                <c:pt idx="10748">
                  <c:v>0.12439814814570127</c:v>
                </c:pt>
                <c:pt idx="10749">
                  <c:v>0.12440972222248092</c:v>
                </c:pt>
                <c:pt idx="10750">
                  <c:v>0.12442129629198462</c:v>
                </c:pt>
                <c:pt idx="10751">
                  <c:v>0.12443287036876427</c:v>
                </c:pt>
                <c:pt idx="10752">
                  <c:v>0.12444444444554392</c:v>
                </c:pt>
                <c:pt idx="10753">
                  <c:v>0.12445601851504762</c:v>
                </c:pt>
                <c:pt idx="10754">
                  <c:v>0.12446759259182727</c:v>
                </c:pt>
                <c:pt idx="10755">
                  <c:v>0.12447916666133096</c:v>
                </c:pt>
                <c:pt idx="10756">
                  <c:v>0.12449074073811062</c:v>
                </c:pt>
                <c:pt idx="10757">
                  <c:v>0.12450231481489027</c:v>
                </c:pt>
                <c:pt idx="10758">
                  <c:v>0.12451388888439396</c:v>
                </c:pt>
                <c:pt idx="10759">
                  <c:v>0.12452546296117362</c:v>
                </c:pt>
                <c:pt idx="10760">
                  <c:v>0.12453703703795327</c:v>
                </c:pt>
                <c:pt idx="10761">
                  <c:v>0.12454861110745696</c:v>
                </c:pt>
                <c:pt idx="10762">
                  <c:v>0.12456018518423662</c:v>
                </c:pt>
                <c:pt idx="10763">
                  <c:v>0.12457175925374031</c:v>
                </c:pt>
                <c:pt idx="10764">
                  <c:v>0.12458333333051996</c:v>
                </c:pt>
                <c:pt idx="10765">
                  <c:v>0.12459490740729962</c:v>
                </c:pt>
                <c:pt idx="10766">
                  <c:v>0.12460648147680331</c:v>
                </c:pt>
                <c:pt idx="10767">
                  <c:v>0.12461805555358296</c:v>
                </c:pt>
                <c:pt idx="10768">
                  <c:v>0.12462962963036261</c:v>
                </c:pt>
                <c:pt idx="10769">
                  <c:v>0.12464120369986631</c:v>
                </c:pt>
                <c:pt idx="10770">
                  <c:v>0.12465277777664596</c:v>
                </c:pt>
                <c:pt idx="10771">
                  <c:v>0.12466435184614966</c:v>
                </c:pt>
                <c:pt idx="10772">
                  <c:v>0.12467592592292931</c:v>
                </c:pt>
                <c:pt idx="10773">
                  <c:v>0.12468749999970896</c:v>
                </c:pt>
                <c:pt idx="10774">
                  <c:v>0.12469907406921266</c:v>
                </c:pt>
                <c:pt idx="10775">
                  <c:v>0.12471064814599231</c:v>
                </c:pt>
                <c:pt idx="10776">
                  <c:v>0.12472222222277196</c:v>
                </c:pt>
                <c:pt idx="10777">
                  <c:v>0.12473379629227566</c:v>
                </c:pt>
                <c:pt idx="10778">
                  <c:v>0.12474537036905531</c:v>
                </c:pt>
                <c:pt idx="10779">
                  <c:v>0.124756944438559</c:v>
                </c:pt>
                <c:pt idx="10780">
                  <c:v>0.12476851851533866</c:v>
                </c:pt>
                <c:pt idx="10781">
                  <c:v>0.12478009259211831</c:v>
                </c:pt>
                <c:pt idx="10782">
                  <c:v>0.124791666661622</c:v>
                </c:pt>
                <c:pt idx="10783">
                  <c:v>0.12480324073840166</c:v>
                </c:pt>
                <c:pt idx="10784">
                  <c:v>0.12481481481518131</c:v>
                </c:pt>
                <c:pt idx="10785">
                  <c:v>0.124826388884685</c:v>
                </c:pt>
                <c:pt idx="10786">
                  <c:v>0.12483796296146465</c:v>
                </c:pt>
                <c:pt idx="10787">
                  <c:v>0.12484953703824431</c:v>
                </c:pt>
                <c:pt idx="10788">
                  <c:v>0.124861111107748</c:v>
                </c:pt>
                <c:pt idx="10789">
                  <c:v>0.12487268518452765</c:v>
                </c:pt>
                <c:pt idx="10790">
                  <c:v>0.12488425925403135</c:v>
                </c:pt>
                <c:pt idx="10791">
                  <c:v>0.124895833330811</c:v>
                </c:pt>
                <c:pt idx="10792">
                  <c:v>0.12490740740759065</c:v>
                </c:pt>
                <c:pt idx="10793">
                  <c:v>0.12491898147709435</c:v>
                </c:pt>
                <c:pt idx="10794">
                  <c:v>0.124930555553874</c:v>
                </c:pt>
                <c:pt idx="10795">
                  <c:v>0.12494212963065365</c:v>
                </c:pt>
                <c:pt idx="10796">
                  <c:v>0.12495370370015735</c:v>
                </c:pt>
                <c:pt idx="10797">
                  <c:v>0.124965277776937</c:v>
                </c:pt>
                <c:pt idx="10798">
                  <c:v>0.1249768518464407</c:v>
                </c:pt>
                <c:pt idx="10799">
                  <c:v>0.12498842592322035</c:v>
                </c:pt>
                <c:pt idx="10800">
                  <c:v>0.125</c:v>
                </c:pt>
                <c:pt idx="10801">
                  <c:v>0.12501157406950369</c:v>
                </c:pt>
                <c:pt idx="10802">
                  <c:v>0.12502314814628335</c:v>
                </c:pt>
                <c:pt idx="10803">
                  <c:v>0.125034722223063</c:v>
                </c:pt>
                <c:pt idx="10804">
                  <c:v>0.12504629629256669</c:v>
                </c:pt>
                <c:pt idx="10805">
                  <c:v>0.12505787036934635</c:v>
                </c:pt>
                <c:pt idx="10806">
                  <c:v>0.12506944443885004</c:v>
                </c:pt>
                <c:pt idx="10807">
                  <c:v>0.12508101851562969</c:v>
                </c:pt>
                <c:pt idx="10808">
                  <c:v>0.12509259259240935</c:v>
                </c:pt>
                <c:pt idx="10809">
                  <c:v>0.12510416666191304</c:v>
                </c:pt>
                <c:pt idx="10810">
                  <c:v>0.12511574073869269</c:v>
                </c:pt>
                <c:pt idx="10811">
                  <c:v>0.12512731481547235</c:v>
                </c:pt>
                <c:pt idx="10812">
                  <c:v>0.12513888888497604</c:v>
                </c:pt>
                <c:pt idx="10813">
                  <c:v>0.12515046296175569</c:v>
                </c:pt>
                <c:pt idx="10814">
                  <c:v>0.12516203703125939</c:v>
                </c:pt>
                <c:pt idx="10815">
                  <c:v>0.12517361110803904</c:v>
                </c:pt>
                <c:pt idx="10816">
                  <c:v>0.12518518518481869</c:v>
                </c:pt>
                <c:pt idx="10817">
                  <c:v>0.12519675925432239</c:v>
                </c:pt>
                <c:pt idx="10818">
                  <c:v>0.12520833333110204</c:v>
                </c:pt>
                <c:pt idx="10819">
                  <c:v>0.12521990740788169</c:v>
                </c:pt>
                <c:pt idx="10820">
                  <c:v>0.12523148147738539</c:v>
                </c:pt>
                <c:pt idx="10821">
                  <c:v>0.12524305555416504</c:v>
                </c:pt>
                <c:pt idx="10822">
                  <c:v>0.12525462963094469</c:v>
                </c:pt>
                <c:pt idx="10823">
                  <c:v>0.12526620370044839</c:v>
                </c:pt>
                <c:pt idx="10824">
                  <c:v>0.12527777777722804</c:v>
                </c:pt>
                <c:pt idx="10825">
                  <c:v>0.12528935184673173</c:v>
                </c:pt>
                <c:pt idx="10826">
                  <c:v>0.12530092592351139</c:v>
                </c:pt>
                <c:pt idx="10827">
                  <c:v>0.12531250000029104</c:v>
                </c:pt>
                <c:pt idx="10828">
                  <c:v>0.12532407406979473</c:v>
                </c:pt>
                <c:pt idx="10829">
                  <c:v>0.12533564814657439</c:v>
                </c:pt>
                <c:pt idx="10830">
                  <c:v>0.12534722222335404</c:v>
                </c:pt>
                <c:pt idx="10831">
                  <c:v>0.12535879629285773</c:v>
                </c:pt>
                <c:pt idx="10832">
                  <c:v>0.12537037036963739</c:v>
                </c:pt>
                <c:pt idx="10833">
                  <c:v>0.12538194443914108</c:v>
                </c:pt>
                <c:pt idx="10834">
                  <c:v>0.12539351851592073</c:v>
                </c:pt>
                <c:pt idx="10835">
                  <c:v>0.12540509259270038</c:v>
                </c:pt>
                <c:pt idx="10836">
                  <c:v>0.12541666666220408</c:v>
                </c:pt>
                <c:pt idx="10837">
                  <c:v>0.12542824073898373</c:v>
                </c:pt>
                <c:pt idx="10838">
                  <c:v>0.12543981481576338</c:v>
                </c:pt>
                <c:pt idx="10839">
                  <c:v>0.12545138888526708</c:v>
                </c:pt>
                <c:pt idx="10840">
                  <c:v>0.12546296296204673</c:v>
                </c:pt>
                <c:pt idx="10841">
                  <c:v>0.12547453703155043</c:v>
                </c:pt>
                <c:pt idx="10842">
                  <c:v>0.12548611110833008</c:v>
                </c:pt>
                <c:pt idx="10843">
                  <c:v>0.12549768518510973</c:v>
                </c:pt>
                <c:pt idx="10844">
                  <c:v>0.12550925925461343</c:v>
                </c:pt>
                <c:pt idx="10845">
                  <c:v>0.12552083333139308</c:v>
                </c:pt>
                <c:pt idx="10846">
                  <c:v>0.12553240740817273</c:v>
                </c:pt>
                <c:pt idx="10847">
                  <c:v>0.12554398147767643</c:v>
                </c:pt>
                <c:pt idx="10848">
                  <c:v>0.12555555555445608</c:v>
                </c:pt>
                <c:pt idx="10849">
                  <c:v>0.12556712962395977</c:v>
                </c:pt>
                <c:pt idx="10850">
                  <c:v>0.12557870370073942</c:v>
                </c:pt>
                <c:pt idx="10851">
                  <c:v>0.12559027777751908</c:v>
                </c:pt>
                <c:pt idx="10852">
                  <c:v>0.12560185184702277</c:v>
                </c:pt>
                <c:pt idx="10853">
                  <c:v>0.12561342592380242</c:v>
                </c:pt>
                <c:pt idx="10854">
                  <c:v>0.12562500000058208</c:v>
                </c:pt>
                <c:pt idx="10855">
                  <c:v>0.12563657407008577</c:v>
                </c:pt>
                <c:pt idx="10856">
                  <c:v>0.12564814814686542</c:v>
                </c:pt>
                <c:pt idx="10857">
                  <c:v>0.12565972221636912</c:v>
                </c:pt>
                <c:pt idx="10858">
                  <c:v>0.12567129629314877</c:v>
                </c:pt>
                <c:pt idx="10859">
                  <c:v>0.12568287036992842</c:v>
                </c:pt>
                <c:pt idx="10860">
                  <c:v>0.12569444443943212</c:v>
                </c:pt>
                <c:pt idx="10861">
                  <c:v>0.12570601851621177</c:v>
                </c:pt>
                <c:pt idx="10862">
                  <c:v>0.12571759259299142</c:v>
                </c:pt>
                <c:pt idx="10863">
                  <c:v>0.12572916666249512</c:v>
                </c:pt>
                <c:pt idx="10864">
                  <c:v>0.12574074073927477</c:v>
                </c:pt>
                <c:pt idx="10865">
                  <c:v>0.12575231481605442</c:v>
                </c:pt>
                <c:pt idx="10866">
                  <c:v>0.12576388888555812</c:v>
                </c:pt>
                <c:pt idx="10867">
                  <c:v>0.12577546296233777</c:v>
                </c:pt>
                <c:pt idx="10868">
                  <c:v>0.12578703703184146</c:v>
                </c:pt>
                <c:pt idx="10869">
                  <c:v>0.12579861110862112</c:v>
                </c:pt>
                <c:pt idx="10870">
                  <c:v>0.12581018518540077</c:v>
                </c:pt>
                <c:pt idx="10871">
                  <c:v>0.12582175925490446</c:v>
                </c:pt>
                <c:pt idx="10872">
                  <c:v>0.12583333333168412</c:v>
                </c:pt>
                <c:pt idx="10873">
                  <c:v>0.12584490740846377</c:v>
                </c:pt>
                <c:pt idx="10874">
                  <c:v>0.12585648147796746</c:v>
                </c:pt>
                <c:pt idx="10875">
                  <c:v>0.12586805555474712</c:v>
                </c:pt>
                <c:pt idx="10876">
                  <c:v>0.12587962962425081</c:v>
                </c:pt>
                <c:pt idx="10877">
                  <c:v>0.12589120370103046</c:v>
                </c:pt>
                <c:pt idx="10878">
                  <c:v>0.12590277777781012</c:v>
                </c:pt>
                <c:pt idx="10879">
                  <c:v>0.12591435184731381</c:v>
                </c:pt>
                <c:pt idx="10880">
                  <c:v>0.12592592592409346</c:v>
                </c:pt>
                <c:pt idx="10881">
                  <c:v>0.12593750000087311</c:v>
                </c:pt>
                <c:pt idx="10882">
                  <c:v>0.12594907407037681</c:v>
                </c:pt>
                <c:pt idx="10883">
                  <c:v>0.12596064814715646</c:v>
                </c:pt>
                <c:pt idx="10884">
                  <c:v>0.12597222221666016</c:v>
                </c:pt>
                <c:pt idx="10885">
                  <c:v>0.12598379629343981</c:v>
                </c:pt>
                <c:pt idx="10886">
                  <c:v>0.12599537037021946</c:v>
                </c:pt>
                <c:pt idx="10887">
                  <c:v>0.12600694443972316</c:v>
                </c:pt>
                <c:pt idx="10888">
                  <c:v>0.12601851851650281</c:v>
                </c:pt>
                <c:pt idx="10889">
                  <c:v>0.12603009259328246</c:v>
                </c:pt>
                <c:pt idx="10890">
                  <c:v>0.12604166666278616</c:v>
                </c:pt>
                <c:pt idx="10891">
                  <c:v>0.12605324073956581</c:v>
                </c:pt>
                <c:pt idx="10892">
                  <c:v>0.1260648148090695</c:v>
                </c:pt>
                <c:pt idx="10893">
                  <c:v>0.12607638888584916</c:v>
                </c:pt>
                <c:pt idx="10894">
                  <c:v>0.12608796296262881</c:v>
                </c:pt>
                <c:pt idx="10895">
                  <c:v>0.1260995370321325</c:v>
                </c:pt>
                <c:pt idx="10896">
                  <c:v>0.12611111110891216</c:v>
                </c:pt>
                <c:pt idx="10897">
                  <c:v>0.12612268518569181</c:v>
                </c:pt>
                <c:pt idx="10898">
                  <c:v>0.1261342592551955</c:v>
                </c:pt>
                <c:pt idx="10899">
                  <c:v>0.12614583333197515</c:v>
                </c:pt>
                <c:pt idx="10900">
                  <c:v>0.12615740740147885</c:v>
                </c:pt>
                <c:pt idx="10901">
                  <c:v>0.1261689814782585</c:v>
                </c:pt>
                <c:pt idx="10902">
                  <c:v>0.12618055555503815</c:v>
                </c:pt>
                <c:pt idx="10903">
                  <c:v>0.12619212962454185</c:v>
                </c:pt>
                <c:pt idx="10904">
                  <c:v>0.1262037037013215</c:v>
                </c:pt>
                <c:pt idx="10905">
                  <c:v>0.12621527777810115</c:v>
                </c:pt>
                <c:pt idx="10906">
                  <c:v>0.12622685184760485</c:v>
                </c:pt>
                <c:pt idx="10907">
                  <c:v>0.1262384259243845</c:v>
                </c:pt>
                <c:pt idx="10908">
                  <c:v>0.12625000000116415</c:v>
                </c:pt>
                <c:pt idx="10909">
                  <c:v>0.12626157407066785</c:v>
                </c:pt>
                <c:pt idx="10910">
                  <c:v>0.1262731481474475</c:v>
                </c:pt>
                <c:pt idx="10911">
                  <c:v>0.1262847222169512</c:v>
                </c:pt>
                <c:pt idx="10912">
                  <c:v>0.12629629629373085</c:v>
                </c:pt>
                <c:pt idx="10913">
                  <c:v>0.1263078703705105</c:v>
                </c:pt>
                <c:pt idx="10914">
                  <c:v>0.12631944444001419</c:v>
                </c:pt>
                <c:pt idx="10915">
                  <c:v>0.12633101851679385</c:v>
                </c:pt>
                <c:pt idx="10916">
                  <c:v>0.1263425925935735</c:v>
                </c:pt>
                <c:pt idx="10917">
                  <c:v>0.12635416666307719</c:v>
                </c:pt>
                <c:pt idx="10918">
                  <c:v>0.12636574073985685</c:v>
                </c:pt>
                <c:pt idx="10919">
                  <c:v>0.12637731480936054</c:v>
                </c:pt>
                <c:pt idx="10920">
                  <c:v>0.12638888888614019</c:v>
                </c:pt>
                <c:pt idx="10921">
                  <c:v>0.12640046296291985</c:v>
                </c:pt>
                <c:pt idx="10922">
                  <c:v>0.12641203703242354</c:v>
                </c:pt>
                <c:pt idx="10923">
                  <c:v>0.12642361110920319</c:v>
                </c:pt>
                <c:pt idx="10924">
                  <c:v>0.12643518518598285</c:v>
                </c:pt>
                <c:pt idx="10925">
                  <c:v>0.12644675925548654</c:v>
                </c:pt>
                <c:pt idx="10926">
                  <c:v>0.12645833333226619</c:v>
                </c:pt>
                <c:pt idx="10927">
                  <c:v>0.12646990740176989</c:v>
                </c:pt>
                <c:pt idx="10928">
                  <c:v>0.12648148147854954</c:v>
                </c:pt>
                <c:pt idx="10929">
                  <c:v>0.12649305555532919</c:v>
                </c:pt>
                <c:pt idx="10930">
                  <c:v>0.12650462962483289</c:v>
                </c:pt>
                <c:pt idx="10931">
                  <c:v>0.12651620370161254</c:v>
                </c:pt>
                <c:pt idx="10932">
                  <c:v>0.12652777777839219</c:v>
                </c:pt>
                <c:pt idx="10933">
                  <c:v>0.12653935184789589</c:v>
                </c:pt>
                <c:pt idx="10934">
                  <c:v>0.12655092592467554</c:v>
                </c:pt>
                <c:pt idx="10935">
                  <c:v>0.12656249999417923</c:v>
                </c:pt>
                <c:pt idx="10936">
                  <c:v>0.12657407407095889</c:v>
                </c:pt>
                <c:pt idx="10937">
                  <c:v>0.12658564814773854</c:v>
                </c:pt>
                <c:pt idx="10938">
                  <c:v>0.12659722221724223</c:v>
                </c:pt>
                <c:pt idx="10939">
                  <c:v>0.12660879629402189</c:v>
                </c:pt>
                <c:pt idx="10940">
                  <c:v>0.12662037037080154</c:v>
                </c:pt>
                <c:pt idx="10941">
                  <c:v>0.12663194444030523</c:v>
                </c:pt>
                <c:pt idx="10942">
                  <c:v>0.12664351851708489</c:v>
                </c:pt>
                <c:pt idx="10943">
                  <c:v>0.12665509259386454</c:v>
                </c:pt>
                <c:pt idx="10944">
                  <c:v>0.12666666666336823</c:v>
                </c:pt>
                <c:pt idx="10945">
                  <c:v>0.12667824074014788</c:v>
                </c:pt>
                <c:pt idx="10946">
                  <c:v>0.12668981480965158</c:v>
                </c:pt>
                <c:pt idx="10947">
                  <c:v>0.12670138888643123</c:v>
                </c:pt>
                <c:pt idx="10948">
                  <c:v>0.12671296296321088</c:v>
                </c:pt>
                <c:pt idx="10949">
                  <c:v>0.12672453703271458</c:v>
                </c:pt>
                <c:pt idx="10950">
                  <c:v>0.12673611110949423</c:v>
                </c:pt>
                <c:pt idx="10951">
                  <c:v>0.12674768518627388</c:v>
                </c:pt>
                <c:pt idx="10952">
                  <c:v>0.12675925925577758</c:v>
                </c:pt>
                <c:pt idx="10953">
                  <c:v>0.12677083333255723</c:v>
                </c:pt>
                <c:pt idx="10954">
                  <c:v>0.12678240740206093</c:v>
                </c:pt>
                <c:pt idx="10955">
                  <c:v>0.12679398147884058</c:v>
                </c:pt>
                <c:pt idx="10956">
                  <c:v>0.12680555555562023</c:v>
                </c:pt>
                <c:pt idx="10957">
                  <c:v>0.12681712962512393</c:v>
                </c:pt>
                <c:pt idx="10958">
                  <c:v>0.12682870370190358</c:v>
                </c:pt>
                <c:pt idx="10959">
                  <c:v>0.12684027777868323</c:v>
                </c:pt>
                <c:pt idx="10960">
                  <c:v>0.12685185184818693</c:v>
                </c:pt>
                <c:pt idx="10961">
                  <c:v>0.12686342592496658</c:v>
                </c:pt>
                <c:pt idx="10962">
                  <c:v>0.12687499999447027</c:v>
                </c:pt>
                <c:pt idx="10963">
                  <c:v>0.12688657407124992</c:v>
                </c:pt>
                <c:pt idx="10964">
                  <c:v>0.12689814814802958</c:v>
                </c:pt>
                <c:pt idx="10965">
                  <c:v>0.12690972221753327</c:v>
                </c:pt>
                <c:pt idx="10966">
                  <c:v>0.12692129629431292</c:v>
                </c:pt>
                <c:pt idx="10967">
                  <c:v>0.12693287037109258</c:v>
                </c:pt>
                <c:pt idx="10968">
                  <c:v>0.12694444444059627</c:v>
                </c:pt>
                <c:pt idx="10969">
                  <c:v>0.12695601851737592</c:v>
                </c:pt>
                <c:pt idx="10970">
                  <c:v>0.12696759258687962</c:v>
                </c:pt>
                <c:pt idx="10971">
                  <c:v>0.12697916666365927</c:v>
                </c:pt>
                <c:pt idx="10972">
                  <c:v>0.12699074074043892</c:v>
                </c:pt>
                <c:pt idx="10973">
                  <c:v>0.12700231480994262</c:v>
                </c:pt>
                <c:pt idx="10974">
                  <c:v>0.12701388888672227</c:v>
                </c:pt>
                <c:pt idx="10975">
                  <c:v>0.12702546296350192</c:v>
                </c:pt>
                <c:pt idx="10976">
                  <c:v>0.12703703703300562</c:v>
                </c:pt>
                <c:pt idx="10977">
                  <c:v>0.12704861110978527</c:v>
                </c:pt>
                <c:pt idx="10978">
                  <c:v>0.12706018517928896</c:v>
                </c:pt>
                <c:pt idx="10979">
                  <c:v>0.12707175925606862</c:v>
                </c:pt>
                <c:pt idx="10980">
                  <c:v>0.12708333333284827</c:v>
                </c:pt>
                <c:pt idx="10981">
                  <c:v>0.12709490740235196</c:v>
                </c:pt>
                <c:pt idx="10982">
                  <c:v>0.12710648147913162</c:v>
                </c:pt>
                <c:pt idx="10983">
                  <c:v>0.12711805555591127</c:v>
                </c:pt>
                <c:pt idx="10984">
                  <c:v>0.12712962962541496</c:v>
                </c:pt>
                <c:pt idx="10985">
                  <c:v>0.12714120370219462</c:v>
                </c:pt>
                <c:pt idx="10986">
                  <c:v>0.12715277777897427</c:v>
                </c:pt>
                <c:pt idx="10987">
                  <c:v>0.12716435184847796</c:v>
                </c:pt>
                <c:pt idx="10988">
                  <c:v>0.12717592592525762</c:v>
                </c:pt>
                <c:pt idx="10989">
                  <c:v>0.12718749999476131</c:v>
                </c:pt>
                <c:pt idx="10990">
                  <c:v>0.12719907407154096</c:v>
                </c:pt>
                <c:pt idx="10991">
                  <c:v>0.12721064814832062</c:v>
                </c:pt>
                <c:pt idx="10992">
                  <c:v>0.12722222221782431</c:v>
                </c:pt>
                <c:pt idx="10993">
                  <c:v>0.12723379629460396</c:v>
                </c:pt>
                <c:pt idx="10994">
                  <c:v>0.12724537037138361</c:v>
                </c:pt>
                <c:pt idx="10995">
                  <c:v>0.12725694444088731</c:v>
                </c:pt>
                <c:pt idx="10996">
                  <c:v>0.12726851851766696</c:v>
                </c:pt>
                <c:pt idx="10997">
                  <c:v>0.12728009258717066</c:v>
                </c:pt>
                <c:pt idx="10998">
                  <c:v>0.12729166666395031</c:v>
                </c:pt>
                <c:pt idx="10999">
                  <c:v>0.12730324074072996</c:v>
                </c:pt>
                <c:pt idx="11000">
                  <c:v>0.12731481481023366</c:v>
                </c:pt>
                <c:pt idx="11001">
                  <c:v>0.12732638888701331</c:v>
                </c:pt>
                <c:pt idx="11002">
                  <c:v>0.12733796296379296</c:v>
                </c:pt>
                <c:pt idx="11003">
                  <c:v>0.12734953703329666</c:v>
                </c:pt>
                <c:pt idx="11004">
                  <c:v>0.12736111111007631</c:v>
                </c:pt>
                <c:pt idx="11005">
                  <c:v>0.12737268517958</c:v>
                </c:pt>
                <c:pt idx="11006">
                  <c:v>0.12738425925635966</c:v>
                </c:pt>
                <c:pt idx="11007">
                  <c:v>0.12739583333313931</c:v>
                </c:pt>
                <c:pt idx="11008">
                  <c:v>0.127407407402643</c:v>
                </c:pt>
                <c:pt idx="11009">
                  <c:v>0.12741898147942265</c:v>
                </c:pt>
                <c:pt idx="11010">
                  <c:v>0.12743055555620231</c:v>
                </c:pt>
                <c:pt idx="11011">
                  <c:v>0.127442129625706</c:v>
                </c:pt>
                <c:pt idx="11012">
                  <c:v>0.12745370370248565</c:v>
                </c:pt>
                <c:pt idx="11013">
                  <c:v>0.12746527777198935</c:v>
                </c:pt>
                <c:pt idx="11014">
                  <c:v>0.127476851848769</c:v>
                </c:pt>
                <c:pt idx="11015">
                  <c:v>0.12748842592554865</c:v>
                </c:pt>
                <c:pt idx="11016">
                  <c:v>0.12749999999505235</c:v>
                </c:pt>
                <c:pt idx="11017">
                  <c:v>0.127511574071832</c:v>
                </c:pt>
                <c:pt idx="11018">
                  <c:v>0.12752314814861165</c:v>
                </c:pt>
                <c:pt idx="11019">
                  <c:v>0.12753472221811535</c:v>
                </c:pt>
                <c:pt idx="11020">
                  <c:v>0.127546296294895</c:v>
                </c:pt>
                <c:pt idx="11021">
                  <c:v>0.12755787037167465</c:v>
                </c:pt>
                <c:pt idx="11022">
                  <c:v>0.12756944444117835</c:v>
                </c:pt>
                <c:pt idx="11023">
                  <c:v>0.127581018517958</c:v>
                </c:pt>
                <c:pt idx="11024">
                  <c:v>0.1275925925874617</c:v>
                </c:pt>
                <c:pt idx="11025">
                  <c:v>0.12760416666424135</c:v>
                </c:pt>
                <c:pt idx="11026">
                  <c:v>0.127615740741021</c:v>
                </c:pt>
                <c:pt idx="11027">
                  <c:v>0.12762731481052469</c:v>
                </c:pt>
                <c:pt idx="11028">
                  <c:v>0.12763888888730435</c:v>
                </c:pt>
                <c:pt idx="11029">
                  <c:v>0.127650462964084</c:v>
                </c:pt>
                <c:pt idx="11030">
                  <c:v>0.12766203703358769</c:v>
                </c:pt>
                <c:pt idx="11031">
                  <c:v>0.12767361111036735</c:v>
                </c:pt>
                <c:pt idx="11032">
                  <c:v>0.12768518517987104</c:v>
                </c:pt>
                <c:pt idx="11033">
                  <c:v>0.12769675925665069</c:v>
                </c:pt>
                <c:pt idx="11034">
                  <c:v>0.12770833333343035</c:v>
                </c:pt>
                <c:pt idx="11035">
                  <c:v>0.12771990740293404</c:v>
                </c:pt>
                <c:pt idx="11036">
                  <c:v>0.12773148147971369</c:v>
                </c:pt>
                <c:pt idx="11037">
                  <c:v>0.12774305555649335</c:v>
                </c:pt>
                <c:pt idx="11038">
                  <c:v>0.12775462962599704</c:v>
                </c:pt>
                <c:pt idx="11039">
                  <c:v>0.12776620370277669</c:v>
                </c:pt>
                <c:pt idx="11040">
                  <c:v>0.12777777777228039</c:v>
                </c:pt>
                <c:pt idx="11041">
                  <c:v>0.12778935184906004</c:v>
                </c:pt>
                <c:pt idx="11042">
                  <c:v>0.12780092592583969</c:v>
                </c:pt>
                <c:pt idx="11043">
                  <c:v>0.12781249999534339</c:v>
                </c:pt>
                <c:pt idx="11044">
                  <c:v>0.12782407407212304</c:v>
                </c:pt>
                <c:pt idx="11045">
                  <c:v>0.12783564814890269</c:v>
                </c:pt>
                <c:pt idx="11046">
                  <c:v>0.12784722221840639</c:v>
                </c:pt>
                <c:pt idx="11047">
                  <c:v>0.12785879629518604</c:v>
                </c:pt>
                <c:pt idx="11048">
                  <c:v>0.12787037036468973</c:v>
                </c:pt>
                <c:pt idx="11049">
                  <c:v>0.12788194444146939</c:v>
                </c:pt>
                <c:pt idx="11050">
                  <c:v>0.12789351851824904</c:v>
                </c:pt>
                <c:pt idx="11051">
                  <c:v>0.12790509258775273</c:v>
                </c:pt>
                <c:pt idx="11052">
                  <c:v>0.12791666666453239</c:v>
                </c:pt>
                <c:pt idx="11053">
                  <c:v>0.12792824074131204</c:v>
                </c:pt>
                <c:pt idx="11054">
                  <c:v>0.12793981481081573</c:v>
                </c:pt>
                <c:pt idx="11055">
                  <c:v>0.12795138888759539</c:v>
                </c:pt>
                <c:pt idx="11056">
                  <c:v>0.12796296295709908</c:v>
                </c:pt>
                <c:pt idx="11057">
                  <c:v>0.12797453703387873</c:v>
                </c:pt>
                <c:pt idx="11058">
                  <c:v>0.12798611111065838</c:v>
                </c:pt>
                <c:pt idx="11059">
                  <c:v>0.12799768518016208</c:v>
                </c:pt>
                <c:pt idx="11060">
                  <c:v>0.12800925925694173</c:v>
                </c:pt>
                <c:pt idx="11061">
                  <c:v>0.12802083333372138</c:v>
                </c:pt>
                <c:pt idx="11062">
                  <c:v>0.12803240740322508</c:v>
                </c:pt>
                <c:pt idx="11063">
                  <c:v>0.12804398148000473</c:v>
                </c:pt>
                <c:pt idx="11064">
                  <c:v>0.12805555555678438</c:v>
                </c:pt>
                <c:pt idx="11065">
                  <c:v>0.12806712962628808</c:v>
                </c:pt>
                <c:pt idx="11066">
                  <c:v>0.12807870370306773</c:v>
                </c:pt>
                <c:pt idx="11067">
                  <c:v>0.12809027777257143</c:v>
                </c:pt>
                <c:pt idx="11068">
                  <c:v>0.12810185184935108</c:v>
                </c:pt>
                <c:pt idx="11069">
                  <c:v>0.12811342592613073</c:v>
                </c:pt>
                <c:pt idx="11070">
                  <c:v>0.12812499999563443</c:v>
                </c:pt>
                <c:pt idx="11071">
                  <c:v>0.12813657407241408</c:v>
                </c:pt>
                <c:pt idx="11072">
                  <c:v>0.12814814814919373</c:v>
                </c:pt>
                <c:pt idx="11073">
                  <c:v>0.12815972221869742</c:v>
                </c:pt>
                <c:pt idx="11074">
                  <c:v>0.12817129629547708</c:v>
                </c:pt>
                <c:pt idx="11075">
                  <c:v>0.12818287036498077</c:v>
                </c:pt>
                <c:pt idx="11076">
                  <c:v>0.12819444444176042</c:v>
                </c:pt>
                <c:pt idx="11077">
                  <c:v>0.12820601851854008</c:v>
                </c:pt>
                <c:pt idx="11078">
                  <c:v>0.12821759258804377</c:v>
                </c:pt>
                <c:pt idx="11079">
                  <c:v>0.12822916666482342</c:v>
                </c:pt>
                <c:pt idx="11080">
                  <c:v>0.12824074074160308</c:v>
                </c:pt>
                <c:pt idx="11081">
                  <c:v>0.12825231481110677</c:v>
                </c:pt>
                <c:pt idx="11082">
                  <c:v>0.12826388888788642</c:v>
                </c:pt>
                <c:pt idx="11083">
                  <c:v>0.12827546295739012</c:v>
                </c:pt>
                <c:pt idx="11084">
                  <c:v>0.12828703703416977</c:v>
                </c:pt>
                <c:pt idx="11085">
                  <c:v>0.12829861111094942</c:v>
                </c:pt>
                <c:pt idx="11086">
                  <c:v>0.12831018518045312</c:v>
                </c:pt>
                <c:pt idx="11087">
                  <c:v>0.12832175925723277</c:v>
                </c:pt>
                <c:pt idx="11088">
                  <c:v>0.12833333333401242</c:v>
                </c:pt>
                <c:pt idx="11089">
                  <c:v>0.12834490740351612</c:v>
                </c:pt>
                <c:pt idx="11090">
                  <c:v>0.12835648148029577</c:v>
                </c:pt>
                <c:pt idx="11091">
                  <c:v>0.12836805554979946</c:v>
                </c:pt>
                <c:pt idx="11092">
                  <c:v>0.12837962962657912</c:v>
                </c:pt>
                <c:pt idx="11093">
                  <c:v>0.12839120370335877</c:v>
                </c:pt>
                <c:pt idx="11094">
                  <c:v>0.12840277777286246</c:v>
                </c:pt>
                <c:pt idx="11095">
                  <c:v>0.12841435184964212</c:v>
                </c:pt>
                <c:pt idx="11096">
                  <c:v>0.12842592592642177</c:v>
                </c:pt>
                <c:pt idx="11097">
                  <c:v>0.12843749999592546</c:v>
                </c:pt>
                <c:pt idx="11098">
                  <c:v>0.12844907407270512</c:v>
                </c:pt>
                <c:pt idx="11099">
                  <c:v>0.12846064814948477</c:v>
                </c:pt>
                <c:pt idx="11100">
                  <c:v>0.12847222221898846</c:v>
                </c:pt>
                <c:pt idx="11101">
                  <c:v>0.12848379629576812</c:v>
                </c:pt>
                <c:pt idx="11102">
                  <c:v>0.12849537036527181</c:v>
                </c:pt>
                <c:pt idx="11103">
                  <c:v>0.12850694444205146</c:v>
                </c:pt>
                <c:pt idx="11104">
                  <c:v>0.12851851851883112</c:v>
                </c:pt>
                <c:pt idx="11105">
                  <c:v>0.12853009258833481</c:v>
                </c:pt>
                <c:pt idx="11106">
                  <c:v>0.12854166666511446</c:v>
                </c:pt>
                <c:pt idx="11107">
                  <c:v>0.12855324074189411</c:v>
                </c:pt>
                <c:pt idx="11108">
                  <c:v>0.12856481481139781</c:v>
                </c:pt>
                <c:pt idx="11109">
                  <c:v>0.12857638888817746</c:v>
                </c:pt>
                <c:pt idx="11110">
                  <c:v>0.12858796295768116</c:v>
                </c:pt>
                <c:pt idx="11111">
                  <c:v>0.12859953703446081</c:v>
                </c:pt>
                <c:pt idx="11112">
                  <c:v>0.12861111111124046</c:v>
                </c:pt>
                <c:pt idx="11113">
                  <c:v>0.12862268518074416</c:v>
                </c:pt>
                <c:pt idx="11114">
                  <c:v>0.12863425925752381</c:v>
                </c:pt>
                <c:pt idx="11115">
                  <c:v>0.12864583333430346</c:v>
                </c:pt>
                <c:pt idx="11116">
                  <c:v>0.12865740740380716</c:v>
                </c:pt>
                <c:pt idx="11117">
                  <c:v>0.12866898148058681</c:v>
                </c:pt>
                <c:pt idx="11118">
                  <c:v>0.1286805555500905</c:v>
                </c:pt>
                <c:pt idx="11119">
                  <c:v>0.12869212962687016</c:v>
                </c:pt>
                <c:pt idx="11120">
                  <c:v>0.12870370370364981</c:v>
                </c:pt>
                <c:pt idx="11121">
                  <c:v>0.1287152777731535</c:v>
                </c:pt>
                <c:pt idx="11122">
                  <c:v>0.12872685184993315</c:v>
                </c:pt>
                <c:pt idx="11123">
                  <c:v>0.12873842592671281</c:v>
                </c:pt>
                <c:pt idx="11124">
                  <c:v>0.1287499999962165</c:v>
                </c:pt>
                <c:pt idx="11125">
                  <c:v>0.12876157407299615</c:v>
                </c:pt>
                <c:pt idx="11126">
                  <c:v>0.12877314814249985</c:v>
                </c:pt>
                <c:pt idx="11127">
                  <c:v>0.1287847222192795</c:v>
                </c:pt>
                <c:pt idx="11128">
                  <c:v>0.12879629629605915</c:v>
                </c:pt>
                <c:pt idx="11129">
                  <c:v>0.12880787036556285</c:v>
                </c:pt>
                <c:pt idx="11130">
                  <c:v>0.1288194444423425</c:v>
                </c:pt>
                <c:pt idx="11131">
                  <c:v>0.12883101851912215</c:v>
                </c:pt>
                <c:pt idx="11132">
                  <c:v>0.12884259258862585</c:v>
                </c:pt>
                <c:pt idx="11133">
                  <c:v>0.1288541666654055</c:v>
                </c:pt>
                <c:pt idx="11134">
                  <c:v>0.1288657407349092</c:v>
                </c:pt>
                <c:pt idx="11135">
                  <c:v>0.12887731481168885</c:v>
                </c:pt>
                <c:pt idx="11136">
                  <c:v>0.1288888888884685</c:v>
                </c:pt>
                <c:pt idx="11137">
                  <c:v>0.12890046295797219</c:v>
                </c:pt>
                <c:pt idx="11138">
                  <c:v>0.12891203703475185</c:v>
                </c:pt>
                <c:pt idx="11139">
                  <c:v>0.1289236111115315</c:v>
                </c:pt>
                <c:pt idx="11140">
                  <c:v>0.12893518518103519</c:v>
                </c:pt>
                <c:pt idx="11141">
                  <c:v>0.12894675925781485</c:v>
                </c:pt>
                <c:pt idx="11142">
                  <c:v>0.1289583333345945</c:v>
                </c:pt>
                <c:pt idx="11143">
                  <c:v>0.12896990740409819</c:v>
                </c:pt>
                <c:pt idx="11144">
                  <c:v>0.12898148148087785</c:v>
                </c:pt>
                <c:pt idx="11145">
                  <c:v>0.12899305555038154</c:v>
                </c:pt>
                <c:pt idx="11146">
                  <c:v>0.12900462962716119</c:v>
                </c:pt>
                <c:pt idx="11147">
                  <c:v>0.12901620370394085</c:v>
                </c:pt>
                <c:pt idx="11148">
                  <c:v>0.12902777777344454</c:v>
                </c:pt>
                <c:pt idx="11149">
                  <c:v>0.12903935185022419</c:v>
                </c:pt>
                <c:pt idx="11150">
                  <c:v>0.12905092592700385</c:v>
                </c:pt>
                <c:pt idx="11151">
                  <c:v>0.12906249999650754</c:v>
                </c:pt>
                <c:pt idx="11152">
                  <c:v>0.12907407407328719</c:v>
                </c:pt>
                <c:pt idx="11153">
                  <c:v>0.12908564814279089</c:v>
                </c:pt>
                <c:pt idx="11154">
                  <c:v>0.12909722221957054</c:v>
                </c:pt>
                <c:pt idx="11155">
                  <c:v>0.12910879629635019</c:v>
                </c:pt>
                <c:pt idx="11156">
                  <c:v>0.12912037036585389</c:v>
                </c:pt>
                <c:pt idx="11157">
                  <c:v>0.12913194444263354</c:v>
                </c:pt>
                <c:pt idx="11158">
                  <c:v>0.12914351851941319</c:v>
                </c:pt>
                <c:pt idx="11159">
                  <c:v>0.12915509258891689</c:v>
                </c:pt>
                <c:pt idx="11160">
                  <c:v>0.12916666666569654</c:v>
                </c:pt>
                <c:pt idx="11161">
                  <c:v>0.12917824073520023</c:v>
                </c:pt>
                <c:pt idx="11162">
                  <c:v>0.12918981481197989</c:v>
                </c:pt>
                <c:pt idx="11163">
                  <c:v>0.12920138888875954</c:v>
                </c:pt>
                <c:pt idx="11164">
                  <c:v>0.12921296295826323</c:v>
                </c:pt>
                <c:pt idx="11165">
                  <c:v>0.12922453703504289</c:v>
                </c:pt>
                <c:pt idx="11166">
                  <c:v>0.12923611111182254</c:v>
                </c:pt>
                <c:pt idx="11167">
                  <c:v>0.12924768518132623</c:v>
                </c:pt>
                <c:pt idx="11168">
                  <c:v>0.12925925925810589</c:v>
                </c:pt>
                <c:pt idx="11169">
                  <c:v>0.12927083332760958</c:v>
                </c:pt>
                <c:pt idx="11170">
                  <c:v>0.12928240740438923</c:v>
                </c:pt>
                <c:pt idx="11171">
                  <c:v>0.12929398148116888</c:v>
                </c:pt>
                <c:pt idx="11172">
                  <c:v>0.12930555555067258</c:v>
                </c:pt>
                <c:pt idx="11173">
                  <c:v>0.12931712962745223</c:v>
                </c:pt>
                <c:pt idx="11174">
                  <c:v>0.12932870370423188</c:v>
                </c:pt>
                <c:pt idx="11175">
                  <c:v>0.12934027777373558</c:v>
                </c:pt>
                <c:pt idx="11176">
                  <c:v>0.12935185185051523</c:v>
                </c:pt>
                <c:pt idx="11177">
                  <c:v>0.12936342592001893</c:v>
                </c:pt>
                <c:pt idx="11178">
                  <c:v>0.12937499999679858</c:v>
                </c:pt>
                <c:pt idx="11179">
                  <c:v>0.12938657407357823</c:v>
                </c:pt>
                <c:pt idx="11180">
                  <c:v>0.12939814814308193</c:v>
                </c:pt>
                <c:pt idx="11181">
                  <c:v>0.12940972221986158</c:v>
                </c:pt>
                <c:pt idx="11182">
                  <c:v>0.12942129629664123</c:v>
                </c:pt>
                <c:pt idx="11183">
                  <c:v>0.12943287036614493</c:v>
                </c:pt>
                <c:pt idx="11184">
                  <c:v>0.12944444444292458</c:v>
                </c:pt>
                <c:pt idx="11185">
                  <c:v>0.12945601851970423</c:v>
                </c:pt>
                <c:pt idx="11186">
                  <c:v>0.12946759258920792</c:v>
                </c:pt>
                <c:pt idx="11187">
                  <c:v>0.12947916666598758</c:v>
                </c:pt>
                <c:pt idx="11188">
                  <c:v>0.12949074073549127</c:v>
                </c:pt>
                <c:pt idx="11189">
                  <c:v>0.12950231481227092</c:v>
                </c:pt>
                <c:pt idx="11190">
                  <c:v>0.12951388888905058</c:v>
                </c:pt>
                <c:pt idx="11191">
                  <c:v>0.12952546295855427</c:v>
                </c:pt>
                <c:pt idx="11192">
                  <c:v>0.12953703703533392</c:v>
                </c:pt>
                <c:pt idx="11193">
                  <c:v>0.12954861111211358</c:v>
                </c:pt>
                <c:pt idx="11194">
                  <c:v>0.12956018518161727</c:v>
                </c:pt>
                <c:pt idx="11195">
                  <c:v>0.12957175925839692</c:v>
                </c:pt>
                <c:pt idx="11196">
                  <c:v>0.12958333332790062</c:v>
                </c:pt>
                <c:pt idx="11197">
                  <c:v>0.12959490740468027</c:v>
                </c:pt>
                <c:pt idx="11198">
                  <c:v>0.12960648148145992</c:v>
                </c:pt>
                <c:pt idx="11199">
                  <c:v>0.12961805555096362</c:v>
                </c:pt>
                <c:pt idx="11200">
                  <c:v>0.12962962962774327</c:v>
                </c:pt>
                <c:pt idx="11201">
                  <c:v>0.12964120370452292</c:v>
                </c:pt>
                <c:pt idx="11202">
                  <c:v>0.12965277777402662</c:v>
                </c:pt>
                <c:pt idx="11203">
                  <c:v>0.12966435185080627</c:v>
                </c:pt>
                <c:pt idx="11204">
                  <c:v>0.12967592592030996</c:v>
                </c:pt>
                <c:pt idx="11205">
                  <c:v>0.12968749999708962</c:v>
                </c:pt>
                <c:pt idx="11206">
                  <c:v>0.12969907407386927</c:v>
                </c:pt>
                <c:pt idx="11207">
                  <c:v>0.12971064814337296</c:v>
                </c:pt>
                <c:pt idx="11208">
                  <c:v>0.12972222222015262</c:v>
                </c:pt>
                <c:pt idx="11209">
                  <c:v>0.12973379629693227</c:v>
                </c:pt>
                <c:pt idx="11210">
                  <c:v>0.12974537036643596</c:v>
                </c:pt>
                <c:pt idx="11211">
                  <c:v>0.12975694444321562</c:v>
                </c:pt>
                <c:pt idx="11212">
                  <c:v>0.12976851851271931</c:v>
                </c:pt>
                <c:pt idx="11213">
                  <c:v>0.12978009258949896</c:v>
                </c:pt>
                <c:pt idx="11214">
                  <c:v>0.12979166666627862</c:v>
                </c:pt>
                <c:pt idx="11215">
                  <c:v>0.12980324073578231</c:v>
                </c:pt>
                <c:pt idx="11216">
                  <c:v>0.12981481481256196</c:v>
                </c:pt>
                <c:pt idx="11217">
                  <c:v>0.12982638888934162</c:v>
                </c:pt>
                <c:pt idx="11218">
                  <c:v>0.12983796295884531</c:v>
                </c:pt>
                <c:pt idx="11219">
                  <c:v>0.12984953703562496</c:v>
                </c:pt>
                <c:pt idx="11220">
                  <c:v>0.12986111111240461</c:v>
                </c:pt>
                <c:pt idx="11221">
                  <c:v>0.12987268518190831</c:v>
                </c:pt>
                <c:pt idx="11222">
                  <c:v>0.12988425925868796</c:v>
                </c:pt>
                <c:pt idx="11223">
                  <c:v>0.12989583332819166</c:v>
                </c:pt>
                <c:pt idx="11224">
                  <c:v>0.12990740740497131</c:v>
                </c:pt>
                <c:pt idx="11225">
                  <c:v>0.12991898148175096</c:v>
                </c:pt>
                <c:pt idx="11226">
                  <c:v>0.12993055555125466</c:v>
                </c:pt>
                <c:pt idx="11227">
                  <c:v>0.12994212962803431</c:v>
                </c:pt>
                <c:pt idx="11228">
                  <c:v>0.12995370370481396</c:v>
                </c:pt>
                <c:pt idx="11229">
                  <c:v>0.12996527777431766</c:v>
                </c:pt>
                <c:pt idx="11230">
                  <c:v>0.12997685185109731</c:v>
                </c:pt>
                <c:pt idx="11231">
                  <c:v>0.129988425920601</c:v>
                </c:pt>
                <c:pt idx="11232">
                  <c:v>0.12999999999738066</c:v>
                </c:pt>
                <c:pt idx="11233">
                  <c:v>0.13001157407416031</c:v>
                </c:pt>
                <c:pt idx="11234">
                  <c:v>0.130023148143664</c:v>
                </c:pt>
                <c:pt idx="11235">
                  <c:v>0.13003472222044365</c:v>
                </c:pt>
                <c:pt idx="11236">
                  <c:v>0.13004629629722331</c:v>
                </c:pt>
                <c:pt idx="11237">
                  <c:v>0.130057870366727</c:v>
                </c:pt>
                <c:pt idx="11238">
                  <c:v>0.13006944444350665</c:v>
                </c:pt>
                <c:pt idx="11239">
                  <c:v>0.13008101851301035</c:v>
                </c:pt>
                <c:pt idx="11240">
                  <c:v>0.13009259258979</c:v>
                </c:pt>
                <c:pt idx="11241">
                  <c:v>0.13010416666656965</c:v>
                </c:pt>
                <c:pt idx="11242">
                  <c:v>0.13011574073607335</c:v>
                </c:pt>
                <c:pt idx="11243">
                  <c:v>0.130127314812853</c:v>
                </c:pt>
                <c:pt idx="11244">
                  <c:v>0.13013888888963265</c:v>
                </c:pt>
                <c:pt idx="11245">
                  <c:v>0.13015046295913635</c:v>
                </c:pt>
                <c:pt idx="11246">
                  <c:v>0.130162037035916</c:v>
                </c:pt>
                <c:pt idx="11247">
                  <c:v>0.1301736111054197</c:v>
                </c:pt>
                <c:pt idx="11248">
                  <c:v>0.13018518518219935</c:v>
                </c:pt>
                <c:pt idx="11249">
                  <c:v>0.130196759258979</c:v>
                </c:pt>
                <c:pt idx="11250">
                  <c:v>0.13020833332848269</c:v>
                </c:pt>
                <c:pt idx="11251">
                  <c:v>0.13021990740526235</c:v>
                </c:pt>
                <c:pt idx="11252">
                  <c:v>0.130231481482042</c:v>
                </c:pt>
                <c:pt idx="11253">
                  <c:v>0.13024305555154569</c:v>
                </c:pt>
                <c:pt idx="11254">
                  <c:v>0.13025462962832535</c:v>
                </c:pt>
                <c:pt idx="11255">
                  <c:v>0.13026620369782904</c:v>
                </c:pt>
                <c:pt idx="11256">
                  <c:v>0.13027777777460869</c:v>
                </c:pt>
                <c:pt idx="11257">
                  <c:v>0.13028935185138835</c:v>
                </c:pt>
                <c:pt idx="11258">
                  <c:v>0.13030092592089204</c:v>
                </c:pt>
                <c:pt idx="11259">
                  <c:v>0.13031249999767169</c:v>
                </c:pt>
                <c:pt idx="11260">
                  <c:v>0.13032407407445135</c:v>
                </c:pt>
                <c:pt idx="11261">
                  <c:v>0.13033564814395504</c:v>
                </c:pt>
                <c:pt idx="11262">
                  <c:v>0.13034722222073469</c:v>
                </c:pt>
                <c:pt idx="11263">
                  <c:v>0.13035879629751435</c:v>
                </c:pt>
                <c:pt idx="11264">
                  <c:v>0.13037037036701804</c:v>
                </c:pt>
                <c:pt idx="11265">
                  <c:v>0.13038194444379769</c:v>
                </c:pt>
                <c:pt idx="11266">
                  <c:v>0.13039351851330139</c:v>
                </c:pt>
                <c:pt idx="11267">
                  <c:v>0.13040509259008104</c:v>
                </c:pt>
                <c:pt idx="11268">
                  <c:v>0.13041666666686069</c:v>
                </c:pt>
                <c:pt idx="11269">
                  <c:v>0.13042824073636439</c:v>
                </c:pt>
                <c:pt idx="11270">
                  <c:v>0.13043981481314404</c:v>
                </c:pt>
                <c:pt idx="11271">
                  <c:v>0.13045138888992369</c:v>
                </c:pt>
                <c:pt idx="11272">
                  <c:v>0.13046296295942739</c:v>
                </c:pt>
                <c:pt idx="11273">
                  <c:v>0.13047453703620704</c:v>
                </c:pt>
                <c:pt idx="11274">
                  <c:v>0.13048611110571073</c:v>
                </c:pt>
                <c:pt idx="11275">
                  <c:v>0.13049768518249039</c:v>
                </c:pt>
                <c:pt idx="11276">
                  <c:v>0.13050925925927004</c:v>
                </c:pt>
                <c:pt idx="11277">
                  <c:v>0.13052083332877373</c:v>
                </c:pt>
                <c:pt idx="11278">
                  <c:v>0.13053240740555339</c:v>
                </c:pt>
                <c:pt idx="11279">
                  <c:v>0.13054398148233304</c:v>
                </c:pt>
                <c:pt idx="11280">
                  <c:v>0.13055555555183673</c:v>
                </c:pt>
                <c:pt idx="11281">
                  <c:v>0.13056712962861639</c:v>
                </c:pt>
                <c:pt idx="11282">
                  <c:v>0.13057870369812008</c:v>
                </c:pt>
                <c:pt idx="11283">
                  <c:v>0.13059027777489973</c:v>
                </c:pt>
                <c:pt idx="11284">
                  <c:v>0.13060185185167938</c:v>
                </c:pt>
                <c:pt idx="11285">
                  <c:v>0.13061342592118308</c:v>
                </c:pt>
                <c:pt idx="11286">
                  <c:v>0.13062499999796273</c:v>
                </c:pt>
                <c:pt idx="11287">
                  <c:v>0.13063657407474238</c:v>
                </c:pt>
                <c:pt idx="11288">
                  <c:v>0.13064814814424608</c:v>
                </c:pt>
                <c:pt idx="11289">
                  <c:v>0.13065972222102573</c:v>
                </c:pt>
                <c:pt idx="11290">
                  <c:v>0.13067129629052943</c:v>
                </c:pt>
                <c:pt idx="11291">
                  <c:v>0.13068287036730908</c:v>
                </c:pt>
                <c:pt idx="11292">
                  <c:v>0.13069444444408873</c:v>
                </c:pt>
                <c:pt idx="11293">
                  <c:v>0.13070601851359243</c:v>
                </c:pt>
                <c:pt idx="11294">
                  <c:v>0.13071759259037208</c:v>
                </c:pt>
                <c:pt idx="11295">
                  <c:v>0.13072916666715173</c:v>
                </c:pt>
                <c:pt idx="11296">
                  <c:v>0.13074074073665543</c:v>
                </c:pt>
                <c:pt idx="11297">
                  <c:v>0.13075231481343508</c:v>
                </c:pt>
                <c:pt idx="11298">
                  <c:v>0.13076388889021473</c:v>
                </c:pt>
                <c:pt idx="11299">
                  <c:v>0.13077546295971842</c:v>
                </c:pt>
                <c:pt idx="11300">
                  <c:v>0.13078703703649808</c:v>
                </c:pt>
                <c:pt idx="11301">
                  <c:v>0.13079861110600177</c:v>
                </c:pt>
                <c:pt idx="11302">
                  <c:v>0.13081018518278142</c:v>
                </c:pt>
                <c:pt idx="11303">
                  <c:v>0.13082175925956108</c:v>
                </c:pt>
                <c:pt idx="11304">
                  <c:v>0.13083333332906477</c:v>
                </c:pt>
                <c:pt idx="11305">
                  <c:v>0.13084490740584442</c:v>
                </c:pt>
                <c:pt idx="11306">
                  <c:v>0.13085648148262408</c:v>
                </c:pt>
                <c:pt idx="11307">
                  <c:v>0.13086805555212777</c:v>
                </c:pt>
                <c:pt idx="11308">
                  <c:v>0.13087962962890742</c:v>
                </c:pt>
                <c:pt idx="11309">
                  <c:v>0.13089120369841112</c:v>
                </c:pt>
                <c:pt idx="11310">
                  <c:v>0.13090277777519077</c:v>
                </c:pt>
                <c:pt idx="11311">
                  <c:v>0.13091435185197042</c:v>
                </c:pt>
                <c:pt idx="11312">
                  <c:v>0.13092592592147412</c:v>
                </c:pt>
                <c:pt idx="11313">
                  <c:v>0.13093749999825377</c:v>
                </c:pt>
                <c:pt idx="11314">
                  <c:v>0.13094907407503342</c:v>
                </c:pt>
                <c:pt idx="11315">
                  <c:v>0.13096064814453712</c:v>
                </c:pt>
                <c:pt idx="11316">
                  <c:v>0.13097222222131677</c:v>
                </c:pt>
                <c:pt idx="11317">
                  <c:v>0.13098379629082046</c:v>
                </c:pt>
                <c:pt idx="11318">
                  <c:v>0.13099537036760012</c:v>
                </c:pt>
                <c:pt idx="11319">
                  <c:v>0.13100694444437977</c:v>
                </c:pt>
                <c:pt idx="11320">
                  <c:v>0.13101851851388346</c:v>
                </c:pt>
                <c:pt idx="11321">
                  <c:v>0.13103009259066312</c:v>
                </c:pt>
                <c:pt idx="11322">
                  <c:v>0.13104166666744277</c:v>
                </c:pt>
                <c:pt idx="11323">
                  <c:v>0.13105324073694646</c:v>
                </c:pt>
                <c:pt idx="11324">
                  <c:v>0.13106481481372612</c:v>
                </c:pt>
                <c:pt idx="11325">
                  <c:v>0.13107638888322981</c:v>
                </c:pt>
                <c:pt idx="11326">
                  <c:v>0.13108796296000946</c:v>
                </c:pt>
                <c:pt idx="11327">
                  <c:v>0.13109953703678912</c:v>
                </c:pt>
                <c:pt idx="11328">
                  <c:v>0.13111111110629281</c:v>
                </c:pt>
                <c:pt idx="11329">
                  <c:v>0.13112268518307246</c:v>
                </c:pt>
                <c:pt idx="11330">
                  <c:v>0.13113425925985212</c:v>
                </c:pt>
                <c:pt idx="11331">
                  <c:v>0.13114583332935581</c:v>
                </c:pt>
                <c:pt idx="11332">
                  <c:v>0.13115740740613546</c:v>
                </c:pt>
                <c:pt idx="11333">
                  <c:v>0.13116898147563916</c:v>
                </c:pt>
                <c:pt idx="11334">
                  <c:v>0.13118055555241881</c:v>
                </c:pt>
                <c:pt idx="11335">
                  <c:v>0.13119212962919846</c:v>
                </c:pt>
                <c:pt idx="11336">
                  <c:v>0.13120370369870216</c:v>
                </c:pt>
                <c:pt idx="11337">
                  <c:v>0.13121527777548181</c:v>
                </c:pt>
                <c:pt idx="11338">
                  <c:v>0.13122685185226146</c:v>
                </c:pt>
                <c:pt idx="11339">
                  <c:v>0.13123842592176516</c:v>
                </c:pt>
                <c:pt idx="11340">
                  <c:v>0.13124999999854481</c:v>
                </c:pt>
                <c:pt idx="11341">
                  <c:v>0.13126157407532446</c:v>
                </c:pt>
                <c:pt idx="11342">
                  <c:v>0.13127314814482816</c:v>
                </c:pt>
                <c:pt idx="11343">
                  <c:v>0.13128472222160781</c:v>
                </c:pt>
                <c:pt idx="11344">
                  <c:v>0.1312962962911115</c:v>
                </c:pt>
                <c:pt idx="11345">
                  <c:v>0.13130787036789116</c:v>
                </c:pt>
                <c:pt idx="11346">
                  <c:v>0.13131944444467081</c:v>
                </c:pt>
                <c:pt idx="11347">
                  <c:v>0.1313310185141745</c:v>
                </c:pt>
                <c:pt idx="11348">
                  <c:v>0.13134259259095415</c:v>
                </c:pt>
                <c:pt idx="11349">
                  <c:v>0.13135416666773381</c:v>
                </c:pt>
                <c:pt idx="11350">
                  <c:v>0.1313657407372375</c:v>
                </c:pt>
                <c:pt idx="11351">
                  <c:v>0.13137731481401715</c:v>
                </c:pt>
                <c:pt idx="11352">
                  <c:v>0.13138888888352085</c:v>
                </c:pt>
                <c:pt idx="11353">
                  <c:v>0.1314004629603005</c:v>
                </c:pt>
                <c:pt idx="11354">
                  <c:v>0.13141203703708015</c:v>
                </c:pt>
                <c:pt idx="11355">
                  <c:v>0.13142361110658385</c:v>
                </c:pt>
                <c:pt idx="11356">
                  <c:v>0.1314351851833635</c:v>
                </c:pt>
                <c:pt idx="11357">
                  <c:v>0.13144675926014315</c:v>
                </c:pt>
                <c:pt idx="11358">
                  <c:v>0.13145833332964685</c:v>
                </c:pt>
                <c:pt idx="11359">
                  <c:v>0.1314699074064265</c:v>
                </c:pt>
                <c:pt idx="11360">
                  <c:v>0.1314814814759302</c:v>
                </c:pt>
                <c:pt idx="11361">
                  <c:v>0.13149305555270985</c:v>
                </c:pt>
                <c:pt idx="11362">
                  <c:v>0.1315046296294895</c:v>
                </c:pt>
                <c:pt idx="11363">
                  <c:v>0.13151620369899319</c:v>
                </c:pt>
                <c:pt idx="11364">
                  <c:v>0.13152777777577285</c:v>
                </c:pt>
                <c:pt idx="11365">
                  <c:v>0.1315393518525525</c:v>
                </c:pt>
                <c:pt idx="11366">
                  <c:v>0.13155092592205619</c:v>
                </c:pt>
                <c:pt idx="11367">
                  <c:v>0.13156249999883585</c:v>
                </c:pt>
                <c:pt idx="11368">
                  <c:v>0.13157407406833954</c:v>
                </c:pt>
                <c:pt idx="11369">
                  <c:v>0.13158564814511919</c:v>
                </c:pt>
                <c:pt idx="11370">
                  <c:v>0.13159722222189885</c:v>
                </c:pt>
                <c:pt idx="11371">
                  <c:v>0.13160879629140254</c:v>
                </c:pt>
                <c:pt idx="11372">
                  <c:v>0.13162037036818219</c:v>
                </c:pt>
                <c:pt idx="11373">
                  <c:v>0.13163194444496185</c:v>
                </c:pt>
                <c:pt idx="11374">
                  <c:v>0.13164351851446554</c:v>
                </c:pt>
                <c:pt idx="11375">
                  <c:v>0.13165509259124519</c:v>
                </c:pt>
                <c:pt idx="11376">
                  <c:v>0.13166666666074889</c:v>
                </c:pt>
                <c:pt idx="11377">
                  <c:v>0.13167824073752854</c:v>
                </c:pt>
                <c:pt idx="11378">
                  <c:v>0.13168981481430819</c:v>
                </c:pt>
                <c:pt idx="11379">
                  <c:v>0.13170138888381189</c:v>
                </c:pt>
                <c:pt idx="11380">
                  <c:v>0.13171296296059154</c:v>
                </c:pt>
                <c:pt idx="11381">
                  <c:v>0.13172453703737119</c:v>
                </c:pt>
                <c:pt idx="11382">
                  <c:v>0.13173611110687489</c:v>
                </c:pt>
                <c:pt idx="11383">
                  <c:v>0.13174768518365454</c:v>
                </c:pt>
                <c:pt idx="11384">
                  <c:v>0.13175925926043419</c:v>
                </c:pt>
                <c:pt idx="11385">
                  <c:v>0.13177083332993789</c:v>
                </c:pt>
                <c:pt idx="11386">
                  <c:v>0.13178240740671754</c:v>
                </c:pt>
                <c:pt idx="11387">
                  <c:v>0.13179398147622123</c:v>
                </c:pt>
                <c:pt idx="11388">
                  <c:v>0.13180555555300089</c:v>
                </c:pt>
                <c:pt idx="11389">
                  <c:v>0.13181712962978054</c:v>
                </c:pt>
                <c:pt idx="11390">
                  <c:v>0.13182870369928423</c:v>
                </c:pt>
                <c:pt idx="11391">
                  <c:v>0.13184027777606389</c:v>
                </c:pt>
                <c:pt idx="11392">
                  <c:v>0.13185185185284354</c:v>
                </c:pt>
                <c:pt idx="11393">
                  <c:v>0.13186342592234723</c:v>
                </c:pt>
                <c:pt idx="11394">
                  <c:v>0.13187499999912689</c:v>
                </c:pt>
                <c:pt idx="11395">
                  <c:v>0.13188657406863058</c:v>
                </c:pt>
                <c:pt idx="11396">
                  <c:v>0.13189814814541023</c:v>
                </c:pt>
                <c:pt idx="11397">
                  <c:v>0.13190972222218988</c:v>
                </c:pt>
                <c:pt idx="11398">
                  <c:v>0.13192129629169358</c:v>
                </c:pt>
                <c:pt idx="11399">
                  <c:v>0.13193287036847323</c:v>
                </c:pt>
                <c:pt idx="11400">
                  <c:v>0.13194444444525288</c:v>
                </c:pt>
                <c:pt idx="11401">
                  <c:v>0.13195601851475658</c:v>
                </c:pt>
                <c:pt idx="11402">
                  <c:v>0.13196759259153623</c:v>
                </c:pt>
                <c:pt idx="11403">
                  <c:v>0.13197916666103993</c:v>
                </c:pt>
                <c:pt idx="11404">
                  <c:v>0.13199074073781958</c:v>
                </c:pt>
                <c:pt idx="11405">
                  <c:v>0.13200231481459923</c:v>
                </c:pt>
                <c:pt idx="11406">
                  <c:v>0.13201388888410293</c:v>
                </c:pt>
                <c:pt idx="11407">
                  <c:v>0.13202546296088258</c:v>
                </c:pt>
                <c:pt idx="11408">
                  <c:v>0.13203703703766223</c:v>
                </c:pt>
                <c:pt idx="11409">
                  <c:v>0.13204861110716593</c:v>
                </c:pt>
                <c:pt idx="11410">
                  <c:v>0.13206018518394558</c:v>
                </c:pt>
                <c:pt idx="11411">
                  <c:v>0.13207175925344927</c:v>
                </c:pt>
                <c:pt idx="11412">
                  <c:v>0.13208333333022892</c:v>
                </c:pt>
                <c:pt idx="11413">
                  <c:v>0.13209490740700858</c:v>
                </c:pt>
                <c:pt idx="11414">
                  <c:v>0.13210648147651227</c:v>
                </c:pt>
                <c:pt idx="11415">
                  <c:v>0.13211805555329192</c:v>
                </c:pt>
                <c:pt idx="11416">
                  <c:v>0.13212962963007158</c:v>
                </c:pt>
                <c:pt idx="11417">
                  <c:v>0.13214120369957527</c:v>
                </c:pt>
                <c:pt idx="11418">
                  <c:v>0.13215277777635492</c:v>
                </c:pt>
                <c:pt idx="11419">
                  <c:v>0.13216435185313458</c:v>
                </c:pt>
                <c:pt idx="11420">
                  <c:v>0.13217592592263827</c:v>
                </c:pt>
                <c:pt idx="11421">
                  <c:v>0.13218749999941792</c:v>
                </c:pt>
                <c:pt idx="11422">
                  <c:v>0.13219907406892162</c:v>
                </c:pt>
                <c:pt idx="11423">
                  <c:v>0.13221064814570127</c:v>
                </c:pt>
                <c:pt idx="11424">
                  <c:v>0.13222222222248092</c:v>
                </c:pt>
                <c:pt idx="11425">
                  <c:v>0.13223379629198462</c:v>
                </c:pt>
                <c:pt idx="11426">
                  <c:v>0.13224537036876427</c:v>
                </c:pt>
                <c:pt idx="11427">
                  <c:v>0.13225694444554392</c:v>
                </c:pt>
                <c:pt idx="11428">
                  <c:v>0.13226851851504762</c:v>
                </c:pt>
                <c:pt idx="11429">
                  <c:v>0.13228009259182727</c:v>
                </c:pt>
                <c:pt idx="11430">
                  <c:v>0.13229166666133096</c:v>
                </c:pt>
                <c:pt idx="11431">
                  <c:v>0.13230324073811062</c:v>
                </c:pt>
                <c:pt idx="11432">
                  <c:v>0.13231481481489027</c:v>
                </c:pt>
                <c:pt idx="11433">
                  <c:v>0.13232638888439396</c:v>
                </c:pt>
                <c:pt idx="11434">
                  <c:v>0.13233796296117362</c:v>
                </c:pt>
                <c:pt idx="11435">
                  <c:v>0.13234953703795327</c:v>
                </c:pt>
                <c:pt idx="11436">
                  <c:v>0.13236111110745696</c:v>
                </c:pt>
                <c:pt idx="11437">
                  <c:v>0.13237268518423662</c:v>
                </c:pt>
                <c:pt idx="11438">
                  <c:v>0.13238425925374031</c:v>
                </c:pt>
                <c:pt idx="11439">
                  <c:v>0.13239583333051996</c:v>
                </c:pt>
                <c:pt idx="11440">
                  <c:v>0.13240740740729962</c:v>
                </c:pt>
                <c:pt idx="11441">
                  <c:v>0.13241898147680331</c:v>
                </c:pt>
                <c:pt idx="11442">
                  <c:v>0.13243055555358296</c:v>
                </c:pt>
                <c:pt idx="11443">
                  <c:v>0.13244212963036261</c:v>
                </c:pt>
                <c:pt idx="11444">
                  <c:v>0.13245370369986631</c:v>
                </c:pt>
                <c:pt idx="11445">
                  <c:v>0.13246527777664596</c:v>
                </c:pt>
                <c:pt idx="11446">
                  <c:v>0.13247685184614966</c:v>
                </c:pt>
                <c:pt idx="11447">
                  <c:v>0.13248842592292931</c:v>
                </c:pt>
                <c:pt idx="11448">
                  <c:v>0.13249999999970896</c:v>
                </c:pt>
                <c:pt idx="11449">
                  <c:v>0.13251157406921266</c:v>
                </c:pt>
                <c:pt idx="11450">
                  <c:v>0.13252314814599231</c:v>
                </c:pt>
                <c:pt idx="11451">
                  <c:v>0.13253472222277196</c:v>
                </c:pt>
                <c:pt idx="11452">
                  <c:v>0.13254629629227566</c:v>
                </c:pt>
                <c:pt idx="11453">
                  <c:v>0.13255787036905531</c:v>
                </c:pt>
                <c:pt idx="11454">
                  <c:v>0.132569444438559</c:v>
                </c:pt>
                <c:pt idx="11455">
                  <c:v>0.13258101851533866</c:v>
                </c:pt>
                <c:pt idx="11456">
                  <c:v>0.13259259259211831</c:v>
                </c:pt>
                <c:pt idx="11457">
                  <c:v>0.132604166661622</c:v>
                </c:pt>
                <c:pt idx="11458">
                  <c:v>0.13261574073840166</c:v>
                </c:pt>
                <c:pt idx="11459">
                  <c:v>0.13262731481518131</c:v>
                </c:pt>
                <c:pt idx="11460">
                  <c:v>0.132638888884685</c:v>
                </c:pt>
                <c:pt idx="11461">
                  <c:v>0.13265046296146465</c:v>
                </c:pt>
                <c:pt idx="11462">
                  <c:v>0.13266203703824431</c:v>
                </c:pt>
                <c:pt idx="11463">
                  <c:v>0.132673611107748</c:v>
                </c:pt>
                <c:pt idx="11464">
                  <c:v>0.13268518518452765</c:v>
                </c:pt>
                <c:pt idx="11465">
                  <c:v>0.13269675925403135</c:v>
                </c:pt>
                <c:pt idx="11466">
                  <c:v>0.132708333330811</c:v>
                </c:pt>
                <c:pt idx="11467">
                  <c:v>0.13271990740759065</c:v>
                </c:pt>
                <c:pt idx="11468">
                  <c:v>0.13273148147709435</c:v>
                </c:pt>
                <c:pt idx="11469">
                  <c:v>0.132743055553874</c:v>
                </c:pt>
                <c:pt idx="11470">
                  <c:v>0.13275462963065365</c:v>
                </c:pt>
                <c:pt idx="11471">
                  <c:v>0.13276620370015735</c:v>
                </c:pt>
                <c:pt idx="11472">
                  <c:v>0.132777777776937</c:v>
                </c:pt>
                <c:pt idx="11473">
                  <c:v>0.1327893518464407</c:v>
                </c:pt>
                <c:pt idx="11474">
                  <c:v>0.13280092592322035</c:v>
                </c:pt>
                <c:pt idx="11475">
                  <c:v>0.1328125</c:v>
                </c:pt>
                <c:pt idx="11476">
                  <c:v>0.13282407406950369</c:v>
                </c:pt>
                <c:pt idx="11477">
                  <c:v>0.13283564814628335</c:v>
                </c:pt>
                <c:pt idx="11478">
                  <c:v>0.132847222223063</c:v>
                </c:pt>
                <c:pt idx="11479">
                  <c:v>0.13285879629256669</c:v>
                </c:pt>
                <c:pt idx="11480">
                  <c:v>0.13287037036934635</c:v>
                </c:pt>
                <c:pt idx="11481">
                  <c:v>0.13288194443885004</c:v>
                </c:pt>
                <c:pt idx="11482">
                  <c:v>0.13289351851562969</c:v>
                </c:pt>
                <c:pt idx="11483">
                  <c:v>0.13290509259240935</c:v>
                </c:pt>
                <c:pt idx="11484">
                  <c:v>0.13291666666191304</c:v>
                </c:pt>
                <c:pt idx="11485">
                  <c:v>0.13292824073869269</c:v>
                </c:pt>
                <c:pt idx="11486">
                  <c:v>0.13293981481547235</c:v>
                </c:pt>
                <c:pt idx="11487">
                  <c:v>0.13295138888497604</c:v>
                </c:pt>
                <c:pt idx="11488">
                  <c:v>0.13296296296175569</c:v>
                </c:pt>
                <c:pt idx="11489">
                  <c:v>0.13297453703125939</c:v>
                </c:pt>
                <c:pt idx="11490">
                  <c:v>0.13298611110803904</c:v>
                </c:pt>
                <c:pt idx="11491">
                  <c:v>0.13299768518481869</c:v>
                </c:pt>
                <c:pt idx="11492">
                  <c:v>0.13300925925432239</c:v>
                </c:pt>
                <c:pt idx="11493">
                  <c:v>0.13302083333110204</c:v>
                </c:pt>
                <c:pt idx="11494">
                  <c:v>0.13303240740788169</c:v>
                </c:pt>
                <c:pt idx="11495">
                  <c:v>0.13304398147738539</c:v>
                </c:pt>
                <c:pt idx="11496">
                  <c:v>0.13305555555416504</c:v>
                </c:pt>
                <c:pt idx="11497">
                  <c:v>0.13306712963094469</c:v>
                </c:pt>
                <c:pt idx="11498">
                  <c:v>0.13307870370044839</c:v>
                </c:pt>
                <c:pt idx="11499">
                  <c:v>0.13309027777722804</c:v>
                </c:pt>
                <c:pt idx="11500">
                  <c:v>0.13310185184673173</c:v>
                </c:pt>
                <c:pt idx="11501">
                  <c:v>0.13311342592351139</c:v>
                </c:pt>
                <c:pt idx="11502">
                  <c:v>0.13312500000029104</c:v>
                </c:pt>
                <c:pt idx="11503">
                  <c:v>0.13313657406979473</c:v>
                </c:pt>
                <c:pt idx="11504">
                  <c:v>0.13314814814657439</c:v>
                </c:pt>
                <c:pt idx="11505">
                  <c:v>0.13315972222335404</c:v>
                </c:pt>
                <c:pt idx="11506">
                  <c:v>0.13317129629285773</c:v>
                </c:pt>
                <c:pt idx="11507">
                  <c:v>0.13318287036963739</c:v>
                </c:pt>
                <c:pt idx="11508">
                  <c:v>0.13319444443914108</c:v>
                </c:pt>
                <c:pt idx="11509">
                  <c:v>0.13320601851592073</c:v>
                </c:pt>
                <c:pt idx="11510">
                  <c:v>0.13321759259270038</c:v>
                </c:pt>
                <c:pt idx="11511">
                  <c:v>0.13322916666220408</c:v>
                </c:pt>
                <c:pt idx="11512">
                  <c:v>0.13324074073898373</c:v>
                </c:pt>
                <c:pt idx="11513">
                  <c:v>0.13325231481576338</c:v>
                </c:pt>
                <c:pt idx="11514">
                  <c:v>0.13326388888526708</c:v>
                </c:pt>
                <c:pt idx="11515">
                  <c:v>0.13327546296204673</c:v>
                </c:pt>
                <c:pt idx="11516">
                  <c:v>0.13328703703155043</c:v>
                </c:pt>
                <c:pt idx="11517">
                  <c:v>0.13329861110833008</c:v>
                </c:pt>
                <c:pt idx="11518">
                  <c:v>0.13331018518510973</c:v>
                </c:pt>
                <c:pt idx="11519">
                  <c:v>0.13332175925461343</c:v>
                </c:pt>
                <c:pt idx="11520">
                  <c:v>0.13333333333139308</c:v>
                </c:pt>
                <c:pt idx="11521">
                  <c:v>0.13334490740817273</c:v>
                </c:pt>
                <c:pt idx="11522">
                  <c:v>0.13335648147767643</c:v>
                </c:pt>
                <c:pt idx="11523">
                  <c:v>0.13336805555445608</c:v>
                </c:pt>
                <c:pt idx="11524">
                  <c:v>0.13337962962395977</c:v>
                </c:pt>
                <c:pt idx="11525">
                  <c:v>0.13339120370073942</c:v>
                </c:pt>
                <c:pt idx="11526">
                  <c:v>0.13340277777751908</c:v>
                </c:pt>
                <c:pt idx="11527">
                  <c:v>0.13341435184702277</c:v>
                </c:pt>
                <c:pt idx="11528">
                  <c:v>0.13342592592380242</c:v>
                </c:pt>
                <c:pt idx="11529">
                  <c:v>0.13343750000058208</c:v>
                </c:pt>
                <c:pt idx="11530">
                  <c:v>0.13344907407008577</c:v>
                </c:pt>
                <c:pt idx="11531">
                  <c:v>0.13346064814686542</c:v>
                </c:pt>
                <c:pt idx="11532">
                  <c:v>0.13347222221636912</c:v>
                </c:pt>
                <c:pt idx="11533">
                  <c:v>0.13348379629314877</c:v>
                </c:pt>
                <c:pt idx="11534">
                  <c:v>0.13349537036992842</c:v>
                </c:pt>
                <c:pt idx="11535">
                  <c:v>0.13350694443943212</c:v>
                </c:pt>
                <c:pt idx="11536">
                  <c:v>0.13351851851621177</c:v>
                </c:pt>
                <c:pt idx="11537">
                  <c:v>0.13353009259299142</c:v>
                </c:pt>
                <c:pt idx="11538">
                  <c:v>0.13354166666249512</c:v>
                </c:pt>
                <c:pt idx="11539">
                  <c:v>0.13355324073927477</c:v>
                </c:pt>
                <c:pt idx="11540">
                  <c:v>0.13356481481605442</c:v>
                </c:pt>
                <c:pt idx="11541">
                  <c:v>0.13357638888555812</c:v>
                </c:pt>
                <c:pt idx="11542">
                  <c:v>0.13358796296233777</c:v>
                </c:pt>
                <c:pt idx="11543">
                  <c:v>0.13359953703184146</c:v>
                </c:pt>
                <c:pt idx="11544">
                  <c:v>0.13361111110862112</c:v>
                </c:pt>
                <c:pt idx="11545">
                  <c:v>0.13362268518540077</c:v>
                </c:pt>
                <c:pt idx="11546">
                  <c:v>0.13363425925490446</c:v>
                </c:pt>
                <c:pt idx="11547">
                  <c:v>0.13364583333168412</c:v>
                </c:pt>
                <c:pt idx="11548">
                  <c:v>0.13365740740846377</c:v>
                </c:pt>
                <c:pt idx="11549">
                  <c:v>0.13366898147796746</c:v>
                </c:pt>
                <c:pt idx="11550">
                  <c:v>0.13368055555474712</c:v>
                </c:pt>
                <c:pt idx="11551">
                  <c:v>0.13369212962425081</c:v>
                </c:pt>
                <c:pt idx="11552">
                  <c:v>0.13370370370103046</c:v>
                </c:pt>
                <c:pt idx="11553">
                  <c:v>0.13371527777781012</c:v>
                </c:pt>
                <c:pt idx="11554">
                  <c:v>0.13372685184731381</c:v>
                </c:pt>
                <c:pt idx="11555">
                  <c:v>0.13373842592409346</c:v>
                </c:pt>
                <c:pt idx="11556">
                  <c:v>0.13375000000087311</c:v>
                </c:pt>
                <c:pt idx="11557">
                  <c:v>0.13376157407037681</c:v>
                </c:pt>
                <c:pt idx="11558">
                  <c:v>0.13377314814715646</c:v>
                </c:pt>
                <c:pt idx="11559">
                  <c:v>0.13378472221666016</c:v>
                </c:pt>
                <c:pt idx="11560">
                  <c:v>0.13379629629343981</c:v>
                </c:pt>
                <c:pt idx="11561">
                  <c:v>0.13380787037021946</c:v>
                </c:pt>
                <c:pt idx="11562">
                  <c:v>0.13381944443972316</c:v>
                </c:pt>
                <c:pt idx="11563">
                  <c:v>0.13383101851650281</c:v>
                </c:pt>
                <c:pt idx="11564">
                  <c:v>0.13384259259328246</c:v>
                </c:pt>
                <c:pt idx="11565">
                  <c:v>0.13385416666278616</c:v>
                </c:pt>
                <c:pt idx="11566">
                  <c:v>0.13386574073956581</c:v>
                </c:pt>
                <c:pt idx="11567">
                  <c:v>0.1338773148090695</c:v>
                </c:pt>
                <c:pt idx="11568">
                  <c:v>0.13388888888584916</c:v>
                </c:pt>
                <c:pt idx="11569">
                  <c:v>0.13390046296262881</c:v>
                </c:pt>
                <c:pt idx="11570">
                  <c:v>0.1339120370321325</c:v>
                </c:pt>
                <c:pt idx="11571">
                  <c:v>0.13392361110891216</c:v>
                </c:pt>
                <c:pt idx="11572">
                  <c:v>0.13393518518569181</c:v>
                </c:pt>
                <c:pt idx="11573">
                  <c:v>0.1339467592551955</c:v>
                </c:pt>
                <c:pt idx="11574">
                  <c:v>0.13395833333197515</c:v>
                </c:pt>
                <c:pt idx="11575">
                  <c:v>0.13396990740147885</c:v>
                </c:pt>
                <c:pt idx="11576">
                  <c:v>0.1339814814782585</c:v>
                </c:pt>
                <c:pt idx="11577">
                  <c:v>0.13399305555503815</c:v>
                </c:pt>
                <c:pt idx="11578">
                  <c:v>0.13400462962454185</c:v>
                </c:pt>
                <c:pt idx="11579">
                  <c:v>0.1340162037013215</c:v>
                </c:pt>
                <c:pt idx="11580">
                  <c:v>0.13402777777810115</c:v>
                </c:pt>
                <c:pt idx="11581">
                  <c:v>0.13403935184760485</c:v>
                </c:pt>
                <c:pt idx="11582">
                  <c:v>0.1340509259243845</c:v>
                </c:pt>
                <c:pt idx="11583">
                  <c:v>0.13406250000116415</c:v>
                </c:pt>
                <c:pt idx="11584">
                  <c:v>0.13407407407066785</c:v>
                </c:pt>
                <c:pt idx="11585">
                  <c:v>0.1340856481474475</c:v>
                </c:pt>
                <c:pt idx="11586">
                  <c:v>0.1340972222169512</c:v>
                </c:pt>
                <c:pt idx="11587">
                  <c:v>0.13410879629373085</c:v>
                </c:pt>
                <c:pt idx="11588">
                  <c:v>0.1341203703705105</c:v>
                </c:pt>
                <c:pt idx="11589">
                  <c:v>0.13413194444001419</c:v>
                </c:pt>
                <c:pt idx="11590">
                  <c:v>0.13414351851679385</c:v>
                </c:pt>
                <c:pt idx="11591">
                  <c:v>0.1341550925935735</c:v>
                </c:pt>
                <c:pt idx="11592">
                  <c:v>0.13416666666307719</c:v>
                </c:pt>
                <c:pt idx="11593">
                  <c:v>0.13417824073985685</c:v>
                </c:pt>
                <c:pt idx="11594">
                  <c:v>0.13418981480936054</c:v>
                </c:pt>
                <c:pt idx="11595">
                  <c:v>0.13420138888614019</c:v>
                </c:pt>
                <c:pt idx="11596">
                  <c:v>0.13421296296291985</c:v>
                </c:pt>
                <c:pt idx="11597">
                  <c:v>0.13422453703242354</c:v>
                </c:pt>
                <c:pt idx="11598">
                  <c:v>0.13423611110920319</c:v>
                </c:pt>
                <c:pt idx="11599">
                  <c:v>0.13424768518598285</c:v>
                </c:pt>
                <c:pt idx="11600">
                  <c:v>0.13425925925548654</c:v>
                </c:pt>
                <c:pt idx="11601">
                  <c:v>0.13427083333226619</c:v>
                </c:pt>
                <c:pt idx="11602">
                  <c:v>0.13428240740176989</c:v>
                </c:pt>
                <c:pt idx="11603">
                  <c:v>0.13429398147854954</c:v>
                </c:pt>
                <c:pt idx="11604">
                  <c:v>0.13430555555532919</c:v>
                </c:pt>
                <c:pt idx="11605">
                  <c:v>0.13431712962483289</c:v>
                </c:pt>
                <c:pt idx="11606">
                  <c:v>0.13432870370161254</c:v>
                </c:pt>
                <c:pt idx="11607">
                  <c:v>0.13434027777839219</c:v>
                </c:pt>
                <c:pt idx="11608">
                  <c:v>0.13435185184789589</c:v>
                </c:pt>
                <c:pt idx="11609">
                  <c:v>0.13436342592467554</c:v>
                </c:pt>
                <c:pt idx="11610">
                  <c:v>0.13437499999417923</c:v>
                </c:pt>
                <c:pt idx="11611">
                  <c:v>0.13438657407095889</c:v>
                </c:pt>
                <c:pt idx="11612">
                  <c:v>0.13439814814773854</c:v>
                </c:pt>
                <c:pt idx="11613">
                  <c:v>0.13440972221724223</c:v>
                </c:pt>
                <c:pt idx="11614">
                  <c:v>0.13442129629402189</c:v>
                </c:pt>
                <c:pt idx="11615">
                  <c:v>0.13443287037080154</c:v>
                </c:pt>
                <c:pt idx="11616">
                  <c:v>0.13444444444030523</c:v>
                </c:pt>
                <c:pt idx="11617">
                  <c:v>0.13445601851708489</c:v>
                </c:pt>
                <c:pt idx="11618">
                  <c:v>0.13446759259386454</c:v>
                </c:pt>
                <c:pt idx="11619">
                  <c:v>0.13447916666336823</c:v>
                </c:pt>
                <c:pt idx="11620">
                  <c:v>0.13449074074014788</c:v>
                </c:pt>
                <c:pt idx="11621">
                  <c:v>0.13450231480965158</c:v>
                </c:pt>
                <c:pt idx="11622">
                  <c:v>0.13451388888643123</c:v>
                </c:pt>
                <c:pt idx="11623">
                  <c:v>0.13452546296321088</c:v>
                </c:pt>
                <c:pt idx="11624">
                  <c:v>0.13453703703271458</c:v>
                </c:pt>
                <c:pt idx="11625">
                  <c:v>0.13454861110949423</c:v>
                </c:pt>
                <c:pt idx="11626">
                  <c:v>0.13456018518627388</c:v>
                </c:pt>
                <c:pt idx="11627">
                  <c:v>0.13457175925577758</c:v>
                </c:pt>
                <c:pt idx="11628">
                  <c:v>0.13458333333255723</c:v>
                </c:pt>
                <c:pt idx="11629">
                  <c:v>0.13459490740206093</c:v>
                </c:pt>
                <c:pt idx="11630">
                  <c:v>0.13460648147884058</c:v>
                </c:pt>
                <c:pt idx="11631">
                  <c:v>0.13461805555562023</c:v>
                </c:pt>
                <c:pt idx="11632">
                  <c:v>0.13462962962512393</c:v>
                </c:pt>
                <c:pt idx="11633">
                  <c:v>0.13464120370190358</c:v>
                </c:pt>
                <c:pt idx="11634">
                  <c:v>0.13465277777868323</c:v>
                </c:pt>
                <c:pt idx="11635">
                  <c:v>0.13466435184818693</c:v>
                </c:pt>
                <c:pt idx="11636">
                  <c:v>0.13467592592496658</c:v>
                </c:pt>
                <c:pt idx="11637">
                  <c:v>0.13468749999447027</c:v>
                </c:pt>
                <c:pt idx="11638">
                  <c:v>0.13469907407124992</c:v>
                </c:pt>
                <c:pt idx="11639">
                  <c:v>0.13471064814802958</c:v>
                </c:pt>
                <c:pt idx="11640">
                  <c:v>0.13472222221753327</c:v>
                </c:pt>
                <c:pt idx="11641">
                  <c:v>0.13473379629431292</c:v>
                </c:pt>
                <c:pt idx="11642">
                  <c:v>0.13474537037109258</c:v>
                </c:pt>
                <c:pt idx="11643">
                  <c:v>0.13475694444059627</c:v>
                </c:pt>
                <c:pt idx="11644">
                  <c:v>0.13476851851737592</c:v>
                </c:pt>
                <c:pt idx="11645">
                  <c:v>0.13478009258687962</c:v>
                </c:pt>
                <c:pt idx="11646">
                  <c:v>0.13479166666365927</c:v>
                </c:pt>
                <c:pt idx="11647">
                  <c:v>0.13480324074043892</c:v>
                </c:pt>
                <c:pt idx="11648">
                  <c:v>0.13481481480994262</c:v>
                </c:pt>
                <c:pt idx="11649">
                  <c:v>0.13482638888672227</c:v>
                </c:pt>
                <c:pt idx="11650">
                  <c:v>0.13483796296350192</c:v>
                </c:pt>
                <c:pt idx="11651">
                  <c:v>0.13484953703300562</c:v>
                </c:pt>
                <c:pt idx="11652">
                  <c:v>0.13486111110978527</c:v>
                </c:pt>
                <c:pt idx="11653">
                  <c:v>0.13487268517928896</c:v>
                </c:pt>
                <c:pt idx="11654">
                  <c:v>0.13488425925606862</c:v>
                </c:pt>
                <c:pt idx="11655">
                  <c:v>0.13489583333284827</c:v>
                </c:pt>
                <c:pt idx="11656">
                  <c:v>0.13490740740235196</c:v>
                </c:pt>
                <c:pt idx="11657">
                  <c:v>0.13491898147913162</c:v>
                </c:pt>
                <c:pt idx="11658">
                  <c:v>0.13493055555591127</c:v>
                </c:pt>
                <c:pt idx="11659">
                  <c:v>0.13494212962541496</c:v>
                </c:pt>
                <c:pt idx="11660">
                  <c:v>0.13495370370219462</c:v>
                </c:pt>
                <c:pt idx="11661">
                  <c:v>0.13496527777897427</c:v>
                </c:pt>
                <c:pt idx="11662">
                  <c:v>0.13497685184847796</c:v>
                </c:pt>
                <c:pt idx="11663">
                  <c:v>0.13498842592525762</c:v>
                </c:pt>
                <c:pt idx="11664">
                  <c:v>0.13499999999476131</c:v>
                </c:pt>
                <c:pt idx="11665">
                  <c:v>0.13501157407154096</c:v>
                </c:pt>
                <c:pt idx="11666">
                  <c:v>0.13502314814832062</c:v>
                </c:pt>
                <c:pt idx="11667">
                  <c:v>0.13503472221782431</c:v>
                </c:pt>
                <c:pt idx="11668">
                  <c:v>0.13504629629460396</c:v>
                </c:pt>
                <c:pt idx="11669">
                  <c:v>0.13505787037138361</c:v>
                </c:pt>
                <c:pt idx="11670">
                  <c:v>0.13506944444088731</c:v>
                </c:pt>
                <c:pt idx="11671">
                  <c:v>0.13508101851766696</c:v>
                </c:pt>
                <c:pt idx="11672">
                  <c:v>0.13509259258717066</c:v>
                </c:pt>
                <c:pt idx="11673">
                  <c:v>0.13510416666395031</c:v>
                </c:pt>
                <c:pt idx="11674">
                  <c:v>0.13511574074072996</c:v>
                </c:pt>
                <c:pt idx="11675">
                  <c:v>0.13512731481023366</c:v>
                </c:pt>
                <c:pt idx="11676">
                  <c:v>0.13513888888701331</c:v>
                </c:pt>
                <c:pt idx="11677">
                  <c:v>0.13515046296379296</c:v>
                </c:pt>
                <c:pt idx="11678">
                  <c:v>0.13516203703329666</c:v>
                </c:pt>
                <c:pt idx="11679">
                  <c:v>0.13517361111007631</c:v>
                </c:pt>
                <c:pt idx="11680">
                  <c:v>0.13518518517958</c:v>
                </c:pt>
                <c:pt idx="11681">
                  <c:v>0.13519675925635966</c:v>
                </c:pt>
                <c:pt idx="11682">
                  <c:v>0.13520833333313931</c:v>
                </c:pt>
                <c:pt idx="11683">
                  <c:v>0.135219907402643</c:v>
                </c:pt>
                <c:pt idx="11684">
                  <c:v>0.13523148147942265</c:v>
                </c:pt>
                <c:pt idx="11685">
                  <c:v>0.13524305555620231</c:v>
                </c:pt>
                <c:pt idx="11686">
                  <c:v>0.135254629625706</c:v>
                </c:pt>
                <c:pt idx="11687">
                  <c:v>0.13526620370248565</c:v>
                </c:pt>
                <c:pt idx="11688">
                  <c:v>0.13527777777198935</c:v>
                </c:pt>
                <c:pt idx="11689">
                  <c:v>0.135289351848769</c:v>
                </c:pt>
                <c:pt idx="11690">
                  <c:v>0.13530092592554865</c:v>
                </c:pt>
                <c:pt idx="11691">
                  <c:v>0.13531249999505235</c:v>
                </c:pt>
                <c:pt idx="11692">
                  <c:v>0.135324074071832</c:v>
                </c:pt>
                <c:pt idx="11693">
                  <c:v>0.13533564814861165</c:v>
                </c:pt>
                <c:pt idx="11694">
                  <c:v>0.13534722221811535</c:v>
                </c:pt>
                <c:pt idx="11695">
                  <c:v>0.135358796294895</c:v>
                </c:pt>
                <c:pt idx="11696">
                  <c:v>0.13537037037167465</c:v>
                </c:pt>
                <c:pt idx="11697">
                  <c:v>0.13538194444117835</c:v>
                </c:pt>
                <c:pt idx="11698">
                  <c:v>0.135393518517958</c:v>
                </c:pt>
                <c:pt idx="11699">
                  <c:v>0.1354050925874617</c:v>
                </c:pt>
                <c:pt idx="11700">
                  <c:v>0.13541666666424135</c:v>
                </c:pt>
                <c:pt idx="11701">
                  <c:v>0.135428240741021</c:v>
                </c:pt>
                <c:pt idx="11702">
                  <c:v>0.13543981481052469</c:v>
                </c:pt>
                <c:pt idx="11703">
                  <c:v>0.13545138888730435</c:v>
                </c:pt>
                <c:pt idx="11704">
                  <c:v>0.135462962964084</c:v>
                </c:pt>
                <c:pt idx="11705">
                  <c:v>0.13547453703358769</c:v>
                </c:pt>
                <c:pt idx="11706">
                  <c:v>0.13548611111036735</c:v>
                </c:pt>
                <c:pt idx="11707">
                  <c:v>0.13549768517987104</c:v>
                </c:pt>
                <c:pt idx="11708">
                  <c:v>0.13550925925665069</c:v>
                </c:pt>
                <c:pt idx="11709">
                  <c:v>0.13552083333343035</c:v>
                </c:pt>
                <c:pt idx="11710">
                  <c:v>0.13553240740293404</c:v>
                </c:pt>
                <c:pt idx="11711">
                  <c:v>0.13554398147971369</c:v>
                </c:pt>
                <c:pt idx="11712">
                  <c:v>0.13555555555649335</c:v>
                </c:pt>
                <c:pt idx="11713">
                  <c:v>0.13556712962599704</c:v>
                </c:pt>
                <c:pt idx="11714">
                  <c:v>0.13557870370277669</c:v>
                </c:pt>
                <c:pt idx="11715">
                  <c:v>0.13559027777228039</c:v>
                </c:pt>
                <c:pt idx="11716">
                  <c:v>0.13560185184906004</c:v>
                </c:pt>
                <c:pt idx="11717">
                  <c:v>0.13561342592583969</c:v>
                </c:pt>
                <c:pt idx="11718">
                  <c:v>0.13562499999534339</c:v>
                </c:pt>
                <c:pt idx="11719">
                  <c:v>0.13563657407212304</c:v>
                </c:pt>
                <c:pt idx="11720">
                  <c:v>0.13564814814890269</c:v>
                </c:pt>
                <c:pt idx="11721">
                  <c:v>0.13565972221840639</c:v>
                </c:pt>
                <c:pt idx="11722">
                  <c:v>0.13567129629518604</c:v>
                </c:pt>
                <c:pt idx="11723">
                  <c:v>0.13568287036468973</c:v>
                </c:pt>
                <c:pt idx="11724">
                  <c:v>0.13569444444146939</c:v>
                </c:pt>
                <c:pt idx="11725">
                  <c:v>0.13570601851824904</c:v>
                </c:pt>
                <c:pt idx="11726">
                  <c:v>0.13571759258775273</c:v>
                </c:pt>
                <c:pt idx="11727">
                  <c:v>0.13572916666453239</c:v>
                </c:pt>
                <c:pt idx="11728">
                  <c:v>0.13574074074131204</c:v>
                </c:pt>
                <c:pt idx="11729">
                  <c:v>0.13575231481081573</c:v>
                </c:pt>
                <c:pt idx="11730">
                  <c:v>0.13576388888759539</c:v>
                </c:pt>
                <c:pt idx="11731">
                  <c:v>0.13577546295709908</c:v>
                </c:pt>
                <c:pt idx="11732">
                  <c:v>0.13578703703387873</c:v>
                </c:pt>
                <c:pt idx="11733">
                  <c:v>0.13579861111065838</c:v>
                </c:pt>
                <c:pt idx="11734">
                  <c:v>0.13581018518016208</c:v>
                </c:pt>
                <c:pt idx="11735">
                  <c:v>0.13582175925694173</c:v>
                </c:pt>
                <c:pt idx="11736">
                  <c:v>0.13583333333372138</c:v>
                </c:pt>
                <c:pt idx="11737">
                  <c:v>0.13584490740322508</c:v>
                </c:pt>
                <c:pt idx="11738">
                  <c:v>0.13585648148000473</c:v>
                </c:pt>
                <c:pt idx="11739">
                  <c:v>0.13586805555678438</c:v>
                </c:pt>
                <c:pt idx="11740">
                  <c:v>0.13587962962628808</c:v>
                </c:pt>
                <c:pt idx="11741">
                  <c:v>0.13589120370306773</c:v>
                </c:pt>
                <c:pt idx="11742">
                  <c:v>0.13590277777257143</c:v>
                </c:pt>
                <c:pt idx="11743">
                  <c:v>0.13591435184935108</c:v>
                </c:pt>
                <c:pt idx="11744">
                  <c:v>0.13592592592613073</c:v>
                </c:pt>
                <c:pt idx="11745">
                  <c:v>0.13593749999563443</c:v>
                </c:pt>
                <c:pt idx="11746">
                  <c:v>0.13594907407241408</c:v>
                </c:pt>
                <c:pt idx="11747">
                  <c:v>0.13596064814919373</c:v>
                </c:pt>
                <c:pt idx="11748">
                  <c:v>0.13597222221869742</c:v>
                </c:pt>
                <c:pt idx="11749">
                  <c:v>0.13598379629547708</c:v>
                </c:pt>
                <c:pt idx="11750">
                  <c:v>0.13599537036498077</c:v>
                </c:pt>
                <c:pt idx="11751">
                  <c:v>0.13600694444176042</c:v>
                </c:pt>
                <c:pt idx="11752">
                  <c:v>0.13601851851854008</c:v>
                </c:pt>
                <c:pt idx="11753">
                  <c:v>0.13603009258804377</c:v>
                </c:pt>
                <c:pt idx="11754">
                  <c:v>0.13604166666482342</c:v>
                </c:pt>
                <c:pt idx="11755">
                  <c:v>0.13605324074160308</c:v>
                </c:pt>
                <c:pt idx="11756">
                  <c:v>0.13606481481110677</c:v>
                </c:pt>
                <c:pt idx="11757">
                  <c:v>0.13607638888788642</c:v>
                </c:pt>
                <c:pt idx="11758">
                  <c:v>0.13608796295739012</c:v>
                </c:pt>
                <c:pt idx="11759">
                  <c:v>0.13609953703416977</c:v>
                </c:pt>
                <c:pt idx="11760">
                  <c:v>0.13611111111094942</c:v>
                </c:pt>
                <c:pt idx="11761">
                  <c:v>0.13612268518045312</c:v>
                </c:pt>
                <c:pt idx="11762">
                  <c:v>0.13613425925723277</c:v>
                </c:pt>
                <c:pt idx="11763">
                  <c:v>0.13614583333401242</c:v>
                </c:pt>
                <c:pt idx="11764">
                  <c:v>0.13615740740351612</c:v>
                </c:pt>
                <c:pt idx="11765">
                  <c:v>0.13616898148029577</c:v>
                </c:pt>
                <c:pt idx="11766">
                  <c:v>0.13618055554979946</c:v>
                </c:pt>
                <c:pt idx="11767">
                  <c:v>0.13619212962657912</c:v>
                </c:pt>
                <c:pt idx="11768">
                  <c:v>0.13620370370335877</c:v>
                </c:pt>
                <c:pt idx="11769">
                  <c:v>0.13621527777286246</c:v>
                </c:pt>
                <c:pt idx="11770">
                  <c:v>0.13622685184964212</c:v>
                </c:pt>
                <c:pt idx="11771">
                  <c:v>0.13623842592642177</c:v>
                </c:pt>
                <c:pt idx="11772">
                  <c:v>0.13624999999592546</c:v>
                </c:pt>
                <c:pt idx="11773">
                  <c:v>0.13626157407270512</c:v>
                </c:pt>
                <c:pt idx="11774">
                  <c:v>0.13627314814948477</c:v>
                </c:pt>
                <c:pt idx="11775">
                  <c:v>0.13628472221898846</c:v>
                </c:pt>
                <c:pt idx="11776">
                  <c:v>0.13629629629576812</c:v>
                </c:pt>
                <c:pt idx="11777">
                  <c:v>0.13630787036527181</c:v>
                </c:pt>
                <c:pt idx="11778">
                  <c:v>0.13631944444205146</c:v>
                </c:pt>
                <c:pt idx="11779">
                  <c:v>0.13633101851883112</c:v>
                </c:pt>
                <c:pt idx="11780">
                  <c:v>0.13634259258833481</c:v>
                </c:pt>
                <c:pt idx="11781">
                  <c:v>0.13635416666511446</c:v>
                </c:pt>
                <c:pt idx="11782">
                  <c:v>0.13636574074189411</c:v>
                </c:pt>
                <c:pt idx="11783">
                  <c:v>0.13637731481139781</c:v>
                </c:pt>
                <c:pt idx="11784">
                  <c:v>0.13638888888817746</c:v>
                </c:pt>
                <c:pt idx="11785">
                  <c:v>0.13640046295768116</c:v>
                </c:pt>
                <c:pt idx="11786">
                  <c:v>0.13641203703446081</c:v>
                </c:pt>
                <c:pt idx="11787">
                  <c:v>0.13642361111124046</c:v>
                </c:pt>
                <c:pt idx="11788">
                  <c:v>0.13643518518074416</c:v>
                </c:pt>
                <c:pt idx="11789">
                  <c:v>0.13644675925752381</c:v>
                </c:pt>
                <c:pt idx="11790">
                  <c:v>0.13645833333430346</c:v>
                </c:pt>
                <c:pt idx="11791">
                  <c:v>0.13646990740380716</c:v>
                </c:pt>
                <c:pt idx="11792">
                  <c:v>0.13648148148058681</c:v>
                </c:pt>
                <c:pt idx="11793">
                  <c:v>0.1364930555500905</c:v>
                </c:pt>
                <c:pt idx="11794">
                  <c:v>0.13650462962687016</c:v>
                </c:pt>
                <c:pt idx="11795">
                  <c:v>0.13651620370364981</c:v>
                </c:pt>
                <c:pt idx="11796">
                  <c:v>0.1365277777731535</c:v>
                </c:pt>
                <c:pt idx="11797">
                  <c:v>0.13653935184993315</c:v>
                </c:pt>
                <c:pt idx="11798">
                  <c:v>0.13655092592671281</c:v>
                </c:pt>
                <c:pt idx="11799">
                  <c:v>0.1365624999962165</c:v>
                </c:pt>
                <c:pt idx="11800">
                  <c:v>0.13657407407299615</c:v>
                </c:pt>
                <c:pt idx="11801">
                  <c:v>0.13658564814249985</c:v>
                </c:pt>
                <c:pt idx="11802">
                  <c:v>0.1365972222192795</c:v>
                </c:pt>
                <c:pt idx="11803">
                  <c:v>0.13660879629605915</c:v>
                </c:pt>
                <c:pt idx="11804">
                  <c:v>0.13662037036556285</c:v>
                </c:pt>
                <c:pt idx="11805">
                  <c:v>0.1366319444423425</c:v>
                </c:pt>
                <c:pt idx="11806">
                  <c:v>0.13664351851912215</c:v>
                </c:pt>
                <c:pt idx="11807">
                  <c:v>0.13665509258862585</c:v>
                </c:pt>
                <c:pt idx="11808">
                  <c:v>0.1366666666654055</c:v>
                </c:pt>
                <c:pt idx="11809">
                  <c:v>0.1366782407349092</c:v>
                </c:pt>
                <c:pt idx="11810">
                  <c:v>0.13668981481168885</c:v>
                </c:pt>
                <c:pt idx="11811">
                  <c:v>0.1367013888884685</c:v>
                </c:pt>
                <c:pt idx="11812">
                  <c:v>0.13671296295797219</c:v>
                </c:pt>
                <c:pt idx="11813">
                  <c:v>0.13672453703475185</c:v>
                </c:pt>
                <c:pt idx="11814">
                  <c:v>0.1367361111115315</c:v>
                </c:pt>
                <c:pt idx="11815">
                  <c:v>0.13674768518103519</c:v>
                </c:pt>
                <c:pt idx="11816">
                  <c:v>0.13675925925781485</c:v>
                </c:pt>
                <c:pt idx="11817">
                  <c:v>0.1367708333345945</c:v>
                </c:pt>
                <c:pt idx="11818">
                  <c:v>0.13678240740409819</c:v>
                </c:pt>
                <c:pt idx="11819">
                  <c:v>0.13679398148087785</c:v>
                </c:pt>
                <c:pt idx="11820">
                  <c:v>0.13680555555038154</c:v>
                </c:pt>
                <c:pt idx="11821">
                  <c:v>0.13681712962716119</c:v>
                </c:pt>
                <c:pt idx="11822">
                  <c:v>0.13682870370394085</c:v>
                </c:pt>
                <c:pt idx="11823">
                  <c:v>0.13684027777344454</c:v>
                </c:pt>
                <c:pt idx="11824">
                  <c:v>0.13685185185022419</c:v>
                </c:pt>
                <c:pt idx="11825">
                  <c:v>0.13686342592700385</c:v>
                </c:pt>
                <c:pt idx="11826">
                  <c:v>0.13687499999650754</c:v>
                </c:pt>
                <c:pt idx="11827">
                  <c:v>0.13688657407328719</c:v>
                </c:pt>
                <c:pt idx="11828">
                  <c:v>0.13689814814279089</c:v>
                </c:pt>
                <c:pt idx="11829">
                  <c:v>0.13690972221957054</c:v>
                </c:pt>
                <c:pt idx="11830">
                  <c:v>0.13692129629635019</c:v>
                </c:pt>
                <c:pt idx="11831">
                  <c:v>0.13693287036585389</c:v>
                </c:pt>
                <c:pt idx="11832">
                  <c:v>0.13694444444263354</c:v>
                </c:pt>
                <c:pt idx="11833">
                  <c:v>0.13695601851941319</c:v>
                </c:pt>
                <c:pt idx="11834">
                  <c:v>0.13696759258891689</c:v>
                </c:pt>
                <c:pt idx="11835">
                  <c:v>0.13697916666569654</c:v>
                </c:pt>
                <c:pt idx="11836">
                  <c:v>0.13699074073520023</c:v>
                </c:pt>
                <c:pt idx="11837">
                  <c:v>0.13700231481197989</c:v>
                </c:pt>
                <c:pt idx="11838">
                  <c:v>0.13701388888875954</c:v>
                </c:pt>
                <c:pt idx="11839">
                  <c:v>0.13702546295826323</c:v>
                </c:pt>
                <c:pt idx="11840">
                  <c:v>0.13703703703504289</c:v>
                </c:pt>
                <c:pt idx="11841">
                  <c:v>0.13704861111182254</c:v>
                </c:pt>
                <c:pt idx="11842">
                  <c:v>0.13706018518132623</c:v>
                </c:pt>
                <c:pt idx="11843">
                  <c:v>0.13707175925810589</c:v>
                </c:pt>
                <c:pt idx="11844">
                  <c:v>0.13708333332760958</c:v>
                </c:pt>
                <c:pt idx="11845">
                  <c:v>0.13709490740438923</c:v>
                </c:pt>
                <c:pt idx="11846">
                  <c:v>0.13710648148116888</c:v>
                </c:pt>
                <c:pt idx="11847">
                  <c:v>0.13711805555067258</c:v>
                </c:pt>
                <c:pt idx="11848">
                  <c:v>0.13712962962745223</c:v>
                </c:pt>
                <c:pt idx="11849">
                  <c:v>0.13714120370423188</c:v>
                </c:pt>
                <c:pt idx="11850">
                  <c:v>0.13715277777373558</c:v>
                </c:pt>
                <c:pt idx="11851">
                  <c:v>0.13716435185051523</c:v>
                </c:pt>
                <c:pt idx="11852">
                  <c:v>0.13717592592001893</c:v>
                </c:pt>
                <c:pt idx="11853">
                  <c:v>0.13718749999679858</c:v>
                </c:pt>
                <c:pt idx="11854">
                  <c:v>0.13719907407357823</c:v>
                </c:pt>
                <c:pt idx="11855">
                  <c:v>0.13721064814308193</c:v>
                </c:pt>
                <c:pt idx="11856">
                  <c:v>0.13722222221986158</c:v>
                </c:pt>
                <c:pt idx="11857">
                  <c:v>0.13723379629664123</c:v>
                </c:pt>
                <c:pt idx="11858">
                  <c:v>0.13724537036614493</c:v>
                </c:pt>
                <c:pt idx="11859">
                  <c:v>0.13725694444292458</c:v>
                </c:pt>
                <c:pt idx="11860">
                  <c:v>0.13726851851970423</c:v>
                </c:pt>
                <c:pt idx="11861">
                  <c:v>0.13728009258920792</c:v>
                </c:pt>
                <c:pt idx="11862">
                  <c:v>0.13729166666598758</c:v>
                </c:pt>
                <c:pt idx="11863">
                  <c:v>0.13730324073549127</c:v>
                </c:pt>
                <c:pt idx="11864">
                  <c:v>0.13731481481227092</c:v>
                </c:pt>
                <c:pt idx="11865">
                  <c:v>0.13732638888905058</c:v>
                </c:pt>
                <c:pt idx="11866">
                  <c:v>0.13733796295855427</c:v>
                </c:pt>
                <c:pt idx="11867">
                  <c:v>0.13734953703533392</c:v>
                </c:pt>
                <c:pt idx="11868">
                  <c:v>0.13736111111211358</c:v>
                </c:pt>
                <c:pt idx="11869">
                  <c:v>0.13737268518161727</c:v>
                </c:pt>
                <c:pt idx="11870">
                  <c:v>0.13738425925839692</c:v>
                </c:pt>
                <c:pt idx="11871">
                  <c:v>0.13739583332790062</c:v>
                </c:pt>
                <c:pt idx="11872">
                  <c:v>0.13740740740468027</c:v>
                </c:pt>
                <c:pt idx="11873">
                  <c:v>0.13741898148145992</c:v>
                </c:pt>
                <c:pt idx="11874">
                  <c:v>0.13743055555096362</c:v>
                </c:pt>
                <c:pt idx="11875">
                  <c:v>0.13744212962774327</c:v>
                </c:pt>
                <c:pt idx="11876">
                  <c:v>0.13745370370452292</c:v>
                </c:pt>
                <c:pt idx="11877">
                  <c:v>0.13746527777402662</c:v>
                </c:pt>
                <c:pt idx="11878">
                  <c:v>0.13747685185080627</c:v>
                </c:pt>
                <c:pt idx="11879">
                  <c:v>0.13748842592030996</c:v>
                </c:pt>
                <c:pt idx="11880">
                  <c:v>0.13749999999708962</c:v>
                </c:pt>
                <c:pt idx="11881">
                  <c:v>0.13751157407386927</c:v>
                </c:pt>
                <c:pt idx="11882">
                  <c:v>0.13752314814337296</c:v>
                </c:pt>
                <c:pt idx="11883">
                  <c:v>0.13753472222015262</c:v>
                </c:pt>
                <c:pt idx="11884">
                  <c:v>0.13754629629693227</c:v>
                </c:pt>
                <c:pt idx="11885">
                  <c:v>0.13755787036643596</c:v>
                </c:pt>
                <c:pt idx="11886">
                  <c:v>0.13756944444321562</c:v>
                </c:pt>
                <c:pt idx="11887">
                  <c:v>0.13758101851271931</c:v>
                </c:pt>
                <c:pt idx="11888">
                  <c:v>0.13759259258949896</c:v>
                </c:pt>
                <c:pt idx="11889">
                  <c:v>0.13760416666627862</c:v>
                </c:pt>
                <c:pt idx="11890">
                  <c:v>0.13761574073578231</c:v>
                </c:pt>
                <c:pt idx="11891">
                  <c:v>0.13762731481256196</c:v>
                </c:pt>
                <c:pt idx="11892">
                  <c:v>0.13763888888934162</c:v>
                </c:pt>
                <c:pt idx="11893">
                  <c:v>0.13765046295884531</c:v>
                </c:pt>
                <c:pt idx="11894">
                  <c:v>0.13766203703562496</c:v>
                </c:pt>
                <c:pt idx="11895">
                  <c:v>0.13767361111240461</c:v>
                </c:pt>
                <c:pt idx="11896">
                  <c:v>0.13768518518190831</c:v>
                </c:pt>
                <c:pt idx="11897">
                  <c:v>0.13769675925868796</c:v>
                </c:pt>
                <c:pt idx="11898">
                  <c:v>0.13770833332819166</c:v>
                </c:pt>
                <c:pt idx="11899">
                  <c:v>0.13771990740497131</c:v>
                </c:pt>
                <c:pt idx="11900">
                  <c:v>0.13773148148175096</c:v>
                </c:pt>
                <c:pt idx="11901">
                  <c:v>0.13774305555125466</c:v>
                </c:pt>
                <c:pt idx="11902">
                  <c:v>0.13775462962803431</c:v>
                </c:pt>
                <c:pt idx="11903">
                  <c:v>0.13776620370481396</c:v>
                </c:pt>
                <c:pt idx="11904">
                  <c:v>0.13777777777431766</c:v>
                </c:pt>
                <c:pt idx="11905">
                  <c:v>0.13778935185109731</c:v>
                </c:pt>
                <c:pt idx="11906">
                  <c:v>0.137800925920601</c:v>
                </c:pt>
                <c:pt idx="11907">
                  <c:v>0.13781249999738066</c:v>
                </c:pt>
                <c:pt idx="11908">
                  <c:v>0.13782407407416031</c:v>
                </c:pt>
                <c:pt idx="11909">
                  <c:v>0.137835648143664</c:v>
                </c:pt>
                <c:pt idx="11910">
                  <c:v>0.13784722222044365</c:v>
                </c:pt>
                <c:pt idx="11911">
                  <c:v>0.13785879629722331</c:v>
                </c:pt>
                <c:pt idx="11912">
                  <c:v>0.137870370366727</c:v>
                </c:pt>
                <c:pt idx="11913">
                  <c:v>0.13788194444350665</c:v>
                </c:pt>
                <c:pt idx="11914">
                  <c:v>0.13789351851301035</c:v>
                </c:pt>
                <c:pt idx="11915">
                  <c:v>0.13790509258979</c:v>
                </c:pt>
                <c:pt idx="11916">
                  <c:v>0.13791666666656965</c:v>
                </c:pt>
                <c:pt idx="11917">
                  <c:v>0.13792824073607335</c:v>
                </c:pt>
                <c:pt idx="11918">
                  <c:v>0.137939814812853</c:v>
                </c:pt>
                <c:pt idx="11919">
                  <c:v>0.13795138888963265</c:v>
                </c:pt>
                <c:pt idx="11920">
                  <c:v>0.13796296295913635</c:v>
                </c:pt>
                <c:pt idx="11921">
                  <c:v>0.137974537035916</c:v>
                </c:pt>
                <c:pt idx="11922">
                  <c:v>0.1379861111054197</c:v>
                </c:pt>
                <c:pt idx="11923">
                  <c:v>0.13799768518219935</c:v>
                </c:pt>
                <c:pt idx="11924">
                  <c:v>0.138009259258979</c:v>
                </c:pt>
                <c:pt idx="11925">
                  <c:v>0.13802083332848269</c:v>
                </c:pt>
                <c:pt idx="11926">
                  <c:v>0.13803240740526235</c:v>
                </c:pt>
                <c:pt idx="11927">
                  <c:v>0.138043981482042</c:v>
                </c:pt>
                <c:pt idx="11928">
                  <c:v>0.13805555555154569</c:v>
                </c:pt>
                <c:pt idx="11929">
                  <c:v>0.13806712962832535</c:v>
                </c:pt>
                <c:pt idx="11930">
                  <c:v>0.13807870369782904</c:v>
                </c:pt>
                <c:pt idx="11931">
                  <c:v>0.13809027777460869</c:v>
                </c:pt>
                <c:pt idx="11932">
                  <c:v>0.13810185185138835</c:v>
                </c:pt>
                <c:pt idx="11933">
                  <c:v>0.13811342592089204</c:v>
                </c:pt>
                <c:pt idx="11934">
                  <c:v>0.13812499999767169</c:v>
                </c:pt>
                <c:pt idx="11935">
                  <c:v>0.13813657407445135</c:v>
                </c:pt>
                <c:pt idx="11936">
                  <c:v>0.13814814814395504</c:v>
                </c:pt>
                <c:pt idx="11937">
                  <c:v>0.13815972222073469</c:v>
                </c:pt>
                <c:pt idx="11938">
                  <c:v>0.13817129629751435</c:v>
                </c:pt>
                <c:pt idx="11939">
                  <c:v>0.13818287036701804</c:v>
                </c:pt>
                <c:pt idx="11940">
                  <c:v>0.13819444444379769</c:v>
                </c:pt>
                <c:pt idx="11941">
                  <c:v>0.13820601851330139</c:v>
                </c:pt>
                <c:pt idx="11942">
                  <c:v>0.13821759259008104</c:v>
                </c:pt>
                <c:pt idx="11943">
                  <c:v>0.13822916666686069</c:v>
                </c:pt>
                <c:pt idx="11944">
                  <c:v>0.13824074073636439</c:v>
                </c:pt>
                <c:pt idx="11945">
                  <c:v>0.13825231481314404</c:v>
                </c:pt>
                <c:pt idx="11946">
                  <c:v>0.13826388888992369</c:v>
                </c:pt>
                <c:pt idx="11947">
                  <c:v>0.13827546295942739</c:v>
                </c:pt>
                <c:pt idx="11948">
                  <c:v>0.13828703703620704</c:v>
                </c:pt>
                <c:pt idx="11949">
                  <c:v>0.13829861110571073</c:v>
                </c:pt>
                <c:pt idx="11950">
                  <c:v>0.13831018518249039</c:v>
                </c:pt>
                <c:pt idx="11951">
                  <c:v>0.13832175925927004</c:v>
                </c:pt>
                <c:pt idx="11952">
                  <c:v>0.13833333332877373</c:v>
                </c:pt>
                <c:pt idx="11953">
                  <c:v>0.13834490740555339</c:v>
                </c:pt>
                <c:pt idx="11954">
                  <c:v>0.13835648148233304</c:v>
                </c:pt>
                <c:pt idx="11955">
                  <c:v>0.13836805555183673</c:v>
                </c:pt>
                <c:pt idx="11956">
                  <c:v>0.13837962962861639</c:v>
                </c:pt>
                <c:pt idx="11957">
                  <c:v>0.13839120369812008</c:v>
                </c:pt>
                <c:pt idx="11958">
                  <c:v>0.13840277777489973</c:v>
                </c:pt>
                <c:pt idx="11959">
                  <c:v>0.13841435185167938</c:v>
                </c:pt>
                <c:pt idx="11960">
                  <c:v>0.13842592592118308</c:v>
                </c:pt>
                <c:pt idx="11961">
                  <c:v>0.13843749999796273</c:v>
                </c:pt>
                <c:pt idx="11962">
                  <c:v>0.13844907407474238</c:v>
                </c:pt>
                <c:pt idx="11963">
                  <c:v>0.13846064814424608</c:v>
                </c:pt>
                <c:pt idx="11964">
                  <c:v>0.13847222222102573</c:v>
                </c:pt>
                <c:pt idx="11965">
                  <c:v>0.13848379629052943</c:v>
                </c:pt>
                <c:pt idx="11966">
                  <c:v>0.13849537036730908</c:v>
                </c:pt>
                <c:pt idx="11967">
                  <c:v>0.13850694444408873</c:v>
                </c:pt>
                <c:pt idx="11968">
                  <c:v>0.13851851851359243</c:v>
                </c:pt>
                <c:pt idx="11969">
                  <c:v>0.13853009259037208</c:v>
                </c:pt>
                <c:pt idx="11970">
                  <c:v>0.13854166666715173</c:v>
                </c:pt>
                <c:pt idx="11971">
                  <c:v>0.13855324073665543</c:v>
                </c:pt>
                <c:pt idx="11972">
                  <c:v>0.13856481481343508</c:v>
                </c:pt>
                <c:pt idx="11973">
                  <c:v>0.13857638889021473</c:v>
                </c:pt>
                <c:pt idx="11974">
                  <c:v>0.13858796295971842</c:v>
                </c:pt>
                <c:pt idx="11975">
                  <c:v>0.13859953703649808</c:v>
                </c:pt>
                <c:pt idx="11976">
                  <c:v>0.13861111110600177</c:v>
                </c:pt>
                <c:pt idx="11977">
                  <c:v>0.13862268518278142</c:v>
                </c:pt>
                <c:pt idx="11978">
                  <c:v>0.13863425925956108</c:v>
                </c:pt>
                <c:pt idx="11979">
                  <c:v>0.13864583332906477</c:v>
                </c:pt>
                <c:pt idx="11980">
                  <c:v>0.13865740740584442</c:v>
                </c:pt>
                <c:pt idx="11981">
                  <c:v>0.13866898148262408</c:v>
                </c:pt>
                <c:pt idx="11982">
                  <c:v>0.13868055555212777</c:v>
                </c:pt>
                <c:pt idx="11983">
                  <c:v>0.13869212962890742</c:v>
                </c:pt>
                <c:pt idx="11984">
                  <c:v>0.13870370369841112</c:v>
                </c:pt>
                <c:pt idx="11985">
                  <c:v>0.13871527777519077</c:v>
                </c:pt>
                <c:pt idx="11986">
                  <c:v>0.13872685185197042</c:v>
                </c:pt>
                <c:pt idx="11987">
                  <c:v>0.13873842592147412</c:v>
                </c:pt>
                <c:pt idx="11988">
                  <c:v>0.13874999999825377</c:v>
                </c:pt>
                <c:pt idx="11989">
                  <c:v>0.13876157407503342</c:v>
                </c:pt>
                <c:pt idx="11990">
                  <c:v>0.13877314814453712</c:v>
                </c:pt>
                <c:pt idx="11991">
                  <c:v>0.13878472222131677</c:v>
                </c:pt>
                <c:pt idx="11992">
                  <c:v>0.13879629629082046</c:v>
                </c:pt>
                <c:pt idx="11993">
                  <c:v>0.13880787036760012</c:v>
                </c:pt>
                <c:pt idx="11994">
                  <c:v>0.13881944444437977</c:v>
                </c:pt>
                <c:pt idx="11995">
                  <c:v>0.13883101851388346</c:v>
                </c:pt>
                <c:pt idx="11996">
                  <c:v>0.13884259259066312</c:v>
                </c:pt>
                <c:pt idx="11997">
                  <c:v>0.13885416666744277</c:v>
                </c:pt>
                <c:pt idx="11998">
                  <c:v>0.13886574073694646</c:v>
                </c:pt>
                <c:pt idx="11999">
                  <c:v>0.13887731481372612</c:v>
                </c:pt>
                <c:pt idx="12000">
                  <c:v>0.13888888888322981</c:v>
                </c:pt>
                <c:pt idx="12001">
                  <c:v>0.13890046296000946</c:v>
                </c:pt>
                <c:pt idx="12002">
                  <c:v>0.13891203703678912</c:v>
                </c:pt>
                <c:pt idx="12003">
                  <c:v>0.13892361110629281</c:v>
                </c:pt>
                <c:pt idx="12004">
                  <c:v>0.13893518518307246</c:v>
                </c:pt>
                <c:pt idx="12005">
                  <c:v>0.13894675925985212</c:v>
                </c:pt>
                <c:pt idx="12006">
                  <c:v>0.13895833332935581</c:v>
                </c:pt>
                <c:pt idx="12007">
                  <c:v>0.13896990740613546</c:v>
                </c:pt>
                <c:pt idx="12008">
                  <c:v>0.13898148147563916</c:v>
                </c:pt>
                <c:pt idx="12009">
                  <c:v>0.13899305555241881</c:v>
                </c:pt>
                <c:pt idx="12010">
                  <c:v>0.13900462962919846</c:v>
                </c:pt>
                <c:pt idx="12011">
                  <c:v>0.13901620369870216</c:v>
                </c:pt>
                <c:pt idx="12012">
                  <c:v>0.13902777777548181</c:v>
                </c:pt>
                <c:pt idx="12013">
                  <c:v>0.13903935185226146</c:v>
                </c:pt>
                <c:pt idx="12014">
                  <c:v>0.13905092592176516</c:v>
                </c:pt>
                <c:pt idx="12015">
                  <c:v>0.13906249999854481</c:v>
                </c:pt>
                <c:pt idx="12016">
                  <c:v>0.13907407407532446</c:v>
                </c:pt>
                <c:pt idx="12017">
                  <c:v>0.13908564814482816</c:v>
                </c:pt>
                <c:pt idx="12018">
                  <c:v>0.13909722222160781</c:v>
                </c:pt>
                <c:pt idx="12019">
                  <c:v>0.1391087962911115</c:v>
                </c:pt>
                <c:pt idx="12020">
                  <c:v>0.13912037036789116</c:v>
                </c:pt>
                <c:pt idx="12021">
                  <c:v>0.13913194444467081</c:v>
                </c:pt>
                <c:pt idx="12022">
                  <c:v>0.1391435185141745</c:v>
                </c:pt>
                <c:pt idx="12023">
                  <c:v>0.13915509259095415</c:v>
                </c:pt>
                <c:pt idx="12024">
                  <c:v>0.13916666666773381</c:v>
                </c:pt>
                <c:pt idx="12025">
                  <c:v>0.1391782407372375</c:v>
                </c:pt>
                <c:pt idx="12026">
                  <c:v>0.13918981481401715</c:v>
                </c:pt>
                <c:pt idx="12027">
                  <c:v>0.13920138888352085</c:v>
                </c:pt>
                <c:pt idx="12028">
                  <c:v>0.1392129629603005</c:v>
                </c:pt>
                <c:pt idx="12029">
                  <c:v>0.13922453703708015</c:v>
                </c:pt>
                <c:pt idx="12030">
                  <c:v>0.13923611110658385</c:v>
                </c:pt>
                <c:pt idx="12031">
                  <c:v>0.1392476851833635</c:v>
                </c:pt>
                <c:pt idx="12032">
                  <c:v>0.13925925926014315</c:v>
                </c:pt>
                <c:pt idx="12033">
                  <c:v>0.13927083332964685</c:v>
                </c:pt>
                <c:pt idx="12034">
                  <c:v>0.1392824074064265</c:v>
                </c:pt>
                <c:pt idx="12035">
                  <c:v>0.1392939814759302</c:v>
                </c:pt>
                <c:pt idx="12036">
                  <c:v>0.13930555555270985</c:v>
                </c:pt>
                <c:pt idx="12037">
                  <c:v>0.1393171296294895</c:v>
                </c:pt>
                <c:pt idx="12038">
                  <c:v>0.13932870369899319</c:v>
                </c:pt>
                <c:pt idx="12039">
                  <c:v>0.13934027777577285</c:v>
                </c:pt>
                <c:pt idx="12040">
                  <c:v>0.1393518518525525</c:v>
                </c:pt>
                <c:pt idx="12041">
                  <c:v>0.13936342592205619</c:v>
                </c:pt>
                <c:pt idx="12042">
                  <c:v>0.13937499999883585</c:v>
                </c:pt>
                <c:pt idx="12043">
                  <c:v>0.13938657406833954</c:v>
                </c:pt>
                <c:pt idx="12044">
                  <c:v>0.13939814814511919</c:v>
                </c:pt>
                <c:pt idx="12045">
                  <c:v>0.13940972222189885</c:v>
                </c:pt>
                <c:pt idx="12046">
                  <c:v>0.13942129629140254</c:v>
                </c:pt>
                <c:pt idx="12047">
                  <c:v>0.13943287036818219</c:v>
                </c:pt>
                <c:pt idx="12048">
                  <c:v>0.13944444444496185</c:v>
                </c:pt>
                <c:pt idx="12049">
                  <c:v>0.13945601851446554</c:v>
                </c:pt>
                <c:pt idx="12050">
                  <c:v>0.13946759259124519</c:v>
                </c:pt>
                <c:pt idx="12051">
                  <c:v>0.13947916666074889</c:v>
                </c:pt>
                <c:pt idx="12052">
                  <c:v>0.13949074073752854</c:v>
                </c:pt>
                <c:pt idx="12053">
                  <c:v>0.13950231481430819</c:v>
                </c:pt>
                <c:pt idx="12054">
                  <c:v>0.13951388888381189</c:v>
                </c:pt>
                <c:pt idx="12055">
                  <c:v>0.13952546296059154</c:v>
                </c:pt>
                <c:pt idx="12056">
                  <c:v>0.13953703703737119</c:v>
                </c:pt>
                <c:pt idx="12057">
                  <c:v>0.13954861110687489</c:v>
                </c:pt>
                <c:pt idx="12058">
                  <c:v>0.13956018518365454</c:v>
                </c:pt>
                <c:pt idx="12059">
                  <c:v>0.13957175926043419</c:v>
                </c:pt>
                <c:pt idx="12060">
                  <c:v>0.13958333332993789</c:v>
                </c:pt>
                <c:pt idx="12061">
                  <c:v>0.13959490740671754</c:v>
                </c:pt>
                <c:pt idx="12062">
                  <c:v>0.13960648147622123</c:v>
                </c:pt>
                <c:pt idx="12063">
                  <c:v>0.13961805555300089</c:v>
                </c:pt>
                <c:pt idx="12064">
                  <c:v>0.13962962962978054</c:v>
                </c:pt>
                <c:pt idx="12065">
                  <c:v>0.13964120369928423</c:v>
                </c:pt>
                <c:pt idx="12066">
                  <c:v>0.13965277777606389</c:v>
                </c:pt>
                <c:pt idx="12067">
                  <c:v>0.13966435185284354</c:v>
                </c:pt>
                <c:pt idx="12068">
                  <c:v>0.13967592592234723</c:v>
                </c:pt>
                <c:pt idx="12069">
                  <c:v>0.13968749999912689</c:v>
                </c:pt>
                <c:pt idx="12070">
                  <c:v>0.13969907406863058</c:v>
                </c:pt>
                <c:pt idx="12071">
                  <c:v>0.13971064814541023</c:v>
                </c:pt>
                <c:pt idx="12072">
                  <c:v>0.13972222222218988</c:v>
                </c:pt>
                <c:pt idx="12073">
                  <c:v>0.13973379629169358</c:v>
                </c:pt>
                <c:pt idx="12074">
                  <c:v>0.13974537036847323</c:v>
                </c:pt>
                <c:pt idx="12075">
                  <c:v>0.13975694444525288</c:v>
                </c:pt>
                <c:pt idx="12076">
                  <c:v>0.13976851851475658</c:v>
                </c:pt>
                <c:pt idx="12077">
                  <c:v>0.13978009259153623</c:v>
                </c:pt>
                <c:pt idx="12078">
                  <c:v>0.13979166666103993</c:v>
                </c:pt>
                <c:pt idx="12079">
                  <c:v>0.13980324073781958</c:v>
                </c:pt>
                <c:pt idx="12080">
                  <c:v>0.13981481481459923</c:v>
                </c:pt>
                <c:pt idx="12081">
                  <c:v>0.13982638888410293</c:v>
                </c:pt>
                <c:pt idx="12082">
                  <c:v>0.13983796296088258</c:v>
                </c:pt>
                <c:pt idx="12083">
                  <c:v>0.13984953703766223</c:v>
                </c:pt>
                <c:pt idx="12084">
                  <c:v>0.13986111110716593</c:v>
                </c:pt>
                <c:pt idx="12085">
                  <c:v>0.13987268518394558</c:v>
                </c:pt>
                <c:pt idx="12086">
                  <c:v>0.13988425925344927</c:v>
                </c:pt>
                <c:pt idx="12087">
                  <c:v>0.13989583333022892</c:v>
                </c:pt>
                <c:pt idx="12088">
                  <c:v>0.13990740740700858</c:v>
                </c:pt>
                <c:pt idx="12089">
                  <c:v>0.13991898147651227</c:v>
                </c:pt>
                <c:pt idx="12090">
                  <c:v>0.13993055555329192</c:v>
                </c:pt>
                <c:pt idx="12091">
                  <c:v>0.13994212963007158</c:v>
                </c:pt>
                <c:pt idx="12092">
                  <c:v>0.13995370369957527</c:v>
                </c:pt>
                <c:pt idx="12093">
                  <c:v>0.13996527777635492</c:v>
                </c:pt>
                <c:pt idx="12094">
                  <c:v>0.13997685185313458</c:v>
                </c:pt>
                <c:pt idx="12095">
                  <c:v>0.13998842592263827</c:v>
                </c:pt>
                <c:pt idx="12096">
                  <c:v>0.13999999999941792</c:v>
                </c:pt>
                <c:pt idx="12097">
                  <c:v>0.14001157406892162</c:v>
                </c:pt>
                <c:pt idx="12098">
                  <c:v>0.14002314814570127</c:v>
                </c:pt>
                <c:pt idx="12099">
                  <c:v>0.14003472222248092</c:v>
                </c:pt>
                <c:pt idx="12100">
                  <c:v>0.14004629629198462</c:v>
                </c:pt>
                <c:pt idx="12101">
                  <c:v>0.14005787036876427</c:v>
                </c:pt>
                <c:pt idx="12102">
                  <c:v>0.14006944444554392</c:v>
                </c:pt>
                <c:pt idx="12103">
                  <c:v>0.14008101851504762</c:v>
                </c:pt>
                <c:pt idx="12104">
                  <c:v>0.14009259259182727</c:v>
                </c:pt>
                <c:pt idx="12105">
                  <c:v>0.14010416666133096</c:v>
                </c:pt>
                <c:pt idx="12106">
                  <c:v>0.14011574073811062</c:v>
                </c:pt>
                <c:pt idx="12107">
                  <c:v>0.14012731481489027</c:v>
                </c:pt>
                <c:pt idx="12108">
                  <c:v>0.14013888888439396</c:v>
                </c:pt>
                <c:pt idx="12109">
                  <c:v>0.14015046296117362</c:v>
                </c:pt>
                <c:pt idx="12110">
                  <c:v>0.14016203703795327</c:v>
                </c:pt>
                <c:pt idx="12111">
                  <c:v>0.14017361110745696</c:v>
                </c:pt>
                <c:pt idx="12112">
                  <c:v>0.14018518518423662</c:v>
                </c:pt>
                <c:pt idx="12113">
                  <c:v>0.14019675925374031</c:v>
                </c:pt>
                <c:pt idx="12114">
                  <c:v>0.14020833333051996</c:v>
                </c:pt>
                <c:pt idx="12115">
                  <c:v>0.14021990740729962</c:v>
                </c:pt>
                <c:pt idx="12116">
                  <c:v>0.14023148147680331</c:v>
                </c:pt>
                <c:pt idx="12117">
                  <c:v>0.14024305555358296</c:v>
                </c:pt>
                <c:pt idx="12118">
                  <c:v>0.14025462963036261</c:v>
                </c:pt>
                <c:pt idx="12119">
                  <c:v>0.14026620369986631</c:v>
                </c:pt>
                <c:pt idx="12120">
                  <c:v>0.14027777777664596</c:v>
                </c:pt>
                <c:pt idx="12121">
                  <c:v>0.14028935184614966</c:v>
                </c:pt>
                <c:pt idx="12122">
                  <c:v>0.14030092592292931</c:v>
                </c:pt>
                <c:pt idx="12123">
                  <c:v>0.14031249999970896</c:v>
                </c:pt>
                <c:pt idx="12124">
                  <c:v>0.14032407406921266</c:v>
                </c:pt>
                <c:pt idx="12125">
                  <c:v>0.14033564814599231</c:v>
                </c:pt>
                <c:pt idx="12126">
                  <c:v>0.14034722222277196</c:v>
                </c:pt>
                <c:pt idx="12127">
                  <c:v>0.14035879629227566</c:v>
                </c:pt>
                <c:pt idx="12128">
                  <c:v>0.14037037036905531</c:v>
                </c:pt>
                <c:pt idx="12129">
                  <c:v>0.140381944438559</c:v>
                </c:pt>
                <c:pt idx="12130">
                  <c:v>0.14039351851533866</c:v>
                </c:pt>
                <c:pt idx="12131">
                  <c:v>0.14040509259211831</c:v>
                </c:pt>
                <c:pt idx="12132">
                  <c:v>0.140416666661622</c:v>
                </c:pt>
                <c:pt idx="12133">
                  <c:v>0.14042824073840166</c:v>
                </c:pt>
                <c:pt idx="12134">
                  <c:v>0.14043981481518131</c:v>
                </c:pt>
                <c:pt idx="12135">
                  <c:v>0.140451388884685</c:v>
                </c:pt>
                <c:pt idx="12136">
                  <c:v>0.14046296296146465</c:v>
                </c:pt>
                <c:pt idx="12137">
                  <c:v>0.14047453703824431</c:v>
                </c:pt>
                <c:pt idx="12138">
                  <c:v>0.140486111107748</c:v>
                </c:pt>
                <c:pt idx="12139">
                  <c:v>0.14049768518452765</c:v>
                </c:pt>
                <c:pt idx="12140">
                  <c:v>0.14050925925403135</c:v>
                </c:pt>
                <c:pt idx="12141">
                  <c:v>0.140520833330811</c:v>
                </c:pt>
                <c:pt idx="12142">
                  <c:v>0.14053240740759065</c:v>
                </c:pt>
                <c:pt idx="12143">
                  <c:v>0.14054398147709435</c:v>
                </c:pt>
                <c:pt idx="12144">
                  <c:v>0.140555555553874</c:v>
                </c:pt>
                <c:pt idx="12145">
                  <c:v>0.14056712963065365</c:v>
                </c:pt>
                <c:pt idx="12146">
                  <c:v>0.14057870370015735</c:v>
                </c:pt>
                <c:pt idx="12147">
                  <c:v>0.140590277776937</c:v>
                </c:pt>
                <c:pt idx="12148">
                  <c:v>0.1406018518464407</c:v>
                </c:pt>
                <c:pt idx="12149">
                  <c:v>0.14061342592322035</c:v>
                </c:pt>
                <c:pt idx="12150">
                  <c:v>0.140625</c:v>
                </c:pt>
                <c:pt idx="12151">
                  <c:v>0.14063657406950369</c:v>
                </c:pt>
                <c:pt idx="12152">
                  <c:v>0.14064814814628335</c:v>
                </c:pt>
                <c:pt idx="12153">
                  <c:v>0.140659722223063</c:v>
                </c:pt>
                <c:pt idx="12154">
                  <c:v>0.14067129629256669</c:v>
                </c:pt>
                <c:pt idx="12155">
                  <c:v>0.14068287036934635</c:v>
                </c:pt>
                <c:pt idx="12156">
                  <c:v>0.14069444443885004</c:v>
                </c:pt>
                <c:pt idx="12157">
                  <c:v>0.14070601851562969</c:v>
                </c:pt>
                <c:pt idx="12158">
                  <c:v>0.14071759259240935</c:v>
                </c:pt>
                <c:pt idx="12159">
                  <c:v>0.14072916666191304</c:v>
                </c:pt>
                <c:pt idx="12160">
                  <c:v>0.14074074073869269</c:v>
                </c:pt>
                <c:pt idx="12161">
                  <c:v>0.14075231481547235</c:v>
                </c:pt>
                <c:pt idx="12162">
                  <c:v>0.14076388888497604</c:v>
                </c:pt>
                <c:pt idx="12163">
                  <c:v>0.14077546296175569</c:v>
                </c:pt>
                <c:pt idx="12164">
                  <c:v>0.14078703703125939</c:v>
                </c:pt>
                <c:pt idx="12165">
                  <c:v>0.14079861110803904</c:v>
                </c:pt>
                <c:pt idx="12166">
                  <c:v>0.14081018518481869</c:v>
                </c:pt>
                <c:pt idx="12167">
                  <c:v>0.14082175925432239</c:v>
                </c:pt>
                <c:pt idx="12168">
                  <c:v>0.14083333333110204</c:v>
                </c:pt>
                <c:pt idx="12169">
                  <c:v>0.14084490740788169</c:v>
                </c:pt>
                <c:pt idx="12170">
                  <c:v>0.14085648147738539</c:v>
                </c:pt>
                <c:pt idx="12171">
                  <c:v>0.14086805555416504</c:v>
                </c:pt>
                <c:pt idx="12172">
                  <c:v>0.14087962963094469</c:v>
                </c:pt>
                <c:pt idx="12173">
                  <c:v>0.14089120370044839</c:v>
                </c:pt>
                <c:pt idx="12174">
                  <c:v>0.14090277777722804</c:v>
                </c:pt>
                <c:pt idx="12175">
                  <c:v>0.14091435184673173</c:v>
                </c:pt>
                <c:pt idx="12176">
                  <c:v>0.14092592592351139</c:v>
                </c:pt>
                <c:pt idx="12177">
                  <c:v>0.14093750000029104</c:v>
                </c:pt>
                <c:pt idx="12178">
                  <c:v>0.14094907406979473</c:v>
                </c:pt>
                <c:pt idx="12179">
                  <c:v>0.14096064814657439</c:v>
                </c:pt>
                <c:pt idx="12180">
                  <c:v>0.14097222222335404</c:v>
                </c:pt>
                <c:pt idx="12181">
                  <c:v>0.14098379629285773</c:v>
                </c:pt>
                <c:pt idx="12182">
                  <c:v>0.14099537036963739</c:v>
                </c:pt>
                <c:pt idx="12183">
                  <c:v>0.14100694443914108</c:v>
                </c:pt>
                <c:pt idx="12184">
                  <c:v>0.14101851851592073</c:v>
                </c:pt>
                <c:pt idx="12185">
                  <c:v>0.14103009259270038</c:v>
                </c:pt>
                <c:pt idx="12186">
                  <c:v>0.14104166666220408</c:v>
                </c:pt>
                <c:pt idx="12187">
                  <c:v>0.14105324073898373</c:v>
                </c:pt>
                <c:pt idx="12188">
                  <c:v>0.14106481481576338</c:v>
                </c:pt>
                <c:pt idx="12189">
                  <c:v>0.14107638888526708</c:v>
                </c:pt>
                <c:pt idx="12190">
                  <c:v>0.14108796296204673</c:v>
                </c:pt>
                <c:pt idx="12191">
                  <c:v>0.14109953703155043</c:v>
                </c:pt>
                <c:pt idx="12192">
                  <c:v>0.14111111110833008</c:v>
                </c:pt>
                <c:pt idx="12193">
                  <c:v>0.14112268518510973</c:v>
                </c:pt>
                <c:pt idx="12194">
                  <c:v>0.14113425925461343</c:v>
                </c:pt>
                <c:pt idx="12195">
                  <c:v>0.14114583333139308</c:v>
                </c:pt>
                <c:pt idx="12196">
                  <c:v>0.14115740740817273</c:v>
                </c:pt>
                <c:pt idx="12197">
                  <c:v>0.14116898147767643</c:v>
                </c:pt>
                <c:pt idx="12198">
                  <c:v>0.14118055555445608</c:v>
                </c:pt>
                <c:pt idx="12199">
                  <c:v>0.14119212962395977</c:v>
                </c:pt>
                <c:pt idx="12200">
                  <c:v>0.14120370370073942</c:v>
                </c:pt>
                <c:pt idx="12201">
                  <c:v>0.14121527777751908</c:v>
                </c:pt>
                <c:pt idx="12202">
                  <c:v>0.14122685184702277</c:v>
                </c:pt>
                <c:pt idx="12203">
                  <c:v>0.14123842592380242</c:v>
                </c:pt>
                <c:pt idx="12204">
                  <c:v>0.14125000000058208</c:v>
                </c:pt>
                <c:pt idx="12205">
                  <c:v>0.14126157407008577</c:v>
                </c:pt>
                <c:pt idx="12206">
                  <c:v>0.14127314814686542</c:v>
                </c:pt>
                <c:pt idx="12207">
                  <c:v>0.14128472221636912</c:v>
                </c:pt>
                <c:pt idx="12208">
                  <c:v>0.14129629629314877</c:v>
                </c:pt>
                <c:pt idx="12209">
                  <c:v>0.14130787036992842</c:v>
                </c:pt>
                <c:pt idx="12210">
                  <c:v>0.14131944443943212</c:v>
                </c:pt>
                <c:pt idx="12211">
                  <c:v>0.14133101851621177</c:v>
                </c:pt>
                <c:pt idx="12212">
                  <c:v>0.14134259259299142</c:v>
                </c:pt>
                <c:pt idx="12213">
                  <c:v>0.14135416666249512</c:v>
                </c:pt>
                <c:pt idx="12214">
                  <c:v>0.14136574073927477</c:v>
                </c:pt>
                <c:pt idx="12215">
                  <c:v>0.14137731481605442</c:v>
                </c:pt>
                <c:pt idx="12216">
                  <c:v>0.14138888888555812</c:v>
                </c:pt>
                <c:pt idx="12217">
                  <c:v>0.14140046296233777</c:v>
                </c:pt>
                <c:pt idx="12218">
                  <c:v>0.14141203703184146</c:v>
                </c:pt>
                <c:pt idx="12219">
                  <c:v>0.14142361110862112</c:v>
                </c:pt>
                <c:pt idx="12220">
                  <c:v>0.14143518518540077</c:v>
                </c:pt>
                <c:pt idx="12221">
                  <c:v>0.14144675925490446</c:v>
                </c:pt>
                <c:pt idx="12222">
                  <c:v>0.14145833333168412</c:v>
                </c:pt>
                <c:pt idx="12223">
                  <c:v>0.14146990740846377</c:v>
                </c:pt>
                <c:pt idx="12224">
                  <c:v>0.14148148147796746</c:v>
                </c:pt>
                <c:pt idx="12225">
                  <c:v>0.14149305555474712</c:v>
                </c:pt>
                <c:pt idx="12226">
                  <c:v>0.14150462962425081</c:v>
                </c:pt>
                <c:pt idx="12227">
                  <c:v>0.14151620370103046</c:v>
                </c:pt>
                <c:pt idx="12228">
                  <c:v>0.14152777777781012</c:v>
                </c:pt>
                <c:pt idx="12229">
                  <c:v>0.14153935184731381</c:v>
                </c:pt>
                <c:pt idx="12230">
                  <c:v>0.14155092592409346</c:v>
                </c:pt>
                <c:pt idx="12231">
                  <c:v>0.14156250000087311</c:v>
                </c:pt>
                <c:pt idx="12232">
                  <c:v>0.14157407407037681</c:v>
                </c:pt>
                <c:pt idx="12233">
                  <c:v>0.14158564814715646</c:v>
                </c:pt>
                <c:pt idx="12234">
                  <c:v>0.14159722221666016</c:v>
                </c:pt>
                <c:pt idx="12235">
                  <c:v>0.14160879629343981</c:v>
                </c:pt>
                <c:pt idx="12236">
                  <c:v>0.14162037037021946</c:v>
                </c:pt>
                <c:pt idx="12237">
                  <c:v>0.14163194443972316</c:v>
                </c:pt>
                <c:pt idx="12238">
                  <c:v>0.14164351851650281</c:v>
                </c:pt>
                <c:pt idx="12239">
                  <c:v>0.14165509259328246</c:v>
                </c:pt>
                <c:pt idx="12240">
                  <c:v>0.14166666666278616</c:v>
                </c:pt>
                <c:pt idx="12241">
                  <c:v>0.14167824073956581</c:v>
                </c:pt>
                <c:pt idx="12242">
                  <c:v>0.1416898148090695</c:v>
                </c:pt>
                <c:pt idx="12243">
                  <c:v>0.14170138888584916</c:v>
                </c:pt>
                <c:pt idx="12244">
                  <c:v>0.14171296296262881</c:v>
                </c:pt>
                <c:pt idx="12245">
                  <c:v>0.1417245370321325</c:v>
                </c:pt>
                <c:pt idx="12246">
                  <c:v>0.14173611110891216</c:v>
                </c:pt>
                <c:pt idx="12247">
                  <c:v>0.14174768518569181</c:v>
                </c:pt>
                <c:pt idx="12248">
                  <c:v>0.1417592592551955</c:v>
                </c:pt>
                <c:pt idx="12249">
                  <c:v>0.14177083333197515</c:v>
                </c:pt>
                <c:pt idx="12250">
                  <c:v>0.14178240740147885</c:v>
                </c:pt>
                <c:pt idx="12251">
                  <c:v>0.1417939814782585</c:v>
                </c:pt>
                <c:pt idx="12252">
                  <c:v>0.14180555555503815</c:v>
                </c:pt>
                <c:pt idx="12253">
                  <c:v>0.14181712962454185</c:v>
                </c:pt>
                <c:pt idx="12254">
                  <c:v>0.1418287037013215</c:v>
                </c:pt>
                <c:pt idx="12255">
                  <c:v>0.14184027777810115</c:v>
                </c:pt>
                <c:pt idx="12256">
                  <c:v>0.14185185184760485</c:v>
                </c:pt>
                <c:pt idx="12257">
                  <c:v>0.1418634259243845</c:v>
                </c:pt>
                <c:pt idx="12258">
                  <c:v>0.14187500000116415</c:v>
                </c:pt>
                <c:pt idx="12259">
                  <c:v>0.14188657407066785</c:v>
                </c:pt>
                <c:pt idx="12260">
                  <c:v>0.1418981481474475</c:v>
                </c:pt>
                <c:pt idx="12261">
                  <c:v>0.1419097222169512</c:v>
                </c:pt>
                <c:pt idx="12262">
                  <c:v>0.14192129629373085</c:v>
                </c:pt>
                <c:pt idx="12263">
                  <c:v>0.1419328703705105</c:v>
                </c:pt>
                <c:pt idx="12264">
                  <c:v>0.14194444444001419</c:v>
                </c:pt>
                <c:pt idx="12265">
                  <c:v>0.14195601851679385</c:v>
                </c:pt>
                <c:pt idx="12266">
                  <c:v>0.1419675925935735</c:v>
                </c:pt>
                <c:pt idx="12267">
                  <c:v>0.14197916666307719</c:v>
                </c:pt>
                <c:pt idx="12268">
                  <c:v>0.14199074073985685</c:v>
                </c:pt>
                <c:pt idx="12269">
                  <c:v>0.14200231480936054</c:v>
                </c:pt>
                <c:pt idx="12270">
                  <c:v>0.14201388888614019</c:v>
                </c:pt>
                <c:pt idx="12271">
                  <c:v>0.14202546296291985</c:v>
                </c:pt>
                <c:pt idx="12272">
                  <c:v>0.14203703703242354</c:v>
                </c:pt>
                <c:pt idx="12273">
                  <c:v>0.14204861110920319</c:v>
                </c:pt>
                <c:pt idx="12274">
                  <c:v>0.14206018518598285</c:v>
                </c:pt>
                <c:pt idx="12275">
                  <c:v>0.14207175925548654</c:v>
                </c:pt>
                <c:pt idx="12276">
                  <c:v>0.14208333333226619</c:v>
                </c:pt>
                <c:pt idx="12277">
                  <c:v>0.14209490740176989</c:v>
                </c:pt>
                <c:pt idx="12278">
                  <c:v>0.14210648147854954</c:v>
                </c:pt>
                <c:pt idx="12279">
                  <c:v>0.14211805555532919</c:v>
                </c:pt>
                <c:pt idx="12280">
                  <c:v>0.14212962962483289</c:v>
                </c:pt>
                <c:pt idx="12281">
                  <c:v>0.14214120370161254</c:v>
                </c:pt>
                <c:pt idx="12282">
                  <c:v>0.14215277777839219</c:v>
                </c:pt>
                <c:pt idx="12283">
                  <c:v>0.14216435184789589</c:v>
                </c:pt>
                <c:pt idx="12284">
                  <c:v>0.14217592592467554</c:v>
                </c:pt>
                <c:pt idx="12285">
                  <c:v>0.14218749999417923</c:v>
                </c:pt>
                <c:pt idx="12286">
                  <c:v>0.14219907407095889</c:v>
                </c:pt>
                <c:pt idx="12287">
                  <c:v>0.14221064814773854</c:v>
                </c:pt>
                <c:pt idx="12288">
                  <c:v>0.14222222221724223</c:v>
                </c:pt>
                <c:pt idx="12289">
                  <c:v>0.14223379629402189</c:v>
                </c:pt>
                <c:pt idx="12290">
                  <c:v>0.14224537037080154</c:v>
                </c:pt>
                <c:pt idx="12291">
                  <c:v>0.14225694444030523</c:v>
                </c:pt>
                <c:pt idx="12292">
                  <c:v>0.14226851851708489</c:v>
                </c:pt>
                <c:pt idx="12293">
                  <c:v>0.14228009259386454</c:v>
                </c:pt>
                <c:pt idx="12294">
                  <c:v>0.14229166666336823</c:v>
                </c:pt>
                <c:pt idx="12295">
                  <c:v>0.14230324074014788</c:v>
                </c:pt>
                <c:pt idx="12296">
                  <c:v>0.14231481480965158</c:v>
                </c:pt>
                <c:pt idx="12297">
                  <c:v>0.14232638888643123</c:v>
                </c:pt>
                <c:pt idx="12298">
                  <c:v>0.14233796296321088</c:v>
                </c:pt>
                <c:pt idx="12299">
                  <c:v>0.14234953703271458</c:v>
                </c:pt>
                <c:pt idx="12300">
                  <c:v>0.14236111110949423</c:v>
                </c:pt>
                <c:pt idx="12301">
                  <c:v>0.14237268518627388</c:v>
                </c:pt>
                <c:pt idx="12302">
                  <c:v>0.14238425925577758</c:v>
                </c:pt>
                <c:pt idx="12303">
                  <c:v>0.14239583333255723</c:v>
                </c:pt>
                <c:pt idx="12304">
                  <c:v>0.14240740740206093</c:v>
                </c:pt>
                <c:pt idx="12305">
                  <c:v>0.14241898147884058</c:v>
                </c:pt>
                <c:pt idx="12306">
                  <c:v>0.14243055555562023</c:v>
                </c:pt>
                <c:pt idx="12307">
                  <c:v>0.14244212962512393</c:v>
                </c:pt>
                <c:pt idx="12308">
                  <c:v>0.14245370370190358</c:v>
                </c:pt>
                <c:pt idx="12309">
                  <c:v>0.14246527777868323</c:v>
                </c:pt>
                <c:pt idx="12310">
                  <c:v>0.14247685184818693</c:v>
                </c:pt>
                <c:pt idx="12311">
                  <c:v>0.14248842592496658</c:v>
                </c:pt>
                <c:pt idx="12312">
                  <c:v>0.14249999999447027</c:v>
                </c:pt>
                <c:pt idx="12313">
                  <c:v>0.14251157407124992</c:v>
                </c:pt>
                <c:pt idx="12314">
                  <c:v>0.14252314814802958</c:v>
                </c:pt>
                <c:pt idx="12315">
                  <c:v>0.14253472221753327</c:v>
                </c:pt>
                <c:pt idx="12316">
                  <c:v>0.14254629629431292</c:v>
                </c:pt>
                <c:pt idx="12317">
                  <c:v>0.14255787037109258</c:v>
                </c:pt>
                <c:pt idx="12318">
                  <c:v>0.14256944444059627</c:v>
                </c:pt>
                <c:pt idx="12319">
                  <c:v>0.14258101851737592</c:v>
                </c:pt>
                <c:pt idx="12320">
                  <c:v>0.14259259258687962</c:v>
                </c:pt>
                <c:pt idx="12321">
                  <c:v>0.14260416666365927</c:v>
                </c:pt>
                <c:pt idx="12322">
                  <c:v>0.14261574074043892</c:v>
                </c:pt>
                <c:pt idx="12323">
                  <c:v>0.14262731480994262</c:v>
                </c:pt>
                <c:pt idx="12324">
                  <c:v>0.14263888888672227</c:v>
                </c:pt>
                <c:pt idx="12325">
                  <c:v>0.14265046296350192</c:v>
                </c:pt>
                <c:pt idx="12326">
                  <c:v>0.14266203703300562</c:v>
                </c:pt>
                <c:pt idx="12327">
                  <c:v>0.14267361110978527</c:v>
                </c:pt>
                <c:pt idx="12328">
                  <c:v>0.14268518517928896</c:v>
                </c:pt>
                <c:pt idx="12329">
                  <c:v>0.14269675925606862</c:v>
                </c:pt>
                <c:pt idx="12330">
                  <c:v>0.14270833333284827</c:v>
                </c:pt>
                <c:pt idx="12331">
                  <c:v>0.14271990740235196</c:v>
                </c:pt>
                <c:pt idx="12332">
                  <c:v>0.14273148147913162</c:v>
                </c:pt>
                <c:pt idx="12333">
                  <c:v>0.14274305555591127</c:v>
                </c:pt>
                <c:pt idx="12334">
                  <c:v>0.14275462962541496</c:v>
                </c:pt>
                <c:pt idx="12335">
                  <c:v>0.14276620370219462</c:v>
                </c:pt>
                <c:pt idx="12336">
                  <c:v>0.14277777777897427</c:v>
                </c:pt>
                <c:pt idx="12337">
                  <c:v>0.14278935184847796</c:v>
                </c:pt>
                <c:pt idx="12338">
                  <c:v>0.14280092592525762</c:v>
                </c:pt>
                <c:pt idx="12339">
                  <c:v>0.14281249999476131</c:v>
                </c:pt>
                <c:pt idx="12340">
                  <c:v>0.14282407407154096</c:v>
                </c:pt>
                <c:pt idx="12341">
                  <c:v>0.14283564814832062</c:v>
                </c:pt>
                <c:pt idx="12342">
                  <c:v>0.14284722221782431</c:v>
                </c:pt>
                <c:pt idx="12343">
                  <c:v>0.14285879629460396</c:v>
                </c:pt>
                <c:pt idx="12344">
                  <c:v>0.14287037037138361</c:v>
                </c:pt>
                <c:pt idx="12345">
                  <c:v>0.14288194444088731</c:v>
                </c:pt>
                <c:pt idx="12346">
                  <c:v>0.14289351851766696</c:v>
                </c:pt>
                <c:pt idx="12347">
                  <c:v>0.14290509258717066</c:v>
                </c:pt>
                <c:pt idx="12348">
                  <c:v>0.14291666666395031</c:v>
                </c:pt>
                <c:pt idx="12349">
                  <c:v>0.14292824074072996</c:v>
                </c:pt>
                <c:pt idx="12350">
                  <c:v>0.14293981481023366</c:v>
                </c:pt>
                <c:pt idx="12351">
                  <c:v>0.14295138888701331</c:v>
                </c:pt>
                <c:pt idx="12352">
                  <c:v>0.14296296296379296</c:v>
                </c:pt>
                <c:pt idx="12353">
                  <c:v>0.14297453703329666</c:v>
                </c:pt>
                <c:pt idx="12354">
                  <c:v>0.14298611111007631</c:v>
                </c:pt>
                <c:pt idx="12355">
                  <c:v>0.14299768517958</c:v>
                </c:pt>
                <c:pt idx="12356">
                  <c:v>0.14300925925635966</c:v>
                </c:pt>
                <c:pt idx="12357">
                  <c:v>0.14302083333313931</c:v>
                </c:pt>
                <c:pt idx="12358">
                  <c:v>0.143032407402643</c:v>
                </c:pt>
                <c:pt idx="12359">
                  <c:v>0.14304398147942265</c:v>
                </c:pt>
                <c:pt idx="12360">
                  <c:v>0.14305555555620231</c:v>
                </c:pt>
                <c:pt idx="12361">
                  <c:v>0.143067129625706</c:v>
                </c:pt>
                <c:pt idx="12362">
                  <c:v>0.14307870370248565</c:v>
                </c:pt>
                <c:pt idx="12363">
                  <c:v>0.14309027777198935</c:v>
                </c:pt>
                <c:pt idx="12364">
                  <c:v>0.143101851848769</c:v>
                </c:pt>
                <c:pt idx="12365">
                  <c:v>0.14311342592554865</c:v>
                </c:pt>
                <c:pt idx="12366">
                  <c:v>0.14312499999505235</c:v>
                </c:pt>
                <c:pt idx="12367">
                  <c:v>0.143136574071832</c:v>
                </c:pt>
                <c:pt idx="12368">
                  <c:v>0.14314814814861165</c:v>
                </c:pt>
                <c:pt idx="12369">
                  <c:v>0.14315972221811535</c:v>
                </c:pt>
                <c:pt idx="12370">
                  <c:v>0.143171296294895</c:v>
                </c:pt>
                <c:pt idx="12371">
                  <c:v>0.14318287037167465</c:v>
                </c:pt>
                <c:pt idx="12372">
                  <c:v>0.14319444444117835</c:v>
                </c:pt>
                <c:pt idx="12373">
                  <c:v>0.143206018517958</c:v>
                </c:pt>
                <c:pt idx="12374">
                  <c:v>0.1432175925874617</c:v>
                </c:pt>
                <c:pt idx="12375">
                  <c:v>0.14322916666424135</c:v>
                </c:pt>
                <c:pt idx="12376">
                  <c:v>0.143240740741021</c:v>
                </c:pt>
                <c:pt idx="12377">
                  <c:v>0.14325231481052469</c:v>
                </c:pt>
                <c:pt idx="12378">
                  <c:v>0.14326388888730435</c:v>
                </c:pt>
                <c:pt idx="12379">
                  <c:v>0.143275462964084</c:v>
                </c:pt>
                <c:pt idx="12380">
                  <c:v>0.14328703703358769</c:v>
                </c:pt>
                <c:pt idx="12381">
                  <c:v>0.14329861111036735</c:v>
                </c:pt>
                <c:pt idx="12382">
                  <c:v>0.14331018517987104</c:v>
                </c:pt>
                <c:pt idx="12383">
                  <c:v>0.14332175925665069</c:v>
                </c:pt>
                <c:pt idx="12384">
                  <c:v>0.14333333333343035</c:v>
                </c:pt>
                <c:pt idx="12385">
                  <c:v>0.14334490740293404</c:v>
                </c:pt>
                <c:pt idx="12386">
                  <c:v>0.14335648147971369</c:v>
                </c:pt>
                <c:pt idx="12387">
                  <c:v>0.14336805555649335</c:v>
                </c:pt>
                <c:pt idx="12388">
                  <c:v>0.14337962962599704</c:v>
                </c:pt>
                <c:pt idx="12389">
                  <c:v>0.14339120370277669</c:v>
                </c:pt>
                <c:pt idx="12390">
                  <c:v>0.14340277777228039</c:v>
                </c:pt>
                <c:pt idx="12391">
                  <c:v>0.14341435184906004</c:v>
                </c:pt>
                <c:pt idx="12392">
                  <c:v>0.14342592592583969</c:v>
                </c:pt>
                <c:pt idx="12393">
                  <c:v>0.14343749999534339</c:v>
                </c:pt>
                <c:pt idx="12394">
                  <c:v>0.14344907407212304</c:v>
                </c:pt>
                <c:pt idx="12395">
                  <c:v>0.14346064814890269</c:v>
                </c:pt>
                <c:pt idx="12396">
                  <c:v>0.14347222221840639</c:v>
                </c:pt>
                <c:pt idx="12397">
                  <c:v>0.14348379629518604</c:v>
                </c:pt>
                <c:pt idx="12398">
                  <c:v>0.14349537036468973</c:v>
                </c:pt>
                <c:pt idx="12399">
                  <c:v>0.14350694444146939</c:v>
                </c:pt>
                <c:pt idx="12400">
                  <c:v>0.14351851851824904</c:v>
                </c:pt>
                <c:pt idx="12401">
                  <c:v>0.14353009258775273</c:v>
                </c:pt>
                <c:pt idx="12402">
                  <c:v>0.14354166666453239</c:v>
                </c:pt>
                <c:pt idx="12403">
                  <c:v>0.14355324074131204</c:v>
                </c:pt>
                <c:pt idx="12404">
                  <c:v>0.14356481481081573</c:v>
                </c:pt>
                <c:pt idx="12405">
                  <c:v>0.14357638888759539</c:v>
                </c:pt>
                <c:pt idx="12406">
                  <c:v>0.14358796295709908</c:v>
                </c:pt>
                <c:pt idx="12407">
                  <c:v>0.14359953703387873</c:v>
                </c:pt>
                <c:pt idx="12408">
                  <c:v>0.14361111111065838</c:v>
                </c:pt>
                <c:pt idx="12409">
                  <c:v>0.14362268518016208</c:v>
                </c:pt>
                <c:pt idx="12410">
                  <c:v>0.14363425925694173</c:v>
                </c:pt>
                <c:pt idx="12411">
                  <c:v>0.14364583333372138</c:v>
                </c:pt>
                <c:pt idx="12412">
                  <c:v>0.14365740740322508</c:v>
                </c:pt>
                <c:pt idx="12413">
                  <c:v>0.14366898148000473</c:v>
                </c:pt>
                <c:pt idx="12414">
                  <c:v>0.14368055555678438</c:v>
                </c:pt>
                <c:pt idx="12415">
                  <c:v>0.14369212962628808</c:v>
                </c:pt>
                <c:pt idx="12416">
                  <c:v>0.14370370370306773</c:v>
                </c:pt>
                <c:pt idx="12417">
                  <c:v>0.14371527777257143</c:v>
                </c:pt>
                <c:pt idx="12418">
                  <c:v>0.14372685184935108</c:v>
                </c:pt>
                <c:pt idx="12419">
                  <c:v>0.14373842592613073</c:v>
                </c:pt>
                <c:pt idx="12420">
                  <c:v>0.14374999999563443</c:v>
                </c:pt>
                <c:pt idx="12421">
                  <c:v>0.14376157407241408</c:v>
                </c:pt>
                <c:pt idx="12422">
                  <c:v>0.14377314814919373</c:v>
                </c:pt>
                <c:pt idx="12423">
                  <c:v>0.14378472221869742</c:v>
                </c:pt>
                <c:pt idx="12424">
                  <c:v>0.14379629629547708</c:v>
                </c:pt>
                <c:pt idx="12425">
                  <c:v>0.14380787036498077</c:v>
                </c:pt>
                <c:pt idx="12426">
                  <c:v>0.14381944444176042</c:v>
                </c:pt>
                <c:pt idx="12427">
                  <c:v>0.14383101851854008</c:v>
                </c:pt>
                <c:pt idx="12428">
                  <c:v>0.14384259258804377</c:v>
                </c:pt>
                <c:pt idx="12429">
                  <c:v>0.14385416666482342</c:v>
                </c:pt>
                <c:pt idx="12430">
                  <c:v>0.14386574074160308</c:v>
                </c:pt>
                <c:pt idx="12431">
                  <c:v>0.14387731481110677</c:v>
                </c:pt>
                <c:pt idx="12432">
                  <c:v>0.14388888888788642</c:v>
                </c:pt>
                <c:pt idx="12433">
                  <c:v>0.14390046295739012</c:v>
                </c:pt>
                <c:pt idx="12434">
                  <c:v>0.14391203703416977</c:v>
                </c:pt>
                <c:pt idx="12435">
                  <c:v>0.14392361111094942</c:v>
                </c:pt>
                <c:pt idx="12436">
                  <c:v>0.14393518518045312</c:v>
                </c:pt>
                <c:pt idx="12437">
                  <c:v>0.14394675925723277</c:v>
                </c:pt>
                <c:pt idx="12438">
                  <c:v>0.14395833333401242</c:v>
                </c:pt>
                <c:pt idx="12439">
                  <c:v>0.14396990740351612</c:v>
                </c:pt>
                <c:pt idx="12440">
                  <c:v>0.14398148148029577</c:v>
                </c:pt>
                <c:pt idx="12441">
                  <c:v>0.14399305554979946</c:v>
                </c:pt>
                <c:pt idx="12442">
                  <c:v>0.14400462962657912</c:v>
                </c:pt>
                <c:pt idx="12443">
                  <c:v>0.14401620370335877</c:v>
                </c:pt>
                <c:pt idx="12444">
                  <c:v>0.14402777777286246</c:v>
                </c:pt>
                <c:pt idx="12445">
                  <c:v>0.14403935184964212</c:v>
                </c:pt>
                <c:pt idx="12446">
                  <c:v>0.14405092592642177</c:v>
                </c:pt>
                <c:pt idx="12447">
                  <c:v>0.14406249999592546</c:v>
                </c:pt>
                <c:pt idx="12448">
                  <c:v>0.14407407407270512</c:v>
                </c:pt>
                <c:pt idx="12449">
                  <c:v>0.14408564814948477</c:v>
                </c:pt>
                <c:pt idx="12450">
                  <c:v>0.14409722221898846</c:v>
                </c:pt>
                <c:pt idx="12451">
                  <c:v>0.14410879629576812</c:v>
                </c:pt>
                <c:pt idx="12452">
                  <c:v>0.14412037036527181</c:v>
                </c:pt>
                <c:pt idx="12453">
                  <c:v>0.14413194444205146</c:v>
                </c:pt>
                <c:pt idx="12454">
                  <c:v>0.14414351851883112</c:v>
                </c:pt>
                <c:pt idx="12455">
                  <c:v>0.14415509258833481</c:v>
                </c:pt>
                <c:pt idx="12456">
                  <c:v>0.14416666666511446</c:v>
                </c:pt>
                <c:pt idx="12457">
                  <c:v>0.14417824074189411</c:v>
                </c:pt>
                <c:pt idx="12458">
                  <c:v>0.14418981481139781</c:v>
                </c:pt>
                <c:pt idx="12459">
                  <c:v>0.14420138888817746</c:v>
                </c:pt>
                <c:pt idx="12460">
                  <c:v>0.14421296295768116</c:v>
                </c:pt>
                <c:pt idx="12461">
                  <c:v>0.14422453703446081</c:v>
                </c:pt>
                <c:pt idx="12462">
                  <c:v>0.14423611111124046</c:v>
                </c:pt>
                <c:pt idx="12463">
                  <c:v>0.14424768518074416</c:v>
                </c:pt>
                <c:pt idx="12464">
                  <c:v>0.14425925925752381</c:v>
                </c:pt>
                <c:pt idx="12465">
                  <c:v>0.14427083333430346</c:v>
                </c:pt>
                <c:pt idx="12466">
                  <c:v>0.14428240740380716</c:v>
                </c:pt>
                <c:pt idx="12467">
                  <c:v>0.14429398148058681</c:v>
                </c:pt>
                <c:pt idx="12468">
                  <c:v>0.1443055555500905</c:v>
                </c:pt>
                <c:pt idx="12469">
                  <c:v>0.14431712962687016</c:v>
                </c:pt>
                <c:pt idx="12470">
                  <c:v>0.14432870370364981</c:v>
                </c:pt>
                <c:pt idx="12471">
                  <c:v>0.1443402777731535</c:v>
                </c:pt>
                <c:pt idx="12472">
                  <c:v>0.14435185184993315</c:v>
                </c:pt>
                <c:pt idx="12473">
                  <c:v>0.14436342592671281</c:v>
                </c:pt>
                <c:pt idx="12474">
                  <c:v>0.1443749999962165</c:v>
                </c:pt>
                <c:pt idx="12475">
                  <c:v>0.14438657407299615</c:v>
                </c:pt>
                <c:pt idx="12476">
                  <c:v>0.14439814814249985</c:v>
                </c:pt>
                <c:pt idx="12477">
                  <c:v>0.1444097222192795</c:v>
                </c:pt>
                <c:pt idx="12478">
                  <c:v>0.14442129629605915</c:v>
                </c:pt>
                <c:pt idx="12479">
                  <c:v>0.14443287036556285</c:v>
                </c:pt>
                <c:pt idx="12480">
                  <c:v>0.1444444444423425</c:v>
                </c:pt>
                <c:pt idx="12481">
                  <c:v>0.14445601851912215</c:v>
                </c:pt>
                <c:pt idx="12482">
                  <c:v>0.14446759258862585</c:v>
                </c:pt>
                <c:pt idx="12483">
                  <c:v>0.1444791666654055</c:v>
                </c:pt>
                <c:pt idx="12484">
                  <c:v>0.1444907407349092</c:v>
                </c:pt>
                <c:pt idx="12485">
                  <c:v>0.14450231481168885</c:v>
                </c:pt>
                <c:pt idx="12486">
                  <c:v>0.1445138888884685</c:v>
                </c:pt>
                <c:pt idx="12487">
                  <c:v>0.14452546295797219</c:v>
                </c:pt>
                <c:pt idx="12488">
                  <c:v>0.14453703703475185</c:v>
                </c:pt>
                <c:pt idx="12489">
                  <c:v>0.1445486111115315</c:v>
                </c:pt>
                <c:pt idx="12490">
                  <c:v>0.14456018518103519</c:v>
                </c:pt>
                <c:pt idx="12491">
                  <c:v>0.14457175925781485</c:v>
                </c:pt>
                <c:pt idx="12492">
                  <c:v>0.1445833333345945</c:v>
                </c:pt>
                <c:pt idx="12493">
                  <c:v>0.14459490740409819</c:v>
                </c:pt>
                <c:pt idx="12494">
                  <c:v>0.14460648148087785</c:v>
                </c:pt>
                <c:pt idx="12495">
                  <c:v>0.14461805555038154</c:v>
                </c:pt>
                <c:pt idx="12496">
                  <c:v>0.14462962962716119</c:v>
                </c:pt>
                <c:pt idx="12497">
                  <c:v>0.14464120370394085</c:v>
                </c:pt>
                <c:pt idx="12498">
                  <c:v>0.14465277777344454</c:v>
                </c:pt>
                <c:pt idx="12499">
                  <c:v>0.14466435185022419</c:v>
                </c:pt>
                <c:pt idx="12500">
                  <c:v>0.14467592592700385</c:v>
                </c:pt>
                <c:pt idx="12501">
                  <c:v>0.14468749999650754</c:v>
                </c:pt>
                <c:pt idx="12502">
                  <c:v>0.14469907407328719</c:v>
                </c:pt>
                <c:pt idx="12503">
                  <c:v>0.14471064814279089</c:v>
                </c:pt>
                <c:pt idx="12504">
                  <c:v>0.14472222221957054</c:v>
                </c:pt>
                <c:pt idx="12505">
                  <c:v>0.14473379629635019</c:v>
                </c:pt>
                <c:pt idx="12506">
                  <c:v>0.14474537036585389</c:v>
                </c:pt>
                <c:pt idx="12507">
                  <c:v>0.14475694444263354</c:v>
                </c:pt>
                <c:pt idx="12508">
                  <c:v>0.14476851851941319</c:v>
                </c:pt>
                <c:pt idx="12509">
                  <c:v>0.14478009258891689</c:v>
                </c:pt>
                <c:pt idx="12510">
                  <c:v>0.14479166666569654</c:v>
                </c:pt>
                <c:pt idx="12511">
                  <c:v>0.14480324073520023</c:v>
                </c:pt>
                <c:pt idx="12512">
                  <c:v>0.14481481481197989</c:v>
                </c:pt>
                <c:pt idx="12513">
                  <c:v>0.14482638888875954</c:v>
                </c:pt>
                <c:pt idx="12514">
                  <c:v>0.14483796295826323</c:v>
                </c:pt>
                <c:pt idx="12515">
                  <c:v>0.14484953703504289</c:v>
                </c:pt>
                <c:pt idx="12516">
                  <c:v>0.14486111111182254</c:v>
                </c:pt>
                <c:pt idx="12517">
                  <c:v>0.14487268518132623</c:v>
                </c:pt>
                <c:pt idx="12518">
                  <c:v>0.14488425925810589</c:v>
                </c:pt>
                <c:pt idx="12519">
                  <c:v>0.14489583332760958</c:v>
                </c:pt>
                <c:pt idx="12520">
                  <c:v>0.14490740740438923</c:v>
                </c:pt>
                <c:pt idx="12521">
                  <c:v>0.14491898148116888</c:v>
                </c:pt>
                <c:pt idx="12522">
                  <c:v>0.14493055555067258</c:v>
                </c:pt>
                <c:pt idx="12523">
                  <c:v>0.14494212962745223</c:v>
                </c:pt>
                <c:pt idx="12524">
                  <c:v>0.14495370370423188</c:v>
                </c:pt>
                <c:pt idx="12525">
                  <c:v>0.14496527777373558</c:v>
                </c:pt>
                <c:pt idx="12526">
                  <c:v>0.14497685185051523</c:v>
                </c:pt>
                <c:pt idx="12527">
                  <c:v>0.14498842592001893</c:v>
                </c:pt>
                <c:pt idx="12528">
                  <c:v>0.14499999999679858</c:v>
                </c:pt>
                <c:pt idx="12529">
                  <c:v>0.14501157407357823</c:v>
                </c:pt>
                <c:pt idx="12530">
                  <c:v>0.14502314814308193</c:v>
                </c:pt>
                <c:pt idx="12531">
                  <c:v>0.14503472221986158</c:v>
                </c:pt>
                <c:pt idx="12532">
                  <c:v>0.14504629629664123</c:v>
                </c:pt>
                <c:pt idx="12533">
                  <c:v>0.14505787036614493</c:v>
                </c:pt>
                <c:pt idx="12534">
                  <c:v>0.14506944444292458</c:v>
                </c:pt>
                <c:pt idx="12535">
                  <c:v>0.14508101851970423</c:v>
                </c:pt>
                <c:pt idx="12536">
                  <c:v>0.14509259258920792</c:v>
                </c:pt>
                <c:pt idx="12537">
                  <c:v>0.14510416666598758</c:v>
                </c:pt>
                <c:pt idx="12538">
                  <c:v>0.14511574073549127</c:v>
                </c:pt>
                <c:pt idx="12539">
                  <c:v>0.14512731481227092</c:v>
                </c:pt>
                <c:pt idx="12540">
                  <c:v>0.14513888888905058</c:v>
                </c:pt>
                <c:pt idx="12541">
                  <c:v>0.14515046295855427</c:v>
                </c:pt>
                <c:pt idx="12542">
                  <c:v>0.14516203703533392</c:v>
                </c:pt>
                <c:pt idx="12543">
                  <c:v>0.14517361111211358</c:v>
                </c:pt>
                <c:pt idx="12544">
                  <c:v>0.14518518518161727</c:v>
                </c:pt>
                <c:pt idx="12545">
                  <c:v>0.14519675925839692</c:v>
                </c:pt>
                <c:pt idx="12546">
                  <c:v>0.14520833332790062</c:v>
                </c:pt>
                <c:pt idx="12547">
                  <c:v>0.14521990740468027</c:v>
                </c:pt>
                <c:pt idx="12548">
                  <c:v>0.14523148148145992</c:v>
                </c:pt>
                <c:pt idx="12549">
                  <c:v>0.14524305555096362</c:v>
                </c:pt>
                <c:pt idx="12550">
                  <c:v>0.14525462962774327</c:v>
                </c:pt>
                <c:pt idx="12551">
                  <c:v>0.14526620370452292</c:v>
                </c:pt>
                <c:pt idx="12552">
                  <c:v>0.14527777777402662</c:v>
                </c:pt>
                <c:pt idx="12553">
                  <c:v>0.14528935185080627</c:v>
                </c:pt>
                <c:pt idx="12554">
                  <c:v>0.14530092592030996</c:v>
                </c:pt>
                <c:pt idx="12555">
                  <c:v>0.14531249999708962</c:v>
                </c:pt>
                <c:pt idx="12556">
                  <c:v>0.14532407407386927</c:v>
                </c:pt>
                <c:pt idx="12557">
                  <c:v>0.14533564814337296</c:v>
                </c:pt>
                <c:pt idx="12558">
                  <c:v>0.14534722222015262</c:v>
                </c:pt>
                <c:pt idx="12559">
                  <c:v>0.14535879629693227</c:v>
                </c:pt>
                <c:pt idx="12560">
                  <c:v>0.14537037036643596</c:v>
                </c:pt>
                <c:pt idx="12561">
                  <c:v>0.14538194444321562</c:v>
                </c:pt>
                <c:pt idx="12562">
                  <c:v>0.14539351851271931</c:v>
                </c:pt>
                <c:pt idx="12563">
                  <c:v>0.14540509258949896</c:v>
                </c:pt>
                <c:pt idx="12564">
                  <c:v>0.14541666666627862</c:v>
                </c:pt>
                <c:pt idx="12565">
                  <c:v>0.14542824073578231</c:v>
                </c:pt>
                <c:pt idx="12566">
                  <c:v>0.14543981481256196</c:v>
                </c:pt>
                <c:pt idx="12567">
                  <c:v>0.14545138888934162</c:v>
                </c:pt>
                <c:pt idx="12568">
                  <c:v>0.14546296295884531</c:v>
                </c:pt>
                <c:pt idx="12569">
                  <c:v>0.14547453703562496</c:v>
                </c:pt>
                <c:pt idx="12570">
                  <c:v>0.14548611111240461</c:v>
                </c:pt>
                <c:pt idx="12571">
                  <c:v>0.14549768518190831</c:v>
                </c:pt>
                <c:pt idx="12572">
                  <c:v>0.14550925925868796</c:v>
                </c:pt>
                <c:pt idx="12573">
                  <c:v>0.14552083332819166</c:v>
                </c:pt>
                <c:pt idx="12574">
                  <c:v>0.14553240740497131</c:v>
                </c:pt>
                <c:pt idx="12575">
                  <c:v>0.14554398148175096</c:v>
                </c:pt>
                <c:pt idx="12576">
                  <c:v>0.14555555555125466</c:v>
                </c:pt>
                <c:pt idx="12577">
                  <c:v>0.14556712962803431</c:v>
                </c:pt>
                <c:pt idx="12578">
                  <c:v>0.14557870370481396</c:v>
                </c:pt>
                <c:pt idx="12579">
                  <c:v>0.14559027777431766</c:v>
                </c:pt>
                <c:pt idx="12580">
                  <c:v>0.14560185185109731</c:v>
                </c:pt>
                <c:pt idx="12581">
                  <c:v>0.145613425920601</c:v>
                </c:pt>
                <c:pt idx="12582">
                  <c:v>0.14562499999738066</c:v>
                </c:pt>
                <c:pt idx="12583">
                  <c:v>0.14563657407416031</c:v>
                </c:pt>
                <c:pt idx="12584">
                  <c:v>0.145648148143664</c:v>
                </c:pt>
                <c:pt idx="12585">
                  <c:v>0.14565972222044365</c:v>
                </c:pt>
                <c:pt idx="12586">
                  <c:v>0.14567129629722331</c:v>
                </c:pt>
                <c:pt idx="12587">
                  <c:v>0.145682870366727</c:v>
                </c:pt>
                <c:pt idx="12588">
                  <c:v>0.14569444444350665</c:v>
                </c:pt>
                <c:pt idx="12589">
                  <c:v>0.14570601851301035</c:v>
                </c:pt>
                <c:pt idx="12590">
                  <c:v>0.14571759258979</c:v>
                </c:pt>
                <c:pt idx="12591">
                  <c:v>0.14572916666656965</c:v>
                </c:pt>
                <c:pt idx="12592">
                  <c:v>0.14574074073607335</c:v>
                </c:pt>
                <c:pt idx="12593">
                  <c:v>0.145752314812853</c:v>
                </c:pt>
                <c:pt idx="12594">
                  <c:v>0.14576388888963265</c:v>
                </c:pt>
                <c:pt idx="12595">
                  <c:v>0.14577546295913635</c:v>
                </c:pt>
                <c:pt idx="12596">
                  <c:v>0.145787037035916</c:v>
                </c:pt>
                <c:pt idx="12597">
                  <c:v>0.1457986111054197</c:v>
                </c:pt>
                <c:pt idx="12598">
                  <c:v>0.14581018518219935</c:v>
                </c:pt>
                <c:pt idx="12599">
                  <c:v>0.145821759258979</c:v>
                </c:pt>
                <c:pt idx="12600">
                  <c:v>0.14583333332848269</c:v>
                </c:pt>
                <c:pt idx="12601">
                  <c:v>0.14584490740526235</c:v>
                </c:pt>
                <c:pt idx="12602">
                  <c:v>0.145856481482042</c:v>
                </c:pt>
                <c:pt idx="12603">
                  <c:v>0.14586805555154569</c:v>
                </c:pt>
                <c:pt idx="12604">
                  <c:v>0.14587962962832535</c:v>
                </c:pt>
                <c:pt idx="12605">
                  <c:v>0.14589120369782904</c:v>
                </c:pt>
                <c:pt idx="12606">
                  <c:v>0.14590277777460869</c:v>
                </c:pt>
                <c:pt idx="12607">
                  <c:v>0.14591435185138835</c:v>
                </c:pt>
                <c:pt idx="12608">
                  <c:v>0.14592592592089204</c:v>
                </c:pt>
                <c:pt idx="12609">
                  <c:v>0.14593749999767169</c:v>
                </c:pt>
                <c:pt idx="12610">
                  <c:v>0.14594907407445135</c:v>
                </c:pt>
                <c:pt idx="12611">
                  <c:v>0.14596064814395504</c:v>
                </c:pt>
                <c:pt idx="12612">
                  <c:v>0.14597222222073469</c:v>
                </c:pt>
                <c:pt idx="12613">
                  <c:v>0.14598379629751435</c:v>
                </c:pt>
                <c:pt idx="12614">
                  <c:v>0.14599537036701804</c:v>
                </c:pt>
                <c:pt idx="12615">
                  <c:v>0.14600694444379769</c:v>
                </c:pt>
                <c:pt idx="12616">
                  <c:v>0.14601851851330139</c:v>
                </c:pt>
                <c:pt idx="12617">
                  <c:v>0.14603009259008104</c:v>
                </c:pt>
                <c:pt idx="12618">
                  <c:v>0.14604166666686069</c:v>
                </c:pt>
                <c:pt idx="12619">
                  <c:v>0.14605324073636439</c:v>
                </c:pt>
                <c:pt idx="12620">
                  <c:v>0.14606481481314404</c:v>
                </c:pt>
                <c:pt idx="12621">
                  <c:v>0.14607638888992369</c:v>
                </c:pt>
                <c:pt idx="12622">
                  <c:v>0.14608796295942739</c:v>
                </c:pt>
                <c:pt idx="12623">
                  <c:v>0.14609953703620704</c:v>
                </c:pt>
                <c:pt idx="12624">
                  <c:v>0.14611111110571073</c:v>
                </c:pt>
                <c:pt idx="12625">
                  <c:v>0.14612268518249039</c:v>
                </c:pt>
                <c:pt idx="12626">
                  <c:v>0.14613425925927004</c:v>
                </c:pt>
                <c:pt idx="12627">
                  <c:v>0.14614583332877373</c:v>
                </c:pt>
                <c:pt idx="12628">
                  <c:v>0.14615740740555339</c:v>
                </c:pt>
                <c:pt idx="12629">
                  <c:v>0.14616898148233304</c:v>
                </c:pt>
                <c:pt idx="12630">
                  <c:v>0.14618055555183673</c:v>
                </c:pt>
                <c:pt idx="12631">
                  <c:v>0.14619212962861639</c:v>
                </c:pt>
                <c:pt idx="12632">
                  <c:v>0.14620370369812008</c:v>
                </c:pt>
                <c:pt idx="12633">
                  <c:v>0.14621527777489973</c:v>
                </c:pt>
                <c:pt idx="12634">
                  <c:v>0.14622685185167938</c:v>
                </c:pt>
                <c:pt idx="12635">
                  <c:v>0.14623842592118308</c:v>
                </c:pt>
                <c:pt idx="12636">
                  <c:v>0.14624999999796273</c:v>
                </c:pt>
                <c:pt idx="12637">
                  <c:v>0.14626157407474238</c:v>
                </c:pt>
                <c:pt idx="12638">
                  <c:v>0.14627314814424608</c:v>
                </c:pt>
                <c:pt idx="12639">
                  <c:v>0.14628472222102573</c:v>
                </c:pt>
                <c:pt idx="12640">
                  <c:v>0.14629629629052943</c:v>
                </c:pt>
                <c:pt idx="12641">
                  <c:v>0.14630787036730908</c:v>
                </c:pt>
                <c:pt idx="12642">
                  <c:v>0.14631944444408873</c:v>
                </c:pt>
                <c:pt idx="12643">
                  <c:v>0.14633101851359243</c:v>
                </c:pt>
                <c:pt idx="12644">
                  <c:v>0.14634259259037208</c:v>
                </c:pt>
                <c:pt idx="12645">
                  <c:v>0.14635416666715173</c:v>
                </c:pt>
                <c:pt idx="12646">
                  <c:v>0.14636574073665543</c:v>
                </c:pt>
                <c:pt idx="12647">
                  <c:v>0.14637731481343508</c:v>
                </c:pt>
                <c:pt idx="12648">
                  <c:v>0.14638888889021473</c:v>
                </c:pt>
                <c:pt idx="12649">
                  <c:v>0.14640046295971842</c:v>
                </c:pt>
                <c:pt idx="12650">
                  <c:v>0.14641203703649808</c:v>
                </c:pt>
                <c:pt idx="12651">
                  <c:v>0.14642361110600177</c:v>
                </c:pt>
                <c:pt idx="12652">
                  <c:v>0.14643518518278142</c:v>
                </c:pt>
                <c:pt idx="12653">
                  <c:v>0.14644675925956108</c:v>
                </c:pt>
                <c:pt idx="12654">
                  <c:v>0.14645833332906477</c:v>
                </c:pt>
                <c:pt idx="12655">
                  <c:v>0.14646990740584442</c:v>
                </c:pt>
                <c:pt idx="12656">
                  <c:v>0.14648148148262408</c:v>
                </c:pt>
                <c:pt idx="12657">
                  <c:v>0.14649305555212777</c:v>
                </c:pt>
                <c:pt idx="12658">
                  <c:v>0.14650462962890742</c:v>
                </c:pt>
                <c:pt idx="12659">
                  <c:v>0.14651620369841112</c:v>
                </c:pt>
                <c:pt idx="12660">
                  <c:v>0.14652777777519077</c:v>
                </c:pt>
                <c:pt idx="12661">
                  <c:v>0.14653935185197042</c:v>
                </c:pt>
                <c:pt idx="12662">
                  <c:v>0.14655092592147412</c:v>
                </c:pt>
                <c:pt idx="12663">
                  <c:v>0.14656249999825377</c:v>
                </c:pt>
                <c:pt idx="12664">
                  <c:v>0.14657407407503342</c:v>
                </c:pt>
                <c:pt idx="12665">
                  <c:v>0.14658564814453712</c:v>
                </c:pt>
                <c:pt idx="12666">
                  <c:v>0.14659722222131677</c:v>
                </c:pt>
                <c:pt idx="12667">
                  <c:v>0.14660879629082046</c:v>
                </c:pt>
                <c:pt idx="12668">
                  <c:v>0.14662037036760012</c:v>
                </c:pt>
                <c:pt idx="12669">
                  <c:v>0.14663194444437977</c:v>
                </c:pt>
                <c:pt idx="12670">
                  <c:v>0.14664351851388346</c:v>
                </c:pt>
                <c:pt idx="12671">
                  <c:v>0.14665509259066312</c:v>
                </c:pt>
                <c:pt idx="12672">
                  <c:v>0.14666666666744277</c:v>
                </c:pt>
                <c:pt idx="12673">
                  <c:v>0.14667824073694646</c:v>
                </c:pt>
                <c:pt idx="12674">
                  <c:v>0.14668981481372612</c:v>
                </c:pt>
                <c:pt idx="12675">
                  <c:v>0.14670138888322981</c:v>
                </c:pt>
                <c:pt idx="12676">
                  <c:v>0.14671296296000946</c:v>
                </c:pt>
                <c:pt idx="12677">
                  <c:v>0.14672453703678912</c:v>
                </c:pt>
                <c:pt idx="12678">
                  <c:v>0.14673611110629281</c:v>
                </c:pt>
                <c:pt idx="12679">
                  <c:v>0.14674768518307246</c:v>
                </c:pt>
                <c:pt idx="12680">
                  <c:v>0.14675925925985212</c:v>
                </c:pt>
                <c:pt idx="12681">
                  <c:v>0.14677083332935581</c:v>
                </c:pt>
                <c:pt idx="12682">
                  <c:v>0.14678240740613546</c:v>
                </c:pt>
                <c:pt idx="12683">
                  <c:v>0.14679398147563916</c:v>
                </c:pt>
                <c:pt idx="12684">
                  <c:v>0.14680555555241881</c:v>
                </c:pt>
                <c:pt idx="12685">
                  <c:v>0.14681712962919846</c:v>
                </c:pt>
                <c:pt idx="12686">
                  <c:v>0.14682870369870216</c:v>
                </c:pt>
                <c:pt idx="12687">
                  <c:v>0.14684027777548181</c:v>
                </c:pt>
                <c:pt idx="12688">
                  <c:v>0.14685185185226146</c:v>
                </c:pt>
                <c:pt idx="12689">
                  <c:v>0.14686342592176516</c:v>
                </c:pt>
                <c:pt idx="12690">
                  <c:v>0.14687499999854481</c:v>
                </c:pt>
                <c:pt idx="12691">
                  <c:v>0.14688657407532446</c:v>
                </c:pt>
                <c:pt idx="12692">
                  <c:v>0.14689814814482816</c:v>
                </c:pt>
                <c:pt idx="12693">
                  <c:v>0.14690972222160781</c:v>
                </c:pt>
                <c:pt idx="12694">
                  <c:v>0.1469212962911115</c:v>
                </c:pt>
                <c:pt idx="12695">
                  <c:v>0.14693287036789116</c:v>
                </c:pt>
                <c:pt idx="12696">
                  <c:v>0.14694444444467081</c:v>
                </c:pt>
                <c:pt idx="12697">
                  <c:v>0.1469560185141745</c:v>
                </c:pt>
                <c:pt idx="12698">
                  <c:v>0.14696759259095415</c:v>
                </c:pt>
                <c:pt idx="12699">
                  <c:v>0.14697916666773381</c:v>
                </c:pt>
                <c:pt idx="12700">
                  <c:v>0.1469907407372375</c:v>
                </c:pt>
                <c:pt idx="12701">
                  <c:v>0.14700231481401715</c:v>
                </c:pt>
                <c:pt idx="12702">
                  <c:v>0.14701388888352085</c:v>
                </c:pt>
                <c:pt idx="12703">
                  <c:v>0.1470254629603005</c:v>
                </c:pt>
                <c:pt idx="12704">
                  <c:v>0.14703703703708015</c:v>
                </c:pt>
                <c:pt idx="12705">
                  <c:v>0.14704861110658385</c:v>
                </c:pt>
                <c:pt idx="12706">
                  <c:v>0.1470601851833635</c:v>
                </c:pt>
                <c:pt idx="12707">
                  <c:v>0.14707175926014315</c:v>
                </c:pt>
                <c:pt idx="12708">
                  <c:v>0.14708333332964685</c:v>
                </c:pt>
                <c:pt idx="12709">
                  <c:v>0.1470949074064265</c:v>
                </c:pt>
                <c:pt idx="12710">
                  <c:v>0.1471064814759302</c:v>
                </c:pt>
                <c:pt idx="12711">
                  <c:v>0.14711805555270985</c:v>
                </c:pt>
                <c:pt idx="12712">
                  <c:v>0.1471296296294895</c:v>
                </c:pt>
                <c:pt idx="12713">
                  <c:v>0.14714120369899319</c:v>
                </c:pt>
                <c:pt idx="12714">
                  <c:v>0.14715277777577285</c:v>
                </c:pt>
                <c:pt idx="12715">
                  <c:v>0.1471643518525525</c:v>
                </c:pt>
                <c:pt idx="12716">
                  <c:v>0.14717592592205619</c:v>
                </c:pt>
                <c:pt idx="12717">
                  <c:v>0.14718749999883585</c:v>
                </c:pt>
                <c:pt idx="12718">
                  <c:v>0.14719907406833954</c:v>
                </c:pt>
                <c:pt idx="12719">
                  <c:v>0.14721064814511919</c:v>
                </c:pt>
                <c:pt idx="12720">
                  <c:v>0.14722222222189885</c:v>
                </c:pt>
                <c:pt idx="12721">
                  <c:v>0.14723379629140254</c:v>
                </c:pt>
                <c:pt idx="12722">
                  <c:v>0.14724537036818219</c:v>
                </c:pt>
                <c:pt idx="12723">
                  <c:v>0.14725694444496185</c:v>
                </c:pt>
                <c:pt idx="12724">
                  <c:v>0.14726851851446554</c:v>
                </c:pt>
                <c:pt idx="12725">
                  <c:v>0.14728009259124519</c:v>
                </c:pt>
                <c:pt idx="12726">
                  <c:v>0.14729166666074889</c:v>
                </c:pt>
                <c:pt idx="12727">
                  <c:v>0.14730324073752854</c:v>
                </c:pt>
                <c:pt idx="12728">
                  <c:v>0.14731481481430819</c:v>
                </c:pt>
                <c:pt idx="12729">
                  <c:v>0.14732638888381189</c:v>
                </c:pt>
                <c:pt idx="12730">
                  <c:v>0.14733796296059154</c:v>
                </c:pt>
                <c:pt idx="12731">
                  <c:v>0.14734953703737119</c:v>
                </c:pt>
                <c:pt idx="12732">
                  <c:v>0.14736111110687489</c:v>
                </c:pt>
                <c:pt idx="12733">
                  <c:v>0.14737268518365454</c:v>
                </c:pt>
                <c:pt idx="12734">
                  <c:v>0.14738425926043419</c:v>
                </c:pt>
                <c:pt idx="12735">
                  <c:v>0.14739583332993789</c:v>
                </c:pt>
                <c:pt idx="12736">
                  <c:v>0.14740740740671754</c:v>
                </c:pt>
                <c:pt idx="12737">
                  <c:v>0.14741898147622123</c:v>
                </c:pt>
                <c:pt idx="12738">
                  <c:v>0.14743055555300089</c:v>
                </c:pt>
                <c:pt idx="12739">
                  <c:v>0.14744212962978054</c:v>
                </c:pt>
                <c:pt idx="12740">
                  <c:v>0.14745370369928423</c:v>
                </c:pt>
                <c:pt idx="12741">
                  <c:v>0.14746527777606389</c:v>
                </c:pt>
                <c:pt idx="12742">
                  <c:v>0.14747685185284354</c:v>
                </c:pt>
                <c:pt idx="12743">
                  <c:v>0.14748842592234723</c:v>
                </c:pt>
                <c:pt idx="12744">
                  <c:v>0.14749999999912689</c:v>
                </c:pt>
                <c:pt idx="12745">
                  <c:v>0.14751157406863058</c:v>
                </c:pt>
                <c:pt idx="12746">
                  <c:v>0.14752314814541023</c:v>
                </c:pt>
                <c:pt idx="12747">
                  <c:v>0.14753472222218988</c:v>
                </c:pt>
                <c:pt idx="12748">
                  <c:v>0.14754629629169358</c:v>
                </c:pt>
                <c:pt idx="12749">
                  <c:v>0.14755787036847323</c:v>
                </c:pt>
                <c:pt idx="12750">
                  <c:v>0.14756944444525288</c:v>
                </c:pt>
                <c:pt idx="12751">
                  <c:v>0.14758101851475658</c:v>
                </c:pt>
                <c:pt idx="12752">
                  <c:v>0.14759259259153623</c:v>
                </c:pt>
                <c:pt idx="12753">
                  <c:v>0.14760416666103993</c:v>
                </c:pt>
                <c:pt idx="12754">
                  <c:v>0.14761574073781958</c:v>
                </c:pt>
                <c:pt idx="12755">
                  <c:v>0.14762731481459923</c:v>
                </c:pt>
                <c:pt idx="12756">
                  <c:v>0.14763888888410293</c:v>
                </c:pt>
                <c:pt idx="12757">
                  <c:v>0.14765046296088258</c:v>
                </c:pt>
                <c:pt idx="12758">
                  <c:v>0.14766203703766223</c:v>
                </c:pt>
                <c:pt idx="12759">
                  <c:v>0.14767361110716593</c:v>
                </c:pt>
                <c:pt idx="12760">
                  <c:v>0.14768518518394558</c:v>
                </c:pt>
                <c:pt idx="12761">
                  <c:v>0.14769675925344927</c:v>
                </c:pt>
                <c:pt idx="12762">
                  <c:v>0.14770833333022892</c:v>
                </c:pt>
                <c:pt idx="12763">
                  <c:v>0.14771990740700858</c:v>
                </c:pt>
                <c:pt idx="12764">
                  <c:v>0.14773148147651227</c:v>
                </c:pt>
                <c:pt idx="12765">
                  <c:v>0.14774305555329192</c:v>
                </c:pt>
                <c:pt idx="12766">
                  <c:v>0.14775462963007158</c:v>
                </c:pt>
                <c:pt idx="12767">
                  <c:v>0.14776620369957527</c:v>
                </c:pt>
                <c:pt idx="12768">
                  <c:v>0.14777777777635492</c:v>
                </c:pt>
                <c:pt idx="12769">
                  <c:v>0.14778935185313458</c:v>
                </c:pt>
                <c:pt idx="12770">
                  <c:v>0.14780092592263827</c:v>
                </c:pt>
                <c:pt idx="12771">
                  <c:v>0.14781249999941792</c:v>
                </c:pt>
                <c:pt idx="12772">
                  <c:v>0.14782407406892162</c:v>
                </c:pt>
                <c:pt idx="12773">
                  <c:v>0.14783564814570127</c:v>
                </c:pt>
                <c:pt idx="12774">
                  <c:v>0.14784722222248092</c:v>
                </c:pt>
                <c:pt idx="12775">
                  <c:v>0.14785879629198462</c:v>
                </c:pt>
                <c:pt idx="12776">
                  <c:v>0.14787037036876427</c:v>
                </c:pt>
                <c:pt idx="12777">
                  <c:v>0.14788194444554392</c:v>
                </c:pt>
                <c:pt idx="12778">
                  <c:v>0.14789351851504762</c:v>
                </c:pt>
                <c:pt idx="12779">
                  <c:v>0.14790509259182727</c:v>
                </c:pt>
                <c:pt idx="12780">
                  <c:v>0.14791666666133096</c:v>
                </c:pt>
                <c:pt idx="12781">
                  <c:v>0.14792824073811062</c:v>
                </c:pt>
                <c:pt idx="12782">
                  <c:v>0.14793981481489027</c:v>
                </c:pt>
                <c:pt idx="12783">
                  <c:v>0.14795138888439396</c:v>
                </c:pt>
                <c:pt idx="12784">
                  <c:v>0.14796296296117362</c:v>
                </c:pt>
                <c:pt idx="12785">
                  <c:v>0.14797453703795327</c:v>
                </c:pt>
                <c:pt idx="12786">
                  <c:v>0.14798611110745696</c:v>
                </c:pt>
                <c:pt idx="12787">
                  <c:v>0.14799768518423662</c:v>
                </c:pt>
                <c:pt idx="12788">
                  <c:v>0.14800925925374031</c:v>
                </c:pt>
                <c:pt idx="12789">
                  <c:v>0.14802083333051996</c:v>
                </c:pt>
                <c:pt idx="12790">
                  <c:v>0.14803240740729962</c:v>
                </c:pt>
                <c:pt idx="12791">
                  <c:v>0.14804398147680331</c:v>
                </c:pt>
                <c:pt idx="12792">
                  <c:v>0.14805555555358296</c:v>
                </c:pt>
                <c:pt idx="12793">
                  <c:v>0.14806712963036261</c:v>
                </c:pt>
                <c:pt idx="12794">
                  <c:v>0.14807870369986631</c:v>
                </c:pt>
                <c:pt idx="12795">
                  <c:v>0.14809027777664596</c:v>
                </c:pt>
                <c:pt idx="12796">
                  <c:v>0.14810185184614966</c:v>
                </c:pt>
                <c:pt idx="12797">
                  <c:v>0.14811342592292931</c:v>
                </c:pt>
                <c:pt idx="12798">
                  <c:v>0.14812499999970896</c:v>
                </c:pt>
                <c:pt idx="12799">
                  <c:v>0.14813657406921266</c:v>
                </c:pt>
                <c:pt idx="12800">
                  <c:v>0.14814814814599231</c:v>
                </c:pt>
                <c:pt idx="12801">
                  <c:v>0.14815972222277196</c:v>
                </c:pt>
                <c:pt idx="12802">
                  <c:v>0.14817129629227566</c:v>
                </c:pt>
                <c:pt idx="12803">
                  <c:v>0.14818287036905531</c:v>
                </c:pt>
                <c:pt idx="12804">
                  <c:v>0.148194444438559</c:v>
                </c:pt>
                <c:pt idx="12805">
                  <c:v>0.14820601851533866</c:v>
                </c:pt>
                <c:pt idx="12806">
                  <c:v>0.14821759259211831</c:v>
                </c:pt>
                <c:pt idx="12807">
                  <c:v>0.148229166661622</c:v>
                </c:pt>
                <c:pt idx="12808">
                  <c:v>0.14824074073840166</c:v>
                </c:pt>
                <c:pt idx="12809">
                  <c:v>0.14825231481518131</c:v>
                </c:pt>
                <c:pt idx="12810">
                  <c:v>0.148263888884685</c:v>
                </c:pt>
                <c:pt idx="12811">
                  <c:v>0.14827546296146465</c:v>
                </c:pt>
                <c:pt idx="12812">
                  <c:v>0.14828703703824431</c:v>
                </c:pt>
                <c:pt idx="12813">
                  <c:v>0.148298611107748</c:v>
                </c:pt>
                <c:pt idx="12814">
                  <c:v>0.14831018518452765</c:v>
                </c:pt>
                <c:pt idx="12815">
                  <c:v>0.14832175925403135</c:v>
                </c:pt>
                <c:pt idx="12816">
                  <c:v>0.148333333330811</c:v>
                </c:pt>
                <c:pt idx="12817">
                  <c:v>0.14834490740759065</c:v>
                </c:pt>
                <c:pt idx="12818">
                  <c:v>0.14835648147709435</c:v>
                </c:pt>
                <c:pt idx="12819">
                  <c:v>0.148368055553874</c:v>
                </c:pt>
                <c:pt idx="12820">
                  <c:v>0.14837962963065365</c:v>
                </c:pt>
                <c:pt idx="12821">
                  <c:v>0.14839120370015735</c:v>
                </c:pt>
                <c:pt idx="12822">
                  <c:v>0.148402777776937</c:v>
                </c:pt>
                <c:pt idx="12823">
                  <c:v>0.1484143518464407</c:v>
                </c:pt>
                <c:pt idx="12824">
                  <c:v>0.14842592592322035</c:v>
                </c:pt>
                <c:pt idx="12825">
                  <c:v>0.1484375</c:v>
                </c:pt>
                <c:pt idx="12826">
                  <c:v>0.14844907406950369</c:v>
                </c:pt>
                <c:pt idx="12827">
                  <c:v>0.14846064814628335</c:v>
                </c:pt>
                <c:pt idx="12828">
                  <c:v>0.148472222223063</c:v>
                </c:pt>
                <c:pt idx="12829">
                  <c:v>0.14848379629256669</c:v>
                </c:pt>
                <c:pt idx="12830">
                  <c:v>0.14849537036934635</c:v>
                </c:pt>
                <c:pt idx="12831">
                  <c:v>0.14850694443885004</c:v>
                </c:pt>
                <c:pt idx="12832">
                  <c:v>0.14851851851562969</c:v>
                </c:pt>
                <c:pt idx="12833">
                  <c:v>0.14853009259240935</c:v>
                </c:pt>
                <c:pt idx="12834">
                  <c:v>0.14854166666191304</c:v>
                </c:pt>
                <c:pt idx="12835">
                  <c:v>0.14855324073869269</c:v>
                </c:pt>
                <c:pt idx="12836">
                  <c:v>0.14856481481547235</c:v>
                </c:pt>
                <c:pt idx="12837">
                  <c:v>0.14857638888497604</c:v>
                </c:pt>
                <c:pt idx="12838">
                  <c:v>0.14858796296175569</c:v>
                </c:pt>
                <c:pt idx="12839">
                  <c:v>0.14859953703125939</c:v>
                </c:pt>
                <c:pt idx="12840">
                  <c:v>0.14861111110803904</c:v>
                </c:pt>
                <c:pt idx="12841">
                  <c:v>0.14862268518481869</c:v>
                </c:pt>
                <c:pt idx="12842">
                  <c:v>0.14863425925432239</c:v>
                </c:pt>
                <c:pt idx="12843">
                  <c:v>0.14864583333110204</c:v>
                </c:pt>
                <c:pt idx="12844">
                  <c:v>0.14865740740788169</c:v>
                </c:pt>
                <c:pt idx="12845">
                  <c:v>0.14866898147738539</c:v>
                </c:pt>
                <c:pt idx="12846">
                  <c:v>0.14868055555416504</c:v>
                </c:pt>
                <c:pt idx="12847">
                  <c:v>0.14869212963094469</c:v>
                </c:pt>
                <c:pt idx="12848">
                  <c:v>0.14870370370044839</c:v>
                </c:pt>
                <c:pt idx="12849">
                  <c:v>0.14871527777722804</c:v>
                </c:pt>
                <c:pt idx="12850">
                  <c:v>0.14872685184673173</c:v>
                </c:pt>
                <c:pt idx="12851">
                  <c:v>0.14873842592351139</c:v>
                </c:pt>
                <c:pt idx="12852">
                  <c:v>0.14875000000029104</c:v>
                </c:pt>
                <c:pt idx="12853">
                  <c:v>0.14876157406979473</c:v>
                </c:pt>
                <c:pt idx="12854">
                  <c:v>0.14877314814657439</c:v>
                </c:pt>
                <c:pt idx="12855">
                  <c:v>0.14878472222335404</c:v>
                </c:pt>
                <c:pt idx="12856">
                  <c:v>0.14879629629285773</c:v>
                </c:pt>
                <c:pt idx="12857">
                  <c:v>0.14880787036963739</c:v>
                </c:pt>
                <c:pt idx="12858">
                  <c:v>0.14881944443914108</c:v>
                </c:pt>
                <c:pt idx="12859">
                  <c:v>0.14883101851592073</c:v>
                </c:pt>
                <c:pt idx="12860">
                  <c:v>0.14884259259270038</c:v>
                </c:pt>
                <c:pt idx="12861">
                  <c:v>0.14885416666220408</c:v>
                </c:pt>
                <c:pt idx="12862">
                  <c:v>0.14886574073898373</c:v>
                </c:pt>
                <c:pt idx="12863">
                  <c:v>0.14887731481576338</c:v>
                </c:pt>
                <c:pt idx="12864">
                  <c:v>0.14888888888526708</c:v>
                </c:pt>
                <c:pt idx="12865">
                  <c:v>0.14890046296204673</c:v>
                </c:pt>
                <c:pt idx="12866">
                  <c:v>0.14891203703155043</c:v>
                </c:pt>
                <c:pt idx="12867">
                  <c:v>0.14892361110833008</c:v>
                </c:pt>
                <c:pt idx="12868">
                  <c:v>0.14893518518510973</c:v>
                </c:pt>
                <c:pt idx="12869">
                  <c:v>0.14894675925461343</c:v>
                </c:pt>
                <c:pt idx="12870">
                  <c:v>0.14895833333139308</c:v>
                </c:pt>
                <c:pt idx="12871">
                  <c:v>0.14896990740817273</c:v>
                </c:pt>
                <c:pt idx="12872">
                  <c:v>0.14898148147767643</c:v>
                </c:pt>
                <c:pt idx="12873">
                  <c:v>0.14899305555445608</c:v>
                </c:pt>
                <c:pt idx="12874">
                  <c:v>0.14900462962395977</c:v>
                </c:pt>
                <c:pt idx="12875">
                  <c:v>0.14901620370073942</c:v>
                </c:pt>
                <c:pt idx="12876">
                  <c:v>0.14902777777751908</c:v>
                </c:pt>
                <c:pt idx="12877">
                  <c:v>0.14903935184702277</c:v>
                </c:pt>
                <c:pt idx="12878">
                  <c:v>0.14905092592380242</c:v>
                </c:pt>
                <c:pt idx="12879">
                  <c:v>0.14906250000058208</c:v>
                </c:pt>
                <c:pt idx="12880">
                  <c:v>0.14907407407008577</c:v>
                </c:pt>
                <c:pt idx="12881">
                  <c:v>0.14908564814686542</c:v>
                </c:pt>
                <c:pt idx="12882">
                  <c:v>0.14909722221636912</c:v>
                </c:pt>
                <c:pt idx="12883">
                  <c:v>0.14910879629314877</c:v>
                </c:pt>
                <c:pt idx="12884">
                  <c:v>0.14912037036992842</c:v>
                </c:pt>
                <c:pt idx="12885">
                  <c:v>0.14913194443943212</c:v>
                </c:pt>
                <c:pt idx="12886">
                  <c:v>0.14914351851621177</c:v>
                </c:pt>
                <c:pt idx="12887">
                  <c:v>0.14915509259299142</c:v>
                </c:pt>
                <c:pt idx="12888">
                  <c:v>0.14916666666249512</c:v>
                </c:pt>
                <c:pt idx="12889">
                  <c:v>0.14917824073927477</c:v>
                </c:pt>
                <c:pt idx="12890">
                  <c:v>0.14918981481605442</c:v>
                </c:pt>
                <c:pt idx="12891">
                  <c:v>0.14920138888555812</c:v>
                </c:pt>
                <c:pt idx="12892">
                  <c:v>0.14921296296233777</c:v>
                </c:pt>
                <c:pt idx="12893">
                  <c:v>0.14922453703184146</c:v>
                </c:pt>
                <c:pt idx="12894">
                  <c:v>0.14923611110862112</c:v>
                </c:pt>
                <c:pt idx="12895">
                  <c:v>0.14924768518540077</c:v>
                </c:pt>
                <c:pt idx="12896">
                  <c:v>0.14925925925490446</c:v>
                </c:pt>
                <c:pt idx="12897">
                  <c:v>0.14927083333168412</c:v>
                </c:pt>
                <c:pt idx="12898">
                  <c:v>0.14928240740846377</c:v>
                </c:pt>
                <c:pt idx="12899">
                  <c:v>0.14929398147796746</c:v>
                </c:pt>
                <c:pt idx="12900">
                  <c:v>0.14930555555474712</c:v>
                </c:pt>
                <c:pt idx="12901">
                  <c:v>0.14931712962425081</c:v>
                </c:pt>
                <c:pt idx="12902">
                  <c:v>0.14932870370103046</c:v>
                </c:pt>
                <c:pt idx="12903">
                  <c:v>0.14934027777781012</c:v>
                </c:pt>
                <c:pt idx="12904">
                  <c:v>0.14935185184731381</c:v>
                </c:pt>
                <c:pt idx="12905">
                  <c:v>0.14936342592409346</c:v>
                </c:pt>
                <c:pt idx="12906">
                  <c:v>0.14937500000087311</c:v>
                </c:pt>
                <c:pt idx="12907">
                  <c:v>0.14938657407037681</c:v>
                </c:pt>
                <c:pt idx="12908">
                  <c:v>0.14939814814715646</c:v>
                </c:pt>
                <c:pt idx="12909">
                  <c:v>0.14940972221666016</c:v>
                </c:pt>
                <c:pt idx="12910">
                  <c:v>0.14942129629343981</c:v>
                </c:pt>
                <c:pt idx="12911">
                  <c:v>0.14943287037021946</c:v>
                </c:pt>
                <c:pt idx="12912">
                  <c:v>0.14944444443972316</c:v>
                </c:pt>
                <c:pt idx="12913">
                  <c:v>0.14945601851650281</c:v>
                </c:pt>
                <c:pt idx="12914">
                  <c:v>0.14946759259328246</c:v>
                </c:pt>
                <c:pt idx="12915">
                  <c:v>0.14947916666278616</c:v>
                </c:pt>
                <c:pt idx="12916">
                  <c:v>0.14949074073956581</c:v>
                </c:pt>
                <c:pt idx="12917">
                  <c:v>0.1495023148090695</c:v>
                </c:pt>
                <c:pt idx="12918">
                  <c:v>0.14951388888584916</c:v>
                </c:pt>
                <c:pt idx="12919">
                  <c:v>0.14952546296262881</c:v>
                </c:pt>
                <c:pt idx="12920">
                  <c:v>0.1495370370321325</c:v>
                </c:pt>
                <c:pt idx="12921">
                  <c:v>0.14954861110891216</c:v>
                </c:pt>
                <c:pt idx="12922">
                  <c:v>0.14956018518569181</c:v>
                </c:pt>
                <c:pt idx="12923">
                  <c:v>0.1495717592551955</c:v>
                </c:pt>
                <c:pt idx="12924">
                  <c:v>0.14958333333197515</c:v>
                </c:pt>
                <c:pt idx="12925">
                  <c:v>0.14959490740147885</c:v>
                </c:pt>
                <c:pt idx="12926">
                  <c:v>0.1496064814782585</c:v>
                </c:pt>
                <c:pt idx="12927">
                  <c:v>0.14961805555503815</c:v>
                </c:pt>
                <c:pt idx="12928">
                  <c:v>0.14962962962454185</c:v>
                </c:pt>
                <c:pt idx="12929">
                  <c:v>0.1496412037013215</c:v>
                </c:pt>
                <c:pt idx="12930">
                  <c:v>0.14965277777810115</c:v>
                </c:pt>
                <c:pt idx="12931">
                  <c:v>0.14966435184760485</c:v>
                </c:pt>
                <c:pt idx="12932">
                  <c:v>0.1496759259243845</c:v>
                </c:pt>
                <c:pt idx="12933">
                  <c:v>0.14968750000116415</c:v>
                </c:pt>
                <c:pt idx="12934">
                  <c:v>0.14969907407066785</c:v>
                </c:pt>
                <c:pt idx="12935">
                  <c:v>0.1497106481474475</c:v>
                </c:pt>
                <c:pt idx="12936">
                  <c:v>0.1497222222169512</c:v>
                </c:pt>
                <c:pt idx="12937">
                  <c:v>0.14973379629373085</c:v>
                </c:pt>
                <c:pt idx="12938">
                  <c:v>0.1497453703705105</c:v>
                </c:pt>
                <c:pt idx="12939">
                  <c:v>0.14975694444001419</c:v>
                </c:pt>
                <c:pt idx="12940">
                  <c:v>0.14976851851679385</c:v>
                </c:pt>
                <c:pt idx="12941">
                  <c:v>0.1497800925935735</c:v>
                </c:pt>
                <c:pt idx="12942">
                  <c:v>0.14979166666307719</c:v>
                </c:pt>
                <c:pt idx="12943">
                  <c:v>0.14980324073985685</c:v>
                </c:pt>
                <c:pt idx="12944">
                  <c:v>0.14981481480936054</c:v>
                </c:pt>
                <c:pt idx="12945">
                  <c:v>0.14982638888614019</c:v>
                </c:pt>
                <c:pt idx="12946">
                  <c:v>0.14983796296291985</c:v>
                </c:pt>
                <c:pt idx="12947">
                  <c:v>0.14984953703242354</c:v>
                </c:pt>
                <c:pt idx="12948">
                  <c:v>0.14986111110920319</c:v>
                </c:pt>
                <c:pt idx="12949">
                  <c:v>0.14987268518598285</c:v>
                </c:pt>
                <c:pt idx="12950">
                  <c:v>0.14988425925548654</c:v>
                </c:pt>
                <c:pt idx="12951">
                  <c:v>0.14989583333226619</c:v>
                </c:pt>
                <c:pt idx="12952">
                  <c:v>0.14990740740176989</c:v>
                </c:pt>
                <c:pt idx="12953">
                  <c:v>0.14991898147854954</c:v>
                </c:pt>
                <c:pt idx="12954">
                  <c:v>0.14993055555532919</c:v>
                </c:pt>
                <c:pt idx="12955">
                  <c:v>0.14994212962483289</c:v>
                </c:pt>
                <c:pt idx="12956">
                  <c:v>0.14995370370161254</c:v>
                </c:pt>
                <c:pt idx="12957">
                  <c:v>0.14996527777839219</c:v>
                </c:pt>
                <c:pt idx="12958">
                  <c:v>0.14997685184789589</c:v>
                </c:pt>
                <c:pt idx="12959">
                  <c:v>0.14998842592467554</c:v>
                </c:pt>
                <c:pt idx="12960">
                  <c:v>0.14999999999417923</c:v>
                </c:pt>
                <c:pt idx="12961">
                  <c:v>0.15001157407095889</c:v>
                </c:pt>
                <c:pt idx="12962">
                  <c:v>0.15002314814773854</c:v>
                </c:pt>
                <c:pt idx="12963">
                  <c:v>0.15003472221724223</c:v>
                </c:pt>
                <c:pt idx="12964">
                  <c:v>0.15004629629402189</c:v>
                </c:pt>
                <c:pt idx="12965">
                  <c:v>0.15005787037080154</c:v>
                </c:pt>
                <c:pt idx="12966">
                  <c:v>0.15006944444030523</c:v>
                </c:pt>
                <c:pt idx="12967">
                  <c:v>0.15008101851708489</c:v>
                </c:pt>
                <c:pt idx="12968">
                  <c:v>0.15009259259386454</c:v>
                </c:pt>
                <c:pt idx="12969">
                  <c:v>0.15010416666336823</c:v>
                </c:pt>
                <c:pt idx="12970">
                  <c:v>0.15011574074014788</c:v>
                </c:pt>
                <c:pt idx="12971">
                  <c:v>0.15012731480965158</c:v>
                </c:pt>
                <c:pt idx="12972">
                  <c:v>0.15013888888643123</c:v>
                </c:pt>
                <c:pt idx="12973">
                  <c:v>0.15015046296321088</c:v>
                </c:pt>
                <c:pt idx="12974">
                  <c:v>0.15016203703271458</c:v>
                </c:pt>
                <c:pt idx="12975">
                  <c:v>0.15017361110949423</c:v>
                </c:pt>
                <c:pt idx="12976">
                  <c:v>0.15018518518627388</c:v>
                </c:pt>
                <c:pt idx="12977">
                  <c:v>0.15019675925577758</c:v>
                </c:pt>
                <c:pt idx="12978">
                  <c:v>0.15020833333255723</c:v>
                </c:pt>
                <c:pt idx="12979">
                  <c:v>0.15021990740206093</c:v>
                </c:pt>
                <c:pt idx="12980">
                  <c:v>0.15023148147884058</c:v>
                </c:pt>
                <c:pt idx="12981">
                  <c:v>0.15024305555562023</c:v>
                </c:pt>
                <c:pt idx="12982">
                  <c:v>0.15025462962512393</c:v>
                </c:pt>
                <c:pt idx="12983">
                  <c:v>0.15026620370190358</c:v>
                </c:pt>
                <c:pt idx="12984">
                  <c:v>0.15027777777868323</c:v>
                </c:pt>
                <c:pt idx="12985">
                  <c:v>0.15028935184818693</c:v>
                </c:pt>
                <c:pt idx="12986">
                  <c:v>0.15030092592496658</c:v>
                </c:pt>
                <c:pt idx="12987">
                  <c:v>0.15031249999447027</c:v>
                </c:pt>
                <c:pt idx="12988">
                  <c:v>0.15032407407124992</c:v>
                </c:pt>
                <c:pt idx="12989">
                  <c:v>0.15033564814802958</c:v>
                </c:pt>
                <c:pt idx="12990">
                  <c:v>0.15034722221753327</c:v>
                </c:pt>
                <c:pt idx="12991">
                  <c:v>0.15035879629431292</c:v>
                </c:pt>
                <c:pt idx="12992">
                  <c:v>0.15037037037109258</c:v>
                </c:pt>
                <c:pt idx="12993">
                  <c:v>0.15038194444059627</c:v>
                </c:pt>
                <c:pt idx="12994">
                  <c:v>0.15039351851737592</c:v>
                </c:pt>
                <c:pt idx="12995">
                  <c:v>0.15040509258687962</c:v>
                </c:pt>
                <c:pt idx="12996">
                  <c:v>0.15041666666365927</c:v>
                </c:pt>
                <c:pt idx="12997">
                  <c:v>0.15042824074043892</c:v>
                </c:pt>
                <c:pt idx="12998">
                  <c:v>0.15043981480994262</c:v>
                </c:pt>
                <c:pt idx="12999">
                  <c:v>0.15045138888672227</c:v>
                </c:pt>
                <c:pt idx="13000">
                  <c:v>0.15046296296350192</c:v>
                </c:pt>
                <c:pt idx="13001">
                  <c:v>0.15047453703300562</c:v>
                </c:pt>
                <c:pt idx="13002">
                  <c:v>0.15048611110978527</c:v>
                </c:pt>
                <c:pt idx="13003">
                  <c:v>0.15049768517928896</c:v>
                </c:pt>
                <c:pt idx="13004">
                  <c:v>0.15050925925606862</c:v>
                </c:pt>
                <c:pt idx="13005">
                  <c:v>0.15052083333284827</c:v>
                </c:pt>
                <c:pt idx="13006">
                  <c:v>0.15053240740235196</c:v>
                </c:pt>
                <c:pt idx="13007">
                  <c:v>0.15054398147913162</c:v>
                </c:pt>
                <c:pt idx="13008">
                  <c:v>0.15055555555591127</c:v>
                </c:pt>
                <c:pt idx="13009">
                  <c:v>0.15056712962541496</c:v>
                </c:pt>
                <c:pt idx="13010">
                  <c:v>0.15057870370219462</c:v>
                </c:pt>
                <c:pt idx="13011">
                  <c:v>0.15059027777897427</c:v>
                </c:pt>
                <c:pt idx="13012">
                  <c:v>0.15060185184847796</c:v>
                </c:pt>
                <c:pt idx="13013">
                  <c:v>0.15061342592525762</c:v>
                </c:pt>
                <c:pt idx="13014">
                  <c:v>0.15062499999476131</c:v>
                </c:pt>
                <c:pt idx="13015">
                  <c:v>0.15063657407154096</c:v>
                </c:pt>
                <c:pt idx="13016">
                  <c:v>0.15064814814832062</c:v>
                </c:pt>
                <c:pt idx="13017">
                  <c:v>0.15065972221782431</c:v>
                </c:pt>
                <c:pt idx="13018">
                  <c:v>0.15067129629460396</c:v>
                </c:pt>
                <c:pt idx="13019">
                  <c:v>0.15068287037138361</c:v>
                </c:pt>
                <c:pt idx="13020">
                  <c:v>0.15069444444088731</c:v>
                </c:pt>
                <c:pt idx="13021">
                  <c:v>0.15070601851766696</c:v>
                </c:pt>
                <c:pt idx="13022">
                  <c:v>0.15071759258717066</c:v>
                </c:pt>
                <c:pt idx="13023">
                  <c:v>0.15072916666395031</c:v>
                </c:pt>
                <c:pt idx="13024">
                  <c:v>0.15074074074072996</c:v>
                </c:pt>
                <c:pt idx="13025">
                  <c:v>0.15075231481023366</c:v>
                </c:pt>
                <c:pt idx="13026">
                  <c:v>0.15076388888701331</c:v>
                </c:pt>
                <c:pt idx="13027">
                  <c:v>0.15077546296379296</c:v>
                </c:pt>
                <c:pt idx="13028">
                  <c:v>0.15078703703329666</c:v>
                </c:pt>
                <c:pt idx="13029">
                  <c:v>0.15079861111007631</c:v>
                </c:pt>
                <c:pt idx="13030">
                  <c:v>0.15081018517958</c:v>
                </c:pt>
                <c:pt idx="13031">
                  <c:v>0.15082175925635966</c:v>
                </c:pt>
                <c:pt idx="13032">
                  <c:v>0.15083333333313931</c:v>
                </c:pt>
                <c:pt idx="13033">
                  <c:v>0.150844907402643</c:v>
                </c:pt>
                <c:pt idx="13034">
                  <c:v>0.15085648147942265</c:v>
                </c:pt>
                <c:pt idx="13035">
                  <c:v>0.15086805555620231</c:v>
                </c:pt>
                <c:pt idx="13036">
                  <c:v>0.150879629625706</c:v>
                </c:pt>
                <c:pt idx="13037">
                  <c:v>0.15089120370248565</c:v>
                </c:pt>
                <c:pt idx="13038">
                  <c:v>0.15090277777198935</c:v>
                </c:pt>
                <c:pt idx="13039">
                  <c:v>0.150914351848769</c:v>
                </c:pt>
                <c:pt idx="13040">
                  <c:v>0.15092592592554865</c:v>
                </c:pt>
                <c:pt idx="13041">
                  <c:v>0.15093749999505235</c:v>
                </c:pt>
                <c:pt idx="13042">
                  <c:v>0.150949074071832</c:v>
                </c:pt>
                <c:pt idx="13043">
                  <c:v>0.15096064814861165</c:v>
                </c:pt>
                <c:pt idx="13044">
                  <c:v>0.15097222221811535</c:v>
                </c:pt>
                <c:pt idx="13045">
                  <c:v>0.150983796294895</c:v>
                </c:pt>
                <c:pt idx="13046">
                  <c:v>0.15099537037167465</c:v>
                </c:pt>
                <c:pt idx="13047">
                  <c:v>0.15100694444117835</c:v>
                </c:pt>
                <c:pt idx="13048">
                  <c:v>0.151018518517958</c:v>
                </c:pt>
                <c:pt idx="13049">
                  <c:v>0.1510300925874617</c:v>
                </c:pt>
                <c:pt idx="13050">
                  <c:v>0.15104166666424135</c:v>
                </c:pt>
                <c:pt idx="13051">
                  <c:v>0.151053240741021</c:v>
                </c:pt>
                <c:pt idx="13052">
                  <c:v>0.15106481481052469</c:v>
                </c:pt>
                <c:pt idx="13053">
                  <c:v>0.15107638888730435</c:v>
                </c:pt>
                <c:pt idx="13054">
                  <c:v>0.151087962964084</c:v>
                </c:pt>
                <c:pt idx="13055">
                  <c:v>0.15109953703358769</c:v>
                </c:pt>
                <c:pt idx="13056">
                  <c:v>0.15111111111036735</c:v>
                </c:pt>
                <c:pt idx="13057">
                  <c:v>0.15112268517987104</c:v>
                </c:pt>
                <c:pt idx="13058">
                  <c:v>0.15113425925665069</c:v>
                </c:pt>
                <c:pt idx="13059">
                  <c:v>0.15114583333343035</c:v>
                </c:pt>
                <c:pt idx="13060">
                  <c:v>0.15115740740293404</c:v>
                </c:pt>
                <c:pt idx="13061">
                  <c:v>0.15116898147971369</c:v>
                </c:pt>
                <c:pt idx="13062">
                  <c:v>0.15118055555649335</c:v>
                </c:pt>
                <c:pt idx="13063">
                  <c:v>0.15119212962599704</c:v>
                </c:pt>
                <c:pt idx="13064">
                  <c:v>0.15120370370277669</c:v>
                </c:pt>
                <c:pt idx="13065">
                  <c:v>0.15121527777228039</c:v>
                </c:pt>
                <c:pt idx="13066">
                  <c:v>0.15122685184906004</c:v>
                </c:pt>
                <c:pt idx="13067">
                  <c:v>0.15123842592583969</c:v>
                </c:pt>
                <c:pt idx="13068">
                  <c:v>0.15124999999534339</c:v>
                </c:pt>
                <c:pt idx="13069">
                  <c:v>0.15126157407212304</c:v>
                </c:pt>
                <c:pt idx="13070">
                  <c:v>0.15127314814890269</c:v>
                </c:pt>
                <c:pt idx="13071">
                  <c:v>0.15128472221840639</c:v>
                </c:pt>
                <c:pt idx="13072">
                  <c:v>0.15129629629518604</c:v>
                </c:pt>
                <c:pt idx="13073">
                  <c:v>0.15130787036468973</c:v>
                </c:pt>
                <c:pt idx="13074">
                  <c:v>0.15131944444146939</c:v>
                </c:pt>
                <c:pt idx="13075">
                  <c:v>0.15133101851824904</c:v>
                </c:pt>
                <c:pt idx="13076">
                  <c:v>0.15134259258775273</c:v>
                </c:pt>
                <c:pt idx="13077">
                  <c:v>0.15135416666453239</c:v>
                </c:pt>
                <c:pt idx="13078">
                  <c:v>0.15136574074131204</c:v>
                </c:pt>
                <c:pt idx="13079">
                  <c:v>0.15137731481081573</c:v>
                </c:pt>
                <c:pt idx="13080">
                  <c:v>0.15138888888759539</c:v>
                </c:pt>
                <c:pt idx="13081">
                  <c:v>0.15140046295709908</c:v>
                </c:pt>
                <c:pt idx="13082">
                  <c:v>0.15141203703387873</c:v>
                </c:pt>
                <c:pt idx="13083">
                  <c:v>0.15142361111065838</c:v>
                </c:pt>
                <c:pt idx="13084">
                  <c:v>0.15143518518016208</c:v>
                </c:pt>
                <c:pt idx="13085">
                  <c:v>0.15144675925694173</c:v>
                </c:pt>
                <c:pt idx="13086">
                  <c:v>0.15145833333372138</c:v>
                </c:pt>
                <c:pt idx="13087">
                  <c:v>0.15146990740322508</c:v>
                </c:pt>
                <c:pt idx="13088">
                  <c:v>0.15148148148000473</c:v>
                </c:pt>
                <c:pt idx="13089">
                  <c:v>0.15149305555678438</c:v>
                </c:pt>
                <c:pt idx="13090">
                  <c:v>0.15150462962628808</c:v>
                </c:pt>
                <c:pt idx="13091">
                  <c:v>0.15151620370306773</c:v>
                </c:pt>
                <c:pt idx="13092">
                  <c:v>0.15152777777257143</c:v>
                </c:pt>
                <c:pt idx="13093">
                  <c:v>0.15153935184935108</c:v>
                </c:pt>
                <c:pt idx="13094">
                  <c:v>0.15155092592613073</c:v>
                </c:pt>
                <c:pt idx="13095">
                  <c:v>0.15156249999563443</c:v>
                </c:pt>
                <c:pt idx="13096">
                  <c:v>0.15157407407241408</c:v>
                </c:pt>
                <c:pt idx="13097">
                  <c:v>0.15158564814919373</c:v>
                </c:pt>
                <c:pt idx="13098">
                  <c:v>0.15159722221869742</c:v>
                </c:pt>
                <c:pt idx="13099">
                  <c:v>0.15160879629547708</c:v>
                </c:pt>
                <c:pt idx="13100">
                  <c:v>0.15162037036498077</c:v>
                </c:pt>
                <c:pt idx="13101">
                  <c:v>0.15163194444176042</c:v>
                </c:pt>
                <c:pt idx="13102">
                  <c:v>0.15164351851854008</c:v>
                </c:pt>
                <c:pt idx="13103">
                  <c:v>0.15165509258804377</c:v>
                </c:pt>
                <c:pt idx="13104">
                  <c:v>0.15166666666482342</c:v>
                </c:pt>
                <c:pt idx="13105">
                  <c:v>0.15167824074160308</c:v>
                </c:pt>
                <c:pt idx="13106">
                  <c:v>0.15168981481110677</c:v>
                </c:pt>
                <c:pt idx="13107">
                  <c:v>0.15170138888788642</c:v>
                </c:pt>
                <c:pt idx="13108">
                  <c:v>0.15171296295739012</c:v>
                </c:pt>
                <c:pt idx="13109">
                  <c:v>0.15172453703416977</c:v>
                </c:pt>
                <c:pt idx="13110">
                  <c:v>0.15173611111094942</c:v>
                </c:pt>
                <c:pt idx="13111">
                  <c:v>0.15174768518045312</c:v>
                </c:pt>
                <c:pt idx="13112">
                  <c:v>0.15175925925723277</c:v>
                </c:pt>
                <c:pt idx="13113">
                  <c:v>0.15177083333401242</c:v>
                </c:pt>
                <c:pt idx="13114">
                  <c:v>0.15178240740351612</c:v>
                </c:pt>
                <c:pt idx="13115">
                  <c:v>0.15179398148029577</c:v>
                </c:pt>
                <c:pt idx="13116">
                  <c:v>0.15180555554979946</c:v>
                </c:pt>
                <c:pt idx="13117">
                  <c:v>0.15181712962657912</c:v>
                </c:pt>
                <c:pt idx="13118">
                  <c:v>0.15182870370335877</c:v>
                </c:pt>
                <c:pt idx="13119">
                  <c:v>0.15184027777286246</c:v>
                </c:pt>
                <c:pt idx="13120">
                  <c:v>0.15185185184964212</c:v>
                </c:pt>
                <c:pt idx="13121">
                  <c:v>0.15186342592642177</c:v>
                </c:pt>
                <c:pt idx="13122">
                  <c:v>0.15187499999592546</c:v>
                </c:pt>
                <c:pt idx="13123">
                  <c:v>0.15188657407270512</c:v>
                </c:pt>
                <c:pt idx="13124">
                  <c:v>0.15189814814948477</c:v>
                </c:pt>
                <c:pt idx="13125">
                  <c:v>0.15190972221898846</c:v>
                </c:pt>
                <c:pt idx="13126">
                  <c:v>0.15192129629576812</c:v>
                </c:pt>
                <c:pt idx="13127">
                  <c:v>0.15193287036527181</c:v>
                </c:pt>
                <c:pt idx="13128">
                  <c:v>0.15194444444205146</c:v>
                </c:pt>
                <c:pt idx="13129">
                  <c:v>0.15195601851883112</c:v>
                </c:pt>
                <c:pt idx="13130">
                  <c:v>0.15196759258833481</c:v>
                </c:pt>
                <c:pt idx="13131">
                  <c:v>0.15197916666511446</c:v>
                </c:pt>
                <c:pt idx="13132">
                  <c:v>0.15199074074189411</c:v>
                </c:pt>
                <c:pt idx="13133">
                  <c:v>0.15200231481139781</c:v>
                </c:pt>
                <c:pt idx="13134">
                  <c:v>0.15201388888817746</c:v>
                </c:pt>
                <c:pt idx="13135">
                  <c:v>0.15202546295768116</c:v>
                </c:pt>
                <c:pt idx="13136">
                  <c:v>0.15203703703446081</c:v>
                </c:pt>
                <c:pt idx="13137">
                  <c:v>0.15204861111124046</c:v>
                </c:pt>
                <c:pt idx="13138">
                  <c:v>0.15206018518074416</c:v>
                </c:pt>
                <c:pt idx="13139">
                  <c:v>0.15207175925752381</c:v>
                </c:pt>
                <c:pt idx="13140">
                  <c:v>0.15208333333430346</c:v>
                </c:pt>
                <c:pt idx="13141">
                  <c:v>0.15209490740380716</c:v>
                </c:pt>
                <c:pt idx="13142">
                  <c:v>0.15210648148058681</c:v>
                </c:pt>
                <c:pt idx="13143">
                  <c:v>0.1521180555500905</c:v>
                </c:pt>
                <c:pt idx="13144">
                  <c:v>0.15212962962687016</c:v>
                </c:pt>
                <c:pt idx="13145">
                  <c:v>0.15214120370364981</c:v>
                </c:pt>
                <c:pt idx="13146">
                  <c:v>0.1521527777731535</c:v>
                </c:pt>
                <c:pt idx="13147">
                  <c:v>0.15216435184993315</c:v>
                </c:pt>
                <c:pt idx="13148">
                  <c:v>0.15217592592671281</c:v>
                </c:pt>
                <c:pt idx="13149">
                  <c:v>0.1521874999962165</c:v>
                </c:pt>
                <c:pt idx="13150">
                  <c:v>0.15219907407299615</c:v>
                </c:pt>
                <c:pt idx="13151">
                  <c:v>0.15221064814249985</c:v>
                </c:pt>
                <c:pt idx="13152">
                  <c:v>0.1522222222192795</c:v>
                </c:pt>
                <c:pt idx="13153">
                  <c:v>0.15223379629605915</c:v>
                </c:pt>
                <c:pt idx="13154">
                  <c:v>0.15224537036556285</c:v>
                </c:pt>
                <c:pt idx="13155">
                  <c:v>0.1522569444423425</c:v>
                </c:pt>
                <c:pt idx="13156">
                  <c:v>0.15226851851912215</c:v>
                </c:pt>
                <c:pt idx="13157">
                  <c:v>0.15228009258862585</c:v>
                </c:pt>
                <c:pt idx="13158">
                  <c:v>0.1522916666654055</c:v>
                </c:pt>
                <c:pt idx="13159">
                  <c:v>0.1523032407349092</c:v>
                </c:pt>
                <c:pt idx="13160">
                  <c:v>0.15231481481168885</c:v>
                </c:pt>
                <c:pt idx="13161">
                  <c:v>0.1523263888884685</c:v>
                </c:pt>
                <c:pt idx="13162">
                  <c:v>0.15233796295797219</c:v>
                </c:pt>
                <c:pt idx="13163">
                  <c:v>0.15234953703475185</c:v>
                </c:pt>
                <c:pt idx="13164">
                  <c:v>0.1523611111115315</c:v>
                </c:pt>
                <c:pt idx="13165">
                  <c:v>0.15237268518103519</c:v>
                </c:pt>
                <c:pt idx="13166">
                  <c:v>0.15238425925781485</c:v>
                </c:pt>
                <c:pt idx="13167">
                  <c:v>0.1523958333345945</c:v>
                </c:pt>
                <c:pt idx="13168">
                  <c:v>0.15240740740409819</c:v>
                </c:pt>
                <c:pt idx="13169">
                  <c:v>0.15241898148087785</c:v>
                </c:pt>
                <c:pt idx="13170">
                  <c:v>0.15243055555038154</c:v>
                </c:pt>
                <c:pt idx="13171">
                  <c:v>0.15244212962716119</c:v>
                </c:pt>
                <c:pt idx="13172">
                  <c:v>0.15245370370394085</c:v>
                </c:pt>
                <c:pt idx="13173">
                  <c:v>0.15246527777344454</c:v>
                </c:pt>
                <c:pt idx="13174">
                  <c:v>0.15247685185022419</c:v>
                </c:pt>
                <c:pt idx="13175">
                  <c:v>0.15248842592700385</c:v>
                </c:pt>
                <c:pt idx="13176">
                  <c:v>0.15249999999650754</c:v>
                </c:pt>
                <c:pt idx="13177">
                  <c:v>0.15251157407328719</c:v>
                </c:pt>
                <c:pt idx="13178">
                  <c:v>0.15252314814279089</c:v>
                </c:pt>
                <c:pt idx="13179">
                  <c:v>0.15253472221957054</c:v>
                </c:pt>
                <c:pt idx="13180">
                  <c:v>0.15254629629635019</c:v>
                </c:pt>
                <c:pt idx="13181">
                  <c:v>0.15255787036585389</c:v>
                </c:pt>
                <c:pt idx="13182">
                  <c:v>0.15256944444263354</c:v>
                </c:pt>
                <c:pt idx="13183">
                  <c:v>0.15258101851941319</c:v>
                </c:pt>
                <c:pt idx="13184">
                  <c:v>0.15259259258891689</c:v>
                </c:pt>
                <c:pt idx="13185">
                  <c:v>0.15260416666569654</c:v>
                </c:pt>
                <c:pt idx="13186">
                  <c:v>0.15261574073520023</c:v>
                </c:pt>
                <c:pt idx="13187">
                  <c:v>0.15262731481197989</c:v>
                </c:pt>
                <c:pt idx="13188">
                  <c:v>0.15263888888875954</c:v>
                </c:pt>
                <c:pt idx="13189">
                  <c:v>0.15265046295826323</c:v>
                </c:pt>
                <c:pt idx="13190">
                  <c:v>0.15266203703504289</c:v>
                </c:pt>
                <c:pt idx="13191">
                  <c:v>0.15267361111182254</c:v>
                </c:pt>
                <c:pt idx="13192">
                  <c:v>0.15268518518132623</c:v>
                </c:pt>
                <c:pt idx="13193">
                  <c:v>0.15269675925810589</c:v>
                </c:pt>
                <c:pt idx="13194">
                  <c:v>0.15270833332760958</c:v>
                </c:pt>
                <c:pt idx="13195">
                  <c:v>0.15271990740438923</c:v>
                </c:pt>
                <c:pt idx="13196">
                  <c:v>0.15273148148116888</c:v>
                </c:pt>
                <c:pt idx="13197">
                  <c:v>0.15274305555067258</c:v>
                </c:pt>
                <c:pt idx="13198">
                  <c:v>0.15275462962745223</c:v>
                </c:pt>
                <c:pt idx="13199">
                  <c:v>0.15276620370423188</c:v>
                </c:pt>
                <c:pt idx="13200">
                  <c:v>0.15277777777373558</c:v>
                </c:pt>
                <c:pt idx="13201">
                  <c:v>0.15278935185051523</c:v>
                </c:pt>
                <c:pt idx="13202">
                  <c:v>0.15280092592001893</c:v>
                </c:pt>
                <c:pt idx="13203">
                  <c:v>0.15281249999679858</c:v>
                </c:pt>
                <c:pt idx="13204">
                  <c:v>0.15282407407357823</c:v>
                </c:pt>
                <c:pt idx="13205">
                  <c:v>0.15283564814308193</c:v>
                </c:pt>
                <c:pt idx="13206">
                  <c:v>0.15284722221986158</c:v>
                </c:pt>
                <c:pt idx="13207">
                  <c:v>0.15285879629664123</c:v>
                </c:pt>
                <c:pt idx="13208">
                  <c:v>0.15287037036614493</c:v>
                </c:pt>
                <c:pt idx="13209">
                  <c:v>0.15288194444292458</c:v>
                </c:pt>
                <c:pt idx="13210">
                  <c:v>0.15289351851970423</c:v>
                </c:pt>
                <c:pt idx="13211">
                  <c:v>0.15290509258920792</c:v>
                </c:pt>
                <c:pt idx="13212">
                  <c:v>0.15291666666598758</c:v>
                </c:pt>
                <c:pt idx="13213">
                  <c:v>0.15292824073549127</c:v>
                </c:pt>
                <c:pt idx="13214">
                  <c:v>0.15293981481227092</c:v>
                </c:pt>
                <c:pt idx="13215">
                  <c:v>0.15295138888905058</c:v>
                </c:pt>
                <c:pt idx="13216">
                  <c:v>0.15296296295855427</c:v>
                </c:pt>
                <c:pt idx="13217">
                  <c:v>0.15297453703533392</c:v>
                </c:pt>
                <c:pt idx="13218">
                  <c:v>0.15298611111211358</c:v>
                </c:pt>
                <c:pt idx="13219">
                  <c:v>0.15299768518161727</c:v>
                </c:pt>
                <c:pt idx="13220">
                  <c:v>0.15300925925839692</c:v>
                </c:pt>
                <c:pt idx="13221">
                  <c:v>0.15302083332790062</c:v>
                </c:pt>
                <c:pt idx="13222">
                  <c:v>0.15303240740468027</c:v>
                </c:pt>
                <c:pt idx="13223">
                  <c:v>0.15304398148145992</c:v>
                </c:pt>
                <c:pt idx="13224">
                  <c:v>0.15305555555096362</c:v>
                </c:pt>
                <c:pt idx="13225">
                  <c:v>0.15306712962774327</c:v>
                </c:pt>
                <c:pt idx="13226">
                  <c:v>0.15307870370452292</c:v>
                </c:pt>
                <c:pt idx="13227">
                  <c:v>0.15309027777402662</c:v>
                </c:pt>
                <c:pt idx="13228">
                  <c:v>0.15310185185080627</c:v>
                </c:pt>
                <c:pt idx="13229">
                  <c:v>0.15311342592030996</c:v>
                </c:pt>
                <c:pt idx="13230">
                  <c:v>0.15312499999708962</c:v>
                </c:pt>
                <c:pt idx="13231">
                  <c:v>0.15313657407386927</c:v>
                </c:pt>
                <c:pt idx="13232">
                  <c:v>0.15314814814337296</c:v>
                </c:pt>
                <c:pt idx="13233">
                  <c:v>0.15315972222015262</c:v>
                </c:pt>
                <c:pt idx="13234">
                  <c:v>0.15317129629693227</c:v>
                </c:pt>
                <c:pt idx="13235">
                  <c:v>0.15318287036643596</c:v>
                </c:pt>
                <c:pt idx="13236">
                  <c:v>0.15319444444321562</c:v>
                </c:pt>
                <c:pt idx="13237">
                  <c:v>0.15320601851271931</c:v>
                </c:pt>
                <c:pt idx="13238">
                  <c:v>0.15321759258949896</c:v>
                </c:pt>
                <c:pt idx="13239">
                  <c:v>0.15322916666627862</c:v>
                </c:pt>
                <c:pt idx="13240">
                  <c:v>0.15324074073578231</c:v>
                </c:pt>
                <c:pt idx="13241">
                  <c:v>0.15325231481256196</c:v>
                </c:pt>
                <c:pt idx="13242">
                  <c:v>0.15326388888934162</c:v>
                </c:pt>
                <c:pt idx="13243">
                  <c:v>0.15327546295884531</c:v>
                </c:pt>
                <c:pt idx="13244">
                  <c:v>0.15328703703562496</c:v>
                </c:pt>
                <c:pt idx="13245">
                  <c:v>0.15329861111240461</c:v>
                </c:pt>
                <c:pt idx="13246">
                  <c:v>0.15331018518190831</c:v>
                </c:pt>
                <c:pt idx="13247">
                  <c:v>0.15332175925868796</c:v>
                </c:pt>
                <c:pt idx="13248">
                  <c:v>0.15333333332819166</c:v>
                </c:pt>
                <c:pt idx="13249">
                  <c:v>0.15334490740497131</c:v>
                </c:pt>
                <c:pt idx="13250">
                  <c:v>0.15335648148175096</c:v>
                </c:pt>
                <c:pt idx="13251">
                  <c:v>0.15336805555125466</c:v>
                </c:pt>
                <c:pt idx="13252">
                  <c:v>0.15337962962803431</c:v>
                </c:pt>
                <c:pt idx="13253">
                  <c:v>0.15339120370481396</c:v>
                </c:pt>
                <c:pt idx="13254">
                  <c:v>0.15340277777431766</c:v>
                </c:pt>
                <c:pt idx="13255">
                  <c:v>0.15341435185109731</c:v>
                </c:pt>
                <c:pt idx="13256">
                  <c:v>0.153425925920601</c:v>
                </c:pt>
                <c:pt idx="13257">
                  <c:v>0.15343749999738066</c:v>
                </c:pt>
                <c:pt idx="13258">
                  <c:v>0.15344907407416031</c:v>
                </c:pt>
                <c:pt idx="13259">
                  <c:v>0.153460648143664</c:v>
                </c:pt>
                <c:pt idx="13260">
                  <c:v>0.15347222222044365</c:v>
                </c:pt>
                <c:pt idx="13261">
                  <c:v>0.15348379629722331</c:v>
                </c:pt>
                <c:pt idx="13262">
                  <c:v>0.153495370366727</c:v>
                </c:pt>
                <c:pt idx="13263">
                  <c:v>0.15350694444350665</c:v>
                </c:pt>
                <c:pt idx="13264">
                  <c:v>0.15351851851301035</c:v>
                </c:pt>
                <c:pt idx="13265">
                  <c:v>0.15353009258979</c:v>
                </c:pt>
                <c:pt idx="13266">
                  <c:v>0.15354166666656965</c:v>
                </c:pt>
                <c:pt idx="13267">
                  <c:v>0.15355324073607335</c:v>
                </c:pt>
                <c:pt idx="13268">
                  <c:v>0.153564814812853</c:v>
                </c:pt>
                <c:pt idx="13269">
                  <c:v>0.15357638888963265</c:v>
                </c:pt>
                <c:pt idx="13270">
                  <c:v>0.15358796295913635</c:v>
                </c:pt>
                <c:pt idx="13271">
                  <c:v>0.153599537035916</c:v>
                </c:pt>
                <c:pt idx="13272">
                  <c:v>0.1536111111054197</c:v>
                </c:pt>
                <c:pt idx="13273">
                  <c:v>0.15362268518219935</c:v>
                </c:pt>
                <c:pt idx="13274">
                  <c:v>0.153634259258979</c:v>
                </c:pt>
                <c:pt idx="13275">
                  <c:v>0.15364583332848269</c:v>
                </c:pt>
                <c:pt idx="13276">
                  <c:v>0.15365740740526235</c:v>
                </c:pt>
                <c:pt idx="13277">
                  <c:v>0.153668981482042</c:v>
                </c:pt>
                <c:pt idx="13278">
                  <c:v>0.15368055555154569</c:v>
                </c:pt>
                <c:pt idx="13279">
                  <c:v>0.15369212962832535</c:v>
                </c:pt>
                <c:pt idx="13280">
                  <c:v>0.15370370369782904</c:v>
                </c:pt>
                <c:pt idx="13281">
                  <c:v>0.15371527777460869</c:v>
                </c:pt>
                <c:pt idx="13282">
                  <c:v>0.15372685185138835</c:v>
                </c:pt>
                <c:pt idx="13283">
                  <c:v>0.15373842592089204</c:v>
                </c:pt>
                <c:pt idx="13284">
                  <c:v>0.15374999999767169</c:v>
                </c:pt>
                <c:pt idx="13285">
                  <c:v>0.15376157407445135</c:v>
                </c:pt>
                <c:pt idx="13286">
                  <c:v>0.15377314814395504</c:v>
                </c:pt>
                <c:pt idx="13287">
                  <c:v>0.15378472222073469</c:v>
                </c:pt>
                <c:pt idx="13288">
                  <c:v>0.15379629629751435</c:v>
                </c:pt>
                <c:pt idx="13289">
                  <c:v>0.15380787036701804</c:v>
                </c:pt>
                <c:pt idx="13290">
                  <c:v>0.15381944444379769</c:v>
                </c:pt>
                <c:pt idx="13291">
                  <c:v>0.15383101851330139</c:v>
                </c:pt>
                <c:pt idx="13292">
                  <c:v>0.15384259259008104</c:v>
                </c:pt>
                <c:pt idx="13293">
                  <c:v>0.15385416666686069</c:v>
                </c:pt>
                <c:pt idx="13294">
                  <c:v>0.15386574073636439</c:v>
                </c:pt>
                <c:pt idx="13295">
                  <c:v>0.15387731481314404</c:v>
                </c:pt>
                <c:pt idx="13296">
                  <c:v>0.15388888888992369</c:v>
                </c:pt>
                <c:pt idx="13297">
                  <c:v>0.15390046295942739</c:v>
                </c:pt>
                <c:pt idx="13298">
                  <c:v>0.15391203703620704</c:v>
                </c:pt>
                <c:pt idx="13299">
                  <c:v>0.15392361110571073</c:v>
                </c:pt>
                <c:pt idx="13300">
                  <c:v>0.15393518518249039</c:v>
                </c:pt>
                <c:pt idx="13301">
                  <c:v>0.15394675925927004</c:v>
                </c:pt>
                <c:pt idx="13302">
                  <c:v>0.15395833332877373</c:v>
                </c:pt>
                <c:pt idx="13303">
                  <c:v>0.15396990740555339</c:v>
                </c:pt>
                <c:pt idx="13304">
                  <c:v>0.15398148148233304</c:v>
                </c:pt>
                <c:pt idx="13305">
                  <c:v>0.15399305555183673</c:v>
                </c:pt>
                <c:pt idx="13306">
                  <c:v>0.15400462962861639</c:v>
                </c:pt>
                <c:pt idx="13307">
                  <c:v>0.15401620369812008</c:v>
                </c:pt>
                <c:pt idx="13308">
                  <c:v>0.15402777777489973</c:v>
                </c:pt>
                <c:pt idx="13309">
                  <c:v>0.15403935185167938</c:v>
                </c:pt>
                <c:pt idx="13310">
                  <c:v>0.15405092592118308</c:v>
                </c:pt>
                <c:pt idx="13311">
                  <c:v>0.15406249999796273</c:v>
                </c:pt>
                <c:pt idx="13312">
                  <c:v>0.15407407407474238</c:v>
                </c:pt>
                <c:pt idx="13313">
                  <c:v>0.15408564814424608</c:v>
                </c:pt>
                <c:pt idx="13314">
                  <c:v>0.15409722222102573</c:v>
                </c:pt>
                <c:pt idx="13315">
                  <c:v>0.15410879629052943</c:v>
                </c:pt>
                <c:pt idx="13316">
                  <c:v>0.15412037036730908</c:v>
                </c:pt>
                <c:pt idx="13317">
                  <c:v>0.15413194444408873</c:v>
                </c:pt>
                <c:pt idx="13318">
                  <c:v>0.15414351851359243</c:v>
                </c:pt>
                <c:pt idx="13319">
                  <c:v>0.15415509259037208</c:v>
                </c:pt>
                <c:pt idx="13320">
                  <c:v>0.15416666666715173</c:v>
                </c:pt>
                <c:pt idx="13321">
                  <c:v>0.15417824073665543</c:v>
                </c:pt>
                <c:pt idx="13322">
                  <c:v>0.15418981481343508</c:v>
                </c:pt>
                <c:pt idx="13323">
                  <c:v>0.15420138889021473</c:v>
                </c:pt>
                <c:pt idx="13324">
                  <c:v>0.15421296295971842</c:v>
                </c:pt>
                <c:pt idx="13325">
                  <c:v>0.15422453703649808</c:v>
                </c:pt>
                <c:pt idx="13326">
                  <c:v>0.15423611110600177</c:v>
                </c:pt>
                <c:pt idx="13327">
                  <c:v>0.15424768518278142</c:v>
                </c:pt>
                <c:pt idx="13328">
                  <c:v>0.15425925925956108</c:v>
                </c:pt>
                <c:pt idx="13329">
                  <c:v>0.15427083332906477</c:v>
                </c:pt>
                <c:pt idx="13330">
                  <c:v>0.15428240740584442</c:v>
                </c:pt>
                <c:pt idx="13331">
                  <c:v>0.15429398148262408</c:v>
                </c:pt>
                <c:pt idx="13332">
                  <c:v>0.15430555555212777</c:v>
                </c:pt>
                <c:pt idx="13333">
                  <c:v>0.15431712962890742</c:v>
                </c:pt>
                <c:pt idx="13334">
                  <c:v>0.15432870369841112</c:v>
                </c:pt>
                <c:pt idx="13335">
                  <c:v>0.15434027777519077</c:v>
                </c:pt>
                <c:pt idx="13336">
                  <c:v>0.15435185185197042</c:v>
                </c:pt>
                <c:pt idx="13337">
                  <c:v>0.15436342592147412</c:v>
                </c:pt>
                <c:pt idx="13338">
                  <c:v>0.15437499999825377</c:v>
                </c:pt>
                <c:pt idx="13339">
                  <c:v>0.15438657407503342</c:v>
                </c:pt>
                <c:pt idx="13340">
                  <c:v>0.15439814814453712</c:v>
                </c:pt>
                <c:pt idx="13341">
                  <c:v>0.15440972222131677</c:v>
                </c:pt>
                <c:pt idx="13342">
                  <c:v>0.15442129629082046</c:v>
                </c:pt>
                <c:pt idx="13343">
                  <c:v>0.15443287036760012</c:v>
                </c:pt>
                <c:pt idx="13344">
                  <c:v>0.15444444444437977</c:v>
                </c:pt>
                <c:pt idx="13345">
                  <c:v>0.15445601851388346</c:v>
                </c:pt>
                <c:pt idx="13346">
                  <c:v>0.15446759259066312</c:v>
                </c:pt>
                <c:pt idx="13347">
                  <c:v>0.15447916666744277</c:v>
                </c:pt>
                <c:pt idx="13348">
                  <c:v>0.15449074073694646</c:v>
                </c:pt>
                <c:pt idx="13349">
                  <c:v>0.15450231481372612</c:v>
                </c:pt>
                <c:pt idx="13350">
                  <c:v>0.15451388888322981</c:v>
                </c:pt>
                <c:pt idx="13351">
                  <c:v>0.15452546296000946</c:v>
                </c:pt>
                <c:pt idx="13352">
                  <c:v>0.15453703703678912</c:v>
                </c:pt>
                <c:pt idx="13353">
                  <c:v>0.15454861110629281</c:v>
                </c:pt>
                <c:pt idx="13354">
                  <c:v>0.15456018518307246</c:v>
                </c:pt>
                <c:pt idx="13355">
                  <c:v>0.15457175925985212</c:v>
                </c:pt>
                <c:pt idx="13356">
                  <c:v>0.15458333332935581</c:v>
                </c:pt>
                <c:pt idx="13357">
                  <c:v>0.15459490740613546</c:v>
                </c:pt>
                <c:pt idx="13358">
                  <c:v>0.15460648147563916</c:v>
                </c:pt>
                <c:pt idx="13359">
                  <c:v>0.15461805555241881</c:v>
                </c:pt>
                <c:pt idx="13360">
                  <c:v>0.15462962962919846</c:v>
                </c:pt>
                <c:pt idx="13361">
                  <c:v>0.15464120369870216</c:v>
                </c:pt>
                <c:pt idx="13362">
                  <c:v>0.15465277777548181</c:v>
                </c:pt>
                <c:pt idx="13363">
                  <c:v>0.15466435185226146</c:v>
                </c:pt>
                <c:pt idx="13364">
                  <c:v>0.15467592592176516</c:v>
                </c:pt>
                <c:pt idx="13365">
                  <c:v>0.15468749999854481</c:v>
                </c:pt>
                <c:pt idx="13366">
                  <c:v>0.15469907407532446</c:v>
                </c:pt>
                <c:pt idx="13367">
                  <c:v>0.15471064814482816</c:v>
                </c:pt>
                <c:pt idx="13368">
                  <c:v>0.15472222222160781</c:v>
                </c:pt>
                <c:pt idx="13369">
                  <c:v>0.1547337962911115</c:v>
                </c:pt>
                <c:pt idx="13370">
                  <c:v>0.15474537036789116</c:v>
                </c:pt>
                <c:pt idx="13371">
                  <c:v>0.15475694444467081</c:v>
                </c:pt>
                <c:pt idx="13372">
                  <c:v>0.1547685185141745</c:v>
                </c:pt>
                <c:pt idx="13373">
                  <c:v>0.15478009259095415</c:v>
                </c:pt>
                <c:pt idx="13374">
                  <c:v>0.15479166666773381</c:v>
                </c:pt>
                <c:pt idx="13375">
                  <c:v>0.1548032407372375</c:v>
                </c:pt>
                <c:pt idx="13376">
                  <c:v>0.15481481481401715</c:v>
                </c:pt>
                <c:pt idx="13377">
                  <c:v>0.15482638888352085</c:v>
                </c:pt>
                <c:pt idx="13378">
                  <c:v>0.1548379629603005</c:v>
                </c:pt>
                <c:pt idx="13379">
                  <c:v>0.15484953703708015</c:v>
                </c:pt>
                <c:pt idx="13380">
                  <c:v>0.15486111110658385</c:v>
                </c:pt>
                <c:pt idx="13381">
                  <c:v>0.1548726851833635</c:v>
                </c:pt>
                <c:pt idx="13382">
                  <c:v>0.15488425926014315</c:v>
                </c:pt>
                <c:pt idx="13383">
                  <c:v>0.15489583332964685</c:v>
                </c:pt>
                <c:pt idx="13384">
                  <c:v>0.1549074074064265</c:v>
                </c:pt>
                <c:pt idx="13385">
                  <c:v>0.1549189814759302</c:v>
                </c:pt>
                <c:pt idx="13386">
                  <c:v>0.15493055555270985</c:v>
                </c:pt>
                <c:pt idx="13387">
                  <c:v>0.1549421296294895</c:v>
                </c:pt>
                <c:pt idx="13388">
                  <c:v>0.15495370369899319</c:v>
                </c:pt>
                <c:pt idx="13389">
                  <c:v>0.15496527777577285</c:v>
                </c:pt>
                <c:pt idx="13390">
                  <c:v>0.1549768518525525</c:v>
                </c:pt>
                <c:pt idx="13391">
                  <c:v>0.15498842592205619</c:v>
                </c:pt>
                <c:pt idx="13392">
                  <c:v>0.15499999999883585</c:v>
                </c:pt>
                <c:pt idx="13393">
                  <c:v>0.15501157406833954</c:v>
                </c:pt>
                <c:pt idx="13394">
                  <c:v>0.15502314814511919</c:v>
                </c:pt>
                <c:pt idx="13395">
                  <c:v>0.15503472222189885</c:v>
                </c:pt>
                <c:pt idx="13396">
                  <c:v>0.15504629629140254</c:v>
                </c:pt>
                <c:pt idx="13397">
                  <c:v>0.15505787036818219</c:v>
                </c:pt>
                <c:pt idx="13398">
                  <c:v>0.15506944444496185</c:v>
                </c:pt>
                <c:pt idx="13399">
                  <c:v>0.15508101851446554</c:v>
                </c:pt>
                <c:pt idx="13400">
                  <c:v>0.15509259259124519</c:v>
                </c:pt>
                <c:pt idx="13401">
                  <c:v>0.15510416666074889</c:v>
                </c:pt>
                <c:pt idx="13402">
                  <c:v>0.15511574073752854</c:v>
                </c:pt>
                <c:pt idx="13403">
                  <c:v>0.15512731481430819</c:v>
                </c:pt>
                <c:pt idx="13404">
                  <c:v>0.15513888888381189</c:v>
                </c:pt>
                <c:pt idx="13405">
                  <c:v>0.15515046296059154</c:v>
                </c:pt>
                <c:pt idx="13406">
                  <c:v>0.15516203703737119</c:v>
                </c:pt>
                <c:pt idx="13407">
                  <c:v>0.15517361110687489</c:v>
                </c:pt>
                <c:pt idx="13408">
                  <c:v>0.15518518518365454</c:v>
                </c:pt>
                <c:pt idx="13409">
                  <c:v>0.15519675926043419</c:v>
                </c:pt>
                <c:pt idx="13410">
                  <c:v>0.15520833332993789</c:v>
                </c:pt>
                <c:pt idx="13411">
                  <c:v>0.15521990740671754</c:v>
                </c:pt>
                <c:pt idx="13412">
                  <c:v>0.15523148147622123</c:v>
                </c:pt>
                <c:pt idx="13413">
                  <c:v>0.15524305555300089</c:v>
                </c:pt>
                <c:pt idx="13414">
                  <c:v>0.15525462962978054</c:v>
                </c:pt>
                <c:pt idx="13415">
                  <c:v>0.15526620369928423</c:v>
                </c:pt>
                <c:pt idx="13416">
                  <c:v>0.15527777777606389</c:v>
                </c:pt>
                <c:pt idx="13417">
                  <c:v>0.15528935185284354</c:v>
                </c:pt>
                <c:pt idx="13418">
                  <c:v>0.15530092592234723</c:v>
                </c:pt>
                <c:pt idx="13419">
                  <c:v>0.15531249999912689</c:v>
                </c:pt>
                <c:pt idx="13420">
                  <c:v>0.15532407406863058</c:v>
                </c:pt>
                <c:pt idx="13421">
                  <c:v>0.15533564814541023</c:v>
                </c:pt>
                <c:pt idx="13422">
                  <c:v>0.15534722222218988</c:v>
                </c:pt>
                <c:pt idx="13423">
                  <c:v>0.15535879629169358</c:v>
                </c:pt>
                <c:pt idx="13424">
                  <c:v>0.15537037036847323</c:v>
                </c:pt>
                <c:pt idx="13425">
                  <c:v>0.15538194444525288</c:v>
                </c:pt>
                <c:pt idx="13426">
                  <c:v>0.15539351851475658</c:v>
                </c:pt>
                <c:pt idx="13427">
                  <c:v>0.15540509259153623</c:v>
                </c:pt>
                <c:pt idx="13428">
                  <c:v>0.15541666666103993</c:v>
                </c:pt>
                <c:pt idx="13429">
                  <c:v>0.15542824073781958</c:v>
                </c:pt>
                <c:pt idx="13430">
                  <c:v>0.15543981481459923</c:v>
                </c:pt>
                <c:pt idx="13431">
                  <c:v>0.15545138888410293</c:v>
                </c:pt>
                <c:pt idx="13432">
                  <c:v>0.15546296296088258</c:v>
                </c:pt>
                <c:pt idx="13433">
                  <c:v>0.15547453703766223</c:v>
                </c:pt>
                <c:pt idx="13434">
                  <c:v>0.15548611110716593</c:v>
                </c:pt>
                <c:pt idx="13435">
                  <c:v>0.15549768518394558</c:v>
                </c:pt>
                <c:pt idx="13436">
                  <c:v>0.15550925925344927</c:v>
                </c:pt>
                <c:pt idx="13437">
                  <c:v>0.15552083333022892</c:v>
                </c:pt>
                <c:pt idx="13438">
                  <c:v>0.15553240740700858</c:v>
                </c:pt>
                <c:pt idx="13439">
                  <c:v>0.15554398147651227</c:v>
                </c:pt>
                <c:pt idx="13440">
                  <c:v>0.15555555555329192</c:v>
                </c:pt>
                <c:pt idx="13441">
                  <c:v>0.15556712963007158</c:v>
                </c:pt>
                <c:pt idx="13442">
                  <c:v>0.15557870369957527</c:v>
                </c:pt>
                <c:pt idx="13443">
                  <c:v>0.15559027777635492</c:v>
                </c:pt>
                <c:pt idx="13444">
                  <c:v>0.15560185185313458</c:v>
                </c:pt>
                <c:pt idx="13445">
                  <c:v>0.15561342592263827</c:v>
                </c:pt>
                <c:pt idx="13446">
                  <c:v>0.15562499999941792</c:v>
                </c:pt>
                <c:pt idx="13447">
                  <c:v>0.15563657406892162</c:v>
                </c:pt>
                <c:pt idx="13448">
                  <c:v>0.15564814814570127</c:v>
                </c:pt>
                <c:pt idx="13449">
                  <c:v>0.15565972222248092</c:v>
                </c:pt>
                <c:pt idx="13450">
                  <c:v>0.15567129629198462</c:v>
                </c:pt>
                <c:pt idx="13451">
                  <c:v>0.15568287036876427</c:v>
                </c:pt>
                <c:pt idx="13452">
                  <c:v>0.15569444444554392</c:v>
                </c:pt>
                <c:pt idx="13453">
                  <c:v>0.15570601851504762</c:v>
                </c:pt>
                <c:pt idx="13454">
                  <c:v>0.15571759259182727</c:v>
                </c:pt>
                <c:pt idx="13455">
                  <c:v>0.15572916666133096</c:v>
                </c:pt>
                <c:pt idx="13456">
                  <c:v>0.15574074073811062</c:v>
                </c:pt>
                <c:pt idx="13457">
                  <c:v>0.15575231481489027</c:v>
                </c:pt>
                <c:pt idx="13458">
                  <c:v>0.15576388888439396</c:v>
                </c:pt>
                <c:pt idx="13459">
                  <c:v>0.15577546296117362</c:v>
                </c:pt>
                <c:pt idx="13460">
                  <c:v>0.15578703703795327</c:v>
                </c:pt>
                <c:pt idx="13461">
                  <c:v>0.15579861110745696</c:v>
                </c:pt>
                <c:pt idx="13462">
                  <c:v>0.15581018518423662</c:v>
                </c:pt>
                <c:pt idx="13463">
                  <c:v>0.15582175925374031</c:v>
                </c:pt>
                <c:pt idx="13464">
                  <c:v>0.15583333333051996</c:v>
                </c:pt>
                <c:pt idx="13465">
                  <c:v>0.15584490740729962</c:v>
                </c:pt>
                <c:pt idx="13466">
                  <c:v>0.15585648147680331</c:v>
                </c:pt>
                <c:pt idx="13467">
                  <c:v>0.15586805555358296</c:v>
                </c:pt>
                <c:pt idx="13468">
                  <c:v>0.15587962963036261</c:v>
                </c:pt>
                <c:pt idx="13469">
                  <c:v>0.15589120369986631</c:v>
                </c:pt>
                <c:pt idx="13470">
                  <c:v>0.15590277777664596</c:v>
                </c:pt>
                <c:pt idx="13471">
                  <c:v>0.15591435184614966</c:v>
                </c:pt>
                <c:pt idx="13472">
                  <c:v>0.15592592592292931</c:v>
                </c:pt>
                <c:pt idx="13473">
                  <c:v>0.15593749999970896</c:v>
                </c:pt>
                <c:pt idx="13474">
                  <c:v>0.15594907406921266</c:v>
                </c:pt>
                <c:pt idx="13475">
                  <c:v>0.15596064814599231</c:v>
                </c:pt>
                <c:pt idx="13476">
                  <c:v>0.15597222222277196</c:v>
                </c:pt>
                <c:pt idx="13477">
                  <c:v>0.15598379629227566</c:v>
                </c:pt>
                <c:pt idx="13478">
                  <c:v>0.15599537036905531</c:v>
                </c:pt>
                <c:pt idx="13479">
                  <c:v>0.156006944438559</c:v>
                </c:pt>
                <c:pt idx="13480">
                  <c:v>0.15601851851533866</c:v>
                </c:pt>
                <c:pt idx="13481">
                  <c:v>0.15603009259211831</c:v>
                </c:pt>
                <c:pt idx="13482">
                  <c:v>0.156041666661622</c:v>
                </c:pt>
                <c:pt idx="13483">
                  <c:v>0.15605324073840166</c:v>
                </c:pt>
                <c:pt idx="13484">
                  <c:v>0.15606481481518131</c:v>
                </c:pt>
                <c:pt idx="13485">
                  <c:v>0.156076388884685</c:v>
                </c:pt>
                <c:pt idx="13486">
                  <c:v>0.15608796296146465</c:v>
                </c:pt>
                <c:pt idx="13487">
                  <c:v>0.15609953703824431</c:v>
                </c:pt>
                <c:pt idx="13488">
                  <c:v>0.156111111107748</c:v>
                </c:pt>
                <c:pt idx="13489">
                  <c:v>0.15612268518452765</c:v>
                </c:pt>
                <c:pt idx="13490">
                  <c:v>0.15613425925403135</c:v>
                </c:pt>
                <c:pt idx="13491">
                  <c:v>0.156145833330811</c:v>
                </c:pt>
                <c:pt idx="13492">
                  <c:v>0.15615740740759065</c:v>
                </c:pt>
                <c:pt idx="13493">
                  <c:v>0.15616898147709435</c:v>
                </c:pt>
                <c:pt idx="13494">
                  <c:v>0.156180555553874</c:v>
                </c:pt>
                <c:pt idx="13495">
                  <c:v>0.15619212963065365</c:v>
                </c:pt>
                <c:pt idx="13496">
                  <c:v>0.15620370370015735</c:v>
                </c:pt>
                <c:pt idx="13497">
                  <c:v>0.156215277776937</c:v>
                </c:pt>
                <c:pt idx="13498">
                  <c:v>0.1562268518464407</c:v>
                </c:pt>
                <c:pt idx="13499">
                  <c:v>0.15623842592322035</c:v>
                </c:pt>
                <c:pt idx="13500">
                  <c:v>0.15625</c:v>
                </c:pt>
                <c:pt idx="13501">
                  <c:v>0.15626157406950369</c:v>
                </c:pt>
                <c:pt idx="13502">
                  <c:v>0.15627314814628335</c:v>
                </c:pt>
                <c:pt idx="13503">
                  <c:v>0.156284722223063</c:v>
                </c:pt>
                <c:pt idx="13504">
                  <c:v>0.15629629629256669</c:v>
                </c:pt>
                <c:pt idx="13505">
                  <c:v>0.15630787036934635</c:v>
                </c:pt>
                <c:pt idx="13506">
                  <c:v>0.15631944443885004</c:v>
                </c:pt>
                <c:pt idx="13507">
                  <c:v>0.15633101851562969</c:v>
                </c:pt>
                <c:pt idx="13508">
                  <c:v>0.15634259259240935</c:v>
                </c:pt>
                <c:pt idx="13509">
                  <c:v>0.15635416666191304</c:v>
                </c:pt>
                <c:pt idx="13510">
                  <c:v>0.15636574073869269</c:v>
                </c:pt>
                <c:pt idx="13511">
                  <c:v>0.15637731481547235</c:v>
                </c:pt>
                <c:pt idx="13512">
                  <c:v>0.15638888888497604</c:v>
                </c:pt>
                <c:pt idx="13513">
                  <c:v>0.15640046296175569</c:v>
                </c:pt>
                <c:pt idx="13514">
                  <c:v>0.15641203703125939</c:v>
                </c:pt>
                <c:pt idx="13515">
                  <c:v>0.15642361110803904</c:v>
                </c:pt>
                <c:pt idx="13516">
                  <c:v>0.15643518518481869</c:v>
                </c:pt>
                <c:pt idx="13517">
                  <c:v>0.15644675925432239</c:v>
                </c:pt>
                <c:pt idx="13518">
                  <c:v>0.15645833333110204</c:v>
                </c:pt>
                <c:pt idx="13519">
                  <c:v>0.15646990740788169</c:v>
                </c:pt>
                <c:pt idx="13520">
                  <c:v>0.15648148147738539</c:v>
                </c:pt>
                <c:pt idx="13521">
                  <c:v>0.15649305555416504</c:v>
                </c:pt>
                <c:pt idx="13522">
                  <c:v>0.15650462963094469</c:v>
                </c:pt>
                <c:pt idx="13523">
                  <c:v>0.15651620370044839</c:v>
                </c:pt>
                <c:pt idx="13524">
                  <c:v>0.15652777777722804</c:v>
                </c:pt>
                <c:pt idx="13525">
                  <c:v>0.15653935184673173</c:v>
                </c:pt>
                <c:pt idx="13526">
                  <c:v>0.15655092592351139</c:v>
                </c:pt>
                <c:pt idx="13527">
                  <c:v>0.15656250000029104</c:v>
                </c:pt>
                <c:pt idx="13528">
                  <c:v>0.15657407406979473</c:v>
                </c:pt>
                <c:pt idx="13529">
                  <c:v>0.15658564814657439</c:v>
                </c:pt>
                <c:pt idx="13530">
                  <c:v>0.15659722222335404</c:v>
                </c:pt>
                <c:pt idx="13531">
                  <c:v>0.15660879629285773</c:v>
                </c:pt>
                <c:pt idx="13532">
                  <c:v>0.15662037036963739</c:v>
                </c:pt>
                <c:pt idx="13533">
                  <c:v>0.15663194443914108</c:v>
                </c:pt>
                <c:pt idx="13534">
                  <c:v>0.15664351851592073</c:v>
                </c:pt>
                <c:pt idx="13535">
                  <c:v>0.15665509259270038</c:v>
                </c:pt>
                <c:pt idx="13536">
                  <c:v>0.15666666666220408</c:v>
                </c:pt>
                <c:pt idx="13537">
                  <c:v>0.15667824073898373</c:v>
                </c:pt>
                <c:pt idx="13538">
                  <c:v>0.15668981481576338</c:v>
                </c:pt>
                <c:pt idx="13539">
                  <c:v>0.15670138888526708</c:v>
                </c:pt>
                <c:pt idx="13540">
                  <c:v>0.15671296296204673</c:v>
                </c:pt>
                <c:pt idx="13541">
                  <c:v>0.15672453703155043</c:v>
                </c:pt>
                <c:pt idx="13542">
                  <c:v>0.15673611110833008</c:v>
                </c:pt>
                <c:pt idx="13543">
                  <c:v>0.15674768518510973</c:v>
                </c:pt>
                <c:pt idx="13544">
                  <c:v>0.15675925925461343</c:v>
                </c:pt>
                <c:pt idx="13545">
                  <c:v>0.15677083333139308</c:v>
                </c:pt>
                <c:pt idx="13546">
                  <c:v>0.15678240740817273</c:v>
                </c:pt>
                <c:pt idx="13547">
                  <c:v>0.15679398147767643</c:v>
                </c:pt>
                <c:pt idx="13548">
                  <c:v>0.15680555555445608</c:v>
                </c:pt>
                <c:pt idx="13549">
                  <c:v>0.15681712962395977</c:v>
                </c:pt>
                <c:pt idx="13550">
                  <c:v>0.15682870370073942</c:v>
                </c:pt>
                <c:pt idx="13551">
                  <c:v>0.15684027777751908</c:v>
                </c:pt>
                <c:pt idx="13552">
                  <c:v>0.15685185184702277</c:v>
                </c:pt>
                <c:pt idx="13553">
                  <c:v>0.15686342592380242</c:v>
                </c:pt>
                <c:pt idx="13554">
                  <c:v>0.15687500000058208</c:v>
                </c:pt>
                <c:pt idx="13555">
                  <c:v>0.15688657407008577</c:v>
                </c:pt>
                <c:pt idx="13556">
                  <c:v>0.15689814814686542</c:v>
                </c:pt>
                <c:pt idx="13557">
                  <c:v>0.15690972221636912</c:v>
                </c:pt>
                <c:pt idx="13558">
                  <c:v>0.15692129629314877</c:v>
                </c:pt>
                <c:pt idx="13559">
                  <c:v>0.15693287036992842</c:v>
                </c:pt>
                <c:pt idx="13560">
                  <c:v>0.15694444443943212</c:v>
                </c:pt>
                <c:pt idx="13561">
                  <c:v>0.15695601851621177</c:v>
                </c:pt>
                <c:pt idx="13562">
                  <c:v>0.15696759259299142</c:v>
                </c:pt>
                <c:pt idx="13563">
                  <c:v>0.15697916666249512</c:v>
                </c:pt>
                <c:pt idx="13564">
                  <c:v>0.15699074073927477</c:v>
                </c:pt>
                <c:pt idx="13565">
                  <c:v>0.15700231481605442</c:v>
                </c:pt>
                <c:pt idx="13566">
                  <c:v>0.15701388888555812</c:v>
                </c:pt>
                <c:pt idx="13567">
                  <c:v>0.15702546296233777</c:v>
                </c:pt>
                <c:pt idx="13568">
                  <c:v>0.15703703703184146</c:v>
                </c:pt>
                <c:pt idx="13569">
                  <c:v>0.15704861110862112</c:v>
                </c:pt>
                <c:pt idx="13570">
                  <c:v>0.15706018518540077</c:v>
                </c:pt>
                <c:pt idx="13571">
                  <c:v>0.15707175925490446</c:v>
                </c:pt>
                <c:pt idx="13572">
                  <c:v>0.15708333333168412</c:v>
                </c:pt>
                <c:pt idx="13573">
                  <c:v>0.15709490740846377</c:v>
                </c:pt>
                <c:pt idx="13574">
                  <c:v>0.15710648147796746</c:v>
                </c:pt>
                <c:pt idx="13575">
                  <c:v>0.15711805555474712</c:v>
                </c:pt>
                <c:pt idx="13576">
                  <c:v>0.15712962962425081</c:v>
                </c:pt>
                <c:pt idx="13577">
                  <c:v>0.15714120370103046</c:v>
                </c:pt>
                <c:pt idx="13578">
                  <c:v>0.15715277777781012</c:v>
                </c:pt>
                <c:pt idx="13579">
                  <c:v>0.15716435184731381</c:v>
                </c:pt>
                <c:pt idx="13580">
                  <c:v>0.15717592592409346</c:v>
                </c:pt>
                <c:pt idx="13581">
                  <c:v>0.15718750000087311</c:v>
                </c:pt>
                <c:pt idx="13582">
                  <c:v>0.15719907407037681</c:v>
                </c:pt>
                <c:pt idx="13583">
                  <c:v>0.15721064814715646</c:v>
                </c:pt>
                <c:pt idx="13584">
                  <c:v>0.15722222221666016</c:v>
                </c:pt>
                <c:pt idx="13585">
                  <c:v>0.15723379629343981</c:v>
                </c:pt>
                <c:pt idx="13586">
                  <c:v>0.15724537037021946</c:v>
                </c:pt>
                <c:pt idx="13587">
                  <c:v>0.15725694443972316</c:v>
                </c:pt>
                <c:pt idx="13588">
                  <c:v>0.15726851851650281</c:v>
                </c:pt>
                <c:pt idx="13589">
                  <c:v>0.15728009259328246</c:v>
                </c:pt>
                <c:pt idx="13590">
                  <c:v>0.15729166666278616</c:v>
                </c:pt>
                <c:pt idx="13591">
                  <c:v>0.15730324073956581</c:v>
                </c:pt>
                <c:pt idx="13592">
                  <c:v>0.1573148148090695</c:v>
                </c:pt>
                <c:pt idx="13593">
                  <c:v>0.15732638888584916</c:v>
                </c:pt>
                <c:pt idx="13594">
                  <c:v>0.15733796296262881</c:v>
                </c:pt>
                <c:pt idx="13595">
                  <c:v>0.1573495370321325</c:v>
                </c:pt>
                <c:pt idx="13596">
                  <c:v>0.15736111110891216</c:v>
                </c:pt>
                <c:pt idx="13597">
                  <c:v>0.15737268518569181</c:v>
                </c:pt>
                <c:pt idx="13598">
                  <c:v>0.1573842592551955</c:v>
                </c:pt>
                <c:pt idx="13599">
                  <c:v>0.15739583333197515</c:v>
                </c:pt>
                <c:pt idx="13600">
                  <c:v>0.15740740740147885</c:v>
                </c:pt>
                <c:pt idx="13601">
                  <c:v>0.1574189814782585</c:v>
                </c:pt>
                <c:pt idx="13602">
                  <c:v>0.15743055555503815</c:v>
                </c:pt>
                <c:pt idx="13603">
                  <c:v>0.15744212962454185</c:v>
                </c:pt>
                <c:pt idx="13604">
                  <c:v>0.1574537037013215</c:v>
                </c:pt>
                <c:pt idx="13605">
                  <c:v>0.15746527777810115</c:v>
                </c:pt>
                <c:pt idx="13606">
                  <c:v>0.15747685184760485</c:v>
                </c:pt>
                <c:pt idx="13607">
                  <c:v>0.1574884259243845</c:v>
                </c:pt>
                <c:pt idx="13608">
                  <c:v>0.15750000000116415</c:v>
                </c:pt>
                <c:pt idx="13609">
                  <c:v>0.15751157407066785</c:v>
                </c:pt>
                <c:pt idx="13610">
                  <c:v>0.1575231481474475</c:v>
                </c:pt>
                <c:pt idx="13611">
                  <c:v>0.1575347222169512</c:v>
                </c:pt>
                <c:pt idx="13612">
                  <c:v>0.15754629629373085</c:v>
                </c:pt>
                <c:pt idx="13613">
                  <c:v>0.1575578703705105</c:v>
                </c:pt>
                <c:pt idx="13614">
                  <c:v>0.15756944444001419</c:v>
                </c:pt>
                <c:pt idx="13615">
                  <c:v>0.15758101851679385</c:v>
                </c:pt>
                <c:pt idx="13616">
                  <c:v>0.1575925925935735</c:v>
                </c:pt>
                <c:pt idx="13617">
                  <c:v>0.15760416666307719</c:v>
                </c:pt>
                <c:pt idx="13618">
                  <c:v>0.15761574073985685</c:v>
                </c:pt>
                <c:pt idx="13619">
                  <c:v>0.15762731480936054</c:v>
                </c:pt>
                <c:pt idx="13620">
                  <c:v>0.15763888888614019</c:v>
                </c:pt>
                <c:pt idx="13621">
                  <c:v>0.15765046296291985</c:v>
                </c:pt>
                <c:pt idx="13622">
                  <c:v>0.15766203703242354</c:v>
                </c:pt>
                <c:pt idx="13623">
                  <c:v>0.15767361110920319</c:v>
                </c:pt>
                <c:pt idx="13624">
                  <c:v>0.15768518518598285</c:v>
                </c:pt>
                <c:pt idx="13625">
                  <c:v>0.15769675925548654</c:v>
                </c:pt>
                <c:pt idx="13626">
                  <c:v>0.15770833333226619</c:v>
                </c:pt>
                <c:pt idx="13627">
                  <c:v>0.15771990740176989</c:v>
                </c:pt>
                <c:pt idx="13628">
                  <c:v>0.15773148147854954</c:v>
                </c:pt>
                <c:pt idx="13629">
                  <c:v>0.15774305555532919</c:v>
                </c:pt>
                <c:pt idx="13630">
                  <c:v>0.15775462962483289</c:v>
                </c:pt>
                <c:pt idx="13631">
                  <c:v>0.15776620370161254</c:v>
                </c:pt>
                <c:pt idx="13632">
                  <c:v>0.15777777777839219</c:v>
                </c:pt>
                <c:pt idx="13633">
                  <c:v>0.15778935184789589</c:v>
                </c:pt>
                <c:pt idx="13634">
                  <c:v>0.15780092592467554</c:v>
                </c:pt>
                <c:pt idx="13635">
                  <c:v>0.15781249999417923</c:v>
                </c:pt>
                <c:pt idx="13636">
                  <c:v>0.15782407407095889</c:v>
                </c:pt>
                <c:pt idx="13637">
                  <c:v>0.15783564814773854</c:v>
                </c:pt>
                <c:pt idx="13638">
                  <c:v>0.15784722221724223</c:v>
                </c:pt>
                <c:pt idx="13639">
                  <c:v>0.15785879629402189</c:v>
                </c:pt>
                <c:pt idx="13640">
                  <c:v>0.15787037037080154</c:v>
                </c:pt>
                <c:pt idx="13641">
                  <c:v>0.15788194444030523</c:v>
                </c:pt>
                <c:pt idx="13642">
                  <c:v>0.15789351851708489</c:v>
                </c:pt>
                <c:pt idx="13643">
                  <c:v>0.15790509259386454</c:v>
                </c:pt>
                <c:pt idx="13644">
                  <c:v>0.15791666666336823</c:v>
                </c:pt>
                <c:pt idx="13645">
                  <c:v>0.15792824074014788</c:v>
                </c:pt>
                <c:pt idx="13646">
                  <c:v>0.15793981480965158</c:v>
                </c:pt>
                <c:pt idx="13647">
                  <c:v>0.15795138888643123</c:v>
                </c:pt>
                <c:pt idx="13648">
                  <c:v>0.15796296296321088</c:v>
                </c:pt>
                <c:pt idx="13649">
                  <c:v>0.15797453703271458</c:v>
                </c:pt>
                <c:pt idx="13650">
                  <c:v>0.15798611110949423</c:v>
                </c:pt>
                <c:pt idx="13651">
                  <c:v>0.15799768518627388</c:v>
                </c:pt>
                <c:pt idx="13652">
                  <c:v>0.15800925925577758</c:v>
                </c:pt>
                <c:pt idx="13653">
                  <c:v>0.15802083333255723</c:v>
                </c:pt>
                <c:pt idx="13654">
                  <c:v>0.15803240740206093</c:v>
                </c:pt>
                <c:pt idx="13655">
                  <c:v>0.15804398147884058</c:v>
                </c:pt>
                <c:pt idx="13656">
                  <c:v>0.15805555555562023</c:v>
                </c:pt>
                <c:pt idx="13657">
                  <c:v>0.15806712962512393</c:v>
                </c:pt>
                <c:pt idx="13658">
                  <c:v>0.15807870370190358</c:v>
                </c:pt>
                <c:pt idx="13659">
                  <c:v>0.15809027777868323</c:v>
                </c:pt>
                <c:pt idx="13660">
                  <c:v>0.15810185184818693</c:v>
                </c:pt>
                <c:pt idx="13661">
                  <c:v>0.15811342592496658</c:v>
                </c:pt>
                <c:pt idx="13662">
                  <c:v>0.15812499999447027</c:v>
                </c:pt>
                <c:pt idx="13663">
                  <c:v>0.15813657407124992</c:v>
                </c:pt>
                <c:pt idx="13664">
                  <c:v>0.15814814814802958</c:v>
                </c:pt>
                <c:pt idx="13665">
                  <c:v>0.15815972221753327</c:v>
                </c:pt>
                <c:pt idx="13666">
                  <c:v>0.15817129629431292</c:v>
                </c:pt>
                <c:pt idx="13667">
                  <c:v>0.15818287037109258</c:v>
                </c:pt>
                <c:pt idx="13668">
                  <c:v>0.15819444444059627</c:v>
                </c:pt>
                <c:pt idx="13669">
                  <c:v>0.15820601851737592</c:v>
                </c:pt>
                <c:pt idx="13670">
                  <c:v>0.15821759258687962</c:v>
                </c:pt>
                <c:pt idx="13671">
                  <c:v>0.15822916666365927</c:v>
                </c:pt>
                <c:pt idx="13672">
                  <c:v>0.15824074074043892</c:v>
                </c:pt>
                <c:pt idx="13673">
                  <c:v>0.15825231480994262</c:v>
                </c:pt>
                <c:pt idx="13674">
                  <c:v>0.15826388888672227</c:v>
                </c:pt>
                <c:pt idx="13675">
                  <c:v>0.15827546296350192</c:v>
                </c:pt>
                <c:pt idx="13676">
                  <c:v>0.15828703703300562</c:v>
                </c:pt>
                <c:pt idx="13677">
                  <c:v>0.15829861110978527</c:v>
                </c:pt>
                <c:pt idx="13678">
                  <c:v>0.15831018517928896</c:v>
                </c:pt>
                <c:pt idx="13679">
                  <c:v>0.15832175925606862</c:v>
                </c:pt>
                <c:pt idx="13680">
                  <c:v>0.15833333333284827</c:v>
                </c:pt>
                <c:pt idx="13681">
                  <c:v>0.15834490740235196</c:v>
                </c:pt>
                <c:pt idx="13682">
                  <c:v>0.15835648147913162</c:v>
                </c:pt>
                <c:pt idx="13683">
                  <c:v>0.15836805555591127</c:v>
                </c:pt>
                <c:pt idx="13684">
                  <c:v>0.15837962962541496</c:v>
                </c:pt>
                <c:pt idx="13685">
                  <c:v>0.15839120370219462</c:v>
                </c:pt>
                <c:pt idx="13686">
                  <c:v>0.15840277777897427</c:v>
                </c:pt>
                <c:pt idx="13687">
                  <c:v>0.15841435184847796</c:v>
                </c:pt>
                <c:pt idx="13688">
                  <c:v>0.15842592592525762</c:v>
                </c:pt>
                <c:pt idx="13689">
                  <c:v>0.15843749999476131</c:v>
                </c:pt>
                <c:pt idx="13690">
                  <c:v>0.15844907407154096</c:v>
                </c:pt>
                <c:pt idx="13691">
                  <c:v>0.15846064814832062</c:v>
                </c:pt>
                <c:pt idx="13692">
                  <c:v>0.15847222221782431</c:v>
                </c:pt>
                <c:pt idx="13693">
                  <c:v>0.15848379629460396</c:v>
                </c:pt>
                <c:pt idx="13694">
                  <c:v>0.15849537037138361</c:v>
                </c:pt>
                <c:pt idx="13695">
                  <c:v>0.15850694444088731</c:v>
                </c:pt>
                <c:pt idx="13696">
                  <c:v>0.15851851851766696</c:v>
                </c:pt>
                <c:pt idx="13697">
                  <c:v>0.15853009258717066</c:v>
                </c:pt>
                <c:pt idx="13698">
                  <c:v>0.15854166666395031</c:v>
                </c:pt>
                <c:pt idx="13699">
                  <c:v>0.15855324074072996</c:v>
                </c:pt>
                <c:pt idx="13700">
                  <c:v>0.15856481481023366</c:v>
                </c:pt>
                <c:pt idx="13701">
                  <c:v>0.15857638888701331</c:v>
                </c:pt>
                <c:pt idx="13702">
                  <c:v>0.15858796296379296</c:v>
                </c:pt>
                <c:pt idx="13703">
                  <c:v>0.15859953703329666</c:v>
                </c:pt>
                <c:pt idx="13704">
                  <c:v>0.15861111111007631</c:v>
                </c:pt>
                <c:pt idx="13705">
                  <c:v>0.15862268517958</c:v>
                </c:pt>
                <c:pt idx="13706">
                  <c:v>0.15863425925635966</c:v>
                </c:pt>
                <c:pt idx="13707">
                  <c:v>0.15864583333313931</c:v>
                </c:pt>
                <c:pt idx="13708">
                  <c:v>0.158657407402643</c:v>
                </c:pt>
                <c:pt idx="13709">
                  <c:v>0.15866898147942265</c:v>
                </c:pt>
                <c:pt idx="13710">
                  <c:v>0.15868055555620231</c:v>
                </c:pt>
                <c:pt idx="13711">
                  <c:v>0.158692129625706</c:v>
                </c:pt>
                <c:pt idx="13712">
                  <c:v>0.15870370370248565</c:v>
                </c:pt>
                <c:pt idx="13713">
                  <c:v>0.15871527777198935</c:v>
                </c:pt>
                <c:pt idx="13714">
                  <c:v>0.158726851848769</c:v>
                </c:pt>
                <c:pt idx="13715">
                  <c:v>0.15873842592554865</c:v>
                </c:pt>
                <c:pt idx="13716">
                  <c:v>0.15874999999505235</c:v>
                </c:pt>
                <c:pt idx="13717">
                  <c:v>0.158761574071832</c:v>
                </c:pt>
                <c:pt idx="13718">
                  <c:v>0.15877314814861165</c:v>
                </c:pt>
                <c:pt idx="13719">
                  <c:v>0.15878472221811535</c:v>
                </c:pt>
                <c:pt idx="13720">
                  <c:v>0.158796296294895</c:v>
                </c:pt>
                <c:pt idx="13721">
                  <c:v>0.15880787037167465</c:v>
                </c:pt>
                <c:pt idx="13722">
                  <c:v>0.15881944444117835</c:v>
                </c:pt>
                <c:pt idx="13723">
                  <c:v>0.158831018517958</c:v>
                </c:pt>
                <c:pt idx="13724">
                  <c:v>0.1588425925874617</c:v>
                </c:pt>
                <c:pt idx="13725">
                  <c:v>0.15885416666424135</c:v>
                </c:pt>
                <c:pt idx="13726">
                  <c:v>0.158865740741021</c:v>
                </c:pt>
                <c:pt idx="13727">
                  <c:v>0.15887731481052469</c:v>
                </c:pt>
                <c:pt idx="13728">
                  <c:v>0.15888888888730435</c:v>
                </c:pt>
                <c:pt idx="13729">
                  <c:v>0.158900462964084</c:v>
                </c:pt>
                <c:pt idx="13730">
                  <c:v>0.15891203703358769</c:v>
                </c:pt>
                <c:pt idx="13731">
                  <c:v>0.15892361111036735</c:v>
                </c:pt>
                <c:pt idx="13732">
                  <c:v>0.15893518517987104</c:v>
                </c:pt>
                <c:pt idx="13733">
                  <c:v>0.15894675925665069</c:v>
                </c:pt>
                <c:pt idx="13734">
                  <c:v>0.15895833333343035</c:v>
                </c:pt>
                <c:pt idx="13735">
                  <c:v>0.15896990740293404</c:v>
                </c:pt>
                <c:pt idx="13736">
                  <c:v>0.15898148147971369</c:v>
                </c:pt>
                <c:pt idx="13737">
                  <c:v>0.15899305555649335</c:v>
                </c:pt>
                <c:pt idx="13738">
                  <c:v>0.15900462962599704</c:v>
                </c:pt>
                <c:pt idx="13739">
                  <c:v>0.15901620370277669</c:v>
                </c:pt>
                <c:pt idx="13740">
                  <c:v>0.15902777777228039</c:v>
                </c:pt>
                <c:pt idx="13741">
                  <c:v>0.15903935184906004</c:v>
                </c:pt>
                <c:pt idx="13742">
                  <c:v>0.15905092592583969</c:v>
                </c:pt>
                <c:pt idx="13743">
                  <c:v>0.15906249999534339</c:v>
                </c:pt>
                <c:pt idx="13744">
                  <c:v>0.15907407407212304</c:v>
                </c:pt>
                <c:pt idx="13745">
                  <c:v>0.15908564814890269</c:v>
                </c:pt>
                <c:pt idx="13746">
                  <c:v>0.15909722221840639</c:v>
                </c:pt>
                <c:pt idx="13747">
                  <c:v>0.15910879629518604</c:v>
                </c:pt>
                <c:pt idx="13748">
                  <c:v>0.15912037036468973</c:v>
                </c:pt>
                <c:pt idx="13749">
                  <c:v>0.15913194444146939</c:v>
                </c:pt>
                <c:pt idx="13750">
                  <c:v>0.15914351851824904</c:v>
                </c:pt>
                <c:pt idx="13751">
                  <c:v>0.15915509258775273</c:v>
                </c:pt>
                <c:pt idx="13752">
                  <c:v>0.15916666666453239</c:v>
                </c:pt>
                <c:pt idx="13753">
                  <c:v>0.15917824074131204</c:v>
                </c:pt>
                <c:pt idx="13754">
                  <c:v>0.15918981481081573</c:v>
                </c:pt>
                <c:pt idx="13755">
                  <c:v>0.15920138888759539</c:v>
                </c:pt>
                <c:pt idx="13756">
                  <c:v>0.15921296295709908</c:v>
                </c:pt>
                <c:pt idx="13757">
                  <c:v>0.15922453703387873</c:v>
                </c:pt>
                <c:pt idx="13758">
                  <c:v>0.15923611111065838</c:v>
                </c:pt>
                <c:pt idx="13759">
                  <c:v>0.15924768518016208</c:v>
                </c:pt>
                <c:pt idx="13760">
                  <c:v>0.15925925925694173</c:v>
                </c:pt>
                <c:pt idx="13761">
                  <c:v>0.15927083333372138</c:v>
                </c:pt>
                <c:pt idx="13762">
                  <c:v>0.15928240740322508</c:v>
                </c:pt>
                <c:pt idx="13763">
                  <c:v>0.15929398148000473</c:v>
                </c:pt>
                <c:pt idx="13764">
                  <c:v>0.15930555555678438</c:v>
                </c:pt>
                <c:pt idx="13765">
                  <c:v>0.15931712962628808</c:v>
                </c:pt>
                <c:pt idx="13766">
                  <c:v>0.15932870370306773</c:v>
                </c:pt>
                <c:pt idx="13767">
                  <c:v>0.15934027777257143</c:v>
                </c:pt>
                <c:pt idx="13768">
                  <c:v>0.15935185184935108</c:v>
                </c:pt>
                <c:pt idx="13769">
                  <c:v>0.15936342592613073</c:v>
                </c:pt>
                <c:pt idx="13770">
                  <c:v>0.15937499999563443</c:v>
                </c:pt>
                <c:pt idx="13771">
                  <c:v>0.15938657407241408</c:v>
                </c:pt>
                <c:pt idx="13772">
                  <c:v>0.15939814814919373</c:v>
                </c:pt>
                <c:pt idx="13773">
                  <c:v>0.15940972221869742</c:v>
                </c:pt>
                <c:pt idx="13774">
                  <c:v>0.15942129629547708</c:v>
                </c:pt>
                <c:pt idx="13775">
                  <c:v>0.15943287036498077</c:v>
                </c:pt>
                <c:pt idx="13776">
                  <c:v>0.15944444444176042</c:v>
                </c:pt>
                <c:pt idx="13777">
                  <c:v>0.15945601851854008</c:v>
                </c:pt>
                <c:pt idx="13778">
                  <c:v>0.15946759258804377</c:v>
                </c:pt>
                <c:pt idx="13779">
                  <c:v>0.15947916666482342</c:v>
                </c:pt>
                <c:pt idx="13780">
                  <c:v>0.15949074074160308</c:v>
                </c:pt>
                <c:pt idx="13781">
                  <c:v>0.15950231481110677</c:v>
                </c:pt>
                <c:pt idx="13782">
                  <c:v>0.15951388888788642</c:v>
                </c:pt>
                <c:pt idx="13783">
                  <c:v>0.15952546295739012</c:v>
                </c:pt>
                <c:pt idx="13784">
                  <c:v>0.15953703703416977</c:v>
                </c:pt>
                <c:pt idx="13785">
                  <c:v>0.15954861111094942</c:v>
                </c:pt>
                <c:pt idx="13786">
                  <c:v>0.15956018518045312</c:v>
                </c:pt>
                <c:pt idx="13787">
                  <c:v>0.15957175925723277</c:v>
                </c:pt>
                <c:pt idx="13788">
                  <c:v>0.15958333333401242</c:v>
                </c:pt>
                <c:pt idx="13789">
                  <c:v>0.15959490740351612</c:v>
                </c:pt>
                <c:pt idx="13790">
                  <c:v>0.15960648148029577</c:v>
                </c:pt>
                <c:pt idx="13791">
                  <c:v>0.15961805554979946</c:v>
                </c:pt>
                <c:pt idx="13792">
                  <c:v>0.15962962962657912</c:v>
                </c:pt>
                <c:pt idx="13793">
                  <c:v>0.15964120370335877</c:v>
                </c:pt>
                <c:pt idx="13794">
                  <c:v>0.15965277777286246</c:v>
                </c:pt>
                <c:pt idx="13795">
                  <c:v>0.15966435184964212</c:v>
                </c:pt>
                <c:pt idx="13796">
                  <c:v>0.15967592592642177</c:v>
                </c:pt>
                <c:pt idx="13797">
                  <c:v>0.15968749999592546</c:v>
                </c:pt>
                <c:pt idx="13798">
                  <c:v>0.15969907407270512</c:v>
                </c:pt>
                <c:pt idx="13799">
                  <c:v>0.15971064814948477</c:v>
                </c:pt>
                <c:pt idx="13800">
                  <c:v>0.15972222221898846</c:v>
                </c:pt>
                <c:pt idx="13801">
                  <c:v>0.15973379629576812</c:v>
                </c:pt>
                <c:pt idx="13802">
                  <c:v>0.15974537036527181</c:v>
                </c:pt>
                <c:pt idx="13803">
                  <c:v>0.15975694444205146</c:v>
                </c:pt>
                <c:pt idx="13804">
                  <c:v>0.15976851851883112</c:v>
                </c:pt>
                <c:pt idx="13805">
                  <c:v>0.15978009258833481</c:v>
                </c:pt>
                <c:pt idx="13806">
                  <c:v>0.15979166666511446</c:v>
                </c:pt>
                <c:pt idx="13807">
                  <c:v>0.15980324074189411</c:v>
                </c:pt>
                <c:pt idx="13808">
                  <c:v>0.15981481481139781</c:v>
                </c:pt>
                <c:pt idx="13809">
                  <c:v>0.15982638888817746</c:v>
                </c:pt>
                <c:pt idx="13810">
                  <c:v>0.15983796295768116</c:v>
                </c:pt>
                <c:pt idx="13811">
                  <c:v>0.15984953703446081</c:v>
                </c:pt>
                <c:pt idx="13812">
                  <c:v>0.15986111111124046</c:v>
                </c:pt>
                <c:pt idx="13813">
                  <c:v>0.15987268518074416</c:v>
                </c:pt>
                <c:pt idx="13814">
                  <c:v>0.15988425925752381</c:v>
                </c:pt>
                <c:pt idx="13815">
                  <c:v>0.15989583333430346</c:v>
                </c:pt>
                <c:pt idx="13816">
                  <c:v>0.15990740740380716</c:v>
                </c:pt>
                <c:pt idx="13817">
                  <c:v>0.15991898148058681</c:v>
                </c:pt>
                <c:pt idx="13818">
                  <c:v>0.1599305555500905</c:v>
                </c:pt>
                <c:pt idx="13819">
                  <c:v>0.15994212962687016</c:v>
                </c:pt>
                <c:pt idx="13820">
                  <c:v>0.15995370370364981</c:v>
                </c:pt>
                <c:pt idx="13821">
                  <c:v>0.1599652777731535</c:v>
                </c:pt>
                <c:pt idx="13822">
                  <c:v>0.15997685184993315</c:v>
                </c:pt>
                <c:pt idx="13823">
                  <c:v>0.15998842592671281</c:v>
                </c:pt>
                <c:pt idx="13824">
                  <c:v>0.1599999999962165</c:v>
                </c:pt>
                <c:pt idx="13825">
                  <c:v>0.16001157407299615</c:v>
                </c:pt>
                <c:pt idx="13826">
                  <c:v>0.16002314814249985</c:v>
                </c:pt>
                <c:pt idx="13827">
                  <c:v>0.1600347222192795</c:v>
                </c:pt>
                <c:pt idx="13828">
                  <c:v>0.16004629629605915</c:v>
                </c:pt>
                <c:pt idx="13829">
                  <c:v>0.16005787036556285</c:v>
                </c:pt>
                <c:pt idx="13830">
                  <c:v>0.1600694444423425</c:v>
                </c:pt>
                <c:pt idx="13831">
                  <c:v>0.16008101851912215</c:v>
                </c:pt>
                <c:pt idx="13832">
                  <c:v>0.16009259258862585</c:v>
                </c:pt>
                <c:pt idx="13833">
                  <c:v>0.1601041666654055</c:v>
                </c:pt>
                <c:pt idx="13834">
                  <c:v>0.1601157407349092</c:v>
                </c:pt>
                <c:pt idx="13835">
                  <c:v>0.16012731481168885</c:v>
                </c:pt>
                <c:pt idx="13836">
                  <c:v>0.1601388888884685</c:v>
                </c:pt>
                <c:pt idx="13837">
                  <c:v>0.16015046295797219</c:v>
                </c:pt>
                <c:pt idx="13838">
                  <c:v>0.16016203703475185</c:v>
                </c:pt>
                <c:pt idx="13839">
                  <c:v>0.1601736111115315</c:v>
                </c:pt>
                <c:pt idx="13840">
                  <c:v>0.16018518518103519</c:v>
                </c:pt>
                <c:pt idx="13841">
                  <c:v>0.16019675925781485</c:v>
                </c:pt>
                <c:pt idx="13842">
                  <c:v>0.1602083333345945</c:v>
                </c:pt>
                <c:pt idx="13843">
                  <c:v>0.16021990740409819</c:v>
                </c:pt>
                <c:pt idx="13844">
                  <c:v>0.16023148148087785</c:v>
                </c:pt>
                <c:pt idx="13845">
                  <c:v>0.16024305555038154</c:v>
                </c:pt>
                <c:pt idx="13846">
                  <c:v>0.16025462962716119</c:v>
                </c:pt>
                <c:pt idx="13847">
                  <c:v>0.16026620370394085</c:v>
                </c:pt>
                <c:pt idx="13848">
                  <c:v>0.16027777777344454</c:v>
                </c:pt>
                <c:pt idx="13849">
                  <c:v>0.16028935185022419</c:v>
                </c:pt>
                <c:pt idx="13850">
                  <c:v>0.16030092592700385</c:v>
                </c:pt>
                <c:pt idx="13851">
                  <c:v>0.16031249999650754</c:v>
                </c:pt>
                <c:pt idx="13852">
                  <c:v>0.16032407407328719</c:v>
                </c:pt>
                <c:pt idx="13853">
                  <c:v>0.16033564814279089</c:v>
                </c:pt>
                <c:pt idx="13854">
                  <c:v>0.16034722221957054</c:v>
                </c:pt>
                <c:pt idx="13855">
                  <c:v>0.16035879629635019</c:v>
                </c:pt>
                <c:pt idx="13856">
                  <c:v>0.16037037036585389</c:v>
                </c:pt>
                <c:pt idx="13857">
                  <c:v>0.16038194444263354</c:v>
                </c:pt>
                <c:pt idx="13858">
                  <c:v>0.16039351851941319</c:v>
                </c:pt>
                <c:pt idx="13859">
                  <c:v>0.16040509258891689</c:v>
                </c:pt>
                <c:pt idx="13860">
                  <c:v>0.16041666666569654</c:v>
                </c:pt>
                <c:pt idx="13861">
                  <c:v>0.16042824073520023</c:v>
                </c:pt>
                <c:pt idx="13862">
                  <c:v>0.16043981481197989</c:v>
                </c:pt>
                <c:pt idx="13863">
                  <c:v>0.16045138888875954</c:v>
                </c:pt>
                <c:pt idx="13864">
                  <c:v>0.16046296295826323</c:v>
                </c:pt>
                <c:pt idx="13865">
                  <c:v>0.16047453703504289</c:v>
                </c:pt>
                <c:pt idx="13866">
                  <c:v>0.16048611111182254</c:v>
                </c:pt>
                <c:pt idx="13867">
                  <c:v>0.16049768518132623</c:v>
                </c:pt>
                <c:pt idx="13868">
                  <c:v>0.16050925925810589</c:v>
                </c:pt>
                <c:pt idx="13869">
                  <c:v>0.16052083332760958</c:v>
                </c:pt>
                <c:pt idx="13870">
                  <c:v>0.16053240740438923</c:v>
                </c:pt>
                <c:pt idx="13871">
                  <c:v>0.16054398148116888</c:v>
                </c:pt>
                <c:pt idx="13872">
                  <c:v>0.16055555555067258</c:v>
                </c:pt>
                <c:pt idx="13873">
                  <c:v>0.16056712962745223</c:v>
                </c:pt>
                <c:pt idx="13874">
                  <c:v>0.16057870370423188</c:v>
                </c:pt>
                <c:pt idx="13875">
                  <c:v>0.16059027777373558</c:v>
                </c:pt>
                <c:pt idx="13876">
                  <c:v>0.16060185185051523</c:v>
                </c:pt>
                <c:pt idx="13877">
                  <c:v>0.16061342592001893</c:v>
                </c:pt>
                <c:pt idx="13878">
                  <c:v>0.16062499999679858</c:v>
                </c:pt>
                <c:pt idx="13879">
                  <c:v>0.16063657407357823</c:v>
                </c:pt>
                <c:pt idx="13880">
                  <c:v>0.16064814814308193</c:v>
                </c:pt>
                <c:pt idx="13881">
                  <c:v>0.16065972221986158</c:v>
                </c:pt>
                <c:pt idx="13882">
                  <c:v>0.16067129629664123</c:v>
                </c:pt>
                <c:pt idx="13883">
                  <c:v>0.16068287036614493</c:v>
                </c:pt>
                <c:pt idx="13884">
                  <c:v>0.16069444444292458</c:v>
                </c:pt>
                <c:pt idx="13885">
                  <c:v>0.16070601851970423</c:v>
                </c:pt>
                <c:pt idx="13886">
                  <c:v>0.16071759258920792</c:v>
                </c:pt>
                <c:pt idx="13887">
                  <c:v>0.16072916666598758</c:v>
                </c:pt>
                <c:pt idx="13888">
                  <c:v>0.16074074073549127</c:v>
                </c:pt>
                <c:pt idx="13889">
                  <c:v>0.16075231481227092</c:v>
                </c:pt>
                <c:pt idx="13890">
                  <c:v>0.16076388888905058</c:v>
                </c:pt>
                <c:pt idx="13891">
                  <c:v>0.16077546295855427</c:v>
                </c:pt>
                <c:pt idx="13892">
                  <c:v>0.16078703703533392</c:v>
                </c:pt>
                <c:pt idx="13893">
                  <c:v>0.16079861111211358</c:v>
                </c:pt>
                <c:pt idx="13894">
                  <c:v>0.16081018518161727</c:v>
                </c:pt>
                <c:pt idx="13895">
                  <c:v>0.16082175925839692</c:v>
                </c:pt>
                <c:pt idx="13896">
                  <c:v>0.16083333332790062</c:v>
                </c:pt>
                <c:pt idx="13897">
                  <c:v>0.16084490740468027</c:v>
                </c:pt>
                <c:pt idx="13898">
                  <c:v>0.16085648148145992</c:v>
                </c:pt>
                <c:pt idx="13899">
                  <c:v>0.16086805555096362</c:v>
                </c:pt>
                <c:pt idx="13900">
                  <c:v>0.16087962962774327</c:v>
                </c:pt>
                <c:pt idx="13901">
                  <c:v>0.16089120370452292</c:v>
                </c:pt>
                <c:pt idx="13902">
                  <c:v>0.16090277777402662</c:v>
                </c:pt>
                <c:pt idx="13903">
                  <c:v>0.16091435185080627</c:v>
                </c:pt>
                <c:pt idx="13904">
                  <c:v>0.16092592592030996</c:v>
                </c:pt>
                <c:pt idx="13905">
                  <c:v>0.16093749999708962</c:v>
                </c:pt>
                <c:pt idx="13906">
                  <c:v>0.16094907407386927</c:v>
                </c:pt>
                <c:pt idx="13907">
                  <c:v>0.16096064814337296</c:v>
                </c:pt>
                <c:pt idx="13908">
                  <c:v>0.16097222222015262</c:v>
                </c:pt>
                <c:pt idx="13909">
                  <c:v>0.16098379629693227</c:v>
                </c:pt>
                <c:pt idx="13910">
                  <c:v>0.16099537036643596</c:v>
                </c:pt>
                <c:pt idx="13911">
                  <c:v>0.16100694444321562</c:v>
                </c:pt>
                <c:pt idx="13912">
                  <c:v>0.16101851851271931</c:v>
                </c:pt>
                <c:pt idx="13913">
                  <c:v>0.16103009258949896</c:v>
                </c:pt>
                <c:pt idx="13914">
                  <c:v>0.16104166666627862</c:v>
                </c:pt>
                <c:pt idx="13915">
                  <c:v>0.16105324073578231</c:v>
                </c:pt>
                <c:pt idx="13916">
                  <c:v>0.16106481481256196</c:v>
                </c:pt>
                <c:pt idx="13917">
                  <c:v>0.16107638888934162</c:v>
                </c:pt>
                <c:pt idx="13918">
                  <c:v>0.16108796295884531</c:v>
                </c:pt>
                <c:pt idx="13919">
                  <c:v>0.16109953703562496</c:v>
                </c:pt>
                <c:pt idx="13920">
                  <c:v>0.16111111111240461</c:v>
                </c:pt>
                <c:pt idx="13921">
                  <c:v>0.16112268518190831</c:v>
                </c:pt>
                <c:pt idx="13922">
                  <c:v>0.16113425925868796</c:v>
                </c:pt>
                <c:pt idx="13923">
                  <c:v>0.16114583332819166</c:v>
                </c:pt>
                <c:pt idx="13924">
                  <c:v>0.16115740740497131</c:v>
                </c:pt>
                <c:pt idx="13925">
                  <c:v>0.16116898148175096</c:v>
                </c:pt>
                <c:pt idx="13926">
                  <c:v>0.16118055555125466</c:v>
                </c:pt>
                <c:pt idx="13927">
                  <c:v>0.16119212962803431</c:v>
                </c:pt>
                <c:pt idx="13928">
                  <c:v>0.16120370370481396</c:v>
                </c:pt>
                <c:pt idx="13929">
                  <c:v>0.16121527777431766</c:v>
                </c:pt>
                <c:pt idx="13930">
                  <c:v>0.16122685185109731</c:v>
                </c:pt>
                <c:pt idx="13931">
                  <c:v>0.161238425920601</c:v>
                </c:pt>
                <c:pt idx="13932">
                  <c:v>0.16124999999738066</c:v>
                </c:pt>
                <c:pt idx="13933">
                  <c:v>0.16126157407416031</c:v>
                </c:pt>
                <c:pt idx="13934">
                  <c:v>0.161273148143664</c:v>
                </c:pt>
                <c:pt idx="13935">
                  <c:v>0.16128472222044365</c:v>
                </c:pt>
                <c:pt idx="13936">
                  <c:v>0.16129629629722331</c:v>
                </c:pt>
                <c:pt idx="13937">
                  <c:v>0.161307870366727</c:v>
                </c:pt>
                <c:pt idx="13938">
                  <c:v>0.16131944444350665</c:v>
                </c:pt>
                <c:pt idx="13939">
                  <c:v>0.16133101851301035</c:v>
                </c:pt>
                <c:pt idx="13940">
                  <c:v>0.16134259258979</c:v>
                </c:pt>
                <c:pt idx="13941">
                  <c:v>0.16135416666656965</c:v>
                </c:pt>
                <c:pt idx="13942">
                  <c:v>0.16136574073607335</c:v>
                </c:pt>
                <c:pt idx="13943">
                  <c:v>0.161377314812853</c:v>
                </c:pt>
                <c:pt idx="13944">
                  <c:v>0.16138888888963265</c:v>
                </c:pt>
                <c:pt idx="13945">
                  <c:v>0.16140046295913635</c:v>
                </c:pt>
                <c:pt idx="13946">
                  <c:v>0.161412037035916</c:v>
                </c:pt>
                <c:pt idx="13947">
                  <c:v>0.1614236111054197</c:v>
                </c:pt>
                <c:pt idx="13948">
                  <c:v>0.16143518518219935</c:v>
                </c:pt>
                <c:pt idx="13949">
                  <c:v>0.161446759258979</c:v>
                </c:pt>
                <c:pt idx="13950">
                  <c:v>0.16145833332848269</c:v>
                </c:pt>
                <c:pt idx="13951">
                  <c:v>0.16146990740526235</c:v>
                </c:pt>
                <c:pt idx="13952">
                  <c:v>0.161481481482042</c:v>
                </c:pt>
                <c:pt idx="13953">
                  <c:v>0.16149305555154569</c:v>
                </c:pt>
                <c:pt idx="13954">
                  <c:v>0.16150462962832535</c:v>
                </c:pt>
                <c:pt idx="13955">
                  <c:v>0.16151620369782904</c:v>
                </c:pt>
                <c:pt idx="13956">
                  <c:v>0.16152777777460869</c:v>
                </c:pt>
                <c:pt idx="13957">
                  <c:v>0.16153935185138835</c:v>
                </c:pt>
                <c:pt idx="13958">
                  <c:v>0.16155092592089204</c:v>
                </c:pt>
                <c:pt idx="13959">
                  <c:v>0.16156249999767169</c:v>
                </c:pt>
                <c:pt idx="13960">
                  <c:v>0.16157407407445135</c:v>
                </c:pt>
                <c:pt idx="13961">
                  <c:v>0.16158564814395504</c:v>
                </c:pt>
                <c:pt idx="13962">
                  <c:v>0.16159722222073469</c:v>
                </c:pt>
                <c:pt idx="13963">
                  <c:v>0.16160879629751435</c:v>
                </c:pt>
                <c:pt idx="13964">
                  <c:v>0.16162037036701804</c:v>
                </c:pt>
                <c:pt idx="13965">
                  <c:v>0.16163194444379769</c:v>
                </c:pt>
                <c:pt idx="13966">
                  <c:v>0.16164351851330139</c:v>
                </c:pt>
                <c:pt idx="13967">
                  <c:v>0.16165509259008104</c:v>
                </c:pt>
                <c:pt idx="13968">
                  <c:v>0.16166666666686069</c:v>
                </c:pt>
                <c:pt idx="13969">
                  <c:v>0.16167824073636439</c:v>
                </c:pt>
                <c:pt idx="13970">
                  <c:v>0.16168981481314404</c:v>
                </c:pt>
                <c:pt idx="13971">
                  <c:v>0.16170138888992369</c:v>
                </c:pt>
                <c:pt idx="13972">
                  <c:v>0.16171296295942739</c:v>
                </c:pt>
                <c:pt idx="13973">
                  <c:v>0.16172453703620704</c:v>
                </c:pt>
                <c:pt idx="13974">
                  <c:v>0.16173611110571073</c:v>
                </c:pt>
                <c:pt idx="13975">
                  <c:v>0.16174768518249039</c:v>
                </c:pt>
                <c:pt idx="13976">
                  <c:v>0.16175925925927004</c:v>
                </c:pt>
                <c:pt idx="13977">
                  <c:v>0.16177083332877373</c:v>
                </c:pt>
                <c:pt idx="13978">
                  <c:v>0.16178240740555339</c:v>
                </c:pt>
                <c:pt idx="13979">
                  <c:v>0.16179398148233304</c:v>
                </c:pt>
                <c:pt idx="13980">
                  <c:v>0.16180555555183673</c:v>
                </c:pt>
                <c:pt idx="13981">
                  <c:v>0.16181712962861639</c:v>
                </c:pt>
                <c:pt idx="13982">
                  <c:v>0.16182870369812008</c:v>
                </c:pt>
                <c:pt idx="13983">
                  <c:v>0.16184027777489973</c:v>
                </c:pt>
                <c:pt idx="13984">
                  <c:v>0.16185185185167938</c:v>
                </c:pt>
                <c:pt idx="13985">
                  <c:v>0.16186342592118308</c:v>
                </c:pt>
                <c:pt idx="13986">
                  <c:v>0.16187499999796273</c:v>
                </c:pt>
                <c:pt idx="13987">
                  <c:v>0.16188657407474238</c:v>
                </c:pt>
                <c:pt idx="13988">
                  <c:v>0.16189814814424608</c:v>
                </c:pt>
                <c:pt idx="13989">
                  <c:v>0.16190972222102573</c:v>
                </c:pt>
                <c:pt idx="13990">
                  <c:v>0.16192129629052943</c:v>
                </c:pt>
                <c:pt idx="13991">
                  <c:v>0.16193287036730908</c:v>
                </c:pt>
                <c:pt idx="13992">
                  <c:v>0.16194444444408873</c:v>
                </c:pt>
                <c:pt idx="13993">
                  <c:v>0.16195601851359243</c:v>
                </c:pt>
                <c:pt idx="13994">
                  <c:v>0.16196759259037208</c:v>
                </c:pt>
                <c:pt idx="13995">
                  <c:v>0.16197916666715173</c:v>
                </c:pt>
                <c:pt idx="13996">
                  <c:v>0.16199074073665543</c:v>
                </c:pt>
                <c:pt idx="13997">
                  <c:v>0.16200231481343508</c:v>
                </c:pt>
                <c:pt idx="13998">
                  <c:v>0.16201388889021473</c:v>
                </c:pt>
                <c:pt idx="13999">
                  <c:v>0.16202546295971842</c:v>
                </c:pt>
                <c:pt idx="14000">
                  <c:v>0.16203703703649808</c:v>
                </c:pt>
                <c:pt idx="14001">
                  <c:v>0.16204861110600177</c:v>
                </c:pt>
                <c:pt idx="14002">
                  <c:v>0.16206018518278142</c:v>
                </c:pt>
                <c:pt idx="14003">
                  <c:v>0.16207175925956108</c:v>
                </c:pt>
                <c:pt idx="14004">
                  <c:v>0.16208333332906477</c:v>
                </c:pt>
                <c:pt idx="14005">
                  <c:v>0.16209490740584442</c:v>
                </c:pt>
                <c:pt idx="14006">
                  <c:v>0.16210648148262408</c:v>
                </c:pt>
                <c:pt idx="14007">
                  <c:v>0.16211805555212777</c:v>
                </c:pt>
                <c:pt idx="14008">
                  <c:v>0.16212962962890742</c:v>
                </c:pt>
                <c:pt idx="14009">
                  <c:v>0.16214120369841112</c:v>
                </c:pt>
                <c:pt idx="14010">
                  <c:v>0.16215277777519077</c:v>
                </c:pt>
                <c:pt idx="14011">
                  <c:v>0.16216435185197042</c:v>
                </c:pt>
                <c:pt idx="14012">
                  <c:v>0.16217592592147412</c:v>
                </c:pt>
                <c:pt idx="14013">
                  <c:v>0.16218749999825377</c:v>
                </c:pt>
                <c:pt idx="14014">
                  <c:v>0.16219907407503342</c:v>
                </c:pt>
                <c:pt idx="14015">
                  <c:v>0.16221064814453712</c:v>
                </c:pt>
                <c:pt idx="14016">
                  <c:v>0.16222222222131677</c:v>
                </c:pt>
                <c:pt idx="14017">
                  <c:v>0.16223379629082046</c:v>
                </c:pt>
                <c:pt idx="14018">
                  <c:v>0.16224537036760012</c:v>
                </c:pt>
                <c:pt idx="14019">
                  <c:v>0.16225694444437977</c:v>
                </c:pt>
                <c:pt idx="14020">
                  <c:v>0.16226851851388346</c:v>
                </c:pt>
                <c:pt idx="14021">
                  <c:v>0.16228009259066312</c:v>
                </c:pt>
                <c:pt idx="14022">
                  <c:v>0.16229166666744277</c:v>
                </c:pt>
                <c:pt idx="14023">
                  <c:v>0.16230324073694646</c:v>
                </c:pt>
                <c:pt idx="14024">
                  <c:v>0.16231481481372612</c:v>
                </c:pt>
                <c:pt idx="14025">
                  <c:v>0.16232638888322981</c:v>
                </c:pt>
                <c:pt idx="14026">
                  <c:v>0.16233796296000946</c:v>
                </c:pt>
                <c:pt idx="14027">
                  <c:v>0.16234953703678912</c:v>
                </c:pt>
                <c:pt idx="14028">
                  <c:v>0.16236111110629281</c:v>
                </c:pt>
                <c:pt idx="14029">
                  <c:v>0.16237268518307246</c:v>
                </c:pt>
                <c:pt idx="14030">
                  <c:v>0.16238425925985212</c:v>
                </c:pt>
                <c:pt idx="14031">
                  <c:v>0.16239583332935581</c:v>
                </c:pt>
                <c:pt idx="14032">
                  <c:v>0.16240740740613546</c:v>
                </c:pt>
                <c:pt idx="14033">
                  <c:v>0.16241898147563916</c:v>
                </c:pt>
                <c:pt idx="14034">
                  <c:v>0.16243055555241881</c:v>
                </c:pt>
                <c:pt idx="14035">
                  <c:v>0.16244212962919846</c:v>
                </c:pt>
                <c:pt idx="14036">
                  <c:v>0.16245370369870216</c:v>
                </c:pt>
                <c:pt idx="14037">
                  <c:v>0.16246527777548181</c:v>
                </c:pt>
                <c:pt idx="14038">
                  <c:v>0.16247685185226146</c:v>
                </c:pt>
                <c:pt idx="14039">
                  <c:v>0.16248842592176516</c:v>
                </c:pt>
                <c:pt idx="14040">
                  <c:v>0.16249999999854481</c:v>
                </c:pt>
                <c:pt idx="14041">
                  <c:v>0.16251157407532446</c:v>
                </c:pt>
                <c:pt idx="14042">
                  <c:v>0.16252314814482816</c:v>
                </c:pt>
                <c:pt idx="14043">
                  <c:v>0.16253472222160781</c:v>
                </c:pt>
                <c:pt idx="14044">
                  <c:v>0.1625462962911115</c:v>
                </c:pt>
                <c:pt idx="14045">
                  <c:v>0.16255787036789116</c:v>
                </c:pt>
                <c:pt idx="14046">
                  <c:v>0.16256944444467081</c:v>
                </c:pt>
                <c:pt idx="14047">
                  <c:v>0.1625810185141745</c:v>
                </c:pt>
                <c:pt idx="14048">
                  <c:v>0.16259259259095415</c:v>
                </c:pt>
                <c:pt idx="14049">
                  <c:v>0.16260416666773381</c:v>
                </c:pt>
                <c:pt idx="14050">
                  <c:v>0.1626157407372375</c:v>
                </c:pt>
                <c:pt idx="14051">
                  <c:v>0.16262731481401715</c:v>
                </c:pt>
                <c:pt idx="14052">
                  <c:v>0.16263888888352085</c:v>
                </c:pt>
                <c:pt idx="14053">
                  <c:v>0.1626504629603005</c:v>
                </c:pt>
                <c:pt idx="14054">
                  <c:v>0.16266203703708015</c:v>
                </c:pt>
                <c:pt idx="14055">
                  <c:v>0.16267361110658385</c:v>
                </c:pt>
                <c:pt idx="14056">
                  <c:v>0.1626851851833635</c:v>
                </c:pt>
                <c:pt idx="14057">
                  <c:v>0.16269675926014315</c:v>
                </c:pt>
                <c:pt idx="14058">
                  <c:v>0.16270833332964685</c:v>
                </c:pt>
                <c:pt idx="14059">
                  <c:v>0.1627199074064265</c:v>
                </c:pt>
                <c:pt idx="14060">
                  <c:v>0.1627314814759302</c:v>
                </c:pt>
                <c:pt idx="14061">
                  <c:v>0.16274305555270985</c:v>
                </c:pt>
                <c:pt idx="14062">
                  <c:v>0.1627546296294895</c:v>
                </c:pt>
                <c:pt idx="14063">
                  <c:v>0.16276620369899319</c:v>
                </c:pt>
                <c:pt idx="14064">
                  <c:v>0.16277777777577285</c:v>
                </c:pt>
                <c:pt idx="14065">
                  <c:v>0.1627893518525525</c:v>
                </c:pt>
                <c:pt idx="14066">
                  <c:v>0.16280092592205619</c:v>
                </c:pt>
                <c:pt idx="14067">
                  <c:v>0.16281249999883585</c:v>
                </c:pt>
                <c:pt idx="14068">
                  <c:v>0.16282407406833954</c:v>
                </c:pt>
                <c:pt idx="14069">
                  <c:v>0.16283564814511919</c:v>
                </c:pt>
                <c:pt idx="14070">
                  <c:v>0.16284722222189885</c:v>
                </c:pt>
                <c:pt idx="14071">
                  <c:v>0.16285879629140254</c:v>
                </c:pt>
                <c:pt idx="14072">
                  <c:v>0.16287037036818219</c:v>
                </c:pt>
                <c:pt idx="14073">
                  <c:v>0.16288194444496185</c:v>
                </c:pt>
                <c:pt idx="14074">
                  <c:v>0.16289351851446554</c:v>
                </c:pt>
                <c:pt idx="14075">
                  <c:v>0.16290509259124519</c:v>
                </c:pt>
                <c:pt idx="14076">
                  <c:v>0.16291666666074889</c:v>
                </c:pt>
                <c:pt idx="14077">
                  <c:v>0.16292824073752854</c:v>
                </c:pt>
                <c:pt idx="14078">
                  <c:v>0.16293981481430819</c:v>
                </c:pt>
                <c:pt idx="14079">
                  <c:v>0.16295138888381189</c:v>
                </c:pt>
                <c:pt idx="14080">
                  <c:v>0.16296296296059154</c:v>
                </c:pt>
                <c:pt idx="14081">
                  <c:v>0.16297453703737119</c:v>
                </c:pt>
                <c:pt idx="14082">
                  <c:v>0.16298611110687489</c:v>
                </c:pt>
                <c:pt idx="14083">
                  <c:v>0.16299768518365454</c:v>
                </c:pt>
                <c:pt idx="14084">
                  <c:v>0.16300925926043419</c:v>
                </c:pt>
                <c:pt idx="14085">
                  <c:v>0.16302083332993789</c:v>
                </c:pt>
                <c:pt idx="14086">
                  <c:v>0.16303240740671754</c:v>
                </c:pt>
                <c:pt idx="14087">
                  <c:v>0.16304398147622123</c:v>
                </c:pt>
                <c:pt idx="14088">
                  <c:v>0.16305555555300089</c:v>
                </c:pt>
                <c:pt idx="14089">
                  <c:v>0.16306712962978054</c:v>
                </c:pt>
                <c:pt idx="14090">
                  <c:v>0.16307870369928423</c:v>
                </c:pt>
                <c:pt idx="14091">
                  <c:v>0.16309027777606389</c:v>
                </c:pt>
                <c:pt idx="14092">
                  <c:v>0.16310185185284354</c:v>
                </c:pt>
                <c:pt idx="14093">
                  <c:v>0.16311342592234723</c:v>
                </c:pt>
                <c:pt idx="14094">
                  <c:v>0.16312499999912689</c:v>
                </c:pt>
                <c:pt idx="14095">
                  <c:v>0.16313657406863058</c:v>
                </c:pt>
                <c:pt idx="14096">
                  <c:v>0.16314814814541023</c:v>
                </c:pt>
                <c:pt idx="14097">
                  <c:v>0.16315972222218988</c:v>
                </c:pt>
                <c:pt idx="14098">
                  <c:v>0.16317129629169358</c:v>
                </c:pt>
                <c:pt idx="14099">
                  <c:v>0.16318287036847323</c:v>
                </c:pt>
                <c:pt idx="14100">
                  <c:v>0.16319444444525288</c:v>
                </c:pt>
                <c:pt idx="14101">
                  <c:v>0.16320601851475658</c:v>
                </c:pt>
                <c:pt idx="14102">
                  <c:v>0.16321759259153623</c:v>
                </c:pt>
                <c:pt idx="14103">
                  <c:v>0.16322916666103993</c:v>
                </c:pt>
                <c:pt idx="14104">
                  <c:v>0.16324074073781958</c:v>
                </c:pt>
                <c:pt idx="14105">
                  <c:v>0.16325231481459923</c:v>
                </c:pt>
                <c:pt idx="14106">
                  <c:v>0.16326388888410293</c:v>
                </c:pt>
                <c:pt idx="14107">
                  <c:v>0.16327546296088258</c:v>
                </c:pt>
                <c:pt idx="14108">
                  <c:v>0.16328703703766223</c:v>
                </c:pt>
                <c:pt idx="14109">
                  <c:v>0.16329861110716593</c:v>
                </c:pt>
                <c:pt idx="14110">
                  <c:v>0.16331018518394558</c:v>
                </c:pt>
                <c:pt idx="14111">
                  <c:v>0.16332175925344927</c:v>
                </c:pt>
                <c:pt idx="14112">
                  <c:v>0.16333333333022892</c:v>
                </c:pt>
                <c:pt idx="14113">
                  <c:v>0.16334490740700858</c:v>
                </c:pt>
                <c:pt idx="14114">
                  <c:v>0.16335648147651227</c:v>
                </c:pt>
                <c:pt idx="14115">
                  <c:v>0.16336805555329192</c:v>
                </c:pt>
                <c:pt idx="14116">
                  <c:v>0.16337962963007158</c:v>
                </c:pt>
                <c:pt idx="14117">
                  <c:v>0.16339120369957527</c:v>
                </c:pt>
                <c:pt idx="14118">
                  <c:v>0.16340277777635492</c:v>
                </c:pt>
                <c:pt idx="14119">
                  <c:v>0.16341435185313458</c:v>
                </c:pt>
                <c:pt idx="14120">
                  <c:v>0.16342592592263827</c:v>
                </c:pt>
                <c:pt idx="14121">
                  <c:v>0.16343749999941792</c:v>
                </c:pt>
                <c:pt idx="14122">
                  <c:v>0.16344907406892162</c:v>
                </c:pt>
                <c:pt idx="14123">
                  <c:v>0.16346064814570127</c:v>
                </c:pt>
                <c:pt idx="14124">
                  <c:v>0.16347222222248092</c:v>
                </c:pt>
                <c:pt idx="14125">
                  <c:v>0.16348379629198462</c:v>
                </c:pt>
                <c:pt idx="14126">
                  <c:v>0.16349537036876427</c:v>
                </c:pt>
                <c:pt idx="14127">
                  <c:v>0.16350694444554392</c:v>
                </c:pt>
                <c:pt idx="14128">
                  <c:v>0.16351851851504762</c:v>
                </c:pt>
                <c:pt idx="14129">
                  <c:v>0.16353009259182727</c:v>
                </c:pt>
                <c:pt idx="14130">
                  <c:v>0.16354166666133096</c:v>
                </c:pt>
                <c:pt idx="14131">
                  <c:v>0.16355324073811062</c:v>
                </c:pt>
                <c:pt idx="14132">
                  <c:v>0.16356481481489027</c:v>
                </c:pt>
                <c:pt idx="14133">
                  <c:v>0.16357638888439396</c:v>
                </c:pt>
                <c:pt idx="14134">
                  <c:v>0.16358796296117362</c:v>
                </c:pt>
                <c:pt idx="14135">
                  <c:v>0.16359953703795327</c:v>
                </c:pt>
                <c:pt idx="14136">
                  <c:v>0.16361111110745696</c:v>
                </c:pt>
                <c:pt idx="14137">
                  <c:v>0.16362268518423662</c:v>
                </c:pt>
                <c:pt idx="14138">
                  <c:v>0.16363425925374031</c:v>
                </c:pt>
                <c:pt idx="14139">
                  <c:v>0.16364583333051996</c:v>
                </c:pt>
                <c:pt idx="14140">
                  <c:v>0.16365740740729962</c:v>
                </c:pt>
                <c:pt idx="14141">
                  <c:v>0.16366898147680331</c:v>
                </c:pt>
                <c:pt idx="14142">
                  <c:v>0.16368055555358296</c:v>
                </c:pt>
                <c:pt idx="14143">
                  <c:v>0.16369212963036261</c:v>
                </c:pt>
                <c:pt idx="14144">
                  <c:v>0.16370370369986631</c:v>
                </c:pt>
                <c:pt idx="14145">
                  <c:v>0.16371527777664596</c:v>
                </c:pt>
                <c:pt idx="14146">
                  <c:v>0.16372685184614966</c:v>
                </c:pt>
                <c:pt idx="14147">
                  <c:v>0.16373842592292931</c:v>
                </c:pt>
                <c:pt idx="14148">
                  <c:v>0.16374999999970896</c:v>
                </c:pt>
                <c:pt idx="14149">
                  <c:v>0.16376157406921266</c:v>
                </c:pt>
                <c:pt idx="14150">
                  <c:v>0.16377314814599231</c:v>
                </c:pt>
                <c:pt idx="14151">
                  <c:v>0.16378472222277196</c:v>
                </c:pt>
                <c:pt idx="14152">
                  <c:v>0.16379629629227566</c:v>
                </c:pt>
                <c:pt idx="14153">
                  <c:v>0.16380787036905531</c:v>
                </c:pt>
                <c:pt idx="14154">
                  <c:v>0.163819444438559</c:v>
                </c:pt>
                <c:pt idx="14155">
                  <c:v>0.16383101851533866</c:v>
                </c:pt>
                <c:pt idx="14156">
                  <c:v>0.16384259259211831</c:v>
                </c:pt>
                <c:pt idx="14157">
                  <c:v>0.163854166661622</c:v>
                </c:pt>
                <c:pt idx="14158">
                  <c:v>0.16386574073840166</c:v>
                </c:pt>
                <c:pt idx="14159">
                  <c:v>0.16387731481518131</c:v>
                </c:pt>
                <c:pt idx="14160">
                  <c:v>0.163888888884685</c:v>
                </c:pt>
                <c:pt idx="14161">
                  <c:v>0.16390046296146465</c:v>
                </c:pt>
                <c:pt idx="14162">
                  <c:v>0.16391203703824431</c:v>
                </c:pt>
                <c:pt idx="14163">
                  <c:v>0.163923611107748</c:v>
                </c:pt>
                <c:pt idx="14164">
                  <c:v>0.16393518518452765</c:v>
                </c:pt>
                <c:pt idx="14165">
                  <c:v>0.16394675925403135</c:v>
                </c:pt>
                <c:pt idx="14166">
                  <c:v>0.163958333330811</c:v>
                </c:pt>
                <c:pt idx="14167">
                  <c:v>0.16396990740759065</c:v>
                </c:pt>
                <c:pt idx="14168">
                  <c:v>0.16398148147709435</c:v>
                </c:pt>
                <c:pt idx="14169">
                  <c:v>0.163993055553874</c:v>
                </c:pt>
                <c:pt idx="14170">
                  <c:v>0.16400462963065365</c:v>
                </c:pt>
                <c:pt idx="14171">
                  <c:v>0.16401620370015735</c:v>
                </c:pt>
                <c:pt idx="14172">
                  <c:v>0.164027777776937</c:v>
                </c:pt>
                <c:pt idx="14173">
                  <c:v>0.1640393518464407</c:v>
                </c:pt>
                <c:pt idx="14174">
                  <c:v>0.16405092592322035</c:v>
                </c:pt>
                <c:pt idx="14175">
                  <c:v>0.1640625</c:v>
                </c:pt>
                <c:pt idx="14176">
                  <c:v>0.16407407406950369</c:v>
                </c:pt>
                <c:pt idx="14177">
                  <c:v>0.16408564814628335</c:v>
                </c:pt>
                <c:pt idx="14178">
                  <c:v>0.164097222223063</c:v>
                </c:pt>
                <c:pt idx="14179">
                  <c:v>0.16410879629256669</c:v>
                </c:pt>
                <c:pt idx="14180">
                  <c:v>0.16412037036934635</c:v>
                </c:pt>
                <c:pt idx="14181">
                  <c:v>0.16413194443885004</c:v>
                </c:pt>
                <c:pt idx="14182">
                  <c:v>0.16414351851562969</c:v>
                </c:pt>
                <c:pt idx="14183">
                  <c:v>0.16415509259240935</c:v>
                </c:pt>
                <c:pt idx="14184">
                  <c:v>0.16416666666191304</c:v>
                </c:pt>
                <c:pt idx="14185">
                  <c:v>0.16417824073869269</c:v>
                </c:pt>
                <c:pt idx="14186">
                  <c:v>0.16418981481547235</c:v>
                </c:pt>
                <c:pt idx="14187">
                  <c:v>0.16420138888497604</c:v>
                </c:pt>
                <c:pt idx="14188">
                  <c:v>0.16421296296175569</c:v>
                </c:pt>
                <c:pt idx="14189">
                  <c:v>0.16422453703125939</c:v>
                </c:pt>
                <c:pt idx="14190">
                  <c:v>0.16423611110803904</c:v>
                </c:pt>
                <c:pt idx="14191">
                  <c:v>0.16424768518481869</c:v>
                </c:pt>
                <c:pt idx="14192">
                  <c:v>0.16425925925432239</c:v>
                </c:pt>
                <c:pt idx="14193">
                  <c:v>0.16427083333110204</c:v>
                </c:pt>
                <c:pt idx="14194">
                  <c:v>0.16428240740788169</c:v>
                </c:pt>
                <c:pt idx="14195">
                  <c:v>0.16429398147738539</c:v>
                </c:pt>
                <c:pt idx="14196">
                  <c:v>0.16430555555416504</c:v>
                </c:pt>
                <c:pt idx="14197">
                  <c:v>0.16431712963094469</c:v>
                </c:pt>
                <c:pt idx="14198">
                  <c:v>0.16432870370044839</c:v>
                </c:pt>
                <c:pt idx="14199">
                  <c:v>0.16434027777722804</c:v>
                </c:pt>
                <c:pt idx="14200">
                  <c:v>0.16435185184673173</c:v>
                </c:pt>
                <c:pt idx="14201">
                  <c:v>0.16436342592351139</c:v>
                </c:pt>
                <c:pt idx="14202">
                  <c:v>0.16437500000029104</c:v>
                </c:pt>
                <c:pt idx="14203">
                  <c:v>0.16438657406979473</c:v>
                </c:pt>
                <c:pt idx="14204">
                  <c:v>0.16439814814657439</c:v>
                </c:pt>
                <c:pt idx="14205">
                  <c:v>0.16440972222335404</c:v>
                </c:pt>
                <c:pt idx="14206">
                  <c:v>0.16442129629285773</c:v>
                </c:pt>
                <c:pt idx="14207">
                  <c:v>0.16443287036963739</c:v>
                </c:pt>
                <c:pt idx="14208">
                  <c:v>0.16444444443914108</c:v>
                </c:pt>
                <c:pt idx="14209">
                  <c:v>0.16445601851592073</c:v>
                </c:pt>
                <c:pt idx="14210">
                  <c:v>0.16446759259270038</c:v>
                </c:pt>
                <c:pt idx="14211">
                  <c:v>0.16447916666220408</c:v>
                </c:pt>
                <c:pt idx="14212">
                  <c:v>0.16449074073898373</c:v>
                </c:pt>
                <c:pt idx="14213">
                  <c:v>0.16450231481576338</c:v>
                </c:pt>
                <c:pt idx="14214">
                  <c:v>0.16451388888526708</c:v>
                </c:pt>
                <c:pt idx="14215">
                  <c:v>0.16452546296204673</c:v>
                </c:pt>
                <c:pt idx="14216">
                  <c:v>0.16453703703155043</c:v>
                </c:pt>
                <c:pt idx="14217">
                  <c:v>0.16454861110833008</c:v>
                </c:pt>
                <c:pt idx="14218">
                  <c:v>0.16456018518510973</c:v>
                </c:pt>
                <c:pt idx="14219">
                  <c:v>0.16457175925461343</c:v>
                </c:pt>
                <c:pt idx="14220">
                  <c:v>0.16458333333139308</c:v>
                </c:pt>
                <c:pt idx="14221">
                  <c:v>0.16459490740817273</c:v>
                </c:pt>
                <c:pt idx="14222">
                  <c:v>0.16460648147767643</c:v>
                </c:pt>
                <c:pt idx="14223">
                  <c:v>0.16461805555445608</c:v>
                </c:pt>
                <c:pt idx="14224">
                  <c:v>0.16462962962395977</c:v>
                </c:pt>
                <c:pt idx="14225">
                  <c:v>0.16464120370073942</c:v>
                </c:pt>
                <c:pt idx="14226">
                  <c:v>0.16465277777751908</c:v>
                </c:pt>
                <c:pt idx="14227">
                  <c:v>0.16466435184702277</c:v>
                </c:pt>
                <c:pt idx="14228">
                  <c:v>0.16467592592380242</c:v>
                </c:pt>
                <c:pt idx="14229">
                  <c:v>0.16468750000058208</c:v>
                </c:pt>
                <c:pt idx="14230">
                  <c:v>0.16469907407008577</c:v>
                </c:pt>
                <c:pt idx="14231">
                  <c:v>0.16471064814686542</c:v>
                </c:pt>
                <c:pt idx="14232">
                  <c:v>0.16472222221636912</c:v>
                </c:pt>
                <c:pt idx="14233">
                  <c:v>0.16473379629314877</c:v>
                </c:pt>
                <c:pt idx="14234">
                  <c:v>0.16474537036992842</c:v>
                </c:pt>
                <c:pt idx="14235">
                  <c:v>0.16475694443943212</c:v>
                </c:pt>
                <c:pt idx="14236">
                  <c:v>0.16476851851621177</c:v>
                </c:pt>
                <c:pt idx="14237">
                  <c:v>0.16478009259299142</c:v>
                </c:pt>
                <c:pt idx="14238">
                  <c:v>0.16479166666249512</c:v>
                </c:pt>
                <c:pt idx="14239">
                  <c:v>0.16480324073927477</c:v>
                </c:pt>
                <c:pt idx="14240">
                  <c:v>0.16481481481605442</c:v>
                </c:pt>
                <c:pt idx="14241">
                  <c:v>0.16482638888555812</c:v>
                </c:pt>
                <c:pt idx="14242">
                  <c:v>0.16483796296233777</c:v>
                </c:pt>
                <c:pt idx="14243">
                  <c:v>0.16484953703184146</c:v>
                </c:pt>
                <c:pt idx="14244">
                  <c:v>0.16486111110862112</c:v>
                </c:pt>
                <c:pt idx="14245">
                  <c:v>0.16487268518540077</c:v>
                </c:pt>
                <c:pt idx="14246">
                  <c:v>0.16488425925490446</c:v>
                </c:pt>
                <c:pt idx="14247">
                  <c:v>0.16489583333168412</c:v>
                </c:pt>
                <c:pt idx="14248">
                  <c:v>0.16490740740846377</c:v>
                </c:pt>
                <c:pt idx="14249">
                  <c:v>0.16491898147796746</c:v>
                </c:pt>
                <c:pt idx="14250">
                  <c:v>0.16493055555474712</c:v>
                </c:pt>
                <c:pt idx="14251">
                  <c:v>0.16494212962425081</c:v>
                </c:pt>
                <c:pt idx="14252">
                  <c:v>0.16495370370103046</c:v>
                </c:pt>
                <c:pt idx="14253">
                  <c:v>0.16496527777781012</c:v>
                </c:pt>
                <c:pt idx="14254">
                  <c:v>0.16497685184731381</c:v>
                </c:pt>
                <c:pt idx="14255">
                  <c:v>0.16498842592409346</c:v>
                </c:pt>
                <c:pt idx="14256">
                  <c:v>0.16500000000087311</c:v>
                </c:pt>
                <c:pt idx="14257">
                  <c:v>0.16501157407037681</c:v>
                </c:pt>
                <c:pt idx="14258">
                  <c:v>0.16502314814715646</c:v>
                </c:pt>
                <c:pt idx="14259">
                  <c:v>0.16503472221666016</c:v>
                </c:pt>
                <c:pt idx="14260">
                  <c:v>0.16504629629343981</c:v>
                </c:pt>
                <c:pt idx="14261">
                  <c:v>0.16505787037021946</c:v>
                </c:pt>
                <c:pt idx="14262">
                  <c:v>0.16506944443972316</c:v>
                </c:pt>
                <c:pt idx="14263">
                  <c:v>0.16508101851650281</c:v>
                </c:pt>
                <c:pt idx="14264">
                  <c:v>0.16509259259328246</c:v>
                </c:pt>
                <c:pt idx="14265">
                  <c:v>0.16510416666278616</c:v>
                </c:pt>
                <c:pt idx="14266">
                  <c:v>0.16511574073956581</c:v>
                </c:pt>
                <c:pt idx="14267">
                  <c:v>0.1651273148090695</c:v>
                </c:pt>
                <c:pt idx="14268">
                  <c:v>0.16513888888584916</c:v>
                </c:pt>
                <c:pt idx="14269">
                  <c:v>0.16515046296262881</c:v>
                </c:pt>
                <c:pt idx="14270">
                  <c:v>0.1651620370321325</c:v>
                </c:pt>
                <c:pt idx="14271">
                  <c:v>0.16517361110891216</c:v>
                </c:pt>
                <c:pt idx="14272">
                  <c:v>0.16518518518569181</c:v>
                </c:pt>
                <c:pt idx="14273">
                  <c:v>0.1651967592551955</c:v>
                </c:pt>
                <c:pt idx="14274">
                  <c:v>0.16520833333197515</c:v>
                </c:pt>
                <c:pt idx="14275">
                  <c:v>0.16521990740147885</c:v>
                </c:pt>
                <c:pt idx="14276">
                  <c:v>0.1652314814782585</c:v>
                </c:pt>
                <c:pt idx="14277">
                  <c:v>0.16524305555503815</c:v>
                </c:pt>
                <c:pt idx="14278">
                  <c:v>0.16525462962454185</c:v>
                </c:pt>
                <c:pt idx="14279">
                  <c:v>0.1652662037013215</c:v>
                </c:pt>
                <c:pt idx="14280">
                  <c:v>0.16527777777810115</c:v>
                </c:pt>
                <c:pt idx="14281">
                  <c:v>0.16528935184760485</c:v>
                </c:pt>
                <c:pt idx="14282">
                  <c:v>0.1653009259243845</c:v>
                </c:pt>
                <c:pt idx="14283">
                  <c:v>0.16531250000116415</c:v>
                </c:pt>
                <c:pt idx="14284">
                  <c:v>0.16532407407066785</c:v>
                </c:pt>
                <c:pt idx="14285">
                  <c:v>0.1653356481474475</c:v>
                </c:pt>
                <c:pt idx="14286">
                  <c:v>0.1653472222169512</c:v>
                </c:pt>
                <c:pt idx="14287">
                  <c:v>0.16535879629373085</c:v>
                </c:pt>
                <c:pt idx="14288">
                  <c:v>0.1653703703705105</c:v>
                </c:pt>
                <c:pt idx="14289">
                  <c:v>0.16538194444001419</c:v>
                </c:pt>
                <c:pt idx="14290">
                  <c:v>0.16539351851679385</c:v>
                </c:pt>
                <c:pt idx="14291">
                  <c:v>0.1654050925935735</c:v>
                </c:pt>
                <c:pt idx="14292">
                  <c:v>0.16541666666307719</c:v>
                </c:pt>
                <c:pt idx="14293">
                  <c:v>0.16542824073985685</c:v>
                </c:pt>
                <c:pt idx="14294">
                  <c:v>0.16543981480936054</c:v>
                </c:pt>
                <c:pt idx="14295">
                  <c:v>0.16545138888614019</c:v>
                </c:pt>
                <c:pt idx="14296">
                  <c:v>0.16546296296291985</c:v>
                </c:pt>
                <c:pt idx="14297">
                  <c:v>0.16547453703242354</c:v>
                </c:pt>
                <c:pt idx="14298">
                  <c:v>0.16548611110920319</c:v>
                </c:pt>
                <c:pt idx="14299">
                  <c:v>0.16549768518598285</c:v>
                </c:pt>
                <c:pt idx="14300">
                  <c:v>0.16550925925548654</c:v>
                </c:pt>
                <c:pt idx="14301">
                  <c:v>0.16552083333226619</c:v>
                </c:pt>
                <c:pt idx="14302">
                  <c:v>0.16553240740176989</c:v>
                </c:pt>
                <c:pt idx="14303">
                  <c:v>0.16554398147854954</c:v>
                </c:pt>
                <c:pt idx="14304">
                  <c:v>0.16555555555532919</c:v>
                </c:pt>
                <c:pt idx="14305">
                  <c:v>0.16556712962483289</c:v>
                </c:pt>
                <c:pt idx="14306">
                  <c:v>0.16557870370161254</c:v>
                </c:pt>
                <c:pt idx="14307">
                  <c:v>0.16559027777839219</c:v>
                </c:pt>
                <c:pt idx="14308">
                  <c:v>0.16560185184789589</c:v>
                </c:pt>
                <c:pt idx="14309">
                  <c:v>0.16561342592467554</c:v>
                </c:pt>
                <c:pt idx="14310">
                  <c:v>0.16562499999417923</c:v>
                </c:pt>
                <c:pt idx="14311">
                  <c:v>0.16563657407095889</c:v>
                </c:pt>
                <c:pt idx="14312">
                  <c:v>0.16564814814773854</c:v>
                </c:pt>
                <c:pt idx="14313">
                  <c:v>0.16565972221724223</c:v>
                </c:pt>
                <c:pt idx="14314">
                  <c:v>0.16567129629402189</c:v>
                </c:pt>
                <c:pt idx="14315">
                  <c:v>0.16568287037080154</c:v>
                </c:pt>
                <c:pt idx="14316">
                  <c:v>0.16569444444030523</c:v>
                </c:pt>
                <c:pt idx="14317">
                  <c:v>0.16570601851708489</c:v>
                </c:pt>
                <c:pt idx="14318">
                  <c:v>0.16571759259386454</c:v>
                </c:pt>
                <c:pt idx="14319">
                  <c:v>0.16572916666336823</c:v>
                </c:pt>
                <c:pt idx="14320">
                  <c:v>0.16574074074014788</c:v>
                </c:pt>
                <c:pt idx="14321">
                  <c:v>0.16575231480965158</c:v>
                </c:pt>
                <c:pt idx="14322">
                  <c:v>0.16576388888643123</c:v>
                </c:pt>
                <c:pt idx="14323">
                  <c:v>0.16577546296321088</c:v>
                </c:pt>
                <c:pt idx="14324">
                  <c:v>0.16578703703271458</c:v>
                </c:pt>
                <c:pt idx="14325">
                  <c:v>0.16579861110949423</c:v>
                </c:pt>
                <c:pt idx="14326">
                  <c:v>0.16581018518627388</c:v>
                </c:pt>
                <c:pt idx="14327">
                  <c:v>0.16582175925577758</c:v>
                </c:pt>
                <c:pt idx="14328">
                  <c:v>0.16583333333255723</c:v>
                </c:pt>
                <c:pt idx="14329">
                  <c:v>0.16584490740206093</c:v>
                </c:pt>
                <c:pt idx="14330">
                  <c:v>0.16585648147884058</c:v>
                </c:pt>
                <c:pt idx="14331">
                  <c:v>0.16586805555562023</c:v>
                </c:pt>
                <c:pt idx="14332">
                  <c:v>0.16587962962512393</c:v>
                </c:pt>
                <c:pt idx="14333">
                  <c:v>0.16589120370190358</c:v>
                </c:pt>
                <c:pt idx="14334">
                  <c:v>0.16590277777868323</c:v>
                </c:pt>
                <c:pt idx="14335">
                  <c:v>0.16591435184818693</c:v>
                </c:pt>
                <c:pt idx="14336">
                  <c:v>0.16592592592496658</c:v>
                </c:pt>
                <c:pt idx="14337">
                  <c:v>0.16593749999447027</c:v>
                </c:pt>
                <c:pt idx="14338">
                  <c:v>0.16594907407124992</c:v>
                </c:pt>
                <c:pt idx="14339">
                  <c:v>0.16596064814802958</c:v>
                </c:pt>
                <c:pt idx="14340">
                  <c:v>0.16597222221753327</c:v>
                </c:pt>
                <c:pt idx="14341">
                  <c:v>0.16598379629431292</c:v>
                </c:pt>
                <c:pt idx="14342">
                  <c:v>0.16599537037109258</c:v>
                </c:pt>
                <c:pt idx="14343">
                  <c:v>0.16600694444059627</c:v>
                </c:pt>
                <c:pt idx="14344">
                  <c:v>0.16601851851737592</c:v>
                </c:pt>
                <c:pt idx="14345">
                  <c:v>0.16603009258687962</c:v>
                </c:pt>
                <c:pt idx="14346">
                  <c:v>0.16604166666365927</c:v>
                </c:pt>
                <c:pt idx="14347">
                  <c:v>0.16605324074043892</c:v>
                </c:pt>
                <c:pt idx="14348">
                  <c:v>0.16606481480994262</c:v>
                </c:pt>
                <c:pt idx="14349">
                  <c:v>0.16607638888672227</c:v>
                </c:pt>
                <c:pt idx="14350">
                  <c:v>0.16608796296350192</c:v>
                </c:pt>
                <c:pt idx="14351">
                  <c:v>0.16609953703300562</c:v>
                </c:pt>
                <c:pt idx="14352">
                  <c:v>0.16611111110978527</c:v>
                </c:pt>
                <c:pt idx="14353">
                  <c:v>0.16612268517928896</c:v>
                </c:pt>
                <c:pt idx="14354">
                  <c:v>0.16613425925606862</c:v>
                </c:pt>
                <c:pt idx="14355">
                  <c:v>0.16614583333284827</c:v>
                </c:pt>
                <c:pt idx="14356">
                  <c:v>0.16615740740235196</c:v>
                </c:pt>
                <c:pt idx="14357">
                  <c:v>0.16616898147913162</c:v>
                </c:pt>
                <c:pt idx="14358">
                  <c:v>0.16618055555591127</c:v>
                </c:pt>
                <c:pt idx="14359">
                  <c:v>0.16619212962541496</c:v>
                </c:pt>
                <c:pt idx="14360">
                  <c:v>0.16620370370219462</c:v>
                </c:pt>
                <c:pt idx="14361">
                  <c:v>0.16621527777897427</c:v>
                </c:pt>
                <c:pt idx="14362">
                  <c:v>0.16622685184847796</c:v>
                </c:pt>
                <c:pt idx="14363">
                  <c:v>0.16623842592525762</c:v>
                </c:pt>
                <c:pt idx="14364">
                  <c:v>0.16624999999476131</c:v>
                </c:pt>
                <c:pt idx="14365">
                  <c:v>0.16626157407154096</c:v>
                </c:pt>
                <c:pt idx="14366">
                  <c:v>0.16627314814832062</c:v>
                </c:pt>
                <c:pt idx="14367">
                  <c:v>0.16628472221782431</c:v>
                </c:pt>
                <c:pt idx="14368">
                  <c:v>0.16629629629460396</c:v>
                </c:pt>
                <c:pt idx="14369">
                  <c:v>0.16630787037138361</c:v>
                </c:pt>
                <c:pt idx="14370">
                  <c:v>0.16631944444088731</c:v>
                </c:pt>
                <c:pt idx="14371">
                  <c:v>0.16633101851766696</c:v>
                </c:pt>
                <c:pt idx="14372">
                  <c:v>0.16634259258717066</c:v>
                </c:pt>
                <c:pt idx="14373">
                  <c:v>0.16635416666395031</c:v>
                </c:pt>
                <c:pt idx="14374">
                  <c:v>0.16636574074072996</c:v>
                </c:pt>
                <c:pt idx="14375">
                  <c:v>0.16637731481023366</c:v>
                </c:pt>
                <c:pt idx="14376">
                  <c:v>0.16638888888701331</c:v>
                </c:pt>
                <c:pt idx="14377">
                  <c:v>0.16640046296379296</c:v>
                </c:pt>
                <c:pt idx="14378">
                  <c:v>0.16641203703329666</c:v>
                </c:pt>
                <c:pt idx="14379">
                  <c:v>0.16642361111007631</c:v>
                </c:pt>
                <c:pt idx="14380">
                  <c:v>0.16643518517958</c:v>
                </c:pt>
                <c:pt idx="14381">
                  <c:v>0.16644675925635966</c:v>
                </c:pt>
                <c:pt idx="14382">
                  <c:v>0.16645833333313931</c:v>
                </c:pt>
                <c:pt idx="14383">
                  <c:v>0.166469907402643</c:v>
                </c:pt>
                <c:pt idx="14384">
                  <c:v>0.16648148147942265</c:v>
                </c:pt>
                <c:pt idx="14385">
                  <c:v>0.16649305555620231</c:v>
                </c:pt>
                <c:pt idx="14386">
                  <c:v>0.166504629625706</c:v>
                </c:pt>
                <c:pt idx="14387">
                  <c:v>0.16651620370248565</c:v>
                </c:pt>
                <c:pt idx="14388">
                  <c:v>0.16652777777198935</c:v>
                </c:pt>
                <c:pt idx="14389">
                  <c:v>0.166539351848769</c:v>
                </c:pt>
                <c:pt idx="14390">
                  <c:v>0.16655092592554865</c:v>
                </c:pt>
                <c:pt idx="14391">
                  <c:v>0.16656249999505235</c:v>
                </c:pt>
                <c:pt idx="14392">
                  <c:v>0.166574074071832</c:v>
                </c:pt>
                <c:pt idx="14393">
                  <c:v>0.16658564814861165</c:v>
                </c:pt>
                <c:pt idx="14394">
                  <c:v>0.16659722221811535</c:v>
                </c:pt>
                <c:pt idx="14395">
                  <c:v>0.166608796294895</c:v>
                </c:pt>
                <c:pt idx="14396">
                  <c:v>0.16662037037167465</c:v>
                </c:pt>
                <c:pt idx="14397">
                  <c:v>0.16663194444117835</c:v>
                </c:pt>
                <c:pt idx="14398">
                  <c:v>0.166643518517958</c:v>
                </c:pt>
                <c:pt idx="14399">
                  <c:v>0.1666550925874617</c:v>
                </c:pt>
                <c:pt idx="14400">
                  <c:v>0.16666666666424135</c:v>
                </c:pt>
                <c:pt idx="14401">
                  <c:v>0.166678240741021</c:v>
                </c:pt>
                <c:pt idx="14402">
                  <c:v>0.16668981481052469</c:v>
                </c:pt>
                <c:pt idx="14403">
                  <c:v>0.16670138888730435</c:v>
                </c:pt>
                <c:pt idx="14404">
                  <c:v>0.166712962964084</c:v>
                </c:pt>
                <c:pt idx="14405">
                  <c:v>0.16672453703358769</c:v>
                </c:pt>
                <c:pt idx="14406">
                  <c:v>0.16673611111036735</c:v>
                </c:pt>
                <c:pt idx="14407">
                  <c:v>0.16674768517987104</c:v>
                </c:pt>
                <c:pt idx="14408">
                  <c:v>0.16675925925665069</c:v>
                </c:pt>
                <c:pt idx="14409">
                  <c:v>0.16677083333343035</c:v>
                </c:pt>
                <c:pt idx="14410">
                  <c:v>0.16678240740293404</c:v>
                </c:pt>
                <c:pt idx="14411">
                  <c:v>0.16679398147971369</c:v>
                </c:pt>
                <c:pt idx="14412">
                  <c:v>0.16680555555649335</c:v>
                </c:pt>
                <c:pt idx="14413">
                  <c:v>0.16681712962599704</c:v>
                </c:pt>
                <c:pt idx="14414">
                  <c:v>0.16682870370277669</c:v>
                </c:pt>
                <c:pt idx="14415">
                  <c:v>0.16684027777228039</c:v>
                </c:pt>
                <c:pt idx="14416">
                  <c:v>0.16685185184906004</c:v>
                </c:pt>
                <c:pt idx="14417">
                  <c:v>0.16686342592583969</c:v>
                </c:pt>
                <c:pt idx="14418">
                  <c:v>0.16687499999534339</c:v>
                </c:pt>
                <c:pt idx="14419">
                  <c:v>0.16688657407212304</c:v>
                </c:pt>
                <c:pt idx="14420">
                  <c:v>0.16689814814890269</c:v>
                </c:pt>
                <c:pt idx="14421">
                  <c:v>0.16690972221840639</c:v>
                </c:pt>
                <c:pt idx="14422">
                  <c:v>0.16692129629518604</c:v>
                </c:pt>
                <c:pt idx="14423">
                  <c:v>0.16693287036468973</c:v>
                </c:pt>
                <c:pt idx="14424">
                  <c:v>0.16694444444146939</c:v>
                </c:pt>
                <c:pt idx="14425">
                  <c:v>0.16695601851824904</c:v>
                </c:pt>
                <c:pt idx="14426">
                  <c:v>0.16696759258775273</c:v>
                </c:pt>
                <c:pt idx="14427">
                  <c:v>0.16697916666453239</c:v>
                </c:pt>
                <c:pt idx="14428">
                  <c:v>0.16699074074131204</c:v>
                </c:pt>
                <c:pt idx="14429">
                  <c:v>0.16700231481081573</c:v>
                </c:pt>
                <c:pt idx="14430">
                  <c:v>0.16701388888759539</c:v>
                </c:pt>
                <c:pt idx="14431">
                  <c:v>0.16702546295709908</c:v>
                </c:pt>
                <c:pt idx="14432">
                  <c:v>0.16703703703387873</c:v>
                </c:pt>
                <c:pt idx="14433">
                  <c:v>0.16704861111065838</c:v>
                </c:pt>
                <c:pt idx="14434">
                  <c:v>0.16706018518016208</c:v>
                </c:pt>
                <c:pt idx="14435">
                  <c:v>0.16707175925694173</c:v>
                </c:pt>
                <c:pt idx="14436">
                  <c:v>0.16708333333372138</c:v>
                </c:pt>
                <c:pt idx="14437">
                  <c:v>0.16709490740322508</c:v>
                </c:pt>
                <c:pt idx="14438">
                  <c:v>0.16710648148000473</c:v>
                </c:pt>
                <c:pt idx="14439">
                  <c:v>0.16711805555678438</c:v>
                </c:pt>
                <c:pt idx="14440">
                  <c:v>0.16712962962628808</c:v>
                </c:pt>
                <c:pt idx="14441">
                  <c:v>0.16714120370306773</c:v>
                </c:pt>
                <c:pt idx="14442">
                  <c:v>0.16715277777257143</c:v>
                </c:pt>
                <c:pt idx="14443">
                  <c:v>0.16716435184935108</c:v>
                </c:pt>
                <c:pt idx="14444">
                  <c:v>0.16717592592613073</c:v>
                </c:pt>
                <c:pt idx="14445">
                  <c:v>0.16718749999563443</c:v>
                </c:pt>
                <c:pt idx="14446">
                  <c:v>0.16719907407241408</c:v>
                </c:pt>
                <c:pt idx="14447">
                  <c:v>0.16721064814919373</c:v>
                </c:pt>
                <c:pt idx="14448">
                  <c:v>0.16722222221869742</c:v>
                </c:pt>
                <c:pt idx="14449">
                  <c:v>0.16723379629547708</c:v>
                </c:pt>
                <c:pt idx="14450">
                  <c:v>0.16724537036498077</c:v>
                </c:pt>
                <c:pt idx="14451">
                  <c:v>0.16725694444176042</c:v>
                </c:pt>
                <c:pt idx="14452">
                  <c:v>0.16726851851854008</c:v>
                </c:pt>
                <c:pt idx="14453">
                  <c:v>0.16728009258804377</c:v>
                </c:pt>
                <c:pt idx="14454">
                  <c:v>0.16729166666482342</c:v>
                </c:pt>
                <c:pt idx="14455">
                  <c:v>0.16730324074160308</c:v>
                </c:pt>
                <c:pt idx="14456">
                  <c:v>0.16731481481110677</c:v>
                </c:pt>
                <c:pt idx="14457">
                  <c:v>0.16732638888788642</c:v>
                </c:pt>
                <c:pt idx="14458">
                  <c:v>0.16733796295739012</c:v>
                </c:pt>
                <c:pt idx="14459">
                  <c:v>0.16734953703416977</c:v>
                </c:pt>
                <c:pt idx="14460">
                  <c:v>0.16736111111094942</c:v>
                </c:pt>
                <c:pt idx="14461">
                  <c:v>0.16737268518045312</c:v>
                </c:pt>
                <c:pt idx="14462">
                  <c:v>0.16738425925723277</c:v>
                </c:pt>
                <c:pt idx="14463">
                  <c:v>0.16739583333401242</c:v>
                </c:pt>
                <c:pt idx="14464">
                  <c:v>0.16740740740351612</c:v>
                </c:pt>
                <c:pt idx="14465">
                  <c:v>0.16741898148029577</c:v>
                </c:pt>
                <c:pt idx="14466">
                  <c:v>0.16743055554979946</c:v>
                </c:pt>
                <c:pt idx="14467">
                  <c:v>0.16744212962657912</c:v>
                </c:pt>
                <c:pt idx="14468">
                  <c:v>0.16745370370335877</c:v>
                </c:pt>
                <c:pt idx="14469">
                  <c:v>0.16746527777286246</c:v>
                </c:pt>
                <c:pt idx="14470">
                  <c:v>0.16747685184964212</c:v>
                </c:pt>
                <c:pt idx="14471">
                  <c:v>0.16748842592642177</c:v>
                </c:pt>
                <c:pt idx="14472">
                  <c:v>0.16749999999592546</c:v>
                </c:pt>
                <c:pt idx="14473">
                  <c:v>0.16751157407270512</c:v>
                </c:pt>
                <c:pt idx="14474">
                  <c:v>0.16752314814948477</c:v>
                </c:pt>
                <c:pt idx="14475">
                  <c:v>0.16753472221898846</c:v>
                </c:pt>
                <c:pt idx="14476">
                  <c:v>0.16754629629576812</c:v>
                </c:pt>
                <c:pt idx="14477">
                  <c:v>0.16755787036527181</c:v>
                </c:pt>
                <c:pt idx="14478">
                  <c:v>0.16756944444205146</c:v>
                </c:pt>
                <c:pt idx="14479">
                  <c:v>0.16758101851883112</c:v>
                </c:pt>
                <c:pt idx="14480">
                  <c:v>0.16759259258833481</c:v>
                </c:pt>
                <c:pt idx="14481">
                  <c:v>0.16760416666511446</c:v>
                </c:pt>
                <c:pt idx="14482">
                  <c:v>0.16761574074189411</c:v>
                </c:pt>
                <c:pt idx="14483">
                  <c:v>0.16762731481139781</c:v>
                </c:pt>
                <c:pt idx="14484">
                  <c:v>0.16763888888817746</c:v>
                </c:pt>
                <c:pt idx="14485">
                  <c:v>0.16765046295768116</c:v>
                </c:pt>
                <c:pt idx="14486">
                  <c:v>0.16766203703446081</c:v>
                </c:pt>
                <c:pt idx="14487">
                  <c:v>0.16767361111124046</c:v>
                </c:pt>
                <c:pt idx="14488">
                  <c:v>0.16768518518074416</c:v>
                </c:pt>
                <c:pt idx="14489">
                  <c:v>0.16769675925752381</c:v>
                </c:pt>
                <c:pt idx="14490">
                  <c:v>0.16770833333430346</c:v>
                </c:pt>
                <c:pt idx="14491">
                  <c:v>0.16771990740380716</c:v>
                </c:pt>
                <c:pt idx="14492">
                  <c:v>0.16773148148058681</c:v>
                </c:pt>
                <c:pt idx="14493">
                  <c:v>0.1677430555500905</c:v>
                </c:pt>
                <c:pt idx="14494">
                  <c:v>0.16775462962687016</c:v>
                </c:pt>
                <c:pt idx="14495">
                  <c:v>0.16776620370364981</c:v>
                </c:pt>
                <c:pt idx="14496">
                  <c:v>0.1677777777731535</c:v>
                </c:pt>
                <c:pt idx="14497">
                  <c:v>0.16778935184993315</c:v>
                </c:pt>
                <c:pt idx="14498">
                  <c:v>0.16780092592671281</c:v>
                </c:pt>
                <c:pt idx="14499">
                  <c:v>0.1678124999962165</c:v>
                </c:pt>
                <c:pt idx="14500">
                  <c:v>0.16782407407299615</c:v>
                </c:pt>
                <c:pt idx="14501">
                  <c:v>0.16783564814249985</c:v>
                </c:pt>
                <c:pt idx="14502">
                  <c:v>0.1678472222192795</c:v>
                </c:pt>
                <c:pt idx="14503">
                  <c:v>0.16785879629605915</c:v>
                </c:pt>
                <c:pt idx="14504">
                  <c:v>0.16787037036556285</c:v>
                </c:pt>
                <c:pt idx="14505">
                  <c:v>0.1678819444423425</c:v>
                </c:pt>
                <c:pt idx="14506">
                  <c:v>0.16789351851912215</c:v>
                </c:pt>
                <c:pt idx="14507">
                  <c:v>0.16790509258862585</c:v>
                </c:pt>
                <c:pt idx="14508">
                  <c:v>0.1679166666654055</c:v>
                </c:pt>
                <c:pt idx="14509">
                  <c:v>0.1679282407349092</c:v>
                </c:pt>
                <c:pt idx="14510">
                  <c:v>0.16793981481168885</c:v>
                </c:pt>
                <c:pt idx="14511">
                  <c:v>0.1679513888884685</c:v>
                </c:pt>
                <c:pt idx="14512">
                  <c:v>0.16796296295797219</c:v>
                </c:pt>
                <c:pt idx="14513">
                  <c:v>0.16797453703475185</c:v>
                </c:pt>
                <c:pt idx="14514">
                  <c:v>0.1679861111115315</c:v>
                </c:pt>
                <c:pt idx="14515">
                  <c:v>0.16799768518103519</c:v>
                </c:pt>
                <c:pt idx="14516">
                  <c:v>0.16800925925781485</c:v>
                </c:pt>
                <c:pt idx="14517">
                  <c:v>0.1680208333345945</c:v>
                </c:pt>
                <c:pt idx="14518">
                  <c:v>0.16803240740409819</c:v>
                </c:pt>
                <c:pt idx="14519">
                  <c:v>0.16804398148087785</c:v>
                </c:pt>
                <c:pt idx="14520">
                  <c:v>0.16805555555038154</c:v>
                </c:pt>
                <c:pt idx="14521">
                  <c:v>0.16806712962716119</c:v>
                </c:pt>
                <c:pt idx="14522">
                  <c:v>0.16807870370394085</c:v>
                </c:pt>
                <c:pt idx="14523">
                  <c:v>0.16809027777344454</c:v>
                </c:pt>
                <c:pt idx="14524">
                  <c:v>0.16810185185022419</c:v>
                </c:pt>
                <c:pt idx="14525">
                  <c:v>0.16811342592700385</c:v>
                </c:pt>
                <c:pt idx="14526">
                  <c:v>0.16812499999650754</c:v>
                </c:pt>
                <c:pt idx="14527">
                  <c:v>0.16813657407328719</c:v>
                </c:pt>
                <c:pt idx="14528">
                  <c:v>0.16814814814279089</c:v>
                </c:pt>
                <c:pt idx="14529">
                  <c:v>0.16815972221957054</c:v>
                </c:pt>
                <c:pt idx="14530">
                  <c:v>0.16817129629635019</c:v>
                </c:pt>
                <c:pt idx="14531">
                  <c:v>0.16818287036585389</c:v>
                </c:pt>
                <c:pt idx="14532">
                  <c:v>0.16819444444263354</c:v>
                </c:pt>
                <c:pt idx="14533">
                  <c:v>0.16820601851941319</c:v>
                </c:pt>
                <c:pt idx="14534">
                  <c:v>0.16821759258891689</c:v>
                </c:pt>
                <c:pt idx="14535">
                  <c:v>0.16822916666569654</c:v>
                </c:pt>
                <c:pt idx="14536">
                  <c:v>0.16824074073520023</c:v>
                </c:pt>
                <c:pt idx="14537">
                  <c:v>0.16825231481197989</c:v>
                </c:pt>
                <c:pt idx="14538">
                  <c:v>0.16826388888875954</c:v>
                </c:pt>
                <c:pt idx="14539">
                  <c:v>0.16827546295826323</c:v>
                </c:pt>
                <c:pt idx="14540">
                  <c:v>0.16828703703504289</c:v>
                </c:pt>
                <c:pt idx="14541">
                  <c:v>0.16829861111182254</c:v>
                </c:pt>
                <c:pt idx="14542">
                  <c:v>0.16831018518132623</c:v>
                </c:pt>
                <c:pt idx="14543">
                  <c:v>0.16832175925810589</c:v>
                </c:pt>
                <c:pt idx="14544">
                  <c:v>0.16833333332760958</c:v>
                </c:pt>
                <c:pt idx="14545">
                  <c:v>0.16834490740438923</c:v>
                </c:pt>
                <c:pt idx="14546">
                  <c:v>0.16835648148116888</c:v>
                </c:pt>
                <c:pt idx="14547">
                  <c:v>0.16836805555067258</c:v>
                </c:pt>
                <c:pt idx="14548">
                  <c:v>0.16837962962745223</c:v>
                </c:pt>
                <c:pt idx="14549">
                  <c:v>0.16839120370423188</c:v>
                </c:pt>
                <c:pt idx="14550">
                  <c:v>0.16840277777373558</c:v>
                </c:pt>
                <c:pt idx="14551">
                  <c:v>0.16841435185051523</c:v>
                </c:pt>
                <c:pt idx="14552">
                  <c:v>0.16842592592001893</c:v>
                </c:pt>
                <c:pt idx="14553">
                  <c:v>0.16843749999679858</c:v>
                </c:pt>
                <c:pt idx="14554">
                  <c:v>0.16844907407357823</c:v>
                </c:pt>
                <c:pt idx="14555">
                  <c:v>0.16846064814308193</c:v>
                </c:pt>
                <c:pt idx="14556">
                  <c:v>0.16847222221986158</c:v>
                </c:pt>
                <c:pt idx="14557">
                  <c:v>0.16848379629664123</c:v>
                </c:pt>
                <c:pt idx="14558">
                  <c:v>0.16849537036614493</c:v>
                </c:pt>
                <c:pt idx="14559">
                  <c:v>0.16850694444292458</c:v>
                </c:pt>
                <c:pt idx="14560">
                  <c:v>0.16851851851970423</c:v>
                </c:pt>
                <c:pt idx="14561">
                  <c:v>0.16853009258920792</c:v>
                </c:pt>
                <c:pt idx="14562">
                  <c:v>0.16854166666598758</c:v>
                </c:pt>
                <c:pt idx="14563">
                  <c:v>0.16855324073549127</c:v>
                </c:pt>
                <c:pt idx="14564">
                  <c:v>0.16856481481227092</c:v>
                </c:pt>
                <c:pt idx="14565">
                  <c:v>0.16857638888905058</c:v>
                </c:pt>
                <c:pt idx="14566">
                  <c:v>0.16858796295855427</c:v>
                </c:pt>
                <c:pt idx="14567">
                  <c:v>0.16859953703533392</c:v>
                </c:pt>
                <c:pt idx="14568">
                  <c:v>0.16861111111211358</c:v>
                </c:pt>
                <c:pt idx="14569">
                  <c:v>0.16862268518161727</c:v>
                </c:pt>
                <c:pt idx="14570">
                  <c:v>0.16863425925839692</c:v>
                </c:pt>
                <c:pt idx="14571">
                  <c:v>0.16864583332790062</c:v>
                </c:pt>
                <c:pt idx="14572">
                  <c:v>0.16865740740468027</c:v>
                </c:pt>
                <c:pt idx="14573">
                  <c:v>0.16866898148145992</c:v>
                </c:pt>
                <c:pt idx="14574">
                  <c:v>0.16868055555096362</c:v>
                </c:pt>
                <c:pt idx="14575">
                  <c:v>0.16869212962774327</c:v>
                </c:pt>
                <c:pt idx="14576">
                  <c:v>0.16870370370452292</c:v>
                </c:pt>
                <c:pt idx="14577">
                  <c:v>0.16871527777402662</c:v>
                </c:pt>
                <c:pt idx="14578">
                  <c:v>0.16872685185080627</c:v>
                </c:pt>
                <c:pt idx="14579">
                  <c:v>0.16873842592030996</c:v>
                </c:pt>
                <c:pt idx="14580">
                  <c:v>0.16874999999708962</c:v>
                </c:pt>
                <c:pt idx="14581">
                  <c:v>0.16876157407386927</c:v>
                </c:pt>
                <c:pt idx="14582">
                  <c:v>0.16877314814337296</c:v>
                </c:pt>
                <c:pt idx="14583">
                  <c:v>0.16878472222015262</c:v>
                </c:pt>
                <c:pt idx="14584">
                  <c:v>0.16879629629693227</c:v>
                </c:pt>
                <c:pt idx="14585">
                  <c:v>0.16880787036643596</c:v>
                </c:pt>
                <c:pt idx="14586">
                  <c:v>0.16881944444321562</c:v>
                </c:pt>
                <c:pt idx="14587">
                  <c:v>0.16883101851271931</c:v>
                </c:pt>
                <c:pt idx="14588">
                  <c:v>0.16884259258949896</c:v>
                </c:pt>
                <c:pt idx="14589">
                  <c:v>0.16885416666627862</c:v>
                </c:pt>
                <c:pt idx="14590">
                  <c:v>0.16886574073578231</c:v>
                </c:pt>
                <c:pt idx="14591">
                  <c:v>0.16887731481256196</c:v>
                </c:pt>
                <c:pt idx="14592">
                  <c:v>0.16888888888934162</c:v>
                </c:pt>
                <c:pt idx="14593">
                  <c:v>0.16890046295884531</c:v>
                </c:pt>
                <c:pt idx="14594">
                  <c:v>0.16891203703562496</c:v>
                </c:pt>
                <c:pt idx="14595">
                  <c:v>0.16892361111240461</c:v>
                </c:pt>
                <c:pt idx="14596">
                  <c:v>0.16893518518190831</c:v>
                </c:pt>
                <c:pt idx="14597">
                  <c:v>0.16894675925868796</c:v>
                </c:pt>
                <c:pt idx="14598">
                  <c:v>0.16895833332819166</c:v>
                </c:pt>
                <c:pt idx="14599">
                  <c:v>0.16896990740497131</c:v>
                </c:pt>
                <c:pt idx="14600">
                  <c:v>0.16898148148175096</c:v>
                </c:pt>
                <c:pt idx="14601">
                  <c:v>0.16899305555125466</c:v>
                </c:pt>
                <c:pt idx="14602">
                  <c:v>0.16900462962803431</c:v>
                </c:pt>
                <c:pt idx="14603">
                  <c:v>0.16901620370481396</c:v>
                </c:pt>
                <c:pt idx="14604">
                  <c:v>0.16902777777431766</c:v>
                </c:pt>
                <c:pt idx="14605">
                  <c:v>0.16903935185109731</c:v>
                </c:pt>
                <c:pt idx="14606">
                  <c:v>0.169050925920601</c:v>
                </c:pt>
                <c:pt idx="14607">
                  <c:v>0.16906249999738066</c:v>
                </c:pt>
                <c:pt idx="14608">
                  <c:v>0.16907407407416031</c:v>
                </c:pt>
                <c:pt idx="14609">
                  <c:v>0.169085648143664</c:v>
                </c:pt>
                <c:pt idx="14610">
                  <c:v>0.16909722222044365</c:v>
                </c:pt>
                <c:pt idx="14611">
                  <c:v>0.16910879629722331</c:v>
                </c:pt>
                <c:pt idx="14612">
                  <c:v>0.169120370366727</c:v>
                </c:pt>
                <c:pt idx="14613">
                  <c:v>0.16913194444350665</c:v>
                </c:pt>
                <c:pt idx="14614">
                  <c:v>0.16914351851301035</c:v>
                </c:pt>
                <c:pt idx="14615">
                  <c:v>0.16915509258979</c:v>
                </c:pt>
                <c:pt idx="14616">
                  <c:v>0.16916666666656965</c:v>
                </c:pt>
                <c:pt idx="14617">
                  <c:v>0.16917824073607335</c:v>
                </c:pt>
                <c:pt idx="14618">
                  <c:v>0.169189814812853</c:v>
                </c:pt>
                <c:pt idx="14619">
                  <c:v>0.16920138888963265</c:v>
                </c:pt>
                <c:pt idx="14620">
                  <c:v>0.16921296295913635</c:v>
                </c:pt>
                <c:pt idx="14621">
                  <c:v>0.169224537035916</c:v>
                </c:pt>
                <c:pt idx="14622">
                  <c:v>0.1692361111054197</c:v>
                </c:pt>
                <c:pt idx="14623">
                  <c:v>0.16924768518219935</c:v>
                </c:pt>
                <c:pt idx="14624">
                  <c:v>0.169259259258979</c:v>
                </c:pt>
                <c:pt idx="14625">
                  <c:v>0.16927083332848269</c:v>
                </c:pt>
                <c:pt idx="14626">
                  <c:v>0.16928240740526235</c:v>
                </c:pt>
                <c:pt idx="14627">
                  <c:v>0.169293981482042</c:v>
                </c:pt>
                <c:pt idx="14628">
                  <c:v>0.16930555555154569</c:v>
                </c:pt>
                <c:pt idx="14629">
                  <c:v>0.16931712962832535</c:v>
                </c:pt>
                <c:pt idx="14630">
                  <c:v>0.16932870369782904</c:v>
                </c:pt>
                <c:pt idx="14631">
                  <c:v>0.16934027777460869</c:v>
                </c:pt>
                <c:pt idx="14632">
                  <c:v>0.16935185185138835</c:v>
                </c:pt>
                <c:pt idx="14633">
                  <c:v>0.16936342592089204</c:v>
                </c:pt>
                <c:pt idx="14634">
                  <c:v>0.16937499999767169</c:v>
                </c:pt>
                <c:pt idx="14635">
                  <c:v>0.16938657407445135</c:v>
                </c:pt>
                <c:pt idx="14636">
                  <c:v>0.16939814814395504</c:v>
                </c:pt>
                <c:pt idx="14637">
                  <c:v>0.16940972222073469</c:v>
                </c:pt>
                <c:pt idx="14638">
                  <c:v>0.16942129629751435</c:v>
                </c:pt>
                <c:pt idx="14639">
                  <c:v>0.16943287036701804</c:v>
                </c:pt>
                <c:pt idx="14640">
                  <c:v>0.16944444444379769</c:v>
                </c:pt>
                <c:pt idx="14641">
                  <c:v>0.16945601851330139</c:v>
                </c:pt>
                <c:pt idx="14642">
                  <c:v>0.16946759259008104</c:v>
                </c:pt>
                <c:pt idx="14643">
                  <c:v>0.16947916666686069</c:v>
                </c:pt>
                <c:pt idx="14644">
                  <c:v>0.16949074073636439</c:v>
                </c:pt>
                <c:pt idx="14645">
                  <c:v>0.16950231481314404</c:v>
                </c:pt>
                <c:pt idx="14646">
                  <c:v>0.16951388888992369</c:v>
                </c:pt>
                <c:pt idx="14647">
                  <c:v>0.16952546295942739</c:v>
                </c:pt>
                <c:pt idx="14648">
                  <c:v>0.16953703703620704</c:v>
                </c:pt>
                <c:pt idx="14649">
                  <c:v>0.16954861110571073</c:v>
                </c:pt>
                <c:pt idx="14650">
                  <c:v>0.16956018518249039</c:v>
                </c:pt>
                <c:pt idx="14651">
                  <c:v>0.16957175925927004</c:v>
                </c:pt>
                <c:pt idx="14652">
                  <c:v>0.16958333332877373</c:v>
                </c:pt>
                <c:pt idx="14653">
                  <c:v>0.16959490740555339</c:v>
                </c:pt>
                <c:pt idx="14654">
                  <c:v>0.16960648148233304</c:v>
                </c:pt>
                <c:pt idx="14655">
                  <c:v>0.16961805555183673</c:v>
                </c:pt>
                <c:pt idx="14656">
                  <c:v>0.16962962962861639</c:v>
                </c:pt>
                <c:pt idx="14657">
                  <c:v>0.16964120369812008</c:v>
                </c:pt>
                <c:pt idx="14658">
                  <c:v>0.16965277777489973</c:v>
                </c:pt>
                <c:pt idx="14659">
                  <c:v>0.16966435185167938</c:v>
                </c:pt>
                <c:pt idx="14660">
                  <c:v>0.16967592592118308</c:v>
                </c:pt>
                <c:pt idx="14661">
                  <c:v>0.16968749999796273</c:v>
                </c:pt>
                <c:pt idx="14662">
                  <c:v>0.16969907407474238</c:v>
                </c:pt>
                <c:pt idx="14663">
                  <c:v>0.16971064814424608</c:v>
                </c:pt>
                <c:pt idx="14664">
                  <c:v>0.16972222222102573</c:v>
                </c:pt>
                <c:pt idx="14665">
                  <c:v>0.16973379629052943</c:v>
                </c:pt>
                <c:pt idx="14666">
                  <c:v>0.16974537036730908</c:v>
                </c:pt>
                <c:pt idx="14667">
                  <c:v>0.16975694444408873</c:v>
                </c:pt>
                <c:pt idx="14668">
                  <c:v>0.16976851851359243</c:v>
                </c:pt>
                <c:pt idx="14669">
                  <c:v>0.16978009259037208</c:v>
                </c:pt>
                <c:pt idx="14670">
                  <c:v>0.16979166666715173</c:v>
                </c:pt>
                <c:pt idx="14671">
                  <c:v>0.16980324073665543</c:v>
                </c:pt>
                <c:pt idx="14672">
                  <c:v>0.16981481481343508</c:v>
                </c:pt>
                <c:pt idx="14673">
                  <c:v>0.16982638889021473</c:v>
                </c:pt>
                <c:pt idx="14674">
                  <c:v>0.16983796295971842</c:v>
                </c:pt>
                <c:pt idx="14675">
                  <c:v>0.16984953703649808</c:v>
                </c:pt>
                <c:pt idx="14676">
                  <c:v>0.16986111110600177</c:v>
                </c:pt>
                <c:pt idx="14677">
                  <c:v>0.16987268518278142</c:v>
                </c:pt>
                <c:pt idx="14678">
                  <c:v>0.16988425925956108</c:v>
                </c:pt>
                <c:pt idx="14679">
                  <c:v>0.16989583332906477</c:v>
                </c:pt>
                <c:pt idx="14680">
                  <c:v>0.16990740740584442</c:v>
                </c:pt>
                <c:pt idx="14681">
                  <c:v>0.16991898148262408</c:v>
                </c:pt>
                <c:pt idx="14682">
                  <c:v>0.16993055555212777</c:v>
                </c:pt>
                <c:pt idx="14683">
                  <c:v>0.16994212962890742</c:v>
                </c:pt>
                <c:pt idx="14684">
                  <c:v>0.16995370369841112</c:v>
                </c:pt>
                <c:pt idx="14685">
                  <c:v>0.16996527777519077</c:v>
                </c:pt>
                <c:pt idx="14686">
                  <c:v>0.16997685185197042</c:v>
                </c:pt>
                <c:pt idx="14687">
                  <c:v>0.16998842592147412</c:v>
                </c:pt>
                <c:pt idx="14688">
                  <c:v>0.16999999999825377</c:v>
                </c:pt>
                <c:pt idx="14689">
                  <c:v>0.17001157407503342</c:v>
                </c:pt>
                <c:pt idx="14690">
                  <c:v>0.17002314814453712</c:v>
                </c:pt>
                <c:pt idx="14691">
                  <c:v>0.17003472222131677</c:v>
                </c:pt>
                <c:pt idx="14692">
                  <c:v>0.17004629629082046</c:v>
                </c:pt>
                <c:pt idx="14693">
                  <c:v>0.17005787036760012</c:v>
                </c:pt>
                <c:pt idx="14694">
                  <c:v>0.17006944444437977</c:v>
                </c:pt>
                <c:pt idx="14695">
                  <c:v>0.17008101851388346</c:v>
                </c:pt>
                <c:pt idx="14696">
                  <c:v>0.17009259259066312</c:v>
                </c:pt>
                <c:pt idx="14697">
                  <c:v>0.17010416666744277</c:v>
                </c:pt>
                <c:pt idx="14698">
                  <c:v>0.17011574073694646</c:v>
                </c:pt>
                <c:pt idx="14699">
                  <c:v>0.17012731481372612</c:v>
                </c:pt>
                <c:pt idx="14700">
                  <c:v>0.17013888888322981</c:v>
                </c:pt>
                <c:pt idx="14701">
                  <c:v>0.17015046296000946</c:v>
                </c:pt>
                <c:pt idx="14702">
                  <c:v>0.17016203703678912</c:v>
                </c:pt>
                <c:pt idx="14703">
                  <c:v>0.17017361110629281</c:v>
                </c:pt>
                <c:pt idx="14704">
                  <c:v>0.17018518518307246</c:v>
                </c:pt>
                <c:pt idx="14705">
                  <c:v>0.17019675925985212</c:v>
                </c:pt>
                <c:pt idx="14706">
                  <c:v>0.17020833332935581</c:v>
                </c:pt>
                <c:pt idx="14707">
                  <c:v>0.17021990740613546</c:v>
                </c:pt>
                <c:pt idx="14708">
                  <c:v>0.17023148147563916</c:v>
                </c:pt>
                <c:pt idx="14709">
                  <c:v>0.17024305555241881</c:v>
                </c:pt>
                <c:pt idx="14710">
                  <c:v>0.17025462962919846</c:v>
                </c:pt>
                <c:pt idx="14711">
                  <c:v>0.17026620369870216</c:v>
                </c:pt>
                <c:pt idx="14712">
                  <c:v>0.17027777777548181</c:v>
                </c:pt>
                <c:pt idx="14713">
                  <c:v>0.17028935185226146</c:v>
                </c:pt>
                <c:pt idx="14714">
                  <c:v>0.17030092592176516</c:v>
                </c:pt>
                <c:pt idx="14715">
                  <c:v>0.17031249999854481</c:v>
                </c:pt>
                <c:pt idx="14716">
                  <c:v>0.17032407407532446</c:v>
                </c:pt>
                <c:pt idx="14717">
                  <c:v>0.17033564814482816</c:v>
                </c:pt>
                <c:pt idx="14718">
                  <c:v>0.17034722222160781</c:v>
                </c:pt>
                <c:pt idx="14719">
                  <c:v>0.1703587962911115</c:v>
                </c:pt>
                <c:pt idx="14720">
                  <c:v>0.17037037036789116</c:v>
                </c:pt>
                <c:pt idx="14721">
                  <c:v>0.17038194444467081</c:v>
                </c:pt>
                <c:pt idx="14722">
                  <c:v>0.1703935185141745</c:v>
                </c:pt>
                <c:pt idx="14723">
                  <c:v>0.17040509259095415</c:v>
                </c:pt>
                <c:pt idx="14724">
                  <c:v>0.17041666666773381</c:v>
                </c:pt>
                <c:pt idx="14725">
                  <c:v>0.1704282407372375</c:v>
                </c:pt>
                <c:pt idx="14726">
                  <c:v>0.17043981481401715</c:v>
                </c:pt>
                <c:pt idx="14727">
                  <c:v>0.17045138888352085</c:v>
                </c:pt>
                <c:pt idx="14728">
                  <c:v>0.1704629629603005</c:v>
                </c:pt>
                <c:pt idx="14729">
                  <c:v>0.17047453703708015</c:v>
                </c:pt>
                <c:pt idx="14730">
                  <c:v>0.17048611110658385</c:v>
                </c:pt>
                <c:pt idx="14731">
                  <c:v>0.1704976851833635</c:v>
                </c:pt>
                <c:pt idx="14732">
                  <c:v>0.17050925926014315</c:v>
                </c:pt>
                <c:pt idx="14733">
                  <c:v>0.17052083332964685</c:v>
                </c:pt>
                <c:pt idx="14734">
                  <c:v>0.1705324074064265</c:v>
                </c:pt>
                <c:pt idx="14735">
                  <c:v>0.1705439814759302</c:v>
                </c:pt>
                <c:pt idx="14736">
                  <c:v>0.17055555555270985</c:v>
                </c:pt>
                <c:pt idx="14737">
                  <c:v>0.1705671296294895</c:v>
                </c:pt>
                <c:pt idx="14738">
                  <c:v>0.17057870369899319</c:v>
                </c:pt>
                <c:pt idx="14739">
                  <c:v>0.17059027777577285</c:v>
                </c:pt>
                <c:pt idx="14740">
                  <c:v>0.1706018518525525</c:v>
                </c:pt>
                <c:pt idx="14741">
                  <c:v>0.17061342592205619</c:v>
                </c:pt>
                <c:pt idx="14742">
                  <c:v>0.17062499999883585</c:v>
                </c:pt>
                <c:pt idx="14743">
                  <c:v>0.17063657406833954</c:v>
                </c:pt>
                <c:pt idx="14744">
                  <c:v>0.17064814814511919</c:v>
                </c:pt>
                <c:pt idx="14745">
                  <c:v>0.17065972222189885</c:v>
                </c:pt>
                <c:pt idx="14746">
                  <c:v>0.17067129629140254</c:v>
                </c:pt>
                <c:pt idx="14747">
                  <c:v>0.17068287036818219</c:v>
                </c:pt>
                <c:pt idx="14748">
                  <c:v>0.17069444444496185</c:v>
                </c:pt>
                <c:pt idx="14749">
                  <c:v>0.17070601851446554</c:v>
                </c:pt>
                <c:pt idx="14750">
                  <c:v>0.17071759259124519</c:v>
                </c:pt>
                <c:pt idx="14751">
                  <c:v>0.17072916666074889</c:v>
                </c:pt>
                <c:pt idx="14752">
                  <c:v>0.17074074073752854</c:v>
                </c:pt>
                <c:pt idx="14753">
                  <c:v>0.17075231481430819</c:v>
                </c:pt>
                <c:pt idx="14754">
                  <c:v>0.17076388888381189</c:v>
                </c:pt>
                <c:pt idx="14755">
                  <c:v>0.17077546296059154</c:v>
                </c:pt>
                <c:pt idx="14756">
                  <c:v>0.17078703703737119</c:v>
                </c:pt>
                <c:pt idx="14757">
                  <c:v>0.17079861110687489</c:v>
                </c:pt>
                <c:pt idx="14758">
                  <c:v>0.17081018518365454</c:v>
                </c:pt>
                <c:pt idx="14759">
                  <c:v>0.17082175926043419</c:v>
                </c:pt>
                <c:pt idx="14760">
                  <c:v>0.17083333332993789</c:v>
                </c:pt>
                <c:pt idx="14761">
                  <c:v>0.17084490740671754</c:v>
                </c:pt>
                <c:pt idx="14762">
                  <c:v>0.17085648147622123</c:v>
                </c:pt>
                <c:pt idx="14763">
                  <c:v>0.17086805555300089</c:v>
                </c:pt>
                <c:pt idx="14764">
                  <c:v>0.17087962962978054</c:v>
                </c:pt>
                <c:pt idx="14765">
                  <c:v>0.17089120369928423</c:v>
                </c:pt>
                <c:pt idx="14766">
                  <c:v>0.17090277777606389</c:v>
                </c:pt>
                <c:pt idx="14767">
                  <c:v>0.17091435185284354</c:v>
                </c:pt>
                <c:pt idx="14768">
                  <c:v>0.17092592592234723</c:v>
                </c:pt>
                <c:pt idx="14769">
                  <c:v>0.17093749999912689</c:v>
                </c:pt>
                <c:pt idx="14770">
                  <c:v>0.17094907406863058</c:v>
                </c:pt>
                <c:pt idx="14771">
                  <c:v>0.17096064814541023</c:v>
                </c:pt>
                <c:pt idx="14772">
                  <c:v>0.17097222222218988</c:v>
                </c:pt>
                <c:pt idx="14773">
                  <c:v>0.17098379629169358</c:v>
                </c:pt>
                <c:pt idx="14774">
                  <c:v>0.17099537036847323</c:v>
                </c:pt>
                <c:pt idx="14775">
                  <c:v>0.17100694444525288</c:v>
                </c:pt>
                <c:pt idx="14776">
                  <c:v>0.17101851851475658</c:v>
                </c:pt>
                <c:pt idx="14777">
                  <c:v>0.17103009259153623</c:v>
                </c:pt>
                <c:pt idx="14778">
                  <c:v>0.17104166666103993</c:v>
                </c:pt>
                <c:pt idx="14779">
                  <c:v>0.17105324073781958</c:v>
                </c:pt>
                <c:pt idx="14780">
                  <c:v>0.17106481481459923</c:v>
                </c:pt>
                <c:pt idx="14781">
                  <c:v>0.17107638888410293</c:v>
                </c:pt>
                <c:pt idx="14782">
                  <c:v>0.17108796296088258</c:v>
                </c:pt>
                <c:pt idx="14783">
                  <c:v>0.17109953703766223</c:v>
                </c:pt>
                <c:pt idx="14784">
                  <c:v>0.17111111110716593</c:v>
                </c:pt>
                <c:pt idx="14785">
                  <c:v>0.17112268518394558</c:v>
                </c:pt>
                <c:pt idx="14786">
                  <c:v>0.17113425925344927</c:v>
                </c:pt>
                <c:pt idx="14787">
                  <c:v>0.17114583333022892</c:v>
                </c:pt>
                <c:pt idx="14788">
                  <c:v>0.17115740740700858</c:v>
                </c:pt>
                <c:pt idx="14789">
                  <c:v>0.17116898147651227</c:v>
                </c:pt>
                <c:pt idx="14790">
                  <c:v>0.17118055555329192</c:v>
                </c:pt>
                <c:pt idx="14791">
                  <c:v>0.17119212963007158</c:v>
                </c:pt>
                <c:pt idx="14792">
                  <c:v>0.17120370369957527</c:v>
                </c:pt>
                <c:pt idx="14793">
                  <c:v>0.17121527777635492</c:v>
                </c:pt>
                <c:pt idx="14794">
                  <c:v>0.17122685185313458</c:v>
                </c:pt>
                <c:pt idx="14795">
                  <c:v>0.17123842592263827</c:v>
                </c:pt>
                <c:pt idx="14796">
                  <c:v>0.17124999999941792</c:v>
                </c:pt>
                <c:pt idx="14797">
                  <c:v>0.17126157406892162</c:v>
                </c:pt>
                <c:pt idx="14798">
                  <c:v>0.17127314814570127</c:v>
                </c:pt>
                <c:pt idx="14799">
                  <c:v>0.17128472222248092</c:v>
                </c:pt>
                <c:pt idx="14800">
                  <c:v>0.17129629629198462</c:v>
                </c:pt>
                <c:pt idx="14801">
                  <c:v>0.17130787036876427</c:v>
                </c:pt>
                <c:pt idx="14802">
                  <c:v>0.17131944444554392</c:v>
                </c:pt>
                <c:pt idx="14803">
                  <c:v>0.17133101851504762</c:v>
                </c:pt>
                <c:pt idx="14804">
                  <c:v>0.17134259259182727</c:v>
                </c:pt>
                <c:pt idx="14805">
                  <c:v>0.17135416666133096</c:v>
                </c:pt>
                <c:pt idx="14806">
                  <c:v>0.17136574073811062</c:v>
                </c:pt>
                <c:pt idx="14807">
                  <c:v>0.17137731481489027</c:v>
                </c:pt>
                <c:pt idx="14808">
                  <c:v>0.17138888888439396</c:v>
                </c:pt>
                <c:pt idx="14809">
                  <c:v>0.17140046296117362</c:v>
                </c:pt>
                <c:pt idx="14810">
                  <c:v>0.17141203703795327</c:v>
                </c:pt>
                <c:pt idx="14811">
                  <c:v>0.17142361110745696</c:v>
                </c:pt>
                <c:pt idx="14812">
                  <c:v>0.17143518518423662</c:v>
                </c:pt>
                <c:pt idx="14813">
                  <c:v>0.17144675925374031</c:v>
                </c:pt>
                <c:pt idx="14814">
                  <c:v>0.17145833333051996</c:v>
                </c:pt>
                <c:pt idx="14815">
                  <c:v>0.17146990740729962</c:v>
                </c:pt>
                <c:pt idx="14816">
                  <c:v>0.17148148147680331</c:v>
                </c:pt>
                <c:pt idx="14817">
                  <c:v>0.17149305555358296</c:v>
                </c:pt>
                <c:pt idx="14818">
                  <c:v>0.17150462963036261</c:v>
                </c:pt>
                <c:pt idx="14819">
                  <c:v>0.17151620369986631</c:v>
                </c:pt>
                <c:pt idx="14820">
                  <c:v>0.17152777777664596</c:v>
                </c:pt>
                <c:pt idx="14821">
                  <c:v>0.17153935184614966</c:v>
                </c:pt>
                <c:pt idx="14822">
                  <c:v>0.17155092592292931</c:v>
                </c:pt>
                <c:pt idx="14823">
                  <c:v>0.17156249999970896</c:v>
                </c:pt>
                <c:pt idx="14824">
                  <c:v>0.17157407406921266</c:v>
                </c:pt>
                <c:pt idx="14825">
                  <c:v>0.17158564814599231</c:v>
                </c:pt>
                <c:pt idx="14826">
                  <c:v>0.17159722222277196</c:v>
                </c:pt>
                <c:pt idx="14827">
                  <c:v>0.17160879629227566</c:v>
                </c:pt>
                <c:pt idx="14828">
                  <c:v>0.17162037036905531</c:v>
                </c:pt>
                <c:pt idx="14829">
                  <c:v>0.171631944438559</c:v>
                </c:pt>
                <c:pt idx="14830">
                  <c:v>0.17164351851533866</c:v>
                </c:pt>
                <c:pt idx="14831">
                  <c:v>0.17165509259211831</c:v>
                </c:pt>
                <c:pt idx="14832">
                  <c:v>0.171666666661622</c:v>
                </c:pt>
                <c:pt idx="14833">
                  <c:v>0.17167824073840166</c:v>
                </c:pt>
                <c:pt idx="14834">
                  <c:v>0.17168981481518131</c:v>
                </c:pt>
                <c:pt idx="14835">
                  <c:v>0.171701388884685</c:v>
                </c:pt>
                <c:pt idx="14836">
                  <c:v>0.17171296296146465</c:v>
                </c:pt>
                <c:pt idx="14837">
                  <c:v>0.17172453703824431</c:v>
                </c:pt>
                <c:pt idx="14838">
                  <c:v>0.171736111107748</c:v>
                </c:pt>
                <c:pt idx="14839">
                  <c:v>0.17174768518452765</c:v>
                </c:pt>
                <c:pt idx="14840">
                  <c:v>0.17175925925403135</c:v>
                </c:pt>
                <c:pt idx="14841">
                  <c:v>0.171770833330811</c:v>
                </c:pt>
                <c:pt idx="14842">
                  <c:v>0.17178240740759065</c:v>
                </c:pt>
                <c:pt idx="14843">
                  <c:v>0.17179398147709435</c:v>
                </c:pt>
                <c:pt idx="14844">
                  <c:v>0.171805555553874</c:v>
                </c:pt>
                <c:pt idx="14845">
                  <c:v>0.17181712963065365</c:v>
                </c:pt>
                <c:pt idx="14846">
                  <c:v>0.17182870370015735</c:v>
                </c:pt>
                <c:pt idx="14847">
                  <c:v>0.171840277776937</c:v>
                </c:pt>
                <c:pt idx="14848">
                  <c:v>0.1718518518464407</c:v>
                </c:pt>
                <c:pt idx="14849">
                  <c:v>0.17186342592322035</c:v>
                </c:pt>
                <c:pt idx="14850">
                  <c:v>0.171875</c:v>
                </c:pt>
                <c:pt idx="14851">
                  <c:v>0.17188657406950369</c:v>
                </c:pt>
                <c:pt idx="14852">
                  <c:v>0.17189814814628335</c:v>
                </c:pt>
                <c:pt idx="14853">
                  <c:v>0.171909722223063</c:v>
                </c:pt>
                <c:pt idx="14854">
                  <c:v>0.17192129629256669</c:v>
                </c:pt>
                <c:pt idx="14855">
                  <c:v>0.17193287036934635</c:v>
                </c:pt>
                <c:pt idx="14856">
                  <c:v>0.17194444443885004</c:v>
                </c:pt>
                <c:pt idx="14857">
                  <c:v>0.17195601851562969</c:v>
                </c:pt>
                <c:pt idx="14858">
                  <c:v>0.17196759259240935</c:v>
                </c:pt>
                <c:pt idx="14859">
                  <c:v>0.17197916666191304</c:v>
                </c:pt>
                <c:pt idx="14860">
                  <c:v>0.17199074073869269</c:v>
                </c:pt>
                <c:pt idx="14861">
                  <c:v>0.17200231481547235</c:v>
                </c:pt>
                <c:pt idx="14862">
                  <c:v>0.17201388888497604</c:v>
                </c:pt>
                <c:pt idx="14863">
                  <c:v>0.17202546296175569</c:v>
                </c:pt>
                <c:pt idx="14864">
                  <c:v>0.17203703703125939</c:v>
                </c:pt>
                <c:pt idx="14865">
                  <c:v>0.17204861110803904</c:v>
                </c:pt>
                <c:pt idx="14866">
                  <c:v>0.17206018518481869</c:v>
                </c:pt>
                <c:pt idx="14867">
                  <c:v>0.17207175925432239</c:v>
                </c:pt>
                <c:pt idx="14868">
                  <c:v>0.17208333333110204</c:v>
                </c:pt>
                <c:pt idx="14869">
                  <c:v>0.17209490740788169</c:v>
                </c:pt>
                <c:pt idx="14870">
                  <c:v>0.17210648147738539</c:v>
                </c:pt>
                <c:pt idx="14871">
                  <c:v>0.17211805555416504</c:v>
                </c:pt>
                <c:pt idx="14872">
                  <c:v>0.17212962963094469</c:v>
                </c:pt>
                <c:pt idx="14873">
                  <c:v>0.17214120370044839</c:v>
                </c:pt>
                <c:pt idx="14874">
                  <c:v>0.17215277777722804</c:v>
                </c:pt>
                <c:pt idx="14875">
                  <c:v>0.17216435184673173</c:v>
                </c:pt>
                <c:pt idx="14876">
                  <c:v>0.17217592592351139</c:v>
                </c:pt>
                <c:pt idx="14877">
                  <c:v>0.17218750000029104</c:v>
                </c:pt>
                <c:pt idx="14878">
                  <c:v>0.17219907406979473</c:v>
                </c:pt>
                <c:pt idx="14879">
                  <c:v>0.17221064814657439</c:v>
                </c:pt>
                <c:pt idx="14880">
                  <c:v>0.17222222222335404</c:v>
                </c:pt>
                <c:pt idx="14881">
                  <c:v>0.17223379629285773</c:v>
                </c:pt>
                <c:pt idx="14882">
                  <c:v>0.17224537036963739</c:v>
                </c:pt>
                <c:pt idx="14883">
                  <c:v>0.17225694443914108</c:v>
                </c:pt>
                <c:pt idx="14884">
                  <c:v>0.17226851851592073</c:v>
                </c:pt>
                <c:pt idx="14885">
                  <c:v>0.17228009259270038</c:v>
                </c:pt>
                <c:pt idx="14886">
                  <c:v>0.17229166666220408</c:v>
                </c:pt>
                <c:pt idx="14887">
                  <c:v>0.17230324073898373</c:v>
                </c:pt>
                <c:pt idx="14888">
                  <c:v>0.17231481481576338</c:v>
                </c:pt>
                <c:pt idx="14889">
                  <c:v>0.17232638888526708</c:v>
                </c:pt>
                <c:pt idx="14890">
                  <c:v>0.17233796296204673</c:v>
                </c:pt>
                <c:pt idx="14891">
                  <c:v>0.17234953703155043</c:v>
                </c:pt>
                <c:pt idx="14892">
                  <c:v>0.17236111110833008</c:v>
                </c:pt>
                <c:pt idx="14893">
                  <c:v>0.17237268518510973</c:v>
                </c:pt>
                <c:pt idx="14894">
                  <c:v>0.17238425925461343</c:v>
                </c:pt>
                <c:pt idx="14895">
                  <c:v>0.17239583333139308</c:v>
                </c:pt>
                <c:pt idx="14896">
                  <c:v>0.17240740740817273</c:v>
                </c:pt>
                <c:pt idx="14897">
                  <c:v>0.17241898147767643</c:v>
                </c:pt>
                <c:pt idx="14898">
                  <c:v>0.17243055555445608</c:v>
                </c:pt>
                <c:pt idx="14899">
                  <c:v>0.17244212962395977</c:v>
                </c:pt>
                <c:pt idx="14900">
                  <c:v>0.17245370370073942</c:v>
                </c:pt>
                <c:pt idx="14901">
                  <c:v>0.17246527777751908</c:v>
                </c:pt>
                <c:pt idx="14902">
                  <c:v>0.17247685184702277</c:v>
                </c:pt>
                <c:pt idx="14903">
                  <c:v>0.17248842592380242</c:v>
                </c:pt>
                <c:pt idx="14904">
                  <c:v>0.17250000000058208</c:v>
                </c:pt>
                <c:pt idx="14905">
                  <c:v>0.17251157407008577</c:v>
                </c:pt>
                <c:pt idx="14906">
                  <c:v>0.17252314814686542</c:v>
                </c:pt>
                <c:pt idx="14907">
                  <c:v>0.17253472221636912</c:v>
                </c:pt>
                <c:pt idx="14908">
                  <c:v>0.17254629629314877</c:v>
                </c:pt>
                <c:pt idx="14909">
                  <c:v>0.17255787036992842</c:v>
                </c:pt>
                <c:pt idx="14910">
                  <c:v>0.17256944443943212</c:v>
                </c:pt>
                <c:pt idx="14911">
                  <c:v>0.17258101851621177</c:v>
                </c:pt>
                <c:pt idx="14912">
                  <c:v>0.17259259259299142</c:v>
                </c:pt>
                <c:pt idx="14913">
                  <c:v>0.17260416666249512</c:v>
                </c:pt>
                <c:pt idx="14914">
                  <c:v>0.17261574073927477</c:v>
                </c:pt>
                <c:pt idx="14915">
                  <c:v>0.17262731481605442</c:v>
                </c:pt>
                <c:pt idx="14916">
                  <c:v>0.17263888888555812</c:v>
                </c:pt>
                <c:pt idx="14917">
                  <c:v>0.17265046296233777</c:v>
                </c:pt>
                <c:pt idx="14918">
                  <c:v>0.17266203703184146</c:v>
                </c:pt>
                <c:pt idx="14919">
                  <c:v>0.17267361110862112</c:v>
                </c:pt>
                <c:pt idx="14920">
                  <c:v>0.17268518518540077</c:v>
                </c:pt>
                <c:pt idx="14921">
                  <c:v>0.17269675925490446</c:v>
                </c:pt>
                <c:pt idx="14922">
                  <c:v>0.17270833333168412</c:v>
                </c:pt>
                <c:pt idx="14923">
                  <c:v>0.17271990740846377</c:v>
                </c:pt>
                <c:pt idx="14924">
                  <c:v>0.17273148147796746</c:v>
                </c:pt>
                <c:pt idx="14925">
                  <c:v>0.17274305555474712</c:v>
                </c:pt>
                <c:pt idx="14926">
                  <c:v>0.17275462962425081</c:v>
                </c:pt>
                <c:pt idx="14927">
                  <c:v>0.17276620370103046</c:v>
                </c:pt>
                <c:pt idx="14928">
                  <c:v>0.17277777777781012</c:v>
                </c:pt>
                <c:pt idx="14929">
                  <c:v>0.17278935184731381</c:v>
                </c:pt>
                <c:pt idx="14930">
                  <c:v>0.17280092592409346</c:v>
                </c:pt>
                <c:pt idx="14931">
                  <c:v>0.17281250000087311</c:v>
                </c:pt>
                <c:pt idx="14932">
                  <c:v>0.17282407407037681</c:v>
                </c:pt>
                <c:pt idx="14933">
                  <c:v>0.17283564814715646</c:v>
                </c:pt>
                <c:pt idx="14934">
                  <c:v>0.17284722221666016</c:v>
                </c:pt>
                <c:pt idx="14935">
                  <c:v>0.17285879629343981</c:v>
                </c:pt>
                <c:pt idx="14936">
                  <c:v>0.17287037037021946</c:v>
                </c:pt>
                <c:pt idx="14937">
                  <c:v>0.17288194443972316</c:v>
                </c:pt>
                <c:pt idx="14938">
                  <c:v>0.17289351851650281</c:v>
                </c:pt>
                <c:pt idx="14939">
                  <c:v>0.17290509259328246</c:v>
                </c:pt>
                <c:pt idx="14940">
                  <c:v>0.17291666666278616</c:v>
                </c:pt>
                <c:pt idx="14941">
                  <c:v>0.17292824073956581</c:v>
                </c:pt>
                <c:pt idx="14942">
                  <c:v>0.1729398148090695</c:v>
                </c:pt>
                <c:pt idx="14943">
                  <c:v>0.17295138888584916</c:v>
                </c:pt>
                <c:pt idx="14944">
                  <c:v>0.17296296296262881</c:v>
                </c:pt>
                <c:pt idx="14945">
                  <c:v>0.1729745370321325</c:v>
                </c:pt>
                <c:pt idx="14946">
                  <c:v>0.17298611110891216</c:v>
                </c:pt>
                <c:pt idx="14947">
                  <c:v>0.17299768518569181</c:v>
                </c:pt>
                <c:pt idx="14948">
                  <c:v>0.1730092592551955</c:v>
                </c:pt>
                <c:pt idx="14949">
                  <c:v>0.17302083333197515</c:v>
                </c:pt>
                <c:pt idx="14950">
                  <c:v>0.17303240740147885</c:v>
                </c:pt>
                <c:pt idx="14951">
                  <c:v>0.1730439814782585</c:v>
                </c:pt>
                <c:pt idx="14952">
                  <c:v>0.17305555555503815</c:v>
                </c:pt>
                <c:pt idx="14953">
                  <c:v>0.17306712962454185</c:v>
                </c:pt>
                <c:pt idx="14954">
                  <c:v>0.1730787037013215</c:v>
                </c:pt>
                <c:pt idx="14955">
                  <c:v>0.17309027777810115</c:v>
                </c:pt>
                <c:pt idx="14956">
                  <c:v>0.17310185184760485</c:v>
                </c:pt>
                <c:pt idx="14957">
                  <c:v>0.1731134259243845</c:v>
                </c:pt>
                <c:pt idx="14958">
                  <c:v>0.17312500000116415</c:v>
                </c:pt>
                <c:pt idx="14959">
                  <c:v>0.17313657407066785</c:v>
                </c:pt>
                <c:pt idx="14960">
                  <c:v>0.1731481481474475</c:v>
                </c:pt>
                <c:pt idx="14961">
                  <c:v>0.1731597222169512</c:v>
                </c:pt>
                <c:pt idx="14962">
                  <c:v>0.17317129629373085</c:v>
                </c:pt>
                <c:pt idx="14963">
                  <c:v>0.1731828703705105</c:v>
                </c:pt>
                <c:pt idx="14964">
                  <c:v>0.17319444444001419</c:v>
                </c:pt>
                <c:pt idx="14965">
                  <c:v>0.17320601851679385</c:v>
                </c:pt>
                <c:pt idx="14966">
                  <c:v>0.1732175925935735</c:v>
                </c:pt>
                <c:pt idx="14967">
                  <c:v>0.17322916666307719</c:v>
                </c:pt>
                <c:pt idx="14968">
                  <c:v>0.17324074073985685</c:v>
                </c:pt>
                <c:pt idx="14969">
                  <c:v>0.17325231480936054</c:v>
                </c:pt>
                <c:pt idx="14970">
                  <c:v>0.17326388888614019</c:v>
                </c:pt>
                <c:pt idx="14971">
                  <c:v>0.17327546296291985</c:v>
                </c:pt>
                <c:pt idx="14972">
                  <c:v>0.17328703703242354</c:v>
                </c:pt>
                <c:pt idx="14973">
                  <c:v>0.17329861110920319</c:v>
                </c:pt>
                <c:pt idx="14974">
                  <c:v>0.17331018518598285</c:v>
                </c:pt>
                <c:pt idx="14975">
                  <c:v>0.17332175925548654</c:v>
                </c:pt>
                <c:pt idx="14976">
                  <c:v>0.17333333333226619</c:v>
                </c:pt>
                <c:pt idx="14977">
                  <c:v>0.17334490740176989</c:v>
                </c:pt>
                <c:pt idx="14978">
                  <c:v>0.17335648147854954</c:v>
                </c:pt>
                <c:pt idx="14979">
                  <c:v>0.17336805555532919</c:v>
                </c:pt>
                <c:pt idx="14980">
                  <c:v>0.17337962962483289</c:v>
                </c:pt>
                <c:pt idx="14981">
                  <c:v>0.17339120370161254</c:v>
                </c:pt>
                <c:pt idx="14982">
                  <c:v>0.17340277777839219</c:v>
                </c:pt>
                <c:pt idx="14983">
                  <c:v>0.17341435184789589</c:v>
                </c:pt>
                <c:pt idx="14984">
                  <c:v>0.17342592592467554</c:v>
                </c:pt>
                <c:pt idx="14985">
                  <c:v>0.17343749999417923</c:v>
                </c:pt>
                <c:pt idx="14986">
                  <c:v>0.17344907407095889</c:v>
                </c:pt>
                <c:pt idx="14987">
                  <c:v>0.17346064814773854</c:v>
                </c:pt>
                <c:pt idx="14988">
                  <c:v>0.17347222221724223</c:v>
                </c:pt>
                <c:pt idx="14989">
                  <c:v>0.17348379629402189</c:v>
                </c:pt>
                <c:pt idx="14990">
                  <c:v>0.17349537037080154</c:v>
                </c:pt>
                <c:pt idx="14991">
                  <c:v>0.17350694444030523</c:v>
                </c:pt>
                <c:pt idx="14992">
                  <c:v>0.17351851851708489</c:v>
                </c:pt>
                <c:pt idx="14993">
                  <c:v>0.17353009259386454</c:v>
                </c:pt>
                <c:pt idx="14994">
                  <c:v>0.17354166666336823</c:v>
                </c:pt>
                <c:pt idx="14995">
                  <c:v>0.17355324074014788</c:v>
                </c:pt>
                <c:pt idx="14996">
                  <c:v>0.17356481480965158</c:v>
                </c:pt>
                <c:pt idx="14997">
                  <c:v>0.17357638888643123</c:v>
                </c:pt>
                <c:pt idx="14998">
                  <c:v>0.17358796296321088</c:v>
                </c:pt>
                <c:pt idx="14999">
                  <c:v>0.17359953703271458</c:v>
                </c:pt>
                <c:pt idx="15000">
                  <c:v>0.17361111110949423</c:v>
                </c:pt>
                <c:pt idx="15001">
                  <c:v>0.17362268518627388</c:v>
                </c:pt>
                <c:pt idx="15002">
                  <c:v>0.17363425925577758</c:v>
                </c:pt>
                <c:pt idx="15003">
                  <c:v>0.17364583333255723</c:v>
                </c:pt>
                <c:pt idx="15004">
                  <c:v>0.17365740740206093</c:v>
                </c:pt>
                <c:pt idx="15005">
                  <c:v>0.17366898147884058</c:v>
                </c:pt>
                <c:pt idx="15006">
                  <c:v>0.17368055555562023</c:v>
                </c:pt>
                <c:pt idx="15007">
                  <c:v>0.17369212962512393</c:v>
                </c:pt>
                <c:pt idx="15008">
                  <c:v>0.17370370370190358</c:v>
                </c:pt>
                <c:pt idx="15009">
                  <c:v>0.17371527777868323</c:v>
                </c:pt>
                <c:pt idx="15010">
                  <c:v>0.17372685184818693</c:v>
                </c:pt>
                <c:pt idx="15011">
                  <c:v>0.17373842592496658</c:v>
                </c:pt>
                <c:pt idx="15012">
                  <c:v>0.17374999999447027</c:v>
                </c:pt>
                <c:pt idx="15013">
                  <c:v>0.17376157407124992</c:v>
                </c:pt>
                <c:pt idx="15014">
                  <c:v>0.17377314814802958</c:v>
                </c:pt>
                <c:pt idx="15015">
                  <c:v>0.17378472221753327</c:v>
                </c:pt>
                <c:pt idx="15016">
                  <c:v>0.17379629629431292</c:v>
                </c:pt>
                <c:pt idx="15017">
                  <c:v>0.17380787037109258</c:v>
                </c:pt>
                <c:pt idx="15018">
                  <c:v>0.17381944444059627</c:v>
                </c:pt>
                <c:pt idx="15019">
                  <c:v>0.17383101851737592</c:v>
                </c:pt>
                <c:pt idx="15020">
                  <c:v>0.17384259258687962</c:v>
                </c:pt>
                <c:pt idx="15021">
                  <c:v>0.17385416666365927</c:v>
                </c:pt>
                <c:pt idx="15022">
                  <c:v>0.17386574074043892</c:v>
                </c:pt>
                <c:pt idx="15023">
                  <c:v>0.17387731480994262</c:v>
                </c:pt>
                <c:pt idx="15024">
                  <c:v>0.17388888888672227</c:v>
                </c:pt>
                <c:pt idx="15025">
                  <c:v>0.17390046296350192</c:v>
                </c:pt>
                <c:pt idx="15026">
                  <c:v>0.17391203703300562</c:v>
                </c:pt>
                <c:pt idx="15027">
                  <c:v>0.17392361110978527</c:v>
                </c:pt>
                <c:pt idx="15028">
                  <c:v>0.17393518517928896</c:v>
                </c:pt>
                <c:pt idx="15029">
                  <c:v>0.17394675925606862</c:v>
                </c:pt>
                <c:pt idx="15030">
                  <c:v>0.17395833333284827</c:v>
                </c:pt>
                <c:pt idx="15031">
                  <c:v>0.17396990740235196</c:v>
                </c:pt>
                <c:pt idx="15032">
                  <c:v>0.17398148147913162</c:v>
                </c:pt>
                <c:pt idx="15033">
                  <c:v>0.17399305555591127</c:v>
                </c:pt>
                <c:pt idx="15034">
                  <c:v>0.17400462962541496</c:v>
                </c:pt>
                <c:pt idx="15035">
                  <c:v>0.17401620370219462</c:v>
                </c:pt>
                <c:pt idx="15036">
                  <c:v>0.17402777777897427</c:v>
                </c:pt>
                <c:pt idx="15037">
                  <c:v>0.17403935184847796</c:v>
                </c:pt>
                <c:pt idx="15038">
                  <c:v>0.17405092592525762</c:v>
                </c:pt>
                <c:pt idx="15039">
                  <c:v>0.17406249999476131</c:v>
                </c:pt>
                <c:pt idx="15040">
                  <c:v>0.17407407407154096</c:v>
                </c:pt>
                <c:pt idx="15041">
                  <c:v>0.17408564814832062</c:v>
                </c:pt>
                <c:pt idx="15042">
                  <c:v>0.17409722221782431</c:v>
                </c:pt>
                <c:pt idx="15043">
                  <c:v>0.17410879629460396</c:v>
                </c:pt>
                <c:pt idx="15044">
                  <c:v>0.17412037037138361</c:v>
                </c:pt>
                <c:pt idx="15045">
                  <c:v>0.17413194444088731</c:v>
                </c:pt>
                <c:pt idx="15046">
                  <c:v>0.17414351851766696</c:v>
                </c:pt>
                <c:pt idx="15047">
                  <c:v>0.17415509258717066</c:v>
                </c:pt>
                <c:pt idx="15048">
                  <c:v>0.17416666666395031</c:v>
                </c:pt>
                <c:pt idx="15049">
                  <c:v>0.17417824074072996</c:v>
                </c:pt>
                <c:pt idx="15050">
                  <c:v>0.17418981481023366</c:v>
                </c:pt>
                <c:pt idx="15051">
                  <c:v>0.17420138888701331</c:v>
                </c:pt>
                <c:pt idx="15052">
                  <c:v>0.17421296296379296</c:v>
                </c:pt>
                <c:pt idx="15053">
                  <c:v>0.17422453703329666</c:v>
                </c:pt>
                <c:pt idx="15054">
                  <c:v>0.17423611111007631</c:v>
                </c:pt>
                <c:pt idx="15055">
                  <c:v>0.17424768517958</c:v>
                </c:pt>
                <c:pt idx="15056">
                  <c:v>0.17425925925635966</c:v>
                </c:pt>
                <c:pt idx="15057">
                  <c:v>0.17427083333313931</c:v>
                </c:pt>
                <c:pt idx="15058">
                  <c:v>0.174282407402643</c:v>
                </c:pt>
                <c:pt idx="15059">
                  <c:v>0.17429398147942265</c:v>
                </c:pt>
                <c:pt idx="15060">
                  <c:v>0.17430555555620231</c:v>
                </c:pt>
                <c:pt idx="15061">
                  <c:v>0.174317129625706</c:v>
                </c:pt>
                <c:pt idx="15062">
                  <c:v>0.17432870370248565</c:v>
                </c:pt>
                <c:pt idx="15063">
                  <c:v>0.17434027777198935</c:v>
                </c:pt>
                <c:pt idx="15064">
                  <c:v>0.174351851848769</c:v>
                </c:pt>
                <c:pt idx="15065">
                  <c:v>0.17436342592554865</c:v>
                </c:pt>
                <c:pt idx="15066">
                  <c:v>0.17437499999505235</c:v>
                </c:pt>
                <c:pt idx="15067">
                  <c:v>0.174386574071832</c:v>
                </c:pt>
                <c:pt idx="15068">
                  <c:v>0.17439814814861165</c:v>
                </c:pt>
                <c:pt idx="15069">
                  <c:v>0.17440972221811535</c:v>
                </c:pt>
                <c:pt idx="15070">
                  <c:v>0.174421296294895</c:v>
                </c:pt>
                <c:pt idx="15071">
                  <c:v>0.17443287037167465</c:v>
                </c:pt>
                <c:pt idx="15072">
                  <c:v>0.17444444444117835</c:v>
                </c:pt>
                <c:pt idx="15073">
                  <c:v>0.174456018517958</c:v>
                </c:pt>
                <c:pt idx="15074">
                  <c:v>0.1744675925874617</c:v>
                </c:pt>
                <c:pt idx="15075">
                  <c:v>0.17447916666424135</c:v>
                </c:pt>
                <c:pt idx="15076">
                  <c:v>0.174490740741021</c:v>
                </c:pt>
                <c:pt idx="15077">
                  <c:v>0.17450231481052469</c:v>
                </c:pt>
                <c:pt idx="15078">
                  <c:v>0.17451388888730435</c:v>
                </c:pt>
                <c:pt idx="15079">
                  <c:v>0.174525462964084</c:v>
                </c:pt>
                <c:pt idx="15080">
                  <c:v>0.17453703703358769</c:v>
                </c:pt>
                <c:pt idx="15081">
                  <c:v>0.17454861111036735</c:v>
                </c:pt>
                <c:pt idx="15082">
                  <c:v>0.17456018517987104</c:v>
                </c:pt>
                <c:pt idx="15083">
                  <c:v>0.17457175925665069</c:v>
                </c:pt>
                <c:pt idx="15084">
                  <c:v>0.17458333333343035</c:v>
                </c:pt>
                <c:pt idx="15085">
                  <c:v>0.17459490740293404</c:v>
                </c:pt>
                <c:pt idx="15086">
                  <c:v>0.17460648147971369</c:v>
                </c:pt>
                <c:pt idx="15087">
                  <c:v>0.17461805555649335</c:v>
                </c:pt>
                <c:pt idx="15088">
                  <c:v>0.17462962962599704</c:v>
                </c:pt>
                <c:pt idx="15089">
                  <c:v>0.17464120370277669</c:v>
                </c:pt>
                <c:pt idx="15090">
                  <c:v>0.17465277777228039</c:v>
                </c:pt>
                <c:pt idx="15091">
                  <c:v>0.17466435184906004</c:v>
                </c:pt>
                <c:pt idx="15092">
                  <c:v>0.17467592592583969</c:v>
                </c:pt>
                <c:pt idx="15093">
                  <c:v>0.17468749999534339</c:v>
                </c:pt>
                <c:pt idx="15094">
                  <c:v>0.17469907407212304</c:v>
                </c:pt>
                <c:pt idx="15095">
                  <c:v>0.17471064814890269</c:v>
                </c:pt>
                <c:pt idx="15096">
                  <c:v>0.17472222221840639</c:v>
                </c:pt>
                <c:pt idx="15097">
                  <c:v>0.17473379629518604</c:v>
                </c:pt>
                <c:pt idx="15098">
                  <c:v>0.17474537036468973</c:v>
                </c:pt>
                <c:pt idx="15099">
                  <c:v>0.17475694444146939</c:v>
                </c:pt>
                <c:pt idx="15100">
                  <c:v>0.17476851851824904</c:v>
                </c:pt>
                <c:pt idx="15101">
                  <c:v>0.17478009258775273</c:v>
                </c:pt>
                <c:pt idx="15102">
                  <c:v>0.17479166666453239</c:v>
                </c:pt>
                <c:pt idx="15103">
                  <c:v>0.17480324074131204</c:v>
                </c:pt>
                <c:pt idx="15104">
                  <c:v>0.17481481481081573</c:v>
                </c:pt>
                <c:pt idx="15105">
                  <c:v>0.17482638888759539</c:v>
                </c:pt>
                <c:pt idx="15106">
                  <c:v>0.17483796295709908</c:v>
                </c:pt>
                <c:pt idx="15107">
                  <c:v>0.17484953703387873</c:v>
                </c:pt>
                <c:pt idx="15108">
                  <c:v>0.17486111111065838</c:v>
                </c:pt>
                <c:pt idx="15109">
                  <c:v>0.17487268518016208</c:v>
                </c:pt>
                <c:pt idx="15110">
                  <c:v>0.17488425925694173</c:v>
                </c:pt>
                <c:pt idx="15111">
                  <c:v>0.17489583333372138</c:v>
                </c:pt>
                <c:pt idx="15112">
                  <c:v>0.17490740740322508</c:v>
                </c:pt>
                <c:pt idx="15113">
                  <c:v>0.17491898148000473</c:v>
                </c:pt>
                <c:pt idx="15114">
                  <c:v>0.17493055555678438</c:v>
                </c:pt>
                <c:pt idx="15115">
                  <c:v>0.17494212962628808</c:v>
                </c:pt>
                <c:pt idx="15116">
                  <c:v>0.17495370370306773</c:v>
                </c:pt>
                <c:pt idx="15117">
                  <c:v>0.17496527777257143</c:v>
                </c:pt>
                <c:pt idx="15118">
                  <c:v>0.17497685184935108</c:v>
                </c:pt>
                <c:pt idx="15119">
                  <c:v>0.17498842592613073</c:v>
                </c:pt>
                <c:pt idx="15120">
                  <c:v>0.17499999999563443</c:v>
                </c:pt>
                <c:pt idx="15121">
                  <c:v>0.17501157407241408</c:v>
                </c:pt>
                <c:pt idx="15122">
                  <c:v>0.17502314814919373</c:v>
                </c:pt>
                <c:pt idx="15123">
                  <c:v>0.17503472221869742</c:v>
                </c:pt>
                <c:pt idx="15124">
                  <c:v>0.17504629629547708</c:v>
                </c:pt>
                <c:pt idx="15125">
                  <c:v>0.17505787036498077</c:v>
                </c:pt>
                <c:pt idx="15126">
                  <c:v>0.17506944444176042</c:v>
                </c:pt>
                <c:pt idx="15127">
                  <c:v>0.17508101851854008</c:v>
                </c:pt>
                <c:pt idx="15128">
                  <c:v>0.17509259258804377</c:v>
                </c:pt>
                <c:pt idx="15129">
                  <c:v>0.17510416666482342</c:v>
                </c:pt>
                <c:pt idx="15130">
                  <c:v>0.17511574074160308</c:v>
                </c:pt>
                <c:pt idx="15131">
                  <c:v>0.17512731481110677</c:v>
                </c:pt>
                <c:pt idx="15132">
                  <c:v>0.17513888888788642</c:v>
                </c:pt>
                <c:pt idx="15133">
                  <c:v>0.17515046295739012</c:v>
                </c:pt>
                <c:pt idx="15134">
                  <c:v>0.17516203703416977</c:v>
                </c:pt>
                <c:pt idx="15135">
                  <c:v>0.17517361111094942</c:v>
                </c:pt>
                <c:pt idx="15136">
                  <c:v>0.17518518518045312</c:v>
                </c:pt>
                <c:pt idx="15137">
                  <c:v>0.17519675925723277</c:v>
                </c:pt>
                <c:pt idx="15138">
                  <c:v>0.17520833333401242</c:v>
                </c:pt>
                <c:pt idx="15139">
                  <c:v>0.17521990740351612</c:v>
                </c:pt>
                <c:pt idx="15140">
                  <c:v>0.17523148148029577</c:v>
                </c:pt>
                <c:pt idx="15141">
                  <c:v>0.17524305554979946</c:v>
                </c:pt>
                <c:pt idx="15142">
                  <c:v>0.17525462962657912</c:v>
                </c:pt>
                <c:pt idx="15143">
                  <c:v>0.17526620370335877</c:v>
                </c:pt>
                <c:pt idx="15144">
                  <c:v>0.17527777777286246</c:v>
                </c:pt>
                <c:pt idx="15145">
                  <c:v>0.17528935184964212</c:v>
                </c:pt>
                <c:pt idx="15146">
                  <c:v>0.17530092592642177</c:v>
                </c:pt>
                <c:pt idx="15147">
                  <c:v>0.17531249999592546</c:v>
                </c:pt>
                <c:pt idx="15148">
                  <c:v>0.17532407407270512</c:v>
                </c:pt>
                <c:pt idx="15149">
                  <c:v>0.17533564814948477</c:v>
                </c:pt>
                <c:pt idx="15150">
                  <c:v>0.17534722221898846</c:v>
                </c:pt>
                <c:pt idx="15151">
                  <c:v>0.17535879629576812</c:v>
                </c:pt>
                <c:pt idx="15152">
                  <c:v>0.17537037036527181</c:v>
                </c:pt>
                <c:pt idx="15153">
                  <c:v>0.17538194444205146</c:v>
                </c:pt>
                <c:pt idx="15154">
                  <c:v>0.17539351851883112</c:v>
                </c:pt>
                <c:pt idx="15155">
                  <c:v>0.17540509258833481</c:v>
                </c:pt>
                <c:pt idx="15156">
                  <c:v>0.17541666666511446</c:v>
                </c:pt>
                <c:pt idx="15157">
                  <c:v>0.17542824074189411</c:v>
                </c:pt>
                <c:pt idx="15158">
                  <c:v>0.17543981481139781</c:v>
                </c:pt>
                <c:pt idx="15159">
                  <c:v>0.17545138888817746</c:v>
                </c:pt>
                <c:pt idx="15160">
                  <c:v>0.17546296295768116</c:v>
                </c:pt>
                <c:pt idx="15161">
                  <c:v>0.17547453703446081</c:v>
                </c:pt>
                <c:pt idx="15162">
                  <c:v>0.17548611111124046</c:v>
                </c:pt>
                <c:pt idx="15163">
                  <c:v>0.17549768518074416</c:v>
                </c:pt>
                <c:pt idx="15164">
                  <c:v>0.17550925925752381</c:v>
                </c:pt>
                <c:pt idx="15165">
                  <c:v>0.17552083333430346</c:v>
                </c:pt>
                <c:pt idx="15166">
                  <c:v>0.17553240740380716</c:v>
                </c:pt>
                <c:pt idx="15167">
                  <c:v>0.17554398148058681</c:v>
                </c:pt>
                <c:pt idx="15168">
                  <c:v>0.1755555555500905</c:v>
                </c:pt>
                <c:pt idx="15169">
                  <c:v>0.17556712962687016</c:v>
                </c:pt>
                <c:pt idx="15170">
                  <c:v>0.17557870370364981</c:v>
                </c:pt>
                <c:pt idx="15171">
                  <c:v>0.1755902777731535</c:v>
                </c:pt>
                <c:pt idx="15172">
                  <c:v>0.17560185184993315</c:v>
                </c:pt>
                <c:pt idx="15173">
                  <c:v>0.17561342592671281</c:v>
                </c:pt>
                <c:pt idx="15174">
                  <c:v>0.1756249999962165</c:v>
                </c:pt>
                <c:pt idx="15175">
                  <c:v>0.17563657407299615</c:v>
                </c:pt>
                <c:pt idx="15176">
                  <c:v>0.17564814814249985</c:v>
                </c:pt>
                <c:pt idx="15177">
                  <c:v>0.1756597222192795</c:v>
                </c:pt>
                <c:pt idx="15178">
                  <c:v>0.17567129629605915</c:v>
                </c:pt>
                <c:pt idx="15179">
                  <c:v>0.17568287036556285</c:v>
                </c:pt>
                <c:pt idx="15180">
                  <c:v>0.1756944444423425</c:v>
                </c:pt>
                <c:pt idx="15181">
                  <c:v>0.17570601851912215</c:v>
                </c:pt>
                <c:pt idx="15182">
                  <c:v>0.17571759258862585</c:v>
                </c:pt>
                <c:pt idx="15183">
                  <c:v>0.1757291666654055</c:v>
                </c:pt>
                <c:pt idx="15184">
                  <c:v>0.1757407407349092</c:v>
                </c:pt>
                <c:pt idx="15185">
                  <c:v>0.17575231481168885</c:v>
                </c:pt>
                <c:pt idx="15186">
                  <c:v>0.1757638888884685</c:v>
                </c:pt>
                <c:pt idx="15187">
                  <c:v>0.17577546295797219</c:v>
                </c:pt>
                <c:pt idx="15188">
                  <c:v>0.17578703703475185</c:v>
                </c:pt>
                <c:pt idx="15189">
                  <c:v>0.1757986111115315</c:v>
                </c:pt>
                <c:pt idx="15190">
                  <c:v>0.17581018518103519</c:v>
                </c:pt>
                <c:pt idx="15191">
                  <c:v>0.17582175925781485</c:v>
                </c:pt>
                <c:pt idx="15192">
                  <c:v>0.1758333333345945</c:v>
                </c:pt>
                <c:pt idx="15193">
                  <c:v>0.17584490740409819</c:v>
                </c:pt>
                <c:pt idx="15194">
                  <c:v>0.17585648148087785</c:v>
                </c:pt>
                <c:pt idx="15195">
                  <c:v>0.17586805555038154</c:v>
                </c:pt>
                <c:pt idx="15196">
                  <c:v>0.17587962962716119</c:v>
                </c:pt>
                <c:pt idx="15197">
                  <c:v>0.17589120370394085</c:v>
                </c:pt>
                <c:pt idx="15198">
                  <c:v>0.17590277777344454</c:v>
                </c:pt>
                <c:pt idx="15199">
                  <c:v>0.17591435185022419</c:v>
                </c:pt>
                <c:pt idx="15200">
                  <c:v>0.17592592592700385</c:v>
                </c:pt>
                <c:pt idx="15201">
                  <c:v>0.17593749999650754</c:v>
                </c:pt>
                <c:pt idx="15202">
                  <c:v>0.17594907407328719</c:v>
                </c:pt>
                <c:pt idx="15203">
                  <c:v>0.17596064814279089</c:v>
                </c:pt>
                <c:pt idx="15204">
                  <c:v>0.17597222221957054</c:v>
                </c:pt>
                <c:pt idx="15205">
                  <c:v>0.17598379629635019</c:v>
                </c:pt>
                <c:pt idx="15206">
                  <c:v>0.17599537036585389</c:v>
                </c:pt>
                <c:pt idx="15207">
                  <c:v>0.17600694444263354</c:v>
                </c:pt>
                <c:pt idx="15208">
                  <c:v>0.17601851851941319</c:v>
                </c:pt>
                <c:pt idx="15209">
                  <c:v>0.17603009258891689</c:v>
                </c:pt>
                <c:pt idx="15210">
                  <c:v>0.17604166666569654</c:v>
                </c:pt>
                <c:pt idx="15211">
                  <c:v>0.17605324073520023</c:v>
                </c:pt>
                <c:pt idx="15212">
                  <c:v>0.17606481481197989</c:v>
                </c:pt>
                <c:pt idx="15213">
                  <c:v>0.17607638888875954</c:v>
                </c:pt>
                <c:pt idx="15214">
                  <c:v>0.17608796295826323</c:v>
                </c:pt>
                <c:pt idx="15215">
                  <c:v>0.17609953703504289</c:v>
                </c:pt>
                <c:pt idx="15216">
                  <c:v>0.17611111111182254</c:v>
                </c:pt>
                <c:pt idx="15217">
                  <c:v>0.17612268518132623</c:v>
                </c:pt>
                <c:pt idx="15218">
                  <c:v>0.17613425925810589</c:v>
                </c:pt>
                <c:pt idx="15219">
                  <c:v>0.17614583332760958</c:v>
                </c:pt>
                <c:pt idx="15220">
                  <c:v>0.17615740740438923</c:v>
                </c:pt>
                <c:pt idx="15221">
                  <c:v>0.17616898148116888</c:v>
                </c:pt>
                <c:pt idx="15222">
                  <c:v>0.17618055555067258</c:v>
                </c:pt>
                <c:pt idx="15223">
                  <c:v>0.17619212962745223</c:v>
                </c:pt>
                <c:pt idx="15224">
                  <c:v>0.17620370370423188</c:v>
                </c:pt>
                <c:pt idx="15225">
                  <c:v>0.17621527777373558</c:v>
                </c:pt>
                <c:pt idx="15226">
                  <c:v>0.17622685185051523</c:v>
                </c:pt>
                <c:pt idx="15227">
                  <c:v>0.17623842592001893</c:v>
                </c:pt>
                <c:pt idx="15228">
                  <c:v>0.17624999999679858</c:v>
                </c:pt>
                <c:pt idx="15229">
                  <c:v>0.17626157407357823</c:v>
                </c:pt>
                <c:pt idx="15230">
                  <c:v>0.17627314814308193</c:v>
                </c:pt>
                <c:pt idx="15231">
                  <c:v>0.17628472221986158</c:v>
                </c:pt>
                <c:pt idx="15232">
                  <c:v>0.17629629629664123</c:v>
                </c:pt>
                <c:pt idx="15233">
                  <c:v>0.17630787036614493</c:v>
                </c:pt>
                <c:pt idx="15234">
                  <c:v>0.17631944444292458</c:v>
                </c:pt>
                <c:pt idx="15235">
                  <c:v>0.17633101851970423</c:v>
                </c:pt>
                <c:pt idx="15236">
                  <c:v>0.17634259258920792</c:v>
                </c:pt>
                <c:pt idx="15237">
                  <c:v>0.17635416666598758</c:v>
                </c:pt>
                <c:pt idx="15238">
                  <c:v>0.17636574073549127</c:v>
                </c:pt>
                <c:pt idx="15239">
                  <c:v>0.17637731481227092</c:v>
                </c:pt>
                <c:pt idx="15240">
                  <c:v>0.17638888888905058</c:v>
                </c:pt>
                <c:pt idx="15241">
                  <c:v>0.17640046295855427</c:v>
                </c:pt>
                <c:pt idx="15242">
                  <c:v>0.17641203703533392</c:v>
                </c:pt>
                <c:pt idx="15243">
                  <c:v>0.17642361111211358</c:v>
                </c:pt>
                <c:pt idx="15244">
                  <c:v>0.17643518518161727</c:v>
                </c:pt>
                <c:pt idx="15245">
                  <c:v>0.17644675925839692</c:v>
                </c:pt>
                <c:pt idx="15246">
                  <c:v>0.17645833332790062</c:v>
                </c:pt>
                <c:pt idx="15247">
                  <c:v>0.17646990740468027</c:v>
                </c:pt>
                <c:pt idx="15248">
                  <c:v>0.17648148148145992</c:v>
                </c:pt>
                <c:pt idx="15249">
                  <c:v>0.17649305555096362</c:v>
                </c:pt>
                <c:pt idx="15250">
                  <c:v>0.17650462962774327</c:v>
                </c:pt>
                <c:pt idx="15251">
                  <c:v>0.17651620370452292</c:v>
                </c:pt>
                <c:pt idx="15252">
                  <c:v>0.17652777777402662</c:v>
                </c:pt>
                <c:pt idx="15253">
                  <c:v>0.17653935185080627</c:v>
                </c:pt>
                <c:pt idx="15254">
                  <c:v>0.17655092592030996</c:v>
                </c:pt>
                <c:pt idx="15255">
                  <c:v>0.17656249999708962</c:v>
                </c:pt>
                <c:pt idx="15256">
                  <c:v>0.17657407407386927</c:v>
                </c:pt>
                <c:pt idx="15257">
                  <c:v>0.17658564814337296</c:v>
                </c:pt>
                <c:pt idx="15258">
                  <c:v>0.17659722222015262</c:v>
                </c:pt>
                <c:pt idx="15259">
                  <c:v>0.17660879629693227</c:v>
                </c:pt>
                <c:pt idx="15260">
                  <c:v>0.17662037036643596</c:v>
                </c:pt>
                <c:pt idx="15261">
                  <c:v>0.17663194444321562</c:v>
                </c:pt>
                <c:pt idx="15262">
                  <c:v>0.17664351851271931</c:v>
                </c:pt>
                <c:pt idx="15263">
                  <c:v>0.17665509258949896</c:v>
                </c:pt>
                <c:pt idx="15264">
                  <c:v>0.17666666666627862</c:v>
                </c:pt>
                <c:pt idx="15265">
                  <c:v>0.17667824073578231</c:v>
                </c:pt>
                <c:pt idx="15266">
                  <c:v>0.17668981481256196</c:v>
                </c:pt>
                <c:pt idx="15267">
                  <c:v>0.17670138888934162</c:v>
                </c:pt>
                <c:pt idx="15268">
                  <c:v>0.17671296295884531</c:v>
                </c:pt>
                <c:pt idx="15269">
                  <c:v>0.17672453703562496</c:v>
                </c:pt>
                <c:pt idx="15270">
                  <c:v>0.17673611111240461</c:v>
                </c:pt>
                <c:pt idx="15271">
                  <c:v>0.17674768518190831</c:v>
                </c:pt>
                <c:pt idx="15272">
                  <c:v>0.17675925925868796</c:v>
                </c:pt>
                <c:pt idx="15273">
                  <c:v>0.17677083332819166</c:v>
                </c:pt>
                <c:pt idx="15274">
                  <c:v>0.17678240740497131</c:v>
                </c:pt>
                <c:pt idx="15275">
                  <c:v>0.17679398148175096</c:v>
                </c:pt>
                <c:pt idx="15276">
                  <c:v>0.17680555555125466</c:v>
                </c:pt>
                <c:pt idx="15277">
                  <c:v>0.17681712962803431</c:v>
                </c:pt>
                <c:pt idx="15278">
                  <c:v>0.17682870370481396</c:v>
                </c:pt>
                <c:pt idx="15279">
                  <c:v>0.17684027777431766</c:v>
                </c:pt>
                <c:pt idx="15280">
                  <c:v>0.17685185185109731</c:v>
                </c:pt>
                <c:pt idx="15281">
                  <c:v>0.176863425920601</c:v>
                </c:pt>
                <c:pt idx="15282">
                  <c:v>0.17687499999738066</c:v>
                </c:pt>
                <c:pt idx="15283">
                  <c:v>0.17688657407416031</c:v>
                </c:pt>
                <c:pt idx="15284">
                  <c:v>0.176898148143664</c:v>
                </c:pt>
                <c:pt idx="15285">
                  <c:v>0.17690972222044365</c:v>
                </c:pt>
                <c:pt idx="15286">
                  <c:v>0.17692129629722331</c:v>
                </c:pt>
                <c:pt idx="15287">
                  <c:v>0.176932870366727</c:v>
                </c:pt>
                <c:pt idx="15288">
                  <c:v>0.17694444444350665</c:v>
                </c:pt>
                <c:pt idx="15289">
                  <c:v>0.17695601851301035</c:v>
                </c:pt>
                <c:pt idx="15290">
                  <c:v>0.17696759258979</c:v>
                </c:pt>
                <c:pt idx="15291">
                  <c:v>0.17697916666656965</c:v>
                </c:pt>
                <c:pt idx="15292">
                  <c:v>0.17699074073607335</c:v>
                </c:pt>
                <c:pt idx="15293">
                  <c:v>0.177002314812853</c:v>
                </c:pt>
                <c:pt idx="15294">
                  <c:v>0.17701388888963265</c:v>
                </c:pt>
                <c:pt idx="15295">
                  <c:v>0.17702546295913635</c:v>
                </c:pt>
                <c:pt idx="15296">
                  <c:v>0.177037037035916</c:v>
                </c:pt>
                <c:pt idx="15297">
                  <c:v>0.1770486111054197</c:v>
                </c:pt>
                <c:pt idx="15298">
                  <c:v>0.17706018518219935</c:v>
                </c:pt>
                <c:pt idx="15299">
                  <c:v>0.177071759258979</c:v>
                </c:pt>
                <c:pt idx="15300">
                  <c:v>0.17708333332848269</c:v>
                </c:pt>
                <c:pt idx="15301">
                  <c:v>0.17709490740526235</c:v>
                </c:pt>
                <c:pt idx="15302">
                  <c:v>0.177106481482042</c:v>
                </c:pt>
                <c:pt idx="15303">
                  <c:v>0.17711805555154569</c:v>
                </c:pt>
                <c:pt idx="15304">
                  <c:v>0.17712962962832535</c:v>
                </c:pt>
                <c:pt idx="15305">
                  <c:v>0.17714120369782904</c:v>
                </c:pt>
                <c:pt idx="15306">
                  <c:v>0.17715277777460869</c:v>
                </c:pt>
                <c:pt idx="15307">
                  <c:v>0.17716435185138835</c:v>
                </c:pt>
                <c:pt idx="15308">
                  <c:v>0.17717592592089204</c:v>
                </c:pt>
                <c:pt idx="15309">
                  <c:v>0.17718749999767169</c:v>
                </c:pt>
                <c:pt idx="15310">
                  <c:v>0.17719907407445135</c:v>
                </c:pt>
                <c:pt idx="15311">
                  <c:v>0.17721064814395504</c:v>
                </c:pt>
                <c:pt idx="15312">
                  <c:v>0.17722222222073469</c:v>
                </c:pt>
                <c:pt idx="15313">
                  <c:v>0.17723379629751435</c:v>
                </c:pt>
                <c:pt idx="15314">
                  <c:v>0.17724537036701804</c:v>
                </c:pt>
                <c:pt idx="15315">
                  <c:v>0.17725694444379769</c:v>
                </c:pt>
                <c:pt idx="15316">
                  <c:v>0.17726851851330139</c:v>
                </c:pt>
                <c:pt idx="15317">
                  <c:v>0.17728009259008104</c:v>
                </c:pt>
                <c:pt idx="15318">
                  <c:v>0.17729166666686069</c:v>
                </c:pt>
                <c:pt idx="15319">
                  <c:v>0.17730324073636439</c:v>
                </c:pt>
                <c:pt idx="15320">
                  <c:v>0.17731481481314404</c:v>
                </c:pt>
                <c:pt idx="15321">
                  <c:v>0.17732638888992369</c:v>
                </c:pt>
                <c:pt idx="15322">
                  <c:v>0.17733796295942739</c:v>
                </c:pt>
                <c:pt idx="15323">
                  <c:v>0.17734953703620704</c:v>
                </c:pt>
                <c:pt idx="15324">
                  <c:v>0.17736111110571073</c:v>
                </c:pt>
                <c:pt idx="15325">
                  <c:v>0.17737268518249039</c:v>
                </c:pt>
                <c:pt idx="15326">
                  <c:v>0.17738425925927004</c:v>
                </c:pt>
                <c:pt idx="15327">
                  <c:v>0.17739583332877373</c:v>
                </c:pt>
                <c:pt idx="15328">
                  <c:v>0.17740740740555339</c:v>
                </c:pt>
                <c:pt idx="15329">
                  <c:v>0.17741898148233304</c:v>
                </c:pt>
                <c:pt idx="15330">
                  <c:v>0.17743055555183673</c:v>
                </c:pt>
                <c:pt idx="15331">
                  <c:v>0.17744212962861639</c:v>
                </c:pt>
                <c:pt idx="15332">
                  <c:v>0.17745370369812008</c:v>
                </c:pt>
                <c:pt idx="15333">
                  <c:v>0.17746527777489973</c:v>
                </c:pt>
                <c:pt idx="15334">
                  <c:v>0.17747685185167938</c:v>
                </c:pt>
                <c:pt idx="15335">
                  <c:v>0.17748842592118308</c:v>
                </c:pt>
                <c:pt idx="15336">
                  <c:v>0.17749999999796273</c:v>
                </c:pt>
                <c:pt idx="15337">
                  <c:v>0.17751157407474238</c:v>
                </c:pt>
                <c:pt idx="15338">
                  <c:v>0.17752314814424608</c:v>
                </c:pt>
                <c:pt idx="15339">
                  <c:v>0.17753472222102573</c:v>
                </c:pt>
                <c:pt idx="15340">
                  <c:v>0.17754629629052943</c:v>
                </c:pt>
                <c:pt idx="15341">
                  <c:v>0.17755787036730908</c:v>
                </c:pt>
                <c:pt idx="15342">
                  <c:v>0.17756944444408873</c:v>
                </c:pt>
                <c:pt idx="15343">
                  <c:v>0.17758101851359243</c:v>
                </c:pt>
                <c:pt idx="15344">
                  <c:v>0.17759259259037208</c:v>
                </c:pt>
                <c:pt idx="15345">
                  <c:v>0.17760416666715173</c:v>
                </c:pt>
                <c:pt idx="15346">
                  <c:v>0.17761574073665543</c:v>
                </c:pt>
                <c:pt idx="15347">
                  <c:v>0.17762731481343508</c:v>
                </c:pt>
                <c:pt idx="15348">
                  <c:v>0.17763888889021473</c:v>
                </c:pt>
                <c:pt idx="15349">
                  <c:v>0.17765046295971842</c:v>
                </c:pt>
                <c:pt idx="15350">
                  <c:v>0.17766203703649808</c:v>
                </c:pt>
                <c:pt idx="15351">
                  <c:v>0.17767361110600177</c:v>
                </c:pt>
                <c:pt idx="15352">
                  <c:v>0.17768518518278142</c:v>
                </c:pt>
                <c:pt idx="15353">
                  <c:v>0.17769675925956108</c:v>
                </c:pt>
                <c:pt idx="15354">
                  <c:v>0.17770833332906477</c:v>
                </c:pt>
                <c:pt idx="15355">
                  <c:v>0.17771990740584442</c:v>
                </c:pt>
                <c:pt idx="15356">
                  <c:v>0.17773148148262408</c:v>
                </c:pt>
                <c:pt idx="15357">
                  <c:v>0.17774305555212777</c:v>
                </c:pt>
                <c:pt idx="15358">
                  <c:v>0.17775462962890742</c:v>
                </c:pt>
                <c:pt idx="15359">
                  <c:v>0.17776620369841112</c:v>
                </c:pt>
                <c:pt idx="15360">
                  <c:v>0.17777777777519077</c:v>
                </c:pt>
                <c:pt idx="15361">
                  <c:v>0.17778935185197042</c:v>
                </c:pt>
                <c:pt idx="15362">
                  <c:v>0.17780092592147412</c:v>
                </c:pt>
                <c:pt idx="15363">
                  <c:v>0.17781249999825377</c:v>
                </c:pt>
                <c:pt idx="15364">
                  <c:v>0.17782407407503342</c:v>
                </c:pt>
                <c:pt idx="15365">
                  <c:v>0.17783564814453712</c:v>
                </c:pt>
                <c:pt idx="15366">
                  <c:v>0.17784722222131677</c:v>
                </c:pt>
                <c:pt idx="15367">
                  <c:v>0.17785879629082046</c:v>
                </c:pt>
                <c:pt idx="15368">
                  <c:v>0.17787037036760012</c:v>
                </c:pt>
                <c:pt idx="15369">
                  <c:v>0.17788194444437977</c:v>
                </c:pt>
                <c:pt idx="15370">
                  <c:v>0.17789351851388346</c:v>
                </c:pt>
                <c:pt idx="15371">
                  <c:v>0.17790509259066312</c:v>
                </c:pt>
                <c:pt idx="15372">
                  <c:v>0.17791666666744277</c:v>
                </c:pt>
                <c:pt idx="15373">
                  <c:v>0.17792824073694646</c:v>
                </c:pt>
                <c:pt idx="15374">
                  <c:v>0.17793981481372612</c:v>
                </c:pt>
                <c:pt idx="15375">
                  <c:v>0.17795138888322981</c:v>
                </c:pt>
                <c:pt idx="15376">
                  <c:v>0.17796296296000946</c:v>
                </c:pt>
                <c:pt idx="15377">
                  <c:v>0.17797453703678912</c:v>
                </c:pt>
                <c:pt idx="15378">
                  <c:v>0.17798611110629281</c:v>
                </c:pt>
                <c:pt idx="15379">
                  <c:v>0.17799768518307246</c:v>
                </c:pt>
                <c:pt idx="15380">
                  <c:v>0.17800925925985212</c:v>
                </c:pt>
                <c:pt idx="15381">
                  <c:v>0.17802083332935581</c:v>
                </c:pt>
                <c:pt idx="15382">
                  <c:v>0.17803240740613546</c:v>
                </c:pt>
                <c:pt idx="15383">
                  <c:v>0.17804398147563916</c:v>
                </c:pt>
                <c:pt idx="15384">
                  <c:v>0.17805555555241881</c:v>
                </c:pt>
                <c:pt idx="15385">
                  <c:v>0.17806712962919846</c:v>
                </c:pt>
                <c:pt idx="15386">
                  <c:v>0.17807870369870216</c:v>
                </c:pt>
                <c:pt idx="15387">
                  <c:v>0.17809027777548181</c:v>
                </c:pt>
                <c:pt idx="15388">
                  <c:v>0.17810185185226146</c:v>
                </c:pt>
                <c:pt idx="15389">
                  <c:v>0.17811342592176516</c:v>
                </c:pt>
                <c:pt idx="15390">
                  <c:v>0.17812499999854481</c:v>
                </c:pt>
                <c:pt idx="15391">
                  <c:v>0.17813657407532446</c:v>
                </c:pt>
                <c:pt idx="15392">
                  <c:v>0.17814814814482816</c:v>
                </c:pt>
                <c:pt idx="15393">
                  <c:v>0.17815972222160781</c:v>
                </c:pt>
                <c:pt idx="15394">
                  <c:v>0.1781712962911115</c:v>
                </c:pt>
                <c:pt idx="15395">
                  <c:v>0.17818287036789116</c:v>
                </c:pt>
                <c:pt idx="15396">
                  <c:v>0.17819444444467081</c:v>
                </c:pt>
                <c:pt idx="15397">
                  <c:v>0.1782060185141745</c:v>
                </c:pt>
                <c:pt idx="15398">
                  <c:v>0.17821759259095415</c:v>
                </c:pt>
                <c:pt idx="15399">
                  <c:v>0.17822916666773381</c:v>
                </c:pt>
                <c:pt idx="15400">
                  <c:v>0.1782407407372375</c:v>
                </c:pt>
                <c:pt idx="15401">
                  <c:v>0.17825231481401715</c:v>
                </c:pt>
                <c:pt idx="15402">
                  <c:v>0.17826388888352085</c:v>
                </c:pt>
                <c:pt idx="15403">
                  <c:v>0.1782754629603005</c:v>
                </c:pt>
                <c:pt idx="15404">
                  <c:v>0.17828703703708015</c:v>
                </c:pt>
                <c:pt idx="15405">
                  <c:v>0.17829861110658385</c:v>
                </c:pt>
                <c:pt idx="15406">
                  <c:v>0.1783101851833635</c:v>
                </c:pt>
                <c:pt idx="15407">
                  <c:v>0.17832175926014315</c:v>
                </c:pt>
                <c:pt idx="15408">
                  <c:v>0.17833333332964685</c:v>
                </c:pt>
                <c:pt idx="15409">
                  <c:v>0.1783449074064265</c:v>
                </c:pt>
                <c:pt idx="15410">
                  <c:v>0.1783564814759302</c:v>
                </c:pt>
                <c:pt idx="15411">
                  <c:v>0.17836805555270985</c:v>
                </c:pt>
                <c:pt idx="15412">
                  <c:v>0.1783796296294895</c:v>
                </c:pt>
                <c:pt idx="15413">
                  <c:v>0.17839120369899319</c:v>
                </c:pt>
                <c:pt idx="15414">
                  <c:v>0.17840277777577285</c:v>
                </c:pt>
                <c:pt idx="15415">
                  <c:v>0.1784143518525525</c:v>
                </c:pt>
                <c:pt idx="15416">
                  <c:v>0.17842592592205619</c:v>
                </c:pt>
                <c:pt idx="15417">
                  <c:v>0.17843749999883585</c:v>
                </c:pt>
                <c:pt idx="15418">
                  <c:v>0.17844907406833954</c:v>
                </c:pt>
                <c:pt idx="15419">
                  <c:v>0.17846064814511919</c:v>
                </c:pt>
                <c:pt idx="15420">
                  <c:v>0.17847222222189885</c:v>
                </c:pt>
                <c:pt idx="15421">
                  <c:v>0.17848379629140254</c:v>
                </c:pt>
                <c:pt idx="15422">
                  <c:v>0.17849537036818219</c:v>
                </c:pt>
                <c:pt idx="15423">
                  <c:v>0.17850694444496185</c:v>
                </c:pt>
                <c:pt idx="15424">
                  <c:v>0.17851851851446554</c:v>
                </c:pt>
                <c:pt idx="15425">
                  <c:v>0.17853009259124519</c:v>
                </c:pt>
                <c:pt idx="15426">
                  <c:v>0.17854166666074889</c:v>
                </c:pt>
                <c:pt idx="15427">
                  <c:v>0.17855324073752854</c:v>
                </c:pt>
                <c:pt idx="15428">
                  <c:v>0.17856481481430819</c:v>
                </c:pt>
                <c:pt idx="15429">
                  <c:v>0.17857638888381189</c:v>
                </c:pt>
                <c:pt idx="15430">
                  <c:v>0.17858796296059154</c:v>
                </c:pt>
                <c:pt idx="15431">
                  <c:v>0.17859953703737119</c:v>
                </c:pt>
                <c:pt idx="15432">
                  <c:v>0.17861111110687489</c:v>
                </c:pt>
                <c:pt idx="15433">
                  <c:v>0.17862268518365454</c:v>
                </c:pt>
                <c:pt idx="15434">
                  <c:v>0.17863425926043419</c:v>
                </c:pt>
                <c:pt idx="15435">
                  <c:v>0.17864583332993789</c:v>
                </c:pt>
                <c:pt idx="15436">
                  <c:v>0.17865740740671754</c:v>
                </c:pt>
                <c:pt idx="15437">
                  <c:v>0.17866898147622123</c:v>
                </c:pt>
                <c:pt idx="15438">
                  <c:v>0.17868055555300089</c:v>
                </c:pt>
                <c:pt idx="15439">
                  <c:v>0.17869212962978054</c:v>
                </c:pt>
                <c:pt idx="15440">
                  <c:v>0.17870370369928423</c:v>
                </c:pt>
                <c:pt idx="15441">
                  <c:v>0.17871527777606389</c:v>
                </c:pt>
                <c:pt idx="15442">
                  <c:v>0.17872685185284354</c:v>
                </c:pt>
                <c:pt idx="15443">
                  <c:v>0.17873842592234723</c:v>
                </c:pt>
                <c:pt idx="15444">
                  <c:v>0.17874999999912689</c:v>
                </c:pt>
                <c:pt idx="15445">
                  <c:v>0.17876157406863058</c:v>
                </c:pt>
                <c:pt idx="15446">
                  <c:v>0.17877314814541023</c:v>
                </c:pt>
                <c:pt idx="15447">
                  <c:v>0.17878472222218988</c:v>
                </c:pt>
                <c:pt idx="15448">
                  <c:v>0.17879629629169358</c:v>
                </c:pt>
                <c:pt idx="15449">
                  <c:v>0.17880787036847323</c:v>
                </c:pt>
                <c:pt idx="15450">
                  <c:v>0.17881944444525288</c:v>
                </c:pt>
                <c:pt idx="15451">
                  <c:v>0.17883101851475658</c:v>
                </c:pt>
                <c:pt idx="15452">
                  <c:v>0.17884259259153623</c:v>
                </c:pt>
                <c:pt idx="15453">
                  <c:v>0.17885416666103993</c:v>
                </c:pt>
                <c:pt idx="15454">
                  <c:v>0.17886574073781958</c:v>
                </c:pt>
                <c:pt idx="15455">
                  <c:v>0.17887731481459923</c:v>
                </c:pt>
                <c:pt idx="15456">
                  <c:v>0.17888888888410293</c:v>
                </c:pt>
                <c:pt idx="15457">
                  <c:v>0.17890046296088258</c:v>
                </c:pt>
                <c:pt idx="15458">
                  <c:v>0.17891203703766223</c:v>
                </c:pt>
                <c:pt idx="15459">
                  <c:v>0.17892361110716593</c:v>
                </c:pt>
                <c:pt idx="15460">
                  <c:v>0.17893518518394558</c:v>
                </c:pt>
                <c:pt idx="15461">
                  <c:v>0.17894675925344927</c:v>
                </c:pt>
                <c:pt idx="15462">
                  <c:v>0.17895833333022892</c:v>
                </c:pt>
                <c:pt idx="15463">
                  <c:v>0.17896990740700858</c:v>
                </c:pt>
                <c:pt idx="15464">
                  <c:v>0.17898148147651227</c:v>
                </c:pt>
                <c:pt idx="15465">
                  <c:v>0.17899305555329192</c:v>
                </c:pt>
                <c:pt idx="15466">
                  <c:v>0.17900462963007158</c:v>
                </c:pt>
                <c:pt idx="15467">
                  <c:v>0.17901620369957527</c:v>
                </c:pt>
                <c:pt idx="15468">
                  <c:v>0.17902777777635492</c:v>
                </c:pt>
                <c:pt idx="15469">
                  <c:v>0.17903935185313458</c:v>
                </c:pt>
                <c:pt idx="15470">
                  <c:v>0.17905092592263827</c:v>
                </c:pt>
                <c:pt idx="15471">
                  <c:v>0.17906249999941792</c:v>
                </c:pt>
                <c:pt idx="15472">
                  <c:v>0.17907407406892162</c:v>
                </c:pt>
                <c:pt idx="15473">
                  <c:v>0.17908564814570127</c:v>
                </c:pt>
                <c:pt idx="15474">
                  <c:v>0.17909722222248092</c:v>
                </c:pt>
                <c:pt idx="15475">
                  <c:v>0.17910879629198462</c:v>
                </c:pt>
                <c:pt idx="15476">
                  <c:v>0.17912037036876427</c:v>
                </c:pt>
                <c:pt idx="15477">
                  <c:v>0.17913194444554392</c:v>
                </c:pt>
                <c:pt idx="15478">
                  <c:v>0.17914351851504762</c:v>
                </c:pt>
                <c:pt idx="15479">
                  <c:v>0.17915509259182727</c:v>
                </c:pt>
                <c:pt idx="15480">
                  <c:v>0.17916666666133096</c:v>
                </c:pt>
                <c:pt idx="15481">
                  <c:v>0.17917824073811062</c:v>
                </c:pt>
                <c:pt idx="15482">
                  <c:v>0.17918981481489027</c:v>
                </c:pt>
                <c:pt idx="15483">
                  <c:v>0.17920138888439396</c:v>
                </c:pt>
                <c:pt idx="15484">
                  <c:v>0.17921296296117362</c:v>
                </c:pt>
                <c:pt idx="15485">
                  <c:v>0.17922453703795327</c:v>
                </c:pt>
                <c:pt idx="15486">
                  <c:v>0.17923611110745696</c:v>
                </c:pt>
                <c:pt idx="15487">
                  <c:v>0.17924768518423662</c:v>
                </c:pt>
                <c:pt idx="15488">
                  <c:v>0.17925925925374031</c:v>
                </c:pt>
                <c:pt idx="15489">
                  <c:v>0.17927083333051996</c:v>
                </c:pt>
                <c:pt idx="15490">
                  <c:v>0.17928240740729962</c:v>
                </c:pt>
                <c:pt idx="15491">
                  <c:v>0.17929398147680331</c:v>
                </c:pt>
                <c:pt idx="15492">
                  <c:v>0.17930555555358296</c:v>
                </c:pt>
                <c:pt idx="15493">
                  <c:v>0.17931712963036261</c:v>
                </c:pt>
                <c:pt idx="15494">
                  <c:v>0.17932870369986631</c:v>
                </c:pt>
                <c:pt idx="15495">
                  <c:v>0.17934027777664596</c:v>
                </c:pt>
                <c:pt idx="15496">
                  <c:v>0.17935185184614966</c:v>
                </c:pt>
                <c:pt idx="15497">
                  <c:v>0.17936342592292931</c:v>
                </c:pt>
                <c:pt idx="15498">
                  <c:v>0.17937499999970896</c:v>
                </c:pt>
                <c:pt idx="15499">
                  <c:v>0.17938657406921266</c:v>
                </c:pt>
                <c:pt idx="15500">
                  <c:v>0.17939814814599231</c:v>
                </c:pt>
                <c:pt idx="15501">
                  <c:v>0.17940972222277196</c:v>
                </c:pt>
                <c:pt idx="15502">
                  <c:v>0.17942129629227566</c:v>
                </c:pt>
                <c:pt idx="15503">
                  <c:v>0.17943287036905531</c:v>
                </c:pt>
                <c:pt idx="15504">
                  <c:v>0.179444444438559</c:v>
                </c:pt>
                <c:pt idx="15505">
                  <c:v>0.17945601851533866</c:v>
                </c:pt>
                <c:pt idx="15506">
                  <c:v>0.17946759259211831</c:v>
                </c:pt>
                <c:pt idx="15507">
                  <c:v>0.179479166661622</c:v>
                </c:pt>
                <c:pt idx="15508">
                  <c:v>0.17949074073840166</c:v>
                </c:pt>
                <c:pt idx="15509">
                  <c:v>0.17950231481518131</c:v>
                </c:pt>
                <c:pt idx="15510">
                  <c:v>0.179513888884685</c:v>
                </c:pt>
                <c:pt idx="15511">
                  <c:v>0.17952546296146465</c:v>
                </c:pt>
                <c:pt idx="15512">
                  <c:v>0.17953703703824431</c:v>
                </c:pt>
                <c:pt idx="15513">
                  <c:v>0.179548611107748</c:v>
                </c:pt>
                <c:pt idx="15514">
                  <c:v>0.17956018518452765</c:v>
                </c:pt>
                <c:pt idx="15515">
                  <c:v>0.17957175925403135</c:v>
                </c:pt>
                <c:pt idx="15516">
                  <c:v>0.179583333330811</c:v>
                </c:pt>
                <c:pt idx="15517">
                  <c:v>0.17959490740759065</c:v>
                </c:pt>
                <c:pt idx="15518">
                  <c:v>0.17960648147709435</c:v>
                </c:pt>
                <c:pt idx="15519">
                  <c:v>0.179618055553874</c:v>
                </c:pt>
                <c:pt idx="15520">
                  <c:v>0.17962962963065365</c:v>
                </c:pt>
                <c:pt idx="15521">
                  <c:v>0.17964120370015735</c:v>
                </c:pt>
                <c:pt idx="15522">
                  <c:v>0.179652777776937</c:v>
                </c:pt>
                <c:pt idx="15523">
                  <c:v>0.1796643518464407</c:v>
                </c:pt>
                <c:pt idx="15524">
                  <c:v>0.17967592592322035</c:v>
                </c:pt>
                <c:pt idx="15525">
                  <c:v>0.1796875</c:v>
                </c:pt>
                <c:pt idx="15526">
                  <c:v>0.17969907406950369</c:v>
                </c:pt>
                <c:pt idx="15527">
                  <c:v>0.17971064814628335</c:v>
                </c:pt>
                <c:pt idx="15528">
                  <c:v>0.179722222223063</c:v>
                </c:pt>
                <c:pt idx="15529">
                  <c:v>0.17973379629256669</c:v>
                </c:pt>
                <c:pt idx="15530">
                  <c:v>0.17974537036934635</c:v>
                </c:pt>
                <c:pt idx="15531">
                  <c:v>0.17975694443885004</c:v>
                </c:pt>
                <c:pt idx="15532">
                  <c:v>0.17976851851562969</c:v>
                </c:pt>
                <c:pt idx="15533">
                  <c:v>0.17978009259240935</c:v>
                </c:pt>
                <c:pt idx="15534">
                  <c:v>0.17979166666191304</c:v>
                </c:pt>
                <c:pt idx="15535">
                  <c:v>0.17980324073869269</c:v>
                </c:pt>
                <c:pt idx="15536">
                  <c:v>0.17981481481547235</c:v>
                </c:pt>
                <c:pt idx="15537">
                  <c:v>0.17982638888497604</c:v>
                </c:pt>
                <c:pt idx="15538">
                  <c:v>0.17983796296175569</c:v>
                </c:pt>
                <c:pt idx="15539">
                  <c:v>0.17984953703125939</c:v>
                </c:pt>
                <c:pt idx="15540">
                  <c:v>0.17986111110803904</c:v>
                </c:pt>
                <c:pt idx="15541">
                  <c:v>0.17987268518481869</c:v>
                </c:pt>
                <c:pt idx="15542">
                  <c:v>0.17988425925432239</c:v>
                </c:pt>
                <c:pt idx="15543">
                  <c:v>0.17989583333110204</c:v>
                </c:pt>
                <c:pt idx="15544">
                  <c:v>0.17990740740788169</c:v>
                </c:pt>
                <c:pt idx="15545">
                  <c:v>0.17991898147738539</c:v>
                </c:pt>
                <c:pt idx="15546">
                  <c:v>0.17993055555416504</c:v>
                </c:pt>
                <c:pt idx="15547">
                  <c:v>0.17994212963094469</c:v>
                </c:pt>
                <c:pt idx="15548">
                  <c:v>0.17995370370044839</c:v>
                </c:pt>
                <c:pt idx="15549">
                  <c:v>0.17996527777722804</c:v>
                </c:pt>
                <c:pt idx="15550">
                  <c:v>0.17997685184673173</c:v>
                </c:pt>
                <c:pt idx="15551">
                  <c:v>0.17998842592351139</c:v>
                </c:pt>
                <c:pt idx="15552">
                  <c:v>0.18000000000029104</c:v>
                </c:pt>
                <c:pt idx="15553">
                  <c:v>0.18001157406979473</c:v>
                </c:pt>
                <c:pt idx="15554">
                  <c:v>0.18002314814657439</c:v>
                </c:pt>
                <c:pt idx="15555">
                  <c:v>0.18003472222335404</c:v>
                </c:pt>
                <c:pt idx="15556">
                  <c:v>0.18004629629285773</c:v>
                </c:pt>
                <c:pt idx="15557">
                  <c:v>0.18005787036963739</c:v>
                </c:pt>
                <c:pt idx="15558">
                  <c:v>0.18006944443914108</c:v>
                </c:pt>
                <c:pt idx="15559">
                  <c:v>0.18008101851592073</c:v>
                </c:pt>
                <c:pt idx="15560">
                  <c:v>0.18009259259270038</c:v>
                </c:pt>
                <c:pt idx="15561">
                  <c:v>0.18010416666220408</c:v>
                </c:pt>
                <c:pt idx="15562">
                  <c:v>0.18011574073898373</c:v>
                </c:pt>
                <c:pt idx="15563">
                  <c:v>0.18012731481576338</c:v>
                </c:pt>
                <c:pt idx="15564">
                  <c:v>0.18013888888526708</c:v>
                </c:pt>
                <c:pt idx="15565">
                  <c:v>0.18015046296204673</c:v>
                </c:pt>
                <c:pt idx="15566">
                  <c:v>0.18016203703155043</c:v>
                </c:pt>
                <c:pt idx="15567">
                  <c:v>0.18017361110833008</c:v>
                </c:pt>
                <c:pt idx="15568">
                  <c:v>0.18018518518510973</c:v>
                </c:pt>
                <c:pt idx="15569">
                  <c:v>0.18019675925461343</c:v>
                </c:pt>
                <c:pt idx="15570">
                  <c:v>0.18020833333139308</c:v>
                </c:pt>
                <c:pt idx="15571">
                  <c:v>0.18021990740817273</c:v>
                </c:pt>
                <c:pt idx="15572">
                  <c:v>0.18023148147767643</c:v>
                </c:pt>
                <c:pt idx="15573">
                  <c:v>0.18024305555445608</c:v>
                </c:pt>
                <c:pt idx="15574">
                  <c:v>0.18025462962395977</c:v>
                </c:pt>
                <c:pt idx="15575">
                  <c:v>0.18026620370073942</c:v>
                </c:pt>
                <c:pt idx="15576">
                  <c:v>0.18027777777751908</c:v>
                </c:pt>
                <c:pt idx="15577">
                  <c:v>0.18028935184702277</c:v>
                </c:pt>
                <c:pt idx="15578">
                  <c:v>0.18030092592380242</c:v>
                </c:pt>
                <c:pt idx="15579">
                  <c:v>0.18031250000058208</c:v>
                </c:pt>
                <c:pt idx="15580">
                  <c:v>0.18032407407008577</c:v>
                </c:pt>
                <c:pt idx="15581">
                  <c:v>0.18033564814686542</c:v>
                </c:pt>
                <c:pt idx="15582">
                  <c:v>0.18034722221636912</c:v>
                </c:pt>
                <c:pt idx="15583">
                  <c:v>0.18035879629314877</c:v>
                </c:pt>
                <c:pt idx="15584">
                  <c:v>0.18037037036992842</c:v>
                </c:pt>
                <c:pt idx="15585">
                  <c:v>0.18038194443943212</c:v>
                </c:pt>
                <c:pt idx="15586">
                  <c:v>0.18039351851621177</c:v>
                </c:pt>
                <c:pt idx="15587">
                  <c:v>0.18040509259299142</c:v>
                </c:pt>
                <c:pt idx="15588">
                  <c:v>0.18041666666249512</c:v>
                </c:pt>
                <c:pt idx="15589">
                  <c:v>0.18042824073927477</c:v>
                </c:pt>
                <c:pt idx="15590">
                  <c:v>0.18043981481605442</c:v>
                </c:pt>
                <c:pt idx="15591">
                  <c:v>0.18045138888555812</c:v>
                </c:pt>
                <c:pt idx="15592">
                  <c:v>0.18046296296233777</c:v>
                </c:pt>
                <c:pt idx="15593">
                  <c:v>0.18047453703184146</c:v>
                </c:pt>
                <c:pt idx="15594">
                  <c:v>0.18048611110862112</c:v>
                </c:pt>
                <c:pt idx="15595">
                  <c:v>0.18049768518540077</c:v>
                </c:pt>
                <c:pt idx="15596">
                  <c:v>0.18050925925490446</c:v>
                </c:pt>
                <c:pt idx="15597">
                  <c:v>0.18052083333168412</c:v>
                </c:pt>
                <c:pt idx="15598">
                  <c:v>0.18053240740846377</c:v>
                </c:pt>
                <c:pt idx="15599">
                  <c:v>0.18054398147796746</c:v>
                </c:pt>
                <c:pt idx="15600">
                  <c:v>0.18055555555474712</c:v>
                </c:pt>
                <c:pt idx="15601">
                  <c:v>0.18056712962425081</c:v>
                </c:pt>
                <c:pt idx="15602">
                  <c:v>0.18057870370103046</c:v>
                </c:pt>
                <c:pt idx="15603">
                  <c:v>0.18059027777781012</c:v>
                </c:pt>
                <c:pt idx="15604">
                  <c:v>0.18060185184731381</c:v>
                </c:pt>
                <c:pt idx="15605">
                  <c:v>0.18061342592409346</c:v>
                </c:pt>
                <c:pt idx="15606">
                  <c:v>0.18062500000087311</c:v>
                </c:pt>
                <c:pt idx="15607">
                  <c:v>0.18063657407037681</c:v>
                </c:pt>
                <c:pt idx="15608">
                  <c:v>0.18064814814715646</c:v>
                </c:pt>
                <c:pt idx="15609">
                  <c:v>0.18065972221666016</c:v>
                </c:pt>
                <c:pt idx="15610">
                  <c:v>0.18067129629343981</c:v>
                </c:pt>
                <c:pt idx="15611">
                  <c:v>0.18068287037021946</c:v>
                </c:pt>
                <c:pt idx="15612">
                  <c:v>0.18069444443972316</c:v>
                </c:pt>
                <c:pt idx="15613">
                  <c:v>0.18070601851650281</c:v>
                </c:pt>
                <c:pt idx="15614">
                  <c:v>0.18071759259328246</c:v>
                </c:pt>
                <c:pt idx="15615">
                  <c:v>0.18072916666278616</c:v>
                </c:pt>
                <c:pt idx="15616">
                  <c:v>0.18074074073956581</c:v>
                </c:pt>
                <c:pt idx="15617">
                  <c:v>0.1807523148090695</c:v>
                </c:pt>
                <c:pt idx="15618">
                  <c:v>0.18076388888584916</c:v>
                </c:pt>
                <c:pt idx="15619">
                  <c:v>0.18077546296262881</c:v>
                </c:pt>
                <c:pt idx="15620">
                  <c:v>0.1807870370321325</c:v>
                </c:pt>
                <c:pt idx="15621">
                  <c:v>0.18079861110891216</c:v>
                </c:pt>
                <c:pt idx="15622">
                  <c:v>0.18081018518569181</c:v>
                </c:pt>
                <c:pt idx="15623">
                  <c:v>0.1808217592551955</c:v>
                </c:pt>
                <c:pt idx="15624">
                  <c:v>0.18083333333197515</c:v>
                </c:pt>
                <c:pt idx="15625">
                  <c:v>0.18084490740147885</c:v>
                </c:pt>
                <c:pt idx="15626">
                  <c:v>0.1808564814782585</c:v>
                </c:pt>
                <c:pt idx="15627">
                  <c:v>0.18086805555503815</c:v>
                </c:pt>
                <c:pt idx="15628">
                  <c:v>0.18087962962454185</c:v>
                </c:pt>
                <c:pt idx="15629">
                  <c:v>0.1808912037013215</c:v>
                </c:pt>
                <c:pt idx="15630">
                  <c:v>0.18090277777810115</c:v>
                </c:pt>
                <c:pt idx="15631">
                  <c:v>0.18091435184760485</c:v>
                </c:pt>
                <c:pt idx="15632">
                  <c:v>0.1809259259243845</c:v>
                </c:pt>
                <c:pt idx="15633">
                  <c:v>0.18093750000116415</c:v>
                </c:pt>
                <c:pt idx="15634">
                  <c:v>0.18094907407066785</c:v>
                </c:pt>
                <c:pt idx="15635">
                  <c:v>0.1809606481474475</c:v>
                </c:pt>
                <c:pt idx="15636">
                  <c:v>0.1809722222169512</c:v>
                </c:pt>
                <c:pt idx="15637">
                  <c:v>0.18098379629373085</c:v>
                </c:pt>
                <c:pt idx="15638">
                  <c:v>0.1809953703705105</c:v>
                </c:pt>
                <c:pt idx="15639">
                  <c:v>0.18100694444001419</c:v>
                </c:pt>
                <c:pt idx="15640">
                  <c:v>0.18101851851679385</c:v>
                </c:pt>
                <c:pt idx="15641">
                  <c:v>0.1810300925935735</c:v>
                </c:pt>
                <c:pt idx="15642">
                  <c:v>0.18104166666307719</c:v>
                </c:pt>
                <c:pt idx="15643">
                  <c:v>0.18105324073985685</c:v>
                </c:pt>
                <c:pt idx="15644">
                  <c:v>0.18106481480936054</c:v>
                </c:pt>
                <c:pt idx="15645">
                  <c:v>0.18107638888614019</c:v>
                </c:pt>
                <c:pt idx="15646">
                  <c:v>0.18108796296291985</c:v>
                </c:pt>
                <c:pt idx="15647">
                  <c:v>0.18109953703242354</c:v>
                </c:pt>
                <c:pt idx="15648">
                  <c:v>0.18111111110920319</c:v>
                </c:pt>
                <c:pt idx="15649">
                  <c:v>0.18112268518598285</c:v>
                </c:pt>
                <c:pt idx="15650">
                  <c:v>0.18113425925548654</c:v>
                </c:pt>
                <c:pt idx="15651">
                  <c:v>0.18114583333226619</c:v>
                </c:pt>
                <c:pt idx="15652">
                  <c:v>0.18115740740176989</c:v>
                </c:pt>
                <c:pt idx="15653">
                  <c:v>0.18116898147854954</c:v>
                </c:pt>
                <c:pt idx="15654">
                  <c:v>0.18118055555532919</c:v>
                </c:pt>
                <c:pt idx="15655">
                  <c:v>0.18119212962483289</c:v>
                </c:pt>
                <c:pt idx="15656">
                  <c:v>0.18120370370161254</c:v>
                </c:pt>
                <c:pt idx="15657">
                  <c:v>0.18121527777839219</c:v>
                </c:pt>
                <c:pt idx="15658">
                  <c:v>0.18122685184789589</c:v>
                </c:pt>
                <c:pt idx="15659">
                  <c:v>0.18123842592467554</c:v>
                </c:pt>
                <c:pt idx="15660">
                  <c:v>0.18124999999417923</c:v>
                </c:pt>
                <c:pt idx="15661">
                  <c:v>0.18126157407095889</c:v>
                </c:pt>
                <c:pt idx="15662">
                  <c:v>0.18127314814773854</c:v>
                </c:pt>
                <c:pt idx="15663">
                  <c:v>0.18128472221724223</c:v>
                </c:pt>
                <c:pt idx="15664">
                  <c:v>0.18129629629402189</c:v>
                </c:pt>
                <c:pt idx="15665">
                  <c:v>0.18130787037080154</c:v>
                </c:pt>
                <c:pt idx="15666">
                  <c:v>0.18131944444030523</c:v>
                </c:pt>
                <c:pt idx="15667">
                  <c:v>0.18133101851708489</c:v>
                </c:pt>
                <c:pt idx="15668">
                  <c:v>0.18134259259386454</c:v>
                </c:pt>
                <c:pt idx="15669">
                  <c:v>0.18135416666336823</c:v>
                </c:pt>
                <c:pt idx="15670">
                  <c:v>0.18136574074014788</c:v>
                </c:pt>
                <c:pt idx="15671">
                  <c:v>0.18137731480965158</c:v>
                </c:pt>
                <c:pt idx="15672">
                  <c:v>0.18138888888643123</c:v>
                </c:pt>
                <c:pt idx="15673">
                  <c:v>0.18140046296321088</c:v>
                </c:pt>
                <c:pt idx="15674">
                  <c:v>0.18141203703271458</c:v>
                </c:pt>
                <c:pt idx="15675">
                  <c:v>0.18142361110949423</c:v>
                </c:pt>
                <c:pt idx="15676">
                  <c:v>0.18143518518627388</c:v>
                </c:pt>
                <c:pt idx="15677">
                  <c:v>0.18144675925577758</c:v>
                </c:pt>
                <c:pt idx="15678">
                  <c:v>0.18145833333255723</c:v>
                </c:pt>
                <c:pt idx="15679">
                  <c:v>0.18146990740206093</c:v>
                </c:pt>
                <c:pt idx="15680">
                  <c:v>0.18148148147884058</c:v>
                </c:pt>
                <c:pt idx="15681">
                  <c:v>0.18149305555562023</c:v>
                </c:pt>
                <c:pt idx="15682">
                  <c:v>0.18150462962512393</c:v>
                </c:pt>
                <c:pt idx="15683">
                  <c:v>0.18151620370190358</c:v>
                </c:pt>
                <c:pt idx="15684">
                  <c:v>0.18152777777868323</c:v>
                </c:pt>
                <c:pt idx="15685">
                  <c:v>0.18153935184818693</c:v>
                </c:pt>
                <c:pt idx="15686">
                  <c:v>0.18155092592496658</c:v>
                </c:pt>
                <c:pt idx="15687">
                  <c:v>0.18156249999447027</c:v>
                </c:pt>
                <c:pt idx="15688">
                  <c:v>0.18157407407124992</c:v>
                </c:pt>
                <c:pt idx="15689">
                  <c:v>0.18158564814802958</c:v>
                </c:pt>
                <c:pt idx="15690">
                  <c:v>0.18159722221753327</c:v>
                </c:pt>
                <c:pt idx="15691">
                  <c:v>0.18160879629431292</c:v>
                </c:pt>
                <c:pt idx="15692">
                  <c:v>0.18162037037109258</c:v>
                </c:pt>
                <c:pt idx="15693">
                  <c:v>0.18163194444059627</c:v>
                </c:pt>
                <c:pt idx="15694">
                  <c:v>0.18164351851737592</c:v>
                </c:pt>
                <c:pt idx="15695">
                  <c:v>0.18165509258687962</c:v>
                </c:pt>
                <c:pt idx="15696">
                  <c:v>0.18166666666365927</c:v>
                </c:pt>
                <c:pt idx="15697">
                  <c:v>0.18167824074043892</c:v>
                </c:pt>
                <c:pt idx="15698">
                  <c:v>0.18168981480994262</c:v>
                </c:pt>
                <c:pt idx="15699">
                  <c:v>0.18170138888672227</c:v>
                </c:pt>
                <c:pt idx="15700">
                  <c:v>0.18171296296350192</c:v>
                </c:pt>
                <c:pt idx="15701">
                  <c:v>0.18172453703300562</c:v>
                </c:pt>
                <c:pt idx="15702">
                  <c:v>0.18173611110978527</c:v>
                </c:pt>
                <c:pt idx="15703">
                  <c:v>0.18174768517928896</c:v>
                </c:pt>
                <c:pt idx="15704">
                  <c:v>0.18175925925606862</c:v>
                </c:pt>
                <c:pt idx="15705">
                  <c:v>0.18177083333284827</c:v>
                </c:pt>
                <c:pt idx="15706">
                  <c:v>0.18178240740235196</c:v>
                </c:pt>
                <c:pt idx="15707">
                  <c:v>0.18179398147913162</c:v>
                </c:pt>
                <c:pt idx="15708">
                  <c:v>0.18180555555591127</c:v>
                </c:pt>
                <c:pt idx="15709">
                  <c:v>0.18181712962541496</c:v>
                </c:pt>
                <c:pt idx="15710">
                  <c:v>0.18182870370219462</c:v>
                </c:pt>
                <c:pt idx="15711">
                  <c:v>0.18184027777897427</c:v>
                </c:pt>
                <c:pt idx="15712">
                  <c:v>0.18185185184847796</c:v>
                </c:pt>
                <c:pt idx="15713">
                  <c:v>0.18186342592525762</c:v>
                </c:pt>
                <c:pt idx="15714">
                  <c:v>0.18187499999476131</c:v>
                </c:pt>
                <c:pt idx="15715">
                  <c:v>0.18188657407154096</c:v>
                </c:pt>
                <c:pt idx="15716">
                  <c:v>0.18189814814832062</c:v>
                </c:pt>
                <c:pt idx="15717">
                  <c:v>0.18190972221782431</c:v>
                </c:pt>
                <c:pt idx="15718">
                  <c:v>0.18192129629460396</c:v>
                </c:pt>
                <c:pt idx="15719">
                  <c:v>0.18193287037138361</c:v>
                </c:pt>
                <c:pt idx="15720">
                  <c:v>0.18194444444088731</c:v>
                </c:pt>
                <c:pt idx="15721">
                  <c:v>0.18195601851766696</c:v>
                </c:pt>
                <c:pt idx="15722">
                  <c:v>0.18196759258717066</c:v>
                </c:pt>
                <c:pt idx="15723">
                  <c:v>0.18197916666395031</c:v>
                </c:pt>
                <c:pt idx="15724">
                  <c:v>0.18199074074072996</c:v>
                </c:pt>
                <c:pt idx="15725">
                  <c:v>0.18200231481023366</c:v>
                </c:pt>
                <c:pt idx="15726">
                  <c:v>0.18201388888701331</c:v>
                </c:pt>
                <c:pt idx="15727">
                  <c:v>0.18202546296379296</c:v>
                </c:pt>
                <c:pt idx="15728">
                  <c:v>0.18203703703329666</c:v>
                </c:pt>
                <c:pt idx="15729">
                  <c:v>0.18204861111007631</c:v>
                </c:pt>
                <c:pt idx="15730">
                  <c:v>0.18206018517958</c:v>
                </c:pt>
                <c:pt idx="15731">
                  <c:v>0.18207175925635966</c:v>
                </c:pt>
                <c:pt idx="15732">
                  <c:v>0.18208333333313931</c:v>
                </c:pt>
                <c:pt idx="15733">
                  <c:v>0.182094907402643</c:v>
                </c:pt>
                <c:pt idx="15734">
                  <c:v>0.18210648147942265</c:v>
                </c:pt>
                <c:pt idx="15735">
                  <c:v>0.18211805555620231</c:v>
                </c:pt>
                <c:pt idx="15736">
                  <c:v>0.182129629625706</c:v>
                </c:pt>
                <c:pt idx="15737">
                  <c:v>0.18214120370248565</c:v>
                </c:pt>
                <c:pt idx="15738">
                  <c:v>0.18215277777198935</c:v>
                </c:pt>
                <c:pt idx="15739">
                  <c:v>0.182164351848769</c:v>
                </c:pt>
                <c:pt idx="15740">
                  <c:v>0.18217592592554865</c:v>
                </c:pt>
                <c:pt idx="15741">
                  <c:v>0.18218749999505235</c:v>
                </c:pt>
                <c:pt idx="15742">
                  <c:v>0.182199074071832</c:v>
                </c:pt>
                <c:pt idx="15743">
                  <c:v>0.18221064814861165</c:v>
                </c:pt>
                <c:pt idx="15744">
                  <c:v>0.18222222221811535</c:v>
                </c:pt>
                <c:pt idx="15745">
                  <c:v>0.182233796294895</c:v>
                </c:pt>
                <c:pt idx="15746">
                  <c:v>0.18224537037167465</c:v>
                </c:pt>
                <c:pt idx="15747">
                  <c:v>0.18225694444117835</c:v>
                </c:pt>
                <c:pt idx="15748">
                  <c:v>0.182268518517958</c:v>
                </c:pt>
                <c:pt idx="15749">
                  <c:v>0.1822800925874617</c:v>
                </c:pt>
                <c:pt idx="15750">
                  <c:v>0.18229166666424135</c:v>
                </c:pt>
                <c:pt idx="15751">
                  <c:v>0.182303240741021</c:v>
                </c:pt>
                <c:pt idx="15752">
                  <c:v>0.18231481481052469</c:v>
                </c:pt>
                <c:pt idx="15753">
                  <c:v>0.18232638888730435</c:v>
                </c:pt>
                <c:pt idx="15754">
                  <c:v>0.182337962964084</c:v>
                </c:pt>
                <c:pt idx="15755">
                  <c:v>0.18234953703358769</c:v>
                </c:pt>
                <c:pt idx="15756">
                  <c:v>0.18236111111036735</c:v>
                </c:pt>
                <c:pt idx="15757">
                  <c:v>0.18237268517987104</c:v>
                </c:pt>
                <c:pt idx="15758">
                  <c:v>0.18238425925665069</c:v>
                </c:pt>
                <c:pt idx="15759">
                  <c:v>0.18239583333343035</c:v>
                </c:pt>
                <c:pt idx="15760">
                  <c:v>0.18240740740293404</c:v>
                </c:pt>
                <c:pt idx="15761">
                  <c:v>0.18241898147971369</c:v>
                </c:pt>
                <c:pt idx="15762">
                  <c:v>0.18243055555649335</c:v>
                </c:pt>
                <c:pt idx="15763">
                  <c:v>0.18244212962599704</c:v>
                </c:pt>
                <c:pt idx="15764">
                  <c:v>0.18245370370277669</c:v>
                </c:pt>
                <c:pt idx="15765">
                  <c:v>0.18246527777228039</c:v>
                </c:pt>
                <c:pt idx="15766">
                  <c:v>0.18247685184906004</c:v>
                </c:pt>
                <c:pt idx="15767">
                  <c:v>0.18248842592583969</c:v>
                </c:pt>
                <c:pt idx="15768">
                  <c:v>0.18249999999534339</c:v>
                </c:pt>
                <c:pt idx="15769">
                  <c:v>0.18251157407212304</c:v>
                </c:pt>
                <c:pt idx="15770">
                  <c:v>0.18252314814890269</c:v>
                </c:pt>
                <c:pt idx="15771">
                  <c:v>0.18253472221840639</c:v>
                </c:pt>
                <c:pt idx="15772">
                  <c:v>0.18254629629518604</c:v>
                </c:pt>
                <c:pt idx="15773">
                  <c:v>0.18255787036468973</c:v>
                </c:pt>
                <c:pt idx="15774">
                  <c:v>0.18256944444146939</c:v>
                </c:pt>
                <c:pt idx="15775">
                  <c:v>0.18258101851824904</c:v>
                </c:pt>
                <c:pt idx="15776">
                  <c:v>0.18259259258775273</c:v>
                </c:pt>
                <c:pt idx="15777">
                  <c:v>0.18260416666453239</c:v>
                </c:pt>
                <c:pt idx="15778">
                  <c:v>0.18261574074131204</c:v>
                </c:pt>
                <c:pt idx="15779">
                  <c:v>0.18262731481081573</c:v>
                </c:pt>
                <c:pt idx="15780">
                  <c:v>0.18263888888759539</c:v>
                </c:pt>
                <c:pt idx="15781">
                  <c:v>0.18265046295709908</c:v>
                </c:pt>
                <c:pt idx="15782">
                  <c:v>0.18266203703387873</c:v>
                </c:pt>
                <c:pt idx="15783">
                  <c:v>0.18267361111065838</c:v>
                </c:pt>
                <c:pt idx="15784">
                  <c:v>0.18268518518016208</c:v>
                </c:pt>
                <c:pt idx="15785">
                  <c:v>0.18269675925694173</c:v>
                </c:pt>
                <c:pt idx="15786">
                  <c:v>0.18270833333372138</c:v>
                </c:pt>
                <c:pt idx="15787">
                  <c:v>0.18271990740322508</c:v>
                </c:pt>
                <c:pt idx="15788">
                  <c:v>0.18273148148000473</c:v>
                </c:pt>
                <c:pt idx="15789">
                  <c:v>0.18274305555678438</c:v>
                </c:pt>
                <c:pt idx="15790">
                  <c:v>0.18275462962628808</c:v>
                </c:pt>
                <c:pt idx="15791">
                  <c:v>0.18276620370306773</c:v>
                </c:pt>
                <c:pt idx="15792">
                  <c:v>0.18277777777257143</c:v>
                </c:pt>
                <c:pt idx="15793">
                  <c:v>0.18278935184935108</c:v>
                </c:pt>
                <c:pt idx="15794">
                  <c:v>0.18280092592613073</c:v>
                </c:pt>
                <c:pt idx="15795">
                  <c:v>0.18281249999563443</c:v>
                </c:pt>
                <c:pt idx="15796">
                  <c:v>0.18282407407241408</c:v>
                </c:pt>
                <c:pt idx="15797">
                  <c:v>0.18283564814919373</c:v>
                </c:pt>
                <c:pt idx="15798">
                  <c:v>0.18284722221869742</c:v>
                </c:pt>
                <c:pt idx="15799">
                  <c:v>0.18285879629547708</c:v>
                </c:pt>
                <c:pt idx="15800">
                  <c:v>0.18287037036498077</c:v>
                </c:pt>
                <c:pt idx="15801">
                  <c:v>0.18288194444176042</c:v>
                </c:pt>
                <c:pt idx="15802">
                  <c:v>0.18289351851854008</c:v>
                </c:pt>
                <c:pt idx="15803">
                  <c:v>0.18290509258804377</c:v>
                </c:pt>
                <c:pt idx="15804">
                  <c:v>0.18291666666482342</c:v>
                </c:pt>
                <c:pt idx="15805">
                  <c:v>0.18292824074160308</c:v>
                </c:pt>
                <c:pt idx="15806">
                  <c:v>0.18293981481110677</c:v>
                </c:pt>
                <c:pt idx="15807">
                  <c:v>0.18295138888788642</c:v>
                </c:pt>
                <c:pt idx="15808">
                  <c:v>0.18296296295739012</c:v>
                </c:pt>
                <c:pt idx="15809">
                  <c:v>0.18297453703416977</c:v>
                </c:pt>
                <c:pt idx="15810">
                  <c:v>0.18298611111094942</c:v>
                </c:pt>
                <c:pt idx="15811">
                  <c:v>0.18299768518045312</c:v>
                </c:pt>
                <c:pt idx="15812">
                  <c:v>0.18300925925723277</c:v>
                </c:pt>
                <c:pt idx="15813">
                  <c:v>0.18302083333401242</c:v>
                </c:pt>
                <c:pt idx="15814">
                  <c:v>0.18303240740351612</c:v>
                </c:pt>
                <c:pt idx="15815">
                  <c:v>0.18304398148029577</c:v>
                </c:pt>
                <c:pt idx="15816">
                  <c:v>0.18305555554979946</c:v>
                </c:pt>
                <c:pt idx="15817">
                  <c:v>0.18306712962657912</c:v>
                </c:pt>
                <c:pt idx="15818">
                  <c:v>0.18307870370335877</c:v>
                </c:pt>
                <c:pt idx="15819">
                  <c:v>0.18309027777286246</c:v>
                </c:pt>
                <c:pt idx="15820">
                  <c:v>0.18310185184964212</c:v>
                </c:pt>
                <c:pt idx="15821">
                  <c:v>0.18311342592642177</c:v>
                </c:pt>
                <c:pt idx="15822">
                  <c:v>0.18312499999592546</c:v>
                </c:pt>
                <c:pt idx="15823">
                  <c:v>0.18313657407270512</c:v>
                </c:pt>
                <c:pt idx="15824">
                  <c:v>0.18314814814948477</c:v>
                </c:pt>
                <c:pt idx="15825">
                  <c:v>0.18315972221898846</c:v>
                </c:pt>
                <c:pt idx="15826">
                  <c:v>0.18317129629576812</c:v>
                </c:pt>
                <c:pt idx="15827">
                  <c:v>0.18318287036527181</c:v>
                </c:pt>
                <c:pt idx="15828">
                  <c:v>0.18319444444205146</c:v>
                </c:pt>
                <c:pt idx="15829">
                  <c:v>0.18320601851883112</c:v>
                </c:pt>
                <c:pt idx="15830">
                  <c:v>0.18321759258833481</c:v>
                </c:pt>
                <c:pt idx="15831">
                  <c:v>0.18322916666511446</c:v>
                </c:pt>
                <c:pt idx="15832">
                  <c:v>0.18324074074189411</c:v>
                </c:pt>
                <c:pt idx="15833">
                  <c:v>0.18325231481139781</c:v>
                </c:pt>
                <c:pt idx="15834">
                  <c:v>0.18326388888817746</c:v>
                </c:pt>
                <c:pt idx="15835">
                  <c:v>0.18327546295768116</c:v>
                </c:pt>
                <c:pt idx="15836">
                  <c:v>0.18328703703446081</c:v>
                </c:pt>
                <c:pt idx="15837">
                  <c:v>0.18329861111124046</c:v>
                </c:pt>
                <c:pt idx="15838">
                  <c:v>0.18331018518074416</c:v>
                </c:pt>
                <c:pt idx="15839">
                  <c:v>0.18332175925752381</c:v>
                </c:pt>
                <c:pt idx="15840">
                  <c:v>0.18333333333430346</c:v>
                </c:pt>
                <c:pt idx="15841">
                  <c:v>0.18334490740380716</c:v>
                </c:pt>
                <c:pt idx="15842">
                  <c:v>0.18335648148058681</c:v>
                </c:pt>
                <c:pt idx="15843">
                  <c:v>0.1833680555500905</c:v>
                </c:pt>
                <c:pt idx="15844">
                  <c:v>0.18337962962687016</c:v>
                </c:pt>
                <c:pt idx="15845">
                  <c:v>0.18339120370364981</c:v>
                </c:pt>
                <c:pt idx="15846">
                  <c:v>0.1834027777731535</c:v>
                </c:pt>
                <c:pt idx="15847">
                  <c:v>0.18341435184993315</c:v>
                </c:pt>
                <c:pt idx="15848">
                  <c:v>0.18342592592671281</c:v>
                </c:pt>
                <c:pt idx="15849">
                  <c:v>0.1834374999962165</c:v>
                </c:pt>
                <c:pt idx="15850">
                  <c:v>0.18344907407299615</c:v>
                </c:pt>
                <c:pt idx="15851">
                  <c:v>0.18346064814249985</c:v>
                </c:pt>
                <c:pt idx="15852">
                  <c:v>0.1834722222192795</c:v>
                </c:pt>
                <c:pt idx="15853">
                  <c:v>0.18348379629605915</c:v>
                </c:pt>
                <c:pt idx="15854">
                  <c:v>0.18349537036556285</c:v>
                </c:pt>
                <c:pt idx="15855">
                  <c:v>0.1835069444423425</c:v>
                </c:pt>
                <c:pt idx="15856">
                  <c:v>0.18351851851912215</c:v>
                </c:pt>
                <c:pt idx="15857">
                  <c:v>0.18353009258862585</c:v>
                </c:pt>
                <c:pt idx="15858">
                  <c:v>0.1835416666654055</c:v>
                </c:pt>
                <c:pt idx="15859">
                  <c:v>0.1835532407349092</c:v>
                </c:pt>
                <c:pt idx="15860">
                  <c:v>0.18356481481168885</c:v>
                </c:pt>
                <c:pt idx="15861">
                  <c:v>0.1835763888884685</c:v>
                </c:pt>
                <c:pt idx="15862">
                  <c:v>0.18358796295797219</c:v>
                </c:pt>
                <c:pt idx="15863">
                  <c:v>0.18359953703475185</c:v>
                </c:pt>
                <c:pt idx="15864">
                  <c:v>0.1836111111115315</c:v>
                </c:pt>
                <c:pt idx="15865">
                  <c:v>0.18362268518103519</c:v>
                </c:pt>
                <c:pt idx="15866">
                  <c:v>0.18363425925781485</c:v>
                </c:pt>
                <c:pt idx="15867">
                  <c:v>0.1836458333345945</c:v>
                </c:pt>
                <c:pt idx="15868">
                  <c:v>0.18365740740409819</c:v>
                </c:pt>
                <c:pt idx="15869">
                  <c:v>0.18366898148087785</c:v>
                </c:pt>
                <c:pt idx="15870">
                  <c:v>0.18368055555038154</c:v>
                </c:pt>
                <c:pt idx="15871">
                  <c:v>0.18369212962716119</c:v>
                </c:pt>
                <c:pt idx="15872">
                  <c:v>0.18370370370394085</c:v>
                </c:pt>
                <c:pt idx="15873">
                  <c:v>0.18371527777344454</c:v>
                </c:pt>
                <c:pt idx="15874">
                  <c:v>0.18372685185022419</c:v>
                </c:pt>
                <c:pt idx="15875">
                  <c:v>0.18373842592700385</c:v>
                </c:pt>
                <c:pt idx="15876">
                  <c:v>0.18374999999650754</c:v>
                </c:pt>
                <c:pt idx="15877">
                  <c:v>0.18376157407328719</c:v>
                </c:pt>
                <c:pt idx="15878">
                  <c:v>0.18377314814279089</c:v>
                </c:pt>
                <c:pt idx="15879">
                  <c:v>0.18378472221957054</c:v>
                </c:pt>
                <c:pt idx="15880">
                  <c:v>0.18379629629635019</c:v>
                </c:pt>
                <c:pt idx="15881">
                  <c:v>0.18380787036585389</c:v>
                </c:pt>
                <c:pt idx="15882">
                  <c:v>0.18381944444263354</c:v>
                </c:pt>
                <c:pt idx="15883">
                  <c:v>0.18383101851941319</c:v>
                </c:pt>
                <c:pt idx="15884">
                  <c:v>0.18384259258891689</c:v>
                </c:pt>
                <c:pt idx="15885">
                  <c:v>0.18385416666569654</c:v>
                </c:pt>
                <c:pt idx="15886">
                  <c:v>0.18386574073520023</c:v>
                </c:pt>
                <c:pt idx="15887">
                  <c:v>0.18387731481197989</c:v>
                </c:pt>
                <c:pt idx="15888">
                  <c:v>0.18388888888875954</c:v>
                </c:pt>
                <c:pt idx="15889">
                  <c:v>0.18390046295826323</c:v>
                </c:pt>
                <c:pt idx="15890">
                  <c:v>0.18391203703504289</c:v>
                </c:pt>
                <c:pt idx="15891">
                  <c:v>0.18392361111182254</c:v>
                </c:pt>
                <c:pt idx="15892">
                  <c:v>0.18393518518132623</c:v>
                </c:pt>
                <c:pt idx="15893">
                  <c:v>0.18394675925810589</c:v>
                </c:pt>
                <c:pt idx="15894">
                  <c:v>0.18395833332760958</c:v>
                </c:pt>
                <c:pt idx="15895">
                  <c:v>0.18396990740438923</c:v>
                </c:pt>
                <c:pt idx="15896">
                  <c:v>0.18398148148116888</c:v>
                </c:pt>
                <c:pt idx="15897">
                  <c:v>0.18399305555067258</c:v>
                </c:pt>
                <c:pt idx="15898">
                  <c:v>0.18400462962745223</c:v>
                </c:pt>
                <c:pt idx="15899">
                  <c:v>0.18401620370423188</c:v>
                </c:pt>
                <c:pt idx="15900">
                  <c:v>0.18402777777373558</c:v>
                </c:pt>
                <c:pt idx="15901">
                  <c:v>0.18403935185051523</c:v>
                </c:pt>
                <c:pt idx="15902">
                  <c:v>0.18405092592001893</c:v>
                </c:pt>
                <c:pt idx="15903">
                  <c:v>0.18406249999679858</c:v>
                </c:pt>
                <c:pt idx="15904">
                  <c:v>0.18407407407357823</c:v>
                </c:pt>
                <c:pt idx="15905">
                  <c:v>0.18408564814308193</c:v>
                </c:pt>
                <c:pt idx="15906">
                  <c:v>0.18409722221986158</c:v>
                </c:pt>
                <c:pt idx="15907">
                  <c:v>0.18410879629664123</c:v>
                </c:pt>
                <c:pt idx="15908">
                  <c:v>0.18412037036614493</c:v>
                </c:pt>
                <c:pt idx="15909">
                  <c:v>0.18413194444292458</c:v>
                </c:pt>
                <c:pt idx="15910">
                  <c:v>0.18414351851970423</c:v>
                </c:pt>
                <c:pt idx="15911">
                  <c:v>0.18415509258920792</c:v>
                </c:pt>
                <c:pt idx="15912">
                  <c:v>0.18416666666598758</c:v>
                </c:pt>
                <c:pt idx="15913">
                  <c:v>0.18417824073549127</c:v>
                </c:pt>
                <c:pt idx="15914">
                  <c:v>0.18418981481227092</c:v>
                </c:pt>
                <c:pt idx="15915">
                  <c:v>0.18420138888905058</c:v>
                </c:pt>
                <c:pt idx="15916">
                  <c:v>0.18421296295855427</c:v>
                </c:pt>
                <c:pt idx="15917">
                  <c:v>0.18422453703533392</c:v>
                </c:pt>
                <c:pt idx="15918">
                  <c:v>0.18423611111211358</c:v>
                </c:pt>
                <c:pt idx="15919">
                  <c:v>0.18424768518161727</c:v>
                </c:pt>
                <c:pt idx="15920">
                  <c:v>0.18425925925839692</c:v>
                </c:pt>
                <c:pt idx="15921">
                  <c:v>0.18427083332790062</c:v>
                </c:pt>
                <c:pt idx="15922">
                  <c:v>0.18428240740468027</c:v>
                </c:pt>
                <c:pt idx="15923">
                  <c:v>0.18429398148145992</c:v>
                </c:pt>
                <c:pt idx="15924">
                  <c:v>0.18430555555096362</c:v>
                </c:pt>
                <c:pt idx="15925">
                  <c:v>0.18431712962774327</c:v>
                </c:pt>
                <c:pt idx="15926">
                  <c:v>0.18432870370452292</c:v>
                </c:pt>
                <c:pt idx="15927">
                  <c:v>0.18434027777402662</c:v>
                </c:pt>
                <c:pt idx="15928">
                  <c:v>0.18435185185080627</c:v>
                </c:pt>
                <c:pt idx="15929">
                  <c:v>0.18436342592030996</c:v>
                </c:pt>
                <c:pt idx="15930">
                  <c:v>0.18437499999708962</c:v>
                </c:pt>
                <c:pt idx="15931">
                  <c:v>0.18438657407386927</c:v>
                </c:pt>
                <c:pt idx="15932">
                  <c:v>0.18439814814337296</c:v>
                </c:pt>
                <c:pt idx="15933">
                  <c:v>0.18440972222015262</c:v>
                </c:pt>
                <c:pt idx="15934">
                  <c:v>0.18442129629693227</c:v>
                </c:pt>
                <c:pt idx="15935">
                  <c:v>0.18443287036643596</c:v>
                </c:pt>
                <c:pt idx="15936">
                  <c:v>0.18444444444321562</c:v>
                </c:pt>
                <c:pt idx="15937">
                  <c:v>0.18445601851271931</c:v>
                </c:pt>
                <c:pt idx="15938">
                  <c:v>0.18446759258949896</c:v>
                </c:pt>
                <c:pt idx="15939">
                  <c:v>0.18447916666627862</c:v>
                </c:pt>
                <c:pt idx="15940">
                  <c:v>0.18449074073578231</c:v>
                </c:pt>
                <c:pt idx="15941">
                  <c:v>0.18450231481256196</c:v>
                </c:pt>
                <c:pt idx="15942">
                  <c:v>0.18451388888934162</c:v>
                </c:pt>
                <c:pt idx="15943">
                  <c:v>0.18452546295884531</c:v>
                </c:pt>
                <c:pt idx="15944">
                  <c:v>0.18453703703562496</c:v>
                </c:pt>
                <c:pt idx="15945">
                  <c:v>0.18454861111240461</c:v>
                </c:pt>
                <c:pt idx="15946">
                  <c:v>0.18456018518190831</c:v>
                </c:pt>
                <c:pt idx="15947">
                  <c:v>0.18457175925868796</c:v>
                </c:pt>
                <c:pt idx="15948">
                  <c:v>0.18458333332819166</c:v>
                </c:pt>
                <c:pt idx="15949">
                  <c:v>0.18459490740497131</c:v>
                </c:pt>
                <c:pt idx="15950">
                  <c:v>0.18460648148175096</c:v>
                </c:pt>
                <c:pt idx="15951">
                  <c:v>0.18461805555125466</c:v>
                </c:pt>
                <c:pt idx="15952">
                  <c:v>0.18462962962803431</c:v>
                </c:pt>
                <c:pt idx="15953">
                  <c:v>0.18464120370481396</c:v>
                </c:pt>
                <c:pt idx="15954">
                  <c:v>0.18465277777431766</c:v>
                </c:pt>
                <c:pt idx="15955">
                  <c:v>0.18466435185109731</c:v>
                </c:pt>
                <c:pt idx="15956">
                  <c:v>0.184675925920601</c:v>
                </c:pt>
                <c:pt idx="15957">
                  <c:v>0.18468749999738066</c:v>
                </c:pt>
                <c:pt idx="15958">
                  <c:v>0.18469907407416031</c:v>
                </c:pt>
                <c:pt idx="15959">
                  <c:v>0.184710648143664</c:v>
                </c:pt>
                <c:pt idx="15960">
                  <c:v>0.18472222222044365</c:v>
                </c:pt>
                <c:pt idx="15961">
                  <c:v>0.18473379629722331</c:v>
                </c:pt>
                <c:pt idx="15962">
                  <c:v>0.184745370366727</c:v>
                </c:pt>
                <c:pt idx="15963">
                  <c:v>0.18475694444350665</c:v>
                </c:pt>
                <c:pt idx="15964">
                  <c:v>0.18476851851301035</c:v>
                </c:pt>
                <c:pt idx="15965">
                  <c:v>0.18478009258979</c:v>
                </c:pt>
                <c:pt idx="15966">
                  <c:v>0.18479166666656965</c:v>
                </c:pt>
                <c:pt idx="15967">
                  <c:v>0.18480324073607335</c:v>
                </c:pt>
                <c:pt idx="15968">
                  <c:v>0.184814814812853</c:v>
                </c:pt>
                <c:pt idx="15969">
                  <c:v>0.18482638888963265</c:v>
                </c:pt>
                <c:pt idx="15970">
                  <c:v>0.18483796295913635</c:v>
                </c:pt>
                <c:pt idx="15971">
                  <c:v>0.184849537035916</c:v>
                </c:pt>
                <c:pt idx="15972">
                  <c:v>0.1848611111054197</c:v>
                </c:pt>
                <c:pt idx="15973">
                  <c:v>0.18487268518219935</c:v>
                </c:pt>
                <c:pt idx="15974">
                  <c:v>0.184884259258979</c:v>
                </c:pt>
                <c:pt idx="15975">
                  <c:v>0.18489583332848269</c:v>
                </c:pt>
                <c:pt idx="15976">
                  <c:v>0.18490740740526235</c:v>
                </c:pt>
                <c:pt idx="15977">
                  <c:v>0.184918981482042</c:v>
                </c:pt>
                <c:pt idx="15978">
                  <c:v>0.18493055555154569</c:v>
                </c:pt>
                <c:pt idx="15979">
                  <c:v>0.18494212962832535</c:v>
                </c:pt>
                <c:pt idx="15980">
                  <c:v>0.18495370369782904</c:v>
                </c:pt>
                <c:pt idx="15981">
                  <c:v>0.18496527777460869</c:v>
                </c:pt>
                <c:pt idx="15982">
                  <c:v>0.18497685185138835</c:v>
                </c:pt>
                <c:pt idx="15983">
                  <c:v>0.18498842592089204</c:v>
                </c:pt>
                <c:pt idx="15984">
                  <c:v>0.18499999999767169</c:v>
                </c:pt>
                <c:pt idx="15985">
                  <c:v>0.18501157407445135</c:v>
                </c:pt>
                <c:pt idx="15986">
                  <c:v>0.18502314814395504</c:v>
                </c:pt>
                <c:pt idx="15987">
                  <c:v>0.18503472222073469</c:v>
                </c:pt>
                <c:pt idx="15988">
                  <c:v>0.18504629629751435</c:v>
                </c:pt>
                <c:pt idx="15989">
                  <c:v>0.18505787036701804</c:v>
                </c:pt>
                <c:pt idx="15990">
                  <c:v>0.18506944444379769</c:v>
                </c:pt>
                <c:pt idx="15991">
                  <c:v>0.18508101851330139</c:v>
                </c:pt>
                <c:pt idx="15992">
                  <c:v>0.18509259259008104</c:v>
                </c:pt>
                <c:pt idx="15993">
                  <c:v>0.18510416666686069</c:v>
                </c:pt>
                <c:pt idx="15994">
                  <c:v>0.18511574073636439</c:v>
                </c:pt>
                <c:pt idx="15995">
                  <c:v>0.18512731481314404</c:v>
                </c:pt>
                <c:pt idx="15996">
                  <c:v>0.18513888888992369</c:v>
                </c:pt>
                <c:pt idx="15997">
                  <c:v>0.18515046295942739</c:v>
                </c:pt>
                <c:pt idx="15998">
                  <c:v>0.18516203703620704</c:v>
                </c:pt>
                <c:pt idx="15999">
                  <c:v>0.18517361110571073</c:v>
                </c:pt>
                <c:pt idx="16000">
                  <c:v>0.18518518518249039</c:v>
                </c:pt>
                <c:pt idx="16001">
                  <c:v>0.18519675925927004</c:v>
                </c:pt>
                <c:pt idx="16002">
                  <c:v>0.18520833332877373</c:v>
                </c:pt>
                <c:pt idx="16003">
                  <c:v>0.18521990740555339</c:v>
                </c:pt>
                <c:pt idx="16004">
                  <c:v>0.18523148148233304</c:v>
                </c:pt>
                <c:pt idx="16005">
                  <c:v>0.18524305555183673</c:v>
                </c:pt>
                <c:pt idx="16006">
                  <c:v>0.18525462962861639</c:v>
                </c:pt>
                <c:pt idx="16007">
                  <c:v>0.18526620369812008</c:v>
                </c:pt>
                <c:pt idx="16008">
                  <c:v>0.18527777777489973</c:v>
                </c:pt>
                <c:pt idx="16009">
                  <c:v>0.18528935185167938</c:v>
                </c:pt>
                <c:pt idx="16010">
                  <c:v>0.18530092592118308</c:v>
                </c:pt>
                <c:pt idx="16011">
                  <c:v>0.18531249999796273</c:v>
                </c:pt>
                <c:pt idx="16012">
                  <c:v>0.18532407407474238</c:v>
                </c:pt>
                <c:pt idx="16013">
                  <c:v>0.18533564814424608</c:v>
                </c:pt>
                <c:pt idx="16014">
                  <c:v>0.18534722222102573</c:v>
                </c:pt>
                <c:pt idx="16015">
                  <c:v>0.18535879629052943</c:v>
                </c:pt>
                <c:pt idx="16016">
                  <c:v>0.18537037036730908</c:v>
                </c:pt>
                <c:pt idx="16017">
                  <c:v>0.18538194444408873</c:v>
                </c:pt>
                <c:pt idx="16018">
                  <c:v>0.18539351851359243</c:v>
                </c:pt>
                <c:pt idx="16019">
                  <c:v>0.18540509259037208</c:v>
                </c:pt>
                <c:pt idx="16020">
                  <c:v>0.18541666666715173</c:v>
                </c:pt>
                <c:pt idx="16021">
                  <c:v>0.18542824073665543</c:v>
                </c:pt>
                <c:pt idx="16022">
                  <c:v>0.18543981481343508</c:v>
                </c:pt>
                <c:pt idx="16023">
                  <c:v>0.18545138889021473</c:v>
                </c:pt>
                <c:pt idx="16024">
                  <c:v>0.18546296295971842</c:v>
                </c:pt>
                <c:pt idx="16025">
                  <c:v>0.18547453703649808</c:v>
                </c:pt>
                <c:pt idx="16026">
                  <c:v>0.18548611110600177</c:v>
                </c:pt>
                <c:pt idx="16027">
                  <c:v>0.18549768518278142</c:v>
                </c:pt>
                <c:pt idx="16028">
                  <c:v>0.18550925925956108</c:v>
                </c:pt>
                <c:pt idx="16029">
                  <c:v>0.18552083332906477</c:v>
                </c:pt>
                <c:pt idx="16030">
                  <c:v>0.18553240740584442</c:v>
                </c:pt>
                <c:pt idx="16031">
                  <c:v>0.18554398148262408</c:v>
                </c:pt>
                <c:pt idx="16032">
                  <c:v>0.18555555555212777</c:v>
                </c:pt>
                <c:pt idx="16033">
                  <c:v>0.18556712962890742</c:v>
                </c:pt>
                <c:pt idx="16034">
                  <c:v>0.18557870369841112</c:v>
                </c:pt>
                <c:pt idx="16035">
                  <c:v>0.18559027777519077</c:v>
                </c:pt>
                <c:pt idx="16036">
                  <c:v>0.18560185185197042</c:v>
                </c:pt>
                <c:pt idx="16037">
                  <c:v>0.18561342592147412</c:v>
                </c:pt>
                <c:pt idx="16038">
                  <c:v>0.18562499999825377</c:v>
                </c:pt>
                <c:pt idx="16039">
                  <c:v>0.18563657407503342</c:v>
                </c:pt>
                <c:pt idx="16040">
                  <c:v>0.18564814814453712</c:v>
                </c:pt>
                <c:pt idx="16041">
                  <c:v>0.18565972222131677</c:v>
                </c:pt>
                <c:pt idx="16042">
                  <c:v>0.18567129629082046</c:v>
                </c:pt>
                <c:pt idx="16043">
                  <c:v>0.18568287036760012</c:v>
                </c:pt>
                <c:pt idx="16044">
                  <c:v>0.18569444444437977</c:v>
                </c:pt>
                <c:pt idx="16045">
                  <c:v>0.18570601851388346</c:v>
                </c:pt>
                <c:pt idx="16046">
                  <c:v>0.18571759259066312</c:v>
                </c:pt>
                <c:pt idx="16047">
                  <c:v>0.18572916666744277</c:v>
                </c:pt>
                <c:pt idx="16048">
                  <c:v>0.18574074073694646</c:v>
                </c:pt>
                <c:pt idx="16049">
                  <c:v>0.18575231481372612</c:v>
                </c:pt>
                <c:pt idx="16050">
                  <c:v>0.18576388888322981</c:v>
                </c:pt>
                <c:pt idx="16051">
                  <c:v>0.18577546296000946</c:v>
                </c:pt>
                <c:pt idx="16052">
                  <c:v>0.18578703703678912</c:v>
                </c:pt>
                <c:pt idx="16053">
                  <c:v>0.18579861110629281</c:v>
                </c:pt>
                <c:pt idx="16054">
                  <c:v>0.18581018518307246</c:v>
                </c:pt>
                <c:pt idx="16055">
                  <c:v>0.18582175925985212</c:v>
                </c:pt>
                <c:pt idx="16056">
                  <c:v>0.18583333332935581</c:v>
                </c:pt>
                <c:pt idx="16057">
                  <c:v>0.18584490740613546</c:v>
                </c:pt>
                <c:pt idx="16058">
                  <c:v>0.18585648147563916</c:v>
                </c:pt>
                <c:pt idx="16059">
                  <c:v>0.18586805555241881</c:v>
                </c:pt>
                <c:pt idx="16060">
                  <c:v>0.18587962962919846</c:v>
                </c:pt>
                <c:pt idx="16061">
                  <c:v>0.18589120369870216</c:v>
                </c:pt>
                <c:pt idx="16062">
                  <c:v>0.18590277777548181</c:v>
                </c:pt>
                <c:pt idx="16063">
                  <c:v>0.18591435185226146</c:v>
                </c:pt>
                <c:pt idx="16064">
                  <c:v>0.18592592592176516</c:v>
                </c:pt>
                <c:pt idx="16065">
                  <c:v>0.18593749999854481</c:v>
                </c:pt>
                <c:pt idx="16066">
                  <c:v>0.18594907407532446</c:v>
                </c:pt>
                <c:pt idx="16067">
                  <c:v>0.18596064814482816</c:v>
                </c:pt>
                <c:pt idx="16068">
                  <c:v>0.18597222222160781</c:v>
                </c:pt>
                <c:pt idx="16069">
                  <c:v>0.1859837962911115</c:v>
                </c:pt>
                <c:pt idx="16070">
                  <c:v>0.18599537036789116</c:v>
                </c:pt>
                <c:pt idx="16071">
                  <c:v>0.18600694444467081</c:v>
                </c:pt>
                <c:pt idx="16072">
                  <c:v>0.1860185185141745</c:v>
                </c:pt>
                <c:pt idx="16073">
                  <c:v>0.18603009259095415</c:v>
                </c:pt>
                <c:pt idx="16074">
                  <c:v>0.18604166666773381</c:v>
                </c:pt>
                <c:pt idx="16075">
                  <c:v>0.1860532407372375</c:v>
                </c:pt>
                <c:pt idx="16076">
                  <c:v>0.18606481481401715</c:v>
                </c:pt>
                <c:pt idx="16077">
                  <c:v>0.18607638888352085</c:v>
                </c:pt>
                <c:pt idx="16078">
                  <c:v>0.1860879629603005</c:v>
                </c:pt>
                <c:pt idx="16079">
                  <c:v>0.18609953703708015</c:v>
                </c:pt>
                <c:pt idx="16080">
                  <c:v>0.18611111110658385</c:v>
                </c:pt>
                <c:pt idx="16081">
                  <c:v>0.1861226851833635</c:v>
                </c:pt>
                <c:pt idx="16082">
                  <c:v>0.18613425926014315</c:v>
                </c:pt>
                <c:pt idx="16083">
                  <c:v>0.18614583332964685</c:v>
                </c:pt>
                <c:pt idx="16084">
                  <c:v>0.1861574074064265</c:v>
                </c:pt>
                <c:pt idx="16085">
                  <c:v>0.1861689814759302</c:v>
                </c:pt>
                <c:pt idx="16086">
                  <c:v>0.18618055555270985</c:v>
                </c:pt>
                <c:pt idx="16087">
                  <c:v>0.1861921296294895</c:v>
                </c:pt>
                <c:pt idx="16088">
                  <c:v>0.18620370369899319</c:v>
                </c:pt>
                <c:pt idx="16089">
                  <c:v>0.18621527777577285</c:v>
                </c:pt>
                <c:pt idx="16090">
                  <c:v>0.1862268518525525</c:v>
                </c:pt>
                <c:pt idx="16091">
                  <c:v>0.18623842592205619</c:v>
                </c:pt>
                <c:pt idx="16092">
                  <c:v>0.18624999999883585</c:v>
                </c:pt>
                <c:pt idx="16093">
                  <c:v>0.18626157406833954</c:v>
                </c:pt>
                <c:pt idx="16094">
                  <c:v>0.18627314814511919</c:v>
                </c:pt>
                <c:pt idx="16095">
                  <c:v>0.18628472222189885</c:v>
                </c:pt>
                <c:pt idx="16096">
                  <c:v>0.18629629629140254</c:v>
                </c:pt>
                <c:pt idx="16097">
                  <c:v>0.18630787036818219</c:v>
                </c:pt>
                <c:pt idx="16098">
                  <c:v>0.18631944444496185</c:v>
                </c:pt>
                <c:pt idx="16099">
                  <c:v>0.18633101851446554</c:v>
                </c:pt>
                <c:pt idx="16100">
                  <c:v>0.18634259259124519</c:v>
                </c:pt>
                <c:pt idx="16101">
                  <c:v>0.18635416666074889</c:v>
                </c:pt>
                <c:pt idx="16102">
                  <c:v>0.18636574073752854</c:v>
                </c:pt>
                <c:pt idx="16103">
                  <c:v>0.18637731481430819</c:v>
                </c:pt>
                <c:pt idx="16104">
                  <c:v>0.18638888888381189</c:v>
                </c:pt>
                <c:pt idx="16105">
                  <c:v>0.18640046296059154</c:v>
                </c:pt>
                <c:pt idx="16106">
                  <c:v>0.18641203703737119</c:v>
                </c:pt>
                <c:pt idx="16107">
                  <c:v>0.18642361110687489</c:v>
                </c:pt>
                <c:pt idx="16108">
                  <c:v>0.18643518518365454</c:v>
                </c:pt>
                <c:pt idx="16109">
                  <c:v>0.18644675926043419</c:v>
                </c:pt>
                <c:pt idx="16110">
                  <c:v>0.18645833332993789</c:v>
                </c:pt>
                <c:pt idx="16111">
                  <c:v>0.18646990740671754</c:v>
                </c:pt>
                <c:pt idx="16112">
                  <c:v>0.18648148147622123</c:v>
                </c:pt>
                <c:pt idx="16113">
                  <c:v>0.18649305555300089</c:v>
                </c:pt>
                <c:pt idx="16114">
                  <c:v>0.18650462962978054</c:v>
                </c:pt>
                <c:pt idx="16115">
                  <c:v>0.18651620369928423</c:v>
                </c:pt>
                <c:pt idx="16116">
                  <c:v>0.18652777777606389</c:v>
                </c:pt>
                <c:pt idx="16117">
                  <c:v>0.18653935185284354</c:v>
                </c:pt>
                <c:pt idx="16118">
                  <c:v>0.18655092592234723</c:v>
                </c:pt>
                <c:pt idx="16119">
                  <c:v>0.18656249999912689</c:v>
                </c:pt>
                <c:pt idx="16120">
                  <c:v>0.18657407406863058</c:v>
                </c:pt>
                <c:pt idx="16121">
                  <c:v>0.18658564814541023</c:v>
                </c:pt>
                <c:pt idx="16122">
                  <c:v>0.18659722222218988</c:v>
                </c:pt>
                <c:pt idx="16123">
                  <c:v>0.18660879629169358</c:v>
                </c:pt>
                <c:pt idx="16124">
                  <c:v>0.18662037036847323</c:v>
                </c:pt>
                <c:pt idx="16125">
                  <c:v>0.18663194444525288</c:v>
                </c:pt>
                <c:pt idx="16126">
                  <c:v>0.18664351851475658</c:v>
                </c:pt>
                <c:pt idx="16127">
                  <c:v>0.18665509259153623</c:v>
                </c:pt>
                <c:pt idx="16128">
                  <c:v>0.18666666666103993</c:v>
                </c:pt>
                <c:pt idx="16129">
                  <c:v>0.18667824073781958</c:v>
                </c:pt>
                <c:pt idx="16130">
                  <c:v>0.18668981481459923</c:v>
                </c:pt>
                <c:pt idx="16131">
                  <c:v>0.18670138888410293</c:v>
                </c:pt>
                <c:pt idx="16132">
                  <c:v>0.18671296296088258</c:v>
                </c:pt>
                <c:pt idx="16133">
                  <c:v>0.18672453703766223</c:v>
                </c:pt>
                <c:pt idx="16134">
                  <c:v>0.18673611110716593</c:v>
                </c:pt>
                <c:pt idx="16135">
                  <c:v>0.18674768518394558</c:v>
                </c:pt>
                <c:pt idx="16136">
                  <c:v>0.18675925925344927</c:v>
                </c:pt>
                <c:pt idx="16137">
                  <c:v>0.18677083333022892</c:v>
                </c:pt>
                <c:pt idx="16138">
                  <c:v>0.18678240740700858</c:v>
                </c:pt>
                <c:pt idx="16139">
                  <c:v>0.18679398147651227</c:v>
                </c:pt>
                <c:pt idx="16140">
                  <c:v>0.18680555555329192</c:v>
                </c:pt>
                <c:pt idx="16141">
                  <c:v>0.18681712963007158</c:v>
                </c:pt>
                <c:pt idx="16142">
                  <c:v>0.18682870369957527</c:v>
                </c:pt>
                <c:pt idx="16143">
                  <c:v>0.18684027777635492</c:v>
                </c:pt>
                <c:pt idx="16144">
                  <c:v>0.18685185185313458</c:v>
                </c:pt>
                <c:pt idx="16145">
                  <c:v>0.18686342592263827</c:v>
                </c:pt>
                <c:pt idx="16146">
                  <c:v>0.18687499999941792</c:v>
                </c:pt>
                <c:pt idx="16147">
                  <c:v>0.18688657406892162</c:v>
                </c:pt>
                <c:pt idx="16148">
                  <c:v>0.18689814814570127</c:v>
                </c:pt>
                <c:pt idx="16149">
                  <c:v>0.18690972222248092</c:v>
                </c:pt>
                <c:pt idx="16150">
                  <c:v>0.18692129629198462</c:v>
                </c:pt>
                <c:pt idx="16151">
                  <c:v>0.18693287036876427</c:v>
                </c:pt>
                <c:pt idx="16152">
                  <c:v>0.18694444444554392</c:v>
                </c:pt>
                <c:pt idx="16153">
                  <c:v>0.18695601851504762</c:v>
                </c:pt>
                <c:pt idx="16154">
                  <c:v>0.18696759259182727</c:v>
                </c:pt>
                <c:pt idx="16155">
                  <c:v>0.18697916666133096</c:v>
                </c:pt>
                <c:pt idx="16156">
                  <c:v>0.18699074073811062</c:v>
                </c:pt>
                <c:pt idx="16157">
                  <c:v>0.18700231481489027</c:v>
                </c:pt>
                <c:pt idx="16158">
                  <c:v>0.18701388888439396</c:v>
                </c:pt>
                <c:pt idx="16159">
                  <c:v>0.18702546296117362</c:v>
                </c:pt>
                <c:pt idx="16160">
                  <c:v>0.18703703703795327</c:v>
                </c:pt>
                <c:pt idx="16161">
                  <c:v>0.18704861110745696</c:v>
                </c:pt>
                <c:pt idx="16162">
                  <c:v>0.18706018518423662</c:v>
                </c:pt>
                <c:pt idx="16163">
                  <c:v>0.18707175925374031</c:v>
                </c:pt>
                <c:pt idx="16164">
                  <c:v>0.18708333333051996</c:v>
                </c:pt>
                <c:pt idx="16165">
                  <c:v>0.18709490740729962</c:v>
                </c:pt>
                <c:pt idx="16166">
                  <c:v>0.18710648147680331</c:v>
                </c:pt>
                <c:pt idx="16167">
                  <c:v>0.18711805555358296</c:v>
                </c:pt>
                <c:pt idx="16168">
                  <c:v>0.18712962963036261</c:v>
                </c:pt>
                <c:pt idx="16169">
                  <c:v>0.18714120369986631</c:v>
                </c:pt>
                <c:pt idx="16170">
                  <c:v>0.18715277777664596</c:v>
                </c:pt>
                <c:pt idx="16171">
                  <c:v>0.18716435184614966</c:v>
                </c:pt>
                <c:pt idx="16172">
                  <c:v>0.18717592592292931</c:v>
                </c:pt>
                <c:pt idx="16173">
                  <c:v>0.18718749999970896</c:v>
                </c:pt>
                <c:pt idx="16174">
                  <c:v>0.18719907406921266</c:v>
                </c:pt>
                <c:pt idx="16175">
                  <c:v>0.18721064814599231</c:v>
                </c:pt>
                <c:pt idx="16176">
                  <c:v>0.18722222222277196</c:v>
                </c:pt>
                <c:pt idx="16177">
                  <c:v>0.18723379629227566</c:v>
                </c:pt>
                <c:pt idx="16178">
                  <c:v>0.18724537036905531</c:v>
                </c:pt>
                <c:pt idx="16179">
                  <c:v>0.187256944438559</c:v>
                </c:pt>
                <c:pt idx="16180">
                  <c:v>0.18726851851533866</c:v>
                </c:pt>
                <c:pt idx="16181">
                  <c:v>0.18728009259211831</c:v>
                </c:pt>
                <c:pt idx="16182">
                  <c:v>0.187291666661622</c:v>
                </c:pt>
                <c:pt idx="16183">
                  <c:v>0.18730324073840166</c:v>
                </c:pt>
                <c:pt idx="16184">
                  <c:v>0.18731481481518131</c:v>
                </c:pt>
                <c:pt idx="16185">
                  <c:v>0.187326388884685</c:v>
                </c:pt>
                <c:pt idx="16186">
                  <c:v>0.18733796296146465</c:v>
                </c:pt>
                <c:pt idx="16187">
                  <c:v>0.18734953703824431</c:v>
                </c:pt>
                <c:pt idx="16188">
                  <c:v>0.187361111107748</c:v>
                </c:pt>
                <c:pt idx="16189">
                  <c:v>0.18737268518452765</c:v>
                </c:pt>
                <c:pt idx="16190">
                  <c:v>0.18738425925403135</c:v>
                </c:pt>
                <c:pt idx="16191">
                  <c:v>0.187395833330811</c:v>
                </c:pt>
                <c:pt idx="16192">
                  <c:v>0.18740740740759065</c:v>
                </c:pt>
                <c:pt idx="16193">
                  <c:v>0.18741898147709435</c:v>
                </c:pt>
                <c:pt idx="16194">
                  <c:v>0.187430555553874</c:v>
                </c:pt>
                <c:pt idx="16195">
                  <c:v>0.18744212963065365</c:v>
                </c:pt>
                <c:pt idx="16196">
                  <c:v>0.18745370370015735</c:v>
                </c:pt>
                <c:pt idx="16197">
                  <c:v>0.187465277776937</c:v>
                </c:pt>
                <c:pt idx="16198">
                  <c:v>0.1874768518464407</c:v>
                </c:pt>
                <c:pt idx="16199">
                  <c:v>0.18748842592322035</c:v>
                </c:pt>
                <c:pt idx="16200">
                  <c:v>0.1875</c:v>
                </c:pt>
                <c:pt idx="16201">
                  <c:v>0.18751157406950369</c:v>
                </c:pt>
                <c:pt idx="16202">
                  <c:v>0.18752314814628335</c:v>
                </c:pt>
                <c:pt idx="16203">
                  <c:v>0.187534722223063</c:v>
                </c:pt>
                <c:pt idx="16204">
                  <c:v>0.18754629629256669</c:v>
                </c:pt>
                <c:pt idx="16205">
                  <c:v>0.18755787036934635</c:v>
                </c:pt>
                <c:pt idx="16206">
                  <c:v>0.18756944443885004</c:v>
                </c:pt>
                <c:pt idx="16207">
                  <c:v>0.18758101851562969</c:v>
                </c:pt>
                <c:pt idx="16208">
                  <c:v>0.18759259259240935</c:v>
                </c:pt>
                <c:pt idx="16209">
                  <c:v>0.18760416666191304</c:v>
                </c:pt>
                <c:pt idx="16210">
                  <c:v>0.18761574073869269</c:v>
                </c:pt>
                <c:pt idx="16211">
                  <c:v>0.18762731481547235</c:v>
                </c:pt>
                <c:pt idx="16212">
                  <c:v>0.18763888888497604</c:v>
                </c:pt>
                <c:pt idx="16213">
                  <c:v>0.18765046296175569</c:v>
                </c:pt>
                <c:pt idx="16214">
                  <c:v>0.18766203703125939</c:v>
                </c:pt>
                <c:pt idx="16215">
                  <c:v>0.18767361110803904</c:v>
                </c:pt>
                <c:pt idx="16216">
                  <c:v>0.18768518518481869</c:v>
                </c:pt>
                <c:pt idx="16217">
                  <c:v>0.18769675925432239</c:v>
                </c:pt>
                <c:pt idx="16218">
                  <c:v>0.18770833333110204</c:v>
                </c:pt>
                <c:pt idx="16219">
                  <c:v>0.18771990740788169</c:v>
                </c:pt>
                <c:pt idx="16220">
                  <c:v>0.18773148147738539</c:v>
                </c:pt>
                <c:pt idx="16221">
                  <c:v>0.18774305555416504</c:v>
                </c:pt>
                <c:pt idx="16222">
                  <c:v>0.18775462963094469</c:v>
                </c:pt>
                <c:pt idx="16223">
                  <c:v>0.18776620370044839</c:v>
                </c:pt>
                <c:pt idx="16224">
                  <c:v>0.18777777777722804</c:v>
                </c:pt>
                <c:pt idx="16225">
                  <c:v>0.18778935184673173</c:v>
                </c:pt>
                <c:pt idx="16226">
                  <c:v>0.18780092592351139</c:v>
                </c:pt>
                <c:pt idx="16227">
                  <c:v>0.18781250000029104</c:v>
                </c:pt>
                <c:pt idx="16228">
                  <c:v>0.18782407406979473</c:v>
                </c:pt>
                <c:pt idx="16229">
                  <c:v>0.18783564814657439</c:v>
                </c:pt>
                <c:pt idx="16230">
                  <c:v>0.18784722222335404</c:v>
                </c:pt>
                <c:pt idx="16231">
                  <c:v>0.18785879629285773</c:v>
                </c:pt>
                <c:pt idx="16232">
                  <c:v>0.18787037036963739</c:v>
                </c:pt>
                <c:pt idx="16233">
                  <c:v>0.18788194443914108</c:v>
                </c:pt>
                <c:pt idx="16234">
                  <c:v>0.18789351851592073</c:v>
                </c:pt>
                <c:pt idx="16235">
                  <c:v>0.18790509259270038</c:v>
                </c:pt>
                <c:pt idx="16236">
                  <c:v>0.18791666666220408</c:v>
                </c:pt>
                <c:pt idx="16237">
                  <c:v>0.18792824073898373</c:v>
                </c:pt>
                <c:pt idx="16238">
                  <c:v>0.18793981481576338</c:v>
                </c:pt>
                <c:pt idx="16239">
                  <c:v>0.18795138888526708</c:v>
                </c:pt>
                <c:pt idx="16240">
                  <c:v>0.18796296296204673</c:v>
                </c:pt>
                <c:pt idx="16241">
                  <c:v>0.18797453703155043</c:v>
                </c:pt>
                <c:pt idx="16242">
                  <c:v>0.18798611110833008</c:v>
                </c:pt>
                <c:pt idx="16243">
                  <c:v>0.18799768518510973</c:v>
                </c:pt>
                <c:pt idx="16244">
                  <c:v>0.18800925925461343</c:v>
                </c:pt>
                <c:pt idx="16245">
                  <c:v>0.18802083333139308</c:v>
                </c:pt>
                <c:pt idx="16246">
                  <c:v>0.18803240740817273</c:v>
                </c:pt>
                <c:pt idx="16247">
                  <c:v>0.18804398147767643</c:v>
                </c:pt>
                <c:pt idx="16248">
                  <c:v>0.18805555555445608</c:v>
                </c:pt>
                <c:pt idx="16249">
                  <c:v>0.18806712962395977</c:v>
                </c:pt>
                <c:pt idx="16250">
                  <c:v>0.18807870370073942</c:v>
                </c:pt>
                <c:pt idx="16251">
                  <c:v>0.18809027777751908</c:v>
                </c:pt>
                <c:pt idx="16252">
                  <c:v>0.18810185184702277</c:v>
                </c:pt>
                <c:pt idx="16253">
                  <c:v>0.18811342592380242</c:v>
                </c:pt>
                <c:pt idx="16254">
                  <c:v>0.18812500000058208</c:v>
                </c:pt>
                <c:pt idx="16255">
                  <c:v>0.18813657407008577</c:v>
                </c:pt>
                <c:pt idx="16256">
                  <c:v>0.18814814814686542</c:v>
                </c:pt>
                <c:pt idx="16257">
                  <c:v>0.18815972221636912</c:v>
                </c:pt>
                <c:pt idx="16258">
                  <c:v>0.18817129629314877</c:v>
                </c:pt>
                <c:pt idx="16259">
                  <c:v>0.18818287036992842</c:v>
                </c:pt>
                <c:pt idx="16260">
                  <c:v>0.18819444443943212</c:v>
                </c:pt>
                <c:pt idx="16261">
                  <c:v>0.18820601851621177</c:v>
                </c:pt>
                <c:pt idx="16262">
                  <c:v>0.18821759259299142</c:v>
                </c:pt>
                <c:pt idx="16263">
                  <c:v>0.18822916666249512</c:v>
                </c:pt>
                <c:pt idx="16264">
                  <c:v>0.18824074073927477</c:v>
                </c:pt>
                <c:pt idx="16265">
                  <c:v>0.18825231481605442</c:v>
                </c:pt>
                <c:pt idx="16266">
                  <c:v>0.18826388888555812</c:v>
                </c:pt>
                <c:pt idx="16267">
                  <c:v>0.18827546296233777</c:v>
                </c:pt>
                <c:pt idx="16268">
                  <c:v>0.18828703703184146</c:v>
                </c:pt>
                <c:pt idx="16269">
                  <c:v>0.18829861110862112</c:v>
                </c:pt>
                <c:pt idx="16270">
                  <c:v>0.18831018518540077</c:v>
                </c:pt>
                <c:pt idx="16271">
                  <c:v>0.18832175925490446</c:v>
                </c:pt>
                <c:pt idx="16272">
                  <c:v>0.18833333333168412</c:v>
                </c:pt>
                <c:pt idx="16273">
                  <c:v>0.18834490740846377</c:v>
                </c:pt>
                <c:pt idx="16274">
                  <c:v>0.18835648147796746</c:v>
                </c:pt>
                <c:pt idx="16275">
                  <c:v>0.18836805555474712</c:v>
                </c:pt>
                <c:pt idx="16276">
                  <c:v>0.18837962962425081</c:v>
                </c:pt>
                <c:pt idx="16277">
                  <c:v>0.18839120370103046</c:v>
                </c:pt>
                <c:pt idx="16278">
                  <c:v>0.18840277777781012</c:v>
                </c:pt>
                <c:pt idx="16279">
                  <c:v>0.18841435184731381</c:v>
                </c:pt>
                <c:pt idx="16280">
                  <c:v>0.18842592592409346</c:v>
                </c:pt>
                <c:pt idx="16281">
                  <c:v>0.18843750000087311</c:v>
                </c:pt>
                <c:pt idx="16282">
                  <c:v>0.18844907407037681</c:v>
                </c:pt>
                <c:pt idx="16283">
                  <c:v>0.18846064814715646</c:v>
                </c:pt>
                <c:pt idx="16284">
                  <c:v>0.18847222221666016</c:v>
                </c:pt>
                <c:pt idx="16285">
                  <c:v>0.18848379629343981</c:v>
                </c:pt>
                <c:pt idx="16286">
                  <c:v>0.18849537037021946</c:v>
                </c:pt>
                <c:pt idx="16287">
                  <c:v>0.18850694443972316</c:v>
                </c:pt>
                <c:pt idx="16288">
                  <c:v>0.18851851851650281</c:v>
                </c:pt>
                <c:pt idx="16289">
                  <c:v>0.18853009259328246</c:v>
                </c:pt>
                <c:pt idx="16290">
                  <c:v>0.18854166666278616</c:v>
                </c:pt>
                <c:pt idx="16291">
                  <c:v>0.18855324073956581</c:v>
                </c:pt>
                <c:pt idx="16292">
                  <c:v>0.1885648148090695</c:v>
                </c:pt>
                <c:pt idx="16293">
                  <c:v>0.18857638888584916</c:v>
                </c:pt>
                <c:pt idx="16294">
                  <c:v>0.18858796296262881</c:v>
                </c:pt>
                <c:pt idx="16295">
                  <c:v>0.1885995370321325</c:v>
                </c:pt>
                <c:pt idx="16296">
                  <c:v>0.18861111110891216</c:v>
                </c:pt>
                <c:pt idx="16297">
                  <c:v>0.18862268518569181</c:v>
                </c:pt>
                <c:pt idx="16298">
                  <c:v>0.1886342592551955</c:v>
                </c:pt>
                <c:pt idx="16299">
                  <c:v>0.18864583333197515</c:v>
                </c:pt>
                <c:pt idx="16300">
                  <c:v>0.18865740740147885</c:v>
                </c:pt>
                <c:pt idx="16301">
                  <c:v>0.1886689814782585</c:v>
                </c:pt>
                <c:pt idx="16302">
                  <c:v>0.18868055555503815</c:v>
                </c:pt>
                <c:pt idx="16303">
                  <c:v>0.18869212962454185</c:v>
                </c:pt>
                <c:pt idx="16304">
                  <c:v>0.1887037037013215</c:v>
                </c:pt>
                <c:pt idx="16305">
                  <c:v>0.18871527777810115</c:v>
                </c:pt>
                <c:pt idx="16306">
                  <c:v>0.18872685184760485</c:v>
                </c:pt>
                <c:pt idx="16307">
                  <c:v>0.1887384259243845</c:v>
                </c:pt>
                <c:pt idx="16308">
                  <c:v>0.18875000000116415</c:v>
                </c:pt>
                <c:pt idx="16309">
                  <c:v>0.18876157407066785</c:v>
                </c:pt>
                <c:pt idx="16310">
                  <c:v>0.1887731481474475</c:v>
                </c:pt>
                <c:pt idx="16311">
                  <c:v>0.1887847222169512</c:v>
                </c:pt>
                <c:pt idx="16312">
                  <c:v>0.18879629629373085</c:v>
                </c:pt>
                <c:pt idx="16313">
                  <c:v>0.1888078703705105</c:v>
                </c:pt>
                <c:pt idx="16314">
                  <c:v>0.18881944444001419</c:v>
                </c:pt>
                <c:pt idx="16315">
                  <c:v>0.18883101851679385</c:v>
                </c:pt>
                <c:pt idx="16316">
                  <c:v>0.1888425925935735</c:v>
                </c:pt>
                <c:pt idx="16317">
                  <c:v>0.18885416666307719</c:v>
                </c:pt>
                <c:pt idx="16318">
                  <c:v>0.18886574073985685</c:v>
                </c:pt>
                <c:pt idx="16319">
                  <c:v>0.18887731480936054</c:v>
                </c:pt>
                <c:pt idx="16320">
                  <c:v>0.18888888888614019</c:v>
                </c:pt>
                <c:pt idx="16321">
                  <c:v>0.18890046296291985</c:v>
                </c:pt>
                <c:pt idx="16322">
                  <c:v>0.18891203703242354</c:v>
                </c:pt>
                <c:pt idx="16323">
                  <c:v>0.18892361110920319</c:v>
                </c:pt>
                <c:pt idx="16324">
                  <c:v>0.18893518518598285</c:v>
                </c:pt>
                <c:pt idx="16325">
                  <c:v>0.18894675925548654</c:v>
                </c:pt>
                <c:pt idx="16326">
                  <c:v>0.18895833333226619</c:v>
                </c:pt>
                <c:pt idx="16327">
                  <c:v>0.18896990740176989</c:v>
                </c:pt>
                <c:pt idx="16328">
                  <c:v>0.18898148147854954</c:v>
                </c:pt>
                <c:pt idx="16329">
                  <c:v>0.18899305555532919</c:v>
                </c:pt>
                <c:pt idx="16330">
                  <c:v>0.18900462962483289</c:v>
                </c:pt>
                <c:pt idx="16331">
                  <c:v>0.18901620370161254</c:v>
                </c:pt>
                <c:pt idx="16332">
                  <c:v>0.18902777777839219</c:v>
                </c:pt>
                <c:pt idx="16333">
                  <c:v>0.18903935184789589</c:v>
                </c:pt>
                <c:pt idx="16334">
                  <c:v>0.18905092592467554</c:v>
                </c:pt>
                <c:pt idx="16335">
                  <c:v>0.18906249999417923</c:v>
                </c:pt>
                <c:pt idx="16336">
                  <c:v>0.18907407407095889</c:v>
                </c:pt>
                <c:pt idx="16337">
                  <c:v>0.18908564814773854</c:v>
                </c:pt>
                <c:pt idx="16338">
                  <c:v>0.18909722221724223</c:v>
                </c:pt>
                <c:pt idx="16339">
                  <c:v>0.18910879629402189</c:v>
                </c:pt>
                <c:pt idx="16340">
                  <c:v>0.18912037037080154</c:v>
                </c:pt>
                <c:pt idx="16341">
                  <c:v>0.18913194444030523</c:v>
                </c:pt>
                <c:pt idx="16342">
                  <c:v>0.18914351851708489</c:v>
                </c:pt>
                <c:pt idx="16343">
                  <c:v>0.18915509259386454</c:v>
                </c:pt>
                <c:pt idx="16344">
                  <c:v>0.18916666666336823</c:v>
                </c:pt>
                <c:pt idx="16345">
                  <c:v>0.18917824074014788</c:v>
                </c:pt>
                <c:pt idx="16346">
                  <c:v>0.18918981480965158</c:v>
                </c:pt>
                <c:pt idx="16347">
                  <c:v>0.18920138888643123</c:v>
                </c:pt>
                <c:pt idx="16348">
                  <c:v>0.18921296296321088</c:v>
                </c:pt>
                <c:pt idx="16349">
                  <c:v>0.18922453703271458</c:v>
                </c:pt>
                <c:pt idx="16350">
                  <c:v>0.18923611110949423</c:v>
                </c:pt>
                <c:pt idx="16351">
                  <c:v>0.18924768518627388</c:v>
                </c:pt>
                <c:pt idx="16352">
                  <c:v>0.18925925925577758</c:v>
                </c:pt>
                <c:pt idx="16353">
                  <c:v>0.18927083333255723</c:v>
                </c:pt>
                <c:pt idx="16354">
                  <c:v>0.18928240740206093</c:v>
                </c:pt>
                <c:pt idx="16355">
                  <c:v>0.18929398147884058</c:v>
                </c:pt>
                <c:pt idx="16356">
                  <c:v>0.18930555555562023</c:v>
                </c:pt>
                <c:pt idx="16357">
                  <c:v>0.18931712962512393</c:v>
                </c:pt>
                <c:pt idx="16358">
                  <c:v>0.18932870370190358</c:v>
                </c:pt>
                <c:pt idx="16359">
                  <c:v>0.18934027777868323</c:v>
                </c:pt>
                <c:pt idx="16360">
                  <c:v>0.18935185184818693</c:v>
                </c:pt>
                <c:pt idx="16361">
                  <c:v>0.18936342592496658</c:v>
                </c:pt>
                <c:pt idx="16362">
                  <c:v>0.18937499999447027</c:v>
                </c:pt>
                <c:pt idx="16363">
                  <c:v>0.18938657407124992</c:v>
                </c:pt>
                <c:pt idx="16364">
                  <c:v>0.18939814814802958</c:v>
                </c:pt>
                <c:pt idx="16365">
                  <c:v>0.18940972221753327</c:v>
                </c:pt>
                <c:pt idx="16366">
                  <c:v>0.18942129629431292</c:v>
                </c:pt>
                <c:pt idx="16367">
                  <c:v>0.18943287037109258</c:v>
                </c:pt>
                <c:pt idx="16368">
                  <c:v>0.18944444444059627</c:v>
                </c:pt>
                <c:pt idx="16369">
                  <c:v>0.18945601851737592</c:v>
                </c:pt>
                <c:pt idx="16370">
                  <c:v>0.18946759258687962</c:v>
                </c:pt>
                <c:pt idx="16371">
                  <c:v>0.18947916666365927</c:v>
                </c:pt>
                <c:pt idx="16372">
                  <c:v>0.18949074074043892</c:v>
                </c:pt>
                <c:pt idx="16373">
                  <c:v>0.18950231480994262</c:v>
                </c:pt>
                <c:pt idx="16374">
                  <c:v>0.18951388888672227</c:v>
                </c:pt>
                <c:pt idx="16375">
                  <c:v>0.18952546296350192</c:v>
                </c:pt>
                <c:pt idx="16376">
                  <c:v>0.18953703703300562</c:v>
                </c:pt>
                <c:pt idx="16377">
                  <c:v>0.18954861110978527</c:v>
                </c:pt>
                <c:pt idx="16378">
                  <c:v>0.18956018517928896</c:v>
                </c:pt>
                <c:pt idx="16379">
                  <c:v>0.18957175925606862</c:v>
                </c:pt>
                <c:pt idx="16380">
                  <c:v>0.18958333333284827</c:v>
                </c:pt>
                <c:pt idx="16381">
                  <c:v>0.18959490740235196</c:v>
                </c:pt>
                <c:pt idx="16382">
                  <c:v>0.18960648147913162</c:v>
                </c:pt>
                <c:pt idx="16383">
                  <c:v>0.18961805555591127</c:v>
                </c:pt>
                <c:pt idx="16384">
                  <c:v>0.18962962962541496</c:v>
                </c:pt>
                <c:pt idx="16385">
                  <c:v>0.18964120370219462</c:v>
                </c:pt>
                <c:pt idx="16386">
                  <c:v>0.18965277777897427</c:v>
                </c:pt>
                <c:pt idx="16387">
                  <c:v>0.18966435184847796</c:v>
                </c:pt>
                <c:pt idx="16388">
                  <c:v>0.18967592592525762</c:v>
                </c:pt>
                <c:pt idx="16389">
                  <c:v>0.18968749999476131</c:v>
                </c:pt>
                <c:pt idx="16390">
                  <c:v>0.18969907407154096</c:v>
                </c:pt>
                <c:pt idx="16391">
                  <c:v>0.18971064814832062</c:v>
                </c:pt>
                <c:pt idx="16392">
                  <c:v>0.18972222221782431</c:v>
                </c:pt>
                <c:pt idx="16393">
                  <c:v>0.18973379629460396</c:v>
                </c:pt>
                <c:pt idx="16394">
                  <c:v>0.18974537037138361</c:v>
                </c:pt>
                <c:pt idx="16395">
                  <c:v>0.18975694444088731</c:v>
                </c:pt>
                <c:pt idx="16396">
                  <c:v>0.18976851851766696</c:v>
                </c:pt>
                <c:pt idx="16397">
                  <c:v>0.18978009258717066</c:v>
                </c:pt>
                <c:pt idx="16398">
                  <c:v>0.18979166666395031</c:v>
                </c:pt>
                <c:pt idx="16399">
                  <c:v>0.18980324074072996</c:v>
                </c:pt>
                <c:pt idx="16400">
                  <c:v>0.18981481481023366</c:v>
                </c:pt>
                <c:pt idx="16401">
                  <c:v>0.18982638888701331</c:v>
                </c:pt>
                <c:pt idx="16402">
                  <c:v>0.18983796296379296</c:v>
                </c:pt>
                <c:pt idx="16403">
                  <c:v>0.18984953703329666</c:v>
                </c:pt>
                <c:pt idx="16404">
                  <c:v>0.18986111111007631</c:v>
                </c:pt>
                <c:pt idx="16405">
                  <c:v>0.18987268517958</c:v>
                </c:pt>
                <c:pt idx="16406">
                  <c:v>0.18988425925635966</c:v>
                </c:pt>
                <c:pt idx="16407">
                  <c:v>0.18989583333313931</c:v>
                </c:pt>
                <c:pt idx="16408">
                  <c:v>0.189907407402643</c:v>
                </c:pt>
                <c:pt idx="16409">
                  <c:v>0.18991898147942265</c:v>
                </c:pt>
                <c:pt idx="16410">
                  <c:v>0.18993055555620231</c:v>
                </c:pt>
                <c:pt idx="16411">
                  <c:v>0.189942129625706</c:v>
                </c:pt>
                <c:pt idx="16412">
                  <c:v>0.18995370370248565</c:v>
                </c:pt>
                <c:pt idx="16413">
                  <c:v>0.18996527777198935</c:v>
                </c:pt>
                <c:pt idx="16414">
                  <c:v>0.189976851848769</c:v>
                </c:pt>
                <c:pt idx="16415">
                  <c:v>0.18998842592554865</c:v>
                </c:pt>
                <c:pt idx="16416">
                  <c:v>0.18999999999505235</c:v>
                </c:pt>
                <c:pt idx="16417">
                  <c:v>0.190011574071832</c:v>
                </c:pt>
                <c:pt idx="16418">
                  <c:v>0.19002314814861165</c:v>
                </c:pt>
                <c:pt idx="16419">
                  <c:v>0.19003472221811535</c:v>
                </c:pt>
                <c:pt idx="16420">
                  <c:v>0.190046296294895</c:v>
                </c:pt>
                <c:pt idx="16421">
                  <c:v>0.19005787037167465</c:v>
                </c:pt>
                <c:pt idx="16422">
                  <c:v>0.19006944444117835</c:v>
                </c:pt>
                <c:pt idx="16423">
                  <c:v>0.190081018517958</c:v>
                </c:pt>
                <c:pt idx="16424">
                  <c:v>0.1900925925874617</c:v>
                </c:pt>
                <c:pt idx="16425">
                  <c:v>0.19010416666424135</c:v>
                </c:pt>
                <c:pt idx="16426">
                  <c:v>0.190115740741021</c:v>
                </c:pt>
                <c:pt idx="16427">
                  <c:v>0.19012731481052469</c:v>
                </c:pt>
                <c:pt idx="16428">
                  <c:v>0.19013888888730435</c:v>
                </c:pt>
                <c:pt idx="16429">
                  <c:v>0.190150462964084</c:v>
                </c:pt>
                <c:pt idx="16430">
                  <c:v>0.19016203703358769</c:v>
                </c:pt>
                <c:pt idx="16431">
                  <c:v>0.19017361111036735</c:v>
                </c:pt>
                <c:pt idx="16432">
                  <c:v>0.19018518517987104</c:v>
                </c:pt>
                <c:pt idx="16433">
                  <c:v>0.19019675925665069</c:v>
                </c:pt>
                <c:pt idx="16434">
                  <c:v>0.19020833333343035</c:v>
                </c:pt>
                <c:pt idx="16435">
                  <c:v>0.19021990740293404</c:v>
                </c:pt>
                <c:pt idx="16436">
                  <c:v>0.19023148147971369</c:v>
                </c:pt>
                <c:pt idx="16437">
                  <c:v>0.19024305555649335</c:v>
                </c:pt>
                <c:pt idx="16438">
                  <c:v>0.19025462962599704</c:v>
                </c:pt>
                <c:pt idx="16439">
                  <c:v>0.19026620370277669</c:v>
                </c:pt>
                <c:pt idx="16440">
                  <c:v>0.19027777777228039</c:v>
                </c:pt>
                <c:pt idx="16441">
                  <c:v>0.19028935184906004</c:v>
                </c:pt>
                <c:pt idx="16442">
                  <c:v>0.19030092592583969</c:v>
                </c:pt>
                <c:pt idx="16443">
                  <c:v>0.19031249999534339</c:v>
                </c:pt>
                <c:pt idx="16444">
                  <c:v>0.19032407407212304</c:v>
                </c:pt>
                <c:pt idx="16445">
                  <c:v>0.19033564814890269</c:v>
                </c:pt>
                <c:pt idx="16446">
                  <c:v>0.19034722221840639</c:v>
                </c:pt>
                <c:pt idx="16447">
                  <c:v>0.19035879629518604</c:v>
                </c:pt>
                <c:pt idx="16448">
                  <c:v>0.19037037036468973</c:v>
                </c:pt>
                <c:pt idx="16449">
                  <c:v>0.19038194444146939</c:v>
                </c:pt>
                <c:pt idx="16450">
                  <c:v>0.19039351851824904</c:v>
                </c:pt>
                <c:pt idx="16451">
                  <c:v>0.19040509258775273</c:v>
                </c:pt>
                <c:pt idx="16452">
                  <c:v>0.19041666666453239</c:v>
                </c:pt>
                <c:pt idx="16453">
                  <c:v>0.19042824074131204</c:v>
                </c:pt>
                <c:pt idx="16454">
                  <c:v>0.19043981481081573</c:v>
                </c:pt>
                <c:pt idx="16455">
                  <c:v>0.19045138888759539</c:v>
                </c:pt>
                <c:pt idx="16456">
                  <c:v>0.19046296295709908</c:v>
                </c:pt>
                <c:pt idx="16457">
                  <c:v>0.19047453703387873</c:v>
                </c:pt>
                <c:pt idx="16458">
                  <c:v>0.19048611111065838</c:v>
                </c:pt>
                <c:pt idx="16459">
                  <c:v>0.19049768518016208</c:v>
                </c:pt>
                <c:pt idx="16460">
                  <c:v>0.19050925925694173</c:v>
                </c:pt>
                <c:pt idx="16461">
                  <c:v>0.19052083333372138</c:v>
                </c:pt>
                <c:pt idx="16462">
                  <c:v>0.19053240740322508</c:v>
                </c:pt>
                <c:pt idx="16463">
                  <c:v>0.19054398148000473</c:v>
                </c:pt>
                <c:pt idx="16464">
                  <c:v>0.19055555555678438</c:v>
                </c:pt>
                <c:pt idx="16465">
                  <c:v>0.19056712962628808</c:v>
                </c:pt>
                <c:pt idx="16466">
                  <c:v>0.19057870370306773</c:v>
                </c:pt>
                <c:pt idx="16467">
                  <c:v>0.19059027777257143</c:v>
                </c:pt>
                <c:pt idx="16468">
                  <c:v>0.19060185184935108</c:v>
                </c:pt>
                <c:pt idx="16469">
                  <c:v>0.19061342592613073</c:v>
                </c:pt>
                <c:pt idx="16470">
                  <c:v>0.19062499999563443</c:v>
                </c:pt>
                <c:pt idx="16471">
                  <c:v>0.19063657407241408</c:v>
                </c:pt>
                <c:pt idx="16472">
                  <c:v>0.19064814814919373</c:v>
                </c:pt>
                <c:pt idx="16473">
                  <c:v>0.19065972221869742</c:v>
                </c:pt>
                <c:pt idx="16474">
                  <c:v>0.19067129629547708</c:v>
                </c:pt>
                <c:pt idx="16475">
                  <c:v>0.19068287036498077</c:v>
                </c:pt>
                <c:pt idx="16476">
                  <c:v>0.19069444444176042</c:v>
                </c:pt>
                <c:pt idx="16477">
                  <c:v>0.19070601851854008</c:v>
                </c:pt>
                <c:pt idx="16478">
                  <c:v>0.19071759258804377</c:v>
                </c:pt>
                <c:pt idx="16479">
                  <c:v>0.19072916666482342</c:v>
                </c:pt>
                <c:pt idx="16480">
                  <c:v>0.19074074074160308</c:v>
                </c:pt>
                <c:pt idx="16481">
                  <c:v>0.19075231481110677</c:v>
                </c:pt>
                <c:pt idx="16482">
                  <c:v>0.19076388888788642</c:v>
                </c:pt>
                <c:pt idx="16483">
                  <c:v>0.19077546295739012</c:v>
                </c:pt>
                <c:pt idx="16484">
                  <c:v>0.19078703703416977</c:v>
                </c:pt>
                <c:pt idx="16485">
                  <c:v>0.19079861111094942</c:v>
                </c:pt>
                <c:pt idx="16486">
                  <c:v>0.19081018518045312</c:v>
                </c:pt>
                <c:pt idx="16487">
                  <c:v>0.19082175925723277</c:v>
                </c:pt>
                <c:pt idx="16488">
                  <c:v>0.19083333333401242</c:v>
                </c:pt>
                <c:pt idx="16489">
                  <c:v>0.19084490740351612</c:v>
                </c:pt>
                <c:pt idx="16490">
                  <c:v>0.19085648148029577</c:v>
                </c:pt>
                <c:pt idx="16491">
                  <c:v>0.19086805554979946</c:v>
                </c:pt>
                <c:pt idx="16492">
                  <c:v>0.19087962962657912</c:v>
                </c:pt>
                <c:pt idx="16493">
                  <c:v>0.19089120370335877</c:v>
                </c:pt>
                <c:pt idx="16494">
                  <c:v>0.19090277777286246</c:v>
                </c:pt>
                <c:pt idx="16495">
                  <c:v>0.19091435184964212</c:v>
                </c:pt>
                <c:pt idx="16496">
                  <c:v>0.19092592592642177</c:v>
                </c:pt>
                <c:pt idx="16497">
                  <c:v>0.19093749999592546</c:v>
                </c:pt>
                <c:pt idx="16498">
                  <c:v>0.19094907407270512</c:v>
                </c:pt>
                <c:pt idx="16499">
                  <c:v>0.19096064814948477</c:v>
                </c:pt>
                <c:pt idx="16500">
                  <c:v>0.19097222221898846</c:v>
                </c:pt>
                <c:pt idx="16501">
                  <c:v>0.19098379629576812</c:v>
                </c:pt>
                <c:pt idx="16502">
                  <c:v>0.19099537036527181</c:v>
                </c:pt>
                <c:pt idx="16503">
                  <c:v>0.19100694444205146</c:v>
                </c:pt>
                <c:pt idx="16504">
                  <c:v>0.19101851851883112</c:v>
                </c:pt>
                <c:pt idx="16505">
                  <c:v>0.19103009258833481</c:v>
                </c:pt>
                <c:pt idx="16506">
                  <c:v>0.19104166666511446</c:v>
                </c:pt>
                <c:pt idx="16507">
                  <c:v>0.19105324074189411</c:v>
                </c:pt>
                <c:pt idx="16508">
                  <c:v>0.19106481481139781</c:v>
                </c:pt>
                <c:pt idx="16509">
                  <c:v>0.19107638888817746</c:v>
                </c:pt>
                <c:pt idx="16510">
                  <c:v>0.19108796295768116</c:v>
                </c:pt>
                <c:pt idx="16511">
                  <c:v>0.19109953703446081</c:v>
                </c:pt>
                <c:pt idx="16512">
                  <c:v>0.19111111111124046</c:v>
                </c:pt>
                <c:pt idx="16513">
                  <c:v>0.19112268518074416</c:v>
                </c:pt>
                <c:pt idx="16514">
                  <c:v>0.19113425925752381</c:v>
                </c:pt>
                <c:pt idx="16515">
                  <c:v>0.19114583333430346</c:v>
                </c:pt>
                <c:pt idx="16516">
                  <c:v>0.19115740740380716</c:v>
                </c:pt>
                <c:pt idx="16517">
                  <c:v>0.19116898148058681</c:v>
                </c:pt>
                <c:pt idx="16518">
                  <c:v>0.1911805555500905</c:v>
                </c:pt>
                <c:pt idx="16519">
                  <c:v>0.19119212962687016</c:v>
                </c:pt>
                <c:pt idx="16520">
                  <c:v>0.19120370370364981</c:v>
                </c:pt>
                <c:pt idx="16521">
                  <c:v>0.1912152777731535</c:v>
                </c:pt>
                <c:pt idx="16522">
                  <c:v>0.19122685184993315</c:v>
                </c:pt>
                <c:pt idx="16523">
                  <c:v>0.19123842592671281</c:v>
                </c:pt>
                <c:pt idx="16524">
                  <c:v>0.1912499999962165</c:v>
                </c:pt>
                <c:pt idx="16525">
                  <c:v>0.19126157407299615</c:v>
                </c:pt>
                <c:pt idx="16526">
                  <c:v>0.19127314814249985</c:v>
                </c:pt>
                <c:pt idx="16527">
                  <c:v>0.1912847222192795</c:v>
                </c:pt>
                <c:pt idx="16528">
                  <c:v>0.19129629629605915</c:v>
                </c:pt>
                <c:pt idx="16529">
                  <c:v>0.19130787036556285</c:v>
                </c:pt>
                <c:pt idx="16530">
                  <c:v>0.1913194444423425</c:v>
                </c:pt>
                <c:pt idx="16531">
                  <c:v>0.19133101851912215</c:v>
                </c:pt>
                <c:pt idx="16532">
                  <c:v>0.19134259258862585</c:v>
                </c:pt>
                <c:pt idx="16533">
                  <c:v>0.1913541666654055</c:v>
                </c:pt>
                <c:pt idx="16534">
                  <c:v>0.1913657407349092</c:v>
                </c:pt>
                <c:pt idx="16535">
                  <c:v>0.19137731481168885</c:v>
                </c:pt>
                <c:pt idx="16536">
                  <c:v>0.1913888888884685</c:v>
                </c:pt>
                <c:pt idx="16537">
                  <c:v>0.19140046295797219</c:v>
                </c:pt>
                <c:pt idx="16538">
                  <c:v>0.19141203703475185</c:v>
                </c:pt>
                <c:pt idx="16539">
                  <c:v>0.1914236111115315</c:v>
                </c:pt>
                <c:pt idx="16540">
                  <c:v>0.19143518518103519</c:v>
                </c:pt>
                <c:pt idx="16541">
                  <c:v>0.19144675925781485</c:v>
                </c:pt>
                <c:pt idx="16542">
                  <c:v>0.1914583333345945</c:v>
                </c:pt>
                <c:pt idx="16543">
                  <c:v>0.19146990740409819</c:v>
                </c:pt>
                <c:pt idx="16544">
                  <c:v>0.19148148148087785</c:v>
                </c:pt>
                <c:pt idx="16545">
                  <c:v>0.19149305555038154</c:v>
                </c:pt>
                <c:pt idx="16546">
                  <c:v>0.19150462962716119</c:v>
                </c:pt>
                <c:pt idx="16547">
                  <c:v>0.19151620370394085</c:v>
                </c:pt>
                <c:pt idx="16548">
                  <c:v>0.19152777777344454</c:v>
                </c:pt>
                <c:pt idx="16549">
                  <c:v>0.19153935185022419</c:v>
                </c:pt>
                <c:pt idx="16550">
                  <c:v>0.19155092592700385</c:v>
                </c:pt>
                <c:pt idx="16551">
                  <c:v>0.19156249999650754</c:v>
                </c:pt>
                <c:pt idx="16552">
                  <c:v>0.19157407407328719</c:v>
                </c:pt>
                <c:pt idx="16553">
                  <c:v>0.19158564814279089</c:v>
                </c:pt>
                <c:pt idx="16554">
                  <c:v>0.19159722221957054</c:v>
                </c:pt>
                <c:pt idx="16555">
                  <c:v>0.19160879629635019</c:v>
                </c:pt>
                <c:pt idx="16556">
                  <c:v>0.19162037036585389</c:v>
                </c:pt>
                <c:pt idx="16557">
                  <c:v>0.19163194444263354</c:v>
                </c:pt>
                <c:pt idx="16558">
                  <c:v>0.19164351851941319</c:v>
                </c:pt>
                <c:pt idx="16559">
                  <c:v>0.19165509258891689</c:v>
                </c:pt>
                <c:pt idx="16560">
                  <c:v>0.19166666666569654</c:v>
                </c:pt>
                <c:pt idx="16561">
                  <c:v>0.19167824073520023</c:v>
                </c:pt>
                <c:pt idx="16562">
                  <c:v>0.19168981481197989</c:v>
                </c:pt>
                <c:pt idx="16563">
                  <c:v>0.19170138888875954</c:v>
                </c:pt>
                <c:pt idx="16564">
                  <c:v>0.19171296295826323</c:v>
                </c:pt>
                <c:pt idx="16565">
                  <c:v>0.19172453703504289</c:v>
                </c:pt>
                <c:pt idx="16566">
                  <c:v>0.19173611111182254</c:v>
                </c:pt>
                <c:pt idx="16567">
                  <c:v>0.19174768518132623</c:v>
                </c:pt>
                <c:pt idx="16568">
                  <c:v>0.19175925925810589</c:v>
                </c:pt>
                <c:pt idx="16569">
                  <c:v>0.19177083332760958</c:v>
                </c:pt>
                <c:pt idx="16570">
                  <c:v>0.19178240740438923</c:v>
                </c:pt>
                <c:pt idx="16571">
                  <c:v>0.19179398148116888</c:v>
                </c:pt>
                <c:pt idx="16572">
                  <c:v>0.19180555555067258</c:v>
                </c:pt>
                <c:pt idx="16573">
                  <c:v>0.19181712962745223</c:v>
                </c:pt>
                <c:pt idx="16574">
                  <c:v>0.19182870370423188</c:v>
                </c:pt>
                <c:pt idx="16575">
                  <c:v>0.19184027777373558</c:v>
                </c:pt>
                <c:pt idx="16576">
                  <c:v>0.19185185185051523</c:v>
                </c:pt>
                <c:pt idx="16577">
                  <c:v>0.19186342592001893</c:v>
                </c:pt>
                <c:pt idx="16578">
                  <c:v>0.19187499999679858</c:v>
                </c:pt>
                <c:pt idx="16579">
                  <c:v>0.19188657407357823</c:v>
                </c:pt>
                <c:pt idx="16580">
                  <c:v>0.19189814814308193</c:v>
                </c:pt>
                <c:pt idx="16581">
                  <c:v>0.19190972221986158</c:v>
                </c:pt>
                <c:pt idx="16582">
                  <c:v>0.19192129629664123</c:v>
                </c:pt>
                <c:pt idx="16583">
                  <c:v>0.19193287036614493</c:v>
                </c:pt>
                <c:pt idx="16584">
                  <c:v>0.19194444444292458</c:v>
                </c:pt>
                <c:pt idx="16585">
                  <c:v>0.19195601851970423</c:v>
                </c:pt>
                <c:pt idx="16586">
                  <c:v>0.19196759258920792</c:v>
                </c:pt>
                <c:pt idx="16587">
                  <c:v>0.19197916666598758</c:v>
                </c:pt>
                <c:pt idx="16588">
                  <c:v>0.19199074073549127</c:v>
                </c:pt>
                <c:pt idx="16589">
                  <c:v>0.19200231481227092</c:v>
                </c:pt>
                <c:pt idx="16590">
                  <c:v>0.19201388888905058</c:v>
                </c:pt>
                <c:pt idx="16591">
                  <c:v>0.19202546295855427</c:v>
                </c:pt>
                <c:pt idx="16592">
                  <c:v>0.19203703703533392</c:v>
                </c:pt>
                <c:pt idx="16593">
                  <c:v>0.19204861111211358</c:v>
                </c:pt>
                <c:pt idx="16594">
                  <c:v>0.19206018518161727</c:v>
                </c:pt>
                <c:pt idx="16595">
                  <c:v>0.19207175925839692</c:v>
                </c:pt>
                <c:pt idx="16596">
                  <c:v>0.19208333332790062</c:v>
                </c:pt>
                <c:pt idx="16597">
                  <c:v>0.19209490740468027</c:v>
                </c:pt>
                <c:pt idx="16598">
                  <c:v>0.19210648148145992</c:v>
                </c:pt>
                <c:pt idx="16599">
                  <c:v>0.19211805555096362</c:v>
                </c:pt>
                <c:pt idx="16600">
                  <c:v>0.19212962962774327</c:v>
                </c:pt>
                <c:pt idx="16601">
                  <c:v>0.19214120370452292</c:v>
                </c:pt>
                <c:pt idx="16602">
                  <c:v>0.19215277777402662</c:v>
                </c:pt>
                <c:pt idx="16603">
                  <c:v>0.19216435185080627</c:v>
                </c:pt>
                <c:pt idx="16604">
                  <c:v>0.19217592592030996</c:v>
                </c:pt>
                <c:pt idx="16605">
                  <c:v>0.19218749999708962</c:v>
                </c:pt>
                <c:pt idx="16606">
                  <c:v>0.19219907407386927</c:v>
                </c:pt>
                <c:pt idx="16607">
                  <c:v>0.19221064814337296</c:v>
                </c:pt>
                <c:pt idx="16608">
                  <c:v>0.19222222222015262</c:v>
                </c:pt>
                <c:pt idx="16609">
                  <c:v>0.19223379629693227</c:v>
                </c:pt>
                <c:pt idx="16610">
                  <c:v>0.19224537036643596</c:v>
                </c:pt>
                <c:pt idx="16611">
                  <c:v>0.19225694444321562</c:v>
                </c:pt>
                <c:pt idx="16612">
                  <c:v>0.19226851851271931</c:v>
                </c:pt>
                <c:pt idx="16613">
                  <c:v>0.19228009258949896</c:v>
                </c:pt>
                <c:pt idx="16614">
                  <c:v>0.19229166666627862</c:v>
                </c:pt>
                <c:pt idx="16615">
                  <c:v>0.19230324073578231</c:v>
                </c:pt>
                <c:pt idx="16616">
                  <c:v>0.19231481481256196</c:v>
                </c:pt>
                <c:pt idx="16617">
                  <c:v>0.19232638888934162</c:v>
                </c:pt>
                <c:pt idx="16618">
                  <c:v>0.19233796295884531</c:v>
                </c:pt>
                <c:pt idx="16619">
                  <c:v>0.19234953703562496</c:v>
                </c:pt>
                <c:pt idx="16620">
                  <c:v>0.19236111111240461</c:v>
                </c:pt>
                <c:pt idx="16621">
                  <c:v>0.19237268518190831</c:v>
                </c:pt>
                <c:pt idx="16622">
                  <c:v>0.19238425925868796</c:v>
                </c:pt>
                <c:pt idx="16623">
                  <c:v>0.19239583332819166</c:v>
                </c:pt>
                <c:pt idx="16624">
                  <c:v>0.19240740740497131</c:v>
                </c:pt>
                <c:pt idx="16625">
                  <c:v>0.19241898148175096</c:v>
                </c:pt>
                <c:pt idx="16626">
                  <c:v>0.19243055555125466</c:v>
                </c:pt>
                <c:pt idx="16627">
                  <c:v>0.19244212962803431</c:v>
                </c:pt>
                <c:pt idx="16628">
                  <c:v>0.19245370370481396</c:v>
                </c:pt>
                <c:pt idx="16629">
                  <c:v>0.19246527777431766</c:v>
                </c:pt>
                <c:pt idx="16630">
                  <c:v>0.19247685185109731</c:v>
                </c:pt>
                <c:pt idx="16631">
                  <c:v>0.192488425920601</c:v>
                </c:pt>
                <c:pt idx="16632">
                  <c:v>0.19249999999738066</c:v>
                </c:pt>
                <c:pt idx="16633">
                  <c:v>0.19251157407416031</c:v>
                </c:pt>
                <c:pt idx="16634">
                  <c:v>0.192523148143664</c:v>
                </c:pt>
                <c:pt idx="16635">
                  <c:v>0.19253472222044365</c:v>
                </c:pt>
                <c:pt idx="16636">
                  <c:v>0.19254629629722331</c:v>
                </c:pt>
                <c:pt idx="16637">
                  <c:v>0.192557870366727</c:v>
                </c:pt>
                <c:pt idx="16638">
                  <c:v>0.19256944444350665</c:v>
                </c:pt>
                <c:pt idx="16639">
                  <c:v>0.19258101851301035</c:v>
                </c:pt>
                <c:pt idx="16640">
                  <c:v>0.19259259258979</c:v>
                </c:pt>
                <c:pt idx="16641">
                  <c:v>0.19260416666656965</c:v>
                </c:pt>
                <c:pt idx="16642">
                  <c:v>0.19261574073607335</c:v>
                </c:pt>
                <c:pt idx="16643">
                  <c:v>0.192627314812853</c:v>
                </c:pt>
                <c:pt idx="16644">
                  <c:v>0.19263888888963265</c:v>
                </c:pt>
                <c:pt idx="16645">
                  <c:v>0.19265046295913635</c:v>
                </c:pt>
                <c:pt idx="16646">
                  <c:v>0.192662037035916</c:v>
                </c:pt>
                <c:pt idx="16647">
                  <c:v>0.1926736111054197</c:v>
                </c:pt>
                <c:pt idx="16648">
                  <c:v>0.19268518518219935</c:v>
                </c:pt>
                <c:pt idx="16649">
                  <c:v>0.192696759258979</c:v>
                </c:pt>
                <c:pt idx="16650">
                  <c:v>0.19270833332848269</c:v>
                </c:pt>
                <c:pt idx="16651">
                  <c:v>0.19271990740526235</c:v>
                </c:pt>
                <c:pt idx="16652">
                  <c:v>0.192731481482042</c:v>
                </c:pt>
                <c:pt idx="16653">
                  <c:v>0.19274305555154569</c:v>
                </c:pt>
                <c:pt idx="16654">
                  <c:v>0.19275462962832535</c:v>
                </c:pt>
                <c:pt idx="16655">
                  <c:v>0.19276620369782904</c:v>
                </c:pt>
                <c:pt idx="16656">
                  <c:v>0.19277777777460869</c:v>
                </c:pt>
                <c:pt idx="16657">
                  <c:v>0.19278935185138835</c:v>
                </c:pt>
                <c:pt idx="16658">
                  <c:v>0.19280092592089204</c:v>
                </c:pt>
                <c:pt idx="16659">
                  <c:v>0.19281249999767169</c:v>
                </c:pt>
                <c:pt idx="16660">
                  <c:v>0.19282407407445135</c:v>
                </c:pt>
                <c:pt idx="16661">
                  <c:v>0.19283564814395504</c:v>
                </c:pt>
                <c:pt idx="16662">
                  <c:v>0.19284722222073469</c:v>
                </c:pt>
                <c:pt idx="16663">
                  <c:v>0.19285879629751435</c:v>
                </c:pt>
                <c:pt idx="16664">
                  <c:v>0.19287037036701804</c:v>
                </c:pt>
                <c:pt idx="16665">
                  <c:v>0.19288194444379769</c:v>
                </c:pt>
                <c:pt idx="16666">
                  <c:v>0.19289351851330139</c:v>
                </c:pt>
                <c:pt idx="16667">
                  <c:v>0.19290509259008104</c:v>
                </c:pt>
                <c:pt idx="16668">
                  <c:v>0.19291666666686069</c:v>
                </c:pt>
                <c:pt idx="16669">
                  <c:v>0.19292824073636439</c:v>
                </c:pt>
                <c:pt idx="16670">
                  <c:v>0.19293981481314404</c:v>
                </c:pt>
                <c:pt idx="16671">
                  <c:v>0.19295138888992369</c:v>
                </c:pt>
                <c:pt idx="16672">
                  <c:v>0.19296296295942739</c:v>
                </c:pt>
                <c:pt idx="16673">
                  <c:v>0.19297453703620704</c:v>
                </c:pt>
                <c:pt idx="16674">
                  <c:v>0.19298611110571073</c:v>
                </c:pt>
                <c:pt idx="16675">
                  <c:v>0.19299768518249039</c:v>
                </c:pt>
                <c:pt idx="16676">
                  <c:v>0.19300925925927004</c:v>
                </c:pt>
                <c:pt idx="16677">
                  <c:v>0.19302083332877373</c:v>
                </c:pt>
                <c:pt idx="16678">
                  <c:v>0.19303240740555339</c:v>
                </c:pt>
                <c:pt idx="16679">
                  <c:v>0.19304398148233304</c:v>
                </c:pt>
                <c:pt idx="16680">
                  <c:v>0.19305555555183673</c:v>
                </c:pt>
                <c:pt idx="16681">
                  <c:v>0.19306712962861639</c:v>
                </c:pt>
                <c:pt idx="16682">
                  <c:v>0.19307870369812008</c:v>
                </c:pt>
                <c:pt idx="16683">
                  <c:v>0.19309027777489973</c:v>
                </c:pt>
                <c:pt idx="16684">
                  <c:v>0.19310185185167938</c:v>
                </c:pt>
                <c:pt idx="16685">
                  <c:v>0.19311342592118308</c:v>
                </c:pt>
                <c:pt idx="16686">
                  <c:v>0.19312499999796273</c:v>
                </c:pt>
                <c:pt idx="16687">
                  <c:v>0.19313657407474238</c:v>
                </c:pt>
                <c:pt idx="16688">
                  <c:v>0.19314814814424608</c:v>
                </c:pt>
                <c:pt idx="16689">
                  <c:v>0.19315972222102573</c:v>
                </c:pt>
                <c:pt idx="16690">
                  <c:v>0.19317129629052943</c:v>
                </c:pt>
                <c:pt idx="16691">
                  <c:v>0.19318287036730908</c:v>
                </c:pt>
                <c:pt idx="16692">
                  <c:v>0.19319444444408873</c:v>
                </c:pt>
                <c:pt idx="16693">
                  <c:v>0.19320601851359243</c:v>
                </c:pt>
                <c:pt idx="16694">
                  <c:v>0.19321759259037208</c:v>
                </c:pt>
                <c:pt idx="16695">
                  <c:v>0.19322916666715173</c:v>
                </c:pt>
                <c:pt idx="16696">
                  <c:v>0.19324074073665543</c:v>
                </c:pt>
                <c:pt idx="16697">
                  <c:v>0.19325231481343508</c:v>
                </c:pt>
                <c:pt idx="16698">
                  <c:v>0.19326388889021473</c:v>
                </c:pt>
                <c:pt idx="16699">
                  <c:v>0.19327546295971842</c:v>
                </c:pt>
                <c:pt idx="16700">
                  <c:v>0.19328703703649808</c:v>
                </c:pt>
                <c:pt idx="16701">
                  <c:v>0.19329861110600177</c:v>
                </c:pt>
                <c:pt idx="16702">
                  <c:v>0.19331018518278142</c:v>
                </c:pt>
                <c:pt idx="16703">
                  <c:v>0.19332175925956108</c:v>
                </c:pt>
                <c:pt idx="16704">
                  <c:v>0.19333333332906477</c:v>
                </c:pt>
                <c:pt idx="16705">
                  <c:v>0.19334490740584442</c:v>
                </c:pt>
                <c:pt idx="16706">
                  <c:v>0.19335648148262408</c:v>
                </c:pt>
                <c:pt idx="16707">
                  <c:v>0.19336805555212777</c:v>
                </c:pt>
                <c:pt idx="16708">
                  <c:v>0.19337962962890742</c:v>
                </c:pt>
                <c:pt idx="16709">
                  <c:v>0.19339120369841112</c:v>
                </c:pt>
                <c:pt idx="16710">
                  <c:v>0.19340277777519077</c:v>
                </c:pt>
                <c:pt idx="16711">
                  <c:v>0.19341435185197042</c:v>
                </c:pt>
                <c:pt idx="16712">
                  <c:v>0.19342592592147412</c:v>
                </c:pt>
                <c:pt idx="16713">
                  <c:v>0.19343749999825377</c:v>
                </c:pt>
                <c:pt idx="16714">
                  <c:v>0.19344907407503342</c:v>
                </c:pt>
                <c:pt idx="16715">
                  <c:v>0.19346064814453712</c:v>
                </c:pt>
                <c:pt idx="16716">
                  <c:v>0.19347222222131677</c:v>
                </c:pt>
                <c:pt idx="16717">
                  <c:v>0.19348379629082046</c:v>
                </c:pt>
                <c:pt idx="16718">
                  <c:v>0.19349537036760012</c:v>
                </c:pt>
                <c:pt idx="16719">
                  <c:v>0.19350694444437977</c:v>
                </c:pt>
                <c:pt idx="16720">
                  <c:v>0.19351851851388346</c:v>
                </c:pt>
                <c:pt idx="16721">
                  <c:v>0.19353009259066312</c:v>
                </c:pt>
                <c:pt idx="16722">
                  <c:v>0.19354166666744277</c:v>
                </c:pt>
                <c:pt idx="16723">
                  <c:v>0.19355324073694646</c:v>
                </c:pt>
                <c:pt idx="16724">
                  <c:v>0.19356481481372612</c:v>
                </c:pt>
                <c:pt idx="16725">
                  <c:v>0.19357638888322981</c:v>
                </c:pt>
                <c:pt idx="16726">
                  <c:v>0.19358796296000946</c:v>
                </c:pt>
                <c:pt idx="16727">
                  <c:v>0.19359953703678912</c:v>
                </c:pt>
                <c:pt idx="16728">
                  <c:v>0.19361111110629281</c:v>
                </c:pt>
                <c:pt idx="16729">
                  <c:v>0.19362268518307246</c:v>
                </c:pt>
                <c:pt idx="16730">
                  <c:v>0.19363425925985212</c:v>
                </c:pt>
                <c:pt idx="16731">
                  <c:v>0.19364583332935581</c:v>
                </c:pt>
                <c:pt idx="16732">
                  <c:v>0.19365740740613546</c:v>
                </c:pt>
                <c:pt idx="16733">
                  <c:v>0.19366898147563916</c:v>
                </c:pt>
                <c:pt idx="16734">
                  <c:v>0.19368055555241881</c:v>
                </c:pt>
                <c:pt idx="16735">
                  <c:v>0.19369212962919846</c:v>
                </c:pt>
                <c:pt idx="16736">
                  <c:v>0.19370370369870216</c:v>
                </c:pt>
                <c:pt idx="16737">
                  <c:v>0.19371527777548181</c:v>
                </c:pt>
                <c:pt idx="16738">
                  <c:v>0.19372685185226146</c:v>
                </c:pt>
                <c:pt idx="16739">
                  <c:v>0.19373842592176516</c:v>
                </c:pt>
                <c:pt idx="16740">
                  <c:v>0.19374999999854481</c:v>
                </c:pt>
                <c:pt idx="16741">
                  <c:v>0.19376157407532446</c:v>
                </c:pt>
                <c:pt idx="16742">
                  <c:v>0.19377314814482816</c:v>
                </c:pt>
                <c:pt idx="16743">
                  <c:v>0.19378472222160781</c:v>
                </c:pt>
                <c:pt idx="16744">
                  <c:v>0.1937962962911115</c:v>
                </c:pt>
                <c:pt idx="16745">
                  <c:v>0.19380787036789116</c:v>
                </c:pt>
                <c:pt idx="16746">
                  <c:v>0.19381944444467081</c:v>
                </c:pt>
                <c:pt idx="16747">
                  <c:v>0.1938310185141745</c:v>
                </c:pt>
                <c:pt idx="16748">
                  <c:v>0.19384259259095415</c:v>
                </c:pt>
                <c:pt idx="16749">
                  <c:v>0.19385416666773381</c:v>
                </c:pt>
                <c:pt idx="16750">
                  <c:v>0.1938657407372375</c:v>
                </c:pt>
                <c:pt idx="16751">
                  <c:v>0.19387731481401715</c:v>
                </c:pt>
                <c:pt idx="16752">
                  <c:v>0.19388888888352085</c:v>
                </c:pt>
                <c:pt idx="16753">
                  <c:v>0.1939004629603005</c:v>
                </c:pt>
                <c:pt idx="16754">
                  <c:v>0.19391203703708015</c:v>
                </c:pt>
                <c:pt idx="16755">
                  <c:v>0.19392361110658385</c:v>
                </c:pt>
                <c:pt idx="16756">
                  <c:v>0.1939351851833635</c:v>
                </c:pt>
                <c:pt idx="16757">
                  <c:v>0.19394675926014315</c:v>
                </c:pt>
                <c:pt idx="16758">
                  <c:v>0.19395833332964685</c:v>
                </c:pt>
                <c:pt idx="16759">
                  <c:v>0.1939699074064265</c:v>
                </c:pt>
                <c:pt idx="16760">
                  <c:v>0.1939814814759302</c:v>
                </c:pt>
                <c:pt idx="16761">
                  <c:v>0.19399305555270985</c:v>
                </c:pt>
                <c:pt idx="16762">
                  <c:v>0.1940046296294895</c:v>
                </c:pt>
                <c:pt idx="16763">
                  <c:v>0.19401620369899319</c:v>
                </c:pt>
                <c:pt idx="16764">
                  <c:v>0.19402777777577285</c:v>
                </c:pt>
                <c:pt idx="16765">
                  <c:v>0.1940393518525525</c:v>
                </c:pt>
                <c:pt idx="16766">
                  <c:v>0.19405092592205619</c:v>
                </c:pt>
                <c:pt idx="16767">
                  <c:v>0.19406249999883585</c:v>
                </c:pt>
                <c:pt idx="16768">
                  <c:v>0.19407407406833954</c:v>
                </c:pt>
                <c:pt idx="16769">
                  <c:v>0.19408564814511919</c:v>
                </c:pt>
                <c:pt idx="16770">
                  <c:v>0.19409722222189885</c:v>
                </c:pt>
                <c:pt idx="16771">
                  <c:v>0.19410879629140254</c:v>
                </c:pt>
                <c:pt idx="16772">
                  <c:v>0.19412037036818219</c:v>
                </c:pt>
                <c:pt idx="16773">
                  <c:v>0.19413194444496185</c:v>
                </c:pt>
                <c:pt idx="16774">
                  <c:v>0.19414351851446554</c:v>
                </c:pt>
                <c:pt idx="16775">
                  <c:v>0.19415509259124519</c:v>
                </c:pt>
                <c:pt idx="16776">
                  <c:v>0.19416666666074889</c:v>
                </c:pt>
                <c:pt idx="16777">
                  <c:v>0.19417824073752854</c:v>
                </c:pt>
                <c:pt idx="16778">
                  <c:v>0.19418981481430819</c:v>
                </c:pt>
                <c:pt idx="16779">
                  <c:v>0.19420138888381189</c:v>
                </c:pt>
                <c:pt idx="16780">
                  <c:v>0.19421296296059154</c:v>
                </c:pt>
                <c:pt idx="16781">
                  <c:v>0.19422453703737119</c:v>
                </c:pt>
                <c:pt idx="16782">
                  <c:v>0.19423611110687489</c:v>
                </c:pt>
                <c:pt idx="16783">
                  <c:v>0.19424768518365454</c:v>
                </c:pt>
                <c:pt idx="16784">
                  <c:v>0.19425925926043419</c:v>
                </c:pt>
                <c:pt idx="16785">
                  <c:v>0.19427083332993789</c:v>
                </c:pt>
                <c:pt idx="16786">
                  <c:v>0.19428240740671754</c:v>
                </c:pt>
                <c:pt idx="16787">
                  <c:v>0.19429398147622123</c:v>
                </c:pt>
                <c:pt idx="16788">
                  <c:v>0.19430555555300089</c:v>
                </c:pt>
                <c:pt idx="16789">
                  <c:v>0.19431712962978054</c:v>
                </c:pt>
                <c:pt idx="16790">
                  <c:v>0.19432870369928423</c:v>
                </c:pt>
                <c:pt idx="16791">
                  <c:v>0.19434027777606389</c:v>
                </c:pt>
                <c:pt idx="16792">
                  <c:v>0.19435185185284354</c:v>
                </c:pt>
                <c:pt idx="16793">
                  <c:v>0.19436342592234723</c:v>
                </c:pt>
                <c:pt idx="16794">
                  <c:v>0.19437499999912689</c:v>
                </c:pt>
                <c:pt idx="16795">
                  <c:v>0.19438657406863058</c:v>
                </c:pt>
                <c:pt idx="16796">
                  <c:v>0.19439814814541023</c:v>
                </c:pt>
                <c:pt idx="16797">
                  <c:v>0.19440972222218988</c:v>
                </c:pt>
                <c:pt idx="16798">
                  <c:v>0.19442129629169358</c:v>
                </c:pt>
                <c:pt idx="16799">
                  <c:v>0.19443287036847323</c:v>
                </c:pt>
                <c:pt idx="16800">
                  <c:v>0.19444444444525288</c:v>
                </c:pt>
                <c:pt idx="16801">
                  <c:v>0.19445601851475658</c:v>
                </c:pt>
                <c:pt idx="16802">
                  <c:v>0.19446759259153623</c:v>
                </c:pt>
                <c:pt idx="16803">
                  <c:v>0.19447916666103993</c:v>
                </c:pt>
                <c:pt idx="16804">
                  <c:v>0.19449074073781958</c:v>
                </c:pt>
                <c:pt idx="16805">
                  <c:v>0.19450231481459923</c:v>
                </c:pt>
                <c:pt idx="16806">
                  <c:v>0.19451388888410293</c:v>
                </c:pt>
                <c:pt idx="16807">
                  <c:v>0.19452546296088258</c:v>
                </c:pt>
                <c:pt idx="16808">
                  <c:v>0.19453703703766223</c:v>
                </c:pt>
                <c:pt idx="16809">
                  <c:v>0.19454861110716593</c:v>
                </c:pt>
                <c:pt idx="16810">
                  <c:v>0.19456018518394558</c:v>
                </c:pt>
                <c:pt idx="16811">
                  <c:v>0.19457175925344927</c:v>
                </c:pt>
                <c:pt idx="16812">
                  <c:v>0.19458333333022892</c:v>
                </c:pt>
                <c:pt idx="16813">
                  <c:v>0.19459490740700858</c:v>
                </c:pt>
                <c:pt idx="16814">
                  <c:v>0.19460648147651227</c:v>
                </c:pt>
                <c:pt idx="16815">
                  <c:v>0.19461805555329192</c:v>
                </c:pt>
                <c:pt idx="16816">
                  <c:v>0.19462962963007158</c:v>
                </c:pt>
                <c:pt idx="16817">
                  <c:v>0.19464120369957527</c:v>
                </c:pt>
                <c:pt idx="16818">
                  <c:v>0.19465277777635492</c:v>
                </c:pt>
                <c:pt idx="16819">
                  <c:v>0.19466435185313458</c:v>
                </c:pt>
                <c:pt idx="16820">
                  <c:v>0.19467592592263827</c:v>
                </c:pt>
                <c:pt idx="16821">
                  <c:v>0.19468749999941792</c:v>
                </c:pt>
                <c:pt idx="16822">
                  <c:v>0.19469907406892162</c:v>
                </c:pt>
                <c:pt idx="16823">
                  <c:v>0.19471064814570127</c:v>
                </c:pt>
                <c:pt idx="16824">
                  <c:v>0.19472222222248092</c:v>
                </c:pt>
                <c:pt idx="16825">
                  <c:v>0.19473379629198462</c:v>
                </c:pt>
                <c:pt idx="16826">
                  <c:v>0.19474537036876427</c:v>
                </c:pt>
                <c:pt idx="16827">
                  <c:v>0.19475694444554392</c:v>
                </c:pt>
                <c:pt idx="16828">
                  <c:v>0.19476851851504762</c:v>
                </c:pt>
                <c:pt idx="16829">
                  <c:v>0.19478009259182727</c:v>
                </c:pt>
                <c:pt idx="16830">
                  <c:v>0.19479166666133096</c:v>
                </c:pt>
                <c:pt idx="16831">
                  <c:v>0.19480324073811062</c:v>
                </c:pt>
                <c:pt idx="16832">
                  <c:v>0.19481481481489027</c:v>
                </c:pt>
                <c:pt idx="16833">
                  <c:v>0.19482638888439396</c:v>
                </c:pt>
                <c:pt idx="16834">
                  <c:v>0.19483796296117362</c:v>
                </c:pt>
                <c:pt idx="16835">
                  <c:v>0.19484953703795327</c:v>
                </c:pt>
                <c:pt idx="16836">
                  <c:v>0.19486111110745696</c:v>
                </c:pt>
                <c:pt idx="16837">
                  <c:v>0.19487268518423662</c:v>
                </c:pt>
                <c:pt idx="16838">
                  <c:v>0.19488425925374031</c:v>
                </c:pt>
                <c:pt idx="16839">
                  <c:v>0.19489583333051996</c:v>
                </c:pt>
                <c:pt idx="16840">
                  <c:v>0.19490740740729962</c:v>
                </c:pt>
                <c:pt idx="16841">
                  <c:v>0.19491898147680331</c:v>
                </c:pt>
                <c:pt idx="16842">
                  <c:v>0.19493055555358296</c:v>
                </c:pt>
                <c:pt idx="16843">
                  <c:v>0.19494212963036261</c:v>
                </c:pt>
                <c:pt idx="16844">
                  <c:v>0.19495370369986631</c:v>
                </c:pt>
                <c:pt idx="16845">
                  <c:v>0.19496527777664596</c:v>
                </c:pt>
                <c:pt idx="16846">
                  <c:v>0.19497685184614966</c:v>
                </c:pt>
                <c:pt idx="16847">
                  <c:v>0.19498842592292931</c:v>
                </c:pt>
                <c:pt idx="16848">
                  <c:v>0.19499999999970896</c:v>
                </c:pt>
                <c:pt idx="16849">
                  <c:v>0.19501157406921266</c:v>
                </c:pt>
                <c:pt idx="16850">
                  <c:v>0.19502314814599231</c:v>
                </c:pt>
                <c:pt idx="16851">
                  <c:v>0.19503472222277196</c:v>
                </c:pt>
                <c:pt idx="16852">
                  <c:v>0.19504629629227566</c:v>
                </c:pt>
                <c:pt idx="16853">
                  <c:v>0.19505787036905531</c:v>
                </c:pt>
                <c:pt idx="16854">
                  <c:v>0.195069444438559</c:v>
                </c:pt>
                <c:pt idx="16855">
                  <c:v>0.19508101851533866</c:v>
                </c:pt>
                <c:pt idx="16856">
                  <c:v>0.19509259259211831</c:v>
                </c:pt>
                <c:pt idx="16857">
                  <c:v>0.195104166661622</c:v>
                </c:pt>
                <c:pt idx="16858">
                  <c:v>0.19511574073840166</c:v>
                </c:pt>
                <c:pt idx="16859">
                  <c:v>0.19512731481518131</c:v>
                </c:pt>
                <c:pt idx="16860">
                  <c:v>0.195138888884685</c:v>
                </c:pt>
                <c:pt idx="16861">
                  <c:v>0.19515046296146465</c:v>
                </c:pt>
                <c:pt idx="16862">
                  <c:v>0.19516203703824431</c:v>
                </c:pt>
                <c:pt idx="16863">
                  <c:v>0.195173611107748</c:v>
                </c:pt>
                <c:pt idx="16864">
                  <c:v>0.19518518518452765</c:v>
                </c:pt>
                <c:pt idx="16865">
                  <c:v>0.19519675925403135</c:v>
                </c:pt>
                <c:pt idx="16866">
                  <c:v>0.195208333330811</c:v>
                </c:pt>
                <c:pt idx="16867">
                  <c:v>0.19521990740759065</c:v>
                </c:pt>
                <c:pt idx="16868">
                  <c:v>0.19523148147709435</c:v>
                </c:pt>
                <c:pt idx="16869">
                  <c:v>0.195243055553874</c:v>
                </c:pt>
                <c:pt idx="16870">
                  <c:v>0.19525462963065365</c:v>
                </c:pt>
                <c:pt idx="16871">
                  <c:v>0.19526620370015735</c:v>
                </c:pt>
                <c:pt idx="16872">
                  <c:v>0.195277777776937</c:v>
                </c:pt>
                <c:pt idx="16873">
                  <c:v>0.1952893518464407</c:v>
                </c:pt>
                <c:pt idx="16874">
                  <c:v>0.19530092592322035</c:v>
                </c:pt>
                <c:pt idx="16875">
                  <c:v>0.1953125</c:v>
                </c:pt>
                <c:pt idx="16876">
                  <c:v>0.19532407406950369</c:v>
                </c:pt>
                <c:pt idx="16877">
                  <c:v>0.19533564814628335</c:v>
                </c:pt>
                <c:pt idx="16878">
                  <c:v>0.195347222223063</c:v>
                </c:pt>
                <c:pt idx="16879">
                  <c:v>0.19535879629256669</c:v>
                </c:pt>
                <c:pt idx="16880">
                  <c:v>0.19537037036934635</c:v>
                </c:pt>
                <c:pt idx="16881">
                  <c:v>0.19538194443885004</c:v>
                </c:pt>
                <c:pt idx="16882">
                  <c:v>0.19539351851562969</c:v>
                </c:pt>
                <c:pt idx="16883">
                  <c:v>0.19540509259240935</c:v>
                </c:pt>
                <c:pt idx="16884">
                  <c:v>0.19541666666191304</c:v>
                </c:pt>
                <c:pt idx="16885">
                  <c:v>0.19542824073869269</c:v>
                </c:pt>
                <c:pt idx="16886">
                  <c:v>0.19543981481547235</c:v>
                </c:pt>
                <c:pt idx="16887">
                  <c:v>0.19545138888497604</c:v>
                </c:pt>
                <c:pt idx="16888">
                  <c:v>0.19546296296175569</c:v>
                </c:pt>
                <c:pt idx="16889">
                  <c:v>0.19547453703125939</c:v>
                </c:pt>
                <c:pt idx="16890">
                  <c:v>0.19548611110803904</c:v>
                </c:pt>
                <c:pt idx="16891">
                  <c:v>0.19549768518481869</c:v>
                </c:pt>
                <c:pt idx="16892">
                  <c:v>0.19550925925432239</c:v>
                </c:pt>
                <c:pt idx="16893">
                  <c:v>0.19552083333110204</c:v>
                </c:pt>
                <c:pt idx="16894">
                  <c:v>0.19553240740788169</c:v>
                </c:pt>
                <c:pt idx="16895">
                  <c:v>0.19554398147738539</c:v>
                </c:pt>
                <c:pt idx="16896">
                  <c:v>0.19555555555416504</c:v>
                </c:pt>
                <c:pt idx="16897">
                  <c:v>0.19556712963094469</c:v>
                </c:pt>
                <c:pt idx="16898">
                  <c:v>0.19557870370044839</c:v>
                </c:pt>
                <c:pt idx="16899">
                  <c:v>0.19559027777722804</c:v>
                </c:pt>
                <c:pt idx="16900">
                  <c:v>0.19560185184673173</c:v>
                </c:pt>
                <c:pt idx="16901">
                  <c:v>0.19561342592351139</c:v>
                </c:pt>
                <c:pt idx="16902">
                  <c:v>0.19562500000029104</c:v>
                </c:pt>
                <c:pt idx="16903">
                  <c:v>0.19563657406979473</c:v>
                </c:pt>
                <c:pt idx="16904">
                  <c:v>0.19564814814657439</c:v>
                </c:pt>
                <c:pt idx="16905">
                  <c:v>0.19565972222335404</c:v>
                </c:pt>
                <c:pt idx="16906">
                  <c:v>0.19567129629285773</c:v>
                </c:pt>
                <c:pt idx="16907">
                  <c:v>0.19568287036963739</c:v>
                </c:pt>
                <c:pt idx="16908">
                  <c:v>0.19569444443914108</c:v>
                </c:pt>
                <c:pt idx="16909">
                  <c:v>0.19570601851592073</c:v>
                </c:pt>
                <c:pt idx="16910">
                  <c:v>0.19571759259270038</c:v>
                </c:pt>
                <c:pt idx="16911">
                  <c:v>0.19572916666220408</c:v>
                </c:pt>
                <c:pt idx="16912">
                  <c:v>0.19574074073898373</c:v>
                </c:pt>
                <c:pt idx="16913">
                  <c:v>0.19575231481576338</c:v>
                </c:pt>
                <c:pt idx="16914">
                  <c:v>0.19576388888526708</c:v>
                </c:pt>
                <c:pt idx="16915">
                  <c:v>0.19577546296204673</c:v>
                </c:pt>
                <c:pt idx="16916">
                  <c:v>0.19578703703155043</c:v>
                </c:pt>
                <c:pt idx="16917">
                  <c:v>0.19579861110833008</c:v>
                </c:pt>
                <c:pt idx="16918">
                  <c:v>0.19581018518510973</c:v>
                </c:pt>
                <c:pt idx="16919">
                  <c:v>0.19582175925461343</c:v>
                </c:pt>
                <c:pt idx="16920">
                  <c:v>0.19583333333139308</c:v>
                </c:pt>
                <c:pt idx="16921">
                  <c:v>0.19584490740817273</c:v>
                </c:pt>
                <c:pt idx="16922">
                  <c:v>0.19585648147767643</c:v>
                </c:pt>
                <c:pt idx="16923">
                  <c:v>0.19586805555445608</c:v>
                </c:pt>
                <c:pt idx="16924">
                  <c:v>0.19587962962395977</c:v>
                </c:pt>
                <c:pt idx="16925">
                  <c:v>0.19589120370073942</c:v>
                </c:pt>
                <c:pt idx="16926">
                  <c:v>0.19590277777751908</c:v>
                </c:pt>
                <c:pt idx="16927">
                  <c:v>0.19591435184702277</c:v>
                </c:pt>
                <c:pt idx="16928">
                  <c:v>0.19592592592380242</c:v>
                </c:pt>
                <c:pt idx="16929">
                  <c:v>0.19593750000058208</c:v>
                </c:pt>
                <c:pt idx="16930">
                  <c:v>0.19594907407008577</c:v>
                </c:pt>
                <c:pt idx="16931">
                  <c:v>0.19596064814686542</c:v>
                </c:pt>
                <c:pt idx="16932">
                  <c:v>0.19597222221636912</c:v>
                </c:pt>
                <c:pt idx="16933">
                  <c:v>0.19598379629314877</c:v>
                </c:pt>
                <c:pt idx="16934">
                  <c:v>0.19599537036992842</c:v>
                </c:pt>
                <c:pt idx="16935">
                  <c:v>0.19600694443943212</c:v>
                </c:pt>
                <c:pt idx="16936">
                  <c:v>0.19601851851621177</c:v>
                </c:pt>
                <c:pt idx="16937">
                  <c:v>0.19603009259299142</c:v>
                </c:pt>
                <c:pt idx="16938">
                  <c:v>0.19604166666249512</c:v>
                </c:pt>
                <c:pt idx="16939">
                  <c:v>0.19605324073927477</c:v>
                </c:pt>
                <c:pt idx="16940">
                  <c:v>0.19606481481605442</c:v>
                </c:pt>
                <c:pt idx="16941">
                  <c:v>0.19607638888555812</c:v>
                </c:pt>
                <c:pt idx="16942">
                  <c:v>0.19608796296233777</c:v>
                </c:pt>
                <c:pt idx="16943">
                  <c:v>0.19609953703184146</c:v>
                </c:pt>
                <c:pt idx="16944">
                  <c:v>0.19611111110862112</c:v>
                </c:pt>
                <c:pt idx="16945">
                  <c:v>0.19612268518540077</c:v>
                </c:pt>
                <c:pt idx="16946">
                  <c:v>0.19613425925490446</c:v>
                </c:pt>
                <c:pt idx="16947">
                  <c:v>0.19614583333168412</c:v>
                </c:pt>
                <c:pt idx="16948">
                  <c:v>0.19615740740846377</c:v>
                </c:pt>
                <c:pt idx="16949">
                  <c:v>0.19616898147796746</c:v>
                </c:pt>
                <c:pt idx="16950">
                  <c:v>0.19618055555474712</c:v>
                </c:pt>
                <c:pt idx="16951">
                  <c:v>0.19619212962425081</c:v>
                </c:pt>
                <c:pt idx="16952">
                  <c:v>0.19620370370103046</c:v>
                </c:pt>
                <c:pt idx="16953">
                  <c:v>0.19621527777781012</c:v>
                </c:pt>
                <c:pt idx="16954">
                  <c:v>0.19622685184731381</c:v>
                </c:pt>
                <c:pt idx="16955">
                  <c:v>0.19623842592409346</c:v>
                </c:pt>
                <c:pt idx="16956">
                  <c:v>0.19625000000087311</c:v>
                </c:pt>
                <c:pt idx="16957">
                  <c:v>0.19626157407037681</c:v>
                </c:pt>
                <c:pt idx="16958">
                  <c:v>0.19627314814715646</c:v>
                </c:pt>
                <c:pt idx="16959">
                  <c:v>0.19628472221666016</c:v>
                </c:pt>
                <c:pt idx="16960">
                  <c:v>0.19629629629343981</c:v>
                </c:pt>
                <c:pt idx="16961">
                  <c:v>0.19630787037021946</c:v>
                </c:pt>
                <c:pt idx="16962">
                  <c:v>0.19631944443972316</c:v>
                </c:pt>
                <c:pt idx="16963">
                  <c:v>0.19633101851650281</c:v>
                </c:pt>
                <c:pt idx="16964">
                  <c:v>0.19634259259328246</c:v>
                </c:pt>
                <c:pt idx="16965">
                  <c:v>0.19635416666278616</c:v>
                </c:pt>
                <c:pt idx="16966">
                  <c:v>0.19636574073956581</c:v>
                </c:pt>
                <c:pt idx="16967">
                  <c:v>0.1963773148090695</c:v>
                </c:pt>
                <c:pt idx="16968">
                  <c:v>0.19638888888584916</c:v>
                </c:pt>
                <c:pt idx="16969">
                  <c:v>0.19640046296262881</c:v>
                </c:pt>
                <c:pt idx="16970">
                  <c:v>0.1964120370321325</c:v>
                </c:pt>
                <c:pt idx="16971">
                  <c:v>0.19642361110891216</c:v>
                </c:pt>
                <c:pt idx="16972">
                  <c:v>0.19643518518569181</c:v>
                </c:pt>
                <c:pt idx="16973">
                  <c:v>0.1964467592551955</c:v>
                </c:pt>
                <c:pt idx="16974">
                  <c:v>0.19645833333197515</c:v>
                </c:pt>
                <c:pt idx="16975">
                  <c:v>0.19646990740147885</c:v>
                </c:pt>
                <c:pt idx="16976">
                  <c:v>0.1964814814782585</c:v>
                </c:pt>
                <c:pt idx="16977">
                  <c:v>0.19649305555503815</c:v>
                </c:pt>
                <c:pt idx="16978">
                  <c:v>0.19650462962454185</c:v>
                </c:pt>
                <c:pt idx="16979">
                  <c:v>0.1965162037013215</c:v>
                </c:pt>
                <c:pt idx="16980">
                  <c:v>0.19652777777810115</c:v>
                </c:pt>
                <c:pt idx="16981">
                  <c:v>0.19653935184760485</c:v>
                </c:pt>
                <c:pt idx="16982">
                  <c:v>0.1965509259243845</c:v>
                </c:pt>
                <c:pt idx="16983">
                  <c:v>0.19656250000116415</c:v>
                </c:pt>
                <c:pt idx="16984">
                  <c:v>0.19657407407066785</c:v>
                </c:pt>
                <c:pt idx="16985">
                  <c:v>0.1965856481474475</c:v>
                </c:pt>
                <c:pt idx="16986">
                  <c:v>0.1965972222169512</c:v>
                </c:pt>
                <c:pt idx="16987">
                  <c:v>0.19660879629373085</c:v>
                </c:pt>
                <c:pt idx="16988">
                  <c:v>0.1966203703705105</c:v>
                </c:pt>
                <c:pt idx="16989">
                  <c:v>0.19663194444001419</c:v>
                </c:pt>
                <c:pt idx="16990">
                  <c:v>0.19664351851679385</c:v>
                </c:pt>
                <c:pt idx="16991">
                  <c:v>0.1966550925935735</c:v>
                </c:pt>
                <c:pt idx="16992">
                  <c:v>0.19666666666307719</c:v>
                </c:pt>
                <c:pt idx="16993">
                  <c:v>0.19667824073985685</c:v>
                </c:pt>
                <c:pt idx="16994">
                  <c:v>0.19668981480936054</c:v>
                </c:pt>
                <c:pt idx="16995">
                  <c:v>0.19670138888614019</c:v>
                </c:pt>
                <c:pt idx="16996">
                  <c:v>0.19671296296291985</c:v>
                </c:pt>
                <c:pt idx="16997">
                  <c:v>0.19672453703242354</c:v>
                </c:pt>
                <c:pt idx="16998">
                  <c:v>0.19673611110920319</c:v>
                </c:pt>
                <c:pt idx="16999">
                  <c:v>0.19674768518598285</c:v>
                </c:pt>
                <c:pt idx="17000">
                  <c:v>0.19675925925548654</c:v>
                </c:pt>
                <c:pt idx="17001">
                  <c:v>0.19677083333226619</c:v>
                </c:pt>
                <c:pt idx="17002">
                  <c:v>0.19678240740176989</c:v>
                </c:pt>
                <c:pt idx="17003">
                  <c:v>0.19679398147854954</c:v>
                </c:pt>
                <c:pt idx="17004">
                  <c:v>0.19680555555532919</c:v>
                </c:pt>
                <c:pt idx="17005">
                  <c:v>0.19681712962483289</c:v>
                </c:pt>
                <c:pt idx="17006">
                  <c:v>0.19682870370161254</c:v>
                </c:pt>
                <c:pt idx="17007">
                  <c:v>0.19684027777839219</c:v>
                </c:pt>
                <c:pt idx="17008">
                  <c:v>0.19685185184789589</c:v>
                </c:pt>
                <c:pt idx="17009">
                  <c:v>0.19686342592467554</c:v>
                </c:pt>
                <c:pt idx="17010">
                  <c:v>0.19687499999417923</c:v>
                </c:pt>
                <c:pt idx="17011">
                  <c:v>0.19688657407095889</c:v>
                </c:pt>
                <c:pt idx="17012">
                  <c:v>0.19689814814773854</c:v>
                </c:pt>
                <c:pt idx="17013">
                  <c:v>0.19690972221724223</c:v>
                </c:pt>
                <c:pt idx="17014">
                  <c:v>0.19692129629402189</c:v>
                </c:pt>
                <c:pt idx="17015">
                  <c:v>0.19693287037080154</c:v>
                </c:pt>
                <c:pt idx="17016">
                  <c:v>0.19694444444030523</c:v>
                </c:pt>
                <c:pt idx="17017">
                  <c:v>0.19695601851708489</c:v>
                </c:pt>
                <c:pt idx="17018">
                  <c:v>0.19696759259386454</c:v>
                </c:pt>
                <c:pt idx="17019">
                  <c:v>0.19697916666336823</c:v>
                </c:pt>
                <c:pt idx="17020">
                  <c:v>0.19699074074014788</c:v>
                </c:pt>
                <c:pt idx="17021">
                  <c:v>0.19700231480965158</c:v>
                </c:pt>
                <c:pt idx="17022">
                  <c:v>0.19701388888643123</c:v>
                </c:pt>
                <c:pt idx="17023">
                  <c:v>0.19702546296321088</c:v>
                </c:pt>
                <c:pt idx="17024">
                  <c:v>0.19703703703271458</c:v>
                </c:pt>
                <c:pt idx="17025">
                  <c:v>0.19704861110949423</c:v>
                </c:pt>
                <c:pt idx="17026">
                  <c:v>0.19706018518627388</c:v>
                </c:pt>
                <c:pt idx="17027">
                  <c:v>0.19707175925577758</c:v>
                </c:pt>
                <c:pt idx="17028">
                  <c:v>0.19708333333255723</c:v>
                </c:pt>
                <c:pt idx="17029">
                  <c:v>0.19709490740206093</c:v>
                </c:pt>
                <c:pt idx="17030">
                  <c:v>0.19710648147884058</c:v>
                </c:pt>
                <c:pt idx="17031">
                  <c:v>0.19711805555562023</c:v>
                </c:pt>
                <c:pt idx="17032">
                  <c:v>0.19712962962512393</c:v>
                </c:pt>
                <c:pt idx="17033">
                  <c:v>0.19714120370190358</c:v>
                </c:pt>
                <c:pt idx="17034">
                  <c:v>0.19715277777868323</c:v>
                </c:pt>
                <c:pt idx="17035">
                  <c:v>0.19716435184818693</c:v>
                </c:pt>
                <c:pt idx="17036">
                  <c:v>0.19717592592496658</c:v>
                </c:pt>
                <c:pt idx="17037">
                  <c:v>0.19718749999447027</c:v>
                </c:pt>
                <c:pt idx="17038">
                  <c:v>0.19719907407124992</c:v>
                </c:pt>
                <c:pt idx="17039">
                  <c:v>0.19721064814802958</c:v>
                </c:pt>
                <c:pt idx="17040">
                  <c:v>0.19722222221753327</c:v>
                </c:pt>
                <c:pt idx="17041">
                  <c:v>0.19723379629431292</c:v>
                </c:pt>
                <c:pt idx="17042">
                  <c:v>0.19724537037109258</c:v>
                </c:pt>
                <c:pt idx="17043">
                  <c:v>0.19725694444059627</c:v>
                </c:pt>
                <c:pt idx="17044">
                  <c:v>0.19726851851737592</c:v>
                </c:pt>
                <c:pt idx="17045">
                  <c:v>0.19728009258687962</c:v>
                </c:pt>
                <c:pt idx="17046">
                  <c:v>0.19729166666365927</c:v>
                </c:pt>
                <c:pt idx="17047">
                  <c:v>0.19730324074043892</c:v>
                </c:pt>
                <c:pt idx="17048">
                  <c:v>0.19731481480994262</c:v>
                </c:pt>
                <c:pt idx="17049">
                  <c:v>0.19732638888672227</c:v>
                </c:pt>
                <c:pt idx="17050">
                  <c:v>0.19733796296350192</c:v>
                </c:pt>
                <c:pt idx="17051">
                  <c:v>0.19734953703300562</c:v>
                </c:pt>
                <c:pt idx="17052">
                  <c:v>0.19736111110978527</c:v>
                </c:pt>
                <c:pt idx="17053">
                  <c:v>0.19737268517928896</c:v>
                </c:pt>
                <c:pt idx="17054">
                  <c:v>0.19738425925606862</c:v>
                </c:pt>
                <c:pt idx="17055">
                  <c:v>0.19739583333284827</c:v>
                </c:pt>
                <c:pt idx="17056">
                  <c:v>0.19740740740235196</c:v>
                </c:pt>
                <c:pt idx="17057">
                  <c:v>0.19741898147913162</c:v>
                </c:pt>
                <c:pt idx="17058">
                  <c:v>0.19743055555591127</c:v>
                </c:pt>
                <c:pt idx="17059">
                  <c:v>0.19744212962541496</c:v>
                </c:pt>
                <c:pt idx="17060">
                  <c:v>0.19745370370219462</c:v>
                </c:pt>
                <c:pt idx="17061">
                  <c:v>0.19746527777897427</c:v>
                </c:pt>
                <c:pt idx="17062">
                  <c:v>0.19747685184847796</c:v>
                </c:pt>
                <c:pt idx="17063">
                  <c:v>0.19748842592525762</c:v>
                </c:pt>
                <c:pt idx="17064">
                  <c:v>0.19749999999476131</c:v>
                </c:pt>
                <c:pt idx="17065">
                  <c:v>0.19751157407154096</c:v>
                </c:pt>
                <c:pt idx="17066">
                  <c:v>0.19752314814832062</c:v>
                </c:pt>
                <c:pt idx="17067">
                  <c:v>0.19753472221782431</c:v>
                </c:pt>
                <c:pt idx="17068">
                  <c:v>0.19754629629460396</c:v>
                </c:pt>
                <c:pt idx="17069">
                  <c:v>0.19755787037138361</c:v>
                </c:pt>
                <c:pt idx="17070">
                  <c:v>0.19756944444088731</c:v>
                </c:pt>
                <c:pt idx="17071">
                  <c:v>0.19758101851766696</c:v>
                </c:pt>
                <c:pt idx="17072">
                  <c:v>0.19759259258717066</c:v>
                </c:pt>
                <c:pt idx="17073">
                  <c:v>0.19760416666395031</c:v>
                </c:pt>
                <c:pt idx="17074">
                  <c:v>0.19761574074072996</c:v>
                </c:pt>
                <c:pt idx="17075">
                  <c:v>0.19762731481023366</c:v>
                </c:pt>
                <c:pt idx="17076">
                  <c:v>0.19763888888701331</c:v>
                </c:pt>
                <c:pt idx="17077">
                  <c:v>0.19765046296379296</c:v>
                </c:pt>
                <c:pt idx="17078">
                  <c:v>0.19766203703329666</c:v>
                </c:pt>
                <c:pt idx="17079">
                  <c:v>0.19767361111007631</c:v>
                </c:pt>
                <c:pt idx="17080">
                  <c:v>0.19768518517958</c:v>
                </c:pt>
                <c:pt idx="17081">
                  <c:v>0.19769675925635966</c:v>
                </c:pt>
                <c:pt idx="17082">
                  <c:v>0.19770833333313931</c:v>
                </c:pt>
                <c:pt idx="17083">
                  <c:v>0.197719907402643</c:v>
                </c:pt>
                <c:pt idx="17084">
                  <c:v>0.19773148147942265</c:v>
                </c:pt>
                <c:pt idx="17085">
                  <c:v>0.19774305555620231</c:v>
                </c:pt>
                <c:pt idx="17086">
                  <c:v>0.197754629625706</c:v>
                </c:pt>
                <c:pt idx="17087">
                  <c:v>0.19776620370248565</c:v>
                </c:pt>
                <c:pt idx="17088">
                  <c:v>0.19777777777198935</c:v>
                </c:pt>
                <c:pt idx="17089">
                  <c:v>0.197789351848769</c:v>
                </c:pt>
                <c:pt idx="17090">
                  <c:v>0.19780092592554865</c:v>
                </c:pt>
                <c:pt idx="17091">
                  <c:v>0.19781249999505235</c:v>
                </c:pt>
                <c:pt idx="17092">
                  <c:v>0.197824074071832</c:v>
                </c:pt>
                <c:pt idx="17093">
                  <c:v>0.19783564814861165</c:v>
                </c:pt>
                <c:pt idx="17094">
                  <c:v>0.19784722221811535</c:v>
                </c:pt>
                <c:pt idx="17095">
                  <c:v>0.197858796294895</c:v>
                </c:pt>
                <c:pt idx="17096">
                  <c:v>0.19787037037167465</c:v>
                </c:pt>
                <c:pt idx="17097">
                  <c:v>0.19788194444117835</c:v>
                </c:pt>
                <c:pt idx="17098">
                  <c:v>0.197893518517958</c:v>
                </c:pt>
                <c:pt idx="17099">
                  <c:v>0.1979050925874617</c:v>
                </c:pt>
                <c:pt idx="17100">
                  <c:v>0.19791666666424135</c:v>
                </c:pt>
                <c:pt idx="17101">
                  <c:v>0.197928240741021</c:v>
                </c:pt>
                <c:pt idx="17102">
                  <c:v>0.19793981481052469</c:v>
                </c:pt>
                <c:pt idx="17103">
                  <c:v>0.19795138888730435</c:v>
                </c:pt>
                <c:pt idx="17104">
                  <c:v>0.197962962964084</c:v>
                </c:pt>
                <c:pt idx="17105">
                  <c:v>0.19797453703358769</c:v>
                </c:pt>
                <c:pt idx="17106">
                  <c:v>0.19798611111036735</c:v>
                </c:pt>
                <c:pt idx="17107">
                  <c:v>0.19799768517987104</c:v>
                </c:pt>
                <c:pt idx="17108">
                  <c:v>0.19800925925665069</c:v>
                </c:pt>
                <c:pt idx="17109">
                  <c:v>0.19802083333343035</c:v>
                </c:pt>
                <c:pt idx="17110">
                  <c:v>0.19803240740293404</c:v>
                </c:pt>
                <c:pt idx="17111">
                  <c:v>0.19804398147971369</c:v>
                </c:pt>
                <c:pt idx="17112">
                  <c:v>0.19805555555649335</c:v>
                </c:pt>
                <c:pt idx="17113">
                  <c:v>0.19806712962599704</c:v>
                </c:pt>
                <c:pt idx="17114">
                  <c:v>0.19807870370277669</c:v>
                </c:pt>
                <c:pt idx="17115">
                  <c:v>0.19809027777228039</c:v>
                </c:pt>
                <c:pt idx="17116">
                  <c:v>0.19810185184906004</c:v>
                </c:pt>
                <c:pt idx="17117">
                  <c:v>0.19811342592583969</c:v>
                </c:pt>
                <c:pt idx="17118">
                  <c:v>0.19812499999534339</c:v>
                </c:pt>
                <c:pt idx="17119">
                  <c:v>0.19813657407212304</c:v>
                </c:pt>
                <c:pt idx="17120">
                  <c:v>0.19814814814890269</c:v>
                </c:pt>
                <c:pt idx="17121">
                  <c:v>0.19815972221840639</c:v>
                </c:pt>
                <c:pt idx="17122">
                  <c:v>0.19817129629518604</c:v>
                </c:pt>
                <c:pt idx="17123">
                  <c:v>0.19818287036468973</c:v>
                </c:pt>
                <c:pt idx="17124">
                  <c:v>0.19819444444146939</c:v>
                </c:pt>
                <c:pt idx="17125">
                  <c:v>0.19820601851824904</c:v>
                </c:pt>
                <c:pt idx="17126">
                  <c:v>0.19821759258775273</c:v>
                </c:pt>
                <c:pt idx="17127">
                  <c:v>0.19822916666453239</c:v>
                </c:pt>
                <c:pt idx="17128">
                  <c:v>0.19824074074131204</c:v>
                </c:pt>
                <c:pt idx="17129">
                  <c:v>0.19825231481081573</c:v>
                </c:pt>
                <c:pt idx="17130">
                  <c:v>0.19826388888759539</c:v>
                </c:pt>
                <c:pt idx="17131">
                  <c:v>0.19827546295709908</c:v>
                </c:pt>
                <c:pt idx="17132">
                  <c:v>0.19828703703387873</c:v>
                </c:pt>
                <c:pt idx="17133">
                  <c:v>0.19829861111065838</c:v>
                </c:pt>
                <c:pt idx="17134">
                  <c:v>0.19831018518016208</c:v>
                </c:pt>
                <c:pt idx="17135">
                  <c:v>0.19832175925694173</c:v>
                </c:pt>
                <c:pt idx="17136">
                  <c:v>0.19833333333372138</c:v>
                </c:pt>
                <c:pt idx="17137">
                  <c:v>0.19834490740322508</c:v>
                </c:pt>
                <c:pt idx="17138">
                  <c:v>0.19835648148000473</c:v>
                </c:pt>
                <c:pt idx="17139">
                  <c:v>0.19836805555678438</c:v>
                </c:pt>
                <c:pt idx="17140">
                  <c:v>0.19837962962628808</c:v>
                </c:pt>
                <c:pt idx="17141">
                  <c:v>0.19839120370306773</c:v>
                </c:pt>
                <c:pt idx="17142">
                  <c:v>0.19840277777257143</c:v>
                </c:pt>
                <c:pt idx="17143">
                  <c:v>0.19841435184935108</c:v>
                </c:pt>
                <c:pt idx="17144">
                  <c:v>0.19842592592613073</c:v>
                </c:pt>
                <c:pt idx="17145">
                  <c:v>0.19843749999563443</c:v>
                </c:pt>
                <c:pt idx="17146">
                  <c:v>0.19844907407241408</c:v>
                </c:pt>
                <c:pt idx="17147">
                  <c:v>0.19846064814919373</c:v>
                </c:pt>
                <c:pt idx="17148">
                  <c:v>0.19847222221869742</c:v>
                </c:pt>
                <c:pt idx="17149">
                  <c:v>0.19848379629547708</c:v>
                </c:pt>
                <c:pt idx="17150">
                  <c:v>0.19849537036498077</c:v>
                </c:pt>
                <c:pt idx="17151">
                  <c:v>0.19850694444176042</c:v>
                </c:pt>
                <c:pt idx="17152">
                  <c:v>0.19851851851854008</c:v>
                </c:pt>
                <c:pt idx="17153">
                  <c:v>0.19853009258804377</c:v>
                </c:pt>
                <c:pt idx="17154">
                  <c:v>0.19854166666482342</c:v>
                </c:pt>
                <c:pt idx="17155">
                  <c:v>0.19855324074160308</c:v>
                </c:pt>
                <c:pt idx="17156">
                  <c:v>0.19856481481110677</c:v>
                </c:pt>
                <c:pt idx="17157">
                  <c:v>0.19857638888788642</c:v>
                </c:pt>
                <c:pt idx="17158">
                  <c:v>0.19858796295739012</c:v>
                </c:pt>
                <c:pt idx="17159">
                  <c:v>0.19859953703416977</c:v>
                </c:pt>
                <c:pt idx="17160">
                  <c:v>0.19861111111094942</c:v>
                </c:pt>
                <c:pt idx="17161">
                  <c:v>0.19862268518045312</c:v>
                </c:pt>
                <c:pt idx="17162">
                  <c:v>0.19863425925723277</c:v>
                </c:pt>
                <c:pt idx="17163">
                  <c:v>0.19864583333401242</c:v>
                </c:pt>
                <c:pt idx="17164">
                  <c:v>0.19865740740351612</c:v>
                </c:pt>
                <c:pt idx="17165">
                  <c:v>0.19866898148029577</c:v>
                </c:pt>
                <c:pt idx="17166">
                  <c:v>0.19868055554979946</c:v>
                </c:pt>
                <c:pt idx="17167">
                  <c:v>0.19869212962657912</c:v>
                </c:pt>
                <c:pt idx="17168">
                  <c:v>0.19870370370335877</c:v>
                </c:pt>
                <c:pt idx="17169">
                  <c:v>0.19871527777286246</c:v>
                </c:pt>
                <c:pt idx="17170">
                  <c:v>0.19872685184964212</c:v>
                </c:pt>
                <c:pt idx="17171">
                  <c:v>0.19873842592642177</c:v>
                </c:pt>
                <c:pt idx="17172">
                  <c:v>0.19874999999592546</c:v>
                </c:pt>
                <c:pt idx="17173">
                  <c:v>0.19876157407270512</c:v>
                </c:pt>
                <c:pt idx="17174">
                  <c:v>0.19877314814948477</c:v>
                </c:pt>
                <c:pt idx="17175">
                  <c:v>0.19878472221898846</c:v>
                </c:pt>
                <c:pt idx="17176">
                  <c:v>0.19879629629576812</c:v>
                </c:pt>
                <c:pt idx="17177">
                  <c:v>0.19880787036527181</c:v>
                </c:pt>
                <c:pt idx="17178">
                  <c:v>0.19881944444205146</c:v>
                </c:pt>
                <c:pt idx="17179">
                  <c:v>0.19883101851883112</c:v>
                </c:pt>
                <c:pt idx="17180">
                  <c:v>0.19884259258833481</c:v>
                </c:pt>
                <c:pt idx="17181">
                  <c:v>0.19885416666511446</c:v>
                </c:pt>
                <c:pt idx="17182">
                  <c:v>0.19886574074189411</c:v>
                </c:pt>
                <c:pt idx="17183">
                  <c:v>0.19887731481139781</c:v>
                </c:pt>
                <c:pt idx="17184">
                  <c:v>0.19888888888817746</c:v>
                </c:pt>
                <c:pt idx="17185">
                  <c:v>0.19890046295768116</c:v>
                </c:pt>
                <c:pt idx="17186">
                  <c:v>0.19891203703446081</c:v>
                </c:pt>
                <c:pt idx="17187">
                  <c:v>0.19892361111124046</c:v>
                </c:pt>
                <c:pt idx="17188">
                  <c:v>0.19893518518074416</c:v>
                </c:pt>
                <c:pt idx="17189">
                  <c:v>0.19894675925752381</c:v>
                </c:pt>
                <c:pt idx="17190">
                  <c:v>0.19895833333430346</c:v>
                </c:pt>
                <c:pt idx="17191">
                  <c:v>0.19896990740380716</c:v>
                </c:pt>
                <c:pt idx="17192">
                  <c:v>0.19898148148058681</c:v>
                </c:pt>
                <c:pt idx="17193">
                  <c:v>0.1989930555500905</c:v>
                </c:pt>
                <c:pt idx="17194">
                  <c:v>0.19900462962687016</c:v>
                </c:pt>
                <c:pt idx="17195">
                  <c:v>0.19901620370364981</c:v>
                </c:pt>
                <c:pt idx="17196">
                  <c:v>0.1990277777731535</c:v>
                </c:pt>
                <c:pt idx="17197">
                  <c:v>0.19903935184993315</c:v>
                </c:pt>
                <c:pt idx="17198">
                  <c:v>0.19905092592671281</c:v>
                </c:pt>
                <c:pt idx="17199">
                  <c:v>0.1990624999962165</c:v>
                </c:pt>
                <c:pt idx="17200">
                  <c:v>0.19907407407299615</c:v>
                </c:pt>
                <c:pt idx="17201">
                  <c:v>0.19908564814249985</c:v>
                </c:pt>
                <c:pt idx="17202">
                  <c:v>0.1990972222192795</c:v>
                </c:pt>
                <c:pt idx="17203">
                  <c:v>0.19910879629605915</c:v>
                </c:pt>
                <c:pt idx="17204">
                  <c:v>0.19912037036556285</c:v>
                </c:pt>
                <c:pt idx="17205">
                  <c:v>0.1991319444423425</c:v>
                </c:pt>
                <c:pt idx="17206">
                  <c:v>0.19914351851912215</c:v>
                </c:pt>
                <c:pt idx="17207">
                  <c:v>0.19915509258862585</c:v>
                </c:pt>
                <c:pt idx="17208">
                  <c:v>0.1991666666654055</c:v>
                </c:pt>
                <c:pt idx="17209">
                  <c:v>0.1991782407349092</c:v>
                </c:pt>
                <c:pt idx="17210">
                  <c:v>0.19918981481168885</c:v>
                </c:pt>
                <c:pt idx="17211">
                  <c:v>0.1992013888884685</c:v>
                </c:pt>
                <c:pt idx="17212">
                  <c:v>0.19921296295797219</c:v>
                </c:pt>
                <c:pt idx="17213">
                  <c:v>0.19922453703475185</c:v>
                </c:pt>
                <c:pt idx="17214">
                  <c:v>0.1992361111115315</c:v>
                </c:pt>
                <c:pt idx="17215">
                  <c:v>0.19924768518103519</c:v>
                </c:pt>
                <c:pt idx="17216">
                  <c:v>0.19925925925781485</c:v>
                </c:pt>
                <c:pt idx="17217">
                  <c:v>0.1992708333345945</c:v>
                </c:pt>
                <c:pt idx="17218">
                  <c:v>0.19928240740409819</c:v>
                </c:pt>
                <c:pt idx="17219">
                  <c:v>0.19929398148087785</c:v>
                </c:pt>
                <c:pt idx="17220">
                  <c:v>0.19930555555038154</c:v>
                </c:pt>
                <c:pt idx="17221">
                  <c:v>0.19931712962716119</c:v>
                </c:pt>
                <c:pt idx="17222">
                  <c:v>0.19932870370394085</c:v>
                </c:pt>
                <c:pt idx="17223">
                  <c:v>0.19934027777344454</c:v>
                </c:pt>
                <c:pt idx="17224">
                  <c:v>0.19935185185022419</c:v>
                </c:pt>
                <c:pt idx="17225">
                  <c:v>0.19936342592700385</c:v>
                </c:pt>
                <c:pt idx="17226">
                  <c:v>0.19937499999650754</c:v>
                </c:pt>
                <c:pt idx="17227">
                  <c:v>0.19938657407328719</c:v>
                </c:pt>
                <c:pt idx="17228">
                  <c:v>0.19939814814279089</c:v>
                </c:pt>
                <c:pt idx="17229">
                  <c:v>0.19940972221957054</c:v>
                </c:pt>
                <c:pt idx="17230">
                  <c:v>0.19942129629635019</c:v>
                </c:pt>
                <c:pt idx="17231">
                  <c:v>0.19943287036585389</c:v>
                </c:pt>
                <c:pt idx="17232">
                  <c:v>0.19944444444263354</c:v>
                </c:pt>
                <c:pt idx="17233">
                  <c:v>0.19945601851941319</c:v>
                </c:pt>
                <c:pt idx="17234">
                  <c:v>0.19946759258891689</c:v>
                </c:pt>
                <c:pt idx="17235">
                  <c:v>0.19947916666569654</c:v>
                </c:pt>
                <c:pt idx="17236">
                  <c:v>0.19949074073520023</c:v>
                </c:pt>
                <c:pt idx="17237">
                  <c:v>0.19950231481197989</c:v>
                </c:pt>
                <c:pt idx="17238">
                  <c:v>0.19951388888875954</c:v>
                </c:pt>
                <c:pt idx="17239">
                  <c:v>0.19952546295826323</c:v>
                </c:pt>
                <c:pt idx="17240">
                  <c:v>0.19953703703504289</c:v>
                </c:pt>
                <c:pt idx="17241">
                  <c:v>0.19954861111182254</c:v>
                </c:pt>
                <c:pt idx="17242">
                  <c:v>0.19956018518132623</c:v>
                </c:pt>
                <c:pt idx="17243">
                  <c:v>0.19957175925810589</c:v>
                </c:pt>
                <c:pt idx="17244">
                  <c:v>0.19958333332760958</c:v>
                </c:pt>
                <c:pt idx="17245">
                  <c:v>0.19959490740438923</c:v>
                </c:pt>
                <c:pt idx="17246">
                  <c:v>0.19960648148116888</c:v>
                </c:pt>
                <c:pt idx="17247">
                  <c:v>0.19961805555067258</c:v>
                </c:pt>
                <c:pt idx="17248">
                  <c:v>0.19962962962745223</c:v>
                </c:pt>
                <c:pt idx="17249">
                  <c:v>0.19964120370423188</c:v>
                </c:pt>
                <c:pt idx="17250">
                  <c:v>0.19965277777373558</c:v>
                </c:pt>
                <c:pt idx="17251">
                  <c:v>0.19966435185051523</c:v>
                </c:pt>
                <c:pt idx="17252">
                  <c:v>0.19967592592001893</c:v>
                </c:pt>
                <c:pt idx="17253">
                  <c:v>0.19968749999679858</c:v>
                </c:pt>
                <c:pt idx="17254">
                  <c:v>0.19969907407357823</c:v>
                </c:pt>
                <c:pt idx="17255">
                  <c:v>0.19971064814308193</c:v>
                </c:pt>
                <c:pt idx="17256">
                  <c:v>0.19972222221986158</c:v>
                </c:pt>
                <c:pt idx="17257">
                  <c:v>0.19973379629664123</c:v>
                </c:pt>
                <c:pt idx="17258">
                  <c:v>0.19974537036614493</c:v>
                </c:pt>
                <c:pt idx="17259">
                  <c:v>0.19975694444292458</c:v>
                </c:pt>
                <c:pt idx="17260">
                  <c:v>0.19976851851970423</c:v>
                </c:pt>
                <c:pt idx="17261">
                  <c:v>0.19978009258920792</c:v>
                </c:pt>
                <c:pt idx="17262">
                  <c:v>0.19979166666598758</c:v>
                </c:pt>
                <c:pt idx="17263">
                  <c:v>0.19980324073549127</c:v>
                </c:pt>
                <c:pt idx="17264">
                  <c:v>0.19981481481227092</c:v>
                </c:pt>
                <c:pt idx="17265">
                  <c:v>0.19982638888905058</c:v>
                </c:pt>
                <c:pt idx="17266">
                  <c:v>0.19983796295855427</c:v>
                </c:pt>
                <c:pt idx="17267">
                  <c:v>0.19984953703533392</c:v>
                </c:pt>
                <c:pt idx="17268">
                  <c:v>0.19986111111211358</c:v>
                </c:pt>
                <c:pt idx="17269">
                  <c:v>0.19987268518161727</c:v>
                </c:pt>
                <c:pt idx="17270">
                  <c:v>0.19988425925839692</c:v>
                </c:pt>
                <c:pt idx="17271">
                  <c:v>0.19989583332790062</c:v>
                </c:pt>
                <c:pt idx="17272">
                  <c:v>0.19990740740468027</c:v>
                </c:pt>
                <c:pt idx="17273">
                  <c:v>0.19991898148145992</c:v>
                </c:pt>
                <c:pt idx="17274">
                  <c:v>0.19993055555096362</c:v>
                </c:pt>
                <c:pt idx="17275">
                  <c:v>0.19994212962774327</c:v>
                </c:pt>
                <c:pt idx="17276">
                  <c:v>0.19995370370452292</c:v>
                </c:pt>
                <c:pt idx="17277">
                  <c:v>0.19996527777402662</c:v>
                </c:pt>
                <c:pt idx="17278">
                  <c:v>0.19997685185080627</c:v>
                </c:pt>
                <c:pt idx="17279">
                  <c:v>0.19998842592030996</c:v>
                </c:pt>
                <c:pt idx="17280">
                  <c:v>0.19999999999708962</c:v>
                </c:pt>
                <c:pt idx="17281">
                  <c:v>0.20001157407386927</c:v>
                </c:pt>
                <c:pt idx="17282">
                  <c:v>0.20002314814337296</c:v>
                </c:pt>
                <c:pt idx="17283">
                  <c:v>0.20003472222015262</c:v>
                </c:pt>
                <c:pt idx="17284">
                  <c:v>0.20004629629693227</c:v>
                </c:pt>
                <c:pt idx="17285">
                  <c:v>0.20005787036643596</c:v>
                </c:pt>
                <c:pt idx="17286">
                  <c:v>0.20006944444321562</c:v>
                </c:pt>
                <c:pt idx="17287">
                  <c:v>0.20008101851271931</c:v>
                </c:pt>
                <c:pt idx="17288">
                  <c:v>0.20009259258949896</c:v>
                </c:pt>
                <c:pt idx="17289">
                  <c:v>0.20010416666627862</c:v>
                </c:pt>
                <c:pt idx="17290">
                  <c:v>0.20011574073578231</c:v>
                </c:pt>
                <c:pt idx="17291">
                  <c:v>0.20012731481256196</c:v>
                </c:pt>
                <c:pt idx="17292">
                  <c:v>0.20013888888934162</c:v>
                </c:pt>
                <c:pt idx="17293">
                  <c:v>0.20015046295884531</c:v>
                </c:pt>
                <c:pt idx="17294">
                  <c:v>0.20016203703562496</c:v>
                </c:pt>
                <c:pt idx="17295">
                  <c:v>0.20017361111240461</c:v>
                </c:pt>
                <c:pt idx="17296">
                  <c:v>0.20018518518190831</c:v>
                </c:pt>
                <c:pt idx="17297">
                  <c:v>0.20019675925868796</c:v>
                </c:pt>
                <c:pt idx="17298">
                  <c:v>0.20020833332819166</c:v>
                </c:pt>
                <c:pt idx="17299">
                  <c:v>0.20021990740497131</c:v>
                </c:pt>
                <c:pt idx="17300">
                  <c:v>0.20023148148175096</c:v>
                </c:pt>
                <c:pt idx="17301">
                  <c:v>0.20024305555125466</c:v>
                </c:pt>
                <c:pt idx="17302">
                  <c:v>0.20025462962803431</c:v>
                </c:pt>
                <c:pt idx="17303">
                  <c:v>0.20026620370481396</c:v>
                </c:pt>
                <c:pt idx="17304">
                  <c:v>0.20027777777431766</c:v>
                </c:pt>
                <c:pt idx="17305">
                  <c:v>0.20028935185109731</c:v>
                </c:pt>
                <c:pt idx="17306">
                  <c:v>0.200300925920601</c:v>
                </c:pt>
                <c:pt idx="17307">
                  <c:v>0.20031249999738066</c:v>
                </c:pt>
                <c:pt idx="17308">
                  <c:v>0.20032407407416031</c:v>
                </c:pt>
                <c:pt idx="17309">
                  <c:v>0.200335648143664</c:v>
                </c:pt>
                <c:pt idx="17310">
                  <c:v>0.20034722222044365</c:v>
                </c:pt>
                <c:pt idx="17311">
                  <c:v>0.20035879629722331</c:v>
                </c:pt>
                <c:pt idx="17312">
                  <c:v>0.200370370366727</c:v>
                </c:pt>
                <c:pt idx="17313">
                  <c:v>0.20038194444350665</c:v>
                </c:pt>
                <c:pt idx="17314">
                  <c:v>0.20039351851301035</c:v>
                </c:pt>
                <c:pt idx="17315">
                  <c:v>0.20040509258979</c:v>
                </c:pt>
                <c:pt idx="17316">
                  <c:v>0.20041666666656965</c:v>
                </c:pt>
                <c:pt idx="17317">
                  <c:v>0.20042824073607335</c:v>
                </c:pt>
                <c:pt idx="17318">
                  <c:v>0.200439814812853</c:v>
                </c:pt>
                <c:pt idx="17319">
                  <c:v>0.20045138888963265</c:v>
                </c:pt>
                <c:pt idx="17320">
                  <c:v>0.20046296295913635</c:v>
                </c:pt>
                <c:pt idx="17321">
                  <c:v>0.200474537035916</c:v>
                </c:pt>
                <c:pt idx="17322">
                  <c:v>0.2004861111054197</c:v>
                </c:pt>
                <c:pt idx="17323">
                  <c:v>0.20049768518219935</c:v>
                </c:pt>
                <c:pt idx="17324">
                  <c:v>0.200509259258979</c:v>
                </c:pt>
                <c:pt idx="17325">
                  <c:v>0.20052083332848269</c:v>
                </c:pt>
                <c:pt idx="17326">
                  <c:v>0.20053240740526235</c:v>
                </c:pt>
                <c:pt idx="17327">
                  <c:v>0.200543981482042</c:v>
                </c:pt>
                <c:pt idx="17328">
                  <c:v>0.20055555555154569</c:v>
                </c:pt>
                <c:pt idx="17329">
                  <c:v>0.20056712962832535</c:v>
                </c:pt>
                <c:pt idx="17330">
                  <c:v>0.20057870369782904</c:v>
                </c:pt>
                <c:pt idx="17331">
                  <c:v>0.20059027777460869</c:v>
                </c:pt>
                <c:pt idx="17332">
                  <c:v>0.20060185185138835</c:v>
                </c:pt>
                <c:pt idx="17333">
                  <c:v>0.20061342592089204</c:v>
                </c:pt>
                <c:pt idx="17334">
                  <c:v>0.20062499999767169</c:v>
                </c:pt>
                <c:pt idx="17335">
                  <c:v>0.20063657407445135</c:v>
                </c:pt>
                <c:pt idx="17336">
                  <c:v>0.20064814814395504</c:v>
                </c:pt>
                <c:pt idx="17337">
                  <c:v>0.20065972222073469</c:v>
                </c:pt>
                <c:pt idx="17338">
                  <c:v>0.20067129629751435</c:v>
                </c:pt>
                <c:pt idx="17339">
                  <c:v>0.20068287036701804</c:v>
                </c:pt>
                <c:pt idx="17340">
                  <c:v>0.20069444444379769</c:v>
                </c:pt>
                <c:pt idx="17341">
                  <c:v>0.20070601851330139</c:v>
                </c:pt>
                <c:pt idx="17342">
                  <c:v>0.20071759259008104</c:v>
                </c:pt>
                <c:pt idx="17343">
                  <c:v>0.20072916666686069</c:v>
                </c:pt>
                <c:pt idx="17344">
                  <c:v>0.20074074073636439</c:v>
                </c:pt>
                <c:pt idx="17345">
                  <c:v>0.20075231481314404</c:v>
                </c:pt>
                <c:pt idx="17346">
                  <c:v>0.20076388888992369</c:v>
                </c:pt>
                <c:pt idx="17347">
                  <c:v>0.20077546295942739</c:v>
                </c:pt>
                <c:pt idx="17348">
                  <c:v>0.20078703703620704</c:v>
                </c:pt>
                <c:pt idx="17349">
                  <c:v>0.20079861110571073</c:v>
                </c:pt>
                <c:pt idx="17350">
                  <c:v>0.20081018518249039</c:v>
                </c:pt>
                <c:pt idx="17351">
                  <c:v>0.20082175925927004</c:v>
                </c:pt>
                <c:pt idx="17352">
                  <c:v>0.20083333332877373</c:v>
                </c:pt>
                <c:pt idx="17353">
                  <c:v>0.20084490740555339</c:v>
                </c:pt>
                <c:pt idx="17354">
                  <c:v>0.20085648148233304</c:v>
                </c:pt>
                <c:pt idx="17355">
                  <c:v>0.20086805555183673</c:v>
                </c:pt>
                <c:pt idx="17356">
                  <c:v>0.20087962962861639</c:v>
                </c:pt>
                <c:pt idx="17357">
                  <c:v>0.20089120369812008</c:v>
                </c:pt>
                <c:pt idx="17358">
                  <c:v>0.20090277777489973</c:v>
                </c:pt>
                <c:pt idx="17359">
                  <c:v>0.20091435185167938</c:v>
                </c:pt>
                <c:pt idx="17360">
                  <c:v>0.20092592592118308</c:v>
                </c:pt>
                <c:pt idx="17361">
                  <c:v>0.20093749999796273</c:v>
                </c:pt>
                <c:pt idx="17362">
                  <c:v>0.20094907407474238</c:v>
                </c:pt>
                <c:pt idx="17363">
                  <c:v>0.20096064814424608</c:v>
                </c:pt>
                <c:pt idx="17364">
                  <c:v>0.20097222222102573</c:v>
                </c:pt>
                <c:pt idx="17365">
                  <c:v>0.20098379629052943</c:v>
                </c:pt>
                <c:pt idx="17366">
                  <c:v>0.20099537036730908</c:v>
                </c:pt>
                <c:pt idx="17367">
                  <c:v>0.20100694444408873</c:v>
                </c:pt>
                <c:pt idx="17368">
                  <c:v>0.20101851851359243</c:v>
                </c:pt>
                <c:pt idx="17369">
                  <c:v>0.20103009259037208</c:v>
                </c:pt>
                <c:pt idx="17370">
                  <c:v>0.20104166666715173</c:v>
                </c:pt>
                <c:pt idx="17371">
                  <c:v>0.20105324073665543</c:v>
                </c:pt>
                <c:pt idx="17372">
                  <c:v>0.20106481481343508</c:v>
                </c:pt>
                <c:pt idx="17373">
                  <c:v>0.20107638889021473</c:v>
                </c:pt>
                <c:pt idx="17374">
                  <c:v>0.20108796295971842</c:v>
                </c:pt>
                <c:pt idx="17375">
                  <c:v>0.20109953703649808</c:v>
                </c:pt>
                <c:pt idx="17376">
                  <c:v>0.20111111110600177</c:v>
                </c:pt>
                <c:pt idx="17377">
                  <c:v>0.20112268518278142</c:v>
                </c:pt>
                <c:pt idx="17378">
                  <c:v>0.20113425925956108</c:v>
                </c:pt>
                <c:pt idx="17379">
                  <c:v>0.20114583332906477</c:v>
                </c:pt>
                <c:pt idx="17380">
                  <c:v>0.20115740740584442</c:v>
                </c:pt>
                <c:pt idx="17381">
                  <c:v>0.20116898148262408</c:v>
                </c:pt>
                <c:pt idx="17382">
                  <c:v>0.20118055555212777</c:v>
                </c:pt>
                <c:pt idx="17383">
                  <c:v>0.20119212962890742</c:v>
                </c:pt>
                <c:pt idx="17384">
                  <c:v>0.20120370369841112</c:v>
                </c:pt>
                <c:pt idx="17385">
                  <c:v>0.20121527777519077</c:v>
                </c:pt>
                <c:pt idx="17386">
                  <c:v>0.20122685185197042</c:v>
                </c:pt>
                <c:pt idx="17387">
                  <c:v>0.20123842592147412</c:v>
                </c:pt>
                <c:pt idx="17388">
                  <c:v>0.20124999999825377</c:v>
                </c:pt>
                <c:pt idx="17389">
                  <c:v>0.20126157407503342</c:v>
                </c:pt>
                <c:pt idx="17390">
                  <c:v>0.20127314814453712</c:v>
                </c:pt>
                <c:pt idx="17391">
                  <c:v>0.20128472222131677</c:v>
                </c:pt>
                <c:pt idx="17392">
                  <c:v>0.20129629629082046</c:v>
                </c:pt>
                <c:pt idx="17393">
                  <c:v>0.20130787036760012</c:v>
                </c:pt>
                <c:pt idx="17394">
                  <c:v>0.20131944444437977</c:v>
                </c:pt>
                <c:pt idx="17395">
                  <c:v>0.20133101851388346</c:v>
                </c:pt>
                <c:pt idx="17396">
                  <c:v>0.20134259259066312</c:v>
                </c:pt>
                <c:pt idx="17397">
                  <c:v>0.20135416666744277</c:v>
                </c:pt>
                <c:pt idx="17398">
                  <c:v>0.20136574073694646</c:v>
                </c:pt>
                <c:pt idx="17399">
                  <c:v>0.20137731481372612</c:v>
                </c:pt>
                <c:pt idx="17400">
                  <c:v>0.20138888888322981</c:v>
                </c:pt>
                <c:pt idx="17401">
                  <c:v>0.20140046296000946</c:v>
                </c:pt>
                <c:pt idx="17402">
                  <c:v>0.20141203703678912</c:v>
                </c:pt>
                <c:pt idx="17403">
                  <c:v>0.20142361110629281</c:v>
                </c:pt>
                <c:pt idx="17404">
                  <c:v>0.20143518518307246</c:v>
                </c:pt>
                <c:pt idx="17405">
                  <c:v>0.20144675925985212</c:v>
                </c:pt>
                <c:pt idx="17406">
                  <c:v>0.20145833332935581</c:v>
                </c:pt>
                <c:pt idx="17407">
                  <c:v>0.20146990740613546</c:v>
                </c:pt>
                <c:pt idx="17408">
                  <c:v>0.20148148147563916</c:v>
                </c:pt>
                <c:pt idx="17409">
                  <c:v>0.20149305555241881</c:v>
                </c:pt>
                <c:pt idx="17410">
                  <c:v>0.20150462962919846</c:v>
                </c:pt>
                <c:pt idx="17411">
                  <c:v>0.20151620369870216</c:v>
                </c:pt>
                <c:pt idx="17412">
                  <c:v>0.20152777777548181</c:v>
                </c:pt>
                <c:pt idx="17413">
                  <c:v>0.20153935185226146</c:v>
                </c:pt>
                <c:pt idx="17414">
                  <c:v>0.20155092592176516</c:v>
                </c:pt>
                <c:pt idx="17415">
                  <c:v>0.20156249999854481</c:v>
                </c:pt>
                <c:pt idx="17416">
                  <c:v>0.20157407407532446</c:v>
                </c:pt>
                <c:pt idx="17417">
                  <c:v>0.20158564814482816</c:v>
                </c:pt>
                <c:pt idx="17418">
                  <c:v>0.20159722222160781</c:v>
                </c:pt>
                <c:pt idx="17419">
                  <c:v>0.2016087962911115</c:v>
                </c:pt>
                <c:pt idx="17420">
                  <c:v>0.20162037036789116</c:v>
                </c:pt>
                <c:pt idx="17421">
                  <c:v>0.20163194444467081</c:v>
                </c:pt>
                <c:pt idx="17422">
                  <c:v>0.2016435185141745</c:v>
                </c:pt>
                <c:pt idx="17423">
                  <c:v>0.20165509259095415</c:v>
                </c:pt>
                <c:pt idx="17424">
                  <c:v>0.20166666666773381</c:v>
                </c:pt>
                <c:pt idx="17425">
                  <c:v>0.2016782407372375</c:v>
                </c:pt>
                <c:pt idx="17426">
                  <c:v>0.20168981481401715</c:v>
                </c:pt>
                <c:pt idx="17427">
                  <c:v>0.20170138888352085</c:v>
                </c:pt>
                <c:pt idx="17428">
                  <c:v>0.2017129629603005</c:v>
                </c:pt>
                <c:pt idx="17429">
                  <c:v>0.20172453703708015</c:v>
                </c:pt>
                <c:pt idx="17430">
                  <c:v>0.20173611110658385</c:v>
                </c:pt>
                <c:pt idx="17431">
                  <c:v>0.2017476851833635</c:v>
                </c:pt>
                <c:pt idx="17432">
                  <c:v>0.20175925926014315</c:v>
                </c:pt>
                <c:pt idx="17433">
                  <c:v>0.20177083332964685</c:v>
                </c:pt>
                <c:pt idx="17434">
                  <c:v>0.2017824074064265</c:v>
                </c:pt>
                <c:pt idx="17435">
                  <c:v>0.2017939814759302</c:v>
                </c:pt>
                <c:pt idx="17436">
                  <c:v>0.20180555555270985</c:v>
                </c:pt>
                <c:pt idx="17437">
                  <c:v>0.2018171296294895</c:v>
                </c:pt>
                <c:pt idx="17438">
                  <c:v>0.20182870369899319</c:v>
                </c:pt>
                <c:pt idx="17439">
                  <c:v>0.20184027777577285</c:v>
                </c:pt>
                <c:pt idx="17440">
                  <c:v>0.2018518518525525</c:v>
                </c:pt>
                <c:pt idx="17441">
                  <c:v>0.20186342592205619</c:v>
                </c:pt>
                <c:pt idx="17442">
                  <c:v>0.20187499999883585</c:v>
                </c:pt>
                <c:pt idx="17443">
                  <c:v>0.20188657406833954</c:v>
                </c:pt>
                <c:pt idx="17444">
                  <c:v>0.20189814814511919</c:v>
                </c:pt>
                <c:pt idx="17445">
                  <c:v>0.20190972222189885</c:v>
                </c:pt>
                <c:pt idx="17446">
                  <c:v>0.20192129629140254</c:v>
                </c:pt>
                <c:pt idx="17447">
                  <c:v>0.20193287036818219</c:v>
                </c:pt>
                <c:pt idx="17448">
                  <c:v>0.20194444444496185</c:v>
                </c:pt>
                <c:pt idx="17449">
                  <c:v>0.20195601851446554</c:v>
                </c:pt>
                <c:pt idx="17450">
                  <c:v>0.20196759259124519</c:v>
                </c:pt>
                <c:pt idx="17451">
                  <c:v>0.20197916666074889</c:v>
                </c:pt>
                <c:pt idx="17452">
                  <c:v>0.20199074073752854</c:v>
                </c:pt>
                <c:pt idx="17453">
                  <c:v>0.20200231481430819</c:v>
                </c:pt>
                <c:pt idx="17454">
                  <c:v>0.20201388888381189</c:v>
                </c:pt>
                <c:pt idx="17455">
                  <c:v>0.20202546296059154</c:v>
                </c:pt>
                <c:pt idx="17456">
                  <c:v>0.20203703703737119</c:v>
                </c:pt>
                <c:pt idx="17457">
                  <c:v>0.20204861110687489</c:v>
                </c:pt>
                <c:pt idx="17458">
                  <c:v>0.20206018518365454</c:v>
                </c:pt>
                <c:pt idx="17459">
                  <c:v>0.20207175926043419</c:v>
                </c:pt>
                <c:pt idx="17460">
                  <c:v>0.20208333332993789</c:v>
                </c:pt>
                <c:pt idx="17461">
                  <c:v>0.20209490740671754</c:v>
                </c:pt>
                <c:pt idx="17462">
                  <c:v>0.20210648147622123</c:v>
                </c:pt>
                <c:pt idx="17463">
                  <c:v>0.20211805555300089</c:v>
                </c:pt>
                <c:pt idx="17464">
                  <c:v>0.20212962962978054</c:v>
                </c:pt>
                <c:pt idx="17465">
                  <c:v>0.20214120369928423</c:v>
                </c:pt>
                <c:pt idx="17466">
                  <c:v>0.20215277777606389</c:v>
                </c:pt>
                <c:pt idx="17467">
                  <c:v>0.20216435185284354</c:v>
                </c:pt>
                <c:pt idx="17468">
                  <c:v>0.20217592592234723</c:v>
                </c:pt>
                <c:pt idx="17469">
                  <c:v>0.20218749999912689</c:v>
                </c:pt>
                <c:pt idx="17470">
                  <c:v>0.20219907406863058</c:v>
                </c:pt>
                <c:pt idx="17471">
                  <c:v>0.20221064814541023</c:v>
                </c:pt>
                <c:pt idx="17472">
                  <c:v>0.20222222222218988</c:v>
                </c:pt>
                <c:pt idx="17473">
                  <c:v>0.20223379629169358</c:v>
                </c:pt>
                <c:pt idx="17474">
                  <c:v>0.20224537036847323</c:v>
                </c:pt>
                <c:pt idx="17475">
                  <c:v>0.20225694444525288</c:v>
                </c:pt>
                <c:pt idx="17476">
                  <c:v>0.20226851851475658</c:v>
                </c:pt>
                <c:pt idx="17477">
                  <c:v>0.20228009259153623</c:v>
                </c:pt>
                <c:pt idx="17478">
                  <c:v>0.20229166666103993</c:v>
                </c:pt>
                <c:pt idx="17479">
                  <c:v>0.20230324073781958</c:v>
                </c:pt>
                <c:pt idx="17480">
                  <c:v>0.20231481481459923</c:v>
                </c:pt>
                <c:pt idx="17481">
                  <c:v>0.20232638888410293</c:v>
                </c:pt>
                <c:pt idx="17482">
                  <c:v>0.20233796296088258</c:v>
                </c:pt>
                <c:pt idx="17483">
                  <c:v>0.20234953703766223</c:v>
                </c:pt>
                <c:pt idx="17484">
                  <c:v>0.20236111110716593</c:v>
                </c:pt>
                <c:pt idx="17485">
                  <c:v>0.20237268518394558</c:v>
                </c:pt>
                <c:pt idx="17486">
                  <c:v>0.20238425925344927</c:v>
                </c:pt>
                <c:pt idx="17487">
                  <c:v>0.20239583333022892</c:v>
                </c:pt>
                <c:pt idx="17488">
                  <c:v>0.20240740740700858</c:v>
                </c:pt>
                <c:pt idx="17489">
                  <c:v>0.20241898147651227</c:v>
                </c:pt>
                <c:pt idx="17490">
                  <c:v>0.20243055555329192</c:v>
                </c:pt>
                <c:pt idx="17491">
                  <c:v>0.20244212963007158</c:v>
                </c:pt>
                <c:pt idx="17492">
                  <c:v>0.20245370369957527</c:v>
                </c:pt>
                <c:pt idx="17493">
                  <c:v>0.20246527777635492</c:v>
                </c:pt>
                <c:pt idx="17494">
                  <c:v>0.20247685185313458</c:v>
                </c:pt>
                <c:pt idx="17495">
                  <c:v>0.20248842592263827</c:v>
                </c:pt>
                <c:pt idx="17496">
                  <c:v>0.20249999999941792</c:v>
                </c:pt>
                <c:pt idx="17497">
                  <c:v>0.20251157406892162</c:v>
                </c:pt>
                <c:pt idx="17498">
                  <c:v>0.20252314814570127</c:v>
                </c:pt>
                <c:pt idx="17499">
                  <c:v>0.20253472222248092</c:v>
                </c:pt>
                <c:pt idx="17500">
                  <c:v>0.20254629629198462</c:v>
                </c:pt>
                <c:pt idx="17501">
                  <c:v>0.20255787036876427</c:v>
                </c:pt>
                <c:pt idx="17502">
                  <c:v>0.20256944444554392</c:v>
                </c:pt>
                <c:pt idx="17503">
                  <c:v>0.20258101851504762</c:v>
                </c:pt>
                <c:pt idx="17504">
                  <c:v>0.20259259259182727</c:v>
                </c:pt>
                <c:pt idx="17505">
                  <c:v>0.20260416666133096</c:v>
                </c:pt>
                <c:pt idx="17506">
                  <c:v>0.20261574073811062</c:v>
                </c:pt>
                <c:pt idx="17507">
                  <c:v>0.20262731481489027</c:v>
                </c:pt>
                <c:pt idx="17508">
                  <c:v>0.20263888888439396</c:v>
                </c:pt>
                <c:pt idx="17509">
                  <c:v>0.20265046296117362</c:v>
                </c:pt>
                <c:pt idx="17510">
                  <c:v>0.20266203703795327</c:v>
                </c:pt>
                <c:pt idx="17511">
                  <c:v>0.20267361110745696</c:v>
                </c:pt>
                <c:pt idx="17512">
                  <c:v>0.20268518518423662</c:v>
                </c:pt>
                <c:pt idx="17513">
                  <c:v>0.20269675925374031</c:v>
                </c:pt>
                <c:pt idx="17514">
                  <c:v>0.20270833333051996</c:v>
                </c:pt>
                <c:pt idx="17515">
                  <c:v>0.20271990740729962</c:v>
                </c:pt>
                <c:pt idx="17516">
                  <c:v>0.20273148147680331</c:v>
                </c:pt>
                <c:pt idx="17517">
                  <c:v>0.20274305555358296</c:v>
                </c:pt>
                <c:pt idx="17518">
                  <c:v>0.20275462963036261</c:v>
                </c:pt>
                <c:pt idx="17519">
                  <c:v>0.20276620369986631</c:v>
                </c:pt>
                <c:pt idx="17520">
                  <c:v>0.20277777777664596</c:v>
                </c:pt>
                <c:pt idx="17521">
                  <c:v>0.20278935184614966</c:v>
                </c:pt>
                <c:pt idx="17522">
                  <c:v>0.20280092592292931</c:v>
                </c:pt>
                <c:pt idx="17523">
                  <c:v>0.20281249999970896</c:v>
                </c:pt>
                <c:pt idx="17524">
                  <c:v>0.20282407406921266</c:v>
                </c:pt>
                <c:pt idx="17525">
                  <c:v>0.20283564814599231</c:v>
                </c:pt>
                <c:pt idx="17526">
                  <c:v>0.20284722222277196</c:v>
                </c:pt>
                <c:pt idx="17527">
                  <c:v>0.20285879629227566</c:v>
                </c:pt>
                <c:pt idx="17528">
                  <c:v>0.20287037036905531</c:v>
                </c:pt>
                <c:pt idx="17529">
                  <c:v>0.202881944438559</c:v>
                </c:pt>
                <c:pt idx="17530">
                  <c:v>0.20289351851533866</c:v>
                </c:pt>
                <c:pt idx="17531">
                  <c:v>0.20290509259211831</c:v>
                </c:pt>
                <c:pt idx="17532">
                  <c:v>0.202916666661622</c:v>
                </c:pt>
                <c:pt idx="17533">
                  <c:v>0.20292824073840166</c:v>
                </c:pt>
                <c:pt idx="17534">
                  <c:v>0.20293981481518131</c:v>
                </c:pt>
                <c:pt idx="17535">
                  <c:v>0.202951388884685</c:v>
                </c:pt>
                <c:pt idx="17536">
                  <c:v>0.20296296296146465</c:v>
                </c:pt>
                <c:pt idx="17537">
                  <c:v>0.20297453703824431</c:v>
                </c:pt>
                <c:pt idx="17538">
                  <c:v>0.202986111107748</c:v>
                </c:pt>
                <c:pt idx="17539">
                  <c:v>0.20299768518452765</c:v>
                </c:pt>
                <c:pt idx="17540">
                  <c:v>0.20300925925403135</c:v>
                </c:pt>
                <c:pt idx="17541">
                  <c:v>0.203020833330811</c:v>
                </c:pt>
                <c:pt idx="17542">
                  <c:v>0.20303240740759065</c:v>
                </c:pt>
                <c:pt idx="17543">
                  <c:v>0.20304398147709435</c:v>
                </c:pt>
                <c:pt idx="17544">
                  <c:v>0.203055555553874</c:v>
                </c:pt>
                <c:pt idx="17545">
                  <c:v>0.20306712963065365</c:v>
                </c:pt>
                <c:pt idx="17546">
                  <c:v>0.20307870370015735</c:v>
                </c:pt>
                <c:pt idx="17547">
                  <c:v>0.203090277776937</c:v>
                </c:pt>
                <c:pt idx="17548">
                  <c:v>0.2031018518464407</c:v>
                </c:pt>
                <c:pt idx="17549">
                  <c:v>0.20311342592322035</c:v>
                </c:pt>
                <c:pt idx="17550">
                  <c:v>0.203125</c:v>
                </c:pt>
                <c:pt idx="17551">
                  <c:v>0.20313657406950369</c:v>
                </c:pt>
                <c:pt idx="17552">
                  <c:v>0.20314814814628335</c:v>
                </c:pt>
                <c:pt idx="17553">
                  <c:v>0.203159722223063</c:v>
                </c:pt>
                <c:pt idx="17554">
                  <c:v>0.20317129629256669</c:v>
                </c:pt>
                <c:pt idx="17555">
                  <c:v>0.20318287036934635</c:v>
                </c:pt>
                <c:pt idx="17556">
                  <c:v>0.20319444443885004</c:v>
                </c:pt>
                <c:pt idx="17557">
                  <c:v>0.20320601851562969</c:v>
                </c:pt>
                <c:pt idx="17558">
                  <c:v>0.20321759259240935</c:v>
                </c:pt>
                <c:pt idx="17559">
                  <c:v>0.20322916666191304</c:v>
                </c:pt>
                <c:pt idx="17560">
                  <c:v>0.20324074073869269</c:v>
                </c:pt>
                <c:pt idx="17561">
                  <c:v>0.20325231481547235</c:v>
                </c:pt>
                <c:pt idx="17562">
                  <c:v>0.20326388888497604</c:v>
                </c:pt>
                <c:pt idx="17563">
                  <c:v>0.20327546296175569</c:v>
                </c:pt>
                <c:pt idx="17564">
                  <c:v>0.20328703703125939</c:v>
                </c:pt>
                <c:pt idx="17565">
                  <c:v>0.20329861110803904</c:v>
                </c:pt>
                <c:pt idx="17566">
                  <c:v>0.20331018518481869</c:v>
                </c:pt>
                <c:pt idx="17567">
                  <c:v>0.20332175925432239</c:v>
                </c:pt>
                <c:pt idx="17568">
                  <c:v>0.20333333333110204</c:v>
                </c:pt>
                <c:pt idx="17569">
                  <c:v>0.20334490740788169</c:v>
                </c:pt>
                <c:pt idx="17570">
                  <c:v>0.20335648147738539</c:v>
                </c:pt>
                <c:pt idx="17571">
                  <c:v>0.20336805555416504</c:v>
                </c:pt>
                <c:pt idx="17572">
                  <c:v>0.20337962963094469</c:v>
                </c:pt>
                <c:pt idx="17573">
                  <c:v>0.20339120370044839</c:v>
                </c:pt>
                <c:pt idx="17574">
                  <c:v>0.20340277777722804</c:v>
                </c:pt>
                <c:pt idx="17575">
                  <c:v>0.20341435184673173</c:v>
                </c:pt>
                <c:pt idx="17576">
                  <c:v>0.20342592592351139</c:v>
                </c:pt>
                <c:pt idx="17577">
                  <c:v>0.20343750000029104</c:v>
                </c:pt>
                <c:pt idx="17578">
                  <c:v>0.20344907406979473</c:v>
                </c:pt>
                <c:pt idx="17579">
                  <c:v>0.20346064814657439</c:v>
                </c:pt>
                <c:pt idx="17580">
                  <c:v>0.20347222222335404</c:v>
                </c:pt>
                <c:pt idx="17581">
                  <c:v>0.20348379629285773</c:v>
                </c:pt>
                <c:pt idx="17582">
                  <c:v>0.20349537036963739</c:v>
                </c:pt>
                <c:pt idx="17583">
                  <c:v>0.20350694443914108</c:v>
                </c:pt>
                <c:pt idx="17584">
                  <c:v>0.20351851851592073</c:v>
                </c:pt>
                <c:pt idx="17585">
                  <c:v>0.20353009259270038</c:v>
                </c:pt>
                <c:pt idx="17586">
                  <c:v>0.20354166666220408</c:v>
                </c:pt>
                <c:pt idx="17587">
                  <c:v>0.20355324073898373</c:v>
                </c:pt>
                <c:pt idx="17588">
                  <c:v>0.20356481481576338</c:v>
                </c:pt>
                <c:pt idx="17589">
                  <c:v>0.20357638888526708</c:v>
                </c:pt>
                <c:pt idx="17590">
                  <c:v>0.20358796296204673</c:v>
                </c:pt>
                <c:pt idx="17591">
                  <c:v>0.20359953703155043</c:v>
                </c:pt>
                <c:pt idx="17592">
                  <c:v>0.20361111110833008</c:v>
                </c:pt>
                <c:pt idx="17593">
                  <c:v>0.20362268518510973</c:v>
                </c:pt>
                <c:pt idx="17594">
                  <c:v>0.20363425925461343</c:v>
                </c:pt>
                <c:pt idx="17595">
                  <c:v>0.20364583333139308</c:v>
                </c:pt>
                <c:pt idx="17596">
                  <c:v>0.20365740740817273</c:v>
                </c:pt>
                <c:pt idx="17597">
                  <c:v>0.20366898147767643</c:v>
                </c:pt>
                <c:pt idx="17598">
                  <c:v>0.20368055555445608</c:v>
                </c:pt>
                <c:pt idx="17599">
                  <c:v>0.20369212962395977</c:v>
                </c:pt>
                <c:pt idx="17600">
                  <c:v>0.20370370370073942</c:v>
                </c:pt>
                <c:pt idx="17601">
                  <c:v>0.20371527777751908</c:v>
                </c:pt>
                <c:pt idx="17602">
                  <c:v>0.20372685184702277</c:v>
                </c:pt>
                <c:pt idx="17603">
                  <c:v>0.20373842592380242</c:v>
                </c:pt>
                <c:pt idx="17604">
                  <c:v>0.20375000000058208</c:v>
                </c:pt>
                <c:pt idx="17605">
                  <c:v>0.20376157407008577</c:v>
                </c:pt>
                <c:pt idx="17606">
                  <c:v>0.20377314814686542</c:v>
                </c:pt>
                <c:pt idx="17607">
                  <c:v>0.20378472221636912</c:v>
                </c:pt>
                <c:pt idx="17608">
                  <c:v>0.20379629629314877</c:v>
                </c:pt>
                <c:pt idx="17609">
                  <c:v>0.20380787036992842</c:v>
                </c:pt>
                <c:pt idx="17610">
                  <c:v>0.20381944443943212</c:v>
                </c:pt>
                <c:pt idx="17611">
                  <c:v>0.20383101851621177</c:v>
                </c:pt>
                <c:pt idx="17612">
                  <c:v>0.20384259259299142</c:v>
                </c:pt>
                <c:pt idx="17613">
                  <c:v>0.20385416666249512</c:v>
                </c:pt>
                <c:pt idx="17614">
                  <c:v>0.20386574073927477</c:v>
                </c:pt>
                <c:pt idx="17615">
                  <c:v>0.20387731481605442</c:v>
                </c:pt>
                <c:pt idx="17616">
                  <c:v>0.20388888888555812</c:v>
                </c:pt>
                <c:pt idx="17617">
                  <c:v>0.20390046296233777</c:v>
                </c:pt>
                <c:pt idx="17618">
                  <c:v>0.20391203703184146</c:v>
                </c:pt>
                <c:pt idx="17619">
                  <c:v>0.20392361110862112</c:v>
                </c:pt>
                <c:pt idx="17620">
                  <c:v>0.20393518518540077</c:v>
                </c:pt>
                <c:pt idx="17621">
                  <c:v>0.20394675925490446</c:v>
                </c:pt>
                <c:pt idx="17622">
                  <c:v>0.20395833333168412</c:v>
                </c:pt>
                <c:pt idx="17623">
                  <c:v>0.20396990740846377</c:v>
                </c:pt>
                <c:pt idx="17624">
                  <c:v>0.20398148147796746</c:v>
                </c:pt>
                <c:pt idx="17625">
                  <c:v>0.20399305555474712</c:v>
                </c:pt>
                <c:pt idx="17626">
                  <c:v>0.20400462962425081</c:v>
                </c:pt>
                <c:pt idx="17627">
                  <c:v>0.20401620370103046</c:v>
                </c:pt>
                <c:pt idx="17628">
                  <c:v>0.20402777777781012</c:v>
                </c:pt>
                <c:pt idx="17629">
                  <c:v>0.20403935184731381</c:v>
                </c:pt>
                <c:pt idx="17630">
                  <c:v>0.20405092592409346</c:v>
                </c:pt>
                <c:pt idx="17631">
                  <c:v>0.20406250000087311</c:v>
                </c:pt>
                <c:pt idx="17632">
                  <c:v>0.20407407407037681</c:v>
                </c:pt>
                <c:pt idx="17633">
                  <c:v>0.20408564814715646</c:v>
                </c:pt>
                <c:pt idx="17634">
                  <c:v>0.20409722221666016</c:v>
                </c:pt>
                <c:pt idx="17635">
                  <c:v>0.20410879629343981</c:v>
                </c:pt>
                <c:pt idx="17636">
                  <c:v>0.20412037037021946</c:v>
                </c:pt>
                <c:pt idx="17637">
                  <c:v>0.20413194443972316</c:v>
                </c:pt>
                <c:pt idx="17638">
                  <c:v>0.20414351851650281</c:v>
                </c:pt>
                <c:pt idx="17639">
                  <c:v>0.20415509259328246</c:v>
                </c:pt>
                <c:pt idx="17640">
                  <c:v>0.20416666666278616</c:v>
                </c:pt>
                <c:pt idx="17641">
                  <c:v>0.20417824073956581</c:v>
                </c:pt>
                <c:pt idx="17642">
                  <c:v>0.2041898148090695</c:v>
                </c:pt>
                <c:pt idx="17643">
                  <c:v>0.20420138888584916</c:v>
                </c:pt>
                <c:pt idx="17644">
                  <c:v>0.20421296296262881</c:v>
                </c:pt>
                <c:pt idx="17645">
                  <c:v>0.2042245370321325</c:v>
                </c:pt>
                <c:pt idx="17646">
                  <c:v>0.20423611110891216</c:v>
                </c:pt>
                <c:pt idx="17647">
                  <c:v>0.20424768518569181</c:v>
                </c:pt>
                <c:pt idx="17648">
                  <c:v>0.2042592592551955</c:v>
                </c:pt>
                <c:pt idx="17649">
                  <c:v>0.20427083333197515</c:v>
                </c:pt>
                <c:pt idx="17650">
                  <c:v>0.20428240740147885</c:v>
                </c:pt>
                <c:pt idx="17651">
                  <c:v>0.2042939814782585</c:v>
                </c:pt>
                <c:pt idx="17652">
                  <c:v>0.20430555555503815</c:v>
                </c:pt>
                <c:pt idx="17653">
                  <c:v>0.20431712962454185</c:v>
                </c:pt>
                <c:pt idx="17654">
                  <c:v>0.2043287037013215</c:v>
                </c:pt>
                <c:pt idx="17655">
                  <c:v>0.20434027777810115</c:v>
                </c:pt>
                <c:pt idx="17656">
                  <c:v>0.20435185184760485</c:v>
                </c:pt>
                <c:pt idx="17657">
                  <c:v>0.2043634259243845</c:v>
                </c:pt>
                <c:pt idx="17658">
                  <c:v>0.20437500000116415</c:v>
                </c:pt>
                <c:pt idx="17659">
                  <c:v>0.20438657407066785</c:v>
                </c:pt>
                <c:pt idx="17660">
                  <c:v>0.2043981481474475</c:v>
                </c:pt>
                <c:pt idx="17661">
                  <c:v>0.2044097222169512</c:v>
                </c:pt>
                <c:pt idx="17662">
                  <c:v>0.20442129629373085</c:v>
                </c:pt>
                <c:pt idx="17663">
                  <c:v>0.2044328703705105</c:v>
                </c:pt>
                <c:pt idx="17664">
                  <c:v>0.20444444444001419</c:v>
                </c:pt>
                <c:pt idx="17665">
                  <c:v>0.20445601851679385</c:v>
                </c:pt>
                <c:pt idx="17666">
                  <c:v>0.2044675925935735</c:v>
                </c:pt>
                <c:pt idx="17667">
                  <c:v>0.20447916666307719</c:v>
                </c:pt>
                <c:pt idx="17668">
                  <c:v>0.20449074073985685</c:v>
                </c:pt>
                <c:pt idx="17669">
                  <c:v>0.20450231480936054</c:v>
                </c:pt>
                <c:pt idx="17670">
                  <c:v>0.20451388888614019</c:v>
                </c:pt>
                <c:pt idx="17671">
                  <c:v>0.20452546296291985</c:v>
                </c:pt>
                <c:pt idx="17672">
                  <c:v>0.20453703703242354</c:v>
                </c:pt>
                <c:pt idx="17673">
                  <c:v>0.20454861110920319</c:v>
                </c:pt>
                <c:pt idx="17674">
                  <c:v>0.20456018518598285</c:v>
                </c:pt>
                <c:pt idx="17675">
                  <c:v>0.20457175925548654</c:v>
                </c:pt>
                <c:pt idx="17676">
                  <c:v>0.20458333333226619</c:v>
                </c:pt>
                <c:pt idx="17677">
                  <c:v>0.20459490740176989</c:v>
                </c:pt>
                <c:pt idx="17678">
                  <c:v>0.20460648147854954</c:v>
                </c:pt>
                <c:pt idx="17679">
                  <c:v>0.20461805555532919</c:v>
                </c:pt>
                <c:pt idx="17680">
                  <c:v>0.20462962962483289</c:v>
                </c:pt>
                <c:pt idx="17681">
                  <c:v>0.20464120370161254</c:v>
                </c:pt>
                <c:pt idx="17682">
                  <c:v>0.20465277777839219</c:v>
                </c:pt>
                <c:pt idx="17683">
                  <c:v>0.20466435184789589</c:v>
                </c:pt>
                <c:pt idx="17684">
                  <c:v>0.20467592592467554</c:v>
                </c:pt>
                <c:pt idx="17685">
                  <c:v>0.20468749999417923</c:v>
                </c:pt>
                <c:pt idx="17686">
                  <c:v>0.20469907407095889</c:v>
                </c:pt>
                <c:pt idx="17687">
                  <c:v>0.20471064814773854</c:v>
                </c:pt>
                <c:pt idx="17688">
                  <c:v>0.20472222221724223</c:v>
                </c:pt>
                <c:pt idx="17689">
                  <c:v>0.20473379629402189</c:v>
                </c:pt>
                <c:pt idx="17690">
                  <c:v>0.20474537037080154</c:v>
                </c:pt>
                <c:pt idx="17691">
                  <c:v>0.20475694444030523</c:v>
                </c:pt>
                <c:pt idx="17692">
                  <c:v>0.20476851851708489</c:v>
                </c:pt>
                <c:pt idx="17693">
                  <c:v>0.20478009259386454</c:v>
                </c:pt>
                <c:pt idx="17694">
                  <c:v>0.20479166666336823</c:v>
                </c:pt>
                <c:pt idx="17695">
                  <c:v>0.20480324074014788</c:v>
                </c:pt>
                <c:pt idx="17696">
                  <c:v>0.20481481480965158</c:v>
                </c:pt>
                <c:pt idx="17697">
                  <c:v>0.20482638888643123</c:v>
                </c:pt>
                <c:pt idx="17698">
                  <c:v>0.20483796296321088</c:v>
                </c:pt>
                <c:pt idx="17699">
                  <c:v>0.20484953703271458</c:v>
                </c:pt>
                <c:pt idx="17700">
                  <c:v>0.20486111110949423</c:v>
                </c:pt>
                <c:pt idx="17701">
                  <c:v>0.20487268518627388</c:v>
                </c:pt>
                <c:pt idx="17702">
                  <c:v>0.20488425925577758</c:v>
                </c:pt>
                <c:pt idx="17703">
                  <c:v>0.20489583333255723</c:v>
                </c:pt>
                <c:pt idx="17704">
                  <c:v>0.20490740740206093</c:v>
                </c:pt>
                <c:pt idx="17705">
                  <c:v>0.20491898147884058</c:v>
                </c:pt>
                <c:pt idx="17706">
                  <c:v>0.20493055555562023</c:v>
                </c:pt>
                <c:pt idx="17707">
                  <c:v>0.20494212962512393</c:v>
                </c:pt>
                <c:pt idx="17708">
                  <c:v>0.20495370370190358</c:v>
                </c:pt>
                <c:pt idx="17709">
                  <c:v>0.20496527777868323</c:v>
                </c:pt>
                <c:pt idx="17710">
                  <c:v>0.20497685184818693</c:v>
                </c:pt>
                <c:pt idx="17711">
                  <c:v>0.20498842592496658</c:v>
                </c:pt>
                <c:pt idx="17712">
                  <c:v>0.20499999999447027</c:v>
                </c:pt>
                <c:pt idx="17713">
                  <c:v>0.20501157407124992</c:v>
                </c:pt>
                <c:pt idx="17714">
                  <c:v>0.20502314814802958</c:v>
                </c:pt>
                <c:pt idx="17715">
                  <c:v>0.20503472221753327</c:v>
                </c:pt>
                <c:pt idx="17716">
                  <c:v>0.20504629629431292</c:v>
                </c:pt>
                <c:pt idx="17717">
                  <c:v>0.20505787037109258</c:v>
                </c:pt>
                <c:pt idx="17718">
                  <c:v>0.20506944444059627</c:v>
                </c:pt>
                <c:pt idx="17719">
                  <c:v>0.20508101851737592</c:v>
                </c:pt>
                <c:pt idx="17720">
                  <c:v>0.20509259258687962</c:v>
                </c:pt>
                <c:pt idx="17721">
                  <c:v>0.20510416666365927</c:v>
                </c:pt>
                <c:pt idx="17722">
                  <c:v>0.20511574074043892</c:v>
                </c:pt>
                <c:pt idx="17723">
                  <c:v>0.20512731480994262</c:v>
                </c:pt>
                <c:pt idx="17724">
                  <c:v>0.20513888888672227</c:v>
                </c:pt>
                <c:pt idx="17725">
                  <c:v>0.20515046296350192</c:v>
                </c:pt>
                <c:pt idx="17726">
                  <c:v>0.20516203703300562</c:v>
                </c:pt>
                <c:pt idx="17727">
                  <c:v>0.20517361110978527</c:v>
                </c:pt>
                <c:pt idx="17728">
                  <c:v>0.20518518517928896</c:v>
                </c:pt>
                <c:pt idx="17729">
                  <c:v>0.20519675925606862</c:v>
                </c:pt>
                <c:pt idx="17730">
                  <c:v>0.20520833333284827</c:v>
                </c:pt>
                <c:pt idx="17731">
                  <c:v>0.20521990740235196</c:v>
                </c:pt>
                <c:pt idx="17732">
                  <c:v>0.20523148147913162</c:v>
                </c:pt>
                <c:pt idx="17733">
                  <c:v>0.20524305555591127</c:v>
                </c:pt>
                <c:pt idx="17734">
                  <c:v>0.20525462962541496</c:v>
                </c:pt>
                <c:pt idx="17735">
                  <c:v>0.20526620370219462</c:v>
                </c:pt>
                <c:pt idx="17736">
                  <c:v>0.20527777777897427</c:v>
                </c:pt>
                <c:pt idx="17737">
                  <c:v>0.20528935184847796</c:v>
                </c:pt>
                <c:pt idx="17738">
                  <c:v>0.20530092592525762</c:v>
                </c:pt>
                <c:pt idx="17739">
                  <c:v>0.20531249999476131</c:v>
                </c:pt>
                <c:pt idx="17740">
                  <c:v>0.20532407407154096</c:v>
                </c:pt>
                <c:pt idx="17741">
                  <c:v>0.20533564814832062</c:v>
                </c:pt>
                <c:pt idx="17742">
                  <c:v>0.20534722221782431</c:v>
                </c:pt>
                <c:pt idx="17743">
                  <c:v>0.20535879629460396</c:v>
                </c:pt>
                <c:pt idx="17744">
                  <c:v>0.20537037037138361</c:v>
                </c:pt>
                <c:pt idx="17745">
                  <c:v>0.20538194444088731</c:v>
                </c:pt>
                <c:pt idx="17746">
                  <c:v>0.20539351851766696</c:v>
                </c:pt>
                <c:pt idx="17747">
                  <c:v>0.20540509258717066</c:v>
                </c:pt>
                <c:pt idx="17748">
                  <c:v>0.20541666666395031</c:v>
                </c:pt>
                <c:pt idx="17749">
                  <c:v>0.20542824074072996</c:v>
                </c:pt>
                <c:pt idx="17750">
                  <c:v>0.20543981481023366</c:v>
                </c:pt>
                <c:pt idx="17751">
                  <c:v>0.20545138888701331</c:v>
                </c:pt>
                <c:pt idx="17752">
                  <c:v>0.20546296296379296</c:v>
                </c:pt>
                <c:pt idx="17753">
                  <c:v>0.20547453703329666</c:v>
                </c:pt>
                <c:pt idx="17754">
                  <c:v>0.20548611111007631</c:v>
                </c:pt>
                <c:pt idx="17755">
                  <c:v>0.20549768517958</c:v>
                </c:pt>
                <c:pt idx="17756">
                  <c:v>0.20550925925635966</c:v>
                </c:pt>
                <c:pt idx="17757">
                  <c:v>0.20552083333313931</c:v>
                </c:pt>
                <c:pt idx="17758">
                  <c:v>0.205532407402643</c:v>
                </c:pt>
                <c:pt idx="17759">
                  <c:v>0.20554398147942265</c:v>
                </c:pt>
                <c:pt idx="17760">
                  <c:v>0.20555555555620231</c:v>
                </c:pt>
                <c:pt idx="17761">
                  <c:v>0.205567129625706</c:v>
                </c:pt>
                <c:pt idx="17762">
                  <c:v>0.20557870370248565</c:v>
                </c:pt>
                <c:pt idx="17763">
                  <c:v>0.20559027777198935</c:v>
                </c:pt>
                <c:pt idx="17764">
                  <c:v>0.205601851848769</c:v>
                </c:pt>
                <c:pt idx="17765">
                  <c:v>0.20561342592554865</c:v>
                </c:pt>
                <c:pt idx="17766">
                  <c:v>0.20562499999505235</c:v>
                </c:pt>
                <c:pt idx="17767">
                  <c:v>0.205636574071832</c:v>
                </c:pt>
                <c:pt idx="17768">
                  <c:v>0.20564814814861165</c:v>
                </c:pt>
                <c:pt idx="17769">
                  <c:v>0.20565972221811535</c:v>
                </c:pt>
                <c:pt idx="17770">
                  <c:v>0.205671296294895</c:v>
                </c:pt>
                <c:pt idx="17771">
                  <c:v>0.20568287037167465</c:v>
                </c:pt>
                <c:pt idx="17772">
                  <c:v>0.20569444444117835</c:v>
                </c:pt>
                <c:pt idx="17773">
                  <c:v>0.205706018517958</c:v>
                </c:pt>
                <c:pt idx="17774">
                  <c:v>0.2057175925874617</c:v>
                </c:pt>
                <c:pt idx="17775">
                  <c:v>0.20572916666424135</c:v>
                </c:pt>
                <c:pt idx="17776">
                  <c:v>0.205740740741021</c:v>
                </c:pt>
                <c:pt idx="17777">
                  <c:v>0.20575231481052469</c:v>
                </c:pt>
                <c:pt idx="17778">
                  <c:v>0.20576388888730435</c:v>
                </c:pt>
                <c:pt idx="17779">
                  <c:v>0.205775462964084</c:v>
                </c:pt>
                <c:pt idx="17780">
                  <c:v>0.20578703703358769</c:v>
                </c:pt>
                <c:pt idx="17781">
                  <c:v>0.20579861111036735</c:v>
                </c:pt>
                <c:pt idx="17782">
                  <c:v>0.20581018517987104</c:v>
                </c:pt>
                <c:pt idx="17783">
                  <c:v>0.20582175925665069</c:v>
                </c:pt>
                <c:pt idx="17784">
                  <c:v>0.20583333333343035</c:v>
                </c:pt>
                <c:pt idx="17785">
                  <c:v>0.20584490740293404</c:v>
                </c:pt>
                <c:pt idx="17786">
                  <c:v>0.20585648147971369</c:v>
                </c:pt>
                <c:pt idx="17787">
                  <c:v>0.20586805555649335</c:v>
                </c:pt>
                <c:pt idx="17788">
                  <c:v>0.20587962962599704</c:v>
                </c:pt>
                <c:pt idx="17789">
                  <c:v>0.20589120370277669</c:v>
                </c:pt>
                <c:pt idx="17790">
                  <c:v>0.20590277777228039</c:v>
                </c:pt>
                <c:pt idx="17791">
                  <c:v>0.20591435184906004</c:v>
                </c:pt>
                <c:pt idx="17792">
                  <c:v>0.20592592592583969</c:v>
                </c:pt>
                <c:pt idx="17793">
                  <c:v>0.20593749999534339</c:v>
                </c:pt>
                <c:pt idx="17794">
                  <c:v>0.20594907407212304</c:v>
                </c:pt>
                <c:pt idx="17795">
                  <c:v>0.20596064814890269</c:v>
                </c:pt>
                <c:pt idx="17796">
                  <c:v>0.20597222221840639</c:v>
                </c:pt>
                <c:pt idx="17797">
                  <c:v>0.20598379629518604</c:v>
                </c:pt>
                <c:pt idx="17798">
                  <c:v>0.20599537036468973</c:v>
                </c:pt>
                <c:pt idx="17799">
                  <c:v>0.20600694444146939</c:v>
                </c:pt>
                <c:pt idx="17800">
                  <c:v>0.20601851851824904</c:v>
                </c:pt>
                <c:pt idx="17801">
                  <c:v>0.20603009258775273</c:v>
                </c:pt>
                <c:pt idx="17802">
                  <c:v>0.20604166666453239</c:v>
                </c:pt>
                <c:pt idx="17803">
                  <c:v>0.20605324074131204</c:v>
                </c:pt>
                <c:pt idx="17804">
                  <c:v>0.20606481481081573</c:v>
                </c:pt>
                <c:pt idx="17805">
                  <c:v>0.20607638888759539</c:v>
                </c:pt>
                <c:pt idx="17806">
                  <c:v>0.20608796295709908</c:v>
                </c:pt>
                <c:pt idx="17807">
                  <c:v>0.20609953703387873</c:v>
                </c:pt>
                <c:pt idx="17808">
                  <c:v>0.20611111111065838</c:v>
                </c:pt>
                <c:pt idx="17809">
                  <c:v>0.20612268518016208</c:v>
                </c:pt>
                <c:pt idx="17810">
                  <c:v>0.20613425925694173</c:v>
                </c:pt>
                <c:pt idx="17811">
                  <c:v>0.20614583333372138</c:v>
                </c:pt>
                <c:pt idx="17812">
                  <c:v>0.20615740740322508</c:v>
                </c:pt>
                <c:pt idx="17813">
                  <c:v>0.20616898148000473</c:v>
                </c:pt>
                <c:pt idx="17814">
                  <c:v>0.20618055555678438</c:v>
                </c:pt>
                <c:pt idx="17815">
                  <c:v>0.20619212962628808</c:v>
                </c:pt>
                <c:pt idx="17816">
                  <c:v>0.20620370370306773</c:v>
                </c:pt>
                <c:pt idx="17817">
                  <c:v>0.20621527777257143</c:v>
                </c:pt>
                <c:pt idx="17818">
                  <c:v>0.20622685184935108</c:v>
                </c:pt>
                <c:pt idx="17819">
                  <c:v>0.20623842592613073</c:v>
                </c:pt>
                <c:pt idx="17820">
                  <c:v>0.20624999999563443</c:v>
                </c:pt>
                <c:pt idx="17821">
                  <c:v>0.20626157407241408</c:v>
                </c:pt>
                <c:pt idx="17822">
                  <c:v>0.20627314814919373</c:v>
                </c:pt>
                <c:pt idx="17823">
                  <c:v>0.20628472221869742</c:v>
                </c:pt>
                <c:pt idx="17824">
                  <c:v>0.20629629629547708</c:v>
                </c:pt>
                <c:pt idx="17825">
                  <c:v>0.20630787036498077</c:v>
                </c:pt>
                <c:pt idx="17826">
                  <c:v>0.20631944444176042</c:v>
                </c:pt>
                <c:pt idx="17827">
                  <c:v>0.20633101851854008</c:v>
                </c:pt>
                <c:pt idx="17828">
                  <c:v>0.20634259258804377</c:v>
                </c:pt>
                <c:pt idx="17829">
                  <c:v>0.20635416666482342</c:v>
                </c:pt>
                <c:pt idx="17830">
                  <c:v>0.20636574074160308</c:v>
                </c:pt>
                <c:pt idx="17831">
                  <c:v>0.20637731481110677</c:v>
                </c:pt>
                <c:pt idx="17832">
                  <c:v>0.20638888888788642</c:v>
                </c:pt>
                <c:pt idx="17833">
                  <c:v>0.20640046295739012</c:v>
                </c:pt>
                <c:pt idx="17834">
                  <c:v>0.20641203703416977</c:v>
                </c:pt>
                <c:pt idx="17835">
                  <c:v>0.20642361111094942</c:v>
                </c:pt>
                <c:pt idx="17836">
                  <c:v>0.20643518518045312</c:v>
                </c:pt>
                <c:pt idx="17837">
                  <c:v>0.20644675925723277</c:v>
                </c:pt>
                <c:pt idx="17838">
                  <c:v>0.20645833333401242</c:v>
                </c:pt>
                <c:pt idx="17839">
                  <c:v>0.20646990740351612</c:v>
                </c:pt>
                <c:pt idx="17840">
                  <c:v>0.20648148148029577</c:v>
                </c:pt>
                <c:pt idx="17841">
                  <c:v>0.20649305554979946</c:v>
                </c:pt>
                <c:pt idx="17842">
                  <c:v>0.20650462962657912</c:v>
                </c:pt>
                <c:pt idx="17843">
                  <c:v>0.20651620370335877</c:v>
                </c:pt>
                <c:pt idx="17844">
                  <c:v>0.20652777777286246</c:v>
                </c:pt>
                <c:pt idx="17845">
                  <c:v>0.20653935184964212</c:v>
                </c:pt>
                <c:pt idx="17846">
                  <c:v>0.20655092592642177</c:v>
                </c:pt>
                <c:pt idx="17847">
                  <c:v>0.20656249999592546</c:v>
                </c:pt>
                <c:pt idx="17848">
                  <c:v>0.20657407407270512</c:v>
                </c:pt>
                <c:pt idx="17849">
                  <c:v>0.20658564814948477</c:v>
                </c:pt>
                <c:pt idx="17850">
                  <c:v>0.20659722221898846</c:v>
                </c:pt>
                <c:pt idx="17851">
                  <c:v>0.20660879629576812</c:v>
                </c:pt>
                <c:pt idx="17852">
                  <c:v>0.20662037036527181</c:v>
                </c:pt>
                <c:pt idx="17853">
                  <c:v>0.20663194444205146</c:v>
                </c:pt>
                <c:pt idx="17854">
                  <c:v>0.20664351851883112</c:v>
                </c:pt>
                <c:pt idx="17855">
                  <c:v>0.20665509258833481</c:v>
                </c:pt>
                <c:pt idx="17856">
                  <c:v>0.20666666666511446</c:v>
                </c:pt>
                <c:pt idx="17857">
                  <c:v>0.20667824074189411</c:v>
                </c:pt>
                <c:pt idx="17858">
                  <c:v>0.20668981481139781</c:v>
                </c:pt>
                <c:pt idx="17859">
                  <c:v>0.20670138888817746</c:v>
                </c:pt>
                <c:pt idx="17860">
                  <c:v>0.20671296295768116</c:v>
                </c:pt>
                <c:pt idx="17861">
                  <c:v>0.20672453703446081</c:v>
                </c:pt>
                <c:pt idx="17862">
                  <c:v>0.20673611111124046</c:v>
                </c:pt>
                <c:pt idx="17863">
                  <c:v>0.20674768518074416</c:v>
                </c:pt>
                <c:pt idx="17864">
                  <c:v>0.20675925925752381</c:v>
                </c:pt>
                <c:pt idx="17865">
                  <c:v>0.20677083333430346</c:v>
                </c:pt>
                <c:pt idx="17866">
                  <c:v>0.20678240740380716</c:v>
                </c:pt>
                <c:pt idx="17867">
                  <c:v>0.20679398148058681</c:v>
                </c:pt>
                <c:pt idx="17868">
                  <c:v>0.2068055555500905</c:v>
                </c:pt>
                <c:pt idx="17869">
                  <c:v>0.20681712962687016</c:v>
                </c:pt>
                <c:pt idx="17870">
                  <c:v>0.20682870370364981</c:v>
                </c:pt>
                <c:pt idx="17871">
                  <c:v>0.2068402777731535</c:v>
                </c:pt>
                <c:pt idx="17872">
                  <c:v>0.20685185184993315</c:v>
                </c:pt>
                <c:pt idx="17873">
                  <c:v>0.20686342592671281</c:v>
                </c:pt>
                <c:pt idx="17874">
                  <c:v>0.2068749999962165</c:v>
                </c:pt>
                <c:pt idx="17875">
                  <c:v>0.20688657407299615</c:v>
                </c:pt>
                <c:pt idx="17876">
                  <c:v>0.20689814814249985</c:v>
                </c:pt>
                <c:pt idx="17877">
                  <c:v>0.2069097222192795</c:v>
                </c:pt>
                <c:pt idx="17878">
                  <c:v>0.20692129629605915</c:v>
                </c:pt>
                <c:pt idx="17879">
                  <c:v>0.20693287036556285</c:v>
                </c:pt>
                <c:pt idx="17880">
                  <c:v>0.2069444444423425</c:v>
                </c:pt>
                <c:pt idx="17881">
                  <c:v>0.20695601851912215</c:v>
                </c:pt>
                <c:pt idx="17882">
                  <c:v>0.20696759258862585</c:v>
                </c:pt>
                <c:pt idx="17883">
                  <c:v>0.2069791666654055</c:v>
                </c:pt>
                <c:pt idx="17884">
                  <c:v>0.2069907407349092</c:v>
                </c:pt>
                <c:pt idx="17885">
                  <c:v>0.20700231481168885</c:v>
                </c:pt>
                <c:pt idx="17886">
                  <c:v>0.2070138888884685</c:v>
                </c:pt>
                <c:pt idx="17887">
                  <c:v>0.20702546295797219</c:v>
                </c:pt>
                <c:pt idx="17888">
                  <c:v>0.20703703703475185</c:v>
                </c:pt>
                <c:pt idx="17889">
                  <c:v>0.2070486111115315</c:v>
                </c:pt>
                <c:pt idx="17890">
                  <c:v>0.20706018518103519</c:v>
                </c:pt>
                <c:pt idx="17891">
                  <c:v>0.20707175925781485</c:v>
                </c:pt>
                <c:pt idx="17892">
                  <c:v>0.2070833333345945</c:v>
                </c:pt>
                <c:pt idx="17893">
                  <c:v>0.20709490740409819</c:v>
                </c:pt>
                <c:pt idx="17894">
                  <c:v>0.20710648148087785</c:v>
                </c:pt>
                <c:pt idx="17895">
                  <c:v>0.20711805555038154</c:v>
                </c:pt>
                <c:pt idx="17896">
                  <c:v>0.20712962962716119</c:v>
                </c:pt>
                <c:pt idx="17897">
                  <c:v>0.20714120370394085</c:v>
                </c:pt>
                <c:pt idx="17898">
                  <c:v>0.20715277777344454</c:v>
                </c:pt>
                <c:pt idx="17899">
                  <c:v>0.20716435185022419</c:v>
                </c:pt>
                <c:pt idx="17900">
                  <c:v>0.20717592592700385</c:v>
                </c:pt>
                <c:pt idx="17901">
                  <c:v>0.20718749999650754</c:v>
                </c:pt>
                <c:pt idx="17902">
                  <c:v>0.20719907407328719</c:v>
                </c:pt>
                <c:pt idx="17903">
                  <c:v>0.20721064814279089</c:v>
                </c:pt>
                <c:pt idx="17904">
                  <c:v>0.20722222221957054</c:v>
                </c:pt>
                <c:pt idx="17905">
                  <c:v>0.20723379629635019</c:v>
                </c:pt>
                <c:pt idx="17906">
                  <c:v>0.20724537036585389</c:v>
                </c:pt>
                <c:pt idx="17907">
                  <c:v>0.20725694444263354</c:v>
                </c:pt>
                <c:pt idx="17908">
                  <c:v>0.20726851851941319</c:v>
                </c:pt>
                <c:pt idx="17909">
                  <c:v>0.20728009258891689</c:v>
                </c:pt>
                <c:pt idx="17910">
                  <c:v>0.20729166666569654</c:v>
                </c:pt>
                <c:pt idx="17911">
                  <c:v>0.20730324073520023</c:v>
                </c:pt>
                <c:pt idx="17912">
                  <c:v>0.20731481481197989</c:v>
                </c:pt>
                <c:pt idx="17913">
                  <c:v>0.20732638888875954</c:v>
                </c:pt>
                <c:pt idx="17914">
                  <c:v>0.20733796295826323</c:v>
                </c:pt>
                <c:pt idx="17915">
                  <c:v>0.20734953703504289</c:v>
                </c:pt>
                <c:pt idx="17916">
                  <c:v>0.20736111111182254</c:v>
                </c:pt>
                <c:pt idx="17917">
                  <c:v>0.20737268518132623</c:v>
                </c:pt>
                <c:pt idx="17918">
                  <c:v>0.20738425925810589</c:v>
                </c:pt>
                <c:pt idx="17919">
                  <c:v>0.20739583332760958</c:v>
                </c:pt>
                <c:pt idx="17920">
                  <c:v>0.20740740740438923</c:v>
                </c:pt>
                <c:pt idx="17921">
                  <c:v>0.20741898148116888</c:v>
                </c:pt>
                <c:pt idx="17922">
                  <c:v>0.20743055555067258</c:v>
                </c:pt>
                <c:pt idx="17923">
                  <c:v>0.20744212962745223</c:v>
                </c:pt>
                <c:pt idx="17924">
                  <c:v>0.20745370370423188</c:v>
                </c:pt>
                <c:pt idx="17925">
                  <c:v>0.20746527777373558</c:v>
                </c:pt>
                <c:pt idx="17926">
                  <c:v>0.20747685185051523</c:v>
                </c:pt>
                <c:pt idx="17927">
                  <c:v>0.20748842592001893</c:v>
                </c:pt>
                <c:pt idx="17928">
                  <c:v>0.20749999999679858</c:v>
                </c:pt>
                <c:pt idx="17929">
                  <c:v>0.20751157407357823</c:v>
                </c:pt>
                <c:pt idx="17930">
                  <c:v>0.20752314814308193</c:v>
                </c:pt>
                <c:pt idx="17931">
                  <c:v>0.20753472221986158</c:v>
                </c:pt>
                <c:pt idx="17932">
                  <c:v>0.20754629629664123</c:v>
                </c:pt>
                <c:pt idx="17933">
                  <c:v>0.20755787036614493</c:v>
                </c:pt>
                <c:pt idx="17934">
                  <c:v>0.20756944444292458</c:v>
                </c:pt>
                <c:pt idx="17935">
                  <c:v>0.20758101851970423</c:v>
                </c:pt>
                <c:pt idx="17936">
                  <c:v>0.20759259258920792</c:v>
                </c:pt>
                <c:pt idx="17937">
                  <c:v>0.20760416666598758</c:v>
                </c:pt>
                <c:pt idx="17938">
                  <c:v>0.20761574073549127</c:v>
                </c:pt>
                <c:pt idx="17939">
                  <c:v>0.20762731481227092</c:v>
                </c:pt>
                <c:pt idx="17940">
                  <c:v>0.20763888888905058</c:v>
                </c:pt>
                <c:pt idx="17941">
                  <c:v>0.20765046295855427</c:v>
                </c:pt>
                <c:pt idx="17942">
                  <c:v>0.20766203703533392</c:v>
                </c:pt>
                <c:pt idx="17943">
                  <c:v>0.20767361111211358</c:v>
                </c:pt>
                <c:pt idx="17944">
                  <c:v>0.20768518518161727</c:v>
                </c:pt>
                <c:pt idx="17945">
                  <c:v>0.20769675925839692</c:v>
                </c:pt>
                <c:pt idx="17946">
                  <c:v>0.20770833332790062</c:v>
                </c:pt>
                <c:pt idx="17947">
                  <c:v>0.20771990740468027</c:v>
                </c:pt>
                <c:pt idx="17948">
                  <c:v>0.20773148148145992</c:v>
                </c:pt>
                <c:pt idx="17949">
                  <c:v>0.20774305555096362</c:v>
                </c:pt>
                <c:pt idx="17950">
                  <c:v>0.20775462962774327</c:v>
                </c:pt>
                <c:pt idx="17951">
                  <c:v>0.20776620370452292</c:v>
                </c:pt>
                <c:pt idx="17952">
                  <c:v>0.20777777777402662</c:v>
                </c:pt>
                <c:pt idx="17953">
                  <c:v>0.20778935185080627</c:v>
                </c:pt>
                <c:pt idx="17954">
                  <c:v>0.20780092592030996</c:v>
                </c:pt>
                <c:pt idx="17955">
                  <c:v>0.20781249999708962</c:v>
                </c:pt>
                <c:pt idx="17956">
                  <c:v>0.20782407407386927</c:v>
                </c:pt>
                <c:pt idx="17957">
                  <c:v>0.20783564814337296</c:v>
                </c:pt>
                <c:pt idx="17958">
                  <c:v>0.20784722222015262</c:v>
                </c:pt>
                <c:pt idx="17959">
                  <c:v>0.20785879629693227</c:v>
                </c:pt>
                <c:pt idx="17960">
                  <c:v>0.20787037036643596</c:v>
                </c:pt>
                <c:pt idx="17961">
                  <c:v>0.20788194444321562</c:v>
                </c:pt>
                <c:pt idx="17962">
                  <c:v>0.20789351851271931</c:v>
                </c:pt>
                <c:pt idx="17963">
                  <c:v>0.20790509258949896</c:v>
                </c:pt>
                <c:pt idx="17964">
                  <c:v>0.20791666666627862</c:v>
                </c:pt>
                <c:pt idx="17965">
                  <c:v>0.20792824073578231</c:v>
                </c:pt>
                <c:pt idx="17966">
                  <c:v>0.20793981481256196</c:v>
                </c:pt>
                <c:pt idx="17967">
                  <c:v>0.20795138888934162</c:v>
                </c:pt>
                <c:pt idx="17968">
                  <c:v>0.20796296295884531</c:v>
                </c:pt>
                <c:pt idx="17969">
                  <c:v>0.20797453703562496</c:v>
                </c:pt>
                <c:pt idx="17970">
                  <c:v>0.20798611111240461</c:v>
                </c:pt>
                <c:pt idx="17971">
                  <c:v>0.20799768518190831</c:v>
                </c:pt>
                <c:pt idx="17972">
                  <c:v>0.20800925925868796</c:v>
                </c:pt>
                <c:pt idx="17973">
                  <c:v>0.20802083332819166</c:v>
                </c:pt>
                <c:pt idx="17974">
                  <c:v>0.20803240740497131</c:v>
                </c:pt>
                <c:pt idx="17975">
                  <c:v>0.20804398148175096</c:v>
                </c:pt>
                <c:pt idx="17976">
                  <c:v>0.20805555555125466</c:v>
                </c:pt>
                <c:pt idx="17977">
                  <c:v>0.20806712962803431</c:v>
                </c:pt>
                <c:pt idx="17978">
                  <c:v>0.20807870370481396</c:v>
                </c:pt>
                <c:pt idx="17979">
                  <c:v>0.20809027777431766</c:v>
                </c:pt>
                <c:pt idx="17980">
                  <c:v>0.20810185185109731</c:v>
                </c:pt>
                <c:pt idx="17981">
                  <c:v>0.208113425920601</c:v>
                </c:pt>
                <c:pt idx="17982">
                  <c:v>0.20812499999738066</c:v>
                </c:pt>
                <c:pt idx="17983">
                  <c:v>0.20813657407416031</c:v>
                </c:pt>
                <c:pt idx="17984">
                  <c:v>0.208148148143664</c:v>
                </c:pt>
                <c:pt idx="17985">
                  <c:v>0.20815972222044365</c:v>
                </c:pt>
                <c:pt idx="17986">
                  <c:v>0.20817129629722331</c:v>
                </c:pt>
                <c:pt idx="17987">
                  <c:v>0.208182870366727</c:v>
                </c:pt>
                <c:pt idx="17988">
                  <c:v>0.20819444444350665</c:v>
                </c:pt>
                <c:pt idx="17989">
                  <c:v>0.20820601851301035</c:v>
                </c:pt>
                <c:pt idx="17990">
                  <c:v>0.20821759258979</c:v>
                </c:pt>
                <c:pt idx="17991">
                  <c:v>0.20822916666656965</c:v>
                </c:pt>
                <c:pt idx="17992">
                  <c:v>0.20824074073607335</c:v>
                </c:pt>
                <c:pt idx="17993">
                  <c:v>0.208252314812853</c:v>
                </c:pt>
                <c:pt idx="17994">
                  <c:v>0.20826388888963265</c:v>
                </c:pt>
                <c:pt idx="17995">
                  <c:v>0.20827546295913635</c:v>
                </c:pt>
                <c:pt idx="17996">
                  <c:v>0.208287037035916</c:v>
                </c:pt>
                <c:pt idx="17997">
                  <c:v>0.2082986111054197</c:v>
                </c:pt>
                <c:pt idx="17998">
                  <c:v>0.20831018518219935</c:v>
                </c:pt>
                <c:pt idx="17999">
                  <c:v>0.208321759258979</c:v>
                </c:pt>
                <c:pt idx="18000">
                  <c:v>0.20833333332848269</c:v>
                </c:pt>
                <c:pt idx="18001">
                  <c:v>0.20834490740526235</c:v>
                </c:pt>
                <c:pt idx="18002">
                  <c:v>0.208356481482042</c:v>
                </c:pt>
                <c:pt idx="18003">
                  <c:v>0.20836805555154569</c:v>
                </c:pt>
                <c:pt idx="18004">
                  <c:v>0.20837962962832535</c:v>
                </c:pt>
                <c:pt idx="18005">
                  <c:v>0.20839120369782904</c:v>
                </c:pt>
                <c:pt idx="18006">
                  <c:v>0.20840277777460869</c:v>
                </c:pt>
                <c:pt idx="18007">
                  <c:v>0.20841435185138835</c:v>
                </c:pt>
                <c:pt idx="18008">
                  <c:v>0.20842592592089204</c:v>
                </c:pt>
                <c:pt idx="18009">
                  <c:v>0.20843749999767169</c:v>
                </c:pt>
                <c:pt idx="18010">
                  <c:v>0.20844907407445135</c:v>
                </c:pt>
                <c:pt idx="18011">
                  <c:v>0.20846064814395504</c:v>
                </c:pt>
                <c:pt idx="18012">
                  <c:v>0.20847222222073469</c:v>
                </c:pt>
                <c:pt idx="18013">
                  <c:v>0.20848379629751435</c:v>
                </c:pt>
                <c:pt idx="18014">
                  <c:v>0.20849537036701804</c:v>
                </c:pt>
                <c:pt idx="18015">
                  <c:v>0.20850694444379769</c:v>
                </c:pt>
                <c:pt idx="18016">
                  <c:v>0.20851851851330139</c:v>
                </c:pt>
                <c:pt idx="18017">
                  <c:v>0.20853009259008104</c:v>
                </c:pt>
                <c:pt idx="18018">
                  <c:v>0.20854166666686069</c:v>
                </c:pt>
                <c:pt idx="18019">
                  <c:v>0.20855324073636439</c:v>
                </c:pt>
                <c:pt idx="18020">
                  <c:v>0.20856481481314404</c:v>
                </c:pt>
                <c:pt idx="18021">
                  <c:v>0.20857638888992369</c:v>
                </c:pt>
                <c:pt idx="18022">
                  <c:v>0.20858796295942739</c:v>
                </c:pt>
                <c:pt idx="18023">
                  <c:v>0.20859953703620704</c:v>
                </c:pt>
                <c:pt idx="18024">
                  <c:v>0.20861111110571073</c:v>
                </c:pt>
                <c:pt idx="18025">
                  <c:v>0.20862268518249039</c:v>
                </c:pt>
                <c:pt idx="18026">
                  <c:v>0.20863425925927004</c:v>
                </c:pt>
                <c:pt idx="18027">
                  <c:v>0.20864583332877373</c:v>
                </c:pt>
                <c:pt idx="18028">
                  <c:v>0.20865740740555339</c:v>
                </c:pt>
                <c:pt idx="18029">
                  <c:v>0.20866898148233304</c:v>
                </c:pt>
                <c:pt idx="18030">
                  <c:v>0.20868055555183673</c:v>
                </c:pt>
                <c:pt idx="18031">
                  <c:v>0.20869212962861639</c:v>
                </c:pt>
                <c:pt idx="18032">
                  <c:v>0.20870370369812008</c:v>
                </c:pt>
                <c:pt idx="18033">
                  <c:v>0.20871527777489973</c:v>
                </c:pt>
                <c:pt idx="18034">
                  <c:v>0.20872685185167938</c:v>
                </c:pt>
                <c:pt idx="18035">
                  <c:v>0.20873842592118308</c:v>
                </c:pt>
                <c:pt idx="18036">
                  <c:v>0.20874999999796273</c:v>
                </c:pt>
                <c:pt idx="18037">
                  <c:v>0.20876157407474238</c:v>
                </c:pt>
                <c:pt idx="18038">
                  <c:v>0.20877314814424608</c:v>
                </c:pt>
                <c:pt idx="18039">
                  <c:v>0.20878472222102573</c:v>
                </c:pt>
                <c:pt idx="18040">
                  <c:v>0.20879629629052943</c:v>
                </c:pt>
                <c:pt idx="18041">
                  <c:v>0.20880787036730908</c:v>
                </c:pt>
                <c:pt idx="18042">
                  <c:v>0.20881944444408873</c:v>
                </c:pt>
                <c:pt idx="18043">
                  <c:v>0.20883101851359243</c:v>
                </c:pt>
                <c:pt idx="18044">
                  <c:v>0.20884259259037208</c:v>
                </c:pt>
                <c:pt idx="18045">
                  <c:v>0.20885416666715173</c:v>
                </c:pt>
                <c:pt idx="18046">
                  <c:v>0.20886574073665543</c:v>
                </c:pt>
                <c:pt idx="18047">
                  <c:v>0.20887731481343508</c:v>
                </c:pt>
                <c:pt idx="18048">
                  <c:v>0.20888888889021473</c:v>
                </c:pt>
                <c:pt idx="18049">
                  <c:v>0.20890046295971842</c:v>
                </c:pt>
                <c:pt idx="18050">
                  <c:v>0.20891203703649808</c:v>
                </c:pt>
                <c:pt idx="18051">
                  <c:v>0.20892361110600177</c:v>
                </c:pt>
                <c:pt idx="18052">
                  <c:v>0.20893518518278142</c:v>
                </c:pt>
                <c:pt idx="18053">
                  <c:v>0.20894675925956108</c:v>
                </c:pt>
                <c:pt idx="18054">
                  <c:v>0.20895833332906477</c:v>
                </c:pt>
                <c:pt idx="18055">
                  <c:v>0.20896990740584442</c:v>
                </c:pt>
                <c:pt idx="18056">
                  <c:v>0.20898148148262408</c:v>
                </c:pt>
                <c:pt idx="18057">
                  <c:v>0.20899305555212777</c:v>
                </c:pt>
                <c:pt idx="18058">
                  <c:v>0.20900462962890742</c:v>
                </c:pt>
                <c:pt idx="18059">
                  <c:v>0.20901620369841112</c:v>
                </c:pt>
                <c:pt idx="18060">
                  <c:v>0.20902777777519077</c:v>
                </c:pt>
                <c:pt idx="18061">
                  <c:v>0.20903935185197042</c:v>
                </c:pt>
                <c:pt idx="18062">
                  <c:v>0.20905092592147412</c:v>
                </c:pt>
                <c:pt idx="18063">
                  <c:v>0.20906249999825377</c:v>
                </c:pt>
                <c:pt idx="18064">
                  <c:v>0.20907407407503342</c:v>
                </c:pt>
                <c:pt idx="18065">
                  <c:v>0.20908564814453712</c:v>
                </c:pt>
                <c:pt idx="18066">
                  <c:v>0.20909722222131677</c:v>
                </c:pt>
                <c:pt idx="18067">
                  <c:v>0.20910879629082046</c:v>
                </c:pt>
                <c:pt idx="18068">
                  <c:v>0.20912037036760012</c:v>
                </c:pt>
                <c:pt idx="18069">
                  <c:v>0.20913194444437977</c:v>
                </c:pt>
                <c:pt idx="18070">
                  <c:v>0.20914351851388346</c:v>
                </c:pt>
                <c:pt idx="18071">
                  <c:v>0.20915509259066312</c:v>
                </c:pt>
                <c:pt idx="18072">
                  <c:v>0.20916666666744277</c:v>
                </c:pt>
                <c:pt idx="18073">
                  <c:v>0.20917824073694646</c:v>
                </c:pt>
                <c:pt idx="18074">
                  <c:v>0.20918981481372612</c:v>
                </c:pt>
                <c:pt idx="18075">
                  <c:v>0.20920138888322981</c:v>
                </c:pt>
                <c:pt idx="18076">
                  <c:v>0.20921296296000946</c:v>
                </c:pt>
                <c:pt idx="18077">
                  <c:v>0.20922453703678912</c:v>
                </c:pt>
                <c:pt idx="18078">
                  <c:v>0.20923611110629281</c:v>
                </c:pt>
                <c:pt idx="18079">
                  <c:v>0.20924768518307246</c:v>
                </c:pt>
                <c:pt idx="18080">
                  <c:v>0.20925925925985212</c:v>
                </c:pt>
                <c:pt idx="18081">
                  <c:v>0.20927083332935581</c:v>
                </c:pt>
                <c:pt idx="18082">
                  <c:v>0.20928240740613546</c:v>
                </c:pt>
                <c:pt idx="18083">
                  <c:v>0.20929398147563916</c:v>
                </c:pt>
                <c:pt idx="18084">
                  <c:v>0.20930555555241881</c:v>
                </c:pt>
                <c:pt idx="18085">
                  <c:v>0.20931712962919846</c:v>
                </c:pt>
                <c:pt idx="18086">
                  <c:v>0.20932870369870216</c:v>
                </c:pt>
                <c:pt idx="18087">
                  <c:v>0.20934027777548181</c:v>
                </c:pt>
                <c:pt idx="18088">
                  <c:v>0.20935185185226146</c:v>
                </c:pt>
                <c:pt idx="18089">
                  <c:v>0.20936342592176516</c:v>
                </c:pt>
                <c:pt idx="18090">
                  <c:v>0.20937499999854481</c:v>
                </c:pt>
                <c:pt idx="18091">
                  <c:v>0.20938657407532446</c:v>
                </c:pt>
                <c:pt idx="18092">
                  <c:v>0.20939814814482816</c:v>
                </c:pt>
                <c:pt idx="18093">
                  <c:v>0.20940972222160781</c:v>
                </c:pt>
                <c:pt idx="18094">
                  <c:v>0.2094212962911115</c:v>
                </c:pt>
                <c:pt idx="18095">
                  <c:v>0.20943287036789116</c:v>
                </c:pt>
                <c:pt idx="18096">
                  <c:v>0.20944444444467081</c:v>
                </c:pt>
                <c:pt idx="18097">
                  <c:v>0.2094560185141745</c:v>
                </c:pt>
                <c:pt idx="18098">
                  <c:v>0.20946759259095415</c:v>
                </c:pt>
                <c:pt idx="18099">
                  <c:v>0.20947916666773381</c:v>
                </c:pt>
                <c:pt idx="18100">
                  <c:v>0.2094907407372375</c:v>
                </c:pt>
                <c:pt idx="18101">
                  <c:v>0.20950231481401715</c:v>
                </c:pt>
                <c:pt idx="18102">
                  <c:v>0.20951388888352085</c:v>
                </c:pt>
                <c:pt idx="18103">
                  <c:v>0.2095254629603005</c:v>
                </c:pt>
                <c:pt idx="18104">
                  <c:v>0.20953703703708015</c:v>
                </c:pt>
                <c:pt idx="18105">
                  <c:v>0.20954861110658385</c:v>
                </c:pt>
                <c:pt idx="18106">
                  <c:v>0.2095601851833635</c:v>
                </c:pt>
                <c:pt idx="18107">
                  <c:v>0.20957175926014315</c:v>
                </c:pt>
                <c:pt idx="18108">
                  <c:v>0.20958333332964685</c:v>
                </c:pt>
                <c:pt idx="18109">
                  <c:v>0.2095949074064265</c:v>
                </c:pt>
                <c:pt idx="18110">
                  <c:v>0.2096064814759302</c:v>
                </c:pt>
                <c:pt idx="18111">
                  <c:v>0.20961805555270985</c:v>
                </c:pt>
                <c:pt idx="18112">
                  <c:v>0.2096296296294895</c:v>
                </c:pt>
                <c:pt idx="18113">
                  <c:v>0.20964120369899319</c:v>
                </c:pt>
                <c:pt idx="18114">
                  <c:v>0.20965277777577285</c:v>
                </c:pt>
                <c:pt idx="18115">
                  <c:v>0.2096643518525525</c:v>
                </c:pt>
                <c:pt idx="18116">
                  <c:v>0.20967592592205619</c:v>
                </c:pt>
                <c:pt idx="18117">
                  <c:v>0.20968749999883585</c:v>
                </c:pt>
                <c:pt idx="18118">
                  <c:v>0.20969907406833954</c:v>
                </c:pt>
                <c:pt idx="18119">
                  <c:v>0.20971064814511919</c:v>
                </c:pt>
                <c:pt idx="18120">
                  <c:v>0.20972222222189885</c:v>
                </c:pt>
                <c:pt idx="18121">
                  <c:v>0.20973379629140254</c:v>
                </c:pt>
                <c:pt idx="18122">
                  <c:v>0.20974537036818219</c:v>
                </c:pt>
                <c:pt idx="18123">
                  <c:v>0.20975694444496185</c:v>
                </c:pt>
                <c:pt idx="18124">
                  <c:v>0.20976851851446554</c:v>
                </c:pt>
                <c:pt idx="18125">
                  <c:v>0.20978009259124519</c:v>
                </c:pt>
                <c:pt idx="18126">
                  <c:v>0.20979166666074889</c:v>
                </c:pt>
                <c:pt idx="18127">
                  <c:v>0.20980324073752854</c:v>
                </c:pt>
                <c:pt idx="18128">
                  <c:v>0.20981481481430819</c:v>
                </c:pt>
                <c:pt idx="18129">
                  <c:v>0.20982638888381189</c:v>
                </c:pt>
                <c:pt idx="18130">
                  <c:v>0.20983796296059154</c:v>
                </c:pt>
                <c:pt idx="18131">
                  <c:v>0.20984953703737119</c:v>
                </c:pt>
                <c:pt idx="18132">
                  <c:v>0.20986111110687489</c:v>
                </c:pt>
                <c:pt idx="18133">
                  <c:v>0.20987268518365454</c:v>
                </c:pt>
                <c:pt idx="18134">
                  <c:v>0.20988425926043419</c:v>
                </c:pt>
                <c:pt idx="18135">
                  <c:v>0.20989583332993789</c:v>
                </c:pt>
                <c:pt idx="18136">
                  <c:v>0.20990740740671754</c:v>
                </c:pt>
                <c:pt idx="18137">
                  <c:v>0.20991898147622123</c:v>
                </c:pt>
                <c:pt idx="18138">
                  <c:v>0.20993055555300089</c:v>
                </c:pt>
                <c:pt idx="18139">
                  <c:v>0.20994212962978054</c:v>
                </c:pt>
                <c:pt idx="18140">
                  <c:v>0.20995370369928423</c:v>
                </c:pt>
                <c:pt idx="18141">
                  <c:v>0.20996527777606389</c:v>
                </c:pt>
                <c:pt idx="18142">
                  <c:v>0.20997685185284354</c:v>
                </c:pt>
                <c:pt idx="18143">
                  <c:v>0.20998842592234723</c:v>
                </c:pt>
                <c:pt idx="18144">
                  <c:v>0.20999999999912689</c:v>
                </c:pt>
                <c:pt idx="18145">
                  <c:v>0.21001157406863058</c:v>
                </c:pt>
                <c:pt idx="18146">
                  <c:v>0.21002314814541023</c:v>
                </c:pt>
                <c:pt idx="18147">
                  <c:v>0.21003472222218988</c:v>
                </c:pt>
                <c:pt idx="18148">
                  <c:v>0.21004629629169358</c:v>
                </c:pt>
                <c:pt idx="18149">
                  <c:v>0.21005787036847323</c:v>
                </c:pt>
                <c:pt idx="18150">
                  <c:v>0.21006944444525288</c:v>
                </c:pt>
                <c:pt idx="18151">
                  <c:v>0.21008101851475658</c:v>
                </c:pt>
                <c:pt idx="18152">
                  <c:v>0.21009259259153623</c:v>
                </c:pt>
                <c:pt idx="18153">
                  <c:v>0.21010416666103993</c:v>
                </c:pt>
                <c:pt idx="18154">
                  <c:v>0.21011574073781958</c:v>
                </c:pt>
                <c:pt idx="18155">
                  <c:v>0.21012731481459923</c:v>
                </c:pt>
                <c:pt idx="18156">
                  <c:v>0.21013888888410293</c:v>
                </c:pt>
                <c:pt idx="18157">
                  <c:v>0.21015046296088258</c:v>
                </c:pt>
                <c:pt idx="18158">
                  <c:v>0.21016203703766223</c:v>
                </c:pt>
                <c:pt idx="18159">
                  <c:v>0.21017361110716593</c:v>
                </c:pt>
                <c:pt idx="18160">
                  <c:v>0.21018518518394558</c:v>
                </c:pt>
                <c:pt idx="18161">
                  <c:v>0.21019675925344927</c:v>
                </c:pt>
                <c:pt idx="18162">
                  <c:v>0.21020833333022892</c:v>
                </c:pt>
                <c:pt idx="18163">
                  <c:v>0.21021990740700858</c:v>
                </c:pt>
                <c:pt idx="18164">
                  <c:v>0.21023148147651227</c:v>
                </c:pt>
                <c:pt idx="18165">
                  <c:v>0.21024305555329192</c:v>
                </c:pt>
                <c:pt idx="18166">
                  <c:v>0.21025462963007158</c:v>
                </c:pt>
                <c:pt idx="18167">
                  <c:v>0.21026620369957527</c:v>
                </c:pt>
                <c:pt idx="18168">
                  <c:v>0.21027777777635492</c:v>
                </c:pt>
                <c:pt idx="18169">
                  <c:v>0.21028935185313458</c:v>
                </c:pt>
                <c:pt idx="18170">
                  <c:v>0.21030092592263827</c:v>
                </c:pt>
                <c:pt idx="18171">
                  <c:v>0.21031249999941792</c:v>
                </c:pt>
                <c:pt idx="18172">
                  <c:v>0.21032407406892162</c:v>
                </c:pt>
                <c:pt idx="18173">
                  <c:v>0.21033564814570127</c:v>
                </c:pt>
                <c:pt idx="18174">
                  <c:v>0.21034722222248092</c:v>
                </c:pt>
                <c:pt idx="18175">
                  <c:v>0.21035879629198462</c:v>
                </c:pt>
                <c:pt idx="18176">
                  <c:v>0.21037037036876427</c:v>
                </c:pt>
                <c:pt idx="18177">
                  <c:v>0.21038194444554392</c:v>
                </c:pt>
                <c:pt idx="18178">
                  <c:v>0.21039351851504762</c:v>
                </c:pt>
                <c:pt idx="18179">
                  <c:v>0.21040509259182727</c:v>
                </c:pt>
                <c:pt idx="18180">
                  <c:v>0.21041666666133096</c:v>
                </c:pt>
                <c:pt idx="18181">
                  <c:v>0.21042824073811062</c:v>
                </c:pt>
                <c:pt idx="18182">
                  <c:v>0.21043981481489027</c:v>
                </c:pt>
                <c:pt idx="18183">
                  <c:v>0.21045138888439396</c:v>
                </c:pt>
                <c:pt idx="18184">
                  <c:v>0.21046296296117362</c:v>
                </c:pt>
                <c:pt idx="18185">
                  <c:v>0.21047453703795327</c:v>
                </c:pt>
                <c:pt idx="18186">
                  <c:v>0.21048611110745696</c:v>
                </c:pt>
                <c:pt idx="18187">
                  <c:v>0.21049768518423662</c:v>
                </c:pt>
                <c:pt idx="18188">
                  <c:v>0.21050925925374031</c:v>
                </c:pt>
                <c:pt idx="18189">
                  <c:v>0.21052083333051996</c:v>
                </c:pt>
                <c:pt idx="18190">
                  <c:v>0.21053240740729962</c:v>
                </c:pt>
                <c:pt idx="18191">
                  <c:v>0.21054398147680331</c:v>
                </c:pt>
                <c:pt idx="18192">
                  <c:v>0.21055555555358296</c:v>
                </c:pt>
                <c:pt idx="18193">
                  <c:v>0.21056712963036261</c:v>
                </c:pt>
                <c:pt idx="18194">
                  <c:v>0.21057870369986631</c:v>
                </c:pt>
                <c:pt idx="18195">
                  <c:v>0.21059027777664596</c:v>
                </c:pt>
                <c:pt idx="18196">
                  <c:v>0.21060185184614966</c:v>
                </c:pt>
                <c:pt idx="18197">
                  <c:v>0.21061342592292931</c:v>
                </c:pt>
                <c:pt idx="18198">
                  <c:v>0.21062499999970896</c:v>
                </c:pt>
                <c:pt idx="18199">
                  <c:v>0.21063657406921266</c:v>
                </c:pt>
                <c:pt idx="18200">
                  <c:v>0.21064814814599231</c:v>
                </c:pt>
                <c:pt idx="18201">
                  <c:v>0.21065972222277196</c:v>
                </c:pt>
                <c:pt idx="18202">
                  <c:v>0.21067129629227566</c:v>
                </c:pt>
                <c:pt idx="18203">
                  <c:v>0.21068287036905531</c:v>
                </c:pt>
                <c:pt idx="18204">
                  <c:v>0.210694444438559</c:v>
                </c:pt>
                <c:pt idx="18205">
                  <c:v>0.21070601851533866</c:v>
                </c:pt>
                <c:pt idx="18206">
                  <c:v>0.21071759259211831</c:v>
                </c:pt>
                <c:pt idx="18207">
                  <c:v>0.210729166661622</c:v>
                </c:pt>
                <c:pt idx="18208">
                  <c:v>0.21074074073840166</c:v>
                </c:pt>
                <c:pt idx="18209">
                  <c:v>0.21075231481518131</c:v>
                </c:pt>
                <c:pt idx="18210">
                  <c:v>0.210763888884685</c:v>
                </c:pt>
                <c:pt idx="18211">
                  <c:v>0.21077546296146465</c:v>
                </c:pt>
                <c:pt idx="18212">
                  <c:v>0.21078703703824431</c:v>
                </c:pt>
                <c:pt idx="18213">
                  <c:v>0.210798611107748</c:v>
                </c:pt>
                <c:pt idx="18214">
                  <c:v>0.21081018518452765</c:v>
                </c:pt>
                <c:pt idx="18215">
                  <c:v>0.21082175925403135</c:v>
                </c:pt>
                <c:pt idx="18216">
                  <c:v>0.210833333330811</c:v>
                </c:pt>
                <c:pt idx="18217">
                  <c:v>0.21084490740759065</c:v>
                </c:pt>
                <c:pt idx="18218">
                  <c:v>0.21085648147709435</c:v>
                </c:pt>
                <c:pt idx="18219">
                  <c:v>0.210868055553874</c:v>
                </c:pt>
                <c:pt idx="18220">
                  <c:v>0.21087962963065365</c:v>
                </c:pt>
                <c:pt idx="18221">
                  <c:v>0.21089120370015735</c:v>
                </c:pt>
                <c:pt idx="18222">
                  <c:v>0.210902777776937</c:v>
                </c:pt>
                <c:pt idx="18223">
                  <c:v>0.2109143518464407</c:v>
                </c:pt>
                <c:pt idx="18224">
                  <c:v>0.21092592592322035</c:v>
                </c:pt>
                <c:pt idx="18225">
                  <c:v>0.2109375</c:v>
                </c:pt>
                <c:pt idx="18226">
                  <c:v>0.21094907406950369</c:v>
                </c:pt>
                <c:pt idx="18227">
                  <c:v>0.21096064814628335</c:v>
                </c:pt>
                <c:pt idx="18228">
                  <c:v>0.210972222223063</c:v>
                </c:pt>
                <c:pt idx="18229">
                  <c:v>0.21098379629256669</c:v>
                </c:pt>
                <c:pt idx="18230">
                  <c:v>0.21099537036934635</c:v>
                </c:pt>
                <c:pt idx="18231">
                  <c:v>0.21100694443885004</c:v>
                </c:pt>
                <c:pt idx="18232">
                  <c:v>0.21101851851562969</c:v>
                </c:pt>
                <c:pt idx="18233">
                  <c:v>0.21103009259240935</c:v>
                </c:pt>
                <c:pt idx="18234">
                  <c:v>0.21104166666191304</c:v>
                </c:pt>
                <c:pt idx="18235">
                  <c:v>0.21105324073869269</c:v>
                </c:pt>
                <c:pt idx="18236">
                  <c:v>0.21106481481547235</c:v>
                </c:pt>
                <c:pt idx="18237">
                  <c:v>0.21107638888497604</c:v>
                </c:pt>
                <c:pt idx="18238">
                  <c:v>0.21108796296175569</c:v>
                </c:pt>
                <c:pt idx="18239">
                  <c:v>0.21109953703125939</c:v>
                </c:pt>
                <c:pt idx="18240">
                  <c:v>0.21111111110803904</c:v>
                </c:pt>
                <c:pt idx="18241">
                  <c:v>0.21112268518481869</c:v>
                </c:pt>
                <c:pt idx="18242">
                  <c:v>0.21113425925432239</c:v>
                </c:pt>
                <c:pt idx="18243">
                  <c:v>0.21114583333110204</c:v>
                </c:pt>
                <c:pt idx="18244">
                  <c:v>0.21115740740788169</c:v>
                </c:pt>
                <c:pt idx="18245">
                  <c:v>0.21116898147738539</c:v>
                </c:pt>
                <c:pt idx="18246">
                  <c:v>0.21118055555416504</c:v>
                </c:pt>
                <c:pt idx="18247">
                  <c:v>0.21119212963094469</c:v>
                </c:pt>
                <c:pt idx="18248">
                  <c:v>0.21120370370044839</c:v>
                </c:pt>
                <c:pt idx="18249">
                  <c:v>0.21121527777722804</c:v>
                </c:pt>
                <c:pt idx="18250">
                  <c:v>0.21122685184673173</c:v>
                </c:pt>
                <c:pt idx="18251">
                  <c:v>0.21123842592351139</c:v>
                </c:pt>
                <c:pt idx="18252">
                  <c:v>0.21125000000029104</c:v>
                </c:pt>
                <c:pt idx="18253">
                  <c:v>0.21126157406979473</c:v>
                </c:pt>
                <c:pt idx="18254">
                  <c:v>0.21127314814657439</c:v>
                </c:pt>
                <c:pt idx="18255">
                  <c:v>0.21128472222335404</c:v>
                </c:pt>
                <c:pt idx="18256">
                  <c:v>0.21129629629285773</c:v>
                </c:pt>
                <c:pt idx="18257">
                  <c:v>0.21130787036963739</c:v>
                </c:pt>
                <c:pt idx="18258">
                  <c:v>0.21131944443914108</c:v>
                </c:pt>
                <c:pt idx="18259">
                  <c:v>0.21133101851592073</c:v>
                </c:pt>
                <c:pt idx="18260">
                  <c:v>0.21134259259270038</c:v>
                </c:pt>
                <c:pt idx="18261">
                  <c:v>0.21135416666220408</c:v>
                </c:pt>
                <c:pt idx="18262">
                  <c:v>0.21136574073898373</c:v>
                </c:pt>
                <c:pt idx="18263">
                  <c:v>0.21137731481576338</c:v>
                </c:pt>
                <c:pt idx="18264">
                  <c:v>0.21138888888526708</c:v>
                </c:pt>
                <c:pt idx="18265">
                  <c:v>0.21140046296204673</c:v>
                </c:pt>
                <c:pt idx="18266">
                  <c:v>0.21141203703155043</c:v>
                </c:pt>
                <c:pt idx="18267">
                  <c:v>0.21142361110833008</c:v>
                </c:pt>
                <c:pt idx="18268">
                  <c:v>0.21143518518510973</c:v>
                </c:pt>
                <c:pt idx="18269">
                  <c:v>0.21144675925461343</c:v>
                </c:pt>
                <c:pt idx="18270">
                  <c:v>0.21145833333139308</c:v>
                </c:pt>
                <c:pt idx="18271">
                  <c:v>0.21146990740817273</c:v>
                </c:pt>
                <c:pt idx="18272">
                  <c:v>0.21148148147767643</c:v>
                </c:pt>
                <c:pt idx="18273">
                  <c:v>0.21149305555445608</c:v>
                </c:pt>
                <c:pt idx="18274">
                  <c:v>0.21150462962395977</c:v>
                </c:pt>
                <c:pt idx="18275">
                  <c:v>0.21151620370073942</c:v>
                </c:pt>
                <c:pt idx="18276">
                  <c:v>0.21152777777751908</c:v>
                </c:pt>
                <c:pt idx="18277">
                  <c:v>0.21153935184702277</c:v>
                </c:pt>
                <c:pt idx="18278">
                  <c:v>0.21155092592380242</c:v>
                </c:pt>
                <c:pt idx="18279">
                  <c:v>0.21156250000058208</c:v>
                </c:pt>
                <c:pt idx="18280">
                  <c:v>0.21157407407008577</c:v>
                </c:pt>
                <c:pt idx="18281">
                  <c:v>0.21158564814686542</c:v>
                </c:pt>
                <c:pt idx="18282">
                  <c:v>0.21159722221636912</c:v>
                </c:pt>
                <c:pt idx="18283">
                  <c:v>0.21160879629314877</c:v>
                </c:pt>
                <c:pt idx="18284">
                  <c:v>0.21162037036992842</c:v>
                </c:pt>
                <c:pt idx="18285">
                  <c:v>0.21163194443943212</c:v>
                </c:pt>
                <c:pt idx="18286">
                  <c:v>0.21164351851621177</c:v>
                </c:pt>
                <c:pt idx="18287">
                  <c:v>0.21165509259299142</c:v>
                </c:pt>
                <c:pt idx="18288">
                  <c:v>0.21166666666249512</c:v>
                </c:pt>
                <c:pt idx="18289">
                  <c:v>0.21167824073927477</c:v>
                </c:pt>
                <c:pt idx="18290">
                  <c:v>0.21168981481605442</c:v>
                </c:pt>
                <c:pt idx="18291">
                  <c:v>0.21170138888555812</c:v>
                </c:pt>
                <c:pt idx="18292">
                  <c:v>0.21171296296233777</c:v>
                </c:pt>
                <c:pt idx="18293">
                  <c:v>0.21172453703184146</c:v>
                </c:pt>
                <c:pt idx="18294">
                  <c:v>0.21173611110862112</c:v>
                </c:pt>
                <c:pt idx="18295">
                  <c:v>0.21174768518540077</c:v>
                </c:pt>
                <c:pt idx="18296">
                  <c:v>0.21175925925490446</c:v>
                </c:pt>
                <c:pt idx="18297">
                  <c:v>0.21177083333168412</c:v>
                </c:pt>
                <c:pt idx="18298">
                  <c:v>0.21178240740846377</c:v>
                </c:pt>
                <c:pt idx="18299">
                  <c:v>0.21179398147796746</c:v>
                </c:pt>
                <c:pt idx="18300">
                  <c:v>0.21180555555474712</c:v>
                </c:pt>
                <c:pt idx="18301">
                  <c:v>0.21181712962425081</c:v>
                </c:pt>
                <c:pt idx="18302">
                  <c:v>0.21182870370103046</c:v>
                </c:pt>
                <c:pt idx="18303">
                  <c:v>0.21184027777781012</c:v>
                </c:pt>
                <c:pt idx="18304">
                  <c:v>0.21185185184731381</c:v>
                </c:pt>
                <c:pt idx="18305">
                  <c:v>0.21186342592409346</c:v>
                </c:pt>
                <c:pt idx="18306">
                  <c:v>0.21187500000087311</c:v>
                </c:pt>
                <c:pt idx="18307">
                  <c:v>0.21188657407037681</c:v>
                </c:pt>
                <c:pt idx="18308">
                  <c:v>0.21189814814715646</c:v>
                </c:pt>
                <c:pt idx="18309">
                  <c:v>0.21190972221666016</c:v>
                </c:pt>
                <c:pt idx="18310">
                  <c:v>0.21192129629343981</c:v>
                </c:pt>
                <c:pt idx="18311">
                  <c:v>0.21193287037021946</c:v>
                </c:pt>
                <c:pt idx="18312">
                  <c:v>0.21194444443972316</c:v>
                </c:pt>
                <c:pt idx="18313">
                  <c:v>0.21195601851650281</c:v>
                </c:pt>
                <c:pt idx="18314">
                  <c:v>0.21196759259328246</c:v>
                </c:pt>
                <c:pt idx="18315">
                  <c:v>0.21197916666278616</c:v>
                </c:pt>
                <c:pt idx="18316">
                  <c:v>0.21199074073956581</c:v>
                </c:pt>
                <c:pt idx="18317">
                  <c:v>0.2120023148090695</c:v>
                </c:pt>
                <c:pt idx="18318">
                  <c:v>0.21201388888584916</c:v>
                </c:pt>
                <c:pt idx="18319">
                  <c:v>0.21202546296262881</c:v>
                </c:pt>
                <c:pt idx="18320">
                  <c:v>0.2120370370321325</c:v>
                </c:pt>
                <c:pt idx="18321">
                  <c:v>0.21204861110891216</c:v>
                </c:pt>
                <c:pt idx="18322">
                  <c:v>0.21206018518569181</c:v>
                </c:pt>
                <c:pt idx="18323">
                  <c:v>0.2120717592551955</c:v>
                </c:pt>
                <c:pt idx="18324">
                  <c:v>0.21208333333197515</c:v>
                </c:pt>
                <c:pt idx="18325">
                  <c:v>0.21209490740147885</c:v>
                </c:pt>
                <c:pt idx="18326">
                  <c:v>0.2121064814782585</c:v>
                </c:pt>
                <c:pt idx="18327">
                  <c:v>0.21211805555503815</c:v>
                </c:pt>
                <c:pt idx="18328">
                  <c:v>0.21212962962454185</c:v>
                </c:pt>
                <c:pt idx="18329">
                  <c:v>0.2121412037013215</c:v>
                </c:pt>
                <c:pt idx="18330">
                  <c:v>0.21215277777810115</c:v>
                </c:pt>
                <c:pt idx="18331">
                  <c:v>0.21216435184760485</c:v>
                </c:pt>
                <c:pt idx="18332">
                  <c:v>0.2121759259243845</c:v>
                </c:pt>
                <c:pt idx="18333">
                  <c:v>0.21218750000116415</c:v>
                </c:pt>
                <c:pt idx="18334">
                  <c:v>0.21219907407066785</c:v>
                </c:pt>
                <c:pt idx="18335">
                  <c:v>0.2122106481474475</c:v>
                </c:pt>
                <c:pt idx="18336">
                  <c:v>0.2122222222169512</c:v>
                </c:pt>
                <c:pt idx="18337">
                  <c:v>0.21223379629373085</c:v>
                </c:pt>
                <c:pt idx="18338">
                  <c:v>0.2122453703705105</c:v>
                </c:pt>
                <c:pt idx="18339">
                  <c:v>0.21225694444001419</c:v>
                </c:pt>
                <c:pt idx="18340">
                  <c:v>0.21226851851679385</c:v>
                </c:pt>
                <c:pt idx="18341">
                  <c:v>0.2122800925935735</c:v>
                </c:pt>
                <c:pt idx="18342">
                  <c:v>0.21229166666307719</c:v>
                </c:pt>
                <c:pt idx="18343">
                  <c:v>0.21230324073985685</c:v>
                </c:pt>
                <c:pt idx="18344">
                  <c:v>0.21231481480936054</c:v>
                </c:pt>
                <c:pt idx="18345">
                  <c:v>0.21232638888614019</c:v>
                </c:pt>
                <c:pt idx="18346">
                  <c:v>0.21233796296291985</c:v>
                </c:pt>
                <c:pt idx="18347">
                  <c:v>0.21234953703242354</c:v>
                </c:pt>
                <c:pt idx="18348">
                  <c:v>0.21236111110920319</c:v>
                </c:pt>
                <c:pt idx="18349">
                  <c:v>0.21237268518598285</c:v>
                </c:pt>
                <c:pt idx="18350">
                  <c:v>0.21238425925548654</c:v>
                </c:pt>
                <c:pt idx="18351">
                  <c:v>0.21239583333226619</c:v>
                </c:pt>
                <c:pt idx="18352">
                  <c:v>0.21240740740176989</c:v>
                </c:pt>
                <c:pt idx="18353">
                  <c:v>0.21241898147854954</c:v>
                </c:pt>
                <c:pt idx="18354">
                  <c:v>0.21243055555532919</c:v>
                </c:pt>
                <c:pt idx="18355">
                  <c:v>0.21244212962483289</c:v>
                </c:pt>
                <c:pt idx="18356">
                  <c:v>0.21245370370161254</c:v>
                </c:pt>
                <c:pt idx="18357">
                  <c:v>0.21246527777839219</c:v>
                </c:pt>
                <c:pt idx="18358">
                  <c:v>0.21247685184789589</c:v>
                </c:pt>
                <c:pt idx="18359">
                  <c:v>0.21248842592467554</c:v>
                </c:pt>
                <c:pt idx="18360">
                  <c:v>0.21249999999417923</c:v>
                </c:pt>
                <c:pt idx="18361">
                  <c:v>0.21251157407095889</c:v>
                </c:pt>
                <c:pt idx="18362">
                  <c:v>0.21252314814773854</c:v>
                </c:pt>
                <c:pt idx="18363">
                  <c:v>0.21253472221724223</c:v>
                </c:pt>
                <c:pt idx="18364">
                  <c:v>0.21254629629402189</c:v>
                </c:pt>
                <c:pt idx="18365">
                  <c:v>0.21255787037080154</c:v>
                </c:pt>
                <c:pt idx="18366">
                  <c:v>0.21256944444030523</c:v>
                </c:pt>
                <c:pt idx="18367">
                  <c:v>0.21258101851708489</c:v>
                </c:pt>
                <c:pt idx="18368">
                  <c:v>0.21259259259386454</c:v>
                </c:pt>
                <c:pt idx="18369">
                  <c:v>0.21260416666336823</c:v>
                </c:pt>
                <c:pt idx="18370">
                  <c:v>0.21261574074014788</c:v>
                </c:pt>
                <c:pt idx="18371">
                  <c:v>0.21262731480965158</c:v>
                </c:pt>
                <c:pt idx="18372">
                  <c:v>0.21263888888643123</c:v>
                </c:pt>
                <c:pt idx="18373">
                  <c:v>0.21265046296321088</c:v>
                </c:pt>
                <c:pt idx="18374">
                  <c:v>0.21266203703271458</c:v>
                </c:pt>
                <c:pt idx="18375">
                  <c:v>0.21267361110949423</c:v>
                </c:pt>
                <c:pt idx="18376">
                  <c:v>0.21268518518627388</c:v>
                </c:pt>
                <c:pt idx="18377">
                  <c:v>0.21269675925577758</c:v>
                </c:pt>
                <c:pt idx="18378">
                  <c:v>0.21270833333255723</c:v>
                </c:pt>
                <c:pt idx="18379">
                  <c:v>0.21271990740206093</c:v>
                </c:pt>
                <c:pt idx="18380">
                  <c:v>0.21273148147884058</c:v>
                </c:pt>
                <c:pt idx="18381">
                  <c:v>0.21274305555562023</c:v>
                </c:pt>
                <c:pt idx="18382">
                  <c:v>0.21275462962512393</c:v>
                </c:pt>
                <c:pt idx="18383">
                  <c:v>0.21276620370190358</c:v>
                </c:pt>
                <c:pt idx="18384">
                  <c:v>0.21277777777868323</c:v>
                </c:pt>
                <c:pt idx="18385">
                  <c:v>0.21278935184818693</c:v>
                </c:pt>
                <c:pt idx="18386">
                  <c:v>0.21280092592496658</c:v>
                </c:pt>
                <c:pt idx="18387">
                  <c:v>0.21281249999447027</c:v>
                </c:pt>
                <c:pt idx="18388">
                  <c:v>0.21282407407124992</c:v>
                </c:pt>
                <c:pt idx="18389">
                  <c:v>0.21283564814802958</c:v>
                </c:pt>
                <c:pt idx="18390">
                  <c:v>0.21284722221753327</c:v>
                </c:pt>
                <c:pt idx="18391">
                  <c:v>0.21285879629431292</c:v>
                </c:pt>
                <c:pt idx="18392">
                  <c:v>0.21287037037109258</c:v>
                </c:pt>
                <c:pt idx="18393">
                  <c:v>0.21288194444059627</c:v>
                </c:pt>
                <c:pt idx="18394">
                  <c:v>0.21289351851737592</c:v>
                </c:pt>
                <c:pt idx="18395">
                  <c:v>0.21290509258687962</c:v>
                </c:pt>
                <c:pt idx="18396">
                  <c:v>0.21291666666365927</c:v>
                </c:pt>
                <c:pt idx="18397">
                  <c:v>0.21292824074043892</c:v>
                </c:pt>
                <c:pt idx="18398">
                  <c:v>0.21293981480994262</c:v>
                </c:pt>
                <c:pt idx="18399">
                  <c:v>0.21295138888672227</c:v>
                </c:pt>
                <c:pt idx="18400">
                  <c:v>0.21296296296350192</c:v>
                </c:pt>
                <c:pt idx="18401">
                  <c:v>0.21297453703300562</c:v>
                </c:pt>
                <c:pt idx="18402">
                  <c:v>0.21298611110978527</c:v>
                </c:pt>
                <c:pt idx="18403">
                  <c:v>0.21299768517928896</c:v>
                </c:pt>
                <c:pt idx="18404">
                  <c:v>0.21300925925606862</c:v>
                </c:pt>
                <c:pt idx="18405">
                  <c:v>0.21302083333284827</c:v>
                </c:pt>
                <c:pt idx="18406">
                  <c:v>0.21303240740235196</c:v>
                </c:pt>
                <c:pt idx="18407">
                  <c:v>0.21304398147913162</c:v>
                </c:pt>
                <c:pt idx="18408">
                  <c:v>0.21305555555591127</c:v>
                </c:pt>
                <c:pt idx="18409">
                  <c:v>0.21306712962541496</c:v>
                </c:pt>
                <c:pt idx="18410">
                  <c:v>0.21307870370219462</c:v>
                </c:pt>
                <c:pt idx="18411">
                  <c:v>0.21309027777897427</c:v>
                </c:pt>
                <c:pt idx="18412">
                  <c:v>0.21310185184847796</c:v>
                </c:pt>
                <c:pt idx="18413">
                  <c:v>0.21311342592525762</c:v>
                </c:pt>
                <c:pt idx="18414">
                  <c:v>0.21312499999476131</c:v>
                </c:pt>
                <c:pt idx="18415">
                  <c:v>0.21313657407154096</c:v>
                </c:pt>
                <c:pt idx="18416">
                  <c:v>0.21314814814832062</c:v>
                </c:pt>
                <c:pt idx="18417">
                  <c:v>0.21315972221782431</c:v>
                </c:pt>
                <c:pt idx="18418">
                  <c:v>0.21317129629460396</c:v>
                </c:pt>
                <c:pt idx="18419">
                  <c:v>0.21318287037138361</c:v>
                </c:pt>
                <c:pt idx="18420">
                  <c:v>0.21319444444088731</c:v>
                </c:pt>
                <c:pt idx="18421">
                  <c:v>0.21320601851766696</c:v>
                </c:pt>
                <c:pt idx="18422">
                  <c:v>0.21321759258717066</c:v>
                </c:pt>
                <c:pt idx="18423">
                  <c:v>0.21322916666395031</c:v>
                </c:pt>
                <c:pt idx="18424">
                  <c:v>0.21324074074072996</c:v>
                </c:pt>
                <c:pt idx="18425">
                  <c:v>0.21325231481023366</c:v>
                </c:pt>
                <c:pt idx="18426">
                  <c:v>0.21326388888701331</c:v>
                </c:pt>
                <c:pt idx="18427">
                  <c:v>0.21327546296379296</c:v>
                </c:pt>
                <c:pt idx="18428">
                  <c:v>0.21328703703329666</c:v>
                </c:pt>
                <c:pt idx="18429">
                  <c:v>0.21329861111007631</c:v>
                </c:pt>
                <c:pt idx="18430">
                  <c:v>0.21331018517958</c:v>
                </c:pt>
                <c:pt idx="18431">
                  <c:v>0.21332175925635966</c:v>
                </c:pt>
                <c:pt idx="18432">
                  <c:v>0.21333333333313931</c:v>
                </c:pt>
                <c:pt idx="18433">
                  <c:v>0.213344907402643</c:v>
                </c:pt>
                <c:pt idx="18434">
                  <c:v>0.21335648147942265</c:v>
                </c:pt>
                <c:pt idx="18435">
                  <c:v>0.21336805555620231</c:v>
                </c:pt>
                <c:pt idx="18436">
                  <c:v>0.213379629625706</c:v>
                </c:pt>
                <c:pt idx="18437">
                  <c:v>0.21339120370248565</c:v>
                </c:pt>
                <c:pt idx="18438">
                  <c:v>0.21340277777198935</c:v>
                </c:pt>
                <c:pt idx="18439">
                  <c:v>0.213414351848769</c:v>
                </c:pt>
                <c:pt idx="18440">
                  <c:v>0.21342592592554865</c:v>
                </c:pt>
                <c:pt idx="18441">
                  <c:v>0.21343749999505235</c:v>
                </c:pt>
                <c:pt idx="18442">
                  <c:v>0.213449074071832</c:v>
                </c:pt>
                <c:pt idx="18443">
                  <c:v>0.21346064814861165</c:v>
                </c:pt>
                <c:pt idx="18444">
                  <c:v>0.21347222221811535</c:v>
                </c:pt>
                <c:pt idx="18445">
                  <c:v>0.213483796294895</c:v>
                </c:pt>
                <c:pt idx="18446">
                  <c:v>0.21349537037167465</c:v>
                </c:pt>
                <c:pt idx="18447">
                  <c:v>0.21350694444117835</c:v>
                </c:pt>
                <c:pt idx="18448">
                  <c:v>0.213518518517958</c:v>
                </c:pt>
                <c:pt idx="18449">
                  <c:v>0.2135300925874617</c:v>
                </c:pt>
                <c:pt idx="18450">
                  <c:v>0.21354166666424135</c:v>
                </c:pt>
                <c:pt idx="18451">
                  <c:v>0.213553240741021</c:v>
                </c:pt>
                <c:pt idx="18452">
                  <c:v>0.21356481481052469</c:v>
                </c:pt>
                <c:pt idx="18453">
                  <c:v>0.21357638888730435</c:v>
                </c:pt>
                <c:pt idx="18454">
                  <c:v>0.213587962964084</c:v>
                </c:pt>
                <c:pt idx="18455">
                  <c:v>0.21359953703358769</c:v>
                </c:pt>
                <c:pt idx="18456">
                  <c:v>0.21361111111036735</c:v>
                </c:pt>
                <c:pt idx="18457">
                  <c:v>0.21362268517987104</c:v>
                </c:pt>
                <c:pt idx="18458">
                  <c:v>0.21363425925665069</c:v>
                </c:pt>
                <c:pt idx="18459">
                  <c:v>0.21364583333343035</c:v>
                </c:pt>
                <c:pt idx="18460">
                  <c:v>0.21365740740293404</c:v>
                </c:pt>
                <c:pt idx="18461">
                  <c:v>0.21366898147971369</c:v>
                </c:pt>
                <c:pt idx="18462">
                  <c:v>0.21368055555649335</c:v>
                </c:pt>
                <c:pt idx="18463">
                  <c:v>0.21369212962599704</c:v>
                </c:pt>
                <c:pt idx="18464">
                  <c:v>0.21370370370277669</c:v>
                </c:pt>
                <c:pt idx="18465">
                  <c:v>0.21371527777228039</c:v>
                </c:pt>
                <c:pt idx="18466">
                  <c:v>0.21372685184906004</c:v>
                </c:pt>
                <c:pt idx="18467">
                  <c:v>0.21373842592583969</c:v>
                </c:pt>
                <c:pt idx="18468">
                  <c:v>0.21374999999534339</c:v>
                </c:pt>
                <c:pt idx="18469">
                  <c:v>0.21376157407212304</c:v>
                </c:pt>
                <c:pt idx="18470">
                  <c:v>0.21377314814890269</c:v>
                </c:pt>
                <c:pt idx="18471">
                  <c:v>0.21378472221840639</c:v>
                </c:pt>
                <c:pt idx="18472">
                  <c:v>0.21379629629518604</c:v>
                </c:pt>
                <c:pt idx="18473">
                  <c:v>0.21380787036468973</c:v>
                </c:pt>
                <c:pt idx="18474">
                  <c:v>0.21381944444146939</c:v>
                </c:pt>
                <c:pt idx="18475">
                  <c:v>0.21383101851824904</c:v>
                </c:pt>
                <c:pt idx="18476">
                  <c:v>0.21384259258775273</c:v>
                </c:pt>
                <c:pt idx="18477">
                  <c:v>0.21385416666453239</c:v>
                </c:pt>
                <c:pt idx="18478">
                  <c:v>0.21386574074131204</c:v>
                </c:pt>
                <c:pt idx="18479">
                  <c:v>0.21387731481081573</c:v>
                </c:pt>
                <c:pt idx="18480">
                  <c:v>0.21388888888759539</c:v>
                </c:pt>
                <c:pt idx="18481">
                  <c:v>0.21390046295709908</c:v>
                </c:pt>
                <c:pt idx="18482">
                  <c:v>0.21391203703387873</c:v>
                </c:pt>
                <c:pt idx="18483">
                  <c:v>0.21392361111065838</c:v>
                </c:pt>
                <c:pt idx="18484">
                  <c:v>0.21393518518016208</c:v>
                </c:pt>
                <c:pt idx="18485">
                  <c:v>0.21394675925694173</c:v>
                </c:pt>
                <c:pt idx="18486">
                  <c:v>0.21395833333372138</c:v>
                </c:pt>
                <c:pt idx="18487">
                  <c:v>0.21396990740322508</c:v>
                </c:pt>
                <c:pt idx="18488">
                  <c:v>0.21398148148000473</c:v>
                </c:pt>
                <c:pt idx="18489">
                  <c:v>0.21399305555678438</c:v>
                </c:pt>
                <c:pt idx="18490">
                  <c:v>0.21400462962628808</c:v>
                </c:pt>
                <c:pt idx="18491">
                  <c:v>0.21401620370306773</c:v>
                </c:pt>
                <c:pt idx="18492">
                  <c:v>0.21402777777257143</c:v>
                </c:pt>
                <c:pt idx="18493">
                  <c:v>0.21403935184935108</c:v>
                </c:pt>
                <c:pt idx="18494">
                  <c:v>0.21405092592613073</c:v>
                </c:pt>
                <c:pt idx="18495">
                  <c:v>0.21406249999563443</c:v>
                </c:pt>
                <c:pt idx="18496">
                  <c:v>0.21407407407241408</c:v>
                </c:pt>
                <c:pt idx="18497">
                  <c:v>0.21408564814919373</c:v>
                </c:pt>
                <c:pt idx="18498">
                  <c:v>0.21409722221869742</c:v>
                </c:pt>
                <c:pt idx="18499">
                  <c:v>0.21410879629547708</c:v>
                </c:pt>
                <c:pt idx="18500">
                  <c:v>0.21412037036498077</c:v>
                </c:pt>
                <c:pt idx="18501">
                  <c:v>0.21413194444176042</c:v>
                </c:pt>
                <c:pt idx="18502">
                  <c:v>0.21414351851854008</c:v>
                </c:pt>
                <c:pt idx="18503">
                  <c:v>0.21415509258804377</c:v>
                </c:pt>
                <c:pt idx="18504">
                  <c:v>0.21416666666482342</c:v>
                </c:pt>
                <c:pt idx="18505">
                  <c:v>0.21417824074160308</c:v>
                </c:pt>
                <c:pt idx="18506">
                  <c:v>0.21418981481110677</c:v>
                </c:pt>
                <c:pt idx="18507">
                  <c:v>0.21420138888788642</c:v>
                </c:pt>
                <c:pt idx="18508">
                  <c:v>0.21421296295739012</c:v>
                </c:pt>
                <c:pt idx="18509">
                  <c:v>0.21422453703416977</c:v>
                </c:pt>
                <c:pt idx="18510">
                  <c:v>0.21423611111094942</c:v>
                </c:pt>
                <c:pt idx="18511">
                  <c:v>0.21424768518045312</c:v>
                </c:pt>
                <c:pt idx="18512">
                  <c:v>0.21425925925723277</c:v>
                </c:pt>
                <c:pt idx="18513">
                  <c:v>0.21427083333401242</c:v>
                </c:pt>
                <c:pt idx="18514">
                  <c:v>0.21428240740351612</c:v>
                </c:pt>
                <c:pt idx="18515">
                  <c:v>0.21429398148029577</c:v>
                </c:pt>
                <c:pt idx="18516">
                  <c:v>0.21430555554979946</c:v>
                </c:pt>
                <c:pt idx="18517">
                  <c:v>0.21431712962657912</c:v>
                </c:pt>
                <c:pt idx="18518">
                  <c:v>0.21432870370335877</c:v>
                </c:pt>
                <c:pt idx="18519">
                  <c:v>0.21434027777286246</c:v>
                </c:pt>
                <c:pt idx="18520">
                  <c:v>0.21435185184964212</c:v>
                </c:pt>
                <c:pt idx="18521">
                  <c:v>0.21436342592642177</c:v>
                </c:pt>
                <c:pt idx="18522">
                  <c:v>0.21437499999592546</c:v>
                </c:pt>
                <c:pt idx="18523">
                  <c:v>0.21438657407270512</c:v>
                </c:pt>
                <c:pt idx="18524">
                  <c:v>0.21439814814948477</c:v>
                </c:pt>
                <c:pt idx="18525">
                  <c:v>0.21440972221898846</c:v>
                </c:pt>
                <c:pt idx="18526">
                  <c:v>0.21442129629576812</c:v>
                </c:pt>
                <c:pt idx="18527">
                  <c:v>0.21443287036527181</c:v>
                </c:pt>
                <c:pt idx="18528">
                  <c:v>0.21444444444205146</c:v>
                </c:pt>
                <c:pt idx="18529">
                  <c:v>0.21445601851883112</c:v>
                </c:pt>
                <c:pt idx="18530">
                  <c:v>0.21446759258833481</c:v>
                </c:pt>
                <c:pt idx="18531">
                  <c:v>0.21447916666511446</c:v>
                </c:pt>
                <c:pt idx="18532">
                  <c:v>0.21449074074189411</c:v>
                </c:pt>
                <c:pt idx="18533">
                  <c:v>0.21450231481139781</c:v>
                </c:pt>
                <c:pt idx="18534">
                  <c:v>0.21451388888817746</c:v>
                </c:pt>
                <c:pt idx="18535">
                  <c:v>0.21452546295768116</c:v>
                </c:pt>
                <c:pt idx="18536">
                  <c:v>0.21453703703446081</c:v>
                </c:pt>
                <c:pt idx="18537">
                  <c:v>0.21454861111124046</c:v>
                </c:pt>
                <c:pt idx="18538">
                  <c:v>0.21456018518074416</c:v>
                </c:pt>
                <c:pt idx="18539">
                  <c:v>0.21457175925752381</c:v>
                </c:pt>
                <c:pt idx="18540">
                  <c:v>0.21458333333430346</c:v>
                </c:pt>
                <c:pt idx="18541">
                  <c:v>0.21459490740380716</c:v>
                </c:pt>
                <c:pt idx="18542">
                  <c:v>0.21460648148058681</c:v>
                </c:pt>
                <c:pt idx="18543">
                  <c:v>0.2146180555500905</c:v>
                </c:pt>
                <c:pt idx="18544">
                  <c:v>0.21462962962687016</c:v>
                </c:pt>
                <c:pt idx="18545">
                  <c:v>0.21464120370364981</c:v>
                </c:pt>
                <c:pt idx="18546">
                  <c:v>0.2146527777731535</c:v>
                </c:pt>
                <c:pt idx="18547">
                  <c:v>0.21466435184993315</c:v>
                </c:pt>
                <c:pt idx="18548">
                  <c:v>0.21467592592671281</c:v>
                </c:pt>
                <c:pt idx="18549">
                  <c:v>0.2146874999962165</c:v>
                </c:pt>
                <c:pt idx="18550">
                  <c:v>0.21469907407299615</c:v>
                </c:pt>
                <c:pt idx="18551">
                  <c:v>0.21471064814249985</c:v>
                </c:pt>
                <c:pt idx="18552">
                  <c:v>0.2147222222192795</c:v>
                </c:pt>
                <c:pt idx="18553">
                  <c:v>0.21473379629605915</c:v>
                </c:pt>
                <c:pt idx="18554">
                  <c:v>0.21474537036556285</c:v>
                </c:pt>
                <c:pt idx="18555">
                  <c:v>0.2147569444423425</c:v>
                </c:pt>
                <c:pt idx="18556">
                  <c:v>0.21476851851912215</c:v>
                </c:pt>
                <c:pt idx="18557">
                  <c:v>0.21478009258862585</c:v>
                </c:pt>
                <c:pt idx="18558">
                  <c:v>0.2147916666654055</c:v>
                </c:pt>
                <c:pt idx="18559">
                  <c:v>0.2148032407349092</c:v>
                </c:pt>
                <c:pt idx="18560">
                  <c:v>0.21481481481168885</c:v>
                </c:pt>
                <c:pt idx="18561">
                  <c:v>0.2148263888884685</c:v>
                </c:pt>
                <c:pt idx="18562">
                  <c:v>0.21483796295797219</c:v>
                </c:pt>
                <c:pt idx="18563">
                  <c:v>0.21484953703475185</c:v>
                </c:pt>
                <c:pt idx="18564">
                  <c:v>0.2148611111115315</c:v>
                </c:pt>
                <c:pt idx="18565">
                  <c:v>0.21487268518103519</c:v>
                </c:pt>
                <c:pt idx="18566">
                  <c:v>0.21488425925781485</c:v>
                </c:pt>
                <c:pt idx="18567">
                  <c:v>0.2148958333345945</c:v>
                </c:pt>
                <c:pt idx="18568">
                  <c:v>0.21490740740409819</c:v>
                </c:pt>
                <c:pt idx="18569">
                  <c:v>0.21491898148087785</c:v>
                </c:pt>
                <c:pt idx="18570">
                  <c:v>0.21493055555038154</c:v>
                </c:pt>
                <c:pt idx="18571">
                  <c:v>0.21494212962716119</c:v>
                </c:pt>
                <c:pt idx="18572">
                  <c:v>0.21495370370394085</c:v>
                </c:pt>
                <c:pt idx="18573">
                  <c:v>0.21496527777344454</c:v>
                </c:pt>
                <c:pt idx="18574">
                  <c:v>0.21497685185022419</c:v>
                </c:pt>
                <c:pt idx="18575">
                  <c:v>0.21498842592700385</c:v>
                </c:pt>
                <c:pt idx="18576">
                  <c:v>0.21499999999650754</c:v>
                </c:pt>
                <c:pt idx="18577">
                  <c:v>0.21501157407328719</c:v>
                </c:pt>
                <c:pt idx="18578">
                  <c:v>0.21502314814279089</c:v>
                </c:pt>
                <c:pt idx="18579">
                  <c:v>0.21503472221957054</c:v>
                </c:pt>
                <c:pt idx="18580">
                  <c:v>0.21504629629635019</c:v>
                </c:pt>
                <c:pt idx="18581">
                  <c:v>0.21505787036585389</c:v>
                </c:pt>
                <c:pt idx="18582">
                  <c:v>0.21506944444263354</c:v>
                </c:pt>
                <c:pt idx="18583">
                  <c:v>0.21508101851941319</c:v>
                </c:pt>
                <c:pt idx="18584">
                  <c:v>0.21509259258891689</c:v>
                </c:pt>
                <c:pt idx="18585">
                  <c:v>0.21510416666569654</c:v>
                </c:pt>
                <c:pt idx="18586">
                  <c:v>0.21511574073520023</c:v>
                </c:pt>
                <c:pt idx="18587">
                  <c:v>0.21512731481197989</c:v>
                </c:pt>
                <c:pt idx="18588">
                  <c:v>0.21513888888875954</c:v>
                </c:pt>
                <c:pt idx="18589">
                  <c:v>0.21515046295826323</c:v>
                </c:pt>
                <c:pt idx="18590">
                  <c:v>0.21516203703504289</c:v>
                </c:pt>
                <c:pt idx="18591">
                  <c:v>0.21517361111182254</c:v>
                </c:pt>
                <c:pt idx="18592">
                  <c:v>0.21518518518132623</c:v>
                </c:pt>
                <c:pt idx="18593">
                  <c:v>0.21519675925810589</c:v>
                </c:pt>
                <c:pt idx="18594">
                  <c:v>0.21520833332760958</c:v>
                </c:pt>
                <c:pt idx="18595">
                  <c:v>0.21521990740438923</c:v>
                </c:pt>
                <c:pt idx="18596">
                  <c:v>0.21523148148116888</c:v>
                </c:pt>
                <c:pt idx="18597">
                  <c:v>0.21524305555067258</c:v>
                </c:pt>
                <c:pt idx="18598">
                  <c:v>0.21525462962745223</c:v>
                </c:pt>
                <c:pt idx="18599">
                  <c:v>0.21526620370423188</c:v>
                </c:pt>
                <c:pt idx="18600">
                  <c:v>0.21527777777373558</c:v>
                </c:pt>
                <c:pt idx="18601">
                  <c:v>0.21528935185051523</c:v>
                </c:pt>
                <c:pt idx="18602">
                  <c:v>0.21530092592001893</c:v>
                </c:pt>
                <c:pt idx="18603">
                  <c:v>0.21531249999679858</c:v>
                </c:pt>
                <c:pt idx="18604">
                  <c:v>0.21532407407357823</c:v>
                </c:pt>
                <c:pt idx="18605">
                  <c:v>0.21533564814308193</c:v>
                </c:pt>
                <c:pt idx="18606">
                  <c:v>0.21534722221986158</c:v>
                </c:pt>
                <c:pt idx="18607">
                  <c:v>0.21535879629664123</c:v>
                </c:pt>
                <c:pt idx="18608">
                  <c:v>0.21537037036614493</c:v>
                </c:pt>
                <c:pt idx="18609">
                  <c:v>0.21538194444292458</c:v>
                </c:pt>
                <c:pt idx="18610">
                  <c:v>0.21539351851970423</c:v>
                </c:pt>
                <c:pt idx="18611">
                  <c:v>0.21540509258920792</c:v>
                </c:pt>
                <c:pt idx="18612">
                  <c:v>0.21541666666598758</c:v>
                </c:pt>
                <c:pt idx="18613">
                  <c:v>0.21542824073549127</c:v>
                </c:pt>
                <c:pt idx="18614">
                  <c:v>0.21543981481227092</c:v>
                </c:pt>
                <c:pt idx="18615">
                  <c:v>0.21545138888905058</c:v>
                </c:pt>
                <c:pt idx="18616">
                  <c:v>0.21546296295855427</c:v>
                </c:pt>
                <c:pt idx="18617">
                  <c:v>0.21547453703533392</c:v>
                </c:pt>
                <c:pt idx="18618">
                  <c:v>0.21548611111211358</c:v>
                </c:pt>
                <c:pt idx="18619">
                  <c:v>0.21549768518161727</c:v>
                </c:pt>
                <c:pt idx="18620">
                  <c:v>0.21550925925839692</c:v>
                </c:pt>
                <c:pt idx="18621">
                  <c:v>0.21552083332790062</c:v>
                </c:pt>
                <c:pt idx="18622">
                  <c:v>0.21553240740468027</c:v>
                </c:pt>
                <c:pt idx="18623">
                  <c:v>0.21554398148145992</c:v>
                </c:pt>
                <c:pt idx="18624">
                  <c:v>0.21555555555096362</c:v>
                </c:pt>
                <c:pt idx="18625">
                  <c:v>0.21556712962774327</c:v>
                </c:pt>
                <c:pt idx="18626">
                  <c:v>0.21557870370452292</c:v>
                </c:pt>
                <c:pt idx="18627">
                  <c:v>0.21559027777402662</c:v>
                </c:pt>
                <c:pt idx="18628">
                  <c:v>0.21560185185080627</c:v>
                </c:pt>
                <c:pt idx="18629">
                  <c:v>0.21561342592030996</c:v>
                </c:pt>
                <c:pt idx="18630">
                  <c:v>0.21562499999708962</c:v>
                </c:pt>
                <c:pt idx="18631">
                  <c:v>0.21563657407386927</c:v>
                </c:pt>
                <c:pt idx="18632">
                  <c:v>0.21564814814337296</c:v>
                </c:pt>
                <c:pt idx="18633">
                  <c:v>0.21565972222015262</c:v>
                </c:pt>
                <c:pt idx="18634">
                  <c:v>0.21567129629693227</c:v>
                </c:pt>
                <c:pt idx="18635">
                  <c:v>0.21568287036643596</c:v>
                </c:pt>
                <c:pt idx="18636">
                  <c:v>0.21569444444321562</c:v>
                </c:pt>
                <c:pt idx="18637">
                  <c:v>0.21570601851271931</c:v>
                </c:pt>
                <c:pt idx="18638">
                  <c:v>0.21571759258949896</c:v>
                </c:pt>
                <c:pt idx="18639">
                  <c:v>0.21572916666627862</c:v>
                </c:pt>
                <c:pt idx="18640">
                  <c:v>0.21574074073578231</c:v>
                </c:pt>
                <c:pt idx="18641">
                  <c:v>0.21575231481256196</c:v>
                </c:pt>
                <c:pt idx="18642">
                  <c:v>0.21576388888934162</c:v>
                </c:pt>
                <c:pt idx="18643">
                  <c:v>0.21577546295884531</c:v>
                </c:pt>
                <c:pt idx="18644">
                  <c:v>0.21578703703562496</c:v>
                </c:pt>
                <c:pt idx="18645">
                  <c:v>0.21579861111240461</c:v>
                </c:pt>
                <c:pt idx="18646">
                  <c:v>0.21581018518190831</c:v>
                </c:pt>
                <c:pt idx="18647">
                  <c:v>0.21582175925868796</c:v>
                </c:pt>
                <c:pt idx="18648">
                  <c:v>0.21583333332819166</c:v>
                </c:pt>
                <c:pt idx="18649">
                  <c:v>0.21584490740497131</c:v>
                </c:pt>
                <c:pt idx="18650">
                  <c:v>0.21585648148175096</c:v>
                </c:pt>
                <c:pt idx="18651">
                  <c:v>0.21586805555125466</c:v>
                </c:pt>
                <c:pt idx="18652">
                  <c:v>0.21587962962803431</c:v>
                </c:pt>
                <c:pt idx="18653">
                  <c:v>0.21589120370481396</c:v>
                </c:pt>
                <c:pt idx="18654">
                  <c:v>0.21590277777431766</c:v>
                </c:pt>
                <c:pt idx="18655">
                  <c:v>0.21591435185109731</c:v>
                </c:pt>
                <c:pt idx="18656">
                  <c:v>0.215925925920601</c:v>
                </c:pt>
                <c:pt idx="18657">
                  <c:v>0.21593749999738066</c:v>
                </c:pt>
                <c:pt idx="18658">
                  <c:v>0.21594907407416031</c:v>
                </c:pt>
                <c:pt idx="18659">
                  <c:v>0.215960648143664</c:v>
                </c:pt>
                <c:pt idx="18660">
                  <c:v>0.21597222222044365</c:v>
                </c:pt>
                <c:pt idx="18661">
                  <c:v>0.21598379629722331</c:v>
                </c:pt>
                <c:pt idx="18662">
                  <c:v>0.215995370366727</c:v>
                </c:pt>
                <c:pt idx="18663">
                  <c:v>0.21600694444350665</c:v>
                </c:pt>
                <c:pt idx="18664">
                  <c:v>0.21601851851301035</c:v>
                </c:pt>
                <c:pt idx="18665">
                  <c:v>0.21603009258979</c:v>
                </c:pt>
                <c:pt idx="18666">
                  <c:v>0.21604166666656965</c:v>
                </c:pt>
                <c:pt idx="18667">
                  <c:v>0.21605324073607335</c:v>
                </c:pt>
                <c:pt idx="18668">
                  <c:v>0.216064814812853</c:v>
                </c:pt>
                <c:pt idx="18669">
                  <c:v>0.21607638888963265</c:v>
                </c:pt>
                <c:pt idx="18670">
                  <c:v>0.21608796295913635</c:v>
                </c:pt>
                <c:pt idx="18671">
                  <c:v>0.216099537035916</c:v>
                </c:pt>
                <c:pt idx="18672">
                  <c:v>0.2161111111054197</c:v>
                </c:pt>
                <c:pt idx="18673">
                  <c:v>0.21612268518219935</c:v>
                </c:pt>
                <c:pt idx="18674">
                  <c:v>0.216134259258979</c:v>
                </c:pt>
                <c:pt idx="18675">
                  <c:v>0.21614583332848269</c:v>
                </c:pt>
                <c:pt idx="18676">
                  <c:v>0.21615740740526235</c:v>
                </c:pt>
                <c:pt idx="18677">
                  <c:v>0.216168981482042</c:v>
                </c:pt>
                <c:pt idx="18678">
                  <c:v>0.21618055555154569</c:v>
                </c:pt>
                <c:pt idx="18679">
                  <c:v>0.21619212962832535</c:v>
                </c:pt>
                <c:pt idx="18680">
                  <c:v>0.21620370369782904</c:v>
                </c:pt>
                <c:pt idx="18681">
                  <c:v>0.21621527777460869</c:v>
                </c:pt>
                <c:pt idx="18682">
                  <c:v>0.21622685185138835</c:v>
                </c:pt>
                <c:pt idx="18683">
                  <c:v>0.21623842592089204</c:v>
                </c:pt>
                <c:pt idx="18684">
                  <c:v>0.21624999999767169</c:v>
                </c:pt>
                <c:pt idx="18685">
                  <c:v>0.21626157407445135</c:v>
                </c:pt>
                <c:pt idx="18686">
                  <c:v>0.21627314814395504</c:v>
                </c:pt>
                <c:pt idx="18687">
                  <c:v>0.21628472222073469</c:v>
                </c:pt>
                <c:pt idx="18688">
                  <c:v>0.21629629629751435</c:v>
                </c:pt>
                <c:pt idx="18689">
                  <c:v>0.21630787036701804</c:v>
                </c:pt>
                <c:pt idx="18690">
                  <c:v>0.21631944444379769</c:v>
                </c:pt>
                <c:pt idx="18691">
                  <c:v>0.21633101851330139</c:v>
                </c:pt>
                <c:pt idx="18692">
                  <c:v>0.21634259259008104</c:v>
                </c:pt>
                <c:pt idx="18693">
                  <c:v>0.21635416666686069</c:v>
                </c:pt>
                <c:pt idx="18694">
                  <c:v>0.21636574073636439</c:v>
                </c:pt>
                <c:pt idx="18695">
                  <c:v>0.21637731481314404</c:v>
                </c:pt>
                <c:pt idx="18696">
                  <c:v>0.21638888888992369</c:v>
                </c:pt>
                <c:pt idx="18697">
                  <c:v>0.21640046295942739</c:v>
                </c:pt>
                <c:pt idx="18698">
                  <c:v>0.21641203703620704</c:v>
                </c:pt>
                <c:pt idx="18699">
                  <c:v>0.21642361110571073</c:v>
                </c:pt>
                <c:pt idx="18700">
                  <c:v>0.21643518518249039</c:v>
                </c:pt>
                <c:pt idx="18701">
                  <c:v>0.21644675925927004</c:v>
                </c:pt>
                <c:pt idx="18702">
                  <c:v>0.21645833332877373</c:v>
                </c:pt>
                <c:pt idx="18703">
                  <c:v>0.21646990740555339</c:v>
                </c:pt>
                <c:pt idx="18704">
                  <c:v>0.21648148148233304</c:v>
                </c:pt>
                <c:pt idx="18705">
                  <c:v>0.21649305555183673</c:v>
                </c:pt>
                <c:pt idx="18706">
                  <c:v>0.21650462962861639</c:v>
                </c:pt>
                <c:pt idx="18707">
                  <c:v>0.21651620369812008</c:v>
                </c:pt>
                <c:pt idx="18708">
                  <c:v>0.21652777777489973</c:v>
                </c:pt>
                <c:pt idx="18709">
                  <c:v>0.21653935185167938</c:v>
                </c:pt>
                <c:pt idx="18710">
                  <c:v>0.21655092592118308</c:v>
                </c:pt>
                <c:pt idx="18711">
                  <c:v>0.21656249999796273</c:v>
                </c:pt>
                <c:pt idx="18712">
                  <c:v>0.21657407407474238</c:v>
                </c:pt>
                <c:pt idx="18713">
                  <c:v>0.21658564814424608</c:v>
                </c:pt>
                <c:pt idx="18714">
                  <c:v>0.21659722222102573</c:v>
                </c:pt>
                <c:pt idx="18715">
                  <c:v>0.21660879629052943</c:v>
                </c:pt>
                <c:pt idx="18716">
                  <c:v>0.21662037036730908</c:v>
                </c:pt>
                <c:pt idx="18717">
                  <c:v>0.21663194444408873</c:v>
                </c:pt>
                <c:pt idx="18718">
                  <c:v>0.21664351851359243</c:v>
                </c:pt>
                <c:pt idx="18719">
                  <c:v>0.21665509259037208</c:v>
                </c:pt>
                <c:pt idx="18720">
                  <c:v>0.21666666666715173</c:v>
                </c:pt>
                <c:pt idx="18721">
                  <c:v>0.21667824073665543</c:v>
                </c:pt>
                <c:pt idx="18722">
                  <c:v>0.21668981481343508</c:v>
                </c:pt>
                <c:pt idx="18723">
                  <c:v>0.21670138889021473</c:v>
                </c:pt>
                <c:pt idx="18724">
                  <c:v>0.21671296295971842</c:v>
                </c:pt>
                <c:pt idx="18725">
                  <c:v>0.21672453703649808</c:v>
                </c:pt>
                <c:pt idx="18726">
                  <c:v>0.21673611110600177</c:v>
                </c:pt>
                <c:pt idx="18727">
                  <c:v>0.21674768518278142</c:v>
                </c:pt>
                <c:pt idx="18728">
                  <c:v>0.21675925925956108</c:v>
                </c:pt>
                <c:pt idx="18729">
                  <c:v>0.21677083332906477</c:v>
                </c:pt>
                <c:pt idx="18730">
                  <c:v>0.21678240740584442</c:v>
                </c:pt>
                <c:pt idx="18731">
                  <c:v>0.21679398148262408</c:v>
                </c:pt>
                <c:pt idx="18732">
                  <c:v>0.21680555555212777</c:v>
                </c:pt>
                <c:pt idx="18733">
                  <c:v>0.21681712962890742</c:v>
                </c:pt>
                <c:pt idx="18734">
                  <c:v>0.21682870369841112</c:v>
                </c:pt>
                <c:pt idx="18735">
                  <c:v>0.21684027777519077</c:v>
                </c:pt>
                <c:pt idx="18736">
                  <c:v>0.21685185185197042</c:v>
                </c:pt>
                <c:pt idx="18737">
                  <c:v>0.21686342592147412</c:v>
                </c:pt>
                <c:pt idx="18738">
                  <c:v>0.21687499999825377</c:v>
                </c:pt>
                <c:pt idx="18739">
                  <c:v>0.21688657407503342</c:v>
                </c:pt>
                <c:pt idx="18740">
                  <c:v>0.21689814814453712</c:v>
                </c:pt>
                <c:pt idx="18741">
                  <c:v>0.21690972222131677</c:v>
                </c:pt>
                <c:pt idx="18742">
                  <c:v>0.21692129629082046</c:v>
                </c:pt>
                <c:pt idx="18743">
                  <c:v>0.21693287036760012</c:v>
                </c:pt>
                <c:pt idx="18744">
                  <c:v>0.21694444444437977</c:v>
                </c:pt>
                <c:pt idx="18745">
                  <c:v>0.21695601851388346</c:v>
                </c:pt>
                <c:pt idx="18746">
                  <c:v>0.21696759259066312</c:v>
                </c:pt>
                <c:pt idx="18747">
                  <c:v>0.21697916666744277</c:v>
                </c:pt>
                <c:pt idx="18748">
                  <c:v>0.21699074073694646</c:v>
                </c:pt>
                <c:pt idx="18749">
                  <c:v>0.21700231481372612</c:v>
                </c:pt>
                <c:pt idx="18750">
                  <c:v>0.21701388888322981</c:v>
                </c:pt>
                <c:pt idx="18751">
                  <c:v>0.21702546296000946</c:v>
                </c:pt>
                <c:pt idx="18752">
                  <c:v>0.21703703703678912</c:v>
                </c:pt>
                <c:pt idx="18753">
                  <c:v>0.21704861110629281</c:v>
                </c:pt>
                <c:pt idx="18754">
                  <c:v>0.21706018518307246</c:v>
                </c:pt>
                <c:pt idx="18755">
                  <c:v>0.21707175925985212</c:v>
                </c:pt>
                <c:pt idx="18756">
                  <c:v>0.21708333332935581</c:v>
                </c:pt>
                <c:pt idx="18757">
                  <c:v>0.21709490740613546</c:v>
                </c:pt>
                <c:pt idx="18758">
                  <c:v>0.21710648147563916</c:v>
                </c:pt>
                <c:pt idx="18759">
                  <c:v>0.21711805555241881</c:v>
                </c:pt>
                <c:pt idx="18760">
                  <c:v>0.21712962962919846</c:v>
                </c:pt>
                <c:pt idx="18761">
                  <c:v>0.21714120369870216</c:v>
                </c:pt>
                <c:pt idx="18762">
                  <c:v>0.21715277777548181</c:v>
                </c:pt>
                <c:pt idx="18763">
                  <c:v>0.21716435185226146</c:v>
                </c:pt>
                <c:pt idx="18764">
                  <c:v>0.21717592592176516</c:v>
                </c:pt>
                <c:pt idx="18765">
                  <c:v>0.21718749999854481</c:v>
                </c:pt>
                <c:pt idx="18766">
                  <c:v>0.21719907407532446</c:v>
                </c:pt>
                <c:pt idx="18767">
                  <c:v>0.21721064814482816</c:v>
                </c:pt>
                <c:pt idx="18768">
                  <c:v>0.21722222222160781</c:v>
                </c:pt>
                <c:pt idx="18769">
                  <c:v>0.2172337962911115</c:v>
                </c:pt>
                <c:pt idx="18770">
                  <c:v>0.21724537036789116</c:v>
                </c:pt>
                <c:pt idx="18771">
                  <c:v>0.21725694444467081</c:v>
                </c:pt>
                <c:pt idx="18772">
                  <c:v>0.2172685185141745</c:v>
                </c:pt>
                <c:pt idx="18773">
                  <c:v>0.21728009259095415</c:v>
                </c:pt>
                <c:pt idx="18774">
                  <c:v>0.21729166666773381</c:v>
                </c:pt>
                <c:pt idx="18775">
                  <c:v>0.2173032407372375</c:v>
                </c:pt>
                <c:pt idx="18776">
                  <c:v>0.21731481481401715</c:v>
                </c:pt>
                <c:pt idx="18777">
                  <c:v>0.21732638888352085</c:v>
                </c:pt>
                <c:pt idx="18778">
                  <c:v>0.2173379629603005</c:v>
                </c:pt>
                <c:pt idx="18779">
                  <c:v>0.21734953703708015</c:v>
                </c:pt>
                <c:pt idx="18780">
                  <c:v>0.21736111110658385</c:v>
                </c:pt>
                <c:pt idx="18781">
                  <c:v>0.2173726851833635</c:v>
                </c:pt>
                <c:pt idx="18782">
                  <c:v>0.21738425926014315</c:v>
                </c:pt>
                <c:pt idx="18783">
                  <c:v>0.21739583332964685</c:v>
                </c:pt>
                <c:pt idx="18784">
                  <c:v>0.2174074074064265</c:v>
                </c:pt>
                <c:pt idx="18785">
                  <c:v>0.2174189814759302</c:v>
                </c:pt>
                <c:pt idx="18786">
                  <c:v>0.21743055555270985</c:v>
                </c:pt>
                <c:pt idx="18787">
                  <c:v>0.2174421296294895</c:v>
                </c:pt>
                <c:pt idx="18788">
                  <c:v>0.21745370369899319</c:v>
                </c:pt>
                <c:pt idx="18789">
                  <c:v>0.21746527777577285</c:v>
                </c:pt>
                <c:pt idx="18790">
                  <c:v>0.2174768518525525</c:v>
                </c:pt>
                <c:pt idx="18791">
                  <c:v>0.21748842592205619</c:v>
                </c:pt>
                <c:pt idx="18792">
                  <c:v>0.21749999999883585</c:v>
                </c:pt>
                <c:pt idx="18793">
                  <c:v>0.21751157406833954</c:v>
                </c:pt>
                <c:pt idx="18794">
                  <c:v>0.21752314814511919</c:v>
                </c:pt>
                <c:pt idx="18795">
                  <c:v>0.21753472222189885</c:v>
                </c:pt>
                <c:pt idx="18796">
                  <c:v>0.21754629629140254</c:v>
                </c:pt>
                <c:pt idx="18797">
                  <c:v>0.21755787036818219</c:v>
                </c:pt>
                <c:pt idx="18798">
                  <c:v>0.21756944444496185</c:v>
                </c:pt>
                <c:pt idx="18799">
                  <c:v>0.21758101851446554</c:v>
                </c:pt>
                <c:pt idx="18800">
                  <c:v>0.21759259259124519</c:v>
                </c:pt>
                <c:pt idx="18801">
                  <c:v>0.21760416666074889</c:v>
                </c:pt>
                <c:pt idx="18802">
                  <c:v>0.21761574073752854</c:v>
                </c:pt>
                <c:pt idx="18803">
                  <c:v>0.21762731481430819</c:v>
                </c:pt>
                <c:pt idx="18804">
                  <c:v>0.21763888888381189</c:v>
                </c:pt>
                <c:pt idx="18805">
                  <c:v>0.21765046296059154</c:v>
                </c:pt>
                <c:pt idx="18806">
                  <c:v>0.21766203703737119</c:v>
                </c:pt>
                <c:pt idx="18807">
                  <c:v>0.21767361110687489</c:v>
                </c:pt>
                <c:pt idx="18808">
                  <c:v>0.21768518518365454</c:v>
                </c:pt>
                <c:pt idx="18809">
                  <c:v>0.21769675926043419</c:v>
                </c:pt>
                <c:pt idx="18810">
                  <c:v>0.21770833332993789</c:v>
                </c:pt>
                <c:pt idx="18811">
                  <c:v>0.21771990740671754</c:v>
                </c:pt>
                <c:pt idx="18812">
                  <c:v>0.21773148147622123</c:v>
                </c:pt>
                <c:pt idx="18813">
                  <c:v>0.21774305555300089</c:v>
                </c:pt>
                <c:pt idx="18814">
                  <c:v>0.21775462962978054</c:v>
                </c:pt>
                <c:pt idx="18815">
                  <c:v>0.21776620369928423</c:v>
                </c:pt>
                <c:pt idx="18816">
                  <c:v>0.21777777777606389</c:v>
                </c:pt>
                <c:pt idx="18817">
                  <c:v>0.21778935185284354</c:v>
                </c:pt>
                <c:pt idx="18818">
                  <c:v>0.21780092592234723</c:v>
                </c:pt>
                <c:pt idx="18819">
                  <c:v>0.21781249999912689</c:v>
                </c:pt>
                <c:pt idx="18820">
                  <c:v>0.21782407406863058</c:v>
                </c:pt>
                <c:pt idx="18821">
                  <c:v>0.21783564814541023</c:v>
                </c:pt>
                <c:pt idx="18822">
                  <c:v>0.21784722222218988</c:v>
                </c:pt>
                <c:pt idx="18823">
                  <c:v>0.21785879629169358</c:v>
                </c:pt>
                <c:pt idx="18824">
                  <c:v>0.21787037036847323</c:v>
                </c:pt>
                <c:pt idx="18825">
                  <c:v>0.21788194444525288</c:v>
                </c:pt>
                <c:pt idx="18826">
                  <c:v>0.21789351851475658</c:v>
                </c:pt>
                <c:pt idx="18827">
                  <c:v>0.21790509259153623</c:v>
                </c:pt>
                <c:pt idx="18828">
                  <c:v>0.21791666666103993</c:v>
                </c:pt>
                <c:pt idx="18829">
                  <c:v>0.21792824073781958</c:v>
                </c:pt>
                <c:pt idx="18830">
                  <c:v>0.21793981481459923</c:v>
                </c:pt>
                <c:pt idx="18831">
                  <c:v>0.21795138888410293</c:v>
                </c:pt>
                <c:pt idx="18832">
                  <c:v>0.21796296296088258</c:v>
                </c:pt>
                <c:pt idx="18833">
                  <c:v>0.21797453703766223</c:v>
                </c:pt>
                <c:pt idx="18834">
                  <c:v>0.21798611110716593</c:v>
                </c:pt>
                <c:pt idx="18835">
                  <c:v>0.21799768518394558</c:v>
                </c:pt>
                <c:pt idx="18836">
                  <c:v>0.21800925925344927</c:v>
                </c:pt>
                <c:pt idx="18837">
                  <c:v>0.21802083333022892</c:v>
                </c:pt>
                <c:pt idx="18838">
                  <c:v>0.21803240740700858</c:v>
                </c:pt>
                <c:pt idx="18839">
                  <c:v>0.21804398147651227</c:v>
                </c:pt>
                <c:pt idx="18840">
                  <c:v>0.21805555555329192</c:v>
                </c:pt>
                <c:pt idx="18841">
                  <c:v>0.21806712963007158</c:v>
                </c:pt>
                <c:pt idx="18842">
                  <c:v>0.21807870369957527</c:v>
                </c:pt>
                <c:pt idx="18843">
                  <c:v>0.21809027777635492</c:v>
                </c:pt>
                <c:pt idx="18844">
                  <c:v>0.21810185185313458</c:v>
                </c:pt>
                <c:pt idx="18845">
                  <c:v>0.21811342592263827</c:v>
                </c:pt>
                <c:pt idx="18846">
                  <c:v>0.21812499999941792</c:v>
                </c:pt>
                <c:pt idx="18847">
                  <c:v>0.21813657406892162</c:v>
                </c:pt>
                <c:pt idx="18848">
                  <c:v>0.21814814814570127</c:v>
                </c:pt>
                <c:pt idx="18849">
                  <c:v>0.21815972222248092</c:v>
                </c:pt>
                <c:pt idx="18850">
                  <c:v>0.21817129629198462</c:v>
                </c:pt>
                <c:pt idx="18851">
                  <c:v>0.21818287036876427</c:v>
                </c:pt>
                <c:pt idx="18852">
                  <c:v>0.21819444444554392</c:v>
                </c:pt>
                <c:pt idx="18853">
                  <c:v>0.21820601851504762</c:v>
                </c:pt>
                <c:pt idx="18854">
                  <c:v>0.21821759259182727</c:v>
                </c:pt>
                <c:pt idx="18855">
                  <c:v>0.21822916666133096</c:v>
                </c:pt>
                <c:pt idx="18856">
                  <c:v>0.21824074073811062</c:v>
                </c:pt>
                <c:pt idx="18857">
                  <c:v>0.21825231481489027</c:v>
                </c:pt>
                <c:pt idx="18858">
                  <c:v>0.21826388888439396</c:v>
                </c:pt>
                <c:pt idx="18859">
                  <c:v>0.21827546296117362</c:v>
                </c:pt>
                <c:pt idx="18860">
                  <c:v>0.21828703703795327</c:v>
                </c:pt>
                <c:pt idx="18861">
                  <c:v>0.21829861110745696</c:v>
                </c:pt>
                <c:pt idx="18862">
                  <c:v>0.21831018518423662</c:v>
                </c:pt>
                <c:pt idx="18863">
                  <c:v>0.21832175925374031</c:v>
                </c:pt>
                <c:pt idx="18864">
                  <c:v>0.21833333333051996</c:v>
                </c:pt>
                <c:pt idx="18865">
                  <c:v>0.21834490740729962</c:v>
                </c:pt>
                <c:pt idx="18866">
                  <c:v>0.21835648147680331</c:v>
                </c:pt>
                <c:pt idx="18867">
                  <c:v>0.21836805555358296</c:v>
                </c:pt>
                <c:pt idx="18868">
                  <c:v>0.21837962963036261</c:v>
                </c:pt>
                <c:pt idx="18869">
                  <c:v>0.21839120369986631</c:v>
                </c:pt>
                <c:pt idx="18870">
                  <c:v>0.21840277777664596</c:v>
                </c:pt>
                <c:pt idx="18871">
                  <c:v>0.21841435184614966</c:v>
                </c:pt>
                <c:pt idx="18872">
                  <c:v>0.21842592592292931</c:v>
                </c:pt>
                <c:pt idx="18873">
                  <c:v>0.21843749999970896</c:v>
                </c:pt>
                <c:pt idx="18874">
                  <c:v>0.21844907406921266</c:v>
                </c:pt>
                <c:pt idx="18875">
                  <c:v>0.21846064814599231</c:v>
                </c:pt>
                <c:pt idx="18876">
                  <c:v>0.21847222222277196</c:v>
                </c:pt>
                <c:pt idx="18877">
                  <c:v>0.21848379629227566</c:v>
                </c:pt>
                <c:pt idx="18878">
                  <c:v>0.21849537036905531</c:v>
                </c:pt>
                <c:pt idx="18879">
                  <c:v>0.218506944438559</c:v>
                </c:pt>
                <c:pt idx="18880">
                  <c:v>0.21851851851533866</c:v>
                </c:pt>
                <c:pt idx="18881">
                  <c:v>0.21853009259211831</c:v>
                </c:pt>
                <c:pt idx="18882">
                  <c:v>0.218541666661622</c:v>
                </c:pt>
                <c:pt idx="18883">
                  <c:v>0.21855324073840166</c:v>
                </c:pt>
                <c:pt idx="18884">
                  <c:v>0.21856481481518131</c:v>
                </c:pt>
                <c:pt idx="18885">
                  <c:v>0.218576388884685</c:v>
                </c:pt>
                <c:pt idx="18886">
                  <c:v>0.21858796296146465</c:v>
                </c:pt>
                <c:pt idx="18887">
                  <c:v>0.21859953703824431</c:v>
                </c:pt>
                <c:pt idx="18888">
                  <c:v>0.218611111107748</c:v>
                </c:pt>
                <c:pt idx="18889">
                  <c:v>0.21862268518452765</c:v>
                </c:pt>
                <c:pt idx="18890">
                  <c:v>0.21863425925403135</c:v>
                </c:pt>
                <c:pt idx="18891">
                  <c:v>0.218645833330811</c:v>
                </c:pt>
                <c:pt idx="18892">
                  <c:v>0.21865740740759065</c:v>
                </c:pt>
                <c:pt idx="18893">
                  <c:v>0.21866898147709435</c:v>
                </c:pt>
                <c:pt idx="18894">
                  <c:v>0.218680555553874</c:v>
                </c:pt>
                <c:pt idx="18895">
                  <c:v>0.21869212963065365</c:v>
                </c:pt>
                <c:pt idx="18896">
                  <c:v>0.21870370370015735</c:v>
                </c:pt>
                <c:pt idx="18897">
                  <c:v>0.218715277776937</c:v>
                </c:pt>
                <c:pt idx="18898">
                  <c:v>0.2187268518464407</c:v>
                </c:pt>
                <c:pt idx="18899">
                  <c:v>0.21873842592322035</c:v>
                </c:pt>
                <c:pt idx="18900">
                  <c:v>0.21875</c:v>
                </c:pt>
                <c:pt idx="18901">
                  <c:v>0.21876157406950369</c:v>
                </c:pt>
                <c:pt idx="18902">
                  <c:v>0.21877314814628335</c:v>
                </c:pt>
                <c:pt idx="18903">
                  <c:v>0.218784722223063</c:v>
                </c:pt>
                <c:pt idx="18904">
                  <c:v>0.21879629629256669</c:v>
                </c:pt>
                <c:pt idx="18905">
                  <c:v>0.21880787036934635</c:v>
                </c:pt>
                <c:pt idx="18906">
                  <c:v>0.21881944443885004</c:v>
                </c:pt>
                <c:pt idx="18907">
                  <c:v>0.21883101851562969</c:v>
                </c:pt>
                <c:pt idx="18908">
                  <c:v>0.21884259259240935</c:v>
                </c:pt>
                <c:pt idx="18909">
                  <c:v>0.21885416666191304</c:v>
                </c:pt>
                <c:pt idx="18910">
                  <c:v>0.21886574073869269</c:v>
                </c:pt>
                <c:pt idx="18911">
                  <c:v>0.21887731481547235</c:v>
                </c:pt>
                <c:pt idx="18912">
                  <c:v>0.21888888888497604</c:v>
                </c:pt>
                <c:pt idx="18913">
                  <c:v>0.21890046296175569</c:v>
                </c:pt>
                <c:pt idx="18914">
                  <c:v>0.21891203703125939</c:v>
                </c:pt>
                <c:pt idx="18915">
                  <c:v>0.21892361110803904</c:v>
                </c:pt>
                <c:pt idx="18916">
                  <c:v>0.21893518518481869</c:v>
                </c:pt>
                <c:pt idx="18917">
                  <c:v>0.21894675925432239</c:v>
                </c:pt>
                <c:pt idx="18918">
                  <c:v>0.21895833333110204</c:v>
                </c:pt>
                <c:pt idx="18919">
                  <c:v>0.21896990740788169</c:v>
                </c:pt>
                <c:pt idx="18920">
                  <c:v>0.21898148147738539</c:v>
                </c:pt>
                <c:pt idx="18921">
                  <c:v>0.21899305555416504</c:v>
                </c:pt>
                <c:pt idx="18922">
                  <c:v>0.21900462963094469</c:v>
                </c:pt>
                <c:pt idx="18923">
                  <c:v>0.21901620370044839</c:v>
                </c:pt>
                <c:pt idx="18924">
                  <c:v>0.21902777777722804</c:v>
                </c:pt>
                <c:pt idx="18925">
                  <c:v>0.21903935184673173</c:v>
                </c:pt>
                <c:pt idx="18926">
                  <c:v>0.21905092592351139</c:v>
                </c:pt>
                <c:pt idx="18927">
                  <c:v>0.21906250000029104</c:v>
                </c:pt>
                <c:pt idx="18928">
                  <c:v>0.21907407406979473</c:v>
                </c:pt>
                <c:pt idx="18929">
                  <c:v>0.21908564814657439</c:v>
                </c:pt>
                <c:pt idx="18930">
                  <c:v>0.21909722222335404</c:v>
                </c:pt>
                <c:pt idx="18931">
                  <c:v>0.21910879629285773</c:v>
                </c:pt>
                <c:pt idx="18932">
                  <c:v>0.21912037036963739</c:v>
                </c:pt>
                <c:pt idx="18933">
                  <c:v>0.21913194443914108</c:v>
                </c:pt>
                <c:pt idx="18934">
                  <c:v>0.21914351851592073</c:v>
                </c:pt>
                <c:pt idx="18935">
                  <c:v>0.21915509259270038</c:v>
                </c:pt>
                <c:pt idx="18936">
                  <c:v>0.21916666666220408</c:v>
                </c:pt>
                <c:pt idx="18937">
                  <c:v>0.21917824073898373</c:v>
                </c:pt>
                <c:pt idx="18938">
                  <c:v>0.21918981481576338</c:v>
                </c:pt>
                <c:pt idx="18939">
                  <c:v>0.21920138888526708</c:v>
                </c:pt>
                <c:pt idx="18940">
                  <c:v>0.21921296296204673</c:v>
                </c:pt>
                <c:pt idx="18941">
                  <c:v>0.21922453703155043</c:v>
                </c:pt>
                <c:pt idx="18942">
                  <c:v>0.21923611110833008</c:v>
                </c:pt>
                <c:pt idx="18943">
                  <c:v>0.21924768518510973</c:v>
                </c:pt>
                <c:pt idx="18944">
                  <c:v>0.21925925925461343</c:v>
                </c:pt>
                <c:pt idx="18945">
                  <c:v>0.21927083333139308</c:v>
                </c:pt>
                <c:pt idx="18946">
                  <c:v>0.21928240740817273</c:v>
                </c:pt>
                <c:pt idx="18947">
                  <c:v>0.21929398147767643</c:v>
                </c:pt>
                <c:pt idx="18948">
                  <c:v>0.21930555555445608</c:v>
                </c:pt>
                <c:pt idx="18949">
                  <c:v>0.21931712962395977</c:v>
                </c:pt>
                <c:pt idx="18950">
                  <c:v>0.21932870370073942</c:v>
                </c:pt>
                <c:pt idx="18951">
                  <c:v>0.21934027777751908</c:v>
                </c:pt>
                <c:pt idx="18952">
                  <c:v>0.21935185184702277</c:v>
                </c:pt>
                <c:pt idx="18953">
                  <c:v>0.21936342592380242</c:v>
                </c:pt>
                <c:pt idx="18954">
                  <c:v>0.21937500000058208</c:v>
                </c:pt>
                <c:pt idx="18955">
                  <c:v>0.21938657407008577</c:v>
                </c:pt>
                <c:pt idx="18956">
                  <c:v>0.21939814814686542</c:v>
                </c:pt>
                <c:pt idx="18957">
                  <c:v>0.21940972221636912</c:v>
                </c:pt>
                <c:pt idx="18958">
                  <c:v>0.21942129629314877</c:v>
                </c:pt>
                <c:pt idx="18959">
                  <c:v>0.21943287036992842</c:v>
                </c:pt>
                <c:pt idx="18960">
                  <c:v>0.21944444443943212</c:v>
                </c:pt>
                <c:pt idx="18961">
                  <c:v>0.21945601851621177</c:v>
                </c:pt>
                <c:pt idx="18962">
                  <c:v>0.21946759259299142</c:v>
                </c:pt>
                <c:pt idx="18963">
                  <c:v>0.21947916666249512</c:v>
                </c:pt>
                <c:pt idx="18964">
                  <c:v>0.21949074073927477</c:v>
                </c:pt>
                <c:pt idx="18965">
                  <c:v>0.21950231481605442</c:v>
                </c:pt>
                <c:pt idx="18966">
                  <c:v>0.21951388888555812</c:v>
                </c:pt>
                <c:pt idx="18967">
                  <c:v>0.21952546296233777</c:v>
                </c:pt>
                <c:pt idx="18968">
                  <c:v>0.21953703703184146</c:v>
                </c:pt>
                <c:pt idx="18969">
                  <c:v>0.21954861110862112</c:v>
                </c:pt>
                <c:pt idx="18970">
                  <c:v>0.21956018518540077</c:v>
                </c:pt>
                <c:pt idx="18971">
                  <c:v>0.21957175925490446</c:v>
                </c:pt>
                <c:pt idx="18972">
                  <c:v>0.21958333333168412</c:v>
                </c:pt>
                <c:pt idx="18973">
                  <c:v>0.21959490740846377</c:v>
                </c:pt>
                <c:pt idx="18974">
                  <c:v>0.21960648147796746</c:v>
                </c:pt>
                <c:pt idx="18975">
                  <c:v>0.21961805555474712</c:v>
                </c:pt>
                <c:pt idx="18976">
                  <c:v>0.21962962962425081</c:v>
                </c:pt>
                <c:pt idx="18977">
                  <c:v>0.21964120370103046</c:v>
                </c:pt>
                <c:pt idx="18978">
                  <c:v>0.21965277777781012</c:v>
                </c:pt>
                <c:pt idx="18979">
                  <c:v>0.21966435184731381</c:v>
                </c:pt>
                <c:pt idx="18980">
                  <c:v>0.21967592592409346</c:v>
                </c:pt>
                <c:pt idx="18981">
                  <c:v>0.21968750000087311</c:v>
                </c:pt>
                <c:pt idx="18982">
                  <c:v>0.21969907407037681</c:v>
                </c:pt>
                <c:pt idx="18983">
                  <c:v>0.21971064814715646</c:v>
                </c:pt>
                <c:pt idx="18984">
                  <c:v>0.21972222221666016</c:v>
                </c:pt>
                <c:pt idx="18985">
                  <c:v>0.21973379629343981</c:v>
                </c:pt>
                <c:pt idx="18986">
                  <c:v>0.21974537037021946</c:v>
                </c:pt>
                <c:pt idx="18987">
                  <c:v>0.21975694443972316</c:v>
                </c:pt>
                <c:pt idx="18988">
                  <c:v>0.21976851851650281</c:v>
                </c:pt>
                <c:pt idx="18989">
                  <c:v>0.21978009259328246</c:v>
                </c:pt>
                <c:pt idx="18990">
                  <c:v>0.21979166666278616</c:v>
                </c:pt>
                <c:pt idx="18991">
                  <c:v>0.21980324073956581</c:v>
                </c:pt>
                <c:pt idx="18992">
                  <c:v>0.2198148148090695</c:v>
                </c:pt>
                <c:pt idx="18993">
                  <c:v>0.21982638888584916</c:v>
                </c:pt>
                <c:pt idx="18994">
                  <c:v>0.21983796296262881</c:v>
                </c:pt>
                <c:pt idx="18995">
                  <c:v>0.2198495370321325</c:v>
                </c:pt>
                <c:pt idx="18996">
                  <c:v>0.21986111110891216</c:v>
                </c:pt>
                <c:pt idx="18997">
                  <c:v>0.21987268518569181</c:v>
                </c:pt>
                <c:pt idx="18998">
                  <c:v>0.2198842592551955</c:v>
                </c:pt>
                <c:pt idx="18999">
                  <c:v>0.21989583333197515</c:v>
                </c:pt>
                <c:pt idx="19000">
                  <c:v>0.21990740740147885</c:v>
                </c:pt>
                <c:pt idx="19001">
                  <c:v>0.2199189814782585</c:v>
                </c:pt>
                <c:pt idx="19002">
                  <c:v>0.21993055555503815</c:v>
                </c:pt>
                <c:pt idx="19003">
                  <c:v>0.21994212962454185</c:v>
                </c:pt>
                <c:pt idx="19004">
                  <c:v>0.2199537037013215</c:v>
                </c:pt>
                <c:pt idx="19005">
                  <c:v>0.21996527777810115</c:v>
                </c:pt>
                <c:pt idx="19006">
                  <c:v>0.21997685184760485</c:v>
                </c:pt>
                <c:pt idx="19007">
                  <c:v>0.2199884259243845</c:v>
                </c:pt>
                <c:pt idx="19008">
                  <c:v>0.22000000000116415</c:v>
                </c:pt>
                <c:pt idx="19009">
                  <c:v>0.22001157407066785</c:v>
                </c:pt>
                <c:pt idx="19010">
                  <c:v>0.2200231481474475</c:v>
                </c:pt>
                <c:pt idx="19011">
                  <c:v>0.2200347222169512</c:v>
                </c:pt>
                <c:pt idx="19012">
                  <c:v>0.22004629629373085</c:v>
                </c:pt>
                <c:pt idx="19013">
                  <c:v>0.2200578703705105</c:v>
                </c:pt>
                <c:pt idx="19014">
                  <c:v>0.22006944444001419</c:v>
                </c:pt>
                <c:pt idx="19015">
                  <c:v>0.22008101851679385</c:v>
                </c:pt>
                <c:pt idx="19016">
                  <c:v>0.2200925925935735</c:v>
                </c:pt>
                <c:pt idx="19017">
                  <c:v>0.22010416666307719</c:v>
                </c:pt>
                <c:pt idx="19018">
                  <c:v>0.22011574073985685</c:v>
                </c:pt>
                <c:pt idx="19019">
                  <c:v>0.22012731480936054</c:v>
                </c:pt>
                <c:pt idx="19020">
                  <c:v>0.22013888888614019</c:v>
                </c:pt>
                <c:pt idx="19021">
                  <c:v>0.22015046296291985</c:v>
                </c:pt>
                <c:pt idx="19022">
                  <c:v>0.22016203703242354</c:v>
                </c:pt>
                <c:pt idx="19023">
                  <c:v>0.22017361110920319</c:v>
                </c:pt>
                <c:pt idx="19024">
                  <c:v>0.22018518518598285</c:v>
                </c:pt>
                <c:pt idx="19025">
                  <c:v>0.22019675925548654</c:v>
                </c:pt>
                <c:pt idx="19026">
                  <c:v>0.22020833333226619</c:v>
                </c:pt>
                <c:pt idx="19027">
                  <c:v>0.22021990740176989</c:v>
                </c:pt>
                <c:pt idx="19028">
                  <c:v>0.22023148147854954</c:v>
                </c:pt>
                <c:pt idx="19029">
                  <c:v>0.22024305555532919</c:v>
                </c:pt>
                <c:pt idx="19030">
                  <c:v>0.22025462962483289</c:v>
                </c:pt>
                <c:pt idx="19031">
                  <c:v>0.22026620370161254</c:v>
                </c:pt>
                <c:pt idx="19032">
                  <c:v>0.22027777777839219</c:v>
                </c:pt>
                <c:pt idx="19033">
                  <c:v>0.22028935184789589</c:v>
                </c:pt>
                <c:pt idx="19034">
                  <c:v>0.22030092592467554</c:v>
                </c:pt>
                <c:pt idx="19035">
                  <c:v>0.22031249999417923</c:v>
                </c:pt>
                <c:pt idx="19036">
                  <c:v>0.22032407407095889</c:v>
                </c:pt>
                <c:pt idx="19037">
                  <c:v>0.22033564814773854</c:v>
                </c:pt>
                <c:pt idx="19038">
                  <c:v>0.22034722221724223</c:v>
                </c:pt>
                <c:pt idx="19039">
                  <c:v>0.22035879629402189</c:v>
                </c:pt>
                <c:pt idx="19040">
                  <c:v>0.22037037037080154</c:v>
                </c:pt>
                <c:pt idx="19041">
                  <c:v>0.22038194444030523</c:v>
                </c:pt>
                <c:pt idx="19042">
                  <c:v>0.22039351851708489</c:v>
                </c:pt>
                <c:pt idx="19043">
                  <c:v>0.22040509259386454</c:v>
                </c:pt>
                <c:pt idx="19044">
                  <c:v>0.22041666666336823</c:v>
                </c:pt>
                <c:pt idx="19045">
                  <c:v>0.22042824074014788</c:v>
                </c:pt>
                <c:pt idx="19046">
                  <c:v>0.22043981480965158</c:v>
                </c:pt>
                <c:pt idx="19047">
                  <c:v>0.22045138888643123</c:v>
                </c:pt>
                <c:pt idx="19048">
                  <c:v>0.22046296296321088</c:v>
                </c:pt>
                <c:pt idx="19049">
                  <c:v>0.22047453703271458</c:v>
                </c:pt>
                <c:pt idx="19050">
                  <c:v>0.22048611110949423</c:v>
                </c:pt>
                <c:pt idx="19051">
                  <c:v>0.22049768518627388</c:v>
                </c:pt>
                <c:pt idx="19052">
                  <c:v>0.22050925925577758</c:v>
                </c:pt>
                <c:pt idx="19053">
                  <c:v>0.22052083333255723</c:v>
                </c:pt>
                <c:pt idx="19054">
                  <c:v>0.22053240740206093</c:v>
                </c:pt>
                <c:pt idx="19055">
                  <c:v>0.22054398147884058</c:v>
                </c:pt>
                <c:pt idx="19056">
                  <c:v>0.22055555555562023</c:v>
                </c:pt>
                <c:pt idx="19057">
                  <c:v>0.22056712962512393</c:v>
                </c:pt>
                <c:pt idx="19058">
                  <c:v>0.22057870370190358</c:v>
                </c:pt>
                <c:pt idx="19059">
                  <c:v>0.22059027777868323</c:v>
                </c:pt>
                <c:pt idx="19060">
                  <c:v>0.22060185184818693</c:v>
                </c:pt>
                <c:pt idx="19061">
                  <c:v>0.22061342592496658</c:v>
                </c:pt>
                <c:pt idx="19062">
                  <c:v>0.22062499999447027</c:v>
                </c:pt>
                <c:pt idx="19063">
                  <c:v>0.22063657407124992</c:v>
                </c:pt>
                <c:pt idx="19064">
                  <c:v>0.22064814814802958</c:v>
                </c:pt>
                <c:pt idx="19065">
                  <c:v>0.22065972221753327</c:v>
                </c:pt>
                <c:pt idx="19066">
                  <c:v>0.22067129629431292</c:v>
                </c:pt>
                <c:pt idx="19067">
                  <c:v>0.22068287037109258</c:v>
                </c:pt>
                <c:pt idx="19068">
                  <c:v>0.22069444444059627</c:v>
                </c:pt>
                <c:pt idx="19069">
                  <c:v>0.22070601851737592</c:v>
                </c:pt>
                <c:pt idx="19070">
                  <c:v>0.22071759258687962</c:v>
                </c:pt>
                <c:pt idx="19071">
                  <c:v>0.22072916666365927</c:v>
                </c:pt>
                <c:pt idx="19072">
                  <c:v>0.22074074074043892</c:v>
                </c:pt>
                <c:pt idx="19073">
                  <c:v>0.22075231480994262</c:v>
                </c:pt>
                <c:pt idx="19074">
                  <c:v>0.22076388888672227</c:v>
                </c:pt>
                <c:pt idx="19075">
                  <c:v>0.22077546296350192</c:v>
                </c:pt>
                <c:pt idx="19076">
                  <c:v>0.22078703703300562</c:v>
                </c:pt>
                <c:pt idx="19077">
                  <c:v>0.22079861110978527</c:v>
                </c:pt>
                <c:pt idx="19078">
                  <c:v>0.22081018517928896</c:v>
                </c:pt>
                <c:pt idx="19079">
                  <c:v>0.22082175925606862</c:v>
                </c:pt>
                <c:pt idx="19080">
                  <c:v>0.22083333333284827</c:v>
                </c:pt>
                <c:pt idx="19081">
                  <c:v>0.22084490740235196</c:v>
                </c:pt>
                <c:pt idx="19082">
                  <c:v>0.22085648147913162</c:v>
                </c:pt>
                <c:pt idx="19083">
                  <c:v>0.22086805555591127</c:v>
                </c:pt>
                <c:pt idx="19084">
                  <c:v>0.22087962962541496</c:v>
                </c:pt>
                <c:pt idx="19085">
                  <c:v>0.22089120370219462</c:v>
                </c:pt>
                <c:pt idx="19086">
                  <c:v>0.22090277777897427</c:v>
                </c:pt>
                <c:pt idx="19087">
                  <c:v>0.22091435184847796</c:v>
                </c:pt>
                <c:pt idx="19088">
                  <c:v>0.22092592592525762</c:v>
                </c:pt>
                <c:pt idx="19089">
                  <c:v>0.22093749999476131</c:v>
                </c:pt>
                <c:pt idx="19090">
                  <c:v>0.22094907407154096</c:v>
                </c:pt>
                <c:pt idx="19091">
                  <c:v>0.22096064814832062</c:v>
                </c:pt>
                <c:pt idx="19092">
                  <c:v>0.22097222221782431</c:v>
                </c:pt>
                <c:pt idx="19093">
                  <c:v>0.22098379629460396</c:v>
                </c:pt>
                <c:pt idx="19094">
                  <c:v>0.22099537037138361</c:v>
                </c:pt>
                <c:pt idx="19095">
                  <c:v>0.22100694444088731</c:v>
                </c:pt>
                <c:pt idx="19096">
                  <c:v>0.22101851851766696</c:v>
                </c:pt>
                <c:pt idx="19097">
                  <c:v>0.22103009258717066</c:v>
                </c:pt>
                <c:pt idx="19098">
                  <c:v>0.22104166666395031</c:v>
                </c:pt>
                <c:pt idx="19099">
                  <c:v>0.22105324074072996</c:v>
                </c:pt>
                <c:pt idx="19100">
                  <c:v>0.22106481481023366</c:v>
                </c:pt>
                <c:pt idx="19101">
                  <c:v>0.22107638888701331</c:v>
                </c:pt>
                <c:pt idx="19102">
                  <c:v>0.22108796296379296</c:v>
                </c:pt>
                <c:pt idx="19103">
                  <c:v>0.22109953703329666</c:v>
                </c:pt>
                <c:pt idx="19104">
                  <c:v>0.22111111111007631</c:v>
                </c:pt>
                <c:pt idx="19105">
                  <c:v>0.22112268517958</c:v>
                </c:pt>
                <c:pt idx="19106">
                  <c:v>0.22113425925635966</c:v>
                </c:pt>
                <c:pt idx="19107">
                  <c:v>0.22114583333313931</c:v>
                </c:pt>
                <c:pt idx="19108">
                  <c:v>0.221157407402643</c:v>
                </c:pt>
                <c:pt idx="19109">
                  <c:v>0.22116898147942265</c:v>
                </c:pt>
                <c:pt idx="19110">
                  <c:v>0.22118055555620231</c:v>
                </c:pt>
                <c:pt idx="19111">
                  <c:v>0.221192129625706</c:v>
                </c:pt>
                <c:pt idx="19112">
                  <c:v>0.22120370370248565</c:v>
                </c:pt>
                <c:pt idx="19113">
                  <c:v>0.22121527777198935</c:v>
                </c:pt>
                <c:pt idx="19114">
                  <c:v>0.221226851848769</c:v>
                </c:pt>
                <c:pt idx="19115">
                  <c:v>0.22123842592554865</c:v>
                </c:pt>
                <c:pt idx="19116">
                  <c:v>0.22124999999505235</c:v>
                </c:pt>
                <c:pt idx="19117">
                  <c:v>0.221261574071832</c:v>
                </c:pt>
                <c:pt idx="19118">
                  <c:v>0.22127314814861165</c:v>
                </c:pt>
                <c:pt idx="19119">
                  <c:v>0.22128472221811535</c:v>
                </c:pt>
                <c:pt idx="19120">
                  <c:v>0.221296296294895</c:v>
                </c:pt>
                <c:pt idx="19121">
                  <c:v>0.22130787037167465</c:v>
                </c:pt>
                <c:pt idx="19122">
                  <c:v>0.22131944444117835</c:v>
                </c:pt>
                <c:pt idx="19123">
                  <c:v>0.221331018517958</c:v>
                </c:pt>
                <c:pt idx="19124">
                  <c:v>0.2213425925874617</c:v>
                </c:pt>
                <c:pt idx="19125">
                  <c:v>0.22135416666424135</c:v>
                </c:pt>
                <c:pt idx="19126">
                  <c:v>0.221365740741021</c:v>
                </c:pt>
                <c:pt idx="19127">
                  <c:v>0.22137731481052469</c:v>
                </c:pt>
                <c:pt idx="19128">
                  <c:v>0.22138888888730435</c:v>
                </c:pt>
                <c:pt idx="19129">
                  <c:v>0.221400462964084</c:v>
                </c:pt>
                <c:pt idx="19130">
                  <c:v>0.22141203703358769</c:v>
                </c:pt>
                <c:pt idx="19131">
                  <c:v>0.22142361111036735</c:v>
                </c:pt>
                <c:pt idx="19132">
                  <c:v>0.22143518517987104</c:v>
                </c:pt>
                <c:pt idx="19133">
                  <c:v>0.22144675925665069</c:v>
                </c:pt>
                <c:pt idx="19134">
                  <c:v>0.22145833333343035</c:v>
                </c:pt>
                <c:pt idx="19135">
                  <c:v>0.22146990740293404</c:v>
                </c:pt>
                <c:pt idx="19136">
                  <c:v>0.22148148147971369</c:v>
                </c:pt>
                <c:pt idx="19137">
                  <c:v>0.22149305555649335</c:v>
                </c:pt>
                <c:pt idx="19138">
                  <c:v>0.22150462962599704</c:v>
                </c:pt>
                <c:pt idx="19139">
                  <c:v>0.22151620370277669</c:v>
                </c:pt>
                <c:pt idx="19140">
                  <c:v>0.22152777777228039</c:v>
                </c:pt>
                <c:pt idx="19141">
                  <c:v>0.22153935184906004</c:v>
                </c:pt>
                <c:pt idx="19142">
                  <c:v>0.22155092592583969</c:v>
                </c:pt>
                <c:pt idx="19143">
                  <c:v>0.22156249999534339</c:v>
                </c:pt>
                <c:pt idx="19144">
                  <c:v>0.22157407407212304</c:v>
                </c:pt>
                <c:pt idx="19145">
                  <c:v>0.22158564814890269</c:v>
                </c:pt>
                <c:pt idx="19146">
                  <c:v>0.22159722221840639</c:v>
                </c:pt>
                <c:pt idx="19147">
                  <c:v>0.22160879629518604</c:v>
                </c:pt>
                <c:pt idx="19148">
                  <c:v>0.22162037036468973</c:v>
                </c:pt>
                <c:pt idx="19149">
                  <c:v>0.22163194444146939</c:v>
                </c:pt>
                <c:pt idx="19150">
                  <c:v>0.22164351851824904</c:v>
                </c:pt>
                <c:pt idx="19151">
                  <c:v>0.22165509258775273</c:v>
                </c:pt>
                <c:pt idx="19152">
                  <c:v>0.22166666666453239</c:v>
                </c:pt>
                <c:pt idx="19153">
                  <c:v>0.22167824074131204</c:v>
                </c:pt>
                <c:pt idx="19154">
                  <c:v>0.22168981481081573</c:v>
                </c:pt>
                <c:pt idx="19155">
                  <c:v>0.22170138888759539</c:v>
                </c:pt>
                <c:pt idx="19156">
                  <c:v>0.22171296295709908</c:v>
                </c:pt>
                <c:pt idx="19157">
                  <c:v>0.22172453703387873</c:v>
                </c:pt>
                <c:pt idx="19158">
                  <c:v>0.22173611111065838</c:v>
                </c:pt>
                <c:pt idx="19159">
                  <c:v>0.22174768518016208</c:v>
                </c:pt>
                <c:pt idx="19160">
                  <c:v>0.22175925925694173</c:v>
                </c:pt>
                <c:pt idx="19161">
                  <c:v>0.22177083333372138</c:v>
                </c:pt>
                <c:pt idx="19162">
                  <c:v>0.22178240740322508</c:v>
                </c:pt>
                <c:pt idx="19163">
                  <c:v>0.22179398148000473</c:v>
                </c:pt>
                <c:pt idx="19164">
                  <c:v>0.22180555555678438</c:v>
                </c:pt>
                <c:pt idx="19165">
                  <c:v>0.22181712962628808</c:v>
                </c:pt>
                <c:pt idx="19166">
                  <c:v>0.22182870370306773</c:v>
                </c:pt>
                <c:pt idx="19167">
                  <c:v>0.22184027777257143</c:v>
                </c:pt>
                <c:pt idx="19168">
                  <c:v>0.22185185184935108</c:v>
                </c:pt>
                <c:pt idx="19169">
                  <c:v>0.22186342592613073</c:v>
                </c:pt>
                <c:pt idx="19170">
                  <c:v>0.22187499999563443</c:v>
                </c:pt>
                <c:pt idx="19171">
                  <c:v>0.22188657407241408</c:v>
                </c:pt>
                <c:pt idx="19172">
                  <c:v>0.22189814814919373</c:v>
                </c:pt>
                <c:pt idx="19173">
                  <c:v>0.22190972221869742</c:v>
                </c:pt>
                <c:pt idx="19174">
                  <c:v>0.22192129629547708</c:v>
                </c:pt>
                <c:pt idx="19175">
                  <c:v>0.22193287036498077</c:v>
                </c:pt>
                <c:pt idx="19176">
                  <c:v>0.22194444444176042</c:v>
                </c:pt>
                <c:pt idx="19177">
                  <c:v>0.22195601851854008</c:v>
                </c:pt>
                <c:pt idx="19178">
                  <c:v>0.22196759258804377</c:v>
                </c:pt>
                <c:pt idx="19179">
                  <c:v>0.22197916666482342</c:v>
                </c:pt>
                <c:pt idx="19180">
                  <c:v>0.22199074074160308</c:v>
                </c:pt>
                <c:pt idx="19181">
                  <c:v>0.22200231481110677</c:v>
                </c:pt>
                <c:pt idx="19182">
                  <c:v>0.22201388888788642</c:v>
                </c:pt>
                <c:pt idx="19183">
                  <c:v>0.22202546295739012</c:v>
                </c:pt>
                <c:pt idx="19184">
                  <c:v>0.22203703703416977</c:v>
                </c:pt>
                <c:pt idx="19185">
                  <c:v>0.22204861111094942</c:v>
                </c:pt>
                <c:pt idx="19186">
                  <c:v>0.22206018518045312</c:v>
                </c:pt>
                <c:pt idx="19187">
                  <c:v>0.22207175925723277</c:v>
                </c:pt>
                <c:pt idx="19188">
                  <c:v>0.22208333333401242</c:v>
                </c:pt>
                <c:pt idx="19189">
                  <c:v>0.22209490740351612</c:v>
                </c:pt>
                <c:pt idx="19190">
                  <c:v>0.22210648148029577</c:v>
                </c:pt>
                <c:pt idx="19191">
                  <c:v>0.22211805554979946</c:v>
                </c:pt>
                <c:pt idx="19192">
                  <c:v>0.22212962962657912</c:v>
                </c:pt>
                <c:pt idx="19193">
                  <c:v>0.22214120370335877</c:v>
                </c:pt>
                <c:pt idx="19194">
                  <c:v>0.22215277777286246</c:v>
                </c:pt>
                <c:pt idx="19195">
                  <c:v>0.22216435184964212</c:v>
                </c:pt>
                <c:pt idx="19196">
                  <c:v>0.22217592592642177</c:v>
                </c:pt>
                <c:pt idx="19197">
                  <c:v>0.22218749999592546</c:v>
                </c:pt>
                <c:pt idx="19198">
                  <c:v>0.22219907407270512</c:v>
                </c:pt>
                <c:pt idx="19199">
                  <c:v>0.22221064814948477</c:v>
                </c:pt>
                <c:pt idx="19200">
                  <c:v>0.22222222221898846</c:v>
                </c:pt>
                <c:pt idx="19201">
                  <c:v>0.22223379629576812</c:v>
                </c:pt>
                <c:pt idx="19202">
                  <c:v>0.22224537036527181</c:v>
                </c:pt>
                <c:pt idx="19203">
                  <c:v>0.22225694444205146</c:v>
                </c:pt>
                <c:pt idx="19204">
                  <c:v>0.22226851851883112</c:v>
                </c:pt>
                <c:pt idx="19205">
                  <c:v>0.22228009258833481</c:v>
                </c:pt>
                <c:pt idx="19206">
                  <c:v>0.22229166666511446</c:v>
                </c:pt>
                <c:pt idx="19207">
                  <c:v>0.22230324074189411</c:v>
                </c:pt>
                <c:pt idx="19208">
                  <c:v>0.22231481481139781</c:v>
                </c:pt>
                <c:pt idx="19209">
                  <c:v>0.22232638888817746</c:v>
                </c:pt>
                <c:pt idx="19210">
                  <c:v>0.22233796295768116</c:v>
                </c:pt>
                <c:pt idx="19211">
                  <c:v>0.22234953703446081</c:v>
                </c:pt>
                <c:pt idx="19212">
                  <c:v>0.22236111111124046</c:v>
                </c:pt>
                <c:pt idx="19213">
                  <c:v>0.22237268518074416</c:v>
                </c:pt>
                <c:pt idx="19214">
                  <c:v>0.22238425925752381</c:v>
                </c:pt>
                <c:pt idx="19215">
                  <c:v>0.22239583333430346</c:v>
                </c:pt>
                <c:pt idx="19216">
                  <c:v>0.22240740740380716</c:v>
                </c:pt>
                <c:pt idx="19217">
                  <c:v>0.22241898148058681</c:v>
                </c:pt>
                <c:pt idx="19218">
                  <c:v>0.2224305555500905</c:v>
                </c:pt>
                <c:pt idx="19219">
                  <c:v>0.22244212962687016</c:v>
                </c:pt>
                <c:pt idx="19220">
                  <c:v>0.22245370370364981</c:v>
                </c:pt>
                <c:pt idx="19221">
                  <c:v>0.2224652777731535</c:v>
                </c:pt>
                <c:pt idx="19222">
                  <c:v>0.22247685184993315</c:v>
                </c:pt>
                <c:pt idx="19223">
                  <c:v>0.22248842592671281</c:v>
                </c:pt>
                <c:pt idx="19224">
                  <c:v>0.2224999999962165</c:v>
                </c:pt>
                <c:pt idx="19225">
                  <c:v>0.22251157407299615</c:v>
                </c:pt>
                <c:pt idx="19226">
                  <c:v>0.22252314814249985</c:v>
                </c:pt>
                <c:pt idx="19227">
                  <c:v>0.2225347222192795</c:v>
                </c:pt>
                <c:pt idx="19228">
                  <c:v>0.22254629629605915</c:v>
                </c:pt>
                <c:pt idx="19229">
                  <c:v>0.22255787036556285</c:v>
                </c:pt>
                <c:pt idx="19230">
                  <c:v>0.2225694444423425</c:v>
                </c:pt>
                <c:pt idx="19231">
                  <c:v>0.22258101851912215</c:v>
                </c:pt>
                <c:pt idx="19232">
                  <c:v>0.22259259258862585</c:v>
                </c:pt>
                <c:pt idx="19233">
                  <c:v>0.2226041666654055</c:v>
                </c:pt>
                <c:pt idx="19234">
                  <c:v>0.2226157407349092</c:v>
                </c:pt>
                <c:pt idx="19235">
                  <c:v>0.22262731481168885</c:v>
                </c:pt>
                <c:pt idx="19236">
                  <c:v>0.2226388888884685</c:v>
                </c:pt>
                <c:pt idx="19237">
                  <c:v>0.22265046295797219</c:v>
                </c:pt>
                <c:pt idx="19238">
                  <c:v>0.22266203703475185</c:v>
                </c:pt>
                <c:pt idx="19239">
                  <c:v>0.2226736111115315</c:v>
                </c:pt>
                <c:pt idx="19240">
                  <c:v>0.22268518518103519</c:v>
                </c:pt>
                <c:pt idx="19241">
                  <c:v>0.22269675925781485</c:v>
                </c:pt>
                <c:pt idx="19242">
                  <c:v>0.2227083333345945</c:v>
                </c:pt>
                <c:pt idx="19243">
                  <c:v>0.22271990740409819</c:v>
                </c:pt>
                <c:pt idx="19244">
                  <c:v>0.22273148148087785</c:v>
                </c:pt>
                <c:pt idx="19245">
                  <c:v>0.22274305555038154</c:v>
                </c:pt>
                <c:pt idx="19246">
                  <c:v>0.22275462962716119</c:v>
                </c:pt>
                <c:pt idx="19247">
                  <c:v>0.22276620370394085</c:v>
                </c:pt>
                <c:pt idx="19248">
                  <c:v>0.22277777777344454</c:v>
                </c:pt>
                <c:pt idx="19249">
                  <c:v>0.22278935185022419</c:v>
                </c:pt>
                <c:pt idx="19250">
                  <c:v>0.22280092592700385</c:v>
                </c:pt>
                <c:pt idx="19251">
                  <c:v>0.22281249999650754</c:v>
                </c:pt>
                <c:pt idx="19252">
                  <c:v>0.22282407407328719</c:v>
                </c:pt>
                <c:pt idx="19253">
                  <c:v>0.22283564814279089</c:v>
                </c:pt>
                <c:pt idx="19254">
                  <c:v>0.22284722221957054</c:v>
                </c:pt>
                <c:pt idx="19255">
                  <c:v>0.22285879629635019</c:v>
                </c:pt>
                <c:pt idx="19256">
                  <c:v>0.22287037036585389</c:v>
                </c:pt>
                <c:pt idx="19257">
                  <c:v>0.22288194444263354</c:v>
                </c:pt>
                <c:pt idx="19258">
                  <c:v>0.22289351851941319</c:v>
                </c:pt>
                <c:pt idx="19259">
                  <c:v>0.22290509258891689</c:v>
                </c:pt>
                <c:pt idx="19260">
                  <c:v>0.22291666666569654</c:v>
                </c:pt>
                <c:pt idx="19261">
                  <c:v>0.22292824073520023</c:v>
                </c:pt>
                <c:pt idx="19262">
                  <c:v>0.22293981481197989</c:v>
                </c:pt>
                <c:pt idx="19263">
                  <c:v>0.22295138888875954</c:v>
                </c:pt>
                <c:pt idx="19264">
                  <c:v>0.22296296295826323</c:v>
                </c:pt>
                <c:pt idx="19265">
                  <c:v>0.22297453703504289</c:v>
                </c:pt>
                <c:pt idx="19266">
                  <c:v>0.22298611111182254</c:v>
                </c:pt>
                <c:pt idx="19267">
                  <c:v>0.22299768518132623</c:v>
                </c:pt>
                <c:pt idx="19268">
                  <c:v>0.22300925925810589</c:v>
                </c:pt>
                <c:pt idx="19269">
                  <c:v>0.22302083332760958</c:v>
                </c:pt>
                <c:pt idx="19270">
                  <c:v>0.22303240740438923</c:v>
                </c:pt>
                <c:pt idx="19271">
                  <c:v>0.22304398148116888</c:v>
                </c:pt>
                <c:pt idx="19272">
                  <c:v>0.22305555555067258</c:v>
                </c:pt>
                <c:pt idx="19273">
                  <c:v>0.22306712962745223</c:v>
                </c:pt>
                <c:pt idx="19274">
                  <c:v>0.22307870370423188</c:v>
                </c:pt>
                <c:pt idx="19275">
                  <c:v>0.22309027777373558</c:v>
                </c:pt>
                <c:pt idx="19276">
                  <c:v>0.22310185185051523</c:v>
                </c:pt>
                <c:pt idx="19277">
                  <c:v>0.22311342592001893</c:v>
                </c:pt>
                <c:pt idx="19278">
                  <c:v>0.22312499999679858</c:v>
                </c:pt>
                <c:pt idx="19279">
                  <c:v>0.22313657407357823</c:v>
                </c:pt>
                <c:pt idx="19280">
                  <c:v>0.22314814814308193</c:v>
                </c:pt>
                <c:pt idx="19281">
                  <c:v>0.22315972221986158</c:v>
                </c:pt>
                <c:pt idx="19282">
                  <c:v>0.22317129629664123</c:v>
                </c:pt>
                <c:pt idx="19283">
                  <c:v>0.22318287036614493</c:v>
                </c:pt>
                <c:pt idx="19284">
                  <c:v>0.22319444444292458</c:v>
                </c:pt>
                <c:pt idx="19285">
                  <c:v>0.22320601851970423</c:v>
                </c:pt>
                <c:pt idx="19286">
                  <c:v>0.22321759258920792</c:v>
                </c:pt>
                <c:pt idx="19287">
                  <c:v>0.22322916666598758</c:v>
                </c:pt>
                <c:pt idx="19288">
                  <c:v>0.22324074073549127</c:v>
                </c:pt>
                <c:pt idx="19289">
                  <c:v>0.22325231481227092</c:v>
                </c:pt>
                <c:pt idx="19290">
                  <c:v>0.22326388888905058</c:v>
                </c:pt>
                <c:pt idx="19291">
                  <c:v>0.22327546295855427</c:v>
                </c:pt>
                <c:pt idx="19292">
                  <c:v>0.22328703703533392</c:v>
                </c:pt>
                <c:pt idx="19293">
                  <c:v>0.22329861111211358</c:v>
                </c:pt>
                <c:pt idx="19294">
                  <c:v>0.22331018518161727</c:v>
                </c:pt>
                <c:pt idx="19295">
                  <c:v>0.22332175925839692</c:v>
                </c:pt>
                <c:pt idx="19296">
                  <c:v>0.22333333332790062</c:v>
                </c:pt>
                <c:pt idx="19297">
                  <c:v>0.22334490740468027</c:v>
                </c:pt>
                <c:pt idx="19298">
                  <c:v>0.22335648148145992</c:v>
                </c:pt>
                <c:pt idx="19299">
                  <c:v>0.22336805555096362</c:v>
                </c:pt>
                <c:pt idx="19300">
                  <c:v>0.22337962962774327</c:v>
                </c:pt>
                <c:pt idx="19301">
                  <c:v>0.22339120370452292</c:v>
                </c:pt>
                <c:pt idx="19302">
                  <c:v>0.22340277777402662</c:v>
                </c:pt>
                <c:pt idx="19303">
                  <c:v>0.22341435185080627</c:v>
                </c:pt>
                <c:pt idx="19304">
                  <c:v>0.22342592592030996</c:v>
                </c:pt>
                <c:pt idx="19305">
                  <c:v>0.22343749999708962</c:v>
                </c:pt>
                <c:pt idx="19306">
                  <c:v>0.22344907407386927</c:v>
                </c:pt>
                <c:pt idx="19307">
                  <c:v>0.22346064814337296</c:v>
                </c:pt>
                <c:pt idx="19308">
                  <c:v>0.22347222222015262</c:v>
                </c:pt>
                <c:pt idx="19309">
                  <c:v>0.22348379629693227</c:v>
                </c:pt>
                <c:pt idx="19310">
                  <c:v>0.22349537036643596</c:v>
                </c:pt>
                <c:pt idx="19311">
                  <c:v>0.22350694444321562</c:v>
                </c:pt>
                <c:pt idx="19312">
                  <c:v>0.22351851851271931</c:v>
                </c:pt>
                <c:pt idx="19313">
                  <c:v>0.22353009258949896</c:v>
                </c:pt>
                <c:pt idx="19314">
                  <c:v>0.22354166666627862</c:v>
                </c:pt>
                <c:pt idx="19315">
                  <c:v>0.22355324073578231</c:v>
                </c:pt>
                <c:pt idx="19316">
                  <c:v>0.22356481481256196</c:v>
                </c:pt>
                <c:pt idx="19317">
                  <c:v>0.22357638888934162</c:v>
                </c:pt>
                <c:pt idx="19318">
                  <c:v>0.22358796295884531</c:v>
                </c:pt>
                <c:pt idx="19319">
                  <c:v>0.22359953703562496</c:v>
                </c:pt>
                <c:pt idx="19320">
                  <c:v>0.22361111111240461</c:v>
                </c:pt>
                <c:pt idx="19321">
                  <c:v>0.22362268518190831</c:v>
                </c:pt>
                <c:pt idx="19322">
                  <c:v>0.22363425925868796</c:v>
                </c:pt>
                <c:pt idx="19323">
                  <c:v>0.22364583332819166</c:v>
                </c:pt>
                <c:pt idx="19324">
                  <c:v>0.22365740740497131</c:v>
                </c:pt>
                <c:pt idx="19325">
                  <c:v>0.22366898148175096</c:v>
                </c:pt>
                <c:pt idx="19326">
                  <c:v>0.22368055555125466</c:v>
                </c:pt>
                <c:pt idx="19327">
                  <c:v>0.22369212962803431</c:v>
                </c:pt>
                <c:pt idx="19328">
                  <c:v>0.22370370370481396</c:v>
                </c:pt>
                <c:pt idx="19329">
                  <c:v>0.22371527777431766</c:v>
                </c:pt>
                <c:pt idx="19330">
                  <c:v>0.22372685185109731</c:v>
                </c:pt>
                <c:pt idx="19331">
                  <c:v>0.223738425920601</c:v>
                </c:pt>
                <c:pt idx="19332">
                  <c:v>0.22374999999738066</c:v>
                </c:pt>
                <c:pt idx="19333">
                  <c:v>0.22376157407416031</c:v>
                </c:pt>
                <c:pt idx="19334">
                  <c:v>0.223773148143664</c:v>
                </c:pt>
                <c:pt idx="19335">
                  <c:v>0.22378472222044365</c:v>
                </c:pt>
                <c:pt idx="19336">
                  <c:v>0.22379629629722331</c:v>
                </c:pt>
                <c:pt idx="19337">
                  <c:v>0.223807870366727</c:v>
                </c:pt>
                <c:pt idx="19338">
                  <c:v>0.22381944444350665</c:v>
                </c:pt>
                <c:pt idx="19339">
                  <c:v>0.22383101851301035</c:v>
                </c:pt>
                <c:pt idx="19340">
                  <c:v>0.22384259258979</c:v>
                </c:pt>
                <c:pt idx="19341">
                  <c:v>0.22385416666656965</c:v>
                </c:pt>
                <c:pt idx="19342">
                  <c:v>0.22386574073607335</c:v>
                </c:pt>
                <c:pt idx="19343">
                  <c:v>0.223877314812853</c:v>
                </c:pt>
                <c:pt idx="19344">
                  <c:v>0.22388888888963265</c:v>
                </c:pt>
                <c:pt idx="19345">
                  <c:v>0.22390046295913635</c:v>
                </c:pt>
                <c:pt idx="19346">
                  <c:v>0.223912037035916</c:v>
                </c:pt>
                <c:pt idx="19347">
                  <c:v>0.2239236111054197</c:v>
                </c:pt>
                <c:pt idx="19348">
                  <c:v>0.22393518518219935</c:v>
                </c:pt>
                <c:pt idx="19349">
                  <c:v>0.223946759258979</c:v>
                </c:pt>
                <c:pt idx="19350">
                  <c:v>0.22395833332848269</c:v>
                </c:pt>
                <c:pt idx="19351">
                  <c:v>0.22396990740526235</c:v>
                </c:pt>
                <c:pt idx="19352">
                  <c:v>0.223981481482042</c:v>
                </c:pt>
                <c:pt idx="19353">
                  <c:v>0.22399305555154569</c:v>
                </c:pt>
                <c:pt idx="19354">
                  <c:v>0.22400462962832535</c:v>
                </c:pt>
                <c:pt idx="19355">
                  <c:v>0.22401620369782904</c:v>
                </c:pt>
                <c:pt idx="19356">
                  <c:v>0.22402777777460869</c:v>
                </c:pt>
                <c:pt idx="19357">
                  <c:v>0.22403935185138835</c:v>
                </c:pt>
                <c:pt idx="19358">
                  <c:v>0.22405092592089204</c:v>
                </c:pt>
                <c:pt idx="19359">
                  <c:v>0.22406249999767169</c:v>
                </c:pt>
                <c:pt idx="19360">
                  <c:v>0.22407407407445135</c:v>
                </c:pt>
                <c:pt idx="19361">
                  <c:v>0.22408564814395504</c:v>
                </c:pt>
                <c:pt idx="19362">
                  <c:v>0.22409722222073469</c:v>
                </c:pt>
                <c:pt idx="19363">
                  <c:v>0.22410879629751435</c:v>
                </c:pt>
                <c:pt idx="19364">
                  <c:v>0.22412037036701804</c:v>
                </c:pt>
                <c:pt idx="19365">
                  <c:v>0.22413194444379769</c:v>
                </c:pt>
                <c:pt idx="19366">
                  <c:v>0.22414351851330139</c:v>
                </c:pt>
                <c:pt idx="19367">
                  <c:v>0.22415509259008104</c:v>
                </c:pt>
                <c:pt idx="19368">
                  <c:v>0.22416666666686069</c:v>
                </c:pt>
                <c:pt idx="19369">
                  <c:v>0.22417824073636439</c:v>
                </c:pt>
                <c:pt idx="19370">
                  <c:v>0.22418981481314404</c:v>
                </c:pt>
                <c:pt idx="19371">
                  <c:v>0.22420138888992369</c:v>
                </c:pt>
                <c:pt idx="19372">
                  <c:v>0.22421296295942739</c:v>
                </c:pt>
                <c:pt idx="19373">
                  <c:v>0.22422453703620704</c:v>
                </c:pt>
                <c:pt idx="19374">
                  <c:v>0.22423611110571073</c:v>
                </c:pt>
                <c:pt idx="19375">
                  <c:v>0.22424768518249039</c:v>
                </c:pt>
                <c:pt idx="19376">
                  <c:v>0.22425925925927004</c:v>
                </c:pt>
                <c:pt idx="19377">
                  <c:v>0.22427083332877373</c:v>
                </c:pt>
                <c:pt idx="19378">
                  <c:v>0.22428240740555339</c:v>
                </c:pt>
                <c:pt idx="19379">
                  <c:v>0.22429398148233304</c:v>
                </c:pt>
                <c:pt idx="19380">
                  <c:v>0.22430555555183673</c:v>
                </c:pt>
                <c:pt idx="19381">
                  <c:v>0.22431712962861639</c:v>
                </c:pt>
                <c:pt idx="19382">
                  <c:v>0.22432870369812008</c:v>
                </c:pt>
                <c:pt idx="19383">
                  <c:v>0.22434027777489973</c:v>
                </c:pt>
                <c:pt idx="19384">
                  <c:v>0.22435185185167938</c:v>
                </c:pt>
                <c:pt idx="19385">
                  <c:v>0.22436342592118308</c:v>
                </c:pt>
                <c:pt idx="19386">
                  <c:v>0.22437499999796273</c:v>
                </c:pt>
                <c:pt idx="19387">
                  <c:v>0.22438657407474238</c:v>
                </c:pt>
                <c:pt idx="19388">
                  <c:v>0.22439814814424608</c:v>
                </c:pt>
                <c:pt idx="19389">
                  <c:v>0.22440972222102573</c:v>
                </c:pt>
                <c:pt idx="19390">
                  <c:v>0.22442129629052943</c:v>
                </c:pt>
                <c:pt idx="19391">
                  <c:v>0.22443287036730908</c:v>
                </c:pt>
                <c:pt idx="19392">
                  <c:v>0.22444444444408873</c:v>
                </c:pt>
                <c:pt idx="19393">
                  <c:v>0.22445601851359243</c:v>
                </c:pt>
                <c:pt idx="19394">
                  <c:v>0.22446759259037208</c:v>
                </c:pt>
                <c:pt idx="19395">
                  <c:v>0.22447916666715173</c:v>
                </c:pt>
                <c:pt idx="19396">
                  <c:v>0.22449074073665543</c:v>
                </c:pt>
                <c:pt idx="19397">
                  <c:v>0.22450231481343508</c:v>
                </c:pt>
                <c:pt idx="19398">
                  <c:v>0.22451388889021473</c:v>
                </c:pt>
                <c:pt idx="19399">
                  <c:v>0.22452546295971842</c:v>
                </c:pt>
                <c:pt idx="19400">
                  <c:v>0.22453703703649808</c:v>
                </c:pt>
                <c:pt idx="19401">
                  <c:v>0.22454861110600177</c:v>
                </c:pt>
                <c:pt idx="19402">
                  <c:v>0.22456018518278142</c:v>
                </c:pt>
                <c:pt idx="19403">
                  <c:v>0.22457175925956108</c:v>
                </c:pt>
                <c:pt idx="19404">
                  <c:v>0.22458333332906477</c:v>
                </c:pt>
                <c:pt idx="19405">
                  <c:v>0.22459490740584442</c:v>
                </c:pt>
                <c:pt idx="19406">
                  <c:v>0.22460648148262408</c:v>
                </c:pt>
                <c:pt idx="19407">
                  <c:v>0.22461805555212777</c:v>
                </c:pt>
                <c:pt idx="19408">
                  <c:v>0.22462962962890742</c:v>
                </c:pt>
                <c:pt idx="19409">
                  <c:v>0.22464120369841112</c:v>
                </c:pt>
                <c:pt idx="19410">
                  <c:v>0.22465277777519077</c:v>
                </c:pt>
                <c:pt idx="19411">
                  <c:v>0.22466435185197042</c:v>
                </c:pt>
                <c:pt idx="19412">
                  <c:v>0.22467592592147412</c:v>
                </c:pt>
                <c:pt idx="19413">
                  <c:v>0.22468749999825377</c:v>
                </c:pt>
                <c:pt idx="19414">
                  <c:v>0.22469907407503342</c:v>
                </c:pt>
                <c:pt idx="19415">
                  <c:v>0.22471064814453712</c:v>
                </c:pt>
                <c:pt idx="19416">
                  <c:v>0.22472222222131677</c:v>
                </c:pt>
                <c:pt idx="19417">
                  <c:v>0.22473379629082046</c:v>
                </c:pt>
                <c:pt idx="19418">
                  <c:v>0.22474537036760012</c:v>
                </c:pt>
                <c:pt idx="19419">
                  <c:v>0.22475694444437977</c:v>
                </c:pt>
                <c:pt idx="19420">
                  <c:v>0.22476851851388346</c:v>
                </c:pt>
                <c:pt idx="19421">
                  <c:v>0.22478009259066312</c:v>
                </c:pt>
                <c:pt idx="19422">
                  <c:v>0.22479166666744277</c:v>
                </c:pt>
                <c:pt idx="19423">
                  <c:v>0.22480324073694646</c:v>
                </c:pt>
                <c:pt idx="19424">
                  <c:v>0.22481481481372612</c:v>
                </c:pt>
                <c:pt idx="19425">
                  <c:v>0.22482638888322981</c:v>
                </c:pt>
                <c:pt idx="19426">
                  <c:v>0.22483796296000946</c:v>
                </c:pt>
                <c:pt idx="19427">
                  <c:v>0.22484953703678912</c:v>
                </c:pt>
                <c:pt idx="19428">
                  <c:v>0.22486111110629281</c:v>
                </c:pt>
                <c:pt idx="19429">
                  <c:v>0.22487268518307246</c:v>
                </c:pt>
                <c:pt idx="19430">
                  <c:v>0.22488425925985212</c:v>
                </c:pt>
                <c:pt idx="19431">
                  <c:v>0.22489583332935581</c:v>
                </c:pt>
                <c:pt idx="19432">
                  <c:v>0.22490740740613546</c:v>
                </c:pt>
                <c:pt idx="19433">
                  <c:v>0.22491898147563916</c:v>
                </c:pt>
                <c:pt idx="19434">
                  <c:v>0.22493055555241881</c:v>
                </c:pt>
                <c:pt idx="19435">
                  <c:v>0.22494212962919846</c:v>
                </c:pt>
                <c:pt idx="19436">
                  <c:v>0.22495370369870216</c:v>
                </c:pt>
                <c:pt idx="19437">
                  <c:v>0.22496527777548181</c:v>
                </c:pt>
                <c:pt idx="19438">
                  <c:v>0.22497685185226146</c:v>
                </c:pt>
                <c:pt idx="19439">
                  <c:v>0.22498842592176516</c:v>
                </c:pt>
                <c:pt idx="19440">
                  <c:v>0.22499999999854481</c:v>
                </c:pt>
                <c:pt idx="19441">
                  <c:v>0.22501157407532446</c:v>
                </c:pt>
                <c:pt idx="19442">
                  <c:v>0.22502314814482816</c:v>
                </c:pt>
                <c:pt idx="19443">
                  <c:v>0.22503472222160781</c:v>
                </c:pt>
                <c:pt idx="19444">
                  <c:v>0.2250462962911115</c:v>
                </c:pt>
                <c:pt idx="19445">
                  <c:v>0.22505787036789116</c:v>
                </c:pt>
                <c:pt idx="19446">
                  <c:v>0.22506944444467081</c:v>
                </c:pt>
                <c:pt idx="19447">
                  <c:v>0.2250810185141745</c:v>
                </c:pt>
                <c:pt idx="19448">
                  <c:v>0.22509259259095415</c:v>
                </c:pt>
                <c:pt idx="19449">
                  <c:v>0.22510416666773381</c:v>
                </c:pt>
                <c:pt idx="19450">
                  <c:v>0.2251157407372375</c:v>
                </c:pt>
                <c:pt idx="19451">
                  <c:v>0.22512731481401715</c:v>
                </c:pt>
                <c:pt idx="19452">
                  <c:v>0.22513888888352085</c:v>
                </c:pt>
                <c:pt idx="19453">
                  <c:v>0.2251504629603005</c:v>
                </c:pt>
                <c:pt idx="19454">
                  <c:v>0.22516203703708015</c:v>
                </c:pt>
                <c:pt idx="19455">
                  <c:v>0.22517361110658385</c:v>
                </c:pt>
                <c:pt idx="19456">
                  <c:v>0.2251851851833635</c:v>
                </c:pt>
                <c:pt idx="19457">
                  <c:v>0.22519675926014315</c:v>
                </c:pt>
                <c:pt idx="19458">
                  <c:v>0.22520833332964685</c:v>
                </c:pt>
                <c:pt idx="19459">
                  <c:v>0.2252199074064265</c:v>
                </c:pt>
                <c:pt idx="19460">
                  <c:v>0.2252314814759302</c:v>
                </c:pt>
                <c:pt idx="19461">
                  <c:v>0.22524305555270985</c:v>
                </c:pt>
                <c:pt idx="19462">
                  <c:v>0.2252546296294895</c:v>
                </c:pt>
                <c:pt idx="19463">
                  <c:v>0.22526620369899319</c:v>
                </c:pt>
                <c:pt idx="19464">
                  <c:v>0.22527777777577285</c:v>
                </c:pt>
                <c:pt idx="19465">
                  <c:v>0.2252893518525525</c:v>
                </c:pt>
                <c:pt idx="19466">
                  <c:v>0.22530092592205619</c:v>
                </c:pt>
                <c:pt idx="19467">
                  <c:v>0.22531249999883585</c:v>
                </c:pt>
                <c:pt idx="19468">
                  <c:v>0.22532407406833954</c:v>
                </c:pt>
                <c:pt idx="19469">
                  <c:v>0.22533564814511919</c:v>
                </c:pt>
                <c:pt idx="19470">
                  <c:v>0.22534722222189885</c:v>
                </c:pt>
                <c:pt idx="19471">
                  <c:v>0.22535879629140254</c:v>
                </c:pt>
                <c:pt idx="19472">
                  <c:v>0.22537037036818219</c:v>
                </c:pt>
                <c:pt idx="19473">
                  <c:v>0.22538194444496185</c:v>
                </c:pt>
                <c:pt idx="19474">
                  <c:v>0.22539351851446554</c:v>
                </c:pt>
                <c:pt idx="19475">
                  <c:v>0.22540509259124519</c:v>
                </c:pt>
                <c:pt idx="19476">
                  <c:v>0.22541666666074889</c:v>
                </c:pt>
                <c:pt idx="19477">
                  <c:v>0.22542824073752854</c:v>
                </c:pt>
                <c:pt idx="19478">
                  <c:v>0.22543981481430819</c:v>
                </c:pt>
                <c:pt idx="19479">
                  <c:v>0.22545138888381189</c:v>
                </c:pt>
                <c:pt idx="19480">
                  <c:v>0.22546296296059154</c:v>
                </c:pt>
                <c:pt idx="19481">
                  <c:v>0.22547453703737119</c:v>
                </c:pt>
                <c:pt idx="19482">
                  <c:v>0.22548611110687489</c:v>
                </c:pt>
                <c:pt idx="19483">
                  <c:v>0.22549768518365454</c:v>
                </c:pt>
                <c:pt idx="19484">
                  <c:v>0.22550925926043419</c:v>
                </c:pt>
                <c:pt idx="19485">
                  <c:v>0.22552083332993789</c:v>
                </c:pt>
                <c:pt idx="19486">
                  <c:v>0.22553240740671754</c:v>
                </c:pt>
                <c:pt idx="19487">
                  <c:v>0.22554398147622123</c:v>
                </c:pt>
                <c:pt idx="19488">
                  <c:v>0.22555555555300089</c:v>
                </c:pt>
                <c:pt idx="19489">
                  <c:v>0.22556712962978054</c:v>
                </c:pt>
                <c:pt idx="19490">
                  <c:v>0.22557870369928423</c:v>
                </c:pt>
                <c:pt idx="19491">
                  <c:v>0.22559027777606389</c:v>
                </c:pt>
                <c:pt idx="19492">
                  <c:v>0.22560185185284354</c:v>
                </c:pt>
                <c:pt idx="19493">
                  <c:v>0.22561342592234723</c:v>
                </c:pt>
                <c:pt idx="19494">
                  <c:v>0.22562499999912689</c:v>
                </c:pt>
                <c:pt idx="19495">
                  <c:v>0.22563657406863058</c:v>
                </c:pt>
                <c:pt idx="19496">
                  <c:v>0.22564814814541023</c:v>
                </c:pt>
                <c:pt idx="19497">
                  <c:v>0.22565972222218988</c:v>
                </c:pt>
                <c:pt idx="19498">
                  <c:v>0.22567129629169358</c:v>
                </c:pt>
                <c:pt idx="19499">
                  <c:v>0.22568287036847323</c:v>
                </c:pt>
                <c:pt idx="19500">
                  <c:v>0.22569444444525288</c:v>
                </c:pt>
                <c:pt idx="19501">
                  <c:v>0.22570601851475658</c:v>
                </c:pt>
                <c:pt idx="19502">
                  <c:v>0.22571759259153623</c:v>
                </c:pt>
                <c:pt idx="19503">
                  <c:v>0.22572916666103993</c:v>
                </c:pt>
                <c:pt idx="19504">
                  <c:v>0.22574074073781958</c:v>
                </c:pt>
                <c:pt idx="19505">
                  <c:v>0.22575231481459923</c:v>
                </c:pt>
                <c:pt idx="19506">
                  <c:v>0.22576388888410293</c:v>
                </c:pt>
                <c:pt idx="19507">
                  <c:v>0.22577546296088258</c:v>
                </c:pt>
                <c:pt idx="19508">
                  <c:v>0.22578703703766223</c:v>
                </c:pt>
                <c:pt idx="19509">
                  <c:v>0.22579861110716593</c:v>
                </c:pt>
                <c:pt idx="19510">
                  <c:v>0.22581018518394558</c:v>
                </c:pt>
                <c:pt idx="19511">
                  <c:v>0.22582175925344927</c:v>
                </c:pt>
                <c:pt idx="19512">
                  <c:v>0.22583333333022892</c:v>
                </c:pt>
                <c:pt idx="19513">
                  <c:v>0.22584490740700858</c:v>
                </c:pt>
                <c:pt idx="19514">
                  <c:v>0.22585648147651227</c:v>
                </c:pt>
                <c:pt idx="19515">
                  <c:v>0.22586805555329192</c:v>
                </c:pt>
                <c:pt idx="19516">
                  <c:v>0.22587962963007158</c:v>
                </c:pt>
                <c:pt idx="19517">
                  <c:v>0.22589120369957527</c:v>
                </c:pt>
                <c:pt idx="19518">
                  <c:v>0.22590277777635492</c:v>
                </c:pt>
                <c:pt idx="19519">
                  <c:v>0.22591435185313458</c:v>
                </c:pt>
                <c:pt idx="19520">
                  <c:v>0.22592592592263827</c:v>
                </c:pt>
                <c:pt idx="19521">
                  <c:v>0.22593749999941792</c:v>
                </c:pt>
                <c:pt idx="19522">
                  <c:v>0.22594907406892162</c:v>
                </c:pt>
                <c:pt idx="19523">
                  <c:v>0.22596064814570127</c:v>
                </c:pt>
                <c:pt idx="19524">
                  <c:v>0.22597222222248092</c:v>
                </c:pt>
                <c:pt idx="19525">
                  <c:v>0.22598379629198462</c:v>
                </c:pt>
                <c:pt idx="19526">
                  <c:v>0.22599537036876427</c:v>
                </c:pt>
                <c:pt idx="19527">
                  <c:v>0.22600694444554392</c:v>
                </c:pt>
                <c:pt idx="19528">
                  <c:v>0.22601851851504762</c:v>
                </c:pt>
                <c:pt idx="19529">
                  <c:v>0.22603009259182727</c:v>
                </c:pt>
                <c:pt idx="19530">
                  <c:v>0.22604166666133096</c:v>
                </c:pt>
                <c:pt idx="19531">
                  <c:v>0.22605324073811062</c:v>
                </c:pt>
                <c:pt idx="19532">
                  <c:v>0.22606481481489027</c:v>
                </c:pt>
                <c:pt idx="19533">
                  <c:v>0.22607638888439396</c:v>
                </c:pt>
                <c:pt idx="19534">
                  <c:v>0.22608796296117362</c:v>
                </c:pt>
                <c:pt idx="19535">
                  <c:v>0.22609953703795327</c:v>
                </c:pt>
                <c:pt idx="19536">
                  <c:v>0.22611111110745696</c:v>
                </c:pt>
                <c:pt idx="19537">
                  <c:v>0.22612268518423662</c:v>
                </c:pt>
                <c:pt idx="19538">
                  <c:v>0.22613425925374031</c:v>
                </c:pt>
                <c:pt idx="19539">
                  <c:v>0.22614583333051996</c:v>
                </c:pt>
                <c:pt idx="19540">
                  <c:v>0.22615740740729962</c:v>
                </c:pt>
                <c:pt idx="19541">
                  <c:v>0.22616898147680331</c:v>
                </c:pt>
                <c:pt idx="19542">
                  <c:v>0.22618055555358296</c:v>
                </c:pt>
                <c:pt idx="19543">
                  <c:v>0.22619212963036261</c:v>
                </c:pt>
                <c:pt idx="19544">
                  <c:v>0.22620370369986631</c:v>
                </c:pt>
                <c:pt idx="19545">
                  <c:v>0.22621527777664596</c:v>
                </c:pt>
                <c:pt idx="19546">
                  <c:v>0.22622685184614966</c:v>
                </c:pt>
                <c:pt idx="19547">
                  <c:v>0.22623842592292931</c:v>
                </c:pt>
                <c:pt idx="19548">
                  <c:v>0.22624999999970896</c:v>
                </c:pt>
                <c:pt idx="19549">
                  <c:v>0.22626157406921266</c:v>
                </c:pt>
                <c:pt idx="19550">
                  <c:v>0.22627314814599231</c:v>
                </c:pt>
                <c:pt idx="19551">
                  <c:v>0.22628472222277196</c:v>
                </c:pt>
                <c:pt idx="19552">
                  <c:v>0.22629629629227566</c:v>
                </c:pt>
                <c:pt idx="19553">
                  <c:v>0.22630787036905531</c:v>
                </c:pt>
                <c:pt idx="19554">
                  <c:v>0.226319444438559</c:v>
                </c:pt>
                <c:pt idx="19555">
                  <c:v>0.22633101851533866</c:v>
                </c:pt>
                <c:pt idx="19556">
                  <c:v>0.22634259259211831</c:v>
                </c:pt>
                <c:pt idx="19557">
                  <c:v>0.226354166661622</c:v>
                </c:pt>
                <c:pt idx="19558">
                  <c:v>0.22636574073840166</c:v>
                </c:pt>
                <c:pt idx="19559">
                  <c:v>0.22637731481518131</c:v>
                </c:pt>
                <c:pt idx="19560">
                  <c:v>0.226388888884685</c:v>
                </c:pt>
                <c:pt idx="19561">
                  <c:v>0.22640046296146465</c:v>
                </c:pt>
                <c:pt idx="19562">
                  <c:v>0.22641203703824431</c:v>
                </c:pt>
                <c:pt idx="19563">
                  <c:v>0.226423611107748</c:v>
                </c:pt>
                <c:pt idx="19564">
                  <c:v>0.22643518518452765</c:v>
                </c:pt>
                <c:pt idx="19565">
                  <c:v>0.22644675925403135</c:v>
                </c:pt>
                <c:pt idx="19566">
                  <c:v>0.226458333330811</c:v>
                </c:pt>
                <c:pt idx="19567">
                  <c:v>0.22646990740759065</c:v>
                </c:pt>
                <c:pt idx="19568">
                  <c:v>0.22648148147709435</c:v>
                </c:pt>
                <c:pt idx="19569">
                  <c:v>0.226493055553874</c:v>
                </c:pt>
                <c:pt idx="19570">
                  <c:v>0.22650462963065365</c:v>
                </c:pt>
                <c:pt idx="19571">
                  <c:v>0.22651620370015735</c:v>
                </c:pt>
                <c:pt idx="19572">
                  <c:v>0.226527777776937</c:v>
                </c:pt>
                <c:pt idx="19573">
                  <c:v>0.2265393518464407</c:v>
                </c:pt>
                <c:pt idx="19574">
                  <c:v>0.22655092592322035</c:v>
                </c:pt>
                <c:pt idx="19575">
                  <c:v>0.2265625</c:v>
                </c:pt>
                <c:pt idx="19576">
                  <c:v>0.22657407406950369</c:v>
                </c:pt>
                <c:pt idx="19577">
                  <c:v>0.22658564814628335</c:v>
                </c:pt>
                <c:pt idx="19578">
                  <c:v>0.226597222223063</c:v>
                </c:pt>
                <c:pt idx="19579">
                  <c:v>0.22660879629256669</c:v>
                </c:pt>
                <c:pt idx="19580">
                  <c:v>0.22662037036934635</c:v>
                </c:pt>
                <c:pt idx="19581">
                  <c:v>0.22663194443885004</c:v>
                </c:pt>
                <c:pt idx="19582">
                  <c:v>0.22664351851562969</c:v>
                </c:pt>
                <c:pt idx="19583">
                  <c:v>0.22665509259240935</c:v>
                </c:pt>
                <c:pt idx="19584">
                  <c:v>0.22666666666191304</c:v>
                </c:pt>
                <c:pt idx="19585">
                  <c:v>0.22667824073869269</c:v>
                </c:pt>
                <c:pt idx="19586">
                  <c:v>0.22668981481547235</c:v>
                </c:pt>
                <c:pt idx="19587">
                  <c:v>0.22670138888497604</c:v>
                </c:pt>
                <c:pt idx="19588">
                  <c:v>0.22671296296175569</c:v>
                </c:pt>
                <c:pt idx="19589">
                  <c:v>0.22672453703125939</c:v>
                </c:pt>
                <c:pt idx="19590">
                  <c:v>0.22673611110803904</c:v>
                </c:pt>
                <c:pt idx="19591">
                  <c:v>0.22674768518481869</c:v>
                </c:pt>
                <c:pt idx="19592">
                  <c:v>0.22675925925432239</c:v>
                </c:pt>
                <c:pt idx="19593">
                  <c:v>0.22677083333110204</c:v>
                </c:pt>
                <c:pt idx="19594">
                  <c:v>0.22678240740788169</c:v>
                </c:pt>
                <c:pt idx="19595">
                  <c:v>0.22679398147738539</c:v>
                </c:pt>
                <c:pt idx="19596">
                  <c:v>0.22680555555416504</c:v>
                </c:pt>
                <c:pt idx="19597">
                  <c:v>0.22681712963094469</c:v>
                </c:pt>
                <c:pt idx="19598">
                  <c:v>0.22682870370044839</c:v>
                </c:pt>
                <c:pt idx="19599">
                  <c:v>0.22684027777722804</c:v>
                </c:pt>
                <c:pt idx="19600">
                  <c:v>0.22685185184673173</c:v>
                </c:pt>
                <c:pt idx="19601">
                  <c:v>0.22686342592351139</c:v>
                </c:pt>
                <c:pt idx="19602">
                  <c:v>0.22687500000029104</c:v>
                </c:pt>
                <c:pt idx="19603">
                  <c:v>0.22688657406979473</c:v>
                </c:pt>
                <c:pt idx="19604">
                  <c:v>0.22689814814657439</c:v>
                </c:pt>
                <c:pt idx="19605">
                  <c:v>0.22690972222335404</c:v>
                </c:pt>
                <c:pt idx="19606">
                  <c:v>0.22692129629285773</c:v>
                </c:pt>
                <c:pt idx="19607">
                  <c:v>0.22693287036963739</c:v>
                </c:pt>
                <c:pt idx="19608">
                  <c:v>0.22694444443914108</c:v>
                </c:pt>
                <c:pt idx="19609">
                  <c:v>0.22695601851592073</c:v>
                </c:pt>
                <c:pt idx="19610">
                  <c:v>0.22696759259270038</c:v>
                </c:pt>
                <c:pt idx="19611">
                  <c:v>0.22697916666220408</c:v>
                </c:pt>
                <c:pt idx="19612">
                  <c:v>0.22699074073898373</c:v>
                </c:pt>
                <c:pt idx="19613">
                  <c:v>0.22700231481576338</c:v>
                </c:pt>
                <c:pt idx="19614">
                  <c:v>0.22701388888526708</c:v>
                </c:pt>
                <c:pt idx="19615">
                  <c:v>0.22702546296204673</c:v>
                </c:pt>
                <c:pt idx="19616">
                  <c:v>0.22703703703155043</c:v>
                </c:pt>
                <c:pt idx="19617">
                  <c:v>0.22704861110833008</c:v>
                </c:pt>
                <c:pt idx="19618">
                  <c:v>0.22706018518510973</c:v>
                </c:pt>
                <c:pt idx="19619">
                  <c:v>0.22707175925461343</c:v>
                </c:pt>
                <c:pt idx="19620">
                  <c:v>0.22708333333139308</c:v>
                </c:pt>
                <c:pt idx="19621">
                  <c:v>0.22709490740817273</c:v>
                </c:pt>
                <c:pt idx="19622">
                  <c:v>0.22710648147767643</c:v>
                </c:pt>
                <c:pt idx="19623">
                  <c:v>0.22711805555445608</c:v>
                </c:pt>
                <c:pt idx="19624">
                  <c:v>0.22712962962395977</c:v>
                </c:pt>
                <c:pt idx="19625">
                  <c:v>0.22714120370073942</c:v>
                </c:pt>
                <c:pt idx="19626">
                  <c:v>0.22715277777751908</c:v>
                </c:pt>
                <c:pt idx="19627">
                  <c:v>0.22716435184702277</c:v>
                </c:pt>
                <c:pt idx="19628">
                  <c:v>0.22717592592380242</c:v>
                </c:pt>
                <c:pt idx="19629">
                  <c:v>0.22718750000058208</c:v>
                </c:pt>
                <c:pt idx="19630">
                  <c:v>0.22719907407008577</c:v>
                </c:pt>
                <c:pt idx="19631">
                  <c:v>0.22721064814686542</c:v>
                </c:pt>
                <c:pt idx="19632">
                  <c:v>0.22722222221636912</c:v>
                </c:pt>
                <c:pt idx="19633">
                  <c:v>0.22723379629314877</c:v>
                </c:pt>
                <c:pt idx="19634">
                  <c:v>0.22724537036992842</c:v>
                </c:pt>
                <c:pt idx="19635">
                  <c:v>0.22725694443943212</c:v>
                </c:pt>
                <c:pt idx="19636">
                  <c:v>0.22726851851621177</c:v>
                </c:pt>
                <c:pt idx="19637">
                  <c:v>0.22728009259299142</c:v>
                </c:pt>
                <c:pt idx="19638">
                  <c:v>0.22729166666249512</c:v>
                </c:pt>
                <c:pt idx="19639">
                  <c:v>0.22730324073927477</c:v>
                </c:pt>
                <c:pt idx="19640">
                  <c:v>0.22731481481605442</c:v>
                </c:pt>
                <c:pt idx="19641">
                  <c:v>0.22732638888555812</c:v>
                </c:pt>
                <c:pt idx="19642">
                  <c:v>0.22733796296233777</c:v>
                </c:pt>
                <c:pt idx="19643">
                  <c:v>0.22734953703184146</c:v>
                </c:pt>
                <c:pt idx="19644">
                  <c:v>0.22736111110862112</c:v>
                </c:pt>
                <c:pt idx="19645">
                  <c:v>0.22737268518540077</c:v>
                </c:pt>
                <c:pt idx="19646">
                  <c:v>0.22738425925490446</c:v>
                </c:pt>
                <c:pt idx="19647">
                  <c:v>0.22739583333168412</c:v>
                </c:pt>
                <c:pt idx="19648">
                  <c:v>0.22740740740846377</c:v>
                </c:pt>
                <c:pt idx="19649">
                  <c:v>0.22741898147796746</c:v>
                </c:pt>
                <c:pt idx="19650">
                  <c:v>0.22743055555474712</c:v>
                </c:pt>
                <c:pt idx="19651">
                  <c:v>0.22744212962425081</c:v>
                </c:pt>
                <c:pt idx="19652">
                  <c:v>0.22745370370103046</c:v>
                </c:pt>
                <c:pt idx="19653">
                  <c:v>0.22746527777781012</c:v>
                </c:pt>
                <c:pt idx="19654">
                  <c:v>0.22747685184731381</c:v>
                </c:pt>
                <c:pt idx="19655">
                  <c:v>0.22748842592409346</c:v>
                </c:pt>
                <c:pt idx="19656">
                  <c:v>0.22750000000087311</c:v>
                </c:pt>
                <c:pt idx="19657">
                  <c:v>0.22751157407037681</c:v>
                </c:pt>
                <c:pt idx="19658">
                  <c:v>0.22752314814715646</c:v>
                </c:pt>
                <c:pt idx="19659">
                  <c:v>0.22753472221666016</c:v>
                </c:pt>
                <c:pt idx="19660">
                  <c:v>0.22754629629343981</c:v>
                </c:pt>
                <c:pt idx="19661">
                  <c:v>0.22755787037021946</c:v>
                </c:pt>
                <c:pt idx="19662">
                  <c:v>0.22756944443972316</c:v>
                </c:pt>
                <c:pt idx="19663">
                  <c:v>0.22758101851650281</c:v>
                </c:pt>
                <c:pt idx="19664">
                  <c:v>0.22759259259328246</c:v>
                </c:pt>
                <c:pt idx="19665">
                  <c:v>0.22760416666278616</c:v>
                </c:pt>
                <c:pt idx="19666">
                  <c:v>0.22761574073956581</c:v>
                </c:pt>
                <c:pt idx="19667">
                  <c:v>0.2276273148090695</c:v>
                </c:pt>
                <c:pt idx="19668">
                  <c:v>0.22763888888584916</c:v>
                </c:pt>
                <c:pt idx="19669">
                  <c:v>0.22765046296262881</c:v>
                </c:pt>
                <c:pt idx="19670">
                  <c:v>0.2276620370321325</c:v>
                </c:pt>
                <c:pt idx="19671">
                  <c:v>0.22767361110891216</c:v>
                </c:pt>
                <c:pt idx="19672">
                  <c:v>0.22768518518569181</c:v>
                </c:pt>
                <c:pt idx="19673">
                  <c:v>0.2276967592551955</c:v>
                </c:pt>
                <c:pt idx="19674">
                  <c:v>0.22770833333197515</c:v>
                </c:pt>
                <c:pt idx="19675">
                  <c:v>0.22771990740147885</c:v>
                </c:pt>
                <c:pt idx="19676">
                  <c:v>0.2277314814782585</c:v>
                </c:pt>
                <c:pt idx="19677">
                  <c:v>0.22774305555503815</c:v>
                </c:pt>
                <c:pt idx="19678">
                  <c:v>0.22775462962454185</c:v>
                </c:pt>
                <c:pt idx="19679">
                  <c:v>0.2277662037013215</c:v>
                </c:pt>
                <c:pt idx="19680">
                  <c:v>0.22777777777810115</c:v>
                </c:pt>
                <c:pt idx="19681">
                  <c:v>0.22778935184760485</c:v>
                </c:pt>
                <c:pt idx="19682">
                  <c:v>0.2278009259243845</c:v>
                </c:pt>
                <c:pt idx="19683">
                  <c:v>0.22781250000116415</c:v>
                </c:pt>
                <c:pt idx="19684">
                  <c:v>0.22782407407066785</c:v>
                </c:pt>
                <c:pt idx="19685">
                  <c:v>0.2278356481474475</c:v>
                </c:pt>
                <c:pt idx="19686">
                  <c:v>0.2278472222169512</c:v>
                </c:pt>
                <c:pt idx="19687">
                  <c:v>0.22785879629373085</c:v>
                </c:pt>
                <c:pt idx="19688">
                  <c:v>0.2278703703705105</c:v>
                </c:pt>
                <c:pt idx="19689">
                  <c:v>0.22788194444001419</c:v>
                </c:pt>
                <c:pt idx="19690">
                  <c:v>0.22789351851679385</c:v>
                </c:pt>
                <c:pt idx="19691">
                  <c:v>0.2279050925935735</c:v>
                </c:pt>
                <c:pt idx="19692">
                  <c:v>0.22791666666307719</c:v>
                </c:pt>
                <c:pt idx="19693">
                  <c:v>0.22792824073985685</c:v>
                </c:pt>
                <c:pt idx="19694">
                  <c:v>0.22793981480936054</c:v>
                </c:pt>
                <c:pt idx="19695">
                  <c:v>0.22795138888614019</c:v>
                </c:pt>
                <c:pt idx="19696">
                  <c:v>0.22796296296291985</c:v>
                </c:pt>
                <c:pt idx="19697">
                  <c:v>0.22797453703242354</c:v>
                </c:pt>
                <c:pt idx="19698">
                  <c:v>0.22798611110920319</c:v>
                </c:pt>
                <c:pt idx="19699">
                  <c:v>0.22799768518598285</c:v>
                </c:pt>
                <c:pt idx="19700">
                  <c:v>0.22800925925548654</c:v>
                </c:pt>
                <c:pt idx="19701">
                  <c:v>0.22802083333226619</c:v>
                </c:pt>
                <c:pt idx="19702">
                  <c:v>0.22803240740176989</c:v>
                </c:pt>
                <c:pt idx="19703">
                  <c:v>0.22804398147854954</c:v>
                </c:pt>
                <c:pt idx="19704">
                  <c:v>0.22805555555532919</c:v>
                </c:pt>
                <c:pt idx="19705">
                  <c:v>0.22806712962483289</c:v>
                </c:pt>
                <c:pt idx="19706">
                  <c:v>0.22807870370161254</c:v>
                </c:pt>
                <c:pt idx="19707">
                  <c:v>0.22809027777839219</c:v>
                </c:pt>
                <c:pt idx="19708">
                  <c:v>0.22810185184789589</c:v>
                </c:pt>
                <c:pt idx="19709">
                  <c:v>0.22811342592467554</c:v>
                </c:pt>
                <c:pt idx="19710">
                  <c:v>0.22812499999417923</c:v>
                </c:pt>
                <c:pt idx="19711">
                  <c:v>0.22813657407095889</c:v>
                </c:pt>
                <c:pt idx="19712">
                  <c:v>0.22814814814773854</c:v>
                </c:pt>
                <c:pt idx="19713">
                  <c:v>0.22815972221724223</c:v>
                </c:pt>
                <c:pt idx="19714">
                  <c:v>0.22817129629402189</c:v>
                </c:pt>
                <c:pt idx="19715">
                  <c:v>0.22818287037080154</c:v>
                </c:pt>
                <c:pt idx="19716">
                  <c:v>0.22819444444030523</c:v>
                </c:pt>
                <c:pt idx="19717">
                  <c:v>0.22820601851708489</c:v>
                </c:pt>
                <c:pt idx="19718">
                  <c:v>0.22821759259386454</c:v>
                </c:pt>
                <c:pt idx="19719">
                  <c:v>0.22822916666336823</c:v>
                </c:pt>
                <c:pt idx="19720">
                  <c:v>0.22824074074014788</c:v>
                </c:pt>
                <c:pt idx="19721">
                  <c:v>0.22825231480965158</c:v>
                </c:pt>
                <c:pt idx="19722">
                  <c:v>0.22826388888643123</c:v>
                </c:pt>
                <c:pt idx="19723">
                  <c:v>0.22827546296321088</c:v>
                </c:pt>
                <c:pt idx="19724">
                  <c:v>0.22828703703271458</c:v>
                </c:pt>
                <c:pt idx="19725">
                  <c:v>0.22829861110949423</c:v>
                </c:pt>
                <c:pt idx="19726">
                  <c:v>0.22831018518627388</c:v>
                </c:pt>
                <c:pt idx="19727">
                  <c:v>0.22832175925577758</c:v>
                </c:pt>
                <c:pt idx="19728">
                  <c:v>0.22833333333255723</c:v>
                </c:pt>
                <c:pt idx="19729">
                  <c:v>0.22834490740206093</c:v>
                </c:pt>
                <c:pt idx="19730">
                  <c:v>0.22835648147884058</c:v>
                </c:pt>
                <c:pt idx="19731">
                  <c:v>0.22836805555562023</c:v>
                </c:pt>
                <c:pt idx="19732">
                  <c:v>0.22837962962512393</c:v>
                </c:pt>
                <c:pt idx="19733">
                  <c:v>0.22839120370190358</c:v>
                </c:pt>
                <c:pt idx="19734">
                  <c:v>0.22840277777868323</c:v>
                </c:pt>
                <c:pt idx="19735">
                  <c:v>0.22841435184818693</c:v>
                </c:pt>
                <c:pt idx="19736">
                  <c:v>0.22842592592496658</c:v>
                </c:pt>
                <c:pt idx="19737">
                  <c:v>0.22843749999447027</c:v>
                </c:pt>
                <c:pt idx="19738">
                  <c:v>0.22844907407124992</c:v>
                </c:pt>
                <c:pt idx="19739">
                  <c:v>0.22846064814802958</c:v>
                </c:pt>
                <c:pt idx="19740">
                  <c:v>0.22847222221753327</c:v>
                </c:pt>
                <c:pt idx="19741">
                  <c:v>0.22848379629431292</c:v>
                </c:pt>
                <c:pt idx="19742">
                  <c:v>0.22849537037109258</c:v>
                </c:pt>
                <c:pt idx="19743">
                  <c:v>0.22850694444059627</c:v>
                </c:pt>
                <c:pt idx="19744">
                  <c:v>0.22851851851737592</c:v>
                </c:pt>
                <c:pt idx="19745">
                  <c:v>0.22853009258687962</c:v>
                </c:pt>
                <c:pt idx="19746">
                  <c:v>0.22854166666365927</c:v>
                </c:pt>
                <c:pt idx="19747">
                  <c:v>0.22855324074043892</c:v>
                </c:pt>
                <c:pt idx="19748">
                  <c:v>0.22856481480994262</c:v>
                </c:pt>
                <c:pt idx="19749">
                  <c:v>0.22857638888672227</c:v>
                </c:pt>
                <c:pt idx="19750">
                  <c:v>0.22858796296350192</c:v>
                </c:pt>
                <c:pt idx="19751">
                  <c:v>0.22859953703300562</c:v>
                </c:pt>
                <c:pt idx="19752">
                  <c:v>0.22861111110978527</c:v>
                </c:pt>
                <c:pt idx="19753">
                  <c:v>0.22862268517928896</c:v>
                </c:pt>
                <c:pt idx="19754">
                  <c:v>0.22863425925606862</c:v>
                </c:pt>
                <c:pt idx="19755">
                  <c:v>0.22864583333284827</c:v>
                </c:pt>
                <c:pt idx="19756">
                  <c:v>0.22865740740235196</c:v>
                </c:pt>
                <c:pt idx="19757">
                  <c:v>0.22866898147913162</c:v>
                </c:pt>
                <c:pt idx="19758">
                  <c:v>0.22868055555591127</c:v>
                </c:pt>
                <c:pt idx="19759">
                  <c:v>0.22869212962541496</c:v>
                </c:pt>
                <c:pt idx="19760">
                  <c:v>0.22870370370219462</c:v>
                </c:pt>
                <c:pt idx="19761">
                  <c:v>0.22871527777897427</c:v>
                </c:pt>
                <c:pt idx="19762">
                  <c:v>0.22872685184847796</c:v>
                </c:pt>
                <c:pt idx="19763">
                  <c:v>0.22873842592525762</c:v>
                </c:pt>
                <c:pt idx="19764">
                  <c:v>0.22874999999476131</c:v>
                </c:pt>
                <c:pt idx="19765">
                  <c:v>0.22876157407154096</c:v>
                </c:pt>
                <c:pt idx="19766">
                  <c:v>0.22877314814832062</c:v>
                </c:pt>
                <c:pt idx="19767">
                  <c:v>0.22878472221782431</c:v>
                </c:pt>
                <c:pt idx="19768">
                  <c:v>0.22879629629460396</c:v>
                </c:pt>
                <c:pt idx="19769">
                  <c:v>0.22880787037138361</c:v>
                </c:pt>
                <c:pt idx="19770">
                  <c:v>0.22881944444088731</c:v>
                </c:pt>
                <c:pt idx="19771">
                  <c:v>0.22883101851766696</c:v>
                </c:pt>
                <c:pt idx="19772">
                  <c:v>0.22884259258717066</c:v>
                </c:pt>
                <c:pt idx="19773">
                  <c:v>0.22885416666395031</c:v>
                </c:pt>
                <c:pt idx="19774">
                  <c:v>0.22886574074072996</c:v>
                </c:pt>
                <c:pt idx="19775">
                  <c:v>0.22887731481023366</c:v>
                </c:pt>
                <c:pt idx="19776">
                  <c:v>0.22888888888701331</c:v>
                </c:pt>
                <c:pt idx="19777">
                  <c:v>0.22890046296379296</c:v>
                </c:pt>
                <c:pt idx="19778">
                  <c:v>0.22891203703329666</c:v>
                </c:pt>
                <c:pt idx="19779">
                  <c:v>0.22892361111007631</c:v>
                </c:pt>
                <c:pt idx="19780">
                  <c:v>0.22893518517958</c:v>
                </c:pt>
                <c:pt idx="19781">
                  <c:v>0.22894675925635966</c:v>
                </c:pt>
                <c:pt idx="19782">
                  <c:v>0.22895833333313931</c:v>
                </c:pt>
                <c:pt idx="19783">
                  <c:v>0.228969907402643</c:v>
                </c:pt>
                <c:pt idx="19784">
                  <c:v>0.22898148147942265</c:v>
                </c:pt>
                <c:pt idx="19785">
                  <c:v>0.22899305555620231</c:v>
                </c:pt>
                <c:pt idx="19786">
                  <c:v>0.229004629625706</c:v>
                </c:pt>
                <c:pt idx="19787">
                  <c:v>0.22901620370248565</c:v>
                </c:pt>
                <c:pt idx="19788">
                  <c:v>0.22902777777198935</c:v>
                </c:pt>
                <c:pt idx="19789">
                  <c:v>0.229039351848769</c:v>
                </c:pt>
                <c:pt idx="19790">
                  <c:v>0.22905092592554865</c:v>
                </c:pt>
                <c:pt idx="19791">
                  <c:v>0.22906249999505235</c:v>
                </c:pt>
                <c:pt idx="19792">
                  <c:v>0.229074074071832</c:v>
                </c:pt>
                <c:pt idx="19793">
                  <c:v>0.22908564814861165</c:v>
                </c:pt>
                <c:pt idx="19794">
                  <c:v>0.22909722221811535</c:v>
                </c:pt>
                <c:pt idx="19795">
                  <c:v>0.229108796294895</c:v>
                </c:pt>
                <c:pt idx="19796">
                  <c:v>0.22912037037167465</c:v>
                </c:pt>
                <c:pt idx="19797">
                  <c:v>0.22913194444117835</c:v>
                </c:pt>
                <c:pt idx="19798">
                  <c:v>0.229143518517958</c:v>
                </c:pt>
                <c:pt idx="19799">
                  <c:v>0.2291550925874617</c:v>
                </c:pt>
                <c:pt idx="19800">
                  <c:v>0.22916666666424135</c:v>
                </c:pt>
                <c:pt idx="19801">
                  <c:v>0.229178240741021</c:v>
                </c:pt>
                <c:pt idx="19802">
                  <c:v>0.22918981481052469</c:v>
                </c:pt>
                <c:pt idx="19803">
                  <c:v>0.22920138888730435</c:v>
                </c:pt>
                <c:pt idx="19804">
                  <c:v>0.229212962964084</c:v>
                </c:pt>
                <c:pt idx="19805">
                  <c:v>0.22922453703358769</c:v>
                </c:pt>
                <c:pt idx="19806">
                  <c:v>0.22923611111036735</c:v>
                </c:pt>
                <c:pt idx="19807">
                  <c:v>0.22924768517987104</c:v>
                </c:pt>
                <c:pt idx="19808">
                  <c:v>0.22925925925665069</c:v>
                </c:pt>
                <c:pt idx="19809">
                  <c:v>0.22927083333343035</c:v>
                </c:pt>
                <c:pt idx="19810">
                  <c:v>0.22928240740293404</c:v>
                </c:pt>
                <c:pt idx="19811">
                  <c:v>0.22929398147971369</c:v>
                </c:pt>
                <c:pt idx="19812">
                  <c:v>0.22930555555649335</c:v>
                </c:pt>
                <c:pt idx="19813">
                  <c:v>0.22931712962599704</c:v>
                </c:pt>
                <c:pt idx="19814">
                  <c:v>0.22932870370277669</c:v>
                </c:pt>
                <c:pt idx="19815">
                  <c:v>0.22934027777228039</c:v>
                </c:pt>
                <c:pt idx="19816">
                  <c:v>0.22935185184906004</c:v>
                </c:pt>
                <c:pt idx="19817">
                  <c:v>0.22936342592583969</c:v>
                </c:pt>
                <c:pt idx="19818">
                  <c:v>0.22937499999534339</c:v>
                </c:pt>
                <c:pt idx="19819">
                  <c:v>0.22938657407212304</c:v>
                </c:pt>
                <c:pt idx="19820">
                  <c:v>0.22939814814890269</c:v>
                </c:pt>
                <c:pt idx="19821">
                  <c:v>0.22940972221840639</c:v>
                </c:pt>
                <c:pt idx="19822">
                  <c:v>0.22942129629518604</c:v>
                </c:pt>
                <c:pt idx="19823">
                  <c:v>0.22943287036468973</c:v>
                </c:pt>
                <c:pt idx="19824">
                  <c:v>0.22944444444146939</c:v>
                </c:pt>
                <c:pt idx="19825">
                  <c:v>0.22945601851824904</c:v>
                </c:pt>
                <c:pt idx="19826">
                  <c:v>0.22946759258775273</c:v>
                </c:pt>
                <c:pt idx="19827">
                  <c:v>0.22947916666453239</c:v>
                </c:pt>
                <c:pt idx="19828">
                  <c:v>0.22949074074131204</c:v>
                </c:pt>
                <c:pt idx="19829">
                  <c:v>0.22950231481081573</c:v>
                </c:pt>
                <c:pt idx="19830">
                  <c:v>0.22951388888759539</c:v>
                </c:pt>
                <c:pt idx="19831">
                  <c:v>0.22952546295709908</c:v>
                </c:pt>
                <c:pt idx="19832">
                  <c:v>0.22953703703387873</c:v>
                </c:pt>
                <c:pt idx="19833">
                  <c:v>0.22954861111065838</c:v>
                </c:pt>
                <c:pt idx="19834">
                  <c:v>0.22956018518016208</c:v>
                </c:pt>
                <c:pt idx="19835">
                  <c:v>0.22957175925694173</c:v>
                </c:pt>
                <c:pt idx="19836">
                  <c:v>0.22958333333372138</c:v>
                </c:pt>
                <c:pt idx="19837">
                  <c:v>0.22959490740322508</c:v>
                </c:pt>
                <c:pt idx="19838">
                  <c:v>0.22960648148000473</c:v>
                </c:pt>
                <c:pt idx="19839">
                  <c:v>0.22961805555678438</c:v>
                </c:pt>
                <c:pt idx="19840">
                  <c:v>0.22962962962628808</c:v>
                </c:pt>
                <c:pt idx="19841">
                  <c:v>0.22964120370306773</c:v>
                </c:pt>
                <c:pt idx="19842">
                  <c:v>0.22965277777257143</c:v>
                </c:pt>
                <c:pt idx="19843">
                  <c:v>0.22966435184935108</c:v>
                </c:pt>
                <c:pt idx="19844">
                  <c:v>0.22967592592613073</c:v>
                </c:pt>
                <c:pt idx="19845">
                  <c:v>0.22968749999563443</c:v>
                </c:pt>
                <c:pt idx="19846">
                  <c:v>0.22969907407241408</c:v>
                </c:pt>
                <c:pt idx="19847">
                  <c:v>0.22971064814919373</c:v>
                </c:pt>
                <c:pt idx="19848">
                  <c:v>0.22972222221869742</c:v>
                </c:pt>
                <c:pt idx="19849">
                  <c:v>0.22973379629547708</c:v>
                </c:pt>
                <c:pt idx="19850">
                  <c:v>0.22974537036498077</c:v>
                </c:pt>
                <c:pt idx="19851">
                  <c:v>0.22975694444176042</c:v>
                </c:pt>
                <c:pt idx="19852">
                  <c:v>0.22976851851854008</c:v>
                </c:pt>
                <c:pt idx="19853">
                  <c:v>0.22978009258804377</c:v>
                </c:pt>
                <c:pt idx="19854">
                  <c:v>0.22979166666482342</c:v>
                </c:pt>
                <c:pt idx="19855">
                  <c:v>0.22980324074160308</c:v>
                </c:pt>
                <c:pt idx="19856">
                  <c:v>0.22981481481110677</c:v>
                </c:pt>
                <c:pt idx="19857">
                  <c:v>0.22982638888788642</c:v>
                </c:pt>
                <c:pt idx="19858">
                  <c:v>0.22983796295739012</c:v>
                </c:pt>
                <c:pt idx="19859">
                  <c:v>0.22984953703416977</c:v>
                </c:pt>
                <c:pt idx="19860">
                  <c:v>0.22986111111094942</c:v>
                </c:pt>
                <c:pt idx="19861">
                  <c:v>0.22987268518045312</c:v>
                </c:pt>
                <c:pt idx="19862">
                  <c:v>0.22988425925723277</c:v>
                </c:pt>
                <c:pt idx="19863">
                  <c:v>0.22989583333401242</c:v>
                </c:pt>
                <c:pt idx="19864">
                  <c:v>0.22990740740351612</c:v>
                </c:pt>
                <c:pt idx="19865">
                  <c:v>0.22991898148029577</c:v>
                </c:pt>
                <c:pt idx="19866">
                  <c:v>0.22993055554979946</c:v>
                </c:pt>
                <c:pt idx="19867">
                  <c:v>0.22994212962657912</c:v>
                </c:pt>
                <c:pt idx="19868">
                  <c:v>0.22995370370335877</c:v>
                </c:pt>
                <c:pt idx="19869">
                  <c:v>0.22996527777286246</c:v>
                </c:pt>
                <c:pt idx="19870">
                  <c:v>0.22997685184964212</c:v>
                </c:pt>
                <c:pt idx="19871">
                  <c:v>0.22998842592642177</c:v>
                </c:pt>
                <c:pt idx="19872">
                  <c:v>0.22999999999592546</c:v>
                </c:pt>
                <c:pt idx="19873">
                  <c:v>0.23001157407270512</c:v>
                </c:pt>
                <c:pt idx="19874">
                  <c:v>0.23002314814948477</c:v>
                </c:pt>
                <c:pt idx="19875">
                  <c:v>0.23003472221898846</c:v>
                </c:pt>
                <c:pt idx="19876">
                  <c:v>0.23004629629576812</c:v>
                </c:pt>
                <c:pt idx="19877">
                  <c:v>0.23005787036527181</c:v>
                </c:pt>
                <c:pt idx="19878">
                  <c:v>0.23006944444205146</c:v>
                </c:pt>
                <c:pt idx="19879">
                  <c:v>0.23008101851883112</c:v>
                </c:pt>
                <c:pt idx="19880">
                  <c:v>0.23009259258833481</c:v>
                </c:pt>
                <c:pt idx="19881">
                  <c:v>0.23010416666511446</c:v>
                </c:pt>
                <c:pt idx="19882">
                  <c:v>0.23011574074189411</c:v>
                </c:pt>
                <c:pt idx="19883">
                  <c:v>0.23012731481139781</c:v>
                </c:pt>
                <c:pt idx="19884">
                  <c:v>0.23013888888817746</c:v>
                </c:pt>
                <c:pt idx="19885">
                  <c:v>0.23015046295768116</c:v>
                </c:pt>
                <c:pt idx="19886">
                  <c:v>0.23016203703446081</c:v>
                </c:pt>
                <c:pt idx="19887">
                  <c:v>0.23017361111124046</c:v>
                </c:pt>
                <c:pt idx="19888">
                  <c:v>0.23018518518074416</c:v>
                </c:pt>
                <c:pt idx="19889">
                  <c:v>0.23019675925752381</c:v>
                </c:pt>
                <c:pt idx="19890">
                  <c:v>0.23020833333430346</c:v>
                </c:pt>
                <c:pt idx="19891">
                  <c:v>0.23021990740380716</c:v>
                </c:pt>
                <c:pt idx="19892">
                  <c:v>0.23023148148058681</c:v>
                </c:pt>
                <c:pt idx="19893">
                  <c:v>0.2302430555500905</c:v>
                </c:pt>
                <c:pt idx="19894">
                  <c:v>0.23025462962687016</c:v>
                </c:pt>
                <c:pt idx="19895">
                  <c:v>0.23026620370364981</c:v>
                </c:pt>
                <c:pt idx="19896">
                  <c:v>0.2302777777731535</c:v>
                </c:pt>
                <c:pt idx="19897">
                  <c:v>0.23028935184993315</c:v>
                </c:pt>
                <c:pt idx="19898">
                  <c:v>0.23030092592671281</c:v>
                </c:pt>
                <c:pt idx="19899">
                  <c:v>0.2303124999962165</c:v>
                </c:pt>
                <c:pt idx="19900">
                  <c:v>0.23032407407299615</c:v>
                </c:pt>
                <c:pt idx="19901">
                  <c:v>0.23033564814249985</c:v>
                </c:pt>
                <c:pt idx="19902">
                  <c:v>0.2303472222192795</c:v>
                </c:pt>
                <c:pt idx="19903">
                  <c:v>0.23035879629605915</c:v>
                </c:pt>
                <c:pt idx="19904">
                  <c:v>0.23037037036556285</c:v>
                </c:pt>
                <c:pt idx="19905">
                  <c:v>0.2303819444423425</c:v>
                </c:pt>
                <c:pt idx="19906">
                  <c:v>0.23039351851912215</c:v>
                </c:pt>
                <c:pt idx="19907">
                  <c:v>0.23040509258862585</c:v>
                </c:pt>
                <c:pt idx="19908">
                  <c:v>0.2304166666654055</c:v>
                </c:pt>
                <c:pt idx="19909">
                  <c:v>0.2304282407349092</c:v>
                </c:pt>
                <c:pt idx="19910">
                  <c:v>0.23043981481168885</c:v>
                </c:pt>
                <c:pt idx="19911">
                  <c:v>0.2304513888884685</c:v>
                </c:pt>
                <c:pt idx="19912">
                  <c:v>0.23046296295797219</c:v>
                </c:pt>
                <c:pt idx="19913">
                  <c:v>0.23047453703475185</c:v>
                </c:pt>
                <c:pt idx="19914">
                  <c:v>0.2304861111115315</c:v>
                </c:pt>
                <c:pt idx="19915">
                  <c:v>0.23049768518103519</c:v>
                </c:pt>
                <c:pt idx="19916">
                  <c:v>0.23050925925781485</c:v>
                </c:pt>
                <c:pt idx="19917">
                  <c:v>0.2305208333345945</c:v>
                </c:pt>
                <c:pt idx="19918">
                  <c:v>0.23053240740409819</c:v>
                </c:pt>
                <c:pt idx="19919">
                  <c:v>0.23054398148087785</c:v>
                </c:pt>
                <c:pt idx="19920">
                  <c:v>0.23055555555038154</c:v>
                </c:pt>
                <c:pt idx="19921">
                  <c:v>0.23056712962716119</c:v>
                </c:pt>
                <c:pt idx="19922">
                  <c:v>0.23057870370394085</c:v>
                </c:pt>
                <c:pt idx="19923">
                  <c:v>0.23059027777344454</c:v>
                </c:pt>
                <c:pt idx="19924">
                  <c:v>0.23060185185022419</c:v>
                </c:pt>
                <c:pt idx="19925">
                  <c:v>0.23061342592700385</c:v>
                </c:pt>
                <c:pt idx="19926">
                  <c:v>0.23062499999650754</c:v>
                </c:pt>
                <c:pt idx="19927">
                  <c:v>0.23063657407328719</c:v>
                </c:pt>
                <c:pt idx="19928">
                  <c:v>0.23064814814279089</c:v>
                </c:pt>
                <c:pt idx="19929">
                  <c:v>0.23065972221957054</c:v>
                </c:pt>
                <c:pt idx="19930">
                  <c:v>0.23067129629635019</c:v>
                </c:pt>
                <c:pt idx="19931">
                  <c:v>0.23068287036585389</c:v>
                </c:pt>
                <c:pt idx="19932">
                  <c:v>0.23069444444263354</c:v>
                </c:pt>
                <c:pt idx="19933">
                  <c:v>0.23070601851941319</c:v>
                </c:pt>
                <c:pt idx="19934">
                  <c:v>0.23071759258891689</c:v>
                </c:pt>
                <c:pt idx="19935">
                  <c:v>0.23072916666569654</c:v>
                </c:pt>
                <c:pt idx="19936">
                  <c:v>0.23074074073520023</c:v>
                </c:pt>
                <c:pt idx="19937">
                  <c:v>0.23075231481197989</c:v>
                </c:pt>
                <c:pt idx="19938">
                  <c:v>0.23076388888875954</c:v>
                </c:pt>
                <c:pt idx="19939">
                  <c:v>0.23077546295826323</c:v>
                </c:pt>
                <c:pt idx="19940">
                  <c:v>0.23078703703504289</c:v>
                </c:pt>
                <c:pt idx="19941">
                  <c:v>0.23079861111182254</c:v>
                </c:pt>
                <c:pt idx="19942">
                  <c:v>0.23081018518132623</c:v>
                </c:pt>
                <c:pt idx="19943">
                  <c:v>0.23082175925810589</c:v>
                </c:pt>
                <c:pt idx="19944">
                  <c:v>0.23083333332760958</c:v>
                </c:pt>
                <c:pt idx="19945">
                  <c:v>0.23084490740438923</c:v>
                </c:pt>
                <c:pt idx="19946">
                  <c:v>0.23085648148116888</c:v>
                </c:pt>
                <c:pt idx="19947">
                  <c:v>0.23086805555067258</c:v>
                </c:pt>
                <c:pt idx="19948">
                  <c:v>0.23087962962745223</c:v>
                </c:pt>
                <c:pt idx="19949">
                  <c:v>0.23089120370423188</c:v>
                </c:pt>
                <c:pt idx="19950">
                  <c:v>0.23090277777373558</c:v>
                </c:pt>
                <c:pt idx="19951">
                  <c:v>0.23091435185051523</c:v>
                </c:pt>
                <c:pt idx="19952">
                  <c:v>0.23092592592001893</c:v>
                </c:pt>
                <c:pt idx="19953">
                  <c:v>0.23093749999679858</c:v>
                </c:pt>
                <c:pt idx="19954">
                  <c:v>0.23094907407357823</c:v>
                </c:pt>
                <c:pt idx="19955">
                  <c:v>0.23096064814308193</c:v>
                </c:pt>
                <c:pt idx="19956">
                  <c:v>0.23097222221986158</c:v>
                </c:pt>
                <c:pt idx="19957">
                  <c:v>0.23098379629664123</c:v>
                </c:pt>
                <c:pt idx="19958">
                  <c:v>0.23099537036614493</c:v>
                </c:pt>
                <c:pt idx="19959">
                  <c:v>0.23100694444292458</c:v>
                </c:pt>
                <c:pt idx="19960">
                  <c:v>0.23101851851970423</c:v>
                </c:pt>
                <c:pt idx="19961">
                  <c:v>0.23103009258920792</c:v>
                </c:pt>
                <c:pt idx="19962">
                  <c:v>0.23104166666598758</c:v>
                </c:pt>
                <c:pt idx="19963">
                  <c:v>0.23105324073549127</c:v>
                </c:pt>
                <c:pt idx="19964">
                  <c:v>0.23106481481227092</c:v>
                </c:pt>
                <c:pt idx="19965">
                  <c:v>0.23107638888905058</c:v>
                </c:pt>
                <c:pt idx="19966">
                  <c:v>0.23108796295855427</c:v>
                </c:pt>
                <c:pt idx="19967">
                  <c:v>0.23109953703533392</c:v>
                </c:pt>
                <c:pt idx="19968">
                  <c:v>0.23111111111211358</c:v>
                </c:pt>
                <c:pt idx="19969">
                  <c:v>0.23112268518161727</c:v>
                </c:pt>
                <c:pt idx="19970">
                  <c:v>0.23113425925839692</c:v>
                </c:pt>
                <c:pt idx="19971">
                  <c:v>0.23114583332790062</c:v>
                </c:pt>
                <c:pt idx="19972">
                  <c:v>0.23115740740468027</c:v>
                </c:pt>
                <c:pt idx="19973">
                  <c:v>0.23116898148145992</c:v>
                </c:pt>
                <c:pt idx="19974">
                  <c:v>0.23118055555096362</c:v>
                </c:pt>
                <c:pt idx="19975">
                  <c:v>0.23119212962774327</c:v>
                </c:pt>
                <c:pt idx="19976">
                  <c:v>0.23120370370452292</c:v>
                </c:pt>
                <c:pt idx="19977">
                  <c:v>0.23121527777402662</c:v>
                </c:pt>
                <c:pt idx="19978">
                  <c:v>0.23122685185080627</c:v>
                </c:pt>
                <c:pt idx="19979">
                  <c:v>0.23123842592030996</c:v>
                </c:pt>
                <c:pt idx="19980">
                  <c:v>0.23124999999708962</c:v>
                </c:pt>
                <c:pt idx="19981">
                  <c:v>0.23126157407386927</c:v>
                </c:pt>
                <c:pt idx="19982">
                  <c:v>0.23127314814337296</c:v>
                </c:pt>
                <c:pt idx="19983">
                  <c:v>0.23128472222015262</c:v>
                </c:pt>
                <c:pt idx="19984">
                  <c:v>0.23129629629693227</c:v>
                </c:pt>
                <c:pt idx="19985">
                  <c:v>0.23130787036643596</c:v>
                </c:pt>
                <c:pt idx="19986">
                  <c:v>0.23131944444321562</c:v>
                </c:pt>
                <c:pt idx="19987">
                  <c:v>0.23133101851271931</c:v>
                </c:pt>
                <c:pt idx="19988">
                  <c:v>0.23134259258949896</c:v>
                </c:pt>
                <c:pt idx="19989">
                  <c:v>0.23135416666627862</c:v>
                </c:pt>
                <c:pt idx="19990">
                  <c:v>0.23136574073578231</c:v>
                </c:pt>
                <c:pt idx="19991">
                  <c:v>0.23137731481256196</c:v>
                </c:pt>
                <c:pt idx="19992">
                  <c:v>0.23138888888934162</c:v>
                </c:pt>
                <c:pt idx="19993">
                  <c:v>0.23140046295884531</c:v>
                </c:pt>
                <c:pt idx="19994">
                  <c:v>0.23141203703562496</c:v>
                </c:pt>
                <c:pt idx="19995">
                  <c:v>0.23142361111240461</c:v>
                </c:pt>
                <c:pt idx="19996">
                  <c:v>0.23143518518190831</c:v>
                </c:pt>
                <c:pt idx="19997">
                  <c:v>0.23144675925868796</c:v>
                </c:pt>
                <c:pt idx="19998">
                  <c:v>0.23145833332819166</c:v>
                </c:pt>
                <c:pt idx="19999">
                  <c:v>0.23146990740497131</c:v>
                </c:pt>
                <c:pt idx="20000">
                  <c:v>0.23148148148175096</c:v>
                </c:pt>
                <c:pt idx="20001">
                  <c:v>0.23149305555125466</c:v>
                </c:pt>
                <c:pt idx="20002">
                  <c:v>0.23150462962803431</c:v>
                </c:pt>
                <c:pt idx="20003">
                  <c:v>0.23151620370481396</c:v>
                </c:pt>
                <c:pt idx="20004">
                  <c:v>0.23152777777431766</c:v>
                </c:pt>
                <c:pt idx="20005">
                  <c:v>0.23153935185109731</c:v>
                </c:pt>
                <c:pt idx="20006">
                  <c:v>0.231550925920601</c:v>
                </c:pt>
                <c:pt idx="20007">
                  <c:v>0.23156249999738066</c:v>
                </c:pt>
                <c:pt idx="20008">
                  <c:v>0.23157407407416031</c:v>
                </c:pt>
                <c:pt idx="20009">
                  <c:v>0.231585648143664</c:v>
                </c:pt>
                <c:pt idx="20010">
                  <c:v>0.23159722222044365</c:v>
                </c:pt>
                <c:pt idx="20011">
                  <c:v>0.23160879629722331</c:v>
                </c:pt>
                <c:pt idx="20012">
                  <c:v>0.231620370366727</c:v>
                </c:pt>
                <c:pt idx="20013">
                  <c:v>0.23163194444350665</c:v>
                </c:pt>
                <c:pt idx="20014">
                  <c:v>0.23164351851301035</c:v>
                </c:pt>
                <c:pt idx="20015">
                  <c:v>0.23165509258979</c:v>
                </c:pt>
                <c:pt idx="20016">
                  <c:v>0.23166666666656965</c:v>
                </c:pt>
                <c:pt idx="20017">
                  <c:v>0.23167824073607335</c:v>
                </c:pt>
                <c:pt idx="20018">
                  <c:v>0.231689814812853</c:v>
                </c:pt>
                <c:pt idx="20019">
                  <c:v>0.23170138888963265</c:v>
                </c:pt>
                <c:pt idx="20020">
                  <c:v>0.23171296295913635</c:v>
                </c:pt>
                <c:pt idx="20021">
                  <c:v>0.231724537035916</c:v>
                </c:pt>
                <c:pt idx="20022">
                  <c:v>0.2317361111054197</c:v>
                </c:pt>
                <c:pt idx="20023">
                  <c:v>0.23174768518219935</c:v>
                </c:pt>
                <c:pt idx="20024">
                  <c:v>0.231759259258979</c:v>
                </c:pt>
                <c:pt idx="20025">
                  <c:v>0.23177083332848269</c:v>
                </c:pt>
                <c:pt idx="20026">
                  <c:v>0.23178240740526235</c:v>
                </c:pt>
                <c:pt idx="20027">
                  <c:v>0.231793981482042</c:v>
                </c:pt>
                <c:pt idx="20028">
                  <c:v>0.23180555555154569</c:v>
                </c:pt>
                <c:pt idx="20029">
                  <c:v>0.23181712962832535</c:v>
                </c:pt>
                <c:pt idx="20030">
                  <c:v>0.23182870369782904</c:v>
                </c:pt>
                <c:pt idx="20031">
                  <c:v>0.23184027777460869</c:v>
                </c:pt>
                <c:pt idx="20032">
                  <c:v>0.23185185185138835</c:v>
                </c:pt>
                <c:pt idx="20033">
                  <c:v>0.23186342592089204</c:v>
                </c:pt>
                <c:pt idx="20034">
                  <c:v>0.23187499999767169</c:v>
                </c:pt>
                <c:pt idx="20035">
                  <c:v>0.23188657407445135</c:v>
                </c:pt>
                <c:pt idx="20036">
                  <c:v>0.23189814814395504</c:v>
                </c:pt>
                <c:pt idx="20037">
                  <c:v>0.23190972222073469</c:v>
                </c:pt>
                <c:pt idx="20038">
                  <c:v>0.23192129629751435</c:v>
                </c:pt>
                <c:pt idx="20039">
                  <c:v>0.23193287036701804</c:v>
                </c:pt>
                <c:pt idx="20040">
                  <c:v>0.23194444444379769</c:v>
                </c:pt>
                <c:pt idx="20041">
                  <c:v>0.23195601851330139</c:v>
                </c:pt>
                <c:pt idx="20042">
                  <c:v>0.23196759259008104</c:v>
                </c:pt>
                <c:pt idx="20043">
                  <c:v>0.23197916666686069</c:v>
                </c:pt>
                <c:pt idx="20044">
                  <c:v>0.23199074073636439</c:v>
                </c:pt>
                <c:pt idx="20045">
                  <c:v>0.23200231481314404</c:v>
                </c:pt>
                <c:pt idx="20046">
                  <c:v>0.23201388888992369</c:v>
                </c:pt>
                <c:pt idx="20047">
                  <c:v>0.23202546295942739</c:v>
                </c:pt>
                <c:pt idx="20048">
                  <c:v>0.23203703703620704</c:v>
                </c:pt>
                <c:pt idx="20049">
                  <c:v>0.23204861110571073</c:v>
                </c:pt>
                <c:pt idx="20050">
                  <c:v>0.23206018518249039</c:v>
                </c:pt>
                <c:pt idx="20051">
                  <c:v>0.23207175925927004</c:v>
                </c:pt>
                <c:pt idx="20052">
                  <c:v>0.23208333332877373</c:v>
                </c:pt>
                <c:pt idx="20053">
                  <c:v>0.23209490740555339</c:v>
                </c:pt>
                <c:pt idx="20054">
                  <c:v>0.23210648148233304</c:v>
                </c:pt>
                <c:pt idx="20055">
                  <c:v>0.23211805555183673</c:v>
                </c:pt>
                <c:pt idx="20056">
                  <c:v>0.23212962962861639</c:v>
                </c:pt>
                <c:pt idx="20057">
                  <c:v>0.23214120369812008</c:v>
                </c:pt>
                <c:pt idx="20058">
                  <c:v>0.23215277777489973</c:v>
                </c:pt>
                <c:pt idx="20059">
                  <c:v>0.23216435185167938</c:v>
                </c:pt>
                <c:pt idx="20060">
                  <c:v>0.23217592592118308</c:v>
                </c:pt>
                <c:pt idx="20061">
                  <c:v>0.23218749999796273</c:v>
                </c:pt>
                <c:pt idx="20062">
                  <c:v>0.23219907407474238</c:v>
                </c:pt>
                <c:pt idx="20063">
                  <c:v>0.23221064814424608</c:v>
                </c:pt>
                <c:pt idx="20064">
                  <c:v>0.23222222222102573</c:v>
                </c:pt>
                <c:pt idx="20065">
                  <c:v>0.23223379629052943</c:v>
                </c:pt>
                <c:pt idx="20066">
                  <c:v>0.23224537036730908</c:v>
                </c:pt>
                <c:pt idx="20067">
                  <c:v>0.23225694444408873</c:v>
                </c:pt>
                <c:pt idx="20068">
                  <c:v>0.23226851851359243</c:v>
                </c:pt>
                <c:pt idx="20069">
                  <c:v>0.23228009259037208</c:v>
                </c:pt>
                <c:pt idx="20070">
                  <c:v>0.23229166666715173</c:v>
                </c:pt>
                <c:pt idx="20071">
                  <c:v>0.23230324073665543</c:v>
                </c:pt>
                <c:pt idx="20072">
                  <c:v>0.23231481481343508</c:v>
                </c:pt>
                <c:pt idx="20073">
                  <c:v>0.23232638889021473</c:v>
                </c:pt>
                <c:pt idx="20074">
                  <c:v>0.23233796295971842</c:v>
                </c:pt>
                <c:pt idx="20075">
                  <c:v>0.23234953703649808</c:v>
                </c:pt>
                <c:pt idx="20076">
                  <c:v>0.23236111110600177</c:v>
                </c:pt>
                <c:pt idx="20077">
                  <c:v>0.23237268518278142</c:v>
                </c:pt>
                <c:pt idx="20078">
                  <c:v>0.23238425925956108</c:v>
                </c:pt>
                <c:pt idx="20079">
                  <c:v>0.23239583332906477</c:v>
                </c:pt>
                <c:pt idx="20080">
                  <c:v>0.23240740740584442</c:v>
                </c:pt>
                <c:pt idx="20081">
                  <c:v>0.23241898148262408</c:v>
                </c:pt>
                <c:pt idx="20082">
                  <c:v>0.23243055555212777</c:v>
                </c:pt>
                <c:pt idx="20083">
                  <c:v>0.23244212962890742</c:v>
                </c:pt>
                <c:pt idx="20084">
                  <c:v>0.23245370369841112</c:v>
                </c:pt>
                <c:pt idx="20085">
                  <c:v>0.23246527777519077</c:v>
                </c:pt>
                <c:pt idx="20086">
                  <c:v>0.23247685185197042</c:v>
                </c:pt>
                <c:pt idx="20087">
                  <c:v>0.23248842592147412</c:v>
                </c:pt>
                <c:pt idx="20088">
                  <c:v>0.23249999999825377</c:v>
                </c:pt>
                <c:pt idx="20089">
                  <c:v>0.23251157407503342</c:v>
                </c:pt>
                <c:pt idx="20090">
                  <c:v>0.23252314814453712</c:v>
                </c:pt>
                <c:pt idx="20091">
                  <c:v>0.23253472222131677</c:v>
                </c:pt>
                <c:pt idx="20092">
                  <c:v>0.23254629629082046</c:v>
                </c:pt>
                <c:pt idx="20093">
                  <c:v>0.23255787036760012</c:v>
                </c:pt>
                <c:pt idx="20094">
                  <c:v>0.23256944444437977</c:v>
                </c:pt>
                <c:pt idx="20095">
                  <c:v>0.23258101851388346</c:v>
                </c:pt>
                <c:pt idx="20096">
                  <c:v>0.23259259259066312</c:v>
                </c:pt>
                <c:pt idx="20097">
                  <c:v>0.23260416666744277</c:v>
                </c:pt>
                <c:pt idx="20098">
                  <c:v>0.23261574073694646</c:v>
                </c:pt>
                <c:pt idx="20099">
                  <c:v>0.23262731481372612</c:v>
                </c:pt>
                <c:pt idx="20100">
                  <c:v>0.23263888888322981</c:v>
                </c:pt>
                <c:pt idx="20101">
                  <c:v>0.23265046296000946</c:v>
                </c:pt>
                <c:pt idx="20102">
                  <c:v>0.23266203703678912</c:v>
                </c:pt>
                <c:pt idx="20103">
                  <c:v>0.23267361110629281</c:v>
                </c:pt>
                <c:pt idx="20104">
                  <c:v>0.23268518518307246</c:v>
                </c:pt>
                <c:pt idx="20105">
                  <c:v>0.23269675925985212</c:v>
                </c:pt>
                <c:pt idx="20106">
                  <c:v>0.23270833332935581</c:v>
                </c:pt>
                <c:pt idx="20107">
                  <c:v>0.23271990740613546</c:v>
                </c:pt>
                <c:pt idx="20108">
                  <c:v>0.23273148147563916</c:v>
                </c:pt>
                <c:pt idx="20109">
                  <c:v>0.23274305555241881</c:v>
                </c:pt>
                <c:pt idx="20110">
                  <c:v>0.23275462962919846</c:v>
                </c:pt>
                <c:pt idx="20111">
                  <c:v>0.23276620369870216</c:v>
                </c:pt>
                <c:pt idx="20112">
                  <c:v>0.23277777777548181</c:v>
                </c:pt>
                <c:pt idx="20113">
                  <c:v>0.23278935185226146</c:v>
                </c:pt>
                <c:pt idx="20114">
                  <c:v>0.23280092592176516</c:v>
                </c:pt>
                <c:pt idx="20115">
                  <c:v>0.23281249999854481</c:v>
                </c:pt>
                <c:pt idx="20116">
                  <c:v>0.23282407407532446</c:v>
                </c:pt>
                <c:pt idx="20117">
                  <c:v>0.23283564814482816</c:v>
                </c:pt>
                <c:pt idx="20118">
                  <c:v>0.23284722222160781</c:v>
                </c:pt>
                <c:pt idx="20119">
                  <c:v>0.2328587962911115</c:v>
                </c:pt>
                <c:pt idx="20120">
                  <c:v>0.23287037036789116</c:v>
                </c:pt>
                <c:pt idx="20121">
                  <c:v>0.23288194444467081</c:v>
                </c:pt>
                <c:pt idx="20122">
                  <c:v>0.2328935185141745</c:v>
                </c:pt>
                <c:pt idx="20123">
                  <c:v>0.23290509259095415</c:v>
                </c:pt>
                <c:pt idx="20124">
                  <c:v>0.23291666666773381</c:v>
                </c:pt>
                <c:pt idx="20125">
                  <c:v>0.2329282407372375</c:v>
                </c:pt>
                <c:pt idx="20126">
                  <c:v>0.23293981481401715</c:v>
                </c:pt>
                <c:pt idx="20127">
                  <c:v>0.23295138888352085</c:v>
                </c:pt>
                <c:pt idx="20128">
                  <c:v>0.2329629629603005</c:v>
                </c:pt>
                <c:pt idx="20129">
                  <c:v>0.23297453703708015</c:v>
                </c:pt>
                <c:pt idx="20130">
                  <c:v>0.23298611110658385</c:v>
                </c:pt>
                <c:pt idx="20131">
                  <c:v>0.2329976851833635</c:v>
                </c:pt>
                <c:pt idx="20132">
                  <c:v>0.23300925926014315</c:v>
                </c:pt>
                <c:pt idx="20133">
                  <c:v>0.23302083332964685</c:v>
                </c:pt>
                <c:pt idx="20134">
                  <c:v>0.2330324074064265</c:v>
                </c:pt>
                <c:pt idx="20135">
                  <c:v>0.2330439814759302</c:v>
                </c:pt>
                <c:pt idx="20136">
                  <c:v>0.23305555555270985</c:v>
                </c:pt>
                <c:pt idx="20137">
                  <c:v>0.2330671296294895</c:v>
                </c:pt>
                <c:pt idx="20138">
                  <c:v>0.23307870369899319</c:v>
                </c:pt>
                <c:pt idx="20139">
                  <c:v>0.23309027777577285</c:v>
                </c:pt>
                <c:pt idx="20140">
                  <c:v>0.2331018518525525</c:v>
                </c:pt>
                <c:pt idx="20141">
                  <c:v>0.23311342592205619</c:v>
                </c:pt>
                <c:pt idx="20142">
                  <c:v>0.23312499999883585</c:v>
                </c:pt>
                <c:pt idx="20143">
                  <c:v>0.23313657406833954</c:v>
                </c:pt>
                <c:pt idx="20144">
                  <c:v>0.23314814814511919</c:v>
                </c:pt>
                <c:pt idx="20145">
                  <c:v>0.23315972222189885</c:v>
                </c:pt>
                <c:pt idx="20146">
                  <c:v>0.23317129629140254</c:v>
                </c:pt>
                <c:pt idx="20147">
                  <c:v>0.23318287036818219</c:v>
                </c:pt>
                <c:pt idx="20148">
                  <c:v>0.23319444444496185</c:v>
                </c:pt>
                <c:pt idx="20149">
                  <c:v>0.23320601851446554</c:v>
                </c:pt>
                <c:pt idx="20150">
                  <c:v>0.23321759259124519</c:v>
                </c:pt>
                <c:pt idx="20151">
                  <c:v>0.23322916666074889</c:v>
                </c:pt>
                <c:pt idx="20152">
                  <c:v>0.23324074073752854</c:v>
                </c:pt>
                <c:pt idx="20153">
                  <c:v>0.23325231481430819</c:v>
                </c:pt>
                <c:pt idx="20154">
                  <c:v>0.23326388888381189</c:v>
                </c:pt>
                <c:pt idx="20155">
                  <c:v>0.23327546296059154</c:v>
                </c:pt>
                <c:pt idx="20156">
                  <c:v>0.23328703703737119</c:v>
                </c:pt>
                <c:pt idx="20157">
                  <c:v>0.23329861110687489</c:v>
                </c:pt>
                <c:pt idx="20158">
                  <c:v>0.23331018518365454</c:v>
                </c:pt>
                <c:pt idx="20159">
                  <c:v>0.23332175926043419</c:v>
                </c:pt>
                <c:pt idx="20160">
                  <c:v>0.23333333332993789</c:v>
                </c:pt>
                <c:pt idx="20161">
                  <c:v>0.23334490740671754</c:v>
                </c:pt>
                <c:pt idx="20162">
                  <c:v>0.23335648147622123</c:v>
                </c:pt>
                <c:pt idx="20163">
                  <c:v>0.23336805555300089</c:v>
                </c:pt>
                <c:pt idx="20164">
                  <c:v>0.23337962962978054</c:v>
                </c:pt>
                <c:pt idx="20165">
                  <c:v>0.23339120369928423</c:v>
                </c:pt>
                <c:pt idx="20166">
                  <c:v>0.23340277777606389</c:v>
                </c:pt>
                <c:pt idx="20167">
                  <c:v>0.23341435185284354</c:v>
                </c:pt>
                <c:pt idx="20168">
                  <c:v>0.23342592592234723</c:v>
                </c:pt>
                <c:pt idx="20169">
                  <c:v>0.23343749999912689</c:v>
                </c:pt>
                <c:pt idx="20170">
                  <c:v>0.23344907406863058</c:v>
                </c:pt>
                <c:pt idx="20171">
                  <c:v>0.23346064814541023</c:v>
                </c:pt>
                <c:pt idx="20172">
                  <c:v>0.23347222222218988</c:v>
                </c:pt>
                <c:pt idx="20173">
                  <c:v>0.23348379629169358</c:v>
                </c:pt>
                <c:pt idx="20174">
                  <c:v>0.23349537036847323</c:v>
                </c:pt>
                <c:pt idx="20175">
                  <c:v>0.23350694444525288</c:v>
                </c:pt>
                <c:pt idx="20176">
                  <c:v>0.23351851851475658</c:v>
                </c:pt>
                <c:pt idx="20177">
                  <c:v>0.23353009259153623</c:v>
                </c:pt>
                <c:pt idx="20178">
                  <c:v>0.23354166666103993</c:v>
                </c:pt>
                <c:pt idx="20179">
                  <c:v>0.23355324073781958</c:v>
                </c:pt>
                <c:pt idx="20180">
                  <c:v>0.23356481481459923</c:v>
                </c:pt>
                <c:pt idx="20181">
                  <c:v>0.23357638888410293</c:v>
                </c:pt>
                <c:pt idx="20182">
                  <c:v>0.23358796296088258</c:v>
                </c:pt>
                <c:pt idx="20183">
                  <c:v>0.23359953703766223</c:v>
                </c:pt>
                <c:pt idx="20184">
                  <c:v>0.23361111110716593</c:v>
                </c:pt>
                <c:pt idx="20185">
                  <c:v>0.23362268518394558</c:v>
                </c:pt>
                <c:pt idx="20186">
                  <c:v>0.23363425925344927</c:v>
                </c:pt>
                <c:pt idx="20187">
                  <c:v>0.23364583333022892</c:v>
                </c:pt>
                <c:pt idx="20188">
                  <c:v>0.23365740740700858</c:v>
                </c:pt>
                <c:pt idx="20189">
                  <c:v>0.23366898147651227</c:v>
                </c:pt>
                <c:pt idx="20190">
                  <c:v>0.23368055555329192</c:v>
                </c:pt>
                <c:pt idx="20191">
                  <c:v>0.23369212963007158</c:v>
                </c:pt>
                <c:pt idx="20192">
                  <c:v>0.23370370369957527</c:v>
                </c:pt>
                <c:pt idx="20193">
                  <c:v>0.23371527777635492</c:v>
                </c:pt>
                <c:pt idx="20194">
                  <c:v>0.23372685185313458</c:v>
                </c:pt>
                <c:pt idx="20195">
                  <c:v>0.23373842592263827</c:v>
                </c:pt>
                <c:pt idx="20196">
                  <c:v>0.23374999999941792</c:v>
                </c:pt>
                <c:pt idx="20197">
                  <c:v>0.23376157406892162</c:v>
                </c:pt>
                <c:pt idx="20198">
                  <c:v>0.23377314814570127</c:v>
                </c:pt>
                <c:pt idx="20199">
                  <c:v>0.23378472222248092</c:v>
                </c:pt>
                <c:pt idx="20200">
                  <c:v>0.23379629629198462</c:v>
                </c:pt>
                <c:pt idx="20201">
                  <c:v>0.23380787036876427</c:v>
                </c:pt>
                <c:pt idx="20202">
                  <c:v>0.23381944444554392</c:v>
                </c:pt>
                <c:pt idx="20203">
                  <c:v>0.23383101851504762</c:v>
                </c:pt>
                <c:pt idx="20204">
                  <c:v>0.23384259259182727</c:v>
                </c:pt>
                <c:pt idx="20205">
                  <c:v>0.23385416666133096</c:v>
                </c:pt>
                <c:pt idx="20206">
                  <c:v>0.23386574073811062</c:v>
                </c:pt>
                <c:pt idx="20207">
                  <c:v>0.23387731481489027</c:v>
                </c:pt>
                <c:pt idx="20208">
                  <c:v>0.23388888888439396</c:v>
                </c:pt>
                <c:pt idx="20209">
                  <c:v>0.23390046296117362</c:v>
                </c:pt>
                <c:pt idx="20210">
                  <c:v>0.23391203703795327</c:v>
                </c:pt>
                <c:pt idx="20211">
                  <c:v>0.23392361110745696</c:v>
                </c:pt>
                <c:pt idx="20212">
                  <c:v>0.23393518518423662</c:v>
                </c:pt>
                <c:pt idx="20213">
                  <c:v>0.23394675925374031</c:v>
                </c:pt>
                <c:pt idx="20214">
                  <c:v>0.23395833333051996</c:v>
                </c:pt>
                <c:pt idx="20215">
                  <c:v>0.23396990740729962</c:v>
                </c:pt>
                <c:pt idx="20216">
                  <c:v>0.23398148147680331</c:v>
                </c:pt>
                <c:pt idx="20217">
                  <c:v>0.23399305555358296</c:v>
                </c:pt>
                <c:pt idx="20218">
                  <c:v>0.23400462963036261</c:v>
                </c:pt>
                <c:pt idx="20219">
                  <c:v>0.23401620369986631</c:v>
                </c:pt>
                <c:pt idx="20220">
                  <c:v>0.23402777777664596</c:v>
                </c:pt>
                <c:pt idx="20221">
                  <c:v>0.23403935184614966</c:v>
                </c:pt>
                <c:pt idx="20222">
                  <c:v>0.23405092592292931</c:v>
                </c:pt>
                <c:pt idx="20223">
                  <c:v>0.23406249999970896</c:v>
                </c:pt>
                <c:pt idx="20224">
                  <c:v>0.23407407406921266</c:v>
                </c:pt>
                <c:pt idx="20225">
                  <c:v>0.23408564814599231</c:v>
                </c:pt>
                <c:pt idx="20226">
                  <c:v>0.23409722222277196</c:v>
                </c:pt>
                <c:pt idx="20227">
                  <c:v>0.23410879629227566</c:v>
                </c:pt>
                <c:pt idx="20228">
                  <c:v>0.23412037036905531</c:v>
                </c:pt>
                <c:pt idx="20229">
                  <c:v>0.234131944438559</c:v>
                </c:pt>
                <c:pt idx="20230">
                  <c:v>0.23414351851533866</c:v>
                </c:pt>
                <c:pt idx="20231">
                  <c:v>0.23415509259211831</c:v>
                </c:pt>
                <c:pt idx="20232">
                  <c:v>0.234166666661622</c:v>
                </c:pt>
                <c:pt idx="20233">
                  <c:v>0.23417824073840166</c:v>
                </c:pt>
                <c:pt idx="20234">
                  <c:v>0.23418981481518131</c:v>
                </c:pt>
                <c:pt idx="20235">
                  <c:v>0.234201388884685</c:v>
                </c:pt>
                <c:pt idx="20236">
                  <c:v>0.23421296296146465</c:v>
                </c:pt>
                <c:pt idx="20237">
                  <c:v>0.23422453703824431</c:v>
                </c:pt>
                <c:pt idx="20238">
                  <c:v>0.234236111107748</c:v>
                </c:pt>
                <c:pt idx="20239">
                  <c:v>0.23424768518452765</c:v>
                </c:pt>
                <c:pt idx="20240">
                  <c:v>0.23425925925403135</c:v>
                </c:pt>
                <c:pt idx="20241">
                  <c:v>0.234270833330811</c:v>
                </c:pt>
                <c:pt idx="20242">
                  <c:v>0.23428240740759065</c:v>
                </c:pt>
                <c:pt idx="20243">
                  <c:v>0.23429398147709435</c:v>
                </c:pt>
                <c:pt idx="20244">
                  <c:v>0.234305555553874</c:v>
                </c:pt>
                <c:pt idx="20245">
                  <c:v>0.23431712963065365</c:v>
                </c:pt>
                <c:pt idx="20246">
                  <c:v>0.23432870370015735</c:v>
                </c:pt>
                <c:pt idx="20247">
                  <c:v>0.234340277776937</c:v>
                </c:pt>
                <c:pt idx="20248">
                  <c:v>0.2343518518464407</c:v>
                </c:pt>
                <c:pt idx="20249">
                  <c:v>0.23436342592322035</c:v>
                </c:pt>
                <c:pt idx="20250">
                  <c:v>0.234375</c:v>
                </c:pt>
                <c:pt idx="20251">
                  <c:v>0.23438657406950369</c:v>
                </c:pt>
                <c:pt idx="20252">
                  <c:v>0.23439814814628335</c:v>
                </c:pt>
                <c:pt idx="20253">
                  <c:v>0.234409722223063</c:v>
                </c:pt>
                <c:pt idx="20254">
                  <c:v>0.23442129629256669</c:v>
                </c:pt>
                <c:pt idx="20255">
                  <c:v>0.23443287036934635</c:v>
                </c:pt>
                <c:pt idx="20256">
                  <c:v>0.23444444443885004</c:v>
                </c:pt>
                <c:pt idx="20257">
                  <c:v>0.23445601851562969</c:v>
                </c:pt>
                <c:pt idx="20258">
                  <c:v>0.23446759259240935</c:v>
                </c:pt>
                <c:pt idx="20259">
                  <c:v>0.23447916666191304</c:v>
                </c:pt>
                <c:pt idx="20260">
                  <c:v>0.23449074073869269</c:v>
                </c:pt>
                <c:pt idx="20261">
                  <c:v>0.23450231481547235</c:v>
                </c:pt>
                <c:pt idx="20262">
                  <c:v>0.23451388888497604</c:v>
                </c:pt>
                <c:pt idx="20263">
                  <c:v>0.23452546296175569</c:v>
                </c:pt>
                <c:pt idx="20264">
                  <c:v>0.23453703703125939</c:v>
                </c:pt>
                <c:pt idx="20265">
                  <c:v>0.23454861110803904</c:v>
                </c:pt>
                <c:pt idx="20266">
                  <c:v>0.23456018518481869</c:v>
                </c:pt>
                <c:pt idx="20267">
                  <c:v>0.23457175925432239</c:v>
                </c:pt>
                <c:pt idx="20268">
                  <c:v>0.23458333333110204</c:v>
                </c:pt>
                <c:pt idx="20269">
                  <c:v>0.23459490740788169</c:v>
                </c:pt>
                <c:pt idx="20270">
                  <c:v>0.23460648147738539</c:v>
                </c:pt>
                <c:pt idx="20271">
                  <c:v>0.23461805555416504</c:v>
                </c:pt>
                <c:pt idx="20272">
                  <c:v>0.23462962963094469</c:v>
                </c:pt>
                <c:pt idx="20273">
                  <c:v>0.23464120370044839</c:v>
                </c:pt>
                <c:pt idx="20274">
                  <c:v>0.23465277777722804</c:v>
                </c:pt>
                <c:pt idx="20275">
                  <c:v>0.23466435184673173</c:v>
                </c:pt>
                <c:pt idx="20276">
                  <c:v>0.23467592592351139</c:v>
                </c:pt>
                <c:pt idx="20277">
                  <c:v>0.23468750000029104</c:v>
                </c:pt>
                <c:pt idx="20278">
                  <c:v>0.23469907406979473</c:v>
                </c:pt>
                <c:pt idx="20279">
                  <c:v>0.23471064814657439</c:v>
                </c:pt>
                <c:pt idx="20280">
                  <c:v>0.23472222222335404</c:v>
                </c:pt>
                <c:pt idx="20281">
                  <c:v>0.23473379629285773</c:v>
                </c:pt>
                <c:pt idx="20282">
                  <c:v>0.23474537036963739</c:v>
                </c:pt>
                <c:pt idx="20283">
                  <c:v>0.23475694443914108</c:v>
                </c:pt>
                <c:pt idx="20284">
                  <c:v>0.23476851851592073</c:v>
                </c:pt>
                <c:pt idx="20285">
                  <c:v>0.23478009259270038</c:v>
                </c:pt>
                <c:pt idx="20286">
                  <c:v>0.23479166666220408</c:v>
                </c:pt>
                <c:pt idx="20287">
                  <c:v>0.23480324073898373</c:v>
                </c:pt>
                <c:pt idx="20288">
                  <c:v>0.23481481481576338</c:v>
                </c:pt>
                <c:pt idx="20289">
                  <c:v>0.23482638888526708</c:v>
                </c:pt>
                <c:pt idx="20290">
                  <c:v>0.23483796296204673</c:v>
                </c:pt>
                <c:pt idx="20291">
                  <c:v>0.23484953703155043</c:v>
                </c:pt>
                <c:pt idx="20292">
                  <c:v>0.23486111110833008</c:v>
                </c:pt>
                <c:pt idx="20293">
                  <c:v>0.23487268518510973</c:v>
                </c:pt>
                <c:pt idx="20294">
                  <c:v>0.23488425925461343</c:v>
                </c:pt>
                <c:pt idx="20295">
                  <c:v>0.23489583333139308</c:v>
                </c:pt>
                <c:pt idx="20296">
                  <c:v>0.23490740740817273</c:v>
                </c:pt>
                <c:pt idx="20297">
                  <c:v>0.23491898147767643</c:v>
                </c:pt>
                <c:pt idx="20298">
                  <c:v>0.23493055555445608</c:v>
                </c:pt>
                <c:pt idx="20299">
                  <c:v>0.23494212962395977</c:v>
                </c:pt>
                <c:pt idx="20300">
                  <c:v>0.23495370370073942</c:v>
                </c:pt>
                <c:pt idx="20301">
                  <c:v>0.23496527777751908</c:v>
                </c:pt>
                <c:pt idx="20302">
                  <c:v>0.23497685184702277</c:v>
                </c:pt>
                <c:pt idx="20303">
                  <c:v>0.23498842592380242</c:v>
                </c:pt>
                <c:pt idx="20304">
                  <c:v>0.23500000000058208</c:v>
                </c:pt>
                <c:pt idx="20305">
                  <c:v>0.23501157407008577</c:v>
                </c:pt>
                <c:pt idx="20306">
                  <c:v>0.23502314814686542</c:v>
                </c:pt>
                <c:pt idx="20307">
                  <c:v>0.23503472221636912</c:v>
                </c:pt>
                <c:pt idx="20308">
                  <c:v>0.23504629629314877</c:v>
                </c:pt>
                <c:pt idx="20309">
                  <c:v>0.23505787036992842</c:v>
                </c:pt>
                <c:pt idx="20310">
                  <c:v>0.23506944443943212</c:v>
                </c:pt>
                <c:pt idx="20311">
                  <c:v>0.23508101851621177</c:v>
                </c:pt>
                <c:pt idx="20312">
                  <c:v>0.23509259259299142</c:v>
                </c:pt>
                <c:pt idx="20313">
                  <c:v>0.23510416666249512</c:v>
                </c:pt>
                <c:pt idx="20314">
                  <c:v>0.23511574073927477</c:v>
                </c:pt>
                <c:pt idx="20315">
                  <c:v>0.23512731481605442</c:v>
                </c:pt>
                <c:pt idx="20316">
                  <c:v>0.23513888888555812</c:v>
                </c:pt>
                <c:pt idx="20317">
                  <c:v>0.23515046296233777</c:v>
                </c:pt>
                <c:pt idx="20318">
                  <c:v>0.23516203703184146</c:v>
                </c:pt>
                <c:pt idx="20319">
                  <c:v>0.23517361110862112</c:v>
                </c:pt>
                <c:pt idx="20320">
                  <c:v>0.23518518518540077</c:v>
                </c:pt>
                <c:pt idx="20321">
                  <c:v>0.23519675925490446</c:v>
                </c:pt>
                <c:pt idx="20322">
                  <c:v>0.23520833333168412</c:v>
                </c:pt>
                <c:pt idx="20323">
                  <c:v>0.23521990740846377</c:v>
                </c:pt>
                <c:pt idx="20324">
                  <c:v>0.23523148147796746</c:v>
                </c:pt>
                <c:pt idx="20325">
                  <c:v>0.23524305555474712</c:v>
                </c:pt>
                <c:pt idx="20326">
                  <c:v>0.23525462962425081</c:v>
                </c:pt>
                <c:pt idx="20327">
                  <c:v>0.23526620370103046</c:v>
                </c:pt>
                <c:pt idx="20328">
                  <c:v>0.23527777777781012</c:v>
                </c:pt>
                <c:pt idx="20329">
                  <c:v>0.23528935184731381</c:v>
                </c:pt>
                <c:pt idx="20330">
                  <c:v>0.23530092592409346</c:v>
                </c:pt>
                <c:pt idx="20331">
                  <c:v>0.23531250000087311</c:v>
                </c:pt>
                <c:pt idx="20332">
                  <c:v>0.23532407407037681</c:v>
                </c:pt>
                <c:pt idx="20333">
                  <c:v>0.23533564814715646</c:v>
                </c:pt>
                <c:pt idx="20334">
                  <c:v>0.23534722221666016</c:v>
                </c:pt>
                <c:pt idx="20335">
                  <c:v>0.23535879629343981</c:v>
                </c:pt>
                <c:pt idx="20336">
                  <c:v>0.23537037037021946</c:v>
                </c:pt>
                <c:pt idx="20337">
                  <c:v>0.23538194443972316</c:v>
                </c:pt>
                <c:pt idx="20338">
                  <c:v>0.23539351851650281</c:v>
                </c:pt>
                <c:pt idx="20339">
                  <c:v>0.23540509259328246</c:v>
                </c:pt>
                <c:pt idx="20340">
                  <c:v>0.23541666666278616</c:v>
                </c:pt>
                <c:pt idx="20341">
                  <c:v>0.23542824073956581</c:v>
                </c:pt>
                <c:pt idx="20342">
                  <c:v>0.2354398148090695</c:v>
                </c:pt>
                <c:pt idx="20343">
                  <c:v>0.23545138888584916</c:v>
                </c:pt>
                <c:pt idx="20344">
                  <c:v>0.23546296296262881</c:v>
                </c:pt>
                <c:pt idx="20345">
                  <c:v>0.2354745370321325</c:v>
                </c:pt>
                <c:pt idx="20346">
                  <c:v>0.23548611110891216</c:v>
                </c:pt>
                <c:pt idx="20347">
                  <c:v>0.23549768518569181</c:v>
                </c:pt>
                <c:pt idx="20348">
                  <c:v>0.2355092592551955</c:v>
                </c:pt>
                <c:pt idx="20349">
                  <c:v>0.23552083333197515</c:v>
                </c:pt>
                <c:pt idx="20350">
                  <c:v>0.23553240740147885</c:v>
                </c:pt>
                <c:pt idx="20351">
                  <c:v>0.2355439814782585</c:v>
                </c:pt>
                <c:pt idx="20352">
                  <c:v>0.23555555555503815</c:v>
                </c:pt>
                <c:pt idx="20353">
                  <c:v>0.23556712962454185</c:v>
                </c:pt>
                <c:pt idx="20354">
                  <c:v>0.2355787037013215</c:v>
                </c:pt>
                <c:pt idx="20355">
                  <c:v>0.23559027777810115</c:v>
                </c:pt>
                <c:pt idx="20356">
                  <c:v>0.23560185184760485</c:v>
                </c:pt>
                <c:pt idx="20357">
                  <c:v>0.2356134259243845</c:v>
                </c:pt>
                <c:pt idx="20358">
                  <c:v>0.23562500000116415</c:v>
                </c:pt>
                <c:pt idx="20359">
                  <c:v>0.23563657407066785</c:v>
                </c:pt>
                <c:pt idx="20360">
                  <c:v>0.2356481481474475</c:v>
                </c:pt>
                <c:pt idx="20361">
                  <c:v>0.2356597222169512</c:v>
                </c:pt>
                <c:pt idx="20362">
                  <c:v>0.23567129629373085</c:v>
                </c:pt>
                <c:pt idx="20363">
                  <c:v>0.2356828703705105</c:v>
                </c:pt>
                <c:pt idx="20364">
                  <c:v>0.23569444444001419</c:v>
                </c:pt>
                <c:pt idx="20365">
                  <c:v>0.23570601851679385</c:v>
                </c:pt>
                <c:pt idx="20366">
                  <c:v>0.2357175925935735</c:v>
                </c:pt>
                <c:pt idx="20367">
                  <c:v>0.23572916666307719</c:v>
                </c:pt>
                <c:pt idx="20368">
                  <c:v>0.23574074073985685</c:v>
                </c:pt>
                <c:pt idx="20369">
                  <c:v>0.23575231480936054</c:v>
                </c:pt>
                <c:pt idx="20370">
                  <c:v>0.23576388888614019</c:v>
                </c:pt>
                <c:pt idx="20371">
                  <c:v>0.23577546296291985</c:v>
                </c:pt>
                <c:pt idx="20372">
                  <c:v>0.23578703703242354</c:v>
                </c:pt>
                <c:pt idx="20373">
                  <c:v>0.23579861110920319</c:v>
                </c:pt>
                <c:pt idx="20374">
                  <c:v>0.23581018518598285</c:v>
                </c:pt>
                <c:pt idx="20375">
                  <c:v>0.23582175925548654</c:v>
                </c:pt>
                <c:pt idx="20376">
                  <c:v>0.23583333333226619</c:v>
                </c:pt>
                <c:pt idx="20377">
                  <c:v>0.23584490740176989</c:v>
                </c:pt>
                <c:pt idx="20378">
                  <c:v>0.23585648147854954</c:v>
                </c:pt>
                <c:pt idx="20379">
                  <c:v>0.23586805555532919</c:v>
                </c:pt>
                <c:pt idx="20380">
                  <c:v>0.23587962962483289</c:v>
                </c:pt>
                <c:pt idx="20381">
                  <c:v>0.23589120370161254</c:v>
                </c:pt>
                <c:pt idx="20382">
                  <c:v>0.23590277777839219</c:v>
                </c:pt>
                <c:pt idx="20383">
                  <c:v>0.23591435184789589</c:v>
                </c:pt>
                <c:pt idx="20384">
                  <c:v>0.23592592592467554</c:v>
                </c:pt>
                <c:pt idx="20385">
                  <c:v>0.23593749999417923</c:v>
                </c:pt>
                <c:pt idx="20386">
                  <c:v>0.23594907407095889</c:v>
                </c:pt>
                <c:pt idx="20387">
                  <c:v>0.23596064814773854</c:v>
                </c:pt>
                <c:pt idx="20388">
                  <c:v>0.23597222221724223</c:v>
                </c:pt>
                <c:pt idx="20389">
                  <c:v>0.23598379629402189</c:v>
                </c:pt>
                <c:pt idx="20390">
                  <c:v>0.23599537037080154</c:v>
                </c:pt>
                <c:pt idx="20391">
                  <c:v>0.23600694444030523</c:v>
                </c:pt>
                <c:pt idx="20392">
                  <c:v>0.23601851851708489</c:v>
                </c:pt>
                <c:pt idx="20393">
                  <c:v>0.23603009259386454</c:v>
                </c:pt>
                <c:pt idx="20394">
                  <c:v>0.23604166666336823</c:v>
                </c:pt>
                <c:pt idx="20395">
                  <c:v>0.23605324074014788</c:v>
                </c:pt>
                <c:pt idx="20396">
                  <c:v>0.23606481480965158</c:v>
                </c:pt>
                <c:pt idx="20397">
                  <c:v>0.23607638888643123</c:v>
                </c:pt>
                <c:pt idx="20398">
                  <c:v>0.23608796296321088</c:v>
                </c:pt>
                <c:pt idx="20399">
                  <c:v>0.23609953703271458</c:v>
                </c:pt>
                <c:pt idx="20400">
                  <c:v>0.23611111110949423</c:v>
                </c:pt>
                <c:pt idx="20401">
                  <c:v>0.23612268518627388</c:v>
                </c:pt>
                <c:pt idx="20402">
                  <c:v>0.23613425925577758</c:v>
                </c:pt>
                <c:pt idx="20403">
                  <c:v>0.23614583333255723</c:v>
                </c:pt>
                <c:pt idx="20404">
                  <c:v>0.23615740740206093</c:v>
                </c:pt>
                <c:pt idx="20405">
                  <c:v>0.23616898147884058</c:v>
                </c:pt>
                <c:pt idx="20406">
                  <c:v>0.23618055555562023</c:v>
                </c:pt>
                <c:pt idx="20407">
                  <c:v>0.23619212962512393</c:v>
                </c:pt>
                <c:pt idx="20408">
                  <c:v>0.23620370370190358</c:v>
                </c:pt>
                <c:pt idx="20409">
                  <c:v>0.23621527777868323</c:v>
                </c:pt>
                <c:pt idx="20410">
                  <c:v>0.23622685184818693</c:v>
                </c:pt>
                <c:pt idx="20411">
                  <c:v>0.23623842592496658</c:v>
                </c:pt>
                <c:pt idx="20412">
                  <c:v>0.23624999999447027</c:v>
                </c:pt>
                <c:pt idx="20413">
                  <c:v>0.23626157407124992</c:v>
                </c:pt>
                <c:pt idx="20414">
                  <c:v>0.23627314814802958</c:v>
                </c:pt>
                <c:pt idx="20415">
                  <c:v>0.23628472221753327</c:v>
                </c:pt>
                <c:pt idx="20416">
                  <c:v>0.23629629629431292</c:v>
                </c:pt>
                <c:pt idx="20417">
                  <c:v>0.23630787037109258</c:v>
                </c:pt>
                <c:pt idx="20418">
                  <c:v>0.23631944444059627</c:v>
                </c:pt>
                <c:pt idx="20419">
                  <c:v>0.23633101851737592</c:v>
                </c:pt>
                <c:pt idx="20420">
                  <c:v>0.23634259258687962</c:v>
                </c:pt>
                <c:pt idx="20421">
                  <c:v>0.23635416666365927</c:v>
                </c:pt>
                <c:pt idx="20422">
                  <c:v>0.23636574074043892</c:v>
                </c:pt>
                <c:pt idx="20423">
                  <c:v>0.23637731480994262</c:v>
                </c:pt>
                <c:pt idx="20424">
                  <c:v>0.23638888888672227</c:v>
                </c:pt>
                <c:pt idx="20425">
                  <c:v>0.23640046296350192</c:v>
                </c:pt>
                <c:pt idx="20426">
                  <c:v>0.23641203703300562</c:v>
                </c:pt>
                <c:pt idx="20427">
                  <c:v>0.23642361110978527</c:v>
                </c:pt>
                <c:pt idx="20428">
                  <c:v>0.23643518517928896</c:v>
                </c:pt>
                <c:pt idx="20429">
                  <c:v>0.23644675925606862</c:v>
                </c:pt>
                <c:pt idx="20430">
                  <c:v>0.23645833333284827</c:v>
                </c:pt>
                <c:pt idx="20431">
                  <c:v>0.23646990740235196</c:v>
                </c:pt>
                <c:pt idx="20432">
                  <c:v>0.23648148147913162</c:v>
                </c:pt>
                <c:pt idx="20433">
                  <c:v>0.23649305555591127</c:v>
                </c:pt>
                <c:pt idx="20434">
                  <c:v>0.23650462962541496</c:v>
                </c:pt>
                <c:pt idx="20435">
                  <c:v>0.23651620370219462</c:v>
                </c:pt>
                <c:pt idx="20436">
                  <c:v>0.23652777777897427</c:v>
                </c:pt>
                <c:pt idx="20437">
                  <c:v>0.23653935184847796</c:v>
                </c:pt>
                <c:pt idx="20438">
                  <c:v>0.23655092592525762</c:v>
                </c:pt>
                <c:pt idx="20439">
                  <c:v>0.23656249999476131</c:v>
                </c:pt>
                <c:pt idx="20440">
                  <c:v>0.23657407407154096</c:v>
                </c:pt>
                <c:pt idx="20441">
                  <c:v>0.23658564814832062</c:v>
                </c:pt>
                <c:pt idx="20442">
                  <c:v>0.23659722221782431</c:v>
                </c:pt>
                <c:pt idx="20443">
                  <c:v>0.23660879629460396</c:v>
                </c:pt>
                <c:pt idx="20444">
                  <c:v>0.23662037037138361</c:v>
                </c:pt>
                <c:pt idx="20445">
                  <c:v>0.23663194444088731</c:v>
                </c:pt>
                <c:pt idx="20446">
                  <c:v>0.23664351851766696</c:v>
                </c:pt>
                <c:pt idx="20447">
                  <c:v>0.23665509258717066</c:v>
                </c:pt>
                <c:pt idx="20448">
                  <c:v>0.23666666666395031</c:v>
                </c:pt>
                <c:pt idx="20449">
                  <c:v>0.23667824074072996</c:v>
                </c:pt>
                <c:pt idx="20450">
                  <c:v>0.23668981481023366</c:v>
                </c:pt>
                <c:pt idx="20451">
                  <c:v>0.23670138888701331</c:v>
                </c:pt>
                <c:pt idx="20452">
                  <c:v>0.23671296296379296</c:v>
                </c:pt>
                <c:pt idx="20453">
                  <c:v>0.23672453703329666</c:v>
                </c:pt>
                <c:pt idx="20454">
                  <c:v>0.23673611111007631</c:v>
                </c:pt>
                <c:pt idx="20455">
                  <c:v>0.23674768517958</c:v>
                </c:pt>
                <c:pt idx="20456">
                  <c:v>0.23675925925635966</c:v>
                </c:pt>
                <c:pt idx="20457">
                  <c:v>0.23677083333313931</c:v>
                </c:pt>
                <c:pt idx="20458">
                  <c:v>0.236782407402643</c:v>
                </c:pt>
                <c:pt idx="20459">
                  <c:v>0.23679398147942265</c:v>
                </c:pt>
                <c:pt idx="20460">
                  <c:v>0.23680555555620231</c:v>
                </c:pt>
                <c:pt idx="20461">
                  <c:v>0.236817129625706</c:v>
                </c:pt>
                <c:pt idx="20462">
                  <c:v>0.23682870370248565</c:v>
                </c:pt>
                <c:pt idx="20463">
                  <c:v>0.23684027777198935</c:v>
                </c:pt>
                <c:pt idx="20464">
                  <c:v>0.236851851848769</c:v>
                </c:pt>
                <c:pt idx="20465">
                  <c:v>0.23686342592554865</c:v>
                </c:pt>
                <c:pt idx="20466">
                  <c:v>0.23687499999505235</c:v>
                </c:pt>
                <c:pt idx="20467">
                  <c:v>0.236886574071832</c:v>
                </c:pt>
                <c:pt idx="20468">
                  <c:v>0.23689814814861165</c:v>
                </c:pt>
                <c:pt idx="20469">
                  <c:v>0.23690972221811535</c:v>
                </c:pt>
                <c:pt idx="20470">
                  <c:v>0.236921296294895</c:v>
                </c:pt>
                <c:pt idx="20471">
                  <c:v>0.23693287037167465</c:v>
                </c:pt>
                <c:pt idx="20472">
                  <c:v>0.23694444444117835</c:v>
                </c:pt>
                <c:pt idx="20473">
                  <c:v>0.236956018517958</c:v>
                </c:pt>
                <c:pt idx="20474">
                  <c:v>0.2369675925874617</c:v>
                </c:pt>
                <c:pt idx="20475">
                  <c:v>0.23697916666424135</c:v>
                </c:pt>
                <c:pt idx="20476">
                  <c:v>0.236990740741021</c:v>
                </c:pt>
                <c:pt idx="20477">
                  <c:v>0.23700231481052469</c:v>
                </c:pt>
                <c:pt idx="20478">
                  <c:v>0.23701388888730435</c:v>
                </c:pt>
                <c:pt idx="20479">
                  <c:v>0.237025462964084</c:v>
                </c:pt>
                <c:pt idx="20480">
                  <c:v>0.23703703703358769</c:v>
                </c:pt>
                <c:pt idx="20481">
                  <c:v>0.23704861111036735</c:v>
                </c:pt>
                <c:pt idx="20482">
                  <c:v>0.23706018517987104</c:v>
                </c:pt>
                <c:pt idx="20483">
                  <c:v>0.23707175925665069</c:v>
                </c:pt>
                <c:pt idx="20484">
                  <c:v>0.23708333333343035</c:v>
                </c:pt>
                <c:pt idx="20485">
                  <c:v>0.23709490740293404</c:v>
                </c:pt>
                <c:pt idx="20486">
                  <c:v>0.23710648147971369</c:v>
                </c:pt>
                <c:pt idx="20487">
                  <c:v>0.23711805555649335</c:v>
                </c:pt>
                <c:pt idx="20488">
                  <c:v>0.23712962962599704</c:v>
                </c:pt>
                <c:pt idx="20489">
                  <c:v>0.23714120370277669</c:v>
                </c:pt>
                <c:pt idx="20490">
                  <c:v>0.23715277777228039</c:v>
                </c:pt>
                <c:pt idx="20491">
                  <c:v>0.23716435184906004</c:v>
                </c:pt>
                <c:pt idx="20492">
                  <c:v>0.23717592592583969</c:v>
                </c:pt>
                <c:pt idx="20493">
                  <c:v>0.23718749999534339</c:v>
                </c:pt>
                <c:pt idx="20494">
                  <c:v>0.23719907407212304</c:v>
                </c:pt>
                <c:pt idx="20495">
                  <c:v>0.23721064814890269</c:v>
                </c:pt>
                <c:pt idx="20496">
                  <c:v>0.23722222221840639</c:v>
                </c:pt>
                <c:pt idx="20497">
                  <c:v>0.23723379629518604</c:v>
                </c:pt>
                <c:pt idx="20498">
                  <c:v>0.23724537036468973</c:v>
                </c:pt>
                <c:pt idx="20499">
                  <c:v>0.23725694444146939</c:v>
                </c:pt>
                <c:pt idx="20500">
                  <c:v>0.23726851851824904</c:v>
                </c:pt>
                <c:pt idx="20501">
                  <c:v>0.23728009258775273</c:v>
                </c:pt>
                <c:pt idx="20502">
                  <c:v>0.23729166666453239</c:v>
                </c:pt>
                <c:pt idx="20503">
                  <c:v>0.23730324074131204</c:v>
                </c:pt>
                <c:pt idx="20504">
                  <c:v>0.23731481481081573</c:v>
                </c:pt>
                <c:pt idx="20505">
                  <c:v>0.23732638888759539</c:v>
                </c:pt>
                <c:pt idx="20506">
                  <c:v>0.23733796295709908</c:v>
                </c:pt>
                <c:pt idx="20507">
                  <c:v>0.23734953703387873</c:v>
                </c:pt>
                <c:pt idx="20508">
                  <c:v>0.23736111111065838</c:v>
                </c:pt>
                <c:pt idx="20509">
                  <c:v>0.23737268518016208</c:v>
                </c:pt>
                <c:pt idx="20510">
                  <c:v>0.23738425925694173</c:v>
                </c:pt>
                <c:pt idx="20511">
                  <c:v>0.23739583333372138</c:v>
                </c:pt>
                <c:pt idx="20512">
                  <c:v>0.23740740740322508</c:v>
                </c:pt>
                <c:pt idx="20513">
                  <c:v>0.23741898148000473</c:v>
                </c:pt>
                <c:pt idx="20514">
                  <c:v>0.23743055555678438</c:v>
                </c:pt>
                <c:pt idx="20515">
                  <c:v>0.23744212962628808</c:v>
                </c:pt>
                <c:pt idx="20516">
                  <c:v>0.23745370370306773</c:v>
                </c:pt>
                <c:pt idx="20517">
                  <c:v>0.23746527777257143</c:v>
                </c:pt>
                <c:pt idx="20518">
                  <c:v>0.23747685184935108</c:v>
                </c:pt>
                <c:pt idx="20519">
                  <c:v>0.23748842592613073</c:v>
                </c:pt>
                <c:pt idx="20520">
                  <c:v>0.23749999999563443</c:v>
                </c:pt>
                <c:pt idx="20521">
                  <c:v>0.23751157407241408</c:v>
                </c:pt>
                <c:pt idx="20522">
                  <c:v>0.23752314814919373</c:v>
                </c:pt>
                <c:pt idx="20523">
                  <c:v>0.23753472221869742</c:v>
                </c:pt>
                <c:pt idx="20524">
                  <c:v>0.23754629629547708</c:v>
                </c:pt>
                <c:pt idx="20525">
                  <c:v>0.23755787036498077</c:v>
                </c:pt>
                <c:pt idx="20526">
                  <c:v>0.23756944444176042</c:v>
                </c:pt>
                <c:pt idx="20527">
                  <c:v>0.23758101851854008</c:v>
                </c:pt>
                <c:pt idx="20528">
                  <c:v>0.23759259258804377</c:v>
                </c:pt>
                <c:pt idx="20529">
                  <c:v>0.23760416666482342</c:v>
                </c:pt>
                <c:pt idx="20530">
                  <c:v>0.23761574074160308</c:v>
                </c:pt>
                <c:pt idx="20531">
                  <c:v>0.23762731481110677</c:v>
                </c:pt>
                <c:pt idx="20532">
                  <c:v>0.23763888888788642</c:v>
                </c:pt>
                <c:pt idx="20533">
                  <c:v>0.23765046295739012</c:v>
                </c:pt>
                <c:pt idx="20534">
                  <c:v>0.23766203703416977</c:v>
                </c:pt>
                <c:pt idx="20535">
                  <c:v>0.23767361111094942</c:v>
                </c:pt>
                <c:pt idx="20536">
                  <c:v>0.23768518518045312</c:v>
                </c:pt>
                <c:pt idx="20537">
                  <c:v>0.23769675925723277</c:v>
                </c:pt>
                <c:pt idx="20538">
                  <c:v>0.23770833333401242</c:v>
                </c:pt>
                <c:pt idx="20539">
                  <c:v>0.23771990740351612</c:v>
                </c:pt>
                <c:pt idx="20540">
                  <c:v>0.23773148148029577</c:v>
                </c:pt>
                <c:pt idx="20541">
                  <c:v>0.23774305554979946</c:v>
                </c:pt>
                <c:pt idx="20542">
                  <c:v>0.23775462962657912</c:v>
                </c:pt>
                <c:pt idx="20543">
                  <c:v>0.23776620370335877</c:v>
                </c:pt>
                <c:pt idx="20544">
                  <c:v>0.23777777777286246</c:v>
                </c:pt>
                <c:pt idx="20545">
                  <c:v>0.23778935184964212</c:v>
                </c:pt>
                <c:pt idx="20546">
                  <c:v>0.23780092592642177</c:v>
                </c:pt>
                <c:pt idx="20547">
                  <c:v>0.23781249999592546</c:v>
                </c:pt>
                <c:pt idx="20548">
                  <c:v>0.23782407407270512</c:v>
                </c:pt>
                <c:pt idx="20549">
                  <c:v>0.23783564814948477</c:v>
                </c:pt>
                <c:pt idx="20550">
                  <c:v>0.23784722221898846</c:v>
                </c:pt>
                <c:pt idx="20551">
                  <c:v>0.23785879629576812</c:v>
                </c:pt>
                <c:pt idx="20552">
                  <c:v>0.23787037036527181</c:v>
                </c:pt>
                <c:pt idx="20553">
                  <c:v>0.23788194444205146</c:v>
                </c:pt>
                <c:pt idx="20554">
                  <c:v>0.23789351851883112</c:v>
                </c:pt>
                <c:pt idx="20555">
                  <c:v>0.23790509258833481</c:v>
                </c:pt>
                <c:pt idx="20556">
                  <c:v>0.23791666666511446</c:v>
                </c:pt>
                <c:pt idx="20557">
                  <c:v>0.23792824074189411</c:v>
                </c:pt>
                <c:pt idx="20558">
                  <c:v>0.23793981481139781</c:v>
                </c:pt>
                <c:pt idx="20559">
                  <c:v>0.23795138888817746</c:v>
                </c:pt>
                <c:pt idx="20560">
                  <c:v>0.23796296295768116</c:v>
                </c:pt>
                <c:pt idx="20561">
                  <c:v>0.23797453703446081</c:v>
                </c:pt>
                <c:pt idx="20562">
                  <c:v>0.23798611111124046</c:v>
                </c:pt>
                <c:pt idx="20563">
                  <c:v>0.23799768518074416</c:v>
                </c:pt>
                <c:pt idx="20564">
                  <c:v>0.23800925925752381</c:v>
                </c:pt>
                <c:pt idx="20565">
                  <c:v>0.23802083333430346</c:v>
                </c:pt>
                <c:pt idx="20566">
                  <c:v>0.23803240740380716</c:v>
                </c:pt>
                <c:pt idx="20567">
                  <c:v>0.23804398148058681</c:v>
                </c:pt>
                <c:pt idx="20568">
                  <c:v>0.2380555555500905</c:v>
                </c:pt>
                <c:pt idx="20569">
                  <c:v>0.23806712962687016</c:v>
                </c:pt>
                <c:pt idx="20570">
                  <c:v>0.23807870370364981</c:v>
                </c:pt>
                <c:pt idx="20571">
                  <c:v>0.2380902777731535</c:v>
                </c:pt>
                <c:pt idx="20572">
                  <c:v>0.23810185184993315</c:v>
                </c:pt>
                <c:pt idx="20573">
                  <c:v>0.23811342592671281</c:v>
                </c:pt>
                <c:pt idx="20574">
                  <c:v>0.2381249999962165</c:v>
                </c:pt>
                <c:pt idx="20575">
                  <c:v>0.23813657407299615</c:v>
                </c:pt>
                <c:pt idx="20576">
                  <c:v>0.23814814814249985</c:v>
                </c:pt>
                <c:pt idx="20577">
                  <c:v>0.2381597222192795</c:v>
                </c:pt>
                <c:pt idx="20578">
                  <c:v>0.23817129629605915</c:v>
                </c:pt>
                <c:pt idx="20579">
                  <c:v>0.23818287036556285</c:v>
                </c:pt>
                <c:pt idx="20580">
                  <c:v>0.2381944444423425</c:v>
                </c:pt>
                <c:pt idx="20581">
                  <c:v>0.23820601851912215</c:v>
                </c:pt>
                <c:pt idx="20582">
                  <c:v>0.23821759258862585</c:v>
                </c:pt>
                <c:pt idx="20583">
                  <c:v>0.2382291666654055</c:v>
                </c:pt>
                <c:pt idx="20584">
                  <c:v>0.2382407407349092</c:v>
                </c:pt>
                <c:pt idx="20585">
                  <c:v>0.23825231481168885</c:v>
                </c:pt>
                <c:pt idx="20586">
                  <c:v>0.2382638888884685</c:v>
                </c:pt>
                <c:pt idx="20587">
                  <c:v>0.23827546295797219</c:v>
                </c:pt>
                <c:pt idx="20588">
                  <c:v>0.23828703703475185</c:v>
                </c:pt>
                <c:pt idx="20589">
                  <c:v>0.2382986111115315</c:v>
                </c:pt>
                <c:pt idx="20590">
                  <c:v>0.23831018518103519</c:v>
                </c:pt>
                <c:pt idx="20591">
                  <c:v>0.23832175925781485</c:v>
                </c:pt>
                <c:pt idx="20592">
                  <c:v>0.2383333333345945</c:v>
                </c:pt>
                <c:pt idx="20593">
                  <c:v>0.23834490740409819</c:v>
                </c:pt>
                <c:pt idx="20594">
                  <c:v>0.23835648148087785</c:v>
                </c:pt>
                <c:pt idx="20595">
                  <c:v>0.23836805555038154</c:v>
                </c:pt>
                <c:pt idx="20596">
                  <c:v>0.23837962962716119</c:v>
                </c:pt>
                <c:pt idx="20597">
                  <c:v>0.23839120370394085</c:v>
                </c:pt>
                <c:pt idx="20598">
                  <c:v>0.23840277777344454</c:v>
                </c:pt>
                <c:pt idx="20599">
                  <c:v>0.23841435185022419</c:v>
                </c:pt>
                <c:pt idx="20600">
                  <c:v>0.23842592592700385</c:v>
                </c:pt>
                <c:pt idx="20601">
                  <c:v>0.23843749999650754</c:v>
                </c:pt>
                <c:pt idx="20602">
                  <c:v>0.23844907407328719</c:v>
                </c:pt>
                <c:pt idx="20603">
                  <c:v>0.23846064814279089</c:v>
                </c:pt>
                <c:pt idx="20604">
                  <c:v>0.23847222221957054</c:v>
                </c:pt>
                <c:pt idx="20605">
                  <c:v>0.23848379629635019</c:v>
                </c:pt>
                <c:pt idx="20606">
                  <c:v>0.23849537036585389</c:v>
                </c:pt>
                <c:pt idx="20607">
                  <c:v>0.23850694444263354</c:v>
                </c:pt>
                <c:pt idx="20608">
                  <c:v>0.23851851851941319</c:v>
                </c:pt>
                <c:pt idx="20609">
                  <c:v>0.23853009258891689</c:v>
                </c:pt>
                <c:pt idx="20610">
                  <c:v>0.23854166666569654</c:v>
                </c:pt>
                <c:pt idx="20611">
                  <c:v>0.23855324073520023</c:v>
                </c:pt>
                <c:pt idx="20612">
                  <c:v>0.23856481481197989</c:v>
                </c:pt>
                <c:pt idx="20613">
                  <c:v>0.23857638888875954</c:v>
                </c:pt>
                <c:pt idx="20614">
                  <c:v>0.23858796295826323</c:v>
                </c:pt>
                <c:pt idx="20615">
                  <c:v>0.23859953703504289</c:v>
                </c:pt>
                <c:pt idx="20616">
                  <c:v>0.23861111111182254</c:v>
                </c:pt>
                <c:pt idx="20617">
                  <c:v>0.23862268518132623</c:v>
                </c:pt>
                <c:pt idx="20618">
                  <c:v>0.23863425925810589</c:v>
                </c:pt>
                <c:pt idx="20619">
                  <c:v>0.23864583332760958</c:v>
                </c:pt>
                <c:pt idx="20620">
                  <c:v>0.23865740740438923</c:v>
                </c:pt>
                <c:pt idx="20621">
                  <c:v>0.23866898148116888</c:v>
                </c:pt>
                <c:pt idx="20622">
                  <c:v>0.23868055555067258</c:v>
                </c:pt>
                <c:pt idx="20623">
                  <c:v>0.23869212962745223</c:v>
                </c:pt>
                <c:pt idx="20624">
                  <c:v>0.23870370370423188</c:v>
                </c:pt>
                <c:pt idx="20625">
                  <c:v>0.23871527777373558</c:v>
                </c:pt>
                <c:pt idx="20626">
                  <c:v>0.23872685185051523</c:v>
                </c:pt>
                <c:pt idx="20627">
                  <c:v>0.23873842592001893</c:v>
                </c:pt>
                <c:pt idx="20628">
                  <c:v>0.23874999999679858</c:v>
                </c:pt>
                <c:pt idx="20629">
                  <c:v>0.23876157407357823</c:v>
                </c:pt>
                <c:pt idx="20630">
                  <c:v>0.23877314814308193</c:v>
                </c:pt>
                <c:pt idx="20631">
                  <c:v>0.23878472221986158</c:v>
                </c:pt>
                <c:pt idx="20632">
                  <c:v>0.23879629629664123</c:v>
                </c:pt>
                <c:pt idx="20633">
                  <c:v>0.23880787036614493</c:v>
                </c:pt>
                <c:pt idx="20634">
                  <c:v>0.23881944444292458</c:v>
                </c:pt>
                <c:pt idx="20635">
                  <c:v>0.23883101851970423</c:v>
                </c:pt>
                <c:pt idx="20636">
                  <c:v>0.23884259258920792</c:v>
                </c:pt>
                <c:pt idx="20637">
                  <c:v>0.23885416666598758</c:v>
                </c:pt>
                <c:pt idx="20638">
                  <c:v>0.23886574073549127</c:v>
                </c:pt>
                <c:pt idx="20639">
                  <c:v>0.23887731481227092</c:v>
                </c:pt>
                <c:pt idx="20640">
                  <c:v>0.23888888888905058</c:v>
                </c:pt>
                <c:pt idx="20641">
                  <c:v>0.23890046295855427</c:v>
                </c:pt>
                <c:pt idx="20642">
                  <c:v>0.23891203703533392</c:v>
                </c:pt>
                <c:pt idx="20643">
                  <c:v>0.23892361111211358</c:v>
                </c:pt>
                <c:pt idx="20644">
                  <c:v>0.23893518518161727</c:v>
                </c:pt>
                <c:pt idx="20645">
                  <c:v>0.23894675925839692</c:v>
                </c:pt>
                <c:pt idx="20646">
                  <c:v>0.23895833332790062</c:v>
                </c:pt>
                <c:pt idx="20647">
                  <c:v>0.23896990740468027</c:v>
                </c:pt>
                <c:pt idx="20648">
                  <c:v>0.23898148148145992</c:v>
                </c:pt>
                <c:pt idx="20649">
                  <c:v>0.23899305555096362</c:v>
                </c:pt>
                <c:pt idx="20650">
                  <c:v>0.23900462962774327</c:v>
                </c:pt>
                <c:pt idx="20651">
                  <c:v>0.23901620370452292</c:v>
                </c:pt>
                <c:pt idx="20652">
                  <c:v>0.23902777777402662</c:v>
                </c:pt>
                <c:pt idx="20653">
                  <c:v>0.23903935185080627</c:v>
                </c:pt>
                <c:pt idx="20654">
                  <c:v>0.23905092592030996</c:v>
                </c:pt>
                <c:pt idx="20655">
                  <c:v>0.23906249999708962</c:v>
                </c:pt>
                <c:pt idx="20656">
                  <c:v>0.23907407407386927</c:v>
                </c:pt>
                <c:pt idx="20657">
                  <c:v>0.23908564814337296</c:v>
                </c:pt>
                <c:pt idx="20658">
                  <c:v>0.23909722222015262</c:v>
                </c:pt>
                <c:pt idx="20659">
                  <c:v>0.23910879629693227</c:v>
                </c:pt>
                <c:pt idx="20660">
                  <c:v>0.23912037036643596</c:v>
                </c:pt>
                <c:pt idx="20661">
                  <c:v>0.23913194444321562</c:v>
                </c:pt>
                <c:pt idx="20662">
                  <c:v>0.23914351851271931</c:v>
                </c:pt>
                <c:pt idx="20663">
                  <c:v>0.23915509258949896</c:v>
                </c:pt>
                <c:pt idx="20664">
                  <c:v>0.23916666666627862</c:v>
                </c:pt>
                <c:pt idx="20665">
                  <c:v>0.23917824073578231</c:v>
                </c:pt>
                <c:pt idx="20666">
                  <c:v>0.23918981481256196</c:v>
                </c:pt>
                <c:pt idx="20667">
                  <c:v>0.23920138888934162</c:v>
                </c:pt>
                <c:pt idx="20668">
                  <c:v>0.23921296295884531</c:v>
                </c:pt>
                <c:pt idx="20669">
                  <c:v>0.23922453703562496</c:v>
                </c:pt>
                <c:pt idx="20670">
                  <c:v>0.23923611111240461</c:v>
                </c:pt>
                <c:pt idx="20671">
                  <c:v>0.23924768518190831</c:v>
                </c:pt>
                <c:pt idx="20672">
                  <c:v>0.23925925925868796</c:v>
                </c:pt>
                <c:pt idx="20673">
                  <c:v>0.23927083332819166</c:v>
                </c:pt>
                <c:pt idx="20674">
                  <c:v>0.23928240740497131</c:v>
                </c:pt>
                <c:pt idx="20675">
                  <c:v>0.23929398148175096</c:v>
                </c:pt>
                <c:pt idx="20676">
                  <c:v>0.23930555555125466</c:v>
                </c:pt>
                <c:pt idx="20677">
                  <c:v>0.23931712962803431</c:v>
                </c:pt>
                <c:pt idx="20678">
                  <c:v>0.23932870370481396</c:v>
                </c:pt>
                <c:pt idx="20679">
                  <c:v>0.23934027777431766</c:v>
                </c:pt>
                <c:pt idx="20680">
                  <c:v>0.23935185185109731</c:v>
                </c:pt>
                <c:pt idx="20681">
                  <c:v>0.239363425920601</c:v>
                </c:pt>
                <c:pt idx="20682">
                  <c:v>0.23937499999738066</c:v>
                </c:pt>
                <c:pt idx="20683">
                  <c:v>0.23938657407416031</c:v>
                </c:pt>
                <c:pt idx="20684">
                  <c:v>0.239398148143664</c:v>
                </c:pt>
                <c:pt idx="20685">
                  <c:v>0.23940972222044365</c:v>
                </c:pt>
                <c:pt idx="20686">
                  <c:v>0.23942129629722331</c:v>
                </c:pt>
                <c:pt idx="20687">
                  <c:v>0.239432870366727</c:v>
                </c:pt>
                <c:pt idx="20688">
                  <c:v>0.23944444444350665</c:v>
                </c:pt>
                <c:pt idx="20689">
                  <c:v>0.23945601851301035</c:v>
                </c:pt>
                <c:pt idx="20690">
                  <c:v>0.23946759258979</c:v>
                </c:pt>
                <c:pt idx="20691">
                  <c:v>0.23947916666656965</c:v>
                </c:pt>
                <c:pt idx="20692">
                  <c:v>0.23949074073607335</c:v>
                </c:pt>
                <c:pt idx="20693">
                  <c:v>0.239502314812853</c:v>
                </c:pt>
                <c:pt idx="20694">
                  <c:v>0.23951388888963265</c:v>
                </c:pt>
                <c:pt idx="20695">
                  <c:v>0.23952546295913635</c:v>
                </c:pt>
                <c:pt idx="20696">
                  <c:v>0.239537037035916</c:v>
                </c:pt>
                <c:pt idx="20697">
                  <c:v>0.2395486111054197</c:v>
                </c:pt>
                <c:pt idx="20698">
                  <c:v>0.23956018518219935</c:v>
                </c:pt>
                <c:pt idx="20699">
                  <c:v>0.239571759258979</c:v>
                </c:pt>
                <c:pt idx="20700">
                  <c:v>0.23958333332848269</c:v>
                </c:pt>
                <c:pt idx="20701">
                  <c:v>0.23959490740526235</c:v>
                </c:pt>
                <c:pt idx="20702">
                  <c:v>0.239606481482042</c:v>
                </c:pt>
                <c:pt idx="20703">
                  <c:v>0.23961805555154569</c:v>
                </c:pt>
                <c:pt idx="20704">
                  <c:v>0.23962962962832535</c:v>
                </c:pt>
                <c:pt idx="20705">
                  <c:v>0.23964120369782904</c:v>
                </c:pt>
                <c:pt idx="20706">
                  <c:v>0.23965277777460869</c:v>
                </c:pt>
                <c:pt idx="20707">
                  <c:v>0.23966435185138835</c:v>
                </c:pt>
                <c:pt idx="20708">
                  <c:v>0.23967592592089204</c:v>
                </c:pt>
                <c:pt idx="20709">
                  <c:v>0.23968749999767169</c:v>
                </c:pt>
                <c:pt idx="20710">
                  <c:v>0.23969907407445135</c:v>
                </c:pt>
                <c:pt idx="20711">
                  <c:v>0.23971064814395504</c:v>
                </c:pt>
                <c:pt idx="20712">
                  <c:v>0.23972222222073469</c:v>
                </c:pt>
                <c:pt idx="20713">
                  <c:v>0.23973379629751435</c:v>
                </c:pt>
                <c:pt idx="20714">
                  <c:v>0.23974537036701804</c:v>
                </c:pt>
                <c:pt idx="20715">
                  <c:v>0.23975694444379769</c:v>
                </c:pt>
                <c:pt idx="20716">
                  <c:v>0.23976851851330139</c:v>
                </c:pt>
                <c:pt idx="20717">
                  <c:v>0.23978009259008104</c:v>
                </c:pt>
                <c:pt idx="20718">
                  <c:v>0.23979166666686069</c:v>
                </c:pt>
                <c:pt idx="20719">
                  <c:v>0.23980324073636439</c:v>
                </c:pt>
                <c:pt idx="20720">
                  <c:v>0.23981481481314404</c:v>
                </c:pt>
                <c:pt idx="20721">
                  <c:v>0.23982638888992369</c:v>
                </c:pt>
                <c:pt idx="20722">
                  <c:v>0.23983796295942739</c:v>
                </c:pt>
                <c:pt idx="20723">
                  <c:v>0.23984953703620704</c:v>
                </c:pt>
                <c:pt idx="20724">
                  <c:v>0.23986111110571073</c:v>
                </c:pt>
                <c:pt idx="20725">
                  <c:v>0.23987268518249039</c:v>
                </c:pt>
                <c:pt idx="20726">
                  <c:v>0.23988425925927004</c:v>
                </c:pt>
                <c:pt idx="20727">
                  <c:v>0.23989583332877373</c:v>
                </c:pt>
                <c:pt idx="20728">
                  <c:v>0.23990740740555339</c:v>
                </c:pt>
                <c:pt idx="20729">
                  <c:v>0.23991898148233304</c:v>
                </c:pt>
                <c:pt idx="20730">
                  <c:v>0.23993055555183673</c:v>
                </c:pt>
                <c:pt idx="20731">
                  <c:v>0.23994212962861639</c:v>
                </c:pt>
                <c:pt idx="20732">
                  <c:v>0.23995370369812008</c:v>
                </c:pt>
                <c:pt idx="20733">
                  <c:v>0.23996527777489973</c:v>
                </c:pt>
                <c:pt idx="20734">
                  <c:v>0.23997685185167938</c:v>
                </c:pt>
                <c:pt idx="20735">
                  <c:v>0.23998842592118308</c:v>
                </c:pt>
                <c:pt idx="20736">
                  <c:v>0.23999999999796273</c:v>
                </c:pt>
                <c:pt idx="20737">
                  <c:v>0.24001157407474238</c:v>
                </c:pt>
                <c:pt idx="20738">
                  <c:v>0.24002314814424608</c:v>
                </c:pt>
                <c:pt idx="20739">
                  <c:v>0.24003472222102573</c:v>
                </c:pt>
                <c:pt idx="20740">
                  <c:v>0.24004629629052943</c:v>
                </c:pt>
                <c:pt idx="20741">
                  <c:v>0.24005787036730908</c:v>
                </c:pt>
                <c:pt idx="20742">
                  <c:v>0.24006944444408873</c:v>
                </c:pt>
                <c:pt idx="20743">
                  <c:v>0.24008101851359243</c:v>
                </c:pt>
                <c:pt idx="20744">
                  <c:v>0.24009259259037208</c:v>
                </c:pt>
                <c:pt idx="20745">
                  <c:v>0.24010416666715173</c:v>
                </c:pt>
                <c:pt idx="20746">
                  <c:v>0.24011574073665543</c:v>
                </c:pt>
                <c:pt idx="20747">
                  <c:v>0.24012731481343508</c:v>
                </c:pt>
                <c:pt idx="20748">
                  <c:v>0.24013888889021473</c:v>
                </c:pt>
                <c:pt idx="20749">
                  <c:v>0.24015046295971842</c:v>
                </c:pt>
                <c:pt idx="20750">
                  <c:v>0.24016203703649808</c:v>
                </c:pt>
                <c:pt idx="20751">
                  <c:v>0.24017361110600177</c:v>
                </c:pt>
                <c:pt idx="20752">
                  <c:v>0.24018518518278142</c:v>
                </c:pt>
                <c:pt idx="20753">
                  <c:v>0.24019675925956108</c:v>
                </c:pt>
                <c:pt idx="20754">
                  <c:v>0.24020833332906477</c:v>
                </c:pt>
                <c:pt idx="20755">
                  <c:v>0.24021990740584442</c:v>
                </c:pt>
                <c:pt idx="20756">
                  <c:v>0.24023148148262408</c:v>
                </c:pt>
                <c:pt idx="20757">
                  <c:v>0.24024305555212777</c:v>
                </c:pt>
                <c:pt idx="20758">
                  <c:v>0.24025462962890742</c:v>
                </c:pt>
                <c:pt idx="20759">
                  <c:v>0.24026620369841112</c:v>
                </c:pt>
                <c:pt idx="20760">
                  <c:v>0.24027777777519077</c:v>
                </c:pt>
                <c:pt idx="20761">
                  <c:v>0.24028935185197042</c:v>
                </c:pt>
                <c:pt idx="20762">
                  <c:v>0.24030092592147412</c:v>
                </c:pt>
                <c:pt idx="20763">
                  <c:v>0.24031249999825377</c:v>
                </c:pt>
                <c:pt idx="20764">
                  <c:v>0.24032407407503342</c:v>
                </c:pt>
                <c:pt idx="20765">
                  <c:v>0.24033564814453712</c:v>
                </c:pt>
                <c:pt idx="20766">
                  <c:v>0.24034722222131677</c:v>
                </c:pt>
                <c:pt idx="20767">
                  <c:v>0.24035879629082046</c:v>
                </c:pt>
                <c:pt idx="20768">
                  <c:v>0.24037037036760012</c:v>
                </c:pt>
                <c:pt idx="20769">
                  <c:v>0.24038194444437977</c:v>
                </c:pt>
                <c:pt idx="20770">
                  <c:v>0.24039351851388346</c:v>
                </c:pt>
                <c:pt idx="20771">
                  <c:v>0.24040509259066312</c:v>
                </c:pt>
                <c:pt idx="20772">
                  <c:v>0.24041666666744277</c:v>
                </c:pt>
                <c:pt idx="20773">
                  <c:v>0.24042824073694646</c:v>
                </c:pt>
                <c:pt idx="20774">
                  <c:v>0.24043981481372612</c:v>
                </c:pt>
                <c:pt idx="20775">
                  <c:v>0.24045138888322981</c:v>
                </c:pt>
                <c:pt idx="20776">
                  <c:v>0.24046296296000946</c:v>
                </c:pt>
                <c:pt idx="20777">
                  <c:v>0.24047453703678912</c:v>
                </c:pt>
                <c:pt idx="20778">
                  <c:v>0.24048611110629281</c:v>
                </c:pt>
                <c:pt idx="20779">
                  <c:v>0.24049768518307246</c:v>
                </c:pt>
                <c:pt idx="20780">
                  <c:v>0.24050925925985212</c:v>
                </c:pt>
                <c:pt idx="20781">
                  <c:v>0.24052083332935581</c:v>
                </c:pt>
                <c:pt idx="20782">
                  <c:v>0.24053240740613546</c:v>
                </c:pt>
                <c:pt idx="20783">
                  <c:v>0.24054398147563916</c:v>
                </c:pt>
                <c:pt idx="20784">
                  <c:v>0.24055555555241881</c:v>
                </c:pt>
                <c:pt idx="20785">
                  <c:v>0.24056712962919846</c:v>
                </c:pt>
                <c:pt idx="20786">
                  <c:v>0.24057870369870216</c:v>
                </c:pt>
                <c:pt idx="20787">
                  <c:v>0.24059027777548181</c:v>
                </c:pt>
                <c:pt idx="20788">
                  <c:v>0.24060185185226146</c:v>
                </c:pt>
                <c:pt idx="20789">
                  <c:v>0.24061342592176516</c:v>
                </c:pt>
                <c:pt idx="20790">
                  <c:v>0.24062499999854481</c:v>
                </c:pt>
                <c:pt idx="20791">
                  <c:v>0.24063657407532446</c:v>
                </c:pt>
                <c:pt idx="20792">
                  <c:v>0.24064814814482816</c:v>
                </c:pt>
                <c:pt idx="20793">
                  <c:v>0.24065972222160781</c:v>
                </c:pt>
                <c:pt idx="20794">
                  <c:v>0.2406712962911115</c:v>
                </c:pt>
                <c:pt idx="20795">
                  <c:v>0.24068287036789116</c:v>
                </c:pt>
                <c:pt idx="20796">
                  <c:v>0.24069444444467081</c:v>
                </c:pt>
                <c:pt idx="20797">
                  <c:v>0.2407060185141745</c:v>
                </c:pt>
                <c:pt idx="20798">
                  <c:v>0.24071759259095415</c:v>
                </c:pt>
                <c:pt idx="20799">
                  <c:v>0.24072916666773381</c:v>
                </c:pt>
                <c:pt idx="20800">
                  <c:v>0.2407407407372375</c:v>
                </c:pt>
                <c:pt idx="20801">
                  <c:v>0.24075231481401715</c:v>
                </c:pt>
                <c:pt idx="20802">
                  <c:v>0.24076388888352085</c:v>
                </c:pt>
                <c:pt idx="20803">
                  <c:v>0.2407754629603005</c:v>
                </c:pt>
                <c:pt idx="20804">
                  <c:v>0.24078703703708015</c:v>
                </c:pt>
                <c:pt idx="20805">
                  <c:v>0.24079861110658385</c:v>
                </c:pt>
                <c:pt idx="20806">
                  <c:v>0.2408101851833635</c:v>
                </c:pt>
                <c:pt idx="20807">
                  <c:v>0.24082175926014315</c:v>
                </c:pt>
                <c:pt idx="20808">
                  <c:v>0.24083333332964685</c:v>
                </c:pt>
                <c:pt idx="20809">
                  <c:v>0.2408449074064265</c:v>
                </c:pt>
                <c:pt idx="20810">
                  <c:v>0.2408564814759302</c:v>
                </c:pt>
                <c:pt idx="20811">
                  <c:v>0.24086805555270985</c:v>
                </c:pt>
                <c:pt idx="20812">
                  <c:v>0.2408796296294895</c:v>
                </c:pt>
                <c:pt idx="20813">
                  <c:v>0.24089120369899319</c:v>
                </c:pt>
                <c:pt idx="20814">
                  <c:v>0.24090277777577285</c:v>
                </c:pt>
                <c:pt idx="20815">
                  <c:v>0.2409143518525525</c:v>
                </c:pt>
                <c:pt idx="20816">
                  <c:v>0.24092592592205619</c:v>
                </c:pt>
                <c:pt idx="20817">
                  <c:v>0.24093749999883585</c:v>
                </c:pt>
                <c:pt idx="20818">
                  <c:v>0.24094907406833954</c:v>
                </c:pt>
                <c:pt idx="20819">
                  <c:v>0.24096064814511919</c:v>
                </c:pt>
                <c:pt idx="20820">
                  <c:v>0.24097222222189885</c:v>
                </c:pt>
                <c:pt idx="20821">
                  <c:v>0.24098379629140254</c:v>
                </c:pt>
                <c:pt idx="20822">
                  <c:v>0.24099537036818219</c:v>
                </c:pt>
                <c:pt idx="20823">
                  <c:v>0.24100694444496185</c:v>
                </c:pt>
                <c:pt idx="20824">
                  <c:v>0.24101851851446554</c:v>
                </c:pt>
                <c:pt idx="20825">
                  <c:v>0.24103009259124519</c:v>
                </c:pt>
                <c:pt idx="20826">
                  <c:v>0.24104166666074889</c:v>
                </c:pt>
                <c:pt idx="20827">
                  <c:v>0.24105324073752854</c:v>
                </c:pt>
                <c:pt idx="20828">
                  <c:v>0.24106481481430819</c:v>
                </c:pt>
                <c:pt idx="20829">
                  <c:v>0.24107638888381189</c:v>
                </c:pt>
                <c:pt idx="20830">
                  <c:v>0.24108796296059154</c:v>
                </c:pt>
                <c:pt idx="20831">
                  <c:v>0.24109953703737119</c:v>
                </c:pt>
                <c:pt idx="20832">
                  <c:v>0.24111111110687489</c:v>
                </c:pt>
                <c:pt idx="20833">
                  <c:v>0.24112268518365454</c:v>
                </c:pt>
                <c:pt idx="20834">
                  <c:v>0.24113425926043419</c:v>
                </c:pt>
                <c:pt idx="20835">
                  <c:v>0.24114583332993789</c:v>
                </c:pt>
                <c:pt idx="20836">
                  <c:v>0.24115740740671754</c:v>
                </c:pt>
                <c:pt idx="20837">
                  <c:v>0.24116898147622123</c:v>
                </c:pt>
                <c:pt idx="20838">
                  <c:v>0.24118055555300089</c:v>
                </c:pt>
                <c:pt idx="20839">
                  <c:v>0.24119212962978054</c:v>
                </c:pt>
                <c:pt idx="20840">
                  <c:v>0.24120370369928423</c:v>
                </c:pt>
                <c:pt idx="20841">
                  <c:v>0.24121527777606389</c:v>
                </c:pt>
                <c:pt idx="20842">
                  <c:v>0.24122685185284354</c:v>
                </c:pt>
                <c:pt idx="20843">
                  <c:v>0.24123842592234723</c:v>
                </c:pt>
                <c:pt idx="20844">
                  <c:v>0.24124999999912689</c:v>
                </c:pt>
                <c:pt idx="20845">
                  <c:v>0.24126157406863058</c:v>
                </c:pt>
                <c:pt idx="20846">
                  <c:v>0.24127314814541023</c:v>
                </c:pt>
                <c:pt idx="20847">
                  <c:v>0.24128472222218988</c:v>
                </c:pt>
                <c:pt idx="20848">
                  <c:v>0.24129629629169358</c:v>
                </c:pt>
                <c:pt idx="20849">
                  <c:v>0.24130787036847323</c:v>
                </c:pt>
                <c:pt idx="20850">
                  <c:v>0.24131944444525288</c:v>
                </c:pt>
                <c:pt idx="20851">
                  <c:v>0.24133101851475658</c:v>
                </c:pt>
                <c:pt idx="20852">
                  <c:v>0.24134259259153623</c:v>
                </c:pt>
                <c:pt idx="20853">
                  <c:v>0.24135416666103993</c:v>
                </c:pt>
                <c:pt idx="20854">
                  <c:v>0.24136574073781958</c:v>
                </c:pt>
                <c:pt idx="20855">
                  <c:v>0.24137731481459923</c:v>
                </c:pt>
                <c:pt idx="20856">
                  <c:v>0.24138888888410293</c:v>
                </c:pt>
                <c:pt idx="20857">
                  <c:v>0.24140046296088258</c:v>
                </c:pt>
                <c:pt idx="20858">
                  <c:v>0.24141203703766223</c:v>
                </c:pt>
                <c:pt idx="20859">
                  <c:v>0.24142361110716593</c:v>
                </c:pt>
                <c:pt idx="20860">
                  <c:v>0.24143518518394558</c:v>
                </c:pt>
                <c:pt idx="20861">
                  <c:v>0.24144675925344927</c:v>
                </c:pt>
                <c:pt idx="20862">
                  <c:v>0.24145833333022892</c:v>
                </c:pt>
                <c:pt idx="20863">
                  <c:v>0.24146990740700858</c:v>
                </c:pt>
                <c:pt idx="20864">
                  <c:v>0.24148148147651227</c:v>
                </c:pt>
                <c:pt idx="20865">
                  <c:v>0.24149305555329192</c:v>
                </c:pt>
                <c:pt idx="20866">
                  <c:v>0.24150462963007158</c:v>
                </c:pt>
                <c:pt idx="20867">
                  <c:v>0.24151620369957527</c:v>
                </c:pt>
                <c:pt idx="20868">
                  <c:v>0.24152777777635492</c:v>
                </c:pt>
                <c:pt idx="20869">
                  <c:v>0.24153935185313458</c:v>
                </c:pt>
                <c:pt idx="20870">
                  <c:v>0.24155092592263827</c:v>
                </c:pt>
                <c:pt idx="20871">
                  <c:v>0.24156249999941792</c:v>
                </c:pt>
                <c:pt idx="20872">
                  <c:v>0.24157407406892162</c:v>
                </c:pt>
                <c:pt idx="20873">
                  <c:v>0.24158564814570127</c:v>
                </c:pt>
                <c:pt idx="20874">
                  <c:v>0.24159722222248092</c:v>
                </c:pt>
                <c:pt idx="20875">
                  <c:v>0.24160879629198462</c:v>
                </c:pt>
                <c:pt idx="20876">
                  <c:v>0.24162037036876427</c:v>
                </c:pt>
                <c:pt idx="20877">
                  <c:v>0.24163194444554392</c:v>
                </c:pt>
                <c:pt idx="20878">
                  <c:v>0.24164351851504762</c:v>
                </c:pt>
                <c:pt idx="20879">
                  <c:v>0.24165509259182727</c:v>
                </c:pt>
                <c:pt idx="20880">
                  <c:v>0.24166666666133096</c:v>
                </c:pt>
                <c:pt idx="20881">
                  <c:v>0.24167824073811062</c:v>
                </c:pt>
                <c:pt idx="20882">
                  <c:v>0.24168981481489027</c:v>
                </c:pt>
                <c:pt idx="20883">
                  <c:v>0.24170138888439396</c:v>
                </c:pt>
                <c:pt idx="20884">
                  <c:v>0.24171296296117362</c:v>
                </c:pt>
                <c:pt idx="20885">
                  <c:v>0.24172453703795327</c:v>
                </c:pt>
                <c:pt idx="20886">
                  <c:v>0.24173611110745696</c:v>
                </c:pt>
                <c:pt idx="20887">
                  <c:v>0.24174768518423662</c:v>
                </c:pt>
                <c:pt idx="20888">
                  <c:v>0.24175925925374031</c:v>
                </c:pt>
                <c:pt idx="20889">
                  <c:v>0.24177083333051996</c:v>
                </c:pt>
                <c:pt idx="20890">
                  <c:v>0.24178240740729962</c:v>
                </c:pt>
                <c:pt idx="20891">
                  <c:v>0.24179398147680331</c:v>
                </c:pt>
                <c:pt idx="20892">
                  <c:v>0.24180555555358296</c:v>
                </c:pt>
                <c:pt idx="20893">
                  <c:v>0.24181712963036261</c:v>
                </c:pt>
                <c:pt idx="20894">
                  <c:v>0.24182870369986631</c:v>
                </c:pt>
                <c:pt idx="20895">
                  <c:v>0.24184027777664596</c:v>
                </c:pt>
                <c:pt idx="20896">
                  <c:v>0.24185185184614966</c:v>
                </c:pt>
                <c:pt idx="20897">
                  <c:v>0.24186342592292931</c:v>
                </c:pt>
                <c:pt idx="20898">
                  <c:v>0.24187499999970896</c:v>
                </c:pt>
                <c:pt idx="20899">
                  <c:v>0.24188657406921266</c:v>
                </c:pt>
                <c:pt idx="20900">
                  <c:v>0.24189814814599231</c:v>
                </c:pt>
                <c:pt idx="20901">
                  <c:v>0.24190972222277196</c:v>
                </c:pt>
                <c:pt idx="20902">
                  <c:v>0.24192129629227566</c:v>
                </c:pt>
                <c:pt idx="20903">
                  <c:v>0.24193287036905531</c:v>
                </c:pt>
                <c:pt idx="20904">
                  <c:v>0.241944444438559</c:v>
                </c:pt>
                <c:pt idx="20905">
                  <c:v>0.24195601851533866</c:v>
                </c:pt>
                <c:pt idx="20906">
                  <c:v>0.24196759259211831</c:v>
                </c:pt>
                <c:pt idx="20907">
                  <c:v>0.241979166661622</c:v>
                </c:pt>
                <c:pt idx="20908">
                  <c:v>0.24199074073840166</c:v>
                </c:pt>
                <c:pt idx="20909">
                  <c:v>0.24200231481518131</c:v>
                </c:pt>
                <c:pt idx="20910">
                  <c:v>0.242013888884685</c:v>
                </c:pt>
                <c:pt idx="20911">
                  <c:v>0.24202546296146465</c:v>
                </c:pt>
                <c:pt idx="20912">
                  <c:v>0.24203703703824431</c:v>
                </c:pt>
                <c:pt idx="20913">
                  <c:v>0.242048611107748</c:v>
                </c:pt>
                <c:pt idx="20914">
                  <c:v>0.24206018518452765</c:v>
                </c:pt>
                <c:pt idx="20915">
                  <c:v>0.24207175925403135</c:v>
                </c:pt>
                <c:pt idx="20916">
                  <c:v>0.242083333330811</c:v>
                </c:pt>
                <c:pt idx="20917">
                  <c:v>0.24209490740759065</c:v>
                </c:pt>
                <c:pt idx="20918">
                  <c:v>0.24210648147709435</c:v>
                </c:pt>
                <c:pt idx="20919">
                  <c:v>0.242118055553874</c:v>
                </c:pt>
                <c:pt idx="20920">
                  <c:v>0.24212962963065365</c:v>
                </c:pt>
                <c:pt idx="20921">
                  <c:v>0.24214120370015735</c:v>
                </c:pt>
                <c:pt idx="20922">
                  <c:v>0.242152777776937</c:v>
                </c:pt>
                <c:pt idx="20923">
                  <c:v>0.2421643518464407</c:v>
                </c:pt>
                <c:pt idx="20924">
                  <c:v>0.24217592592322035</c:v>
                </c:pt>
                <c:pt idx="20925">
                  <c:v>0.2421875</c:v>
                </c:pt>
                <c:pt idx="20926">
                  <c:v>0.24219907406950369</c:v>
                </c:pt>
                <c:pt idx="20927">
                  <c:v>0.24221064814628335</c:v>
                </c:pt>
                <c:pt idx="20928">
                  <c:v>0.242222222223063</c:v>
                </c:pt>
                <c:pt idx="20929">
                  <c:v>0.24223379629256669</c:v>
                </c:pt>
                <c:pt idx="20930">
                  <c:v>0.24224537036934635</c:v>
                </c:pt>
                <c:pt idx="20931">
                  <c:v>0.24225694443885004</c:v>
                </c:pt>
                <c:pt idx="20932">
                  <c:v>0.24226851851562969</c:v>
                </c:pt>
                <c:pt idx="20933">
                  <c:v>0.24228009259240935</c:v>
                </c:pt>
                <c:pt idx="20934">
                  <c:v>0.24229166666191304</c:v>
                </c:pt>
                <c:pt idx="20935">
                  <c:v>0.24230324073869269</c:v>
                </c:pt>
                <c:pt idx="20936">
                  <c:v>0.24231481481547235</c:v>
                </c:pt>
                <c:pt idx="20937">
                  <c:v>0.24232638888497604</c:v>
                </c:pt>
                <c:pt idx="20938">
                  <c:v>0.24233796296175569</c:v>
                </c:pt>
                <c:pt idx="20939">
                  <c:v>0.24234953703125939</c:v>
                </c:pt>
                <c:pt idx="20940">
                  <c:v>0.24236111110803904</c:v>
                </c:pt>
                <c:pt idx="20941">
                  <c:v>0.24237268518481869</c:v>
                </c:pt>
                <c:pt idx="20942">
                  <c:v>0.24238425925432239</c:v>
                </c:pt>
                <c:pt idx="20943">
                  <c:v>0.24239583333110204</c:v>
                </c:pt>
                <c:pt idx="20944">
                  <c:v>0.24240740740788169</c:v>
                </c:pt>
                <c:pt idx="20945">
                  <c:v>0.24241898147738539</c:v>
                </c:pt>
                <c:pt idx="20946">
                  <c:v>0.24243055555416504</c:v>
                </c:pt>
                <c:pt idx="20947">
                  <c:v>0.24244212963094469</c:v>
                </c:pt>
                <c:pt idx="20948">
                  <c:v>0.24245370370044839</c:v>
                </c:pt>
                <c:pt idx="20949">
                  <c:v>0.24246527777722804</c:v>
                </c:pt>
                <c:pt idx="20950">
                  <c:v>0.24247685184673173</c:v>
                </c:pt>
                <c:pt idx="20951">
                  <c:v>0.24248842592351139</c:v>
                </c:pt>
                <c:pt idx="20952">
                  <c:v>0.24250000000029104</c:v>
                </c:pt>
                <c:pt idx="20953">
                  <c:v>0.24251157406979473</c:v>
                </c:pt>
                <c:pt idx="20954">
                  <c:v>0.24252314814657439</c:v>
                </c:pt>
                <c:pt idx="20955">
                  <c:v>0.24253472222335404</c:v>
                </c:pt>
                <c:pt idx="20956">
                  <c:v>0.24254629629285773</c:v>
                </c:pt>
                <c:pt idx="20957">
                  <c:v>0.24255787036963739</c:v>
                </c:pt>
                <c:pt idx="20958">
                  <c:v>0.24256944443914108</c:v>
                </c:pt>
                <c:pt idx="20959">
                  <c:v>0.24258101851592073</c:v>
                </c:pt>
                <c:pt idx="20960">
                  <c:v>0.24259259259270038</c:v>
                </c:pt>
                <c:pt idx="20961">
                  <c:v>0.24260416666220408</c:v>
                </c:pt>
                <c:pt idx="20962">
                  <c:v>0.24261574073898373</c:v>
                </c:pt>
                <c:pt idx="20963">
                  <c:v>0.24262731481576338</c:v>
                </c:pt>
                <c:pt idx="20964">
                  <c:v>0.24263888888526708</c:v>
                </c:pt>
                <c:pt idx="20965">
                  <c:v>0.24265046296204673</c:v>
                </c:pt>
                <c:pt idx="20966">
                  <c:v>0.24266203703155043</c:v>
                </c:pt>
                <c:pt idx="20967">
                  <c:v>0.24267361110833008</c:v>
                </c:pt>
                <c:pt idx="20968">
                  <c:v>0.24268518518510973</c:v>
                </c:pt>
                <c:pt idx="20969">
                  <c:v>0.24269675925461343</c:v>
                </c:pt>
                <c:pt idx="20970">
                  <c:v>0.24270833333139308</c:v>
                </c:pt>
                <c:pt idx="20971">
                  <c:v>0.24271990740817273</c:v>
                </c:pt>
                <c:pt idx="20972">
                  <c:v>0.24273148147767643</c:v>
                </c:pt>
                <c:pt idx="20973">
                  <c:v>0.24274305555445608</c:v>
                </c:pt>
                <c:pt idx="20974">
                  <c:v>0.24275462962395977</c:v>
                </c:pt>
                <c:pt idx="20975">
                  <c:v>0.24276620370073942</c:v>
                </c:pt>
                <c:pt idx="20976">
                  <c:v>0.24277777777751908</c:v>
                </c:pt>
                <c:pt idx="20977">
                  <c:v>0.24278935184702277</c:v>
                </c:pt>
                <c:pt idx="20978">
                  <c:v>0.24280092592380242</c:v>
                </c:pt>
                <c:pt idx="20979">
                  <c:v>0.24281250000058208</c:v>
                </c:pt>
                <c:pt idx="20980">
                  <c:v>0.24282407407008577</c:v>
                </c:pt>
                <c:pt idx="20981">
                  <c:v>0.24283564814686542</c:v>
                </c:pt>
                <c:pt idx="20982">
                  <c:v>0.24284722221636912</c:v>
                </c:pt>
                <c:pt idx="20983">
                  <c:v>0.24285879629314877</c:v>
                </c:pt>
                <c:pt idx="20984">
                  <c:v>0.24287037036992842</c:v>
                </c:pt>
                <c:pt idx="20985">
                  <c:v>0.24288194443943212</c:v>
                </c:pt>
                <c:pt idx="20986">
                  <c:v>0.24289351851621177</c:v>
                </c:pt>
                <c:pt idx="20987">
                  <c:v>0.24290509259299142</c:v>
                </c:pt>
                <c:pt idx="20988">
                  <c:v>0.24291666666249512</c:v>
                </c:pt>
                <c:pt idx="20989">
                  <c:v>0.24292824073927477</c:v>
                </c:pt>
                <c:pt idx="20990">
                  <c:v>0.24293981481605442</c:v>
                </c:pt>
                <c:pt idx="20991">
                  <c:v>0.24295138888555812</c:v>
                </c:pt>
                <c:pt idx="20992">
                  <c:v>0.24296296296233777</c:v>
                </c:pt>
                <c:pt idx="20993">
                  <c:v>0.24297453703184146</c:v>
                </c:pt>
                <c:pt idx="20994">
                  <c:v>0.24298611110862112</c:v>
                </c:pt>
                <c:pt idx="20995">
                  <c:v>0.24299768518540077</c:v>
                </c:pt>
                <c:pt idx="20996">
                  <c:v>0.24300925925490446</c:v>
                </c:pt>
                <c:pt idx="20997">
                  <c:v>0.24302083333168412</c:v>
                </c:pt>
                <c:pt idx="20998">
                  <c:v>0.24303240740846377</c:v>
                </c:pt>
                <c:pt idx="20999">
                  <c:v>0.24304398147796746</c:v>
                </c:pt>
                <c:pt idx="21000">
                  <c:v>0.24305555555474712</c:v>
                </c:pt>
                <c:pt idx="21001">
                  <c:v>0.24306712962425081</c:v>
                </c:pt>
                <c:pt idx="21002">
                  <c:v>0.24307870370103046</c:v>
                </c:pt>
                <c:pt idx="21003">
                  <c:v>0.24309027777781012</c:v>
                </c:pt>
                <c:pt idx="21004">
                  <c:v>0.24310185184731381</c:v>
                </c:pt>
                <c:pt idx="21005">
                  <c:v>0.24311342592409346</c:v>
                </c:pt>
                <c:pt idx="21006">
                  <c:v>0.24312500000087311</c:v>
                </c:pt>
                <c:pt idx="21007">
                  <c:v>0.24313657407037681</c:v>
                </c:pt>
                <c:pt idx="21008">
                  <c:v>0.24314814814715646</c:v>
                </c:pt>
                <c:pt idx="21009">
                  <c:v>0.24315972221666016</c:v>
                </c:pt>
                <c:pt idx="21010">
                  <c:v>0.24317129629343981</c:v>
                </c:pt>
                <c:pt idx="21011">
                  <c:v>0.24318287037021946</c:v>
                </c:pt>
                <c:pt idx="21012">
                  <c:v>0.24319444443972316</c:v>
                </c:pt>
                <c:pt idx="21013">
                  <c:v>0.24320601851650281</c:v>
                </c:pt>
                <c:pt idx="21014">
                  <c:v>0.24321759259328246</c:v>
                </c:pt>
                <c:pt idx="21015">
                  <c:v>0.24322916666278616</c:v>
                </c:pt>
                <c:pt idx="21016">
                  <c:v>0.24324074073956581</c:v>
                </c:pt>
                <c:pt idx="21017">
                  <c:v>0.2432523148090695</c:v>
                </c:pt>
                <c:pt idx="21018">
                  <c:v>0.24326388888584916</c:v>
                </c:pt>
                <c:pt idx="21019">
                  <c:v>0.24327546296262881</c:v>
                </c:pt>
                <c:pt idx="21020">
                  <c:v>0.2432870370321325</c:v>
                </c:pt>
                <c:pt idx="21021">
                  <c:v>0.24329861110891216</c:v>
                </c:pt>
                <c:pt idx="21022">
                  <c:v>0.24331018518569181</c:v>
                </c:pt>
                <c:pt idx="21023">
                  <c:v>0.2433217592551955</c:v>
                </c:pt>
                <c:pt idx="21024">
                  <c:v>0.24333333333197515</c:v>
                </c:pt>
                <c:pt idx="21025">
                  <c:v>0.24334490740147885</c:v>
                </c:pt>
                <c:pt idx="21026">
                  <c:v>0.2433564814782585</c:v>
                </c:pt>
                <c:pt idx="21027">
                  <c:v>0.24336805555503815</c:v>
                </c:pt>
                <c:pt idx="21028">
                  <c:v>0.24337962962454185</c:v>
                </c:pt>
                <c:pt idx="21029">
                  <c:v>0.2433912037013215</c:v>
                </c:pt>
                <c:pt idx="21030">
                  <c:v>0.24340277777810115</c:v>
                </c:pt>
                <c:pt idx="21031">
                  <c:v>0.24341435184760485</c:v>
                </c:pt>
                <c:pt idx="21032">
                  <c:v>0.2434259259243845</c:v>
                </c:pt>
                <c:pt idx="21033">
                  <c:v>0.24343750000116415</c:v>
                </c:pt>
                <c:pt idx="21034">
                  <c:v>0.24344907407066785</c:v>
                </c:pt>
                <c:pt idx="21035">
                  <c:v>0.2434606481474475</c:v>
                </c:pt>
                <c:pt idx="21036">
                  <c:v>0.2434722222169512</c:v>
                </c:pt>
                <c:pt idx="21037">
                  <c:v>0.24348379629373085</c:v>
                </c:pt>
                <c:pt idx="21038">
                  <c:v>0.2434953703705105</c:v>
                </c:pt>
                <c:pt idx="21039">
                  <c:v>0.24350694444001419</c:v>
                </c:pt>
                <c:pt idx="21040">
                  <c:v>0.24351851851679385</c:v>
                </c:pt>
                <c:pt idx="21041">
                  <c:v>0.2435300925935735</c:v>
                </c:pt>
                <c:pt idx="21042">
                  <c:v>0.24354166666307719</c:v>
                </c:pt>
                <c:pt idx="21043">
                  <c:v>0.24355324073985685</c:v>
                </c:pt>
                <c:pt idx="21044">
                  <c:v>0.24356481480936054</c:v>
                </c:pt>
                <c:pt idx="21045">
                  <c:v>0.24357638888614019</c:v>
                </c:pt>
                <c:pt idx="21046">
                  <c:v>0.24358796296291985</c:v>
                </c:pt>
                <c:pt idx="21047">
                  <c:v>0.24359953703242354</c:v>
                </c:pt>
                <c:pt idx="21048">
                  <c:v>0.24361111110920319</c:v>
                </c:pt>
                <c:pt idx="21049">
                  <c:v>0.24362268518598285</c:v>
                </c:pt>
                <c:pt idx="21050">
                  <c:v>0.24363425925548654</c:v>
                </c:pt>
                <c:pt idx="21051">
                  <c:v>0.24364583333226619</c:v>
                </c:pt>
                <c:pt idx="21052">
                  <c:v>0.24365740740176989</c:v>
                </c:pt>
                <c:pt idx="21053">
                  <c:v>0.24366898147854954</c:v>
                </c:pt>
                <c:pt idx="21054">
                  <c:v>0.24368055555532919</c:v>
                </c:pt>
                <c:pt idx="21055">
                  <c:v>0.24369212962483289</c:v>
                </c:pt>
                <c:pt idx="21056">
                  <c:v>0.24370370370161254</c:v>
                </c:pt>
                <c:pt idx="21057">
                  <c:v>0.24371527777839219</c:v>
                </c:pt>
                <c:pt idx="21058">
                  <c:v>0.24372685184789589</c:v>
                </c:pt>
                <c:pt idx="21059">
                  <c:v>0.24373842592467554</c:v>
                </c:pt>
                <c:pt idx="21060">
                  <c:v>0.24374999999417923</c:v>
                </c:pt>
                <c:pt idx="21061">
                  <c:v>0.24376157407095889</c:v>
                </c:pt>
                <c:pt idx="21062">
                  <c:v>0.24377314814773854</c:v>
                </c:pt>
                <c:pt idx="21063">
                  <c:v>0.24378472221724223</c:v>
                </c:pt>
                <c:pt idx="21064">
                  <c:v>0.24379629629402189</c:v>
                </c:pt>
                <c:pt idx="21065">
                  <c:v>0.24380787037080154</c:v>
                </c:pt>
                <c:pt idx="21066">
                  <c:v>0.24381944444030523</c:v>
                </c:pt>
                <c:pt idx="21067">
                  <c:v>0.24383101851708489</c:v>
                </c:pt>
                <c:pt idx="21068">
                  <c:v>0.24384259259386454</c:v>
                </c:pt>
                <c:pt idx="21069">
                  <c:v>0.24385416666336823</c:v>
                </c:pt>
                <c:pt idx="21070">
                  <c:v>0.24386574074014788</c:v>
                </c:pt>
                <c:pt idx="21071">
                  <c:v>0.24387731480965158</c:v>
                </c:pt>
                <c:pt idx="21072">
                  <c:v>0.24388888888643123</c:v>
                </c:pt>
                <c:pt idx="21073">
                  <c:v>0.24390046296321088</c:v>
                </c:pt>
                <c:pt idx="21074">
                  <c:v>0.24391203703271458</c:v>
                </c:pt>
                <c:pt idx="21075">
                  <c:v>0.24392361110949423</c:v>
                </c:pt>
                <c:pt idx="21076">
                  <c:v>0.24393518518627388</c:v>
                </c:pt>
                <c:pt idx="21077">
                  <c:v>0.24394675925577758</c:v>
                </c:pt>
                <c:pt idx="21078">
                  <c:v>0.24395833333255723</c:v>
                </c:pt>
                <c:pt idx="21079">
                  <c:v>0.24396990740206093</c:v>
                </c:pt>
                <c:pt idx="21080">
                  <c:v>0.24398148147884058</c:v>
                </c:pt>
                <c:pt idx="21081">
                  <c:v>0.24399305555562023</c:v>
                </c:pt>
                <c:pt idx="21082">
                  <c:v>0.24400462962512393</c:v>
                </c:pt>
                <c:pt idx="21083">
                  <c:v>0.24401620370190358</c:v>
                </c:pt>
                <c:pt idx="21084">
                  <c:v>0.24402777777868323</c:v>
                </c:pt>
                <c:pt idx="21085">
                  <c:v>0.24403935184818693</c:v>
                </c:pt>
                <c:pt idx="21086">
                  <c:v>0.24405092592496658</c:v>
                </c:pt>
                <c:pt idx="21087">
                  <c:v>0.24406249999447027</c:v>
                </c:pt>
                <c:pt idx="21088">
                  <c:v>0.24407407407124992</c:v>
                </c:pt>
                <c:pt idx="21089">
                  <c:v>0.24408564814802958</c:v>
                </c:pt>
                <c:pt idx="21090">
                  <c:v>0.24409722221753327</c:v>
                </c:pt>
                <c:pt idx="21091">
                  <c:v>0.24410879629431292</c:v>
                </c:pt>
                <c:pt idx="21092">
                  <c:v>0.24412037037109258</c:v>
                </c:pt>
                <c:pt idx="21093">
                  <c:v>0.24413194444059627</c:v>
                </c:pt>
                <c:pt idx="21094">
                  <c:v>0.24414351851737592</c:v>
                </c:pt>
                <c:pt idx="21095">
                  <c:v>0.24415509258687962</c:v>
                </c:pt>
                <c:pt idx="21096">
                  <c:v>0.24416666666365927</c:v>
                </c:pt>
                <c:pt idx="21097">
                  <c:v>0.24417824074043892</c:v>
                </c:pt>
                <c:pt idx="21098">
                  <c:v>0.24418981480994262</c:v>
                </c:pt>
                <c:pt idx="21099">
                  <c:v>0.24420138888672227</c:v>
                </c:pt>
                <c:pt idx="21100">
                  <c:v>0.24421296296350192</c:v>
                </c:pt>
                <c:pt idx="21101">
                  <c:v>0.24422453703300562</c:v>
                </c:pt>
                <c:pt idx="21102">
                  <c:v>0.24423611110978527</c:v>
                </c:pt>
                <c:pt idx="21103">
                  <c:v>0.24424768517928896</c:v>
                </c:pt>
                <c:pt idx="21104">
                  <c:v>0.24425925925606862</c:v>
                </c:pt>
                <c:pt idx="21105">
                  <c:v>0.24427083333284827</c:v>
                </c:pt>
                <c:pt idx="21106">
                  <c:v>0.24428240740235196</c:v>
                </c:pt>
                <c:pt idx="21107">
                  <c:v>0.24429398147913162</c:v>
                </c:pt>
                <c:pt idx="21108">
                  <c:v>0.24430555555591127</c:v>
                </c:pt>
                <c:pt idx="21109">
                  <c:v>0.24431712962541496</c:v>
                </c:pt>
                <c:pt idx="21110">
                  <c:v>0.24432870370219462</c:v>
                </c:pt>
                <c:pt idx="21111">
                  <c:v>0.24434027777897427</c:v>
                </c:pt>
                <c:pt idx="21112">
                  <c:v>0.24435185184847796</c:v>
                </c:pt>
                <c:pt idx="21113">
                  <c:v>0.24436342592525762</c:v>
                </c:pt>
                <c:pt idx="21114">
                  <c:v>0.24437499999476131</c:v>
                </c:pt>
                <c:pt idx="21115">
                  <c:v>0.24438657407154096</c:v>
                </c:pt>
                <c:pt idx="21116">
                  <c:v>0.24439814814832062</c:v>
                </c:pt>
                <c:pt idx="21117">
                  <c:v>0.24440972221782431</c:v>
                </c:pt>
                <c:pt idx="21118">
                  <c:v>0.24442129629460396</c:v>
                </c:pt>
                <c:pt idx="21119">
                  <c:v>0.24443287037138361</c:v>
                </c:pt>
                <c:pt idx="21120">
                  <c:v>0.24444444444088731</c:v>
                </c:pt>
                <c:pt idx="21121">
                  <c:v>0.24445601851766696</c:v>
                </c:pt>
                <c:pt idx="21122">
                  <c:v>0.24446759258717066</c:v>
                </c:pt>
                <c:pt idx="21123">
                  <c:v>0.24447916666395031</c:v>
                </c:pt>
                <c:pt idx="21124">
                  <c:v>0.24449074074072996</c:v>
                </c:pt>
                <c:pt idx="21125">
                  <c:v>0.24450231481023366</c:v>
                </c:pt>
                <c:pt idx="21126">
                  <c:v>0.24451388888701331</c:v>
                </c:pt>
                <c:pt idx="21127">
                  <c:v>0.24452546296379296</c:v>
                </c:pt>
                <c:pt idx="21128">
                  <c:v>0.24453703703329666</c:v>
                </c:pt>
                <c:pt idx="21129">
                  <c:v>0.24454861111007631</c:v>
                </c:pt>
                <c:pt idx="21130">
                  <c:v>0.24456018517958</c:v>
                </c:pt>
                <c:pt idx="21131">
                  <c:v>0.24457175925635966</c:v>
                </c:pt>
                <c:pt idx="21132">
                  <c:v>0.24458333333313931</c:v>
                </c:pt>
                <c:pt idx="21133">
                  <c:v>0.244594907402643</c:v>
                </c:pt>
                <c:pt idx="21134">
                  <c:v>0.24460648147942265</c:v>
                </c:pt>
                <c:pt idx="21135">
                  <c:v>0.24461805555620231</c:v>
                </c:pt>
                <c:pt idx="21136">
                  <c:v>0.244629629625706</c:v>
                </c:pt>
                <c:pt idx="21137">
                  <c:v>0.24464120370248565</c:v>
                </c:pt>
                <c:pt idx="21138">
                  <c:v>0.24465277777198935</c:v>
                </c:pt>
                <c:pt idx="21139">
                  <c:v>0.244664351848769</c:v>
                </c:pt>
                <c:pt idx="21140">
                  <c:v>0.24467592592554865</c:v>
                </c:pt>
                <c:pt idx="21141">
                  <c:v>0.24468749999505235</c:v>
                </c:pt>
                <c:pt idx="21142">
                  <c:v>0.244699074071832</c:v>
                </c:pt>
                <c:pt idx="21143">
                  <c:v>0.24471064814861165</c:v>
                </c:pt>
                <c:pt idx="21144">
                  <c:v>0.24472222221811535</c:v>
                </c:pt>
                <c:pt idx="21145">
                  <c:v>0.244733796294895</c:v>
                </c:pt>
                <c:pt idx="21146">
                  <c:v>0.24474537037167465</c:v>
                </c:pt>
                <c:pt idx="21147">
                  <c:v>0.24475694444117835</c:v>
                </c:pt>
                <c:pt idx="21148">
                  <c:v>0.244768518517958</c:v>
                </c:pt>
                <c:pt idx="21149">
                  <c:v>0.2447800925874617</c:v>
                </c:pt>
                <c:pt idx="21150">
                  <c:v>0.24479166666424135</c:v>
                </c:pt>
                <c:pt idx="21151">
                  <c:v>0.244803240741021</c:v>
                </c:pt>
                <c:pt idx="21152">
                  <c:v>0.24481481481052469</c:v>
                </c:pt>
                <c:pt idx="21153">
                  <c:v>0.24482638888730435</c:v>
                </c:pt>
                <c:pt idx="21154">
                  <c:v>0.244837962964084</c:v>
                </c:pt>
                <c:pt idx="21155">
                  <c:v>0.24484953703358769</c:v>
                </c:pt>
                <c:pt idx="21156">
                  <c:v>0.24486111111036735</c:v>
                </c:pt>
                <c:pt idx="21157">
                  <c:v>0.24487268517987104</c:v>
                </c:pt>
                <c:pt idx="21158">
                  <c:v>0.24488425925665069</c:v>
                </c:pt>
                <c:pt idx="21159">
                  <c:v>0.24489583333343035</c:v>
                </c:pt>
                <c:pt idx="21160">
                  <c:v>0.24490740740293404</c:v>
                </c:pt>
                <c:pt idx="21161">
                  <c:v>0.24491898147971369</c:v>
                </c:pt>
                <c:pt idx="21162">
                  <c:v>0.24493055555649335</c:v>
                </c:pt>
                <c:pt idx="21163">
                  <c:v>0.24494212962599704</c:v>
                </c:pt>
                <c:pt idx="21164">
                  <c:v>0.24495370370277669</c:v>
                </c:pt>
                <c:pt idx="21165">
                  <c:v>0.24496527777228039</c:v>
                </c:pt>
                <c:pt idx="21166">
                  <c:v>0.24497685184906004</c:v>
                </c:pt>
                <c:pt idx="21167">
                  <c:v>0.24498842592583969</c:v>
                </c:pt>
                <c:pt idx="21168">
                  <c:v>0.24499999999534339</c:v>
                </c:pt>
                <c:pt idx="21169">
                  <c:v>0.24501157407212304</c:v>
                </c:pt>
                <c:pt idx="21170">
                  <c:v>0.24502314814890269</c:v>
                </c:pt>
                <c:pt idx="21171">
                  <c:v>0.24503472221840639</c:v>
                </c:pt>
                <c:pt idx="21172">
                  <c:v>0.24504629629518604</c:v>
                </c:pt>
                <c:pt idx="21173">
                  <c:v>0.24505787036468973</c:v>
                </c:pt>
                <c:pt idx="21174">
                  <c:v>0.24506944444146939</c:v>
                </c:pt>
                <c:pt idx="21175">
                  <c:v>0.24508101851824904</c:v>
                </c:pt>
                <c:pt idx="21176">
                  <c:v>0.24509259258775273</c:v>
                </c:pt>
                <c:pt idx="21177">
                  <c:v>0.24510416666453239</c:v>
                </c:pt>
                <c:pt idx="21178">
                  <c:v>0.24511574074131204</c:v>
                </c:pt>
                <c:pt idx="21179">
                  <c:v>0.24512731481081573</c:v>
                </c:pt>
                <c:pt idx="21180">
                  <c:v>0.24513888888759539</c:v>
                </c:pt>
                <c:pt idx="21181">
                  <c:v>0.24515046295709908</c:v>
                </c:pt>
                <c:pt idx="21182">
                  <c:v>0.24516203703387873</c:v>
                </c:pt>
                <c:pt idx="21183">
                  <c:v>0.24517361111065838</c:v>
                </c:pt>
                <c:pt idx="21184">
                  <c:v>0.24518518518016208</c:v>
                </c:pt>
                <c:pt idx="21185">
                  <c:v>0.24519675925694173</c:v>
                </c:pt>
                <c:pt idx="21186">
                  <c:v>0.24520833333372138</c:v>
                </c:pt>
                <c:pt idx="21187">
                  <c:v>0.24521990740322508</c:v>
                </c:pt>
                <c:pt idx="21188">
                  <c:v>0.24523148148000473</c:v>
                </c:pt>
                <c:pt idx="21189">
                  <c:v>0.24524305555678438</c:v>
                </c:pt>
                <c:pt idx="21190">
                  <c:v>0.24525462962628808</c:v>
                </c:pt>
                <c:pt idx="21191">
                  <c:v>0.24526620370306773</c:v>
                </c:pt>
                <c:pt idx="21192">
                  <c:v>0.24527777777257143</c:v>
                </c:pt>
                <c:pt idx="21193">
                  <c:v>0.24528935184935108</c:v>
                </c:pt>
                <c:pt idx="21194">
                  <c:v>0.24530092592613073</c:v>
                </c:pt>
                <c:pt idx="21195">
                  <c:v>0.24531249999563443</c:v>
                </c:pt>
                <c:pt idx="21196">
                  <c:v>0.24532407407241408</c:v>
                </c:pt>
                <c:pt idx="21197">
                  <c:v>0.24533564814919373</c:v>
                </c:pt>
                <c:pt idx="21198">
                  <c:v>0.24534722221869742</c:v>
                </c:pt>
                <c:pt idx="21199">
                  <c:v>0.24535879629547708</c:v>
                </c:pt>
                <c:pt idx="21200">
                  <c:v>0.24537037036498077</c:v>
                </c:pt>
                <c:pt idx="21201">
                  <c:v>0.24538194444176042</c:v>
                </c:pt>
                <c:pt idx="21202">
                  <c:v>0.24539351851854008</c:v>
                </c:pt>
                <c:pt idx="21203">
                  <c:v>0.24540509258804377</c:v>
                </c:pt>
                <c:pt idx="21204">
                  <c:v>0.24541666666482342</c:v>
                </c:pt>
                <c:pt idx="21205">
                  <c:v>0.24542824074160308</c:v>
                </c:pt>
                <c:pt idx="21206">
                  <c:v>0.24543981481110677</c:v>
                </c:pt>
                <c:pt idx="21207">
                  <c:v>0.24545138888788642</c:v>
                </c:pt>
                <c:pt idx="21208">
                  <c:v>0.24546296295739012</c:v>
                </c:pt>
                <c:pt idx="21209">
                  <c:v>0.24547453703416977</c:v>
                </c:pt>
                <c:pt idx="21210">
                  <c:v>0.24548611111094942</c:v>
                </c:pt>
                <c:pt idx="21211">
                  <c:v>0.24549768518045312</c:v>
                </c:pt>
                <c:pt idx="21212">
                  <c:v>0.24550925925723277</c:v>
                </c:pt>
                <c:pt idx="21213">
                  <c:v>0.24552083333401242</c:v>
                </c:pt>
                <c:pt idx="21214">
                  <c:v>0.24553240740351612</c:v>
                </c:pt>
                <c:pt idx="21215">
                  <c:v>0.24554398148029577</c:v>
                </c:pt>
                <c:pt idx="21216">
                  <c:v>0.24555555554979946</c:v>
                </c:pt>
                <c:pt idx="21217">
                  <c:v>0.24556712962657912</c:v>
                </c:pt>
                <c:pt idx="21218">
                  <c:v>0.24557870370335877</c:v>
                </c:pt>
                <c:pt idx="21219">
                  <c:v>0.24559027777286246</c:v>
                </c:pt>
                <c:pt idx="21220">
                  <c:v>0.24560185184964212</c:v>
                </c:pt>
                <c:pt idx="21221">
                  <c:v>0.24561342592642177</c:v>
                </c:pt>
                <c:pt idx="21222">
                  <c:v>0.24562499999592546</c:v>
                </c:pt>
                <c:pt idx="21223">
                  <c:v>0.24563657407270512</c:v>
                </c:pt>
                <c:pt idx="21224">
                  <c:v>0.24564814814948477</c:v>
                </c:pt>
                <c:pt idx="21225">
                  <c:v>0.24565972221898846</c:v>
                </c:pt>
                <c:pt idx="21226">
                  <c:v>0.24567129629576812</c:v>
                </c:pt>
                <c:pt idx="21227">
                  <c:v>0.24568287036527181</c:v>
                </c:pt>
                <c:pt idx="21228">
                  <c:v>0.24569444444205146</c:v>
                </c:pt>
                <c:pt idx="21229">
                  <c:v>0.24570601851883112</c:v>
                </c:pt>
                <c:pt idx="21230">
                  <c:v>0.24571759258833481</c:v>
                </c:pt>
                <c:pt idx="21231">
                  <c:v>0.24572916666511446</c:v>
                </c:pt>
                <c:pt idx="21232">
                  <c:v>0.24574074074189411</c:v>
                </c:pt>
                <c:pt idx="21233">
                  <c:v>0.24575231481139781</c:v>
                </c:pt>
                <c:pt idx="21234">
                  <c:v>0.24576388888817746</c:v>
                </c:pt>
                <c:pt idx="21235">
                  <c:v>0.24577546295768116</c:v>
                </c:pt>
                <c:pt idx="21236">
                  <c:v>0.24578703703446081</c:v>
                </c:pt>
                <c:pt idx="21237">
                  <c:v>0.24579861111124046</c:v>
                </c:pt>
                <c:pt idx="21238">
                  <c:v>0.24581018518074416</c:v>
                </c:pt>
                <c:pt idx="21239">
                  <c:v>0.24582175925752381</c:v>
                </c:pt>
                <c:pt idx="21240">
                  <c:v>0.24583333333430346</c:v>
                </c:pt>
                <c:pt idx="21241">
                  <c:v>0.24584490740380716</c:v>
                </c:pt>
                <c:pt idx="21242">
                  <c:v>0.24585648148058681</c:v>
                </c:pt>
                <c:pt idx="21243">
                  <c:v>0.2458680555500905</c:v>
                </c:pt>
                <c:pt idx="21244">
                  <c:v>0.24587962962687016</c:v>
                </c:pt>
                <c:pt idx="21245">
                  <c:v>0.24589120370364981</c:v>
                </c:pt>
                <c:pt idx="21246">
                  <c:v>0.2459027777731535</c:v>
                </c:pt>
                <c:pt idx="21247">
                  <c:v>0.24591435184993315</c:v>
                </c:pt>
                <c:pt idx="21248">
                  <c:v>0.24592592592671281</c:v>
                </c:pt>
                <c:pt idx="21249">
                  <c:v>0.2459374999962165</c:v>
                </c:pt>
                <c:pt idx="21250">
                  <c:v>0.24594907407299615</c:v>
                </c:pt>
                <c:pt idx="21251">
                  <c:v>0.24596064814249985</c:v>
                </c:pt>
                <c:pt idx="21252">
                  <c:v>0.2459722222192795</c:v>
                </c:pt>
                <c:pt idx="21253">
                  <c:v>0.24598379629605915</c:v>
                </c:pt>
                <c:pt idx="21254">
                  <c:v>0.24599537036556285</c:v>
                </c:pt>
                <c:pt idx="21255">
                  <c:v>0.2460069444423425</c:v>
                </c:pt>
                <c:pt idx="21256">
                  <c:v>0.24601851851912215</c:v>
                </c:pt>
                <c:pt idx="21257">
                  <c:v>0.24603009258862585</c:v>
                </c:pt>
                <c:pt idx="21258">
                  <c:v>0.2460416666654055</c:v>
                </c:pt>
                <c:pt idx="21259">
                  <c:v>0.2460532407349092</c:v>
                </c:pt>
                <c:pt idx="21260">
                  <c:v>0.24606481481168885</c:v>
                </c:pt>
                <c:pt idx="21261">
                  <c:v>0.2460763888884685</c:v>
                </c:pt>
                <c:pt idx="21262">
                  <c:v>0.24608796295797219</c:v>
                </c:pt>
                <c:pt idx="21263">
                  <c:v>0.24609953703475185</c:v>
                </c:pt>
                <c:pt idx="21264">
                  <c:v>0.2461111111115315</c:v>
                </c:pt>
                <c:pt idx="21265">
                  <c:v>0.24612268518103519</c:v>
                </c:pt>
                <c:pt idx="21266">
                  <c:v>0.24613425925781485</c:v>
                </c:pt>
                <c:pt idx="21267">
                  <c:v>0.2461458333345945</c:v>
                </c:pt>
                <c:pt idx="21268">
                  <c:v>0.24615740740409819</c:v>
                </c:pt>
                <c:pt idx="21269">
                  <c:v>0.24616898148087785</c:v>
                </c:pt>
                <c:pt idx="21270">
                  <c:v>0.24618055555038154</c:v>
                </c:pt>
                <c:pt idx="21271">
                  <c:v>0.24619212962716119</c:v>
                </c:pt>
                <c:pt idx="21272">
                  <c:v>0.24620370370394085</c:v>
                </c:pt>
                <c:pt idx="21273">
                  <c:v>0.24621527777344454</c:v>
                </c:pt>
                <c:pt idx="21274">
                  <c:v>0.24622685185022419</c:v>
                </c:pt>
                <c:pt idx="21275">
                  <c:v>0.24623842592700385</c:v>
                </c:pt>
                <c:pt idx="21276">
                  <c:v>0.24624999999650754</c:v>
                </c:pt>
                <c:pt idx="21277">
                  <c:v>0.24626157407328719</c:v>
                </c:pt>
                <c:pt idx="21278">
                  <c:v>0.24627314814279089</c:v>
                </c:pt>
                <c:pt idx="21279">
                  <c:v>0.24628472221957054</c:v>
                </c:pt>
                <c:pt idx="21280">
                  <c:v>0.24629629629635019</c:v>
                </c:pt>
                <c:pt idx="21281">
                  <c:v>0.24630787036585389</c:v>
                </c:pt>
                <c:pt idx="21282">
                  <c:v>0.24631944444263354</c:v>
                </c:pt>
                <c:pt idx="21283">
                  <c:v>0.24633101851941319</c:v>
                </c:pt>
                <c:pt idx="21284">
                  <c:v>0.24634259258891689</c:v>
                </c:pt>
                <c:pt idx="21285">
                  <c:v>0.24635416666569654</c:v>
                </c:pt>
                <c:pt idx="21286">
                  <c:v>0.24636574073520023</c:v>
                </c:pt>
                <c:pt idx="21287">
                  <c:v>0.24637731481197989</c:v>
                </c:pt>
                <c:pt idx="21288">
                  <c:v>0.24638888888875954</c:v>
                </c:pt>
                <c:pt idx="21289">
                  <c:v>0.24640046295826323</c:v>
                </c:pt>
                <c:pt idx="21290">
                  <c:v>0.24641203703504289</c:v>
                </c:pt>
                <c:pt idx="21291">
                  <c:v>0.24642361111182254</c:v>
                </c:pt>
                <c:pt idx="21292">
                  <c:v>0.24643518518132623</c:v>
                </c:pt>
                <c:pt idx="21293">
                  <c:v>0.24644675925810589</c:v>
                </c:pt>
                <c:pt idx="21294">
                  <c:v>0.24645833332760958</c:v>
                </c:pt>
                <c:pt idx="21295">
                  <c:v>0.24646990740438923</c:v>
                </c:pt>
                <c:pt idx="21296">
                  <c:v>0.24648148148116888</c:v>
                </c:pt>
                <c:pt idx="21297">
                  <c:v>0.24649305555067258</c:v>
                </c:pt>
                <c:pt idx="21298">
                  <c:v>0.24650462962745223</c:v>
                </c:pt>
                <c:pt idx="21299">
                  <c:v>0.24651620370423188</c:v>
                </c:pt>
                <c:pt idx="21300">
                  <c:v>0.24652777777373558</c:v>
                </c:pt>
                <c:pt idx="21301">
                  <c:v>0.24653935185051523</c:v>
                </c:pt>
                <c:pt idx="21302">
                  <c:v>0.24655092592001893</c:v>
                </c:pt>
                <c:pt idx="21303">
                  <c:v>0.24656249999679858</c:v>
                </c:pt>
                <c:pt idx="21304">
                  <c:v>0.24657407407357823</c:v>
                </c:pt>
                <c:pt idx="21305">
                  <c:v>0.24658564814308193</c:v>
                </c:pt>
                <c:pt idx="21306">
                  <c:v>0.24659722221986158</c:v>
                </c:pt>
                <c:pt idx="21307">
                  <c:v>0.24660879629664123</c:v>
                </c:pt>
                <c:pt idx="21308">
                  <c:v>0.24662037036614493</c:v>
                </c:pt>
                <c:pt idx="21309">
                  <c:v>0.24663194444292458</c:v>
                </c:pt>
                <c:pt idx="21310">
                  <c:v>0.24664351851970423</c:v>
                </c:pt>
                <c:pt idx="21311">
                  <c:v>0.24665509258920792</c:v>
                </c:pt>
                <c:pt idx="21312">
                  <c:v>0.24666666666598758</c:v>
                </c:pt>
                <c:pt idx="21313">
                  <c:v>0.24667824073549127</c:v>
                </c:pt>
                <c:pt idx="21314">
                  <c:v>0.24668981481227092</c:v>
                </c:pt>
                <c:pt idx="21315">
                  <c:v>0.24670138888905058</c:v>
                </c:pt>
                <c:pt idx="21316">
                  <c:v>0.24671296295855427</c:v>
                </c:pt>
                <c:pt idx="21317">
                  <c:v>0.24672453703533392</c:v>
                </c:pt>
                <c:pt idx="21318">
                  <c:v>0.24673611111211358</c:v>
                </c:pt>
                <c:pt idx="21319">
                  <c:v>0.24674768518161727</c:v>
                </c:pt>
                <c:pt idx="21320">
                  <c:v>0.24675925925839692</c:v>
                </c:pt>
                <c:pt idx="21321">
                  <c:v>0.24677083332790062</c:v>
                </c:pt>
                <c:pt idx="21322">
                  <c:v>0.24678240740468027</c:v>
                </c:pt>
                <c:pt idx="21323">
                  <c:v>0.24679398148145992</c:v>
                </c:pt>
                <c:pt idx="21324">
                  <c:v>0.24680555555096362</c:v>
                </c:pt>
                <c:pt idx="21325">
                  <c:v>0.24681712962774327</c:v>
                </c:pt>
                <c:pt idx="21326">
                  <c:v>0.24682870370452292</c:v>
                </c:pt>
                <c:pt idx="21327">
                  <c:v>0.24684027777402662</c:v>
                </c:pt>
                <c:pt idx="21328">
                  <c:v>0.24685185185080627</c:v>
                </c:pt>
                <c:pt idx="21329">
                  <c:v>0.24686342592030996</c:v>
                </c:pt>
                <c:pt idx="21330">
                  <c:v>0.24687499999708962</c:v>
                </c:pt>
                <c:pt idx="21331">
                  <c:v>0.24688657407386927</c:v>
                </c:pt>
                <c:pt idx="21332">
                  <c:v>0.24689814814337296</c:v>
                </c:pt>
                <c:pt idx="21333">
                  <c:v>0.24690972222015262</c:v>
                </c:pt>
                <c:pt idx="21334">
                  <c:v>0.24692129629693227</c:v>
                </c:pt>
                <c:pt idx="21335">
                  <c:v>0.24693287036643596</c:v>
                </c:pt>
                <c:pt idx="21336">
                  <c:v>0.24694444444321562</c:v>
                </c:pt>
                <c:pt idx="21337">
                  <c:v>0.24695601851271931</c:v>
                </c:pt>
                <c:pt idx="21338">
                  <c:v>0.24696759258949896</c:v>
                </c:pt>
                <c:pt idx="21339">
                  <c:v>0.24697916666627862</c:v>
                </c:pt>
                <c:pt idx="21340">
                  <c:v>0.24699074073578231</c:v>
                </c:pt>
                <c:pt idx="21341">
                  <c:v>0.24700231481256196</c:v>
                </c:pt>
                <c:pt idx="21342">
                  <c:v>0.24701388888934162</c:v>
                </c:pt>
                <c:pt idx="21343">
                  <c:v>0.24702546295884531</c:v>
                </c:pt>
                <c:pt idx="21344">
                  <c:v>0.24703703703562496</c:v>
                </c:pt>
                <c:pt idx="21345">
                  <c:v>0.24704861111240461</c:v>
                </c:pt>
                <c:pt idx="21346">
                  <c:v>0.24706018518190831</c:v>
                </c:pt>
                <c:pt idx="21347">
                  <c:v>0.24707175925868796</c:v>
                </c:pt>
                <c:pt idx="21348">
                  <c:v>0.24708333332819166</c:v>
                </c:pt>
                <c:pt idx="21349">
                  <c:v>0.24709490740497131</c:v>
                </c:pt>
                <c:pt idx="21350">
                  <c:v>0.24710648148175096</c:v>
                </c:pt>
                <c:pt idx="21351">
                  <c:v>0.24711805555125466</c:v>
                </c:pt>
                <c:pt idx="21352">
                  <c:v>0.24712962962803431</c:v>
                </c:pt>
                <c:pt idx="21353">
                  <c:v>0.24714120370481396</c:v>
                </c:pt>
                <c:pt idx="21354">
                  <c:v>0.24715277777431766</c:v>
                </c:pt>
                <c:pt idx="21355">
                  <c:v>0.24716435185109731</c:v>
                </c:pt>
                <c:pt idx="21356">
                  <c:v>0.247175925920601</c:v>
                </c:pt>
                <c:pt idx="21357">
                  <c:v>0.24718749999738066</c:v>
                </c:pt>
                <c:pt idx="21358">
                  <c:v>0.24719907407416031</c:v>
                </c:pt>
                <c:pt idx="21359">
                  <c:v>0.247210648143664</c:v>
                </c:pt>
                <c:pt idx="21360">
                  <c:v>0.24722222222044365</c:v>
                </c:pt>
                <c:pt idx="21361">
                  <c:v>0.24723379629722331</c:v>
                </c:pt>
                <c:pt idx="21362">
                  <c:v>0.247245370366727</c:v>
                </c:pt>
                <c:pt idx="21363">
                  <c:v>0.24725694444350665</c:v>
                </c:pt>
                <c:pt idx="21364">
                  <c:v>0.24726851851301035</c:v>
                </c:pt>
                <c:pt idx="21365">
                  <c:v>0.24728009258979</c:v>
                </c:pt>
                <c:pt idx="21366">
                  <c:v>0.24729166666656965</c:v>
                </c:pt>
                <c:pt idx="21367">
                  <c:v>0.24730324073607335</c:v>
                </c:pt>
                <c:pt idx="21368">
                  <c:v>0.247314814812853</c:v>
                </c:pt>
                <c:pt idx="21369">
                  <c:v>0.24732638888963265</c:v>
                </c:pt>
                <c:pt idx="21370">
                  <c:v>0.24733796295913635</c:v>
                </c:pt>
                <c:pt idx="21371">
                  <c:v>0.247349537035916</c:v>
                </c:pt>
                <c:pt idx="21372">
                  <c:v>0.2473611111054197</c:v>
                </c:pt>
                <c:pt idx="21373">
                  <c:v>0.24737268518219935</c:v>
                </c:pt>
                <c:pt idx="21374">
                  <c:v>0.247384259258979</c:v>
                </c:pt>
                <c:pt idx="21375">
                  <c:v>0.24739583332848269</c:v>
                </c:pt>
                <c:pt idx="21376">
                  <c:v>0.24740740740526235</c:v>
                </c:pt>
                <c:pt idx="21377">
                  <c:v>0.247418981482042</c:v>
                </c:pt>
                <c:pt idx="21378">
                  <c:v>0.24743055555154569</c:v>
                </c:pt>
                <c:pt idx="21379">
                  <c:v>0.24744212962832535</c:v>
                </c:pt>
                <c:pt idx="21380">
                  <c:v>0.24745370369782904</c:v>
                </c:pt>
                <c:pt idx="21381">
                  <c:v>0.24746527777460869</c:v>
                </c:pt>
                <c:pt idx="21382">
                  <c:v>0.24747685185138835</c:v>
                </c:pt>
                <c:pt idx="21383">
                  <c:v>0.24748842592089204</c:v>
                </c:pt>
                <c:pt idx="21384">
                  <c:v>0.24749999999767169</c:v>
                </c:pt>
                <c:pt idx="21385">
                  <c:v>0.24751157407445135</c:v>
                </c:pt>
                <c:pt idx="21386">
                  <c:v>0.24752314814395504</c:v>
                </c:pt>
                <c:pt idx="21387">
                  <c:v>0.24753472222073469</c:v>
                </c:pt>
                <c:pt idx="21388">
                  <c:v>0.24754629629751435</c:v>
                </c:pt>
                <c:pt idx="21389">
                  <c:v>0.24755787036701804</c:v>
                </c:pt>
                <c:pt idx="21390">
                  <c:v>0.24756944444379769</c:v>
                </c:pt>
                <c:pt idx="21391">
                  <c:v>0.24758101851330139</c:v>
                </c:pt>
                <c:pt idx="21392">
                  <c:v>0.24759259259008104</c:v>
                </c:pt>
                <c:pt idx="21393">
                  <c:v>0.24760416666686069</c:v>
                </c:pt>
                <c:pt idx="21394">
                  <c:v>0.24761574073636439</c:v>
                </c:pt>
                <c:pt idx="21395">
                  <c:v>0.24762731481314404</c:v>
                </c:pt>
                <c:pt idx="21396">
                  <c:v>0.24763888888992369</c:v>
                </c:pt>
                <c:pt idx="21397">
                  <c:v>0.24765046295942739</c:v>
                </c:pt>
                <c:pt idx="21398">
                  <c:v>0.24766203703620704</c:v>
                </c:pt>
                <c:pt idx="21399">
                  <c:v>0.24767361110571073</c:v>
                </c:pt>
                <c:pt idx="21400">
                  <c:v>0.24768518518249039</c:v>
                </c:pt>
                <c:pt idx="21401">
                  <c:v>0.24769675925927004</c:v>
                </c:pt>
                <c:pt idx="21402">
                  <c:v>0.24770833332877373</c:v>
                </c:pt>
                <c:pt idx="21403">
                  <c:v>0.24771990740555339</c:v>
                </c:pt>
                <c:pt idx="21404">
                  <c:v>0.24773148148233304</c:v>
                </c:pt>
                <c:pt idx="21405">
                  <c:v>0.24774305555183673</c:v>
                </c:pt>
                <c:pt idx="21406">
                  <c:v>0.24775462962861639</c:v>
                </c:pt>
                <c:pt idx="21407">
                  <c:v>0.24776620369812008</c:v>
                </c:pt>
                <c:pt idx="21408">
                  <c:v>0.24777777777489973</c:v>
                </c:pt>
                <c:pt idx="21409">
                  <c:v>0.24778935185167938</c:v>
                </c:pt>
                <c:pt idx="21410">
                  <c:v>0.24780092592118308</c:v>
                </c:pt>
                <c:pt idx="21411">
                  <c:v>0.24781249999796273</c:v>
                </c:pt>
                <c:pt idx="21412">
                  <c:v>0.24782407407474238</c:v>
                </c:pt>
                <c:pt idx="21413">
                  <c:v>0.24783564814424608</c:v>
                </c:pt>
                <c:pt idx="21414">
                  <c:v>0.24784722222102573</c:v>
                </c:pt>
                <c:pt idx="21415">
                  <c:v>0.24785879629052943</c:v>
                </c:pt>
                <c:pt idx="21416">
                  <c:v>0.24787037036730908</c:v>
                </c:pt>
                <c:pt idx="21417">
                  <c:v>0.24788194444408873</c:v>
                </c:pt>
                <c:pt idx="21418">
                  <c:v>0.24789351851359243</c:v>
                </c:pt>
                <c:pt idx="21419">
                  <c:v>0.24790509259037208</c:v>
                </c:pt>
                <c:pt idx="21420">
                  <c:v>0.24791666666715173</c:v>
                </c:pt>
                <c:pt idx="21421">
                  <c:v>0.24792824073665543</c:v>
                </c:pt>
                <c:pt idx="21422">
                  <c:v>0.24793981481343508</c:v>
                </c:pt>
                <c:pt idx="21423">
                  <c:v>0.24795138889021473</c:v>
                </c:pt>
                <c:pt idx="21424">
                  <c:v>0.24796296295971842</c:v>
                </c:pt>
                <c:pt idx="21425">
                  <c:v>0.24797453703649808</c:v>
                </c:pt>
                <c:pt idx="21426">
                  <c:v>0.24798611110600177</c:v>
                </c:pt>
                <c:pt idx="21427">
                  <c:v>0.24799768518278142</c:v>
                </c:pt>
                <c:pt idx="21428">
                  <c:v>0.24800925925956108</c:v>
                </c:pt>
                <c:pt idx="21429">
                  <c:v>0.24802083332906477</c:v>
                </c:pt>
                <c:pt idx="21430">
                  <c:v>0.24803240740584442</c:v>
                </c:pt>
                <c:pt idx="21431">
                  <c:v>0.24804398148262408</c:v>
                </c:pt>
                <c:pt idx="21432">
                  <c:v>0.24805555555212777</c:v>
                </c:pt>
                <c:pt idx="21433">
                  <c:v>0.24806712962890742</c:v>
                </c:pt>
                <c:pt idx="21434">
                  <c:v>0.24807870369841112</c:v>
                </c:pt>
                <c:pt idx="21435">
                  <c:v>0.24809027777519077</c:v>
                </c:pt>
                <c:pt idx="21436">
                  <c:v>0.24810185185197042</c:v>
                </c:pt>
                <c:pt idx="21437">
                  <c:v>0.24811342592147412</c:v>
                </c:pt>
                <c:pt idx="21438">
                  <c:v>0.24812499999825377</c:v>
                </c:pt>
                <c:pt idx="21439">
                  <c:v>0.24813657407503342</c:v>
                </c:pt>
                <c:pt idx="21440">
                  <c:v>0.24814814814453712</c:v>
                </c:pt>
                <c:pt idx="21441">
                  <c:v>0.24815972222131677</c:v>
                </c:pt>
                <c:pt idx="21442">
                  <c:v>0.24817129629082046</c:v>
                </c:pt>
                <c:pt idx="21443">
                  <c:v>0.24818287036760012</c:v>
                </c:pt>
                <c:pt idx="21444">
                  <c:v>0.24819444444437977</c:v>
                </c:pt>
                <c:pt idx="21445">
                  <c:v>0.24820601851388346</c:v>
                </c:pt>
                <c:pt idx="21446">
                  <c:v>0.24821759259066312</c:v>
                </c:pt>
                <c:pt idx="21447">
                  <c:v>0.24822916666744277</c:v>
                </c:pt>
                <c:pt idx="21448">
                  <c:v>0.24824074073694646</c:v>
                </c:pt>
                <c:pt idx="21449">
                  <c:v>0.24825231481372612</c:v>
                </c:pt>
                <c:pt idx="21450">
                  <c:v>0.24826388888322981</c:v>
                </c:pt>
                <c:pt idx="21451">
                  <c:v>0.24827546296000946</c:v>
                </c:pt>
                <c:pt idx="21452">
                  <c:v>0.24828703703678912</c:v>
                </c:pt>
                <c:pt idx="21453">
                  <c:v>0.24829861110629281</c:v>
                </c:pt>
                <c:pt idx="21454">
                  <c:v>0.24831018518307246</c:v>
                </c:pt>
                <c:pt idx="21455">
                  <c:v>0.24832175925985212</c:v>
                </c:pt>
                <c:pt idx="21456">
                  <c:v>0.24833333332935581</c:v>
                </c:pt>
                <c:pt idx="21457">
                  <c:v>0.24834490740613546</c:v>
                </c:pt>
                <c:pt idx="21458">
                  <c:v>0.24835648147563916</c:v>
                </c:pt>
                <c:pt idx="21459">
                  <c:v>0.24836805555241881</c:v>
                </c:pt>
                <c:pt idx="21460">
                  <c:v>0.24837962962919846</c:v>
                </c:pt>
                <c:pt idx="21461">
                  <c:v>0.24839120369870216</c:v>
                </c:pt>
                <c:pt idx="21462">
                  <c:v>0.24840277777548181</c:v>
                </c:pt>
                <c:pt idx="21463">
                  <c:v>0.24841435185226146</c:v>
                </c:pt>
                <c:pt idx="21464">
                  <c:v>0.24842592592176516</c:v>
                </c:pt>
                <c:pt idx="21465">
                  <c:v>0.24843749999854481</c:v>
                </c:pt>
                <c:pt idx="21466">
                  <c:v>0.24844907407532446</c:v>
                </c:pt>
                <c:pt idx="21467">
                  <c:v>0.24846064814482816</c:v>
                </c:pt>
                <c:pt idx="21468">
                  <c:v>0.24847222222160781</c:v>
                </c:pt>
                <c:pt idx="21469">
                  <c:v>0.2484837962911115</c:v>
                </c:pt>
                <c:pt idx="21470">
                  <c:v>0.24849537036789116</c:v>
                </c:pt>
                <c:pt idx="21471">
                  <c:v>0.24850694444467081</c:v>
                </c:pt>
                <c:pt idx="21472">
                  <c:v>0.2485185185141745</c:v>
                </c:pt>
                <c:pt idx="21473">
                  <c:v>0.24853009259095415</c:v>
                </c:pt>
                <c:pt idx="21474">
                  <c:v>0.24854166666773381</c:v>
                </c:pt>
                <c:pt idx="21475">
                  <c:v>0.2485532407372375</c:v>
                </c:pt>
                <c:pt idx="21476">
                  <c:v>0.24856481481401715</c:v>
                </c:pt>
                <c:pt idx="21477">
                  <c:v>0.24857638888352085</c:v>
                </c:pt>
                <c:pt idx="21478">
                  <c:v>0.2485879629603005</c:v>
                </c:pt>
                <c:pt idx="21479">
                  <c:v>0.24859953703708015</c:v>
                </c:pt>
                <c:pt idx="21480">
                  <c:v>0.24861111110658385</c:v>
                </c:pt>
                <c:pt idx="21481">
                  <c:v>0.2486226851833635</c:v>
                </c:pt>
                <c:pt idx="21482">
                  <c:v>0.24863425926014315</c:v>
                </c:pt>
                <c:pt idx="21483">
                  <c:v>0.24864583332964685</c:v>
                </c:pt>
                <c:pt idx="21484">
                  <c:v>0.2486574074064265</c:v>
                </c:pt>
                <c:pt idx="21485">
                  <c:v>0.2486689814759302</c:v>
                </c:pt>
                <c:pt idx="21486">
                  <c:v>0.24868055555270985</c:v>
                </c:pt>
                <c:pt idx="21487">
                  <c:v>0.2486921296294895</c:v>
                </c:pt>
                <c:pt idx="21488">
                  <c:v>0.24870370369899319</c:v>
                </c:pt>
                <c:pt idx="21489">
                  <c:v>0.24871527777577285</c:v>
                </c:pt>
                <c:pt idx="21490">
                  <c:v>0.2487268518525525</c:v>
                </c:pt>
                <c:pt idx="21491">
                  <c:v>0.24873842592205619</c:v>
                </c:pt>
                <c:pt idx="21492">
                  <c:v>0.24874999999883585</c:v>
                </c:pt>
                <c:pt idx="21493">
                  <c:v>0.24876157406833954</c:v>
                </c:pt>
                <c:pt idx="21494">
                  <c:v>0.24877314814511919</c:v>
                </c:pt>
                <c:pt idx="21495">
                  <c:v>0.24878472222189885</c:v>
                </c:pt>
                <c:pt idx="21496">
                  <c:v>0.24879629629140254</c:v>
                </c:pt>
                <c:pt idx="21497">
                  <c:v>0.24880787036818219</c:v>
                </c:pt>
                <c:pt idx="21498">
                  <c:v>0.24881944444496185</c:v>
                </c:pt>
                <c:pt idx="21499">
                  <c:v>0.24883101851446554</c:v>
                </c:pt>
                <c:pt idx="21500">
                  <c:v>0.24884259259124519</c:v>
                </c:pt>
                <c:pt idx="21501">
                  <c:v>0.24885416666074889</c:v>
                </c:pt>
                <c:pt idx="21502">
                  <c:v>0.24886574073752854</c:v>
                </c:pt>
                <c:pt idx="21503">
                  <c:v>0.24887731481430819</c:v>
                </c:pt>
                <c:pt idx="21504">
                  <c:v>0.24888888888381189</c:v>
                </c:pt>
                <c:pt idx="21505">
                  <c:v>0.24890046296059154</c:v>
                </c:pt>
                <c:pt idx="21506">
                  <c:v>0.24891203703737119</c:v>
                </c:pt>
                <c:pt idx="21507">
                  <c:v>0.24892361110687489</c:v>
                </c:pt>
                <c:pt idx="21508">
                  <c:v>0.24893518518365454</c:v>
                </c:pt>
                <c:pt idx="21509">
                  <c:v>0.24894675926043419</c:v>
                </c:pt>
                <c:pt idx="21510">
                  <c:v>0.24895833332993789</c:v>
                </c:pt>
                <c:pt idx="21511">
                  <c:v>0.24896990740671754</c:v>
                </c:pt>
                <c:pt idx="21512">
                  <c:v>0.24898148147622123</c:v>
                </c:pt>
                <c:pt idx="21513">
                  <c:v>0.24899305555300089</c:v>
                </c:pt>
                <c:pt idx="21514">
                  <c:v>0.24900462962978054</c:v>
                </c:pt>
                <c:pt idx="21515">
                  <c:v>0.24901620369928423</c:v>
                </c:pt>
                <c:pt idx="21516">
                  <c:v>0.24902777777606389</c:v>
                </c:pt>
                <c:pt idx="21517">
                  <c:v>0.24903935185284354</c:v>
                </c:pt>
                <c:pt idx="21518">
                  <c:v>0.24905092592234723</c:v>
                </c:pt>
                <c:pt idx="21519">
                  <c:v>0.24906249999912689</c:v>
                </c:pt>
                <c:pt idx="21520">
                  <c:v>0.24907407406863058</c:v>
                </c:pt>
                <c:pt idx="21521">
                  <c:v>0.24908564814541023</c:v>
                </c:pt>
                <c:pt idx="21522">
                  <c:v>0.24909722222218988</c:v>
                </c:pt>
                <c:pt idx="21523">
                  <c:v>0.24910879629169358</c:v>
                </c:pt>
                <c:pt idx="21524">
                  <c:v>0.24912037036847323</c:v>
                </c:pt>
                <c:pt idx="21525">
                  <c:v>0.24913194444525288</c:v>
                </c:pt>
                <c:pt idx="21526">
                  <c:v>0.24914351851475658</c:v>
                </c:pt>
                <c:pt idx="21527">
                  <c:v>0.24915509259153623</c:v>
                </c:pt>
                <c:pt idx="21528">
                  <c:v>0.24916666666103993</c:v>
                </c:pt>
                <c:pt idx="21529">
                  <c:v>0.24917824073781958</c:v>
                </c:pt>
                <c:pt idx="21530">
                  <c:v>0.24918981481459923</c:v>
                </c:pt>
                <c:pt idx="21531">
                  <c:v>0.24920138888410293</c:v>
                </c:pt>
                <c:pt idx="21532">
                  <c:v>0.24921296296088258</c:v>
                </c:pt>
                <c:pt idx="21533">
                  <c:v>0.24922453703766223</c:v>
                </c:pt>
                <c:pt idx="21534">
                  <c:v>0.24923611110716593</c:v>
                </c:pt>
                <c:pt idx="21535">
                  <c:v>0.24924768518394558</c:v>
                </c:pt>
                <c:pt idx="21536">
                  <c:v>0.24925925925344927</c:v>
                </c:pt>
                <c:pt idx="21537">
                  <c:v>0.24927083333022892</c:v>
                </c:pt>
                <c:pt idx="21538">
                  <c:v>0.24928240740700858</c:v>
                </c:pt>
                <c:pt idx="21539">
                  <c:v>0.24929398147651227</c:v>
                </c:pt>
                <c:pt idx="21540">
                  <c:v>0.24930555555329192</c:v>
                </c:pt>
                <c:pt idx="21541">
                  <c:v>0.24931712963007158</c:v>
                </c:pt>
                <c:pt idx="21542">
                  <c:v>0.24932870369957527</c:v>
                </c:pt>
                <c:pt idx="21543">
                  <c:v>0.24934027777635492</c:v>
                </c:pt>
                <c:pt idx="21544">
                  <c:v>0.24935185185313458</c:v>
                </c:pt>
                <c:pt idx="21545">
                  <c:v>0.24936342592263827</c:v>
                </c:pt>
                <c:pt idx="21546">
                  <c:v>0.24937499999941792</c:v>
                </c:pt>
                <c:pt idx="21547">
                  <c:v>0.24938657406892162</c:v>
                </c:pt>
                <c:pt idx="21548">
                  <c:v>0.24939814814570127</c:v>
                </c:pt>
                <c:pt idx="21549">
                  <c:v>0.24940972222248092</c:v>
                </c:pt>
                <c:pt idx="21550">
                  <c:v>0.24942129629198462</c:v>
                </c:pt>
                <c:pt idx="21551">
                  <c:v>0.24943287036876427</c:v>
                </c:pt>
                <c:pt idx="21552">
                  <c:v>0.24944444444554392</c:v>
                </c:pt>
                <c:pt idx="21553">
                  <c:v>0.24945601851504762</c:v>
                </c:pt>
                <c:pt idx="21554">
                  <c:v>0.24946759259182727</c:v>
                </c:pt>
                <c:pt idx="21555">
                  <c:v>0.24947916666133096</c:v>
                </c:pt>
                <c:pt idx="21556">
                  <c:v>0.24949074073811062</c:v>
                </c:pt>
                <c:pt idx="21557">
                  <c:v>0.24950231481489027</c:v>
                </c:pt>
                <c:pt idx="21558">
                  <c:v>0.24951388888439396</c:v>
                </c:pt>
                <c:pt idx="21559">
                  <c:v>0.24952546296117362</c:v>
                </c:pt>
                <c:pt idx="21560">
                  <c:v>0.24953703703795327</c:v>
                </c:pt>
                <c:pt idx="21561">
                  <c:v>0.24954861110745696</c:v>
                </c:pt>
                <c:pt idx="21562">
                  <c:v>0.24956018518423662</c:v>
                </c:pt>
                <c:pt idx="21563">
                  <c:v>0.24957175925374031</c:v>
                </c:pt>
                <c:pt idx="21564">
                  <c:v>0.24958333333051996</c:v>
                </c:pt>
                <c:pt idx="21565">
                  <c:v>0.24959490740729962</c:v>
                </c:pt>
                <c:pt idx="21566">
                  <c:v>0.24960648147680331</c:v>
                </c:pt>
                <c:pt idx="21567">
                  <c:v>0.24961805555358296</c:v>
                </c:pt>
                <c:pt idx="21568">
                  <c:v>0.24962962963036261</c:v>
                </c:pt>
                <c:pt idx="21569">
                  <c:v>0.24964120369986631</c:v>
                </c:pt>
                <c:pt idx="21570">
                  <c:v>0.24965277777664596</c:v>
                </c:pt>
                <c:pt idx="21571">
                  <c:v>0.24966435184614966</c:v>
                </c:pt>
                <c:pt idx="21572">
                  <c:v>0.24967592592292931</c:v>
                </c:pt>
                <c:pt idx="21573">
                  <c:v>0.24968749999970896</c:v>
                </c:pt>
                <c:pt idx="21574">
                  <c:v>0.24969907406921266</c:v>
                </c:pt>
                <c:pt idx="21575">
                  <c:v>0.24971064814599231</c:v>
                </c:pt>
                <c:pt idx="21576">
                  <c:v>0.24972222222277196</c:v>
                </c:pt>
                <c:pt idx="21577">
                  <c:v>0.24973379629227566</c:v>
                </c:pt>
                <c:pt idx="21578">
                  <c:v>0.24974537036905531</c:v>
                </c:pt>
                <c:pt idx="21579">
                  <c:v>0.249756944438559</c:v>
                </c:pt>
                <c:pt idx="21580">
                  <c:v>0.24976851851533866</c:v>
                </c:pt>
                <c:pt idx="21581">
                  <c:v>0.24978009259211831</c:v>
                </c:pt>
                <c:pt idx="21582">
                  <c:v>0.249791666661622</c:v>
                </c:pt>
                <c:pt idx="21583">
                  <c:v>0.24980324073840166</c:v>
                </c:pt>
                <c:pt idx="21584">
                  <c:v>0.24981481481518131</c:v>
                </c:pt>
                <c:pt idx="21585">
                  <c:v>0.249826388884685</c:v>
                </c:pt>
                <c:pt idx="21586">
                  <c:v>0.24983796296146465</c:v>
                </c:pt>
                <c:pt idx="21587">
                  <c:v>0.24984953703824431</c:v>
                </c:pt>
                <c:pt idx="21588">
                  <c:v>0.249861111107748</c:v>
                </c:pt>
                <c:pt idx="21589">
                  <c:v>0.24987268518452765</c:v>
                </c:pt>
                <c:pt idx="21590">
                  <c:v>0.24988425925403135</c:v>
                </c:pt>
                <c:pt idx="21591">
                  <c:v>0.249895833330811</c:v>
                </c:pt>
                <c:pt idx="21592">
                  <c:v>0.24990740740759065</c:v>
                </c:pt>
                <c:pt idx="21593">
                  <c:v>0.24991898147709435</c:v>
                </c:pt>
                <c:pt idx="21594">
                  <c:v>0.249930555553874</c:v>
                </c:pt>
                <c:pt idx="21595">
                  <c:v>0.24994212963065365</c:v>
                </c:pt>
                <c:pt idx="21596">
                  <c:v>0.24995370370015735</c:v>
                </c:pt>
                <c:pt idx="21597">
                  <c:v>0.249965277776937</c:v>
                </c:pt>
                <c:pt idx="21598">
                  <c:v>0.2499768518464407</c:v>
                </c:pt>
                <c:pt idx="21599">
                  <c:v>0.24998842592322035</c:v>
                </c:pt>
                <c:pt idx="21600">
                  <c:v>0.25</c:v>
                </c:pt>
                <c:pt idx="21601">
                  <c:v>0.25001157406950369</c:v>
                </c:pt>
                <c:pt idx="21602">
                  <c:v>0.25002314814628335</c:v>
                </c:pt>
                <c:pt idx="21603">
                  <c:v>0.250034722223063</c:v>
                </c:pt>
                <c:pt idx="21604">
                  <c:v>0.25004629629256669</c:v>
                </c:pt>
                <c:pt idx="21605">
                  <c:v>0.25005787036934635</c:v>
                </c:pt>
                <c:pt idx="21606">
                  <c:v>0.25006944443885004</c:v>
                </c:pt>
                <c:pt idx="21607">
                  <c:v>0.25008101851562969</c:v>
                </c:pt>
                <c:pt idx="21608">
                  <c:v>0.25009259259240935</c:v>
                </c:pt>
                <c:pt idx="21609">
                  <c:v>0.25010416666191304</c:v>
                </c:pt>
                <c:pt idx="21610">
                  <c:v>0.25011574073869269</c:v>
                </c:pt>
                <c:pt idx="21611">
                  <c:v>0.25012731481547235</c:v>
                </c:pt>
                <c:pt idx="21612">
                  <c:v>0.25013888888497604</c:v>
                </c:pt>
                <c:pt idx="21613">
                  <c:v>0.25015046296175569</c:v>
                </c:pt>
                <c:pt idx="21614">
                  <c:v>0.25016203703125939</c:v>
                </c:pt>
                <c:pt idx="21615">
                  <c:v>0.25017361110803904</c:v>
                </c:pt>
                <c:pt idx="21616">
                  <c:v>0.25018518518481869</c:v>
                </c:pt>
                <c:pt idx="21617">
                  <c:v>0.25019675925432239</c:v>
                </c:pt>
                <c:pt idx="21618">
                  <c:v>0.25020833333110204</c:v>
                </c:pt>
                <c:pt idx="21619">
                  <c:v>0.25021990740788169</c:v>
                </c:pt>
                <c:pt idx="21620">
                  <c:v>0.25023148147738539</c:v>
                </c:pt>
                <c:pt idx="21621">
                  <c:v>0.25024305555416504</c:v>
                </c:pt>
                <c:pt idx="21622">
                  <c:v>0.25025462963094469</c:v>
                </c:pt>
                <c:pt idx="21623">
                  <c:v>0.25026620370044839</c:v>
                </c:pt>
                <c:pt idx="21624">
                  <c:v>0.25027777777722804</c:v>
                </c:pt>
                <c:pt idx="21625">
                  <c:v>0.25028935184673173</c:v>
                </c:pt>
                <c:pt idx="21626">
                  <c:v>0.25030092592351139</c:v>
                </c:pt>
                <c:pt idx="21627">
                  <c:v>0.25031250000029104</c:v>
                </c:pt>
                <c:pt idx="21628">
                  <c:v>0.25032407406979473</c:v>
                </c:pt>
                <c:pt idx="21629">
                  <c:v>0.25033564814657439</c:v>
                </c:pt>
                <c:pt idx="21630">
                  <c:v>0.25034722222335404</c:v>
                </c:pt>
                <c:pt idx="21631">
                  <c:v>0.25035879629285773</c:v>
                </c:pt>
                <c:pt idx="21632">
                  <c:v>0.25037037036963739</c:v>
                </c:pt>
                <c:pt idx="21633">
                  <c:v>0.25038194443914108</c:v>
                </c:pt>
                <c:pt idx="21634">
                  <c:v>0.25039351851592073</c:v>
                </c:pt>
                <c:pt idx="21635">
                  <c:v>0.25040509259270038</c:v>
                </c:pt>
                <c:pt idx="21636">
                  <c:v>0.25041666666220408</c:v>
                </c:pt>
                <c:pt idx="21637">
                  <c:v>0.25042824073898373</c:v>
                </c:pt>
                <c:pt idx="21638">
                  <c:v>0.25043981481576338</c:v>
                </c:pt>
                <c:pt idx="21639">
                  <c:v>0.25045138888526708</c:v>
                </c:pt>
                <c:pt idx="21640">
                  <c:v>0.25046296296204673</c:v>
                </c:pt>
                <c:pt idx="21641">
                  <c:v>0.25047453703155043</c:v>
                </c:pt>
                <c:pt idx="21642">
                  <c:v>0.25048611110833008</c:v>
                </c:pt>
                <c:pt idx="21643">
                  <c:v>0.25049768518510973</c:v>
                </c:pt>
                <c:pt idx="21644">
                  <c:v>0.25050925925461343</c:v>
                </c:pt>
                <c:pt idx="21645">
                  <c:v>0.25052083333139308</c:v>
                </c:pt>
                <c:pt idx="21646">
                  <c:v>0.25053240740817273</c:v>
                </c:pt>
                <c:pt idx="21647">
                  <c:v>0.25054398147767643</c:v>
                </c:pt>
                <c:pt idx="21648">
                  <c:v>0.25055555555445608</c:v>
                </c:pt>
                <c:pt idx="21649">
                  <c:v>0.25056712962395977</c:v>
                </c:pt>
                <c:pt idx="21650">
                  <c:v>0.25057870370073942</c:v>
                </c:pt>
                <c:pt idx="21651">
                  <c:v>0.25059027777751908</c:v>
                </c:pt>
                <c:pt idx="21652">
                  <c:v>0.25060185184702277</c:v>
                </c:pt>
                <c:pt idx="21653">
                  <c:v>0.25061342592380242</c:v>
                </c:pt>
                <c:pt idx="21654">
                  <c:v>0.25062500000058208</c:v>
                </c:pt>
                <c:pt idx="21655">
                  <c:v>0.25063657407008577</c:v>
                </c:pt>
                <c:pt idx="21656">
                  <c:v>0.25064814814686542</c:v>
                </c:pt>
                <c:pt idx="21657">
                  <c:v>0.25065972221636912</c:v>
                </c:pt>
                <c:pt idx="21658">
                  <c:v>0.25067129629314877</c:v>
                </c:pt>
                <c:pt idx="21659">
                  <c:v>0.25068287036992842</c:v>
                </c:pt>
                <c:pt idx="21660">
                  <c:v>0.25069444443943212</c:v>
                </c:pt>
                <c:pt idx="21661">
                  <c:v>0.25070601851621177</c:v>
                </c:pt>
                <c:pt idx="21662">
                  <c:v>0.25071759259299142</c:v>
                </c:pt>
                <c:pt idx="21663">
                  <c:v>0.25072916666249512</c:v>
                </c:pt>
                <c:pt idx="21664">
                  <c:v>0.25074074073927477</c:v>
                </c:pt>
                <c:pt idx="21665">
                  <c:v>0.25075231481605442</c:v>
                </c:pt>
                <c:pt idx="21666">
                  <c:v>0.25076388888555812</c:v>
                </c:pt>
                <c:pt idx="21667">
                  <c:v>0.25077546296233777</c:v>
                </c:pt>
                <c:pt idx="21668">
                  <c:v>0.25078703703184146</c:v>
                </c:pt>
                <c:pt idx="21669">
                  <c:v>0.25079861110862112</c:v>
                </c:pt>
                <c:pt idx="21670">
                  <c:v>0.25081018518540077</c:v>
                </c:pt>
                <c:pt idx="21671">
                  <c:v>0.25082175925490446</c:v>
                </c:pt>
                <c:pt idx="21672">
                  <c:v>0.25083333333168412</c:v>
                </c:pt>
                <c:pt idx="21673">
                  <c:v>0.25084490740846377</c:v>
                </c:pt>
                <c:pt idx="21674">
                  <c:v>0.25085648147796746</c:v>
                </c:pt>
                <c:pt idx="21675">
                  <c:v>0.25086805555474712</c:v>
                </c:pt>
                <c:pt idx="21676">
                  <c:v>0.25087962962425081</c:v>
                </c:pt>
                <c:pt idx="21677">
                  <c:v>0.25089120370103046</c:v>
                </c:pt>
                <c:pt idx="21678">
                  <c:v>0.25090277777781012</c:v>
                </c:pt>
                <c:pt idx="21679">
                  <c:v>0.25091435184731381</c:v>
                </c:pt>
                <c:pt idx="21680">
                  <c:v>0.25092592592409346</c:v>
                </c:pt>
                <c:pt idx="21681">
                  <c:v>0.25093750000087311</c:v>
                </c:pt>
                <c:pt idx="21682">
                  <c:v>0.25094907407037681</c:v>
                </c:pt>
                <c:pt idx="21683">
                  <c:v>0.25096064814715646</c:v>
                </c:pt>
                <c:pt idx="21684">
                  <c:v>0.25097222221666016</c:v>
                </c:pt>
                <c:pt idx="21685">
                  <c:v>0.25098379629343981</c:v>
                </c:pt>
                <c:pt idx="21686">
                  <c:v>0.25099537037021946</c:v>
                </c:pt>
                <c:pt idx="21687">
                  <c:v>0.25100694443972316</c:v>
                </c:pt>
                <c:pt idx="21688">
                  <c:v>0.25101851851650281</c:v>
                </c:pt>
                <c:pt idx="21689">
                  <c:v>0.25103009259328246</c:v>
                </c:pt>
                <c:pt idx="21690">
                  <c:v>0.25104166666278616</c:v>
                </c:pt>
                <c:pt idx="21691">
                  <c:v>0.25105324073956581</c:v>
                </c:pt>
                <c:pt idx="21692">
                  <c:v>0.2510648148090695</c:v>
                </c:pt>
                <c:pt idx="21693">
                  <c:v>0.25107638888584916</c:v>
                </c:pt>
                <c:pt idx="21694">
                  <c:v>0.25108796296262881</c:v>
                </c:pt>
                <c:pt idx="21695">
                  <c:v>0.2510995370321325</c:v>
                </c:pt>
                <c:pt idx="21696">
                  <c:v>0.25111111110891216</c:v>
                </c:pt>
                <c:pt idx="21697">
                  <c:v>0.25112268518569181</c:v>
                </c:pt>
                <c:pt idx="21698">
                  <c:v>0.2511342592551955</c:v>
                </c:pt>
                <c:pt idx="21699">
                  <c:v>0.25114583333197515</c:v>
                </c:pt>
                <c:pt idx="21700">
                  <c:v>0.25115740740147885</c:v>
                </c:pt>
                <c:pt idx="21701">
                  <c:v>0.2511689814782585</c:v>
                </c:pt>
                <c:pt idx="21702">
                  <c:v>0.25118055555503815</c:v>
                </c:pt>
                <c:pt idx="21703">
                  <c:v>0.25119212962454185</c:v>
                </c:pt>
                <c:pt idx="21704">
                  <c:v>0.2512037037013215</c:v>
                </c:pt>
                <c:pt idx="21705">
                  <c:v>0.25121527777810115</c:v>
                </c:pt>
                <c:pt idx="21706">
                  <c:v>0.25122685184760485</c:v>
                </c:pt>
                <c:pt idx="21707">
                  <c:v>0.2512384259243845</c:v>
                </c:pt>
                <c:pt idx="21708">
                  <c:v>0.25125000000116415</c:v>
                </c:pt>
                <c:pt idx="21709">
                  <c:v>0.25126157407066785</c:v>
                </c:pt>
                <c:pt idx="21710">
                  <c:v>0.2512731481474475</c:v>
                </c:pt>
                <c:pt idx="21711">
                  <c:v>0.2512847222169512</c:v>
                </c:pt>
                <c:pt idx="21712">
                  <c:v>0.25129629629373085</c:v>
                </c:pt>
                <c:pt idx="21713">
                  <c:v>0.2513078703705105</c:v>
                </c:pt>
                <c:pt idx="21714">
                  <c:v>0.25131944444001419</c:v>
                </c:pt>
                <c:pt idx="21715">
                  <c:v>0.25133101851679385</c:v>
                </c:pt>
                <c:pt idx="21716">
                  <c:v>0.2513425925935735</c:v>
                </c:pt>
                <c:pt idx="21717">
                  <c:v>0.25135416666307719</c:v>
                </c:pt>
                <c:pt idx="21718">
                  <c:v>0.25136574073985685</c:v>
                </c:pt>
                <c:pt idx="21719">
                  <c:v>0.25137731480936054</c:v>
                </c:pt>
                <c:pt idx="21720">
                  <c:v>0.25138888888614019</c:v>
                </c:pt>
                <c:pt idx="21721">
                  <c:v>0.25140046296291985</c:v>
                </c:pt>
                <c:pt idx="21722">
                  <c:v>0.25141203703242354</c:v>
                </c:pt>
                <c:pt idx="21723">
                  <c:v>0.25142361110920319</c:v>
                </c:pt>
                <c:pt idx="21724">
                  <c:v>0.25143518518598285</c:v>
                </c:pt>
                <c:pt idx="21725">
                  <c:v>0.25144675925548654</c:v>
                </c:pt>
                <c:pt idx="21726">
                  <c:v>0.25145833333226619</c:v>
                </c:pt>
                <c:pt idx="21727">
                  <c:v>0.25146990740176989</c:v>
                </c:pt>
                <c:pt idx="21728">
                  <c:v>0.25148148147854954</c:v>
                </c:pt>
                <c:pt idx="21729">
                  <c:v>0.25149305555532919</c:v>
                </c:pt>
                <c:pt idx="21730">
                  <c:v>0.25150462962483289</c:v>
                </c:pt>
                <c:pt idx="21731">
                  <c:v>0.25151620370161254</c:v>
                </c:pt>
                <c:pt idx="21732">
                  <c:v>0.25152777777839219</c:v>
                </c:pt>
                <c:pt idx="21733">
                  <c:v>0.25153935184789589</c:v>
                </c:pt>
                <c:pt idx="21734">
                  <c:v>0.25155092592467554</c:v>
                </c:pt>
                <c:pt idx="21735">
                  <c:v>0.25156249999417923</c:v>
                </c:pt>
                <c:pt idx="21736">
                  <c:v>0.25157407407095889</c:v>
                </c:pt>
                <c:pt idx="21737">
                  <c:v>0.25158564814773854</c:v>
                </c:pt>
                <c:pt idx="21738">
                  <c:v>0.25159722221724223</c:v>
                </c:pt>
                <c:pt idx="21739">
                  <c:v>0.25160879629402189</c:v>
                </c:pt>
                <c:pt idx="21740">
                  <c:v>0.25162037037080154</c:v>
                </c:pt>
                <c:pt idx="21741">
                  <c:v>0.25163194444030523</c:v>
                </c:pt>
                <c:pt idx="21742">
                  <c:v>0.25164351851708489</c:v>
                </c:pt>
                <c:pt idx="21743">
                  <c:v>0.25165509259386454</c:v>
                </c:pt>
                <c:pt idx="21744">
                  <c:v>0.25166666666336823</c:v>
                </c:pt>
                <c:pt idx="21745">
                  <c:v>0.25167824074014788</c:v>
                </c:pt>
                <c:pt idx="21746">
                  <c:v>0.25168981480965158</c:v>
                </c:pt>
                <c:pt idx="21747">
                  <c:v>0.25170138888643123</c:v>
                </c:pt>
                <c:pt idx="21748">
                  <c:v>0.25171296296321088</c:v>
                </c:pt>
                <c:pt idx="21749">
                  <c:v>0.25172453703271458</c:v>
                </c:pt>
                <c:pt idx="21750">
                  <c:v>0.25173611110949423</c:v>
                </c:pt>
                <c:pt idx="21751">
                  <c:v>0.25174768518627388</c:v>
                </c:pt>
                <c:pt idx="21752">
                  <c:v>0.25175925925577758</c:v>
                </c:pt>
                <c:pt idx="21753">
                  <c:v>0.25177083333255723</c:v>
                </c:pt>
                <c:pt idx="21754">
                  <c:v>0.25178240740206093</c:v>
                </c:pt>
                <c:pt idx="21755">
                  <c:v>0.25179398147884058</c:v>
                </c:pt>
                <c:pt idx="21756">
                  <c:v>0.25180555555562023</c:v>
                </c:pt>
                <c:pt idx="21757">
                  <c:v>0.25181712962512393</c:v>
                </c:pt>
                <c:pt idx="21758">
                  <c:v>0.25182870370190358</c:v>
                </c:pt>
                <c:pt idx="21759">
                  <c:v>0.25184027777868323</c:v>
                </c:pt>
                <c:pt idx="21760">
                  <c:v>0.25185185184818693</c:v>
                </c:pt>
                <c:pt idx="21761">
                  <c:v>0.25186342592496658</c:v>
                </c:pt>
                <c:pt idx="21762">
                  <c:v>0.25187499999447027</c:v>
                </c:pt>
                <c:pt idx="21763">
                  <c:v>0.25188657407124992</c:v>
                </c:pt>
                <c:pt idx="21764">
                  <c:v>0.25189814814802958</c:v>
                </c:pt>
                <c:pt idx="21765">
                  <c:v>0.25190972221753327</c:v>
                </c:pt>
                <c:pt idx="21766">
                  <c:v>0.25192129629431292</c:v>
                </c:pt>
                <c:pt idx="21767">
                  <c:v>0.25193287037109258</c:v>
                </c:pt>
                <c:pt idx="21768">
                  <c:v>0.25194444444059627</c:v>
                </c:pt>
                <c:pt idx="21769">
                  <c:v>0.25195601851737592</c:v>
                </c:pt>
                <c:pt idx="21770">
                  <c:v>0.25196759258687962</c:v>
                </c:pt>
                <c:pt idx="21771">
                  <c:v>0.25197916666365927</c:v>
                </c:pt>
                <c:pt idx="21772">
                  <c:v>0.25199074074043892</c:v>
                </c:pt>
                <c:pt idx="21773">
                  <c:v>0.25200231480994262</c:v>
                </c:pt>
                <c:pt idx="21774">
                  <c:v>0.25201388888672227</c:v>
                </c:pt>
                <c:pt idx="21775">
                  <c:v>0.25202546296350192</c:v>
                </c:pt>
                <c:pt idx="21776">
                  <c:v>0.25203703703300562</c:v>
                </c:pt>
                <c:pt idx="21777">
                  <c:v>0.25204861110978527</c:v>
                </c:pt>
                <c:pt idx="21778">
                  <c:v>0.25206018517928896</c:v>
                </c:pt>
                <c:pt idx="21779">
                  <c:v>0.25207175925606862</c:v>
                </c:pt>
                <c:pt idx="21780">
                  <c:v>0.25208333333284827</c:v>
                </c:pt>
                <c:pt idx="21781">
                  <c:v>0.25209490740235196</c:v>
                </c:pt>
                <c:pt idx="21782">
                  <c:v>0.25210648147913162</c:v>
                </c:pt>
                <c:pt idx="21783">
                  <c:v>0.25211805555591127</c:v>
                </c:pt>
                <c:pt idx="21784">
                  <c:v>0.25212962962541496</c:v>
                </c:pt>
                <c:pt idx="21785">
                  <c:v>0.25214120370219462</c:v>
                </c:pt>
                <c:pt idx="21786">
                  <c:v>0.25215277777897427</c:v>
                </c:pt>
                <c:pt idx="21787">
                  <c:v>0.25216435184847796</c:v>
                </c:pt>
                <c:pt idx="21788">
                  <c:v>0.25217592592525762</c:v>
                </c:pt>
                <c:pt idx="21789">
                  <c:v>0.25218749999476131</c:v>
                </c:pt>
                <c:pt idx="21790">
                  <c:v>0.25219907407154096</c:v>
                </c:pt>
                <c:pt idx="21791">
                  <c:v>0.25221064814832062</c:v>
                </c:pt>
                <c:pt idx="21792">
                  <c:v>0.25222222221782431</c:v>
                </c:pt>
                <c:pt idx="21793">
                  <c:v>0.25223379629460396</c:v>
                </c:pt>
                <c:pt idx="21794">
                  <c:v>0.25224537037138361</c:v>
                </c:pt>
                <c:pt idx="21795">
                  <c:v>0.25225694444088731</c:v>
                </c:pt>
                <c:pt idx="21796">
                  <c:v>0.25226851851766696</c:v>
                </c:pt>
                <c:pt idx="21797">
                  <c:v>0.25228009258717066</c:v>
                </c:pt>
                <c:pt idx="21798">
                  <c:v>0.25229166666395031</c:v>
                </c:pt>
                <c:pt idx="21799">
                  <c:v>0.25230324074072996</c:v>
                </c:pt>
                <c:pt idx="21800">
                  <c:v>0.25231481481023366</c:v>
                </c:pt>
                <c:pt idx="21801">
                  <c:v>0.25232638888701331</c:v>
                </c:pt>
                <c:pt idx="21802">
                  <c:v>0.25233796296379296</c:v>
                </c:pt>
                <c:pt idx="21803">
                  <c:v>0.25234953703329666</c:v>
                </c:pt>
                <c:pt idx="21804">
                  <c:v>0.25236111111007631</c:v>
                </c:pt>
                <c:pt idx="21805">
                  <c:v>0.25237268517958</c:v>
                </c:pt>
                <c:pt idx="21806">
                  <c:v>0.25238425925635966</c:v>
                </c:pt>
                <c:pt idx="21807">
                  <c:v>0.25239583333313931</c:v>
                </c:pt>
                <c:pt idx="21808">
                  <c:v>0.252407407402643</c:v>
                </c:pt>
                <c:pt idx="21809">
                  <c:v>0.25241898147942265</c:v>
                </c:pt>
                <c:pt idx="21810">
                  <c:v>0.25243055555620231</c:v>
                </c:pt>
                <c:pt idx="21811">
                  <c:v>0.252442129625706</c:v>
                </c:pt>
                <c:pt idx="21812">
                  <c:v>0.25245370370248565</c:v>
                </c:pt>
                <c:pt idx="21813">
                  <c:v>0.25246527777198935</c:v>
                </c:pt>
                <c:pt idx="21814">
                  <c:v>0.252476851848769</c:v>
                </c:pt>
                <c:pt idx="21815">
                  <c:v>0.25248842592554865</c:v>
                </c:pt>
                <c:pt idx="21816">
                  <c:v>0.25249999999505235</c:v>
                </c:pt>
                <c:pt idx="21817">
                  <c:v>0.252511574071832</c:v>
                </c:pt>
                <c:pt idx="21818">
                  <c:v>0.25252314814861165</c:v>
                </c:pt>
                <c:pt idx="21819">
                  <c:v>0.25253472221811535</c:v>
                </c:pt>
                <c:pt idx="21820">
                  <c:v>0.252546296294895</c:v>
                </c:pt>
                <c:pt idx="21821">
                  <c:v>0.25255787037167465</c:v>
                </c:pt>
                <c:pt idx="21822">
                  <c:v>0.25256944444117835</c:v>
                </c:pt>
                <c:pt idx="21823">
                  <c:v>0.252581018517958</c:v>
                </c:pt>
                <c:pt idx="21824">
                  <c:v>0.2525925925874617</c:v>
                </c:pt>
                <c:pt idx="21825">
                  <c:v>0.25260416666424135</c:v>
                </c:pt>
                <c:pt idx="21826">
                  <c:v>0.252615740741021</c:v>
                </c:pt>
                <c:pt idx="21827">
                  <c:v>0.25262731481052469</c:v>
                </c:pt>
                <c:pt idx="21828">
                  <c:v>0.25263888888730435</c:v>
                </c:pt>
                <c:pt idx="21829">
                  <c:v>0.252650462964084</c:v>
                </c:pt>
                <c:pt idx="21830">
                  <c:v>0.25266203703358769</c:v>
                </c:pt>
                <c:pt idx="21831">
                  <c:v>0.25267361111036735</c:v>
                </c:pt>
                <c:pt idx="21832">
                  <c:v>0.25268518517987104</c:v>
                </c:pt>
                <c:pt idx="21833">
                  <c:v>0.25269675925665069</c:v>
                </c:pt>
                <c:pt idx="21834">
                  <c:v>0.25270833333343035</c:v>
                </c:pt>
                <c:pt idx="21835">
                  <c:v>0.25271990740293404</c:v>
                </c:pt>
                <c:pt idx="21836">
                  <c:v>0.25273148147971369</c:v>
                </c:pt>
                <c:pt idx="21837">
                  <c:v>0.25274305555649335</c:v>
                </c:pt>
                <c:pt idx="21838">
                  <c:v>0.25275462962599704</c:v>
                </c:pt>
                <c:pt idx="21839">
                  <c:v>0.25276620370277669</c:v>
                </c:pt>
                <c:pt idx="21840">
                  <c:v>0.25277777777228039</c:v>
                </c:pt>
                <c:pt idx="21841">
                  <c:v>0.25278935184906004</c:v>
                </c:pt>
                <c:pt idx="21842">
                  <c:v>0.25280092592583969</c:v>
                </c:pt>
                <c:pt idx="21843">
                  <c:v>0.25281249999534339</c:v>
                </c:pt>
                <c:pt idx="21844">
                  <c:v>0.25282407407212304</c:v>
                </c:pt>
                <c:pt idx="21845">
                  <c:v>0.25283564814890269</c:v>
                </c:pt>
                <c:pt idx="21846">
                  <c:v>0.25284722221840639</c:v>
                </c:pt>
                <c:pt idx="21847">
                  <c:v>0.25285879629518604</c:v>
                </c:pt>
                <c:pt idx="21848">
                  <c:v>0.25287037036468973</c:v>
                </c:pt>
                <c:pt idx="21849">
                  <c:v>0.25288194444146939</c:v>
                </c:pt>
                <c:pt idx="21850">
                  <c:v>0.25289351851824904</c:v>
                </c:pt>
                <c:pt idx="21851">
                  <c:v>0.25290509258775273</c:v>
                </c:pt>
                <c:pt idx="21852">
                  <c:v>0.25291666666453239</c:v>
                </c:pt>
                <c:pt idx="21853">
                  <c:v>0.25292824074131204</c:v>
                </c:pt>
                <c:pt idx="21854">
                  <c:v>0.25293981481081573</c:v>
                </c:pt>
                <c:pt idx="21855">
                  <c:v>0.25295138888759539</c:v>
                </c:pt>
                <c:pt idx="21856">
                  <c:v>0.25296296295709908</c:v>
                </c:pt>
                <c:pt idx="21857">
                  <c:v>0.25297453703387873</c:v>
                </c:pt>
                <c:pt idx="21858">
                  <c:v>0.25298611111065838</c:v>
                </c:pt>
                <c:pt idx="21859">
                  <c:v>0.25299768518016208</c:v>
                </c:pt>
                <c:pt idx="21860">
                  <c:v>0.25300925925694173</c:v>
                </c:pt>
                <c:pt idx="21861">
                  <c:v>0.25302083333372138</c:v>
                </c:pt>
                <c:pt idx="21862">
                  <c:v>0.25303240740322508</c:v>
                </c:pt>
                <c:pt idx="21863">
                  <c:v>0.25304398148000473</c:v>
                </c:pt>
                <c:pt idx="21864">
                  <c:v>0.25305555555678438</c:v>
                </c:pt>
                <c:pt idx="21865">
                  <c:v>0.25306712962628808</c:v>
                </c:pt>
                <c:pt idx="21866">
                  <c:v>0.25307870370306773</c:v>
                </c:pt>
                <c:pt idx="21867">
                  <c:v>0.25309027777257143</c:v>
                </c:pt>
                <c:pt idx="21868">
                  <c:v>0.25310185184935108</c:v>
                </c:pt>
                <c:pt idx="21869">
                  <c:v>0.25311342592613073</c:v>
                </c:pt>
                <c:pt idx="21870">
                  <c:v>0.25312499999563443</c:v>
                </c:pt>
                <c:pt idx="21871">
                  <c:v>0.25313657407241408</c:v>
                </c:pt>
                <c:pt idx="21872">
                  <c:v>0.25314814814919373</c:v>
                </c:pt>
                <c:pt idx="21873">
                  <c:v>0.25315972221869742</c:v>
                </c:pt>
                <c:pt idx="21874">
                  <c:v>0.25317129629547708</c:v>
                </c:pt>
                <c:pt idx="21875">
                  <c:v>0.25318287036498077</c:v>
                </c:pt>
                <c:pt idx="21876">
                  <c:v>0.25319444444176042</c:v>
                </c:pt>
                <c:pt idx="21877">
                  <c:v>0.25320601851854008</c:v>
                </c:pt>
                <c:pt idx="21878">
                  <c:v>0.25321759258804377</c:v>
                </c:pt>
                <c:pt idx="21879">
                  <c:v>0.25322916666482342</c:v>
                </c:pt>
                <c:pt idx="21880">
                  <c:v>0.25324074074160308</c:v>
                </c:pt>
                <c:pt idx="21881">
                  <c:v>0.25325231481110677</c:v>
                </c:pt>
                <c:pt idx="21882">
                  <c:v>0.25326388888788642</c:v>
                </c:pt>
                <c:pt idx="21883">
                  <c:v>0.25327546295739012</c:v>
                </c:pt>
                <c:pt idx="21884">
                  <c:v>0.25328703703416977</c:v>
                </c:pt>
                <c:pt idx="21885">
                  <c:v>0.25329861111094942</c:v>
                </c:pt>
                <c:pt idx="21886">
                  <c:v>0.25331018518045312</c:v>
                </c:pt>
                <c:pt idx="21887">
                  <c:v>0.25332175925723277</c:v>
                </c:pt>
                <c:pt idx="21888">
                  <c:v>0.25333333333401242</c:v>
                </c:pt>
                <c:pt idx="21889">
                  <c:v>0.25334490740351612</c:v>
                </c:pt>
                <c:pt idx="21890">
                  <c:v>0.25335648148029577</c:v>
                </c:pt>
                <c:pt idx="21891">
                  <c:v>0.25336805554979946</c:v>
                </c:pt>
                <c:pt idx="21892">
                  <c:v>0.25337962962657912</c:v>
                </c:pt>
                <c:pt idx="21893">
                  <c:v>0.25339120370335877</c:v>
                </c:pt>
                <c:pt idx="21894">
                  <c:v>0.25340277777286246</c:v>
                </c:pt>
                <c:pt idx="21895">
                  <c:v>0.25341435184964212</c:v>
                </c:pt>
                <c:pt idx="21896">
                  <c:v>0.25342592592642177</c:v>
                </c:pt>
                <c:pt idx="21897">
                  <c:v>0.25343749999592546</c:v>
                </c:pt>
                <c:pt idx="21898">
                  <c:v>0.25344907407270512</c:v>
                </c:pt>
                <c:pt idx="21899">
                  <c:v>0.25346064814948477</c:v>
                </c:pt>
                <c:pt idx="21900">
                  <c:v>0.25347222221898846</c:v>
                </c:pt>
                <c:pt idx="21901">
                  <c:v>0.25348379629576812</c:v>
                </c:pt>
                <c:pt idx="21902">
                  <c:v>0.25349537036527181</c:v>
                </c:pt>
                <c:pt idx="21903">
                  <c:v>0.25350694444205146</c:v>
                </c:pt>
                <c:pt idx="21904">
                  <c:v>0.25351851851883112</c:v>
                </c:pt>
                <c:pt idx="21905">
                  <c:v>0.25353009258833481</c:v>
                </c:pt>
                <c:pt idx="21906">
                  <c:v>0.25354166666511446</c:v>
                </c:pt>
                <c:pt idx="21907">
                  <c:v>0.25355324074189411</c:v>
                </c:pt>
                <c:pt idx="21908">
                  <c:v>0.25356481481139781</c:v>
                </c:pt>
                <c:pt idx="21909">
                  <c:v>0.25357638888817746</c:v>
                </c:pt>
                <c:pt idx="21910">
                  <c:v>0.25358796295768116</c:v>
                </c:pt>
                <c:pt idx="21911">
                  <c:v>0.25359953703446081</c:v>
                </c:pt>
                <c:pt idx="21912">
                  <c:v>0.25361111111124046</c:v>
                </c:pt>
                <c:pt idx="21913">
                  <c:v>0.25362268518074416</c:v>
                </c:pt>
                <c:pt idx="21914">
                  <c:v>0.25363425925752381</c:v>
                </c:pt>
                <c:pt idx="21915">
                  <c:v>0.25364583333430346</c:v>
                </c:pt>
                <c:pt idx="21916">
                  <c:v>0.25365740740380716</c:v>
                </c:pt>
                <c:pt idx="21917">
                  <c:v>0.25366898148058681</c:v>
                </c:pt>
                <c:pt idx="21918">
                  <c:v>0.2536805555500905</c:v>
                </c:pt>
                <c:pt idx="21919">
                  <c:v>0.25369212962687016</c:v>
                </c:pt>
                <c:pt idx="21920">
                  <c:v>0.25370370370364981</c:v>
                </c:pt>
                <c:pt idx="21921">
                  <c:v>0.2537152777731535</c:v>
                </c:pt>
                <c:pt idx="21922">
                  <c:v>0.25372685184993315</c:v>
                </c:pt>
                <c:pt idx="21923">
                  <c:v>0.25373842592671281</c:v>
                </c:pt>
                <c:pt idx="21924">
                  <c:v>0.2537499999962165</c:v>
                </c:pt>
                <c:pt idx="21925">
                  <c:v>0.25376157407299615</c:v>
                </c:pt>
                <c:pt idx="21926">
                  <c:v>0.25377314814249985</c:v>
                </c:pt>
                <c:pt idx="21927">
                  <c:v>0.2537847222192795</c:v>
                </c:pt>
                <c:pt idx="21928">
                  <c:v>0.25379629629605915</c:v>
                </c:pt>
                <c:pt idx="21929">
                  <c:v>0.25380787036556285</c:v>
                </c:pt>
                <c:pt idx="21930">
                  <c:v>0.2538194444423425</c:v>
                </c:pt>
                <c:pt idx="21931">
                  <c:v>0.25383101851912215</c:v>
                </c:pt>
                <c:pt idx="21932">
                  <c:v>0.25384259258862585</c:v>
                </c:pt>
                <c:pt idx="21933">
                  <c:v>0.2538541666654055</c:v>
                </c:pt>
                <c:pt idx="21934">
                  <c:v>0.2538657407349092</c:v>
                </c:pt>
                <c:pt idx="21935">
                  <c:v>0.25387731481168885</c:v>
                </c:pt>
                <c:pt idx="21936">
                  <c:v>0.2538888888884685</c:v>
                </c:pt>
                <c:pt idx="21937">
                  <c:v>0.25390046295797219</c:v>
                </c:pt>
                <c:pt idx="21938">
                  <c:v>0.25391203703475185</c:v>
                </c:pt>
                <c:pt idx="21939">
                  <c:v>0.2539236111115315</c:v>
                </c:pt>
                <c:pt idx="21940">
                  <c:v>0.25393518518103519</c:v>
                </c:pt>
                <c:pt idx="21941">
                  <c:v>0.25394675925781485</c:v>
                </c:pt>
                <c:pt idx="21942">
                  <c:v>0.2539583333345945</c:v>
                </c:pt>
                <c:pt idx="21943">
                  <c:v>0.25396990740409819</c:v>
                </c:pt>
                <c:pt idx="21944">
                  <c:v>0.25398148148087785</c:v>
                </c:pt>
                <c:pt idx="21945">
                  <c:v>0.25399305555038154</c:v>
                </c:pt>
                <c:pt idx="21946">
                  <c:v>0.25400462962716119</c:v>
                </c:pt>
                <c:pt idx="21947">
                  <c:v>0.25401620370394085</c:v>
                </c:pt>
                <c:pt idx="21948">
                  <c:v>0.25402777777344454</c:v>
                </c:pt>
                <c:pt idx="21949">
                  <c:v>0.25403935185022419</c:v>
                </c:pt>
                <c:pt idx="21950">
                  <c:v>0.25405092592700385</c:v>
                </c:pt>
                <c:pt idx="21951">
                  <c:v>0.25406249999650754</c:v>
                </c:pt>
                <c:pt idx="21952">
                  <c:v>0.25407407407328719</c:v>
                </c:pt>
                <c:pt idx="21953">
                  <c:v>0.25408564814279089</c:v>
                </c:pt>
                <c:pt idx="21954">
                  <c:v>0.25409722221957054</c:v>
                </c:pt>
                <c:pt idx="21955">
                  <c:v>0.25410879629635019</c:v>
                </c:pt>
                <c:pt idx="21956">
                  <c:v>0.25412037036585389</c:v>
                </c:pt>
                <c:pt idx="21957">
                  <c:v>0.25413194444263354</c:v>
                </c:pt>
                <c:pt idx="21958">
                  <c:v>0.25414351851941319</c:v>
                </c:pt>
                <c:pt idx="21959">
                  <c:v>0.25415509258891689</c:v>
                </c:pt>
                <c:pt idx="21960">
                  <c:v>0.25416666666569654</c:v>
                </c:pt>
                <c:pt idx="21961">
                  <c:v>0.25417824073520023</c:v>
                </c:pt>
                <c:pt idx="21962">
                  <c:v>0.25418981481197989</c:v>
                </c:pt>
                <c:pt idx="21963">
                  <c:v>0.25420138888875954</c:v>
                </c:pt>
                <c:pt idx="21964">
                  <c:v>0.25421296295826323</c:v>
                </c:pt>
                <c:pt idx="21965">
                  <c:v>0.25422453703504289</c:v>
                </c:pt>
                <c:pt idx="21966">
                  <c:v>0.25423611111182254</c:v>
                </c:pt>
                <c:pt idx="21967">
                  <c:v>0.25424768518132623</c:v>
                </c:pt>
                <c:pt idx="21968">
                  <c:v>0.25425925925810589</c:v>
                </c:pt>
                <c:pt idx="21969">
                  <c:v>0.25427083332760958</c:v>
                </c:pt>
                <c:pt idx="21970">
                  <c:v>0.25428240740438923</c:v>
                </c:pt>
                <c:pt idx="21971">
                  <c:v>0.25429398148116888</c:v>
                </c:pt>
                <c:pt idx="21972">
                  <c:v>0.25430555555067258</c:v>
                </c:pt>
                <c:pt idx="21973">
                  <c:v>0.25431712962745223</c:v>
                </c:pt>
                <c:pt idx="21974">
                  <c:v>0.25432870370423188</c:v>
                </c:pt>
                <c:pt idx="21975">
                  <c:v>0.25434027777373558</c:v>
                </c:pt>
                <c:pt idx="21976">
                  <c:v>0.25435185185051523</c:v>
                </c:pt>
                <c:pt idx="21977">
                  <c:v>0.25436342592001893</c:v>
                </c:pt>
                <c:pt idx="21978">
                  <c:v>0.25437499999679858</c:v>
                </c:pt>
                <c:pt idx="21979">
                  <c:v>0.25438657407357823</c:v>
                </c:pt>
                <c:pt idx="21980">
                  <c:v>0.25439814814308193</c:v>
                </c:pt>
                <c:pt idx="21981">
                  <c:v>0.25440972221986158</c:v>
                </c:pt>
                <c:pt idx="21982">
                  <c:v>0.25442129629664123</c:v>
                </c:pt>
                <c:pt idx="21983">
                  <c:v>0.25443287036614493</c:v>
                </c:pt>
                <c:pt idx="21984">
                  <c:v>0.25444444444292458</c:v>
                </c:pt>
                <c:pt idx="21985">
                  <c:v>0.25445601851970423</c:v>
                </c:pt>
                <c:pt idx="21986">
                  <c:v>0.25446759258920792</c:v>
                </c:pt>
                <c:pt idx="21987">
                  <c:v>0.25447916666598758</c:v>
                </c:pt>
                <c:pt idx="21988">
                  <c:v>0.25449074073549127</c:v>
                </c:pt>
                <c:pt idx="21989">
                  <c:v>0.25450231481227092</c:v>
                </c:pt>
                <c:pt idx="21990">
                  <c:v>0.25451388888905058</c:v>
                </c:pt>
                <c:pt idx="21991">
                  <c:v>0.25452546295855427</c:v>
                </c:pt>
                <c:pt idx="21992">
                  <c:v>0.25453703703533392</c:v>
                </c:pt>
                <c:pt idx="21993">
                  <c:v>0.25454861111211358</c:v>
                </c:pt>
                <c:pt idx="21994">
                  <c:v>0.25456018518161727</c:v>
                </c:pt>
                <c:pt idx="21995">
                  <c:v>0.25457175925839692</c:v>
                </c:pt>
                <c:pt idx="21996">
                  <c:v>0.25458333332790062</c:v>
                </c:pt>
                <c:pt idx="21997">
                  <c:v>0.25459490740468027</c:v>
                </c:pt>
                <c:pt idx="21998">
                  <c:v>0.25460648148145992</c:v>
                </c:pt>
                <c:pt idx="21999">
                  <c:v>0.25461805555096362</c:v>
                </c:pt>
                <c:pt idx="22000">
                  <c:v>0.25462962962774327</c:v>
                </c:pt>
                <c:pt idx="22001">
                  <c:v>0.25464120370452292</c:v>
                </c:pt>
                <c:pt idx="22002">
                  <c:v>0.25465277777402662</c:v>
                </c:pt>
                <c:pt idx="22003">
                  <c:v>0.25466435185080627</c:v>
                </c:pt>
                <c:pt idx="22004">
                  <c:v>0.25467592592030996</c:v>
                </c:pt>
                <c:pt idx="22005">
                  <c:v>0.25468749999708962</c:v>
                </c:pt>
                <c:pt idx="22006">
                  <c:v>0.25469907407386927</c:v>
                </c:pt>
                <c:pt idx="22007">
                  <c:v>0.25471064814337296</c:v>
                </c:pt>
                <c:pt idx="22008">
                  <c:v>0.25472222222015262</c:v>
                </c:pt>
                <c:pt idx="22009">
                  <c:v>0.25473379629693227</c:v>
                </c:pt>
                <c:pt idx="22010">
                  <c:v>0.25474537036643596</c:v>
                </c:pt>
                <c:pt idx="22011">
                  <c:v>0.25475694444321562</c:v>
                </c:pt>
                <c:pt idx="22012">
                  <c:v>0.25476851851271931</c:v>
                </c:pt>
                <c:pt idx="22013">
                  <c:v>0.25478009258949896</c:v>
                </c:pt>
                <c:pt idx="22014">
                  <c:v>0.25479166666627862</c:v>
                </c:pt>
                <c:pt idx="22015">
                  <c:v>0.25480324073578231</c:v>
                </c:pt>
                <c:pt idx="22016">
                  <c:v>0.25481481481256196</c:v>
                </c:pt>
                <c:pt idx="22017">
                  <c:v>0.25482638888934162</c:v>
                </c:pt>
                <c:pt idx="22018">
                  <c:v>0.25483796295884531</c:v>
                </c:pt>
                <c:pt idx="22019">
                  <c:v>0.25484953703562496</c:v>
                </c:pt>
                <c:pt idx="22020">
                  <c:v>0.25486111111240461</c:v>
                </c:pt>
                <c:pt idx="22021">
                  <c:v>0.25487268518190831</c:v>
                </c:pt>
                <c:pt idx="22022">
                  <c:v>0.25488425925868796</c:v>
                </c:pt>
                <c:pt idx="22023">
                  <c:v>0.25489583332819166</c:v>
                </c:pt>
                <c:pt idx="22024">
                  <c:v>0.25490740740497131</c:v>
                </c:pt>
                <c:pt idx="22025">
                  <c:v>0.25491898148175096</c:v>
                </c:pt>
                <c:pt idx="22026">
                  <c:v>0.25493055555125466</c:v>
                </c:pt>
                <c:pt idx="22027">
                  <c:v>0.25494212962803431</c:v>
                </c:pt>
                <c:pt idx="22028">
                  <c:v>0.25495370370481396</c:v>
                </c:pt>
                <c:pt idx="22029">
                  <c:v>0.25496527777431766</c:v>
                </c:pt>
                <c:pt idx="22030">
                  <c:v>0.25497685185109731</c:v>
                </c:pt>
                <c:pt idx="22031">
                  <c:v>0.254988425920601</c:v>
                </c:pt>
                <c:pt idx="22032">
                  <c:v>0.25499999999738066</c:v>
                </c:pt>
                <c:pt idx="22033">
                  <c:v>0.25501157407416031</c:v>
                </c:pt>
                <c:pt idx="22034">
                  <c:v>0.255023148143664</c:v>
                </c:pt>
                <c:pt idx="22035">
                  <c:v>0.25503472222044365</c:v>
                </c:pt>
                <c:pt idx="22036">
                  <c:v>0.25504629629722331</c:v>
                </c:pt>
                <c:pt idx="22037">
                  <c:v>0.255057870366727</c:v>
                </c:pt>
                <c:pt idx="22038">
                  <c:v>0.25506944444350665</c:v>
                </c:pt>
                <c:pt idx="22039">
                  <c:v>0.25508101851301035</c:v>
                </c:pt>
                <c:pt idx="22040">
                  <c:v>0.25509259258979</c:v>
                </c:pt>
                <c:pt idx="22041">
                  <c:v>0.25510416666656965</c:v>
                </c:pt>
                <c:pt idx="22042">
                  <c:v>0.25511574073607335</c:v>
                </c:pt>
                <c:pt idx="22043">
                  <c:v>0.255127314812853</c:v>
                </c:pt>
                <c:pt idx="22044">
                  <c:v>0.25513888888963265</c:v>
                </c:pt>
                <c:pt idx="22045">
                  <c:v>0.25515046295913635</c:v>
                </c:pt>
                <c:pt idx="22046">
                  <c:v>0.255162037035916</c:v>
                </c:pt>
                <c:pt idx="22047">
                  <c:v>0.2551736111054197</c:v>
                </c:pt>
                <c:pt idx="22048">
                  <c:v>0.25518518518219935</c:v>
                </c:pt>
                <c:pt idx="22049">
                  <c:v>0.255196759258979</c:v>
                </c:pt>
                <c:pt idx="22050">
                  <c:v>0.25520833332848269</c:v>
                </c:pt>
                <c:pt idx="22051">
                  <c:v>0.25521990740526235</c:v>
                </c:pt>
                <c:pt idx="22052">
                  <c:v>0.255231481482042</c:v>
                </c:pt>
                <c:pt idx="22053">
                  <c:v>0.25524305555154569</c:v>
                </c:pt>
                <c:pt idx="22054">
                  <c:v>0.25525462962832535</c:v>
                </c:pt>
                <c:pt idx="22055">
                  <c:v>0.25526620369782904</c:v>
                </c:pt>
                <c:pt idx="22056">
                  <c:v>0.25527777777460869</c:v>
                </c:pt>
                <c:pt idx="22057">
                  <c:v>0.25528935185138835</c:v>
                </c:pt>
                <c:pt idx="22058">
                  <c:v>0.25530092592089204</c:v>
                </c:pt>
                <c:pt idx="22059">
                  <c:v>0.25531249999767169</c:v>
                </c:pt>
                <c:pt idx="22060">
                  <c:v>0.25532407407445135</c:v>
                </c:pt>
                <c:pt idx="22061">
                  <c:v>0.25533564814395504</c:v>
                </c:pt>
                <c:pt idx="22062">
                  <c:v>0.25534722222073469</c:v>
                </c:pt>
                <c:pt idx="22063">
                  <c:v>0.25535879629751435</c:v>
                </c:pt>
                <c:pt idx="22064">
                  <c:v>0.25537037036701804</c:v>
                </c:pt>
                <c:pt idx="22065">
                  <c:v>0.25538194444379769</c:v>
                </c:pt>
                <c:pt idx="22066">
                  <c:v>0.25539351851330139</c:v>
                </c:pt>
                <c:pt idx="22067">
                  <c:v>0.25540509259008104</c:v>
                </c:pt>
                <c:pt idx="22068">
                  <c:v>0.25541666666686069</c:v>
                </c:pt>
                <c:pt idx="22069">
                  <c:v>0.25542824073636439</c:v>
                </c:pt>
                <c:pt idx="22070">
                  <c:v>0.25543981481314404</c:v>
                </c:pt>
                <c:pt idx="22071">
                  <c:v>0.25545138888992369</c:v>
                </c:pt>
                <c:pt idx="22072">
                  <c:v>0.25546296295942739</c:v>
                </c:pt>
                <c:pt idx="22073">
                  <c:v>0.25547453703620704</c:v>
                </c:pt>
                <c:pt idx="22074">
                  <c:v>0.25548611110571073</c:v>
                </c:pt>
                <c:pt idx="22075">
                  <c:v>0.25549768518249039</c:v>
                </c:pt>
                <c:pt idx="22076">
                  <c:v>0.25550925925927004</c:v>
                </c:pt>
                <c:pt idx="22077">
                  <c:v>0.25552083332877373</c:v>
                </c:pt>
                <c:pt idx="22078">
                  <c:v>0.25553240740555339</c:v>
                </c:pt>
                <c:pt idx="22079">
                  <c:v>0.25554398148233304</c:v>
                </c:pt>
                <c:pt idx="22080">
                  <c:v>0.25555555555183673</c:v>
                </c:pt>
                <c:pt idx="22081">
                  <c:v>0.25556712962861639</c:v>
                </c:pt>
                <c:pt idx="22082">
                  <c:v>0.25557870369812008</c:v>
                </c:pt>
                <c:pt idx="22083">
                  <c:v>0.25559027777489973</c:v>
                </c:pt>
                <c:pt idx="22084">
                  <c:v>0.25560185185167938</c:v>
                </c:pt>
                <c:pt idx="22085">
                  <c:v>0.25561342592118308</c:v>
                </c:pt>
                <c:pt idx="22086">
                  <c:v>0.25562499999796273</c:v>
                </c:pt>
                <c:pt idx="22087">
                  <c:v>0.25563657407474238</c:v>
                </c:pt>
                <c:pt idx="22088">
                  <c:v>0.25564814814424608</c:v>
                </c:pt>
                <c:pt idx="22089">
                  <c:v>0.25565972222102573</c:v>
                </c:pt>
                <c:pt idx="22090">
                  <c:v>0.25567129629052943</c:v>
                </c:pt>
                <c:pt idx="22091">
                  <c:v>0.25568287036730908</c:v>
                </c:pt>
                <c:pt idx="22092">
                  <c:v>0.25569444444408873</c:v>
                </c:pt>
                <c:pt idx="22093">
                  <c:v>0.25570601851359243</c:v>
                </c:pt>
                <c:pt idx="22094">
                  <c:v>0.25571759259037208</c:v>
                </c:pt>
                <c:pt idx="22095">
                  <c:v>0.25572916666715173</c:v>
                </c:pt>
                <c:pt idx="22096">
                  <c:v>0.25574074073665543</c:v>
                </c:pt>
                <c:pt idx="22097">
                  <c:v>0.25575231481343508</c:v>
                </c:pt>
                <c:pt idx="22098">
                  <c:v>0.25576388889021473</c:v>
                </c:pt>
                <c:pt idx="22099">
                  <c:v>0.25577546295971842</c:v>
                </c:pt>
                <c:pt idx="22100">
                  <c:v>0.25578703703649808</c:v>
                </c:pt>
                <c:pt idx="22101">
                  <c:v>0.25579861110600177</c:v>
                </c:pt>
                <c:pt idx="22102">
                  <c:v>0.25581018518278142</c:v>
                </c:pt>
                <c:pt idx="22103">
                  <c:v>0.25582175925956108</c:v>
                </c:pt>
                <c:pt idx="22104">
                  <c:v>0.25583333332906477</c:v>
                </c:pt>
                <c:pt idx="22105">
                  <c:v>0.25584490740584442</c:v>
                </c:pt>
                <c:pt idx="22106">
                  <c:v>0.25585648148262408</c:v>
                </c:pt>
                <c:pt idx="22107">
                  <c:v>0.25586805555212777</c:v>
                </c:pt>
                <c:pt idx="22108">
                  <c:v>0.25587962962890742</c:v>
                </c:pt>
                <c:pt idx="22109">
                  <c:v>0.25589120369841112</c:v>
                </c:pt>
                <c:pt idx="22110">
                  <c:v>0.25590277777519077</c:v>
                </c:pt>
                <c:pt idx="22111">
                  <c:v>0.25591435185197042</c:v>
                </c:pt>
                <c:pt idx="22112">
                  <c:v>0.25592592592147412</c:v>
                </c:pt>
                <c:pt idx="22113">
                  <c:v>0.25593749999825377</c:v>
                </c:pt>
                <c:pt idx="22114">
                  <c:v>0.25594907407503342</c:v>
                </c:pt>
                <c:pt idx="22115">
                  <c:v>0.25596064814453712</c:v>
                </c:pt>
                <c:pt idx="22116">
                  <c:v>0.25597222222131677</c:v>
                </c:pt>
                <c:pt idx="22117">
                  <c:v>0.25598379629082046</c:v>
                </c:pt>
                <c:pt idx="22118">
                  <c:v>0.25599537036760012</c:v>
                </c:pt>
                <c:pt idx="22119">
                  <c:v>0.25600694444437977</c:v>
                </c:pt>
                <c:pt idx="22120">
                  <c:v>0.25601851851388346</c:v>
                </c:pt>
                <c:pt idx="22121">
                  <c:v>0.25603009259066312</c:v>
                </c:pt>
                <c:pt idx="22122">
                  <c:v>0.25604166666744277</c:v>
                </c:pt>
                <c:pt idx="22123">
                  <c:v>0.25605324073694646</c:v>
                </c:pt>
                <c:pt idx="22124">
                  <c:v>0.25606481481372612</c:v>
                </c:pt>
                <c:pt idx="22125">
                  <c:v>0.25607638888322981</c:v>
                </c:pt>
                <c:pt idx="22126">
                  <c:v>0.25608796296000946</c:v>
                </c:pt>
                <c:pt idx="22127">
                  <c:v>0.25609953703678912</c:v>
                </c:pt>
                <c:pt idx="22128">
                  <c:v>0.25611111110629281</c:v>
                </c:pt>
                <c:pt idx="22129">
                  <c:v>0.25612268518307246</c:v>
                </c:pt>
                <c:pt idx="22130">
                  <c:v>0.25613425925985212</c:v>
                </c:pt>
                <c:pt idx="22131">
                  <c:v>0.25614583332935581</c:v>
                </c:pt>
                <c:pt idx="22132">
                  <c:v>0.25615740740613546</c:v>
                </c:pt>
                <c:pt idx="22133">
                  <c:v>0.25616898147563916</c:v>
                </c:pt>
                <c:pt idx="22134">
                  <c:v>0.25618055555241881</c:v>
                </c:pt>
                <c:pt idx="22135">
                  <c:v>0.25619212962919846</c:v>
                </c:pt>
                <c:pt idx="22136">
                  <c:v>0.25620370369870216</c:v>
                </c:pt>
                <c:pt idx="22137">
                  <c:v>0.25621527777548181</c:v>
                </c:pt>
                <c:pt idx="22138">
                  <c:v>0.25622685185226146</c:v>
                </c:pt>
                <c:pt idx="22139">
                  <c:v>0.25623842592176516</c:v>
                </c:pt>
                <c:pt idx="22140">
                  <c:v>0.25624999999854481</c:v>
                </c:pt>
                <c:pt idx="22141">
                  <c:v>0.25626157407532446</c:v>
                </c:pt>
                <c:pt idx="22142">
                  <c:v>0.25627314814482816</c:v>
                </c:pt>
                <c:pt idx="22143">
                  <c:v>0.25628472222160781</c:v>
                </c:pt>
                <c:pt idx="22144">
                  <c:v>0.2562962962911115</c:v>
                </c:pt>
                <c:pt idx="22145">
                  <c:v>0.25630787036789116</c:v>
                </c:pt>
                <c:pt idx="22146">
                  <c:v>0.25631944444467081</c:v>
                </c:pt>
                <c:pt idx="22147">
                  <c:v>0.2563310185141745</c:v>
                </c:pt>
                <c:pt idx="22148">
                  <c:v>0.25634259259095415</c:v>
                </c:pt>
                <c:pt idx="22149">
                  <c:v>0.25635416666773381</c:v>
                </c:pt>
                <c:pt idx="22150">
                  <c:v>0.2563657407372375</c:v>
                </c:pt>
                <c:pt idx="22151">
                  <c:v>0.25637731481401715</c:v>
                </c:pt>
                <c:pt idx="22152">
                  <c:v>0.25638888888352085</c:v>
                </c:pt>
                <c:pt idx="22153">
                  <c:v>0.2564004629603005</c:v>
                </c:pt>
                <c:pt idx="22154">
                  <c:v>0.25641203703708015</c:v>
                </c:pt>
                <c:pt idx="22155">
                  <c:v>0.25642361110658385</c:v>
                </c:pt>
                <c:pt idx="22156">
                  <c:v>0.2564351851833635</c:v>
                </c:pt>
                <c:pt idx="22157">
                  <c:v>0.25644675926014315</c:v>
                </c:pt>
                <c:pt idx="22158">
                  <c:v>0.25645833332964685</c:v>
                </c:pt>
                <c:pt idx="22159">
                  <c:v>0.2564699074064265</c:v>
                </c:pt>
                <c:pt idx="22160">
                  <c:v>0.2564814814759302</c:v>
                </c:pt>
                <c:pt idx="22161">
                  <c:v>0.25649305555270985</c:v>
                </c:pt>
                <c:pt idx="22162">
                  <c:v>0.2565046296294895</c:v>
                </c:pt>
                <c:pt idx="22163">
                  <c:v>0.25651620369899319</c:v>
                </c:pt>
                <c:pt idx="22164">
                  <c:v>0.25652777777577285</c:v>
                </c:pt>
                <c:pt idx="22165">
                  <c:v>0.2565393518525525</c:v>
                </c:pt>
                <c:pt idx="22166">
                  <c:v>0.25655092592205619</c:v>
                </c:pt>
                <c:pt idx="22167">
                  <c:v>0.25656249999883585</c:v>
                </c:pt>
                <c:pt idx="22168">
                  <c:v>0.25657407406833954</c:v>
                </c:pt>
                <c:pt idx="22169">
                  <c:v>0.25658564814511919</c:v>
                </c:pt>
                <c:pt idx="22170">
                  <c:v>0.25659722222189885</c:v>
                </c:pt>
                <c:pt idx="22171">
                  <c:v>0.25660879629140254</c:v>
                </c:pt>
                <c:pt idx="22172">
                  <c:v>0.25662037036818219</c:v>
                </c:pt>
                <c:pt idx="22173">
                  <c:v>0.25663194444496185</c:v>
                </c:pt>
                <c:pt idx="22174">
                  <c:v>0.25664351851446554</c:v>
                </c:pt>
                <c:pt idx="22175">
                  <c:v>0.25665509259124519</c:v>
                </c:pt>
                <c:pt idx="22176">
                  <c:v>0.25666666666074889</c:v>
                </c:pt>
                <c:pt idx="22177">
                  <c:v>0.25667824073752854</c:v>
                </c:pt>
                <c:pt idx="22178">
                  <c:v>0.25668981481430819</c:v>
                </c:pt>
                <c:pt idx="22179">
                  <c:v>0.25670138888381189</c:v>
                </c:pt>
                <c:pt idx="22180">
                  <c:v>0.25671296296059154</c:v>
                </c:pt>
                <c:pt idx="22181">
                  <c:v>0.25672453703737119</c:v>
                </c:pt>
                <c:pt idx="22182">
                  <c:v>0.25673611110687489</c:v>
                </c:pt>
                <c:pt idx="22183">
                  <c:v>0.25674768518365454</c:v>
                </c:pt>
                <c:pt idx="22184">
                  <c:v>0.25675925926043419</c:v>
                </c:pt>
                <c:pt idx="22185">
                  <c:v>0.25677083332993789</c:v>
                </c:pt>
                <c:pt idx="22186">
                  <c:v>0.25678240740671754</c:v>
                </c:pt>
                <c:pt idx="22187">
                  <c:v>0.25679398147622123</c:v>
                </c:pt>
                <c:pt idx="22188">
                  <c:v>0.25680555555300089</c:v>
                </c:pt>
                <c:pt idx="22189">
                  <c:v>0.25681712962978054</c:v>
                </c:pt>
                <c:pt idx="22190">
                  <c:v>0.25682870369928423</c:v>
                </c:pt>
                <c:pt idx="22191">
                  <c:v>0.25684027777606389</c:v>
                </c:pt>
                <c:pt idx="22192">
                  <c:v>0.25685185185284354</c:v>
                </c:pt>
                <c:pt idx="22193">
                  <c:v>0.25686342592234723</c:v>
                </c:pt>
                <c:pt idx="22194">
                  <c:v>0.25687499999912689</c:v>
                </c:pt>
                <c:pt idx="22195">
                  <c:v>0.25688657406863058</c:v>
                </c:pt>
                <c:pt idx="22196">
                  <c:v>0.25689814814541023</c:v>
                </c:pt>
                <c:pt idx="22197">
                  <c:v>0.25690972222218988</c:v>
                </c:pt>
                <c:pt idx="22198">
                  <c:v>0.25692129629169358</c:v>
                </c:pt>
                <c:pt idx="22199">
                  <c:v>0.25693287036847323</c:v>
                </c:pt>
                <c:pt idx="22200">
                  <c:v>0.25694444444525288</c:v>
                </c:pt>
                <c:pt idx="22201">
                  <c:v>0.25695601851475658</c:v>
                </c:pt>
                <c:pt idx="22202">
                  <c:v>0.25696759259153623</c:v>
                </c:pt>
                <c:pt idx="22203">
                  <c:v>0.25697916666103993</c:v>
                </c:pt>
                <c:pt idx="22204">
                  <c:v>0.25699074073781958</c:v>
                </c:pt>
                <c:pt idx="22205">
                  <c:v>0.25700231481459923</c:v>
                </c:pt>
                <c:pt idx="22206">
                  <c:v>0.25701388888410293</c:v>
                </c:pt>
                <c:pt idx="22207">
                  <c:v>0.25702546296088258</c:v>
                </c:pt>
                <c:pt idx="22208">
                  <c:v>0.25703703703766223</c:v>
                </c:pt>
                <c:pt idx="22209">
                  <c:v>0.25704861110716593</c:v>
                </c:pt>
                <c:pt idx="22210">
                  <c:v>0.25706018518394558</c:v>
                </c:pt>
                <c:pt idx="22211">
                  <c:v>0.25707175925344927</c:v>
                </c:pt>
                <c:pt idx="22212">
                  <c:v>0.25708333333022892</c:v>
                </c:pt>
                <c:pt idx="22213">
                  <c:v>0.25709490740700858</c:v>
                </c:pt>
                <c:pt idx="22214">
                  <c:v>0.25710648147651227</c:v>
                </c:pt>
                <c:pt idx="22215">
                  <c:v>0.25711805555329192</c:v>
                </c:pt>
                <c:pt idx="22216">
                  <c:v>0.25712962963007158</c:v>
                </c:pt>
                <c:pt idx="22217">
                  <c:v>0.25714120369957527</c:v>
                </c:pt>
                <c:pt idx="22218">
                  <c:v>0.25715277777635492</c:v>
                </c:pt>
                <c:pt idx="22219">
                  <c:v>0.25716435185313458</c:v>
                </c:pt>
                <c:pt idx="22220">
                  <c:v>0.25717592592263827</c:v>
                </c:pt>
                <c:pt idx="22221">
                  <c:v>0.25718749999941792</c:v>
                </c:pt>
                <c:pt idx="22222">
                  <c:v>0.25719907406892162</c:v>
                </c:pt>
                <c:pt idx="22223">
                  <c:v>0.25721064814570127</c:v>
                </c:pt>
                <c:pt idx="22224">
                  <c:v>0.25722222222248092</c:v>
                </c:pt>
                <c:pt idx="22225">
                  <c:v>0.25723379629198462</c:v>
                </c:pt>
                <c:pt idx="22226">
                  <c:v>0.25724537036876427</c:v>
                </c:pt>
                <c:pt idx="22227">
                  <c:v>0.25725694444554392</c:v>
                </c:pt>
                <c:pt idx="22228">
                  <c:v>0.25726851851504762</c:v>
                </c:pt>
                <c:pt idx="22229">
                  <c:v>0.25728009259182727</c:v>
                </c:pt>
                <c:pt idx="22230">
                  <c:v>0.25729166666133096</c:v>
                </c:pt>
                <c:pt idx="22231">
                  <c:v>0.25730324073811062</c:v>
                </c:pt>
                <c:pt idx="22232">
                  <c:v>0.25731481481489027</c:v>
                </c:pt>
                <c:pt idx="22233">
                  <c:v>0.25732638888439396</c:v>
                </c:pt>
                <c:pt idx="22234">
                  <c:v>0.25733796296117362</c:v>
                </c:pt>
                <c:pt idx="22235">
                  <c:v>0.25734953703795327</c:v>
                </c:pt>
                <c:pt idx="22236">
                  <c:v>0.25736111110745696</c:v>
                </c:pt>
                <c:pt idx="22237">
                  <c:v>0.25737268518423662</c:v>
                </c:pt>
                <c:pt idx="22238">
                  <c:v>0.25738425925374031</c:v>
                </c:pt>
                <c:pt idx="22239">
                  <c:v>0.25739583333051996</c:v>
                </c:pt>
                <c:pt idx="22240">
                  <c:v>0.25740740740729962</c:v>
                </c:pt>
                <c:pt idx="22241">
                  <c:v>0.25741898147680331</c:v>
                </c:pt>
                <c:pt idx="22242">
                  <c:v>0.25743055555358296</c:v>
                </c:pt>
                <c:pt idx="22243">
                  <c:v>0.25744212963036261</c:v>
                </c:pt>
                <c:pt idx="22244">
                  <c:v>0.25745370369986631</c:v>
                </c:pt>
                <c:pt idx="22245">
                  <c:v>0.25746527777664596</c:v>
                </c:pt>
                <c:pt idx="22246">
                  <c:v>0.25747685184614966</c:v>
                </c:pt>
                <c:pt idx="22247">
                  <c:v>0.25748842592292931</c:v>
                </c:pt>
                <c:pt idx="22248">
                  <c:v>0.25749999999970896</c:v>
                </c:pt>
                <c:pt idx="22249">
                  <c:v>0.25751157406921266</c:v>
                </c:pt>
                <c:pt idx="22250">
                  <c:v>0.25752314814599231</c:v>
                </c:pt>
                <c:pt idx="22251">
                  <c:v>0.25753472222277196</c:v>
                </c:pt>
                <c:pt idx="22252">
                  <c:v>0.25754629629227566</c:v>
                </c:pt>
                <c:pt idx="22253">
                  <c:v>0.25755787036905531</c:v>
                </c:pt>
                <c:pt idx="22254">
                  <c:v>0.257569444438559</c:v>
                </c:pt>
                <c:pt idx="22255">
                  <c:v>0.25758101851533866</c:v>
                </c:pt>
                <c:pt idx="22256">
                  <c:v>0.25759259259211831</c:v>
                </c:pt>
                <c:pt idx="22257">
                  <c:v>0.257604166661622</c:v>
                </c:pt>
                <c:pt idx="22258">
                  <c:v>0.25761574073840166</c:v>
                </c:pt>
                <c:pt idx="22259">
                  <c:v>0.25762731481518131</c:v>
                </c:pt>
                <c:pt idx="22260">
                  <c:v>0.257638888884685</c:v>
                </c:pt>
                <c:pt idx="22261">
                  <c:v>0.25765046296146465</c:v>
                </c:pt>
                <c:pt idx="22262">
                  <c:v>0.25766203703824431</c:v>
                </c:pt>
                <c:pt idx="22263">
                  <c:v>0.257673611107748</c:v>
                </c:pt>
                <c:pt idx="22264">
                  <c:v>0.25768518518452765</c:v>
                </c:pt>
                <c:pt idx="22265">
                  <c:v>0.25769675925403135</c:v>
                </c:pt>
                <c:pt idx="22266">
                  <c:v>0.257708333330811</c:v>
                </c:pt>
                <c:pt idx="22267">
                  <c:v>0.25771990740759065</c:v>
                </c:pt>
                <c:pt idx="22268">
                  <c:v>0.25773148147709435</c:v>
                </c:pt>
                <c:pt idx="22269">
                  <c:v>0.257743055553874</c:v>
                </c:pt>
                <c:pt idx="22270">
                  <c:v>0.25775462963065365</c:v>
                </c:pt>
                <c:pt idx="22271">
                  <c:v>0.25776620370015735</c:v>
                </c:pt>
                <c:pt idx="22272">
                  <c:v>0.257777777776937</c:v>
                </c:pt>
                <c:pt idx="22273">
                  <c:v>0.2577893518464407</c:v>
                </c:pt>
                <c:pt idx="22274">
                  <c:v>0.25780092592322035</c:v>
                </c:pt>
                <c:pt idx="22275">
                  <c:v>0.2578125</c:v>
                </c:pt>
                <c:pt idx="22276">
                  <c:v>0.25782407406950369</c:v>
                </c:pt>
                <c:pt idx="22277">
                  <c:v>0.25783564814628335</c:v>
                </c:pt>
                <c:pt idx="22278">
                  <c:v>0.257847222223063</c:v>
                </c:pt>
                <c:pt idx="22279">
                  <c:v>0.25785879629256669</c:v>
                </c:pt>
                <c:pt idx="22280">
                  <c:v>0.25787037036934635</c:v>
                </c:pt>
                <c:pt idx="22281">
                  <c:v>0.25788194443885004</c:v>
                </c:pt>
                <c:pt idx="22282">
                  <c:v>0.25789351851562969</c:v>
                </c:pt>
                <c:pt idx="22283">
                  <c:v>0.25790509259240935</c:v>
                </c:pt>
                <c:pt idx="22284">
                  <c:v>0.25791666666191304</c:v>
                </c:pt>
                <c:pt idx="22285">
                  <c:v>0.25792824073869269</c:v>
                </c:pt>
                <c:pt idx="22286">
                  <c:v>0.25793981481547235</c:v>
                </c:pt>
                <c:pt idx="22287">
                  <c:v>0.25795138888497604</c:v>
                </c:pt>
                <c:pt idx="22288">
                  <c:v>0.25796296296175569</c:v>
                </c:pt>
                <c:pt idx="22289">
                  <c:v>0.25797453703125939</c:v>
                </c:pt>
                <c:pt idx="22290">
                  <c:v>0.25798611110803904</c:v>
                </c:pt>
                <c:pt idx="22291">
                  <c:v>0.25799768518481869</c:v>
                </c:pt>
                <c:pt idx="22292">
                  <c:v>0.25800925925432239</c:v>
                </c:pt>
                <c:pt idx="22293">
                  <c:v>0.25802083333110204</c:v>
                </c:pt>
                <c:pt idx="22294">
                  <c:v>0.25803240740788169</c:v>
                </c:pt>
                <c:pt idx="22295">
                  <c:v>0.25804398147738539</c:v>
                </c:pt>
                <c:pt idx="22296">
                  <c:v>0.25805555555416504</c:v>
                </c:pt>
                <c:pt idx="22297">
                  <c:v>0.25806712963094469</c:v>
                </c:pt>
                <c:pt idx="22298">
                  <c:v>0.25807870370044839</c:v>
                </c:pt>
                <c:pt idx="22299">
                  <c:v>0.25809027777722804</c:v>
                </c:pt>
                <c:pt idx="22300">
                  <c:v>0.25810185184673173</c:v>
                </c:pt>
                <c:pt idx="22301">
                  <c:v>0.25811342592351139</c:v>
                </c:pt>
                <c:pt idx="22302">
                  <c:v>0.25812500000029104</c:v>
                </c:pt>
                <c:pt idx="22303">
                  <c:v>0.25813657406979473</c:v>
                </c:pt>
                <c:pt idx="22304">
                  <c:v>0.25814814814657439</c:v>
                </c:pt>
                <c:pt idx="22305">
                  <c:v>0.25815972222335404</c:v>
                </c:pt>
                <c:pt idx="22306">
                  <c:v>0.25817129629285773</c:v>
                </c:pt>
                <c:pt idx="22307">
                  <c:v>0.25818287036963739</c:v>
                </c:pt>
                <c:pt idx="22308">
                  <c:v>0.25819444443914108</c:v>
                </c:pt>
                <c:pt idx="22309">
                  <c:v>0.25820601851592073</c:v>
                </c:pt>
                <c:pt idx="22310">
                  <c:v>0.25821759259270038</c:v>
                </c:pt>
                <c:pt idx="22311">
                  <c:v>0.25822916666220408</c:v>
                </c:pt>
                <c:pt idx="22312">
                  <c:v>0.25824074073898373</c:v>
                </c:pt>
                <c:pt idx="22313">
                  <c:v>0.25825231481576338</c:v>
                </c:pt>
                <c:pt idx="22314">
                  <c:v>0.25826388888526708</c:v>
                </c:pt>
                <c:pt idx="22315">
                  <c:v>0.25827546296204673</c:v>
                </c:pt>
                <c:pt idx="22316">
                  <c:v>0.25828703703155043</c:v>
                </c:pt>
                <c:pt idx="22317">
                  <c:v>0.25829861110833008</c:v>
                </c:pt>
                <c:pt idx="22318">
                  <c:v>0.25831018518510973</c:v>
                </c:pt>
                <c:pt idx="22319">
                  <c:v>0.25832175925461343</c:v>
                </c:pt>
                <c:pt idx="22320">
                  <c:v>0.25833333333139308</c:v>
                </c:pt>
                <c:pt idx="22321">
                  <c:v>0.25834490740817273</c:v>
                </c:pt>
                <c:pt idx="22322">
                  <c:v>0.25835648147767643</c:v>
                </c:pt>
                <c:pt idx="22323">
                  <c:v>0.25836805555445608</c:v>
                </c:pt>
                <c:pt idx="22324">
                  <c:v>0.25837962962395977</c:v>
                </c:pt>
                <c:pt idx="22325">
                  <c:v>0.25839120370073942</c:v>
                </c:pt>
                <c:pt idx="22326">
                  <c:v>0.25840277777751908</c:v>
                </c:pt>
                <c:pt idx="22327">
                  <c:v>0.25841435184702277</c:v>
                </c:pt>
                <c:pt idx="22328">
                  <c:v>0.25842592592380242</c:v>
                </c:pt>
                <c:pt idx="22329">
                  <c:v>0.25843750000058208</c:v>
                </c:pt>
                <c:pt idx="22330">
                  <c:v>0.25844907407008577</c:v>
                </c:pt>
                <c:pt idx="22331">
                  <c:v>0.25846064814686542</c:v>
                </c:pt>
                <c:pt idx="22332">
                  <c:v>0.25847222221636912</c:v>
                </c:pt>
                <c:pt idx="22333">
                  <c:v>0.25848379629314877</c:v>
                </c:pt>
                <c:pt idx="22334">
                  <c:v>0.25849537036992842</c:v>
                </c:pt>
                <c:pt idx="22335">
                  <c:v>0.25850694443943212</c:v>
                </c:pt>
                <c:pt idx="22336">
                  <c:v>0.25851851851621177</c:v>
                </c:pt>
                <c:pt idx="22337">
                  <c:v>0.25853009259299142</c:v>
                </c:pt>
                <c:pt idx="22338">
                  <c:v>0.25854166666249512</c:v>
                </c:pt>
                <c:pt idx="22339">
                  <c:v>0.25855324073927477</c:v>
                </c:pt>
                <c:pt idx="22340">
                  <c:v>0.25856481481605442</c:v>
                </c:pt>
                <c:pt idx="22341">
                  <c:v>0.25857638888555812</c:v>
                </c:pt>
                <c:pt idx="22342">
                  <c:v>0.25858796296233777</c:v>
                </c:pt>
                <c:pt idx="22343">
                  <c:v>0.25859953703184146</c:v>
                </c:pt>
                <c:pt idx="22344">
                  <c:v>0.25861111110862112</c:v>
                </c:pt>
                <c:pt idx="22345">
                  <c:v>0.25862268518540077</c:v>
                </c:pt>
                <c:pt idx="22346">
                  <c:v>0.25863425925490446</c:v>
                </c:pt>
                <c:pt idx="22347">
                  <c:v>0.25864583333168412</c:v>
                </c:pt>
                <c:pt idx="22348">
                  <c:v>0.25865740740846377</c:v>
                </c:pt>
                <c:pt idx="22349">
                  <c:v>0.25866898147796746</c:v>
                </c:pt>
                <c:pt idx="22350">
                  <c:v>0.25868055555474712</c:v>
                </c:pt>
                <c:pt idx="22351">
                  <c:v>0.25869212962425081</c:v>
                </c:pt>
                <c:pt idx="22352">
                  <c:v>0.25870370370103046</c:v>
                </c:pt>
                <c:pt idx="22353">
                  <c:v>0.25871527777781012</c:v>
                </c:pt>
                <c:pt idx="22354">
                  <c:v>0.25872685184731381</c:v>
                </c:pt>
                <c:pt idx="22355">
                  <c:v>0.25873842592409346</c:v>
                </c:pt>
                <c:pt idx="22356">
                  <c:v>0.25875000000087311</c:v>
                </c:pt>
                <c:pt idx="22357">
                  <c:v>0.25876157407037681</c:v>
                </c:pt>
                <c:pt idx="22358">
                  <c:v>0.25877314814715646</c:v>
                </c:pt>
                <c:pt idx="22359">
                  <c:v>0.25878472221666016</c:v>
                </c:pt>
                <c:pt idx="22360">
                  <c:v>0.25879629629343981</c:v>
                </c:pt>
                <c:pt idx="22361">
                  <c:v>0.25880787037021946</c:v>
                </c:pt>
                <c:pt idx="22362">
                  <c:v>0.25881944443972316</c:v>
                </c:pt>
                <c:pt idx="22363">
                  <c:v>0.25883101851650281</c:v>
                </c:pt>
                <c:pt idx="22364">
                  <c:v>0.25884259259328246</c:v>
                </c:pt>
                <c:pt idx="22365">
                  <c:v>0.25885416666278616</c:v>
                </c:pt>
                <c:pt idx="22366">
                  <c:v>0.25886574073956581</c:v>
                </c:pt>
                <c:pt idx="22367">
                  <c:v>0.2588773148090695</c:v>
                </c:pt>
                <c:pt idx="22368">
                  <c:v>0.25888888888584916</c:v>
                </c:pt>
                <c:pt idx="22369">
                  <c:v>0.25890046296262881</c:v>
                </c:pt>
                <c:pt idx="22370">
                  <c:v>0.2589120370321325</c:v>
                </c:pt>
                <c:pt idx="22371">
                  <c:v>0.25892361110891216</c:v>
                </c:pt>
                <c:pt idx="22372">
                  <c:v>0.25893518518569181</c:v>
                </c:pt>
                <c:pt idx="22373">
                  <c:v>0.2589467592551955</c:v>
                </c:pt>
                <c:pt idx="22374">
                  <c:v>0.25895833333197515</c:v>
                </c:pt>
                <c:pt idx="22375">
                  <c:v>0.25896990740147885</c:v>
                </c:pt>
                <c:pt idx="22376">
                  <c:v>0.2589814814782585</c:v>
                </c:pt>
                <c:pt idx="22377">
                  <c:v>0.25899305555503815</c:v>
                </c:pt>
                <c:pt idx="22378">
                  <c:v>0.25900462962454185</c:v>
                </c:pt>
                <c:pt idx="22379">
                  <c:v>0.2590162037013215</c:v>
                </c:pt>
                <c:pt idx="22380">
                  <c:v>0.25902777777810115</c:v>
                </c:pt>
                <c:pt idx="22381">
                  <c:v>0.25903935184760485</c:v>
                </c:pt>
                <c:pt idx="22382">
                  <c:v>0.2590509259243845</c:v>
                </c:pt>
                <c:pt idx="22383">
                  <c:v>0.25906250000116415</c:v>
                </c:pt>
                <c:pt idx="22384">
                  <c:v>0.25907407407066785</c:v>
                </c:pt>
                <c:pt idx="22385">
                  <c:v>0.2590856481474475</c:v>
                </c:pt>
                <c:pt idx="22386">
                  <c:v>0.2590972222169512</c:v>
                </c:pt>
                <c:pt idx="22387">
                  <c:v>0.25910879629373085</c:v>
                </c:pt>
                <c:pt idx="22388">
                  <c:v>0.2591203703705105</c:v>
                </c:pt>
                <c:pt idx="22389">
                  <c:v>0.25913194444001419</c:v>
                </c:pt>
                <c:pt idx="22390">
                  <c:v>0.25914351851679385</c:v>
                </c:pt>
                <c:pt idx="22391">
                  <c:v>0.2591550925935735</c:v>
                </c:pt>
                <c:pt idx="22392">
                  <c:v>0.25916666666307719</c:v>
                </c:pt>
                <c:pt idx="22393">
                  <c:v>0.25917824073985685</c:v>
                </c:pt>
                <c:pt idx="22394">
                  <c:v>0.25918981480936054</c:v>
                </c:pt>
                <c:pt idx="22395">
                  <c:v>0.25920138888614019</c:v>
                </c:pt>
                <c:pt idx="22396">
                  <c:v>0.25921296296291985</c:v>
                </c:pt>
                <c:pt idx="22397">
                  <c:v>0.25922453703242354</c:v>
                </c:pt>
                <c:pt idx="22398">
                  <c:v>0.25923611110920319</c:v>
                </c:pt>
                <c:pt idx="22399">
                  <c:v>0.25924768518598285</c:v>
                </c:pt>
                <c:pt idx="22400">
                  <c:v>0.25925925925548654</c:v>
                </c:pt>
                <c:pt idx="22401">
                  <c:v>0.25927083333226619</c:v>
                </c:pt>
                <c:pt idx="22402">
                  <c:v>0.25928240740176989</c:v>
                </c:pt>
                <c:pt idx="22403">
                  <c:v>0.25929398147854954</c:v>
                </c:pt>
                <c:pt idx="22404">
                  <c:v>0.25930555555532919</c:v>
                </c:pt>
                <c:pt idx="22405">
                  <c:v>0.25931712962483289</c:v>
                </c:pt>
                <c:pt idx="22406">
                  <c:v>0.25932870370161254</c:v>
                </c:pt>
                <c:pt idx="22407">
                  <c:v>0.25934027777839219</c:v>
                </c:pt>
                <c:pt idx="22408">
                  <c:v>0.25935185184789589</c:v>
                </c:pt>
                <c:pt idx="22409">
                  <c:v>0.25936342592467554</c:v>
                </c:pt>
                <c:pt idx="22410">
                  <c:v>0.25937499999417923</c:v>
                </c:pt>
                <c:pt idx="22411">
                  <c:v>0.25938657407095889</c:v>
                </c:pt>
                <c:pt idx="22412">
                  <c:v>0.25939814814773854</c:v>
                </c:pt>
                <c:pt idx="22413">
                  <c:v>0.25940972221724223</c:v>
                </c:pt>
                <c:pt idx="22414">
                  <c:v>0.25942129629402189</c:v>
                </c:pt>
                <c:pt idx="22415">
                  <c:v>0.25943287037080154</c:v>
                </c:pt>
                <c:pt idx="22416">
                  <c:v>0.25944444444030523</c:v>
                </c:pt>
                <c:pt idx="22417">
                  <c:v>0.25945601851708489</c:v>
                </c:pt>
                <c:pt idx="22418">
                  <c:v>0.25946759259386454</c:v>
                </c:pt>
                <c:pt idx="22419">
                  <c:v>0.25947916666336823</c:v>
                </c:pt>
                <c:pt idx="22420">
                  <c:v>0.25949074074014788</c:v>
                </c:pt>
                <c:pt idx="22421">
                  <c:v>0.25950231480965158</c:v>
                </c:pt>
                <c:pt idx="22422">
                  <c:v>0.25951388888643123</c:v>
                </c:pt>
                <c:pt idx="22423">
                  <c:v>0.25952546296321088</c:v>
                </c:pt>
                <c:pt idx="22424">
                  <c:v>0.25953703703271458</c:v>
                </c:pt>
                <c:pt idx="22425">
                  <c:v>0.25954861110949423</c:v>
                </c:pt>
                <c:pt idx="22426">
                  <c:v>0.25956018518627388</c:v>
                </c:pt>
                <c:pt idx="22427">
                  <c:v>0.25957175925577758</c:v>
                </c:pt>
                <c:pt idx="22428">
                  <c:v>0.25958333333255723</c:v>
                </c:pt>
                <c:pt idx="22429">
                  <c:v>0.25959490740206093</c:v>
                </c:pt>
                <c:pt idx="22430">
                  <c:v>0.25960648147884058</c:v>
                </c:pt>
                <c:pt idx="22431">
                  <c:v>0.25961805555562023</c:v>
                </c:pt>
                <c:pt idx="22432">
                  <c:v>0.25962962962512393</c:v>
                </c:pt>
                <c:pt idx="22433">
                  <c:v>0.25964120370190358</c:v>
                </c:pt>
                <c:pt idx="22434">
                  <c:v>0.25965277777868323</c:v>
                </c:pt>
                <c:pt idx="22435">
                  <c:v>0.25966435184818693</c:v>
                </c:pt>
                <c:pt idx="22436">
                  <c:v>0.25967592592496658</c:v>
                </c:pt>
                <c:pt idx="22437">
                  <c:v>0.25968749999447027</c:v>
                </c:pt>
                <c:pt idx="22438">
                  <c:v>0.25969907407124992</c:v>
                </c:pt>
                <c:pt idx="22439">
                  <c:v>0.25971064814802958</c:v>
                </c:pt>
                <c:pt idx="22440">
                  <c:v>0.25972222221753327</c:v>
                </c:pt>
                <c:pt idx="22441">
                  <c:v>0.25973379629431292</c:v>
                </c:pt>
                <c:pt idx="22442">
                  <c:v>0.25974537037109258</c:v>
                </c:pt>
                <c:pt idx="22443">
                  <c:v>0.25975694444059627</c:v>
                </c:pt>
                <c:pt idx="22444">
                  <c:v>0.25976851851737592</c:v>
                </c:pt>
                <c:pt idx="22445">
                  <c:v>0.25978009258687962</c:v>
                </c:pt>
                <c:pt idx="22446">
                  <c:v>0.25979166666365927</c:v>
                </c:pt>
                <c:pt idx="22447">
                  <c:v>0.25980324074043892</c:v>
                </c:pt>
                <c:pt idx="22448">
                  <c:v>0.25981481480994262</c:v>
                </c:pt>
                <c:pt idx="22449">
                  <c:v>0.25982638888672227</c:v>
                </c:pt>
                <c:pt idx="22450">
                  <c:v>0.25983796296350192</c:v>
                </c:pt>
                <c:pt idx="22451">
                  <c:v>0.25984953703300562</c:v>
                </c:pt>
                <c:pt idx="22452">
                  <c:v>0.25986111110978527</c:v>
                </c:pt>
                <c:pt idx="22453">
                  <c:v>0.25987268517928896</c:v>
                </c:pt>
                <c:pt idx="22454">
                  <c:v>0.25988425925606862</c:v>
                </c:pt>
                <c:pt idx="22455">
                  <c:v>0.25989583333284827</c:v>
                </c:pt>
                <c:pt idx="22456">
                  <c:v>0.25990740740235196</c:v>
                </c:pt>
                <c:pt idx="22457">
                  <c:v>0.25991898147913162</c:v>
                </c:pt>
                <c:pt idx="22458">
                  <c:v>0.25993055555591127</c:v>
                </c:pt>
                <c:pt idx="22459">
                  <c:v>0.25994212962541496</c:v>
                </c:pt>
                <c:pt idx="22460">
                  <c:v>0.25995370370219462</c:v>
                </c:pt>
                <c:pt idx="22461">
                  <c:v>0.25996527777897427</c:v>
                </c:pt>
                <c:pt idx="22462">
                  <c:v>0.25997685184847796</c:v>
                </c:pt>
                <c:pt idx="22463">
                  <c:v>0.25998842592525762</c:v>
                </c:pt>
                <c:pt idx="22464">
                  <c:v>0.25999999999476131</c:v>
                </c:pt>
                <c:pt idx="22465">
                  <c:v>0.26001157407154096</c:v>
                </c:pt>
                <c:pt idx="22466">
                  <c:v>0.26002314814832062</c:v>
                </c:pt>
                <c:pt idx="22467">
                  <c:v>0.26003472221782431</c:v>
                </c:pt>
                <c:pt idx="22468">
                  <c:v>0.26004629629460396</c:v>
                </c:pt>
                <c:pt idx="22469">
                  <c:v>0.26005787037138361</c:v>
                </c:pt>
                <c:pt idx="22470">
                  <c:v>0.26006944444088731</c:v>
                </c:pt>
                <c:pt idx="22471">
                  <c:v>0.26008101851766696</c:v>
                </c:pt>
                <c:pt idx="22472">
                  <c:v>0.26009259258717066</c:v>
                </c:pt>
                <c:pt idx="22473">
                  <c:v>0.26010416666395031</c:v>
                </c:pt>
                <c:pt idx="22474">
                  <c:v>0.26011574074072996</c:v>
                </c:pt>
                <c:pt idx="22475">
                  <c:v>0.26012731481023366</c:v>
                </c:pt>
                <c:pt idx="22476">
                  <c:v>0.26013888888701331</c:v>
                </c:pt>
                <c:pt idx="22477">
                  <c:v>0.26015046296379296</c:v>
                </c:pt>
                <c:pt idx="22478">
                  <c:v>0.26016203703329666</c:v>
                </c:pt>
                <c:pt idx="22479">
                  <c:v>0.26017361111007631</c:v>
                </c:pt>
                <c:pt idx="22480">
                  <c:v>0.26018518517958</c:v>
                </c:pt>
                <c:pt idx="22481">
                  <c:v>0.26019675925635966</c:v>
                </c:pt>
                <c:pt idx="22482">
                  <c:v>0.26020833333313931</c:v>
                </c:pt>
                <c:pt idx="22483">
                  <c:v>0.260219907402643</c:v>
                </c:pt>
                <c:pt idx="22484">
                  <c:v>0.26023148147942265</c:v>
                </c:pt>
                <c:pt idx="22485">
                  <c:v>0.26024305555620231</c:v>
                </c:pt>
                <c:pt idx="22486">
                  <c:v>0.260254629625706</c:v>
                </c:pt>
                <c:pt idx="22487">
                  <c:v>0.26026620370248565</c:v>
                </c:pt>
                <c:pt idx="22488">
                  <c:v>0.26027777777198935</c:v>
                </c:pt>
                <c:pt idx="22489">
                  <c:v>0.260289351848769</c:v>
                </c:pt>
                <c:pt idx="22490">
                  <c:v>0.26030092592554865</c:v>
                </c:pt>
                <c:pt idx="22491">
                  <c:v>0.26031249999505235</c:v>
                </c:pt>
                <c:pt idx="22492">
                  <c:v>0.260324074071832</c:v>
                </c:pt>
                <c:pt idx="22493">
                  <c:v>0.26033564814861165</c:v>
                </c:pt>
                <c:pt idx="22494">
                  <c:v>0.26034722221811535</c:v>
                </c:pt>
                <c:pt idx="22495">
                  <c:v>0.260358796294895</c:v>
                </c:pt>
                <c:pt idx="22496">
                  <c:v>0.26037037037167465</c:v>
                </c:pt>
                <c:pt idx="22497">
                  <c:v>0.26038194444117835</c:v>
                </c:pt>
                <c:pt idx="22498">
                  <c:v>0.260393518517958</c:v>
                </c:pt>
                <c:pt idx="22499">
                  <c:v>0.2604050925874617</c:v>
                </c:pt>
                <c:pt idx="22500">
                  <c:v>0.26041666666424135</c:v>
                </c:pt>
                <c:pt idx="22501">
                  <c:v>0.260428240741021</c:v>
                </c:pt>
                <c:pt idx="22502">
                  <c:v>0.26043981481052469</c:v>
                </c:pt>
                <c:pt idx="22503">
                  <c:v>0.26045138888730435</c:v>
                </c:pt>
                <c:pt idx="22504">
                  <c:v>0.260462962964084</c:v>
                </c:pt>
                <c:pt idx="22505">
                  <c:v>0.26047453703358769</c:v>
                </c:pt>
                <c:pt idx="22506">
                  <c:v>0.26048611111036735</c:v>
                </c:pt>
                <c:pt idx="22507">
                  <c:v>0.26049768517987104</c:v>
                </c:pt>
                <c:pt idx="22508">
                  <c:v>0.26050925925665069</c:v>
                </c:pt>
                <c:pt idx="22509">
                  <c:v>0.26052083333343035</c:v>
                </c:pt>
                <c:pt idx="22510">
                  <c:v>0.26053240740293404</c:v>
                </c:pt>
                <c:pt idx="22511">
                  <c:v>0.26054398147971369</c:v>
                </c:pt>
                <c:pt idx="22512">
                  <c:v>0.26055555555649335</c:v>
                </c:pt>
                <c:pt idx="22513">
                  <c:v>0.26056712962599704</c:v>
                </c:pt>
                <c:pt idx="22514">
                  <c:v>0.26057870370277669</c:v>
                </c:pt>
                <c:pt idx="22515">
                  <c:v>0.26059027777228039</c:v>
                </c:pt>
                <c:pt idx="22516">
                  <c:v>0.26060185184906004</c:v>
                </c:pt>
                <c:pt idx="22517">
                  <c:v>0.26061342592583969</c:v>
                </c:pt>
                <c:pt idx="22518">
                  <c:v>0.26062499999534339</c:v>
                </c:pt>
                <c:pt idx="22519">
                  <c:v>0.26063657407212304</c:v>
                </c:pt>
                <c:pt idx="22520">
                  <c:v>0.26064814814890269</c:v>
                </c:pt>
                <c:pt idx="22521">
                  <c:v>0.26065972221840639</c:v>
                </c:pt>
                <c:pt idx="22522">
                  <c:v>0.26067129629518604</c:v>
                </c:pt>
                <c:pt idx="22523">
                  <c:v>0.26068287036468973</c:v>
                </c:pt>
                <c:pt idx="22524">
                  <c:v>0.26069444444146939</c:v>
                </c:pt>
                <c:pt idx="22525">
                  <c:v>0.26070601851824904</c:v>
                </c:pt>
                <c:pt idx="22526">
                  <c:v>0.26071759258775273</c:v>
                </c:pt>
                <c:pt idx="22527">
                  <c:v>0.26072916666453239</c:v>
                </c:pt>
                <c:pt idx="22528">
                  <c:v>0.26074074074131204</c:v>
                </c:pt>
                <c:pt idx="22529">
                  <c:v>0.26075231481081573</c:v>
                </c:pt>
                <c:pt idx="22530">
                  <c:v>0.26076388888759539</c:v>
                </c:pt>
                <c:pt idx="22531">
                  <c:v>0.26077546295709908</c:v>
                </c:pt>
                <c:pt idx="22532">
                  <c:v>0.26078703703387873</c:v>
                </c:pt>
                <c:pt idx="22533">
                  <c:v>0.26079861111065838</c:v>
                </c:pt>
                <c:pt idx="22534">
                  <c:v>0.26081018518016208</c:v>
                </c:pt>
                <c:pt idx="22535">
                  <c:v>0.26082175925694173</c:v>
                </c:pt>
                <c:pt idx="22536">
                  <c:v>0.26083333333372138</c:v>
                </c:pt>
                <c:pt idx="22537">
                  <c:v>0.26084490740322508</c:v>
                </c:pt>
                <c:pt idx="22538">
                  <c:v>0.26085648148000473</c:v>
                </c:pt>
                <c:pt idx="22539">
                  <c:v>0.26086805555678438</c:v>
                </c:pt>
                <c:pt idx="22540">
                  <c:v>0.26087962962628808</c:v>
                </c:pt>
                <c:pt idx="22541">
                  <c:v>0.26089120370306773</c:v>
                </c:pt>
                <c:pt idx="22542">
                  <c:v>0.26090277777257143</c:v>
                </c:pt>
                <c:pt idx="22543">
                  <c:v>0.26091435184935108</c:v>
                </c:pt>
                <c:pt idx="22544">
                  <c:v>0.26092592592613073</c:v>
                </c:pt>
                <c:pt idx="22545">
                  <c:v>0.26093749999563443</c:v>
                </c:pt>
                <c:pt idx="22546">
                  <c:v>0.26094907407241408</c:v>
                </c:pt>
                <c:pt idx="22547">
                  <c:v>0.26096064814919373</c:v>
                </c:pt>
                <c:pt idx="22548">
                  <c:v>0.26097222221869742</c:v>
                </c:pt>
                <c:pt idx="22549">
                  <c:v>0.26098379629547708</c:v>
                </c:pt>
                <c:pt idx="22550">
                  <c:v>0.26099537036498077</c:v>
                </c:pt>
                <c:pt idx="22551">
                  <c:v>0.26100694444176042</c:v>
                </c:pt>
                <c:pt idx="22552">
                  <c:v>0.26101851851854008</c:v>
                </c:pt>
                <c:pt idx="22553">
                  <c:v>0.26103009258804377</c:v>
                </c:pt>
                <c:pt idx="22554">
                  <c:v>0.26104166666482342</c:v>
                </c:pt>
                <c:pt idx="22555">
                  <c:v>0.26105324074160308</c:v>
                </c:pt>
                <c:pt idx="22556">
                  <c:v>0.26106481481110677</c:v>
                </c:pt>
                <c:pt idx="22557">
                  <c:v>0.26107638888788642</c:v>
                </c:pt>
                <c:pt idx="22558">
                  <c:v>0.26108796295739012</c:v>
                </c:pt>
                <c:pt idx="22559">
                  <c:v>0.26109953703416977</c:v>
                </c:pt>
                <c:pt idx="22560">
                  <c:v>0.26111111111094942</c:v>
                </c:pt>
                <c:pt idx="22561">
                  <c:v>0.26112268518045312</c:v>
                </c:pt>
                <c:pt idx="22562">
                  <c:v>0.26113425925723277</c:v>
                </c:pt>
                <c:pt idx="22563">
                  <c:v>0.26114583333401242</c:v>
                </c:pt>
                <c:pt idx="22564">
                  <c:v>0.26115740740351612</c:v>
                </c:pt>
                <c:pt idx="22565">
                  <c:v>0.26116898148029577</c:v>
                </c:pt>
                <c:pt idx="22566">
                  <c:v>0.26118055554979946</c:v>
                </c:pt>
                <c:pt idx="22567">
                  <c:v>0.26119212962657912</c:v>
                </c:pt>
                <c:pt idx="22568">
                  <c:v>0.26120370370335877</c:v>
                </c:pt>
                <c:pt idx="22569">
                  <c:v>0.26121527777286246</c:v>
                </c:pt>
                <c:pt idx="22570">
                  <c:v>0.26122685184964212</c:v>
                </c:pt>
                <c:pt idx="22571">
                  <c:v>0.26123842592642177</c:v>
                </c:pt>
                <c:pt idx="22572">
                  <c:v>0.26124999999592546</c:v>
                </c:pt>
                <c:pt idx="22573">
                  <c:v>0.26126157407270512</c:v>
                </c:pt>
                <c:pt idx="22574">
                  <c:v>0.26127314814948477</c:v>
                </c:pt>
                <c:pt idx="22575">
                  <c:v>0.26128472221898846</c:v>
                </c:pt>
                <c:pt idx="22576">
                  <c:v>0.26129629629576812</c:v>
                </c:pt>
                <c:pt idx="22577">
                  <c:v>0.26130787036527181</c:v>
                </c:pt>
                <c:pt idx="22578">
                  <c:v>0.26131944444205146</c:v>
                </c:pt>
                <c:pt idx="22579">
                  <c:v>0.26133101851883112</c:v>
                </c:pt>
                <c:pt idx="22580">
                  <c:v>0.26134259258833481</c:v>
                </c:pt>
                <c:pt idx="22581">
                  <c:v>0.26135416666511446</c:v>
                </c:pt>
                <c:pt idx="22582">
                  <c:v>0.26136574074189411</c:v>
                </c:pt>
                <c:pt idx="22583">
                  <c:v>0.26137731481139781</c:v>
                </c:pt>
                <c:pt idx="22584">
                  <c:v>0.26138888888817746</c:v>
                </c:pt>
                <c:pt idx="22585">
                  <c:v>0.26140046295768116</c:v>
                </c:pt>
                <c:pt idx="22586">
                  <c:v>0.26141203703446081</c:v>
                </c:pt>
                <c:pt idx="22587">
                  <c:v>0.26142361111124046</c:v>
                </c:pt>
                <c:pt idx="22588">
                  <c:v>0.26143518518074416</c:v>
                </c:pt>
                <c:pt idx="22589">
                  <c:v>0.26144675925752381</c:v>
                </c:pt>
                <c:pt idx="22590">
                  <c:v>0.26145833333430346</c:v>
                </c:pt>
                <c:pt idx="22591">
                  <c:v>0.26146990740380716</c:v>
                </c:pt>
                <c:pt idx="22592">
                  <c:v>0.26148148148058681</c:v>
                </c:pt>
                <c:pt idx="22593">
                  <c:v>0.2614930555500905</c:v>
                </c:pt>
                <c:pt idx="22594">
                  <c:v>0.26150462962687016</c:v>
                </c:pt>
                <c:pt idx="22595">
                  <c:v>0.26151620370364981</c:v>
                </c:pt>
                <c:pt idx="22596">
                  <c:v>0.2615277777731535</c:v>
                </c:pt>
                <c:pt idx="22597">
                  <c:v>0.26153935184993315</c:v>
                </c:pt>
                <c:pt idx="22598">
                  <c:v>0.26155092592671281</c:v>
                </c:pt>
                <c:pt idx="22599">
                  <c:v>0.2615624999962165</c:v>
                </c:pt>
                <c:pt idx="22600">
                  <c:v>0.26157407407299615</c:v>
                </c:pt>
                <c:pt idx="22601">
                  <c:v>0.26158564814249985</c:v>
                </c:pt>
                <c:pt idx="22602">
                  <c:v>0.2615972222192795</c:v>
                </c:pt>
                <c:pt idx="22603">
                  <c:v>0.26160879629605915</c:v>
                </c:pt>
                <c:pt idx="22604">
                  <c:v>0.26162037036556285</c:v>
                </c:pt>
                <c:pt idx="22605">
                  <c:v>0.2616319444423425</c:v>
                </c:pt>
                <c:pt idx="22606">
                  <c:v>0.26164351851912215</c:v>
                </c:pt>
                <c:pt idx="22607">
                  <c:v>0.26165509258862585</c:v>
                </c:pt>
                <c:pt idx="22608">
                  <c:v>0.2616666666654055</c:v>
                </c:pt>
                <c:pt idx="22609">
                  <c:v>0.2616782407349092</c:v>
                </c:pt>
                <c:pt idx="22610">
                  <c:v>0.26168981481168885</c:v>
                </c:pt>
                <c:pt idx="22611">
                  <c:v>0.2617013888884685</c:v>
                </c:pt>
                <c:pt idx="22612">
                  <c:v>0.26171296295797219</c:v>
                </c:pt>
                <c:pt idx="22613">
                  <c:v>0.26172453703475185</c:v>
                </c:pt>
                <c:pt idx="22614">
                  <c:v>0.2617361111115315</c:v>
                </c:pt>
                <c:pt idx="22615">
                  <c:v>0.26174768518103519</c:v>
                </c:pt>
                <c:pt idx="22616">
                  <c:v>0.26175925925781485</c:v>
                </c:pt>
                <c:pt idx="22617">
                  <c:v>0.2617708333345945</c:v>
                </c:pt>
                <c:pt idx="22618">
                  <c:v>0.26178240740409819</c:v>
                </c:pt>
                <c:pt idx="22619">
                  <c:v>0.26179398148087785</c:v>
                </c:pt>
                <c:pt idx="22620">
                  <c:v>0.26180555555038154</c:v>
                </c:pt>
                <c:pt idx="22621">
                  <c:v>0.26181712962716119</c:v>
                </c:pt>
                <c:pt idx="22622">
                  <c:v>0.26182870370394085</c:v>
                </c:pt>
                <c:pt idx="22623">
                  <c:v>0.26184027777344454</c:v>
                </c:pt>
                <c:pt idx="22624">
                  <c:v>0.26185185185022419</c:v>
                </c:pt>
                <c:pt idx="22625">
                  <c:v>0.26186342592700385</c:v>
                </c:pt>
                <c:pt idx="22626">
                  <c:v>0.26187499999650754</c:v>
                </c:pt>
                <c:pt idx="22627">
                  <c:v>0.26188657407328719</c:v>
                </c:pt>
                <c:pt idx="22628">
                  <c:v>0.26189814814279089</c:v>
                </c:pt>
                <c:pt idx="22629">
                  <c:v>0.26190972221957054</c:v>
                </c:pt>
                <c:pt idx="22630">
                  <c:v>0.26192129629635019</c:v>
                </c:pt>
                <c:pt idx="22631">
                  <c:v>0.26193287036585389</c:v>
                </c:pt>
                <c:pt idx="22632">
                  <c:v>0.26194444444263354</c:v>
                </c:pt>
                <c:pt idx="22633">
                  <c:v>0.26195601851941319</c:v>
                </c:pt>
                <c:pt idx="22634">
                  <c:v>0.26196759258891689</c:v>
                </c:pt>
                <c:pt idx="22635">
                  <c:v>0.26197916666569654</c:v>
                </c:pt>
                <c:pt idx="22636">
                  <c:v>0.26199074073520023</c:v>
                </c:pt>
                <c:pt idx="22637">
                  <c:v>0.26200231481197989</c:v>
                </c:pt>
                <c:pt idx="22638">
                  <c:v>0.26201388888875954</c:v>
                </c:pt>
                <c:pt idx="22639">
                  <c:v>0.26202546295826323</c:v>
                </c:pt>
                <c:pt idx="22640">
                  <c:v>0.26203703703504289</c:v>
                </c:pt>
                <c:pt idx="22641">
                  <c:v>0.26204861111182254</c:v>
                </c:pt>
                <c:pt idx="22642">
                  <c:v>0.26206018518132623</c:v>
                </c:pt>
                <c:pt idx="22643">
                  <c:v>0.26207175925810589</c:v>
                </c:pt>
                <c:pt idx="22644">
                  <c:v>0.26208333332760958</c:v>
                </c:pt>
                <c:pt idx="22645">
                  <c:v>0.26209490740438923</c:v>
                </c:pt>
                <c:pt idx="22646">
                  <c:v>0.26210648148116888</c:v>
                </c:pt>
                <c:pt idx="22647">
                  <c:v>0.26211805555067258</c:v>
                </c:pt>
                <c:pt idx="22648">
                  <c:v>0.26212962962745223</c:v>
                </c:pt>
                <c:pt idx="22649">
                  <c:v>0.26214120370423188</c:v>
                </c:pt>
                <c:pt idx="22650">
                  <c:v>0.26215277777373558</c:v>
                </c:pt>
                <c:pt idx="22651">
                  <c:v>0.26216435185051523</c:v>
                </c:pt>
                <c:pt idx="22652">
                  <c:v>0.26217592592001893</c:v>
                </c:pt>
                <c:pt idx="22653">
                  <c:v>0.26218749999679858</c:v>
                </c:pt>
                <c:pt idx="22654">
                  <c:v>0.26219907407357823</c:v>
                </c:pt>
                <c:pt idx="22655">
                  <c:v>0.26221064814308193</c:v>
                </c:pt>
                <c:pt idx="22656">
                  <c:v>0.26222222221986158</c:v>
                </c:pt>
                <c:pt idx="22657">
                  <c:v>0.26223379629664123</c:v>
                </c:pt>
                <c:pt idx="22658">
                  <c:v>0.26224537036614493</c:v>
                </c:pt>
                <c:pt idx="22659">
                  <c:v>0.26225694444292458</c:v>
                </c:pt>
                <c:pt idx="22660">
                  <c:v>0.26226851851970423</c:v>
                </c:pt>
                <c:pt idx="22661">
                  <c:v>0.26228009258920792</c:v>
                </c:pt>
                <c:pt idx="22662">
                  <c:v>0.26229166666598758</c:v>
                </c:pt>
                <c:pt idx="22663">
                  <c:v>0.26230324073549127</c:v>
                </c:pt>
                <c:pt idx="22664">
                  <c:v>0.26231481481227092</c:v>
                </c:pt>
                <c:pt idx="22665">
                  <c:v>0.26232638888905058</c:v>
                </c:pt>
                <c:pt idx="22666">
                  <c:v>0.26233796295855427</c:v>
                </c:pt>
                <c:pt idx="22667">
                  <c:v>0.26234953703533392</c:v>
                </c:pt>
                <c:pt idx="22668">
                  <c:v>0.26236111111211358</c:v>
                </c:pt>
                <c:pt idx="22669">
                  <c:v>0.26237268518161727</c:v>
                </c:pt>
                <c:pt idx="22670">
                  <c:v>0.26238425925839692</c:v>
                </c:pt>
                <c:pt idx="22671">
                  <c:v>0.26239583332790062</c:v>
                </c:pt>
                <c:pt idx="22672">
                  <c:v>0.26240740740468027</c:v>
                </c:pt>
                <c:pt idx="22673">
                  <c:v>0.26241898148145992</c:v>
                </c:pt>
                <c:pt idx="22674">
                  <c:v>0.26243055555096362</c:v>
                </c:pt>
                <c:pt idx="22675">
                  <c:v>0.26244212962774327</c:v>
                </c:pt>
                <c:pt idx="22676">
                  <c:v>0.26245370370452292</c:v>
                </c:pt>
                <c:pt idx="22677">
                  <c:v>0.26246527777402662</c:v>
                </c:pt>
                <c:pt idx="22678">
                  <c:v>0.26247685185080627</c:v>
                </c:pt>
                <c:pt idx="22679">
                  <c:v>0.26248842592030996</c:v>
                </c:pt>
                <c:pt idx="22680">
                  <c:v>0.26249999999708962</c:v>
                </c:pt>
                <c:pt idx="22681">
                  <c:v>0.26251157407386927</c:v>
                </c:pt>
                <c:pt idx="22682">
                  <c:v>0.26252314814337296</c:v>
                </c:pt>
                <c:pt idx="22683">
                  <c:v>0.26253472222015262</c:v>
                </c:pt>
                <c:pt idx="22684">
                  <c:v>0.26254629629693227</c:v>
                </c:pt>
                <c:pt idx="22685">
                  <c:v>0.26255787036643596</c:v>
                </c:pt>
                <c:pt idx="22686">
                  <c:v>0.26256944444321562</c:v>
                </c:pt>
                <c:pt idx="22687">
                  <c:v>0.26258101851271931</c:v>
                </c:pt>
                <c:pt idx="22688">
                  <c:v>0.26259259258949896</c:v>
                </c:pt>
                <c:pt idx="22689">
                  <c:v>0.26260416666627862</c:v>
                </c:pt>
                <c:pt idx="22690">
                  <c:v>0.26261574073578231</c:v>
                </c:pt>
                <c:pt idx="22691">
                  <c:v>0.26262731481256196</c:v>
                </c:pt>
                <c:pt idx="22692">
                  <c:v>0.26263888888934162</c:v>
                </c:pt>
                <c:pt idx="22693">
                  <c:v>0.26265046295884531</c:v>
                </c:pt>
                <c:pt idx="22694">
                  <c:v>0.26266203703562496</c:v>
                </c:pt>
                <c:pt idx="22695">
                  <c:v>0.26267361111240461</c:v>
                </c:pt>
                <c:pt idx="22696">
                  <c:v>0.26268518518190831</c:v>
                </c:pt>
                <c:pt idx="22697">
                  <c:v>0.26269675925868796</c:v>
                </c:pt>
                <c:pt idx="22698">
                  <c:v>0.26270833332819166</c:v>
                </c:pt>
                <c:pt idx="22699">
                  <c:v>0.26271990740497131</c:v>
                </c:pt>
                <c:pt idx="22700">
                  <c:v>0.26273148148175096</c:v>
                </c:pt>
                <c:pt idx="22701">
                  <c:v>0.26274305555125466</c:v>
                </c:pt>
                <c:pt idx="22702">
                  <c:v>0.26275462962803431</c:v>
                </c:pt>
                <c:pt idx="22703">
                  <c:v>0.26276620370481396</c:v>
                </c:pt>
                <c:pt idx="22704">
                  <c:v>0.26277777777431766</c:v>
                </c:pt>
                <c:pt idx="22705">
                  <c:v>0.26278935185109731</c:v>
                </c:pt>
                <c:pt idx="22706">
                  <c:v>0.262800925920601</c:v>
                </c:pt>
                <c:pt idx="22707">
                  <c:v>0.26281249999738066</c:v>
                </c:pt>
                <c:pt idx="22708">
                  <c:v>0.26282407407416031</c:v>
                </c:pt>
                <c:pt idx="22709">
                  <c:v>0.262835648143664</c:v>
                </c:pt>
                <c:pt idx="22710">
                  <c:v>0.26284722222044365</c:v>
                </c:pt>
                <c:pt idx="22711">
                  <c:v>0.26285879629722331</c:v>
                </c:pt>
                <c:pt idx="22712">
                  <c:v>0.262870370366727</c:v>
                </c:pt>
                <c:pt idx="22713">
                  <c:v>0.26288194444350665</c:v>
                </c:pt>
                <c:pt idx="22714">
                  <c:v>0.26289351851301035</c:v>
                </c:pt>
                <c:pt idx="22715">
                  <c:v>0.26290509258979</c:v>
                </c:pt>
                <c:pt idx="22716">
                  <c:v>0.26291666666656965</c:v>
                </c:pt>
                <c:pt idx="22717">
                  <c:v>0.26292824073607335</c:v>
                </c:pt>
                <c:pt idx="22718">
                  <c:v>0.262939814812853</c:v>
                </c:pt>
                <c:pt idx="22719">
                  <c:v>0.26295138888963265</c:v>
                </c:pt>
                <c:pt idx="22720">
                  <c:v>0.26296296295913635</c:v>
                </c:pt>
                <c:pt idx="22721">
                  <c:v>0.262974537035916</c:v>
                </c:pt>
                <c:pt idx="22722">
                  <c:v>0.2629861111054197</c:v>
                </c:pt>
                <c:pt idx="22723">
                  <c:v>0.26299768518219935</c:v>
                </c:pt>
                <c:pt idx="22724">
                  <c:v>0.263009259258979</c:v>
                </c:pt>
                <c:pt idx="22725">
                  <c:v>0.26302083332848269</c:v>
                </c:pt>
                <c:pt idx="22726">
                  <c:v>0.26303240740526235</c:v>
                </c:pt>
                <c:pt idx="22727">
                  <c:v>0.263043981482042</c:v>
                </c:pt>
                <c:pt idx="22728">
                  <c:v>0.26305555555154569</c:v>
                </c:pt>
                <c:pt idx="22729">
                  <c:v>0.26306712962832535</c:v>
                </c:pt>
                <c:pt idx="22730">
                  <c:v>0.26307870369782904</c:v>
                </c:pt>
                <c:pt idx="22731">
                  <c:v>0.26309027777460869</c:v>
                </c:pt>
                <c:pt idx="22732">
                  <c:v>0.26310185185138835</c:v>
                </c:pt>
                <c:pt idx="22733">
                  <c:v>0.26311342592089204</c:v>
                </c:pt>
                <c:pt idx="22734">
                  <c:v>0.26312499999767169</c:v>
                </c:pt>
                <c:pt idx="22735">
                  <c:v>0.26313657407445135</c:v>
                </c:pt>
                <c:pt idx="22736">
                  <c:v>0.26314814814395504</c:v>
                </c:pt>
                <c:pt idx="22737">
                  <c:v>0.26315972222073469</c:v>
                </c:pt>
                <c:pt idx="22738">
                  <c:v>0.26317129629751435</c:v>
                </c:pt>
                <c:pt idx="22739">
                  <c:v>0.26318287036701804</c:v>
                </c:pt>
                <c:pt idx="22740">
                  <c:v>0.26319444444379769</c:v>
                </c:pt>
                <c:pt idx="22741">
                  <c:v>0.26320601851330139</c:v>
                </c:pt>
                <c:pt idx="22742">
                  <c:v>0.26321759259008104</c:v>
                </c:pt>
                <c:pt idx="22743">
                  <c:v>0.26322916666686069</c:v>
                </c:pt>
                <c:pt idx="22744">
                  <c:v>0.26324074073636439</c:v>
                </c:pt>
                <c:pt idx="22745">
                  <c:v>0.26325231481314404</c:v>
                </c:pt>
                <c:pt idx="22746">
                  <c:v>0.26326388888992369</c:v>
                </c:pt>
                <c:pt idx="22747">
                  <c:v>0.26327546295942739</c:v>
                </c:pt>
                <c:pt idx="22748">
                  <c:v>0.26328703703620704</c:v>
                </c:pt>
                <c:pt idx="22749">
                  <c:v>0.26329861110571073</c:v>
                </c:pt>
                <c:pt idx="22750">
                  <c:v>0.26331018518249039</c:v>
                </c:pt>
                <c:pt idx="22751">
                  <c:v>0.26332175925927004</c:v>
                </c:pt>
                <c:pt idx="22752">
                  <c:v>0.26333333332877373</c:v>
                </c:pt>
                <c:pt idx="22753">
                  <c:v>0.26334490740555339</c:v>
                </c:pt>
                <c:pt idx="22754">
                  <c:v>0.26335648148233304</c:v>
                </c:pt>
                <c:pt idx="22755">
                  <c:v>0.26336805555183673</c:v>
                </c:pt>
                <c:pt idx="22756">
                  <c:v>0.26337962962861639</c:v>
                </c:pt>
                <c:pt idx="22757">
                  <c:v>0.26339120369812008</c:v>
                </c:pt>
                <c:pt idx="22758">
                  <c:v>0.26340277777489973</c:v>
                </c:pt>
                <c:pt idx="22759">
                  <c:v>0.26341435185167938</c:v>
                </c:pt>
                <c:pt idx="22760">
                  <c:v>0.26342592592118308</c:v>
                </c:pt>
                <c:pt idx="22761">
                  <c:v>0.26343749999796273</c:v>
                </c:pt>
                <c:pt idx="22762">
                  <c:v>0.26344907407474238</c:v>
                </c:pt>
                <c:pt idx="22763">
                  <c:v>0.26346064814424608</c:v>
                </c:pt>
                <c:pt idx="22764">
                  <c:v>0.26347222222102573</c:v>
                </c:pt>
                <c:pt idx="22765">
                  <c:v>0.26348379629052943</c:v>
                </c:pt>
                <c:pt idx="22766">
                  <c:v>0.26349537036730908</c:v>
                </c:pt>
                <c:pt idx="22767">
                  <c:v>0.26350694444408873</c:v>
                </c:pt>
                <c:pt idx="22768">
                  <c:v>0.26351851851359243</c:v>
                </c:pt>
                <c:pt idx="22769">
                  <c:v>0.26353009259037208</c:v>
                </c:pt>
                <c:pt idx="22770">
                  <c:v>0.26354166666715173</c:v>
                </c:pt>
                <c:pt idx="22771">
                  <c:v>0.26355324073665543</c:v>
                </c:pt>
                <c:pt idx="22772">
                  <c:v>0.26356481481343508</c:v>
                </c:pt>
                <c:pt idx="22773">
                  <c:v>0.26357638889021473</c:v>
                </c:pt>
                <c:pt idx="22774">
                  <c:v>0.26358796295971842</c:v>
                </c:pt>
                <c:pt idx="22775">
                  <c:v>0.26359953703649808</c:v>
                </c:pt>
                <c:pt idx="22776">
                  <c:v>0.26361111110600177</c:v>
                </c:pt>
                <c:pt idx="22777">
                  <c:v>0.26362268518278142</c:v>
                </c:pt>
                <c:pt idx="22778">
                  <c:v>0.26363425925956108</c:v>
                </c:pt>
                <c:pt idx="22779">
                  <c:v>0.26364583332906477</c:v>
                </c:pt>
                <c:pt idx="22780">
                  <c:v>0.26365740740584442</c:v>
                </c:pt>
                <c:pt idx="22781">
                  <c:v>0.26366898148262408</c:v>
                </c:pt>
                <c:pt idx="22782">
                  <c:v>0.26368055555212777</c:v>
                </c:pt>
                <c:pt idx="22783">
                  <c:v>0.26369212962890742</c:v>
                </c:pt>
                <c:pt idx="22784">
                  <c:v>0.26370370369841112</c:v>
                </c:pt>
                <c:pt idx="22785">
                  <c:v>0.26371527777519077</c:v>
                </c:pt>
                <c:pt idx="22786">
                  <c:v>0.26372685185197042</c:v>
                </c:pt>
                <c:pt idx="22787">
                  <c:v>0.26373842592147412</c:v>
                </c:pt>
                <c:pt idx="22788">
                  <c:v>0.26374999999825377</c:v>
                </c:pt>
                <c:pt idx="22789">
                  <c:v>0.26376157407503342</c:v>
                </c:pt>
                <c:pt idx="22790">
                  <c:v>0.26377314814453712</c:v>
                </c:pt>
                <c:pt idx="22791">
                  <c:v>0.26378472222131677</c:v>
                </c:pt>
                <c:pt idx="22792">
                  <c:v>0.26379629629082046</c:v>
                </c:pt>
                <c:pt idx="22793">
                  <c:v>0.26380787036760012</c:v>
                </c:pt>
                <c:pt idx="22794">
                  <c:v>0.26381944444437977</c:v>
                </c:pt>
                <c:pt idx="22795">
                  <c:v>0.26383101851388346</c:v>
                </c:pt>
                <c:pt idx="22796">
                  <c:v>0.26384259259066312</c:v>
                </c:pt>
                <c:pt idx="22797">
                  <c:v>0.26385416666744277</c:v>
                </c:pt>
                <c:pt idx="22798">
                  <c:v>0.26386574073694646</c:v>
                </c:pt>
                <c:pt idx="22799">
                  <c:v>0.26387731481372612</c:v>
                </c:pt>
                <c:pt idx="22800">
                  <c:v>0.26388888888322981</c:v>
                </c:pt>
                <c:pt idx="22801">
                  <c:v>0.26390046296000946</c:v>
                </c:pt>
                <c:pt idx="22802">
                  <c:v>0.26391203703678912</c:v>
                </c:pt>
                <c:pt idx="22803">
                  <c:v>0.26392361110629281</c:v>
                </c:pt>
                <c:pt idx="22804">
                  <c:v>0.26393518518307246</c:v>
                </c:pt>
                <c:pt idx="22805">
                  <c:v>0.26394675925985212</c:v>
                </c:pt>
                <c:pt idx="22806">
                  <c:v>0.26395833332935581</c:v>
                </c:pt>
                <c:pt idx="22807">
                  <c:v>0.26396990740613546</c:v>
                </c:pt>
                <c:pt idx="22808">
                  <c:v>0.26398148147563916</c:v>
                </c:pt>
                <c:pt idx="22809">
                  <c:v>0.26399305555241881</c:v>
                </c:pt>
                <c:pt idx="22810">
                  <c:v>0.26400462962919846</c:v>
                </c:pt>
                <c:pt idx="22811">
                  <c:v>0.26401620369870216</c:v>
                </c:pt>
                <c:pt idx="22812">
                  <c:v>0.26402777777548181</c:v>
                </c:pt>
                <c:pt idx="22813">
                  <c:v>0.26403935185226146</c:v>
                </c:pt>
                <c:pt idx="22814">
                  <c:v>0.26405092592176516</c:v>
                </c:pt>
                <c:pt idx="22815">
                  <c:v>0.26406249999854481</c:v>
                </c:pt>
                <c:pt idx="22816">
                  <c:v>0.26407407407532446</c:v>
                </c:pt>
                <c:pt idx="22817">
                  <c:v>0.26408564814482816</c:v>
                </c:pt>
                <c:pt idx="22818">
                  <c:v>0.26409722222160781</c:v>
                </c:pt>
                <c:pt idx="22819">
                  <c:v>0.2641087962911115</c:v>
                </c:pt>
                <c:pt idx="22820">
                  <c:v>0.26412037036789116</c:v>
                </c:pt>
                <c:pt idx="22821">
                  <c:v>0.26413194444467081</c:v>
                </c:pt>
                <c:pt idx="22822">
                  <c:v>0.2641435185141745</c:v>
                </c:pt>
                <c:pt idx="22823">
                  <c:v>0.26415509259095415</c:v>
                </c:pt>
                <c:pt idx="22824">
                  <c:v>0.26416666666773381</c:v>
                </c:pt>
                <c:pt idx="22825">
                  <c:v>0.2641782407372375</c:v>
                </c:pt>
                <c:pt idx="22826">
                  <c:v>0.26418981481401715</c:v>
                </c:pt>
                <c:pt idx="22827">
                  <c:v>0.26420138888352085</c:v>
                </c:pt>
                <c:pt idx="22828">
                  <c:v>0.2642129629603005</c:v>
                </c:pt>
                <c:pt idx="22829">
                  <c:v>0.26422453703708015</c:v>
                </c:pt>
                <c:pt idx="22830">
                  <c:v>0.26423611110658385</c:v>
                </c:pt>
                <c:pt idx="22831">
                  <c:v>0.2642476851833635</c:v>
                </c:pt>
                <c:pt idx="22832">
                  <c:v>0.26425925926014315</c:v>
                </c:pt>
                <c:pt idx="22833">
                  <c:v>0.26427083332964685</c:v>
                </c:pt>
                <c:pt idx="22834">
                  <c:v>0.2642824074064265</c:v>
                </c:pt>
                <c:pt idx="22835">
                  <c:v>0.2642939814759302</c:v>
                </c:pt>
                <c:pt idx="22836">
                  <c:v>0.26430555555270985</c:v>
                </c:pt>
                <c:pt idx="22837">
                  <c:v>0.2643171296294895</c:v>
                </c:pt>
                <c:pt idx="22838">
                  <c:v>0.26432870369899319</c:v>
                </c:pt>
                <c:pt idx="22839">
                  <c:v>0.26434027777577285</c:v>
                </c:pt>
                <c:pt idx="22840">
                  <c:v>0.2643518518525525</c:v>
                </c:pt>
                <c:pt idx="22841">
                  <c:v>0.26436342592205619</c:v>
                </c:pt>
                <c:pt idx="22842">
                  <c:v>0.26437499999883585</c:v>
                </c:pt>
                <c:pt idx="22843">
                  <c:v>0.26438657406833954</c:v>
                </c:pt>
                <c:pt idx="22844">
                  <c:v>0.26439814814511919</c:v>
                </c:pt>
                <c:pt idx="22845">
                  <c:v>0.26440972222189885</c:v>
                </c:pt>
                <c:pt idx="22846">
                  <c:v>0.26442129629140254</c:v>
                </c:pt>
                <c:pt idx="22847">
                  <c:v>0.26443287036818219</c:v>
                </c:pt>
                <c:pt idx="22848">
                  <c:v>0.26444444444496185</c:v>
                </c:pt>
                <c:pt idx="22849">
                  <c:v>0.26445601851446554</c:v>
                </c:pt>
                <c:pt idx="22850">
                  <c:v>0.26446759259124519</c:v>
                </c:pt>
                <c:pt idx="22851">
                  <c:v>0.26447916666074889</c:v>
                </c:pt>
                <c:pt idx="22852">
                  <c:v>0.26449074073752854</c:v>
                </c:pt>
                <c:pt idx="22853">
                  <c:v>0.26450231481430819</c:v>
                </c:pt>
                <c:pt idx="22854">
                  <c:v>0.26451388888381189</c:v>
                </c:pt>
                <c:pt idx="22855">
                  <c:v>0.26452546296059154</c:v>
                </c:pt>
                <c:pt idx="22856">
                  <c:v>0.26453703703737119</c:v>
                </c:pt>
                <c:pt idx="22857">
                  <c:v>0.26454861110687489</c:v>
                </c:pt>
                <c:pt idx="22858">
                  <c:v>0.26456018518365454</c:v>
                </c:pt>
                <c:pt idx="22859">
                  <c:v>0.26457175926043419</c:v>
                </c:pt>
                <c:pt idx="22860">
                  <c:v>0.26458333332993789</c:v>
                </c:pt>
                <c:pt idx="22861">
                  <c:v>0.26459490740671754</c:v>
                </c:pt>
                <c:pt idx="22862">
                  <c:v>0.26460648147622123</c:v>
                </c:pt>
                <c:pt idx="22863">
                  <c:v>0.26461805555300089</c:v>
                </c:pt>
                <c:pt idx="22864">
                  <c:v>0.26462962962978054</c:v>
                </c:pt>
                <c:pt idx="22865">
                  <c:v>0.26464120369928423</c:v>
                </c:pt>
                <c:pt idx="22866">
                  <c:v>0.26465277777606389</c:v>
                </c:pt>
                <c:pt idx="22867">
                  <c:v>0.26466435185284354</c:v>
                </c:pt>
                <c:pt idx="22868">
                  <c:v>0.26467592592234723</c:v>
                </c:pt>
                <c:pt idx="22869">
                  <c:v>0.26468749999912689</c:v>
                </c:pt>
                <c:pt idx="22870">
                  <c:v>0.26469907406863058</c:v>
                </c:pt>
                <c:pt idx="22871">
                  <c:v>0.26471064814541023</c:v>
                </c:pt>
                <c:pt idx="22872">
                  <c:v>0.26472222222218988</c:v>
                </c:pt>
                <c:pt idx="22873">
                  <c:v>0.26473379629169358</c:v>
                </c:pt>
                <c:pt idx="22874">
                  <c:v>0.26474537036847323</c:v>
                </c:pt>
                <c:pt idx="22875">
                  <c:v>0.26475694444525288</c:v>
                </c:pt>
                <c:pt idx="22876">
                  <c:v>0.26476851851475658</c:v>
                </c:pt>
                <c:pt idx="22877">
                  <c:v>0.26478009259153623</c:v>
                </c:pt>
                <c:pt idx="22878">
                  <c:v>0.26479166666103993</c:v>
                </c:pt>
                <c:pt idx="22879">
                  <c:v>0.26480324073781958</c:v>
                </c:pt>
                <c:pt idx="22880">
                  <c:v>0.26481481481459923</c:v>
                </c:pt>
                <c:pt idx="22881">
                  <c:v>0.26482638888410293</c:v>
                </c:pt>
                <c:pt idx="22882">
                  <c:v>0.26483796296088258</c:v>
                </c:pt>
                <c:pt idx="22883">
                  <c:v>0.26484953703766223</c:v>
                </c:pt>
                <c:pt idx="22884">
                  <c:v>0.26486111110716593</c:v>
                </c:pt>
                <c:pt idx="22885">
                  <c:v>0.26487268518394558</c:v>
                </c:pt>
                <c:pt idx="22886">
                  <c:v>0.26488425925344927</c:v>
                </c:pt>
                <c:pt idx="22887">
                  <c:v>0.26489583333022892</c:v>
                </c:pt>
                <c:pt idx="22888">
                  <c:v>0.26490740740700858</c:v>
                </c:pt>
                <c:pt idx="22889">
                  <c:v>0.26491898147651227</c:v>
                </c:pt>
                <c:pt idx="22890">
                  <c:v>0.26493055555329192</c:v>
                </c:pt>
                <c:pt idx="22891">
                  <c:v>0.26494212963007158</c:v>
                </c:pt>
                <c:pt idx="22892">
                  <c:v>0.26495370369957527</c:v>
                </c:pt>
                <c:pt idx="22893">
                  <c:v>0.26496527777635492</c:v>
                </c:pt>
                <c:pt idx="22894">
                  <c:v>0.26497685185313458</c:v>
                </c:pt>
                <c:pt idx="22895">
                  <c:v>0.26498842592263827</c:v>
                </c:pt>
                <c:pt idx="22896">
                  <c:v>0.26499999999941792</c:v>
                </c:pt>
                <c:pt idx="22897">
                  <c:v>0.26501157406892162</c:v>
                </c:pt>
                <c:pt idx="22898">
                  <c:v>0.26502314814570127</c:v>
                </c:pt>
                <c:pt idx="22899">
                  <c:v>0.26503472222248092</c:v>
                </c:pt>
                <c:pt idx="22900">
                  <c:v>0.26504629629198462</c:v>
                </c:pt>
                <c:pt idx="22901">
                  <c:v>0.26505787036876427</c:v>
                </c:pt>
                <c:pt idx="22902">
                  <c:v>0.26506944444554392</c:v>
                </c:pt>
                <c:pt idx="22903">
                  <c:v>0.26508101851504762</c:v>
                </c:pt>
                <c:pt idx="22904">
                  <c:v>0.26509259259182727</c:v>
                </c:pt>
                <c:pt idx="22905">
                  <c:v>0.26510416666133096</c:v>
                </c:pt>
                <c:pt idx="22906">
                  <c:v>0.26511574073811062</c:v>
                </c:pt>
                <c:pt idx="22907">
                  <c:v>0.26512731481489027</c:v>
                </c:pt>
                <c:pt idx="22908">
                  <c:v>0.26513888888439396</c:v>
                </c:pt>
                <c:pt idx="22909">
                  <c:v>0.26515046296117362</c:v>
                </c:pt>
                <c:pt idx="22910">
                  <c:v>0.26516203703795327</c:v>
                </c:pt>
                <c:pt idx="22911">
                  <c:v>0.26517361110745696</c:v>
                </c:pt>
                <c:pt idx="22912">
                  <c:v>0.26518518518423662</c:v>
                </c:pt>
                <c:pt idx="22913">
                  <c:v>0.26519675925374031</c:v>
                </c:pt>
                <c:pt idx="22914">
                  <c:v>0.26520833333051996</c:v>
                </c:pt>
                <c:pt idx="22915">
                  <c:v>0.26521990740729962</c:v>
                </c:pt>
                <c:pt idx="22916">
                  <c:v>0.26523148147680331</c:v>
                </c:pt>
                <c:pt idx="22917">
                  <c:v>0.26524305555358296</c:v>
                </c:pt>
                <c:pt idx="22918">
                  <c:v>0.26525462963036261</c:v>
                </c:pt>
                <c:pt idx="22919">
                  <c:v>0.26526620369986631</c:v>
                </c:pt>
                <c:pt idx="22920">
                  <c:v>0.26527777777664596</c:v>
                </c:pt>
                <c:pt idx="22921">
                  <c:v>0.26528935184614966</c:v>
                </c:pt>
                <c:pt idx="22922">
                  <c:v>0.26530092592292931</c:v>
                </c:pt>
                <c:pt idx="22923">
                  <c:v>0.26531249999970896</c:v>
                </c:pt>
                <c:pt idx="22924">
                  <c:v>0.26532407406921266</c:v>
                </c:pt>
                <c:pt idx="22925">
                  <c:v>0.26533564814599231</c:v>
                </c:pt>
                <c:pt idx="22926">
                  <c:v>0.26534722222277196</c:v>
                </c:pt>
                <c:pt idx="22927">
                  <c:v>0.26535879629227566</c:v>
                </c:pt>
                <c:pt idx="22928">
                  <c:v>0.26537037036905531</c:v>
                </c:pt>
                <c:pt idx="22929">
                  <c:v>0.265381944438559</c:v>
                </c:pt>
                <c:pt idx="22930">
                  <c:v>0.26539351851533866</c:v>
                </c:pt>
                <c:pt idx="22931">
                  <c:v>0.26540509259211831</c:v>
                </c:pt>
                <c:pt idx="22932">
                  <c:v>0.265416666661622</c:v>
                </c:pt>
                <c:pt idx="22933">
                  <c:v>0.26542824073840166</c:v>
                </c:pt>
                <c:pt idx="22934">
                  <c:v>0.26543981481518131</c:v>
                </c:pt>
                <c:pt idx="22935">
                  <c:v>0.265451388884685</c:v>
                </c:pt>
                <c:pt idx="22936">
                  <c:v>0.26546296296146465</c:v>
                </c:pt>
                <c:pt idx="22937">
                  <c:v>0.26547453703824431</c:v>
                </c:pt>
                <c:pt idx="22938">
                  <c:v>0.265486111107748</c:v>
                </c:pt>
                <c:pt idx="22939">
                  <c:v>0.26549768518452765</c:v>
                </c:pt>
                <c:pt idx="22940">
                  <c:v>0.26550925925403135</c:v>
                </c:pt>
                <c:pt idx="22941">
                  <c:v>0.265520833330811</c:v>
                </c:pt>
                <c:pt idx="22942">
                  <c:v>0.26553240740759065</c:v>
                </c:pt>
                <c:pt idx="22943">
                  <c:v>0.26554398147709435</c:v>
                </c:pt>
                <c:pt idx="22944">
                  <c:v>0.265555555553874</c:v>
                </c:pt>
                <c:pt idx="22945">
                  <c:v>0.26556712963065365</c:v>
                </c:pt>
                <c:pt idx="22946">
                  <c:v>0.26557870370015735</c:v>
                </c:pt>
                <c:pt idx="22947">
                  <c:v>0.265590277776937</c:v>
                </c:pt>
                <c:pt idx="22948">
                  <c:v>0.2656018518464407</c:v>
                </c:pt>
                <c:pt idx="22949">
                  <c:v>0.26561342592322035</c:v>
                </c:pt>
                <c:pt idx="22950">
                  <c:v>0.265625</c:v>
                </c:pt>
                <c:pt idx="22951">
                  <c:v>0.26563657406950369</c:v>
                </c:pt>
                <c:pt idx="22952">
                  <c:v>0.26564814814628335</c:v>
                </c:pt>
                <c:pt idx="22953">
                  <c:v>0.265659722223063</c:v>
                </c:pt>
                <c:pt idx="22954">
                  <c:v>0.26567129629256669</c:v>
                </c:pt>
                <c:pt idx="22955">
                  <c:v>0.26568287036934635</c:v>
                </c:pt>
                <c:pt idx="22956">
                  <c:v>0.26569444443885004</c:v>
                </c:pt>
                <c:pt idx="22957">
                  <c:v>0.26570601851562969</c:v>
                </c:pt>
                <c:pt idx="22958">
                  <c:v>0.26571759259240935</c:v>
                </c:pt>
                <c:pt idx="22959">
                  <c:v>0.26572916666191304</c:v>
                </c:pt>
                <c:pt idx="22960">
                  <c:v>0.26574074073869269</c:v>
                </c:pt>
                <c:pt idx="22961">
                  <c:v>0.26575231481547235</c:v>
                </c:pt>
                <c:pt idx="22962">
                  <c:v>0.26576388888497604</c:v>
                </c:pt>
                <c:pt idx="22963">
                  <c:v>0.26577546296175569</c:v>
                </c:pt>
                <c:pt idx="22964">
                  <c:v>0.26578703703125939</c:v>
                </c:pt>
                <c:pt idx="22965">
                  <c:v>0.26579861110803904</c:v>
                </c:pt>
                <c:pt idx="22966">
                  <c:v>0.26581018518481869</c:v>
                </c:pt>
                <c:pt idx="22967">
                  <c:v>0.26582175925432239</c:v>
                </c:pt>
                <c:pt idx="22968">
                  <c:v>0.26583333333110204</c:v>
                </c:pt>
                <c:pt idx="22969">
                  <c:v>0.26584490740788169</c:v>
                </c:pt>
                <c:pt idx="22970">
                  <c:v>0.26585648147738539</c:v>
                </c:pt>
                <c:pt idx="22971">
                  <c:v>0.26586805555416504</c:v>
                </c:pt>
                <c:pt idx="22972">
                  <c:v>0.26587962963094469</c:v>
                </c:pt>
                <c:pt idx="22973">
                  <c:v>0.26589120370044839</c:v>
                </c:pt>
                <c:pt idx="22974">
                  <c:v>0.26590277777722804</c:v>
                </c:pt>
                <c:pt idx="22975">
                  <c:v>0.26591435184673173</c:v>
                </c:pt>
                <c:pt idx="22976">
                  <c:v>0.26592592592351139</c:v>
                </c:pt>
                <c:pt idx="22977">
                  <c:v>0.26593750000029104</c:v>
                </c:pt>
                <c:pt idx="22978">
                  <c:v>0.26594907406979473</c:v>
                </c:pt>
                <c:pt idx="22979">
                  <c:v>0.26596064814657439</c:v>
                </c:pt>
                <c:pt idx="22980">
                  <c:v>0.26597222222335404</c:v>
                </c:pt>
                <c:pt idx="22981">
                  <c:v>0.26598379629285773</c:v>
                </c:pt>
                <c:pt idx="22982">
                  <c:v>0.26599537036963739</c:v>
                </c:pt>
                <c:pt idx="22983">
                  <c:v>0.26600694443914108</c:v>
                </c:pt>
                <c:pt idx="22984">
                  <c:v>0.26601851851592073</c:v>
                </c:pt>
                <c:pt idx="22985">
                  <c:v>0.26603009259270038</c:v>
                </c:pt>
                <c:pt idx="22986">
                  <c:v>0.26604166666220408</c:v>
                </c:pt>
                <c:pt idx="22987">
                  <c:v>0.26605324073898373</c:v>
                </c:pt>
                <c:pt idx="22988">
                  <c:v>0.26606481481576338</c:v>
                </c:pt>
                <c:pt idx="22989">
                  <c:v>0.26607638888526708</c:v>
                </c:pt>
                <c:pt idx="22990">
                  <c:v>0.26608796296204673</c:v>
                </c:pt>
                <c:pt idx="22991">
                  <c:v>0.26609953703155043</c:v>
                </c:pt>
                <c:pt idx="22992">
                  <c:v>0.26611111110833008</c:v>
                </c:pt>
                <c:pt idx="22993">
                  <c:v>0.26612268518510973</c:v>
                </c:pt>
                <c:pt idx="22994">
                  <c:v>0.26613425925461343</c:v>
                </c:pt>
                <c:pt idx="22995">
                  <c:v>0.26614583333139308</c:v>
                </c:pt>
                <c:pt idx="22996">
                  <c:v>0.26615740740817273</c:v>
                </c:pt>
                <c:pt idx="22997">
                  <c:v>0.26616898147767643</c:v>
                </c:pt>
                <c:pt idx="22998">
                  <c:v>0.26618055555445608</c:v>
                </c:pt>
                <c:pt idx="22999">
                  <c:v>0.26619212962395977</c:v>
                </c:pt>
                <c:pt idx="23000">
                  <c:v>0.26620370370073942</c:v>
                </c:pt>
                <c:pt idx="23001">
                  <c:v>0.26621527777751908</c:v>
                </c:pt>
                <c:pt idx="23002">
                  <c:v>0.26622685184702277</c:v>
                </c:pt>
                <c:pt idx="23003">
                  <c:v>0.26623842592380242</c:v>
                </c:pt>
                <c:pt idx="23004">
                  <c:v>0.26625000000058208</c:v>
                </c:pt>
                <c:pt idx="23005">
                  <c:v>0.26626157407008577</c:v>
                </c:pt>
                <c:pt idx="23006">
                  <c:v>0.26627314814686542</c:v>
                </c:pt>
                <c:pt idx="23007">
                  <c:v>0.26628472221636912</c:v>
                </c:pt>
                <c:pt idx="23008">
                  <c:v>0.26629629629314877</c:v>
                </c:pt>
                <c:pt idx="23009">
                  <c:v>0.26630787036992842</c:v>
                </c:pt>
                <c:pt idx="23010">
                  <c:v>0.26631944443943212</c:v>
                </c:pt>
                <c:pt idx="23011">
                  <c:v>0.26633101851621177</c:v>
                </c:pt>
                <c:pt idx="23012">
                  <c:v>0.26634259259299142</c:v>
                </c:pt>
                <c:pt idx="23013">
                  <c:v>0.26635416666249512</c:v>
                </c:pt>
                <c:pt idx="23014">
                  <c:v>0.26636574073927477</c:v>
                </c:pt>
                <c:pt idx="23015">
                  <c:v>0.26637731481605442</c:v>
                </c:pt>
                <c:pt idx="23016">
                  <c:v>0.26638888888555812</c:v>
                </c:pt>
                <c:pt idx="23017">
                  <c:v>0.26640046296233777</c:v>
                </c:pt>
                <c:pt idx="23018">
                  <c:v>0.26641203703184146</c:v>
                </c:pt>
                <c:pt idx="23019">
                  <c:v>0.26642361110862112</c:v>
                </c:pt>
                <c:pt idx="23020">
                  <c:v>0.26643518518540077</c:v>
                </c:pt>
                <c:pt idx="23021">
                  <c:v>0.26644675925490446</c:v>
                </c:pt>
                <c:pt idx="23022">
                  <c:v>0.26645833333168412</c:v>
                </c:pt>
                <c:pt idx="23023">
                  <c:v>0.26646990740846377</c:v>
                </c:pt>
                <c:pt idx="23024">
                  <c:v>0.26648148147796746</c:v>
                </c:pt>
                <c:pt idx="23025">
                  <c:v>0.26649305555474712</c:v>
                </c:pt>
                <c:pt idx="23026">
                  <c:v>0.26650462962425081</c:v>
                </c:pt>
                <c:pt idx="23027">
                  <c:v>0.26651620370103046</c:v>
                </c:pt>
                <c:pt idx="23028">
                  <c:v>0.26652777777781012</c:v>
                </c:pt>
                <c:pt idx="23029">
                  <c:v>0.26653935184731381</c:v>
                </c:pt>
                <c:pt idx="23030">
                  <c:v>0.26655092592409346</c:v>
                </c:pt>
                <c:pt idx="23031">
                  <c:v>0.26656250000087311</c:v>
                </c:pt>
                <c:pt idx="23032">
                  <c:v>0.26657407407037681</c:v>
                </c:pt>
                <c:pt idx="23033">
                  <c:v>0.26658564814715646</c:v>
                </c:pt>
                <c:pt idx="23034">
                  <c:v>0.26659722221666016</c:v>
                </c:pt>
                <c:pt idx="23035">
                  <c:v>0.26660879629343981</c:v>
                </c:pt>
                <c:pt idx="23036">
                  <c:v>0.26662037037021946</c:v>
                </c:pt>
                <c:pt idx="23037">
                  <c:v>0.26663194443972316</c:v>
                </c:pt>
                <c:pt idx="23038">
                  <c:v>0.26664351851650281</c:v>
                </c:pt>
                <c:pt idx="23039">
                  <c:v>0.26665509259328246</c:v>
                </c:pt>
                <c:pt idx="23040">
                  <c:v>0.26666666666278616</c:v>
                </c:pt>
                <c:pt idx="23041">
                  <c:v>0.26667824073956581</c:v>
                </c:pt>
                <c:pt idx="23042">
                  <c:v>0.2666898148090695</c:v>
                </c:pt>
                <c:pt idx="23043">
                  <c:v>0.26670138888584916</c:v>
                </c:pt>
                <c:pt idx="23044">
                  <c:v>0.26671296296262881</c:v>
                </c:pt>
                <c:pt idx="23045">
                  <c:v>0.2667245370321325</c:v>
                </c:pt>
                <c:pt idx="23046">
                  <c:v>0.26673611110891216</c:v>
                </c:pt>
                <c:pt idx="23047">
                  <c:v>0.26674768518569181</c:v>
                </c:pt>
                <c:pt idx="23048">
                  <c:v>0.2667592592551955</c:v>
                </c:pt>
                <c:pt idx="23049">
                  <c:v>0.26677083333197515</c:v>
                </c:pt>
                <c:pt idx="23050">
                  <c:v>0.26678240740147885</c:v>
                </c:pt>
                <c:pt idx="23051">
                  <c:v>0.2667939814782585</c:v>
                </c:pt>
                <c:pt idx="23052">
                  <c:v>0.26680555555503815</c:v>
                </c:pt>
                <c:pt idx="23053">
                  <c:v>0.26681712962454185</c:v>
                </c:pt>
                <c:pt idx="23054">
                  <c:v>0.2668287037013215</c:v>
                </c:pt>
                <c:pt idx="23055">
                  <c:v>0.26684027777810115</c:v>
                </c:pt>
                <c:pt idx="23056">
                  <c:v>0.26685185184760485</c:v>
                </c:pt>
                <c:pt idx="23057">
                  <c:v>0.2668634259243845</c:v>
                </c:pt>
                <c:pt idx="23058">
                  <c:v>0.26687500000116415</c:v>
                </c:pt>
                <c:pt idx="23059">
                  <c:v>0.26688657407066785</c:v>
                </c:pt>
                <c:pt idx="23060">
                  <c:v>0.2668981481474475</c:v>
                </c:pt>
                <c:pt idx="23061">
                  <c:v>0.2669097222169512</c:v>
                </c:pt>
                <c:pt idx="23062">
                  <c:v>0.26692129629373085</c:v>
                </c:pt>
                <c:pt idx="23063">
                  <c:v>0.2669328703705105</c:v>
                </c:pt>
                <c:pt idx="23064">
                  <c:v>0.26694444444001419</c:v>
                </c:pt>
                <c:pt idx="23065">
                  <c:v>0.26695601851679385</c:v>
                </c:pt>
                <c:pt idx="23066">
                  <c:v>0.2669675925935735</c:v>
                </c:pt>
                <c:pt idx="23067">
                  <c:v>0.26697916666307719</c:v>
                </c:pt>
                <c:pt idx="23068">
                  <c:v>0.26699074073985685</c:v>
                </c:pt>
                <c:pt idx="23069">
                  <c:v>0.26700231480936054</c:v>
                </c:pt>
                <c:pt idx="23070">
                  <c:v>0.26701388888614019</c:v>
                </c:pt>
                <c:pt idx="23071">
                  <c:v>0.26702546296291985</c:v>
                </c:pt>
                <c:pt idx="23072">
                  <c:v>0.26703703703242354</c:v>
                </c:pt>
                <c:pt idx="23073">
                  <c:v>0.26704861110920319</c:v>
                </c:pt>
                <c:pt idx="23074">
                  <c:v>0.26706018518598285</c:v>
                </c:pt>
                <c:pt idx="23075">
                  <c:v>0.26707175925548654</c:v>
                </c:pt>
                <c:pt idx="23076">
                  <c:v>0.26708333333226619</c:v>
                </c:pt>
                <c:pt idx="23077">
                  <c:v>0.26709490740176989</c:v>
                </c:pt>
                <c:pt idx="23078">
                  <c:v>0.26710648147854954</c:v>
                </c:pt>
                <c:pt idx="23079">
                  <c:v>0.26711805555532919</c:v>
                </c:pt>
                <c:pt idx="23080">
                  <c:v>0.26712962962483289</c:v>
                </c:pt>
                <c:pt idx="23081">
                  <c:v>0.26714120370161254</c:v>
                </c:pt>
                <c:pt idx="23082">
                  <c:v>0.26715277777839219</c:v>
                </c:pt>
                <c:pt idx="23083">
                  <c:v>0.26716435184789589</c:v>
                </c:pt>
                <c:pt idx="23084">
                  <c:v>0.26717592592467554</c:v>
                </c:pt>
                <c:pt idx="23085">
                  <c:v>0.26718749999417923</c:v>
                </c:pt>
                <c:pt idx="23086">
                  <c:v>0.26719907407095889</c:v>
                </c:pt>
                <c:pt idx="23087">
                  <c:v>0.26721064814773854</c:v>
                </c:pt>
                <c:pt idx="23088">
                  <c:v>0.26722222221724223</c:v>
                </c:pt>
                <c:pt idx="23089">
                  <c:v>0.26723379629402189</c:v>
                </c:pt>
                <c:pt idx="23090">
                  <c:v>0.26724537037080154</c:v>
                </c:pt>
                <c:pt idx="23091">
                  <c:v>0.26725694444030523</c:v>
                </c:pt>
                <c:pt idx="23092">
                  <c:v>0.26726851851708489</c:v>
                </c:pt>
                <c:pt idx="23093">
                  <c:v>0.26728009259386454</c:v>
                </c:pt>
                <c:pt idx="23094">
                  <c:v>0.26729166666336823</c:v>
                </c:pt>
                <c:pt idx="23095">
                  <c:v>0.26730324074014788</c:v>
                </c:pt>
                <c:pt idx="23096">
                  <c:v>0.26731481480965158</c:v>
                </c:pt>
                <c:pt idx="23097">
                  <c:v>0.26732638888643123</c:v>
                </c:pt>
                <c:pt idx="23098">
                  <c:v>0.26733796296321088</c:v>
                </c:pt>
                <c:pt idx="23099">
                  <c:v>0.26734953703271458</c:v>
                </c:pt>
                <c:pt idx="23100">
                  <c:v>0.26736111110949423</c:v>
                </c:pt>
                <c:pt idx="23101">
                  <c:v>0.26737268518627388</c:v>
                </c:pt>
                <c:pt idx="23102">
                  <c:v>0.26738425925577758</c:v>
                </c:pt>
                <c:pt idx="23103">
                  <c:v>0.26739583333255723</c:v>
                </c:pt>
                <c:pt idx="23104">
                  <c:v>0.26740740740206093</c:v>
                </c:pt>
                <c:pt idx="23105">
                  <c:v>0.26741898147884058</c:v>
                </c:pt>
                <c:pt idx="23106">
                  <c:v>0.26743055555562023</c:v>
                </c:pt>
                <c:pt idx="23107">
                  <c:v>0.26744212962512393</c:v>
                </c:pt>
                <c:pt idx="23108">
                  <c:v>0.26745370370190358</c:v>
                </c:pt>
                <c:pt idx="23109">
                  <c:v>0.26746527777868323</c:v>
                </c:pt>
                <c:pt idx="23110">
                  <c:v>0.26747685184818693</c:v>
                </c:pt>
                <c:pt idx="23111">
                  <c:v>0.26748842592496658</c:v>
                </c:pt>
                <c:pt idx="23112">
                  <c:v>0.26749999999447027</c:v>
                </c:pt>
                <c:pt idx="23113">
                  <c:v>0.26751157407124992</c:v>
                </c:pt>
                <c:pt idx="23114">
                  <c:v>0.26752314814802958</c:v>
                </c:pt>
                <c:pt idx="23115">
                  <c:v>0.26753472221753327</c:v>
                </c:pt>
                <c:pt idx="23116">
                  <c:v>0.26754629629431292</c:v>
                </c:pt>
                <c:pt idx="23117">
                  <c:v>0.26755787037109258</c:v>
                </c:pt>
                <c:pt idx="23118">
                  <c:v>0.26756944444059627</c:v>
                </c:pt>
                <c:pt idx="23119">
                  <c:v>0.26758101851737592</c:v>
                </c:pt>
                <c:pt idx="23120">
                  <c:v>0.26759259258687962</c:v>
                </c:pt>
                <c:pt idx="23121">
                  <c:v>0.26760416666365927</c:v>
                </c:pt>
                <c:pt idx="23122">
                  <c:v>0.26761574074043892</c:v>
                </c:pt>
                <c:pt idx="23123">
                  <c:v>0.26762731480994262</c:v>
                </c:pt>
                <c:pt idx="23124">
                  <c:v>0.26763888888672227</c:v>
                </c:pt>
                <c:pt idx="23125">
                  <c:v>0.26765046296350192</c:v>
                </c:pt>
                <c:pt idx="23126">
                  <c:v>0.26766203703300562</c:v>
                </c:pt>
                <c:pt idx="23127">
                  <c:v>0.26767361110978527</c:v>
                </c:pt>
                <c:pt idx="23128">
                  <c:v>0.26768518517928896</c:v>
                </c:pt>
                <c:pt idx="23129">
                  <c:v>0.26769675925606862</c:v>
                </c:pt>
                <c:pt idx="23130">
                  <c:v>0.26770833333284827</c:v>
                </c:pt>
                <c:pt idx="23131">
                  <c:v>0.26771990740235196</c:v>
                </c:pt>
                <c:pt idx="23132">
                  <c:v>0.26773148147913162</c:v>
                </c:pt>
                <c:pt idx="23133">
                  <c:v>0.26774305555591127</c:v>
                </c:pt>
                <c:pt idx="23134">
                  <c:v>0.26775462962541496</c:v>
                </c:pt>
                <c:pt idx="23135">
                  <c:v>0.26776620370219462</c:v>
                </c:pt>
                <c:pt idx="23136">
                  <c:v>0.26777777777897427</c:v>
                </c:pt>
                <c:pt idx="23137">
                  <c:v>0.26778935184847796</c:v>
                </c:pt>
                <c:pt idx="23138">
                  <c:v>0.26780092592525762</c:v>
                </c:pt>
                <c:pt idx="23139">
                  <c:v>0.26781249999476131</c:v>
                </c:pt>
                <c:pt idx="23140">
                  <c:v>0.26782407407154096</c:v>
                </c:pt>
                <c:pt idx="23141">
                  <c:v>0.26783564814832062</c:v>
                </c:pt>
                <c:pt idx="23142">
                  <c:v>0.26784722221782431</c:v>
                </c:pt>
                <c:pt idx="23143">
                  <c:v>0.26785879629460396</c:v>
                </c:pt>
                <c:pt idx="23144">
                  <c:v>0.26787037037138361</c:v>
                </c:pt>
                <c:pt idx="23145">
                  <c:v>0.26788194444088731</c:v>
                </c:pt>
                <c:pt idx="23146">
                  <c:v>0.26789351851766696</c:v>
                </c:pt>
                <c:pt idx="23147">
                  <c:v>0.26790509258717066</c:v>
                </c:pt>
                <c:pt idx="23148">
                  <c:v>0.26791666666395031</c:v>
                </c:pt>
                <c:pt idx="23149">
                  <c:v>0.26792824074072996</c:v>
                </c:pt>
                <c:pt idx="23150">
                  <c:v>0.26793981481023366</c:v>
                </c:pt>
                <c:pt idx="23151">
                  <c:v>0.26795138888701331</c:v>
                </c:pt>
                <c:pt idx="23152">
                  <c:v>0.26796296296379296</c:v>
                </c:pt>
                <c:pt idx="23153">
                  <c:v>0.26797453703329666</c:v>
                </c:pt>
                <c:pt idx="23154">
                  <c:v>0.26798611111007631</c:v>
                </c:pt>
                <c:pt idx="23155">
                  <c:v>0.26799768517958</c:v>
                </c:pt>
                <c:pt idx="23156">
                  <c:v>0.26800925925635966</c:v>
                </c:pt>
                <c:pt idx="23157">
                  <c:v>0.26802083333313931</c:v>
                </c:pt>
                <c:pt idx="23158">
                  <c:v>0.268032407402643</c:v>
                </c:pt>
                <c:pt idx="23159">
                  <c:v>0.26804398147942265</c:v>
                </c:pt>
                <c:pt idx="23160">
                  <c:v>0.26805555555620231</c:v>
                </c:pt>
                <c:pt idx="23161">
                  <c:v>0.268067129625706</c:v>
                </c:pt>
                <c:pt idx="23162">
                  <c:v>0.26807870370248565</c:v>
                </c:pt>
                <c:pt idx="23163">
                  <c:v>0.26809027777198935</c:v>
                </c:pt>
                <c:pt idx="23164">
                  <c:v>0.268101851848769</c:v>
                </c:pt>
                <c:pt idx="23165">
                  <c:v>0.26811342592554865</c:v>
                </c:pt>
                <c:pt idx="23166">
                  <c:v>0.26812499999505235</c:v>
                </c:pt>
                <c:pt idx="23167">
                  <c:v>0.268136574071832</c:v>
                </c:pt>
                <c:pt idx="23168">
                  <c:v>0.26814814814861165</c:v>
                </c:pt>
                <c:pt idx="23169">
                  <c:v>0.26815972221811535</c:v>
                </c:pt>
                <c:pt idx="23170">
                  <c:v>0.268171296294895</c:v>
                </c:pt>
                <c:pt idx="23171">
                  <c:v>0.26818287037167465</c:v>
                </c:pt>
                <c:pt idx="23172">
                  <c:v>0.26819444444117835</c:v>
                </c:pt>
                <c:pt idx="23173">
                  <c:v>0.268206018517958</c:v>
                </c:pt>
                <c:pt idx="23174">
                  <c:v>0.2682175925874617</c:v>
                </c:pt>
                <c:pt idx="23175">
                  <c:v>0.26822916666424135</c:v>
                </c:pt>
                <c:pt idx="23176">
                  <c:v>0.268240740741021</c:v>
                </c:pt>
                <c:pt idx="23177">
                  <c:v>0.26825231481052469</c:v>
                </c:pt>
                <c:pt idx="23178">
                  <c:v>0.26826388888730435</c:v>
                </c:pt>
                <c:pt idx="23179">
                  <c:v>0.268275462964084</c:v>
                </c:pt>
                <c:pt idx="23180">
                  <c:v>0.26828703703358769</c:v>
                </c:pt>
                <c:pt idx="23181">
                  <c:v>0.26829861111036735</c:v>
                </c:pt>
                <c:pt idx="23182">
                  <c:v>0.26831018517987104</c:v>
                </c:pt>
                <c:pt idx="23183">
                  <c:v>0.26832175925665069</c:v>
                </c:pt>
                <c:pt idx="23184">
                  <c:v>0.26833333333343035</c:v>
                </c:pt>
                <c:pt idx="23185">
                  <c:v>0.26834490740293404</c:v>
                </c:pt>
                <c:pt idx="23186">
                  <c:v>0.26835648147971369</c:v>
                </c:pt>
                <c:pt idx="23187">
                  <c:v>0.26836805555649335</c:v>
                </c:pt>
                <c:pt idx="23188">
                  <c:v>0.26837962962599704</c:v>
                </c:pt>
                <c:pt idx="23189">
                  <c:v>0.26839120370277669</c:v>
                </c:pt>
                <c:pt idx="23190">
                  <c:v>0.26840277777228039</c:v>
                </c:pt>
                <c:pt idx="23191">
                  <c:v>0.26841435184906004</c:v>
                </c:pt>
                <c:pt idx="23192">
                  <c:v>0.26842592592583969</c:v>
                </c:pt>
                <c:pt idx="23193">
                  <c:v>0.26843749999534339</c:v>
                </c:pt>
                <c:pt idx="23194">
                  <c:v>0.26844907407212304</c:v>
                </c:pt>
                <c:pt idx="23195">
                  <c:v>0.26846064814890269</c:v>
                </c:pt>
                <c:pt idx="23196">
                  <c:v>0.26847222221840639</c:v>
                </c:pt>
                <c:pt idx="23197">
                  <c:v>0.26848379629518604</c:v>
                </c:pt>
                <c:pt idx="23198">
                  <c:v>0.26849537036468973</c:v>
                </c:pt>
                <c:pt idx="23199">
                  <c:v>0.26850694444146939</c:v>
                </c:pt>
                <c:pt idx="23200">
                  <c:v>0.26851851851824904</c:v>
                </c:pt>
                <c:pt idx="23201">
                  <c:v>0.26853009258775273</c:v>
                </c:pt>
                <c:pt idx="23202">
                  <c:v>0.26854166666453239</c:v>
                </c:pt>
                <c:pt idx="23203">
                  <c:v>0.26855324074131204</c:v>
                </c:pt>
                <c:pt idx="23204">
                  <c:v>0.26856481481081573</c:v>
                </c:pt>
                <c:pt idx="23205">
                  <c:v>0.26857638888759539</c:v>
                </c:pt>
                <c:pt idx="23206">
                  <c:v>0.26858796295709908</c:v>
                </c:pt>
                <c:pt idx="23207">
                  <c:v>0.26859953703387873</c:v>
                </c:pt>
                <c:pt idx="23208">
                  <c:v>0.26861111111065838</c:v>
                </c:pt>
                <c:pt idx="23209">
                  <c:v>0.26862268518016208</c:v>
                </c:pt>
                <c:pt idx="23210">
                  <c:v>0.26863425925694173</c:v>
                </c:pt>
                <c:pt idx="23211">
                  <c:v>0.26864583333372138</c:v>
                </c:pt>
                <c:pt idx="23212">
                  <c:v>0.26865740740322508</c:v>
                </c:pt>
                <c:pt idx="23213">
                  <c:v>0.26866898148000473</c:v>
                </c:pt>
                <c:pt idx="23214">
                  <c:v>0.26868055555678438</c:v>
                </c:pt>
                <c:pt idx="23215">
                  <c:v>0.26869212962628808</c:v>
                </c:pt>
                <c:pt idx="23216">
                  <c:v>0.26870370370306773</c:v>
                </c:pt>
                <c:pt idx="23217">
                  <c:v>0.26871527777257143</c:v>
                </c:pt>
                <c:pt idx="23218">
                  <c:v>0.26872685184935108</c:v>
                </c:pt>
                <c:pt idx="23219">
                  <c:v>0.26873842592613073</c:v>
                </c:pt>
                <c:pt idx="23220">
                  <c:v>0.26874999999563443</c:v>
                </c:pt>
                <c:pt idx="23221">
                  <c:v>0.26876157407241408</c:v>
                </c:pt>
                <c:pt idx="23222">
                  <c:v>0.26877314814919373</c:v>
                </c:pt>
                <c:pt idx="23223">
                  <c:v>0.26878472221869742</c:v>
                </c:pt>
                <c:pt idx="23224">
                  <c:v>0.26879629629547708</c:v>
                </c:pt>
                <c:pt idx="23225">
                  <c:v>0.26880787036498077</c:v>
                </c:pt>
                <c:pt idx="23226">
                  <c:v>0.26881944444176042</c:v>
                </c:pt>
                <c:pt idx="23227">
                  <c:v>0.26883101851854008</c:v>
                </c:pt>
                <c:pt idx="23228">
                  <c:v>0.26884259258804377</c:v>
                </c:pt>
                <c:pt idx="23229">
                  <c:v>0.26885416666482342</c:v>
                </c:pt>
                <c:pt idx="23230">
                  <c:v>0.26886574074160308</c:v>
                </c:pt>
                <c:pt idx="23231">
                  <c:v>0.26887731481110677</c:v>
                </c:pt>
                <c:pt idx="23232">
                  <c:v>0.26888888888788642</c:v>
                </c:pt>
                <c:pt idx="23233">
                  <c:v>0.26890046295739012</c:v>
                </c:pt>
                <c:pt idx="23234">
                  <c:v>0.26891203703416977</c:v>
                </c:pt>
                <c:pt idx="23235">
                  <c:v>0.26892361111094942</c:v>
                </c:pt>
                <c:pt idx="23236">
                  <c:v>0.26893518518045312</c:v>
                </c:pt>
                <c:pt idx="23237">
                  <c:v>0.26894675925723277</c:v>
                </c:pt>
                <c:pt idx="23238">
                  <c:v>0.26895833333401242</c:v>
                </c:pt>
                <c:pt idx="23239">
                  <c:v>0.26896990740351612</c:v>
                </c:pt>
                <c:pt idx="23240">
                  <c:v>0.26898148148029577</c:v>
                </c:pt>
                <c:pt idx="23241">
                  <c:v>0.26899305554979946</c:v>
                </c:pt>
                <c:pt idx="23242">
                  <c:v>0.26900462962657912</c:v>
                </c:pt>
                <c:pt idx="23243">
                  <c:v>0.26901620370335877</c:v>
                </c:pt>
                <c:pt idx="23244">
                  <c:v>0.26902777777286246</c:v>
                </c:pt>
                <c:pt idx="23245">
                  <c:v>0.26903935184964212</c:v>
                </c:pt>
                <c:pt idx="23246">
                  <c:v>0.26905092592642177</c:v>
                </c:pt>
                <c:pt idx="23247">
                  <c:v>0.26906249999592546</c:v>
                </c:pt>
                <c:pt idx="23248">
                  <c:v>0.26907407407270512</c:v>
                </c:pt>
                <c:pt idx="23249">
                  <c:v>0.26908564814948477</c:v>
                </c:pt>
                <c:pt idx="23250">
                  <c:v>0.26909722221898846</c:v>
                </c:pt>
                <c:pt idx="23251">
                  <c:v>0.26910879629576812</c:v>
                </c:pt>
                <c:pt idx="23252">
                  <c:v>0.26912037036527181</c:v>
                </c:pt>
                <c:pt idx="23253">
                  <c:v>0.26913194444205146</c:v>
                </c:pt>
                <c:pt idx="23254">
                  <c:v>0.26914351851883112</c:v>
                </c:pt>
                <c:pt idx="23255">
                  <c:v>0.26915509258833481</c:v>
                </c:pt>
                <c:pt idx="23256">
                  <c:v>0.26916666666511446</c:v>
                </c:pt>
                <c:pt idx="23257">
                  <c:v>0.26917824074189411</c:v>
                </c:pt>
                <c:pt idx="23258">
                  <c:v>0.26918981481139781</c:v>
                </c:pt>
                <c:pt idx="23259">
                  <c:v>0.26920138888817746</c:v>
                </c:pt>
                <c:pt idx="23260">
                  <c:v>0.26921296295768116</c:v>
                </c:pt>
                <c:pt idx="23261">
                  <c:v>0.26922453703446081</c:v>
                </c:pt>
                <c:pt idx="23262">
                  <c:v>0.26923611111124046</c:v>
                </c:pt>
                <c:pt idx="23263">
                  <c:v>0.26924768518074416</c:v>
                </c:pt>
                <c:pt idx="23264">
                  <c:v>0.26925925925752381</c:v>
                </c:pt>
                <c:pt idx="23265">
                  <c:v>0.26927083333430346</c:v>
                </c:pt>
                <c:pt idx="23266">
                  <c:v>0.26928240740380716</c:v>
                </c:pt>
                <c:pt idx="23267">
                  <c:v>0.26929398148058681</c:v>
                </c:pt>
                <c:pt idx="23268">
                  <c:v>0.2693055555500905</c:v>
                </c:pt>
                <c:pt idx="23269">
                  <c:v>0.26931712962687016</c:v>
                </c:pt>
                <c:pt idx="23270">
                  <c:v>0.26932870370364981</c:v>
                </c:pt>
                <c:pt idx="23271">
                  <c:v>0.2693402777731535</c:v>
                </c:pt>
                <c:pt idx="23272">
                  <c:v>0.26935185184993315</c:v>
                </c:pt>
                <c:pt idx="23273">
                  <c:v>0.26936342592671281</c:v>
                </c:pt>
                <c:pt idx="23274">
                  <c:v>0.2693749999962165</c:v>
                </c:pt>
                <c:pt idx="23275">
                  <c:v>0.26938657407299615</c:v>
                </c:pt>
                <c:pt idx="23276">
                  <c:v>0.26939814814249985</c:v>
                </c:pt>
                <c:pt idx="23277">
                  <c:v>0.2694097222192795</c:v>
                </c:pt>
                <c:pt idx="23278">
                  <c:v>0.26942129629605915</c:v>
                </c:pt>
                <c:pt idx="23279">
                  <c:v>0.26943287036556285</c:v>
                </c:pt>
                <c:pt idx="23280">
                  <c:v>0.2694444444423425</c:v>
                </c:pt>
                <c:pt idx="23281">
                  <c:v>0.26945601851912215</c:v>
                </c:pt>
                <c:pt idx="23282">
                  <c:v>0.26946759258862585</c:v>
                </c:pt>
                <c:pt idx="23283">
                  <c:v>0.2694791666654055</c:v>
                </c:pt>
                <c:pt idx="23284">
                  <c:v>0.2694907407349092</c:v>
                </c:pt>
                <c:pt idx="23285">
                  <c:v>0.26950231481168885</c:v>
                </c:pt>
                <c:pt idx="23286">
                  <c:v>0.2695138888884685</c:v>
                </c:pt>
                <c:pt idx="23287">
                  <c:v>0.26952546295797219</c:v>
                </c:pt>
                <c:pt idx="23288">
                  <c:v>0.26953703703475185</c:v>
                </c:pt>
                <c:pt idx="23289">
                  <c:v>0.2695486111115315</c:v>
                </c:pt>
                <c:pt idx="23290">
                  <c:v>0.26956018518103519</c:v>
                </c:pt>
                <c:pt idx="23291">
                  <c:v>0.26957175925781485</c:v>
                </c:pt>
                <c:pt idx="23292">
                  <c:v>0.2695833333345945</c:v>
                </c:pt>
                <c:pt idx="23293">
                  <c:v>0.26959490740409819</c:v>
                </c:pt>
                <c:pt idx="23294">
                  <c:v>0.26960648148087785</c:v>
                </c:pt>
                <c:pt idx="23295">
                  <c:v>0.26961805555038154</c:v>
                </c:pt>
                <c:pt idx="23296">
                  <c:v>0.26962962962716119</c:v>
                </c:pt>
                <c:pt idx="23297">
                  <c:v>0.26964120370394085</c:v>
                </c:pt>
                <c:pt idx="23298">
                  <c:v>0.26965277777344454</c:v>
                </c:pt>
                <c:pt idx="23299">
                  <c:v>0.26966435185022419</c:v>
                </c:pt>
                <c:pt idx="23300">
                  <c:v>0.26967592592700385</c:v>
                </c:pt>
                <c:pt idx="23301">
                  <c:v>0.26968749999650754</c:v>
                </c:pt>
                <c:pt idx="23302">
                  <c:v>0.26969907407328719</c:v>
                </c:pt>
                <c:pt idx="23303">
                  <c:v>0.26971064814279089</c:v>
                </c:pt>
                <c:pt idx="23304">
                  <c:v>0.26972222221957054</c:v>
                </c:pt>
                <c:pt idx="23305">
                  <c:v>0.26973379629635019</c:v>
                </c:pt>
                <c:pt idx="23306">
                  <c:v>0.26974537036585389</c:v>
                </c:pt>
                <c:pt idx="23307">
                  <c:v>0.26975694444263354</c:v>
                </c:pt>
                <c:pt idx="23308">
                  <c:v>0.26976851851941319</c:v>
                </c:pt>
                <c:pt idx="23309">
                  <c:v>0.26978009258891689</c:v>
                </c:pt>
                <c:pt idx="23310">
                  <c:v>0.26979166666569654</c:v>
                </c:pt>
                <c:pt idx="23311">
                  <c:v>0.26980324073520023</c:v>
                </c:pt>
                <c:pt idx="23312">
                  <c:v>0.26981481481197989</c:v>
                </c:pt>
                <c:pt idx="23313">
                  <c:v>0.26982638888875954</c:v>
                </c:pt>
                <c:pt idx="23314">
                  <c:v>0.26983796295826323</c:v>
                </c:pt>
                <c:pt idx="23315">
                  <c:v>0.26984953703504289</c:v>
                </c:pt>
                <c:pt idx="23316">
                  <c:v>0.26986111111182254</c:v>
                </c:pt>
                <c:pt idx="23317">
                  <c:v>0.26987268518132623</c:v>
                </c:pt>
                <c:pt idx="23318">
                  <c:v>0.26988425925810589</c:v>
                </c:pt>
                <c:pt idx="23319">
                  <c:v>0.26989583332760958</c:v>
                </c:pt>
                <c:pt idx="23320">
                  <c:v>0.26990740740438923</c:v>
                </c:pt>
                <c:pt idx="23321">
                  <c:v>0.26991898148116888</c:v>
                </c:pt>
                <c:pt idx="23322">
                  <c:v>0.26993055555067258</c:v>
                </c:pt>
                <c:pt idx="23323">
                  <c:v>0.26994212962745223</c:v>
                </c:pt>
                <c:pt idx="23324">
                  <c:v>0.26995370370423188</c:v>
                </c:pt>
                <c:pt idx="23325">
                  <c:v>0.26996527777373558</c:v>
                </c:pt>
                <c:pt idx="23326">
                  <c:v>0.26997685185051523</c:v>
                </c:pt>
                <c:pt idx="23327">
                  <c:v>0.26998842592001893</c:v>
                </c:pt>
                <c:pt idx="23328">
                  <c:v>0.26999999999679858</c:v>
                </c:pt>
                <c:pt idx="23329">
                  <c:v>0.27001157407357823</c:v>
                </c:pt>
                <c:pt idx="23330">
                  <c:v>0.27002314814308193</c:v>
                </c:pt>
                <c:pt idx="23331">
                  <c:v>0.27003472221986158</c:v>
                </c:pt>
                <c:pt idx="23332">
                  <c:v>0.27004629629664123</c:v>
                </c:pt>
                <c:pt idx="23333">
                  <c:v>0.27005787036614493</c:v>
                </c:pt>
                <c:pt idx="23334">
                  <c:v>0.27006944444292458</c:v>
                </c:pt>
                <c:pt idx="23335">
                  <c:v>0.27008101851970423</c:v>
                </c:pt>
                <c:pt idx="23336">
                  <c:v>0.27009259258920792</c:v>
                </c:pt>
                <c:pt idx="23337">
                  <c:v>0.27010416666598758</c:v>
                </c:pt>
                <c:pt idx="23338">
                  <c:v>0.27011574073549127</c:v>
                </c:pt>
                <c:pt idx="23339">
                  <c:v>0.27012731481227092</c:v>
                </c:pt>
                <c:pt idx="23340">
                  <c:v>0.27013888888905058</c:v>
                </c:pt>
                <c:pt idx="23341">
                  <c:v>0.27015046295855427</c:v>
                </c:pt>
                <c:pt idx="23342">
                  <c:v>0.27016203703533392</c:v>
                </c:pt>
                <c:pt idx="23343">
                  <c:v>0.27017361111211358</c:v>
                </c:pt>
                <c:pt idx="23344">
                  <c:v>0.27018518518161727</c:v>
                </c:pt>
                <c:pt idx="23345">
                  <c:v>0.27019675925839692</c:v>
                </c:pt>
                <c:pt idx="23346">
                  <c:v>0.27020833332790062</c:v>
                </c:pt>
                <c:pt idx="23347">
                  <c:v>0.27021990740468027</c:v>
                </c:pt>
                <c:pt idx="23348">
                  <c:v>0.27023148148145992</c:v>
                </c:pt>
                <c:pt idx="23349">
                  <c:v>0.27024305555096362</c:v>
                </c:pt>
                <c:pt idx="23350">
                  <c:v>0.27025462962774327</c:v>
                </c:pt>
                <c:pt idx="23351">
                  <c:v>0.27026620370452292</c:v>
                </c:pt>
                <c:pt idx="23352">
                  <c:v>0.27027777777402662</c:v>
                </c:pt>
                <c:pt idx="23353">
                  <c:v>0.27028935185080627</c:v>
                </c:pt>
                <c:pt idx="23354">
                  <c:v>0.27030092592030996</c:v>
                </c:pt>
                <c:pt idx="23355">
                  <c:v>0.27031249999708962</c:v>
                </c:pt>
                <c:pt idx="23356">
                  <c:v>0.27032407407386927</c:v>
                </c:pt>
                <c:pt idx="23357">
                  <c:v>0.27033564814337296</c:v>
                </c:pt>
                <c:pt idx="23358">
                  <c:v>0.27034722222015262</c:v>
                </c:pt>
                <c:pt idx="23359">
                  <c:v>0.27035879629693227</c:v>
                </c:pt>
                <c:pt idx="23360">
                  <c:v>0.27037037036643596</c:v>
                </c:pt>
                <c:pt idx="23361">
                  <c:v>0.27038194444321562</c:v>
                </c:pt>
                <c:pt idx="23362">
                  <c:v>0.27039351851271931</c:v>
                </c:pt>
                <c:pt idx="23363">
                  <c:v>0.27040509258949896</c:v>
                </c:pt>
                <c:pt idx="23364">
                  <c:v>0.27041666666627862</c:v>
                </c:pt>
                <c:pt idx="23365">
                  <c:v>0.27042824073578231</c:v>
                </c:pt>
                <c:pt idx="23366">
                  <c:v>0.27043981481256196</c:v>
                </c:pt>
                <c:pt idx="23367">
                  <c:v>0.27045138888934162</c:v>
                </c:pt>
                <c:pt idx="23368">
                  <c:v>0.27046296295884531</c:v>
                </c:pt>
                <c:pt idx="23369">
                  <c:v>0.27047453703562496</c:v>
                </c:pt>
                <c:pt idx="23370">
                  <c:v>0.27048611111240461</c:v>
                </c:pt>
                <c:pt idx="23371">
                  <c:v>0.27049768518190831</c:v>
                </c:pt>
                <c:pt idx="23372">
                  <c:v>0.27050925925868796</c:v>
                </c:pt>
                <c:pt idx="23373">
                  <c:v>0.27052083332819166</c:v>
                </c:pt>
                <c:pt idx="23374">
                  <c:v>0.27053240740497131</c:v>
                </c:pt>
                <c:pt idx="23375">
                  <c:v>0.27054398148175096</c:v>
                </c:pt>
                <c:pt idx="23376">
                  <c:v>0.27055555555125466</c:v>
                </c:pt>
                <c:pt idx="23377">
                  <c:v>0.27056712962803431</c:v>
                </c:pt>
                <c:pt idx="23378">
                  <c:v>0.27057870370481396</c:v>
                </c:pt>
                <c:pt idx="23379">
                  <c:v>0.27059027777431766</c:v>
                </c:pt>
                <c:pt idx="23380">
                  <c:v>0.27060185185109731</c:v>
                </c:pt>
                <c:pt idx="23381">
                  <c:v>0.270613425920601</c:v>
                </c:pt>
                <c:pt idx="23382">
                  <c:v>0.27062499999738066</c:v>
                </c:pt>
                <c:pt idx="23383">
                  <c:v>0.27063657407416031</c:v>
                </c:pt>
                <c:pt idx="23384">
                  <c:v>0.270648148143664</c:v>
                </c:pt>
                <c:pt idx="23385">
                  <c:v>0.27065972222044365</c:v>
                </c:pt>
                <c:pt idx="23386">
                  <c:v>0.27067129629722331</c:v>
                </c:pt>
                <c:pt idx="23387">
                  <c:v>0.270682870366727</c:v>
                </c:pt>
                <c:pt idx="23388">
                  <c:v>0.27069444444350665</c:v>
                </c:pt>
                <c:pt idx="23389">
                  <c:v>0.27070601851301035</c:v>
                </c:pt>
                <c:pt idx="23390">
                  <c:v>0.27071759258979</c:v>
                </c:pt>
                <c:pt idx="23391">
                  <c:v>0.27072916666656965</c:v>
                </c:pt>
                <c:pt idx="23392">
                  <c:v>0.27074074073607335</c:v>
                </c:pt>
                <c:pt idx="23393">
                  <c:v>0.270752314812853</c:v>
                </c:pt>
                <c:pt idx="23394">
                  <c:v>0.27076388888963265</c:v>
                </c:pt>
                <c:pt idx="23395">
                  <c:v>0.27077546295913635</c:v>
                </c:pt>
                <c:pt idx="23396">
                  <c:v>0.270787037035916</c:v>
                </c:pt>
                <c:pt idx="23397">
                  <c:v>0.2707986111054197</c:v>
                </c:pt>
                <c:pt idx="23398">
                  <c:v>0.27081018518219935</c:v>
                </c:pt>
                <c:pt idx="23399">
                  <c:v>0.270821759258979</c:v>
                </c:pt>
                <c:pt idx="23400">
                  <c:v>0.27083333332848269</c:v>
                </c:pt>
                <c:pt idx="23401">
                  <c:v>0.27084490740526235</c:v>
                </c:pt>
                <c:pt idx="23402">
                  <c:v>0.270856481482042</c:v>
                </c:pt>
                <c:pt idx="23403">
                  <c:v>0.27086805555154569</c:v>
                </c:pt>
                <c:pt idx="23404">
                  <c:v>0.27087962962832535</c:v>
                </c:pt>
                <c:pt idx="23405">
                  <c:v>0.27089120369782904</c:v>
                </c:pt>
                <c:pt idx="23406">
                  <c:v>0.27090277777460869</c:v>
                </c:pt>
                <c:pt idx="23407">
                  <c:v>0.27091435185138835</c:v>
                </c:pt>
                <c:pt idx="23408">
                  <c:v>0.27092592592089204</c:v>
                </c:pt>
                <c:pt idx="23409">
                  <c:v>0.27093749999767169</c:v>
                </c:pt>
                <c:pt idx="23410">
                  <c:v>0.27094907407445135</c:v>
                </c:pt>
                <c:pt idx="23411">
                  <c:v>0.27096064814395504</c:v>
                </c:pt>
                <c:pt idx="23412">
                  <c:v>0.27097222222073469</c:v>
                </c:pt>
                <c:pt idx="23413">
                  <c:v>0.27098379629751435</c:v>
                </c:pt>
                <c:pt idx="23414">
                  <c:v>0.27099537036701804</c:v>
                </c:pt>
                <c:pt idx="23415">
                  <c:v>0.27100694444379769</c:v>
                </c:pt>
                <c:pt idx="23416">
                  <c:v>0.27101851851330139</c:v>
                </c:pt>
                <c:pt idx="23417">
                  <c:v>0.27103009259008104</c:v>
                </c:pt>
                <c:pt idx="23418">
                  <c:v>0.27104166666686069</c:v>
                </c:pt>
                <c:pt idx="23419">
                  <c:v>0.27105324073636439</c:v>
                </c:pt>
                <c:pt idx="23420">
                  <c:v>0.27106481481314404</c:v>
                </c:pt>
                <c:pt idx="23421">
                  <c:v>0.27107638888992369</c:v>
                </c:pt>
                <c:pt idx="23422">
                  <c:v>0.27108796295942739</c:v>
                </c:pt>
                <c:pt idx="23423">
                  <c:v>0.27109953703620704</c:v>
                </c:pt>
                <c:pt idx="23424">
                  <c:v>0.27111111110571073</c:v>
                </c:pt>
                <c:pt idx="23425">
                  <c:v>0.27112268518249039</c:v>
                </c:pt>
                <c:pt idx="23426">
                  <c:v>0.27113425925927004</c:v>
                </c:pt>
                <c:pt idx="23427">
                  <c:v>0.27114583332877373</c:v>
                </c:pt>
                <c:pt idx="23428">
                  <c:v>0.27115740740555339</c:v>
                </c:pt>
                <c:pt idx="23429">
                  <c:v>0.27116898148233304</c:v>
                </c:pt>
                <c:pt idx="23430">
                  <c:v>0.27118055555183673</c:v>
                </c:pt>
                <c:pt idx="23431">
                  <c:v>0.27119212962861639</c:v>
                </c:pt>
                <c:pt idx="23432">
                  <c:v>0.27120370369812008</c:v>
                </c:pt>
                <c:pt idx="23433">
                  <c:v>0.27121527777489973</c:v>
                </c:pt>
                <c:pt idx="23434">
                  <c:v>0.27122685185167938</c:v>
                </c:pt>
                <c:pt idx="23435">
                  <c:v>0.27123842592118308</c:v>
                </c:pt>
                <c:pt idx="23436">
                  <c:v>0.27124999999796273</c:v>
                </c:pt>
                <c:pt idx="23437">
                  <c:v>0.27126157407474238</c:v>
                </c:pt>
                <c:pt idx="23438">
                  <c:v>0.27127314814424608</c:v>
                </c:pt>
                <c:pt idx="23439">
                  <c:v>0.27128472222102573</c:v>
                </c:pt>
                <c:pt idx="23440">
                  <c:v>0.27129629629052943</c:v>
                </c:pt>
                <c:pt idx="23441">
                  <c:v>0.27130787036730908</c:v>
                </c:pt>
                <c:pt idx="23442">
                  <c:v>0.27131944444408873</c:v>
                </c:pt>
                <c:pt idx="23443">
                  <c:v>0.27133101851359243</c:v>
                </c:pt>
                <c:pt idx="23444">
                  <c:v>0.27134259259037208</c:v>
                </c:pt>
                <c:pt idx="23445">
                  <c:v>0.27135416666715173</c:v>
                </c:pt>
                <c:pt idx="23446">
                  <c:v>0.27136574073665543</c:v>
                </c:pt>
                <c:pt idx="23447">
                  <c:v>0.27137731481343508</c:v>
                </c:pt>
                <c:pt idx="23448">
                  <c:v>0.27138888889021473</c:v>
                </c:pt>
                <c:pt idx="23449">
                  <c:v>0.27140046295971842</c:v>
                </c:pt>
                <c:pt idx="23450">
                  <c:v>0.27141203703649808</c:v>
                </c:pt>
                <c:pt idx="23451">
                  <c:v>0.27142361110600177</c:v>
                </c:pt>
                <c:pt idx="23452">
                  <c:v>0.27143518518278142</c:v>
                </c:pt>
                <c:pt idx="23453">
                  <c:v>0.27144675925956108</c:v>
                </c:pt>
                <c:pt idx="23454">
                  <c:v>0.27145833332906477</c:v>
                </c:pt>
                <c:pt idx="23455">
                  <c:v>0.27146990740584442</c:v>
                </c:pt>
                <c:pt idx="23456">
                  <c:v>0.27148148148262408</c:v>
                </c:pt>
                <c:pt idx="23457">
                  <c:v>0.27149305555212777</c:v>
                </c:pt>
                <c:pt idx="23458">
                  <c:v>0.27150462962890742</c:v>
                </c:pt>
                <c:pt idx="23459">
                  <c:v>0.27151620369841112</c:v>
                </c:pt>
                <c:pt idx="23460">
                  <c:v>0.27152777777519077</c:v>
                </c:pt>
                <c:pt idx="23461">
                  <c:v>0.27153935185197042</c:v>
                </c:pt>
                <c:pt idx="23462">
                  <c:v>0.27155092592147412</c:v>
                </c:pt>
                <c:pt idx="23463">
                  <c:v>0.27156249999825377</c:v>
                </c:pt>
                <c:pt idx="23464">
                  <c:v>0.27157407407503342</c:v>
                </c:pt>
                <c:pt idx="23465">
                  <c:v>0.27158564814453712</c:v>
                </c:pt>
                <c:pt idx="23466">
                  <c:v>0.27159722222131677</c:v>
                </c:pt>
                <c:pt idx="23467">
                  <c:v>0.27160879629082046</c:v>
                </c:pt>
                <c:pt idx="23468">
                  <c:v>0.27162037036760012</c:v>
                </c:pt>
                <c:pt idx="23469">
                  <c:v>0.27163194444437977</c:v>
                </c:pt>
                <c:pt idx="23470">
                  <c:v>0.27164351851388346</c:v>
                </c:pt>
                <c:pt idx="23471">
                  <c:v>0.27165509259066312</c:v>
                </c:pt>
                <c:pt idx="23472">
                  <c:v>0.27166666666744277</c:v>
                </c:pt>
                <c:pt idx="23473">
                  <c:v>0.27167824073694646</c:v>
                </c:pt>
                <c:pt idx="23474">
                  <c:v>0.27168981481372612</c:v>
                </c:pt>
                <c:pt idx="23475">
                  <c:v>0.27170138888322981</c:v>
                </c:pt>
                <c:pt idx="23476">
                  <c:v>0.27171296296000946</c:v>
                </c:pt>
                <c:pt idx="23477">
                  <c:v>0.27172453703678912</c:v>
                </c:pt>
                <c:pt idx="23478">
                  <c:v>0.27173611110629281</c:v>
                </c:pt>
                <c:pt idx="23479">
                  <c:v>0.27174768518307246</c:v>
                </c:pt>
                <c:pt idx="23480">
                  <c:v>0.27175925925985212</c:v>
                </c:pt>
                <c:pt idx="23481">
                  <c:v>0.27177083332935581</c:v>
                </c:pt>
                <c:pt idx="23482">
                  <c:v>0.27178240740613546</c:v>
                </c:pt>
                <c:pt idx="23483">
                  <c:v>0.27179398147563916</c:v>
                </c:pt>
                <c:pt idx="23484">
                  <c:v>0.27180555555241881</c:v>
                </c:pt>
                <c:pt idx="23485">
                  <c:v>0.27181712962919846</c:v>
                </c:pt>
                <c:pt idx="23486">
                  <c:v>0.27182870369870216</c:v>
                </c:pt>
                <c:pt idx="23487">
                  <c:v>0.27184027777548181</c:v>
                </c:pt>
                <c:pt idx="23488">
                  <c:v>0.27185185185226146</c:v>
                </c:pt>
                <c:pt idx="23489">
                  <c:v>0.27186342592176516</c:v>
                </c:pt>
                <c:pt idx="23490">
                  <c:v>0.27187499999854481</c:v>
                </c:pt>
                <c:pt idx="23491">
                  <c:v>0.27188657407532446</c:v>
                </c:pt>
                <c:pt idx="23492">
                  <c:v>0.27189814814482816</c:v>
                </c:pt>
                <c:pt idx="23493">
                  <c:v>0.27190972222160781</c:v>
                </c:pt>
                <c:pt idx="23494">
                  <c:v>0.2719212962911115</c:v>
                </c:pt>
                <c:pt idx="23495">
                  <c:v>0.27193287036789116</c:v>
                </c:pt>
                <c:pt idx="23496">
                  <c:v>0.27194444444467081</c:v>
                </c:pt>
                <c:pt idx="23497">
                  <c:v>0.2719560185141745</c:v>
                </c:pt>
                <c:pt idx="23498">
                  <c:v>0.27196759259095415</c:v>
                </c:pt>
                <c:pt idx="23499">
                  <c:v>0.27197916666773381</c:v>
                </c:pt>
                <c:pt idx="23500">
                  <c:v>0.2719907407372375</c:v>
                </c:pt>
                <c:pt idx="23501">
                  <c:v>0.27200231481401715</c:v>
                </c:pt>
                <c:pt idx="23502">
                  <c:v>0.27201388888352085</c:v>
                </c:pt>
                <c:pt idx="23503">
                  <c:v>0.2720254629603005</c:v>
                </c:pt>
                <c:pt idx="23504">
                  <c:v>0.27203703703708015</c:v>
                </c:pt>
                <c:pt idx="23505">
                  <c:v>0.27204861110658385</c:v>
                </c:pt>
                <c:pt idx="23506">
                  <c:v>0.2720601851833635</c:v>
                </c:pt>
                <c:pt idx="23507">
                  <c:v>0.27207175926014315</c:v>
                </c:pt>
                <c:pt idx="23508">
                  <c:v>0.27208333332964685</c:v>
                </c:pt>
                <c:pt idx="23509">
                  <c:v>0.2720949074064265</c:v>
                </c:pt>
                <c:pt idx="23510">
                  <c:v>0.2721064814759302</c:v>
                </c:pt>
                <c:pt idx="23511">
                  <c:v>0.27211805555270985</c:v>
                </c:pt>
                <c:pt idx="23512">
                  <c:v>0.2721296296294895</c:v>
                </c:pt>
                <c:pt idx="23513">
                  <c:v>0.27214120369899319</c:v>
                </c:pt>
                <c:pt idx="23514">
                  <c:v>0.27215277777577285</c:v>
                </c:pt>
                <c:pt idx="23515">
                  <c:v>0.2721643518525525</c:v>
                </c:pt>
                <c:pt idx="23516">
                  <c:v>0.27217592592205619</c:v>
                </c:pt>
                <c:pt idx="23517">
                  <c:v>0.27218749999883585</c:v>
                </c:pt>
                <c:pt idx="23518">
                  <c:v>0.27219907406833954</c:v>
                </c:pt>
                <c:pt idx="23519">
                  <c:v>0.27221064814511919</c:v>
                </c:pt>
                <c:pt idx="23520">
                  <c:v>0.27222222222189885</c:v>
                </c:pt>
                <c:pt idx="23521">
                  <c:v>0.27223379629140254</c:v>
                </c:pt>
                <c:pt idx="23522">
                  <c:v>0.27224537036818219</c:v>
                </c:pt>
                <c:pt idx="23523">
                  <c:v>0.27225694444496185</c:v>
                </c:pt>
                <c:pt idx="23524">
                  <c:v>0.27226851851446554</c:v>
                </c:pt>
                <c:pt idx="23525">
                  <c:v>0.27228009259124519</c:v>
                </c:pt>
                <c:pt idx="23526">
                  <c:v>0.27229166666074889</c:v>
                </c:pt>
                <c:pt idx="23527">
                  <c:v>0.27230324073752854</c:v>
                </c:pt>
                <c:pt idx="23528">
                  <c:v>0.27231481481430819</c:v>
                </c:pt>
                <c:pt idx="23529">
                  <c:v>0.27232638888381189</c:v>
                </c:pt>
                <c:pt idx="23530">
                  <c:v>0.27233796296059154</c:v>
                </c:pt>
                <c:pt idx="23531">
                  <c:v>0.27234953703737119</c:v>
                </c:pt>
                <c:pt idx="23532">
                  <c:v>0.27236111110687489</c:v>
                </c:pt>
                <c:pt idx="23533">
                  <c:v>0.27237268518365454</c:v>
                </c:pt>
                <c:pt idx="23534">
                  <c:v>0.27238425926043419</c:v>
                </c:pt>
                <c:pt idx="23535">
                  <c:v>0.27239583332993789</c:v>
                </c:pt>
                <c:pt idx="23536">
                  <c:v>0.27240740740671754</c:v>
                </c:pt>
                <c:pt idx="23537">
                  <c:v>0.27241898147622123</c:v>
                </c:pt>
                <c:pt idx="23538">
                  <c:v>0.27243055555300089</c:v>
                </c:pt>
                <c:pt idx="23539">
                  <c:v>0.27244212962978054</c:v>
                </c:pt>
                <c:pt idx="23540">
                  <c:v>0.27245370369928423</c:v>
                </c:pt>
                <c:pt idx="23541">
                  <c:v>0.27246527777606389</c:v>
                </c:pt>
                <c:pt idx="23542">
                  <c:v>0.27247685185284354</c:v>
                </c:pt>
                <c:pt idx="23543">
                  <c:v>0.27248842592234723</c:v>
                </c:pt>
                <c:pt idx="23544">
                  <c:v>0.27249999999912689</c:v>
                </c:pt>
                <c:pt idx="23545">
                  <c:v>0.27251157406863058</c:v>
                </c:pt>
                <c:pt idx="23546">
                  <c:v>0.27252314814541023</c:v>
                </c:pt>
                <c:pt idx="23547">
                  <c:v>0.27253472222218988</c:v>
                </c:pt>
                <c:pt idx="23548">
                  <c:v>0.27254629629169358</c:v>
                </c:pt>
                <c:pt idx="23549">
                  <c:v>0.27255787036847323</c:v>
                </c:pt>
                <c:pt idx="23550">
                  <c:v>0.27256944444525288</c:v>
                </c:pt>
                <c:pt idx="23551">
                  <c:v>0.27258101851475658</c:v>
                </c:pt>
                <c:pt idx="23552">
                  <c:v>0.27259259259153623</c:v>
                </c:pt>
                <c:pt idx="23553">
                  <c:v>0.27260416666103993</c:v>
                </c:pt>
                <c:pt idx="23554">
                  <c:v>0.27261574073781958</c:v>
                </c:pt>
                <c:pt idx="23555">
                  <c:v>0.27262731481459923</c:v>
                </c:pt>
                <c:pt idx="23556">
                  <c:v>0.27263888888410293</c:v>
                </c:pt>
                <c:pt idx="23557">
                  <c:v>0.27265046296088258</c:v>
                </c:pt>
                <c:pt idx="23558">
                  <c:v>0.27266203703766223</c:v>
                </c:pt>
                <c:pt idx="23559">
                  <c:v>0.27267361110716593</c:v>
                </c:pt>
                <c:pt idx="23560">
                  <c:v>0.27268518518394558</c:v>
                </c:pt>
                <c:pt idx="23561">
                  <c:v>0.27269675925344927</c:v>
                </c:pt>
                <c:pt idx="23562">
                  <c:v>0.27270833333022892</c:v>
                </c:pt>
                <c:pt idx="23563">
                  <c:v>0.27271990740700858</c:v>
                </c:pt>
                <c:pt idx="23564">
                  <c:v>0.27273148147651227</c:v>
                </c:pt>
                <c:pt idx="23565">
                  <c:v>0.27274305555329192</c:v>
                </c:pt>
                <c:pt idx="23566">
                  <c:v>0.27275462963007158</c:v>
                </c:pt>
                <c:pt idx="23567">
                  <c:v>0.27276620369957527</c:v>
                </c:pt>
                <c:pt idx="23568">
                  <c:v>0.27277777777635492</c:v>
                </c:pt>
                <c:pt idx="23569">
                  <c:v>0.27278935185313458</c:v>
                </c:pt>
                <c:pt idx="23570">
                  <c:v>0.27280092592263827</c:v>
                </c:pt>
                <c:pt idx="23571">
                  <c:v>0.27281249999941792</c:v>
                </c:pt>
                <c:pt idx="23572">
                  <c:v>0.27282407406892162</c:v>
                </c:pt>
                <c:pt idx="23573">
                  <c:v>0.27283564814570127</c:v>
                </c:pt>
                <c:pt idx="23574">
                  <c:v>0.27284722222248092</c:v>
                </c:pt>
                <c:pt idx="23575">
                  <c:v>0.27285879629198462</c:v>
                </c:pt>
                <c:pt idx="23576">
                  <c:v>0.27287037036876427</c:v>
                </c:pt>
                <c:pt idx="23577">
                  <c:v>0.27288194444554392</c:v>
                </c:pt>
                <c:pt idx="23578">
                  <c:v>0.27289351851504762</c:v>
                </c:pt>
                <c:pt idx="23579">
                  <c:v>0.27290509259182727</c:v>
                </c:pt>
                <c:pt idx="23580">
                  <c:v>0.27291666666133096</c:v>
                </c:pt>
                <c:pt idx="23581">
                  <c:v>0.27292824073811062</c:v>
                </c:pt>
                <c:pt idx="23582">
                  <c:v>0.27293981481489027</c:v>
                </c:pt>
                <c:pt idx="23583">
                  <c:v>0.27295138888439396</c:v>
                </c:pt>
                <c:pt idx="23584">
                  <c:v>0.27296296296117362</c:v>
                </c:pt>
                <c:pt idx="23585">
                  <c:v>0.27297453703795327</c:v>
                </c:pt>
                <c:pt idx="23586">
                  <c:v>0.27298611110745696</c:v>
                </c:pt>
                <c:pt idx="23587">
                  <c:v>0.27299768518423662</c:v>
                </c:pt>
                <c:pt idx="23588">
                  <c:v>0.27300925925374031</c:v>
                </c:pt>
                <c:pt idx="23589">
                  <c:v>0.27302083333051996</c:v>
                </c:pt>
                <c:pt idx="23590">
                  <c:v>0.27303240740729962</c:v>
                </c:pt>
                <c:pt idx="23591">
                  <c:v>0.27304398147680331</c:v>
                </c:pt>
                <c:pt idx="23592">
                  <c:v>0.27305555555358296</c:v>
                </c:pt>
                <c:pt idx="23593">
                  <c:v>0.27306712963036261</c:v>
                </c:pt>
                <c:pt idx="23594">
                  <c:v>0.27307870369986631</c:v>
                </c:pt>
                <c:pt idx="23595">
                  <c:v>0.27309027777664596</c:v>
                </c:pt>
                <c:pt idx="23596">
                  <c:v>0.27310185184614966</c:v>
                </c:pt>
                <c:pt idx="23597">
                  <c:v>0.27311342592292931</c:v>
                </c:pt>
                <c:pt idx="23598">
                  <c:v>0.27312499999970896</c:v>
                </c:pt>
                <c:pt idx="23599">
                  <c:v>0.27313657406921266</c:v>
                </c:pt>
                <c:pt idx="23600">
                  <c:v>0.27314814814599231</c:v>
                </c:pt>
                <c:pt idx="23601">
                  <c:v>0.27315972222277196</c:v>
                </c:pt>
                <c:pt idx="23602">
                  <c:v>0.27317129629227566</c:v>
                </c:pt>
                <c:pt idx="23603">
                  <c:v>0.27318287036905531</c:v>
                </c:pt>
                <c:pt idx="23604">
                  <c:v>0.273194444438559</c:v>
                </c:pt>
                <c:pt idx="23605">
                  <c:v>0.27320601851533866</c:v>
                </c:pt>
                <c:pt idx="23606">
                  <c:v>0.27321759259211831</c:v>
                </c:pt>
                <c:pt idx="23607">
                  <c:v>0.273229166661622</c:v>
                </c:pt>
                <c:pt idx="23608">
                  <c:v>0.27324074073840166</c:v>
                </c:pt>
                <c:pt idx="23609">
                  <c:v>0.27325231481518131</c:v>
                </c:pt>
                <c:pt idx="23610">
                  <c:v>0.273263888884685</c:v>
                </c:pt>
                <c:pt idx="23611">
                  <c:v>0.27327546296146465</c:v>
                </c:pt>
                <c:pt idx="23612">
                  <c:v>0.27328703703824431</c:v>
                </c:pt>
                <c:pt idx="23613">
                  <c:v>0.273298611107748</c:v>
                </c:pt>
                <c:pt idx="23614">
                  <c:v>0.27331018518452765</c:v>
                </c:pt>
                <c:pt idx="23615">
                  <c:v>0.27332175925403135</c:v>
                </c:pt>
                <c:pt idx="23616">
                  <c:v>0.273333333330811</c:v>
                </c:pt>
                <c:pt idx="23617">
                  <c:v>0.27334490740759065</c:v>
                </c:pt>
                <c:pt idx="23618">
                  <c:v>0.27335648147709435</c:v>
                </c:pt>
                <c:pt idx="23619">
                  <c:v>0.273368055553874</c:v>
                </c:pt>
                <c:pt idx="23620">
                  <c:v>0.27337962963065365</c:v>
                </c:pt>
                <c:pt idx="23621">
                  <c:v>0.27339120370015735</c:v>
                </c:pt>
                <c:pt idx="23622">
                  <c:v>0.273402777776937</c:v>
                </c:pt>
                <c:pt idx="23623">
                  <c:v>0.2734143518464407</c:v>
                </c:pt>
                <c:pt idx="23624">
                  <c:v>0.27342592592322035</c:v>
                </c:pt>
                <c:pt idx="23625">
                  <c:v>0.2734375</c:v>
                </c:pt>
                <c:pt idx="23626">
                  <c:v>0.27344907406950369</c:v>
                </c:pt>
                <c:pt idx="23627">
                  <c:v>0.27346064814628335</c:v>
                </c:pt>
                <c:pt idx="23628">
                  <c:v>0.273472222223063</c:v>
                </c:pt>
                <c:pt idx="23629">
                  <c:v>0.27348379629256669</c:v>
                </c:pt>
                <c:pt idx="23630">
                  <c:v>0.27349537036934635</c:v>
                </c:pt>
                <c:pt idx="23631">
                  <c:v>0.27350694443885004</c:v>
                </c:pt>
                <c:pt idx="23632">
                  <c:v>0.27351851851562969</c:v>
                </c:pt>
                <c:pt idx="23633">
                  <c:v>0.27353009259240935</c:v>
                </c:pt>
                <c:pt idx="23634">
                  <c:v>0.27354166666191304</c:v>
                </c:pt>
                <c:pt idx="23635">
                  <c:v>0.27355324073869269</c:v>
                </c:pt>
                <c:pt idx="23636">
                  <c:v>0.27356481481547235</c:v>
                </c:pt>
                <c:pt idx="23637">
                  <c:v>0.27357638888497604</c:v>
                </c:pt>
                <c:pt idx="23638">
                  <c:v>0.27358796296175569</c:v>
                </c:pt>
                <c:pt idx="23639">
                  <c:v>0.27359953703125939</c:v>
                </c:pt>
                <c:pt idx="23640">
                  <c:v>0.27361111110803904</c:v>
                </c:pt>
                <c:pt idx="23641">
                  <c:v>0.27362268518481869</c:v>
                </c:pt>
                <c:pt idx="23642">
                  <c:v>0.27363425925432239</c:v>
                </c:pt>
                <c:pt idx="23643">
                  <c:v>0.27364583333110204</c:v>
                </c:pt>
                <c:pt idx="23644">
                  <c:v>0.27365740740788169</c:v>
                </c:pt>
                <c:pt idx="23645">
                  <c:v>0.27366898147738539</c:v>
                </c:pt>
                <c:pt idx="23646">
                  <c:v>0.27368055555416504</c:v>
                </c:pt>
                <c:pt idx="23647">
                  <c:v>0.27369212963094469</c:v>
                </c:pt>
                <c:pt idx="23648">
                  <c:v>0.27370370370044839</c:v>
                </c:pt>
                <c:pt idx="23649">
                  <c:v>0.27371527777722804</c:v>
                </c:pt>
                <c:pt idx="23650">
                  <c:v>0.27372685184673173</c:v>
                </c:pt>
                <c:pt idx="23651">
                  <c:v>0.27373842592351139</c:v>
                </c:pt>
                <c:pt idx="23652">
                  <c:v>0.27375000000029104</c:v>
                </c:pt>
                <c:pt idx="23653">
                  <c:v>0.27376157406979473</c:v>
                </c:pt>
                <c:pt idx="23654">
                  <c:v>0.27377314814657439</c:v>
                </c:pt>
                <c:pt idx="23655">
                  <c:v>0.27378472222335404</c:v>
                </c:pt>
                <c:pt idx="23656">
                  <c:v>0.27379629629285773</c:v>
                </c:pt>
                <c:pt idx="23657">
                  <c:v>0.27380787036963739</c:v>
                </c:pt>
                <c:pt idx="23658">
                  <c:v>0.27381944443914108</c:v>
                </c:pt>
                <c:pt idx="23659">
                  <c:v>0.27383101851592073</c:v>
                </c:pt>
                <c:pt idx="23660">
                  <c:v>0.27384259259270038</c:v>
                </c:pt>
                <c:pt idx="23661">
                  <c:v>0.27385416666220408</c:v>
                </c:pt>
                <c:pt idx="23662">
                  <c:v>0.27386574073898373</c:v>
                </c:pt>
                <c:pt idx="23663">
                  <c:v>0.27387731481576338</c:v>
                </c:pt>
                <c:pt idx="23664">
                  <c:v>0.27388888888526708</c:v>
                </c:pt>
                <c:pt idx="23665">
                  <c:v>0.27390046296204673</c:v>
                </c:pt>
                <c:pt idx="23666">
                  <c:v>0.27391203703155043</c:v>
                </c:pt>
                <c:pt idx="23667">
                  <c:v>0.27392361110833008</c:v>
                </c:pt>
                <c:pt idx="23668">
                  <c:v>0.27393518518510973</c:v>
                </c:pt>
                <c:pt idx="23669">
                  <c:v>0.27394675925461343</c:v>
                </c:pt>
                <c:pt idx="23670">
                  <c:v>0.27395833333139308</c:v>
                </c:pt>
                <c:pt idx="23671">
                  <c:v>0.27396990740817273</c:v>
                </c:pt>
                <c:pt idx="23672">
                  <c:v>0.27398148147767643</c:v>
                </c:pt>
                <c:pt idx="23673">
                  <c:v>0.27399305555445608</c:v>
                </c:pt>
                <c:pt idx="23674">
                  <c:v>0.27400462962395977</c:v>
                </c:pt>
                <c:pt idx="23675">
                  <c:v>0.27401620370073942</c:v>
                </c:pt>
                <c:pt idx="23676">
                  <c:v>0.27402777777751908</c:v>
                </c:pt>
                <c:pt idx="23677">
                  <c:v>0.27403935184702277</c:v>
                </c:pt>
                <c:pt idx="23678">
                  <c:v>0.27405092592380242</c:v>
                </c:pt>
                <c:pt idx="23679">
                  <c:v>0.27406250000058208</c:v>
                </c:pt>
                <c:pt idx="23680">
                  <c:v>0.27407407407008577</c:v>
                </c:pt>
                <c:pt idx="23681">
                  <c:v>0.27408564814686542</c:v>
                </c:pt>
                <c:pt idx="23682">
                  <c:v>0.27409722221636912</c:v>
                </c:pt>
                <c:pt idx="23683">
                  <c:v>0.27410879629314877</c:v>
                </c:pt>
                <c:pt idx="23684">
                  <c:v>0.27412037036992842</c:v>
                </c:pt>
                <c:pt idx="23685">
                  <c:v>0.27413194443943212</c:v>
                </c:pt>
                <c:pt idx="23686">
                  <c:v>0.27414351851621177</c:v>
                </c:pt>
                <c:pt idx="23687">
                  <c:v>0.27415509259299142</c:v>
                </c:pt>
                <c:pt idx="23688">
                  <c:v>0.27416666666249512</c:v>
                </c:pt>
                <c:pt idx="23689">
                  <c:v>0.27417824073927477</c:v>
                </c:pt>
                <c:pt idx="23690">
                  <c:v>0.27418981481605442</c:v>
                </c:pt>
                <c:pt idx="23691">
                  <c:v>0.27420138888555812</c:v>
                </c:pt>
                <c:pt idx="23692">
                  <c:v>0.27421296296233777</c:v>
                </c:pt>
                <c:pt idx="23693">
                  <c:v>0.27422453703184146</c:v>
                </c:pt>
                <c:pt idx="23694">
                  <c:v>0.27423611110862112</c:v>
                </c:pt>
                <c:pt idx="23695">
                  <c:v>0.27424768518540077</c:v>
                </c:pt>
                <c:pt idx="23696">
                  <c:v>0.27425925925490446</c:v>
                </c:pt>
                <c:pt idx="23697">
                  <c:v>0.27427083333168412</c:v>
                </c:pt>
                <c:pt idx="23698">
                  <c:v>0.27428240740846377</c:v>
                </c:pt>
                <c:pt idx="23699">
                  <c:v>0.27429398147796746</c:v>
                </c:pt>
                <c:pt idx="23700">
                  <c:v>0.27430555555474712</c:v>
                </c:pt>
                <c:pt idx="23701">
                  <c:v>0.27431712962425081</c:v>
                </c:pt>
                <c:pt idx="23702">
                  <c:v>0.27432870370103046</c:v>
                </c:pt>
                <c:pt idx="23703">
                  <c:v>0.27434027777781012</c:v>
                </c:pt>
                <c:pt idx="23704">
                  <c:v>0.27435185184731381</c:v>
                </c:pt>
                <c:pt idx="23705">
                  <c:v>0.27436342592409346</c:v>
                </c:pt>
                <c:pt idx="23706">
                  <c:v>0.27437500000087311</c:v>
                </c:pt>
                <c:pt idx="23707">
                  <c:v>0.27438657407037681</c:v>
                </c:pt>
                <c:pt idx="23708">
                  <c:v>0.27439814814715646</c:v>
                </c:pt>
                <c:pt idx="23709">
                  <c:v>0.27440972221666016</c:v>
                </c:pt>
                <c:pt idx="23710">
                  <c:v>0.27442129629343981</c:v>
                </c:pt>
                <c:pt idx="23711">
                  <c:v>0.27443287037021946</c:v>
                </c:pt>
                <c:pt idx="23712">
                  <c:v>0.27444444443972316</c:v>
                </c:pt>
                <c:pt idx="23713">
                  <c:v>0.27445601851650281</c:v>
                </c:pt>
                <c:pt idx="23714">
                  <c:v>0.27446759259328246</c:v>
                </c:pt>
                <c:pt idx="23715">
                  <c:v>0.27447916666278616</c:v>
                </c:pt>
                <c:pt idx="23716">
                  <c:v>0.27449074073956581</c:v>
                </c:pt>
                <c:pt idx="23717">
                  <c:v>0.2745023148090695</c:v>
                </c:pt>
                <c:pt idx="23718">
                  <c:v>0.27451388888584916</c:v>
                </c:pt>
                <c:pt idx="23719">
                  <c:v>0.27452546296262881</c:v>
                </c:pt>
                <c:pt idx="23720">
                  <c:v>0.2745370370321325</c:v>
                </c:pt>
                <c:pt idx="23721">
                  <c:v>0.27454861110891216</c:v>
                </c:pt>
                <c:pt idx="23722">
                  <c:v>0.27456018518569181</c:v>
                </c:pt>
                <c:pt idx="23723">
                  <c:v>0.2745717592551955</c:v>
                </c:pt>
                <c:pt idx="23724">
                  <c:v>0.27458333333197515</c:v>
                </c:pt>
                <c:pt idx="23725">
                  <c:v>0.27459490740147885</c:v>
                </c:pt>
                <c:pt idx="23726">
                  <c:v>0.2746064814782585</c:v>
                </c:pt>
                <c:pt idx="23727">
                  <c:v>0.27461805555503815</c:v>
                </c:pt>
                <c:pt idx="23728">
                  <c:v>0.27462962962454185</c:v>
                </c:pt>
                <c:pt idx="23729">
                  <c:v>0.2746412037013215</c:v>
                </c:pt>
                <c:pt idx="23730">
                  <c:v>0.27465277777810115</c:v>
                </c:pt>
                <c:pt idx="23731">
                  <c:v>0.27466435184760485</c:v>
                </c:pt>
                <c:pt idx="23732">
                  <c:v>0.2746759259243845</c:v>
                </c:pt>
                <c:pt idx="23733">
                  <c:v>0.27468750000116415</c:v>
                </c:pt>
                <c:pt idx="23734">
                  <c:v>0.27469907407066785</c:v>
                </c:pt>
                <c:pt idx="23735">
                  <c:v>0.2747106481474475</c:v>
                </c:pt>
                <c:pt idx="23736">
                  <c:v>0.2747222222169512</c:v>
                </c:pt>
                <c:pt idx="23737">
                  <c:v>0.27473379629373085</c:v>
                </c:pt>
                <c:pt idx="23738">
                  <c:v>0.2747453703705105</c:v>
                </c:pt>
                <c:pt idx="23739">
                  <c:v>0.27475694444001419</c:v>
                </c:pt>
                <c:pt idx="23740">
                  <c:v>0.27476851851679385</c:v>
                </c:pt>
                <c:pt idx="23741">
                  <c:v>0.2747800925935735</c:v>
                </c:pt>
                <c:pt idx="23742">
                  <c:v>0.27479166666307719</c:v>
                </c:pt>
                <c:pt idx="23743">
                  <c:v>0.27480324073985685</c:v>
                </c:pt>
                <c:pt idx="23744">
                  <c:v>0.27481481480936054</c:v>
                </c:pt>
                <c:pt idx="23745">
                  <c:v>0.27482638888614019</c:v>
                </c:pt>
                <c:pt idx="23746">
                  <c:v>0.27483796296291985</c:v>
                </c:pt>
                <c:pt idx="23747">
                  <c:v>0.27484953703242354</c:v>
                </c:pt>
                <c:pt idx="23748">
                  <c:v>0.27486111110920319</c:v>
                </c:pt>
                <c:pt idx="23749">
                  <c:v>0.27487268518598285</c:v>
                </c:pt>
                <c:pt idx="23750">
                  <c:v>0.27488425925548654</c:v>
                </c:pt>
                <c:pt idx="23751">
                  <c:v>0.27489583333226619</c:v>
                </c:pt>
                <c:pt idx="23752">
                  <c:v>0.27490740740176989</c:v>
                </c:pt>
                <c:pt idx="23753">
                  <c:v>0.27491898147854954</c:v>
                </c:pt>
                <c:pt idx="23754">
                  <c:v>0.27493055555532919</c:v>
                </c:pt>
                <c:pt idx="23755">
                  <c:v>0.27494212962483289</c:v>
                </c:pt>
                <c:pt idx="23756">
                  <c:v>0.27495370370161254</c:v>
                </c:pt>
                <c:pt idx="23757">
                  <c:v>0.27496527777839219</c:v>
                </c:pt>
                <c:pt idx="23758">
                  <c:v>0.27497685184789589</c:v>
                </c:pt>
                <c:pt idx="23759">
                  <c:v>0.27498842592467554</c:v>
                </c:pt>
                <c:pt idx="23760">
                  <c:v>0.27499999999417923</c:v>
                </c:pt>
                <c:pt idx="23761">
                  <c:v>0.27501157407095889</c:v>
                </c:pt>
                <c:pt idx="23762">
                  <c:v>0.27502314814773854</c:v>
                </c:pt>
                <c:pt idx="23763">
                  <c:v>0.27503472221724223</c:v>
                </c:pt>
                <c:pt idx="23764">
                  <c:v>0.27504629629402189</c:v>
                </c:pt>
                <c:pt idx="23765">
                  <c:v>0.27505787037080154</c:v>
                </c:pt>
                <c:pt idx="23766">
                  <c:v>0.27506944444030523</c:v>
                </c:pt>
                <c:pt idx="23767">
                  <c:v>0.27508101851708489</c:v>
                </c:pt>
                <c:pt idx="23768">
                  <c:v>0.27509259259386454</c:v>
                </c:pt>
                <c:pt idx="23769">
                  <c:v>0.27510416666336823</c:v>
                </c:pt>
                <c:pt idx="23770">
                  <c:v>0.27511574074014788</c:v>
                </c:pt>
                <c:pt idx="23771">
                  <c:v>0.27512731480965158</c:v>
                </c:pt>
                <c:pt idx="23772">
                  <c:v>0.27513888888643123</c:v>
                </c:pt>
                <c:pt idx="23773">
                  <c:v>0.27515046296321088</c:v>
                </c:pt>
                <c:pt idx="23774">
                  <c:v>0.27516203703271458</c:v>
                </c:pt>
                <c:pt idx="23775">
                  <c:v>0.27517361110949423</c:v>
                </c:pt>
                <c:pt idx="23776">
                  <c:v>0.27518518518627388</c:v>
                </c:pt>
                <c:pt idx="23777">
                  <c:v>0.27519675925577758</c:v>
                </c:pt>
                <c:pt idx="23778">
                  <c:v>0.27520833333255723</c:v>
                </c:pt>
                <c:pt idx="23779">
                  <c:v>0.27521990740206093</c:v>
                </c:pt>
                <c:pt idx="23780">
                  <c:v>0.27523148147884058</c:v>
                </c:pt>
                <c:pt idx="23781">
                  <c:v>0.27524305555562023</c:v>
                </c:pt>
                <c:pt idx="23782">
                  <c:v>0.27525462962512393</c:v>
                </c:pt>
                <c:pt idx="23783">
                  <c:v>0.27526620370190358</c:v>
                </c:pt>
                <c:pt idx="23784">
                  <c:v>0.27527777777868323</c:v>
                </c:pt>
                <c:pt idx="23785">
                  <c:v>0.27528935184818693</c:v>
                </c:pt>
                <c:pt idx="23786">
                  <c:v>0.27530092592496658</c:v>
                </c:pt>
                <c:pt idx="23787">
                  <c:v>0.27531249999447027</c:v>
                </c:pt>
                <c:pt idx="23788">
                  <c:v>0.27532407407124992</c:v>
                </c:pt>
                <c:pt idx="23789">
                  <c:v>0.27533564814802958</c:v>
                </c:pt>
                <c:pt idx="23790">
                  <c:v>0.27534722221753327</c:v>
                </c:pt>
                <c:pt idx="23791">
                  <c:v>0.27535879629431292</c:v>
                </c:pt>
                <c:pt idx="23792">
                  <c:v>0.27537037037109258</c:v>
                </c:pt>
                <c:pt idx="23793">
                  <c:v>0.27538194444059627</c:v>
                </c:pt>
                <c:pt idx="23794">
                  <c:v>0.27539351851737592</c:v>
                </c:pt>
                <c:pt idx="23795">
                  <c:v>0.27540509258687962</c:v>
                </c:pt>
                <c:pt idx="23796">
                  <c:v>0.27541666666365927</c:v>
                </c:pt>
                <c:pt idx="23797">
                  <c:v>0.27542824074043892</c:v>
                </c:pt>
                <c:pt idx="23798">
                  <c:v>0.27543981480994262</c:v>
                </c:pt>
                <c:pt idx="23799">
                  <c:v>0.27545138888672227</c:v>
                </c:pt>
                <c:pt idx="23800">
                  <c:v>0.27546296296350192</c:v>
                </c:pt>
                <c:pt idx="23801">
                  <c:v>0.27547453703300562</c:v>
                </c:pt>
                <c:pt idx="23802">
                  <c:v>0.27548611110978527</c:v>
                </c:pt>
                <c:pt idx="23803">
                  <c:v>0.27549768517928896</c:v>
                </c:pt>
                <c:pt idx="23804">
                  <c:v>0.27550925925606862</c:v>
                </c:pt>
                <c:pt idx="23805">
                  <c:v>0.27552083333284827</c:v>
                </c:pt>
                <c:pt idx="23806">
                  <c:v>0.27553240740235196</c:v>
                </c:pt>
                <c:pt idx="23807">
                  <c:v>0.27554398147913162</c:v>
                </c:pt>
                <c:pt idx="23808">
                  <c:v>0.27555555555591127</c:v>
                </c:pt>
                <c:pt idx="23809">
                  <c:v>0.27556712962541496</c:v>
                </c:pt>
                <c:pt idx="23810">
                  <c:v>0.27557870370219462</c:v>
                </c:pt>
                <c:pt idx="23811">
                  <c:v>0.27559027777897427</c:v>
                </c:pt>
                <c:pt idx="23812">
                  <c:v>0.27560185184847796</c:v>
                </c:pt>
                <c:pt idx="23813">
                  <c:v>0.27561342592525762</c:v>
                </c:pt>
                <c:pt idx="23814">
                  <c:v>0.27562499999476131</c:v>
                </c:pt>
                <c:pt idx="23815">
                  <c:v>0.27563657407154096</c:v>
                </c:pt>
                <c:pt idx="23816">
                  <c:v>0.27564814814832062</c:v>
                </c:pt>
                <c:pt idx="23817">
                  <c:v>0.27565972221782431</c:v>
                </c:pt>
                <c:pt idx="23818">
                  <c:v>0.27567129629460396</c:v>
                </c:pt>
                <c:pt idx="23819">
                  <c:v>0.27568287037138361</c:v>
                </c:pt>
                <c:pt idx="23820">
                  <c:v>0.27569444444088731</c:v>
                </c:pt>
                <c:pt idx="23821">
                  <c:v>0.27570601851766696</c:v>
                </c:pt>
                <c:pt idx="23822">
                  <c:v>0.27571759258717066</c:v>
                </c:pt>
                <c:pt idx="23823">
                  <c:v>0.27572916666395031</c:v>
                </c:pt>
                <c:pt idx="23824">
                  <c:v>0.27574074074072996</c:v>
                </c:pt>
                <c:pt idx="23825">
                  <c:v>0.27575231481023366</c:v>
                </c:pt>
                <c:pt idx="23826">
                  <c:v>0.27576388888701331</c:v>
                </c:pt>
                <c:pt idx="23827">
                  <c:v>0.27577546296379296</c:v>
                </c:pt>
                <c:pt idx="23828">
                  <c:v>0.27578703703329666</c:v>
                </c:pt>
                <c:pt idx="23829">
                  <c:v>0.27579861111007631</c:v>
                </c:pt>
                <c:pt idx="23830">
                  <c:v>0.27581018517958</c:v>
                </c:pt>
                <c:pt idx="23831">
                  <c:v>0.27582175925635966</c:v>
                </c:pt>
                <c:pt idx="23832">
                  <c:v>0.27583333333313931</c:v>
                </c:pt>
                <c:pt idx="23833">
                  <c:v>0.275844907402643</c:v>
                </c:pt>
                <c:pt idx="23834">
                  <c:v>0.27585648147942265</c:v>
                </c:pt>
                <c:pt idx="23835">
                  <c:v>0.27586805555620231</c:v>
                </c:pt>
                <c:pt idx="23836">
                  <c:v>0.275879629625706</c:v>
                </c:pt>
                <c:pt idx="23837">
                  <c:v>0.27589120370248565</c:v>
                </c:pt>
                <c:pt idx="23838">
                  <c:v>0.27590277777198935</c:v>
                </c:pt>
                <c:pt idx="23839">
                  <c:v>0.275914351848769</c:v>
                </c:pt>
                <c:pt idx="23840">
                  <c:v>0.27592592592554865</c:v>
                </c:pt>
                <c:pt idx="23841">
                  <c:v>0.27593749999505235</c:v>
                </c:pt>
                <c:pt idx="23842">
                  <c:v>0.275949074071832</c:v>
                </c:pt>
                <c:pt idx="23843">
                  <c:v>0.27596064814861165</c:v>
                </c:pt>
                <c:pt idx="23844">
                  <c:v>0.27597222221811535</c:v>
                </c:pt>
                <c:pt idx="23845">
                  <c:v>0.275983796294895</c:v>
                </c:pt>
                <c:pt idx="23846">
                  <c:v>0.27599537037167465</c:v>
                </c:pt>
                <c:pt idx="23847">
                  <c:v>0.27600694444117835</c:v>
                </c:pt>
                <c:pt idx="23848">
                  <c:v>0.276018518517958</c:v>
                </c:pt>
                <c:pt idx="23849">
                  <c:v>0.2760300925874617</c:v>
                </c:pt>
                <c:pt idx="23850">
                  <c:v>0.27604166666424135</c:v>
                </c:pt>
                <c:pt idx="23851">
                  <c:v>0.276053240741021</c:v>
                </c:pt>
                <c:pt idx="23852">
                  <c:v>0.27606481481052469</c:v>
                </c:pt>
                <c:pt idx="23853">
                  <c:v>0.27607638888730435</c:v>
                </c:pt>
                <c:pt idx="23854">
                  <c:v>0.276087962964084</c:v>
                </c:pt>
                <c:pt idx="23855">
                  <c:v>0.27609953703358769</c:v>
                </c:pt>
                <c:pt idx="23856">
                  <c:v>0.27611111111036735</c:v>
                </c:pt>
                <c:pt idx="23857">
                  <c:v>0.27612268517987104</c:v>
                </c:pt>
                <c:pt idx="23858">
                  <c:v>0.27613425925665069</c:v>
                </c:pt>
                <c:pt idx="23859">
                  <c:v>0.27614583333343035</c:v>
                </c:pt>
                <c:pt idx="23860">
                  <c:v>0.27615740740293404</c:v>
                </c:pt>
                <c:pt idx="23861">
                  <c:v>0.27616898147971369</c:v>
                </c:pt>
                <c:pt idx="23862">
                  <c:v>0.27618055555649335</c:v>
                </c:pt>
                <c:pt idx="23863">
                  <c:v>0.27619212962599704</c:v>
                </c:pt>
                <c:pt idx="23864">
                  <c:v>0.27620370370277669</c:v>
                </c:pt>
                <c:pt idx="23865">
                  <c:v>0.27621527777228039</c:v>
                </c:pt>
                <c:pt idx="23866">
                  <c:v>0.27622685184906004</c:v>
                </c:pt>
                <c:pt idx="23867">
                  <c:v>0.27623842592583969</c:v>
                </c:pt>
                <c:pt idx="23868">
                  <c:v>0.27624999999534339</c:v>
                </c:pt>
                <c:pt idx="23869">
                  <c:v>0.27626157407212304</c:v>
                </c:pt>
                <c:pt idx="23870">
                  <c:v>0.27627314814890269</c:v>
                </c:pt>
                <c:pt idx="23871">
                  <c:v>0.27628472221840639</c:v>
                </c:pt>
                <c:pt idx="23872">
                  <c:v>0.27629629629518604</c:v>
                </c:pt>
                <c:pt idx="23873">
                  <c:v>0.27630787036468973</c:v>
                </c:pt>
                <c:pt idx="23874">
                  <c:v>0.27631944444146939</c:v>
                </c:pt>
                <c:pt idx="23875">
                  <c:v>0.27633101851824904</c:v>
                </c:pt>
                <c:pt idx="23876">
                  <c:v>0.27634259258775273</c:v>
                </c:pt>
                <c:pt idx="23877">
                  <c:v>0.27635416666453239</c:v>
                </c:pt>
                <c:pt idx="23878">
                  <c:v>0.27636574074131204</c:v>
                </c:pt>
                <c:pt idx="23879">
                  <c:v>0.27637731481081573</c:v>
                </c:pt>
                <c:pt idx="23880">
                  <c:v>0.27638888888759539</c:v>
                </c:pt>
                <c:pt idx="23881">
                  <c:v>0.27640046295709908</c:v>
                </c:pt>
                <c:pt idx="23882">
                  <c:v>0.27641203703387873</c:v>
                </c:pt>
                <c:pt idx="23883">
                  <c:v>0.27642361111065838</c:v>
                </c:pt>
                <c:pt idx="23884">
                  <c:v>0.27643518518016208</c:v>
                </c:pt>
                <c:pt idx="23885">
                  <c:v>0.27644675925694173</c:v>
                </c:pt>
                <c:pt idx="23886">
                  <c:v>0.27645833333372138</c:v>
                </c:pt>
                <c:pt idx="23887">
                  <c:v>0.27646990740322508</c:v>
                </c:pt>
                <c:pt idx="23888">
                  <c:v>0.27648148148000473</c:v>
                </c:pt>
                <c:pt idx="23889">
                  <c:v>0.27649305555678438</c:v>
                </c:pt>
                <c:pt idx="23890">
                  <c:v>0.27650462962628808</c:v>
                </c:pt>
                <c:pt idx="23891">
                  <c:v>0.27651620370306773</c:v>
                </c:pt>
                <c:pt idx="23892">
                  <c:v>0.27652777777257143</c:v>
                </c:pt>
                <c:pt idx="23893">
                  <c:v>0.27653935184935108</c:v>
                </c:pt>
                <c:pt idx="23894">
                  <c:v>0.27655092592613073</c:v>
                </c:pt>
                <c:pt idx="23895">
                  <c:v>0.27656249999563443</c:v>
                </c:pt>
                <c:pt idx="23896">
                  <c:v>0.27657407407241408</c:v>
                </c:pt>
                <c:pt idx="23897">
                  <c:v>0.27658564814919373</c:v>
                </c:pt>
                <c:pt idx="23898">
                  <c:v>0.27659722221869742</c:v>
                </c:pt>
                <c:pt idx="23899">
                  <c:v>0.27660879629547708</c:v>
                </c:pt>
                <c:pt idx="23900">
                  <c:v>0.27662037036498077</c:v>
                </c:pt>
                <c:pt idx="23901">
                  <c:v>0.27663194444176042</c:v>
                </c:pt>
                <c:pt idx="23902">
                  <c:v>0.27664351851854008</c:v>
                </c:pt>
                <c:pt idx="23903">
                  <c:v>0.27665509258804377</c:v>
                </c:pt>
                <c:pt idx="23904">
                  <c:v>0.27666666666482342</c:v>
                </c:pt>
                <c:pt idx="23905">
                  <c:v>0.27667824074160308</c:v>
                </c:pt>
                <c:pt idx="23906">
                  <c:v>0.27668981481110677</c:v>
                </c:pt>
                <c:pt idx="23907">
                  <c:v>0.27670138888788642</c:v>
                </c:pt>
                <c:pt idx="23908">
                  <c:v>0.27671296295739012</c:v>
                </c:pt>
                <c:pt idx="23909">
                  <c:v>0.27672453703416977</c:v>
                </c:pt>
                <c:pt idx="23910">
                  <c:v>0.27673611111094942</c:v>
                </c:pt>
                <c:pt idx="23911">
                  <c:v>0.27674768518045312</c:v>
                </c:pt>
                <c:pt idx="23912">
                  <c:v>0.27675925925723277</c:v>
                </c:pt>
                <c:pt idx="23913">
                  <c:v>0.27677083333401242</c:v>
                </c:pt>
                <c:pt idx="23914">
                  <c:v>0.27678240740351612</c:v>
                </c:pt>
                <c:pt idx="23915">
                  <c:v>0.27679398148029577</c:v>
                </c:pt>
                <c:pt idx="23916">
                  <c:v>0.27680555554979946</c:v>
                </c:pt>
                <c:pt idx="23917">
                  <c:v>0.27681712962657912</c:v>
                </c:pt>
                <c:pt idx="23918">
                  <c:v>0.27682870370335877</c:v>
                </c:pt>
                <c:pt idx="23919">
                  <c:v>0.27684027777286246</c:v>
                </c:pt>
                <c:pt idx="23920">
                  <c:v>0.27685185184964212</c:v>
                </c:pt>
                <c:pt idx="23921">
                  <c:v>0.27686342592642177</c:v>
                </c:pt>
                <c:pt idx="23922">
                  <c:v>0.27687499999592546</c:v>
                </c:pt>
                <c:pt idx="23923">
                  <c:v>0.27688657407270512</c:v>
                </c:pt>
                <c:pt idx="23924">
                  <c:v>0.27689814814948477</c:v>
                </c:pt>
                <c:pt idx="23925">
                  <c:v>0.27690972221898846</c:v>
                </c:pt>
                <c:pt idx="23926">
                  <c:v>0.27692129629576812</c:v>
                </c:pt>
                <c:pt idx="23927">
                  <c:v>0.27693287036527181</c:v>
                </c:pt>
                <c:pt idx="23928">
                  <c:v>0.27694444444205146</c:v>
                </c:pt>
                <c:pt idx="23929">
                  <c:v>0.27695601851883112</c:v>
                </c:pt>
                <c:pt idx="23930">
                  <c:v>0.27696759258833481</c:v>
                </c:pt>
                <c:pt idx="23931">
                  <c:v>0.27697916666511446</c:v>
                </c:pt>
                <c:pt idx="23932">
                  <c:v>0.27699074074189411</c:v>
                </c:pt>
                <c:pt idx="23933">
                  <c:v>0.27700231481139781</c:v>
                </c:pt>
                <c:pt idx="23934">
                  <c:v>0.27701388888817746</c:v>
                </c:pt>
                <c:pt idx="23935">
                  <c:v>0.27702546295768116</c:v>
                </c:pt>
                <c:pt idx="23936">
                  <c:v>0.27703703703446081</c:v>
                </c:pt>
                <c:pt idx="23937">
                  <c:v>0.27704861111124046</c:v>
                </c:pt>
                <c:pt idx="23938">
                  <c:v>0.27706018518074416</c:v>
                </c:pt>
                <c:pt idx="23939">
                  <c:v>0.27707175925752381</c:v>
                </c:pt>
                <c:pt idx="23940">
                  <c:v>0.27708333333430346</c:v>
                </c:pt>
                <c:pt idx="23941">
                  <c:v>0.27709490740380716</c:v>
                </c:pt>
                <c:pt idx="23942">
                  <c:v>0.27710648148058681</c:v>
                </c:pt>
                <c:pt idx="23943">
                  <c:v>0.2771180555500905</c:v>
                </c:pt>
                <c:pt idx="23944">
                  <c:v>0.27712962962687016</c:v>
                </c:pt>
                <c:pt idx="23945">
                  <c:v>0.27714120370364981</c:v>
                </c:pt>
                <c:pt idx="23946">
                  <c:v>0.2771527777731535</c:v>
                </c:pt>
                <c:pt idx="23947">
                  <c:v>0.27716435184993315</c:v>
                </c:pt>
                <c:pt idx="23948">
                  <c:v>0.27717592592671281</c:v>
                </c:pt>
                <c:pt idx="23949">
                  <c:v>0.2771874999962165</c:v>
                </c:pt>
                <c:pt idx="23950">
                  <c:v>0.27719907407299615</c:v>
                </c:pt>
                <c:pt idx="23951">
                  <c:v>0.27721064814249985</c:v>
                </c:pt>
                <c:pt idx="23952">
                  <c:v>0.2772222222192795</c:v>
                </c:pt>
                <c:pt idx="23953">
                  <c:v>0.27723379629605915</c:v>
                </c:pt>
                <c:pt idx="23954">
                  <c:v>0.27724537036556285</c:v>
                </c:pt>
                <c:pt idx="23955">
                  <c:v>0.2772569444423425</c:v>
                </c:pt>
                <c:pt idx="23956">
                  <c:v>0.27726851851912215</c:v>
                </c:pt>
                <c:pt idx="23957">
                  <c:v>0.27728009258862585</c:v>
                </c:pt>
                <c:pt idx="23958">
                  <c:v>0.2772916666654055</c:v>
                </c:pt>
                <c:pt idx="23959">
                  <c:v>0.2773032407349092</c:v>
                </c:pt>
                <c:pt idx="23960">
                  <c:v>0.27731481481168885</c:v>
                </c:pt>
                <c:pt idx="23961">
                  <c:v>0.2773263888884685</c:v>
                </c:pt>
                <c:pt idx="23962">
                  <c:v>0.27733796295797219</c:v>
                </c:pt>
                <c:pt idx="23963">
                  <c:v>0.27734953703475185</c:v>
                </c:pt>
                <c:pt idx="23964">
                  <c:v>0.2773611111115315</c:v>
                </c:pt>
                <c:pt idx="23965">
                  <c:v>0.27737268518103519</c:v>
                </c:pt>
                <c:pt idx="23966">
                  <c:v>0.27738425925781485</c:v>
                </c:pt>
                <c:pt idx="23967">
                  <c:v>0.2773958333345945</c:v>
                </c:pt>
                <c:pt idx="23968">
                  <c:v>0.27740740740409819</c:v>
                </c:pt>
                <c:pt idx="23969">
                  <c:v>0.27741898148087785</c:v>
                </c:pt>
                <c:pt idx="23970">
                  <c:v>0.27743055555038154</c:v>
                </c:pt>
                <c:pt idx="23971">
                  <c:v>0.27744212962716119</c:v>
                </c:pt>
                <c:pt idx="23972">
                  <c:v>0.27745370370394085</c:v>
                </c:pt>
                <c:pt idx="23973">
                  <c:v>0.27746527777344454</c:v>
                </c:pt>
                <c:pt idx="23974">
                  <c:v>0.27747685185022419</c:v>
                </c:pt>
                <c:pt idx="23975">
                  <c:v>0.27748842592700385</c:v>
                </c:pt>
                <c:pt idx="23976">
                  <c:v>0.27749999999650754</c:v>
                </c:pt>
                <c:pt idx="23977">
                  <c:v>0.27751157407328719</c:v>
                </c:pt>
                <c:pt idx="23978">
                  <c:v>0.27752314814279089</c:v>
                </c:pt>
                <c:pt idx="23979">
                  <c:v>0.27753472221957054</c:v>
                </c:pt>
                <c:pt idx="23980">
                  <c:v>0.27754629629635019</c:v>
                </c:pt>
                <c:pt idx="23981">
                  <c:v>0.27755787036585389</c:v>
                </c:pt>
                <c:pt idx="23982">
                  <c:v>0.27756944444263354</c:v>
                </c:pt>
                <c:pt idx="23983">
                  <c:v>0.27758101851941319</c:v>
                </c:pt>
                <c:pt idx="23984">
                  <c:v>0.27759259258891689</c:v>
                </c:pt>
                <c:pt idx="23985">
                  <c:v>0.27760416666569654</c:v>
                </c:pt>
                <c:pt idx="23986">
                  <c:v>0.27761574073520023</c:v>
                </c:pt>
                <c:pt idx="23987">
                  <c:v>0.27762731481197989</c:v>
                </c:pt>
                <c:pt idx="23988">
                  <c:v>0.27763888888875954</c:v>
                </c:pt>
                <c:pt idx="23989">
                  <c:v>0.27765046295826323</c:v>
                </c:pt>
                <c:pt idx="23990">
                  <c:v>0.27766203703504289</c:v>
                </c:pt>
                <c:pt idx="23991">
                  <c:v>0.27767361111182254</c:v>
                </c:pt>
                <c:pt idx="23992">
                  <c:v>0.27768518518132623</c:v>
                </c:pt>
                <c:pt idx="23993">
                  <c:v>0.27769675925810589</c:v>
                </c:pt>
                <c:pt idx="23994">
                  <c:v>0.27770833332760958</c:v>
                </c:pt>
                <c:pt idx="23995">
                  <c:v>0.27771990740438923</c:v>
                </c:pt>
                <c:pt idx="23996">
                  <c:v>0.27773148148116888</c:v>
                </c:pt>
                <c:pt idx="23997">
                  <c:v>0.27774305555067258</c:v>
                </c:pt>
                <c:pt idx="23998">
                  <c:v>0.27775462962745223</c:v>
                </c:pt>
                <c:pt idx="23999">
                  <c:v>0.27776620370423188</c:v>
                </c:pt>
                <c:pt idx="24000">
                  <c:v>0.27777777777373558</c:v>
                </c:pt>
                <c:pt idx="24001">
                  <c:v>0.27778935185051523</c:v>
                </c:pt>
                <c:pt idx="24002">
                  <c:v>0.27780092592001893</c:v>
                </c:pt>
                <c:pt idx="24003">
                  <c:v>0.27781249999679858</c:v>
                </c:pt>
                <c:pt idx="24004">
                  <c:v>0.27782407407357823</c:v>
                </c:pt>
                <c:pt idx="24005">
                  <c:v>0.27783564814308193</c:v>
                </c:pt>
                <c:pt idx="24006">
                  <c:v>0.27784722221986158</c:v>
                </c:pt>
                <c:pt idx="24007">
                  <c:v>0.27785879629664123</c:v>
                </c:pt>
                <c:pt idx="24008">
                  <c:v>0.27787037036614493</c:v>
                </c:pt>
                <c:pt idx="24009">
                  <c:v>0.27788194444292458</c:v>
                </c:pt>
                <c:pt idx="24010">
                  <c:v>0.27789351851970423</c:v>
                </c:pt>
                <c:pt idx="24011">
                  <c:v>0.27790509258920792</c:v>
                </c:pt>
                <c:pt idx="24012">
                  <c:v>0.27791666666598758</c:v>
                </c:pt>
                <c:pt idx="24013">
                  <c:v>0.27792824073549127</c:v>
                </c:pt>
                <c:pt idx="24014">
                  <c:v>0.27793981481227092</c:v>
                </c:pt>
                <c:pt idx="24015">
                  <c:v>0.27795138888905058</c:v>
                </c:pt>
                <c:pt idx="24016">
                  <c:v>0.27796296295855427</c:v>
                </c:pt>
                <c:pt idx="24017">
                  <c:v>0.27797453703533392</c:v>
                </c:pt>
                <c:pt idx="24018">
                  <c:v>0.27798611111211358</c:v>
                </c:pt>
                <c:pt idx="24019">
                  <c:v>0.27799768518161727</c:v>
                </c:pt>
                <c:pt idx="24020">
                  <c:v>0.27800925925839692</c:v>
                </c:pt>
                <c:pt idx="24021">
                  <c:v>0.27802083332790062</c:v>
                </c:pt>
                <c:pt idx="24022">
                  <c:v>0.27803240740468027</c:v>
                </c:pt>
                <c:pt idx="24023">
                  <c:v>0.27804398148145992</c:v>
                </c:pt>
                <c:pt idx="24024">
                  <c:v>0.27805555555096362</c:v>
                </c:pt>
                <c:pt idx="24025">
                  <c:v>0.27806712962774327</c:v>
                </c:pt>
                <c:pt idx="24026">
                  <c:v>0.27807870370452292</c:v>
                </c:pt>
                <c:pt idx="24027">
                  <c:v>0.27809027777402662</c:v>
                </c:pt>
                <c:pt idx="24028">
                  <c:v>0.27810185185080627</c:v>
                </c:pt>
                <c:pt idx="24029">
                  <c:v>0.27811342592030996</c:v>
                </c:pt>
                <c:pt idx="24030">
                  <c:v>0.27812499999708962</c:v>
                </c:pt>
                <c:pt idx="24031">
                  <c:v>0.27813657407386927</c:v>
                </c:pt>
                <c:pt idx="24032">
                  <c:v>0.27814814814337296</c:v>
                </c:pt>
                <c:pt idx="24033">
                  <c:v>0.27815972222015262</c:v>
                </c:pt>
                <c:pt idx="24034">
                  <c:v>0.27817129629693227</c:v>
                </c:pt>
                <c:pt idx="24035">
                  <c:v>0.27818287036643596</c:v>
                </c:pt>
                <c:pt idx="24036">
                  <c:v>0.27819444444321562</c:v>
                </c:pt>
                <c:pt idx="24037">
                  <c:v>0.27820601851271931</c:v>
                </c:pt>
                <c:pt idx="24038">
                  <c:v>0.27821759258949896</c:v>
                </c:pt>
                <c:pt idx="24039">
                  <c:v>0.27822916666627862</c:v>
                </c:pt>
                <c:pt idx="24040">
                  <c:v>0.27824074073578231</c:v>
                </c:pt>
                <c:pt idx="24041">
                  <c:v>0.27825231481256196</c:v>
                </c:pt>
                <c:pt idx="24042">
                  <c:v>0.27826388888934162</c:v>
                </c:pt>
                <c:pt idx="24043">
                  <c:v>0.27827546295884531</c:v>
                </c:pt>
                <c:pt idx="24044">
                  <c:v>0.27828703703562496</c:v>
                </c:pt>
                <c:pt idx="24045">
                  <c:v>0.27829861111240461</c:v>
                </c:pt>
                <c:pt idx="24046">
                  <c:v>0.27831018518190831</c:v>
                </c:pt>
                <c:pt idx="24047">
                  <c:v>0.27832175925868796</c:v>
                </c:pt>
                <c:pt idx="24048">
                  <c:v>0.27833333332819166</c:v>
                </c:pt>
                <c:pt idx="24049">
                  <c:v>0.27834490740497131</c:v>
                </c:pt>
                <c:pt idx="24050">
                  <c:v>0.27835648148175096</c:v>
                </c:pt>
                <c:pt idx="24051">
                  <c:v>0.27836805555125466</c:v>
                </c:pt>
                <c:pt idx="24052">
                  <c:v>0.27837962962803431</c:v>
                </c:pt>
                <c:pt idx="24053">
                  <c:v>0.27839120370481396</c:v>
                </c:pt>
                <c:pt idx="24054">
                  <c:v>0.27840277777431766</c:v>
                </c:pt>
                <c:pt idx="24055">
                  <c:v>0.27841435185109731</c:v>
                </c:pt>
                <c:pt idx="24056">
                  <c:v>0.278425925920601</c:v>
                </c:pt>
                <c:pt idx="24057">
                  <c:v>0.27843749999738066</c:v>
                </c:pt>
                <c:pt idx="24058">
                  <c:v>0.27844907407416031</c:v>
                </c:pt>
                <c:pt idx="24059">
                  <c:v>0.278460648143664</c:v>
                </c:pt>
                <c:pt idx="24060">
                  <c:v>0.27847222222044365</c:v>
                </c:pt>
                <c:pt idx="24061">
                  <c:v>0.27848379629722331</c:v>
                </c:pt>
                <c:pt idx="24062">
                  <c:v>0.278495370366727</c:v>
                </c:pt>
                <c:pt idx="24063">
                  <c:v>0.27850694444350665</c:v>
                </c:pt>
                <c:pt idx="24064">
                  <c:v>0.27851851851301035</c:v>
                </c:pt>
                <c:pt idx="24065">
                  <c:v>0.27853009258979</c:v>
                </c:pt>
                <c:pt idx="24066">
                  <c:v>0.27854166666656965</c:v>
                </c:pt>
                <c:pt idx="24067">
                  <c:v>0.27855324073607335</c:v>
                </c:pt>
                <c:pt idx="24068">
                  <c:v>0.278564814812853</c:v>
                </c:pt>
                <c:pt idx="24069">
                  <c:v>0.27857638888963265</c:v>
                </c:pt>
                <c:pt idx="24070">
                  <c:v>0.27858796295913635</c:v>
                </c:pt>
                <c:pt idx="24071">
                  <c:v>0.278599537035916</c:v>
                </c:pt>
                <c:pt idx="24072">
                  <c:v>0.2786111111054197</c:v>
                </c:pt>
                <c:pt idx="24073">
                  <c:v>0.27862268518219935</c:v>
                </c:pt>
                <c:pt idx="24074">
                  <c:v>0.278634259258979</c:v>
                </c:pt>
                <c:pt idx="24075">
                  <c:v>0.27864583332848269</c:v>
                </c:pt>
                <c:pt idx="24076">
                  <c:v>0.27865740740526235</c:v>
                </c:pt>
                <c:pt idx="24077">
                  <c:v>0.278668981482042</c:v>
                </c:pt>
                <c:pt idx="24078">
                  <c:v>0.27868055555154569</c:v>
                </c:pt>
                <c:pt idx="24079">
                  <c:v>0.27869212962832535</c:v>
                </c:pt>
                <c:pt idx="24080">
                  <c:v>0.27870370369782904</c:v>
                </c:pt>
                <c:pt idx="24081">
                  <c:v>0.27871527777460869</c:v>
                </c:pt>
                <c:pt idx="24082">
                  <c:v>0.27872685185138835</c:v>
                </c:pt>
                <c:pt idx="24083">
                  <c:v>0.27873842592089204</c:v>
                </c:pt>
                <c:pt idx="24084">
                  <c:v>0.27874999999767169</c:v>
                </c:pt>
                <c:pt idx="24085">
                  <c:v>0.27876157407445135</c:v>
                </c:pt>
                <c:pt idx="24086">
                  <c:v>0.27877314814395504</c:v>
                </c:pt>
                <c:pt idx="24087">
                  <c:v>0.27878472222073469</c:v>
                </c:pt>
                <c:pt idx="24088">
                  <c:v>0.27879629629751435</c:v>
                </c:pt>
                <c:pt idx="24089">
                  <c:v>0.27880787036701804</c:v>
                </c:pt>
                <c:pt idx="24090">
                  <c:v>0.27881944444379769</c:v>
                </c:pt>
                <c:pt idx="24091">
                  <c:v>0.27883101851330139</c:v>
                </c:pt>
                <c:pt idx="24092">
                  <c:v>0.27884259259008104</c:v>
                </c:pt>
                <c:pt idx="24093">
                  <c:v>0.27885416666686069</c:v>
                </c:pt>
                <c:pt idx="24094">
                  <c:v>0.27886574073636439</c:v>
                </c:pt>
                <c:pt idx="24095">
                  <c:v>0.27887731481314404</c:v>
                </c:pt>
                <c:pt idx="24096">
                  <c:v>0.27888888888992369</c:v>
                </c:pt>
                <c:pt idx="24097">
                  <c:v>0.27890046295942739</c:v>
                </c:pt>
                <c:pt idx="24098">
                  <c:v>0.27891203703620704</c:v>
                </c:pt>
                <c:pt idx="24099">
                  <c:v>0.27892361110571073</c:v>
                </c:pt>
                <c:pt idx="24100">
                  <c:v>0.27893518518249039</c:v>
                </c:pt>
                <c:pt idx="24101">
                  <c:v>0.27894675925927004</c:v>
                </c:pt>
                <c:pt idx="24102">
                  <c:v>0.27895833332877373</c:v>
                </c:pt>
                <c:pt idx="24103">
                  <c:v>0.27896990740555339</c:v>
                </c:pt>
                <c:pt idx="24104">
                  <c:v>0.27898148148233304</c:v>
                </c:pt>
                <c:pt idx="24105">
                  <c:v>0.27899305555183673</c:v>
                </c:pt>
                <c:pt idx="24106">
                  <c:v>0.27900462962861639</c:v>
                </c:pt>
                <c:pt idx="24107">
                  <c:v>0.27901620369812008</c:v>
                </c:pt>
                <c:pt idx="24108">
                  <c:v>0.27902777777489973</c:v>
                </c:pt>
                <c:pt idx="24109">
                  <c:v>0.27903935185167938</c:v>
                </c:pt>
                <c:pt idx="24110">
                  <c:v>0.27905092592118308</c:v>
                </c:pt>
                <c:pt idx="24111">
                  <c:v>0.27906249999796273</c:v>
                </c:pt>
                <c:pt idx="24112">
                  <c:v>0.27907407407474238</c:v>
                </c:pt>
                <c:pt idx="24113">
                  <c:v>0.27908564814424608</c:v>
                </c:pt>
                <c:pt idx="24114">
                  <c:v>0.27909722222102573</c:v>
                </c:pt>
                <c:pt idx="24115">
                  <c:v>0.27910879629052943</c:v>
                </c:pt>
                <c:pt idx="24116">
                  <c:v>0.27912037036730908</c:v>
                </c:pt>
                <c:pt idx="24117">
                  <c:v>0.27913194444408873</c:v>
                </c:pt>
                <c:pt idx="24118">
                  <c:v>0.27914351851359243</c:v>
                </c:pt>
                <c:pt idx="24119">
                  <c:v>0.27915509259037208</c:v>
                </c:pt>
                <c:pt idx="24120">
                  <c:v>0.27916666666715173</c:v>
                </c:pt>
                <c:pt idx="24121">
                  <c:v>0.27917824073665543</c:v>
                </c:pt>
                <c:pt idx="24122">
                  <c:v>0.27918981481343508</c:v>
                </c:pt>
                <c:pt idx="24123">
                  <c:v>0.27920138889021473</c:v>
                </c:pt>
                <c:pt idx="24124">
                  <c:v>0.27921296295971842</c:v>
                </c:pt>
                <c:pt idx="24125">
                  <c:v>0.27922453703649808</c:v>
                </c:pt>
                <c:pt idx="24126">
                  <c:v>0.27923611110600177</c:v>
                </c:pt>
                <c:pt idx="24127">
                  <c:v>0.27924768518278142</c:v>
                </c:pt>
                <c:pt idx="24128">
                  <c:v>0.27925925925956108</c:v>
                </c:pt>
                <c:pt idx="24129">
                  <c:v>0.27927083332906477</c:v>
                </c:pt>
                <c:pt idx="24130">
                  <c:v>0.27928240740584442</c:v>
                </c:pt>
                <c:pt idx="24131">
                  <c:v>0.27929398148262408</c:v>
                </c:pt>
                <c:pt idx="24132">
                  <c:v>0.27930555555212777</c:v>
                </c:pt>
                <c:pt idx="24133">
                  <c:v>0.27931712962890742</c:v>
                </c:pt>
                <c:pt idx="24134">
                  <c:v>0.27932870369841112</c:v>
                </c:pt>
                <c:pt idx="24135">
                  <c:v>0.27934027777519077</c:v>
                </c:pt>
                <c:pt idx="24136">
                  <c:v>0.27935185185197042</c:v>
                </c:pt>
                <c:pt idx="24137">
                  <c:v>0.27936342592147412</c:v>
                </c:pt>
                <c:pt idx="24138">
                  <c:v>0.27937499999825377</c:v>
                </c:pt>
                <c:pt idx="24139">
                  <c:v>0.27938657407503342</c:v>
                </c:pt>
                <c:pt idx="24140">
                  <c:v>0.27939814814453712</c:v>
                </c:pt>
                <c:pt idx="24141">
                  <c:v>0.27940972222131677</c:v>
                </c:pt>
                <c:pt idx="24142">
                  <c:v>0.27942129629082046</c:v>
                </c:pt>
                <c:pt idx="24143">
                  <c:v>0.27943287036760012</c:v>
                </c:pt>
                <c:pt idx="24144">
                  <c:v>0.27944444444437977</c:v>
                </c:pt>
                <c:pt idx="24145">
                  <c:v>0.27945601851388346</c:v>
                </c:pt>
                <c:pt idx="24146">
                  <c:v>0.27946759259066312</c:v>
                </c:pt>
                <c:pt idx="24147">
                  <c:v>0.27947916666744277</c:v>
                </c:pt>
                <c:pt idx="24148">
                  <c:v>0.27949074073694646</c:v>
                </c:pt>
                <c:pt idx="24149">
                  <c:v>0.27950231481372612</c:v>
                </c:pt>
                <c:pt idx="24150">
                  <c:v>0.27951388888322981</c:v>
                </c:pt>
                <c:pt idx="24151">
                  <c:v>0.27952546296000946</c:v>
                </c:pt>
                <c:pt idx="24152">
                  <c:v>0.27953703703678912</c:v>
                </c:pt>
                <c:pt idx="24153">
                  <c:v>0.27954861110629281</c:v>
                </c:pt>
                <c:pt idx="24154">
                  <c:v>0.27956018518307246</c:v>
                </c:pt>
                <c:pt idx="24155">
                  <c:v>0.27957175925985212</c:v>
                </c:pt>
                <c:pt idx="24156">
                  <c:v>0.27958333332935581</c:v>
                </c:pt>
                <c:pt idx="24157">
                  <c:v>0.27959490740613546</c:v>
                </c:pt>
                <c:pt idx="24158">
                  <c:v>0.27960648147563916</c:v>
                </c:pt>
                <c:pt idx="24159">
                  <c:v>0.27961805555241881</c:v>
                </c:pt>
                <c:pt idx="24160">
                  <c:v>0.27962962962919846</c:v>
                </c:pt>
                <c:pt idx="24161">
                  <c:v>0.27964120369870216</c:v>
                </c:pt>
                <c:pt idx="24162">
                  <c:v>0.27965277777548181</c:v>
                </c:pt>
                <c:pt idx="24163">
                  <c:v>0.27966435185226146</c:v>
                </c:pt>
                <c:pt idx="24164">
                  <c:v>0.27967592592176516</c:v>
                </c:pt>
                <c:pt idx="24165">
                  <c:v>0.27968749999854481</c:v>
                </c:pt>
                <c:pt idx="24166">
                  <c:v>0.27969907407532446</c:v>
                </c:pt>
                <c:pt idx="24167">
                  <c:v>0.27971064814482816</c:v>
                </c:pt>
                <c:pt idx="24168">
                  <c:v>0.27972222222160781</c:v>
                </c:pt>
                <c:pt idx="24169">
                  <c:v>0.2797337962911115</c:v>
                </c:pt>
                <c:pt idx="24170">
                  <c:v>0.27974537036789116</c:v>
                </c:pt>
                <c:pt idx="24171">
                  <c:v>0.27975694444467081</c:v>
                </c:pt>
                <c:pt idx="24172">
                  <c:v>0.2797685185141745</c:v>
                </c:pt>
                <c:pt idx="24173">
                  <c:v>0.27978009259095415</c:v>
                </c:pt>
                <c:pt idx="24174">
                  <c:v>0.27979166666773381</c:v>
                </c:pt>
                <c:pt idx="24175">
                  <c:v>0.2798032407372375</c:v>
                </c:pt>
                <c:pt idx="24176">
                  <c:v>0.27981481481401715</c:v>
                </c:pt>
                <c:pt idx="24177">
                  <c:v>0.27982638888352085</c:v>
                </c:pt>
                <c:pt idx="24178">
                  <c:v>0.2798379629603005</c:v>
                </c:pt>
                <c:pt idx="24179">
                  <c:v>0.27984953703708015</c:v>
                </c:pt>
                <c:pt idx="24180">
                  <c:v>0.27986111110658385</c:v>
                </c:pt>
                <c:pt idx="24181">
                  <c:v>0.2798726851833635</c:v>
                </c:pt>
                <c:pt idx="24182">
                  <c:v>0.27988425926014315</c:v>
                </c:pt>
                <c:pt idx="24183">
                  <c:v>0.27989583332964685</c:v>
                </c:pt>
                <c:pt idx="24184">
                  <c:v>0.2799074074064265</c:v>
                </c:pt>
                <c:pt idx="24185">
                  <c:v>0.2799189814759302</c:v>
                </c:pt>
                <c:pt idx="24186">
                  <c:v>0.27993055555270985</c:v>
                </c:pt>
                <c:pt idx="24187">
                  <c:v>0.2799421296294895</c:v>
                </c:pt>
                <c:pt idx="24188">
                  <c:v>0.27995370369899319</c:v>
                </c:pt>
                <c:pt idx="24189">
                  <c:v>0.27996527777577285</c:v>
                </c:pt>
                <c:pt idx="24190">
                  <c:v>0.2799768518525525</c:v>
                </c:pt>
                <c:pt idx="24191">
                  <c:v>0.27998842592205619</c:v>
                </c:pt>
                <c:pt idx="24192">
                  <c:v>0.27999999999883585</c:v>
                </c:pt>
                <c:pt idx="24193">
                  <c:v>0.28001157406833954</c:v>
                </c:pt>
                <c:pt idx="24194">
                  <c:v>0.28002314814511919</c:v>
                </c:pt>
                <c:pt idx="24195">
                  <c:v>0.28003472222189885</c:v>
                </c:pt>
                <c:pt idx="24196">
                  <c:v>0.28004629629140254</c:v>
                </c:pt>
                <c:pt idx="24197">
                  <c:v>0.28005787036818219</c:v>
                </c:pt>
                <c:pt idx="24198">
                  <c:v>0.28006944444496185</c:v>
                </c:pt>
                <c:pt idx="24199">
                  <c:v>0.28008101851446554</c:v>
                </c:pt>
                <c:pt idx="24200">
                  <c:v>0.28009259259124519</c:v>
                </c:pt>
                <c:pt idx="24201">
                  <c:v>0.28010416666074889</c:v>
                </c:pt>
                <c:pt idx="24202">
                  <c:v>0.28011574073752854</c:v>
                </c:pt>
                <c:pt idx="24203">
                  <c:v>0.28012731481430819</c:v>
                </c:pt>
                <c:pt idx="24204">
                  <c:v>0.28013888888381189</c:v>
                </c:pt>
                <c:pt idx="24205">
                  <c:v>0.28015046296059154</c:v>
                </c:pt>
                <c:pt idx="24206">
                  <c:v>0.28016203703737119</c:v>
                </c:pt>
                <c:pt idx="24207">
                  <c:v>0.28017361110687489</c:v>
                </c:pt>
                <c:pt idx="24208">
                  <c:v>0.28018518518365454</c:v>
                </c:pt>
                <c:pt idx="24209">
                  <c:v>0.28019675926043419</c:v>
                </c:pt>
                <c:pt idx="24210">
                  <c:v>0.28020833332993789</c:v>
                </c:pt>
                <c:pt idx="24211">
                  <c:v>0.28021990740671754</c:v>
                </c:pt>
                <c:pt idx="24212">
                  <c:v>0.28023148147622123</c:v>
                </c:pt>
                <c:pt idx="24213">
                  <c:v>0.28024305555300089</c:v>
                </c:pt>
                <c:pt idx="24214">
                  <c:v>0.28025462962978054</c:v>
                </c:pt>
                <c:pt idx="24215">
                  <c:v>0.28026620369928423</c:v>
                </c:pt>
                <c:pt idx="24216">
                  <c:v>0.28027777777606389</c:v>
                </c:pt>
                <c:pt idx="24217">
                  <c:v>0.28028935185284354</c:v>
                </c:pt>
                <c:pt idx="24218">
                  <c:v>0.28030092592234723</c:v>
                </c:pt>
                <c:pt idx="24219">
                  <c:v>0.28031249999912689</c:v>
                </c:pt>
                <c:pt idx="24220">
                  <c:v>0.28032407406863058</c:v>
                </c:pt>
                <c:pt idx="24221">
                  <c:v>0.28033564814541023</c:v>
                </c:pt>
                <c:pt idx="24222">
                  <c:v>0.28034722222218988</c:v>
                </c:pt>
                <c:pt idx="24223">
                  <c:v>0.28035879629169358</c:v>
                </c:pt>
                <c:pt idx="24224">
                  <c:v>0.28037037036847323</c:v>
                </c:pt>
                <c:pt idx="24225">
                  <c:v>0.28038194444525288</c:v>
                </c:pt>
                <c:pt idx="24226">
                  <c:v>0.28039351851475658</c:v>
                </c:pt>
                <c:pt idx="24227">
                  <c:v>0.28040509259153623</c:v>
                </c:pt>
                <c:pt idx="24228">
                  <c:v>0.28041666666103993</c:v>
                </c:pt>
                <c:pt idx="24229">
                  <c:v>0.28042824073781958</c:v>
                </c:pt>
                <c:pt idx="24230">
                  <c:v>0.28043981481459923</c:v>
                </c:pt>
                <c:pt idx="24231">
                  <c:v>0.28045138888410293</c:v>
                </c:pt>
                <c:pt idx="24232">
                  <c:v>0.28046296296088258</c:v>
                </c:pt>
                <c:pt idx="24233">
                  <c:v>0.28047453703766223</c:v>
                </c:pt>
                <c:pt idx="24234">
                  <c:v>0.28048611110716593</c:v>
                </c:pt>
                <c:pt idx="24235">
                  <c:v>0.28049768518394558</c:v>
                </c:pt>
                <c:pt idx="24236">
                  <c:v>0.28050925925344927</c:v>
                </c:pt>
                <c:pt idx="24237">
                  <c:v>0.28052083333022892</c:v>
                </c:pt>
                <c:pt idx="24238">
                  <c:v>0.28053240740700858</c:v>
                </c:pt>
                <c:pt idx="24239">
                  <c:v>0.28054398147651227</c:v>
                </c:pt>
                <c:pt idx="24240">
                  <c:v>0.28055555555329192</c:v>
                </c:pt>
                <c:pt idx="24241">
                  <c:v>0.28056712963007158</c:v>
                </c:pt>
                <c:pt idx="24242">
                  <c:v>0.28057870369957527</c:v>
                </c:pt>
                <c:pt idx="24243">
                  <c:v>0.28059027777635492</c:v>
                </c:pt>
                <c:pt idx="24244">
                  <c:v>0.28060185185313458</c:v>
                </c:pt>
                <c:pt idx="24245">
                  <c:v>0.28061342592263827</c:v>
                </c:pt>
                <c:pt idx="24246">
                  <c:v>0.28062499999941792</c:v>
                </c:pt>
                <c:pt idx="24247">
                  <c:v>0.28063657406892162</c:v>
                </c:pt>
                <c:pt idx="24248">
                  <c:v>0.28064814814570127</c:v>
                </c:pt>
                <c:pt idx="24249">
                  <c:v>0.28065972222248092</c:v>
                </c:pt>
                <c:pt idx="24250">
                  <c:v>0.28067129629198462</c:v>
                </c:pt>
                <c:pt idx="24251">
                  <c:v>0.28068287036876427</c:v>
                </c:pt>
                <c:pt idx="24252">
                  <c:v>0.28069444444554392</c:v>
                </c:pt>
                <c:pt idx="24253">
                  <c:v>0.28070601851504762</c:v>
                </c:pt>
                <c:pt idx="24254">
                  <c:v>0.28071759259182727</c:v>
                </c:pt>
                <c:pt idx="24255">
                  <c:v>0.28072916666133096</c:v>
                </c:pt>
                <c:pt idx="24256">
                  <c:v>0.28074074073811062</c:v>
                </c:pt>
                <c:pt idx="24257">
                  <c:v>0.28075231481489027</c:v>
                </c:pt>
                <c:pt idx="24258">
                  <c:v>0.28076388888439396</c:v>
                </c:pt>
                <c:pt idx="24259">
                  <c:v>0.28077546296117362</c:v>
                </c:pt>
                <c:pt idx="24260">
                  <c:v>0.28078703703795327</c:v>
                </c:pt>
                <c:pt idx="24261">
                  <c:v>0.28079861110745696</c:v>
                </c:pt>
                <c:pt idx="24262">
                  <c:v>0.28081018518423662</c:v>
                </c:pt>
                <c:pt idx="24263">
                  <c:v>0.28082175925374031</c:v>
                </c:pt>
                <c:pt idx="24264">
                  <c:v>0.28083333333051996</c:v>
                </c:pt>
                <c:pt idx="24265">
                  <c:v>0.28084490740729962</c:v>
                </c:pt>
                <c:pt idx="24266">
                  <c:v>0.28085648147680331</c:v>
                </c:pt>
                <c:pt idx="24267">
                  <c:v>0.28086805555358296</c:v>
                </c:pt>
                <c:pt idx="24268">
                  <c:v>0.28087962963036261</c:v>
                </c:pt>
                <c:pt idx="24269">
                  <c:v>0.28089120369986631</c:v>
                </c:pt>
                <c:pt idx="24270">
                  <c:v>0.28090277777664596</c:v>
                </c:pt>
                <c:pt idx="24271">
                  <c:v>0.28091435184614966</c:v>
                </c:pt>
                <c:pt idx="24272">
                  <c:v>0.28092592592292931</c:v>
                </c:pt>
                <c:pt idx="24273">
                  <c:v>0.28093749999970896</c:v>
                </c:pt>
                <c:pt idx="24274">
                  <c:v>0.28094907406921266</c:v>
                </c:pt>
                <c:pt idx="24275">
                  <c:v>0.28096064814599231</c:v>
                </c:pt>
                <c:pt idx="24276">
                  <c:v>0.28097222222277196</c:v>
                </c:pt>
                <c:pt idx="24277">
                  <c:v>0.28098379629227566</c:v>
                </c:pt>
                <c:pt idx="24278">
                  <c:v>0.28099537036905531</c:v>
                </c:pt>
                <c:pt idx="24279">
                  <c:v>0.281006944438559</c:v>
                </c:pt>
                <c:pt idx="24280">
                  <c:v>0.28101851851533866</c:v>
                </c:pt>
                <c:pt idx="24281">
                  <c:v>0.28103009259211831</c:v>
                </c:pt>
                <c:pt idx="24282">
                  <c:v>0.281041666661622</c:v>
                </c:pt>
                <c:pt idx="24283">
                  <c:v>0.28105324073840166</c:v>
                </c:pt>
                <c:pt idx="24284">
                  <c:v>0.28106481481518131</c:v>
                </c:pt>
                <c:pt idx="24285">
                  <c:v>0.281076388884685</c:v>
                </c:pt>
                <c:pt idx="24286">
                  <c:v>0.28108796296146465</c:v>
                </c:pt>
                <c:pt idx="24287">
                  <c:v>0.28109953703824431</c:v>
                </c:pt>
                <c:pt idx="24288">
                  <c:v>0.281111111107748</c:v>
                </c:pt>
                <c:pt idx="24289">
                  <c:v>0.28112268518452765</c:v>
                </c:pt>
                <c:pt idx="24290">
                  <c:v>0.28113425925403135</c:v>
                </c:pt>
                <c:pt idx="24291">
                  <c:v>0.281145833330811</c:v>
                </c:pt>
                <c:pt idx="24292">
                  <c:v>0.28115740740759065</c:v>
                </c:pt>
                <c:pt idx="24293">
                  <c:v>0.28116898147709435</c:v>
                </c:pt>
                <c:pt idx="24294">
                  <c:v>0.281180555553874</c:v>
                </c:pt>
                <c:pt idx="24295">
                  <c:v>0.28119212963065365</c:v>
                </c:pt>
                <c:pt idx="24296">
                  <c:v>0.28120370370015735</c:v>
                </c:pt>
                <c:pt idx="24297">
                  <c:v>0.281215277776937</c:v>
                </c:pt>
                <c:pt idx="24298">
                  <c:v>0.2812268518464407</c:v>
                </c:pt>
                <c:pt idx="24299">
                  <c:v>0.28123842592322035</c:v>
                </c:pt>
                <c:pt idx="24300">
                  <c:v>0.28125</c:v>
                </c:pt>
                <c:pt idx="24301">
                  <c:v>0.28126157406950369</c:v>
                </c:pt>
                <c:pt idx="24302">
                  <c:v>0.28127314814628335</c:v>
                </c:pt>
                <c:pt idx="24303">
                  <c:v>0.281284722223063</c:v>
                </c:pt>
                <c:pt idx="24304">
                  <c:v>0.28129629629256669</c:v>
                </c:pt>
                <c:pt idx="24305">
                  <c:v>0.28130787036934635</c:v>
                </c:pt>
                <c:pt idx="24306">
                  <c:v>0.28131944443885004</c:v>
                </c:pt>
                <c:pt idx="24307">
                  <c:v>0.28133101851562969</c:v>
                </c:pt>
                <c:pt idx="24308">
                  <c:v>0.28134259259240935</c:v>
                </c:pt>
                <c:pt idx="24309">
                  <c:v>0.28135416666191304</c:v>
                </c:pt>
                <c:pt idx="24310">
                  <c:v>0.28136574073869269</c:v>
                </c:pt>
                <c:pt idx="24311">
                  <c:v>0.28137731481547235</c:v>
                </c:pt>
                <c:pt idx="24312">
                  <c:v>0.28138888888497604</c:v>
                </c:pt>
                <c:pt idx="24313">
                  <c:v>0.28140046296175569</c:v>
                </c:pt>
                <c:pt idx="24314">
                  <c:v>0.28141203703125939</c:v>
                </c:pt>
                <c:pt idx="24315">
                  <c:v>0.28142361110803904</c:v>
                </c:pt>
                <c:pt idx="24316">
                  <c:v>0.28143518518481869</c:v>
                </c:pt>
                <c:pt idx="24317">
                  <c:v>0.28144675925432239</c:v>
                </c:pt>
                <c:pt idx="24318">
                  <c:v>0.28145833333110204</c:v>
                </c:pt>
                <c:pt idx="24319">
                  <c:v>0.28146990740788169</c:v>
                </c:pt>
                <c:pt idx="24320">
                  <c:v>0.28148148147738539</c:v>
                </c:pt>
                <c:pt idx="24321">
                  <c:v>0.28149305555416504</c:v>
                </c:pt>
                <c:pt idx="24322">
                  <c:v>0.28150462963094469</c:v>
                </c:pt>
                <c:pt idx="24323">
                  <c:v>0.28151620370044839</c:v>
                </c:pt>
                <c:pt idx="24324">
                  <c:v>0.28152777777722804</c:v>
                </c:pt>
                <c:pt idx="24325">
                  <c:v>0.28153935184673173</c:v>
                </c:pt>
                <c:pt idx="24326">
                  <c:v>0.28155092592351139</c:v>
                </c:pt>
                <c:pt idx="24327">
                  <c:v>0.28156250000029104</c:v>
                </c:pt>
                <c:pt idx="24328">
                  <c:v>0.28157407406979473</c:v>
                </c:pt>
                <c:pt idx="24329">
                  <c:v>0.28158564814657439</c:v>
                </c:pt>
                <c:pt idx="24330">
                  <c:v>0.28159722222335404</c:v>
                </c:pt>
                <c:pt idx="24331">
                  <c:v>0.28160879629285773</c:v>
                </c:pt>
                <c:pt idx="24332">
                  <c:v>0.28162037036963739</c:v>
                </c:pt>
                <c:pt idx="24333">
                  <c:v>0.28163194443914108</c:v>
                </c:pt>
                <c:pt idx="24334">
                  <c:v>0.28164351851592073</c:v>
                </c:pt>
                <c:pt idx="24335">
                  <c:v>0.28165509259270038</c:v>
                </c:pt>
                <c:pt idx="24336">
                  <c:v>0.28166666666220408</c:v>
                </c:pt>
                <c:pt idx="24337">
                  <c:v>0.28167824073898373</c:v>
                </c:pt>
                <c:pt idx="24338">
                  <c:v>0.28168981481576338</c:v>
                </c:pt>
                <c:pt idx="24339">
                  <c:v>0.28170138888526708</c:v>
                </c:pt>
                <c:pt idx="24340">
                  <c:v>0.28171296296204673</c:v>
                </c:pt>
                <c:pt idx="24341">
                  <c:v>0.28172453703155043</c:v>
                </c:pt>
                <c:pt idx="24342">
                  <c:v>0.28173611110833008</c:v>
                </c:pt>
                <c:pt idx="24343">
                  <c:v>0.28174768518510973</c:v>
                </c:pt>
                <c:pt idx="24344">
                  <c:v>0.28175925925461343</c:v>
                </c:pt>
                <c:pt idx="24345">
                  <c:v>0.28177083333139308</c:v>
                </c:pt>
                <c:pt idx="24346">
                  <c:v>0.28178240740817273</c:v>
                </c:pt>
                <c:pt idx="24347">
                  <c:v>0.28179398147767643</c:v>
                </c:pt>
                <c:pt idx="24348">
                  <c:v>0.28180555555445608</c:v>
                </c:pt>
                <c:pt idx="24349">
                  <c:v>0.28181712962395977</c:v>
                </c:pt>
                <c:pt idx="24350">
                  <c:v>0.28182870370073942</c:v>
                </c:pt>
                <c:pt idx="24351">
                  <c:v>0.28184027777751908</c:v>
                </c:pt>
                <c:pt idx="24352">
                  <c:v>0.28185185184702277</c:v>
                </c:pt>
                <c:pt idx="24353">
                  <c:v>0.28186342592380242</c:v>
                </c:pt>
                <c:pt idx="24354">
                  <c:v>0.28187500000058208</c:v>
                </c:pt>
                <c:pt idx="24355">
                  <c:v>0.28188657407008577</c:v>
                </c:pt>
                <c:pt idx="24356">
                  <c:v>0.28189814814686542</c:v>
                </c:pt>
                <c:pt idx="24357">
                  <c:v>0.28190972221636912</c:v>
                </c:pt>
                <c:pt idx="24358">
                  <c:v>0.28192129629314877</c:v>
                </c:pt>
                <c:pt idx="24359">
                  <c:v>0.28193287036992842</c:v>
                </c:pt>
                <c:pt idx="24360">
                  <c:v>0.28194444443943212</c:v>
                </c:pt>
                <c:pt idx="24361">
                  <c:v>0.28195601851621177</c:v>
                </c:pt>
                <c:pt idx="24362">
                  <c:v>0.28196759259299142</c:v>
                </c:pt>
                <c:pt idx="24363">
                  <c:v>0.28197916666249512</c:v>
                </c:pt>
                <c:pt idx="24364">
                  <c:v>0.28199074073927477</c:v>
                </c:pt>
                <c:pt idx="24365">
                  <c:v>0.28200231481605442</c:v>
                </c:pt>
                <c:pt idx="24366">
                  <c:v>0.28201388888555812</c:v>
                </c:pt>
                <c:pt idx="24367">
                  <c:v>0.28202546296233777</c:v>
                </c:pt>
                <c:pt idx="24368">
                  <c:v>0.28203703703184146</c:v>
                </c:pt>
                <c:pt idx="24369">
                  <c:v>0.28204861110862112</c:v>
                </c:pt>
                <c:pt idx="24370">
                  <c:v>0.28206018518540077</c:v>
                </c:pt>
                <c:pt idx="24371">
                  <c:v>0.28207175925490446</c:v>
                </c:pt>
                <c:pt idx="24372">
                  <c:v>0.28208333333168412</c:v>
                </c:pt>
                <c:pt idx="24373">
                  <c:v>0.28209490740846377</c:v>
                </c:pt>
                <c:pt idx="24374">
                  <c:v>0.28210648147796746</c:v>
                </c:pt>
                <c:pt idx="24375">
                  <c:v>0.28211805555474712</c:v>
                </c:pt>
                <c:pt idx="24376">
                  <c:v>0.28212962962425081</c:v>
                </c:pt>
                <c:pt idx="24377">
                  <c:v>0.28214120370103046</c:v>
                </c:pt>
                <c:pt idx="24378">
                  <c:v>0.28215277777781012</c:v>
                </c:pt>
                <c:pt idx="24379">
                  <c:v>0.28216435184731381</c:v>
                </c:pt>
                <c:pt idx="24380">
                  <c:v>0.28217592592409346</c:v>
                </c:pt>
                <c:pt idx="24381">
                  <c:v>0.28218750000087311</c:v>
                </c:pt>
                <c:pt idx="24382">
                  <c:v>0.28219907407037681</c:v>
                </c:pt>
                <c:pt idx="24383">
                  <c:v>0.28221064814715646</c:v>
                </c:pt>
                <c:pt idx="24384">
                  <c:v>0.28222222221666016</c:v>
                </c:pt>
                <c:pt idx="24385">
                  <c:v>0.28223379629343981</c:v>
                </c:pt>
                <c:pt idx="24386">
                  <c:v>0.28224537037021946</c:v>
                </c:pt>
                <c:pt idx="24387">
                  <c:v>0.28225694443972316</c:v>
                </c:pt>
                <c:pt idx="24388">
                  <c:v>0.28226851851650281</c:v>
                </c:pt>
                <c:pt idx="24389">
                  <c:v>0.28228009259328246</c:v>
                </c:pt>
                <c:pt idx="24390">
                  <c:v>0.28229166666278616</c:v>
                </c:pt>
                <c:pt idx="24391">
                  <c:v>0.28230324073956581</c:v>
                </c:pt>
                <c:pt idx="24392">
                  <c:v>0.2823148148090695</c:v>
                </c:pt>
                <c:pt idx="24393">
                  <c:v>0.28232638888584916</c:v>
                </c:pt>
                <c:pt idx="24394">
                  <c:v>0.28233796296262881</c:v>
                </c:pt>
                <c:pt idx="24395">
                  <c:v>0.2823495370321325</c:v>
                </c:pt>
                <c:pt idx="24396">
                  <c:v>0.28236111110891216</c:v>
                </c:pt>
                <c:pt idx="24397">
                  <c:v>0.28237268518569181</c:v>
                </c:pt>
                <c:pt idx="24398">
                  <c:v>0.2823842592551955</c:v>
                </c:pt>
                <c:pt idx="24399">
                  <c:v>0.28239583333197515</c:v>
                </c:pt>
                <c:pt idx="24400">
                  <c:v>0.28240740740147885</c:v>
                </c:pt>
                <c:pt idx="24401">
                  <c:v>0.2824189814782585</c:v>
                </c:pt>
                <c:pt idx="24402">
                  <c:v>0.28243055555503815</c:v>
                </c:pt>
                <c:pt idx="24403">
                  <c:v>0.28244212962454185</c:v>
                </c:pt>
                <c:pt idx="24404">
                  <c:v>0.2824537037013215</c:v>
                </c:pt>
                <c:pt idx="24405">
                  <c:v>0.28246527777810115</c:v>
                </c:pt>
                <c:pt idx="24406">
                  <c:v>0.28247685184760485</c:v>
                </c:pt>
                <c:pt idx="24407">
                  <c:v>0.2824884259243845</c:v>
                </c:pt>
                <c:pt idx="24408">
                  <c:v>0.28250000000116415</c:v>
                </c:pt>
                <c:pt idx="24409">
                  <c:v>0.28251157407066785</c:v>
                </c:pt>
                <c:pt idx="24410">
                  <c:v>0.2825231481474475</c:v>
                </c:pt>
                <c:pt idx="24411">
                  <c:v>0.2825347222169512</c:v>
                </c:pt>
                <c:pt idx="24412">
                  <c:v>0.28254629629373085</c:v>
                </c:pt>
                <c:pt idx="24413">
                  <c:v>0.2825578703705105</c:v>
                </c:pt>
                <c:pt idx="24414">
                  <c:v>0.28256944444001419</c:v>
                </c:pt>
                <c:pt idx="24415">
                  <c:v>0.28258101851679385</c:v>
                </c:pt>
                <c:pt idx="24416">
                  <c:v>0.2825925925935735</c:v>
                </c:pt>
                <c:pt idx="24417">
                  <c:v>0.28260416666307719</c:v>
                </c:pt>
                <c:pt idx="24418">
                  <c:v>0.28261574073985685</c:v>
                </c:pt>
                <c:pt idx="24419">
                  <c:v>0.28262731480936054</c:v>
                </c:pt>
                <c:pt idx="24420">
                  <c:v>0.28263888888614019</c:v>
                </c:pt>
                <c:pt idx="24421">
                  <c:v>0.28265046296291985</c:v>
                </c:pt>
                <c:pt idx="24422">
                  <c:v>0.28266203703242354</c:v>
                </c:pt>
                <c:pt idx="24423">
                  <c:v>0.28267361110920319</c:v>
                </c:pt>
                <c:pt idx="24424">
                  <c:v>0.28268518518598285</c:v>
                </c:pt>
                <c:pt idx="24425">
                  <c:v>0.28269675925548654</c:v>
                </c:pt>
                <c:pt idx="24426">
                  <c:v>0.28270833333226619</c:v>
                </c:pt>
                <c:pt idx="24427">
                  <c:v>0.28271990740176989</c:v>
                </c:pt>
                <c:pt idx="24428">
                  <c:v>0.28273148147854954</c:v>
                </c:pt>
                <c:pt idx="24429">
                  <c:v>0.28274305555532919</c:v>
                </c:pt>
                <c:pt idx="24430">
                  <c:v>0.28275462962483289</c:v>
                </c:pt>
                <c:pt idx="24431">
                  <c:v>0.28276620370161254</c:v>
                </c:pt>
                <c:pt idx="24432">
                  <c:v>0.28277777777839219</c:v>
                </c:pt>
                <c:pt idx="24433">
                  <c:v>0.28278935184789589</c:v>
                </c:pt>
                <c:pt idx="24434">
                  <c:v>0.28280092592467554</c:v>
                </c:pt>
                <c:pt idx="24435">
                  <c:v>0.28281249999417923</c:v>
                </c:pt>
                <c:pt idx="24436">
                  <c:v>0.28282407407095889</c:v>
                </c:pt>
                <c:pt idx="24437">
                  <c:v>0.28283564814773854</c:v>
                </c:pt>
                <c:pt idx="24438">
                  <c:v>0.28284722221724223</c:v>
                </c:pt>
                <c:pt idx="24439">
                  <c:v>0.28285879629402189</c:v>
                </c:pt>
                <c:pt idx="24440">
                  <c:v>0.28287037037080154</c:v>
                </c:pt>
                <c:pt idx="24441">
                  <c:v>0.28288194444030523</c:v>
                </c:pt>
                <c:pt idx="24442">
                  <c:v>0.28289351851708489</c:v>
                </c:pt>
                <c:pt idx="24443">
                  <c:v>0.28290509259386454</c:v>
                </c:pt>
                <c:pt idx="24444">
                  <c:v>0.28291666666336823</c:v>
                </c:pt>
                <c:pt idx="24445">
                  <c:v>0.28292824074014788</c:v>
                </c:pt>
                <c:pt idx="24446">
                  <c:v>0.28293981480965158</c:v>
                </c:pt>
                <c:pt idx="24447">
                  <c:v>0.28295138888643123</c:v>
                </c:pt>
                <c:pt idx="24448">
                  <c:v>0.28296296296321088</c:v>
                </c:pt>
                <c:pt idx="24449">
                  <c:v>0.28297453703271458</c:v>
                </c:pt>
                <c:pt idx="24450">
                  <c:v>0.28298611110949423</c:v>
                </c:pt>
                <c:pt idx="24451">
                  <c:v>0.28299768518627388</c:v>
                </c:pt>
                <c:pt idx="24452">
                  <c:v>0.28300925925577758</c:v>
                </c:pt>
                <c:pt idx="24453">
                  <c:v>0.28302083333255723</c:v>
                </c:pt>
                <c:pt idx="24454">
                  <c:v>0.28303240740206093</c:v>
                </c:pt>
                <c:pt idx="24455">
                  <c:v>0.28304398147884058</c:v>
                </c:pt>
                <c:pt idx="24456">
                  <c:v>0.28305555555562023</c:v>
                </c:pt>
                <c:pt idx="24457">
                  <c:v>0.28306712962512393</c:v>
                </c:pt>
                <c:pt idx="24458">
                  <c:v>0.28307870370190358</c:v>
                </c:pt>
                <c:pt idx="24459">
                  <c:v>0.28309027777868323</c:v>
                </c:pt>
                <c:pt idx="24460">
                  <c:v>0.28310185184818693</c:v>
                </c:pt>
                <c:pt idx="24461">
                  <c:v>0.28311342592496658</c:v>
                </c:pt>
                <c:pt idx="24462">
                  <c:v>0.28312499999447027</c:v>
                </c:pt>
                <c:pt idx="24463">
                  <c:v>0.28313657407124992</c:v>
                </c:pt>
                <c:pt idx="24464">
                  <c:v>0.28314814814802958</c:v>
                </c:pt>
                <c:pt idx="24465">
                  <c:v>0.28315972221753327</c:v>
                </c:pt>
                <c:pt idx="24466">
                  <c:v>0.28317129629431292</c:v>
                </c:pt>
                <c:pt idx="24467">
                  <c:v>0.28318287037109258</c:v>
                </c:pt>
                <c:pt idx="24468">
                  <c:v>0.28319444444059627</c:v>
                </c:pt>
                <c:pt idx="24469">
                  <c:v>0.28320601851737592</c:v>
                </c:pt>
                <c:pt idx="24470">
                  <c:v>0.28321759258687962</c:v>
                </c:pt>
                <c:pt idx="24471">
                  <c:v>0.28322916666365927</c:v>
                </c:pt>
                <c:pt idx="24472">
                  <c:v>0.28324074074043892</c:v>
                </c:pt>
                <c:pt idx="24473">
                  <c:v>0.28325231480994262</c:v>
                </c:pt>
                <c:pt idx="24474">
                  <c:v>0.28326388888672227</c:v>
                </c:pt>
                <c:pt idx="24475">
                  <c:v>0.28327546296350192</c:v>
                </c:pt>
                <c:pt idx="24476">
                  <c:v>0.28328703703300562</c:v>
                </c:pt>
                <c:pt idx="24477">
                  <c:v>0.28329861110978527</c:v>
                </c:pt>
                <c:pt idx="24478">
                  <c:v>0.28331018517928896</c:v>
                </c:pt>
                <c:pt idx="24479">
                  <c:v>0.28332175925606862</c:v>
                </c:pt>
                <c:pt idx="24480">
                  <c:v>0.28333333333284827</c:v>
                </c:pt>
                <c:pt idx="24481">
                  <c:v>0.28334490740235196</c:v>
                </c:pt>
                <c:pt idx="24482">
                  <c:v>0.28335648147913162</c:v>
                </c:pt>
                <c:pt idx="24483">
                  <c:v>0.28336805555591127</c:v>
                </c:pt>
                <c:pt idx="24484">
                  <c:v>0.28337962962541496</c:v>
                </c:pt>
                <c:pt idx="24485">
                  <c:v>0.28339120370219462</c:v>
                </c:pt>
                <c:pt idx="24486">
                  <c:v>0.28340277777897427</c:v>
                </c:pt>
                <c:pt idx="24487">
                  <c:v>0.28341435184847796</c:v>
                </c:pt>
                <c:pt idx="24488">
                  <c:v>0.28342592592525762</c:v>
                </c:pt>
                <c:pt idx="24489">
                  <c:v>0.28343749999476131</c:v>
                </c:pt>
                <c:pt idx="24490">
                  <c:v>0.28344907407154096</c:v>
                </c:pt>
                <c:pt idx="24491">
                  <c:v>0.28346064814832062</c:v>
                </c:pt>
                <c:pt idx="24492">
                  <c:v>0.28347222221782431</c:v>
                </c:pt>
                <c:pt idx="24493">
                  <c:v>0.28348379629460396</c:v>
                </c:pt>
                <c:pt idx="24494">
                  <c:v>0.28349537037138361</c:v>
                </c:pt>
                <c:pt idx="24495">
                  <c:v>0.28350694444088731</c:v>
                </c:pt>
                <c:pt idx="24496">
                  <c:v>0.28351851851766696</c:v>
                </c:pt>
                <c:pt idx="24497">
                  <c:v>0.28353009258717066</c:v>
                </c:pt>
                <c:pt idx="24498">
                  <c:v>0.28354166666395031</c:v>
                </c:pt>
                <c:pt idx="24499">
                  <c:v>0.28355324074072996</c:v>
                </c:pt>
                <c:pt idx="24500">
                  <c:v>0.28356481481023366</c:v>
                </c:pt>
                <c:pt idx="24501">
                  <c:v>0.28357638888701331</c:v>
                </c:pt>
                <c:pt idx="24502">
                  <c:v>0.28358796296379296</c:v>
                </c:pt>
                <c:pt idx="24503">
                  <c:v>0.28359953703329666</c:v>
                </c:pt>
                <c:pt idx="24504">
                  <c:v>0.28361111111007631</c:v>
                </c:pt>
                <c:pt idx="24505">
                  <c:v>0.28362268517958</c:v>
                </c:pt>
                <c:pt idx="24506">
                  <c:v>0.28363425925635966</c:v>
                </c:pt>
                <c:pt idx="24507">
                  <c:v>0.28364583333313931</c:v>
                </c:pt>
                <c:pt idx="24508">
                  <c:v>0.283657407402643</c:v>
                </c:pt>
                <c:pt idx="24509">
                  <c:v>0.28366898147942265</c:v>
                </c:pt>
                <c:pt idx="24510">
                  <c:v>0.28368055555620231</c:v>
                </c:pt>
                <c:pt idx="24511">
                  <c:v>0.283692129625706</c:v>
                </c:pt>
                <c:pt idx="24512">
                  <c:v>0.28370370370248565</c:v>
                </c:pt>
                <c:pt idx="24513">
                  <c:v>0.28371527777198935</c:v>
                </c:pt>
                <c:pt idx="24514">
                  <c:v>0.283726851848769</c:v>
                </c:pt>
                <c:pt idx="24515">
                  <c:v>0.28373842592554865</c:v>
                </c:pt>
                <c:pt idx="24516">
                  <c:v>0.28374999999505235</c:v>
                </c:pt>
                <c:pt idx="24517">
                  <c:v>0.283761574071832</c:v>
                </c:pt>
                <c:pt idx="24518">
                  <c:v>0.28377314814861165</c:v>
                </c:pt>
                <c:pt idx="24519">
                  <c:v>0.28378472221811535</c:v>
                </c:pt>
                <c:pt idx="24520">
                  <c:v>0.283796296294895</c:v>
                </c:pt>
                <c:pt idx="24521">
                  <c:v>0.28380787037167465</c:v>
                </c:pt>
                <c:pt idx="24522">
                  <c:v>0.28381944444117835</c:v>
                </c:pt>
                <c:pt idx="24523">
                  <c:v>0.283831018517958</c:v>
                </c:pt>
                <c:pt idx="24524">
                  <c:v>0.2838425925874617</c:v>
                </c:pt>
                <c:pt idx="24525">
                  <c:v>0.28385416666424135</c:v>
                </c:pt>
                <c:pt idx="24526">
                  <c:v>0.283865740741021</c:v>
                </c:pt>
                <c:pt idx="24527">
                  <c:v>0.28387731481052469</c:v>
                </c:pt>
                <c:pt idx="24528">
                  <c:v>0.28388888888730435</c:v>
                </c:pt>
                <c:pt idx="24529">
                  <c:v>0.283900462964084</c:v>
                </c:pt>
                <c:pt idx="24530">
                  <c:v>0.28391203703358769</c:v>
                </c:pt>
                <c:pt idx="24531">
                  <c:v>0.28392361111036735</c:v>
                </c:pt>
                <c:pt idx="24532">
                  <c:v>0.28393518517987104</c:v>
                </c:pt>
                <c:pt idx="24533">
                  <c:v>0.28394675925665069</c:v>
                </c:pt>
                <c:pt idx="24534">
                  <c:v>0.28395833333343035</c:v>
                </c:pt>
                <c:pt idx="24535">
                  <c:v>0.28396990740293404</c:v>
                </c:pt>
                <c:pt idx="24536">
                  <c:v>0.28398148147971369</c:v>
                </c:pt>
                <c:pt idx="24537">
                  <c:v>0.28399305555649335</c:v>
                </c:pt>
                <c:pt idx="24538">
                  <c:v>0.28400462962599704</c:v>
                </c:pt>
                <c:pt idx="24539">
                  <c:v>0.28401620370277669</c:v>
                </c:pt>
                <c:pt idx="24540">
                  <c:v>0.28402777777228039</c:v>
                </c:pt>
                <c:pt idx="24541">
                  <c:v>0.28403935184906004</c:v>
                </c:pt>
                <c:pt idx="24542">
                  <c:v>0.28405092592583969</c:v>
                </c:pt>
                <c:pt idx="24543">
                  <c:v>0.28406249999534339</c:v>
                </c:pt>
                <c:pt idx="24544">
                  <c:v>0.28407407407212304</c:v>
                </c:pt>
                <c:pt idx="24545">
                  <c:v>0.28408564814890269</c:v>
                </c:pt>
                <c:pt idx="24546">
                  <c:v>0.28409722221840639</c:v>
                </c:pt>
                <c:pt idx="24547">
                  <c:v>0.28410879629518604</c:v>
                </c:pt>
                <c:pt idx="24548">
                  <c:v>0.28412037036468973</c:v>
                </c:pt>
                <c:pt idx="24549">
                  <c:v>0.28413194444146939</c:v>
                </c:pt>
                <c:pt idx="24550">
                  <c:v>0.28414351851824904</c:v>
                </c:pt>
                <c:pt idx="24551">
                  <c:v>0.28415509258775273</c:v>
                </c:pt>
                <c:pt idx="24552">
                  <c:v>0.28416666666453239</c:v>
                </c:pt>
                <c:pt idx="24553">
                  <c:v>0.28417824074131204</c:v>
                </c:pt>
                <c:pt idx="24554">
                  <c:v>0.28418981481081573</c:v>
                </c:pt>
                <c:pt idx="24555">
                  <c:v>0.28420138888759539</c:v>
                </c:pt>
                <c:pt idx="24556">
                  <c:v>0.28421296295709908</c:v>
                </c:pt>
                <c:pt idx="24557">
                  <c:v>0.28422453703387873</c:v>
                </c:pt>
                <c:pt idx="24558">
                  <c:v>0.28423611111065838</c:v>
                </c:pt>
                <c:pt idx="24559">
                  <c:v>0.28424768518016208</c:v>
                </c:pt>
                <c:pt idx="24560">
                  <c:v>0.28425925925694173</c:v>
                </c:pt>
                <c:pt idx="24561">
                  <c:v>0.28427083333372138</c:v>
                </c:pt>
                <c:pt idx="24562">
                  <c:v>0.28428240740322508</c:v>
                </c:pt>
                <c:pt idx="24563">
                  <c:v>0.28429398148000473</c:v>
                </c:pt>
                <c:pt idx="24564">
                  <c:v>0.28430555555678438</c:v>
                </c:pt>
                <c:pt idx="24565">
                  <c:v>0.28431712962628808</c:v>
                </c:pt>
                <c:pt idx="24566">
                  <c:v>0.28432870370306773</c:v>
                </c:pt>
                <c:pt idx="24567">
                  <c:v>0.28434027777257143</c:v>
                </c:pt>
                <c:pt idx="24568">
                  <c:v>0.28435185184935108</c:v>
                </c:pt>
                <c:pt idx="24569">
                  <c:v>0.28436342592613073</c:v>
                </c:pt>
                <c:pt idx="24570">
                  <c:v>0.28437499999563443</c:v>
                </c:pt>
                <c:pt idx="24571">
                  <c:v>0.28438657407241408</c:v>
                </c:pt>
                <c:pt idx="24572">
                  <c:v>0.28439814814919373</c:v>
                </c:pt>
                <c:pt idx="24573">
                  <c:v>0.28440972221869742</c:v>
                </c:pt>
                <c:pt idx="24574">
                  <c:v>0.28442129629547708</c:v>
                </c:pt>
                <c:pt idx="24575">
                  <c:v>0.28443287036498077</c:v>
                </c:pt>
                <c:pt idx="24576">
                  <c:v>0.28444444444176042</c:v>
                </c:pt>
                <c:pt idx="24577">
                  <c:v>0.28445601851854008</c:v>
                </c:pt>
                <c:pt idx="24578">
                  <c:v>0.28446759258804377</c:v>
                </c:pt>
                <c:pt idx="24579">
                  <c:v>0.28447916666482342</c:v>
                </c:pt>
                <c:pt idx="24580">
                  <c:v>0.28449074074160308</c:v>
                </c:pt>
                <c:pt idx="24581">
                  <c:v>0.28450231481110677</c:v>
                </c:pt>
                <c:pt idx="24582">
                  <c:v>0.28451388888788642</c:v>
                </c:pt>
                <c:pt idx="24583">
                  <c:v>0.28452546295739012</c:v>
                </c:pt>
                <c:pt idx="24584">
                  <c:v>0.28453703703416977</c:v>
                </c:pt>
                <c:pt idx="24585">
                  <c:v>0.28454861111094942</c:v>
                </c:pt>
                <c:pt idx="24586">
                  <c:v>0.28456018518045312</c:v>
                </c:pt>
                <c:pt idx="24587">
                  <c:v>0.28457175925723277</c:v>
                </c:pt>
                <c:pt idx="24588">
                  <c:v>0.28458333333401242</c:v>
                </c:pt>
                <c:pt idx="24589">
                  <c:v>0.28459490740351612</c:v>
                </c:pt>
                <c:pt idx="24590">
                  <c:v>0.28460648148029577</c:v>
                </c:pt>
                <c:pt idx="24591">
                  <c:v>0.28461805554979946</c:v>
                </c:pt>
                <c:pt idx="24592">
                  <c:v>0.28462962962657912</c:v>
                </c:pt>
                <c:pt idx="24593">
                  <c:v>0.28464120370335877</c:v>
                </c:pt>
                <c:pt idx="24594">
                  <c:v>0.28465277777286246</c:v>
                </c:pt>
                <c:pt idx="24595">
                  <c:v>0.28466435184964212</c:v>
                </c:pt>
                <c:pt idx="24596">
                  <c:v>0.28467592592642177</c:v>
                </c:pt>
                <c:pt idx="24597">
                  <c:v>0.28468749999592546</c:v>
                </c:pt>
                <c:pt idx="24598">
                  <c:v>0.28469907407270512</c:v>
                </c:pt>
                <c:pt idx="24599">
                  <c:v>0.28471064814948477</c:v>
                </c:pt>
                <c:pt idx="24600">
                  <c:v>0.28472222221898846</c:v>
                </c:pt>
                <c:pt idx="24601">
                  <c:v>0.28473379629576812</c:v>
                </c:pt>
                <c:pt idx="24602">
                  <c:v>0.28474537036527181</c:v>
                </c:pt>
                <c:pt idx="24603">
                  <c:v>0.28475694444205146</c:v>
                </c:pt>
                <c:pt idx="24604">
                  <c:v>0.28476851851883112</c:v>
                </c:pt>
                <c:pt idx="24605">
                  <c:v>0.28478009258833481</c:v>
                </c:pt>
                <c:pt idx="24606">
                  <c:v>0.28479166666511446</c:v>
                </c:pt>
                <c:pt idx="24607">
                  <c:v>0.28480324074189411</c:v>
                </c:pt>
                <c:pt idx="24608">
                  <c:v>0.28481481481139781</c:v>
                </c:pt>
                <c:pt idx="24609">
                  <c:v>0.28482638888817746</c:v>
                </c:pt>
                <c:pt idx="24610">
                  <c:v>0.28483796295768116</c:v>
                </c:pt>
                <c:pt idx="24611">
                  <c:v>0.28484953703446081</c:v>
                </c:pt>
                <c:pt idx="24612">
                  <c:v>0.28486111111124046</c:v>
                </c:pt>
                <c:pt idx="24613">
                  <c:v>0.28487268518074416</c:v>
                </c:pt>
                <c:pt idx="24614">
                  <c:v>0.28488425925752381</c:v>
                </c:pt>
                <c:pt idx="24615">
                  <c:v>0.28489583333430346</c:v>
                </c:pt>
                <c:pt idx="24616">
                  <c:v>0.28490740740380716</c:v>
                </c:pt>
                <c:pt idx="24617">
                  <c:v>0.28491898148058681</c:v>
                </c:pt>
                <c:pt idx="24618">
                  <c:v>0.2849305555500905</c:v>
                </c:pt>
                <c:pt idx="24619">
                  <c:v>0.28494212962687016</c:v>
                </c:pt>
                <c:pt idx="24620">
                  <c:v>0.28495370370364981</c:v>
                </c:pt>
                <c:pt idx="24621">
                  <c:v>0.2849652777731535</c:v>
                </c:pt>
                <c:pt idx="24622">
                  <c:v>0.28497685184993315</c:v>
                </c:pt>
                <c:pt idx="24623">
                  <c:v>0.28498842592671281</c:v>
                </c:pt>
                <c:pt idx="24624">
                  <c:v>0.2849999999962165</c:v>
                </c:pt>
                <c:pt idx="24625">
                  <c:v>0.28501157407299615</c:v>
                </c:pt>
                <c:pt idx="24626">
                  <c:v>0.28502314814249985</c:v>
                </c:pt>
                <c:pt idx="24627">
                  <c:v>0.2850347222192795</c:v>
                </c:pt>
                <c:pt idx="24628">
                  <c:v>0.28504629629605915</c:v>
                </c:pt>
                <c:pt idx="24629">
                  <c:v>0.28505787036556285</c:v>
                </c:pt>
                <c:pt idx="24630">
                  <c:v>0.2850694444423425</c:v>
                </c:pt>
                <c:pt idx="24631">
                  <c:v>0.28508101851912215</c:v>
                </c:pt>
                <c:pt idx="24632">
                  <c:v>0.28509259258862585</c:v>
                </c:pt>
                <c:pt idx="24633">
                  <c:v>0.2851041666654055</c:v>
                </c:pt>
                <c:pt idx="24634">
                  <c:v>0.2851157407349092</c:v>
                </c:pt>
                <c:pt idx="24635">
                  <c:v>0.28512731481168885</c:v>
                </c:pt>
                <c:pt idx="24636">
                  <c:v>0.2851388888884685</c:v>
                </c:pt>
                <c:pt idx="24637">
                  <c:v>0.28515046295797219</c:v>
                </c:pt>
                <c:pt idx="24638">
                  <c:v>0.28516203703475185</c:v>
                </c:pt>
                <c:pt idx="24639">
                  <c:v>0.2851736111115315</c:v>
                </c:pt>
                <c:pt idx="24640">
                  <c:v>0.28518518518103519</c:v>
                </c:pt>
                <c:pt idx="24641">
                  <c:v>0.28519675925781485</c:v>
                </c:pt>
                <c:pt idx="24642">
                  <c:v>0.2852083333345945</c:v>
                </c:pt>
                <c:pt idx="24643">
                  <c:v>0.28521990740409819</c:v>
                </c:pt>
                <c:pt idx="24644">
                  <c:v>0.28523148148087785</c:v>
                </c:pt>
                <c:pt idx="24645">
                  <c:v>0.28524305555038154</c:v>
                </c:pt>
                <c:pt idx="24646">
                  <c:v>0.28525462962716119</c:v>
                </c:pt>
                <c:pt idx="24647">
                  <c:v>0.28526620370394085</c:v>
                </c:pt>
                <c:pt idx="24648">
                  <c:v>0.28527777777344454</c:v>
                </c:pt>
                <c:pt idx="24649">
                  <c:v>0.28528935185022419</c:v>
                </c:pt>
                <c:pt idx="24650">
                  <c:v>0.28530092592700385</c:v>
                </c:pt>
                <c:pt idx="24651">
                  <c:v>0.28531249999650754</c:v>
                </c:pt>
                <c:pt idx="24652">
                  <c:v>0.28532407407328719</c:v>
                </c:pt>
                <c:pt idx="24653">
                  <c:v>0.28533564814279089</c:v>
                </c:pt>
                <c:pt idx="24654">
                  <c:v>0.28534722221957054</c:v>
                </c:pt>
                <c:pt idx="24655">
                  <c:v>0.28535879629635019</c:v>
                </c:pt>
                <c:pt idx="24656">
                  <c:v>0.28537037036585389</c:v>
                </c:pt>
                <c:pt idx="24657">
                  <c:v>0.28538194444263354</c:v>
                </c:pt>
                <c:pt idx="24658">
                  <c:v>0.28539351851941319</c:v>
                </c:pt>
                <c:pt idx="24659">
                  <c:v>0.28540509258891689</c:v>
                </c:pt>
                <c:pt idx="24660">
                  <c:v>0.28541666666569654</c:v>
                </c:pt>
                <c:pt idx="24661">
                  <c:v>0.28542824073520023</c:v>
                </c:pt>
                <c:pt idx="24662">
                  <c:v>0.28543981481197989</c:v>
                </c:pt>
                <c:pt idx="24663">
                  <c:v>0.28545138888875954</c:v>
                </c:pt>
                <c:pt idx="24664">
                  <c:v>0.28546296295826323</c:v>
                </c:pt>
                <c:pt idx="24665">
                  <c:v>0.28547453703504289</c:v>
                </c:pt>
                <c:pt idx="24666">
                  <c:v>0.28548611111182254</c:v>
                </c:pt>
                <c:pt idx="24667">
                  <c:v>0.28549768518132623</c:v>
                </c:pt>
                <c:pt idx="24668">
                  <c:v>0.28550925925810589</c:v>
                </c:pt>
                <c:pt idx="24669">
                  <c:v>0.28552083332760958</c:v>
                </c:pt>
                <c:pt idx="24670">
                  <c:v>0.28553240740438923</c:v>
                </c:pt>
                <c:pt idx="24671">
                  <c:v>0.28554398148116888</c:v>
                </c:pt>
                <c:pt idx="24672">
                  <c:v>0.28555555555067258</c:v>
                </c:pt>
                <c:pt idx="24673">
                  <c:v>0.28556712962745223</c:v>
                </c:pt>
                <c:pt idx="24674">
                  <c:v>0.28557870370423188</c:v>
                </c:pt>
                <c:pt idx="24675">
                  <c:v>0.28559027777373558</c:v>
                </c:pt>
                <c:pt idx="24676">
                  <c:v>0.28560185185051523</c:v>
                </c:pt>
                <c:pt idx="24677">
                  <c:v>0.28561342592001893</c:v>
                </c:pt>
                <c:pt idx="24678">
                  <c:v>0.28562499999679858</c:v>
                </c:pt>
                <c:pt idx="24679">
                  <c:v>0.28563657407357823</c:v>
                </c:pt>
                <c:pt idx="24680">
                  <c:v>0.28564814814308193</c:v>
                </c:pt>
                <c:pt idx="24681">
                  <c:v>0.28565972221986158</c:v>
                </c:pt>
                <c:pt idx="24682">
                  <c:v>0.28567129629664123</c:v>
                </c:pt>
                <c:pt idx="24683">
                  <c:v>0.28568287036614493</c:v>
                </c:pt>
                <c:pt idx="24684">
                  <c:v>0.28569444444292458</c:v>
                </c:pt>
                <c:pt idx="24685">
                  <c:v>0.28570601851970423</c:v>
                </c:pt>
                <c:pt idx="24686">
                  <c:v>0.28571759258920792</c:v>
                </c:pt>
                <c:pt idx="24687">
                  <c:v>0.28572916666598758</c:v>
                </c:pt>
                <c:pt idx="24688">
                  <c:v>0.28574074073549127</c:v>
                </c:pt>
                <c:pt idx="24689">
                  <c:v>0.28575231481227092</c:v>
                </c:pt>
                <c:pt idx="24690">
                  <c:v>0.28576388888905058</c:v>
                </c:pt>
                <c:pt idx="24691">
                  <c:v>0.28577546295855427</c:v>
                </c:pt>
                <c:pt idx="24692">
                  <c:v>0.28578703703533392</c:v>
                </c:pt>
                <c:pt idx="24693">
                  <c:v>0.28579861111211358</c:v>
                </c:pt>
                <c:pt idx="24694">
                  <c:v>0.28581018518161727</c:v>
                </c:pt>
                <c:pt idx="24695">
                  <c:v>0.28582175925839692</c:v>
                </c:pt>
                <c:pt idx="24696">
                  <c:v>0.28583333332790062</c:v>
                </c:pt>
                <c:pt idx="24697">
                  <c:v>0.28584490740468027</c:v>
                </c:pt>
                <c:pt idx="24698">
                  <c:v>0.28585648148145992</c:v>
                </c:pt>
                <c:pt idx="24699">
                  <c:v>0.28586805555096362</c:v>
                </c:pt>
                <c:pt idx="24700">
                  <c:v>0.28587962962774327</c:v>
                </c:pt>
                <c:pt idx="24701">
                  <c:v>0.28589120370452292</c:v>
                </c:pt>
                <c:pt idx="24702">
                  <c:v>0.28590277777402662</c:v>
                </c:pt>
                <c:pt idx="24703">
                  <c:v>0.28591435185080627</c:v>
                </c:pt>
                <c:pt idx="24704">
                  <c:v>0.28592592592030996</c:v>
                </c:pt>
                <c:pt idx="24705">
                  <c:v>0.28593749999708962</c:v>
                </c:pt>
                <c:pt idx="24706">
                  <c:v>0.28594907407386927</c:v>
                </c:pt>
                <c:pt idx="24707">
                  <c:v>0.28596064814337296</c:v>
                </c:pt>
                <c:pt idx="24708">
                  <c:v>0.28597222222015262</c:v>
                </c:pt>
                <c:pt idx="24709">
                  <c:v>0.28598379629693227</c:v>
                </c:pt>
                <c:pt idx="24710">
                  <c:v>0.28599537036643596</c:v>
                </c:pt>
                <c:pt idx="24711">
                  <c:v>0.28600694444321562</c:v>
                </c:pt>
                <c:pt idx="24712">
                  <c:v>0.28601851851271931</c:v>
                </c:pt>
                <c:pt idx="24713">
                  <c:v>0.28603009258949896</c:v>
                </c:pt>
                <c:pt idx="24714">
                  <c:v>0.28604166666627862</c:v>
                </c:pt>
                <c:pt idx="24715">
                  <c:v>0.28605324073578231</c:v>
                </c:pt>
                <c:pt idx="24716">
                  <c:v>0.28606481481256196</c:v>
                </c:pt>
                <c:pt idx="24717">
                  <c:v>0.28607638888934162</c:v>
                </c:pt>
                <c:pt idx="24718">
                  <c:v>0.28608796295884531</c:v>
                </c:pt>
                <c:pt idx="24719">
                  <c:v>0.28609953703562496</c:v>
                </c:pt>
                <c:pt idx="24720">
                  <c:v>0.28611111111240461</c:v>
                </c:pt>
                <c:pt idx="24721">
                  <c:v>0.28612268518190831</c:v>
                </c:pt>
                <c:pt idx="24722">
                  <c:v>0.28613425925868796</c:v>
                </c:pt>
                <c:pt idx="24723">
                  <c:v>0.28614583332819166</c:v>
                </c:pt>
                <c:pt idx="24724">
                  <c:v>0.28615740740497131</c:v>
                </c:pt>
                <c:pt idx="24725">
                  <c:v>0.28616898148175096</c:v>
                </c:pt>
                <c:pt idx="24726">
                  <c:v>0.28618055555125466</c:v>
                </c:pt>
                <c:pt idx="24727">
                  <c:v>0.28619212962803431</c:v>
                </c:pt>
                <c:pt idx="24728">
                  <c:v>0.28620370370481396</c:v>
                </c:pt>
                <c:pt idx="24729">
                  <c:v>0.28621527777431766</c:v>
                </c:pt>
                <c:pt idx="24730">
                  <c:v>0.28622685185109731</c:v>
                </c:pt>
                <c:pt idx="24731">
                  <c:v>0.286238425920601</c:v>
                </c:pt>
                <c:pt idx="24732">
                  <c:v>0.28624999999738066</c:v>
                </c:pt>
                <c:pt idx="24733">
                  <c:v>0.28626157407416031</c:v>
                </c:pt>
                <c:pt idx="24734">
                  <c:v>0.286273148143664</c:v>
                </c:pt>
                <c:pt idx="24735">
                  <c:v>0.28628472222044365</c:v>
                </c:pt>
                <c:pt idx="24736">
                  <c:v>0.28629629629722331</c:v>
                </c:pt>
                <c:pt idx="24737">
                  <c:v>0.286307870366727</c:v>
                </c:pt>
                <c:pt idx="24738">
                  <c:v>0.28631944444350665</c:v>
                </c:pt>
                <c:pt idx="24739">
                  <c:v>0.28633101851301035</c:v>
                </c:pt>
                <c:pt idx="24740">
                  <c:v>0.28634259258979</c:v>
                </c:pt>
                <c:pt idx="24741">
                  <c:v>0.28635416666656965</c:v>
                </c:pt>
                <c:pt idx="24742">
                  <c:v>0.28636574073607335</c:v>
                </c:pt>
                <c:pt idx="24743">
                  <c:v>0.286377314812853</c:v>
                </c:pt>
                <c:pt idx="24744">
                  <c:v>0.28638888888963265</c:v>
                </c:pt>
                <c:pt idx="24745">
                  <c:v>0.28640046295913635</c:v>
                </c:pt>
                <c:pt idx="24746">
                  <c:v>0.286412037035916</c:v>
                </c:pt>
                <c:pt idx="24747">
                  <c:v>0.2864236111054197</c:v>
                </c:pt>
                <c:pt idx="24748">
                  <c:v>0.28643518518219935</c:v>
                </c:pt>
                <c:pt idx="24749">
                  <c:v>0.286446759258979</c:v>
                </c:pt>
                <c:pt idx="24750">
                  <c:v>0.28645833332848269</c:v>
                </c:pt>
                <c:pt idx="24751">
                  <c:v>0.28646990740526235</c:v>
                </c:pt>
                <c:pt idx="24752">
                  <c:v>0.286481481482042</c:v>
                </c:pt>
                <c:pt idx="24753">
                  <c:v>0.28649305555154569</c:v>
                </c:pt>
                <c:pt idx="24754">
                  <c:v>0.28650462962832535</c:v>
                </c:pt>
                <c:pt idx="24755">
                  <c:v>0.28651620369782904</c:v>
                </c:pt>
                <c:pt idx="24756">
                  <c:v>0.28652777777460869</c:v>
                </c:pt>
                <c:pt idx="24757">
                  <c:v>0.28653935185138835</c:v>
                </c:pt>
                <c:pt idx="24758">
                  <c:v>0.28655092592089204</c:v>
                </c:pt>
                <c:pt idx="24759">
                  <c:v>0.28656249999767169</c:v>
                </c:pt>
                <c:pt idx="24760">
                  <c:v>0.28657407407445135</c:v>
                </c:pt>
                <c:pt idx="24761">
                  <c:v>0.28658564814395504</c:v>
                </c:pt>
                <c:pt idx="24762">
                  <c:v>0.28659722222073469</c:v>
                </c:pt>
                <c:pt idx="24763">
                  <c:v>0.28660879629751435</c:v>
                </c:pt>
                <c:pt idx="24764">
                  <c:v>0.28662037036701804</c:v>
                </c:pt>
                <c:pt idx="24765">
                  <c:v>0.28663194444379769</c:v>
                </c:pt>
                <c:pt idx="24766">
                  <c:v>0.28664351851330139</c:v>
                </c:pt>
                <c:pt idx="24767">
                  <c:v>0.28665509259008104</c:v>
                </c:pt>
                <c:pt idx="24768">
                  <c:v>0.28666666666686069</c:v>
                </c:pt>
                <c:pt idx="24769">
                  <c:v>0.28667824073636439</c:v>
                </c:pt>
                <c:pt idx="24770">
                  <c:v>0.28668981481314404</c:v>
                </c:pt>
                <c:pt idx="24771">
                  <c:v>0.28670138888992369</c:v>
                </c:pt>
                <c:pt idx="24772">
                  <c:v>0.28671296295942739</c:v>
                </c:pt>
                <c:pt idx="24773">
                  <c:v>0.28672453703620704</c:v>
                </c:pt>
                <c:pt idx="24774">
                  <c:v>0.28673611110571073</c:v>
                </c:pt>
                <c:pt idx="24775">
                  <c:v>0.28674768518249039</c:v>
                </c:pt>
                <c:pt idx="24776">
                  <c:v>0.28675925925927004</c:v>
                </c:pt>
                <c:pt idx="24777">
                  <c:v>0.28677083332877373</c:v>
                </c:pt>
                <c:pt idx="24778">
                  <c:v>0.28678240740555339</c:v>
                </c:pt>
                <c:pt idx="24779">
                  <c:v>0.28679398148233304</c:v>
                </c:pt>
                <c:pt idx="24780">
                  <c:v>0.28680555555183673</c:v>
                </c:pt>
                <c:pt idx="24781">
                  <c:v>0.28681712962861639</c:v>
                </c:pt>
                <c:pt idx="24782">
                  <c:v>0.28682870369812008</c:v>
                </c:pt>
                <c:pt idx="24783">
                  <c:v>0.28684027777489973</c:v>
                </c:pt>
                <c:pt idx="24784">
                  <c:v>0.28685185185167938</c:v>
                </c:pt>
                <c:pt idx="24785">
                  <c:v>0.28686342592118308</c:v>
                </c:pt>
                <c:pt idx="24786">
                  <c:v>0.28687499999796273</c:v>
                </c:pt>
                <c:pt idx="24787">
                  <c:v>0.28688657407474238</c:v>
                </c:pt>
                <c:pt idx="24788">
                  <c:v>0.28689814814424608</c:v>
                </c:pt>
                <c:pt idx="24789">
                  <c:v>0.28690972222102573</c:v>
                </c:pt>
                <c:pt idx="24790">
                  <c:v>0.28692129629052943</c:v>
                </c:pt>
                <c:pt idx="24791">
                  <c:v>0.28693287036730908</c:v>
                </c:pt>
                <c:pt idx="24792">
                  <c:v>0.28694444444408873</c:v>
                </c:pt>
                <c:pt idx="24793">
                  <c:v>0.28695601851359243</c:v>
                </c:pt>
                <c:pt idx="24794">
                  <c:v>0.28696759259037208</c:v>
                </c:pt>
                <c:pt idx="24795">
                  <c:v>0.28697916666715173</c:v>
                </c:pt>
                <c:pt idx="24796">
                  <c:v>0.28699074073665543</c:v>
                </c:pt>
                <c:pt idx="24797">
                  <c:v>0.28700231481343508</c:v>
                </c:pt>
                <c:pt idx="24798">
                  <c:v>0.28701388889021473</c:v>
                </c:pt>
                <c:pt idx="24799">
                  <c:v>0.28702546295971842</c:v>
                </c:pt>
                <c:pt idx="24800">
                  <c:v>0.28703703703649808</c:v>
                </c:pt>
                <c:pt idx="24801">
                  <c:v>0.28704861110600177</c:v>
                </c:pt>
                <c:pt idx="24802">
                  <c:v>0.28706018518278142</c:v>
                </c:pt>
                <c:pt idx="24803">
                  <c:v>0.28707175925956108</c:v>
                </c:pt>
                <c:pt idx="24804">
                  <c:v>0.28708333332906477</c:v>
                </c:pt>
                <c:pt idx="24805">
                  <c:v>0.28709490740584442</c:v>
                </c:pt>
                <c:pt idx="24806">
                  <c:v>0.28710648148262408</c:v>
                </c:pt>
                <c:pt idx="24807">
                  <c:v>0.28711805555212777</c:v>
                </c:pt>
                <c:pt idx="24808">
                  <c:v>0.28712962962890742</c:v>
                </c:pt>
                <c:pt idx="24809">
                  <c:v>0.28714120369841112</c:v>
                </c:pt>
                <c:pt idx="24810">
                  <c:v>0.28715277777519077</c:v>
                </c:pt>
                <c:pt idx="24811">
                  <c:v>0.28716435185197042</c:v>
                </c:pt>
                <c:pt idx="24812">
                  <c:v>0.28717592592147412</c:v>
                </c:pt>
                <c:pt idx="24813">
                  <c:v>0.28718749999825377</c:v>
                </c:pt>
                <c:pt idx="24814">
                  <c:v>0.28719907407503342</c:v>
                </c:pt>
                <c:pt idx="24815">
                  <c:v>0.28721064814453712</c:v>
                </c:pt>
                <c:pt idx="24816">
                  <c:v>0.28722222222131677</c:v>
                </c:pt>
                <c:pt idx="24817">
                  <c:v>0.28723379629082046</c:v>
                </c:pt>
                <c:pt idx="24818">
                  <c:v>0.28724537036760012</c:v>
                </c:pt>
                <c:pt idx="24819">
                  <c:v>0.28725694444437977</c:v>
                </c:pt>
                <c:pt idx="24820">
                  <c:v>0.28726851851388346</c:v>
                </c:pt>
                <c:pt idx="24821">
                  <c:v>0.28728009259066312</c:v>
                </c:pt>
                <c:pt idx="24822">
                  <c:v>0.28729166666744277</c:v>
                </c:pt>
                <c:pt idx="24823">
                  <c:v>0.28730324073694646</c:v>
                </c:pt>
                <c:pt idx="24824">
                  <c:v>0.28731481481372612</c:v>
                </c:pt>
                <c:pt idx="24825">
                  <c:v>0.28732638888322981</c:v>
                </c:pt>
                <c:pt idx="24826">
                  <c:v>0.28733796296000946</c:v>
                </c:pt>
                <c:pt idx="24827">
                  <c:v>0.28734953703678912</c:v>
                </c:pt>
                <c:pt idx="24828">
                  <c:v>0.28736111110629281</c:v>
                </c:pt>
                <c:pt idx="24829">
                  <c:v>0.28737268518307246</c:v>
                </c:pt>
                <c:pt idx="24830">
                  <c:v>0.28738425925985212</c:v>
                </c:pt>
                <c:pt idx="24831">
                  <c:v>0.28739583332935581</c:v>
                </c:pt>
                <c:pt idx="24832">
                  <c:v>0.28740740740613546</c:v>
                </c:pt>
                <c:pt idx="24833">
                  <c:v>0.28741898147563916</c:v>
                </c:pt>
                <c:pt idx="24834">
                  <c:v>0.28743055555241881</c:v>
                </c:pt>
                <c:pt idx="24835">
                  <c:v>0.28744212962919846</c:v>
                </c:pt>
                <c:pt idx="24836">
                  <c:v>0.28745370369870216</c:v>
                </c:pt>
                <c:pt idx="24837">
                  <c:v>0.28746527777548181</c:v>
                </c:pt>
                <c:pt idx="24838">
                  <c:v>0.28747685185226146</c:v>
                </c:pt>
                <c:pt idx="24839">
                  <c:v>0.28748842592176516</c:v>
                </c:pt>
                <c:pt idx="24840">
                  <c:v>0.28749999999854481</c:v>
                </c:pt>
                <c:pt idx="24841">
                  <c:v>0.28751157407532446</c:v>
                </c:pt>
                <c:pt idx="24842">
                  <c:v>0.28752314814482816</c:v>
                </c:pt>
                <c:pt idx="24843">
                  <c:v>0.28753472222160781</c:v>
                </c:pt>
                <c:pt idx="24844">
                  <c:v>0.2875462962911115</c:v>
                </c:pt>
                <c:pt idx="24845">
                  <c:v>0.28755787036789116</c:v>
                </c:pt>
                <c:pt idx="24846">
                  <c:v>0.28756944444467081</c:v>
                </c:pt>
                <c:pt idx="24847">
                  <c:v>0.2875810185141745</c:v>
                </c:pt>
                <c:pt idx="24848">
                  <c:v>0.28759259259095415</c:v>
                </c:pt>
                <c:pt idx="24849">
                  <c:v>0.28760416666773381</c:v>
                </c:pt>
                <c:pt idx="24850">
                  <c:v>0.2876157407372375</c:v>
                </c:pt>
                <c:pt idx="24851">
                  <c:v>0.28762731481401715</c:v>
                </c:pt>
                <c:pt idx="24852">
                  <c:v>0.28763888888352085</c:v>
                </c:pt>
                <c:pt idx="24853">
                  <c:v>0.2876504629603005</c:v>
                </c:pt>
                <c:pt idx="24854">
                  <c:v>0.28766203703708015</c:v>
                </c:pt>
                <c:pt idx="24855">
                  <c:v>0.28767361110658385</c:v>
                </c:pt>
                <c:pt idx="24856">
                  <c:v>0.2876851851833635</c:v>
                </c:pt>
                <c:pt idx="24857">
                  <c:v>0.28769675926014315</c:v>
                </c:pt>
                <c:pt idx="24858">
                  <c:v>0.28770833332964685</c:v>
                </c:pt>
                <c:pt idx="24859">
                  <c:v>0.2877199074064265</c:v>
                </c:pt>
                <c:pt idx="24860">
                  <c:v>0.2877314814759302</c:v>
                </c:pt>
                <c:pt idx="24861">
                  <c:v>0.28774305555270985</c:v>
                </c:pt>
                <c:pt idx="24862">
                  <c:v>0.2877546296294895</c:v>
                </c:pt>
                <c:pt idx="24863">
                  <c:v>0.28776620369899319</c:v>
                </c:pt>
                <c:pt idx="24864">
                  <c:v>0.28777777777577285</c:v>
                </c:pt>
                <c:pt idx="24865">
                  <c:v>0.2877893518525525</c:v>
                </c:pt>
                <c:pt idx="24866">
                  <c:v>0.28780092592205619</c:v>
                </c:pt>
                <c:pt idx="24867">
                  <c:v>0.28781249999883585</c:v>
                </c:pt>
                <c:pt idx="24868">
                  <c:v>0.28782407406833954</c:v>
                </c:pt>
                <c:pt idx="24869">
                  <c:v>0.28783564814511919</c:v>
                </c:pt>
                <c:pt idx="24870">
                  <c:v>0.28784722222189885</c:v>
                </c:pt>
                <c:pt idx="24871">
                  <c:v>0.28785879629140254</c:v>
                </c:pt>
                <c:pt idx="24872">
                  <c:v>0.28787037036818219</c:v>
                </c:pt>
                <c:pt idx="24873">
                  <c:v>0.28788194444496185</c:v>
                </c:pt>
                <c:pt idx="24874">
                  <c:v>0.28789351851446554</c:v>
                </c:pt>
                <c:pt idx="24875">
                  <c:v>0.28790509259124519</c:v>
                </c:pt>
                <c:pt idx="24876">
                  <c:v>0.28791666666074889</c:v>
                </c:pt>
                <c:pt idx="24877">
                  <c:v>0.28792824073752854</c:v>
                </c:pt>
                <c:pt idx="24878">
                  <c:v>0.28793981481430819</c:v>
                </c:pt>
                <c:pt idx="24879">
                  <c:v>0.28795138888381189</c:v>
                </c:pt>
                <c:pt idx="24880">
                  <c:v>0.28796296296059154</c:v>
                </c:pt>
                <c:pt idx="24881">
                  <c:v>0.28797453703737119</c:v>
                </c:pt>
                <c:pt idx="24882">
                  <c:v>0.28798611110687489</c:v>
                </c:pt>
                <c:pt idx="24883">
                  <c:v>0.28799768518365454</c:v>
                </c:pt>
                <c:pt idx="24884">
                  <c:v>0.28800925926043419</c:v>
                </c:pt>
                <c:pt idx="24885">
                  <c:v>0.28802083332993789</c:v>
                </c:pt>
                <c:pt idx="24886">
                  <c:v>0.28803240740671754</c:v>
                </c:pt>
                <c:pt idx="24887">
                  <c:v>0.28804398147622123</c:v>
                </c:pt>
                <c:pt idx="24888">
                  <c:v>0.28805555555300089</c:v>
                </c:pt>
                <c:pt idx="24889">
                  <c:v>0.28806712962978054</c:v>
                </c:pt>
                <c:pt idx="24890">
                  <c:v>0.28807870369928423</c:v>
                </c:pt>
                <c:pt idx="24891">
                  <c:v>0.28809027777606389</c:v>
                </c:pt>
                <c:pt idx="24892">
                  <c:v>0.28810185185284354</c:v>
                </c:pt>
                <c:pt idx="24893">
                  <c:v>0.28811342592234723</c:v>
                </c:pt>
                <c:pt idx="24894">
                  <c:v>0.28812499999912689</c:v>
                </c:pt>
                <c:pt idx="24895">
                  <c:v>0.28813657406863058</c:v>
                </c:pt>
                <c:pt idx="24896">
                  <c:v>0.28814814814541023</c:v>
                </c:pt>
                <c:pt idx="24897">
                  <c:v>0.28815972222218988</c:v>
                </c:pt>
                <c:pt idx="24898">
                  <c:v>0.28817129629169358</c:v>
                </c:pt>
                <c:pt idx="24899">
                  <c:v>0.28818287036847323</c:v>
                </c:pt>
                <c:pt idx="24900">
                  <c:v>0.28819444444525288</c:v>
                </c:pt>
                <c:pt idx="24901">
                  <c:v>0.28820601851475658</c:v>
                </c:pt>
                <c:pt idx="24902">
                  <c:v>0.28821759259153623</c:v>
                </c:pt>
                <c:pt idx="24903">
                  <c:v>0.28822916666103993</c:v>
                </c:pt>
                <c:pt idx="24904">
                  <c:v>0.28824074073781958</c:v>
                </c:pt>
                <c:pt idx="24905">
                  <c:v>0.28825231481459923</c:v>
                </c:pt>
                <c:pt idx="24906">
                  <c:v>0.28826388888410293</c:v>
                </c:pt>
                <c:pt idx="24907">
                  <c:v>0.28827546296088258</c:v>
                </c:pt>
                <c:pt idx="24908">
                  <c:v>0.28828703703766223</c:v>
                </c:pt>
                <c:pt idx="24909">
                  <c:v>0.28829861110716593</c:v>
                </c:pt>
                <c:pt idx="24910">
                  <c:v>0.28831018518394558</c:v>
                </c:pt>
                <c:pt idx="24911">
                  <c:v>0.28832175925344927</c:v>
                </c:pt>
                <c:pt idx="24912">
                  <c:v>0.28833333333022892</c:v>
                </c:pt>
                <c:pt idx="24913">
                  <c:v>0.28834490740700858</c:v>
                </c:pt>
                <c:pt idx="24914">
                  <c:v>0.28835648147651227</c:v>
                </c:pt>
                <c:pt idx="24915">
                  <c:v>0.28836805555329192</c:v>
                </c:pt>
                <c:pt idx="24916">
                  <c:v>0.28837962963007158</c:v>
                </c:pt>
                <c:pt idx="24917">
                  <c:v>0.28839120369957527</c:v>
                </c:pt>
                <c:pt idx="24918">
                  <c:v>0.28840277777635492</c:v>
                </c:pt>
                <c:pt idx="24919">
                  <c:v>0.28841435185313458</c:v>
                </c:pt>
                <c:pt idx="24920">
                  <c:v>0.28842592592263827</c:v>
                </c:pt>
                <c:pt idx="24921">
                  <c:v>0.28843749999941792</c:v>
                </c:pt>
                <c:pt idx="24922">
                  <c:v>0.28844907406892162</c:v>
                </c:pt>
                <c:pt idx="24923">
                  <c:v>0.28846064814570127</c:v>
                </c:pt>
                <c:pt idx="24924">
                  <c:v>0.28847222222248092</c:v>
                </c:pt>
                <c:pt idx="24925">
                  <c:v>0.28848379629198462</c:v>
                </c:pt>
                <c:pt idx="24926">
                  <c:v>0.28849537036876427</c:v>
                </c:pt>
                <c:pt idx="24927">
                  <c:v>0.28850694444554392</c:v>
                </c:pt>
                <c:pt idx="24928">
                  <c:v>0.28851851851504762</c:v>
                </c:pt>
                <c:pt idx="24929">
                  <c:v>0.28853009259182727</c:v>
                </c:pt>
                <c:pt idx="24930">
                  <c:v>0.28854166666133096</c:v>
                </c:pt>
                <c:pt idx="24931">
                  <c:v>0.28855324073811062</c:v>
                </c:pt>
                <c:pt idx="24932">
                  <c:v>0.28856481481489027</c:v>
                </c:pt>
                <c:pt idx="24933">
                  <c:v>0.28857638888439396</c:v>
                </c:pt>
                <c:pt idx="24934">
                  <c:v>0.28858796296117362</c:v>
                </c:pt>
                <c:pt idx="24935">
                  <c:v>0.28859953703795327</c:v>
                </c:pt>
                <c:pt idx="24936">
                  <c:v>0.28861111110745696</c:v>
                </c:pt>
                <c:pt idx="24937">
                  <c:v>0.28862268518423662</c:v>
                </c:pt>
                <c:pt idx="24938">
                  <c:v>0.28863425925374031</c:v>
                </c:pt>
                <c:pt idx="24939">
                  <c:v>0.28864583333051996</c:v>
                </c:pt>
                <c:pt idx="24940">
                  <c:v>0.28865740740729962</c:v>
                </c:pt>
                <c:pt idx="24941">
                  <c:v>0.28866898147680331</c:v>
                </c:pt>
                <c:pt idx="24942">
                  <c:v>0.28868055555358296</c:v>
                </c:pt>
                <c:pt idx="24943">
                  <c:v>0.28869212963036261</c:v>
                </c:pt>
                <c:pt idx="24944">
                  <c:v>0.28870370369986631</c:v>
                </c:pt>
                <c:pt idx="24945">
                  <c:v>0.28871527777664596</c:v>
                </c:pt>
                <c:pt idx="24946">
                  <c:v>0.28872685184614966</c:v>
                </c:pt>
                <c:pt idx="24947">
                  <c:v>0.28873842592292931</c:v>
                </c:pt>
                <c:pt idx="24948">
                  <c:v>0.28874999999970896</c:v>
                </c:pt>
                <c:pt idx="24949">
                  <c:v>0.28876157406921266</c:v>
                </c:pt>
                <c:pt idx="24950">
                  <c:v>0.28877314814599231</c:v>
                </c:pt>
                <c:pt idx="24951">
                  <c:v>0.28878472222277196</c:v>
                </c:pt>
                <c:pt idx="24952">
                  <c:v>0.28879629629227566</c:v>
                </c:pt>
                <c:pt idx="24953">
                  <c:v>0.28880787036905531</c:v>
                </c:pt>
                <c:pt idx="24954">
                  <c:v>0.288819444438559</c:v>
                </c:pt>
                <c:pt idx="24955">
                  <c:v>0.28883101851533866</c:v>
                </c:pt>
                <c:pt idx="24956">
                  <c:v>0.28884259259211831</c:v>
                </c:pt>
                <c:pt idx="24957">
                  <c:v>0.288854166661622</c:v>
                </c:pt>
                <c:pt idx="24958">
                  <c:v>0.28886574073840166</c:v>
                </c:pt>
                <c:pt idx="24959">
                  <c:v>0.28887731481518131</c:v>
                </c:pt>
                <c:pt idx="24960">
                  <c:v>0.288888888884685</c:v>
                </c:pt>
                <c:pt idx="24961">
                  <c:v>0.28890046296146465</c:v>
                </c:pt>
                <c:pt idx="24962">
                  <c:v>0.28891203703824431</c:v>
                </c:pt>
                <c:pt idx="24963">
                  <c:v>0.288923611107748</c:v>
                </c:pt>
                <c:pt idx="24964">
                  <c:v>0.28893518518452765</c:v>
                </c:pt>
                <c:pt idx="24965">
                  <c:v>0.28894675925403135</c:v>
                </c:pt>
                <c:pt idx="24966">
                  <c:v>0.288958333330811</c:v>
                </c:pt>
                <c:pt idx="24967">
                  <c:v>0.28896990740759065</c:v>
                </c:pt>
                <c:pt idx="24968">
                  <c:v>0.28898148147709435</c:v>
                </c:pt>
                <c:pt idx="24969">
                  <c:v>0.288993055553874</c:v>
                </c:pt>
                <c:pt idx="24970">
                  <c:v>0.28900462963065365</c:v>
                </c:pt>
                <c:pt idx="24971">
                  <c:v>0.28901620370015735</c:v>
                </c:pt>
                <c:pt idx="24972">
                  <c:v>0.289027777776937</c:v>
                </c:pt>
                <c:pt idx="24973">
                  <c:v>0.2890393518464407</c:v>
                </c:pt>
                <c:pt idx="24974">
                  <c:v>0.28905092592322035</c:v>
                </c:pt>
                <c:pt idx="24975">
                  <c:v>0.2890625</c:v>
                </c:pt>
                <c:pt idx="24976">
                  <c:v>0.28907407406950369</c:v>
                </c:pt>
                <c:pt idx="24977">
                  <c:v>0.28908564814628335</c:v>
                </c:pt>
                <c:pt idx="24978">
                  <c:v>0.289097222223063</c:v>
                </c:pt>
                <c:pt idx="24979">
                  <c:v>0.28910879629256669</c:v>
                </c:pt>
                <c:pt idx="24980">
                  <c:v>0.28912037036934635</c:v>
                </c:pt>
                <c:pt idx="24981">
                  <c:v>0.28913194443885004</c:v>
                </c:pt>
                <c:pt idx="24982">
                  <c:v>0.28914351851562969</c:v>
                </c:pt>
                <c:pt idx="24983">
                  <c:v>0.28915509259240935</c:v>
                </c:pt>
                <c:pt idx="24984">
                  <c:v>0.28916666666191304</c:v>
                </c:pt>
                <c:pt idx="24985">
                  <c:v>0.28917824073869269</c:v>
                </c:pt>
                <c:pt idx="24986">
                  <c:v>0.28918981481547235</c:v>
                </c:pt>
                <c:pt idx="24987">
                  <c:v>0.28920138888497604</c:v>
                </c:pt>
                <c:pt idx="24988">
                  <c:v>0.28921296296175569</c:v>
                </c:pt>
                <c:pt idx="24989">
                  <c:v>0.28922453703125939</c:v>
                </c:pt>
                <c:pt idx="24990">
                  <c:v>0.28923611110803904</c:v>
                </c:pt>
                <c:pt idx="24991">
                  <c:v>0.28924768518481869</c:v>
                </c:pt>
                <c:pt idx="24992">
                  <c:v>0.28925925925432239</c:v>
                </c:pt>
                <c:pt idx="24993">
                  <c:v>0.28927083333110204</c:v>
                </c:pt>
                <c:pt idx="24994">
                  <c:v>0.28928240740788169</c:v>
                </c:pt>
                <c:pt idx="24995">
                  <c:v>0.28929398147738539</c:v>
                </c:pt>
                <c:pt idx="24996">
                  <c:v>0.28930555555416504</c:v>
                </c:pt>
                <c:pt idx="24997">
                  <c:v>0.28931712963094469</c:v>
                </c:pt>
                <c:pt idx="24998">
                  <c:v>0.28932870370044839</c:v>
                </c:pt>
                <c:pt idx="24999">
                  <c:v>0.28934027777722804</c:v>
                </c:pt>
                <c:pt idx="25000">
                  <c:v>0.28935185184673173</c:v>
                </c:pt>
                <c:pt idx="25001">
                  <c:v>0.28936342592351139</c:v>
                </c:pt>
                <c:pt idx="25002">
                  <c:v>0.28937500000029104</c:v>
                </c:pt>
                <c:pt idx="25003">
                  <c:v>0.28938657406979473</c:v>
                </c:pt>
                <c:pt idx="25004">
                  <c:v>0.28939814814657439</c:v>
                </c:pt>
                <c:pt idx="25005">
                  <c:v>0.28940972222335404</c:v>
                </c:pt>
                <c:pt idx="25006">
                  <c:v>0.28942129629285773</c:v>
                </c:pt>
                <c:pt idx="25007">
                  <c:v>0.28943287036963739</c:v>
                </c:pt>
                <c:pt idx="25008">
                  <c:v>0.28944444443914108</c:v>
                </c:pt>
                <c:pt idx="25009">
                  <c:v>0.28945601851592073</c:v>
                </c:pt>
                <c:pt idx="25010">
                  <c:v>0.28946759259270038</c:v>
                </c:pt>
                <c:pt idx="25011">
                  <c:v>0.28947916666220408</c:v>
                </c:pt>
                <c:pt idx="25012">
                  <c:v>0.28949074073898373</c:v>
                </c:pt>
                <c:pt idx="25013">
                  <c:v>0.28950231481576338</c:v>
                </c:pt>
                <c:pt idx="25014">
                  <c:v>0.28951388888526708</c:v>
                </c:pt>
                <c:pt idx="25015">
                  <c:v>0.28952546296204673</c:v>
                </c:pt>
                <c:pt idx="25016">
                  <c:v>0.28953703703155043</c:v>
                </c:pt>
                <c:pt idx="25017">
                  <c:v>0.28954861110833008</c:v>
                </c:pt>
                <c:pt idx="25018">
                  <c:v>0.28956018518510973</c:v>
                </c:pt>
                <c:pt idx="25019">
                  <c:v>0.28957175925461343</c:v>
                </c:pt>
                <c:pt idx="25020">
                  <c:v>0.28958333333139308</c:v>
                </c:pt>
                <c:pt idx="25021">
                  <c:v>0.28959490740817273</c:v>
                </c:pt>
                <c:pt idx="25022">
                  <c:v>0.28960648147767643</c:v>
                </c:pt>
                <c:pt idx="25023">
                  <c:v>0.28961805555445608</c:v>
                </c:pt>
                <c:pt idx="25024">
                  <c:v>0.28962962962395977</c:v>
                </c:pt>
                <c:pt idx="25025">
                  <c:v>0.28964120370073942</c:v>
                </c:pt>
                <c:pt idx="25026">
                  <c:v>0.28965277777751908</c:v>
                </c:pt>
                <c:pt idx="25027">
                  <c:v>0.28966435184702277</c:v>
                </c:pt>
                <c:pt idx="25028">
                  <c:v>0.28967592592380242</c:v>
                </c:pt>
                <c:pt idx="25029">
                  <c:v>0.28968750000058208</c:v>
                </c:pt>
                <c:pt idx="25030">
                  <c:v>0.28969907407008577</c:v>
                </c:pt>
                <c:pt idx="25031">
                  <c:v>0.28971064814686542</c:v>
                </c:pt>
                <c:pt idx="25032">
                  <c:v>0.28972222221636912</c:v>
                </c:pt>
                <c:pt idx="25033">
                  <c:v>0.28973379629314877</c:v>
                </c:pt>
                <c:pt idx="25034">
                  <c:v>0.28974537036992842</c:v>
                </c:pt>
                <c:pt idx="25035">
                  <c:v>0.28975694443943212</c:v>
                </c:pt>
                <c:pt idx="25036">
                  <c:v>0.28976851851621177</c:v>
                </c:pt>
                <c:pt idx="25037">
                  <c:v>0.28978009259299142</c:v>
                </c:pt>
                <c:pt idx="25038">
                  <c:v>0.28979166666249512</c:v>
                </c:pt>
                <c:pt idx="25039">
                  <c:v>0.28980324073927477</c:v>
                </c:pt>
                <c:pt idx="25040">
                  <c:v>0.28981481481605442</c:v>
                </c:pt>
                <c:pt idx="25041">
                  <c:v>0.28982638888555812</c:v>
                </c:pt>
                <c:pt idx="25042">
                  <c:v>0.28983796296233777</c:v>
                </c:pt>
                <c:pt idx="25043">
                  <c:v>0.28984953703184146</c:v>
                </c:pt>
                <c:pt idx="25044">
                  <c:v>0.28986111110862112</c:v>
                </c:pt>
                <c:pt idx="25045">
                  <c:v>0.28987268518540077</c:v>
                </c:pt>
                <c:pt idx="25046">
                  <c:v>0.28988425925490446</c:v>
                </c:pt>
                <c:pt idx="25047">
                  <c:v>0.28989583333168412</c:v>
                </c:pt>
                <c:pt idx="25048">
                  <c:v>0.28990740740846377</c:v>
                </c:pt>
                <c:pt idx="25049">
                  <c:v>0.28991898147796746</c:v>
                </c:pt>
                <c:pt idx="25050">
                  <c:v>0.28993055555474712</c:v>
                </c:pt>
                <c:pt idx="25051">
                  <c:v>0.28994212962425081</c:v>
                </c:pt>
                <c:pt idx="25052">
                  <c:v>0.28995370370103046</c:v>
                </c:pt>
                <c:pt idx="25053">
                  <c:v>0.28996527777781012</c:v>
                </c:pt>
                <c:pt idx="25054">
                  <c:v>0.28997685184731381</c:v>
                </c:pt>
                <c:pt idx="25055">
                  <c:v>0.28998842592409346</c:v>
                </c:pt>
                <c:pt idx="25056">
                  <c:v>0.29000000000087311</c:v>
                </c:pt>
                <c:pt idx="25057">
                  <c:v>0.29001157407037681</c:v>
                </c:pt>
                <c:pt idx="25058">
                  <c:v>0.29002314814715646</c:v>
                </c:pt>
                <c:pt idx="25059">
                  <c:v>0.29003472221666016</c:v>
                </c:pt>
                <c:pt idx="25060">
                  <c:v>0.29004629629343981</c:v>
                </c:pt>
                <c:pt idx="25061">
                  <c:v>0.29005787037021946</c:v>
                </c:pt>
                <c:pt idx="25062">
                  <c:v>0.29006944443972316</c:v>
                </c:pt>
                <c:pt idx="25063">
                  <c:v>0.29008101851650281</c:v>
                </c:pt>
                <c:pt idx="25064">
                  <c:v>0.29009259259328246</c:v>
                </c:pt>
                <c:pt idx="25065">
                  <c:v>0.29010416666278616</c:v>
                </c:pt>
                <c:pt idx="25066">
                  <c:v>0.29011574073956581</c:v>
                </c:pt>
                <c:pt idx="25067">
                  <c:v>0.2901273148090695</c:v>
                </c:pt>
                <c:pt idx="25068">
                  <c:v>0.29013888888584916</c:v>
                </c:pt>
                <c:pt idx="25069">
                  <c:v>0.29015046296262881</c:v>
                </c:pt>
                <c:pt idx="25070">
                  <c:v>0.2901620370321325</c:v>
                </c:pt>
                <c:pt idx="25071">
                  <c:v>0.29017361110891216</c:v>
                </c:pt>
                <c:pt idx="25072">
                  <c:v>0.29018518518569181</c:v>
                </c:pt>
                <c:pt idx="25073">
                  <c:v>0.2901967592551955</c:v>
                </c:pt>
                <c:pt idx="25074">
                  <c:v>0.29020833333197515</c:v>
                </c:pt>
                <c:pt idx="25075">
                  <c:v>0.29021990740147885</c:v>
                </c:pt>
                <c:pt idx="25076">
                  <c:v>0.2902314814782585</c:v>
                </c:pt>
                <c:pt idx="25077">
                  <c:v>0.29024305555503815</c:v>
                </c:pt>
                <c:pt idx="25078">
                  <c:v>0.29025462962454185</c:v>
                </c:pt>
                <c:pt idx="25079">
                  <c:v>0.2902662037013215</c:v>
                </c:pt>
                <c:pt idx="25080">
                  <c:v>0.29027777777810115</c:v>
                </c:pt>
                <c:pt idx="25081">
                  <c:v>0.29028935184760485</c:v>
                </c:pt>
                <c:pt idx="25082">
                  <c:v>0.2903009259243845</c:v>
                </c:pt>
                <c:pt idx="25083">
                  <c:v>0.29031250000116415</c:v>
                </c:pt>
                <c:pt idx="25084">
                  <c:v>0.29032407407066785</c:v>
                </c:pt>
                <c:pt idx="25085">
                  <c:v>0.2903356481474475</c:v>
                </c:pt>
                <c:pt idx="25086">
                  <c:v>0.2903472222169512</c:v>
                </c:pt>
                <c:pt idx="25087">
                  <c:v>0.29035879629373085</c:v>
                </c:pt>
                <c:pt idx="25088">
                  <c:v>0.2903703703705105</c:v>
                </c:pt>
                <c:pt idx="25089">
                  <c:v>0.29038194444001419</c:v>
                </c:pt>
                <c:pt idx="25090">
                  <c:v>0.29039351851679385</c:v>
                </c:pt>
                <c:pt idx="25091">
                  <c:v>0.2904050925935735</c:v>
                </c:pt>
                <c:pt idx="25092">
                  <c:v>0.29041666666307719</c:v>
                </c:pt>
                <c:pt idx="25093">
                  <c:v>0.29042824073985685</c:v>
                </c:pt>
                <c:pt idx="25094">
                  <c:v>0.29043981480936054</c:v>
                </c:pt>
                <c:pt idx="25095">
                  <c:v>0.29045138888614019</c:v>
                </c:pt>
                <c:pt idx="25096">
                  <c:v>0.29046296296291985</c:v>
                </c:pt>
                <c:pt idx="25097">
                  <c:v>0.29047453703242354</c:v>
                </c:pt>
                <c:pt idx="25098">
                  <c:v>0.29048611110920319</c:v>
                </c:pt>
                <c:pt idx="25099">
                  <c:v>0.29049768518598285</c:v>
                </c:pt>
                <c:pt idx="25100">
                  <c:v>0.29050925925548654</c:v>
                </c:pt>
                <c:pt idx="25101">
                  <c:v>0.29052083333226619</c:v>
                </c:pt>
                <c:pt idx="25102">
                  <c:v>0.29053240740176989</c:v>
                </c:pt>
                <c:pt idx="25103">
                  <c:v>0.29054398147854954</c:v>
                </c:pt>
                <c:pt idx="25104">
                  <c:v>0.29055555555532919</c:v>
                </c:pt>
                <c:pt idx="25105">
                  <c:v>0.29056712962483289</c:v>
                </c:pt>
                <c:pt idx="25106">
                  <c:v>0.29057870370161254</c:v>
                </c:pt>
                <c:pt idx="25107">
                  <c:v>0.29059027777839219</c:v>
                </c:pt>
                <c:pt idx="25108">
                  <c:v>0.29060185184789589</c:v>
                </c:pt>
                <c:pt idx="25109">
                  <c:v>0.29061342592467554</c:v>
                </c:pt>
                <c:pt idx="25110">
                  <c:v>0.29062499999417923</c:v>
                </c:pt>
                <c:pt idx="25111">
                  <c:v>0.29063657407095889</c:v>
                </c:pt>
                <c:pt idx="25112">
                  <c:v>0.29064814814773854</c:v>
                </c:pt>
                <c:pt idx="25113">
                  <c:v>0.29065972221724223</c:v>
                </c:pt>
                <c:pt idx="25114">
                  <c:v>0.29067129629402189</c:v>
                </c:pt>
                <c:pt idx="25115">
                  <c:v>0.29068287037080154</c:v>
                </c:pt>
                <c:pt idx="25116">
                  <c:v>0.29069444444030523</c:v>
                </c:pt>
                <c:pt idx="25117">
                  <c:v>0.29070601851708489</c:v>
                </c:pt>
                <c:pt idx="25118">
                  <c:v>0.29071759259386454</c:v>
                </c:pt>
                <c:pt idx="25119">
                  <c:v>0.29072916666336823</c:v>
                </c:pt>
                <c:pt idx="25120">
                  <c:v>0.29074074074014788</c:v>
                </c:pt>
                <c:pt idx="25121">
                  <c:v>0.29075231480965158</c:v>
                </c:pt>
                <c:pt idx="25122">
                  <c:v>0.29076388888643123</c:v>
                </c:pt>
                <c:pt idx="25123">
                  <c:v>0.29077546296321088</c:v>
                </c:pt>
                <c:pt idx="25124">
                  <c:v>0.29078703703271458</c:v>
                </c:pt>
                <c:pt idx="25125">
                  <c:v>0.29079861110949423</c:v>
                </c:pt>
                <c:pt idx="25126">
                  <c:v>0.29081018518627388</c:v>
                </c:pt>
                <c:pt idx="25127">
                  <c:v>0.29082175925577758</c:v>
                </c:pt>
                <c:pt idx="25128">
                  <c:v>0.29083333333255723</c:v>
                </c:pt>
                <c:pt idx="25129">
                  <c:v>0.29084490740206093</c:v>
                </c:pt>
                <c:pt idx="25130">
                  <c:v>0.29085648147884058</c:v>
                </c:pt>
                <c:pt idx="25131">
                  <c:v>0.29086805555562023</c:v>
                </c:pt>
                <c:pt idx="25132">
                  <c:v>0.29087962962512393</c:v>
                </c:pt>
                <c:pt idx="25133">
                  <c:v>0.29089120370190358</c:v>
                </c:pt>
                <c:pt idx="25134">
                  <c:v>0.29090277777868323</c:v>
                </c:pt>
                <c:pt idx="25135">
                  <c:v>0.29091435184818693</c:v>
                </c:pt>
                <c:pt idx="25136">
                  <c:v>0.29092592592496658</c:v>
                </c:pt>
                <c:pt idx="25137">
                  <c:v>0.29093749999447027</c:v>
                </c:pt>
                <c:pt idx="25138">
                  <c:v>0.29094907407124992</c:v>
                </c:pt>
                <c:pt idx="25139">
                  <c:v>0.29096064814802958</c:v>
                </c:pt>
                <c:pt idx="25140">
                  <c:v>0.29097222221753327</c:v>
                </c:pt>
                <c:pt idx="25141">
                  <c:v>0.29098379629431292</c:v>
                </c:pt>
                <c:pt idx="25142">
                  <c:v>0.29099537037109258</c:v>
                </c:pt>
                <c:pt idx="25143">
                  <c:v>0.29100694444059627</c:v>
                </c:pt>
                <c:pt idx="25144">
                  <c:v>0.29101851851737592</c:v>
                </c:pt>
                <c:pt idx="25145">
                  <c:v>0.29103009258687962</c:v>
                </c:pt>
                <c:pt idx="25146">
                  <c:v>0.29104166666365927</c:v>
                </c:pt>
                <c:pt idx="25147">
                  <c:v>0.29105324074043892</c:v>
                </c:pt>
                <c:pt idx="25148">
                  <c:v>0.29106481480994262</c:v>
                </c:pt>
                <c:pt idx="25149">
                  <c:v>0.29107638888672227</c:v>
                </c:pt>
                <c:pt idx="25150">
                  <c:v>0.29108796296350192</c:v>
                </c:pt>
                <c:pt idx="25151">
                  <c:v>0.29109953703300562</c:v>
                </c:pt>
                <c:pt idx="25152">
                  <c:v>0.29111111110978527</c:v>
                </c:pt>
                <c:pt idx="25153">
                  <c:v>0.29112268517928896</c:v>
                </c:pt>
                <c:pt idx="25154">
                  <c:v>0.29113425925606862</c:v>
                </c:pt>
                <c:pt idx="25155">
                  <c:v>0.29114583333284827</c:v>
                </c:pt>
                <c:pt idx="25156">
                  <c:v>0.29115740740235196</c:v>
                </c:pt>
                <c:pt idx="25157">
                  <c:v>0.29116898147913162</c:v>
                </c:pt>
                <c:pt idx="25158">
                  <c:v>0.29118055555591127</c:v>
                </c:pt>
                <c:pt idx="25159">
                  <c:v>0.29119212962541496</c:v>
                </c:pt>
                <c:pt idx="25160">
                  <c:v>0.29120370370219462</c:v>
                </c:pt>
                <c:pt idx="25161">
                  <c:v>0.29121527777897427</c:v>
                </c:pt>
                <c:pt idx="25162">
                  <c:v>0.29122685184847796</c:v>
                </c:pt>
                <c:pt idx="25163">
                  <c:v>0.29123842592525762</c:v>
                </c:pt>
                <c:pt idx="25164">
                  <c:v>0.29124999999476131</c:v>
                </c:pt>
                <c:pt idx="25165">
                  <c:v>0.29126157407154096</c:v>
                </c:pt>
                <c:pt idx="25166">
                  <c:v>0.29127314814832062</c:v>
                </c:pt>
                <c:pt idx="25167">
                  <c:v>0.29128472221782431</c:v>
                </c:pt>
                <c:pt idx="25168">
                  <c:v>0.29129629629460396</c:v>
                </c:pt>
                <c:pt idx="25169">
                  <c:v>0.29130787037138361</c:v>
                </c:pt>
                <c:pt idx="25170">
                  <c:v>0.29131944444088731</c:v>
                </c:pt>
                <c:pt idx="25171">
                  <c:v>0.29133101851766696</c:v>
                </c:pt>
                <c:pt idx="25172">
                  <c:v>0.29134259258717066</c:v>
                </c:pt>
                <c:pt idx="25173">
                  <c:v>0.29135416666395031</c:v>
                </c:pt>
                <c:pt idx="25174">
                  <c:v>0.29136574074072996</c:v>
                </c:pt>
                <c:pt idx="25175">
                  <c:v>0.29137731481023366</c:v>
                </c:pt>
                <c:pt idx="25176">
                  <c:v>0.29138888888701331</c:v>
                </c:pt>
                <c:pt idx="25177">
                  <c:v>0.29140046296379296</c:v>
                </c:pt>
                <c:pt idx="25178">
                  <c:v>0.29141203703329666</c:v>
                </c:pt>
                <c:pt idx="25179">
                  <c:v>0.29142361111007631</c:v>
                </c:pt>
                <c:pt idx="25180">
                  <c:v>0.29143518517958</c:v>
                </c:pt>
                <c:pt idx="25181">
                  <c:v>0.29144675925635966</c:v>
                </c:pt>
                <c:pt idx="25182">
                  <c:v>0.29145833333313931</c:v>
                </c:pt>
                <c:pt idx="25183">
                  <c:v>0.291469907402643</c:v>
                </c:pt>
                <c:pt idx="25184">
                  <c:v>0.29148148147942265</c:v>
                </c:pt>
                <c:pt idx="25185">
                  <c:v>0.29149305555620231</c:v>
                </c:pt>
                <c:pt idx="25186">
                  <c:v>0.291504629625706</c:v>
                </c:pt>
                <c:pt idx="25187">
                  <c:v>0.29151620370248565</c:v>
                </c:pt>
                <c:pt idx="25188">
                  <c:v>0.29152777777198935</c:v>
                </c:pt>
                <c:pt idx="25189">
                  <c:v>0.291539351848769</c:v>
                </c:pt>
                <c:pt idx="25190">
                  <c:v>0.29155092592554865</c:v>
                </c:pt>
                <c:pt idx="25191">
                  <c:v>0.29156249999505235</c:v>
                </c:pt>
                <c:pt idx="25192">
                  <c:v>0.291574074071832</c:v>
                </c:pt>
                <c:pt idx="25193">
                  <c:v>0.29158564814861165</c:v>
                </c:pt>
                <c:pt idx="25194">
                  <c:v>0.29159722221811535</c:v>
                </c:pt>
                <c:pt idx="25195">
                  <c:v>0.291608796294895</c:v>
                </c:pt>
                <c:pt idx="25196">
                  <c:v>0.29162037037167465</c:v>
                </c:pt>
                <c:pt idx="25197">
                  <c:v>0.29163194444117835</c:v>
                </c:pt>
                <c:pt idx="25198">
                  <c:v>0.291643518517958</c:v>
                </c:pt>
                <c:pt idx="25199">
                  <c:v>0.2916550925874617</c:v>
                </c:pt>
                <c:pt idx="25200">
                  <c:v>0.29166666666424135</c:v>
                </c:pt>
                <c:pt idx="25201">
                  <c:v>0.291678240741021</c:v>
                </c:pt>
                <c:pt idx="25202">
                  <c:v>0.29168981481052469</c:v>
                </c:pt>
                <c:pt idx="25203">
                  <c:v>0.29170138888730435</c:v>
                </c:pt>
                <c:pt idx="25204">
                  <c:v>0.291712962964084</c:v>
                </c:pt>
                <c:pt idx="25205">
                  <c:v>0.29172453703358769</c:v>
                </c:pt>
                <c:pt idx="25206">
                  <c:v>0.29173611111036735</c:v>
                </c:pt>
                <c:pt idx="25207">
                  <c:v>0.29174768517987104</c:v>
                </c:pt>
                <c:pt idx="25208">
                  <c:v>0.29175925925665069</c:v>
                </c:pt>
                <c:pt idx="25209">
                  <c:v>0.29177083333343035</c:v>
                </c:pt>
                <c:pt idx="25210">
                  <c:v>0.29178240740293404</c:v>
                </c:pt>
                <c:pt idx="25211">
                  <c:v>0.29179398147971369</c:v>
                </c:pt>
                <c:pt idx="25212">
                  <c:v>0.29180555555649335</c:v>
                </c:pt>
                <c:pt idx="25213">
                  <c:v>0.29181712962599704</c:v>
                </c:pt>
                <c:pt idx="25214">
                  <c:v>0.29182870370277669</c:v>
                </c:pt>
                <c:pt idx="25215">
                  <c:v>0.29184027777228039</c:v>
                </c:pt>
                <c:pt idx="25216">
                  <c:v>0.29185185184906004</c:v>
                </c:pt>
                <c:pt idx="25217">
                  <c:v>0.29186342592583969</c:v>
                </c:pt>
                <c:pt idx="25218">
                  <c:v>0.29187499999534339</c:v>
                </c:pt>
                <c:pt idx="25219">
                  <c:v>0.29188657407212304</c:v>
                </c:pt>
                <c:pt idx="25220">
                  <c:v>0.29189814814890269</c:v>
                </c:pt>
                <c:pt idx="25221">
                  <c:v>0.29190972221840639</c:v>
                </c:pt>
                <c:pt idx="25222">
                  <c:v>0.29192129629518604</c:v>
                </c:pt>
                <c:pt idx="25223">
                  <c:v>0.29193287036468973</c:v>
                </c:pt>
                <c:pt idx="25224">
                  <c:v>0.29194444444146939</c:v>
                </c:pt>
                <c:pt idx="25225">
                  <c:v>0.29195601851824904</c:v>
                </c:pt>
                <c:pt idx="25226">
                  <c:v>0.29196759258775273</c:v>
                </c:pt>
                <c:pt idx="25227">
                  <c:v>0.29197916666453239</c:v>
                </c:pt>
                <c:pt idx="25228">
                  <c:v>0.29199074074131204</c:v>
                </c:pt>
                <c:pt idx="25229">
                  <c:v>0.29200231481081573</c:v>
                </c:pt>
                <c:pt idx="25230">
                  <c:v>0.29201388888759539</c:v>
                </c:pt>
                <c:pt idx="25231">
                  <c:v>0.29202546295709908</c:v>
                </c:pt>
                <c:pt idx="25232">
                  <c:v>0.29203703703387873</c:v>
                </c:pt>
                <c:pt idx="25233">
                  <c:v>0.29204861111065838</c:v>
                </c:pt>
                <c:pt idx="25234">
                  <c:v>0.29206018518016208</c:v>
                </c:pt>
                <c:pt idx="25235">
                  <c:v>0.29207175925694173</c:v>
                </c:pt>
                <c:pt idx="25236">
                  <c:v>0.29208333333372138</c:v>
                </c:pt>
                <c:pt idx="25237">
                  <c:v>0.29209490740322508</c:v>
                </c:pt>
                <c:pt idx="25238">
                  <c:v>0.29210648148000473</c:v>
                </c:pt>
                <c:pt idx="25239">
                  <c:v>0.29211805555678438</c:v>
                </c:pt>
                <c:pt idx="25240">
                  <c:v>0.29212962962628808</c:v>
                </c:pt>
                <c:pt idx="25241">
                  <c:v>0.29214120370306773</c:v>
                </c:pt>
                <c:pt idx="25242">
                  <c:v>0.29215277777257143</c:v>
                </c:pt>
                <c:pt idx="25243">
                  <c:v>0.29216435184935108</c:v>
                </c:pt>
                <c:pt idx="25244">
                  <c:v>0.29217592592613073</c:v>
                </c:pt>
                <c:pt idx="25245">
                  <c:v>0.29218749999563443</c:v>
                </c:pt>
                <c:pt idx="25246">
                  <c:v>0.29219907407241408</c:v>
                </c:pt>
                <c:pt idx="25247">
                  <c:v>0.29221064814919373</c:v>
                </c:pt>
                <c:pt idx="25248">
                  <c:v>0.29222222221869742</c:v>
                </c:pt>
                <c:pt idx="25249">
                  <c:v>0.29223379629547708</c:v>
                </c:pt>
                <c:pt idx="25250">
                  <c:v>0.29224537036498077</c:v>
                </c:pt>
                <c:pt idx="25251">
                  <c:v>0.29225694444176042</c:v>
                </c:pt>
                <c:pt idx="25252">
                  <c:v>0.29226851851854008</c:v>
                </c:pt>
                <c:pt idx="25253">
                  <c:v>0.29228009258804377</c:v>
                </c:pt>
                <c:pt idx="25254">
                  <c:v>0.29229166666482342</c:v>
                </c:pt>
                <c:pt idx="25255">
                  <c:v>0.29230324074160308</c:v>
                </c:pt>
                <c:pt idx="25256">
                  <c:v>0.29231481481110677</c:v>
                </c:pt>
                <c:pt idx="25257">
                  <c:v>0.29232638888788642</c:v>
                </c:pt>
                <c:pt idx="25258">
                  <c:v>0.29233796295739012</c:v>
                </c:pt>
                <c:pt idx="25259">
                  <c:v>0.29234953703416977</c:v>
                </c:pt>
                <c:pt idx="25260">
                  <c:v>0.29236111111094942</c:v>
                </c:pt>
                <c:pt idx="25261">
                  <c:v>0.29237268518045312</c:v>
                </c:pt>
                <c:pt idx="25262">
                  <c:v>0.29238425925723277</c:v>
                </c:pt>
                <c:pt idx="25263">
                  <c:v>0.29239583333401242</c:v>
                </c:pt>
                <c:pt idx="25264">
                  <c:v>0.29240740740351612</c:v>
                </c:pt>
                <c:pt idx="25265">
                  <c:v>0.29241898148029577</c:v>
                </c:pt>
                <c:pt idx="25266">
                  <c:v>0.29243055554979946</c:v>
                </c:pt>
                <c:pt idx="25267">
                  <c:v>0.29244212962657912</c:v>
                </c:pt>
                <c:pt idx="25268">
                  <c:v>0.29245370370335877</c:v>
                </c:pt>
                <c:pt idx="25269">
                  <c:v>0.29246527777286246</c:v>
                </c:pt>
                <c:pt idx="25270">
                  <c:v>0.29247685184964212</c:v>
                </c:pt>
                <c:pt idx="25271">
                  <c:v>0.29248842592642177</c:v>
                </c:pt>
                <c:pt idx="25272">
                  <c:v>0.29249999999592546</c:v>
                </c:pt>
                <c:pt idx="25273">
                  <c:v>0.29251157407270512</c:v>
                </c:pt>
                <c:pt idx="25274">
                  <c:v>0.29252314814948477</c:v>
                </c:pt>
                <c:pt idx="25275">
                  <c:v>0.29253472221898846</c:v>
                </c:pt>
                <c:pt idx="25276">
                  <c:v>0.29254629629576812</c:v>
                </c:pt>
                <c:pt idx="25277">
                  <c:v>0.29255787036527181</c:v>
                </c:pt>
                <c:pt idx="25278">
                  <c:v>0.29256944444205146</c:v>
                </c:pt>
                <c:pt idx="25279">
                  <c:v>0.29258101851883112</c:v>
                </c:pt>
                <c:pt idx="25280">
                  <c:v>0.29259259258833481</c:v>
                </c:pt>
                <c:pt idx="25281">
                  <c:v>0.29260416666511446</c:v>
                </c:pt>
                <c:pt idx="25282">
                  <c:v>0.29261574074189411</c:v>
                </c:pt>
                <c:pt idx="25283">
                  <c:v>0.29262731481139781</c:v>
                </c:pt>
                <c:pt idx="25284">
                  <c:v>0.29263888888817746</c:v>
                </c:pt>
                <c:pt idx="25285">
                  <c:v>0.29265046295768116</c:v>
                </c:pt>
                <c:pt idx="25286">
                  <c:v>0.29266203703446081</c:v>
                </c:pt>
                <c:pt idx="25287">
                  <c:v>0.29267361111124046</c:v>
                </c:pt>
                <c:pt idx="25288">
                  <c:v>0.29268518518074416</c:v>
                </c:pt>
                <c:pt idx="25289">
                  <c:v>0.29269675925752381</c:v>
                </c:pt>
                <c:pt idx="25290">
                  <c:v>0.29270833333430346</c:v>
                </c:pt>
                <c:pt idx="25291">
                  <c:v>0.29271990740380716</c:v>
                </c:pt>
                <c:pt idx="25292">
                  <c:v>0.29273148148058681</c:v>
                </c:pt>
                <c:pt idx="25293">
                  <c:v>0.2927430555500905</c:v>
                </c:pt>
                <c:pt idx="25294">
                  <c:v>0.29275462962687016</c:v>
                </c:pt>
                <c:pt idx="25295">
                  <c:v>0.29276620370364981</c:v>
                </c:pt>
                <c:pt idx="25296">
                  <c:v>0.2927777777731535</c:v>
                </c:pt>
                <c:pt idx="25297">
                  <c:v>0.29278935184993315</c:v>
                </c:pt>
                <c:pt idx="25298">
                  <c:v>0.29280092592671281</c:v>
                </c:pt>
                <c:pt idx="25299">
                  <c:v>0.2928124999962165</c:v>
                </c:pt>
                <c:pt idx="25300">
                  <c:v>0.29282407407299615</c:v>
                </c:pt>
                <c:pt idx="25301">
                  <c:v>0.29283564814249985</c:v>
                </c:pt>
                <c:pt idx="25302">
                  <c:v>0.2928472222192795</c:v>
                </c:pt>
                <c:pt idx="25303">
                  <c:v>0.29285879629605915</c:v>
                </c:pt>
                <c:pt idx="25304">
                  <c:v>0.29287037036556285</c:v>
                </c:pt>
                <c:pt idx="25305">
                  <c:v>0.2928819444423425</c:v>
                </c:pt>
                <c:pt idx="25306">
                  <c:v>0.29289351851912215</c:v>
                </c:pt>
                <c:pt idx="25307">
                  <c:v>0.29290509258862585</c:v>
                </c:pt>
                <c:pt idx="25308">
                  <c:v>0.2929166666654055</c:v>
                </c:pt>
                <c:pt idx="25309">
                  <c:v>0.2929282407349092</c:v>
                </c:pt>
                <c:pt idx="25310">
                  <c:v>0.29293981481168885</c:v>
                </c:pt>
                <c:pt idx="25311">
                  <c:v>0.2929513888884685</c:v>
                </c:pt>
                <c:pt idx="25312">
                  <c:v>0.29296296295797219</c:v>
                </c:pt>
                <c:pt idx="25313">
                  <c:v>0.29297453703475185</c:v>
                </c:pt>
                <c:pt idx="25314">
                  <c:v>0.2929861111115315</c:v>
                </c:pt>
                <c:pt idx="25315">
                  <c:v>0.29299768518103519</c:v>
                </c:pt>
                <c:pt idx="25316">
                  <c:v>0.29300925925781485</c:v>
                </c:pt>
                <c:pt idx="25317">
                  <c:v>0.2930208333345945</c:v>
                </c:pt>
                <c:pt idx="25318">
                  <c:v>0.29303240740409819</c:v>
                </c:pt>
                <c:pt idx="25319">
                  <c:v>0.29304398148087785</c:v>
                </c:pt>
                <c:pt idx="25320">
                  <c:v>0.29305555555038154</c:v>
                </c:pt>
                <c:pt idx="25321">
                  <c:v>0.29306712962716119</c:v>
                </c:pt>
                <c:pt idx="25322">
                  <c:v>0.29307870370394085</c:v>
                </c:pt>
                <c:pt idx="25323">
                  <c:v>0.29309027777344454</c:v>
                </c:pt>
                <c:pt idx="25324">
                  <c:v>0.29310185185022419</c:v>
                </c:pt>
                <c:pt idx="25325">
                  <c:v>0.29311342592700385</c:v>
                </c:pt>
                <c:pt idx="25326">
                  <c:v>0.29312499999650754</c:v>
                </c:pt>
                <c:pt idx="25327">
                  <c:v>0.29313657407328719</c:v>
                </c:pt>
                <c:pt idx="25328">
                  <c:v>0.29314814814279089</c:v>
                </c:pt>
                <c:pt idx="25329">
                  <c:v>0.29315972221957054</c:v>
                </c:pt>
                <c:pt idx="25330">
                  <c:v>0.29317129629635019</c:v>
                </c:pt>
                <c:pt idx="25331">
                  <c:v>0.29318287036585389</c:v>
                </c:pt>
                <c:pt idx="25332">
                  <c:v>0.29319444444263354</c:v>
                </c:pt>
                <c:pt idx="25333">
                  <c:v>0.29320601851941319</c:v>
                </c:pt>
                <c:pt idx="25334">
                  <c:v>0.29321759258891689</c:v>
                </c:pt>
                <c:pt idx="25335">
                  <c:v>0.29322916666569654</c:v>
                </c:pt>
                <c:pt idx="25336">
                  <c:v>0.29324074073520023</c:v>
                </c:pt>
                <c:pt idx="25337">
                  <c:v>0.29325231481197989</c:v>
                </c:pt>
                <c:pt idx="25338">
                  <c:v>0.29326388888875954</c:v>
                </c:pt>
                <c:pt idx="25339">
                  <c:v>0.29327546295826323</c:v>
                </c:pt>
                <c:pt idx="25340">
                  <c:v>0.29328703703504289</c:v>
                </c:pt>
                <c:pt idx="25341">
                  <c:v>0.29329861111182254</c:v>
                </c:pt>
                <c:pt idx="25342">
                  <c:v>0.29331018518132623</c:v>
                </c:pt>
                <c:pt idx="25343">
                  <c:v>0.29332175925810589</c:v>
                </c:pt>
                <c:pt idx="25344">
                  <c:v>0.29333333332760958</c:v>
                </c:pt>
                <c:pt idx="25345">
                  <c:v>0.29334490740438923</c:v>
                </c:pt>
                <c:pt idx="25346">
                  <c:v>0.29335648148116888</c:v>
                </c:pt>
                <c:pt idx="25347">
                  <c:v>0.29336805555067258</c:v>
                </c:pt>
                <c:pt idx="25348">
                  <c:v>0.29337962962745223</c:v>
                </c:pt>
                <c:pt idx="25349">
                  <c:v>0.29339120370423188</c:v>
                </c:pt>
                <c:pt idx="25350">
                  <c:v>0.29340277777373558</c:v>
                </c:pt>
                <c:pt idx="25351">
                  <c:v>0.29341435185051523</c:v>
                </c:pt>
                <c:pt idx="25352">
                  <c:v>0.29342592592001893</c:v>
                </c:pt>
                <c:pt idx="25353">
                  <c:v>0.29343749999679858</c:v>
                </c:pt>
                <c:pt idx="25354">
                  <c:v>0.29344907407357823</c:v>
                </c:pt>
                <c:pt idx="25355">
                  <c:v>0.29346064814308193</c:v>
                </c:pt>
                <c:pt idx="25356">
                  <c:v>0.29347222221986158</c:v>
                </c:pt>
                <c:pt idx="25357">
                  <c:v>0.29348379629664123</c:v>
                </c:pt>
                <c:pt idx="25358">
                  <c:v>0.29349537036614493</c:v>
                </c:pt>
                <c:pt idx="25359">
                  <c:v>0.29350694444292458</c:v>
                </c:pt>
                <c:pt idx="25360">
                  <c:v>0.29351851851970423</c:v>
                </c:pt>
                <c:pt idx="25361">
                  <c:v>0.29353009258920792</c:v>
                </c:pt>
                <c:pt idx="25362">
                  <c:v>0.29354166666598758</c:v>
                </c:pt>
                <c:pt idx="25363">
                  <c:v>0.29355324073549127</c:v>
                </c:pt>
                <c:pt idx="25364">
                  <c:v>0.29356481481227092</c:v>
                </c:pt>
                <c:pt idx="25365">
                  <c:v>0.29357638888905058</c:v>
                </c:pt>
                <c:pt idx="25366">
                  <c:v>0.29358796295855427</c:v>
                </c:pt>
                <c:pt idx="25367">
                  <c:v>0.29359953703533392</c:v>
                </c:pt>
                <c:pt idx="25368">
                  <c:v>0.29361111111211358</c:v>
                </c:pt>
                <c:pt idx="25369">
                  <c:v>0.29362268518161727</c:v>
                </c:pt>
                <c:pt idx="25370">
                  <c:v>0.29363425925839692</c:v>
                </c:pt>
                <c:pt idx="25371">
                  <c:v>0.29364583332790062</c:v>
                </c:pt>
                <c:pt idx="25372">
                  <c:v>0.29365740740468027</c:v>
                </c:pt>
                <c:pt idx="25373">
                  <c:v>0.29366898148145992</c:v>
                </c:pt>
                <c:pt idx="25374">
                  <c:v>0.29368055555096362</c:v>
                </c:pt>
                <c:pt idx="25375">
                  <c:v>0.29369212962774327</c:v>
                </c:pt>
                <c:pt idx="25376">
                  <c:v>0.29370370370452292</c:v>
                </c:pt>
                <c:pt idx="25377">
                  <c:v>0.29371527777402662</c:v>
                </c:pt>
                <c:pt idx="25378">
                  <c:v>0.29372685185080627</c:v>
                </c:pt>
                <c:pt idx="25379">
                  <c:v>0.29373842592030996</c:v>
                </c:pt>
                <c:pt idx="25380">
                  <c:v>0.29374999999708962</c:v>
                </c:pt>
                <c:pt idx="25381">
                  <c:v>0.29376157407386927</c:v>
                </c:pt>
                <c:pt idx="25382">
                  <c:v>0.29377314814337296</c:v>
                </c:pt>
                <c:pt idx="25383">
                  <c:v>0.29378472222015262</c:v>
                </c:pt>
                <c:pt idx="25384">
                  <c:v>0.29379629629693227</c:v>
                </c:pt>
                <c:pt idx="25385">
                  <c:v>0.29380787036643596</c:v>
                </c:pt>
                <c:pt idx="25386">
                  <c:v>0.29381944444321562</c:v>
                </c:pt>
                <c:pt idx="25387">
                  <c:v>0.29383101851271931</c:v>
                </c:pt>
                <c:pt idx="25388">
                  <c:v>0.29384259258949896</c:v>
                </c:pt>
                <c:pt idx="25389">
                  <c:v>0.29385416666627862</c:v>
                </c:pt>
                <c:pt idx="25390">
                  <c:v>0.29386574073578231</c:v>
                </c:pt>
                <c:pt idx="25391">
                  <c:v>0.29387731481256196</c:v>
                </c:pt>
                <c:pt idx="25392">
                  <c:v>0.29388888888934162</c:v>
                </c:pt>
                <c:pt idx="25393">
                  <c:v>0.29390046295884531</c:v>
                </c:pt>
                <c:pt idx="25394">
                  <c:v>0.29391203703562496</c:v>
                </c:pt>
                <c:pt idx="25395">
                  <c:v>0.29392361111240461</c:v>
                </c:pt>
                <c:pt idx="25396">
                  <c:v>0.29393518518190831</c:v>
                </c:pt>
                <c:pt idx="25397">
                  <c:v>0.29394675925868796</c:v>
                </c:pt>
                <c:pt idx="25398">
                  <c:v>0.29395833332819166</c:v>
                </c:pt>
                <c:pt idx="25399">
                  <c:v>0.29396990740497131</c:v>
                </c:pt>
                <c:pt idx="25400">
                  <c:v>0.29398148148175096</c:v>
                </c:pt>
                <c:pt idx="25401">
                  <c:v>0.29399305555125466</c:v>
                </c:pt>
                <c:pt idx="25402">
                  <c:v>0.29400462962803431</c:v>
                </c:pt>
                <c:pt idx="25403">
                  <c:v>0.29401620370481396</c:v>
                </c:pt>
                <c:pt idx="25404">
                  <c:v>0.29402777777431766</c:v>
                </c:pt>
                <c:pt idx="25405">
                  <c:v>0.29403935185109731</c:v>
                </c:pt>
                <c:pt idx="25406">
                  <c:v>0.294050925920601</c:v>
                </c:pt>
                <c:pt idx="25407">
                  <c:v>0.29406249999738066</c:v>
                </c:pt>
                <c:pt idx="25408">
                  <c:v>0.29407407407416031</c:v>
                </c:pt>
                <c:pt idx="25409">
                  <c:v>0.294085648143664</c:v>
                </c:pt>
                <c:pt idx="25410">
                  <c:v>0.29409722222044365</c:v>
                </c:pt>
                <c:pt idx="25411">
                  <c:v>0.29410879629722331</c:v>
                </c:pt>
                <c:pt idx="25412">
                  <c:v>0.294120370366727</c:v>
                </c:pt>
                <c:pt idx="25413">
                  <c:v>0.29413194444350665</c:v>
                </c:pt>
                <c:pt idx="25414">
                  <c:v>0.29414351851301035</c:v>
                </c:pt>
                <c:pt idx="25415">
                  <c:v>0.29415509258979</c:v>
                </c:pt>
                <c:pt idx="25416">
                  <c:v>0.29416666666656965</c:v>
                </c:pt>
                <c:pt idx="25417">
                  <c:v>0.29417824073607335</c:v>
                </c:pt>
                <c:pt idx="25418">
                  <c:v>0.294189814812853</c:v>
                </c:pt>
                <c:pt idx="25419">
                  <c:v>0.29420138888963265</c:v>
                </c:pt>
                <c:pt idx="25420">
                  <c:v>0.29421296295913635</c:v>
                </c:pt>
                <c:pt idx="25421">
                  <c:v>0.294224537035916</c:v>
                </c:pt>
                <c:pt idx="25422">
                  <c:v>0.2942361111054197</c:v>
                </c:pt>
                <c:pt idx="25423">
                  <c:v>0.29424768518219935</c:v>
                </c:pt>
                <c:pt idx="25424">
                  <c:v>0.294259259258979</c:v>
                </c:pt>
                <c:pt idx="25425">
                  <c:v>0.29427083332848269</c:v>
                </c:pt>
                <c:pt idx="25426">
                  <c:v>0.29428240740526235</c:v>
                </c:pt>
                <c:pt idx="25427">
                  <c:v>0.294293981482042</c:v>
                </c:pt>
                <c:pt idx="25428">
                  <c:v>0.29430555555154569</c:v>
                </c:pt>
                <c:pt idx="25429">
                  <c:v>0.29431712962832535</c:v>
                </c:pt>
                <c:pt idx="25430">
                  <c:v>0.29432870369782904</c:v>
                </c:pt>
                <c:pt idx="25431">
                  <c:v>0.29434027777460869</c:v>
                </c:pt>
                <c:pt idx="25432">
                  <c:v>0.29435185185138835</c:v>
                </c:pt>
                <c:pt idx="25433">
                  <c:v>0.29436342592089204</c:v>
                </c:pt>
                <c:pt idx="25434">
                  <c:v>0.29437499999767169</c:v>
                </c:pt>
                <c:pt idx="25435">
                  <c:v>0.29438657407445135</c:v>
                </c:pt>
                <c:pt idx="25436">
                  <c:v>0.29439814814395504</c:v>
                </c:pt>
                <c:pt idx="25437">
                  <c:v>0.29440972222073469</c:v>
                </c:pt>
                <c:pt idx="25438">
                  <c:v>0.29442129629751435</c:v>
                </c:pt>
                <c:pt idx="25439">
                  <c:v>0.29443287036701804</c:v>
                </c:pt>
                <c:pt idx="25440">
                  <c:v>0.29444444444379769</c:v>
                </c:pt>
                <c:pt idx="25441">
                  <c:v>0.29445601851330139</c:v>
                </c:pt>
                <c:pt idx="25442">
                  <c:v>0.29446759259008104</c:v>
                </c:pt>
                <c:pt idx="25443">
                  <c:v>0.29447916666686069</c:v>
                </c:pt>
                <c:pt idx="25444">
                  <c:v>0.29449074073636439</c:v>
                </c:pt>
                <c:pt idx="25445">
                  <c:v>0.29450231481314404</c:v>
                </c:pt>
                <c:pt idx="25446">
                  <c:v>0.29451388888992369</c:v>
                </c:pt>
                <c:pt idx="25447">
                  <c:v>0.29452546295942739</c:v>
                </c:pt>
                <c:pt idx="25448">
                  <c:v>0.29453703703620704</c:v>
                </c:pt>
                <c:pt idx="25449">
                  <c:v>0.29454861110571073</c:v>
                </c:pt>
                <c:pt idx="25450">
                  <c:v>0.29456018518249039</c:v>
                </c:pt>
                <c:pt idx="25451">
                  <c:v>0.29457175925927004</c:v>
                </c:pt>
                <c:pt idx="25452">
                  <c:v>0.29458333332877373</c:v>
                </c:pt>
                <c:pt idx="25453">
                  <c:v>0.29459490740555339</c:v>
                </c:pt>
                <c:pt idx="25454">
                  <c:v>0.29460648148233304</c:v>
                </c:pt>
                <c:pt idx="25455">
                  <c:v>0.29461805555183673</c:v>
                </c:pt>
                <c:pt idx="25456">
                  <c:v>0.29462962962861639</c:v>
                </c:pt>
                <c:pt idx="25457">
                  <c:v>0.29464120369812008</c:v>
                </c:pt>
                <c:pt idx="25458">
                  <c:v>0.29465277777489973</c:v>
                </c:pt>
                <c:pt idx="25459">
                  <c:v>0.29466435185167938</c:v>
                </c:pt>
                <c:pt idx="25460">
                  <c:v>0.29467592592118308</c:v>
                </c:pt>
                <c:pt idx="25461">
                  <c:v>0.29468749999796273</c:v>
                </c:pt>
                <c:pt idx="25462">
                  <c:v>0.29469907407474238</c:v>
                </c:pt>
                <c:pt idx="25463">
                  <c:v>0.29471064814424608</c:v>
                </c:pt>
                <c:pt idx="25464">
                  <c:v>0.29472222222102573</c:v>
                </c:pt>
                <c:pt idx="25465">
                  <c:v>0.29473379629052943</c:v>
                </c:pt>
                <c:pt idx="25466">
                  <c:v>0.29474537036730908</c:v>
                </c:pt>
                <c:pt idx="25467">
                  <c:v>0.29475694444408873</c:v>
                </c:pt>
                <c:pt idx="25468">
                  <c:v>0.29476851851359243</c:v>
                </c:pt>
                <c:pt idx="25469">
                  <c:v>0.29478009259037208</c:v>
                </c:pt>
                <c:pt idx="25470">
                  <c:v>0.29479166666715173</c:v>
                </c:pt>
                <c:pt idx="25471">
                  <c:v>0.29480324073665543</c:v>
                </c:pt>
                <c:pt idx="25472">
                  <c:v>0.29481481481343508</c:v>
                </c:pt>
                <c:pt idx="25473">
                  <c:v>0.29482638889021473</c:v>
                </c:pt>
                <c:pt idx="25474">
                  <c:v>0.29483796295971842</c:v>
                </c:pt>
                <c:pt idx="25475">
                  <c:v>0.29484953703649808</c:v>
                </c:pt>
                <c:pt idx="25476">
                  <c:v>0.29486111110600177</c:v>
                </c:pt>
                <c:pt idx="25477">
                  <c:v>0.29487268518278142</c:v>
                </c:pt>
                <c:pt idx="25478">
                  <c:v>0.29488425925956108</c:v>
                </c:pt>
                <c:pt idx="25479">
                  <c:v>0.29489583332906477</c:v>
                </c:pt>
                <c:pt idx="25480">
                  <c:v>0.29490740740584442</c:v>
                </c:pt>
                <c:pt idx="25481">
                  <c:v>0.29491898148262408</c:v>
                </c:pt>
                <c:pt idx="25482">
                  <c:v>0.29493055555212777</c:v>
                </c:pt>
                <c:pt idx="25483">
                  <c:v>0.29494212962890742</c:v>
                </c:pt>
                <c:pt idx="25484">
                  <c:v>0.29495370369841112</c:v>
                </c:pt>
                <c:pt idx="25485">
                  <c:v>0.29496527777519077</c:v>
                </c:pt>
                <c:pt idx="25486">
                  <c:v>0.29497685185197042</c:v>
                </c:pt>
                <c:pt idx="25487">
                  <c:v>0.29498842592147412</c:v>
                </c:pt>
                <c:pt idx="25488">
                  <c:v>0.29499999999825377</c:v>
                </c:pt>
                <c:pt idx="25489">
                  <c:v>0.29501157407503342</c:v>
                </c:pt>
                <c:pt idx="25490">
                  <c:v>0.29502314814453712</c:v>
                </c:pt>
                <c:pt idx="25491">
                  <c:v>0.29503472222131677</c:v>
                </c:pt>
                <c:pt idx="25492">
                  <c:v>0.29504629629082046</c:v>
                </c:pt>
                <c:pt idx="25493">
                  <c:v>0.29505787036760012</c:v>
                </c:pt>
                <c:pt idx="25494">
                  <c:v>0.29506944444437977</c:v>
                </c:pt>
                <c:pt idx="25495">
                  <c:v>0.29508101851388346</c:v>
                </c:pt>
                <c:pt idx="25496">
                  <c:v>0.29509259259066312</c:v>
                </c:pt>
                <c:pt idx="25497">
                  <c:v>0.29510416666744277</c:v>
                </c:pt>
                <c:pt idx="25498">
                  <c:v>0.29511574073694646</c:v>
                </c:pt>
                <c:pt idx="25499">
                  <c:v>0.29512731481372612</c:v>
                </c:pt>
                <c:pt idx="25500">
                  <c:v>0.29513888888322981</c:v>
                </c:pt>
                <c:pt idx="25501">
                  <c:v>0.29515046296000946</c:v>
                </c:pt>
                <c:pt idx="25502">
                  <c:v>0.29516203703678912</c:v>
                </c:pt>
                <c:pt idx="25503">
                  <c:v>0.29517361110629281</c:v>
                </c:pt>
                <c:pt idx="25504">
                  <c:v>0.29518518518307246</c:v>
                </c:pt>
                <c:pt idx="25505">
                  <c:v>0.29519675925985212</c:v>
                </c:pt>
                <c:pt idx="25506">
                  <c:v>0.29520833332935581</c:v>
                </c:pt>
                <c:pt idx="25507">
                  <c:v>0.29521990740613546</c:v>
                </c:pt>
                <c:pt idx="25508">
                  <c:v>0.29523148147563916</c:v>
                </c:pt>
                <c:pt idx="25509">
                  <c:v>0.29524305555241881</c:v>
                </c:pt>
                <c:pt idx="25510">
                  <c:v>0.29525462962919846</c:v>
                </c:pt>
                <c:pt idx="25511">
                  <c:v>0.29526620369870216</c:v>
                </c:pt>
                <c:pt idx="25512">
                  <c:v>0.29527777777548181</c:v>
                </c:pt>
                <c:pt idx="25513">
                  <c:v>0.29528935185226146</c:v>
                </c:pt>
                <c:pt idx="25514">
                  <c:v>0.29530092592176516</c:v>
                </c:pt>
                <c:pt idx="25515">
                  <c:v>0.29531249999854481</c:v>
                </c:pt>
                <c:pt idx="25516">
                  <c:v>0.29532407407532446</c:v>
                </c:pt>
                <c:pt idx="25517">
                  <c:v>0.29533564814482816</c:v>
                </c:pt>
                <c:pt idx="25518">
                  <c:v>0.29534722222160781</c:v>
                </c:pt>
                <c:pt idx="25519">
                  <c:v>0.2953587962911115</c:v>
                </c:pt>
                <c:pt idx="25520">
                  <c:v>0.29537037036789116</c:v>
                </c:pt>
                <c:pt idx="25521">
                  <c:v>0.29538194444467081</c:v>
                </c:pt>
                <c:pt idx="25522">
                  <c:v>0.2953935185141745</c:v>
                </c:pt>
                <c:pt idx="25523">
                  <c:v>0.29540509259095415</c:v>
                </c:pt>
                <c:pt idx="25524">
                  <c:v>0.29541666666773381</c:v>
                </c:pt>
                <c:pt idx="25525">
                  <c:v>0.2954282407372375</c:v>
                </c:pt>
                <c:pt idx="25526">
                  <c:v>0.29543981481401715</c:v>
                </c:pt>
                <c:pt idx="25527">
                  <c:v>0.29545138888352085</c:v>
                </c:pt>
                <c:pt idx="25528">
                  <c:v>0.2954629629603005</c:v>
                </c:pt>
                <c:pt idx="25529">
                  <c:v>0.29547453703708015</c:v>
                </c:pt>
                <c:pt idx="25530">
                  <c:v>0.29548611110658385</c:v>
                </c:pt>
                <c:pt idx="25531">
                  <c:v>0.2954976851833635</c:v>
                </c:pt>
                <c:pt idx="25532">
                  <c:v>0.29550925926014315</c:v>
                </c:pt>
                <c:pt idx="25533">
                  <c:v>0.29552083332964685</c:v>
                </c:pt>
                <c:pt idx="25534">
                  <c:v>0.2955324074064265</c:v>
                </c:pt>
                <c:pt idx="25535">
                  <c:v>0.2955439814759302</c:v>
                </c:pt>
                <c:pt idx="25536">
                  <c:v>0.29555555555270985</c:v>
                </c:pt>
                <c:pt idx="25537">
                  <c:v>0.2955671296294895</c:v>
                </c:pt>
                <c:pt idx="25538">
                  <c:v>0.29557870369899319</c:v>
                </c:pt>
                <c:pt idx="25539">
                  <c:v>0.29559027777577285</c:v>
                </c:pt>
                <c:pt idx="25540">
                  <c:v>0.2956018518525525</c:v>
                </c:pt>
                <c:pt idx="25541">
                  <c:v>0.29561342592205619</c:v>
                </c:pt>
                <c:pt idx="25542">
                  <c:v>0.29562499999883585</c:v>
                </c:pt>
                <c:pt idx="25543">
                  <c:v>0.29563657406833954</c:v>
                </c:pt>
                <c:pt idx="25544">
                  <c:v>0.29564814814511919</c:v>
                </c:pt>
                <c:pt idx="25545">
                  <c:v>0.29565972222189885</c:v>
                </c:pt>
                <c:pt idx="25546">
                  <c:v>0.29567129629140254</c:v>
                </c:pt>
                <c:pt idx="25547">
                  <c:v>0.29568287036818219</c:v>
                </c:pt>
                <c:pt idx="25548">
                  <c:v>0.29569444444496185</c:v>
                </c:pt>
                <c:pt idx="25549">
                  <c:v>0.29570601851446554</c:v>
                </c:pt>
                <c:pt idx="25550">
                  <c:v>0.29571759259124519</c:v>
                </c:pt>
                <c:pt idx="25551">
                  <c:v>0.29572916666074889</c:v>
                </c:pt>
                <c:pt idx="25552">
                  <c:v>0.29574074073752854</c:v>
                </c:pt>
                <c:pt idx="25553">
                  <c:v>0.29575231481430819</c:v>
                </c:pt>
                <c:pt idx="25554">
                  <c:v>0.29576388888381189</c:v>
                </c:pt>
                <c:pt idx="25555">
                  <c:v>0.29577546296059154</c:v>
                </c:pt>
                <c:pt idx="25556">
                  <c:v>0.29578703703737119</c:v>
                </c:pt>
                <c:pt idx="25557">
                  <c:v>0.29579861110687489</c:v>
                </c:pt>
                <c:pt idx="25558">
                  <c:v>0.29581018518365454</c:v>
                </c:pt>
                <c:pt idx="25559">
                  <c:v>0.29582175926043419</c:v>
                </c:pt>
                <c:pt idx="25560">
                  <c:v>0.29583333332993789</c:v>
                </c:pt>
                <c:pt idx="25561">
                  <c:v>0.29584490740671754</c:v>
                </c:pt>
                <c:pt idx="25562">
                  <c:v>0.29585648147622123</c:v>
                </c:pt>
                <c:pt idx="25563">
                  <c:v>0.29586805555300089</c:v>
                </c:pt>
                <c:pt idx="25564">
                  <c:v>0.29587962962978054</c:v>
                </c:pt>
                <c:pt idx="25565">
                  <c:v>0.29589120369928423</c:v>
                </c:pt>
                <c:pt idx="25566">
                  <c:v>0.29590277777606389</c:v>
                </c:pt>
                <c:pt idx="25567">
                  <c:v>0.29591435185284354</c:v>
                </c:pt>
                <c:pt idx="25568">
                  <c:v>0.29592592592234723</c:v>
                </c:pt>
                <c:pt idx="25569">
                  <c:v>0.29593749999912689</c:v>
                </c:pt>
                <c:pt idx="25570">
                  <c:v>0.29594907406863058</c:v>
                </c:pt>
                <c:pt idx="25571">
                  <c:v>0.29596064814541023</c:v>
                </c:pt>
                <c:pt idx="25572">
                  <c:v>0.29597222222218988</c:v>
                </c:pt>
                <c:pt idx="25573">
                  <c:v>0.29598379629169358</c:v>
                </c:pt>
                <c:pt idx="25574">
                  <c:v>0.29599537036847323</c:v>
                </c:pt>
                <c:pt idx="25575">
                  <c:v>0.29600694444525288</c:v>
                </c:pt>
                <c:pt idx="25576">
                  <c:v>0.29601851851475658</c:v>
                </c:pt>
                <c:pt idx="25577">
                  <c:v>0.29603009259153623</c:v>
                </c:pt>
                <c:pt idx="25578">
                  <c:v>0.29604166666103993</c:v>
                </c:pt>
                <c:pt idx="25579">
                  <c:v>0.29605324073781958</c:v>
                </c:pt>
                <c:pt idx="25580">
                  <c:v>0.29606481481459923</c:v>
                </c:pt>
                <c:pt idx="25581">
                  <c:v>0.29607638888410293</c:v>
                </c:pt>
                <c:pt idx="25582">
                  <c:v>0.29608796296088258</c:v>
                </c:pt>
                <c:pt idx="25583">
                  <c:v>0.29609953703766223</c:v>
                </c:pt>
                <c:pt idx="25584">
                  <c:v>0.29611111110716593</c:v>
                </c:pt>
                <c:pt idx="25585">
                  <c:v>0.29612268518394558</c:v>
                </c:pt>
                <c:pt idx="25586">
                  <c:v>0.29613425925344927</c:v>
                </c:pt>
                <c:pt idx="25587">
                  <c:v>0.29614583333022892</c:v>
                </c:pt>
                <c:pt idx="25588">
                  <c:v>0.29615740740700858</c:v>
                </c:pt>
                <c:pt idx="25589">
                  <c:v>0.29616898147651227</c:v>
                </c:pt>
                <c:pt idx="25590">
                  <c:v>0.29618055555329192</c:v>
                </c:pt>
                <c:pt idx="25591">
                  <c:v>0.29619212963007158</c:v>
                </c:pt>
                <c:pt idx="25592">
                  <c:v>0.29620370369957527</c:v>
                </c:pt>
                <c:pt idx="25593">
                  <c:v>0.29621527777635492</c:v>
                </c:pt>
                <c:pt idx="25594">
                  <c:v>0.29622685185313458</c:v>
                </c:pt>
                <c:pt idx="25595">
                  <c:v>0.29623842592263827</c:v>
                </c:pt>
                <c:pt idx="25596">
                  <c:v>0.29624999999941792</c:v>
                </c:pt>
                <c:pt idx="25597">
                  <c:v>0.29626157406892162</c:v>
                </c:pt>
                <c:pt idx="25598">
                  <c:v>0.29627314814570127</c:v>
                </c:pt>
                <c:pt idx="25599">
                  <c:v>0.29628472222248092</c:v>
                </c:pt>
                <c:pt idx="25600">
                  <c:v>0.29629629629198462</c:v>
                </c:pt>
                <c:pt idx="25601">
                  <c:v>0.29630787036876427</c:v>
                </c:pt>
                <c:pt idx="25602">
                  <c:v>0.29631944444554392</c:v>
                </c:pt>
                <c:pt idx="25603">
                  <c:v>0.29633101851504762</c:v>
                </c:pt>
                <c:pt idx="25604">
                  <c:v>0.29634259259182727</c:v>
                </c:pt>
                <c:pt idx="25605">
                  <c:v>0.29635416666133096</c:v>
                </c:pt>
                <c:pt idx="25606">
                  <c:v>0.29636574073811062</c:v>
                </c:pt>
                <c:pt idx="25607">
                  <c:v>0.29637731481489027</c:v>
                </c:pt>
                <c:pt idx="25608">
                  <c:v>0.29638888888439396</c:v>
                </c:pt>
                <c:pt idx="25609">
                  <c:v>0.29640046296117362</c:v>
                </c:pt>
                <c:pt idx="25610">
                  <c:v>0.29641203703795327</c:v>
                </c:pt>
                <c:pt idx="25611">
                  <c:v>0.29642361110745696</c:v>
                </c:pt>
                <c:pt idx="25612">
                  <c:v>0.29643518518423662</c:v>
                </c:pt>
                <c:pt idx="25613">
                  <c:v>0.29644675925374031</c:v>
                </c:pt>
                <c:pt idx="25614">
                  <c:v>0.29645833333051996</c:v>
                </c:pt>
                <c:pt idx="25615">
                  <c:v>0.29646990740729962</c:v>
                </c:pt>
                <c:pt idx="25616">
                  <c:v>0.29648148147680331</c:v>
                </c:pt>
                <c:pt idx="25617">
                  <c:v>0.29649305555358296</c:v>
                </c:pt>
                <c:pt idx="25618">
                  <c:v>0.29650462963036261</c:v>
                </c:pt>
                <c:pt idx="25619">
                  <c:v>0.29651620369986631</c:v>
                </c:pt>
                <c:pt idx="25620">
                  <c:v>0.29652777777664596</c:v>
                </c:pt>
                <c:pt idx="25621">
                  <c:v>0.29653935184614966</c:v>
                </c:pt>
                <c:pt idx="25622">
                  <c:v>0.29655092592292931</c:v>
                </c:pt>
                <c:pt idx="25623">
                  <c:v>0.29656249999970896</c:v>
                </c:pt>
                <c:pt idx="25624">
                  <c:v>0.29657407406921266</c:v>
                </c:pt>
                <c:pt idx="25625">
                  <c:v>0.29658564814599231</c:v>
                </c:pt>
                <c:pt idx="25626">
                  <c:v>0.29659722222277196</c:v>
                </c:pt>
                <c:pt idx="25627">
                  <c:v>0.29660879629227566</c:v>
                </c:pt>
                <c:pt idx="25628">
                  <c:v>0.29662037036905531</c:v>
                </c:pt>
                <c:pt idx="25629">
                  <c:v>0.296631944438559</c:v>
                </c:pt>
                <c:pt idx="25630">
                  <c:v>0.29664351851533866</c:v>
                </c:pt>
                <c:pt idx="25631">
                  <c:v>0.29665509259211831</c:v>
                </c:pt>
                <c:pt idx="25632">
                  <c:v>0.296666666661622</c:v>
                </c:pt>
                <c:pt idx="25633">
                  <c:v>0.29667824073840166</c:v>
                </c:pt>
                <c:pt idx="25634">
                  <c:v>0.29668981481518131</c:v>
                </c:pt>
                <c:pt idx="25635">
                  <c:v>0.296701388884685</c:v>
                </c:pt>
                <c:pt idx="25636">
                  <c:v>0.29671296296146465</c:v>
                </c:pt>
                <c:pt idx="25637">
                  <c:v>0.29672453703824431</c:v>
                </c:pt>
                <c:pt idx="25638">
                  <c:v>0.296736111107748</c:v>
                </c:pt>
                <c:pt idx="25639">
                  <c:v>0.29674768518452765</c:v>
                </c:pt>
                <c:pt idx="25640">
                  <c:v>0.29675925925403135</c:v>
                </c:pt>
                <c:pt idx="25641">
                  <c:v>0.296770833330811</c:v>
                </c:pt>
                <c:pt idx="25642">
                  <c:v>0.29678240740759065</c:v>
                </c:pt>
                <c:pt idx="25643">
                  <c:v>0.29679398147709435</c:v>
                </c:pt>
                <c:pt idx="25644">
                  <c:v>0.296805555553874</c:v>
                </c:pt>
                <c:pt idx="25645">
                  <c:v>0.29681712963065365</c:v>
                </c:pt>
                <c:pt idx="25646">
                  <c:v>0.29682870370015735</c:v>
                </c:pt>
                <c:pt idx="25647">
                  <c:v>0.296840277776937</c:v>
                </c:pt>
                <c:pt idx="25648">
                  <c:v>0.2968518518464407</c:v>
                </c:pt>
                <c:pt idx="25649">
                  <c:v>0.29686342592322035</c:v>
                </c:pt>
                <c:pt idx="25650">
                  <c:v>0.296875</c:v>
                </c:pt>
                <c:pt idx="25651">
                  <c:v>0.29688657406950369</c:v>
                </c:pt>
                <c:pt idx="25652">
                  <c:v>0.29689814814628335</c:v>
                </c:pt>
                <c:pt idx="25653">
                  <c:v>0.296909722223063</c:v>
                </c:pt>
                <c:pt idx="25654">
                  <c:v>0.29692129629256669</c:v>
                </c:pt>
                <c:pt idx="25655">
                  <c:v>0.29693287036934635</c:v>
                </c:pt>
                <c:pt idx="25656">
                  <c:v>0.29694444443885004</c:v>
                </c:pt>
                <c:pt idx="25657">
                  <c:v>0.29695601851562969</c:v>
                </c:pt>
                <c:pt idx="25658">
                  <c:v>0.29696759259240935</c:v>
                </c:pt>
                <c:pt idx="25659">
                  <c:v>0.29697916666191304</c:v>
                </c:pt>
                <c:pt idx="25660">
                  <c:v>0.29699074073869269</c:v>
                </c:pt>
                <c:pt idx="25661">
                  <c:v>0.29700231481547235</c:v>
                </c:pt>
                <c:pt idx="25662">
                  <c:v>0.29701388888497604</c:v>
                </c:pt>
                <c:pt idx="25663">
                  <c:v>0.29702546296175569</c:v>
                </c:pt>
                <c:pt idx="25664">
                  <c:v>0.29703703703125939</c:v>
                </c:pt>
                <c:pt idx="25665">
                  <c:v>0.29704861110803904</c:v>
                </c:pt>
                <c:pt idx="25666">
                  <c:v>0.29706018518481869</c:v>
                </c:pt>
                <c:pt idx="25667">
                  <c:v>0.29707175925432239</c:v>
                </c:pt>
                <c:pt idx="25668">
                  <c:v>0.29708333333110204</c:v>
                </c:pt>
                <c:pt idx="25669">
                  <c:v>0.29709490740788169</c:v>
                </c:pt>
                <c:pt idx="25670">
                  <c:v>0.29710648147738539</c:v>
                </c:pt>
                <c:pt idx="25671">
                  <c:v>0.29711805555416504</c:v>
                </c:pt>
                <c:pt idx="25672">
                  <c:v>0.29712962963094469</c:v>
                </c:pt>
                <c:pt idx="25673">
                  <c:v>0.29714120370044839</c:v>
                </c:pt>
                <c:pt idx="25674">
                  <c:v>0.29715277777722804</c:v>
                </c:pt>
                <c:pt idx="25675">
                  <c:v>0.29716435184673173</c:v>
                </c:pt>
                <c:pt idx="25676">
                  <c:v>0.29717592592351139</c:v>
                </c:pt>
                <c:pt idx="25677">
                  <c:v>0.29718750000029104</c:v>
                </c:pt>
                <c:pt idx="25678">
                  <c:v>0.29719907406979473</c:v>
                </c:pt>
                <c:pt idx="25679">
                  <c:v>0.29721064814657439</c:v>
                </c:pt>
                <c:pt idx="25680">
                  <c:v>0.29722222222335404</c:v>
                </c:pt>
                <c:pt idx="25681">
                  <c:v>0.29723379629285773</c:v>
                </c:pt>
                <c:pt idx="25682">
                  <c:v>0.29724537036963739</c:v>
                </c:pt>
                <c:pt idx="25683">
                  <c:v>0.29725694443914108</c:v>
                </c:pt>
                <c:pt idx="25684">
                  <c:v>0.29726851851592073</c:v>
                </c:pt>
                <c:pt idx="25685">
                  <c:v>0.29728009259270038</c:v>
                </c:pt>
                <c:pt idx="25686">
                  <c:v>0.29729166666220408</c:v>
                </c:pt>
                <c:pt idx="25687">
                  <c:v>0.29730324073898373</c:v>
                </c:pt>
                <c:pt idx="25688">
                  <c:v>0.29731481481576338</c:v>
                </c:pt>
                <c:pt idx="25689">
                  <c:v>0.29732638888526708</c:v>
                </c:pt>
                <c:pt idx="25690">
                  <c:v>0.29733796296204673</c:v>
                </c:pt>
                <c:pt idx="25691">
                  <c:v>0.29734953703155043</c:v>
                </c:pt>
                <c:pt idx="25692">
                  <c:v>0.29736111110833008</c:v>
                </c:pt>
                <c:pt idx="25693">
                  <c:v>0.29737268518510973</c:v>
                </c:pt>
                <c:pt idx="25694">
                  <c:v>0.29738425925461343</c:v>
                </c:pt>
                <c:pt idx="25695">
                  <c:v>0.29739583333139308</c:v>
                </c:pt>
                <c:pt idx="25696">
                  <c:v>0.29740740740817273</c:v>
                </c:pt>
                <c:pt idx="25697">
                  <c:v>0.29741898147767643</c:v>
                </c:pt>
                <c:pt idx="25698">
                  <c:v>0.29743055555445608</c:v>
                </c:pt>
                <c:pt idx="25699">
                  <c:v>0.29744212962395977</c:v>
                </c:pt>
                <c:pt idx="25700">
                  <c:v>0.29745370370073942</c:v>
                </c:pt>
                <c:pt idx="25701">
                  <c:v>0.29746527777751908</c:v>
                </c:pt>
                <c:pt idx="25702">
                  <c:v>0.29747685184702277</c:v>
                </c:pt>
                <c:pt idx="25703">
                  <c:v>0.29748842592380242</c:v>
                </c:pt>
                <c:pt idx="25704">
                  <c:v>0.29750000000058208</c:v>
                </c:pt>
                <c:pt idx="25705">
                  <c:v>0.29751157407008577</c:v>
                </c:pt>
                <c:pt idx="25706">
                  <c:v>0.29752314814686542</c:v>
                </c:pt>
                <c:pt idx="25707">
                  <c:v>0.29753472221636912</c:v>
                </c:pt>
                <c:pt idx="25708">
                  <c:v>0.29754629629314877</c:v>
                </c:pt>
                <c:pt idx="25709">
                  <c:v>0.29755787036992842</c:v>
                </c:pt>
                <c:pt idx="25710">
                  <c:v>0.29756944443943212</c:v>
                </c:pt>
                <c:pt idx="25711">
                  <c:v>0.29758101851621177</c:v>
                </c:pt>
                <c:pt idx="25712">
                  <c:v>0.29759259259299142</c:v>
                </c:pt>
                <c:pt idx="25713">
                  <c:v>0.29760416666249512</c:v>
                </c:pt>
                <c:pt idx="25714">
                  <c:v>0.29761574073927477</c:v>
                </c:pt>
                <c:pt idx="25715">
                  <c:v>0.29762731481605442</c:v>
                </c:pt>
                <c:pt idx="25716">
                  <c:v>0.29763888888555812</c:v>
                </c:pt>
                <c:pt idx="25717">
                  <c:v>0.29765046296233777</c:v>
                </c:pt>
                <c:pt idx="25718">
                  <c:v>0.29766203703184146</c:v>
                </c:pt>
                <c:pt idx="25719">
                  <c:v>0.29767361110862112</c:v>
                </c:pt>
                <c:pt idx="25720">
                  <c:v>0.29768518518540077</c:v>
                </c:pt>
                <c:pt idx="25721">
                  <c:v>0.29769675925490446</c:v>
                </c:pt>
                <c:pt idx="25722">
                  <c:v>0.29770833333168412</c:v>
                </c:pt>
                <c:pt idx="25723">
                  <c:v>0.29771990740846377</c:v>
                </c:pt>
                <c:pt idx="25724">
                  <c:v>0.29773148147796746</c:v>
                </c:pt>
                <c:pt idx="25725">
                  <c:v>0.29774305555474712</c:v>
                </c:pt>
                <c:pt idx="25726">
                  <c:v>0.29775462962425081</c:v>
                </c:pt>
                <c:pt idx="25727">
                  <c:v>0.29776620370103046</c:v>
                </c:pt>
                <c:pt idx="25728">
                  <c:v>0.29777777777781012</c:v>
                </c:pt>
                <c:pt idx="25729">
                  <c:v>0.29778935184731381</c:v>
                </c:pt>
                <c:pt idx="25730">
                  <c:v>0.29780092592409346</c:v>
                </c:pt>
                <c:pt idx="25731">
                  <c:v>0.29781250000087311</c:v>
                </c:pt>
                <c:pt idx="25732">
                  <c:v>0.29782407407037681</c:v>
                </c:pt>
                <c:pt idx="25733">
                  <c:v>0.29783564814715646</c:v>
                </c:pt>
                <c:pt idx="25734">
                  <c:v>0.29784722221666016</c:v>
                </c:pt>
                <c:pt idx="25735">
                  <c:v>0.29785879629343981</c:v>
                </c:pt>
                <c:pt idx="25736">
                  <c:v>0.29787037037021946</c:v>
                </c:pt>
                <c:pt idx="25737">
                  <c:v>0.29788194443972316</c:v>
                </c:pt>
                <c:pt idx="25738">
                  <c:v>0.29789351851650281</c:v>
                </c:pt>
                <c:pt idx="25739">
                  <c:v>0.29790509259328246</c:v>
                </c:pt>
                <c:pt idx="25740">
                  <c:v>0.29791666666278616</c:v>
                </c:pt>
                <c:pt idx="25741">
                  <c:v>0.29792824073956581</c:v>
                </c:pt>
                <c:pt idx="25742">
                  <c:v>0.2979398148090695</c:v>
                </c:pt>
                <c:pt idx="25743">
                  <c:v>0.29795138888584916</c:v>
                </c:pt>
                <c:pt idx="25744">
                  <c:v>0.29796296296262881</c:v>
                </c:pt>
                <c:pt idx="25745">
                  <c:v>0.2979745370321325</c:v>
                </c:pt>
                <c:pt idx="25746">
                  <c:v>0.29798611110891216</c:v>
                </c:pt>
                <c:pt idx="25747">
                  <c:v>0.29799768518569181</c:v>
                </c:pt>
                <c:pt idx="25748">
                  <c:v>0.2980092592551955</c:v>
                </c:pt>
                <c:pt idx="25749">
                  <c:v>0.29802083333197515</c:v>
                </c:pt>
                <c:pt idx="25750">
                  <c:v>0.29803240740147885</c:v>
                </c:pt>
                <c:pt idx="25751">
                  <c:v>0.2980439814782585</c:v>
                </c:pt>
                <c:pt idx="25752">
                  <c:v>0.29805555555503815</c:v>
                </c:pt>
                <c:pt idx="25753">
                  <c:v>0.29806712962454185</c:v>
                </c:pt>
                <c:pt idx="25754">
                  <c:v>0.2980787037013215</c:v>
                </c:pt>
                <c:pt idx="25755">
                  <c:v>0.29809027777810115</c:v>
                </c:pt>
                <c:pt idx="25756">
                  <c:v>0.29810185184760485</c:v>
                </c:pt>
                <c:pt idx="25757">
                  <c:v>0.2981134259243845</c:v>
                </c:pt>
                <c:pt idx="25758">
                  <c:v>0.29812500000116415</c:v>
                </c:pt>
                <c:pt idx="25759">
                  <c:v>0.29813657407066785</c:v>
                </c:pt>
                <c:pt idx="25760">
                  <c:v>0.2981481481474475</c:v>
                </c:pt>
                <c:pt idx="25761">
                  <c:v>0.2981597222169512</c:v>
                </c:pt>
                <c:pt idx="25762">
                  <c:v>0.29817129629373085</c:v>
                </c:pt>
                <c:pt idx="25763">
                  <c:v>0.2981828703705105</c:v>
                </c:pt>
                <c:pt idx="25764">
                  <c:v>0.29819444444001419</c:v>
                </c:pt>
                <c:pt idx="25765">
                  <c:v>0.29820601851679385</c:v>
                </c:pt>
                <c:pt idx="25766">
                  <c:v>0.2982175925935735</c:v>
                </c:pt>
                <c:pt idx="25767">
                  <c:v>0.29822916666307719</c:v>
                </c:pt>
                <c:pt idx="25768">
                  <c:v>0.29824074073985685</c:v>
                </c:pt>
                <c:pt idx="25769">
                  <c:v>0.29825231480936054</c:v>
                </c:pt>
                <c:pt idx="25770">
                  <c:v>0.29826388888614019</c:v>
                </c:pt>
                <c:pt idx="25771">
                  <c:v>0.29827546296291985</c:v>
                </c:pt>
                <c:pt idx="25772">
                  <c:v>0.29828703703242354</c:v>
                </c:pt>
                <c:pt idx="25773">
                  <c:v>0.29829861110920319</c:v>
                </c:pt>
                <c:pt idx="25774">
                  <c:v>0.29831018518598285</c:v>
                </c:pt>
                <c:pt idx="25775">
                  <c:v>0.29832175925548654</c:v>
                </c:pt>
                <c:pt idx="25776">
                  <c:v>0.29833333333226619</c:v>
                </c:pt>
                <c:pt idx="25777">
                  <c:v>0.29834490740176989</c:v>
                </c:pt>
                <c:pt idx="25778">
                  <c:v>0.29835648147854954</c:v>
                </c:pt>
                <c:pt idx="25779">
                  <c:v>0.29836805555532919</c:v>
                </c:pt>
                <c:pt idx="25780">
                  <c:v>0.29837962962483289</c:v>
                </c:pt>
                <c:pt idx="25781">
                  <c:v>0.29839120370161254</c:v>
                </c:pt>
                <c:pt idx="25782">
                  <c:v>0.29840277777839219</c:v>
                </c:pt>
                <c:pt idx="25783">
                  <c:v>0.29841435184789589</c:v>
                </c:pt>
                <c:pt idx="25784">
                  <c:v>0.29842592592467554</c:v>
                </c:pt>
                <c:pt idx="25785">
                  <c:v>0.29843749999417923</c:v>
                </c:pt>
                <c:pt idx="25786">
                  <c:v>0.29844907407095889</c:v>
                </c:pt>
                <c:pt idx="25787">
                  <c:v>0.29846064814773854</c:v>
                </c:pt>
                <c:pt idx="25788">
                  <c:v>0.29847222221724223</c:v>
                </c:pt>
                <c:pt idx="25789">
                  <c:v>0.29848379629402189</c:v>
                </c:pt>
                <c:pt idx="25790">
                  <c:v>0.29849537037080154</c:v>
                </c:pt>
                <c:pt idx="25791">
                  <c:v>0.29850694444030523</c:v>
                </c:pt>
                <c:pt idx="25792">
                  <c:v>0.29851851851708489</c:v>
                </c:pt>
                <c:pt idx="25793">
                  <c:v>0.29853009259386454</c:v>
                </c:pt>
                <c:pt idx="25794">
                  <c:v>0.29854166666336823</c:v>
                </c:pt>
                <c:pt idx="25795">
                  <c:v>0.29855324074014788</c:v>
                </c:pt>
                <c:pt idx="25796">
                  <c:v>0.29856481480965158</c:v>
                </c:pt>
                <c:pt idx="25797">
                  <c:v>0.29857638888643123</c:v>
                </c:pt>
                <c:pt idx="25798">
                  <c:v>0.29858796296321088</c:v>
                </c:pt>
                <c:pt idx="25799">
                  <c:v>0.29859953703271458</c:v>
                </c:pt>
                <c:pt idx="25800">
                  <c:v>0.29861111110949423</c:v>
                </c:pt>
                <c:pt idx="25801">
                  <c:v>0.29862268518627388</c:v>
                </c:pt>
                <c:pt idx="25802">
                  <c:v>0.29863425925577758</c:v>
                </c:pt>
                <c:pt idx="25803">
                  <c:v>0.29864583333255723</c:v>
                </c:pt>
                <c:pt idx="25804">
                  <c:v>0.29865740740206093</c:v>
                </c:pt>
                <c:pt idx="25805">
                  <c:v>0.29866898147884058</c:v>
                </c:pt>
                <c:pt idx="25806">
                  <c:v>0.29868055555562023</c:v>
                </c:pt>
                <c:pt idx="25807">
                  <c:v>0.29869212962512393</c:v>
                </c:pt>
                <c:pt idx="25808">
                  <c:v>0.29870370370190358</c:v>
                </c:pt>
                <c:pt idx="25809">
                  <c:v>0.29871527777868323</c:v>
                </c:pt>
                <c:pt idx="25810">
                  <c:v>0.29872685184818693</c:v>
                </c:pt>
                <c:pt idx="25811">
                  <c:v>0.29873842592496658</c:v>
                </c:pt>
                <c:pt idx="25812">
                  <c:v>0.29874999999447027</c:v>
                </c:pt>
                <c:pt idx="25813">
                  <c:v>0.29876157407124992</c:v>
                </c:pt>
                <c:pt idx="25814">
                  <c:v>0.29877314814802958</c:v>
                </c:pt>
                <c:pt idx="25815">
                  <c:v>0.29878472221753327</c:v>
                </c:pt>
                <c:pt idx="25816">
                  <c:v>0.29879629629431292</c:v>
                </c:pt>
                <c:pt idx="25817">
                  <c:v>0.29880787037109258</c:v>
                </c:pt>
                <c:pt idx="25818">
                  <c:v>0.29881944444059627</c:v>
                </c:pt>
                <c:pt idx="25819">
                  <c:v>0.29883101851737592</c:v>
                </c:pt>
                <c:pt idx="25820">
                  <c:v>0.29884259258687962</c:v>
                </c:pt>
                <c:pt idx="25821">
                  <c:v>0.29885416666365927</c:v>
                </c:pt>
                <c:pt idx="25822">
                  <c:v>0.29886574074043892</c:v>
                </c:pt>
                <c:pt idx="25823">
                  <c:v>0.29887731480994262</c:v>
                </c:pt>
                <c:pt idx="25824">
                  <c:v>0.29888888888672227</c:v>
                </c:pt>
                <c:pt idx="25825">
                  <c:v>0.29890046296350192</c:v>
                </c:pt>
                <c:pt idx="25826">
                  <c:v>0.29891203703300562</c:v>
                </c:pt>
                <c:pt idx="25827">
                  <c:v>0.29892361110978527</c:v>
                </c:pt>
                <c:pt idx="25828">
                  <c:v>0.29893518517928896</c:v>
                </c:pt>
                <c:pt idx="25829">
                  <c:v>0.29894675925606862</c:v>
                </c:pt>
                <c:pt idx="25830">
                  <c:v>0.29895833333284827</c:v>
                </c:pt>
                <c:pt idx="25831">
                  <c:v>0.29896990740235196</c:v>
                </c:pt>
                <c:pt idx="25832">
                  <c:v>0.29898148147913162</c:v>
                </c:pt>
                <c:pt idx="25833">
                  <c:v>0.29899305555591127</c:v>
                </c:pt>
                <c:pt idx="25834">
                  <c:v>0.29900462962541496</c:v>
                </c:pt>
                <c:pt idx="25835">
                  <c:v>0.29901620370219462</c:v>
                </c:pt>
                <c:pt idx="25836">
                  <c:v>0.29902777777897427</c:v>
                </c:pt>
                <c:pt idx="25837">
                  <c:v>0.29903935184847796</c:v>
                </c:pt>
                <c:pt idx="25838">
                  <c:v>0.29905092592525762</c:v>
                </c:pt>
                <c:pt idx="25839">
                  <c:v>0.29906249999476131</c:v>
                </c:pt>
                <c:pt idx="25840">
                  <c:v>0.29907407407154096</c:v>
                </c:pt>
                <c:pt idx="25841">
                  <c:v>0.29908564814832062</c:v>
                </c:pt>
                <c:pt idx="25842">
                  <c:v>0.29909722221782431</c:v>
                </c:pt>
                <c:pt idx="25843">
                  <c:v>0.29910879629460396</c:v>
                </c:pt>
                <c:pt idx="25844">
                  <c:v>0.29912037037138361</c:v>
                </c:pt>
                <c:pt idx="25845">
                  <c:v>0.29913194444088731</c:v>
                </c:pt>
                <c:pt idx="25846">
                  <c:v>0.29914351851766696</c:v>
                </c:pt>
                <c:pt idx="25847">
                  <c:v>0.29915509258717066</c:v>
                </c:pt>
                <c:pt idx="25848">
                  <c:v>0.29916666666395031</c:v>
                </c:pt>
                <c:pt idx="25849">
                  <c:v>0.29917824074072996</c:v>
                </c:pt>
                <c:pt idx="25850">
                  <c:v>0.29918981481023366</c:v>
                </c:pt>
                <c:pt idx="25851">
                  <c:v>0.29920138888701331</c:v>
                </c:pt>
                <c:pt idx="25852">
                  <c:v>0.29921296296379296</c:v>
                </c:pt>
                <c:pt idx="25853">
                  <c:v>0.29922453703329666</c:v>
                </c:pt>
                <c:pt idx="25854">
                  <c:v>0.29923611111007631</c:v>
                </c:pt>
                <c:pt idx="25855">
                  <c:v>0.29924768517958</c:v>
                </c:pt>
                <c:pt idx="25856">
                  <c:v>0.29925925925635966</c:v>
                </c:pt>
                <c:pt idx="25857">
                  <c:v>0.29927083333313931</c:v>
                </c:pt>
                <c:pt idx="25858">
                  <c:v>0.299282407402643</c:v>
                </c:pt>
                <c:pt idx="25859">
                  <c:v>0.29929398147942265</c:v>
                </c:pt>
                <c:pt idx="25860">
                  <c:v>0.29930555555620231</c:v>
                </c:pt>
                <c:pt idx="25861">
                  <c:v>0.299317129625706</c:v>
                </c:pt>
                <c:pt idx="25862">
                  <c:v>0.29932870370248565</c:v>
                </c:pt>
                <c:pt idx="25863">
                  <c:v>0.29934027777198935</c:v>
                </c:pt>
                <c:pt idx="25864">
                  <c:v>0.299351851848769</c:v>
                </c:pt>
                <c:pt idx="25865">
                  <c:v>0.29936342592554865</c:v>
                </c:pt>
                <c:pt idx="25866">
                  <c:v>0.29937499999505235</c:v>
                </c:pt>
                <c:pt idx="25867">
                  <c:v>0.299386574071832</c:v>
                </c:pt>
                <c:pt idx="25868">
                  <c:v>0.29939814814861165</c:v>
                </c:pt>
                <c:pt idx="25869">
                  <c:v>0.29940972221811535</c:v>
                </c:pt>
                <c:pt idx="25870">
                  <c:v>0.299421296294895</c:v>
                </c:pt>
                <c:pt idx="25871">
                  <c:v>0.29943287037167465</c:v>
                </c:pt>
                <c:pt idx="25872">
                  <c:v>0.29944444444117835</c:v>
                </c:pt>
                <c:pt idx="25873">
                  <c:v>0.299456018517958</c:v>
                </c:pt>
                <c:pt idx="25874">
                  <c:v>0.2994675925874617</c:v>
                </c:pt>
                <c:pt idx="25875">
                  <c:v>0.29947916666424135</c:v>
                </c:pt>
                <c:pt idx="25876">
                  <c:v>0.299490740741021</c:v>
                </c:pt>
                <c:pt idx="25877">
                  <c:v>0.29950231481052469</c:v>
                </c:pt>
                <c:pt idx="25878">
                  <c:v>0.29951388888730435</c:v>
                </c:pt>
                <c:pt idx="25879">
                  <c:v>0.299525462964084</c:v>
                </c:pt>
                <c:pt idx="25880">
                  <c:v>0.29953703703358769</c:v>
                </c:pt>
                <c:pt idx="25881">
                  <c:v>0.29954861111036735</c:v>
                </c:pt>
                <c:pt idx="25882">
                  <c:v>0.29956018517987104</c:v>
                </c:pt>
                <c:pt idx="25883">
                  <c:v>0.29957175925665069</c:v>
                </c:pt>
                <c:pt idx="25884">
                  <c:v>0.29958333333343035</c:v>
                </c:pt>
                <c:pt idx="25885">
                  <c:v>0.29959490740293404</c:v>
                </c:pt>
                <c:pt idx="25886">
                  <c:v>0.29960648147971369</c:v>
                </c:pt>
                <c:pt idx="25887">
                  <c:v>0.29961805555649335</c:v>
                </c:pt>
                <c:pt idx="25888">
                  <c:v>0.29962962962599704</c:v>
                </c:pt>
                <c:pt idx="25889">
                  <c:v>0.29964120370277669</c:v>
                </c:pt>
                <c:pt idx="25890">
                  <c:v>0.29965277777228039</c:v>
                </c:pt>
                <c:pt idx="25891">
                  <c:v>0.29966435184906004</c:v>
                </c:pt>
                <c:pt idx="25892">
                  <c:v>0.29967592592583969</c:v>
                </c:pt>
                <c:pt idx="25893">
                  <c:v>0.29968749999534339</c:v>
                </c:pt>
                <c:pt idx="25894">
                  <c:v>0.29969907407212304</c:v>
                </c:pt>
                <c:pt idx="25895">
                  <c:v>0.29971064814890269</c:v>
                </c:pt>
                <c:pt idx="25896">
                  <c:v>0.29972222221840639</c:v>
                </c:pt>
                <c:pt idx="25897">
                  <c:v>0.29973379629518604</c:v>
                </c:pt>
                <c:pt idx="25898">
                  <c:v>0.29974537036468973</c:v>
                </c:pt>
                <c:pt idx="25899">
                  <c:v>0.29975694444146939</c:v>
                </c:pt>
                <c:pt idx="25900">
                  <c:v>0.29976851851824904</c:v>
                </c:pt>
                <c:pt idx="25901">
                  <c:v>0.29978009258775273</c:v>
                </c:pt>
                <c:pt idx="25902">
                  <c:v>0.29979166666453239</c:v>
                </c:pt>
                <c:pt idx="25903">
                  <c:v>0.29980324074131204</c:v>
                </c:pt>
                <c:pt idx="25904">
                  <c:v>0.29981481481081573</c:v>
                </c:pt>
                <c:pt idx="25905">
                  <c:v>0.29982638888759539</c:v>
                </c:pt>
                <c:pt idx="25906">
                  <c:v>0.29983796295709908</c:v>
                </c:pt>
                <c:pt idx="25907">
                  <c:v>0.29984953703387873</c:v>
                </c:pt>
                <c:pt idx="25908">
                  <c:v>0.29986111111065838</c:v>
                </c:pt>
                <c:pt idx="25909">
                  <c:v>0.29987268518016208</c:v>
                </c:pt>
                <c:pt idx="25910">
                  <c:v>0.29988425925694173</c:v>
                </c:pt>
                <c:pt idx="25911">
                  <c:v>0.29989583333372138</c:v>
                </c:pt>
                <c:pt idx="25912">
                  <c:v>0.29990740740322508</c:v>
                </c:pt>
                <c:pt idx="25913">
                  <c:v>0.29991898148000473</c:v>
                </c:pt>
                <c:pt idx="25914">
                  <c:v>0.29993055555678438</c:v>
                </c:pt>
                <c:pt idx="25915">
                  <c:v>0.29994212962628808</c:v>
                </c:pt>
                <c:pt idx="25916">
                  <c:v>0.29995370370306773</c:v>
                </c:pt>
                <c:pt idx="25917">
                  <c:v>0.29996527777257143</c:v>
                </c:pt>
                <c:pt idx="25918">
                  <c:v>0.29997685184935108</c:v>
                </c:pt>
                <c:pt idx="25919">
                  <c:v>0.29998842592613073</c:v>
                </c:pt>
                <c:pt idx="25920">
                  <c:v>0.29999999999563443</c:v>
                </c:pt>
                <c:pt idx="25921">
                  <c:v>0.30001157407241408</c:v>
                </c:pt>
                <c:pt idx="25922">
                  <c:v>0.30002314814919373</c:v>
                </c:pt>
                <c:pt idx="25923">
                  <c:v>0.30003472221869742</c:v>
                </c:pt>
                <c:pt idx="25924">
                  <c:v>0.30004629629547708</c:v>
                </c:pt>
                <c:pt idx="25925">
                  <c:v>0.30005787036498077</c:v>
                </c:pt>
                <c:pt idx="25926">
                  <c:v>0.30006944444176042</c:v>
                </c:pt>
                <c:pt idx="25927">
                  <c:v>0.30008101851854008</c:v>
                </c:pt>
                <c:pt idx="25928">
                  <c:v>0.30009259258804377</c:v>
                </c:pt>
                <c:pt idx="25929">
                  <c:v>0.30010416666482342</c:v>
                </c:pt>
                <c:pt idx="25930">
                  <c:v>0.30011574074160308</c:v>
                </c:pt>
                <c:pt idx="25931">
                  <c:v>0.30012731481110677</c:v>
                </c:pt>
                <c:pt idx="25932">
                  <c:v>0.30013888888788642</c:v>
                </c:pt>
                <c:pt idx="25933">
                  <c:v>0.30015046295739012</c:v>
                </c:pt>
                <c:pt idx="25934">
                  <c:v>0.30016203703416977</c:v>
                </c:pt>
                <c:pt idx="25935">
                  <c:v>0.30017361111094942</c:v>
                </c:pt>
                <c:pt idx="25936">
                  <c:v>0.30018518518045312</c:v>
                </c:pt>
                <c:pt idx="25937">
                  <c:v>0.30019675925723277</c:v>
                </c:pt>
                <c:pt idx="25938">
                  <c:v>0.30020833333401242</c:v>
                </c:pt>
                <c:pt idx="25939">
                  <c:v>0.30021990740351612</c:v>
                </c:pt>
                <c:pt idx="25940">
                  <c:v>0.30023148148029577</c:v>
                </c:pt>
                <c:pt idx="25941">
                  <c:v>0.30024305554979946</c:v>
                </c:pt>
                <c:pt idx="25942">
                  <c:v>0.30025462962657912</c:v>
                </c:pt>
                <c:pt idx="25943">
                  <c:v>0.30026620370335877</c:v>
                </c:pt>
                <c:pt idx="25944">
                  <c:v>0.30027777777286246</c:v>
                </c:pt>
                <c:pt idx="25945">
                  <c:v>0.30028935184964212</c:v>
                </c:pt>
                <c:pt idx="25946">
                  <c:v>0.30030092592642177</c:v>
                </c:pt>
                <c:pt idx="25947">
                  <c:v>0.30031249999592546</c:v>
                </c:pt>
                <c:pt idx="25948">
                  <c:v>0.30032407407270512</c:v>
                </c:pt>
                <c:pt idx="25949">
                  <c:v>0.30033564814948477</c:v>
                </c:pt>
                <c:pt idx="25950">
                  <c:v>0.30034722221898846</c:v>
                </c:pt>
                <c:pt idx="25951">
                  <c:v>0.30035879629576812</c:v>
                </c:pt>
                <c:pt idx="25952">
                  <c:v>0.30037037036527181</c:v>
                </c:pt>
                <c:pt idx="25953">
                  <c:v>0.30038194444205146</c:v>
                </c:pt>
                <c:pt idx="25954">
                  <c:v>0.30039351851883112</c:v>
                </c:pt>
                <c:pt idx="25955">
                  <c:v>0.30040509258833481</c:v>
                </c:pt>
                <c:pt idx="25956">
                  <c:v>0.30041666666511446</c:v>
                </c:pt>
                <c:pt idx="25957">
                  <c:v>0.30042824074189411</c:v>
                </c:pt>
                <c:pt idx="25958">
                  <c:v>0.30043981481139781</c:v>
                </c:pt>
                <c:pt idx="25959">
                  <c:v>0.30045138888817746</c:v>
                </c:pt>
                <c:pt idx="25960">
                  <c:v>0.30046296295768116</c:v>
                </c:pt>
                <c:pt idx="25961">
                  <c:v>0.30047453703446081</c:v>
                </c:pt>
                <c:pt idx="25962">
                  <c:v>0.30048611111124046</c:v>
                </c:pt>
                <c:pt idx="25963">
                  <c:v>0.30049768518074416</c:v>
                </c:pt>
                <c:pt idx="25964">
                  <c:v>0.30050925925752381</c:v>
                </c:pt>
                <c:pt idx="25965">
                  <c:v>0.30052083333430346</c:v>
                </c:pt>
                <c:pt idx="25966">
                  <c:v>0.30053240740380716</c:v>
                </c:pt>
                <c:pt idx="25967">
                  <c:v>0.30054398148058681</c:v>
                </c:pt>
                <c:pt idx="25968">
                  <c:v>0.3005555555500905</c:v>
                </c:pt>
                <c:pt idx="25969">
                  <c:v>0.30056712962687016</c:v>
                </c:pt>
                <c:pt idx="25970">
                  <c:v>0.30057870370364981</c:v>
                </c:pt>
                <c:pt idx="25971">
                  <c:v>0.3005902777731535</c:v>
                </c:pt>
                <c:pt idx="25972">
                  <c:v>0.30060185184993315</c:v>
                </c:pt>
                <c:pt idx="25973">
                  <c:v>0.30061342592671281</c:v>
                </c:pt>
                <c:pt idx="25974">
                  <c:v>0.3006249999962165</c:v>
                </c:pt>
                <c:pt idx="25975">
                  <c:v>0.30063657407299615</c:v>
                </c:pt>
                <c:pt idx="25976">
                  <c:v>0.30064814814249985</c:v>
                </c:pt>
                <c:pt idx="25977">
                  <c:v>0.3006597222192795</c:v>
                </c:pt>
                <c:pt idx="25978">
                  <c:v>0.30067129629605915</c:v>
                </c:pt>
                <c:pt idx="25979">
                  <c:v>0.30068287036556285</c:v>
                </c:pt>
                <c:pt idx="25980">
                  <c:v>0.3006944444423425</c:v>
                </c:pt>
                <c:pt idx="25981">
                  <c:v>0.30070601851912215</c:v>
                </c:pt>
                <c:pt idx="25982">
                  <c:v>0.30071759258862585</c:v>
                </c:pt>
                <c:pt idx="25983">
                  <c:v>0.3007291666654055</c:v>
                </c:pt>
                <c:pt idx="25984">
                  <c:v>0.3007407407349092</c:v>
                </c:pt>
                <c:pt idx="25985">
                  <c:v>0.30075231481168885</c:v>
                </c:pt>
                <c:pt idx="25986">
                  <c:v>0.3007638888884685</c:v>
                </c:pt>
                <c:pt idx="25987">
                  <c:v>0.30077546295797219</c:v>
                </c:pt>
                <c:pt idx="25988">
                  <c:v>0.30078703703475185</c:v>
                </c:pt>
                <c:pt idx="25989">
                  <c:v>0.3007986111115315</c:v>
                </c:pt>
                <c:pt idx="25990">
                  <c:v>0.30081018518103519</c:v>
                </c:pt>
                <c:pt idx="25991">
                  <c:v>0.30082175925781485</c:v>
                </c:pt>
                <c:pt idx="25992">
                  <c:v>0.3008333333345945</c:v>
                </c:pt>
                <c:pt idx="25993">
                  <c:v>0.30084490740409819</c:v>
                </c:pt>
                <c:pt idx="25994">
                  <c:v>0.30085648148087785</c:v>
                </c:pt>
                <c:pt idx="25995">
                  <c:v>0.30086805555038154</c:v>
                </c:pt>
                <c:pt idx="25996">
                  <c:v>0.30087962962716119</c:v>
                </c:pt>
                <c:pt idx="25997">
                  <c:v>0.30089120370394085</c:v>
                </c:pt>
                <c:pt idx="25998">
                  <c:v>0.30090277777344454</c:v>
                </c:pt>
                <c:pt idx="25999">
                  <c:v>0.30091435185022419</c:v>
                </c:pt>
                <c:pt idx="26000">
                  <c:v>0.30092592592700385</c:v>
                </c:pt>
                <c:pt idx="26001">
                  <c:v>0.30093749999650754</c:v>
                </c:pt>
                <c:pt idx="26002">
                  <c:v>0.30094907407328719</c:v>
                </c:pt>
                <c:pt idx="26003">
                  <c:v>0.30096064814279089</c:v>
                </c:pt>
                <c:pt idx="26004">
                  <c:v>0.30097222221957054</c:v>
                </c:pt>
                <c:pt idx="26005">
                  <c:v>0.30098379629635019</c:v>
                </c:pt>
                <c:pt idx="26006">
                  <c:v>0.30099537036585389</c:v>
                </c:pt>
                <c:pt idx="26007">
                  <c:v>0.30100694444263354</c:v>
                </c:pt>
                <c:pt idx="26008">
                  <c:v>0.30101851851941319</c:v>
                </c:pt>
                <c:pt idx="26009">
                  <c:v>0.30103009258891689</c:v>
                </c:pt>
                <c:pt idx="26010">
                  <c:v>0.30104166666569654</c:v>
                </c:pt>
                <c:pt idx="26011">
                  <c:v>0.30105324073520023</c:v>
                </c:pt>
                <c:pt idx="26012">
                  <c:v>0.30106481481197989</c:v>
                </c:pt>
                <c:pt idx="26013">
                  <c:v>0.30107638888875954</c:v>
                </c:pt>
                <c:pt idx="26014">
                  <c:v>0.30108796295826323</c:v>
                </c:pt>
                <c:pt idx="26015">
                  <c:v>0.30109953703504289</c:v>
                </c:pt>
                <c:pt idx="26016">
                  <c:v>0.30111111111182254</c:v>
                </c:pt>
                <c:pt idx="26017">
                  <c:v>0.30112268518132623</c:v>
                </c:pt>
                <c:pt idx="26018">
                  <c:v>0.30113425925810589</c:v>
                </c:pt>
                <c:pt idx="26019">
                  <c:v>0.30114583332760958</c:v>
                </c:pt>
                <c:pt idx="26020">
                  <c:v>0.30115740740438923</c:v>
                </c:pt>
                <c:pt idx="26021">
                  <c:v>0.30116898148116888</c:v>
                </c:pt>
                <c:pt idx="26022">
                  <c:v>0.30118055555067258</c:v>
                </c:pt>
                <c:pt idx="26023">
                  <c:v>0.30119212962745223</c:v>
                </c:pt>
                <c:pt idx="26024">
                  <c:v>0.30120370370423188</c:v>
                </c:pt>
                <c:pt idx="26025">
                  <c:v>0.30121527777373558</c:v>
                </c:pt>
                <c:pt idx="26026">
                  <c:v>0.30122685185051523</c:v>
                </c:pt>
                <c:pt idx="26027">
                  <c:v>0.30123842592001893</c:v>
                </c:pt>
                <c:pt idx="26028">
                  <c:v>0.30124999999679858</c:v>
                </c:pt>
                <c:pt idx="26029">
                  <c:v>0.30126157407357823</c:v>
                </c:pt>
                <c:pt idx="26030">
                  <c:v>0.30127314814308193</c:v>
                </c:pt>
                <c:pt idx="26031">
                  <c:v>0.30128472221986158</c:v>
                </c:pt>
                <c:pt idx="26032">
                  <c:v>0.30129629629664123</c:v>
                </c:pt>
                <c:pt idx="26033">
                  <c:v>0.30130787036614493</c:v>
                </c:pt>
                <c:pt idx="26034">
                  <c:v>0.30131944444292458</c:v>
                </c:pt>
                <c:pt idx="26035">
                  <c:v>0.30133101851970423</c:v>
                </c:pt>
                <c:pt idx="26036">
                  <c:v>0.30134259258920792</c:v>
                </c:pt>
                <c:pt idx="26037">
                  <c:v>0.30135416666598758</c:v>
                </c:pt>
                <c:pt idx="26038">
                  <c:v>0.30136574073549127</c:v>
                </c:pt>
                <c:pt idx="26039">
                  <c:v>0.30137731481227092</c:v>
                </c:pt>
                <c:pt idx="26040">
                  <c:v>0.30138888888905058</c:v>
                </c:pt>
                <c:pt idx="26041">
                  <c:v>0.30140046295855427</c:v>
                </c:pt>
                <c:pt idx="26042">
                  <c:v>0.30141203703533392</c:v>
                </c:pt>
                <c:pt idx="26043">
                  <c:v>0.30142361111211358</c:v>
                </c:pt>
                <c:pt idx="26044">
                  <c:v>0.30143518518161727</c:v>
                </c:pt>
                <c:pt idx="26045">
                  <c:v>0.30144675925839692</c:v>
                </c:pt>
                <c:pt idx="26046">
                  <c:v>0.30145833332790062</c:v>
                </c:pt>
                <c:pt idx="26047">
                  <c:v>0.30146990740468027</c:v>
                </c:pt>
                <c:pt idx="26048">
                  <c:v>0.30148148148145992</c:v>
                </c:pt>
                <c:pt idx="26049">
                  <c:v>0.30149305555096362</c:v>
                </c:pt>
                <c:pt idx="26050">
                  <c:v>0.30150462962774327</c:v>
                </c:pt>
                <c:pt idx="26051">
                  <c:v>0.30151620370452292</c:v>
                </c:pt>
                <c:pt idx="26052">
                  <c:v>0.30152777777402662</c:v>
                </c:pt>
                <c:pt idx="26053">
                  <c:v>0.30153935185080627</c:v>
                </c:pt>
                <c:pt idx="26054">
                  <c:v>0.30155092592030996</c:v>
                </c:pt>
                <c:pt idx="26055">
                  <c:v>0.30156249999708962</c:v>
                </c:pt>
                <c:pt idx="26056">
                  <c:v>0.30157407407386927</c:v>
                </c:pt>
                <c:pt idx="26057">
                  <c:v>0.30158564814337296</c:v>
                </c:pt>
                <c:pt idx="26058">
                  <c:v>0.30159722222015262</c:v>
                </c:pt>
                <c:pt idx="26059">
                  <c:v>0.30160879629693227</c:v>
                </c:pt>
                <c:pt idx="26060">
                  <c:v>0.30162037036643596</c:v>
                </c:pt>
                <c:pt idx="26061">
                  <c:v>0.30163194444321562</c:v>
                </c:pt>
                <c:pt idx="26062">
                  <c:v>0.30164351851271931</c:v>
                </c:pt>
                <c:pt idx="26063">
                  <c:v>0.30165509258949896</c:v>
                </c:pt>
                <c:pt idx="26064">
                  <c:v>0.30166666666627862</c:v>
                </c:pt>
                <c:pt idx="26065">
                  <c:v>0.30167824073578231</c:v>
                </c:pt>
                <c:pt idx="26066">
                  <c:v>0.30168981481256196</c:v>
                </c:pt>
                <c:pt idx="26067">
                  <c:v>0.30170138888934162</c:v>
                </c:pt>
                <c:pt idx="26068">
                  <c:v>0.30171296295884531</c:v>
                </c:pt>
                <c:pt idx="26069">
                  <c:v>0.30172453703562496</c:v>
                </c:pt>
                <c:pt idx="26070">
                  <c:v>0.30173611111240461</c:v>
                </c:pt>
                <c:pt idx="26071">
                  <c:v>0.30174768518190831</c:v>
                </c:pt>
                <c:pt idx="26072">
                  <c:v>0.30175925925868796</c:v>
                </c:pt>
                <c:pt idx="26073">
                  <c:v>0.30177083332819166</c:v>
                </c:pt>
                <c:pt idx="26074">
                  <c:v>0.30178240740497131</c:v>
                </c:pt>
                <c:pt idx="26075">
                  <c:v>0.30179398148175096</c:v>
                </c:pt>
                <c:pt idx="26076">
                  <c:v>0.30180555555125466</c:v>
                </c:pt>
                <c:pt idx="26077">
                  <c:v>0.30181712962803431</c:v>
                </c:pt>
                <c:pt idx="26078">
                  <c:v>0.30182870370481396</c:v>
                </c:pt>
                <c:pt idx="26079">
                  <c:v>0.30184027777431766</c:v>
                </c:pt>
                <c:pt idx="26080">
                  <c:v>0.30185185185109731</c:v>
                </c:pt>
                <c:pt idx="26081">
                  <c:v>0.301863425920601</c:v>
                </c:pt>
                <c:pt idx="26082">
                  <c:v>0.30187499999738066</c:v>
                </c:pt>
                <c:pt idx="26083">
                  <c:v>0.30188657407416031</c:v>
                </c:pt>
                <c:pt idx="26084">
                  <c:v>0.301898148143664</c:v>
                </c:pt>
                <c:pt idx="26085">
                  <c:v>0.30190972222044365</c:v>
                </c:pt>
                <c:pt idx="26086">
                  <c:v>0.30192129629722331</c:v>
                </c:pt>
                <c:pt idx="26087">
                  <c:v>0.301932870366727</c:v>
                </c:pt>
                <c:pt idx="26088">
                  <c:v>0.30194444444350665</c:v>
                </c:pt>
                <c:pt idx="26089">
                  <c:v>0.30195601851301035</c:v>
                </c:pt>
                <c:pt idx="26090">
                  <c:v>0.30196759258979</c:v>
                </c:pt>
                <c:pt idx="26091">
                  <c:v>0.30197916666656965</c:v>
                </c:pt>
                <c:pt idx="26092">
                  <c:v>0.30199074073607335</c:v>
                </c:pt>
                <c:pt idx="26093">
                  <c:v>0.302002314812853</c:v>
                </c:pt>
                <c:pt idx="26094">
                  <c:v>0.30201388888963265</c:v>
                </c:pt>
                <c:pt idx="26095">
                  <c:v>0.30202546295913635</c:v>
                </c:pt>
                <c:pt idx="26096">
                  <c:v>0.302037037035916</c:v>
                </c:pt>
                <c:pt idx="26097">
                  <c:v>0.3020486111054197</c:v>
                </c:pt>
                <c:pt idx="26098">
                  <c:v>0.30206018518219935</c:v>
                </c:pt>
                <c:pt idx="26099">
                  <c:v>0.302071759258979</c:v>
                </c:pt>
                <c:pt idx="26100">
                  <c:v>0.30208333332848269</c:v>
                </c:pt>
                <c:pt idx="26101">
                  <c:v>0.30209490740526235</c:v>
                </c:pt>
                <c:pt idx="26102">
                  <c:v>0.302106481482042</c:v>
                </c:pt>
                <c:pt idx="26103">
                  <c:v>0.30211805555154569</c:v>
                </c:pt>
                <c:pt idx="26104">
                  <c:v>0.30212962962832535</c:v>
                </c:pt>
                <c:pt idx="26105">
                  <c:v>0.30214120369782904</c:v>
                </c:pt>
                <c:pt idx="26106">
                  <c:v>0.30215277777460869</c:v>
                </c:pt>
                <c:pt idx="26107">
                  <c:v>0.30216435185138835</c:v>
                </c:pt>
                <c:pt idx="26108">
                  <c:v>0.30217592592089204</c:v>
                </c:pt>
                <c:pt idx="26109">
                  <c:v>0.30218749999767169</c:v>
                </c:pt>
                <c:pt idx="26110">
                  <c:v>0.30219907407445135</c:v>
                </c:pt>
                <c:pt idx="26111">
                  <c:v>0.30221064814395504</c:v>
                </c:pt>
                <c:pt idx="26112">
                  <c:v>0.30222222222073469</c:v>
                </c:pt>
                <c:pt idx="26113">
                  <c:v>0.30223379629751435</c:v>
                </c:pt>
                <c:pt idx="26114">
                  <c:v>0.30224537036701804</c:v>
                </c:pt>
                <c:pt idx="26115">
                  <c:v>0.30225694444379769</c:v>
                </c:pt>
                <c:pt idx="26116">
                  <c:v>0.30226851851330139</c:v>
                </c:pt>
                <c:pt idx="26117">
                  <c:v>0.30228009259008104</c:v>
                </c:pt>
                <c:pt idx="26118">
                  <c:v>0.30229166666686069</c:v>
                </c:pt>
                <c:pt idx="26119">
                  <c:v>0.30230324073636439</c:v>
                </c:pt>
                <c:pt idx="26120">
                  <c:v>0.30231481481314404</c:v>
                </c:pt>
                <c:pt idx="26121">
                  <c:v>0.30232638888992369</c:v>
                </c:pt>
                <c:pt idx="26122">
                  <c:v>0.30233796295942739</c:v>
                </c:pt>
                <c:pt idx="26123">
                  <c:v>0.30234953703620704</c:v>
                </c:pt>
                <c:pt idx="26124">
                  <c:v>0.30236111110571073</c:v>
                </c:pt>
                <c:pt idx="26125">
                  <c:v>0.30237268518249039</c:v>
                </c:pt>
                <c:pt idx="26126">
                  <c:v>0.30238425925927004</c:v>
                </c:pt>
                <c:pt idx="26127">
                  <c:v>0.30239583332877373</c:v>
                </c:pt>
                <c:pt idx="26128">
                  <c:v>0.30240740740555339</c:v>
                </c:pt>
                <c:pt idx="26129">
                  <c:v>0.30241898148233304</c:v>
                </c:pt>
                <c:pt idx="26130">
                  <c:v>0.30243055555183673</c:v>
                </c:pt>
                <c:pt idx="26131">
                  <c:v>0.30244212962861639</c:v>
                </c:pt>
                <c:pt idx="26132">
                  <c:v>0.30245370369812008</c:v>
                </c:pt>
                <c:pt idx="26133">
                  <c:v>0.30246527777489973</c:v>
                </c:pt>
                <c:pt idx="26134">
                  <c:v>0.30247685185167938</c:v>
                </c:pt>
                <c:pt idx="26135">
                  <c:v>0.30248842592118308</c:v>
                </c:pt>
                <c:pt idx="26136">
                  <c:v>0.30249999999796273</c:v>
                </c:pt>
                <c:pt idx="26137">
                  <c:v>0.30251157407474238</c:v>
                </c:pt>
                <c:pt idx="26138">
                  <c:v>0.30252314814424608</c:v>
                </c:pt>
                <c:pt idx="26139">
                  <c:v>0.30253472222102573</c:v>
                </c:pt>
                <c:pt idx="26140">
                  <c:v>0.30254629629052943</c:v>
                </c:pt>
                <c:pt idx="26141">
                  <c:v>0.30255787036730908</c:v>
                </c:pt>
                <c:pt idx="26142">
                  <c:v>0.30256944444408873</c:v>
                </c:pt>
                <c:pt idx="26143">
                  <c:v>0.30258101851359243</c:v>
                </c:pt>
                <c:pt idx="26144">
                  <c:v>0.30259259259037208</c:v>
                </c:pt>
                <c:pt idx="26145">
                  <c:v>0.30260416666715173</c:v>
                </c:pt>
                <c:pt idx="26146">
                  <c:v>0.30261574073665543</c:v>
                </c:pt>
                <c:pt idx="26147">
                  <c:v>0.30262731481343508</c:v>
                </c:pt>
                <c:pt idx="26148">
                  <c:v>0.30263888889021473</c:v>
                </c:pt>
                <c:pt idx="26149">
                  <c:v>0.30265046295971842</c:v>
                </c:pt>
                <c:pt idx="26150">
                  <c:v>0.30266203703649808</c:v>
                </c:pt>
                <c:pt idx="26151">
                  <c:v>0.30267361110600177</c:v>
                </c:pt>
                <c:pt idx="26152">
                  <c:v>0.30268518518278142</c:v>
                </c:pt>
                <c:pt idx="26153">
                  <c:v>0.30269675925956108</c:v>
                </c:pt>
                <c:pt idx="26154">
                  <c:v>0.30270833332906477</c:v>
                </c:pt>
                <c:pt idx="26155">
                  <c:v>0.30271990740584442</c:v>
                </c:pt>
                <c:pt idx="26156">
                  <c:v>0.30273148148262408</c:v>
                </c:pt>
                <c:pt idx="26157">
                  <c:v>0.30274305555212777</c:v>
                </c:pt>
                <c:pt idx="26158">
                  <c:v>0.30275462962890742</c:v>
                </c:pt>
                <c:pt idx="26159">
                  <c:v>0.30276620369841112</c:v>
                </c:pt>
                <c:pt idx="26160">
                  <c:v>0.30277777777519077</c:v>
                </c:pt>
                <c:pt idx="26161">
                  <c:v>0.30278935185197042</c:v>
                </c:pt>
                <c:pt idx="26162">
                  <c:v>0.30280092592147412</c:v>
                </c:pt>
                <c:pt idx="26163">
                  <c:v>0.30281249999825377</c:v>
                </c:pt>
                <c:pt idx="26164">
                  <c:v>0.30282407407503342</c:v>
                </c:pt>
                <c:pt idx="26165">
                  <c:v>0.30283564814453712</c:v>
                </c:pt>
                <c:pt idx="26166">
                  <c:v>0.30284722222131677</c:v>
                </c:pt>
                <c:pt idx="26167">
                  <c:v>0.30285879629082046</c:v>
                </c:pt>
                <c:pt idx="26168">
                  <c:v>0.30287037036760012</c:v>
                </c:pt>
                <c:pt idx="26169">
                  <c:v>0.30288194444437977</c:v>
                </c:pt>
                <c:pt idx="26170">
                  <c:v>0.30289351851388346</c:v>
                </c:pt>
                <c:pt idx="26171">
                  <c:v>0.30290509259066312</c:v>
                </c:pt>
                <c:pt idx="26172">
                  <c:v>0.30291666666744277</c:v>
                </c:pt>
                <c:pt idx="26173">
                  <c:v>0.30292824073694646</c:v>
                </c:pt>
                <c:pt idx="26174">
                  <c:v>0.30293981481372612</c:v>
                </c:pt>
                <c:pt idx="26175">
                  <c:v>0.30295138888322981</c:v>
                </c:pt>
                <c:pt idx="26176">
                  <c:v>0.30296296296000946</c:v>
                </c:pt>
                <c:pt idx="26177">
                  <c:v>0.30297453703678912</c:v>
                </c:pt>
                <c:pt idx="26178">
                  <c:v>0.30298611110629281</c:v>
                </c:pt>
                <c:pt idx="26179">
                  <c:v>0.30299768518307246</c:v>
                </c:pt>
                <c:pt idx="26180">
                  <c:v>0.30300925925985212</c:v>
                </c:pt>
                <c:pt idx="26181">
                  <c:v>0.30302083332935581</c:v>
                </c:pt>
                <c:pt idx="26182">
                  <c:v>0.30303240740613546</c:v>
                </c:pt>
                <c:pt idx="26183">
                  <c:v>0.30304398147563916</c:v>
                </c:pt>
                <c:pt idx="26184">
                  <c:v>0.30305555555241881</c:v>
                </c:pt>
                <c:pt idx="26185">
                  <c:v>0.30306712962919846</c:v>
                </c:pt>
                <c:pt idx="26186">
                  <c:v>0.30307870369870216</c:v>
                </c:pt>
                <c:pt idx="26187">
                  <c:v>0.30309027777548181</c:v>
                </c:pt>
                <c:pt idx="26188">
                  <c:v>0.30310185185226146</c:v>
                </c:pt>
                <c:pt idx="26189">
                  <c:v>0.30311342592176516</c:v>
                </c:pt>
                <c:pt idx="26190">
                  <c:v>0.30312499999854481</c:v>
                </c:pt>
                <c:pt idx="26191">
                  <c:v>0.30313657407532446</c:v>
                </c:pt>
                <c:pt idx="26192">
                  <c:v>0.30314814814482816</c:v>
                </c:pt>
                <c:pt idx="26193">
                  <c:v>0.30315972222160781</c:v>
                </c:pt>
                <c:pt idx="26194">
                  <c:v>0.3031712962911115</c:v>
                </c:pt>
                <c:pt idx="26195">
                  <c:v>0.30318287036789116</c:v>
                </c:pt>
                <c:pt idx="26196">
                  <c:v>0.30319444444467081</c:v>
                </c:pt>
                <c:pt idx="26197">
                  <c:v>0.3032060185141745</c:v>
                </c:pt>
                <c:pt idx="26198">
                  <c:v>0.30321759259095415</c:v>
                </c:pt>
                <c:pt idx="26199">
                  <c:v>0.30322916666773381</c:v>
                </c:pt>
                <c:pt idx="26200">
                  <c:v>0.3032407407372375</c:v>
                </c:pt>
                <c:pt idx="26201">
                  <c:v>0.30325231481401715</c:v>
                </c:pt>
                <c:pt idx="26202">
                  <c:v>0.30326388888352085</c:v>
                </c:pt>
                <c:pt idx="26203">
                  <c:v>0.3032754629603005</c:v>
                </c:pt>
                <c:pt idx="26204">
                  <c:v>0.30328703703708015</c:v>
                </c:pt>
                <c:pt idx="26205">
                  <c:v>0.30329861110658385</c:v>
                </c:pt>
                <c:pt idx="26206">
                  <c:v>0.3033101851833635</c:v>
                </c:pt>
                <c:pt idx="26207">
                  <c:v>0.30332175926014315</c:v>
                </c:pt>
                <c:pt idx="26208">
                  <c:v>0.30333333332964685</c:v>
                </c:pt>
                <c:pt idx="26209">
                  <c:v>0.3033449074064265</c:v>
                </c:pt>
                <c:pt idx="26210">
                  <c:v>0.3033564814759302</c:v>
                </c:pt>
                <c:pt idx="26211">
                  <c:v>0.30336805555270985</c:v>
                </c:pt>
                <c:pt idx="26212">
                  <c:v>0.3033796296294895</c:v>
                </c:pt>
                <c:pt idx="26213">
                  <c:v>0.30339120369899319</c:v>
                </c:pt>
                <c:pt idx="26214">
                  <c:v>0.30340277777577285</c:v>
                </c:pt>
                <c:pt idx="26215">
                  <c:v>0.3034143518525525</c:v>
                </c:pt>
                <c:pt idx="26216">
                  <c:v>0.30342592592205619</c:v>
                </c:pt>
                <c:pt idx="26217">
                  <c:v>0.30343749999883585</c:v>
                </c:pt>
                <c:pt idx="26218">
                  <c:v>0.30344907406833954</c:v>
                </c:pt>
                <c:pt idx="26219">
                  <c:v>0.30346064814511919</c:v>
                </c:pt>
                <c:pt idx="26220">
                  <c:v>0.30347222222189885</c:v>
                </c:pt>
                <c:pt idx="26221">
                  <c:v>0.30348379629140254</c:v>
                </c:pt>
                <c:pt idx="26222">
                  <c:v>0.30349537036818219</c:v>
                </c:pt>
                <c:pt idx="26223">
                  <c:v>0.30350694444496185</c:v>
                </c:pt>
                <c:pt idx="26224">
                  <c:v>0.30351851851446554</c:v>
                </c:pt>
                <c:pt idx="26225">
                  <c:v>0.30353009259124519</c:v>
                </c:pt>
                <c:pt idx="26226">
                  <c:v>0.30354166666074889</c:v>
                </c:pt>
                <c:pt idx="26227">
                  <c:v>0.30355324073752854</c:v>
                </c:pt>
                <c:pt idx="26228">
                  <c:v>0.30356481481430819</c:v>
                </c:pt>
                <c:pt idx="26229">
                  <c:v>0.30357638888381189</c:v>
                </c:pt>
                <c:pt idx="26230">
                  <c:v>0.30358796296059154</c:v>
                </c:pt>
                <c:pt idx="26231">
                  <c:v>0.30359953703737119</c:v>
                </c:pt>
                <c:pt idx="26232">
                  <c:v>0.30361111110687489</c:v>
                </c:pt>
                <c:pt idx="26233">
                  <c:v>0.30362268518365454</c:v>
                </c:pt>
                <c:pt idx="26234">
                  <c:v>0.30363425926043419</c:v>
                </c:pt>
                <c:pt idx="26235">
                  <c:v>0.30364583332993789</c:v>
                </c:pt>
                <c:pt idx="26236">
                  <c:v>0.30365740740671754</c:v>
                </c:pt>
                <c:pt idx="26237">
                  <c:v>0.30366898147622123</c:v>
                </c:pt>
                <c:pt idx="26238">
                  <c:v>0.30368055555300089</c:v>
                </c:pt>
                <c:pt idx="26239">
                  <c:v>0.30369212962978054</c:v>
                </c:pt>
                <c:pt idx="26240">
                  <c:v>0.30370370369928423</c:v>
                </c:pt>
                <c:pt idx="26241">
                  <c:v>0.30371527777606389</c:v>
                </c:pt>
                <c:pt idx="26242">
                  <c:v>0.30372685185284354</c:v>
                </c:pt>
                <c:pt idx="26243">
                  <c:v>0.30373842592234723</c:v>
                </c:pt>
                <c:pt idx="26244">
                  <c:v>0.30374999999912689</c:v>
                </c:pt>
                <c:pt idx="26245">
                  <c:v>0.30376157406863058</c:v>
                </c:pt>
                <c:pt idx="26246">
                  <c:v>0.30377314814541023</c:v>
                </c:pt>
                <c:pt idx="26247">
                  <c:v>0.30378472222218988</c:v>
                </c:pt>
                <c:pt idx="26248">
                  <c:v>0.30379629629169358</c:v>
                </c:pt>
                <c:pt idx="26249">
                  <c:v>0.30380787036847323</c:v>
                </c:pt>
                <c:pt idx="26250">
                  <c:v>0.30381944444525288</c:v>
                </c:pt>
                <c:pt idx="26251">
                  <c:v>0.30383101851475658</c:v>
                </c:pt>
                <c:pt idx="26252">
                  <c:v>0.30384259259153623</c:v>
                </c:pt>
                <c:pt idx="26253">
                  <c:v>0.30385416666103993</c:v>
                </c:pt>
                <c:pt idx="26254">
                  <c:v>0.30386574073781958</c:v>
                </c:pt>
                <c:pt idx="26255">
                  <c:v>0.30387731481459923</c:v>
                </c:pt>
                <c:pt idx="26256">
                  <c:v>0.30388888888410293</c:v>
                </c:pt>
                <c:pt idx="26257">
                  <c:v>0.30390046296088258</c:v>
                </c:pt>
                <c:pt idx="26258">
                  <c:v>0.30391203703766223</c:v>
                </c:pt>
                <c:pt idx="26259">
                  <c:v>0.30392361110716593</c:v>
                </c:pt>
                <c:pt idx="26260">
                  <c:v>0.30393518518394558</c:v>
                </c:pt>
                <c:pt idx="26261">
                  <c:v>0.30394675925344927</c:v>
                </c:pt>
                <c:pt idx="26262">
                  <c:v>0.30395833333022892</c:v>
                </c:pt>
                <c:pt idx="26263">
                  <c:v>0.30396990740700858</c:v>
                </c:pt>
                <c:pt idx="26264">
                  <c:v>0.30398148147651227</c:v>
                </c:pt>
                <c:pt idx="26265">
                  <c:v>0.30399305555329192</c:v>
                </c:pt>
                <c:pt idx="26266">
                  <c:v>0.30400462963007158</c:v>
                </c:pt>
                <c:pt idx="26267">
                  <c:v>0.30401620369957527</c:v>
                </c:pt>
                <c:pt idx="26268">
                  <c:v>0.30402777777635492</c:v>
                </c:pt>
                <c:pt idx="26269">
                  <c:v>0.30403935185313458</c:v>
                </c:pt>
                <c:pt idx="26270">
                  <c:v>0.30405092592263827</c:v>
                </c:pt>
                <c:pt idx="26271">
                  <c:v>0.30406249999941792</c:v>
                </c:pt>
                <c:pt idx="26272">
                  <c:v>0.30407407406892162</c:v>
                </c:pt>
                <c:pt idx="26273">
                  <c:v>0.30408564814570127</c:v>
                </c:pt>
                <c:pt idx="26274">
                  <c:v>0.30409722222248092</c:v>
                </c:pt>
                <c:pt idx="26275">
                  <c:v>0.30410879629198462</c:v>
                </c:pt>
                <c:pt idx="26276">
                  <c:v>0.30412037036876427</c:v>
                </c:pt>
                <c:pt idx="26277">
                  <c:v>0.30413194444554392</c:v>
                </c:pt>
                <c:pt idx="26278">
                  <c:v>0.30414351851504762</c:v>
                </c:pt>
                <c:pt idx="26279">
                  <c:v>0.30415509259182727</c:v>
                </c:pt>
                <c:pt idx="26280">
                  <c:v>0.30416666666133096</c:v>
                </c:pt>
                <c:pt idx="26281">
                  <c:v>0.30417824073811062</c:v>
                </c:pt>
                <c:pt idx="26282">
                  <c:v>0.30418981481489027</c:v>
                </c:pt>
                <c:pt idx="26283">
                  <c:v>0.30420138888439396</c:v>
                </c:pt>
                <c:pt idx="26284">
                  <c:v>0.30421296296117362</c:v>
                </c:pt>
                <c:pt idx="26285">
                  <c:v>0.30422453703795327</c:v>
                </c:pt>
                <c:pt idx="26286">
                  <c:v>0.30423611110745696</c:v>
                </c:pt>
                <c:pt idx="26287">
                  <c:v>0.30424768518423662</c:v>
                </c:pt>
                <c:pt idx="26288">
                  <c:v>0.30425925925374031</c:v>
                </c:pt>
                <c:pt idx="26289">
                  <c:v>0.30427083333051996</c:v>
                </c:pt>
                <c:pt idx="26290">
                  <c:v>0.30428240740729962</c:v>
                </c:pt>
                <c:pt idx="26291">
                  <c:v>0.30429398147680331</c:v>
                </c:pt>
                <c:pt idx="26292">
                  <c:v>0.30430555555358296</c:v>
                </c:pt>
                <c:pt idx="26293">
                  <c:v>0.30431712963036261</c:v>
                </c:pt>
                <c:pt idx="26294">
                  <c:v>0.30432870369986631</c:v>
                </c:pt>
                <c:pt idx="26295">
                  <c:v>0.30434027777664596</c:v>
                </c:pt>
                <c:pt idx="26296">
                  <c:v>0.30435185184614966</c:v>
                </c:pt>
                <c:pt idx="26297">
                  <c:v>0.30436342592292931</c:v>
                </c:pt>
                <c:pt idx="26298">
                  <c:v>0.30437499999970896</c:v>
                </c:pt>
                <c:pt idx="26299">
                  <c:v>0.30438657406921266</c:v>
                </c:pt>
                <c:pt idx="26300">
                  <c:v>0.30439814814599231</c:v>
                </c:pt>
                <c:pt idx="26301">
                  <c:v>0.30440972222277196</c:v>
                </c:pt>
                <c:pt idx="26302">
                  <c:v>0.30442129629227566</c:v>
                </c:pt>
                <c:pt idx="26303">
                  <c:v>0.30443287036905531</c:v>
                </c:pt>
                <c:pt idx="26304">
                  <c:v>0.304444444438559</c:v>
                </c:pt>
                <c:pt idx="26305">
                  <c:v>0.30445601851533866</c:v>
                </c:pt>
                <c:pt idx="26306">
                  <c:v>0.30446759259211831</c:v>
                </c:pt>
                <c:pt idx="26307">
                  <c:v>0.304479166661622</c:v>
                </c:pt>
                <c:pt idx="26308">
                  <c:v>0.30449074073840166</c:v>
                </c:pt>
                <c:pt idx="26309">
                  <c:v>0.30450231481518131</c:v>
                </c:pt>
                <c:pt idx="26310">
                  <c:v>0.304513888884685</c:v>
                </c:pt>
                <c:pt idx="26311">
                  <c:v>0.30452546296146465</c:v>
                </c:pt>
                <c:pt idx="26312">
                  <c:v>0.30453703703824431</c:v>
                </c:pt>
                <c:pt idx="26313">
                  <c:v>0.304548611107748</c:v>
                </c:pt>
                <c:pt idx="26314">
                  <c:v>0.30456018518452765</c:v>
                </c:pt>
                <c:pt idx="26315">
                  <c:v>0.30457175925403135</c:v>
                </c:pt>
                <c:pt idx="26316">
                  <c:v>0.304583333330811</c:v>
                </c:pt>
                <c:pt idx="26317">
                  <c:v>0.30459490740759065</c:v>
                </c:pt>
                <c:pt idx="26318">
                  <c:v>0.30460648147709435</c:v>
                </c:pt>
                <c:pt idx="26319">
                  <c:v>0.304618055553874</c:v>
                </c:pt>
                <c:pt idx="26320">
                  <c:v>0.30462962963065365</c:v>
                </c:pt>
                <c:pt idx="26321">
                  <c:v>0.30464120370015735</c:v>
                </c:pt>
                <c:pt idx="26322">
                  <c:v>0.304652777776937</c:v>
                </c:pt>
                <c:pt idx="26323">
                  <c:v>0.3046643518464407</c:v>
                </c:pt>
                <c:pt idx="26324">
                  <c:v>0.30467592592322035</c:v>
                </c:pt>
                <c:pt idx="26325">
                  <c:v>0.3046875</c:v>
                </c:pt>
                <c:pt idx="26326">
                  <c:v>0.30469907406950369</c:v>
                </c:pt>
                <c:pt idx="26327">
                  <c:v>0.30471064814628335</c:v>
                </c:pt>
                <c:pt idx="26328">
                  <c:v>0.304722222223063</c:v>
                </c:pt>
                <c:pt idx="26329">
                  <c:v>0.30473379629256669</c:v>
                </c:pt>
                <c:pt idx="26330">
                  <c:v>0.30474537036934635</c:v>
                </c:pt>
                <c:pt idx="26331">
                  <c:v>0.30475694443885004</c:v>
                </c:pt>
                <c:pt idx="26332">
                  <c:v>0.30476851851562969</c:v>
                </c:pt>
                <c:pt idx="26333">
                  <c:v>0.30478009259240935</c:v>
                </c:pt>
                <c:pt idx="26334">
                  <c:v>0.30479166666191304</c:v>
                </c:pt>
                <c:pt idx="26335">
                  <c:v>0.30480324073869269</c:v>
                </c:pt>
                <c:pt idx="26336">
                  <c:v>0.30481481481547235</c:v>
                </c:pt>
                <c:pt idx="26337">
                  <c:v>0.30482638888497604</c:v>
                </c:pt>
                <c:pt idx="26338">
                  <c:v>0.30483796296175569</c:v>
                </c:pt>
                <c:pt idx="26339">
                  <c:v>0.30484953703125939</c:v>
                </c:pt>
                <c:pt idx="26340">
                  <c:v>0.30486111110803904</c:v>
                </c:pt>
                <c:pt idx="26341">
                  <c:v>0.30487268518481869</c:v>
                </c:pt>
                <c:pt idx="26342">
                  <c:v>0.30488425925432239</c:v>
                </c:pt>
                <c:pt idx="26343">
                  <c:v>0.30489583333110204</c:v>
                </c:pt>
                <c:pt idx="26344">
                  <c:v>0.30490740740788169</c:v>
                </c:pt>
                <c:pt idx="26345">
                  <c:v>0.30491898147738539</c:v>
                </c:pt>
                <c:pt idx="26346">
                  <c:v>0.30493055555416504</c:v>
                </c:pt>
                <c:pt idx="26347">
                  <c:v>0.30494212963094469</c:v>
                </c:pt>
                <c:pt idx="26348">
                  <c:v>0.30495370370044839</c:v>
                </c:pt>
                <c:pt idx="26349">
                  <c:v>0.30496527777722804</c:v>
                </c:pt>
                <c:pt idx="26350">
                  <c:v>0.30497685184673173</c:v>
                </c:pt>
                <c:pt idx="26351">
                  <c:v>0.30498842592351139</c:v>
                </c:pt>
                <c:pt idx="26352">
                  <c:v>0.30500000000029104</c:v>
                </c:pt>
                <c:pt idx="26353">
                  <c:v>0.30501157406979473</c:v>
                </c:pt>
                <c:pt idx="26354">
                  <c:v>0.30502314814657439</c:v>
                </c:pt>
                <c:pt idx="26355">
                  <c:v>0.30503472222335404</c:v>
                </c:pt>
                <c:pt idx="26356">
                  <c:v>0.30504629629285773</c:v>
                </c:pt>
                <c:pt idx="26357">
                  <c:v>0.30505787036963739</c:v>
                </c:pt>
                <c:pt idx="26358">
                  <c:v>0.30506944443914108</c:v>
                </c:pt>
                <c:pt idx="26359">
                  <c:v>0.30508101851592073</c:v>
                </c:pt>
                <c:pt idx="26360">
                  <c:v>0.30509259259270038</c:v>
                </c:pt>
                <c:pt idx="26361">
                  <c:v>0.30510416666220408</c:v>
                </c:pt>
                <c:pt idx="26362">
                  <c:v>0.30511574073898373</c:v>
                </c:pt>
                <c:pt idx="26363">
                  <c:v>0.30512731481576338</c:v>
                </c:pt>
                <c:pt idx="26364">
                  <c:v>0.30513888888526708</c:v>
                </c:pt>
                <c:pt idx="26365">
                  <c:v>0.30515046296204673</c:v>
                </c:pt>
                <c:pt idx="26366">
                  <c:v>0.30516203703155043</c:v>
                </c:pt>
                <c:pt idx="26367">
                  <c:v>0.30517361110833008</c:v>
                </c:pt>
                <c:pt idx="26368">
                  <c:v>0.30518518518510973</c:v>
                </c:pt>
                <c:pt idx="26369">
                  <c:v>0.30519675925461343</c:v>
                </c:pt>
                <c:pt idx="26370">
                  <c:v>0.30520833333139308</c:v>
                </c:pt>
                <c:pt idx="26371">
                  <c:v>0.30521990740817273</c:v>
                </c:pt>
                <c:pt idx="26372">
                  <c:v>0.30523148147767643</c:v>
                </c:pt>
                <c:pt idx="26373">
                  <c:v>0.30524305555445608</c:v>
                </c:pt>
                <c:pt idx="26374">
                  <c:v>0.30525462962395977</c:v>
                </c:pt>
                <c:pt idx="26375">
                  <c:v>0.30526620370073942</c:v>
                </c:pt>
                <c:pt idx="26376">
                  <c:v>0.30527777777751908</c:v>
                </c:pt>
                <c:pt idx="26377">
                  <c:v>0.30528935184702277</c:v>
                </c:pt>
                <c:pt idx="26378">
                  <c:v>0.30530092592380242</c:v>
                </c:pt>
                <c:pt idx="26379">
                  <c:v>0.30531250000058208</c:v>
                </c:pt>
                <c:pt idx="26380">
                  <c:v>0.30532407407008577</c:v>
                </c:pt>
                <c:pt idx="26381">
                  <c:v>0.30533564814686542</c:v>
                </c:pt>
                <c:pt idx="26382">
                  <c:v>0.30534722221636912</c:v>
                </c:pt>
                <c:pt idx="26383">
                  <c:v>0.30535879629314877</c:v>
                </c:pt>
                <c:pt idx="26384">
                  <c:v>0.30537037036992842</c:v>
                </c:pt>
                <c:pt idx="26385">
                  <c:v>0.30538194443943212</c:v>
                </c:pt>
                <c:pt idx="26386">
                  <c:v>0.30539351851621177</c:v>
                </c:pt>
                <c:pt idx="26387">
                  <c:v>0.30540509259299142</c:v>
                </c:pt>
                <c:pt idx="26388">
                  <c:v>0.30541666666249512</c:v>
                </c:pt>
                <c:pt idx="26389">
                  <c:v>0.30542824073927477</c:v>
                </c:pt>
                <c:pt idx="26390">
                  <c:v>0.30543981481605442</c:v>
                </c:pt>
                <c:pt idx="26391">
                  <c:v>0.30545138888555812</c:v>
                </c:pt>
                <c:pt idx="26392">
                  <c:v>0.30546296296233777</c:v>
                </c:pt>
                <c:pt idx="26393">
                  <c:v>0.30547453703184146</c:v>
                </c:pt>
                <c:pt idx="26394">
                  <c:v>0.30548611110862112</c:v>
                </c:pt>
                <c:pt idx="26395">
                  <c:v>0.30549768518540077</c:v>
                </c:pt>
                <c:pt idx="26396">
                  <c:v>0.30550925925490446</c:v>
                </c:pt>
                <c:pt idx="26397">
                  <c:v>0.30552083333168412</c:v>
                </c:pt>
                <c:pt idx="26398">
                  <c:v>0.30553240740846377</c:v>
                </c:pt>
                <c:pt idx="26399">
                  <c:v>0.30554398147796746</c:v>
                </c:pt>
                <c:pt idx="26400">
                  <c:v>0.30555555555474712</c:v>
                </c:pt>
                <c:pt idx="26401">
                  <c:v>0.30556712962425081</c:v>
                </c:pt>
                <c:pt idx="26402">
                  <c:v>0.30557870370103046</c:v>
                </c:pt>
                <c:pt idx="26403">
                  <c:v>0.30559027777781012</c:v>
                </c:pt>
                <c:pt idx="26404">
                  <c:v>0.30560185184731381</c:v>
                </c:pt>
                <c:pt idx="26405">
                  <c:v>0.30561342592409346</c:v>
                </c:pt>
                <c:pt idx="26406">
                  <c:v>0.30562500000087311</c:v>
                </c:pt>
                <c:pt idx="26407">
                  <c:v>0.30563657407037681</c:v>
                </c:pt>
                <c:pt idx="26408">
                  <c:v>0.30564814814715646</c:v>
                </c:pt>
                <c:pt idx="26409">
                  <c:v>0.30565972221666016</c:v>
                </c:pt>
                <c:pt idx="26410">
                  <c:v>0.30567129629343981</c:v>
                </c:pt>
                <c:pt idx="26411">
                  <c:v>0.30568287037021946</c:v>
                </c:pt>
                <c:pt idx="26412">
                  <c:v>0.30569444443972316</c:v>
                </c:pt>
                <c:pt idx="26413">
                  <c:v>0.30570601851650281</c:v>
                </c:pt>
                <c:pt idx="26414">
                  <c:v>0.30571759259328246</c:v>
                </c:pt>
                <c:pt idx="26415">
                  <c:v>0.30572916666278616</c:v>
                </c:pt>
                <c:pt idx="26416">
                  <c:v>0.30574074073956581</c:v>
                </c:pt>
                <c:pt idx="26417">
                  <c:v>0.3057523148090695</c:v>
                </c:pt>
                <c:pt idx="26418">
                  <c:v>0.30576388888584916</c:v>
                </c:pt>
                <c:pt idx="26419">
                  <c:v>0.30577546296262881</c:v>
                </c:pt>
                <c:pt idx="26420">
                  <c:v>0.3057870370321325</c:v>
                </c:pt>
                <c:pt idx="26421">
                  <c:v>0.30579861110891216</c:v>
                </c:pt>
                <c:pt idx="26422">
                  <c:v>0.30581018518569181</c:v>
                </c:pt>
                <c:pt idx="26423">
                  <c:v>0.3058217592551955</c:v>
                </c:pt>
                <c:pt idx="26424">
                  <c:v>0.30583333333197515</c:v>
                </c:pt>
                <c:pt idx="26425">
                  <c:v>0.30584490740147885</c:v>
                </c:pt>
                <c:pt idx="26426">
                  <c:v>0.3058564814782585</c:v>
                </c:pt>
                <c:pt idx="26427">
                  <c:v>0.30586805555503815</c:v>
                </c:pt>
                <c:pt idx="26428">
                  <c:v>0.30587962962454185</c:v>
                </c:pt>
                <c:pt idx="26429">
                  <c:v>0.3058912037013215</c:v>
                </c:pt>
                <c:pt idx="26430">
                  <c:v>0.30590277777810115</c:v>
                </c:pt>
                <c:pt idx="26431">
                  <c:v>0.30591435184760485</c:v>
                </c:pt>
                <c:pt idx="26432">
                  <c:v>0.3059259259243845</c:v>
                </c:pt>
                <c:pt idx="26433">
                  <c:v>0.30593750000116415</c:v>
                </c:pt>
                <c:pt idx="26434">
                  <c:v>0.30594907407066785</c:v>
                </c:pt>
                <c:pt idx="26435">
                  <c:v>0.3059606481474475</c:v>
                </c:pt>
                <c:pt idx="26436">
                  <c:v>0.3059722222169512</c:v>
                </c:pt>
                <c:pt idx="26437">
                  <c:v>0.30598379629373085</c:v>
                </c:pt>
                <c:pt idx="26438">
                  <c:v>0.3059953703705105</c:v>
                </c:pt>
                <c:pt idx="26439">
                  <c:v>0.30600694444001419</c:v>
                </c:pt>
                <c:pt idx="26440">
                  <c:v>0.30601851851679385</c:v>
                </c:pt>
                <c:pt idx="26441">
                  <c:v>0.3060300925935735</c:v>
                </c:pt>
                <c:pt idx="26442">
                  <c:v>0.30604166666307719</c:v>
                </c:pt>
                <c:pt idx="26443">
                  <c:v>0.30605324073985685</c:v>
                </c:pt>
                <c:pt idx="26444">
                  <c:v>0.30606481480936054</c:v>
                </c:pt>
                <c:pt idx="26445">
                  <c:v>0.30607638888614019</c:v>
                </c:pt>
                <c:pt idx="26446">
                  <c:v>0.30608796296291985</c:v>
                </c:pt>
                <c:pt idx="26447">
                  <c:v>0.30609953703242354</c:v>
                </c:pt>
                <c:pt idx="26448">
                  <c:v>0.30611111110920319</c:v>
                </c:pt>
                <c:pt idx="26449">
                  <c:v>0.30612268518598285</c:v>
                </c:pt>
                <c:pt idx="26450">
                  <c:v>0.30613425925548654</c:v>
                </c:pt>
                <c:pt idx="26451">
                  <c:v>0.30614583333226619</c:v>
                </c:pt>
                <c:pt idx="26452">
                  <c:v>0.30615740740176989</c:v>
                </c:pt>
                <c:pt idx="26453">
                  <c:v>0.30616898147854954</c:v>
                </c:pt>
                <c:pt idx="26454">
                  <c:v>0.30618055555532919</c:v>
                </c:pt>
                <c:pt idx="26455">
                  <c:v>0.30619212962483289</c:v>
                </c:pt>
                <c:pt idx="26456">
                  <c:v>0.30620370370161254</c:v>
                </c:pt>
                <c:pt idx="26457">
                  <c:v>0.30621527777839219</c:v>
                </c:pt>
                <c:pt idx="26458">
                  <c:v>0.30622685184789589</c:v>
                </c:pt>
                <c:pt idx="26459">
                  <c:v>0.30623842592467554</c:v>
                </c:pt>
                <c:pt idx="26460">
                  <c:v>0.30624999999417923</c:v>
                </c:pt>
                <c:pt idx="26461">
                  <c:v>0.30626157407095889</c:v>
                </c:pt>
                <c:pt idx="26462">
                  <c:v>0.30627314814773854</c:v>
                </c:pt>
                <c:pt idx="26463">
                  <c:v>0.30628472221724223</c:v>
                </c:pt>
                <c:pt idx="26464">
                  <c:v>0.30629629629402189</c:v>
                </c:pt>
                <c:pt idx="26465">
                  <c:v>0.30630787037080154</c:v>
                </c:pt>
                <c:pt idx="26466">
                  <c:v>0.30631944444030523</c:v>
                </c:pt>
                <c:pt idx="26467">
                  <c:v>0.30633101851708489</c:v>
                </c:pt>
                <c:pt idx="26468">
                  <c:v>0.30634259259386454</c:v>
                </c:pt>
                <c:pt idx="26469">
                  <c:v>0.30635416666336823</c:v>
                </c:pt>
                <c:pt idx="26470">
                  <c:v>0.30636574074014788</c:v>
                </c:pt>
                <c:pt idx="26471">
                  <c:v>0.30637731480965158</c:v>
                </c:pt>
                <c:pt idx="26472">
                  <c:v>0.30638888888643123</c:v>
                </c:pt>
                <c:pt idx="26473">
                  <c:v>0.30640046296321088</c:v>
                </c:pt>
                <c:pt idx="26474">
                  <c:v>0.30641203703271458</c:v>
                </c:pt>
                <c:pt idx="26475">
                  <c:v>0.30642361110949423</c:v>
                </c:pt>
                <c:pt idx="26476">
                  <c:v>0.30643518518627388</c:v>
                </c:pt>
                <c:pt idx="26477">
                  <c:v>0.30644675925577758</c:v>
                </c:pt>
                <c:pt idx="26478">
                  <c:v>0.30645833333255723</c:v>
                </c:pt>
                <c:pt idx="26479">
                  <c:v>0.30646990740206093</c:v>
                </c:pt>
                <c:pt idx="26480">
                  <c:v>0.30648148147884058</c:v>
                </c:pt>
                <c:pt idx="26481">
                  <c:v>0.30649305555562023</c:v>
                </c:pt>
                <c:pt idx="26482">
                  <c:v>0.30650462962512393</c:v>
                </c:pt>
                <c:pt idx="26483">
                  <c:v>0.30651620370190358</c:v>
                </c:pt>
                <c:pt idx="26484">
                  <c:v>0.30652777777868323</c:v>
                </c:pt>
                <c:pt idx="26485">
                  <c:v>0.30653935184818693</c:v>
                </c:pt>
                <c:pt idx="26486">
                  <c:v>0.30655092592496658</c:v>
                </c:pt>
                <c:pt idx="26487">
                  <c:v>0.30656249999447027</c:v>
                </c:pt>
                <c:pt idx="26488">
                  <c:v>0.30657407407124992</c:v>
                </c:pt>
                <c:pt idx="26489">
                  <c:v>0.30658564814802958</c:v>
                </c:pt>
                <c:pt idx="26490">
                  <c:v>0.30659722221753327</c:v>
                </c:pt>
                <c:pt idx="26491">
                  <c:v>0.30660879629431292</c:v>
                </c:pt>
                <c:pt idx="26492">
                  <c:v>0.30662037037109258</c:v>
                </c:pt>
                <c:pt idx="26493">
                  <c:v>0.30663194444059627</c:v>
                </c:pt>
                <c:pt idx="26494">
                  <c:v>0.30664351851737592</c:v>
                </c:pt>
                <c:pt idx="26495">
                  <c:v>0.30665509258687962</c:v>
                </c:pt>
                <c:pt idx="26496">
                  <c:v>0.30666666666365927</c:v>
                </c:pt>
                <c:pt idx="26497">
                  <c:v>0.30667824074043892</c:v>
                </c:pt>
                <c:pt idx="26498">
                  <c:v>0.30668981480994262</c:v>
                </c:pt>
                <c:pt idx="26499">
                  <c:v>0.30670138888672227</c:v>
                </c:pt>
                <c:pt idx="26500">
                  <c:v>0.30671296296350192</c:v>
                </c:pt>
                <c:pt idx="26501">
                  <c:v>0.30672453703300562</c:v>
                </c:pt>
                <c:pt idx="26502">
                  <c:v>0.30673611110978527</c:v>
                </c:pt>
                <c:pt idx="26503">
                  <c:v>0.30674768517928896</c:v>
                </c:pt>
                <c:pt idx="26504">
                  <c:v>0.30675925925606862</c:v>
                </c:pt>
                <c:pt idx="26505">
                  <c:v>0.30677083333284827</c:v>
                </c:pt>
                <c:pt idx="26506">
                  <c:v>0.30678240740235196</c:v>
                </c:pt>
                <c:pt idx="26507">
                  <c:v>0.30679398147913162</c:v>
                </c:pt>
                <c:pt idx="26508">
                  <c:v>0.30680555555591127</c:v>
                </c:pt>
                <c:pt idx="26509">
                  <c:v>0.30681712962541496</c:v>
                </c:pt>
                <c:pt idx="26510">
                  <c:v>0.30682870370219462</c:v>
                </c:pt>
                <c:pt idx="26511">
                  <c:v>0.30684027777897427</c:v>
                </c:pt>
                <c:pt idx="26512">
                  <c:v>0.30685185184847796</c:v>
                </c:pt>
                <c:pt idx="26513">
                  <c:v>0.30686342592525762</c:v>
                </c:pt>
                <c:pt idx="26514">
                  <c:v>0.30687499999476131</c:v>
                </c:pt>
                <c:pt idx="26515">
                  <c:v>0.30688657407154096</c:v>
                </c:pt>
                <c:pt idx="26516">
                  <c:v>0.30689814814832062</c:v>
                </c:pt>
                <c:pt idx="26517">
                  <c:v>0.30690972221782431</c:v>
                </c:pt>
                <c:pt idx="26518">
                  <c:v>0.30692129629460396</c:v>
                </c:pt>
                <c:pt idx="26519">
                  <c:v>0.30693287037138361</c:v>
                </c:pt>
                <c:pt idx="26520">
                  <c:v>0.30694444444088731</c:v>
                </c:pt>
                <c:pt idx="26521">
                  <c:v>0.30695601851766696</c:v>
                </c:pt>
                <c:pt idx="26522">
                  <c:v>0.30696759258717066</c:v>
                </c:pt>
                <c:pt idx="26523">
                  <c:v>0.30697916666395031</c:v>
                </c:pt>
                <c:pt idx="26524">
                  <c:v>0.30699074074072996</c:v>
                </c:pt>
                <c:pt idx="26525">
                  <c:v>0.30700231481023366</c:v>
                </c:pt>
                <c:pt idx="26526">
                  <c:v>0.30701388888701331</c:v>
                </c:pt>
                <c:pt idx="26527">
                  <c:v>0.30702546296379296</c:v>
                </c:pt>
                <c:pt idx="26528">
                  <c:v>0.30703703703329666</c:v>
                </c:pt>
                <c:pt idx="26529">
                  <c:v>0.30704861111007631</c:v>
                </c:pt>
                <c:pt idx="26530">
                  <c:v>0.30706018517958</c:v>
                </c:pt>
                <c:pt idx="26531">
                  <c:v>0.30707175925635966</c:v>
                </c:pt>
                <c:pt idx="26532">
                  <c:v>0.30708333333313931</c:v>
                </c:pt>
                <c:pt idx="26533">
                  <c:v>0.307094907402643</c:v>
                </c:pt>
                <c:pt idx="26534">
                  <c:v>0.30710648147942265</c:v>
                </c:pt>
                <c:pt idx="26535">
                  <c:v>0.30711805555620231</c:v>
                </c:pt>
                <c:pt idx="26536">
                  <c:v>0.307129629625706</c:v>
                </c:pt>
                <c:pt idx="26537">
                  <c:v>0.30714120370248565</c:v>
                </c:pt>
                <c:pt idx="26538">
                  <c:v>0.30715277777198935</c:v>
                </c:pt>
                <c:pt idx="26539">
                  <c:v>0.307164351848769</c:v>
                </c:pt>
                <c:pt idx="26540">
                  <c:v>0.30717592592554865</c:v>
                </c:pt>
                <c:pt idx="26541">
                  <c:v>0.30718749999505235</c:v>
                </c:pt>
                <c:pt idx="26542">
                  <c:v>0.307199074071832</c:v>
                </c:pt>
                <c:pt idx="26543">
                  <c:v>0.30721064814861165</c:v>
                </c:pt>
                <c:pt idx="26544">
                  <c:v>0.30722222221811535</c:v>
                </c:pt>
                <c:pt idx="26545">
                  <c:v>0.307233796294895</c:v>
                </c:pt>
                <c:pt idx="26546">
                  <c:v>0.30724537037167465</c:v>
                </c:pt>
                <c:pt idx="26547">
                  <c:v>0.30725694444117835</c:v>
                </c:pt>
                <c:pt idx="26548">
                  <c:v>0.307268518517958</c:v>
                </c:pt>
                <c:pt idx="26549">
                  <c:v>0.3072800925874617</c:v>
                </c:pt>
                <c:pt idx="26550">
                  <c:v>0.30729166666424135</c:v>
                </c:pt>
                <c:pt idx="26551">
                  <c:v>0.307303240741021</c:v>
                </c:pt>
                <c:pt idx="26552">
                  <c:v>0.30731481481052469</c:v>
                </c:pt>
                <c:pt idx="26553">
                  <c:v>0.30732638888730435</c:v>
                </c:pt>
                <c:pt idx="26554">
                  <c:v>0.307337962964084</c:v>
                </c:pt>
                <c:pt idx="26555">
                  <c:v>0.30734953703358769</c:v>
                </c:pt>
                <c:pt idx="26556">
                  <c:v>0.30736111111036735</c:v>
                </c:pt>
                <c:pt idx="26557">
                  <c:v>0.30737268517987104</c:v>
                </c:pt>
                <c:pt idx="26558">
                  <c:v>0.30738425925665069</c:v>
                </c:pt>
                <c:pt idx="26559">
                  <c:v>0.30739583333343035</c:v>
                </c:pt>
                <c:pt idx="26560">
                  <c:v>0.30740740740293404</c:v>
                </c:pt>
                <c:pt idx="26561">
                  <c:v>0.30741898147971369</c:v>
                </c:pt>
                <c:pt idx="26562">
                  <c:v>0.30743055555649335</c:v>
                </c:pt>
                <c:pt idx="26563">
                  <c:v>0.30744212962599704</c:v>
                </c:pt>
                <c:pt idx="26564">
                  <c:v>0.30745370370277669</c:v>
                </c:pt>
                <c:pt idx="26565">
                  <c:v>0.30746527777228039</c:v>
                </c:pt>
                <c:pt idx="26566">
                  <c:v>0.30747685184906004</c:v>
                </c:pt>
                <c:pt idx="26567">
                  <c:v>0.30748842592583969</c:v>
                </c:pt>
                <c:pt idx="26568">
                  <c:v>0.30749999999534339</c:v>
                </c:pt>
                <c:pt idx="26569">
                  <c:v>0.30751157407212304</c:v>
                </c:pt>
                <c:pt idx="26570">
                  <c:v>0.30752314814890269</c:v>
                </c:pt>
                <c:pt idx="26571">
                  <c:v>0.30753472221840639</c:v>
                </c:pt>
                <c:pt idx="26572">
                  <c:v>0.30754629629518604</c:v>
                </c:pt>
                <c:pt idx="26573">
                  <c:v>0.30755787036468973</c:v>
                </c:pt>
                <c:pt idx="26574">
                  <c:v>0.30756944444146939</c:v>
                </c:pt>
                <c:pt idx="26575">
                  <c:v>0.30758101851824904</c:v>
                </c:pt>
                <c:pt idx="26576">
                  <c:v>0.30759259258775273</c:v>
                </c:pt>
                <c:pt idx="26577">
                  <c:v>0.30760416666453239</c:v>
                </c:pt>
                <c:pt idx="26578">
                  <c:v>0.30761574074131204</c:v>
                </c:pt>
                <c:pt idx="26579">
                  <c:v>0.30762731481081573</c:v>
                </c:pt>
                <c:pt idx="26580">
                  <c:v>0.30763888888759539</c:v>
                </c:pt>
                <c:pt idx="26581">
                  <c:v>0.30765046295709908</c:v>
                </c:pt>
                <c:pt idx="26582">
                  <c:v>0.30766203703387873</c:v>
                </c:pt>
                <c:pt idx="26583">
                  <c:v>0.30767361111065838</c:v>
                </c:pt>
                <c:pt idx="26584">
                  <c:v>0.30768518518016208</c:v>
                </c:pt>
                <c:pt idx="26585">
                  <c:v>0.30769675925694173</c:v>
                </c:pt>
                <c:pt idx="26586">
                  <c:v>0.30770833333372138</c:v>
                </c:pt>
                <c:pt idx="26587">
                  <c:v>0.30771990740322508</c:v>
                </c:pt>
                <c:pt idx="26588">
                  <c:v>0.30773148148000473</c:v>
                </c:pt>
                <c:pt idx="26589">
                  <c:v>0.30774305555678438</c:v>
                </c:pt>
                <c:pt idx="26590">
                  <c:v>0.30775462962628808</c:v>
                </c:pt>
                <c:pt idx="26591">
                  <c:v>0.30776620370306773</c:v>
                </c:pt>
                <c:pt idx="26592">
                  <c:v>0.30777777777257143</c:v>
                </c:pt>
                <c:pt idx="26593">
                  <c:v>0.30778935184935108</c:v>
                </c:pt>
                <c:pt idx="26594">
                  <c:v>0.30780092592613073</c:v>
                </c:pt>
                <c:pt idx="26595">
                  <c:v>0.30781249999563443</c:v>
                </c:pt>
                <c:pt idx="26596">
                  <c:v>0.30782407407241408</c:v>
                </c:pt>
                <c:pt idx="26597">
                  <c:v>0.30783564814919373</c:v>
                </c:pt>
                <c:pt idx="26598">
                  <c:v>0.30784722221869742</c:v>
                </c:pt>
                <c:pt idx="26599">
                  <c:v>0.30785879629547708</c:v>
                </c:pt>
                <c:pt idx="26600">
                  <c:v>0.30787037036498077</c:v>
                </c:pt>
                <c:pt idx="26601">
                  <c:v>0.30788194444176042</c:v>
                </c:pt>
                <c:pt idx="26602">
                  <c:v>0.30789351851854008</c:v>
                </c:pt>
                <c:pt idx="26603">
                  <c:v>0.30790509258804377</c:v>
                </c:pt>
                <c:pt idx="26604">
                  <c:v>0.30791666666482342</c:v>
                </c:pt>
                <c:pt idx="26605">
                  <c:v>0.30792824074160308</c:v>
                </c:pt>
                <c:pt idx="26606">
                  <c:v>0.30793981481110677</c:v>
                </c:pt>
                <c:pt idx="26607">
                  <c:v>0.30795138888788642</c:v>
                </c:pt>
                <c:pt idx="26608">
                  <c:v>0.30796296295739012</c:v>
                </c:pt>
                <c:pt idx="26609">
                  <c:v>0.30797453703416977</c:v>
                </c:pt>
                <c:pt idx="26610">
                  <c:v>0.30798611111094942</c:v>
                </c:pt>
                <c:pt idx="26611">
                  <c:v>0.30799768518045312</c:v>
                </c:pt>
                <c:pt idx="26612">
                  <c:v>0.30800925925723277</c:v>
                </c:pt>
                <c:pt idx="26613">
                  <c:v>0.30802083333401242</c:v>
                </c:pt>
                <c:pt idx="26614">
                  <c:v>0.30803240740351612</c:v>
                </c:pt>
                <c:pt idx="26615">
                  <c:v>0.30804398148029577</c:v>
                </c:pt>
                <c:pt idx="26616">
                  <c:v>0.30805555554979946</c:v>
                </c:pt>
                <c:pt idx="26617">
                  <c:v>0.30806712962657912</c:v>
                </c:pt>
                <c:pt idx="26618">
                  <c:v>0.30807870370335877</c:v>
                </c:pt>
                <c:pt idx="26619">
                  <c:v>0.30809027777286246</c:v>
                </c:pt>
                <c:pt idx="26620">
                  <c:v>0.30810185184964212</c:v>
                </c:pt>
                <c:pt idx="26621">
                  <c:v>0.30811342592642177</c:v>
                </c:pt>
                <c:pt idx="26622">
                  <c:v>0.30812499999592546</c:v>
                </c:pt>
                <c:pt idx="26623">
                  <c:v>0.30813657407270512</c:v>
                </c:pt>
                <c:pt idx="26624">
                  <c:v>0.30814814814948477</c:v>
                </c:pt>
                <c:pt idx="26625">
                  <c:v>0.30815972221898846</c:v>
                </c:pt>
                <c:pt idx="26626">
                  <c:v>0.30817129629576812</c:v>
                </c:pt>
                <c:pt idx="26627">
                  <c:v>0.30818287036527181</c:v>
                </c:pt>
                <c:pt idx="26628">
                  <c:v>0.30819444444205146</c:v>
                </c:pt>
                <c:pt idx="26629">
                  <c:v>0.30820601851883112</c:v>
                </c:pt>
                <c:pt idx="26630">
                  <c:v>0.30821759258833481</c:v>
                </c:pt>
                <c:pt idx="26631">
                  <c:v>0.30822916666511446</c:v>
                </c:pt>
                <c:pt idx="26632">
                  <c:v>0.30824074074189411</c:v>
                </c:pt>
                <c:pt idx="26633">
                  <c:v>0.30825231481139781</c:v>
                </c:pt>
                <c:pt idx="26634">
                  <c:v>0.30826388888817746</c:v>
                </c:pt>
                <c:pt idx="26635">
                  <c:v>0.30827546295768116</c:v>
                </c:pt>
                <c:pt idx="26636">
                  <c:v>0.30828703703446081</c:v>
                </c:pt>
                <c:pt idx="26637">
                  <c:v>0.30829861111124046</c:v>
                </c:pt>
                <c:pt idx="26638">
                  <c:v>0.30831018518074416</c:v>
                </c:pt>
                <c:pt idx="26639">
                  <c:v>0.30832175925752381</c:v>
                </c:pt>
                <c:pt idx="26640">
                  <c:v>0.30833333333430346</c:v>
                </c:pt>
                <c:pt idx="26641">
                  <c:v>0.30834490740380716</c:v>
                </c:pt>
                <c:pt idx="26642">
                  <c:v>0.30835648148058681</c:v>
                </c:pt>
                <c:pt idx="26643">
                  <c:v>0.3083680555500905</c:v>
                </c:pt>
                <c:pt idx="26644">
                  <c:v>0.30837962962687016</c:v>
                </c:pt>
                <c:pt idx="26645">
                  <c:v>0.30839120370364981</c:v>
                </c:pt>
                <c:pt idx="26646">
                  <c:v>0.3084027777731535</c:v>
                </c:pt>
                <c:pt idx="26647">
                  <c:v>0.30841435184993315</c:v>
                </c:pt>
                <c:pt idx="26648">
                  <c:v>0.30842592592671281</c:v>
                </c:pt>
                <c:pt idx="26649">
                  <c:v>0.3084374999962165</c:v>
                </c:pt>
                <c:pt idx="26650">
                  <c:v>0.30844907407299615</c:v>
                </c:pt>
                <c:pt idx="26651">
                  <c:v>0.30846064814249985</c:v>
                </c:pt>
                <c:pt idx="26652">
                  <c:v>0.3084722222192795</c:v>
                </c:pt>
                <c:pt idx="26653">
                  <c:v>0.30848379629605915</c:v>
                </c:pt>
                <c:pt idx="26654">
                  <c:v>0.30849537036556285</c:v>
                </c:pt>
                <c:pt idx="26655">
                  <c:v>0.3085069444423425</c:v>
                </c:pt>
                <c:pt idx="26656">
                  <c:v>0.30851851851912215</c:v>
                </c:pt>
                <c:pt idx="26657">
                  <c:v>0.30853009258862585</c:v>
                </c:pt>
                <c:pt idx="26658">
                  <c:v>0.3085416666654055</c:v>
                </c:pt>
                <c:pt idx="26659">
                  <c:v>0.3085532407349092</c:v>
                </c:pt>
                <c:pt idx="26660">
                  <c:v>0.30856481481168885</c:v>
                </c:pt>
                <c:pt idx="26661">
                  <c:v>0.3085763888884685</c:v>
                </c:pt>
                <c:pt idx="26662">
                  <c:v>0.30858796295797219</c:v>
                </c:pt>
                <c:pt idx="26663">
                  <c:v>0.30859953703475185</c:v>
                </c:pt>
                <c:pt idx="26664">
                  <c:v>0.3086111111115315</c:v>
                </c:pt>
                <c:pt idx="26665">
                  <c:v>0.30862268518103519</c:v>
                </c:pt>
                <c:pt idx="26666">
                  <c:v>0.30863425925781485</c:v>
                </c:pt>
                <c:pt idx="26667">
                  <c:v>0.3086458333345945</c:v>
                </c:pt>
                <c:pt idx="26668">
                  <c:v>0.30865740740409819</c:v>
                </c:pt>
                <c:pt idx="26669">
                  <c:v>0.30866898148087785</c:v>
                </c:pt>
                <c:pt idx="26670">
                  <c:v>0.30868055555038154</c:v>
                </c:pt>
                <c:pt idx="26671">
                  <c:v>0.30869212962716119</c:v>
                </c:pt>
                <c:pt idx="26672">
                  <c:v>0.30870370370394085</c:v>
                </c:pt>
                <c:pt idx="26673">
                  <c:v>0.30871527777344454</c:v>
                </c:pt>
                <c:pt idx="26674">
                  <c:v>0.30872685185022419</c:v>
                </c:pt>
                <c:pt idx="26675">
                  <c:v>0.30873842592700385</c:v>
                </c:pt>
                <c:pt idx="26676">
                  <c:v>0.30874999999650754</c:v>
                </c:pt>
                <c:pt idx="26677">
                  <c:v>0.30876157407328719</c:v>
                </c:pt>
                <c:pt idx="26678">
                  <c:v>0.30877314814279089</c:v>
                </c:pt>
                <c:pt idx="26679">
                  <c:v>0.30878472221957054</c:v>
                </c:pt>
                <c:pt idx="26680">
                  <c:v>0.30879629629635019</c:v>
                </c:pt>
                <c:pt idx="26681">
                  <c:v>0.30880787036585389</c:v>
                </c:pt>
                <c:pt idx="26682">
                  <c:v>0.30881944444263354</c:v>
                </c:pt>
                <c:pt idx="26683">
                  <c:v>0.30883101851941319</c:v>
                </c:pt>
                <c:pt idx="26684">
                  <c:v>0.30884259258891689</c:v>
                </c:pt>
                <c:pt idx="26685">
                  <c:v>0.30885416666569654</c:v>
                </c:pt>
                <c:pt idx="26686">
                  <c:v>0.30886574073520023</c:v>
                </c:pt>
                <c:pt idx="26687">
                  <c:v>0.30887731481197989</c:v>
                </c:pt>
                <c:pt idx="26688">
                  <c:v>0.30888888888875954</c:v>
                </c:pt>
                <c:pt idx="26689">
                  <c:v>0.30890046295826323</c:v>
                </c:pt>
                <c:pt idx="26690">
                  <c:v>0.30891203703504289</c:v>
                </c:pt>
                <c:pt idx="26691">
                  <c:v>0.30892361111182254</c:v>
                </c:pt>
                <c:pt idx="26692">
                  <c:v>0.30893518518132623</c:v>
                </c:pt>
                <c:pt idx="26693">
                  <c:v>0.30894675925810589</c:v>
                </c:pt>
                <c:pt idx="26694">
                  <c:v>0.30895833332760958</c:v>
                </c:pt>
                <c:pt idx="26695">
                  <c:v>0.30896990740438923</c:v>
                </c:pt>
                <c:pt idx="26696">
                  <c:v>0.30898148148116888</c:v>
                </c:pt>
                <c:pt idx="26697">
                  <c:v>0.30899305555067258</c:v>
                </c:pt>
                <c:pt idx="26698">
                  <c:v>0.30900462962745223</c:v>
                </c:pt>
                <c:pt idx="26699">
                  <c:v>0.30901620370423188</c:v>
                </c:pt>
                <c:pt idx="26700">
                  <c:v>0.30902777777373558</c:v>
                </c:pt>
                <c:pt idx="26701">
                  <c:v>0.30903935185051523</c:v>
                </c:pt>
                <c:pt idx="26702">
                  <c:v>0.30905092592001893</c:v>
                </c:pt>
                <c:pt idx="26703">
                  <c:v>0.30906249999679858</c:v>
                </c:pt>
                <c:pt idx="26704">
                  <c:v>0.30907407407357823</c:v>
                </c:pt>
                <c:pt idx="26705">
                  <c:v>0.30908564814308193</c:v>
                </c:pt>
                <c:pt idx="26706">
                  <c:v>0.30909722221986158</c:v>
                </c:pt>
                <c:pt idx="26707">
                  <c:v>0.30910879629664123</c:v>
                </c:pt>
                <c:pt idx="26708">
                  <c:v>0.30912037036614493</c:v>
                </c:pt>
                <c:pt idx="26709">
                  <c:v>0.30913194444292458</c:v>
                </c:pt>
                <c:pt idx="26710">
                  <c:v>0.30914351851970423</c:v>
                </c:pt>
                <c:pt idx="26711">
                  <c:v>0.30915509258920792</c:v>
                </c:pt>
                <c:pt idx="26712">
                  <c:v>0.30916666666598758</c:v>
                </c:pt>
                <c:pt idx="26713">
                  <c:v>0.30917824073549127</c:v>
                </c:pt>
                <c:pt idx="26714">
                  <c:v>0.30918981481227092</c:v>
                </c:pt>
                <c:pt idx="26715">
                  <c:v>0.30920138888905058</c:v>
                </c:pt>
                <c:pt idx="26716">
                  <c:v>0.30921296295855427</c:v>
                </c:pt>
                <c:pt idx="26717">
                  <c:v>0.30922453703533392</c:v>
                </c:pt>
                <c:pt idx="26718">
                  <c:v>0.30923611111211358</c:v>
                </c:pt>
                <c:pt idx="26719">
                  <c:v>0.30924768518161727</c:v>
                </c:pt>
                <c:pt idx="26720">
                  <c:v>0.30925925925839692</c:v>
                </c:pt>
                <c:pt idx="26721">
                  <c:v>0.30927083332790062</c:v>
                </c:pt>
                <c:pt idx="26722">
                  <c:v>0.30928240740468027</c:v>
                </c:pt>
                <c:pt idx="26723">
                  <c:v>0.30929398148145992</c:v>
                </c:pt>
                <c:pt idx="26724">
                  <c:v>0.30930555555096362</c:v>
                </c:pt>
                <c:pt idx="26725">
                  <c:v>0.30931712962774327</c:v>
                </c:pt>
                <c:pt idx="26726">
                  <c:v>0.30932870370452292</c:v>
                </c:pt>
                <c:pt idx="26727">
                  <c:v>0.30934027777402662</c:v>
                </c:pt>
                <c:pt idx="26728">
                  <c:v>0.30935185185080627</c:v>
                </c:pt>
                <c:pt idx="26729">
                  <c:v>0.30936342592030996</c:v>
                </c:pt>
                <c:pt idx="26730">
                  <c:v>0.30937499999708962</c:v>
                </c:pt>
                <c:pt idx="26731">
                  <c:v>0.30938657407386927</c:v>
                </c:pt>
                <c:pt idx="26732">
                  <c:v>0.30939814814337296</c:v>
                </c:pt>
                <c:pt idx="26733">
                  <c:v>0.30940972222015262</c:v>
                </c:pt>
                <c:pt idx="26734">
                  <c:v>0.30942129629693227</c:v>
                </c:pt>
                <c:pt idx="26735">
                  <c:v>0.30943287036643596</c:v>
                </c:pt>
                <c:pt idx="26736">
                  <c:v>0.30944444444321562</c:v>
                </c:pt>
                <c:pt idx="26737">
                  <c:v>0.30945601851271931</c:v>
                </c:pt>
                <c:pt idx="26738">
                  <c:v>0.30946759258949896</c:v>
                </c:pt>
                <c:pt idx="26739">
                  <c:v>0.30947916666627862</c:v>
                </c:pt>
                <c:pt idx="26740">
                  <c:v>0.30949074073578231</c:v>
                </c:pt>
                <c:pt idx="26741">
                  <c:v>0.30950231481256196</c:v>
                </c:pt>
                <c:pt idx="26742">
                  <c:v>0.30951388888934162</c:v>
                </c:pt>
                <c:pt idx="26743">
                  <c:v>0.30952546295884531</c:v>
                </c:pt>
                <c:pt idx="26744">
                  <c:v>0.30953703703562496</c:v>
                </c:pt>
                <c:pt idx="26745">
                  <c:v>0.30954861111240461</c:v>
                </c:pt>
                <c:pt idx="26746">
                  <c:v>0.30956018518190831</c:v>
                </c:pt>
                <c:pt idx="26747">
                  <c:v>0.30957175925868796</c:v>
                </c:pt>
                <c:pt idx="26748">
                  <c:v>0.30958333332819166</c:v>
                </c:pt>
                <c:pt idx="26749">
                  <c:v>0.30959490740497131</c:v>
                </c:pt>
                <c:pt idx="26750">
                  <c:v>0.30960648148175096</c:v>
                </c:pt>
                <c:pt idx="26751">
                  <c:v>0.30961805555125466</c:v>
                </c:pt>
                <c:pt idx="26752">
                  <c:v>0.30962962962803431</c:v>
                </c:pt>
                <c:pt idx="26753">
                  <c:v>0.30964120370481396</c:v>
                </c:pt>
                <c:pt idx="26754">
                  <c:v>0.30965277777431766</c:v>
                </c:pt>
                <c:pt idx="26755">
                  <c:v>0.30966435185109731</c:v>
                </c:pt>
                <c:pt idx="26756">
                  <c:v>0.309675925920601</c:v>
                </c:pt>
                <c:pt idx="26757">
                  <c:v>0.30968749999738066</c:v>
                </c:pt>
                <c:pt idx="26758">
                  <c:v>0.30969907407416031</c:v>
                </c:pt>
                <c:pt idx="26759">
                  <c:v>0.309710648143664</c:v>
                </c:pt>
                <c:pt idx="26760">
                  <c:v>0.30972222222044365</c:v>
                </c:pt>
                <c:pt idx="26761">
                  <c:v>0.30973379629722331</c:v>
                </c:pt>
                <c:pt idx="26762">
                  <c:v>0.309745370366727</c:v>
                </c:pt>
                <c:pt idx="26763">
                  <c:v>0.30975694444350665</c:v>
                </c:pt>
                <c:pt idx="26764">
                  <c:v>0.30976851851301035</c:v>
                </c:pt>
                <c:pt idx="26765">
                  <c:v>0.30978009258979</c:v>
                </c:pt>
                <c:pt idx="26766">
                  <c:v>0.30979166666656965</c:v>
                </c:pt>
                <c:pt idx="26767">
                  <c:v>0.30980324073607335</c:v>
                </c:pt>
                <c:pt idx="26768">
                  <c:v>0.309814814812853</c:v>
                </c:pt>
                <c:pt idx="26769">
                  <c:v>0.30982638888963265</c:v>
                </c:pt>
                <c:pt idx="26770">
                  <c:v>0.30983796295913635</c:v>
                </c:pt>
                <c:pt idx="26771">
                  <c:v>0.309849537035916</c:v>
                </c:pt>
                <c:pt idx="26772">
                  <c:v>0.3098611111054197</c:v>
                </c:pt>
                <c:pt idx="26773">
                  <c:v>0.30987268518219935</c:v>
                </c:pt>
                <c:pt idx="26774">
                  <c:v>0.309884259258979</c:v>
                </c:pt>
                <c:pt idx="26775">
                  <c:v>0.30989583332848269</c:v>
                </c:pt>
                <c:pt idx="26776">
                  <c:v>0.30990740740526235</c:v>
                </c:pt>
                <c:pt idx="26777">
                  <c:v>0.309918981482042</c:v>
                </c:pt>
                <c:pt idx="26778">
                  <c:v>0.30993055555154569</c:v>
                </c:pt>
                <c:pt idx="26779">
                  <c:v>0.30994212962832535</c:v>
                </c:pt>
                <c:pt idx="26780">
                  <c:v>0.30995370369782904</c:v>
                </c:pt>
                <c:pt idx="26781">
                  <c:v>0.30996527777460869</c:v>
                </c:pt>
                <c:pt idx="26782">
                  <c:v>0.30997685185138835</c:v>
                </c:pt>
                <c:pt idx="26783">
                  <c:v>0.30998842592089204</c:v>
                </c:pt>
                <c:pt idx="26784">
                  <c:v>0.30999999999767169</c:v>
                </c:pt>
                <c:pt idx="26785">
                  <c:v>0.31001157407445135</c:v>
                </c:pt>
                <c:pt idx="26786">
                  <c:v>0.31002314814395504</c:v>
                </c:pt>
                <c:pt idx="26787">
                  <c:v>0.31003472222073469</c:v>
                </c:pt>
                <c:pt idx="26788">
                  <c:v>0.31004629629751435</c:v>
                </c:pt>
                <c:pt idx="26789">
                  <c:v>0.31005787036701804</c:v>
                </c:pt>
                <c:pt idx="26790">
                  <c:v>0.31006944444379769</c:v>
                </c:pt>
                <c:pt idx="26791">
                  <c:v>0.31008101851330139</c:v>
                </c:pt>
                <c:pt idx="26792">
                  <c:v>0.31009259259008104</c:v>
                </c:pt>
                <c:pt idx="26793">
                  <c:v>0.31010416666686069</c:v>
                </c:pt>
                <c:pt idx="26794">
                  <c:v>0.31011574073636439</c:v>
                </c:pt>
                <c:pt idx="26795">
                  <c:v>0.31012731481314404</c:v>
                </c:pt>
                <c:pt idx="26796">
                  <c:v>0.31013888888992369</c:v>
                </c:pt>
                <c:pt idx="26797">
                  <c:v>0.31015046295942739</c:v>
                </c:pt>
                <c:pt idx="26798">
                  <c:v>0.31016203703620704</c:v>
                </c:pt>
                <c:pt idx="26799">
                  <c:v>0.31017361110571073</c:v>
                </c:pt>
                <c:pt idx="26800">
                  <c:v>0.31018518518249039</c:v>
                </c:pt>
                <c:pt idx="26801">
                  <c:v>0.31019675925927004</c:v>
                </c:pt>
                <c:pt idx="26802">
                  <c:v>0.31020833332877373</c:v>
                </c:pt>
                <c:pt idx="26803">
                  <c:v>0.31021990740555339</c:v>
                </c:pt>
                <c:pt idx="26804">
                  <c:v>0.31023148148233304</c:v>
                </c:pt>
                <c:pt idx="26805">
                  <c:v>0.31024305555183673</c:v>
                </c:pt>
                <c:pt idx="26806">
                  <c:v>0.31025462962861639</c:v>
                </c:pt>
                <c:pt idx="26807">
                  <c:v>0.31026620369812008</c:v>
                </c:pt>
                <c:pt idx="26808">
                  <c:v>0.31027777777489973</c:v>
                </c:pt>
                <c:pt idx="26809">
                  <c:v>0.31028935185167938</c:v>
                </c:pt>
                <c:pt idx="26810">
                  <c:v>0.31030092592118308</c:v>
                </c:pt>
                <c:pt idx="26811">
                  <c:v>0.31031249999796273</c:v>
                </c:pt>
                <c:pt idx="26812">
                  <c:v>0.31032407407474238</c:v>
                </c:pt>
                <c:pt idx="26813">
                  <c:v>0.31033564814424608</c:v>
                </c:pt>
                <c:pt idx="26814">
                  <c:v>0.31034722222102573</c:v>
                </c:pt>
                <c:pt idx="26815">
                  <c:v>0.31035879629052943</c:v>
                </c:pt>
                <c:pt idx="26816">
                  <c:v>0.31037037036730908</c:v>
                </c:pt>
                <c:pt idx="26817">
                  <c:v>0.31038194444408873</c:v>
                </c:pt>
                <c:pt idx="26818">
                  <c:v>0.31039351851359243</c:v>
                </c:pt>
                <c:pt idx="26819">
                  <c:v>0.31040509259037208</c:v>
                </c:pt>
                <c:pt idx="26820">
                  <c:v>0.31041666666715173</c:v>
                </c:pt>
                <c:pt idx="26821">
                  <c:v>0.31042824073665543</c:v>
                </c:pt>
                <c:pt idx="26822">
                  <c:v>0.31043981481343508</c:v>
                </c:pt>
                <c:pt idx="26823">
                  <c:v>0.31045138889021473</c:v>
                </c:pt>
                <c:pt idx="26824">
                  <c:v>0.31046296295971842</c:v>
                </c:pt>
                <c:pt idx="26825">
                  <c:v>0.31047453703649808</c:v>
                </c:pt>
                <c:pt idx="26826">
                  <c:v>0.31048611110600177</c:v>
                </c:pt>
                <c:pt idx="26827">
                  <c:v>0.31049768518278142</c:v>
                </c:pt>
                <c:pt idx="26828">
                  <c:v>0.31050925925956108</c:v>
                </c:pt>
                <c:pt idx="26829">
                  <c:v>0.31052083332906477</c:v>
                </c:pt>
                <c:pt idx="26830">
                  <c:v>0.31053240740584442</c:v>
                </c:pt>
                <c:pt idx="26831">
                  <c:v>0.31054398148262408</c:v>
                </c:pt>
                <c:pt idx="26832">
                  <c:v>0.31055555555212777</c:v>
                </c:pt>
                <c:pt idx="26833">
                  <c:v>0.31056712962890742</c:v>
                </c:pt>
                <c:pt idx="26834">
                  <c:v>0.31057870369841112</c:v>
                </c:pt>
                <c:pt idx="26835">
                  <c:v>0.31059027777519077</c:v>
                </c:pt>
                <c:pt idx="26836">
                  <c:v>0.31060185185197042</c:v>
                </c:pt>
                <c:pt idx="26837">
                  <c:v>0.31061342592147412</c:v>
                </c:pt>
                <c:pt idx="26838">
                  <c:v>0.31062499999825377</c:v>
                </c:pt>
                <c:pt idx="26839">
                  <c:v>0.31063657407503342</c:v>
                </c:pt>
                <c:pt idx="26840">
                  <c:v>0.31064814814453712</c:v>
                </c:pt>
                <c:pt idx="26841">
                  <c:v>0.31065972222131677</c:v>
                </c:pt>
                <c:pt idx="26842">
                  <c:v>0.31067129629082046</c:v>
                </c:pt>
                <c:pt idx="26843">
                  <c:v>0.31068287036760012</c:v>
                </c:pt>
                <c:pt idx="26844">
                  <c:v>0.31069444444437977</c:v>
                </c:pt>
                <c:pt idx="26845">
                  <c:v>0.31070601851388346</c:v>
                </c:pt>
                <c:pt idx="26846">
                  <c:v>0.31071759259066312</c:v>
                </c:pt>
                <c:pt idx="26847">
                  <c:v>0.31072916666744277</c:v>
                </c:pt>
                <c:pt idx="26848">
                  <c:v>0.31074074073694646</c:v>
                </c:pt>
                <c:pt idx="26849">
                  <c:v>0.31075231481372612</c:v>
                </c:pt>
                <c:pt idx="26850">
                  <c:v>0.31076388888322981</c:v>
                </c:pt>
                <c:pt idx="26851">
                  <c:v>0.31077546296000946</c:v>
                </c:pt>
                <c:pt idx="26852">
                  <c:v>0.31078703703678912</c:v>
                </c:pt>
                <c:pt idx="26853">
                  <c:v>0.31079861110629281</c:v>
                </c:pt>
                <c:pt idx="26854">
                  <c:v>0.31081018518307246</c:v>
                </c:pt>
                <c:pt idx="26855">
                  <c:v>0.31082175925985212</c:v>
                </c:pt>
                <c:pt idx="26856">
                  <c:v>0.31083333332935581</c:v>
                </c:pt>
                <c:pt idx="26857">
                  <c:v>0.31084490740613546</c:v>
                </c:pt>
                <c:pt idx="26858">
                  <c:v>0.31085648147563916</c:v>
                </c:pt>
                <c:pt idx="26859">
                  <c:v>0.31086805555241881</c:v>
                </c:pt>
                <c:pt idx="26860">
                  <c:v>0.31087962962919846</c:v>
                </c:pt>
                <c:pt idx="26861">
                  <c:v>0.31089120369870216</c:v>
                </c:pt>
                <c:pt idx="26862">
                  <c:v>0.31090277777548181</c:v>
                </c:pt>
                <c:pt idx="26863">
                  <c:v>0.31091435185226146</c:v>
                </c:pt>
                <c:pt idx="26864">
                  <c:v>0.31092592592176516</c:v>
                </c:pt>
                <c:pt idx="26865">
                  <c:v>0.31093749999854481</c:v>
                </c:pt>
                <c:pt idx="26866">
                  <c:v>0.31094907407532446</c:v>
                </c:pt>
                <c:pt idx="26867">
                  <c:v>0.31096064814482816</c:v>
                </c:pt>
                <c:pt idx="26868">
                  <c:v>0.31097222222160781</c:v>
                </c:pt>
                <c:pt idx="26869">
                  <c:v>0.3109837962911115</c:v>
                </c:pt>
                <c:pt idx="26870">
                  <c:v>0.31099537036789116</c:v>
                </c:pt>
                <c:pt idx="26871">
                  <c:v>0.31100694444467081</c:v>
                </c:pt>
                <c:pt idx="26872">
                  <c:v>0.3110185185141745</c:v>
                </c:pt>
                <c:pt idx="26873">
                  <c:v>0.31103009259095415</c:v>
                </c:pt>
                <c:pt idx="26874">
                  <c:v>0.31104166666773381</c:v>
                </c:pt>
                <c:pt idx="26875">
                  <c:v>0.3110532407372375</c:v>
                </c:pt>
                <c:pt idx="26876">
                  <c:v>0.31106481481401715</c:v>
                </c:pt>
                <c:pt idx="26877">
                  <c:v>0.31107638888352085</c:v>
                </c:pt>
                <c:pt idx="26878">
                  <c:v>0.3110879629603005</c:v>
                </c:pt>
                <c:pt idx="26879">
                  <c:v>0.31109953703708015</c:v>
                </c:pt>
                <c:pt idx="26880">
                  <c:v>0.31111111110658385</c:v>
                </c:pt>
                <c:pt idx="26881">
                  <c:v>0.3111226851833635</c:v>
                </c:pt>
                <c:pt idx="26882">
                  <c:v>0.31113425926014315</c:v>
                </c:pt>
                <c:pt idx="26883">
                  <c:v>0.31114583332964685</c:v>
                </c:pt>
                <c:pt idx="26884">
                  <c:v>0.3111574074064265</c:v>
                </c:pt>
                <c:pt idx="26885">
                  <c:v>0.3111689814759302</c:v>
                </c:pt>
                <c:pt idx="26886">
                  <c:v>0.31118055555270985</c:v>
                </c:pt>
                <c:pt idx="26887">
                  <c:v>0.3111921296294895</c:v>
                </c:pt>
                <c:pt idx="26888">
                  <c:v>0.31120370369899319</c:v>
                </c:pt>
                <c:pt idx="26889">
                  <c:v>0.31121527777577285</c:v>
                </c:pt>
                <c:pt idx="26890">
                  <c:v>0.3112268518525525</c:v>
                </c:pt>
                <c:pt idx="26891">
                  <c:v>0.31123842592205619</c:v>
                </c:pt>
                <c:pt idx="26892">
                  <c:v>0.31124999999883585</c:v>
                </c:pt>
                <c:pt idx="26893">
                  <c:v>0.31126157406833954</c:v>
                </c:pt>
                <c:pt idx="26894">
                  <c:v>0.31127314814511919</c:v>
                </c:pt>
                <c:pt idx="26895">
                  <c:v>0.31128472222189885</c:v>
                </c:pt>
                <c:pt idx="26896">
                  <c:v>0.31129629629140254</c:v>
                </c:pt>
                <c:pt idx="26897">
                  <c:v>0.31130787036818219</c:v>
                </c:pt>
                <c:pt idx="26898">
                  <c:v>0.31131944444496185</c:v>
                </c:pt>
                <c:pt idx="26899">
                  <c:v>0.31133101851446554</c:v>
                </c:pt>
                <c:pt idx="26900">
                  <c:v>0.31134259259124519</c:v>
                </c:pt>
                <c:pt idx="26901">
                  <c:v>0.31135416666074889</c:v>
                </c:pt>
                <c:pt idx="26902">
                  <c:v>0.31136574073752854</c:v>
                </c:pt>
                <c:pt idx="26903">
                  <c:v>0.31137731481430819</c:v>
                </c:pt>
                <c:pt idx="26904">
                  <c:v>0.31138888888381189</c:v>
                </c:pt>
                <c:pt idx="26905">
                  <c:v>0.31140046296059154</c:v>
                </c:pt>
                <c:pt idx="26906">
                  <c:v>0.31141203703737119</c:v>
                </c:pt>
                <c:pt idx="26907">
                  <c:v>0.31142361110687489</c:v>
                </c:pt>
                <c:pt idx="26908">
                  <c:v>0.31143518518365454</c:v>
                </c:pt>
                <c:pt idx="26909">
                  <c:v>0.31144675926043419</c:v>
                </c:pt>
                <c:pt idx="26910">
                  <c:v>0.31145833332993789</c:v>
                </c:pt>
                <c:pt idx="26911">
                  <c:v>0.31146990740671754</c:v>
                </c:pt>
                <c:pt idx="26912">
                  <c:v>0.31148148147622123</c:v>
                </c:pt>
                <c:pt idx="26913">
                  <c:v>0.31149305555300089</c:v>
                </c:pt>
                <c:pt idx="26914">
                  <c:v>0.31150462962978054</c:v>
                </c:pt>
                <c:pt idx="26915">
                  <c:v>0.31151620369928423</c:v>
                </c:pt>
                <c:pt idx="26916">
                  <c:v>0.31152777777606389</c:v>
                </c:pt>
                <c:pt idx="26917">
                  <c:v>0.31153935185284354</c:v>
                </c:pt>
                <c:pt idx="26918">
                  <c:v>0.31155092592234723</c:v>
                </c:pt>
                <c:pt idx="26919">
                  <c:v>0.31156249999912689</c:v>
                </c:pt>
                <c:pt idx="26920">
                  <c:v>0.31157407406863058</c:v>
                </c:pt>
                <c:pt idx="26921">
                  <c:v>0.31158564814541023</c:v>
                </c:pt>
                <c:pt idx="26922">
                  <c:v>0.31159722222218988</c:v>
                </c:pt>
                <c:pt idx="26923">
                  <c:v>0.31160879629169358</c:v>
                </c:pt>
                <c:pt idx="26924">
                  <c:v>0.31162037036847323</c:v>
                </c:pt>
                <c:pt idx="26925">
                  <c:v>0.31163194444525288</c:v>
                </c:pt>
                <c:pt idx="26926">
                  <c:v>0.31164351851475658</c:v>
                </c:pt>
                <c:pt idx="26927">
                  <c:v>0.31165509259153623</c:v>
                </c:pt>
                <c:pt idx="26928">
                  <c:v>0.31166666666103993</c:v>
                </c:pt>
                <c:pt idx="26929">
                  <c:v>0.31167824073781958</c:v>
                </c:pt>
                <c:pt idx="26930">
                  <c:v>0.31168981481459923</c:v>
                </c:pt>
                <c:pt idx="26931">
                  <c:v>0.31170138888410293</c:v>
                </c:pt>
                <c:pt idx="26932">
                  <c:v>0.31171296296088258</c:v>
                </c:pt>
                <c:pt idx="26933">
                  <c:v>0.31172453703766223</c:v>
                </c:pt>
                <c:pt idx="26934">
                  <c:v>0.31173611110716593</c:v>
                </c:pt>
                <c:pt idx="26935">
                  <c:v>0.31174768518394558</c:v>
                </c:pt>
                <c:pt idx="26936">
                  <c:v>0.31175925925344927</c:v>
                </c:pt>
                <c:pt idx="26937">
                  <c:v>0.31177083333022892</c:v>
                </c:pt>
                <c:pt idx="26938">
                  <c:v>0.31178240740700858</c:v>
                </c:pt>
                <c:pt idx="26939">
                  <c:v>0.31179398147651227</c:v>
                </c:pt>
                <c:pt idx="26940">
                  <c:v>0.31180555555329192</c:v>
                </c:pt>
                <c:pt idx="26941">
                  <c:v>0.31181712963007158</c:v>
                </c:pt>
                <c:pt idx="26942">
                  <c:v>0.31182870369957527</c:v>
                </c:pt>
                <c:pt idx="26943">
                  <c:v>0.31184027777635492</c:v>
                </c:pt>
                <c:pt idx="26944">
                  <c:v>0.31185185185313458</c:v>
                </c:pt>
                <c:pt idx="26945">
                  <c:v>0.31186342592263827</c:v>
                </c:pt>
                <c:pt idx="26946">
                  <c:v>0.31187499999941792</c:v>
                </c:pt>
                <c:pt idx="26947">
                  <c:v>0.31188657406892162</c:v>
                </c:pt>
                <c:pt idx="26948">
                  <c:v>0.31189814814570127</c:v>
                </c:pt>
                <c:pt idx="26949">
                  <c:v>0.31190972222248092</c:v>
                </c:pt>
                <c:pt idx="26950">
                  <c:v>0.31192129629198462</c:v>
                </c:pt>
                <c:pt idx="26951">
                  <c:v>0.31193287036876427</c:v>
                </c:pt>
                <c:pt idx="26952">
                  <c:v>0.31194444444554392</c:v>
                </c:pt>
                <c:pt idx="26953">
                  <c:v>0.31195601851504762</c:v>
                </c:pt>
                <c:pt idx="26954">
                  <c:v>0.31196759259182727</c:v>
                </c:pt>
                <c:pt idx="26955">
                  <c:v>0.31197916666133096</c:v>
                </c:pt>
                <c:pt idx="26956">
                  <c:v>0.31199074073811062</c:v>
                </c:pt>
                <c:pt idx="26957">
                  <c:v>0.31200231481489027</c:v>
                </c:pt>
                <c:pt idx="26958">
                  <c:v>0.31201388888439396</c:v>
                </c:pt>
                <c:pt idx="26959">
                  <c:v>0.31202546296117362</c:v>
                </c:pt>
                <c:pt idx="26960">
                  <c:v>0.31203703703795327</c:v>
                </c:pt>
                <c:pt idx="26961">
                  <c:v>0.31204861110745696</c:v>
                </c:pt>
                <c:pt idx="26962">
                  <c:v>0.31206018518423662</c:v>
                </c:pt>
                <c:pt idx="26963">
                  <c:v>0.31207175925374031</c:v>
                </c:pt>
                <c:pt idx="26964">
                  <c:v>0.31208333333051996</c:v>
                </c:pt>
                <c:pt idx="26965">
                  <c:v>0.31209490740729962</c:v>
                </c:pt>
                <c:pt idx="26966">
                  <c:v>0.31210648147680331</c:v>
                </c:pt>
                <c:pt idx="26967">
                  <c:v>0.31211805555358296</c:v>
                </c:pt>
                <c:pt idx="26968">
                  <c:v>0.31212962963036261</c:v>
                </c:pt>
                <c:pt idx="26969">
                  <c:v>0.31214120369986631</c:v>
                </c:pt>
                <c:pt idx="26970">
                  <c:v>0.31215277777664596</c:v>
                </c:pt>
                <c:pt idx="26971">
                  <c:v>0.31216435184614966</c:v>
                </c:pt>
                <c:pt idx="26972">
                  <c:v>0.31217592592292931</c:v>
                </c:pt>
                <c:pt idx="26973">
                  <c:v>0.31218749999970896</c:v>
                </c:pt>
                <c:pt idx="26974">
                  <c:v>0.31219907406921266</c:v>
                </c:pt>
                <c:pt idx="26975">
                  <c:v>0.31221064814599231</c:v>
                </c:pt>
                <c:pt idx="26976">
                  <c:v>0.31222222222277196</c:v>
                </c:pt>
                <c:pt idx="26977">
                  <c:v>0.31223379629227566</c:v>
                </c:pt>
                <c:pt idx="26978">
                  <c:v>0.31224537036905531</c:v>
                </c:pt>
                <c:pt idx="26979">
                  <c:v>0.312256944438559</c:v>
                </c:pt>
                <c:pt idx="26980">
                  <c:v>0.31226851851533866</c:v>
                </c:pt>
                <c:pt idx="26981">
                  <c:v>0.31228009259211831</c:v>
                </c:pt>
                <c:pt idx="26982">
                  <c:v>0.312291666661622</c:v>
                </c:pt>
                <c:pt idx="26983">
                  <c:v>0.31230324073840166</c:v>
                </c:pt>
                <c:pt idx="26984">
                  <c:v>0.31231481481518131</c:v>
                </c:pt>
                <c:pt idx="26985">
                  <c:v>0.312326388884685</c:v>
                </c:pt>
                <c:pt idx="26986">
                  <c:v>0.31233796296146465</c:v>
                </c:pt>
                <c:pt idx="26987">
                  <c:v>0.31234953703824431</c:v>
                </c:pt>
                <c:pt idx="26988">
                  <c:v>0.312361111107748</c:v>
                </c:pt>
                <c:pt idx="26989">
                  <c:v>0.31237268518452765</c:v>
                </c:pt>
                <c:pt idx="26990">
                  <c:v>0.31238425925403135</c:v>
                </c:pt>
                <c:pt idx="26991">
                  <c:v>0.312395833330811</c:v>
                </c:pt>
                <c:pt idx="26992">
                  <c:v>0.31240740740759065</c:v>
                </c:pt>
                <c:pt idx="26993">
                  <c:v>0.31241898147709435</c:v>
                </c:pt>
                <c:pt idx="26994">
                  <c:v>0.312430555553874</c:v>
                </c:pt>
                <c:pt idx="26995">
                  <c:v>0.31244212963065365</c:v>
                </c:pt>
                <c:pt idx="26996">
                  <c:v>0.31245370370015735</c:v>
                </c:pt>
                <c:pt idx="26997">
                  <c:v>0.312465277776937</c:v>
                </c:pt>
                <c:pt idx="26998">
                  <c:v>0.3124768518464407</c:v>
                </c:pt>
                <c:pt idx="26999">
                  <c:v>0.31248842592322035</c:v>
                </c:pt>
                <c:pt idx="27000">
                  <c:v>0.3125</c:v>
                </c:pt>
                <c:pt idx="27001">
                  <c:v>0.31251157406950369</c:v>
                </c:pt>
                <c:pt idx="27002">
                  <c:v>0.31252314814628335</c:v>
                </c:pt>
                <c:pt idx="27003">
                  <c:v>0.312534722223063</c:v>
                </c:pt>
                <c:pt idx="27004">
                  <c:v>0.31254629629256669</c:v>
                </c:pt>
                <c:pt idx="27005">
                  <c:v>0.31255787036934635</c:v>
                </c:pt>
                <c:pt idx="27006">
                  <c:v>0.31256944443885004</c:v>
                </c:pt>
                <c:pt idx="27007">
                  <c:v>0.31258101851562969</c:v>
                </c:pt>
                <c:pt idx="27008">
                  <c:v>0.31259259259240935</c:v>
                </c:pt>
                <c:pt idx="27009">
                  <c:v>0.31260416666191304</c:v>
                </c:pt>
                <c:pt idx="27010">
                  <c:v>0.31261574073869269</c:v>
                </c:pt>
                <c:pt idx="27011">
                  <c:v>0.31262731481547235</c:v>
                </c:pt>
                <c:pt idx="27012">
                  <c:v>0.31263888888497604</c:v>
                </c:pt>
                <c:pt idx="27013">
                  <c:v>0.31265046296175569</c:v>
                </c:pt>
                <c:pt idx="27014">
                  <c:v>0.31266203703125939</c:v>
                </c:pt>
                <c:pt idx="27015">
                  <c:v>0.31267361110803904</c:v>
                </c:pt>
                <c:pt idx="27016">
                  <c:v>0.31268518518481869</c:v>
                </c:pt>
                <c:pt idx="27017">
                  <c:v>0.31269675925432239</c:v>
                </c:pt>
                <c:pt idx="27018">
                  <c:v>0.31270833333110204</c:v>
                </c:pt>
                <c:pt idx="27019">
                  <c:v>0.31271990740788169</c:v>
                </c:pt>
                <c:pt idx="27020">
                  <c:v>0.31273148147738539</c:v>
                </c:pt>
                <c:pt idx="27021">
                  <c:v>0.31274305555416504</c:v>
                </c:pt>
                <c:pt idx="27022">
                  <c:v>0.31275462963094469</c:v>
                </c:pt>
                <c:pt idx="27023">
                  <c:v>0.31276620370044839</c:v>
                </c:pt>
                <c:pt idx="27024">
                  <c:v>0.31277777777722804</c:v>
                </c:pt>
                <c:pt idx="27025">
                  <c:v>0.31278935184673173</c:v>
                </c:pt>
                <c:pt idx="27026">
                  <c:v>0.31280092592351139</c:v>
                </c:pt>
                <c:pt idx="27027">
                  <c:v>0.31281250000029104</c:v>
                </c:pt>
                <c:pt idx="27028">
                  <c:v>0.31282407406979473</c:v>
                </c:pt>
                <c:pt idx="27029">
                  <c:v>0.31283564814657439</c:v>
                </c:pt>
                <c:pt idx="27030">
                  <c:v>0.31284722222335404</c:v>
                </c:pt>
                <c:pt idx="27031">
                  <c:v>0.31285879629285773</c:v>
                </c:pt>
                <c:pt idx="27032">
                  <c:v>0.31287037036963739</c:v>
                </c:pt>
                <c:pt idx="27033">
                  <c:v>0.31288194443914108</c:v>
                </c:pt>
                <c:pt idx="27034">
                  <c:v>0.31289351851592073</c:v>
                </c:pt>
                <c:pt idx="27035">
                  <c:v>0.31290509259270038</c:v>
                </c:pt>
                <c:pt idx="27036">
                  <c:v>0.31291666666220408</c:v>
                </c:pt>
                <c:pt idx="27037">
                  <c:v>0.31292824073898373</c:v>
                </c:pt>
                <c:pt idx="27038">
                  <c:v>0.31293981481576338</c:v>
                </c:pt>
                <c:pt idx="27039">
                  <c:v>0.31295138888526708</c:v>
                </c:pt>
                <c:pt idx="27040">
                  <c:v>0.31296296296204673</c:v>
                </c:pt>
                <c:pt idx="27041">
                  <c:v>0.31297453703155043</c:v>
                </c:pt>
                <c:pt idx="27042">
                  <c:v>0.31298611110833008</c:v>
                </c:pt>
                <c:pt idx="27043">
                  <c:v>0.31299768518510973</c:v>
                </c:pt>
                <c:pt idx="27044">
                  <c:v>0.31300925925461343</c:v>
                </c:pt>
                <c:pt idx="27045">
                  <c:v>0.31302083333139308</c:v>
                </c:pt>
                <c:pt idx="27046">
                  <c:v>0.31303240740817273</c:v>
                </c:pt>
                <c:pt idx="27047">
                  <c:v>0.31304398147767643</c:v>
                </c:pt>
                <c:pt idx="27048">
                  <c:v>0.31305555555445608</c:v>
                </c:pt>
                <c:pt idx="27049">
                  <c:v>0.31306712962395977</c:v>
                </c:pt>
                <c:pt idx="27050">
                  <c:v>0.31307870370073942</c:v>
                </c:pt>
                <c:pt idx="27051">
                  <c:v>0.31309027777751908</c:v>
                </c:pt>
                <c:pt idx="27052">
                  <c:v>0.31310185184702277</c:v>
                </c:pt>
                <c:pt idx="27053">
                  <c:v>0.31311342592380242</c:v>
                </c:pt>
                <c:pt idx="27054">
                  <c:v>0.31312500000058208</c:v>
                </c:pt>
                <c:pt idx="27055">
                  <c:v>0.31313657407008577</c:v>
                </c:pt>
                <c:pt idx="27056">
                  <c:v>0.31314814814686542</c:v>
                </c:pt>
                <c:pt idx="27057">
                  <c:v>0.31315972221636912</c:v>
                </c:pt>
                <c:pt idx="27058">
                  <c:v>0.31317129629314877</c:v>
                </c:pt>
                <c:pt idx="27059">
                  <c:v>0.31318287036992842</c:v>
                </c:pt>
                <c:pt idx="27060">
                  <c:v>0.31319444443943212</c:v>
                </c:pt>
                <c:pt idx="27061">
                  <c:v>0.31320601851621177</c:v>
                </c:pt>
                <c:pt idx="27062">
                  <c:v>0.31321759259299142</c:v>
                </c:pt>
                <c:pt idx="27063">
                  <c:v>0.31322916666249512</c:v>
                </c:pt>
                <c:pt idx="27064">
                  <c:v>0.31324074073927477</c:v>
                </c:pt>
                <c:pt idx="27065">
                  <c:v>0.31325231481605442</c:v>
                </c:pt>
                <c:pt idx="27066">
                  <c:v>0.31326388888555812</c:v>
                </c:pt>
                <c:pt idx="27067">
                  <c:v>0.31327546296233777</c:v>
                </c:pt>
                <c:pt idx="27068">
                  <c:v>0.31328703703184146</c:v>
                </c:pt>
                <c:pt idx="27069">
                  <c:v>0.31329861110862112</c:v>
                </c:pt>
                <c:pt idx="27070">
                  <c:v>0.31331018518540077</c:v>
                </c:pt>
                <c:pt idx="27071">
                  <c:v>0.31332175925490446</c:v>
                </c:pt>
                <c:pt idx="27072">
                  <c:v>0.31333333333168412</c:v>
                </c:pt>
                <c:pt idx="27073">
                  <c:v>0.31334490740846377</c:v>
                </c:pt>
                <c:pt idx="27074">
                  <c:v>0.31335648147796746</c:v>
                </c:pt>
                <c:pt idx="27075">
                  <c:v>0.31336805555474712</c:v>
                </c:pt>
                <c:pt idx="27076">
                  <c:v>0.31337962962425081</c:v>
                </c:pt>
                <c:pt idx="27077">
                  <c:v>0.31339120370103046</c:v>
                </c:pt>
                <c:pt idx="27078">
                  <c:v>0.31340277777781012</c:v>
                </c:pt>
                <c:pt idx="27079">
                  <c:v>0.31341435184731381</c:v>
                </c:pt>
                <c:pt idx="27080">
                  <c:v>0.31342592592409346</c:v>
                </c:pt>
                <c:pt idx="27081">
                  <c:v>0.31343750000087311</c:v>
                </c:pt>
                <c:pt idx="27082">
                  <c:v>0.31344907407037681</c:v>
                </c:pt>
                <c:pt idx="27083">
                  <c:v>0.31346064814715646</c:v>
                </c:pt>
                <c:pt idx="27084">
                  <c:v>0.31347222221666016</c:v>
                </c:pt>
                <c:pt idx="27085">
                  <c:v>0.31348379629343981</c:v>
                </c:pt>
                <c:pt idx="27086">
                  <c:v>0.31349537037021946</c:v>
                </c:pt>
                <c:pt idx="27087">
                  <c:v>0.31350694443972316</c:v>
                </c:pt>
                <c:pt idx="27088">
                  <c:v>0.31351851851650281</c:v>
                </c:pt>
                <c:pt idx="27089">
                  <c:v>0.31353009259328246</c:v>
                </c:pt>
                <c:pt idx="27090">
                  <c:v>0.31354166666278616</c:v>
                </c:pt>
                <c:pt idx="27091">
                  <c:v>0.31355324073956581</c:v>
                </c:pt>
                <c:pt idx="27092">
                  <c:v>0.3135648148090695</c:v>
                </c:pt>
                <c:pt idx="27093">
                  <c:v>0.31357638888584916</c:v>
                </c:pt>
                <c:pt idx="27094">
                  <c:v>0.31358796296262881</c:v>
                </c:pt>
                <c:pt idx="27095">
                  <c:v>0.3135995370321325</c:v>
                </c:pt>
                <c:pt idx="27096">
                  <c:v>0.31361111110891216</c:v>
                </c:pt>
                <c:pt idx="27097">
                  <c:v>0.31362268518569181</c:v>
                </c:pt>
                <c:pt idx="27098">
                  <c:v>0.3136342592551955</c:v>
                </c:pt>
                <c:pt idx="27099">
                  <c:v>0.31364583333197515</c:v>
                </c:pt>
                <c:pt idx="27100">
                  <c:v>0.31365740740147885</c:v>
                </c:pt>
                <c:pt idx="27101">
                  <c:v>0.3136689814782585</c:v>
                </c:pt>
                <c:pt idx="27102">
                  <c:v>0.31368055555503815</c:v>
                </c:pt>
                <c:pt idx="27103">
                  <c:v>0.31369212962454185</c:v>
                </c:pt>
                <c:pt idx="27104">
                  <c:v>0.3137037037013215</c:v>
                </c:pt>
                <c:pt idx="27105">
                  <c:v>0.31371527777810115</c:v>
                </c:pt>
                <c:pt idx="27106">
                  <c:v>0.31372685184760485</c:v>
                </c:pt>
                <c:pt idx="27107">
                  <c:v>0.3137384259243845</c:v>
                </c:pt>
                <c:pt idx="27108">
                  <c:v>0.31375000000116415</c:v>
                </c:pt>
                <c:pt idx="27109">
                  <c:v>0.31376157407066785</c:v>
                </c:pt>
                <c:pt idx="27110">
                  <c:v>0.3137731481474475</c:v>
                </c:pt>
                <c:pt idx="27111">
                  <c:v>0.3137847222169512</c:v>
                </c:pt>
                <c:pt idx="27112">
                  <c:v>0.31379629629373085</c:v>
                </c:pt>
                <c:pt idx="27113">
                  <c:v>0.3138078703705105</c:v>
                </c:pt>
                <c:pt idx="27114">
                  <c:v>0.31381944444001419</c:v>
                </c:pt>
                <c:pt idx="27115">
                  <c:v>0.31383101851679385</c:v>
                </c:pt>
                <c:pt idx="27116">
                  <c:v>0.3138425925935735</c:v>
                </c:pt>
                <c:pt idx="27117">
                  <c:v>0.31385416666307719</c:v>
                </c:pt>
                <c:pt idx="27118">
                  <c:v>0.31386574073985685</c:v>
                </c:pt>
                <c:pt idx="27119">
                  <c:v>0.31387731480936054</c:v>
                </c:pt>
                <c:pt idx="27120">
                  <c:v>0.31388888888614019</c:v>
                </c:pt>
                <c:pt idx="27121">
                  <c:v>0.31390046296291985</c:v>
                </c:pt>
                <c:pt idx="27122">
                  <c:v>0.31391203703242354</c:v>
                </c:pt>
                <c:pt idx="27123">
                  <c:v>0.31392361110920319</c:v>
                </c:pt>
                <c:pt idx="27124">
                  <c:v>0.31393518518598285</c:v>
                </c:pt>
                <c:pt idx="27125">
                  <c:v>0.31394675925548654</c:v>
                </c:pt>
                <c:pt idx="27126">
                  <c:v>0.31395833333226619</c:v>
                </c:pt>
                <c:pt idx="27127">
                  <c:v>0.31396990740176989</c:v>
                </c:pt>
                <c:pt idx="27128">
                  <c:v>0.31398148147854954</c:v>
                </c:pt>
                <c:pt idx="27129">
                  <c:v>0.31399305555532919</c:v>
                </c:pt>
                <c:pt idx="27130">
                  <c:v>0.31400462962483289</c:v>
                </c:pt>
                <c:pt idx="27131">
                  <c:v>0.31401620370161254</c:v>
                </c:pt>
                <c:pt idx="27132">
                  <c:v>0.31402777777839219</c:v>
                </c:pt>
                <c:pt idx="27133">
                  <c:v>0.31403935184789589</c:v>
                </c:pt>
                <c:pt idx="27134">
                  <c:v>0.31405092592467554</c:v>
                </c:pt>
                <c:pt idx="27135">
                  <c:v>0.31406249999417923</c:v>
                </c:pt>
                <c:pt idx="27136">
                  <c:v>0.31407407407095889</c:v>
                </c:pt>
                <c:pt idx="27137">
                  <c:v>0.31408564814773854</c:v>
                </c:pt>
                <c:pt idx="27138">
                  <c:v>0.31409722221724223</c:v>
                </c:pt>
                <c:pt idx="27139">
                  <c:v>0.31410879629402189</c:v>
                </c:pt>
                <c:pt idx="27140">
                  <c:v>0.31412037037080154</c:v>
                </c:pt>
                <c:pt idx="27141">
                  <c:v>0.31413194444030523</c:v>
                </c:pt>
                <c:pt idx="27142">
                  <c:v>0.31414351851708489</c:v>
                </c:pt>
                <c:pt idx="27143">
                  <c:v>0.31415509259386454</c:v>
                </c:pt>
                <c:pt idx="27144">
                  <c:v>0.31416666666336823</c:v>
                </c:pt>
                <c:pt idx="27145">
                  <c:v>0.31417824074014788</c:v>
                </c:pt>
                <c:pt idx="27146">
                  <c:v>0.31418981480965158</c:v>
                </c:pt>
                <c:pt idx="27147">
                  <c:v>0.31420138888643123</c:v>
                </c:pt>
                <c:pt idx="27148">
                  <c:v>0.31421296296321088</c:v>
                </c:pt>
                <c:pt idx="27149">
                  <c:v>0.31422453703271458</c:v>
                </c:pt>
                <c:pt idx="27150">
                  <c:v>0.31423611110949423</c:v>
                </c:pt>
                <c:pt idx="27151">
                  <c:v>0.31424768518627388</c:v>
                </c:pt>
                <c:pt idx="27152">
                  <c:v>0.31425925925577758</c:v>
                </c:pt>
                <c:pt idx="27153">
                  <c:v>0.31427083333255723</c:v>
                </c:pt>
                <c:pt idx="27154">
                  <c:v>0.31428240740206093</c:v>
                </c:pt>
                <c:pt idx="27155">
                  <c:v>0.31429398147884058</c:v>
                </c:pt>
                <c:pt idx="27156">
                  <c:v>0.31430555555562023</c:v>
                </c:pt>
                <c:pt idx="27157">
                  <c:v>0.31431712962512393</c:v>
                </c:pt>
                <c:pt idx="27158">
                  <c:v>0.31432870370190358</c:v>
                </c:pt>
                <c:pt idx="27159">
                  <c:v>0.31434027777868323</c:v>
                </c:pt>
                <c:pt idx="27160">
                  <c:v>0.31435185184818693</c:v>
                </c:pt>
                <c:pt idx="27161">
                  <c:v>0.31436342592496658</c:v>
                </c:pt>
                <c:pt idx="27162">
                  <c:v>0.31437499999447027</c:v>
                </c:pt>
                <c:pt idx="27163">
                  <c:v>0.31438657407124992</c:v>
                </c:pt>
                <c:pt idx="27164">
                  <c:v>0.31439814814802958</c:v>
                </c:pt>
                <c:pt idx="27165">
                  <c:v>0.31440972221753327</c:v>
                </c:pt>
                <c:pt idx="27166">
                  <c:v>0.31442129629431292</c:v>
                </c:pt>
                <c:pt idx="27167">
                  <c:v>0.31443287037109258</c:v>
                </c:pt>
                <c:pt idx="27168">
                  <c:v>0.31444444444059627</c:v>
                </c:pt>
                <c:pt idx="27169">
                  <c:v>0.31445601851737592</c:v>
                </c:pt>
                <c:pt idx="27170">
                  <c:v>0.31446759258687962</c:v>
                </c:pt>
                <c:pt idx="27171">
                  <c:v>0.31447916666365927</c:v>
                </c:pt>
                <c:pt idx="27172">
                  <c:v>0.31449074074043892</c:v>
                </c:pt>
                <c:pt idx="27173">
                  <c:v>0.31450231480994262</c:v>
                </c:pt>
                <c:pt idx="27174">
                  <c:v>0.31451388888672227</c:v>
                </c:pt>
                <c:pt idx="27175">
                  <c:v>0.31452546296350192</c:v>
                </c:pt>
                <c:pt idx="27176">
                  <c:v>0.31453703703300562</c:v>
                </c:pt>
                <c:pt idx="27177">
                  <c:v>0.31454861110978527</c:v>
                </c:pt>
                <c:pt idx="27178">
                  <c:v>0.31456018517928896</c:v>
                </c:pt>
                <c:pt idx="27179">
                  <c:v>0.31457175925606862</c:v>
                </c:pt>
                <c:pt idx="27180">
                  <c:v>0.31458333333284827</c:v>
                </c:pt>
                <c:pt idx="27181">
                  <c:v>0.31459490740235196</c:v>
                </c:pt>
                <c:pt idx="27182">
                  <c:v>0.31460648147913162</c:v>
                </c:pt>
                <c:pt idx="27183">
                  <c:v>0.31461805555591127</c:v>
                </c:pt>
                <c:pt idx="27184">
                  <c:v>0.31462962962541496</c:v>
                </c:pt>
                <c:pt idx="27185">
                  <c:v>0.31464120370219462</c:v>
                </c:pt>
                <c:pt idx="27186">
                  <c:v>0.31465277777897427</c:v>
                </c:pt>
                <c:pt idx="27187">
                  <c:v>0.31466435184847796</c:v>
                </c:pt>
                <c:pt idx="27188">
                  <c:v>0.31467592592525762</c:v>
                </c:pt>
                <c:pt idx="27189">
                  <c:v>0.31468749999476131</c:v>
                </c:pt>
                <c:pt idx="27190">
                  <c:v>0.31469907407154096</c:v>
                </c:pt>
                <c:pt idx="27191">
                  <c:v>0.31471064814832062</c:v>
                </c:pt>
                <c:pt idx="27192">
                  <c:v>0.31472222221782431</c:v>
                </c:pt>
                <c:pt idx="27193">
                  <c:v>0.31473379629460396</c:v>
                </c:pt>
                <c:pt idx="27194">
                  <c:v>0.31474537037138361</c:v>
                </c:pt>
                <c:pt idx="27195">
                  <c:v>0.31475694444088731</c:v>
                </c:pt>
                <c:pt idx="27196">
                  <c:v>0.31476851851766696</c:v>
                </c:pt>
                <c:pt idx="27197">
                  <c:v>0.31478009258717066</c:v>
                </c:pt>
                <c:pt idx="27198">
                  <c:v>0.31479166666395031</c:v>
                </c:pt>
                <c:pt idx="27199">
                  <c:v>0.31480324074072996</c:v>
                </c:pt>
                <c:pt idx="27200">
                  <c:v>0.31481481481023366</c:v>
                </c:pt>
                <c:pt idx="27201">
                  <c:v>0.31482638888701331</c:v>
                </c:pt>
                <c:pt idx="27202">
                  <c:v>0.31483796296379296</c:v>
                </c:pt>
                <c:pt idx="27203">
                  <c:v>0.31484953703329666</c:v>
                </c:pt>
                <c:pt idx="27204">
                  <c:v>0.31486111111007631</c:v>
                </c:pt>
                <c:pt idx="27205">
                  <c:v>0.31487268517958</c:v>
                </c:pt>
                <c:pt idx="27206">
                  <c:v>0.31488425925635966</c:v>
                </c:pt>
                <c:pt idx="27207">
                  <c:v>0.31489583333313931</c:v>
                </c:pt>
                <c:pt idx="27208">
                  <c:v>0.314907407402643</c:v>
                </c:pt>
                <c:pt idx="27209">
                  <c:v>0.31491898147942265</c:v>
                </c:pt>
                <c:pt idx="27210">
                  <c:v>0.31493055555620231</c:v>
                </c:pt>
                <c:pt idx="27211">
                  <c:v>0.314942129625706</c:v>
                </c:pt>
                <c:pt idx="27212">
                  <c:v>0.31495370370248565</c:v>
                </c:pt>
                <c:pt idx="27213">
                  <c:v>0.31496527777198935</c:v>
                </c:pt>
                <c:pt idx="27214">
                  <c:v>0.314976851848769</c:v>
                </c:pt>
                <c:pt idx="27215">
                  <c:v>0.31498842592554865</c:v>
                </c:pt>
                <c:pt idx="27216">
                  <c:v>0.31499999999505235</c:v>
                </c:pt>
                <c:pt idx="27217">
                  <c:v>0.315011574071832</c:v>
                </c:pt>
                <c:pt idx="27218">
                  <c:v>0.31502314814861165</c:v>
                </c:pt>
                <c:pt idx="27219">
                  <c:v>0.31503472221811535</c:v>
                </c:pt>
                <c:pt idx="27220">
                  <c:v>0.315046296294895</c:v>
                </c:pt>
                <c:pt idx="27221">
                  <c:v>0.31505787037167465</c:v>
                </c:pt>
                <c:pt idx="27222">
                  <c:v>0.31506944444117835</c:v>
                </c:pt>
                <c:pt idx="27223">
                  <c:v>0.315081018517958</c:v>
                </c:pt>
                <c:pt idx="27224">
                  <c:v>0.3150925925874617</c:v>
                </c:pt>
                <c:pt idx="27225">
                  <c:v>0.31510416666424135</c:v>
                </c:pt>
                <c:pt idx="27226">
                  <c:v>0.315115740741021</c:v>
                </c:pt>
                <c:pt idx="27227">
                  <c:v>0.31512731481052469</c:v>
                </c:pt>
                <c:pt idx="27228">
                  <c:v>0.31513888888730435</c:v>
                </c:pt>
                <c:pt idx="27229">
                  <c:v>0.315150462964084</c:v>
                </c:pt>
                <c:pt idx="27230">
                  <c:v>0.31516203703358769</c:v>
                </c:pt>
                <c:pt idx="27231">
                  <c:v>0.31517361111036735</c:v>
                </c:pt>
                <c:pt idx="27232">
                  <c:v>0.31518518517987104</c:v>
                </c:pt>
                <c:pt idx="27233">
                  <c:v>0.31519675925665069</c:v>
                </c:pt>
                <c:pt idx="27234">
                  <c:v>0.31520833333343035</c:v>
                </c:pt>
                <c:pt idx="27235">
                  <c:v>0.31521990740293404</c:v>
                </c:pt>
                <c:pt idx="27236">
                  <c:v>0.31523148147971369</c:v>
                </c:pt>
                <c:pt idx="27237">
                  <c:v>0.31524305555649335</c:v>
                </c:pt>
                <c:pt idx="27238">
                  <c:v>0.31525462962599704</c:v>
                </c:pt>
                <c:pt idx="27239">
                  <c:v>0.31526620370277669</c:v>
                </c:pt>
                <c:pt idx="27240">
                  <c:v>0.31527777777228039</c:v>
                </c:pt>
                <c:pt idx="27241">
                  <c:v>0.31528935184906004</c:v>
                </c:pt>
                <c:pt idx="27242">
                  <c:v>0.31530092592583969</c:v>
                </c:pt>
                <c:pt idx="27243">
                  <c:v>0.31531249999534339</c:v>
                </c:pt>
                <c:pt idx="27244">
                  <c:v>0.31532407407212304</c:v>
                </c:pt>
                <c:pt idx="27245">
                  <c:v>0.31533564814890269</c:v>
                </c:pt>
                <c:pt idx="27246">
                  <c:v>0.31534722221840639</c:v>
                </c:pt>
                <c:pt idx="27247">
                  <c:v>0.31535879629518604</c:v>
                </c:pt>
                <c:pt idx="27248">
                  <c:v>0.31537037036468973</c:v>
                </c:pt>
                <c:pt idx="27249">
                  <c:v>0.31538194444146939</c:v>
                </c:pt>
                <c:pt idx="27250">
                  <c:v>0.31539351851824904</c:v>
                </c:pt>
                <c:pt idx="27251">
                  <c:v>0.31540509258775273</c:v>
                </c:pt>
                <c:pt idx="27252">
                  <c:v>0.31541666666453239</c:v>
                </c:pt>
                <c:pt idx="27253">
                  <c:v>0.31542824074131204</c:v>
                </c:pt>
                <c:pt idx="27254">
                  <c:v>0.31543981481081573</c:v>
                </c:pt>
                <c:pt idx="27255">
                  <c:v>0.31545138888759539</c:v>
                </c:pt>
                <c:pt idx="27256">
                  <c:v>0.31546296295709908</c:v>
                </c:pt>
                <c:pt idx="27257">
                  <c:v>0.31547453703387873</c:v>
                </c:pt>
                <c:pt idx="27258">
                  <c:v>0.31548611111065838</c:v>
                </c:pt>
                <c:pt idx="27259">
                  <c:v>0.31549768518016208</c:v>
                </c:pt>
                <c:pt idx="27260">
                  <c:v>0.31550925925694173</c:v>
                </c:pt>
                <c:pt idx="27261">
                  <c:v>0.31552083333372138</c:v>
                </c:pt>
                <c:pt idx="27262">
                  <c:v>0.31553240740322508</c:v>
                </c:pt>
                <c:pt idx="27263">
                  <c:v>0.31554398148000473</c:v>
                </c:pt>
                <c:pt idx="27264">
                  <c:v>0.31555555555678438</c:v>
                </c:pt>
                <c:pt idx="27265">
                  <c:v>0.31556712962628808</c:v>
                </c:pt>
                <c:pt idx="27266">
                  <c:v>0.31557870370306773</c:v>
                </c:pt>
                <c:pt idx="27267">
                  <c:v>0.31559027777257143</c:v>
                </c:pt>
                <c:pt idx="27268">
                  <c:v>0.31560185184935108</c:v>
                </c:pt>
                <c:pt idx="27269">
                  <c:v>0.31561342592613073</c:v>
                </c:pt>
                <c:pt idx="27270">
                  <c:v>0.31562499999563443</c:v>
                </c:pt>
                <c:pt idx="27271">
                  <c:v>0.31563657407241408</c:v>
                </c:pt>
                <c:pt idx="27272">
                  <c:v>0.31564814814919373</c:v>
                </c:pt>
                <c:pt idx="27273">
                  <c:v>0.31565972221869742</c:v>
                </c:pt>
                <c:pt idx="27274">
                  <c:v>0.31567129629547708</c:v>
                </c:pt>
                <c:pt idx="27275">
                  <c:v>0.31568287036498077</c:v>
                </c:pt>
                <c:pt idx="27276">
                  <c:v>0.31569444444176042</c:v>
                </c:pt>
                <c:pt idx="27277">
                  <c:v>0.31570601851854008</c:v>
                </c:pt>
                <c:pt idx="27278">
                  <c:v>0.31571759258804377</c:v>
                </c:pt>
                <c:pt idx="27279">
                  <c:v>0.31572916666482342</c:v>
                </c:pt>
                <c:pt idx="27280">
                  <c:v>0.31574074074160308</c:v>
                </c:pt>
                <c:pt idx="27281">
                  <c:v>0.31575231481110677</c:v>
                </c:pt>
                <c:pt idx="27282">
                  <c:v>0.31576388888788642</c:v>
                </c:pt>
                <c:pt idx="27283">
                  <c:v>0.31577546295739012</c:v>
                </c:pt>
                <c:pt idx="27284">
                  <c:v>0.31578703703416977</c:v>
                </c:pt>
                <c:pt idx="27285">
                  <c:v>0.31579861111094942</c:v>
                </c:pt>
                <c:pt idx="27286">
                  <c:v>0.31581018518045312</c:v>
                </c:pt>
                <c:pt idx="27287">
                  <c:v>0.31582175925723277</c:v>
                </c:pt>
                <c:pt idx="27288">
                  <c:v>0.31583333333401242</c:v>
                </c:pt>
                <c:pt idx="27289">
                  <c:v>0.31584490740351612</c:v>
                </c:pt>
                <c:pt idx="27290">
                  <c:v>0.31585648148029577</c:v>
                </c:pt>
                <c:pt idx="27291">
                  <c:v>0.31586805554979946</c:v>
                </c:pt>
                <c:pt idx="27292">
                  <c:v>0.31587962962657912</c:v>
                </c:pt>
                <c:pt idx="27293">
                  <c:v>0.31589120370335877</c:v>
                </c:pt>
                <c:pt idx="27294">
                  <c:v>0.31590277777286246</c:v>
                </c:pt>
                <c:pt idx="27295">
                  <c:v>0.31591435184964212</c:v>
                </c:pt>
                <c:pt idx="27296">
                  <c:v>0.31592592592642177</c:v>
                </c:pt>
                <c:pt idx="27297">
                  <c:v>0.31593749999592546</c:v>
                </c:pt>
                <c:pt idx="27298">
                  <c:v>0.31594907407270512</c:v>
                </c:pt>
                <c:pt idx="27299">
                  <c:v>0.31596064814948477</c:v>
                </c:pt>
                <c:pt idx="27300">
                  <c:v>0.31597222221898846</c:v>
                </c:pt>
                <c:pt idx="27301">
                  <c:v>0.31598379629576812</c:v>
                </c:pt>
                <c:pt idx="27302">
                  <c:v>0.31599537036527181</c:v>
                </c:pt>
                <c:pt idx="27303">
                  <c:v>0.31600694444205146</c:v>
                </c:pt>
                <c:pt idx="27304">
                  <c:v>0.31601851851883112</c:v>
                </c:pt>
                <c:pt idx="27305">
                  <c:v>0.31603009258833481</c:v>
                </c:pt>
                <c:pt idx="27306">
                  <c:v>0.31604166666511446</c:v>
                </c:pt>
                <c:pt idx="27307">
                  <c:v>0.31605324074189411</c:v>
                </c:pt>
                <c:pt idx="27308">
                  <c:v>0.31606481481139781</c:v>
                </c:pt>
                <c:pt idx="27309">
                  <c:v>0.31607638888817746</c:v>
                </c:pt>
                <c:pt idx="27310">
                  <c:v>0.31608796295768116</c:v>
                </c:pt>
                <c:pt idx="27311">
                  <c:v>0.31609953703446081</c:v>
                </c:pt>
                <c:pt idx="27312">
                  <c:v>0.31611111111124046</c:v>
                </c:pt>
                <c:pt idx="27313">
                  <c:v>0.31612268518074416</c:v>
                </c:pt>
                <c:pt idx="27314">
                  <c:v>0.31613425925752381</c:v>
                </c:pt>
                <c:pt idx="27315">
                  <c:v>0.31614583333430346</c:v>
                </c:pt>
                <c:pt idx="27316">
                  <c:v>0.31615740740380716</c:v>
                </c:pt>
                <c:pt idx="27317">
                  <c:v>0.31616898148058681</c:v>
                </c:pt>
                <c:pt idx="27318">
                  <c:v>0.3161805555500905</c:v>
                </c:pt>
                <c:pt idx="27319">
                  <c:v>0.31619212962687016</c:v>
                </c:pt>
                <c:pt idx="27320">
                  <c:v>0.31620370370364981</c:v>
                </c:pt>
                <c:pt idx="27321">
                  <c:v>0.3162152777731535</c:v>
                </c:pt>
                <c:pt idx="27322">
                  <c:v>0.31622685184993315</c:v>
                </c:pt>
                <c:pt idx="27323">
                  <c:v>0.31623842592671281</c:v>
                </c:pt>
                <c:pt idx="27324">
                  <c:v>0.3162499999962165</c:v>
                </c:pt>
                <c:pt idx="27325">
                  <c:v>0.31626157407299615</c:v>
                </c:pt>
                <c:pt idx="27326">
                  <c:v>0.31627314814249985</c:v>
                </c:pt>
                <c:pt idx="27327">
                  <c:v>0.3162847222192795</c:v>
                </c:pt>
                <c:pt idx="27328">
                  <c:v>0.31629629629605915</c:v>
                </c:pt>
                <c:pt idx="27329">
                  <c:v>0.31630787036556285</c:v>
                </c:pt>
                <c:pt idx="27330">
                  <c:v>0.3163194444423425</c:v>
                </c:pt>
                <c:pt idx="27331">
                  <c:v>0.31633101851912215</c:v>
                </c:pt>
                <c:pt idx="27332">
                  <c:v>0.31634259258862585</c:v>
                </c:pt>
                <c:pt idx="27333">
                  <c:v>0.3163541666654055</c:v>
                </c:pt>
                <c:pt idx="27334">
                  <c:v>0.3163657407349092</c:v>
                </c:pt>
                <c:pt idx="27335">
                  <c:v>0.31637731481168885</c:v>
                </c:pt>
                <c:pt idx="27336">
                  <c:v>0.3163888888884685</c:v>
                </c:pt>
                <c:pt idx="27337">
                  <c:v>0.31640046295797219</c:v>
                </c:pt>
                <c:pt idx="27338">
                  <c:v>0.31641203703475185</c:v>
                </c:pt>
                <c:pt idx="27339">
                  <c:v>0.3164236111115315</c:v>
                </c:pt>
                <c:pt idx="27340">
                  <c:v>0.31643518518103519</c:v>
                </c:pt>
                <c:pt idx="27341">
                  <c:v>0.31644675925781485</c:v>
                </c:pt>
                <c:pt idx="27342">
                  <c:v>0.3164583333345945</c:v>
                </c:pt>
                <c:pt idx="27343">
                  <c:v>0.31646990740409819</c:v>
                </c:pt>
                <c:pt idx="27344">
                  <c:v>0.31648148148087785</c:v>
                </c:pt>
                <c:pt idx="27345">
                  <c:v>0.31649305555038154</c:v>
                </c:pt>
                <c:pt idx="27346">
                  <c:v>0.31650462962716119</c:v>
                </c:pt>
                <c:pt idx="27347">
                  <c:v>0.31651620370394085</c:v>
                </c:pt>
                <c:pt idx="27348">
                  <c:v>0.31652777777344454</c:v>
                </c:pt>
                <c:pt idx="27349">
                  <c:v>0.31653935185022419</c:v>
                </c:pt>
                <c:pt idx="27350">
                  <c:v>0.31655092592700385</c:v>
                </c:pt>
                <c:pt idx="27351">
                  <c:v>0.31656249999650754</c:v>
                </c:pt>
                <c:pt idx="27352">
                  <c:v>0.31657407407328719</c:v>
                </c:pt>
                <c:pt idx="27353">
                  <c:v>0.31658564814279089</c:v>
                </c:pt>
                <c:pt idx="27354">
                  <c:v>0.31659722221957054</c:v>
                </c:pt>
                <c:pt idx="27355">
                  <c:v>0.31660879629635019</c:v>
                </c:pt>
                <c:pt idx="27356">
                  <c:v>0.31662037036585389</c:v>
                </c:pt>
                <c:pt idx="27357">
                  <c:v>0.31663194444263354</c:v>
                </c:pt>
                <c:pt idx="27358">
                  <c:v>0.31664351851941319</c:v>
                </c:pt>
                <c:pt idx="27359">
                  <c:v>0.31665509258891689</c:v>
                </c:pt>
                <c:pt idx="27360">
                  <c:v>0.31666666666569654</c:v>
                </c:pt>
                <c:pt idx="27361">
                  <c:v>0.31667824073520023</c:v>
                </c:pt>
                <c:pt idx="27362">
                  <c:v>0.31668981481197989</c:v>
                </c:pt>
                <c:pt idx="27363">
                  <c:v>0.31670138888875954</c:v>
                </c:pt>
                <c:pt idx="27364">
                  <c:v>0.31671296295826323</c:v>
                </c:pt>
                <c:pt idx="27365">
                  <c:v>0.31672453703504289</c:v>
                </c:pt>
                <c:pt idx="27366">
                  <c:v>0.31673611111182254</c:v>
                </c:pt>
                <c:pt idx="27367">
                  <c:v>0.31674768518132623</c:v>
                </c:pt>
                <c:pt idx="27368">
                  <c:v>0.31675925925810589</c:v>
                </c:pt>
                <c:pt idx="27369">
                  <c:v>0.31677083332760958</c:v>
                </c:pt>
                <c:pt idx="27370">
                  <c:v>0.31678240740438923</c:v>
                </c:pt>
                <c:pt idx="27371">
                  <c:v>0.31679398148116888</c:v>
                </c:pt>
                <c:pt idx="27372">
                  <c:v>0.31680555555067258</c:v>
                </c:pt>
                <c:pt idx="27373">
                  <c:v>0.31681712962745223</c:v>
                </c:pt>
                <c:pt idx="27374">
                  <c:v>0.31682870370423188</c:v>
                </c:pt>
                <c:pt idx="27375">
                  <c:v>0.31684027777373558</c:v>
                </c:pt>
                <c:pt idx="27376">
                  <c:v>0.31685185185051523</c:v>
                </c:pt>
                <c:pt idx="27377">
                  <c:v>0.31686342592001893</c:v>
                </c:pt>
                <c:pt idx="27378">
                  <c:v>0.31687499999679858</c:v>
                </c:pt>
                <c:pt idx="27379">
                  <c:v>0.31688657407357823</c:v>
                </c:pt>
                <c:pt idx="27380">
                  <c:v>0.31689814814308193</c:v>
                </c:pt>
                <c:pt idx="27381">
                  <c:v>0.31690972221986158</c:v>
                </c:pt>
                <c:pt idx="27382">
                  <c:v>0.31692129629664123</c:v>
                </c:pt>
                <c:pt idx="27383">
                  <c:v>0.31693287036614493</c:v>
                </c:pt>
                <c:pt idx="27384">
                  <c:v>0.31694444444292458</c:v>
                </c:pt>
                <c:pt idx="27385">
                  <c:v>0.31695601851970423</c:v>
                </c:pt>
                <c:pt idx="27386">
                  <c:v>0.31696759258920792</c:v>
                </c:pt>
                <c:pt idx="27387">
                  <c:v>0.31697916666598758</c:v>
                </c:pt>
                <c:pt idx="27388">
                  <c:v>0.31699074073549127</c:v>
                </c:pt>
                <c:pt idx="27389">
                  <c:v>0.31700231481227092</c:v>
                </c:pt>
                <c:pt idx="27390">
                  <c:v>0.31701388888905058</c:v>
                </c:pt>
                <c:pt idx="27391">
                  <c:v>0.31702546295855427</c:v>
                </c:pt>
                <c:pt idx="27392">
                  <c:v>0.31703703703533392</c:v>
                </c:pt>
                <c:pt idx="27393">
                  <c:v>0.31704861111211358</c:v>
                </c:pt>
                <c:pt idx="27394">
                  <c:v>0.31706018518161727</c:v>
                </c:pt>
                <c:pt idx="27395">
                  <c:v>0.31707175925839692</c:v>
                </c:pt>
                <c:pt idx="27396">
                  <c:v>0.31708333332790062</c:v>
                </c:pt>
                <c:pt idx="27397">
                  <c:v>0.31709490740468027</c:v>
                </c:pt>
                <c:pt idx="27398">
                  <c:v>0.31710648148145992</c:v>
                </c:pt>
                <c:pt idx="27399">
                  <c:v>0.31711805555096362</c:v>
                </c:pt>
                <c:pt idx="27400">
                  <c:v>0.31712962962774327</c:v>
                </c:pt>
                <c:pt idx="27401">
                  <c:v>0.31714120370452292</c:v>
                </c:pt>
                <c:pt idx="27402">
                  <c:v>0.31715277777402662</c:v>
                </c:pt>
                <c:pt idx="27403">
                  <c:v>0.31716435185080627</c:v>
                </c:pt>
                <c:pt idx="27404">
                  <c:v>0.31717592592030996</c:v>
                </c:pt>
                <c:pt idx="27405">
                  <c:v>0.31718749999708962</c:v>
                </c:pt>
                <c:pt idx="27406">
                  <c:v>0.31719907407386927</c:v>
                </c:pt>
                <c:pt idx="27407">
                  <c:v>0.31721064814337296</c:v>
                </c:pt>
                <c:pt idx="27408">
                  <c:v>0.31722222222015262</c:v>
                </c:pt>
                <c:pt idx="27409">
                  <c:v>0.31723379629693227</c:v>
                </c:pt>
                <c:pt idx="27410">
                  <c:v>0.31724537036643596</c:v>
                </c:pt>
                <c:pt idx="27411">
                  <c:v>0.31725694444321562</c:v>
                </c:pt>
                <c:pt idx="27412">
                  <c:v>0.31726851851271931</c:v>
                </c:pt>
                <c:pt idx="27413">
                  <c:v>0.31728009258949896</c:v>
                </c:pt>
                <c:pt idx="27414">
                  <c:v>0.31729166666627862</c:v>
                </c:pt>
                <c:pt idx="27415">
                  <c:v>0.31730324073578231</c:v>
                </c:pt>
                <c:pt idx="27416">
                  <c:v>0.31731481481256196</c:v>
                </c:pt>
                <c:pt idx="27417">
                  <c:v>0.31732638888934162</c:v>
                </c:pt>
                <c:pt idx="27418">
                  <c:v>0.31733796295884531</c:v>
                </c:pt>
                <c:pt idx="27419">
                  <c:v>0.31734953703562496</c:v>
                </c:pt>
                <c:pt idx="27420">
                  <c:v>0.31736111111240461</c:v>
                </c:pt>
                <c:pt idx="27421">
                  <c:v>0.31737268518190831</c:v>
                </c:pt>
                <c:pt idx="27422">
                  <c:v>0.31738425925868796</c:v>
                </c:pt>
                <c:pt idx="27423">
                  <c:v>0.31739583332819166</c:v>
                </c:pt>
                <c:pt idx="27424">
                  <c:v>0.31740740740497131</c:v>
                </c:pt>
                <c:pt idx="27425">
                  <c:v>0.31741898148175096</c:v>
                </c:pt>
                <c:pt idx="27426">
                  <c:v>0.31743055555125466</c:v>
                </c:pt>
                <c:pt idx="27427">
                  <c:v>0.31744212962803431</c:v>
                </c:pt>
                <c:pt idx="27428">
                  <c:v>0.31745370370481396</c:v>
                </c:pt>
                <c:pt idx="27429">
                  <c:v>0.31746527777431766</c:v>
                </c:pt>
                <c:pt idx="27430">
                  <c:v>0.31747685185109731</c:v>
                </c:pt>
                <c:pt idx="27431">
                  <c:v>0.317488425920601</c:v>
                </c:pt>
                <c:pt idx="27432">
                  <c:v>0.31749999999738066</c:v>
                </c:pt>
                <c:pt idx="27433">
                  <c:v>0.31751157407416031</c:v>
                </c:pt>
                <c:pt idx="27434">
                  <c:v>0.317523148143664</c:v>
                </c:pt>
                <c:pt idx="27435">
                  <c:v>0.31753472222044365</c:v>
                </c:pt>
                <c:pt idx="27436">
                  <c:v>0.31754629629722331</c:v>
                </c:pt>
                <c:pt idx="27437">
                  <c:v>0.317557870366727</c:v>
                </c:pt>
                <c:pt idx="27438">
                  <c:v>0.31756944444350665</c:v>
                </c:pt>
                <c:pt idx="27439">
                  <c:v>0.31758101851301035</c:v>
                </c:pt>
                <c:pt idx="27440">
                  <c:v>0.31759259258979</c:v>
                </c:pt>
                <c:pt idx="27441">
                  <c:v>0.31760416666656965</c:v>
                </c:pt>
                <c:pt idx="27442">
                  <c:v>0.31761574073607335</c:v>
                </c:pt>
                <c:pt idx="27443">
                  <c:v>0.317627314812853</c:v>
                </c:pt>
                <c:pt idx="27444">
                  <c:v>0.31763888888963265</c:v>
                </c:pt>
                <c:pt idx="27445">
                  <c:v>0.31765046295913635</c:v>
                </c:pt>
                <c:pt idx="27446">
                  <c:v>0.317662037035916</c:v>
                </c:pt>
                <c:pt idx="27447">
                  <c:v>0.3176736111054197</c:v>
                </c:pt>
                <c:pt idx="27448">
                  <c:v>0.31768518518219935</c:v>
                </c:pt>
                <c:pt idx="27449">
                  <c:v>0.317696759258979</c:v>
                </c:pt>
                <c:pt idx="27450">
                  <c:v>0.31770833332848269</c:v>
                </c:pt>
                <c:pt idx="27451">
                  <c:v>0.31771990740526235</c:v>
                </c:pt>
                <c:pt idx="27452">
                  <c:v>0.317731481482042</c:v>
                </c:pt>
                <c:pt idx="27453">
                  <c:v>0.31774305555154569</c:v>
                </c:pt>
                <c:pt idx="27454">
                  <c:v>0.31775462962832535</c:v>
                </c:pt>
                <c:pt idx="27455">
                  <c:v>0.31776620369782904</c:v>
                </c:pt>
                <c:pt idx="27456">
                  <c:v>0.31777777777460869</c:v>
                </c:pt>
                <c:pt idx="27457">
                  <c:v>0.31778935185138835</c:v>
                </c:pt>
                <c:pt idx="27458">
                  <c:v>0.31780092592089204</c:v>
                </c:pt>
                <c:pt idx="27459">
                  <c:v>0.31781249999767169</c:v>
                </c:pt>
                <c:pt idx="27460">
                  <c:v>0.31782407407445135</c:v>
                </c:pt>
                <c:pt idx="27461">
                  <c:v>0.31783564814395504</c:v>
                </c:pt>
                <c:pt idx="27462">
                  <c:v>0.31784722222073469</c:v>
                </c:pt>
                <c:pt idx="27463">
                  <c:v>0.31785879629751435</c:v>
                </c:pt>
                <c:pt idx="27464">
                  <c:v>0.31787037036701804</c:v>
                </c:pt>
                <c:pt idx="27465">
                  <c:v>0.31788194444379769</c:v>
                </c:pt>
                <c:pt idx="27466">
                  <c:v>0.31789351851330139</c:v>
                </c:pt>
                <c:pt idx="27467">
                  <c:v>0.31790509259008104</c:v>
                </c:pt>
                <c:pt idx="27468">
                  <c:v>0.31791666666686069</c:v>
                </c:pt>
                <c:pt idx="27469">
                  <c:v>0.31792824073636439</c:v>
                </c:pt>
                <c:pt idx="27470">
                  <c:v>0.31793981481314404</c:v>
                </c:pt>
                <c:pt idx="27471">
                  <c:v>0.31795138888992369</c:v>
                </c:pt>
                <c:pt idx="27472">
                  <c:v>0.31796296295942739</c:v>
                </c:pt>
                <c:pt idx="27473">
                  <c:v>0.31797453703620704</c:v>
                </c:pt>
                <c:pt idx="27474">
                  <c:v>0.31798611110571073</c:v>
                </c:pt>
                <c:pt idx="27475">
                  <c:v>0.31799768518249039</c:v>
                </c:pt>
                <c:pt idx="27476">
                  <c:v>0.31800925925927004</c:v>
                </c:pt>
                <c:pt idx="27477">
                  <c:v>0.31802083332877373</c:v>
                </c:pt>
                <c:pt idx="27478">
                  <c:v>0.31803240740555339</c:v>
                </c:pt>
                <c:pt idx="27479">
                  <c:v>0.31804398148233304</c:v>
                </c:pt>
                <c:pt idx="27480">
                  <c:v>0.31805555555183673</c:v>
                </c:pt>
                <c:pt idx="27481">
                  <c:v>0.31806712962861639</c:v>
                </c:pt>
                <c:pt idx="27482">
                  <c:v>0.31807870369812008</c:v>
                </c:pt>
                <c:pt idx="27483">
                  <c:v>0.31809027777489973</c:v>
                </c:pt>
                <c:pt idx="27484">
                  <c:v>0.31810185185167938</c:v>
                </c:pt>
                <c:pt idx="27485">
                  <c:v>0.31811342592118308</c:v>
                </c:pt>
                <c:pt idx="27486">
                  <c:v>0.31812499999796273</c:v>
                </c:pt>
                <c:pt idx="27487">
                  <c:v>0.31813657407474238</c:v>
                </c:pt>
                <c:pt idx="27488">
                  <c:v>0.31814814814424608</c:v>
                </c:pt>
                <c:pt idx="27489">
                  <c:v>0.31815972222102573</c:v>
                </c:pt>
                <c:pt idx="27490">
                  <c:v>0.31817129629052943</c:v>
                </c:pt>
                <c:pt idx="27491">
                  <c:v>0.31818287036730908</c:v>
                </c:pt>
                <c:pt idx="27492">
                  <c:v>0.31819444444408873</c:v>
                </c:pt>
                <c:pt idx="27493">
                  <c:v>0.31820601851359243</c:v>
                </c:pt>
                <c:pt idx="27494">
                  <c:v>0.31821759259037208</c:v>
                </c:pt>
                <c:pt idx="27495">
                  <c:v>0.31822916666715173</c:v>
                </c:pt>
                <c:pt idx="27496">
                  <c:v>0.31824074073665543</c:v>
                </c:pt>
                <c:pt idx="27497">
                  <c:v>0.31825231481343508</c:v>
                </c:pt>
                <c:pt idx="27498">
                  <c:v>0.31826388889021473</c:v>
                </c:pt>
                <c:pt idx="27499">
                  <c:v>0.31827546295971842</c:v>
                </c:pt>
                <c:pt idx="27500">
                  <c:v>0.31828703703649808</c:v>
                </c:pt>
                <c:pt idx="27501">
                  <c:v>0.31829861110600177</c:v>
                </c:pt>
                <c:pt idx="27502">
                  <c:v>0.31831018518278142</c:v>
                </c:pt>
                <c:pt idx="27503">
                  <c:v>0.31832175925956108</c:v>
                </c:pt>
                <c:pt idx="27504">
                  <c:v>0.31833333332906477</c:v>
                </c:pt>
                <c:pt idx="27505">
                  <c:v>0.31834490740584442</c:v>
                </c:pt>
                <c:pt idx="27506">
                  <c:v>0.31835648148262408</c:v>
                </c:pt>
                <c:pt idx="27507">
                  <c:v>0.31836805555212777</c:v>
                </c:pt>
                <c:pt idx="27508">
                  <c:v>0.31837962962890742</c:v>
                </c:pt>
                <c:pt idx="27509">
                  <c:v>0.31839120369841112</c:v>
                </c:pt>
                <c:pt idx="27510">
                  <c:v>0.31840277777519077</c:v>
                </c:pt>
                <c:pt idx="27511">
                  <c:v>0.31841435185197042</c:v>
                </c:pt>
                <c:pt idx="27512">
                  <c:v>0.31842592592147412</c:v>
                </c:pt>
                <c:pt idx="27513">
                  <c:v>0.31843749999825377</c:v>
                </c:pt>
                <c:pt idx="27514">
                  <c:v>0.31844907407503342</c:v>
                </c:pt>
                <c:pt idx="27515">
                  <c:v>0.31846064814453712</c:v>
                </c:pt>
                <c:pt idx="27516">
                  <c:v>0.31847222222131677</c:v>
                </c:pt>
                <c:pt idx="27517">
                  <c:v>0.31848379629082046</c:v>
                </c:pt>
                <c:pt idx="27518">
                  <c:v>0.31849537036760012</c:v>
                </c:pt>
                <c:pt idx="27519">
                  <c:v>0.31850694444437977</c:v>
                </c:pt>
                <c:pt idx="27520">
                  <c:v>0.31851851851388346</c:v>
                </c:pt>
                <c:pt idx="27521">
                  <c:v>0.31853009259066312</c:v>
                </c:pt>
                <c:pt idx="27522">
                  <c:v>0.31854166666744277</c:v>
                </c:pt>
                <c:pt idx="27523">
                  <c:v>0.31855324073694646</c:v>
                </c:pt>
                <c:pt idx="27524">
                  <c:v>0.31856481481372612</c:v>
                </c:pt>
                <c:pt idx="27525">
                  <c:v>0.31857638888322981</c:v>
                </c:pt>
                <c:pt idx="27526">
                  <c:v>0.31858796296000946</c:v>
                </c:pt>
                <c:pt idx="27527">
                  <c:v>0.31859953703678912</c:v>
                </c:pt>
                <c:pt idx="27528">
                  <c:v>0.31861111110629281</c:v>
                </c:pt>
                <c:pt idx="27529">
                  <c:v>0.31862268518307246</c:v>
                </c:pt>
                <c:pt idx="27530">
                  <c:v>0.31863425925985212</c:v>
                </c:pt>
                <c:pt idx="27531">
                  <c:v>0.31864583332935581</c:v>
                </c:pt>
                <c:pt idx="27532">
                  <c:v>0.31865740740613546</c:v>
                </c:pt>
                <c:pt idx="27533">
                  <c:v>0.31866898147563916</c:v>
                </c:pt>
                <c:pt idx="27534">
                  <c:v>0.31868055555241881</c:v>
                </c:pt>
                <c:pt idx="27535">
                  <c:v>0.31869212962919846</c:v>
                </c:pt>
                <c:pt idx="27536">
                  <c:v>0.31870370369870216</c:v>
                </c:pt>
                <c:pt idx="27537">
                  <c:v>0.31871527777548181</c:v>
                </c:pt>
                <c:pt idx="27538">
                  <c:v>0.31872685185226146</c:v>
                </c:pt>
                <c:pt idx="27539">
                  <c:v>0.31873842592176516</c:v>
                </c:pt>
                <c:pt idx="27540">
                  <c:v>0.31874999999854481</c:v>
                </c:pt>
                <c:pt idx="27541">
                  <c:v>0.31876157407532446</c:v>
                </c:pt>
                <c:pt idx="27542">
                  <c:v>0.31877314814482816</c:v>
                </c:pt>
                <c:pt idx="27543">
                  <c:v>0.31878472222160781</c:v>
                </c:pt>
                <c:pt idx="27544">
                  <c:v>0.3187962962911115</c:v>
                </c:pt>
                <c:pt idx="27545">
                  <c:v>0.31880787036789116</c:v>
                </c:pt>
                <c:pt idx="27546">
                  <c:v>0.31881944444467081</c:v>
                </c:pt>
                <c:pt idx="27547">
                  <c:v>0.3188310185141745</c:v>
                </c:pt>
                <c:pt idx="27548">
                  <c:v>0.31884259259095415</c:v>
                </c:pt>
                <c:pt idx="27549">
                  <c:v>0.31885416666773381</c:v>
                </c:pt>
                <c:pt idx="27550">
                  <c:v>0.3188657407372375</c:v>
                </c:pt>
                <c:pt idx="27551">
                  <c:v>0.31887731481401715</c:v>
                </c:pt>
                <c:pt idx="27552">
                  <c:v>0.31888888888352085</c:v>
                </c:pt>
                <c:pt idx="27553">
                  <c:v>0.3189004629603005</c:v>
                </c:pt>
                <c:pt idx="27554">
                  <c:v>0.31891203703708015</c:v>
                </c:pt>
                <c:pt idx="27555">
                  <c:v>0.31892361110658385</c:v>
                </c:pt>
                <c:pt idx="27556">
                  <c:v>0.3189351851833635</c:v>
                </c:pt>
                <c:pt idx="27557">
                  <c:v>0.31894675926014315</c:v>
                </c:pt>
                <c:pt idx="27558">
                  <c:v>0.31895833332964685</c:v>
                </c:pt>
                <c:pt idx="27559">
                  <c:v>0.3189699074064265</c:v>
                </c:pt>
                <c:pt idx="27560">
                  <c:v>0.3189814814759302</c:v>
                </c:pt>
                <c:pt idx="27561">
                  <c:v>0.31899305555270985</c:v>
                </c:pt>
                <c:pt idx="27562">
                  <c:v>0.3190046296294895</c:v>
                </c:pt>
                <c:pt idx="27563">
                  <c:v>0.31901620369899319</c:v>
                </c:pt>
                <c:pt idx="27564">
                  <c:v>0.31902777777577285</c:v>
                </c:pt>
                <c:pt idx="27565">
                  <c:v>0.3190393518525525</c:v>
                </c:pt>
                <c:pt idx="27566">
                  <c:v>0.31905092592205619</c:v>
                </c:pt>
                <c:pt idx="27567">
                  <c:v>0.31906249999883585</c:v>
                </c:pt>
                <c:pt idx="27568">
                  <c:v>0.31907407406833954</c:v>
                </c:pt>
                <c:pt idx="27569">
                  <c:v>0.31908564814511919</c:v>
                </c:pt>
                <c:pt idx="27570">
                  <c:v>0.31909722222189885</c:v>
                </c:pt>
                <c:pt idx="27571">
                  <c:v>0.31910879629140254</c:v>
                </c:pt>
                <c:pt idx="27572">
                  <c:v>0.31912037036818219</c:v>
                </c:pt>
                <c:pt idx="27573">
                  <c:v>0.31913194444496185</c:v>
                </c:pt>
                <c:pt idx="27574">
                  <c:v>0.31914351851446554</c:v>
                </c:pt>
                <c:pt idx="27575">
                  <c:v>0.31915509259124519</c:v>
                </c:pt>
                <c:pt idx="27576">
                  <c:v>0.31916666666074889</c:v>
                </c:pt>
                <c:pt idx="27577">
                  <c:v>0.31917824073752854</c:v>
                </c:pt>
                <c:pt idx="27578">
                  <c:v>0.31918981481430819</c:v>
                </c:pt>
                <c:pt idx="27579">
                  <c:v>0.31920138888381189</c:v>
                </c:pt>
                <c:pt idx="27580">
                  <c:v>0.31921296296059154</c:v>
                </c:pt>
                <c:pt idx="27581">
                  <c:v>0.31922453703737119</c:v>
                </c:pt>
                <c:pt idx="27582">
                  <c:v>0.31923611110687489</c:v>
                </c:pt>
                <c:pt idx="27583">
                  <c:v>0.31924768518365454</c:v>
                </c:pt>
                <c:pt idx="27584">
                  <c:v>0.31925925926043419</c:v>
                </c:pt>
                <c:pt idx="27585">
                  <c:v>0.31927083332993789</c:v>
                </c:pt>
                <c:pt idx="27586">
                  <c:v>0.31928240740671754</c:v>
                </c:pt>
                <c:pt idx="27587">
                  <c:v>0.31929398147622123</c:v>
                </c:pt>
                <c:pt idx="27588">
                  <c:v>0.31930555555300089</c:v>
                </c:pt>
                <c:pt idx="27589">
                  <c:v>0.31931712962978054</c:v>
                </c:pt>
                <c:pt idx="27590">
                  <c:v>0.31932870369928423</c:v>
                </c:pt>
                <c:pt idx="27591">
                  <c:v>0.31934027777606389</c:v>
                </c:pt>
                <c:pt idx="27592">
                  <c:v>0.31935185185284354</c:v>
                </c:pt>
                <c:pt idx="27593">
                  <c:v>0.31936342592234723</c:v>
                </c:pt>
                <c:pt idx="27594">
                  <c:v>0.31937499999912689</c:v>
                </c:pt>
                <c:pt idx="27595">
                  <c:v>0.31938657406863058</c:v>
                </c:pt>
                <c:pt idx="27596">
                  <c:v>0.31939814814541023</c:v>
                </c:pt>
                <c:pt idx="27597">
                  <c:v>0.31940972222218988</c:v>
                </c:pt>
                <c:pt idx="27598">
                  <c:v>0.31942129629169358</c:v>
                </c:pt>
                <c:pt idx="27599">
                  <c:v>0.31943287036847323</c:v>
                </c:pt>
                <c:pt idx="27600">
                  <c:v>0.31944444444525288</c:v>
                </c:pt>
                <c:pt idx="27601">
                  <c:v>0.31945601851475658</c:v>
                </c:pt>
                <c:pt idx="27602">
                  <c:v>0.31946759259153623</c:v>
                </c:pt>
                <c:pt idx="27603">
                  <c:v>0.31947916666103993</c:v>
                </c:pt>
                <c:pt idx="27604">
                  <c:v>0.31949074073781958</c:v>
                </c:pt>
                <c:pt idx="27605">
                  <c:v>0.31950231481459923</c:v>
                </c:pt>
                <c:pt idx="27606">
                  <c:v>0.31951388888410293</c:v>
                </c:pt>
                <c:pt idx="27607">
                  <c:v>0.31952546296088258</c:v>
                </c:pt>
                <c:pt idx="27608">
                  <c:v>0.31953703703766223</c:v>
                </c:pt>
                <c:pt idx="27609">
                  <c:v>0.31954861110716593</c:v>
                </c:pt>
                <c:pt idx="27610">
                  <c:v>0.31956018518394558</c:v>
                </c:pt>
                <c:pt idx="27611">
                  <c:v>0.31957175925344927</c:v>
                </c:pt>
                <c:pt idx="27612">
                  <c:v>0.31958333333022892</c:v>
                </c:pt>
                <c:pt idx="27613">
                  <c:v>0.31959490740700858</c:v>
                </c:pt>
                <c:pt idx="27614">
                  <c:v>0.31960648147651227</c:v>
                </c:pt>
                <c:pt idx="27615">
                  <c:v>0.31961805555329192</c:v>
                </c:pt>
                <c:pt idx="27616">
                  <c:v>0.31962962963007158</c:v>
                </c:pt>
                <c:pt idx="27617">
                  <c:v>0.31964120369957527</c:v>
                </c:pt>
                <c:pt idx="27618">
                  <c:v>0.31965277777635492</c:v>
                </c:pt>
                <c:pt idx="27619">
                  <c:v>0.31966435185313458</c:v>
                </c:pt>
                <c:pt idx="27620">
                  <c:v>0.31967592592263827</c:v>
                </c:pt>
                <c:pt idx="27621">
                  <c:v>0.31968749999941792</c:v>
                </c:pt>
                <c:pt idx="27622">
                  <c:v>0.31969907406892162</c:v>
                </c:pt>
                <c:pt idx="27623">
                  <c:v>0.31971064814570127</c:v>
                </c:pt>
                <c:pt idx="27624">
                  <c:v>0.31972222222248092</c:v>
                </c:pt>
                <c:pt idx="27625">
                  <c:v>0.31973379629198462</c:v>
                </c:pt>
                <c:pt idx="27626">
                  <c:v>0.31974537036876427</c:v>
                </c:pt>
                <c:pt idx="27627">
                  <c:v>0.31975694444554392</c:v>
                </c:pt>
                <c:pt idx="27628">
                  <c:v>0.31976851851504762</c:v>
                </c:pt>
                <c:pt idx="27629">
                  <c:v>0.31978009259182727</c:v>
                </c:pt>
                <c:pt idx="27630">
                  <c:v>0.31979166666133096</c:v>
                </c:pt>
                <c:pt idx="27631">
                  <c:v>0.31980324073811062</c:v>
                </c:pt>
                <c:pt idx="27632">
                  <c:v>0.31981481481489027</c:v>
                </c:pt>
                <c:pt idx="27633">
                  <c:v>0.31982638888439396</c:v>
                </c:pt>
                <c:pt idx="27634">
                  <c:v>0.31983796296117362</c:v>
                </c:pt>
                <c:pt idx="27635">
                  <c:v>0.31984953703795327</c:v>
                </c:pt>
                <c:pt idx="27636">
                  <c:v>0.31986111110745696</c:v>
                </c:pt>
                <c:pt idx="27637">
                  <c:v>0.31987268518423662</c:v>
                </c:pt>
                <c:pt idx="27638">
                  <c:v>0.31988425925374031</c:v>
                </c:pt>
                <c:pt idx="27639">
                  <c:v>0.31989583333051996</c:v>
                </c:pt>
                <c:pt idx="27640">
                  <c:v>0.31990740740729962</c:v>
                </c:pt>
                <c:pt idx="27641">
                  <c:v>0.31991898147680331</c:v>
                </c:pt>
                <c:pt idx="27642">
                  <c:v>0.31993055555358296</c:v>
                </c:pt>
                <c:pt idx="27643">
                  <c:v>0.31994212963036261</c:v>
                </c:pt>
                <c:pt idx="27644">
                  <c:v>0.31995370369986631</c:v>
                </c:pt>
                <c:pt idx="27645">
                  <c:v>0.31996527777664596</c:v>
                </c:pt>
                <c:pt idx="27646">
                  <c:v>0.31997685184614966</c:v>
                </c:pt>
                <c:pt idx="27647">
                  <c:v>0.31998842592292931</c:v>
                </c:pt>
                <c:pt idx="27648">
                  <c:v>0.31999999999970896</c:v>
                </c:pt>
                <c:pt idx="27649">
                  <c:v>0.32001157406921266</c:v>
                </c:pt>
                <c:pt idx="27650">
                  <c:v>0.32002314814599231</c:v>
                </c:pt>
                <c:pt idx="27651">
                  <c:v>0.32003472222277196</c:v>
                </c:pt>
                <c:pt idx="27652">
                  <c:v>0.32004629629227566</c:v>
                </c:pt>
                <c:pt idx="27653">
                  <c:v>0.32005787036905531</c:v>
                </c:pt>
                <c:pt idx="27654">
                  <c:v>0.320069444438559</c:v>
                </c:pt>
                <c:pt idx="27655">
                  <c:v>0.32008101851533866</c:v>
                </c:pt>
                <c:pt idx="27656">
                  <c:v>0.32009259259211831</c:v>
                </c:pt>
                <c:pt idx="27657">
                  <c:v>0.320104166661622</c:v>
                </c:pt>
                <c:pt idx="27658">
                  <c:v>0.32011574073840166</c:v>
                </c:pt>
                <c:pt idx="27659">
                  <c:v>0.32012731481518131</c:v>
                </c:pt>
                <c:pt idx="27660">
                  <c:v>0.320138888884685</c:v>
                </c:pt>
                <c:pt idx="27661">
                  <c:v>0.32015046296146465</c:v>
                </c:pt>
                <c:pt idx="27662">
                  <c:v>0.32016203703824431</c:v>
                </c:pt>
                <c:pt idx="27663">
                  <c:v>0.320173611107748</c:v>
                </c:pt>
                <c:pt idx="27664">
                  <c:v>0.32018518518452765</c:v>
                </c:pt>
                <c:pt idx="27665">
                  <c:v>0.32019675925403135</c:v>
                </c:pt>
                <c:pt idx="27666">
                  <c:v>0.320208333330811</c:v>
                </c:pt>
                <c:pt idx="27667">
                  <c:v>0.32021990740759065</c:v>
                </c:pt>
                <c:pt idx="27668">
                  <c:v>0.32023148147709435</c:v>
                </c:pt>
                <c:pt idx="27669">
                  <c:v>0.320243055553874</c:v>
                </c:pt>
                <c:pt idx="27670">
                  <c:v>0.32025462963065365</c:v>
                </c:pt>
                <c:pt idx="27671">
                  <c:v>0.32026620370015735</c:v>
                </c:pt>
                <c:pt idx="27672">
                  <c:v>0.320277777776937</c:v>
                </c:pt>
                <c:pt idx="27673">
                  <c:v>0.3202893518464407</c:v>
                </c:pt>
                <c:pt idx="27674">
                  <c:v>0.32030092592322035</c:v>
                </c:pt>
                <c:pt idx="27675">
                  <c:v>0.3203125</c:v>
                </c:pt>
                <c:pt idx="27676">
                  <c:v>0.32032407406950369</c:v>
                </c:pt>
                <c:pt idx="27677">
                  <c:v>0.32033564814628335</c:v>
                </c:pt>
                <c:pt idx="27678">
                  <c:v>0.320347222223063</c:v>
                </c:pt>
                <c:pt idx="27679">
                  <c:v>0.32035879629256669</c:v>
                </c:pt>
                <c:pt idx="27680">
                  <c:v>0.32037037036934635</c:v>
                </c:pt>
                <c:pt idx="27681">
                  <c:v>0.32038194443885004</c:v>
                </c:pt>
                <c:pt idx="27682">
                  <c:v>0.32039351851562969</c:v>
                </c:pt>
                <c:pt idx="27683">
                  <c:v>0.32040509259240935</c:v>
                </c:pt>
                <c:pt idx="27684">
                  <c:v>0.32041666666191304</c:v>
                </c:pt>
                <c:pt idx="27685">
                  <c:v>0.32042824073869269</c:v>
                </c:pt>
                <c:pt idx="27686">
                  <c:v>0.32043981481547235</c:v>
                </c:pt>
                <c:pt idx="27687">
                  <c:v>0.32045138888497604</c:v>
                </c:pt>
                <c:pt idx="27688">
                  <c:v>0.32046296296175569</c:v>
                </c:pt>
                <c:pt idx="27689">
                  <c:v>0.32047453703125939</c:v>
                </c:pt>
                <c:pt idx="27690">
                  <c:v>0.32048611110803904</c:v>
                </c:pt>
                <c:pt idx="27691">
                  <c:v>0.32049768518481869</c:v>
                </c:pt>
                <c:pt idx="27692">
                  <c:v>0.32050925925432239</c:v>
                </c:pt>
                <c:pt idx="27693">
                  <c:v>0.32052083333110204</c:v>
                </c:pt>
                <c:pt idx="27694">
                  <c:v>0.32053240740788169</c:v>
                </c:pt>
                <c:pt idx="27695">
                  <c:v>0.32054398147738539</c:v>
                </c:pt>
                <c:pt idx="27696">
                  <c:v>0.32055555555416504</c:v>
                </c:pt>
                <c:pt idx="27697">
                  <c:v>0.32056712963094469</c:v>
                </c:pt>
                <c:pt idx="27698">
                  <c:v>0.32057870370044839</c:v>
                </c:pt>
                <c:pt idx="27699">
                  <c:v>0.32059027777722804</c:v>
                </c:pt>
                <c:pt idx="27700">
                  <c:v>0.32060185184673173</c:v>
                </c:pt>
                <c:pt idx="27701">
                  <c:v>0.32061342592351139</c:v>
                </c:pt>
                <c:pt idx="27702">
                  <c:v>0.32062500000029104</c:v>
                </c:pt>
                <c:pt idx="27703">
                  <c:v>0.32063657406979473</c:v>
                </c:pt>
                <c:pt idx="27704">
                  <c:v>0.32064814814657439</c:v>
                </c:pt>
                <c:pt idx="27705">
                  <c:v>0.32065972222335404</c:v>
                </c:pt>
                <c:pt idx="27706">
                  <c:v>0.32067129629285773</c:v>
                </c:pt>
                <c:pt idx="27707">
                  <c:v>0.32068287036963739</c:v>
                </c:pt>
                <c:pt idx="27708">
                  <c:v>0.32069444443914108</c:v>
                </c:pt>
                <c:pt idx="27709">
                  <c:v>0.32070601851592073</c:v>
                </c:pt>
                <c:pt idx="27710">
                  <c:v>0.32071759259270038</c:v>
                </c:pt>
                <c:pt idx="27711">
                  <c:v>0.32072916666220408</c:v>
                </c:pt>
                <c:pt idx="27712">
                  <c:v>0.32074074073898373</c:v>
                </c:pt>
                <c:pt idx="27713">
                  <c:v>0.32075231481576338</c:v>
                </c:pt>
                <c:pt idx="27714">
                  <c:v>0.32076388888526708</c:v>
                </c:pt>
                <c:pt idx="27715">
                  <c:v>0.32077546296204673</c:v>
                </c:pt>
                <c:pt idx="27716">
                  <c:v>0.32078703703155043</c:v>
                </c:pt>
                <c:pt idx="27717">
                  <c:v>0.32079861110833008</c:v>
                </c:pt>
                <c:pt idx="27718">
                  <c:v>0.32081018518510973</c:v>
                </c:pt>
                <c:pt idx="27719">
                  <c:v>0.32082175925461343</c:v>
                </c:pt>
                <c:pt idx="27720">
                  <c:v>0.32083333333139308</c:v>
                </c:pt>
                <c:pt idx="27721">
                  <c:v>0.32084490740817273</c:v>
                </c:pt>
                <c:pt idx="27722">
                  <c:v>0.32085648147767643</c:v>
                </c:pt>
                <c:pt idx="27723">
                  <c:v>0.32086805555445608</c:v>
                </c:pt>
                <c:pt idx="27724">
                  <c:v>0.32087962962395977</c:v>
                </c:pt>
                <c:pt idx="27725">
                  <c:v>0.32089120370073942</c:v>
                </c:pt>
                <c:pt idx="27726">
                  <c:v>0.32090277777751908</c:v>
                </c:pt>
                <c:pt idx="27727">
                  <c:v>0.32091435184702277</c:v>
                </c:pt>
                <c:pt idx="27728">
                  <c:v>0.32092592592380242</c:v>
                </c:pt>
                <c:pt idx="27729">
                  <c:v>0.32093750000058208</c:v>
                </c:pt>
                <c:pt idx="27730">
                  <c:v>0.32094907407008577</c:v>
                </c:pt>
                <c:pt idx="27731">
                  <c:v>0.32096064814686542</c:v>
                </c:pt>
                <c:pt idx="27732">
                  <c:v>0.32097222221636912</c:v>
                </c:pt>
                <c:pt idx="27733">
                  <c:v>0.32098379629314877</c:v>
                </c:pt>
                <c:pt idx="27734">
                  <c:v>0.32099537036992842</c:v>
                </c:pt>
                <c:pt idx="27735">
                  <c:v>0.32100694443943212</c:v>
                </c:pt>
                <c:pt idx="27736">
                  <c:v>0.32101851851621177</c:v>
                </c:pt>
                <c:pt idx="27737">
                  <c:v>0.32103009259299142</c:v>
                </c:pt>
                <c:pt idx="27738">
                  <c:v>0.32104166666249512</c:v>
                </c:pt>
                <c:pt idx="27739">
                  <c:v>0.32105324073927477</c:v>
                </c:pt>
                <c:pt idx="27740">
                  <c:v>0.32106481481605442</c:v>
                </c:pt>
                <c:pt idx="27741">
                  <c:v>0.32107638888555812</c:v>
                </c:pt>
                <c:pt idx="27742">
                  <c:v>0.32108796296233777</c:v>
                </c:pt>
                <c:pt idx="27743">
                  <c:v>0.32109953703184146</c:v>
                </c:pt>
                <c:pt idx="27744">
                  <c:v>0.32111111110862112</c:v>
                </c:pt>
                <c:pt idx="27745">
                  <c:v>0.32112268518540077</c:v>
                </c:pt>
                <c:pt idx="27746">
                  <c:v>0.32113425925490446</c:v>
                </c:pt>
                <c:pt idx="27747">
                  <c:v>0.32114583333168412</c:v>
                </c:pt>
                <c:pt idx="27748">
                  <c:v>0.32115740740846377</c:v>
                </c:pt>
                <c:pt idx="27749">
                  <c:v>0.32116898147796746</c:v>
                </c:pt>
                <c:pt idx="27750">
                  <c:v>0.32118055555474712</c:v>
                </c:pt>
                <c:pt idx="27751">
                  <c:v>0.32119212962425081</c:v>
                </c:pt>
                <c:pt idx="27752">
                  <c:v>0.32120370370103046</c:v>
                </c:pt>
                <c:pt idx="27753">
                  <c:v>0.32121527777781012</c:v>
                </c:pt>
                <c:pt idx="27754">
                  <c:v>0.32122685184731381</c:v>
                </c:pt>
                <c:pt idx="27755">
                  <c:v>0.32123842592409346</c:v>
                </c:pt>
                <c:pt idx="27756">
                  <c:v>0.32125000000087311</c:v>
                </c:pt>
                <c:pt idx="27757">
                  <c:v>0.32126157407037681</c:v>
                </c:pt>
                <c:pt idx="27758">
                  <c:v>0.32127314814715646</c:v>
                </c:pt>
                <c:pt idx="27759">
                  <c:v>0.32128472221666016</c:v>
                </c:pt>
                <c:pt idx="27760">
                  <c:v>0.32129629629343981</c:v>
                </c:pt>
                <c:pt idx="27761">
                  <c:v>0.32130787037021946</c:v>
                </c:pt>
                <c:pt idx="27762">
                  <c:v>0.32131944443972316</c:v>
                </c:pt>
                <c:pt idx="27763">
                  <c:v>0.32133101851650281</c:v>
                </c:pt>
                <c:pt idx="27764">
                  <c:v>0.32134259259328246</c:v>
                </c:pt>
                <c:pt idx="27765">
                  <c:v>0.32135416666278616</c:v>
                </c:pt>
                <c:pt idx="27766">
                  <c:v>0.32136574073956581</c:v>
                </c:pt>
                <c:pt idx="27767">
                  <c:v>0.3213773148090695</c:v>
                </c:pt>
                <c:pt idx="27768">
                  <c:v>0.32138888888584916</c:v>
                </c:pt>
                <c:pt idx="27769">
                  <c:v>0.32140046296262881</c:v>
                </c:pt>
                <c:pt idx="27770">
                  <c:v>0.3214120370321325</c:v>
                </c:pt>
                <c:pt idx="27771">
                  <c:v>0.32142361110891216</c:v>
                </c:pt>
                <c:pt idx="27772">
                  <c:v>0.32143518518569181</c:v>
                </c:pt>
                <c:pt idx="27773">
                  <c:v>0.3214467592551955</c:v>
                </c:pt>
                <c:pt idx="27774">
                  <c:v>0.32145833333197515</c:v>
                </c:pt>
                <c:pt idx="27775">
                  <c:v>0.32146990740147885</c:v>
                </c:pt>
                <c:pt idx="27776">
                  <c:v>0.3214814814782585</c:v>
                </c:pt>
                <c:pt idx="27777">
                  <c:v>0.32149305555503815</c:v>
                </c:pt>
                <c:pt idx="27778">
                  <c:v>0.32150462962454185</c:v>
                </c:pt>
                <c:pt idx="27779">
                  <c:v>0.3215162037013215</c:v>
                </c:pt>
                <c:pt idx="27780">
                  <c:v>0.32152777777810115</c:v>
                </c:pt>
                <c:pt idx="27781">
                  <c:v>0.32153935184760485</c:v>
                </c:pt>
                <c:pt idx="27782">
                  <c:v>0.3215509259243845</c:v>
                </c:pt>
                <c:pt idx="27783">
                  <c:v>0.32156250000116415</c:v>
                </c:pt>
                <c:pt idx="27784">
                  <c:v>0.32157407407066785</c:v>
                </c:pt>
                <c:pt idx="27785">
                  <c:v>0.3215856481474475</c:v>
                </c:pt>
                <c:pt idx="27786">
                  <c:v>0.3215972222169512</c:v>
                </c:pt>
                <c:pt idx="27787">
                  <c:v>0.32160879629373085</c:v>
                </c:pt>
                <c:pt idx="27788">
                  <c:v>0.3216203703705105</c:v>
                </c:pt>
                <c:pt idx="27789">
                  <c:v>0.32163194444001419</c:v>
                </c:pt>
                <c:pt idx="27790">
                  <c:v>0.32164351851679385</c:v>
                </c:pt>
                <c:pt idx="27791">
                  <c:v>0.3216550925935735</c:v>
                </c:pt>
                <c:pt idx="27792">
                  <c:v>0.32166666666307719</c:v>
                </c:pt>
                <c:pt idx="27793">
                  <c:v>0.32167824073985685</c:v>
                </c:pt>
                <c:pt idx="27794">
                  <c:v>0.32168981480936054</c:v>
                </c:pt>
                <c:pt idx="27795">
                  <c:v>0.32170138888614019</c:v>
                </c:pt>
                <c:pt idx="27796">
                  <c:v>0.32171296296291985</c:v>
                </c:pt>
                <c:pt idx="27797">
                  <c:v>0.32172453703242354</c:v>
                </c:pt>
                <c:pt idx="27798">
                  <c:v>0.32173611110920319</c:v>
                </c:pt>
                <c:pt idx="27799">
                  <c:v>0.32174768518598285</c:v>
                </c:pt>
                <c:pt idx="27800">
                  <c:v>0.32175925925548654</c:v>
                </c:pt>
                <c:pt idx="27801">
                  <c:v>0.32177083333226619</c:v>
                </c:pt>
                <c:pt idx="27802">
                  <c:v>0.32178240740176989</c:v>
                </c:pt>
                <c:pt idx="27803">
                  <c:v>0.32179398147854954</c:v>
                </c:pt>
                <c:pt idx="27804">
                  <c:v>0.32180555555532919</c:v>
                </c:pt>
                <c:pt idx="27805">
                  <c:v>0.32181712962483289</c:v>
                </c:pt>
                <c:pt idx="27806">
                  <c:v>0.32182870370161254</c:v>
                </c:pt>
                <c:pt idx="27807">
                  <c:v>0.32184027777839219</c:v>
                </c:pt>
                <c:pt idx="27808">
                  <c:v>0.32185185184789589</c:v>
                </c:pt>
                <c:pt idx="27809">
                  <c:v>0.32186342592467554</c:v>
                </c:pt>
                <c:pt idx="27810">
                  <c:v>0.32187499999417923</c:v>
                </c:pt>
                <c:pt idx="27811">
                  <c:v>0.32188657407095889</c:v>
                </c:pt>
                <c:pt idx="27812">
                  <c:v>0.32189814814773854</c:v>
                </c:pt>
                <c:pt idx="27813">
                  <c:v>0.32190972221724223</c:v>
                </c:pt>
                <c:pt idx="27814">
                  <c:v>0.32192129629402189</c:v>
                </c:pt>
                <c:pt idx="27815">
                  <c:v>0.32193287037080154</c:v>
                </c:pt>
                <c:pt idx="27816">
                  <c:v>0.32194444444030523</c:v>
                </c:pt>
                <c:pt idx="27817">
                  <c:v>0.32195601851708489</c:v>
                </c:pt>
                <c:pt idx="27818">
                  <c:v>0.32196759259386454</c:v>
                </c:pt>
                <c:pt idx="27819">
                  <c:v>0.32197916666336823</c:v>
                </c:pt>
                <c:pt idx="27820">
                  <c:v>0.32199074074014788</c:v>
                </c:pt>
                <c:pt idx="27821">
                  <c:v>0.32200231480965158</c:v>
                </c:pt>
                <c:pt idx="27822">
                  <c:v>0.32201388888643123</c:v>
                </c:pt>
                <c:pt idx="27823">
                  <c:v>0.32202546296321088</c:v>
                </c:pt>
                <c:pt idx="27824">
                  <c:v>0.32203703703271458</c:v>
                </c:pt>
                <c:pt idx="27825">
                  <c:v>0.32204861110949423</c:v>
                </c:pt>
                <c:pt idx="27826">
                  <c:v>0.32206018518627388</c:v>
                </c:pt>
                <c:pt idx="27827">
                  <c:v>0.32207175925577758</c:v>
                </c:pt>
                <c:pt idx="27828">
                  <c:v>0.32208333333255723</c:v>
                </c:pt>
                <c:pt idx="27829">
                  <c:v>0.32209490740206093</c:v>
                </c:pt>
                <c:pt idx="27830">
                  <c:v>0.32210648147884058</c:v>
                </c:pt>
                <c:pt idx="27831">
                  <c:v>0.32211805555562023</c:v>
                </c:pt>
                <c:pt idx="27832">
                  <c:v>0.32212962962512393</c:v>
                </c:pt>
                <c:pt idx="27833">
                  <c:v>0.32214120370190358</c:v>
                </c:pt>
                <c:pt idx="27834">
                  <c:v>0.32215277777868323</c:v>
                </c:pt>
                <c:pt idx="27835">
                  <c:v>0.32216435184818693</c:v>
                </c:pt>
                <c:pt idx="27836">
                  <c:v>0.32217592592496658</c:v>
                </c:pt>
                <c:pt idx="27837">
                  <c:v>0.32218749999447027</c:v>
                </c:pt>
                <c:pt idx="27838">
                  <c:v>0.32219907407124992</c:v>
                </c:pt>
                <c:pt idx="27839">
                  <c:v>0.32221064814802958</c:v>
                </c:pt>
                <c:pt idx="27840">
                  <c:v>0.32222222221753327</c:v>
                </c:pt>
                <c:pt idx="27841">
                  <c:v>0.32223379629431292</c:v>
                </c:pt>
                <c:pt idx="27842">
                  <c:v>0.32224537037109258</c:v>
                </c:pt>
                <c:pt idx="27843">
                  <c:v>0.32225694444059627</c:v>
                </c:pt>
                <c:pt idx="27844">
                  <c:v>0.32226851851737592</c:v>
                </c:pt>
                <c:pt idx="27845">
                  <c:v>0.32228009258687962</c:v>
                </c:pt>
                <c:pt idx="27846">
                  <c:v>0.32229166666365927</c:v>
                </c:pt>
                <c:pt idx="27847">
                  <c:v>0.32230324074043892</c:v>
                </c:pt>
                <c:pt idx="27848">
                  <c:v>0.32231481480994262</c:v>
                </c:pt>
                <c:pt idx="27849">
                  <c:v>0.32232638888672227</c:v>
                </c:pt>
                <c:pt idx="27850">
                  <c:v>0.32233796296350192</c:v>
                </c:pt>
                <c:pt idx="27851">
                  <c:v>0.32234953703300562</c:v>
                </c:pt>
                <c:pt idx="27852">
                  <c:v>0.32236111110978527</c:v>
                </c:pt>
                <c:pt idx="27853">
                  <c:v>0.32237268517928896</c:v>
                </c:pt>
                <c:pt idx="27854">
                  <c:v>0.32238425925606862</c:v>
                </c:pt>
                <c:pt idx="27855">
                  <c:v>0.32239583333284827</c:v>
                </c:pt>
                <c:pt idx="27856">
                  <c:v>0.32240740740235196</c:v>
                </c:pt>
                <c:pt idx="27857">
                  <c:v>0.32241898147913162</c:v>
                </c:pt>
                <c:pt idx="27858">
                  <c:v>0.32243055555591127</c:v>
                </c:pt>
                <c:pt idx="27859">
                  <c:v>0.32244212962541496</c:v>
                </c:pt>
                <c:pt idx="27860">
                  <c:v>0.32245370370219462</c:v>
                </c:pt>
                <c:pt idx="27861">
                  <c:v>0.32246527777897427</c:v>
                </c:pt>
                <c:pt idx="27862">
                  <c:v>0.32247685184847796</c:v>
                </c:pt>
                <c:pt idx="27863">
                  <c:v>0.32248842592525762</c:v>
                </c:pt>
                <c:pt idx="27864">
                  <c:v>0.32249999999476131</c:v>
                </c:pt>
                <c:pt idx="27865">
                  <c:v>0.32251157407154096</c:v>
                </c:pt>
                <c:pt idx="27866">
                  <c:v>0.32252314814832062</c:v>
                </c:pt>
                <c:pt idx="27867">
                  <c:v>0.32253472221782431</c:v>
                </c:pt>
                <c:pt idx="27868">
                  <c:v>0.32254629629460396</c:v>
                </c:pt>
                <c:pt idx="27869">
                  <c:v>0.32255787037138361</c:v>
                </c:pt>
                <c:pt idx="27870">
                  <c:v>0.32256944444088731</c:v>
                </c:pt>
                <c:pt idx="27871">
                  <c:v>0.32258101851766696</c:v>
                </c:pt>
                <c:pt idx="27872">
                  <c:v>0.32259259258717066</c:v>
                </c:pt>
                <c:pt idx="27873">
                  <c:v>0.32260416666395031</c:v>
                </c:pt>
                <c:pt idx="27874">
                  <c:v>0.32261574074072996</c:v>
                </c:pt>
                <c:pt idx="27875">
                  <c:v>0.32262731481023366</c:v>
                </c:pt>
                <c:pt idx="27876">
                  <c:v>0.32263888888701331</c:v>
                </c:pt>
                <c:pt idx="27877">
                  <c:v>0.32265046296379296</c:v>
                </c:pt>
                <c:pt idx="27878">
                  <c:v>0.32266203703329666</c:v>
                </c:pt>
                <c:pt idx="27879">
                  <c:v>0.32267361111007631</c:v>
                </c:pt>
                <c:pt idx="27880">
                  <c:v>0.32268518517958</c:v>
                </c:pt>
                <c:pt idx="27881">
                  <c:v>0.32269675925635966</c:v>
                </c:pt>
                <c:pt idx="27882">
                  <c:v>0.32270833333313931</c:v>
                </c:pt>
                <c:pt idx="27883">
                  <c:v>0.322719907402643</c:v>
                </c:pt>
                <c:pt idx="27884">
                  <c:v>0.32273148147942265</c:v>
                </c:pt>
                <c:pt idx="27885">
                  <c:v>0.32274305555620231</c:v>
                </c:pt>
                <c:pt idx="27886">
                  <c:v>0.322754629625706</c:v>
                </c:pt>
                <c:pt idx="27887">
                  <c:v>0.32276620370248565</c:v>
                </c:pt>
                <c:pt idx="27888">
                  <c:v>0.32277777777198935</c:v>
                </c:pt>
                <c:pt idx="27889">
                  <c:v>0.322789351848769</c:v>
                </c:pt>
                <c:pt idx="27890">
                  <c:v>0.32280092592554865</c:v>
                </c:pt>
                <c:pt idx="27891">
                  <c:v>0.32281249999505235</c:v>
                </c:pt>
                <c:pt idx="27892">
                  <c:v>0.322824074071832</c:v>
                </c:pt>
                <c:pt idx="27893">
                  <c:v>0.32283564814861165</c:v>
                </c:pt>
                <c:pt idx="27894">
                  <c:v>0.32284722221811535</c:v>
                </c:pt>
                <c:pt idx="27895">
                  <c:v>0.322858796294895</c:v>
                </c:pt>
                <c:pt idx="27896">
                  <c:v>0.32287037037167465</c:v>
                </c:pt>
                <c:pt idx="27897">
                  <c:v>0.32288194444117835</c:v>
                </c:pt>
                <c:pt idx="27898">
                  <c:v>0.322893518517958</c:v>
                </c:pt>
                <c:pt idx="27899">
                  <c:v>0.3229050925874617</c:v>
                </c:pt>
                <c:pt idx="27900">
                  <c:v>0.32291666666424135</c:v>
                </c:pt>
                <c:pt idx="27901">
                  <c:v>0.322928240741021</c:v>
                </c:pt>
                <c:pt idx="27902">
                  <c:v>0.32293981481052469</c:v>
                </c:pt>
                <c:pt idx="27903">
                  <c:v>0.32295138888730435</c:v>
                </c:pt>
                <c:pt idx="27904">
                  <c:v>0.322962962964084</c:v>
                </c:pt>
                <c:pt idx="27905">
                  <c:v>0.32297453703358769</c:v>
                </c:pt>
                <c:pt idx="27906">
                  <c:v>0.32298611111036735</c:v>
                </c:pt>
                <c:pt idx="27907">
                  <c:v>0.32299768517987104</c:v>
                </c:pt>
                <c:pt idx="27908">
                  <c:v>0.32300925925665069</c:v>
                </c:pt>
                <c:pt idx="27909">
                  <c:v>0.32302083333343035</c:v>
                </c:pt>
                <c:pt idx="27910">
                  <c:v>0.32303240740293404</c:v>
                </c:pt>
                <c:pt idx="27911">
                  <c:v>0.32304398147971369</c:v>
                </c:pt>
                <c:pt idx="27912">
                  <c:v>0.32305555555649335</c:v>
                </c:pt>
                <c:pt idx="27913">
                  <c:v>0.32306712962599704</c:v>
                </c:pt>
                <c:pt idx="27914">
                  <c:v>0.32307870370277669</c:v>
                </c:pt>
                <c:pt idx="27915">
                  <c:v>0.32309027777228039</c:v>
                </c:pt>
                <c:pt idx="27916">
                  <c:v>0.32310185184906004</c:v>
                </c:pt>
                <c:pt idx="27917">
                  <c:v>0.32311342592583969</c:v>
                </c:pt>
                <c:pt idx="27918">
                  <c:v>0.32312499999534339</c:v>
                </c:pt>
                <c:pt idx="27919">
                  <c:v>0.32313657407212304</c:v>
                </c:pt>
                <c:pt idx="27920">
                  <c:v>0.32314814814890269</c:v>
                </c:pt>
                <c:pt idx="27921">
                  <c:v>0.32315972221840639</c:v>
                </c:pt>
                <c:pt idx="27922">
                  <c:v>0.32317129629518604</c:v>
                </c:pt>
                <c:pt idx="27923">
                  <c:v>0.32318287036468973</c:v>
                </c:pt>
                <c:pt idx="27924">
                  <c:v>0.32319444444146939</c:v>
                </c:pt>
                <c:pt idx="27925">
                  <c:v>0.32320601851824904</c:v>
                </c:pt>
                <c:pt idx="27926">
                  <c:v>0.32321759258775273</c:v>
                </c:pt>
                <c:pt idx="27927">
                  <c:v>0.32322916666453239</c:v>
                </c:pt>
                <c:pt idx="27928">
                  <c:v>0.32324074074131204</c:v>
                </c:pt>
                <c:pt idx="27929">
                  <c:v>0.32325231481081573</c:v>
                </c:pt>
                <c:pt idx="27930">
                  <c:v>0.32326388888759539</c:v>
                </c:pt>
                <c:pt idx="27931">
                  <c:v>0.32327546295709908</c:v>
                </c:pt>
                <c:pt idx="27932">
                  <c:v>0.32328703703387873</c:v>
                </c:pt>
                <c:pt idx="27933">
                  <c:v>0.32329861111065838</c:v>
                </c:pt>
                <c:pt idx="27934">
                  <c:v>0.32331018518016208</c:v>
                </c:pt>
                <c:pt idx="27935">
                  <c:v>0.32332175925694173</c:v>
                </c:pt>
                <c:pt idx="27936">
                  <c:v>0.32333333333372138</c:v>
                </c:pt>
                <c:pt idx="27937">
                  <c:v>0.32334490740322508</c:v>
                </c:pt>
                <c:pt idx="27938">
                  <c:v>0.32335648148000473</c:v>
                </c:pt>
                <c:pt idx="27939">
                  <c:v>0.32336805555678438</c:v>
                </c:pt>
                <c:pt idx="27940">
                  <c:v>0.32337962962628808</c:v>
                </c:pt>
                <c:pt idx="27941">
                  <c:v>0.32339120370306773</c:v>
                </c:pt>
                <c:pt idx="27942">
                  <c:v>0.32340277777257143</c:v>
                </c:pt>
                <c:pt idx="27943">
                  <c:v>0.32341435184935108</c:v>
                </c:pt>
                <c:pt idx="27944">
                  <c:v>0.32342592592613073</c:v>
                </c:pt>
                <c:pt idx="27945">
                  <c:v>0.32343749999563443</c:v>
                </c:pt>
                <c:pt idx="27946">
                  <c:v>0.32344907407241408</c:v>
                </c:pt>
                <c:pt idx="27947">
                  <c:v>0.32346064814919373</c:v>
                </c:pt>
                <c:pt idx="27948">
                  <c:v>0.32347222221869742</c:v>
                </c:pt>
                <c:pt idx="27949">
                  <c:v>0.32348379629547708</c:v>
                </c:pt>
                <c:pt idx="27950">
                  <c:v>0.32349537036498077</c:v>
                </c:pt>
                <c:pt idx="27951">
                  <c:v>0.32350694444176042</c:v>
                </c:pt>
                <c:pt idx="27952">
                  <c:v>0.32351851851854008</c:v>
                </c:pt>
                <c:pt idx="27953">
                  <c:v>0.32353009258804377</c:v>
                </c:pt>
                <c:pt idx="27954">
                  <c:v>0.32354166666482342</c:v>
                </c:pt>
                <c:pt idx="27955">
                  <c:v>0.32355324074160308</c:v>
                </c:pt>
                <c:pt idx="27956">
                  <c:v>0.32356481481110677</c:v>
                </c:pt>
                <c:pt idx="27957">
                  <c:v>0.32357638888788642</c:v>
                </c:pt>
                <c:pt idx="27958">
                  <c:v>0.32358796295739012</c:v>
                </c:pt>
                <c:pt idx="27959">
                  <c:v>0.32359953703416977</c:v>
                </c:pt>
                <c:pt idx="27960">
                  <c:v>0.32361111111094942</c:v>
                </c:pt>
                <c:pt idx="27961">
                  <c:v>0.32362268518045312</c:v>
                </c:pt>
                <c:pt idx="27962">
                  <c:v>0.32363425925723277</c:v>
                </c:pt>
                <c:pt idx="27963">
                  <c:v>0.32364583333401242</c:v>
                </c:pt>
                <c:pt idx="27964">
                  <c:v>0.32365740740351612</c:v>
                </c:pt>
                <c:pt idx="27965">
                  <c:v>0.32366898148029577</c:v>
                </c:pt>
                <c:pt idx="27966">
                  <c:v>0.32368055554979946</c:v>
                </c:pt>
                <c:pt idx="27967">
                  <c:v>0.32369212962657912</c:v>
                </c:pt>
                <c:pt idx="27968">
                  <c:v>0.32370370370335877</c:v>
                </c:pt>
                <c:pt idx="27969">
                  <c:v>0.32371527777286246</c:v>
                </c:pt>
                <c:pt idx="27970">
                  <c:v>0.32372685184964212</c:v>
                </c:pt>
                <c:pt idx="27971">
                  <c:v>0.32373842592642177</c:v>
                </c:pt>
                <c:pt idx="27972">
                  <c:v>0.32374999999592546</c:v>
                </c:pt>
                <c:pt idx="27973">
                  <c:v>0.32376157407270512</c:v>
                </c:pt>
                <c:pt idx="27974">
                  <c:v>0.32377314814948477</c:v>
                </c:pt>
                <c:pt idx="27975">
                  <c:v>0.32378472221898846</c:v>
                </c:pt>
                <c:pt idx="27976">
                  <c:v>0.32379629629576812</c:v>
                </c:pt>
                <c:pt idx="27977">
                  <c:v>0.32380787036527181</c:v>
                </c:pt>
                <c:pt idx="27978">
                  <c:v>0.32381944444205146</c:v>
                </c:pt>
                <c:pt idx="27979">
                  <c:v>0.32383101851883112</c:v>
                </c:pt>
                <c:pt idx="27980">
                  <c:v>0.32384259258833481</c:v>
                </c:pt>
                <c:pt idx="27981">
                  <c:v>0.32385416666511446</c:v>
                </c:pt>
                <c:pt idx="27982">
                  <c:v>0.32386574074189411</c:v>
                </c:pt>
                <c:pt idx="27983">
                  <c:v>0.32387731481139781</c:v>
                </c:pt>
                <c:pt idx="27984">
                  <c:v>0.32388888888817746</c:v>
                </c:pt>
                <c:pt idx="27985">
                  <c:v>0.32390046295768116</c:v>
                </c:pt>
                <c:pt idx="27986">
                  <c:v>0.32391203703446081</c:v>
                </c:pt>
                <c:pt idx="27987">
                  <c:v>0.32392361111124046</c:v>
                </c:pt>
                <c:pt idx="27988">
                  <c:v>0.32393518518074416</c:v>
                </c:pt>
                <c:pt idx="27989">
                  <c:v>0.32394675925752381</c:v>
                </c:pt>
                <c:pt idx="27990">
                  <c:v>0.32395833333430346</c:v>
                </c:pt>
                <c:pt idx="27991">
                  <c:v>0.32396990740380716</c:v>
                </c:pt>
                <c:pt idx="27992">
                  <c:v>0.32398148148058681</c:v>
                </c:pt>
                <c:pt idx="27993">
                  <c:v>0.3239930555500905</c:v>
                </c:pt>
                <c:pt idx="27994">
                  <c:v>0.32400462962687016</c:v>
                </c:pt>
                <c:pt idx="27995">
                  <c:v>0.32401620370364981</c:v>
                </c:pt>
                <c:pt idx="27996">
                  <c:v>0.3240277777731535</c:v>
                </c:pt>
                <c:pt idx="27997">
                  <c:v>0.32403935184993315</c:v>
                </c:pt>
                <c:pt idx="27998">
                  <c:v>0.32405092592671281</c:v>
                </c:pt>
                <c:pt idx="27999">
                  <c:v>0.3240624999962165</c:v>
                </c:pt>
                <c:pt idx="28000">
                  <c:v>0.32407407407299615</c:v>
                </c:pt>
                <c:pt idx="28001">
                  <c:v>0.32408564814249985</c:v>
                </c:pt>
                <c:pt idx="28002">
                  <c:v>0.3240972222192795</c:v>
                </c:pt>
                <c:pt idx="28003">
                  <c:v>0.32410879629605915</c:v>
                </c:pt>
                <c:pt idx="28004">
                  <c:v>0.32412037036556285</c:v>
                </c:pt>
                <c:pt idx="28005">
                  <c:v>0.3241319444423425</c:v>
                </c:pt>
                <c:pt idx="28006">
                  <c:v>0.32414351851912215</c:v>
                </c:pt>
                <c:pt idx="28007">
                  <c:v>0.32415509258862585</c:v>
                </c:pt>
                <c:pt idx="28008">
                  <c:v>0.3241666666654055</c:v>
                </c:pt>
                <c:pt idx="28009">
                  <c:v>0.3241782407349092</c:v>
                </c:pt>
                <c:pt idx="28010">
                  <c:v>0.32418981481168885</c:v>
                </c:pt>
                <c:pt idx="28011">
                  <c:v>0.3242013888884685</c:v>
                </c:pt>
                <c:pt idx="28012">
                  <c:v>0.32421296295797219</c:v>
                </c:pt>
                <c:pt idx="28013">
                  <c:v>0.32422453703475185</c:v>
                </c:pt>
                <c:pt idx="28014">
                  <c:v>0.3242361111115315</c:v>
                </c:pt>
                <c:pt idx="28015">
                  <c:v>0.32424768518103519</c:v>
                </c:pt>
                <c:pt idx="28016">
                  <c:v>0.32425925925781485</c:v>
                </c:pt>
                <c:pt idx="28017">
                  <c:v>0.3242708333345945</c:v>
                </c:pt>
                <c:pt idx="28018">
                  <c:v>0.32428240740409819</c:v>
                </c:pt>
                <c:pt idx="28019">
                  <c:v>0.32429398148087785</c:v>
                </c:pt>
                <c:pt idx="28020">
                  <c:v>0.32430555555038154</c:v>
                </c:pt>
                <c:pt idx="28021">
                  <c:v>0.32431712962716119</c:v>
                </c:pt>
                <c:pt idx="28022">
                  <c:v>0.32432870370394085</c:v>
                </c:pt>
                <c:pt idx="28023">
                  <c:v>0.32434027777344454</c:v>
                </c:pt>
                <c:pt idx="28024">
                  <c:v>0.32435185185022419</c:v>
                </c:pt>
                <c:pt idx="28025">
                  <c:v>0.32436342592700385</c:v>
                </c:pt>
                <c:pt idx="28026">
                  <c:v>0.32437499999650754</c:v>
                </c:pt>
                <c:pt idx="28027">
                  <c:v>0.32438657407328719</c:v>
                </c:pt>
                <c:pt idx="28028">
                  <c:v>0.32439814814279089</c:v>
                </c:pt>
                <c:pt idx="28029">
                  <c:v>0.32440972221957054</c:v>
                </c:pt>
                <c:pt idx="28030">
                  <c:v>0.32442129629635019</c:v>
                </c:pt>
                <c:pt idx="28031">
                  <c:v>0.32443287036585389</c:v>
                </c:pt>
                <c:pt idx="28032">
                  <c:v>0.32444444444263354</c:v>
                </c:pt>
                <c:pt idx="28033">
                  <c:v>0.32445601851941319</c:v>
                </c:pt>
                <c:pt idx="28034">
                  <c:v>0.32446759258891689</c:v>
                </c:pt>
                <c:pt idx="28035">
                  <c:v>0.32447916666569654</c:v>
                </c:pt>
                <c:pt idx="28036">
                  <c:v>0.32449074073520023</c:v>
                </c:pt>
                <c:pt idx="28037">
                  <c:v>0.32450231481197989</c:v>
                </c:pt>
                <c:pt idx="28038">
                  <c:v>0.32451388888875954</c:v>
                </c:pt>
                <c:pt idx="28039">
                  <c:v>0.32452546295826323</c:v>
                </c:pt>
                <c:pt idx="28040">
                  <c:v>0.32453703703504289</c:v>
                </c:pt>
                <c:pt idx="28041">
                  <c:v>0.32454861111182254</c:v>
                </c:pt>
                <c:pt idx="28042">
                  <c:v>0.32456018518132623</c:v>
                </c:pt>
                <c:pt idx="28043">
                  <c:v>0.32457175925810589</c:v>
                </c:pt>
                <c:pt idx="28044">
                  <c:v>0.32458333332760958</c:v>
                </c:pt>
                <c:pt idx="28045">
                  <c:v>0.32459490740438923</c:v>
                </c:pt>
                <c:pt idx="28046">
                  <c:v>0.32460648148116888</c:v>
                </c:pt>
                <c:pt idx="28047">
                  <c:v>0.32461805555067258</c:v>
                </c:pt>
                <c:pt idx="28048">
                  <c:v>0.32462962962745223</c:v>
                </c:pt>
                <c:pt idx="28049">
                  <c:v>0.32464120370423188</c:v>
                </c:pt>
                <c:pt idx="28050">
                  <c:v>0.32465277777373558</c:v>
                </c:pt>
                <c:pt idx="28051">
                  <c:v>0.32466435185051523</c:v>
                </c:pt>
                <c:pt idx="28052">
                  <c:v>0.32467592592001893</c:v>
                </c:pt>
                <c:pt idx="28053">
                  <c:v>0.32468749999679858</c:v>
                </c:pt>
                <c:pt idx="28054">
                  <c:v>0.32469907407357823</c:v>
                </c:pt>
                <c:pt idx="28055">
                  <c:v>0.32471064814308193</c:v>
                </c:pt>
                <c:pt idx="28056">
                  <c:v>0.32472222221986158</c:v>
                </c:pt>
                <c:pt idx="28057">
                  <c:v>0.32473379629664123</c:v>
                </c:pt>
                <c:pt idx="28058">
                  <c:v>0.32474537036614493</c:v>
                </c:pt>
                <c:pt idx="28059">
                  <c:v>0.32475694444292458</c:v>
                </c:pt>
                <c:pt idx="28060">
                  <c:v>0.32476851851970423</c:v>
                </c:pt>
                <c:pt idx="28061">
                  <c:v>0.32478009258920792</c:v>
                </c:pt>
                <c:pt idx="28062">
                  <c:v>0.32479166666598758</c:v>
                </c:pt>
                <c:pt idx="28063">
                  <c:v>0.32480324073549127</c:v>
                </c:pt>
                <c:pt idx="28064">
                  <c:v>0.32481481481227092</c:v>
                </c:pt>
                <c:pt idx="28065">
                  <c:v>0.32482638888905058</c:v>
                </c:pt>
                <c:pt idx="28066">
                  <c:v>0.32483796295855427</c:v>
                </c:pt>
                <c:pt idx="28067">
                  <c:v>0.32484953703533392</c:v>
                </c:pt>
                <c:pt idx="28068">
                  <c:v>0.32486111111211358</c:v>
                </c:pt>
                <c:pt idx="28069">
                  <c:v>0.32487268518161727</c:v>
                </c:pt>
                <c:pt idx="28070">
                  <c:v>0.32488425925839692</c:v>
                </c:pt>
                <c:pt idx="28071">
                  <c:v>0.32489583332790062</c:v>
                </c:pt>
                <c:pt idx="28072">
                  <c:v>0.32490740740468027</c:v>
                </c:pt>
                <c:pt idx="28073">
                  <c:v>0.32491898148145992</c:v>
                </c:pt>
                <c:pt idx="28074">
                  <c:v>0.32493055555096362</c:v>
                </c:pt>
                <c:pt idx="28075">
                  <c:v>0.32494212962774327</c:v>
                </c:pt>
                <c:pt idx="28076">
                  <c:v>0.32495370370452292</c:v>
                </c:pt>
                <c:pt idx="28077">
                  <c:v>0.32496527777402662</c:v>
                </c:pt>
                <c:pt idx="28078">
                  <c:v>0.32497685185080627</c:v>
                </c:pt>
                <c:pt idx="28079">
                  <c:v>0.32498842592030996</c:v>
                </c:pt>
                <c:pt idx="28080">
                  <c:v>0.32499999999708962</c:v>
                </c:pt>
                <c:pt idx="28081">
                  <c:v>0.32501157407386927</c:v>
                </c:pt>
                <c:pt idx="28082">
                  <c:v>0.32502314814337296</c:v>
                </c:pt>
                <c:pt idx="28083">
                  <c:v>0.32503472222015262</c:v>
                </c:pt>
                <c:pt idx="28084">
                  <c:v>0.32504629629693227</c:v>
                </c:pt>
                <c:pt idx="28085">
                  <c:v>0.32505787036643596</c:v>
                </c:pt>
                <c:pt idx="28086">
                  <c:v>0.32506944444321562</c:v>
                </c:pt>
                <c:pt idx="28087">
                  <c:v>0.32508101851271931</c:v>
                </c:pt>
                <c:pt idx="28088">
                  <c:v>0.32509259258949896</c:v>
                </c:pt>
                <c:pt idx="28089">
                  <c:v>0.32510416666627862</c:v>
                </c:pt>
                <c:pt idx="28090">
                  <c:v>0.32511574073578231</c:v>
                </c:pt>
                <c:pt idx="28091">
                  <c:v>0.32512731481256196</c:v>
                </c:pt>
                <c:pt idx="28092">
                  <c:v>0.32513888888934162</c:v>
                </c:pt>
                <c:pt idx="28093">
                  <c:v>0.32515046295884531</c:v>
                </c:pt>
                <c:pt idx="28094">
                  <c:v>0.32516203703562496</c:v>
                </c:pt>
                <c:pt idx="28095">
                  <c:v>0.32517361111240461</c:v>
                </c:pt>
                <c:pt idx="28096">
                  <c:v>0.32518518518190831</c:v>
                </c:pt>
                <c:pt idx="28097">
                  <c:v>0.32519675925868796</c:v>
                </c:pt>
                <c:pt idx="28098">
                  <c:v>0.32520833332819166</c:v>
                </c:pt>
                <c:pt idx="28099">
                  <c:v>0.32521990740497131</c:v>
                </c:pt>
                <c:pt idx="28100">
                  <c:v>0.32523148148175096</c:v>
                </c:pt>
                <c:pt idx="28101">
                  <c:v>0.32524305555125466</c:v>
                </c:pt>
                <c:pt idx="28102">
                  <c:v>0.32525462962803431</c:v>
                </c:pt>
                <c:pt idx="28103">
                  <c:v>0.32526620370481396</c:v>
                </c:pt>
                <c:pt idx="28104">
                  <c:v>0.32527777777431766</c:v>
                </c:pt>
                <c:pt idx="28105">
                  <c:v>0.32528935185109731</c:v>
                </c:pt>
                <c:pt idx="28106">
                  <c:v>0.325300925920601</c:v>
                </c:pt>
                <c:pt idx="28107">
                  <c:v>0.32531249999738066</c:v>
                </c:pt>
                <c:pt idx="28108">
                  <c:v>0.32532407407416031</c:v>
                </c:pt>
                <c:pt idx="28109">
                  <c:v>0.325335648143664</c:v>
                </c:pt>
                <c:pt idx="28110">
                  <c:v>0.32534722222044365</c:v>
                </c:pt>
                <c:pt idx="28111">
                  <c:v>0.32535879629722331</c:v>
                </c:pt>
                <c:pt idx="28112">
                  <c:v>0.325370370366727</c:v>
                </c:pt>
                <c:pt idx="28113">
                  <c:v>0.32538194444350665</c:v>
                </c:pt>
                <c:pt idx="28114">
                  <c:v>0.32539351851301035</c:v>
                </c:pt>
                <c:pt idx="28115">
                  <c:v>0.32540509258979</c:v>
                </c:pt>
                <c:pt idx="28116">
                  <c:v>0.32541666666656965</c:v>
                </c:pt>
                <c:pt idx="28117">
                  <c:v>0.32542824073607335</c:v>
                </c:pt>
                <c:pt idx="28118">
                  <c:v>0.325439814812853</c:v>
                </c:pt>
                <c:pt idx="28119">
                  <c:v>0.32545138888963265</c:v>
                </c:pt>
                <c:pt idx="28120">
                  <c:v>0.32546296295913635</c:v>
                </c:pt>
                <c:pt idx="28121">
                  <c:v>0.325474537035916</c:v>
                </c:pt>
                <c:pt idx="28122">
                  <c:v>0.3254861111054197</c:v>
                </c:pt>
                <c:pt idx="28123">
                  <c:v>0.32549768518219935</c:v>
                </c:pt>
                <c:pt idx="28124">
                  <c:v>0.325509259258979</c:v>
                </c:pt>
                <c:pt idx="28125">
                  <c:v>0.32552083332848269</c:v>
                </c:pt>
                <c:pt idx="28126">
                  <c:v>0.32553240740526235</c:v>
                </c:pt>
                <c:pt idx="28127">
                  <c:v>0.325543981482042</c:v>
                </c:pt>
                <c:pt idx="28128">
                  <c:v>0.32555555555154569</c:v>
                </c:pt>
                <c:pt idx="28129">
                  <c:v>0.32556712962832535</c:v>
                </c:pt>
                <c:pt idx="28130">
                  <c:v>0.32557870369782904</c:v>
                </c:pt>
                <c:pt idx="28131">
                  <c:v>0.32559027777460869</c:v>
                </c:pt>
                <c:pt idx="28132">
                  <c:v>0.32560185185138835</c:v>
                </c:pt>
                <c:pt idx="28133">
                  <c:v>0.32561342592089204</c:v>
                </c:pt>
                <c:pt idx="28134">
                  <c:v>0.32562499999767169</c:v>
                </c:pt>
                <c:pt idx="28135">
                  <c:v>0.32563657407445135</c:v>
                </c:pt>
                <c:pt idx="28136">
                  <c:v>0.32564814814395504</c:v>
                </c:pt>
                <c:pt idx="28137">
                  <c:v>0.32565972222073469</c:v>
                </c:pt>
                <c:pt idx="28138">
                  <c:v>0.32567129629751435</c:v>
                </c:pt>
                <c:pt idx="28139">
                  <c:v>0.32568287036701804</c:v>
                </c:pt>
                <c:pt idx="28140">
                  <c:v>0.32569444444379769</c:v>
                </c:pt>
                <c:pt idx="28141">
                  <c:v>0.32570601851330139</c:v>
                </c:pt>
                <c:pt idx="28142">
                  <c:v>0.32571759259008104</c:v>
                </c:pt>
                <c:pt idx="28143">
                  <c:v>0.32572916666686069</c:v>
                </c:pt>
                <c:pt idx="28144">
                  <c:v>0.32574074073636439</c:v>
                </c:pt>
                <c:pt idx="28145">
                  <c:v>0.32575231481314404</c:v>
                </c:pt>
                <c:pt idx="28146">
                  <c:v>0.32576388888992369</c:v>
                </c:pt>
                <c:pt idx="28147">
                  <c:v>0.32577546295942739</c:v>
                </c:pt>
                <c:pt idx="28148">
                  <c:v>0.32578703703620704</c:v>
                </c:pt>
                <c:pt idx="28149">
                  <c:v>0.32579861110571073</c:v>
                </c:pt>
                <c:pt idx="28150">
                  <c:v>0.32581018518249039</c:v>
                </c:pt>
                <c:pt idx="28151">
                  <c:v>0.32582175925927004</c:v>
                </c:pt>
                <c:pt idx="28152">
                  <c:v>0.32583333332877373</c:v>
                </c:pt>
                <c:pt idx="28153">
                  <c:v>0.32584490740555339</c:v>
                </c:pt>
                <c:pt idx="28154">
                  <c:v>0.32585648148233304</c:v>
                </c:pt>
                <c:pt idx="28155">
                  <c:v>0.32586805555183673</c:v>
                </c:pt>
                <c:pt idx="28156">
                  <c:v>0.32587962962861639</c:v>
                </c:pt>
                <c:pt idx="28157">
                  <c:v>0.32589120369812008</c:v>
                </c:pt>
                <c:pt idx="28158">
                  <c:v>0.32590277777489973</c:v>
                </c:pt>
                <c:pt idx="28159">
                  <c:v>0.32591435185167938</c:v>
                </c:pt>
                <c:pt idx="28160">
                  <c:v>0.32592592592118308</c:v>
                </c:pt>
                <c:pt idx="28161">
                  <c:v>0.32593749999796273</c:v>
                </c:pt>
                <c:pt idx="28162">
                  <c:v>0.32594907407474238</c:v>
                </c:pt>
                <c:pt idx="28163">
                  <c:v>0.32596064814424608</c:v>
                </c:pt>
                <c:pt idx="28164">
                  <c:v>0.32597222222102573</c:v>
                </c:pt>
                <c:pt idx="28165">
                  <c:v>0.32598379629052943</c:v>
                </c:pt>
                <c:pt idx="28166">
                  <c:v>0.32599537036730908</c:v>
                </c:pt>
                <c:pt idx="28167">
                  <c:v>0.32600694444408873</c:v>
                </c:pt>
                <c:pt idx="28168">
                  <c:v>0.32601851851359243</c:v>
                </c:pt>
                <c:pt idx="28169">
                  <c:v>0.32603009259037208</c:v>
                </c:pt>
                <c:pt idx="28170">
                  <c:v>0.32604166666715173</c:v>
                </c:pt>
                <c:pt idx="28171">
                  <c:v>0.32605324073665543</c:v>
                </c:pt>
                <c:pt idx="28172">
                  <c:v>0.32606481481343508</c:v>
                </c:pt>
                <c:pt idx="28173">
                  <c:v>0.32607638889021473</c:v>
                </c:pt>
                <c:pt idx="28174">
                  <c:v>0.32608796295971842</c:v>
                </c:pt>
                <c:pt idx="28175">
                  <c:v>0.32609953703649808</c:v>
                </c:pt>
                <c:pt idx="28176">
                  <c:v>0.32611111110600177</c:v>
                </c:pt>
                <c:pt idx="28177">
                  <c:v>0.32612268518278142</c:v>
                </c:pt>
                <c:pt idx="28178">
                  <c:v>0.32613425925956108</c:v>
                </c:pt>
                <c:pt idx="28179">
                  <c:v>0.32614583332906477</c:v>
                </c:pt>
                <c:pt idx="28180">
                  <c:v>0.32615740740584442</c:v>
                </c:pt>
                <c:pt idx="28181">
                  <c:v>0.32616898148262408</c:v>
                </c:pt>
                <c:pt idx="28182">
                  <c:v>0.32618055555212777</c:v>
                </c:pt>
                <c:pt idx="28183">
                  <c:v>0.32619212962890742</c:v>
                </c:pt>
                <c:pt idx="28184">
                  <c:v>0.32620370369841112</c:v>
                </c:pt>
                <c:pt idx="28185">
                  <c:v>0.32621527777519077</c:v>
                </c:pt>
                <c:pt idx="28186">
                  <c:v>0.32622685185197042</c:v>
                </c:pt>
                <c:pt idx="28187">
                  <c:v>0.32623842592147412</c:v>
                </c:pt>
                <c:pt idx="28188">
                  <c:v>0.32624999999825377</c:v>
                </c:pt>
                <c:pt idx="28189">
                  <c:v>0.32626157407503342</c:v>
                </c:pt>
                <c:pt idx="28190">
                  <c:v>0.32627314814453712</c:v>
                </c:pt>
                <c:pt idx="28191">
                  <c:v>0.32628472222131677</c:v>
                </c:pt>
                <c:pt idx="28192">
                  <c:v>0.32629629629082046</c:v>
                </c:pt>
                <c:pt idx="28193">
                  <c:v>0.32630787036760012</c:v>
                </c:pt>
                <c:pt idx="28194">
                  <c:v>0.32631944444437977</c:v>
                </c:pt>
                <c:pt idx="28195">
                  <c:v>0.32633101851388346</c:v>
                </c:pt>
                <c:pt idx="28196">
                  <c:v>0.32634259259066312</c:v>
                </c:pt>
                <c:pt idx="28197">
                  <c:v>0.32635416666744277</c:v>
                </c:pt>
                <c:pt idx="28198">
                  <c:v>0.32636574073694646</c:v>
                </c:pt>
                <c:pt idx="28199">
                  <c:v>0.32637731481372612</c:v>
                </c:pt>
                <c:pt idx="28200">
                  <c:v>0.32638888888322981</c:v>
                </c:pt>
                <c:pt idx="28201">
                  <c:v>0.32640046296000946</c:v>
                </c:pt>
                <c:pt idx="28202">
                  <c:v>0.32641203703678912</c:v>
                </c:pt>
                <c:pt idx="28203">
                  <c:v>0.32642361110629281</c:v>
                </c:pt>
                <c:pt idx="28204">
                  <c:v>0.32643518518307246</c:v>
                </c:pt>
                <c:pt idx="28205">
                  <c:v>0.32644675925985212</c:v>
                </c:pt>
                <c:pt idx="28206">
                  <c:v>0.32645833332935581</c:v>
                </c:pt>
                <c:pt idx="28207">
                  <c:v>0.32646990740613546</c:v>
                </c:pt>
                <c:pt idx="28208">
                  <c:v>0.32648148147563916</c:v>
                </c:pt>
                <c:pt idx="28209">
                  <c:v>0.32649305555241881</c:v>
                </c:pt>
                <c:pt idx="28210">
                  <c:v>0.32650462962919846</c:v>
                </c:pt>
                <c:pt idx="28211">
                  <c:v>0.32651620369870216</c:v>
                </c:pt>
                <c:pt idx="28212">
                  <c:v>0.32652777777548181</c:v>
                </c:pt>
                <c:pt idx="28213">
                  <c:v>0.32653935185226146</c:v>
                </c:pt>
                <c:pt idx="28214">
                  <c:v>0.32655092592176516</c:v>
                </c:pt>
                <c:pt idx="28215">
                  <c:v>0.32656249999854481</c:v>
                </c:pt>
                <c:pt idx="28216">
                  <c:v>0.32657407407532446</c:v>
                </c:pt>
                <c:pt idx="28217">
                  <c:v>0.32658564814482816</c:v>
                </c:pt>
                <c:pt idx="28218">
                  <c:v>0.32659722222160781</c:v>
                </c:pt>
                <c:pt idx="28219">
                  <c:v>0.3266087962911115</c:v>
                </c:pt>
                <c:pt idx="28220">
                  <c:v>0.32662037036789116</c:v>
                </c:pt>
                <c:pt idx="28221">
                  <c:v>0.32663194444467081</c:v>
                </c:pt>
                <c:pt idx="28222">
                  <c:v>0.3266435185141745</c:v>
                </c:pt>
                <c:pt idx="28223">
                  <c:v>0.32665509259095415</c:v>
                </c:pt>
                <c:pt idx="28224">
                  <c:v>0.32666666666773381</c:v>
                </c:pt>
                <c:pt idx="28225">
                  <c:v>0.3266782407372375</c:v>
                </c:pt>
                <c:pt idx="28226">
                  <c:v>0.32668981481401715</c:v>
                </c:pt>
                <c:pt idx="28227">
                  <c:v>0.32670138888352085</c:v>
                </c:pt>
                <c:pt idx="28228">
                  <c:v>0.3267129629603005</c:v>
                </c:pt>
                <c:pt idx="28229">
                  <c:v>0.32672453703708015</c:v>
                </c:pt>
                <c:pt idx="28230">
                  <c:v>0.32673611110658385</c:v>
                </c:pt>
                <c:pt idx="28231">
                  <c:v>0.3267476851833635</c:v>
                </c:pt>
                <c:pt idx="28232">
                  <c:v>0.32675925926014315</c:v>
                </c:pt>
                <c:pt idx="28233">
                  <c:v>0.32677083332964685</c:v>
                </c:pt>
                <c:pt idx="28234">
                  <c:v>0.3267824074064265</c:v>
                </c:pt>
                <c:pt idx="28235">
                  <c:v>0.3267939814759302</c:v>
                </c:pt>
                <c:pt idx="28236">
                  <c:v>0.32680555555270985</c:v>
                </c:pt>
                <c:pt idx="28237">
                  <c:v>0.3268171296294895</c:v>
                </c:pt>
                <c:pt idx="28238">
                  <c:v>0.32682870369899319</c:v>
                </c:pt>
                <c:pt idx="28239">
                  <c:v>0.32684027777577285</c:v>
                </c:pt>
                <c:pt idx="28240">
                  <c:v>0.3268518518525525</c:v>
                </c:pt>
                <c:pt idx="28241">
                  <c:v>0.32686342592205619</c:v>
                </c:pt>
                <c:pt idx="28242">
                  <c:v>0.32687499999883585</c:v>
                </c:pt>
                <c:pt idx="28243">
                  <c:v>0.32688657406833954</c:v>
                </c:pt>
                <c:pt idx="28244">
                  <c:v>0.32689814814511919</c:v>
                </c:pt>
                <c:pt idx="28245">
                  <c:v>0.32690972222189885</c:v>
                </c:pt>
                <c:pt idx="28246">
                  <c:v>0.32692129629140254</c:v>
                </c:pt>
                <c:pt idx="28247">
                  <c:v>0.32693287036818219</c:v>
                </c:pt>
                <c:pt idx="28248">
                  <c:v>0.32694444444496185</c:v>
                </c:pt>
                <c:pt idx="28249">
                  <c:v>0.32695601851446554</c:v>
                </c:pt>
                <c:pt idx="28250">
                  <c:v>0.32696759259124519</c:v>
                </c:pt>
                <c:pt idx="28251">
                  <c:v>0.32697916666074889</c:v>
                </c:pt>
                <c:pt idx="28252">
                  <c:v>0.32699074073752854</c:v>
                </c:pt>
                <c:pt idx="28253">
                  <c:v>0.32700231481430819</c:v>
                </c:pt>
                <c:pt idx="28254">
                  <c:v>0.32701388888381189</c:v>
                </c:pt>
                <c:pt idx="28255">
                  <c:v>0.32702546296059154</c:v>
                </c:pt>
                <c:pt idx="28256">
                  <c:v>0.32703703703737119</c:v>
                </c:pt>
                <c:pt idx="28257">
                  <c:v>0.32704861110687489</c:v>
                </c:pt>
                <c:pt idx="28258">
                  <c:v>0.32706018518365454</c:v>
                </c:pt>
                <c:pt idx="28259">
                  <c:v>0.32707175926043419</c:v>
                </c:pt>
                <c:pt idx="28260">
                  <c:v>0.32708333332993789</c:v>
                </c:pt>
                <c:pt idx="28261">
                  <c:v>0.32709490740671754</c:v>
                </c:pt>
                <c:pt idx="28262">
                  <c:v>0.32710648147622123</c:v>
                </c:pt>
                <c:pt idx="28263">
                  <c:v>0.32711805555300089</c:v>
                </c:pt>
                <c:pt idx="28264">
                  <c:v>0.32712962962978054</c:v>
                </c:pt>
                <c:pt idx="28265">
                  <c:v>0.32714120369928423</c:v>
                </c:pt>
                <c:pt idx="28266">
                  <c:v>0.32715277777606389</c:v>
                </c:pt>
                <c:pt idx="28267">
                  <c:v>0.32716435185284354</c:v>
                </c:pt>
                <c:pt idx="28268">
                  <c:v>0.32717592592234723</c:v>
                </c:pt>
                <c:pt idx="28269">
                  <c:v>0.32718749999912689</c:v>
                </c:pt>
                <c:pt idx="28270">
                  <c:v>0.32719907406863058</c:v>
                </c:pt>
                <c:pt idx="28271">
                  <c:v>0.32721064814541023</c:v>
                </c:pt>
                <c:pt idx="28272">
                  <c:v>0.32722222222218988</c:v>
                </c:pt>
                <c:pt idx="28273">
                  <c:v>0.32723379629169358</c:v>
                </c:pt>
                <c:pt idx="28274">
                  <c:v>0.32724537036847323</c:v>
                </c:pt>
                <c:pt idx="28275">
                  <c:v>0.32725694444525288</c:v>
                </c:pt>
                <c:pt idx="28276">
                  <c:v>0.32726851851475658</c:v>
                </c:pt>
                <c:pt idx="28277">
                  <c:v>0.32728009259153623</c:v>
                </c:pt>
                <c:pt idx="28278">
                  <c:v>0.32729166666103993</c:v>
                </c:pt>
                <c:pt idx="28279">
                  <c:v>0.32730324073781958</c:v>
                </c:pt>
                <c:pt idx="28280">
                  <c:v>0.32731481481459923</c:v>
                </c:pt>
                <c:pt idx="28281">
                  <c:v>0.32732638888410293</c:v>
                </c:pt>
                <c:pt idx="28282">
                  <c:v>0.32733796296088258</c:v>
                </c:pt>
                <c:pt idx="28283">
                  <c:v>0.32734953703766223</c:v>
                </c:pt>
                <c:pt idx="28284">
                  <c:v>0.32736111110716593</c:v>
                </c:pt>
                <c:pt idx="28285">
                  <c:v>0.32737268518394558</c:v>
                </c:pt>
                <c:pt idx="28286">
                  <c:v>0.32738425925344927</c:v>
                </c:pt>
                <c:pt idx="28287">
                  <c:v>0.32739583333022892</c:v>
                </c:pt>
                <c:pt idx="28288">
                  <c:v>0.32740740740700858</c:v>
                </c:pt>
                <c:pt idx="28289">
                  <c:v>0.32741898147651227</c:v>
                </c:pt>
                <c:pt idx="28290">
                  <c:v>0.32743055555329192</c:v>
                </c:pt>
                <c:pt idx="28291">
                  <c:v>0.32744212963007158</c:v>
                </c:pt>
                <c:pt idx="28292">
                  <c:v>0.32745370369957527</c:v>
                </c:pt>
                <c:pt idx="28293">
                  <c:v>0.32746527777635492</c:v>
                </c:pt>
                <c:pt idx="28294">
                  <c:v>0.32747685185313458</c:v>
                </c:pt>
                <c:pt idx="28295">
                  <c:v>0.32748842592263827</c:v>
                </c:pt>
                <c:pt idx="28296">
                  <c:v>0.32749999999941792</c:v>
                </c:pt>
                <c:pt idx="28297">
                  <c:v>0.32751157406892162</c:v>
                </c:pt>
                <c:pt idx="28298">
                  <c:v>0.32752314814570127</c:v>
                </c:pt>
                <c:pt idx="28299">
                  <c:v>0.32753472222248092</c:v>
                </c:pt>
                <c:pt idx="28300">
                  <c:v>0.32754629629198462</c:v>
                </c:pt>
                <c:pt idx="28301">
                  <c:v>0.32755787036876427</c:v>
                </c:pt>
                <c:pt idx="28302">
                  <c:v>0.32756944444554392</c:v>
                </c:pt>
                <c:pt idx="28303">
                  <c:v>0.32758101851504762</c:v>
                </c:pt>
                <c:pt idx="28304">
                  <c:v>0.32759259259182727</c:v>
                </c:pt>
                <c:pt idx="28305">
                  <c:v>0.32760416666133096</c:v>
                </c:pt>
                <c:pt idx="28306">
                  <c:v>0.32761574073811062</c:v>
                </c:pt>
                <c:pt idx="28307">
                  <c:v>0.32762731481489027</c:v>
                </c:pt>
                <c:pt idx="28308">
                  <c:v>0.32763888888439396</c:v>
                </c:pt>
                <c:pt idx="28309">
                  <c:v>0.32765046296117362</c:v>
                </c:pt>
                <c:pt idx="28310">
                  <c:v>0.32766203703795327</c:v>
                </c:pt>
                <c:pt idx="28311">
                  <c:v>0.32767361110745696</c:v>
                </c:pt>
                <c:pt idx="28312">
                  <c:v>0.32768518518423662</c:v>
                </c:pt>
                <c:pt idx="28313">
                  <c:v>0.32769675925374031</c:v>
                </c:pt>
                <c:pt idx="28314">
                  <c:v>0.32770833333051996</c:v>
                </c:pt>
                <c:pt idx="28315">
                  <c:v>0.32771990740729962</c:v>
                </c:pt>
                <c:pt idx="28316">
                  <c:v>0.32773148147680331</c:v>
                </c:pt>
                <c:pt idx="28317">
                  <c:v>0.32774305555358296</c:v>
                </c:pt>
                <c:pt idx="28318">
                  <c:v>0.32775462963036261</c:v>
                </c:pt>
                <c:pt idx="28319">
                  <c:v>0.32776620369986631</c:v>
                </c:pt>
                <c:pt idx="28320">
                  <c:v>0.32777777777664596</c:v>
                </c:pt>
                <c:pt idx="28321">
                  <c:v>0.32778935184614966</c:v>
                </c:pt>
                <c:pt idx="28322">
                  <c:v>0.32780092592292931</c:v>
                </c:pt>
                <c:pt idx="28323">
                  <c:v>0.32781249999970896</c:v>
                </c:pt>
                <c:pt idx="28324">
                  <c:v>0.32782407406921266</c:v>
                </c:pt>
                <c:pt idx="28325">
                  <c:v>0.32783564814599231</c:v>
                </c:pt>
                <c:pt idx="28326">
                  <c:v>0.32784722222277196</c:v>
                </c:pt>
                <c:pt idx="28327">
                  <c:v>0.32785879629227566</c:v>
                </c:pt>
                <c:pt idx="28328">
                  <c:v>0.32787037036905531</c:v>
                </c:pt>
                <c:pt idx="28329">
                  <c:v>0.327881944438559</c:v>
                </c:pt>
                <c:pt idx="28330">
                  <c:v>0.32789351851533866</c:v>
                </c:pt>
                <c:pt idx="28331">
                  <c:v>0.32790509259211831</c:v>
                </c:pt>
                <c:pt idx="28332">
                  <c:v>0.327916666661622</c:v>
                </c:pt>
                <c:pt idx="28333">
                  <c:v>0.32792824073840166</c:v>
                </c:pt>
                <c:pt idx="28334">
                  <c:v>0.32793981481518131</c:v>
                </c:pt>
                <c:pt idx="28335">
                  <c:v>0.327951388884685</c:v>
                </c:pt>
                <c:pt idx="28336">
                  <c:v>0.32796296296146465</c:v>
                </c:pt>
                <c:pt idx="28337">
                  <c:v>0.32797453703824431</c:v>
                </c:pt>
                <c:pt idx="28338">
                  <c:v>0.327986111107748</c:v>
                </c:pt>
                <c:pt idx="28339">
                  <c:v>0.32799768518452765</c:v>
                </c:pt>
                <c:pt idx="28340">
                  <c:v>0.32800925925403135</c:v>
                </c:pt>
                <c:pt idx="28341">
                  <c:v>0.328020833330811</c:v>
                </c:pt>
                <c:pt idx="28342">
                  <c:v>0.32803240740759065</c:v>
                </c:pt>
                <c:pt idx="28343">
                  <c:v>0.32804398147709435</c:v>
                </c:pt>
                <c:pt idx="28344">
                  <c:v>0.328055555553874</c:v>
                </c:pt>
                <c:pt idx="28345">
                  <c:v>0.32806712963065365</c:v>
                </c:pt>
                <c:pt idx="28346">
                  <c:v>0.32807870370015735</c:v>
                </c:pt>
                <c:pt idx="28347">
                  <c:v>0.328090277776937</c:v>
                </c:pt>
                <c:pt idx="28348">
                  <c:v>0.3281018518464407</c:v>
                </c:pt>
                <c:pt idx="28349">
                  <c:v>0.32811342592322035</c:v>
                </c:pt>
                <c:pt idx="28350">
                  <c:v>0.328125</c:v>
                </c:pt>
                <c:pt idx="28351">
                  <c:v>0.32813657406950369</c:v>
                </c:pt>
                <c:pt idx="28352">
                  <c:v>0.32814814814628335</c:v>
                </c:pt>
                <c:pt idx="28353">
                  <c:v>0.328159722223063</c:v>
                </c:pt>
                <c:pt idx="28354">
                  <c:v>0.32817129629256669</c:v>
                </c:pt>
                <c:pt idx="28355">
                  <c:v>0.32818287036934635</c:v>
                </c:pt>
                <c:pt idx="28356">
                  <c:v>0.32819444443885004</c:v>
                </c:pt>
                <c:pt idx="28357">
                  <c:v>0.32820601851562969</c:v>
                </c:pt>
                <c:pt idx="28358">
                  <c:v>0.32821759259240935</c:v>
                </c:pt>
                <c:pt idx="28359">
                  <c:v>0.32822916666191304</c:v>
                </c:pt>
                <c:pt idx="28360">
                  <c:v>0.32824074073869269</c:v>
                </c:pt>
                <c:pt idx="28361">
                  <c:v>0.32825231481547235</c:v>
                </c:pt>
                <c:pt idx="28362">
                  <c:v>0.32826388888497604</c:v>
                </c:pt>
                <c:pt idx="28363">
                  <c:v>0.32827546296175569</c:v>
                </c:pt>
                <c:pt idx="28364">
                  <c:v>0.32828703703125939</c:v>
                </c:pt>
                <c:pt idx="28365">
                  <c:v>0.32829861110803904</c:v>
                </c:pt>
                <c:pt idx="28366">
                  <c:v>0.32831018518481869</c:v>
                </c:pt>
                <c:pt idx="28367">
                  <c:v>0.32832175925432239</c:v>
                </c:pt>
                <c:pt idx="28368">
                  <c:v>0.32833333333110204</c:v>
                </c:pt>
                <c:pt idx="28369">
                  <c:v>0.32834490740788169</c:v>
                </c:pt>
                <c:pt idx="28370">
                  <c:v>0.32835648147738539</c:v>
                </c:pt>
                <c:pt idx="28371">
                  <c:v>0.32836805555416504</c:v>
                </c:pt>
                <c:pt idx="28372">
                  <c:v>0.32837962963094469</c:v>
                </c:pt>
                <c:pt idx="28373">
                  <c:v>0.32839120370044839</c:v>
                </c:pt>
                <c:pt idx="28374">
                  <c:v>0.32840277777722804</c:v>
                </c:pt>
                <c:pt idx="28375">
                  <c:v>0.32841435184673173</c:v>
                </c:pt>
                <c:pt idx="28376">
                  <c:v>0.32842592592351139</c:v>
                </c:pt>
                <c:pt idx="28377">
                  <c:v>0.32843750000029104</c:v>
                </c:pt>
                <c:pt idx="28378">
                  <c:v>0.32844907406979473</c:v>
                </c:pt>
                <c:pt idx="28379">
                  <c:v>0.32846064814657439</c:v>
                </c:pt>
                <c:pt idx="28380">
                  <c:v>0.32847222222335404</c:v>
                </c:pt>
                <c:pt idx="28381">
                  <c:v>0.32848379629285773</c:v>
                </c:pt>
                <c:pt idx="28382">
                  <c:v>0.32849537036963739</c:v>
                </c:pt>
                <c:pt idx="28383">
                  <c:v>0.32850694443914108</c:v>
                </c:pt>
                <c:pt idx="28384">
                  <c:v>0.32851851851592073</c:v>
                </c:pt>
                <c:pt idx="28385">
                  <c:v>0.32853009259270038</c:v>
                </c:pt>
                <c:pt idx="28386">
                  <c:v>0.32854166666220408</c:v>
                </c:pt>
                <c:pt idx="28387">
                  <c:v>0.32855324073898373</c:v>
                </c:pt>
                <c:pt idx="28388">
                  <c:v>0.32856481481576338</c:v>
                </c:pt>
                <c:pt idx="28389">
                  <c:v>0.32857638888526708</c:v>
                </c:pt>
                <c:pt idx="28390">
                  <c:v>0.32858796296204673</c:v>
                </c:pt>
                <c:pt idx="28391">
                  <c:v>0.32859953703155043</c:v>
                </c:pt>
                <c:pt idx="28392">
                  <c:v>0.32861111110833008</c:v>
                </c:pt>
                <c:pt idx="28393">
                  <c:v>0.32862268518510973</c:v>
                </c:pt>
                <c:pt idx="28394">
                  <c:v>0.32863425925461343</c:v>
                </c:pt>
                <c:pt idx="28395">
                  <c:v>0.32864583333139308</c:v>
                </c:pt>
                <c:pt idx="28396">
                  <c:v>0.32865740740817273</c:v>
                </c:pt>
                <c:pt idx="28397">
                  <c:v>0.32866898147767643</c:v>
                </c:pt>
                <c:pt idx="28398">
                  <c:v>0.32868055555445608</c:v>
                </c:pt>
                <c:pt idx="28399">
                  <c:v>0.32869212962395977</c:v>
                </c:pt>
                <c:pt idx="28400">
                  <c:v>0.32870370370073942</c:v>
                </c:pt>
                <c:pt idx="28401">
                  <c:v>0.32871527777751908</c:v>
                </c:pt>
                <c:pt idx="28402">
                  <c:v>0.32872685184702277</c:v>
                </c:pt>
                <c:pt idx="28403">
                  <c:v>0.32873842592380242</c:v>
                </c:pt>
                <c:pt idx="28404">
                  <c:v>0.32875000000058208</c:v>
                </c:pt>
                <c:pt idx="28405">
                  <c:v>0.32876157407008577</c:v>
                </c:pt>
                <c:pt idx="28406">
                  <c:v>0.32877314814686542</c:v>
                </c:pt>
                <c:pt idx="28407">
                  <c:v>0.32878472221636912</c:v>
                </c:pt>
                <c:pt idx="28408">
                  <c:v>0.32879629629314877</c:v>
                </c:pt>
                <c:pt idx="28409">
                  <c:v>0.32880787036992842</c:v>
                </c:pt>
                <c:pt idx="28410">
                  <c:v>0.32881944443943212</c:v>
                </c:pt>
                <c:pt idx="28411">
                  <c:v>0.32883101851621177</c:v>
                </c:pt>
                <c:pt idx="28412">
                  <c:v>0.32884259259299142</c:v>
                </c:pt>
                <c:pt idx="28413">
                  <c:v>0.32885416666249512</c:v>
                </c:pt>
                <c:pt idx="28414">
                  <c:v>0.32886574073927477</c:v>
                </c:pt>
                <c:pt idx="28415">
                  <c:v>0.32887731481605442</c:v>
                </c:pt>
                <c:pt idx="28416">
                  <c:v>0.32888888888555812</c:v>
                </c:pt>
                <c:pt idx="28417">
                  <c:v>0.32890046296233777</c:v>
                </c:pt>
                <c:pt idx="28418">
                  <c:v>0.32891203703184146</c:v>
                </c:pt>
                <c:pt idx="28419">
                  <c:v>0.32892361110862112</c:v>
                </c:pt>
                <c:pt idx="28420">
                  <c:v>0.32893518518540077</c:v>
                </c:pt>
                <c:pt idx="28421">
                  <c:v>0.32894675925490446</c:v>
                </c:pt>
                <c:pt idx="28422">
                  <c:v>0.32895833333168412</c:v>
                </c:pt>
                <c:pt idx="28423">
                  <c:v>0.32896990740846377</c:v>
                </c:pt>
                <c:pt idx="28424">
                  <c:v>0.32898148147796746</c:v>
                </c:pt>
                <c:pt idx="28425">
                  <c:v>0.32899305555474712</c:v>
                </c:pt>
                <c:pt idx="28426">
                  <c:v>0.32900462962425081</c:v>
                </c:pt>
                <c:pt idx="28427">
                  <c:v>0.32901620370103046</c:v>
                </c:pt>
                <c:pt idx="28428">
                  <c:v>0.32902777777781012</c:v>
                </c:pt>
                <c:pt idx="28429">
                  <c:v>0.32903935184731381</c:v>
                </c:pt>
                <c:pt idx="28430">
                  <c:v>0.32905092592409346</c:v>
                </c:pt>
                <c:pt idx="28431">
                  <c:v>0.32906250000087311</c:v>
                </c:pt>
                <c:pt idx="28432">
                  <c:v>0.32907407407037681</c:v>
                </c:pt>
                <c:pt idx="28433">
                  <c:v>0.32908564814715646</c:v>
                </c:pt>
                <c:pt idx="28434">
                  <c:v>0.32909722221666016</c:v>
                </c:pt>
                <c:pt idx="28435">
                  <c:v>0.32910879629343981</c:v>
                </c:pt>
                <c:pt idx="28436">
                  <c:v>0.32912037037021946</c:v>
                </c:pt>
                <c:pt idx="28437">
                  <c:v>0.32913194443972316</c:v>
                </c:pt>
                <c:pt idx="28438">
                  <c:v>0.32914351851650281</c:v>
                </c:pt>
                <c:pt idx="28439">
                  <c:v>0.32915509259328246</c:v>
                </c:pt>
                <c:pt idx="28440">
                  <c:v>0.32916666666278616</c:v>
                </c:pt>
                <c:pt idx="28441">
                  <c:v>0.32917824073956581</c:v>
                </c:pt>
                <c:pt idx="28442">
                  <c:v>0.3291898148090695</c:v>
                </c:pt>
                <c:pt idx="28443">
                  <c:v>0.32920138888584916</c:v>
                </c:pt>
                <c:pt idx="28444">
                  <c:v>0.32921296296262881</c:v>
                </c:pt>
                <c:pt idx="28445">
                  <c:v>0.3292245370321325</c:v>
                </c:pt>
                <c:pt idx="28446">
                  <c:v>0.32923611110891216</c:v>
                </c:pt>
                <c:pt idx="28447">
                  <c:v>0.32924768518569181</c:v>
                </c:pt>
                <c:pt idx="28448">
                  <c:v>0.3292592592551955</c:v>
                </c:pt>
                <c:pt idx="28449">
                  <c:v>0.32927083333197515</c:v>
                </c:pt>
                <c:pt idx="28450">
                  <c:v>0.32928240740147885</c:v>
                </c:pt>
                <c:pt idx="28451">
                  <c:v>0.3292939814782585</c:v>
                </c:pt>
                <c:pt idx="28452">
                  <c:v>0.32930555555503815</c:v>
                </c:pt>
                <c:pt idx="28453">
                  <c:v>0.32931712962454185</c:v>
                </c:pt>
                <c:pt idx="28454">
                  <c:v>0.3293287037013215</c:v>
                </c:pt>
                <c:pt idx="28455">
                  <c:v>0.32934027777810115</c:v>
                </c:pt>
                <c:pt idx="28456">
                  <c:v>0.32935185184760485</c:v>
                </c:pt>
                <c:pt idx="28457">
                  <c:v>0.3293634259243845</c:v>
                </c:pt>
                <c:pt idx="28458">
                  <c:v>0.32937500000116415</c:v>
                </c:pt>
                <c:pt idx="28459">
                  <c:v>0.32938657407066785</c:v>
                </c:pt>
                <c:pt idx="28460">
                  <c:v>0.3293981481474475</c:v>
                </c:pt>
                <c:pt idx="28461">
                  <c:v>0.3294097222169512</c:v>
                </c:pt>
                <c:pt idx="28462">
                  <c:v>0.32942129629373085</c:v>
                </c:pt>
                <c:pt idx="28463">
                  <c:v>0.3294328703705105</c:v>
                </c:pt>
                <c:pt idx="28464">
                  <c:v>0.32944444444001419</c:v>
                </c:pt>
                <c:pt idx="28465">
                  <c:v>0.32945601851679385</c:v>
                </c:pt>
                <c:pt idx="28466">
                  <c:v>0.3294675925935735</c:v>
                </c:pt>
                <c:pt idx="28467">
                  <c:v>0.32947916666307719</c:v>
                </c:pt>
                <c:pt idx="28468">
                  <c:v>0.32949074073985685</c:v>
                </c:pt>
                <c:pt idx="28469">
                  <c:v>0.32950231480936054</c:v>
                </c:pt>
                <c:pt idx="28470">
                  <c:v>0.32951388888614019</c:v>
                </c:pt>
                <c:pt idx="28471">
                  <c:v>0.32952546296291985</c:v>
                </c:pt>
                <c:pt idx="28472">
                  <c:v>0.32953703703242354</c:v>
                </c:pt>
                <c:pt idx="28473">
                  <c:v>0.32954861110920319</c:v>
                </c:pt>
                <c:pt idx="28474">
                  <c:v>0.32956018518598285</c:v>
                </c:pt>
                <c:pt idx="28475">
                  <c:v>0.32957175925548654</c:v>
                </c:pt>
                <c:pt idx="28476">
                  <c:v>0.32958333333226619</c:v>
                </c:pt>
                <c:pt idx="28477">
                  <c:v>0.32959490740176989</c:v>
                </c:pt>
                <c:pt idx="28478">
                  <c:v>0.32960648147854954</c:v>
                </c:pt>
                <c:pt idx="28479">
                  <c:v>0.32961805555532919</c:v>
                </c:pt>
                <c:pt idx="28480">
                  <c:v>0.32962962962483289</c:v>
                </c:pt>
                <c:pt idx="28481">
                  <c:v>0.32964120370161254</c:v>
                </c:pt>
                <c:pt idx="28482">
                  <c:v>0.32965277777839219</c:v>
                </c:pt>
                <c:pt idx="28483">
                  <c:v>0.32966435184789589</c:v>
                </c:pt>
                <c:pt idx="28484">
                  <c:v>0.32967592592467554</c:v>
                </c:pt>
                <c:pt idx="28485">
                  <c:v>0.32968749999417923</c:v>
                </c:pt>
                <c:pt idx="28486">
                  <c:v>0.32969907407095889</c:v>
                </c:pt>
                <c:pt idx="28487">
                  <c:v>0.32971064814773854</c:v>
                </c:pt>
                <c:pt idx="28488">
                  <c:v>0.32972222221724223</c:v>
                </c:pt>
                <c:pt idx="28489">
                  <c:v>0.32973379629402189</c:v>
                </c:pt>
                <c:pt idx="28490">
                  <c:v>0.32974537037080154</c:v>
                </c:pt>
                <c:pt idx="28491">
                  <c:v>0.32975694444030523</c:v>
                </c:pt>
                <c:pt idx="28492">
                  <c:v>0.32976851851708489</c:v>
                </c:pt>
                <c:pt idx="28493">
                  <c:v>0.32978009259386454</c:v>
                </c:pt>
                <c:pt idx="28494">
                  <c:v>0.32979166666336823</c:v>
                </c:pt>
                <c:pt idx="28495">
                  <c:v>0.32980324074014788</c:v>
                </c:pt>
                <c:pt idx="28496">
                  <c:v>0.32981481480965158</c:v>
                </c:pt>
                <c:pt idx="28497">
                  <c:v>0.32982638888643123</c:v>
                </c:pt>
                <c:pt idx="28498">
                  <c:v>0.32983796296321088</c:v>
                </c:pt>
                <c:pt idx="28499">
                  <c:v>0.32984953703271458</c:v>
                </c:pt>
                <c:pt idx="28500">
                  <c:v>0.32986111110949423</c:v>
                </c:pt>
                <c:pt idx="28501">
                  <c:v>0.32987268518627388</c:v>
                </c:pt>
                <c:pt idx="28502">
                  <c:v>0.32988425925577758</c:v>
                </c:pt>
                <c:pt idx="28503">
                  <c:v>0.32989583333255723</c:v>
                </c:pt>
                <c:pt idx="28504">
                  <c:v>0.32990740740206093</c:v>
                </c:pt>
                <c:pt idx="28505">
                  <c:v>0.32991898147884058</c:v>
                </c:pt>
                <c:pt idx="28506">
                  <c:v>0.32993055555562023</c:v>
                </c:pt>
                <c:pt idx="28507">
                  <c:v>0.32994212962512393</c:v>
                </c:pt>
                <c:pt idx="28508">
                  <c:v>0.32995370370190358</c:v>
                </c:pt>
                <c:pt idx="28509">
                  <c:v>0.32996527777868323</c:v>
                </c:pt>
                <c:pt idx="28510">
                  <c:v>0.32997685184818693</c:v>
                </c:pt>
                <c:pt idx="28511">
                  <c:v>0.32998842592496658</c:v>
                </c:pt>
                <c:pt idx="28512">
                  <c:v>0.32999999999447027</c:v>
                </c:pt>
                <c:pt idx="28513">
                  <c:v>0.33001157407124992</c:v>
                </c:pt>
                <c:pt idx="28514">
                  <c:v>0.33002314814802958</c:v>
                </c:pt>
                <c:pt idx="28515">
                  <c:v>0.33003472221753327</c:v>
                </c:pt>
                <c:pt idx="28516">
                  <c:v>0.33004629629431292</c:v>
                </c:pt>
                <c:pt idx="28517">
                  <c:v>0.33005787037109258</c:v>
                </c:pt>
                <c:pt idx="28518">
                  <c:v>0.33006944444059627</c:v>
                </c:pt>
                <c:pt idx="28519">
                  <c:v>0.33008101851737592</c:v>
                </c:pt>
                <c:pt idx="28520">
                  <c:v>0.33009259258687962</c:v>
                </c:pt>
                <c:pt idx="28521">
                  <c:v>0.33010416666365927</c:v>
                </c:pt>
                <c:pt idx="28522">
                  <c:v>0.33011574074043892</c:v>
                </c:pt>
                <c:pt idx="28523">
                  <c:v>0.33012731480994262</c:v>
                </c:pt>
                <c:pt idx="28524">
                  <c:v>0.33013888888672227</c:v>
                </c:pt>
                <c:pt idx="28525">
                  <c:v>0.33015046296350192</c:v>
                </c:pt>
                <c:pt idx="28526">
                  <c:v>0.33016203703300562</c:v>
                </c:pt>
                <c:pt idx="28527">
                  <c:v>0.33017361110978527</c:v>
                </c:pt>
                <c:pt idx="28528">
                  <c:v>0.33018518517928896</c:v>
                </c:pt>
                <c:pt idx="28529">
                  <c:v>0.33019675925606862</c:v>
                </c:pt>
                <c:pt idx="28530">
                  <c:v>0.33020833333284827</c:v>
                </c:pt>
                <c:pt idx="28531">
                  <c:v>0.33021990740235196</c:v>
                </c:pt>
                <c:pt idx="28532">
                  <c:v>0.33023148147913162</c:v>
                </c:pt>
                <c:pt idx="28533">
                  <c:v>0.33024305555591127</c:v>
                </c:pt>
                <c:pt idx="28534">
                  <c:v>0.33025462962541496</c:v>
                </c:pt>
                <c:pt idx="28535">
                  <c:v>0.33026620370219462</c:v>
                </c:pt>
                <c:pt idx="28536">
                  <c:v>0.33027777777897427</c:v>
                </c:pt>
                <c:pt idx="28537">
                  <c:v>0.33028935184847796</c:v>
                </c:pt>
                <c:pt idx="28538">
                  <c:v>0.33030092592525762</c:v>
                </c:pt>
                <c:pt idx="28539">
                  <c:v>0.33031249999476131</c:v>
                </c:pt>
                <c:pt idx="28540">
                  <c:v>0.33032407407154096</c:v>
                </c:pt>
                <c:pt idx="28541">
                  <c:v>0.33033564814832062</c:v>
                </c:pt>
                <c:pt idx="28542">
                  <c:v>0.33034722221782431</c:v>
                </c:pt>
                <c:pt idx="28543">
                  <c:v>0.33035879629460396</c:v>
                </c:pt>
                <c:pt idx="28544">
                  <c:v>0.33037037037138361</c:v>
                </c:pt>
                <c:pt idx="28545">
                  <c:v>0.33038194444088731</c:v>
                </c:pt>
                <c:pt idx="28546">
                  <c:v>0.33039351851766696</c:v>
                </c:pt>
                <c:pt idx="28547">
                  <c:v>0.33040509258717066</c:v>
                </c:pt>
                <c:pt idx="28548">
                  <c:v>0.33041666666395031</c:v>
                </c:pt>
                <c:pt idx="28549">
                  <c:v>0.33042824074072996</c:v>
                </c:pt>
                <c:pt idx="28550">
                  <c:v>0.33043981481023366</c:v>
                </c:pt>
                <c:pt idx="28551">
                  <c:v>0.33045138888701331</c:v>
                </c:pt>
                <c:pt idx="28552">
                  <c:v>0.33046296296379296</c:v>
                </c:pt>
                <c:pt idx="28553">
                  <c:v>0.33047453703329666</c:v>
                </c:pt>
                <c:pt idx="28554">
                  <c:v>0.33048611111007631</c:v>
                </c:pt>
                <c:pt idx="28555">
                  <c:v>0.33049768517958</c:v>
                </c:pt>
                <c:pt idx="28556">
                  <c:v>0.33050925925635966</c:v>
                </c:pt>
                <c:pt idx="28557">
                  <c:v>0.33052083333313931</c:v>
                </c:pt>
                <c:pt idx="28558">
                  <c:v>0.330532407402643</c:v>
                </c:pt>
                <c:pt idx="28559">
                  <c:v>0.33054398147942265</c:v>
                </c:pt>
                <c:pt idx="28560">
                  <c:v>0.33055555555620231</c:v>
                </c:pt>
                <c:pt idx="28561">
                  <c:v>0.330567129625706</c:v>
                </c:pt>
                <c:pt idx="28562">
                  <c:v>0.33057870370248565</c:v>
                </c:pt>
                <c:pt idx="28563">
                  <c:v>0.33059027777198935</c:v>
                </c:pt>
                <c:pt idx="28564">
                  <c:v>0.330601851848769</c:v>
                </c:pt>
                <c:pt idx="28565">
                  <c:v>0.33061342592554865</c:v>
                </c:pt>
                <c:pt idx="28566">
                  <c:v>0.33062499999505235</c:v>
                </c:pt>
                <c:pt idx="28567">
                  <c:v>0.330636574071832</c:v>
                </c:pt>
                <c:pt idx="28568">
                  <c:v>0.33064814814861165</c:v>
                </c:pt>
                <c:pt idx="28569">
                  <c:v>0.33065972221811535</c:v>
                </c:pt>
                <c:pt idx="28570">
                  <c:v>0.330671296294895</c:v>
                </c:pt>
                <c:pt idx="28571">
                  <c:v>0.33068287037167465</c:v>
                </c:pt>
                <c:pt idx="28572">
                  <c:v>0.33069444444117835</c:v>
                </c:pt>
                <c:pt idx="28573">
                  <c:v>0.330706018517958</c:v>
                </c:pt>
                <c:pt idx="28574">
                  <c:v>0.3307175925874617</c:v>
                </c:pt>
                <c:pt idx="28575">
                  <c:v>0.33072916666424135</c:v>
                </c:pt>
                <c:pt idx="28576">
                  <c:v>0.330740740741021</c:v>
                </c:pt>
                <c:pt idx="28577">
                  <c:v>0.33075231481052469</c:v>
                </c:pt>
                <c:pt idx="28578">
                  <c:v>0.33076388888730435</c:v>
                </c:pt>
                <c:pt idx="28579">
                  <c:v>0.330775462964084</c:v>
                </c:pt>
                <c:pt idx="28580">
                  <c:v>0.33078703703358769</c:v>
                </c:pt>
                <c:pt idx="28581">
                  <c:v>0.33079861111036735</c:v>
                </c:pt>
                <c:pt idx="28582">
                  <c:v>0.33081018517987104</c:v>
                </c:pt>
                <c:pt idx="28583">
                  <c:v>0.33082175925665069</c:v>
                </c:pt>
                <c:pt idx="28584">
                  <c:v>0.33083333333343035</c:v>
                </c:pt>
                <c:pt idx="28585">
                  <c:v>0.33084490740293404</c:v>
                </c:pt>
                <c:pt idx="28586">
                  <c:v>0.33085648147971369</c:v>
                </c:pt>
                <c:pt idx="28587">
                  <c:v>0.33086805555649335</c:v>
                </c:pt>
                <c:pt idx="28588">
                  <c:v>0.33087962962599704</c:v>
                </c:pt>
                <c:pt idx="28589">
                  <c:v>0.33089120370277669</c:v>
                </c:pt>
                <c:pt idx="28590">
                  <c:v>0.33090277777228039</c:v>
                </c:pt>
                <c:pt idx="28591">
                  <c:v>0.33091435184906004</c:v>
                </c:pt>
                <c:pt idx="28592">
                  <c:v>0.33092592592583969</c:v>
                </c:pt>
                <c:pt idx="28593">
                  <c:v>0.33093749999534339</c:v>
                </c:pt>
                <c:pt idx="28594">
                  <c:v>0.33094907407212304</c:v>
                </c:pt>
                <c:pt idx="28595">
                  <c:v>0.33096064814890269</c:v>
                </c:pt>
                <c:pt idx="28596">
                  <c:v>0.33097222221840639</c:v>
                </c:pt>
                <c:pt idx="28597">
                  <c:v>0.33098379629518604</c:v>
                </c:pt>
                <c:pt idx="28598">
                  <c:v>0.33099537036468973</c:v>
                </c:pt>
                <c:pt idx="28599">
                  <c:v>0.33100694444146939</c:v>
                </c:pt>
                <c:pt idx="28600">
                  <c:v>0.33101851851824904</c:v>
                </c:pt>
                <c:pt idx="28601">
                  <c:v>0.33103009258775273</c:v>
                </c:pt>
                <c:pt idx="28602">
                  <c:v>0.33104166666453239</c:v>
                </c:pt>
                <c:pt idx="28603">
                  <c:v>0.33105324074131204</c:v>
                </c:pt>
                <c:pt idx="28604">
                  <c:v>0.33106481481081573</c:v>
                </c:pt>
                <c:pt idx="28605">
                  <c:v>0.33107638888759539</c:v>
                </c:pt>
                <c:pt idx="28606">
                  <c:v>0.33108796295709908</c:v>
                </c:pt>
                <c:pt idx="28607">
                  <c:v>0.33109953703387873</c:v>
                </c:pt>
                <c:pt idx="28608">
                  <c:v>0.33111111111065838</c:v>
                </c:pt>
                <c:pt idx="28609">
                  <c:v>0.33112268518016208</c:v>
                </c:pt>
                <c:pt idx="28610">
                  <c:v>0.33113425925694173</c:v>
                </c:pt>
                <c:pt idx="28611">
                  <c:v>0.33114583333372138</c:v>
                </c:pt>
                <c:pt idx="28612">
                  <c:v>0.33115740740322508</c:v>
                </c:pt>
                <c:pt idx="28613">
                  <c:v>0.33116898148000473</c:v>
                </c:pt>
                <c:pt idx="28614">
                  <c:v>0.33118055555678438</c:v>
                </c:pt>
                <c:pt idx="28615">
                  <c:v>0.33119212962628808</c:v>
                </c:pt>
                <c:pt idx="28616">
                  <c:v>0.33120370370306773</c:v>
                </c:pt>
                <c:pt idx="28617">
                  <c:v>0.33121527777257143</c:v>
                </c:pt>
                <c:pt idx="28618">
                  <c:v>0.33122685184935108</c:v>
                </c:pt>
                <c:pt idx="28619">
                  <c:v>0.33123842592613073</c:v>
                </c:pt>
                <c:pt idx="28620">
                  <c:v>0.33124999999563443</c:v>
                </c:pt>
                <c:pt idx="28621">
                  <c:v>0.33126157407241408</c:v>
                </c:pt>
                <c:pt idx="28622">
                  <c:v>0.33127314814919373</c:v>
                </c:pt>
                <c:pt idx="28623">
                  <c:v>0.33128472221869742</c:v>
                </c:pt>
                <c:pt idx="28624">
                  <c:v>0.33129629629547708</c:v>
                </c:pt>
                <c:pt idx="28625">
                  <c:v>0.33130787036498077</c:v>
                </c:pt>
                <c:pt idx="28626">
                  <c:v>0.33131944444176042</c:v>
                </c:pt>
                <c:pt idx="28627">
                  <c:v>0.33133101851854008</c:v>
                </c:pt>
                <c:pt idx="28628">
                  <c:v>0.33134259258804377</c:v>
                </c:pt>
                <c:pt idx="28629">
                  <c:v>0.33135416666482342</c:v>
                </c:pt>
                <c:pt idx="28630">
                  <c:v>0.33136574074160308</c:v>
                </c:pt>
                <c:pt idx="28631">
                  <c:v>0.33137731481110677</c:v>
                </c:pt>
                <c:pt idx="28632">
                  <c:v>0.33138888888788642</c:v>
                </c:pt>
                <c:pt idx="28633">
                  <c:v>0.33140046295739012</c:v>
                </c:pt>
                <c:pt idx="28634">
                  <c:v>0.33141203703416977</c:v>
                </c:pt>
                <c:pt idx="28635">
                  <c:v>0.33142361111094942</c:v>
                </c:pt>
                <c:pt idx="28636">
                  <c:v>0.33143518518045312</c:v>
                </c:pt>
                <c:pt idx="28637">
                  <c:v>0.33144675925723277</c:v>
                </c:pt>
                <c:pt idx="28638">
                  <c:v>0.33145833333401242</c:v>
                </c:pt>
                <c:pt idx="28639">
                  <c:v>0.33146990740351612</c:v>
                </c:pt>
                <c:pt idx="28640">
                  <c:v>0.33148148148029577</c:v>
                </c:pt>
                <c:pt idx="28641">
                  <c:v>0.33149305554979946</c:v>
                </c:pt>
                <c:pt idx="28642">
                  <c:v>0.33150462962657912</c:v>
                </c:pt>
                <c:pt idx="28643">
                  <c:v>0.33151620370335877</c:v>
                </c:pt>
                <c:pt idx="28644">
                  <c:v>0.33152777777286246</c:v>
                </c:pt>
                <c:pt idx="28645">
                  <c:v>0.33153935184964212</c:v>
                </c:pt>
                <c:pt idx="28646">
                  <c:v>0.33155092592642177</c:v>
                </c:pt>
                <c:pt idx="28647">
                  <c:v>0.33156249999592546</c:v>
                </c:pt>
                <c:pt idx="28648">
                  <c:v>0.33157407407270512</c:v>
                </c:pt>
                <c:pt idx="28649">
                  <c:v>0.33158564814948477</c:v>
                </c:pt>
                <c:pt idx="28650">
                  <c:v>0.33159722221898846</c:v>
                </c:pt>
                <c:pt idx="28651">
                  <c:v>0.33160879629576812</c:v>
                </c:pt>
                <c:pt idx="28652">
                  <c:v>0.33162037036527181</c:v>
                </c:pt>
                <c:pt idx="28653">
                  <c:v>0.33163194444205146</c:v>
                </c:pt>
                <c:pt idx="28654">
                  <c:v>0.33164351851883112</c:v>
                </c:pt>
                <c:pt idx="28655">
                  <c:v>0.33165509258833481</c:v>
                </c:pt>
                <c:pt idx="28656">
                  <c:v>0.33166666666511446</c:v>
                </c:pt>
                <c:pt idx="28657">
                  <c:v>0.33167824074189411</c:v>
                </c:pt>
                <c:pt idx="28658">
                  <c:v>0.33168981481139781</c:v>
                </c:pt>
                <c:pt idx="28659">
                  <c:v>0.33170138888817746</c:v>
                </c:pt>
                <c:pt idx="28660">
                  <c:v>0.33171296295768116</c:v>
                </c:pt>
                <c:pt idx="28661">
                  <c:v>0.33172453703446081</c:v>
                </c:pt>
                <c:pt idx="28662">
                  <c:v>0.33173611111124046</c:v>
                </c:pt>
                <c:pt idx="28663">
                  <c:v>0.33174768518074416</c:v>
                </c:pt>
                <c:pt idx="28664">
                  <c:v>0.33175925925752381</c:v>
                </c:pt>
                <c:pt idx="28665">
                  <c:v>0.33177083333430346</c:v>
                </c:pt>
                <c:pt idx="28666">
                  <c:v>0.33178240740380716</c:v>
                </c:pt>
                <c:pt idx="28667">
                  <c:v>0.33179398148058681</c:v>
                </c:pt>
                <c:pt idx="28668">
                  <c:v>0.3318055555500905</c:v>
                </c:pt>
                <c:pt idx="28669">
                  <c:v>0.33181712962687016</c:v>
                </c:pt>
                <c:pt idx="28670">
                  <c:v>0.33182870370364981</c:v>
                </c:pt>
                <c:pt idx="28671">
                  <c:v>0.3318402777731535</c:v>
                </c:pt>
                <c:pt idx="28672">
                  <c:v>0.33185185184993315</c:v>
                </c:pt>
                <c:pt idx="28673">
                  <c:v>0.33186342592671281</c:v>
                </c:pt>
                <c:pt idx="28674">
                  <c:v>0.3318749999962165</c:v>
                </c:pt>
                <c:pt idx="28675">
                  <c:v>0.33188657407299615</c:v>
                </c:pt>
                <c:pt idx="28676">
                  <c:v>0.33189814814249985</c:v>
                </c:pt>
                <c:pt idx="28677">
                  <c:v>0.3319097222192795</c:v>
                </c:pt>
                <c:pt idx="28678">
                  <c:v>0.33192129629605915</c:v>
                </c:pt>
                <c:pt idx="28679">
                  <c:v>0.33193287036556285</c:v>
                </c:pt>
                <c:pt idx="28680">
                  <c:v>0.3319444444423425</c:v>
                </c:pt>
                <c:pt idx="28681">
                  <c:v>0.33195601851912215</c:v>
                </c:pt>
                <c:pt idx="28682">
                  <c:v>0.33196759258862585</c:v>
                </c:pt>
                <c:pt idx="28683">
                  <c:v>0.3319791666654055</c:v>
                </c:pt>
                <c:pt idx="28684">
                  <c:v>0.3319907407349092</c:v>
                </c:pt>
                <c:pt idx="28685">
                  <c:v>0.33200231481168885</c:v>
                </c:pt>
                <c:pt idx="28686">
                  <c:v>0.3320138888884685</c:v>
                </c:pt>
                <c:pt idx="28687">
                  <c:v>0.33202546295797219</c:v>
                </c:pt>
                <c:pt idx="28688">
                  <c:v>0.33203703703475185</c:v>
                </c:pt>
                <c:pt idx="28689">
                  <c:v>0.3320486111115315</c:v>
                </c:pt>
                <c:pt idx="28690">
                  <c:v>0.33206018518103519</c:v>
                </c:pt>
                <c:pt idx="28691">
                  <c:v>0.33207175925781485</c:v>
                </c:pt>
                <c:pt idx="28692">
                  <c:v>0.3320833333345945</c:v>
                </c:pt>
                <c:pt idx="28693">
                  <c:v>0.33209490740409819</c:v>
                </c:pt>
                <c:pt idx="28694">
                  <c:v>0.33210648148087785</c:v>
                </c:pt>
                <c:pt idx="28695">
                  <c:v>0.33211805555038154</c:v>
                </c:pt>
                <c:pt idx="28696">
                  <c:v>0.33212962962716119</c:v>
                </c:pt>
                <c:pt idx="28697">
                  <c:v>0.33214120370394085</c:v>
                </c:pt>
                <c:pt idx="28698">
                  <c:v>0.33215277777344454</c:v>
                </c:pt>
                <c:pt idx="28699">
                  <c:v>0.33216435185022419</c:v>
                </c:pt>
                <c:pt idx="28700">
                  <c:v>0.33217592592700385</c:v>
                </c:pt>
                <c:pt idx="28701">
                  <c:v>0.33218749999650754</c:v>
                </c:pt>
                <c:pt idx="28702">
                  <c:v>0.33219907407328719</c:v>
                </c:pt>
                <c:pt idx="28703">
                  <c:v>0.33221064814279089</c:v>
                </c:pt>
                <c:pt idx="28704">
                  <c:v>0.33222222221957054</c:v>
                </c:pt>
                <c:pt idx="28705">
                  <c:v>0.33223379629635019</c:v>
                </c:pt>
                <c:pt idx="28706">
                  <c:v>0.33224537036585389</c:v>
                </c:pt>
                <c:pt idx="28707">
                  <c:v>0.33225694444263354</c:v>
                </c:pt>
                <c:pt idx="28708">
                  <c:v>0.33226851851941319</c:v>
                </c:pt>
                <c:pt idx="28709">
                  <c:v>0.33228009258891689</c:v>
                </c:pt>
                <c:pt idx="28710">
                  <c:v>0.33229166666569654</c:v>
                </c:pt>
                <c:pt idx="28711">
                  <c:v>0.33230324073520023</c:v>
                </c:pt>
                <c:pt idx="28712">
                  <c:v>0.33231481481197989</c:v>
                </c:pt>
                <c:pt idx="28713">
                  <c:v>0.33232638888875954</c:v>
                </c:pt>
                <c:pt idx="28714">
                  <c:v>0.33233796295826323</c:v>
                </c:pt>
                <c:pt idx="28715">
                  <c:v>0.33234953703504289</c:v>
                </c:pt>
                <c:pt idx="28716">
                  <c:v>0.33236111111182254</c:v>
                </c:pt>
                <c:pt idx="28717">
                  <c:v>0.33237268518132623</c:v>
                </c:pt>
                <c:pt idx="28718">
                  <c:v>0.33238425925810589</c:v>
                </c:pt>
                <c:pt idx="28719">
                  <c:v>0.33239583332760958</c:v>
                </c:pt>
                <c:pt idx="28720">
                  <c:v>0.33240740740438923</c:v>
                </c:pt>
                <c:pt idx="28721">
                  <c:v>0.33241898148116888</c:v>
                </c:pt>
                <c:pt idx="28722">
                  <c:v>0.33243055555067258</c:v>
                </c:pt>
                <c:pt idx="28723">
                  <c:v>0.33244212962745223</c:v>
                </c:pt>
                <c:pt idx="28724">
                  <c:v>0.33245370370423188</c:v>
                </c:pt>
                <c:pt idx="28725">
                  <c:v>0.33246527777373558</c:v>
                </c:pt>
                <c:pt idx="28726">
                  <c:v>0.33247685185051523</c:v>
                </c:pt>
                <c:pt idx="28727">
                  <c:v>0.33248842592001893</c:v>
                </c:pt>
                <c:pt idx="28728">
                  <c:v>0.33249999999679858</c:v>
                </c:pt>
                <c:pt idx="28729">
                  <c:v>0.33251157407357823</c:v>
                </c:pt>
                <c:pt idx="28730">
                  <c:v>0.33252314814308193</c:v>
                </c:pt>
                <c:pt idx="28731">
                  <c:v>0.33253472221986158</c:v>
                </c:pt>
                <c:pt idx="28732">
                  <c:v>0.33254629629664123</c:v>
                </c:pt>
                <c:pt idx="28733">
                  <c:v>0.33255787036614493</c:v>
                </c:pt>
                <c:pt idx="28734">
                  <c:v>0.33256944444292458</c:v>
                </c:pt>
                <c:pt idx="28735">
                  <c:v>0.33258101851970423</c:v>
                </c:pt>
                <c:pt idx="28736">
                  <c:v>0.33259259258920792</c:v>
                </c:pt>
                <c:pt idx="28737">
                  <c:v>0.33260416666598758</c:v>
                </c:pt>
                <c:pt idx="28738">
                  <c:v>0.33261574073549127</c:v>
                </c:pt>
                <c:pt idx="28739">
                  <c:v>0.33262731481227092</c:v>
                </c:pt>
                <c:pt idx="28740">
                  <c:v>0.33263888888905058</c:v>
                </c:pt>
                <c:pt idx="28741">
                  <c:v>0.33265046295855427</c:v>
                </c:pt>
                <c:pt idx="28742">
                  <c:v>0.33266203703533392</c:v>
                </c:pt>
                <c:pt idx="28743">
                  <c:v>0.33267361111211358</c:v>
                </c:pt>
                <c:pt idx="28744">
                  <c:v>0.33268518518161727</c:v>
                </c:pt>
                <c:pt idx="28745">
                  <c:v>0.33269675925839692</c:v>
                </c:pt>
                <c:pt idx="28746">
                  <c:v>0.33270833332790062</c:v>
                </c:pt>
                <c:pt idx="28747">
                  <c:v>0.33271990740468027</c:v>
                </c:pt>
                <c:pt idx="28748">
                  <c:v>0.33273148148145992</c:v>
                </c:pt>
                <c:pt idx="28749">
                  <c:v>0.33274305555096362</c:v>
                </c:pt>
                <c:pt idx="28750">
                  <c:v>0.33275462962774327</c:v>
                </c:pt>
                <c:pt idx="28751">
                  <c:v>0.33276620370452292</c:v>
                </c:pt>
                <c:pt idx="28752">
                  <c:v>0.33277777777402662</c:v>
                </c:pt>
                <c:pt idx="28753">
                  <c:v>0.33278935185080627</c:v>
                </c:pt>
                <c:pt idx="28754">
                  <c:v>0.33280092592030996</c:v>
                </c:pt>
                <c:pt idx="28755">
                  <c:v>0.33281249999708962</c:v>
                </c:pt>
                <c:pt idx="28756">
                  <c:v>0.33282407407386927</c:v>
                </c:pt>
                <c:pt idx="28757">
                  <c:v>0.33283564814337296</c:v>
                </c:pt>
                <c:pt idx="28758">
                  <c:v>0.33284722222015262</c:v>
                </c:pt>
                <c:pt idx="28759">
                  <c:v>0.33285879629693227</c:v>
                </c:pt>
                <c:pt idx="28760">
                  <c:v>0.33287037036643596</c:v>
                </c:pt>
                <c:pt idx="28761">
                  <c:v>0.33288194444321562</c:v>
                </c:pt>
                <c:pt idx="28762">
                  <c:v>0.33289351851271931</c:v>
                </c:pt>
                <c:pt idx="28763">
                  <c:v>0.33290509258949896</c:v>
                </c:pt>
                <c:pt idx="28764">
                  <c:v>0.33291666666627862</c:v>
                </c:pt>
                <c:pt idx="28765">
                  <c:v>0.33292824073578231</c:v>
                </c:pt>
                <c:pt idx="28766">
                  <c:v>0.33293981481256196</c:v>
                </c:pt>
                <c:pt idx="28767">
                  <c:v>0.33295138888934162</c:v>
                </c:pt>
                <c:pt idx="28768">
                  <c:v>0.33296296295884531</c:v>
                </c:pt>
                <c:pt idx="28769">
                  <c:v>0.33297453703562496</c:v>
                </c:pt>
                <c:pt idx="28770">
                  <c:v>0.33298611111240461</c:v>
                </c:pt>
                <c:pt idx="28771">
                  <c:v>0.33299768518190831</c:v>
                </c:pt>
                <c:pt idx="28772">
                  <c:v>0.33300925925868796</c:v>
                </c:pt>
                <c:pt idx="28773">
                  <c:v>0.33302083332819166</c:v>
                </c:pt>
                <c:pt idx="28774">
                  <c:v>0.33303240740497131</c:v>
                </c:pt>
                <c:pt idx="28775">
                  <c:v>0.33304398148175096</c:v>
                </c:pt>
                <c:pt idx="28776">
                  <c:v>0.33305555555125466</c:v>
                </c:pt>
                <c:pt idx="28777">
                  <c:v>0.33306712962803431</c:v>
                </c:pt>
                <c:pt idx="28778">
                  <c:v>0.33307870370481396</c:v>
                </c:pt>
                <c:pt idx="28779">
                  <c:v>0.33309027777431766</c:v>
                </c:pt>
                <c:pt idx="28780">
                  <c:v>0.33310185185109731</c:v>
                </c:pt>
                <c:pt idx="28781">
                  <c:v>0.333113425920601</c:v>
                </c:pt>
                <c:pt idx="28782">
                  <c:v>0.33312499999738066</c:v>
                </c:pt>
                <c:pt idx="28783">
                  <c:v>0.33313657407416031</c:v>
                </c:pt>
                <c:pt idx="28784">
                  <c:v>0.333148148143664</c:v>
                </c:pt>
                <c:pt idx="28785">
                  <c:v>0.33315972222044365</c:v>
                </c:pt>
                <c:pt idx="28786">
                  <c:v>0.33317129629722331</c:v>
                </c:pt>
                <c:pt idx="28787">
                  <c:v>0.333182870366727</c:v>
                </c:pt>
                <c:pt idx="28788">
                  <c:v>0.33319444444350665</c:v>
                </c:pt>
                <c:pt idx="28789">
                  <c:v>0.33320601851301035</c:v>
                </c:pt>
                <c:pt idx="28790">
                  <c:v>0.33321759258979</c:v>
                </c:pt>
                <c:pt idx="28791">
                  <c:v>0.33322916666656965</c:v>
                </c:pt>
                <c:pt idx="28792">
                  <c:v>0.33324074073607335</c:v>
                </c:pt>
                <c:pt idx="28793">
                  <c:v>0.333252314812853</c:v>
                </c:pt>
                <c:pt idx="28794">
                  <c:v>0.33326388888963265</c:v>
                </c:pt>
                <c:pt idx="28795">
                  <c:v>0.33327546295913635</c:v>
                </c:pt>
                <c:pt idx="28796">
                  <c:v>0.333287037035916</c:v>
                </c:pt>
                <c:pt idx="28797">
                  <c:v>0.3332986111054197</c:v>
                </c:pt>
                <c:pt idx="28798">
                  <c:v>0.33331018518219935</c:v>
                </c:pt>
                <c:pt idx="28799">
                  <c:v>0.333321759258979</c:v>
                </c:pt>
                <c:pt idx="28800">
                  <c:v>0.33333333332848269</c:v>
                </c:pt>
                <c:pt idx="28801">
                  <c:v>0.33334490740526235</c:v>
                </c:pt>
                <c:pt idx="28802">
                  <c:v>0.333356481482042</c:v>
                </c:pt>
                <c:pt idx="28803">
                  <c:v>0.33336805555154569</c:v>
                </c:pt>
                <c:pt idx="28804">
                  <c:v>0.33337962962832535</c:v>
                </c:pt>
                <c:pt idx="28805">
                  <c:v>0.33339120369782904</c:v>
                </c:pt>
                <c:pt idx="28806">
                  <c:v>0.33340277777460869</c:v>
                </c:pt>
                <c:pt idx="28807">
                  <c:v>0.33341435185138835</c:v>
                </c:pt>
                <c:pt idx="28808">
                  <c:v>0.33342592592089204</c:v>
                </c:pt>
                <c:pt idx="28809">
                  <c:v>0.33343749999767169</c:v>
                </c:pt>
                <c:pt idx="28810">
                  <c:v>0.33344907407445135</c:v>
                </c:pt>
                <c:pt idx="28811">
                  <c:v>0.33346064814395504</c:v>
                </c:pt>
                <c:pt idx="28812">
                  <c:v>0.33347222222073469</c:v>
                </c:pt>
                <c:pt idx="28813">
                  <c:v>0.33348379629751435</c:v>
                </c:pt>
                <c:pt idx="28814">
                  <c:v>0.33349537036701804</c:v>
                </c:pt>
                <c:pt idx="28815">
                  <c:v>0.33350694444379769</c:v>
                </c:pt>
                <c:pt idx="28816">
                  <c:v>0.33351851851330139</c:v>
                </c:pt>
                <c:pt idx="28817">
                  <c:v>0.33353009259008104</c:v>
                </c:pt>
                <c:pt idx="28818">
                  <c:v>0.33354166666686069</c:v>
                </c:pt>
                <c:pt idx="28819">
                  <c:v>0.33355324073636439</c:v>
                </c:pt>
                <c:pt idx="28820">
                  <c:v>0.33356481481314404</c:v>
                </c:pt>
                <c:pt idx="28821">
                  <c:v>0.33357638888992369</c:v>
                </c:pt>
                <c:pt idx="28822">
                  <c:v>0.33358796295942739</c:v>
                </c:pt>
                <c:pt idx="28823">
                  <c:v>0.33359953703620704</c:v>
                </c:pt>
                <c:pt idx="28824">
                  <c:v>0.33361111110571073</c:v>
                </c:pt>
                <c:pt idx="28825">
                  <c:v>0.33362268518249039</c:v>
                </c:pt>
                <c:pt idx="28826">
                  <c:v>0.33363425925927004</c:v>
                </c:pt>
                <c:pt idx="28827">
                  <c:v>0.33364583332877373</c:v>
                </c:pt>
                <c:pt idx="28828">
                  <c:v>0.33365740740555339</c:v>
                </c:pt>
                <c:pt idx="28829">
                  <c:v>0.33366898148233304</c:v>
                </c:pt>
                <c:pt idx="28830">
                  <c:v>0.33368055555183673</c:v>
                </c:pt>
                <c:pt idx="28831">
                  <c:v>0.33369212962861639</c:v>
                </c:pt>
                <c:pt idx="28832">
                  <c:v>0.33370370369812008</c:v>
                </c:pt>
                <c:pt idx="28833">
                  <c:v>0.33371527777489973</c:v>
                </c:pt>
                <c:pt idx="28834">
                  <c:v>0.33372685185167938</c:v>
                </c:pt>
                <c:pt idx="28835">
                  <c:v>0.33373842592118308</c:v>
                </c:pt>
                <c:pt idx="28836">
                  <c:v>0.33374999999796273</c:v>
                </c:pt>
                <c:pt idx="28837">
                  <c:v>0.33376157407474238</c:v>
                </c:pt>
                <c:pt idx="28838">
                  <c:v>0.33377314814424608</c:v>
                </c:pt>
                <c:pt idx="28839">
                  <c:v>0.33378472222102573</c:v>
                </c:pt>
                <c:pt idx="28840">
                  <c:v>0.33379629629052943</c:v>
                </c:pt>
                <c:pt idx="28841">
                  <c:v>0.33380787036730908</c:v>
                </c:pt>
                <c:pt idx="28842">
                  <c:v>0.33381944444408873</c:v>
                </c:pt>
                <c:pt idx="28843">
                  <c:v>0.33383101851359243</c:v>
                </c:pt>
                <c:pt idx="28844">
                  <c:v>0.33384259259037208</c:v>
                </c:pt>
                <c:pt idx="28845">
                  <c:v>0.33385416666715173</c:v>
                </c:pt>
                <c:pt idx="28846">
                  <c:v>0.33386574073665543</c:v>
                </c:pt>
                <c:pt idx="28847">
                  <c:v>0.33387731481343508</c:v>
                </c:pt>
                <c:pt idx="28848">
                  <c:v>0.33388888889021473</c:v>
                </c:pt>
                <c:pt idx="28849">
                  <c:v>0.33390046295971842</c:v>
                </c:pt>
                <c:pt idx="28850">
                  <c:v>0.33391203703649808</c:v>
                </c:pt>
                <c:pt idx="28851">
                  <c:v>0.33392361110600177</c:v>
                </c:pt>
                <c:pt idx="28852">
                  <c:v>0.33393518518278142</c:v>
                </c:pt>
                <c:pt idx="28853">
                  <c:v>0.33394675925956108</c:v>
                </c:pt>
                <c:pt idx="28854">
                  <c:v>0.33395833332906477</c:v>
                </c:pt>
                <c:pt idx="28855">
                  <c:v>0.33396990740584442</c:v>
                </c:pt>
                <c:pt idx="28856">
                  <c:v>0.33398148148262408</c:v>
                </c:pt>
                <c:pt idx="28857">
                  <c:v>0.33399305555212777</c:v>
                </c:pt>
                <c:pt idx="28858">
                  <c:v>0.33400462962890742</c:v>
                </c:pt>
                <c:pt idx="28859">
                  <c:v>0.33401620369841112</c:v>
                </c:pt>
                <c:pt idx="28860">
                  <c:v>0.33402777777519077</c:v>
                </c:pt>
                <c:pt idx="28861">
                  <c:v>0.33403935185197042</c:v>
                </c:pt>
                <c:pt idx="28862">
                  <c:v>0.33405092592147412</c:v>
                </c:pt>
                <c:pt idx="28863">
                  <c:v>0.33406249999825377</c:v>
                </c:pt>
                <c:pt idx="28864">
                  <c:v>0.33407407407503342</c:v>
                </c:pt>
                <c:pt idx="28865">
                  <c:v>0.33408564814453712</c:v>
                </c:pt>
                <c:pt idx="28866">
                  <c:v>0.33409722222131677</c:v>
                </c:pt>
                <c:pt idx="28867">
                  <c:v>0.33410879629082046</c:v>
                </c:pt>
                <c:pt idx="28868">
                  <c:v>0.33412037036760012</c:v>
                </c:pt>
                <c:pt idx="28869">
                  <c:v>0.33413194444437977</c:v>
                </c:pt>
                <c:pt idx="28870">
                  <c:v>0.33414351851388346</c:v>
                </c:pt>
                <c:pt idx="28871">
                  <c:v>0.33415509259066312</c:v>
                </c:pt>
                <c:pt idx="28872">
                  <c:v>0.33416666666744277</c:v>
                </c:pt>
                <c:pt idx="28873">
                  <c:v>0.33417824073694646</c:v>
                </c:pt>
                <c:pt idx="28874">
                  <c:v>0.33418981481372612</c:v>
                </c:pt>
                <c:pt idx="28875">
                  <c:v>0.33420138888322981</c:v>
                </c:pt>
                <c:pt idx="28876">
                  <c:v>0.33421296296000946</c:v>
                </c:pt>
                <c:pt idx="28877">
                  <c:v>0.33422453703678912</c:v>
                </c:pt>
                <c:pt idx="28878">
                  <c:v>0.33423611110629281</c:v>
                </c:pt>
                <c:pt idx="28879">
                  <c:v>0.33424768518307246</c:v>
                </c:pt>
                <c:pt idx="28880">
                  <c:v>0.33425925925985212</c:v>
                </c:pt>
                <c:pt idx="28881">
                  <c:v>0.33427083332935581</c:v>
                </c:pt>
                <c:pt idx="28882">
                  <c:v>0.33428240740613546</c:v>
                </c:pt>
                <c:pt idx="28883">
                  <c:v>0.33429398147563916</c:v>
                </c:pt>
                <c:pt idx="28884">
                  <c:v>0.33430555555241881</c:v>
                </c:pt>
                <c:pt idx="28885">
                  <c:v>0.33431712962919846</c:v>
                </c:pt>
                <c:pt idx="28886">
                  <c:v>0.33432870369870216</c:v>
                </c:pt>
                <c:pt idx="28887">
                  <c:v>0.33434027777548181</c:v>
                </c:pt>
                <c:pt idx="28888">
                  <c:v>0.33435185185226146</c:v>
                </c:pt>
                <c:pt idx="28889">
                  <c:v>0.33436342592176516</c:v>
                </c:pt>
                <c:pt idx="28890">
                  <c:v>0.33437499999854481</c:v>
                </c:pt>
                <c:pt idx="28891">
                  <c:v>0.33438657407532446</c:v>
                </c:pt>
                <c:pt idx="28892">
                  <c:v>0.33439814814482816</c:v>
                </c:pt>
                <c:pt idx="28893">
                  <c:v>0.33440972222160781</c:v>
                </c:pt>
                <c:pt idx="28894">
                  <c:v>0.3344212962911115</c:v>
                </c:pt>
                <c:pt idx="28895">
                  <c:v>0.33443287036789116</c:v>
                </c:pt>
                <c:pt idx="28896">
                  <c:v>0.33444444444467081</c:v>
                </c:pt>
                <c:pt idx="28897">
                  <c:v>0.3344560185141745</c:v>
                </c:pt>
                <c:pt idx="28898">
                  <c:v>0.33446759259095415</c:v>
                </c:pt>
                <c:pt idx="28899">
                  <c:v>0.33447916666773381</c:v>
                </c:pt>
                <c:pt idx="28900">
                  <c:v>0.3344907407372375</c:v>
                </c:pt>
                <c:pt idx="28901">
                  <c:v>0.33450231481401715</c:v>
                </c:pt>
                <c:pt idx="28902">
                  <c:v>0.33451388888352085</c:v>
                </c:pt>
                <c:pt idx="28903">
                  <c:v>0.3345254629603005</c:v>
                </c:pt>
                <c:pt idx="28904">
                  <c:v>0.33453703703708015</c:v>
                </c:pt>
                <c:pt idx="28905">
                  <c:v>0.33454861110658385</c:v>
                </c:pt>
                <c:pt idx="28906">
                  <c:v>0.3345601851833635</c:v>
                </c:pt>
                <c:pt idx="28907">
                  <c:v>0.33457175926014315</c:v>
                </c:pt>
                <c:pt idx="28908">
                  <c:v>0.33458333332964685</c:v>
                </c:pt>
                <c:pt idx="28909">
                  <c:v>0.3345949074064265</c:v>
                </c:pt>
                <c:pt idx="28910">
                  <c:v>0.3346064814759302</c:v>
                </c:pt>
                <c:pt idx="28911">
                  <c:v>0.33461805555270985</c:v>
                </c:pt>
                <c:pt idx="28912">
                  <c:v>0.3346296296294895</c:v>
                </c:pt>
                <c:pt idx="28913">
                  <c:v>0.33464120369899319</c:v>
                </c:pt>
                <c:pt idx="28914">
                  <c:v>0.33465277777577285</c:v>
                </c:pt>
                <c:pt idx="28915">
                  <c:v>0.3346643518525525</c:v>
                </c:pt>
                <c:pt idx="28916">
                  <c:v>0.33467592592205619</c:v>
                </c:pt>
                <c:pt idx="28917">
                  <c:v>0.33468749999883585</c:v>
                </c:pt>
                <c:pt idx="28918">
                  <c:v>0.33469907406833954</c:v>
                </c:pt>
                <c:pt idx="28919">
                  <c:v>0.33471064814511919</c:v>
                </c:pt>
                <c:pt idx="28920">
                  <c:v>0.33472222222189885</c:v>
                </c:pt>
                <c:pt idx="28921">
                  <c:v>0.33473379629140254</c:v>
                </c:pt>
                <c:pt idx="28922">
                  <c:v>0.33474537036818219</c:v>
                </c:pt>
                <c:pt idx="28923">
                  <c:v>0.33475694444496185</c:v>
                </c:pt>
                <c:pt idx="28924">
                  <c:v>0.33476851851446554</c:v>
                </c:pt>
                <c:pt idx="28925">
                  <c:v>0.33478009259124519</c:v>
                </c:pt>
                <c:pt idx="28926">
                  <c:v>0.33479166666074889</c:v>
                </c:pt>
                <c:pt idx="28927">
                  <c:v>0.33480324073752854</c:v>
                </c:pt>
                <c:pt idx="28928">
                  <c:v>0.33481481481430819</c:v>
                </c:pt>
                <c:pt idx="28929">
                  <c:v>0.33482638888381189</c:v>
                </c:pt>
                <c:pt idx="28930">
                  <c:v>0.33483796296059154</c:v>
                </c:pt>
                <c:pt idx="28931">
                  <c:v>0.33484953703737119</c:v>
                </c:pt>
                <c:pt idx="28932">
                  <c:v>0.33486111110687489</c:v>
                </c:pt>
                <c:pt idx="28933">
                  <c:v>0.33487268518365454</c:v>
                </c:pt>
                <c:pt idx="28934">
                  <c:v>0.33488425926043419</c:v>
                </c:pt>
                <c:pt idx="28935">
                  <c:v>0.33489583332993789</c:v>
                </c:pt>
                <c:pt idx="28936">
                  <c:v>0.33490740740671754</c:v>
                </c:pt>
                <c:pt idx="28937">
                  <c:v>0.33491898147622123</c:v>
                </c:pt>
                <c:pt idx="28938">
                  <c:v>0.33493055555300089</c:v>
                </c:pt>
                <c:pt idx="28939">
                  <c:v>0.33494212962978054</c:v>
                </c:pt>
                <c:pt idx="28940">
                  <c:v>0.33495370369928423</c:v>
                </c:pt>
                <c:pt idx="28941">
                  <c:v>0.33496527777606389</c:v>
                </c:pt>
                <c:pt idx="28942">
                  <c:v>0.33497685185284354</c:v>
                </c:pt>
                <c:pt idx="28943">
                  <c:v>0.33498842592234723</c:v>
                </c:pt>
                <c:pt idx="28944">
                  <c:v>0.33499999999912689</c:v>
                </c:pt>
                <c:pt idx="28945">
                  <c:v>0.33501157406863058</c:v>
                </c:pt>
                <c:pt idx="28946">
                  <c:v>0.33502314814541023</c:v>
                </c:pt>
                <c:pt idx="28947">
                  <c:v>0.33503472222218988</c:v>
                </c:pt>
                <c:pt idx="28948">
                  <c:v>0.33504629629169358</c:v>
                </c:pt>
                <c:pt idx="28949">
                  <c:v>0.33505787036847323</c:v>
                </c:pt>
                <c:pt idx="28950">
                  <c:v>0.33506944444525288</c:v>
                </c:pt>
                <c:pt idx="28951">
                  <c:v>0.33508101851475658</c:v>
                </c:pt>
                <c:pt idx="28952">
                  <c:v>0.33509259259153623</c:v>
                </c:pt>
                <c:pt idx="28953">
                  <c:v>0.33510416666103993</c:v>
                </c:pt>
                <c:pt idx="28954">
                  <c:v>0.33511574073781958</c:v>
                </c:pt>
                <c:pt idx="28955">
                  <c:v>0.33512731481459923</c:v>
                </c:pt>
                <c:pt idx="28956">
                  <c:v>0.33513888888410293</c:v>
                </c:pt>
                <c:pt idx="28957">
                  <c:v>0.33515046296088258</c:v>
                </c:pt>
                <c:pt idx="28958">
                  <c:v>0.33516203703766223</c:v>
                </c:pt>
                <c:pt idx="28959">
                  <c:v>0.33517361110716593</c:v>
                </c:pt>
                <c:pt idx="28960">
                  <c:v>0.33518518518394558</c:v>
                </c:pt>
                <c:pt idx="28961">
                  <c:v>0.33519675925344927</c:v>
                </c:pt>
                <c:pt idx="28962">
                  <c:v>0.33520833333022892</c:v>
                </c:pt>
                <c:pt idx="28963">
                  <c:v>0.33521990740700858</c:v>
                </c:pt>
                <c:pt idx="28964">
                  <c:v>0.33523148147651227</c:v>
                </c:pt>
                <c:pt idx="28965">
                  <c:v>0.33524305555329192</c:v>
                </c:pt>
                <c:pt idx="28966">
                  <c:v>0.33525462963007158</c:v>
                </c:pt>
                <c:pt idx="28967">
                  <c:v>0.33526620369957527</c:v>
                </c:pt>
                <c:pt idx="28968">
                  <c:v>0.33527777777635492</c:v>
                </c:pt>
                <c:pt idx="28969">
                  <c:v>0.33528935185313458</c:v>
                </c:pt>
                <c:pt idx="28970">
                  <c:v>0.33530092592263827</c:v>
                </c:pt>
                <c:pt idx="28971">
                  <c:v>0.33531249999941792</c:v>
                </c:pt>
                <c:pt idx="28972">
                  <c:v>0.33532407406892162</c:v>
                </c:pt>
                <c:pt idx="28973">
                  <c:v>0.33533564814570127</c:v>
                </c:pt>
                <c:pt idx="28974">
                  <c:v>0.33534722222248092</c:v>
                </c:pt>
                <c:pt idx="28975">
                  <c:v>0.33535879629198462</c:v>
                </c:pt>
                <c:pt idx="28976">
                  <c:v>0.33537037036876427</c:v>
                </c:pt>
                <c:pt idx="28977">
                  <c:v>0.33538194444554392</c:v>
                </c:pt>
                <c:pt idx="28978">
                  <c:v>0.33539351851504762</c:v>
                </c:pt>
                <c:pt idx="28979">
                  <c:v>0.33540509259182727</c:v>
                </c:pt>
                <c:pt idx="28980">
                  <c:v>0.33541666666133096</c:v>
                </c:pt>
                <c:pt idx="28981">
                  <c:v>0.33542824073811062</c:v>
                </c:pt>
                <c:pt idx="28982">
                  <c:v>0.33543981481489027</c:v>
                </c:pt>
                <c:pt idx="28983">
                  <c:v>0.33545138888439396</c:v>
                </c:pt>
                <c:pt idx="28984">
                  <c:v>0.33546296296117362</c:v>
                </c:pt>
                <c:pt idx="28985">
                  <c:v>0.33547453703795327</c:v>
                </c:pt>
                <c:pt idx="28986">
                  <c:v>0.33548611110745696</c:v>
                </c:pt>
                <c:pt idx="28987">
                  <c:v>0.33549768518423662</c:v>
                </c:pt>
                <c:pt idx="28988">
                  <c:v>0.33550925925374031</c:v>
                </c:pt>
                <c:pt idx="28989">
                  <c:v>0.33552083333051996</c:v>
                </c:pt>
                <c:pt idx="28990">
                  <c:v>0.33553240740729962</c:v>
                </c:pt>
                <c:pt idx="28991">
                  <c:v>0.33554398147680331</c:v>
                </c:pt>
                <c:pt idx="28992">
                  <c:v>0.33555555555358296</c:v>
                </c:pt>
                <c:pt idx="28993">
                  <c:v>0.33556712963036261</c:v>
                </c:pt>
                <c:pt idx="28994">
                  <c:v>0.33557870369986631</c:v>
                </c:pt>
                <c:pt idx="28995">
                  <c:v>0.33559027777664596</c:v>
                </c:pt>
                <c:pt idx="28996">
                  <c:v>0.33560185184614966</c:v>
                </c:pt>
                <c:pt idx="28997">
                  <c:v>0.33561342592292931</c:v>
                </c:pt>
                <c:pt idx="28998">
                  <c:v>0.33562499999970896</c:v>
                </c:pt>
                <c:pt idx="28999">
                  <c:v>0.33563657406921266</c:v>
                </c:pt>
                <c:pt idx="29000">
                  <c:v>0.33564814814599231</c:v>
                </c:pt>
                <c:pt idx="29001">
                  <c:v>0.33565972222277196</c:v>
                </c:pt>
                <c:pt idx="29002">
                  <c:v>0.33567129629227566</c:v>
                </c:pt>
                <c:pt idx="29003">
                  <c:v>0.33568287036905531</c:v>
                </c:pt>
                <c:pt idx="29004">
                  <c:v>0.335694444438559</c:v>
                </c:pt>
                <c:pt idx="29005">
                  <c:v>0.33570601851533866</c:v>
                </c:pt>
                <c:pt idx="29006">
                  <c:v>0.33571759259211831</c:v>
                </c:pt>
                <c:pt idx="29007">
                  <c:v>0.335729166661622</c:v>
                </c:pt>
                <c:pt idx="29008">
                  <c:v>0.33574074073840166</c:v>
                </c:pt>
                <c:pt idx="29009">
                  <c:v>0.33575231481518131</c:v>
                </c:pt>
                <c:pt idx="29010">
                  <c:v>0.335763888884685</c:v>
                </c:pt>
                <c:pt idx="29011">
                  <c:v>0.33577546296146465</c:v>
                </c:pt>
                <c:pt idx="29012">
                  <c:v>0.33578703703824431</c:v>
                </c:pt>
                <c:pt idx="29013">
                  <c:v>0.335798611107748</c:v>
                </c:pt>
                <c:pt idx="29014">
                  <c:v>0.33581018518452765</c:v>
                </c:pt>
                <c:pt idx="29015">
                  <c:v>0.33582175925403135</c:v>
                </c:pt>
                <c:pt idx="29016">
                  <c:v>0.335833333330811</c:v>
                </c:pt>
                <c:pt idx="29017">
                  <c:v>0.33584490740759065</c:v>
                </c:pt>
                <c:pt idx="29018">
                  <c:v>0.33585648147709435</c:v>
                </c:pt>
                <c:pt idx="29019">
                  <c:v>0.335868055553874</c:v>
                </c:pt>
                <c:pt idx="29020">
                  <c:v>0.33587962963065365</c:v>
                </c:pt>
                <c:pt idx="29021">
                  <c:v>0.33589120370015735</c:v>
                </c:pt>
                <c:pt idx="29022">
                  <c:v>0.335902777776937</c:v>
                </c:pt>
                <c:pt idx="29023">
                  <c:v>0.3359143518464407</c:v>
                </c:pt>
                <c:pt idx="29024">
                  <c:v>0.33592592592322035</c:v>
                </c:pt>
                <c:pt idx="29025">
                  <c:v>0.3359375</c:v>
                </c:pt>
                <c:pt idx="29026">
                  <c:v>0.33594907406950369</c:v>
                </c:pt>
                <c:pt idx="29027">
                  <c:v>0.33596064814628335</c:v>
                </c:pt>
                <c:pt idx="29028">
                  <c:v>0.335972222223063</c:v>
                </c:pt>
                <c:pt idx="29029">
                  <c:v>0.33598379629256669</c:v>
                </c:pt>
                <c:pt idx="29030">
                  <c:v>0.33599537036934635</c:v>
                </c:pt>
                <c:pt idx="29031">
                  <c:v>0.33600694443885004</c:v>
                </c:pt>
                <c:pt idx="29032">
                  <c:v>0.33601851851562969</c:v>
                </c:pt>
                <c:pt idx="29033">
                  <c:v>0.33603009259240935</c:v>
                </c:pt>
                <c:pt idx="29034">
                  <c:v>0.33604166666191304</c:v>
                </c:pt>
                <c:pt idx="29035">
                  <c:v>0.33605324073869269</c:v>
                </c:pt>
                <c:pt idx="29036">
                  <c:v>0.33606481481547235</c:v>
                </c:pt>
                <c:pt idx="29037">
                  <c:v>0.33607638888497604</c:v>
                </c:pt>
                <c:pt idx="29038">
                  <c:v>0.33608796296175569</c:v>
                </c:pt>
                <c:pt idx="29039">
                  <c:v>0.33609953703125939</c:v>
                </c:pt>
                <c:pt idx="29040">
                  <c:v>0.33611111110803904</c:v>
                </c:pt>
                <c:pt idx="29041">
                  <c:v>0.33612268518481869</c:v>
                </c:pt>
                <c:pt idx="29042">
                  <c:v>0.33613425925432239</c:v>
                </c:pt>
                <c:pt idx="29043">
                  <c:v>0.33614583333110204</c:v>
                </c:pt>
                <c:pt idx="29044">
                  <c:v>0.33615740740788169</c:v>
                </c:pt>
                <c:pt idx="29045">
                  <c:v>0.33616898147738539</c:v>
                </c:pt>
                <c:pt idx="29046">
                  <c:v>0.33618055555416504</c:v>
                </c:pt>
                <c:pt idx="29047">
                  <c:v>0.33619212963094469</c:v>
                </c:pt>
                <c:pt idx="29048">
                  <c:v>0.33620370370044839</c:v>
                </c:pt>
                <c:pt idx="29049">
                  <c:v>0.33621527777722804</c:v>
                </c:pt>
                <c:pt idx="29050">
                  <c:v>0.33622685184673173</c:v>
                </c:pt>
                <c:pt idx="29051">
                  <c:v>0.33623842592351139</c:v>
                </c:pt>
                <c:pt idx="29052">
                  <c:v>0.33625000000029104</c:v>
                </c:pt>
                <c:pt idx="29053">
                  <c:v>0.33626157406979473</c:v>
                </c:pt>
                <c:pt idx="29054">
                  <c:v>0.33627314814657439</c:v>
                </c:pt>
                <c:pt idx="29055">
                  <c:v>0.33628472222335404</c:v>
                </c:pt>
                <c:pt idx="29056">
                  <c:v>0.33629629629285773</c:v>
                </c:pt>
                <c:pt idx="29057">
                  <c:v>0.33630787036963739</c:v>
                </c:pt>
                <c:pt idx="29058">
                  <c:v>0.33631944443914108</c:v>
                </c:pt>
                <c:pt idx="29059">
                  <c:v>0.33633101851592073</c:v>
                </c:pt>
                <c:pt idx="29060">
                  <c:v>0.33634259259270038</c:v>
                </c:pt>
                <c:pt idx="29061">
                  <c:v>0.33635416666220408</c:v>
                </c:pt>
                <c:pt idx="29062">
                  <c:v>0.33636574073898373</c:v>
                </c:pt>
                <c:pt idx="29063">
                  <c:v>0.33637731481576338</c:v>
                </c:pt>
                <c:pt idx="29064">
                  <c:v>0.33638888888526708</c:v>
                </c:pt>
                <c:pt idx="29065">
                  <c:v>0.33640046296204673</c:v>
                </c:pt>
                <c:pt idx="29066">
                  <c:v>0.33641203703155043</c:v>
                </c:pt>
                <c:pt idx="29067">
                  <c:v>0.33642361110833008</c:v>
                </c:pt>
                <c:pt idx="29068">
                  <c:v>0.33643518518510973</c:v>
                </c:pt>
                <c:pt idx="29069">
                  <c:v>0.33644675925461343</c:v>
                </c:pt>
                <c:pt idx="29070">
                  <c:v>0.33645833333139308</c:v>
                </c:pt>
                <c:pt idx="29071">
                  <c:v>0.33646990740817273</c:v>
                </c:pt>
                <c:pt idx="29072">
                  <c:v>0.33648148147767643</c:v>
                </c:pt>
                <c:pt idx="29073">
                  <c:v>0.33649305555445608</c:v>
                </c:pt>
                <c:pt idx="29074">
                  <c:v>0.33650462962395977</c:v>
                </c:pt>
                <c:pt idx="29075">
                  <c:v>0.33651620370073942</c:v>
                </c:pt>
                <c:pt idx="29076">
                  <c:v>0.33652777777751908</c:v>
                </c:pt>
                <c:pt idx="29077">
                  <c:v>0.33653935184702277</c:v>
                </c:pt>
                <c:pt idx="29078">
                  <c:v>0.33655092592380242</c:v>
                </c:pt>
                <c:pt idx="29079">
                  <c:v>0.33656250000058208</c:v>
                </c:pt>
                <c:pt idx="29080">
                  <c:v>0.33657407407008577</c:v>
                </c:pt>
                <c:pt idx="29081">
                  <c:v>0.33658564814686542</c:v>
                </c:pt>
                <c:pt idx="29082">
                  <c:v>0.33659722221636912</c:v>
                </c:pt>
                <c:pt idx="29083">
                  <c:v>0.33660879629314877</c:v>
                </c:pt>
                <c:pt idx="29084">
                  <c:v>0.33662037036992842</c:v>
                </c:pt>
                <c:pt idx="29085">
                  <c:v>0.33663194443943212</c:v>
                </c:pt>
                <c:pt idx="29086">
                  <c:v>0.33664351851621177</c:v>
                </c:pt>
                <c:pt idx="29087">
                  <c:v>0.33665509259299142</c:v>
                </c:pt>
                <c:pt idx="29088">
                  <c:v>0.33666666666249512</c:v>
                </c:pt>
                <c:pt idx="29089">
                  <c:v>0.33667824073927477</c:v>
                </c:pt>
                <c:pt idx="29090">
                  <c:v>0.33668981481605442</c:v>
                </c:pt>
                <c:pt idx="29091">
                  <c:v>0.33670138888555812</c:v>
                </c:pt>
                <c:pt idx="29092">
                  <c:v>0.33671296296233777</c:v>
                </c:pt>
                <c:pt idx="29093">
                  <c:v>0.33672453703184146</c:v>
                </c:pt>
                <c:pt idx="29094">
                  <c:v>0.33673611110862112</c:v>
                </c:pt>
                <c:pt idx="29095">
                  <c:v>0.33674768518540077</c:v>
                </c:pt>
                <c:pt idx="29096">
                  <c:v>0.33675925925490446</c:v>
                </c:pt>
                <c:pt idx="29097">
                  <c:v>0.33677083333168412</c:v>
                </c:pt>
                <c:pt idx="29098">
                  <c:v>0.33678240740846377</c:v>
                </c:pt>
                <c:pt idx="29099">
                  <c:v>0.33679398147796746</c:v>
                </c:pt>
                <c:pt idx="29100">
                  <c:v>0.33680555555474712</c:v>
                </c:pt>
                <c:pt idx="29101">
                  <c:v>0.33681712962425081</c:v>
                </c:pt>
                <c:pt idx="29102">
                  <c:v>0.33682870370103046</c:v>
                </c:pt>
                <c:pt idx="29103">
                  <c:v>0.33684027777781012</c:v>
                </c:pt>
                <c:pt idx="29104">
                  <c:v>0.33685185184731381</c:v>
                </c:pt>
                <c:pt idx="29105">
                  <c:v>0.33686342592409346</c:v>
                </c:pt>
                <c:pt idx="29106">
                  <c:v>0.33687500000087311</c:v>
                </c:pt>
                <c:pt idx="29107">
                  <c:v>0.33688657407037681</c:v>
                </c:pt>
                <c:pt idx="29108">
                  <c:v>0.33689814814715646</c:v>
                </c:pt>
                <c:pt idx="29109">
                  <c:v>0.33690972221666016</c:v>
                </c:pt>
                <c:pt idx="29110">
                  <c:v>0.33692129629343981</c:v>
                </c:pt>
                <c:pt idx="29111">
                  <c:v>0.33693287037021946</c:v>
                </c:pt>
                <c:pt idx="29112">
                  <c:v>0.33694444443972316</c:v>
                </c:pt>
                <c:pt idx="29113">
                  <c:v>0.33695601851650281</c:v>
                </c:pt>
                <c:pt idx="29114">
                  <c:v>0.33696759259328246</c:v>
                </c:pt>
                <c:pt idx="29115">
                  <c:v>0.33697916666278616</c:v>
                </c:pt>
                <c:pt idx="29116">
                  <c:v>0.33699074073956581</c:v>
                </c:pt>
                <c:pt idx="29117">
                  <c:v>0.3370023148090695</c:v>
                </c:pt>
                <c:pt idx="29118">
                  <c:v>0.33701388888584916</c:v>
                </c:pt>
                <c:pt idx="29119">
                  <c:v>0.33702546296262881</c:v>
                </c:pt>
                <c:pt idx="29120">
                  <c:v>0.3370370370321325</c:v>
                </c:pt>
                <c:pt idx="29121">
                  <c:v>0.33704861110891216</c:v>
                </c:pt>
                <c:pt idx="29122">
                  <c:v>0.33706018518569181</c:v>
                </c:pt>
                <c:pt idx="29123">
                  <c:v>0.3370717592551955</c:v>
                </c:pt>
                <c:pt idx="29124">
                  <c:v>0.33708333333197515</c:v>
                </c:pt>
                <c:pt idx="29125">
                  <c:v>0.33709490740147885</c:v>
                </c:pt>
                <c:pt idx="29126">
                  <c:v>0.3371064814782585</c:v>
                </c:pt>
                <c:pt idx="29127">
                  <c:v>0.33711805555503815</c:v>
                </c:pt>
                <c:pt idx="29128">
                  <c:v>0.33712962962454185</c:v>
                </c:pt>
                <c:pt idx="29129">
                  <c:v>0.3371412037013215</c:v>
                </c:pt>
                <c:pt idx="29130">
                  <c:v>0.33715277777810115</c:v>
                </c:pt>
                <c:pt idx="29131">
                  <c:v>0.33716435184760485</c:v>
                </c:pt>
                <c:pt idx="29132">
                  <c:v>0.3371759259243845</c:v>
                </c:pt>
                <c:pt idx="29133">
                  <c:v>0.33718750000116415</c:v>
                </c:pt>
                <c:pt idx="29134">
                  <c:v>0.33719907407066785</c:v>
                </c:pt>
                <c:pt idx="29135">
                  <c:v>0.3372106481474475</c:v>
                </c:pt>
                <c:pt idx="29136">
                  <c:v>0.3372222222169512</c:v>
                </c:pt>
                <c:pt idx="29137">
                  <c:v>0.33723379629373085</c:v>
                </c:pt>
                <c:pt idx="29138">
                  <c:v>0.3372453703705105</c:v>
                </c:pt>
                <c:pt idx="29139">
                  <c:v>0.33725694444001419</c:v>
                </c:pt>
                <c:pt idx="29140">
                  <c:v>0.33726851851679385</c:v>
                </c:pt>
                <c:pt idx="29141">
                  <c:v>0.3372800925935735</c:v>
                </c:pt>
                <c:pt idx="29142">
                  <c:v>0.33729166666307719</c:v>
                </c:pt>
                <c:pt idx="29143">
                  <c:v>0.33730324073985685</c:v>
                </c:pt>
                <c:pt idx="29144">
                  <c:v>0.33731481480936054</c:v>
                </c:pt>
                <c:pt idx="29145">
                  <c:v>0.33732638888614019</c:v>
                </c:pt>
                <c:pt idx="29146">
                  <c:v>0.33733796296291985</c:v>
                </c:pt>
                <c:pt idx="29147">
                  <c:v>0.33734953703242354</c:v>
                </c:pt>
                <c:pt idx="29148">
                  <c:v>0.33736111110920319</c:v>
                </c:pt>
                <c:pt idx="29149">
                  <c:v>0.33737268518598285</c:v>
                </c:pt>
                <c:pt idx="29150">
                  <c:v>0.33738425925548654</c:v>
                </c:pt>
                <c:pt idx="29151">
                  <c:v>0.33739583333226619</c:v>
                </c:pt>
                <c:pt idx="29152">
                  <c:v>0.33740740740176989</c:v>
                </c:pt>
                <c:pt idx="29153">
                  <c:v>0.33741898147854954</c:v>
                </c:pt>
                <c:pt idx="29154">
                  <c:v>0.33743055555532919</c:v>
                </c:pt>
                <c:pt idx="29155">
                  <c:v>0.33744212962483289</c:v>
                </c:pt>
                <c:pt idx="29156">
                  <c:v>0.33745370370161254</c:v>
                </c:pt>
                <c:pt idx="29157">
                  <c:v>0.33746527777839219</c:v>
                </c:pt>
                <c:pt idx="29158">
                  <c:v>0.33747685184789589</c:v>
                </c:pt>
                <c:pt idx="29159">
                  <c:v>0.33748842592467554</c:v>
                </c:pt>
                <c:pt idx="29160">
                  <c:v>0.33749999999417923</c:v>
                </c:pt>
                <c:pt idx="29161">
                  <c:v>0.33751157407095889</c:v>
                </c:pt>
                <c:pt idx="29162">
                  <c:v>0.33752314814773854</c:v>
                </c:pt>
                <c:pt idx="29163">
                  <c:v>0.33753472221724223</c:v>
                </c:pt>
                <c:pt idx="29164">
                  <c:v>0.33754629629402189</c:v>
                </c:pt>
                <c:pt idx="29165">
                  <c:v>0.33755787037080154</c:v>
                </c:pt>
                <c:pt idx="29166">
                  <c:v>0.33756944444030523</c:v>
                </c:pt>
                <c:pt idx="29167">
                  <c:v>0.33758101851708489</c:v>
                </c:pt>
                <c:pt idx="29168">
                  <c:v>0.33759259259386454</c:v>
                </c:pt>
                <c:pt idx="29169">
                  <c:v>0.33760416666336823</c:v>
                </c:pt>
                <c:pt idx="29170">
                  <c:v>0.33761574074014788</c:v>
                </c:pt>
                <c:pt idx="29171">
                  <c:v>0.33762731480965158</c:v>
                </c:pt>
                <c:pt idx="29172">
                  <c:v>0.33763888888643123</c:v>
                </c:pt>
                <c:pt idx="29173">
                  <c:v>0.33765046296321088</c:v>
                </c:pt>
                <c:pt idx="29174">
                  <c:v>0.33766203703271458</c:v>
                </c:pt>
                <c:pt idx="29175">
                  <c:v>0.33767361110949423</c:v>
                </c:pt>
                <c:pt idx="29176">
                  <c:v>0.33768518518627388</c:v>
                </c:pt>
                <c:pt idx="29177">
                  <c:v>0.33769675925577758</c:v>
                </c:pt>
                <c:pt idx="29178">
                  <c:v>0.33770833333255723</c:v>
                </c:pt>
                <c:pt idx="29179">
                  <c:v>0.33771990740206093</c:v>
                </c:pt>
                <c:pt idx="29180">
                  <c:v>0.33773148147884058</c:v>
                </c:pt>
                <c:pt idx="29181">
                  <c:v>0.33774305555562023</c:v>
                </c:pt>
                <c:pt idx="29182">
                  <c:v>0.33775462962512393</c:v>
                </c:pt>
                <c:pt idx="29183">
                  <c:v>0.33776620370190358</c:v>
                </c:pt>
                <c:pt idx="29184">
                  <c:v>0.33777777777868323</c:v>
                </c:pt>
                <c:pt idx="29185">
                  <c:v>0.33778935184818693</c:v>
                </c:pt>
                <c:pt idx="29186">
                  <c:v>0.33780092592496658</c:v>
                </c:pt>
                <c:pt idx="29187">
                  <c:v>0.33781249999447027</c:v>
                </c:pt>
                <c:pt idx="29188">
                  <c:v>0.33782407407124992</c:v>
                </c:pt>
                <c:pt idx="29189">
                  <c:v>0.33783564814802958</c:v>
                </c:pt>
                <c:pt idx="29190">
                  <c:v>0.33784722221753327</c:v>
                </c:pt>
                <c:pt idx="29191">
                  <c:v>0.33785879629431292</c:v>
                </c:pt>
                <c:pt idx="29192">
                  <c:v>0.33787037037109258</c:v>
                </c:pt>
                <c:pt idx="29193">
                  <c:v>0.33788194444059627</c:v>
                </c:pt>
                <c:pt idx="29194">
                  <c:v>0.33789351851737592</c:v>
                </c:pt>
                <c:pt idx="29195">
                  <c:v>0.33790509258687962</c:v>
                </c:pt>
                <c:pt idx="29196">
                  <c:v>0.33791666666365927</c:v>
                </c:pt>
                <c:pt idx="29197">
                  <c:v>0.33792824074043892</c:v>
                </c:pt>
                <c:pt idx="29198">
                  <c:v>0.33793981480994262</c:v>
                </c:pt>
                <c:pt idx="29199">
                  <c:v>0.33795138888672227</c:v>
                </c:pt>
                <c:pt idx="29200">
                  <c:v>0.33796296296350192</c:v>
                </c:pt>
                <c:pt idx="29201">
                  <c:v>0.33797453703300562</c:v>
                </c:pt>
                <c:pt idx="29202">
                  <c:v>0.33798611110978527</c:v>
                </c:pt>
                <c:pt idx="29203">
                  <c:v>0.33799768517928896</c:v>
                </c:pt>
                <c:pt idx="29204">
                  <c:v>0.33800925925606862</c:v>
                </c:pt>
                <c:pt idx="29205">
                  <c:v>0.33802083333284827</c:v>
                </c:pt>
                <c:pt idx="29206">
                  <c:v>0.33803240740235196</c:v>
                </c:pt>
                <c:pt idx="29207">
                  <c:v>0.33804398147913162</c:v>
                </c:pt>
                <c:pt idx="29208">
                  <c:v>0.33805555555591127</c:v>
                </c:pt>
                <c:pt idx="29209">
                  <c:v>0.33806712962541496</c:v>
                </c:pt>
                <c:pt idx="29210">
                  <c:v>0.33807870370219462</c:v>
                </c:pt>
                <c:pt idx="29211">
                  <c:v>0.33809027777897427</c:v>
                </c:pt>
                <c:pt idx="29212">
                  <c:v>0.33810185184847796</c:v>
                </c:pt>
                <c:pt idx="29213">
                  <c:v>0.33811342592525762</c:v>
                </c:pt>
                <c:pt idx="29214">
                  <c:v>0.33812499999476131</c:v>
                </c:pt>
                <c:pt idx="29215">
                  <c:v>0.33813657407154096</c:v>
                </c:pt>
                <c:pt idx="29216">
                  <c:v>0.33814814814832062</c:v>
                </c:pt>
                <c:pt idx="29217">
                  <c:v>0.33815972221782431</c:v>
                </c:pt>
                <c:pt idx="29218">
                  <c:v>0.33817129629460396</c:v>
                </c:pt>
                <c:pt idx="29219">
                  <c:v>0.33818287037138361</c:v>
                </c:pt>
                <c:pt idx="29220">
                  <c:v>0.33819444444088731</c:v>
                </c:pt>
                <c:pt idx="29221">
                  <c:v>0.33820601851766696</c:v>
                </c:pt>
                <c:pt idx="29222">
                  <c:v>0.33821759258717066</c:v>
                </c:pt>
                <c:pt idx="29223">
                  <c:v>0.33822916666395031</c:v>
                </c:pt>
                <c:pt idx="29224">
                  <c:v>0.33824074074072996</c:v>
                </c:pt>
                <c:pt idx="29225">
                  <c:v>0.33825231481023366</c:v>
                </c:pt>
                <c:pt idx="29226">
                  <c:v>0.33826388888701331</c:v>
                </c:pt>
                <c:pt idx="29227">
                  <c:v>0.33827546296379296</c:v>
                </c:pt>
                <c:pt idx="29228">
                  <c:v>0.33828703703329666</c:v>
                </c:pt>
                <c:pt idx="29229">
                  <c:v>0.33829861111007631</c:v>
                </c:pt>
                <c:pt idx="29230">
                  <c:v>0.33831018517958</c:v>
                </c:pt>
                <c:pt idx="29231">
                  <c:v>0.33832175925635966</c:v>
                </c:pt>
                <c:pt idx="29232">
                  <c:v>0.33833333333313931</c:v>
                </c:pt>
                <c:pt idx="29233">
                  <c:v>0.338344907402643</c:v>
                </c:pt>
                <c:pt idx="29234">
                  <c:v>0.33835648147942265</c:v>
                </c:pt>
                <c:pt idx="29235">
                  <c:v>0.33836805555620231</c:v>
                </c:pt>
                <c:pt idx="29236">
                  <c:v>0.338379629625706</c:v>
                </c:pt>
                <c:pt idx="29237">
                  <c:v>0.33839120370248565</c:v>
                </c:pt>
                <c:pt idx="29238">
                  <c:v>0.33840277777198935</c:v>
                </c:pt>
                <c:pt idx="29239">
                  <c:v>0.338414351848769</c:v>
                </c:pt>
                <c:pt idx="29240">
                  <c:v>0.33842592592554865</c:v>
                </c:pt>
                <c:pt idx="29241">
                  <c:v>0.33843749999505235</c:v>
                </c:pt>
                <c:pt idx="29242">
                  <c:v>0.338449074071832</c:v>
                </c:pt>
                <c:pt idx="29243">
                  <c:v>0.33846064814861165</c:v>
                </c:pt>
                <c:pt idx="29244">
                  <c:v>0.33847222221811535</c:v>
                </c:pt>
                <c:pt idx="29245">
                  <c:v>0.338483796294895</c:v>
                </c:pt>
                <c:pt idx="29246">
                  <c:v>0.33849537037167465</c:v>
                </c:pt>
                <c:pt idx="29247">
                  <c:v>0.33850694444117835</c:v>
                </c:pt>
                <c:pt idx="29248">
                  <c:v>0.338518518517958</c:v>
                </c:pt>
                <c:pt idx="29249">
                  <c:v>0.3385300925874617</c:v>
                </c:pt>
                <c:pt idx="29250">
                  <c:v>0.33854166666424135</c:v>
                </c:pt>
                <c:pt idx="29251">
                  <c:v>0.338553240741021</c:v>
                </c:pt>
                <c:pt idx="29252">
                  <c:v>0.33856481481052469</c:v>
                </c:pt>
                <c:pt idx="29253">
                  <c:v>0.33857638888730435</c:v>
                </c:pt>
                <c:pt idx="29254">
                  <c:v>0.338587962964084</c:v>
                </c:pt>
                <c:pt idx="29255">
                  <c:v>0.33859953703358769</c:v>
                </c:pt>
                <c:pt idx="29256">
                  <c:v>0.33861111111036735</c:v>
                </c:pt>
                <c:pt idx="29257">
                  <c:v>0.33862268517987104</c:v>
                </c:pt>
                <c:pt idx="29258">
                  <c:v>0.33863425925665069</c:v>
                </c:pt>
                <c:pt idx="29259">
                  <c:v>0.33864583333343035</c:v>
                </c:pt>
                <c:pt idx="29260">
                  <c:v>0.33865740740293404</c:v>
                </c:pt>
                <c:pt idx="29261">
                  <c:v>0.33866898147971369</c:v>
                </c:pt>
                <c:pt idx="29262">
                  <c:v>0.33868055555649335</c:v>
                </c:pt>
                <c:pt idx="29263">
                  <c:v>0.33869212962599704</c:v>
                </c:pt>
                <c:pt idx="29264">
                  <c:v>0.33870370370277669</c:v>
                </c:pt>
                <c:pt idx="29265">
                  <c:v>0.33871527777228039</c:v>
                </c:pt>
                <c:pt idx="29266">
                  <c:v>0.33872685184906004</c:v>
                </c:pt>
                <c:pt idx="29267">
                  <c:v>0.33873842592583969</c:v>
                </c:pt>
                <c:pt idx="29268">
                  <c:v>0.33874999999534339</c:v>
                </c:pt>
                <c:pt idx="29269">
                  <c:v>0.33876157407212304</c:v>
                </c:pt>
                <c:pt idx="29270">
                  <c:v>0.33877314814890269</c:v>
                </c:pt>
                <c:pt idx="29271">
                  <c:v>0.33878472221840639</c:v>
                </c:pt>
                <c:pt idx="29272">
                  <c:v>0.33879629629518604</c:v>
                </c:pt>
                <c:pt idx="29273">
                  <c:v>0.33880787036468973</c:v>
                </c:pt>
                <c:pt idx="29274">
                  <c:v>0.33881944444146939</c:v>
                </c:pt>
                <c:pt idx="29275">
                  <c:v>0.33883101851824904</c:v>
                </c:pt>
                <c:pt idx="29276">
                  <c:v>0.33884259258775273</c:v>
                </c:pt>
                <c:pt idx="29277">
                  <c:v>0.33885416666453239</c:v>
                </c:pt>
                <c:pt idx="29278">
                  <c:v>0.33886574074131204</c:v>
                </c:pt>
                <c:pt idx="29279">
                  <c:v>0.33887731481081573</c:v>
                </c:pt>
                <c:pt idx="29280">
                  <c:v>0.33888888888759539</c:v>
                </c:pt>
                <c:pt idx="29281">
                  <c:v>0.33890046295709908</c:v>
                </c:pt>
                <c:pt idx="29282">
                  <c:v>0.33891203703387873</c:v>
                </c:pt>
                <c:pt idx="29283">
                  <c:v>0.33892361111065838</c:v>
                </c:pt>
                <c:pt idx="29284">
                  <c:v>0.33893518518016208</c:v>
                </c:pt>
                <c:pt idx="29285">
                  <c:v>0.33894675925694173</c:v>
                </c:pt>
                <c:pt idx="29286">
                  <c:v>0.33895833333372138</c:v>
                </c:pt>
                <c:pt idx="29287">
                  <c:v>0.33896990740322508</c:v>
                </c:pt>
                <c:pt idx="29288">
                  <c:v>0.33898148148000473</c:v>
                </c:pt>
                <c:pt idx="29289">
                  <c:v>0.33899305555678438</c:v>
                </c:pt>
                <c:pt idx="29290">
                  <c:v>0.33900462962628808</c:v>
                </c:pt>
                <c:pt idx="29291">
                  <c:v>0.33901620370306773</c:v>
                </c:pt>
                <c:pt idx="29292">
                  <c:v>0.33902777777257143</c:v>
                </c:pt>
                <c:pt idx="29293">
                  <c:v>0.33903935184935108</c:v>
                </c:pt>
                <c:pt idx="29294">
                  <c:v>0.33905092592613073</c:v>
                </c:pt>
                <c:pt idx="29295">
                  <c:v>0.33906249999563443</c:v>
                </c:pt>
                <c:pt idx="29296">
                  <c:v>0.33907407407241408</c:v>
                </c:pt>
                <c:pt idx="29297">
                  <c:v>0.33908564814919373</c:v>
                </c:pt>
                <c:pt idx="29298">
                  <c:v>0.33909722221869742</c:v>
                </c:pt>
                <c:pt idx="29299">
                  <c:v>0.33910879629547708</c:v>
                </c:pt>
                <c:pt idx="29300">
                  <c:v>0.33912037036498077</c:v>
                </c:pt>
                <c:pt idx="29301">
                  <c:v>0.33913194444176042</c:v>
                </c:pt>
                <c:pt idx="29302">
                  <c:v>0.33914351851854008</c:v>
                </c:pt>
                <c:pt idx="29303">
                  <c:v>0.33915509258804377</c:v>
                </c:pt>
                <c:pt idx="29304">
                  <c:v>0.33916666666482342</c:v>
                </c:pt>
                <c:pt idx="29305">
                  <c:v>0.33917824074160308</c:v>
                </c:pt>
                <c:pt idx="29306">
                  <c:v>0.33918981481110677</c:v>
                </c:pt>
                <c:pt idx="29307">
                  <c:v>0.33920138888788642</c:v>
                </c:pt>
                <c:pt idx="29308">
                  <c:v>0.33921296295739012</c:v>
                </c:pt>
                <c:pt idx="29309">
                  <c:v>0.33922453703416977</c:v>
                </c:pt>
                <c:pt idx="29310">
                  <c:v>0.33923611111094942</c:v>
                </c:pt>
                <c:pt idx="29311">
                  <c:v>0.33924768518045312</c:v>
                </c:pt>
                <c:pt idx="29312">
                  <c:v>0.33925925925723277</c:v>
                </c:pt>
                <c:pt idx="29313">
                  <c:v>0.33927083333401242</c:v>
                </c:pt>
                <c:pt idx="29314">
                  <c:v>0.33928240740351612</c:v>
                </c:pt>
                <c:pt idx="29315">
                  <c:v>0.33929398148029577</c:v>
                </c:pt>
                <c:pt idx="29316">
                  <c:v>0.33930555554979946</c:v>
                </c:pt>
                <c:pt idx="29317">
                  <c:v>0.33931712962657912</c:v>
                </c:pt>
                <c:pt idx="29318">
                  <c:v>0.33932870370335877</c:v>
                </c:pt>
                <c:pt idx="29319">
                  <c:v>0.33934027777286246</c:v>
                </c:pt>
                <c:pt idx="29320">
                  <c:v>0.33935185184964212</c:v>
                </c:pt>
                <c:pt idx="29321">
                  <c:v>0.33936342592642177</c:v>
                </c:pt>
                <c:pt idx="29322">
                  <c:v>0.33937499999592546</c:v>
                </c:pt>
                <c:pt idx="29323">
                  <c:v>0.33938657407270512</c:v>
                </c:pt>
                <c:pt idx="29324">
                  <c:v>0.33939814814948477</c:v>
                </c:pt>
                <c:pt idx="29325">
                  <c:v>0.33940972221898846</c:v>
                </c:pt>
                <c:pt idx="29326">
                  <c:v>0.33942129629576812</c:v>
                </c:pt>
                <c:pt idx="29327">
                  <c:v>0.33943287036527181</c:v>
                </c:pt>
                <c:pt idx="29328">
                  <c:v>0.33944444444205146</c:v>
                </c:pt>
                <c:pt idx="29329">
                  <c:v>0.33945601851883112</c:v>
                </c:pt>
                <c:pt idx="29330">
                  <c:v>0.33946759258833481</c:v>
                </c:pt>
                <c:pt idx="29331">
                  <c:v>0.33947916666511446</c:v>
                </c:pt>
                <c:pt idx="29332">
                  <c:v>0.33949074074189411</c:v>
                </c:pt>
                <c:pt idx="29333">
                  <c:v>0.33950231481139781</c:v>
                </c:pt>
                <c:pt idx="29334">
                  <c:v>0.33951388888817746</c:v>
                </c:pt>
                <c:pt idx="29335">
                  <c:v>0.33952546295768116</c:v>
                </c:pt>
                <c:pt idx="29336">
                  <c:v>0.33953703703446081</c:v>
                </c:pt>
                <c:pt idx="29337">
                  <c:v>0.33954861111124046</c:v>
                </c:pt>
                <c:pt idx="29338">
                  <c:v>0.33956018518074416</c:v>
                </c:pt>
                <c:pt idx="29339">
                  <c:v>0.33957175925752381</c:v>
                </c:pt>
                <c:pt idx="29340">
                  <c:v>0.33958333333430346</c:v>
                </c:pt>
                <c:pt idx="29341">
                  <c:v>0.33959490740380716</c:v>
                </c:pt>
                <c:pt idx="29342">
                  <c:v>0.33960648148058681</c:v>
                </c:pt>
                <c:pt idx="29343">
                  <c:v>0.3396180555500905</c:v>
                </c:pt>
                <c:pt idx="29344">
                  <c:v>0.33962962962687016</c:v>
                </c:pt>
                <c:pt idx="29345">
                  <c:v>0.33964120370364981</c:v>
                </c:pt>
                <c:pt idx="29346">
                  <c:v>0.3396527777731535</c:v>
                </c:pt>
                <c:pt idx="29347">
                  <c:v>0.33966435184993315</c:v>
                </c:pt>
                <c:pt idx="29348">
                  <c:v>0.33967592592671281</c:v>
                </c:pt>
                <c:pt idx="29349">
                  <c:v>0.3396874999962165</c:v>
                </c:pt>
                <c:pt idx="29350">
                  <c:v>0.33969907407299615</c:v>
                </c:pt>
                <c:pt idx="29351">
                  <c:v>0.33971064814249985</c:v>
                </c:pt>
                <c:pt idx="29352">
                  <c:v>0.3397222222192795</c:v>
                </c:pt>
                <c:pt idx="29353">
                  <c:v>0.33973379629605915</c:v>
                </c:pt>
                <c:pt idx="29354">
                  <c:v>0.33974537036556285</c:v>
                </c:pt>
                <c:pt idx="29355">
                  <c:v>0.3397569444423425</c:v>
                </c:pt>
                <c:pt idx="29356">
                  <c:v>0.33976851851912215</c:v>
                </c:pt>
                <c:pt idx="29357">
                  <c:v>0.33978009258862585</c:v>
                </c:pt>
                <c:pt idx="29358">
                  <c:v>0.3397916666654055</c:v>
                </c:pt>
                <c:pt idx="29359">
                  <c:v>0.3398032407349092</c:v>
                </c:pt>
                <c:pt idx="29360">
                  <c:v>0.33981481481168885</c:v>
                </c:pt>
                <c:pt idx="29361">
                  <c:v>0.3398263888884685</c:v>
                </c:pt>
                <c:pt idx="29362">
                  <c:v>0.33983796295797219</c:v>
                </c:pt>
                <c:pt idx="29363">
                  <c:v>0.33984953703475185</c:v>
                </c:pt>
                <c:pt idx="29364">
                  <c:v>0.3398611111115315</c:v>
                </c:pt>
                <c:pt idx="29365">
                  <c:v>0.33987268518103519</c:v>
                </c:pt>
                <c:pt idx="29366">
                  <c:v>0.33988425925781485</c:v>
                </c:pt>
                <c:pt idx="29367">
                  <c:v>0.3398958333345945</c:v>
                </c:pt>
                <c:pt idx="29368">
                  <c:v>0.33990740740409819</c:v>
                </c:pt>
                <c:pt idx="29369">
                  <c:v>0.33991898148087785</c:v>
                </c:pt>
                <c:pt idx="29370">
                  <c:v>0.33993055555038154</c:v>
                </c:pt>
                <c:pt idx="29371">
                  <c:v>0.33994212962716119</c:v>
                </c:pt>
                <c:pt idx="29372">
                  <c:v>0.33995370370394085</c:v>
                </c:pt>
                <c:pt idx="29373">
                  <c:v>0.33996527777344454</c:v>
                </c:pt>
                <c:pt idx="29374">
                  <c:v>0.33997685185022419</c:v>
                </c:pt>
                <c:pt idx="29375">
                  <c:v>0.33998842592700385</c:v>
                </c:pt>
                <c:pt idx="29376">
                  <c:v>0.33999999999650754</c:v>
                </c:pt>
                <c:pt idx="29377">
                  <c:v>0.34001157407328719</c:v>
                </c:pt>
                <c:pt idx="29378">
                  <c:v>0.34002314814279089</c:v>
                </c:pt>
                <c:pt idx="29379">
                  <c:v>0.34003472221957054</c:v>
                </c:pt>
                <c:pt idx="29380">
                  <c:v>0.34004629629635019</c:v>
                </c:pt>
                <c:pt idx="29381">
                  <c:v>0.34005787036585389</c:v>
                </c:pt>
                <c:pt idx="29382">
                  <c:v>0.34006944444263354</c:v>
                </c:pt>
                <c:pt idx="29383">
                  <c:v>0.34008101851941319</c:v>
                </c:pt>
                <c:pt idx="29384">
                  <c:v>0.34009259258891689</c:v>
                </c:pt>
                <c:pt idx="29385">
                  <c:v>0.34010416666569654</c:v>
                </c:pt>
                <c:pt idx="29386">
                  <c:v>0.34011574073520023</c:v>
                </c:pt>
                <c:pt idx="29387">
                  <c:v>0.34012731481197989</c:v>
                </c:pt>
                <c:pt idx="29388">
                  <c:v>0.34013888888875954</c:v>
                </c:pt>
                <c:pt idx="29389">
                  <c:v>0.34015046295826323</c:v>
                </c:pt>
                <c:pt idx="29390">
                  <c:v>0.34016203703504289</c:v>
                </c:pt>
                <c:pt idx="29391">
                  <c:v>0.34017361111182254</c:v>
                </c:pt>
                <c:pt idx="29392">
                  <c:v>0.34018518518132623</c:v>
                </c:pt>
                <c:pt idx="29393">
                  <c:v>0.34019675925810589</c:v>
                </c:pt>
                <c:pt idx="29394">
                  <c:v>0.34020833332760958</c:v>
                </c:pt>
                <c:pt idx="29395">
                  <c:v>0.34021990740438923</c:v>
                </c:pt>
                <c:pt idx="29396">
                  <c:v>0.34023148148116888</c:v>
                </c:pt>
                <c:pt idx="29397">
                  <c:v>0.34024305555067258</c:v>
                </c:pt>
                <c:pt idx="29398">
                  <c:v>0.34025462962745223</c:v>
                </c:pt>
                <c:pt idx="29399">
                  <c:v>0.34026620370423188</c:v>
                </c:pt>
                <c:pt idx="29400">
                  <c:v>0.34027777777373558</c:v>
                </c:pt>
                <c:pt idx="29401">
                  <c:v>0.34028935185051523</c:v>
                </c:pt>
                <c:pt idx="29402">
                  <c:v>0.34030092592001893</c:v>
                </c:pt>
                <c:pt idx="29403">
                  <c:v>0.34031249999679858</c:v>
                </c:pt>
                <c:pt idx="29404">
                  <c:v>0.34032407407357823</c:v>
                </c:pt>
                <c:pt idx="29405">
                  <c:v>0.34033564814308193</c:v>
                </c:pt>
                <c:pt idx="29406">
                  <c:v>0.34034722221986158</c:v>
                </c:pt>
                <c:pt idx="29407">
                  <c:v>0.34035879629664123</c:v>
                </c:pt>
                <c:pt idx="29408">
                  <c:v>0.34037037036614493</c:v>
                </c:pt>
                <c:pt idx="29409">
                  <c:v>0.34038194444292458</c:v>
                </c:pt>
                <c:pt idx="29410">
                  <c:v>0.34039351851970423</c:v>
                </c:pt>
                <c:pt idx="29411">
                  <c:v>0.34040509258920792</c:v>
                </c:pt>
                <c:pt idx="29412">
                  <c:v>0.34041666666598758</c:v>
                </c:pt>
                <c:pt idx="29413">
                  <c:v>0.34042824073549127</c:v>
                </c:pt>
                <c:pt idx="29414">
                  <c:v>0.34043981481227092</c:v>
                </c:pt>
                <c:pt idx="29415">
                  <c:v>0.34045138888905058</c:v>
                </c:pt>
                <c:pt idx="29416">
                  <c:v>0.34046296295855427</c:v>
                </c:pt>
                <c:pt idx="29417">
                  <c:v>0.34047453703533392</c:v>
                </c:pt>
                <c:pt idx="29418">
                  <c:v>0.34048611111211358</c:v>
                </c:pt>
                <c:pt idx="29419">
                  <c:v>0.34049768518161727</c:v>
                </c:pt>
                <c:pt idx="29420">
                  <c:v>0.34050925925839692</c:v>
                </c:pt>
                <c:pt idx="29421">
                  <c:v>0.34052083332790062</c:v>
                </c:pt>
                <c:pt idx="29422">
                  <c:v>0.34053240740468027</c:v>
                </c:pt>
                <c:pt idx="29423">
                  <c:v>0.34054398148145992</c:v>
                </c:pt>
                <c:pt idx="29424">
                  <c:v>0.34055555555096362</c:v>
                </c:pt>
                <c:pt idx="29425">
                  <c:v>0.34056712962774327</c:v>
                </c:pt>
                <c:pt idx="29426">
                  <c:v>0.34057870370452292</c:v>
                </c:pt>
                <c:pt idx="29427">
                  <c:v>0.34059027777402662</c:v>
                </c:pt>
                <c:pt idx="29428">
                  <c:v>0.34060185185080627</c:v>
                </c:pt>
                <c:pt idx="29429">
                  <c:v>0.34061342592030996</c:v>
                </c:pt>
                <c:pt idx="29430">
                  <c:v>0.34062499999708962</c:v>
                </c:pt>
                <c:pt idx="29431">
                  <c:v>0.34063657407386927</c:v>
                </c:pt>
                <c:pt idx="29432">
                  <c:v>0.34064814814337296</c:v>
                </c:pt>
                <c:pt idx="29433">
                  <c:v>0.34065972222015262</c:v>
                </c:pt>
                <c:pt idx="29434">
                  <c:v>0.34067129629693227</c:v>
                </c:pt>
                <c:pt idx="29435">
                  <c:v>0.34068287036643596</c:v>
                </c:pt>
                <c:pt idx="29436">
                  <c:v>0.34069444444321562</c:v>
                </c:pt>
                <c:pt idx="29437">
                  <c:v>0.34070601851271931</c:v>
                </c:pt>
                <c:pt idx="29438">
                  <c:v>0.34071759258949896</c:v>
                </c:pt>
                <c:pt idx="29439">
                  <c:v>0.34072916666627862</c:v>
                </c:pt>
                <c:pt idx="29440">
                  <c:v>0.34074074073578231</c:v>
                </c:pt>
                <c:pt idx="29441">
                  <c:v>0.34075231481256196</c:v>
                </c:pt>
                <c:pt idx="29442">
                  <c:v>0.34076388888934162</c:v>
                </c:pt>
                <c:pt idx="29443">
                  <c:v>0.34077546295884531</c:v>
                </c:pt>
                <c:pt idx="29444">
                  <c:v>0.34078703703562496</c:v>
                </c:pt>
                <c:pt idx="29445">
                  <c:v>0.34079861111240461</c:v>
                </c:pt>
                <c:pt idx="29446">
                  <c:v>0.34081018518190831</c:v>
                </c:pt>
                <c:pt idx="29447">
                  <c:v>0.34082175925868796</c:v>
                </c:pt>
                <c:pt idx="29448">
                  <c:v>0.34083333332819166</c:v>
                </c:pt>
                <c:pt idx="29449">
                  <c:v>0.34084490740497131</c:v>
                </c:pt>
                <c:pt idx="29450">
                  <c:v>0.34085648148175096</c:v>
                </c:pt>
                <c:pt idx="29451">
                  <c:v>0.34086805555125466</c:v>
                </c:pt>
                <c:pt idx="29452">
                  <c:v>0.34087962962803431</c:v>
                </c:pt>
                <c:pt idx="29453">
                  <c:v>0.34089120370481396</c:v>
                </c:pt>
                <c:pt idx="29454">
                  <c:v>0.34090277777431766</c:v>
                </c:pt>
                <c:pt idx="29455">
                  <c:v>0.34091435185109731</c:v>
                </c:pt>
                <c:pt idx="29456">
                  <c:v>0.340925925920601</c:v>
                </c:pt>
                <c:pt idx="29457">
                  <c:v>0.34093749999738066</c:v>
                </c:pt>
                <c:pt idx="29458">
                  <c:v>0.34094907407416031</c:v>
                </c:pt>
                <c:pt idx="29459">
                  <c:v>0.340960648143664</c:v>
                </c:pt>
                <c:pt idx="29460">
                  <c:v>0.34097222222044365</c:v>
                </c:pt>
                <c:pt idx="29461">
                  <c:v>0.34098379629722331</c:v>
                </c:pt>
                <c:pt idx="29462">
                  <c:v>0.340995370366727</c:v>
                </c:pt>
                <c:pt idx="29463">
                  <c:v>0.34100694444350665</c:v>
                </c:pt>
                <c:pt idx="29464">
                  <c:v>0.34101851851301035</c:v>
                </c:pt>
                <c:pt idx="29465">
                  <c:v>0.34103009258979</c:v>
                </c:pt>
                <c:pt idx="29466">
                  <c:v>0.34104166666656965</c:v>
                </c:pt>
                <c:pt idx="29467">
                  <c:v>0.34105324073607335</c:v>
                </c:pt>
                <c:pt idx="29468">
                  <c:v>0.341064814812853</c:v>
                </c:pt>
                <c:pt idx="29469">
                  <c:v>0.34107638888963265</c:v>
                </c:pt>
                <c:pt idx="29470">
                  <c:v>0.34108796295913635</c:v>
                </c:pt>
                <c:pt idx="29471">
                  <c:v>0.341099537035916</c:v>
                </c:pt>
                <c:pt idx="29472">
                  <c:v>0.3411111111054197</c:v>
                </c:pt>
                <c:pt idx="29473">
                  <c:v>0.34112268518219935</c:v>
                </c:pt>
                <c:pt idx="29474">
                  <c:v>0.341134259258979</c:v>
                </c:pt>
                <c:pt idx="29475">
                  <c:v>0.34114583332848269</c:v>
                </c:pt>
                <c:pt idx="29476">
                  <c:v>0.34115740740526235</c:v>
                </c:pt>
                <c:pt idx="29477">
                  <c:v>0.341168981482042</c:v>
                </c:pt>
                <c:pt idx="29478">
                  <c:v>0.34118055555154569</c:v>
                </c:pt>
                <c:pt idx="29479">
                  <c:v>0.34119212962832535</c:v>
                </c:pt>
                <c:pt idx="29480">
                  <c:v>0.34120370369782904</c:v>
                </c:pt>
                <c:pt idx="29481">
                  <c:v>0.34121527777460869</c:v>
                </c:pt>
                <c:pt idx="29482">
                  <c:v>0.34122685185138835</c:v>
                </c:pt>
                <c:pt idx="29483">
                  <c:v>0.34123842592089204</c:v>
                </c:pt>
                <c:pt idx="29484">
                  <c:v>0.34124999999767169</c:v>
                </c:pt>
                <c:pt idx="29485">
                  <c:v>0.34126157407445135</c:v>
                </c:pt>
                <c:pt idx="29486">
                  <c:v>0.34127314814395504</c:v>
                </c:pt>
                <c:pt idx="29487">
                  <c:v>0.34128472222073469</c:v>
                </c:pt>
                <c:pt idx="29488">
                  <c:v>0.34129629629751435</c:v>
                </c:pt>
                <c:pt idx="29489">
                  <c:v>0.34130787036701804</c:v>
                </c:pt>
                <c:pt idx="29490">
                  <c:v>0.34131944444379769</c:v>
                </c:pt>
                <c:pt idx="29491">
                  <c:v>0.34133101851330139</c:v>
                </c:pt>
                <c:pt idx="29492">
                  <c:v>0.34134259259008104</c:v>
                </c:pt>
                <c:pt idx="29493">
                  <c:v>0.34135416666686069</c:v>
                </c:pt>
                <c:pt idx="29494">
                  <c:v>0.34136574073636439</c:v>
                </c:pt>
                <c:pt idx="29495">
                  <c:v>0.34137731481314404</c:v>
                </c:pt>
                <c:pt idx="29496">
                  <c:v>0.34138888888992369</c:v>
                </c:pt>
                <c:pt idx="29497">
                  <c:v>0.34140046295942739</c:v>
                </c:pt>
                <c:pt idx="29498">
                  <c:v>0.34141203703620704</c:v>
                </c:pt>
                <c:pt idx="29499">
                  <c:v>0.34142361110571073</c:v>
                </c:pt>
                <c:pt idx="29500">
                  <c:v>0.34143518518249039</c:v>
                </c:pt>
                <c:pt idx="29501">
                  <c:v>0.34144675925927004</c:v>
                </c:pt>
                <c:pt idx="29502">
                  <c:v>0.34145833332877373</c:v>
                </c:pt>
                <c:pt idx="29503">
                  <c:v>0.34146990740555339</c:v>
                </c:pt>
                <c:pt idx="29504">
                  <c:v>0.34148148148233304</c:v>
                </c:pt>
                <c:pt idx="29505">
                  <c:v>0.34149305555183673</c:v>
                </c:pt>
                <c:pt idx="29506">
                  <c:v>0.34150462962861639</c:v>
                </c:pt>
                <c:pt idx="29507">
                  <c:v>0.34151620369812008</c:v>
                </c:pt>
                <c:pt idx="29508">
                  <c:v>0.34152777777489973</c:v>
                </c:pt>
                <c:pt idx="29509">
                  <c:v>0.34153935185167938</c:v>
                </c:pt>
                <c:pt idx="29510">
                  <c:v>0.34155092592118308</c:v>
                </c:pt>
                <c:pt idx="29511">
                  <c:v>0.34156249999796273</c:v>
                </c:pt>
                <c:pt idx="29512">
                  <c:v>0.34157407407474238</c:v>
                </c:pt>
                <c:pt idx="29513">
                  <c:v>0.34158564814424608</c:v>
                </c:pt>
                <c:pt idx="29514">
                  <c:v>0.34159722222102573</c:v>
                </c:pt>
                <c:pt idx="29515">
                  <c:v>0.34160879629052943</c:v>
                </c:pt>
                <c:pt idx="29516">
                  <c:v>0.34162037036730908</c:v>
                </c:pt>
                <c:pt idx="29517">
                  <c:v>0.34163194444408873</c:v>
                </c:pt>
                <c:pt idx="29518">
                  <c:v>0.34164351851359243</c:v>
                </c:pt>
                <c:pt idx="29519">
                  <c:v>0.34165509259037208</c:v>
                </c:pt>
                <c:pt idx="29520">
                  <c:v>0.34166666666715173</c:v>
                </c:pt>
                <c:pt idx="29521">
                  <c:v>0.34167824073665543</c:v>
                </c:pt>
                <c:pt idx="29522">
                  <c:v>0.34168981481343508</c:v>
                </c:pt>
                <c:pt idx="29523">
                  <c:v>0.34170138889021473</c:v>
                </c:pt>
                <c:pt idx="29524">
                  <c:v>0.34171296295971842</c:v>
                </c:pt>
                <c:pt idx="29525">
                  <c:v>0.34172453703649808</c:v>
                </c:pt>
                <c:pt idx="29526">
                  <c:v>0.34173611110600177</c:v>
                </c:pt>
                <c:pt idx="29527">
                  <c:v>0.34174768518278142</c:v>
                </c:pt>
                <c:pt idx="29528">
                  <c:v>0.34175925925956108</c:v>
                </c:pt>
                <c:pt idx="29529">
                  <c:v>0.34177083332906477</c:v>
                </c:pt>
                <c:pt idx="29530">
                  <c:v>0.34178240740584442</c:v>
                </c:pt>
                <c:pt idx="29531">
                  <c:v>0.34179398148262408</c:v>
                </c:pt>
                <c:pt idx="29532">
                  <c:v>0.34180555555212777</c:v>
                </c:pt>
                <c:pt idx="29533">
                  <c:v>0.34181712962890742</c:v>
                </c:pt>
                <c:pt idx="29534">
                  <c:v>0.34182870369841112</c:v>
                </c:pt>
                <c:pt idx="29535">
                  <c:v>0.34184027777519077</c:v>
                </c:pt>
                <c:pt idx="29536">
                  <c:v>0.34185185185197042</c:v>
                </c:pt>
                <c:pt idx="29537">
                  <c:v>0.34186342592147412</c:v>
                </c:pt>
                <c:pt idx="29538">
                  <c:v>0.34187499999825377</c:v>
                </c:pt>
                <c:pt idx="29539">
                  <c:v>0.34188657407503342</c:v>
                </c:pt>
                <c:pt idx="29540">
                  <c:v>0.34189814814453712</c:v>
                </c:pt>
                <c:pt idx="29541">
                  <c:v>0.34190972222131677</c:v>
                </c:pt>
                <c:pt idx="29542">
                  <c:v>0.34192129629082046</c:v>
                </c:pt>
                <c:pt idx="29543">
                  <c:v>0.34193287036760012</c:v>
                </c:pt>
                <c:pt idx="29544">
                  <c:v>0.34194444444437977</c:v>
                </c:pt>
                <c:pt idx="29545">
                  <c:v>0.34195601851388346</c:v>
                </c:pt>
                <c:pt idx="29546">
                  <c:v>0.34196759259066312</c:v>
                </c:pt>
                <c:pt idx="29547">
                  <c:v>0.34197916666744277</c:v>
                </c:pt>
                <c:pt idx="29548">
                  <c:v>0.34199074073694646</c:v>
                </c:pt>
                <c:pt idx="29549">
                  <c:v>0.34200231481372612</c:v>
                </c:pt>
                <c:pt idx="29550">
                  <c:v>0.34201388888322981</c:v>
                </c:pt>
                <c:pt idx="29551">
                  <c:v>0.34202546296000946</c:v>
                </c:pt>
                <c:pt idx="29552">
                  <c:v>0.34203703703678912</c:v>
                </c:pt>
                <c:pt idx="29553">
                  <c:v>0.34204861110629281</c:v>
                </c:pt>
                <c:pt idx="29554">
                  <c:v>0.34206018518307246</c:v>
                </c:pt>
                <c:pt idx="29555">
                  <c:v>0.34207175925985212</c:v>
                </c:pt>
                <c:pt idx="29556">
                  <c:v>0.34208333332935581</c:v>
                </c:pt>
                <c:pt idx="29557">
                  <c:v>0.34209490740613546</c:v>
                </c:pt>
                <c:pt idx="29558">
                  <c:v>0.34210648147563916</c:v>
                </c:pt>
                <c:pt idx="29559">
                  <c:v>0.34211805555241881</c:v>
                </c:pt>
                <c:pt idx="29560">
                  <c:v>0.34212962962919846</c:v>
                </c:pt>
                <c:pt idx="29561">
                  <c:v>0.34214120369870216</c:v>
                </c:pt>
                <c:pt idx="29562">
                  <c:v>0.34215277777548181</c:v>
                </c:pt>
                <c:pt idx="29563">
                  <c:v>0.34216435185226146</c:v>
                </c:pt>
                <c:pt idx="29564">
                  <c:v>0.34217592592176516</c:v>
                </c:pt>
                <c:pt idx="29565">
                  <c:v>0.34218749999854481</c:v>
                </c:pt>
                <c:pt idx="29566">
                  <c:v>0.34219907407532446</c:v>
                </c:pt>
                <c:pt idx="29567">
                  <c:v>0.34221064814482816</c:v>
                </c:pt>
                <c:pt idx="29568">
                  <c:v>0.34222222222160781</c:v>
                </c:pt>
                <c:pt idx="29569">
                  <c:v>0.3422337962911115</c:v>
                </c:pt>
                <c:pt idx="29570">
                  <c:v>0.34224537036789116</c:v>
                </c:pt>
                <c:pt idx="29571">
                  <c:v>0.34225694444467081</c:v>
                </c:pt>
                <c:pt idx="29572">
                  <c:v>0.3422685185141745</c:v>
                </c:pt>
                <c:pt idx="29573">
                  <c:v>0.34228009259095415</c:v>
                </c:pt>
                <c:pt idx="29574">
                  <c:v>0.34229166666773381</c:v>
                </c:pt>
                <c:pt idx="29575">
                  <c:v>0.3423032407372375</c:v>
                </c:pt>
                <c:pt idx="29576">
                  <c:v>0.34231481481401715</c:v>
                </c:pt>
                <c:pt idx="29577">
                  <c:v>0.34232638888352085</c:v>
                </c:pt>
                <c:pt idx="29578">
                  <c:v>0.3423379629603005</c:v>
                </c:pt>
                <c:pt idx="29579">
                  <c:v>0.34234953703708015</c:v>
                </c:pt>
                <c:pt idx="29580">
                  <c:v>0.34236111110658385</c:v>
                </c:pt>
                <c:pt idx="29581">
                  <c:v>0.3423726851833635</c:v>
                </c:pt>
                <c:pt idx="29582">
                  <c:v>0.34238425926014315</c:v>
                </c:pt>
                <c:pt idx="29583">
                  <c:v>0.34239583332964685</c:v>
                </c:pt>
                <c:pt idx="29584">
                  <c:v>0.3424074074064265</c:v>
                </c:pt>
                <c:pt idx="29585">
                  <c:v>0.3424189814759302</c:v>
                </c:pt>
                <c:pt idx="29586">
                  <c:v>0.34243055555270985</c:v>
                </c:pt>
                <c:pt idx="29587">
                  <c:v>0.3424421296294895</c:v>
                </c:pt>
                <c:pt idx="29588">
                  <c:v>0.34245370369899319</c:v>
                </c:pt>
                <c:pt idx="29589">
                  <c:v>0.34246527777577285</c:v>
                </c:pt>
                <c:pt idx="29590">
                  <c:v>0.3424768518525525</c:v>
                </c:pt>
                <c:pt idx="29591">
                  <c:v>0.34248842592205619</c:v>
                </c:pt>
                <c:pt idx="29592">
                  <c:v>0.34249999999883585</c:v>
                </c:pt>
                <c:pt idx="29593">
                  <c:v>0.34251157406833954</c:v>
                </c:pt>
                <c:pt idx="29594">
                  <c:v>0.34252314814511919</c:v>
                </c:pt>
                <c:pt idx="29595">
                  <c:v>0.34253472222189885</c:v>
                </c:pt>
                <c:pt idx="29596">
                  <c:v>0.34254629629140254</c:v>
                </c:pt>
                <c:pt idx="29597">
                  <c:v>0.34255787036818219</c:v>
                </c:pt>
                <c:pt idx="29598">
                  <c:v>0.34256944444496185</c:v>
                </c:pt>
                <c:pt idx="29599">
                  <c:v>0.34258101851446554</c:v>
                </c:pt>
                <c:pt idx="29600">
                  <c:v>0.34259259259124519</c:v>
                </c:pt>
                <c:pt idx="29601">
                  <c:v>0.34260416666074889</c:v>
                </c:pt>
                <c:pt idx="29602">
                  <c:v>0.34261574073752854</c:v>
                </c:pt>
                <c:pt idx="29603">
                  <c:v>0.34262731481430819</c:v>
                </c:pt>
                <c:pt idx="29604">
                  <c:v>0.34263888888381189</c:v>
                </c:pt>
                <c:pt idx="29605">
                  <c:v>0.34265046296059154</c:v>
                </c:pt>
                <c:pt idx="29606">
                  <c:v>0.34266203703737119</c:v>
                </c:pt>
                <c:pt idx="29607">
                  <c:v>0.34267361110687489</c:v>
                </c:pt>
                <c:pt idx="29608">
                  <c:v>0.34268518518365454</c:v>
                </c:pt>
                <c:pt idx="29609">
                  <c:v>0.34269675926043419</c:v>
                </c:pt>
                <c:pt idx="29610">
                  <c:v>0.34270833332993789</c:v>
                </c:pt>
                <c:pt idx="29611">
                  <c:v>0.34271990740671754</c:v>
                </c:pt>
                <c:pt idx="29612">
                  <c:v>0.34273148147622123</c:v>
                </c:pt>
                <c:pt idx="29613">
                  <c:v>0.34274305555300089</c:v>
                </c:pt>
                <c:pt idx="29614">
                  <c:v>0.34275462962978054</c:v>
                </c:pt>
                <c:pt idx="29615">
                  <c:v>0.34276620369928423</c:v>
                </c:pt>
                <c:pt idx="29616">
                  <c:v>0.34277777777606389</c:v>
                </c:pt>
                <c:pt idx="29617">
                  <c:v>0.34278935185284354</c:v>
                </c:pt>
                <c:pt idx="29618">
                  <c:v>0.34280092592234723</c:v>
                </c:pt>
                <c:pt idx="29619">
                  <c:v>0.34281249999912689</c:v>
                </c:pt>
                <c:pt idx="29620">
                  <c:v>0.34282407406863058</c:v>
                </c:pt>
                <c:pt idx="29621">
                  <c:v>0.34283564814541023</c:v>
                </c:pt>
                <c:pt idx="29622">
                  <c:v>0.34284722222218988</c:v>
                </c:pt>
                <c:pt idx="29623">
                  <c:v>0.34285879629169358</c:v>
                </c:pt>
                <c:pt idx="29624">
                  <c:v>0.34287037036847323</c:v>
                </c:pt>
                <c:pt idx="29625">
                  <c:v>0.34288194444525288</c:v>
                </c:pt>
                <c:pt idx="29626">
                  <c:v>0.34289351851475658</c:v>
                </c:pt>
                <c:pt idx="29627">
                  <c:v>0.34290509259153623</c:v>
                </c:pt>
                <c:pt idx="29628">
                  <c:v>0.34291666666103993</c:v>
                </c:pt>
                <c:pt idx="29629">
                  <c:v>0.34292824073781958</c:v>
                </c:pt>
                <c:pt idx="29630">
                  <c:v>0.34293981481459923</c:v>
                </c:pt>
                <c:pt idx="29631">
                  <c:v>0.34295138888410293</c:v>
                </c:pt>
                <c:pt idx="29632">
                  <c:v>0.34296296296088258</c:v>
                </c:pt>
                <c:pt idx="29633">
                  <c:v>0.34297453703766223</c:v>
                </c:pt>
                <c:pt idx="29634">
                  <c:v>0.34298611110716593</c:v>
                </c:pt>
                <c:pt idx="29635">
                  <c:v>0.34299768518394558</c:v>
                </c:pt>
                <c:pt idx="29636">
                  <c:v>0.34300925925344927</c:v>
                </c:pt>
                <c:pt idx="29637">
                  <c:v>0.34302083333022892</c:v>
                </c:pt>
                <c:pt idx="29638">
                  <c:v>0.34303240740700858</c:v>
                </c:pt>
                <c:pt idx="29639">
                  <c:v>0.34304398147651227</c:v>
                </c:pt>
                <c:pt idx="29640">
                  <c:v>0.34305555555329192</c:v>
                </c:pt>
                <c:pt idx="29641">
                  <c:v>0.34306712963007158</c:v>
                </c:pt>
                <c:pt idx="29642">
                  <c:v>0.34307870369957527</c:v>
                </c:pt>
                <c:pt idx="29643">
                  <c:v>0.34309027777635492</c:v>
                </c:pt>
                <c:pt idx="29644">
                  <c:v>0.34310185185313458</c:v>
                </c:pt>
                <c:pt idx="29645">
                  <c:v>0.34311342592263827</c:v>
                </c:pt>
                <c:pt idx="29646">
                  <c:v>0.34312499999941792</c:v>
                </c:pt>
                <c:pt idx="29647">
                  <c:v>0.34313657406892162</c:v>
                </c:pt>
                <c:pt idx="29648">
                  <c:v>0.34314814814570127</c:v>
                </c:pt>
                <c:pt idx="29649">
                  <c:v>0.34315972222248092</c:v>
                </c:pt>
                <c:pt idx="29650">
                  <c:v>0.34317129629198462</c:v>
                </c:pt>
                <c:pt idx="29651">
                  <c:v>0.34318287036876427</c:v>
                </c:pt>
                <c:pt idx="29652">
                  <c:v>0.34319444444554392</c:v>
                </c:pt>
                <c:pt idx="29653">
                  <c:v>0.34320601851504762</c:v>
                </c:pt>
                <c:pt idx="29654">
                  <c:v>0.34321759259182727</c:v>
                </c:pt>
                <c:pt idx="29655">
                  <c:v>0.34322916666133096</c:v>
                </c:pt>
                <c:pt idx="29656">
                  <c:v>0.34324074073811062</c:v>
                </c:pt>
                <c:pt idx="29657">
                  <c:v>0.34325231481489027</c:v>
                </c:pt>
                <c:pt idx="29658">
                  <c:v>0.34326388888439396</c:v>
                </c:pt>
                <c:pt idx="29659">
                  <c:v>0.34327546296117362</c:v>
                </c:pt>
                <c:pt idx="29660">
                  <c:v>0.34328703703795327</c:v>
                </c:pt>
                <c:pt idx="29661">
                  <c:v>0.34329861110745696</c:v>
                </c:pt>
                <c:pt idx="29662">
                  <c:v>0.34331018518423662</c:v>
                </c:pt>
                <c:pt idx="29663">
                  <c:v>0.34332175925374031</c:v>
                </c:pt>
                <c:pt idx="29664">
                  <c:v>0.34333333333051996</c:v>
                </c:pt>
                <c:pt idx="29665">
                  <c:v>0.34334490740729962</c:v>
                </c:pt>
                <c:pt idx="29666">
                  <c:v>0.34335648147680331</c:v>
                </c:pt>
                <c:pt idx="29667">
                  <c:v>0.34336805555358296</c:v>
                </c:pt>
                <c:pt idx="29668">
                  <c:v>0.34337962963036261</c:v>
                </c:pt>
                <c:pt idx="29669">
                  <c:v>0.34339120369986631</c:v>
                </c:pt>
                <c:pt idx="29670">
                  <c:v>0.34340277777664596</c:v>
                </c:pt>
                <c:pt idx="29671">
                  <c:v>0.34341435184614966</c:v>
                </c:pt>
                <c:pt idx="29672">
                  <c:v>0.34342592592292931</c:v>
                </c:pt>
                <c:pt idx="29673">
                  <c:v>0.34343749999970896</c:v>
                </c:pt>
                <c:pt idx="29674">
                  <c:v>0.34344907406921266</c:v>
                </c:pt>
                <c:pt idx="29675">
                  <c:v>0.34346064814599231</c:v>
                </c:pt>
                <c:pt idx="29676">
                  <c:v>0.34347222222277196</c:v>
                </c:pt>
                <c:pt idx="29677">
                  <c:v>0.34348379629227566</c:v>
                </c:pt>
                <c:pt idx="29678">
                  <c:v>0.34349537036905531</c:v>
                </c:pt>
                <c:pt idx="29679">
                  <c:v>0.343506944438559</c:v>
                </c:pt>
                <c:pt idx="29680">
                  <c:v>0.34351851851533866</c:v>
                </c:pt>
                <c:pt idx="29681">
                  <c:v>0.34353009259211831</c:v>
                </c:pt>
                <c:pt idx="29682">
                  <c:v>0.343541666661622</c:v>
                </c:pt>
                <c:pt idx="29683">
                  <c:v>0.34355324073840166</c:v>
                </c:pt>
                <c:pt idx="29684">
                  <c:v>0.34356481481518131</c:v>
                </c:pt>
                <c:pt idx="29685">
                  <c:v>0.343576388884685</c:v>
                </c:pt>
                <c:pt idx="29686">
                  <c:v>0.34358796296146465</c:v>
                </c:pt>
                <c:pt idx="29687">
                  <c:v>0.34359953703824431</c:v>
                </c:pt>
                <c:pt idx="29688">
                  <c:v>0.343611111107748</c:v>
                </c:pt>
                <c:pt idx="29689">
                  <c:v>0.34362268518452765</c:v>
                </c:pt>
                <c:pt idx="29690">
                  <c:v>0.34363425925403135</c:v>
                </c:pt>
                <c:pt idx="29691">
                  <c:v>0.343645833330811</c:v>
                </c:pt>
                <c:pt idx="29692">
                  <c:v>0.34365740740759065</c:v>
                </c:pt>
                <c:pt idx="29693">
                  <c:v>0.34366898147709435</c:v>
                </c:pt>
                <c:pt idx="29694">
                  <c:v>0.343680555553874</c:v>
                </c:pt>
                <c:pt idx="29695">
                  <c:v>0.34369212963065365</c:v>
                </c:pt>
                <c:pt idx="29696">
                  <c:v>0.34370370370015735</c:v>
                </c:pt>
                <c:pt idx="29697">
                  <c:v>0.343715277776937</c:v>
                </c:pt>
                <c:pt idx="29698">
                  <c:v>0.3437268518464407</c:v>
                </c:pt>
                <c:pt idx="29699">
                  <c:v>0.34373842592322035</c:v>
                </c:pt>
                <c:pt idx="29700">
                  <c:v>0.34375</c:v>
                </c:pt>
                <c:pt idx="29701">
                  <c:v>0.34376157406950369</c:v>
                </c:pt>
                <c:pt idx="29702">
                  <c:v>0.34377314814628335</c:v>
                </c:pt>
                <c:pt idx="29703">
                  <c:v>0.343784722223063</c:v>
                </c:pt>
                <c:pt idx="29704">
                  <c:v>0.34379629629256669</c:v>
                </c:pt>
                <c:pt idx="29705">
                  <c:v>0.34380787036934635</c:v>
                </c:pt>
                <c:pt idx="29706">
                  <c:v>0.34381944443885004</c:v>
                </c:pt>
                <c:pt idx="29707">
                  <c:v>0.34383101851562969</c:v>
                </c:pt>
                <c:pt idx="29708">
                  <c:v>0.34384259259240935</c:v>
                </c:pt>
                <c:pt idx="29709">
                  <c:v>0.34385416666191304</c:v>
                </c:pt>
                <c:pt idx="29710">
                  <c:v>0.34386574073869269</c:v>
                </c:pt>
                <c:pt idx="29711">
                  <c:v>0.34387731481547235</c:v>
                </c:pt>
                <c:pt idx="29712">
                  <c:v>0.34388888888497604</c:v>
                </c:pt>
                <c:pt idx="29713">
                  <c:v>0.34390046296175569</c:v>
                </c:pt>
                <c:pt idx="29714">
                  <c:v>0.34391203703125939</c:v>
                </c:pt>
                <c:pt idx="29715">
                  <c:v>0.34392361110803904</c:v>
                </c:pt>
                <c:pt idx="29716">
                  <c:v>0.34393518518481869</c:v>
                </c:pt>
                <c:pt idx="29717">
                  <c:v>0.34394675925432239</c:v>
                </c:pt>
                <c:pt idx="29718">
                  <c:v>0.34395833333110204</c:v>
                </c:pt>
                <c:pt idx="29719">
                  <c:v>0.34396990740788169</c:v>
                </c:pt>
                <c:pt idx="29720">
                  <c:v>0.34398148147738539</c:v>
                </c:pt>
                <c:pt idx="29721">
                  <c:v>0.34399305555416504</c:v>
                </c:pt>
                <c:pt idx="29722">
                  <c:v>0.34400462963094469</c:v>
                </c:pt>
                <c:pt idx="29723">
                  <c:v>0.34401620370044839</c:v>
                </c:pt>
                <c:pt idx="29724">
                  <c:v>0.34402777777722804</c:v>
                </c:pt>
                <c:pt idx="29725">
                  <c:v>0.34403935184673173</c:v>
                </c:pt>
                <c:pt idx="29726">
                  <c:v>0.34405092592351139</c:v>
                </c:pt>
                <c:pt idx="29727">
                  <c:v>0.34406250000029104</c:v>
                </c:pt>
                <c:pt idx="29728">
                  <c:v>0.34407407406979473</c:v>
                </c:pt>
                <c:pt idx="29729">
                  <c:v>0.34408564814657439</c:v>
                </c:pt>
                <c:pt idx="29730">
                  <c:v>0.34409722222335404</c:v>
                </c:pt>
                <c:pt idx="29731">
                  <c:v>0.34410879629285773</c:v>
                </c:pt>
                <c:pt idx="29732">
                  <c:v>0.34412037036963739</c:v>
                </c:pt>
                <c:pt idx="29733">
                  <c:v>0.34413194443914108</c:v>
                </c:pt>
                <c:pt idx="29734">
                  <c:v>0.34414351851592073</c:v>
                </c:pt>
                <c:pt idx="29735">
                  <c:v>0.34415509259270038</c:v>
                </c:pt>
                <c:pt idx="29736">
                  <c:v>0.34416666666220408</c:v>
                </c:pt>
                <c:pt idx="29737">
                  <c:v>0.34417824073898373</c:v>
                </c:pt>
                <c:pt idx="29738">
                  <c:v>0.34418981481576338</c:v>
                </c:pt>
                <c:pt idx="29739">
                  <c:v>0.34420138888526708</c:v>
                </c:pt>
                <c:pt idx="29740">
                  <c:v>0.34421296296204673</c:v>
                </c:pt>
                <c:pt idx="29741">
                  <c:v>0.34422453703155043</c:v>
                </c:pt>
                <c:pt idx="29742">
                  <c:v>0.34423611110833008</c:v>
                </c:pt>
                <c:pt idx="29743">
                  <c:v>0.34424768518510973</c:v>
                </c:pt>
                <c:pt idx="29744">
                  <c:v>0.34425925925461343</c:v>
                </c:pt>
                <c:pt idx="29745">
                  <c:v>0.34427083333139308</c:v>
                </c:pt>
                <c:pt idx="29746">
                  <c:v>0.34428240740817273</c:v>
                </c:pt>
                <c:pt idx="29747">
                  <c:v>0.34429398147767643</c:v>
                </c:pt>
                <c:pt idx="29748">
                  <c:v>0.34430555555445608</c:v>
                </c:pt>
                <c:pt idx="29749">
                  <c:v>0.34431712962395977</c:v>
                </c:pt>
                <c:pt idx="29750">
                  <c:v>0.34432870370073942</c:v>
                </c:pt>
                <c:pt idx="29751">
                  <c:v>0.34434027777751908</c:v>
                </c:pt>
                <c:pt idx="29752">
                  <c:v>0.34435185184702277</c:v>
                </c:pt>
                <c:pt idx="29753">
                  <c:v>0.34436342592380242</c:v>
                </c:pt>
                <c:pt idx="29754">
                  <c:v>0.34437500000058208</c:v>
                </c:pt>
                <c:pt idx="29755">
                  <c:v>0.34438657407008577</c:v>
                </c:pt>
                <c:pt idx="29756">
                  <c:v>0.34439814814686542</c:v>
                </c:pt>
                <c:pt idx="29757">
                  <c:v>0.34440972221636912</c:v>
                </c:pt>
                <c:pt idx="29758">
                  <c:v>0.34442129629314877</c:v>
                </c:pt>
                <c:pt idx="29759">
                  <c:v>0.34443287036992842</c:v>
                </c:pt>
                <c:pt idx="29760">
                  <c:v>0.34444444443943212</c:v>
                </c:pt>
                <c:pt idx="29761">
                  <c:v>0.34445601851621177</c:v>
                </c:pt>
                <c:pt idx="29762">
                  <c:v>0.34446759259299142</c:v>
                </c:pt>
                <c:pt idx="29763">
                  <c:v>0.34447916666249512</c:v>
                </c:pt>
                <c:pt idx="29764">
                  <c:v>0.34449074073927477</c:v>
                </c:pt>
                <c:pt idx="29765">
                  <c:v>0.34450231481605442</c:v>
                </c:pt>
                <c:pt idx="29766">
                  <c:v>0.34451388888555812</c:v>
                </c:pt>
                <c:pt idx="29767">
                  <c:v>0.34452546296233777</c:v>
                </c:pt>
                <c:pt idx="29768">
                  <c:v>0.34453703703184146</c:v>
                </c:pt>
                <c:pt idx="29769">
                  <c:v>0.34454861110862112</c:v>
                </c:pt>
                <c:pt idx="29770">
                  <c:v>0.34456018518540077</c:v>
                </c:pt>
                <c:pt idx="29771">
                  <c:v>0.34457175925490446</c:v>
                </c:pt>
                <c:pt idx="29772">
                  <c:v>0.34458333333168412</c:v>
                </c:pt>
                <c:pt idx="29773">
                  <c:v>0.34459490740846377</c:v>
                </c:pt>
                <c:pt idx="29774">
                  <c:v>0.34460648147796746</c:v>
                </c:pt>
                <c:pt idx="29775">
                  <c:v>0.34461805555474712</c:v>
                </c:pt>
                <c:pt idx="29776">
                  <c:v>0.34462962962425081</c:v>
                </c:pt>
                <c:pt idx="29777">
                  <c:v>0.34464120370103046</c:v>
                </c:pt>
                <c:pt idx="29778">
                  <c:v>0.34465277777781012</c:v>
                </c:pt>
                <c:pt idx="29779">
                  <c:v>0.34466435184731381</c:v>
                </c:pt>
                <c:pt idx="29780">
                  <c:v>0.34467592592409346</c:v>
                </c:pt>
                <c:pt idx="29781">
                  <c:v>0.34468750000087311</c:v>
                </c:pt>
                <c:pt idx="29782">
                  <c:v>0.34469907407037681</c:v>
                </c:pt>
                <c:pt idx="29783">
                  <c:v>0.34471064814715646</c:v>
                </c:pt>
                <c:pt idx="29784">
                  <c:v>0.34472222221666016</c:v>
                </c:pt>
                <c:pt idx="29785">
                  <c:v>0.34473379629343981</c:v>
                </c:pt>
                <c:pt idx="29786">
                  <c:v>0.34474537037021946</c:v>
                </c:pt>
                <c:pt idx="29787">
                  <c:v>0.34475694443972316</c:v>
                </c:pt>
                <c:pt idx="29788">
                  <c:v>0.34476851851650281</c:v>
                </c:pt>
                <c:pt idx="29789">
                  <c:v>0.34478009259328246</c:v>
                </c:pt>
                <c:pt idx="29790">
                  <c:v>0.34479166666278616</c:v>
                </c:pt>
                <c:pt idx="29791">
                  <c:v>0.34480324073956581</c:v>
                </c:pt>
                <c:pt idx="29792">
                  <c:v>0.3448148148090695</c:v>
                </c:pt>
                <c:pt idx="29793">
                  <c:v>0.34482638888584916</c:v>
                </c:pt>
                <c:pt idx="29794">
                  <c:v>0.34483796296262881</c:v>
                </c:pt>
                <c:pt idx="29795">
                  <c:v>0.3448495370321325</c:v>
                </c:pt>
                <c:pt idx="29796">
                  <c:v>0.34486111110891216</c:v>
                </c:pt>
                <c:pt idx="29797">
                  <c:v>0.34487268518569181</c:v>
                </c:pt>
                <c:pt idx="29798">
                  <c:v>0.3448842592551955</c:v>
                </c:pt>
                <c:pt idx="29799">
                  <c:v>0.34489583333197515</c:v>
                </c:pt>
                <c:pt idx="29800">
                  <c:v>0.34490740740147885</c:v>
                </c:pt>
                <c:pt idx="29801">
                  <c:v>0.3449189814782585</c:v>
                </c:pt>
                <c:pt idx="29802">
                  <c:v>0.34493055555503815</c:v>
                </c:pt>
                <c:pt idx="29803">
                  <c:v>0.34494212962454185</c:v>
                </c:pt>
                <c:pt idx="29804">
                  <c:v>0.3449537037013215</c:v>
                </c:pt>
                <c:pt idx="29805">
                  <c:v>0.34496527777810115</c:v>
                </c:pt>
                <c:pt idx="29806">
                  <c:v>0.34497685184760485</c:v>
                </c:pt>
                <c:pt idx="29807">
                  <c:v>0.3449884259243845</c:v>
                </c:pt>
                <c:pt idx="29808">
                  <c:v>0.34500000000116415</c:v>
                </c:pt>
                <c:pt idx="29809">
                  <c:v>0.34501157407066785</c:v>
                </c:pt>
                <c:pt idx="29810">
                  <c:v>0.3450231481474475</c:v>
                </c:pt>
                <c:pt idx="29811">
                  <c:v>0.3450347222169512</c:v>
                </c:pt>
                <c:pt idx="29812">
                  <c:v>0.34504629629373085</c:v>
                </c:pt>
                <c:pt idx="29813">
                  <c:v>0.3450578703705105</c:v>
                </c:pt>
                <c:pt idx="29814">
                  <c:v>0.34506944444001419</c:v>
                </c:pt>
                <c:pt idx="29815">
                  <c:v>0.34508101851679385</c:v>
                </c:pt>
                <c:pt idx="29816">
                  <c:v>0.3450925925935735</c:v>
                </c:pt>
                <c:pt idx="29817">
                  <c:v>0.34510416666307719</c:v>
                </c:pt>
                <c:pt idx="29818">
                  <c:v>0.34511574073985685</c:v>
                </c:pt>
                <c:pt idx="29819">
                  <c:v>0.34512731480936054</c:v>
                </c:pt>
                <c:pt idx="29820">
                  <c:v>0.34513888888614019</c:v>
                </c:pt>
                <c:pt idx="29821">
                  <c:v>0.34515046296291985</c:v>
                </c:pt>
                <c:pt idx="29822">
                  <c:v>0.34516203703242354</c:v>
                </c:pt>
                <c:pt idx="29823">
                  <c:v>0.34517361110920319</c:v>
                </c:pt>
                <c:pt idx="29824">
                  <c:v>0.34518518518598285</c:v>
                </c:pt>
                <c:pt idx="29825">
                  <c:v>0.34519675925548654</c:v>
                </c:pt>
                <c:pt idx="29826">
                  <c:v>0.34520833333226619</c:v>
                </c:pt>
                <c:pt idx="29827">
                  <c:v>0.34521990740176989</c:v>
                </c:pt>
                <c:pt idx="29828">
                  <c:v>0.34523148147854954</c:v>
                </c:pt>
                <c:pt idx="29829">
                  <c:v>0.34524305555532919</c:v>
                </c:pt>
                <c:pt idx="29830">
                  <c:v>0.34525462962483289</c:v>
                </c:pt>
                <c:pt idx="29831">
                  <c:v>0.34526620370161254</c:v>
                </c:pt>
                <c:pt idx="29832">
                  <c:v>0.34527777777839219</c:v>
                </c:pt>
                <c:pt idx="29833">
                  <c:v>0.34528935184789589</c:v>
                </c:pt>
                <c:pt idx="29834">
                  <c:v>0.34530092592467554</c:v>
                </c:pt>
                <c:pt idx="29835">
                  <c:v>0.34531249999417923</c:v>
                </c:pt>
                <c:pt idx="29836">
                  <c:v>0.34532407407095889</c:v>
                </c:pt>
                <c:pt idx="29837">
                  <c:v>0.34533564814773854</c:v>
                </c:pt>
                <c:pt idx="29838">
                  <c:v>0.34534722221724223</c:v>
                </c:pt>
                <c:pt idx="29839">
                  <c:v>0.34535879629402189</c:v>
                </c:pt>
                <c:pt idx="29840">
                  <c:v>0.34537037037080154</c:v>
                </c:pt>
                <c:pt idx="29841">
                  <c:v>0.34538194444030523</c:v>
                </c:pt>
                <c:pt idx="29842">
                  <c:v>0.34539351851708489</c:v>
                </c:pt>
                <c:pt idx="29843">
                  <c:v>0.34540509259386454</c:v>
                </c:pt>
                <c:pt idx="29844">
                  <c:v>0.34541666666336823</c:v>
                </c:pt>
                <c:pt idx="29845">
                  <c:v>0.34542824074014788</c:v>
                </c:pt>
                <c:pt idx="29846">
                  <c:v>0.34543981480965158</c:v>
                </c:pt>
                <c:pt idx="29847">
                  <c:v>0.34545138888643123</c:v>
                </c:pt>
                <c:pt idx="29848">
                  <c:v>0.34546296296321088</c:v>
                </c:pt>
                <c:pt idx="29849">
                  <c:v>0.34547453703271458</c:v>
                </c:pt>
                <c:pt idx="29850">
                  <c:v>0.34548611110949423</c:v>
                </c:pt>
                <c:pt idx="29851">
                  <c:v>0.34549768518627388</c:v>
                </c:pt>
                <c:pt idx="29852">
                  <c:v>0.34550925925577758</c:v>
                </c:pt>
                <c:pt idx="29853">
                  <c:v>0.34552083333255723</c:v>
                </c:pt>
                <c:pt idx="29854">
                  <c:v>0.34553240740206093</c:v>
                </c:pt>
                <c:pt idx="29855">
                  <c:v>0.34554398147884058</c:v>
                </c:pt>
                <c:pt idx="29856">
                  <c:v>0.34555555555562023</c:v>
                </c:pt>
                <c:pt idx="29857">
                  <c:v>0.34556712962512393</c:v>
                </c:pt>
                <c:pt idx="29858">
                  <c:v>0.34557870370190358</c:v>
                </c:pt>
                <c:pt idx="29859">
                  <c:v>0.34559027777868323</c:v>
                </c:pt>
                <c:pt idx="29860">
                  <c:v>0.34560185184818693</c:v>
                </c:pt>
                <c:pt idx="29861">
                  <c:v>0.34561342592496658</c:v>
                </c:pt>
                <c:pt idx="29862">
                  <c:v>0.34562499999447027</c:v>
                </c:pt>
                <c:pt idx="29863">
                  <c:v>0.34563657407124992</c:v>
                </c:pt>
                <c:pt idx="29864">
                  <c:v>0.34564814814802958</c:v>
                </c:pt>
                <c:pt idx="29865">
                  <c:v>0.34565972221753327</c:v>
                </c:pt>
                <c:pt idx="29866">
                  <c:v>0.34567129629431292</c:v>
                </c:pt>
                <c:pt idx="29867">
                  <c:v>0.34568287037109258</c:v>
                </c:pt>
                <c:pt idx="29868">
                  <c:v>0.34569444444059627</c:v>
                </c:pt>
                <c:pt idx="29869">
                  <c:v>0.34570601851737592</c:v>
                </c:pt>
                <c:pt idx="29870">
                  <c:v>0.34571759258687962</c:v>
                </c:pt>
                <c:pt idx="29871">
                  <c:v>0.34572916666365927</c:v>
                </c:pt>
                <c:pt idx="29872">
                  <c:v>0.34574074074043892</c:v>
                </c:pt>
                <c:pt idx="29873">
                  <c:v>0.34575231480994262</c:v>
                </c:pt>
                <c:pt idx="29874">
                  <c:v>0.34576388888672227</c:v>
                </c:pt>
                <c:pt idx="29875">
                  <c:v>0.34577546296350192</c:v>
                </c:pt>
                <c:pt idx="29876">
                  <c:v>0.34578703703300562</c:v>
                </c:pt>
                <c:pt idx="29877">
                  <c:v>0.34579861110978527</c:v>
                </c:pt>
                <c:pt idx="29878">
                  <c:v>0.34581018517928896</c:v>
                </c:pt>
                <c:pt idx="29879">
                  <c:v>0.34582175925606862</c:v>
                </c:pt>
                <c:pt idx="29880">
                  <c:v>0.34583333333284827</c:v>
                </c:pt>
                <c:pt idx="29881">
                  <c:v>0.34584490740235196</c:v>
                </c:pt>
                <c:pt idx="29882">
                  <c:v>0.34585648147913162</c:v>
                </c:pt>
                <c:pt idx="29883">
                  <c:v>0.34586805555591127</c:v>
                </c:pt>
                <c:pt idx="29884">
                  <c:v>0.34587962962541496</c:v>
                </c:pt>
                <c:pt idx="29885">
                  <c:v>0.34589120370219462</c:v>
                </c:pt>
                <c:pt idx="29886">
                  <c:v>0.34590277777897427</c:v>
                </c:pt>
                <c:pt idx="29887">
                  <c:v>0.34591435184847796</c:v>
                </c:pt>
                <c:pt idx="29888">
                  <c:v>0.34592592592525762</c:v>
                </c:pt>
                <c:pt idx="29889">
                  <c:v>0.34593749999476131</c:v>
                </c:pt>
                <c:pt idx="29890">
                  <c:v>0.34594907407154096</c:v>
                </c:pt>
                <c:pt idx="29891">
                  <c:v>0.34596064814832062</c:v>
                </c:pt>
                <c:pt idx="29892">
                  <c:v>0.34597222221782431</c:v>
                </c:pt>
                <c:pt idx="29893">
                  <c:v>0.34598379629460396</c:v>
                </c:pt>
                <c:pt idx="29894">
                  <c:v>0.34599537037138361</c:v>
                </c:pt>
                <c:pt idx="29895">
                  <c:v>0.34600694444088731</c:v>
                </c:pt>
                <c:pt idx="29896">
                  <c:v>0.34601851851766696</c:v>
                </c:pt>
                <c:pt idx="29897">
                  <c:v>0.34603009258717066</c:v>
                </c:pt>
                <c:pt idx="29898">
                  <c:v>0.34604166666395031</c:v>
                </c:pt>
                <c:pt idx="29899">
                  <c:v>0.34605324074072996</c:v>
                </c:pt>
                <c:pt idx="29900">
                  <c:v>0.34606481481023366</c:v>
                </c:pt>
                <c:pt idx="29901">
                  <c:v>0.34607638888701331</c:v>
                </c:pt>
                <c:pt idx="29902">
                  <c:v>0.34608796296379296</c:v>
                </c:pt>
                <c:pt idx="29903">
                  <c:v>0.34609953703329666</c:v>
                </c:pt>
                <c:pt idx="29904">
                  <c:v>0.34611111111007631</c:v>
                </c:pt>
                <c:pt idx="29905">
                  <c:v>0.34612268517958</c:v>
                </c:pt>
                <c:pt idx="29906">
                  <c:v>0.34613425925635966</c:v>
                </c:pt>
                <c:pt idx="29907">
                  <c:v>0.34614583333313931</c:v>
                </c:pt>
                <c:pt idx="29908">
                  <c:v>0.346157407402643</c:v>
                </c:pt>
                <c:pt idx="29909">
                  <c:v>0.34616898147942265</c:v>
                </c:pt>
                <c:pt idx="29910">
                  <c:v>0.34618055555620231</c:v>
                </c:pt>
                <c:pt idx="29911">
                  <c:v>0.346192129625706</c:v>
                </c:pt>
                <c:pt idx="29912">
                  <c:v>0.34620370370248565</c:v>
                </c:pt>
                <c:pt idx="29913">
                  <c:v>0.34621527777198935</c:v>
                </c:pt>
                <c:pt idx="29914">
                  <c:v>0.346226851848769</c:v>
                </c:pt>
                <c:pt idx="29915">
                  <c:v>0.34623842592554865</c:v>
                </c:pt>
                <c:pt idx="29916">
                  <c:v>0.34624999999505235</c:v>
                </c:pt>
                <c:pt idx="29917">
                  <c:v>0.346261574071832</c:v>
                </c:pt>
                <c:pt idx="29918">
                  <c:v>0.34627314814861165</c:v>
                </c:pt>
                <c:pt idx="29919">
                  <c:v>0.34628472221811535</c:v>
                </c:pt>
                <c:pt idx="29920">
                  <c:v>0.346296296294895</c:v>
                </c:pt>
                <c:pt idx="29921">
                  <c:v>0.34630787037167465</c:v>
                </c:pt>
                <c:pt idx="29922">
                  <c:v>0.34631944444117835</c:v>
                </c:pt>
                <c:pt idx="29923">
                  <c:v>0.346331018517958</c:v>
                </c:pt>
                <c:pt idx="29924">
                  <c:v>0.3463425925874617</c:v>
                </c:pt>
                <c:pt idx="29925">
                  <c:v>0.34635416666424135</c:v>
                </c:pt>
                <c:pt idx="29926">
                  <c:v>0.346365740741021</c:v>
                </c:pt>
                <c:pt idx="29927">
                  <c:v>0.34637731481052469</c:v>
                </c:pt>
                <c:pt idx="29928">
                  <c:v>0.34638888888730435</c:v>
                </c:pt>
                <c:pt idx="29929">
                  <c:v>0.346400462964084</c:v>
                </c:pt>
                <c:pt idx="29930">
                  <c:v>0.34641203703358769</c:v>
                </c:pt>
                <c:pt idx="29931">
                  <c:v>0.34642361111036735</c:v>
                </c:pt>
                <c:pt idx="29932">
                  <c:v>0.34643518517987104</c:v>
                </c:pt>
                <c:pt idx="29933">
                  <c:v>0.34644675925665069</c:v>
                </c:pt>
                <c:pt idx="29934">
                  <c:v>0.34645833333343035</c:v>
                </c:pt>
                <c:pt idx="29935">
                  <c:v>0.34646990740293404</c:v>
                </c:pt>
                <c:pt idx="29936">
                  <c:v>0.34648148147971369</c:v>
                </c:pt>
                <c:pt idx="29937">
                  <c:v>0.34649305555649335</c:v>
                </c:pt>
                <c:pt idx="29938">
                  <c:v>0.34650462962599704</c:v>
                </c:pt>
                <c:pt idx="29939">
                  <c:v>0.34651620370277669</c:v>
                </c:pt>
                <c:pt idx="29940">
                  <c:v>0.34652777777228039</c:v>
                </c:pt>
                <c:pt idx="29941">
                  <c:v>0.34653935184906004</c:v>
                </c:pt>
                <c:pt idx="29942">
                  <c:v>0.34655092592583969</c:v>
                </c:pt>
                <c:pt idx="29943">
                  <c:v>0.34656249999534339</c:v>
                </c:pt>
                <c:pt idx="29944">
                  <c:v>0.34657407407212304</c:v>
                </c:pt>
                <c:pt idx="29945">
                  <c:v>0.34658564814890269</c:v>
                </c:pt>
                <c:pt idx="29946">
                  <c:v>0.34659722221840639</c:v>
                </c:pt>
                <c:pt idx="29947">
                  <c:v>0.34660879629518604</c:v>
                </c:pt>
                <c:pt idx="29948">
                  <c:v>0.34662037036468973</c:v>
                </c:pt>
                <c:pt idx="29949">
                  <c:v>0.34663194444146939</c:v>
                </c:pt>
                <c:pt idx="29950">
                  <c:v>0.34664351851824904</c:v>
                </c:pt>
                <c:pt idx="29951">
                  <c:v>0.34665509258775273</c:v>
                </c:pt>
                <c:pt idx="29952">
                  <c:v>0.34666666666453239</c:v>
                </c:pt>
                <c:pt idx="29953">
                  <c:v>0.34667824074131204</c:v>
                </c:pt>
                <c:pt idx="29954">
                  <c:v>0.34668981481081573</c:v>
                </c:pt>
                <c:pt idx="29955">
                  <c:v>0.34670138888759539</c:v>
                </c:pt>
                <c:pt idx="29956">
                  <c:v>0.34671296295709908</c:v>
                </c:pt>
                <c:pt idx="29957">
                  <c:v>0.34672453703387873</c:v>
                </c:pt>
                <c:pt idx="29958">
                  <c:v>0.34673611111065838</c:v>
                </c:pt>
                <c:pt idx="29959">
                  <c:v>0.34674768518016208</c:v>
                </c:pt>
                <c:pt idx="29960">
                  <c:v>0.34675925925694173</c:v>
                </c:pt>
                <c:pt idx="29961">
                  <c:v>0.34677083333372138</c:v>
                </c:pt>
                <c:pt idx="29962">
                  <c:v>0.34678240740322508</c:v>
                </c:pt>
                <c:pt idx="29963">
                  <c:v>0.34679398148000473</c:v>
                </c:pt>
                <c:pt idx="29964">
                  <c:v>0.34680555555678438</c:v>
                </c:pt>
                <c:pt idx="29965">
                  <c:v>0.34681712962628808</c:v>
                </c:pt>
                <c:pt idx="29966">
                  <c:v>0.34682870370306773</c:v>
                </c:pt>
                <c:pt idx="29967">
                  <c:v>0.34684027777257143</c:v>
                </c:pt>
                <c:pt idx="29968">
                  <c:v>0.34685185184935108</c:v>
                </c:pt>
                <c:pt idx="29969">
                  <c:v>0.34686342592613073</c:v>
                </c:pt>
                <c:pt idx="29970">
                  <c:v>0.34687499999563443</c:v>
                </c:pt>
                <c:pt idx="29971">
                  <c:v>0.34688657407241408</c:v>
                </c:pt>
                <c:pt idx="29972">
                  <c:v>0.34689814814919373</c:v>
                </c:pt>
                <c:pt idx="29973">
                  <c:v>0.34690972221869742</c:v>
                </c:pt>
                <c:pt idx="29974">
                  <c:v>0.34692129629547708</c:v>
                </c:pt>
                <c:pt idx="29975">
                  <c:v>0.34693287036498077</c:v>
                </c:pt>
                <c:pt idx="29976">
                  <c:v>0.34694444444176042</c:v>
                </c:pt>
                <c:pt idx="29977">
                  <c:v>0.34695601851854008</c:v>
                </c:pt>
                <c:pt idx="29978">
                  <c:v>0.34696759258804377</c:v>
                </c:pt>
                <c:pt idx="29979">
                  <c:v>0.34697916666482342</c:v>
                </c:pt>
                <c:pt idx="29980">
                  <c:v>0.34699074074160308</c:v>
                </c:pt>
                <c:pt idx="29981">
                  <c:v>0.34700231481110677</c:v>
                </c:pt>
                <c:pt idx="29982">
                  <c:v>0.34701388888788642</c:v>
                </c:pt>
                <c:pt idx="29983">
                  <c:v>0.34702546295739012</c:v>
                </c:pt>
                <c:pt idx="29984">
                  <c:v>0.34703703703416977</c:v>
                </c:pt>
                <c:pt idx="29985">
                  <c:v>0.34704861111094942</c:v>
                </c:pt>
                <c:pt idx="29986">
                  <c:v>0.34706018518045312</c:v>
                </c:pt>
                <c:pt idx="29987">
                  <c:v>0.34707175925723277</c:v>
                </c:pt>
                <c:pt idx="29988">
                  <c:v>0.34708333333401242</c:v>
                </c:pt>
                <c:pt idx="29989">
                  <c:v>0.34709490740351612</c:v>
                </c:pt>
                <c:pt idx="29990">
                  <c:v>0.34710648148029577</c:v>
                </c:pt>
                <c:pt idx="29991">
                  <c:v>0.34711805554979946</c:v>
                </c:pt>
                <c:pt idx="29992">
                  <c:v>0.34712962962657912</c:v>
                </c:pt>
                <c:pt idx="29993">
                  <c:v>0.34714120370335877</c:v>
                </c:pt>
                <c:pt idx="29994">
                  <c:v>0.34715277777286246</c:v>
                </c:pt>
                <c:pt idx="29995">
                  <c:v>0.34716435184964212</c:v>
                </c:pt>
                <c:pt idx="29996">
                  <c:v>0.34717592592642177</c:v>
                </c:pt>
                <c:pt idx="29997">
                  <c:v>0.34718749999592546</c:v>
                </c:pt>
                <c:pt idx="29998">
                  <c:v>0.34719907407270512</c:v>
                </c:pt>
                <c:pt idx="29999">
                  <c:v>0.34721064814948477</c:v>
                </c:pt>
                <c:pt idx="30000">
                  <c:v>0.34722222221898846</c:v>
                </c:pt>
                <c:pt idx="30001">
                  <c:v>0.34723379629576812</c:v>
                </c:pt>
                <c:pt idx="30002">
                  <c:v>0.34724537036527181</c:v>
                </c:pt>
                <c:pt idx="30003">
                  <c:v>0.34725694444205146</c:v>
                </c:pt>
                <c:pt idx="30004">
                  <c:v>0.34726851851883112</c:v>
                </c:pt>
                <c:pt idx="30005">
                  <c:v>0.34728009258833481</c:v>
                </c:pt>
                <c:pt idx="30006">
                  <c:v>0.34729166666511446</c:v>
                </c:pt>
                <c:pt idx="30007">
                  <c:v>0.34730324074189411</c:v>
                </c:pt>
                <c:pt idx="30008">
                  <c:v>0.34731481481139781</c:v>
                </c:pt>
                <c:pt idx="30009">
                  <c:v>0.34732638888817746</c:v>
                </c:pt>
                <c:pt idx="30010">
                  <c:v>0.34733796295768116</c:v>
                </c:pt>
                <c:pt idx="30011">
                  <c:v>0.34734953703446081</c:v>
                </c:pt>
                <c:pt idx="30012">
                  <c:v>0.34736111111124046</c:v>
                </c:pt>
                <c:pt idx="30013">
                  <c:v>0.34737268518074416</c:v>
                </c:pt>
                <c:pt idx="30014">
                  <c:v>0.34738425925752381</c:v>
                </c:pt>
                <c:pt idx="30015">
                  <c:v>0.34739583333430346</c:v>
                </c:pt>
                <c:pt idx="30016">
                  <c:v>0.34740740740380716</c:v>
                </c:pt>
                <c:pt idx="30017">
                  <c:v>0.34741898148058681</c:v>
                </c:pt>
                <c:pt idx="30018">
                  <c:v>0.3474305555500905</c:v>
                </c:pt>
                <c:pt idx="30019">
                  <c:v>0.34744212962687016</c:v>
                </c:pt>
                <c:pt idx="30020">
                  <c:v>0.34745370370364981</c:v>
                </c:pt>
                <c:pt idx="30021">
                  <c:v>0.3474652777731535</c:v>
                </c:pt>
                <c:pt idx="30022">
                  <c:v>0.34747685184993315</c:v>
                </c:pt>
                <c:pt idx="30023">
                  <c:v>0.34748842592671281</c:v>
                </c:pt>
                <c:pt idx="30024">
                  <c:v>0.3474999999962165</c:v>
                </c:pt>
                <c:pt idx="30025">
                  <c:v>0.34751157407299615</c:v>
                </c:pt>
                <c:pt idx="30026">
                  <c:v>0.34752314814249985</c:v>
                </c:pt>
                <c:pt idx="30027">
                  <c:v>0.3475347222192795</c:v>
                </c:pt>
                <c:pt idx="30028">
                  <c:v>0.34754629629605915</c:v>
                </c:pt>
                <c:pt idx="30029">
                  <c:v>0.34755787036556285</c:v>
                </c:pt>
                <c:pt idx="30030">
                  <c:v>0.3475694444423425</c:v>
                </c:pt>
                <c:pt idx="30031">
                  <c:v>0.34758101851912215</c:v>
                </c:pt>
                <c:pt idx="30032">
                  <c:v>0.34759259258862585</c:v>
                </c:pt>
                <c:pt idx="30033">
                  <c:v>0.3476041666654055</c:v>
                </c:pt>
                <c:pt idx="30034">
                  <c:v>0.3476157407349092</c:v>
                </c:pt>
                <c:pt idx="30035">
                  <c:v>0.34762731481168885</c:v>
                </c:pt>
                <c:pt idx="30036">
                  <c:v>0.3476388888884685</c:v>
                </c:pt>
                <c:pt idx="30037">
                  <c:v>0.34765046295797219</c:v>
                </c:pt>
                <c:pt idx="30038">
                  <c:v>0.34766203703475185</c:v>
                </c:pt>
                <c:pt idx="30039">
                  <c:v>0.3476736111115315</c:v>
                </c:pt>
                <c:pt idx="30040">
                  <c:v>0.34768518518103519</c:v>
                </c:pt>
                <c:pt idx="30041">
                  <c:v>0.34769675925781485</c:v>
                </c:pt>
                <c:pt idx="30042">
                  <c:v>0.3477083333345945</c:v>
                </c:pt>
                <c:pt idx="30043">
                  <c:v>0.34771990740409819</c:v>
                </c:pt>
                <c:pt idx="30044">
                  <c:v>0.34773148148087785</c:v>
                </c:pt>
                <c:pt idx="30045">
                  <c:v>0.34774305555038154</c:v>
                </c:pt>
                <c:pt idx="30046">
                  <c:v>0.34775462962716119</c:v>
                </c:pt>
                <c:pt idx="30047">
                  <c:v>0.34776620370394085</c:v>
                </c:pt>
                <c:pt idx="30048">
                  <c:v>0.34777777777344454</c:v>
                </c:pt>
                <c:pt idx="30049">
                  <c:v>0.34778935185022419</c:v>
                </c:pt>
                <c:pt idx="30050">
                  <c:v>0.34780092592700385</c:v>
                </c:pt>
                <c:pt idx="30051">
                  <c:v>0.34781249999650754</c:v>
                </c:pt>
                <c:pt idx="30052">
                  <c:v>0.34782407407328719</c:v>
                </c:pt>
                <c:pt idx="30053">
                  <c:v>0.34783564814279089</c:v>
                </c:pt>
                <c:pt idx="30054">
                  <c:v>0.34784722221957054</c:v>
                </c:pt>
                <c:pt idx="30055">
                  <c:v>0.34785879629635019</c:v>
                </c:pt>
                <c:pt idx="30056">
                  <c:v>0.34787037036585389</c:v>
                </c:pt>
                <c:pt idx="30057">
                  <c:v>0.34788194444263354</c:v>
                </c:pt>
                <c:pt idx="30058">
                  <c:v>0.34789351851941319</c:v>
                </c:pt>
                <c:pt idx="30059">
                  <c:v>0.34790509258891689</c:v>
                </c:pt>
                <c:pt idx="30060">
                  <c:v>0.34791666666569654</c:v>
                </c:pt>
                <c:pt idx="30061">
                  <c:v>0.34792824073520023</c:v>
                </c:pt>
                <c:pt idx="30062">
                  <c:v>0.34793981481197989</c:v>
                </c:pt>
                <c:pt idx="30063">
                  <c:v>0.34795138888875954</c:v>
                </c:pt>
                <c:pt idx="30064">
                  <c:v>0.34796296295826323</c:v>
                </c:pt>
                <c:pt idx="30065">
                  <c:v>0.34797453703504289</c:v>
                </c:pt>
                <c:pt idx="30066">
                  <c:v>0.34798611111182254</c:v>
                </c:pt>
                <c:pt idx="30067">
                  <c:v>0.34799768518132623</c:v>
                </c:pt>
                <c:pt idx="30068">
                  <c:v>0.34800925925810589</c:v>
                </c:pt>
                <c:pt idx="30069">
                  <c:v>0.34802083332760958</c:v>
                </c:pt>
                <c:pt idx="30070">
                  <c:v>0.34803240740438923</c:v>
                </c:pt>
                <c:pt idx="30071">
                  <c:v>0.34804398148116888</c:v>
                </c:pt>
                <c:pt idx="30072">
                  <c:v>0.34805555555067258</c:v>
                </c:pt>
                <c:pt idx="30073">
                  <c:v>0.34806712962745223</c:v>
                </c:pt>
                <c:pt idx="30074">
                  <c:v>0.34807870370423188</c:v>
                </c:pt>
                <c:pt idx="30075">
                  <c:v>0.34809027777373558</c:v>
                </c:pt>
                <c:pt idx="30076">
                  <c:v>0.34810185185051523</c:v>
                </c:pt>
                <c:pt idx="30077">
                  <c:v>0.34811342592001893</c:v>
                </c:pt>
                <c:pt idx="30078">
                  <c:v>0.34812499999679858</c:v>
                </c:pt>
                <c:pt idx="30079">
                  <c:v>0.34813657407357823</c:v>
                </c:pt>
                <c:pt idx="30080">
                  <c:v>0.34814814814308193</c:v>
                </c:pt>
                <c:pt idx="30081">
                  <c:v>0.34815972221986158</c:v>
                </c:pt>
                <c:pt idx="30082">
                  <c:v>0.34817129629664123</c:v>
                </c:pt>
                <c:pt idx="30083">
                  <c:v>0.34818287036614493</c:v>
                </c:pt>
                <c:pt idx="30084">
                  <c:v>0.34819444444292458</c:v>
                </c:pt>
                <c:pt idx="30085">
                  <c:v>0.34820601851970423</c:v>
                </c:pt>
                <c:pt idx="30086">
                  <c:v>0.34821759258920792</c:v>
                </c:pt>
                <c:pt idx="30087">
                  <c:v>0.34822916666598758</c:v>
                </c:pt>
                <c:pt idx="30088">
                  <c:v>0.34824074073549127</c:v>
                </c:pt>
                <c:pt idx="30089">
                  <c:v>0.34825231481227092</c:v>
                </c:pt>
                <c:pt idx="30090">
                  <c:v>0.34826388888905058</c:v>
                </c:pt>
                <c:pt idx="30091">
                  <c:v>0.34827546295855427</c:v>
                </c:pt>
                <c:pt idx="30092">
                  <c:v>0.34828703703533392</c:v>
                </c:pt>
                <c:pt idx="30093">
                  <c:v>0.34829861111211358</c:v>
                </c:pt>
                <c:pt idx="30094">
                  <c:v>0.34831018518161727</c:v>
                </c:pt>
                <c:pt idx="30095">
                  <c:v>0.34832175925839692</c:v>
                </c:pt>
                <c:pt idx="30096">
                  <c:v>0.34833333332790062</c:v>
                </c:pt>
                <c:pt idx="30097">
                  <c:v>0.34834490740468027</c:v>
                </c:pt>
                <c:pt idx="30098">
                  <c:v>0.34835648148145992</c:v>
                </c:pt>
                <c:pt idx="30099">
                  <c:v>0.34836805555096362</c:v>
                </c:pt>
                <c:pt idx="30100">
                  <c:v>0.34837962962774327</c:v>
                </c:pt>
                <c:pt idx="30101">
                  <c:v>0.34839120370452292</c:v>
                </c:pt>
                <c:pt idx="30102">
                  <c:v>0.34840277777402662</c:v>
                </c:pt>
                <c:pt idx="30103">
                  <c:v>0.34841435185080627</c:v>
                </c:pt>
                <c:pt idx="30104">
                  <c:v>0.34842592592030996</c:v>
                </c:pt>
                <c:pt idx="30105">
                  <c:v>0.34843749999708962</c:v>
                </c:pt>
                <c:pt idx="30106">
                  <c:v>0.34844907407386927</c:v>
                </c:pt>
                <c:pt idx="30107">
                  <c:v>0.34846064814337296</c:v>
                </c:pt>
                <c:pt idx="30108">
                  <c:v>0.34847222222015262</c:v>
                </c:pt>
                <c:pt idx="30109">
                  <c:v>0.34848379629693227</c:v>
                </c:pt>
                <c:pt idx="30110">
                  <c:v>0.34849537036643596</c:v>
                </c:pt>
                <c:pt idx="30111">
                  <c:v>0.34850694444321562</c:v>
                </c:pt>
                <c:pt idx="30112">
                  <c:v>0.34851851851271931</c:v>
                </c:pt>
                <c:pt idx="30113">
                  <c:v>0.34853009258949896</c:v>
                </c:pt>
                <c:pt idx="30114">
                  <c:v>0.34854166666627862</c:v>
                </c:pt>
                <c:pt idx="30115">
                  <c:v>0.34855324073578231</c:v>
                </c:pt>
                <c:pt idx="30116">
                  <c:v>0.34856481481256196</c:v>
                </c:pt>
                <c:pt idx="30117">
                  <c:v>0.34857638888934162</c:v>
                </c:pt>
                <c:pt idx="30118">
                  <c:v>0.34858796295884531</c:v>
                </c:pt>
                <c:pt idx="30119">
                  <c:v>0.34859953703562496</c:v>
                </c:pt>
                <c:pt idx="30120">
                  <c:v>0.34861111111240461</c:v>
                </c:pt>
                <c:pt idx="30121">
                  <c:v>0.34862268518190831</c:v>
                </c:pt>
                <c:pt idx="30122">
                  <c:v>0.34863425925868796</c:v>
                </c:pt>
                <c:pt idx="30123">
                  <c:v>0.34864583332819166</c:v>
                </c:pt>
                <c:pt idx="30124">
                  <c:v>0.34865740740497131</c:v>
                </c:pt>
                <c:pt idx="30125">
                  <c:v>0.34866898148175096</c:v>
                </c:pt>
                <c:pt idx="30126">
                  <c:v>0.34868055555125466</c:v>
                </c:pt>
                <c:pt idx="30127">
                  <c:v>0.34869212962803431</c:v>
                </c:pt>
                <c:pt idx="30128">
                  <c:v>0.34870370370481396</c:v>
                </c:pt>
                <c:pt idx="30129">
                  <c:v>0.34871527777431766</c:v>
                </c:pt>
                <c:pt idx="30130">
                  <c:v>0.34872685185109731</c:v>
                </c:pt>
                <c:pt idx="30131">
                  <c:v>0.348738425920601</c:v>
                </c:pt>
                <c:pt idx="30132">
                  <c:v>0.34874999999738066</c:v>
                </c:pt>
                <c:pt idx="30133">
                  <c:v>0.34876157407416031</c:v>
                </c:pt>
                <c:pt idx="30134">
                  <c:v>0.348773148143664</c:v>
                </c:pt>
                <c:pt idx="30135">
                  <c:v>0.34878472222044365</c:v>
                </c:pt>
                <c:pt idx="30136">
                  <c:v>0.34879629629722331</c:v>
                </c:pt>
                <c:pt idx="30137">
                  <c:v>0.348807870366727</c:v>
                </c:pt>
                <c:pt idx="30138">
                  <c:v>0.34881944444350665</c:v>
                </c:pt>
                <c:pt idx="30139">
                  <c:v>0.34883101851301035</c:v>
                </c:pt>
                <c:pt idx="30140">
                  <c:v>0.34884259258979</c:v>
                </c:pt>
                <c:pt idx="30141">
                  <c:v>0.34885416666656965</c:v>
                </c:pt>
                <c:pt idx="30142">
                  <c:v>0.34886574073607335</c:v>
                </c:pt>
                <c:pt idx="30143">
                  <c:v>0.348877314812853</c:v>
                </c:pt>
                <c:pt idx="30144">
                  <c:v>0.34888888888963265</c:v>
                </c:pt>
                <c:pt idx="30145">
                  <c:v>0.34890046295913635</c:v>
                </c:pt>
                <c:pt idx="30146">
                  <c:v>0.348912037035916</c:v>
                </c:pt>
                <c:pt idx="30147">
                  <c:v>0.3489236111054197</c:v>
                </c:pt>
                <c:pt idx="30148">
                  <c:v>0.34893518518219935</c:v>
                </c:pt>
                <c:pt idx="30149">
                  <c:v>0.348946759258979</c:v>
                </c:pt>
                <c:pt idx="30150">
                  <c:v>0.34895833332848269</c:v>
                </c:pt>
                <c:pt idx="30151">
                  <c:v>0.34896990740526235</c:v>
                </c:pt>
                <c:pt idx="30152">
                  <c:v>0.348981481482042</c:v>
                </c:pt>
                <c:pt idx="30153">
                  <c:v>0.34899305555154569</c:v>
                </c:pt>
                <c:pt idx="30154">
                  <c:v>0.34900462962832535</c:v>
                </c:pt>
                <c:pt idx="30155">
                  <c:v>0.34901620369782904</c:v>
                </c:pt>
                <c:pt idx="30156">
                  <c:v>0.34902777777460869</c:v>
                </c:pt>
                <c:pt idx="30157">
                  <c:v>0.34903935185138835</c:v>
                </c:pt>
                <c:pt idx="30158">
                  <c:v>0.34905092592089204</c:v>
                </c:pt>
                <c:pt idx="30159">
                  <c:v>0.34906249999767169</c:v>
                </c:pt>
                <c:pt idx="30160">
                  <c:v>0.34907407407445135</c:v>
                </c:pt>
                <c:pt idx="30161">
                  <c:v>0.34908564814395504</c:v>
                </c:pt>
                <c:pt idx="30162">
                  <c:v>0.34909722222073469</c:v>
                </c:pt>
                <c:pt idx="30163">
                  <c:v>0.34910879629751435</c:v>
                </c:pt>
                <c:pt idx="30164">
                  <c:v>0.34912037036701804</c:v>
                </c:pt>
                <c:pt idx="30165">
                  <c:v>0.34913194444379769</c:v>
                </c:pt>
                <c:pt idx="30166">
                  <c:v>0.34914351851330139</c:v>
                </c:pt>
                <c:pt idx="30167">
                  <c:v>0.34915509259008104</c:v>
                </c:pt>
                <c:pt idx="30168">
                  <c:v>0.34916666666686069</c:v>
                </c:pt>
                <c:pt idx="30169">
                  <c:v>0.34917824073636439</c:v>
                </c:pt>
                <c:pt idx="30170">
                  <c:v>0.34918981481314404</c:v>
                </c:pt>
                <c:pt idx="30171">
                  <c:v>0.34920138888992369</c:v>
                </c:pt>
                <c:pt idx="30172">
                  <c:v>0.34921296295942739</c:v>
                </c:pt>
                <c:pt idx="30173">
                  <c:v>0.34922453703620704</c:v>
                </c:pt>
                <c:pt idx="30174">
                  <c:v>0.34923611110571073</c:v>
                </c:pt>
                <c:pt idx="30175">
                  <c:v>0.34924768518249039</c:v>
                </c:pt>
                <c:pt idx="30176">
                  <c:v>0.34925925925927004</c:v>
                </c:pt>
                <c:pt idx="30177">
                  <c:v>0.34927083332877373</c:v>
                </c:pt>
                <c:pt idx="30178">
                  <c:v>0.34928240740555339</c:v>
                </c:pt>
                <c:pt idx="30179">
                  <c:v>0.34929398148233304</c:v>
                </c:pt>
                <c:pt idx="30180">
                  <c:v>0.34930555555183673</c:v>
                </c:pt>
                <c:pt idx="30181">
                  <c:v>0.34931712962861639</c:v>
                </c:pt>
                <c:pt idx="30182">
                  <c:v>0.34932870369812008</c:v>
                </c:pt>
                <c:pt idx="30183">
                  <c:v>0.34934027777489973</c:v>
                </c:pt>
                <c:pt idx="30184">
                  <c:v>0.34935185185167938</c:v>
                </c:pt>
                <c:pt idx="30185">
                  <c:v>0.34936342592118308</c:v>
                </c:pt>
                <c:pt idx="30186">
                  <c:v>0.34937499999796273</c:v>
                </c:pt>
                <c:pt idx="30187">
                  <c:v>0.34938657407474238</c:v>
                </c:pt>
                <c:pt idx="30188">
                  <c:v>0.34939814814424608</c:v>
                </c:pt>
                <c:pt idx="30189">
                  <c:v>0.34940972222102573</c:v>
                </c:pt>
                <c:pt idx="30190">
                  <c:v>0.34942129629052943</c:v>
                </c:pt>
                <c:pt idx="30191">
                  <c:v>0.34943287036730908</c:v>
                </c:pt>
                <c:pt idx="30192">
                  <c:v>0.34944444444408873</c:v>
                </c:pt>
                <c:pt idx="30193">
                  <c:v>0.34945601851359243</c:v>
                </c:pt>
                <c:pt idx="30194">
                  <c:v>0.34946759259037208</c:v>
                </c:pt>
                <c:pt idx="30195">
                  <c:v>0.34947916666715173</c:v>
                </c:pt>
                <c:pt idx="30196">
                  <c:v>0.34949074073665543</c:v>
                </c:pt>
                <c:pt idx="30197">
                  <c:v>0.34950231481343508</c:v>
                </c:pt>
                <c:pt idx="30198">
                  <c:v>0.34951388889021473</c:v>
                </c:pt>
                <c:pt idx="30199">
                  <c:v>0.34952546295971842</c:v>
                </c:pt>
                <c:pt idx="30200">
                  <c:v>0.34953703703649808</c:v>
                </c:pt>
                <c:pt idx="30201">
                  <c:v>0.34954861110600177</c:v>
                </c:pt>
                <c:pt idx="30202">
                  <c:v>0.34956018518278142</c:v>
                </c:pt>
                <c:pt idx="30203">
                  <c:v>0.34957175925956108</c:v>
                </c:pt>
                <c:pt idx="30204">
                  <c:v>0.34958333332906477</c:v>
                </c:pt>
                <c:pt idx="30205">
                  <c:v>0.34959490740584442</c:v>
                </c:pt>
                <c:pt idx="30206">
                  <c:v>0.34960648148262408</c:v>
                </c:pt>
                <c:pt idx="30207">
                  <c:v>0.34961805555212777</c:v>
                </c:pt>
                <c:pt idx="30208">
                  <c:v>0.34962962962890742</c:v>
                </c:pt>
                <c:pt idx="30209">
                  <c:v>0.34964120369841112</c:v>
                </c:pt>
                <c:pt idx="30210">
                  <c:v>0.34965277777519077</c:v>
                </c:pt>
                <c:pt idx="30211">
                  <c:v>0.34966435185197042</c:v>
                </c:pt>
                <c:pt idx="30212">
                  <c:v>0.34967592592147412</c:v>
                </c:pt>
                <c:pt idx="30213">
                  <c:v>0.34968749999825377</c:v>
                </c:pt>
                <c:pt idx="30214">
                  <c:v>0.34969907407503342</c:v>
                </c:pt>
                <c:pt idx="30215">
                  <c:v>0.34971064814453712</c:v>
                </c:pt>
                <c:pt idx="30216">
                  <c:v>0.34972222222131677</c:v>
                </c:pt>
                <c:pt idx="30217">
                  <c:v>0.34973379629082046</c:v>
                </c:pt>
                <c:pt idx="30218">
                  <c:v>0.34974537036760012</c:v>
                </c:pt>
                <c:pt idx="30219">
                  <c:v>0.34975694444437977</c:v>
                </c:pt>
                <c:pt idx="30220">
                  <c:v>0.34976851851388346</c:v>
                </c:pt>
                <c:pt idx="30221">
                  <c:v>0.34978009259066312</c:v>
                </c:pt>
                <c:pt idx="30222">
                  <c:v>0.34979166666744277</c:v>
                </c:pt>
                <c:pt idx="30223">
                  <c:v>0.34980324073694646</c:v>
                </c:pt>
                <c:pt idx="30224">
                  <c:v>0.34981481481372612</c:v>
                </c:pt>
                <c:pt idx="30225">
                  <c:v>0.34982638888322981</c:v>
                </c:pt>
                <c:pt idx="30226">
                  <c:v>0.34983796296000946</c:v>
                </c:pt>
                <c:pt idx="30227">
                  <c:v>0.34984953703678912</c:v>
                </c:pt>
                <c:pt idx="30228">
                  <c:v>0.34986111110629281</c:v>
                </c:pt>
                <c:pt idx="30229">
                  <c:v>0.34987268518307246</c:v>
                </c:pt>
                <c:pt idx="30230">
                  <c:v>0.34988425925985212</c:v>
                </c:pt>
                <c:pt idx="30231">
                  <c:v>0.34989583332935581</c:v>
                </c:pt>
                <c:pt idx="30232">
                  <c:v>0.34990740740613546</c:v>
                </c:pt>
                <c:pt idx="30233">
                  <c:v>0.34991898147563916</c:v>
                </c:pt>
                <c:pt idx="30234">
                  <c:v>0.34993055555241881</c:v>
                </c:pt>
                <c:pt idx="30235">
                  <c:v>0.34994212962919846</c:v>
                </c:pt>
                <c:pt idx="30236">
                  <c:v>0.34995370369870216</c:v>
                </c:pt>
                <c:pt idx="30237">
                  <c:v>0.34996527777548181</c:v>
                </c:pt>
                <c:pt idx="30238">
                  <c:v>0.34997685185226146</c:v>
                </c:pt>
                <c:pt idx="30239">
                  <c:v>0.34998842592176516</c:v>
                </c:pt>
                <c:pt idx="30240">
                  <c:v>0.34999999999854481</c:v>
                </c:pt>
                <c:pt idx="30241">
                  <c:v>0.35001157407532446</c:v>
                </c:pt>
                <c:pt idx="30242">
                  <c:v>0.35002314814482816</c:v>
                </c:pt>
                <c:pt idx="30243">
                  <c:v>0.35003472222160781</c:v>
                </c:pt>
                <c:pt idx="30244">
                  <c:v>0.3500462962911115</c:v>
                </c:pt>
                <c:pt idx="30245">
                  <c:v>0.35005787036789116</c:v>
                </c:pt>
                <c:pt idx="30246">
                  <c:v>0.35006944444467081</c:v>
                </c:pt>
                <c:pt idx="30247">
                  <c:v>0.3500810185141745</c:v>
                </c:pt>
                <c:pt idx="30248">
                  <c:v>0.35009259259095415</c:v>
                </c:pt>
                <c:pt idx="30249">
                  <c:v>0.35010416666773381</c:v>
                </c:pt>
                <c:pt idx="30250">
                  <c:v>0.3501157407372375</c:v>
                </c:pt>
                <c:pt idx="30251">
                  <c:v>0.35012731481401715</c:v>
                </c:pt>
                <c:pt idx="30252">
                  <c:v>0.35013888888352085</c:v>
                </c:pt>
                <c:pt idx="30253">
                  <c:v>0.3501504629603005</c:v>
                </c:pt>
                <c:pt idx="30254">
                  <c:v>0.35016203703708015</c:v>
                </c:pt>
                <c:pt idx="30255">
                  <c:v>0.35017361110658385</c:v>
                </c:pt>
                <c:pt idx="30256">
                  <c:v>0.3501851851833635</c:v>
                </c:pt>
                <c:pt idx="30257">
                  <c:v>0.35019675926014315</c:v>
                </c:pt>
                <c:pt idx="30258">
                  <c:v>0.35020833332964685</c:v>
                </c:pt>
                <c:pt idx="30259">
                  <c:v>0.3502199074064265</c:v>
                </c:pt>
                <c:pt idx="30260">
                  <c:v>0.3502314814759302</c:v>
                </c:pt>
                <c:pt idx="30261">
                  <c:v>0.35024305555270985</c:v>
                </c:pt>
                <c:pt idx="30262">
                  <c:v>0.3502546296294895</c:v>
                </c:pt>
                <c:pt idx="30263">
                  <c:v>0.35026620369899319</c:v>
                </c:pt>
                <c:pt idx="30264">
                  <c:v>0.35027777777577285</c:v>
                </c:pt>
                <c:pt idx="30265">
                  <c:v>0.3502893518525525</c:v>
                </c:pt>
                <c:pt idx="30266">
                  <c:v>0.35030092592205619</c:v>
                </c:pt>
                <c:pt idx="30267">
                  <c:v>0.35031249999883585</c:v>
                </c:pt>
                <c:pt idx="30268">
                  <c:v>0.35032407406833954</c:v>
                </c:pt>
                <c:pt idx="30269">
                  <c:v>0.35033564814511919</c:v>
                </c:pt>
                <c:pt idx="30270">
                  <c:v>0.35034722222189885</c:v>
                </c:pt>
                <c:pt idx="30271">
                  <c:v>0.35035879629140254</c:v>
                </c:pt>
                <c:pt idx="30272">
                  <c:v>0.35037037036818219</c:v>
                </c:pt>
                <c:pt idx="30273">
                  <c:v>0.35038194444496185</c:v>
                </c:pt>
                <c:pt idx="30274">
                  <c:v>0.35039351851446554</c:v>
                </c:pt>
                <c:pt idx="30275">
                  <c:v>0.35040509259124519</c:v>
                </c:pt>
                <c:pt idx="30276">
                  <c:v>0.35041666666074889</c:v>
                </c:pt>
                <c:pt idx="30277">
                  <c:v>0.35042824073752854</c:v>
                </c:pt>
                <c:pt idx="30278">
                  <c:v>0.35043981481430819</c:v>
                </c:pt>
                <c:pt idx="30279">
                  <c:v>0.35045138888381189</c:v>
                </c:pt>
                <c:pt idx="30280">
                  <c:v>0.35046296296059154</c:v>
                </c:pt>
                <c:pt idx="30281">
                  <c:v>0.35047453703737119</c:v>
                </c:pt>
                <c:pt idx="30282">
                  <c:v>0.35048611110687489</c:v>
                </c:pt>
                <c:pt idx="30283">
                  <c:v>0.35049768518365454</c:v>
                </c:pt>
                <c:pt idx="30284">
                  <c:v>0.35050925926043419</c:v>
                </c:pt>
                <c:pt idx="30285">
                  <c:v>0.35052083332993789</c:v>
                </c:pt>
                <c:pt idx="30286">
                  <c:v>0.35053240740671754</c:v>
                </c:pt>
                <c:pt idx="30287">
                  <c:v>0.35054398147622123</c:v>
                </c:pt>
                <c:pt idx="30288">
                  <c:v>0.35055555555300089</c:v>
                </c:pt>
                <c:pt idx="30289">
                  <c:v>0.35056712962978054</c:v>
                </c:pt>
                <c:pt idx="30290">
                  <c:v>0.35057870369928423</c:v>
                </c:pt>
                <c:pt idx="30291">
                  <c:v>0.35059027777606389</c:v>
                </c:pt>
                <c:pt idx="30292">
                  <c:v>0.35060185185284354</c:v>
                </c:pt>
                <c:pt idx="30293">
                  <c:v>0.35061342592234723</c:v>
                </c:pt>
                <c:pt idx="30294">
                  <c:v>0.35062499999912689</c:v>
                </c:pt>
                <c:pt idx="30295">
                  <c:v>0.35063657406863058</c:v>
                </c:pt>
                <c:pt idx="30296">
                  <c:v>0.35064814814541023</c:v>
                </c:pt>
                <c:pt idx="30297">
                  <c:v>0.35065972222218988</c:v>
                </c:pt>
                <c:pt idx="30298">
                  <c:v>0.35067129629169358</c:v>
                </c:pt>
                <c:pt idx="30299">
                  <c:v>0.35068287036847323</c:v>
                </c:pt>
                <c:pt idx="30300">
                  <c:v>0.35069444444525288</c:v>
                </c:pt>
                <c:pt idx="30301">
                  <c:v>0.35070601851475658</c:v>
                </c:pt>
                <c:pt idx="30302">
                  <c:v>0.35071759259153623</c:v>
                </c:pt>
                <c:pt idx="30303">
                  <c:v>0.35072916666103993</c:v>
                </c:pt>
                <c:pt idx="30304">
                  <c:v>0.35074074073781958</c:v>
                </c:pt>
                <c:pt idx="30305">
                  <c:v>0.35075231481459923</c:v>
                </c:pt>
                <c:pt idx="30306">
                  <c:v>0.35076388888410293</c:v>
                </c:pt>
                <c:pt idx="30307">
                  <c:v>0.35077546296088258</c:v>
                </c:pt>
                <c:pt idx="30308">
                  <c:v>0.35078703703766223</c:v>
                </c:pt>
                <c:pt idx="30309">
                  <c:v>0.35079861110716593</c:v>
                </c:pt>
                <c:pt idx="30310">
                  <c:v>0.35081018518394558</c:v>
                </c:pt>
                <c:pt idx="30311">
                  <c:v>0.35082175925344927</c:v>
                </c:pt>
                <c:pt idx="30312">
                  <c:v>0.35083333333022892</c:v>
                </c:pt>
                <c:pt idx="30313">
                  <c:v>0.35084490740700858</c:v>
                </c:pt>
                <c:pt idx="30314">
                  <c:v>0.35085648147651227</c:v>
                </c:pt>
                <c:pt idx="30315">
                  <c:v>0.35086805555329192</c:v>
                </c:pt>
                <c:pt idx="30316">
                  <c:v>0.35087962963007158</c:v>
                </c:pt>
                <c:pt idx="30317">
                  <c:v>0.35089120369957527</c:v>
                </c:pt>
                <c:pt idx="30318">
                  <c:v>0.35090277777635492</c:v>
                </c:pt>
                <c:pt idx="30319">
                  <c:v>0.35091435185313458</c:v>
                </c:pt>
                <c:pt idx="30320">
                  <c:v>0.35092592592263827</c:v>
                </c:pt>
                <c:pt idx="30321">
                  <c:v>0.35093749999941792</c:v>
                </c:pt>
                <c:pt idx="30322">
                  <c:v>0.35094907406892162</c:v>
                </c:pt>
                <c:pt idx="30323">
                  <c:v>0.35096064814570127</c:v>
                </c:pt>
                <c:pt idx="30324">
                  <c:v>0.35097222222248092</c:v>
                </c:pt>
                <c:pt idx="30325">
                  <c:v>0.35098379629198462</c:v>
                </c:pt>
                <c:pt idx="30326">
                  <c:v>0.35099537036876427</c:v>
                </c:pt>
                <c:pt idx="30327">
                  <c:v>0.35100694444554392</c:v>
                </c:pt>
                <c:pt idx="30328">
                  <c:v>0.35101851851504762</c:v>
                </c:pt>
                <c:pt idx="30329">
                  <c:v>0.35103009259182727</c:v>
                </c:pt>
                <c:pt idx="30330">
                  <c:v>0.35104166666133096</c:v>
                </c:pt>
                <c:pt idx="30331">
                  <c:v>0.35105324073811062</c:v>
                </c:pt>
                <c:pt idx="30332">
                  <c:v>0.35106481481489027</c:v>
                </c:pt>
                <c:pt idx="30333">
                  <c:v>0.35107638888439396</c:v>
                </c:pt>
                <c:pt idx="30334">
                  <c:v>0.35108796296117362</c:v>
                </c:pt>
                <c:pt idx="30335">
                  <c:v>0.35109953703795327</c:v>
                </c:pt>
                <c:pt idx="30336">
                  <c:v>0.35111111110745696</c:v>
                </c:pt>
                <c:pt idx="30337">
                  <c:v>0.35112268518423662</c:v>
                </c:pt>
                <c:pt idx="30338">
                  <c:v>0.35113425925374031</c:v>
                </c:pt>
                <c:pt idx="30339">
                  <c:v>0.35114583333051996</c:v>
                </c:pt>
                <c:pt idx="30340">
                  <c:v>0.35115740740729962</c:v>
                </c:pt>
                <c:pt idx="30341">
                  <c:v>0.35116898147680331</c:v>
                </c:pt>
                <c:pt idx="30342">
                  <c:v>0.35118055555358296</c:v>
                </c:pt>
                <c:pt idx="30343">
                  <c:v>0.35119212963036261</c:v>
                </c:pt>
                <c:pt idx="30344">
                  <c:v>0.35120370369986631</c:v>
                </c:pt>
                <c:pt idx="30345">
                  <c:v>0.35121527777664596</c:v>
                </c:pt>
                <c:pt idx="30346">
                  <c:v>0.35122685184614966</c:v>
                </c:pt>
                <c:pt idx="30347">
                  <c:v>0.35123842592292931</c:v>
                </c:pt>
                <c:pt idx="30348">
                  <c:v>0.35124999999970896</c:v>
                </c:pt>
                <c:pt idx="30349">
                  <c:v>0.35126157406921266</c:v>
                </c:pt>
                <c:pt idx="30350">
                  <c:v>0.35127314814599231</c:v>
                </c:pt>
                <c:pt idx="30351">
                  <c:v>0.35128472222277196</c:v>
                </c:pt>
                <c:pt idx="30352">
                  <c:v>0.35129629629227566</c:v>
                </c:pt>
                <c:pt idx="30353">
                  <c:v>0.35130787036905531</c:v>
                </c:pt>
                <c:pt idx="30354">
                  <c:v>0.351319444438559</c:v>
                </c:pt>
                <c:pt idx="30355">
                  <c:v>0.35133101851533866</c:v>
                </c:pt>
                <c:pt idx="30356">
                  <c:v>0.35134259259211831</c:v>
                </c:pt>
                <c:pt idx="30357">
                  <c:v>0.351354166661622</c:v>
                </c:pt>
                <c:pt idx="30358">
                  <c:v>0.35136574073840166</c:v>
                </c:pt>
                <c:pt idx="30359">
                  <c:v>0.35137731481518131</c:v>
                </c:pt>
                <c:pt idx="30360">
                  <c:v>0.351388888884685</c:v>
                </c:pt>
                <c:pt idx="30361">
                  <c:v>0.35140046296146465</c:v>
                </c:pt>
                <c:pt idx="30362">
                  <c:v>0.35141203703824431</c:v>
                </c:pt>
                <c:pt idx="30363">
                  <c:v>0.351423611107748</c:v>
                </c:pt>
                <c:pt idx="30364">
                  <c:v>0.35143518518452765</c:v>
                </c:pt>
                <c:pt idx="30365">
                  <c:v>0.35144675925403135</c:v>
                </c:pt>
                <c:pt idx="30366">
                  <c:v>0.351458333330811</c:v>
                </c:pt>
                <c:pt idx="30367">
                  <c:v>0.35146990740759065</c:v>
                </c:pt>
                <c:pt idx="30368">
                  <c:v>0.35148148147709435</c:v>
                </c:pt>
                <c:pt idx="30369">
                  <c:v>0.351493055553874</c:v>
                </c:pt>
                <c:pt idx="30370">
                  <c:v>0.35150462963065365</c:v>
                </c:pt>
                <c:pt idx="30371">
                  <c:v>0.35151620370015735</c:v>
                </c:pt>
                <c:pt idx="30372">
                  <c:v>0.351527777776937</c:v>
                </c:pt>
                <c:pt idx="30373">
                  <c:v>0.3515393518464407</c:v>
                </c:pt>
                <c:pt idx="30374">
                  <c:v>0.35155092592322035</c:v>
                </c:pt>
                <c:pt idx="30375">
                  <c:v>0.3515625</c:v>
                </c:pt>
                <c:pt idx="30376">
                  <c:v>0.35157407406950369</c:v>
                </c:pt>
                <c:pt idx="30377">
                  <c:v>0.35158564814628335</c:v>
                </c:pt>
                <c:pt idx="30378">
                  <c:v>0.351597222223063</c:v>
                </c:pt>
                <c:pt idx="30379">
                  <c:v>0.35160879629256669</c:v>
                </c:pt>
                <c:pt idx="30380">
                  <c:v>0.35162037036934635</c:v>
                </c:pt>
                <c:pt idx="30381">
                  <c:v>0.35163194443885004</c:v>
                </c:pt>
                <c:pt idx="30382">
                  <c:v>0.35164351851562969</c:v>
                </c:pt>
                <c:pt idx="30383">
                  <c:v>0.35165509259240935</c:v>
                </c:pt>
                <c:pt idx="30384">
                  <c:v>0.35166666666191304</c:v>
                </c:pt>
                <c:pt idx="30385">
                  <c:v>0.35167824073869269</c:v>
                </c:pt>
                <c:pt idx="30386">
                  <c:v>0.35168981481547235</c:v>
                </c:pt>
                <c:pt idx="30387">
                  <c:v>0.35170138888497604</c:v>
                </c:pt>
                <c:pt idx="30388">
                  <c:v>0.35171296296175569</c:v>
                </c:pt>
                <c:pt idx="30389">
                  <c:v>0.35172453703125939</c:v>
                </c:pt>
                <c:pt idx="30390">
                  <c:v>0.35173611110803904</c:v>
                </c:pt>
                <c:pt idx="30391">
                  <c:v>0.35174768518481869</c:v>
                </c:pt>
                <c:pt idx="30392">
                  <c:v>0.35175925925432239</c:v>
                </c:pt>
                <c:pt idx="30393">
                  <c:v>0.35177083333110204</c:v>
                </c:pt>
                <c:pt idx="30394">
                  <c:v>0.35178240740788169</c:v>
                </c:pt>
                <c:pt idx="30395">
                  <c:v>0.35179398147738539</c:v>
                </c:pt>
                <c:pt idx="30396">
                  <c:v>0.35180555555416504</c:v>
                </c:pt>
                <c:pt idx="30397">
                  <c:v>0.35181712963094469</c:v>
                </c:pt>
                <c:pt idx="30398">
                  <c:v>0.35182870370044839</c:v>
                </c:pt>
                <c:pt idx="30399">
                  <c:v>0.35184027777722804</c:v>
                </c:pt>
                <c:pt idx="30400">
                  <c:v>0.35185185184673173</c:v>
                </c:pt>
                <c:pt idx="30401">
                  <c:v>0.35186342592351139</c:v>
                </c:pt>
                <c:pt idx="30402">
                  <c:v>0.35187500000029104</c:v>
                </c:pt>
                <c:pt idx="30403">
                  <c:v>0.35188657406979473</c:v>
                </c:pt>
                <c:pt idx="30404">
                  <c:v>0.35189814814657439</c:v>
                </c:pt>
                <c:pt idx="30405">
                  <c:v>0.35190972222335404</c:v>
                </c:pt>
                <c:pt idx="30406">
                  <c:v>0.35192129629285773</c:v>
                </c:pt>
                <c:pt idx="30407">
                  <c:v>0.35193287036963739</c:v>
                </c:pt>
                <c:pt idx="30408">
                  <c:v>0.35194444443914108</c:v>
                </c:pt>
                <c:pt idx="30409">
                  <c:v>0.35195601851592073</c:v>
                </c:pt>
                <c:pt idx="30410">
                  <c:v>0.35196759259270038</c:v>
                </c:pt>
                <c:pt idx="30411">
                  <c:v>0.35197916666220408</c:v>
                </c:pt>
                <c:pt idx="30412">
                  <c:v>0.35199074073898373</c:v>
                </c:pt>
                <c:pt idx="30413">
                  <c:v>0.35200231481576338</c:v>
                </c:pt>
                <c:pt idx="30414">
                  <c:v>0.35201388888526708</c:v>
                </c:pt>
                <c:pt idx="30415">
                  <c:v>0.35202546296204673</c:v>
                </c:pt>
                <c:pt idx="30416">
                  <c:v>0.35203703703155043</c:v>
                </c:pt>
                <c:pt idx="30417">
                  <c:v>0.35204861110833008</c:v>
                </c:pt>
                <c:pt idx="30418">
                  <c:v>0.35206018518510973</c:v>
                </c:pt>
                <c:pt idx="30419">
                  <c:v>0.35207175925461343</c:v>
                </c:pt>
                <c:pt idx="30420">
                  <c:v>0.35208333333139308</c:v>
                </c:pt>
                <c:pt idx="30421">
                  <c:v>0.35209490740817273</c:v>
                </c:pt>
                <c:pt idx="30422">
                  <c:v>0.35210648147767643</c:v>
                </c:pt>
                <c:pt idx="30423">
                  <c:v>0.35211805555445608</c:v>
                </c:pt>
                <c:pt idx="30424">
                  <c:v>0.35212962962395977</c:v>
                </c:pt>
                <c:pt idx="30425">
                  <c:v>0.35214120370073942</c:v>
                </c:pt>
                <c:pt idx="30426">
                  <c:v>0.35215277777751908</c:v>
                </c:pt>
                <c:pt idx="30427">
                  <c:v>0.35216435184702277</c:v>
                </c:pt>
                <c:pt idx="30428">
                  <c:v>0.35217592592380242</c:v>
                </c:pt>
                <c:pt idx="30429">
                  <c:v>0.35218750000058208</c:v>
                </c:pt>
                <c:pt idx="30430">
                  <c:v>0.35219907407008577</c:v>
                </c:pt>
                <c:pt idx="30431">
                  <c:v>0.35221064814686542</c:v>
                </c:pt>
                <c:pt idx="30432">
                  <c:v>0.35222222221636912</c:v>
                </c:pt>
                <c:pt idx="30433">
                  <c:v>0.35223379629314877</c:v>
                </c:pt>
                <c:pt idx="30434">
                  <c:v>0.35224537036992842</c:v>
                </c:pt>
                <c:pt idx="30435">
                  <c:v>0.35225694443943212</c:v>
                </c:pt>
                <c:pt idx="30436">
                  <c:v>0.35226851851621177</c:v>
                </c:pt>
                <c:pt idx="30437">
                  <c:v>0.35228009259299142</c:v>
                </c:pt>
                <c:pt idx="30438">
                  <c:v>0.35229166666249512</c:v>
                </c:pt>
                <c:pt idx="30439">
                  <c:v>0.35230324073927477</c:v>
                </c:pt>
                <c:pt idx="30440">
                  <c:v>0.35231481481605442</c:v>
                </c:pt>
                <c:pt idx="30441">
                  <c:v>0.35232638888555812</c:v>
                </c:pt>
                <c:pt idx="30442">
                  <c:v>0.35233796296233777</c:v>
                </c:pt>
                <c:pt idx="30443">
                  <c:v>0.35234953703184146</c:v>
                </c:pt>
                <c:pt idx="30444">
                  <c:v>0.35236111110862112</c:v>
                </c:pt>
                <c:pt idx="30445">
                  <c:v>0.35237268518540077</c:v>
                </c:pt>
                <c:pt idx="30446">
                  <c:v>0.35238425925490446</c:v>
                </c:pt>
                <c:pt idx="30447">
                  <c:v>0.35239583333168412</c:v>
                </c:pt>
                <c:pt idx="30448">
                  <c:v>0.35240740740846377</c:v>
                </c:pt>
                <c:pt idx="30449">
                  <c:v>0.35241898147796746</c:v>
                </c:pt>
                <c:pt idx="30450">
                  <c:v>0.35243055555474712</c:v>
                </c:pt>
                <c:pt idx="30451">
                  <c:v>0.35244212962425081</c:v>
                </c:pt>
                <c:pt idx="30452">
                  <c:v>0.35245370370103046</c:v>
                </c:pt>
                <c:pt idx="30453">
                  <c:v>0.35246527777781012</c:v>
                </c:pt>
                <c:pt idx="30454">
                  <c:v>0.35247685184731381</c:v>
                </c:pt>
                <c:pt idx="30455">
                  <c:v>0.35248842592409346</c:v>
                </c:pt>
                <c:pt idx="30456">
                  <c:v>0.35250000000087311</c:v>
                </c:pt>
                <c:pt idx="30457">
                  <c:v>0.35251157407037681</c:v>
                </c:pt>
                <c:pt idx="30458">
                  <c:v>0.35252314814715646</c:v>
                </c:pt>
                <c:pt idx="30459">
                  <c:v>0.35253472221666016</c:v>
                </c:pt>
                <c:pt idx="30460">
                  <c:v>0.35254629629343981</c:v>
                </c:pt>
                <c:pt idx="30461">
                  <c:v>0.35255787037021946</c:v>
                </c:pt>
                <c:pt idx="30462">
                  <c:v>0.35256944443972316</c:v>
                </c:pt>
                <c:pt idx="30463">
                  <c:v>0.35258101851650281</c:v>
                </c:pt>
                <c:pt idx="30464">
                  <c:v>0.35259259259328246</c:v>
                </c:pt>
                <c:pt idx="30465">
                  <c:v>0.35260416666278616</c:v>
                </c:pt>
                <c:pt idx="30466">
                  <c:v>0.35261574073956581</c:v>
                </c:pt>
                <c:pt idx="30467">
                  <c:v>0.3526273148090695</c:v>
                </c:pt>
                <c:pt idx="30468">
                  <c:v>0.35263888888584916</c:v>
                </c:pt>
                <c:pt idx="30469">
                  <c:v>0.35265046296262881</c:v>
                </c:pt>
                <c:pt idx="30470">
                  <c:v>0.3526620370321325</c:v>
                </c:pt>
                <c:pt idx="30471">
                  <c:v>0.35267361110891216</c:v>
                </c:pt>
                <c:pt idx="30472">
                  <c:v>0.35268518518569181</c:v>
                </c:pt>
                <c:pt idx="30473">
                  <c:v>0.3526967592551955</c:v>
                </c:pt>
                <c:pt idx="30474">
                  <c:v>0.35270833333197515</c:v>
                </c:pt>
                <c:pt idx="30475">
                  <c:v>0.35271990740147885</c:v>
                </c:pt>
                <c:pt idx="30476">
                  <c:v>0.3527314814782585</c:v>
                </c:pt>
                <c:pt idx="30477">
                  <c:v>0.35274305555503815</c:v>
                </c:pt>
                <c:pt idx="30478">
                  <c:v>0.35275462962454185</c:v>
                </c:pt>
                <c:pt idx="30479">
                  <c:v>0.3527662037013215</c:v>
                </c:pt>
                <c:pt idx="30480">
                  <c:v>0.35277777777810115</c:v>
                </c:pt>
                <c:pt idx="30481">
                  <c:v>0.35278935184760485</c:v>
                </c:pt>
                <c:pt idx="30482">
                  <c:v>0.3528009259243845</c:v>
                </c:pt>
                <c:pt idx="30483">
                  <c:v>0.35281250000116415</c:v>
                </c:pt>
                <c:pt idx="30484">
                  <c:v>0.35282407407066785</c:v>
                </c:pt>
                <c:pt idx="30485">
                  <c:v>0.3528356481474475</c:v>
                </c:pt>
                <c:pt idx="30486">
                  <c:v>0.3528472222169512</c:v>
                </c:pt>
                <c:pt idx="30487">
                  <c:v>0.35285879629373085</c:v>
                </c:pt>
                <c:pt idx="30488">
                  <c:v>0.3528703703705105</c:v>
                </c:pt>
                <c:pt idx="30489">
                  <c:v>0.35288194444001419</c:v>
                </c:pt>
                <c:pt idx="30490">
                  <c:v>0.35289351851679385</c:v>
                </c:pt>
                <c:pt idx="30491">
                  <c:v>0.3529050925935735</c:v>
                </c:pt>
                <c:pt idx="30492">
                  <c:v>0.35291666666307719</c:v>
                </c:pt>
                <c:pt idx="30493">
                  <c:v>0.35292824073985685</c:v>
                </c:pt>
                <c:pt idx="30494">
                  <c:v>0.35293981480936054</c:v>
                </c:pt>
                <c:pt idx="30495">
                  <c:v>0.35295138888614019</c:v>
                </c:pt>
                <c:pt idx="30496">
                  <c:v>0.35296296296291985</c:v>
                </c:pt>
                <c:pt idx="30497">
                  <c:v>0.35297453703242354</c:v>
                </c:pt>
                <c:pt idx="30498">
                  <c:v>0.35298611110920319</c:v>
                </c:pt>
                <c:pt idx="30499">
                  <c:v>0.35299768518598285</c:v>
                </c:pt>
                <c:pt idx="30500">
                  <c:v>0.35300925925548654</c:v>
                </c:pt>
                <c:pt idx="30501">
                  <c:v>0.35302083333226619</c:v>
                </c:pt>
                <c:pt idx="30502">
                  <c:v>0.35303240740176989</c:v>
                </c:pt>
                <c:pt idx="30503">
                  <c:v>0.35304398147854954</c:v>
                </c:pt>
                <c:pt idx="30504">
                  <c:v>0.35305555555532919</c:v>
                </c:pt>
                <c:pt idx="30505">
                  <c:v>0.35306712962483289</c:v>
                </c:pt>
                <c:pt idx="30506">
                  <c:v>0.35307870370161254</c:v>
                </c:pt>
                <c:pt idx="30507">
                  <c:v>0.35309027777839219</c:v>
                </c:pt>
                <c:pt idx="30508">
                  <c:v>0.35310185184789589</c:v>
                </c:pt>
                <c:pt idx="30509">
                  <c:v>0.35311342592467554</c:v>
                </c:pt>
                <c:pt idx="30510">
                  <c:v>0.35312499999417923</c:v>
                </c:pt>
                <c:pt idx="30511">
                  <c:v>0.35313657407095889</c:v>
                </c:pt>
                <c:pt idx="30512">
                  <c:v>0.35314814814773854</c:v>
                </c:pt>
                <c:pt idx="30513">
                  <c:v>0.35315972221724223</c:v>
                </c:pt>
                <c:pt idx="30514">
                  <c:v>0.35317129629402189</c:v>
                </c:pt>
                <c:pt idx="30515">
                  <c:v>0.35318287037080154</c:v>
                </c:pt>
                <c:pt idx="30516">
                  <c:v>0.35319444444030523</c:v>
                </c:pt>
                <c:pt idx="30517">
                  <c:v>0.35320601851708489</c:v>
                </c:pt>
                <c:pt idx="30518">
                  <c:v>0.35321759259386454</c:v>
                </c:pt>
                <c:pt idx="30519">
                  <c:v>0.35322916666336823</c:v>
                </c:pt>
                <c:pt idx="30520">
                  <c:v>0.35324074074014788</c:v>
                </c:pt>
                <c:pt idx="30521">
                  <c:v>0.35325231480965158</c:v>
                </c:pt>
                <c:pt idx="30522">
                  <c:v>0.35326388888643123</c:v>
                </c:pt>
                <c:pt idx="30523">
                  <c:v>0.35327546296321088</c:v>
                </c:pt>
                <c:pt idx="30524">
                  <c:v>0.35328703703271458</c:v>
                </c:pt>
                <c:pt idx="30525">
                  <c:v>0.35329861110949423</c:v>
                </c:pt>
                <c:pt idx="30526">
                  <c:v>0.35331018518627388</c:v>
                </c:pt>
                <c:pt idx="30527">
                  <c:v>0.35332175925577758</c:v>
                </c:pt>
                <c:pt idx="30528">
                  <c:v>0.35333333333255723</c:v>
                </c:pt>
                <c:pt idx="30529">
                  <c:v>0.35334490740206093</c:v>
                </c:pt>
                <c:pt idx="30530">
                  <c:v>0.35335648147884058</c:v>
                </c:pt>
                <c:pt idx="30531">
                  <c:v>0.35336805555562023</c:v>
                </c:pt>
                <c:pt idx="30532">
                  <c:v>0.35337962962512393</c:v>
                </c:pt>
                <c:pt idx="30533">
                  <c:v>0.35339120370190358</c:v>
                </c:pt>
                <c:pt idx="30534">
                  <c:v>0.35340277777868323</c:v>
                </c:pt>
                <c:pt idx="30535">
                  <c:v>0.35341435184818693</c:v>
                </c:pt>
                <c:pt idx="30536">
                  <c:v>0.35342592592496658</c:v>
                </c:pt>
                <c:pt idx="30537">
                  <c:v>0.35343749999447027</c:v>
                </c:pt>
                <c:pt idx="30538">
                  <c:v>0.35344907407124992</c:v>
                </c:pt>
                <c:pt idx="30539">
                  <c:v>0.35346064814802958</c:v>
                </c:pt>
                <c:pt idx="30540">
                  <c:v>0.35347222221753327</c:v>
                </c:pt>
                <c:pt idx="30541">
                  <c:v>0.35348379629431292</c:v>
                </c:pt>
                <c:pt idx="30542">
                  <c:v>0.35349537037109258</c:v>
                </c:pt>
                <c:pt idx="30543">
                  <c:v>0.35350694444059627</c:v>
                </c:pt>
                <c:pt idx="30544">
                  <c:v>0.35351851851737592</c:v>
                </c:pt>
                <c:pt idx="30545">
                  <c:v>0.35353009258687962</c:v>
                </c:pt>
                <c:pt idx="30546">
                  <c:v>0.35354166666365927</c:v>
                </c:pt>
                <c:pt idx="30547">
                  <c:v>0.35355324074043892</c:v>
                </c:pt>
                <c:pt idx="30548">
                  <c:v>0.35356481480994262</c:v>
                </c:pt>
                <c:pt idx="30549">
                  <c:v>0.35357638888672227</c:v>
                </c:pt>
                <c:pt idx="30550">
                  <c:v>0.35358796296350192</c:v>
                </c:pt>
                <c:pt idx="30551">
                  <c:v>0.35359953703300562</c:v>
                </c:pt>
                <c:pt idx="30552">
                  <c:v>0.35361111110978527</c:v>
                </c:pt>
                <c:pt idx="30553">
                  <c:v>0.35362268517928896</c:v>
                </c:pt>
                <c:pt idx="30554">
                  <c:v>0.35363425925606862</c:v>
                </c:pt>
                <c:pt idx="30555">
                  <c:v>0.35364583333284827</c:v>
                </c:pt>
                <c:pt idx="30556">
                  <c:v>0.35365740740235196</c:v>
                </c:pt>
                <c:pt idx="30557">
                  <c:v>0.35366898147913162</c:v>
                </c:pt>
                <c:pt idx="30558">
                  <c:v>0.35368055555591127</c:v>
                </c:pt>
                <c:pt idx="30559">
                  <c:v>0.35369212962541496</c:v>
                </c:pt>
                <c:pt idx="30560">
                  <c:v>0.35370370370219462</c:v>
                </c:pt>
                <c:pt idx="30561">
                  <c:v>0.35371527777897427</c:v>
                </c:pt>
                <c:pt idx="30562">
                  <c:v>0.35372685184847796</c:v>
                </c:pt>
                <c:pt idx="30563">
                  <c:v>0.35373842592525762</c:v>
                </c:pt>
                <c:pt idx="30564">
                  <c:v>0.35374999999476131</c:v>
                </c:pt>
                <c:pt idx="30565">
                  <c:v>0.35376157407154096</c:v>
                </c:pt>
                <c:pt idx="30566">
                  <c:v>0.35377314814832062</c:v>
                </c:pt>
                <c:pt idx="30567">
                  <c:v>0.35378472221782431</c:v>
                </c:pt>
                <c:pt idx="30568">
                  <c:v>0.35379629629460396</c:v>
                </c:pt>
                <c:pt idx="30569">
                  <c:v>0.35380787037138361</c:v>
                </c:pt>
                <c:pt idx="30570">
                  <c:v>0.35381944444088731</c:v>
                </c:pt>
                <c:pt idx="30571">
                  <c:v>0.35383101851766696</c:v>
                </c:pt>
                <c:pt idx="30572">
                  <c:v>0.35384259258717066</c:v>
                </c:pt>
                <c:pt idx="30573">
                  <c:v>0.35385416666395031</c:v>
                </c:pt>
                <c:pt idx="30574">
                  <c:v>0.35386574074072996</c:v>
                </c:pt>
                <c:pt idx="30575">
                  <c:v>0.35387731481023366</c:v>
                </c:pt>
                <c:pt idx="30576">
                  <c:v>0.35388888888701331</c:v>
                </c:pt>
                <c:pt idx="30577">
                  <c:v>0.35390046296379296</c:v>
                </c:pt>
                <c:pt idx="30578">
                  <c:v>0.35391203703329666</c:v>
                </c:pt>
                <c:pt idx="30579">
                  <c:v>0.35392361111007631</c:v>
                </c:pt>
                <c:pt idx="30580">
                  <c:v>0.35393518517958</c:v>
                </c:pt>
                <c:pt idx="30581">
                  <c:v>0.35394675925635966</c:v>
                </c:pt>
                <c:pt idx="30582">
                  <c:v>0.35395833333313931</c:v>
                </c:pt>
                <c:pt idx="30583">
                  <c:v>0.353969907402643</c:v>
                </c:pt>
                <c:pt idx="30584">
                  <c:v>0.35398148147942265</c:v>
                </c:pt>
                <c:pt idx="30585">
                  <c:v>0.35399305555620231</c:v>
                </c:pt>
                <c:pt idx="30586">
                  <c:v>0.354004629625706</c:v>
                </c:pt>
                <c:pt idx="30587">
                  <c:v>0.35401620370248565</c:v>
                </c:pt>
                <c:pt idx="30588">
                  <c:v>0.35402777777198935</c:v>
                </c:pt>
                <c:pt idx="30589">
                  <c:v>0.354039351848769</c:v>
                </c:pt>
                <c:pt idx="30590">
                  <c:v>0.35405092592554865</c:v>
                </c:pt>
                <c:pt idx="30591">
                  <c:v>0.35406249999505235</c:v>
                </c:pt>
                <c:pt idx="30592">
                  <c:v>0.354074074071832</c:v>
                </c:pt>
                <c:pt idx="30593">
                  <c:v>0.35408564814861165</c:v>
                </c:pt>
                <c:pt idx="30594">
                  <c:v>0.35409722221811535</c:v>
                </c:pt>
                <c:pt idx="30595">
                  <c:v>0.354108796294895</c:v>
                </c:pt>
                <c:pt idx="30596">
                  <c:v>0.35412037037167465</c:v>
                </c:pt>
                <c:pt idx="30597">
                  <c:v>0.35413194444117835</c:v>
                </c:pt>
                <c:pt idx="30598">
                  <c:v>0.354143518517958</c:v>
                </c:pt>
                <c:pt idx="30599">
                  <c:v>0.3541550925874617</c:v>
                </c:pt>
                <c:pt idx="30600">
                  <c:v>0.35416666666424135</c:v>
                </c:pt>
                <c:pt idx="30601">
                  <c:v>0.354178240741021</c:v>
                </c:pt>
                <c:pt idx="30602">
                  <c:v>0.35418981481052469</c:v>
                </c:pt>
                <c:pt idx="30603">
                  <c:v>0.35420138888730435</c:v>
                </c:pt>
                <c:pt idx="30604">
                  <c:v>0.354212962964084</c:v>
                </c:pt>
                <c:pt idx="30605">
                  <c:v>0.35422453703358769</c:v>
                </c:pt>
                <c:pt idx="30606">
                  <c:v>0.35423611111036735</c:v>
                </c:pt>
                <c:pt idx="30607">
                  <c:v>0.35424768517987104</c:v>
                </c:pt>
                <c:pt idx="30608">
                  <c:v>0.35425925925665069</c:v>
                </c:pt>
                <c:pt idx="30609">
                  <c:v>0.35427083333343035</c:v>
                </c:pt>
                <c:pt idx="30610">
                  <c:v>0.35428240740293404</c:v>
                </c:pt>
                <c:pt idx="30611">
                  <c:v>0.35429398147971369</c:v>
                </c:pt>
                <c:pt idx="30612">
                  <c:v>0.35430555555649335</c:v>
                </c:pt>
                <c:pt idx="30613">
                  <c:v>0.35431712962599704</c:v>
                </c:pt>
                <c:pt idx="30614">
                  <c:v>0.35432870370277669</c:v>
                </c:pt>
                <c:pt idx="30615">
                  <c:v>0.35434027777228039</c:v>
                </c:pt>
                <c:pt idx="30616">
                  <c:v>0.35435185184906004</c:v>
                </c:pt>
                <c:pt idx="30617">
                  <c:v>0.35436342592583969</c:v>
                </c:pt>
                <c:pt idx="30618">
                  <c:v>0.35437499999534339</c:v>
                </c:pt>
                <c:pt idx="30619">
                  <c:v>0.35438657407212304</c:v>
                </c:pt>
                <c:pt idx="30620">
                  <c:v>0.35439814814890269</c:v>
                </c:pt>
                <c:pt idx="30621">
                  <c:v>0.35440972221840639</c:v>
                </c:pt>
                <c:pt idx="30622">
                  <c:v>0.35442129629518604</c:v>
                </c:pt>
                <c:pt idx="30623">
                  <c:v>0.35443287036468973</c:v>
                </c:pt>
                <c:pt idx="30624">
                  <c:v>0.35444444444146939</c:v>
                </c:pt>
                <c:pt idx="30625">
                  <c:v>0.35445601851824904</c:v>
                </c:pt>
                <c:pt idx="30626">
                  <c:v>0.35446759258775273</c:v>
                </c:pt>
                <c:pt idx="30627">
                  <c:v>0.35447916666453239</c:v>
                </c:pt>
                <c:pt idx="30628">
                  <c:v>0.35449074074131204</c:v>
                </c:pt>
                <c:pt idx="30629">
                  <c:v>0.35450231481081573</c:v>
                </c:pt>
                <c:pt idx="30630">
                  <c:v>0.35451388888759539</c:v>
                </c:pt>
                <c:pt idx="30631">
                  <c:v>0.35452546295709908</c:v>
                </c:pt>
                <c:pt idx="30632">
                  <c:v>0.35453703703387873</c:v>
                </c:pt>
                <c:pt idx="30633">
                  <c:v>0.35454861111065838</c:v>
                </c:pt>
                <c:pt idx="30634">
                  <c:v>0.35456018518016208</c:v>
                </c:pt>
                <c:pt idx="30635">
                  <c:v>0.35457175925694173</c:v>
                </c:pt>
                <c:pt idx="30636">
                  <c:v>0.35458333333372138</c:v>
                </c:pt>
                <c:pt idx="30637">
                  <c:v>0.35459490740322508</c:v>
                </c:pt>
                <c:pt idx="30638">
                  <c:v>0.35460648148000473</c:v>
                </c:pt>
                <c:pt idx="30639">
                  <c:v>0.35461805555678438</c:v>
                </c:pt>
                <c:pt idx="30640">
                  <c:v>0.35462962962628808</c:v>
                </c:pt>
                <c:pt idx="30641">
                  <c:v>0.35464120370306773</c:v>
                </c:pt>
                <c:pt idx="30642">
                  <c:v>0.35465277777257143</c:v>
                </c:pt>
                <c:pt idx="30643">
                  <c:v>0.35466435184935108</c:v>
                </c:pt>
                <c:pt idx="30644">
                  <c:v>0.35467592592613073</c:v>
                </c:pt>
                <c:pt idx="30645">
                  <c:v>0.35468749999563443</c:v>
                </c:pt>
                <c:pt idx="30646">
                  <c:v>0.35469907407241408</c:v>
                </c:pt>
                <c:pt idx="30647">
                  <c:v>0.35471064814919373</c:v>
                </c:pt>
                <c:pt idx="30648">
                  <c:v>0.35472222221869742</c:v>
                </c:pt>
                <c:pt idx="30649">
                  <c:v>0.35473379629547708</c:v>
                </c:pt>
                <c:pt idx="30650">
                  <c:v>0.35474537036498077</c:v>
                </c:pt>
                <c:pt idx="30651">
                  <c:v>0.35475694444176042</c:v>
                </c:pt>
                <c:pt idx="30652">
                  <c:v>0.35476851851854008</c:v>
                </c:pt>
                <c:pt idx="30653">
                  <c:v>0.35478009258804377</c:v>
                </c:pt>
                <c:pt idx="30654">
                  <c:v>0.35479166666482342</c:v>
                </c:pt>
                <c:pt idx="30655">
                  <c:v>0.35480324074160308</c:v>
                </c:pt>
                <c:pt idx="30656">
                  <c:v>0.35481481481110677</c:v>
                </c:pt>
                <c:pt idx="30657">
                  <c:v>0.35482638888788642</c:v>
                </c:pt>
                <c:pt idx="30658">
                  <c:v>0.35483796295739012</c:v>
                </c:pt>
                <c:pt idx="30659">
                  <c:v>0.35484953703416977</c:v>
                </c:pt>
                <c:pt idx="30660">
                  <c:v>0.35486111111094942</c:v>
                </c:pt>
                <c:pt idx="30661">
                  <c:v>0.35487268518045312</c:v>
                </c:pt>
                <c:pt idx="30662">
                  <c:v>0.35488425925723277</c:v>
                </c:pt>
                <c:pt idx="30663">
                  <c:v>0.35489583333401242</c:v>
                </c:pt>
                <c:pt idx="30664">
                  <c:v>0.35490740740351612</c:v>
                </c:pt>
                <c:pt idx="30665">
                  <c:v>0.35491898148029577</c:v>
                </c:pt>
                <c:pt idx="30666">
                  <c:v>0.35493055554979946</c:v>
                </c:pt>
                <c:pt idx="30667">
                  <c:v>0.35494212962657912</c:v>
                </c:pt>
                <c:pt idx="30668">
                  <c:v>0.35495370370335877</c:v>
                </c:pt>
                <c:pt idx="30669">
                  <c:v>0.35496527777286246</c:v>
                </c:pt>
                <c:pt idx="30670">
                  <c:v>0.35497685184964212</c:v>
                </c:pt>
                <c:pt idx="30671">
                  <c:v>0.35498842592642177</c:v>
                </c:pt>
                <c:pt idx="30672">
                  <c:v>0.35499999999592546</c:v>
                </c:pt>
                <c:pt idx="30673">
                  <c:v>0.35501157407270512</c:v>
                </c:pt>
                <c:pt idx="30674">
                  <c:v>0.35502314814948477</c:v>
                </c:pt>
                <c:pt idx="30675">
                  <c:v>0.35503472221898846</c:v>
                </c:pt>
                <c:pt idx="30676">
                  <c:v>0.35504629629576812</c:v>
                </c:pt>
                <c:pt idx="30677">
                  <c:v>0.35505787036527181</c:v>
                </c:pt>
                <c:pt idx="30678">
                  <c:v>0.35506944444205146</c:v>
                </c:pt>
                <c:pt idx="30679">
                  <c:v>0.35508101851883112</c:v>
                </c:pt>
                <c:pt idx="30680">
                  <c:v>0.35509259258833481</c:v>
                </c:pt>
                <c:pt idx="30681">
                  <c:v>0.35510416666511446</c:v>
                </c:pt>
                <c:pt idx="30682">
                  <c:v>0.35511574074189411</c:v>
                </c:pt>
                <c:pt idx="30683">
                  <c:v>0.35512731481139781</c:v>
                </c:pt>
                <c:pt idx="30684">
                  <c:v>0.35513888888817746</c:v>
                </c:pt>
                <c:pt idx="30685">
                  <c:v>0.35515046295768116</c:v>
                </c:pt>
                <c:pt idx="30686">
                  <c:v>0.35516203703446081</c:v>
                </c:pt>
                <c:pt idx="30687">
                  <c:v>0.35517361111124046</c:v>
                </c:pt>
                <c:pt idx="30688">
                  <c:v>0.35518518518074416</c:v>
                </c:pt>
                <c:pt idx="30689">
                  <c:v>0.35519675925752381</c:v>
                </c:pt>
                <c:pt idx="30690">
                  <c:v>0.35520833333430346</c:v>
                </c:pt>
                <c:pt idx="30691">
                  <c:v>0.35521990740380716</c:v>
                </c:pt>
                <c:pt idx="30692">
                  <c:v>0.35523148148058681</c:v>
                </c:pt>
                <c:pt idx="30693">
                  <c:v>0.3552430555500905</c:v>
                </c:pt>
                <c:pt idx="30694">
                  <c:v>0.35525462962687016</c:v>
                </c:pt>
                <c:pt idx="30695">
                  <c:v>0.35526620370364981</c:v>
                </c:pt>
                <c:pt idx="30696">
                  <c:v>0.3552777777731535</c:v>
                </c:pt>
                <c:pt idx="30697">
                  <c:v>0.35528935184993315</c:v>
                </c:pt>
                <c:pt idx="30698">
                  <c:v>0.35530092592671281</c:v>
                </c:pt>
                <c:pt idx="30699">
                  <c:v>0.3553124999962165</c:v>
                </c:pt>
                <c:pt idx="30700">
                  <c:v>0.35532407407299615</c:v>
                </c:pt>
                <c:pt idx="30701">
                  <c:v>0.35533564814249985</c:v>
                </c:pt>
                <c:pt idx="30702">
                  <c:v>0.3553472222192795</c:v>
                </c:pt>
                <c:pt idx="30703">
                  <c:v>0.35535879629605915</c:v>
                </c:pt>
                <c:pt idx="30704">
                  <c:v>0.35537037036556285</c:v>
                </c:pt>
                <c:pt idx="30705">
                  <c:v>0.3553819444423425</c:v>
                </c:pt>
                <c:pt idx="30706">
                  <c:v>0.35539351851912215</c:v>
                </c:pt>
                <c:pt idx="30707">
                  <c:v>0.35540509258862585</c:v>
                </c:pt>
                <c:pt idx="30708">
                  <c:v>0.3554166666654055</c:v>
                </c:pt>
                <c:pt idx="30709">
                  <c:v>0.3554282407349092</c:v>
                </c:pt>
                <c:pt idx="30710">
                  <c:v>0.35543981481168885</c:v>
                </c:pt>
                <c:pt idx="30711">
                  <c:v>0.3554513888884685</c:v>
                </c:pt>
                <c:pt idx="30712">
                  <c:v>0.35546296295797219</c:v>
                </c:pt>
                <c:pt idx="30713">
                  <c:v>0.35547453703475185</c:v>
                </c:pt>
                <c:pt idx="30714">
                  <c:v>0.3554861111115315</c:v>
                </c:pt>
                <c:pt idx="30715">
                  <c:v>0.35549768518103519</c:v>
                </c:pt>
                <c:pt idx="30716">
                  <c:v>0.35550925925781485</c:v>
                </c:pt>
                <c:pt idx="30717">
                  <c:v>0.3555208333345945</c:v>
                </c:pt>
                <c:pt idx="30718">
                  <c:v>0.35553240740409819</c:v>
                </c:pt>
                <c:pt idx="30719">
                  <c:v>0.35554398148087785</c:v>
                </c:pt>
                <c:pt idx="30720">
                  <c:v>0.35555555555038154</c:v>
                </c:pt>
                <c:pt idx="30721">
                  <c:v>0.35556712962716119</c:v>
                </c:pt>
                <c:pt idx="30722">
                  <c:v>0.35557870370394085</c:v>
                </c:pt>
                <c:pt idx="30723">
                  <c:v>0.35559027777344454</c:v>
                </c:pt>
                <c:pt idx="30724">
                  <c:v>0.35560185185022419</c:v>
                </c:pt>
                <c:pt idx="30725">
                  <c:v>0.35561342592700385</c:v>
                </c:pt>
                <c:pt idx="30726">
                  <c:v>0.35562499999650754</c:v>
                </c:pt>
                <c:pt idx="30727">
                  <c:v>0.35563657407328719</c:v>
                </c:pt>
                <c:pt idx="30728">
                  <c:v>0.35564814814279089</c:v>
                </c:pt>
                <c:pt idx="30729">
                  <c:v>0.35565972221957054</c:v>
                </c:pt>
                <c:pt idx="30730">
                  <c:v>0.35567129629635019</c:v>
                </c:pt>
                <c:pt idx="30731">
                  <c:v>0.35568287036585389</c:v>
                </c:pt>
                <c:pt idx="30732">
                  <c:v>0.35569444444263354</c:v>
                </c:pt>
                <c:pt idx="30733">
                  <c:v>0.35570601851941319</c:v>
                </c:pt>
                <c:pt idx="30734">
                  <c:v>0.35571759258891689</c:v>
                </c:pt>
                <c:pt idx="30735">
                  <c:v>0.35572916666569654</c:v>
                </c:pt>
                <c:pt idx="30736">
                  <c:v>0.35574074073520023</c:v>
                </c:pt>
                <c:pt idx="30737">
                  <c:v>0.35575231481197989</c:v>
                </c:pt>
                <c:pt idx="30738">
                  <c:v>0.35576388888875954</c:v>
                </c:pt>
                <c:pt idx="30739">
                  <c:v>0.35577546295826323</c:v>
                </c:pt>
                <c:pt idx="30740">
                  <c:v>0.35578703703504289</c:v>
                </c:pt>
                <c:pt idx="30741">
                  <c:v>0.35579861111182254</c:v>
                </c:pt>
                <c:pt idx="30742">
                  <c:v>0.35581018518132623</c:v>
                </c:pt>
                <c:pt idx="30743">
                  <c:v>0.35582175925810589</c:v>
                </c:pt>
                <c:pt idx="30744">
                  <c:v>0.35583333332760958</c:v>
                </c:pt>
                <c:pt idx="30745">
                  <c:v>0.35584490740438923</c:v>
                </c:pt>
                <c:pt idx="30746">
                  <c:v>0.35585648148116888</c:v>
                </c:pt>
                <c:pt idx="30747">
                  <c:v>0.35586805555067258</c:v>
                </c:pt>
                <c:pt idx="30748">
                  <c:v>0.35587962962745223</c:v>
                </c:pt>
                <c:pt idx="30749">
                  <c:v>0.35589120370423188</c:v>
                </c:pt>
                <c:pt idx="30750">
                  <c:v>0.35590277777373558</c:v>
                </c:pt>
                <c:pt idx="30751">
                  <c:v>0.35591435185051523</c:v>
                </c:pt>
                <c:pt idx="30752">
                  <c:v>0.35592592592001893</c:v>
                </c:pt>
                <c:pt idx="30753">
                  <c:v>0.35593749999679858</c:v>
                </c:pt>
                <c:pt idx="30754">
                  <c:v>0.35594907407357823</c:v>
                </c:pt>
                <c:pt idx="30755">
                  <c:v>0.35596064814308193</c:v>
                </c:pt>
                <c:pt idx="30756">
                  <c:v>0.35597222221986158</c:v>
                </c:pt>
                <c:pt idx="30757">
                  <c:v>0.35598379629664123</c:v>
                </c:pt>
                <c:pt idx="30758">
                  <c:v>0.35599537036614493</c:v>
                </c:pt>
                <c:pt idx="30759">
                  <c:v>0.35600694444292458</c:v>
                </c:pt>
                <c:pt idx="30760">
                  <c:v>0.35601851851970423</c:v>
                </c:pt>
                <c:pt idx="30761">
                  <c:v>0.35603009258920792</c:v>
                </c:pt>
                <c:pt idx="30762">
                  <c:v>0.35604166666598758</c:v>
                </c:pt>
                <c:pt idx="30763">
                  <c:v>0.35605324073549127</c:v>
                </c:pt>
                <c:pt idx="30764">
                  <c:v>0.35606481481227092</c:v>
                </c:pt>
                <c:pt idx="30765">
                  <c:v>0.35607638888905058</c:v>
                </c:pt>
                <c:pt idx="30766">
                  <c:v>0.35608796295855427</c:v>
                </c:pt>
                <c:pt idx="30767">
                  <c:v>0.35609953703533392</c:v>
                </c:pt>
                <c:pt idx="30768">
                  <c:v>0.35611111111211358</c:v>
                </c:pt>
                <c:pt idx="30769">
                  <c:v>0.35612268518161727</c:v>
                </c:pt>
                <c:pt idx="30770">
                  <c:v>0.35613425925839692</c:v>
                </c:pt>
                <c:pt idx="30771">
                  <c:v>0.35614583332790062</c:v>
                </c:pt>
                <c:pt idx="30772">
                  <c:v>0.35615740740468027</c:v>
                </c:pt>
                <c:pt idx="30773">
                  <c:v>0.35616898148145992</c:v>
                </c:pt>
                <c:pt idx="30774">
                  <c:v>0.35618055555096362</c:v>
                </c:pt>
                <c:pt idx="30775">
                  <c:v>0.35619212962774327</c:v>
                </c:pt>
                <c:pt idx="30776">
                  <c:v>0.35620370370452292</c:v>
                </c:pt>
                <c:pt idx="30777">
                  <c:v>0.35621527777402662</c:v>
                </c:pt>
                <c:pt idx="30778">
                  <c:v>0.35622685185080627</c:v>
                </c:pt>
                <c:pt idx="30779">
                  <c:v>0.35623842592030996</c:v>
                </c:pt>
                <c:pt idx="30780">
                  <c:v>0.35624999999708962</c:v>
                </c:pt>
                <c:pt idx="30781">
                  <c:v>0.35626157407386927</c:v>
                </c:pt>
                <c:pt idx="30782">
                  <c:v>0.35627314814337296</c:v>
                </c:pt>
                <c:pt idx="30783">
                  <c:v>0.35628472222015262</c:v>
                </c:pt>
                <c:pt idx="30784">
                  <c:v>0.35629629629693227</c:v>
                </c:pt>
                <c:pt idx="30785">
                  <c:v>0.35630787036643596</c:v>
                </c:pt>
                <c:pt idx="30786">
                  <c:v>0.35631944444321562</c:v>
                </c:pt>
                <c:pt idx="30787">
                  <c:v>0.35633101851271931</c:v>
                </c:pt>
                <c:pt idx="30788">
                  <c:v>0.35634259258949896</c:v>
                </c:pt>
                <c:pt idx="30789">
                  <c:v>0.35635416666627862</c:v>
                </c:pt>
                <c:pt idx="30790">
                  <c:v>0.35636574073578231</c:v>
                </c:pt>
                <c:pt idx="30791">
                  <c:v>0.35637731481256196</c:v>
                </c:pt>
                <c:pt idx="30792">
                  <c:v>0.35638888888934162</c:v>
                </c:pt>
                <c:pt idx="30793">
                  <c:v>0.35640046295884531</c:v>
                </c:pt>
                <c:pt idx="30794">
                  <c:v>0.35641203703562496</c:v>
                </c:pt>
                <c:pt idx="30795">
                  <c:v>0.35642361111240461</c:v>
                </c:pt>
                <c:pt idx="30796">
                  <c:v>0.35643518518190831</c:v>
                </c:pt>
                <c:pt idx="30797">
                  <c:v>0.35644675925868796</c:v>
                </c:pt>
                <c:pt idx="30798">
                  <c:v>0.35645833332819166</c:v>
                </c:pt>
                <c:pt idx="30799">
                  <c:v>0.35646990740497131</c:v>
                </c:pt>
                <c:pt idx="30800">
                  <c:v>0.35648148148175096</c:v>
                </c:pt>
                <c:pt idx="30801">
                  <c:v>0.35649305555125466</c:v>
                </c:pt>
                <c:pt idx="30802">
                  <c:v>0.35650462962803431</c:v>
                </c:pt>
                <c:pt idx="30803">
                  <c:v>0.35651620370481396</c:v>
                </c:pt>
                <c:pt idx="30804">
                  <c:v>0.35652777777431766</c:v>
                </c:pt>
                <c:pt idx="30805">
                  <c:v>0.35653935185109731</c:v>
                </c:pt>
                <c:pt idx="30806">
                  <c:v>0.356550925920601</c:v>
                </c:pt>
                <c:pt idx="30807">
                  <c:v>0.35656249999738066</c:v>
                </c:pt>
                <c:pt idx="30808">
                  <c:v>0.35657407407416031</c:v>
                </c:pt>
                <c:pt idx="30809">
                  <c:v>0.356585648143664</c:v>
                </c:pt>
                <c:pt idx="30810">
                  <c:v>0.35659722222044365</c:v>
                </c:pt>
                <c:pt idx="30811">
                  <c:v>0.35660879629722331</c:v>
                </c:pt>
                <c:pt idx="30812">
                  <c:v>0.356620370366727</c:v>
                </c:pt>
                <c:pt idx="30813">
                  <c:v>0.35663194444350665</c:v>
                </c:pt>
                <c:pt idx="30814">
                  <c:v>0.35664351851301035</c:v>
                </c:pt>
                <c:pt idx="30815">
                  <c:v>0.35665509258979</c:v>
                </c:pt>
                <c:pt idx="30816">
                  <c:v>0.35666666666656965</c:v>
                </c:pt>
                <c:pt idx="30817">
                  <c:v>0.35667824073607335</c:v>
                </c:pt>
                <c:pt idx="30818">
                  <c:v>0.356689814812853</c:v>
                </c:pt>
                <c:pt idx="30819">
                  <c:v>0.35670138888963265</c:v>
                </c:pt>
                <c:pt idx="30820">
                  <c:v>0.35671296295913635</c:v>
                </c:pt>
                <c:pt idx="30821">
                  <c:v>0.356724537035916</c:v>
                </c:pt>
                <c:pt idx="30822">
                  <c:v>0.3567361111054197</c:v>
                </c:pt>
                <c:pt idx="30823">
                  <c:v>0.35674768518219935</c:v>
                </c:pt>
                <c:pt idx="30824">
                  <c:v>0.356759259258979</c:v>
                </c:pt>
                <c:pt idx="30825">
                  <c:v>0.35677083332848269</c:v>
                </c:pt>
                <c:pt idx="30826">
                  <c:v>0.35678240740526235</c:v>
                </c:pt>
                <c:pt idx="30827">
                  <c:v>0.356793981482042</c:v>
                </c:pt>
                <c:pt idx="30828">
                  <c:v>0.35680555555154569</c:v>
                </c:pt>
                <c:pt idx="30829">
                  <c:v>0.35681712962832535</c:v>
                </c:pt>
                <c:pt idx="30830">
                  <c:v>0.35682870369782904</c:v>
                </c:pt>
                <c:pt idx="30831">
                  <c:v>0.35684027777460869</c:v>
                </c:pt>
                <c:pt idx="30832">
                  <c:v>0.35685185185138835</c:v>
                </c:pt>
                <c:pt idx="30833">
                  <c:v>0.35686342592089204</c:v>
                </c:pt>
                <c:pt idx="30834">
                  <c:v>0.35687499999767169</c:v>
                </c:pt>
                <c:pt idx="30835">
                  <c:v>0.35688657407445135</c:v>
                </c:pt>
                <c:pt idx="30836">
                  <c:v>0.35689814814395504</c:v>
                </c:pt>
                <c:pt idx="30837">
                  <c:v>0.35690972222073469</c:v>
                </c:pt>
                <c:pt idx="30838">
                  <c:v>0.35692129629751435</c:v>
                </c:pt>
                <c:pt idx="30839">
                  <c:v>0.35693287036701804</c:v>
                </c:pt>
                <c:pt idx="30840">
                  <c:v>0.35694444444379769</c:v>
                </c:pt>
                <c:pt idx="30841">
                  <c:v>0.35695601851330139</c:v>
                </c:pt>
                <c:pt idx="30842">
                  <c:v>0.35696759259008104</c:v>
                </c:pt>
                <c:pt idx="30843">
                  <c:v>0.35697916666686069</c:v>
                </c:pt>
                <c:pt idx="30844">
                  <c:v>0.35699074073636439</c:v>
                </c:pt>
                <c:pt idx="30845">
                  <c:v>0.35700231481314404</c:v>
                </c:pt>
                <c:pt idx="30846">
                  <c:v>0.35701388888992369</c:v>
                </c:pt>
                <c:pt idx="30847">
                  <c:v>0.35702546295942739</c:v>
                </c:pt>
                <c:pt idx="30848">
                  <c:v>0.35703703703620704</c:v>
                </c:pt>
                <c:pt idx="30849">
                  <c:v>0.35704861110571073</c:v>
                </c:pt>
                <c:pt idx="30850">
                  <c:v>0.35706018518249039</c:v>
                </c:pt>
                <c:pt idx="30851">
                  <c:v>0.35707175925927004</c:v>
                </c:pt>
                <c:pt idx="30852">
                  <c:v>0.35708333332877373</c:v>
                </c:pt>
                <c:pt idx="30853">
                  <c:v>0.35709490740555339</c:v>
                </c:pt>
                <c:pt idx="30854">
                  <c:v>0.35710648148233304</c:v>
                </c:pt>
                <c:pt idx="30855">
                  <c:v>0.35711805555183673</c:v>
                </c:pt>
                <c:pt idx="30856">
                  <c:v>0.35712962962861639</c:v>
                </c:pt>
                <c:pt idx="30857">
                  <c:v>0.35714120369812008</c:v>
                </c:pt>
                <c:pt idx="30858">
                  <c:v>0.35715277777489973</c:v>
                </c:pt>
                <c:pt idx="30859">
                  <c:v>0.35716435185167938</c:v>
                </c:pt>
                <c:pt idx="30860">
                  <c:v>0.35717592592118308</c:v>
                </c:pt>
                <c:pt idx="30861">
                  <c:v>0.35718749999796273</c:v>
                </c:pt>
                <c:pt idx="30862">
                  <c:v>0.35719907407474238</c:v>
                </c:pt>
                <c:pt idx="30863">
                  <c:v>0.35721064814424608</c:v>
                </c:pt>
                <c:pt idx="30864">
                  <c:v>0.35722222222102573</c:v>
                </c:pt>
                <c:pt idx="30865">
                  <c:v>0.35723379629052943</c:v>
                </c:pt>
                <c:pt idx="30866">
                  <c:v>0.35724537036730908</c:v>
                </c:pt>
                <c:pt idx="30867">
                  <c:v>0.35725694444408873</c:v>
                </c:pt>
                <c:pt idx="30868">
                  <c:v>0.35726851851359243</c:v>
                </c:pt>
                <c:pt idx="30869">
                  <c:v>0.35728009259037208</c:v>
                </c:pt>
                <c:pt idx="30870">
                  <c:v>0.35729166666715173</c:v>
                </c:pt>
                <c:pt idx="30871">
                  <c:v>0.35730324073665543</c:v>
                </c:pt>
                <c:pt idx="30872">
                  <c:v>0.35731481481343508</c:v>
                </c:pt>
                <c:pt idx="30873">
                  <c:v>0.35732638889021473</c:v>
                </c:pt>
                <c:pt idx="30874">
                  <c:v>0.35733796295971842</c:v>
                </c:pt>
                <c:pt idx="30875">
                  <c:v>0.35734953703649808</c:v>
                </c:pt>
                <c:pt idx="30876">
                  <c:v>0.35736111110600177</c:v>
                </c:pt>
                <c:pt idx="30877">
                  <c:v>0.35737268518278142</c:v>
                </c:pt>
                <c:pt idx="30878">
                  <c:v>0.35738425925956108</c:v>
                </c:pt>
                <c:pt idx="30879">
                  <c:v>0.35739583332906477</c:v>
                </c:pt>
                <c:pt idx="30880">
                  <c:v>0.35740740740584442</c:v>
                </c:pt>
                <c:pt idx="30881">
                  <c:v>0.35741898148262408</c:v>
                </c:pt>
                <c:pt idx="30882">
                  <c:v>0.35743055555212777</c:v>
                </c:pt>
                <c:pt idx="30883">
                  <c:v>0.35744212962890742</c:v>
                </c:pt>
                <c:pt idx="30884">
                  <c:v>0.35745370369841112</c:v>
                </c:pt>
                <c:pt idx="30885">
                  <c:v>0.35746527777519077</c:v>
                </c:pt>
                <c:pt idx="30886">
                  <c:v>0.35747685185197042</c:v>
                </c:pt>
                <c:pt idx="30887">
                  <c:v>0.35748842592147412</c:v>
                </c:pt>
                <c:pt idx="30888">
                  <c:v>0.35749999999825377</c:v>
                </c:pt>
                <c:pt idx="30889">
                  <c:v>0.35751157407503342</c:v>
                </c:pt>
                <c:pt idx="30890">
                  <c:v>0.35752314814453712</c:v>
                </c:pt>
                <c:pt idx="30891">
                  <c:v>0.35753472222131677</c:v>
                </c:pt>
                <c:pt idx="30892">
                  <c:v>0.35754629629082046</c:v>
                </c:pt>
                <c:pt idx="30893">
                  <c:v>0.35755787036760012</c:v>
                </c:pt>
                <c:pt idx="30894">
                  <c:v>0.35756944444437977</c:v>
                </c:pt>
                <c:pt idx="30895">
                  <c:v>0.35758101851388346</c:v>
                </c:pt>
                <c:pt idx="30896">
                  <c:v>0.35759259259066312</c:v>
                </c:pt>
                <c:pt idx="30897">
                  <c:v>0.35760416666744277</c:v>
                </c:pt>
                <c:pt idx="30898">
                  <c:v>0.35761574073694646</c:v>
                </c:pt>
                <c:pt idx="30899">
                  <c:v>0.35762731481372612</c:v>
                </c:pt>
                <c:pt idx="30900">
                  <c:v>0.35763888888322981</c:v>
                </c:pt>
                <c:pt idx="30901">
                  <c:v>0.35765046296000946</c:v>
                </c:pt>
                <c:pt idx="30902">
                  <c:v>0.35766203703678912</c:v>
                </c:pt>
                <c:pt idx="30903">
                  <c:v>0.35767361110629281</c:v>
                </c:pt>
                <c:pt idx="30904">
                  <c:v>0.35768518518307246</c:v>
                </c:pt>
                <c:pt idx="30905">
                  <c:v>0.35769675925985212</c:v>
                </c:pt>
                <c:pt idx="30906">
                  <c:v>0.35770833332935581</c:v>
                </c:pt>
                <c:pt idx="30907">
                  <c:v>0.35771990740613546</c:v>
                </c:pt>
                <c:pt idx="30908">
                  <c:v>0.35773148147563916</c:v>
                </c:pt>
                <c:pt idx="30909">
                  <c:v>0.35774305555241881</c:v>
                </c:pt>
                <c:pt idx="30910">
                  <c:v>0.35775462962919846</c:v>
                </c:pt>
                <c:pt idx="30911">
                  <c:v>0.35776620369870216</c:v>
                </c:pt>
                <c:pt idx="30912">
                  <c:v>0.35777777777548181</c:v>
                </c:pt>
                <c:pt idx="30913">
                  <c:v>0.35778935185226146</c:v>
                </c:pt>
                <c:pt idx="30914">
                  <c:v>0.35780092592176516</c:v>
                </c:pt>
                <c:pt idx="30915">
                  <c:v>0.35781249999854481</c:v>
                </c:pt>
                <c:pt idx="30916">
                  <c:v>0.35782407407532446</c:v>
                </c:pt>
                <c:pt idx="30917">
                  <c:v>0.35783564814482816</c:v>
                </c:pt>
                <c:pt idx="30918">
                  <c:v>0.35784722222160781</c:v>
                </c:pt>
                <c:pt idx="30919">
                  <c:v>0.3578587962911115</c:v>
                </c:pt>
                <c:pt idx="30920">
                  <c:v>0.35787037036789116</c:v>
                </c:pt>
                <c:pt idx="30921">
                  <c:v>0.35788194444467081</c:v>
                </c:pt>
                <c:pt idx="30922">
                  <c:v>0.3578935185141745</c:v>
                </c:pt>
                <c:pt idx="30923">
                  <c:v>0.35790509259095415</c:v>
                </c:pt>
                <c:pt idx="30924">
                  <c:v>0.35791666666773381</c:v>
                </c:pt>
                <c:pt idx="30925">
                  <c:v>0.3579282407372375</c:v>
                </c:pt>
                <c:pt idx="30926">
                  <c:v>0.35793981481401715</c:v>
                </c:pt>
                <c:pt idx="30927">
                  <c:v>0.35795138888352085</c:v>
                </c:pt>
                <c:pt idx="30928">
                  <c:v>0.3579629629603005</c:v>
                </c:pt>
                <c:pt idx="30929">
                  <c:v>0.35797453703708015</c:v>
                </c:pt>
                <c:pt idx="30930">
                  <c:v>0.35798611110658385</c:v>
                </c:pt>
                <c:pt idx="30931">
                  <c:v>0.3579976851833635</c:v>
                </c:pt>
                <c:pt idx="30932">
                  <c:v>0.35800925926014315</c:v>
                </c:pt>
                <c:pt idx="30933">
                  <c:v>0.35802083332964685</c:v>
                </c:pt>
                <c:pt idx="30934">
                  <c:v>0.3580324074064265</c:v>
                </c:pt>
                <c:pt idx="30935">
                  <c:v>0.3580439814759302</c:v>
                </c:pt>
                <c:pt idx="30936">
                  <c:v>0.35805555555270985</c:v>
                </c:pt>
                <c:pt idx="30937">
                  <c:v>0.3580671296294895</c:v>
                </c:pt>
                <c:pt idx="30938">
                  <c:v>0.35807870369899319</c:v>
                </c:pt>
                <c:pt idx="30939">
                  <c:v>0.35809027777577285</c:v>
                </c:pt>
                <c:pt idx="30940">
                  <c:v>0.3581018518525525</c:v>
                </c:pt>
                <c:pt idx="30941">
                  <c:v>0.35811342592205619</c:v>
                </c:pt>
                <c:pt idx="30942">
                  <c:v>0.35812499999883585</c:v>
                </c:pt>
                <c:pt idx="30943">
                  <c:v>0.35813657406833954</c:v>
                </c:pt>
                <c:pt idx="30944">
                  <c:v>0.35814814814511919</c:v>
                </c:pt>
                <c:pt idx="30945">
                  <c:v>0.35815972222189885</c:v>
                </c:pt>
                <c:pt idx="30946">
                  <c:v>0.35817129629140254</c:v>
                </c:pt>
                <c:pt idx="30947">
                  <c:v>0.35818287036818219</c:v>
                </c:pt>
                <c:pt idx="30948">
                  <c:v>0.35819444444496185</c:v>
                </c:pt>
                <c:pt idx="30949">
                  <c:v>0.35820601851446554</c:v>
                </c:pt>
                <c:pt idx="30950">
                  <c:v>0.35821759259124519</c:v>
                </c:pt>
                <c:pt idx="30951">
                  <c:v>0.35822916666074889</c:v>
                </c:pt>
                <c:pt idx="30952">
                  <c:v>0.35824074073752854</c:v>
                </c:pt>
                <c:pt idx="30953">
                  <c:v>0.35825231481430819</c:v>
                </c:pt>
                <c:pt idx="30954">
                  <c:v>0.35826388888381189</c:v>
                </c:pt>
                <c:pt idx="30955">
                  <c:v>0.35827546296059154</c:v>
                </c:pt>
                <c:pt idx="30956">
                  <c:v>0.35828703703737119</c:v>
                </c:pt>
                <c:pt idx="30957">
                  <c:v>0.35829861110687489</c:v>
                </c:pt>
                <c:pt idx="30958">
                  <c:v>0.35831018518365454</c:v>
                </c:pt>
                <c:pt idx="30959">
                  <c:v>0.35832175926043419</c:v>
                </c:pt>
                <c:pt idx="30960">
                  <c:v>0.35833333332993789</c:v>
                </c:pt>
                <c:pt idx="30961">
                  <c:v>0.35834490740671754</c:v>
                </c:pt>
                <c:pt idx="30962">
                  <c:v>0.35835648147622123</c:v>
                </c:pt>
                <c:pt idx="30963">
                  <c:v>0.35836805555300089</c:v>
                </c:pt>
                <c:pt idx="30964">
                  <c:v>0.35837962962978054</c:v>
                </c:pt>
                <c:pt idx="30965">
                  <c:v>0.35839120369928423</c:v>
                </c:pt>
                <c:pt idx="30966">
                  <c:v>0.35840277777606389</c:v>
                </c:pt>
                <c:pt idx="30967">
                  <c:v>0.35841435185284354</c:v>
                </c:pt>
                <c:pt idx="30968">
                  <c:v>0.35842592592234723</c:v>
                </c:pt>
                <c:pt idx="30969">
                  <c:v>0.35843749999912689</c:v>
                </c:pt>
                <c:pt idx="30970">
                  <c:v>0.35844907406863058</c:v>
                </c:pt>
                <c:pt idx="30971">
                  <c:v>0.35846064814541023</c:v>
                </c:pt>
                <c:pt idx="30972">
                  <c:v>0.35847222222218988</c:v>
                </c:pt>
                <c:pt idx="30973">
                  <c:v>0.35848379629169358</c:v>
                </c:pt>
                <c:pt idx="30974">
                  <c:v>0.35849537036847323</c:v>
                </c:pt>
                <c:pt idx="30975">
                  <c:v>0.35850694444525288</c:v>
                </c:pt>
                <c:pt idx="30976">
                  <c:v>0.35851851851475658</c:v>
                </c:pt>
                <c:pt idx="30977">
                  <c:v>0.35853009259153623</c:v>
                </c:pt>
                <c:pt idx="30978">
                  <c:v>0.35854166666103993</c:v>
                </c:pt>
                <c:pt idx="30979">
                  <c:v>0.35855324073781958</c:v>
                </c:pt>
                <c:pt idx="30980">
                  <c:v>0.35856481481459923</c:v>
                </c:pt>
                <c:pt idx="30981">
                  <c:v>0.35857638888410293</c:v>
                </c:pt>
                <c:pt idx="30982">
                  <c:v>0.35858796296088258</c:v>
                </c:pt>
                <c:pt idx="30983">
                  <c:v>0.35859953703766223</c:v>
                </c:pt>
                <c:pt idx="30984">
                  <c:v>0.35861111110716593</c:v>
                </c:pt>
                <c:pt idx="30985">
                  <c:v>0.35862268518394558</c:v>
                </c:pt>
                <c:pt idx="30986">
                  <c:v>0.35863425925344927</c:v>
                </c:pt>
                <c:pt idx="30987">
                  <c:v>0.35864583333022892</c:v>
                </c:pt>
                <c:pt idx="30988">
                  <c:v>0.35865740740700858</c:v>
                </c:pt>
                <c:pt idx="30989">
                  <c:v>0.35866898147651227</c:v>
                </c:pt>
                <c:pt idx="30990">
                  <c:v>0.35868055555329192</c:v>
                </c:pt>
                <c:pt idx="30991">
                  <c:v>0.35869212963007158</c:v>
                </c:pt>
                <c:pt idx="30992">
                  <c:v>0.35870370369957527</c:v>
                </c:pt>
                <c:pt idx="30993">
                  <c:v>0.35871527777635492</c:v>
                </c:pt>
                <c:pt idx="30994">
                  <c:v>0.35872685185313458</c:v>
                </c:pt>
                <c:pt idx="30995">
                  <c:v>0.35873842592263827</c:v>
                </c:pt>
                <c:pt idx="30996">
                  <c:v>0.35874999999941792</c:v>
                </c:pt>
                <c:pt idx="30997">
                  <c:v>0.35876157406892162</c:v>
                </c:pt>
                <c:pt idx="30998">
                  <c:v>0.35877314814570127</c:v>
                </c:pt>
                <c:pt idx="30999">
                  <c:v>0.35878472222248092</c:v>
                </c:pt>
                <c:pt idx="31000">
                  <c:v>0.35879629629198462</c:v>
                </c:pt>
                <c:pt idx="31001">
                  <c:v>0.35880787036876427</c:v>
                </c:pt>
                <c:pt idx="31002">
                  <c:v>0.35881944444554392</c:v>
                </c:pt>
                <c:pt idx="31003">
                  <c:v>0.35883101851504762</c:v>
                </c:pt>
                <c:pt idx="31004">
                  <c:v>0.35884259259182727</c:v>
                </c:pt>
                <c:pt idx="31005">
                  <c:v>0.35885416666133096</c:v>
                </c:pt>
                <c:pt idx="31006">
                  <c:v>0.35886574073811062</c:v>
                </c:pt>
                <c:pt idx="31007">
                  <c:v>0.35887731481489027</c:v>
                </c:pt>
                <c:pt idx="31008">
                  <c:v>0.35888888888439396</c:v>
                </c:pt>
                <c:pt idx="31009">
                  <c:v>0.35890046296117362</c:v>
                </c:pt>
                <c:pt idx="31010">
                  <c:v>0.35891203703795327</c:v>
                </c:pt>
                <c:pt idx="31011">
                  <c:v>0.35892361110745696</c:v>
                </c:pt>
                <c:pt idx="31012">
                  <c:v>0.35893518518423662</c:v>
                </c:pt>
                <c:pt idx="31013">
                  <c:v>0.35894675925374031</c:v>
                </c:pt>
                <c:pt idx="31014">
                  <c:v>0.35895833333051996</c:v>
                </c:pt>
                <c:pt idx="31015">
                  <c:v>0.35896990740729962</c:v>
                </c:pt>
                <c:pt idx="31016">
                  <c:v>0.35898148147680331</c:v>
                </c:pt>
                <c:pt idx="31017">
                  <c:v>0.35899305555358296</c:v>
                </c:pt>
                <c:pt idx="31018">
                  <c:v>0.35900462963036261</c:v>
                </c:pt>
                <c:pt idx="31019">
                  <c:v>0.35901620369986631</c:v>
                </c:pt>
                <c:pt idx="31020">
                  <c:v>0.35902777777664596</c:v>
                </c:pt>
                <c:pt idx="31021">
                  <c:v>0.35903935184614966</c:v>
                </c:pt>
                <c:pt idx="31022">
                  <c:v>0.35905092592292931</c:v>
                </c:pt>
                <c:pt idx="31023">
                  <c:v>0.35906249999970896</c:v>
                </c:pt>
                <c:pt idx="31024">
                  <c:v>0.35907407406921266</c:v>
                </c:pt>
                <c:pt idx="31025">
                  <c:v>0.35908564814599231</c:v>
                </c:pt>
                <c:pt idx="31026">
                  <c:v>0.35909722222277196</c:v>
                </c:pt>
                <c:pt idx="31027">
                  <c:v>0.35910879629227566</c:v>
                </c:pt>
                <c:pt idx="31028">
                  <c:v>0.35912037036905531</c:v>
                </c:pt>
                <c:pt idx="31029">
                  <c:v>0.359131944438559</c:v>
                </c:pt>
                <c:pt idx="31030">
                  <c:v>0.35914351851533866</c:v>
                </c:pt>
                <c:pt idx="31031">
                  <c:v>0.35915509259211831</c:v>
                </c:pt>
                <c:pt idx="31032">
                  <c:v>0.359166666661622</c:v>
                </c:pt>
                <c:pt idx="31033">
                  <c:v>0.35917824073840166</c:v>
                </c:pt>
                <c:pt idx="31034">
                  <c:v>0.35918981481518131</c:v>
                </c:pt>
                <c:pt idx="31035">
                  <c:v>0.359201388884685</c:v>
                </c:pt>
                <c:pt idx="31036">
                  <c:v>0.35921296296146465</c:v>
                </c:pt>
                <c:pt idx="31037">
                  <c:v>0.35922453703824431</c:v>
                </c:pt>
                <c:pt idx="31038">
                  <c:v>0.359236111107748</c:v>
                </c:pt>
                <c:pt idx="31039">
                  <c:v>0.35924768518452765</c:v>
                </c:pt>
                <c:pt idx="31040">
                  <c:v>0.35925925925403135</c:v>
                </c:pt>
                <c:pt idx="31041">
                  <c:v>0.359270833330811</c:v>
                </c:pt>
                <c:pt idx="31042">
                  <c:v>0.35928240740759065</c:v>
                </c:pt>
                <c:pt idx="31043">
                  <c:v>0.35929398147709435</c:v>
                </c:pt>
                <c:pt idx="31044">
                  <c:v>0.359305555553874</c:v>
                </c:pt>
                <c:pt idx="31045">
                  <c:v>0.35931712963065365</c:v>
                </c:pt>
                <c:pt idx="31046">
                  <c:v>0.35932870370015735</c:v>
                </c:pt>
                <c:pt idx="31047">
                  <c:v>0.359340277776937</c:v>
                </c:pt>
                <c:pt idx="31048">
                  <c:v>0.3593518518464407</c:v>
                </c:pt>
                <c:pt idx="31049">
                  <c:v>0.35936342592322035</c:v>
                </c:pt>
                <c:pt idx="31050">
                  <c:v>0.359375</c:v>
                </c:pt>
                <c:pt idx="31051">
                  <c:v>0.35938657406950369</c:v>
                </c:pt>
                <c:pt idx="31052">
                  <c:v>0.35939814814628335</c:v>
                </c:pt>
                <c:pt idx="31053">
                  <c:v>0.359409722223063</c:v>
                </c:pt>
                <c:pt idx="31054">
                  <c:v>0.35942129629256669</c:v>
                </c:pt>
                <c:pt idx="31055">
                  <c:v>0.35943287036934635</c:v>
                </c:pt>
                <c:pt idx="31056">
                  <c:v>0.35944444443885004</c:v>
                </c:pt>
                <c:pt idx="31057">
                  <c:v>0.35945601851562969</c:v>
                </c:pt>
                <c:pt idx="31058">
                  <c:v>0.35946759259240935</c:v>
                </c:pt>
                <c:pt idx="31059">
                  <c:v>0.35947916666191304</c:v>
                </c:pt>
                <c:pt idx="31060">
                  <c:v>0.35949074073869269</c:v>
                </c:pt>
                <c:pt idx="31061">
                  <c:v>0.35950231481547235</c:v>
                </c:pt>
                <c:pt idx="31062">
                  <c:v>0.35951388888497604</c:v>
                </c:pt>
                <c:pt idx="31063">
                  <c:v>0.35952546296175569</c:v>
                </c:pt>
                <c:pt idx="31064">
                  <c:v>0.35953703703125939</c:v>
                </c:pt>
                <c:pt idx="31065">
                  <c:v>0.35954861110803904</c:v>
                </c:pt>
                <c:pt idx="31066">
                  <c:v>0.35956018518481869</c:v>
                </c:pt>
                <c:pt idx="31067">
                  <c:v>0.35957175925432239</c:v>
                </c:pt>
                <c:pt idx="31068">
                  <c:v>0.35958333333110204</c:v>
                </c:pt>
                <c:pt idx="31069">
                  <c:v>0.35959490740788169</c:v>
                </c:pt>
                <c:pt idx="31070">
                  <c:v>0.35960648147738539</c:v>
                </c:pt>
                <c:pt idx="31071">
                  <c:v>0.35961805555416504</c:v>
                </c:pt>
                <c:pt idx="31072">
                  <c:v>0.35962962963094469</c:v>
                </c:pt>
                <c:pt idx="31073">
                  <c:v>0.35964120370044839</c:v>
                </c:pt>
                <c:pt idx="31074">
                  <c:v>0.35965277777722804</c:v>
                </c:pt>
                <c:pt idx="31075">
                  <c:v>0.35966435184673173</c:v>
                </c:pt>
                <c:pt idx="31076">
                  <c:v>0.35967592592351139</c:v>
                </c:pt>
                <c:pt idx="31077">
                  <c:v>0.35968750000029104</c:v>
                </c:pt>
                <c:pt idx="31078">
                  <c:v>0.35969907406979473</c:v>
                </c:pt>
                <c:pt idx="31079">
                  <c:v>0.35971064814657439</c:v>
                </c:pt>
                <c:pt idx="31080">
                  <c:v>0.35972222222335404</c:v>
                </c:pt>
                <c:pt idx="31081">
                  <c:v>0.35973379629285773</c:v>
                </c:pt>
                <c:pt idx="31082">
                  <c:v>0.35974537036963739</c:v>
                </c:pt>
                <c:pt idx="31083">
                  <c:v>0.35975694443914108</c:v>
                </c:pt>
                <c:pt idx="31084">
                  <c:v>0.35976851851592073</c:v>
                </c:pt>
                <c:pt idx="31085">
                  <c:v>0.35978009259270038</c:v>
                </c:pt>
                <c:pt idx="31086">
                  <c:v>0.35979166666220408</c:v>
                </c:pt>
                <c:pt idx="31087">
                  <c:v>0.35980324073898373</c:v>
                </c:pt>
                <c:pt idx="31088">
                  <c:v>0.35981481481576338</c:v>
                </c:pt>
                <c:pt idx="31089">
                  <c:v>0.35982638888526708</c:v>
                </c:pt>
                <c:pt idx="31090">
                  <c:v>0.35983796296204673</c:v>
                </c:pt>
                <c:pt idx="31091">
                  <c:v>0.35984953703155043</c:v>
                </c:pt>
                <c:pt idx="31092">
                  <c:v>0.35986111110833008</c:v>
                </c:pt>
                <c:pt idx="31093">
                  <c:v>0.35987268518510973</c:v>
                </c:pt>
                <c:pt idx="31094">
                  <c:v>0.35988425925461343</c:v>
                </c:pt>
                <c:pt idx="31095">
                  <c:v>0.35989583333139308</c:v>
                </c:pt>
                <c:pt idx="31096">
                  <c:v>0.35990740740817273</c:v>
                </c:pt>
                <c:pt idx="31097">
                  <c:v>0.35991898147767643</c:v>
                </c:pt>
                <c:pt idx="31098">
                  <c:v>0.35993055555445608</c:v>
                </c:pt>
                <c:pt idx="31099">
                  <c:v>0.35994212962395977</c:v>
                </c:pt>
                <c:pt idx="31100">
                  <c:v>0.35995370370073942</c:v>
                </c:pt>
                <c:pt idx="31101">
                  <c:v>0.35996527777751908</c:v>
                </c:pt>
                <c:pt idx="31102">
                  <c:v>0.35997685184702277</c:v>
                </c:pt>
                <c:pt idx="31103">
                  <c:v>0.35998842592380242</c:v>
                </c:pt>
                <c:pt idx="31104">
                  <c:v>0.36000000000058208</c:v>
                </c:pt>
                <c:pt idx="31105">
                  <c:v>0.36001157407008577</c:v>
                </c:pt>
                <c:pt idx="31106">
                  <c:v>0.36002314814686542</c:v>
                </c:pt>
                <c:pt idx="31107">
                  <c:v>0.36003472221636912</c:v>
                </c:pt>
                <c:pt idx="31108">
                  <c:v>0.36004629629314877</c:v>
                </c:pt>
                <c:pt idx="31109">
                  <c:v>0.36005787036992842</c:v>
                </c:pt>
                <c:pt idx="31110">
                  <c:v>0.36006944443943212</c:v>
                </c:pt>
                <c:pt idx="31111">
                  <c:v>0.36008101851621177</c:v>
                </c:pt>
                <c:pt idx="31112">
                  <c:v>0.36009259259299142</c:v>
                </c:pt>
                <c:pt idx="31113">
                  <c:v>0.36010416666249512</c:v>
                </c:pt>
                <c:pt idx="31114">
                  <c:v>0.36011574073927477</c:v>
                </c:pt>
                <c:pt idx="31115">
                  <c:v>0.36012731481605442</c:v>
                </c:pt>
                <c:pt idx="31116">
                  <c:v>0.36013888888555812</c:v>
                </c:pt>
                <c:pt idx="31117">
                  <c:v>0.36015046296233777</c:v>
                </c:pt>
                <c:pt idx="31118">
                  <c:v>0.36016203703184146</c:v>
                </c:pt>
                <c:pt idx="31119">
                  <c:v>0.36017361110862112</c:v>
                </c:pt>
                <c:pt idx="31120">
                  <c:v>0.36018518518540077</c:v>
                </c:pt>
                <c:pt idx="31121">
                  <c:v>0.36019675925490446</c:v>
                </c:pt>
                <c:pt idx="31122">
                  <c:v>0.36020833333168412</c:v>
                </c:pt>
                <c:pt idx="31123">
                  <c:v>0.36021990740846377</c:v>
                </c:pt>
                <c:pt idx="31124">
                  <c:v>0.36023148147796746</c:v>
                </c:pt>
                <c:pt idx="31125">
                  <c:v>0.36024305555474712</c:v>
                </c:pt>
                <c:pt idx="31126">
                  <c:v>0.36025462962425081</c:v>
                </c:pt>
                <c:pt idx="31127">
                  <c:v>0.36026620370103046</c:v>
                </c:pt>
                <c:pt idx="31128">
                  <c:v>0.36027777777781012</c:v>
                </c:pt>
                <c:pt idx="31129">
                  <c:v>0.36028935184731381</c:v>
                </c:pt>
                <c:pt idx="31130">
                  <c:v>0.36030092592409346</c:v>
                </c:pt>
                <c:pt idx="31131">
                  <c:v>0.36031250000087311</c:v>
                </c:pt>
                <c:pt idx="31132">
                  <c:v>0.36032407407037681</c:v>
                </c:pt>
                <c:pt idx="31133">
                  <c:v>0.36033564814715646</c:v>
                </c:pt>
                <c:pt idx="31134">
                  <c:v>0.36034722221666016</c:v>
                </c:pt>
                <c:pt idx="31135">
                  <c:v>0.36035879629343981</c:v>
                </c:pt>
                <c:pt idx="31136">
                  <c:v>0.36037037037021946</c:v>
                </c:pt>
                <c:pt idx="31137">
                  <c:v>0.36038194443972316</c:v>
                </c:pt>
                <c:pt idx="31138">
                  <c:v>0.36039351851650281</c:v>
                </c:pt>
                <c:pt idx="31139">
                  <c:v>0.36040509259328246</c:v>
                </c:pt>
                <c:pt idx="31140">
                  <c:v>0.36041666666278616</c:v>
                </c:pt>
                <c:pt idx="31141">
                  <c:v>0.36042824073956581</c:v>
                </c:pt>
                <c:pt idx="31142">
                  <c:v>0.3604398148090695</c:v>
                </c:pt>
                <c:pt idx="31143">
                  <c:v>0.36045138888584916</c:v>
                </c:pt>
                <c:pt idx="31144">
                  <c:v>0.36046296296262881</c:v>
                </c:pt>
                <c:pt idx="31145">
                  <c:v>0.3604745370321325</c:v>
                </c:pt>
                <c:pt idx="31146">
                  <c:v>0.36048611110891216</c:v>
                </c:pt>
                <c:pt idx="31147">
                  <c:v>0.36049768518569181</c:v>
                </c:pt>
                <c:pt idx="31148">
                  <c:v>0.3605092592551955</c:v>
                </c:pt>
                <c:pt idx="31149">
                  <c:v>0.36052083333197515</c:v>
                </c:pt>
                <c:pt idx="31150">
                  <c:v>0.36053240740147885</c:v>
                </c:pt>
                <c:pt idx="31151">
                  <c:v>0.3605439814782585</c:v>
                </c:pt>
                <c:pt idx="31152">
                  <c:v>0.36055555555503815</c:v>
                </c:pt>
                <c:pt idx="31153">
                  <c:v>0.36056712962454185</c:v>
                </c:pt>
                <c:pt idx="31154">
                  <c:v>0.3605787037013215</c:v>
                </c:pt>
                <c:pt idx="31155">
                  <c:v>0.36059027777810115</c:v>
                </c:pt>
                <c:pt idx="31156">
                  <c:v>0.36060185184760485</c:v>
                </c:pt>
                <c:pt idx="31157">
                  <c:v>0.3606134259243845</c:v>
                </c:pt>
                <c:pt idx="31158">
                  <c:v>0.36062500000116415</c:v>
                </c:pt>
                <c:pt idx="31159">
                  <c:v>0.36063657407066785</c:v>
                </c:pt>
                <c:pt idx="31160">
                  <c:v>0.3606481481474475</c:v>
                </c:pt>
                <c:pt idx="31161">
                  <c:v>0.3606597222169512</c:v>
                </c:pt>
                <c:pt idx="31162">
                  <c:v>0.36067129629373085</c:v>
                </c:pt>
                <c:pt idx="31163">
                  <c:v>0.3606828703705105</c:v>
                </c:pt>
                <c:pt idx="31164">
                  <c:v>0.36069444444001419</c:v>
                </c:pt>
                <c:pt idx="31165">
                  <c:v>0.36070601851679385</c:v>
                </c:pt>
                <c:pt idx="31166">
                  <c:v>0.3607175925935735</c:v>
                </c:pt>
                <c:pt idx="31167">
                  <c:v>0.36072916666307719</c:v>
                </c:pt>
                <c:pt idx="31168">
                  <c:v>0.36074074073985685</c:v>
                </c:pt>
                <c:pt idx="31169">
                  <c:v>0.36075231480936054</c:v>
                </c:pt>
                <c:pt idx="31170">
                  <c:v>0.36076388888614019</c:v>
                </c:pt>
                <c:pt idx="31171">
                  <c:v>0.36077546296291985</c:v>
                </c:pt>
                <c:pt idx="31172">
                  <c:v>0.36078703703242354</c:v>
                </c:pt>
                <c:pt idx="31173">
                  <c:v>0.36079861110920319</c:v>
                </c:pt>
                <c:pt idx="31174">
                  <c:v>0.36081018518598285</c:v>
                </c:pt>
                <c:pt idx="31175">
                  <c:v>0.36082175925548654</c:v>
                </c:pt>
                <c:pt idx="31176">
                  <c:v>0.36083333333226619</c:v>
                </c:pt>
                <c:pt idx="31177">
                  <c:v>0.36084490740176989</c:v>
                </c:pt>
                <c:pt idx="31178">
                  <c:v>0.36085648147854954</c:v>
                </c:pt>
                <c:pt idx="31179">
                  <c:v>0.36086805555532919</c:v>
                </c:pt>
                <c:pt idx="31180">
                  <c:v>0.36087962962483289</c:v>
                </c:pt>
                <c:pt idx="31181">
                  <c:v>0.36089120370161254</c:v>
                </c:pt>
                <c:pt idx="31182">
                  <c:v>0.36090277777839219</c:v>
                </c:pt>
                <c:pt idx="31183">
                  <c:v>0.36091435184789589</c:v>
                </c:pt>
                <c:pt idx="31184">
                  <c:v>0.36092592592467554</c:v>
                </c:pt>
                <c:pt idx="31185">
                  <c:v>0.36093749999417923</c:v>
                </c:pt>
                <c:pt idx="31186">
                  <c:v>0.36094907407095889</c:v>
                </c:pt>
                <c:pt idx="31187">
                  <c:v>0.36096064814773854</c:v>
                </c:pt>
                <c:pt idx="31188">
                  <c:v>0.36097222221724223</c:v>
                </c:pt>
                <c:pt idx="31189">
                  <c:v>0.36098379629402189</c:v>
                </c:pt>
                <c:pt idx="31190">
                  <c:v>0.36099537037080154</c:v>
                </c:pt>
                <c:pt idx="31191">
                  <c:v>0.36100694444030523</c:v>
                </c:pt>
                <c:pt idx="31192">
                  <c:v>0.36101851851708489</c:v>
                </c:pt>
                <c:pt idx="31193">
                  <c:v>0.36103009259386454</c:v>
                </c:pt>
                <c:pt idx="31194">
                  <c:v>0.36104166666336823</c:v>
                </c:pt>
                <c:pt idx="31195">
                  <c:v>0.36105324074014788</c:v>
                </c:pt>
                <c:pt idx="31196">
                  <c:v>0.36106481480965158</c:v>
                </c:pt>
                <c:pt idx="31197">
                  <c:v>0.36107638888643123</c:v>
                </c:pt>
                <c:pt idx="31198">
                  <c:v>0.36108796296321088</c:v>
                </c:pt>
                <c:pt idx="31199">
                  <c:v>0.36109953703271458</c:v>
                </c:pt>
                <c:pt idx="31200">
                  <c:v>0.36111111110949423</c:v>
                </c:pt>
                <c:pt idx="31201">
                  <c:v>0.36112268518627388</c:v>
                </c:pt>
                <c:pt idx="31202">
                  <c:v>0.36113425925577758</c:v>
                </c:pt>
                <c:pt idx="31203">
                  <c:v>0.36114583333255723</c:v>
                </c:pt>
                <c:pt idx="31204">
                  <c:v>0.36115740740206093</c:v>
                </c:pt>
                <c:pt idx="31205">
                  <c:v>0.36116898147884058</c:v>
                </c:pt>
                <c:pt idx="31206">
                  <c:v>0.36118055555562023</c:v>
                </c:pt>
                <c:pt idx="31207">
                  <c:v>0.36119212962512393</c:v>
                </c:pt>
                <c:pt idx="31208">
                  <c:v>0.36120370370190358</c:v>
                </c:pt>
                <c:pt idx="31209">
                  <c:v>0.36121527777868323</c:v>
                </c:pt>
                <c:pt idx="31210">
                  <c:v>0.36122685184818693</c:v>
                </c:pt>
                <c:pt idx="31211">
                  <c:v>0.36123842592496658</c:v>
                </c:pt>
                <c:pt idx="31212">
                  <c:v>0.36124999999447027</c:v>
                </c:pt>
                <c:pt idx="31213">
                  <c:v>0.36126157407124992</c:v>
                </c:pt>
                <c:pt idx="31214">
                  <c:v>0.36127314814802958</c:v>
                </c:pt>
                <c:pt idx="31215">
                  <c:v>0.36128472221753327</c:v>
                </c:pt>
                <c:pt idx="31216">
                  <c:v>0.36129629629431292</c:v>
                </c:pt>
                <c:pt idx="31217">
                  <c:v>0.36130787037109258</c:v>
                </c:pt>
                <c:pt idx="31218">
                  <c:v>0.36131944444059627</c:v>
                </c:pt>
                <c:pt idx="31219">
                  <c:v>0.36133101851737592</c:v>
                </c:pt>
                <c:pt idx="31220">
                  <c:v>0.36134259258687962</c:v>
                </c:pt>
                <c:pt idx="31221">
                  <c:v>0.36135416666365927</c:v>
                </c:pt>
                <c:pt idx="31222">
                  <c:v>0.36136574074043892</c:v>
                </c:pt>
                <c:pt idx="31223">
                  <c:v>0.36137731480994262</c:v>
                </c:pt>
                <c:pt idx="31224">
                  <c:v>0.36138888888672227</c:v>
                </c:pt>
                <c:pt idx="31225">
                  <c:v>0.36140046296350192</c:v>
                </c:pt>
                <c:pt idx="31226">
                  <c:v>0.36141203703300562</c:v>
                </c:pt>
                <c:pt idx="31227">
                  <c:v>0.36142361110978527</c:v>
                </c:pt>
                <c:pt idx="31228">
                  <c:v>0.36143518517928896</c:v>
                </c:pt>
                <c:pt idx="31229">
                  <c:v>0.36144675925606862</c:v>
                </c:pt>
                <c:pt idx="31230">
                  <c:v>0.36145833333284827</c:v>
                </c:pt>
                <c:pt idx="31231">
                  <c:v>0.36146990740235196</c:v>
                </c:pt>
                <c:pt idx="31232">
                  <c:v>0.36148148147913162</c:v>
                </c:pt>
                <c:pt idx="31233">
                  <c:v>0.36149305555591127</c:v>
                </c:pt>
                <c:pt idx="31234">
                  <c:v>0.36150462962541496</c:v>
                </c:pt>
                <c:pt idx="31235">
                  <c:v>0.36151620370219462</c:v>
                </c:pt>
                <c:pt idx="31236">
                  <c:v>0.36152777777897427</c:v>
                </c:pt>
                <c:pt idx="31237">
                  <c:v>0.36153935184847796</c:v>
                </c:pt>
                <c:pt idx="31238">
                  <c:v>0.36155092592525762</c:v>
                </c:pt>
                <c:pt idx="31239">
                  <c:v>0.36156249999476131</c:v>
                </c:pt>
                <c:pt idx="31240">
                  <c:v>0.36157407407154096</c:v>
                </c:pt>
                <c:pt idx="31241">
                  <c:v>0.36158564814832062</c:v>
                </c:pt>
                <c:pt idx="31242">
                  <c:v>0.36159722221782431</c:v>
                </c:pt>
                <c:pt idx="31243">
                  <c:v>0.36160879629460396</c:v>
                </c:pt>
                <c:pt idx="31244">
                  <c:v>0.36162037037138361</c:v>
                </c:pt>
                <c:pt idx="31245">
                  <c:v>0.36163194444088731</c:v>
                </c:pt>
                <c:pt idx="31246">
                  <c:v>0.36164351851766696</c:v>
                </c:pt>
                <c:pt idx="31247">
                  <c:v>0.36165509258717066</c:v>
                </c:pt>
                <c:pt idx="31248">
                  <c:v>0.36166666666395031</c:v>
                </c:pt>
                <c:pt idx="31249">
                  <c:v>0.36167824074072996</c:v>
                </c:pt>
                <c:pt idx="31250">
                  <c:v>0.36168981481023366</c:v>
                </c:pt>
                <c:pt idx="31251">
                  <c:v>0.36170138888701331</c:v>
                </c:pt>
                <c:pt idx="31252">
                  <c:v>0.36171296296379296</c:v>
                </c:pt>
                <c:pt idx="31253">
                  <c:v>0.36172453703329666</c:v>
                </c:pt>
                <c:pt idx="31254">
                  <c:v>0.36173611111007631</c:v>
                </c:pt>
                <c:pt idx="31255">
                  <c:v>0.36174768517958</c:v>
                </c:pt>
                <c:pt idx="31256">
                  <c:v>0.36175925925635966</c:v>
                </c:pt>
                <c:pt idx="31257">
                  <c:v>0.36177083333313931</c:v>
                </c:pt>
                <c:pt idx="31258">
                  <c:v>0.361782407402643</c:v>
                </c:pt>
                <c:pt idx="31259">
                  <c:v>0.36179398147942265</c:v>
                </c:pt>
                <c:pt idx="31260">
                  <c:v>0.36180555555620231</c:v>
                </c:pt>
                <c:pt idx="31261">
                  <c:v>0.361817129625706</c:v>
                </c:pt>
                <c:pt idx="31262">
                  <c:v>0.36182870370248565</c:v>
                </c:pt>
                <c:pt idx="31263">
                  <c:v>0.36184027777198935</c:v>
                </c:pt>
                <c:pt idx="31264">
                  <c:v>0.361851851848769</c:v>
                </c:pt>
                <c:pt idx="31265">
                  <c:v>0.36186342592554865</c:v>
                </c:pt>
                <c:pt idx="31266">
                  <c:v>0.36187499999505235</c:v>
                </c:pt>
                <c:pt idx="31267">
                  <c:v>0.361886574071832</c:v>
                </c:pt>
                <c:pt idx="31268">
                  <c:v>0.36189814814861165</c:v>
                </c:pt>
                <c:pt idx="31269">
                  <c:v>0.36190972221811535</c:v>
                </c:pt>
                <c:pt idx="31270">
                  <c:v>0.361921296294895</c:v>
                </c:pt>
                <c:pt idx="31271">
                  <c:v>0.36193287037167465</c:v>
                </c:pt>
                <c:pt idx="31272">
                  <c:v>0.36194444444117835</c:v>
                </c:pt>
                <c:pt idx="31273">
                  <c:v>0.361956018517958</c:v>
                </c:pt>
                <c:pt idx="31274">
                  <c:v>0.3619675925874617</c:v>
                </c:pt>
                <c:pt idx="31275">
                  <c:v>0.36197916666424135</c:v>
                </c:pt>
                <c:pt idx="31276">
                  <c:v>0.361990740741021</c:v>
                </c:pt>
                <c:pt idx="31277">
                  <c:v>0.36200231481052469</c:v>
                </c:pt>
                <c:pt idx="31278">
                  <c:v>0.36201388888730435</c:v>
                </c:pt>
                <c:pt idx="31279">
                  <c:v>0.362025462964084</c:v>
                </c:pt>
                <c:pt idx="31280">
                  <c:v>0.36203703703358769</c:v>
                </c:pt>
                <c:pt idx="31281">
                  <c:v>0.36204861111036735</c:v>
                </c:pt>
                <c:pt idx="31282">
                  <c:v>0.36206018517987104</c:v>
                </c:pt>
                <c:pt idx="31283">
                  <c:v>0.36207175925665069</c:v>
                </c:pt>
                <c:pt idx="31284">
                  <c:v>0.36208333333343035</c:v>
                </c:pt>
                <c:pt idx="31285">
                  <c:v>0.36209490740293404</c:v>
                </c:pt>
                <c:pt idx="31286">
                  <c:v>0.36210648147971369</c:v>
                </c:pt>
                <c:pt idx="31287">
                  <c:v>0.36211805555649335</c:v>
                </c:pt>
                <c:pt idx="31288">
                  <c:v>0.36212962962599704</c:v>
                </c:pt>
                <c:pt idx="31289">
                  <c:v>0.36214120370277669</c:v>
                </c:pt>
                <c:pt idx="31290">
                  <c:v>0.36215277777228039</c:v>
                </c:pt>
                <c:pt idx="31291">
                  <c:v>0.36216435184906004</c:v>
                </c:pt>
                <c:pt idx="31292">
                  <c:v>0.36217592592583969</c:v>
                </c:pt>
                <c:pt idx="31293">
                  <c:v>0.36218749999534339</c:v>
                </c:pt>
                <c:pt idx="31294">
                  <c:v>0.36219907407212304</c:v>
                </c:pt>
                <c:pt idx="31295">
                  <c:v>0.36221064814890269</c:v>
                </c:pt>
                <c:pt idx="31296">
                  <c:v>0.36222222221840639</c:v>
                </c:pt>
                <c:pt idx="31297">
                  <c:v>0.36223379629518604</c:v>
                </c:pt>
                <c:pt idx="31298">
                  <c:v>0.36224537036468973</c:v>
                </c:pt>
                <c:pt idx="31299">
                  <c:v>0.36225694444146939</c:v>
                </c:pt>
                <c:pt idx="31300">
                  <c:v>0.36226851851824904</c:v>
                </c:pt>
                <c:pt idx="31301">
                  <c:v>0.36228009258775273</c:v>
                </c:pt>
                <c:pt idx="31302">
                  <c:v>0.36229166666453239</c:v>
                </c:pt>
                <c:pt idx="31303">
                  <c:v>0.36230324074131204</c:v>
                </c:pt>
                <c:pt idx="31304">
                  <c:v>0.36231481481081573</c:v>
                </c:pt>
                <c:pt idx="31305">
                  <c:v>0.36232638888759539</c:v>
                </c:pt>
                <c:pt idx="31306">
                  <c:v>0.36233796295709908</c:v>
                </c:pt>
                <c:pt idx="31307">
                  <c:v>0.36234953703387873</c:v>
                </c:pt>
                <c:pt idx="31308">
                  <c:v>0.36236111111065838</c:v>
                </c:pt>
                <c:pt idx="31309">
                  <c:v>0.36237268518016208</c:v>
                </c:pt>
                <c:pt idx="31310">
                  <c:v>0.36238425925694173</c:v>
                </c:pt>
                <c:pt idx="31311">
                  <c:v>0.36239583333372138</c:v>
                </c:pt>
                <c:pt idx="31312">
                  <c:v>0.36240740740322508</c:v>
                </c:pt>
                <c:pt idx="31313">
                  <c:v>0.36241898148000473</c:v>
                </c:pt>
                <c:pt idx="31314">
                  <c:v>0.36243055555678438</c:v>
                </c:pt>
                <c:pt idx="31315">
                  <c:v>0.36244212962628808</c:v>
                </c:pt>
                <c:pt idx="31316">
                  <c:v>0.36245370370306773</c:v>
                </c:pt>
                <c:pt idx="31317">
                  <c:v>0.36246527777257143</c:v>
                </c:pt>
                <c:pt idx="31318">
                  <c:v>0.36247685184935108</c:v>
                </c:pt>
                <c:pt idx="31319">
                  <c:v>0.36248842592613073</c:v>
                </c:pt>
                <c:pt idx="31320">
                  <c:v>0.36249999999563443</c:v>
                </c:pt>
                <c:pt idx="31321">
                  <c:v>0.36251157407241408</c:v>
                </c:pt>
                <c:pt idx="31322">
                  <c:v>0.36252314814919373</c:v>
                </c:pt>
                <c:pt idx="31323">
                  <c:v>0.36253472221869742</c:v>
                </c:pt>
                <c:pt idx="31324">
                  <c:v>0.36254629629547708</c:v>
                </c:pt>
                <c:pt idx="31325">
                  <c:v>0.36255787036498077</c:v>
                </c:pt>
                <c:pt idx="31326">
                  <c:v>0.36256944444176042</c:v>
                </c:pt>
                <c:pt idx="31327">
                  <c:v>0.36258101851854008</c:v>
                </c:pt>
                <c:pt idx="31328">
                  <c:v>0.36259259258804377</c:v>
                </c:pt>
                <c:pt idx="31329">
                  <c:v>0.36260416666482342</c:v>
                </c:pt>
                <c:pt idx="31330">
                  <c:v>0.36261574074160308</c:v>
                </c:pt>
                <c:pt idx="31331">
                  <c:v>0.36262731481110677</c:v>
                </c:pt>
                <c:pt idx="31332">
                  <c:v>0.36263888888788642</c:v>
                </c:pt>
                <c:pt idx="31333">
                  <c:v>0.36265046295739012</c:v>
                </c:pt>
                <c:pt idx="31334">
                  <c:v>0.36266203703416977</c:v>
                </c:pt>
                <c:pt idx="31335">
                  <c:v>0.36267361111094942</c:v>
                </c:pt>
                <c:pt idx="31336">
                  <c:v>0.36268518518045312</c:v>
                </c:pt>
                <c:pt idx="31337">
                  <c:v>0.36269675925723277</c:v>
                </c:pt>
                <c:pt idx="31338">
                  <c:v>0.36270833333401242</c:v>
                </c:pt>
                <c:pt idx="31339">
                  <c:v>0.36271990740351612</c:v>
                </c:pt>
                <c:pt idx="31340">
                  <c:v>0.36273148148029577</c:v>
                </c:pt>
                <c:pt idx="31341">
                  <c:v>0.36274305554979946</c:v>
                </c:pt>
                <c:pt idx="31342">
                  <c:v>0.36275462962657912</c:v>
                </c:pt>
                <c:pt idx="31343">
                  <c:v>0.36276620370335877</c:v>
                </c:pt>
                <c:pt idx="31344">
                  <c:v>0.36277777777286246</c:v>
                </c:pt>
                <c:pt idx="31345">
                  <c:v>0.36278935184964212</c:v>
                </c:pt>
                <c:pt idx="31346">
                  <c:v>0.36280092592642177</c:v>
                </c:pt>
                <c:pt idx="31347">
                  <c:v>0.36281249999592546</c:v>
                </c:pt>
                <c:pt idx="31348">
                  <c:v>0.36282407407270512</c:v>
                </c:pt>
                <c:pt idx="31349">
                  <c:v>0.36283564814948477</c:v>
                </c:pt>
                <c:pt idx="31350">
                  <c:v>0.36284722221898846</c:v>
                </c:pt>
                <c:pt idx="31351">
                  <c:v>0.36285879629576812</c:v>
                </c:pt>
                <c:pt idx="31352">
                  <c:v>0.36287037036527181</c:v>
                </c:pt>
                <c:pt idx="31353">
                  <c:v>0.36288194444205146</c:v>
                </c:pt>
                <c:pt idx="31354">
                  <c:v>0.36289351851883112</c:v>
                </c:pt>
                <c:pt idx="31355">
                  <c:v>0.36290509258833481</c:v>
                </c:pt>
                <c:pt idx="31356">
                  <c:v>0.36291666666511446</c:v>
                </c:pt>
                <c:pt idx="31357">
                  <c:v>0.36292824074189411</c:v>
                </c:pt>
                <c:pt idx="31358">
                  <c:v>0.36293981481139781</c:v>
                </c:pt>
                <c:pt idx="31359">
                  <c:v>0.36295138888817746</c:v>
                </c:pt>
                <c:pt idx="31360">
                  <c:v>0.36296296295768116</c:v>
                </c:pt>
                <c:pt idx="31361">
                  <c:v>0.36297453703446081</c:v>
                </c:pt>
                <c:pt idx="31362">
                  <c:v>0.36298611111124046</c:v>
                </c:pt>
                <c:pt idx="31363">
                  <c:v>0.36299768518074416</c:v>
                </c:pt>
                <c:pt idx="31364">
                  <c:v>0.36300925925752381</c:v>
                </c:pt>
                <c:pt idx="31365">
                  <c:v>0.36302083333430346</c:v>
                </c:pt>
                <c:pt idx="31366">
                  <c:v>0.36303240740380716</c:v>
                </c:pt>
                <c:pt idx="31367">
                  <c:v>0.36304398148058681</c:v>
                </c:pt>
                <c:pt idx="31368">
                  <c:v>0.3630555555500905</c:v>
                </c:pt>
                <c:pt idx="31369">
                  <c:v>0.36306712962687016</c:v>
                </c:pt>
                <c:pt idx="31370">
                  <c:v>0.36307870370364981</c:v>
                </c:pt>
                <c:pt idx="31371">
                  <c:v>0.3630902777731535</c:v>
                </c:pt>
                <c:pt idx="31372">
                  <c:v>0.36310185184993315</c:v>
                </c:pt>
                <c:pt idx="31373">
                  <c:v>0.36311342592671281</c:v>
                </c:pt>
                <c:pt idx="31374">
                  <c:v>0.3631249999962165</c:v>
                </c:pt>
                <c:pt idx="31375">
                  <c:v>0.36313657407299615</c:v>
                </c:pt>
                <c:pt idx="31376">
                  <c:v>0.36314814814249985</c:v>
                </c:pt>
                <c:pt idx="31377">
                  <c:v>0.3631597222192795</c:v>
                </c:pt>
                <c:pt idx="31378">
                  <c:v>0.36317129629605915</c:v>
                </c:pt>
                <c:pt idx="31379">
                  <c:v>0.36318287036556285</c:v>
                </c:pt>
                <c:pt idx="31380">
                  <c:v>0.3631944444423425</c:v>
                </c:pt>
                <c:pt idx="31381">
                  <c:v>0.36320601851912215</c:v>
                </c:pt>
                <c:pt idx="31382">
                  <c:v>0.36321759258862585</c:v>
                </c:pt>
                <c:pt idx="31383">
                  <c:v>0.3632291666654055</c:v>
                </c:pt>
                <c:pt idx="31384">
                  <c:v>0.3632407407349092</c:v>
                </c:pt>
                <c:pt idx="31385">
                  <c:v>0.36325231481168885</c:v>
                </c:pt>
                <c:pt idx="31386">
                  <c:v>0.3632638888884685</c:v>
                </c:pt>
                <c:pt idx="31387">
                  <c:v>0.36327546295797219</c:v>
                </c:pt>
                <c:pt idx="31388">
                  <c:v>0.36328703703475185</c:v>
                </c:pt>
                <c:pt idx="31389">
                  <c:v>0.3632986111115315</c:v>
                </c:pt>
                <c:pt idx="31390">
                  <c:v>0.36331018518103519</c:v>
                </c:pt>
                <c:pt idx="31391">
                  <c:v>0.36332175925781485</c:v>
                </c:pt>
                <c:pt idx="31392">
                  <c:v>0.3633333333345945</c:v>
                </c:pt>
                <c:pt idx="31393">
                  <c:v>0.36334490740409819</c:v>
                </c:pt>
                <c:pt idx="31394">
                  <c:v>0.36335648148087785</c:v>
                </c:pt>
                <c:pt idx="31395">
                  <c:v>0.36336805555038154</c:v>
                </c:pt>
                <c:pt idx="31396">
                  <c:v>0.36337962962716119</c:v>
                </c:pt>
                <c:pt idx="31397">
                  <c:v>0.36339120370394085</c:v>
                </c:pt>
                <c:pt idx="31398">
                  <c:v>0.36340277777344454</c:v>
                </c:pt>
                <c:pt idx="31399">
                  <c:v>0.36341435185022419</c:v>
                </c:pt>
                <c:pt idx="31400">
                  <c:v>0.36342592592700385</c:v>
                </c:pt>
                <c:pt idx="31401">
                  <c:v>0.36343749999650754</c:v>
                </c:pt>
                <c:pt idx="31402">
                  <c:v>0.36344907407328719</c:v>
                </c:pt>
                <c:pt idx="31403">
                  <c:v>0.36346064814279089</c:v>
                </c:pt>
                <c:pt idx="31404">
                  <c:v>0.36347222221957054</c:v>
                </c:pt>
                <c:pt idx="31405">
                  <c:v>0.36348379629635019</c:v>
                </c:pt>
                <c:pt idx="31406">
                  <c:v>0.36349537036585389</c:v>
                </c:pt>
                <c:pt idx="31407">
                  <c:v>0.36350694444263354</c:v>
                </c:pt>
                <c:pt idx="31408">
                  <c:v>0.36351851851941319</c:v>
                </c:pt>
                <c:pt idx="31409">
                  <c:v>0.36353009258891689</c:v>
                </c:pt>
                <c:pt idx="31410">
                  <c:v>0.36354166666569654</c:v>
                </c:pt>
                <c:pt idx="31411">
                  <c:v>0.36355324073520023</c:v>
                </c:pt>
                <c:pt idx="31412">
                  <c:v>0.36356481481197989</c:v>
                </c:pt>
                <c:pt idx="31413">
                  <c:v>0.36357638888875954</c:v>
                </c:pt>
                <c:pt idx="31414">
                  <c:v>0.36358796295826323</c:v>
                </c:pt>
                <c:pt idx="31415">
                  <c:v>0.36359953703504289</c:v>
                </c:pt>
                <c:pt idx="31416">
                  <c:v>0.36361111111182254</c:v>
                </c:pt>
                <c:pt idx="31417">
                  <c:v>0.36362268518132623</c:v>
                </c:pt>
                <c:pt idx="31418">
                  <c:v>0.36363425925810589</c:v>
                </c:pt>
                <c:pt idx="31419">
                  <c:v>0.36364583332760958</c:v>
                </c:pt>
                <c:pt idx="31420">
                  <c:v>0.36365740740438923</c:v>
                </c:pt>
                <c:pt idx="31421">
                  <c:v>0.36366898148116888</c:v>
                </c:pt>
                <c:pt idx="31422">
                  <c:v>0.36368055555067258</c:v>
                </c:pt>
                <c:pt idx="31423">
                  <c:v>0.36369212962745223</c:v>
                </c:pt>
                <c:pt idx="31424">
                  <c:v>0.36370370370423188</c:v>
                </c:pt>
                <c:pt idx="31425">
                  <c:v>0.36371527777373558</c:v>
                </c:pt>
                <c:pt idx="31426">
                  <c:v>0.36372685185051523</c:v>
                </c:pt>
                <c:pt idx="31427">
                  <c:v>0.36373842592001893</c:v>
                </c:pt>
                <c:pt idx="31428">
                  <c:v>0.36374999999679858</c:v>
                </c:pt>
                <c:pt idx="31429">
                  <c:v>0.36376157407357823</c:v>
                </c:pt>
                <c:pt idx="31430">
                  <c:v>0.36377314814308193</c:v>
                </c:pt>
                <c:pt idx="31431">
                  <c:v>0.36378472221986158</c:v>
                </c:pt>
                <c:pt idx="31432">
                  <c:v>0.36379629629664123</c:v>
                </c:pt>
                <c:pt idx="31433">
                  <c:v>0.36380787036614493</c:v>
                </c:pt>
                <c:pt idx="31434">
                  <c:v>0.36381944444292458</c:v>
                </c:pt>
                <c:pt idx="31435">
                  <c:v>0.36383101851970423</c:v>
                </c:pt>
                <c:pt idx="31436">
                  <c:v>0.36384259258920792</c:v>
                </c:pt>
                <c:pt idx="31437">
                  <c:v>0.36385416666598758</c:v>
                </c:pt>
                <c:pt idx="31438">
                  <c:v>0.36386574073549127</c:v>
                </c:pt>
                <c:pt idx="31439">
                  <c:v>0.36387731481227092</c:v>
                </c:pt>
                <c:pt idx="31440">
                  <c:v>0.36388888888905058</c:v>
                </c:pt>
                <c:pt idx="31441">
                  <c:v>0.36390046295855427</c:v>
                </c:pt>
                <c:pt idx="31442">
                  <c:v>0.36391203703533392</c:v>
                </c:pt>
                <c:pt idx="31443">
                  <c:v>0.36392361111211358</c:v>
                </c:pt>
                <c:pt idx="31444">
                  <c:v>0.36393518518161727</c:v>
                </c:pt>
                <c:pt idx="31445">
                  <c:v>0.36394675925839692</c:v>
                </c:pt>
                <c:pt idx="31446">
                  <c:v>0.36395833332790062</c:v>
                </c:pt>
                <c:pt idx="31447">
                  <c:v>0.36396990740468027</c:v>
                </c:pt>
                <c:pt idx="31448">
                  <c:v>0.36398148148145992</c:v>
                </c:pt>
                <c:pt idx="31449">
                  <c:v>0.36399305555096362</c:v>
                </c:pt>
                <c:pt idx="31450">
                  <c:v>0.36400462962774327</c:v>
                </c:pt>
                <c:pt idx="31451">
                  <c:v>0.36401620370452292</c:v>
                </c:pt>
                <c:pt idx="31452">
                  <c:v>0.36402777777402662</c:v>
                </c:pt>
                <c:pt idx="31453">
                  <c:v>0.36403935185080627</c:v>
                </c:pt>
                <c:pt idx="31454">
                  <c:v>0.36405092592030996</c:v>
                </c:pt>
                <c:pt idx="31455">
                  <c:v>0.36406249999708962</c:v>
                </c:pt>
                <c:pt idx="31456">
                  <c:v>0.36407407407386927</c:v>
                </c:pt>
                <c:pt idx="31457">
                  <c:v>0.36408564814337296</c:v>
                </c:pt>
                <c:pt idx="31458">
                  <c:v>0.36409722222015262</c:v>
                </c:pt>
                <c:pt idx="31459">
                  <c:v>0.36410879629693227</c:v>
                </c:pt>
                <c:pt idx="31460">
                  <c:v>0.36412037036643596</c:v>
                </c:pt>
                <c:pt idx="31461">
                  <c:v>0.36413194444321562</c:v>
                </c:pt>
                <c:pt idx="31462">
                  <c:v>0.36414351851271931</c:v>
                </c:pt>
                <c:pt idx="31463">
                  <c:v>0.36415509258949896</c:v>
                </c:pt>
                <c:pt idx="31464">
                  <c:v>0.36416666666627862</c:v>
                </c:pt>
                <c:pt idx="31465">
                  <c:v>0.36417824073578231</c:v>
                </c:pt>
                <c:pt idx="31466">
                  <c:v>0.36418981481256196</c:v>
                </c:pt>
                <c:pt idx="31467">
                  <c:v>0.36420138888934162</c:v>
                </c:pt>
                <c:pt idx="31468">
                  <c:v>0.36421296295884531</c:v>
                </c:pt>
                <c:pt idx="31469">
                  <c:v>0.36422453703562496</c:v>
                </c:pt>
                <c:pt idx="31470">
                  <c:v>0.36423611111240461</c:v>
                </c:pt>
                <c:pt idx="31471">
                  <c:v>0.36424768518190831</c:v>
                </c:pt>
                <c:pt idx="31472">
                  <c:v>0.36425925925868796</c:v>
                </c:pt>
                <c:pt idx="31473">
                  <c:v>0.36427083332819166</c:v>
                </c:pt>
                <c:pt idx="31474">
                  <c:v>0.36428240740497131</c:v>
                </c:pt>
                <c:pt idx="31475">
                  <c:v>0.36429398148175096</c:v>
                </c:pt>
                <c:pt idx="31476">
                  <c:v>0.36430555555125466</c:v>
                </c:pt>
                <c:pt idx="31477">
                  <c:v>0.36431712962803431</c:v>
                </c:pt>
                <c:pt idx="31478">
                  <c:v>0.36432870370481396</c:v>
                </c:pt>
                <c:pt idx="31479">
                  <c:v>0.36434027777431766</c:v>
                </c:pt>
                <c:pt idx="31480">
                  <c:v>0.36435185185109731</c:v>
                </c:pt>
                <c:pt idx="31481">
                  <c:v>0.364363425920601</c:v>
                </c:pt>
                <c:pt idx="31482">
                  <c:v>0.36437499999738066</c:v>
                </c:pt>
                <c:pt idx="31483">
                  <c:v>0.36438657407416031</c:v>
                </c:pt>
                <c:pt idx="31484">
                  <c:v>0.364398148143664</c:v>
                </c:pt>
                <c:pt idx="31485">
                  <c:v>0.36440972222044365</c:v>
                </c:pt>
                <c:pt idx="31486">
                  <c:v>0.36442129629722331</c:v>
                </c:pt>
                <c:pt idx="31487">
                  <c:v>0.364432870366727</c:v>
                </c:pt>
                <c:pt idx="31488">
                  <c:v>0.36444444444350665</c:v>
                </c:pt>
                <c:pt idx="31489">
                  <c:v>0.36445601851301035</c:v>
                </c:pt>
                <c:pt idx="31490">
                  <c:v>0.36446759258979</c:v>
                </c:pt>
                <c:pt idx="31491">
                  <c:v>0.36447916666656965</c:v>
                </c:pt>
                <c:pt idx="31492">
                  <c:v>0.36449074073607335</c:v>
                </c:pt>
                <c:pt idx="31493">
                  <c:v>0.364502314812853</c:v>
                </c:pt>
                <c:pt idx="31494">
                  <c:v>0.36451388888963265</c:v>
                </c:pt>
                <c:pt idx="31495">
                  <c:v>0.36452546295913635</c:v>
                </c:pt>
                <c:pt idx="31496">
                  <c:v>0.364537037035916</c:v>
                </c:pt>
                <c:pt idx="31497">
                  <c:v>0.3645486111054197</c:v>
                </c:pt>
                <c:pt idx="31498">
                  <c:v>0.36456018518219935</c:v>
                </c:pt>
                <c:pt idx="31499">
                  <c:v>0.364571759258979</c:v>
                </c:pt>
                <c:pt idx="31500">
                  <c:v>0.36458333332848269</c:v>
                </c:pt>
                <c:pt idx="31501">
                  <c:v>0.36459490740526235</c:v>
                </c:pt>
                <c:pt idx="31502">
                  <c:v>0.364606481482042</c:v>
                </c:pt>
                <c:pt idx="31503">
                  <c:v>0.36461805555154569</c:v>
                </c:pt>
                <c:pt idx="31504">
                  <c:v>0.36462962962832535</c:v>
                </c:pt>
                <c:pt idx="31505">
                  <c:v>0.36464120369782904</c:v>
                </c:pt>
                <c:pt idx="31506">
                  <c:v>0.36465277777460869</c:v>
                </c:pt>
                <c:pt idx="31507">
                  <c:v>0.36466435185138835</c:v>
                </c:pt>
                <c:pt idx="31508">
                  <c:v>0.36467592592089204</c:v>
                </c:pt>
                <c:pt idx="31509">
                  <c:v>0.36468749999767169</c:v>
                </c:pt>
                <c:pt idx="31510">
                  <c:v>0.36469907407445135</c:v>
                </c:pt>
                <c:pt idx="31511">
                  <c:v>0.36471064814395504</c:v>
                </c:pt>
                <c:pt idx="31512">
                  <c:v>0.36472222222073469</c:v>
                </c:pt>
                <c:pt idx="31513">
                  <c:v>0.36473379629751435</c:v>
                </c:pt>
                <c:pt idx="31514">
                  <c:v>0.36474537036701804</c:v>
                </c:pt>
                <c:pt idx="31515">
                  <c:v>0.36475694444379769</c:v>
                </c:pt>
                <c:pt idx="31516">
                  <c:v>0.36476851851330139</c:v>
                </c:pt>
                <c:pt idx="31517">
                  <c:v>0.36478009259008104</c:v>
                </c:pt>
                <c:pt idx="31518">
                  <c:v>0.36479166666686069</c:v>
                </c:pt>
                <c:pt idx="31519">
                  <c:v>0.36480324073636439</c:v>
                </c:pt>
                <c:pt idx="31520">
                  <c:v>0.36481481481314404</c:v>
                </c:pt>
                <c:pt idx="31521">
                  <c:v>0.36482638888992369</c:v>
                </c:pt>
                <c:pt idx="31522">
                  <c:v>0.36483796295942739</c:v>
                </c:pt>
                <c:pt idx="31523">
                  <c:v>0.36484953703620704</c:v>
                </c:pt>
                <c:pt idx="31524">
                  <c:v>0.36486111110571073</c:v>
                </c:pt>
                <c:pt idx="31525">
                  <c:v>0.36487268518249039</c:v>
                </c:pt>
                <c:pt idx="31526">
                  <c:v>0.36488425925927004</c:v>
                </c:pt>
                <c:pt idx="31527">
                  <c:v>0.36489583332877373</c:v>
                </c:pt>
                <c:pt idx="31528">
                  <c:v>0.36490740740555339</c:v>
                </c:pt>
                <c:pt idx="31529">
                  <c:v>0.36491898148233304</c:v>
                </c:pt>
                <c:pt idx="31530">
                  <c:v>0.36493055555183673</c:v>
                </c:pt>
                <c:pt idx="31531">
                  <c:v>0.36494212962861639</c:v>
                </c:pt>
                <c:pt idx="31532">
                  <c:v>0.36495370369812008</c:v>
                </c:pt>
                <c:pt idx="31533">
                  <c:v>0.36496527777489973</c:v>
                </c:pt>
                <c:pt idx="31534">
                  <c:v>0.36497685185167938</c:v>
                </c:pt>
                <c:pt idx="31535">
                  <c:v>0.36498842592118308</c:v>
                </c:pt>
                <c:pt idx="31536">
                  <c:v>0.36499999999796273</c:v>
                </c:pt>
                <c:pt idx="31537">
                  <c:v>0.36501157407474238</c:v>
                </c:pt>
                <c:pt idx="31538">
                  <c:v>0.36502314814424608</c:v>
                </c:pt>
                <c:pt idx="31539">
                  <c:v>0.36503472222102573</c:v>
                </c:pt>
                <c:pt idx="31540">
                  <c:v>0.36504629629052943</c:v>
                </c:pt>
                <c:pt idx="31541">
                  <c:v>0.36505787036730908</c:v>
                </c:pt>
                <c:pt idx="31542">
                  <c:v>0.36506944444408873</c:v>
                </c:pt>
                <c:pt idx="31543">
                  <c:v>0.36508101851359243</c:v>
                </c:pt>
                <c:pt idx="31544">
                  <c:v>0.36509259259037208</c:v>
                </c:pt>
                <c:pt idx="31545">
                  <c:v>0.36510416666715173</c:v>
                </c:pt>
                <c:pt idx="31546">
                  <c:v>0.36511574073665543</c:v>
                </c:pt>
                <c:pt idx="31547">
                  <c:v>0.36512731481343508</c:v>
                </c:pt>
                <c:pt idx="31548">
                  <c:v>0.36513888889021473</c:v>
                </c:pt>
                <c:pt idx="31549">
                  <c:v>0.36515046295971842</c:v>
                </c:pt>
                <c:pt idx="31550">
                  <c:v>0.36516203703649808</c:v>
                </c:pt>
                <c:pt idx="31551">
                  <c:v>0.36517361110600177</c:v>
                </c:pt>
                <c:pt idx="31552">
                  <c:v>0.36518518518278142</c:v>
                </c:pt>
                <c:pt idx="31553">
                  <c:v>0.36519675925956108</c:v>
                </c:pt>
                <c:pt idx="31554">
                  <c:v>0.36520833332906477</c:v>
                </c:pt>
                <c:pt idx="31555">
                  <c:v>0.36521990740584442</c:v>
                </c:pt>
                <c:pt idx="31556">
                  <c:v>0.36523148148262408</c:v>
                </c:pt>
                <c:pt idx="31557">
                  <c:v>0.36524305555212777</c:v>
                </c:pt>
                <c:pt idx="31558">
                  <c:v>0.36525462962890742</c:v>
                </c:pt>
                <c:pt idx="31559">
                  <c:v>0.36526620369841112</c:v>
                </c:pt>
                <c:pt idx="31560">
                  <c:v>0.36527777777519077</c:v>
                </c:pt>
                <c:pt idx="31561">
                  <c:v>0.36528935185197042</c:v>
                </c:pt>
                <c:pt idx="31562">
                  <c:v>0.36530092592147412</c:v>
                </c:pt>
                <c:pt idx="31563">
                  <c:v>0.36531249999825377</c:v>
                </c:pt>
                <c:pt idx="31564">
                  <c:v>0.36532407407503342</c:v>
                </c:pt>
                <c:pt idx="31565">
                  <c:v>0.36533564814453712</c:v>
                </c:pt>
                <c:pt idx="31566">
                  <c:v>0.36534722222131677</c:v>
                </c:pt>
                <c:pt idx="31567">
                  <c:v>0.36535879629082046</c:v>
                </c:pt>
                <c:pt idx="31568">
                  <c:v>0.36537037036760012</c:v>
                </c:pt>
                <c:pt idx="31569">
                  <c:v>0.36538194444437977</c:v>
                </c:pt>
                <c:pt idx="31570">
                  <c:v>0.36539351851388346</c:v>
                </c:pt>
                <c:pt idx="31571">
                  <c:v>0.36540509259066312</c:v>
                </c:pt>
                <c:pt idx="31572">
                  <c:v>0.36541666666744277</c:v>
                </c:pt>
                <c:pt idx="31573">
                  <c:v>0.36542824073694646</c:v>
                </c:pt>
                <c:pt idx="31574">
                  <c:v>0.36543981481372612</c:v>
                </c:pt>
                <c:pt idx="31575">
                  <c:v>0.36545138888322981</c:v>
                </c:pt>
                <c:pt idx="31576">
                  <c:v>0.36546296296000946</c:v>
                </c:pt>
                <c:pt idx="31577">
                  <c:v>0.36547453703678912</c:v>
                </c:pt>
                <c:pt idx="31578">
                  <c:v>0.36548611110629281</c:v>
                </c:pt>
                <c:pt idx="31579">
                  <c:v>0.36549768518307246</c:v>
                </c:pt>
                <c:pt idx="31580">
                  <c:v>0.36550925925985212</c:v>
                </c:pt>
                <c:pt idx="31581">
                  <c:v>0.36552083332935581</c:v>
                </c:pt>
                <c:pt idx="31582">
                  <c:v>0.36553240740613546</c:v>
                </c:pt>
                <c:pt idx="31583">
                  <c:v>0.36554398147563916</c:v>
                </c:pt>
                <c:pt idx="31584">
                  <c:v>0.36555555555241881</c:v>
                </c:pt>
                <c:pt idx="31585">
                  <c:v>0.36556712962919846</c:v>
                </c:pt>
                <c:pt idx="31586">
                  <c:v>0.36557870369870216</c:v>
                </c:pt>
                <c:pt idx="31587">
                  <c:v>0.36559027777548181</c:v>
                </c:pt>
                <c:pt idx="31588">
                  <c:v>0.36560185185226146</c:v>
                </c:pt>
                <c:pt idx="31589">
                  <c:v>0.36561342592176516</c:v>
                </c:pt>
                <c:pt idx="31590">
                  <c:v>0.36562499999854481</c:v>
                </c:pt>
                <c:pt idx="31591">
                  <c:v>0.36563657407532446</c:v>
                </c:pt>
                <c:pt idx="31592">
                  <c:v>0.36564814814482816</c:v>
                </c:pt>
                <c:pt idx="31593">
                  <c:v>0.36565972222160781</c:v>
                </c:pt>
                <c:pt idx="31594">
                  <c:v>0.3656712962911115</c:v>
                </c:pt>
                <c:pt idx="31595">
                  <c:v>0.36568287036789116</c:v>
                </c:pt>
                <c:pt idx="31596">
                  <c:v>0.36569444444467081</c:v>
                </c:pt>
                <c:pt idx="31597">
                  <c:v>0.3657060185141745</c:v>
                </c:pt>
                <c:pt idx="31598">
                  <c:v>0.36571759259095415</c:v>
                </c:pt>
                <c:pt idx="31599">
                  <c:v>0.36572916666773381</c:v>
                </c:pt>
                <c:pt idx="31600">
                  <c:v>0.3657407407372375</c:v>
                </c:pt>
                <c:pt idx="31601">
                  <c:v>0.36575231481401715</c:v>
                </c:pt>
                <c:pt idx="31602">
                  <c:v>0.36576388888352085</c:v>
                </c:pt>
                <c:pt idx="31603">
                  <c:v>0.3657754629603005</c:v>
                </c:pt>
                <c:pt idx="31604">
                  <c:v>0.36578703703708015</c:v>
                </c:pt>
                <c:pt idx="31605">
                  <c:v>0.36579861110658385</c:v>
                </c:pt>
                <c:pt idx="31606">
                  <c:v>0.3658101851833635</c:v>
                </c:pt>
                <c:pt idx="31607">
                  <c:v>0.36582175926014315</c:v>
                </c:pt>
                <c:pt idx="31608">
                  <c:v>0.36583333332964685</c:v>
                </c:pt>
                <c:pt idx="31609">
                  <c:v>0.3658449074064265</c:v>
                </c:pt>
                <c:pt idx="31610">
                  <c:v>0.3658564814759302</c:v>
                </c:pt>
                <c:pt idx="31611">
                  <c:v>0.36586805555270985</c:v>
                </c:pt>
                <c:pt idx="31612">
                  <c:v>0.3658796296294895</c:v>
                </c:pt>
                <c:pt idx="31613">
                  <c:v>0.36589120369899319</c:v>
                </c:pt>
                <c:pt idx="31614">
                  <c:v>0.36590277777577285</c:v>
                </c:pt>
                <c:pt idx="31615">
                  <c:v>0.3659143518525525</c:v>
                </c:pt>
                <c:pt idx="31616">
                  <c:v>0.36592592592205619</c:v>
                </c:pt>
                <c:pt idx="31617">
                  <c:v>0.36593749999883585</c:v>
                </c:pt>
                <c:pt idx="31618">
                  <c:v>0.36594907406833954</c:v>
                </c:pt>
                <c:pt idx="31619">
                  <c:v>0.36596064814511919</c:v>
                </c:pt>
                <c:pt idx="31620">
                  <c:v>0.36597222222189885</c:v>
                </c:pt>
                <c:pt idx="31621">
                  <c:v>0.36598379629140254</c:v>
                </c:pt>
                <c:pt idx="31622">
                  <c:v>0.36599537036818219</c:v>
                </c:pt>
                <c:pt idx="31623">
                  <c:v>0.36600694444496185</c:v>
                </c:pt>
                <c:pt idx="31624">
                  <c:v>0.36601851851446554</c:v>
                </c:pt>
                <c:pt idx="31625">
                  <c:v>0.36603009259124519</c:v>
                </c:pt>
                <c:pt idx="31626">
                  <c:v>0.36604166666074889</c:v>
                </c:pt>
                <c:pt idx="31627">
                  <c:v>0.36605324073752854</c:v>
                </c:pt>
                <c:pt idx="31628">
                  <c:v>0.36606481481430819</c:v>
                </c:pt>
                <c:pt idx="31629">
                  <c:v>0.36607638888381189</c:v>
                </c:pt>
                <c:pt idx="31630">
                  <c:v>0.36608796296059154</c:v>
                </c:pt>
                <c:pt idx="31631">
                  <c:v>0.36609953703737119</c:v>
                </c:pt>
                <c:pt idx="31632">
                  <c:v>0.36611111110687489</c:v>
                </c:pt>
                <c:pt idx="31633">
                  <c:v>0.36612268518365454</c:v>
                </c:pt>
                <c:pt idx="31634">
                  <c:v>0.36613425926043419</c:v>
                </c:pt>
                <c:pt idx="31635">
                  <c:v>0.36614583332993789</c:v>
                </c:pt>
                <c:pt idx="31636">
                  <c:v>0.36615740740671754</c:v>
                </c:pt>
                <c:pt idx="31637">
                  <c:v>0.36616898147622123</c:v>
                </c:pt>
                <c:pt idx="31638">
                  <c:v>0.36618055555300089</c:v>
                </c:pt>
                <c:pt idx="31639">
                  <c:v>0.36619212962978054</c:v>
                </c:pt>
                <c:pt idx="31640">
                  <c:v>0.36620370369928423</c:v>
                </c:pt>
                <c:pt idx="31641">
                  <c:v>0.36621527777606389</c:v>
                </c:pt>
                <c:pt idx="31642">
                  <c:v>0.36622685185284354</c:v>
                </c:pt>
                <c:pt idx="31643">
                  <c:v>0.36623842592234723</c:v>
                </c:pt>
                <c:pt idx="31644">
                  <c:v>0.36624999999912689</c:v>
                </c:pt>
                <c:pt idx="31645">
                  <c:v>0.36626157406863058</c:v>
                </c:pt>
                <c:pt idx="31646">
                  <c:v>0.36627314814541023</c:v>
                </c:pt>
                <c:pt idx="31647">
                  <c:v>0.36628472222218988</c:v>
                </c:pt>
                <c:pt idx="31648">
                  <c:v>0.36629629629169358</c:v>
                </c:pt>
                <c:pt idx="31649">
                  <c:v>0.36630787036847323</c:v>
                </c:pt>
                <c:pt idx="31650">
                  <c:v>0.36631944444525288</c:v>
                </c:pt>
                <c:pt idx="31651">
                  <c:v>0.36633101851475658</c:v>
                </c:pt>
                <c:pt idx="31652">
                  <c:v>0.36634259259153623</c:v>
                </c:pt>
                <c:pt idx="31653">
                  <c:v>0.36635416666103993</c:v>
                </c:pt>
                <c:pt idx="31654">
                  <c:v>0.36636574073781958</c:v>
                </c:pt>
                <c:pt idx="31655">
                  <c:v>0.36637731481459923</c:v>
                </c:pt>
                <c:pt idx="31656">
                  <c:v>0.36638888888410293</c:v>
                </c:pt>
                <c:pt idx="31657">
                  <c:v>0.36640046296088258</c:v>
                </c:pt>
                <c:pt idx="31658">
                  <c:v>0.36641203703766223</c:v>
                </c:pt>
                <c:pt idx="31659">
                  <c:v>0.36642361110716593</c:v>
                </c:pt>
                <c:pt idx="31660">
                  <c:v>0.36643518518394558</c:v>
                </c:pt>
                <c:pt idx="31661">
                  <c:v>0.36644675925344927</c:v>
                </c:pt>
                <c:pt idx="31662">
                  <c:v>0.36645833333022892</c:v>
                </c:pt>
                <c:pt idx="31663">
                  <c:v>0.36646990740700858</c:v>
                </c:pt>
                <c:pt idx="31664">
                  <c:v>0.36648148147651227</c:v>
                </c:pt>
                <c:pt idx="31665">
                  <c:v>0.36649305555329192</c:v>
                </c:pt>
                <c:pt idx="31666">
                  <c:v>0.36650462963007158</c:v>
                </c:pt>
                <c:pt idx="31667">
                  <c:v>0.36651620369957527</c:v>
                </c:pt>
                <c:pt idx="31668">
                  <c:v>0.36652777777635492</c:v>
                </c:pt>
                <c:pt idx="31669">
                  <c:v>0.36653935185313458</c:v>
                </c:pt>
                <c:pt idx="31670">
                  <c:v>0.36655092592263827</c:v>
                </c:pt>
                <c:pt idx="31671">
                  <c:v>0.36656249999941792</c:v>
                </c:pt>
                <c:pt idx="31672">
                  <c:v>0.36657407406892162</c:v>
                </c:pt>
                <c:pt idx="31673">
                  <c:v>0.36658564814570127</c:v>
                </c:pt>
                <c:pt idx="31674">
                  <c:v>0.36659722222248092</c:v>
                </c:pt>
                <c:pt idx="31675">
                  <c:v>0.36660879629198462</c:v>
                </c:pt>
                <c:pt idx="31676">
                  <c:v>0.36662037036876427</c:v>
                </c:pt>
                <c:pt idx="31677">
                  <c:v>0.36663194444554392</c:v>
                </c:pt>
                <c:pt idx="31678">
                  <c:v>0.36664351851504762</c:v>
                </c:pt>
                <c:pt idx="31679">
                  <c:v>0.36665509259182727</c:v>
                </c:pt>
                <c:pt idx="31680">
                  <c:v>0.36666666666133096</c:v>
                </c:pt>
                <c:pt idx="31681">
                  <c:v>0.36667824073811062</c:v>
                </c:pt>
                <c:pt idx="31682">
                  <c:v>0.36668981481489027</c:v>
                </c:pt>
                <c:pt idx="31683">
                  <c:v>0.36670138888439396</c:v>
                </c:pt>
                <c:pt idx="31684">
                  <c:v>0.36671296296117362</c:v>
                </c:pt>
                <c:pt idx="31685">
                  <c:v>0.36672453703795327</c:v>
                </c:pt>
                <c:pt idx="31686">
                  <c:v>0.36673611110745696</c:v>
                </c:pt>
                <c:pt idx="31687">
                  <c:v>0.36674768518423662</c:v>
                </c:pt>
                <c:pt idx="31688">
                  <c:v>0.36675925925374031</c:v>
                </c:pt>
                <c:pt idx="31689">
                  <c:v>0.36677083333051996</c:v>
                </c:pt>
                <c:pt idx="31690">
                  <c:v>0.36678240740729962</c:v>
                </c:pt>
                <c:pt idx="31691">
                  <c:v>0.36679398147680331</c:v>
                </c:pt>
                <c:pt idx="31692">
                  <c:v>0.36680555555358296</c:v>
                </c:pt>
                <c:pt idx="31693">
                  <c:v>0.36681712963036261</c:v>
                </c:pt>
                <c:pt idx="31694">
                  <c:v>0.36682870369986631</c:v>
                </c:pt>
                <c:pt idx="31695">
                  <c:v>0.36684027777664596</c:v>
                </c:pt>
                <c:pt idx="31696">
                  <c:v>0.36685185184614966</c:v>
                </c:pt>
                <c:pt idx="31697">
                  <c:v>0.36686342592292931</c:v>
                </c:pt>
                <c:pt idx="31698">
                  <c:v>0.36687499999970896</c:v>
                </c:pt>
                <c:pt idx="31699">
                  <c:v>0.36688657406921266</c:v>
                </c:pt>
                <c:pt idx="31700">
                  <c:v>0.36689814814599231</c:v>
                </c:pt>
                <c:pt idx="31701">
                  <c:v>0.36690972222277196</c:v>
                </c:pt>
                <c:pt idx="31702">
                  <c:v>0.36692129629227566</c:v>
                </c:pt>
                <c:pt idx="31703">
                  <c:v>0.36693287036905531</c:v>
                </c:pt>
                <c:pt idx="31704">
                  <c:v>0.366944444438559</c:v>
                </c:pt>
                <c:pt idx="31705">
                  <c:v>0.36695601851533866</c:v>
                </c:pt>
                <c:pt idx="31706">
                  <c:v>0.36696759259211831</c:v>
                </c:pt>
                <c:pt idx="31707">
                  <c:v>0.366979166661622</c:v>
                </c:pt>
                <c:pt idx="31708">
                  <c:v>0.36699074073840166</c:v>
                </c:pt>
                <c:pt idx="31709">
                  <c:v>0.36700231481518131</c:v>
                </c:pt>
                <c:pt idx="31710">
                  <c:v>0.367013888884685</c:v>
                </c:pt>
                <c:pt idx="31711">
                  <c:v>0.36702546296146465</c:v>
                </c:pt>
                <c:pt idx="31712">
                  <c:v>0.36703703703824431</c:v>
                </c:pt>
                <c:pt idx="31713">
                  <c:v>0.367048611107748</c:v>
                </c:pt>
                <c:pt idx="31714">
                  <c:v>0.36706018518452765</c:v>
                </c:pt>
                <c:pt idx="31715">
                  <c:v>0.36707175925403135</c:v>
                </c:pt>
                <c:pt idx="31716">
                  <c:v>0.367083333330811</c:v>
                </c:pt>
                <c:pt idx="31717">
                  <c:v>0.36709490740759065</c:v>
                </c:pt>
                <c:pt idx="31718">
                  <c:v>0.36710648147709435</c:v>
                </c:pt>
                <c:pt idx="31719">
                  <c:v>0.367118055553874</c:v>
                </c:pt>
                <c:pt idx="31720">
                  <c:v>0.36712962963065365</c:v>
                </c:pt>
                <c:pt idx="31721">
                  <c:v>0.36714120370015735</c:v>
                </c:pt>
                <c:pt idx="31722">
                  <c:v>0.367152777776937</c:v>
                </c:pt>
                <c:pt idx="31723">
                  <c:v>0.3671643518464407</c:v>
                </c:pt>
                <c:pt idx="31724">
                  <c:v>0.36717592592322035</c:v>
                </c:pt>
                <c:pt idx="31725">
                  <c:v>0.3671875</c:v>
                </c:pt>
                <c:pt idx="31726">
                  <c:v>0.36719907406950369</c:v>
                </c:pt>
                <c:pt idx="31727">
                  <c:v>0.36721064814628335</c:v>
                </c:pt>
                <c:pt idx="31728">
                  <c:v>0.367222222223063</c:v>
                </c:pt>
                <c:pt idx="31729">
                  <c:v>0.36723379629256669</c:v>
                </c:pt>
                <c:pt idx="31730">
                  <c:v>0.36724537036934635</c:v>
                </c:pt>
                <c:pt idx="31731">
                  <c:v>0.36725694443885004</c:v>
                </c:pt>
                <c:pt idx="31732">
                  <c:v>0.36726851851562969</c:v>
                </c:pt>
                <c:pt idx="31733">
                  <c:v>0.36728009259240935</c:v>
                </c:pt>
                <c:pt idx="31734">
                  <c:v>0.36729166666191304</c:v>
                </c:pt>
                <c:pt idx="31735">
                  <c:v>0.36730324073869269</c:v>
                </c:pt>
                <c:pt idx="31736">
                  <c:v>0.36731481481547235</c:v>
                </c:pt>
                <c:pt idx="31737">
                  <c:v>0.36732638888497604</c:v>
                </c:pt>
                <c:pt idx="31738">
                  <c:v>0.36733796296175569</c:v>
                </c:pt>
                <c:pt idx="31739">
                  <c:v>0.36734953703125939</c:v>
                </c:pt>
                <c:pt idx="31740">
                  <c:v>0.36736111110803904</c:v>
                </c:pt>
                <c:pt idx="31741">
                  <c:v>0.36737268518481869</c:v>
                </c:pt>
                <c:pt idx="31742">
                  <c:v>0.36738425925432239</c:v>
                </c:pt>
                <c:pt idx="31743">
                  <c:v>0.36739583333110204</c:v>
                </c:pt>
                <c:pt idx="31744">
                  <c:v>0.36740740740788169</c:v>
                </c:pt>
                <c:pt idx="31745">
                  <c:v>0.36741898147738539</c:v>
                </c:pt>
                <c:pt idx="31746">
                  <c:v>0.36743055555416504</c:v>
                </c:pt>
                <c:pt idx="31747">
                  <c:v>0.36744212963094469</c:v>
                </c:pt>
                <c:pt idx="31748">
                  <c:v>0.36745370370044839</c:v>
                </c:pt>
                <c:pt idx="31749">
                  <c:v>0.36746527777722804</c:v>
                </c:pt>
                <c:pt idx="31750">
                  <c:v>0.36747685184673173</c:v>
                </c:pt>
                <c:pt idx="31751">
                  <c:v>0.36748842592351139</c:v>
                </c:pt>
                <c:pt idx="31752">
                  <c:v>0.36750000000029104</c:v>
                </c:pt>
                <c:pt idx="31753">
                  <c:v>0.36751157406979473</c:v>
                </c:pt>
                <c:pt idx="31754">
                  <c:v>0.36752314814657439</c:v>
                </c:pt>
                <c:pt idx="31755">
                  <c:v>0.36753472222335404</c:v>
                </c:pt>
                <c:pt idx="31756">
                  <c:v>0.36754629629285773</c:v>
                </c:pt>
                <c:pt idx="31757">
                  <c:v>0.36755787036963739</c:v>
                </c:pt>
                <c:pt idx="31758">
                  <c:v>0.36756944443914108</c:v>
                </c:pt>
                <c:pt idx="31759">
                  <c:v>0.36758101851592073</c:v>
                </c:pt>
                <c:pt idx="31760">
                  <c:v>0.36759259259270038</c:v>
                </c:pt>
                <c:pt idx="31761">
                  <c:v>0.36760416666220408</c:v>
                </c:pt>
                <c:pt idx="31762">
                  <c:v>0.36761574073898373</c:v>
                </c:pt>
                <c:pt idx="31763">
                  <c:v>0.36762731481576338</c:v>
                </c:pt>
                <c:pt idx="31764">
                  <c:v>0.36763888888526708</c:v>
                </c:pt>
                <c:pt idx="31765">
                  <c:v>0.36765046296204673</c:v>
                </c:pt>
                <c:pt idx="31766">
                  <c:v>0.36766203703155043</c:v>
                </c:pt>
                <c:pt idx="31767">
                  <c:v>0.36767361110833008</c:v>
                </c:pt>
                <c:pt idx="31768">
                  <c:v>0.36768518518510973</c:v>
                </c:pt>
                <c:pt idx="31769">
                  <c:v>0.36769675925461343</c:v>
                </c:pt>
                <c:pt idx="31770">
                  <c:v>0.36770833333139308</c:v>
                </c:pt>
                <c:pt idx="31771">
                  <c:v>0.36771990740817273</c:v>
                </c:pt>
                <c:pt idx="31772">
                  <c:v>0.36773148147767643</c:v>
                </c:pt>
                <c:pt idx="31773">
                  <c:v>0.36774305555445608</c:v>
                </c:pt>
                <c:pt idx="31774">
                  <c:v>0.36775462962395977</c:v>
                </c:pt>
                <c:pt idx="31775">
                  <c:v>0.36776620370073942</c:v>
                </c:pt>
                <c:pt idx="31776">
                  <c:v>0.36777777777751908</c:v>
                </c:pt>
                <c:pt idx="31777">
                  <c:v>0.36778935184702277</c:v>
                </c:pt>
                <c:pt idx="31778">
                  <c:v>0.36780092592380242</c:v>
                </c:pt>
                <c:pt idx="31779">
                  <c:v>0.36781250000058208</c:v>
                </c:pt>
                <c:pt idx="31780">
                  <c:v>0.36782407407008577</c:v>
                </c:pt>
                <c:pt idx="31781">
                  <c:v>0.36783564814686542</c:v>
                </c:pt>
                <c:pt idx="31782">
                  <c:v>0.36784722221636912</c:v>
                </c:pt>
                <c:pt idx="31783">
                  <c:v>0.36785879629314877</c:v>
                </c:pt>
                <c:pt idx="31784">
                  <c:v>0.36787037036992842</c:v>
                </c:pt>
                <c:pt idx="31785">
                  <c:v>0.36788194443943212</c:v>
                </c:pt>
                <c:pt idx="31786">
                  <c:v>0.36789351851621177</c:v>
                </c:pt>
                <c:pt idx="31787">
                  <c:v>0.36790509259299142</c:v>
                </c:pt>
                <c:pt idx="31788">
                  <c:v>0.36791666666249512</c:v>
                </c:pt>
                <c:pt idx="31789">
                  <c:v>0.36792824073927477</c:v>
                </c:pt>
                <c:pt idx="31790">
                  <c:v>0.36793981481605442</c:v>
                </c:pt>
                <c:pt idx="31791">
                  <c:v>0.36795138888555812</c:v>
                </c:pt>
                <c:pt idx="31792">
                  <c:v>0.36796296296233777</c:v>
                </c:pt>
                <c:pt idx="31793">
                  <c:v>0.36797453703184146</c:v>
                </c:pt>
                <c:pt idx="31794">
                  <c:v>0.36798611110862112</c:v>
                </c:pt>
                <c:pt idx="31795">
                  <c:v>0.36799768518540077</c:v>
                </c:pt>
                <c:pt idx="31796">
                  <c:v>0.36800925925490446</c:v>
                </c:pt>
                <c:pt idx="31797">
                  <c:v>0.36802083333168412</c:v>
                </c:pt>
                <c:pt idx="31798">
                  <c:v>0.36803240740846377</c:v>
                </c:pt>
                <c:pt idx="31799">
                  <c:v>0.36804398147796746</c:v>
                </c:pt>
                <c:pt idx="31800">
                  <c:v>0.36805555555474712</c:v>
                </c:pt>
                <c:pt idx="31801">
                  <c:v>0.36806712962425081</c:v>
                </c:pt>
                <c:pt idx="31802">
                  <c:v>0.36807870370103046</c:v>
                </c:pt>
                <c:pt idx="31803">
                  <c:v>0.36809027777781012</c:v>
                </c:pt>
                <c:pt idx="31804">
                  <c:v>0.36810185184731381</c:v>
                </c:pt>
                <c:pt idx="31805">
                  <c:v>0.36811342592409346</c:v>
                </c:pt>
                <c:pt idx="31806">
                  <c:v>0.36812500000087311</c:v>
                </c:pt>
                <c:pt idx="31807">
                  <c:v>0.36813657407037681</c:v>
                </c:pt>
                <c:pt idx="31808">
                  <c:v>0.36814814814715646</c:v>
                </c:pt>
                <c:pt idx="31809">
                  <c:v>0.36815972221666016</c:v>
                </c:pt>
                <c:pt idx="31810">
                  <c:v>0.36817129629343981</c:v>
                </c:pt>
                <c:pt idx="31811">
                  <c:v>0.36818287037021946</c:v>
                </c:pt>
                <c:pt idx="31812">
                  <c:v>0.36819444443972316</c:v>
                </c:pt>
                <c:pt idx="31813">
                  <c:v>0.36820601851650281</c:v>
                </c:pt>
                <c:pt idx="31814">
                  <c:v>0.36821759259328246</c:v>
                </c:pt>
                <c:pt idx="31815">
                  <c:v>0.36822916666278616</c:v>
                </c:pt>
                <c:pt idx="31816">
                  <c:v>0.36824074073956581</c:v>
                </c:pt>
                <c:pt idx="31817">
                  <c:v>0.3682523148090695</c:v>
                </c:pt>
                <c:pt idx="31818">
                  <c:v>0.36826388888584916</c:v>
                </c:pt>
                <c:pt idx="31819">
                  <c:v>0.36827546296262881</c:v>
                </c:pt>
                <c:pt idx="31820">
                  <c:v>0.3682870370321325</c:v>
                </c:pt>
                <c:pt idx="31821">
                  <c:v>0.36829861110891216</c:v>
                </c:pt>
                <c:pt idx="31822">
                  <c:v>0.36831018518569181</c:v>
                </c:pt>
                <c:pt idx="31823">
                  <c:v>0.3683217592551955</c:v>
                </c:pt>
                <c:pt idx="31824">
                  <c:v>0.36833333333197515</c:v>
                </c:pt>
                <c:pt idx="31825">
                  <c:v>0.36834490740147885</c:v>
                </c:pt>
                <c:pt idx="31826">
                  <c:v>0.3683564814782585</c:v>
                </c:pt>
                <c:pt idx="31827">
                  <c:v>0.36836805555503815</c:v>
                </c:pt>
                <c:pt idx="31828">
                  <c:v>0.36837962962454185</c:v>
                </c:pt>
                <c:pt idx="31829">
                  <c:v>0.3683912037013215</c:v>
                </c:pt>
                <c:pt idx="31830">
                  <c:v>0.36840277777810115</c:v>
                </c:pt>
                <c:pt idx="31831">
                  <c:v>0.36841435184760485</c:v>
                </c:pt>
                <c:pt idx="31832">
                  <c:v>0.3684259259243845</c:v>
                </c:pt>
                <c:pt idx="31833">
                  <c:v>0.36843750000116415</c:v>
                </c:pt>
                <c:pt idx="31834">
                  <c:v>0.36844907407066785</c:v>
                </c:pt>
                <c:pt idx="31835">
                  <c:v>0.3684606481474475</c:v>
                </c:pt>
                <c:pt idx="31836">
                  <c:v>0.3684722222169512</c:v>
                </c:pt>
                <c:pt idx="31837">
                  <c:v>0.36848379629373085</c:v>
                </c:pt>
                <c:pt idx="31838">
                  <c:v>0.3684953703705105</c:v>
                </c:pt>
                <c:pt idx="31839">
                  <c:v>0.36850694444001419</c:v>
                </c:pt>
                <c:pt idx="31840">
                  <c:v>0.36851851851679385</c:v>
                </c:pt>
                <c:pt idx="31841">
                  <c:v>0.3685300925935735</c:v>
                </c:pt>
                <c:pt idx="31842">
                  <c:v>0.36854166666307719</c:v>
                </c:pt>
                <c:pt idx="31843">
                  <c:v>0.36855324073985685</c:v>
                </c:pt>
                <c:pt idx="31844">
                  <c:v>0.36856481480936054</c:v>
                </c:pt>
                <c:pt idx="31845">
                  <c:v>0.36857638888614019</c:v>
                </c:pt>
                <c:pt idx="31846">
                  <c:v>0.36858796296291985</c:v>
                </c:pt>
                <c:pt idx="31847">
                  <c:v>0.36859953703242354</c:v>
                </c:pt>
                <c:pt idx="31848">
                  <c:v>0.36861111110920319</c:v>
                </c:pt>
                <c:pt idx="31849">
                  <c:v>0.36862268518598285</c:v>
                </c:pt>
                <c:pt idx="31850">
                  <c:v>0.36863425925548654</c:v>
                </c:pt>
                <c:pt idx="31851">
                  <c:v>0.36864583333226619</c:v>
                </c:pt>
                <c:pt idx="31852">
                  <c:v>0.36865740740176989</c:v>
                </c:pt>
                <c:pt idx="31853">
                  <c:v>0.36866898147854954</c:v>
                </c:pt>
                <c:pt idx="31854">
                  <c:v>0.36868055555532919</c:v>
                </c:pt>
                <c:pt idx="31855">
                  <c:v>0.36869212962483289</c:v>
                </c:pt>
                <c:pt idx="31856">
                  <c:v>0.36870370370161254</c:v>
                </c:pt>
                <c:pt idx="31857">
                  <c:v>0.36871527777839219</c:v>
                </c:pt>
                <c:pt idx="31858">
                  <c:v>0.36872685184789589</c:v>
                </c:pt>
                <c:pt idx="31859">
                  <c:v>0.36873842592467554</c:v>
                </c:pt>
                <c:pt idx="31860">
                  <c:v>0.36874999999417923</c:v>
                </c:pt>
                <c:pt idx="31861">
                  <c:v>0.36876157407095889</c:v>
                </c:pt>
                <c:pt idx="31862">
                  <c:v>0.36877314814773854</c:v>
                </c:pt>
                <c:pt idx="31863">
                  <c:v>0.36878472221724223</c:v>
                </c:pt>
                <c:pt idx="31864">
                  <c:v>0.36879629629402189</c:v>
                </c:pt>
                <c:pt idx="31865">
                  <c:v>0.36880787037080154</c:v>
                </c:pt>
                <c:pt idx="31866">
                  <c:v>0.36881944444030523</c:v>
                </c:pt>
                <c:pt idx="31867">
                  <c:v>0.36883101851708489</c:v>
                </c:pt>
                <c:pt idx="31868">
                  <c:v>0.36884259259386454</c:v>
                </c:pt>
                <c:pt idx="31869">
                  <c:v>0.36885416666336823</c:v>
                </c:pt>
                <c:pt idx="31870">
                  <c:v>0.36886574074014788</c:v>
                </c:pt>
                <c:pt idx="31871">
                  <c:v>0.36887731480965158</c:v>
                </c:pt>
                <c:pt idx="31872">
                  <c:v>0.36888888888643123</c:v>
                </c:pt>
                <c:pt idx="31873">
                  <c:v>0.36890046296321088</c:v>
                </c:pt>
                <c:pt idx="31874">
                  <c:v>0.36891203703271458</c:v>
                </c:pt>
                <c:pt idx="31875">
                  <c:v>0.36892361110949423</c:v>
                </c:pt>
                <c:pt idx="31876">
                  <c:v>0.36893518518627388</c:v>
                </c:pt>
                <c:pt idx="31877">
                  <c:v>0.36894675925577758</c:v>
                </c:pt>
                <c:pt idx="31878">
                  <c:v>0.36895833333255723</c:v>
                </c:pt>
                <c:pt idx="31879">
                  <c:v>0.36896990740206093</c:v>
                </c:pt>
                <c:pt idx="31880">
                  <c:v>0.36898148147884058</c:v>
                </c:pt>
                <c:pt idx="31881">
                  <c:v>0.36899305555562023</c:v>
                </c:pt>
                <c:pt idx="31882">
                  <c:v>0.36900462962512393</c:v>
                </c:pt>
                <c:pt idx="31883">
                  <c:v>0.36901620370190358</c:v>
                </c:pt>
                <c:pt idx="31884">
                  <c:v>0.36902777777868323</c:v>
                </c:pt>
                <c:pt idx="31885">
                  <c:v>0.36903935184818693</c:v>
                </c:pt>
                <c:pt idx="31886">
                  <c:v>0.36905092592496658</c:v>
                </c:pt>
                <c:pt idx="31887">
                  <c:v>0.36906249999447027</c:v>
                </c:pt>
                <c:pt idx="31888">
                  <c:v>0.36907407407124992</c:v>
                </c:pt>
                <c:pt idx="31889">
                  <c:v>0.36908564814802958</c:v>
                </c:pt>
                <c:pt idx="31890">
                  <c:v>0.36909722221753327</c:v>
                </c:pt>
                <c:pt idx="31891">
                  <c:v>0.36910879629431292</c:v>
                </c:pt>
                <c:pt idx="31892">
                  <c:v>0.36912037037109258</c:v>
                </c:pt>
                <c:pt idx="31893">
                  <c:v>0.36913194444059627</c:v>
                </c:pt>
                <c:pt idx="31894">
                  <c:v>0.36914351851737592</c:v>
                </c:pt>
                <c:pt idx="31895">
                  <c:v>0.36915509258687962</c:v>
                </c:pt>
                <c:pt idx="31896">
                  <c:v>0.36916666666365927</c:v>
                </c:pt>
                <c:pt idx="31897">
                  <c:v>0.36917824074043892</c:v>
                </c:pt>
                <c:pt idx="31898">
                  <c:v>0.36918981480994262</c:v>
                </c:pt>
                <c:pt idx="31899">
                  <c:v>0.36920138888672227</c:v>
                </c:pt>
                <c:pt idx="31900">
                  <c:v>0.36921296296350192</c:v>
                </c:pt>
                <c:pt idx="31901">
                  <c:v>0.36922453703300562</c:v>
                </c:pt>
                <c:pt idx="31902">
                  <c:v>0.36923611110978527</c:v>
                </c:pt>
                <c:pt idx="31903">
                  <c:v>0.36924768517928896</c:v>
                </c:pt>
                <c:pt idx="31904">
                  <c:v>0.36925925925606862</c:v>
                </c:pt>
                <c:pt idx="31905">
                  <c:v>0.36927083333284827</c:v>
                </c:pt>
                <c:pt idx="31906">
                  <c:v>0.36928240740235196</c:v>
                </c:pt>
                <c:pt idx="31907">
                  <c:v>0.36929398147913162</c:v>
                </c:pt>
                <c:pt idx="31908">
                  <c:v>0.36930555555591127</c:v>
                </c:pt>
                <c:pt idx="31909">
                  <c:v>0.36931712962541496</c:v>
                </c:pt>
                <c:pt idx="31910">
                  <c:v>0.36932870370219462</c:v>
                </c:pt>
                <c:pt idx="31911">
                  <c:v>0.36934027777897427</c:v>
                </c:pt>
                <c:pt idx="31912">
                  <c:v>0.36935185184847796</c:v>
                </c:pt>
                <c:pt idx="31913">
                  <c:v>0.36936342592525762</c:v>
                </c:pt>
                <c:pt idx="31914">
                  <c:v>0.36937499999476131</c:v>
                </c:pt>
                <c:pt idx="31915">
                  <c:v>0.36938657407154096</c:v>
                </c:pt>
                <c:pt idx="31916">
                  <c:v>0.36939814814832062</c:v>
                </c:pt>
                <c:pt idx="31917">
                  <c:v>0.36940972221782431</c:v>
                </c:pt>
                <c:pt idx="31918">
                  <c:v>0.36942129629460396</c:v>
                </c:pt>
                <c:pt idx="31919">
                  <c:v>0.36943287037138361</c:v>
                </c:pt>
                <c:pt idx="31920">
                  <c:v>0.36944444444088731</c:v>
                </c:pt>
                <c:pt idx="31921">
                  <c:v>0.36945601851766696</c:v>
                </c:pt>
                <c:pt idx="31922">
                  <c:v>0.36946759258717066</c:v>
                </c:pt>
                <c:pt idx="31923">
                  <c:v>0.36947916666395031</c:v>
                </c:pt>
                <c:pt idx="31924">
                  <c:v>0.36949074074072996</c:v>
                </c:pt>
                <c:pt idx="31925">
                  <c:v>0.36950231481023366</c:v>
                </c:pt>
                <c:pt idx="31926">
                  <c:v>0.36951388888701331</c:v>
                </c:pt>
                <c:pt idx="31927">
                  <c:v>0.36952546296379296</c:v>
                </c:pt>
                <c:pt idx="31928">
                  <c:v>0.36953703703329666</c:v>
                </c:pt>
                <c:pt idx="31929">
                  <c:v>0.36954861111007631</c:v>
                </c:pt>
                <c:pt idx="31930">
                  <c:v>0.36956018517958</c:v>
                </c:pt>
                <c:pt idx="31931">
                  <c:v>0.36957175925635966</c:v>
                </c:pt>
                <c:pt idx="31932">
                  <c:v>0.36958333333313931</c:v>
                </c:pt>
                <c:pt idx="31933">
                  <c:v>0.369594907402643</c:v>
                </c:pt>
                <c:pt idx="31934">
                  <c:v>0.36960648147942265</c:v>
                </c:pt>
                <c:pt idx="31935">
                  <c:v>0.36961805555620231</c:v>
                </c:pt>
                <c:pt idx="31936">
                  <c:v>0.369629629625706</c:v>
                </c:pt>
                <c:pt idx="31937">
                  <c:v>0.36964120370248565</c:v>
                </c:pt>
                <c:pt idx="31938">
                  <c:v>0.36965277777198935</c:v>
                </c:pt>
                <c:pt idx="31939">
                  <c:v>0.369664351848769</c:v>
                </c:pt>
                <c:pt idx="31940">
                  <c:v>0.36967592592554865</c:v>
                </c:pt>
                <c:pt idx="31941">
                  <c:v>0.36968749999505235</c:v>
                </c:pt>
                <c:pt idx="31942">
                  <c:v>0.369699074071832</c:v>
                </c:pt>
                <c:pt idx="31943">
                  <c:v>0.36971064814861165</c:v>
                </c:pt>
                <c:pt idx="31944">
                  <c:v>0.36972222221811535</c:v>
                </c:pt>
                <c:pt idx="31945">
                  <c:v>0.369733796294895</c:v>
                </c:pt>
                <c:pt idx="31946">
                  <c:v>0.36974537037167465</c:v>
                </c:pt>
                <c:pt idx="31947">
                  <c:v>0.36975694444117835</c:v>
                </c:pt>
                <c:pt idx="31948">
                  <c:v>0.369768518517958</c:v>
                </c:pt>
                <c:pt idx="31949">
                  <c:v>0.3697800925874617</c:v>
                </c:pt>
                <c:pt idx="31950">
                  <c:v>0.36979166666424135</c:v>
                </c:pt>
                <c:pt idx="31951">
                  <c:v>0.369803240741021</c:v>
                </c:pt>
                <c:pt idx="31952">
                  <c:v>0.36981481481052469</c:v>
                </c:pt>
                <c:pt idx="31953">
                  <c:v>0.36982638888730435</c:v>
                </c:pt>
                <c:pt idx="31954">
                  <c:v>0.369837962964084</c:v>
                </c:pt>
                <c:pt idx="31955">
                  <c:v>0.36984953703358769</c:v>
                </c:pt>
                <c:pt idx="31956">
                  <c:v>0.36986111111036735</c:v>
                </c:pt>
                <c:pt idx="31957">
                  <c:v>0.36987268517987104</c:v>
                </c:pt>
                <c:pt idx="31958">
                  <c:v>0.36988425925665069</c:v>
                </c:pt>
                <c:pt idx="31959">
                  <c:v>0.36989583333343035</c:v>
                </c:pt>
                <c:pt idx="31960">
                  <c:v>0.36990740740293404</c:v>
                </c:pt>
                <c:pt idx="31961">
                  <c:v>0.36991898147971369</c:v>
                </c:pt>
                <c:pt idx="31962">
                  <c:v>0.36993055555649335</c:v>
                </c:pt>
                <c:pt idx="31963">
                  <c:v>0.36994212962599704</c:v>
                </c:pt>
                <c:pt idx="31964">
                  <c:v>0.36995370370277669</c:v>
                </c:pt>
                <c:pt idx="31965">
                  <c:v>0.36996527777228039</c:v>
                </c:pt>
                <c:pt idx="31966">
                  <c:v>0.36997685184906004</c:v>
                </c:pt>
                <c:pt idx="31967">
                  <c:v>0.36998842592583969</c:v>
                </c:pt>
                <c:pt idx="31968">
                  <c:v>0.36999999999534339</c:v>
                </c:pt>
                <c:pt idx="31969">
                  <c:v>0.37001157407212304</c:v>
                </c:pt>
                <c:pt idx="31970">
                  <c:v>0.37002314814890269</c:v>
                </c:pt>
                <c:pt idx="31971">
                  <c:v>0.37003472221840639</c:v>
                </c:pt>
                <c:pt idx="31972">
                  <c:v>0.37004629629518604</c:v>
                </c:pt>
                <c:pt idx="31973">
                  <c:v>0.37005787036468973</c:v>
                </c:pt>
                <c:pt idx="31974">
                  <c:v>0.37006944444146939</c:v>
                </c:pt>
                <c:pt idx="31975">
                  <c:v>0.37008101851824904</c:v>
                </c:pt>
                <c:pt idx="31976">
                  <c:v>0.37009259258775273</c:v>
                </c:pt>
                <c:pt idx="31977">
                  <c:v>0.37010416666453239</c:v>
                </c:pt>
                <c:pt idx="31978">
                  <c:v>0.37011574074131204</c:v>
                </c:pt>
                <c:pt idx="31979">
                  <c:v>0.37012731481081573</c:v>
                </c:pt>
                <c:pt idx="31980">
                  <c:v>0.37013888888759539</c:v>
                </c:pt>
                <c:pt idx="31981">
                  <c:v>0.37015046295709908</c:v>
                </c:pt>
                <c:pt idx="31982">
                  <c:v>0.37016203703387873</c:v>
                </c:pt>
                <c:pt idx="31983">
                  <c:v>0.37017361111065838</c:v>
                </c:pt>
                <c:pt idx="31984">
                  <c:v>0.37018518518016208</c:v>
                </c:pt>
                <c:pt idx="31985">
                  <c:v>0.37019675925694173</c:v>
                </c:pt>
                <c:pt idx="31986">
                  <c:v>0.37020833333372138</c:v>
                </c:pt>
                <c:pt idx="31987">
                  <c:v>0.37021990740322508</c:v>
                </c:pt>
                <c:pt idx="31988">
                  <c:v>0.37023148148000473</c:v>
                </c:pt>
                <c:pt idx="31989">
                  <c:v>0.37024305555678438</c:v>
                </c:pt>
                <c:pt idx="31990">
                  <c:v>0.37025462962628808</c:v>
                </c:pt>
                <c:pt idx="31991">
                  <c:v>0.37026620370306773</c:v>
                </c:pt>
                <c:pt idx="31992">
                  <c:v>0.37027777777257143</c:v>
                </c:pt>
                <c:pt idx="31993">
                  <c:v>0.37028935184935108</c:v>
                </c:pt>
                <c:pt idx="31994">
                  <c:v>0.37030092592613073</c:v>
                </c:pt>
                <c:pt idx="31995">
                  <c:v>0.37031249999563443</c:v>
                </c:pt>
                <c:pt idx="31996">
                  <c:v>0.37032407407241408</c:v>
                </c:pt>
                <c:pt idx="31997">
                  <c:v>0.37033564814919373</c:v>
                </c:pt>
                <c:pt idx="31998">
                  <c:v>0.37034722221869742</c:v>
                </c:pt>
                <c:pt idx="31999">
                  <c:v>0.37035879629547708</c:v>
                </c:pt>
                <c:pt idx="32000">
                  <c:v>0.37037037036498077</c:v>
                </c:pt>
                <c:pt idx="32001">
                  <c:v>0.37038194444176042</c:v>
                </c:pt>
                <c:pt idx="32002">
                  <c:v>0.37039351851854008</c:v>
                </c:pt>
                <c:pt idx="32003">
                  <c:v>0.37040509258804377</c:v>
                </c:pt>
                <c:pt idx="32004">
                  <c:v>0.37041666666482342</c:v>
                </c:pt>
                <c:pt idx="32005">
                  <c:v>0.37042824074160308</c:v>
                </c:pt>
                <c:pt idx="32006">
                  <c:v>0.37043981481110677</c:v>
                </c:pt>
                <c:pt idx="32007">
                  <c:v>0.37045138888788642</c:v>
                </c:pt>
                <c:pt idx="32008">
                  <c:v>0.37046296295739012</c:v>
                </c:pt>
                <c:pt idx="32009">
                  <c:v>0.37047453703416977</c:v>
                </c:pt>
                <c:pt idx="32010">
                  <c:v>0.37048611111094942</c:v>
                </c:pt>
                <c:pt idx="32011">
                  <c:v>0.37049768518045312</c:v>
                </c:pt>
                <c:pt idx="32012">
                  <c:v>0.37050925925723277</c:v>
                </c:pt>
                <c:pt idx="32013">
                  <c:v>0.37052083333401242</c:v>
                </c:pt>
                <c:pt idx="32014">
                  <c:v>0.37053240740351612</c:v>
                </c:pt>
                <c:pt idx="32015">
                  <c:v>0.37054398148029577</c:v>
                </c:pt>
                <c:pt idx="32016">
                  <c:v>0.37055555554979946</c:v>
                </c:pt>
                <c:pt idx="32017">
                  <c:v>0.37056712962657912</c:v>
                </c:pt>
                <c:pt idx="32018">
                  <c:v>0.37057870370335877</c:v>
                </c:pt>
                <c:pt idx="32019">
                  <c:v>0.37059027777286246</c:v>
                </c:pt>
                <c:pt idx="32020">
                  <c:v>0.37060185184964212</c:v>
                </c:pt>
                <c:pt idx="32021">
                  <c:v>0.37061342592642177</c:v>
                </c:pt>
                <c:pt idx="32022">
                  <c:v>0.37062499999592546</c:v>
                </c:pt>
                <c:pt idx="32023">
                  <c:v>0.37063657407270512</c:v>
                </c:pt>
                <c:pt idx="32024">
                  <c:v>0.37064814814948477</c:v>
                </c:pt>
                <c:pt idx="32025">
                  <c:v>0.37065972221898846</c:v>
                </c:pt>
                <c:pt idx="32026">
                  <c:v>0.37067129629576812</c:v>
                </c:pt>
                <c:pt idx="32027">
                  <c:v>0.37068287036527181</c:v>
                </c:pt>
                <c:pt idx="32028">
                  <c:v>0.37069444444205146</c:v>
                </c:pt>
                <c:pt idx="32029">
                  <c:v>0.37070601851883112</c:v>
                </c:pt>
                <c:pt idx="32030">
                  <c:v>0.37071759258833481</c:v>
                </c:pt>
                <c:pt idx="32031">
                  <c:v>0.37072916666511446</c:v>
                </c:pt>
                <c:pt idx="32032">
                  <c:v>0.37074074074189411</c:v>
                </c:pt>
                <c:pt idx="32033">
                  <c:v>0.37075231481139781</c:v>
                </c:pt>
                <c:pt idx="32034">
                  <c:v>0.37076388888817746</c:v>
                </c:pt>
                <c:pt idx="32035">
                  <c:v>0.37077546295768116</c:v>
                </c:pt>
                <c:pt idx="32036">
                  <c:v>0.37078703703446081</c:v>
                </c:pt>
                <c:pt idx="32037">
                  <c:v>0.37079861111124046</c:v>
                </c:pt>
                <c:pt idx="32038">
                  <c:v>0.37081018518074416</c:v>
                </c:pt>
                <c:pt idx="32039">
                  <c:v>0.37082175925752381</c:v>
                </c:pt>
                <c:pt idx="32040">
                  <c:v>0.37083333333430346</c:v>
                </c:pt>
                <c:pt idx="32041">
                  <c:v>0.37084490740380716</c:v>
                </c:pt>
                <c:pt idx="32042">
                  <c:v>0.37085648148058681</c:v>
                </c:pt>
                <c:pt idx="32043">
                  <c:v>0.3708680555500905</c:v>
                </c:pt>
                <c:pt idx="32044">
                  <c:v>0.37087962962687016</c:v>
                </c:pt>
                <c:pt idx="32045">
                  <c:v>0.37089120370364981</c:v>
                </c:pt>
                <c:pt idx="32046">
                  <c:v>0.3709027777731535</c:v>
                </c:pt>
                <c:pt idx="32047">
                  <c:v>0.37091435184993315</c:v>
                </c:pt>
                <c:pt idx="32048">
                  <c:v>0.37092592592671281</c:v>
                </c:pt>
                <c:pt idx="32049">
                  <c:v>0.3709374999962165</c:v>
                </c:pt>
                <c:pt idx="32050">
                  <c:v>0.37094907407299615</c:v>
                </c:pt>
                <c:pt idx="32051">
                  <c:v>0.37096064814249985</c:v>
                </c:pt>
                <c:pt idx="32052">
                  <c:v>0.3709722222192795</c:v>
                </c:pt>
                <c:pt idx="32053">
                  <c:v>0.37098379629605915</c:v>
                </c:pt>
                <c:pt idx="32054">
                  <c:v>0.37099537036556285</c:v>
                </c:pt>
                <c:pt idx="32055">
                  <c:v>0.3710069444423425</c:v>
                </c:pt>
                <c:pt idx="32056">
                  <c:v>0.37101851851912215</c:v>
                </c:pt>
                <c:pt idx="32057">
                  <c:v>0.37103009258862585</c:v>
                </c:pt>
                <c:pt idx="32058">
                  <c:v>0.3710416666654055</c:v>
                </c:pt>
                <c:pt idx="32059">
                  <c:v>0.3710532407349092</c:v>
                </c:pt>
                <c:pt idx="32060">
                  <c:v>0.37106481481168885</c:v>
                </c:pt>
                <c:pt idx="32061">
                  <c:v>0.3710763888884685</c:v>
                </c:pt>
                <c:pt idx="32062">
                  <c:v>0.37108796295797219</c:v>
                </c:pt>
                <c:pt idx="32063">
                  <c:v>0.37109953703475185</c:v>
                </c:pt>
                <c:pt idx="32064">
                  <c:v>0.3711111111115315</c:v>
                </c:pt>
                <c:pt idx="32065">
                  <c:v>0.37112268518103519</c:v>
                </c:pt>
                <c:pt idx="32066">
                  <c:v>0.37113425925781485</c:v>
                </c:pt>
                <c:pt idx="32067">
                  <c:v>0.3711458333345945</c:v>
                </c:pt>
                <c:pt idx="32068">
                  <c:v>0.37115740740409819</c:v>
                </c:pt>
                <c:pt idx="32069">
                  <c:v>0.37116898148087785</c:v>
                </c:pt>
                <c:pt idx="32070">
                  <c:v>0.37118055555038154</c:v>
                </c:pt>
                <c:pt idx="32071">
                  <c:v>0.37119212962716119</c:v>
                </c:pt>
                <c:pt idx="32072">
                  <c:v>0.37120370370394085</c:v>
                </c:pt>
                <c:pt idx="32073">
                  <c:v>0.37121527777344454</c:v>
                </c:pt>
                <c:pt idx="32074">
                  <c:v>0.37122685185022419</c:v>
                </c:pt>
                <c:pt idx="32075">
                  <c:v>0.37123842592700385</c:v>
                </c:pt>
                <c:pt idx="32076">
                  <c:v>0.37124999999650754</c:v>
                </c:pt>
                <c:pt idx="32077">
                  <c:v>0.37126157407328719</c:v>
                </c:pt>
                <c:pt idx="32078">
                  <c:v>0.37127314814279089</c:v>
                </c:pt>
                <c:pt idx="32079">
                  <c:v>0.37128472221957054</c:v>
                </c:pt>
                <c:pt idx="32080">
                  <c:v>0.37129629629635019</c:v>
                </c:pt>
                <c:pt idx="32081">
                  <c:v>0.37130787036585389</c:v>
                </c:pt>
                <c:pt idx="32082">
                  <c:v>0.37131944444263354</c:v>
                </c:pt>
                <c:pt idx="32083">
                  <c:v>0.37133101851941319</c:v>
                </c:pt>
                <c:pt idx="32084">
                  <c:v>0.37134259258891689</c:v>
                </c:pt>
                <c:pt idx="32085">
                  <c:v>0.37135416666569654</c:v>
                </c:pt>
                <c:pt idx="32086">
                  <c:v>0.37136574073520023</c:v>
                </c:pt>
                <c:pt idx="32087">
                  <c:v>0.37137731481197989</c:v>
                </c:pt>
                <c:pt idx="32088">
                  <c:v>0.37138888888875954</c:v>
                </c:pt>
                <c:pt idx="32089">
                  <c:v>0.37140046295826323</c:v>
                </c:pt>
                <c:pt idx="32090">
                  <c:v>0.37141203703504289</c:v>
                </c:pt>
                <c:pt idx="32091">
                  <c:v>0.37142361111182254</c:v>
                </c:pt>
                <c:pt idx="32092">
                  <c:v>0.37143518518132623</c:v>
                </c:pt>
                <c:pt idx="32093">
                  <c:v>0.37144675925810589</c:v>
                </c:pt>
                <c:pt idx="32094">
                  <c:v>0.37145833332760958</c:v>
                </c:pt>
                <c:pt idx="32095">
                  <c:v>0.37146990740438923</c:v>
                </c:pt>
                <c:pt idx="32096">
                  <c:v>0.37148148148116888</c:v>
                </c:pt>
                <c:pt idx="32097">
                  <c:v>0.37149305555067258</c:v>
                </c:pt>
                <c:pt idx="32098">
                  <c:v>0.37150462962745223</c:v>
                </c:pt>
                <c:pt idx="32099">
                  <c:v>0.37151620370423188</c:v>
                </c:pt>
                <c:pt idx="32100">
                  <c:v>0.37152777777373558</c:v>
                </c:pt>
                <c:pt idx="32101">
                  <c:v>0.37153935185051523</c:v>
                </c:pt>
                <c:pt idx="32102">
                  <c:v>0.37155092592001893</c:v>
                </c:pt>
                <c:pt idx="32103">
                  <c:v>0.37156249999679858</c:v>
                </c:pt>
                <c:pt idx="32104">
                  <c:v>0.37157407407357823</c:v>
                </c:pt>
                <c:pt idx="32105">
                  <c:v>0.37158564814308193</c:v>
                </c:pt>
                <c:pt idx="32106">
                  <c:v>0.37159722221986158</c:v>
                </c:pt>
                <c:pt idx="32107">
                  <c:v>0.37160879629664123</c:v>
                </c:pt>
                <c:pt idx="32108">
                  <c:v>0.37162037036614493</c:v>
                </c:pt>
                <c:pt idx="32109">
                  <c:v>0.37163194444292458</c:v>
                </c:pt>
                <c:pt idx="32110">
                  <c:v>0.37164351851970423</c:v>
                </c:pt>
                <c:pt idx="32111">
                  <c:v>0.37165509258920792</c:v>
                </c:pt>
                <c:pt idx="32112">
                  <c:v>0.37166666666598758</c:v>
                </c:pt>
                <c:pt idx="32113">
                  <c:v>0.37167824073549127</c:v>
                </c:pt>
                <c:pt idx="32114">
                  <c:v>0.37168981481227092</c:v>
                </c:pt>
                <c:pt idx="32115">
                  <c:v>0.37170138888905058</c:v>
                </c:pt>
                <c:pt idx="32116">
                  <c:v>0.37171296295855427</c:v>
                </c:pt>
                <c:pt idx="32117">
                  <c:v>0.37172453703533392</c:v>
                </c:pt>
                <c:pt idx="32118">
                  <c:v>0.37173611111211358</c:v>
                </c:pt>
                <c:pt idx="32119">
                  <c:v>0.37174768518161727</c:v>
                </c:pt>
                <c:pt idx="32120">
                  <c:v>0.37175925925839692</c:v>
                </c:pt>
                <c:pt idx="32121">
                  <c:v>0.37177083332790062</c:v>
                </c:pt>
                <c:pt idx="32122">
                  <c:v>0.37178240740468027</c:v>
                </c:pt>
                <c:pt idx="32123">
                  <c:v>0.37179398148145992</c:v>
                </c:pt>
                <c:pt idx="32124">
                  <c:v>0.37180555555096362</c:v>
                </c:pt>
                <c:pt idx="32125">
                  <c:v>0.37181712962774327</c:v>
                </c:pt>
                <c:pt idx="32126">
                  <c:v>0.37182870370452292</c:v>
                </c:pt>
                <c:pt idx="32127">
                  <c:v>0.37184027777402662</c:v>
                </c:pt>
                <c:pt idx="32128">
                  <c:v>0.37185185185080627</c:v>
                </c:pt>
                <c:pt idx="32129">
                  <c:v>0.37186342592030996</c:v>
                </c:pt>
                <c:pt idx="32130">
                  <c:v>0.37187499999708962</c:v>
                </c:pt>
                <c:pt idx="32131">
                  <c:v>0.37188657407386927</c:v>
                </c:pt>
                <c:pt idx="32132">
                  <c:v>0.37189814814337296</c:v>
                </c:pt>
                <c:pt idx="32133">
                  <c:v>0.37190972222015262</c:v>
                </c:pt>
                <c:pt idx="32134">
                  <c:v>0.37192129629693227</c:v>
                </c:pt>
                <c:pt idx="32135">
                  <c:v>0.37193287036643596</c:v>
                </c:pt>
                <c:pt idx="32136">
                  <c:v>0.37194444444321562</c:v>
                </c:pt>
                <c:pt idx="32137">
                  <c:v>0.37195601851271931</c:v>
                </c:pt>
                <c:pt idx="32138">
                  <c:v>0.37196759258949896</c:v>
                </c:pt>
                <c:pt idx="32139">
                  <c:v>0.37197916666627862</c:v>
                </c:pt>
                <c:pt idx="32140">
                  <c:v>0.37199074073578231</c:v>
                </c:pt>
                <c:pt idx="32141">
                  <c:v>0.37200231481256196</c:v>
                </c:pt>
                <c:pt idx="32142">
                  <c:v>0.37201388888934162</c:v>
                </c:pt>
                <c:pt idx="32143">
                  <c:v>0.37202546295884531</c:v>
                </c:pt>
                <c:pt idx="32144">
                  <c:v>0.37203703703562496</c:v>
                </c:pt>
                <c:pt idx="32145">
                  <c:v>0.37204861111240461</c:v>
                </c:pt>
                <c:pt idx="32146">
                  <c:v>0.37206018518190831</c:v>
                </c:pt>
                <c:pt idx="32147">
                  <c:v>0.37207175925868796</c:v>
                </c:pt>
                <c:pt idx="32148">
                  <c:v>0.37208333332819166</c:v>
                </c:pt>
                <c:pt idx="32149">
                  <c:v>0.37209490740497131</c:v>
                </c:pt>
                <c:pt idx="32150">
                  <c:v>0.37210648148175096</c:v>
                </c:pt>
                <c:pt idx="32151">
                  <c:v>0.37211805555125466</c:v>
                </c:pt>
                <c:pt idx="32152">
                  <c:v>0.37212962962803431</c:v>
                </c:pt>
                <c:pt idx="32153">
                  <c:v>0.37214120370481396</c:v>
                </c:pt>
                <c:pt idx="32154">
                  <c:v>0.37215277777431766</c:v>
                </c:pt>
                <c:pt idx="32155">
                  <c:v>0.37216435185109731</c:v>
                </c:pt>
                <c:pt idx="32156">
                  <c:v>0.372175925920601</c:v>
                </c:pt>
                <c:pt idx="32157">
                  <c:v>0.37218749999738066</c:v>
                </c:pt>
                <c:pt idx="32158">
                  <c:v>0.37219907407416031</c:v>
                </c:pt>
                <c:pt idx="32159">
                  <c:v>0.372210648143664</c:v>
                </c:pt>
                <c:pt idx="32160">
                  <c:v>0.37222222222044365</c:v>
                </c:pt>
                <c:pt idx="32161">
                  <c:v>0.37223379629722331</c:v>
                </c:pt>
                <c:pt idx="32162">
                  <c:v>0.372245370366727</c:v>
                </c:pt>
                <c:pt idx="32163">
                  <c:v>0.37225694444350665</c:v>
                </c:pt>
                <c:pt idx="32164">
                  <c:v>0.37226851851301035</c:v>
                </c:pt>
                <c:pt idx="32165">
                  <c:v>0.37228009258979</c:v>
                </c:pt>
                <c:pt idx="32166">
                  <c:v>0.37229166666656965</c:v>
                </c:pt>
                <c:pt idx="32167">
                  <c:v>0.37230324073607335</c:v>
                </c:pt>
                <c:pt idx="32168">
                  <c:v>0.372314814812853</c:v>
                </c:pt>
                <c:pt idx="32169">
                  <c:v>0.37232638888963265</c:v>
                </c:pt>
                <c:pt idx="32170">
                  <c:v>0.37233796295913635</c:v>
                </c:pt>
                <c:pt idx="32171">
                  <c:v>0.372349537035916</c:v>
                </c:pt>
                <c:pt idx="32172">
                  <c:v>0.3723611111054197</c:v>
                </c:pt>
                <c:pt idx="32173">
                  <c:v>0.37237268518219935</c:v>
                </c:pt>
                <c:pt idx="32174">
                  <c:v>0.372384259258979</c:v>
                </c:pt>
                <c:pt idx="32175">
                  <c:v>0.37239583332848269</c:v>
                </c:pt>
                <c:pt idx="32176">
                  <c:v>0.37240740740526235</c:v>
                </c:pt>
                <c:pt idx="32177">
                  <c:v>0.372418981482042</c:v>
                </c:pt>
                <c:pt idx="32178">
                  <c:v>0.37243055555154569</c:v>
                </c:pt>
                <c:pt idx="32179">
                  <c:v>0.37244212962832535</c:v>
                </c:pt>
                <c:pt idx="32180">
                  <c:v>0.37245370369782904</c:v>
                </c:pt>
                <c:pt idx="32181">
                  <c:v>0.37246527777460869</c:v>
                </c:pt>
                <c:pt idx="32182">
                  <c:v>0.37247685185138835</c:v>
                </c:pt>
                <c:pt idx="32183">
                  <c:v>0.37248842592089204</c:v>
                </c:pt>
                <c:pt idx="32184">
                  <c:v>0.37249999999767169</c:v>
                </c:pt>
                <c:pt idx="32185">
                  <c:v>0.37251157407445135</c:v>
                </c:pt>
                <c:pt idx="32186">
                  <c:v>0.37252314814395504</c:v>
                </c:pt>
                <c:pt idx="32187">
                  <c:v>0.37253472222073469</c:v>
                </c:pt>
                <c:pt idx="32188">
                  <c:v>0.37254629629751435</c:v>
                </c:pt>
                <c:pt idx="32189">
                  <c:v>0.37255787036701804</c:v>
                </c:pt>
                <c:pt idx="32190">
                  <c:v>0.37256944444379769</c:v>
                </c:pt>
                <c:pt idx="32191">
                  <c:v>0.37258101851330139</c:v>
                </c:pt>
                <c:pt idx="32192">
                  <c:v>0.37259259259008104</c:v>
                </c:pt>
                <c:pt idx="32193">
                  <c:v>0.37260416666686069</c:v>
                </c:pt>
                <c:pt idx="32194">
                  <c:v>0.37261574073636439</c:v>
                </c:pt>
                <c:pt idx="32195">
                  <c:v>0.37262731481314404</c:v>
                </c:pt>
                <c:pt idx="32196">
                  <c:v>0.37263888888992369</c:v>
                </c:pt>
                <c:pt idx="32197">
                  <c:v>0.37265046295942739</c:v>
                </c:pt>
                <c:pt idx="32198">
                  <c:v>0.37266203703620704</c:v>
                </c:pt>
                <c:pt idx="32199">
                  <c:v>0.37267361110571073</c:v>
                </c:pt>
                <c:pt idx="32200">
                  <c:v>0.37268518518249039</c:v>
                </c:pt>
                <c:pt idx="32201">
                  <c:v>0.37269675925927004</c:v>
                </c:pt>
                <c:pt idx="32202">
                  <c:v>0.37270833332877373</c:v>
                </c:pt>
                <c:pt idx="32203">
                  <c:v>0.37271990740555339</c:v>
                </c:pt>
                <c:pt idx="32204">
                  <c:v>0.37273148148233304</c:v>
                </c:pt>
                <c:pt idx="32205">
                  <c:v>0.37274305555183673</c:v>
                </c:pt>
                <c:pt idx="32206">
                  <c:v>0.37275462962861639</c:v>
                </c:pt>
                <c:pt idx="32207">
                  <c:v>0.37276620369812008</c:v>
                </c:pt>
                <c:pt idx="32208">
                  <c:v>0.37277777777489973</c:v>
                </c:pt>
                <c:pt idx="32209">
                  <c:v>0.37278935185167938</c:v>
                </c:pt>
                <c:pt idx="32210">
                  <c:v>0.37280092592118308</c:v>
                </c:pt>
                <c:pt idx="32211">
                  <c:v>0.37281249999796273</c:v>
                </c:pt>
                <c:pt idx="32212">
                  <c:v>0.37282407407474238</c:v>
                </c:pt>
                <c:pt idx="32213">
                  <c:v>0.37283564814424608</c:v>
                </c:pt>
                <c:pt idx="32214">
                  <c:v>0.37284722222102573</c:v>
                </c:pt>
                <c:pt idx="32215">
                  <c:v>0.37285879629052943</c:v>
                </c:pt>
                <c:pt idx="32216">
                  <c:v>0.37287037036730908</c:v>
                </c:pt>
                <c:pt idx="32217">
                  <c:v>0.37288194444408873</c:v>
                </c:pt>
                <c:pt idx="32218">
                  <c:v>0.37289351851359243</c:v>
                </c:pt>
                <c:pt idx="32219">
                  <c:v>0.37290509259037208</c:v>
                </c:pt>
                <c:pt idx="32220">
                  <c:v>0.37291666666715173</c:v>
                </c:pt>
                <c:pt idx="32221">
                  <c:v>0.37292824073665543</c:v>
                </c:pt>
                <c:pt idx="32222">
                  <c:v>0.37293981481343508</c:v>
                </c:pt>
                <c:pt idx="32223">
                  <c:v>0.37295138889021473</c:v>
                </c:pt>
                <c:pt idx="32224">
                  <c:v>0.37296296295971842</c:v>
                </c:pt>
                <c:pt idx="32225">
                  <c:v>0.37297453703649808</c:v>
                </c:pt>
                <c:pt idx="32226">
                  <c:v>0.37298611110600177</c:v>
                </c:pt>
                <c:pt idx="32227">
                  <c:v>0.37299768518278142</c:v>
                </c:pt>
                <c:pt idx="32228">
                  <c:v>0.37300925925956108</c:v>
                </c:pt>
                <c:pt idx="32229">
                  <c:v>0.37302083332906477</c:v>
                </c:pt>
                <c:pt idx="32230">
                  <c:v>0.37303240740584442</c:v>
                </c:pt>
                <c:pt idx="32231">
                  <c:v>0.37304398148262408</c:v>
                </c:pt>
                <c:pt idx="32232">
                  <c:v>0.37305555555212777</c:v>
                </c:pt>
                <c:pt idx="32233">
                  <c:v>0.37306712962890742</c:v>
                </c:pt>
                <c:pt idx="32234">
                  <c:v>0.37307870369841112</c:v>
                </c:pt>
                <c:pt idx="32235">
                  <c:v>0.37309027777519077</c:v>
                </c:pt>
                <c:pt idx="32236">
                  <c:v>0.37310185185197042</c:v>
                </c:pt>
                <c:pt idx="32237">
                  <c:v>0.37311342592147412</c:v>
                </c:pt>
                <c:pt idx="32238">
                  <c:v>0.37312499999825377</c:v>
                </c:pt>
                <c:pt idx="32239">
                  <c:v>0.37313657407503342</c:v>
                </c:pt>
                <c:pt idx="32240">
                  <c:v>0.37314814814453712</c:v>
                </c:pt>
                <c:pt idx="32241">
                  <c:v>0.37315972222131677</c:v>
                </c:pt>
                <c:pt idx="32242">
                  <c:v>0.37317129629082046</c:v>
                </c:pt>
                <c:pt idx="32243">
                  <c:v>0.37318287036760012</c:v>
                </c:pt>
                <c:pt idx="32244">
                  <c:v>0.37319444444437977</c:v>
                </c:pt>
                <c:pt idx="32245">
                  <c:v>0.37320601851388346</c:v>
                </c:pt>
                <c:pt idx="32246">
                  <c:v>0.37321759259066312</c:v>
                </c:pt>
                <c:pt idx="32247">
                  <c:v>0.37322916666744277</c:v>
                </c:pt>
                <c:pt idx="32248">
                  <c:v>0.37324074073694646</c:v>
                </c:pt>
                <c:pt idx="32249">
                  <c:v>0.37325231481372612</c:v>
                </c:pt>
                <c:pt idx="32250">
                  <c:v>0.37326388888322981</c:v>
                </c:pt>
                <c:pt idx="32251">
                  <c:v>0.37327546296000946</c:v>
                </c:pt>
                <c:pt idx="32252">
                  <c:v>0.37328703703678912</c:v>
                </c:pt>
                <c:pt idx="32253">
                  <c:v>0.37329861110629281</c:v>
                </c:pt>
                <c:pt idx="32254">
                  <c:v>0.37331018518307246</c:v>
                </c:pt>
                <c:pt idx="32255">
                  <c:v>0.37332175925985212</c:v>
                </c:pt>
                <c:pt idx="32256">
                  <c:v>0.37333333332935581</c:v>
                </c:pt>
                <c:pt idx="32257">
                  <c:v>0.37334490740613546</c:v>
                </c:pt>
                <c:pt idx="32258">
                  <c:v>0.37335648147563916</c:v>
                </c:pt>
                <c:pt idx="32259">
                  <c:v>0.37336805555241881</c:v>
                </c:pt>
                <c:pt idx="32260">
                  <c:v>0.37337962962919846</c:v>
                </c:pt>
                <c:pt idx="32261">
                  <c:v>0.37339120369870216</c:v>
                </c:pt>
                <c:pt idx="32262">
                  <c:v>0.37340277777548181</c:v>
                </c:pt>
                <c:pt idx="32263">
                  <c:v>0.37341435185226146</c:v>
                </c:pt>
                <c:pt idx="32264">
                  <c:v>0.37342592592176516</c:v>
                </c:pt>
                <c:pt idx="32265">
                  <c:v>0.37343749999854481</c:v>
                </c:pt>
                <c:pt idx="32266">
                  <c:v>0.37344907407532446</c:v>
                </c:pt>
                <c:pt idx="32267">
                  <c:v>0.37346064814482816</c:v>
                </c:pt>
                <c:pt idx="32268">
                  <c:v>0.37347222222160781</c:v>
                </c:pt>
                <c:pt idx="32269">
                  <c:v>0.3734837962911115</c:v>
                </c:pt>
                <c:pt idx="32270">
                  <c:v>0.37349537036789116</c:v>
                </c:pt>
                <c:pt idx="32271">
                  <c:v>0.37350694444467081</c:v>
                </c:pt>
                <c:pt idx="32272">
                  <c:v>0.3735185185141745</c:v>
                </c:pt>
                <c:pt idx="32273">
                  <c:v>0.37353009259095415</c:v>
                </c:pt>
                <c:pt idx="32274">
                  <c:v>0.37354166666773381</c:v>
                </c:pt>
                <c:pt idx="32275">
                  <c:v>0.3735532407372375</c:v>
                </c:pt>
                <c:pt idx="32276">
                  <c:v>0.37356481481401715</c:v>
                </c:pt>
                <c:pt idx="32277">
                  <c:v>0.37357638888352085</c:v>
                </c:pt>
                <c:pt idx="32278">
                  <c:v>0.3735879629603005</c:v>
                </c:pt>
                <c:pt idx="32279">
                  <c:v>0.37359953703708015</c:v>
                </c:pt>
                <c:pt idx="32280">
                  <c:v>0.37361111110658385</c:v>
                </c:pt>
                <c:pt idx="32281">
                  <c:v>0.3736226851833635</c:v>
                </c:pt>
                <c:pt idx="32282">
                  <c:v>0.37363425926014315</c:v>
                </c:pt>
                <c:pt idx="32283">
                  <c:v>0.37364583332964685</c:v>
                </c:pt>
                <c:pt idx="32284">
                  <c:v>0.3736574074064265</c:v>
                </c:pt>
                <c:pt idx="32285">
                  <c:v>0.3736689814759302</c:v>
                </c:pt>
                <c:pt idx="32286">
                  <c:v>0.37368055555270985</c:v>
                </c:pt>
                <c:pt idx="32287">
                  <c:v>0.3736921296294895</c:v>
                </c:pt>
                <c:pt idx="32288">
                  <c:v>0.37370370369899319</c:v>
                </c:pt>
                <c:pt idx="32289">
                  <c:v>0.37371527777577285</c:v>
                </c:pt>
                <c:pt idx="32290">
                  <c:v>0.3737268518525525</c:v>
                </c:pt>
                <c:pt idx="32291">
                  <c:v>0.37373842592205619</c:v>
                </c:pt>
                <c:pt idx="32292">
                  <c:v>0.37374999999883585</c:v>
                </c:pt>
                <c:pt idx="32293">
                  <c:v>0.37376157406833954</c:v>
                </c:pt>
                <c:pt idx="32294">
                  <c:v>0.37377314814511919</c:v>
                </c:pt>
                <c:pt idx="32295">
                  <c:v>0.37378472222189885</c:v>
                </c:pt>
                <c:pt idx="32296">
                  <c:v>0.37379629629140254</c:v>
                </c:pt>
                <c:pt idx="32297">
                  <c:v>0.37380787036818219</c:v>
                </c:pt>
                <c:pt idx="32298">
                  <c:v>0.37381944444496185</c:v>
                </c:pt>
                <c:pt idx="32299">
                  <c:v>0.37383101851446554</c:v>
                </c:pt>
                <c:pt idx="32300">
                  <c:v>0.37384259259124519</c:v>
                </c:pt>
                <c:pt idx="32301">
                  <c:v>0.37385416666074889</c:v>
                </c:pt>
                <c:pt idx="32302">
                  <c:v>0.37386574073752854</c:v>
                </c:pt>
                <c:pt idx="32303">
                  <c:v>0.37387731481430819</c:v>
                </c:pt>
                <c:pt idx="32304">
                  <c:v>0.37388888888381189</c:v>
                </c:pt>
                <c:pt idx="32305">
                  <c:v>0.37390046296059154</c:v>
                </c:pt>
                <c:pt idx="32306">
                  <c:v>0.37391203703737119</c:v>
                </c:pt>
                <c:pt idx="32307">
                  <c:v>0.37392361110687489</c:v>
                </c:pt>
                <c:pt idx="32308">
                  <c:v>0.37393518518365454</c:v>
                </c:pt>
                <c:pt idx="32309">
                  <c:v>0.37394675926043419</c:v>
                </c:pt>
                <c:pt idx="32310">
                  <c:v>0.37395833332993789</c:v>
                </c:pt>
                <c:pt idx="32311">
                  <c:v>0.37396990740671754</c:v>
                </c:pt>
                <c:pt idx="32312">
                  <c:v>0.37398148147622123</c:v>
                </c:pt>
                <c:pt idx="32313">
                  <c:v>0.37399305555300089</c:v>
                </c:pt>
                <c:pt idx="32314">
                  <c:v>0.37400462962978054</c:v>
                </c:pt>
                <c:pt idx="32315">
                  <c:v>0.37401620369928423</c:v>
                </c:pt>
                <c:pt idx="32316">
                  <c:v>0.37402777777606389</c:v>
                </c:pt>
                <c:pt idx="32317">
                  <c:v>0.37403935185284354</c:v>
                </c:pt>
                <c:pt idx="32318">
                  <c:v>0.37405092592234723</c:v>
                </c:pt>
                <c:pt idx="32319">
                  <c:v>0.37406249999912689</c:v>
                </c:pt>
                <c:pt idx="32320">
                  <c:v>0.37407407406863058</c:v>
                </c:pt>
                <c:pt idx="32321">
                  <c:v>0.37408564814541023</c:v>
                </c:pt>
                <c:pt idx="32322">
                  <c:v>0.37409722222218988</c:v>
                </c:pt>
                <c:pt idx="32323">
                  <c:v>0.37410879629169358</c:v>
                </c:pt>
                <c:pt idx="32324">
                  <c:v>0.37412037036847323</c:v>
                </c:pt>
                <c:pt idx="32325">
                  <c:v>0.37413194444525288</c:v>
                </c:pt>
                <c:pt idx="32326">
                  <c:v>0.37414351851475658</c:v>
                </c:pt>
                <c:pt idx="32327">
                  <c:v>0.37415509259153623</c:v>
                </c:pt>
                <c:pt idx="32328">
                  <c:v>0.37416666666103993</c:v>
                </c:pt>
                <c:pt idx="32329">
                  <c:v>0.37417824073781958</c:v>
                </c:pt>
                <c:pt idx="32330">
                  <c:v>0.37418981481459923</c:v>
                </c:pt>
                <c:pt idx="32331">
                  <c:v>0.37420138888410293</c:v>
                </c:pt>
                <c:pt idx="32332">
                  <c:v>0.37421296296088258</c:v>
                </c:pt>
                <c:pt idx="32333">
                  <c:v>0.37422453703766223</c:v>
                </c:pt>
                <c:pt idx="32334">
                  <c:v>0.37423611110716593</c:v>
                </c:pt>
                <c:pt idx="32335">
                  <c:v>0.37424768518394558</c:v>
                </c:pt>
                <c:pt idx="32336">
                  <c:v>0.37425925925344927</c:v>
                </c:pt>
                <c:pt idx="32337">
                  <c:v>0.37427083333022892</c:v>
                </c:pt>
                <c:pt idx="32338">
                  <c:v>0.37428240740700858</c:v>
                </c:pt>
                <c:pt idx="32339">
                  <c:v>0.37429398147651227</c:v>
                </c:pt>
                <c:pt idx="32340">
                  <c:v>0.37430555555329192</c:v>
                </c:pt>
                <c:pt idx="32341">
                  <c:v>0.37431712963007158</c:v>
                </c:pt>
                <c:pt idx="32342">
                  <c:v>0.37432870369957527</c:v>
                </c:pt>
                <c:pt idx="32343">
                  <c:v>0.37434027777635492</c:v>
                </c:pt>
                <c:pt idx="32344">
                  <c:v>0.37435185185313458</c:v>
                </c:pt>
                <c:pt idx="32345">
                  <c:v>0.37436342592263827</c:v>
                </c:pt>
                <c:pt idx="32346">
                  <c:v>0.37437499999941792</c:v>
                </c:pt>
                <c:pt idx="32347">
                  <c:v>0.37438657406892162</c:v>
                </c:pt>
                <c:pt idx="32348">
                  <c:v>0.37439814814570127</c:v>
                </c:pt>
                <c:pt idx="32349">
                  <c:v>0.37440972222248092</c:v>
                </c:pt>
                <c:pt idx="32350">
                  <c:v>0.37442129629198462</c:v>
                </c:pt>
                <c:pt idx="32351">
                  <c:v>0.37443287036876427</c:v>
                </c:pt>
                <c:pt idx="32352">
                  <c:v>0.37444444444554392</c:v>
                </c:pt>
                <c:pt idx="32353">
                  <c:v>0.37445601851504762</c:v>
                </c:pt>
                <c:pt idx="32354">
                  <c:v>0.37446759259182727</c:v>
                </c:pt>
                <c:pt idx="32355">
                  <c:v>0.37447916666133096</c:v>
                </c:pt>
                <c:pt idx="32356">
                  <c:v>0.37449074073811062</c:v>
                </c:pt>
                <c:pt idx="32357">
                  <c:v>0.37450231481489027</c:v>
                </c:pt>
                <c:pt idx="32358">
                  <c:v>0.37451388888439396</c:v>
                </c:pt>
                <c:pt idx="32359">
                  <c:v>0.37452546296117362</c:v>
                </c:pt>
                <c:pt idx="32360">
                  <c:v>0.37453703703795327</c:v>
                </c:pt>
                <c:pt idx="32361">
                  <c:v>0.37454861110745696</c:v>
                </c:pt>
                <c:pt idx="32362">
                  <c:v>0.37456018518423662</c:v>
                </c:pt>
                <c:pt idx="32363">
                  <c:v>0.37457175925374031</c:v>
                </c:pt>
                <c:pt idx="32364">
                  <c:v>0.37458333333051996</c:v>
                </c:pt>
                <c:pt idx="32365">
                  <c:v>0.37459490740729962</c:v>
                </c:pt>
                <c:pt idx="32366">
                  <c:v>0.37460648147680331</c:v>
                </c:pt>
                <c:pt idx="32367">
                  <c:v>0.37461805555358296</c:v>
                </c:pt>
                <c:pt idx="32368">
                  <c:v>0.37462962963036261</c:v>
                </c:pt>
                <c:pt idx="32369">
                  <c:v>0.37464120369986631</c:v>
                </c:pt>
                <c:pt idx="32370">
                  <c:v>0.37465277777664596</c:v>
                </c:pt>
                <c:pt idx="32371">
                  <c:v>0.37466435184614966</c:v>
                </c:pt>
                <c:pt idx="32372">
                  <c:v>0.37467592592292931</c:v>
                </c:pt>
                <c:pt idx="32373">
                  <c:v>0.37468749999970896</c:v>
                </c:pt>
                <c:pt idx="32374">
                  <c:v>0.37469907406921266</c:v>
                </c:pt>
                <c:pt idx="32375">
                  <c:v>0.37471064814599231</c:v>
                </c:pt>
                <c:pt idx="32376">
                  <c:v>0.37472222222277196</c:v>
                </c:pt>
                <c:pt idx="32377">
                  <c:v>0.37473379629227566</c:v>
                </c:pt>
                <c:pt idx="32378">
                  <c:v>0.37474537036905531</c:v>
                </c:pt>
                <c:pt idx="32379">
                  <c:v>0.374756944438559</c:v>
                </c:pt>
                <c:pt idx="32380">
                  <c:v>0.37476851851533866</c:v>
                </c:pt>
                <c:pt idx="32381">
                  <c:v>0.37478009259211831</c:v>
                </c:pt>
                <c:pt idx="32382">
                  <c:v>0.374791666661622</c:v>
                </c:pt>
                <c:pt idx="32383">
                  <c:v>0.37480324073840166</c:v>
                </c:pt>
                <c:pt idx="32384">
                  <c:v>0.37481481481518131</c:v>
                </c:pt>
                <c:pt idx="32385">
                  <c:v>0.374826388884685</c:v>
                </c:pt>
                <c:pt idx="32386">
                  <c:v>0.37483796296146465</c:v>
                </c:pt>
                <c:pt idx="32387">
                  <c:v>0.37484953703824431</c:v>
                </c:pt>
                <c:pt idx="32388">
                  <c:v>0.374861111107748</c:v>
                </c:pt>
                <c:pt idx="32389">
                  <c:v>0.37487268518452765</c:v>
                </c:pt>
                <c:pt idx="32390">
                  <c:v>0.37488425925403135</c:v>
                </c:pt>
                <c:pt idx="32391">
                  <c:v>0.374895833330811</c:v>
                </c:pt>
                <c:pt idx="32392">
                  <c:v>0.37490740740759065</c:v>
                </c:pt>
                <c:pt idx="32393">
                  <c:v>0.37491898147709435</c:v>
                </c:pt>
                <c:pt idx="32394">
                  <c:v>0.374930555553874</c:v>
                </c:pt>
                <c:pt idx="32395">
                  <c:v>0.37494212963065365</c:v>
                </c:pt>
                <c:pt idx="32396">
                  <c:v>0.37495370370015735</c:v>
                </c:pt>
                <c:pt idx="32397">
                  <c:v>0.374965277776937</c:v>
                </c:pt>
                <c:pt idx="32398">
                  <c:v>0.3749768518464407</c:v>
                </c:pt>
                <c:pt idx="32399">
                  <c:v>0.37498842592322035</c:v>
                </c:pt>
                <c:pt idx="32400">
                  <c:v>0.375</c:v>
                </c:pt>
                <c:pt idx="32401">
                  <c:v>0.37501157406950369</c:v>
                </c:pt>
                <c:pt idx="32402">
                  <c:v>0.37502314814628335</c:v>
                </c:pt>
                <c:pt idx="32403">
                  <c:v>0.375034722223063</c:v>
                </c:pt>
                <c:pt idx="32404">
                  <c:v>0.37504629629256669</c:v>
                </c:pt>
                <c:pt idx="32405">
                  <c:v>0.37505787036934635</c:v>
                </c:pt>
                <c:pt idx="32406">
                  <c:v>0.37506944443885004</c:v>
                </c:pt>
                <c:pt idx="32407">
                  <c:v>0.37508101851562969</c:v>
                </c:pt>
                <c:pt idx="32408">
                  <c:v>0.37509259259240935</c:v>
                </c:pt>
                <c:pt idx="32409">
                  <c:v>0.37510416666191304</c:v>
                </c:pt>
                <c:pt idx="32410">
                  <c:v>0.37511574073869269</c:v>
                </c:pt>
                <c:pt idx="32411">
                  <c:v>0.37512731481547235</c:v>
                </c:pt>
                <c:pt idx="32412">
                  <c:v>0.37513888888497604</c:v>
                </c:pt>
                <c:pt idx="32413">
                  <c:v>0.37515046296175569</c:v>
                </c:pt>
                <c:pt idx="32414">
                  <c:v>0.37516203703125939</c:v>
                </c:pt>
                <c:pt idx="32415">
                  <c:v>0.37517361110803904</c:v>
                </c:pt>
                <c:pt idx="32416">
                  <c:v>0.37518518518481869</c:v>
                </c:pt>
                <c:pt idx="32417">
                  <c:v>0.37519675925432239</c:v>
                </c:pt>
                <c:pt idx="32418">
                  <c:v>0.37520833333110204</c:v>
                </c:pt>
                <c:pt idx="32419">
                  <c:v>0.37521990740788169</c:v>
                </c:pt>
                <c:pt idx="32420">
                  <c:v>0.37523148147738539</c:v>
                </c:pt>
                <c:pt idx="32421">
                  <c:v>0.37524305555416504</c:v>
                </c:pt>
                <c:pt idx="32422">
                  <c:v>0.37525462963094469</c:v>
                </c:pt>
                <c:pt idx="32423">
                  <c:v>0.37526620370044839</c:v>
                </c:pt>
                <c:pt idx="32424">
                  <c:v>0.37527777777722804</c:v>
                </c:pt>
                <c:pt idx="32425">
                  <c:v>0.37528935184673173</c:v>
                </c:pt>
                <c:pt idx="32426">
                  <c:v>0.37530092592351139</c:v>
                </c:pt>
                <c:pt idx="32427">
                  <c:v>0.37531250000029104</c:v>
                </c:pt>
                <c:pt idx="32428">
                  <c:v>0.37532407406979473</c:v>
                </c:pt>
                <c:pt idx="32429">
                  <c:v>0.37533564814657439</c:v>
                </c:pt>
                <c:pt idx="32430">
                  <c:v>0.37534722222335404</c:v>
                </c:pt>
                <c:pt idx="32431">
                  <c:v>0.37535879629285773</c:v>
                </c:pt>
                <c:pt idx="32432">
                  <c:v>0.37537037036963739</c:v>
                </c:pt>
                <c:pt idx="32433">
                  <c:v>0.37538194443914108</c:v>
                </c:pt>
                <c:pt idx="32434">
                  <c:v>0.37539351851592073</c:v>
                </c:pt>
                <c:pt idx="32435">
                  <c:v>0.37540509259270038</c:v>
                </c:pt>
                <c:pt idx="32436">
                  <c:v>0.37541666666220408</c:v>
                </c:pt>
                <c:pt idx="32437">
                  <c:v>0.37542824073898373</c:v>
                </c:pt>
                <c:pt idx="32438">
                  <c:v>0.37543981481576338</c:v>
                </c:pt>
                <c:pt idx="32439">
                  <c:v>0.37545138888526708</c:v>
                </c:pt>
                <c:pt idx="32440">
                  <c:v>0.37546296296204673</c:v>
                </c:pt>
                <c:pt idx="32441">
                  <c:v>0.37547453703155043</c:v>
                </c:pt>
                <c:pt idx="32442">
                  <c:v>0.37548611110833008</c:v>
                </c:pt>
                <c:pt idx="32443">
                  <c:v>0.37549768518510973</c:v>
                </c:pt>
                <c:pt idx="32444">
                  <c:v>0.37550925925461343</c:v>
                </c:pt>
                <c:pt idx="32445">
                  <c:v>0.37552083333139308</c:v>
                </c:pt>
                <c:pt idx="32446">
                  <c:v>0.37553240740817273</c:v>
                </c:pt>
                <c:pt idx="32447">
                  <c:v>0.37554398147767643</c:v>
                </c:pt>
                <c:pt idx="32448">
                  <c:v>0.37555555555445608</c:v>
                </c:pt>
                <c:pt idx="32449">
                  <c:v>0.37556712962395977</c:v>
                </c:pt>
                <c:pt idx="32450">
                  <c:v>0.37557870370073942</c:v>
                </c:pt>
                <c:pt idx="32451">
                  <c:v>0.37559027777751908</c:v>
                </c:pt>
                <c:pt idx="32452">
                  <c:v>0.37560185184702277</c:v>
                </c:pt>
                <c:pt idx="32453">
                  <c:v>0.37561342592380242</c:v>
                </c:pt>
                <c:pt idx="32454">
                  <c:v>0.37562500000058208</c:v>
                </c:pt>
                <c:pt idx="32455">
                  <c:v>0.37563657407008577</c:v>
                </c:pt>
                <c:pt idx="32456">
                  <c:v>0.37564814814686542</c:v>
                </c:pt>
                <c:pt idx="32457">
                  <c:v>0.37565972221636912</c:v>
                </c:pt>
                <c:pt idx="32458">
                  <c:v>0.37567129629314877</c:v>
                </c:pt>
                <c:pt idx="32459">
                  <c:v>0.37568287036992842</c:v>
                </c:pt>
                <c:pt idx="32460">
                  <c:v>0.37569444443943212</c:v>
                </c:pt>
                <c:pt idx="32461">
                  <c:v>0.37570601851621177</c:v>
                </c:pt>
                <c:pt idx="32462">
                  <c:v>0.37571759259299142</c:v>
                </c:pt>
                <c:pt idx="32463">
                  <c:v>0.37572916666249512</c:v>
                </c:pt>
                <c:pt idx="32464">
                  <c:v>0.37574074073927477</c:v>
                </c:pt>
                <c:pt idx="32465">
                  <c:v>0.37575231481605442</c:v>
                </c:pt>
                <c:pt idx="32466">
                  <c:v>0.37576388888555812</c:v>
                </c:pt>
                <c:pt idx="32467">
                  <c:v>0.37577546296233777</c:v>
                </c:pt>
                <c:pt idx="32468">
                  <c:v>0.37578703703184146</c:v>
                </c:pt>
                <c:pt idx="32469">
                  <c:v>0.37579861110862112</c:v>
                </c:pt>
                <c:pt idx="32470">
                  <c:v>0.37581018518540077</c:v>
                </c:pt>
                <c:pt idx="32471">
                  <c:v>0.37582175925490446</c:v>
                </c:pt>
                <c:pt idx="32472">
                  <c:v>0.37583333333168412</c:v>
                </c:pt>
                <c:pt idx="32473">
                  <c:v>0.37584490740846377</c:v>
                </c:pt>
                <c:pt idx="32474">
                  <c:v>0.37585648147796746</c:v>
                </c:pt>
                <c:pt idx="32475">
                  <c:v>0.37586805555474712</c:v>
                </c:pt>
                <c:pt idx="32476">
                  <c:v>0.37587962962425081</c:v>
                </c:pt>
                <c:pt idx="32477">
                  <c:v>0.37589120370103046</c:v>
                </c:pt>
                <c:pt idx="32478">
                  <c:v>0.37590277777781012</c:v>
                </c:pt>
                <c:pt idx="32479">
                  <c:v>0.37591435184731381</c:v>
                </c:pt>
                <c:pt idx="32480">
                  <c:v>0.37592592592409346</c:v>
                </c:pt>
                <c:pt idx="32481">
                  <c:v>0.37593750000087311</c:v>
                </c:pt>
                <c:pt idx="32482">
                  <c:v>0.37594907407037681</c:v>
                </c:pt>
                <c:pt idx="32483">
                  <c:v>0.37596064814715646</c:v>
                </c:pt>
                <c:pt idx="32484">
                  <c:v>0.37597222221666016</c:v>
                </c:pt>
                <c:pt idx="32485">
                  <c:v>0.37598379629343981</c:v>
                </c:pt>
                <c:pt idx="32486">
                  <c:v>0.37599537037021946</c:v>
                </c:pt>
                <c:pt idx="32487">
                  <c:v>0.37600694443972316</c:v>
                </c:pt>
                <c:pt idx="32488">
                  <c:v>0.37601851851650281</c:v>
                </c:pt>
                <c:pt idx="32489">
                  <c:v>0.37603009259328246</c:v>
                </c:pt>
                <c:pt idx="32490">
                  <c:v>0.37604166666278616</c:v>
                </c:pt>
                <c:pt idx="32491">
                  <c:v>0.37605324073956581</c:v>
                </c:pt>
                <c:pt idx="32492">
                  <c:v>0.3760648148090695</c:v>
                </c:pt>
                <c:pt idx="32493">
                  <c:v>0.37607638888584916</c:v>
                </c:pt>
                <c:pt idx="32494">
                  <c:v>0.37608796296262881</c:v>
                </c:pt>
                <c:pt idx="32495">
                  <c:v>0.3760995370321325</c:v>
                </c:pt>
                <c:pt idx="32496">
                  <c:v>0.37611111110891216</c:v>
                </c:pt>
                <c:pt idx="32497">
                  <c:v>0.37612268518569181</c:v>
                </c:pt>
                <c:pt idx="32498">
                  <c:v>0.3761342592551955</c:v>
                </c:pt>
                <c:pt idx="32499">
                  <c:v>0.37614583333197515</c:v>
                </c:pt>
                <c:pt idx="32500">
                  <c:v>0.37615740740147885</c:v>
                </c:pt>
                <c:pt idx="32501">
                  <c:v>0.3761689814782585</c:v>
                </c:pt>
                <c:pt idx="32502">
                  <c:v>0.37618055555503815</c:v>
                </c:pt>
                <c:pt idx="32503">
                  <c:v>0.37619212962454185</c:v>
                </c:pt>
                <c:pt idx="32504">
                  <c:v>0.3762037037013215</c:v>
                </c:pt>
                <c:pt idx="32505">
                  <c:v>0.37621527777810115</c:v>
                </c:pt>
                <c:pt idx="32506">
                  <c:v>0.37622685184760485</c:v>
                </c:pt>
                <c:pt idx="32507">
                  <c:v>0.3762384259243845</c:v>
                </c:pt>
                <c:pt idx="32508">
                  <c:v>0.37625000000116415</c:v>
                </c:pt>
                <c:pt idx="32509">
                  <c:v>0.37626157407066785</c:v>
                </c:pt>
                <c:pt idx="32510">
                  <c:v>0.3762731481474475</c:v>
                </c:pt>
                <c:pt idx="32511">
                  <c:v>0.3762847222169512</c:v>
                </c:pt>
                <c:pt idx="32512">
                  <c:v>0.37629629629373085</c:v>
                </c:pt>
                <c:pt idx="32513">
                  <c:v>0.3763078703705105</c:v>
                </c:pt>
                <c:pt idx="32514">
                  <c:v>0.37631944444001419</c:v>
                </c:pt>
                <c:pt idx="32515">
                  <c:v>0.37633101851679385</c:v>
                </c:pt>
                <c:pt idx="32516">
                  <c:v>0.3763425925935735</c:v>
                </c:pt>
                <c:pt idx="32517">
                  <c:v>0.37635416666307719</c:v>
                </c:pt>
                <c:pt idx="32518">
                  <c:v>0.37636574073985685</c:v>
                </c:pt>
                <c:pt idx="32519">
                  <c:v>0.37637731480936054</c:v>
                </c:pt>
                <c:pt idx="32520">
                  <c:v>0.37638888888614019</c:v>
                </c:pt>
                <c:pt idx="32521">
                  <c:v>0.37640046296291985</c:v>
                </c:pt>
                <c:pt idx="32522">
                  <c:v>0.37641203703242354</c:v>
                </c:pt>
                <c:pt idx="32523">
                  <c:v>0.37642361110920319</c:v>
                </c:pt>
                <c:pt idx="32524">
                  <c:v>0.37643518518598285</c:v>
                </c:pt>
                <c:pt idx="32525">
                  <c:v>0.37644675925548654</c:v>
                </c:pt>
                <c:pt idx="32526">
                  <c:v>0.37645833333226619</c:v>
                </c:pt>
                <c:pt idx="32527">
                  <c:v>0.37646990740176989</c:v>
                </c:pt>
                <c:pt idx="32528">
                  <c:v>0.37648148147854954</c:v>
                </c:pt>
                <c:pt idx="32529">
                  <c:v>0.37649305555532919</c:v>
                </c:pt>
                <c:pt idx="32530">
                  <c:v>0.37650462962483289</c:v>
                </c:pt>
                <c:pt idx="32531">
                  <c:v>0.37651620370161254</c:v>
                </c:pt>
                <c:pt idx="32532">
                  <c:v>0.37652777777839219</c:v>
                </c:pt>
                <c:pt idx="32533">
                  <c:v>0.37653935184789589</c:v>
                </c:pt>
                <c:pt idx="32534">
                  <c:v>0.37655092592467554</c:v>
                </c:pt>
                <c:pt idx="32535">
                  <c:v>0.37656249999417923</c:v>
                </c:pt>
                <c:pt idx="32536">
                  <c:v>0.37657407407095889</c:v>
                </c:pt>
                <c:pt idx="32537">
                  <c:v>0.37658564814773854</c:v>
                </c:pt>
                <c:pt idx="32538">
                  <c:v>0.37659722221724223</c:v>
                </c:pt>
                <c:pt idx="32539">
                  <c:v>0.37660879629402189</c:v>
                </c:pt>
                <c:pt idx="32540">
                  <c:v>0.37662037037080154</c:v>
                </c:pt>
                <c:pt idx="32541">
                  <c:v>0.37663194444030523</c:v>
                </c:pt>
                <c:pt idx="32542">
                  <c:v>0.37664351851708489</c:v>
                </c:pt>
                <c:pt idx="32543">
                  <c:v>0.37665509259386454</c:v>
                </c:pt>
                <c:pt idx="32544">
                  <c:v>0.37666666666336823</c:v>
                </c:pt>
                <c:pt idx="32545">
                  <c:v>0.37667824074014788</c:v>
                </c:pt>
                <c:pt idx="32546">
                  <c:v>0.37668981480965158</c:v>
                </c:pt>
                <c:pt idx="32547">
                  <c:v>0.37670138888643123</c:v>
                </c:pt>
                <c:pt idx="32548">
                  <c:v>0.37671296296321088</c:v>
                </c:pt>
                <c:pt idx="32549">
                  <c:v>0.37672453703271458</c:v>
                </c:pt>
                <c:pt idx="32550">
                  <c:v>0.37673611110949423</c:v>
                </c:pt>
                <c:pt idx="32551">
                  <c:v>0.37674768518627388</c:v>
                </c:pt>
                <c:pt idx="32552">
                  <c:v>0.37675925925577758</c:v>
                </c:pt>
                <c:pt idx="32553">
                  <c:v>0.37677083333255723</c:v>
                </c:pt>
                <c:pt idx="32554">
                  <c:v>0.37678240740206093</c:v>
                </c:pt>
                <c:pt idx="32555">
                  <c:v>0.37679398147884058</c:v>
                </c:pt>
                <c:pt idx="32556">
                  <c:v>0.37680555555562023</c:v>
                </c:pt>
                <c:pt idx="32557">
                  <c:v>0.37681712962512393</c:v>
                </c:pt>
                <c:pt idx="32558">
                  <c:v>0.37682870370190358</c:v>
                </c:pt>
                <c:pt idx="32559">
                  <c:v>0.37684027777868323</c:v>
                </c:pt>
                <c:pt idx="32560">
                  <c:v>0.37685185184818693</c:v>
                </c:pt>
                <c:pt idx="32561">
                  <c:v>0.37686342592496658</c:v>
                </c:pt>
                <c:pt idx="32562">
                  <c:v>0.37687499999447027</c:v>
                </c:pt>
                <c:pt idx="32563">
                  <c:v>0.37688657407124992</c:v>
                </c:pt>
                <c:pt idx="32564">
                  <c:v>0.37689814814802958</c:v>
                </c:pt>
                <c:pt idx="32565">
                  <c:v>0.37690972221753327</c:v>
                </c:pt>
                <c:pt idx="32566">
                  <c:v>0.37692129629431292</c:v>
                </c:pt>
                <c:pt idx="32567">
                  <c:v>0.37693287037109258</c:v>
                </c:pt>
                <c:pt idx="32568">
                  <c:v>0.37694444444059627</c:v>
                </c:pt>
                <c:pt idx="32569">
                  <c:v>0.37695601851737592</c:v>
                </c:pt>
                <c:pt idx="32570">
                  <c:v>0.37696759258687962</c:v>
                </c:pt>
                <c:pt idx="32571">
                  <c:v>0.37697916666365927</c:v>
                </c:pt>
                <c:pt idx="32572">
                  <c:v>0.37699074074043892</c:v>
                </c:pt>
                <c:pt idx="32573">
                  <c:v>0.37700231480994262</c:v>
                </c:pt>
                <c:pt idx="32574">
                  <c:v>0.37701388888672227</c:v>
                </c:pt>
                <c:pt idx="32575">
                  <c:v>0.37702546296350192</c:v>
                </c:pt>
                <c:pt idx="32576">
                  <c:v>0.37703703703300562</c:v>
                </c:pt>
                <c:pt idx="32577">
                  <c:v>0.37704861110978527</c:v>
                </c:pt>
                <c:pt idx="32578">
                  <c:v>0.37706018517928896</c:v>
                </c:pt>
                <c:pt idx="32579">
                  <c:v>0.37707175925606862</c:v>
                </c:pt>
                <c:pt idx="32580">
                  <c:v>0.37708333333284827</c:v>
                </c:pt>
                <c:pt idx="32581">
                  <c:v>0.37709490740235196</c:v>
                </c:pt>
                <c:pt idx="32582">
                  <c:v>0.37710648147913162</c:v>
                </c:pt>
                <c:pt idx="32583">
                  <c:v>0.37711805555591127</c:v>
                </c:pt>
                <c:pt idx="32584">
                  <c:v>0.37712962962541496</c:v>
                </c:pt>
                <c:pt idx="32585">
                  <c:v>0.37714120370219462</c:v>
                </c:pt>
                <c:pt idx="32586">
                  <c:v>0.37715277777897427</c:v>
                </c:pt>
                <c:pt idx="32587">
                  <c:v>0.37716435184847796</c:v>
                </c:pt>
                <c:pt idx="32588">
                  <c:v>0.37717592592525762</c:v>
                </c:pt>
                <c:pt idx="32589">
                  <c:v>0.37718749999476131</c:v>
                </c:pt>
                <c:pt idx="32590">
                  <c:v>0.37719907407154096</c:v>
                </c:pt>
                <c:pt idx="32591">
                  <c:v>0.37721064814832062</c:v>
                </c:pt>
                <c:pt idx="32592">
                  <c:v>0.37722222221782431</c:v>
                </c:pt>
                <c:pt idx="32593">
                  <c:v>0.37723379629460396</c:v>
                </c:pt>
                <c:pt idx="32594">
                  <c:v>0.37724537037138361</c:v>
                </c:pt>
                <c:pt idx="32595">
                  <c:v>0.37725694444088731</c:v>
                </c:pt>
                <c:pt idx="32596">
                  <c:v>0.37726851851766696</c:v>
                </c:pt>
                <c:pt idx="32597">
                  <c:v>0.37728009258717066</c:v>
                </c:pt>
                <c:pt idx="32598">
                  <c:v>0.37729166666395031</c:v>
                </c:pt>
                <c:pt idx="32599">
                  <c:v>0.37730324074072996</c:v>
                </c:pt>
                <c:pt idx="32600">
                  <c:v>0.37731481481023366</c:v>
                </c:pt>
                <c:pt idx="32601">
                  <c:v>0.37732638888701331</c:v>
                </c:pt>
                <c:pt idx="32602">
                  <c:v>0.37733796296379296</c:v>
                </c:pt>
                <c:pt idx="32603">
                  <c:v>0.37734953703329666</c:v>
                </c:pt>
                <c:pt idx="32604">
                  <c:v>0.37736111111007631</c:v>
                </c:pt>
                <c:pt idx="32605">
                  <c:v>0.37737268517958</c:v>
                </c:pt>
                <c:pt idx="32606">
                  <c:v>0.37738425925635966</c:v>
                </c:pt>
                <c:pt idx="32607">
                  <c:v>0.37739583333313931</c:v>
                </c:pt>
                <c:pt idx="32608">
                  <c:v>0.377407407402643</c:v>
                </c:pt>
                <c:pt idx="32609">
                  <c:v>0.37741898147942265</c:v>
                </c:pt>
                <c:pt idx="32610">
                  <c:v>0.37743055555620231</c:v>
                </c:pt>
                <c:pt idx="32611">
                  <c:v>0.377442129625706</c:v>
                </c:pt>
                <c:pt idx="32612">
                  <c:v>0.37745370370248565</c:v>
                </c:pt>
                <c:pt idx="32613">
                  <c:v>0.37746527777198935</c:v>
                </c:pt>
                <c:pt idx="32614">
                  <c:v>0.377476851848769</c:v>
                </c:pt>
                <c:pt idx="32615">
                  <c:v>0.37748842592554865</c:v>
                </c:pt>
                <c:pt idx="32616">
                  <c:v>0.37749999999505235</c:v>
                </c:pt>
                <c:pt idx="32617">
                  <c:v>0.377511574071832</c:v>
                </c:pt>
                <c:pt idx="32618">
                  <c:v>0.37752314814861165</c:v>
                </c:pt>
                <c:pt idx="32619">
                  <c:v>0.37753472221811535</c:v>
                </c:pt>
                <c:pt idx="32620">
                  <c:v>0.377546296294895</c:v>
                </c:pt>
                <c:pt idx="32621">
                  <c:v>0.37755787037167465</c:v>
                </c:pt>
                <c:pt idx="32622">
                  <c:v>0.37756944444117835</c:v>
                </c:pt>
                <c:pt idx="32623">
                  <c:v>0.377581018517958</c:v>
                </c:pt>
                <c:pt idx="32624">
                  <c:v>0.3775925925874617</c:v>
                </c:pt>
                <c:pt idx="32625">
                  <c:v>0.37760416666424135</c:v>
                </c:pt>
                <c:pt idx="32626">
                  <c:v>0.377615740741021</c:v>
                </c:pt>
                <c:pt idx="32627">
                  <c:v>0.37762731481052469</c:v>
                </c:pt>
                <c:pt idx="32628">
                  <c:v>0.37763888888730435</c:v>
                </c:pt>
                <c:pt idx="32629">
                  <c:v>0.377650462964084</c:v>
                </c:pt>
                <c:pt idx="32630">
                  <c:v>0.37766203703358769</c:v>
                </c:pt>
                <c:pt idx="32631">
                  <c:v>0.37767361111036735</c:v>
                </c:pt>
                <c:pt idx="32632">
                  <c:v>0.37768518517987104</c:v>
                </c:pt>
                <c:pt idx="32633">
                  <c:v>0.37769675925665069</c:v>
                </c:pt>
                <c:pt idx="32634">
                  <c:v>0.37770833333343035</c:v>
                </c:pt>
                <c:pt idx="32635">
                  <c:v>0.37771990740293404</c:v>
                </c:pt>
                <c:pt idx="32636">
                  <c:v>0.37773148147971369</c:v>
                </c:pt>
                <c:pt idx="32637">
                  <c:v>0.37774305555649335</c:v>
                </c:pt>
                <c:pt idx="32638">
                  <c:v>0.37775462962599704</c:v>
                </c:pt>
                <c:pt idx="32639">
                  <c:v>0.37776620370277669</c:v>
                </c:pt>
                <c:pt idx="32640">
                  <c:v>0.37777777777228039</c:v>
                </c:pt>
                <c:pt idx="32641">
                  <c:v>0.37778935184906004</c:v>
                </c:pt>
                <c:pt idx="32642">
                  <c:v>0.37780092592583969</c:v>
                </c:pt>
                <c:pt idx="32643">
                  <c:v>0.37781249999534339</c:v>
                </c:pt>
                <c:pt idx="32644">
                  <c:v>0.37782407407212304</c:v>
                </c:pt>
                <c:pt idx="32645">
                  <c:v>0.37783564814890269</c:v>
                </c:pt>
                <c:pt idx="32646">
                  <c:v>0.37784722221840639</c:v>
                </c:pt>
                <c:pt idx="32647">
                  <c:v>0.37785879629518604</c:v>
                </c:pt>
                <c:pt idx="32648">
                  <c:v>0.37787037036468973</c:v>
                </c:pt>
                <c:pt idx="32649">
                  <c:v>0.37788194444146939</c:v>
                </c:pt>
                <c:pt idx="32650">
                  <c:v>0.37789351851824904</c:v>
                </c:pt>
                <c:pt idx="32651">
                  <c:v>0.37790509258775273</c:v>
                </c:pt>
                <c:pt idx="32652">
                  <c:v>0.37791666666453239</c:v>
                </c:pt>
                <c:pt idx="32653">
                  <c:v>0.37792824074131204</c:v>
                </c:pt>
                <c:pt idx="32654">
                  <c:v>0.37793981481081573</c:v>
                </c:pt>
                <c:pt idx="32655">
                  <c:v>0.37795138888759539</c:v>
                </c:pt>
                <c:pt idx="32656">
                  <c:v>0.37796296295709908</c:v>
                </c:pt>
                <c:pt idx="32657">
                  <c:v>0.37797453703387873</c:v>
                </c:pt>
                <c:pt idx="32658">
                  <c:v>0.37798611111065838</c:v>
                </c:pt>
                <c:pt idx="32659">
                  <c:v>0.37799768518016208</c:v>
                </c:pt>
                <c:pt idx="32660">
                  <c:v>0.37800925925694173</c:v>
                </c:pt>
                <c:pt idx="32661">
                  <c:v>0.37802083333372138</c:v>
                </c:pt>
                <c:pt idx="32662">
                  <c:v>0.37803240740322508</c:v>
                </c:pt>
                <c:pt idx="32663">
                  <c:v>0.37804398148000473</c:v>
                </c:pt>
                <c:pt idx="32664">
                  <c:v>0.37805555555678438</c:v>
                </c:pt>
                <c:pt idx="32665">
                  <c:v>0.37806712962628808</c:v>
                </c:pt>
                <c:pt idx="32666">
                  <c:v>0.37807870370306773</c:v>
                </c:pt>
                <c:pt idx="32667">
                  <c:v>0.37809027777257143</c:v>
                </c:pt>
                <c:pt idx="32668">
                  <c:v>0.37810185184935108</c:v>
                </c:pt>
                <c:pt idx="32669">
                  <c:v>0.37811342592613073</c:v>
                </c:pt>
                <c:pt idx="32670">
                  <c:v>0.37812499999563443</c:v>
                </c:pt>
                <c:pt idx="32671">
                  <c:v>0.37813657407241408</c:v>
                </c:pt>
                <c:pt idx="32672">
                  <c:v>0.37814814814919373</c:v>
                </c:pt>
                <c:pt idx="32673">
                  <c:v>0.37815972221869742</c:v>
                </c:pt>
                <c:pt idx="32674">
                  <c:v>0.37817129629547708</c:v>
                </c:pt>
                <c:pt idx="32675">
                  <c:v>0.37818287036498077</c:v>
                </c:pt>
                <c:pt idx="32676">
                  <c:v>0.37819444444176042</c:v>
                </c:pt>
                <c:pt idx="32677">
                  <c:v>0.37820601851854008</c:v>
                </c:pt>
                <c:pt idx="32678">
                  <c:v>0.37821759258804377</c:v>
                </c:pt>
                <c:pt idx="32679">
                  <c:v>0.37822916666482342</c:v>
                </c:pt>
                <c:pt idx="32680">
                  <c:v>0.37824074074160308</c:v>
                </c:pt>
                <c:pt idx="32681">
                  <c:v>0.37825231481110677</c:v>
                </c:pt>
                <c:pt idx="32682">
                  <c:v>0.37826388888788642</c:v>
                </c:pt>
                <c:pt idx="32683">
                  <c:v>0.37827546295739012</c:v>
                </c:pt>
                <c:pt idx="32684">
                  <c:v>0.37828703703416977</c:v>
                </c:pt>
                <c:pt idx="32685">
                  <c:v>0.37829861111094942</c:v>
                </c:pt>
                <c:pt idx="32686">
                  <c:v>0.37831018518045312</c:v>
                </c:pt>
                <c:pt idx="32687">
                  <c:v>0.37832175925723277</c:v>
                </c:pt>
                <c:pt idx="32688">
                  <c:v>0.37833333333401242</c:v>
                </c:pt>
                <c:pt idx="32689">
                  <c:v>0.37834490740351612</c:v>
                </c:pt>
                <c:pt idx="32690">
                  <c:v>0.37835648148029577</c:v>
                </c:pt>
                <c:pt idx="32691">
                  <c:v>0.37836805554979946</c:v>
                </c:pt>
                <c:pt idx="32692">
                  <c:v>0.37837962962657912</c:v>
                </c:pt>
                <c:pt idx="32693">
                  <c:v>0.37839120370335877</c:v>
                </c:pt>
                <c:pt idx="32694">
                  <c:v>0.37840277777286246</c:v>
                </c:pt>
                <c:pt idx="32695">
                  <c:v>0.37841435184964212</c:v>
                </c:pt>
                <c:pt idx="32696">
                  <c:v>0.37842592592642177</c:v>
                </c:pt>
                <c:pt idx="32697">
                  <c:v>0.37843749999592546</c:v>
                </c:pt>
                <c:pt idx="32698">
                  <c:v>0.37844907407270512</c:v>
                </c:pt>
                <c:pt idx="32699">
                  <c:v>0.37846064814948477</c:v>
                </c:pt>
                <c:pt idx="32700">
                  <c:v>0.37847222221898846</c:v>
                </c:pt>
                <c:pt idx="32701">
                  <c:v>0.37848379629576812</c:v>
                </c:pt>
                <c:pt idx="32702">
                  <c:v>0.37849537036527181</c:v>
                </c:pt>
                <c:pt idx="32703">
                  <c:v>0.37850694444205146</c:v>
                </c:pt>
                <c:pt idx="32704">
                  <c:v>0.37851851851883112</c:v>
                </c:pt>
                <c:pt idx="32705">
                  <c:v>0.37853009258833481</c:v>
                </c:pt>
                <c:pt idx="32706">
                  <c:v>0.37854166666511446</c:v>
                </c:pt>
                <c:pt idx="32707">
                  <c:v>0.37855324074189411</c:v>
                </c:pt>
                <c:pt idx="32708">
                  <c:v>0.37856481481139781</c:v>
                </c:pt>
                <c:pt idx="32709">
                  <c:v>0.37857638888817746</c:v>
                </c:pt>
                <c:pt idx="32710">
                  <c:v>0.37858796295768116</c:v>
                </c:pt>
                <c:pt idx="32711">
                  <c:v>0.37859953703446081</c:v>
                </c:pt>
                <c:pt idx="32712">
                  <c:v>0.37861111111124046</c:v>
                </c:pt>
                <c:pt idx="32713">
                  <c:v>0.37862268518074416</c:v>
                </c:pt>
                <c:pt idx="32714">
                  <c:v>0.37863425925752381</c:v>
                </c:pt>
                <c:pt idx="32715">
                  <c:v>0.37864583333430346</c:v>
                </c:pt>
                <c:pt idx="32716">
                  <c:v>0.37865740740380716</c:v>
                </c:pt>
                <c:pt idx="32717">
                  <c:v>0.37866898148058681</c:v>
                </c:pt>
                <c:pt idx="32718">
                  <c:v>0.3786805555500905</c:v>
                </c:pt>
                <c:pt idx="32719">
                  <c:v>0.37869212962687016</c:v>
                </c:pt>
                <c:pt idx="32720">
                  <c:v>0.37870370370364981</c:v>
                </c:pt>
                <c:pt idx="32721">
                  <c:v>0.3787152777731535</c:v>
                </c:pt>
                <c:pt idx="32722">
                  <c:v>0.37872685184993315</c:v>
                </c:pt>
                <c:pt idx="32723">
                  <c:v>0.37873842592671281</c:v>
                </c:pt>
                <c:pt idx="32724">
                  <c:v>0.3787499999962165</c:v>
                </c:pt>
                <c:pt idx="32725">
                  <c:v>0.37876157407299615</c:v>
                </c:pt>
                <c:pt idx="32726">
                  <c:v>0.37877314814249985</c:v>
                </c:pt>
                <c:pt idx="32727">
                  <c:v>0.3787847222192795</c:v>
                </c:pt>
                <c:pt idx="32728">
                  <c:v>0.37879629629605915</c:v>
                </c:pt>
                <c:pt idx="32729">
                  <c:v>0.37880787036556285</c:v>
                </c:pt>
                <c:pt idx="32730">
                  <c:v>0.3788194444423425</c:v>
                </c:pt>
                <c:pt idx="32731">
                  <c:v>0.37883101851912215</c:v>
                </c:pt>
                <c:pt idx="32732">
                  <c:v>0.37884259258862585</c:v>
                </c:pt>
                <c:pt idx="32733">
                  <c:v>0.3788541666654055</c:v>
                </c:pt>
                <c:pt idx="32734">
                  <c:v>0.3788657407349092</c:v>
                </c:pt>
                <c:pt idx="32735">
                  <c:v>0.37887731481168885</c:v>
                </c:pt>
                <c:pt idx="32736">
                  <c:v>0.3788888888884685</c:v>
                </c:pt>
                <c:pt idx="32737">
                  <c:v>0.37890046295797219</c:v>
                </c:pt>
                <c:pt idx="32738">
                  <c:v>0.37891203703475185</c:v>
                </c:pt>
                <c:pt idx="32739">
                  <c:v>0.3789236111115315</c:v>
                </c:pt>
                <c:pt idx="32740">
                  <c:v>0.37893518518103519</c:v>
                </c:pt>
                <c:pt idx="32741">
                  <c:v>0.37894675925781485</c:v>
                </c:pt>
                <c:pt idx="32742">
                  <c:v>0.3789583333345945</c:v>
                </c:pt>
                <c:pt idx="32743">
                  <c:v>0.37896990740409819</c:v>
                </c:pt>
                <c:pt idx="32744">
                  <c:v>0.37898148148087785</c:v>
                </c:pt>
                <c:pt idx="32745">
                  <c:v>0.37899305555038154</c:v>
                </c:pt>
                <c:pt idx="32746">
                  <c:v>0.37900462962716119</c:v>
                </c:pt>
                <c:pt idx="32747">
                  <c:v>0.37901620370394085</c:v>
                </c:pt>
                <c:pt idx="32748">
                  <c:v>0.37902777777344454</c:v>
                </c:pt>
                <c:pt idx="32749">
                  <c:v>0.37903935185022419</c:v>
                </c:pt>
                <c:pt idx="32750">
                  <c:v>0.37905092592700385</c:v>
                </c:pt>
                <c:pt idx="32751">
                  <c:v>0.37906249999650754</c:v>
                </c:pt>
                <c:pt idx="32752">
                  <c:v>0.37907407407328719</c:v>
                </c:pt>
                <c:pt idx="32753">
                  <c:v>0.37908564814279089</c:v>
                </c:pt>
                <c:pt idx="32754">
                  <c:v>0.37909722221957054</c:v>
                </c:pt>
                <c:pt idx="32755">
                  <c:v>0.37910879629635019</c:v>
                </c:pt>
                <c:pt idx="32756">
                  <c:v>0.37912037036585389</c:v>
                </c:pt>
                <c:pt idx="32757">
                  <c:v>0.37913194444263354</c:v>
                </c:pt>
                <c:pt idx="32758">
                  <c:v>0.37914351851941319</c:v>
                </c:pt>
                <c:pt idx="32759">
                  <c:v>0.37915509258891689</c:v>
                </c:pt>
                <c:pt idx="32760">
                  <c:v>0.37916666666569654</c:v>
                </c:pt>
                <c:pt idx="32761">
                  <c:v>0.37917824073520023</c:v>
                </c:pt>
                <c:pt idx="32762">
                  <c:v>0.37918981481197989</c:v>
                </c:pt>
                <c:pt idx="32763">
                  <c:v>0.37920138888875954</c:v>
                </c:pt>
                <c:pt idx="32764">
                  <c:v>0.37921296295826323</c:v>
                </c:pt>
                <c:pt idx="32765">
                  <c:v>0.37922453703504289</c:v>
                </c:pt>
                <c:pt idx="32766">
                  <c:v>0.37923611111182254</c:v>
                </c:pt>
                <c:pt idx="32767">
                  <c:v>0.37924768518132623</c:v>
                </c:pt>
                <c:pt idx="32768">
                  <c:v>0.37925925925810589</c:v>
                </c:pt>
                <c:pt idx="32769">
                  <c:v>0.37927083332760958</c:v>
                </c:pt>
                <c:pt idx="32770">
                  <c:v>0.37928240740438923</c:v>
                </c:pt>
                <c:pt idx="32771">
                  <c:v>0.37929398148116888</c:v>
                </c:pt>
                <c:pt idx="32772">
                  <c:v>0.37930555555067258</c:v>
                </c:pt>
                <c:pt idx="32773">
                  <c:v>0.37931712962745223</c:v>
                </c:pt>
                <c:pt idx="32774">
                  <c:v>0.37932870370423188</c:v>
                </c:pt>
                <c:pt idx="32775">
                  <c:v>0.37934027777373558</c:v>
                </c:pt>
                <c:pt idx="32776">
                  <c:v>0.37935185185051523</c:v>
                </c:pt>
                <c:pt idx="32777">
                  <c:v>0.37936342592001893</c:v>
                </c:pt>
                <c:pt idx="32778">
                  <c:v>0.37937499999679858</c:v>
                </c:pt>
                <c:pt idx="32779">
                  <c:v>0.37938657407357823</c:v>
                </c:pt>
                <c:pt idx="32780">
                  <c:v>0.37939814814308193</c:v>
                </c:pt>
                <c:pt idx="32781">
                  <c:v>0.37940972221986158</c:v>
                </c:pt>
                <c:pt idx="32782">
                  <c:v>0.37942129629664123</c:v>
                </c:pt>
                <c:pt idx="32783">
                  <c:v>0.37943287036614493</c:v>
                </c:pt>
                <c:pt idx="32784">
                  <c:v>0.37944444444292458</c:v>
                </c:pt>
                <c:pt idx="32785">
                  <c:v>0.37945601851970423</c:v>
                </c:pt>
                <c:pt idx="32786">
                  <c:v>0.37946759258920792</c:v>
                </c:pt>
                <c:pt idx="32787">
                  <c:v>0.37947916666598758</c:v>
                </c:pt>
                <c:pt idx="32788">
                  <c:v>0.37949074073549127</c:v>
                </c:pt>
                <c:pt idx="32789">
                  <c:v>0.37950231481227092</c:v>
                </c:pt>
                <c:pt idx="32790">
                  <c:v>0.37951388888905058</c:v>
                </c:pt>
                <c:pt idx="32791">
                  <c:v>0.37952546295855427</c:v>
                </c:pt>
                <c:pt idx="32792">
                  <c:v>0.37953703703533392</c:v>
                </c:pt>
                <c:pt idx="32793">
                  <c:v>0.37954861111211358</c:v>
                </c:pt>
                <c:pt idx="32794">
                  <c:v>0.37956018518161727</c:v>
                </c:pt>
                <c:pt idx="32795">
                  <c:v>0.37957175925839692</c:v>
                </c:pt>
                <c:pt idx="32796">
                  <c:v>0.37958333332790062</c:v>
                </c:pt>
                <c:pt idx="32797">
                  <c:v>0.37959490740468027</c:v>
                </c:pt>
                <c:pt idx="32798">
                  <c:v>0.37960648148145992</c:v>
                </c:pt>
                <c:pt idx="32799">
                  <c:v>0.37961805555096362</c:v>
                </c:pt>
                <c:pt idx="32800">
                  <c:v>0.37962962962774327</c:v>
                </c:pt>
                <c:pt idx="32801">
                  <c:v>0.37964120370452292</c:v>
                </c:pt>
                <c:pt idx="32802">
                  <c:v>0.37965277777402662</c:v>
                </c:pt>
                <c:pt idx="32803">
                  <c:v>0.37966435185080627</c:v>
                </c:pt>
                <c:pt idx="32804">
                  <c:v>0.37967592592030996</c:v>
                </c:pt>
                <c:pt idx="32805">
                  <c:v>0.37968749999708962</c:v>
                </c:pt>
                <c:pt idx="32806">
                  <c:v>0.37969907407386927</c:v>
                </c:pt>
                <c:pt idx="32807">
                  <c:v>0.37971064814337296</c:v>
                </c:pt>
                <c:pt idx="32808">
                  <c:v>0.37972222222015262</c:v>
                </c:pt>
                <c:pt idx="32809">
                  <c:v>0.37973379629693227</c:v>
                </c:pt>
                <c:pt idx="32810">
                  <c:v>0.37974537036643596</c:v>
                </c:pt>
                <c:pt idx="32811">
                  <c:v>0.37975694444321562</c:v>
                </c:pt>
                <c:pt idx="32812">
                  <c:v>0.37976851851271931</c:v>
                </c:pt>
                <c:pt idx="32813">
                  <c:v>0.37978009258949896</c:v>
                </c:pt>
                <c:pt idx="32814">
                  <c:v>0.37979166666627862</c:v>
                </c:pt>
                <c:pt idx="32815">
                  <c:v>0.37980324073578231</c:v>
                </c:pt>
                <c:pt idx="32816">
                  <c:v>0.37981481481256196</c:v>
                </c:pt>
                <c:pt idx="32817">
                  <c:v>0.37982638888934162</c:v>
                </c:pt>
                <c:pt idx="32818">
                  <c:v>0.37983796295884531</c:v>
                </c:pt>
                <c:pt idx="32819">
                  <c:v>0.37984953703562496</c:v>
                </c:pt>
                <c:pt idx="32820">
                  <c:v>0.37986111111240461</c:v>
                </c:pt>
                <c:pt idx="32821">
                  <c:v>0.37987268518190831</c:v>
                </c:pt>
                <c:pt idx="32822">
                  <c:v>0.37988425925868796</c:v>
                </c:pt>
                <c:pt idx="32823">
                  <c:v>0.37989583332819166</c:v>
                </c:pt>
                <c:pt idx="32824">
                  <c:v>0.37990740740497131</c:v>
                </c:pt>
                <c:pt idx="32825">
                  <c:v>0.37991898148175096</c:v>
                </c:pt>
                <c:pt idx="32826">
                  <c:v>0.37993055555125466</c:v>
                </c:pt>
                <c:pt idx="32827">
                  <c:v>0.37994212962803431</c:v>
                </c:pt>
                <c:pt idx="32828">
                  <c:v>0.37995370370481396</c:v>
                </c:pt>
                <c:pt idx="32829">
                  <c:v>0.37996527777431766</c:v>
                </c:pt>
                <c:pt idx="32830">
                  <c:v>0.37997685185109731</c:v>
                </c:pt>
                <c:pt idx="32831">
                  <c:v>0.379988425920601</c:v>
                </c:pt>
                <c:pt idx="32832">
                  <c:v>0.37999999999738066</c:v>
                </c:pt>
                <c:pt idx="32833">
                  <c:v>0.38001157407416031</c:v>
                </c:pt>
                <c:pt idx="32834">
                  <c:v>0.380023148143664</c:v>
                </c:pt>
                <c:pt idx="32835">
                  <c:v>0.38003472222044365</c:v>
                </c:pt>
                <c:pt idx="32836">
                  <c:v>0.38004629629722331</c:v>
                </c:pt>
                <c:pt idx="32837">
                  <c:v>0.380057870366727</c:v>
                </c:pt>
                <c:pt idx="32838">
                  <c:v>0.38006944444350665</c:v>
                </c:pt>
                <c:pt idx="32839">
                  <c:v>0.38008101851301035</c:v>
                </c:pt>
                <c:pt idx="32840">
                  <c:v>0.38009259258979</c:v>
                </c:pt>
                <c:pt idx="32841">
                  <c:v>0.38010416666656965</c:v>
                </c:pt>
                <c:pt idx="32842">
                  <c:v>0.38011574073607335</c:v>
                </c:pt>
                <c:pt idx="32843">
                  <c:v>0.380127314812853</c:v>
                </c:pt>
                <c:pt idx="32844">
                  <c:v>0.38013888888963265</c:v>
                </c:pt>
                <c:pt idx="32845">
                  <c:v>0.38015046295913635</c:v>
                </c:pt>
                <c:pt idx="32846">
                  <c:v>0.380162037035916</c:v>
                </c:pt>
                <c:pt idx="32847">
                  <c:v>0.3801736111054197</c:v>
                </c:pt>
                <c:pt idx="32848">
                  <c:v>0.38018518518219935</c:v>
                </c:pt>
                <c:pt idx="32849">
                  <c:v>0.380196759258979</c:v>
                </c:pt>
                <c:pt idx="32850">
                  <c:v>0.38020833332848269</c:v>
                </c:pt>
                <c:pt idx="32851">
                  <c:v>0.38021990740526235</c:v>
                </c:pt>
                <c:pt idx="32852">
                  <c:v>0.380231481482042</c:v>
                </c:pt>
                <c:pt idx="32853">
                  <c:v>0.38024305555154569</c:v>
                </c:pt>
                <c:pt idx="32854">
                  <c:v>0.38025462962832535</c:v>
                </c:pt>
                <c:pt idx="32855">
                  <c:v>0.38026620369782904</c:v>
                </c:pt>
                <c:pt idx="32856">
                  <c:v>0.38027777777460869</c:v>
                </c:pt>
                <c:pt idx="32857">
                  <c:v>0.38028935185138835</c:v>
                </c:pt>
                <c:pt idx="32858">
                  <c:v>0.38030092592089204</c:v>
                </c:pt>
                <c:pt idx="32859">
                  <c:v>0.38031249999767169</c:v>
                </c:pt>
                <c:pt idx="32860">
                  <c:v>0.38032407407445135</c:v>
                </c:pt>
                <c:pt idx="32861">
                  <c:v>0.38033564814395504</c:v>
                </c:pt>
                <c:pt idx="32862">
                  <c:v>0.38034722222073469</c:v>
                </c:pt>
                <c:pt idx="32863">
                  <c:v>0.38035879629751435</c:v>
                </c:pt>
                <c:pt idx="32864">
                  <c:v>0.38037037036701804</c:v>
                </c:pt>
                <c:pt idx="32865">
                  <c:v>0.38038194444379769</c:v>
                </c:pt>
                <c:pt idx="32866">
                  <c:v>0.38039351851330139</c:v>
                </c:pt>
                <c:pt idx="32867">
                  <c:v>0.38040509259008104</c:v>
                </c:pt>
                <c:pt idx="32868">
                  <c:v>0.38041666666686069</c:v>
                </c:pt>
                <c:pt idx="32869">
                  <c:v>0.38042824073636439</c:v>
                </c:pt>
                <c:pt idx="32870">
                  <c:v>0.38043981481314404</c:v>
                </c:pt>
                <c:pt idx="32871">
                  <c:v>0.38045138888992369</c:v>
                </c:pt>
                <c:pt idx="32872">
                  <c:v>0.38046296295942739</c:v>
                </c:pt>
                <c:pt idx="32873">
                  <c:v>0.38047453703620704</c:v>
                </c:pt>
                <c:pt idx="32874">
                  <c:v>0.38048611110571073</c:v>
                </c:pt>
                <c:pt idx="32875">
                  <c:v>0.38049768518249039</c:v>
                </c:pt>
                <c:pt idx="32876">
                  <c:v>0.38050925925927004</c:v>
                </c:pt>
                <c:pt idx="32877">
                  <c:v>0.38052083332877373</c:v>
                </c:pt>
                <c:pt idx="32878">
                  <c:v>0.38053240740555339</c:v>
                </c:pt>
                <c:pt idx="32879">
                  <c:v>0.38054398148233304</c:v>
                </c:pt>
                <c:pt idx="32880">
                  <c:v>0.38055555555183673</c:v>
                </c:pt>
                <c:pt idx="32881">
                  <c:v>0.38056712962861639</c:v>
                </c:pt>
                <c:pt idx="32882">
                  <c:v>0.38057870369812008</c:v>
                </c:pt>
                <c:pt idx="32883">
                  <c:v>0.38059027777489973</c:v>
                </c:pt>
                <c:pt idx="32884">
                  <c:v>0.38060185185167938</c:v>
                </c:pt>
                <c:pt idx="32885">
                  <c:v>0.38061342592118308</c:v>
                </c:pt>
                <c:pt idx="32886">
                  <c:v>0.38062499999796273</c:v>
                </c:pt>
                <c:pt idx="32887">
                  <c:v>0.38063657407474238</c:v>
                </c:pt>
                <c:pt idx="32888">
                  <c:v>0.38064814814424608</c:v>
                </c:pt>
                <c:pt idx="32889">
                  <c:v>0.38065972222102573</c:v>
                </c:pt>
                <c:pt idx="32890">
                  <c:v>0.38067129629052943</c:v>
                </c:pt>
                <c:pt idx="32891">
                  <c:v>0.38068287036730908</c:v>
                </c:pt>
                <c:pt idx="32892">
                  <c:v>0.38069444444408873</c:v>
                </c:pt>
                <c:pt idx="32893">
                  <c:v>0.38070601851359243</c:v>
                </c:pt>
                <c:pt idx="32894">
                  <c:v>0.38071759259037208</c:v>
                </c:pt>
                <c:pt idx="32895">
                  <c:v>0.38072916666715173</c:v>
                </c:pt>
                <c:pt idx="32896">
                  <c:v>0.38074074073665543</c:v>
                </c:pt>
                <c:pt idx="32897">
                  <c:v>0.38075231481343508</c:v>
                </c:pt>
                <c:pt idx="32898">
                  <c:v>0.38076388889021473</c:v>
                </c:pt>
                <c:pt idx="32899">
                  <c:v>0.38077546295971842</c:v>
                </c:pt>
                <c:pt idx="32900">
                  <c:v>0.38078703703649808</c:v>
                </c:pt>
                <c:pt idx="32901">
                  <c:v>0.38079861110600177</c:v>
                </c:pt>
                <c:pt idx="32902">
                  <c:v>0.38081018518278142</c:v>
                </c:pt>
                <c:pt idx="32903">
                  <c:v>0.38082175925956108</c:v>
                </c:pt>
                <c:pt idx="32904">
                  <c:v>0.38083333332906477</c:v>
                </c:pt>
                <c:pt idx="32905">
                  <c:v>0.38084490740584442</c:v>
                </c:pt>
                <c:pt idx="32906">
                  <c:v>0.38085648148262408</c:v>
                </c:pt>
                <c:pt idx="32907">
                  <c:v>0.38086805555212777</c:v>
                </c:pt>
                <c:pt idx="32908">
                  <c:v>0.38087962962890742</c:v>
                </c:pt>
                <c:pt idx="32909">
                  <c:v>0.38089120369841112</c:v>
                </c:pt>
                <c:pt idx="32910">
                  <c:v>0.38090277777519077</c:v>
                </c:pt>
                <c:pt idx="32911">
                  <c:v>0.38091435185197042</c:v>
                </c:pt>
                <c:pt idx="32912">
                  <c:v>0.38092592592147412</c:v>
                </c:pt>
                <c:pt idx="32913">
                  <c:v>0.38093749999825377</c:v>
                </c:pt>
                <c:pt idx="32914">
                  <c:v>0.38094907407503342</c:v>
                </c:pt>
                <c:pt idx="32915">
                  <c:v>0.38096064814453712</c:v>
                </c:pt>
                <c:pt idx="32916">
                  <c:v>0.38097222222131677</c:v>
                </c:pt>
                <c:pt idx="32917">
                  <c:v>0.38098379629082046</c:v>
                </c:pt>
                <c:pt idx="32918">
                  <c:v>0.38099537036760012</c:v>
                </c:pt>
                <c:pt idx="32919">
                  <c:v>0.38100694444437977</c:v>
                </c:pt>
                <c:pt idx="32920">
                  <c:v>0.38101851851388346</c:v>
                </c:pt>
                <c:pt idx="32921">
                  <c:v>0.38103009259066312</c:v>
                </c:pt>
                <c:pt idx="32922">
                  <c:v>0.38104166666744277</c:v>
                </c:pt>
                <c:pt idx="32923">
                  <c:v>0.38105324073694646</c:v>
                </c:pt>
                <c:pt idx="32924">
                  <c:v>0.38106481481372612</c:v>
                </c:pt>
                <c:pt idx="32925">
                  <c:v>0.38107638888322981</c:v>
                </c:pt>
                <c:pt idx="32926">
                  <c:v>0.38108796296000946</c:v>
                </c:pt>
                <c:pt idx="32927">
                  <c:v>0.38109953703678912</c:v>
                </c:pt>
                <c:pt idx="32928">
                  <c:v>0.38111111110629281</c:v>
                </c:pt>
                <c:pt idx="32929">
                  <c:v>0.38112268518307246</c:v>
                </c:pt>
                <c:pt idx="32930">
                  <c:v>0.38113425925985212</c:v>
                </c:pt>
                <c:pt idx="32931">
                  <c:v>0.38114583332935581</c:v>
                </c:pt>
                <c:pt idx="32932">
                  <c:v>0.38115740740613546</c:v>
                </c:pt>
                <c:pt idx="32933">
                  <c:v>0.38116898147563916</c:v>
                </c:pt>
                <c:pt idx="32934">
                  <c:v>0.38118055555241881</c:v>
                </c:pt>
                <c:pt idx="32935">
                  <c:v>0.38119212962919846</c:v>
                </c:pt>
                <c:pt idx="32936">
                  <c:v>0.38120370369870216</c:v>
                </c:pt>
                <c:pt idx="32937">
                  <c:v>0.38121527777548181</c:v>
                </c:pt>
                <c:pt idx="32938">
                  <c:v>0.38122685185226146</c:v>
                </c:pt>
                <c:pt idx="32939">
                  <c:v>0.38123842592176516</c:v>
                </c:pt>
                <c:pt idx="32940">
                  <c:v>0.38124999999854481</c:v>
                </c:pt>
                <c:pt idx="32941">
                  <c:v>0.38126157407532446</c:v>
                </c:pt>
                <c:pt idx="32942">
                  <c:v>0.38127314814482816</c:v>
                </c:pt>
                <c:pt idx="32943">
                  <c:v>0.38128472222160781</c:v>
                </c:pt>
                <c:pt idx="32944">
                  <c:v>0.3812962962911115</c:v>
                </c:pt>
                <c:pt idx="32945">
                  <c:v>0.38130787036789116</c:v>
                </c:pt>
                <c:pt idx="32946">
                  <c:v>0.38131944444467081</c:v>
                </c:pt>
                <c:pt idx="32947">
                  <c:v>0.3813310185141745</c:v>
                </c:pt>
                <c:pt idx="32948">
                  <c:v>0.38134259259095415</c:v>
                </c:pt>
                <c:pt idx="32949">
                  <c:v>0.38135416666773381</c:v>
                </c:pt>
                <c:pt idx="32950">
                  <c:v>0.3813657407372375</c:v>
                </c:pt>
                <c:pt idx="32951">
                  <c:v>0.38137731481401715</c:v>
                </c:pt>
                <c:pt idx="32952">
                  <c:v>0.38138888888352085</c:v>
                </c:pt>
                <c:pt idx="32953">
                  <c:v>0.3814004629603005</c:v>
                </c:pt>
                <c:pt idx="32954">
                  <c:v>0.38141203703708015</c:v>
                </c:pt>
                <c:pt idx="32955">
                  <c:v>0.38142361110658385</c:v>
                </c:pt>
                <c:pt idx="32956">
                  <c:v>0.3814351851833635</c:v>
                </c:pt>
                <c:pt idx="32957">
                  <c:v>0.38144675926014315</c:v>
                </c:pt>
                <c:pt idx="32958">
                  <c:v>0.38145833332964685</c:v>
                </c:pt>
                <c:pt idx="32959">
                  <c:v>0.3814699074064265</c:v>
                </c:pt>
                <c:pt idx="32960">
                  <c:v>0.3814814814759302</c:v>
                </c:pt>
                <c:pt idx="32961">
                  <c:v>0.38149305555270985</c:v>
                </c:pt>
                <c:pt idx="32962">
                  <c:v>0.3815046296294895</c:v>
                </c:pt>
                <c:pt idx="32963">
                  <c:v>0.38151620369899319</c:v>
                </c:pt>
                <c:pt idx="32964">
                  <c:v>0.38152777777577285</c:v>
                </c:pt>
                <c:pt idx="32965">
                  <c:v>0.3815393518525525</c:v>
                </c:pt>
                <c:pt idx="32966">
                  <c:v>0.38155092592205619</c:v>
                </c:pt>
                <c:pt idx="32967">
                  <c:v>0.38156249999883585</c:v>
                </c:pt>
                <c:pt idx="32968">
                  <c:v>0.38157407406833954</c:v>
                </c:pt>
                <c:pt idx="32969">
                  <c:v>0.38158564814511919</c:v>
                </c:pt>
                <c:pt idx="32970">
                  <c:v>0.38159722222189885</c:v>
                </c:pt>
                <c:pt idx="32971">
                  <c:v>0.38160879629140254</c:v>
                </c:pt>
                <c:pt idx="32972">
                  <c:v>0.38162037036818219</c:v>
                </c:pt>
                <c:pt idx="32973">
                  <c:v>0.38163194444496185</c:v>
                </c:pt>
                <c:pt idx="32974">
                  <c:v>0.38164351851446554</c:v>
                </c:pt>
                <c:pt idx="32975">
                  <c:v>0.38165509259124519</c:v>
                </c:pt>
                <c:pt idx="32976">
                  <c:v>0.38166666666074889</c:v>
                </c:pt>
                <c:pt idx="32977">
                  <c:v>0.38167824073752854</c:v>
                </c:pt>
                <c:pt idx="32978">
                  <c:v>0.38168981481430819</c:v>
                </c:pt>
                <c:pt idx="32979">
                  <c:v>0.38170138888381189</c:v>
                </c:pt>
                <c:pt idx="32980">
                  <c:v>0.38171296296059154</c:v>
                </c:pt>
                <c:pt idx="32981">
                  <c:v>0.38172453703737119</c:v>
                </c:pt>
                <c:pt idx="32982">
                  <c:v>0.38173611110687489</c:v>
                </c:pt>
                <c:pt idx="32983">
                  <c:v>0.38174768518365454</c:v>
                </c:pt>
                <c:pt idx="32984">
                  <c:v>0.38175925926043419</c:v>
                </c:pt>
                <c:pt idx="32985">
                  <c:v>0.38177083332993789</c:v>
                </c:pt>
                <c:pt idx="32986">
                  <c:v>0.38178240740671754</c:v>
                </c:pt>
                <c:pt idx="32987">
                  <c:v>0.38179398147622123</c:v>
                </c:pt>
                <c:pt idx="32988">
                  <c:v>0.38180555555300089</c:v>
                </c:pt>
                <c:pt idx="32989">
                  <c:v>0.38181712962978054</c:v>
                </c:pt>
                <c:pt idx="32990">
                  <c:v>0.38182870369928423</c:v>
                </c:pt>
                <c:pt idx="32991">
                  <c:v>0.38184027777606389</c:v>
                </c:pt>
                <c:pt idx="32992">
                  <c:v>0.38185185185284354</c:v>
                </c:pt>
                <c:pt idx="32993">
                  <c:v>0.38186342592234723</c:v>
                </c:pt>
                <c:pt idx="32994">
                  <c:v>0.38187499999912689</c:v>
                </c:pt>
                <c:pt idx="32995">
                  <c:v>0.38188657406863058</c:v>
                </c:pt>
                <c:pt idx="32996">
                  <c:v>0.38189814814541023</c:v>
                </c:pt>
                <c:pt idx="32997">
                  <c:v>0.38190972222218988</c:v>
                </c:pt>
                <c:pt idx="32998">
                  <c:v>0.38192129629169358</c:v>
                </c:pt>
                <c:pt idx="32999">
                  <c:v>0.38193287036847323</c:v>
                </c:pt>
                <c:pt idx="33000">
                  <c:v>0.38194444444525288</c:v>
                </c:pt>
                <c:pt idx="33001">
                  <c:v>0.38195601851475658</c:v>
                </c:pt>
                <c:pt idx="33002">
                  <c:v>0.38196759259153623</c:v>
                </c:pt>
                <c:pt idx="33003">
                  <c:v>0.38197916666103993</c:v>
                </c:pt>
                <c:pt idx="33004">
                  <c:v>0.38199074073781958</c:v>
                </c:pt>
                <c:pt idx="33005">
                  <c:v>0.38200231481459923</c:v>
                </c:pt>
                <c:pt idx="33006">
                  <c:v>0.38201388888410293</c:v>
                </c:pt>
                <c:pt idx="33007">
                  <c:v>0.38202546296088258</c:v>
                </c:pt>
                <c:pt idx="33008">
                  <c:v>0.38203703703766223</c:v>
                </c:pt>
                <c:pt idx="33009">
                  <c:v>0.38204861110716593</c:v>
                </c:pt>
                <c:pt idx="33010">
                  <c:v>0.38206018518394558</c:v>
                </c:pt>
                <c:pt idx="33011">
                  <c:v>0.38207175925344927</c:v>
                </c:pt>
                <c:pt idx="33012">
                  <c:v>0.38208333333022892</c:v>
                </c:pt>
                <c:pt idx="33013">
                  <c:v>0.38209490740700858</c:v>
                </c:pt>
                <c:pt idx="33014">
                  <c:v>0.38210648147651227</c:v>
                </c:pt>
                <c:pt idx="33015">
                  <c:v>0.38211805555329192</c:v>
                </c:pt>
                <c:pt idx="33016">
                  <c:v>0.38212962963007158</c:v>
                </c:pt>
                <c:pt idx="33017">
                  <c:v>0.38214120369957527</c:v>
                </c:pt>
                <c:pt idx="33018">
                  <c:v>0.38215277777635492</c:v>
                </c:pt>
                <c:pt idx="33019">
                  <c:v>0.38216435185313458</c:v>
                </c:pt>
                <c:pt idx="33020">
                  <c:v>0.38217592592263827</c:v>
                </c:pt>
                <c:pt idx="33021">
                  <c:v>0.38218749999941792</c:v>
                </c:pt>
                <c:pt idx="33022">
                  <c:v>0.38219907406892162</c:v>
                </c:pt>
                <c:pt idx="33023">
                  <c:v>0.38221064814570127</c:v>
                </c:pt>
                <c:pt idx="33024">
                  <c:v>0.38222222222248092</c:v>
                </c:pt>
                <c:pt idx="33025">
                  <c:v>0.38223379629198462</c:v>
                </c:pt>
                <c:pt idx="33026">
                  <c:v>0.38224537036876427</c:v>
                </c:pt>
                <c:pt idx="33027">
                  <c:v>0.38225694444554392</c:v>
                </c:pt>
                <c:pt idx="33028">
                  <c:v>0.38226851851504762</c:v>
                </c:pt>
                <c:pt idx="33029">
                  <c:v>0.38228009259182727</c:v>
                </c:pt>
                <c:pt idx="33030">
                  <c:v>0.38229166666133096</c:v>
                </c:pt>
                <c:pt idx="33031">
                  <c:v>0.38230324073811062</c:v>
                </c:pt>
                <c:pt idx="33032">
                  <c:v>0.38231481481489027</c:v>
                </c:pt>
                <c:pt idx="33033">
                  <c:v>0.38232638888439396</c:v>
                </c:pt>
                <c:pt idx="33034">
                  <c:v>0.38233796296117362</c:v>
                </c:pt>
                <c:pt idx="33035">
                  <c:v>0.38234953703795327</c:v>
                </c:pt>
                <c:pt idx="33036">
                  <c:v>0.38236111110745696</c:v>
                </c:pt>
                <c:pt idx="33037">
                  <c:v>0.38237268518423662</c:v>
                </c:pt>
                <c:pt idx="33038">
                  <c:v>0.38238425925374031</c:v>
                </c:pt>
                <c:pt idx="33039">
                  <c:v>0.38239583333051996</c:v>
                </c:pt>
                <c:pt idx="33040">
                  <c:v>0.38240740740729962</c:v>
                </c:pt>
                <c:pt idx="33041">
                  <c:v>0.38241898147680331</c:v>
                </c:pt>
                <c:pt idx="33042">
                  <c:v>0.38243055555358296</c:v>
                </c:pt>
                <c:pt idx="33043">
                  <c:v>0.38244212963036261</c:v>
                </c:pt>
                <c:pt idx="33044">
                  <c:v>0.38245370369986631</c:v>
                </c:pt>
                <c:pt idx="33045">
                  <c:v>0.38246527777664596</c:v>
                </c:pt>
                <c:pt idx="33046">
                  <c:v>0.38247685184614966</c:v>
                </c:pt>
                <c:pt idx="33047">
                  <c:v>0.38248842592292931</c:v>
                </c:pt>
                <c:pt idx="33048">
                  <c:v>0.38249999999970896</c:v>
                </c:pt>
                <c:pt idx="33049">
                  <c:v>0.38251157406921266</c:v>
                </c:pt>
                <c:pt idx="33050">
                  <c:v>0.38252314814599231</c:v>
                </c:pt>
                <c:pt idx="33051">
                  <c:v>0.38253472222277196</c:v>
                </c:pt>
                <c:pt idx="33052">
                  <c:v>0.38254629629227566</c:v>
                </c:pt>
                <c:pt idx="33053">
                  <c:v>0.38255787036905531</c:v>
                </c:pt>
                <c:pt idx="33054">
                  <c:v>0.382569444438559</c:v>
                </c:pt>
                <c:pt idx="33055">
                  <c:v>0.38258101851533866</c:v>
                </c:pt>
                <c:pt idx="33056">
                  <c:v>0.38259259259211831</c:v>
                </c:pt>
                <c:pt idx="33057">
                  <c:v>0.382604166661622</c:v>
                </c:pt>
                <c:pt idx="33058">
                  <c:v>0.38261574073840166</c:v>
                </c:pt>
                <c:pt idx="33059">
                  <c:v>0.38262731481518131</c:v>
                </c:pt>
                <c:pt idx="33060">
                  <c:v>0.382638888884685</c:v>
                </c:pt>
                <c:pt idx="33061">
                  <c:v>0.38265046296146465</c:v>
                </c:pt>
                <c:pt idx="33062">
                  <c:v>0.38266203703824431</c:v>
                </c:pt>
                <c:pt idx="33063">
                  <c:v>0.382673611107748</c:v>
                </c:pt>
                <c:pt idx="33064">
                  <c:v>0.38268518518452765</c:v>
                </c:pt>
                <c:pt idx="33065">
                  <c:v>0.38269675925403135</c:v>
                </c:pt>
                <c:pt idx="33066">
                  <c:v>0.382708333330811</c:v>
                </c:pt>
                <c:pt idx="33067">
                  <c:v>0.38271990740759065</c:v>
                </c:pt>
                <c:pt idx="33068">
                  <c:v>0.38273148147709435</c:v>
                </c:pt>
                <c:pt idx="33069">
                  <c:v>0.382743055553874</c:v>
                </c:pt>
                <c:pt idx="33070">
                  <c:v>0.38275462963065365</c:v>
                </c:pt>
                <c:pt idx="33071">
                  <c:v>0.38276620370015735</c:v>
                </c:pt>
                <c:pt idx="33072">
                  <c:v>0.382777777776937</c:v>
                </c:pt>
                <c:pt idx="33073">
                  <c:v>0.3827893518464407</c:v>
                </c:pt>
                <c:pt idx="33074">
                  <c:v>0.38280092592322035</c:v>
                </c:pt>
                <c:pt idx="33075">
                  <c:v>0.3828125</c:v>
                </c:pt>
                <c:pt idx="33076">
                  <c:v>0.38282407406950369</c:v>
                </c:pt>
                <c:pt idx="33077">
                  <c:v>0.38283564814628335</c:v>
                </c:pt>
                <c:pt idx="33078">
                  <c:v>0.382847222223063</c:v>
                </c:pt>
                <c:pt idx="33079">
                  <c:v>0.38285879629256669</c:v>
                </c:pt>
                <c:pt idx="33080">
                  <c:v>0.38287037036934635</c:v>
                </c:pt>
                <c:pt idx="33081">
                  <c:v>0.38288194443885004</c:v>
                </c:pt>
                <c:pt idx="33082">
                  <c:v>0.38289351851562969</c:v>
                </c:pt>
                <c:pt idx="33083">
                  <c:v>0.38290509259240935</c:v>
                </c:pt>
                <c:pt idx="33084">
                  <c:v>0.38291666666191304</c:v>
                </c:pt>
                <c:pt idx="33085">
                  <c:v>0.38292824073869269</c:v>
                </c:pt>
                <c:pt idx="33086">
                  <c:v>0.38293981481547235</c:v>
                </c:pt>
                <c:pt idx="33087">
                  <c:v>0.38295138888497604</c:v>
                </c:pt>
                <c:pt idx="33088">
                  <c:v>0.38296296296175569</c:v>
                </c:pt>
                <c:pt idx="33089">
                  <c:v>0.38297453703125939</c:v>
                </c:pt>
                <c:pt idx="33090">
                  <c:v>0.38298611110803904</c:v>
                </c:pt>
                <c:pt idx="33091">
                  <c:v>0.38299768518481869</c:v>
                </c:pt>
                <c:pt idx="33092">
                  <c:v>0.38300925925432239</c:v>
                </c:pt>
                <c:pt idx="33093">
                  <c:v>0.38302083333110204</c:v>
                </c:pt>
                <c:pt idx="33094">
                  <c:v>0.38303240740788169</c:v>
                </c:pt>
                <c:pt idx="33095">
                  <c:v>0.38304398147738539</c:v>
                </c:pt>
                <c:pt idx="33096">
                  <c:v>0.38305555555416504</c:v>
                </c:pt>
                <c:pt idx="33097">
                  <c:v>0.38306712963094469</c:v>
                </c:pt>
                <c:pt idx="33098">
                  <c:v>0.38307870370044839</c:v>
                </c:pt>
                <c:pt idx="33099">
                  <c:v>0.38309027777722804</c:v>
                </c:pt>
                <c:pt idx="33100">
                  <c:v>0.38310185184673173</c:v>
                </c:pt>
                <c:pt idx="33101">
                  <c:v>0.38311342592351139</c:v>
                </c:pt>
                <c:pt idx="33102">
                  <c:v>0.38312500000029104</c:v>
                </c:pt>
                <c:pt idx="33103">
                  <c:v>0.38313657406979473</c:v>
                </c:pt>
                <c:pt idx="33104">
                  <c:v>0.38314814814657439</c:v>
                </c:pt>
                <c:pt idx="33105">
                  <c:v>0.38315972222335404</c:v>
                </c:pt>
                <c:pt idx="33106">
                  <c:v>0.38317129629285773</c:v>
                </c:pt>
                <c:pt idx="33107">
                  <c:v>0.38318287036963739</c:v>
                </c:pt>
                <c:pt idx="33108">
                  <c:v>0.38319444443914108</c:v>
                </c:pt>
                <c:pt idx="33109">
                  <c:v>0.38320601851592073</c:v>
                </c:pt>
                <c:pt idx="33110">
                  <c:v>0.38321759259270038</c:v>
                </c:pt>
                <c:pt idx="33111">
                  <c:v>0.38322916666220408</c:v>
                </c:pt>
                <c:pt idx="33112">
                  <c:v>0.38324074073898373</c:v>
                </c:pt>
                <c:pt idx="33113">
                  <c:v>0.38325231481576338</c:v>
                </c:pt>
                <c:pt idx="33114">
                  <c:v>0.38326388888526708</c:v>
                </c:pt>
                <c:pt idx="33115">
                  <c:v>0.38327546296204673</c:v>
                </c:pt>
                <c:pt idx="33116">
                  <c:v>0.38328703703155043</c:v>
                </c:pt>
                <c:pt idx="33117">
                  <c:v>0.38329861110833008</c:v>
                </c:pt>
                <c:pt idx="33118">
                  <c:v>0.38331018518510973</c:v>
                </c:pt>
                <c:pt idx="33119">
                  <c:v>0.38332175925461343</c:v>
                </c:pt>
                <c:pt idx="33120">
                  <c:v>0.38333333333139308</c:v>
                </c:pt>
                <c:pt idx="33121">
                  <c:v>0.38334490740817273</c:v>
                </c:pt>
                <c:pt idx="33122">
                  <c:v>0.38335648147767643</c:v>
                </c:pt>
                <c:pt idx="33123">
                  <c:v>0.38336805555445608</c:v>
                </c:pt>
                <c:pt idx="33124">
                  <c:v>0.38337962962395977</c:v>
                </c:pt>
                <c:pt idx="33125">
                  <c:v>0.38339120370073942</c:v>
                </c:pt>
                <c:pt idx="33126">
                  <c:v>0.38340277777751908</c:v>
                </c:pt>
                <c:pt idx="33127">
                  <c:v>0.38341435184702277</c:v>
                </c:pt>
                <c:pt idx="33128">
                  <c:v>0.38342592592380242</c:v>
                </c:pt>
                <c:pt idx="33129">
                  <c:v>0.38343750000058208</c:v>
                </c:pt>
                <c:pt idx="33130">
                  <c:v>0.38344907407008577</c:v>
                </c:pt>
                <c:pt idx="33131">
                  <c:v>0.38346064814686542</c:v>
                </c:pt>
                <c:pt idx="33132">
                  <c:v>0.38347222221636912</c:v>
                </c:pt>
                <c:pt idx="33133">
                  <c:v>0.38348379629314877</c:v>
                </c:pt>
                <c:pt idx="33134">
                  <c:v>0.38349537036992842</c:v>
                </c:pt>
                <c:pt idx="33135">
                  <c:v>0.38350694443943212</c:v>
                </c:pt>
                <c:pt idx="33136">
                  <c:v>0.38351851851621177</c:v>
                </c:pt>
                <c:pt idx="33137">
                  <c:v>0.38353009259299142</c:v>
                </c:pt>
                <c:pt idx="33138">
                  <c:v>0.38354166666249512</c:v>
                </c:pt>
                <c:pt idx="33139">
                  <c:v>0.38355324073927477</c:v>
                </c:pt>
                <c:pt idx="33140">
                  <c:v>0.38356481481605442</c:v>
                </c:pt>
                <c:pt idx="33141">
                  <c:v>0.38357638888555812</c:v>
                </c:pt>
                <c:pt idx="33142">
                  <c:v>0.38358796296233777</c:v>
                </c:pt>
                <c:pt idx="33143">
                  <c:v>0.38359953703184146</c:v>
                </c:pt>
                <c:pt idx="33144">
                  <c:v>0.38361111110862112</c:v>
                </c:pt>
                <c:pt idx="33145">
                  <c:v>0.38362268518540077</c:v>
                </c:pt>
                <c:pt idx="33146">
                  <c:v>0.38363425925490446</c:v>
                </c:pt>
                <c:pt idx="33147">
                  <c:v>0.38364583333168412</c:v>
                </c:pt>
                <c:pt idx="33148">
                  <c:v>0.38365740740846377</c:v>
                </c:pt>
                <c:pt idx="33149">
                  <c:v>0.38366898147796746</c:v>
                </c:pt>
                <c:pt idx="33150">
                  <c:v>0.38368055555474712</c:v>
                </c:pt>
                <c:pt idx="33151">
                  <c:v>0.38369212962425081</c:v>
                </c:pt>
                <c:pt idx="33152">
                  <c:v>0.38370370370103046</c:v>
                </c:pt>
                <c:pt idx="33153">
                  <c:v>0.38371527777781012</c:v>
                </c:pt>
                <c:pt idx="33154">
                  <c:v>0.38372685184731381</c:v>
                </c:pt>
                <c:pt idx="33155">
                  <c:v>0.38373842592409346</c:v>
                </c:pt>
                <c:pt idx="33156">
                  <c:v>0.38375000000087311</c:v>
                </c:pt>
                <c:pt idx="33157">
                  <c:v>0.38376157407037681</c:v>
                </c:pt>
                <c:pt idx="33158">
                  <c:v>0.38377314814715646</c:v>
                </c:pt>
                <c:pt idx="33159">
                  <c:v>0.38378472221666016</c:v>
                </c:pt>
                <c:pt idx="33160">
                  <c:v>0.38379629629343981</c:v>
                </c:pt>
                <c:pt idx="33161">
                  <c:v>0.38380787037021946</c:v>
                </c:pt>
                <c:pt idx="33162">
                  <c:v>0.38381944443972316</c:v>
                </c:pt>
                <c:pt idx="33163">
                  <c:v>0.38383101851650281</c:v>
                </c:pt>
                <c:pt idx="33164">
                  <c:v>0.38384259259328246</c:v>
                </c:pt>
                <c:pt idx="33165">
                  <c:v>0.38385416666278616</c:v>
                </c:pt>
                <c:pt idx="33166">
                  <c:v>0.38386574073956581</c:v>
                </c:pt>
                <c:pt idx="33167">
                  <c:v>0.3838773148090695</c:v>
                </c:pt>
                <c:pt idx="33168">
                  <c:v>0.38388888888584916</c:v>
                </c:pt>
                <c:pt idx="33169">
                  <c:v>0.38390046296262881</c:v>
                </c:pt>
                <c:pt idx="33170">
                  <c:v>0.3839120370321325</c:v>
                </c:pt>
                <c:pt idx="33171">
                  <c:v>0.38392361110891216</c:v>
                </c:pt>
                <c:pt idx="33172">
                  <c:v>0.38393518518569181</c:v>
                </c:pt>
                <c:pt idx="33173">
                  <c:v>0.3839467592551955</c:v>
                </c:pt>
                <c:pt idx="33174">
                  <c:v>0.38395833333197515</c:v>
                </c:pt>
                <c:pt idx="33175">
                  <c:v>0.38396990740147885</c:v>
                </c:pt>
                <c:pt idx="33176">
                  <c:v>0.3839814814782585</c:v>
                </c:pt>
                <c:pt idx="33177">
                  <c:v>0.38399305555503815</c:v>
                </c:pt>
                <c:pt idx="33178">
                  <c:v>0.38400462962454185</c:v>
                </c:pt>
                <c:pt idx="33179">
                  <c:v>0.3840162037013215</c:v>
                </c:pt>
                <c:pt idx="33180">
                  <c:v>0.38402777777810115</c:v>
                </c:pt>
                <c:pt idx="33181">
                  <c:v>0.38403935184760485</c:v>
                </c:pt>
                <c:pt idx="33182">
                  <c:v>0.3840509259243845</c:v>
                </c:pt>
                <c:pt idx="33183">
                  <c:v>0.38406250000116415</c:v>
                </c:pt>
                <c:pt idx="33184">
                  <c:v>0.38407407407066785</c:v>
                </c:pt>
                <c:pt idx="33185">
                  <c:v>0.3840856481474475</c:v>
                </c:pt>
                <c:pt idx="33186">
                  <c:v>0.3840972222169512</c:v>
                </c:pt>
                <c:pt idx="33187">
                  <c:v>0.38410879629373085</c:v>
                </c:pt>
                <c:pt idx="33188">
                  <c:v>0.3841203703705105</c:v>
                </c:pt>
                <c:pt idx="33189">
                  <c:v>0.38413194444001419</c:v>
                </c:pt>
                <c:pt idx="33190">
                  <c:v>0.38414351851679385</c:v>
                </c:pt>
                <c:pt idx="33191">
                  <c:v>0.3841550925935735</c:v>
                </c:pt>
                <c:pt idx="33192">
                  <c:v>0.38416666666307719</c:v>
                </c:pt>
                <c:pt idx="33193">
                  <c:v>0.38417824073985685</c:v>
                </c:pt>
                <c:pt idx="33194">
                  <c:v>0.38418981480936054</c:v>
                </c:pt>
                <c:pt idx="33195">
                  <c:v>0.38420138888614019</c:v>
                </c:pt>
                <c:pt idx="33196">
                  <c:v>0.38421296296291985</c:v>
                </c:pt>
                <c:pt idx="33197">
                  <c:v>0.38422453703242354</c:v>
                </c:pt>
                <c:pt idx="33198">
                  <c:v>0.38423611110920319</c:v>
                </c:pt>
                <c:pt idx="33199">
                  <c:v>0.38424768518598285</c:v>
                </c:pt>
                <c:pt idx="33200">
                  <c:v>0.38425925925548654</c:v>
                </c:pt>
                <c:pt idx="33201">
                  <c:v>0.38427083333226619</c:v>
                </c:pt>
                <c:pt idx="33202">
                  <c:v>0.38428240740176989</c:v>
                </c:pt>
                <c:pt idx="33203">
                  <c:v>0.38429398147854954</c:v>
                </c:pt>
                <c:pt idx="33204">
                  <c:v>0.38430555555532919</c:v>
                </c:pt>
                <c:pt idx="33205">
                  <c:v>0.38431712962483289</c:v>
                </c:pt>
                <c:pt idx="33206">
                  <c:v>0.38432870370161254</c:v>
                </c:pt>
                <c:pt idx="33207">
                  <c:v>0.38434027777839219</c:v>
                </c:pt>
                <c:pt idx="33208">
                  <c:v>0.38435185184789589</c:v>
                </c:pt>
                <c:pt idx="33209">
                  <c:v>0.38436342592467554</c:v>
                </c:pt>
                <c:pt idx="33210">
                  <c:v>0.38437499999417923</c:v>
                </c:pt>
                <c:pt idx="33211">
                  <c:v>0.38438657407095889</c:v>
                </c:pt>
                <c:pt idx="33212">
                  <c:v>0.38439814814773854</c:v>
                </c:pt>
                <c:pt idx="33213">
                  <c:v>0.38440972221724223</c:v>
                </c:pt>
                <c:pt idx="33214">
                  <c:v>0.38442129629402189</c:v>
                </c:pt>
                <c:pt idx="33215">
                  <c:v>0.38443287037080154</c:v>
                </c:pt>
                <c:pt idx="33216">
                  <c:v>0.38444444444030523</c:v>
                </c:pt>
                <c:pt idx="33217">
                  <c:v>0.38445601851708489</c:v>
                </c:pt>
                <c:pt idx="33218">
                  <c:v>0.38446759259386454</c:v>
                </c:pt>
                <c:pt idx="33219">
                  <c:v>0.38447916666336823</c:v>
                </c:pt>
                <c:pt idx="33220">
                  <c:v>0.38449074074014788</c:v>
                </c:pt>
                <c:pt idx="33221">
                  <c:v>0.38450231480965158</c:v>
                </c:pt>
                <c:pt idx="33222">
                  <c:v>0.38451388888643123</c:v>
                </c:pt>
                <c:pt idx="33223">
                  <c:v>0.38452546296321088</c:v>
                </c:pt>
                <c:pt idx="33224">
                  <c:v>0.38453703703271458</c:v>
                </c:pt>
                <c:pt idx="33225">
                  <c:v>0.38454861110949423</c:v>
                </c:pt>
                <c:pt idx="33226">
                  <c:v>0.38456018518627388</c:v>
                </c:pt>
                <c:pt idx="33227">
                  <c:v>0.38457175925577758</c:v>
                </c:pt>
                <c:pt idx="33228">
                  <c:v>0.38458333333255723</c:v>
                </c:pt>
                <c:pt idx="33229">
                  <c:v>0.38459490740206093</c:v>
                </c:pt>
                <c:pt idx="33230">
                  <c:v>0.38460648147884058</c:v>
                </c:pt>
                <c:pt idx="33231">
                  <c:v>0.38461805555562023</c:v>
                </c:pt>
                <c:pt idx="33232">
                  <c:v>0.38462962962512393</c:v>
                </c:pt>
                <c:pt idx="33233">
                  <c:v>0.38464120370190358</c:v>
                </c:pt>
                <c:pt idx="33234">
                  <c:v>0.38465277777868323</c:v>
                </c:pt>
                <c:pt idx="33235">
                  <c:v>0.38466435184818693</c:v>
                </c:pt>
                <c:pt idx="33236">
                  <c:v>0.38467592592496658</c:v>
                </c:pt>
                <c:pt idx="33237">
                  <c:v>0.38468749999447027</c:v>
                </c:pt>
                <c:pt idx="33238">
                  <c:v>0.38469907407124992</c:v>
                </c:pt>
                <c:pt idx="33239">
                  <c:v>0.38471064814802958</c:v>
                </c:pt>
                <c:pt idx="33240">
                  <c:v>0.38472222221753327</c:v>
                </c:pt>
                <c:pt idx="33241">
                  <c:v>0.38473379629431292</c:v>
                </c:pt>
                <c:pt idx="33242">
                  <c:v>0.38474537037109258</c:v>
                </c:pt>
                <c:pt idx="33243">
                  <c:v>0.38475694444059627</c:v>
                </c:pt>
                <c:pt idx="33244">
                  <c:v>0.38476851851737592</c:v>
                </c:pt>
                <c:pt idx="33245">
                  <c:v>0.38478009258687962</c:v>
                </c:pt>
                <c:pt idx="33246">
                  <c:v>0.38479166666365927</c:v>
                </c:pt>
                <c:pt idx="33247">
                  <c:v>0.38480324074043892</c:v>
                </c:pt>
                <c:pt idx="33248">
                  <c:v>0.38481481480994262</c:v>
                </c:pt>
                <c:pt idx="33249">
                  <c:v>0.38482638888672227</c:v>
                </c:pt>
                <c:pt idx="33250">
                  <c:v>0.38483796296350192</c:v>
                </c:pt>
                <c:pt idx="33251">
                  <c:v>0.38484953703300562</c:v>
                </c:pt>
                <c:pt idx="33252">
                  <c:v>0.38486111110978527</c:v>
                </c:pt>
                <c:pt idx="33253">
                  <c:v>0.38487268517928896</c:v>
                </c:pt>
                <c:pt idx="33254">
                  <c:v>0.38488425925606862</c:v>
                </c:pt>
                <c:pt idx="33255">
                  <c:v>0.38489583333284827</c:v>
                </c:pt>
                <c:pt idx="33256">
                  <c:v>0.38490740740235196</c:v>
                </c:pt>
                <c:pt idx="33257">
                  <c:v>0.38491898147913162</c:v>
                </c:pt>
                <c:pt idx="33258">
                  <c:v>0.38493055555591127</c:v>
                </c:pt>
                <c:pt idx="33259">
                  <c:v>0.38494212962541496</c:v>
                </c:pt>
                <c:pt idx="33260">
                  <c:v>0.38495370370219462</c:v>
                </c:pt>
                <c:pt idx="33261">
                  <c:v>0.38496527777897427</c:v>
                </c:pt>
                <c:pt idx="33262">
                  <c:v>0.38497685184847796</c:v>
                </c:pt>
                <c:pt idx="33263">
                  <c:v>0.38498842592525762</c:v>
                </c:pt>
                <c:pt idx="33264">
                  <c:v>0.38499999999476131</c:v>
                </c:pt>
                <c:pt idx="33265">
                  <c:v>0.38501157407154096</c:v>
                </c:pt>
                <c:pt idx="33266">
                  <c:v>0.38502314814832062</c:v>
                </c:pt>
                <c:pt idx="33267">
                  <c:v>0.38503472221782431</c:v>
                </c:pt>
                <c:pt idx="33268">
                  <c:v>0.38504629629460396</c:v>
                </c:pt>
                <c:pt idx="33269">
                  <c:v>0.38505787037138361</c:v>
                </c:pt>
                <c:pt idx="33270">
                  <c:v>0.38506944444088731</c:v>
                </c:pt>
                <c:pt idx="33271">
                  <c:v>0.38508101851766696</c:v>
                </c:pt>
                <c:pt idx="33272">
                  <c:v>0.38509259258717066</c:v>
                </c:pt>
                <c:pt idx="33273">
                  <c:v>0.38510416666395031</c:v>
                </c:pt>
                <c:pt idx="33274">
                  <c:v>0.38511574074072996</c:v>
                </c:pt>
                <c:pt idx="33275">
                  <c:v>0.38512731481023366</c:v>
                </c:pt>
                <c:pt idx="33276">
                  <c:v>0.38513888888701331</c:v>
                </c:pt>
                <c:pt idx="33277">
                  <c:v>0.38515046296379296</c:v>
                </c:pt>
                <c:pt idx="33278">
                  <c:v>0.38516203703329666</c:v>
                </c:pt>
                <c:pt idx="33279">
                  <c:v>0.38517361111007631</c:v>
                </c:pt>
                <c:pt idx="33280">
                  <c:v>0.38518518517958</c:v>
                </c:pt>
                <c:pt idx="33281">
                  <c:v>0.38519675925635966</c:v>
                </c:pt>
                <c:pt idx="33282">
                  <c:v>0.38520833333313931</c:v>
                </c:pt>
                <c:pt idx="33283">
                  <c:v>0.385219907402643</c:v>
                </c:pt>
                <c:pt idx="33284">
                  <c:v>0.38523148147942265</c:v>
                </c:pt>
                <c:pt idx="33285">
                  <c:v>0.38524305555620231</c:v>
                </c:pt>
                <c:pt idx="33286">
                  <c:v>0.385254629625706</c:v>
                </c:pt>
                <c:pt idx="33287">
                  <c:v>0.38526620370248565</c:v>
                </c:pt>
                <c:pt idx="33288">
                  <c:v>0.38527777777198935</c:v>
                </c:pt>
                <c:pt idx="33289">
                  <c:v>0.385289351848769</c:v>
                </c:pt>
                <c:pt idx="33290">
                  <c:v>0.38530092592554865</c:v>
                </c:pt>
                <c:pt idx="33291">
                  <c:v>0.38531249999505235</c:v>
                </c:pt>
                <c:pt idx="33292">
                  <c:v>0.385324074071832</c:v>
                </c:pt>
                <c:pt idx="33293">
                  <c:v>0.38533564814861165</c:v>
                </c:pt>
                <c:pt idx="33294">
                  <c:v>0.38534722221811535</c:v>
                </c:pt>
                <c:pt idx="33295">
                  <c:v>0.385358796294895</c:v>
                </c:pt>
                <c:pt idx="33296">
                  <c:v>0.38537037037167465</c:v>
                </c:pt>
                <c:pt idx="33297">
                  <c:v>0.38538194444117835</c:v>
                </c:pt>
                <c:pt idx="33298">
                  <c:v>0.385393518517958</c:v>
                </c:pt>
                <c:pt idx="33299">
                  <c:v>0.3854050925874617</c:v>
                </c:pt>
                <c:pt idx="33300">
                  <c:v>0.38541666666424135</c:v>
                </c:pt>
                <c:pt idx="33301">
                  <c:v>0.385428240741021</c:v>
                </c:pt>
                <c:pt idx="33302">
                  <c:v>0.38543981481052469</c:v>
                </c:pt>
                <c:pt idx="33303">
                  <c:v>0.38545138888730435</c:v>
                </c:pt>
                <c:pt idx="33304">
                  <c:v>0.385462962964084</c:v>
                </c:pt>
                <c:pt idx="33305">
                  <c:v>0.38547453703358769</c:v>
                </c:pt>
                <c:pt idx="33306">
                  <c:v>0.38548611111036735</c:v>
                </c:pt>
                <c:pt idx="33307">
                  <c:v>0.38549768517987104</c:v>
                </c:pt>
                <c:pt idx="33308">
                  <c:v>0.38550925925665069</c:v>
                </c:pt>
                <c:pt idx="33309">
                  <c:v>0.38552083333343035</c:v>
                </c:pt>
                <c:pt idx="33310">
                  <c:v>0.38553240740293404</c:v>
                </c:pt>
                <c:pt idx="33311">
                  <c:v>0.38554398147971369</c:v>
                </c:pt>
                <c:pt idx="33312">
                  <c:v>0.38555555555649335</c:v>
                </c:pt>
                <c:pt idx="33313">
                  <c:v>0.38556712962599704</c:v>
                </c:pt>
                <c:pt idx="33314">
                  <c:v>0.38557870370277669</c:v>
                </c:pt>
                <c:pt idx="33315">
                  <c:v>0.38559027777228039</c:v>
                </c:pt>
                <c:pt idx="33316">
                  <c:v>0.38560185184906004</c:v>
                </c:pt>
                <c:pt idx="33317">
                  <c:v>0.38561342592583969</c:v>
                </c:pt>
                <c:pt idx="33318">
                  <c:v>0.38562499999534339</c:v>
                </c:pt>
                <c:pt idx="33319">
                  <c:v>0.38563657407212304</c:v>
                </c:pt>
                <c:pt idx="33320">
                  <c:v>0.38564814814890269</c:v>
                </c:pt>
                <c:pt idx="33321">
                  <c:v>0.38565972221840639</c:v>
                </c:pt>
                <c:pt idx="33322">
                  <c:v>0.38567129629518604</c:v>
                </c:pt>
                <c:pt idx="33323">
                  <c:v>0.38568287036468973</c:v>
                </c:pt>
                <c:pt idx="33324">
                  <c:v>0.38569444444146939</c:v>
                </c:pt>
                <c:pt idx="33325">
                  <c:v>0.38570601851824904</c:v>
                </c:pt>
                <c:pt idx="33326">
                  <c:v>0.38571759258775273</c:v>
                </c:pt>
                <c:pt idx="33327">
                  <c:v>0.38572916666453239</c:v>
                </c:pt>
                <c:pt idx="33328">
                  <c:v>0.38574074074131204</c:v>
                </c:pt>
                <c:pt idx="33329">
                  <c:v>0.38575231481081573</c:v>
                </c:pt>
                <c:pt idx="33330">
                  <c:v>0.38576388888759539</c:v>
                </c:pt>
                <c:pt idx="33331">
                  <c:v>0.38577546295709908</c:v>
                </c:pt>
                <c:pt idx="33332">
                  <c:v>0.38578703703387873</c:v>
                </c:pt>
                <c:pt idx="33333">
                  <c:v>0.38579861111065838</c:v>
                </c:pt>
                <c:pt idx="33334">
                  <c:v>0.38581018518016208</c:v>
                </c:pt>
                <c:pt idx="33335">
                  <c:v>0.38582175925694173</c:v>
                </c:pt>
                <c:pt idx="33336">
                  <c:v>0.38583333333372138</c:v>
                </c:pt>
                <c:pt idx="33337">
                  <c:v>0.38584490740322508</c:v>
                </c:pt>
                <c:pt idx="33338">
                  <c:v>0.38585648148000473</c:v>
                </c:pt>
                <c:pt idx="33339">
                  <c:v>0.38586805555678438</c:v>
                </c:pt>
                <c:pt idx="33340">
                  <c:v>0.38587962962628808</c:v>
                </c:pt>
                <c:pt idx="33341">
                  <c:v>0.38589120370306773</c:v>
                </c:pt>
                <c:pt idx="33342">
                  <c:v>0.38590277777257143</c:v>
                </c:pt>
                <c:pt idx="33343">
                  <c:v>0.38591435184935108</c:v>
                </c:pt>
                <c:pt idx="33344">
                  <c:v>0.38592592592613073</c:v>
                </c:pt>
                <c:pt idx="33345">
                  <c:v>0.38593749999563443</c:v>
                </c:pt>
                <c:pt idx="33346">
                  <c:v>0.38594907407241408</c:v>
                </c:pt>
                <c:pt idx="33347">
                  <c:v>0.38596064814919373</c:v>
                </c:pt>
                <c:pt idx="33348">
                  <c:v>0.38597222221869742</c:v>
                </c:pt>
                <c:pt idx="33349">
                  <c:v>0.38598379629547708</c:v>
                </c:pt>
                <c:pt idx="33350">
                  <c:v>0.38599537036498077</c:v>
                </c:pt>
                <c:pt idx="33351">
                  <c:v>0.38600694444176042</c:v>
                </c:pt>
                <c:pt idx="33352">
                  <c:v>0.38601851851854008</c:v>
                </c:pt>
                <c:pt idx="33353">
                  <c:v>0.38603009258804377</c:v>
                </c:pt>
                <c:pt idx="33354">
                  <c:v>0.38604166666482342</c:v>
                </c:pt>
                <c:pt idx="33355">
                  <c:v>0.38605324074160308</c:v>
                </c:pt>
                <c:pt idx="33356">
                  <c:v>0.38606481481110677</c:v>
                </c:pt>
                <c:pt idx="33357">
                  <c:v>0.38607638888788642</c:v>
                </c:pt>
                <c:pt idx="33358">
                  <c:v>0.38608796295739012</c:v>
                </c:pt>
                <c:pt idx="33359">
                  <c:v>0.38609953703416977</c:v>
                </c:pt>
                <c:pt idx="33360">
                  <c:v>0.38611111111094942</c:v>
                </c:pt>
                <c:pt idx="33361">
                  <c:v>0.38612268518045312</c:v>
                </c:pt>
                <c:pt idx="33362">
                  <c:v>0.38613425925723277</c:v>
                </c:pt>
                <c:pt idx="33363">
                  <c:v>0.38614583333401242</c:v>
                </c:pt>
                <c:pt idx="33364">
                  <c:v>0.38615740740351612</c:v>
                </c:pt>
                <c:pt idx="33365">
                  <c:v>0.38616898148029577</c:v>
                </c:pt>
                <c:pt idx="33366">
                  <c:v>0.38618055554979946</c:v>
                </c:pt>
                <c:pt idx="33367">
                  <c:v>0.38619212962657912</c:v>
                </c:pt>
                <c:pt idx="33368">
                  <c:v>0.38620370370335877</c:v>
                </c:pt>
                <c:pt idx="33369">
                  <c:v>0.38621527777286246</c:v>
                </c:pt>
                <c:pt idx="33370">
                  <c:v>0.38622685184964212</c:v>
                </c:pt>
                <c:pt idx="33371">
                  <c:v>0.38623842592642177</c:v>
                </c:pt>
                <c:pt idx="33372">
                  <c:v>0.38624999999592546</c:v>
                </c:pt>
                <c:pt idx="33373">
                  <c:v>0.38626157407270512</c:v>
                </c:pt>
                <c:pt idx="33374">
                  <c:v>0.38627314814948477</c:v>
                </c:pt>
                <c:pt idx="33375">
                  <c:v>0.38628472221898846</c:v>
                </c:pt>
                <c:pt idx="33376">
                  <c:v>0.38629629629576812</c:v>
                </c:pt>
                <c:pt idx="33377">
                  <c:v>0.38630787036527181</c:v>
                </c:pt>
                <c:pt idx="33378">
                  <c:v>0.38631944444205146</c:v>
                </c:pt>
                <c:pt idx="33379">
                  <c:v>0.38633101851883112</c:v>
                </c:pt>
                <c:pt idx="33380">
                  <c:v>0.38634259258833481</c:v>
                </c:pt>
                <c:pt idx="33381">
                  <c:v>0.38635416666511446</c:v>
                </c:pt>
                <c:pt idx="33382">
                  <c:v>0.38636574074189411</c:v>
                </c:pt>
                <c:pt idx="33383">
                  <c:v>0.38637731481139781</c:v>
                </c:pt>
                <c:pt idx="33384">
                  <c:v>0.38638888888817746</c:v>
                </c:pt>
                <c:pt idx="33385">
                  <c:v>0.38640046295768116</c:v>
                </c:pt>
                <c:pt idx="33386">
                  <c:v>0.38641203703446081</c:v>
                </c:pt>
                <c:pt idx="33387">
                  <c:v>0.38642361111124046</c:v>
                </c:pt>
                <c:pt idx="33388">
                  <c:v>0.38643518518074416</c:v>
                </c:pt>
                <c:pt idx="33389">
                  <c:v>0.38644675925752381</c:v>
                </c:pt>
                <c:pt idx="33390">
                  <c:v>0.38645833333430346</c:v>
                </c:pt>
                <c:pt idx="33391">
                  <c:v>0.38646990740380716</c:v>
                </c:pt>
                <c:pt idx="33392">
                  <c:v>0.38648148148058681</c:v>
                </c:pt>
                <c:pt idx="33393">
                  <c:v>0.3864930555500905</c:v>
                </c:pt>
                <c:pt idx="33394">
                  <c:v>0.38650462962687016</c:v>
                </c:pt>
                <c:pt idx="33395">
                  <c:v>0.38651620370364981</c:v>
                </c:pt>
                <c:pt idx="33396">
                  <c:v>0.3865277777731535</c:v>
                </c:pt>
                <c:pt idx="33397">
                  <c:v>0.38653935184993315</c:v>
                </c:pt>
                <c:pt idx="33398">
                  <c:v>0.38655092592671281</c:v>
                </c:pt>
                <c:pt idx="33399">
                  <c:v>0.3865624999962165</c:v>
                </c:pt>
                <c:pt idx="33400">
                  <c:v>0.38657407407299615</c:v>
                </c:pt>
                <c:pt idx="33401">
                  <c:v>0.38658564814249985</c:v>
                </c:pt>
                <c:pt idx="33402">
                  <c:v>0.3865972222192795</c:v>
                </c:pt>
                <c:pt idx="33403">
                  <c:v>0.38660879629605915</c:v>
                </c:pt>
                <c:pt idx="33404">
                  <c:v>0.38662037036556285</c:v>
                </c:pt>
                <c:pt idx="33405">
                  <c:v>0.3866319444423425</c:v>
                </c:pt>
                <c:pt idx="33406">
                  <c:v>0.38664351851912215</c:v>
                </c:pt>
                <c:pt idx="33407">
                  <c:v>0.38665509258862585</c:v>
                </c:pt>
                <c:pt idx="33408">
                  <c:v>0.3866666666654055</c:v>
                </c:pt>
                <c:pt idx="33409">
                  <c:v>0.3866782407349092</c:v>
                </c:pt>
                <c:pt idx="33410">
                  <c:v>0.38668981481168885</c:v>
                </c:pt>
                <c:pt idx="33411">
                  <c:v>0.3867013888884685</c:v>
                </c:pt>
                <c:pt idx="33412">
                  <c:v>0.38671296295797219</c:v>
                </c:pt>
                <c:pt idx="33413">
                  <c:v>0.38672453703475185</c:v>
                </c:pt>
                <c:pt idx="33414">
                  <c:v>0.3867361111115315</c:v>
                </c:pt>
                <c:pt idx="33415">
                  <c:v>0.38674768518103519</c:v>
                </c:pt>
                <c:pt idx="33416">
                  <c:v>0.38675925925781485</c:v>
                </c:pt>
                <c:pt idx="33417">
                  <c:v>0.3867708333345945</c:v>
                </c:pt>
                <c:pt idx="33418">
                  <c:v>0.38678240740409819</c:v>
                </c:pt>
                <c:pt idx="33419">
                  <c:v>0.38679398148087785</c:v>
                </c:pt>
                <c:pt idx="33420">
                  <c:v>0.38680555555038154</c:v>
                </c:pt>
                <c:pt idx="33421">
                  <c:v>0.38681712962716119</c:v>
                </c:pt>
                <c:pt idx="33422">
                  <c:v>0.38682870370394085</c:v>
                </c:pt>
                <c:pt idx="33423">
                  <c:v>0.38684027777344454</c:v>
                </c:pt>
                <c:pt idx="33424">
                  <c:v>0.38685185185022419</c:v>
                </c:pt>
                <c:pt idx="33425">
                  <c:v>0.38686342592700385</c:v>
                </c:pt>
                <c:pt idx="33426">
                  <c:v>0.38687499999650754</c:v>
                </c:pt>
                <c:pt idx="33427">
                  <c:v>0.38688657407328719</c:v>
                </c:pt>
                <c:pt idx="33428">
                  <c:v>0.38689814814279089</c:v>
                </c:pt>
                <c:pt idx="33429">
                  <c:v>0.38690972221957054</c:v>
                </c:pt>
                <c:pt idx="33430">
                  <c:v>0.38692129629635019</c:v>
                </c:pt>
                <c:pt idx="33431">
                  <c:v>0.38693287036585389</c:v>
                </c:pt>
                <c:pt idx="33432">
                  <c:v>0.38694444444263354</c:v>
                </c:pt>
                <c:pt idx="33433">
                  <c:v>0.38695601851941319</c:v>
                </c:pt>
                <c:pt idx="33434">
                  <c:v>0.38696759258891689</c:v>
                </c:pt>
                <c:pt idx="33435">
                  <c:v>0.38697916666569654</c:v>
                </c:pt>
                <c:pt idx="33436">
                  <c:v>0.38699074073520023</c:v>
                </c:pt>
                <c:pt idx="33437">
                  <c:v>0.38700231481197989</c:v>
                </c:pt>
                <c:pt idx="33438">
                  <c:v>0.38701388888875954</c:v>
                </c:pt>
                <c:pt idx="33439">
                  <c:v>0.38702546295826323</c:v>
                </c:pt>
                <c:pt idx="33440">
                  <c:v>0.38703703703504289</c:v>
                </c:pt>
                <c:pt idx="33441">
                  <c:v>0.38704861111182254</c:v>
                </c:pt>
                <c:pt idx="33442">
                  <c:v>0.38706018518132623</c:v>
                </c:pt>
                <c:pt idx="33443">
                  <c:v>0.38707175925810589</c:v>
                </c:pt>
                <c:pt idx="33444">
                  <c:v>0.38708333332760958</c:v>
                </c:pt>
                <c:pt idx="33445">
                  <c:v>0.38709490740438923</c:v>
                </c:pt>
                <c:pt idx="33446">
                  <c:v>0.38710648148116888</c:v>
                </c:pt>
                <c:pt idx="33447">
                  <c:v>0.38711805555067258</c:v>
                </c:pt>
                <c:pt idx="33448">
                  <c:v>0.38712962962745223</c:v>
                </c:pt>
                <c:pt idx="33449">
                  <c:v>0.38714120370423188</c:v>
                </c:pt>
                <c:pt idx="33450">
                  <c:v>0.38715277777373558</c:v>
                </c:pt>
                <c:pt idx="33451">
                  <c:v>0.38716435185051523</c:v>
                </c:pt>
                <c:pt idx="33452">
                  <c:v>0.38717592592001893</c:v>
                </c:pt>
                <c:pt idx="33453">
                  <c:v>0.38718749999679858</c:v>
                </c:pt>
                <c:pt idx="33454">
                  <c:v>0.38719907407357823</c:v>
                </c:pt>
                <c:pt idx="33455">
                  <c:v>0.38721064814308193</c:v>
                </c:pt>
                <c:pt idx="33456">
                  <c:v>0.38722222221986158</c:v>
                </c:pt>
                <c:pt idx="33457">
                  <c:v>0.38723379629664123</c:v>
                </c:pt>
                <c:pt idx="33458">
                  <c:v>0.38724537036614493</c:v>
                </c:pt>
                <c:pt idx="33459">
                  <c:v>0.38725694444292458</c:v>
                </c:pt>
                <c:pt idx="33460">
                  <c:v>0.38726851851970423</c:v>
                </c:pt>
                <c:pt idx="33461">
                  <c:v>0.38728009258920792</c:v>
                </c:pt>
                <c:pt idx="33462">
                  <c:v>0.38729166666598758</c:v>
                </c:pt>
                <c:pt idx="33463">
                  <c:v>0.38730324073549127</c:v>
                </c:pt>
                <c:pt idx="33464">
                  <c:v>0.38731481481227092</c:v>
                </c:pt>
                <c:pt idx="33465">
                  <c:v>0.38732638888905058</c:v>
                </c:pt>
                <c:pt idx="33466">
                  <c:v>0.38733796295855427</c:v>
                </c:pt>
                <c:pt idx="33467">
                  <c:v>0.38734953703533392</c:v>
                </c:pt>
                <c:pt idx="33468">
                  <c:v>0.38736111111211358</c:v>
                </c:pt>
                <c:pt idx="33469">
                  <c:v>0.38737268518161727</c:v>
                </c:pt>
                <c:pt idx="33470">
                  <c:v>0.38738425925839692</c:v>
                </c:pt>
                <c:pt idx="33471">
                  <c:v>0.38739583332790062</c:v>
                </c:pt>
                <c:pt idx="33472">
                  <c:v>0.38740740740468027</c:v>
                </c:pt>
                <c:pt idx="33473">
                  <c:v>0.38741898148145992</c:v>
                </c:pt>
                <c:pt idx="33474">
                  <c:v>0.38743055555096362</c:v>
                </c:pt>
                <c:pt idx="33475">
                  <c:v>0.38744212962774327</c:v>
                </c:pt>
                <c:pt idx="33476">
                  <c:v>0.38745370370452292</c:v>
                </c:pt>
                <c:pt idx="33477">
                  <c:v>0.38746527777402662</c:v>
                </c:pt>
                <c:pt idx="33478">
                  <c:v>0.38747685185080627</c:v>
                </c:pt>
                <c:pt idx="33479">
                  <c:v>0.38748842592030996</c:v>
                </c:pt>
                <c:pt idx="33480">
                  <c:v>0.38749999999708962</c:v>
                </c:pt>
                <c:pt idx="33481">
                  <c:v>0.38751157407386927</c:v>
                </c:pt>
                <c:pt idx="33482">
                  <c:v>0.38752314814337296</c:v>
                </c:pt>
                <c:pt idx="33483">
                  <c:v>0.38753472222015262</c:v>
                </c:pt>
                <c:pt idx="33484">
                  <c:v>0.38754629629693227</c:v>
                </c:pt>
                <c:pt idx="33485">
                  <c:v>0.38755787036643596</c:v>
                </c:pt>
                <c:pt idx="33486">
                  <c:v>0.38756944444321562</c:v>
                </c:pt>
                <c:pt idx="33487">
                  <c:v>0.38758101851271931</c:v>
                </c:pt>
                <c:pt idx="33488">
                  <c:v>0.38759259258949896</c:v>
                </c:pt>
                <c:pt idx="33489">
                  <c:v>0.38760416666627862</c:v>
                </c:pt>
                <c:pt idx="33490">
                  <c:v>0.38761574073578231</c:v>
                </c:pt>
                <c:pt idx="33491">
                  <c:v>0.38762731481256196</c:v>
                </c:pt>
                <c:pt idx="33492">
                  <c:v>0.38763888888934162</c:v>
                </c:pt>
                <c:pt idx="33493">
                  <c:v>0.38765046295884531</c:v>
                </c:pt>
                <c:pt idx="33494">
                  <c:v>0.38766203703562496</c:v>
                </c:pt>
                <c:pt idx="33495">
                  <c:v>0.38767361111240461</c:v>
                </c:pt>
                <c:pt idx="33496">
                  <c:v>0.38768518518190831</c:v>
                </c:pt>
                <c:pt idx="33497">
                  <c:v>0.38769675925868796</c:v>
                </c:pt>
                <c:pt idx="33498">
                  <c:v>0.38770833332819166</c:v>
                </c:pt>
                <c:pt idx="33499">
                  <c:v>0.38771990740497131</c:v>
                </c:pt>
                <c:pt idx="33500">
                  <c:v>0.38773148148175096</c:v>
                </c:pt>
                <c:pt idx="33501">
                  <c:v>0.38774305555125466</c:v>
                </c:pt>
                <c:pt idx="33502">
                  <c:v>0.38775462962803431</c:v>
                </c:pt>
                <c:pt idx="33503">
                  <c:v>0.38776620370481396</c:v>
                </c:pt>
                <c:pt idx="33504">
                  <c:v>0.38777777777431766</c:v>
                </c:pt>
                <c:pt idx="33505">
                  <c:v>0.38778935185109731</c:v>
                </c:pt>
                <c:pt idx="33506">
                  <c:v>0.387800925920601</c:v>
                </c:pt>
                <c:pt idx="33507">
                  <c:v>0.38781249999738066</c:v>
                </c:pt>
                <c:pt idx="33508">
                  <c:v>0.38782407407416031</c:v>
                </c:pt>
                <c:pt idx="33509">
                  <c:v>0.387835648143664</c:v>
                </c:pt>
                <c:pt idx="33510">
                  <c:v>0.38784722222044365</c:v>
                </c:pt>
                <c:pt idx="33511">
                  <c:v>0.38785879629722331</c:v>
                </c:pt>
                <c:pt idx="33512">
                  <c:v>0.387870370366727</c:v>
                </c:pt>
                <c:pt idx="33513">
                  <c:v>0.38788194444350665</c:v>
                </c:pt>
                <c:pt idx="33514">
                  <c:v>0.38789351851301035</c:v>
                </c:pt>
                <c:pt idx="33515">
                  <c:v>0.38790509258979</c:v>
                </c:pt>
                <c:pt idx="33516">
                  <c:v>0.38791666666656965</c:v>
                </c:pt>
                <c:pt idx="33517">
                  <c:v>0.38792824073607335</c:v>
                </c:pt>
                <c:pt idx="33518">
                  <c:v>0.387939814812853</c:v>
                </c:pt>
                <c:pt idx="33519">
                  <c:v>0.38795138888963265</c:v>
                </c:pt>
                <c:pt idx="33520">
                  <c:v>0.38796296295913635</c:v>
                </c:pt>
                <c:pt idx="33521">
                  <c:v>0.387974537035916</c:v>
                </c:pt>
                <c:pt idx="33522">
                  <c:v>0.3879861111054197</c:v>
                </c:pt>
                <c:pt idx="33523">
                  <c:v>0.38799768518219935</c:v>
                </c:pt>
                <c:pt idx="33524">
                  <c:v>0.388009259258979</c:v>
                </c:pt>
                <c:pt idx="33525">
                  <c:v>0.38802083332848269</c:v>
                </c:pt>
                <c:pt idx="33526">
                  <c:v>0.38803240740526235</c:v>
                </c:pt>
                <c:pt idx="33527">
                  <c:v>0.388043981482042</c:v>
                </c:pt>
                <c:pt idx="33528">
                  <c:v>0.38805555555154569</c:v>
                </c:pt>
                <c:pt idx="33529">
                  <c:v>0.38806712962832535</c:v>
                </c:pt>
                <c:pt idx="33530">
                  <c:v>0.38807870369782904</c:v>
                </c:pt>
                <c:pt idx="33531">
                  <c:v>0.38809027777460869</c:v>
                </c:pt>
                <c:pt idx="33532">
                  <c:v>0.38810185185138835</c:v>
                </c:pt>
                <c:pt idx="33533">
                  <c:v>0.38811342592089204</c:v>
                </c:pt>
                <c:pt idx="33534">
                  <c:v>0.38812499999767169</c:v>
                </c:pt>
                <c:pt idx="33535">
                  <c:v>0.38813657407445135</c:v>
                </c:pt>
                <c:pt idx="33536">
                  <c:v>0.38814814814395504</c:v>
                </c:pt>
                <c:pt idx="33537">
                  <c:v>0.38815972222073469</c:v>
                </c:pt>
                <c:pt idx="33538">
                  <c:v>0.38817129629751435</c:v>
                </c:pt>
                <c:pt idx="33539">
                  <c:v>0.38818287036701804</c:v>
                </c:pt>
                <c:pt idx="33540">
                  <c:v>0.38819444444379769</c:v>
                </c:pt>
                <c:pt idx="33541">
                  <c:v>0.38820601851330139</c:v>
                </c:pt>
                <c:pt idx="33542">
                  <c:v>0.38821759259008104</c:v>
                </c:pt>
                <c:pt idx="33543">
                  <c:v>0.38822916666686069</c:v>
                </c:pt>
                <c:pt idx="33544">
                  <c:v>0.38824074073636439</c:v>
                </c:pt>
                <c:pt idx="33545">
                  <c:v>0.38825231481314404</c:v>
                </c:pt>
                <c:pt idx="33546">
                  <c:v>0.38826388888992369</c:v>
                </c:pt>
                <c:pt idx="33547">
                  <c:v>0.38827546295942739</c:v>
                </c:pt>
                <c:pt idx="33548">
                  <c:v>0.38828703703620704</c:v>
                </c:pt>
                <c:pt idx="33549">
                  <c:v>0.38829861110571073</c:v>
                </c:pt>
                <c:pt idx="33550">
                  <c:v>0.38831018518249039</c:v>
                </c:pt>
                <c:pt idx="33551">
                  <c:v>0.38832175925927004</c:v>
                </c:pt>
                <c:pt idx="33552">
                  <c:v>0.38833333332877373</c:v>
                </c:pt>
                <c:pt idx="33553">
                  <c:v>0.38834490740555339</c:v>
                </c:pt>
                <c:pt idx="33554">
                  <c:v>0.38835648148233304</c:v>
                </c:pt>
                <c:pt idx="33555">
                  <c:v>0.38836805555183673</c:v>
                </c:pt>
                <c:pt idx="33556">
                  <c:v>0.38837962962861639</c:v>
                </c:pt>
                <c:pt idx="33557">
                  <c:v>0.38839120369812008</c:v>
                </c:pt>
                <c:pt idx="33558">
                  <c:v>0.38840277777489973</c:v>
                </c:pt>
                <c:pt idx="33559">
                  <c:v>0.38841435185167938</c:v>
                </c:pt>
                <c:pt idx="33560">
                  <c:v>0.38842592592118308</c:v>
                </c:pt>
                <c:pt idx="33561">
                  <c:v>0.38843749999796273</c:v>
                </c:pt>
                <c:pt idx="33562">
                  <c:v>0.38844907407474238</c:v>
                </c:pt>
                <c:pt idx="33563">
                  <c:v>0.38846064814424608</c:v>
                </c:pt>
                <c:pt idx="33564">
                  <c:v>0.38847222222102573</c:v>
                </c:pt>
                <c:pt idx="33565">
                  <c:v>0.38848379629052943</c:v>
                </c:pt>
                <c:pt idx="33566">
                  <c:v>0.38849537036730908</c:v>
                </c:pt>
                <c:pt idx="33567">
                  <c:v>0.38850694444408873</c:v>
                </c:pt>
                <c:pt idx="33568">
                  <c:v>0.38851851851359243</c:v>
                </c:pt>
                <c:pt idx="33569">
                  <c:v>0.38853009259037208</c:v>
                </c:pt>
                <c:pt idx="33570">
                  <c:v>0.38854166666715173</c:v>
                </c:pt>
                <c:pt idx="33571">
                  <c:v>0.38855324073665543</c:v>
                </c:pt>
                <c:pt idx="33572">
                  <c:v>0.38856481481343508</c:v>
                </c:pt>
                <c:pt idx="33573">
                  <c:v>0.38857638889021473</c:v>
                </c:pt>
                <c:pt idx="33574">
                  <c:v>0.38858796295971842</c:v>
                </c:pt>
                <c:pt idx="33575">
                  <c:v>0.38859953703649808</c:v>
                </c:pt>
                <c:pt idx="33576">
                  <c:v>0.38861111110600177</c:v>
                </c:pt>
                <c:pt idx="33577">
                  <c:v>0.38862268518278142</c:v>
                </c:pt>
                <c:pt idx="33578">
                  <c:v>0.38863425925956108</c:v>
                </c:pt>
                <c:pt idx="33579">
                  <c:v>0.38864583332906477</c:v>
                </c:pt>
                <c:pt idx="33580">
                  <c:v>0.38865740740584442</c:v>
                </c:pt>
                <c:pt idx="33581">
                  <c:v>0.38866898148262408</c:v>
                </c:pt>
                <c:pt idx="33582">
                  <c:v>0.38868055555212777</c:v>
                </c:pt>
                <c:pt idx="33583">
                  <c:v>0.38869212962890742</c:v>
                </c:pt>
                <c:pt idx="33584">
                  <c:v>0.38870370369841112</c:v>
                </c:pt>
                <c:pt idx="33585">
                  <c:v>0.38871527777519077</c:v>
                </c:pt>
                <c:pt idx="33586">
                  <c:v>0.38872685185197042</c:v>
                </c:pt>
                <c:pt idx="33587">
                  <c:v>0.38873842592147412</c:v>
                </c:pt>
                <c:pt idx="33588">
                  <c:v>0.38874999999825377</c:v>
                </c:pt>
                <c:pt idx="33589">
                  <c:v>0.38876157407503342</c:v>
                </c:pt>
                <c:pt idx="33590">
                  <c:v>0.38877314814453712</c:v>
                </c:pt>
                <c:pt idx="33591">
                  <c:v>0.38878472222131677</c:v>
                </c:pt>
                <c:pt idx="33592">
                  <c:v>0.38879629629082046</c:v>
                </c:pt>
                <c:pt idx="33593">
                  <c:v>0.38880787036760012</c:v>
                </c:pt>
                <c:pt idx="33594">
                  <c:v>0.38881944444437977</c:v>
                </c:pt>
                <c:pt idx="33595">
                  <c:v>0.38883101851388346</c:v>
                </c:pt>
                <c:pt idx="33596">
                  <c:v>0.38884259259066312</c:v>
                </c:pt>
                <c:pt idx="33597">
                  <c:v>0.38885416666744277</c:v>
                </c:pt>
                <c:pt idx="33598">
                  <c:v>0.38886574073694646</c:v>
                </c:pt>
                <c:pt idx="33599">
                  <c:v>0.38887731481372612</c:v>
                </c:pt>
                <c:pt idx="33600">
                  <c:v>0.38888888888322981</c:v>
                </c:pt>
                <c:pt idx="33601">
                  <c:v>0.38890046296000946</c:v>
                </c:pt>
                <c:pt idx="33602">
                  <c:v>0.38891203703678912</c:v>
                </c:pt>
                <c:pt idx="33603">
                  <c:v>0.38892361110629281</c:v>
                </c:pt>
                <c:pt idx="33604">
                  <c:v>0.38893518518307246</c:v>
                </c:pt>
                <c:pt idx="33605">
                  <c:v>0.38894675925985212</c:v>
                </c:pt>
                <c:pt idx="33606">
                  <c:v>0.38895833332935581</c:v>
                </c:pt>
                <c:pt idx="33607">
                  <c:v>0.38896990740613546</c:v>
                </c:pt>
                <c:pt idx="33608">
                  <c:v>0.38898148147563916</c:v>
                </c:pt>
                <c:pt idx="33609">
                  <c:v>0.38899305555241881</c:v>
                </c:pt>
                <c:pt idx="33610">
                  <c:v>0.38900462962919846</c:v>
                </c:pt>
                <c:pt idx="33611">
                  <c:v>0.38901620369870216</c:v>
                </c:pt>
                <c:pt idx="33612">
                  <c:v>0.38902777777548181</c:v>
                </c:pt>
                <c:pt idx="33613">
                  <c:v>0.38903935185226146</c:v>
                </c:pt>
                <c:pt idx="33614">
                  <c:v>0.38905092592176516</c:v>
                </c:pt>
                <c:pt idx="33615">
                  <c:v>0.38906249999854481</c:v>
                </c:pt>
                <c:pt idx="33616">
                  <c:v>0.38907407407532446</c:v>
                </c:pt>
                <c:pt idx="33617">
                  <c:v>0.38908564814482816</c:v>
                </c:pt>
                <c:pt idx="33618">
                  <c:v>0.38909722222160781</c:v>
                </c:pt>
                <c:pt idx="33619">
                  <c:v>0.3891087962911115</c:v>
                </c:pt>
                <c:pt idx="33620">
                  <c:v>0.38912037036789116</c:v>
                </c:pt>
                <c:pt idx="33621">
                  <c:v>0.38913194444467081</c:v>
                </c:pt>
                <c:pt idx="33622">
                  <c:v>0.3891435185141745</c:v>
                </c:pt>
                <c:pt idx="33623">
                  <c:v>0.38915509259095415</c:v>
                </c:pt>
                <c:pt idx="33624">
                  <c:v>0.38916666666773381</c:v>
                </c:pt>
                <c:pt idx="33625">
                  <c:v>0.3891782407372375</c:v>
                </c:pt>
                <c:pt idx="33626">
                  <c:v>0.38918981481401715</c:v>
                </c:pt>
                <c:pt idx="33627">
                  <c:v>0.38920138888352085</c:v>
                </c:pt>
                <c:pt idx="33628">
                  <c:v>0.3892129629603005</c:v>
                </c:pt>
                <c:pt idx="33629">
                  <c:v>0.38922453703708015</c:v>
                </c:pt>
                <c:pt idx="33630">
                  <c:v>0.38923611110658385</c:v>
                </c:pt>
                <c:pt idx="33631">
                  <c:v>0.3892476851833635</c:v>
                </c:pt>
                <c:pt idx="33632">
                  <c:v>0.38925925926014315</c:v>
                </c:pt>
                <c:pt idx="33633">
                  <c:v>0.38927083332964685</c:v>
                </c:pt>
                <c:pt idx="33634">
                  <c:v>0.3892824074064265</c:v>
                </c:pt>
                <c:pt idx="33635">
                  <c:v>0.3892939814759302</c:v>
                </c:pt>
                <c:pt idx="33636">
                  <c:v>0.38930555555270985</c:v>
                </c:pt>
                <c:pt idx="33637">
                  <c:v>0.3893171296294895</c:v>
                </c:pt>
                <c:pt idx="33638">
                  <c:v>0.38932870369899319</c:v>
                </c:pt>
                <c:pt idx="33639">
                  <c:v>0.38934027777577285</c:v>
                </c:pt>
                <c:pt idx="33640">
                  <c:v>0.3893518518525525</c:v>
                </c:pt>
                <c:pt idx="33641">
                  <c:v>0.38936342592205619</c:v>
                </c:pt>
                <c:pt idx="33642">
                  <c:v>0.38937499999883585</c:v>
                </c:pt>
                <c:pt idx="33643">
                  <c:v>0.38938657406833954</c:v>
                </c:pt>
                <c:pt idx="33644">
                  <c:v>0.38939814814511919</c:v>
                </c:pt>
                <c:pt idx="33645">
                  <c:v>0.38940972222189885</c:v>
                </c:pt>
                <c:pt idx="33646">
                  <c:v>0.38942129629140254</c:v>
                </c:pt>
                <c:pt idx="33647">
                  <c:v>0.38943287036818219</c:v>
                </c:pt>
                <c:pt idx="33648">
                  <c:v>0.38944444444496185</c:v>
                </c:pt>
                <c:pt idx="33649">
                  <c:v>0.38945601851446554</c:v>
                </c:pt>
                <c:pt idx="33650">
                  <c:v>0.38946759259124519</c:v>
                </c:pt>
                <c:pt idx="33651">
                  <c:v>0.38947916666074889</c:v>
                </c:pt>
                <c:pt idx="33652">
                  <c:v>0.38949074073752854</c:v>
                </c:pt>
                <c:pt idx="33653">
                  <c:v>0.38950231481430819</c:v>
                </c:pt>
                <c:pt idx="33654">
                  <c:v>0.38951388888381189</c:v>
                </c:pt>
                <c:pt idx="33655">
                  <c:v>0.38952546296059154</c:v>
                </c:pt>
                <c:pt idx="33656">
                  <c:v>0.38953703703737119</c:v>
                </c:pt>
                <c:pt idx="33657">
                  <c:v>0.38954861110687489</c:v>
                </c:pt>
                <c:pt idx="33658">
                  <c:v>0.38956018518365454</c:v>
                </c:pt>
                <c:pt idx="33659">
                  <c:v>0.38957175926043419</c:v>
                </c:pt>
                <c:pt idx="33660">
                  <c:v>0.38958333332993789</c:v>
                </c:pt>
                <c:pt idx="33661">
                  <c:v>0.38959490740671754</c:v>
                </c:pt>
                <c:pt idx="33662">
                  <c:v>0.38960648147622123</c:v>
                </c:pt>
                <c:pt idx="33663">
                  <c:v>0.38961805555300089</c:v>
                </c:pt>
                <c:pt idx="33664">
                  <c:v>0.38962962962978054</c:v>
                </c:pt>
                <c:pt idx="33665">
                  <c:v>0.38964120369928423</c:v>
                </c:pt>
                <c:pt idx="33666">
                  <c:v>0.38965277777606389</c:v>
                </c:pt>
                <c:pt idx="33667">
                  <c:v>0.38966435185284354</c:v>
                </c:pt>
                <c:pt idx="33668">
                  <c:v>0.38967592592234723</c:v>
                </c:pt>
                <c:pt idx="33669">
                  <c:v>0.38968749999912689</c:v>
                </c:pt>
                <c:pt idx="33670">
                  <c:v>0.38969907406863058</c:v>
                </c:pt>
                <c:pt idx="33671">
                  <c:v>0.38971064814541023</c:v>
                </c:pt>
                <c:pt idx="33672">
                  <c:v>0.38972222222218988</c:v>
                </c:pt>
                <c:pt idx="33673">
                  <c:v>0.38973379629169358</c:v>
                </c:pt>
                <c:pt idx="33674">
                  <c:v>0.38974537036847323</c:v>
                </c:pt>
                <c:pt idx="33675">
                  <c:v>0.38975694444525288</c:v>
                </c:pt>
                <c:pt idx="33676">
                  <c:v>0.38976851851475658</c:v>
                </c:pt>
                <c:pt idx="33677">
                  <c:v>0.38978009259153623</c:v>
                </c:pt>
                <c:pt idx="33678">
                  <c:v>0.38979166666103993</c:v>
                </c:pt>
                <c:pt idx="33679">
                  <c:v>0.38980324073781958</c:v>
                </c:pt>
                <c:pt idx="33680">
                  <c:v>0.38981481481459923</c:v>
                </c:pt>
                <c:pt idx="33681">
                  <c:v>0.38982638888410293</c:v>
                </c:pt>
                <c:pt idx="33682">
                  <c:v>0.38983796296088258</c:v>
                </c:pt>
                <c:pt idx="33683">
                  <c:v>0.38984953703766223</c:v>
                </c:pt>
                <c:pt idx="33684">
                  <c:v>0.38986111110716593</c:v>
                </c:pt>
                <c:pt idx="33685">
                  <c:v>0.38987268518394558</c:v>
                </c:pt>
                <c:pt idx="33686">
                  <c:v>0.38988425925344927</c:v>
                </c:pt>
                <c:pt idx="33687">
                  <c:v>0.38989583333022892</c:v>
                </c:pt>
                <c:pt idx="33688">
                  <c:v>0.38990740740700858</c:v>
                </c:pt>
                <c:pt idx="33689">
                  <c:v>0.38991898147651227</c:v>
                </c:pt>
                <c:pt idx="33690">
                  <c:v>0.38993055555329192</c:v>
                </c:pt>
                <c:pt idx="33691">
                  <c:v>0.38994212963007158</c:v>
                </c:pt>
                <c:pt idx="33692">
                  <c:v>0.38995370369957527</c:v>
                </c:pt>
                <c:pt idx="33693">
                  <c:v>0.38996527777635492</c:v>
                </c:pt>
                <c:pt idx="33694">
                  <c:v>0.38997685185313458</c:v>
                </c:pt>
                <c:pt idx="33695">
                  <c:v>0.38998842592263827</c:v>
                </c:pt>
                <c:pt idx="33696">
                  <c:v>0.38999999999941792</c:v>
                </c:pt>
                <c:pt idx="33697">
                  <c:v>0.39001157406892162</c:v>
                </c:pt>
                <c:pt idx="33698">
                  <c:v>0.39002314814570127</c:v>
                </c:pt>
                <c:pt idx="33699">
                  <c:v>0.39003472222248092</c:v>
                </c:pt>
                <c:pt idx="33700">
                  <c:v>0.39004629629198462</c:v>
                </c:pt>
                <c:pt idx="33701">
                  <c:v>0.39005787036876427</c:v>
                </c:pt>
                <c:pt idx="33702">
                  <c:v>0.39006944444554392</c:v>
                </c:pt>
                <c:pt idx="33703">
                  <c:v>0.39008101851504762</c:v>
                </c:pt>
                <c:pt idx="33704">
                  <c:v>0.39009259259182727</c:v>
                </c:pt>
                <c:pt idx="33705">
                  <c:v>0.39010416666133096</c:v>
                </c:pt>
                <c:pt idx="33706">
                  <c:v>0.39011574073811062</c:v>
                </c:pt>
                <c:pt idx="33707">
                  <c:v>0.39012731481489027</c:v>
                </c:pt>
                <c:pt idx="33708">
                  <c:v>0.39013888888439396</c:v>
                </c:pt>
                <c:pt idx="33709">
                  <c:v>0.39015046296117362</c:v>
                </c:pt>
                <c:pt idx="33710">
                  <c:v>0.39016203703795327</c:v>
                </c:pt>
                <c:pt idx="33711">
                  <c:v>0.39017361110745696</c:v>
                </c:pt>
                <c:pt idx="33712">
                  <c:v>0.39018518518423662</c:v>
                </c:pt>
                <c:pt idx="33713">
                  <c:v>0.39019675925374031</c:v>
                </c:pt>
                <c:pt idx="33714">
                  <c:v>0.39020833333051996</c:v>
                </c:pt>
                <c:pt idx="33715">
                  <c:v>0.39021990740729962</c:v>
                </c:pt>
                <c:pt idx="33716">
                  <c:v>0.39023148147680331</c:v>
                </c:pt>
                <c:pt idx="33717">
                  <c:v>0.39024305555358296</c:v>
                </c:pt>
                <c:pt idx="33718">
                  <c:v>0.39025462963036261</c:v>
                </c:pt>
                <c:pt idx="33719">
                  <c:v>0.39026620369986631</c:v>
                </c:pt>
                <c:pt idx="33720">
                  <c:v>0.39027777777664596</c:v>
                </c:pt>
                <c:pt idx="33721">
                  <c:v>0.39028935184614966</c:v>
                </c:pt>
                <c:pt idx="33722">
                  <c:v>0.39030092592292931</c:v>
                </c:pt>
                <c:pt idx="33723">
                  <c:v>0.39031249999970896</c:v>
                </c:pt>
                <c:pt idx="33724">
                  <c:v>0.39032407406921266</c:v>
                </c:pt>
                <c:pt idx="33725">
                  <c:v>0.39033564814599231</c:v>
                </c:pt>
                <c:pt idx="33726">
                  <c:v>0.39034722222277196</c:v>
                </c:pt>
                <c:pt idx="33727">
                  <c:v>0.39035879629227566</c:v>
                </c:pt>
                <c:pt idx="33728">
                  <c:v>0.39037037036905531</c:v>
                </c:pt>
                <c:pt idx="33729">
                  <c:v>0.390381944438559</c:v>
                </c:pt>
                <c:pt idx="33730">
                  <c:v>0.39039351851533866</c:v>
                </c:pt>
                <c:pt idx="33731">
                  <c:v>0.39040509259211831</c:v>
                </c:pt>
                <c:pt idx="33732">
                  <c:v>0.390416666661622</c:v>
                </c:pt>
                <c:pt idx="33733">
                  <c:v>0.39042824073840166</c:v>
                </c:pt>
                <c:pt idx="33734">
                  <c:v>0.39043981481518131</c:v>
                </c:pt>
                <c:pt idx="33735">
                  <c:v>0.390451388884685</c:v>
                </c:pt>
                <c:pt idx="33736">
                  <c:v>0.39046296296146465</c:v>
                </c:pt>
                <c:pt idx="33737">
                  <c:v>0.39047453703824431</c:v>
                </c:pt>
                <c:pt idx="33738">
                  <c:v>0.390486111107748</c:v>
                </c:pt>
                <c:pt idx="33739">
                  <c:v>0.39049768518452765</c:v>
                </c:pt>
                <c:pt idx="33740">
                  <c:v>0.39050925925403135</c:v>
                </c:pt>
                <c:pt idx="33741">
                  <c:v>0.390520833330811</c:v>
                </c:pt>
                <c:pt idx="33742">
                  <c:v>0.39053240740759065</c:v>
                </c:pt>
                <c:pt idx="33743">
                  <c:v>0.39054398147709435</c:v>
                </c:pt>
                <c:pt idx="33744">
                  <c:v>0.390555555553874</c:v>
                </c:pt>
                <c:pt idx="33745">
                  <c:v>0.39056712963065365</c:v>
                </c:pt>
                <c:pt idx="33746">
                  <c:v>0.39057870370015735</c:v>
                </c:pt>
                <c:pt idx="33747">
                  <c:v>0.390590277776937</c:v>
                </c:pt>
                <c:pt idx="33748">
                  <c:v>0.3906018518464407</c:v>
                </c:pt>
                <c:pt idx="33749">
                  <c:v>0.39061342592322035</c:v>
                </c:pt>
                <c:pt idx="33750">
                  <c:v>0.390625</c:v>
                </c:pt>
                <c:pt idx="33751">
                  <c:v>0.39063657406950369</c:v>
                </c:pt>
                <c:pt idx="33752">
                  <c:v>0.39064814814628335</c:v>
                </c:pt>
                <c:pt idx="33753">
                  <c:v>0.390659722223063</c:v>
                </c:pt>
                <c:pt idx="33754">
                  <c:v>0.39067129629256669</c:v>
                </c:pt>
                <c:pt idx="33755">
                  <c:v>0.39068287036934635</c:v>
                </c:pt>
                <c:pt idx="33756">
                  <c:v>0.39069444443885004</c:v>
                </c:pt>
                <c:pt idx="33757">
                  <c:v>0.39070601851562969</c:v>
                </c:pt>
                <c:pt idx="33758">
                  <c:v>0.39071759259240935</c:v>
                </c:pt>
                <c:pt idx="33759">
                  <c:v>0.39072916666191304</c:v>
                </c:pt>
                <c:pt idx="33760">
                  <c:v>0.39074074073869269</c:v>
                </c:pt>
                <c:pt idx="33761">
                  <c:v>0.39075231481547235</c:v>
                </c:pt>
                <c:pt idx="33762">
                  <c:v>0.39076388888497604</c:v>
                </c:pt>
                <c:pt idx="33763">
                  <c:v>0.39077546296175569</c:v>
                </c:pt>
                <c:pt idx="33764">
                  <c:v>0.39078703703125939</c:v>
                </c:pt>
                <c:pt idx="33765">
                  <c:v>0.39079861110803904</c:v>
                </c:pt>
                <c:pt idx="33766">
                  <c:v>0.39081018518481869</c:v>
                </c:pt>
                <c:pt idx="33767">
                  <c:v>0.39082175925432239</c:v>
                </c:pt>
                <c:pt idx="33768">
                  <c:v>0.39083333333110204</c:v>
                </c:pt>
                <c:pt idx="33769">
                  <c:v>0.39084490740788169</c:v>
                </c:pt>
                <c:pt idx="33770">
                  <c:v>0.39085648147738539</c:v>
                </c:pt>
                <c:pt idx="33771">
                  <c:v>0.39086805555416504</c:v>
                </c:pt>
                <c:pt idx="33772">
                  <c:v>0.39087962963094469</c:v>
                </c:pt>
                <c:pt idx="33773">
                  <c:v>0.39089120370044839</c:v>
                </c:pt>
                <c:pt idx="33774">
                  <c:v>0.39090277777722804</c:v>
                </c:pt>
                <c:pt idx="33775">
                  <c:v>0.39091435184673173</c:v>
                </c:pt>
                <c:pt idx="33776">
                  <c:v>0.39092592592351139</c:v>
                </c:pt>
                <c:pt idx="33777">
                  <c:v>0.39093750000029104</c:v>
                </c:pt>
                <c:pt idx="33778">
                  <c:v>0.39094907406979473</c:v>
                </c:pt>
                <c:pt idx="33779">
                  <c:v>0.39096064814657439</c:v>
                </c:pt>
                <c:pt idx="33780">
                  <c:v>0.39097222222335404</c:v>
                </c:pt>
                <c:pt idx="33781">
                  <c:v>0.39098379629285773</c:v>
                </c:pt>
                <c:pt idx="33782">
                  <c:v>0.39099537036963739</c:v>
                </c:pt>
                <c:pt idx="33783">
                  <c:v>0.39100694443914108</c:v>
                </c:pt>
                <c:pt idx="33784">
                  <c:v>0.39101851851592073</c:v>
                </c:pt>
                <c:pt idx="33785">
                  <c:v>0.39103009259270038</c:v>
                </c:pt>
                <c:pt idx="33786">
                  <c:v>0.39104166666220408</c:v>
                </c:pt>
                <c:pt idx="33787">
                  <c:v>0.39105324073898373</c:v>
                </c:pt>
                <c:pt idx="33788">
                  <c:v>0.39106481481576338</c:v>
                </c:pt>
                <c:pt idx="33789">
                  <c:v>0.39107638888526708</c:v>
                </c:pt>
                <c:pt idx="33790">
                  <c:v>0.39108796296204673</c:v>
                </c:pt>
                <c:pt idx="33791">
                  <c:v>0.39109953703155043</c:v>
                </c:pt>
                <c:pt idx="33792">
                  <c:v>0.39111111110833008</c:v>
                </c:pt>
                <c:pt idx="33793">
                  <c:v>0.39112268518510973</c:v>
                </c:pt>
                <c:pt idx="33794">
                  <c:v>0.39113425925461343</c:v>
                </c:pt>
                <c:pt idx="33795">
                  <c:v>0.39114583333139308</c:v>
                </c:pt>
                <c:pt idx="33796">
                  <c:v>0.39115740740817273</c:v>
                </c:pt>
                <c:pt idx="33797">
                  <c:v>0.39116898147767643</c:v>
                </c:pt>
                <c:pt idx="33798">
                  <c:v>0.39118055555445608</c:v>
                </c:pt>
                <c:pt idx="33799">
                  <c:v>0.39119212962395977</c:v>
                </c:pt>
                <c:pt idx="33800">
                  <c:v>0.39120370370073942</c:v>
                </c:pt>
                <c:pt idx="33801">
                  <c:v>0.39121527777751908</c:v>
                </c:pt>
                <c:pt idx="33802">
                  <c:v>0.39122685184702277</c:v>
                </c:pt>
                <c:pt idx="33803">
                  <c:v>0.39123842592380242</c:v>
                </c:pt>
                <c:pt idx="33804">
                  <c:v>0.39125000000058208</c:v>
                </c:pt>
                <c:pt idx="33805">
                  <c:v>0.39126157407008577</c:v>
                </c:pt>
                <c:pt idx="33806">
                  <c:v>0.39127314814686542</c:v>
                </c:pt>
                <c:pt idx="33807">
                  <c:v>0.39128472221636912</c:v>
                </c:pt>
                <c:pt idx="33808">
                  <c:v>0.39129629629314877</c:v>
                </c:pt>
                <c:pt idx="33809">
                  <c:v>0.39130787036992842</c:v>
                </c:pt>
                <c:pt idx="33810">
                  <c:v>0.39131944443943212</c:v>
                </c:pt>
                <c:pt idx="33811">
                  <c:v>0.39133101851621177</c:v>
                </c:pt>
                <c:pt idx="33812">
                  <c:v>0.39134259259299142</c:v>
                </c:pt>
                <c:pt idx="33813">
                  <c:v>0.39135416666249512</c:v>
                </c:pt>
                <c:pt idx="33814">
                  <c:v>0.39136574073927477</c:v>
                </c:pt>
                <c:pt idx="33815">
                  <c:v>0.39137731481605442</c:v>
                </c:pt>
                <c:pt idx="33816">
                  <c:v>0.39138888888555812</c:v>
                </c:pt>
                <c:pt idx="33817">
                  <c:v>0.39140046296233777</c:v>
                </c:pt>
                <c:pt idx="33818">
                  <c:v>0.39141203703184146</c:v>
                </c:pt>
                <c:pt idx="33819">
                  <c:v>0.39142361110862112</c:v>
                </c:pt>
                <c:pt idx="33820">
                  <c:v>0.39143518518540077</c:v>
                </c:pt>
                <c:pt idx="33821">
                  <c:v>0.39144675925490446</c:v>
                </c:pt>
                <c:pt idx="33822">
                  <c:v>0.39145833333168412</c:v>
                </c:pt>
                <c:pt idx="33823">
                  <c:v>0.39146990740846377</c:v>
                </c:pt>
                <c:pt idx="33824">
                  <c:v>0.39148148147796746</c:v>
                </c:pt>
                <c:pt idx="33825">
                  <c:v>0.39149305555474712</c:v>
                </c:pt>
                <c:pt idx="33826">
                  <c:v>0.39150462962425081</c:v>
                </c:pt>
                <c:pt idx="33827">
                  <c:v>0.39151620370103046</c:v>
                </c:pt>
                <c:pt idx="33828">
                  <c:v>0.39152777777781012</c:v>
                </c:pt>
                <c:pt idx="33829">
                  <c:v>0.39153935184731381</c:v>
                </c:pt>
                <c:pt idx="33830">
                  <c:v>0.39155092592409346</c:v>
                </c:pt>
                <c:pt idx="33831">
                  <c:v>0.39156250000087311</c:v>
                </c:pt>
                <c:pt idx="33832">
                  <c:v>0.39157407407037681</c:v>
                </c:pt>
                <c:pt idx="33833">
                  <c:v>0.39158564814715646</c:v>
                </c:pt>
                <c:pt idx="33834">
                  <c:v>0.39159722221666016</c:v>
                </c:pt>
                <c:pt idx="33835">
                  <c:v>0.39160879629343981</c:v>
                </c:pt>
                <c:pt idx="33836">
                  <c:v>0.39162037037021946</c:v>
                </c:pt>
                <c:pt idx="33837">
                  <c:v>0.39163194443972316</c:v>
                </c:pt>
                <c:pt idx="33838">
                  <c:v>0.39164351851650281</c:v>
                </c:pt>
                <c:pt idx="33839">
                  <c:v>0.39165509259328246</c:v>
                </c:pt>
                <c:pt idx="33840">
                  <c:v>0.39166666666278616</c:v>
                </c:pt>
                <c:pt idx="33841">
                  <c:v>0.39167824073956581</c:v>
                </c:pt>
                <c:pt idx="33842">
                  <c:v>0.3916898148090695</c:v>
                </c:pt>
                <c:pt idx="33843">
                  <c:v>0.39170138888584916</c:v>
                </c:pt>
                <c:pt idx="33844">
                  <c:v>0.39171296296262881</c:v>
                </c:pt>
                <c:pt idx="33845">
                  <c:v>0.3917245370321325</c:v>
                </c:pt>
                <c:pt idx="33846">
                  <c:v>0.39173611110891216</c:v>
                </c:pt>
                <c:pt idx="33847">
                  <c:v>0.39174768518569181</c:v>
                </c:pt>
                <c:pt idx="33848">
                  <c:v>0.3917592592551955</c:v>
                </c:pt>
                <c:pt idx="33849">
                  <c:v>0.39177083333197515</c:v>
                </c:pt>
                <c:pt idx="33850">
                  <c:v>0.39178240740147885</c:v>
                </c:pt>
                <c:pt idx="33851">
                  <c:v>0.3917939814782585</c:v>
                </c:pt>
                <c:pt idx="33852">
                  <c:v>0.39180555555503815</c:v>
                </c:pt>
                <c:pt idx="33853">
                  <c:v>0.39181712962454185</c:v>
                </c:pt>
                <c:pt idx="33854">
                  <c:v>0.3918287037013215</c:v>
                </c:pt>
                <c:pt idx="33855">
                  <c:v>0.39184027777810115</c:v>
                </c:pt>
                <c:pt idx="33856">
                  <c:v>0.39185185184760485</c:v>
                </c:pt>
                <c:pt idx="33857">
                  <c:v>0.3918634259243845</c:v>
                </c:pt>
                <c:pt idx="33858">
                  <c:v>0.39187500000116415</c:v>
                </c:pt>
                <c:pt idx="33859">
                  <c:v>0.39188657407066785</c:v>
                </c:pt>
                <c:pt idx="33860">
                  <c:v>0.3918981481474475</c:v>
                </c:pt>
                <c:pt idx="33861">
                  <c:v>0.3919097222169512</c:v>
                </c:pt>
                <c:pt idx="33862">
                  <c:v>0.39192129629373085</c:v>
                </c:pt>
                <c:pt idx="33863">
                  <c:v>0.3919328703705105</c:v>
                </c:pt>
                <c:pt idx="33864">
                  <c:v>0.39194444444001419</c:v>
                </c:pt>
                <c:pt idx="33865">
                  <c:v>0.39195601851679385</c:v>
                </c:pt>
                <c:pt idx="33866">
                  <c:v>0.3919675925935735</c:v>
                </c:pt>
                <c:pt idx="33867">
                  <c:v>0.39197916666307719</c:v>
                </c:pt>
                <c:pt idx="33868">
                  <c:v>0.39199074073985685</c:v>
                </c:pt>
                <c:pt idx="33869">
                  <c:v>0.39200231480936054</c:v>
                </c:pt>
                <c:pt idx="33870">
                  <c:v>0.39201388888614019</c:v>
                </c:pt>
                <c:pt idx="33871">
                  <c:v>0.39202546296291985</c:v>
                </c:pt>
                <c:pt idx="33872">
                  <c:v>0.39203703703242354</c:v>
                </c:pt>
                <c:pt idx="33873">
                  <c:v>0.39204861110920319</c:v>
                </c:pt>
                <c:pt idx="33874">
                  <c:v>0.39206018518598285</c:v>
                </c:pt>
                <c:pt idx="33875">
                  <c:v>0.39207175925548654</c:v>
                </c:pt>
                <c:pt idx="33876">
                  <c:v>0.39208333333226619</c:v>
                </c:pt>
                <c:pt idx="33877">
                  <c:v>0.39209490740176989</c:v>
                </c:pt>
                <c:pt idx="33878">
                  <c:v>0.39210648147854954</c:v>
                </c:pt>
                <c:pt idx="33879">
                  <c:v>0.39211805555532919</c:v>
                </c:pt>
                <c:pt idx="33880">
                  <c:v>0.39212962962483289</c:v>
                </c:pt>
                <c:pt idx="33881">
                  <c:v>0.39214120370161254</c:v>
                </c:pt>
                <c:pt idx="33882">
                  <c:v>0.39215277777839219</c:v>
                </c:pt>
                <c:pt idx="33883">
                  <c:v>0.39216435184789589</c:v>
                </c:pt>
                <c:pt idx="33884">
                  <c:v>0.39217592592467554</c:v>
                </c:pt>
                <c:pt idx="33885">
                  <c:v>0.39218749999417923</c:v>
                </c:pt>
                <c:pt idx="33886">
                  <c:v>0.39219907407095889</c:v>
                </c:pt>
                <c:pt idx="33887">
                  <c:v>0.39221064814773854</c:v>
                </c:pt>
                <c:pt idx="33888">
                  <c:v>0.39222222221724223</c:v>
                </c:pt>
                <c:pt idx="33889">
                  <c:v>0.39223379629402189</c:v>
                </c:pt>
                <c:pt idx="33890">
                  <c:v>0.39224537037080154</c:v>
                </c:pt>
                <c:pt idx="33891">
                  <c:v>0.39225694444030523</c:v>
                </c:pt>
                <c:pt idx="33892">
                  <c:v>0.39226851851708489</c:v>
                </c:pt>
                <c:pt idx="33893">
                  <c:v>0.39228009259386454</c:v>
                </c:pt>
                <c:pt idx="33894">
                  <c:v>0.39229166666336823</c:v>
                </c:pt>
                <c:pt idx="33895">
                  <c:v>0.39230324074014788</c:v>
                </c:pt>
                <c:pt idx="33896">
                  <c:v>0.39231481480965158</c:v>
                </c:pt>
                <c:pt idx="33897">
                  <c:v>0.39232638888643123</c:v>
                </c:pt>
                <c:pt idx="33898">
                  <c:v>0.39233796296321088</c:v>
                </c:pt>
                <c:pt idx="33899">
                  <c:v>0.39234953703271458</c:v>
                </c:pt>
                <c:pt idx="33900">
                  <c:v>0.39236111110949423</c:v>
                </c:pt>
                <c:pt idx="33901">
                  <c:v>0.39237268518627388</c:v>
                </c:pt>
                <c:pt idx="33902">
                  <c:v>0.39238425925577758</c:v>
                </c:pt>
                <c:pt idx="33903">
                  <c:v>0.39239583333255723</c:v>
                </c:pt>
                <c:pt idx="33904">
                  <c:v>0.39240740740206093</c:v>
                </c:pt>
                <c:pt idx="33905">
                  <c:v>0.39241898147884058</c:v>
                </c:pt>
                <c:pt idx="33906">
                  <c:v>0.39243055555562023</c:v>
                </c:pt>
                <c:pt idx="33907">
                  <c:v>0.39244212962512393</c:v>
                </c:pt>
                <c:pt idx="33908">
                  <c:v>0.39245370370190358</c:v>
                </c:pt>
                <c:pt idx="33909">
                  <c:v>0.39246527777868323</c:v>
                </c:pt>
                <c:pt idx="33910">
                  <c:v>0.39247685184818693</c:v>
                </c:pt>
                <c:pt idx="33911">
                  <c:v>0.39248842592496658</c:v>
                </c:pt>
                <c:pt idx="33912">
                  <c:v>0.39249999999447027</c:v>
                </c:pt>
                <c:pt idx="33913">
                  <c:v>0.39251157407124992</c:v>
                </c:pt>
                <c:pt idx="33914">
                  <c:v>0.39252314814802958</c:v>
                </c:pt>
                <c:pt idx="33915">
                  <c:v>0.39253472221753327</c:v>
                </c:pt>
                <c:pt idx="33916">
                  <c:v>0.39254629629431292</c:v>
                </c:pt>
                <c:pt idx="33917">
                  <c:v>0.39255787037109258</c:v>
                </c:pt>
                <c:pt idx="33918">
                  <c:v>0.39256944444059627</c:v>
                </c:pt>
                <c:pt idx="33919">
                  <c:v>0.39258101851737592</c:v>
                </c:pt>
                <c:pt idx="33920">
                  <c:v>0.39259259258687962</c:v>
                </c:pt>
                <c:pt idx="33921">
                  <c:v>0.39260416666365927</c:v>
                </c:pt>
                <c:pt idx="33922">
                  <c:v>0.39261574074043892</c:v>
                </c:pt>
                <c:pt idx="33923">
                  <c:v>0.39262731480994262</c:v>
                </c:pt>
                <c:pt idx="33924">
                  <c:v>0.39263888888672227</c:v>
                </c:pt>
                <c:pt idx="33925">
                  <c:v>0.39265046296350192</c:v>
                </c:pt>
                <c:pt idx="33926">
                  <c:v>0.39266203703300562</c:v>
                </c:pt>
                <c:pt idx="33927">
                  <c:v>0.39267361110978527</c:v>
                </c:pt>
                <c:pt idx="33928">
                  <c:v>0.39268518517928896</c:v>
                </c:pt>
                <c:pt idx="33929">
                  <c:v>0.39269675925606862</c:v>
                </c:pt>
                <c:pt idx="33930">
                  <c:v>0.39270833333284827</c:v>
                </c:pt>
                <c:pt idx="33931">
                  <c:v>0.39271990740235196</c:v>
                </c:pt>
                <c:pt idx="33932">
                  <c:v>0.39273148147913162</c:v>
                </c:pt>
                <c:pt idx="33933">
                  <c:v>0.39274305555591127</c:v>
                </c:pt>
                <c:pt idx="33934">
                  <c:v>0.39275462962541496</c:v>
                </c:pt>
                <c:pt idx="33935">
                  <c:v>0.39276620370219462</c:v>
                </c:pt>
                <c:pt idx="33936">
                  <c:v>0.39277777777897427</c:v>
                </c:pt>
                <c:pt idx="33937">
                  <c:v>0.39278935184847796</c:v>
                </c:pt>
                <c:pt idx="33938">
                  <c:v>0.39280092592525762</c:v>
                </c:pt>
                <c:pt idx="33939">
                  <c:v>0.39281249999476131</c:v>
                </c:pt>
                <c:pt idx="33940">
                  <c:v>0.39282407407154096</c:v>
                </c:pt>
                <c:pt idx="33941">
                  <c:v>0.39283564814832062</c:v>
                </c:pt>
                <c:pt idx="33942">
                  <c:v>0.39284722221782431</c:v>
                </c:pt>
                <c:pt idx="33943">
                  <c:v>0.39285879629460396</c:v>
                </c:pt>
                <c:pt idx="33944">
                  <c:v>0.39287037037138361</c:v>
                </c:pt>
                <c:pt idx="33945">
                  <c:v>0.39288194444088731</c:v>
                </c:pt>
                <c:pt idx="33946">
                  <c:v>0.39289351851766696</c:v>
                </c:pt>
                <c:pt idx="33947">
                  <c:v>0.39290509258717066</c:v>
                </c:pt>
                <c:pt idx="33948">
                  <c:v>0.39291666666395031</c:v>
                </c:pt>
                <c:pt idx="33949">
                  <c:v>0.39292824074072996</c:v>
                </c:pt>
                <c:pt idx="33950">
                  <c:v>0.39293981481023366</c:v>
                </c:pt>
                <c:pt idx="33951">
                  <c:v>0.39295138888701331</c:v>
                </c:pt>
                <c:pt idx="33952">
                  <c:v>0.39296296296379296</c:v>
                </c:pt>
                <c:pt idx="33953">
                  <c:v>0.39297453703329666</c:v>
                </c:pt>
                <c:pt idx="33954">
                  <c:v>0.39298611111007631</c:v>
                </c:pt>
                <c:pt idx="33955">
                  <c:v>0.39299768517958</c:v>
                </c:pt>
                <c:pt idx="33956">
                  <c:v>0.39300925925635966</c:v>
                </c:pt>
                <c:pt idx="33957">
                  <c:v>0.39302083333313931</c:v>
                </c:pt>
                <c:pt idx="33958">
                  <c:v>0.393032407402643</c:v>
                </c:pt>
                <c:pt idx="33959">
                  <c:v>0.39304398147942265</c:v>
                </c:pt>
                <c:pt idx="33960">
                  <c:v>0.39305555555620231</c:v>
                </c:pt>
                <c:pt idx="33961">
                  <c:v>0.393067129625706</c:v>
                </c:pt>
                <c:pt idx="33962">
                  <c:v>0.39307870370248565</c:v>
                </c:pt>
                <c:pt idx="33963">
                  <c:v>0.39309027777198935</c:v>
                </c:pt>
                <c:pt idx="33964">
                  <c:v>0.393101851848769</c:v>
                </c:pt>
                <c:pt idx="33965">
                  <c:v>0.39311342592554865</c:v>
                </c:pt>
                <c:pt idx="33966">
                  <c:v>0.39312499999505235</c:v>
                </c:pt>
                <c:pt idx="33967">
                  <c:v>0.393136574071832</c:v>
                </c:pt>
                <c:pt idx="33968">
                  <c:v>0.39314814814861165</c:v>
                </c:pt>
                <c:pt idx="33969">
                  <c:v>0.39315972221811535</c:v>
                </c:pt>
                <c:pt idx="33970">
                  <c:v>0.393171296294895</c:v>
                </c:pt>
                <c:pt idx="33971">
                  <c:v>0.39318287037167465</c:v>
                </c:pt>
                <c:pt idx="33972">
                  <c:v>0.39319444444117835</c:v>
                </c:pt>
                <c:pt idx="33973">
                  <c:v>0.393206018517958</c:v>
                </c:pt>
                <c:pt idx="33974">
                  <c:v>0.3932175925874617</c:v>
                </c:pt>
                <c:pt idx="33975">
                  <c:v>0.39322916666424135</c:v>
                </c:pt>
                <c:pt idx="33976">
                  <c:v>0.393240740741021</c:v>
                </c:pt>
                <c:pt idx="33977">
                  <c:v>0.39325231481052469</c:v>
                </c:pt>
                <c:pt idx="33978">
                  <c:v>0.39326388888730435</c:v>
                </c:pt>
                <c:pt idx="33979">
                  <c:v>0.393275462964084</c:v>
                </c:pt>
                <c:pt idx="33980">
                  <c:v>0.39328703703358769</c:v>
                </c:pt>
                <c:pt idx="33981">
                  <c:v>0.39329861111036735</c:v>
                </c:pt>
                <c:pt idx="33982">
                  <c:v>0.39331018517987104</c:v>
                </c:pt>
                <c:pt idx="33983">
                  <c:v>0.39332175925665069</c:v>
                </c:pt>
                <c:pt idx="33984">
                  <c:v>0.39333333333343035</c:v>
                </c:pt>
                <c:pt idx="33985">
                  <c:v>0.39334490740293404</c:v>
                </c:pt>
                <c:pt idx="33986">
                  <c:v>0.39335648147971369</c:v>
                </c:pt>
                <c:pt idx="33987">
                  <c:v>0.39336805555649335</c:v>
                </c:pt>
                <c:pt idx="33988">
                  <c:v>0.39337962962599704</c:v>
                </c:pt>
                <c:pt idx="33989">
                  <c:v>0.39339120370277669</c:v>
                </c:pt>
                <c:pt idx="33990">
                  <c:v>0.39340277777228039</c:v>
                </c:pt>
                <c:pt idx="33991">
                  <c:v>0.39341435184906004</c:v>
                </c:pt>
                <c:pt idx="33992">
                  <c:v>0.39342592592583969</c:v>
                </c:pt>
                <c:pt idx="33993">
                  <c:v>0.39343749999534339</c:v>
                </c:pt>
                <c:pt idx="33994">
                  <c:v>0.39344907407212304</c:v>
                </c:pt>
                <c:pt idx="33995">
                  <c:v>0.39346064814890269</c:v>
                </c:pt>
                <c:pt idx="33996">
                  <c:v>0.39347222221840639</c:v>
                </c:pt>
                <c:pt idx="33997">
                  <c:v>0.39348379629518604</c:v>
                </c:pt>
                <c:pt idx="33998">
                  <c:v>0.39349537036468973</c:v>
                </c:pt>
                <c:pt idx="33999">
                  <c:v>0.39350694444146939</c:v>
                </c:pt>
                <c:pt idx="34000">
                  <c:v>0.39351851851824904</c:v>
                </c:pt>
                <c:pt idx="34001">
                  <c:v>0.39353009258775273</c:v>
                </c:pt>
                <c:pt idx="34002">
                  <c:v>0.39354166666453239</c:v>
                </c:pt>
                <c:pt idx="34003">
                  <c:v>0.39355324074131204</c:v>
                </c:pt>
                <c:pt idx="34004">
                  <c:v>0.39356481481081573</c:v>
                </c:pt>
                <c:pt idx="34005">
                  <c:v>0.39357638888759539</c:v>
                </c:pt>
                <c:pt idx="34006">
                  <c:v>0.39358796295709908</c:v>
                </c:pt>
                <c:pt idx="34007">
                  <c:v>0.39359953703387873</c:v>
                </c:pt>
                <c:pt idx="34008">
                  <c:v>0.39361111111065838</c:v>
                </c:pt>
                <c:pt idx="34009">
                  <c:v>0.39362268518016208</c:v>
                </c:pt>
                <c:pt idx="34010">
                  <c:v>0.39363425925694173</c:v>
                </c:pt>
                <c:pt idx="34011">
                  <c:v>0.39364583333372138</c:v>
                </c:pt>
                <c:pt idx="34012">
                  <c:v>0.39365740740322508</c:v>
                </c:pt>
                <c:pt idx="34013">
                  <c:v>0.39366898148000473</c:v>
                </c:pt>
                <c:pt idx="34014">
                  <c:v>0.39368055555678438</c:v>
                </c:pt>
                <c:pt idx="34015">
                  <c:v>0.39369212962628808</c:v>
                </c:pt>
                <c:pt idx="34016">
                  <c:v>0.39370370370306773</c:v>
                </c:pt>
                <c:pt idx="34017">
                  <c:v>0.39371527777257143</c:v>
                </c:pt>
                <c:pt idx="34018">
                  <c:v>0.39372685184935108</c:v>
                </c:pt>
                <c:pt idx="34019">
                  <c:v>0.39373842592613073</c:v>
                </c:pt>
                <c:pt idx="34020">
                  <c:v>0.39374999999563443</c:v>
                </c:pt>
                <c:pt idx="34021">
                  <c:v>0.39376157407241408</c:v>
                </c:pt>
                <c:pt idx="34022">
                  <c:v>0.39377314814919373</c:v>
                </c:pt>
                <c:pt idx="34023">
                  <c:v>0.39378472221869742</c:v>
                </c:pt>
                <c:pt idx="34024">
                  <c:v>0.39379629629547708</c:v>
                </c:pt>
                <c:pt idx="34025">
                  <c:v>0.39380787036498077</c:v>
                </c:pt>
                <c:pt idx="34026">
                  <c:v>0.39381944444176042</c:v>
                </c:pt>
                <c:pt idx="34027">
                  <c:v>0.39383101851854008</c:v>
                </c:pt>
                <c:pt idx="34028">
                  <c:v>0.39384259258804377</c:v>
                </c:pt>
                <c:pt idx="34029">
                  <c:v>0.39385416666482342</c:v>
                </c:pt>
                <c:pt idx="34030">
                  <c:v>0.39386574074160308</c:v>
                </c:pt>
                <c:pt idx="34031">
                  <c:v>0.39387731481110677</c:v>
                </c:pt>
                <c:pt idx="34032">
                  <c:v>0.39388888888788642</c:v>
                </c:pt>
                <c:pt idx="34033">
                  <c:v>0.39390046295739012</c:v>
                </c:pt>
                <c:pt idx="34034">
                  <c:v>0.39391203703416977</c:v>
                </c:pt>
                <c:pt idx="34035">
                  <c:v>0.39392361111094942</c:v>
                </c:pt>
                <c:pt idx="34036">
                  <c:v>0.39393518518045312</c:v>
                </c:pt>
                <c:pt idx="34037">
                  <c:v>0.39394675925723277</c:v>
                </c:pt>
                <c:pt idx="34038">
                  <c:v>0.39395833333401242</c:v>
                </c:pt>
                <c:pt idx="34039">
                  <c:v>0.39396990740351612</c:v>
                </c:pt>
                <c:pt idx="34040">
                  <c:v>0.39398148148029577</c:v>
                </c:pt>
                <c:pt idx="34041">
                  <c:v>0.39399305554979946</c:v>
                </c:pt>
                <c:pt idx="34042">
                  <c:v>0.39400462962657912</c:v>
                </c:pt>
                <c:pt idx="34043">
                  <c:v>0.39401620370335877</c:v>
                </c:pt>
                <c:pt idx="34044">
                  <c:v>0.39402777777286246</c:v>
                </c:pt>
                <c:pt idx="34045">
                  <c:v>0.39403935184964212</c:v>
                </c:pt>
                <c:pt idx="34046">
                  <c:v>0.39405092592642177</c:v>
                </c:pt>
                <c:pt idx="34047">
                  <c:v>0.39406249999592546</c:v>
                </c:pt>
                <c:pt idx="34048">
                  <c:v>0.39407407407270512</c:v>
                </c:pt>
                <c:pt idx="34049">
                  <c:v>0.39408564814948477</c:v>
                </c:pt>
                <c:pt idx="34050">
                  <c:v>0.39409722221898846</c:v>
                </c:pt>
                <c:pt idx="34051">
                  <c:v>0.39410879629576812</c:v>
                </c:pt>
                <c:pt idx="34052">
                  <c:v>0.39412037036527181</c:v>
                </c:pt>
                <c:pt idx="34053">
                  <c:v>0.39413194444205146</c:v>
                </c:pt>
                <c:pt idx="34054">
                  <c:v>0.39414351851883112</c:v>
                </c:pt>
                <c:pt idx="34055">
                  <c:v>0.39415509258833481</c:v>
                </c:pt>
                <c:pt idx="34056">
                  <c:v>0.39416666666511446</c:v>
                </c:pt>
                <c:pt idx="34057">
                  <c:v>0.39417824074189411</c:v>
                </c:pt>
                <c:pt idx="34058">
                  <c:v>0.39418981481139781</c:v>
                </c:pt>
                <c:pt idx="34059">
                  <c:v>0.39420138888817746</c:v>
                </c:pt>
                <c:pt idx="34060">
                  <c:v>0.39421296295768116</c:v>
                </c:pt>
                <c:pt idx="34061">
                  <c:v>0.39422453703446081</c:v>
                </c:pt>
                <c:pt idx="34062">
                  <c:v>0.39423611111124046</c:v>
                </c:pt>
                <c:pt idx="34063">
                  <c:v>0.39424768518074416</c:v>
                </c:pt>
                <c:pt idx="34064">
                  <c:v>0.39425925925752381</c:v>
                </c:pt>
                <c:pt idx="34065">
                  <c:v>0.39427083333430346</c:v>
                </c:pt>
                <c:pt idx="34066">
                  <c:v>0.39428240740380716</c:v>
                </c:pt>
                <c:pt idx="34067">
                  <c:v>0.39429398148058681</c:v>
                </c:pt>
                <c:pt idx="34068">
                  <c:v>0.3943055555500905</c:v>
                </c:pt>
                <c:pt idx="34069">
                  <c:v>0.39431712962687016</c:v>
                </c:pt>
                <c:pt idx="34070">
                  <c:v>0.39432870370364981</c:v>
                </c:pt>
                <c:pt idx="34071">
                  <c:v>0.3943402777731535</c:v>
                </c:pt>
                <c:pt idx="34072">
                  <c:v>0.39435185184993315</c:v>
                </c:pt>
                <c:pt idx="34073">
                  <c:v>0.39436342592671281</c:v>
                </c:pt>
                <c:pt idx="34074">
                  <c:v>0.3943749999962165</c:v>
                </c:pt>
                <c:pt idx="34075">
                  <c:v>0.39438657407299615</c:v>
                </c:pt>
                <c:pt idx="34076">
                  <c:v>0.39439814814249985</c:v>
                </c:pt>
                <c:pt idx="34077">
                  <c:v>0.3944097222192795</c:v>
                </c:pt>
                <c:pt idx="34078">
                  <c:v>0.39442129629605915</c:v>
                </c:pt>
                <c:pt idx="34079">
                  <c:v>0.39443287036556285</c:v>
                </c:pt>
                <c:pt idx="34080">
                  <c:v>0.3944444444423425</c:v>
                </c:pt>
                <c:pt idx="34081">
                  <c:v>0.39445601851912215</c:v>
                </c:pt>
                <c:pt idx="34082">
                  <c:v>0.39446759258862585</c:v>
                </c:pt>
                <c:pt idx="34083">
                  <c:v>0.3944791666654055</c:v>
                </c:pt>
                <c:pt idx="34084">
                  <c:v>0.3944907407349092</c:v>
                </c:pt>
                <c:pt idx="34085">
                  <c:v>0.39450231481168885</c:v>
                </c:pt>
                <c:pt idx="34086">
                  <c:v>0.3945138888884685</c:v>
                </c:pt>
                <c:pt idx="34087">
                  <c:v>0.39452546295797219</c:v>
                </c:pt>
                <c:pt idx="34088">
                  <c:v>0.39453703703475185</c:v>
                </c:pt>
                <c:pt idx="34089">
                  <c:v>0.3945486111115315</c:v>
                </c:pt>
                <c:pt idx="34090">
                  <c:v>0.39456018518103519</c:v>
                </c:pt>
                <c:pt idx="34091">
                  <c:v>0.39457175925781485</c:v>
                </c:pt>
                <c:pt idx="34092">
                  <c:v>0.3945833333345945</c:v>
                </c:pt>
                <c:pt idx="34093">
                  <c:v>0.39459490740409819</c:v>
                </c:pt>
                <c:pt idx="34094">
                  <c:v>0.39460648148087785</c:v>
                </c:pt>
                <c:pt idx="34095">
                  <c:v>0.39461805555038154</c:v>
                </c:pt>
                <c:pt idx="34096">
                  <c:v>0.39462962962716119</c:v>
                </c:pt>
                <c:pt idx="34097">
                  <c:v>0.39464120370394085</c:v>
                </c:pt>
                <c:pt idx="34098">
                  <c:v>0.39465277777344454</c:v>
                </c:pt>
                <c:pt idx="34099">
                  <c:v>0.39466435185022419</c:v>
                </c:pt>
                <c:pt idx="34100">
                  <c:v>0.39467592592700385</c:v>
                </c:pt>
                <c:pt idx="34101">
                  <c:v>0.39468749999650754</c:v>
                </c:pt>
                <c:pt idx="34102">
                  <c:v>0.39469907407328719</c:v>
                </c:pt>
                <c:pt idx="34103">
                  <c:v>0.39471064814279089</c:v>
                </c:pt>
                <c:pt idx="34104">
                  <c:v>0.39472222221957054</c:v>
                </c:pt>
                <c:pt idx="34105">
                  <c:v>0.39473379629635019</c:v>
                </c:pt>
                <c:pt idx="34106">
                  <c:v>0.39474537036585389</c:v>
                </c:pt>
                <c:pt idx="34107">
                  <c:v>0.39475694444263354</c:v>
                </c:pt>
                <c:pt idx="34108">
                  <c:v>0.39476851851941319</c:v>
                </c:pt>
                <c:pt idx="34109">
                  <c:v>0.39478009258891689</c:v>
                </c:pt>
                <c:pt idx="34110">
                  <c:v>0.39479166666569654</c:v>
                </c:pt>
                <c:pt idx="34111">
                  <c:v>0.39480324073520023</c:v>
                </c:pt>
                <c:pt idx="34112">
                  <c:v>0.39481481481197989</c:v>
                </c:pt>
                <c:pt idx="34113">
                  <c:v>0.39482638888875954</c:v>
                </c:pt>
                <c:pt idx="34114">
                  <c:v>0.39483796295826323</c:v>
                </c:pt>
                <c:pt idx="34115">
                  <c:v>0.39484953703504289</c:v>
                </c:pt>
                <c:pt idx="34116">
                  <c:v>0.39486111111182254</c:v>
                </c:pt>
                <c:pt idx="34117">
                  <c:v>0.39487268518132623</c:v>
                </c:pt>
                <c:pt idx="34118">
                  <c:v>0.39488425925810589</c:v>
                </c:pt>
                <c:pt idx="34119">
                  <c:v>0.39489583332760958</c:v>
                </c:pt>
                <c:pt idx="34120">
                  <c:v>0.39490740740438923</c:v>
                </c:pt>
                <c:pt idx="34121">
                  <c:v>0.39491898148116888</c:v>
                </c:pt>
                <c:pt idx="34122">
                  <c:v>0.39493055555067258</c:v>
                </c:pt>
                <c:pt idx="34123">
                  <c:v>0.39494212962745223</c:v>
                </c:pt>
                <c:pt idx="34124">
                  <c:v>0.39495370370423188</c:v>
                </c:pt>
                <c:pt idx="34125">
                  <c:v>0.39496527777373558</c:v>
                </c:pt>
                <c:pt idx="34126">
                  <c:v>0.39497685185051523</c:v>
                </c:pt>
                <c:pt idx="34127">
                  <c:v>0.39498842592001893</c:v>
                </c:pt>
                <c:pt idx="34128">
                  <c:v>0.39499999999679858</c:v>
                </c:pt>
                <c:pt idx="34129">
                  <c:v>0.39501157407357823</c:v>
                </c:pt>
                <c:pt idx="34130">
                  <c:v>0.39502314814308193</c:v>
                </c:pt>
                <c:pt idx="34131">
                  <c:v>0.39503472221986158</c:v>
                </c:pt>
                <c:pt idx="34132">
                  <c:v>0.39504629629664123</c:v>
                </c:pt>
                <c:pt idx="34133">
                  <c:v>0.39505787036614493</c:v>
                </c:pt>
                <c:pt idx="34134">
                  <c:v>0.39506944444292458</c:v>
                </c:pt>
                <c:pt idx="34135">
                  <c:v>0.39508101851970423</c:v>
                </c:pt>
                <c:pt idx="34136">
                  <c:v>0.39509259258920792</c:v>
                </c:pt>
                <c:pt idx="34137">
                  <c:v>0.39510416666598758</c:v>
                </c:pt>
                <c:pt idx="34138">
                  <c:v>0.39511574073549127</c:v>
                </c:pt>
                <c:pt idx="34139">
                  <c:v>0.39512731481227092</c:v>
                </c:pt>
                <c:pt idx="34140">
                  <c:v>0.39513888888905058</c:v>
                </c:pt>
                <c:pt idx="34141">
                  <c:v>0.39515046295855427</c:v>
                </c:pt>
                <c:pt idx="34142">
                  <c:v>0.39516203703533392</c:v>
                </c:pt>
                <c:pt idx="34143">
                  <c:v>0.39517361111211358</c:v>
                </c:pt>
                <c:pt idx="34144">
                  <c:v>0.39518518518161727</c:v>
                </c:pt>
                <c:pt idx="34145">
                  <c:v>0.39519675925839692</c:v>
                </c:pt>
                <c:pt idx="34146">
                  <c:v>0.39520833332790062</c:v>
                </c:pt>
                <c:pt idx="34147">
                  <c:v>0.39521990740468027</c:v>
                </c:pt>
                <c:pt idx="34148">
                  <c:v>0.39523148148145992</c:v>
                </c:pt>
                <c:pt idx="34149">
                  <c:v>0.39524305555096362</c:v>
                </c:pt>
                <c:pt idx="34150">
                  <c:v>0.39525462962774327</c:v>
                </c:pt>
                <c:pt idx="34151">
                  <c:v>0.39526620370452292</c:v>
                </c:pt>
                <c:pt idx="34152">
                  <c:v>0.39527777777402662</c:v>
                </c:pt>
                <c:pt idx="34153">
                  <c:v>0.39528935185080627</c:v>
                </c:pt>
                <c:pt idx="34154">
                  <c:v>0.39530092592030996</c:v>
                </c:pt>
                <c:pt idx="34155">
                  <c:v>0.39531249999708962</c:v>
                </c:pt>
                <c:pt idx="34156">
                  <c:v>0.39532407407386927</c:v>
                </c:pt>
                <c:pt idx="34157">
                  <c:v>0.39533564814337296</c:v>
                </c:pt>
                <c:pt idx="34158">
                  <c:v>0.39534722222015262</c:v>
                </c:pt>
                <c:pt idx="34159">
                  <c:v>0.39535879629693227</c:v>
                </c:pt>
                <c:pt idx="34160">
                  <c:v>0.39537037036643596</c:v>
                </c:pt>
                <c:pt idx="34161">
                  <c:v>0.39538194444321562</c:v>
                </c:pt>
                <c:pt idx="34162">
                  <c:v>0.39539351851271931</c:v>
                </c:pt>
                <c:pt idx="34163">
                  <c:v>0.39540509258949896</c:v>
                </c:pt>
                <c:pt idx="34164">
                  <c:v>0.39541666666627862</c:v>
                </c:pt>
                <c:pt idx="34165">
                  <c:v>0.39542824073578231</c:v>
                </c:pt>
                <c:pt idx="34166">
                  <c:v>0.39543981481256196</c:v>
                </c:pt>
                <c:pt idx="34167">
                  <c:v>0.39545138888934162</c:v>
                </c:pt>
                <c:pt idx="34168">
                  <c:v>0.39546296295884531</c:v>
                </c:pt>
                <c:pt idx="34169">
                  <c:v>0.39547453703562496</c:v>
                </c:pt>
                <c:pt idx="34170">
                  <c:v>0.39548611111240461</c:v>
                </c:pt>
                <c:pt idx="34171">
                  <c:v>0.39549768518190831</c:v>
                </c:pt>
                <c:pt idx="34172">
                  <c:v>0.39550925925868796</c:v>
                </c:pt>
                <c:pt idx="34173">
                  <c:v>0.39552083332819166</c:v>
                </c:pt>
                <c:pt idx="34174">
                  <c:v>0.39553240740497131</c:v>
                </c:pt>
                <c:pt idx="34175">
                  <c:v>0.39554398148175096</c:v>
                </c:pt>
                <c:pt idx="34176">
                  <c:v>0.39555555555125466</c:v>
                </c:pt>
                <c:pt idx="34177">
                  <c:v>0.39556712962803431</c:v>
                </c:pt>
                <c:pt idx="34178">
                  <c:v>0.39557870370481396</c:v>
                </c:pt>
                <c:pt idx="34179">
                  <c:v>0.39559027777431766</c:v>
                </c:pt>
                <c:pt idx="34180">
                  <c:v>0.39560185185109731</c:v>
                </c:pt>
                <c:pt idx="34181">
                  <c:v>0.395613425920601</c:v>
                </c:pt>
                <c:pt idx="34182">
                  <c:v>0.39562499999738066</c:v>
                </c:pt>
                <c:pt idx="34183">
                  <c:v>0.39563657407416031</c:v>
                </c:pt>
                <c:pt idx="34184">
                  <c:v>0.395648148143664</c:v>
                </c:pt>
                <c:pt idx="34185">
                  <c:v>0.39565972222044365</c:v>
                </c:pt>
                <c:pt idx="34186">
                  <c:v>0.39567129629722331</c:v>
                </c:pt>
                <c:pt idx="34187">
                  <c:v>0.395682870366727</c:v>
                </c:pt>
                <c:pt idx="34188">
                  <c:v>0.39569444444350665</c:v>
                </c:pt>
                <c:pt idx="34189">
                  <c:v>0.39570601851301035</c:v>
                </c:pt>
                <c:pt idx="34190">
                  <c:v>0.39571759258979</c:v>
                </c:pt>
                <c:pt idx="34191">
                  <c:v>0.39572916666656965</c:v>
                </c:pt>
                <c:pt idx="34192">
                  <c:v>0.39574074073607335</c:v>
                </c:pt>
                <c:pt idx="34193">
                  <c:v>0.395752314812853</c:v>
                </c:pt>
                <c:pt idx="34194">
                  <c:v>0.39576388888963265</c:v>
                </c:pt>
                <c:pt idx="34195">
                  <c:v>0.39577546295913635</c:v>
                </c:pt>
                <c:pt idx="34196">
                  <c:v>0.395787037035916</c:v>
                </c:pt>
                <c:pt idx="34197">
                  <c:v>0.3957986111054197</c:v>
                </c:pt>
                <c:pt idx="34198">
                  <c:v>0.39581018518219935</c:v>
                </c:pt>
                <c:pt idx="34199">
                  <c:v>0.395821759258979</c:v>
                </c:pt>
                <c:pt idx="34200">
                  <c:v>0.39583333332848269</c:v>
                </c:pt>
                <c:pt idx="34201">
                  <c:v>0.39584490740526235</c:v>
                </c:pt>
                <c:pt idx="34202">
                  <c:v>0.395856481482042</c:v>
                </c:pt>
                <c:pt idx="34203">
                  <c:v>0.39586805555154569</c:v>
                </c:pt>
                <c:pt idx="34204">
                  <c:v>0.39587962962832535</c:v>
                </c:pt>
                <c:pt idx="34205">
                  <c:v>0.39589120369782904</c:v>
                </c:pt>
                <c:pt idx="34206">
                  <c:v>0.39590277777460869</c:v>
                </c:pt>
                <c:pt idx="34207">
                  <c:v>0.39591435185138835</c:v>
                </c:pt>
                <c:pt idx="34208">
                  <c:v>0.39592592592089204</c:v>
                </c:pt>
                <c:pt idx="34209">
                  <c:v>0.39593749999767169</c:v>
                </c:pt>
                <c:pt idx="34210">
                  <c:v>0.39594907407445135</c:v>
                </c:pt>
                <c:pt idx="34211">
                  <c:v>0.39596064814395504</c:v>
                </c:pt>
                <c:pt idx="34212">
                  <c:v>0.39597222222073469</c:v>
                </c:pt>
                <c:pt idx="34213">
                  <c:v>0.39598379629751435</c:v>
                </c:pt>
                <c:pt idx="34214">
                  <c:v>0.39599537036701804</c:v>
                </c:pt>
                <c:pt idx="34215">
                  <c:v>0.39600694444379769</c:v>
                </c:pt>
                <c:pt idx="34216">
                  <c:v>0.39601851851330139</c:v>
                </c:pt>
                <c:pt idx="34217">
                  <c:v>0.39603009259008104</c:v>
                </c:pt>
                <c:pt idx="34218">
                  <c:v>0.39604166666686069</c:v>
                </c:pt>
                <c:pt idx="34219">
                  <c:v>0.39605324073636439</c:v>
                </c:pt>
                <c:pt idx="34220">
                  <c:v>0.39606481481314404</c:v>
                </c:pt>
                <c:pt idx="34221">
                  <c:v>0.39607638888992369</c:v>
                </c:pt>
                <c:pt idx="34222">
                  <c:v>0.39608796295942739</c:v>
                </c:pt>
                <c:pt idx="34223">
                  <c:v>0.39609953703620704</c:v>
                </c:pt>
                <c:pt idx="34224">
                  <c:v>0.39611111110571073</c:v>
                </c:pt>
                <c:pt idx="34225">
                  <c:v>0.39612268518249039</c:v>
                </c:pt>
                <c:pt idx="34226">
                  <c:v>0.39613425925927004</c:v>
                </c:pt>
                <c:pt idx="34227">
                  <c:v>0.39614583332877373</c:v>
                </c:pt>
                <c:pt idx="34228">
                  <c:v>0.39615740740555339</c:v>
                </c:pt>
                <c:pt idx="34229">
                  <c:v>0.39616898148233304</c:v>
                </c:pt>
                <c:pt idx="34230">
                  <c:v>0.39618055555183673</c:v>
                </c:pt>
                <c:pt idx="34231">
                  <c:v>0.39619212962861639</c:v>
                </c:pt>
                <c:pt idx="34232">
                  <c:v>0.39620370369812008</c:v>
                </c:pt>
                <c:pt idx="34233">
                  <c:v>0.39621527777489973</c:v>
                </c:pt>
                <c:pt idx="34234">
                  <c:v>0.39622685185167938</c:v>
                </c:pt>
                <c:pt idx="34235">
                  <c:v>0.39623842592118308</c:v>
                </c:pt>
                <c:pt idx="34236">
                  <c:v>0.39624999999796273</c:v>
                </c:pt>
                <c:pt idx="34237">
                  <c:v>0.39626157407474238</c:v>
                </c:pt>
                <c:pt idx="34238">
                  <c:v>0.39627314814424608</c:v>
                </c:pt>
                <c:pt idx="34239">
                  <c:v>0.39628472222102573</c:v>
                </c:pt>
                <c:pt idx="34240">
                  <c:v>0.39629629629052943</c:v>
                </c:pt>
                <c:pt idx="34241">
                  <c:v>0.39630787036730908</c:v>
                </c:pt>
                <c:pt idx="34242">
                  <c:v>0.39631944444408873</c:v>
                </c:pt>
                <c:pt idx="34243">
                  <c:v>0.39633101851359243</c:v>
                </c:pt>
                <c:pt idx="34244">
                  <c:v>0.39634259259037208</c:v>
                </c:pt>
                <c:pt idx="34245">
                  <c:v>0.39635416666715173</c:v>
                </c:pt>
                <c:pt idx="34246">
                  <c:v>0.39636574073665543</c:v>
                </c:pt>
                <c:pt idx="34247">
                  <c:v>0.39637731481343508</c:v>
                </c:pt>
                <c:pt idx="34248">
                  <c:v>0.39638888889021473</c:v>
                </c:pt>
                <c:pt idx="34249">
                  <c:v>0.39640046295971842</c:v>
                </c:pt>
                <c:pt idx="34250">
                  <c:v>0.39641203703649808</c:v>
                </c:pt>
                <c:pt idx="34251">
                  <c:v>0.39642361110600177</c:v>
                </c:pt>
                <c:pt idx="34252">
                  <c:v>0.39643518518278142</c:v>
                </c:pt>
                <c:pt idx="34253">
                  <c:v>0.39644675925956108</c:v>
                </c:pt>
                <c:pt idx="34254">
                  <c:v>0.39645833332906477</c:v>
                </c:pt>
                <c:pt idx="34255">
                  <c:v>0.39646990740584442</c:v>
                </c:pt>
                <c:pt idx="34256">
                  <c:v>0.39648148148262408</c:v>
                </c:pt>
                <c:pt idx="34257">
                  <c:v>0.39649305555212777</c:v>
                </c:pt>
                <c:pt idx="34258">
                  <c:v>0.39650462962890742</c:v>
                </c:pt>
                <c:pt idx="34259">
                  <c:v>0.39651620369841112</c:v>
                </c:pt>
                <c:pt idx="34260">
                  <c:v>0.39652777777519077</c:v>
                </c:pt>
                <c:pt idx="34261">
                  <c:v>0.39653935185197042</c:v>
                </c:pt>
                <c:pt idx="34262">
                  <c:v>0.39655092592147412</c:v>
                </c:pt>
                <c:pt idx="34263">
                  <c:v>0.39656249999825377</c:v>
                </c:pt>
                <c:pt idx="34264">
                  <c:v>0.39657407407503342</c:v>
                </c:pt>
                <c:pt idx="34265">
                  <c:v>0.39658564814453712</c:v>
                </c:pt>
                <c:pt idx="34266">
                  <c:v>0.39659722222131677</c:v>
                </c:pt>
                <c:pt idx="34267">
                  <c:v>0.39660879629082046</c:v>
                </c:pt>
                <c:pt idx="34268">
                  <c:v>0.39662037036760012</c:v>
                </c:pt>
                <c:pt idx="34269">
                  <c:v>0.39663194444437977</c:v>
                </c:pt>
                <c:pt idx="34270">
                  <c:v>0.39664351851388346</c:v>
                </c:pt>
                <c:pt idx="34271">
                  <c:v>0.39665509259066312</c:v>
                </c:pt>
                <c:pt idx="34272">
                  <c:v>0.39666666666744277</c:v>
                </c:pt>
                <c:pt idx="34273">
                  <c:v>0.39667824073694646</c:v>
                </c:pt>
                <c:pt idx="34274">
                  <c:v>0.39668981481372612</c:v>
                </c:pt>
                <c:pt idx="34275">
                  <c:v>0.39670138888322981</c:v>
                </c:pt>
                <c:pt idx="34276">
                  <c:v>0.39671296296000946</c:v>
                </c:pt>
                <c:pt idx="34277">
                  <c:v>0.39672453703678912</c:v>
                </c:pt>
                <c:pt idx="34278">
                  <c:v>0.39673611110629281</c:v>
                </c:pt>
                <c:pt idx="34279">
                  <c:v>0.39674768518307246</c:v>
                </c:pt>
                <c:pt idx="34280">
                  <c:v>0.39675925925985212</c:v>
                </c:pt>
                <c:pt idx="34281">
                  <c:v>0.39677083332935581</c:v>
                </c:pt>
                <c:pt idx="34282">
                  <c:v>0.39678240740613546</c:v>
                </c:pt>
                <c:pt idx="34283">
                  <c:v>0.39679398147563916</c:v>
                </c:pt>
                <c:pt idx="34284">
                  <c:v>0.39680555555241881</c:v>
                </c:pt>
                <c:pt idx="34285">
                  <c:v>0.39681712962919846</c:v>
                </c:pt>
                <c:pt idx="34286">
                  <c:v>0.39682870369870216</c:v>
                </c:pt>
                <c:pt idx="34287">
                  <c:v>0.39684027777548181</c:v>
                </c:pt>
                <c:pt idx="34288">
                  <c:v>0.39685185185226146</c:v>
                </c:pt>
                <c:pt idx="34289">
                  <c:v>0.39686342592176516</c:v>
                </c:pt>
                <c:pt idx="34290">
                  <c:v>0.39687499999854481</c:v>
                </c:pt>
                <c:pt idx="34291">
                  <c:v>0.39688657407532446</c:v>
                </c:pt>
                <c:pt idx="34292">
                  <c:v>0.39689814814482816</c:v>
                </c:pt>
                <c:pt idx="34293">
                  <c:v>0.39690972222160781</c:v>
                </c:pt>
                <c:pt idx="34294">
                  <c:v>0.3969212962911115</c:v>
                </c:pt>
                <c:pt idx="34295">
                  <c:v>0.39693287036789116</c:v>
                </c:pt>
                <c:pt idx="34296">
                  <c:v>0.39694444444467081</c:v>
                </c:pt>
                <c:pt idx="34297">
                  <c:v>0.3969560185141745</c:v>
                </c:pt>
                <c:pt idx="34298">
                  <c:v>0.39696759259095415</c:v>
                </c:pt>
                <c:pt idx="34299">
                  <c:v>0.39697916666773381</c:v>
                </c:pt>
                <c:pt idx="34300">
                  <c:v>0.3969907407372375</c:v>
                </c:pt>
                <c:pt idx="34301">
                  <c:v>0.39700231481401715</c:v>
                </c:pt>
                <c:pt idx="34302">
                  <c:v>0.39701388888352085</c:v>
                </c:pt>
                <c:pt idx="34303">
                  <c:v>0.3970254629603005</c:v>
                </c:pt>
                <c:pt idx="34304">
                  <c:v>0.39703703703708015</c:v>
                </c:pt>
                <c:pt idx="34305">
                  <c:v>0.39704861110658385</c:v>
                </c:pt>
                <c:pt idx="34306">
                  <c:v>0.3970601851833635</c:v>
                </c:pt>
                <c:pt idx="34307">
                  <c:v>0.39707175926014315</c:v>
                </c:pt>
                <c:pt idx="34308">
                  <c:v>0.39708333332964685</c:v>
                </c:pt>
                <c:pt idx="34309">
                  <c:v>0.3970949074064265</c:v>
                </c:pt>
                <c:pt idx="34310">
                  <c:v>0.3971064814759302</c:v>
                </c:pt>
                <c:pt idx="34311">
                  <c:v>0.39711805555270985</c:v>
                </c:pt>
                <c:pt idx="34312">
                  <c:v>0.3971296296294895</c:v>
                </c:pt>
                <c:pt idx="34313">
                  <c:v>0.39714120369899319</c:v>
                </c:pt>
                <c:pt idx="34314">
                  <c:v>0.39715277777577285</c:v>
                </c:pt>
                <c:pt idx="34315">
                  <c:v>0.3971643518525525</c:v>
                </c:pt>
                <c:pt idx="34316">
                  <c:v>0.39717592592205619</c:v>
                </c:pt>
                <c:pt idx="34317">
                  <c:v>0.39718749999883585</c:v>
                </c:pt>
                <c:pt idx="34318">
                  <c:v>0.39719907406833954</c:v>
                </c:pt>
                <c:pt idx="34319">
                  <c:v>0.39721064814511919</c:v>
                </c:pt>
                <c:pt idx="34320">
                  <c:v>0.39722222222189885</c:v>
                </c:pt>
                <c:pt idx="34321">
                  <c:v>0.39723379629140254</c:v>
                </c:pt>
                <c:pt idx="34322">
                  <c:v>0.39724537036818219</c:v>
                </c:pt>
                <c:pt idx="34323">
                  <c:v>0.39725694444496185</c:v>
                </c:pt>
                <c:pt idx="34324">
                  <c:v>0.39726851851446554</c:v>
                </c:pt>
                <c:pt idx="34325">
                  <c:v>0.39728009259124519</c:v>
                </c:pt>
                <c:pt idx="34326">
                  <c:v>0.39729166666074889</c:v>
                </c:pt>
                <c:pt idx="34327">
                  <c:v>0.39730324073752854</c:v>
                </c:pt>
                <c:pt idx="34328">
                  <c:v>0.39731481481430819</c:v>
                </c:pt>
                <c:pt idx="34329">
                  <c:v>0.39732638888381189</c:v>
                </c:pt>
                <c:pt idx="34330">
                  <c:v>0.39733796296059154</c:v>
                </c:pt>
                <c:pt idx="34331">
                  <c:v>0.39734953703737119</c:v>
                </c:pt>
                <c:pt idx="34332">
                  <c:v>0.39736111110687489</c:v>
                </c:pt>
                <c:pt idx="34333">
                  <c:v>0.39737268518365454</c:v>
                </c:pt>
                <c:pt idx="34334">
                  <c:v>0.39738425926043419</c:v>
                </c:pt>
                <c:pt idx="34335">
                  <c:v>0.39739583332993789</c:v>
                </c:pt>
                <c:pt idx="34336">
                  <c:v>0.39740740740671754</c:v>
                </c:pt>
                <c:pt idx="34337">
                  <c:v>0.39741898147622123</c:v>
                </c:pt>
                <c:pt idx="34338">
                  <c:v>0.39743055555300089</c:v>
                </c:pt>
                <c:pt idx="34339">
                  <c:v>0.39744212962978054</c:v>
                </c:pt>
                <c:pt idx="34340">
                  <c:v>0.39745370369928423</c:v>
                </c:pt>
                <c:pt idx="34341">
                  <c:v>0.39746527777606389</c:v>
                </c:pt>
                <c:pt idx="34342">
                  <c:v>0.39747685185284354</c:v>
                </c:pt>
                <c:pt idx="34343">
                  <c:v>0.39748842592234723</c:v>
                </c:pt>
                <c:pt idx="34344">
                  <c:v>0.39749999999912689</c:v>
                </c:pt>
                <c:pt idx="34345">
                  <c:v>0.39751157406863058</c:v>
                </c:pt>
                <c:pt idx="34346">
                  <c:v>0.39752314814541023</c:v>
                </c:pt>
                <c:pt idx="34347">
                  <c:v>0.39753472222218988</c:v>
                </c:pt>
                <c:pt idx="34348">
                  <c:v>0.39754629629169358</c:v>
                </c:pt>
                <c:pt idx="34349">
                  <c:v>0.39755787036847323</c:v>
                </c:pt>
                <c:pt idx="34350">
                  <c:v>0.39756944444525288</c:v>
                </c:pt>
                <c:pt idx="34351">
                  <c:v>0.39758101851475658</c:v>
                </c:pt>
                <c:pt idx="34352">
                  <c:v>0.39759259259153623</c:v>
                </c:pt>
                <c:pt idx="34353">
                  <c:v>0.39760416666103993</c:v>
                </c:pt>
                <c:pt idx="34354">
                  <c:v>0.39761574073781958</c:v>
                </c:pt>
                <c:pt idx="34355">
                  <c:v>0.39762731481459923</c:v>
                </c:pt>
                <c:pt idx="34356">
                  <c:v>0.39763888888410293</c:v>
                </c:pt>
                <c:pt idx="34357">
                  <c:v>0.39765046296088258</c:v>
                </c:pt>
                <c:pt idx="34358">
                  <c:v>0.39766203703766223</c:v>
                </c:pt>
                <c:pt idx="34359">
                  <c:v>0.39767361110716593</c:v>
                </c:pt>
                <c:pt idx="34360">
                  <c:v>0.39768518518394558</c:v>
                </c:pt>
                <c:pt idx="34361">
                  <c:v>0.39769675925344927</c:v>
                </c:pt>
                <c:pt idx="34362">
                  <c:v>0.39770833333022892</c:v>
                </c:pt>
                <c:pt idx="34363">
                  <c:v>0.39771990740700858</c:v>
                </c:pt>
                <c:pt idx="34364">
                  <c:v>0.39773148147651227</c:v>
                </c:pt>
                <c:pt idx="34365">
                  <c:v>0.39774305555329192</c:v>
                </c:pt>
                <c:pt idx="34366">
                  <c:v>0.39775462963007158</c:v>
                </c:pt>
                <c:pt idx="34367">
                  <c:v>0.39776620369957527</c:v>
                </c:pt>
                <c:pt idx="34368">
                  <c:v>0.39777777777635492</c:v>
                </c:pt>
                <c:pt idx="34369">
                  <c:v>0.39778935185313458</c:v>
                </c:pt>
                <c:pt idx="34370">
                  <c:v>0.39780092592263827</c:v>
                </c:pt>
                <c:pt idx="34371">
                  <c:v>0.39781249999941792</c:v>
                </c:pt>
                <c:pt idx="34372">
                  <c:v>0.39782407406892162</c:v>
                </c:pt>
                <c:pt idx="34373">
                  <c:v>0.39783564814570127</c:v>
                </c:pt>
                <c:pt idx="34374">
                  <c:v>0.39784722222248092</c:v>
                </c:pt>
                <c:pt idx="34375">
                  <c:v>0.39785879629198462</c:v>
                </c:pt>
                <c:pt idx="34376">
                  <c:v>0.39787037036876427</c:v>
                </c:pt>
                <c:pt idx="34377">
                  <c:v>0.39788194444554392</c:v>
                </c:pt>
                <c:pt idx="34378">
                  <c:v>0.39789351851504762</c:v>
                </c:pt>
                <c:pt idx="34379">
                  <c:v>0.39790509259182727</c:v>
                </c:pt>
                <c:pt idx="34380">
                  <c:v>0.39791666666133096</c:v>
                </c:pt>
                <c:pt idx="34381">
                  <c:v>0.39792824073811062</c:v>
                </c:pt>
                <c:pt idx="34382">
                  <c:v>0.39793981481489027</c:v>
                </c:pt>
                <c:pt idx="34383">
                  <c:v>0.39795138888439396</c:v>
                </c:pt>
                <c:pt idx="34384">
                  <c:v>0.39796296296117362</c:v>
                </c:pt>
                <c:pt idx="34385">
                  <c:v>0.39797453703795327</c:v>
                </c:pt>
                <c:pt idx="34386">
                  <c:v>0.39798611110745696</c:v>
                </c:pt>
                <c:pt idx="34387">
                  <c:v>0.39799768518423662</c:v>
                </c:pt>
                <c:pt idx="34388">
                  <c:v>0.39800925925374031</c:v>
                </c:pt>
                <c:pt idx="34389">
                  <c:v>0.39802083333051996</c:v>
                </c:pt>
                <c:pt idx="34390">
                  <c:v>0.39803240740729962</c:v>
                </c:pt>
                <c:pt idx="34391">
                  <c:v>0.39804398147680331</c:v>
                </c:pt>
                <c:pt idx="34392">
                  <c:v>0.39805555555358296</c:v>
                </c:pt>
                <c:pt idx="34393">
                  <c:v>0.39806712963036261</c:v>
                </c:pt>
                <c:pt idx="34394">
                  <c:v>0.39807870369986631</c:v>
                </c:pt>
                <c:pt idx="34395">
                  <c:v>0.39809027777664596</c:v>
                </c:pt>
                <c:pt idx="34396">
                  <c:v>0.39810185184614966</c:v>
                </c:pt>
                <c:pt idx="34397">
                  <c:v>0.39811342592292931</c:v>
                </c:pt>
                <c:pt idx="34398">
                  <c:v>0.39812499999970896</c:v>
                </c:pt>
                <c:pt idx="34399">
                  <c:v>0.39813657406921266</c:v>
                </c:pt>
                <c:pt idx="34400">
                  <c:v>0.39814814814599231</c:v>
                </c:pt>
                <c:pt idx="34401">
                  <c:v>0.39815972222277196</c:v>
                </c:pt>
                <c:pt idx="34402">
                  <c:v>0.39817129629227566</c:v>
                </c:pt>
                <c:pt idx="34403">
                  <c:v>0.39818287036905531</c:v>
                </c:pt>
                <c:pt idx="34404">
                  <c:v>0.398194444438559</c:v>
                </c:pt>
                <c:pt idx="34405">
                  <c:v>0.39820601851533866</c:v>
                </c:pt>
                <c:pt idx="34406">
                  <c:v>0.39821759259211831</c:v>
                </c:pt>
                <c:pt idx="34407">
                  <c:v>0.398229166661622</c:v>
                </c:pt>
                <c:pt idx="34408">
                  <c:v>0.39824074073840166</c:v>
                </c:pt>
                <c:pt idx="34409">
                  <c:v>0.39825231481518131</c:v>
                </c:pt>
                <c:pt idx="34410">
                  <c:v>0.398263888884685</c:v>
                </c:pt>
                <c:pt idx="34411">
                  <c:v>0.39827546296146465</c:v>
                </c:pt>
                <c:pt idx="34412">
                  <c:v>0.39828703703824431</c:v>
                </c:pt>
                <c:pt idx="34413">
                  <c:v>0.398298611107748</c:v>
                </c:pt>
                <c:pt idx="34414">
                  <c:v>0.39831018518452765</c:v>
                </c:pt>
                <c:pt idx="34415">
                  <c:v>0.39832175925403135</c:v>
                </c:pt>
                <c:pt idx="34416">
                  <c:v>0.398333333330811</c:v>
                </c:pt>
                <c:pt idx="34417">
                  <c:v>0.39834490740759065</c:v>
                </c:pt>
                <c:pt idx="34418">
                  <c:v>0.39835648147709435</c:v>
                </c:pt>
                <c:pt idx="34419">
                  <c:v>0.398368055553874</c:v>
                </c:pt>
                <c:pt idx="34420">
                  <c:v>0.39837962963065365</c:v>
                </c:pt>
                <c:pt idx="34421">
                  <c:v>0.39839120370015735</c:v>
                </c:pt>
                <c:pt idx="34422">
                  <c:v>0.398402777776937</c:v>
                </c:pt>
                <c:pt idx="34423">
                  <c:v>0.3984143518464407</c:v>
                </c:pt>
                <c:pt idx="34424">
                  <c:v>0.39842592592322035</c:v>
                </c:pt>
                <c:pt idx="34425">
                  <c:v>0.3984375</c:v>
                </c:pt>
                <c:pt idx="34426">
                  <c:v>0.39844907406950369</c:v>
                </c:pt>
                <c:pt idx="34427">
                  <c:v>0.39846064814628335</c:v>
                </c:pt>
                <c:pt idx="34428">
                  <c:v>0.398472222223063</c:v>
                </c:pt>
                <c:pt idx="34429">
                  <c:v>0.39848379629256669</c:v>
                </c:pt>
                <c:pt idx="34430">
                  <c:v>0.39849537036934635</c:v>
                </c:pt>
                <c:pt idx="34431">
                  <c:v>0.39850694443885004</c:v>
                </c:pt>
                <c:pt idx="34432">
                  <c:v>0.39851851851562969</c:v>
                </c:pt>
                <c:pt idx="34433">
                  <c:v>0.39853009259240935</c:v>
                </c:pt>
                <c:pt idx="34434">
                  <c:v>0.39854166666191304</c:v>
                </c:pt>
                <c:pt idx="34435">
                  <c:v>0.39855324073869269</c:v>
                </c:pt>
                <c:pt idx="34436">
                  <c:v>0.39856481481547235</c:v>
                </c:pt>
                <c:pt idx="34437">
                  <c:v>0.39857638888497604</c:v>
                </c:pt>
                <c:pt idx="34438">
                  <c:v>0.39858796296175569</c:v>
                </c:pt>
                <c:pt idx="34439">
                  <c:v>0.39859953703125939</c:v>
                </c:pt>
                <c:pt idx="34440">
                  <c:v>0.39861111110803904</c:v>
                </c:pt>
                <c:pt idx="34441">
                  <c:v>0.39862268518481869</c:v>
                </c:pt>
                <c:pt idx="34442">
                  <c:v>0.39863425925432239</c:v>
                </c:pt>
                <c:pt idx="34443">
                  <c:v>0.39864583333110204</c:v>
                </c:pt>
                <c:pt idx="34444">
                  <c:v>0.39865740740788169</c:v>
                </c:pt>
                <c:pt idx="34445">
                  <c:v>0.39866898147738539</c:v>
                </c:pt>
                <c:pt idx="34446">
                  <c:v>0.39868055555416504</c:v>
                </c:pt>
                <c:pt idx="34447">
                  <c:v>0.39869212963094469</c:v>
                </c:pt>
                <c:pt idx="34448">
                  <c:v>0.39870370370044839</c:v>
                </c:pt>
                <c:pt idx="34449">
                  <c:v>0.39871527777722804</c:v>
                </c:pt>
                <c:pt idx="34450">
                  <c:v>0.39872685184673173</c:v>
                </c:pt>
                <c:pt idx="34451">
                  <c:v>0.39873842592351139</c:v>
                </c:pt>
                <c:pt idx="34452">
                  <c:v>0.39875000000029104</c:v>
                </c:pt>
                <c:pt idx="34453">
                  <c:v>0.39876157406979473</c:v>
                </c:pt>
                <c:pt idx="34454">
                  <c:v>0.39877314814657439</c:v>
                </c:pt>
                <c:pt idx="34455">
                  <c:v>0.39878472222335404</c:v>
                </c:pt>
                <c:pt idx="34456">
                  <c:v>0.39879629629285773</c:v>
                </c:pt>
                <c:pt idx="34457">
                  <c:v>0.39880787036963739</c:v>
                </c:pt>
                <c:pt idx="34458">
                  <c:v>0.39881944443914108</c:v>
                </c:pt>
                <c:pt idx="34459">
                  <c:v>0.39883101851592073</c:v>
                </c:pt>
                <c:pt idx="34460">
                  <c:v>0.39884259259270038</c:v>
                </c:pt>
                <c:pt idx="34461">
                  <c:v>0.39885416666220408</c:v>
                </c:pt>
                <c:pt idx="34462">
                  <c:v>0.39886574073898373</c:v>
                </c:pt>
                <c:pt idx="34463">
                  <c:v>0.39887731481576338</c:v>
                </c:pt>
                <c:pt idx="34464">
                  <c:v>0.39888888888526708</c:v>
                </c:pt>
                <c:pt idx="34465">
                  <c:v>0.39890046296204673</c:v>
                </c:pt>
                <c:pt idx="34466">
                  <c:v>0.39891203703155043</c:v>
                </c:pt>
                <c:pt idx="34467">
                  <c:v>0.39892361110833008</c:v>
                </c:pt>
                <c:pt idx="34468">
                  <c:v>0.39893518518510973</c:v>
                </c:pt>
                <c:pt idx="34469">
                  <c:v>0.39894675925461343</c:v>
                </c:pt>
                <c:pt idx="34470">
                  <c:v>0.39895833333139308</c:v>
                </c:pt>
                <c:pt idx="34471">
                  <c:v>0.39896990740817273</c:v>
                </c:pt>
                <c:pt idx="34472">
                  <c:v>0.39898148147767643</c:v>
                </c:pt>
                <c:pt idx="34473">
                  <c:v>0.39899305555445608</c:v>
                </c:pt>
                <c:pt idx="34474">
                  <c:v>0.39900462962395977</c:v>
                </c:pt>
                <c:pt idx="34475">
                  <c:v>0.39901620370073942</c:v>
                </c:pt>
                <c:pt idx="34476">
                  <c:v>0.39902777777751908</c:v>
                </c:pt>
                <c:pt idx="34477">
                  <c:v>0.39903935184702277</c:v>
                </c:pt>
                <c:pt idx="34478">
                  <c:v>0.39905092592380242</c:v>
                </c:pt>
                <c:pt idx="34479">
                  <c:v>0.39906250000058208</c:v>
                </c:pt>
                <c:pt idx="34480">
                  <c:v>0.39907407407008577</c:v>
                </c:pt>
                <c:pt idx="34481">
                  <c:v>0.39908564814686542</c:v>
                </c:pt>
                <c:pt idx="34482">
                  <c:v>0.39909722221636912</c:v>
                </c:pt>
                <c:pt idx="34483">
                  <c:v>0.39910879629314877</c:v>
                </c:pt>
                <c:pt idx="34484">
                  <c:v>0.39912037036992842</c:v>
                </c:pt>
                <c:pt idx="34485">
                  <c:v>0.39913194443943212</c:v>
                </c:pt>
                <c:pt idx="34486">
                  <c:v>0.39914351851621177</c:v>
                </c:pt>
                <c:pt idx="34487">
                  <c:v>0.39915509259299142</c:v>
                </c:pt>
                <c:pt idx="34488">
                  <c:v>0.39916666666249512</c:v>
                </c:pt>
                <c:pt idx="34489">
                  <c:v>0.39917824073927477</c:v>
                </c:pt>
                <c:pt idx="34490">
                  <c:v>0.39918981481605442</c:v>
                </c:pt>
                <c:pt idx="34491">
                  <c:v>0.39920138888555812</c:v>
                </c:pt>
                <c:pt idx="34492">
                  <c:v>0.39921296296233777</c:v>
                </c:pt>
                <c:pt idx="34493">
                  <c:v>0.39922453703184146</c:v>
                </c:pt>
                <c:pt idx="34494">
                  <c:v>0.39923611110862112</c:v>
                </c:pt>
                <c:pt idx="34495">
                  <c:v>0.39924768518540077</c:v>
                </c:pt>
                <c:pt idx="34496">
                  <c:v>0.39925925925490446</c:v>
                </c:pt>
                <c:pt idx="34497">
                  <c:v>0.39927083333168412</c:v>
                </c:pt>
                <c:pt idx="34498">
                  <c:v>0.39928240740846377</c:v>
                </c:pt>
                <c:pt idx="34499">
                  <c:v>0.39929398147796746</c:v>
                </c:pt>
                <c:pt idx="34500">
                  <c:v>0.39930555555474712</c:v>
                </c:pt>
                <c:pt idx="34501">
                  <c:v>0.39931712962425081</c:v>
                </c:pt>
                <c:pt idx="34502">
                  <c:v>0.39932870370103046</c:v>
                </c:pt>
                <c:pt idx="34503">
                  <c:v>0.39934027777781012</c:v>
                </c:pt>
                <c:pt idx="34504">
                  <c:v>0.39935185184731381</c:v>
                </c:pt>
                <c:pt idx="34505">
                  <c:v>0.39936342592409346</c:v>
                </c:pt>
                <c:pt idx="34506">
                  <c:v>0.39937500000087311</c:v>
                </c:pt>
                <c:pt idx="34507">
                  <c:v>0.39938657407037681</c:v>
                </c:pt>
                <c:pt idx="34508">
                  <c:v>0.39939814814715646</c:v>
                </c:pt>
                <c:pt idx="34509">
                  <c:v>0.39940972221666016</c:v>
                </c:pt>
                <c:pt idx="34510">
                  <c:v>0.39942129629343981</c:v>
                </c:pt>
                <c:pt idx="34511">
                  <c:v>0.39943287037021946</c:v>
                </c:pt>
                <c:pt idx="34512">
                  <c:v>0.39944444443972316</c:v>
                </c:pt>
                <c:pt idx="34513">
                  <c:v>0.39945601851650281</c:v>
                </c:pt>
                <c:pt idx="34514">
                  <c:v>0.39946759259328246</c:v>
                </c:pt>
                <c:pt idx="34515">
                  <c:v>0.39947916666278616</c:v>
                </c:pt>
                <c:pt idx="34516">
                  <c:v>0.39949074073956581</c:v>
                </c:pt>
                <c:pt idx="34517">
                  <c:v>0.3995023148090695</c:v>
                </c:pt>
                <c:pt idx="34518">
                  <c:v>0.39951388888584916</c:v>
                </c:pt>
                <c:pt idx="34519">
                  <c:v>0.39952546296262881</c:v>
                </c:pt>
                <c:pt idx="34520">
                  <c:v>0.3995370370321325</c:v>
                </c:pt>
                <c:pt idx="34521">
                  <c:v>0.39954861110891216</c:v>
                </c:pt>
                <c:pt idx="34522">
                  <c:v>0.39956018518569181</c:v>
                </c:pt>
                <c:pt idx="34523">
                  <c:v>0.3995717592551955</c:v>
                </c:pt>
                <c:pt idx="34524">
                  <c:v>0.39958333333197515</c:v>
                </c:pt>
                <c:pt idx="34525">
                  <c:v>0.39959490740147885</c:v>
                </c:pt>
                <c:pt idx="34526">
                  <c:v>0.3996064814782585</c:v>
                </c:pt>
                <c:pt idx="34527">
                  <c:v>0.39961805555503815</c:v>
                </c:pt>
                <c:pt idx="34528">
                  <c:v>0.39962962962454185</c:v>
                </c:pt>
                <c:pt idx="34529">
                  <c:v>0.3996412037013215</c:v>
                </c:pt>
                <c:pt idx="34530">
                  <c:v>0.39965277777810115</c:v>
                </c:pt>
                <c:pt idx="34531">
                  <c:v>0.39966435184760485</c:v>
                </c:pt>
                <c:pt idx="34532">
                  <c:v>0.3996759259243845</c:v>
                </c:pt>
                <c:pt idx="34533">
                  <c:v>0.39968750000116415</c:v>
                </c:pt>
                <c:pt idx="34534">
                  <c:v>0.39969907407066785</c:v>
                </c:pt>
                <c:pt idx="34535">
                  <c:v>0.3997106481474475</c:v>
                </c:pt>
                <c:pt idx="34536">
                  <c:v>0.3997222222169512</c:v>
                </c:pt>
                <c:pt idx="34537">
                  <c:v>0.39973379629373085</c:v>
                </c:pt>
                <c:pt idx="34538">
                  <c:v>0.3997453703705105</c:v>
                </c:pt>
                <c:pt idx="34539">
                  <c:v>0.39975694444001419</c:v>
                </c:pt>
                <c:pt idx="34540">
                  <c:v>0.39976851851679385</c:v>
                </c:pt>
                <c:pt idx="34541">
                  <c:v>0.3997800925935735</c:v>
                </c:pt>
                <c:pt idx="34542">
                  <c:v>0.39979166666307719</c:v>
                </c:pt>
                <c:pt idx="34543">
                  <c:v>0.39980324073985685</c:v>
                </c:pt>
                <c:pt idx="34544">
                  <c:v>0.39981481480936054</c:v>
                </c:pt>
                <c:pt idx="34545">
                  <c:v>0.39982638888614019</c:v>
                </c:pt>
                <c:pt idx="34546">
                  <c:v>0.39983796296291985</c:v>
                </c:pt>
                <c:pt idx="34547">
                  <c:v>0.39984953703242354</c:v>
                </c:pt>
                <c:pt idx="34548">
                  <c:v>0.39986111110920319</c:v>
                </c:pt>
                <c:pt idx="34549">
                  <c:v>0.39987268518598285</c:v>
                </c:pt>
                <c:pt idx="34550">
                  <c:v>0.39988425925548654</c:v>
                </c:pt>
                <c:pt idx="34551">
                  <c:v>0.39989583333226619</c:v>
                </c:pt>
                <c:pt idx="34552">
                  <c:v>0.39990740740176989</c:v>
                </c:pt>
                <c:pt idx="34553">
                  <c:v>0.39991898147854954</c:v>
                </c:pt>
                <c:pt idx="34554">
                  <c:v>0.39993055555532919</c:v>
                </c:pt>
                <c:pt idx="34555">
                  <c:v>0.39994212962483289</c:v>
                </c:pt>
                <c:pt idx="34556">
                  <c:v>0.39995370370161254</c:v>
                </c:pt>
                <c:pt idx="34557">
                  <c:v>0.39996527777839219</c:v>
                </c:pt>
                <c:pt idx="34558">
                  <c:v>0.39997685184789589</c:v>
                </c:pt>
                <c:pt idx="34559">
                  <c:v>0.39998842592467554</c:v>
                </c:pt>
                <c:pt idx="34560">
                  <c:v>0.39999999999417923</c:v>
                </c:pt>
                <c:pt idx="34561">
                  <c:v>0.40001157407095889</c:v>
                </c:pt>
                <c:pt idx="34562">
                  <c:v>0.40002314814773854</c:v>
                </c:pt>
                <c:pt idx="34563">
                  <c:v>0.40003472221724223</c:v>
                </c:pt>
                <c:pt idx="34564">
                  <c:v>0.40004629629402189</c:v>
                </c:pt>
                <c:pt idx="34565">
                  <c:v>0.40005787037080154</c:v>
                </c:pt>
                <c:pt idx="34566">
                  <c:v>0.40006944444030523</c:v>
                </c:pt>
                <c:pt idx="34567">
                  <c:v>0.40008101851708489</c:v>
                </c:pt>
                <c:pt idx="34568">
                  <c:v>0.40009259259386454</c:v>
                </c:pt>
                <c:pt idx="34569">
                  <c:v>0.40010416666336823</c:v>
                </c:pt>
                <c:pt idx="34570">
                  <c:v>0.40011574074014788</c:v>
                </c:pt>
                <c:pt idx="34571">
                  <c:v>0.40012731480965158</c:v>
                </c:pt>
                <c:pt idx="34572">
                  <c:v>0.40013888888643123</c:v>
                </c:pt>
                <c:pt idx="34573">
                  <c:v>0.40015046296321088</c:v>
                </c:pt>
                <c:pt idx="34574">
                  <c:v>0.40016203703271458</c:v>
                </c:pt>
                <c:pt idx="34575">
                  <c:v>0.40017361110949423</c:v>
                </c:pt>
                <c:pt idx="34576">
                  <c:v>0.40018518518627388</c:v>
                </c:pt>
                <c:pt idx="34577">
                  <c:v>0.40019675925577758</c:v>
                </c:pt>
                <c:pt idx="34578">
                  <c:v>0.40020833333255723</c:v>
                </c:pt>
                <c:pt idx="34579">
                  <c:v>0.40021990740206093</c:v>
                </c:pt>
                <c:pt idx="34580">
                  <c:v>0.40023148147884058</c:v>
                </c:pt>
                <c:pt idx="34581">
                  <c:v>0.40024305555562023</c:v>
                </c:pt>
                <c:pt idx="34582">
                  <c:v>0.40025462962512393</c:v>
                </c:pt>
                <c:pt idx="34583">
                  <c:v>0.40026620370190358</c:v>
                </c:pt>
                <c:pt idx="34584">
                  <c:v>0.40027777777868323</c:v>
                </c:pt>
                <c:pt idx="34585">
                  <c:v>0.40028935184818693</c:v>
                </c:pt>
                <c:pt idx="34586">
                  <c:v>0.40030092592496658</c:v>
                </c:pt>
                <c:pt idx="34587">
                  <c:v>0.40031249999447027</c:v>
                </c:pt>
                <c:pt idx="34588">
                  <c:v>0.40032407407124992</c:v>
                </c:pt>
                <c:pt idx="34589">
                  <c:v>0.40033564814802958</c:v>
                </c:pt>
                <c:pt idx="34590">
                  <c:v>0.40034722221753327</c:v>
                </c:pt>
                <c:pt idx="34591">
                  <c:v>0.40035879629431292</c:v>
                </c:pt>
                <c:pt idx="34592">
                  <c:v>0.40037037037109258</c:v>
                </c:pt>
                <c:pt idx="34593">
                  <c:v>0.40038194444059627</c:v>
                </c:pt>
                <c:pt idx="34594">
                  <c:v>0.40039351851737592</c:v>
                </c:pt>
                <c:pt idx="34595">
                  <c:v>0.40040509258687962</c:v>
                </c:pt>
                <c:pt idx="34596">
                  <c:v>0.40041666666365927</c:v>
                </c:pt>
                <c:pt idx="34597">
                  <c:v>0.40042824074043892</c:v>
                </c:pt>
                <c:pt idx="34598">
                  <c:v>0.40043981480994262</c:v>
                </c:pt>
                <c:pt idx="34599">
                  <c:v>0.40045138888672227</c:v>
                </c:pt>
                <c:pt idx="34600">
                  <c:v>0.40046296296350192</c:v>
                </c:pt>
                <c:pt idx="34601">
                  <c:v>0.40047453703300562</c:v>
                </c:pt>
                <c:pt idx="34602">
                  <c:v>0.40048611110978527</c:v>
                </c:pt>
                <c:pt idx="34603">
                  <c:v>0.40049768517928896</c:v>
                </c:pt>
                <c:pt idx="34604">
                  <c:v>0.40050925925606862</c:v>
                </c:pt>
                <c:pt idx="34605">
                  <c:v>0.40052083333284827</c:v>
                </c:pt>
                <c:pt idx="34606">
                  <c:v>0.40053240740235196</c:v>
                </c:pt>
                <c:pt idx="34607">
                  <c:v>0.40054398147913162</c:v>
                </c:pt>
                <c:pt idx="34608">
                  <c:v>0.40055555555591127</c:v>
                </c:pt>
                <c:pt idx="34609">
                  <c:v>0.40056712962541496</c:v>
                </c:pt>
                <c:pt idx="34610">
                  <c:v>0.40057870370219462</c:v>
                </c:pt>
                <c:pt idx="34611">
                  <c:v>0.40059027777897427</c:v>
                </c:pt>
                <c:pt idx="34612">
                  <c:v>0.40060185184847796</c:v>
                </c:pt>
                <c:pt idx="34613">
                  <c:v>0.40061342592525762</c:v>
                </c:pt>
                <c:pt idx="34614">
                  <c:v>0.40062499999476131</c:v>
                </c:pt>
                <c:pt idx="34615">
                  <c:v>0.40063657407154096</c:v>
                </c:pt>
                <c:pt idx="34616">
                  <c:v>0.40064814814832062</c:v>
                </c:pt>
                <c:pt idx="34617">
                  <c:v>0.40065972221782431</c:v>
                </c:pt>
                <c:pt idx="34618">
                  <c:v>0.40067129629460396</c:v>
                </c:pt>
                <c:pt idx="34619">
                  <c:v>0.40068287037138361</c:v>
                </c:pt>
                <c:pt idx="34620">
                  <c:v>0.40069444444088731</c:v>
                </c:pt>
                <c:pt idx="34621">
                  <c:v>0.40070601851766696</c:v>
                </c:pt>
                <c:pt idx="34622">
                  <c:v>0.40071759258717066</c:v>
                </c:pt>
                <c:pt idx="34623">
                  <c:v>0.40072916666395031</c:v>
                </c:pt>
                <c:pt idx="34624">
                  <c:v>0.40074074074072996</c:v>
                </c:pt>
                <c:pt idx="34625">
                  <c:v>0.40075231481023366</c:v>
                </c:pt>
                <c:pt idx="34626">
                  <c:v>0.40076388888701331</c:v>
                </c:pt>
                <c:pt idx="34627">
                  <c:v>0.40077546296379296</c:v>
                </c:pt>
                <c:pt idx="34628">
                  <c:v>0.40078703703329666</c:v>
                </c:pt>
                <c:pt idx="34629">
                  <c:v>0.40079861111007631</c:v>
                </c:pt>
                <c:pt idx="34630">
                  <c:v>0.40081018517958</c:v>
                </c:pt>
                <c:pt idx="34631">
                  <c:v>0.40082175925635966</c:v>
                </c:pt>
                <c:pt idx="34632">
                  <c:v>0.40083333333313931</c:v>
                </c:pt>
                <c:pt idx="34633">
                  <c:v>0.400844907402643</c:v>
                </c:pt>
                <c:pt idx="34634">
                  <c:v>0.40085648147942265</c:v>
                </c:pt>
                <c:pt idx="34635">
                  <c:v>0.40086805555620231</c:v>
                </c:pt>
                <c:pt idx="34636">
                  <c:v>0.400879629625706</c:v>
                </c:pt>
                <c:pt idx="34637">
                  <c:v>0.40089120370248565</c:v>
                </c:pt>
                <c:pt idx="34638">
                  <c:v>0.40090277777198935</c:v>
                </c:pt>
                <c:pt idx="34639">
                  <c:v>0.400914351848769</c:v>
                </c:pt>
                <c:pt idx="34640">
                  <c:v>0.40092592592554865</c:v>
                </c:pt>
                <c:pt idx="34641">
                  <c:v>0.40093749999505235</c:v>
                </c:pt>
                <c:pt idx="34642">
                  <c:v>0.400949074071832</c:v>
                </c:pt>
                <c:pt idx="34643">
                  <c:v>0.40096064814861165</c:v>
                </c:pt>
                <c:pt idx="34644">
                  <c:v>0.40097222221811535</c:v>
                </c:pt>
                <c:pt idx="34645">
                  <c:v>0.400983796294895</c:v>
                </c:pt>
                <c:pt idx="34646">
                  <c:v>0.40099537037167465</c:v>
                </c:pt>
                <c:pt idx="34647">
                  <c:v>0.40100694444117835</c:v>
                </c:pt>
                <c:pt idx="34648">
                  <c:v>0.401018518517958</c:v>
                </c:pt>
                <c:pt idx="34649">
                  <c:v>0.4010300925874617</c:v>
                </c:pt>
                <c:pt idx="34650">
                  <c:v>0.40104166666424135</c:v>
                </c:pt>
                <c:pt idx="34651">
                  <c:v>0.401053240741021</c:v>
                </c:pt>
                <c:pt idx="34652">
                  <c:v>0.40106481481052469</c:v>
                </c:pt>
                <c:pt idx="34653">
                  <c:v>0.40107638888730435</c:v>
                </c:pt>
                <c:pt idx="34654">
                  <c:v>0.401087962964084</c:v>
                </c:pt>
                <c:pt idx="34655">
                  <c:v>0.40109953703358769</c:v>
                </c:pt>
                <c:pt idx="34656">
                  <c:v>0.40111111111036735</c:v>
                </c:pt>
                <c:pt idx="34657">
                  <c:v>0.40112268517987104</c:v>
                </c:pt>
                <c:pt idx="34658">
                  <c:v>0.40113425925665069</c:v>
                </c:pt>
                <c:pt idx="34659">
                  <c:v>0.40114583333343035</c:v>
                </c:pt>
                <c:pt idx="34660">
                  <c:v>0.40115740740293404</c:v>
                </c:pt>
                <c:pt idx="34661">
                  <c:v>0.40116898147971369</c:v>
                </c:pt>
                <c:pt idx="34662">
                  <c:v>0.40118055555649335</c:v>
                </c:pt>
                <c:pt idx="34663">
                  <c:v>0.40119212962599704</c:v>
                </c:pt>
                <c:pt idx="34664">
                  <c:v>0.40120370370277669</c:v>
                </c:pt>
                <c:pt idx="34665">
                  <c:v>0.40121527777228039</c:v>
                </c:pt>
                <c:pt idx="34666">
                  <c:v>0.40122685184906004</c:v>
                </c:pt>
                <c:pt idx="34667">
                  <c:v>0.40123842592583969</c:v>
                </c:pt>
                <c:pt idx="34668">
                  <c:v>0.40124999999534339</c:v>
                </c:pt>
                <c:pt idx="34669">
                  <c:v>0.40126157407212304</c:v>
                </c:pt>
                <c:pt idx="34670">
                  <c:v>0.40127314814890269</c:v>
                </c:pt>
                <c:pt idx="34671">
                  <c:v>0.40128472221840639</c:v>
                </c:pt>
                <c:pt idx="34672">
                  <c:v>0.40129629629518604</c:v>
                </c:pt>
                <c:pt idx="34673">
                  <c:v>0.40130787036468973</c:v>
                </c:pt>
                <c:pt idx="34674">
                  <c:v>0.40131944444146939</c:v>
                </c:pt>
                <c:pt idx="34675">
                  <c:v>0.40133101851824904</c:v>
                </c:pt>
                <c:pt idx="34676">
                  <c:v>0.40134259258775273</c:v>
                </c:pt>
                <c:pt idx="34677">
                  <c:v>0.40135416666453239</c:v>
                </c:pt>
                <c:pt idx="34678">
                  <c:v>0.40136574074131204</c:v>
                </c:pt>
                <c:pt idx="34679">
                  <c:v>0.40137731481081573</c:v>
                </c:pt>
                <c:pt idx="34680">
                  <c:v>0.40138888888759539</c:v>
                </c:pt>
                <c:pt idx="34681">
                  <c:v>0.40140046295709908</c:v>
                </c:pt>
                <c:pt idx="34682">
                  <c:v>0.40141203703387873</c:v>
                </c:pt>
                <c:pt idx="34683">
                  <c:v>0.40142361111065838</c:v>
                </c:pt>
                <c:pt idx="34684">
                  <c:v>0.40143518518016208</c:v>
                </c:pt>
                <c:pt idx="34685">
                  <c:v>0.40144675925694173</c:v>
                </c:pt>
                <c:pt idx="34686">
                  <c:v>0.40145833333372138</c:v>
                </c:pt>
                <c:pt idx="34687">
                  <c:v>0.40146990740322508</c:v>
                </c:pt>
                <c:pt idx="34688">
                  <c:v>0.40148148148000473</c:v>
                </c:pt>
                <c:pt idx="34689">
                  <c:v>0.40149305555678438</c:v>
                </c:pt>
                <c:pt idx="34690">
                  <c:v>0.40150462962628808</c:v>
                </c:pt>
                <c:pt idx="34691">
                  <c:v>0.40151620370306773</c:v>
                </c:pt>
                <c:pt idx="34692">
                  <c:v>0.40152777777257143</c:v>
                </c:pt>
                <c:pt idx="34693">
                  <c:v>0.40153935184935108</c:v>
                </c:pt>
                <c:pt idx="34694">
                  <c:v>0.40155092592613073</c:v>
                </c:pt>
                <c:pt idx="34695">
                  <c:v>0.40156249999563443</c:v>
                </c:pt>
                <c:pt idx="34696">
                  <c:v>0.40157407407241408</c:v>
                </c:pt>
                <c:pt idx="34697">
                  <c:v>0.40158564814919373</c:v>
                </c:pt>
                <c:pt idx="34698">
                  <c:v>0.40159722221869742</c:v>
                </c:pt>
                <c:pt idx="34699">
                  <c:v>0.40160879629547708</c:v>
                </c:pt>
                <c:pt idx="34700">
                  <c:v>0.40162037036498077</c:v>
                </c:pt>
                <c:pt idx="34701">
                  <c:v>0.40163194444176042</c:v>
                </c:pt>
                <c:pt idx="34702">
                  <c:v>0.40164351851854008</c:v>
                </c:pt>
                <c:pt idx="34703">
                  <c:v>0.40165509258804377</c:v>
                </c:pt>
                <c:pt idx="34704">
                  <c:v>0.40166666666482342</c:v>
                </c:pt>
                <c:pt idx="34705">
                  <c:v>0.40167824074160308</c:v>
                </c:pt>
                <c:pt idx="34706">
                  <c:v>0.40168981481110677</c:v>
                </c:pt>
                <c:pt idx="34707">
                  <c:v>0.40170138888788642</c:v>
                </c:pt>
                <c:pt idx="34708">
                  <c:v>0.40171296295739012</c:v>
                </c:pt>
                <c:pt idx="34709">
                  <c:v>0.40172453703416977</c:v>
                </c:pt>
                <c:pt idx="34710">
                  <c:v>0.40173611111094942</c:v>
                </c:pt>
                <c:pt idx="34711">
                  <c:v>0.40174768518045312</c:v>
                </c:pt>
                <c:pt idx="34712">
                  <c:v>0.40175925925723277</c:v>
                </c:pt>
                <c:pt idx="34713">
                  <c:v>0.40177083333401242</c:v>
                </c:pt>
                <c:pt idx="34714">
                  <c:v>0.40178240740351612</c:v>
                </c:pt>
                <c:pt idx="34715">
                  <c:v>0.40179398148029577</c:v>
                </c:pt>
                <c:pt idx="34716">
                  <c:v>0.40180555554979946</c:v>
                </c:pt>
                <c:pt idx="34717">
                  <c:v>0.40181712962657912</c:v>
                </c:pt>
                <c:pt idx="34718">
                  <c:v>0.40182870370335877</c:v>
                </c:pt>
                <c:pt idx="34719">
                  <c:v>0.40184027777286246</c:v>
                </c:pt>
                <c:pt idx="34720">
                  <c:v>0.40185185184964212</c:v>
                </c:pt>
                <c:pt idx="34721">
                  <c:v>0.40186342592642177</c:v>
                </c:pt>
                <c:pt idx="34722">
                  <c:v>0.40187499999592546</c:v>
                </c:pt>
                <c:pt idx="34723">
                  <c:v>0.40188657407270512</c:v>
                </c:pt>
                <c:pt idx="34724">
                  <c:v>0.40189814814948477</c:v>
                </c:pt>
                <c:pt idx="34725">
                  <c:v>0.40190972221898846</c:v>
                </c:pt>
                <c:pt idx="34726">
                  <c:v>0.40192129629576812</c:v>
                </c:pt>
                <c:pt idx="34727">
                  <c:v>0.40193287036527181</c:v>
                </c:pt>
                <c:pt idx="34728">
                  <c:v>0.40194444444205146</c:v>
                </c:pt>
                <c:pt idx="34729">
                  <c:v>0.40195601851883112</c:v>
                </c:pt>
                <c:pt idx="34730">
                  <c:v>0.40196759258833481</c:v>
                </c:pt>
                <c:pt idx="34731">
                  <c:v>0.40197916666511446</c:v>
                </c:pt>
                <c:pt idx="34732">
                  <c:v>0.40199074074189411</c:v>
                </c:pt>
                <c:pt idx="34733">
                  <c:v>0.40200231481139781</c:v>
                </c:pt>
                <c:pt idx="34734">
                  <c:v>0.40201388888817746</c:v>
                </c:pt>
                <c:pt idx="34735">
                  <c:v>0.40202546295768116</c:v>
                </c:pt>
                <c:pt idx="34736">
                  <c:v>0.40203703703446081</c:v>
                </c:pt>
                <c:pt idx="34737">
                  <c:v>0.40204861111124046</c:v>
                </c:pt>
                <c:pt idx="34738">
                  <c:v>0.40206018518074416</c:v>
                </c:pt>
                <c:pt idx="34739">
                  <c:v>0.40207175925752381</c:v>
                </c:pt>
                <c:pt idx="34740">
                  <c:v>0.40208333333430346</c:v>
                </c:pt>
                <c:pt idx="34741">
                  <c:v>0.40209490740380716</c:v>
                </c:pt>
                <c:pt idx="34742">
                  <c:v>0.40210648148058681</c:v>
                </c:pt>
                <c:pt idx="34743">
                  <c:v>0.4021180555500905</c:v>
                </c:pt>
                <c:pt idx="34744">
                  <c:v>0.40212962962687016</c:v>
                </c:pt>
                <c:pt idx="34745">
                  <c:v>0.40214120370364981</c:v>
                </c:pt>
                <c:pt idx="34746">
                  <c:v>0.4021527777731535</c:v>
                </c:pt>
                <c:pt idx="34747">
                  <c:v>0.40216435184993315</c:v>
                </c:pt>
                <c:pt idx="34748">
                  <c:v>0.40217592592671281</c:v>
                </c:pt>
                <c:pt idx="34749">
                  <c:v>0.4021874999962165</c:v>
                </c:pt>
                <c:pt idx="34750">
                  <c:v>0.40219907407299615</c:v>
                </c:pt>
                <c:pt idx="34751">
                  <c:v>0.40221064814249985</c:v>
                </c:pt>
                <c:pt idx="34752">
                  <c:v>0.4022222222192795</c:v>
                </c:pt>
                <c:pt idx="34753">
                  <c:v>0.40223379629605915</c:v>
                </c:pt>
                <c:pt idx="34754">
                  <c:v>0.40224537036556285</c:v>
                </c:pt>
                <c:pt idx="34755">
                  <c:v>0.4022569444423425</c:v>
                </c:pt>
                <c:pt idx="34756">
                  <c:v>0.40226851851912215</c:v>
                </c:pt>
                <c:pt idx="34757">
                  <c:v>0.40228009258862585</c:v>
                </c:pt>
                <c:pt idx="34758">
                  <c:v>0.4022916666654055</c:v>
                </c:pt>
                <c:pt idx="34759">
                  <c:v>0.4023032407349092</c:v>
                </c:pt>
                <c:pt idx="34760">
                  <c:v>0.40231481481168885</c:v>
                </c:pt>
                <c:pt idx="34761">
                  <c:v>0.4023263888884685</c:v>
                </c:pt>
                <c:pt idx="34762">
                  <c:v>0.40233796295797219</c:v>
                </c:pt>
                <c:pt idx="34763">
                  <c:v>0.40234953703475185</c:v>
                </c:pt>
                <c:pt idx="34764">
                  <c:v>0.4023611111115315</c:v>
                </c:pt>
                <c:pt idx="34765">
                  <c:v>0.40237268518103519</c:v>
                </c:pt>
                <c:pt idx="34766">
                  <c:v>0.40238425925781485</c:v>
                </c:pt>
                <c:pt idx="34767">
                  <c:v>0.4023958333345945</c:v>
                </c:pt>
                <c:pt idx="34768">
                  <c:v>0.40240740740409819</c:v>
                </c:pt>
                <c:pt idx="34769">
                  <c:v>0.40241898148087785</c:v>
                </c:pt>
                <c:pt idx="34770">
                  <c:v>0.40243055555038154</c:v>
                </c:pt>
                <c:pt idx="34771">
                  <c:v>0.40244212962716119</c:v>
                </c:pt>
                <c:pt idx="34772">
                  <c:v>0.40245370370394085</c:v>
                </c:pt>
                <c:pt idx="34773">
                  <c:v>0.40246527777344454</c:v>
                </c:pt>
                <c:pt idx="34774">
                  <c:v>0.40247685185022419</c:v>
                </c:pt>
                <c:pt idx="34775">
                  <c:v>0.40248842592700385</c:v>
                </c:pt>
                <c:pt idx="34776">
                  <c:v>0.40249999999650754</c:v>
                </c:pt>
                <c:pt idx="34777">
                  <c:v>0.40251157407328719</c:v>
                </c:pt>
                <c:pt idx="34778">
                  <c:v>0.40252314814279089</c:v>
                </c:pt>
                <c:pt idx="34779">
                  <c:v>0.40253472221957054</c:v>
                </c:pt>
                <c:pt idx="34780">
                  <c:v>0.40254629629635019</c:v>
                </c:pt>
                <c:pt idx="34781">
                  <c:v>0.40255787036585389</c:v>
                </c:pt>
                <c:pt idx="34782">
                  <c:v>0.40256944444263354</c:v>
                </c:pt>
                <c:pt idx="34783">
                  <c:v>0.40258101851941319</c:v>
                </c:pt>
                <c:pt idx="34784">
                  <c:v>0.40259259258891689</c:v>
                </c:pt>
                <c:pt idx="34785">
                  <c:v>0.40260416666569654</c:v>
                </c:pt>
                <c:pt idx="34786">
                  <c:v>0.40261574073520023</c:v>
                </c:pt>
                <c:pt idx="34787">
                  <c:v>0.40262731481197989</c:v>
                </c:pt>
                <c:pt idx="34788">
                  <c:v>0.40263888888875954</c:v>
                </c:pt>
                <c:pt idx="34789">
                  <c:v>0.40265046295826323</c:v>
                </c:pt>
                <c:pt idx="34790">
                  <c:v>0.40266203703504289</c:v>
                </c:pt>
                <c:pt idx="34791">
                  <c:v>0.40267361111182254</c:v>
                </c:pt>
                <c:pt idx="34792">
                  <c:v>0.40268518518132623</c:v>
                </c:pt>
                <c:pt idx="34793">
                  <c:v>0.40269675925810589</c:v>
                </c:pt>
                <c:pt idx="34794">
                  <c:v>0.40270833332760958</c:v>
                </c:pt>
                <c:pt idx="34795">
                  <c:v>0.40271990740438923</c:v>
                </c:pt>
                <c:pt idx="34796">
                  <c:v>0.40273148148116888</c:v>
                </c:pt>
                <c:pt idx="34797">
                  <c:v>0.40274305555067258</c:v>
                </c:pt>
                <c:pt idx="34798">
                  <c:v>0.40275462962745223</c:v>
                </c:pt>
                <c:pt idx="34799">
                  <c:v>0.40276620370423188</c:v>
                </c:pt>
                <c:pt idx="34800">
                  <c:v>0.40277777777373558</c:v>
                </c:pt>
                <c:pt idx="34801">
                  <c:v>0.40278935185051523</c:v>
                </c:pt>
                <c:pt idx="34802">
                  <c:v>0.40280092592001893</c:v>
                </c:pt>
                <c:pt idx="34803">
                  <c:v>0.40281249999679858</c:v>
                </c:pt>
                <c:pt idx="34804">
                  <c:v>0.40282407407357823</c:v>
                </c:pt>
                <c:pt idx="34805">
                  <c:v>0.40283564814308193</c:v>
                </c:pt>
                <c:pt idx="34806">
                  <c:v>0.40284722221986158</c:v>
                </c:pt>
                <c:pt idx="34807">
                  <c:v>0.40285879629664123</c:v>
                </c:pt>
                <c:pt idx="34808">
                  <c:v>0.40287037036614493</c:v>
                </c:pt>
                <c:pt idx="34809">
                  <c:v>0.40288194444292458</c:v>
                </c:pt>
                <c:pt idx="34810">
                  <c:v>0.40289351851970423</c:v>
                </c:pt>
                <c:pt idx="34811">
                  <c:v>0.40290509258920792</c:v>
                </c:pt>
                <c:pt idx="34812">
                  <c:v>0.40291666666598758</c:v>
                </c:pt>
                <c:pt idx="34813">
                  <c:v>0.40292824073549127</c:v>
                </c:pt>
                <c:pt idx="34814">
                  <c:v>0.40293981481227092</c:v>
                </c:pt>
                <c:pt idx="34815">
                  <c:v>0.40295138888905058</c:v>
                </c:pt>
                <c:pt idx="34816">
                  <c:v>0.40296296295855427</c:v>
                </c:pt>
                <c:pt idx="34817">
                  <c:v>0.40297453703533392</c:v>
                </c:pt>
                <c:pt idx="34818">
                  <c:v>0.40298611111211358</c:v>
                </c:pt>
                <c:pt idx="34819">
                  <c:v>0.40299768518161727</c:v>
                </c:pt>
                <c:pt idx="34820">
                  <c:v>0.40300925925839692</c:v>
                </c:pt>
                <c:pt idx="34821">
                  <c:v>0.40302083332790062</c:v>
                </c:pt>
                <c:pt idx="34822">
                  <c:v>0.40303240740468027</c:v>
                </c:pt>
                <c:pt idx="34823">
                  <c:v>0.40304398148145992</c:v>
                </c:pt>
                <c:pt idx="34824">
                  <c:v>0.40305555555096362</c:v>
                </c:pt>
                <c:pt idx="34825">
                  <c:v>0.40306712962774327</c:v>
                </c:pt>
                <c:pt idx="34826">
                  <c:v>0.40307870370452292</c:v>
                </c:pt>
                <c:pt idx="34827">
                  <c:v>0.40309027777402662</c:v>
                </c:pt>
                <c:pt idx="34828">
                  <c:v>0.40310185185080627</c:v>
                </c:pt>
                <c:pt idx="34829">
                  <c:v>0.40311342592030996</c:v>
                </c:pt>
                <c:pt idx="34830">
                  <c:v>0.40312499999708962</c:v>
                </c:pt>
                <c:pt idx="34831">
                  <c:v>0.40313657407386927</c:v>
                </c:pt>
                <c:pt idx="34832">
                  <c:v>0.40314814814337296</c:v>
                </c:pt>
                <c:pt idx="34833">
                  <c:v>0.40315972222015262</c:v>
                </c:pt>
                <c:pt idx="34834">
                  <c:v>0.40317129629693227</c:v>
                </c:pt>
                <c:pt idx="34835">
                  <c:v>0.40318287036643596</c:v>
                </c:pt>
                <c:pt idx="34836">
                  <c:v>0.40319444444321562</c:v>
                </c:pt>
                <c:pt idx="34837">
                  <c:v>0.40320601851271931</c:v>
                </c:pt>
                <c:pt idx="34838">
                  <c:v>0.40321759258949896</c:v>
                </c:pt>
                <c:pt idx="34839">
                  <c:v>0.40322916666627862</c:v>
                </c:pt>
                <c:pt idx="34840">
                  <c:v>0.40324074073578231</c:v>
                </c:pt>
                <c:pt idx="34841">
                  <c:v>0.40325231481256196</c:v>
                </c:pt>
                <c:pt idx="34842">
                  <c:v>0.40326388888934162</c:v>
                </c:pt>
                <c:pt idx="34843">
                  <c:v>0.40327546295884531</c:v>
                </c:pt>
                <c:pt idx="34844">
                  <c:v>0.40328703703562496</c:v>
                </c:pt>
                <c:pt idx="34845">
                  <c:v>0.40329861111240461</c:v>
                </c:pt>
                <c:pt idx="34846">
                  <c:v>0.40331018518190831</c:v>
                </c:pt>
                <c:pt idx="34847">
                  <c:v>0.40332175925868796</c:v>
                </c:pt>
                <c:pt idx="34848">
                  <c:v>0.40333333332819166</c:v>
                </c:pt>
                <c:pt idx="34849">
                  <c:v>0.40334490740497131</c:v>
                </c:pt>
                <c:pt idx="34850">
                  <c:v>0.40335648148175096</c:v>
                </c:pt>
                <c:pt idx="34851">
                  <c:v>0.40336805555125466</c:v>
                </c:pt>
                <c:pt idx="34852">
                  <c:v>0.40337962962803431</c:v>
                </c:pt>
                <c:pt idx="34853">
                  <c:v>0.40339120370481396</c:v>
                </c:pt>
                <c:pt idx="34854">
                  <c:v>0.40340277777431766</c:v>
                </c:pt>
                <c:pt idx="34855">
                  <c:v>0.40341435185109731</c:v>
                </c:pt>
                <c:pt idx="34856">
                  <c:v>0.403425925920601</c:v>
                </c:pt>
                <c:pt idx="34857">
                  <c:v>0.40343749999738066</c:v>
                </c:pt>
                <c:pt idx="34858">
                  <c:v>0.40344907407416031</c:v>
                </c:pt>
                <c:pt idx="34859">
                  <c:v>0.403460648143664</c:v>
                </c:pt>
                <c:pt idx="34860">
                  <c:v>0.40347222222044365</c:v>
                </c:pt>
                <c:pt idx="34861">
                  <c:v>0.40348379629722331</c:v>
                </c:pt>
                <c:pt idx="34862">
                  <c:v>0.403495370366727</c:v>
                </c:pt>
                <c:pt idx="34863">
                  <c:v>0.40350694444350665</c:v>
                </c:pt>
                <c:pt idx="34864">
                  <c:v>0.40351851851301035</c:v>
                </c:pt>
                <c:pt idx="34865">
                  <c:v>0.40353009258979</c:v>
                </c:pt>
                <c:pt idx="34866">
                  <c:v>0.40354166666656965</c:v>
                </c:pt>
                <c:pt idx="34867">
                  <c:v>0.40355324073607335</c:v>
                </c:pt>
                <c:pt idx="34868">
                  <c:v>0.403564814812853</c:v>
                </c:pt>
                <c:pt idx="34869">
                  <c:v>0.40357638888963265</c:v>
                </c:pt>
                <c:pt idx="34870">
                  <c:v>0.40358796295913635</c:v>
                </c:pt>
                <c:pt idx="34871">
                  <c:v>0.403599537035916</c:v>
                </c:pt>
                <c:pt idx="34872">
                  <c:v>0.4036111111054197</c:v>
                </c:pt>
                <c:pt idx="34873">
                  <c:v>0.40362268518219935</c:v>
                </c:pt>
                <c:pt idx="34874">
                  <c:v>0.403634259258979</c:v>
                </c:pt>
                <c:pt idx="34875">
                  <c:v>0.40364583332848269</c:v>
                </c:pt>
                <c:pt idx="34876">
                  <c:v>0.40365740740526235</c:v>
                </c:pt>
                <c:pt idx="34877">
                  <c:v>0.403668981482042</c:v>
                </c:pt>
                <c:pt idx="34878">
                  <c:v>0.40368055555154569</c:v>
                </c:pt>
                <c:pt idx="34879">
                  <c:v>0.40369212962832535</c:v>
                </c:pt>
                <c:pt idx="34880">
                  <c:v>0.40370370369782904</c:v>
                </c:pt>
                <c:pt idx="34881">
                  <c:v>0.40371527777460869</c:v>
                </c:pt>
                <c:pt idx="34882">
                  <c:v>0.40372685185138835</c:v>
                </c:pt>
                <c:pt idx="34883">
                  <c:v>0.40373842592089204</c:v>
                </c:pt>
                <c:pt idx="34884">
                  <c:v>0.40374999999767169</c:v>
                </c:pt>
                <c:pt idx="34885">
                  <c:v>0.40376157407445135</c:v>
                </c:pt>
                <c:pt idx="34886">
                  <c:v>0.40377314814395504</c:v>
                </c:pt>
                <c:pt idx="34887">
                  <c:v>0.40378472222073469</c:v>
                </c:pt>
                <c:pt idx="34888">
                  <c:v>0.40379629629751435</c:v>
                </c:pt>
                <c:pt idx="34889">
                  <c:v>0.40380787036701804</c:v>
                </c:pt>
                <c:pt idx="34890">
                  <c:v>0.40381944444379769</c:v>
                </c:pt>
                <c:pt idx="34891">
                  <c:v>0.40383101851330139</c:v>
                </c:pt>
                <c:pt idx="34892">
                  <c:v>0.40384259259008104</c:v>
                </c:pt>
                <c:pt idx="34893">
                  <c:v>0.40385416666686069</c:v>
                </c:pt>
                <c:pt idx="34894">
                  <c:v>0.40386574073636439</c:v>
                </c:pt>
                <c:pt idx="34895">
                  <c:v>0.40387731481314404</c:v>
                </c:pt>
                <c:pt idx="34896">
                  <c:v>0.40388888888992369</c:v>
                </c:pt>
                <c:pt idx="34897">
                  <c:v>0.40390046295942739</c:v>
                </c:pt>
                <c:pt idx="34898">
                  <c:v>0.40391203703620704</c:v>
                </c:pt>
                <c:pt idx="34899">
                  <c:v>0.40392361110571073</c:v>
                </c:pt>
                <c:pt idx="34900">
                  <c:v>0.40393518518249039</c:v>
                </c:pt>
                <c:pt idx="34901">
                  <c:v>0.40394675925927004</c:v>
                </c:pt>
                <c:pt idx="34902">
                  <c:v>0.40395833332877373</c:v>
                </c:pt>
                <c:pt idx="34903">
                  <c:v>0.40396990740555339</c:v>
                </c:pt>
                <c:pt idx="34904">
                  <c:v>0.40398148148233304</c:v>
                </c:pt>
                <c:pt idx="34905">
                  <c:v>0.40399305555183673</c:v>
                </c:pt>
                <c:pt idx="34906">
                  <c:v>0.40400462962861639</c:v>
                </c:pt>
                <c:pt idx="34907">
                  <c:v>0.40401620369812008</c:v>
                </c:pt>
                <c:pt idx="34908">
                  <c:v>0.40402777777489973</c:v>
                </c:pt>
                <c:pt idx="34909">
                  <c:v>0.40403935185167938</c:v>
                </c:pt>
                <c:pt idx="34910">
                  <c:v>0.40405092592118308</c:v>
                </c:pt>
                <c:pt idx="34911">
                  <c:v>0.40406249999796273</c:v>
                </c:pt>
                <c:pt idx="34912">
                  <c:v>0.40407407407474238</c:v>
                </c:pt>
                <c:pt idx="34913">
                  <c:v>0.40408564814424608</c:v>
                </c:pt>
                <c:pt idx="34914">
                  <c:v>0.40409722222102573</c:v>
                </c:pt>
                <c:pt idx="34915">
                  <c:v>0.40410879629052943</c:v>
                </c:pt>
                <c:pt idx="34916">
                  <c:v>0.40412037036730908</c:v>
                </c:pt>
                <c:pt idx="34917">
                  <c:v>0.40413194444408873</c:v>
                </c:pt>
                <c:pt idx="34918">
                  <c:v>0.40414351851359243</c:v>
                </c:pt>
                <c:pt idx="34919">
                  <c:v>0.40415509259037208</c:v>
                </c:pt>
                <c:pt idx="34920">
                  <c:v>0.40416666666715173</c:v>
                </c:pt>
                <c:pt idx="34921">
                  <c:v>0.40417824073665543</c:v>
                </c:pt>
                <c:pt idx="34922">
                  <c:v>0.40418981481343508</c:v>
                </c:pt>
                <c:pt idx="34923">
                  <c:v>0.40420138889021473</c:v>
                </c:pt>
                <c:pt idx="34924">
                  <c:v>0.40421296295971842</c:v>
                </c:pt>
                <c:pt idx="34925">
                  <c:v>0.40422453703649808</c:v>
                </c:pt>
                <c:pt idx="34926">
                  <c:v>0.40423611110600177</c:v>
                </c:pt>
                <c:pt idx="34927">
                  <c:v>0.40424768518278142</c:v>
                </c:pt>
                <c:pt idx="34928">
                  <c:v>0.40425925925956108</c:v>
                </c:pt>
                <c:pt idx="34929">
                  <c:v>0.40427083332906477</c:v>
                </c:pt>
                <c:pt idx="34930">
                  <c:v>0.40428240740584442</c:v>
                </c:pt>
                <c:pt idx="34931">
                  <c:v>0.40429398148262408</c:v>
                </c:pt>
                <c:pt idx="34932">
                  <c:v>0.40430555555212777</c:v>
                </c:pt>
                <c:pt idx="34933">
                  <c:v>0.40431712962890742</c:v>
                </c:pt>
                <c:pt idx="34934">
                  <c:v>0.40432870369841112</c:v>
                </c:pt>
                <c:pt idx="34935">
                  <c:v>0.40434027777519077</c:v>
                </c:pt>
                <c:pt idx="34936">
                  <c:v>0.40435185185197042</c:v>
                </c:pt>
                <c:pt idx="34937">
                  <c:v>0.40436342592147412</c:v>
                </c:pt>
                <c:pt idx="34938">
                  <c:v>0.40437499999825377</c:v>
                </c:pt>
                <c:pt idx="34939">
                  <c:v>0.40438657407503342</c:v>
                </c:pt>
                <c:pt idx="34940">
                  <c:v>0.40439814814453712</c:v>
                </c:pt>
                <c:pt idx="34941">
                  <c:v>0.40440972222131677</c:v>
                </c:pt>
                <c:pt idx="34942">
                  <c:v>0.40442129629082046</c:v>
                </c:pt>
                <c:pt idx="34943">
                  <c:v>0.40443287036760012</c:v>
                </c:pt>
                <c:pt idx="34944">
                  <c:v>0.40444444444437977</c:v>
                </c:pt>
                <c:pt idx="34945">
                  <c:v>0.40445601851388346</c:v>
                </c:pt>
                <c:pt idx="34946">
                  <c:v>0.40446759259066312</c:v>
                </c:pt>
                <c:pt idx="34947">
                  <c:v>0.40447916666744277</c:v>
                </c:pt>
                <c:pt idx="34948">
                  <c:v>0.40449074073694646</c:v>
                </c:pt>
                <c:pt idx="34949">
                  <c:v>0.40450231481372612</c:v>
                </c:pt>
                <c:pt idx="34950">
                  <c:v>0.40451388888322981</c:v>
                </c:pt>
                <c:pt idx="34951">
                  <c:v>0.40452546296000946</c:v>
                </c:pt>
                <c:pt idx="34952">
                  <c:v>0.40453703703678912</c:v>
                </c:pt>
                <c:pt idx="34953">
                  <c:v>0.40454861110629281</c:v>
                </c:pt>
                <c:pt idx="34954">
                  <c:v>0.40456018518307246</c:v>
                </c:pt>
                <c:pt idx="34955">
                  <c:v>0.40457175925985212</c:v>
                </c:pt>
                <c:pt idx="34956">
                  <c:v>0.40458333332935581</c:v>
                </c:pt>
                <c:pt idx="34957">
                  <c:v>0.40459490740613546</c:v>
                </c:pt>
                <c:pt idx="34958">
                  <c:v>0.40460648147563916</c:v>
                </c:pt>
                <c:pt idx="34959">
                  <c:v>0.40461805555241881</c:v>
                </c:pt>
                <c:pt idx="34960">
                  <c:v>0.40462962962919846</c:v>
                </c:pt>
                <c:pt idx="34961">
                  <c:v>0.40464120369870216</c:v>
                </c:pt>
                <c:pt idx="34962">
                  <c:v>0.40465277777548181</c:v>
                </c:pt>
                <c:pt idx="34963">
                  <c:v>0.40466435185226146</c:v>
                </c:pt>
                <c:pt idx="34964">
                  <c:v>0.40467592592176516</c:v>
                </c:pt>
                <c:pt idx="34965">
                  <c:v>0.40468749999854481</c:v>
                </c:pt>
                <c:pt idx="34966">
                  <c:v>0.40469907407532446</c:v>
                </c:pt>
                <c:pt idx="34967">
                  <c:v>0.40471064814482816</c:v>
                </c:pt>
                <c:pt idx="34968">
                  <c:v>0.40472222222160781</c:v>
                </c:pt>
                <c:pt idx="34969">
                  <c:v>0.4047337962911115</c:v>
                </c:pt>
                <c:pt idx="34970">
                  <c:v>0.40474537036789116</c:v>
                </c:pt>
                <c:pt idx="34971">
                  <c:v>0.40475694444467081</c:v>
                </c:pt>
                <c:pt idx="34972">
                  <c:v>0.4047685185141745</c:v>
                </c:pt>
                <c:pt idx="34973">
                  <c:v>0.40478009259095415</c:v>
                </c:pt>
                <c:pt idx="34974">
                  <c:v>0.40479166666773381</c:v>
                </c:pt>
                <c:pt idx="34975">
                  <c:v>0.4048032407372375</c:v>
                </c:pt>
                <c:pt idx="34976">
                  <c:v>0.40481481481401715</c:v>
                </c:pt>
                <c:pt idx="34977">
                  <c:v>0.40482638888352085</c:v>
                </c:pt>
                <c:pt idx="34978">
                  <c:v>0.4048379629603005</c:v>
                </c:pt>
                <c:pt idx="34979">
                  <c:v>0.40484953703708015</c:v>
                </c:pt>
                <c:pt idx="34980">
                  <c:v>0.40486111110658385</c:v>
                </c:pt>
                <c:pt idx="34981">
                  <c:v>0.4048726851833635</c:v>
                </c:pt>
                <c:pt idx="34982">
                  <c:v>0.40488425926014315</c:v>
                </c:pt>
                <c:pt idx="34983">
                  <c:v>0.40489583332964685</c:v>
                </c:pt>
                <c:pt idx="34984">
                  <c:v>0.4049074074064265</c:v>
                </c:pt>
                <c:pt idx="34985">
                  <c:v>0.4049189814759302</c:v>
                </c:pt>
                <c:pt idx="34986">
                  <c:v>0.40493055555270985</c:v>
                </c:pt>
                <c:pt idx="34987">
                  <c:v>0.4049421296294895</c:v>
                </c:pt>
                <c:pt idx="34988">
                  <c:v>0.40495370369899319</c:v>
                </c:pt>
                <c:pt idx="34989">
                  <c:v>0.40496527777577285</c:v>
                </c:pt>
                <c:pt idx="34990">
                  <c:v>0.4049768518525525</c:v>
                </c:pt>
                <c:pt idx="34991">
                  <c:v>0.40498842592205619</c:v>
                </c:pt>
                <c:pt idx="34992">
                  <c:v>0.40499999999883585</c:v>
                </c:pt>
                <c:pt idx="34993">
                  <c:v>0.40501157406833954</c:v>
                </c:pt>
                <c:pt idx="34994">
                  <c:v>0.40502314814511919</c:v>
                </c:pt>
                <c:pt idx="34995">
                  <c:v>0.40503472222189885</c:v>
                </c:pt>
                <c:pt idx="34996">
                  <c:v>0.40504629629140254</c:v>
                </c:pt>
                <c:pt idx="34997">
                  <c:v>0.40505787036818219</c:v>
                </c:pt>
                <c:pt idx="34998">
                  <c:v>0.40506944444496185</c:v>
                </c:pt>
                <c:pt idx="34999">
                  <c:v>0.40508101851446554</c:v>
                </c:pt>
                <c:pt idx="35000">
                  <c:v>0.40509259259124519</c:v>
                </c:pt>
                <c:pt idx="35001">
                  <c:v>0.40510416666074889</c:v>
                </c:pt>
                <c:pt idx="35002">
                  <c:v>0.40511574073752854</c:v>
                </c:pt>
                <c:pt idx="35003">
                  <c:v>0.40512731481430819</c:v>
                </c:pt>
                <c:pt idx="35004">
                  <c:v>0.40513888888381189</c:v>
                </c:pt>
                <c:pt idx="35005">
                  <c:v>0.40515046296059154</c:v>
                </c:pt>
                <c:pt idx="35006">
                  <c:v>0.40516203703737119</c:v>
                </c:pt>
                <c:pt idx="35007">
                  <c:v>0.40517361110687489</c:v>
                </c:pt>
                <c:pt idx="35008">
                  <c:v>0.40518518518365454</c:v>
                </c:pt>
                <c:pt idx="35009">
                  <c:v>0.40519675926043419</c:v>
                </c:pt>
                <c:pt idx="35010">
                  <c:v>0.40520833332993789</c:v>
                </c:pt>
                <c:pt idx="35011">
                  <c:v>0.40521990740671754</c:v>
                </c:pt>
                <c:pt idx="35012">
                  <c:v>0.40523148147622123</c:v>
                </c:pt>
                <c:pt idx="35013">
                  <c:v>0.40524305555300089</c:v>
                </c:pt>
                <c:pt idx="35014">
                  <c:v>0.40525462962978054</c:v>
                </c:pt>
                <c:pt idx="35015">
                  <c:v>0.40526620369928423</c:v>
                </c:pt>
                <c:pt idx="35016">
                  <c:v>0.40527777777606389</c:v>
                </c:pt>
                <c:pt idx="35017">
                  <c:v>0.40528935185284354</c:v>
                </c:pt>
                <c:pt idx="35018">
                  <c:v>0.40530092592234723</c:v>
                </c:pt>
                <c:pt idx="35019">
                  <c:v>0.40531249999912689</c:v>
                </c:pt>
                <c:pt idx="35020">
                  <c:v>0.40532407406863058</c:v>
                </c:pt>
                <c:pt idx="35021">
                  <c:v>0.40533564814541023</c:v>
                </c:pt>
                <c:pt idx="35022">
                  <c:v>0.40534722222218988</c:v>
                </c:pt>
                <c:pt idx="35023">
                  <c:v>0.40535879629169358</c:v>
                </c:pt>
                <c:pt idx="35024">
                  <c:v>0.40537037036847323</c:v>
                </c:pt>
                <c:pt idx="35025">
                  <c:v>0.40538194444525288</c:v>
                </c:pt>
                <c:pt idx="35026">
                  <c:v>0.40539351851475658</c:v>
                </c:pt>
                <c:pt idx="35027">
                  <c:v>0.40540509259153623</c:v>
                </c:pt>
                <c:pt idx="35028">
                  <c:v>0.40541666666103993</c:v>
                </c:pt>
                <c:pt idx="35029">
                  <c:v>0.40542824073781958</c:v>
                </c:pt>
                <c:pt idx="35030">
                  <c:v>0.40543981481459923</c:v>
                </c:pt>
                <c:pt idx="35031">
                  <c:v>0.40545138888410293</c:v>
                </c:pt>
                <c:pt idx="35032">
                  <c:v>0.40546296296088258</c:v>
                </c:pt>
                <c:pt idx="35033">
                  <c:v>0.40547453703766223</c:v>
                </c:pt>
                <c:pt idx="35034">
                  <c:v>0.40548611110716593</c:v>
                </c:pt>
                <c:pt idx="35035">
                  <c:v>0.40549768518394558</c:v>
                </c:pt>
                <c:pt idx="35036">
                  <c:v>0.40550925925344927</c:v>
                </c:pt>
                <c:pt idx="35037">
                  <c:v>0.40552083333022892</c:v>
                </c:pt>
                <c:pt idx="35038">
                  <c:v>0.40553240740700858</c:v>
                </c:pt>
                <c:pt idx="35039">
                  <c:v>0.40554398147651227</c:v>
                </c:pt>
                <c:pt idx="35040">
                  <c:v>0.40555555555329192</c:v>
                </c:pt>
                <c:pt idx="35041">
                  <c:v>0.40556712963007158</c:v>
                </c:pt>
                <c:pt idx="35042">
                  <c:v>0.40557870369957527</c:v>
                </c:pt>
                <c:pt idx="35043">
                  <c:v>0.40559027777635492</c:v>
                </c:pt>
                <c:pt idx="35044">
                  <c:v>0.40560185185313458</c:v>
                </c:pt>
                <c:pt idx="35045">
                  <c:v>0.40561342592263827</c:v>
                </c:pt>
                <c:pt idx="35046">
                  <c:v>0.40562499999941792</c:v>
                </c:pt>
                <c:pt idx="35047">
                  <c:v>0.40563657406892162</c:v>
                </c:pt>
                <c:pt idx="35048">
                  <c:v>0.40564814814570127</c:v>
                </c:pt>
                <c:pt idx="35049">
                  <c:v>0.40565972222248092</c:v>
                </c:pt>
                <c:pt idx="35050">
                  <c:v>0.40567129629198462</c:v>
                </c:pt>
                <c:pt idx="35051">
                  <c:v>0.40568287036876427</c:v>
                </c:pt>
                <c:pt idx="35052">
                  <c:v>0.40569444444554392</c:v>
                </c:pt>
                <c:pt idx="35053">
                  <c:v>0.40570601851504762</c:v>
                </c:pt>
                <c:pt idx="35054">
                  <c:v>0.40571759259182727</c:v>
                </c:pt>
                <c:pt idx="35055">
                  <c:v>0.40572916666133096</c:v>
                </c:pt>
                <c:pt idx="35056">
                  <c:v>0.40574074073811062</c:v>
                </c:pt>
                <c:pt idx="35057">
                  <c:v>0.40575231481489027</c:v>
                </c:pt>
                <c:pt idx="35058">
                  <c:v>0.40576388888439396</c:v>
                </c:pt>
                <c:pt idx="35059">
                  <c:v>0.40577546296117362</c:v>
                </c:pt>
                <c:pt idx="35060">
                  <c:v>0.40578703703795327</c:v>
                </c:pt>
                <c:pt idx="35061">
                  <c:v>0.40579861110745696</c:v>
                </c:pt>
                <c:pt idx="35062">
                  <c:v>0.40581018518423662</c:v>
                </c:pt>
                <c:pt idx="35063">
                  <c:v>0.40582175925374031</c:v>
                </c:pt>
                <c:pt idx="35064">
                  <c:v>0.40583333333051996</c:v>
                </c:pt>
                <c:pt idx="35065">
                  <c:v>0.40584490740729962</c:v>
                </c:pt>
                <c:pt idx="35066">
                  <c:v>0.40585648147680331</c:v>
                </c:pt>
                <c:pt idx="35067">
                  <c:v>0.40586805555358296</c:v>
                </c:pt>
                <c:pt idx="35068">
                  <c:v>0.40587962963036261</c:v>
                </c:pt>
                <c:pt idx="35069">
                  <c:v>0.40589120369986631</c:v>
                </c:pt>
                <c:pt idx="35070">
                  <c:v>0.40590277777664596</c:v>
                </c:pt>
                <c:pt idx="35071">
                  <c:v>0.40591435184614966</c:v>
                </c:pt>
                <c:pt idx="35072">
                  <c:v>0.40592592592292931</c:v>
                </c:pt>
                <c:pt idx="35073">
                  <c:v>0.40593749999970896</c:v>
                </c:pt>
                <c:pt idx="35074">
                  <c:v>0.40594907406921266</c:v>
                </c:pt>
                <c:pt idx="35075">
                  <c:v>0.40596064814599231</c:v>
                </c:pt>
                <c:pt idx="35076">
                  <c:v>0.40597222222277196</c:v>
                </c:pt>
                <c:pt idx="35077">
                  <c:v>0.40598379629227566</c:v>
                </c:pt>
                <c:pt idx="35078">
                  <c:v>0.40599537036905531</c:v>
                </c:pt>
                <c:pt idx="35079">
                  <c:v>0.406006944438559</c:v>
                </c:pt>
                <c:pt idx="35080">
                  <c:v>0.40601851851533866</c:v>
                </c:pt>
                <c:pt idx="35081">
                  <c:v>0.40603009259211831</c:v>
                </c:pt>
                <c:pt idx="35082">
                  <c:v>0.406041666661622</c:v>
                </c:pt>
                <c:pt idx="35083">
                  <c:v>0.40605324073840166</c:v>
                </c:pt>
                <c:pt idx="35084">
                  <c:v>0.40606481481518131</c:v>
                </c:pt>
                <c:pt idx="35085">
                  <c:v>0.406076388884685</c:v>
                </c:pt>
                <c:pt idx="35086">
                  <c:v>0.40608796296146465</c:v>
                </c:pt>
                <c:pt idx="35087">
                  <c:v>0.40609953703824431</c:v>
                </c:pt>
                <c:pt idx="35088">
                  <c:v>0.406111111107748</c:v>
                </c:pt>
                <c:pt idx="35089">
                  <c:v>0.40612268518452765</c:v>
                </c:pt>
                <c:pt idx="35090">
                  <c:v>0.40613425925403135</c:v>
                </c:pt>
                <c:pt idx="35091">
                  <c:v>0.406145833330811</c:v>
                </c:pt>
                <c:pt idx="35092">
                  <c:v>0.40615740740759065</c:v>
                </c:pt>
                <c:pt idx="35093">
                  <c:v>0.40616898147709435</c:v>
                </c:pt>
                <c:pt idx="35094">
                  <c:v>0.406180555553874</c:v>
                </c:pt>
                <c:pt idx="35095">
                  <c:v>0.40619212963065365</c:v>
                </c:pt>
                <c:pt idx="35096">
                  <c:v>0.40620370370015735</c:v>
                </c:pt>
                <c:pt idx="35097">
                  <c:v>0.406215277776937</c:v>
                </c:pt>
                <c:pt idx="35098">
                  <c:v>0.4062268518464407</c:v>
                </c:pt>
                <c:pt idx="35099">
                  <c:v>0.40623842592322035</c:v>
                </c:pt>
                <c:pt idx="35100">
                  <c:v>0.40625</c:v>
                </c:pt>
                <c:pt idx="35101">
                  <c:v>0.40626157406950369</c:v>
                </c:pt>
                <c:pt idx="35102">
                  <c:v>0.40627314814628335</c:v>
                </c:pt>
                <c:pt idx="35103">
                  <c:v>0.406284722223063</c:v>
                </c:pt>
                <c:pt idx="35104">
                  <c:v>0.40629629629256669</c:v>
                </c:pt>
                <c:pt idx="35105">
                  <c:v>0.40630787036934635</c:v>
                </c:pt>
                <c:pt idx="35106">
                  <c:v>0.40631944443885004</c:v>
                </c:pt>
                <c:pt idx="35107">
                  <c:v>0.40633101851562969</c:v>
                </c:pt>
                <c:pt idx="35108">
                  <c:v>0.40634259259240935</c:v>
                </c:pt>
                <c:pt idx="35109">
                  <c:v>0.40635416666191304</c:v>
                </c:pt>
                <c:pt idx="35110">
                  <c:v>0.40636574073869269</c:v>
                </c:pt>
                <c:pt idx="35111">
                  <c:v>0.40637731481547235</c:v>
                </c:pt>
                <c:pt idx="35112">
                  <c:v>0.40638888888497604</c:v>
                </c:pt>
                <c:pt idx="35113">
                  <c:v>0.40640046296175569</c:v>
                </c:pt>
                <c:pt idx="35114">
                  <c:v>0.40641203703125939</c:v>
                </c:pt>
                <c:pt idx="35115">
                  <c:v>0.40642361110803904</c:v>
                </c:pt>
                <c:pt idx="35116">
                  <c:v>0.40643518518481869</c:v>
                </c:pt>
                <c:pt idx="35117">
                  <c:v>0.40644675925432239</c:v>
                </c:pt>
                <c:pt idx="35118">
                  <c:v>0.40645833333110204</c:v>
                </c:pt>
                <c:pt idx="35119">
                  <c:v>0.40646990740788169</c:v>
                </c:pt>
                <c:pt idx="35120">
                  <c:v>0.40648148147738539</c:v>
                </c:pt>
                <c:pt idx="35121">
                  <c:v>0.40649305555416504</c:v>
                </c:pt>
                <c:pt idx="35122">
                  <c:v>0.40650462963094469</c:v>
                </c:pt>
                <c:pt idx="35123">
                  <c:v>0.40651620370044839</c:v>
                </c:pt>
                <c:pt idx="35124">
                  <c:v>0.40652777777722804</c:v>
                </c:pt>
                <c:pt idx="35125">
                  <c:v>0.40653935184673173</c:v>
                </c:pt>
                <c:pt idx="35126">
                  <c:v>0.40655092592351139</c:v>
                </c:pt>
                <c:pt idx="35127">
                  <c:v>0.40656250000029104</c:v>
                </c:pt>
                <c:pt idx="35128">
                  <c:v>0.40657407406979473</c:v>
                </c:pt>
                <c:pt idx="35129">
                  <c:v>0.40658564814657439</c:v>
                </c:pt>
                <c:pt idx="35130">
                  <c:v>0.40659722222335404</c:v>
                </c:pt>
                <c:pt idx="35131">
                  <c:v>0.40660879629285773</c:v>
                </c:pt>
                <c:pt idx="35132">
                  <c:v>0.40662037036963739</c:v>
                </c:pt>
                <c:pt idx="35133">
                  <c:v>0.40663194443914108</c:v>
                </c:pt>
                <c:pt idx="35134">
                  <c:v>0.40664351851592073</c:v>
                </c:pt>
                <c:pt idx="35135">
                  <c:v>0.40665509259270038</c:v>
                </c:pt>
                <c:pt idx="35136">
                  <c:v>0.40666666666220408</c:v>
                </c:pt>
                <c:pt idx="35137">
                  <c:v>0.40667824073898373</c:v>
                </c:pt>
                <c:pt idx="35138">
                  <c:v>0.40668981481576338</c:v>
                </c:pt>
                <c:pt idx="35139">
                  <c:v>0.40670138888526708</c:v>
                </c:pt>
                <c:pt idx="35140">
                  <c:v>0.40671296296204673</c:v>
                </c:pt>
                <c:pt idx="35141">
                  <c:v>0.40672453703155043</c:v>
                </c:pt>
                <c:pt idx="35142">
                  <c:v>0.40673611110833008</c:v>
                </c:pt>
                <c:pt idx="35143">
                  <c:v>0.40674768518510973</c:v>
                </c:pt>
                <c:pt idx="35144">
                  <c:v>0.40675925925461343</c:v>
                </c:pt>
                <c:pt idx="35145">
                  <c:v>0.40677083333139308</c:v>
                </c:pt>
                <c:pt idx="35146">
                  <c:v>0.40678240740817273</c:v>
                </c:pt>
                <c:pt idx="35147">
                  <c:v>0.40679398147767643</c:v>
                </c:pt>
                <c:pt idx="35148">
                  <c:v>0.40680555555445608</c:v>
                </c:pt>
                <c:pt idx="35149">
                  <c:v>0.40681712962395977</c:v>
                </c:pt>
                <c:pt idx="35150">
                  <c:v>0.40682870370073942</c:v>
                </c:pt>
                <c:pt idx="35151">
                  <c:v>0.40684027777751908</c:v>
                </c:pt>
                <c:pt idx="35152">
                  <c:v>0.40685185184702277</c:v>
                </c:pt>
                <c:pt idx="35153">
                  <c:v>0.40686342592380242</c:v>
                </c:pt>
                <c:pt idx="35154">
                  <c:v>0.40687500000058208</c:v>
                </c:pt>
                <c:pt idx="35155">
                  <c:v>0.40688657407008577</c:v>
                </c:pt>
                <c:pt idx="35156">
                  <c:v>0.40689814814686542</c:v>
                </c:pt>
                <c:pt idx="35157">
                  <c:v>0.40690972221636912</c:v>
                </c:pt>
                <c:pt idx="35158">
                  <c:v>0.40692129629314877</c:v>
                </c:pt>
                <c:pt idx="35159">
                  <c:v>0.40693287036992842</c:v>
                </c:pt>
                <c:pt idx="35160">
                  <c:v>0.40694444443943212</c:v>
                </c:pt>
                <c:pt idx="35161">
                  <c:v>0.40695601851621177</c:v>
                </c:pt>
                <c:pt idx="35162">
                  <c:v>0.40696759259299142</c:v>
                </c:pt>
                <c:pt idx="35163">
                  <c:v>0.40697916666249512</c:v>
                </c:pt>
                <c:pt idx="35164">
                  <c:v>0.40699074073927477</c:v>
                </c:pt>
                <c:pt idx="35165">
                  <c:v>0.40700231481605442</c:v>
                </c:pt>
                <c:pt idx="35166">
                  <c:v>0.40701388888555812</c:v>
                </c:pt>
                <c:pt idx="35167">
                  <c:v>0.40702546296233777</c:v>
                </c:pt>
                <c:pt idx="35168">
                  <c:v>0.40703703703184146</c:v>
                </c:pt>
                <c:pt idx="35169">
                  <c:v>0.40704861110862112</c:v>
                </c:pt>
                <c:pt idx="35170">
                  <c:v>0.40706018518540077</c:v>
                </c:pt>
                <c:pt idx="35171">
                  <c:v>0.40707175925490446</c:v>
                </c:pt>
                <c:pt idx="35172">
                  <c:v>0.40708333333168412</c:v>
                </c:pt>
                <c:pt idx="35173">
                  <c:v>0.40709490740846377</c:v>
                </c:pt>
                <c:pt idx="35174">
                  <c:v>0.40710648147796746</c:v>
                </c:pt>
                <c:pt idx="35175">
                  <c:v>0.40711805555474712</c:v>
                </c:pt>
                <c:pt idx="35176">
                  <c:v>0.40712962962425081</c:v>
                </c:pt>
                <c:pt idx="35177">
                  <c:v>0.40714120370103046</c:v>
                </c:pt>
                <c:pt idx="35178">
                  <c:v>0.40715277777781012</c:v>
                </c:pt>
                <c:pt idx="35179">
                  <c:v>0.40716435184731381</c:v>
                </c:pt>
                <c:pt idx="35180">
                  <c:v>0.40717592592409346</c:v>
                </c:pt>
                <c:pt idx="35181">
                  <c:v>0.40718750000087311</c:v>
                </c:pt>
                <c:pt idx="35182">
                  <c:v>0.40719907407037681</c:v>
                </c:pt>
                <c:pt idx="35183">
                  <c:v>0.40721064814715646</c:v>
                </c:pt>
                <c:pt idx="35184">
                  <c:v>0.40722222221666016</c:v>
                </c:pt>
                <c:pt idx="35185">
                  <c:v>0.40723379629343981</c:v>
                </c:pt>
                <c:pt idx="35186">
                  <c:v>0.40724537037021946</c:v>
                </c:pt>
                <c:pt idx="35187">
                  <c:v>0.40725694443972316</c:v>
                </c:pt>
                <c:pt idx="35188">
                  <c:v>0.40726851851650281</c:v>
                </c:pt>
                <c:pt idx="35189">
                  <c:v>0.40728009259328246</c:v>
                </c:pt>
                <c:pt idx="35190">
                  <c:v>0.40729166666278616</c:v>
                </c:pt>
                <c:pt idx="35191">
                  <c:v>0.40730324073956581</c:v>
                </c:pt>
                <c:pt idx="35192">
                  <c:v>0.4073148148090695</c:v>
                </c:pt>
                <c:pt idx="35193">
                  <c:v>0.40732638888584916</c:v>
                </c:pt>
                <c:pt idx="35194">
                  <c:v>0.40733796296262881</c:v>
                </c:pt>
                <c:pt idx="35195">
                  <c:v>0.4073495370321325</c:v>
                </c:pt>
                <c:pt idx="35196">
                  <c:v>0.40736111110891216</c:v>
                </c:pt>
                <c:pt idx="35197">
                  <c:v>0.40737268518569181</c:v>
                </c:pt>
                <c:pt idx="35198">
                  <c:v>0.4073842592551955</c:v>
                </c:pt>
                <c:pt idx="35199">
                  <c:v>0.40739583333197515</c:v>
                </c:pt>
                <c:pt idx="35200">
                  <c:v>0.40740740740147885</c:v>
                </c:pt>
                <c:pt idx="35201">
                  <c:v>0.4074189814782585</c:v>
                </c:pt>
                <c:pt idx="35202">
                  <c:v>0.40743055555503815</c:v>
                </c:pt>
                <c:pt idx="35203">
                  <c:v>0.40744212962454185</c:v>
                </c:pt>
                <c:pt idx="35204">
                  <c:v>0.4074537037013215</c:v>
                </c:pt>
                <c:pt idx="35205">
                  <c:v>0.40746527777810115</c:v>
                </c:pt>
                <c:pt idx="35206">
                  <c:v>0.40747685184760485</c:v>
                </c:pt>
                <c:pt idx="35207">
                  <c:v>0.4074884259243845</c:v>
                </c:pt>
                <c:pt idx="35208">
                  <c:v>0.40750000000116415</c:v>
                </c:pt>
                <c:pt idx="35209">
                  <c:v>0.40751157407066785</c:v>
                </c:pt>
                <c:pt idx="35210">
                  <c:v>0.4075231481474475</c:v>
                </c:pt>
                <c:pt idx="35211">
                  <c:v>0.4075347222169512</c:v>
                </c:pt>
                <c:pt idx="35212">
                  <c:v>0.40754629629373085</c:v>
                </c:pt>
                <c:pt idx="35213">
                  <c:v>0.4075578703705105</c:v>
                </c:pt>
                <c:pt idx="35214">
                  <c:v>0.40756944444001419</c:v>
                </c:pt>
                <c:pt idx="35215">
                  <c:v>0.40758101851679385</c:v>
                </c:pt>
                <c:pt idx="35216">
                  <c:v>0.4075925925935735</c:v>
                </c:pt>
                <c:pt idx="35217">
                  <c:v>0.40760416666307719</c:v>
                </c:pt>
                <c:pt idx="35218">
                  <c:v>0.40761574073985685</c:v>
                </c:pt>
                <c:pt idx="35219">
                  <c:v>0.40762731480936054</c:v>
                </c:pt>
                <c:pt idx="35220">
                  <c:v>0.40763888888614019</c:v>
                </c:pt>
                <c:pt idx="35221">
                  <c:v>0.40765046296291985</c:v>
                </c:pt>
                <c:pt idx="35222">
                  <c:v>0.40766203703242354</c:v>
                </c:pt>
                <c:pt idx="35223">
                  <c:v>0.40767361110920319</c:v>
                </c:pt>
                <c:pt idx="35224">
                  <c:v>0.40768518518598285</c:v>
                </c:pt>
                <c:pt idx="35225">
                  <c:v>0.40769675925548654</c:v>
                </c:pt>
                <c:pt idx="35226">
                  <c:v>0.40770833333226619</c:v>
                </c:pt>
                <c:pt idx="35227">
                  <c:v>0.40771990740176989</c:v>
                </c:pt>
                <c:pt idx="35228">
                  <c:v>0.40773148147854954</c:v>
                </c:pt>
                <c:pt idx="35229">
                  <c:v>0.40774305555532919</c:v>
                </c:pt>
                <c:pt idx="35230">
                  <c:v>0.40775462962483289</c:v>
                </c:pt>
                <c:pt idx="35231">
                  <c:v>0.40776620370161254</c:v>
                </c:pt>
                <c:pt idx="35232">
                  <c:v>0.40777777777839219</c:v>
                </c:pt>
                <c:pt idx="35233">
                  <c:v>0.40778935184789589</c:v>
                </c:pt>
                <c:pt idx="35234">
                  <c:v>0.40780092592467554</c:v>
                </c:pt>
                <c:pt idx="35235">
                  <c:v>0.40781249999417923</c:v>
                </c:pt>
                <c:pt idx="35236">
                  <c:v>0.40782407407095889</c:v>
                </c:pt>
                <c:pt idx="35237">
                  <c:v>0.40783564814773854</c:v>
                </c:pt>
                <c:pt idx="35238">
                  <c:v>0.40784722221724223</c:v>
                </c:pt>
                <c:pt idx="35239">
                  <c:v>0.40785879629402189</c:v>
                </c:pt>
                <c:pt idx="35240">
                  <c:v>0.40787037037080154</c:v>
                </c:pt>
                <c:pt idx="35241">
                  <c:v>0.40788194444030523</c:v>
                </c:pt>
                <c:pt idx="35242">
                  <c:v>0.40789351851708489</c:v>
                </c:pt>
                <c:pt idx="35243">
                  <c:v>0.40790509259386454</c:v>
                </c:pt>
                <c:pt idx="35244">
                  <c:v>0.40791666666336823</c:v>
                </c:pt>
                <c:pt idx="35245">
                  <c:v>0.40792824074014788</c:v>
                </c:pt>
                <c:pt idx="35246">
                  <c:v>0.40793981480965158</c:v>
                </c:pt>
                <c:pt idx="35247">
                  <c:v>0.40795138888643123</c:v>
                </c:pt>
                <c:pt idx="35248">
                  <c:v>0.40796296296321088</c:v>
                </c:pt>
                <c:pt idx="35249">
                  <c:v>0.40797453703271458</c:v>
                </c:pt>
                <c:pt idx="35250">
                  <c:v>0.40798611110949423</c:v>
                </c:pt>
                <c:pt idx="35251">
                  <c:v>0.40799768518627388</c:v>
                </c:pt>
                <c:pt idx="35252">
                  <c:v>0.40800925925577758</c:v>
                </c:pt>
                <c:pt idx="35253">
                  <c:v>0.40802083333255723</c:v>
                </c:pt>
                <c:pt idx="35254">
                  <c:v>0.40803240740206093</c:v>
                </c:pt>
                <c:pt idx="35255">
                  <c:v>0.40804398147884058</c:v>
                </c:pt>
                <c:pt idx="35256">
                  <c:v>0.40805555555562023</c:v>
                </c:pt>
                <c:pt idx="35257">
                  <c:v>0.40806712962512393</c:v>
                </c:pt>
                <c:pt idx="35258">
                  <c:v>0.40807870370190358</c:v>
                </c:pt>
                <c:pt idx="35259">
                  <c:v>0.40809027777868323</c:v>
                </c:pt>
                <c:pt idx="35260">
                  <c:v>0.40810185184818693</c:v>
                </c:pt>
                <c:pt idx="35261">
                  <c:v>0.40811342592496658</c:v>
                </c:pt>
                <c:pt idx="35262">
                  <c:v>0.40812499999447027</c:v>
                </c:pt>
                <c:pt idx="35263">
                  <c:v>0.40813657407124992</c:v>
                </c:pt>
                <c:pt idx="35264">
                  <c:v>0.40814814814802958</c:v>
                </c:pt>
                <c:pt idx="35265">
                  <c:v>0.40815972221753327</c:v>
                </c:pt>
                <c:pt idx="35266">
                  <c:v>0.40817129629431292</c:v>
                </c:pt>
                <c:pt idx="35267">
                  <c:v>0.40818287037109258</c:v>
                </c:pt>
                <c:pt idx="35268">
                  <c:v>0.40819444444059627</c:v>
                </c:pt>
                <c:pt idx="35269">
                  <c:v>0.40820601851737592</c:v>
                </c:pt>
                <c:pt idx="35270">
                  <c:v>0.40821759258687962</c:v>
                </c:pt>
                <c:pt idx="35271">
                  <c:v>0.40822916666365927</c:v>
                </c:pt>
                <c:pt idx="35272">
                  <c:v>0.40824074074043892</c:v>
                </c:pt>
                <c:pt idx="35273">
                  <c:v>0.40825231480994262</c:v>
                </c:pt>
                <c:pt idx="35274">
                  <c:v>0.40826388888672227</c:v>
                </c:pt>
                <c:pt idx="35275">
                  <c:v>0.40827546296350192</c:v>
                </c:pt>
                <c:pt idx="35276">
                  <c:v>0.40828703703300562</c:v>
                </c:pt>
                <c:pt idx="35277">
                  <c:v>0.40829861110978527</c:v>
                </c:pt>
                <c:pt idx="35278">
                  <c:v>0.40831018517928896</c:v>
                </c:pt>
                <c:pt idx="35279">
                  <c:v>0.40832175925606862</c:v>
                </c:pt>
                <c:pt idx="35280">
                  <c:v>0.40833333333284827</c:v>
                </c:pt>
                <c:pt idx="35281">
                  <c:v>0.40834490740235196</c:v>
                </c:pt>
                <c:pt idx="35282">
                  <c:v>0.40835648147913162</c:v>
                </c:pt>
                <c:pt idx="35283">
                  <c:v>0.40836805555591127</c:v>
                </c:pt>
                <c:pt idx="35284">
                  <c:v>0.40837962962541496</c:v>
                </c:pt>
                <c:pt idx="35285">
                  <c:v>0.40839120370219462</c:v>
                </c:pt>
                <c:pt idx="35286">
                  <c:v>0.40840277777897427</c:v>
                </c:pt>
                <c:pt idx="35287">
                  <c:v>0.40841435184847796</c:v>
                </c:pt>
                <c:pt idx="35288">
                  <c:v>0.40842592592525762</c:v>
                </c:pt>
                <c:pt idx="35289">
                  <c:v>0.40843749999476131</c:v>
                </c:pt>
                <c:pt idx="35290">
                  <c:v>0.40844907407154096</c:v>
                </c:pt>
                <c:pt idx="35291">
                  <c:v>0.40846064814832062</c:v>
                </c:pt>
                <c:pt idx="35292">
                  <c:v>0.40847222221782431</c:v>
                </c:pt>
                <c:pt idx="35293">
                  <c:v>0.40848379629460396</c:v>
                </c:pt>
                <c:pt idx="35294">
                  <c:v>0.40849537037138361</c:v>
                </c:pt>
                <c:pt idx="35295">
                  <c:v>0.40850694444088731</c:v>
                </c:pt>
                <c:pt idx="35296">
                  <c:v>0.40851851851766696</c:v>
                </c:pt>
                <c:pt idx="35297">
                  <c:v>0.40853009258717066</c:v>
                </c:pt>
                <c:pt idx="35298">
                  <c:v>0.40854166666395031</c:v>
                </c:pt>
                <c:pt idx="35299">
                  <c:v>0.40855324074072996</c:v>
                </c:pt>
                <c:pt idx="35300">
                  <c:v>0.40856481481023366</c:v>
                </c:pt>
                <c:pt idx="35301">
                  <c:v>0.40857638888701331</c:v>
                </c:pt>
                <c:pt idx="35302">
                  <c:v>0.40858796296379296</c:v>
                </c:pt>
                <c:pt idx="35303">
                  <c:v>0.40859953703329666</c:v>
                </c:pt>
                <c:pt idx="35304">
                  <c:v>0.40861111111007631</c:v>
                </c:pt>
                <c:pt idx="35305">
                  <c:v>0.40862268517958</c:v>
                </c:pt>
                <c:pt idx="35306">
                  <c:v>0.40863425925635966</c:v>
                </c:pt>
                <c:pt idx="35307">
                  <c:v>0.40864583333313931</c:v>
                </c:pt>
                <c:pt idx="35308">
                  <c:v>0.408657407402643</c:v>
                </c:pt>
                <c:pt idx="35309">
                  <c:v>0.40866898147942265</c:v>
                </c:pt>
                <c:pt idx="35310">
                  <c:v>0.40868055555620231</c:v>
                </c:pt>
                <c:pt idx="35311">
                  <c:v>0.408692129625706</c:v>
                </c:pt>
                <c:pt idx="35312">
                  <c:v>0.40870370370248565</c:v>
                </c:pt>
                <c:pt idx="35313">
                  <c:v>0.40871527777198935</c:v>
                </c:pt>
                <c:pt idx="35314">
                  <c:v>0.408726851848769</c:v>
                </c:pt>
                <c:pt idx="35315">
                  <c:v>0.40873842592554865</c:v>
                </c:pt>
                <c:pt idx="35316">
                  <c:v>0.40874999999505235</c:v>
                </c:pt>
                <c:pt idx="35317">
                  <c:v>0.408761574071832</c:v>
                </c:pt>
                <c:pt idx="35318">
                  <c:v>0.40877314814861165</c:v>
                </c:pt>
                <c:pt idx="35319">
                  <c:v>0.40878472221811535</c:v>
                </c:pt>
                <c:pt idx="35320">
                  <c:v>0.408796296294895</c:v>
                </c:pt>
                <c:pt idx="35321">
                  <c:v>0.40880787037167465</c:v>
                </c:pt>
                <c:pt idx="35322">
                  <c:v>0.40881944444117835</c:v>
                </c:pt>
                <c:pt idx="35323">
                  <c:v>0.408831018517958</c:v>
                </c:pt>
                <c:pt idx="35324">
                  <c:v>0.4088425925874617</c:v>
                </c:pt>
                <c:pt idx="35325">
                  <c:v>0.40885416666424135</c:v>
                </c:pt>
                <c:pt idx="35326">
                  <c:v>0.408865740741021</c:v>
                </c:pt>
                <c:pt idx="35327">
                  <c:v>0.40887731481052469</c:v>
                </c:pt>
                <c:pt idx="35328">
                  <c:v>0.40888888888730435</c:v>
                </c:pt>
                <c:pt idx="35329">
                  <c:v>0.408900462964084</c:v>
                </c:pt>
                <c:pt idx="35330">
                  <c:v>0.40891203703358769</c:v>
                </c:pt>
                <c:pt idx="35331">
                  <c:v>0.40892361111036735</c:v>
                </c:pt>
                <c:pt idx="35332">
                  <c:v>0.40893518517987104</c:v>
                </c:pt>
                <c:pt idx="35333">
                  <c:v>0.40894675925665069</c:v>
                </c:pt>
                <c:pt idx="35334">
                  <c:v>0.40895833333343035</c:v>
                </c:pt>
                <c:pt idx="35335">
                  <c:v>0.40896990740293404</c:v>
                </c:pt>
                <c:pt idx="35336">
                  <c:v>0.40898148147971369</c:v>
                </c:pt>
                <c:pt idx="35337">
                  <c:v>0.40899305555649335</c:v>
                </c:pt>
                <c:pt idx="35338">
                  <c:v>0.40900462962599704</c:v>
                </c:pt>
                <c:pt idx="35339">
                  <c:v>0.40901620370277669</c:v>
                </c:pt>
                <c:pt idx="35340">
                  <c:v>0.40902777777228039</c:v>
                </c:pt>
                <c:pt idx="35341">
                  <c:v>0.40903935184906004</c:v>
                </c:pt>
                <c:pt idx="35342">
                  <c:v>0.40905092592583969</c:v>
                </c:pt>
                <c:pt idx="35343">
                  <c:v>0.40906249999534339</c:v>
                </c:pt>
                <c:pt idx="35344">
                  <c:v>0.40907407407212304</c:v>
                </c:pt>
                <c:pt idx="35345">
                  <c:v>0.40908564814890269</c:v>
                </c:pt>
                <c:pt idx="35346">
                  <c:v>0.40909722221840639</c:v>
                </c:pt>
                <c:pt idx="35347">
                  <c:v>0.40910879629518604</c:v>
                </c:pt>
                <c:pt idx="35348">
                  <c:v>0.40912037036468973</c:v>
                </c:pt>
                <c:pt idx="35349">
                  <c:v>0.40913194444146939</c:v>
                </c:pt>
                <c:pt idx="35350">
                  <c:v>0.40914351851824904</c:v>
                </c:pt>
                <c:pt idx="35351">
                  <c:v>0.40915509258775273</c:v>
                </c:pt>
                <c:pt idx="35352">
                  <c:v>0.40916666666453239</c:v>
                </c:pt>
                <c:pt idx="35353">
                  <c:v>0.40917824074131204</c:v>
                </c:pt>
                <c:pt idx="35354">
                  <c:v>0.40918981481081573</c:v>
                </c:pt>
                <c:pt idx="35355">
                  <c:v>0.40920138888759539</c:v>
                </c:pt>
                <c:pt idx="35356">
                  <c:v>0.40921296295709908</c:v>
                </c:pt>
                <c:pt idx="35357">
                  <c:v>0.40922453703387873</c:v>
                </c:pt>
                <c:pt idx="35358">
                  <c:v>0.40923611111065838</c:v>
                </c:pt>
                <c:pt idx="35359">
                  <c:v>0.40924768518016208</c:v>
                </c:pt>
                <c:pt idx="35360">
                  <c:v>0.40925925925694173</c:v>
                </c:pt>
                <c:pt idx="35361">
                  <c:v>0.40927083333372138</c:v>
                </c:pt>
                <c:pt idx="35362">
                  <c:v>0.40928240740322508</c:v>
                </c:pt>
                <c:pt idx="35363">
                  <c:v>0.40929398148000473</c:v>
                </c:pt>
                <c:pt idx="35364">
                  <c:v>0.40930555555678438</c:v>
                </c:pt>
                <c:pt idx="35365">
                  <c:v>0.40931712962628808</c:v>
                </c:pt>
                <c:pt idx="35366">
                  <c:v>0.40932870370306773</c:v>
                </c:pt>
                <c:pt idx="35367">
                  <c:v>0.40934027777257143</c:v>
                </c:pt>
                <c:pt idx="35368">
                  <c:v>0.40935185184935108</c:v>
                </c:pt>
                <c:pt idx="35369">
                  <c:v>0.40936342592613073</c:v>
                </c:pt>
                <c:pt idx="35370">
                  <c:v>0.40937499999563443</c:v>
                </c:pt>
                <c:pt idx="35371">
                  <c:v>0.40938657407241408</c:v>
                </c:pt>
                <c:pt idx="35372">
                  <c:v>0.40939814814919373</c:v>
                </c:pt>
                <c:pt idx="35373">
                  <c:v>0.40940972221869742</c:v>
                </c:pt>
                <c:pt idx="35374">
                  <c:v>0.40942129629547708</c:v>
                </c:pt>
                <c:pt idx="35375">
                  <c:v>0.40943287036498077</c:v>
                </c:pt>
                <c:pt idx="35376">
                  <c:v>0.40944444444176042</c:v>
                </c:pt>
                <c:pt idx="35377">
                  <c:v>0.40945601851854008</c:v>
                </c:pt>
                <c:pt idx="35378">
                  <c:v>0.40946759258804377</c:v>
                </c:pt>
                <c:pt idx="35379">
                  <c:v>0.40947916666482342</c:v>
                </c:pt>
                <c:pt idx="35380">
                  <c:v>0.40949074074160308</c:v>
                </c:pt>
                <c:pt idx="35381">
                  <c:v>0.40950231481110677</c:v>
                </c:pt>
                <c:pt idx="35382">
                  <c:v>0.40951388888788642</c:v>
                </c:pt>
                <c:pt idx="35383">
                  <c:v>0.40952546295739012</c:v>
                </c:pt>
                <c:pt idx="35384">
                  <c:v>0.40953703703416977</c:v>
                </c:pt>
                <c:pt idx="35385">
                  <c:v>0.40954861111094942</c:v>
                </c:pt>
                <c:pt idx="35386">
                  <c:v>0.40956018518045312</c:v>
                </c:pt>
                <c:pt idx="35387">
                  <c:v>0.40957175925723277</c:v>
                </c:pt>
                <c:pt idx="35388">
                  <c:v>0.40958333333401242</c:v>
                </c:pt>
                <c:pt idx="35389">
                  <c:v>0.40959490740351612</c:v>
                </c:pt>
                <c:pt idx="35390">
                  <c:v>0.40960648148029577</c:v>
                </c:pt>
                <c:pt idx="35391">
                  <c:v>0.40961805554979946</c:v>
                </c:pt>
                <c:pt idx="35392">
                  <c:v>0.40962962962657912</c:v>
                </c:pt>
                <c:pt idx="35393">
                  <c:v>0.40964120370335877</c:v>
                </c:pt>
                <c:pt idx="35394">
                  <c:v>0.40965277777286246</c:v>
                </c:pt>
                <c:pt idx="35395">
                  <c:v>0.40966435184964212</c:v>
                </c:pt>
                <c:pt idx="35396">
                  <c:v>0.40967592592642177</c:v>
                </c:pt>
                <c:pt idx="35397">
                  <c:v>0.40968749999592546</c:v>
                </c:pt>
                <c:pt idx="35398">
                  <c:v>0.40969907407270512</c:v>
                </c:pt>
                <c:pt idx="35399">
                  <c:v>0.40971064814948477</c:v>
                </c:pt>
                <c:pt idx="35400">
                  <c:v>0.40972222221898846</c:v>
                </c:pt>
                <c:pt idx="35401">
                  <c:v>0.40973379629576812</c:v>
                </c:pt>
                <c:pt idx="35402">
                  <c:v>0.40974537036527181</c:v>
                </c:pt>
                <c:pt idx="35403">
                  <c:v>0.40975694444205146</c:v>
                </c:pt>
                <c:pt idx="35404">
                  <c:v>0.40976851851883112</c:v>
                </c:pt>
                <c:pt idx="35405">
                  <c:v>0.40978009258833481</c:v>
                </c:pt>
                <c:pt idx="35406">
                  <c:v>0.40979166666511446</c:v>
                </c:pt>
                <c:pt idx="35407">
                  <c:v>0.40980324074189411</c:v>
                </c:pt>
                <c:pt idx="35408">
                  <c:v>0.40981481481139781</c:v>
                </c:pt>
                <c:pt idx="35409">
                  <c:v>0.40982638888817746</c:v>
                </c:pt>
                <c:pt idx="35410">
                  <c:v>0.40983796295768116</c:v>
                </c:pt>
                <c:pt idx="35411">
                  <c:v>0.40984953703446081</c:v>
                </c:pt>
                <c:pt idx="35412">
                  <c:v>0.40986111111124046</c:v>
                </c:pt>
                <c:pt idx="35413">
                  <c:v>0.40987268518074416</c:v>
                </c:pt>
                <c:pt idx="35414">
                  <c:v>0.40988425925752381</c:v>
                </c:pt>
                <c:pt idx="35415">
                  <c:v>0.40989583333430346</c:v>
                </c:pt>
                <c:pt idx="35416">
                  <c:v>0.40990740740380716</c:v>
                </c:pt>
                <c:pt idx="35417">
                  <c:v>0.40991898148058681</c:v>
                </c:pt>
                <c:pt idx="35418">
                  <c:v>0.4099305555500905</c:v>
                </c:pt>
                <c:pt idx="35419">
                  <c:v>0.40994212962687016</c:v>
                </c:pt>
                <c:pt idx="35420">
                  <c:v>0.40995370370364981</c:v>
                </c:pt>
                <c:pt idx="35421">
                  <c:v>0.4099652777731535</c:v>
                </c:pt>
                <c:pt idx="35422">
                  <c:v>0.40997685184993315</c:v>
                </c:pt>
                <c:pt idx="35423">
                  <c:v>0.40998842592671281</c:v>
                </c:pt>
                <c:pt idx="35424">
                  <c:v>0.4099999999962165</c:v>
                </c:pt>
                <c:pt idx="35425">
                  <c:v>0.41001157407299615</c:v>
                </c:pt>
                <c:pt idx="35426">
                  <c:v>0.41002314814249985</c:v>
                </c:pt>
                <c:pt idx="35427">
                  <c:v>0.4100347222192795</c:v>
                </c:pt>
                <c:pt idx="35428">
                  <c:v>0.41004629629605915</c:v>
                </c:pt>
                <c:pt idx="35429">
                  <c:v>0.41005787036556285</c:v>
                </c:pt>
                <c:pt idx="35430">
                  <c:v>0.4100694444423425</c:v>
                </c:pt>
                <c:pt idx="35431">
                  <c:v>0.41008101851912215</c:v>
                </c:pt>
                <c:pt idx="35432">
                  <c:v>0.41009259258862585</c:v>
                </c:pt>
                <c:pt idx="35433">
                  <c:v>0.4101041666654055</c:v>
                </c:pt>
                <c:pt idx="35434">
                  <c:v>0.4101157407349092</c:v>
                </c:pt>
                <c:pt idx="35435">
                  <c:v>0.41012731481168885</c:v>
                </c:pt>
                <c:pt idx="35436">
                  <c:v>0.4101388888884685</c:v>
                </c:pt>
                <c:pt idx="35437">
                  <c:v>0.41015046295797219</c:v>
                </c:pt>
                <c:pt idx="35438">
                  <c:v>0.41016203703475185</c:v>
                </c:pt>
                <c:pt idx="35439">
                  <c:v>0.4101736111115315</c:v>
                </c:pt>
                <c:pt idx="35440">
                  <c:v>0.41018518518103519</c:v>
                </c:pt>
                <c:pt idx="35441">
                  <c:v>0.41019675925781485</c:v>
                </c:pt>
                <c:pt idx="35442">
                  <c:v>0.4102083333345945</c:v>
                </c:pt>
                <c:pt idx="35443">
                  <c:v>0.41021990740409819</c:v>
                </c:pt>
                <c:pt idx="35444">
                  <c:v>0.41023148148087785</c:v>
                </c:pt>
                <c:pt idx="35445">
                  <c:v>0.41024305555038154</c:v>
                </c:pt>
                <c:pt idx="35446">
                  <c:v>0.41025462962716119</c:v>
                </c:pt>
                <c:pt idx="35447">
                  <c:v>0.41026620370394085</c:v>
                </c:pt>
                <c:pt idx="35448">
                  <c:v>0.41027777777344454</c:v>
                </c:pt>
                <c:pt idx="35449">
                  <c:v>0.41028935185022419</c:v>
                </c:pt>
                <c:pt idx="35450">
                  <c:v>0.41030092592700385</c:v>
                </c:pt>
                <c:pt idx="35451">
                  <c:v>0.41031249999650754</c:v>
                </c:pt>
                <c:pt idx="35452">
                  <c:v>0.41032407407328719</c:v>
                </c:pt>
                <c:pt idx="35453">
                  <c:v>0.41033564814279089</c:v>
                </c:pt>
                <c:pt idx="35454">
                  <c:v>0.41034722221957054</c:v>
                </c:pt>
                <c:pt idx="35455">
                  <c:v>0.41035879629635019</c:v>
                </c:pt>
                <c:pt idx="35456">
                  <c:v>0.41037037036585389</c:v>
                </c:pt>
                <c:pt idx="35457">
                  <c:v>0.41038194444263354</c:v>
                </c:pt>
                <c:pt idx="35458">
                  <c:v>0.41039351851941319</c:v>
                </c:pt>
                <c:pt idx="35459">
                  <c:v>0.41040509258891689</c:v>
                </c:pt>
                <c:pt idx="35460">
                  <c:v>0.41041666666569654</c:v>
                </c:pt>
                <c:pt idx="35461">
                  <c:v>0.41042824073520023</c:v>
                </c:pt>
                <c:pt idx="35462">
                  <c:v>0.41043981481197989</c:v>
                </c:pt>
                <c:pt idx="35463">
                  <c:v>0.41045138888875954</c:v>
                </c:pt>
                <c:pt idx="35464">
                  <c:v>0.41046296295826323</c:v>
                </c:pt>
                <c:pt idx="35465">
                  <c:v>0.41047453703504289</c:v>
                </c:pt>
                <c:pt idx="35466">
                  <c:v>0.41048611111182254</c:v>
                </c:pt>
                <c:pt idx="35467">
                  <c:v>0.41049768518132623</c:v>
                </c:pt>
                <c:pt idx="35468">
                  <c:v>0.41050925925810589</c:v>
                </c:pt>
                <c:pt idx="35469">
                  <c:v>0.41052083332760958</c:v>
                </c:pt>
                <c:pt idx="35470">
                  <c:v>0.41053240740438923</c:v>
                </c:pt>
                <c:pt idx="35471">
                  <c:v>0.41054398148116888</c:v>
                </c:pt>
                <c:pt idx="35472">
                  <c:v>0.41055555555067258</c:v>
                </c:pt>
                <c:pt idx="35473">
                  <c:v>0.41056712962745223</c:v>
                </c:pt>
                <c:pt idx="35474">
                  <c:v>0.41057870370423188</c:v>
                </c:pt>
                <c:pt idx="35475">
                  <c:v>0.41059027777373558</c:v>
                </c:pt>
                <c:pt idx="35476">
                  <c:v>0.41060185185051523</c:v>
                </c:pt>
                <c:pt idx="35477">
                  <c:v>0.41061342592001893</c:v>
                </c:pt>
                <c:pt idx="35478">
                  <c:v>0.41062499999679858</c:v>
                </c:pt>
                <c:pt idx="35479">
                  <c:v>0.41063657407357823</c:v>
                </c:pt>
                <c:pt idx="35480">
                  <c:v>0.41064814814308193</c:v>
                </c:pt>
                <c:pt idx="35481">
                  <c:v>0.41065972221986158</c:v>
                </c:pt>
                <c:pt idx="35482">
                  <c:v>0.41067129629664123</c:v>
                </c:pt>
                <c:pt idx="35483">
                  <c:v>0.41068287036614493</c:v>
                </c:pt>
                <c:pt idx="35484">
                  <c:v>0.41069444444292458</c:v>
                </c:pt>
                <c:pt idx="35485">
                  <c:v>0.41070601851970423</c:v>
                </c:pt>
                <c:pt idx="35486">
                  <c:v>0.41071759258920792</c:v>
                </c:pt>
                <c:pt idx="35487">
                  <c:v>0.41072916666598758</c:v>
                </c:pt>
                <c:pt idx="35488">
                  <c:v>0.41074074073549127</c:v>
                </c:pt>
                <c:pt idx="35489">
                  <c:v>0.41075231481227092</c:v>
                </c:pt>
                <c:pt idx="35490">
                  <c:v>0.41076388888905058</c:v>
                </c:pt>
                <c:pt idx="35491">
                  <c:v>0.41077546295855427</c:v>
                </c:pt>
                <c:pt idx="35492">
                  <c:v>0.41078703703533392</c:v>
                </c:pt>
                <c:pt idx="35493">
                  <c:v>0.41079861111211358</c:v>
                </c:pt>
                <c:pt idx="35494">
                  <c:v>0.41081018518161727</c:v>
                </c:pt>
                <c:pt idx="35495">
                  <c:v>0.41082175925839692</c:v>
                </c:pt>
                <c:pt idx="35496">
                  <c:v>0.41083333332790062</c:v>
                </c:pt>
                <c:pt idx="35497">
                  <c:v>0.41084490740468027</c:v>
                </c:pt>
                <c:pt idx="35498">
                  <c:v>0.41085648148145992</c:v>
                </c:pt>
                <c:pt idx="35499">
                  <c:v>0.41086805555096362</c:v>
                </c:pt>
                <c:pt idx="35500">
                  <c:v>0.41087962962774327</c:v>
                </c:pt>
                <c:pt idx="35501">
                  <c:v>0.41089120370452292</c:v>
                </c:pt>
                <c:pt idx="35502">
                  <c:v>0.41090277777402662</c:v>
                </c:pt>
                <c:pt idx="35503">
                  <c:v>0.41091435185080627</c:v>
                </c:pt>
                <c:pt idx="35504">
                  <c:v>0.41092592592030996</c:v>
                </c:pt>
                <c:pt idx="35505">
                  <c:v>0.41093749999708962</c:v>
                </c:pt>
                <c:pt idx="35506">
                  <c:v>0.41094907407386927</c:v>
                </c:pt>
                <c:pt idx="35507">
                  <c:v>0.41096064814337296</c:v>
                </c:pt>
                <c:pt idx="35508">
                  <c:v>0.41097222222015262</c:v>
                </c:pt>
                <c:pt idx="35509">
                  <c:v>0.41098379629693227</c:v>
                </c:pt>
                <c:pt idx="35510">
                  <c:v>0.41099537036643596</c:v>
                </c:pt>
                <c:pt idx="35511">
                  <c:v>0.41100694444321562</c:v>
                </c:pt>
                <c:pt idx="35512">
                  <c:v>0.41101851851271931</c:v>
                </c:pt>
                <c:pt idx="35513">
                  <c:v>0.41103009258949896</c:v>
                </c:pt>
                <c:pt idx="35514">
                  <c:v>0.41104166666627862</c:v>
                </c:pt>
                <c:pt idx="35515">
                  <c:v>0.41105324073578231</c:v>
                </c:pt>
                <c:pt idx="35516">
                  <c:v>0.41106481481256196</c:v>
                </c:pt>
                <c:pt idx="35517">
                  <c:v>0.41107638888934162</c:v>
                </c:pt>
                <c:pt idx="35518">
                  <c:v>0.41108796295884531</c:v>
                </c:pt>
                <c:pt idx="35519">
                  <c:v>0.41109953703562496</c:v>
                </c:pt>
                <c:pt idx="35520">
                  <c:v>0.41111111111240461</c:v>
                </c:pt>
                <c:pt idx="35521">
                  <c:v>0.41112268518190831</c:v>
                </c:pt>
                <c:pt idx="35522">
                  <c:v>0.41113425925868796</c:v>
                </c:pt>
                <c:pt idx="35523">
                  <c:v>0.41114583332819166</c:v>
                </c:pt>
                <c:pt idx="35524">
                  <c:v>0.41115740740497131</c:v>
                </c:pt>
                <c:pt idx="35525">
                  <c:v>0.41116898148175096</c:v>
                </c:pt>
                <c:pt idx="35526">
                  <c:v>0.41118055555125466</c:v>
                </c:pt>
                <c:pt idx="35527">
                  <c:v>0.41119212962803431</c:v>
                </c:pt>
                <c:pt idx="35528">
                  <c:v>0.41120370370481396</c:v>
                </c:pt>
                <c:pt idx="35529">
                  <c:v>0.41121527777431766</c:v>
                </c:pt>
                <c:pt idx="35530">
                  <c:v>0.41122685185109731</c:v>
                </c:pt>
                <c:pt idx="35531">
                  <c:v>0.411238425920601</c:v>
                </c:pt>
                <c:pt idx="35532">
                  <c:v>0.41124999999738066</c:v>
                </c:pt>
                <c:pt idx="35533">
                  <c:v>0.41126157407416031</c:v>
                </c:pt>
                <c:pt idx="35534">
                  <c:v>0.411273148143664</c:v>
                </c:pt>
                <c:pt idx="35535">
                  <c:v>0.41128472222044365</c:v>
                </c:pt>
                <c:pt idx="35536">
                  <c:v>0.41129629629722331</c:v>
                </c:pt>
                <c:pt idx="35537">
                  <c:v>0.411307870366727</c:v>
                </c:pt>
                <c:pt idx="35538">
                  <c:v>0.41131944444350665</c:v>
                </c:pt>
                <c:pt idx="35539">
                  <c:v>0.41133101851301035</c:v>
                </c:pt>
                <c:pt idx="35540">
                  <c:v>0.41134259258979</c:v>
                </c:pt>
                <c:pt idx="35541">
                  <c:v>0.41135416666656965</c:v>
                </c:pt>
                <c:pt idx="35542">
                  <c:v>0.41136574073607335</c:v>
                </c:pt>
                <c:pt idx="35543">
                  <c:v>0.411377314812853</c:v>
                </c:pt>
                <c:pt idx="35544">
                  <c:v>0.41138888888963265</c:v>
                </c:pt>
                <c:pt idx="35545">
                  <c:v>0.41140046295913635</c:v>
                </c:pt>
                <c:pt idx="35546">
                  <c:v>0.411412037035916</c:v>
                </c:pt>
                <c:pt idx="35547">
                  <c:v>0.4114236111054197</c:v>
                </c:pt>
                <c:pt idx="35548">
                  <c:v>0.41143518518219935</c:v>
                </c:pt>
                <c:pt idx="35549">
                  <c:v>0.411446759258979</c:v>
                </c:pt>
                <c:pt idx="35550">
                  <c:v>0.41145833332848269</c:v>
                </c:pt>
                <c:pt idx="35551">
                  <c:v>0.41146990740526235</c:v>
                </c:pt>
                <c:pt idx="35552">
                  <c:v>0.411481481482042</c:v>
                </c:pt>
                <c:pt idx="35553">
                  <c:v>0.41149305555154569</c:v>
                </c:pt>
                <c:pt idx="35554">
                  <c:v>0.41150462962832535</c:v>
                </c:pt>
                <c:pt idx="35555">
                  <c:v>0.41151620369782904</c:v>
                </c:pt>
                <c:pt idx="35556">
                  <c:v>0.41152777777460869</c:v>
                </c:pt>
                <c:pt idx="35557">
                  <c:v>0.41153935185138835</c:v>
                </c:pt>
                <c:pt idx="35558">
                  <c:v>0.41155092592089204</c:v>
                </c:pt>
                <c:pt idx="35559">
                  <c:v>0.41156249999767169</c:v>
                </c:pt>
                <c:pt idx="35560">
                  <c:v>0.41157407407445135</c:v>
                </c:pt>
                <c:pt idx="35561">
                  <c:v>0.41158564814395504</c:v>
                </c:pt>
                <c:pt idx="35562">
                  <c:v>0.41159722222073469</c:v>
                </c:pt>
                <c:pt idx="35563">
                  <c:v>0.41160879629751435</c:v>
                </c:pt>
                <c:pt idx="35564">
                  <c:v>0.41162037036701804</c:v>
                </c:pt>
                <c:pt idx="35565">
                  <c:v>0.41163194444379769</c:v>
                </c:pt>
                <c:pt idx="35566">
                  <c:v>0.41164351851330139</c:v>
                </c:pt>
                <c:pt idx="35567">
                  <c:v>0.41165509259008104</c:v>
                </c:pt>
                <c:pt idx="35568">
                  <c:v>0.41166666666686069</c:v>
                </c:pt>
                <c:pt idx="35569">
                  <c:v>0.41167824073636439</c:v>
                </c:pt>
                <c:pt idx="35570">
                  <c:v>0.41168981481314404</c:v>
                </c:pt>
                <c:pt idx="35571">
                  <c:v>0.41170138888992369</c:v>
                </c:pt>
                <c:pt idx="35572">
                  <c:v>0.41171296295942739</c:v>
                </c:pt>
                <c:pt idx="35573">
                  <c:v>0.41172453703620704</c:v>
                </c:pt>
                <c:pt idx="35574">
                  <c:v>0.41173611110571073</c:v>
                </c:pt>
                <c:pt idx="35575">
                  <c:v>0.41174768518249039</c:v>
                </c:pt>
                <c:pt idx="35576">
                  <c:v>0.41175925925927004</c:v>
                </c:pt>
                <c:pt idx="35577">
                  <c:v>0.41177083332877373</c:v>
                </c:pt>
                <c:pt idx="35578">
                  <c:v>0.41178240740555339</c:v>
                </c:pt>
                <c:pt idx="35579">
                  <c:v>0.41179398148233304</c:v>
                </c:pt>
                <c:pt idx="35580">
                  <c:v>0.41180555555183673</c:v>
                </c:pt>
                <c:pt idx="35581">
                  <c:v>0.41181712962861639</c:v>
                </c:pt>
                <c:pt idx="35582">
                  <c:v>0.41182870369812008</c:v>
                </c:pt>
                <c:pt idx="35583">
                  <c:v>0.41184027777489973</c:v>
                </c:pt>
                <c:pt idx="35584">
                  <c:v>0.41185185185167938</c:v>
                </c:pt>
                <c:pt idx="35585">
                  <c:v>0.41186342592118308</c:v>
                </c:pt>
                <c:pt idx="35586">
                  <c:v>0.41187499999796273</c:v>
                </c:pt>
                <c:pt idx="35587">
                  <c:v>0.41188657407474238</c:v>
                </c:pt>
                <c:pt idx="35588">
                  <c:v>0.41189814814424608</c:v>
                </c:pt>
                <c:pt idx="35589">
                  <c:v>0.41190972222102573</c:v>
                </c:pt>
                <c:pt idx="35590">
                  <c:v>0.41192129629052943</c:v>
                </c:pt>
                <c:pt idx="35591">
                  <c:v>0.41193287036730908</c:v>
                </c:pt>
                <c:pt idx="35592">
                  <c:v>0.41194444444408873</c:v>
                </c:pt>
                <c:pt idx="35593">
                  <c:v>0.41195601851359243</c:v>
                </c:pt>
                <c:pt idx="35594">
                  <c:v>0.41196759259037208</c:v>
                </c:pt>
                <c:pt idx="35595">
                  <c:v>0.41197916666715173</c:v>
                </c:pt>
                <c:pt idx="35596">
                  <c:v>0.41199074073665543</c:v>
                </c:pt>
                <c:pt idx="35597">
                  <c:v>0.41200231481343508</c:v>
                </c:pt>
                <c:pt idx="35598">
                  <c:v>0.41201388889021473</c:v>
                </c:pt>
                <c:pt idx="35599">
                  <c:v>0.41202546295971842</c:v>
                </c:pt>
                <c:pt idx="35600">
                  <c:v>0.41203703703649808</c:v>
                </c:pt>
                <c:pt idx="35601">
                  <c:v>0.41204861110600177</c:v>
                </c:pt>
                <c:pt idx="35602">
                  <c:v>0.41206018518278142</c:v>
                </c:pt>
                <c:pt idx="35603">
                  <c:v>0.41207175925956108</c:v>
                </c:pt>
                <c:pt idx="35604">
                  <c:v>0.41208333332906477</c:v>
                </c:pt>
                <c:pt idx="35605">
                  <c:v>0.41209490740584442</c:v>
                </c:pt>
                <c:pt idx="35606">
                  <c:v>0.41210648148262408</c:v>
                </c:pt>
                <c:pt idx="35607">
                  <c:v>0.41211805555212777</c:v>
                </c:pt>
                <c:pt idx="35608">
                  <c:v>0.41212962962890742</c:v>
                </c:pt>
                <c:pt idx="35609">
                  <c:v>0.41214120369841112</c:v>
                </c:pt>
                <c:pt idx="35610">
                  <c:v>0.41215277777519077</c:v>
                </c:pt>
                <c:pt idx="35611">
                  <c:v>0.41216435185197042</c:v>
                </c:pt>
                <c:pt idx="35612">
                  <c:v>0.41217592592147412</c:v>
                </c:pt>
                <c:pt idx="35613">
                  <c:v>0.41218749999825377</c:v>
                </c:pt>
                <c:pt idx="35614">
                  <c:v>0.41219907407503342</c:v>
                </c:pt>
                <c:pt idx="35615">
                  <c:v>0.41221064814453712</c:v>
                </c:pt>
                <c:pt idx="35616">
                  <c:v>0.41222222222131677</c:v>
                </c:pt>
                <c:pt idx="35617">
                  <c:v>0.41223379629082046</c:v>
                </c:pt>
                <c:pt idx="35618">
                  <c:v>0.41224537036760012</c:v>
                </c:pt>
                <c:pt idx="35619">
                  <c:v>0.41225694444437977</c:v>
                </c:pt>
                <c:pt idx="35620">
                  <c:v>0.41226851851388346</c:v>
                </c:pt>
                <c:pt idx="35621">
                  <c:v>0.41228009259066312</c:v>
                </c:pt>
                <c:pt idx="35622">
                  <c:v>0.41229166666744277</c:v>
                </c:pt>
                <c:pt idx="35623">
                  <c:v>0.41230324073694646</c:v>
                </c:pt>
                <c:pt idx="35624">
                  <c:v>0.41231481481372612</c:v>
                </c:pt>
                <c:pt idx="35625">
                  <c:v>0.41232638888322981</c:v>
                </c:pt>
                <c:pt idx="35626">
                  <c:v>0.41233796296000946</c:v>
                </c:pt>
                <c:pt idx="35627">
                  <c:v>0.41234953703678912</c:v>
                </c:pt>
                <c:pt idx="35628">
                  <c:v>0.41236111110629281</c:v>
                </c:pt>
                <c:pt idx="35629">
                  <c:v>0.41237268518307246</c:v>
                </c:pt>
                <c:pt idx="35630">
                  <c:v>0.41238425925985212</c:v>
                </c:pt>
                <c:pt idx="35631">
                  <c:v>0.41239583332935581</c:v>
                </c:pt>
                <c:pt idx="35632">
                  <c:v>0.41240740740613546</c:v>
                </c:pt>
                <c:pt idx="35633">
                  <c:v>0.41241898147563916</c:v>
                </c:pt>
                <c:pt idx="35634">
                  <c:v>0.41243055555241881</c:v>
                </c:pt>
                <c:pt idx="35635">
                  <c:v>0.41244212962919846</c:v>
                </c:pt>
                <c:pt idx="35636">
                  <c:v>0.41245370369870216</c:v>
                </c:pt>
                <c:pt idx="35637">
                  <c:v>0.41246527777548181</c:v>
                </c:pt>
                <c:pt idx="35638">
                  <c:v>0.41247685185226146</c:v>
                </c:pt>
                <c:pt idx="35639">
                  <c:v>0.41248842592176516</c:v>
                </c:pt>
                <c:pt idx="35640">
                  <c:v>0.41249999999854481</c:v>
                </c:pt>
                <c:pt idx="35641">
                  <c:v>0.41251157407532446</c:v>
                </c:pt>
                <c:pt idx="35642">
                  <c:v>0.41252314814482816</c:v>
                </c:pt>
                <c:pt idx="35643">
                  <c:v>0.41253472222160781</c:v>
                </c:pt>
                <c:pt idx="35644">
                  <c:v>0.4125462962911115</c:v>
                </c:pt>
                <c:pt idx="35645">
                  <c:v>0.41255787036789116</c:v>
                </c:pt>
                <c:pt idx="35646">
                  <c:v>0.41256944444467081</c:v>
                </c:pt>
                <c:pt idx="35647">
                  <c:v>0.4125810185141745</c:v>
                </c:pt>
                <c:pt idx="35648">
                  <c:v>0.41259259259095415</c:v>
                </c:pt>
                <c:pt idx="35649">
                  <c:v>0.41260416666773381</c:v>
                </c:pt>
                <c:pt idx="35650">
                  <c:v>0.4126157407372375</c:v>
                </c:pt>
                <c:pt idx="35651">
                  <c:v>0.41262731481401715</c:v>
                </c:pt>
                <c:pt idx="35652">
                  <c:v>0.41263888888352085</c:v>
                </c:pt>
                <c:pt idx="35653">
                  <c:v>0.4126504629603005</c:v>
                </c:pt>
                <c:pt idx="35654">
                  <c:v>0.41266203703708015</c:v>
                </c:pt>
                <c:pt idx="35655">
                  <c:v>0.41267361110658385</c:v>
                </c:pt>
                <c:pt idx="35656">
                  <c:v>0.4126851851833635</c:v>
                </c:pt>
                <c:pt idx="35657">
                  <c:v>0.41269675926014315</c:v>
                </c:pt>
                <c:pt idx="35658">
                  <c:v>0.41270833332964685</c:v>
                </c:pt>
                <c:pt idx="35659">
                  <c:v>0.4127199074064265</c:v>
                </c:pt>
                <c:pt idx="35660">
                  <c:v>0.4127314814759302</c:v>
                </c:pt>
                <c:pt idx="35661">
                  <c:v>0.41274305555270985</c:v>
                </c:pt>
                <c:pt idx="35662">
                  <c:v>0.4127546296294895</c:v>
                </c:pt>
                <c:pt idx="35663">
                  <c:v>0.41276620369899319</c:v>
                </c:pt>
                <c:pt idx="35664">
                  <c:v>0.41277777777577285</c:v>
                </c:pt>
                <c:pt idx="35665">
                  <c:v>0.4127893518525525</c:v>
                </c:pt>
                <c:pt idx="35666">
                  <c:v>0.41280092592205619</c:v>
                </c:pt>
                <c:pt idx="35667">
                  <c:v>0.41281249999883585</c:v>
                </c:pt>
                <c:pt idx="35668">
                  <c:v>0.41282407406833954</c:v>
                </c:pt>
                <c:pt idx="35669">
                  <c:v>0.41283564814511919</c:v>
                </c:pt>
                <c:pt idx="35670">
                  <c:v>0.41284722222189885</c:v>
                </c:pt>
                <c:pt idx="35671">
                  <c:v>0.41285879629140254</c:v>
                </c:pt>
                <c:pt idx="35672">
                  <c:v>0.41287037036818219</c:v>
                </c:pt>
                <c:pt idx="35673">
                  <c:v>0.41288194444496185</c:v>
                </c:pt>
                <c:pt idx="35674">
                  <c:v>0.41289351851446554</c:v>
                </c:pt>
                <c:pt idx="35675">
                  <c:v>0.41290509259124519</c:v>
                </c:pt>
                <c:pt idx="35676">
                  <c:v>0.41291666666074889</c:v>
                </c:pt>
                <c:pt idx="35677">
                  <c:v>0.41292824073752854</c:v>
                </c:pt>
                <c:pt idx="35678">
                  <c:v>0.41293981481430819</c:v>
                </c:pt>
                <c:pt idx="35679">
                  <c:v>0.41295138888381189</c:v>
                </c:pt>
                <c:pt idx="35680">
                  <c:v>0.41296296296059154</c:v>
                </c:pt>
                <c:pt idx="35681">
                  <c:v>0.41297453703737119</c:v>
                </c:pt>
                <c:pt idx="35682">
                  <c:v>0.41298611110687489</c:v>
                </c:pt>
                <c:pt idx="35683">
                  <c:v>0.41299768518365454</c:v>
                </c:pt>
                <c:pt idx="35684">
                  <c:v>0.41300925926043419</c:v>
                </c:pt>
                <c:pt idx="35685">
                  <c:v>0.41302083332993789</c:v>
                </c:pt>
                <c:pt idx="35686">
                  <c:v>0.41303240740671754</c:v>
                </c:pt>
                <c:pt idx="35687">
                  <c:v>0.41304398147622123</c:v>
                </c:pt>
                <c:pt idx="35688">
                  <c:v>0.41305555555300089</c:v>
                </c:pt>
                <c:pt idx="35689">
                  <c:v>0.41306712962978054</c:v>
                </c:pt>
                <c:pt idx="35690">
                  <c:v>0.41307870369928423</c:v>
                </c:pt>
                <c:pt idx="35691">
                  <c:v>0.41309027777606389</c:v>
                </c:pt>
                <c:pt idx="35692">
                  <c:v>0.41310185185284354</c:v>
                </c:pt>
                <c:pt idx="35693">
                  <c:v>0.41311342592234723</c:v>
                </c:pt>
                <c:pt idx="35694">
                  <c:v>0.41312499999912689</c:v>
                </c:pt>
                <c:pt idx="35695">
                  <c:v>0.41313657406863058</c:v>
                </c:pt>
                <c:pt idx="35696">
                  <c:v>0.41314814814541023</c:v>
                </c:pt>
                <c:pt idx="35697">
                  <c:v>0.41315972222218988</c:v>
                </c:pt>
                <c:pt idx="35698">
                  <c:v>0.41317129629169358</c:v>
                </c:pt>
                <c:pt idx="35699">
                  <c:v>0.41318287036847323</c:v>
                </c:pt>
                <c:pt idx="35700">
                  <c:v>0.41319444444525288</c:v>
                </c:pt>
                <c:pt idx="35701">
                  <c:v>0.41320601851475658</c:v>
                </c:pt>
                <c:pt idx="35702">
                  <c:v>0.41321759259153623</c:v>
                </c:pt>
                <c:pt idx="35703">
                  <c:v>0.41322916666103993</c:v>
                </c:pt>
                <c:pt idx="35704">
                  <c:v>0.41324074073781958</c:v>
                </c:pt>
                <c:pt idx="35705">
                  <c:v>0.41325231481459923</c:v>
                </c:pt>
                <c:pt idx="35706">
                  <c:v>0.41326388888410293</c:v>
                </c:pt>
                <c:pt idx="35707">
                  <c:v>0.41327546296088258</c:v>
                </c:pt>
                <c:pt idx="35708">
                  <c:v>0.41328703703766223</c:v>
                </c:pt>
                <c:pt idx="35709">
                  <c:v>0.41329861110716593</c:v>
                </c:pt>
                <c:pt idx="35710">
                  <c:v>0.41331018518394558</c:v>
                </c:pt>
                <c:pt idx="35711">
                  <c:v>0.41332175925344927</c:v>
                </c:pt>
                <c:pt idx="35712">
                  <c:v>0.41333333333022892</c:v>
                </c:pt>
                <c:pt idx="35713">
                  <c:v>0.41334490740700858</c:v>
                </c:pt>
                <c:pt idx="35714">
                  <c:v>0.41335648147651227</c:v>
                </c:pt>
                <c:pt idx="35715">
                  <c:v>0.41336805555329192</c:v>
                </c:pt>
                <c:pt idx="35716">
                  <c:v>0.41337962963007158</c:v>
                </c:pt>
                <c:pt idx="35717">
                  <c:v>0.41339120369957527</c:v>
                </c:pt>
                <c:pt idx="35718">
                  <c:v>0.41340277777635492</c:v>
                </c:pt>
                <c:pt idx="35719">
                  <c:v>0.41341435185313458</c:v>
                </c:pt>
                <c:pt idx="35720">
                  <c:v>0.41342592592263827</c:v>
                </c:pt>
                <c:pt idx="35721">
                  <c:v>0.41343749999941792</c:v>
                </c:pt>
                <c:pt idx="35722">
                  <c:v>0.41344907406892162</c:v>
                </c:pt>
                <c:pt idx="35723">
                  <c:v>0.41346064814570127</c:v>
                </c:pt>
                <c:pt idx="35724">
                  <c:v>0.41347222222248092</c:v>
                </c:pt>
                <c:pt idx="35725">
                  <c:v>0.41348379629198462</c:v>
                </c:pt>
                <c:pt idx="35726">
                  <c:v>0.41349537036876427</c:v>
                </c:pt>
                <c:pt idx="35727">
                  <c:v>0.41350694444554392</c:v>
                </c:pt>
                <c:pt idx="35728">
                  <c:v>0.41351851851504762</c:v>
                </c:pt>
                <c:pt idx="35729">
                  <c:v>0.41353009259182727</c:v>
                </c:pt>
                <c:pt idx="35730">
                  <c:v>0.41354166666133096</c:v>
                </c:pt>
                <c:pt idx="35731">
                  <c:v>0.41355324073811062</c:v>
                </c:pt>
                <c:pt idx="35732">
                  <c:v>0.41356481481489027</c:v>
                </c:pt>
                <c:pt idx="35733">
                  <c:v>0.41357638888439396</c:v>
                </c:pt>
                <c:pt idx="35734">
                  <c:v>0.41358796296117362</c:v>
                </c:pt>
                <c:pt idx="35735">
                  <c:v>0.41359953703795327</c:v>
                </c:pt>
                <c:pt idx="35736">
                  <c:v>0.41361111110745696</c:v>
                </c:pt>
                <c:pt idx="35737">
                  <c:v>0.41362268518423662</c:v>
                </c:pt>
                <c:pt idx="35738">
                  <c:v>0.41363425925374031</c:v>
                </c:pt>
                <c:pt idx="35739">
                  <c:v>0.41364583333051996</c:v>
                </c:pt>
                <c:pt idx="35740">
                  <c:v>0.41365740740729962</c:v>
                </c:pt>
                <c:pt idx="35741">
                  <c:v>0.41366898147680331</c:v>
                </c:pt>
                <c:pt idx="35742">
                  <c:v>0.41368055555358296</c:v>
                </c:pt>
                <c:pt idx="35743">
                  <c:v>0.41369212963036261</c:v>
                </c:pt>
                <c:pt idx="35744">
                  <c:v>0.41370370369986631</c:v>
                </c:pt>
                <c:pt idx="35745">
                  <c:v>0.41371527777664596</c:v>
                </c:pt>
                <c:pt idx="35746">
                  <c:v>0.41372685184614966</c:v>
                </c:pt>
                <c:pt idx="35747">
                  <c:v>0.41373842592292931</c:v>
                </c:pt>
                <c:pt idx="35748">
                  <c:v>0.41374999999970896</c:v>
                </c:pt>
                <c:pt idx="35749">
                  <c:v>0.41376157406921266</c:v>
                </c:pt>
                <c:pt idx="35750">
                  <c:v>0.41377314814599231</c:v>
                </c:pt>
                <c:pt idx="35751">
                  <c:v>0.41378472222277196</c:v>
                </c:pt>
                <c:pt idx="35752">
                  <c:v>0.41379629629227566</c:v>
                </c:pt>
                <c:pt idx="35753">
                  <c:v>0.41380787036905531</c:v>
                </c:pt>
                <c:pt idx="35754">
                  <c:v>0.413819444438559</c:v>
                </c:pt>
                <c:pt idx="35755">
                  <c:v>0.41383101851533866</c:v>
                </c:pt>
                <c:pt idx="35756">
                  <c:v>0.41384259259211831</c:v>
                </c:pt>
                <c:pt idx="35757">
                  <c:v>0.413854166661622</c:v>
                </c:pt>
                <c:pt idx="35758">
                  <c:v>0.41386574073840166</c:v>
                </c:pt>
                <c:pt idx="35759">
                  <c:v>0.41387731481518131</c:v>
                </c:pt>
                <c:pt idx="35760">
                  <c:v>0.413888888884685</c:v>
                </c:pt>
                <c:pt idx="35761">
                  <c:v>0.41390046296146465</c:v>
                </c:pt>
                <c:pt idx="35762">
                  <c:v>0.41391203703824431</c:v>
                </c:pt>
                <c:pt idx="35763">
                  <c:v>0.413923611107748</c:v>
                </c:pt>
                <c:pt idx="35764">
                  <c:v>0.41393518518452765</c:v>
                </c:pt>
                <c:pt idx="35765">
                  <c:v>0.41394675925403135</c:v>
                </c:pt>
                <c:pt idx="35766">
                  <c:v>0.413958333330811</c:v>
                </c:pt>
                <c:pt idx="35767">
                  <c:v>0.41396990740759065</c:v>
                </c:pt>
                <c:pt idx="35768">
                  <c:v>0.41398148147709435</c:v>
                </c:pt>
                <c:pt idx="35769">
                  <c:v>0.413993055553874</c:v>
                </c:pt>
                <c:pt idx="35770">
                  <c:v>0.41400462963065365</c:v>
                </c:pt>
                <c:pt idx="35771">
                  <c:v>0.41401620370015735</c:v>
                </c:pt>
                <c:pt idx="35772">
                  <c:v>0.414027777776937</c:v>
                </c:pt>
                <c:pt idx="35773">
                  <c:v>0.4140393518464407</c:v>
                </c:pt>
                <c:pt idx="35774">
                  <c:v>0.41405092592322035</c:v>
                </c:pt>
                <c:pt idx="35775">
                  <c:v>0.4140625</c:v>
                </c:pt>
                <c:pt idx="35776">
                  <c:v>0.41407407406950369</c:v>
                </c:pt>
                <c:pt idx="35777">
                  <c:v>0.41408564814628335</c:v>
                </c:pt>
                <c:pt idx="35778">
                  <c:v>0.414097222223063</c:v>
                </c:pt>
                <c:pt idx="35779">
                  <c:v>0.41410879629256669</c:v>
                </c:pt>
                <c:pt idx="35780">
                  <c:v>0.41412037036934635</c:v>
                </c:pt>
                <c:pt idx="35781">
                  <c:v>0.41413194443885004</c:v>
                </c:pt>
                <c:pt idx="35782">
                  <c:v>0.41414351851562969</c:v>
                </c:pt>
                <c:pt idx="35783">
                  <c:v>0.41415509259240935</c:v>
                </c:pt>
                <c:pt idx="35784">
                  <c:v>0.41416666666191304</c:v>
                </c:pt>
                <c:pt idx="35785">
                  <c:v>0.41417824073869269</c:v>
                </c:pt>
                <c:pt idx="35786">
                  <c:v>0.41418981481547235</c:v>
                </c:pt>
                <c:pt idx="35787">
                  <c:v>0.41420138888497604</c:v>
                </c:pt>
                <c:pt idx="35788">
                  <c:v>0.41421296296175569</c:v>
                </c:pt>
                <c:pt idx="35789">
                  <c:v>0.41422453703125939</c:v>
                </c:pt>
                <c:pt idx="35790">
                  <c:v>0.41423611110803904</c:v>
                </c:pt>
                <c:pt idx="35791">
                  <c:v>0.41424768518481869</c:v>
                </c:pt>
                <c:pt idx="35792">
                  <c:v>0.41425925925432239</c:v>
                </c:pt>
                <c:pt idx="35793">
                  <c:v>0.41427083333110204</c:v>
                </c:pt>
                <c:pt idx="35794">
                  <c:v>0.41428240740788169</c:v>
                </c:pt>
                <c:pt idx="35795">
                  <c:v>0.41429398147738539</c:v>
                </c:pt>
                <c:pt idx="35796">
                  <c:v>0.41430555555416504</c:v>
                </c:pt>
                <c:pt idx="35797">
                  <c:v>0.41431712963094469</c:v>
                </c:pt>
                <c:pt idx="35798">
                  <c:v>0.41432870370044839</c:v>
                </c:pt>
                <c:pt idx="35799">
                  <c:v>0.41434027777722804</c:v>
                </c:pt>
                <c:pt idx="35800">
                  <c:v>0.41435185184673173</c:v>
                </c:pt>
                <c:pt idx="35801">
                  <c:v>0.41436342592351139</c:v>
                </c:pt>
                <c:pt idx="35802">
                  <c:v>0.41437500000029104</c:v>
                </c:pt>
                <c:pt idx="35803">
                  <c:v>0.41438657406979473</c:v>
                </c:pt>
                <c:pt idx="35804">
                  <c:v>0.41439814814657439</c:v>
                </c:pt>
                <c:pt idx="35805">
                  <c:v>0.41440972222335404</c:v>
                </c:pt>
                <c:pt idx="35806">
                  <c:v>0.41442129629285773</c:v>
                </c:pt>
                <c:pt idx="35807">
                  <c:v>0.41443287036963739</c:v>
                </c:pt>
                <c:pt idx="35808">
                  <c:v>0.41444444443914108</c:v>
                </c:pt>
                <c:pt idx="35809">
                  <c:v>0.41445601851592073</c:v>
                </c:pt>
                <c:pt idx="35810">
                  <c:v>0.41446759259270038</c:v>
                </c:pt>
                <c:pt idx="35811">
                  <c:v>0.41447916666220408</c:v>
                </c:pt>
                <c:pt idx="35812">
                  <c:v>0.41449074073898373</c:v>
                </c:pt>
                <c:pt idx="35813">
                  <c:v>0.41450231481576338</c:v>
                </c:pt>
                <c:pt idx="35814">
                  <c:v>0.41451388888526708</c:v>
                </c:pt>
                <c:pt idx="35815">
                  <c:v>0.41452546296204673</c:v>
                </c:pt>
                <c:pt idx="35816">
                  <c:v>0.41453703703155043</c:v>
                </c:pt>
                <c:pt idx="35817">
                  <c:v>0.41454861110833008</c:v>
                </c:pt>
                <c:pt idx="35818">
                  <c:v>0.41456018518510973</c:v>
                </c:pt>
                <c:pt idx="35819">
                  <c:v>0.41457175925461343</c:v>
                </c:pt>
                <c:pt idx="35820">
                  <c:v>0.41458333333139308</c:v>
                </c:pt>
                <c:pt idx="35821">
                  <c:v>0.41459490740817273</c:v>
                </c:pt>
                <c:pt idx="35822">
                  <c:v>0.41460648147767643</c:v>
                </c:pt>
                <c:pt idx="35823">
                  <c:v>0.41461805555445608</c:v>
                </c:pt>
                <c:pt idx="35824">
                  <c:v>0.41462962962395977</c:v>
                </c:pt>
                <c:pt idx="35825">
                  <c:v>0.41464120370073942</c:v>
                </c:pt>
                <c:pt idx="35826">
                  <c:v>0.41465277777751908</c:v>
                </c:pt>
                <c:pt idx="35827">
                  <c:v>0.41466435184702277</c:v>
                </c:pt>
                <c:pt idx="35828">
                  <c:v>0.41467592592380242</c:v>
                </c:pt>
                <c:pt idx="35829">
                  <c:v>0.41468750000058208</c:v>
                </c:pt>
                <c:pt idx="35830">
                  <c:v>0.41469907407008577</c:v>
                </c:pt>
                <c:pt idx="35831">
                  <c:v>0.41471064814686542</c:v>
                </c:pt>
                <c:pt idx="35832">
                  <c:v>0.41472222221636912</c:v>
                </c:pt>
                <c:pt idx="35833">
                  <c:v>0.41473379629314877</c:v>
                </c:pt>
                <c:pt idx="35834">
                  <c:v>0.41474537036992842</c:v>
                </c:pt>
                <c:pt idx="35835">
                  <c:v>0.41475694443943212</c:v>
                </c:pt>
                <c:pt idx="35836">
                  <c:v>0.41476851851621177</c:v>
                </c:pt>
                <c:pt idx="35837">
                  <c:v>0.41478009259299142</c:v>
                </c:pt>
                <c:pt idx="35838">
                  <c:v>0.41479166666249512</c:v>
                </c:pt>
                <c:pt idx="35839">
                  <c:v>0.41480324073927477</c:v>
                </c:pt>
                <c:pt idx="35840">
                  <c:v>0.41481481481605442</c:v>
                </c:pt>
                <c:pt idx="35841">
                  <c:v>0.41482638888555812</c:v>
                </c:pt>
                <c:pt idx="35842">
                  <c:v>0.41483796296233777</c:v>
                </c:pt>
                <c:pt idx="35843">
                  <c:v>0.41484953703184146</c:v>
                </c:pt>
                <c:pt idx="35844">
                  <c:v>0.41486111110862112</c:v>
                </c:pt>
                <c:pt idx="35845">
                  <c:v>0.41487268518540077</c:v>
                </c:pt>
                <c:pt idx="35846">
                  <c:v>0.41488425925490446</c:v>
                </c:pt>
                <c:pt idx="35847">
                  <c:v>0.41489583333168412</c:v>
                </c:pt>
                <c:pt idx="35848">
                  <c:v>0.41490740740846377</c:v>
                </c:pt>
                <c:pt idx="35849">
                  <c:v>0.41491898147796746</c:v>
                </c:pt>
                <c:pt idx="35850">
                  <c:v>0.41493055555474712</c:v>
                </c:pt>
                <c:pt idx="35851">
                  <c:v>0.41494212962425081</c:v>
                </c:pt>
                <c:pt idx="35852">
                  <c:v>0.41495370370103046</c:v>
                </c:pt>
                <c:pt idx="35853">
                  <c:v>0.41496527777781012</c:v>
                </c:pt>
                <c:pt idx="35854">
                  <c:v>0.41497685184731381</c:v>
                </c:pt>
                <c:pt idx="35855">
                  <c:v>0.41498842592409346</c:v>
                </c:pt>
                <c:pt idx="35856">
                  <c:v>0.41500000000087311</c:v>
                </c:pt>
                <c:pt idx="35857">
                  <c:v>0.41501157407037681</c:v>
                </c:pt>
                <c:pt idx="35858">
                  <c:v>0.41502314814715646</c:v>
                </c:pt>
                <c:pt idx="35859">
                  <c:v>0.41503472221666016</c:v>
                </c:pt>
                <c:pt idx="35860">
                  <c:v>0.41504629629343981</c:v>
                </c:pt>
                <c:pt idx="35861">
                  <c:v>0.41505787037021946</c:v>
                </c:pt>
                <c:pt idx="35862">
                  <c:v>0.41506944443972316</c:v>
                </c:pt>
                <c:pt idx="35863">
                  <c:v>0.41508101851650281</c:v>
                </c:pt>
                <c:pt idx="35864">
                  <c:v>0.41509259259328246</c:v>
                </c:pt>
                <c:pt idx="35865">
                  <c:v>0.41510416666278616</c:v>
                </c:pt>
                <c:pt idx="35866">
                  <c:v>0.41511574073956581</c:v>
                </c:pt>
                <c:pt idx="35867">
                  <c:v>0.4151273148090695</c:v>
                </c:pt>
                <c:pt idx="35868">
                  <c:v>0.41513888888584916</c:v>
                </c:pt>
                <c:pt idx="35869">
                  <c:v>0.41515046296262881</c:v>
                </c:pt>
                <c:pt idx="35870">
                  <c:v>0.4151620370321325</c:v>
                </c:pt>
                <c:pt idx="35871">
                  <c:v>0.41517361110891216</c:v>
                </c:pt>
                <c:pt idx="35872">
                  <c:v>0.41518518518569181</c:v>
                </c:pt>
                <c:pt idx="35873">
                  <c:v>0.4151967592551955</c:v>
                </c:pt>
                <c:pt idx="35874">
                  <c:v>0.41520833333197515</c:v>
                </c:pt>
                <c:pt idx="35875">
                  <c:v>0.41521990740147885</c:v>
                </c:pt>
                <c:pt idx="35876">
                  <c:v>0.4152314814782585</c:v>
                </c:pt>
                <c:pt idx="35877">
                  <c:v>0.41524305555503815</c:v>
                </c:pt>
                <c:pt idx="35878">
                  <c:v>0.41525462962454185</c:v>
                </c:pt>
                <c:pt idx="35879">
                  <c:v>0.4152662037013215</c:v>
                </c:pt>
                <c:pt idx="35880">
                  <c:v>0.41527777777810115</c:v>
                </c:pt>
                <c:pt idx="35881">
                  <c:v>0.41528935184760485</c:v>
                </c:pt>
                <c:pt idx="35882">
                  <c:v>0.4153009259243845</c:v>
                </c:pt>
                <c:pt idx="35883">
                  <c:v>0.41531250000116415</c:v>
                </c:pt>
                <c:pt idx="35884">
                  <c:v>0.41532407407066785</c:v>
                </c:pt>
                <c:pt idx="35885">
                  <c:v>0.4153356481474475</c:v>
                </c:pt>
                <c:pt idx="35886">
                  <c:v>0.4153472222169512</c:v>
                </c:pt>
                <c:pt idx="35887">
                  <c:v>0.41535879629373085</c:v>
                </c:pt>
                <c:pt idx="35888">
                  <c:v>0.4153703703705105</c:v>
                </c:pt>
                <c:pt idx="35889">
                  <c:v>0.41538194444001419</c:v>
                </c:pt>
                <c:pt idx="35890">
                  <c:v>0.41539351851679385</c:v>
                </c:pt>
                <c:pt idx="35891">
                  <c:v>0.4154050925935735</c:v>
                </c:pt>
                <c:pt idx="35892">
                  <c:v>0.41541666666307719</c:v>
                </c:pt>
                <c:pt idx="35893">
                  <c:v>0.41542824073985685</c:v>
                </c:pt>
                <c:pt idx="35894">
                  <c:v>0.41543981480936054</c:v>
                </c:pt>
                <c:pt idx="35895">
                  <c:v>0.41545138888614019</c:v>
                </c:pt>
                <c:pt idx="35896">
                  <c:v>0.41546296296291985</c:v>
                </c:pt>
                <c:pt idx="35897">
                  <c:v>0.41547453703242354</c:v>
                </c:pt>
                <c:pt idx="35898">
                  <c:v>0.41548611110920319</c:v>
                </c:pt>
                <c:pt idx="35899">
                  <c:v>0.41549768518598285</c:v>
                </c:pt>
                <c:pt idx="35900">
                  <c:v>0.41550925925548654</c:v>
                </c:pt>
                <c:pt idx="35901">
                  <c:v>0.41552083333226619</c:v>
                </c:pt>
                <c:pt idx="35902">
                  <c:v>0.41553240740176989</c:v>
                </c:pt>
                <c:pt idx="35903">
                  <c:v>0.41554398147854954</c:v>
                </c:pt>
                <c:pt idx="35904">
                  <c:v>0.41555555555532919</c:v>
                </c:pt>
                <c:pt idx="35905">
                  <c:v>0.41556712962483289</c:v>
                </c:pt>
                <c:pt idx="35906">
                  <c:v>0.41557870370161254</c:v>
                </c:pt>
                <c:pt idx="35907">
                  <c:v>0.41559027777839219</c:v>
                </c:pt>
                <c:pt idx="35908">
                  <c:v>0.41560185184789589</c:v>
                </c:pt>
                <c:pt idx="35909">
                  <c:v>0.41561342592467554</c:v>
                </c:pt>
                <c:pt idx="35910">
                  <c:v>0.41562499999417923</c:v>
                </c:pt>
                <c:pt idx="35911">
                  <c:v>0.41563657407095889</c:v>
                </c:pt>
                <c:pt idx="35912">
                  <c:v>0.41564814814773854</c:v>
                </c:pt>
                <c:pt idx="35913">
                  <c:v>0.41565972221724223</c:v>
                </c:pt>
                <c:pt idx="35914">
                  <c:v>0.41567129629402189</c:v>
                </c:pt>
                <c:pt idx="35915">
                  <c:v>0.41568287037080154</c:v>
                </c:pt>
                <c:pt idx="35916">
                  <c:v>0.41569444444030523</c:v>
                </c:pt>
                <c:pt idx="35917">
                  <c:v>0.41570601851708489</c:v>
                </c:pt>
                <c:pt idx="35918">
                  <c:v>0.41571759259386454</c:v>
                </c:pt>
                <c:pt idx="35919">
                  <c:v>0.41572916666336823</c:v>
                </c:pt>
                <c:pt idx="35920">
                  <c:v>0.41574074074014788</c:v>
                </c:pt>
                <c:pt idx="35921">
                  <c:v>0.41575231480965158</c:v>
                </c:pt>
                <c:pt idx="35922">
                  <c:v>0.41576388888643123</c:v>
                </c:pt>
                <c:pt idx="35923">
                  <c:v>0.41577546296321088</c:v>
                </c:pt>
                <c:pt idx="35924">
                  <c:v>0.41578703703271458</c:v>
                </c:pt>
                <c:pt idx="35925">
                  <c:v>0.41579861110949423</c:v>
                </c:pt>
                <c:pt idx="35926">
                  <c:v>0.41581018518627388</c:v>
                </c:pt>
                <c:pt idx="35927">
                  <c:v>0.41582175925577758</c:v>
                </c:pt>
                <c:pt idx="35928">
                  <c:v>0.41583333333255723</c:v>
                </c:pt>
                <c:pt idx="35929">
                  <c:v>0.41584490740206093</c:v>
                </c:pt>
                <c:pt idx="35930">
                  <c:v>0.41585648147884058</c:v>
                </c:pt>
                <c:pt idx="35931">
                  <c:v>0.41586805555562023</c:v>
                </c:pt>
                <c:pt idx="35932">
                  <c:v>0.41587962962512393</c:v>
                </c:pt>
                <c:pt idx="35933">
                  <c:v>0.41589120370190358</c:v>
                </c:pt>
                <c:pt idx="35934">
                  <c:v>0.41590277777868323</c:v>
                </c:pt>
                <c:pt idx="35935">
                  <c:v>0.41591435184818693</c:v>
                </c:pt>
                <c:pt idx="35936">
                  <c:v>0.41592592592496658</c:v>
                </c:pt>
                <c:pt idx="35937">
                  <c:v>0.41593749999447027</c:v>
                </c:pt>
                <c:pt idx="35938">
                  <c:v>0.41594907407124992</c:v>
                </c:pt>
                <c:pt idx="35939">
                  <c:v>0.41596064814802958</c:v>
                </c:pt>
                <c:pt idx="35940">
                  <c:v>0.41597222221753327</c:v>
                </c:pt>
                <c:pt idx="35941">
                  <c:v>0.41598379629431292</c:v>
                </c:pt>
                <c:pt idx="35942">
                  <c:v>0.41599537037109258</c:v>
                </c:pt>
                <c:pt idx="35943">
                  <c:v>0.41600694444059627</c:v>
                </c:pt>
                <c:pt idx="35944">
                  <c:v>0.41601851851737592</c:v>
                </c:pt>
                <c:pt idx="35945">
                  <c:v>0.41603009258687962</c:v>
                </c:pt>
                <c:pt idx="35946">
                  <c:v>0.41604166666365927</c:v>
                </c:pt>
                <c:pt idx="35947">
                  <c:v>0.41605324074043892</c:v>
                </c:pt>
                <c:pt idx="35948">
                  <c:v>0.41606481480994262</c:v>
                </c:pt>
                <c:pt idx="35949">
                  <c:v>0.41607638888672227</c:v>
                </c:pt>
                <c:pt idx="35950">
                  <c:v>0.41608796296350192</c:v>
                </c:pt>
                <c:pt idx="35951">
                  <c:v>0.41609953703300562</c:v>
                </c:pt>
                <c:pt idx="35952">
                  <c:v>0.41611111110978527</c:v>
                </c:pt>
                <c:pt idx="35953">
                  <c:v>0.41612268517928896</c:v>
                </c:pt>
                <c:pt idx="35954">
                  <c:v>0.41613425925606862</c:v>
                </c:pt>
                <c:pt idx="35955">
                  <c:v>0.41614583333284827</c:v>
                </c:pt>
                <c:pt idx="35956">
                  <c:v>0.41615740740235196</c:v>
                </c:pt>
                <c:pt idx="35957">
                  <c:v>0.41616898147913162</c:v>
                </c:pt>
                <c:pt idx="35958">
                  <c:v>0.41618055555591127</c:v>
                </c:pt>
                <c:pt idx="35959">
                  <c:v>0.41619212962541496</c:v>
                </c:pt>
                <c:pt idx="35960">
                  <c:v>0.41620370370219462</c:v>
                </c:pt>
                <c:pt idx="35961">
                  <c:v>0.41621527777897427</c:v>
                </c:pt>
                <c:pt idx="35962">
                  <c:v>0.41622685184847796</c:v>
                </c:pt>
                <c:pt idx="35963">
                  <c:v>0.41623842592525762</c:v>
                </c:pt>
                <c:pt idx="35964">
                  <c:v>0.41624999999476131</c:v>
                </c:pt>
                <c:pt idx="35965">
                  <c:v>0.41626157407154096</c:v>
                </c:pt>
                <c:pt idx="35966">
                  <c:v>0.41627314814832062</c:v>
                </c:pt>
                <c:pt idx="35967">
                  <c:v>0.41628472221782431</c:v>
                </c:pt>
                <c:pt idx="35968">
                  <c:v>0.41629629629460396</c:v>
                </c:pt>
                <c:pt idx="35969">
                  <c:v>0.41630787037138361</c:v>
                </c:pt>
                <c:pt idx="35970">
                  <c:v>0.41631944444088731</c:v>
                </c:pt>
                <c:pt idx="35971">
                  <c:v>0.41633101851766696</c:v>
                </c:pt>
                <c:pt idx="35972">
                  <c:v>0.41634259258717066</c:v>
                </c:pt>
                <c:pt idx="35973">
                  <c:v>0.41635416666395031</c:v>
                </c:pt>
                <c:pt idx="35974">
                  <c:v>0.41636574074072996</c:v>
                </c:pt>
                <c:pt idx="35975">
                  <c:v>0.41637731481023366</c:v>
                </c:pt>
                <c:pt idx="35976">
                  <c:v>0.41638888888701331</c:v>
                </c:pt>
                <c:pt idx="35977">
                  <c:v>0.41640046296379296</c:v>
                </c:pt>
                <c:pt idx="35978">
                  <c:v>0.41641203703329666</c:v>
                </c:pt>
                <c:pt idx="35979">
                  <c:v>0.41642361111007631</c:v>
                </c:pt>
                <c:pt idx="35980">
                  <c:v>0.41643518517958</c:v>
                </c:pt>
                <c:pt idx="35981">
                  <c:v>0.41644675925635966</c:v>
                </c:pt>
                <c:pt idx="35982">
                  <c:v>0.41645833333313931</c:v>
                </c:pt>
                <c:pt idx="35983">
                  <c:v>0.416469907402643</c:v>
                </c:pt>
                <c:pt idx="35984">
                  <c:v>0.41648148147942265</c:v>
                </c:pt>
                <c:pt idx="35985">
                  <c:v>0.41649305555620231</c:v>
                </c:pt>
                <c:pt idx="35986">
                  <c:v>0.416504629625706</c:v>
                </c:pt>
                <c:pt idx="35987">
                  <c:v>0.41651620370248565</c:v>
                </c:pt>
                <c:pt idx="35988">
                  <c:v>0.41652777777198935</c:v>
                </c:pt>
                <c:pt idx="35989">
                  <c:v>0.416539351848769</c:v>
                </c:pt>
                <c:pt idx="35990">
                  <c:v>0.41655092592554865</c:v>
                </c:pt>
                <c:pt idx="35991">
                  <c:v>0.41656249999505235</c:v>
                </c:pt>
                <c:pt idx="35992">
                  <c:v>0.416574074071832</c:v>
                </c:pt>
                <c:pt idx="35993">
                  <c:v>0.41658564814861165</c:v>
                </c:pt>
                <c:pt idx="35994">
                  <c:v>0.41659722221811535</c:v>
                </c:pt>
                <c:pt idx="35995">
                  <c:v>0.416608796294895</c:v>
                </c:pt>
                <c:pt idx="35996">
                  <c:v>0.41662037037167465</c:v>
                </c:pt>
                <c:pt idx="35997">
                  <c:v>0.41663194444117835</c:v>
                </c:pt>
                <c:pt idx="35998">
                  <c:v>0.416643518517958</c:v>
                </c:pt>
                <c:pt idx="35999">
                  <c:v>0.4166550925874617</c:v>
                </c:pt>
                <c:pt idx="36000">
                  <c:v>0.41666666666424135</c:v>
                </c:pt>
                <c:pt idx="36001">
                  <c:v>0.416678240741021</c:v>
                </c:pt>
                <c:pt idx="36002">
                  <c:v>0.41668981481052469</c:v>
                </c:pt>
                <c:pt idx="36003">
                  <c:v>0.41670138888730435</c:v>
                </c:pt>
                <c:pt idx="36004">
                  <c:v>0.416712962964084</c:v>
                </c:pt>
                <c:pt idx="36005">
                  <c:v>0.41672453703358769</c:v>
                </c:pt>
                <c:pt idx="36006">
                  <c:v>0.41673611111036735</c:v>
                </c:pt>
                <c:pt idx="36007">
                  <c:v>0.41674768517987104</c:v>
                </c:pt>
                <c:pt idx="36008">
                  <c:v>0.41675925925665069</c:v>
                </c:pt>
                <c:pt idx="36009">
                  <c:v>0.41677083333343035</c:v>
                </c:pt>
                <c:pt idx="36010">
                  <c:v>0.41678240740293404</c:v>
                </c:pt>
                <c:pt idx="36011">
                  <c:v>0.41679398147971369</c:v>
                </c:pt>
                <c:pt idx="36012">
                  <c:v>0.41680555555649335</c:v>
                </c:pt>
                <c:pt idx="36013">
                  <c:v>0.41681712962599704</c:v>
                </c:pt>
                <c:pt idx="36014">
                  <c:v>0.41682870370277669</c:v>
                </c:pt>
                <c:pt idx="36015">
                  <c:v>0.41684027777228039</c:v>
                </c:pt>
                <c:pt idx="36016">
                  <c:v>0.41685185184906004</c:v>
                </c:pt>
                <c:pt idx="36017">
                  <c:v>0.41686342592583969</c:v>
                </c:pt>
                <c:pt idx="36018">
                  <c:v>0.41687499999534339</c:v>
                </c:pt>
                <c:pt idx="36019">
                  <c:v>0.41688657407212304</c:v>
                </c:pt>
                <c:pt idx="36020">
                  <c:v>0.41689814814890269</c:v>
                </c:pt>
                <c:pt idx="36021">
                  <c:v>0.41690972221840639</c:v>
                </c:pt>
                <c:pt idx="36022">
                  <c:v>0.41692129629518604</c:v>
                </c:pt>
                <c:pt idx="36023">
                  <c:v>0.41693287036468973</c:v>
                </c:pt>
                <c:pt idx="36024">
                  <c:v>0.41694444444146939</c:v>
                </c:pt>
                <c:pt idx="36025">
                  <c:v>0.41695601851824904</c:v>
                </c:pt>
                <c:pt idx="36026">
                  <c:v>0.41696759258775273</c:v>
                </c:pt>
                <c:pt idx="36027">
                  <c:v>0.41697916666453239</c:v>
                </c:pt>
                <c:pt idx="36028">
                  <c:v>0.41699074074131204</c:v>
                </c:pt>
                <c:pt idx="36029">
                  <c:v>0.41700231481081573</c:v>
                </c:pt>
                <c:pt idx="36030">
                  <c:v>0.41701388888759539</c:v>
                </c:pt>
                <c:pt idx="36031">
                  <c:v>0.41702546295709908</c:v>
                </c:pt>
                <c:pt idx="36032">
                  <c:v>0.41703703703387873</c:v>
                </c:pt>
                <c:pt idx="36033">
                  <c:v>0.41704861111065838</c:v>
                </c:pt>
                <c:pt idx="36034">
                  <c:v>0.41706018518016208</c:v>
                </c:pt>
                <c:pt idx="36035">
                  <c:v>0.41707175925694173</c:v>
                </c:pt>
                <c:pt idx="36036">
                  <c:v>0.41708333333372138</c:v>
                </c:pt>
                <c:pt idx="36037">
                  <c:v>0.41709490740322508</c:v>
                </c:pt>
                <c:pt idx="36038">
                  <c:v>0.41710648148000473</c:v>
                </c:pt>
                <c:pt idx="36039">
                  <c:v>0.41711805555678438</c:v>
                </c:pt>
                <c:pt idx="36040">
                  <c:v>0.41712962962628808</c:v>
                </c:pt>
                <c:pt idx="36041">
                  <c:v>0.41714120370306773</c:v>
                </c:pt>
                <c:pt idx="36042">
                  <c:v>0.41715277777257143</c:v>
                </c:pt>
                <c:pt idx="36043">
                  <c:v>0.41716435184935108</c:v>
                </c:pt>
                <c:pt idx="36044">
                  <c:v>0.41717592592613073</c:v>
                </c:pt>
                <c:pt idx="36045">
                  <c:v>0.41718749999563443</c:v>
                </c:pt>
                <c:pt idx="36046">
                  <c:v>0.41719907407241408</c:v>
                </c:pt>
                <c:pt idx="36047">
                  <c:v>0.41721064814919373</c:v>
                </c:pt>
                <c:pt idx="36048">
                  <c:v>0.41722222221869742</c:v>
                </c:pt>
                <c:pt idx="36049">
                  <c:v>0.41723379629547708</c:v>
                </c:pt>
                <c:pt idx="36050">
                  <c:v>0.41724537036498077</c:v>
                </c:pt>
                <c:pt idx="36051">
                  <c:v>0.41725694444176042</c:v>
                </c:pt>
                <c:pt idx="36052">
                  <c:v>0.41726851851854008</c:v>
                </c:pt>
                <c:pt idx="36053">
                  <c:v>0.41728009258804377</c:v>
                </c:pt>
                <c:pt idx="36054">
                  <c:v>0.41729166666482342</c:v>
                </c:pt>
                <c:pt idx="36055">
                  <c:v>0.41730324074160308</c:v>
                </c:pt>
                <c:pt idx="36056">
                  <c:v>0.41731481481110677</c:v>
                </c:pt>
                <c:pt idx="36057">
                  <c:v>0.41732638888788642</c:v>
                </c:pt>
                <c:pt idx="36058">
                  <c:v>0.41733796295739012</c:v>
                </c:pt>
                <c:pt idx="36059">
                  <c:v>0.41734953703416977</c:v>
                </c:pt>
                <c:pt idx="36060">
                  <c:v>0.41736111111094942</c:v>
                </c:pt>
                <c:pt idx="36061">
                  <c:v>0.41737268518045312</c:v>
                </c:pt>
                <c:pt idx="36062">
                  <c:v>0.41738425925723277</c:v>
                </c:pt>
                <c:pt idx="36063">
                  <c:v>0.41739583333401242</c:v>
                </c:pt>
                <c:pt idx="36064">
                  <c:v>0.41740740740351612</c:v>
                </c:pt>
                <c:pt idx="36065">
                  <c:v>0.41741898148029577</c:v>
                </c:pt>
                <c:pt idx="36066">
                  <c:v>0.41743055554979946</c:v>
                </c:pt>
                <c:pt idx="36067">
                  <c:v>0.41744212962657912</c:v>
                </c:pt>
                <c:pt idx="36068">
                  <c:v>0.41745370370335877</c:v>
                </c:pt>
                <c:pt idx="36069">
                  <c:v>0.41746527777286246</c:v>
                </c:pt>
                <c:pt idx="36070">
                  <c:v>0.41747685184964212</c:v>
                </c:pt>
                <c:pt idx="36071">
                  <c:v>0.41748842592642177</c:v>
                </c:pt>
                <c:pt idx="36072">
                  <c:v>0.41749999999592546</c:v>
                </c:pt>
                <c:pt idx="36073">
                  <c:v>0.41751157407270512</c:v>
                </c:pt>
                <c:pt idx="36074">
                  <c:v>0.41752314814948477</c:v>
                </c:pt>
                <c:pt idx="36075">
                  <c:v>0.41753472221898846</c:v>
                </c:pt>
                <c:pt idx="36076">
                  <c:v>0.41754629629576812</c:v>
                </c:pt>
                <c:pt idx="36077">
                  <c:v>0.41755787036527181</c:v>
                </c:pt>
                <c:pt idx="36078">
                  <c:v>0.41756944444205146</c:v>
                </c:pt>
                <c:pt idx="36079">
                  <c:v>0.41758101851883112</c:v>
                </c:pt>
                <c:pt idx="36080">
                  <c:v>0.41759259258833481</c:v>
                </c:pt>
                <c:pt idx="36081">
                  <c:v>0.41760416666511446</c:v>
                </c:pt>
                <c:pt idx="36082">
                  <c:v>0.41761574074189411</c:v>
                </c:pt>
                <c:pt idx="36083">
                  <c:v>0.41762731481139781</c:v>
                </c:pt>
                <c:pt idx="36084">
                  <c:v>0.41763888888817746</c:v>
                </c:pt>
                <c:pt idx="36085">
                  <c:v>0.41765046295768116</c:v>
                </c:pt>
                <c:pt idx="36086">
                  <c:v>0.41766203703446081</c:v>
                </c:pt>
                <c:pt idx="36087">
                  <c:v>0.41767361111124046</c:v>
                </c:pt>
                <c:pt idx="36088">
                  <c:v>0.41768518518074416</c:v>
                </c:pt>
                <c:pt idx="36089">
                  <c:v>0.41769675925752381</c:v>
                </c:pt>
                <c:pt idx="36090">
                  <c:v>0.41770833333430346</c:v>
                </c:pt>
                <c:pt idx="36091">
                  <c:v>0.41771990740380716</c:v>
                </c:pt>
                <c:pt idx="36092">
                  <c:v>0.41773148148058681</c:v>
                </c:pt>
                <c:pt idx="36093">
                  <c:v>0.4177430555500905</c:v>
                </c:pt>
                <c:pt idx="36094">
                  <c:v>0.41775462962687016</c:v>
                </c:pt>
                <c:pt idx="36095">
                  <c:v>0.41776620370364981</c:v>
                </c:pt>
                <c:pt idx="36096">
                  <c:v>0.4177777777731535</c:v>
                </c:pt>
                <c:pt idx="36097">
                  <c:v>0.41778935184993315</c:v>
                </c:pt>
                <c:pt idx="36098">
                  <c:v>0.41780092592671281</c:v>
                </c:pt>
                <c:pt idx="36099">
                  <c:v>0.4178124999962165</c:v>
                </c:pt>
                <c:pt idx="36100">
                  <c:v>0.41782407407299615</c:v>
                </c:pt>
                <c:pt idx="36101">
                  <c:v>0.41783564814249985</c:v>
                </c:pt>
                <c:pt idx="36102">
                  <c:v>0.4178472222192795</c:v>
                </c:pt>
                <c:pt idx="36103">
                  <c:v>0.41785879629605915</c:v>
                </c:pt>
                <c:pt idx="36104">
                  <c:v>0.41787037036556285</c:v>
                </c:pt>
                <c:pt idx="36105">
                  <c:v>0.4178819444423425</c:v>
                </c:pt>
                <c:pt idx="36106">
                  <c:v>0.41789351851912215</c:v>
                </c:pt>
                <c:pt idx="36107">
                  <c:v>0.41790509258862585</c:v>
                </c:pt>
                <c:pt idx="36108">
                  <c:v>0.4179166666654055</c:v>
                </c:pt>
                <c:pt idx="36109">
                  <c:v>0.4179282407349092</c:v>
                </c:pt>
                <c:pt idx="36110">
                  <c:v>0.41793981481168885</c:v>
                </c:pt>
                <c:pt idx="36111">
                  <c:v>0.4179513888884685</c:v>
                </c:pt>
                <c:pt idx="36112">
                  <c:v>0.41796296295797219</c:v>
                </c:pt>
                <c:pt idx="36113">
                  <c:v>0.41797453703475185</c:v>
                </c:pt>
                <c:pt idx="36114">
                  <c:v>0.4179861111115315</c:v>
                </c:pt>
                <c:pt idx="36115">
                  <c:v>0.41799768518103519</c:v>
                </c:pt>
                <c:pt idx="36116">
                  <c:v>0.41800925925781485</c:v>
                </c:pt>
                <c:pt idx="36117">
                  <c:v>0.4180208333345945</c:v>
                </c:pt>
                <c:pt idx="36118">
                  <c:v>0.41803240740409819</c:v>
                </c:pt>
                <c:pt idx="36119">
                  <c:v>0.41804398148087785</c:v>
                </c:pt>
                <c:pt idx="36120">
                  <c:v>0.41805555555038154</c:v>
                </c:pt>
                <c:pt idx="36121">
                  <c:v>0.41806712962716119</c:v>
                </c:pt>
                <c:pt idx="36122">
                  <c:v>0.41807870370394085</c:v>
                </c:pt>
                <c:pt idx="36123">
                  <c:v>0.41809027777344454</c:v>
                </c:pt>
                <c:pt idx="36124">
                  <c:v>0.41810185185022419</c:v>
                </c:pt>
                <c:pt idx="36125">
                  <c:v>0.41811342592700385</c:v>
                </c:pt>
                <c:pt idx="36126">
                  <c:v>0.41812499999650754</c:v>
                </c:pt>
                <c:pt idx="36127">
                  <c:v>0.41813657407328719</c:v>
                </c:pt>
                <c:pt idx="36128">
                  <c:v>0.41814814814279089</c:v>
                </c:pt>
                <c:pt idx="36129">
                  <c:v>0.41815972221957054</c:v>
                </c:pt>
                <c:pt idx="36130">
                  <c:v>0.41817129629635019</c:v>
                </c:pt>
                <c:pt idx="36131">
                  <c:v>0.41818287036585389</c:v>
                </c:pt>
                <c:pt idx="36132">
                  <c:v>0.41819444444263354</c:v>
                </c:pt>
                <c:pt idx="36133">
                  <c:v>0.41820601851941319</c:v>
                </c:pt>
                <c:pt idx="36134">
                  <c:v>0.41821759258891689</c:v>
                </c:pt>
                <c:pt idx="36135">
                  <c:v>0.41822916666569654</c:v>
                </c:pt>
                <c:pt idx="36136">
                  <c:v>0.41824074073520023</c:v>
                </c:pt>
                <c:pt idx="36137">
                  <c:v>0.41825231481197989</c:v>
                </c:pt>
                <c:pt idx="36138">
                  <c:v>0.41826388888875954</c:v>
                </c:pt>
                <c:pt idx="36139">
                  <c:v>0.41827546295826323</c:v>
                </c:pt>
                <c:pt idx="36140">
                  <c:v>0.41828703703504289</c:v>
                </c:pt>
                <c:pt idx="36141">
                  <c:v>0.41829861111182254</c:v>
                </c:pt>
                <c:pt idx="36142">
                  <c:v>0.41831018518132623</c:v>
                </c:pt>
                <c:pt idx="36143">
                  <c:v>0.41832175925810589</c:v>
                </c:pt>
                <c:pt idx="36144">
                  <c:v>0.41833333332760958</c:v>
                </c:pt>
                <c:pt idx="36145">
                  <c:v>0.41834490740438923</c:v>
                </c:pt>
                <c:pt idx="36146">
                  <c:v>0.41835648148116888</c:v>
                </c:pt>
                <c:pt idx="36147">
                  <c:v>0.41836805555067258</c:v>
                </c:pt>
                <c:pt idx="36148">
                  <c:v>0.41837962962745223</c:v>
                </c:pt>
                <c:pt idx="36149">
                  <c:v>0.41839120370423188</c:v>
                </c:pt>
                <c:pt idx="36150">
                  <c:v>0.41840277777373558</c:v>
                </c:pt>
                <c:pt idx="36151">
                  <c:v>0.41841435185051523</c:v>
                </c:pt>
                <c:pt idx="36152">
                  <c:v>0.41842592592001893</c:v>
                </c:pt>
                <c:pt idx="36153">
                  <c:v>0.41843749999679858</c:v>
                </c:pt>
                <c:pt idx="36154">
                  <c:v>0.41844907407357823</c:v>
                </c:pt>
                <c:pt idx="36155">
                  <c:v>0.41846064814308193</c:v>
                </c:pt>
                <c:pt idx="36156">
                  <c:v>0.41847222221986158</c:v>
                </c:pt>
                <c:pt idx="36157">
                  <c:v>0.41848379629664123</c:v>
                </c:pt>
                <c:pt idx="36158">
                  <c:v>0.41849537036614493</c:v>
                </c:pt>
                <c:pt idx="36159">
                  <c:v>0.41850694444292458</c:v>
                </c:pt>
                <c:pt idx="36160">
                  <c:v>0.41851851851970423</c:v>
                </c:pt>
                <c:pt idx="36161">
                  <c:v>0.41853009258920792</c:v>
                </c:pt>
                <c:pt idx="36162">
                  <c:v>0.41854166666598758</c:v>
                </c:pt>
                <c:pt idx="36163">
                  <c:v>0.41855324073549127</c:v>
                </c:pt>
                <c:pt idx="36164">
                  <c:v>0.41856481481227092</c:v>
                </c:pt>
                <c:pt idx="36165">
                  <c:v>0.41857638888905058</c:v>
                </c:pt>
                <c:pt idx="36166">
                  <c:v>0.41858796295855427</c:v>
                </c:pt>
                <c:pt idx="36167">
                  <c:v>0.41859953703533392</c:v>
                </c:pt>
                <c:pt idx="36168">
                  <c:v>0.41861111111211358</c:v>
                </c:pt>
                <c:pt idx="36169">
                  <c:v>0.41862268518161727</c:v>
                </c:pt>
                <c:pt idx="36170">
                  <c:v>0.41863425925839692</c:v>
                </c:pt>
                <c:pt idx="36171">
                  <c:v>0.41864583332790062</c:v>
                </c:pt>
                <c:pt idx="36172">
                  <c:v>0.41865740740468027</c:v>
                </c:pt>
                <c:pt idx="36173">
                  <c:v>0.41866898148145992</c:v>
                </c:pt>
                <c:pt idx="36174">
                  <c:v>0.41868055555096362</c:v>
                </c:pt>
                <c:pt idx="36175">
                  <c:v>0.41869212962774327</c:v>
                </c:pt>
                <c:pt idx="36176">
                  <c:v>0.41870370370452292</c:v>
                </c:pt>
                <c:pt idx="36177">
                  <c:v>0.41871527777402662</c:v>
                </c:pt>
                <c:pt idx="36178">
                  <c:v>0.41872685185080627</c:v>
                </c:pt>
                <c:pt idx="36179">
                  <c:v>0.41873842592030996</c:v>
                </c:pt>
                <c:pt idx="36180">
                  <c:v>0.41874999999708962</c:v>
                </c:pt>
                <c:pt idx="36181">
                  <c:v>0.41876157407386927</c:v>
                </c:pt>
                <c:pt idx="36182">
                  <c:v>0.41877314814337296</c:v>
                </c:pt>
                <c:pt idx="36183">
                  <c:v>0.41878472222015262</c:v>
                </c:pt>
                <c:pt idx="36184">
                  <c:v>0.41879629629693227</c:v>
                </c:pt>
                <c:pt idx="36185">
                  <c:v>0.41880787036643596</c:v>
                </c:pt>
                <c:pt idx="36186">
                  <c:v>0.41881944444321562</c:v>
                </c:pt>
                <c:pt idx="36187">
                  <c:v>0.41883101851271931</c:v>
                </c:pt>
                <c:pt idx="36188">
                  <c:v>0.41884259258949896</c:v>
                </c:pt>
                <c:pt idx="36189">
                  <c:v>0.41885416666627862</c:v>
                </c:pt>
                <c:pt idx="36190">
                  <c:v>0.41886574073578231</c:v>
                </c:pt>
                <c:pt idx="36191">
                  <c:v>0.41887731481256196</c:v>
                </c:pt>
                <c:pt idx="36192">
                  <c:v>0.41888888888934162</c:v>
                </c:pt>
                <c:pt idx="36193">
                  <c:v>0.41890046295884531</c:v>
                </c:pt>
                <c:pt idx="36194">
                  <c:v>0.41891203703562496</c:v>
                </c:pt>
                <c:pt idx="36195">
                  <c:v>0.41892361111240461</c:v>
                </c:pt>
                <c:pt idx="36196">
                  <c:v>0.41893518518190831</c:v>
                </c:pt>
                <c:pt idx="36197">
                  <c:v>0.41894675925868796</c:v>
                </c:pt>
                <c:pt idx="36198">
                  <c:v>0.41895833332819166</c:v>
                </c:pt>
                <c:pt idx="36199">
                  <c:v>0.41896990740497131</c:v>
                </c:pt>
                <c:pt idx="36200">
                  <c:v>0.41898148148175096</c:v>
                </c:pt>
                <c:pt idx="36201">
                  <c:v>0.41899305555125466</c:v>
                </c:pt>
                <c:pt idx="36202">
                  <c:v>0.41900462962803431</c:v>
                </c:pt>
                <c:pt idx="36203">
                  <c:v>0.41901620370481396</c:v>
                </c:pt>
                <c:pt idx="36204">
                  <c:v>0.41902777777431766</c:v>
                </c:pt>
                <c:pt idx="36205">
                  <c:v>0.41903935185109731</c:v>
                </c:pt>
                <c:pt idx="36206">
                  <c:v>0.419050925920601</c:v>
                </c:pt>
                <c:pt idx="36207">
                  <c:v>0.41906249999738066</c:v>
                </c:pt>
                <c:pt idx="36208">
                  <c:v>0.41907407407416031</c:v>
                </c:pt>
                <c:pt idx="36209">
                  <c:v>0.419085648143664</c:v>
                </c:pt>
                <c:pt idx="36210">
                  <c:v>0.41909722222044365</c:v>
                </c:pt>
                <c:pt idx="36211">
                  <c:v>0.41910879629722331</c:v>
                </c:pt>
                <c:pt idx="36212">
                  <c:v>0.419120370366727</c:v>
                </c:pt>
                <c:pt idx="36213">
                  <c:v>0.41913194444350665</c:v>
                </c:pt>
                <c:pt idx="36214">
                  <c:v>0.41914351851301035</c:v>
                </c:pt>
                <c:pt idx="36215">
                  <c:v>0.41915509258979</c:v>
                </c:pt>
                <c:pt idx="36216">
                  <c:v>0.41916666666656965</c:v>
                </c:pt>
                <c:pt idx="36217">
                  <c:v>0.41917824073607335</c:v>
                </c:pt>
                <c:pt idx="36218">
                  <c:v>0.419189814812853</c:v>
                </c:pt>
                <c:pt idx="36219">
                  <c:v>0.41920138888963265</c:v>
                </c:pt>
                <c:pt idx="36220">
                  <c:v>0.41921296295913635</c:v>
                </c:pt>
                <c:pt idx="36221">
                  <c:v>0.419224537035916</c:v>
                </c:pt>
                <c:pt idx="36222">
                  <c:v>0.4192361111054197</c:v>
                </c:pt>
                <c:pt idx="36223">
                  <c:v>0.41924768518219935</c:v>
                </c:pt>
                <c:pt idx="36224">
                  <c:v>0.419259259258979</c:v>
                </c:pt>
                <c:pt idx="36225">
                  <c:v>0.41927083332848269</c:v>
                </c:pt>
                <c:pt idx="36226">
                  <c:v>0.41928240740526235</c:v>
                </c:pt>
                <c:pt idx="36227">
                  <c:v>0.419293981482042</c:v>
                </c:pt>
                <c:pt idx="36228">
                  <c:v>0.41930555555154569</c:v>
                </c:pt>
                <c:pt idx="36229">
                  <c:v>0.41931712962832535</c:v>
                </c:pt>
                <c:pt idx="36230">
                  <c:v>0.41932870369782904</c:v>
                </c:pt>
                <c:pt idx="36231">
                  <c:v>0.41934027777460869</c:v>
                </c:pt>
                <c:pt idx="36232">
                  <c:v>0.41935185185138835</c:v>
                </c:pt>
                <c:pt idx="36233">
                  <c:v>0.41936342592089204</c:v>
                </c:pt>
                <c:pt idx="36234">
                  <c:v>0.41937499999767169</c:v>
                </c:pt>
                <c:pt idx="36235">
                  <c:v>0.41938657407445135</c:v>
                </c:pt>
                <c:pt idx="36236">
                  <c:v>0.41939814814395504</c:v>
                </c:pt>
                <c:pt idx="36237">
                  <c:v>0.41940972222073469</c:v>
                </c:pt>
                <c:pt idx="36238">
                  <c:v>0.41942129629751435</c:v>
                </c:pt>
                <c:pt idx="36239">
                  <c:v>0.41943287036701804</c:v>
                </c:pt>
                <c:pt idx="36240">
                  <c:v>0.41944444444379769</c:v>
                </c:pt>
                <c:pt idx="36241">
                  <c:v>0.41945601851330139</c:v>
                </c:pt>
                <c:pt idx="36242">
                  <c:v>0.41946759259008104</c:v>
                </c:pt>
                <c:pt idx="36243">
                  <c:v>0.41947916666686069</c:v>
                </c:pt>
                <c:pt idx="36244">
                  <c:v>0.41949074073636439</c:v>
                </c:pt>
                <c:pt idx="36245">
                  <c:v>0.41950231481314404</c:v>
                </c:pt>
                <c:pt idx="36246">
                  <c:v>0.41951388888992369</c:v>
                </c:pt>
                <c:pt idx="36247">
                  <c:v>0.41952546295942739</c:v>
                </c:pt>
                <c:pt idx="36248">
                  <c:v>0.41953703703620704</c:v>
                </c:pt>
                <c:pt idx="36249">
                  <c:v>0.41954861110571073</c:v>
                </c:pt>
                <c:pt idx="36250">
                  <c:v>0.41956018518249039</c:v>
                </c:pt>
                <c:pt idx="36251">
                  <c:v>0.41957175925927004</c:v>
                </c:pt>
                <c:pt idx="36252">
                  <c:v>0.41958333332877373</c:v>
                </c:pt>
                <c:pt idx="36253">
                  <c:v>0.41959490740555339</c:v>
                </c:pt>
                <c:pt idx="36254">
                  <c:v>0.41960648148233304</c:v>
                </c:pt>
                <c:pt idx="36255">
                  <c:v>0.41961805555183673</c:v>
                </c:pt>
                <c:pt idx="36256">
                  <c:v>0.41962962962861639</c:v>
                </c:pt>
                <c:pt idx="36257">
                  <c:v>0.41964120369812008</c:v>
                </c:pt>
                <c:pt idx="36258">
                  <c:v>0.41965277777489973</c:v>
                </c:pt>
                <c:pt idx="36259">
                  <c:v>0.41966435185167938</c:v>
                </c:pt>
                <c:pt idx="36260">
                  <c:v>0.41967592592118308</c:v>
                </c:pt>
                <c:pt idx="36261">
                  <c:v>0.41968749999796273</c:v>
                </c:pt>
                <c:pt idx="36262">
                  <c:v>0.41969907407474238</c:v>
                </c:pt>
                <c:pt idx="36263">
                  <c:v>0.41971064814424608</c:v>
                </c:pt>
                <c:pt idx="36264">
                  <c:v>0.41972222222102573</c:v>
                </c:pt>
                <c:pt idx="36265">
                  <c:v>0.41973379629052943</c:v>
                </c:pt>
                <c:pt idx="36266">
                  <c:v>0.41974537036730908</c:v>
                </c:pt>
                <c:pt idx="36267">
                  <c:v>0.41975694444408873</c:v>
                </c:pt>
                <c:pt idx="36268">
                  <c:v>0.41976851851359243</c:v>
                </c:pt>
                <c:pt idx="36269">
                  <c:v>0.41978009259037208</c:v>
                </c:pt>
                <c:pt idx="36270">
                  <c:v>0.41979166666715173</c:v>
                </c:pt>
                <c:pt idx="36271">
                  <c:v>0.41980324073665543</c:v>
                </c:pt>
                <c:pt idx="36272">
                  <c:v>0.41981481481343508</c:v>
                </c:pt>
                <c:pt idx="36273">
                  <c:v>0.41982638889021473</c:v>
                </c:pt>
                <c:pt idx="36274">
                  <c:v>0.41983796295971842</c:v>
                </c:pt>
                <c:pt idx="36275">
                  <c:v>0.41984953703649808</c:v>
                </c:pt>
                <c:pt idx="36276">
                  <c:v>0.41986111110600177</c:v>
                </c:pt>
                <c:pt idx="36277">
                  <c:v>0.41987268518278142</c:v>
                </c:pt>
                <c:pt idx="36278">
                  <c:v>0.41988425925956108</c:v>
                </c:pt>
                <c:pt idx="36279">
                  <c:v>0.41989583332906477</c:v>
                </c:pt>
                <c:pt idx="36280">
                  <c:v>0.41990740740584442</c:v>
                </c:pt>
                <c:pt idx="36281">
                  <c:v>0.41991898148262408</c:v>
                </c:pt>
                <c:pt idx="36282">
                  <c:v>0.41993055555212777</c:v>
                </c:pt>
                <c:pt idx="36283">
                  <c:v>0.41994212962890742</c:v>
                </c:pt>
                <c:pt idx="36284">
                  <c:v>0.41995370369841112</c:v>
                </c:pt>
                <c:pt idx="36285">
                  <c:v>0.41996527777519077</c:v>
                </c:pt>
                <c:pt idx="36286">
                  <c:v>0.41997685185197042</c:v>
                </c:pt>
                <c:pt idx="36287">
                  <c:v>0.41998842592147412</c:v>
                </c:pt>
                <c:pt idx="36288">
                  <c:v>0.41999999999825377</c:v>
                </c:pt>
                <c:pt idx="36289">
                  <c:v>0.42001157407503342</c:v>
                </c:pt>
                <c:pt idx="36290">
                  <c:v>0.42002314814453712</c:v>
                </c:pt>
                <c:pt idx="36291">
                  <c:v>0.42003472222131677</c:v>
                </c:pt>
                <c:pt idx="36292">
                  <c:v>0.42004629629082046</c:v>
                </c:pt>
                <c:pt idx="36293">
                  <c:v>0.42005787036760012</c:v>
                </c:pt>
                <c:pt idx="36294">
                  <c:v>0.42006944444437977</c:v>
                </c:pt>
                <c:pt idx="36295">
                  <c:v>0.42008101851388346</c:v>
                </c:pt>
                <c:pt idx="36296">
                  <c:v>0.42009259259066312</c:v>
                </c:pt>
                <c:pt idx="36297">
                  <c:v>0.42010416666744277</c:v>
                </c:pt>
                <c:pt idx="36298">
                  <c:v>0.42011574073694646</c:v>
                </c:pt>
                <c:pt idx="36299">
                  <c:v>0.42012731481372612</c:v>
                </c:pt>
                <c:pt idx="36300">
                  <c:v>0.42013888888322981</c:v>
                </c:pt>
                <c:pt idx="36301">
                  <c:v>0.42015046296000946</c:v>
                </c:pt>
                <c:pt idx="36302">
                  <c:v>0.42016203703678912</c:v>
                </c:pt>
                <c:pt idx="36303">
                  <c:v>0.42017361110629281</c:v>
                </c:pt>
                <c:pt idx="36304">
                  <c:v>0.42018518518307246</c:v>
                </c:pt>
                <c:pt idx="36305">
                  <c:v>0.42019675925985212</c:v>
                </c:pt>
                <c:pt idx="36306">
                  <c:v>0.42020833332935581</c:v>
                </c:pt>
                <c:pt idx="36307">
                  <c:v>0.42021990740613546</c:v>
                </c:pt>
                <c:pt idx="36308">
                  <c:v>0.42023148147563916</c:v>
                </c:pt>
                <c:pt idx="36309">
                  <c:v>0.42024305555241881</c:v>
                </c:pt>
                <c:pt idx="36310">
                  <c:v>0.42025462962919846</c:v>
                </c:pt>
                <c:pt idx="36311">
                  <c:v>0.42026620369870216</c:v>
                </c:pt>
                <c:pt idx="36312">
                  <c:v>0.42027777777548181</c:v>
                </c:pt>
                <c:pt idx="36313">
                  <c:v>0.42028935185226146</c:v>
                </c:pt>
                <c:pt idx="36314">
                  <c:v>0.42030092592176516</c:v>
                </c:pt>
                <c:pt idx="36315">
                  <c:v>0.42031249999854481</c:v>
                </c:pt>
                <c:pt idx="36316">
                  <c:v>0.42032407407532446</c:v>
                </c:pt>
                <c:pt idx="36317">
                  <c:v>0.42033564814482816</c:v>
                </c:pt>
                <c:pt idx="36318">
                  <c:v>0.42034722222160781</c:v>
                </c:pt>
                <c:pt idx="36319">
                  <c:v>0.4203587962911115</c:v>
                </c:pt>
                <c:pt idx="36320">
                  <c:v>0.42037037036789116</c:v>
                </c:pt>
                <c:pt idx="36321">
                  <c:v>0.42038194444467081</c:v>
                </c:pt>
                <c:pt idx="36322">
                  <c:v>0.4203935185141745</c:v>
                </c:pt>
                <c:pt idx="36323">
                  <c:v>0.42040509259095415</c:v>
                </c:pt>
                <c:pt idx="36324">
                  <c:v>0.42041666666773381</c:v>
                </c:pt>
                <c:pt idx="36325">
                  <c:v>0.4204282407372375</c:v>
                </c:pt>
                <c:pt idx="36326">
                  <c:v>0.42043981481401715</c:v>
                </c:pt>
                <c:pt idx="36327">
                  <c:v>0.42045138888352085</c:v>
                </c:pt>
                <c:pt idx="36328">
                  <c:v>0.4204629629603005</c:v>
                </c:pt>
                <c:pt idx="36329">
                  <c:v>0.42047453703708015</c:v>
                </c:pt>
                <c:pt idx="36330">
                  <c:v>0.42048611110658385</c:v>
                </c:pt>
                <c:pt idx="36331">
                  <c:v>0.4204976851833635</c:v>
                </c:pt>
                <c:pt idx="36332">
                  <c:v>0.42050925926014315</c:v>
                </c:pt>
                <c:pt idx="36333">
                  <c:v>0.42052083332964685</c:v>
                </c:pt>
                <c:pt idx="36334">
                  <c:v>0.4205324074064265</c:v>
                </c:pt>
                <c:pt idx="36335">
                  <c:v>0.4205439814759302</c:v>
                </c:pt>
                <c:pt idx="36336">
                  <c:v>0.42055555555270985</c:v>
                </c:pt>
                <c:pt idx="36337">
                  <c:v>0.4205671296294895</c:v>
                </c:pt>
                <c:pt idx="36338">
                  <c:v>0.42057870369899319</c:v>
                </c:pt>
                <c:pt idx="36339">
                  <c:v>0.42059027777577285</c:v>
                </c:pt>
                <c:pt idx="36340">
                  <c:v>0.4206018518525525</c:v>
                </c:pt>
                <c:pt idx="36341">
                  <c:v>0.42061342592205619</c:v>
                </c:pt>
                <c:pt idx="36342">
                  <c:v>0.42062499999883585</c:v>
                </c:pt>
                <c:pt idx="36343">
                  <c:v>0.42063657406833954</c:v>
                </c:pt>
                <c:pt idx="36344">
                  <c:v>0.42064814814511919</c:v>
                </c:pt>
                <c:pt idx="36345">
                  <c:v>0.42065972222189885</c:v>
                </c:pt>
                <c:pt idx="36346">
                  <c:v>0.42067129629140254</c:v>
                </c:pt>
                <c:pt idx="36347">
                  <c:v>0.42068287036818219</c:v>
                </c:pt>
                <c:pt idx="36348">
                  <c:v>0.42069444444496185</c:v>
                </c:pt>
                <c:pt idx="36349">
                  <c:v>0.42070601851446554</c:v>
                </c:pt>
                <c:pt idx="36350">
                  <c:v>0.42071759259124519</c:v>
                </c:pt>
                <c:pt idx="36351">
                  <c:v>0.42072916666074889</c:v>
                </c:pt>
                <c:pt idx="36352">
                  <c:v>0.42074074073752854</c:v>
                </c:pt>
                <c:pt idx="36353">
                  <c:v>0.42075231481430819</c:v>
                </c:pt>
                <c:pt idx="36354">
                  <c:v>0.42076388888381189</c:v>
                </c:pt>
                <c:pt idx="36355">
                  <c:v>0.42077546296059154</c:v>
                </c:pt>
                <c:pt idx="36356">
                  <c:v>0.42078703703737119</c:v>
                </c:pt>
                <c:pt idx="36357">
                  <c:v>0.42079861110687489</c:v>
                </c:pt>
                <c:pt idx="36358">
                  <c:v>0.42081018518365454</c:v>
                </c:pt>
                <c:pt idx="36359">
                  <c:v>0.42082175926043419</c:v>
                </c:pt>
                <c:pt idx="36360">
                  <c:v>0.42083333332993789</c:v>
                </c:pt>
                <c:pt idx="36361">
                  <c:v>0.42084490740671754</c:v>
                </c:pt>
                <c:pt idx="36362">
                  <c:v>0.42085648147622123</c:v>
                </c:pt>
                <c:pt idx="36363">
                  <c:v>0.42086805555300089</c:v>
                </c:pt>
                <c:pt idx="36364">
                  <c:v>0.42087962962978054</c:v>
                </c:pt>
                <c:pt idx="36365">
                  <c:v>0.42089120369928423</c:v>
                </c:pt>
                <c:pt idx="36366">
                  <c:v>0.42090277777606389</c:v>
                </c:pt>
                <c:pt idx="36367">
                  <c:v>0.42091435185284354</c:v>
                </c:pt>
                <c:pt idx="36368">
                  <c:v>0.42092592592234723</c:v>
                </c:pt>
                <c:pt idx="36369">
                  <c:v>0.42093749999912689</c:v>
                </c:pt>
                <c:pt idx="36370">
                  <c:v>0.42094907406863058</c:v>
                </c:pt>
                <c:pt idx="36371">
                  <c:v>0.42096064814541023</c:v>
                </c:pt>
                <c:pt idx="36372">
                  <c:v>0.42097222222218988</c:v>
                </c:pt>
                <c:pt idx="36373">
                  <c:v>0.42098379629169358</c:v>
                </c:pt>
                <c:pt idx="36374">
                  <c:v>0.42099537036847323</c:v>
                </c:pt>
                <c:pt idx="36375">
                  <c:v>0.42100694444525288</c:v>
                </c:pt>
                <c:pt idx="36376">
                  <c:v>0.42101851851475658</c:v>
                </c:pt>
                <c:pt idx="36377">
                  <c:v>0.42103009259153623</c:v>
                </c:pt>
                <c:pt idx="36378">
                  <c:v>0.42104166666103993</c:v>
                </c:pt>
                <c:pt idx="36379">
                  <c:v>0.42105324073781958</c:v>
                </c:pt>
                <c:pt idx="36380">
                  <c:v>0.42106481481459923</c:v>
                </c:pt>
                <c:pt idx="36381">
                  <c:v>0.42107638888410293</c:v>
                </c:pt>
                <c:pt idx="36382">
                  <c:v>0.42108796296088258</c:v>
                </c:pt>
                <c:pt idx="36383">
                  <c:v>0.42109953703766223</c:v>
                </c:pt>
                <c:pt idx="36384">
                  <c:v>0.42111111110716593</c:v>
                </c:pt>
                <c:pt idx="36385">
                  <c:v>0.42112268518394558</c:v>
                </c:pt>
                <c:pt idx="36386">
                  <c:v>0.42113425925344927</c:v>
                </c:pt>
                <c:pt idx="36387">
                  <c:v>0.42114583333022892</c:v>
                </c:pt>
                <c:pt idx="36388">
                  <c:v>0.42115740740700858</c:v>
                </c:pt>
                <c:pt idx="36389">
                  <c:v>0.42116898147651227</c:v>
                </c:pt>
                <c:pt idx="36390">
                  <c:v>0.42118055555329192</c:v>
                </c:pt>
                <c:pt idx="36391">
                  <c:v>0.42119212963007158</c:v>
                </c:pt>
                <c:pt idx="36392">
                  <c:v>0.42120370369957527</c:v>
                </c:pt>
                <c:pt idx="36393">
                  <c:v>0.42121527777635492</c:v>
                </c:pt>
                <c:pt idx="36394">
                  <c:v>0.42122685185313458</c:v>
                </c:pt>
                <c:pt idx="36395">
                  <c:v>0.42123842592263827</c:v>
                </c:pt>
                <c:pt idx="36396">
                  <c:v>0.42124999999941792</c:v>
                </c:pt>
                <c:pt idx="36397">
                  <c:v>0.42126157406892162</c:v>
                </c:pt>
                <c:pt idx="36398">
                  <c:v>0.42127314814570127</c:v>
                </c:pt>
                <c:pt idx="36399">
                  <c:v>0.42128472222248092</c:v>
                </c:pt>
                <c:pt idx="36400">
                  <c:v>0.42129629629198462</c:v>
                </c:pt>
                <c:pt idx="36401">
                  <c:v>0.42130787036876427</c:v>
                </c:pt>
                <c:pt idx="36402">
                  <c:v>0.42131944444554392</c:v>
                </c:pt>
                <c:pt idx="36403">
                  <c:v>0.42133101851504762</c:v>
                </c:pt>
                <c:pt idx="36404">
                  <c:v>0.42134259259182727</c:v>
                </c:pt>
                <c:pt idx="36405">
                  <c:v>0.42135416666133096</c:v>
                </c:pt>
                <c:pt idx="36406">
                  <c:v>0.42136574073811062</c:v>
                </c:pt>
                <c:pt idx="36407">
                  <c:v>0.42137731481489027</c:v>
                </c:pt>
                <c:pt idx="36408">
                  <c:v>0.42138888888439396</c:v>
                </c:pt>
                <c:pt idx="36409">
                  <c:v>0.42140046296117362</c:v>
                </c:pt>
                <c:pt idx="36410">
                  <c:v>0.42141203703795327</c:v>
                </c:pt>
                <c:pt idx="36411">
                  <c:v>0.42142361110745696</c:v>
                </c:pt>
                <c:pt idx="36412">
                  <c:v>0.42143518518423662</c:v>
                </c:pt>
                <c:pt idx="36413">
                  <c:v>0.42144675925374031</c:v>
                </c:pt>
                <c:pt idx="36414">
                  <c:v>0.42145833333051996</c:v>
                </c:pt>
                <c:pt idx="36415">
                  <c:v>0.42146990740729962</c:v>
                </c:pt>
                <c:pt idx="36416">
                  <c:v>0.42148148147680331</c:v>
                </c:pt>
                <c:pt idx="36417">
                  <c:v>0.42149305555358296</c:v>
                </c:pt>
                <c:pt idx="36418">
                  <c:v>0.42150462963036261</c:v>
                </c:pt>
                <c:pt idx="36419">
                  <c:v>0.42151620369986631</c:v>
                </c:pt>
                <c:pt idx="36420">
                  <c:v>0.42152777777664596</c:v>
                </c:pt>
                <c:pt idx="36421">
                  <c:v>0.42153935184614966</c:v>
                </c:pt>
                <c:pt idx="36422">
                  <c:v>0.42155092592292931</c:v>
                </c:pt>
                <c:pt idx="36423">
                  <c:v>0.42156249999970896</c:v>
                </c:pt>
                <c:pt idx="36424">
                  <c:v>0.42157407406921266</c:v>
                </c:pt>
                <c:pt idx="36425">
                  <c:v>0.42158564814599231</c:v>
                </c:pt>
                <c:pt idx="36426">
                  <c:v>0.42159722222277196</c:v>
                </c:pt>
                <c:pt idx="36427">
                  <c:v>0.42160879629227566</c:v>
                </c:pt>
                <c:pt idx="36428">
                  <c:v>0.42162037036905531</c:v>
                </c:pt>
                <c:pt idx="36429">
                  <c:v>0.421631944438559</c:v>
                </c:pt>
                <c:pt idx="36430">
                  <c:v>0.42164351851533866</c:v>
                </c:pt>
                <c:pt idx="36431">
                  <c:v>0.42165509259211831</c:v>
                </c:pt>
                <c:pt idx="36432">
                  <c:v>0.421666666661622</c:v>
                </c:pt>
                <c:pt idx="36433">
                  <c:v>0.42167824073840166</c:v>
                </c:pt>
                <c:pt idx="36434">
                  <c:v>0.42168981481518131</c:v>
                </c:pt>
                <c:pt idx="36435">
                  <c:v>0.421701388884685</c:v>
                </c:pt>
                <c:pt idx="36436">
                  <c:v>0.42171296296146465</c:v>
                </c:pt>
                <c:pt idx="36437">
                  <c:v>0.42172453703824431</c:v>
                </c:pt>
                <c:pt idx="36438">
                  <c:v>0.421736111107748</c:v>
                </c:pt>
                <c:pt idx="36439">
                  <c:v>0.42174768518452765</c:v>
                </c:pt>
                <c:pt idx="36440">
                  <c:v>0.42175925925403135</c:v>
                </c:pt>
                <c:pt idx="36441">
                  <c:v>0.421770833330811</c:v>
                </c:pt>
                <c:pt idx="36442">
                  <c:v>0.42178240740759065</c:v>
                </c:pt>
                <c:pt idx="36443">
                  <c:v>0.42179398147709435</c:v>
                </c:pt>
                <c:pt idx="36444">
                  <c:v>0.421805555553874</c:v>
                </c:pt>
                <c:pt idx="36445">
                  <c:v>0.42181712963065365</c:v>
                </c:pt>
                <c:pt idx="36446">
                  <c:v>0.42182870370015735</c:v>
                </c:pt>
                <c:pt idx="36447">
                  <c:v>0.421840277776937</c:v>
                </c:pt>
                <c:pt idx="36448">
                  <c:v>0.4218518518464407</c:v>
                </c:pt>
                <c:pt idx="36449">
                  <c:v>0.42186342592322035</c:v>
                </c:pt>
                <c:pt idx="36450">
                  <c:v>0.421875</c:v>
                </c:pt>
                <c:pt idx="36451">
                  <c:v>0.42188657406950369</c:v>
                </c:pt>
                <c:pt idx="36452">
                  <c:v>0.42189814814628335</c:v>
                </c:pt>
                <c:pt idx="36453">
                  <c:v>0.421909722223063</c:v>
                </c:pt>
                <c:pt idx="36454">
                  <c:v>0.42192129629256669</c:v>
                </c:pt>
                <c:pt idx="36455">
                  <c:v>0.42193287036934635</c:v>
                </c:pt>
                <c:pt idx="36456">
                  <c:v>0.42194444443885004</c:v>
                </c:pt>
                <c:pt idx="36457">
                  <c:v>0.42195601851562969</c:v>
                </c:pt>
                <c:pt idx="36458">
                  <c:v>0.42196759259240935</c:v>
                </c:pt>
                <c:pt idx="36459">
                  <c:v>0.42197916666191304</c:v>
                </c:pt>
                <c:pt idx="36460">
                  <c:v>0.42199074073869269</c:v>
                </c:pt>
                <c:pt idx="36461">
                  <c:v>0.42200231481547235</c:v>
                </c:pt>
                <c:pt idx="36462">
                  <c:v>0.42201388888497604</c:v>
                </c:pt>
                <c:pt idx="36463">
                  <c:v>0.42202546296175569</c:v>
                </c:pt>
                <c:pt idx="36464">
                  <c:v>0.42203703703125939</c:v>
                </c:pt>
                <c:pt idx="36465">
                  <c:v>0.42204861110803904</c:v>
                </c:pt>
                <c:pt idx="36466">
                  <c:v>0.42206018518481869</c:v>
                </c:pt>
                <c:pt idx="36467">
                  <c:v>0.42207175925432239</c:v>
                </c:pt>
                <c:pt idx="36468">
                  <c:v>0.42208333333110204</c:v>
                </c:pt>
                <c:pt idx="36469">
                  <c:v>0.42209490740788169</c:v>
                </c:pt>
                <c:pt idx="36470">
                  <c:v>0.42210648147738539</c:v>
                </c:pt>
                <c:pt idx="36471">
                  <c:v>0.42211805555416504</c:v>
                </c:pt>
                <c:pt idx="36472">
                  <c:v>0.42212962963094469</c:v>
                </c:pt>
                <c:pt idx="36473">
                  <c:v>0.42214120370044839</c:v>
                </c:pt>
                <c:pt idx="36474">
                  <c:v>0.42215277777722804</c:v>
                </c:pt>
                <c:pt idx="36475">
                  <c:v>0.42216435184673173</c:v>
                </c:pt>
                <c:pt idx="36476">
                  <c:v>0.42217592592351139</c:v>
                </c:pt>
                <c:pt idx="36477">
                  <c:v>0.42218750000029104</c:v>
                </c:pt>
                <c:pt idx="36478">
                  <c:v>0.42219907406979473</c:v>
                </c:pt>
                <c:pt idx="36479">
                  <c:v>0.42221064814657439</c:v>
                </c:pt>
                <c:pt idx="36480">
                  <c:v>0.42222222222335404</c:v>
                </c:pt>
                <c:pt idx="36481">
                  <c:v>0.42223379629285773</c:v>
                </c:pt>
                <c:pt idx="36482">
                  <c:v>0.42224537036963739</c:v>
                </c:pt>
                <c:pt idx="36483">
                  <c:v>0.42225694443914108</c:v>
                </c:pt>
                <c:pt idx="36484">
                  <c:v>0.42226851851592073</c:v>
                </c:pt>
                <c:pt idx="36485">
                  <c:v>0.42228009259270038</c:v>
                </c:pt>
                <c:pt idx="36486">
                  <c:v>0.42229166666220408</c:v>
                </c:pt>
                <c:pt idx="36487">
                  <c:v>0.42230324073898373</c:v>
                </c:pt>
                <c:pt idx="36488">
                  <c:v>0.42231481481576338</c:v>
                </c:pt>
                <c:pt idx="36489">
                  <c:v>0.42232638888526708</c:v>
                </c:pt>
                <c:pt idx="36490">
                  <c:v>0.42233796296204673</c:v>
                </c:pt>
                <c:pt idx="36491">
                  <c:v>0.42234953703155043</c:v>
                </c:pt>
                <c:pt idx="36492">
                  <c:v>0.42236111110833008</c:v>
                </c:pt>
                <c:pt idx="36493">
                  <c:v>0.42237268518510973</c:v>
                </c:pt>
                <c:pt idx="36494">
                  <c:v>0.42238425925461343</c:v>
                </c:pt>
                <c:pt idx="36495">
                  <c:v>0.42239583333139308</c:v>
                </c:pt>
                <c:pt idx="36496">
                  <c:v>0.42240740740817273</c:v>
                </c:pt>
                <c:pt idx="36497">
                  <c:v>0.42241898147767643</c:v>
                </c:pt>
                <c:pt idx="36498">
                  <c:v>0.42243055555445608</c:v>
                </c:pt>
                <c:pt idx="36499">
                  <c:v>0.42244212962395977</c:v>
                </c:pt>
                <c:pt idx="36500">
                  <c:v>0.42245370370073942</c:v>
                </c:pt>
                <c:pt idx="36501">
                  <c:v>0.42246527777751908</c:v>
                </c:pt>
                <c:pt idx="36502">
                  <c:v>0.42247685184702277</c:v>
                </c:pt>
                <c:pt idx="36503">
                  <c:v>0.42248842592380242</c:v>
                </c:pt>
                <c:pt idx="36504">
                  <c:v>0.42250000000058208</c:v>
                </c:pt>
                <c:pt idx="36505">
                  <c:v>0.42251157407008577</c:v>
                </c:pt>
                <c:pt idx="36506">
                  <c:v>0.42252314814686542</c:v>
                </c:pt>
                <c:pt idx="36507">
                  <c:v>0.42253472221636912</c:v>
                </c:pt>
                <c:pt idx="36508">
                  <c:v>0.42254629629314877</c:v>
                </c:pt>
                <c:pt idx="36509">
                  <c:v>0.42255787036992842</c:v>
                </c:pt>
                <c:pt idx="36510">
                  <c:v>0.42256944443943212</c:v>
                </c:pt>
                <c:pt idx="36511">
                  <c:v>0.42258101851621177</c:v>
                </c:pt>
                <c:pt idx="36512">
                  <c:v>0.42259259259299142</c:v>
                </c:pt>
                <c:pt idx="36513">
                  <c:v>0.42260416666249512</c:v>
                </c:pt>
                <c:pt idx="36514">
                  <c:v>0.42261574073927477</c:v>
                </c:pt>
                <c:pt idx="36515">
                  <c:v>0.42262731481605442</c:v>
                </c:pt>
                <c:pt idx="36516">
                  <c:v>0.42263888888555812</c:v>
                </c:pt>
                <c:pt idx="36517">
                  <c:v>0.42265046296233777</c:v>
                </c:pt>
                <c:pt idx="36518">
                  <c:v>0.42266203703184146</c:v>
                </c:pt>
                <c:pt idx="36519">
                  <c:v>0.42267361110862112</c:v>
                </c:pt>
                <c:pt idx="36520">
                  <c:v>0.42268518518540077</c:v>
                </c:pt>
                <c:pt idx="36521">
                  <c:v>0.42269675925490446</c:v>
                </c:pt>
                <c:pt idx="36522">
                  <c:v>0.42270833333168412</c:v>
                </c:pt>
                <c:pt idx="36523">
                  <c:v>0.42271990740846377</c:v>
                </c:pt>
                <c:pt idx="36524">
                  <c:v>0.42273148147796746</c:v>
                </c:pt>
                <c:pt idx="36525">
                  <c:v>0.42274305555474712</c:v>
                </c:pt>
                <c:pt idx="36526">
                  <c:v>0.42275462962425081</c:v>
                </c:pt>
                <c:pt idx="36527">
                  <c:v>0.42276620370103046</c:v>
                </c:pt>
                <c:pt idx="36528">
                  <c:v>0.42277777777781012</c:v>
                </c:pt>
                <c:pt idx="36529">
                  <c:v>0.42278935184731381</c:v>
                </c:pt>
                <c:pt idx="36530">
                  <c:v>0.42280092592409346</c:v>
                </c:pt>
                <c:pt idx="36531">
                  <c:v>0.42281250000087311</c:v>
                </c:pt>
                <c:pt idx="36532">
                  <c:v>0.42282407407037681</c:v>
                </c:pt>
                <c:pt idx="36533">
                  <c:v>0.42283564814715646</c:v>
                </c:pt>
                <c:pt idx="36534">
                  <c:v>0.42284722221666016</c:v>
                </c:pt>
                <c:pt idx="36535">
                  <c:v>0.42285879629343981</c:v>
                </c:pt>
                <c:pt idx="36536">
                  <c:v>0.42287037037021946</c:v>
                </c:pt>
                <c:pt idx="36537">
                  <c:v>0.42288194443972316</c:v>
                </c:pt>
                <c:pt idx="36538">
                  <c:v>0.42289351851650281</c:v>
                </c:pt>
                <c:pt idx="36539">
                  <c:v>0.42290509259328246</c:v>
                </c:pt>
                <c:pt idx="36540">
                  <c:v>0.42291666666278616</c:v>
                </c:pt>
                <c:pt idx="36541">
                  <c:v>0.42292824073956581</c:v>
                </c:pt>
                <c:pt idx="36542">
                  <c:v>0.4229398148090695</c:v>
                </c:pt>
                <c:pt idx="36543">
                  <c:v>0.42295138888584916</c:v>
                </c:pt>
                <c:pt idx="36544">
                  <c:v>0.42296296296262881</c:v>
                </c:pt>
                <c:pt idx="36545">
                  <c:v>0.4229745370321325</c:v>
                </c:pt>
                <c:pt idx="36546">
                  <c:v>0.42298611110891216</c:v>
                </c:pt>
                <c:pt idx="36547">
                  <c:v>0.42299768518569181</c:v>
                </c:pt>
                <c:pt idx="36548">
                  <c:v>0.4230092592551955</c:v>
                </c:pt>
                <c:pt idx="36549">
                  <c:v>0.42302083333197515</c:v>
                </c:pt>
                <c:pt idx="36550">
                  <c:v>0.42303240740147885</c:v>
                </c:pt>
                <c:pt idx="36551">
                  <c:v>0.4230439814782585</c:v>
                </c:pt>
                <c:pt idx="36552">
                  <c:v>0.42305555555503815</c:v>
                </c:pt>
                <c:pt idx="36553">
                  <c:v>0.42306712962454185</c:v>
                </c:pt>
                <c:pt idx="36554">
                  <c:v>0.4230787037013215</c:v>
                </c:pt>
                <c:pt idx="36555">
                  <c:v>0.42309027777810115</c:v>
                </c:pt>
                <c:pt idx="36556">
                  <c:v>0.42310185184760485</c:v>
                </c:pt>
                <c:pt idx="36557">
                  <c:v>0.4231134259243845</c:v>
                </c:pt>
                <c:pt idx="36558">
                  <c:v>0.42312500000116415</c:v>
                </c:pt>
                <c:pt idx="36559">
                  <c:v>0.42313657407066785</c:v>
                </c:pt>
                <c:pt idx="36560">
                  <c:v>0.4231481481474475</c:v>
                </c:pt>
                <c:pt idx="36561">
                  <c:v>0.4231597222169512</c:v>
                </c:pt>
                <c:pt idx="36562">
                  <c:v>0.42317129629373085</c:v>
                </c:pt>
                <c:pt idx="36563">
                  <c:v>0.4231828703705105</c:v>
                </c:pt>
                <c:pt idx="36564">
                  <c:v>0.42319444444001419</c:v>
                </c:pt>
                <c:pt idx="36565">
                  <c:v>0.42320601851679385</c:v>
                </c:pt>
                <c:pt idx="36566">
                  <c:v>0.4232175925935735</c:v>
                </c:pt>
                <c:pt idx="36567">
                  <c:v>0.42322916666307719</c:v>
                </c:pt>
                <c:pt idx="36568">
                  <c:v>0.42324074073985685</c:v>
                </c:pt>
                <c:pt idx="36569">
                  <c:v>0.42325231480936054</c:v>
                </c:pt>
                <c:pt idx="36570">
                  <c:v>0.42326388888614019</c:v>
                </c:pt>
                <c:pt idx="36571">
                  <c:v>0.42327546296291985</c:v>
                </c:pt>
                <c:pt idx="36572">
                  <c:v>0.42328703703242354</c:v>
                </c:pt>
                <c:pt idx="36573">
                  <c:v>0.42329861110920319</c:v>
                </c:pt>
                <c:pt idx="36574">
                  <c:v>0.42331018518598285</c:v>
                </c:pt>
                <c:pt idx="36575">
                  <c:v>0.42332175925548654</c:v>
                </c:pt>
                <c:pt idx="36576">
                  <c:v>0.42333333333226619</c:v>
                </c:pt>
                <c:pt idx="36577">
                  <c:v>0.42334490740176989</c:v>
                </c:pt>
                <c:pt idx="36578">
                  <c:v>0.42335648147854954</c:v>
                </c:pt>
                <c:pt idx="36579">
                  <c:v>0.42336805555532919</c:v>
                </c:pt>
                <c:pt idx="36580">
                  <c:v>0.42337962962483289</c:v>
                </c:pt>
                <c:pt idx="36581">
                  <c:v>0.42339120370161254</c:v>
                </c:pt>
                <c:pt idx="36582">
                  <c:v>0.42340277777839219</c:v>
                </c:pt>
                <c:pt idx="36583">
                  <c:v>0.42341435184789589</c:v>
                </c:pt>
                <c:pt idx="36584">
                  <c:v>0.42342592592467554</c:v>
                </c:pt>
                <c:pt idx="36585">
                  <c:v>0.42343749999417923</c:v>
                </c:pt>
                <c:pt idx="36586">
                  <c:v>0.42344907407095889</c:v>
                </c:pt>
                <c:pt idx="36587">
                  <c:v>0.42346064814773854</c:v>
                </c:pt>
                <c:pt idx="36588">
                  <c:v>0.42347222221724223</c:v>
                </c:pt>
                <c:pt idx="36589">
                  <c:v>0.42348379629402189</c:v>
                </c:pt>
                <c:pt idx="36590">
                  <c:v>0.42349537037080154</c:v>
                </c:pt>
                <c:pt idx="36591">
                  <c:v>0.42350694444030523</c:v>
                </c:pt>
                <c:pt idx="36592">
                  <c:v>0.42351851851708489</c:v>
                </c:pt>
                <c:pt idx="36593">
                  <c:v>0.42353009259386454</c:v>
                </c:pt>
                <c:pt idx="36594">
                  <c:v>0.42354166666336823</c:v>
                </c:pt>
                <c:pt idx="36595">
                  <c:v>0.42355324074014788</c:v>
                </c:pt>
                <c:pt idx="36596">
                  <c:v>0.42356481480965158</c:v>
                </c:pt>
                <c:pt idx="36597">
                  <c:v>0.42357638888643123</c:v>
                </c:pt>
                <c:pt idx="36598">
                  <c:v>0.42358796296321088</c:v>
                </c:pt>
                <c:pt idx="36599">
                  <c:v>0.42359953703271458</c:v>
                </c:pt>
                <c:pt idx="36600">
                  <c:v>0.42361111110949423</c:v>
                </c:pt>
                <c:pt idx="36601">
                  <c:v>0.42362268518627388</c:v>
                </c:pt>
                <c:pt idx="36602">
                  <c:v>0.42363425925577758</c:v>
                </c:pt>
                <c:pt idx="36603">
                  <c:v>0.42364583333255723</c:v>
                </c:pt>
                <c:pt idx="36604">
                  <c:v>0.42365740740206093</c:v>
                </c:pt>
                <c:pt idx="36605">
                  <c:v>0.42366898147884058</c:v>
                </c:pt>
                <c:pt idx="36606">
                  <c:v>0.42368055555562023</c:v>
                </c:pt>
                <c:pt idx="36607">
                  <c:v>0.42369212962512393</c:v>
                </c:pt>
                <c:pt idx="36608">
                  <c:v>0.42370370370190358</c:v>
                </c:pt>
                <c:pt idx="36609">
                  <c:v>0.42371527777868323</c:v>
                </c:pt>
                <c:pt idx="36610">
                  <c:v>0.42372685184818693</c:v>
                </c:pt>
                <c:pt idx="36611">
                  <c:v>0.42373842592496658</c:v>
                </c:pt>
                <c:pt idx="36612">
                  <c:v>0.42374999999447027</c:v>
                </c:pt>
                <c:pt idx="36613">
                  <c:v>0.42376157407124992</c:v>
                </c:pt>
                <c:pt idx="36614">
                  <c:v>0.42377314814802958</c:v>
                </c:pt>
                <c:pt idx="36615">
                  <c:v>0.42378472221753327</c:v>
                </c:pt>
                <c:pt idx="36616">
                  <c:v>0.42379629629431292</c:v>
                </c:pt>
                <c:pt idx="36617">
                  <c:v>0.42380787037109258</c:v>
                </c:pt>
                <c:pt idx="36618">
                  <c:v>0.42381944444059627</c:v>
                </c:pt>
                <c:pt idx="36619">
                  <c:v>0.42383101851737592</c:v>
                </c:pt>
                <c:pt idx="36620">
                  <c:v>0.42384259258687962</c:v>
                </c:pt>
                <c:pt idx="36621">
                  <c:v>0.42385416666365927</c:v>
                </c:pt>
                <c:pt idx="36622">
                  <c:v>0.42386574074043892</c:v>
                </c:pt>
                <c:pt idx="36623">
                  <c:v>0.42387731480994262</c:v>
                </c:pt>
                <c:pt idx="36624">
                  <c:v>0.42388888888672227</c:v>
                </c:pt>
                <c:pt idx="36625">
                  <c:v>0.42390046296350192</c:v>
                </c:pt>
                <c:pt idx="36626">
                  <c:v>0.42391203703300562</c:v>
                </c:pt>
                <c:pt idx="36627">
                  <c:v>0.42392361110978527</c:v>
                </c:pt>
                <c:pt idx="36628">
                  <c:v>0.42393518517928896</c:v>
                </c:pt>
                <c:pt idx="36629">
                  <c:v>0.42394675925606862</c:v>
                </c:pt>
                <c:pt idx="36630">
                  <c:v>0.42395833333284827</c:v>
                </c:pt>
                <c:pt idx="36631">
                  <c:v>0.42396990740235196</c:v>
                </c:pt>
                <c:pt idx="36632">
                  <c:v>0.42398148147913162</c:v>
                </c:pt>
                <c:pt idx="36633">
                  <c:v>0.42399305555591127</c:v>
                </c:pt>
                <c:pt idx="36634">
                  <c:v>0.42400462962541496</c:v>
                </c:pt>
                <c:pt idx="36635">
                  <c:v>0.42401620370219462</c:v>
                </c:pt>
                <c:pt idx="36636">
                  <c:v>0.42402777777897427</c:v>
                </c:pt>
                <c:pt idx="36637">
                  <c:v>0.42403935184847796</c:v>
                </c:pt>
                <c:pt idx="36638">
                  <c:v>0.42405092592525762</c:v>
                </c:pt>
                <c:pt idx="36639">
                  <c:v>0.42406249999476131</c:v>
                </c:pt>
                <c:pt idx="36640">
                  <c:v>0.42407407407154096</c:v>
                </c:pt>
                <c:pt idx="36641">
                  <c:v>0.42408564814832062</c:v>
                </c:pt>
                <c:pt idx="36642">
                  <c:v>0.42409722221782431</c:v>
                </c:pt>
                <c:pt idx="36643">
                  <c:v>0.42410879629460396</c:v>
                </c:pt>
                <c:pt idx="36644">
                  <c:v>0.42412037037138361</c:v>
                </c:pt>
                <c:pt idx="36645">
                  <c:v>0.42413194444088731</c:v>
                </c:pt>
                <c:pt idx="36646">
                  <c:v>0.42414351851766696</c:v>
                </c:pt>
                <c:pt idx="36647">
                  <c:v>0.42415509258717066</c:v>
                </c:pt>
                <c:pt idx="36648">
                  <c:v>0.42416666666395031</c:v>
                </c:pt>
                <c:pt idx="36649">
                  <c:v>0.42417824074072996</c:v>
                </c:pt>
                <c:pt idx="36650">
                  <c:v>0.42418981481023366</c:v>
                </c:pt>
                <c:pt idx="36651">
                  <c:v>0.42420138888701331</c:v>
                </c:pt>
                <c:pt idx="36652">
                  <c:v>0.42421296296379296</c:v>
                </c:pt>
                <c:pt idx="36653">
                  <c:v>0.42422453703329666</c:v>
                </c:pt>
                <c:pt idx="36654">
                  <c:v>0.42423611111007631</c:v>
                </c:pt>
                <c:pt idx="36655">
                  <c:v>0.42424768517958</c:v>
                </c:pt>
                <c:pt idx="36656">
                  <c:v>0.42425925925635966</c:v>
                </c:pt>
                <c:pt idx="36657">
                  <c:v>0.42427083333313931</c:v>
                </c:pt>
                <c:pt idx="36658">
                  <c:v>0.424282407402643</c:v>
                </c:pt>
                <c:pt idx="36659">
                  <c:v>0.42429398147942265</c:v>
                </c:pt>
                <c:pt idx="36660">
                  <c:v>0.42430555555620231</c:v>
                </c:pt>
                <c:pt idx="36661">
                  <c:v>0.424317129625706</c:v>
                </c:pt>
                <c:pt idx="36662">
                  <c:v>0.42432870370248565</c:v>
                </c:pt>
                <c:pt idx="36663">
                  <c:v>0.42434027777198935</c:v>
                </c:pt>
                <c:pt idx="36664">
                  <c:v>0.424351851848769</c:v>
                </c:pt>
                <c:pt idx="36665">
                  <c:v>0.42436342592554865</c:v>
                </c:pt>
                <c:pt idx="36666">
                  <c:v>0.42437499999505235</c:v>
                </c:pt>
                <c:pt idx="36667">
                  <c:v>0.424386574071832</c:v>
                </c:pt>
                <c:pt idx="36668">
                  <c:v>0.42439814814861165</c:v>
                </c:pt>
                <c:pt idx="36669">
                  <c:v>0.42440972221811535</c:v>
                </c:pt>
                <c:pt idx="36670">
                  <c:v>0.424421296294895</c:v>
                </c:pt>
                <c:pt idx="36671">
                  <c:v>0.42443287037167465</c:v>
                </c:pt>
                <c:pt idx="36672">
                  <c:v>0.42444444444117835</c:v>
                </c:pt>
                <c:pt idx="36673">
                  <c:v>0.424456018517958</c:v>
                </c:pt>
                <c:pt idx="36674">
                  <c:v>0.4244675925874617</c:v>
                </c:pt>
                <c:pt idx="36675">
                  <c:v>0.42447916666424135</c:v>
                </c:pt>
                <c:pt idx="36676">
                  <c:v>0.424490740741021</c:v>
                </c:pt>
                <c:pt idx="36677">
                  <c:v>0.42450231481052469</c:v>
                </c:pt>
                <c:pt idx="36678">
                  <c:v>0.42451388888730435</c:v>
                </c:pt>
                <c:pt idx="36679">
                  <c:v>0.424525462964084</c:v>
                </c:pt>
                <c:pt idx="36680">
                  <c:v>0.42453703703358769</c:v>
                </c:pt>
                <c:pt idx="36681">
                  <c:v>0.42454861111036735</c:v>
                </c:pt>
                <c:pt idx="36682">
                  <c:v>0.42456018517987104</c:v>
                </c:pt>
                <c:pt idx="36683">
                  <c:v>0.42457175925665069</c:v>
                </c:pt>
                <c:pt idx="36684">
                  <c:v>0.42458333333343035</c:v>
                </c:pt>
                <c:pt idx="36685">
                  <c:v>0.42459490740293404</c:v>
                </c:pt>
                <c:pt idx="36686">
                  <c:v>0.42460648147971369</c:v>
                </c:pt>
                <c:pt idx="36687">
                  <c:v>0.42461805555649335</c:v>
                </c:pt>
                <c:pt idx="36688">
                  <c:v>0.42462962962599704</c:v>
                </c:pt>
                <c:pt idx="36689">
                  <c:v>0.42464120370277669</c:v>
                </c:pt>
                <c:pt idx="36690">
                  <c:v>0.42465277777228039</c:v>
                </c:pt>
                <c:pt idx="36691">
                  <c:v>0.42466435184906004</c:v>
                </c:pt>
                <c:pt idx="36692">
                  <c:v>0.42467592592583969</c:v>
                </c:pt>
                <c:pt idx="36693">
                  <c:v>0.42468749999534339</c:v>
                </c:pt>
                <c:pt idx="36694">
                  <c:v>0.42469907407212304</c:v>
                </c:pt>
                <c:pt idx="36695">
                  <c:v>0.42471064814890269</c:v>
                </c:pt>
                <c:pt idx="36696">
                  <c:v>0.42472222221840639</c:v>
                </c:pt>
                <c:pt idx="36697">
                  <c:v>0.42473379629518604</c:v>
                </c:pt>
                <c:pt idx="36698">
                  <c:v>0.42474537036468973</c:v>
                </c:pt>
                <c:pt idx="36699">
                  <c:v>0.42475694444146939</c:v>
                </c:pt>
                <c:pt idx="36700">
                  <c:v>0.42476851851824904</c:v>
                </c:pt>
                <c:pt idx="36701">
                  <c:v>0.42478009258775273</c:v>
                </c:pt>
                <c:pt idx="36702">
                  <c:v>0.42479166666453239</c:v>
                </c:pt>
                <c:pt idx="36703">
                  <c:v>0.42480324074131204</c:v>
                </c:pt>
                <c:pt idx="36704">
                  <c:v>0.42481481481081573</c:v>
                </c:pt>
                <c:pt idx="36705">
                  <c:v>0.42482638888759539</c:v>
                </c:pt>
                <c:pt idx="36706">
                  <c:v>0.42483796295709908</c:v>
                </c:pt>
                <c:pt idx="36707">
                  <c:v>0.42484953703387873</c:v>
                </c:pt>
                <c:pt idx="36708">
                  <c:v>0.42486111111065838</c:v>
                </c:pt>
                <c:pt idx="36709">
                  <c:v>0.42487268518016208</c:v>
                </c:pt>
                <c:pt idx="36710">
                  <c:v>0.42488425925694173</c:v>
                </c:pt>
                <c:pt idx="36711">
                  <c:v>0.42489583333372138</c:v>
                </c:pt>
                <c:pt idx="36712">
                  <c:v>0.42490740740322508</c:v>
                </c:pt>
                <c:pt idx="36713">
                  <c:v>0.42491898148000473</c:v>
                </c:pt>
                <c:pt idx="36714">
                  <c:v>0.42493055555678438</c:v>
                </c:pt>
                <c:pt idx="36715">
                  <c:v>0.42494212962628808</c:v>
                </c:pt>
                <c:pt idx="36716">
                  <c:v>0.42495370370306773</c:v>
                </c:pt>
                <c:pt idx="36717">
                  <c:v>0.42496527777257143</c:v>
                </c:pt>
                <c:pt idx="36718">
                  <c:v>0.42497685184935108</c:v>
                </c:pt>
                <c:pt idx="36719">
                  <c:v>0.42498842592613073</c:v>
                </c:pt>
                <c:pt idx="36720">
                  <c:v>0.42499999999563443</c:v>
                </c:pt>
                <c:pt idx="36721">
                  <c:v>0.42501157407241408</c:v>
                </c:pt>
                <c:pt idx="36722">
                  <c:v>0.42502314814919373</c:v>
                </c:pt>
                <c:pt idx="36723">
                  <c:v>0.42503472221869742</c:v>
                </c:pt>
                <c:pt idx="36724">
                  <c:v>0.42504629629547708</c:v>
                </c:pt>
                <c:pt idx="36725">
                  <c:v>0.42505787036498077</c:v>
                </c:pt>
                <c:pt idx="36726">
                  <c:v>0.42506944444176042</c:v>
                </c:pt>
                <c:pt idx="36727">
                  <c:v>0.42508101851854008</c:v>
                </c:pt>
                <c:pt idx="36728">
                  <c:v>0.42509259258804377</c:v>
                </c:pt>
                <c:pt idx="36729">
                  <c:v>0.42510416666482342</c:v>
                </c:pt>
                <c:pt idx="36730">
                  <c:v>0.42511574074160308</c:v>
                </c:pt>
                <c:pt idx="36731">
                  <c:v>0.42512731481110677</c:v>
                </c:pt>
                <c:pt idx="36732">
                  <c:v>0.42513888888788642</c:v>
                </c:pt>
                <c:pt idx="36733">
                  <c:v>0.42515046295739012</c:v>
                </c:pt>
                <c:pt idx="36734">
                  <c:v>0.42516203703416977</c:v>
                </c:pt>
                <c:pt idx="36735">
                  <c:v>0.42517361111094942</c:v>
                </c:pt>
                <c:pt idx="36736">
                  <c:v>0.42518518518045312</c:v>
                </c:pt>
                <c:pt idx="36737">
                  <c:v>0.42519675925723277</c:v>
                </c:pt>
                <c:pt idx="36738">
                  <c:v>0.42520833333401242</c:v>
                </c:pt>
                <c:pt idx="36739">
                  <c:v>0.42521990740351612</c:v>
                </c:pt>
                <c:pt idx="36740">
                  <c:v>0.42523148148029577</c:v>
                </c:pt>
                <c:pt idx="36741">
                  <c:v>0.42524305554979946</c:v>
                </c:pt>
                <c:pt idx="36742">
                  <c:v>0.42525462962657912</c:v>
                </c:pt>
                <c:pt idx="36743">
                  <c:v>0.42526620370335877</c:v>
                </c:pt>
                <c:pt idx="36744">
                  <c:v>0.42527777777286246</c:v>
                </c:pt>
                <c:pt idx="36745">
                  <c:v>0.42528935184964212</c:v>
                </c:pt>
                <c:pt idx="36746">
                  <c:v>0.42530092592642177</c:v>
                </c:pt>
                <c:pt idx="36747">
                  <c:v>0.42531249999592546</c:v>
                </c:pt>
                <c:pt idx="36748">
                  <c:v>0.42532407407270512</c:v>
                </c:pt>
                <c:pt idx="36749">
                  <c:v>0.42533564814948477</c:v>
                </c:pt>
                <c:pt idx="36750">
                  <c:v>0.42534722221898846</c:v>
                </c:pt>
                <c:pt idx="36751">
                  <c:v>0.42535879629576812</c:v>
                </c:pt>
                <c:pt idx="36752">
                  <c:v>0.42537037036527181</c:v>
                </c:pt>
                <c:pt idx="36753">
                  <c:v>0.42538194444205146</c:v>
                </c:pt>
                <c:pt idx="36754">
                  <c:v>0.42539351851883112</c:v>
                </c:pt>
                <c:pt idx="36755">
                  <c:v>0.42540509258833481</c:v>
                </c:pt>
                <c:pt idx="36756">
                  <c:v>0.42541666666511446</c:v>
                </c:pt>
                <c:pt idx="36757">
                  <c:v>0.42542824074189411</c:v>
                </c:pt>
                <c:pt idx="36758">
                  <c:v>0.42543981481139781</c:v>
                </c:pt>
                <c:pt idx="36759">
                  <c:v>0.42545138888817746</c:v>
                </c:pt>
                <c:pt idx="36760">
                  <c:v>0.42546296295768116</c:v>
                </c:pt>
                <c:pt idx="36761">
                  <c:v>0.42547453703446081</c:v>
                </c:pt>
                <c:pt idx="36762">
                  <c:v>0.42548611111124046</c:v>
                </c:pt>
                <c:pt idx="36763">
                  <c:v>0.42549768518074416</c:v>
                </c:pt>
                <c:pt idx="36764">
                  <c:v>0.42550925925752381</c:v>
                </c:pt>
                <c:pt idx="36765">
                  <c:v>0.42552083333430346</c:v>
                </c:pt>
                <c:pt idx="36766">
                  <c:v>0.42553240740380716</c:v>
                </c:pt>
                <c:pt idx="36767">
                  <c:v>0.42554398148058681</c:v>
                </c:pt>
                <c:pt idx="36768">
                  <c:v>0.4255555555500905</c:v>
                </c:pt>
                <c:pt idx="36769">
                  <c:v>0.42556712962687016</c:v>
                </c:pt>
                <c:pt idx="36770">
                  <c:v>0.42557870370364981</c:v>
                </c:pt>
                <c:pt idx="36771">
                  <c:v>0.4255902777731535</c:v>
                </c:pt>
                <c:pt idx="36772">
                  <c:v>0.42560185184993315</c:v>
                </c:pt>
                <c:pt idx="36773">
                  <c:v>0.42561342592671281</c:v>
                </c:pt>
                <c:pt idx="36774">
                  <c:v>0.4256249999962165</c:v>
                </c:pt>
                <c:pt idx="36775">
                  <c:v>0.42563657407299615</c:v>
                </c:pt>
                <c:pt idx="36776">
                  <c:v>0.42564814814249985</c:v>
                </c:pt>
                <c:pt idx="36777">
                  <c:v>0.4256597222192795</c:v>
                </c:pt>
                <c:pt idx="36778">
                  <c:v>0.42567129629605915</c:v>
                </c:pt>
                <c:pt idx="36779">
                  <c:v>0.42568287036556285</c:v>
                </c:pt>
                <c:pt idx="36780">
                  <c:v>0.4256944444423425</c:v>
                </c:pt>
                <c:pt idx="36781">
                  <c:v>0.42570601851912215</c:v>
                </c:pt>
                <c:pt idx="36782">
                  <c:v>0.42571759258862585</c:v>
                </c:pt>
                <c:pt idx="36783">
                  <c:v>0.4257291666654055</c:v>
                </c:pt>
                <c:pt idx="36784">
                  <c:v>0.4257407407349092</c:v>
                </c:pt>
                <c:pt idx="36785">
                  <c:v>0.42575231481168885</c:v>
                </c:pt>
                <c:pt idx="36786">
                  <c:v>0.4257638888884685</c:v>
                </c:pt>
                <c:pt idx="36787">
                  <c:v>0.42577546295797219</c:v>
                </c:pt>
                <c:pt idx="36788">
                  <c:v>0.42578703703475185</c:v>
                </c:pt>
                <c:pt idx="36789">
                  <c:v>0.4257986111115315</c:v>
                </c:pt>
                <c:pt idx="36790">
                  <c:v>0.42581018518103519</c:v>
                </c:pt>
                <c:pt idx="36791">
                  <c:v>0.42582175925781485</c:v>
                </c:pt>
                <c:pt idx="36792">
                  <c:v>0.4258333333345945</c:v>
                </c:pt>
                <c:pt idx="36793">
                  <c:v>0.42584490740409819</c:v>
                </c:pt>
                <c:pt idx="36794">
                  <c:v>0.42585648148087785</c:v>
                </c:pt>
                <c:pt idx="36795">
                  <c:v>0.42586805555038154</c:v>
                </c:pt>
                <c:pt idx="36796">
                  <c:v>0.42587962962716119</c:v>
                </c:pt>
                <c:pt idx="36797">
                  <c:v>0.42589120370394085</c:v>
                </c:pt>
                <c:pt idx="36798">
                  <c:v>0.42590277777344454</c:v>
                </c:pt>
                <c:pt idx="36799">
                  <c:v>0.42591435185022419</c:v>
                </c:pt>
                <c:pt idx="36800">
                  <c:v>0.42592592592700385</c:v>
                </c:pt>
                <c:pt idx="36801">
                  <c:v>0.42593749999650754</c:v>
                </c:pt>
                <c:pt idx="36802">
                  <c:v>0.42594907407328719</c:v>
                </c:pt>
                <c:pt idx="36803">
                  <c:v>0.42596064814279089</c:v>
                </c:pt>
                <c:pt idx="36804">
                  <c:v>0.42597222221957054</c:v>
                </c:pt>
                <c:pt idx="36805">
                  <c:v>0.42598379629635019</c:v>
                </c:pt>
                <c:pt idx="36806">
                  <c:v>0.42599537036585389</c:v>
                </c:pt>
                <c:pt idx="36807">
                  <c:v>0.42600694444263354</c:v>
                </c:pt>
                <c:pt idx="36808">
                  <c:v>0.42601851851941319</c:v>
                </c:pt>
                <c:pt idx="36809">
                  <c:v>0.42603009258891689</c:v>
                </c:pt>
                <c:pt idx="36810">
                  <c:v>0.42604166666569654</c:v>
                </c:pt>
                <c:pt idx="36811">
                  <c:v>0.42605324073520023</c:v>
                </c:pt>
                <c:pt idx="36812">
                  <c:v>0.42606481481197989</c:v>
                </c:pt>
                <c:pt idx="36813">
                  <c:v>0.42607638888875954</c:v>
                </c:pt>
                <c:pt idx="36814">
                  <c:v>0.42608796295826323</c:v>
                </c:pt>
                <c:pt idx="36815">
                  <c:v>0.42609953703504289</c:v>
                </c:pt>
                <c:pt idx="36816">
                  <c:v>0.42611111111182254</c:v>
                </c:pt>
                <c:pt idx="36817">
                  <c:v>0.42612268518132623</c:v>
                </c:pt>
                <c:pt idx="36818">
                  <c:v>0.42613425925810589</c:v>
                </c:pt>
                <c:pt idx="36819">
                  <c:v>0.42614583332760958</c:v>
                </c:pt>
                <c:pt idx="36820">
                  <c:v>0.42615740740438923</c:v>
                </c:pt>
                <c:pt idx="36821">
                  <c:v>0.42616898148116888</c:v>
                </c:pt>
                <c:pt idx="36822">
                  <c:v>0.42618055555067258</c:v>
                </c:pt>
                <c:pt idx="36823">
                  <c:v>0.42619212962745223</c:v>
                </c:pt>
                <c:pt idx="36824">
                  <c:v>0.42620370370423188</c:v>
                </c:pt>
                <c:pt idx="36825">
                  <c:v>0.42621527777373558</c:v>
                </c:pt>
                <c:pt idx="36826">
                  <c:v>0.42622685185051523</c:v>
                </c:pt>
                <c:pt idx="36827">
                  <c:v>0.42623842592001893</c:v>
                </c:pt>
                <c:pt idx="36828">
                  <c:v>0.42624999999679858</c:v>
                </c:pt>
                <c:pt idx="36829">
                  <c:v>0.42626157407357823</c:v>
                </c:pt>
                <c:pt idx="36830">
                  <c:v>0.42627314814308193</c:v>
                </c:pt>
                <c:pt idx="36831">
                  <c:v>0.42628472221986158</c:v>
                </c:pt>
                <c:pt idx="36832">
                  <c:v>0.42629629629664123</c:v>
                </c:pt>
                <c:pt idx="36833">
                  <c:v>0.42630787036614493</c:v>
                </c:pt>
                <c:pt idx="36834">
                  <c:v>0.42631944444292458</c:v>
                </c:pt>
                <c:pt idx="36835">
                  <c:v>0.42633101851970423</c:v>
                </c:pt>
                <c:pt idx="36836">
                  <c:v>0.42634259258920792</c:v>
                </c:pt>
                <c:pt idx="36837">
                  <c:v>0.42635416666598758</c:v>
                </c:pt>
                <c:pt idx="36838">
                  <c:v>0.42636574073549127</c:v>
                </c:pt>
                <c:pt idx="36839">
                  <c:v>0.42637731481227092</c:v>
                </c:pt>
                <c:pt idx="36840">
                  <c:v>0.42638888888905058</c:v>
                </c:pt>
                <c:pt idx="36841">
                  <c:v>0.42640046295855427</c:v>
                </c:pt>
                <c:pt idx="36842">
                  <c:v>0.42641203703533392</c:v>
                </c:pt>
                <c:pt idx="36843">
                  <c:v>0.42642361111211358</c:v>
                </c:pt>
                <c:pt idx="36844">
                  <c:v>0.42643518518161727</c:v>
                </c:pt>
                <c:pt idx="36845">
                  <c:v>0.42644675925839692</c:v>
                </c:pt>
                <c:pt idx="36846">
                  <c:v>0.42645833332790062</c:v>
                </c:pt>
                <c:pt idx="36847">
                  <c:v>0.42646990740468027</c:v>
                </c:pt>
                <c:pt idx="36848">
                  <c:v>0.42648148148145992</c:v>
                </c:pt>
                <c:pt idx="36849">
                  <c:v>0.42649305555096362</c:v>
                </c:pt>
                <c:pt idx="36850">
                  <c:v>0.42650462962774327</c:v>
                </c:pt>
                <c:pt idx="36851">
                  <c:v>0.42651620370452292</c:v>
                </c:pt>
                <c:pt idx="36852">
                  <c:v>0.42652777777402662</c:v>
                </c:pt>
                <c:pt idx="36853">
                  <c:v>0.42653935185080627</c:v>
                </c:pt>
                <c:pt idx="36854">
                  <c:v>0.42655092592030996</c:v>
                </c:pt>
                <c:pt idx="36855">
                  <c:v>0.42656249999708962</c:v>
                </c:pt>
                <c:pt idx="36856">
                  <c:v>0.42657407407386927</c:v>
                </c:pt>
                <c:pt idx="36857">
                  <c:v>0.42658564814337296</c:v>
                </c:pt>
                <c:pt idx="36858">
                  <c:v>0.42659722222015262</c:v>
                </c:pt>
                <c:pt idx="36859">
                  <c:v>0.42660879629693227</c:v>
                </c:pt>
                <c:pt idx="36860">
                  <c:v>0.42662037036643596</c:v>
                </c:pt>
                <c:pt idx="36861">
                  <c:v>0.42663194444321562</c:v>
                </c:pt>
                <c:pt idx="36862">
                  <c:v>0.42664351851271931</c:v>
                </c:pt>
                <c:pt idx="36863">
                  <c:v>0.42665509258949896</c:v>
                </c:pt>
                <c:pt idx="36864">
                  <c:v>0.42666666666627862</c:v>
                </c:pt>
                <c:pt idx="36865">
                  <c:v>0.42667824073578231</c:v>
                </c:pt>
                <c:pt idx="36866">
                  <c:v>0.42668981481256196</c:v>
                </c:pt>
                <c:pt idx="36867">
                  <c:v>0.42670138888934162</c:v>
                </c:pt>
                <c:pt idx="36868">
                  <c:v>0.42671296295884531</c:v>
                </c:pt>
                <c:pt idx="36869">
                  <c:v>0.42672453703562496</c:v>
                </c:pt>
                <c:pt idx="36870">
                  <c:v>0.42673611111240461</c:v>
                </c:pt>
                <c:pt idx="36871">
                  <c:v>0.42674768518190831</c:v>
                </c:pt>
                <c:pt idx="36872">
                  <c:v>0.42675925925868796</c:v>
                </c:pt>
                <c:pt idx="36873">
                  <c:v>0.42677083332819166</c:v>
                </c:pt>
                <c:pt idx="36874">
                  <c:v>0.42678240740497131</c:v>
                </c:pt>
                <c:pt idx="36875">
                  <c:v>0.42679398148175096</c:v>
                </c:pt>
                <c:pt idx="36876">
                  <c:v>0.42680555555125466</c:v>
                </c:pt>
                <c:pt idx="36877">
                  <c:v>0.42681712962803431</c:v>
                </c:pt>
                <c:pt idx="36878">
                  <c:v>0.42682870370481396</c:v>
                </c:pt>
                <c:pt idx="36879">
                  <c:v>0.42684027777431766</c:v>
                </c:pt>
                <c:pt idx="36880">
                  <c:v>0.42685185185109731</c:v>
                </c:pt>
                <c:pt idx="36881">
                  <c:v>0.426863425920601</c:v>
                </c:pt>
                <c:pt idx="36882">
                  <c:v>0.42687499999738066</c:v>
                </c:pt>
                <c:pt idx="36883">
                  <c:v>0.42688657407416031</c:v>
                </c:pt>
                <c:pt idx="36884">
                  <c:v>0.426898148143664</c:v>
                </c:pt>
                <c:pt idx="36885">
                  <c:v>0.42690972222044365</c:v>
                </c:pt>
                <c:pt idx="36886">
                  <c:v>0.42692129629722331</c:v>
                </c:pt>
                <c:pt idx="36887">
                  <c:v>0.426932870366727</c:v>
                </c:pt>
                <c:pt idx="36888">
                  <c:v>0.42694444444350665</c:v>
                </c:pt>
                <c:pt idx="36889">
                  <c:v>0.42695601851301035</c:v>
                </c:pt>
                <c:pt idx="36890">
                  <c:v>0.42696759258979</c:v>
                </c:pt>
                <c:pt idx="36891">
                  <c:v>0.42697916666656965</c:v>
                </c:pt>
                <c:pt idx="36892">
                  <c:v>0.42699074073607335</c:v>
                </c:pt>
                <c:pt idx="36893">
                  <c:v>0.427002314812853</c:v>
                </c:pt>
                <c:pt idx="36894">
                  <c:v>0.42701388888963265</c:v>
                </c:pt>
                <c:pt idx="36895">
                  <c:v>0.42702546295913635</c:v>
                </c:pt>
                <c:pt idx="36896">
                  <c:v>0.427037037035916</c:v>
                </c:pt>
                <c:pt idx="36897">
                  <c:v>0.4270486111054197</c:v>
                </c:pt>
                <c:pt idx="36898">
                  <c:v>0.42706018518219935</c:v>
                </c:pt>
                <c:pt idx="36899">
                  <c:v>0.427071759258979</c:v>
                </c:pt>
                <c:pt idx="36900">
                  <c:v>0.42708333332848269</c:v>
                </c:pt>
                <c:pt idx="36901">
                  <c:v>0.42709490740526235</c:v>
                </c:pt>
                <c:pt idx="36902">
                  <c:v>0.427106481482042</c:v>
                </c:pt>
                <c:pt idx="36903">
                  <c:v>0.42711805555154569</c:v>
                </c:pt>
                <c:pt idx="36904">
                  <c:v>0.42712962962832535</c:v>
                </c:pt>
                <c:pt idx="36905">
                  <c:v>0.42714120369782904</c:v>
                </c:pt>
                <c:pt idx="36906">
                  <c:v>0.42715277777460869</c:v>
                </c:pt>
                <c:pt idx="36907">
                  <c:v>0.42716435185138835</c:v>
                </c:pt>
                <c:pt idx="36908">
                  <c:v>0.42717592592089204</c:v>
                </c:pt>
                <c:pt idx="36909">
                  <c:v>0.42718749999767169</c:v>
                </c:pt>
                <c:pt idx="36910">
                  <c:v>0.42719907407445135</c:v>
                </c:pt>
                <c:pt idx="36911">
                  <c:v>0.42721064814395504</c:v>
                </c:pt>
                <c:pt idx="36912">
                  <c:v>0.42722222222073469</c:v>
                </c:pt>
                <c:pt idx="36913">
                  <c:v>0.42723379629751435</c:v>
                </c:pt>
                <c:pt idx="36914">
                  <c:v>0.42724537036701804</c:v>
                </c:pt>
                <c:pt idx="36915">
                  <c:v>0.42725694444379769</c:v>
                </c:pt>
                <c:pt idx="36916">
                  <c:v>0.42726851851330139</c:v>
                </c:pt>
                <c:pt idx="36917">
                  <c:v>0.42728009259008104</c:v>
                </c:pt>
                <c:pt idx="36918">
                  <c:v>0.42729166666686069</c:v>
                </c:pt>
                <c:pt idx="36919">
                  <c:v>0.42730324073636439</c:v>
                </c:pt>
                <c:pt idx="36920">
                  <c:v>0.42731481481314404</c:v>
                </c:pt>
                <c:pt idx="36921">
                  <c:v>0.42732638888992369</c:v>
                </c:pt>
                <c:pt idx="36922">
                  <c:v>0.42733796295942739</c:v>
                </c:pt>
                <c:pt idx="36923">
                  <c:v>0.42734953703620704</c:v>
                </c:pt>
                <c:pt idx="36924">
                  <c:v>0.42736111110571073</c:v>
                </c:pt>
                <c:pt idx="36925">
                  <c:v>0.42737268518249039</c:v>
                </c:pt>
                <c:pt idx="36926">
                  <c:v>0.42738425925927004</c:v>
                </c:pt>
                <c:pt idx="36927">
                  <c:v>0.42739583332877373</c:v>
                </c:pt>
                <c:pt idx="36928">
                  <c:v>0.42740740740555339</c:v>
                </c:pt>
                <c:pt idx="36929">
                  <c:v>0.42741898148233304</c:v>
                </c:pt>
                <c:pt idx="36930">
                  <c:v>0.42743055555183673</c:v>
                </c:pt>
                <c:pt idx="36931">
                  <c:v>0.42744212962861639</c:v>
                </c:pt>
                <c:pt idx="36932">
                  <c:v>0.42745370369812008</c:v>
                </c:pt>
                <c:pt idx="36933">
                  <c:v>0.42746527777489973</c:v>
                </c:pt>
                <c:pt idx="36934">
                  <c:v>0.42747685185167938</c:v>
                </c:pt>
                <c:pt idx="36935">
                  <c:v>0.42748842592118308</c:v>
                </c:pt>
                <c:pt idx="36936">
                  <c:v>0.42749999999796273</c:v>
                </c:pt>
                <c:pt idx="36937">
                  <c:v>0.42751157407474238</c:v>
                </c:pt>
                <c:pt idx="36938">
                  <c:v>0.42752314814424608</c:v>
                </c:pt>
                <c:pt idx="36939">
                  <c:v>0.42753472222102573</c:v>
                </c:pt>
                <c:pt idx="36940">
                  <c:v>0.42754629629052943</c:v>
                </c:pt>
                <c:pt idx="36941">
                  <c:v>0.42755787036730908</c:v>
                </c:pt>
                <c:pt idx="36942">
                  <c:v>0.42756944444408873</c:v>
                </c:pt>
                <c:pt idx="36943">
                  <c:v>0.42758101851359243</c:v>
                </c:pt>
                <c:pt idx="36944">
                  <c:v>0.42759259259037208</c:v>
                </c:pt>
                <c:pt idx="36945">
                  <c:v>0.42760416666715173</c:v>
                </c:pt>
                <c:pt idx="36946">
                  <c:v>0.42761574073665543</c:v>
                </c:pt>
                <c:pt idx="36947">
                  <c:v>0.42762731481343508</c:v>
                </c:pt>
                <c:pt idx="36948">
                  <c:v>0.42763888889021473</c:v>
                </c:pt>
                <c:pt idx="36949">
                  <c:v>0.42765046295971842</c:v>
                </c:pt>
                <c:pt idx="36950">
                  <c:v>0.42766203703649808</c:v>
                </c:pt>
                <c:pt idx="36951">
                  <c:v>0.42767361110600177</c:v>
                </c:pt>
                <c:pt idx="36952">
                  <c:v>0.42768518518278142</c:v>
                </c:pt>
                <c:pt idx="36953">
                  <c:v>0.42769675925956108</c:v>
                </c:pt>
                <c:pt idx="36954">
                  <c:v>0.42770833332906477</c:v>
                </c:pt>
                <c:pt idx="36955">
                  <c:v>0.42771990740584442</c:v>
                </c:pt>
                <c:pt idx="36956">
                  <c:v>0.42773148148262408</c:v>
                </c:pt>
                <c:pt idx="36957">
                  <c:v>0.42774305555212777</c:v>
                </c:pt>
                <c:pt idx="36958">
                  <c:v>0.42775462962890742</c:v>
                </c:pt>
                <c:pt idx="36959">
                  <c:v>0.42776620369841112</c:v>
                </c:pt>
                <c:pt idx="36960">
                  <c:v>0.42777777777519077</c:v>
                </c:pt>
                <c:pt idx="36961">
                  <c:v>0.42778935185197042</c:v>
                </c:pt>
                <c:pt idx="36962">
                  <c:v>0.42780092592147412</c:v>
                </c:pt>
                <c:pt idx="36963">
                  <c:v>0.42781249999825377</c:v>
                </c:pt>
                <c:pt idx="36964">
                  <c:v>0.42782407407503342</c:v>
                </c:pt>
                <c:pt idx="36965">
                  <c:v>0.42783564814453712</c:v>
                </c:pt>
                <c:pt idx="36966">
                  <c:v>0.42784722222131677</c:v>
                </c:pt>
                <c:pt idx="36967">
                  <c:v>0.42785879629082046</c:v>
                </c:pt>
                <c:pt idx="36968">
                  <c:v>0.42787037036760012</c:v>
                </c:pt>
                <c:pt idx="36969">
                  <c:v>0.42788194444437977</c:v>
                </c:pt>
                <c:pt idx="36970">
                  <c:v>0.42789351851388346</c:v>
                </c:pt>
                <c:pt idx="36971">
                  <c:v>0.42790509259066312</c:v>
                </c:pt>
                <c:pt idx="36972">
                  <c:v>0.42791666666744277</c:v>
                </c:pt>
                <c:pt idx="36973">
                  <c:v>0.42792824073694646</c:v>
                </c:pt>
                <c:pt idx="36974">
                  <c:v>0.42793981481372612</c:v>
                </c:pt>
                <c:pt idx="36975">
                  <c:v>0.42795138888322981</c:v>
                </c:pt>
                <c:pt idx="36976">
                  <c:v>0.42796296296000946</c:v>
                </c:pt>
                <c:pt idx="36977">
                  <c:v>0.42797453703678912</c:v>
                </c:pt>
                <c:pt idx="36978">
                  <c:v>0.42798611110629281</c:v>
                </c:pt>
                <c:pt idx="36979">
                  <c:v>0.42799768518307246</c:v>
                </c:pt>
                <c:pt idx="36980">
                  <c:v>0.42800925925985212</c:v>
                </c:pt>
                <c:pt idx="36981">
                  <c:v>0.42802083332935581</c:v>
                </c:pt>
                <c:pt idx="36982">
                  <c:v>0.42803240740613546</c:v>
                </c:pt>
                <c:pt idx="36983">
                  <c:v>0.42804398147563916</c:v>
                </c:pt>
                <c:pt idx="36984">
                  <c:v>0.42805555555241881</c:v>
                </c:pt>
                <c:pt idx="36985">
                  <c:v>0.42806712962919846</c:v>
                </c:pt>
                <c:pt idx="36986">
                  <c:v>0.42807870369870216</c:v>
                </c:pt>
                <c:pt idx="36987">
                  <c:v>0.42809027777548181</c:v>
                </c:pt>
                <c:pt idx="36988">
                  <c:v>0.42810185185226146</c:v>
                </c:pt>
                <c:pt idx="36989">
                  <c:v>0.42811342592176516</c:v>
                </c:pt>
                <c:pt idx="36990">
                  <c:v>0.42812499999854481</c:v>
                </c:pt>
                <c:pt idx="36991">
                  <c:v>0.42813657407532446</c:v>
                </c:pt>
                <c:pt idx="36992">
                  <c:v>0.42814814814482816</c:v>
                </c:pt>
                <c:pt idx="36993">
                  <c:v>0.42815972222160781</c:v>
                </c:pt>
                <c:pt idx="36994">
                  <c:v>0.4281712962911115</c:v>
                </c:pt>
                <c:pt idx="36995">
                  <c:v>0.42818287036789116</c:v>
                </c:pt>
                <c:pt idx="36996">
                  <c:v>0.42819444444467081</c:v>
                </c:pt>
                <c:pt idx="36997">
                  <c:v>0.4282060185141745</c:v>
                </c:pt>
                <c:pt idx="36998">
                  <c:v>0.42821759259095415</c:v>
                </c:pt>
                <c:pt idx="36999">
                  <c:v>0.42822916666773381</c:v>
                </c:pt>
                <c:pt idx="37000">
                  <c:v>0.4282407407372375</c:v>
                </c:pt>
                <c:pt idx="37001">
                  <c:v>0.42825231481401715</c:v>
                </c:pt>
                <c:pt idx="37002">
                  <c:v>0.42826388888352085</c:v>
                </c:pt>
                <c:pt idx="37003">
                  <c:v>0.4282754629603005</c:v>
                </c:pt>
                <c:pt idx="37004">
                  <c:v>0.42828703703708015</c:v>
                </c:pt>
                <c:pt idx="37005">
                  <c:v>0.42829861110658385</c:v>
                </c:pt>
                <c:pt idx="37006">
                  <c:v>0.4283101851833635</c:v>
                </c:pt>
                <c:pt idx="37007">
                  <c:v>0.42832175926014315</c:v>
                </c:pt>
                <c:pt idx="37008">
                  <c:v>0.42833333332964685</c:v>
                </c:pt>
                <c:pt idx="37009">
                  <c:v>0.4283449074064265</c:v>
                </c:pt>
                <c:pt idx="37010">
                  <c:v>0.4283564814759302</c:v>
                </c:pt>
                <c:pt idx="37011">
                  <c:v>0.42836805555270985</c:v>
                </c:pt>
                <c:pt idx="37012">
                  <c:v>0.4283796296294895</c:v>
                </c:pt>
                <c:pt idx="37013">
                  <c:v>0.42839120369899319</c:v>
                </c:pt>
                <c:pt idx="37014">
                  <c:v>0.42840277777577285</c:v>
                </c:pt>
                <c:pt idx="37015">
                  <c:v>0.4284143518525525</c:v>
                </c:pt>
                <c:pt idx="37016">
                  <c:v>0.42842592592205619</c:v>
                </c:pt>
                <c:pt idx="37017">
                  <c:v>0.42843749999883585</c:v>
                </c:pt>
                <c:pt idx="37018">
                  <c:v>0.42844907406833954</c:v>
                </c:pt>
                <c:pt idx="37019">
                  <c:v>0.42846064814511919</c:v>
                </c:pt>
                <c:pt idx="37020">
                  <c:v>0.42847222222189885</c:v>
                </c:pt>
                <c:pt idx="37021">
                  <c:v>0.42848379629140254</c:v>
                </c:pt>
                <c:pt idx="37022">
                  <c:v>0.42849537036818219</c:v>
                </c:pt>
                <c:pt idx="37023">
                  <c:v>0.42850694444496185</c:v>
                </c:pt>
                <c:pt idx="37024">
                  <c:v>0.42851851851446554</c:v>
                </c:pt>
                <c:pt idx="37025">
                  <c:v>0.42853009259124519</c:v>
                </c:pt>
                <c:pt idx="37026">
                  <c:v>0.42854166666074889</c:v>
                </c:pt>
                <c:pt idx="37027">
                  <c:v>0.42855324073752854</c:v>
                </c:pt>
                <c:pt idx="37028">
                  <c:v>0.42856481481430819</c:v>
                </c:pt>
                <c:pt idx="37029">
                  <c:v>0.42857638888381189</c:v>
                </c:pt>
                <c:pt idx="37030">
                  <c:v>0.42858796296059154</c:v>
                </c:pt>
                <c:pt idx="37031">
                  <c:v>0.42859953703737119</c:v>
                </c:pt>
                <c:pt idx="37032">
                  <c:v>0.42861111110687489</c:v>
                </c:pt>
                <c:pt idx="37033">
                  <c:v>0.42862268518365454</c:v>
                </c:pt>
                <c:pt idx="37034">
                  <c:v>0.42863425926043419</c:v>
                </c:pt>
                <c:pt idx="37035">
                  <c:v>0.42864583332993789</c:v>
                </c:pt>
                <c:pt idx="37036">
                  <c:v>0.42865740740671754</c:v>
                </c:pt>
                <c:pt idx="37037">
                  <c:v>0.42866898147622123</c:v>
                </c:pt>
                <c:pt idx="37038">
                  <c:v>0.42868055555300089</c:v>
                </c:pt>
                <c:pt idx="37039">
                  <c:v>0.42869212962978054</c:v>
                </c:pt>
                <c:pt idx="37040">
                  <c:v>0.42870370369928423</c:v>
                </c:pt>
                <c:pt idx="37041">
                  <c:v>0.42871527777606389</c:v>
                </c:pt>
                <c:pt idx="37042">
                  <c:v>0.42872685185284354</c:v>
                </c:pt>
                <c:pt idx="37043">
                  <c:v>0.42873842592234723</c:v>
                </c:pt>
                <c:pt idx="37044">
                  <c:v>0.42874999999912689</c:v>
                </c:pt>
                <c:pt idx="37045">
                  <c:v>0.42876157406863058</c:v>
                </c:pt>
                <c:pt idx="37046">
                  <c:v>0.42877314814541023</c:v>
                </c:pt>
                <c:pt idx="37047">
                  <c:v>0.42878472222218988</c:v>
                </c:pt>
                <c:pt idx="37048">
                  <c:v>0.42879629629169358</c:v>
                </c:pt>
                <c:pt idx="37049">
                  <c:v>0.42880787036847323</c:v>
                </c:pt>
                <c:pt idx="37050">
                  <c:v>0.42881944444525288</c:v>
                </c:pt>
                <c:pt idx="37051">
                  <c:v>0.42883101851475658</c:v>
                </c:pt>
                <c:pt idx="37052">
                  <c:v>0.42884259259153623</c:v>
                </c:pt>
                <c:pt idx="37053">
                  <c:v>0.42885416666103993</c:v>
                </c:pt>
                <c:pt idx="37054">
                  <c:v>0.42886574073781958</c:v>
                </c:pt>
                <c:pt idx="37055">
                  <c:v>0.42887731481459923</c:v>
                </c:pt>
                <c:pt idx="37056">
                  <c:v>0.42888888888410293</c:v>
                </c:pt>
                <c:pt idx="37057">
                  <c:v>0.42890046296088258</c:v>
                </c:pt>
                <c:pt idx="37058">
                  <c:v>0.42891203703766223</c:v>
                </c:pt>
                <c:pt idx="37059">
                  <c:v>0.42892361110716593</c:v>
                </c:pt>
                <c:pt idx="37060">
                  <c:v>0.42893518518394558</c:v>
                </c:pt>
                <c:pt idx="37061">
                  <c:v>0.42894675925344927</c:v>
                </c:pt>
                <c:pt idx="37062">
                  <c:v>0.42895833333022892</c:v>
                </c:pt>
                <c:pt idx="37063">
                  <c:v>0.42896990740700858</c:v>
                </c:pt>
                <c:pt idx="37064">
                  <c:v>0.42898148147651227</c:v>
                </c:pt>
                <c:pt idx="37065">
                  <c:v>0.42899305555329192</c:v>
                </c:pt>
                <c:pt idx="37066">
                  <c:v>0.42900462963007158</c:v>
                </c:pt>
                <c:pt idx="37067">
                  <c:v>0.42901620369957527</c:v>
                </c:pt>
                <c:pt idx="37068">
                  <c:v>0.42902777777635492</c:v>
                </c:pt>
                <c:pt idx="37069">
                  <c:v>0.42903935185313458</c:v>
                </c:pt>
                <c:pt idx="37070">
                  <c:v>0.42905092592263827</c:v>
                </c:pt>
                <c:pt idx="37071">
                  <c:v>0.42906249999941792</c:v>
                </c:pt>
                <c:pt idx="37072">
                  <c:v>0.42907407406892162</c:v>
                </c:pt>
                <c:pt idx="37073">
                  <c:v>0.42908564814570127</c:v>
                </c:pt>
                <c:pt idx="37074">
                  <c:v>0.42909722222248092</c:v>
                </c:pt>
                <c:pt idx="37075">
                  <c:v>0.42910879629198462</c:v>
                </c:pt>
                <c:pt idx="37076">
                  <c:v>0.42912037036876427</c:v>
                </c:pt>
                <c:pt idx="37077">
                  <c:v>0.42913194444554392</c:v>
                </c:pt>
                <c:pt idx="37078">
                  <c:v>0.42914351851504762</c:v>
                </c:pt>
                <c:pt idx="37079">
                  <c:v>0.42915509259182727</c:v>
                </c:pt>
                <c:pt idx="37080">
                  <c:v>0.42916666666133096</c:v>
                </c:pt>
                <c:pt idx="37081">
                  <c:v>0.42917824073811062</c:v>
                </c:pt>
                <c:pt idx="37082">
                  <c:v>0.42918981481489027</c:v>
                </c:pt>
                <c:pt idx="37083">
                  <c:v>0.42920138888439396</c:v>
                </c:pt>
                <c:pt idx="37084">
                  <c:v>0.42921296296117362</c:v>
                </c:pt>
                <c:pt idx="37085">
                  <c:v>0.42922453703795327</c:v>
                </c:pt>
                <c:pt idx="37086">
                  <c:v>0.42923611110745696</c:v>
                </c:pt>
                <c:pt idx="37087">
                  <c:v>0.42924768518423662</c:v>
                </c:pt>
                <c:pt idx="37088">
                  <c:v>0.42925925925374031</c:v>
                </c:pt>
                <c:pt idx="37089">
                  <c:v>0.42927083333051996</c:v>
                </c:pt>
                <c:pt idx="37090">
                  <c:v>0.42928240740729962</c:v>
                </c:pt>
                <c:pt idx="37091">
                  <c:v>0.42929398147680331</c:v>
                </c:pt>
                <c:pt idx="37092">
                  <c:v>0.42930555555358296</c:v>
                </c:pt>
                <c:pt idx="37093">
                  <c:v>0.42931712963036261</c:v>
                </c:pt>
                <c:pt idx="37094">
                  <c:v>0.42932870369986631</c:v>
                </c:pt>
                <c:pt idx="37095">
                  <c:v>0.42934027777664596</c:v>
                </c:pt>
                <c:pt idx="37096">
                  <c:v>0.42935185184614966</c:v>
                </c:pt>
                <c:pt idx="37097">
                  <c:v>0.42936342592292931</c:v>
                </c:pt>
                <c:pt idx="37098">
                  <c:v>0.42937499999970896</c:v>
                </c:pt>
                <c:pt idx="37099">
                  <c:v>0.42938657406921266</c:v>
                </c:pt>
                <c:pt idx="37100">
                  <c:v>0.42939814814599231</c:v>
                </c:pt>
                <c:pt idx="37101">
                  <c:v>0.42940972222277196</c:v>
                </c:pt>
                <c:pt idx="37102">
                  <c:v>0.42942129629227566</c:v>
                </c:pt>
                <c:pt idx="37103">
                  <c:v>0.42943287036905531</c:v>
                </c:pt>
                <c:pt idx="37104">
                  <c:v>0.429444444438559</c:v>
                </c:pt>
                <c:pt idx="37105">
                  <c:v>0.42945601851533866</c:v>
                </c:pt>
                <c:pt idx="37106">
                  <c:v>0.42946759259211831</c:v>
                </c:pt>
                <c:pt idx="37107">
                  <c:v>0.429479166661622</c:v>
                </c:pt>
                <c:pt idx="37108">
                  <c:v>0.42949074073840166</c:v>
                </c:pt>
                <c:pt idx="37109">
                  <c:v>0.42950231481518131</c:v>
                </c:pt>
                <c:pt idx="37110">
                  <c:v>0.429513888884685</c:v>
                </c:pt>
                <c:pt idx="37111">
                  <c:v>0.42952546296146465</c:v>
                </c:pt>
                <c:pt idx="37112">
                  <c:v>0.42953703703824431</c:v>
                </c:pt>
                <c:pt idx="37113">
                  <c:v>0.429548611107748</c:v>
                </c:pt>
                <c:pt idx="37114">
                  <c:v>0.42956018518452765</c:v>
                </c:pt>
                <c:pt idx="37115">
                  <c:v>0.42957175925403135</c:v>
                </c:pt>
                <c:pt idx="37116">
                  <c:v>0.429583333330811</c:v>
                </c:pt>
                <c:pt idx="37117">
                  <c:v>0.42959490740759065</c:v>
                </c:pt>
                <c:pt idx="37118">
                  <c:v>0.42960648147709435</c:v>
                </c:pt>
                <c:pt idx="37119">
                  <c:v>0.429618055553874</c:v>
                </c:pt>
                <c:pt idx="37120">
                  <c:v>0.42962962963065365</c:v>
                </c:pt>
                <c:pt idx="37121">
                  <c:v>0.42964120370015735</c:v>
                </c:pt>
                <c:pt idx="37122">
                  <c:v>0.429652777776937</c:v>
                </c:pt>
                <c:pt idx="37123">
                  <c:v>0.4296643518464407</c:v>
                </c:pt>
                <c:pt idx="37124">
                  <c:v>0.42967592592322035</c:v>
                </c:pt>
                <c:pt idx="37125">
                  <c:v>0.4296875</c:v>
                </c:pt>
                <c:pt idx="37126">
                  <c:v>0.42969907406950369</c:v>
                </c:pt>
                <c:pt idx="37127">
                  <c:v>0.42971064814628335</c:v>
                </c:pt>
                <c:pt idx="37128">
                  <c:v>0.429722222223063</c:v>
                </c:pt>
                <c:pt idx="37129">
                  <c:v>0.42973379629256669</c:v>
                </c:pt>
                <c:pt idx="37130">
                  <c:v>0.42974537036934635</c:v>
                </c:pt>
                <c:pt idx="37131">
                  <c:v>0.42975694443885004</c:v>
                </c:pt>
                <c:pt idx="37132">
                  <c:v>0.42976851851562969</c:v>
                </c:pt>
                <c:pt idx="37133">
                  <c:v>0.42978009259240935</c:v>
                </c:pt>
                <c:pt idx="37134">
                  <c:v>0.42979166666191304</c:v>
                </c:pt>
                <c:pt idx="37135">
                  <c:v>0.42980324073869269</c:v>
                </c:pt>
                <c:pt idx="37136">
                  <c:v>0.42981481481547235</c:v>
                </c:pt>
                <c:pt idx="37137">
                  <c:v>0.42982638888497604</c:v>
                </c:pt>
                <c:pt idx="37138">
                  <c:v>0.42983796296175569</c:v>
                </c:pt>
                <c:pt idx="37139">
                  <c:v>0.42984953703125939</c:v>
                </c:pt>
                <c:pt idx="37140">
                  <c:v>0.42986111110803904</c:v>
                </c:pt>
                <c:pt idx="37141">
                  <c:v>0.42987268518481869</c:v>
                </c:pt>
                <c:pt idx="37142">
                  <c:v>0.42988425925432239</c:v>
                </c:pt>
                <c:pt idx="37143">
                  <c:v>0.42989583333110204</c:v>
                </c:pt>
                <c:pt idx="37144">
                  <c:v>0.42990740740788169</c:v>
                </c:pt>
                <c:pt idx="37145">
                  <c:v>0.42991898147738539</c:v>
                </c:pt>
                <c:pt idx="37146">
                  <c:v>0.42993055555416504</c:v>
                </c:pt>
                <c:pt idx="37147">
                  <c:v>0.42994212963094469</c:v>
                </c:pt>
                <c:pt idx="37148">
                  <c:v>0.42995370370044839</c:v>
                </c:pt>
                <c:pt idx="37149">
                  <c:v>0.42996527777722804</c:v>
                </c:pt>
                <c:pt idx="37150">
                  <c:v>0.42997685184673173</c:v>
                </c:pt>
                <c:pt idx="37151">
                  <c:v>0.42998842592351139</c:v>
                </c:pt>
                <c:pt idx="37152">
                  <c:v>0.43000000000029104</c:v>
                </c:pt>
                <c:pt idx="37153">
                  <c:v>0.43001157406979473</c:v>
                </c:pt>
                <c:pt idx="37154">
                  <c:v>0.43002314814657439</c:v>
                </c:pt>
                <c:pt idx="37155">
                  <c:v>0.43003472222335404</c:v>
                </c:pt>
                <c:pt idx="37156">
                  <c:v>0.43004629629285773</c:v>
                </c:pt>
                <c:pt idx="37157">
                  <c:v>0.43005787036963739</c:v>
                </c:pt>
                <c:pt idx="37158">
                  <c:v>0.43006944443914108</c:v>
                </c:pt>
                <c:pt idx="37159">
                  <c:v>0.43008101851592073</c:v>
                </c:pt>
                <c:pt idx="37160">
                  <c:v>0.43009259259270038</c:v>
                </c:pt>
                <c:pt idx="37161">
                  <c:v>0.43010416666220408</c:v>
                </c:pt>
                <c:pt idx="37162">
                  <c:v>0.43011574073898373</c:v>
                </c:pt>
                <c:pt idx="37163">
                  <c:v>0.43012731481576338</c:v>
                </c:pt>
                <c:pt idx="37164">
                  <c:v>0.43013888888526708</c:v>
                </c:pt>
                <c:pt idx="37165">
                  <c:v>0.43015046296204673</c:v>
                </c:pt>
                <c:pt idx="37166">
                  <c:v>0.43016203703155043</c:v>
                </c:pt>
                <c:pt idx="37167">
                  <c:v>0.43017361110833008</c:v>
                </c:pt>
                <c:pt idx="37168">
                  <c:v>0.43018518518510973</c:v>
                </c:pt>
                <c:pt idx="37169">
                  <c:v>0.43019675925461343</c:v>
                </c:pt>
                <c:pt idx="37170">
                  <c:v>0.43020833333139308</c:v>
                </c:pt>
                <c:pt idx="37171">
                  <c:v>0.43021990740817273</c:v>
                </c:pt>
                <c:pt idx="37172">
                  <c:v>0.43023148147767643</c:v>
                </c:pt>
                <c:pt idx="37173">
                  <c:v>0.43024305555445608</c:v>
                </c:pt>
                <c:pt idx="37174">
                  <c:v>0.43025462962395977</c:v>
                </c:pt>
                <c:pt idx="37175">
                  <c:v>0.43026620370073942</c:v>
                </c:pt>
                <c:pt idx="37176">
                  <c:v>0.43027777777751908</c:v>
                </c:pt>
                <c:pt idx="37177">
                  <c:v>0.43028935184702277</c:v>
                </c:pt>
                <c:pt idx="37178">
                  <c:v>0.43030092592380242</c:v>
                </c:pt>
                <c:pt idx="37179">
                  <c:v>0.43031250000058208</c:v>
                </c:pt>
                <c:pt idx="37180">
                  <c:v>0.43032407407008577</c:v>
                </c:pt>
                <c:pt idx="37181">
                  <c:v>0.43033564814686542</c:v>
                </c:pt>
                <c:pt idx="37182">
                  <c:v>0.43034722221636912</c:v>
                </c:pt>
                <c:pt idx="37183">
                  <c:v>0.43035879629314877</c:v>
                </c:pt>
                <c:pt idx="37184">
                  <c:v>0.43037037036992842</c:v>
                </c:pt>
                <c:pt idx="37185">
                  <c:v>0.43038194443943212</c:v>
                </c:pt>
                <c:pt idx="37186">
                  <c:v>0.43039351851621177</c:v>
                </c:pt>
                <c:pt idx="37187">
                  <c:v>0.43040509259299142</c:v>
                </c:pt>
                <c:pt idx="37188">
                  <c:v>0.43041666666249512</c:v>
                </c:pt>
                <c:pt idx="37189">
                  <c:v>0.43042824073927477</c:v>
                </c:pt>
                <c:pt idx="37190">
                  <c:v>0.43043981481605442</c:v>
                </c:pt>
                <c:pt idx="37191">
                  <c:v>0.43045138888555812</c:v>
                </c:pt>
                <c:pt idx="37192">
                  <c:v>0.43046296296233777</c:v>
                </c:pt>
                <c:pt idx="37193">
                  <c:v>0.43047453703184146</c:v>
                </c:pt>
                <c:pt idx="37194">
                  <c:v>0.43048611110862112</c:v>
                </c:pt>
                <c:pt idx="37195">
                  <c:v>0.43049768518540077</c:v>
                </c:pt>
                <c:pt idx="37196">
                  <c:v>0.43050925925490446</c:v>
                </c:pt>
                <c:pt idx="37197">
                  <c:v>0.43052083333168412</c:v>
                </c:pt>
                <c:pt idx="37198">
                  <c:v>0.43053240740846377</c:v>
                </c:pt>
                <c:pt idx="37199">
                  <c:v>0.43054398147796746</c:v>
                </c:pt>
                <c:pt idx="37200">
                  <c:v>0.43055555555474712</c:v>
                </c:pt>
                <c:pt idx="37201">
                  <c:v>0.43056712962425081</c:v>
                </c:pt>
                <c:pt idx="37202">
                  <c:v>0.43057870370103046</c:v>
                </c:pt>
                <c:pt idx="37203">
                  <c:v>0.43059027777781012</c:v>
                </c:pt>
                <c:pt idx="37204">
                  <c:v>0.43060185184731381</c:v>
                </c:pt>
                <c:pt idx="37205">
                  <c:v>0.43061342592409346</c:v>
                </c:pt>
                <c:pt idx="37206">
                  <c:v>0.43062500000087311</c:v>
                </c:pt>
                <c:pt idx="37207">
                  <c:v>0.43063657407037681</c:v>
                </c:pt>
                <c:pt idx="37208">
                  <c:v>0.43064814814715646</c:v>
                </c:pt>
                <c:pt idx="37209">
                  <c:v>0.43065972221666016</c:v>
                </c:pt>
                <c:pt idx="37210">
                  <c:v>0.43067129629343981</c:v>
                </c:pt>
                <c:pt idx="37211">
                  <c:v>0.43068287037021946</c:v>
                </c:pt>
                <c:pt idx="37212">
                  <c:v>0.43069444443972316</c:v>
                </c:pt>
                <c:pt idx="37213">
                  <c:v>0.43070601851650281</c:v>
                </c:pt>
                <c:pt idx="37214">
                  <c:v>0.43071759259328246</c:v>
                </c:pt>
                <c:pt idx="37215">
                  <c:v>0.43072916666278616</c:v>
                </c:pt>
                <c:pt idx="37216">
                  <c:v>0.43074074073956581</c:v>
                </c:pt>
                <c:pt idx="37217">
                  <c:v>0.4307523148090695</c:v>
                </c:pt>
                <c:pt idx="37218">
                  <c:v>0.43076388888584916</c:v>
                </c:pt>
                <c:pt idx="37219">
                  <c:v>0.43077546296262881</c:v>
                </c:pt>
                <c:pt idx="37220">
                  <c:v>0.4307870370321325</c:v>
                </c:pt>
                <c:pt idx="37221">
                  <c:v>0.43079861110891216</c:v>
                </c:pt>
                <c:pt idx="37222">
                  <c:v>0.43081018518569181</c:v>
                </c:pt>
                <c:pt idx="37223">
                  <c:v>0.4308217592551955</c:v>
                </c:pt>
                <c:pt idx="37224">
                  <c:v>0.43083333333197515</c:v>
                </c:pt>
                <c:pt idx="37225">
                  <c:v>0.43084490740147885</c:v>
                </c:pt>
                <c:pt idx="37226">
                  <c:v>0.4308564814782585</c:v>
                </c:pt>
                <c:pt idx="37227">
                  <c:v>0.43086805555503815</c:v>
                </c:pt>
                <c:pt idx="37228">
                  <c:v>0.43087962962454185</c:v>
                </c:pt>
                <c:pt idx="37229">
                  <c:v>0.4308912037013215</c:v>
                </c:pt>
                <c:pt idx="37230">
                  <c:v>0.43090277777810115</c:v>
                </c:pt>
                <c:pt idx="37231">
                  <c:v>0.43091435184760485</c:v>
                </c:pt>
                <c:pt idx="37232">
                  <c:v>0.4309259259243845</c:v>
                </c:pt>
                <c:pt idx="37233">
                  <c:v>0.43093750000116415</c:v>
                </c:pt>
                <c:pt idx="37234">
                  <c:v>0.43094907407066785</c:v>
                </c:pt>
                <c:pt idx="37235">
                  <c:v>0.4309606481474475</c:v>
                </c:pt>
                <c:pt idx="37236">
                  <c:v>0.4309722222169512</c:v>
                </c:pt>
                <c:pt idx="37237">
                  <c:v>0.43098379629373085</c:v>
                </c:pt>
                <c:pt idx="37238">
                  <c:v>0.4309953703705105</c:v>
                </c:pt>
                <c:pt idx="37239">
                  <c:v>0.43100694444001419</c:v>
                </c:pt>
                <c:pt idx="37240">
                  <c:v>0.43101851851679385</c:v>
                </c:pt>
                <c:pt idx="37241">
                  <c:v>0.4310300925935735</c:v>
                </c:pt>
                <c:pt idx="37242">
                  <c:v>0.43104166666307719</c:v>
                </c:pt>
                <c:pt idx="37243">
                  <c:v>0.43105324073985685</c:v>
                </c:pt>
                <c:pt idx="37244">
                  <c:v>0.43106481480936054</c:v>
                </c:pt>
                <c:pt idx="37245">
                  <c:v>0.43107638888614019</c:v>
                </c:pt>
                <c:pt idx="37246">
                  <c:v>0.43108796296291985</c:v>
                </c:pt>
                <c:pt idx="37247">
                  <c:v>0.43109953703242354</c:v>
                </c:pt>
                <c:pt idx="37248">
                  <c:v>0.43111111110920319</c:v>
                </c:pt>
                <c:pt idx="37249">
                  <c:v>0.43112268518598285</c:v>
                </c:pt>
                <c:pt idx="37250">
                  <c:v>0.43113425925548654</c:v>
                </c:pt>
                <c:pt idx="37251">
                  <c:v>0.43114583333226619</c:v>
                </c:pt>
                <c:pt idx="37252">
                  <c:v>0.43115740740176989</c:v>
                </c:pt>
                <c:pt idx="37253">
                  <c:v>0.43116898147854954</c:v>
                </c:pt>
                <c:pt idx="37254">
                  <c:v>0.43118055555532919</c:v>
                </c:pt>
                <c:pt idx="37255">
                  <c:v>0.43119212962483289</c:v>
                </c:pt>
                <c:pt idx="37256">
                  <c:v>0.43120370370161254</c:v>
                </c:pt>
                <c:pt idx="37257">
                  <c:v>0.43121527777839219</c:v>
                </c:pt>
                <c:pt idx="37258">
                  <c:v>0.43122685184789589</c:v>
                </c:pt>
                <c:pt idx="37259">
                  <c:v>0.43123842592467554</c:v>
                </c:pt>
                <c:pt idx="37260">
                  <c:v>0.43124999999417923</c:v>
                </c:pt>
                <c:pt idx="37261">
                  <c:v>0.43126157407095889</c:v>
                </c:pt>
                <c:pt idx="37262">
                  <c:v>0.43127314814773854</c:v>
                </c:pt>
                <c:pt idx="37263">
                  <c:v>0.43128472221724223</c:v>
                </c:pt>
                <c:pt idx="37264">
                  <c:v>0.43129629629402189</c:v>
                </c:pt>
                <c:pt idx="37265">
                  <c:v>0.43130787037080154</c:v>
                </c:pt>
                <c:pt idx="37266">
                  <c:v>0.43131944444030523</c:v>
                </c:pt>
                <c:pt idx="37267">
                  <c:v>0.43133101851708489</c:v>
                </c:pt>
                <c:pt idx="37268">
                  <c:v>0.43134259259386454</c:v>
                </c:pt>
                <c:pt idx="37269">
                  <c:v>0.43135416666336823</c:v>
                </c:pt>
                <c:pt idx="37270">
                  <c:v>0.43136574074014788</c:v>
                </c:pt>
                <c:pt idx="37271">
                  <c:v>0.43137731480965158</c:v>
                </c:pt>
                <c:pt idx="37272">
                  <c:v>0.43138888888643123</c:v>
                </c:pt>
                <c:pt idx="37273">
                  <c:v>0.43140046296321088</c:v>
                </c:pt>
                <c:pt idx="37274">
                  <c:v>0.43141203703271458</c:v>
                </c:pt>
                <c:pt idx="37275">
                  <c:v>0.43142361110949423</c:v>
                </c:pt>
                <c:pt idx="37276">
                  <c:v>0.43143518518627388</c:v>
                </c:pt>
                <c:pt idx="37277">
                  <c:v>0.43144675925577758</c:v>
                </c:pt>
                <c:pt idx="37278">
                  <c:v>0.43145833333255723</c:v>
                </c:pt>
                <c:pt idx="37279">
                  <c:v>0.43146990740206093</c:v>
                </c:pt>
                <c:pt idx="37280">
                  <c:v>0.43148148147884058</c:v>
                </c:pt>
                <c:pt idx="37281">
                  <c:v>0.43149305555562023</c:v>
                </c:pt>
                <c:pt idx="37282">
                  <c:v>0.43150462962512393</c:v>
                </c:pt>
                <c:pt idx="37283">
                  <c:v>0.43151620370190358</c:v>
                </c:pt>
                <c:pt idx="37284">
                  <c:v>0.43152777777868323</c:v>
                </c:pt>
                <c:pt idx="37285">
                  <c:v>0.43153935184818693</c:v>
                </c:pt>
                <c:pt idx="37286">
                  <c:v>0.43155092592496658</c:v>
                </c:pt>
                <c:pt idx="37287">
                  <c:v>0.43156249999447027</c:v>
                </c:pt>
                <c:pt idx="37288">
                  <c:v>0.43157407407124992</c:v>
                </c:pt>
                <c:pt idx="37289">
                  <c:v>0.43158564814802958</c:v>
                </c:pt>
                <c:pt idx="37290">
                  <c:v>0.43159722221753327</c:v>
                </c:pt>
                <c:pt idx="37291">
                  <c:v>0.43160879629431292</c:v>
                </c:pt>
                <c:pt idx="37292">
                  <c:v>0.43162037037109258</c:v>
                </c:pt>
                <c:pt idx="37293">
                  <c:v>0.43163194444059627</c:v>
                </c:pt>
                <c:pt idx="37294">
                  <c:v>0.43164351851737592</c:v>
                </c:pt>
                <c:pt idx="37295">
                  <c:v>0.43165509258687962</c:v>
                </c:pt>
                <c:pt idx="37296">
                  <c:v>0.43166666666365927</c:v>
                </c:pt>
                <c:pt idx="37297">
                  <c:v>0.43167824074043892</c:v>
                </c:pt>
                <c:pt idx="37298">
                  <c:v>0.43168981480994262</c:v>
                </c:pt>
                <c:pt idx="37299">
                  <c:v>0.43170138888672227</c:v>
                </c:pt>
                <c:pt idx="37300">
                  <c:v>0.43171296296350192</c:v>
                </c:pt>
                <c:pt idx="37301">
                  <c:v>0.43172453703300562</c:v>
                </c:pt>
                <c:pt idx="37302">
                  <c:v>0.43173611110978527</c:v>
                </c:pt>
                <c:pt idx="37303">
                  <c:v>0.43174768517928896</c:v>
                </c:pt>
                <c:pt idx="37304">
                  <c:v>0.43175925925606862</c:v>
                </c:pt>
                <c:pt idx="37305">
                  <c:v>0.43177083333284827</c:v>
                </c:pt>
                <c:pt idx="37306">
                  <c:v>0.43178240740235196</c:v>
                </c:pt>
                <c:pt idx="37307">
                  <c:v>0.43179398147913162</c:v>
                </c:pt>
                <c:pt idx="37308">
                  <c:v>0.43180555555591127</c:v>
                </c:pt>
                <c:pt idx="37309">
                  <c:v>0.43181712962541496</c:v>
                </c:pt>
                <c:pt idx="37310">
                  <c:v>0.43182870370219462</c:v>
                </c:pt>
                <c:pt idx="37311">
                  <c:v>0.43184027777897427</c:v>
                </c:pt>
                <c:pt idx="37312">
                  <c:v>0.43185185184847796</c:v>
                </c:pt>
                <c:pt idx="37313">
                  <c:v>0.43186342592525762</c:v>
                </c:pt>
                <c:pt idx="37314">
                  <c:v>0.43187499999476131</c:v>
                </c:pt>
                <c:pt idx="37315">
                  <c:v>0.43188657407154096</c:v>
                </c:pt>
                <c:pt idx="37316">
                  <c:v>0.43189814814832062</c:v>
                </c:pt>
                <c:pt idx="37317">
                  <c:v>0.43190972221782431</c:v>
                </c:pt>
                <c:pt idx="37318">
                  <c:v>0.43192129629460396</c:v>
                </c:pt>
                <c:pt idx="37319">
                  <c:v>0.43193287037138361</c:v>
                </c:pt>
                <c:pt idx="37320">
                  <c:v>0.43194444444088731</c:v>
                </c:pt>
                <c:pt idx="37321">
                  <c:v>0.43195601851766696</c:v>
                </c:pt>
                <c:pt idx="37322">
                  <c:v>0.43196759258717066</c:v>
                </c:pt>
                <c:pt idx="37323">
                  <c:v>0.43197916666395031</c:v>
                </c:pt>
                <c:pt idx="37324">
                  <c:v>0.43199074074072996</c:v>
                </c:pt>
                <c:pt idx="37325">
                  <c:v>0.43200231481023366</c:v>
                </c:pt>
                <c:pt idx="37326">
                  <c:v>0.43201388888701331</c:v>
                </c:pt>
                <c:pt idx="37327">
                  <c:v>0.43202546296379296</c:v>
                </c:pt>
                <c:pt idx="37328">
                  <c:v>0.43203703703329666</c:v>
                </c:pt>
                <c:pt idx="37329">
                  <c:v>0.43204861111007631</c:v>
                </c:pt>
                <c:pt idx="37330">
                  <c:v>0.43206018517958</c:v>
                </c:pt>
                <c:pt idx="37331">
                  <c:v>0.43207175925635966</c:v>
                </c:pt>
                <c:pt idx="37332">
                  <c:v>0.43208333333313931</c:v>
                </c:pt>
                <c:pt idx="37333">
                  <c:v>0.432094907402643</c:v>
                </c:pt>
                <c:pt idx="37334">
                  <c:v>0.43210648147942265</c:v>
                </c:pt>
                <c:pt idx="37335">
                  <c:v>0.43211805555620231</c:v>
                </c:pt>
                <c:pt idx="37336">
                  <c:v>0.432129629625706</c:v>
                </c:pt>
                <c:pt idx="37337">
                  <c:v>0.43214120370248565</c:v>
                </c:pt>
                <c:pt idx="37338">
                  <c:v>0.43215277777198935</c:v>
                </c:pt>
                <c:pt idx="37339">
                  <c:v>0.432164351848769</c:v>
                </c:pt>
                <c:pt idx="37340">
                  <c:v>0.43217592592554865</c:v>
                </c:pt>
                <c:pt idx="37341">
                  <c:v>0.43218749999505235</c:v>
                </c:pt>
                <c:pt idx="37342">
                  <c:v>0.432199074071832</c:v>
                </c:pt>
                <c:pt idx="37343">
                  <c:v>0.43221064814861165</c:v>
                </c:pt>
                <c:pt idx="37344">
                  <c:v>0.43222222221811535</c:v>
                </c:pt>
                <c:pt idx="37345">
                  <c:v>0.432233796294895</c:v>
                </c:pt>
                <c:pt idx="37346">
                  <c:v>0.43224537037167465</c:v>
                </c:pt>
                <c:pt idx="37347">
                  <c:v>0.43225694444117835</c:v>
                </c:pt>
                <c:pt idx="37348">
                  <c:v>0.432268518517958</c:v>
                </c:pt>
                <c:pt idx="37349">
                  <c:v>0.4322800925874617</c:v>
                </c:pt>
                <c:pt idx="37350">
                  <c:v>0.43229166666424135</c:v>
                </c:pt>
                <c:pt idx="37351">
                  <c:v>0.432303240741021</c:v>
                </c:pt>
                <c:pt idx="37352">
                  <c:v>0.43231481481052469</c:v>
                </c:pt>
                <c:pt idx="37353">
                  <c:v>0.43232638888730435</c:v>
                </c:pt>
                <c:pt idx="37354">
                  <c:v>0.432337962964084</c:v>
                </c:pt>
                <c:pt idx="37355">
                  <c:v>0.43234953703358769</c:v>
                </c:pt>
                <c:pt idx="37356">
                  <c:v>0.43236111111036735</c:v>
                </c:pt>
                <c:pt idx="37357">
                  <c:v>0.43237268517987104</c:v>
                </c:pt>
                <c:pt idx="37358">
                  <c:v>0.43238425925665069</c:v>
                </c:pt>
                <c:pt idx="37359">
                  <c:v>0.43239583333343035</c:v>
                </c:pt>
                <c:pt idx="37360">
                  <c:v>0.43240740740293404</c:v>
                </c:pt>
                <c:pt idx="37361">
                  <c:v>0.43241898147971369</c:v>
                </c:pt>
                <c:pt idx="37362">
                  <c:v>0.43243055555649335</c:v>
                </c:pt>
                <c:pt idx="37363">
                  <c:v>0.43244212962599704</c:v>
                </c:pt>
                <c:pt idx="37364">
                  <c:v>0.43245370370277669</c:v>
                </c:pt>
                <c:pt idx="37365">
                  <c:v>0.43246527777228039</c:v>
                </c:pt>
                <c:pt idx="37366">
                  <c:v>0.43247685184906004</c:v>
                </c:pt>
                <c:pt idx="37367">
                  <c:v>0.43248842592583969</c:v>
                </c:pt>
                <c:pt idx="37368">
                  <c:v>0.43249999999534339</c:v>
                </c:pt>
                <c:pt idx="37369">
                  <c:v>0.43251157407212304</c:v>
                </c:pt>
                <c:pt idx="37370">
                  <c:v>0.43252314814890269</c:v>
                </c:pt>
                <c:pt idx="37371">
                  <c:v>0.43253472221840639</c:v>
                </c:pt>
                <c:pt idx="37372">
                  <c:v>0.43254629629518604</c:v>
                </c:pt>
                <c:pt idx="37373">
                  <c:v>0.43255787036468973</c:v>
                </c:pt>
                <c:pt idx="37374">
                  <c:v>0.43256944444146939</c:v>
                </c:pt>
                <c:pt idx="37375">
                  <c:v>0.43258101851824904</c:v>
                </c:pt>
                <c:pt idx="37376">
                  <c:v>0.43259259258775273</c:v>
                </c:pt>
                <c:pt idx="37377">
                  <c:v>0.43260416666453239</c:v>
                </c:pt>
                <c:pt idx="37378">
                  <c:v>0.43261574074131204</c:v>
                </c:pt>
                <c:pt idx="37379">
                  <c:v>0.43262731481081573</c:v>
                </c:pt>
                <c:pt idx="37380">
                  <c:v>0.43263888888759539</c:v>
                </c:pt>
                <c:pt idx="37381">
                  <c:v>0.43265046295709908</c:v>
                </c:pt>
                <c:pt idx="37382">
                  <c:v>0.43266203703387873</c:v>
                </c:pt>
                <c:pt idx="37383">
                  <c:v>0.43267361111065838</c:v>
                </c:pt>
                <c:pt idx="37384">
                  <c:v>0.43268518518016208</c:v>
                </c:pt>
                <c:pt idx="37385">
                  <c:v>0.43269675925694173</c:v>
                </c:pt>
                <c:pt idx="37386">
                  <c:v>0.43270833333372138</c:v>
                </c:pt>
                <c:pt idx="37387">
                  <c:v>0.43271990740322508</c:v>
                </c:pt>
                <c:pt idx="37388">
                  <c:v>0.43273148148000473</c:v>
                </c:pt>
                <c:pt idx="37389">
                  <c:v>0.43274305555678438</c:v>
                </c:pt>
                <c:pt idx="37390">
                  <c:v>0.43275462962628808</c:v>
                </c:pt>
                <c:pt idx="37391">
                  <c:v>0.43276620370306773</c:v>
                </c:pt>
                <c:pt idx="37392">
                  <c:v>0.43277777777257143</c:v>
                </c:pt>
                <c:pt idx="37393">
                  <c:v>0.43278935184935108</c:v>
                </c:pt>
                <c:pt idx="37394">
                  <c:v>0.43280092592613073</c:v>
                </c:pt>
                <c:pt idx="37395">
                  <c:v>0.43281249999563443</c:v>
                </c:pt>
                <c:pt idx="37396">
                  <c:v>0.43282407407241408</c:v>
                </c:pt>
                <c:pt idx="37397">
                  <c:v>0.43283564814919373</c:v>
                </c:pt>
                <c:pt idx="37398">
                  <c:v>0.43284722221869742</c:v>
                </c:pt>
                <c:pt idx="37399">
                  <c:v>0.43285879629547708</c:v>
                </c:pt>
                <c:pt idx="37400">
                  <c:v>0.43287037036498077</c:v>
                </c:pt>
                <c:pt idx="37401">
                  <c:v>0.43288194444176042</c:v>
                </c:pt>
                <c:pt idx="37402">
                  <c:v>0.43289351851854008</c:v>
                </c:pt>
                <c:pt idx="37403">
                  <c:v>0.43290509258804377</c:v>
                </c:pt>
                <c:pt idx="37404">
                  <c:v>0.43291666666482342</c:v>
                </c:pt>
                <c:pt idx="37405">
                  <c:v>0.43292824074160308</c:v>
                </c:pt>
                <c:pt idx="37406">
                  <c:v>0.43293981481110677</c:v>
                </c:pt>
                <c:pt idx="37407">
                  <c:v>0.43295138888788642</c:v>
                </c:pt>
                <c:pt idx="37408">
                  <c:v>0.43296296295739012</c:v>
                </c:pt>
                <c:pt idx="37409">
                  <c:v>0.43297453703416977</c:v>
                </c:pt>
                <c:pt idx="37410">
                  <c:v>0.43298611111094942</c:v>
                </c:pt>
                <c:pt idx="37411">
                  <c:v>0.43299768518045312</c:v>
                </c:pt>
                <c:pt idx="37412">
                  <c:v>0.43300925925723277</c:v>
                </c:pt>
                <c:pt idx="37413">
                  <c:v>0.43302083333401242</c:v>
                </c:pt>
                <c:pt idx="37414">
                  <c:v>0.43303240740351612</c:v>
                </c:pt>
                <c:pt idx="37415">
                  <c:v>0.43304398148029577</c:v>
                </c:pt>
                <c:pt idx="37416">
                  <c:v>0.43305555554979946</c:v>
                </c:pt>
                <c:pt idx="37417">
                  <c:v>0.43306712962657912</c:v>
                </c:pt>
                <c:pt idx="37418">
                  <c:v>0.43307870370335877</c:v>
                </c:pt>
                <c:pt idx="37419">
                  <c:v>0.43309027777286246</c:v>
                </c:pt>
                <c:pt idx="37420">
                  <c:v>0.43310185184964212</c:v>
                </c:pt>
                <c:pt idx="37421">
                  <c:v>0.43311342592642177</c:v>
                </c:pt>
                <c:pt idx="37422">
                  <c:v>0.43312499999592546</c:v>
                </c:pt>
                <c:pt idx="37423">
                  <c:v>0.43313657407270512</c:v>
                </c:pt>
                <c:pt idx="37424">
                  <c:v>0.43314814814948477</c:v>
                </c:pt>
                <c:pt idx="37425">
                  <c:v>0.43315972221898846</c:v>
                </c:pt>
                <c:pt idx="37426">
                  <c:v>0.43317129629576812</c:v>
                </c:pt>
                <c:pt idx="37427">
                  <c:v>0.43318287036527181</c:v>
                </c:pt>
                <c:pt idx="37428">
                  <c:v>0.43319444444205146</c:v>
                </c:pt>
                <c:pt idx="37429">
                  <c:v>0.43320601851883112</c:v>
                </c:pt>
                <c:pt idx="37430">
                  <c:v>0.43321759258833481</c:v>
                </c:pt>
                <c:pt idx="37431">
                  <c:v>0.43322916666511446</c:v>
                </c:pt>
                <c:pt idx="37432">
                  <c:v>0.43324074074189411</c:v>
                </c:pt>
                <c:pt idx="37433">
                  <c:v>0.43325231481139781</c:v>
                </c:pt>
                <c:pt idx="37434">
                  <c:v>0.43326388888817746</c:v>
                </c:pt>
                <c:pt idx="37435">
                  <c:v>0.43327546295768116</c:v>
                </c:pt>
                <c:pt idx="37436">
                  <c:v>0.43328703703446081</c:v>
                </c:pt>
                <c:pt idx="37437">
                  <c:v>0.43329861111124046</c:v>
                </c:pt>
                <c:pt idx="37438">
                  <c:v>0.43331018518074416</c:v>
                </c:pt>
                <c:pt idx="37439">
                  <c:v>0.43332175925752381</c:v>
                </c:pt>
                <c:pt idx="37440">
                  <c:v>0.43333333333430346</c:v>
                </c:pt>
                <c:pt idx="37441">
                  <c:v>0.43334490740380716</c:v>
                </c:pt>
                <c:pt idx="37442">
                  <c:v>0.43335648148058681</c:v>
                </c:pt>
                <c:pt idx="37443">
                  <c:v>0.4333680555500905</c:v>
                </c:pt>
                <c:pt idx="37444">
                  <c:v>0.43337962962687016</c:v>
                </c:pt>
                <c:pt idx="37445">
                  <c:v>0.43339120370364981</c:v>
                </c:pt>
                <c:pt idx="37446">
                  <c:v>0.4334027777731535</c:v>
                </c:pt>
                <c:pt idx="37447">
                  <c:v>0.43341435184993315</c:v>
                </c:pt>
                <c:pt idx="37448">
                  <c:v>0.43342592592671281</c:v>
                </c:pt>
                <c:pt idx="37449">
                  <c:v>0.4334374999962165</c:v>
                </c:pt>
                <c:pt idx="37450">
                  <c:v>0.43344907407299615</c:v>
                </c:pt>
                <c:pt idx="37451">
                  <c:v>0.43346064814249985</c:v>
                </c:pt>
                <c:pt idx="37452">
                  <c:v>0.4334722222192795</c:v>
                </c:pt>
                <c:pt idx="37453">
                  <c:v>0.43348379629605915</c:v>
                </c:pt>
                <c:pt idx="37454">
                  <c:v>0.43349537036556285</c:v>
                </c:pt>
                <c:pt idx="37455">
                  <c:v>0.4335069444423425</c:v>
                </c:pt>
                <c:pt idx="37456">
                  <c:v>0.43351851851912215</c:v>
                </c:pt>
                <c:pt idx="37457">
                  <c:v>0.43353009258862585</c:v>
                </c:pt>
                <c:pt idx="37458">
                  <c:v>0.4335416666654055</c:v>
                </c:pt>
                <c:pt idx="37459">
                  <c:v>0.4335532407349092</c:v>
                </c:pt>
                <c:pt idx="37460">
                  <c:v>0.43356481481168885</c:v>
                </c:pt>
                <c:pt idx="37461">
                  <c:v>0.4335763888884685</c:v>
                </c:pt>
                <c:pt idx="37462">
                  <c:v>0.43358796295797219</c:v>
                </c:pt>
                <c:pt idx="37463">
                  <c:v>0.43359953703475185</c:v>
                </c:pt>
                <c:pt idx="37464">
                  <c:v>0.4336111111115315</c:v>
                </c:pt>
                <c:pt idx="37465">
                  <c:v>0.43362268518103519</c:v>
                </c:pt>
                <c:pt idx="37466">
                  <c:v>0.43363425925781485</c:v>
                </c:pt>
                <c:pt idx="37467">
                  <c:v>0.4336458333345945</c:v>
                </c:pt>
                <c:pt idx="37468">
                  <c:v>0.43365740740409819</c:v>
                </c:pt>
                <c:pt idx="37469">
                  <c:v>0.43366898148087785</c:v>
                </c:pt>
                <c:pt idx="37470">
                  <c:v>0.43368055555038154</c:v>
                </c:pt>
                <c:pt idx="37471">
                  <c:v>0.43369212962716119</c:v>
                </c:pt>
                <c:pt idx="37472">
                  <c:v>0.43370370370394085</c:v>
                </c:pt>
                <c:pt idx="37473">
                  <c:v>0.43371527777344454</c:v>
                </c:pt>
                <c:pt idx="37474">
                  <c:v>0.43372685185022419</c:v>
                </c:pt>
                <c:pt idx="37475">
                  <c:v>0.43373842592700385</c:v>
                </c:pt>
                <c:pt idx="37476">
                  <c:v>0.43374999999650754</c:v>
                </c:pt>
                <c:pt idx="37477">
                  <c:v>0.43376157407328719</c:v>
                </c:pt>
                <c:pt idx="37478">
                  <c:v>0.43377314814279089</c:v>
                </c:pt>
                <c:pt idx="37479">
                  <c:v>0.43378472221957054</c:v>
                </c:pt>
                <c:pt idx="37480">
                  <c:v>0.43379629629635019</c:v>
                </c:pt>
                <c:pt idx="37481">
                  <c:v>0.43380787036585389</c:v>
                </c:pt>
                <c:pt idx="37482">
                  <c:v>0.43381944444263354</c:v>
                </c:pt>
                <c:pt idx="37483">
                  <c:v>0.43383101851941319</c:v>
                </c:pt>
                <c:pt idx="37484">
                  <c:v>0.43384259258891689</c:v>
                </c:pt>
                <c:pt idx="37485">
                  <c:v>0.43385416666569654</c:v>
                </c:pt>
                <c:pt idx="37486">
                  <c:v>0.43386574073520023</c:v>
                </c:pt>
                <c:pt idx="37487">
                  <c:v>0.43387731481197989</c:v>
                </c:pt>
                <c:pt idx="37488">
                  <c:v>0.43388888888875954</c:v>
                </c:pt>
                <c:pt idx="37489">
                  <c:v>0.43390046295826323</c:v>
                </c:pt>
                <c:pt idx="37490">
                  <c:v>0.43391203703504289</c:v>
                </c:pt>
                <c:pt idx="37491">
                  <c:v>0.43392361111182254</c:v>
                </c:pt>
                <c:pt idx="37492">
                  <c:v>0.43393518518132623</c:v>
                </c:pt>
                <c:pt idx="37493">
                  <c:v>0.43394675925810589</c:v>
                </c:pt>
                <c:pt idx="37494">
                  <c:v>0.43395833332760958</c:v>
                </c:pt>
                <c:pt idx="37495">
                  <c:v>0.43396990740438923</c:v>
                </c:pt>
                <c:pt idx="37496">
                  <c:v>0.43398148148116888</c:v>
                </c:pt>
                <c:pt idx="37497">
                  <c:v>0.43399305555067258</c:v>
                </c:pt>
                <c:pt idx="37498">
                  <c:v>0.43400462962745223</c:v>
                </c:pt>
                <c:pt idx="37499">
                  <c:v>0.43401620370423188</c:v>
                </c:pt>
                <c:pt idx="37500">
                  <c:v>0.43402777777373558</c:v>
                </c:pt>
                <c:pt idx="37501">
                  <c:v>0.43403935185051523</c:v>
                </c:pt>
                <c:pt idx="37502">
                  <c:v>0.43405092592001893</c:v>
                </c:pt>
                <c:pt idx="37503">
                  <c:v>0.43406249999679858</c:v>
                </c:pt>
                <c:pt idx="37504">
                  <c:v>0.43407407407357823</c:v>
                </c:pt>
                <c:pt idx="37505">
                  <c:v>0.43408564814308193</c:v>
                </c:pt>
                <c:pt idx="37506">
                  <c:v>0.43409722221986158</c:v>
                </c:pt>
                <c:pt idx="37507">
                  <c:v>0.43410879629664123</c:v>
                </c:pt>
                <c:pt idx="37508">
                  <c:v>0.43412037036614493</c:v>
                </c:pt>
                <c:pt idx="37509">
                  <c:v>0.43413194444292458</c:v>
                </c:pt>
                <c:pt idx="37510">
                  <c:v>0.43414351851970423</c:v>
                </c:pt>
                <c:pt idx="37511">
                  <c:v>0.43415509258920792</c:v>
                </c:pt>
                <c:pt idx="37512">
                  <c:v>0.43416666666598758</c:v>
                </c:pt>
                <c:pt idx="37513">
                  <c:v>0.43417824073549127</c:v>
                </c:pt>
                <c:pt idx="37514">
                  <c:v>0.43418981481227092</c:v>
                </c:pt>
                <c:pt idx="37515">
                  <c:v>0.43420138888905058</c:v>
                </c:pt>
                <c:pt idx="37516">
                  <c:v>0.43421296295855427</c:v>
                </c:pt>
                <c:pt idx="37517">
                  <c:v>0.43422453703533392</c:v>
                </c:pt>
                <c:pt idx="37518">
                  <c:v>0.43423611111211358</c:v>
                </c:pt>
                <c:pt idx="37519">
                  <c:v>0.43424768518161727</c:v>
                </c:pt>
                <c:pt idx="37520">
                  <c:v>0.43425925925839692</c:v>
                </c:pt>
                <c:pt idx="37521">
                  <c:v>0.43427083332790062</c:v>
                </c:pt>
                <c:pt idx="37522">
                  <c:v>0.43428240740468027</c:v>
                </c:pt>
                <c:pt idx="37523">
                  <c:v>0.43429398148145992</c:v>
                </c:pt>
                <c:pt idx="37524">
                  <c:v>0.43430555555096362</c:v>
                </c:pt>
                <c:pt idx="37525">
                  <c:v>0.43431712962774327</c:v>
                </c:pt>
                <c:pt idx="37526">
                  <c:v>0.43432870370452292</c:v>
                </c:pt>
                <c:pt idx="37527">
                  <c:v>0.43434027777402662</c:v>
                </c:pt>
                <c:pt idx="37528">
                  <c:v>0.43435185185080627</c:v>
                </c:pt>
                <c:pt idx="37529">
                  <c:v>0.43436342592030996</c:v>
                </c:pt>
                <c:pt idx="37530">
                  <c:v>0.43437499999708962</c:v>
                </c:pt>
                <c:pt idx="37531">
                  <c:v>0.43438657407386927</c:v>
                </c:pt>
                <c:pt idx="37532">
                  <c:v>0.43439814814337296</c:v>
                </c:pt>
                <c:pt idx="37533">
                  <c:v>0.43440972222015262</c:v>
                </c:pt>
                <c:pt idx="37534">
                  <c:v>0.43442129629693227</c:v>
                </c:pt>
                <c:pt idx="37535">
                  <c:v>0.43443287036643596</c:v>
                </c:pt>
                <c:pt idx="37536">
                  <c:v>0.43444444444321562</c:v>
                </c:pt>
                <c:pt idx="37537">
                  <c:v>0.43445601851271931</c:v>
                </c:pt>
                <c:pt idx="37538">
                  <c:v>0.43446759258949896</c:v>
                </c:pt>
                <c:pt idx="37539">
                  <c:v>0.43447916666627862</c:v>
                </c:pt>
                <c:pt idx="37540">
                  <c:v>0.43449074073578231</c:v>
                </c:pt>
                <c:pt idx="37541">
                  <c:v>0.43450231481256196</c:v>
                </c:pt>
                <c:pt idx="37542">
                  <c:v>0.43451388888934162</c:v>
                </c:pt>
                <c:pt idx="37543">
                  <c:v>0.43452546295884531</c:v>
                </c:pt>
                <c:pt idx="37544">
                  <c:v>0.43453703703562496</c:v>
                </c:pt>
                <c:pt idx="37545">
                  <c:v>0.43454861111240461</c:v>
                </c:pt>
                <c:pt idx="37546">
                  <c:v>0.43456018518190831</c:v>
                </c:pt>
                <c:pt idx="37547">
                  <c:v>0.43457175925868796</c:v>
                </c:pt>
                <c:pt idx="37548">
                  <c:v>0.43458333332819166</c:v>
                </c:pt>
                <c:pt idx="37549">
                  <c:v>0.43459490740497131</c:v>
                </c:pt>
                <c:pt idx="37550">
                  <c:v>0.43460648148175096</c:v>
                </c:pt>
                <c:pt idx="37551">
                  <c:v>0.43461805555125466</c:v>
                </c:pt>
                <c:pt idx="37552">
                  <c:v>0.43462962962803431</c:v>
                </c:pt>
                <c:pt idx="37553">
                  <c:v>0.43464120370481396</c:v>
                </c:pt>
                <c:pt idx="37554">
                  <c:v>0.43465277777431766</c:v>
                </c:pt>
                <c:pt idx="37555">
                  <c:v>0.43466435185109731</c:v>
                </c:pt>
                <c:pt idx="37556">
                  <c:v>0.434675925920601</c:v>
                </c:pt>
                <c:pt idx="37557">
                  <c:v>0.43468749999738066</c:v>
                </c:pt>
                <c:pt idx="37558">
                  <c:v>0.43469907407416031</c:v>
                </c:pt>
                <c:pt idx="37559">
                  <c:v>0.434710648143664</c:v>
                </c:pt>
                <c:pt idx="37560">
                  <c:v>0.43472222222044365</c:v>
                </c:pt>
                <c:pt idx="37561">
                  <c:v>0.43473379629722331</c:v>
                </c:pt>
                <c:pt idx="37562">
                  <c:v>0.434745370366727</c:v>
                </c:pt>
                <c:pt idx="37563">
                  <c:v>0.43475694444350665</c:v>
                </c:pt>
                <c:pt idx="37564">
                  <c:v>0.43476851851301035</c:v>
                </c:pt>
                <c:pt idx="37565">
                  <c:v>0.43478009258979</c:v>
                </c:pt>
                <c:pt idx="37566">
                  <c:v>0.43479166666656965</c:v>
                </c:pt>
                <c:pt idx="37567">
                  <c:v>0.43480324073607335</c:v>
                </c:pt>
                <c:pt idx="37568">
                  <c:v>0.434814814812853</c:v>
                </c:pt>
                <c:pt idx="37569">
                  <c:v>0.43482638888963265</c:v>
                </c:pt>
                <c:pt idx="37570">
                  <c:v>0.43483796295913635</c:v>
                </c:pt>
                <c:pt idx="37571">
                  <c:v>0.434849537035916</c:v>
                </c:pt>
                <c:pt idx="37572">
                  <c:v>0.4348611111054197</c:v>
                </c:pt>
                <c:pt idx="37573">
                  <c:v>0.43487268518219935</c:v>
                </c:pt>
                <c:pt idx="37574">
                  <c:v>0.434884259258979</c:v>
                </c:pt>
                <c:pt idx="37575">
                  <c:v>0.43489583332848269</c:v>
                </c:pt>
                <c:pt idx="37576">
                  <c:v>0.43490740740526235</c:v>
                </c:pt>
                <c:pt idx="37577">
                  <c:v>0.434918981482042</c:v>
                </c:pt>
                <c:pt idx="37578">
                  <c:v>0.43493055555154569</c:v>
                </c:pt>
                <c:pt idx="37579">
                  <c:v>0.43494212962832535</c:v>
                </c:pt>
                <c:pt idx="37580">
                  <c:v>0.43495370369782904</c:v>
                </c:pt>
                <c:pt idx="37581">
                  <c:v>0.43496527777460869</c:v>
                </c:pt>
                <c:pt idx="37582">
                  <c:v>0.43497685185138835</c:v>
                </c:pt>
                <c:pt idx="37583">
                  <c:v>0.43498842592089204</c:v>
                </c:pt>
                <c:pt idx="37584">
                  <c:v>0.43499999999767169</c:v>
                </c:pt>
                <c:pt idx="37585">
                  <c:v>0.43501157407445135</c:v>
                </c:pt>
                <c:pt idx="37586">
                  <c:v>0.43502314814395504</c:v>
                </c:pt>
                <c:pt idx="37587">
                  <c:v>0.43503472222073469</c:v>
                </c:pt>
                <c:pt idx="37588">
                  <c:v>0.43504629629751435</c:v>
                </c:pt>
                <c:pt idx="37589">
                  <c:v>0.43505787036701804</c:v>
                </c:pt>
                <c:pt idx="37590">
                  <c:v>0.43506944444379769</c:v>
                </c:pt>
                <c:pt idx="37591">
                  <c:v>0.43508101851330139</c:v>
                </c:pt>
                <c:pt idx="37592">
                  <c:v>0.43509259259008104</c:v>
                </c:pt>
                <c:pt idx="37593">
                  <c:v>0.43510416666686069</c:v>
                </c:pt>
                <c:pt idx="37594">
                  <c:v>0.43511574073636439</c:v>
                </c:pt>
                <c:pt idx="37595">
                  <c:v>0.43512731481314404</c:v>
                </c:pt>
                <c:pt idx="37596">
                  <c:v>0.43513888888992369</c:v>
                </c:pt>
                <c:pt idx="37597">
                  <c:v>0.43515046295942739</c:v>
                </c:pt>
                <c:pt idx="37598">
                  <c:v>0.43516203703620704</c:v>
                </c:pt>
                <c:pt idx="37599">
                  <c:v>0.43517361110571073</c:v>
                </c:pt>
                <c:pt idx="37600">
                  <c:v>0.43518518518249039</c:v>
                </c:pt>
                <c:pt idx="37601">
                  <c:v>0.43519675925927004</c:v>
                </c:pt>
                <c:pt idx="37602">
                  <c:v>0.43520833332877373</c:v>
                </c:pt>
                <c:pt idx="37603">
                  <c:v>0.43521990740555339</c:v>
                </c:pt>
                <c:pt idx="37604">
                  <c:v>0.43523148148233304</c:v>
                </c:pt>
                <c:pt idx="37605">
                  <c:v>0.43524305555183673</c:v>
                </c:pt>
                <c:pt idx="37606">
                  <c:v>0.43525462962861639</c:v>
                </c:pt>
                <c:pt idx="37607">
                  <c:v>0.43526620369812008</c:v>
                </c:pt>
                <c:pt idx="37608">
                  <c:v>0.43527777777489973</c:v>
                </c:pt>
                <c:pt idx="37609">
                  <c:v>0.43528935185167938</c:v>
                </c:pt>
                <c:pt idx="37610">
                  <c:v>0.43530092592118308</c:v>
                </c:pt>
                <c:pt idx="37611">
                  <c:v>0.43531249999796273</c:v>
                </c:pt>
                <c:pt idx="37612">
                  <c:v>0.43532407407474238</c:v>
                </c:pt>
                <c:pt idx="37613">
                  <c:v>0.43533564814424608</c:v>
                </c:pt>
                <c:pt idx="37614">
                  <c:v>0.43534722222102573</c:v>
                </c:pt>
                <c:pt idx="37615">
                  <c:v>0.43535879629052943</c:v>
                </c:pt>
                <c:pt idx="37616">
                  <c:v>0.43537037036730908</c:v>
                </c:pt>
                <c:pt idx="37617">
                  <c:v>0.43538194444408873</c:v>
                </c:pt>
                <c:pt idx="37618">
                  <c:v>0.43539351851359243</c:v>
                </c:pt>
                <c:pt idx="37619">
                  <c:v>0.43540509259037208</c:v>
                </c:pt>
                <c:pt idx="37620">
                  <c:v>0.43541666666715173</c:v>
                </c:pt>
                <c:pt idx="37621">
                  <c:v>0.43542824073665543</c:v>
                </c:pt>
                <c:pt idx="37622">
                  <c:v>0.43543981481343508</c:v>
                </c:pt>
                <c:pt idx="37623">
                  <c:v>0.43545138889021473</c:v>
                </c:pt>
                <c:pt idx="37624">
                  <c:v>0.43546296295971842</c:v>
                </c:pt>
                <c:pt idx="37625">
                  <c:v>0.43547453703649808</c:v>
                </c:pt>
                <c:pt idx="37626">
                  <c:v>0.43548611110600177</c:v>
                </c:pt>
                <c:pt idx="37627">
                  <c:v>0.43549768518278142</c:v>
                </c:pt>
                <c:pt idx="37628">
                  <c:v>0.43550925925956108</c:v>
                </c:pt>
                <c:pt idx="37629">
                  <c:v>0.43552083332906477</c:v>
                </c:pt>
                <c:pt idx="37630">
                  <c:v>0.43553240740584442</c:v>
                </c:pt>
                <c:pt idx="37631">
                  <c:v>0.43554398148262408</c:v>
                </c:pt>
                <c:pt idx="37632">
                  <c:v>0.43555555555212777</c:v>
                </c:pt>
                <c:pt idx="37633">
                  <c:v>0.43556712962890742</c:v>
                </c:pt>
                <c:pt idx="37634">
                  <c:v>0.43557870369841112</c:v>
                </c:pt>
                <c:pt idx="37635">
                  <c:v>0.43559027777519077</c:v>
                </c:pt>
                <c:pt idx="37636">
                  <c:v>0.43560185185197042</c:v>
                </c:pt>
                <c:pt idx="37637">
                  <c:v>0.43561342592147412</c:v>
                </c:pt>
                <c:pt idx="37638">
                  <c:v>0.43562499999825377</c:v>
                </c:pt>
                <c:pt idx="37639">
                  <c:v>0.43563657407503342</c:v>
                </c:pt>
                <c:pt idx="37640">
                  <c:v>0.43564814814453712</c:v>
                </c:pt>
                <c:pt idx="37641">
                  <c:v>0.43565972222131677</c:v>
                </c:pt>
                <c:pt idx="37642">
                  <c:v>0.43567129629082046</c:v>
                </c:pt>
                <c:pt idx="37643">
                  <c:v>0.43568287036760012</c:v>
                </c:pt>
                <c:pt idx="37644">
                  <c:v>0.43569444444437977</c:v>
                </c:pt>
                <c:pt idx="37645">
                  <c:v>0.43570601851388346</c:v>
                </c:pt>
                <c:pt idx="37646">
                  <c:v>0.43571759259066312</c:v>
                </c:pt>
                <c:pt idx="37647">
                  <c:v>0.43572916666744277</c:v>
                </c:pt>
                <c:pt idx="37648">
                  <c:v>0.43574074073694646</c:v>
                </c:pt>
                <c:pt idx="37649">
                  <c:v>0.43575231481372612</c:v>
                </c:pt>
                <c:pt idx="37650">
                  <c:v>0.43576388888322981</c:v>
                </c:pt>
                <c:pt idx="37651">
                  <c:v>0.43577546296000946</c:v>
                </c:pt>
                <c:pt idx="37652">
                  <c:v>0.43578703703678912</c:v>
                </c:pt>
                <c:pt idx="37653">
                  <c:v>0.43579861110629281</c:v>
                </c:pt>
                <c:pt idx="37654">
                  <c:v>0.43581018518307246</c:v>
                </c:pt>
                <c:pt idx="37655">
                  <c:v>0.43582175925985212</c:v>
                </c:pt>
                <c:pt idx="37656">
                  <c:v>0.43583333332935581</c:v>
                </c:pt>
                <c:pt idx="37657">
                  <c:v>0.43584490740613546</c:v>
                </c:pt>
                <c:pt idx="37658">
                  <c:v>0.43585648147563916</c:v>
                </c:pt>
                <c:pt idx="37659">
                  <c:v>0.43586805555241881</c:v>
                </c:pt>
                <c:pt idx="37660">
                  <c:v>0.43587962962919846</c:v>
                </c:pt>
                <c:pt idx="37661">
                  <c:v>0.43589120369870216</c:v>
                </c:pt>
                <c:pt idx="37662">
                  <c:v>0.43590277777548181</c:v>
                </c:pt>
                <c:pt idx="37663">
                  <c:v>0.43591435185226146</c:v>
                </c:pt>
                <c:pt idx="37664">
                  <c:v>0.43592592592176516</c:v>
                </c:pt>
                <c:pt idx="37665">
                  <c:v>0.43593749999854481</c:v>
                </c:pt>
                <c:pt idx="37666">
                  <c:v>0.43594907407532446</c:v>
                </c:pt>
                <c:pt idx="37667">
                  <c:v>0.43596064814482816</c:v>
                </c:pt>
                <c:pt idx="37668">
                  <c:v>0.43597222222160781</c:v>
                </c:pt>
                <c:pt idx="37669">
                  <c:v>0.4359837962911115</c:v>
                </c:pt>
                <c:pt idx="37670">
                  <c:v>0.43599537036789116</c:v>
                </c:pt>
                <c:pt idx="37671">
                  <c:v>0.43600694444467081</c:v>
                </c:pt>
                <c:pt idx="37672">
                  <c:v>0.4360185185141745</c:v>
                </c:pt>
                <c:pt idx="37673">
                  <c:v>0.43603009259095415</c:v>
                </c:pt>
                <c:pt idx="37674">
                  <c:v>0.43604166666773381</c:v>
                </c:pt>
                <c:pt idx="37675">
                  <c:v>0.4360532407372375</c:v>
                </c:pt>
                <c:pt idx="37676">
                  <c:v>0.43606481481401715</c:v>
                </c:pt>
                <c:pt idx="37677">
                  <c:v>0.43607638888352085</c:v>
                </c:pt>
                <c:pt idx="37678">
                  <c:v>0.4360879629603005</c:v>
                </c:pt>
                <c:pt idx="37679">
                  <c:v>0.43609953703708015</c:v>
                </c:pt>
                <c:pt idx="37680">
                  <c:v>0.43611111110658385</c:v>
                </c:pt>
                <c:pt idx="37681">
                  <c:v>0.4361226851833635</c:v>
                </c:pt>
                <c:pt idx="37682">
                  <c:v>0.43613425926014315</c:v>
                </c:pt>
                <c:pt idx="37683">
                  <c:v>0.43614583332964685</c:v>
                </c:pt>
                <c:pt idx="37684">
                  <c:v>0.4361574074064265</c:v>
                </c:pt>
                <c:pt idx="37685">
                  <c:v>0.4361689814759302</c:v>
                </c:pt>
                <c:pt idx="37686">
                  <c:v>0.43618055555270985</c:v>
                </c:pt>
                <c:pt idx="37687">
                  <c:v>0.4361921296294895</c:v>
                </c:pt>
                <c:pt idx="37688">
                  <c:v>0.43620370369899319</c:v>
                </c:pt>
                <c:pt idx="37689">
                  <c:v>0.43621527777577285</c:v>
                </c:pt>
                <c:pt idx="37690">
                  <c:v>0.4362268518525525</c:v>
                </c:pt>
                <c:pt idx="37691">
                  <c:v>0.43623842592205619</c:v>
                </c:pt>
                <c:pt idx="37692">
                  <c:v>0.43624999999883585</c:v>
                </c:pt>
                <c:pt idx="37693">
                  <c:v>0.43626157406833954</c:v>
                </c:pt>
                <c:pt idx="37694">
                  <c:v>0.43627314814511919</c:v>
                </c:pt>
                <c:pt idx="37695">
                  <c:v>0.43628472222189885</c:v>
                </c:pt>
                <c:pt idx="37696">
                  <c:v>0.43629629629140254</c:v>
                </c:pt>
                <c:pt idx="37697">
                  <c:v>0.43630787036818219</c:v>
                </c:pt>
                <c:pt idx="37698">
                  <c:v>0.43631944444496185</c:v>
                </c:pt>
                <c:pt idx="37699">
                  <c:v>0.43633101851446554</c:v>
                </c:pt>
                <c:pt idx="37700">
                  <c:v>0.43634259259124519</c:v>
                </c:pt>
                <c:pt idx="37701">
                  <c:v>0.43635416666074889</c:v>
                </c:pt>
                <c:pt idx="37702">
                  <c:v>0.43636574073752854</c:v>
                </c:pt>
                <c:pt idx="37703">
                  <c:v>0.43637731481430819</c:v>
                </c:pt>
                <c:pt idx="37704">
                  <c:v>0.43638888888381189</c:v>
                </c:pt>
                <c:pt idx="37705">
                  <c:v>0.43640046296059154</c:v>
                </c:pt>
                <c:pt idx="37706">
                  <c:v>0.43641203703737119</c:v>
                </c:pt>
                <c:pt idx="37707">
                  <c:v>0.43642361110687489</c:v>
                </c:pt>
                <c:pt idx="37708">
                  <c:v>0.43643518518365454</c:v>
                </c:pt>
                <c:pt idx="37709">
                  <c:v>0.43644675926043419</c:v>
                </c:pt>
                <c:pt idx="37710">
                  <c:v>0.43645833332993789</c:v>
                </c:pt>
                <c:pt idx="37711">
                  <c:v>0.43646990740671754</c:v>
                </c:pt>
                <c:pt idx="37712">
                  <c:v>0.43648148147622123</c:v>
                </c:pt>
                <c:pt idx="37713">
                  <c:v>0.43649305555300089</c:v>
                </c:pt>
                <c:pt idx="37714">
                  <c:v>0.43650462962978054</c:v>
                </c:pt>
                <c:pt idx="37715">
                  <c:v>0.43651620369928423</c:v>
                </c:pt>
                <c:pt idx="37716">
                  <c:v>0.43652777777606389</c:v>
                </c:pt>
                <c:pt idx="37717">
                  <c:v>0.43653935185284354</c:v>
                </c:pt>
                <c:pt idx="37718">
                  <c:v>0.43655092592234723</c:v>
                </c:pt>
                <c:pt idx="37719">
                  <c:v>0.43656249999912689</c:v>
                </c:pt>
                <c:pt idx="37720">
                  <c:v>0.43657407406863058</c:v>
                </c:pt>
                <c:pt idx="37721">
                  <c:v>0.43658564814541023</c:v>
                </c:pt>
                <c:pt idx="37722">
                  <c:v>0.43659722222218988</c:v>
                </c:pt>
                <c:pt idx="37723">
                  <c:v>0.43660879629169358</c:v>
                </c:pt>
                <c:pt idx="37724">
                  <c:v>0.43662037036847323</c:v>
                </c:pt>
                <c:pt idx="37725">
                  <c:v>0.43663194444525288</c:v>
                </c:pt>
                <c:pt idx="37726">
                  <c:v>0.43664351851475658</c:v>
                </c:pt>
                <c:pt idx="37727">
                  <c:v>0.43665509259153623</c:v>
                </c:pt>
                <c:pt idx="37728">
                  <c:v>0.43666666666103993</c:v>
                </c:pt>
                <c:pt idx="37729">
                  <c:v>0.43667824073781958</c:v>
                </c:pt>
                <c:pt idx="37730">
                  <c:v>0.43668981481459923</c:v>
                </c:pt>
                <c:pt idx="37731">
                  <c:v>0.43670138888410293</c:v>
                </c:pt>
                <c:pt idx="37732">
                  <c:v>0.43671296296088258</c:v>
                </c:pt>
                <c:pt idx="37733">
                  <c:v>0.43672453703766223</c:v>
                </c:pt>
                <c:pt idx="37734">
                  <c:v>0.43673611110716593</c:v>
                </c:pt>
                <c:pt idx="37735">
                  <c:v>0.43674768518394558</c:v>
                </c:pt>
                <c:pt idx="37736">
                  <c:v>0.43675925925344927</c:v>
                </c:pt>
                <c:pt idx="37737">
                  <c:v>0.43677083333022892</c:v>
                </c:pt>
                <c:pt idx="37738">
                  <c:v>0.43678240740700858</c:v>
                </c:pt>
                <c:pt idx="37739">
                  <c:v>0.43679398147651227</c:v>
                </c:pt>
                <c:pt idx="37740">
                  <c:v>0.43680555555329192</c:v>
                </c:pt>
                <c:pt idx="37741">
                  <c:v>0.43681712963007158</c:v>
                </c:pt>
                <c:pt idx="37742">
                  <c:v>0.43682870369957527</c:v>
                </c:pt>
                <c:pt idx="37743">
                  <c:v>0.43684027777635492</c:v>
                </c:pt>
                <c:pt idx="37744">
                  <c:v>0.43685185185313458</c:v>
                </c:pt>
                <c:pt idx="37745">
                  <c:v>0.43686342592263827</c:v>
                </c:pt>
                <c:pt idx="37746">
                  <c:v>0.43687499999941792</c:v>
                </c:pt>
                <c:pt idx="37747">
                  <c:v>0.43688657406892162</c:v>
                </c:pt>
                <c:pt idx="37748">
                  <c:v>0.43689814814570127</c:v>
                </c:pt>
                <c:pt idx="37749">
                  <c:v>0.43690972222248092</c:v>
                </c:pt>
                <c:pt idx="37750">
                  <c:v>0.43692129629198462</c:v>
                </c:pt>
                <c:pt idx="37751">
                  <c:v>0.43693287036876427</c:v>
                </c:pt>
                <c:pt idx="37752">
                  <c:v>0.43694444444554392</c:v>
                </c:pt>
                <c:pt idx="37753">
                  <c:v>0.43695601851504762</c:v>
                </c:pt>
                <c:pt idx="37754">
                  <c:v>0.43696759259182727</c:v>
                </c:pt>
                <c:pt idx="37755">
                  <c:v>0.43697916666133096</c:v>
                </c:pt>
                <c:pt idx="37756">
                  <c:v>0.43699074073811062</c:v>
                </c:pt>
                <c:pt idx="37757">
                  <c:v>0.43700231481489027</c:v>
                </c:pt>
                <c:pt idx="37758">
                  <c:v>0.43701388888439396</c:v>
                </c:pt>
                <c:pt idx="37759">
                  <c:v>0.43702546296117362</c:v>
                </c:pt>
                <c:pt idx="37760">
                  <c:v>0.43703703703795327</c:v>
                </c:pt>
                <c:pt idx="37761">
                  <c:v>0.43704861110745696</c:v>
                </c:pt>
                <c:pt idx="37762">
                  <c:v>0.43706018518423662</c:v>
                </c:pt>
                <c:pt idx="37763">
                  <c:v>0.43707175925374031</c:v>
                </c:pt>
                <c:pt idx="37764">
                  <c:v>0.43708333333051996</c:v>
                </c:pt>
                <c:pt idx="37765">
                  <c:v>0.43709490740729962</c:v>
                </c:pt>
                <c:pt idx="37766">
                  <c:v>0.43710648147680331</c:v>
                </c:pt>
                <c:pt idx="37767">
                  <c:v>0.43711805555358296</c:v>
                </c:pt>
                <c:pt idx="37768">
                  <c:v>0.43712962963036261</c:v>
                </c:pt>
                <c:pt idx="37769">
                  <c:v>0.43714120369986631</c:v>
                </c:pt>
                <c:pt idx="37770">
                  <c:v>0.43715277777664596</c:v>
                </c:pt>
                <c:pt idx="37771">
                  <c:v>0.43716435184614966</c:v>
                </c:pt>
                <c:pt idx="37772">
                  <c:v>0.43717592592292931</c:v>
                </c:pt>
                <c:pt idx="37773">
                  <c:v>0.43718749999970896</c:v>
                </c:pt>
                <c:pt idx="37774">
                  <c:v>0.43719907406921266</c:v>
                </c:pt>
                <c:pt idx="37775">
                  <c:v>0.43721064814599231</c:v>
                </c:pt>
                <c:pt idx="37776">
                  <c:v>0.43722222222277196</c:v>
                </c:pt>
                <c:pt idx="37777">
                  <c:v>0.43723379629227566</c:v>
                </c:pt>
                <c:pt idx="37778">
                  <c:v>0.43724537036905531</c:v>
                </c:pt>
                <c:pt idx="37779">
                  <c:v>0.437256944438559</c:v>
                </c:pt>
                <c:pt idx="37780">
                  <c:v>0.43726851851533866</c:v>
                </c:pt>
                <c:pt idx="37781">
                  <c:v>0.43728009259211831</c:v>
                </c:pt>
                <c:pt idx="37782">
                  <c:v>0.437291666661622</c:v>
                </c:pt>
                <c:pt idx="37783">
                  <c:v>0.43730324073840166</c:v>
                </c:pt>
                <c:pt idx="37784">
                  <c:v>0.43731481481518131</c:v>
                </c:pt>
                <c:pt idx="37785">
                  <c:v>0.437326388884685</c:v>
                </c:pt>
                <c:pt idx="37786">
                  <c:v>0.43733796296146465</c:v>
                </c:pt>
                <c:pt idx="37787">
                  <c:v>0.43734953703824431</c:v>
                </c:pt>
                <c:pt idx="37788">
                  <c:v>0.437361111107748</c:v>
                </c:pt>
                <c:pt idx="37789">
                  <c:v>0.43737268518452765</c:v>
                </c:pt>
                <c:pt idx="37790">
                  <c:v>0.43738425925403135</c:v>
                </c:pt>
                <c:pt idx="37791">
                  <c:v>0.437395833330811</c:v>
                </c:pt>
                <c:pt idx="37792">
                  <c:v>0.43740740740759065</c:v>
                </c:pt>
                <c:pt idx="37793">
                  <c:v>0.43741898147709435</c:v>
                </c:pt>
                <c:pt idx="37794">
                  <c:v>0.437430555553874</c:v>
                </c:pt>
                <c:pt idx="37795">
                  <c:v>0.43744212963065365</c:v>
                </c:pt>
                <c:pt idx="37796">
                  <c:v>0.43745370370015735</c:v>
                </c:pt>
                <c:pt idx="37797">
                  <c:v>0.437465277776937</c:v>
                </c:pt>
                <c:pt idx="37798">
                  <c:v>0.4374768518464407</c:v>
                </c:pt>
                <c:pt idx="37799">
                  <c:v>0.43748842592322035</c:v>
                </c:pt>
                <c:pt idx="37800">
                  <c:v>0.4375</c:v>
                </c:pt>
                <c:pt idx="37801">
                  <c:v>0.43751157406950369</c:v>
                </c:pt>
                <c:pt idx="37802">
                  <c:v>0.43752314814628335</c:v>
                </c:pt>
                <c:pt idx="37803">
                  <c:v>0.437534722223063</c:v>
                </c:pt>
                <c:pt idx="37804">
                  <c:v>0.43754629629256669</c:v>
                </c:pt>
                <c:pt idx="37805">
                  <c:v>0.43755787036934635</c:v>
                </c:pt>
                <c:pt idx="37806">
                  <c:v>0.43756944443885004</c:v>
                </c:pt>
                <c:pt idx="37807">
                  <c:v>0.43758101851562969</c:v>
                </c:pt>
                <c:pt idx="37808">
                  <c:v>0.43759259259240935</c:v>
                </c:pt>
                <c:pt idx="37809">
                  <c:v>0.43760416666191304</c:v>
                </c:pt>
                <c:pt idx="37810">
                  <c:v>0.43761574073869269</c:v>
                </c:pt>
                <c:pt idx="37811">
                  <c:v>0.43762731481547235</c:v>
                </c:pt>
                <c:pt idx="37812">
                  <c:v>0.43763888888497604</c:v>
                </c:pt>
                <c:pt idx="37813">
                  <c:v>0.43765046296175569</c:v>
                </c:pt>
                <c:pt idx="37814">
                  <c:v>0.43766203703125939</c:v>
                </c:pt>
                <c:pt idx="37815">
                  <c:v>0.43767361110803904</c:v>
                </c:pt>
                <c:pt idx="37816">
                  <c:v>0.43768518518481869</c:v>
                </c:pt>
                <c:pt idx="37817">
                  <c:v>0.43769675925432239</c:v>
                </c:pt>
                <c:pt idx="37818">
                  <c:v>0.43770833333110204</c:v>
                </c:pt>
                <c:pt idx="37819">
                  <c:v>0.43771990740788169</c:v>
                </c:pt>
                <c:pt idx="37820">
                  <c:v>0.43773148147738539</c:v>
                </c:pt>
                <c:pt idx="37821">
                  <c:v>0.43774305555416504</c:v>
                </c:pt>
                <c:pt idx="37822">
                  <c:v>0.43775462963094469</c:v>
                </c:pt>
                <c:pt idx="37823">
                  <c:v>0.43776620370044839</c:v>
                </c:pt>
                <c:pt idx="37824">
                  <c:v>0.43777777777722804</c:v>
                </c:pt>
                <c:pt idx="37825">
                  <c:v>0.43778935184673173</c:v>
                </c:pt>
                <c:pt idx="37826">
                  <c:v>0.43780092592351139</c:v>
                </c:pt>
                <c:pt idx="37827">
                  <c:v>0.43781250000029104</c:v>
                </c:pt>
                <c:pt idx="37828">
                  <c:v>0.43782407406979473</c:v>
                </c:pt>
                <c:pt idx="37829">
                  <c:v>0.43783564814657439</c:v>
                </c:pt>
                <c:pt idx="37830">
                  <c:v>0.43784722222335404</c:v>
                </c:pt>
                <c:pt idx="37831">
                  <c:v>0.43785879629285773</c:v>
                </c:pt>
                <c:pt idx="37832">
                  <c:v>0.43787037036963739</c:v>
                </c:pt>
                <c:pt idx="37833">
                  <c:v>0.43788194443914108</c:v>
                </c:pt>
                <c:pt idx="37834">
                  <c:v>0.43789351851592073</c:v>
                </c:pt>
                <c:pt idx="37835">
                  <c:v>0.43790509259270038</c:v>
                </c:pt>
                <c:pt idx="37836">
                  <c:v>0.43791666666220408</c:v>
                </c:pt>
                <c:pt idx="37837">
                  <c:v>0.43792824073898373</c:v>
                </c:pt>
                <c:pt idx="37838">
                  <c:v>0.43793981481576338</c:v>
                </c:pt>
                <c:pt idx="37839">
                  <c:v>0.43795138888526708</c:v>
                </c:pt>
                <c:pt idx="37840">
                  <c:v>0.43796296296204673</c:v>
                </c:pt>
                <c:pt idx="37841">
                  <c:v>0.43797453703155043</c:v>
                </c:pt>
                <c:pt idx="37842">
                  <c:v>0.43798611110833008</c:v>
                </c:pt>
                <c:pt idx="37843">
                  <c:v>0.43799768518510973</c:v>
                </c:pt>
                <c:pt idx="37844">
                  <c:v>0.43800925925461343</c:v>
                </c:pt>
                <c:pt idx="37845">
                  <c:v>0.43802083333139308</c:v>
                </c:pt>
                <c:pt idx="37846">
                  <c:v>0.43803240740817273</c:v>
                </c:pt>
                <c:pt idx="37847">
                  <c:v>0.43804398147767643</c:v>
                </c:pt>
                <c:pt idx="37848">
                  <c:v>0.43805555555445608</c:v>
                </c:pt>
                <c:pt idx="37849">
                  <c:v>0.43806712962395977</c:v>
                </c:pt>
                <c:pt idx="37850">
                  <c:v>0.43807870370073942</c:v>
                </c:pt>
                <c:pt idx="37851">
                  <c:v>0.43809027777751908</c:v>
                </c:pt>
                <c:pt idx="37852">
                  <c:v>0.43810185184702277</c:v>
                </c:pt>
                <c:pt idx="37853">
                  <c:v>0.43811342592380242</c:v>
                </c:pt>
                <c:pt idx="37854">
                  <c:v>0.43812500000058208</c:v>
                </c:pt>
                <c:pt idx="37855">
                  <c:v>0.43813657407008577</c:v>
                </c:pt>
                <c:pt idx="37856">
                  <c:v>0.43814814814686542</c:v>
                </c:pt>
                <c:pt idx="37857">
                  <c:v>0.43815972221636912</c:v>
                </c:pt>
                <c:pt idx="37858">
                  <c:v>0.43817129629314877</c:v>
                </c:pt>
                <c:pt idx="37859">
                  <c:v>0.43818287036992842</c:v>
                </c:pt>
                <c:pt idx="37860">
                  <c:v>0.43819444443943212</c:v>
                </c:pt>
                <c:pt idx="37861">
                  <c:v>0.43820601851621177</c:v>
                </c:pt>
                <c:pt idx="37862">
                  <c:v>0.43821759259299142</c:v>
                </c:pt>
                <c:pt idx="37863">
                  <c:v>0.43822916666249512</c:v>
                </c:pt>
                <c:pt idx="37864">
                  <c:v>0.43824074073927477</c:v>
                </c:pt>
                <c:pt idx="37865">
                  <c:v>0.43825231481605442</c:v>
                </c:pt>
                <c:pt idx="37866">
                  <c:v>0.43826388888555812</c:v>
                </c:pt>
                <c:pt idx="37867">
                  <c:v>0.43827546296233777</c:v>
                </c:pt>
                <c:pt idx="37868">
                  <c:v>0.43828703703184146</c:v>
                </c:pt>
                <c:pt idx="37869">
                  <c:v>0.43829861110862112</c:v>
                </c:pt>
                <c:pt idx="37870">
                  <c:v>0.43831018518540077</c:v>
                </c:pt>
                <c:pt idx="37871">
                  <c:v>0.43832175925490446</c:v>
                </c:pt>
                <c:pt idx="37872">
                  <c:v>0.43833333333168412</c:v>
                </c:pt>
                <c:pt idx="37873">
                  <c:v>0.43834490740846377</c:v>
                </c:pt>
                <c:pt idx="37874">
                  <c:v>0.43835648147796746</c:v>
                </c:pt>
                <c:pt idx="37875">
                  <c:v>0.43836805555474712</c:v>
                </c:pt>
                <c:pt idx="37876">
                  <c:v>0.43837962962425081</c:v>
                </c:pt>
                <c:pt idx="37877">
                  <c:v>0.43839120370103046</c:v>
                </c:pt>
                <c:pt idx="37878">
                  <c:v>0.43840277777781012</c:v>
                </c:pt>
                <c:pt idx="37879">
                  <c:v>0.43841435184731381</c:v>
                </c:pt>
                <c:pt idx="37880">
                  <c:v>0.43842592592409346</c:v>
                </c:pt>
                <c:pt idx="37881">
                  <c:v>0.43843750000087311</c:v>
                </c:pt>
                <c:pt idx="37882">
                  <c:v>0.43844907407037681</c:v>
                </c:pt>
                <c:pt idx="37883">
                  <c:v>0.43846064814715646</c:v>
                </c:pt>
                <c:pt idx="37884">
                  <c:v>0.43847222221666016</c:v>
                </c:pt>
                <c:pt idx="37885">
                  <c:v>0.43848379629343981</c:v>
                </c:pt>
                <c:pt idx="37886">
                  <c:v>0.43849537037021946</c:v>
                </c:pt>
                <c:pt idx="37887">
                  <c:v>0.43850694443972316</c:v>
                </c:pt>
                <c:pt idx="37888">
                  <c:v>0.43851851851650281</c:v>
                </c:pt>
                <c:pt idx="37889">
                  <c:v>0.43853009259328246</c:v>
                </c:pt>
                <c:pt idx="37890">
                  <c:v>0.43854166666278616</c:v>
                </c:pt>
                <c:pt idx="37891">
                  <c:v>0.43855324073956581</c:v>
                </c:pt>
                <c:pt idx="37892">
                  <c:v>0.4385648148090695</c:v>
                </c:pt>
                <c:pt idx="37893">
                  <c:v>0.43857638888584916</c:v>
                </c:pt>
                <c:pt idx="37894">
                  <c:v>0.43858796296262881</c:v>
                </c:pt>
                <c:pt idx="37895">
                  <c:v>0.4385995370321325</c:v>
                </c:pt>
                <c:pt idx="37896">
                  <c:v>0.43861111110891216</c:v>
                </c:pt>
                <c:pt idx="37897">
                  <c:v>0.43862268518569181</c:v>
                </c:pt>
                <c:pt idx="37898">
                  <c:v>0.4386342592551955</c:v>
                </c:pt>
                <c:pt idx="37899">
                  <c:v>0.43864583333197515</c:v>
                </c:pt>
                <c:pt idx="37900">
                  <c:v>0.43865740740147885</c:v>
                </c:pt>
                <c:pt idx="37901">
                  <c:v>0.4386689814782585</c:v>
                </c:pt>
                <c:pt idx="37902">
                  <c:v>0.43868055555503815</c:v>
                </c:pt>
                <c:pt idx="37903">
                  <c:v>0.43869212962454185</c:v>
                </c:pt>
                <c:pt idx="37904">
                  <c:v>0.4387037037013215</c:v>
                </c:pt>
                <c:pt idx="37905">
                  <c:v>0.43871527777810115</c:v>
                </c:pt>
                <c:pt idx="37906">
                  <c:v>0.43872685184760485</c:v>
                </c:pt>
                <c:pt idx="37907">
                  <c:v>0.4387384259243845</c:v>
                </c:pt>
                <c:pt idx="37908">
                  <c:v>0.43875000000116415</c:v>
                </c:pt>
                <c:pt idx="37909">
                  <c:v>0.43876157407066785</c:v>
                </c:pt>
                <c:pt idx="37910">
                  <c:v>0.4387731481474475</c:v>
                </c:pt>
                <c:pt idx="37911">
                  <c:v>0.4387847222169512</c:v>
                </c:pt>
                <c:pt idx="37912">
                  <c:v>0.43879629629373085</c:v>
                </c:pt>
                <c:pt idx="37913">
                  <c:v>0.4388078703705105</c:v>
                </c:pt>
                <c:pt idx="37914">
                  <c:v>0.43881944444001419</c:v>
                </c:pt>
                <c:pt idx="37915">
                  <c:v>0.43883101851679385</c:v>
                </c:pt>
                <c:pt idx="37916">
                  <c:v>0.4388425925935735</c:v>
                </c:pt>
                <c:pt idx="37917">
                  <c:v>0.43885416666307719</c:v>
                </c:pt>
                <c:pt idx="37918">
                  <c:v>0.43886574073985685</c:v>
                </c:pt>
                <c:pt idx="37919">
                  <c:v>0.43887731480936054</c:v>
                </c:pt>
                <c:pt idx="37920">
                  <c:v>0.43888888888614019</c:v>
                </c:pt>
                <c:pt idx="37921">
                  <c:v>0.43890046296291985</c:v>
                </c:pt>
                <c:pt idx="37922">
                  <c:v>0.43891203703242354</c:v>
                </c:pt>
                <c:pt idx="37923">
                  <c:v>0.43892361110920319</c:v>
                </c:pt>
                <c:pt idx="37924">
                  <c:v>0.43893518518598285</c:v>
                </c:pt>
                <c:pt idx="37925">
                  <c:v>0.43894675925548654</c:v>
                </c:pt>
                <c:pt idx="37926">
                  <c:v>0.43895833333226619</c:v>
                </c:pt>
                <c:pt idx="37927">
                  <c:v>0.43896990740176989</c:v>
                </c:pt>
                <c:pt idx="37928">
                  <c:v>0.43898148147854954</c:v>
                </c:pt>
                <c:pt idx="37929">
                  <c:v>0.43899305555532919</c:v>
                </c:pt>
                <c:pt idx="37930">
                  <c:v>0.43900462962483289</c:v>
                </c:pt>
                <c:pt idx="37931">
                  <c:v>0.43901620370161254</c:v>
                </c:pt>
                <c:pt idx="37932">
                  <c:v>0.43902777777839219</c:v>
                </c:pt>
                <c:pt idx="37933">
                  <c:v>0.43903935184789589</c:v>
                </c:pt>
                <c:pt idx="37934">
                  <c:v>0.43905092592467554</c:v>
                </c:pt>
                <c:pt idx="37935">
                  <c:v>0.43906249999417923</c:v>
                </c:pt>
                <c:pt idx="37936">
                  <c:v>0.43907407407095889</c:v>
                </c:pt>
                <c:pt idx="37937">
                  <c:v>0.43908564814773854</c:v>
                </c:pt>
                <c:pt idx="37938">
                  <c:v>0.43909722221724223</c:v>
                </c:pt>
                <c:pt idx="37939">
                  <c:v>0.43910879629402189</c:v>
                </c:pt>
                <c:pt idx="37940">
                  <c:v>0.43912037037080154</c:v>
                </c:pt>
                <c:pt idx="37941">
                  <c:v>0.43913194444030523</c:v>
                </c:pt>
                <c:pt idx="37942">
                  <c:v>0.43914351851708489</c:v>
                </c:pt>
                <c:pt idx="37943">
                  <c:v>0.43915509259386454</c:v>
                </c:pt>
                <c:pt idx="37944">
                  <c:v>0.43916666666336823</c:v>
                </c:pt>
                <c:pt idx="37945">
                  <c:v>0.43917824074014788</c:v>
                </c:pt>
                <c:pt idx="37946">
                  <c:v>0.43918981480965158</c:v>
                </c:pt>
                <c:pt idx="37947">
                  <c:v>0.43920138888643123</c:v>
                </c:pt>
                <c:pt idx="37948">
                  <c:v>0.43921296296321088</c:v>
                </c:pt>
                <c:pt idx="37949">
                  <c:v>0.43922453703271458</c:v>
                </c:pt>
                <c:pt idx="37950">
                  <c:v>0.43923611110949423</c:v>
                </c:pt>
                <c:pt idx="37951">
                  <c:v>0.43924768518627388</c:v>
                </c:pt>
                <c:pt idx="37952">
                  <c:v>0.43925925925577758</c:v>
                </c:pt>
                <c:pt idx="37953">
                  <c:v>0.43927083333255723</c:v>
                </c:pt>
                <c:pt idx="37954">
                  <c:v>0.43928240740206093</c:v>
                </c:pt>
                <c:pt idx="37955">
                  <c:v>0.43929398147884058</c:v>
                </c:pt>
                <c:pt idx="37956">
                  <c:v>0.43930555555562023</c:v>
                </c:pt>
                <c:pt idx="37957">
                  <c:v>0.43931712962512393</c:v>
                </c:pt>
                <c:pt idx="37958">
                  <c:v>0.43932870370190358</c:v>
                </c:pt>
                <c:pt idx="37959">
                  <c:v>0.43934027777868323</c:v>
                </c:pt>
                <c:pt idx="37960">
                  <c:v>0.43935185184818693</c:v>
                </c:pt>
                <c:pt idx="37961">
                  <c:v>0.43936342592496658</c:v>
                </c:pt>
                <c:pt idx="37962">
                  <c:v>0.43937499999447027</c:v>
                </c:pt>
                <c:pt idx="37963">
                  <c:v>0.43938657407124992</c:v>
                </c:pt>
                <c:pt idx="37964">
                  <c:v>0.43939814814802958</c:v>
                </c:pt>
                <c:pt idx="37965">
                  <c:v>0.43940972221753327</c:v>
                </c:pt>
                <c:pt idx="37966">
                  <c:v>0.43942129629431292</c:v>
                </c:pt>
                <c:pt idx="37967">
                  <c:v>0.43943287037109258</c:v>
                </c:pt>
                <c:pt idx="37968">
                  <c:v>0.43944444444059627</c:v>
                </c:pt>
                <c:pt idx="37969">
                  <c:v>0.43945601851737592</c:v>
                </c:pt>
                <c:pt idx="37970">
                  <c:v>0.43946759258687962</c:v>
                </c:pt>
                <c:pt idx="37971">
                  <c:v>0.43947916666365927</c:v>
                </c:pt>
                <c:pt idx="37972">
                  <c:v>0.43949074074043892</c:v>
                </c:pt>
                <c:pt idx="37973">
                  <c:v>0.43950231480994262</c:v>
                </c:pt>
                <c:pt idx="37974">
                  <c:v>0.43951388888672227</c:v>
                </c:pt>
                <c:pt idx="37975">
                  <c:v>0.43952546296350192</c:v>
                </c:pt>
                <c:pt idx="37976">
                  <c:v>0.43953703703300562</c:v>
                </c:pt>
                <c:pt idx="37977">
                  <c:v>0.43954861110978527</c:v>
                </c:pt>
                <c:pt idx="37978">
                  <c:v>0.43956018517928896</c:v>
                </c:pt>
                <c:pt idx="37979">
                  <c:v>0.43957175925606862</c:v>
                </c:pt>
                <c:pt idx="37980">
                  <c:v>0.43958333333284827</c:v>
                </c:pt>
                <c:pt idx="37981">
                  <c:v>0.43959490740235196</c:v>
                </c:pt>
                <c:pt idx="37982">
                  <c:v>0.43960648147913162</c:v>
                </c:pt>
                <c:pt idx="37983">
                  <c:v>0.43961805555591127</c:v>
                </c:pt>
                <c:pt idx="37984">
                  <c:v>0.43962962962541496</c:v>
                </c:pt>
                <c:pt idx="37985">
                  <c:v>0.43964120370219462</c:v>
                </c:pt>
                <c:pt idx="37986">
                  <c:v>0.43965277777897427</c:v>
                </c:pt>
                <c:pt idx="37987">
                  <c:v>0.43966435184847796</c:v>
                </c:pt>
                <c:pt idx="37988">
                  <c:v>0.43967592592525762</c:v>
                </c:pt>
                <c:pt idx="37989">
                  <c:v>0.43968749999476131</c:v>
                </c:pt>
                <c:pt idx="37990">
                  <c:v>0.43969907407154096</c:v>
                </c:pt>
                <c:pt idx="37991">
                  <c:v>0.43971064814832062</c:v>
                </c:pt>
                <c:pt idx="37992">
                  <c:v>0.43972222221782431</c:v>
                </c:pt>
                <c:pt idx="37993">
                  <c:v>0.43973379629460396</c:v>
                </c:pt>
                <c:pt idx="37994">
                  <c:v>0.43974537037138361</c:v>
                </c:pt>
                <c:pt idx="37995">
                  <c:v>0.43975694444088731</c:v>
                </c:pt>
                <c:pt idx="37996">
                  <c:v>0.43976851851766696</c:v>
                </c:pt>
                <c:pt idx="37997">
                  <c:v>0.43978009258717066</c:v>
                </c:pt>
                <c:pt idx="37998">
                  <c:v>0.43979166666395031</c:v>
                </c:pt>
                <c:pt idx="37999">
                  <c:v>0.43980324074072996</c:v>
                </c:pt>
                <c:pt idx="38000">
                  <c:v>0.43981481481023366</c:v>
                </c:pt>
                <c:pt idx="38001">
                  <c:v>0.43982638888701331</c:v>
                </c:pt>
                <c:pt idx="38002">
                  <c:v>0.43983796296379296</c:v>
                </c:pt>
                <c:pt idx="38003">
                  <c:v>0.43984953703329666</c:v>
                </c:pt>
                <c:pt idx="38004">
                  <c:v>0.43986111111007631</c:v>
                </c:pt>
                <c:pt idx="38005">
                  <c:v>0.43987268517958</c:v>
                </c:pt>
                <c:pt idx="38006">
                  <c:v>0.43988425925635966</c:v>
                </c:pt>
                <c:pt idx="38007">
                  <c:v>0.43989583333313931</c:v>
                </c:pt>
                <c:pt idx="38008">
                  <c:v>0.439907407402643</c:v>
                </c:pt>
                <c:pt idx="38009">
                  <c:v>0.43991898147942265</c:v>
                </c:pt>
                <c:pt idx="38010">
                  <c:v>0.43993055555620231</c:v>
                </c:pt>
                <c:pt idx="38011">
                  <c:v>0.439942129625706</c:v>
                </c:pt>
                <c:pt idx="38012">
                  <c:v>0.43995370370248565</c:v>
                </c:pt>
                <c:pt idx="38013">
                  <c:v>0.43996527777198935</c:v>
                </c:pt>
                <c:pt idx="38014">
                  <c:v>0.439976851848769</c:v>
                </c:pt>
                <c:pt idx="38015">
                  <c:v>0.43998842592554865</c:v>
                </c:pt>
                <c:pt idx="38016">
                  <c:v>0.43999999999505235</c:v>
                </c:pt>
                <c:pt idx="38017">
                  <c:v>0.440011574071832</c:v>
                </c:pt>
                <c:pt idx="38018">
                  <c:v>0.44002314814861165</c:v>
                </c:pt>
                <c:pt idx="38019">
                  <c:v>0.44003472221811535</c:v>
                </c:pt>
                <c:pt idx="38020">
                  <c:v>0.440046296294895</c:v>
                </c:pt>
                <c:pt idx="38021">
                  <c:v>0.44005787037167465</c:v>
                </c:pt>
                <c:pt idx="38022">
                  <c:v>0.44006944444117835</c:v>
                </c:pt>
                <c:pt idx="38023">
                  <c:v>0.440081018517958</c:v>
                </c:pt>
                <c:pt idx="38024">
                  <c:v>0.4400925925874617</c:v>
                </c:pt>
                <c:pt idx="38025">
                  <c:v>0.44010416666424135</c:v>
                </c:pt>
                <c:pt idx="38026">
                  <c:v>0.440115740741021</c:v>
                </c:pt>
                <c:pt idx="38027">
                  <c:v>0.44012731481052469</c:v>
                </c:pt>
                <c:pt idx="38028">
                  <c:v>0.44013888888730435</c:v>
                </c:pt>
                <c:pt idx="38029">
                  <c:v>0.440150462964084</c:v>
                </c:pt>
                <c:pt idx="38030">
                  <c:v>0.44016203703358769</c:v>
                </c:pt>
                <c:pt idx="38031">
                  <c:v>0.44017361111036735</c:v>
                </c:pt>
                <c:pt idx="38032">
                  <c:v>0.44018518517987104</c:v>
                </c:pt>
                <c:pt idx="38033">
                  <c:v>0.44019675925665069</c:v>
                </c:pt>
                <c:pt idx="38034">
                  <c:v>0.44020833333343035</c:v>
                </c:pt>
                <c:pt idx="38035">
                  <c:v>0.44021990740293404</c:v>
                </c:pt>
                <c:pt idx="38036">
                  <c:v>0.44023148147971369</c:v>
                </c:pt>
                <c:pt idx="38037">
                  <c:v>0.44024305555649335</c:v>
                </c:pt>
                <c:pt idx="38038">
                  <c:v>0.44025462962599704</c:v>
                </c:pt>
                <c:pt idx="38039">
                  <c:v>0.44026620370277669</c:v>
                </c:pt>
                <c:pt idx="38040">
                  <c:v>0.44027777777228039</c:v>
                </c:pt>
                <c:pt idx="38041">
                  <c:v>0.44028935184906004</c:v>
                </c:pt>
                <c:pt idx="38042">
                  <c:v>0.44030092592583969</c:v>
                </c:pt>
                <c:pt idx="38043">
                  <c:v>0.44031249999534339</c:v>
                </c:pt>
                <c:pt idx="38044">
                  <c:v>0.44032407407212304</c:v>
                </c:pt>
                <c:pt idx="38045">
                  <c:v>0.44033564814890269</c:v>
                </c:pt>
                <c:pt idx="38046">
                  <c:v>0.44034722221840639</c:v>
                </c:pt>
                <c:pt idx="38047">
                  <c:v>0.44035879629518604</c:v>
                </c:pt>
                <c:pt idx="38048">
                  <c:v>0.44037037036468973</c:v>
                </c:pt>
                <c:pt idx="38049">
                  <c:v>0.44038194444146939</c:v>
                </c:pt>
                <c:pt idx="38050">
                  <c:v>0.44039351851824904</c:v>
                </c:pt>
                <c:pt idx="38051">
                  <c:v>0.44040509258775273</c:v>
                </c:pt>
                <c:pt idx="38052">
                  <c:v>0.44041666666453239</c:v>
                </c:pt>
                <c:pt idx="38053">
                  <c:v>0.44042824074131204</c:v>
                </c:pt>
                <c:pt idx="38054">
                  <c:v>0.44043981481081573</c:v>
                </c:pt>
                <c:pt idx="38055">
                  <c:v>0.44045138888759539</c:v>
                </c:pt>
                <c:pt idx="38056">
                  <c:v>0.44046296295709908</c:v>
                </c:pt>
                <c:pt idx="38057">
                  <c:v>0.44047453703387873</c:v>
                </c:pt>
                <c:pt idx="38058">
                  <c:v>0.44048611111065838</c:v>
                </c:pt>
                <c:pt idx="38059">
                  <c:v>0.44049768518016208</c:v>
                </c:pt>
                <c:pt idx="38060">
                  <c:v>0.44050925925694173</c:v>
                </c:pt>
                <c:pt idx="38061">
                  <c:v>0.44052083333372138</c:v>
                </c:pt>
                <c:pt idx="38062">
                  <c:v>0.44053240740322508</c:v>
                </c:pt>
                <c:pt idx="38063">
                  <c:v>0.44054398148000473</c:v>
                </c:pt>
                <c:pt idx="38064">
                  <c:v>0.44055555555678438</c:v>
                </c:pt>
                <c:pt idx="38065">
                  <c:v>0.44056712962628808</c:v>
                </c:pt>
                <c:pt idx="38066">
                  <c:v>0.44057870370306773</c:v>
                </c:pt>
                <c:pt idx="38067">
                  <c:v>0.44059027777257143</c:v>
                </c:pt>
                <c:pt idx="38068">
                  <c:v>0.44060185184935108</c:v>
                </c:pt>
                <c:pt idx="38069">
                  <c:v>0.44061342592613073</c:v>
                </c:pt>
                <c:pt idx="38070">
                  <c:v>0.44062499999563443</c:v>
                </c:pt>
                <c:pt idx="38071">
                  <c:v>0.44063657407241408</c:v>
                </c:pt>
                <c:pt idx="38072">
                  <c:v>0.44064814814919373</c:v>
                </c:pt>
                <c:pt idx="38073">
                  <c:v>0.44065972221869742</c:v>
                </c:pt>
                <c:pt idx="38074">
                  <c:v>0.44067129629547708</c:v>
                </c:pt>
                <c:pt idx="38075">
                  <c:v>0.44068287036498077</c:v>
                </c:pt>
                <c:pt idx="38076">
                  <c:v>0.44069444444176042</c:v>
                </c:pt>
                <c:pt idx="38077">
                  <c:v>0.44070601851854008</c:v>
                </c:pt>
                <c:pt idx="38078">
                  <c:v>0.44071759258804377</c:v>
                </c:pt>
                <c:pt idx="38079">
                  <c:v>0.44072916666482342</c:v>
                </c:pt>
                <c:pt idx="38080">
                  <c:v>0.44074074074160308</c:v>
                </c:pt>
                <c:pt idx="38081">
                  <c:v>0.44075231481110677</c:v>
                </c:pt>
                <c:pt idx="38082">
                  <c:v>0.44076388888788642</c:v>
                </c:pt>
                <c:pt idx="38083">
                  <c:v>0.44077546295739012</c:v>
                </c:pt>
                <c:pt idx="38084">
                  <c:v>0.44078703703416977</c:v>
                </c:pt>
                <c:pt idx="38085">
                  <c:v>0.44079861111094942</c:v>
                </c:pt>
                <c:pt idx="38086">
                  <c:v>0.44081018518045312</c:v>
                </c:pt>
                <c:pt idx="38087">
                  <c:v>0.44082175925723277</c:v>
                </c:pt>
                <c:pt idx="38088">
                  <c:v>0.44083333333401242</c:v>
                </c:pt>
                <c:pt idx="38089">
                  <c:v>0.44084490740351612</c:v>
                </c:pt>
                <c:pt idx="38090">
                  <c:v>0.44085648148029577</c:v>
                </c:pt>
                <c:pt idx="38091">
                  <c:v>0.44086805554979946</c:v>
                </c:pt>
                <c:pt idx="38092">
                  <c:v>0.44087962962657912</c:v>
                </c:pt>
                <c:pt idx="38093">
                  <c:v>0.44089120370335877</c:v>
                </c:pt>
                <c:pt idx="38094">
                  <c:v>0.44090277777286246</c:v>
                </c:pt>
                <c:pt idx="38095">
                  <c:v>0.44091435184964212</c:v>
                </c:pt>
                <c:pt idx="38096">
                  <c:v>0.44092592592642177</c:v>
                </c:pt>
                <c:pt idx="38097">
                  <c:v>0.44093749999592546</c:v>
                </c:pt>
                <c:pt idx="38098">
                  <c:v>0.44094907407270512</c:v>
                </c:pt>
                <c:pt idx="38099">
                  <c:v>0.44096064814948477</c:v>
                </c:pt>
                <c:pt idx="38100">
                  <c:v>0.44097222221898846</c:v>
                </c:pt>
                <c:pt idx="38101">
                  <c:v>0.44098379629576812</c:v>
                </c:pt>
                <c:pt idx="38102">
                  <c:v>0.44099537036527181</c:v>
                </c:pt>
                <c:pt idx="38103">
                  <c:v>0.44100694444205146</c:v>
                </c:pt>
                <c:pt idx="38104">
                  <c:v>0.44101851851883112</c:v>
                </c:pt>
                <c:pt idx="38105">
                  <c:v>0.44103009258833481</c:v>
                </c:pt>
                <c:pt idx="38106">
                  <c:v>0.44104166666511446</c:v>
                </c:pt>
                <c:pt idx="38107">
                  <c:v>0.44105324074189411</c:v>
                </c:pt>
                <c:pt idx="38108">
                  <c:v>0.44106481481139781</c:v>
                </c:pt>
                <c:pt idx="38109">
                  <c:v>0.44107638888817746</c:v>
                </c:pt>
                <c:pt idx="38110">
                  <c:v>0.44108796295768116</c:v>
                </c:pt>
                <c:pt idx="38111">
                  <c:v>0.44109953703446081</c:v>
                </c:pt>
                <c:pt idx="38112">
                  <c:v>0.44111111111124046</c:v>
                </c:pt>
                <c:pt idx="38113">
                  <c:v>0.44112268518074416</c:v>
                </c:pt>
                <c:pt idx="38114">
                  <c:v>0.44113425925752381</c:v>
                </c:pt>
                <c:pt idx="38115">
                  <c:v>0.44114583333430346</c:v>
                </c:pt>
                <c:pt idx="38116">
                  <c:v>0.44115740740380716</c:v>
                </c:pt>
                <c:pt idx="38117">
                  <c:v>0.44116898148058681</c:v>
                </c:pt>
                <c:pt idx="38118">
                  <c:v>0.4411805555500905</c:v>
                </c:pt>
                <c:pt idx="38119">
                  <c:v>0.44119212962687016</c:v>
                </c:pt>
                <c:pt idx="38120">
                  <c:v>0.44120370370364981</c:v>
                </c:pt>
                <c:pt idx="38121">
                  <c:v>0.4412152777731535</c:v>
                </c:pt>
                <c:pt idx="38122">
                  <c:v>0.44122685184993315</c:v>
                </c:pt>
                <c:pt idx="38123">
                  <c:v>0.44123842592671281</c:v>
                </c:pt>
                <c:pt idx="38124">
                  <c:v>0.4412499999962165</c:v>
                </c:pt>
                <c:pt idx="38125">
                  <c:v>0.44126157407299615</c:v>
                </c:pt>
                <c:pt idx="38126">
                  <c:v>0.44127314814249985</c:v>
                </c:pt>
                <c:pt idx="38127">
                  <c:v>0.4412847222192795</c:v>
                </c:pt>
                <c:pt idx="38128">
                  <c:v>0.44129629629605915</c:v>
                </c:pt>
                <c:pt idx="38129">
                  <c:v>0.44130787036556285</c:v>
                </c:pt>
                <c:pt idx="38130">
                  <c:v>0.4413194444423425</c:v>
                </c:pt>
                <c:pt idx="38131">
                  <c:v>0.44133101851912215</c:v>
                </c:pt>
                <c:pt idx="38132">
                  <c:v>0.44134259258862585</c:v>
                </c:pt>
                <c:pt idx="38133">
                  <c:v>0.4413541666654055</c:v>
                </c:pt>
                <c:pt idx="38134">
                  <c:v>0.4413657407349092</c:v>
                </c:pt>
                <c:pt idx="38135">
                  <c:v>0.44137731481168885</c:v>
                </c:pt>
                <c:pt idx="38136">
                  <c:v>0.4413888888884685</c:v>
                </c:pt>
                <c:pt idx="38137">
                  <c:v>0.44140046295797219</c:v>
                </c:pt>
                <c:pt idx="38138">
                  <c:v>0.44141203703475185</c:v>
                </c:pt>
                <c:pt idx="38139">
                  <c:v>0.4414236111115315</c:v>
                </c:pt>
                <c:pt idx="38140">
                  <c:v>0.44143518518103519</c:v>
                </c:pt>
                <c:pt idx="38141">
                  <c:v>0.44144675925781485</c:v>
                </c:pt>
                <c:pt idx="38142">
                  <c:v>0.4414583333345945</c:v>
                </c:pt>
                <c:pt idx="38143">
                  <c:v>0.44146990740409819</c:v>
                </c:pt>
                <c:pt idx="38144">
                  <c:v>0.44148148148087785</c:v>
                </c:pt>
                <c:pt idx="38145">
                  <c:v>0.44149305555038154</c:v>
                </c:pt>
                <c:pt idx="38146">
                  <c:v>0.44150462962716119</c:v>
                </c:pt>
                <c:pt idx="38147">
                  <c:v>0.44151620370394085</c:v>
                </c:pt>
                <c:pt idx="38148">
                  <c:v>0.44152777777344454</c:v>
                </c:pt>
                <c:pt idx="38149">
                  <c:v>0.44153935185022419</c:v>
                </c:pt>
                <c:pt idx="38150">
                  <c:v>0.44155092592700385</c:v>
                </c:pt>
                <c:pt idx="38151">
                  <c:v>0.44156249999650754</c:v>
                </c:pt>
                <c:pt idx="38152">
                  <c:v>0.44157407407328719</c:v>
                </c:pt>
                <c:pt idx="38153">
                  <c:v>0.44158564814279089</c:v>
                </c:pt>
                <c:pt idx="38154">
                  <c:v>0.44159722221957054</c:v>
                </c:pt>
                <c:pt idx="38155">
                  <c:v>0.44160879629635019</c:v>
                </c:pt>
                <c:pt idx="38156">
                  <c:v>0.44162037036585389</c:v>
                </c:pt>
                <c:pt idx="38157">
                  <c:v>0.44163194444263354</c:v>
                </c:pt>
                <c:pt idx="38158">
                  <c:v>0.44164351851941319</c:v>
                </c:pt>
                <c:pt idx="38159">
                  <c:v>0.44165509258891689</c:v>
                </c:pt>
                <c:pt idx="38160">
                  <c:v>0.44166666666569654</c:v>
                </c:pt>
                <c:pt idx="38161">
                  <c:v>0.44167824073520023</c:v>
                </c:pt>
                <c:pt idx="38162">
                  <c:v>0.44168981481197989</c:v>
                </c:pt>
                <c:pt idx="38163">
                  <c:v>0.44170138888875954</c:v>
                </c:pt>
                <c:pt idx="38164">
                  <c:v>0.44171296295826323</c:v>
                </c:pt>
                <c:pt idx="38165">
                  <c:v>0.44172453703504289</c:v>
                </c:pt>
                <c:pt idx="38166">
                  <c:v>0.44173611111182254</c:v>
                </c:pt>
                <c:pt idx="38167">
                  <c:v>0.44174768518132623</c:v>
                </c:pt>
                <c:pt idx="38168">
                  <c:v>0.44175925925810589</c:v>
                </c:pt>
                <c:pt idx="38169">
                  <c:v>0.44177083332760958</c:v>
                </c:pt>
                <c:pt idx="38170">
                  <c:v>0.44178240740438923</c:v>
                </c:pt>
                <c:pt idx="38171">
                  <c:v>0.44179398148116888</c:v>
                </c:pt>
                <c:pt idx="38172">
                  <c:v>0.44180555555067258</c:v>
                </c:pt>
                <c:pt idx="38173">
                  <c:v>0.44181712962745223</c:v>
                </c:pt>
                <c:pt idx="38174">
                  <c:v>0.44182870370423188</c:v>
                </c:pt>
                <c:pt idx="38175">
                  <c:v>0.44184027777373558</c:v>
                </c:pt>
                <c:pt idx="38176">
                  <c:v>0.44185185185051523</c:v>
                </c:pt>
                <c:pt idx="38177">
                  <c:v>0.44186342592001893</c:v>
                </c:pt>
                <c:pt idx="38178">
                  <c:v>0.44187499999679858</c:v>
                </c:pt>
                <c:pt idx="38179">
                  <c:v>0.44188657407357823</c:v>
                </c:pt>
                <c:pt idx="38180">
                  <c:v>0.44189814814308193</c:v>
                </c:pt>
                <c:pt idx="38181">
                  <c:v>0.44190972221986158</c:v>
                </c:pt>
                <c:pt idx="38182">
                  <c:v>0.44192129629664123</c:v>
                </c:pt>
                <c:pt idx="38183">
                  <c:v>0.44193287036614493</c:v>
                </c:pt>
                <c:pt idx="38184">
                  <c:v>0.44194444444292458</c:v>
                </c:pt>
                <c:pt idx="38185">
                  <c:v>0.44195601851970423</c:v>
                </c:pt>
                <c:pt idx="38186">
                  <c:v>0.44196759258920792</c:v>
                </c:pt>
                <c:pt idx="38187">
                  <c:v>0.44197916666598758</c:v>
                </c:pt>
                <c:pt idx="38188">
                  <c:v>0.44199074073549127</c:v>
                </c:pt>
                <c:pt idx="38189">
                  <c:v>0.44200231481227092</c:v>
                </c:pt>
                <c:pt idx="38190">
                  <c:v>0.44201388888905058</c:v>
                </c:pt>
                <c:pt idx="38191">
                  <c:v>0.44202546295855427</c:v>
                </c:pt>
                <c:pt idx="38192">
                  <c:v>0.44203703703533392</c:v>
                </c:pt>
                <c:pt idx="38193">
                  <c:v>0.44204861111211358</c:v>
                </c:pt>
                <c:pt idx="38194">
                  <c:v>0.44206018518161727</c:v>
                </c:pt>
                <c:pt idx="38195">
                  <c:v>0.44207175925839692</c:v>
                </c:pt>
                <c:pt idx="38196">
                  <c:v>0.44208333332790062</c:v>
                </c:pt>
                <c:pt idx="38197">
                  <c:v>0.44209490740468027</c:v>
                </c:pt>
                <c:pt idx="38198">
                  <c:v>0.44210648148145992</c:v>
                </c:pt>
                <c:pt idx="38199">
                  <c:v>0.44211805555096362</c:v>
                </c:pt>
                <c:pt idx="38200">
                  <c:v>0.44212962962774327</c:v>
                </c:pt>
                <c:pt idx="38201">
                  <c:v>0.44214120370452292</c:v>
                </c:pt>
                <c:pt idx="38202">
                  <c:v>0.44215277777402662</c:v>
                </c:pt>
                <c:pt idx="38203">
                  <c:v>0.44216435185080627</c:v>
                </c:pt>
                <c:pt idx="38204">
                  <c:v>0.44217592592030996</c:v>
                </c:pt>
                <c:pt idx="38205">
                  <c:v>0.44218749999708962</c:v>
                </c:pt>
                <c:pt idx="38206">
                  <c:v>0.44219907407386927</c:v>
                </c:pt>
                <c:pt idx="38207">
                  <c:v>0.44221064814337296</c:v>
                </c:pt>
                <c:pt idx="38208">
                  <c:v>0.44222222222015262</c:v>
                </c:pt>
                <c:pt idx="38209">
                  <c:v>0.44223379629693227</c:v>
                </c:pt>
                <c:pt idx="38210">
                  <c:v>0.44224537036643596</c:v>
                </c:pt>
                <c:pt idx="38211">
                  <c:v>0.44225694444321562</c:v>
                </c:pt>
                <c:pt idx="38212">
                  <c:v>0.44226851851271931</c:v>
                </c:pt>
                <c:pt idx="38213">
                  <c:v>0.44228009258949896</c:v>
                </c:pt>
                <c:pt idx="38214">
                  <c:v>0.44229166666627862</c:v>
                </c:pt>
                <c:pt idx="38215">
                  <c:v>0.44230324073578231</c:v>
                </c:pt>
                <c:pt idx="38216">
                  <c:v>0.44231481481256196</c:v>
                </c:pt>
                <c:pt idx="38217">
                  <c:v>0.44232638888934162</c:v>
                </c:pt>
                <c:pt idx="38218">
                  <c:v>0.44233796295884531</c:v>
                </c:pt>
                <c:pt idx="38219">
                  <c:v>0.44234953703562496</c:v>
                </c:pt>
                <c:pt idx="38220">
                  <c:v>0.44236111111240461</c:v>
                </c:pt>
                <c:pt idx="38221">
                  <c:v>0.44237268518190831</c:v>
                </c:pt>
                <c:pt idx="38222">
                  <c:v>0.44238425925868796</c:v>
                </c:pt>
                <c:pt idx="38223">
                  <c:v>0.44239583332819166</c:v>
                </c:pt>
                <c:pt idx="38224">
                  <c:v>0.44240740740497131</c:v>
                </c:pt>
                <c:pt idx="38225">
                  <c:v>0.44241898148175096</c:v>
                </c:pt>
                <c:pt idx="38226">
                  <c:v>0.44243055555125466</c:v>
                </c:pt>
                <c:pt idx="38227">
                  <c:v>0.44244212962803431</c:v>
                </c:pt>
                <c:pt idx="38228">
                  <c:v>0.44245370370481396</c:v>
                </c:pt>
                <c:pt idx="38229">
                  <c:v>0.44246527777431766</c:v>
                </c:pt>
                <c:pt idx="38230">
                  <c:v>0.44247685185109731</c:v>
                </c:pt>
                <c:pt idx="38231">
                  <c:v>0.442488425920601</c:v>
                </c:pt>
                <c:pt idx="38232">
                  <c:v>0.44249999999738066</c:v>
                </c:pt>
                <c:pt idx="38233">
                  <c:v>0.44251157407416031</c:v>
                </c:pt>
                <c:pt idx="38234">
                  <c:v>0.442523148143664</c:v>
                </c:pt>
                <c:pt idx="38235">
                  <c:v>0.44253472222044365</c:v>
                </c:pt>
                <c:pt idx="38236">
                  <c:v>0.44254629629722331</c:v>
                </c:pt>
                <c:pt idx="38237">
                  <c:v>0.442557870366727</c:v>
                </c:pt>
                <c:pt idx="38238">
                  <c:v>0.44256944444350665</c:v>
                </c:pt>
                <c:pt idx="38239">
                  <c:v>0.44258101851301035</c:v>
                </c:pt>
                <c:pt idx="38240">
                  <c:v>0.44259259258979</c:v>
                </c:pt>
                <c:pt idx="38241">
                  <c:v>0.44260416666656965</c:v>
                </c:pt>
                <c:pt idx="38242">
                  <c:v>0.44261574073607335</c:v>
                </c:pt>
                <c:pt idx="38243">
                  <c:v>0.442627314812853</c:v>
                </c:pt>
                <c:pt idx="38244">
                  <c:v>0.44263888888963265</c:v>
                </c:pt>
                <c:pt idx="38245">
                  <c:v>0.44265046295913635</c:v>
                </c:pt>
                <c:pt idx="38246">
                  <c:v>0.442662037035916</c:v>
                </c:pt>
                <c:pt idx="38247">
                  <c:v>0.4426736111054197</c:v>
                </c:pt>
                <c:pt idx="38248">
                  <c:v>0.44268518518219935</c:v>
                </c:pt>
                <c:pt idx="38249">
                  <c:v>0.442696759258979</c:v>
                </c:pt>
                <c:pt idx="38250">
                  <c:v>0.44270833332848269</c:v>
                </c:pt>
                <c:pt idx="38251">
                  <c:v>0.44271990740526235</c:v>
                </c:pt>
                <c:pt idx="38252">
                  <c:v>0.442731481482042</c:v>
                </c:pt>
                <c:pt idx="38253">
                  <c:v>0.44274305555154569</c:v>
                </c:pt>
                <c:pt idx="38254">
                  <c:v>0.44275462962832535</c:v>
                </c:pt>
                <c:pt idx="38255">
                  <c:v>0.44276620369782904</c:v>
                </c:pt>
                <c:pt idx="38256">
                  <c:v>0.44277777777460869</c:v>
                </c:pt>
                <c:pt idx="38257">
                  <c:v>0.44278935185138835</c:v>
                </c:pt>
                <c:pt idx="38258">
                  <c:v>0.44280092592089204</c:v>
                </c:pt>
                <c:pt idx="38259">
                  <c:v>0.44281249999767169</c:v>
                </c:pt>
                <c:pt idx="38260">
                  <c:v>0.44282407407445135</c:v>
                </c:pt>
                <c:pt idx="38261">
                  <c:v>0.44283564814395504</c:v>
                </c:pt>
                <c:pt idx="38262">
                  <c:v>0.44284722222073469</c:v>
                </c:pt>
                <c:pt idx="38263">
                  <c:v>0.44285879629751435</c:v>
                </c:pt>
                <c:pt idx="38264">
                  <c:v>0.44287037036701804</c:v>
                </c:pt>
                <c:pt idx="38265">
                  <c:v>0.44288194444379769</c:v>
                </c:pt>
                <c:pt idx="38266">
                  <c:v>0.44289351851330139</c:v>
                </c:pt>
                <c:pt idx="38267">
                  <c:v>0.44290509259008104</c:v>
                </c:pt>
                <c:pt idx="38268">
                  <c:v>0.44291666666686069</c:v>
                </c:pt>
                <c:pt idx="38269">
                  <c:v>0.44292824073636439</c:v>
                </c:pt>
                <c:pt idx="38270">
                  <c:v>0.44293981481314404</c:v>
                </c:pt>
                <c:pt idx="38271">
                  <c:v>0.44295138888992369</c:v>
                </c:pt>
                <c:pt idx="38272">
                  <c:v>0.44296296295942739</c:v>
                </c:pt>
                <c:pt idx="38273">
                  <c:v>0.44297453703620704</c:v>
                </c:pt>
                <c:pt idx="38274">
                  <c:v>0.44298611110571073</c:v>
                </c:pt>
                <c:pt idx="38275">
                  <c:v>0.44299768518249039</c:v>
                </c:pt>
                <c:pt idx="38276">
                  <c:v>0.44300925925927004</c:v>
                </c:pt>
                <c:pt idx="38277">
                  <c:v>0.44302083332877373</c:v>
                </c:pt>
                <c:pt idx="38278">
                  <c:v>0.44303240740555339</c:v>
                </c:pt>
                <c:pt idx="38279">
                  <c:v>0.44304398148233304</c:v>
                </c:pt>
                <c:pt idx="38280">
                  <c:v>0.44305555555183673</c:v>
                </c:pt>
                <c:pt idx="38281">
                  <c:v>0.44306712962861639</c:v>
                </c:pt>
                <c:pt idx="38282">
                  <c:v>0.44307870369812008</c:v>
                </c:pt>
                <c:pt idx="38283">
                  <c:v>0.44309027777489973</c:v>
                </c:pt>
                <c:pt idx="38284">
                  <c:v>0.44310185185167938</c:v>
                </c:pt>
                <c:pt idx="38285">
                  <c:v>0.44311342592118308</c:v>
                </c:pt>
                <c:pt idx="38286">
                  <c:v>0.44312499999796273</c:v>
                </c:pt>
                <c:pt idx="38287">
                  <c:v>0.44313657407474238</c:v>
                </c:pt>
                <c:pt idx="38288">
                  <c:v>0.44314814814424608</c:v>
                </c:pt>
                <c:pt idx="38289">
                  <c:v>0.44315972222102573</c:v>
                </c:pt>
                <c:pt idx="38290">
                  <c:v>0.44317129629052943</c:v>
                </c:pt>
                <c:pt idx="38291">
                  <c:v>0.44318287036730908</c:v>
                </c:pt>
                <c:pt idx="38292">
                  <c:v>0.44319444444408873</c:v>
                </c:pt>
                <c:pt idx="38293">
                  <c:v>0.44320601851359243</c:v>
                </c:pt>
                <c:pt idx="38294">
                  <c:v>0.44321759259037208</c:v>
                </c:pt>
                <c:pt idx="38295">
                  <c:v>0.44322916666715173</c:v>
                </c:pt>
                <c:pt idx="38296">
                  <c:v>0.44324074073665543</c:v>
                </c:pt>
                <c:pt idx="38297">
                  <c:v>0.44325231481343508</c:v>
                </c:pt>
                <c:pt idx="38298">
                  <c:v>0.44326388889021473</c:v>
                </c:pt>
                <c:pt idx="38299">
                  <c:v>0.44327546295971842</c:v>
                </c:pt>
                <c:pt idx="38300">
                  <c:v>0.44328703703649808</c:v>
                </c:pt>
                <c:pt idx="38301">
                  <c:v>0.44329861110600177</c:v>
                </c:pt>
                <c:pt idx="38302">
                  <c:v>0.44331018518278142</c:v>
                </c:pt>
                <c:pt idx="38303">
                  <c:v>0.44332175925956108</c:v>
                </c:pt>
                <c:pt idx="38304">
                  <c:v>0.44333333332906477</c:v>
                </c:pt>
                <c:pt idx="38305">
                  <c:v>0.44334490740584442</c:v>
                </c:pt>
                <c:pt idx="38306">
                  <c:v>0.44335648148262408</c:v>
                </c:pt>
                <c:pt idx="38307">
                  <c:v>0.44336805555212777</c:v>
                </c:pt>
                <c:pt idx="38308">
                  <c:v>0.44337962962890742</c:v>
                </c:pt>
                <c:pt idx="38309">
                  <c:v>0.44339120369841112</c:v>
                </c:pt>
                <c:pt idx="38310">
                  <c:v>0.44340277777519077</c:v>
                </c:pt>
                <c:pt idx="38311">
                  <c:v>0.44341435185197042</c:v>
                </c:pt>
                <c:pt idx="38312">
                  <c:v>0.44342592592147412</c:v>
                </c:pt>
                <c:pt idx="38313">
                  <c:v>0.44343749999825377</c:v>
                </c:pt>
                <c:pt idx="38314">
                  <c:v>0.44344907407503342</c:v>
                </c:pt>
                <c:pt idx="38315">
                  <c:v>0.44346064814453712</c:v>
                </c:pt>
                <c:pt idx="38316">
                  <c:v>0.44347222222131677</c:v>
                </c:pt>
                <c:pt idx="38317">
                  <c:v>0.44348379629082046</c:v>
                </c:pt>
                <c:pt idx="38318">
                  <c:v>0.44349537036760012</c:v>
                </c:pt>
                <c:pt idx="38319">
                  <c:v>0.44350694444437977</c:v>
                </c:pt>
                <c:pt idx="38320">
                  <c:v>0.44351851851388346</c:v>
                </c:pt>
                <c:pt idx="38321">
                  <c:v>0.44353009259066312</c:v>
                </c:pt>
                <c:pt idx="38322">
                  <c:v>0.44354166666744277</c:v>
                </c:pt>
                <c:pt idx="38323">
                  <c:v>0.44355324073694646</c:v>
                </c:pt>
                <c:pt idx="38324">
                  <c:v>0.44356481481372612</c:v>
                </c:pt>
                <c:pt idx="38325">
                  <c:v>0.44357638888322981</c:v>
                </c:pt>
                <c:pt idx="38326">
                  <c:v>0.44358796296000946</c:v>
                </c:pt>
                <c:pt idx="38327">
                  <c:v>0.44359953703678912</c:v>
                </c:pt>
                <c:pt idx="38328">
                  <c:v>0.44361111110629281</c:v>
                </c:pt>
                <c:pt idx="38329">
                  <c:v>0.44362268518307246</c:v>
                </c:pt>
                <c:pt idx="38330">
                  <c:v>0.44363425925985212</c:v>
                </c:pt>
                <c:pt idx="38331">
                  <c:v>0.44364583332935581</c:v>
                </c:pt>
                <c:pt idx="38332">
                  <c:v>0.44365740740613546</c:v>
                </c:pt>
                <c:pt idx="38333">
                  <c:v>0.44366898147563916</c:v>
                </c:pt>
                <c:pt idx="38334">
                  <c:v>0.44368055555241881</c:v>
                </c:pt>
                <c:pt idx="38335">
                  <c:v>0.44369212962919846</c:v>
                </c:pt>
                <c:pt idx="38336">
                  <c:v>0.44370370369870216</c:v>
                </c:pt>
                <c:pt idx="38337">
                  <c:v>0.44371527777548181</c:v>
                </c:pt>
                <c:pt idx="38338">
                  <c:v>0.44372685185226146</c:v>
                </c:pt>
                <c:pt idx="38339">
                  <c:v>0.44373842592176516</c:v>
                </c:pt>
                <c:pt idx="38340">
                  <c:v>0.44374999999854481</c:v>
                </c:pt>
                <c:pt idx="38341">
                  <c:v>0.44376157407532446</c:v>
                </c:pt>
                <c:pt idx="38342">
                  <c:v>0.44377314814482816</c:v>
                </c:pt>
                <c:pt idx="38343">
                  <c:v>0.44378472222160781</c:v>
                </c:pt>
                <c:pt idx="38344">
                  <c:v>0.4437962962911115</c:v>
                </c:pt>
                <c:pt idx="38345">
                  <c:v>0.44380787036789116</c:v>
                </c:pt>
                <c:pt idx="38346">
                  <c:v>0.44381944444467081</c:v>
                </c:pt>
                <c:pt idx="38347">
                  <c:v>0.4438310185141745</c:v>
                </c:pt>
                <c:pt idx="38348">
                  <c:v>0.44384259259095415</c:v>
                </c:pt>
                <c:pt idx="38349">
                  <c:v>0.44385416666773381</c:v>
                </c:pt>
                <c:pt idx="38350">
                  <c:v>0.4438657407372375</c:v>
                </c:pt>
                <c:pt idx="38351">
                  <c:v>0.44387731481401715</c:v>
                </c:pt>
                <c:pt idx="38352">
                  <c:v>0.44388888888352085</c:v>
                </c:pt>
                <c:pt idx="38353">
                  <c:v>0.4439004629603005</c:v>
                </c:pt>
                <c:pt idx="38354">
                  <c:v>0.44391203703708015</c:v>
                </c:pt>
                <c:pt idx="38355">
                  <c:v>0.44392361110658385</c:v>
                </c:pt>
                <c:pt idx="38356">
                  <c:v>0.4439351851833635</c:v>
                </c:pt>
                <c:pt idx="38357">
                  <c:v>0.44394675926014315</c:v>
                </c:pt>
                <c:pt idx="38358">
                  <c:v>0.44395833332964685</c:v>
                </c:pt>
                <c:pt idx="38359">
                  <c:v>0.4439699074064265</c:v>
                </c:pt>
                <c:pt idx="38360">
                  <c:v>0.4439814814759302</c:v>
                </c:pt>
                <c:pt idx="38361">
                  <c:v>0.44399305555270985</c:v>
                </c:pt>
                <c:pt idx="38362">
                  <c:v>0.4440046296294895</c:v>
                </c:pt>
                <c:pt idx="38363">
                  <c:v>0.44401620369899319</c:v>
                </c:pt>
                <c:pt idx="38364">
                  <c:v>0.44402777777577285</c:v>
                </c:pt>
                <c:pt idx="38365">
                  <c:v>0.4440393518525525</c:v>
                </c:pt>
                <c:pt idx="38366">
                  <c:v>0.44405092592205619</c:v>
                </c:pt>
                <c:pt idx="38367">
                  <c:v>0.44406249999883585</c:v>
                </c:pt>
                <c:pt idx="38368">
                  <c:v>0.44407407406833954</c:v>
                </c:pt>
                <c:pt idx="38369">
                  <c:v>0.44408564814511919</c:v>
                </c:pt>
                <c:pt idx="38370">
                  <c:v>0.44409722222189885</c:v>
                </c:pt>
                <c:pt idx="38371">
                  <c:v>0.44410879629140254</c:v>
                </c:pt>
                <c:pt idx="38372">
                  <c:v>0.44412037036818219</c:v>
                </c:pt>
                <c:pt idx="38373">
                  <c:v>0.44413194444496185</c:v>
                </c:pt>
                <c:pt idx="38374">
                  <c:v>0.44414351851446554</c:v>
                </c:pt>
                <c:pt idx="38375">
                  <c:v>0.44415509259124519</c:v>
                </c:pt>
                <c:pt idx="38376">
                  <c:v>0.44416666666074889</c:v>
                </c:pt>
                <c:pt idx="38377">
                  <c:v>0.44417824073752854</c:v>
                </c:pt>
                <c:pt idx="38378">
                  <c:v>0.44418981481430819</c:v>
                </c:pt>
                <c:pt idx="38379">
                  <c:v>0.44420138888381189</c:v>
                </c:pt>
                <c:pt idx="38380">
                  <c:v>0.44421296296059154</c:v>
                </c:pt>
                <c:pt idx="38381">
                  <c:v>0.44422453703737119</c:v>
                </c:pt>
                <c:pt idx="38382">
                  <c:v>0.44423611110687489</c:v>
                </c:pt>
                <c:pt idx="38383">
                  <c:v>0.44424768518365454</c:v>
                </c:pt>
                <c:pt idx="38384">
                  <c:v>0.44425925926043419</c:v>
                </c:pt>
                <c:pt idx="38385">
                  <c:v>0.44427083332993789</c:v>
                </c:pt>
                <c:pt idx="38386">
                  <c:v>0.44428240740671754</c:v>
                </c:pt>
                <c:pt idx="38387">
                  <c:v>0.44429398147622123</c:v>
                </c:pt>
                <c:pt idx="38388">
                  <c:v>0.44430555555300089</c:v>
                </c:pt>
                <c:pt idx="38389">
                  <c:v>0.44431712962978054</c:v>
                </c:pt>
                <c:pt idx="38390">
                  <c:v>0.44432870369928423</c:v>
                </c:pt>
                <c:pt idx="38391">
                  <c:v>0.44434027777606389</c:v>
                </c:pt>
                <c:pt idx="38392">
                  <c:v>0.44435185185284354</c:v>
                </c:pt>
                <c:pt idx="38393">
                  <c:v>0.44436342592234723</c:v>
                </c:pt>
                <c:pt idx="38394">
                  <c:v>0.44437499999912689</c:v>
                </c:pt>
                <c:pt idx="38395">
                  <c:v>0.44438657406863058</c:v>
                </c:pt>
                <c:pt idx="38396">
                  <c:v>0.44439814814541023</c:v>
                </c:pt>
                <c:pt idx="38397">
                  <c:v>0.44440972222218988</c:v>
                </c:pt>
                <c:pt idx="38398">
                  <c:v>0.44442129629169358</c:v>
                </c:pt>
                <c:pt idx="38399">
                  <c:v>0.44443287036847323</c:v>
                </c:pt>
                <c:pt idx="38400">
                  <c:v>0.44444444444525288</c:v>
                </c:pt>
                <c:pt idx="38401">
                  <c:v>0.44445601851475658</c:v>
                </c:pt>
                <c:pt idx="38402">
                  <c:v>0.44446759259153623</c:v>
                </c:pt>
                <c:pt idx="38403">
                  <c:v>0.44447916666103993</c:v>
                </c:pt>
                <c:pt idx="38404">
                  <c:v>0.44449074073781958</c:v>
                </c:pt>
                <c:pt idx="38405">
                  <c:v>0.44450231481459923</c:v>
                </c:pt>
                <c:pt idx="38406">
                  <c:v>0.44451388888410293</c:v>
                </c:pt>
                <c:pt idx="38407">
                  <c:v>0.44452546296088258</c:v>
                </c:pt>
                <c:pt idx="38408">
                  <c:v>0.44453703703766223</c:v>
                </c:pt>
                <c:pt idx="38409">
                  <c:v>0.44454861110716593</c:v>
                </c:pt>
                <c:pt idx="38410">
                  <c:v>0.44456018518394558</c:v>
                </c:pt>
                <c:pt idx="38411">
                  <c:v>0.44457175925344927</c:v>
                </c:pt>
                <c:pt idx="38412">
                  <c:v>0.44458333333022892</c:v>
                </c:pt>
                <c:pt idx="38413">
                  <c:v>0.44459490740700858</c:v>
                </c:pt>
                <c:pt idx="38414">
                  <c:v>0.44460648147651227</c:v>
                </c:pt>
                <c:pt idx="38415">
                  <c:v>0.44461805555329192</c:v>
                </c:pt>
                <c:pt idx="38416">
                  <c:v>0.44462962963007158</c:v>
                </c:pt>
                <c:pt idx="38417">
                  <c:v>0.44464120369957527</c:v>
                </c:pt>
                <c:pt idx="38418">
                  <c:v>0.44465277777635492</c:v>
                </c:pt>
                <c:pt idx="38419">
                  <c:v>0.44466435185313458</c:v>
                </c:pt>
                <c:pt idx="38420">
                  <c:v>0.44467592592263827</c:v>
                </c:pt>
                <c:pt idx="38421">
                  <c:v>0.44468749999941792</c:v>
                </c:pt>
                <c:pt idx="38422">
                  <c:v>0.44469907406892162</c:v>
                </c:pt>
                <c:pt idx="38423">
                  <c:v>0.44471064814570127</c:v>
                </c:pt>
                <c:pt idx="38424">
                  <c:v>0.44472222222248092</c:v>
                </c:pt>
                <c:pt idx="38425">
                  <c:v>0.44473379629198462</c:v>
                </c:pt>
                <c:pt idx="38426">
                  <c:v>0.44474537036876427</c:v>
                </c:pt>
                <c:pt idx="38427">
                  <c:v>0.44475694444554392</c:v>
                </c:pt>
                <c:pt idx="38428">
                  <c:v>0.44476851851504762</c:v>
                </c:pt>
                <c:pt idx="38429">
                  <c:v>0.44478009259182727</c:v>
                </c:pt>
                <c:pt idx="38430">
                  <c:v>0.44479166666133096</c:v>
                </c:pt>
                <c:pt idx="38431">
                  <c:v>0.44480324073811062</c:v>
                </c:pt>
                <c:pt idx="38432">
                  <c:v>0.44481481481489027</c:v>
                </c:pt>
                <c:pt idx="38433">
                  <c:v>0.44482638888439396</c:v>
                </c:pt>
                <c:pt idx="38434">
                  <c:v>0.44483796296117362</c:v>
                </c:pt>
                <c:pt idx="38435">
                  <c:v>0.44484953703795327</c:v>
                </c:pt>
                <c:pt idx="38436">
                  <c:v>0.44486111110745696</c:v>
                </c:pt>
                <c:pt idx="38437">
                  <c:v>0.44487268518423662</c:v>
                </c:pt>
                <c:pt idx="38438">
                  <c:v>0.44488425925374031</c:v>
                </c:pt>
                <c:pt idx="38439">
                  <c:v>0.44489583333051996</c:v>
                </c:pt>
                <c:pt idx="38440">
                  <c:v>0.44490740740729962</c:v>
                </c:pt>
                <c:pt idx="38441">
                  <c:v>0.44491898147680331</c:v>
                </c:pt>
                <c:pt idx="38442">
                  <c:v>0.44493055555358296</c:v>
                </c:pt>
                <c:pt idx="38443">
                  <c:v>0.44494212963036261</c:v>
                </c:pt>
                <c:pt idx="38444">
                  <c:v>0.44495370369986631</c:v>
                </c:pt>
                <c:pt idx="38445">
                  <c:v>0.44496527777664596</c:v>
                </c:pt>
                <c:pt idx="38446">
                  <c:v>0.44497685184614966</c:v>
                </c:pt>
                <c:pt idx="38447">
                  <c:v>0.44498842592292931</c:v>
                </c:pt>
                <c:pt idx="38448">
                  <c:v>0.44499999999970896</c:v>
                </c:pt>
                <c:pt idx="38449">
                  <c:v>0.44501157406921266</c:v>
                </c:pt>
                <c:pt idx="38450">
                  <c:v>0.44502314814599231</c:v>
                </c:pt>
                <c:pt idx="38451">
                  <c:v>0.44503472222277196</c:v>
                </c:pt>
                <c:pt idx="38452">
                  <c:v>0.44504629629227566</c:v>
                </c:pt>
                <c:pt idx="38453">
                  <c:v>0.44505787036905531</c:v>
                </c:pt>
                <c:pt idx="38454">
                  <c:v>0.445069444438559</c:v>
                </c:pt>
                <c:pt idx="38455">
                  <c:v>0.44508101851533866</c:v>
                </c:pt>
                <c:pt idx="38456">
                  <c:v>0.44509259259211831</c:v>
                </c:pt>
                <c:pt idx="38457">
                  <c:v>0.445104166661622</c:v>
                </c:pt>
                <c:pt idx="38458">
                  <c:v>0.44511574073840166</c:v>
                </c:pt>
                <c:pt idx="38459">
                  <c:v>0.44512731481518131</c:v>
                </c:pt>
                <c:pt idx="38460">
                  <c:v>0.445138888884685</c:v>
                </c:pt>
                <c:pt idx="38461">
                  <c:v>0.44515046296146465</c:v>
                </c:pt>
                <c:pt idx="38462">
                  <c:v>0.44516203703824431</c:v>
                </c:pt>
                <c:pt idx="38463">
                  <c:v>0.445173611107748</c:v>
                </c:pt>
                <c:pt idx="38464">
                  <c:v>0.44518518518452765</c:v>
                </c:pt>
                <c:pt idx="38465">
                  <c:v>0.44519675925403135</c:v>
                </c:pt>
                <c:pt idx="38466">
                  <c:v>0.445208333330811</c:v>
                </c:pt>
                <c:pt idx="38467">
                  <c:v>0.44521990740759065</c:v>
                </c:pt>
                <c:pt idx="38468">
                  <c:v>0.44523148147709435</c:v>
                </c:pt>
                <c:pt idx="38469">
                  <c:v>0.445243055553874</c:v>
                </c:pt>
                <c:pt idx="38470">
                  <c:v>0.44525462963065365</c:v>
                </c:pt>
                <c:pt idx="38471">
                  <c:v>0.44526620370015735</c:v>
                </c:pt>
                <c:pt idx="38472">
                  <c:v>0.445277777776937</c:v>
                </c:pt>
                <c:pt idx="38473">
                  <c:v>0.4452893518464407</c:v>
                </c:pt>
                <c:pt idx="38474">
                  <c:v>0.44530092592322035</c:v>
                </c:pt>
                <c:pt idx="38475">
                  <c:v>0.4453125</c:v>
                </c:pt>
                <c:pt idx="38476">
                  <c:v>0.44532407406950369</c:v>
                </c:pt>
                <c:pt idx="38477">
                  <c:v>0.44533564814628335</c:v>
                </c:pt>
                <c:pt idx="38478">
                  <c:v>0.445347222223063</c:v>
                </c:pt>
                <c:pt idx="38479">
                  <c:v>0.44535879629256669</c:v>
                </c:pt>
                <c:pt idx="38480">
                  <c:v>0.44537037036934635</c:v>
                </c:pt>
                <c:pt idx="38481">
                  <c:v>0.44538194443885004</c:v>
                </c:pt>
                <c:pt idx="38482">
                  <c:v>0.44539351851562969</c:v>
                </c:pt>
                <c:pt idx="38483">
                  <c:v>0.44540509259240935</c:v>
                </c:pt>
                <c:pt idx="38484">
                  <c:v>0.44541666666191304</c:v>
                </c:pt>
                <c:pt idx="38485">
                  <c:v>0.44542824073869269</c:v>
                </c:pt>
                <c:pt idx="38486">
                  <c:v>0.44543981481547235</c:v>
                </c:pt>
                <c:pt idx="38487">
                  <c:v>0.44545138888497604</c:v>
                </c:pt>
                <c:pt idx="38488">
                  <c:v>0.44546296296175569</c:v>
                </c:pt>
                <c:pt idx="38489">
                  <c:v>0.44547453703125939</c:v>
                </c:pt>
                <c:pt idx="38490">
                  <c:v>0.44548611110803904</c:v>
                </c:pt>
                <c:pt idx="38491">
                  <c:v>0.44549768518481869</c:v>
                </c:pt>
                <c:pt idx="38492">
                  <c:v>0.44550925925432239</c:v>
                </c:pt>
                <c:pt idx="38493">
                  <c:v>0.44552083333110204</c:v>
                </c:pt>
                <c:pt idx="38494">
                  <c:v>0.44553240740788169</c:v>
                </c:pt>
                <c:pt idx="38495">
                  <c:v>0.44554398147738539</c:v>
                </c:pt>
                <c:pt idx="38496">
                  <c:v>0.44555555555416504</c:v>
                </c:pt>
                <c:pt idx="38497">
                  <c:v>0.44556712963094469</c:v>
                </c:pt>
                <c:pt idx="38498">
                  <c:v>0.44557870370044839</c:v>
                </c:pt>
                <c:pt idx="38499">
                  <c:v>0.44559027777722804</c:v>
                </c:pt>
                <c:pt idx="38500">
                  <c:v>0.44560185184673173</c:v>
                </c:pt>
                <c:pt idx="38501">
                  <c:v>0.44561342592351139</c:v>
                </c:pt>
                <c:pt idx="38502">
                  <c:v>0.44562500000029104</c:v>
                </c:pt>
                <c:pt idx="38503">
                  <c:v>0.44563657406979473</c:v>
                </c:pt>
                <c:pt idx="38504">
                  <c:v>0.44564814814657439</c:v>
                </c:pt>
                <c:pt idx="38505">
                  <c:v>0.44565972222335404</c:v>
                </c:pt>
                <c:pt idx="38506">
                  <c:v>0.44567129629285773</c:v>
                </c:pt>
                <c:pt idx="38507">
                  <c:v>0.44568287036963739</c:v>
                </c:pt>
                <c:pt idx="38508">
                  <c:v>0.44569444443914108</c:v>
                </c:pt>
                <c:pt idx="38509">
                  <c:v>0.44570601851592073</c:v>
                </c:pt>
                <c:pt idx="38510">
                  <c:v>0.44571759259270038</c:v>
                </c:pt>
                <c:pt idx="38511">
                  <c:v>0.44572916666220408</c:v>
                </c:pt>
                <c:pt idx="38512">
                  <c:v>0.44574074073898373</c:v>
                </c:pt>
                <c:pt idx="38513">
                  <c:v>0.44575231481576338</c:v>
                </c:pt>
                <c:pt idx="38514">
                  <c:v>0.44576388888526708</c:v>
                </c:pt>
                <c:pt idx="38515">
                  <c:v>0.44577546296204673</c:v>
                </c:pt>
                <c:pt idx="38516">
                  <c:v>0.44578703703155043</c:v>
                </c:pt>
                <c:pt idx="38517">
                  <c:v>0.44579861110833008</c:v>
                </c:pt>
                <c:pt idx="38518">
                  <c:v>0.44581018518510973</c:v>
                </c:pt>
                <c:pt idx="38519">
                  <c:v>0.44582175925461343</c:v>
                </c:pt>
                <c:pt idx="38520">
                  <c:v>0.44583333333139308</c:v>
                </c:pt>
                <c:pt idx="38521">
                  <c:v>0.44584490740817273</c:v>
                </c:pt>
                <c:pt idx="38522">
                  <c:v>0.44585648147767643</c:v>
                </c:pt>
                <c:pt idx="38523">
                  <c:v>0.44586805555445608</c:v>
                </c:pt>
                <c:pt idx="38524">
                  <c:v>0.44587962962395977</c:v>
                </c:pt>
                <c:pt idx="38525">
                  <c:v>0.44589120370073942</c:v>
                </c:pt>
                <c:pt idx="38526">
                  <c:v>0.44590277777751908</c:v>
                </c:pt>
                <c:pt idx="38527">
                  <c:v>0.44591435184702277</c:v>
                </c:pt>
                <c:pt idx="38528">
                  <c:v>0.44592592592380242</c:v>
                </c:pt>
                <c:pt idx="38529">
                  <c:v>0.44593750000058208</c:v>
                </c:pt>
                <c:pt idx="38530">
                  <c:v>0.44594907407008577</c:v>
                </c:pt>
                <c:pt idx="38531">
                  <c:v>0.44596064814686542</c:v>
                </c:pt>
                <c:pt idx="38532">
                  <c:v>0.44597222221636912</c:v>
                </c:pt>
                <c:pt idx="38533">
                  <c:v>0.44598379629314877</c:v>
                </c:pt>
                <c:pt idx="38534">
                  <c:v>0.44599537036992842</c:v>
                </c:pt>
                <c:pt idx="38535">
                  <c:v>0.44600694443943212</c:v>
                </c:pt>
                <c:pt idx="38536">
                  <c:v>0.44601851851621177</c:v>
                </c:pt>
                <c:pt idx="38537">
                  <c:v>0.44603009259299142</c:v>
                </c:pt>
                <c:pt idx="38538">
                  <c:v>0.44604166666249512</c:v>
                </c:pt>
                <c:pt idx="38539">
                  <c:v>0.44605324073927477</c:v>
                </c:pt>
                <c:pt idx="38540">
                  <c:v>0.44606481481605442</c:v>
                </c:pt>
                <c:pt idx="38541">
                  <c:v>0.44607638888555812</c:v>
                </c:pt>
                <c:pt idx="38542">
                  <c:v>0.44608796296233777</c:v>
                </c:pt>
                <c:pt idx="38543">
                  <c:v>0.44609953703184146</c:v>
                </c:pt>
                <c:pt idx="38544">
                  <c:v>0.44611111110862112</c:v>
                </c:pt>
                <c:pt idx="38545">
                  <c:v>0.44612268518540077</c:v>
                </c:pt>
                <c:pt idx="38546">
                  <c:v>0.44613425925490446</c:v>
                </c:pt>
                <c:pt idx="38547">
                  <c:v>0.44614583333168412</c:v>
                </c:pt>
                <c:pt idx="38548">
                  <c:v>0.44615740740846377</c:v>
                </c:pt>
                <c:pt idx="38549">
                  <c:v>0.44616898147796746</c:v>
                </c:pt>
                <c:pt idx="38550">
                  <c:v>0.44618055555474712</c:v>
                </c:pt>
                <c:pt idx="38551">
                  <c:v>0.44619212962425081</c:v>
                </c:pt>
                <c:pt idx="38552">
                  <c:v>0.44620370370103046</c:v>
                </c:pt>
                <c:pt idx="38553">
                  <c:v>0.44621527777781012</c:v>
                </c:pt>
                <c:pt idx="38554">
                  <c:v>0.44622685184731381</c:v>
                </c:pt>
                <c:pt idx="38555">
                  <c:v>0.44623842592409346</c:v>
                </c:pt>
                <c:pt idx="38556">
                  <c:v>0.44625000000087311</c:v>
                </c:pt>
                <c:pt idx="38557">
                  <c:v>0.44626157407037681</c:v>
                </c:pt>
                <c:pt idx="38558">
                  <c:v>0.44627314814715646</c:v>
                </c:pt>
                <c:pt idx="38559">
                  <c:v>0.44628472221666016</c:v>
                </c:pt>
                <c:pt idx="38560">
                  <c:v>0.44629629629343981</c:v>
                </c:pt>
                <c:pt idx="38561">
                  <c:v>0.44630787037021946</c:v>
                </c:pt>
                <c:pt idx="38562">
                  <c:v>0.44631944443972316</c:v>
                </c:pt>
                <c:pt idx="38563">
                  <c:v>0.44633101851650281</c:v>
                </c:pt>
                <c:pt idx="38564">
                  <c:v>0.44634259259328246</c:v>
                </c:pt>
                <c:pt idx="38565">
                  <c:v>0.44635416666278616</c:v>
                </c:pt>
                <c:pt idx="38566">
                  <c:v>0.44636574073956581</c:v>
                </c:pt>
                <c:pt idx="38567">
                  <c:v>0.4463773148090695</c:v>
                </c:pt>
                <c:pt idx="38568">
                  <c:v>0.44638888888584916</c:v>
                </c:pt>
                <c:pt idx="38569">
                  <c:v>0.44640046296262881</c:v>
                </c:pt>
                <c:pt idx="38570">
                  <c:v>0.4464120370321325</c:v>
                </c:pt>
                <c:pt idx="38571">
                  <c:v>0.44642361110891216</c:v>
                </c:pt>
                <c:pt idx="38572">
                  <c:v>0.44643518518569181</c:v>
                </c:pt>
                <c:pt idx="38573">
                  <c:v>0.4464467592551955</c:v>
                </c:pt>
                <c:pt idx="38574">
                  <c:v>0.44645833333197515</c:v>
                </c:pt>
                <c:pt idx="38575">
                  <c:v>0.44646990740147885</c:v>
                </c:pt>
                <c:pt idx="38576">
                  <c:v>0.4464814814782585</c:v>
                </c:pt>
                <c:pt idx="38577">
                  <c:v>0.44649305555503815</c:v>
                </c:pt>
                <c:pt idx="38578">
                  <c:v>0.44650462962454185</c:v>
                </c:pt>
                <c:pt idx="38579">
                  <c:v>0.4465162037013215</c:v>
                </c:pt>
                <c:pt idx="38580">
                  <c:v>0.44652777777810115</c:v>
                </c:pt>
                <c:pt idx="38581">
                  <c:v>0.44653935184760485</c:v>
                </c:pt>
                <c:pt idx="38582">
                  <c:v>0.4465509259243845</c:v>
                </c:pt>
                <c:pt idx="38583">
                  <c:v>0.44656250000116415</c:v>
                </c:pt>
                <c:pt idx="38584">
                  <c:v>0.44657407407066785</c:v>
                </c:pt>
                <c:pt idx="38585">
                  <c:v>0.4465856481474475</c:v>
                </c:pt>
                <c:pt idx="38586">
                  <c:v>0.4465972222169512</c:v>
                </c:pt>
                <c:pt idx="38587">
                  <c:v>0.44660879629373085</c:v>
                </c:pt>
                <c:pt idx="38588">
                  <c:v>0.4466203703705105</c:v>
                </c:pt>
                <c:pt idx="38589">
                  <c:v>0.44663194444001419</c:v>
                </c:pt>
                <c:pt idx="38590">
                  <c:v>0.44664351851679385</c:v>
                </c:pt>
                <c:pt idx="38591">
                  <c:v>0.4466550925935735</c:v>
                </c:pt>
                <c:pt idx="38592">
                  <c:v>0.44666666666307719</c:v>
                </c:pt>
                <c:pt idx="38593">
                  <c:v>0.44667824073985685</c:v>
                </c:pt>
                <c:pt idx="38594">
                  <c:v>0.44668981480936054</c:v>
                </c:pt>
                <c:pt idx="38595">
                  <c:v>0.44670138888614019</c:v>
                </c:pt>
                <c:pt idx="38596">
                  <c:v>0.44671296296291985</c:v>
                </c:pt>
                <c:pt idx="38597">
                  <c:v>0.44672453703242354</c:v>
                </c:pt>
                <c:pt idx="38598">
                  <c:v>0.44673611110920319</c:v>
                </c:pt>
                <c:pt idx="38599">
                  <c:v>0.44674768518598285</c:v>
                </c:pt>
                <c:pt idx="38600">
                  <c:v>0.44675925925548654</c:v>
                </c:pt>
                <c:pt idx="38601">
                  <c:v>0.44677083333226619</c:v>
                </c:pt>
                <c:pt idx="38602">
                  <c:v>0.44678240740176989</c:v>
                </c:pt>
                <c:pt idx="38603">
                  <c:v>0.44679398147854954</c:v>
                </c:pt>
                <c:pt idx="38604">
                  <c:v>0.44680555555532919</c:v>
                </c:pt>
                <c:pt idx="38605">
                  <c:v>0.44681712962483289</c:v>
                </c:pt>
                <c:pt idx="38606">
                  <c:v>0.44682870370161254</c:v>
                </c:pt>
                <c:pt idx="38607">
                  <c:v>0.44684027777839219</c:v>
                </c:pt>
                <c:pt idx="38608">
                  <c:v>0.44685185184789589</c:v>
                </c:pt>
                <c:pt idx="38609">
                  <c:v>0.44686342592467554</c:v>
                </c:pt>
                <c:pt idx="38610">
                  <c:v>0.44687499999417923</c:v>
                </c:pt>
                <c:pt idx="38611">
                  <c:v>0.44688657407095889</c:v>
                </c:pt>
                <c:pt idx="38612">
                  <c:v>0.44689814814773854</c:v>
                </c:pt>
                <c:pt idx="38613">
                  <c:v>0.44690972221724223</c:v>
                </c:pt>
                <c:pt idx="38614">
                  <c:v>0.44692129629402189</c:v>
                </c:pt>
                <c:pt idx="38615">
                  <c:v>0.44693287037080154</c:v>
                </c:pt>
                <c:pt idx="38616">
                  <c:v>0.44694444444030523</c:v>
                </c:pt>
                <c:pt idx="38617">
                  <c:v>0.44695601851708489</c:v>
                </c:pt>
                <c:pt idx="38618">
                  <c:v>0.44696759259386454</c:v>
                </c:pt>
                <c:pt idx="38619">
                  <c:v>0.44697916666336823</c:v>
                </c:pt>
                <c:pt idx="38620">
                  <c:v>0.44699074074014788</c:v>
                </c:pt>
                <c:pt idx="38621">
                  <c:v>0.44700231480965158</c:v>
                </c:pt>
                <c:pt idx="38622">
                  <c:v>0.44701388888643123</c:v>
                </c:pt>
                <c:pt idx="38623">
                  <c:v>0.44702546296321088</c:v>
                </c:pt>
                <c:pt idx="38624">
                  <c:v>0.44703703703271458</c:v>
                </c:pt>
                <c:pt idx="38625">
                  <c:v>0.44704861110949423</c:v>
                </c:pt>
                <c:pt idx="38626">
                  <c:v>0.44706018518627388</c:v>
                </c:pt>
                <c:pt idx="38627">
                  <c:v>0.44707175925577758</c:v>
                </c:pt>
                <c:pt idx="38628">
                  <c:v>0.44708333333255723</c:v>
                </c:pt>
                <c:pt idx="38629">
                  <c:v>0.44709490740206093</c:v>
                </c:pt>
                <c:pt idx="38630">
                  <c:v>0.44710648147884058</c:v>
                </c:pt>
                <c:pt idx="38631">
                  <c:v>0.44711805555562023</c:v>
                </c:pt>
                <c:pt idx="38632">
                  <c:v>0.44712962962512393</c:v>
                </c:pt>
                <c:pt idx="38633">
                  <c:v>0.44714120370190358</c:v>
                </c:pt>
                <c:pt idx="38634">
                  <c:v>0.44715277777868323</c:v>
                </c:pt>
                <c:pt idx="38635">
                  <c:v>0.44716435184818693</c:v>
                </c:pt>
                <c:pt idx="38636">
                  <c:v>0.44717592592496658</c:v>
                </c:pt>
                <c:pt idx="38637">
                  <c:v>0.44718749999447027</c:v>
                </c:pt>
                <c:pt idx="38638">
                  <c:v>0.44719907407124992</c:v>
                </c:pt>
                <c:pt idx="38639">
                  <c:v>0.44721064814802958</c:v>
                </c:pt>
                <c:pt idx="38640">
                  <c:v>0.44722222221753327</c:v>
                </c:pt>
                <c:pt idx="38641">
                  <c:v>0.44723379629431292</c:v>
                </c:pt>
                <c:pt idx="38642">
                  <c:v>0.44724537037109258</c:v>
                </c:pt>
                <c:pt idx="38643">
                  <c:v>0.44725694444059627</c:v>
                </c:pt>
                <c:pt idx="38644">
                  <c:v>0.44726851851737592</c:v>
                </c:pt>
                <c:pt idx="38645">
                  <c:v>0.44728009258687962</c:v>
                </c:pt>
                <c:pt idx="38646">
                  <c:v>0.44729166666365927</c:v>
                </c:pt>
                <c:pt idx="38647">
                  <c:v>0.44730324074043892</c:v>
                </c:pt>
                <c:pt idx="38648">
                  <c:v>0.44731481480994262</c:v>
                </c:pt>
                <c:pt idx="38649">
                  <c:v>0.44732638888672227</c:v>
                </c:pt>
                <c:pt idx="38650">
                  <c:v>0.44733796296350192</c:v>
                </c:pt>
                <c:pt idx="38651">
                  <c:v>0.44734953703300562</c:v>
                </c:pt>
                <c:pt idx="38652">
                  <c:v>0.44736111110978527</c:v>
                </c:pt>
                <c:pt idx="38653">
                  <c:v>0.44737268517928896</c:v>
                </c:pt>
                <c:pt idx="38654">
                  <c:v>0.44738425925606862</c:v>
                </c:pt>
                <c:pt idx="38655">
                  <c:v>0.44739583333284827</c:v>
                </c:pt>
                <c:pt idx="38656">
                  <c:v>0.44740740740235196</c:v>
                </c:pt>
                <c:pt idx="38657">
                  <c:v>0.44741898147913162</c:v>
                </c:pt>
                <c:pt idx="38658">
                  <c:v>0.44743055555591127</c:v>
                </c:pt>
                <c:pt idx="38659">
                  <c:v>0.44744212962541496</c:v>
                </c:pt>
                <c:pt idx="38660">
                  <c:v>0.44745370370219462</c:v>
                </c:pt>
                <c:pt idx="38661">
                  <c:v>0.44746527777897427</c:v>
                </c:pt>
                <c:pt idx="38662">
                  <c:v>0.44747685184847796</c:v>
                </c:pt>
                <c:pt idx="38663">
                  <c:v>0.44748842592525762</c:v>
                </c:pt>
                <c:pt idx="38664">
                  <c:v>0.44749999999476131</c:v>
                </c:pt>
                <c:pt idx="38665">
                  <c:v>0.44751157407154096</c:v>
                </c:pt>
                <c:pt idx="38666">
                  <c:v>0.44752314814832062</c:v>
                </c:pt>
                <c:pt idx="38667">
                  <c:v>0.44753472221782431</c:v>
                </c:pt>
                <c:pt idx="38668">
                  <c:v>0.44754629629460396</c:v>
                </c:pt>
                <c:pt idx="38669">
                  <c:v>0.44755787037138361</c:v>
                </c:pt>
                <c:pt idx="38670">
                  <c:v>0.44756944444088731</c:v>
                </c:pt>
                <c:pt idx="38671">
                  <c:v>0.44758101851766696</c:v>
                </c:pt>
                <c:pt idx="38672">
                  <c:v>0.44759259258717066</c:v>
                </c:pt>
                <c:pt idx="38673">
                  <c:v>0.44760416666395031</c:v>
                </c:pt>
                <c:pt idx="38674">
                  <c:v>0.44761574074072996</c:v>
                </c:pt>
                <c:pt idx="38675">
                  <c:v>0.44762731481023366</c:v>
                </c:pt>
                <c:pt idx="38676">
                  <c:v>0.44763888888701331</c:v>
                </c:pt>
                <c:pt idx="38677">
                  <c:v>0.44765046296379296</c:v>
                </c:pt>
                <c:pt idx="38678">
                  <c:v>0.44766203703329666</c:v>
                </c:pt>
                <c:pt idx="38679">
                  <c:v>0.44767361111007631</c:v>
                </c:pt>
                <c:pt idx="38680">
                  <c:v>0.44768518517958</c:v>
                </c:pt>
                <c:pt idx="38681">
                  <c:v>0.44769675925635966</c:v>
                </c:pt>
                <c:pt idx="38682">
                  <c:v>0.44770833333313931</c:v>
                </c:pt>
                <c:pt idx="38683">
                  <c:v>0.447719907402643</c:v>
                </c:pt>
                <c:pt idx="38684">
                  <c:v>0.44773148147942265</c:v>
                </c:pt>
                <c:pt idx="38685">
                  <c:v>0.44774305555620231</c:v>
                </c:pt>
                <c:pt idx="38686">
                  <c:v>0.447754629625706</c:v>
                </c:pt>
                <c:pt idx="38687">
                  <c:v>0.44776620370248565</c:v>
                </c:pt>
                <c:pt idx="38688">
                  <c:v>0.44777777777198935</c:v>
                </c:pt>
                <c:pt idx="38689">
                  <c:v>0.447789351848769</c:v>
                </c:pt>
                <c:pt idx="38690">
                  <c:v>0.44780092592554865</c:v>
                </c:pt>
                <c:pt idx="38691">
                  <c:v>0.44781249999505235</c:v>
                </c:pt>
                <c:pt idx="38692">
                  <c:v>0.447824074071832</c:v>
                </c:pt>
                <c:pt idx="38693">
                  <c:v>0.44783564814861165</c:v>
                </c:pt>
                <c:pt idx="38694">
                  <c:v>0.44784722221811535</c:v>
                </c:pt>
                <c:pt idx="38695">
                  <c:v>0.447858796294895</c:v>
                </c:pt>
                <c:pt idx="38696">
                  <c:v>0.44787037037167465</c:v>
                </c:pt>
                <c:pt idx="38697">
                  <c:v>0.44788194444117835</c:v>
                </c:pt>
                <c:pt idx="38698">
                  <c:v>0.447893518517958</c:v>
                </c:pt>
                <c:pt idx="38699">
                  <c:v>0.4479050925874617</c:v>
                </c:pt>
                <c:pt idx="38700">
                  <c:v>0.44791666666424135</c:v>
                </c:pt>
                <c:pt idx="38701">
                  <c:v>0.447928240741021</c:v>
                </c:pt>
                <c:pt idx="38702">
                  <c:v>0.44793981481052469</c:v>
                </c:pt>
                <c:pt idx="38703">
                  <c:v>0.44795138888730435</c:v>
                </c:pt>
                <c:pt idx="38704">
                  <c:v>0.447962962964084</c:v>
                </c:pt>
                <c:pt idx="38705">
                  <c:v>0.44797453703358769</c:v>
                </c:pt>
                <c:pt idx="38706">
                  <c:v>0.44798611111036735</c:v>
                </c:pt>
                <c:pt idx="38707">
                  <c:v>0.44799768517987104</c:v>
                </c:pt>
                <c:pt idx="38708">
                  <c:v>0.44800925925665069</c:v>
                </c:pt>
                <c:pt idx="38709">
                  <c:v>0.44802083333343035</c:v>
                </c:pt>
                <c:pt idx="38710">
                  <c:v>0.44803240740293404</c:v>
                </c:pt>
                <c:pt idx="38711">
                  <c:v>0.44804398147971369</c:v>
                </c:pt>
                <c:pt idx="38712">
                  <c:v>0.44805555555649335</c:v>
                </c:pt>
                <c:pt idx="38713">
                  <c:v>0.44806712962599704</c:v>
                </c:pt>
                <c:pt idx="38714">
                  <c:v>0.44807870370277669</c:v>
                </c:pt>
                <c:pt idx="38715">
                  <c:v>0.44809027777228039</c:v>
                </c:pt>
                <c:pt idx="38716">
                  <c:v>0.44810185184906004</c:v>
                </c:pt>
                <c:pt idx="38717">
                  <c:v>0.44811342592583969</c:v>
                </c:pt>
                <c:pt idx="38718">
                  <c:v>0.44812499999534339</c:v>
                </c:pt>
                <c:pt idx="38719">
                  <c:v>0.44813657407212304</c:v>
                </c:pt>
                <c:pt idx="38720">
                  <c:v>0.44814814814890269</c:v>
                </c:pt>
                <c:pt idx="38721">
                  <c:v>0.44815972221840639</c:v>
                </c:pt>
                <c:pt idx="38722">
                  <c:v>0.44817129629518604</c:v>
                </c:pt>
                <c:pt idx="38723">
                  <c:v>0.44818287036468973</c:v>
                </c:pt>
                <c:pt idx="38724">
                  <c:v>0.44819444444146939</c:v>
                </c:pt>
                <c:pt idx="38725">
                  <c:v>0.44820601851824904</c:v>
                </c:pt>
                <c:pt idx="38726">
                  <c:v>0.44821759258775273</c:v>
                </c:pt>
                <c:pt idx="38727">
                  <c:v>0.44822916666453239</c:v>
                </c:pt>
                <c:pt idx="38728">
                  <c:v>0.44824074074131204</c:v>
                </c:pt>
                <c:pt idx="38729">
                  <c:v>0.44825231481081573</c:v>
                </c:pt>
                <c:pt idx="38730">
                  <c:v>0.44826388888759539</c:v>
                </c:pt>
                <c:pt idx="38731">
                  <c:v>0.44827546295709908</c:v>
                </c:pt>
                <c:pt idx="38732">
                  <c:v>0.44828703703387873</c:v>
                </c:pt>
                <c:pt idx="38733">
                  <c:v>0.44829861111065838</c:v>
                </c:pt>
                <c:pt idx="38734">
                  <c:v>0.44831018518016208</c:v>
                </c:pt>
                <c:pt idx="38735">
                  <c:v>0.44832175925694173</c:v>
                </c:pt>
                <c:pt idx="38736">
                  <c:v>0.44833333333372138</c:v>
                </c:pt>
                <c:pt idx="38737">
                  <c:v>0.44834490740322508</c:v>
                </c:pt>
                <c:pt idx="38738">
                  <c:v>0.44835648148000473</c:v>
                </c:pt>
                <c:pt idx="38739">
                  <c:v>0.44836805555678438</c:v>
                </c:pt>
                <c:pt idx="38740">
                  <c:v>0.44837962962628808</c:v>
                </c:pt>
                <c:pt idx="38741">
                  <c:v>0.44839120370306773</c:v>
                </c:pt>
                <c:pt idx="38742">
                  <c:v>0.44840277777257143</c:v>
                </c:pt>
                <c:pt idx="38743">
                  <c:v>0.44841435184935108</c:v>
                </c:pt>
                <c:pt idx="38744">
                  <c:v>0.44842592592613073</c:v>
                </c:pt>
                <c:pt idx="38745">
                  <c:v>0.44843749999563443</c:v>
                </c:pt>
                <c:pt idx="38746">
                  <c:v>0.44844907407241408</c:v>
                </c:pt>
                <c:pt idx="38747">
                  <c:v>0.44846064814919373</c:v>
                </c:pt>
                <c:pt idx="38748">
                  <c:v>0.44847222221869742</c:v>
                </c:pt>
                <c:pt idx="38749">
                  <c:v>0.44848379629547708</c:v>
                </c:pt>
                <c:pt idx="38750">
                  <c:v>0.44849537036498077</c:v>
                </c:pt>
                <c:pt idx="38751">
                  <c:v>0.44850694444176042</c:v>
                </c:pt>
                <c:pt idx="38752">
                  <c:v>0.44851851851854008</c:v>
                </c:pt>
                <c:pt idx="38753">
                  <c:v>0.44853009258804377</c:v>
                </c:pt>
                <c:pt idx="38754">
                  <c:v>0.44854166666482342</c:v>
                </c:pt>
                <c:pt idx="38755">
                  <c:v>0.44855324074160308</c:v>
                </c:pt>
                <c:pt idx="38756">
                  <c:v>0.44856481481110677</c:v>
                </c:pt>
                <c:pt idx="38757">
                  <c:v>0.44857638888788642</c:v>
                </c:pt>
                <c:pt idx="38758">
                  <c:v>0.44858796295739012</c:v>
                </c:pt>
                <c:pt idx="38759">
                  <c:v>0.44859953703416977</c:v>
                </c:pt>
                <c:pt idx="38760">
                  <c:v>0.44861111111094942</c:v>
                </c:pt>
                <c:pt idx="38761">
                  <c:v>0.44862268518045312</c:v>
                </c:pt>
                <c:pt idx="38762">
                  <c:v>0.44863425925723277</c:v>
                </c:pt>
                <c:pt idx="38763">
                  <c:v>0.44864583333401242</c:v>
                </c:pt>
                <c:pt idx="38764">
                  <c:v>0.44865740740351612</c:v>
                </c:pt>
                <c:pt idx="38765">
                  <c:v>0.44866898148029577</c:v>
                </c:pt>
                <c:pt idx="38766">
                  <c:v>0.44868055554979946</c:v>
                </c:pt>
                <c:pt idx="38767">
                  <c:v>0.44869212962657912</c:v>
                </c:pt>
                <c:pt idx="38768">
                  <c:v>0.44870370370335877</c:v>
                </c:pt>
                <c:pt idx="38769">
                  <c:v>0.44871527777286246</c:v>
                </c:pt>
                <c:pt idx="38770">
                  <c:v>0.44872685184964212</c:v>
                </c:pt>
                <c:pt idx="38771">
                  <c:v>0.44873842592642177</c:v>
                </c:pt>
                <c:pt idx="38772">
                  <c:v>0.44874999999592546</c:v>
                </c:pt>
                <c:pt idx="38773">
                  <c:v>0.44876157407270512</c:v>
                </c:pt>
                <c:pt idx="38774">
                  <c:v>0.44877314814948477</c:v>
                </c:pt>
                <c:pt idx="38775">
                  <c:v>0.44878472221898846</c:v>
                </c:pt>
                <c:pt idx="38776">
                  <c:v>0.44879629629576812</c:v>
                </c:pt>
                <c:pt idx="38777">
                  <c:v>0.44880787036527181</c:v>
                </c:pt>
                <c:pt idx="38778">
                  <c:v>0.44881944444205146</c:v>
                </c:pt>
                <c:pt idx="38779">
                  <c:v>0.44883101851883112</c:v>
                </c:pt>
                <c:pt idx="38780">
                  <c:v>0.44884259258833481</c:v>
                </c:pt>
                <c:pt idx="38781">
                  <c:v>0.44885416666511446</c:v>
                </c:pt>
                <c:pt idx="38782">
                  <c:v>0.44886574074189411</c:v>
                </c:pt>
                <c:pt idx="38783">
                  <c:v>0.44887731481139781</c:v>
                </c:pt>
                <c:pt idx="38784">
                  <c:v>0.44888888888817746</c:v>
                </c:pt>
                <c:pt idx="38785">
                  <c:v>0.44890046295768116</c:v>
                </c:pt>
                <c:pt idx="38786">
                  <c:v>0.44891203703446081</c:v>
                </c:pt>
                <c:pt idx="38787">
                  <c:v>0.44892361111124046</c:v>
                </c:pt>
                <c:pt idx="38788">
                  <c:v>0.44893518518074416</c:v>
                </c:pt>
                <c:pt idx="38789">
                  <c:v>0.44894675925752381</c:v>
                </c:pt>
                <c:pt idx="38790">
                  <c:v>0.44895833333430346</c:v>
                </c:pt>
                <c:pt idx="38791">
                  <c:v>0.44896990740380716</c:v>
                </c:pt>
                <c:pt idx="38792">
                  <c:v>0.44898148148058681</c:v>
                </c:pt>
                <c:pt idx="38793">
                  <c:v>0.4489930555500905</c:v>
                </c:pt>
                <c:pt idx="38794">
                  <c:v>0.44900462962687016</c:v>
                </c:pt>
                <c:pt idx="38795">
                  <c:v>0.44901620370364981</c:v>
                </c:pt>
                <c:pt idx="38796">
                  <c:v>0.4490277777731535</c:v>
                </c:pt>
                <c:pt idx="38797">
                  <c:v>0.44903935184993315</c:v>
                </c:pt>
                <c:pt idx="38798">
                  <c:v>0.44905092592671281</c:v>
                </c:pt>
                <c:pt idx="38799">
                  <c:v>0.4490624999962165</c:v>
                </c:pt>
                <c:pt idx="38800">
                  <c:v>0.44907407407299615</c:v>
                </c:pt>
                <c:pt idx="38801">
                  <c:v>0.44908564814249985</c:v>
                </c:pt>
                <c:pt idx="38802">
                  <c:v>0.4490972222192795</c:v>
                </c:pt>
                <c:pt idx="38803">
                  <c:v>0.44910879629605915</c:v>
                </c:pt>
                <c:pt idx="38804">
                  <c:v>0.44912037036556285</c:v>
                </c:pt>
                <c:pt idx="38805">
                  <c:v>0.4491319444423425</c:v>
                </c:pt>
                <c:pt idx="38806">
                  <c:v>0.44914351851912215</c:v>
                </c:pt>
                <c:pt idx="38807">
                  <c:v>0.44915509258862585</c:v>
                </c:pt>
                <c:pt idx="38808">
                  <c:v>0.4491666666654055</c:v>
                </c:pt>
                <c:pt idx="38809">
                  <c:v>0.4491782407349092</c:v>
                </c:pt>
                <c:pt idx="38810">
                  <c:v>0.44918981481168885</c:v>
                </c:pt>
                <c:pt idx="38811">
                  <c:v>0.4492013888884685</c:v>
                </c:pt>
                <c:pt idx="38812">
                  <c:v>0.44921296295797219</c:v>
                </c:pt>
                <c:pt idx="38813">
                  <c:v>0.44922453703475185</c:v>
                </c:pt>
                <c:pt idx="38814">
                  <c:v>0.4492361111115315</c:v>
                </c:pt>
                <c:pt idx="38815">
                  <c:v>0.44924768518103519</c:v>
                </c:pt>
                <c:pt idx="38816">
                  <c:v>0.44925925925781485</c:v>
                </c:pt>
                <c:pt idx="38817">
                  <c:v>0.4492708333345945</c:v>
                </c:pt>
                <c:pt idx="38818">
                  <c:v>0.44928240740409819</c:v>
                </c:pt>
                <c:pt idx="38819">
                  <c:v>0.44929398148087785</c:v>
                </c:pt>
                <c:pt idx="38820">
                  <c:v>0.44930555555038154</c:v>
                </c:pt>
                <c:pt idx="38821">
                  <c:v>0.44931712962716119</c:v>
                </c:pt>
                <c:pt idx="38822">
                  <c:v>0.44932870370394085</c:v>
                </c:pt>
                <c:pt idx="38823">
                  <c:v>0.44934027777344454</c:v>
                </c:pt>
                <c:pt idx="38824">
                  <c:v>0.44935185185022419</c:v>
                </c:pt>
                <c:pt idx="38825">
                  <c:v>0.44936342592700385</c:v>
                </c:pt>
                <c:pt idx="38826">
                  <c:v>0.44937499999650754</c:v>
                </c:pt>
                <c:pt idx="38827">
                  <c:v>0.44938657407328719</c:v>
                </c:pt>
                <c:pt idx="38828">
                  <c:v>0.44939814814279089</c:v>
                </c:pt>
                <c:pt idx="38829">
                  <c:v>0.44940972221957054</c:v>
                </c:pt>
                <c:pt idx="38830">
                  <c:v>0.44942129629635019</c:v>
                </c:pt>
                <c:pt idx="38831">
                  <c:v>0.44943287036585389</c:v>
                </c:pt>
                <c:pt idx="38832">
                  <c:v>0.44944444444263354</c:v>
                </c:pt>
                <c:pt idx="38833">
                  <c:v>0.44945601851941319</c:v>
                </c:pt>
                <c:pt idx="38834">
                  <c:v>0.44946759258891689</c:v>
                </c:pt>
                <c:pt idx="38835">
                  <c:v>0.44947916666569654</c:v>
                </c:pt>
                <c:pt idx="38836">
                  <c:v>0.44949074073520023</c:v>
                </c:pt>
                <c:pt idx="38837">
                  <c:v>0.44950231481197989</c:v>
                </c:pt>
                <c:pt idx="38838">
                  <c:v>0.44951388888875954</c:v>
                </c:pt>
                <c:pt idx="38839">
                  <c:v>0.44952546295826323</c:v>
                </c:pt>
                <c:pt idx="38840">
                  <c:v>0.44953703703504289</c:v>
                </c:pt>
                <c:pt idx="38841">
                  <c:v>0.44954861111182254</c:v>
                </c:pt>
                <c:pt idx="38842">
                  <c:v>0.44956018518132623</c:v>
                </c:pt>
                <c:pt idx="38843">
                  <c:v>0.44957175925810589</c:v>
                </c:pt>
                <c:pt idx="38844">
                  <c:v>0.44958333332760958</c:v>
                </c:pt>
                <c:pt idx="38845">
                  <c:v>0.44959490740438923</c:v>
                </c:pt>
                <c:pt idx="38846">
                  <c:v>0.44960648148116888</c:v>
                </c:pt>
                <c:pt idx="38847">
                  <c:v>0.44961805555067258</c:v>
                </c:pt>
                <c:pt idx="38848">
                  <c:v>0.44962962962745223</c:v>
                </c:pt>
                <c:pt idx="38849">
                  <c:v>0.44964120370423188</c:v>
                </c:pt>
                <c:pt idx="38850">
                  <c:v>0.44965277777373558</c:v>
                </c:pt>
                <c:pt idx="38851">
                  <c:v>0.44966435185051523</c:v>
                </c:pt>
                <c:pt idx="38852">
                  <c:v>0.44967592592001893</c:v>
                </c:pt>
                <c:pt idx="38853">
                  <c:v>0.44968749999679858</c:v>
                </c:pt>
                <c:pt idx="38854">
                  <c:v>0.44969907407357823</c:v>
                </c:pt>
                <c:pt idx="38855">
                  <c:v>0.44971064814308193</c:v>
                </c:pt>
                <c:pt idx="38856">
                  <c:v>0.44972222221986158</c:v>
                </c:pt>
                <c:pt idx="38857">
                  <c:v>0.44973379629664123</c:v>
                </c:pt>
                <c:pt idx="38858">
                  <c:v>0.44974537036614493</c:v>
                </c:pt>
                <c:pt idx="38859">
                  <c:v>0.44975694444292458</c:v>
                </c:pt>
                <c:pt idx="38860">
                  <c:v>0.44976851851970423</c:v>
                </c:pt>
                <c:pt idx="38861">
                  <c:v>0.44978009258920792</c:v>
                </c:pt>
                <c:pt idx="38862">
                  <c:v>0.44979166666598758</c:v>
                </c:pt>
                <c:pt idx="38863">
                  <c:v>0.44980324073549127</c:v>
                </c:pt>
                <c:pt idx="38864">
                  <c:v>0.44981481481227092</c:v>
                </c:pt>
                <c:pt idx="38865">
                  <c:v>0.44982638888905058</c:v>
                </c:pt>
                <c:pt idx="38866">
                  <c:v>0.44983796295855427</c:v>
                </c:pt>
                <c:pt idx="38867">
                  <c:v>0.44984953703533392</c:v>
                </c:pt>
                <c:pt idx="38868">
                  <c:v>0.44986111111211358</c:v>
                </c:pt>
                <c:pt idx="38869">
                  <c:v>0.44987268518161727</c:v>
                </c:pt>
                <c:pt idx="38870">
                  <c:v>0.44988425925839692</c:v>
                </c:pt>
                <c:pt idx="38871">
                  <c:v>0.44989583332790062</c:v>
                </c:pt>
                <c:pt idx="38872">
                  <c:v>0.44990740740468027</c:v>
                </c:pt>
                <c:pt idx="38873">
                  <c:v>0.44991898148145992</c:v>
                </c:pt>
                <c:pt idx="38874">
                  <c:v>0.44993055555096362</c:v>
                </c:pt>
                <c:pt idx="38875">
                  <c:v>0.44994212962774327</c:v>
                </c:pt>
                <c:pt idx="38876">
                  <c:v>0.44995370370452292</c:v>
                </c:pt>
                <c:pt idx="38877">
                  <c:v>0.44996527777402662</c:v>
                </c:pt>
                <c:pt idx="38878">
                  <c:v>0.44997685185080627</c:v>
                </c:pt>
                <c:pt idx="38879">
                  <c:v>0.44998842592030996</c:v>
                </c:pt>
                <c:pt idx="38880">
                  <c:v>0.44999999999708962</c:v>
                </c:pt>
                <c:pt idx="38881">
                  <c:v>0.45001157407386927</c:v>
                </c:pt>
                <c:pt idx="38882">
                  <c:v>0.45002314814337296</c:v>
                </c:pt>
                <c:pt idx="38883">
                  <c:v>0.45003472222015262</c:v>
                </c:pt>
                <c:pt idx="38884">
                  <c:v>0.45004629629693227</c:v>
                </c:pt>
                <c:pt idx="38885">
                  <c:v>0.45005787036643596</c:v>
                </c:pt>
                <c:pt idx="38886">
                  <c:v>0.45006944444321562</c:v>
                </c:pt>
                <c:pt idx="38887">
                  <c:v>0.45008101851271931</c:v>
                </c:pt>
                <c:pt idx="38888">
                  <c:v>0.45009259258949896</c:v>
                </c:pt>
                <c:pt idx="38889">
                  <c:v>0.45010416666627862</c:v>
                </c:pt>
                <c:pt idx="38890">
                  <c:v>0.45011574073578231</c:v>
                </c:pt>
                <c:pt idx="38891">
                  <c:v>0.45012731481256196</c:v>
                </c:pt>
                <c:pt idx="38892">
                  <c:v>0.45013888888934162</c:v>
                </c:pt>
                <c:pt idx="38893">
                  <c:v>0.45015046295884531</c:v>
                </c:pt>
                <c:pt idx="38894">
                  <c:v>0.45016203703562496</c:v>
                </c:pt>
                <c:pt idx="38895">
                  <c:v>0.45017361111240461</c:v>
                </c:pt>
                <c:pt idx="38896">
                  <c:v>0.45018518518190831</c:v>
                </c:pt>
                <c:pt idx="38897">
                  <c:v>0.45019675925868796</c:v>
                </c:pt>
                <c:pt idx="38898">
                  <c:v>0.45020833332819166</c:v>
                </c:pt>
                <c:pt idx="38899">
                  <c:v>0.45021990740497131</c:v>
                </c:pt>
                <c:pt idx="38900">
                  <c:v>0.45023148148175096</c:v>
                </c:pt>
                <c:pt idx="38901">
                  <c:v>0.45024305555125466</c:v>
                </c:pt>
                <c:pt idx="38902">
                  <c:v>0.45025462962803431</c:v>
                </c:pt>
                <c:pt idx="38903">
                  <c:v>0.45026620370481396</c:v>
                </c:pt>
                <c:pt idx="38904">
                  <c:v>0.45027777777431766</c:v>
                </c:pt>
                <c:pt idx="38905">
                  <c:v>0.45028935185109731</c:v>
                </c:pt>
                <c:pt idx="38906">
                  <c:v>0.450300925920601</c:v>
                </c:pt>
                <c:pt idx="38907">
                  <c:v>0.45031249999738066</c:v>
                </c:pt>
                <c:pt idx="38908">
                  <c:v>0.45032407407416031</c:v>
                </c:pt>
                <c:pt idx="38909">
                  <c:v>0.450335648143664</c:v>
                </c:pt>
                <c:pt idx="38910">
                  <c:v>0.45034722222044365</c:v>
                </c:pt>
                <c:pt idx="38911">
                  <c:v>0.45035879629722331</c:v>
                </c:pt>
                <c:pt idx="38912">
                  <c:v>0.450370370366727</c:v>
                </c:pt>
                <c:pt idx="38913">
                  <c:v>0.45038194444350665</c:v>
                </c:pt>
                <c:pt idx="38914">
                  <c:v>0.45039351851301035</c:v>
                </c:pt>
                <c:pt idx="38915">
                  <c:v>0.45040509258979</c:v>
                </c:pt>
                <c:pt idx="38916">
                  <c:v>0.45041666666656965</c:v>
                </c:pt>
                <c:pt idx="38917">
                  <c:v>0.45042824073607335</c:v>
                </c:pt>
                <c:pt idx="38918">
                  <c:v>0.450439814812853</c:v>
                </c:pt>
                <c:pt idx="38919">
                  <c:v>0.45045138888963265</c:v>
                </c:pt>
                <c:pt idx="38920">
                  <c:v>0.45046296295913635</c:v>
                </c:pt>
                <c:pt idx="38921">
                  <c:v>0.450474537035916</c:v>
                </c:pt>
                <c:pt idx="38922">
                  <c:v>0.4504861111054197</c:v>
                </c:pt>
                <c:pt idx="38923">
                  <c:v>0.45049768518219935</c:v>
                </c:pt>
                <c:pt idx="38924">
                  <c:v>0.450509259258979</c:v>
                </c:pt>
                <c:pt idx="38925">
                  <c:v>0.45052083332848269</c:v>
                </c:pt>
                <c:pt idx="38926">
                  <c:v>0.45053240740526235</c:v>
                </c:pt>
                <c:pt idx="38927">
                  <c:v>0.450543981482042</c:v>
                </c:pt>
                <c:pt idx="38928">
                  <c:v>0.45055555555154569</c:v>
                </c:pt>
                <c:pt idx="38929">
                  <c:v>0.45056712962832535</c:v>
                </c:pt>
                <c:pt idx="38930">
                  <c:v>0.45057870369782904</c:v>
                </c:pt>
                <c:pt idx="38931">
                  <c:v>0.45059027777460869</c:v>
                </c:pt>
                <c:pt idx="38932">
                  <c:v>0.45060185185138835</c:v>
                </c:pt>
                <c:pt idx="38933">
                  <c:v>0.45061342592089204</c:v>
                </c:pt>
                <c:pt idx="38934">
                  <c:v>0.45062499999767169</c:v>
                </c:pt>
                <c:pt idx="38935">
                  <c:v>0.45063657407445135</c:v>
                </c:pt>
                <c:pt idx="38936">
                  <c:v>0.45064814814395504</c:v>
                </c:pt>
                <c:pt idx="38937">
                  <c:v>0.45065972222073469</c:v>
                </c:pt>
                <c:pt idx="38938">
                  <c:v>0.45067129629751435</c:v>
                </c:pt>
                <c:pt idx="38939">
                  <c:v>0.45068287036701804</c:v>
                </c:pt>
                <c:pt idx="38940">
                  <c:v>0.45069444444379769</c:v>
                </c:pt>
                <c:pt idx="38941">
                  <c:v>0.45070601851330139</c:v>
                </c:pt>
                <c:pt idx="38942">
                  <c:v>0.45071759259008104</c:v>
                </c:pt>
                <c:pt idx="38943">
                  <c:v>0.45072916666686069</c:v>
                </c:pt>
                <c:pt idx="38944">
                  <c:v>0.45074074073636439</c:v>
                </c:pt>
                <c:pt idx="38945">
                  <c:v>0.45075231481314404</c:v>
                </c:pt>
                <c:pt idx="38946">
                  <c:v>0.45076388888992369</c:v>
                </c:pt>
                <c:pt idx="38947">
                  <c:v>0.45077546295942739</c:v>
                </c:pt>
                <c:pt idx="38948">
                  <c:v>0.45078703703620704</c:v>
                </c:pt>
                <c:pt idx="38949">
                  <c:v>0.45079861110571073</c:v>
                </c:pt>
                <c:pt idx="38950">
                  <c:v>0.45081018518249039</c:v>
                </c:pt>
                <c:pt idx="38951">
                  <c:v>0.45082175925927004</c:v>
                </c:pt>
                <c:pt idx="38952">
                  <c:v>0.45083333332877373</c:v>
                </c:pt>
                <c:pt idx="38953">
                  <c:v>0.45084490740555339</c:v>
                </c:pt>
                <c:pt idx="38954">
                  <c:v>0.45085648148233304</c:v>
                </c:pt>
                <c:pt idx="38955">
                  <c:v>0.45086805555183673</c:v>
                </c:pt>
                <c:pt idx="38956">
                  <c:v>0.45087962962861639</c:v>
                </c:pt>
                <c:pt idx="38957">
                  <c:v>0.45089120369812008</c:v>
                </c:pt>
                <c:pt idx="38958">
                  <c:v>0.45090277777489973</c:v>
                </c:pt>
                <c:pt idx="38959">
                  <c:v>0.45091435185167938</c:v>
                </c:pt>
                <c:pt idx="38960">
                  <c:v>0.45092592592118308</c:v>
                </c:pt>
                <c:pt idx="38961">
                  <c:v>0.45093749999796273</c:v>
                </c:pt>
                <c:pt idx="38962">
                  <c:v>0.45094907407474238</c:v>
                </c:pt>
                <c:pt idx="38963">
                  <c:v>0.45096064814424608</c:v>
                </c:pt>
                <c:pt idx="38964">
                  <c:v>0.45097222222102573</c:v>
                </c:pt>
                <c:pt idx="38965">
                  <c:v>0.45098379629052943</c:v>
                </c:pt>
                <c:pt idx="38966">
                  <c:v>0.45099537036730908</c:v>
                </c:pt>
                <c:pt idx="38967">
                  <c:v>0.45100694444408873</c:v>
                </c:pt>
                <c:pt idx="38968">
                  <c:v>0.45101851851359243</c:v>
                </c:pt>
                <c:pt idx="38969">
                  <c:v>0.45103009259037208</c:v>
                </c:pt>
                <c:pt idx="38970">
                  <c:v>0.45104166666715173</c:v>
                </c:pt>
                <c:pt idx="38971">
                  <c:v>0.45105324073665543</c:v>
                </c:pt>
                <c:pt idx="38972">
                  <c:v>0.45106481481343508</c:v>
                </c:pt>
                <c:pt idx="38973">
                  <c:v>0.45107638889021473</c:v>
                </c:pt>
                <c:pt idx="38974">
                  <c:v>0.45108796295971842</c:v>
                </c:pt>
                <c:pt idx="38975">
                  <c:v>0.45109953703649808</c:v>
                </c:pt>
                <c:pt idx="38976">
                  <c:v>0.45111111110600177</c:v>
                </c:pt>
                <c:pt idx="38977">
                  <c:v>0.45112268518278142</c:v>
                </c:pt>
                <c:pt idx="38978">
                  <c:v>0.45113425925956108</c:v>
                </c:pt>
                <c:pt idx="38979">
                  <c:v>0.45114583332906477</c:v>
                </c:pt>
                <c:pt idx="38980">
                  <c:v>0.45115740740584442</c:v>
                </c:pt>
                <c:pt idx="38981">
                  <c:v>0.45116898148262408</c:v>
                </c:pt>
                <c:pt idx="38982">
                  <c:v>0.45118055555212777</c:v>
                </c:pt>
                <c:pt idx="38983">
                  <c:v>0.45119212962890742</c:v>
                </c:pt>
                <c:pt idx="38984">
                  <c:v>0.45120370369841112</c:v>
                </c:pt>
                <c:pt idx="38985">
                  <c:v>0.45121527777519077</c:v>
                </c:pt>
                <c:pt idx="38986">
                  <c:v>0.45122685185197042</c:v>
                </c:pt>
                <c:pt idx="38987">
                  <c:v>0.45123842592147412</c:v>
                </c:pt>
                <c:pt idx="38988">
                  <c:v>0.45124999999825377</c:v>
                </c:pt>
                <c:pt idx="38989">
                  <c:v>0.45126157407503342</c:v>
                </c:pt>
                <c:pt idx="38990">
                  <c:v>0.45127314814453712</c:v>
                </c:pt>
                <c:pt idx="38991">
                  <c:v>0.45128472222131677</c:v>
                </c:pt>
                <c:pt idx="38992">
                  <c:v>0.45129629629082046</c:v>
                </c:pt>
                <c:pt idx="38993">
                  <c:v>0.45130787036760012</c:v>
                </c:pt>
                <c:pt idx="38994">
                  <c:v>0.45131944444437977</c:v>
                </c:pt>
                <c:pt idx="38995">
                  <c:v>0.45133101851388346</c:v>
                </c:pt>
                <c:pt idx="38996">
                  <c:v>0.45134259259066312</c:v>
                </c:pt>
                <c:pt idx="38997">
                  <c:v>0.45135416666744277</c:v>
                </c:pt>
                <c:pt idx="38998">
                  <c:v>0.45136574073694646</c:v>
                </c:pt>
                <c:pt idx="38999">
                  <c:v>0.45137731481372612</c:v>
                </c:pt>
                <c:pt idx="39000">
                  <c:v>0.45138888888322981</c:v>
                </c:pt>
                <c:pt idx="39001">
                  <c:v>0.45140046296000946</c:v>
                </c:pt>
                <c:pt idx="39002">
                  <c:v>0.45141203703678912</c:v>
                </c:pt>
                <c:pt idx="39003">
                  <c:v>0.45142361110629281</c:v>
                </c:pt>
                <c:pt idx="39004">
                  <c:v>0.45143518518307246</c:v>
                </c:pt>
                <c:pt idx="39005">
                  <c:v>0.45144675925985212</c:v>
                </c:pt>
                <c:pt idx="39006">
                  <c:v>0.45145833332935581</c:v>
                </c:pt>
                <c:pt idx="39007">
                  <c:v>0.45146990740613546</c:v>
                </c:pt>
                <c:pt idx="39008">
                  <c:v>0.45148148147563916</c:v>
                </c:pt>
                <c:pt idx="39009">
                  <c:v>0.45149305555241881</c:v>
                </c:pt>
                <c:pt idx="39010">
                  <c:v>0.45150462962919846</c:v>
                </c:pt>
                <c:pt idx="39011">
                  <c:v>0.45151620369870216</c:v>
                </c:pt>
                <c:pt idx="39012">
                  <c:v>0.45152777777548181</c:v>
                </c:pt>
                <c:pt idx="39013">
                  <c:v>0.45153935185226146</c:v>
                </c:pt>
                <c:pt idx="39014">
                  <c:v>0.45155092592176516</c:v>
                </c:pt>
                <c:pt idx="39015">
                  <c:v>0.45156249999854481</c:v>
                </c:pt>
                <c:pt idx="39016">
                  <c:v>0.45157407407532446</c:v>
                </c:pt>
                <c:pt idx="39017">
                  <c:v>0.45158564814482816</c:v>
                </c:pt>
                <c:pt idx="39018">
                  <c:v>0.45159722222160781</c:v>
                </c:pt>
                <c:pt idx="39019">
                  <c:v>0.4516087962911115</c:v>
                </c:pt>
                <c:pt idx="39020">
                  <c:v>0.45162037036789116</c:v>
                </c:pt>
                <c:pt idx="39021">
                  <c:v>0.45163194444467081</c:v>
                </c:pt>
                <c:pt idx="39022">
                  <c:v>0.4516435185141745</c:v>
                </c:pt>
                <c:pt idx="39023">
                  <c:v>0.45165509259095415</c:v>
                </c:pt>
                <c:pt idx="39024">
                  <c:v>0.45166666666773381</c:v>
                </c:pt>
                <c:pt idx="39025">
                  <c:v>0.4516782407372375</c:v>
                </c:pt>
                <c:pt idx="39026">
                  <c:v>0.45168981481401715</c:v>
                </c:pt>
                <c:pt idx="39027">
                  <c:v>0.45170138888352085</c:v>
                </c:pt>
                <c:pt idx="39028">
                  <c:v>0.4517129629603005</c:v>
                </c:pt>
                <c:pt idx="39029">
                  <c:v>0.45172453703708015</c:v>
                </c:pt>
                <c:pt idx="39030">
                  <c:v>0.45173611110658385</c:v>
                </c:pt>
                <c:pt idx="39031">
                  <c:v>0.4517476851833635</c:v>
                </c:pt>
                <c:pt idx="39032">
                  <c:v>0.45175925926014315</c:v>
                </c:pt>
                <c:pt idx="39033">
                  <c:v>0.45177083332964685</c:v>
                </c:pt>
                <c:pt idx="39034">
                  <c:v>0.4517824074064265</c:v>
                </c:pt>
                <c:pt idx="39035">
                  <c:v>0.4517939814759302</c:v>
                </c:pt>
                <c:pt idx="39036">
                  <c:v>0.45180555555270985</c:v>
                </c:pt>
                <c:pt idx="39037">
                  <c:v>0.4518171296294895</c:v>
                </c:pt>
                <c:pt idx="39038">
                  <c:v>0.45182870369899319</c:v>
                </c:pt>
                <c:pt idx="39039">
                  <c:v>0.45184027777577285</c:v>
                </c:pt>
                <c:pt idx="39040">
                  <c:v>0.4518518518525525</c:v>
                </c:pt>
                <c:pt idx="39041">
                  <c:v>0.45186342592205619</c:v>
                </c:pt>
                <c:pt idx="39042">
                  <c:v>0.45187499999883585</c:v>
                </c:pt>
                <c:pt idx="39043">
                  <c:v>0.45188657406833954</c:v>
                </c:pt>
                <c:pt idx="39044">
                  <c:v>0.45189814814511919</c:v>
                </c:pt>
                <c:pt idx="39045">
                  <c:v>0.45190972222189885</c:v>
                </c:pt>
                <c:pt idx="39046">
                  <c:v>0.45192129629140254</c:v>
                </c:pt>
                <c:pt idx="39047">
                  <c:v>0.45193287036818219</c:v>
                </c:pt>
                <c:pt idx="39048">
                  <c:v>0.45194444444496185</c:v>
                </c:pt>
                <c:pt idx="39049">
                  <c:v>0.45195601851446554</c:v>
                </c:pt>
                <c:pt idx="39050">
                  <c:v>0.45196759259124519</c:v>
                </c:pt>
                <c:pt idx="39051">
                  <c:v>0.45197916666074889</c:v>
                </c:pt>
                <c:pt idx="39052">
                  <c:v>0.45199074073752854</c:v>
                </c:pt>
                <c:pt idx="39053">
                  <c:v>0.45200231481430819</c:v>
                </c:pt>
                <c:pt idx="39054">
                  <c:v>0.45201388888381189</c:v>
                </c:pt>
                <c:pt idx="39055">
                  <c:v>0.45202546296059154</c:v>
                </c:pt>
                <c:pt idx="39056">
                  <c:v>0.45203703703737119</c:v>
                </c:pt>
                <c:pt idx="39057">
                  <c:v>0.45204861110687489</c:v>
                </c:pt>
                <c:pt idx="39058">
                  <c:v>0.45206018518365454</c:v>
                </c:pt>
                <c:pt idx="39059">
                  <c:v>0.45207175926043419</c:v>
                </c:pt>
                <c:pt idx="39060">
                  <c:v>0.45208333332993789</c:v>
                </c:pt>
                <c:pt idx="39061">
                  <c:v>0.45209490740671754</c:v>
                </c:pt>
                <c:pt idx="39062">
                  <c:v>0.45210648147622123</c:v>
                </c:pt>
                <c:pt idx="39063">
                  <c:v>0.45211805555300089</c:v>
                </c:pt>
                <c:pt idx="39064">
                  <c:v>0.45212962962978054</c:v>
                </c:pt>
                <c:pt idx="39065">
                  <c:v>0.45214120369928423</c:v>
                </c:pt>
                <c:pt idx="39066">
                  <c:v>0.45215277777606389</c:v>
                </c:pt>
                <c:pt idx="39067">
                  <c:v>0.45216435185284354</c:v>
                </c:pt>
                <c:pt idx="39068">
                  <c:v>0.45217592592234723</c:v>
                </c:pt>
                <c:pt idx="39069">
                  <c:v>0.45218749999912689</c:v>
                </c:pt>
                <c:pt idx="39070">
                  <c:v>0.45219907406863058</c:v>
                </c:pt>
                <c:pt idx="39071">
                  <c:v>0.45221064814541023</c:v>
                </c:pt>
                <c:pt idx="39072">
                  <c:v>0.45222222222218988</c:v>
                </c:pt>
                <c:pt idx="39073">
                  <c:v>0.45223379629169358</c:v>
                </c:pt>
                <c:pt idx="39074">
                  <c:v>0.45224537036847323</c:v>
                </c:pt>
                <c:pt idx="39075">
                  <c:v>0.45225694444525288</c:v>
                </c:pt>
                <c:pt idx="39076">
                  <c:v>0.45226851851475658</c:v>
                </c:pt>
                <c:pt idx="39077">
                  <c:v>0.45228009259153623</c:v>
                </c:pt>
                <c:pt idx="39078">
                  <c:v>0.45229166666103993</c:v>
                </c:pt>
                <c:pt idx="39079">
                  <c:v>0.45230324073781958</c:v>
                </c:pt>
                <c:pt idx="39080">
                  <c:v>0.45231481481459923</c:v>
                </c:pt>
                <c:pt idx="39081">
                  <c:v>0.45232638888410293</c:v>
                </c:pt>
                <c:pt idx="39082">
                  <c:v>0.45233796296088258</c:v>
                </c:pt>
                <c:pt idx="39083">
                  <c:v>0.45234953703766223</c:v>
                </c:pt>
                <c:pt idx="39084">
                  <c:v>0.45236111110716593</c:v>
                </c:pt>
                <c:pt idx="39085">
                  <c:v>0.45237268518394558</c:v>
                </c:pt>
                <c:pt idx="39086">
                  <c:v>0.45238425925344927</c:v>
                </c:pt>
                <c:pt idx="39087">
                  <c:v>0.45239583333022892</c:v>
                </c:pt>
                <c:pt idx="39088">
                  <c:v>0.45240740740700858</c:v>
                </c:pt>
                <c:pt idx="39089">
                  <c:v>0.45241898147651227</c:v>
                </c:pt>
                <c:pt idx="39090">
                  <c:v>0.45243055555329192</c:v>
                </c:pt>
                <c:pt idx="39091">
                  <c:v>0.45244212963007158</c:v>
                </c:pt>
                <c:pt idx="39092">
                  <c:v>0.45245370369957527</c:v>
                </c:pt>
                <c:pt idx="39093">
                  <c:v>0.45246527777635492</c:v>
                </c:pt>
                <c:pt idx="39094">
                  <c:v>0.45247685185313458</c:v>
                </c:pt>
                <c:pt idx="39095">
                  <c:v>0.45248842592263827</c:v>
                </c:pt>
                <c:pt idx="39096">
                  <c:v>0.45249999999941792</c:v>
                </c:pt>
                <c:pt idx="39097">
                  <c:v>0.45251157406892162</c:v>
                </c:pt>
                <c:pt idx="39098">
                  <c:v>0.45252314814570127</c:v>
                </c:pt>
                <c:pt idx="39099">
                  <c:v>0.45253472222248092</c:v>
                </c:pt>
                <c:pt idx="39100">
                  <c:v>0.45254629629198462</c:v>
                </c:pt>
                <c:pt idx="39101">
                  <c:v>0.45255787036876427</c:v>
                </c:pt>
                <c:pt idx="39102">
                  <c:v>0.45256944444554392</c:v>
                </c:pt>
                <c:pt idx="39103">
                  <c:v>0.45258101851504762</c:v>
                </c:pt>
                <c:pt idx="39104">
                  <c:v>0.45259259259182727</c:v>
                </c:pt>
                <c:pt idx="39105">
                  <c:v>0.45260416666133096</c:v>
                </c:pt>
                <c:pt idx="39106">
                  <c:v>0.45261574073811062</c:v>
                </c:pt>
                <c:pt idx="39107">
                  <c:v>0.45262731481489027</c:v>
                </c:pt>
                <c:pt idx="39108">
                  <c:v>0.45263888888439396</c:v>
                </c:pt>
                <c:pt idx="39109">
                  <c:v>0.45265046296117362</c:v>
                </c:pt>
                <c:pt idx="39110">
                  <c:v>0.45266203703795327</c:v>
                </c:pt>
                <c:pt idx="39111">
                  <c:v>0.45267361110745696</c:v>
                </c:pt>
                <c:pt idx="39112">
                  <c:v>0.45268518518423662</c:v>
                </c:pt>
                <c:pt idx="39113">
                  <c:v>0.45269675925374031</c:v>
                </c:pt>
                <c:pt idx="39114">
                  <c:v>0.45270833333051996</c:v>
                </c:pt>
                <c:pt idx="39115">
                  <c:v>0.45271990740729962</c:v>
                </c:pt>
                <c:pt idx="39116">
                  <c:v>0.45273148147680331</c:v>
                </c:pt>
                <c:pt idx="39117">
                  <c:v>0.45274305555358296</c:v>
                </c:pt>
                <c:pt idx="39118">
                  <c:v>0.45275462963036261</c:v>
                </c:pt>
                <c:pt idx="39119">
                  <c:v>0.45276620369986631</c:v>
                </c:pt>
                <c:pt idx="39120">
                  <c:v>0.45277777777664596</c:v>
                </c:pt>
                <c:pt idx="39121">
                  <c:v>0.45278935184614966</c:v>
                </c:pt>
                <c:pt idx="39122">
                  <c:v>0.45280092592292931</c:v>
                </c:pt>
                <c:pt idx="39123">
                  <c:v>0.45281249999970896</c:v>
                </c:pt>
                <c:pt idx="39124">
                  <c:v>0.45282407406921266</c:v>
                </c:pt>
                <c:pt idx="39125">
                  <c:v>0.45283564814599231</c:v>
                </c:pt>
                <c:pt idx="39126">
                  <c:v>0.45284722222277196</c:v>
                </c:pt>
                <c:pt idx="39127">
                  <c:v>0.45285879629227566</c:v>
                </c:pt>
                <c:pt idx="39128">
                  <c:v>0.45287037036905531</c:v>
                </c:pt>
                <c:pt idx="39129">
                  <c:v>0.452881944438559</c:v>
                </c:pt>
                <c:pt idx="39130">
                  <c:v>0.45289351851533866</c:v>
                </c:pt>
                <c:pt idx="39131">
                  <c:v>0.45290509259211831</c:v>
                </c:pt>
                <c:pt idx="39132">
                  <c:v>0.452916666661622</c:v>
                </c:pt>
                <c:pt idx="39133">
                  <c:v>0.45292824073840166</c:v>
                </c:pt>
                <c:pt idx="39134">
                  <c:v>0.45293981481518131</c:v>
                </c:pt>
                <c:pt idx="39135">
                  <c:v>0.452951388884685</c:v>
                </c:pt>
                <c:pt idx="39136">
                  <c:v>0.45296296296146465</c:v>
                </c:pt>
                <c:pt idx="39137">
                  <c:v>0.45297453703824431</c:v>
                </c:pt>
                <c:pt idx="39138">
                  <c:v>0.452986111107748</c:v>
                </c:pt>
                <c:pt idx="39139">
                  <c:v>0.45299768518452765</c:v>
                </c:pt>
                <c:pt idx="39140">
                  <c:v>0.45300925925403135</c:v>
                </c:pt>
                <c:pt idx="39141">
                  <c:v>0.453020833330811</c:v>
                </c:pt>
                <c:pt idx="39142">
                  <c:v>0.45303240740759065</c:v>
                </c:pt>
                <c:pt idx="39143">
                  <c:v>0.45304398147709435</c:v>
                </c:pt>
                <c:pt idx="39144">
                  <c:v>0.453055555553874</c:v>
                </c:pt>
                <c:pt idx="39145">
                  <c:v>0.45306712963065365</c:v>
                </c:pt>
                <c:pt idx="39146">
                  <c:v>0.45307870370015735</c:v>
                </c:pt>
                <c:pt idx="39147">
                  <c:v>0.453090277776937</c:v>
                </c:pt>
                <c:pt idx="39148">
                  <c:v>0.4531018518464407</c:v>
                </c:pt>
                <c:pt idx="39149">
                  <c:v>0.45311342592322035</c:v>
                </c:pt>
                <c:pt idx="39150">
                  <c:v>0.453125</c:v>
                </c:pt>
                <c:pt idx="39151">
                  <c:v>0.45313657406950369</c:v>
                </c:pt>
                <c:pt idx="39152">
                  <c:v>0.45314814814628335</c:v>
                </c:pt>
                <c:pt idx="39153">
                  <c:v>0.453159722223063</c:v>
                </c:pt>
                <c:pt idx="39154">
                  <c:v>0.45317129629256669</c:v>
                </c:pt>
                <c:pt idx="39155">
                  <c:v>0.45318287036934635</c:v>
                </c:pt>
                <c:pt idx="39156">
                  <c:v>0.45319444443885004</c:v>
                </c:pt>
                <c:pt idx="39157">
                  <c:v>0.45320601851562969</c:v>
                </c:pt>
                <c:pt idx="39158">
                  <c:v>0.45321759259240935</c:v>
                </c:pt>
                <c:pt idx="39159">
                  <c:v>0.45322916666191304</c:v>
                </c:pt>
                <c:pt idx="39160">
                  <c:v>0.45324074073869269</c:v>
                </c:pt>
                <c:pt idx="39161">
                  <c:v>0.45325231481547235</c:v>
                </c:pt>
                <c:pt idx="39162">
                  <c:v>0.45326388888497604</c:v>
                </c:pt>
                <c:pt idx="39163">
                  <c:v>0.45327546296175569</c:v>
                </c:pt>
                <c:pt idx="39164">
                  <c:v>0.45328703703125939</c:v>
                </c:pt>
                <c:pt idx="39165">
                  <c:v>0.45329861110803904</c:v>
                </c:pt>
                <c:pt idx="39166">
                  <c:v>0.45331018518481869</c:v>
                </c:pt>
                <c:pt idx="39167">
                  <c:v>0.45332175925432239</c:v>
                </c:pt>
                <c:pt idx="39168">
                  <c:v>0.45333333333110204</c:v>
                </c:pt>
                <c:pt idx="39169">
                  <c:v>0.45334490740788169</c:v>
                </c:pt>
                <c:pt idx="39170">
                  <c:v>0.45335648147738539</c:v>
                </c:pt>
                <c:pt idx="39171">
                  <c:v>0.45336805555416504</c:v>
                </c:pt>
                <c:pt idx="39172">
                  <c:v>0.45337962963094469</c:v>
                </c:pt>
                <c:pt idx="39173">
                  <c:v>0.45339120370044839</c:v>
                </c:pt>
                <c:pt idx="39174">
                  <c:v>0.45340277777722804</c:v>
                </c:pt>
                <c:pt idx="39175">
                  <c:v>0.45341435184673173</c:v>
                </c:pt>
                <c:pt idx="39176">
                  <c:v>0.45342592592351139</c:v>
                </c:pt>
                <c:pt idx="39177">
                  <c:v>0.45343750000029104</c:v>
                </c:pt>
                <c:pt idx="39178">
                  <c:v>0.45344907406979473</c:v>
                </c:pt>
                <c:pt idx="39179">
                  <c:v>0.45346064814657439</c:v>
                </c:pt>
                <c:pt idx="39180">
                  <c:v>0.45347222222335404</c:v>
                </c:pt>
                <c:pt idx="39181">
                  <c:v>0.45348379629285773</c:v>
                </c:pt>
                <c:pt idx="39182">
                  <c:v>0.45349537036963739</c:v>
                </c:pt>
                <c:pt idx="39183">
                  <c:v>0.45350694443914108</c:v>
                </c:pt>
                <c:pt idx="39184">
                  <c:v>0.45351851851592073</c:v>
                </c:pt>
                <c:pt idx="39185">
                  <c:v>0.45353009259270038</c:v>
                </c:pt>
                <c:pt idx="39186">
                  <c:v>0.45354166666220408</c:v>
                </c:pt>
                <c:pt idx="39187">
                  <c:v>0.45355324073898373</c:v>
                </c:pt>
                <c:pt idx="39188">
                  <c:v>0.45356481481576338</c:v>
                </c:pt>
                <c:pt idx="39189">
                  <c:v>0.45357638888526708</c:v>
                </c:pt>
                <c:pt idx="39190">
                  <c:v>0.45358796296204673</c:v>
                </c:pt>
                <c:pt idx="39191">
                  <c:v>0.45359953703155043</c:v>
                </c:pt>
                <c:pt idx="39192">
                  <c:v>0.45361111110833008</c:v>
                </c:pt>
                <c:pt idx="39193">
                  <c:v>0.45362268518510973</c:v>
                </c:pt>
                <c:pt idx="39194">
                  <c:v>0.45363425925461343</c:v>
                </c:pt>
                <c:pt idx="39195">
                  <c:v>0.45364583333139308</c:v>
                </c:pt>
                <c:pt idx="39196">
                  <c:v>0.45365740740817273</c:v>
                </c:pt>
                <c:pt idx="39197">
                  <c:v>0.45366898147767643</c:v>
                </c:pt>
                <c:pt idx="39198">
                  <c:v>0.45368055555445608</c:v>
                </c:pt>
                <c:pt idx="39199">
                  <c:v>0.45369212962395977</c:v>
                </c:pt>
                <c:pt idx="39200">
                  <c:v>0.45370370370073942</c:v>
                </c:pt>
                <c:pt idx="39201">
                  <c:v>0.45371527777751908</c:v>
                </c:pt>
                <c:pt idx="39202">
                  <c:v>0.45372685184702277</c:v>
                </c:pt>
                <c:pt idx="39203">
                  <c:v>0.45373842592380242</c:v>
                </c:pt>
                <c:pt idx="39204">
                  <c:v>0.45375000000058208</c:v>
                </c:pt>
                <c:pt idx="39205">
                  <c:v>0.45376157407008577</c:v>
                </c:pt>
                <c:pt idx="39206">
                  <c:v>0.45377314814686542</c:v>
                </c:pt>
                <c:pt idx="39207">
                  <c:v>0.45378472221636912</c:v>
                </c:pt>
                <c:pt idx="39208">
                  <c:v>0.45379629629314877</c:v>
                </c:pt>
                <c:pt idx="39209">
                  <c:v>0.45380787036992842</c:v>
                </c:pt>
                <c:pt idx="39210">
                  <c:v>0.45381944443943212</c:v>
                </c:pt>
                <c:pt idx="39211">
                  <c:v>0.45383101851621177</c:v>
                </c:pt>
                <c:pt idx="39212">
                  <c:v>0.45384259259299142</c:v>
                </c:pt>
                <c:pt idx="39213">
                  <c:v>0.45385416666249512</c:v>
                </c:pt>
                <c:pt idx="39214">
                  <c:v>0.45386574073927477</c:v>
                </c:pt>
                <c:pt idx="39215">
                  <c:v>0.45387731481605442</c:v>
                </c:pt>
                <c:pt idx="39216">
                  <c:v>0.45388888888555812</c:v>
                </c:pt>
                <c:pt idx="39217">
                  <c:v>0.45390046296233777</c:v>
                </c:pt>
                <c:pt idx="39218">
                  <c:v>0.45391203703184146</c:v>
                </c:pt>
                <c:pt idx="39219">
                  <c:v>0.45392361110862112</c:v>
                </c:pt>
                <c:pt idx="39220">
                  <c:v>0.45393518518540077</c:v>
                </c:pt>
                <c:pt idx="39221">
                  <c:v>0.45394675925490446</c:v>
                </c:pt>
                <c:pt idx="39222">
                  <c:v>0.45395833333168412</c:v>
                </c:pt>
                <c:pt idx="39223">
                  <c:v>0.45396990740846377</c:v>
                </c:pt>
                <c:pt idx="39224">
                  <c:v>0.45398148147796746</c:v>
                </c:pt>
                <c:pt idx="39225">
                  <c:v>0.45399305555474712</c:v>
                </c:pt>
                <c:pt idx="39226">
                  <c:v>0.45400462962425081</c:v>
                </c:pt>
                <c:pt idx="39227">
                  <c:v>0.45401620370103046</c:v>
                </c:pt>
                <c:pt idx="39228">
                  <c:v>0.45402777777781012</c:v>
                </c:pt>
                <c:pt idx="39229">
                  <c:v>0.45403935184731381</c:v>
                </c:pt>
                <c:pt idx="39230">
                  <c:v>0.45405092592409346</c:v>
                </c:pt>
                <c:pt idx="39231">
                  <c:v>0.45406250000087311</c:v>
                </c:pt>
                <c:pt idx="39232">
                  <c:v>0.45407407407037681</c:v>
                </c:pt>
                <c:pt idx="39233">
                  <c:v>0.45408564814715646</c:v>
                </c:pt>
                <c:pt idx="39234">
                  <c:v>0.45409722221666016</c:v>
                </c:pt>
                <c:pt idx="39235">
                  <c:v>0.45410879629343981</c:v>
                </c:pt>
                <c:pt idx="39236">
                  <c:v>0.45412037037021946</c:v>
                </c:pt>
                <c:pt idx="39237">
                  <c:v>0.45413194443972316</c:v>
                </c:pt>
                <c:pt idx="39238">
                  <c:v>0.45414351851650281</c:v>
                </c:pt>
                <c:pt idx="39239">
                  <c:v>0.45415509259328246</c:v>
                </c:pt>
                <c:pt idx="39240">
                  <c:v>0.45416666666278616</c:v>
                </c:pt>
                <c:pt idx="39241">
                  <c:v>0.45417824073956581</c:v>
                </c:pt>
                <c:pt idx="39242">
                  <c:v>0.4541898148090695</c:v>
                </c:pt>
                <c:pt idx="39243">
                  <c:v>0.45420138888584916</c:v>
                </c:pt>
                <c:pt idx="39244">
                  <c:v>0.45421296296262881</c:v>
                </c:pt>
                <c:pt idx="39245">
                  <c:v>0.4542245370321325</c:v>
                </c:pt>
                <c:pt idx="39246">
                  <c:v>0.45423611110891216</c:v>
                </c:pt>
                <c:pt idx="39247">
                  <c:v>0.45424768518569181</c:v>
                </c:pt>
                <c:pt idx="39248">
                  <c:v>0.4542592592551955</c:v>
                </c:pt>
                <c:pt idx="39249">
                  <c:v>0.45427083333197515</c:v>
                </c:pt>
                <c:pt idx="39250">
                  <c:v>0.45428240740147885</c:v>
                </c:pt>
                <c:pt idx="39251">
                  <c:v>0.4542939814782585</c:v>
                </c:pt>
                <c:pt idx="39252">
                  <c:v>0.45430555555503815</c:v>
                </c:pt>
                <c:pt idx="39253">
                  <c:v>0.45431712962454185</c:v>
                </c:pt>
                <c:pt idx="39254">
                  <c:v>0.4543287037013215</c:v>
                </c:pt>
                <c:pt idx="39255">
                  <c:v>0.45434027777810115</c:v>
                </c:pt>
                <c:pt idx="39256">
                  <c:v>0.45435185184760485</c:v>
                </c:pt>
                <c:pt idx="39257">
                  <c:v>0.4543634259243845</c:v>
                </c:pt>
                <c:pt idx="39258">
                  <c:v>0.45437500000116415</c:v>
                </c:pt>
                <c:pt idx="39259">
                  <c:v>0.45438657407066785</c:v>
                </c:pt>
                <c:pt idx="39260">
                  <c:v>0.4543981481474475</c:v>
                </c:pt>
                <c:pt idx="39261">
                  <c:v>0.4544097222169512</c:v>
                </c:pt>
                <c:pt idx="39262">
                  <c:v>0.45442129629373085</c:v>
                </c:pt>
                <c:pt idx="39263">
                  <c:v>0.4544328703705105</c:v>
                </c:pt>
                <c:pt idx="39264">
                  <c:v>0.45444444444001419</c:v>
                </c:pt>
                <c:pt idx="39265">
                  <c:v>0.45445601851679385</c:v>
                </c:pt>
                <c:pt idx="39266">
                  <c:v>0.4544675925935735</c:v>
                </c:pt>
                <c:pt idx="39267">
                  <c:v>0.45447916666307719</c:v>
                </c:pt>
                <c:pt idx="39268">
                  <c:v>0.45449074073985685</c:v>
                </c:pt>
                <c:pt idx="39269">
                  <c:v>0.45450231480936054</c:v>
                </c:pt>
                <c:pt idx="39270">
                  <c:v>0.45451388888614019</c:v>
                </c:pt>
                <c:pt idx="39271">
                  <c:v>0.45452546296291985</c:v>
                </c:pt>
                <c:pt idx="39272">
                  <c:v>0.45453703703242354</c:v>
                </c:pt>
                <c:pt idx="39273">
                  <c:v>0.45454861110920319</c:v>
                </c:pt>
                <c:pt idx="39274">
                  <c:v>0.45456018518598285</c:v>
                </c:pt>
                <c:pt idx="39275">
                  <c:v>0.45457175925548654</c:v>
                </c:pt>
                <c:pt idx="39276">
                  <c:v>0.45458333333226619</c:v>
                </c:pt>
                <c:pt idx="39277">
                  <c:v>0.45459490740176989</c:v>
                </c:pt>
                <c:pt idx="39278">
                  <c:v>0.45460648147854954</c:v>
                </c:pt>
                <c:pt idx="39279">
                  <c:v>0.45461805555532919</c:v>
                </c:pt>
                <c:pt idx="39280">
                  <c:v>0.45462962962483289</c:v>
                </c:pt>
                <c:pt idx="39281">
                  <c:v>0.45464120370161254</c:v>
                </c:pt>
                <c:pt idx="39282">
                  <c:v>0.45465277777839219</c:v>
                </c:pt>
                <c:pt idx="39283">
                  <c:v>0.45466435184789589</c:v>
                </c:pt>
                <c:pt idx="39284">
                  <c:v>0.45467592592467554</c:v>
                </c:pt>
                <c:pt idx="39285">
                  <c:v>0.45468749999417923</c:v>
                </c:pt>
                <c:pt idx="39286">
                  <c:v>0.45469907407095889</c:v>
                </c:pt>
                <c:pt idx="39287">
                  <c:v>0.45471064814773854</c:v>
                </c:pt>
                <c:pt idx="39288">
                  <c:v>0.45472222221724223</c:v>
                </c:pt>
                <c:pt idx="39289">
                  <c:v>0.45473379629402189</c:v>
                </c:pt>
                <c:pt idx="39290">
                  <c:v>0.45474537037080154</c:v>
                </c:pt>
                <c:pt idx="39291">
                  <c:v>0.45475694444030523</c:v>
                </c:pt>
                <c:pt idx="39292">
                  <c:v>0.45476851851708489</c:v>
                </c:pt>
                <c:pt idx="39293">
                  <c:v>0.45478009259386454</c:v>
                </c:pt>
                <c:pt idx="39294">
                  <c:v>0.45479166666336823</c:v>
                </c:pt>
                <c:pt idx="39295">
                  <c:v>0.45480324074014788</c:v>
                </c:pt>
                <c:pt idx="39296">
                  <c:v>0.45481481480965158</c:v>
                </c:pt>
                <c:pt idx="39297">
                  <c:v>0.45482638888643123</c:v>
                </c:pt>
                <c:pt idx="39298">
                  <c:v>0.45483796296321088</c:v>
                </c:pt>
                <c:pt idx="39299">
                  <c:v>0.45484953703271458</c:v>
                </c:pt>
                <c:pt idx="39300">
                  <c:v>0.45486111110949423</c:v>
                </c:pt>
                <c:pt idx="39301">
                  <c:v>0.45487268518627388</c:v>
                </c:pt>
                <c:pt idx="39302">
                  <c:v>0.45488425925577758</c:v>
                </c:pt>
                <c:pt idx="39303">
                  <c:v>0.45489583333255723</c:v>
                </c:pt>
                <c:pt idx="39304">
                  <c:v>0.45490740740206093</c:v>
                </c:pt>
                <c:pt idx="39305">
                  <c:v>0.45491898147884058</c:v>
                </c:pt>
                <c:pt idx="39306">
                  <c:v>0.45493055555562023</c:v>
                </c:pt>
                <c:pt idx="39307">
                  <c:v>0.45494212962512393</c:v>
                </c:pt>
                <c:pt idx="39308">
                  <c:v>0.45495370370190358</c:v>
                </c:pt>
                <c:pt idx="39309">
                  <c:v>0.45496527777868323</c:v>
                </c:pt>
                <c:pt idx="39310">
                  <c:v>0.45497685184818693</c:v>
                </c:pt>
                <c:pt idx="39311">
                  <c:v>0.45498842592496658</c:v>
                </c:pt>
                <c:pt idx="39312">
                  <c:v>0.45499999999447027</c:v>
                </c:pt>
                <c:pt idx="39313">
                  <c:v>0.45501157407124992</c:v>
                </c:pt>
                <c:pt idx="39314">
                  <c:v>0.45502314814802958</c:v>
                </c:pt>
                <c:pt idx="39315">
                  <c:v>0.45503472221753327</c:v>
                </c:pt>
                <c:pt idx="39316">
                  <c:v>0.45504629629431292</c:v>
                </c:pt>
                <c:pt idx="39317">
                  <c:v>0.45505787037109258</c:v>
                </c:pt>
                <c:pt idx="39318">
                  <c:v>0.45506944444059627</c:v>
                </c:pt>
                <c:pt idx="39319">
                  <c:v>0.45508101851737592</c:v>
                </c:pt>
                <c:pt idx="39320">
                  <c:v>0.45509259258687962</c:v>
                </c:pt>
                <c:pt idx="39321">
                  <c:v>0.45510416666365927</c:v>
                </c:pt>
                <c:pt idx="39322">
                  <c:v>0.45511574074043892</c:v>
                </c:pt>
                <c:pt idx="39323">
                  <c:v>0.45512731480994262</c:v>
                </c:pt>
                <c:pt idx="39324">
                  <c:v>0.45513888888672227</c:v>
                </c:pt>
                <c:pt idx="39325">
                  <c:v>0.45515046296350192</c:v>
                </c:pt>
                <c:pt idx="39326">
                  <c:v>0.45516203703300562</c:v>
                </c:pt>
                <c:pt idx="39327">
                  <c:v>0.45517361110978527</c:v>
                </c:pt>
                <c:pt idx="39328">
                  <c:v>0.45518518517928896</c:v>
                </c:pt>
                <c:pt idx="39329">
                  <c:v>0.45519675925606862</c:v>
                </c:pt>
                <c:pt idx="39330">
                  <c:v>0.45520833333284827</c:v>
                </c:pt>
                <c:pt idx="39331">
                  <c:v>0.45521990740235196</c:v>
                </c:pt>
                <c:pt idx="39332">
                  <c:v>0.45523148147913162</c:v>
                </c:pt>
                <c:pt idx="39333">
                  <c:v>0.45524305555591127</c:v>
                </c:pt>
                <c:pt idx="39334">
                  <c:v>0.45525462962541496</c:v>
                </c:pt>
                <c:pt idx="39335">
                  <c:v>0.45526620370219462</c:v>
                </c:pt>
                <c:pt idx="39336">
                  <c:v>0.45527777777897427</c:v>
                </c:pt>
                <c:pt idx="39337">
                  <c:v>0.45528935184847796</c:v>
                </c:pt>
                <c:pt idx="39338">
                  <c:v>0.45530092592525762</c:v>
                </c:pt>
                <c:pt idx="39339">
                  <c:v>0.45531249999476131</c:v>
                </c:pt>
                <c:pt idx="39340">
                  <c:v>0.45532407407154096</c:v>
                </c:pt>
                <c:pt idx="39341">
                  <c:v>0.45533564814832062</c:v>
                </c:pt>
                <c:pt idx="39342">
                  <c:v>0.45534722221782431</c:v>
                </c:pt>
                <c:pt idx="39343">
                  <c:v>0.45535879629460396</c:v>
                </c:pt>
                <c:pt idx="39344">
                  <c:v>0.45537037037138361</c:v>
                </c:pt>
                <c:pt idx="39345">
                  <c:v>0.45538194444088731</c:v>
                </c:pt>
                <c:pt idx="39346">
                  <c:v>0.45539351851766696</c:v>
                </c:pt>
                <c:pt idx="39347">
                  <c:v>0.45540509258717066</c:v>
                </c:pt>
                <c:pt idx="39348">
                  <c:v>0.45541666666395031</c:v>
                </c:pt>
                <c:pt idx="39349">
                  <c:v>0.45542824074072996</c:v>
                </c:pt>
                <c:pt idx="39350">
                  <c:v>0.45543981481023366</c:v>
                </c:pt>
                <c:pt idx="39351">
                  <c:v>0.45545138888701331</c:v>
                </c:pt>
                <c:pt idx="39352">
                  <c:v>0.45546296296379296</c:v>
                </c:pt>
                <c:pt idx="39353">
                  <c:v>0.45547453703329666</c:v>
                </c:pt>
                <c:pt idx="39354">
                  <c:v>0.45548611111007631</c:v>
                </c:pt>
                <c:pt idx="39355">
                  <c:v>0.45549768517958</c:v>
                </c:pt>
                <c:pt idx="39356">
                  <c:v>0.45550925925635966</c:v>
                </c:pt>
                <c:pt idx="39357">
                  <c:v>0.45552083333313931</c:v>
                </c:pt>
                <c:pt idx="39358">
                  <c:v>0.455532407402643</c:v>
                </c:pt>
                <c:pt idx="39359">
                  <c:v>0.45554398147942265</c:v>
                </c:pt>
                <c:pt idx="39360">
                  <c:v>0.45555555555620231</c:v>
                </c:pt>
                <c:pt idx="39361">
                  <c:v>0.455567129625706</c:v>
                </c:pt>
                <c:pt idx="39362">
                  <c:v>0.45557870370248565</c:v>
                </c:pt>
                <c:pt idx="39363">
                  <c:v>0.45559027777198935</c:v>
                </c:pt>
                <c:pt idx="39364">
                  <c:v>0.455601851848769</c:v>
                </c:pt>
                <c:pt idx="39365">
                  <c:v>0.45561342592554865</c:v>
                </c:pt>
                <c:pt idx="39366">
                  <c:v>0.45562499999505235</c:v>
                </c:pt>
                <c:pt idx="39367">
                  <c:v>0.455636574071832</c:v>
                </c:pt>
                <c:pt idx="39368">
                  <c:v>0.45564814814861165</c:v>
                </c:pt>
                <c:pt idx="39369">
                  <c:v>0.45565972221811535</c:v>
                </c:pt>
                <c:pt idx="39370">
                  <c:v>0.455671296294895</c:v>
                </c:pt>
                <c:pt idx="39371">
                  <c:v>0.45568287037167465</c:v>
                </c:pt>
                <c:pt idx="39372">
                  <c:v>0.45569444444117835</c:v>
                </c:pt>
                <c:pt idx="39373">
                  <c:v>0.455706018517958</c:v>
                </c:pt>
                <c:pt idx="39374">
                  <c:v>0.4557175925874617</c:v>
                </c:pt>
                <c:pt idx="39375">
                  <c:v>0.45572916666424135</c:v>
                </c:pt>
                <c:pt idx="39376">
                  <c:v>0.455740740741021</c:v>
                </c:pt>
                <c:pt idx="39377">
                  <c:v>0.45575231481052469</c:v>
                </c:pt>
                <c:pt idx="39378">
                  <c:v>0.45576388888730435</c:v>
                </c:pt>
                <c:pt idx="39379">
                  <c:v>0.455775462964084</c:v>
                </c:pt>
                <c:pt idx="39380">
                  <c:v>0.45578703703358769</c:v>
                </c:pt>
                <c:pt idx="39381">
                  <c:v>0.45579861111036735</c:v>
                </c:pt>
                <c:pt idx="39382">
                  <c:v>0.45581018517987104</c:v>
                </c:pt>
                <c:pt idx="39383">
                  <c:v>0.45582175925665069</c:v>
                </c:pt>
                <c:pt idx="39384">
                  <c:v>0.45583333333343035</c:v>
                </c:pt>
                <c:pt idx="39385">
                  <c:v>0.45584490740293404</c:v>
                </c:pt>
                <c:pt idx="39386">
                  <c:v>0.45585648147971369</c:v>
                </c:pt>
                <c:pt idx="39387">
                  <c:v>0.45586805555649335</c:v>
                </c:pt>
                <c:pt idx="39388">
                  <c:v>0.45587962962599704</c:v>
                </c:pt>
                <c:pt idx="39389">
                  <c:v>0.45589120370277669</c:v>
                </c:pt>
                <c:pt idx="39390">
                  <c:v>0.45590277777228039</c:v>
                </c:pt>
                <c:pt idx="39391">
                  <c:v>0.45591435184906004</c:v>
                </c:pt>
                <c:pt idx="39392">
                  <c:v>0.45592592592583969</c:v>
                </c:pt>
                <c:pt idx="39393">
                  <c:v>0.45593749999534339</c:v>
                </c:pt>
                <c:pt idx="39394">
                  <c:v>0.45594907407212304</c:v>
                </c:pt>
                <c:pt idx="39395">
                  <c:v>0.45596064814890269</c:v>
                </c:pt>
                <c:pt idx="39396">
                  <c:v>0.45597222221840639</c:v>
                </c:pt>
                <c:pt idx="39397">
                  <c:v>0.45598379629518604</c:v>
                </c:pt>
                <c:pt idx="39398">
                  <c:v>0.45599537036468973</c:v>
                </c:pt>
                <c:pt idx="39399">
                  <c:v>0.45600694444146939</c:v>
                </c:pt>
                <c:pt idx="39400">
                  <c:v>0.45601851851824904</c:v>
                </c:pt>
                <c:pt idx="39401">
                  <c:v>0.45603009258775273</c:v>
                </c:pt>
                <c:pt idx="39402">
                  <c:v>0.45604166666453239</c:v>
                </c:pt>
                <c:pt idx="39403">
                  <c:v>0.45605324074131204</c:v>
                </c:pt>
                <c:pt idx="39404">
                  <c:v>0.45606481481081573</c:v>
                </c:pt>
                <c:pt idx="39405">
                  <c:v>0.45607638888759539</c:v>
                </c:pt>
                <c:pt idx="39406">
                  <c:v>0.45608796295709908</c:v>
                </c:pt>
                <c:pt idx="39407">
                  <c:v>0.45609953703387873</c:v>
                </c:pt>
                <c:pt idx="39408">
                  <c:v>0.45611111111065838</c:v>
                </c:pt>
                <c:pt idx="39409">
                  <c:v>0.45612268518016208</c:v>
                </c:pt>
                <c:pt idx="39410">
                  <c:v>0.45613425925694173</c:v>
                </c:pt>
                <c:pt idx="39411">
                  <c:v>0.45614583333372138</c:v>
                </c:pt>
                <c:pt idx="39412">
                  <c:v>0.45615740740322508</c:v>
                </c:pt>
                <c:pt idx="39413">
                  <c:v>0.45616898148000473</c:v>
                </c:pt>
                <c:pt idx="39414">
                  <c:v>0.45618055555678438</c:v>
                </c:pt>
                <c:pt idx="39415">
                  <c:v>0.45619212962628808</c:v>
                </c:pt>
                <c:pt idx="39416">
                  <c:v>0.45620370370306773</c:v>
                </c:pt>
                <c:pt idx="39417">
                  <c:v>0.45621527777257143</c:v>
                </c:pt>
                <c:pt idx="39418">
                  <c:v>0.45622685184935108</c:v>
                </c:pt>
                <c:pt idx="39419">
                  <c:v>0.45623842592613073</c:v>
                </c:pt>
                <c:pt idx="39420">
                  <c:v>0.45624999999563443</c:v>
                </c:pt>
                <c:pt idx="39421">
                  <c:v>0.45626157407241408</c:v>
                </c:pt>
                <c:pt idx="39422">
                  <c:v>0.45627314814919373</c:v>
                </c:pt>
                <c:pt idx="39423">
                  <c:v>0.45628472221869742</c:v>
                </c:pt>
                <c:pt idx="39424">
                  <c:v>0.45629629629547708</c:v>
                </c:pt>
                <c:pt idx="39425">
                  <c:v>0.45630787036498077</c:v>
                </c:pt>
                <c:pt idx="39426">
                  <c:v>0.45631944444176042</c:v>
                </c:pt>
                <c:pt idx="39427">
                  <c:v>0.45633101851854008</c:v>
                </c:pt>
                <c:pt idx="39428">
                  <c:v>0.45634259258804377</c:v>
                </c:pt>
                <c:pt idx="39429">
                  <c:v>0.45635416666482342</c:v>
                </c:pt>
                <c:pt idx="39430">
                  <c:v>0.45636574074160308</c:v>
                </c:pt>
                <c:pt idx="39431">
                  <c:v>0.45637731481110677</c:v>
                </c:pt>
                <c:pt idx="39432">
                  <c:v>0.45638888888788642</c:v>
                </c:pt>
                <c:pt idx="39433">
                  <c:v>0.45640046295739012</c:v>
                </c:pt>
                <c:pt idx="39434">
                  <c:v>0.45641203703416977</c:v>
                </c:pt>
                <c:pt idx="39435">
                  <c:v>0.45642361111094942</c:v>
                </c:pt>
                <c:pt idx="39436">
                  <c:v>0.45643518518045312</c:v>
                </c:pt>
                <c:pt idx="39437">
                  <c:v>0.45644675925723277</c:v>
                </c:pt>
                <c:pt idx="39438">
                  <c:v>0.45645833333401242</c:v>
                </c:pt>
                <c:pt idx="39439">
                  <c:v>0.45646990740351612</c:v>
                </c:pt>
                <c:pt idx="39440">
                  <c:v>0.45648148148029577</c:v>
                </c:pt>
                <c:pt idx="39441">
                  <c:v>0.45649305554979946</c:v>
                </c:pt>
                <c:pt idx="39442">
                  <c:v>0.45650462962657912</c:v>
                </c:pt>
                <c:pt idx="39443">
                  <c:v>0.45651620370335877</c:v>
                </c:pt>
                <c:pt idx="39444">
                  <c:v>0.45652777777286246</c:v>
                </c:pt>
                <c:pt idx="39445">
                  <c:v>0.45653935184964212</c:v>
                </c:pt>
                <c:pt idx="39446">
                  <c:v>0.45655092592642177</c:v>
                </c:pt>
                <c:pt idx="39447">
                  <c:v>0.45656249999592546</c:v>
                </c:pt>
                <c:pt idx="39448">
                  <c:v>0.45657407407270512</c:v>
                </c:pt>
                <c:pt idx="39449">
                  <c:v>0.45658564814948477</c:v>
                </c:pt>
                <c:pt idx="39450">
                  <c:v>0.45659722221898846</c:v>
                </c:pt>
                <c:pt idx="39451">
                  <c:v>0.45660879629576812</c:v>
                </c:pt>
                <c:pt idx="39452">
                  <c:v>0.45662037036527181</c:v>
                </c:pt>
                <c:pt idx="39453">
                  <c:v>0.45663194444205146</c:v>
                </c:pt>
                <c:pt idx="39454">
                  <c:v>0.45664351851883112</c:v>
                </c:pt>
                <c:pt idx="39455">
                  <c:v>0.45665509258833481</c:v>
                </c:pt>
                <c:pt idx="39456">
                  <c:v>0.45666666666511446</c:v>
                </c:pt>
                <c:pt idx="39457">
                  <c:v>0.45667824074189411</c:v>
                </c:pt>
                <c:pt idx="39458">
                  <c:v>0.45668981481139781</c:v>
                </c:pt>
                <c:pt idx="39459">
                  <c:v>0.45670138888817746</c:v>
                </c:pt>
                <c:pt idx="39460">
                  <c:v>0.45671296295768116</c:v>
                </c:pt>
                <c:pt idx="39461">
                  <c:v>0.45672453703446081</c:v>
                </c:pt>
                <c:pt idx="39462">
                  <c:v>0.45673611111124046</c:v>
                </c:pt>
                <c:pt idx="39463">
                  <c:v>0.45674768518074416</c:v>
                </c:pt>
                <c:pt idx="39464">
                  <c:v>0.45675925925752381</c:v>
                </c:pt>
                <c:pt idx="39465">
                  <c:v>0.45677083333430346</c:v>
                </c:pt>
                <c:pt idx="39466">
                  <c:v>0.45678240740380716</c:v>
                </c:pt>
                <c:pt idx="39467">
                  <c:v>0.45679398148058681</c:v>
                </c:pt>
                <c:pt idx="39468">
                  <c:v>0.4568055555500905</c:v>
                </c:pt>
                <c:pt idx="39469">
                  <c:v>0.45681712962687016</c:v>
                </c:pt>
                <c:pt idx="39470">
                  <c:v>0.45682870370364981</c:v>
                </c:pt>
                <c:pt idx="39471">
                  <c:v>0.4568402777731535</c:v>
                </c:pt>
                <c:pt idx="39472">
                  <c:v>0.45685185184993315</c:v>
                </c:pt>
                <c:pt idx="39473">
                  <c:v>0.45686342592671281</c:v>
                </c:pt>
                <c:pt idx="39474">
                  <c:v>0.4568749999962165</c:v>
                </c:pt>
                <c:pt idx="39475">
                  <c:v>0.45688657407299615</c:v>
                </c:pt>
                <c:pt idx="39476">
                  <c:v>0.45689814814249985</c:v>
                </c:pt>
                <c:pt idx="39477">
                  <c:v>0.4569097222192795</c:v>
                </c:pt>
                <c:pt idx="39478">
                  <c:v>0.45692129629605915</c:v>
                </c:pt>
                <c:pt idx="39479">
                  <c:v>0.45693287036556285</c:v>
                </c:pt>
                <c:pt idx="39480">
                  <c:v>0.4569444444423425</c:v>
                </c:pt>
                <c:pt idx="39481">
                  <c:v>0.45695601851912215</c:v>
                </c:pt>
                <c:pt idx="39482">
                  <c:v>0.45696759258862585</c:v>
                </c:pt>
                <c:pt idx="39483">
                  <c:v>0.4569791666654055</c:v>
                </c:pt>
                <c:pt idx="39484">
                  <c:v>0.4569907407349092</c:v>
                </c:pt>
                <c:pt idx="39485">
                  <c:v>0.45700231481168885</c:v>
                </c:pt>
                <c:pt idx="39486">
                  <c:v>0.4570138888884685</c:v>
                </c:pt>
                <c:pt idx="39487">
                  <c:v>0.45702546295797219</c:v>
                </c:pt>
                <c:pt idx="39488">
                  <c:v>0.45703703703475185</c:v>
                </c:pt>
                <c:pt idx="39489">
                  <c:v>0.4570486111115315</c:v>
                </c:pt>
                <c:pt idx="39490">
                  <c:v>0.45706018518103519</c:v>
                </c:pt>
                <c:pt idx="39491">
                  <c:v>0.45707175925781485</c:v>
                </c:pt>
                <c:pt idx="39492">
                  <c:v>0.4570833333345945</c:v>
                </c:pt>
                <c:pt idx="39493">
                  <c:v>0.45709490740409819</c:v>
                </c:pt>
                <c:pt idx="39494">
                  <c:v>0.45710648148087785</c:v>
                </c:pt>
                <c:pt idx="39495">
                  <c:v>0.45711805555038154</c:v>
                </c:pt>
                <c:pt idx="39496">
                  <c:v>0.45712962962716119</c:v>
                </c:pt>
                <c:pt idx="39497">
                  <c:v>0.45714120370394085</c:v>
                </c:pt>
                <c:pt idx="39498">
                  <c:v>0.45715277777344454</c:v>
                </c:pt>
                <c:pt idx="39499">
                  <c:v>0.45716435185022419</c:v>
                </c:pt>
                <c:pt idx="39500">
                  <c:v>0.45717592592700385</c:v>
                </c:pt>
                <c:pt idx="39501">
                  <c:v>0.45718749999650754</c:v>
                </c:pt>
                <c:pt idx="39502">
                  <c:v>0.45719907407328719</c:v>
                </c:pt>
                <c:pt idx="39503">
                  <c:v>0.45721064814279089</c:v>
                </c:pt>
                <c:pt idx="39504">
                  <c:v>0.45722222221957054</c:v>
                </c:pt>
                <c:pt idx="39505">
                  <c:v>0.45723379629635019</c:v>
                </c:pt>
                <c:pt idx="39506">
                  <c:v>0.45724537036585389</c:v>
                </c:pt>
                <c:pt idx="39507">
                  <c:v>0.45725694444263354</c:v>
                </c:pt>
                <c:pt idx="39508">
                  <c:v>0.45726851851941319</c:v>
                </c:pt>
                <c:pt idx="39509">
                  <c:v>0.45728009258891689</c:v>
                </c:pt>
                <c:pt idx="39510">
                  <c:v>0.45729166666569654</c:v>
                </c:pt>
                <c:pt idx="39511">
                  <c:v>0.45730324073520023</c:v>
                </c:pt>
                <c:pt idx="39512">
                  <c:v>0.45731481481197989</c:v>
                </c:pt>
                <c:pt idx="39513">
                  <c:v>0.45732638888875954</c:v>
                </c:pt>
                <c:pt idx="39514">
                  <c:v>0.45733796295826323</c:v>
                </c:pt>
                <c:pt idx="39515">
                  <c:v>0.45734953703504289</c:v>
                </c:pt>
                <c:pt idx="39516">
                  <c:v>0.45736111111182254</c:v>
                </c:pt>
                <c:pt idx="39517">
                  <c:v>0.45737268518132623</c:v>
                </c:pt>
                <c:pt idx="39518">
                  <c:v>0.45738425925810589</c:v>
                </c:pt>
                <c:pt idx="39519">
                  <c:v>0.45739583332760958</c:v>
                </c:pt>
                <c:pt idx="39520">
                  <c:v>0.45740740740438923</c:v>
                </c:pt>
                <c:pt idx="39521">
                  <c:v>0.45741898148116888</c:v>
                </c:pt>
                <c:pt idx="39522">
                  <c:v>0.45743055555067258</c:v>
                </c:pt>
                <c:pt idx="39523">
                  <c:v>0.45744212962745223</c:v>
                </c:pt>
                <c:pt idx="39524">
                  <c:v>0.45745370370423188</c:v>
                </c:pt>
                <c:pt idx="39525">
                  <c:v>0.45746527777373558</c:v>
                </c:pt>
                <c:pt idx="39526">
                  <c:v>0.45747685185051523</c:v>
                </c:pt>
                <c:pt idx="39527">
                  <c:v>0.45748842592001893</c:v>
                </c:pt>
                <c:pt idx="39528">
                  <c:v>0.45749999999679858</c:v>
                </c:pt>
                <c:pt idx="39529">
                  <c:v>0.45751157407357823</c:v>
                </c:pt>
                <c:pt idx="39530">
                  <c:v>0.45752314814308193</c:v>
                </c:pt>
                <c:pt idx="39531">
                  <c:v>0.45753472221986158</c:v>
                </c:pt>
                <c:pt idx="39532">
                  <c:v>0.45754629629664123</c:v>
                </c:pt>
                <c:pt idx="39533">
                  <c:v>0.45755787036614493</c:v>
                </c:pt>
                <c:pt idx="39534">
                  <c:v>0.45756944444292458</c:v>
                </c:pt>
                <c:pt idx="39535">
                  <c:v>0.45758101851970423</c:v>
                </c:pt>
                <c:pt idx="39536">
                  <c:v>0.45759259258920792</c:v>
                </c:pt>
                <c:pt idx="39537">
                  <c:v>0.45760416666598758</c:v>
                </c:pt>
                <c:pt idx="39538">
                  <c:v>0.45761574073549127</c:v>
                </c:pt>
                <c:pt idx="39539">
                  <c:v>0.45762731481227092</c:v>
                </c:pt>
                <c:pt idx="39540">
                  <c:v>0.45763888888905058</c:v>
                </c:pt>
                <c:pt idx="39541">
                  <c:v>0.45765046295855427</c:v>
                </c:pt>
                <c:pt idx="39542">
                  <c:v>0.45766203703533392</c:v>
                </c:pt>
                <c:pt idx="39543">
                  <c:v>0.45767361111211358</c:v>
                </c:pt>
                <c:pt idx="39544">
                  <c:v>0.45768518518161727</c:v>
                </c:pt>
                <c:pt idx="39545">
                  <c:v>0.45769675925839692</c:v>
                </c:pt>
                <c:pt idx="39546">
                  <c:v>0.45770833332790062</c:v>
                </c:pt>
                <c:pt idx="39547">
                  <c:v>0.45771990740468027</c:v>
                </c:pt>
                <c:pt idx="39548">
                  <c:v>0.45773148148145992</c:v>
                </c:pt>
                <c:pt idx="39549">
                  <c:v>0.45774305555096362</c:v>
                </c:pt>
                <c:pt idx="39550">
                  <c:v>0.45775462962774327</c:v>
                </c:pt>
                <c:pt idx="39551">
                  <c:v>0.45776620370452292</c:v>
                </c:pt>
                <c:pt idx="39552">
                  <c:v>0.45777777777402662</c:v>
                </c:pt>
                <c:pt idx="39553">
                  <c:v>0.45778935185080627</c:v>
                </c:pt>
                <c:pt idx="39554">
                  <c:v>0.45780092592030996</c:v>
                </c:pt>
                <c:pt idx="39555">
                  <c:v>0.45781249999708962</c:v>
                </c:pt>
                <c:pt idx="39556">
                  <c:v>0.45782407407386927</c:v>
                </c:pt>
                <c:pt idx="39557">
                  <c:v>0.45783564814337296</c:v>
                </c:pt>
                <c:pt idx="39558">
                  <c:v>0.45784722222015262</c:v>
                </c:pt>
                <c:pt idx="39559">
                  <c:v>0.45785879629693227</c:v>
                </c:pt>
                <c:pt idx="39560">
                  <c:v>0.45787037036643596</c:v>
                </c:pt>
                <c:pt idx="39561">
                  <c:v>0.45788194444321562</c:v>
                </c:pt>
                <c:pt idx="39562">
                  <c:v>0.45789351851271931</c:v>
                </c:pt>
                <c:pt idx="39563">
                  <c:v>0.45790509258949896</c:v>
                </c:pt>
                <c:pt idx="39564">
                  <c:v>0.45791666666627862</c:v>
                </c:pt>
                <c:pt idx="39565">
                  <c:v>0.45792824073578231</c:v>
                </c:pt>
                <c:pt idx="39566">
                  <c:v>0.45793981481256196</c:v>
                </c:pt>
                <c:pt idx="39567">
                  <c:v>0.45795138888934162</c:v>
                </c:pt>
                <c:pt idx="39568">
                  <c:v>0.45796296295884531</c:v>
                </c:pt>
                <c:pt idx="39569">
                  <c:v>0.45797453703562496</c:v>
                </c:pt>
                <c:pt idx="39570">
                  <c:v>0.45798611111240461</c:v>
                </c:pt>
                <c:pt idx="39571">
                  <c:v>0.45799768518190831</c:v>
                </c:pt>
                <c:pt idx="39572">
                  <c:v>0.45800925925868796</c:v>
                </c:pt>
                <c:pt idx="39573">
                  <c:v>0.45802083332819166</c:v>
                </c:pt>
                <c:pt idx="39574">
                  <c:v>0.45803240740497131</c:v>
                </c:pt>
                <c:pt idx="39575">
                  <c:v>0.45804398148175096</c:v>
                </c:pt>
                <c:pt idx="39576">
                  <c:v>0.45805555555125466</c:v>
                </c:pt>
                <c:pt idx="39577">
                  <c:v>0.45806712962803431</c:v>
                </c:pt>
                <c:pt idx="39578">
                  <c:v>0.45807870370481396</c:v>
                </c:pt>
                <c:pt idx="39579">
                  <c:v>0.45809027777431766</c:v>
                </c:pt>
                <c:pt idx="39580">
                  <c:v>0.45810185185109731</c:v>
                </c:pt>
                <c:pt idx="39581">
                  <c:v>0.458113425920601</c:v>
                </c:pt>
                <c:pt idx="39582">
                  <c:v>0.45812499999738066</c:v>
                </c:pt>
                <c:pt idx="39583">
                  <c:v>0.45813657407416031</c:v>
                </c:pt>
                <c:pt idx="39584">
                  <c:v>0.458148148143664</c:v>
                </c:pt>
                <c:pt idx="39585">
                  <c:v>0.45815972222044365</c:v>
                </c:pt>
                <c:pt idx="39586">
                  <c:v>0.45817129629722331</c:v>
                </c:pt>
                <c:pt idx="39587">
                  <c:v>0.458182870366727</c:v>
                </c:pt>
                <c:pt idx="39588">
                  <c:v>0.45819444444350665</c:v>
                </c:pt>
                <c:pt idx="39589">
                  <c:v>0.45820601851301035</c:v>
                </c:pt>
                <c:pt idx="39590">
                  <c:v>0.45821759258979</c:v>
                </c:pt>
                <c:pt idx="39591">
                  <c:v>0.45822916666656965</c:v>
                </c:pt>
                <c:pt idx="39592">
                  <c:v>0.45824074073607335</c:v>
                </c:pt>
                <c:pt idx="39593">
                  <c:v>0.458252314812853</c:v>
                </c:pt>
                <c:pt idx="39594">
                  <c:v>0.45826388888963265</c:v>
                </c:pt>
                <c:pt idx="39595">
                  <c:v>0.45827546295913635</c:v>
                </c:pt>
                <c:pt idx="39596">
                  <c:v>0.458287037035916</c:v>
                </c:pt>
                <c:pt idx="39597">
                  <c:v>0.4582986111054197</c:v>
                </c:pt>
                <c:pt idx="39598">
                  <c:v>0.45831018518219935</c:v>
                </c:pt>
                <c:pt idx="39599">
                  <c:v>0.458321759258979</c:v>
                </c:pt>
                <c:pt idx="39600">
                  <c:v>0.45833333332848269</c:v>
                </c:pt>
                <c:pt idx="39601">
                  <c:v>0.45834490740526235</c:v>
                </c:pt>
                <c:pt idx="39602">
                  <c:v>0.458356481482042</c:v>
                </c:pt>
                <c:pt idx="39603">
                  <c:v>0.45836805555154569</c:v>
                </c:pt>
                <c:pt idx="39604">
                  <c:v>0.45837962962832535</c:v>
                </c:pt>
                <c:pt idx="39605">
                  <c:v>0.45839120369782904</c:v>
                </c:pt>
                <c:pt idx="39606">
                  <c:v>0.45840277777460869</c:v>
                </c:pt>
                <c:pt idx="39607">
                  <c:v>0.45841435185138835</c:v>
                </c:pt>
                <c:pt idx="39608">
                  <c:v>0.45842592592089204</c:v>
                </c:pt>
                <c:pt idx="39609">
                  <c:v>0.45843749999767169</c:v>
                </c:pt>
                <c:pt idx="39610">
                  <c:v>0.45844907407445135</c:v>
                </c:pt>
                <c:pt idx="39611">
                  <c:v>0.45846064814395504</c:v>
                </c:pt>
                <c:pt idx="39612">
                  <c:v>0.45847222222073469</c:v>
                </c:pt>
                <c:pt idx="39613">
                  <c:v>0.45848379629751435</c:v>
                </c:pt>
                <c:pt idx="39614">
                  <c:v>0.45849537036701804</c:v>
                </c:pt>
                <c:pt idx="39615">
                  <c:v>0.45850694444379769</c:v>
                </c:pt>
                <c:pt idx="39616">
                  <c:v>0.45851851851330139</c:v>
                </c:pt>
                <c:pt idx="39617">
                  <c:v>0.45853009259008104</c:v>
                </c:pt>
                <c:pt idx="39618">
                  <c:v>0.45854166666686069</c:v>
                </c:pt>
                <c:pt idx="39619">
                  <c:v>0.45855324073636439</c:v>
                </c:pt>
                <c:pt idx="39620">
                  <c:v>0.45856481481314404</c:v>
                </c:pt>
                <c:pt idx="39621">
                  <c:v>0.45857638888992369</c:v>
                </c:pt>
                <c:pt idx="39622">
                  <c:v>0.45858796295942739</c:v>
                </c:pt>
                <c:pt idx="39623">
                  <c:v>0.45859953703620704</c:v>
                </c:pt>
                <c:pt idx="39624">
                  <c:v>0.45861111110571073</c:v>
                </c:pt>
                <c:pt idx="39625">
                  <c:v>0.45862268518249039</c:v>
                </c:pt>
                <c:pt idx="39626">
                  <c:v>0.45863425925927004</c:v>
                </c:pt>
                <c:pt idx="39627">
                  <c:v>0.45864583332877373</c:v>
                </c:pt>
                <c:pt idx="39628">
                  <c:v>0.45865740740555339</c:v>
                </c:pt>
                <c:pt idx="39629">
                  <c:v>0.45866898148233304</c:v>
                </c:pt>
                <c:pt idx="39630">
                  <c:v>0.45868055555183673</c:v>
                </c:pt>
                <c:pt idx="39631">
                  <c:v>0.45869212962861639</c:v>
                </c:pt>
                <c:pt idx="39632">
                  <c:v>0.45870370369812008</c:v>
                </c:pt>
                <c:pt idx="39633">
                  <c:v>0.45871527777489973</c:v>
                </c:pt>
                <c:pt idx="39634">
                  <c:v>0.45872685185167938</c:v>
                </c:pt>
                <c:pt idx="39635">
                  <c:v>0.45873842592118308</c:v>
                </c:pt>
                <c:pt idx="39636">
                  <c:v>0.45874999999796273</c:v>
                </c:pt>
                <c:pt idx="39637">
                  <c:v>0.45876157407474238</c:v>
                </c:pt>
                <c:pt idx="39638">
                  <c:v>0.45877314814424608</c:v>
                </c:pt>
                <c:pt idx="39639">
                  <c:v>0.45878472222102573</c:v>
                </c:pt>
                <c:pt idx="39640">
                  <c:v>0.45879629629052943</c:v>
                </c:pt>
                <c:pt idx="39641">
                  <c:v>0.45880787036730908</c:v>
                </c:pt>
                <c:pt idx="39642">
                  <c:v>0.45881944444408873</c:v>
                </c:pt>
                <c:pt idx="39643">
                  <c:v>0.45883101851359243</c:v>
                </c:pt>
                <c:pt idx="39644">
                  <c:v>0.45884259259037208</c:v>
                </c:pt>
                <c:pt idx="39645">
                  <c:v>0.45885416666715173</c:v>
                </c:pt>
                <c:pt idx="39646">
                  <c:v>0.45886574073665543</c:v>
                </c:pt>
                <c:pt idx="39647">
                  <c:v>0.45887731481343508</c:v>
                </c:pt>
                <c:pt idx="39648">
                  <c:v>0.45888888889021473</c:v>
                </c:pt>
                <c:pt idx="39649">
                  <c:v>0.45890046295971842</c:v>
                </c:pt>
                <c:pt idx="39650">
                  <c:v>0.45891203703649808</c:v>
                </c:pt>
                <c:pt idx="39651">
                  <c:v>0.45892361110600177</c:v>
                </c:pt>
                <c:pt idx="39652">
                  <c:v>0.45893518518278142</c:v>
                </c:pt>
                <c:pt idx="39653">
                  <c:v>0.45894675925956108</c:v>
                </c:pt>
                <c:pt idx="39654">
                  <c:v>0.45895833332906477</c:v>
                </c:pt>
                <c:pt idx="39655">
                  <c:v>0.45896990740584442</c:v>
                </c:pt>
                <c:pt idx="39656">
                  <c:v>0.45898148148262408</c:v>
                </c:pt>
                <c:pt idx="39657">
                  <c:v>0.45899305555212777</c:v>
                </c:pt>
                <c:pt idx="39658">
                  <c:v>0.45900462962890742</c:v>
                </c:pt>
                <c:pt idx="39659">
                  <c:v>0.45901620369841112</c:v>
                </c:pt>
                <c:pt idx="39660">
                  <c:v>0.45902777777519077</c:v>
                </c:pt>
                <c:pt idx="39661">
                  <c:v>0.45903935185197042</c:v>
                </c:pt>
                <c:pt idx="39662">
                  <c:v>0.45905092592147412</c:v>
                </c:pt>
                <c:pt idx="39663">
                  <c:v>0.45906249999825377</c:v>
                </c:pt>
                <c:pt idx="39664">
                  <c:v>0.45907407407503342</c:v>
                </c:pt>
                <c:pt idx="39665">
                  <c:v>0.45908564814453712</c:v>
                </c:pt>
                <c:pt idx="39666">
                  <c:v>0.45909722222131677</c:v>
                </c:pt>
                <c:pt idx="39667">
                  <c:v>0.45910879629082046</c:v>
                </c:pt>
                <c:pt idx="39668">
                  <c:v>0.45912037036760012</c:v>
                </c:pt>
                <c:pt idx="39669">
                  <c:v>0.45913194444437977</c:v>
                </c:pt>
                <c:pt idx="39670">
                  <c:v>0.45914351851388346</c:v>
                </c:pt>
                <c:pt idx="39671">
                  <c:v>0.45915509259066312</c:v>
                </c:pt>
                <c:pt idx="39672">
                  <c:v>0.45916666666744277</c:v>
                </c:pt>
                <c:pt idx="39673">
                  <c:v>0.45917824073694646</c:v>
                </c:pt>
                <c:pt idx="39674">
                  <c:v>0.45918981481372612</c:v>
                </c:pt>
                <c:pt idx="39675">
                  <c:v>0.45920138888322981</c:v>
                </c:pt>
                <c:pt idx="39676">
                  <c:v>0.45921296296000946</c:v>
                </c:pt>
                <c:pt idx="39677">
                  <c:v>0.45922453703678912</c:v>
                </c:pt>
                <c:pt idx="39678">
                  <c:v>0.45923611110629281</c:v>
                </c:pt>
                <c:pt idx="39679">
                  <c:v>0.45924768518307246</c:v>
                </c:pt>
                <c:pt idx="39680">
                  <c:v>0.45925925925985212</c:v>
                </c:pt>
                <c:pt idx="39681">
                  <c:v>0.45927083332935581</c:v>
                </c:pt>
                <c:pt idx="39682">
                  <c:v>0.45928240740613546</c:v>
                </c:pt>
                <c:pt idx="39683">
                  <c:v>0.45929398147563916</c:v>
                </c:pt>
                <c:pt idx="39684">
                  <c:v>0.45930555555241881</c:v>
                </c:pt>
                <c:pt idx="39685">
                  <c:v>0.45931712962919846</c:v>
                </c:pt>
                <c:pt idx="39686">
                  <c:v>0.45932870369870216</c:v>
                </c:pt>
                <c:pt idx="39687">
                  <c:v>0.45934027777548181</c:v>
                </c:pt>
                <c:pt idx="39688">
                  <c:v>0.45935185185226146</c:v>
                </c:pt>
                <c:pt idx="39689">
                  <c:v>0.45936342592176516</c:v>
                </c:pt>
                <c:pt idx="39690">
                  <c:v>0.45937499999854481</c:v>
                </c:pt>
                <c:pt idx="39691">
                  <c:v>0.45938657407532446</c:v>
                </c:pt>
                <c:pt idx="39692">
                  <c:v>0.45939814814482816</c:v>
                </c:pt>
                <c:pt idx="39693">
                  <c:v>0.45940972222160781</c:v>
                </c:pt>
                <c:pt idx="39694">
                  <c:v>0.4594212962911115</c:v>
                </c:pt>
                <c:pt idx="39695">
                  <c:v>0.45943287036789116</c:v>
                </c:pt>
                <c:pt idx="39696">
                  <c:v>0.45944444444467081</c:v>
                </c:pt>
                <c:pt idx="39697">
                  <c:v>0.4594560185141745</c:v>
                </c:pt>
                <c:pt idx="39698">
                  <c:v>0.45946759259095415</c:v>
                </c:pt>
                <c:pt idx="39699">
                  <c:v>0.45947916666773381</c:v>
                </c:pt>
                <c:pt idx="39700">
                  <c:v>0.4594907407372375</c:v>
                </c:pt>
                <c:pt idx="39701">
                  <c:v>0.45950231481401715</c:v>
                </c:pt>
                <c:pt idx="39702">
                  <c:v>0.45951388888352085</c:v>
                </c:pt>
                <c:pt idx="39703">
                  <c:v>0.4595254629603005</c:v>
                </c:pt>
                <c:pt idx="39704">
                  <c:v>0.45953703703708015</c:v>
                </c:pt>
                <c:pt idx="39705">
                  <c:v>0.45954861110658385</c:v>
                </c:pt>
                <c:pt idx="39706">
                  <c:v>0.4595601851833635</c:v>
                </c:pt>
                <c:pt idx="39707">
                  <c:v>0.45957175926014315</c:v>
                </c:pt>
                <c:pt idx="39708">
                  <c:v>0.45958333332964685</c:v>
                </c:pt>
                <c:pt idx="39709">
                  <c:v>0.4595949074064265</c:v>
                </c:pt>
                <c:pt idx="39710">
                  <c:v>0.4596064814759302</c:v>
                </c:pt>
                <c:pt idx="39711">
                  <c:v>0.45961805555270985</c:v>
                </c:pt>
                <c:pt idx="39712">
                  <c:v>0.4596296296294895</c:v>
                </c:pt>
                <c:pt idx="39713">
                  <c:v>0.45964120369899319</c:v>
                </c:pt>
                <c:pt idx="39714">
                  <c:v>0.45965277777577285</c:v>
                </c:pt>
                <c:pt idx="39715">
                  <c:v>0.4596643518525525</c:v>
                </c:pt>
                <c:pt idx="39716">
                  <c:v>0.45967592592205619</c:v>
                </c:pt>
                <c:pt idx="39717">
                  <c:v>0.45968749999883585</c:v>
                </c:pt>
                <c:pt idx="39718">
                  <c:v>0.45969907406833954</c:v>
                </c:pt>
                <c:pt idx="39719">
                  <c:v>0.45971064814511919</c:v>
                </c:pt>
                <c:pt idx="39720">
                  <c:v>0.45972222222189885</c:v>
                </c:pt>
                <c:pt idx="39721">
                  <c:v>0.45973379629140254</c:v>
                </c:pt>
                <c:pt idx="39722">
                  <c:v>0.45974537036818219</c:v>
                </c:pt>
                <c:pt idx="39723">
                  <c:v>0.45975694444496185</c:v>
                </c:pt>
                <c:pt idx="39724">
                  <c:v>0.45976851851446554</c:v>
                </c:pt>
                <c:pt idx="39725">
                  <c:v>0.45978009259124519</c:v>
                </c:pt>
                <c:pt idx="39726">
                  <c:v>0.45979166666074889</c:v>
                </c:pt>
                <c:pt idx="39727">
                  <c:v>0.45980324073752854</c:v>
                </c:pt>
                <c:pt idx="39728">
                  <c:v>0.45981481481430819</c:v>
                </c:pt>
                <c:pt idx="39729">
                  <c:v>0.45982638888381189</c:v>
                </c:pt>
                <c:pt idx="39730">
                  <c:v>0.45983796296059154</c:v>
                </c:pt>
                <c:pt idx="39731">
                  <c:v>0.45984953703737119</c:v>
                </c:pt>
                <c:pt idx="39732">
                  <c:v>0.45986111110687489</c:v>
                </c:pt>
                <c:pt idx="39733">
                  <c:v>0.45987268518365454</c:v>
                </c:pt>
                <c:pt idx="39734">
                  <c:v>0.45988425926043419</c:v>
                </c:pt>
                <c:pt idx="39735">
                  <c:v>0.45989583332993789</c:v>
                </c:pt>
                <c:pt idx="39736">
                  <c:v>0.45990740740671754</c:v>
                </c:pt>
                <c:pt idx="39737">
                  <c:v>0.45991898147622123</c:v>
                </c:pt>
                <c:pt idx="39738">
                  <c:v>0.45993055555300089</c:v>
                </c:pt>
                <c:pt idx="39739">
                  <c:v>0.45994212962978054</c:v>
                </c:pt>
                <c:pt idx="39740">
                  <c:v>0.45995370369928423</c:v>
                </c:pt>
                <c:pt idx="39741">
                  <c:v>0.45996527777606389</c:v>
                </c:pt>
                <c:pt idx="39742">
                  <c:v>0.45997685185284354</c:v>
                </c:pt>
                <c:pt idx="39743">
                  <c:v>0.45998842592234723</c:v>
                </c:pt>
                <c:pt idx="39744">
                  <c:v>0.45999999999912689</c:v>
                </c:pt>
                <c:pt idx="39745">
                  <c:v>0.46001157406863058</c:v>
                </c:pt>
                <c:pt idx="39746">
                  <c:v>0.46002314814541023</c:v>
                </c:pt>
                <c:pt idx="39747">
                  <c:v>0.46003472222218988</c:v>
                </c:pt>
                <c:pt idx="39748">
                  <c:v>0.46004629629169358</c:v>
                </c:pt>
                <c:pt idx="39749">
                  <c:v>0.46005787036847323</c:v>
                </c:pt>
                <c:pt idx="39750">
                  <c:v>0.46006944444525288</c:v>
                </c:pt>
                <c:pt idx="39751">
                  <c:v>0.46008101851475658</c:v>
                </c:pt>
                <c:pt idx="39752">
                  <c:v>0.46009259259153623</c:v>
                </c:pt>
                <c:pt idx="39753">
                  <c:v>0.46010416666103993</c:v>
                </c:pt>
                <c:pt idx="39754">
                  <c:v>0.46011574073781958</c:v>
                </c:pt>
                <c:pt idx="39755">
                  <c:v>0.46012731481459923</c:v>
                </c:pt>
                <c:pt idx="39756">
                  <c:v>0.46013888888410293</c:v>
                </c:pt>
                <c:pt idx="39757">
                  <c:v>0.46015046296088258</c:v>
                </c:pt>
                <c:pt idx="39758">
                  <c:v>0.46016203703766223</c:v>
                </c:pt>
                <c:pt idx="39759">
                  <c:v>0.46017361110716593</c:v>
                </c:pt>
                <c:pt idx="39760">
                  <c:v>0.46018518518394558</c:v>
                </c:pt>
                <c:pt idx="39761">
                  <c:v>0.46019675925344927</c:v>
                </c:pt>
                <c:pt idx="39762">
                  <c:v>0.46020833333022892</c:v>
                </c:pt>
                <c:pt idx="39763">
                  <c:v>0.46021990740700858</c:v>
                </c:pt>
                <c:pt idx="39764">
                  <c:v>0.46023148147651227</c:v>
                </c:pt>
                <c:pt idx="39765">
                  <c:v>0.46024305555329192</c:v>
                </c:pt>
                <c:pt idx="39766">
                  <c:v>0.46025462963007158</c:v>
                </c:pt>
                <c:pt idx="39767">
                  <c:v>0.46026620369957527</c:v>
                </c:pt>
                <c:pt idx="39768">
                  <c:v>0.46027777777635492</c:v>
                </c:pt>
                <c:pt idx="39769">
                  <c:v>0.46028935185313458</c:v>
                </c:pt>
                <c:pt idx="39770">
                  <c:v>0.46030092592263827</c:v>
                </c:pt>
                <c:pt idx="39771">
                  <c:v>0.46031249999941792</c:v>
                </c:pt>
                <c:pt idx="39772">
                  <c:v>0.46032407406892162</c:v>
                </c:pt>
                <c:pt idx="39773">
                  <c:v>0.46033564814570127</c:v>
                </c:pt>
                <c:pt idx="39774">
                  <c:v>0.46034722222248092</c:v>
                </c:pt>
                <c:pt idx="39775">
                  <c:v>0.46035879629198462</c:v>
                </c:pt>
                <c:pt idx="39776">
                  <c:v>0.46037037036876427</c:v>
                </c:pt>
                <c:pt idx="39777">
                  <c:v>0.46038194444554392</c:v>
                </c:pt>
                <c:pt idx="39778">
                  <c:v>0.46039351851504762</c:v>
                </c:pt>
                <c:pt idx="39779">
                  <c:v>0.46040509259182727</c:v>
                </c:pt>
                <c:pt idx="39780">
                  <c:v>0.46041666666133096</c:v>
                </c:pt>
                <c:pt idx="39781">
                  <c:v>0.46042824073811062</c:v>
                </c:pt>
                <c:pt idx="39782">
                  <c:v>0.46043981481489027</c:v>
                </c:pt>
                <c:pt idx="39783">
                  <c:v>0.46045138888439396</c:v>
                </c:pt>
                <c:pt idx="39784">
                  <c:v>0.46046296296117362</c:v>
                </c:pt>
                <c:pt idx="39785">
                  <c:v>0.46047453703795327</c:v>
                </c:pt>
                <c:pt idx="39786">
                  <c:v>0.46048611110745696</c:v>
                </c:pt>
                <c:pt idx="39787">
                  <c:v>0.46049768518423662</c:v>
                </c:pt>
                <c:pt idx="39788">
                  <c:v>0.46050925925374031</c:v>
                </c:pt>
                <c:pt idx="39789">
                  <c:v>0.46052083333051996</c:v>
                </c:pt>
                <c:pt idx="39790">
                  <c:v>0.46053240740729962</c:v>
                </c:pt>
                <c:pt idx="39791">
                  <c:v>0.46054398147680331</c:v>
                </c:pt>
                <c:pt idx="39792">
                  <c:v>0.46055555555358296</c:v>
                </c:pt>
                <c:pt idx="39793">
                  <c:v>0.46056712963036261</c:v>
                </c:pt>
                <c:pt idx="39794">
                  <c:v>0.46057870369986631</c:v>
                </c:pt>
                <c:pt idx="39795">
                  <c:v>0.46059027777664596</c:v>
                </c:pt>
                <c:pt idx="39796">
                  <c:v>0.46060185184614966</c:v>
                </c:pt>
                <c:pt idx="39797">
                  <c:v>0.46061342592292931</c:v>
                </c:pt>
                <c:pt idx="39798">
                  <c:v>0.46062499999970896</c:v>
                </c:pt>
                <c:pt idx="39799">
                  <c:v>0.46063657406921266</c:v>
                </c:pt>
                <c:pt idx="39800">
                  <c:v>0.46064814814599231</c:v>
                </c:pt>
                <c:pt idx="39801">
                  <c:v>0.46065972222277196</c:v>
                </c:pt>
                <c:pt idx="39802">
                  <c:v>0.46067129629227566</c:v>
                </c:pt>
                <c:pt idx="39803">
                  <c:v>0.46068287036905531</c:v>
                </c:pt>
                <c:pt idx="39804">
                  <c:v>0.460694444438559</c:v>
                </c:pt>
                <c:pt idx="39805">
                  <c:v>0.46070601851533866</c:v>
                </c:pt>
                <c:pt idx="39806">
                  <c:v>0.46071759259211831</c:v>
                </c:pt>
                <c:pt idx="39807">
                  <c:v>0.460729166661622</c:v>
                </c:pt>
                <c:pt idx="39808">
                  <c:v>0.46074074073840166</c:v>
                </c:pt>
                <c:pt idx="39809">
                  <c:v>0.46075231481518131</c:v>
                </c:pt>
                <c:pt idx="39810">
                  <c:v>0.460763888884685</c:v>
                </c:pt>
                <c:pt idx="39811">
                  <c:v>0.46077546296146465</c:v>
                </c:pt>
                <c:pt idx="39812">
                  <c:v>0.46078703703824431</c:v>
                </c:pt>
                <c:pt idx="39813">
                  <c:v>0.460798611107748</c:v>
                </c:pt>
                <c:pt idx="39814">
                  <c:v>0.46081018518452765</c:v>
                </c:pt>
                <c:pt idx="39815">
                  <c:v>0.46082175925403135</c:v>
                </c:pt>
                <c:pt idx="39816">
                  <c:v>0.460833333330811</c:v>
                </c:pt>
                <c:pt idx="39817">
                  <c:v>0.46084490740759065</c:v>
                </c:pt>
                <c:pt idx="39818">
                  <c:v>0.46085648147709435</c:v>
                </c:pt>
                <c:pt idx="39819">
                  <c:v>0.460868055553874</c:v>
                </c:pt>
                <c:pt idx="39820">
                  <c:v>0.46087962963065365</c:v>
                </c:pt>
                <c:pt idx="39821">
                  <c:v>0.46089120370015735</c:v>
                </c:pt>
                <c:pt idx="39822">
                  <c:v>0.460902777776937</c:v>
                </c:pt>
                <c:pt idx="39823">
                  <c:v>0.4609143518464407</c:v>
                </c:pt>
                <c:pt idx="39824">
                  <c:v>0.46092592592322035</c:v>
                </c:pt>
                <c:pt idx="39825">
                  <c:v>0.4609375</c:v>
                </c:pt>
                <c:pt idx="39826">
                  <c:v>0.46094907406950369</c:v>
                </c:pt>
                <c:pt idx="39827">
                  <c:v>0.46096064814628335</c:v>
                </c:pt>
                <c:pt idx="39828">
                  <c:v>0.460972222223063</c:v>
                </c:pt>
                <c:pt idx="39829">
                  <c:v>0.46098379629256669</c:v>
                </c:pt>
                <c:pt idx="39830">
                  <c:v>0.46099537036934635</c:v>
                </c:pt>
                <c:pt idx="39831">
                  <c:v>0.46100694443885004</c:v>
                </c:pt>
                <c:pt idx="39832">
                  <c:v>0.46101851851562969</c:v>
                </c:pt>
                <c:pt idx="39833">
                  <c:v>0.46103009259240935</c:v>
                </c:pt>
                <c:pt idx="39834">
                  <c:v>0.46104166666191304</c:v>
                </c:pt>
                <c:pt idx="39835">
                  <c:v>0.46105324073869269</c:v>
                </c:pt>
                <c:pt idx="39836">
                  <c:v>0.46106481481547235</c:v>
                </c:pt>
                <c:pt idx="39837">
                  <c:v>0.46107638888497604</c:v>
                </c:pt>
                <c:pt idx="39838">
                  <c:v>0.46108796296175569</c:v>
                </c:pt>
                <c:pt idx="39839">
                  <c:v>0.46109953703125939</c:v>
                </c:pt>
                <c:pt idx="39840">
                  <c:v>0.46111111110803904</c:v>
                </c:pt>
                <c:pt idx="39841">
                  <c:v>0.46112268518481869</c:v>
                </c:pt>
                <c:pt idx="39842">
                  <c:v>0.46113425925432239</c:v>
                </c:pt>
                <c:pt idx="39843">
                  <c:v>0.46114583333110204</c:v>
                </c:pt>
                <c:pt idx="39844">
                  <c:v>0.46115740740788169</c:v>
                </c:pt>
                <c:pt idx="39845">
                  <c:v>0.46116898147738539</c:v>
                </c:pt>
                <c:pt idx="39846">
                  <c:v>0.46118055555416504</c:v>
                </c:pt>
                <c:pt idx="39847">
                  <c:v>0.46119212963094469</c:v>
                </c:pt>
                <c:pt idx="39848">
                  <c:v>0.46120370370044839</c:v>
                </c:pt>
                <c:pt idx="39849">
                  <c:v>0.46121527777722804</c:v>
                </c:pt>
                <c:pt idx="39850">
                  <c:v>0.46122685184673173</c:v>
                </c:pt>
                <c:pt idx="39851">
                  <c:v>0.46123842592351139</c:v>
                </c:pt>
                <c:pt idx="39852">
                  <c:v>0.46125000000029104</c:v>
                </c:pt>
                <c:pt idx="39853">
                  <c:v>0.46126157406979473</c:v>
                </c:pt>
                <c:pt idx="39854">
                  <c:v>0.46127314814657439</c:v>
                </c:pt>
                <c:pt idx="39855">
                  <c:v>0.46128472222335404</c:v>
                </c:pt>
                <c:pt idx="39856">
                  <c:v>0.46129629629285773</c:v>
                </c:pt>
                <c:pt idx="39857">
                  <c:v>0.46130787036963739</c:v>
                </c:pt>
                <c:pt idx="39858">
                  <c:v>0.46131944443914108</c:v>
                </c:pt>
                <c:pt idx="39859">
                  <c:v>0.46133101851592073</c:v>
                </c:pt>
                <c:pt idx="39860">
                  <c:v>0.46134259259270038</c:v>
                </c:pt>
                <c:pt idx="39861">
                  <c:v>0.46135416666220408</c:v>
                </c:pt>
                <c:pt idx="39862">
                  <c:v>0.46136574073898373</c:v>
                </c:pt>
                <c:pt idx="39863">
                  <c:v>0.46137731481576338</c:v>
                </c:pt>
                <c:pt idx="39864">
                  <c:v>0.46138888888526708</c:v>
                </c:pt>
                <c:pt idx="39865">
                  <c:v>0.46140046296204673</c:v>
                </c:pt>
                <c:pt idx="39866">
                  <c:v>0.46141203703155043</c:v>
                </c:pt>
                <c:pt idx="39867">
                  <c:v>0.46142361110833008</c:v>
                </c:pt>
                <c:pt idx="39868">
                  <c:v>0.46143518518510973</c:v>
                </c:pt>
                <c:pt idx="39869">
                  <c:v>0.46144675925461343</c:v>
                </c:pt>
                <c:pt idx="39870">
                  <c:v>0.46145833333139308</c:v>
                </c:pt>
                <c:pt idx="39871">
                  <c:v>0.46146990740817273</c:v>
                </c:pt>
                <c:pt idx="39872">
                  <c:v>0.46148148147767643</c:v>
                </c:pt>
                <c:pt idx="39873">
                  <c:v>0.46149305555445608</c:v>
                </c:pt>
                <c:pt idx="39874">
                  <c:v>0.46150462962395977</c:v>
                </c:pt>
                <c:pt idx="39875">
                  <c:v>0.46151620370073942</c:v>
                </c:pt>
                <c:pt idx="39876">
                  <c:v>0.46152777777751908</c:v>
                </c:pt>
                <c:pt idx="39877">
                  <c:v>0.46153935184702277</c:v>
                </c:pt>
                <c:pt idx="39878">
                  <c:v>0.46155092592380242</c:v>
                </c:pt>
                <c:pt idx="39879">
                  <c:v>0.46156250000058208</c:v>
                </c:pt>
                <c:pt idx="39880">
                  <c:v>0.46157407407008577</c:v>
                </c:pt>
                <c:pt idx="39881">
                  <c:v>0.46158564814686542</c:v>
                </c:pt>
                <c:pt idx="39882">
                  <c:v>0.46159722221636912</c:v>
                </c:pt>
                <c:pt idx="39883">
                  <c:v>0.46160879629314877</c:v>
                </c:pt>
                <c:pt idx="39884">
                  <c:v>0.46162037036992842</c:v>
                </c:pt>
                <c:pt idx="39885">
                  <c:v>0.46163194443943212</c:v>
                </c:pt>
                <c:pt idx="39886">
                  <c:v>0.46164351851621177</c:v>
                </c:pt>
                <c:pt idx="39887">
                  <c:v>0.46165509259299142</c:v>
                </c:pt>
                <c:pt idx="39888">
                  <c:v>0.46166666666249512</c:v>
                </c:pt>
                <c:pt idx="39889">
                  <c:v>0.46167824073927477</c:v>
                </c:pt>
                <c:pt idx="39890">
                  <c:v>0.46168981481605442</c:v>
                </c:pt>
                <c:pt idx="39891">
                  <c:v>0.46170138888555812</c:v>
                </c:pt>
                <c:pt idx="39892">
                  <c:v>0.46171296296233777</c:v>
                </c:pt>
                <c:pt idx="39893">
                  <c:v>0.46172453703184146</c:v>
                </c:pt>
                <c:pt idx="39894">
                  <c:v>0.46173611110862112</c:v>
                </c:pt>
                <c:pt idx="39895">
                  <c:v>0.46174768518540077</c:v>
                </c:pt>
                <c:pt idx="39896">
                  <c:v>0.46175925925490446</c:v>
                </c:pt>
                <c:pt idx="39897">
                  <c:v>0.46177083333168412</c:v>
                </c:pt>
                <c:pt idx="39898">
                  <c:v>0.46178240740846377</c:v>
                </c:pt>
                <c:pt idx="39899">
                  <c:v>0.46179398147796746</c:v>
                </c:pt>
                <c:pt idx="39900">
                  <c:v>0.46180555555474712</c:v>
                </c:pt>
                <c:pt idx="39901">
                  <c:v>0.46181712962425081</c:v>
                </c:pt>
                <c:pt idx="39902">
                  <c:v>0.46182870370103046</c:v>
                </c:pt>
                <c:pt idx="39903">
                  <c:v>0.46184027777781012</c:v>
                </c:pt>
                <c:pt idx="39904">
                  <c:v>0.46185185184731381</c:v>
                </c:pt>
                <c:pt idx="39905">
                  <c:v>0.46186342592409346</c:v>
                </c:pt>
                <c:pt idx="39906">
                  <c:v>0.46187500000087311</c:v>
                </c:pt>
                <c:pt idx="39907">
                  <c:v>0.46188657407037681</c:v>
                </c:pt>
                <c:pt idx="39908">
                  <c:v>0.46189814814715646</c:v>
                </c:pt>
                <c:pt idx="39909">
                  <c:v>0.46190972221666016</c:v>
                </c:pt>
                <c:pt idx="39910">
                  <c:v>0.46192129629343981</c:v>
                </c:pt>
                <c:pt idx="39911">
                  <c:v>0.46193287037021946</c:v>
                </c:pt>
                <c:pt idx="39912">
                  <c:v>0.46194444443972316</c:v>
                </c:pt>
                <c:pt idx="39913">
                  <c:v>0.46195601851650281</c:v>
                </c:pt>
                <c:pt idx="39914">
                  <c:v>0.46196759259328246</c:v>
                </c:pt>
                <c:pt idx="39915">
                  <c:v>0.46197916666278616</c:v>
                </c:pt>
                <c:pt idx="39916">
                  <c:v>0.46199074073956581</c:v>
                </c:pt>
                <c:pt idx="39917">
                  <c:v>0.4620023148090695</c:v>
                </c:pt>
                <c:pt idx="39918">
                  <c:v>0.46201388888584916</c:v>
                </c:pt>
                <c:pt idx="39919">
                  <c:v>0.46202546296262881</c:v>
                </c:pt>
                <c:pt idx="39920">
                  <c:v>0.4620370370321325</c:v>
                </c:pt>
                <c:pt idx="39921">
                  <c:v>0.46204861110891216</c:v>
                </c:pt>
                <c:pt idx="39922">
                  <c:v>0.46206018518569181</c:v>
                </c:pt>
                <c:pt idx="39923">
                  <c:v>0.4620717592551955</c:v>
                </c:pt>
                <c:pt idx="39924">
                  <c:v>0.46208333333197515</c:v>
                </c:pt>
                <c:pt idx="39925">
                  <c:v>0.46209490740147885</c:v>
                </c:pt>
                <c:pt idx="39926">
                  <c:v>0.4621064814782585</c:v>
                </c:pt>
                <c:pt idx="39927">
                  <c:v>0.46211805555503815</c:v>
                </c:pt>
                <c:pt idx="39928">
                  <c:v>0.46212962962454185</c:v>
                </c:pt>
                <c:pt idx="39929">
                  <c:v>0.4621412037013215</c:v>
                </c:pt>
                <c:pt idx="39930">
                  <c:v>0.46215277777810115</c:v>
                </c:pt>
                <c:pt idx="39931">
                  <c:v>0.46216435184760485</c:v>
                </c:pt>
                <c:pt idx="39932">
                  <c:v>0.4621759259243845</c:v>
                </c:pt>
                <c:pt idx="39933">
                  <c:v>0.46218750000116415</c:v>
                </c:pt>
                <c:pt idx="39934">
                  <c:v>0.46219907407066785</c:v>
                </c:pt>
                <c:pt idx="39935">
                  <c:v>0.4622106481474475</c:v>
                </c:pt>
                <c:pt idx="39936">
                  <c:v>0.4622222222169512</c:v>
                </c:pt>
                <c:pt idx="39937">
                  <c:v>0.46223379629373085</c:v>
                </c:pt>
                <c:pt idx="39938">
                  <c:v>0.4622453703705105</c:v>
                </c:pt>
                <c:pt idx="39939">
                  <c:v>0.46225694444001419</c:v>
                </c:pt>
                <c:pt idx="39940">
                  <c:v>0.46226851851679385</c:v>
                </c:pt>
                <c:pt idx="39941">
                  <c:v>0.4622800925935735</c:v>
                </c:pt>
                <c:pt idx="39942">
                  <c:v>0.46229166666307719</c:v>
                </c:pt>
                <c:pt idx="39943">
                  <c:v>0.46230324073985685</c:v>
                </c:pt>
                <c:pt idx="39944">
                  <c:v>0.46231481480936054</c:v>
                </c:pt>
                <c:pt idx="39945">
                  <c:v>0.46232638888614019</c:v>
                </c:pt>
                <c:pt idx="39946">
                  <c:v>0.46233796296291985</c:v>
                </c:pt>
                <c:pt idx="39947">
                  <c:v>0.46234953703242354</c:v>
                </c:pt>
                <c:pt idx="39948">
                  <c:v>0.46236111110920319</c:v>
                </c:pt>
                <c:pt idx="39949">
                  <c:v>0.46237268518598285</c:v>
                </c:pt>
                <c:pt idx="39950">
                  <c:v>0.46238425925548654</c:v>
                </c:pt>
                <c:pt idx="39951">
                  <c:v>0.46239583333226619</c:v>
                </c:pt>
                <c:pt idx="39952">
                  <c:v>0.46240740740176989</c:v>
                </c:pt>
                <c:pt idx="39953">
                  <c:v>0.46241898147854954</c:v>
                </c:pt>
                <c:pt idx="39954">
                  <c:v>0.46243055555532919</c:v>
                </c:pt>
                <c:pt idx="39955">
                  <c:v>0.46244212962483289</c:v>
                </c:pt>
                <c:pt idx="39956">
                  <c:v>0.46245370370161254</c:v>
                </c:pt>
                <c:pt idx="39957">
                  <c:v>0.46246527777839219</c:v>
                </c:pt>
                <c:pt idx="39958">
                  <c:v>0.46247685184789589</c:v>
                </c:pt>
                <c:pt idx="39959">
                  <c:v>0.46248842592467554</c:v>
                </c:pt>
                <c:pt idx="39960">
                  <c:v>0.46249999999417923</c:v>
                </c:pt>
                <c:pt idx="39961">
                  <c:v>0.46251157407095889</c:v>
                </c:pt>
                <c:pt idx="39962">
                  <c:v>0.46252314814773854</c:v>
                </c:pt>
                <c:pt idx="39963">
                  <c:v>0.46253472221724223</c:v>
                </c:pt>
                <c:pt idx="39964">
                  <c:v>0.46254629629402189</c:v>
                </c:pt>
                <c:pt idx="39965">
                  <c:v>0.46255787037080154</c:v>
                </c:pt>
                <c:pt idx="39966">
                  <c:v>0.46256944444030523</c:v>
                </c:pt>
                <c:pt idx="39967">
                  <c:v>0.46258101851708489</c:v>
                </c:pt>
                <c:pt idx="39968">
                  <c:v>0.46259259259386454</c:v>
                </c:pt>
                <c:pt idx="39969">
                  <c:v>0.46260416666336823</c:v>
                </c:pt>
                <c:pt idx="39970">
                  <c:v>0.46261574074014788</c:v>
                </c:pt>
                <c:pt idx="39971">
                  <c:v>0.46262731480965158</c:v>
                </c:pt>
                <c:pt idx="39972">
                  <c:v>0.46263888888643123</c:v>
                </c:pt>
                <c:pt idx="39973">
                  <c:v>0.46265046296321088</c:v>
                </c:pt>
                <c:pt idx="39974">
                  <c:v>0.46266203703271458</c:v>
                </c:pt>
                <c:pt idx="39975">
                  <c:v>0.46267361110949423</c:v>
                </c:pt>
                <c:pt idx="39976">
                  <c:v>0.46268518518627388</c:v>
                </c:pt>
                <c:pt idx="39977">
                  <c:v>0.46269675925577758</c:v>
                </c:pt>
                <c:pt idx="39978">
                  <c:v>0.46270833333255723</c:v>
                </c:pt>
                <c:pt idx="39979">
                  <c:v>0.46271990740206093</c:v>
                </c:pt>
                <c:pt idx="39980">
                  <c:v>0.46273148147884058</c:v>
                </c:pt>
                <c:pt idx="39981">
                  <c:v>0.46274305555562023</c:v>
                </c:pt>
                <c:pt idx="39982">
                  <c:v>0.46275462962512393</c:v>
                </c:pt>
                <c:pt idx="39983">
                  <c:v>0.46276620370190358</c:v>
                </c:pt>
                <c:pt idx="39984">
                  <c:v>0.46277777777868323</c:v>
                </c:pt>
                <c:pt idx="39985">
                  <c:v>0.46278935184818693</c:v>
                </c:pt>
                <c:pt idx="39986">
                  <c:v>0.46280092592496658</c:v>
                </c:pt>
                <c:pt idx="39987">
                  <c:v>0.46281249999447027</c:v>
                </c:pt>
                <c:pt idx="39988">
                  <c:v>0.46282407407124992</c:v>
                </c:pt>
                <c:pt idx="39989">
                  <c:v>0.46283564814802958</c:v>
                </c:pt>
                <c:pt idx="39990">
                  <c:v>0.46284722221753327</c:v>
                </c:pt>
                <c:pt idx="39991">
                  <c:v>0.46285879629431292</c:v>
                </c:pt>
                <c:pt idx="39992">
                  <c:v>0.46287037037109258</c:v>
                </c:pt>
                <c:pt idx="39993">
                  <c:v>0.46288194444059627</c:v>
                </c:pt>
                <c:pt idx="39994">
                  <c:v>0.46289351851737592</c:v>
                </c:pt>
                <c:pt idx="39995">
                  <c:v>0.46290509258687962</c:v>
                </c:pt>
                <c:pt idx="39996">
                  <c:v>0.46291666666365927</c:v>
                </c:pt>
                <c:pt idx="39997">
                  <c:v>0.46292824074043892</c:v>
                </c:pt>
                <c:pt idx="39998">
                  <c:v>0.46293981480994262</c:v>
                </c:pt>
                <c:pt idx="39999">
                  <c:v>0.46295138888672227</c:v>
                </c:pt>
                <c:pt idx="40000">
                  <c:v>0.46296296296350192</c:v>
                </c:pt>
                <c:pt idx="40001">
                  <c:v>0.46297453703300562</c:v>
                </c:pt>
                <c:pt idx="40002">
                  <c:v>0.46298611110978527</c:v>
                </c:pt>
                <c:pt idx="40003">
                  <c:v>0.46299768517928896</c:v>
                </c:pt>
                <c:pt idx="40004">
                  <c:v>0.46300925925606862</c:v>
                </c:pt>
                <c:pt idx="40005">
                  <c:v>0.46302083333284827</c:v>
                </c:pt>
                <c:pt idx="40006">
                  <c:v>0.46303240740235196</c:v>
                </c:pt>
                <c:pt idx="40007">
                  <c:v>0.46304398147913162</c:v>
                </c:pt>
                <c:pt idx="40008">
                  <c:v>0.46305555555591127</c:v>
                </c:pt>
                <c:pt idx="40009">
                  <c:v>0.46306712962541496</c:v>
                </c:pt>
                <c:pt idx="40010">
                  <c:v>0.46307870370219462</c:v>
                </c:pt>
                <c:pt idx="40011">
                  <c:v>0.46309027777897427</c:v>
                </c:pt>
                <c:pt idx="40012">
                  <c:v>0.46310185184847796</c:v>
                </c:pt>
                <c:pt idx="40013">
                  <c:v>0.46311342592525762</c:v>
                </c:pt>
                <c:pt idx="40014">
                  <c:v>0.46312499999476131</c:v>
                </c:pt>
                <c:pt idx="40015">
                  <c:v>0.46313657407154096</c:v>
                </c:pt>
                <c:pt idx="40016">
                  <c:v>0.46314814814832062</c:v>
                </c:pt>
                <c:pt idx="40017">
                  <c:v>0.46315972221782431</c:v>
                </c:pt>
                <c:pt idx="40018">
                  <c:v>0.46317129629460396</c:v>
                </c:pt>
                <c:pt idx="40019">
                  <c:v>0.46318287037138361</c:v>
                </c:pt>
                <c:pt idx="40020">
                  <c:v>0.46319444444088731</c:v>
                </c:pt>
                <c:pt idx="40021">
                  <c:v>0.46320601851766696</c:v>
                </c:pt>
                <c:pt idx="40022">
                  <c:v>0.46321759258717066</c:v>
                </c:pt>
                <c:pt idx="40023">
                  <c:v>0.46322916666395031</c:v>
                </c:pt>
                <c:pt idx="40024">
                  <c:v>0.46324074074072996</c:v>
                </c:pt>
                <c:pt idx="40025">
                  <c:v>0.46325231481023366</c:v>
                </c:pt>
                <c:pt idx="40026">
                  <c:v>0.46326388888701331</c:v>
                </c:pt>
                <c:pt idx="40027">
                  <c:v>0.46327546296379296</c:v>
                </c:pt>
                <c:pt idx="40028">
                  <c:v>0.46328703703329666</c:v>
                </c:pt>
                <c:pt idx="40029">
                  <c:v>0.46329861111007631</c:v>
                </c:pt>
                <c:pt idx="40030">
                  <c:v>0.46331018517958</c:v>
                </c:pt>
                <c:pt idx="40031">
                  <c:v>0.46332175925635966</c:v>
                </c:pt>
                <c:pt idx="40032">
                  <c:v>0.46333333333313931</c:v>
                </c:pt>
                <c:pt idx="40033">
                  <c:v>0.463344907402643</c:v>
                </c:pt>
                <c:pt idx="40034">
                  <c:v>0.46335648147942265</c:v>
                </c:pt>
                <c:pt idx="40035">
                  <c:v>0.46336805555620231</c:v>
                </c:pt>
                <c:pt idx="40036">
                  <c:v>0.463379629625706</c:v>
                </c:pt>
                <c:pt idx="40037">
                  <c:v>0.46339120370248565</c:v>
                </c:pt>
                <c:pt idx="40038">
                  <c:v>0.46340277777198935</c:v>
                </c:pt>
                <c:pt idx="40039">
                  <c:v>0.463414351848769</c:v>
                </c:pt>
                <c:pt idx="40040">
                  <c:v>0.46342592592554865</c:v>
                </c:pt>
                <c:pt idx="40041">
                  <c:v>0.46343749999505235</c:v>
                </c:pt>
                <c:pt idx="40042">
                  <c:v>0.463449074071832</c:v>
                </c:pt>
                <c:pt idx="40043">
                  <c:v>0.46346064814861165</c:v>
                </c:pt>
                <c:pt idx="40044">
                  <c:v>0.46347222221811535</c:v>
                </c:pt>
                <c:pt idx="40045">
                  <c:v>0.463483796294895</c:v>
                </c:pt>
                <c:pt idx="40046">
                  <c:v>0.46349537037167465</c:v>
                </c:pt>
                <c:pt idx="40047">
                  <c:v>0.46350694444117835</c:v>
                </c:pt>
                <c:pt idx="40048">
                  <c:v>0.463518518517958</c:v>
                </c:pt>
                <c:pt idx="40049">
                  <c:v>0.4635300925874617</c:v>
                </c:pt>
                <c:pt idx="40050">
                  <c:v>0.46354166666424135</c:v>
                </c:pt>
                <c:pt idx="40051">
                  <c:v>0.463553240741021</c:v>
                </c:pt>
                <c:pt idx="40052">
                  <c:v>0.46356481481052469</c:v>
                </c:pt>
                <c:pt idx="40053">
                  <c:v>0.46357638888730435</c:v>
                </c:pt>
                <c:pt idx="40054">
                  <c:v>0.463587962964084</c:v>
                </c:pt>
                <c:pt idx="40055">
                  <c:v>0.46359953703358769</c:v>
                </c:pt>
                <c:pt idx="40056">
                  <c:v>0.46361111111036735</c:v>
                </c:pt>
                <c:pt idx="40057">
                  <c:v>0.46362268517987104</c:v>
                </c:pt>
                <c:pt idx="40058">
                  <c:v>0.46363425925665069</c:v>
                </c:pt>
                <c:pt idx="40059">
                  <c:v>0.46364583333343035</c:v>
                </c:pt>
                <c:pt idx="40060">
                  <c:v>0.46365740740293404</c:v>
                </c:pt>
                <c:pt idx="40061">
                  <c:v>0.46366898147971369</c:v>
                </c:pt>
                <c:pt idx="40062">
                  <c:v>0.46368055555649335</c:v>
                </c:pt>
                <c:pt idx="40063">
                  <c:v>0.46369212962599704</c:v>
                </c:pt>
                <c:pt idx="40064">
                  <c:v>0.46370370370277669</c:v>
                </c:pt>
                <c:pt idx="40065">
                  <c:v>0.46371527777228039</c:v>
                </c:pt>
                <c:pt idx="40066">
                  <c:v>0.46372685184906004</c:v>
                </c:pt>
                <c:pt idx="40067">
                  <c:v>0.46373842592583969</c:v>
                </c:pt>
                <c:pt idx="40068">
                  <c:v>0.46374999999534339</c:v>
                </c:pt>
                <c:pt idx="40069">
                  <c:v>0.46376157407212304</c:v>
                </c:pt>
                <c:pt idx="40070">
                  <c:v>0.46377314814890269</c:v>
                </c:pt>
                <c:pt idx="40071">
                  <c:v>0.46378472221840639</c:v>
                </c:pt>
                <c:pt idx="40072">
                  <c:v>0.46379629629518604</c:v>
                </c:pt>
                <c:pt idx="40073">
                  <c:v>0.46380787036468973</c:v>
                </c:pt>
                <c:pt idx="40074">
                  <c:v>0.46381944444146939</c:v>
                </c:pt>
                <c:pt idx="40075">
                  <c:v>0.46383101851824904</c:v>
                </c:pt>
                <c:pt idx="40076">
                  <c:v>0.46384259258775273</c:v>
                </c:pt>
                <c:pt idx="40077">
                  <c:v>0.46385416666453239</c:v>
                </c:pt>
                <c:pt idx="40078">
                  <c:v>0.46386574074131204</c:v>
                </c:pt>
                <c:pt idx="40079">
                  <c:v>0.46387731481081573</c:v>
                </c:pt>
                <c:pt idx="40080">
                  <c:v>0.46388888888759539</c:v>
                </c:pt>
                <c:pt idx="40081">
                  <c:v>0.46390046295709908</c:v>
                </c:pt>
                <c:pt idx="40082">
                  <c:v>0.46391203703387873</c:v>
                </c:pt>
                <c:pt idx="40083">
                  <c:v>0.46392361111065838</c:v>
                </c:pt>
                <c:pt idx="40084">
                  <c:v>0.46393518518016208</c:v>
                </c:pt>
                <c:pt idx="40085">
                  <c:v>0.46394675925694173</c:v>
                </c:pt>
                <c:pt idx="40086">
                  <c:v>0.46395833333372138</c:v>
                </c:pt>
                <c:pt idx="40087">
                  <c:v>0.46396990740322508</c:v>
                </c:pt>
                <c:pt idx="40088">
                  <c:v>0.46398148148000473</c:v>
                </c:pt>
                <c:pt idx="40089">
                  <c:v>0.46399305555678438</c:v>
                </c:pt>
                <c:pt idx="40090">
                  <c:v>0.46400462962628808</c:v>
                </c:pt>
                <c:pt idx="40091">
                  <c:v>0.46401620370306773</c:v>
                </c:pt>
                <c:pt idx="40092">
                  <c:v>0.46402777777257143</c:v>
                </c:pt>
                <c:pt idx="40093">
                  <c:v>0.46403935184935108</c:v>
                </c:pt>
                <c:pt idx="40094">
                  <c:v>0.46405092592613073</c:v>
                </c:pt>
                <c:pt idx="40095">
                  <c:v>0.46406249999563443</c:v>
                </c:pt>
                <c:pt idx="40096">
                  <c:v>0.46407407407241408</c:v>
                </c:pt>
                <c:pt idx="40097">
                  <c:v>0.46408564814919373</c:v>
                </c:pt>
                <c:pt idx="40098">
                  <c:v>0.46409722221869742</c:v>
                </c:pt>
                <c:pt idx="40099">
                  <c:v>0.46410879629547708</c:v>
                </c:pt>
                <c:pt idx="40100">
                  <c:v>0.46412037036498077</c:v>
                </c:pt>
                <c:pt idx="40101">
                  <c:v>0.46413194444176042</c:v>
                </c:pt>
                <c:pt idx="40102">
                  <c:v>0.46414351851854008</c:v>
                </c:pt>
                <c:pt idx="40103">
                  <c:v>0.46415509258804377</c:v>
                </c:pt>
                <c:pt idx="40104">
                  <c:v>0.46416666666482342</c:v>
                </c:pt>
                <c:pt idx="40105">
                  <c:v>0.46417824074160308</c:v>
                </c:pt>
                <c:pt idx="40106">
                  <c:v>0.46418981481110677</c:v>
                </c:pt>
                <c:pt idx="40107">
                  <c:v>0.46420138888788642</c:v>
                </c:pt>
                <c:pt idx="40108">
                  <c:v>0.46421296295739012</c:v>
                </c:pt>
                <c:pt idx="40109">
                  <c:v>0.46422453703416977</c:v>
                </c:pt>
                <c:pt idx="40110">
                  <c:v>0.46423611111094942</c:v>
                </c:pt>
                <c:pt idx="40111">
                  <c:v>0.46424768518045312</c:v>
                </c:pt>
                <c:pt idx="40112">
                  <c:v>0.46425925925723277</c:v>
                </c:pt>
                <c:pt idx="40113">
                  <c:v>0.46427083333401242</c:v>
                </c:pt>
                <c:pt idx="40114">
                  <c:v>0.46428240740351612</c:v>
                </c:pt>
                <c:pt idx="40115">
                  <c:v>0.46429398148029577</c:v>
                </c:pt>
                <c:pt idx="40116">
                  <c:v>0.46430555554979946</c:v>
                </c:pt>
                <c:pt idx="40117">
                  <c:v>0.46431712962657912</c:v>
                </c:pt>
                <c:pt idx="40118">
                  <c:v>0.46432870370335877</c:v>
                </c:pt>
                <c:pt idx="40119">
                  <c:v>0.46434027777286246</c:v>
                </c:pt>
                <c:pt idx="40120">
                  <c:v>0.46435185184964212</c:v>
                </c:pt>
                <c:pt idx="40121">
                  <c:v>0.46436342592642177</c:v>
                </c:pt>
                <c:pt idx="40122">
                  <c:v>0.46437499999592546</c:v>
                </c:pt>
                <c:pt idx="40123">
                  <c:v>0.46438657407270512</c:v>
                </c:pt>
                <c:pt idx="40124">
                  <c:v>0.46439814814948477</c:v>
                </c:pt>
                <c:pt idx="40125">
                  <c:v>0.46440972221898846</c:v>
                </c:pt>
                <c:pt idx="40126">
                  <c:v>0.46442129629576812</c:v>
                </c:pt>
                <c:pt idx="40127">
                  <c:v>0.46443287036527181</c:v>
                </c:pt>
                <c:pt idx="40128">
                  <c:v>0.46444444444205146</c:v>
                </c:pt>
                <c:pt idx="40129">
                  <c:v>0.46445601851883112</c:v>
                </c:pt>
                <c:pt idx="40130">
                  <c:v>0.46446759258833481</c:v>
                </c:pt>
                <c:pt idx="40131">
                  <c:v>0.46447916666511446</c:v>
                </c:pt>
                <c:pt idx="40132">
                  <c:v>0.46449074074189411</c:v>
                </c:pt>
                <c:pt idx="40133">
                  <c:v>0.46450231481139781</c:v>
                </c:pt>
                <c:pt idx="40134">
                  <c:v>0.46451388888817746</c:v>
                </c:pt>
                <c:pt idx="40135">
                  <c:v>0.46452546295768116</c:v>
                </c:pt>
                <c:pt idx="40136">
                  <c:v>0.46453703703446081</c:v>
                </c:pt>
                <c:pt idx="40137">
                  <c:v>0.46454861111124046</c:v>
                </c:pt>
                <c:pt idx="40138">
                  <c:v>0.46456018518074416</c:v>
                </c:pt>
                <c:pt idx="40139">
                  <c:v>0.46457175925752381</c:v>
                </c:pt>
                <c:pt idx="40140">
                  <c:v>0.46458333333430346</c:v>
                </c:pt>
                <c:pt idx="40141">
                  <c:v>0.46459490740380716</c:v>
                </c:pt>
                <c:pt idx="40142">
                  <c:v>0.46460648148058681</c:v>
                </c:pt>
                <c:pt idx="40143">
                  <c:v>0.4646180555500905</c:v>
                </c:pt>
                <c:pt idx="40144">
                  <c:v>0.46462962962687016</c:v>
                </c:pt>
                <c:pt idx="40145">
                  <c:v>0.46464120370364981</c:v>
                </c:pt>
                <c:pt idx="40146">
                  <c:v>0.4646527777731535</c:v>
                </c:pt>
                <c:pt idx="40147">
                  <c:v>0.46466435184993315</c:v>
                </c:pt>
                <c:pt idx="40148">
                  <c:v>0.46467592592671281</c:v>
                </c:pt>
                <c:pt idx="40149">
                  <c:v>0.4646874999962165</c:v>
                </c:pt>
                <c:pt idx="40150">
                  <c:v>0.46469907407299615</c:v>
                </c:pt>
                <c:pt idx="40151">
                  <c:v>0.46471064814249985</c:v>
                </c:pt>
                <c:pt idx="40152">
                  <c:v>0.4647222222192795</c:v>
                </c:pt>
                <c:pt idx="40153">
                  <c:v>0.46473379629605915</c:v>
                </c:pt>
                <c:pt idx="40154">
                  <c:v>0.46474537036556285</c:v>
                </c:pt>
                <c:pt idx="40155">
                  <c:v>0.4647569444423425</c:v>
                </c:pt>
                <c:pt idx="40156">
                  <c:v>0.46476851851912215</c:v>
                </c:pt>
                <c:pt idx="40157">
                  <c:v>0.46478009258862585</c:v>
                </c:pt>
                <c:pt idx="40158">
                  <c:v>0.4647916666654055</c:v>
                </c:pt>
                <c:pt idx="40159">
                  <c:v>0.4648032407349092</c:v>
                </c:pt>
                <c:pt idx="40160">
                  <c:v>0.46481481481168885</c:v>
                </c:pt>
                <c:pt idx="40161">
                  <c:v>0.4648263888884685</c:v>
                </c:pt>
                <c:pt idx="40162">
                  <c:v>0.46483796295797219</c:v>
                </c:pt>
                <c:pt idx="40163">
                  <c:v>0.46484953703475185</c:v>
                </c:pt>
                <c:pt idx="40164">
                  <c:v>0.4648611111115315</c:v>
                </c:pt>
                <c:pt idx="40165">
                  <c:v>0.46487268518103519</c:v>
                </c:pt>
                <c:pt idx="40166">
                  <c:v>0.46488425925781485</c:v>
                </c:pt>
                <c:pt idx="40167">
                  <c:v>0.4648958333345945</c:v>
                </c:pt>
                <c:pt idx="40168">
                  <c:v>0.46490740740409819</c:v>
                </c:pt>
                <c:pt idx="40169">
                  <c:v>0.46491898148087785</c:v>
                </c:pt>
                <c:pt idx="40170">
                  <c:v>0.46493055555038154</c:v>
                </c:pt>
                <c:pt idx="40171">
                  <c:v>0.46494212962716119</c:v>
                </c:pt>
                <c:pt idx="40172">
                  <c:v>0.46495370370394085</c:v>
                </c:pt>
                <c:pt idx="40173">
                  <c:v>0.46496527777344454</c:v>
                </c:pt>
                <c:pt idx="40174">
                  <c:v>0.46497685185022419</c:v>
                </c:pt>
                <c:pt idx="40175">
                  <c:v>0.46498842592700385</c:v>
                </c:pt>
                <c:pt idx="40176">
                  <c:v>0.46499999999650754</c:v>
                </c:pt>
                <c:pt idx="40177">
                  <c:v>0.46501157407328719</c:v>
                </c:pt>
                <c:pt idx="40178">
                  <c:v>0.46502314814279089</c:v>
                </c:pt>
                <c:pt idx="40179">
                  <c:v>0.46503472221957054</c:v>
                </c:pt>
                <c:pt idx="40180">
                  <c:v>0.46504629629635019</c:v>
                </c:pt>
                <c:pt idx="40181">
                  <c:v>0.46505787036585389</c:v>
                </c:pt>
                <c:pt idx="40182">
                  <c:v>0.46506944444263354</c:v>
                </c:pt>
                <c:pt idx="40183">
                  <c:v>0.46508101851941319</c:v>
                </c:pt>
                <c:pt idx="40184">
                  <c:v>0.46509259258891689</c:v>
                </c:pt>
                <c:pt idx="40185">
                  <c:v>0.46510416666569654</c:v>
                </c:pt>
                <c:pt idx="40186">
                  <c:v>0.46511574073520023</c:v>
                </c:pt>
                <c:pt idx="40187">
                  <c:v>0.46512731481197989</c:v>
                </c:pt>
                <c:pt idx="40188">
                  <c:v>0.46513888888875954</c:v>
                </c:pt>
                <c:pt idx="40189">
                  <c:v>0.46515046295826323</c:v>
                </c:pt>
                <c:pt idx="40190">
                  <c:v>0.46516203703504289</c:v>
                </c:pt>
                <c:pt idx="40191">
                  <c:v>0.46517361111182254</c:v>
                </c:pt>
                <c:pt idx="40192">
                  <c:v>0.46518518518132623</c:v>
                </c:pt>
                <c:pt idx="40193">
                  <c:v>0.46519675925810589</c:v>
                </c:pt>
                <c:pt idx="40194">
                  <c:v>0.46520833332760958</c:v>
                </c:pt>
                <c:pt idx="40195">
                  <c:v>0.46521990740438923</c:v>
                </c:pt>
                <c:pt idx="40196">
                  <c:v>0.46523148148116888</c:v>
                </c:pt>
                <c:pt idx="40197">
                  <c:v>0.46524305555067258</c:v>
                </c:pt>
                <c:pt idx="40198">
                  <c:v>0.46525462962745223</c:v>
                </c:pt>
                <c:pt idx="40199">
                  <c:v>0.46526620370423188</c:v>
                </c:pt>
                <c:pt idx="40200">
                  <c:v>0.46527777777373558</c:v>
                </c:pt>
                <c:pt idx="40201">
                  <c:v>0.46528935185051523</c:v>
                </c:pt>
                <c:pt idx="40202">
                  <c:v>0.46530092592001893</c:v>
                </c:pt>
                <c:pt idx="40203">
                  <c:v>0.46531249999679858</c:v>
                </c:pt>
                <c:pt idx="40204">
                  <c:v>0.46532407407357823</c:v>
                </c:pt>
                <c:pt idx="40205">
                  <c:v>0.46533564814308193</c:v>
                </c:pt>
                <c:pt idx="40206">
                  <c:v>0.46534722221986158</c:v>
                </c:pt>
                <c:pt idx="40207">
                  <c:v>0.46535879629664123</c:v>
                </c:pt>
                <c:pt idx="40208">
                  <c:v>0.46537037036614493</c:v>
                </c:pt>
                <c:pt idx="40209">
                  <c:v>0.46538194444292458</c:v>
                </c:pt>
                <c:pt idx="40210">
                  <c:v>0.46539351851970423</c:v>
                </c:pt>
                <c:pt idx="40211">
                  <c:v>0.46540509258920792</c:v>
                </c:pt>
                <c:pt idx="40212">
                  <c:v>0.46541666666598758</c:v>
                </c:pt>
                <c:pt idx="40213">
                  <c:v>0.46542824073549127</c:v>
                </c:pt>
                <c:pt idx="40214">
                  <c:v>0.46543981481227092</c:v>
                </c:pt>
                <c:pt idx="40215">
                  <c:v>0.46545138888905058</c:v>
                </c:pt>
                <c:pt idx="40216">
                  <c:v>0.46546296295855427</c:v>
                </c:pt>
                <c:pt idx="40217">
                  <c:v>0.46547453703533392</c:v>
                </c:pt>
                <c:pt idx="40218">
                  <c:v>0.46548611111211358</c:v>
                </c:pt>
                <c:pt idx="40219">
                  <c:v>0.46549768518161727</c:v>
                </c:pt>
                <c:pt idx="40220">
                  <c:v>0.46550925925839692</c:v>
                </c:pt>
                <c:pt idx="40221">
                  <c:v>0.46552083332790062</c:v>
                </c:pt>
                <c:pt idx="40222">
                  <c:v>0.46553240740468027</c:v>
                </c:pt>
                <c:pt idx="40223">
                  <c:v>0.46554398148145992</c:v>
                </c:pt>
                <c:pt idx="40224">
                  <c:v>0.46555555555096362</c:v>
                </c:pt>
                <c:pt idx="40225">
                  <c:v>0.46556712962774327</c:v>
                </c:pt>
                <c:pt idx="40226">
                  <c:v>0.46557870370452292</c:v>
                </c:pt>
                <c:pt idx="40227">
                  <c:v>0.46559027777402662</c:v>
                </c:pt>
                <c:pt idx="40228">
                  <c:v>0.46560185185080627</c:v>
                </c:pt>
                <c:pt idx="40229">
                  <c:v>0.46561342592030996</c:v>
                </c:pt>
                <c:pt idx="40230">
                  <c:v>0.46562499999708962</c:v>
                </c:pt>
                <c:pt idx="40231">
                  <c:v>0.46563657407386927</c:v>
                </c:pt>
                <c:pt idx="40232">
                  <c:v>0.46564814814337296</c:v>
                </c:pt>
                <c:pt idx="40233">
                  <c:v>0.46565972222015262</c:v>
                </c:pt>
                <c:pt idx="40234">
                  <c:v>0.46567129629693227</c:v>
                </c:pt>
                <c:pt idx="40235">
                  <c:v>0.46568287036643596</c:v>
                </c:pt>
                <c:pt idx="40236">
                  <c:v>0.46569444444321562</c:v>
                </c:pt>
                <c:pt idx="40237">
                  <c:v>0.46570601851271931</c:v>
                </c:pt>
                <c:pt idx="40238">
                  <c:v>0.46571759258949896</c:v>
                </c:pt>
                <c:pt idx="40239">
                  <c:v>0.46572916666627862</c:v>
                </c:pt>
                <c:pt idx="40240">
                  <c:v>0.46574074073578231</c:v>
                </c:pt>
                <c:pt idx="40241">
                  <c:v>0.46575231481256196</c:v>
                </c:pt>
                <c:pt idx="40242">
                  <c:v>0.46576388888934162</c:v>
                </c:pt>
                <c:pt idx="40243">
                  <c:v>0.46577546295884531</c:v>
                </c:pt>
                <c:pt idx="40244">
                  <c:v>0.46578703703562496</c:v>
                </c:pt>
                <c:pt idx="40245">
                  <c:v>0.46579861111240461</c:v>
                </c:pt>
                <c:pt idx="40246">
                  <c:v>0.46581018518190831</c:v>
                </c:pt>
                <c:pt idx="40247">
                  <c:v>0.46582175925868796</c:v>
                </c:pt>
                <c:pt idx="40248">
                  <c:v>0.46583333332819166</c:v>
                </c:pt>
                <c:pt idx="40249">
                  <c:v>0.46584490740497131</c:v>
                </c:pt>
                <c:pt idx="40250">
                  <c:v>0.46585648148175096</c:v>
                </c:pt>
                <c:pt idx="40251">
                  <c:v>0.46586805555125466</c:v>
                </c:pt>
                <c:pt idx="40252">
                  <c:v>0.46587962962803431</c:v>
                </c:pt>
                <c:pt idx="40253">
                  <c:v>0.46589120370481396</c:v>
                </c:pt>
                <c:pt idx="40254">
                  <c:v>0.46590277777431766</c:v>
                </c:pt>
                <c:pt idx="40255">
                  <c:v>0.46591435185109731</c:v>
                </c:pt>
                <c:pt idx="40256">
                  <c:v>0.465925925920601</c:v>
                </c:pt>
                <c:pt idx="40257">
                  <c:v>0.46593749999738066</c:v>
                </c:pt>
                <c:pt idx="40258">
                  <c:v>0.46594907407416031</c:v>
                </c:pt>
                <c:pt idx="40259">
                  <c:v>0.465960648143664</c:v>
                </c:pt>
                <c:pt idx="40260">
                  <c:v>0.46597222222044365</c:v>
                </c:pt>
                <c:pt idx="40261">
                  <c:v>0.46598379629722331</c:v>
                </c:pt>
                <c:pt idx="40262">
                  <c:v>0.465995370366727</c:v>
                </c:pt>
                <c:pt idx="40263">
                  <c:v>0.46600694444350665</c:v>
                </c:pt>
                <c:pt idx="40264">
                  <c:v>0.46601851851301035</c:v>
                </c:pt>
                <c:pt idx="40265">
                  <c:v>0.46603009258979</c:v>
                </c:pt>
                <c:pt idx="40266">
                  <c:v>0.46604166666656965</c:v>
                </c:pt>
                <c:pt idx="40267">
                  <c:v>0.46605324073607335</c:v>
                </c:pt>
                <c:pt idx="40268">
                  <c:v>0.466064814812853</c:v>
                </c:pt>
                <c:pt idx="40269">
                  <c:v>0.46607638888963265</c:v>
                </c:pt>
                <c:pt idx="40270">
                  <c:v>0.46608796295913635</c:v>
                </c:pt>
                <c:pt idx="40271">
                  <c:v>0.466099537035916</c:v>
                </c:pt>
                <c:pt idx="40272">
                  <c:v>0.4661111111054197</c:v>
                </c:pt>
                <c:pt idx="40273">
                  <c:v>0.46612268518219935</c:v>
                </c:pt>
                <c:pt idx="40274">
                  <c:v>0.466134259258979</c:v>
                </c:pt>
                <c:pt idx="40275">
                  <c:v>0.46614583332848269</c:v>
                </c:pt>
                <c:pt idx="40276">
                  <c:v>0.46615740740526235</c:v>
                </c:pt>
                <c:pt idx="40277">
                  <c:v>0.466168981482042</c:v>
                </c:pt>
                <c:pt idx="40278">
                  <c:v>0.46618055555154569</c:v>
                </c:pt>
                <c:pt idx="40279">
                  <c:v>0.46619212962832535</c:v>
                </c:pt>
                <c:pt idx="40280">
                  <c:v>0.46620370369782904</c:v>
                </c:pt>
                <c:pt idx="40281">
                  <c:v>0.46621527777460869</c:v>
                </c:pt>
                <c:pt idx="40282">
                  <c:v>0.46622685185138835</c:v>
                </c:pt>
                <c:pt idx="40283">
                  <c:v>0.46623842592089204</c:v>
                </c:pt>
                <c:pt idx="40284">
                  <c:v>0.46624999999767169</c:v>
                </c:pt>
                <c:pt idx="40285">
                  <c:v>0.46626157407445135</c:v>
                </c:pt>
                <c:pt idx="40286">
                  <c:v>0.46627314814395504</c:v>
                </c:pt>
                <c:pt idx="40287">
                  <c:v>0.46628472222073469</c:v>
                </c:pt>
                <c:pt idx="40288">
                  <c:v>0.46629629629751435</c:v>
                </c:pt>
                <c:pt idx="40289">
                  <c:v>0.46630787036701804</c:v>
                </c:pt>
                <c:pt idx="40290">
                  <c:v>0.46631944444379769</c:v>
                </c:pt>
                <c:pt idx="40291">
                  <c:v>0.46633101851330139</c:v>
                </c:pt>
                <c:pt idx="40292">
                  <c:v>0.46634259259008104</c:v>
                </c:pt>
                <c:pt idx="40293">
                  <c:v>0.46635416666686069</c:v>
                </c:pt>
                <c:pt idx="40294">
                  <c:v>0.46636574073636439</c:v>
                </c:pt>
                <c:pt idx="40295">
                  <c:v>0.46637731481314404</c:v>
                </c:pt>
                <c:pt idx="40296">
                  <c:v>0.46638888888992369</c:v>
                </c:pt>
                <c:pt idx="40297">
                  <c:v>0.46640046295942739</c:v>
                </c:pt>
                <c:pt idx="40298">
                  <c:v>0.46641203703620704</c:v>
                </c:pt>
                <c:pt idx="40299">
                  <c:v>0.46642361110571073</c:v>
                </c:pt>
                <c:pt idx="40300">
                  <c:v>0.46643518518249039</c:v>
                </c:pt>
                <c:pt idx="40301">
                  <c:v>0.46644675925927004</c:v>
                </c:pt>
                <c:pt idx="40302">
                  <c:v>0.46645833332877373</c:v>
                </c:pt>
                <c:pt idx="40303">
                  <c:v>0.46646990740555339</c:v>
                </c:pt>
                <c:pt idx="40304">
                  <c:v>0.46648148148233304</c:v>
                </c:pt>
                <c:pt idx="40305">
                  <c:v>0.46649305555183673</c:v>
                </c:pt>
                <c:pt idx="40306">
                  <c:v>0.46650462962861639</c:v>
                </c:pt>
                <c:pt idx="40307">
                  <c:v>0.46651620369812008</c:v>
                </c:pt>
                <c:pt idx="40308">
                  <c:v>0.46652777777489973</c:v>
                </c:pt>
                <c:pt idx="40309">
                  <c:v>0.46653935185167938</c:v>
                </c:pt>
                <c:pt idx="40310">
                  <c:v>0.46655092592118308</c:v>
                </c:pt>
                <c:pt idx="40311">
                  <c:v>0.46656249999796273</c:v>
                </c:pt>
                <c:pt idx="40312">
                  <c:v>0.46657407407474238</c:v>
                </c:pt>
                <c:pt idx="40313">
                  <c:v>0.46658564814424608</c:v>
                </c:pt>
                <c:pt idx="40314">
                  <c:v>0.46659722222102573</c:v>
                </c:pt>
                <c:pt idx="40315">
                  <c:v>0.46660879629052943</c:v>
                </c:pt>
                <c:pt idx="40316">
                  <c:v>0.46662037036730908</c:v>
                </c:pt>
                <c:pt idx="40317">
                  <c:v>0.46663194444408873</c:v>
                </c:pt>
                <c:pt idx="40318">
                  <c:v>0.46664351851359243</c:v>
                </c:pt>
                <c:pt idx="40319">
                  <c:v>0.46665509259037208</c:v>
                </c:pt>
                <c:pt idx="40320">
                  <c:v>0.46666666666715173</c:v>
                </c:pt>
                <c:pt idx="40321">
                  <c:v>0.46667824073665543</c:v>
                </c:pt>
                <c:pt idx="40322">
                  <c:v>0.46668981481343508</c:v>
                </c:pt>
                <c:pt idx="40323">
                  <c:v>0.46670138889021473</c:v>
                </c:pt>
                <c:pt idx="40324">
                  <c:v>0.46671296295971842</c:v>
                </c:pt>
                <c:pt idx="40325">
                  <c:v>0.46672453703649808</c:v>
                </c:pt>
                <c:pt idx="40326">
                  <c:v>0.46673611110600177</c:v>
                </c:pt>
                <c:pt idx="40327">
                  <c:v>0.46674768518278142</c:v>
                </c:pt>
                <c:pt idx="40328">
                  <c:v>0.46675925925956108</c:v>
                </c:pt>
                <c:pt idx="40329">
                  <c:v>0.46677083332906477</c:v>
                </c:pt>
                <c:pt idx="40330">
                  <c:v>0.46678240740584442</c:v>
                </c:pt>
                <c:pt idx="40331">
                  <c:v>0.46679398148262408</c:v>
                </c:pt>
                <c:pt idx="40332">
                  <c:v>0.46680555555212777</c:v>
                </c:pt>
                <c:pt idx="40333">
                  <c:v>0.46681712962890742</c:v>
                </c:pt>
                <c:pt idx="40334">
                  <c:v>0.46682870369841112</c:v>
                </c:pt>
                <c:pt idx="40335">
                  <c:v>0.46684027777519077</c:v>
                </c:pt>
                <c:pt idx="40336">
                  <c:v>0.46685185185197042</c:v>
                </c:pt>
                <c:pt idx="40337">
                  <c:v>0.46686342592147412</c:v>
                </c:pt>
                <c:pt idx="40338">
                  <c:v>0.46687499999825377</c:v>
                </c:pt>
                <c:pt idx="40339">
                  <c:v>0.46688657407503342</c:v>
                </c:pt>
                <c:pt idx="40340">
                  <c:v>0.46689814814453712</c:v>
                </c:pt>
                <c:pt idx="40341">
                  <c:v>0.46690972222131677</c:v>
                </c:pt>
                <c:pt idx="40342">
                  <c:v>0.46692129629082046</c:v>
                </c:pt>
                <c:pt idx="40343">
                  <c:v>0.46693287036760012</c:v>
                </c:pt>
                <c:pt idx="40344">
                  <c:v>0.46694444444437977</c:v>
                </c:pt>
                <c:pt idx="40345">
                  <c:v>0.46695601851388346</c:v>
                </c:pt>
                <c:pt idx="40346">
                  <c:v>0.46696759259066312</c:v>
                </c:pt>
                <c:pt idx="40347">
                  <c:v>0.46697916666744277</c:v>
                </c:pt>
                <c:pt idx="40348">
                  <c:v>0.46699074073694646</c:v>
                </c:pt>
                <c:pt idx="40349">
                  <c:v>0.46700231481372612</c:v>
                </c:pt>
                <c:pt idx="40350">
                  <c:v>0.46701388888322981</c:v>
                </c:pt>
                <c:pt idx="40351">
                  <c:v>0.46702546296000946</c:v>
                </c:pt>
                <c:pt idx="40352">
                  <c:v>0.46703703703678912</c:v>
                </c:pt>
                <c:pt idx="40353">
                  <c:v>0.46704861110629281</c:v>
                </c:pt>
                <c:pt idx="40354">
                  <c:v>0.46706018518307246</c:v>
                </c:pt>
                <c:pt idx="40355">
                  <c:v>0.46707175925985212</c:v>
                </c:pt>
                <c:pt idx="40356">
                  <c:v>0.46708333332935581</c:v>
                </c:pt>
                <c:pt idx="40357">
                  <c:v>0.46709490740613546</c:v>
                </c:pt>
                <c:pt idx="40358">
                  <c:v>0.46710648147563916</c:v>
                </c:pt>
                <c:pt idx="40359">
                  <c:v>0.46711805555241881</c:v>
                </c:pt>
                <c:pt idx="40360">
                  <c:v>0.46712962962919846</c:v>
                </c:pt>
                <c:pt idx="40361">
                  <c:v>0.46714120369870216</c:v>
                </c:pt>
                <c:pt idx="40362">
                  <c:v>0.46715277777548181</c:v>
                </c:pt>
                <c:pt idx="40363">
                  <c:v>0.46716435185226146</c:v>
                </c:pt>
                <c:pt idx="40364">
                  <c:v>0.46717592592176516</c:v>
                </c:pt>
                <c:pt idx="40365">
                  <c:v>0.46718749999854481</c:v>
                </c:pt>
                <c:pt idx="40366">
                  <c:v>0.46719907407532446</c:v>
                </c:pt>
                <c:pt idx="40367">
                  <c:v>0.46721064814482816</c:v>
                </c:pt>
                <c:pt idx="40368">
                  <c:v>0.46722222222160781</c:v>
                </c:pt>
                <c:pt idx="40369">
                  <c:v>0.4672337962911115</c:v>
                </c:pt>
                <c:pt idx="40370">
                  <c:v>0.46724537036789116</c:v>
                </c:pt>
                <c:pt idx="40371">
                  <c:v>0.46725694444467081</c:v>
                </c:pt>
                <c:pt idx="40372">
                  <c:v>0.4672685185141745</c:v>
                </c:pt>
                <c:pt idx="40373">
                  <c:v>0.46728009259095415</c:v>
                </c:pt>
                <c:pt idx="40374">
                  <c:v>0.46729166666773381</c:v>
                </c:pt>
                <c:pt idx="40375">
                  <c:v>0.4673032407372375</c:v>
                </c:pt>
                <c:pt idx="40376">
                  <c:v>0.46731481481401715</c:v>
                </c:pt>
                <c:pt idx="40377">
                  <c:v>0.46732638888352085</c:v>
                </c:pt>
                <c:pt idx="40378">
                  <c:v>0.4673379629603005</c:v>
                </c:pt>
                <c:pt idx="40379">
                  <c:v>0.46734953703708015</c:v>
                </c:pt>
                <c:pt idx="40380">
                  <c:v>0.46736111110658385</c:v>
                </c:pt>
                <c:pt idx="40381">
                  <c:v>0.4673726851833635</c:v>
                </c:pt>
                <c:pt idx="40382">
                  <c:v>0.46738425926014315</c:v>
                </c:pt>
                <c:pt idx="40383">
                  <c:v>0.46739583332964685</c:v>
                </c:pt>
                <c:pt idx="40384">
                  <c:v>0.4674074074064265</c:v>
                </c:pt>
                <c:pt idx="40385">
                  <c:v>0.4674189814759302</c:v>
                </c:pt>
                <c:pt idx="40386">
                  <c:v>0.46743055555270985</c:v>
                </c:pt>
                <c:pt idx="40387">
                  <c:v>0.4674421296294895</c:v>
                </c:pt>
                <c:pt idx="40388">
                  <c:v>0.46745370369899319</c:v>
                </c:pt>
                <c:pt idx="40389">
                  <c:v>0.46746527777577285</c:v>
                </c:pt>
                <c:pt idx="40390">
                  <c:v>0.4674768518525525</c:v>
                </c:pt>
                <c:pt idx="40391">
                  <c:v>0.46748842592205619</c:v>
                </c:pt>
                <c:pt idx="40392">
                  <c:v>0.46749999999883585</c:v>
                </c:pt>
                <c:pt idx="40393">
                  <c:v>0.46751157406833954</c:v>
                </c:pt>
                <c:pt idx="40394">
                  <c:v>0.46752314814511919</c:v>
                </c:pt>
                <c:pt idx="40395">
                  <c:v>0.46753472222189885</c:v>
                </c:pt>
                <c:pt idx="40396">
                  <c:v>0.46754629629140254</c:v>
                </c:pt>
                <c:pt idx="40397">
                  <c:v>0.46755787036818219</c:v>
                </c:pt>
                <c:pt idx="40398">
                  <c:v>0.46756944444496185</c:v>
                </c:pt>
                <c:pt idx="40399">
                  <c:v>0.46758101851446554</c:v>
                </c:pt>
                <c:pt idx="40400">
                  <c:v>0.46759259259124519</c:v>
                </c:pt>
                <c:pt idx="40401">
                  <c:v>0.46760416666074889</c:v>
                </c:pt>
                <c:pt idx="40402">
                  <c:v>0.46761574073752854</c:v>
                </c:pt>
                <c:pt idx="40403">
                  <c:v>0.46762731481430819</c:v>
                </c:pt>
                <c:pt idx="40404">
                  <c:v>0.46763888888381189</c:v>
                </c:pt>
                <c:pt idx="40405">
                  <c:v>0.46765046296059154</c:v>
                </c:pt>
                <c:pt idx="40406">
                  <c:v>0.46766203703737119</c:v>
                </c:pt>
                <c:pt idx="40407">
                  <c:v>0.46767361110687489</c:v>
                </c:pt>
                <c:pt idx="40408">
                  <c:v>0.46768518518365454</c:v>
                </c:pt>
                <c:pt idx="40409">
                  <c:v>0.46769675926043419</c:v>
                </c:pt>
                <c:pt idx="40410">
                  <c:v>0.46770833332993789</c:v>
                </c:pt>
                <c:pt idx="40411">
                  <c:v>0.46771990740671754</c:v>
                </c:pt>
                <c:pt idx="40412">
                  <c:v>0.46773148147622123</c:v>
                </c:pt>
                <c:pt idx="40413">
                  <c:v>0.46774305555300089</c:v>
                </c:pt>
                <c:pt idx="40414">
                  <c:v>0.46775462962978054</c:v>
                </c:pt>
                <c:pt idx="40415">
                  <c:v>0.46776620369928423</c:v>
                </c:pt>
                <c:pt idx="40416">
                  <c:v>0.46777777777606389</c:v>
                </c:pt>
                <c:pt idx="40417">
                  <c:v>0.46778935185284354</c:v>
                </c:pt>
                <c:pt idx="40418">
                  <c:v>0.46780092592234723</c:v>
                </c:pt>
                <c:pt idx="40419">
                  <c:v>0.46781249999912689</c:v>
                </c:pt>
                <c:pt idx="40420">
                  <c:v>0.46782407406863058</c:v>
                </c:pt>
                <c:pt idx="40421">
                  <c:v>0.46783564814541023</c:v>
                </c:pt>
                <c:pt idx="40422">
                  <c:v>0.46784722222218988</c:v>
                </c:pt>
                <c:pt idx="40423">
                  <c:v>0.46785879629169358</c:v>
                </c:pt>
                <c:pt idx="40424">
                  <c:v>0.46787037036847323</c:v>
                </c:pt>
                <c:pt idx="40425">
                  <c:v>0.46788194444525288</c:v>
                </c:pt>
                <c:pt idx="40426">
                  <c:v>0.46789351851475658</c:v>
                </c:pt>
                <c:pt idx="40427">
                  <c:v>0.46790509259153623</c:v>
                </c:pt>
                <c:pt idx="40428">
                  <c:v>0.46791666666103993</c:v>
                </c:pt>
                <c:pt idx="40429">
                  <c:v>0.46792824073781958</c:v>
                </c:pt>
                <c:pt idx="40430">
                  <c:v>0.46793981481459923</c:v>
                </c:pt>
                <c:pt idx="40431">
                  <c:v>0.46795138888410293</c:v>
                </c:pt>
                <c:pt idx="40432">
                  <c:v>0.46796296296088258</c:v>
                </c:pt>
                <c:pt idx="40433">
                  <c:v>0.46797453703766223</c:v>
                </c:pt>
                <c:pt idx="40434">
                  <c:v>0.46798611110716593</c:v>
                </c:pt>
                <c:pt idx="40435">
                  <c:v>0.46799768518394558</c:v>
                </c:pt>
                <c:pt idx="40436">
                  <c:v>0.46800925925344927</c:v>
                </c:pt>
                <c:pt idx="40437">
                  <c:v>0.46802083333022892</c:v>
                </c:pt>
                <c:pt idx="40438">
                  <c:v>0.46803240740700858</c:v>
                </c:pt>
                <c:pt idx="40439">
                  <c:v>0.46804398147651227</c:v>
                </c:pt>
                <c:pt idx="40440">
                  <c:v>0.46805555555329192</c:v>
                </c:pt>
                <c:pt idx="40441">
                  <c:v>0.46806712963007158</c:v>
                </c:pt>
                <c:pt idx="40442">
                  <c:v>0.46807870369957527</c:v>
                </c:pt>
                <c:pt idx="40443">
                  <c:v>0.46809027777635492</c:v>
                </c:pt>
                <c:pt idx="40444">
                  <c:v>0.46810185185313458</c:v>
                </c:pt>
                <c:pt idx="40445">
                  <c:v>0.46811342592263827</c:v>
                </c:pt>
                <c:pt idx="40446">
                  <c:v>0.46812499999941792</c:v>
                </c:pt>
                <c:pt idx="40447">
                  <c:v>0.46813657406892162</c:v>
                </c:pt>
                <c:pt idx="40448">
                  <c:v>0.46814814814570127</c:v>
                </c:pt>
                <c:pt idx="40449">
                  <c:v>0.46815972222248092</c:v>
                </c:pt>
                <c:pt idx="40450">
                  <c:v>0.46817129629198462</c:v>
                </c:pt>
                <c:pt idx="40451">
                  <c:v>0.46818287036876427</c:v>
                </c:pt>
                <c:pt idx="40452">
                  <c:v>0.46819444444554392</c:v>
                </c:pt>
                <c:pt idx="40453">
                  <c:v>0.46820601851504762</c:v>
                </c:pt>
                <c:pt idx="40454">
                  <c:v>0.46821759259182727</c:v>
                </c:pt>
                <c:pt idx="40455">
                  <c:v>0.46822916666133096</c:v>
                </c:pt>
                <c:pt idx="40456">
                  <c:v>0.46824074073811062</c:v>
                </c:pt>
                <c:pt idx="40457">
                  <c:v>0.46825231481489027</c:v>
                </c:pt>
                <c:pt idx="40458">
                  <c:v>0.46826388888439396</c:v>
                </c:pt>
                <c:pt idx="40459">
                  <c:v>0.46827546296117362</c:v>
                </c:pt>
                <c:pt idx="40460">
                  <c:v>0.46828703703795327</c:v>
                </c:pt>
                <c:pt idx="40461">
                  <c:v>0.46829861110745696</c:v>
                </c:pt>
                <c:pt idx="40462">
                  <c:v>0.46831018518423662</c:v>
                </c:pt>
                <c:pt idx="40463">
                  <c:v>0.46832175925374031</c:v>
                </c:pt>
                <c:pt idx="40464">
                  <c:v>0.46833333333051996</c:v>
                </c:pt>
                <c:pt idx="40465">
                  <c:v>0.46834490740729962</c:v>
                </c:pt>
                <c:pt idx="40466">
                  <c:v>0.46835648147680331</c:v>
                </c:pt>
                <c:pt idx="40467">
                  <c:v>0.46836805555358296</c:v>
                </c:pt>
                <c:pt idx="40468">
                  <c:v>0.46837962963036261</c:v>
                </c:pt>
                <c:pt idx="40469">
                  <c:v>0.46839120369986631</c:v>
                </c:pt>
                <c:pt idx="40470">
                  <c:v>0.46840277777664596</c:v>
                </c:pt>
                <c:pt idx="40471">
                  <c:v>0.46841435184614966</c:v>
                </c:pt>
                <c:pt idx="40472">
                  <c:v>0.46842592592292931</c:v>
                </c:pt>
                <c:pt idx="40473">
                  <c:v>0.46843749999970896</c:v>
                </c:pt>
                <c:pt idx="40474">
                  <c:v>0.46844907406921266</c:v>
                </c:pt>
                <c:pt idx="40475">
                  <c:v>0.46846064814599231</c:v>
                </c:pt>
                <c:pt idx="40476">
                  <c:v>0.46847222222277196</c:v>
                </c:pt>
                <c:pt idx="40477">
                  <c:v>0.46848379629227566</c:v>
                </c:pt>
                <c:pt idx="40478">
                  <c:v>0.46849537036905531</c:v>
                </c:pt>
                <c:pt idx="40479">
                  <c:v>0.468506944438559</c:v>
                </c:pt>
                <c:pt idx="40480">
                  <c:v>0.46851851851533866</c:v>
                </c:pt>
                <c:pt idx="40481">
                  <c:v>0.46853009259211831</c:v>
                </c:pt>
                <c:pt idx="40482">
                  <c:v>0.468541666661622</c:v>
                </c:pt>
                <c:pt idx="40483">
                  <c:v>0.46855324073840166</c:v>
                </c:pt>
                <c:pt idx="40484">
                  <c:v>0.46856481481518131</c:v>
                </c:pt>
                <c:pt idx="40485">
                  <c:v>0.468576388884685</c:v>
                </c:pt>
                <c:pt idx="40486">
                  <c:v>0.46858796296146465</c:v>
                </c:pt>
                <c:pt idx="40487">
                  <c:v>0.46859953703824431</c:v>
                </c:pt>
                <c:pt idx="40488">
                  <c:v>0.468611111107748</c:v>
                </c:pt>
                <c:pt idx="40489">
                  <c:v>0.46862268518452765</c:v>
                </c:pt>
                <c:pt idx="40490">
                  <c:v>0.46863425925403135</c:v>
                </c:pt>
                <c:pt idx="40491">
                  <c:v>0.468645833330811</c:v>
                </c:pt>
                <c:pt idx="40492">
                  <c:v>0.46865740740759065</c:v>
                </c:pt>
                <c:pt idx="40493">
                  <c:v>0.46866898147709435</c:v>
                </c:pt>
                <c:pt idx="40494">
                  <c:v>0.468680555553874</c:v>
                </c:pt>
                <c:pt idx="40495">
                  <c:v>0.46869212963065365</c:v>
                </c:pt>
                <c:pt idx="40496">
                  <c:v>0.46870370370015735</c:v>
                </c:pt>
                <c:pt idx="40497">
                  <c:v>0.468715277776937</c:v>
                </c:pt>
                <c:pt idx="40498">
                  <c:v>0.4687268518464407</c:v>
                </c:pt>
                <c:pt idx="40499">
                  <c:v>0.46873842592322035</c:v>
                </c:pt>
                <c:pt idx="40500">
                  <c:v>0.46875</c:v>
                </c:pt>
                <c:pt idx="40501">
                  <c:v>0.46876157406950369</c:v>
                </c:pt>
                <c:pt idx="40502">
                  <c:v>0.46877314814628335</c:v>
                </c:pt>
                <c:pt idx="40503">
                  <c:v>0.468784722223063</c:v>
                </c:pt>
                <c:pt idx="40504">
                  <c:v>0.46879629629256669</c:v>
                </c:pt>
                <c:pt idx="40505">
                  <c:v>0.46880787036934635</c:v>
                </c:pt>
                <c:pt idx="40506">
                  <c:v>0.46881944443885004</c:v>
                </c:pt>
                <c:pt idx="40507">
                  <c:v>0.46883101851562969</c:v>
                </c:pt>
                <c:pt idx="40508">
                  <c:v>0.46884259259240935</c:v>
                </c:pt>
                <c:pt idx="40509">
                  <c:v>0.46885416666191304</c:v>
                </c:pt>
                <c:pt idx="40510">
                  <c:v>0.46886574073869269</c:v>
                </c:pt>
                <c:pt idx="40511">
                  <c:v>0.46887731481547235</c:v>
                </c:pt>
                <c:pt idx="40512">
                  <c:v>0.46888888888497604</c:v>
                </c:pt>
                <c:pt idx="40513">
                  <c:v>0.46890046296175569</c:v>
                </c:pt>
                <c:pt idx="40514">
                  <c:v>0.46891203703125939</c:v>
                </c:pt>
                <c:pt idx="40515">
                  <c:v>0.46892361110803904</c:v>
                </c:pt>
                <c:pt idx="40516">
                  <c:v>0.46893518518481869</c:v>
                </c:pt>
                <c:pt idx="40517">
                  <c:v>0.46894675925432239</c:v>
                </c:pt>
                <c:pt idx="40518">
                  <c:v>0.46895833333110204</c:v>
                </c:pt>
                <c:pt idx="40519">
                  <c:v>0.46896990740788169</c:v>
                </c:pt>
                <c:pt idx="40520">
                  <c:v>0.46898148147738539</c:v>
                </c:pt>
                <c:pt idx="40521">
                  <c:v>0.46899305555416504</c:v>
                </c:pt>
                <c:pt idx="40522">
                  <c:v>0.46900462963094469</c:v>
                </c:pt>
                <c:pt idx="40523">
                  <c:v>0.46901620370044839</c:v>
                </c:pt>
                <c:pt idx="40524">
                  <c:v>0.46902777777722804</c:v>
                </c:pt>
                <c:pt idx="40525">
                  <c:v>0.46903935184673173</c:v>
                </c:pt>
                <c:pt idx="40526">
                  <c:v>0.46905092592351139</c:v>
                </c:pt>
                <c:pt idx="40527">
                  <c:v>0.46906250000029104</c:v>
                </c:pt>
                <c:pt idx="40528">
                  <c:v>0.46907407406979473</c:v>
                </c:pt>
                <c:pt idx="40529">
                  <c:v>0.46908564814657439</c:v>
                </c:pt>
                <c:pt idx="40530">
                  <c:v>0.46909722222335404</c:v>
                </c:pt>
                <c:pt idx="40531">
                  <c:v>0.46910879629285773</c:v>
                </c:pt>
                <c:pt idx="40532">
                  <c:v>0.46912037036963739</c:v>
                </c:pt>
                <c:pt idx="40533">
                  <c:v>0.46913194443914108</c:v>
                </c:pt>
                <c:pt idx="40534">
                  <c:v>0.46914351851592073</c:v>
                </c:pt>
                <c:pt idx="40535">
                  <c:v>0.46915509259270038</c:v>
                </c:pt>
                <c:pt idx="40536">
                  <c:v>0.46916666666220408</c:v>
                </c:pt>
                <c:pt idx="40537">
                  <c:v>0.46917824073898373</c:v>
                </c:pt>
                <c:pt idx="40538">
                  <c:v>0.46918981481576338</c:v>
                </c:pt>
                <c:pt idx="40539">
                  <c:v>0.46920138888526708</c:v>
                </c:pt>
                <c:pt idx="40540">
                  <c:v>0.46921296296204673</c:v>
                </c:pt>
                <c:pt idx="40541">
                  <c:v>0.46922453703155043</c:v>
                </c:pt>
                <c:pt idx="40542">
                  <c:v>0.46923611110833008</c:v>
                </c:pt>
                <c:pt idx="40543">
                  <c:v>0.46924768518510973</c:v>
                </c:pt>
                <c:pt idx="40544">
                  <c:v>0.46925925925461343</c:v>
                </c:pt>
                <c:pt idx="40545">
                  <c:v>0.46927083333139308</c:v>
                </c:pt>
                <c:pt idx="40546">
                  <c:v>0.46928240740817273</c:v>
                </c:pt>
                <c:pt idx="40547">
                  <c:v>0.46929398147767643</c:v>
                </c:pt>
                <c:pt idx="40548">
                  <c:v>0.46930555555445608</c:v>
                </c:pt>
                <c:pt idx="40549">
                  <c:v>0.46931712962395977</c:v>
                </c:pt>
                <c:pt idx="40550">
                  <c:v>0.46932870370073942</c:v>
                </c:pt>
                <c:pt idx="40551">
                  <c:v>0.46934027777751908</c:v>
                </c:pt>
                <c:pt idx="40552">
                  <c:v>0.46935185184702277</c:v>
                </c:pt>
                <c:pt idx="40553">
                  <c:v>0.46936342592380242</c:v>
                </c:pt>
                <c:pt idx="40554">
                  <c:v>0.46937500000058208</c:v>
                </c:pt>
                <c:pt idx="40555">
                  <c:v>0.46938657407008577</c:v>
                </c:pt>
                <c:pt idx="40556">
                  <c:v>0.46939814814686542</c:v>
                </c:pt>
                <c:pt idx="40557">
                  <c:v>0.46940972221636912</c:v>
                </c:pt>
                <c:pt idx="40558">
                  <c:v>0.46942129629314877</c:v>
                </c:pt>
                <c:pt idx="40559">
                  <c:v>0.46943287036992842</c:v>
                </c:pt>
                <c:pt idx="40560">
                  <c:v>0.46944444443943212</c:v>
                </c:pt>
                <c:pt idx="40561">
                  <c:v>0.46945601851621177</c:v>
                </c:pt>
                <c:pt idx="40562">
                  <c:v>0.46946759259299142</c:v>
                </c:pt>
                <c:pt idx="40563">
                  <c:v>0.46947916666249512</c:v>
                </c:pt>
                <c:pt idx="40564">
                  <c:v>0.46949074073927477</c:v>
                </c:pt>
                <c:pt idx="40565">
                  <c:v>0.46950231481605442</c:v>
                </c:pt>
                <c:pt idx="40566">
                  <c:v>0.46951388888555812</c:v>
                </c:pt>
                <c:pt idx="40567">
                  <c:v>0.46952546296233777</c:v>
                </c:pt>
                <c:pt idx="40568">
                  <c:v>0.46953703703184146</c:v>
                </c:pt>
                <c:pt idx="40569">
                  <c:v>0.46954861110862112</c:v>
                </c:pt>
                <c:pt idx="40570">
                  <c:v>0.46956018518540077</c:v>
                </c:pt>
                <c:pt idx="40571">
                  <c:v>0.46957175925490446</c:v>
                </c:pt>
                <c:pt idx="40572">
                  <c:v>0.46958333333168412</c:v>
                </c:pt>
                <c:pt idx="40573">
                  <c:v>0.46959490740846377</c:v>
                </c:pt>
                <c:pt idx="40574">
                  <c:v>0.46960648147796746</c:v>
                </c:pt>
                <c:pt idx="40575">
                  <c:v>0.46961805555474712</c:v>
                </c:pt>
                <c:pt idx="40576">
                  <c:v>0.46962962962425081</c:v>
                </c:pt>
                <c:pt idx="40577">
                  <c:v>0.46964120370103046</c:v>
                </c:pt>
                <c:pt idx="40578">
                  <c:v>0.46965277777781012</c:v>
                </c:pt>
                <c:pt idx="40579">
                  <c:v>0.46966435184731381</c:v>
                </c:pt>
                <c:pt idx="40580">
                  <c:v>0.46967592592409346</c:v>
                </c:pt>
                <c:pt idx="40581">
                  <c:v>0.46968750000087311</c:v>
                </c:pt>
                <c:pt idx="40582">
                  <c:v>0.46969907407037681</c:v>
                </c:pt>
                <c:pt idx="40583">
                  <c:v>0.46971064814715646</c:v>
                </c:pt>
                <c:pt idx="40584">
                  <c:v>0.46972222221666016</c:v>
                </c:pt>
                <c:pt idx="40585">
                  <c:v>0.46973379629343981</c:v>
                </c:pt>
                <c:pt idx="40586">
                  <c:v>0.46974537037021946</c:v>
                </c:pt>
                <c:pt idx="40587">
                  <c:v>0.46975694443972316</c:v>
                </c:pt>
                <c:pt idx="40588">
                  <c:v>0.46976851851650281</c:v>
                </c:pt>
                <c:pt idx="40589">
                  <c:v>0.46978009259328246</c:v>
                </c:pt>
                <c:pt idx="40590">
                  <c:v>0.46979166666278616</c:v>
                </c:pt>
                <c:pt idx="40591">
                  <c:v>0.46980324073956581</c:v>
                </c:pt>
                <c:pt idx="40592">
                  <c:v>0.4698148148090695</c:v>
                </c:pt>
                <c:pt idx="40593">
                  <c:v>0.46982638888584916</c:v>
                </c:pt>
                <c:pt idx="40594">
                  <c:v>0.46983796296262881</c:v>
                </c:pt>
                <c:pt idx="40595">
                  <c:v>0.4698495370321325</c:v>
                </c:pt>
                <c:pt idx="40596">
                  <c:v>0.46986111110891216</c:v>
                </c:pt>
                <c:pt idx="40597">
                  <c:v>0.46987268518569181</c:v>
                </c:pt>
                <c:pt idx="40598">
                  <c:v>0.4698842592551955</c:v>
                </c:pt>
                <c:pt idx="40599">
                  <c:v>0.46989583333197515</c:v>
                </c:pt>
                <c:pt idx="40600">
                  <c:v>0.46990740740147885</c:v>
                </c:pt>
                <c:pt idx="40601">
                  <c:v>0.4699189814782585</c:v>
                </c:pt>
                <c:pt idx="40602">
                  <c:v>0.46993055555503815</c:v>
                </c:pt>
                <c:pt idx="40603">
                  <c:v>0.46994212962454185</c:v>
                </c:pt>
                <c:pt idx="40604">
                  <c:v>0.4699537037013215</c:v>
                </c:pt>
                <c:pt idx="40605">
                  <c:v>0.46996527777810115</c:v>
                </c:pt>
                <c:pt idx="40606">
                  <c:v>0.46997685184760485</c:v>
                </c:pt>
                <c:pt idx="40607">
                  <c:v>0.4699884259243845</c:v>
                </c:pt>
                <c:pt idx="40608">
                  <c:v>0.47000000000116415</c:v>
                </c:pt>
                <c:pt idx="40609">
                  <c:v>0.47001157407066785</c:v>
                </c:pt>
                <c:pt idx="40610">
                  <c:v>0.4700231481474475</c:v>
                </c:pt>
                <c:pt idx="40611">
                  <c:v>0.4700347222169512</c:v>
                </c:pt>
                <c:pt idx="40612">
                  <c:v>0.47004629629373085</c:v>
                </c:pt>
                <c:pt idx="40613">
                  <c:v>0.4700578703705105</c:v>
                </c:pt>
                <c:pt idx="40614">
                  <c:v>0.47006944444001419</c:v>
                </c:pt>
                <c:pt idx="40615">
                  <c:v>0.47008101851679385</c:v>
                </c:pt>
                <c:pt idx="40616">
                  <c:v>0.4700925925935735</c:v>
                </c:pt>
                <c:pt idx="40617">
                  <c:v>0.47010416666307719</c:v>
                </c:pt>
                <c:pt idx="40618">
                  <c:v>0.47011574073985685</c:v>
                </c:pt>
                <c:pt idx="40619">
                  <c:v>0.47012731480936054</c:v>
                </c:pt>
                <c:pt idx="40620">
                  <c:v>0.47013888888614019</c:v>
                </c:pt>
                <c:pt idx="40621">
                  <c:v>0.47015046296291985</c:v>
                </c:pt>
                <c:pt idx="40622">
                  <c:v>0.47016203703242354</c:v>
                </c:pt>
                <c:pt idx="40623">
                  <c:v>0.47017361110920319</c:v>
                </c:pt>
                <c:pt idx="40624">
                  <c:v>0.47018518518598285</c:v>
                </c:pt>
                <c:pt idx="40625">
                  <c:v>0.47019675925548654</c:v>
                </c:pt>
                <c:pt idx="40626">
                  <c:v>0.47020833333226619</c:v>
                </c:pt>
                <c:pt idx="40627">
                  <c:v>0.47021990740176989</c:v>
                </c:pt>
                <c:pt idx="40628">
                  <c:v>0.47023148147854954</c:v>
                </c:pt>
                <c:pt idx="40629">
                  <c:v>0.47024305555532919</c:v>
                </c:pt>
                <c:pt idx="40630">
                  <c:v>0.47025462962483289</c:v>
                </c:pt>
                <c:pt idx="40631">
                  <c:v>0.47026620370161254</c:v>
                </c:pt>
                <c:pt idx="40632">
                  <c:v>0.47027777777839219</c:v>
                </c:pt>
                <c:pt idx="40633">
                  <c:v>0.47028935184789589</c:v>
                </c:pt>
                <c:pt idx="40634">
                  <c:v>0.47030092592467554</c:v>
                </c:pt>
                <c:pt idx="40635">
                  <c:v>0.47031249999417923</c:v>
                </c:pt>
                <c:pt idx="40636">
                  <c:v>0.47032407407095889</c:v>
                </c:pt>
                <c:pt idx="40637">
                  <c:v>0.47033564814773854</c:v>
                </c:pt>
                <c:pt idx="40638">
                  <c:v>0.47034722221724223</c:v>
                </c:pt>
                <c:pt idx="40639">
                  <c:v>0.47035879629402189</c:v>
                </c:pt>
                <c:pt idx="40640">
                  <c:v>0.47037037037080154</c:v>
                </c:pt>
                <c:pt idx="40641">
                  <c:v>0.47038194444030523</c:v>
                </c:pt>
                <c:pt idx="40642">
                  <c:v>0.47039351851708489</c:v>
                </c:pt>
                <c:pt idx="40643">
                  <c:v>0.47040509259386454</c:v>
                </c:pt>
                <c:pt idx="40644">
                  <c:v>0.47041666666336823</c:v>
                </c:pt>
                <c:pt idx="40645">
                  <c:v>0.47042824074014788</c:v>
                </c:pt>
                <c:pt idx="40646">
                  <c:v>0.47043981480965158</c:v>
                </c:pt>
                <c:pt idx="40647">
                  <c:v>0.47045138888643123</c:v>
                </c:pt>
                <c:pt idx="40648">
                  <c:v>0.47046296296321088</c:v>
                </c:pt>
                <c:pt idx="40649">
                  <c:v>0.47047453703271458</c:v>
                </c:pt>
                <c:pt idx="40650">
                  <c:v>0.47048611110949423</c:v>
                </c:pt>
                <c:pt idx="40651">
                  <c:v>0.47049768518627388</c:v>
                </c:pt>
                <c:pt idx="40652">
                  <c:v>0.47050925925577758</c:v>
                </c:pt>
                <c:pt idx="40653">
                  <c:v>0.47052083333255723</c:v>
                </c:pt>
                <c:pt idx="40654">
                  <c:v>0.47053240740206093</c:v>
                </c:pt>
                <c:pt idx="40655">
                  <c:v>0.47054398147884058</c:v>
                </c:pt>
                <c:pt idx="40656">
                  <c:v>0.47055555555562023</c:v>
                </c:pt>
                <c:pt idx="40657">
                  <c:v>0.47056712962512393</c:v>
                </c:pt>
                <c:pt idx="40658">
                  <c:v>0.47057870370190358</c:v>
                </c:pt>
                <c:pt idx="40659">
                  <c:v>0.47059027777868323</c:v>
                </c:pt>
                <c:pt idx="40660">
                  <c:v>0.47060185184818693</c:v>
                </c:pt>
                <c:pt idx="40661">
                  <c:v>0.47061342592496658</c:v>
                </c:pt>
                <c:pt idx="40662">
                  <c:v>0.47062499999447027</c:v>
                </c:pt>
                <c:pt idx="40663">
                  <c:v>0.47063657407124992</c:v>
                </c:pt>
                <c:pt idx="40664">
                  <c:v>0.47064814814802958</c:v>
                </c:pt>
                <c:pt idx="40665">
                  <c:v>0.47065972221753327</c:v>
                </c:pt>
                <c:pt idx="40666">
                  <c:v>0.47067129629431292</c:v>
                </c:pt>
                <c:pt idx="40667">
                  <c:v>0.47068287037109258</c:v>
                </c:pt>
                <c:pt idx="40668">
                  <c:v>0.47069444444059627</c:v>
                </c:pt>
                <c:pt idx="40669">
                  <c:v>0.47070601851737592</c:v>
                </c:pt>
                <c:pt idx="40670">
                  <c:v>0.47071759258687962</c:v>
                </c:pt>
                <c:pt idx="40671">
                  <c:v>0.47072916666365927</c:v>
                </c:pt>
                <c:pt idx="40672">
                  <c:v>0.47074074074043892</c:v>
                </c:pt>
                <c:pt idx="40673">
                  <c:v>0.47075231480994262</c:v>
                </c:pt>
                <c:pt idx="40674">
                  <c:v>0.47076388888672227</c:v>
                </c:pt>
                <c:pt idx="40675">
                  <c:v>0.47077546296350192</c:v>
                </c:pt>
                <c:pt idx="40676">
                  <c:v>0.47078703703300562</c:v>
                </c:pt>
                <c:pt idx="40677">
                  <c:v>0.47079861110978527</c:v>
                </c:pt>
                <c:pt idx="40678">
                  <c:v>0.47081018517928896</c:v>
                </c:pt>
                <c:pt idx="40679">
                  <c:v>0.47082175925606862</c:v>
                </c:pt>
                <c:pt idx="40680">
                  <c:v>0.47083333333284827</c:v>
                </c:pt>
                <c:pt idx="40681">
                  <c:v>0.47084490740235196</c:v>
                </c:pt>
                <c:pt idx="40682">
                  <c:v>0.47085648147913162</c:v>
                </c:pt>
                <c:pt idx="40683">
                  <c:v>0.47086805555591127</c:v>
                </c:pt>
                <c:pt idx="40684">
                  <c:v>0.47087962962541496</c:v>
                </c:pt>
                <c:pt idx="40685">
                  <c:v>0.47089120370219462</c:v>
                </c:pt>
                <c:pt idx="40686">
                  <c:v>0.47090277777897427</c:v>
                </c:pt>
                <c:pt idx="40687">
                  <c:v>0.47091435184847796</c:v>
                </c:pt>
                <c:pt idx="40688">
                  <c:v>0.47092592592525762</c:v>
                </c:pt>
                <c:pt idx="40689">
                  <c:v>0.47093749999476131</c:v>
                </c:pt>
                <c:pt idx="40690">
                  <c:v>0.47094907407154096</c:v>
                </c:pt>
                <c:pt idx="40691">
                  <c:v>0.47096064814832062</c:v>
                </c:pt>
                <c:pt idx="40692">
                  <c:v>0.47097222221782431</c:v>
                </c:pt>
                <c:pt idx="40693">
                  <c:v>0.47098379629460396</c:v>
                </c:pt>
                <c:pt idx="40694">
                  <c:v>0.47099537037138361</c:v>
                </c:pt>
                <c:pt idx="40695">
                  <c:v>0.47100694444088731</c:v>
                </c:pt>
                <c:pt idx="40696">
                  <c:v>0.47101851851766696</c:v>
                </c:pt>
                <c:pt idx="40697">
                  <c:v>0.47103009258717066</c:v>
                </c:pt>
                <c:pt idx="40698">
                  <c:v>0.47104166666395031</c:v>
                </c:pt>
                <c:pt idx="40699">
                  <c:v>0.47105324074072996</c:v>
                </c:pt>
                <c:pt idx="40700">
                  <c:v>0.47106481481023366</c:v>
                </c:pt>
                <c:pt idx="40701">
                  <c:v>0.47107638888701331</c:v>
                </c:pt>
                <c:pt idx="40702">
                  <c:v>0.47108796296379296</c:v>
                </c:pt>
                <c:pt idx="40703">
                  <c:v>0.47109953703329666</c:v>
                </c:pt>
                <c:pt idx="40704">
                  <c:v>0.47111111111007631</c:v>
                </c:pt>
                <c:pt idx="40705">
                  <c:v>0.47112268517958</c:v>
                </c:pt>
                <c:pt idx="40706">
                  <c:v>0.47113425925635966</c:v>
                </c:pt>
                <c:pt idx="40707">
                  <c:v>0.47114583333313931</c:v>
                </c:pt>
                <c:pt idx="40708">
                  <c:v>0.471157407402643</c:v>
                </c:pt>
                <c:pt idx="40709">
                  <c:v>0.47116898147942265</c:v>
                </c:pt>
                <c:pt idx="40710">
                  <c:v>0.47118055555620231</c:v>
                </c:pt>
                <c:pt idx="40711">
                  <c:v>0.471192129625706</c:v>
                </c:pt>
                <c:pt idx="40712">
                  <c:v>0.47120370370248565</c:v>
                </c:pt>
                <c:pt idx="40713">
                  <c:v>0.47121527777198935</c:v>
                </c:pt>
                <c:pt idx="40714">
                  <c:v>0.471226851848769</c:v>
                </c:pt>
                <c:pt idx="40715">
                  <c:v>0.47123842592554865</c:v>
                </c:pt>
                <c:pt idx="40716">
                  <c:v>0.47124999999505235</c:v>
                </c:pt>
                <c:pt idx="40717">
                  <c:v>0.471261574071832</c:v>
                </c:pt>
                <c:pt idx="40718">
                  <c:v>0.47127314814861165</c:v>
                </c:pt>
                <c:pt idx="40719">
                  <c:v>0.47128472221811535</c:v>
                </c:pt>
                <c:pt idx="40720">
                  <c:v>0.471296296294895</c:v>
                </c:pt>
                <c:pt idx="40721">
                  <c:v>0.47130787037167465</c:v>
                </c:pt>
                <c:pt idx="40722">
                  <c:v>0.47131944444117835</c:v>
                </c:pt>
                <c:pt idx="40723">
                  <c:v>0.471331018517958</c:v>
                </c:pt>
                <c:pt idx="40724">
                  <c:v>0.4713425925874617</c:v>
                </c:pt>
                <c:pt idx="40725">
                  <c:v>0.47135416666424135</c:v>
                </c:pt>
                <c:pt idx="40726">
                  <c:v>0.471365740741021</c:v>
                </c:pt>
                <c:pt idx="40727">
                  <c:v>0.47137731481052469</c:v>
                </c:pt>
                <c:pt idx="40728">
                  <c:v>0.47138888888730435</c:v>
                </c:pt>
                <c:pt idx="40729">
                  <c:v>0.471400462964084</c:v>
                </c:pt>
                <c:pt idx="40730">
                  <c:v>0.47141203703358769</c:v>
                </c:pt>
                <c:pt idx="40731">
                  <c:v>0.47142361111036735</c:v>
                </c:pt>
                <c:pt idx="40732">
                  <c:v>0.47143518517987104</c:v>
                </c:pt>
                <c:pt idx="40733">
                  <c:v>0.47144675925665069</c:v>
                </c:pt>
                <c:pt idx="40734">
                  <c:v>0.47145833333343035</c:v>
                </c:pt>
                <c:pt idx="40735">
                  <c:v>0.47146990740293404</c:v>
                </c:pt>
                <c:pt idx="40736">
                  <c:v>0.47148148147971369</c:v>
                </c:pt>
                <c:pt idx="40737">
                  <c:v>0.47149305555649335</c:v>
                </c:pt>
                <c:pt idx="40738">
                  <c:v>0.47150462962599704</c:v>
                </c:pt>
                <c:pt idx="40739">
                  <c:v>0.47151620370277669</c:v>
                </c:pt>
                <c:pt idx="40740">
                  <c:v>0.47152777777228039</c:v>
                </c:pt>
                <c:pt idx="40741">
                  <c:v>0.47153935184906004</c:v>
                </c:pt>
                <c:pt idx="40742">
                  <c:v>0.47155092592583969</c:v>
                </c:pt>
                <c:pt idx="40743">
                  <c:v>0.47156249999534339</c:v>
                </c:pt>
                <c:pt idx="40744">
                  <c:v>0.47157407407212304</c:v>
                </c:pt>
                <c:pt idx="40745">
                  <c:v>0.47158564814890269</c:v>
                </c:pt>
                <c:pt idx="40746">
                  <c:v>0.47159722221840639</c:v>
                </c:pt>
                <c:pt idx="40747">
                  <c:v>0.47160879629518604</c:v>
                </c:pt>
                <c:pt idx="40748">
                  <c:v>0.47162037036468973</c:v>
                </c:pt>
                <c:pt idx="40749">
                  <c:v>0.47163194444146939</c:v>
                </c:pt>
                <c:pt idx="40750">
                  <c:v>0.47164351851824904</c:v>
                </c:pt>
                <c:pt idx="40751">
                  <c:v>0.47165509258775273</c:v>
                </c:pt>
                <c:pt idx="40752">
                  <c:v>0.47166666666453239</c:v>
                </c:pt>
                <c:pt idx="40753">
                  <c:v>0.47167824074131204</c:v>
                </c:pt>
                <c:pt idx="40754">
                  <c:v>0.47168981481081573</c:v>
                </c:pt>
                <c:pt idx="40755">
                  <c:v>0.47170138888759539</c:v>
                </c:pt>
                <c:pt idx="40756">
                  <c:v>0.47171296295709908</c:v>
                </c:pt>
                <c:pt idx="40757">
                  <c:v>0.47172453703387873</c:v>
                </c:pt>
                <c:pt idx="40758">
                  <c:v>0.47173611111065838</c:v>
                </c:pt>
                <c:pt idx="40759">
                  <c:v>0.47174768518016208</c:v>
                </c:pt>
                <c:pt idx="40760">
                  <c:v>0.47175925925694173</c:v>
                </c:pt>
                <c:pt idx="40761">
                  <c:v>0.47177083333372138</c:v>
                </c:pt>
                <c:pt idx="40762">
                  <c:v>0.47178240740322508</c:v>
                </c:pt>
                <c:pt idx="40763">
                  <c:v>0.47179398148000473</c:v>
                </c:pt>
                <c:pt idx="40764">
                  <c:v>0.47180555555678438</c:v>
                </c:pt>
                <c:pt idx="40765">
                  <c:v>0.47181712962628808</c:v>
                </c:pt>
                <c:pt idx="40766">
                  <c:v>0.47182870370306773</c:v>
                </c:pt>
                <c:pt idx="40767">
                  <c:v>0.47184027777257143</c:v>
                </c:pt>
                <c:pt idx="40768">
                  <c:v>0.47185185184935108</c:v>
                </c:pt>
                <c:pt idx="40769">
                  <c:v>0.47186342592613073</c:v>
                </c:pt>
                <c:pt idx="40770">
                  <c:v>0.47187499999563443</c:v>
                </c:pt>
                <c:pt idx="40771">
                  <c:v>0.47188657407241408</c:v>
                </c:pt>
                <c:pt idx="40772">
                  <c:v>0.47189814814919373</c:v>
                </c:pt>
                <c:pt idx="40773">
                  <c:v>0.47190972221869742</c:v>
                </c:pt>
                <c:pt idx="40774">
                  <c:v>0.47192129629547708</c:v>
                </c:pt>
                <c:pt idx="40775">
                  <c:v>0.47193287036498077</c:v>
                </c:pt>
                <c:pt idx="40776">
                  <c:v>0.47194444444176042</c:v>
                </c:pt>
                <c:pt idx="40777">
                  <c:v>0.47195601851854008</c:v>
                </c:pt>
                <c:pt idx="40778">
                  <c:v>0.47196759258804377</c:v>
                </c:pt>
                <c:pt idx="40779">
                  <c:v>0.47197916666482342</c:v>
                </c:pt>
                <c:pt idx="40780">
                  <c:v>0.47199074074160308</c:v>
                </c:pt>
                <c:pt idx="40781">
                  <c:v>0.47200231481110677</c:v>
                </c:pt>
                <c:pt idx="40782">
                  <c:v>0.47201388888788642</c:v>
                </c:pt>
                <c:pt idx="40783">
                  <c:v>0.47202546295739012</c:v>
                </c:pt>
                <c:pt idx="40784">
                  <c:v>0.47203703703416977</c:v>
                </c:pt>
                <c:pt idx="40785">
                  <c:v>0.47204861111094942</c:v>
                </c:pt>
                <c:pt idx="40786">
                  <c:v>0.47206018518045312</c:v>
                </c:pt>
                <c:pt idx="40787">
                  <c:v>0.47207175925723277</c:v>
                </c:pt>
                <c:pt idx="40788">
                  <c:v>0.47208333333401242</c:v>
                </c:pt>
                <c:pt idx="40789">
                  <c:v>0.47209490740351612</c:v>
                </c:pt>
                <c:pt idx="40790">
                  <c:v>0.47210648148029577</c:v>
                </c:pt>
                <c:pt idx="40791">
                  <c:v>0.47211805554979946</c:v>
                </c:pt>
                <c:pt idx="40792">
                  <c:v>0.47212962962657912</c:v>
                </c:pt>
                <c:pt idx="40793">
                  <c:v>0.47214120370335877</c:v>
                </c:pt>
                <c:pt idx="40794">
                  <c:v>0.47215277777286246</c:v>
                </c:pt>
                <c:pt idx="40795">
                  <c:v>0.47216435184964212</c:v>
                </c:pt>
                <c:pt idx="40796">
                  <c:v>0.47217592592642177</c:v>
                </c:pt>
                <c:pt idx="40797">
                  <c:v>0.47218749999592546</c:v>
                </c:pt>
                <c:pt idx="40798">
                  <c:v>0.47219907407270512</c:v>
                </c:pt>
                <c:pt idx="40799">
                  <c:v>0.47221064814948477</c:v>
                </c:pt>
                <c:pt idx="40800">
                  <c:v>0.47222222221898846</c:v>
                </c:pt>
                <c:pt idx="40801">
                  <c:v>0.47223379629576812</c:v>
                </c:pt>
                <c:pt idx="40802">
                  <c:v>0.47224537036527181</c:v>
                </c:pt>
                <c:pt idx="40803">
                  <c:v>0.47225694444205146</c:v>
                </c:pt>
                <c:pt idx="40804">
                  <c:v>0.47226851851883112</c:v>
                </c:pt>
                <c:pt idx="40805">
                  <c:v>0.47228009258833481</c:v>
                </c:pt>
                <c:pt idx="40806">
                  <c:v>0.47229166666511446</c:v>
                </c:pt>
                <c:pt idx="40807">
                  <c:v>0.47230324074189411</c:v>
                </c:pt>
                <c:pt idx="40808">
                  <c:v>0.47231481481139781</c:v>
                </c:pt>
                <c:pt idx="40809">
                  <c:v>0.47232638888817746</c:v>
                </c:pt>
                <c:pt idx="40810">
                  <c:v>0.47233796295768116</c:v>
                </c:pt>
                <c:pt idx="40811">
                  <c:v>0.47234953703446081</c:v>
                </c:pt>
                <c:pt idx="40812">
                  <c:v>0.47236111111124046</c:v>
                </c:pt>
                <c:pt idx="40813">
                  <c:v>0.47237268518074416</c:v>
                </c:pt>
                <c:pt idx="40814">
                  <c:v>0.47238425925752381</c:v>
                </c:pt>
                <c:pt idx="40815">
                  <c:v>0.47239583333430346</c:v>
                </c:pt>
                <c:pt idx="40816">
                  <c:v>0.47240740740380716</c:v>
                </c:pt>
                <c:pt idx="40817">
                  <c:v>0.47241898148058681</c:v>
                </c:pt>
                <c:pt idx="40818">
                  <c:v>0.4724305555500905</c:v>
                </c:pt>
                <c:pt idx="40819">
                  <c:v>0.47244212962687016</c:v>
                </c:pt>
                <c:pt idx="40820">
                  <c:v>0.47245370370364981</c:v>
                </c:pt>
                <c:pt idx="40821">
                  <c:v>0.4724652777731535</c:v>
                </c:pt>
                <c:pt idx="40822">
                  <c:v>0.47247685184993315</c:v>
                </c:pt>
                <c:pt idx="40823">
                  <c:v>0.47248842592671281</c:v>
                </c:pt>
                <c:pt idx="40824">
                  <c:v>0.4724999999962165</c:v>
                </c:pt>
                <c:pt idx="40825">
                  <c:v>0.47251157407299615</c:v>
                </c:pt>
                <c:pt idx="40826">
                  <c:v>0.47252314814249985</c:v>
                </c:pt>
                <c:pt idx="40827">
                  <c:v>0.4725347222192795</c:v>
                </c:pt>
                <c:pt idx="40828">
                  <c:v>0.47254629629605915</c:v>
                </c:pt>
                <c:pt idx="40829">
                  <c:v>0.47255787036556285</c:v>
                </c:pt>
                <c:pt idx="40830">
                  <c:v>0.4725694444423425</c:v>
                </c:pt>
                <c:pt idx="40831">
                  <c:v>0.47258101851912215</c:v>
                </c:pt>
                <c:pt idx="40832">
                  <c:v>0.47259259258862585</c:v>
                </c:pt>
                <c:pt idx="40833">
                  <c:v>0.4726041666654055</c:v>
                </c:pt>
                <c:pt idx="40834">
                  <c:v>0.4726157407349092</c:v>
                </c:pt>
                <c:pt idx="40835">
                  <c:v>0.47262731481168885</c:v>
                </c:pt>
                <c:pt idx="40836">
                  <c:v>0.4726388888884685</c:v>
                </c:pt>
                <c:pt idx="40837">
                  <c:v>0.47265046295797219</c:v>
                </c:pt>
                <c:pt idx="40838">
                  <c:v>0.47266203703475185</c:v>
                </c:pt>
                <c:pt idx="40839">
                  <c:v>0.4726736111115315</c:v>
                </c:pt>
                <c:pt idx="40840">
                  <c:v>0.47268518518103519</c:v>
                </c:pt>
                <c:pt idx="40841">
                  <c:v>0.47269675925781485</c:v>
                </c:pt>
                <c:pt idx="40842">
                  <c:v>0.4727083333345945</c:v>
                </c:pt>
                <c:pt idx="40843">
                  <c:v>0.47271990740409819</c:v>
                </c:pt>
                <c:pt idx="40844">
                  <c:v>0.47273148148087785</c:v>
                </c:pt>
                <c:pt idx="40845">
                  <c:v>0.47274305555038154</c:v>
                </c:pt>
                <c:pt idx="40846">
                  <c:v>0.47275462962716119</c:v>
                </c:pt>
                <c:pt idx="40847">
                  <c:v>0.47276620370394085</c:v>
                </c:pt>
                <c:pt idx="40848">
                  <c:v>0.47277777777344454</c:v>
                </c:pt>
                <c:pt idx="40849">
                  <c:v>0.47278935185022419</c:v>
                </c:pt>
                <c:pt idx="40850">
                  <c:v>0.47280092592700385</c:v>
                </c:pt>
                <c:pt idx="40851">
                  <c:v>0.47281249999650754</c:v>
                </c:pt>
                <c:pt idx="40852">
                  <c:v>0.47282407407328719</c:v>
                </c:pt>
                <c:pt idx="40853">
                  <c:v>0.47283564814279089</c:v>
                </c:pt>
                <c:pt idx="40854">
                  <c:v>0.47284722221957054</c:v>
                </c:pt>
                <c:pt idx="40855">
                  <c:v>0.47285879629635019</c:v>
                </c:pt>
                <c:pt idx="40856">
                  <c:v>0.47287037036585389</c:v>
                </c:pt>
                <c:pt idx="40857">
                  <c:v>0.47288194444263354</c:v>
                </c:pt>
                <c:pt idx="40858">
                  <c:v>0.47289351851941319</c:v>
                </c:pt>
                <c:pt idx="40859">
                  <c:v>0.47290509258891689</c:v>
                </c:pt>
                <c:pt idx="40860">
                  <c:v>0.47291666666569654</c:v>
                </c:pt>
                <c:pt idx="40861">
                  <c:v>0.47292824073520023</c:v>
                </c:pt>
                <c:pt idx="40862">
                  <c:v>0.47293981481197989</c:v>
                </c:pt>
                <c:pt idx="40863">
                  <c:v>0.47295138888875954</c:v>
                </c:pt>
                <c:pt idx="40864">
                  <c:v>0.47296296295826323</c:v>
                </c:pt>
                <c:pt idx="40865">
                  <c:v>0.47297453703504289</c:v>
                </c:pt>
                <c:pt idx="40866">
                  <c:v>0.47298611111182254</c:v>
                </c:pt>
                <c:pt idx="40867">
                  <c:v>0.47299768518132623</c:v>
                </c:pt>
                <c:pt idx="40868">
                  <c:v>0.47300925925810589</c:v>
                </c:pt>
                <c:pt idx="40869">
                  <c:v>0.47302083332760958</c:v>
                </c:pt>
                <c:pt idx="40870">
                  <c:v>0.47303240740438923</c:v>
                </c:pt>
                <c:pt idx="40871">
                  <c:v>0.47304398148116888</c:v>
                </c:pt>
                <c:pt idx="40872">
                  <c:v>0.47305555555067258</c:v>
                </c:pt>
                <c:pt idx="40873">
                  <c:v>0.47306712962745223</c:v>
                </c:pt>
                <c:pt idx="40874">
                  <c:v>0.47307870370423188</c:v>
                </c:pt>
                <c:pt idx="40875">
                  <c:v>0.47309027777373558</c:v>
                </c:pt>
                <c:pt idx="40876">
                  <c:v>0.47310185185051523</c:v>
                </c:pt>
                <c:pt idx="40877">
                  <c:v>0.47311342592001893</c:v>
                </c:pt>
                <c:pt idx="40878">
                  <c:v>0.47312499999679858</c:v>
                </c:pt>
                <c:pt idx="40879">
                  <c:v>0.47313657407357823</c:v>
                </c:pt>
                <c:pt idx="40880">
                  <c:v>0.47314814814308193</c:v>
                </c:pt>
                <c:pt idx="40881">
                  <c:v>0.47315972221986158</c:v>
                </c:pt>
                <c:pt idx="40882">
                  <c:v>0.47317129629664123</c:v>
                </c:pt>
                <c:pt idx="40883">
                  <c:v>0.47318287036614493</c:v>
                </c:pt>
                <c:pt idx="40884">
                  <c:v>0.47319444444292458</c:v>
                </c:pt>
                <c:pt idx="40885">
                  <c:v>0.47320601851970423</c:v>
                </c:pt>
                <c:pt idx="40886">
                  <c:v>0.47321759258920792</c:v>
                </c:pt>
                <c:pt idx="40887">
                  <c:v>0.47322916666598758</c:v>
                </c:pt>
                <c:pt idx="40888">
                  <c:v>0.47324074073549127</c:v>
                </c:pt>
                <c:pt idx="40889">
                  <c:v>0.47325231481227092</c:v>
                </c:pt>
                <c:pt idx="40890">
                  <c:v>0.47326388888905058</c:v>
                </c:pt>
                <c:pt idx="40891">
                  <c:v>0.47327546295855427</c:v>
                </c:pt>
                <c:pt idx="40892">
                  <c:v>0.47328703703533392</c:v>
                </c:pt>
                <c:pt idx="40893">
                  <c:v>0.47329861111211358</c:v>
                </c:pt>
                <c:pt idx="40894">
                  <c:v>0.47331018518161727</c:v>
                </c:pt>
                <c:pt idx="40895">
                  <c:v>0.47332175925839692</c:v>
                </c:pt>
                <c:pt idx="40896">
                  <c:v>0.47333333332790062</c:v>
                </c:pt>
                <c:pt idx="40897">
                  <c:v>0.47334490740468027</c:v>
                </c:pt>
                <c:pt idx="40898">
                  <c:v>0.47335648148145992</c:v>
                </c:pt>
                <c:pt idx="40899">
                  <c:v>0.47336805555096362</c:v>
                </c:pt>
                <c:pt idx="40900">
                  <c:v>0.47337962962774327</c:v>
                </c:pt>
                <c:pt idx="40901">
                  <c:v>0.47339120370452292</c:v>
                </c:pt>
                <c:pt idx="40902">
                  <c:v>0.47340277777402662</c:v>
                </c:pt>
                <c:pt idx="40903">
                  <c:v>0.47341435185080627</c:v>
                </c:pt>
                <c:pt idx="40904">
                  <c:v>0.47342592592030996</c:v>
                </c:pt>
                <c:pt idx="40905">
                  <c:v>0.47343749999708962</c:v>
                </c:pt>
                <c:pt idx="40906">
                  <c:v>0.47344907407386927</c:v>
                </c:pt>
                <c:pt idx="40907">
                  <c:v>0.47346064814337296</c:v>
                </c:pt>
                <c:pt idx="40908">
                  <c:v>0.47347222222015262</c:v>
                </c:pt>
                <c:pt idx="40909">
                  <c:v>0.47348379629693227</c:v>
                </c:pt>
                <c:pt idx="40910">
                  <c:v>0.47349537036643596</c:v>
                </c:pt>
                <c:pt idx="40911">
                  <c:v>0.47350694444321562</c:v>
                </c:pt>
                <c:pt idx="40912">
                  <c:v>0.47351851851271931</c:v>
                </c:pt>
                <c:pt idx="40913">
                  <c:v>0.47353009258949896</c:v>
                </c:pt>
                <c:pt idx="40914">
                  <c:v>0.47354166666627862</c:v>
                </c:pt>
                <c:pt idx="40915">
                  <c:v>0.47355324073578231</c:v>
                </c:pt>
                <c:pt idx="40916">
                  <c:v>0.47356481481256196</c:v>
                </c:pt>
                <c:pt idx="40917">
                  <c:v>0.47357638888934162</c:v>
                </c:pt>
                <c:pt idx="40918">
                  <c:v>0.47358796295884531</c:v>
                </c:pt>
                <c:pt idx="40919">
                  <c:v>0.47359953703562496</c:v>
                </c:pt>
                <c:pt idx="40920">
                  <c:v>0.47361111111240461</c:v>
                </c:pt>
                <c:pt idx="40921">
                  <c:v>0.47362268518190831</c:v>
                </c:pt>
                <c:pt idx="40922">
                  <c:v>0.47363425925868796</c:v>
                </c:pt>
                <c:pt idx="40923">
                  <c:v>0.47364583332819166</c:v>
                </c:pt>
                <c:pt idx="40924">
                  <c:v>0.47365740740497131</c:v>
                </c:pt>
                <c:pt idx="40925">
                  <c:v>0.47366898148175096</c:v>
                </c:pt>
                <c:pt idx="40926">
                  <c:v>0.47368055555125466</c:v>
                </c:pt>
                <c:pt idx="40927">
                  <c:v>0.47369212962803431</c:v>
                </c:pt>
                <c:pt idx="40928">
                  <c:v>0.47370370370481396</c:v>
                </c:pt>
                <c:pt idx="40929">
                  <c:v>0.47371527777431766</c:v>
                </c:pt>
                <c:pt idx="40930">
                  <c:v>0.47372685185109731</c:v>
                </c:pt>
                <c:pt idx="40931">
                  <c:v>0.473738425920601</c:v>
                </c:pt>
                <c:pt idx="40932">
                  <c:v>0.47374999999738066</c:v>
                </c:pt>
                <c:pt idx="40933">
                  <c:v>0.47376157407416031</c:v>
                </c:pt>
                <c:pt idx="40934">
                  <c:v>0.473773148143664</c:v>
                </c:pt>
                <c:pt idx="40935">
                  <c:v>0.47378472222044365</c:v>
                </c:pt>
                <c:pt idx="40936">
                  <c:v>0.47379629629722331</c:v>
                </c:pt>
                <c:pt idx="40937">
                  <c:v>0.473807870366727</c:v>
                </c:pt>
                <c:pt idx="40938">
                  <c:v>0.47381944444350665</c:v>
                </c:pt>
                <c:pt idx="40939">
                  <c:v>0.47383101851301035</c:v>
                </c:pt>
                <c:pt idx="40940">
                  <c:v>0.47384259258979</c:v>
                </c:pt>
                <c:pt idx="40941">
                  <c:v>0.47385416666656965</c:v>
                </c:pt>
                <c:pt idx="40942">
                  <c:v>0.47386574073607335</c:v>
                </c:pt>
                <c:pt idx="40943">
                  <c:v>0.473877314812853</c:v>
                </c:pt>
                <c:pt idx="40944">
                  <c:v>0.47388888888963265</c:v>
                </c:pt>
                <c:pt idx="40945">
                  <c:v>0.47390046295913635</c:v>
                </c:pt>
                <c:pt idx="40946">
                  <c:v>0.473912037035916</c:v>
                </c:pt>
                <c:pt idx="40947">
                  <c:v>0.4739236111054197</c:v>
                </c:pt>
                <c:pt idx="40948">
                  <c:v>0.47393518518219935</c:v>
                </c:pt>
                <c:pt idx="40949">
                  <c:v>0.473946759258979</c:v>
                </c:pt>
                <c:pt idx="40950">
                  <c:v>0.47395833332848269</c:v>
                </c:pt>
                <c:pt idx="40951">
                  <c:v>0.47396990740526235</c:v>
                </c:pt>
                <c:pt idx="40952">
                  <c:v>0.473981481482042</c:v>
                </c:pt>
                <c:pt idx="40953">
                  <c:v>0.47399305555154569</c:v>
                </c:pt>
                <c:pt idx="40954">
                  <c:v>0.47400462962832535</c:v>
                </c:pt>
                <c:pt idx="40955">
                  <c:v>0.47401620369782904</c:v>
                </c:pt>
                <c:pt idx="40956">
                  <c:v>0.47402777777460869</c:v>
                </c:pt>
                <c:pt idx="40957">
                  <c:v>0.47403935185138835</c:v>
                </c:pt>
                <c:pt idx="40958">
                  <c:v>0.47405092592089204</c:v>
                </c:pt>
                <c:pt idx="40959">
                  <c:v>0.47406249999767169</c:v>
                </c:pt>
                <c:pt idx="40960">
                  <c:v>0.47407407407445135</c:v>
                </c:pt>
                <c:pt idx="40961">
                  <c:v>0.47408564814395504</c:v>
                </c:pt>
                <c:pt idx="40962">
                  <c:v>0.47409722222073469</c:v>
                </c:pt>
                <c:pt idx="40963">
                  <c:v>0.47410879629751435</c:v>
                </c:pt>
                <c:pt idx="40964">
                  <c:v>0.47412037036701804</c:v>
                </c:pt>
                <c:pt idx="40965">
                  <c:v>0.47413194444379769</c:v>
                </c:pt>
                <c:pt idx="40966">
                  <c:v>0.47414351851330139</c:v>
                </c:pt>
                <c:pt idx="40967">
                  <c:v>0.47415509259008104</c:v>
                </c:pt>
                <c:pt idx="40968">
                  <c:v>0.47416666666686069</c:v>
                </c:pt>
                <c:pt idx="40969">
                  <c:v>0.47417824073636439</c:v>
                </c:pt>
                <c:pt idx="40970">
                  <c:v>0.47418981481314404</c:v>
                </c:pt>
                <c:pt idx="40971">
                  <c:v>0.47420138888992369</c:v>
                </c:pt>
                <c:pt idx="40972">
                  <c:v>0.47421296295942739</c:v>
                </c:pt>
                <c:pt idx="40973">
                  <c:v>0.47422453703620704</c:v>
                </c:pt>
                <c:pt idx="40974">
                  <c:v>0.47423611110571073</c:v>
                </c:pt>
                <c:pt idx="40975">
                  <c:v>0.47424768518249039</c:v>
                </c:pt>
                <c:pt idx="40976">
                  <c:v>0.47425925925927004</c:v>
                </c:pt>
                <c:pt idx="40977">
                  <c:v>0.47427083332877373</c:v>
                </c:pt>
                <c:pt idx="40978">
                  <c:v>0.47428240740555339</c:v>
                </c:pt>
                <c:pt idx="40979">
                  <c:v>0.47429398148233304</c:v>
                </c:pt>
                <c:pt idx="40980">
                  <c:v>0.47430555555183673</c:v>
                </c:pt>
                <c:pt idx="40981">
                  <c:v>0.47431712962861639</c:v>
                </c:pt>
                <c:pt idx="40982">
                  <c:v>0.47432870369812008</c:v>
                </c:pt>
                <c:pt idx="40983">
                  <c:v>0.47434027777489973</c:v>
                </c:pt>
                <c:pt idx="40984">
                  <c:v>0.47435185185167938</c:v>
                </c:pt>
                <c:pt idx="40985">
                  <c:v>0.47436342592118308</c:v>
                </c:pt>
                <c:pt idx="40986">
                  <c:v>0.47437499999796273</c:v>
                </c:pt>
                <c:pt idx="40987">
                  <c:v>0.47438657407474238</c:v>
                </c:pt>
                <c:pt idx="40988">
                  <c:v>0.47439814814424608</c:v>
                </c:pt>
                <c:pt idx="40989">
                  <c:v>0.47440972222102573</c:v>
                </c:pt>
                <c:pt idx="40990">
                  <c:v>0.47442129629052943</c:v>
                </c:pt>
                <c:pt idx="40991">
                  <c:v>0.47443287036730908</c:v>
                </c:pt>
                <c:pt idx="40992">
                  <c:v>0.47444444444408873</c:v>
                </c:pt>
                <c:pt idx="40993">
                  <c:v>0.47445601851359243</c:v>
                </c:pt>
                <c:pt idx="40994">
                  <c:v>0.47446759259037208</c:v>
                </c:pt>
                <c:pt idx="40995">
                  <c:v>0.47447916666715173</c:v>
                </c:pt>
                <c:pt idx="40996">
                  <c:v>0.47449074073665543</c:v>
                </c:pt>
                <c:pt idx="40997">
                  <c:v>0.47450231481343508</c:v>
                </c:pt>
                <c:pt idx="40998">
                  <c:v>0.47451388889021473</c:v>
                </c:pt>
                <c:pt idx="40999">
                  <c:v>0.47452546295971842</c:v>
                </c:pt>
                <c:pt idx="41000">
                  <c:v>0.47453703703649808</c:v>
                </c:pt>
                <c:pt idx="41001">
                  <c:v>0.47454861110600177</c:v>
                </c:pt>
                <c:pt idx="41002">
                  <c:v>0.47456018518278142</c:v>
                </c:pt>
                <c:pt idx="41003">
                  <c:v>0.47457175925956108</c:v>
                </c:pt>
                <c:pt idx="41004">
                  <c:v>0.47458333332906477</c:v>
                </c:pt>
                <c:pt idx="41005">
                  <c:v>0.47459490740584442</c:v>
                </c:pt>
                <c:pt idx="41006">
                  <c:v>0.47460648148262408</c:v>
                </c:pt>
                <c:pt idx="41007">
                  <c:v>0.47461805555212777</c:v>
                </c:pt>
                <c:pt idx="41008">
                  <c:v>0.47462962962890742</c:v>
                </c:pt>
                <c:pt idx="41009">
                  <c:v>0.47464120369841112</c:v>
                </c:pt>
                <c:pt idx="41010">
                  <c:v>0.47465277777519077</c:v>
                </c:pt>
                <c:pt idx="41011">
                  <c:v>0.47466435185197042</c:v>
                </c:pt>
                <c:pt idx="41012">
                  <c:v>0.47467592592147412</c:v>
                </c:pt>
                <c:pt idx="41013">
                  <c:v>0.47468749999825377</c:v>
                </c:pt>
                <c:pt idx="41014">
                  <c:v>0.47469907407503342</c:v>
                </c:pt>
                <c:pt idx="41015">
                  <c:v>0.47471064814453712</c:v>
                </c:pt>
                <c:pt idx="41016">
                  <c:v>0.47472222222131677</c:v>
                </c:pt>
                <c:pt idx="41017">
                  <c:v>0.47473379629082046</c:v>
                </c:pt>
                <c:pt idx="41018">
                  <c:v>0.47474537036760012</c:v>
                </c:pt>
                <c:pt idx="41019">
                  <c:v>0.47475694444437977</c:v>
                </c:pt>
                <c:pt idx="41020">
                  <c:v>0.47476851851388346</c:v>
                </c:pt>
                <c:pt idx="41021">
                  <c:v>0.47478009259066312</c:v>
                </c:pt>
                <c:pt idx="41022">
                  <c:v>0.47479166666744277</c:v>
                </c:pt>
                <c:pt idx="41023">
                  <c:v>0.47480324073694646</c:v>
                </c:pt>
                <c:pt idx="41024">
                  <c:v>0.47481481481372612</c:v>
                </c:pt>
                <c:pt idx="41025">
                  <c:v>0.47482638888322981</c:v>
                </c:pt>
                <c:pt idx="41026">
                  <c:v>0.47483796296000946</c:v>
                </c:pt>
                <c:pt idx="41027">
                  <c:v>0.47484953703678912</c:v>
                </c:pt>
                <c:pt idx="41028">
                  <c:v>0.47486111110629281</c:v>
                </c:pt>
                <c:pt idx="41029">
                  <c:v>0.47487268518307246</c:v>
                </c:pt>
                <c:pt idx="41030">
                  <c:v>0.47488425925985212</c:v>
                </c:pt>
                <c:pt idx="41031">
                  <c:v>0.47489583332935581</c:v>
                </c:pt>
                <c:pt idx="41032">
                  <c:v>0.47490740740613546</c:v>
                </c:pt>
                <c:pt idx="41033">
                  <c:v>0.47491898147563916</c:v>
                </c:pt>
                <c:pt idx="41034">
                  <c:v>0.47493055555241881</c:v>
                </c:pt>
                <c:pt idx="41035">
                  <c:v>0.47494212962919846</c:v>
                </c:pt>
                <c:pt idx="41036">
                  <c:v>0.47495370369870216</c:v>
                </c:pt>
                <c:pt idx="41037">
                  <c:v>0.47496527777548181</c:v>
                </c:pt>
                <c:pt idx="41038">
                  <c:v>0.47497685185226146</c:v>
                </c:pt>
                <c:pt idx="41039">
                  <c:v>0.47498842592176516</c:v>
                </c:pt>
                <c:pt idx="41040">
                  <c:v>0.47499999999854481</c:v>
                </c:pt>
                <c:pt idx="41041">
                  <c:v>0.47501157407532446</c:v>
                </c:pt>
                <c:pt idx="41042">
                  <c:v>0.47502314814482816</c:v>
                </c:pt>
                <c:pt idx="41043">
                  <c:v>0.47503472222160781</c:v>
                </c:pt>
                <c:pt idx="41044">
                  <c:v>0.4750462962911115</c:v>
                </c:pt>
                <c:pt idx="41045">
                  <c:v>0.47505787036789116</c:v>
                </c:pt>
                <c:pt idx="41046">
                  <c:v>0.47506944444467081</c:v>
                </c:pt>
                <c:pt idx="41047">
                  <c:v>0.4750810185141745</c:v>
                </c:pt>
                <c:pt idx="41048">
                  <c:v>0.47509259259095415</c:v>
                </c:pt>
                <c:pt idx="41049">
                  <c:v>0.47510416666773381</c:v>
                </c:pt>
                <c:pt idx="41050">
                  <c:v>0.4751157407372375</c:v>
                </c:pt>
                <c:pt idx="41051">
                  <c:v>0.47512731481401715</c:v>
                </c:pt>
                <c:pt idx="41052">
                  <c:v>0.47513888888352085</c:v>
                </c:pt>
                <c:pt idx="41053">
                  <c:v>0.4751504629603005</c:v>
                </c:pt>
                <c:pt idx="41054">
                  <c:v>0.47516203703708015</c:v>
                </c:pt>
                <c:pt idx="41055">
                  <c:v>0.47517361110658385</c:v>
                </c:pt>
                <c:pt idx="41056">
                  <c:v>0.4751851851833635</c:v>
                </c:pt>
                <c:pt idx="41057">
                  <c:v>0.47519675926014315</c:v>
                </c:pt>
                <c:pt idx="41058">
                  <c:v>0.47520833332964685</c:v>
                </c:pt>
                <c:pt idx="41059">
                  <c:v>0.4752199074064265</c:v>
                </c:pt>
                <c:pt idx="41060">
                  <c:v>0.4752314814759302</c:v>
                </c:pt>
                <c:pt idx="41061">
                  <c:v>0.47524305555270985</c:v>
                </c:pt>
                <c:pt idx="41062">
                  <c:v>0.4752546296294895</c:v>
                </c:pt>
                <c:pt idx="41063">
                  <c:v>0.47526620369899319</c:v>
                </c:pt>
                <c:pt idx="41064">
                  <c:v>0.47527777777577285</c:v>
                </c:pt>
                <c:pt idx="41065">
                  <c:v>0.4752893518525525</c:v>
                </c:pt>
                <c:pt idx="41066">
                  <c:v>0.47530092592205619</c:v>
                </c:pt>
                <c:pt idx="41067">
                  <c:v>0.47531249999883585</c:v>
                </c:pt>
                <c:pt idx="41068">
                  <c:v>0.47532407406833954</c:v>
                </c:pt>
                <c:pt idx="41069">
                  <c:v>0.47533564814511919</c:v>
                </c:pt>
                <c:pt idx="41070">
                  <c:v>0.47534722222189885</c:v>
                </c:pt>
                <c:pt idx="41071">
                  <c:v>0.47535879629140254</c:v>
                </c:pt>
                <c:pt idx="41072">
                  <c:v>0.47537037036818219</c:v>
                </c:pt>
                <c:pt idx="41073">
                  <c:v>0.47538194444496185</c:v>
                </c:pt>
                <c:pt idx="41074">
                  <c:v>0.47539351851446554</c:v>
                </c:pt>
                <c:pt idx="41075">
                  <c:v>0.47540509259124519</c:v>
                </c:pt>
                <c:pt idx="41076">
                  <c:v>0.47541666666074889</c:v>
                </c:pt>
                <c:pt idx="41077">
                  <c:v>0.47542824073752854</c:v>
                </c:pt>
                <c:pt idx="41078">
                  <c:v>0.47543981481430819</c:v>
                </c:pt>
                <c:pt idx="41079">
                  <c:v>0.47545138888381189</c:v>
                </c:pt>
                <c:pt idx="41080">
                  <c:v>0.47546296296059154</c:v>
                </c:pt>
                <c:pt idx="41081">
                  <c:v>0.47547453703737119</c:v>
                </c:pt>
                <c:pt idx="41082">
                  <c:v>0.47548611110687489</c:v>
                </c:pt>
                <c:pt idx="41083">
                  <c:v>0.47549768518365454</c:v>
                </c:pt>
                <c:pt idx="41084">
                  <c:v>0.47550925926043419</c:v>
                </c:pt>
                <c:pt idx="41085">
                  <c:v>0.47552083332993789</c:v>
                </c:pt>
                <c:pt idx="41086">
                  <c:v>0.47553240740671754</c:v>
                </c:pt>
                <c:pt idx="41087">
                  <c:v>0.47554398147622123</c:v>
                </c:pt>
                <c:pt idx="41088">
                  <c:v>0.47555555555300089</c:v>
                </c:pt>
                <c:pt idx="41089">
                  <c:v>0.47556712962978054</c:v>
                </c:pt>
                <c:pt idx="41090">
                  <c:v>0.47557870369928423</c:v>
                </c:pt>
                <c:pt idx="41091">
                  <c:v>0.47559027777606389</c:v>
                </c:pt>
                <c:pt idx="41092">
                  <c:v>0.47560185185284354</c:v>
                </c:pt>
                <c:pt idx="41093">
                  <c:v>0.47561342592234723</c:v>
                </c:pt>
                <c:pt idx="41094">
                  <c:v>0.47562499999912689</c:v>
                </c:pt>
                <c:pt idx="41095">
                  <c:v>0.47563657406863058</c:v>
                </c:pt>
                <c:pt idx="41096">
                  <c:v>0.47564814814541023</c:v>
                </c:pt>
                <c:pt idx="41097">
                  <c:v>0.47565972222218988</c:v>
                </c:pt>
                <c:pt idx="41098">
                  <c:v>0.47567129629169358</c:v>
                </c:pt>
                <c:pt idx="41099">
                  <c:v>0.47568287036847323</c:v>
                </c:pt>
                <c:pt idx="41100">
                  <c:v>0.47569444444525288</c:v>
                </c:pt>
                <c:pt idx="41101">
                  <c:v>0.47570601851475658</c:v>
                </c:pt>
                <c:pt idx="41102">
                  <c:v>0.47571759259153623</c:v>
                </c:pt>
                <c:pt idx="41103">
                  <c:v>0.47572916666103993</c:v>
                </c:pt>
                <c:pt idx="41104">
                  <c:v>0.47574074073781958</c:v>
                </c:pt>
                <c:pt idx="41105">
                  <c:v>0.47575231481459923</c:v>
                </c:pt>
                <c:pt idx="41106">
                  <c:v>0.47576388888410293</c:v>
                </c:pt>
                <c:pt idx="41107">
                  <c:v>0.47577546296088258</c:v>
                </c:pt>
                <c:pt idx="41108">
                  <c:v>0.47578703703766223</c:v>
                </c:pt>
                <c:pt idx="41109">
                  <c:v>0.47579861110716593</c:v>
                </c:pt>
                <c:pt idx="41110">
                  <c:v>0.47581018518394558</c:v>
                </c:pt>
                <c:pt idx="41111">
                  <c:v>0.47582175925344927</c:v>
                </c:pt>
                <c:pt idx="41112">
                  <c:v>0.47583333333022892</c:v>
                </c:pt>
                <c:pt idx="41113">
                  <c:v>0.47584490740700858</c:v>
                </c:pt>
                <c:pt idx="41114">
                  <c:v>0.47585648147651227</c:v>
                </c:pt>
                <c:pt idx="41115">
                  <c:v>0.47586805555329192</c:v>
                </c:pt>
                <c:pt idx="41116">
                  <c:v>0.47587962963007158</c:v>
                </c:pt>
                <c:pt idx="41117">
                  <c:v>0.47589120369957527</c:v>
                </c:pt>
                <c:pt idx="41118">
                  <c:v>0.47590277777635492</c:v>
                </c:pt>
                <c:pt idx="41119">
                  <c:v>0.47591435185313458</c:v>
                </c:pt>
                <c:pt idx="41120">
                  <c:v>0.47592592592263827</c:v>
                </c:pt>
                <c:pt idx="41121">
                  <c:v>0.47593749999941792</c:v>
                </c:pt>
                <c:pt idx="41122">
                  <c:v>0.47594907406892162</c:v>
                </c:pt>
                <c:pt idx="41123">
                  <c:v>0.47596064814570127</c:v>
                </c:pt>
                <c:pt idx="41124">
                  <c:v>0.47597222222248092</c:v>
                </c:pt>
                <c:pt idx="41125">
                  <c:v>0.47598379629198462</c:v>
                </c:pt>
                <c:pt idx="41126">
                  <c:v>0.47599537036876427</c:v>
                </c:pt>
                <c:pt idx="41127">
                  <c:v>0.47600694444554392</c:v>
                </c:pt>
                <c:pt idx="41128">
                  <c:v>0.47601851851504762</c:v>
                </c:pt>
                <c:pt idx="41129">
                  <c:v>0.47603009259182727</c:v>
                </c:pt>
                <c:pt idx="41130">
                  <c:v>0.47604166666133096</c:v>
                </c:pt>
                <c:pt idx="41131">
                  <c:v>0.47605324073811062</c:v>
                </c:pt>
                <c:pt idx="41132">
                  <c:v>0.47606481481489027</c:v>
                </c:pt>
                <c:pt idx="41133">
                  <c:v>0.47607638888439396</c:v>
                </c:pt>
                <c:pt idx="41134">
                  <c:v>0.47608796296117362</c:v>
                </c:pt>
                <c:pt idx="41135">
                  <c:v>0.47609953703795327</c:v>
                </c:pt>
                <c:pt idx="41136">
                  <c:v>0.47611111110745696</c:v>
                </c:pt>
                <c:pt idx="41137">
                  <c:v>0.47612268518423662</c:v>
                </c:pt>
                <c:pt idx="41138">
                  <c:v>0.47613425925374031</c:v>
                </c:pt>
                <c:pt idx="41139">
                  <c:v>0.47614583333051996</c:v>
                </c:pt>
                <c:pt idx="41140">
                  <c:v>0.47615740740729962</c:v>
                </c:pt>
                <c:pt idx="41141">
                  <c:v>0.47616898147680331</c:v>
                </c:pt>
                <c:pt idx="41142">
                  <c:v>0.47618055555358296</c:v>
                </c:pt>
                <c:pt idx="41143">
                  <c:v>0.47619212963036261</c:v>
                </c:pt>
                <c:pt idx="41144">
                  <c:v>0.47620370369986631</c:v>
                </c:pt>
                <c:pt idx="41145">
                  <c:v>0.47621527777664596</c:v>
                </c:pt>
                <c:pt idx="41146">
                  <c:v>0.47622685184614966</c:v>
                </c:pt>
                <c:pt idx="41147">
                  <c:v>0.47623842592292931</c:v>
                </c:pt>
                <c:pt idx="41148">
                  <c:v>0.47624999999970896</c:v>
                </c:pt>
                <c:pt idx="41149">
                  <c:v>0.47626157406921266</c:v>
                </c:pt>
                <c:pt idx="41150">
                  <c:v>0.47627314814599231</c:v>
                </c:pt>
                <c:pt idx="41151">
                  <c:v>0.47628472222277196</c:v>
                </c:pt>
                <c:pt idx="41152">
                  <c:v>0.47629629629227566</c:v>
                </c:pt>
                <c:pt idx="41153">
                  <c:v>0.47630787036905531</c:v>
                </c:pt>
                <c:pt idx="41154">
                  <c:v>0.476319444438559</c:v>
                </c:pt>
                <c:pt idx="41155">
                  <c:v>0.47633101851533866</c:v>
                </c:pt>
                <c:pt idx="41156">
                  <c:v>0.47634259259211831</c:v>
                </c:pt>
                <c:pt idx="41157">
                  <c:v>0.476354166661622</c:v>
                </c:pt>
                <c:pt idx="41158">
                  <c:v>0.47636574073840166</c:v>
                </c:pt>
                <c:pt idx="41159">
                  <c:v>0.47637731481518131</c:v>
                </c:pt>
                <c:pt idx="41160">
                  <c:v>0.476388888884685</c:v>
                </c:pt>
                <c:pt idx="41161">
                  <c:v>0.47640046296146465</c:v>
                </c:pt>
                <c:pt idx="41162">
                  <c:v>0.47641203703824431</c:v>
                </c:pt>
                <c:pt idx="41163">
                  <c:v>0.476423611107748</c:v>
                </c:pt>
                <c:pt idx="41164">
                  <c:v>0.47643518518452765</c:v>
                </c:pt>
                <c:pt idx="41165">
                  <c:v>0.47644675925403135</c:v>
                </c:pt>
                <c:pt idx="41166">
                  <c:v>0.476458333330811</c:v>
                </c:pt>
                <c:pt idx="41167">
                  <c:v>0.47646990740759065</c:v>
                </c:pt>
                <c:pt idx="41168">
                  <c:v>0.47648148147709435</c:v>
                </c:pt>
                <c:pt idx="41169">
                  <c:v>0.476493055553874</c:v>
                </c:pt>
                <c:pt idx="41170">
                  <c:v>0.47650462963065365</c:v>
                </c:pt>
                <c:pt idx="41171">
                  <c:v>0.47651620370015735</c:v>
                </c:pt>
                <c:pt idx="41172">
                  <c:v>0.476527777776937</c:v>
                </c:pt>
                <c:pt idx="41173">
                  <c:v>0.4765393518464407</c:v>
                </c:pt>
                <c:pt idx="41174">
                  <c:v>0.47655092592322035</c:v>
                </c:pt>
                <c:pt idx="41175">
                  <c:v>0.4765625</c:v>
                </c:pt>
                <c:pt idx="41176">
                  <c:v>0.47657407406950369</c:v>
                </c:pt>
                <c:pt idx="41177">
                  <c:v>0.47658564814628335</c:v>
                </c:pt>
                <c:pt idx="41178">
                  <c:v>0.476597222223063</c:v>
                </c:pt>
                <c:pt idx="41179">
                  <c:v>0.47660879629256669</c:v>
                </c:pt>
                <c:pt idx="41180">
                  <c:v>0.47662037036934635</c:v>
                </c:pt>
                <c:pt idx="41181">
                  <c:v>0.47663194443885004</c:v>
                </c:pt>
                <c:pt idx="41182">
                  <c:v>0.47664351851562969</c:v>
                </c:pt>
                <c:pt idx="41183">
                  <c:v>0.47665509259240935</c:v>
                </c:pt>
                <c:pt idx="41184">
                  <c:v>0.47666666666191304</c:v>
                </c:pt>
                <c:pt idx="41185">
                  <c:v>0.47667824073869269</c:v>
                </c:pt>
                <c:pt idx="41186">
                  <c:v>0.47668981481547235</c:v>
                </c:pt>
                <c:pt idx="41187">
                  <c:v>0.47670138888497604</c:v>
                </c:pt>
                <c:pt idx="41188">
                  <c:v>0.47671296296175569</c:v>
                </c:pt>
                <c:pt idx="41189">
                  <c:v>0.47672453703125939</c:v>
                </c:pt>
                <c:pt idx="41190">
                  <c:v>0.47673611110803904</c:v>
                </c:pt>
                <c:pt idx="41191">
                  <c:v>0.47674768518481869</c:v>
                </c:pt>
                <c:pt idx="41192">
                  <c:v>0.47675925925432239</c:v>
                </c:pt>
                <c:pt idx="41193">
                  <c:v>0.47677083333110204</c:v>
                </c:pt>
                <c:pt idx="41194">
                  <c:v>0.47678240740788169</c:v>
                </c:pt>
                <c:pt idx="41195">
                  <c:v>0.47679398147738539</c:v>
                </c:pt>
                <c:pt idx="41196">
                  <c:v>0.47680555555416504</c:v>
                </c:pt>
                <c:pt idx="41197">
                  <c:v>0.47681712963094469</c:v>
                </c:pt>
                <c:pt idx="41198">
                  <c:v>0.47682870370044839</c:v>
                </c:pt>
                <c:pt idx="41199">
                  <c:v>0.47684027777722804</c:v>
                </c:pt>
                <c:pt idx="41200">
                  <c:v>0.47685185184673173</c:v>
                </c:pt>
                <c:pt idx="41201">
                  <c:v>0.47686342592351139</c:v>
                </c:pt>
                <c:pt idx="41202">
                  <c:v>0.47687500000029104</c:v>
                </c:pt>
                <c:pt idx="41203">
                  <c:v>0.47688657406979473</c:v>
                </c:pt>
                <c:pt idx="41204">
                  <c:v>0.47689814814657439</c:v>
                </c:pt>
                <c:pt idx="41205">
                  <c:v>0.47690972222335404</c:v>
                </c:pt>
                <c:pt idx="41206">
                  <c:v>0.47692129629285773</c:v>
                </c:pt>
                <c:pt idx="41207">
                  <c:v>0.47693287036963739</c:v>
                </c:pt>
                <c:pt idx="41208">
                  <c:v>0.47694444443914108</c:v>
                </c:pt>
                <c:pt idx="41209">
                  <c:v>0.47695601851592073</c:v>
                </c:pt>
                <c:pt idx="41210">
                  <c:v>0.47696759259270038</c:v>
                </c:pt>
                <c:pt idx="41211">
                  <c:v>0.47697916666220408</c:v>
                </c:pt>
                <c:pt idx="41212">
                  <c:v>0.47699074073898373</c:v>
                </c:pt>
                <c:pt idx="41213">
                  <c:v>0.47700231481576338</c:v>
                </c:pt>
                <c:pt idx="41214">
                  <c:v>0.47701388888526708</c:v>
                </c:pt>
                <c:pt idx="41215">
                  <c:v>0.47702546296204673</c:v>
                </c:pt>
                <c:pt idx="41216">
                  <c:v>0.47703703703155043</c:v>
                </c:pt>
                <c:pt idx="41217">
                  <c:v>0.47704861110833008</c:v>
                </c:pt>
                <c:pt idx="41218">
                  <c:v>0.47706018518510973</c:v>
                </c:pt>
                <c:pt idx="41219">
                  <c:v>0.47707175925461343</c:v>
                </c:pt>
                <c:pt idx="41220">
                  <c:v>0.47708333333139308</c:v>
                </c:pt>
                <c:pt idx="41221">
                  <c:v>0.47709490740817273</c:v>
                </c:pt>
                <c:pt idx="41222">
                  <c:v>0.47710648147767643</c:v>
                </c:pt>
                <c:pt idx="41223">
                  <c:v>0.47711805555445608</c:v>
                </c:pt>
                <c:pt idx="41224">
                  <c:v>0.47712962962395977</c:v>
                </c:pt>
                <c:pt idx="41225">
                  <c:v>0.47714120370073942</c:v>
                </c:pt>
                <c:pt idx="41226">
                  <c:v>0.47715277777751908</c:v>
                </c:pt>
                <c:pt idx="41227">
                  <c:v>0.47716435184702277</c:v>
                </c:pt>
                <c:pt idx="41228">
                  <c:v>0.47717592592380242</c:v>
                </c:pt>
                <c:pt idx="41229">
                  <c:v>0.47718750000058208</c:v>
                </c:pt>
                <c:pt idx="41230">
                  <c:v>0.47719907407008577</c:v>
                </c:pt>
                <c:pt idx="41231">
                  <c:v>0.47721064814686542</c:v>
                </c:pt>
                <c:pt idx="41232">
                  <c:v>0.47722222221636912</c:v>
                </c:pt>
                <c:pt idx="41233">
                  <c:v>0.47723379629314877</c:v>
                </c:pt>
                <c:pt idx="41234">
                  <c:v>0.47724537036992842</c:v>
                </c:pt>
                <c:pt idx="41235">
                  <c:v>0.47725694443943212</c:v>
                </c:pt>
                <c:pt idx="41236">
                  <c:v>0.47726851851621177</c:v>
                </c:pt>
                <c:pt idx="41237">
                  <c:v>0.47728009259299142</c:v>
                </c:pt>
                <c:pt idx="41238">
                  <c:v>0.47729166666249512</c:v>
                </c:pt>
                <c:pt idx="41239">
                  <c:v>0.47730324073927477</c:v>
                </c:pt>
                <c:pt idx="41240">
                  <c:v>0.47731481481605442</c:v>
                </c:pt>
                <c:pt idx="41241">
                  <c:v>0.47732638888555812</c:v>
                </c:pt>
                <c:pt idx="41242">
                  <c:v>0.47733796296233777</c:v>
                </c:pt>
                <c:pt idx="41243">
                  <c:v>0.47734953703184146</c:v>
                </c:pt>
                <c:pt idx="41244">
                  <c:v>0.47736111110862112</c:v>
                </c:pt>
                <c:pt idx="41245">
                  <c:v>0.47737268518540077</c:v>
                </c:pt>
                <c:pt idx="41246">
                  <c:v>0.47738425925490446</c:v>
                </c:pt>
                <c:pt idx="41247">
                  <c:v>0.47739583333168412</c:v>
                </c:pt>
                <c:pt idx="41248">
                  <c:v>0.47740740740846377</c:v>
                </c:pt>
                <c:pt idx="41249">
                  <c:v>0.47741898147796746</c:v>
                </c:pt>
                <c:pt idx="41250">
                  <c:v>0.47743055555474712</c:v>
                </c:pt>
                <c:pt idx="41251">
                  <c:v>0.47744212962425081</c:v>
                </c:pt>
                <c:pt idx="41252">
                  <c:v>0.47745370370103046</c:v>
                </c:pt>
                <c:pt idx="41253">
                  <c:v>0.47746527777781012</c:v>
                </c:pt>
                <c:pt idx="41254">
                  <c:v>0.47747685184731381</c:v>
                </c:pt>
                <c:pt idx="41255">
                  <c:v>0.47748842592409346</c:v>
                </c:pt>
                <c:pt idx="41256">
                  <c:v>0.47750000000087311</c:v>
                </c:pt>
                <c:pt idx="41257">
                  <c:v>0.47751157407037681</c:v>
                </c:pt>
                <c:pt idx="41258">
                  <c:v>0.47752314814715646</c:v>
                </c:pt>
                <c:pt idx="41259">
                  <c:v>0.47753472221666016</c:v>
                </c:pt>
                <c:pt idx="41260">
                  <c:v>0.47754629629343981</c:v>
                </c:pt>
                <c:pt idx="41261">
                  <c:v>0.47755787037021946</c:v>
                </c:pt>
                <c:pt idx="41262">
                  <c:v>0.47756944443972316</c:v>
                </c:pt>
                <c:pt idx="41263">
                  <c:v>0.47758101851650281</c:v>
                </c:pt>
                <c:pt idx="41264">
                  <c:v>0.47759259259328246</c:v>
                </c:pt>
                <c:pt idx="41265">
                  <c:v>0.47760416666278616</c:v>
                </c:pt>
                <c:pt idx="41266">
                  <c:v>0.47761574073956581</c:v>
                </c:pt>
                <c:pt idx="41267">
                  <c:v>0.4776273148090695</c:v>
                </c:pt>
                <c:pt idx="41268">
                  <c:v>0.47763888888584916</c:v>
                </c:pt>
                <c:pt idx="41269">
                  <c:v>0.47765046296262881</c:v>
                </c:pt>
                <c:pt idx="41270">
                  <c:v>0.4776620370321325</c:v>
                </c:pt>
                <c:pt idx="41271">
                  <c:v>0.47767361110891216</c:v>
                </c:pt>
                <c:pt idx="41272">
                  <c:v>0.47768518518569181</c:v>
                </c:pt>
                <c:pt idx="41273">
                  <c:v>0.4776967592551955</c:v>
                </c:pt>
                <c:pt idx="41274">
                  <c:v>0.47770833333197515</c:v>
                </c:pt>
                <c:pt idx="41275">
                  <c:v>0.47771990740147885</c:v>
                </c:pt>
                <c:pt idx="41276">
                  <c:v>0.4777314814782585</c:v>
                </c:pt>
                <c:pt idx="41277">
                  <c:v>0.47774305555503815</c:v>
                </c:pt>
                <c:pt idx="41278">
                  <c:v>0.47775462962454185</c:v>
                </c:pt>
                <c:pt idx="41279">
                  <c:v>0.4777662037013215</c:v>
                </c:pt>
                <c:pt idx="41280">
                  <c:v>0.47777777777810115</c:v>
                </c:pt>
                <c:pt idx="41281">
                  <c:v>0.47778935184760485</c:v>
                </c:pt>
                <c:pt idx="41282">
                  <c:v>0.4778009259243845</c:v>
                </c:pt>
                <c:pt idx="41283">
                  <c:v>0.47781250000116415</c:v>
                </c:pt>
                <c:pt idx="41284">
                  <c:v>0.47782407407066785</c:v>
                </c:pt>
                <c:pt idx="41285">
                  <c:v>0.4778356481474475</c:v>
                </c:pt>
                <c:pt idx="41286">
                  <c:v>0.4778472222169512</c:v>
                </c:pt>
                <c:pt idx="41287">
                  <c:v>0.47785879629373085</c:v>
                </c:pt>
                <c:pt idx="41288">
                  <c:v>0.4778703703705105</c:v>
                </c:pt>
                <c:pt idx="41289">
                  <c:v>0.47788194444001419</c:v>
                </c:pt>
                <c:pt idx="41290">
                  <c:v>0.47789351851679385</c:v>
                </c:pt>
                <c:pt idx="41291">
                  <c:v>0.4779050925935735</c:v>
                </c:pt>
                <c:pt idx="41292">
                  <c:v>0.47791666666307719</c:v>
                </c:pt>
                <c:pt idx="41293">
                  <c:v>0.47792824073985685</c:v>
                </c:pt>
                <c:pt idx="41294">
                  <c:v>0.47793981480936054</c:v>
                </c:pt>
                <c:pt idx="41295">
                  <c:v>0.47795138888614019</c:v>
                </c:pt>
                <c:pt idx="41296">
                  <c:v>0.47796296296291985</c:v>
                </c:pt>
                <c:pt idx="41297">
                  <c:v>0.47797453703242354</c:v>
                </c:pt>
                <c:pt idx="41298">
                  <c:v>0.47798611110920319</c:v>
                </c:pt>
                <c:pt idx="41299">
                  <c:v>0.47799768518598285</c:v>
                </c:pt>
                <c:pt idx="41300">
                  <c:v>0.47800925925548654</c:v>
                </c:pt>
                <c:pt idx="41301">
                  <c:v>0.47802083333226619</c:v>
                </c:pt>
                <c:pt idx="41302">
                  <c:v>0.47803240740176989</c:v>
                </c:pt>
                <c:pt idx="41303">
                  <c:v>0.47804398147854954</c:v>
                </c:pt>
                <c:pt idx="41304">
                  <c:v>0.47805555555532919</c:v>
                </c:pt>
                <c:pt idx="41305">
                  <c:v>0.47806712962483289</c:v>
                </c:pt>
                <c:pt idx="41306">
                  <c:v>0.47807870370161254</c:v>
                </c:pt>
                <c:pt idx="41307">
                  <c:v>0.47809027777839219</c:v>
                </c:pt>
                <c:pt idx="41308">
                  <c:v>0.47810185184789589</c:v>
                </c:pt>
                <c:pt idx="41309">
                  <c:v>0.47811342592467554</c:v>
                </c:pt>
                <c:pt idx="41310">
                  <c:v>0.47812499999417923</c:v>
                </c:pt>
                <c:pt idx="41311">
                  <c:v>0.47813657407095889</c:v>
                </c:pt>
                <c:pt idx="41312">
                  <c:v>0.47814814814773854</c:v>
                </c:pt>
                <c:pt idx="41313">
                  <c:v>0.47815972221724223</c:v>
                </c:pt>
                <c:pt idx="41314">
                  <c:v>0.47817129629402189</c:v>
                </c:pt>
                <c:pt idx="41315">
                  <c:v>0.47818287037080154</c:v>
                </c:pt>
                <c:pt idx="41316">
                  <c:v>0.47819444444030523</c:v>
                </c:pt>
                <c:pt idx="41317">
                  <c:v>0.47820601851708489</c:v>
                </c:pt>
                <c:pt idx="41318">
                  <c:v>0.47821759259386454</c:v>
                </c:pt>
                <c:pt idx="41319">
                  <c:v>0.47822916666336823</c:v>
                </c:pt>
                <c:pt idx="41320">
                  <c:v>0.47824074074014788</c:v>
                </c:pt>
                <c:pt idx="41321">
                  <c:v>0.47825231480965158</c:v>
                </c:pt>
                <c:pt idx="41322">
                  <c:v>0.47826388888643123</c:v>
                </c:pt>
                <c:pt idx="41323">
                  <c:v>0.47827546296321088</c:v>
                </c:pt>
                <c:pt idx="41324">
                  <c:v>0.47828703703271458</c:v>
                </c:pt>
                <c:pt idx="41325">
                  <c:v>0.47829861110949423</c:v>
                </c:pt>
                <c:pt idx="41326">
                  <c:v>0.47831018518627388</c:v>
                </c:pt>
                <c:pt idx="41327">
                  <c:v>0.47832175925577758</c:v>
                </c:pt>
                <c:pt idx="41328">
                  <c:v>0.47833333333255723</c:v>
                </c:pt>
                <c:pt idx="41329">
                  <c:v>0.47834490740206093</c:v>
                </c:pt>
                <c:pt idx="41330">
                  <c:v>0.47835648147884058</c:v>
                </c:pt>
                <c:pt idx="41331">
                  <c:v>0.47836805555562023</c:v>
                </c:pt>
                <c:pt idx="41332">
                  <c:v>0.47837962962512393</c:v>
                </c:pt>
                <c:pt idx="41333">
                  <c:v>0.47839120370190358</c:v>
                </c:pt>
                <c:pt idx="41334">
                  <c:v>0.47840277777868323</c:v>
                </c:pt>
                <c:pt idx="41335">
                  <c:v>0.47841435184818693</c:v>
                </c:pt>
                <c:pt idx="41336">
                  <c:v>0.47842592592496658</c:v>
                </c:pt>
                <c:pt idx="41337">
                  <c:v>0.47843749999447027</c:v>
                </c:pt>
                <c:pt idx="41338">
                  <c:v>0.47844907407124992</c:v>
                </c:pt>
                <c:pt idx="41339">
                  <c:v>0.47846064814802958</c:v>
                </c:pt>
                <c:pt idx="41340">
                  <c:v>0.47847222221753327</c:v>
                </c:pt>
                <c:pt idx="41341">
                  <c:v>0.47848379629431292</c:v>
                </c:pt>
                <c:pt idx="41342">
                  <c:v>0.47849537037109258</c:v>
                </c:pt>
                <c:pt idx="41343">
                  <c:v>0.47850694444059627</c:v>
                </c:pt>
                <c:pt idx="41344">
                  <c:v>0.47851851851737592</c:v>
                </c:pt>
                <c:pt idx="41345">
                  <c:v>0.47853009258687962</c:v>
                </c:pt>
                <c:pt idx="41346">
                  <c:v>0.47854166666365927</c:v>
                </c:pt>
                <c:pt idx="41347">
                  <c:v>0.47855324074043892</c:v>
                </c:pt>
                <c:pt idx="41348">
                  <c:v>0.47856481480994262</c:v>
                </c:pt>
                <c:pt idx="41349">
                  <c:v>0.47857638888672227</c:v>
                </c:pt>
                <c:pt idx="41350">
                  <c:v>0.47858796296350192</c:v>
                </c:pt>
                <c:pt idx="41351">
                  <c:v>0.47859953703300562</c:v>
                </c:pt>
                <c:pt idx="41352">
                  <c:v>0.47861111110978527</c:v>
                </c:pt>
                <c:pt idx="41353">
                  <c:v>0.47862268517928896</c:v>
                </c:pt>
                <c:pt idx="41354">
                  <c:v>0.47863425925606862</c:v>
                </c:pt>
                <c:pt idx="41355">
                  <c:v>0.47864583333284827</c:v>
                </c:pt>
                <c:pt idx="41356">
                  <c:v>0.47865740740235196</c:v>
                </c:pt>
                <c:pt idx="41357">
                  <c:v>0.47866898147913162</c:v>
                </c:pt>
                <c:pt idx="41358">
                  <c:v>0.47868055555591127</c:v>
                </c:pt>
                <c:pt idx="41359">
                  <c:v>0.47869212962541496</c:v>
                </c:pt>
                <c:pt idx="41360">
                  <c:v>0.47870370370219462</c:v>
                </c:pt>
                <c:pt idx="41361">
                  <c:v>0.47871527777897427</c:v>
                </c:pt>
                <c:pt idx="41362">
                  <c:v>0.47872685184847796</c:v>
                </c:pt>
                <c:pt idx="41363">
                  <c:v>0.47873842592525762</c:v>
                </c:pt>
                <c:pt idx="41364">
                  <c:v>0.47874999999476131</c:v>
                </c:pt>
                <c:pt idx="41365">
                  <c:v>0.47876157407154096</c:v>
                </c:pt>
                <c:pt idx="41366">
                  <c:v>0.47877314814832062</c:v>
                </c:pt>
                <c:pt idx="41367">
                  <c:v>0.47878472221782431</c:v>
                </c:pt>
                <c:pt idx="41368">
                  <c:v>0.47879629629460396</c:v>
                </c:pt>
                <c:pt idx="41369">
                  <c:v>0.47880787037138361</c:v>
                </c:pt>
                <c:pt idx="41370">
                  <c:v>0.47881944444088731</c:v>
                </c:pt>
                <c:pt idx="41371">
                  <c:v>0.47883101851766696</c:v>
                </c:pt>
                <c:pt idx="41372">
                  <c:v>0.47884259258717066</c:v>
                </c:pt>
                <c:pt idx="41373">
                  <c:v>0.47885416666395031</c:v>
                </c:pt>
                <c:pt idx="41374">
                  <c:v>0.47886574074072996</c:v>
                </c:pt>
                <c:pt idx="41375">
                  <c:v>0.47887731481023366</c:v>
                </c:pt>
                <c:pt idx="41376">
                  <c:v>0.47888888888701331</c:v>
                </c:pt>
                <c:pt idx="41377">
                  <c:v>0.47890046296379296</c:v>
                </c:pt>
                <c:pt idx="41378">
                  <c:v>0.47891203703329666</c:v>
                </c:pt>
                <c:pt idx="41379">
                  <c:v>0.47892361111007631</c:v>
                </c:pt>
                <c:pt idx="41380">
                  <c:v>0.47893518517958</c:v>
                </c:pt>
                <c:pt idx="41381">
                  <c:v>0.47894675925635966</c:v>
                </c:pt>
                <c:pt idx="41382">
                  <c:v>0.47895833333313931</c:v>
                </c:pt>
                <c:pt idx="41383">
                  <c:v>0.478969907402643</c:v>
                </c:pt>
                <c:pt idx="41384">
                  <c:v>0.47898148147942265</c:v>
                </c:pt>
                <c:pt idx="41385">
                  <c:v>0.47899305555620231</c:v>
                </c:pt>
                <c:pt idx="41386">
                  <c:v>0.479004629625706</c:v>
                </c:pt>
                <c:pt idx="41387">
                  <c:v>0.47901620370248565</c:v>
                </c:pt>
                <c:pt idx="41388">
                  <c:v>0.47902777777198935</c:v>
                </c:pt>
                <c:pt idx="41389">
                  <c:v>0.479039351848769</c:v>
                </c:pt>
                <c:pt idx="41390">
                  <c:v>0.47905092592554865</c:v>
                </c:pt>
                <c:pt idx="41391">
                  <c:v>0.47906249999505235</c:v>
                </c:pt>
                <c:pt idx="41392">
                  <c:v>0.479074074071832</c:v>
                </c:pt>
                <c:pt idx="41393">
                  <c:v>0.47908564814861165</c:v>
                </c:pt>
                <c:pt idx="41394">
                  <c:v>0.47909722221811535</c:v>
                </c:pt>
                <c:pt idx="41395">
                  <c:v>0.479108796294895</c:v>
                </c:pt>
                <c:pt idx="41396">
                  <c:v>0.47912037037167465</c:v>
                </c:pt>
                <c:pt idx="41397">
                  <c:v>0.47913194444117835</c:v>
                </c:pt>
                <c:pt idx="41398">
                  <c:v>0.479143518517958</c:v>
                </c:pt>
                <c:pt idx="41399">
                  <c:v>0.4791550925874617</c:v>
                </c:pt>
                <c:pt idx="41400">
                  <c:v>0.47916666666424135</c:v>
                </c:pt>
                <c:pt idx="41401">
                  <c:v>0.479178240741021</c:v>
                </c:pt>
                <c:pt idx="41402">
                  <c:v>0.47918981481052469</c:v>
                </c:pt>
                <c:pt idx="41403">
                  <c:v>0.47920138888730435</c:v>
                </c:pt>
                <c:pt idx="41404">
                  <c:v>0.479212962964084</c:v>
                </c:pt>
                <c:pt idx="41405">
                  <c:v>0.47922453703358769</c:v>
                </c:pt>
                <c:pt idx="41406">
                  <c:v>0.47923611111036735</c:v>
                </c:pt>
                <c:pt idx="41407">
                  <c:v>0.47924768517987104</c:v>
                </c:pt>
                <c:pt idx="41408">
                  <c:v>0.47925925925665069</c:v>
                </c:pt>
                <c:pt idx="41409">
                  <c:v>0.47927083333343035</c:v>
                </c:pt>
                <c:pt idx="41410">
                  <c:v>0.47928240740293404</c:v>
                </c:pt>
                <c:pt idx="41411">
                  <c:v>0.47929398147971369</c:v>
                </c:pt>
                <c:pt idx="41412">
                  <c:v>0.47930555555649335</c:v>
                </c:pt>
                <c:pt idx="41413">
                  <c:v>0.47931712962599704</c:v>
                </c:pt>
                <c:pt idx="41414">
                  <c:v>0.47932870370277669</c:v>
                </c:pt>
                <c:pt idx="41415">
                  <c:v>0.47934027777228039</c:v>
                </c:pt>
                <c:pt idx="41416">
                  <c:v>0.47935185184906004</c:v>
                </c:pt>
                <c:pt idx="41417">
                  <c:v>0.47936342592583969</c:v>
                </c:pt>
                <c:pt idx="41418">
                  <c:v>0.47937499999534339</c:v>
                </c:pt>
                <c:pt idx="41419">
                  <c:v>0.47938657407212304</c:v>
                </c:pt>
                <c:pt idx="41420">
                  <c:v>0.47939814814890269</c:v>
                </c:pt>
                <c:pt idx="41421">
                  <c:v>0.47940972221840639</c:v>
                </c:pt>
                <c:pt idx="41422">
                  <c:v>0.47942129629518604</c:v>
                </c:pt>
                <c:pt idx="41423">
                  <c:v>0.47943287036468973</c:v>
                </c:pt>
                <c:pt idx="41424">
                  <c:v>0.47944444444146939</c:v>
                </c:pt>
                <c:pt idx="41425">
                  <c:v>0.47945601851824904</c:v>
                </c:pt>
                <c:pt idx="41426">
                  <c:v>0.47946759258775273</c:v>
                </c:pt>
                <c:pt idx="41427">
                  <c:v>0.47947916666453239</c:v>
                </c:pt>
                <c:pt idx="41428">
                  <c:v>0.47949074074131204</c:v>
                </c:pt>
                <c:pt idx="41429">
                  <c:v>0.47950231481081573</c:v>
                </c:pt>
                <c:pt idx="41430">
                  <c:v>0.47951388888759539</c:v>
                </c:pt>
                <c:pt idx="41431">
                  <c:v>0.47952546295709908</c:v>
                </c:pt>
                <c:pt idx="41432">
                  <c:v>0.47953703703387873</c:v>
                </c:pt>
                <c:pt idx="41433">
                  <c:v>0.47954861111065838</c:v>
                </c:pt>
                <c:pt idx="41434">
                  <c:v>0.47956018518016208</c:v>
                </c:pt>
                <c:pt idx="41435">
                  <c:v>0.47957175925694173</c:v>
                </c:pt>
                <c:pt idx="41436">
                  <c:v>0.47958333333372138</c:v>
                </c:pt>
                <c:pt idx="41437">
                  <c:v>0.47959490740322508</c:v>
                </c:pt>
                <c:pt idx="41438">
                  <c:v>0.47960648148000473</c:v>
                </c:pt>
                <c:pt idx="41439">
                  <c:v>0.47961805555678438</c:v>
                </c:pt>
                <c:pt idx="41440">
                  <c:v>0.47962962962628808</c:v>
                </c:pt>
                <c:pt idx="41441">
                  <c:v>0.47964120370306773</c:v>
                </c:pt>
                <c:pt idx="41442">
                  <c:v>0.47965277777257143</c:v>
                </c:pt>
                <c:pt idx="41443">
                  <c:v>0.47966435184935108</c:v>
                </c:pt>
                <c:pt idx="41444">
                  <c:v>0.47967592592613073</c:v>
                </c:pt>
                <c:pt idx="41445">
                  <c:v>0.47968749999563443</c:v>
                </c:pt>
                <c:pt idx="41446">
                  <c:v>0.47969907407241408</c:v>
                </c:pt>
                <c:pt idx="41447">
                  <c:v>0.47971064814919373</c:v>
                </c:pt>
                <c:pt idx="41448">
                  <c:v>0.47972222221869742</c:v>
                </c:pt>
                <c:pt idx="41449">
                  <c:v>0.47973379629547708</c:v>
                </c:pt>
                <c:pt idx="41450">
                  <c:v>0.47974537036498077</c:v>
                </c:pt>
                <c:pt idx="41451">
                  <c:v>0.47975694444176042</c:v>
                </c:pt>
                <c:pt idx="41452">
                  <c:v>0.47976851851854008</c:v>
                </c:pt>
                <c:pt idx="41453">
                  <c:v>0.47978009258804377</c:v>
                </c:pt>
                <c:pt idx="41454">
                  <c:v>0.47979166666482342</c:v>
                </c:pt>
                <c:pt idx="41455">
                  <c:v>0.47980324074160308</c:v>
                </c:pt>
                <c:pt idx="41456">
                  <c:v>0.47981481481110677</c:v>
                </c:pt>
                <c:pt idx="41457">
                  <c:v>0.47982638888788642</c:v>
                </c:pt>
                <c:pt idx="41458">
                  <c:v>0.47983796295739012</c:v>
                </c:pt>
                <c:pt idx="41459">
                  <c:v>0.47984953703416977</c:v>
                </c:pt>
                <c:pt idx="41460">
                  <c:v>0.47986111111094942</c:v>
                </c:pt>
                <c:pt idx="41461">
                  <c:v>0.47987268518045312</c:v>
                </c:pt>
                <c:pt idx="41462">
                  <c:v>0.47988425925723277</c:v>
                </c:pt>
                <c:pt idx="41463">
                  <c:v>0.47989583333401242</c:v>
                </c:pt>
                <c:pt idx="41464">
                  <c:v>0.47990740740351612</c:v>
                </c:pt>
                <c:pt idx="41465">
                  <c:v>0.47991898148029577</c:v>
                </c:pt>
                <c:pt idx="41466">
                  <c:v>0.47993055554979946</c:v>
                </c:pt>
                <c:pt idx="41467">
                  <c:v>0.47994212962657912</c:v>
                </c:pt>
                <c:pt idx="41468">
                  <c:v>0.47995370370335877</c:v>
                </c:pt>
                <c:pt idx="41469">
                  <c:v>0.47996527777286246</c:v>
                </c:pt>
                <c:pt idx="41470">
                  <c:v>0.47997685184964212</c:v>
                </c:pt>
                <c:pt idx="41471">
                  <c:v>0.47998842592642177</c:v>
                </c:pt>
                <c:pt idx="41472">
                  <c:v>0.47999999999592546</c:v>
                </c:pt>
                <c:pt idx="41473">
                  <c:v>0.48001157407270512</c:v>
                </c:pt>
                <c:pt idx="41474">
                  <c:v>0.48002314814948477</c:v>
                </c:pt>
                <c:pt idx="41475">
                  <c:v>0.48003472221898846</c:v>
                </c:pt>
                <c:pt idx="41476">
                  <c:v>0.48004629629576812</c:v>
                </c:pt>
                <c:pt idx="41477">
                  <c:v>0.48005787036527181</c:v>
                </c:pt>
                <c:pt idx="41478">
                  <c:v>0.48006944444205146</c:v>
                </c:pt>
                <c:pt idx="41479">
                  <c:v>0.48008101851883112</c:v>
                </c:pt>
                <c:pt idx="41480">
                  <c:v>0.48009259258833481</c:v>
                </c:pt>
                <c:pt idx="41481">
                  <c:v>0.48010416666511446</c:v>
                </c:pt>
                <c:pt idx="41482">
                  <c:v>0.48011574074189411</c:v>
                </c:pt>
                <c:pt idx="41483">
                  <c:v>0.48012731481139781</c:v>
                </c:pt>
                <c:pt idx="41484">
                  <c:v>0.48013888888817746</c:v>
                </c:pt>
                <c:pt idx="41485">
                  <c:v>0.48015046295768116</c:v>
                </c:pt>
                <c:pt idx="41486">
                  <c:v>0.48016203703446081</c:v>
                </c:pt>
                <c:pt idx="41487">
                  <c:v>0.48017361111124046</c:v>
                </c:pt>
                <c:pt idx="41488">
                  <c:v>0.48018518518074416</c:v>
                </c:pt>
                <c:pt idx="41489">
                  <c:v>0.48019675925752381</c:v>
                </c:pt>
                <c:pt idx="41490">
                  <c:v>0.48020833333430346</c:v>
                </c:pt>
                <c:pt idx="41491">
                  <c:v>0.48021990740380716</c:v>
                </c:pt>
                <c:pt idx="41492">
                  <c:v>0.48023148148058681</c:v>
                </c:pt>
                <c:pt idx="41493">
                  <c:v>0.4802430555500905</c:v>
                </c:pt>
                <c:pt idx="41494">
                  <c:v>0.48025462962687016</c:v>
                </c:pt>
                <c:pt idx="41495">
                  <c:v>0.48026620370364981</c:v>
                </c:pt>
                <c:pt idx="41496">
                  <c:v>0.4802777777731535</c:v>
                </c:pt>
                <c:pt idx="41497">
                  <c:v>0.48028935184993315</c:v>
                </c:pt>
                <c:pt idx="41498">
                  <c:v>0.48030092592671281</c:v>
                </c:pt>
                <c:pt idx="41499">
                  <c:v>0.4803124999962165</c:v>
                </c:pt>
                <c:pt idx="41500">
                  <c:v>0.48032407407299615</c:v>
                </c:pt>
                <c:pt idx="41501">
                  <c:v>0.48033564814249985</c:v>
                </c:pt>
                <c:pt idx="41502">
                  <c:v>0.4803472222192795</c:v>
                </c:pt>
                <c:pt idx="41503">
                  <c:v>0.48035879629605915</c:v>
                </c:pt>
                <c:pt idx="41504">
                  <c:v>0.48037037036556285</c:v>
                </c:pt>
                <c:pt idx="41505">
                  <c:v>0.4803819444423425</c:v>
                </c:pt>
                <c:pt idx="41506">
                  <c:v>0.48039351851912215</c:v>
                </c:pt>
                <c:pt idx="41507">
                  <c:v>0.48040509258862585</c:v>
                </c:pt>
                <c:pt idx="41508">
                  <c:v>0.4804166666654055</c:v>
                </c:pt>
                <c:pt idx="41509">
                  <c:v>0.4804282407349092</c:v>
                </c:pt>
                <c:pt idx="41510">
                  <c:v>0.48043981481168885</c:v>
                </c:pt>
                <c:pt idx="41511">
                  <c:v>0.4804513888884685</c:v>
                </c:pt>
                <c:pt idx="41512">
                  <c:v>0.48046296295797219</c:v>
                </c:pt>
                <c:pt idx="41513">
                  <c:v>0.48047453703475185</c:v>
                </c:pt>
                <c:pt idx="41514">
                  <c:v>0.4804861111115315</c:v>
                </c:pt>
                <c:pt idx="41515">
                  <c:v>0.48049768518103519</c:v>
                </c:pt>
                <c:pt idx="41516">
                  <c:v>0.48050925925781485</c:v>
                </c:pt>
                <c:pt idx="41517">
                  <c:v>0.4805208333345945</c:v>
                </c:pt>
                <c:pt idx="41518">
                  <c:v>0.48053240740409819</c:v>
                </c:pt>
                <c:pt idx="41519">
                  <c:v>0.48054398148087785</c:v>
                </c:pt>
                <c:pt idx="41520">
                  <c:v>0.48055555555038154</c:v>
                </c:pt>
                <c:pt idx="41521">
                  <c:v>0.48056712962716119</c:v>
                </c:pt>
                <c:pt idx="41522">
                  <c:v>0.48057870370394085</c:v>
                </c:pt>
                <c:pt idx="41523">
                  <c:v>0.48059027777344454</c:v>
                </c:pt>
                <c:pt idx="41524">
                  <c:v>0.48060185185022419</c:v>
                </c:pt>
                <c:pt idx="41525">
                  <c:v>0.48061342592700385</c:v>
                </c:pt>
                <c:pt idx="41526">
                  <c:v>0.48062499999650754</c:v>
                </c:pt>
                <c:pt idx="41527">
                  <c:v>0.48063657407328719</c:v>
                </c:pt>
                <c:pt idx="41528">
                  <c:v>0.48064814814279089</c:v>
                </c:pt>
                <c:pt idx="41529">
                  <c:v>0.48065972221957054</c:v>
                </c:pt>
                <c:pt idx="41530">
                  <c:v>0.48067129629635019</c:v>
                </c:pt>
                <c:pt idx="41531">
                  <c:v>0.48068287036585389</c:v>
                </c:pt>
                <c:pt idx="41532">
                  <c:v>0.48069444444263354</c:v>
                </c:pt>
                <c:pt idx="41533">
                  <c:v>0.48070601851941319</c:v>
                </c:pt>
                <c:pt idx="41534">
                  <c:v>0.48071759258891689</c:v>
                </c:pt>
                <c:pt idx="41535">
                  <c:v>0.48072916666569654</c:v>
                </c:pt>
                <c:pt idx="41536">
                  <c:v>0.48074074073520023</c:v>
                </c:pt>
                <c:pt idx="41537">
                  <c:v>0.48075231481197989</c:v>
                </c:pt>
                <c:pt idx="41538">
                  <c:v>0.48076388888875954</c:v>
                </c:pt>
                <c:pt idx="41539">
                  <c:v>0.48077546295826323</c:v>
                </c:pt>
                <c:pt idx="41540">
                  <c:v>0.48078703703504289</c:v>
                </c:pt>
                <c:pt idx="41541">
                  <c:v>0.48079861111182254</c:v>
                </c:pt>
                <c:pt idx="41542">
                  <c:v>0.48081018518132623</c:v>
                </c:pt>
                <c:pt idx="41543">
                  <c:v>0.48082175925810589</c:v>
                </c:pt>
                <c:pt idx="41544">
                  <c:v>0.48083333332760958</c:v>
                </c:pt>
                <c:pt idx="41545">
                  <c:v>0.48084490740438923</c:v>
                </c:pt>
                <c:pt idx="41546">
                  <c:v>0.48085648148116888</c:v>
                </c:pt>
                <c:pt idx="41547">
                  <c:v>0.48086805555067258</c:v>
                </c:pt>
                <c:pt idx="41548">
                  <c:v>0.48087962962745223</c:v>
                </c:pt>
                <c:pt idx="41549">
                  <c:v>0.48089120370423188</c:v>
                </c:pt>
                <c:pt idx="41550">
                  <c:v>0.48090277777373558</c:v>
                </c:pt>
                <c:pt idx="41551">
                  <c:v>0.48091435185051523</c:v>
                </c:pt>
                <c:pt idx="41552">
                  <c:v>0.48092592592001893</c:v>
                </c:pt>
                <c:pt idx="41553">
                  <c:v>0.48093749999679858</c:v>
                </c:pt>
                <c:pt idx="41554">
                  <c:v>0.48094907407357823</c:v>
                </c:pt>
                <c:pt idx="41555">
                  <c:v>0.48096064814308193</c:v>
                </c:pt>
                <c:pt idx="41556">
                  <c:v>0.48097222221986158</c:v>
                </c:pt>
                <c:pt idx="41557">
                  <c:v>0.48098379629664123</c:v>
                </c:pt>
                <c:pt idx="41558">
                  <c:v>0.48099537036614493</c:v>
                </c:pt>
                <c:pt idx="41559">
                  <c:v>0.48100694444292458</c:v>
                </c:pt>
                <c:pt idx="41560">
                  <c:v>0.48101851851970423</c:v>
                </c:pt>
                <c:pt idx="41561">
                  <c:v>0.48103009258920792</c:v>
                </c:pt>
                <c:pt idx="41562">
                  <c:v>0.48104166666598758</c:v>
                </c:pt>
                <c:pt idx="41563">
                  <c:v>0.48105324073549127</c:v>
                </c:pt>
                <c:pt idx="41564">
                  <c:v>0.48106481481227092</c:v>
                </c:pt>
                <c:pt idx="41565">
                  <c:v>0.48107638888905058</c:v>
                </c:pt>
                <c:pt idx="41566">
                  <c:v>0.48108796295855427</c:v>
                </c:pt>
                <c:pt idx="41567">
                  <c:v>0.48109953703533392</c:v>
                </c:pt>
                <c:pt idx="41568">
                  <c:v>0.48111111111211358</c:v>
                </c:pt>
                <c:pt idx="41569">
                  <c:v>0.48112268518161727</c:v>
                </c:pt>
                <c:pt idx="41570">
                  <c:v>0.48113425925839692</c:v>
                </c:pt>
                <c:pt idx="41571">
                  <c:v>0.48114583332790062</c:v>
                </c:pt>
                <c:pt idx="41572">
                  <c:v>0.48115740740468027</c:v>
                </c:pt>
                <c:pt idx="41573">
                  <c:v>0.48116898148145992</c:v>
                </c:pt>
                <c:pt idx="41574">
                  <c:v>0.48118055555096362</c:v>
                </c:pt>
                <c:pt idx="41575">
                  <c:v>0.48119212962774327</c:v>
                </c:pt>
                <c:pt idx="41576">
                  <c:v>0.48120370370452292</c:v>
                </c:pt>
                <c:pt idx="41577">
                  <c:v>0.48121527777402662</c:v>
                </c:pt>
                <c:pt idx="41578">
                  <c:v>0.48122685185080627</c:v>
                </c:pt>
                <c:pt idx="41579">
                  <c:v>0.48123842592030996</c:v>
                </c:pt>
                <c:pt idx="41580">
                  <c:v>0.48124999999708962</c:v>
                </c:pt>
                <c:pt idx="41581">
                  <c:v>0.48126157407386927</c:v>
                </c:pt>
                <c:pt idx="41582">
                  <c:v>0.48127314814337296</c:v>
                </c:pt>
                <c:pt idx="41583">
                  <c:v>0.48128472222015262</c:v>
                </c:pt>
                <c:pt idx="41584">
                  <c:v>0.48129629629693227</c:v>
                </c:pt>
                <c:pt idx="41585">
                  <c:v>0.48130787036643596</c:v>
                </c:pt>
                <c:pt idx="41586">
                  <c:v>0.48131944444321562</c:v>
                </c:pt>
                <c:pt idx="41587">
                  <c:v>0.48133101851271931</c:v>
                </c:pt>
                <c:pt idx="41588">
                  <c:v>0.48134259258949896</c:v>
                </c:pt>
                <c:pt idx="41589">
                  <c:v>0.48135416666627862</c:v>
                </c:pt>
                <c:pt idx="41590">
                  <c:v>0.48136574073578231</c:v>
                </c:pt>
                <c:pt idx="41591">
                  <c:v>0.48137731481256196</c:v>
                </c:pt>
                <c:pt idx="41592">
                  <c:v>0.48138888888934162</c:v>
                </c:pt>
                <c:pt idx="41593">
                  <c:v>0.48140046295884531</c:v>
                </c:pt>
                <c:pt idx="41594">
                  <c:v>0.48141203703562496</c:v>
                </c:pt>
                <c:pt idx="41595">
                  <c:v>0.48142361111240461</c:v>
                </c:pt>
                <c:pt idx="41596">
                  <c:v>0.48143518518190831</c:v>
                </c:pt>
                <c:pt idx="41597">
                  <c:v>0.48144675925868796</c:v>
                </c:pt>
                <c:pt idx="41598">
                  <c:v>0.48145833332819166</c:v>
                </c:pt>
                <c:pt idx="41599">
                  <c:v>0.48146990740497131</c:v>
                </c:pt>
                <c:pt idx="41600">
                  <c:v>0.48148148148175096</c:v>
                </c:pt>
                <c:pt idx="41601">
                  <c:v>0.48149305555125466</c:v>
                </c:pt>
                <c:pt idx="41602">
                  <c:v>0.48150462962803431</c:v>
                </c:pt>
                <c:pt idx="41603">
                  <c:v>0.48151620370481396</c:v>
                </c:pt>
                <c:pt idx="41604">
                  <c:v>0.48152777777431766</c:v>
                </c:pt>
                <c:pt idx="41605">
                  <c:v>0.48153935185109731</c:v>
                </c:pt>
                <c:pt idx="41606">
                  <c:v>0.481550925920601</c:v>
                </c:pt>
                <c:pt idx="41607">
                  <c:v>0.48156249999738066</c:v>
                </c:pt>
                <c:pt idx="41608">
                  <c:v>0.48157407407416031</c:v>
                </c:pt>
                <c:pt idx="41609">
                  <c:v>0.481585648143664</c:v>
                </c:pt>
                <c:pt idx="41610">
                  <c:v>0.48159722222044365</c:v>
                </c:pt>
                <c:pt idx="41611">
                  <c:v>0.48160879629722331</c:v>
                </c:pt>
                <c:pt idx="41612">
                  <c:v>0.481620370366727</c:v>
                </c:pt>
                <c:pt idx="41613">
                  <c:v>0.48163194444350665</c:v>
                </c:pt>
                <c:pt idx="41614">
                  <c:v>0.48164351851301035</c:v>
                </c:pt>
                <c:pt idx="41615">
                  <c:v>0.48165509258979</c:v>
                </c:pt>
                <c:pt idx="41616">
                  <c:v>0.48166666666656965</c:v>
                </c:pt>
                <c:pt idx="41617">
                  <c:v>0.48167824073607335</c:v>
                </c:pt>
                <c:pt idx="41618">
                  <c:v>0.481689814812853</c:v>
                </c:pt>
                <c:pt idx="41619">
                  <c:v>0.48170138888963265</c:v>
                </c:pt>
                <c:pt idx="41620">
                  <c:v>0.48171296295913635</c:v>
                </c:pt>
                <c:pt idx="41621">
                  <c:v>0.481724537035916</c:v>
                </c:pt>
                <c:pt idx="41622">
                  <c:v>0.4817361111054197</c:v>
                </c:pt>
                <c:pt idx="41623">
                  <c:v>0.48174768518219935</c:v>
                </c:pt>
                <c:pt idx="41624">
                  <c:v>0.481759259258979</c:v>
                </c:pt>
                <c:pt idx="41625">
                  <c:v>0.48177083332848269</c:v>
                </c:pt>
                <c:pt idx="41626">
                  <c:v>0.48178240740526235</c:v>
                </c:pt>
                <c:pt idx="41627">
                  <c:v>0.481793981482042</c:v>
                </c:pt>
                <c:pt idx="41628">
                  <c:v>0.48180555555154569</c:v>
                </c:pt>
                <c:pt idx="41629">
                  <c:v>0.48181712962832535</c:v>
                </c:pt>
                <c:pt idx="41630">
                  <c:v>0.48182870369782904</c:v>
                </c:pt>
                <c:pt idx="41631">
                  <c:v>0.48184027777460869</c:v>
                </c:pt>
                <c:pt idx="41632">
                  <c:v>0.48185185185138835</c:v>
                </c:pt>
                <c:pt idx="41633">
                  <c:v>0.48186342592089204</c:v>
                </c:pt>
                <c:pt idx="41634">
                  <c:v>0.48187499999767169</c:v>
                </c:pt>
                <c:pt idx="41635">
                  <c:v>0.48188657407445135</c:v>
                </c:pt>
                <c:pt idx="41636">
                  <c:v>0.48189814814395504</c:v>
                </c:pt>
                <c:pt idx="41637">
                  <c:v>0.48190972222073469</c:v>
                </c:pt>
                <c:pt idx="41638">
                  <c:v>0.48192129629751435</c:v>
                </c:pt>
                <c:pt idx="41639">
                  <c:v>0.48193287036701804</c:v>
                </c:pt>
                <c:pt idx="41640">
                  <c:v>0.48194444444379769</c:v>
                </c:pt>
                <c:pt idx="41641">
                  <c:v>0.48195601851330139</c:v>
                </c:pt>
                <c:pt idx="41642">
                  <c:v>0.48196759259008104</c:v>
                </c:pt>
                <c:pt idx="41643">
                  <c:v>0.48197916666686069</c:v>
                </c:pt>
                <c:pt idx="41644">
                  <c:v>0.48199074073636439</c:v>
                </c:pt>
                <c:pt idx="41645">
                  <c:v>0.48200231481314404</c:v>
                </c:pt>
                <c:pt idx="41646">
                  <c:v>0.48201388888992369</c:v>
                </c:pt>
                <c:pt idx="41647">
                  <c:v>0.48202546295942739</c:v>
                </c:pt>
                <c:pt idx="41648">
                  <c:v>0.48203703703620704</c:v>
                </c:pt>
                <c:pt idx="41649">
                  <c:v>0.48204861110571073</c:v>
                </c:pt>
                <c:pt idx="41650">
                  <c:v>0.48206018518249039</c:v>
                </c:pt>
                <c:pt idx="41651">
                  <c:v>0.48207175925927004</c:v>
                </c:pt>
                <c:pt idx="41652">
                  <c:v>0.48208333332877373</c:v>
                </c:pt>
                <c:pt idx="41653">
                  <c:v>0.48209490740555339</c:v>
                </c:pt>
                <c:pt idx="41654">
                  <c:v>0.48210648148233304</c:v>
                </c:pt>
                <c:pt idx="41655">
                  <c:v>0.48211805555183673</c:v>
                </c:pt>
                <c:pt idx="41656">
                  <c:v>0.48212962962861639</c:v>
                </c:pt>
                <c:pt idx="41657">
                  <c:v>0.48214120369812008</c:v>
                </c:pt>
                <c:pt idx="41658">
                  <c:v>0.48215277777489973</c:v>
                </c:pt>
                <c:pt idx="41659">
                  <c:v>0.48216435185167938</c:v>
                </c:pt>
                <c:pt idx="41660">
                  <c:v>0.48217592592118308</c:v>
                </c:pt>
                <c:pt idx="41661">
                  <c:v>0.48218749999796273</c:v>
                </c:pt>
                <c:pt idx="41662">
                  <c:v>0.48219907407474238</c:v>
                </c:pt>
                <c:pt idx="41663">
                  <c:v>0.48221064814424608</c:v>
                </c:pt>
                <c:pt idx="41664">
                  <c:v>0.48222222222102573</c:v>
                </c:pt>
                <c:pt idx="41665">
                  <c:v>0.48223379629052943</c:v>
                </c:pt>
                <c:pt idx="41666">
                  <c:v>0.48224537036730908</c:v>
                </c:pt>
                <c:pt idx="41667">
                  <c:v>0.48225694444408873</c:v>
                </c:pt>
                <c:pt idx="41668">
                  <c:v>0.48226851851359243</c:v>
                </c:pt>
                <c:pt idx="41669">
                  <c:v>0.48228009259037208</c:v>
                </c:pt>
                <c:pt idx="41670">
                  <c:v>0.48229166666715173</c:v>
                </c:pt>
                <c:pt idx="41671">
                  <c:v>0.48230324073665543</c:v>
                </c:pt>
                <c:pt idx="41672">
                  <c:v>0.48231481481343508</c:v>
                </c:pt>
                <c:pt idx="41673">
                  <c:v>0.48232638889021473</c:v>
                </c:pt>
                <c:pt idx="41674">
                  <c:v>0.48233796295971842</c:v>
                </c:pt>
                <c:pt idx="41675">
                  <c:v>0.48234953703649808</c:v>
                </c:pt>
                <c:pt idx="41676">
                  <c:v>0.48236111110600177</c:v>
                </c:pt>
                <c:pt idx="41677">
                  <c:v>0.48237268518278142</c:v>
                </c:pt>
                <c:pt idx="41678">
                  <c:v>0.48238425925956108</c:v>
                </c:pt>
                <c:pt idx="41679">
                  <c:v>0.48239583332906477</c:v>
                </c:pt>
                <c:pt idx="41680">
                  <c:v>0.48240740740584442</c:v>
                </c:pt>
                <c:pt idx="41681">
                  <c:v>0.48241898148262408</c:v>
                </c:pt>
                <c:pt idx="41682">
                  <c:v>0.48243055555212777</c:v>
                </c:pt>
                <c:pt idx="41683">
                  <c:v>0.48244212962890742</c:v>
                </c:pt>
                <c:pt idx="41684">
                  <c:v>0.48245370369841112</c:v>
                </c:pt>
                <c:pt idx="41685">
                  <c:v>0.48246527777519077</c:v>
                </c:pt>
                <c:pt idx="41686">
                  <c:v>0.48247685185197042</c:v>
                </c:pt>
                <c:pt idx="41687">
                  <c:v>0.48248842592147412</c:v>
                </c:pt>
                <c:pt idx="41688">
                  <c:v>0.48249999999825377</c:v>
                </c:pt>
                <c:pt idx="41689">
                  <c:v>0.48251157407503342</c:v>
                </c:pt>
                <c:pt idx="41690">
                  <c:v>0.48252314814453712</c:v>
                </c:pt>
                <c:pt idx="41691">
                  <c:v>0.48253472222131677</c:v>
                </c:pt>
                <c:pt idx="41692">
                  <c:v>0.48254629629082046</c:v>
                </c:pt>
                <c:pt idx="41693">
                  <c:v>0.48255787036760012</c:v>
                </c:pt>
                <c:pt idx="41694">
                  <c:v>0.48256944444437977</c:v>
                </c:pt>
                <c:pt idx="41695">
                  <c:v>0.48258101851388346</c:v>
                </c:pt>
                <c:pt idx="41696">
                  <c:v>0.48259259259066312</c:v>
                </c:pt>
                <c:pt idx="41697">
                  <c:v>0.48260416666744277</c:v>
                </c:pt>
                <c:pt idx="41698">
                  <c:v>0.48261574073694646</c:v>
                </c:pt>
                <c:pt idx="41699">
                  <c:v>0.48262731481372612</c:v>
                </c:pt>
                <c:pt idx="41700">
                  <c:v>0.48263888888322981</c:v>
                </c:pt>
                <c:pt idx="41701">
                  <c:v>0.48265046296000946</c:v>
                </c:pt>
                <c:pt idx="41702">
                  <c:v>0.48266203703678912</c:v>
                </c:pt>
                <c:pt idx="41703">
                  <c:v>0.48267361110629281</c:v>
                </c:pt>
                <c:pt idx="41704">
                  <c:v>0.48268518518307246</c:v>
                </c:pt>
                <c:pt idx="41705">
                  <c:v>0.48269675925985212</c:v>
                </c:pt>
                <c:pt idx="41706">
                  <c:v>0.48270833332935581</c:v>
                </c:pt>
                <c:pt idx="41707">
                  <c:v>0.48271990740613546</c:v>
                </c:pt>
                <c:pt idx="41708">
                  <c:v>0.48273148147563916</c:v>
                </c:pt>
                <c:pt idx="41709">
                  <c:v>0.48274305555241881</c:v>
                </c:pt>
                <c:pt idx="41710">
                  <c:v>0.48275462962919846</c:v>
                </c:pt>
                <c:pt idx="41711">
                  <c:v>0.48276620369870216</c:v>
                </c:pt>
                <c:pt idx="41712">
                  <c:v>0.48277777777548181</c:v>
                </c:pt>
                <c:pt idx="41713">
                  <c:v>0.48278935185226146</c:v>
                </c:pt>
                <c:pt idx="41714">
                  <c:v>0.48280092592176516</c:v>
                </c:pt>
                <c:pt idx="41715">
                  <c:v>0.48281249999854481</c:v>
                </c:pt>
                <c:pt idx="41716">
                  <c:v>0.48282407407532446</c:v>
                </c:pt>
                <c:pt idx="41717">
                  <c:v>0.48283564814482816</c:v>
                </c:pt>
                <c:pt idx="41718">
                  <c:v>0.48284722222160781</c:v>
                </c:pt>
                <c:pt idx="41719">
                  <c:v>0.4828587962911115</c:v>
                </c:pt>
                <c:pt idx="41720">
                  <c:v>0.48287037036789116</c:v>
                </c:pt>
                <c:pt idx="41721">
                  <c:v>0.48288194444467081</c:v>
                </c:pt>
                <c:pt idx="41722">
                  <c:v>0.4828935185141745</c:v>
                </c:pt>
                <c:pt idx="41723">
                  <c:v>0.48290509259095415</c:v>
                </c:pt>
                <c:pt idx="41724">
                  <c:v>0.48291666666773381</c:v>
                </c:pt>
                <c:pt idx="41725">
                  <c:v>0.4829282407372375</c:v>
                </c:pt>
                <c:pt idx="41726">
                  <c:v>0.48293981481401715</c:v>
                </c:pt>
                <c:pt idx="41727">
                  <c:v>0.48295138888352085</c:v>
                </c:pt>
                <c:pt idx="41728">
                  <c:v>0.4829629629603005</c:v>
                </c:pt>
                <c:pt idx="41729">
                  <c:v>0.48297453703708015</c:v>
                </c:pt>
                <c:pt idx="41730">
                  <c:v>0.48298611110658385</c:v>
                </c:pt>
                <c:pt idx="41731">
                  <c:v>0.4829976851833635</c:v>
                </c:pt>
                <c:pt idx="41732">
                  <c:v>0.48300925926014315</c:v>
                </c:pt>
                <c:pt idx="41733">
                  <c:v>0.48302083332964685</c:v>
                </c:pt>
                <c:pt idx="41734">
                  <c:v>0.4830324074064265</c:v>
                </c:pt>
                <c:pt idx="41735">
                  <c:v>0.4830439814759302</c:v>
                </c:pt>
                <c:pt idx="41736">
                  <c:v>0.48305555555270985</c:v>
                </c:pt>
                <c:pt idx="41737">
                  <c:v>0.4830671296294895</c:v>
                </c:pt>
                <c:pt idx="41738">
                  <c:v>0.48307870369899319</c:v>
                </c:pt>
                <c:pt idx="41739">
                  <c:v>0.48309027777577285</c:v>
                </c:pt>
                <c:pt idx="41740">
                  <c:v>0.4831018518525525</c:v>
                </c:pt>
                <c:pt idx="41741">
                  <c:v>0.48311342592205619</c:v>
                </c:pt>
                <c:pt idx="41742">
                  <c:v>0.48312499999883585</c:v>
                </c:pt>
                <c:pt idx="41743">
                  <c:v>0.48313657406833954</c:v>
                </c:pt>
                <c:pt idx="41744">
                  <c:v>0.48314814814511919</c:v>
                </c:pt>
                <c:pt idx="41745">
                  <c:v>0.48315972222189885</c:v>
                </c:pt>
                <c:pt idx="41746">
                  <c:v>0.48317129629140254</c:v>
                </c:pt>
                <c:pt idx="41747">
                  <c:v>0.48318287036818219</c:v>
                </c:pt>
                <c:pt idx="41748">
                  <c:v>0.48319444444496185</c:v>
                </c:pt>
                <c:pt idx="41749">
                  <c:v>0.48320601851446554</c:v>
                </c:pt>
                <c:pt idx="41750">
                  <c:v>0.48321759259124519</c:v>
                </c:pt>
                <c:pt idx="41751">
                  <c:v>0.48322916666074889</c:v>
                </c:pt>
                <c:pt idx="41752">
                  <c:v>0.48324074073752854</c:v>
                </c:pt>
                <c:pt idx="41753">
                  <c:v>0.48325231481430819</c:v>
                </c:pt>
                <c:pt idx="41754">
                  <c:v>0.48326388888381189</c:v>
                </c:pt>
                <c:pt idx="41755">
                  <c:v>0.48327546296059154</c:v>
                </c:pt>
                <c:pt idx="41756">
                  <c:v>0.48328703703737119</c:v>
                </c:pt>
                <c:pt idx="41757">
                  <c:v>0.48329861110687489</c:v>
                </c:pt>
                <c:pt idx="41758">
                  <c:v>0.48331018518365454</c:v>
                </c:pt>
                <c:pt idx="41759">
                  <c:v>0.48332175926043419</c:v>
                </c:pt>
                <c:pt idx="41760">
                  <c:v>0.48333333332993789</c:v>
                </c:pt>
                <c:pt idx="41761">
                  <c:v>0.48334490740671754</c:v>
                </c:pt>
                <c:pt idx="41762">
                  <c:v>0.48335648147622123</c:v>
                </c:pt>
                <c:pt idx="41763">
                  <c:v>0.48336805555300089</c:v>
                </c:pt>
                <c:pt idx="41764">
                  <c:v>0.48337962962978054</c:v>
                </c:pt>
                <c:pt idx="41765">
                  <c:v>0.48339120369928423</c:v>
                </c:pt>
                <c:pt idx="41766">
                  <c:v>0.48340277777606389</c:v>
                </c:pt>
                <c:pt idx="41767">
                  <c:v>0.48341435185284354</c:v>
                </c:pt>
                <c:pt idx="41768">
                  <c:v>0.48342592592234723</c:v>
                </c:pt>
                <c:pt idx="41769">
                  <c:v>0.48343749999912689</c:v>
                </c:pt>
                <c:pt idx="41770">
                  <c:v>0.48344907406863058</c:v>
                </c:pt>
                <c:pt idx="41771">
                  <c:v>0.48346064814541023</c:v>
                </c:pt>
                <c:pt idx="41772">
                  <c:v>0.48347222222218988</c:v>
                </c:pt>
                <c:pt idx="41773">
                  <c:v>0.48348379629169358</c:v>
                </c:pt>
                <c:pt idx="41774">
                  <c:v>0.48349537036847323</c:v>
                </c:pt>
                <c:pt idx="41775">
                  <c:v>0.48350694444525288</c:v>
                </c:pt>
                <c:pt idx="41776">
                  <c:v>0.48351851851475658</c:v>
                </c:pt>
                <c:pt idx="41777">
                  <c:v>0.48353009259153623</c:v>
                </c:pt>
                <c:pt idx="41778">
                  <c:v>0.48354166666103993</c:v>
                </c:pt>
                <c:pt idx="41779">
                  <c:v>0.48355324073781958</c:v>
                </c:pt>
                <c:pt idx="41780">
                  <c:v>0.48356481481459923</c:v>
                </c:pt>
                <c:pt idx="41781">
                  <c:v>0.48357638888410293</c:v>
                </c:pt>
                <c:pt idx="41782">
                  <c:v>0.48358796296088258</c:v>
                </c:pt>
                <c:pt idx="41783">
                  <c:v>0.48359953703766223</c:v>
                </c:pt>
                <c:pt idx="41784">
                  <c:v>0.48361111110716593</c:v>
                </c:pt>
                <c:pt idx="41785">
                  <c:v>0.48362268518394558</c:v>
                </c:pt>
                <c:pt idx="41786">
                  <c:v>0.48363425925344927</c:v>
                </c:pt>
                <c:pt idx="41787">
                  <c:v>0.48364583333022892</c:v>
                </c:pt>
                <c:pt idx="41788">
                  <c:v>0.48365740740700858</c:v>
                </c:pt>
                <c:pt idx="41789">
                  <c:v>0.48366898147651227</c:v>
                </c:pt>
                <c:pt idx="41790">
                  <c:v>0.48368055555329192</c:v>
                </c:pt>
                <c:pt idx="41791">
                  <c:v>0.48369212963007158</c:v>
                </c:pt>
                <c:pt idx="41792">
                  <c:v>0.48370370369957527</c:v>
                </c:pt>
                <c:pt idx="41793">
                  <c:v>0.48371527777635492</c:v>
                </c:pt>
                <c:pt idx="41794">
                  <c:v>0.48372685185313458</c:v>
                </c:pt>
                <c:pt idx="41795">
                  <c:v>0.48373842592263827</c:v>
                </c:pt>
                <c:pt idx="41796">
                  <c:v>0.48374999999941792</c:v>
                </c:pt>
                <c:pt idx="41797">
                  <c:v>0.48376157406892162</c:v>
                </c:pt>
                <c:pt idx="41798">
                  <c:v>0.48377314814570127</c:v>
                </c:pt>
                <c:pt idx="41799">
                  <c:v>0.48378472222248092</c:v>
                </c:pt>
                <c:pt idx="41800">
                  <c:v>0.48379629629198462</c:v>
                </c:pt>
                <c:pt idx="41801">
                  <c:v>0.48380787036876427</c:v>
                </c:pt>
                <c:pt idx="41802">
                  <c:v>0.48381944444554392</c:v>
                </c:pt>
                <c:pt idx="41803">
                  <c:v>0.48383101851504762</c:v>
                </c:pt>
                <c:pt idx="41804">
                  <c:v>0.48384259259182727</c:v>
                </c:pt>
                <c:pt idx="41805">
                  <c:v>0.48385416666133096</c:v>
                </c:pt>
                <c:pt idx="41806">
                  <c:v>0.48386574073811062</c:v>
                </c:pt>
                <c:pt idx="41807">
                  <c:v>0.48387731481489027</c:v>
                </c:pt>
                <c:pt idx="41808">
                  <c:v>0.48388888888439396</c:v>
                </c:pt>
                <c:pt idx="41809">
                  <c:v>0.48390046296117362</c:v>
                </c:pt>
                <c:pt idx="41810">
                  <c:v>0.48391203703795327</c:v>
                </c:pt>
                <c:pt idx="41811">
                  <c:v>0.48392361110745696</c:v>
                </c:pt>
                <c:pt idx="41812">
                  <c:v>0.48393518518423662</c:v>
                </c:pt>
                <c:pt idx="41813">
                  <c:v>0.48394675925374031</c:v>
                </c:pt>
                <c:pt idx="41814">
                  <c:v>0.48395833333051996</c:v>
                </c:pt>
                <c:pt idx="41815">
                  <c:v>0.48396990740729962</c:v>
                </c:pt>
                <c:pt idx="41816">
                  <c:v>0.48398148147680331</c:v>
                </c:pt>
                <c:pt idx="41817">
                  <c:v>0.48399305555358296</c:v>
                </c:pt>
                <c:pt idx="41818">
                  <c:v>0.48400462963036261</c:v>
                </c:pt>
                <c:pt idx="41819">
                  <c:v>0.48401620369986631</c:v>
                </c:pt>
                <c:pt idx="41820">
                  <c:v>0.48402777777664596</c:v>
                </c:pt>
                <c:pt idx="41821">
                  <c:v>0.48403935184614966</c:v>
                </c:pt>
                <c:pt idx="41822">
                  <c:v>0.48405092592292931</c:v>
                </c:pt>
                <c:pt idx="41823">
                  <c:v>0.48406249999970896</c:v>
                </c:pt>
                <c:pt idx="41824">
                  <c:v>0.48407407406921266</c:v>
                </c:pt>
                <c:pt idx="41825">
                  <c:v>0.48408564814599231</c:v>
                </c:pt>
                <c:pt idx="41826">
                  <c:v>0.48409722222277196</c:v>
                </c:pt>
                <c:pt idx="41827">
                  <c:v>0.48410879629227566</c:v>
                </c:pt>
                <c:pt idx="41828">
                  <c:v>0.48412037036905531</c:v>
                </c:pt>
                <c:pt idx="41829">
                  <c:v>0.484131944438559</c:v>
                </c:pt>
                <c:pt idx="41830">
                  <c:v>0.48414351851533866</c:v>
                </c:pt>
                <c:pt idx="41831">
                  <c:v>0.48415509259211831</c:v>
                </c:pt>
                <c:pt idx="41832">
                  <c:v>0.484166666661622</c:v>
                </c:pt>
                <c:pt idx="41833">
                  <c:v>0.48417824073840166</c:v>
                </c:pt>
                <c:pt idx="41834">
                  <c:v>0.48418981481518131</c:v>
                </c:pt>
                <c:pt idx="41835">
                  <c:v>0.484201388884685</c:v>
                </c:pt>
                <c:pt idx="41836">
                  <c:v>0.48421296296146465</c:v>
                </c:pt>
                <c:pt idx="41837">
                  <c:v>0.48422453703824431</c:v>
                </c:pt>
                <c:pt idx="41838">
                  <c:v>0.484236111107748</c:v>
                </c:pt>
                <c:pt idx="41839">
                  <c:v>0.48424768518452765</c:v>
                </c:pt>
                <c:pt idx="41840">
                  <c:v>0.48425925925403135</c:v>
                </c:pt>
                <c:pt idx="41841">
                  <c:v>0.484270833330811</c:v>
                </c:pt>
                <c:pt idx="41842">
                  <c:v>0.48428240740759065</c:v>
                </c:pt>
                <c:pt idx="41843">
                  <c:v>0.48429398147709435</c:v>
                </c:pt>
                <c:pt idx="41844">
                  <c:v>0.484305555553874</c:v>
                </c:pt>
                <c:pt idx="41845">
                  <c:v>0.48431712963065365</c:v>
                </c:pt>
                <c:pt idx="41846">
                  <c:v>0.48432870370015735</c:v>
                </c:pt>
                <c:pt idx="41847">
                  <c:v>0.484340277776937</c:v>
                </c:pt>
                <c:pt idx="41848">
                  <c:v>0.4843518518464407</c:v>
                </c:pt>
                <c:pt idx="41849">
                  <c:v>0.48436342592322035</c:v>
                </c:pt>
                <c:pt idx="41850">
                  <c:v>0.484375</c:v>
                </c:pt>
                <c:pt idx="41851">
                  <c:v>0.48438657406950369</c:v>
                </c:pt>
                <c:pt idx="41852">
                  <c:v>0.48439814814628335</c:v>
                </c:pt>
                <c:pt idx="41853">
                  <c:v>0.484409722223063</c:v>
                </c:pt>
                <c:pt idx="41854">
                  <c:v>0.48442129629256669</c:v>
                </c:pt>
                <c:pt idx="41855">
                  <c:v>0.48443287036934635</c:v>
                </c:pt>
                <c:pt idx="41856">
                  <c:v>0.48444444443885004</c:v>
                </c:pt>
                <c:pt idx="41857">
                  <c:v>0.48445601851562969</c:v>
                </c:pt>
                <c:pt idx="41858">
                  <c:v>0.48446759259240935</c:v>
                </c:pt>
                <c:pt idx="41859">
                  <c:v>0.48447916666191304</c:v>
                </c:pt>
                <c:pt idx="41860">
                  <c:v>0.48449074073869269</c:v>
                </c:pt>
                <c:pt idx="41861">
                  <c:v>0.48450231481547235</c:v>
                </c:pt>
                <c:pt idx="41862">
                  <c:v>0.48451388888497604</c:v>
                </c:pt>
                <c:pt idx="41863">
                  <c:v>0.48452546296175569</c:v>
                </c:pt>
                <c:pt idx="41864">
                  <c:v>0.48453703703125939</c:v>
                </c:pt>
                <c:pt idx="41865">
                  <c:v>0.48454861110803904</c:v>
                </c:pt>
                <c:pt idx="41866">
                  <c:v>0.48456018518481869</c:v>
                </c:pt>
                <c:pt idx="41867">
                  <c:v>0.48457175925432239</c:v>
                </c:pt>
                <c:pt idx="41868">
                  <c:v>0.48458333333110204</c:v>
                </c:pt>
                <c:pt idx="41869">
                  <c:v>0.48459490740788169</c:v>
                </c:pt>
                <c:pt idx="41870">
                  <c:v>0.48460648147738539</c:v>
                </c:pt>
                <c:pt idx="41871">
                  <c:v>0.48461805555416504</c:v>
                </c:pt>
                <c:pt idx="41872">
                  <c:v>0.48462962963094469</c:v>
                </c:pt>
                <c:pt idx="41873">
                  <c:v>0.48464120370044839</c:v>
                </c:pt>
                <c:pt idx="41874">
                  <c:v>0.48465277777722804</c:v>
                </c:pt>
                <c:pt idx="41875">
                  <c:v>0.48466435184673173</c:v>
                </c:pt>
                <c:pt idx="41876">
                  <c:v>0.48467592592351139</c:v>
                </c:pt>
                <c:pt idx="41877">
                  <c:v>0.48468750000029104</c:v>
                </c:pt>
                <c:pt idx="41878">
                  <c:v>0.48469907406979473</c:v>
                </c:pt>
                <c:pt idx="41879">
                  <c:v>0.48471064814657439</c:v>
                </c:pt>
                <c:pt idx="41880">
                  <c:v>0.48472222222335404</c:v>
                </c:pt>
                <c:pt idx="41881">
                  <c:v>0.48473379629285773</c:v>
                </c:pt>
                <c:pt idx="41882">
                  <c:v>0.48474537036963739</c:v>
                </c:pt>
                <c:pt idx="41883">
                  <c:v>0.48475694443914108</c:v>
                </c:pt>
                <c:pt idx="41884">
                  <c:v>0.48476851851592073</c:v>
                </c:pt>
                <c:pt idx="41885">
                  <c:v>0.48478009259270038</c:v>
                </c:pt>
                <c:pt idx="41886">
                  <c:v>0.48479166666220408</c:v>
                </c:pt>
                <c:pt idx="41887">
                  <c:v>0.48480324073898373</c:v>
                </c:pt>
                <c:pt idx="41888">
                  <c:v>0.48481481481576338</c:v>
                </c:pt>
                <c:pt idx="41889">
                  <c:v>0.48482638888526708</c:v>
                </c:pt>
                <c:pt idx="41890">
                  <c:v>0.48483796296204673</c:v>
                </c:pt>
                <c:pt idx="41891">
                  <c:v>0.48484953703155043</c:v>
                </c:pt>
                <c:pt idx="41892">
                  <c:v>0.48486111110833008</c:v>
                </c:pt>
                <c:pt idx="41893">
                  <c:v>0.48487268518510973</c:v>
                </c:pt>
                <c:pt idx="41894">
                  <c:v>0.48488425925461343</c:v>
                </c:pt>
                <c:pt idx="41895">
                  <c:v>0.48489583333139308</c:v>
                </c:pt>
                <c:pt idx="41896">
                  <c:v>0.48490740740817273</c:v>
                </c:pt>
                <c:pt idx="41897">
                  <c:v>0.48491898147767643</c:v>
                </c:pt>
                <c:pt idx="41898">
                  <c:v>0.48493055555445608</c:v>
                </c:pt>
                <c:pt idx="41899">
                  <c:v>0.48494212962395977</c:v>
                </c:pt>
                <c:pt idx="41900">
                  <c:v>0.48495370370073942</c:v>
                </c:pt>
                <c:pt idx="41901">
                  <c:v>0.48496527777751908</c:v>
                </c:pt>
                <c:pt idx="41902">
                  <c:v>0.48497685184702277</c:v>
                </c:pt>
                <c:pt idx="41903">
                  <c:v>0.48498842592380242</c:v>
                </c:pt>
                <c:pt idx="41904">
                  <c:v>0.48500000000058208</c:v>
                </c:pt>
                <c:pt idx="41905">
                  <c:v>0.48501157407008577</c:v>
                </c:pt>
                <c:pt idx="41906">
                  <c:v>0.48502314814686542</c:v>
                </c:pt>
                <c:pt idx="41907">
                  <c:v>0.48503472221636912</c:v>
                </c:pt>
                <c:pt idx="41908">
                  <c:v>0.48504629629314877</c:v>
                </c:pt>
                <c:pt idx="41909">
                  <c:v>0.48505787036992842</c:v>
                </c:pt>
                <c:pt idx="41910">
                  <c:v>0.48506944443943212</c:v>
                </c:pt>
                <c:pt idx="41911">
                  <c:v>0.48508101851621177</c:v>
                </c:pt>
                <c:pt idx="41912">
                  <c:v>0.48509259259299142</c:v>
                </c:pt>
                <c:pt idx="41913">
                  <c:v>0.48510416666249512</c:v>
                </c:pt>
                <c:pt idx="41914">
                  <c:v>0.48511574073927477</c:v>
                </c:pt>
                <c:pt idx="41915">
                  <c:v>0.48512731481605442</c:v>
                </c:pt>
                <c:pt idx="41916">
                  <c:v>0.48513888888555812</c:v>
                </c:pt>
                <c:pt idx="41917">
                  <c:v>0.48515046296233777</c:v>
                </c:pt>
                <c:pt idx="41918">
                  <c:v>0.48516203703184146</c:v>
                </c:pt>
                <c:pt idx="41919">
                  <c:v>0.48517361110862112</c:v>
                </c:pt>
                <c:pt idx="41920">
                  <c:v>0.48518518518540077</c:v>
                </c:pt>
                <c:pt idx="41921">
                  <c:v>0.48519675925490446</c:v>
                </c:pt>
                <c:pt idx="41922">
                  <c:v>0.48520833333168412</c:v>
                </c:pt>
                <c:pt idx="41923">
                  <c:v>0.48521990740846377</c:v>
                </c:pt>
                <c:pt idx="41924">
                  <c:v>0.48523148147796746</c:v>
                </c:pt>
                <c:pt idx="41925">
                  <c:v>0.48524305555474712</c:v>
                </c:pt>
                <c:pt idx="41926">
                  <c:v>0.48525462962425081</c:v>
                </c:pt>
                <c:pt idx="41927">
                  <c:v>0.48526620370103046</c:v>
                </c:pt>
                <c:pt idx="41928">
                  <c:v>0.48527777777781012</c:v>
                </c:pt>
                <c:pt idx="41929">
                  <c:v>0.48528935184731381</c:v>
                </c:pt>
                <c:pt idx="41930">
                  <c:v>0.48530092592409346</c:v>
                </c:pt>
                <c:pt idx="41931">
                  <c:v>0.48531250000087311</c:v>
                </c:pt>
                <c:pt idx="41932">
                  <c:v>0.48532407407037681</c:v>
                </c:pt>
                <c:pt idx="41933">
                  <c:v>0.48533564814715646</c:v>
                </c:pt>
                <c:pt idx="41934">
                  <c:v>0.48534722221666016</c:v>
                </c:pt>
                <c:pt idx="41935">
                  <c:v>0.48535879629343981</c:v>
                </c:pt>
                <c:pt idx="41936">
                  <c:v>0.48537037037021946</c:v>
                </c:pt>
                <c:pt idx="41937">
                  <c:v>0.48538194443972316</c:v>
                </c:pt>
                <c:pt idx="41938">
                  <c:v>0.48539351851650281</c:v>
                </c:pt>
                <c:pt idx="41939">
                  <c:v>0.48540509259328246</c:v>
                </c:pt>
                <c:pt idx="41940">
                  <c:v>0.48541666666278616</c:v>
                </c:pt>
                <c:pt idx="41941">
                  <c:v>0.48542824073956581</c:v>
                </c:pt>
                <c:pt idx="41942">
                  <c:v>0.4854398148090695</c:v>
                </c:pt>
                <c:pt idx="41943">
                  <c:v>0.48545138888584916</c:v>
                </c:pt>
                <c:pt idx="41944">
                  <c:v>0.48546296296262881</c:v>
                </c:pt>
                <c:pt idx="41945">
                  <c:v>0.4854745370321325</c:v>
                </c:pt>
                <c:pt idx="41946">
                  <c:v>0.48548611110891216</c:v>
                </c:pt>
                <c:pt idx="41947">
                  <c:v>0.48549768518569181</c:v>
                </c:pt>
                <c:pt idx="41948">
                  <c:v>0.4855092592551955</c:v>
                </c:pt>
                <c:pt idx="41949">
                  <c:v>0.48552083333197515</c:v>
                </c:pt>
                <c:pt idx="41950">
                  <c:v>0.48553240740147885</c:v>
                </c:pt>
                <c:pt idx="41951">
                  <c:v>0.4855439814782585</c:v>
                </c:pt>
                <c:pt idx="41952">
                  <c:v>0.48555555555503815</c:v>
                </c:pt>
                <c:pt idx="41953">
                  <c:v>0.48556712962454185</c:v>
                </c:pt>
                <c:pt idx="41954">
                  <c:v>0.4855787037013215</c:v>
                </c:pt>
                <c:pt idx="41955">
                  <c:v>0.48559027777810115</c:v>
                </c:pt>
                <c:pt idx="41956">
                  <c:v>0.48560185184760485</c:v>
                </c:pt>
                <c:pt idx="41957">
                  <c:v>0.4856134259243845</c:v>
                </c:pt>
                <c:pt idx="41958">
                  <c:v>0.48562500000116415</c:v>
                </c:pt>
                <c:pt idx="41959">
                  <c:v>0.48563657407066785</c:v>
                </c:pt>
                <c:pt idx="41960">
                  <c:v>0.4856481481474475</c:v>
                </c:pt>
                <c:pt idx="41961">
                  <c:v>0.4856597222169512</c:v>
                </c:pt>
                <c:pt idx="41962">
                  <c:v>0.48567129629373085</c:v>
                </c:pt>
                <c:pt idx="41963">
                  <c:v>0.4856828703705105</c:v>
                </c:pt>
                <c:pt idx="41964">
                  <c:v>0.48569444444001419</c:v>
                </c:pt>
                <c:pt idx="41965">
                  <c:v>0.48570601851679385</c:v>
                </c:pt>
                <c:pt idx="41966">
                  <c:v>0.4857175925935735</c:v>
                </c:pt>
                <c:pt idx="41967">
                  <c:v>0.48572916666307719</c:v>
                </c:pt>
                <c:pt idx="41968">
                  <c:v>0.48574074073985685</c:v>
                </c:pt>
                <c:pt idx="41969">
                  <c:v>0.48575231480936054</c:v>
                </c:pt>
                <c:pt idx="41970">
                  <c:v>0.48576388888614019</c:v>
                </c:pt>
                <c:pt idx="41971">
                  <c:v>0.48577546296291985</c:v>
                </c:pt>
                <c:pt idx="41972">
                  <c:v>0.48578703703242354</c:v>
                </c:pt>
                <c:pt idx="41973">
                  <c:v>0.48579861110920319</c:v>
                </c:pt>
                <c:pt idx="41974">
                  <c:v>0.48581018518598285</c:v>
                </c:pt>
                <c:pt idx="41975">
                  <c:v>0.48582175925548654</c:v>
                </c:pt>
                <c:pt idx="41976">
                  <c:v>0.48583333333226619</c:v>
                </c:pt>
                <c:pt idx="41977">
                  <c:v>0.48584490740176989</c:v>
                </c:pt>
                <c:pt idx="41978">
                  <c:v>0.48585648147854954</c:v>
                </c:pt>
                <c:pt idx="41979">
                  <c:v>0.48586805555532919</c:v>
                </c:pt>
                <c:pt idx="41980">
                  <c:v>0.48587962962483289</c:v>
                </c:pt>
                <c:pt idx="41981">
                  <c:v>0.48589120370161254</c:v>
                </c:pt>
                <c:pt idx="41982">
                  <c:v>0.48590277777839219</c:v>
                </c:pt>
                <c:pt idx="41983">
                  <c:v>0.48591435184789589</c:v>
                </c:pt>
                <c:pt idx="41984">
                  <c:v>0.48592592592467554</c:v>
                </c:pt>
                <c:pt idx="41985">
                  <c:v>0.48593749999417923</c:v>
                </c:pt>
                <c:pt idx="41986">
                  <c:v>0.48594907407095889</c:v>
                </c:pt>
                <c:pt idx="41987">
                  <c:v>0.48596064814773854</c:v>
                </c:pt>
                <c:pt idx="41988">
                  <c:v>0.48597222221724223</c:v>
                </c:pt>
                <c:pt idx="41989">
                  <c:v>0.48598379629402189</c:v>
                </c:pt>
                <c:pt idx="41990">
                  <c:v>0.48599537037080154</c:v>
                </c:pt>
                <c:pt idx="41991">
                  <c:v>0.48600694444030523</c:v>
                </c:pt>
                <c:pt idx="41992">
                  <c:v>0.48601851851708489</c:v>
                </c:pt>
                <c:pt idx="41993">
                  <c:v>0.48603009259386454</c:v>
                </c:pt>
                <c:pt idx="41994">
                  <c:v>0.48604166666336823</c:v>
                </c:pt>
                <c:pt idx="41995">
                  <c:v>0.48605324074014788</c:v>
                </c:pt>
                <c:pt idx="41996">
                  <c:v>0.48606481480965158</c:v>
                </c:pt>
                <c:pt idx="41997">
                  <c:v>0.48607638888643123</c:v>
                </c:pt>
                <c:pt idx="41998">
                  <c:v>0.48608796296321088</c:v>
                </c:pt>
                <c:pt idx="41999">
                  <c:v>0.48609953703271458</c:v>
                </c:pt>
                <c:pt idx="42000">
                  <c:v>0.48611111110949423</c:v>
                </c:pt>
                <c:pt idx="42001">
                  <c:v>0.48612268518627388</c:v>
                </c:pt>
                <c:pt idx="42002">
                  <c:v>0.48613425925577758</c:v>
                </c:pt>
                <c:pt idx="42003">
                  <c:v>0.48614583333255723</c:v>
                </c:pt>
                <c:pt idx="42004">
                  <c:v>0.48615740740206093</c:v>
                </c:pt>
                <c:pt idx="42005">
                  <c:v>0.48616898147884058</c:v>
                </c:pt>
                <c:pt idx="42006">
                  <c:v>0.48618055555562023</c:v>
                </c:pt>
                <c:pt idx="42007">
                  <c:v>0.48619212962512393</c:v>
                </c:pt>
                <c:pt idx="42008">
                  <c:v>0.48620370370190358</c:v>
                </c:pt>
                <c:pt idx="42009">
                  <c:v>0.48621527777868323</c:v>
                </c:pt>
                <c:pt idx="42010">
                  <c:v>0.48622685184818693</c:v>
                </c:pt>
                <c:pt idx="42011">
                  <c:v>0.48623842592496658</c:v>
                </c:pt>
                <c:pt idx="42012">
                  <c:v>0.48624999999447027</c:v>
                </c:pt>
                <c:pt idx="42013">
                  <c:v>0.48626157407124992</c:v>
                </c:pt>
                <c:pt idx="42014">
                  <c:v>0.48627314814802958</c:v>
                </c:pt>
                <c:pt idx="42015">
                  <c:v>0.48628472221753327</c:v>
                </c:pt>
                <c:pt idx="42016">
                  <c:v>0.48629629629431292</c:v>
                </c:pt>
                <c:pt idx="42017">
                  <c:v>0.48630787037109258</c:v>
                </c:pt>
                <c:pt idx="42018">
                  <c:v>0.48631944444059627</c:v>
                </c:pt>
                <c:pt idx="42019">
                  <c:v>0.48633101851737592</c:v>
                </c:pt>
                <c:pt idx="42020">
                  <c:v>0.48634259258687962</c:v>
                </c:pt>
                <c:pt idx="42021">
                  <c:v>0.48635416666365927</c:v>
                </c:pt>
                <c:pt idx="42022">
                  <c:v>0.48636574074043892</c:v>
                </c:pt>
                <c:pt idx="42023">
                  <c:v>0.48637731480994262</c:v>
                </c:pt>
                <c:pt idx="42024">
                  <c:v>0.48638888888672227</c:v>
                </c:pt>
                <c:pt idx="42025">
                  <c:v>0.48640046296350192</c:v>
                </c:pt>
                <c:pt idx="42026">
                  <c:v>0.48641203703300562</c:v>
                </c:pt>
                <c:pt idx="42027">
                  <c:v>0.48642361110978527</c:v>
                </c:pt>
                <c:pt idx="42028">
                  <c:v>0.48643518517928896</c:v>
                </c:pt>
                <c:pt idx="42029">
                  <c:v>0.48644675925606862</c:v>
                </c:pt>
                <c:pt idx="42030">
                  <c:v>0.48645833333284827</c:v>
                </c:pt>
                <c:pt idx="42031">
                  <c:v>0.48646990740235196</c:v>
                </c:pt>
                <c:pt idx="42032">
                  <c:v>0.48648148147913162</c:v>
                </c:pt>
                <c:pt idx="42033">
                  <c:v>0.48649305555591127</c:v>
                </c:pt>
                <c:pt idx="42034">
                  <c:v>0.48650462962541496</c:v>
                </c:pt>
                <c:pt idx="42035">
                  <c:v>0.48651620370219462</c:v>
                </c:pt>
                <c:pt idx="42036">
                  <c:v>0.48652777777897427</c:v>
                </c:pt>
                <c:pt idx="42037">
                  <c:v>0.48653935184847796</c:v>
                </c:pt>
                <c:pt idx="42038">
                  <c:v>0.48655092592525762</c:v>
                </c:pt>
                <c:pt idx="42039">
                  <c:v>0.48656249999476131</c:v>
                </c:pt>
                <c:pt idx="42040">
                  <c:v>0.48657407407154096</c:v>
                </c:pt>
                <c:pt idx="42041">
                  <c:v>0.48658564814832062</c:v>
                </c:pt>
                <c:pt idx="42042">
                  <c:v>0.48659722221782431</c:v>
                </c:pt>
                <c:pt idx="42043">
                  <c:v>0.48660879629460396</c:v>
                </c:pt>
                <c:pt idx="42044">
                  <c:v>0.48662037037138361</c:v>
                </c:pt>
                <c:pt idx="42045">
                  <c:v>0.48663194444088731</c:v>
                </c:pt>
                <c:pt idx="42046">
                  <c:v>0.48664351851766696</c:v>
                </c:pt>
                <c:pt idx="42047">
                  <c:v>0.48665509258717066</c:v>
                </c:pt>
                <c:pt idx="42048">
                  <c:v>0.48666666666395031</c:v>
                </c:pt>
                <c:pt idx="42049">
                  <c:v>0.48667824074072996</c:v>
                </c:pt>
                <c:pt idx="42050">
                  <c:v>0.48668981481023366</c:v>
                </c:pt>
                <c:pt idx="42051">
                  <c:v>0.48670138888701331</c:v>
                </c:pt>
                <c:pt idx="42052">
                  <c:v>0.48671296296379296</c:v>
                </c:pt>
                <c:pt idx="42053">
                  <c:v>0.48672453703329666</c:v>
                </c:pt>
                <c:pt idx="42054">
                  <c:v>0.48673611111007631</c:v>
                </c:pt>
                <c:pt idx="42055">
                  <c:v>0.48674768517958</c:v>
                </c:pt>
                <c:pt idx="42056">
                  <c:v>0.48675925925635966</c:v>
                </c:pt>
                <c:pt idx="42057">
                  <c:v>0.48677083333313931</c:v>
                </c:pt>
                <c:pt idx="42058">
                  <c:v>0.486782407402643</c:v>
                </c:pt>
                <c:pt idx="42059">
                  <c:v>0.48679398147942265</c:v>
                </c:pt>
                <c:pt idx="42060">
                  <c:v>0.48680555555620231</c:v>
                </c:pt>
                <c:pt idx="42061">
                  <c:v>0.486817129625706</c:v>
                </c:pt>
                <c:pt idx="42062">
                  <c:v>0.48682870370248565</c:v>
                </c:pt>
                <c:pt idx="42063">
                  <c:v>0.48684027777198935</c:v>
                </c:pt>
                <c:pt idx="42064">
                  <c:v>0.486851851848769</c:v>
                </c:pt>
                <c:pt idx="42065">
                  <c:v>0.48686342592554865</c:v>
                </c:pt>
                <c:pt idx="42066">
                  <c:v>0.48687499999505235</c:v>
                </c:pt>
                <c:pt idx="42067">
                  <c:v>0.486886574071832</c:v>
                </c:pt>
                <c:pt idx="42068">
                  <c:v>0.48689814814861165</c:v>
                </c:pt>
                <c:pt idx="42069">
                  <c:v>0.48690972221811535</c:v>
                </c:pt>
                <c:pt idx="42070">
                  <c:v>0.486921296294895</c:v>
                </c:pt>
                <c:pt idx="42071">
                  <c:v>0.48693287037167465</c:v>
                </c:pt>
                <c:pt idx="42072">
                  <c:v>0.48694444444117835</c:v>
                </c:pt>
                <c:pt idx="42073">
                  <c:v>0.486956018517958</c:v>
                </c:pt>
                <c:pt idx="42074">
                  <c:v>0.4869675925874617</c:v>
                </c:pt>
                <c:pt idx="42075">
                  <c:v>0.48697916666424135</c:v>
                </c:pt>
                <c:pt idx="42076">
                  <c:v>0.486990740741021</c:v>
                </c:pt>
                <c:pt idx="42077">
                  <c:v>0.48700231481052469</c:v>
                </c:pt>
                <c:pt idx="42078">
                  <c:v>0.48701388888730435</c:v>
                </c:pt>
                <c:pt idx="42079">
                  <c:v>0.487025462964084</c:v>
                </c:pt>
                <c:pt idx="42080">
                  <c:v>0.48703703703358769</c:v>
                </c:pt>
                <c:pt idx="42081">
                  <c:v>0.48704861111036735</c:v>
                </c:pt>
                <c:pt idx="42082">
                  <c:v>0.48706018517987104</c:v>
                </c:pt>
                <c:pt idx="42083">
                  <c:v>0.48707175925665069</c:v>
                </c:pt>
                <c:pt idx="42084">
                  <c:v>0.48708333333343035</c:v>
                </c:pt>
                <c:pt idx="42085">
                  <c:v>0.48709490740293404</c:v>
                </c:pt>
                <c:pt idx="42086">
                  <c:v>0.48710648147971369</c:v>
                </c:pt>
                <c:pt idx="42087">
                  <c:v>0.48711805555649335</c:v>
                </c:pt>
                <c:pt idx="42088">
                  <c:v>0.48712962962599704</c:v>
                </c:pt>
                <c:pt idx="42089">
                  <c:v>0.48714120370277669</c:v>
                </c:pt>
                <c:pt idx="42090">
                  <c:v>0.48715277777228039</c:v>
                </c:pt>
                <c:pt idx="42091">
                  <c:v>0.48716435184906004</c:v>
                </c:pt>
                <c:pt idx="42092">
                  <c:v>0.48717592592583969</c:v>
                </c:pt>
                <c:pt idx="42093">
                  <c:v>0.48718749999534339</c:v>
                </c:pt>
                <c:pt idx="42094">
                  <c:v>0.48719907407212304</c:v>
                </c:pt>
                <c:pt idx="42095">
                  <c:v>0.48721064814890269</c:v>
                </c:pt>
                <c:pt idx="42096">
                  <c:v>0.48722222221840639</c:v>
                </c:pt>
                <c:pt idx="42097">
                  <c:v>0.48723379629518604</c:v>
                </c:pt>
                <c:pt idx="42098">
                  <c:v>0.48724537036468973</c:v>
                </c:pt>
                <c:pt idx="42099">
                  <c:v>0.48725694444146939</c:v>
                </c:pt>
                <c:pt idx="42100">
                  <c:v>0.48726851851824904</c:v>
                </c:pt>
                <c:pt idx="42101">
                  <c:v>0.48728009258775273</c:v>
                </c:pt>
                <c:pt idx="42102">
                  <c:v>0.48729166666453239</c:v>
                </c:pt>
                <c:pt idx="42103">
                  <c:v>0.48730324074131204</c:v>
                </c:pt>
                <c:pt idx="42104">
                  <c:v>0.48731481481081573</c:v>
                </c:pt>
                <c:pt idx="42105">
                  <c:v>0.48732638888759539</c:v>
                </c:pt>
                <c:pt idx="42106">
                  <c:v>0.48733796295709908</c:v>
                </c:pt>
                <c:pt idx="42107">
                  <c:v>0.48734953703387873</c:v>
                </c:pt>
                <c:pt idx="42108">
                  <c:v>0.48736111111065838</c:v>
                </c:pt>
                <c:pt idx="42109">
                  <c:v>0.48737268518016208</c:v>
                </c:pt>
                <c:pt idx="42110">
                  <c:v>0.48738425925694173</c:v>
                </c:pt>
                <c:pt idx="42111">
                  <c:v>0.48739583333372138</c:v>
                </c:pt>
                <c:pt idx="42112">
                  <c:v>0.48740740740322508</c:v>
                </c:pt>
                <c:pt idx="42113">
                  <c:v>0.48741898148000473</c:v>
                </c:pt>
                <c:pt idx="42114">
                  <c:v>0.48743055555678438</c:v>
                </c:pt>
                <c:pt idx="42115">
                  <c:v>0.48744212962628808</c:v>
                </c:pt>
                <c:pt idx="42116">
                  <c:v>0.48745370370306773</c:v>
                </c:pt>
                <c:pt idx="42117">
                  <c:v>0.48746527777257143</c:v>
                </c:pt>
                <c:pt idx="42118">
                  <c:v>0.48747685184935108</c:v>
                </c:pt>
                <c:pt idx="42119">
                  <c:v>0.48748842592613073</c:v>
                </c:pt>
                <c:pt idx="42120">
                  <c:v>0.48749999999563443</c:v>
                </c:pt>
                <c:pt idx="42121">
                  <c:v>0.48751157407241408</c:v>
                </c:pt>
                <c:pt idx="42122">
                  <c:v>0.48752314814919373</c:v>
                </c:pt>
                <c:pt idx="42123">
                  <c:v>0.48753472221869742</c:v>
                </c:pt>
                <c:pt idx="42124">
                  <c:v>0.48754629629547708</c:v>
                </c:pt>
                <c:pt idx="42125">
                  <c:v>0.48755787036498077</c:v>
                </c:pt>
                <c:pt idx="42126">
                  <c:v>0.48756944444176042</c:v>
                </c:pt>
                <c:pt idx="42127">
                  <c:v>0.48758101851854008</c:v>
                </c:pt>
                <c:pt idx="42128">
                  <c:v>0.48759259258804377</c:v>
                </c:pt>
                <c:pt idx="42129">
                  <c:v>0.48760416666482342</c:v>
                </c:pt>
                <c:pt idx="42130">
                  <c:v>0.48761574074160308</c:v>
                </c:pt>
                <c:pt idx="42131">
                  <c:v>0.48762731481110677</c:v>
                </c:pt>
                <c:pt idx="42132">
                  <c:v>0.48763888888788642</c:v>
                </c:pt>
                <c:pt idx="42133">
                  <c:v>0.48765046295739012</c:v>
                </c:pt>
                <c:pt idx="42134">
                  <c:v>0.48766203703416977</c:v>
                </c:pt>
                <c:pt idx="42135">
                  <c:v>0.48767361111094942</c:v>
                </c:pt>
                <c:pt idx="42136">
                  <c:v>0.48768518518045312</c:v>
                </c:pt>
                <c:pt idx="42137">
                  <c:v>0.48769675925723277</c:v>
                </c:pt>
                <c:pt idx="42138">
                  <c:v>0.48770833333401242</c:v>
                </c:pt>
                <c:pt idx="42139">
                  <c:v>0.48771990740351612</c:v>
                </c:pt>
                <c:pt idx="42140">
                  <c:v>0.48773148148029577</c:v>
                </c:pt>
                <c:pt idx="42141">
                  <c:v>0.48774305554979946</c:v>
                </c:pt>
                <c:pt idx="42142">
                  <c:v>0.48775462962657912</c:v>
                </c:pt>
                <c:pt idx="42143">
                  <c:v>0.48776620370335877</c:v>
                </c:pt>
                <c:pt idx="42144">
                  <c:v>0.48777777777286246</c:v>
                </c:pt>
                <c:pt idx="42145">
                  <c:v>0.48778935184964212</c:v>
                </c:pt>
                <c:pt idx="42146">
                  <c:v>0.48780092592642177</c:v>
                </c:pt>
                <c:pt idx="42147">
                  <c:v>0.48781249999592546</c:v>
                </c:pt>
                <c:pt idx="42148">
                  <c:v>0.48782407407270512</c:v>
                </c:pt>
                <c:pt idx="42149">
                  <c:v>0.48783564814948477</c:v>
                </c:pt>
                <c:pt idx="42150">
                  <c:v>0.48784722221898846</c:v>
                </c:pt>
                <c:pt idx="42151">
                  <c:v>0.48785879629576812</c:v>
                </c:pt>
                <c:pt idx="42152">
                  <c:v>0.48787037036527181</c:v>
                </c:pt>
                <c:pt idx="42153">
                  <c:v>0.48788194444205146</c:v>
                </c:pt>
                <c:pt idx="42154">
                  <c:v>0.48789351851883112</c:v>
                </c:pt>
                <c:pt idx="42155">
                  <c:v>0.48790509258833481</c:v>
                </c:pt>
                <c:pt idx="42156">
                  <c:v>0.48791666666511446</c:v>
                </c:pt>
                <c:pt idx="42157">
                  <c:v>0.48792824074189411</c:v>
                </c:pt>
                <c:pt idx="42158">
                  <c:v>0.48793981481139781</c:v>
                </c:pt>
                <c:pt idx="42159">
                  <c:v>0.48795138888817746</c:v>
                </c:pt>
                <c:pt idx="42160">
                  <c:v>0.48796296295768116</c:v>
                </c:pt>
                <c:pt idx="42161">
                  <c:v>0.48797453703446081</c:v>
                </c:pt>
                <c:pt idx="42162">
                  <c:v>0.48798611111124046</c:v>
                </c:pt>
                <c:pt idx="42163">
                  <c:v>0.48799768518074416</c:v>
                </c:pt>
                <c:pt idx="42164">
                  <c:v>0.48800925925752381</c:v>
                </c:pt>
                <c:pt idx="42165">
                  <c:v>0.48802083333430346</c:v>
                </c:pt>
                <c:pt idx="42166">
                  <c:v>0.48803240740380716</c:v>
                </c:pt>
                <c:pt idx="42167">
                  <c:v>0.48804398148058681</c:v>
                </c:pt>
                <c:pt idx="42168">
                  <c:v>0.4880555555500905</c:v>
                </c:pt>
                <c:pt idx="42169">
                  <c:v>0.48806712962687016</c:v>
                </c:pt>
                <c:pt idx="42170">
                  <c:v>0.48807870370364981</c:v>
                </c:pt>
                <c:pt idx="42171">
                  <c:v>0.4880902777731535</c:v>
                </c:pt>
                <c:pt idx="42172">
                  <c:v>0.48810185184993315</c:v>
                </c:pt>
                <c:pt idx="42173">
                  <c:v>0.48811342592671281</c:v>
                </c:pt>
                <c:pt idx="42174">
                  <c:v>0.4881249999962165</c:v>
                </c:pt>
                <c:pt idx="42175">
                  <c:v>0.48813657407299615</c:v>
                </c:pt>
                <c:pt idx="42176">
                  <c:v>0.48814814814249985</c:v>
                </c:pt>
                <c:pt idx="42177">
                  <c:v>0.4881597222192795</c:v>
                </c:pt>
                <c:pt idx="42178">
                  <c:v>0.48817129629605915</c:v>
                </c:pt>
                <c:pt idx="42179">
                  <c:v>0.48818287036556285</c:v>
                </c:pt>
                <c:pt idx="42180">
                  <c:v>0.4881944444423425</c:v>
                </c:pt>
                <c:pt idx="42181">
                  <c:v>0.48820601851912215</c:v>
                </c:pt>
                <c:pt idx="42182">
                  <c:v>0.48821759258862585</c:v>
                </c:pt>
                <c:pt idx="42183">
                  <c:v>0.4882291666654055</c:v>
                </c:pt>
                <c:pt idx="42184">
                  <c:v>0.4882407407349092</c:v>
                </c:pt>
                <c:pt idx="42185">
                  <c:v>0.48825231481168885</c:v>
                </c:pt>
                <c:pt idx="42186">
                  <c:v>0.4882638888884685</c:v>
                </c:pt>
                <c:pt idx="42187">
                  <c:v>0.48827546295797219</c:v>
                </c:pt>
                <c:pt idx="42188">
                  <c:v>0.48828703703475185</c:v>
                </c:pt>
                <c:pt idx="42189">
                  <c:v>0.4882986111115315</c:v>
                </c:pt>
                <c:pt idx="42190">
                  <c:v>0.48831018518103519</c:v>
                </c:pt>
                <c:pt idx="42191">
                  <c:v>0.48832175925781485</c:v>
                </c:pt>
                <c:pt idx="42192">
                  <c:v>0.4883333333345945</c:v>
                </c:pt>
                <c:pt idx="42193">
                  <c:v>0.48834490740409819</c:v>
                </c:pt>
                <c:pt idx="42194">
                  <c:v>0.48835648148087785</c:v>
                </c:pt>
                <c:pt idx="42195">
                  <c:v>0.48836805555038154</c:v>
                </c:pt>
                <c:pt idx="42196">
                  <c:v>0.48837962962716119</c:v>
                </c:pt>
                <c:pt idx="42197">
                  <c:v>0.48839120370394085</c:v>
                </c:pt>
                <c:pt idx="42198">
                  <c:v>0.48840277777344454</c:v>
                </c:pt>
                <c:pt idx="42199">
                  <c:v>0.48841435185022419</c:v>
                </c:pt>
                <c:pt idx="42200">
                  <c:v>0.48842592592700385</c:v>
                </c:pt>
                <c:pt idx="42201">
                  <c:v>0.48843749999650754</c:v>
                </c:pt>
                <c:pt idx="42202">
                  <c:v>0.48844907407328719</c:v>
                </c:pt>
                <c:pt idx="42203">
                  <c:v>0.48846064814279089</c:v>
                </c:pt>
                <c:pt idx="42204">
                  <c:v>0.48847222221957054</c:v>
                </c:pt>
                <c:pt idx="42205">
                  <c:v>0.48848379629635019</c:v>
                </c:pt>
                <c:pt idx="42206">
                  <c:v>0.48849537036585389</c:v>
                </c:pt>
                <c:pt idx="42207">
                  <c:v>0.48850694444263354</c:v>
                </c:pt>
                <c:pt idx="42208">
                  <c:v>0.48851851851941319</c:v>
                </c:pt>
                <c:pt idx="42209">
                  <c:v>0.48853009258891689</c:v>
                </c:pt>
                <c:pt idx="42210">
                  <c:v>0.48854166666569654</c:v>
                </c:pt>
                <c:pt idx="42211">
                  <c:v>0.48855324073520023</c:v>
                </c:pt>
                <c:pt idx="42212">
                  <c:v>0.48856481481197989</c:v>
                </c:pt>
                <c:pt idx="42213">
                  <c:v>0.48857638888875954</c:v>
                </c:pt>
                <c:pt idx="42214">
                  <c:v>0.48858796295826323</c:v>
                </c:pt>
                <c:pt idx="42215">
                  <c:v>0.48859953703504289</c:v>
                </c:pt>
                <c:pt idx="42216">
                  <c:v>0.48861111111182254</c:v>
                </c:pt>
                <c:pt idx="42217">
                  <c:v>0.48862268518132623</c:v>
                </c:pt>
                <c:pt idx="42218">
                  <c:v>0.48863425925810589</c:v>
                </c:pt>
                <c:pt idx="42219">
                  <c:v>0.48864583332760958</c:v>
                </c:pt>
                <c:pt idx="42220">
                  <c:v>0.48865740740438923</c:v>
                </c:pt>
                <c:pt idx="42221">
                  <c:v>0.48866898148116888</c:v>
                </c:pt>
                <c:pt idx="42222">
                  <c:v>0.48868055555067258</c:v>
                </c:pt>
                <c:pt idx="42223">
                  <c:v>0.48869212962745223</c:v>
                </c:pt>
                <c:pt idx="42224">
                  <c:v>0.48870370370423188</c:v>
                </c:pt>
                <c:pt idx="42225">
                  <c:v>0.48871527777373558</c:v>
                </c:pt>
                <c:pt idx="42226">
                  <c:v>0.48872685185051523</c:v>
                </c:pt>
                <c:pt idx="42227">
                  <c:v>0.48873842592001893</c:v>
                </c:pt>
                <c:pt idx="42228">
                  <c:v>0.48874999999679858</c:v>
                </c:pt>
                <c:pt idx="42229">
                  <c:v>0.48876157407357823</c:v>
                </c:pt>
                <c:pt idx="42230">
                  <c:v>0.48877314814308193</c:v>
                </c:pt>
                <c:pt idx="42231">
                  <c:v>0.48878472221986158</c:v>
                </c:pt>
                <c:pt idx="42232">
                  <c:v>0.48879629629664123</c:v>
                </c:pt>
                <c:pt idx="42233">
                  <c:v>0.48880787036614493</c:v>
                </c:pt>
                <c:pt idx="42234">
                  <c:v>0.48881944444292458</c:v>
                </c:pt>
                <c:pt idx="42235">
                  <c:v>0.48883101851970423</c:v>
                </c:pt>
                <c:pt idx="42236">
                  <c:v>0.48884259258920792</c:v>
                </c:pt>
                <c:pt idx="42237">
                  <c:v>0.48885416666598758</c:v>
                </c:pt>
                <c:pt idx="42238">
                  <c:v>0.48886574073549127</c:v>
                </c:pt>
                <c:pt idx="42239">
                  <c:v>0.48887731481227092</c:v>
                </c:pt>
                <c:pt idx="42240">
                  <c:v>0.48888888888905058</c:v>
                </c:pt>
                <c:pt idx="42241">
                  <c:v>0.48890046295855427</c:v>
                </c:pt>
                <c:pt idx="42242">
                  <c:v>0.48891203703533392</c:v>
                </c:pt>
                <c:pt idx="42243">
                  <c:v>0.48892361111211358</c:v>
                </c:pt>
                <c:pt idx="42244">
                  <c:v>0.48893518518161727</c:v>
                </c:pt>
                <c:pt idx="42245">
                  <c:v>0.48894675925839692</c:v>
                </c:pt>
                <c:pt idx="42246">
                  <c:v>0.48895833332790062</c:v>
                </c:pt>
                <c:pt idx="42247">
                  <c:v>0.48896990740468027</c:v>
                </c:pt>
                <c:pt idx="42248">
                  <c:v>0.48898148148145992</c:v>
                </c:pt>
                <c:pt idx="42249">
                  <c:v>0.48899305555096362</c:v>
                </c:pt>
                <c:pt idx="42250">
                  <c:v>0.48900462962774327</c:v>
                </c:pt>
                <c:pt idx="42251">
                  <c:v>0.48901620370452292</c:v>
                </c:pt>
                <c:pt idx="42252">
                  <c:v>0.48902777777402662</c:v>
                </c:pt>
                <c:pt idx="42253">
                  <c:v>0.48903935185080627</c:v>
                </c:pt>
                <c:pt idx="42254">
                  <c:v>0.48905092592030996</c:v>
                </c:pt>
                <c:pt idx="42255">
                  <c:v>0.48906249999708962</c:v>
                </c:pt>
                <c:pt idx="42256">
                  <c:v>0.48907407407386927</c:v>
                </c:pt>
                <c:pt idx="42257">
                  <c:v>0.48908564814337296</c:v>
                </c:pt>
                <c:pt idx="42258">
                  <c:v>0.48909722222015262</c:v>
                </c:pt>
                <c:pt idx="42259">
                  <c:v>0.48910879629693227</c:v>
                </c:pt>
                <c:pt idx="42260">
                  <c:v>0.48912037036643596</c:v>
                </c:pt>
                <c:pt idx="42261">
                  <c:v>0.48913194444321562</c:v>
                </c:pt>
                <c:pt idx="42262">
                  <c:v>0.48914351851271931</c:v>
                </c:pt>
                <c:pt idx="42263">
                  <c:v>0.48915509258949896</c:v>
                </c:pt>
                <c:pt idx="42264">
                  <c:v>0.48916666666627862</c:v>
                </c:pt>
                <c:pt idx="42265">
                  <c:v>0.48917824073578231</c:v>
                </c:pt>
                <c:pt idx="42266">
                  <c:v>0.48918981481256196</c:v>
                </c:pt>
                <c:pt idx="42267">
                  <c:v>0.48920138888934162</c:v>
                </c:pt>
                <c:pt idx="42268">
                  <c:v>0.48921296295884531</c:v>
                </c:pt>
                <c:pt idx="42269">
                  <c:v>0.48922453703562496</c:v>
                </c:pt>
                <c:pt idx="42270">
                  <c:v>0.48923611111240461</c:v>
                </c:pt>
                <c:pt idx="42271">
                  <c:v>0.48924768518190831</c:v>
                </c:pt>
                <c:pt idx="42272">
                  <c:v>0.48925925925868796</c:v>
                </c:pt>
                <c:pt idx="42273">
                  <c:v>0.48927083332819166</c:v>
                </c:pt>
                <c:pt idx="42274">
                  <c:v>0.48928240740497131</c:v>
                </c:pt>
                <c:pt idx="42275">
                  <c:v>0.48929398148175096</c:v>
                </c:pt>
                <c:pt idx="42276">
                  <c:v>0.48930555555125466</c:v>
                </c:pt>
                <c:pt idx="42277">
                  <c:v>0.48931712962803431</c:v>
                </c:pt>
                <c:pt idx="42278">
                  <c:v>0.48932870370481396</c:v>
                </c:pt>
                <c:pt idx="42279">
                  <c:v>0.48934027777431766</c:v>
                </c:pt>
                <c:pt idx="42280">
                  <c:v>0.48935185185109731</c:v>
                </c:pt>
                <c:pt idx="42281">
                  <c:v>0.489363425920601</c:v>
                </c:pt>
                <c:pt idx="42282">
                  <c:v>0.48937499999738066</c:v>
                </c:pt>
                <c:pt idx="42283">
                  <c:v>0.48938657407416031</c:v>
                </c:pt>
                <c:pt idx="42284">
                  <c:v>0.489398148143664</c:v>
                </c:pt>
                <c:pt idx="42285">
                  <c:v>0.48940972222044365</c:v>
                </c:pt>
                <c:pt idx="42286">
                  <c:v>0.48942129629722331</c:v>
                </c:pt>
                <c:pt idx="42287">
                  <c:v>0.489432870366727</c:v>
                </c:pt>
                <c:pt idx="42288">
                  <c:v>0.48944444444350665</c:v>
                </c:pt>
                <c:pt idx="42289">
                  <c:v>0.48945601851301035</c:v>
                </c:pt>
                <c:pt idx="42290">
                  <c:v>0.48946759258979</c:v>
                </c:pt>
                <c:pt idx="42291">
                  <c:v>0.48947916666656965</c:v>
                </c:pt>
                <c:pt idx="42292">
                  <c:v>0.48949074073607335</c:v>
                </c:pt>
                <c:pt idx="42293">
                  <c:v>0.489502314812853</c:v>
                </c:pt>
                <c:pt idx="42294">
                  <c:v>0.48951388888963265</c:v>
                </c:pt>
                <c:pt idx="42295">
                  <c:v>0.48952546295913635</c:v>
                </c:pt>
                <c:pt idx="42296">
                  <c:v>0.489537037035916</c:v>
                </c:pt>
                <c:pt idx="42297">
                  <c:v>0.4895486111054197</c:v>
                </c:pt>
                <c:pt idx="42298">
                  <c:v>0.48956018518219935</c:v>
                </c:pt>
                <c:pt idx="42299">
                  <c:v>0.489571759258979</c:v>
                </c:pt>
                <c:pt idx="42300">
                  <c:v>0.48958333332848269</c:v>
                </c:pt>
                <c:pt idx="42301">
                  <c:v>0.48959490740526235</c:v>
                </c:pt>
                <c:pt idx="42302">
                  <c:v>0.489606481482042</c:v>
                </c:pt>
                <c:pt idx="42303">
                  <c:v>0.48961805555154569</c:v>
                </c:pt>
                <c:pt idx="42304">
                  <c:v>0.48962962962832535</c:v>
                </c:pt>
                <c:pt idx="42305">
                  <c:v>0.48964120369782904</c:v>
                </c:pt>
                <c:pt idx="42306">
                  <c:v>0.48965277777460869</c:v>
                </c:pt>
                <c:pt idx="42307">
                  <c:v>0.48966435185138835</c:v>
                </c:pt>
                <c:pt idx="42308">
                  <c:v>0.48967592592089204</c:v>
                </c:pt>
                <c:pt idx="42309">
                  <c:v>0.48968749999767169</c:v>
                </c:pt>
                <c:pt idx="42310">
                  <c:v>0.48969907407445135</c:v>
                </c:pt>
                <c:pt idx="42311">
                  <c:v>0.48971064814395504</c:v>
                </c:pt>
                <c:pt idx="42312">
                  <c:v>0.48972222222073469</c:v>
                </c:pt>
                <c:pt idx="42313">
                  <c:v>0.48973379629751435</c:v>
                </c:pt>
                <c:pt idx="42314">
                  <c:v>0.48974537036701804</c:v>
                </c:pt>
                <c:pt idx="42315">
                  <c:v>0.48975694444379769</c:v>
                </c:pt>
                <c:pt idx="42316">
                  <c:v>0.48976851851330139</c:v>
                </c:pt>
                <c:pt idx="42317">
                  <c:v>0.48978009259008104</c:v>
                </c:pt>
                <c:pt idx="42318">
                  <c:v>0.48979166666686069</c:v>
                </c:pt>
                <c:pt idx="42319">
                  <c:v>0.48980324073636439</c:v>
                </c:pt>
                <c:pt idx="42320">
                  <c:v>0.48981481481314404</c:v>
                </c:pt>
                <c:pt idx="42321">
                  <c:v>0.48982638888992369</c:v>
                </c:pt>
                <c:pt idx="42322">
                  <c:v>0.48983796295942739</c:v>
                </c:pt>
                <c:pt idx="42323">
                  <c:v>0.48984953703620704</c:v>
                </c:pt>
                <c:pt idx="42324">
                  <c:v>0.48986111110571073</c:v>
                </c:pt>
                <c:pt idx="42325">
                  <c:v>0.48987268518249039</c:v>
                </c:pt>
                <c:pt idx="42326">
                  <c:v>0.48988425925927004</c:v>
                </c:pt>
                <c:pt idx="42327">
                  <c:v>0.48989583332877373</c:v>
                </c:pt>
                <c:pt idx="42328">
                  <c:v>0.48990740740555339</c:v>
                </c:pt>
                <c:pt idx="42329">
                  <c:v>0.48991898148233304</c:v>
                </c:pt>
                <c:pt idx="42330">
                  <c:v>0.48993055555183673</c:v>
                </c:pt>
                <c:pt idx="42331">
                  <c:v>0.48994212962861639</c:v>
                </c:pt>
                <c:pt idx="42332">
                  <c:v>0.48995370369812008</c:v>
                </c:pt>
                <c:pt idx="42333">
                  <c:v>0.48996527777489973</c:v>
                </c:pt>
                <c:pt idx="42334">
                  <c:v>0.48997685185167938</c:v>
                </c:pt>
                <c:pt idx="42335">
                  <c:v>0.48998842592118308</c:v>
                </c:pt>
                <c:pt idx="42336">
                  <c:v>0.48999999999796273</c:v>
                </c:pt>
                <c:pt idx="42337">
                  <c:v>0.49001157407474238</c:v>
                </c:pt>
                <c:pt idx="42338">
                  <c:v>0.49002314814424608</c:v>
                </c:pt>
                <c:pt idx="42339">
                  <c:v>0.49003472222102573</c:v>
                </c:pt>
                <c:pt idx="42340">
                  <c:v>0.49004629629052943</c:v>
                </c:pt>
                <c:pt idx="42341">
                  <c:v>0.49005787036730908</c:v>
                </c:pt>
                <c:pt idx="42342">
                  <c:v>0.49006944444408873</c:v>
                </c:pt>
                <c:pt idx="42343">
                  <c:v>0.49008101851359243</c:v>
                </c:pt>
                <c:pt idx="42344">
                  <c:v>0.49009259259037208</c:v>
                </c:pt>
                <c:pt idx="42345">
                  <c:v>0.49010416666715173</c:v>
                </c:pt>
                <c:pt idx="42346">
                  <c:v>0.49011574073665543</c:v>
                </c:pt>
                <c:pt idx="42347">
                  <c:v>0.49012731481343508</c:v>
                </c:pt>
                <c:pt idx="42348">
                  <c:v>0.49013888889021473</c:v>
                </c:pt>
                <c:pt idx="42349">
                  <c:v>0.49015046295971842</c:v>
                </c:pt>
                <c:pt idx="42350">
                  <c:v>0.49016203703649808</c:v>
                </c:pt>
                <c:pt idx="42351">
                  <c:v>0.49017361110600177</c:v>
                </c:pt>
                <c:pt idx="42352">
                  <c:v>0.49018518518278142</c:v>
                </c:pt>
                <c:pt idx="42353">
                  <c:v>0.49019675925956108</c:v>
                </c:pt>
                <c:pt idx="42354">
                  <c:v>0.49020833332906477</c:v>
                </c:pt>
                <c:pt idx="42355">
                  <c:v>0.49021990740584442</c:v>
                </c:pt>
                <c:pt idx="42356">
                  <c:v>0.49023148148262408</c:v>
                </c:pt>
                <c:pt idx="42357">
                  <c:v>0.49024305555212777</c:v>
                </c:pt>
                <c:pt idx="42358">
                  <c:v>0.49025462962890742</c:v>
                </c:pt>
                <c:pt idx="42359">
                  <c:v>0.49026620369841112</c:v>
                </c:pt>
                <c:pt idx="42360">
                  <c:v>0.49027777777519077</c:v>
                </c:pt>
                <c:pt idx="42361">
                  <c:v>0.49028935185197042</c:v>
                </c:pt>
                <c:pt idx="42362">
                  <c:v>0.49030092592147412</c:v>
                </c:pt>
                <c:pt idx="42363">
                  <c:v>0.49031249999825377</c:v>
                </c:pt>
                <c:pt idx="42364">
                  <c:v>0.49032407407503342</c:v>
                </c:pt>
                <c:pt idx="42365">
                  <c:v>0.49033564814453712</c:v>
                </c:pt>
                <c:pt idx="42366">
                  <c:v>0.49034722222131677</c:v>
                </c:pt>
                <c:pt idx="42367">
                  <c:v>0.49035879629082046</c:v>
                </c:pt>
                <c:pt idx="42368">
                  <c:v>0.49037037036760012</c:v>
                </c:pt>
                <c:pt idx="42369">
                  <c:v>0.49038194444437977</c:v>
                </c:pt>
                <c:pt idx="42370">
                  <c:v>0.49039351851388346</c:v>
                </c:pt>
                <c:pt idx="42371">
                  <c:v>0.49040509259066312</c:v>
                </c:pt>
                <c:pt idx="42372">
                  <c:v>0.49041666666744277</c:v>
                </c:pt>
                <c:pt idx="42373">
                  <c:v>0.49042824073694646</c:v>
                </c:pt>
                <c:pt idx="42374">
                  <c:v>0.49043981481372612</c:v>
                </c:pt>
                <c:pt idx="42375">
                  <c:v>0.49045138888322981</c:v>
                </c:pt>
                <c:pt idx="42376">
                  <c:v>0.49046296296000946</c:v>
                </c:pt>
                <c:pt idx="42377">
                  <c:v>0.49047453703678912</c:v>
                </c:pt>
                <c:pt idx="42378">
                  <c:v>0.49048611110629281</c:v>
                </c:pt>
                <c:pt idx="42379">
                  <c:v>0.49049768518307246</c:v>
                </c:pt>
                <c:pt idx="42380">
                  <c:v>0.49050925925985212</c:v>
                </c:pt>
                <c:pt idx="42381">
                  <c:v>0.49052083332935581</c:v>
                </c:pt>
                <c:pt idx="42382">
                  <c:v>0.49053240740613546</c:v>
                </c:pt>
                <c:pt idx="42383">
                  <c:v>0.49054398147563916</c:v>
                </c:pt>
                <c:pt idx="42384">
                  <c:v>0.49055555555241881</c:v>
                </c:pt>
                <c:pt idx="42385">
                  <c:v>0.49056712962919846</c:v>
                </c:pt>
                <c:pt idx="42386">
                  <c:v>0.49057870369870216</c:v>
                </c:pt>
                <c:pt idx="42387">
                  <c:v>0.49059027777548181</c:v>
                </c:pt>
                <c:pt idx="42388">
                  <c:v>0.49060185185226146</c:v>
                </c:pt>
                <c:pt idx="42389">
                  <c:v>0.49061342592176516</c:v>
                </c:pt>
                <c:pt idx="42390">
                  <c:v>0.49062499999854481</c:v>
                </c:pt>
                <c:pt idx="42391">
                  <c:v>0.49063657407532446</c:v>
                </c:pt>
                <c:pt idx="42392">
                  <c:v>0.49064814814482816</c:v>
                </c:pt>
                <c:pt idx="42393">
                  <c:v>0.49065972222160781</c:v>
                </c:pt>
                <c:pt idx="42394">
                  <c:v>0.4906712962911115</c:v>
                </c:pt>
                <c:pt idx="42395">
                  <c:v>0.49068287036789116</c:v>
                </c:pt>
                <c:pt idx="42396">
                  <c:v>0.49069444444467081</c:v>
                </c:pt>
                <c:pt idx="42397">
                  <c:v>0.4907060185141745</c:v>
                </c:pt>
                <c:pt idx="42398">
                  <c:v>0.49071759259095415</c:v>
                </c:pt>
                <c:pt idx="42399">
                  <c:v>0.49072916666773381</c:v>
                </c:pt>
                <c:pt idx="42400">
                  <c:v>0.4907407407372375</c:v>
                </c:pt>
                <c:pt idx="42401">
                  <c:v>0.49075231481401715</c:v>
                </c:pt>
                <c:pt idx="42402">
                  <c:v>0.49076388888352085</c:v>
                </c:pt>
                <c:pt idx="42403">
                  <c:v>0.4907754629603005</c:v>
                </c:pt>
                <c:pt idx="42404">
                  <c:v>0.49078703703708015</c:v>
                </c:pt>
                <c:pt idx="42405">
                  <c:v>0.49079861110658385</c:v>
                </c:pt>
                <c:pt idx="42406">
                  <c:v>0.4908101851833635</c:v>
                </c:pt>
                <c:pt idx="42407">
                  <c:v>0.49082175926014315</c:v>
                </c:pt>
                <c:pt idx="42408">
                  <c:v>0.49083333332964685</c:v>
                </c:pt>
                <c:pt idx="42409">
                  <c:v>0.4908449074064265</c:v>
                </c:pt>
                <c:pt idx="42410">
                  <c:v>0.4908564814759302</c:v>
                </c:pt>
                <c:pt idx="42411">
                  <c:v>0.49086805555270985</c:v>
                </c:pt>
                <c:pt idx="42412">
                  <c:v>0.4908796296294895</c:v>
                </c:pt>
                <c:pt idx="42413">
                  <c:v>0.49089120369899319</c:v>
                </c:pt>
                <c:pt idx="42414">
                  <c:v>0.49090277777577285</c:v>
                </c:pt>
                <c:pt idx="42415">
                  <c:v>0.4909143518525525</c:v>
                </c:pt>
                <c:pt idx="42416">
                  <c:v>0.49092592592205619</c:v>
                </c:pt>
                <c:pt idx="42417">
                  <c:v>0.49093749999883585</c:v>
                </c:pt>
                <c:pt idx="42418">
                  <c:v>0.49094907406833954</c:v>
                </c:pt>
                <c:pt idx="42419">
                  <c:v>0.49096064814511919</c:v>
                </c:pt>
                <c:pt idx="42420">
                  <c:v>0.49097222222189885</c:v>
                </c:pt>
                <c:pt idx="42421">
                  <c:v>0.49098379629140254</c:v>
                </c:pt>
                <c:pt idx="42422">
                  <c:v>0.49099537036818219</c:v>
                </c:pt>
                <c:pt idx="42423">
                  <c:v>0.49100694444496185</c:v>
                </c:pt>
                <c:pt idx="42424">
                  <c:v>0.49101851851446554</c:v>
                </c:pt>
                <c:pt idx="42425">
                  <c:v>0.49103009259124519</c:v>
                </c:pt>
                <c:pt idx="42426">
                  <c:v>0.49104166666074889</c:v>
                </c:pt>
                <c:pt idx="42427">
                  <c:v>0.49105324073752854</c:v>
                </c:pt>
                <c:pt idx="42428">
                  <c:v>0.49106481481430819</c:v>
                </c:pt>
                <c:pt idx="42429">
                  <c:v>0.49107638888381189</c:v>
                </c:pt>
                <c:pt idx="42430">
                  <c:v>0.49108796296059154</c:v>
                </c:pt>
                <c:pt idx="42431">
                  <c:v>0.49109953703737119</c:v>
                </c:pt>
                <c:pt idx="42432">
                  <c:v>0.49111111110687489</c:v>
                </c:pt>
                <c:pt idx="42433">
                  <c:v>0.49112268518365454</c:v>
                </c:pt>
                <c:pt idx="42434">
                  <c:v>0.49113425926043419</c:v>
                </c:pt>
                <c:pt idx="42435">
                  <c:v>0.49114583332993789</c:v>
                </c:pt>
                <c:pt idx="42436">
                  <c:v>0.49115740740671754</c:v>
                </c:pt>
                <c:pt idx="42437">
                  <c:v>0.49116898147622123</c:v>
                </c:pt>
                <c:pt idx="42438">
                  <c:v>0.49118055555300089</c:v>
                </c:pt>
                <c:pt idx="42439">
                  <c:v>0.49119212962978054</c:v>
                </c:pt>
                <c:pt idx="42440">
                  <c:v>0.49120370369928423</c:v>
                </c:pt>
                <c:pt idx="42441">
                  <c:v>0.49121527777606389</c:v>
                </c:pt>
                <c:pt idx="42442">
                  <c:v>0.49122685185284354</c:v>
                </c:pt>
                <c:pt idx="42443">
                  <c:v>0.49123842592234723</c:v>
                </c:pt>
                <c:pt idx="42444">
                  <c:v>0.49124999999912689</c:v>
                </c:pt>
                <c:pt idx="42445">
                  <c:v>0.49126157406863058</c:v>
                </c:pt>
                <c:pt idx="42446">
                  <c:v>0.49127314814541023</c:v>
                </c:pt>
                <c:pt idx="42447">
                  <c:v>0.49128472222218988</c:v>
                </c:pt>
                <c:pt idx="42448">
                  <c:v>0.49129629629169358</c:v>
                </c:pt>
                <c:pt idx="42449">
                  <c:v>0.49130787036847323</c:v>
                </c:pt>
                <c:pt idx="42450">
                  <c:v>0.49131944444525288</c:v>
                </c:pt>
                <c:pt idx="42451">
                  <c:v>0.49133101851475658</c:v>
                </c:pt>
                <c:pt idx="42452">
                  <c:v>0.49134259259153623</c:v>
                </c:pt>
                <c:pt idx="42453">
                  <c:v>0.49135416666103993</c:v>
                </c:pt>
                <c:pt idx="42454">
                  <c:v>0.49136574073781958</c:v>
                </c:pt>
                <c:pt idx="42455">
                  <c:v>0.49137731481459923</c:v>
                </c:pt>
                <c:pt idx="42456">
                  <c:v>0.49138888888410293</c:v>
                </c:pt>
                <c:pt idx="42457">
                  <c:v>0.49140046296088258</c:v>
                </c:pt>
                <c:pt idx="42458">
                  <c:v>0.49141203703766223</c:v>
                </c:pt>
                <c:pt idx="42459">
                  <c:v>0.49142361110716593</c:v>
                </c:pt>
                <c:pt idx="42460">
                  <c:v>0.49143518518394558</c:v>
                </c:pt>
                <c:pt idx="42461">
                  <c:v>0.49144675925344927</c:v>
                </c:pt>
                <c:pt idx="42462">
                  <c:v>0.49145833333022892</c:v>
                </c:pt>
                <c:pt idx="42463">
                  <c:v>0.49146990740700858</c:v>
                </c:pt>
                <c:pt idx="42464">
                  <c:v>0.49148148147651227</c:v>
                </c:pt>
                <c:pt idx="42465">
                  <c:v>0.49149305555329192</c:v>
                </c:pt>
                <c:pt idx="42466">
                  <c:v>0.49150462963007158</c:v>
                </c:pt>
                <c:pt idx="42467">
                  <c:v>0.49151620369957527</c:v>
                </c:pt>
                <c:pt idx="42468">
                  <c:v>0.49152777777635492</c:v>
                </c:pt>
                <c:pt idx="42469">
                  <c:v>0.49153935185313458</c:v>
                </c:pt>
                <c:pt idx="42470">
                  <c:v>0.49155092592263827</c:v>
                </c:pt>
                <c:pt idx="42471">
                  <c:v>0.49156249999941792</c:v>
                </c:pt>
                <c:pt idx="42472">
                  <c:v>0.49157407406892162</c:v>
                </c:pt>
                <c:pt idx="42473">
                  <c:v>0.49158564814570127</c:v>
                </c:pt>
                <c:pt idx="42474">
                  <c:v>0.49159722222248092</c:v>
                </c:pt>
                <c:pt idx="42475">
                  <c:v>0.49160879629198462</c:v>
                </c:pt>
                <c:pt idx="42476">
                  <c:v>0.49162037036876427</c:v>
                </c:pt>
                <c:pt idx="42477">
                  <c:v>0.49163194444554392</c:v>
                </c:pt>
                <c:pt idx="42478">
                  <c:v>0.49164351851504762</c:v>
                </c:pt>
                <c:pt idx="42479">
                  <c:v>0.49165509259182727</c:v>
                </c:pt>
                <c:pt idx="42480">
                  <c:v>0.49166666666133096</c:v>
                </c:pt>
                <c:pt idx="42481">
                  <c:v>0.49167824073811062</c:v>
                </c:pt>
                <c:pt idx="42482">
                  <c:v>0.49168981481489027</c:v>
                </c:pt>
                <c:pt idx="42483">
                  <c:v>0.49170138888439396</c:v>
                </c:pt>
                <c:pt idx="42484">
                  <c:v>0.49171296296117362</c:v>
                </c:pt>
                <c:pt idx="42485">
                  <c:v>0.49172453703795327</c:v>
                </c:pt>
                <c:pt idx="42486">
                  <c:v>0.49173611110745696</c:v>
                </c:pt>
                <c:pt idx="42487">
                  <c:v>0.49174768518423662</c:v>
                </c:pt>
                <c:pt idx="42488">
                  <c:v>0.49175925925374031</c:v>
                </c:pt>
                <c:pt idx="42489">
                  <c:v>0.49177083333051996</c:v>
                </c:pt>
                <c:pt idx="42490">
                  <c:v>0.49178240740729962</c:v>
                </c:pt>
                <c:pt idx="42491">
                  <c:v>0.49179398147680331</c:v>
                </c:pt>
                <c:pt idx="42492">
                  <c:v>0.49180555555358296</c:v>
                </c:pt>
                <c:pt idx="42493">
                  <c:v>0.49181712963036261</c:v>
                </c:pt>
                <c:pt idx="42494">
                  <c:v>0.49182870369986631</c:v>
                </c:pt>
                <c:pt idx="42495">
                  <c:v>0.49184027777664596</c:v>
                </c:pt>
                <c:pt idx="42496">
                  <c:v>0.49185185184614966</c:v>
                </c:pt>
                <c:pt idx="42497">
                  <c:v>0.49186342592292931</c:v>
                </c:pt>
                <c:pt idx="42498">
                  <c:v>0.49187499999970896</c:v>
                </c:pt>
                <c:pt idx="42499">
                  <c:v>0.49188657406921266</c:v>
                </c:pt>
                <c:pt idx="42500">
                  <c:v>0.49189814814599231</c:v>
                </c:pt>
                <c:pt idx="42501">
                  <c:v>0.49190972222277196</c:v>
                </c:pt>
                <c:pt idx="42502">
                  <c:v>0.49192129629227566</c:v>
                </c:pt>
                <c:pt idx="42503">
                  <c:v>0.49193287036905531</c:v>
                </c:pt>
                <c:pt idx="42504">
                  <c:v>0.491944444438559</c:v>
                </c:pt>
                <c:pt idx="42505">
                  <c:v>0.49195601851533866</c:v>
                </c:pt>
                <c:pt idx="42506">
                  <c:v>0.49196759259211831</c:v>
                </c:pt>
                <c:pt idx="42507">
                  <c:v>0.491979166661622</c:v>
                </c:pt>
                <c:pt idx="42508">
                  <c:v>0.49199074073840166</c:v>
                </c:pt>
                <c:pt idx="42509">
                  <c:v>0.49200231481518131</c:v>
                </c:pt>
                <c:pt idx="42510">
                  <c:v>0.492013888884685</c:v>
                </c:pt>
                <c:pt idx="42511">
                  <c:v>0.49202546296146465</c:v>
                </c:pt>
                <c:pt idx="42512">
                  <c:v>0.49203703703824431</c:v>
                </c:pt>
                <c:pt idx="42513">
                  <c:v>0.492048611107748</c:v>
                </c:pt>
                <c:pt idx="42514">
                  <c:v>0.49206018518452765</c:v>
                </c:pt>
                <c:pt idx="42515">
                  <c:v>0.49207175925403135</c:v>
                </c:pt>
                <c:pt idx="42516">
                  <c:v>0.492083333330811</c:v>
                </c:pt>
                <c:pt idx="42517">
                  <c:v>0.49209490740759065</c:v>
                </c:pt>
                <c:pt idx="42518">
                  <c:v>0.49210648147709435</c:v>
                </c:pt>
                <c:pt idx="42519">
                  <c:v>0.492118055553874</c:v>
                </c:pt>
                <c:pt idx="42520">
                  <c:v>0.49212962963065365</c:v>
                </c:pt>
                <c:pt idx="42521">
                  <c:v>0.49214120370015735</c:v>
                </c:pt>
                <c:pt idx="42522">
                  <c:v>0.492152777776937</c:v>
                </c:pt>
                <c:pt idx="42523">
                  <c:v>0.4921643518464407</c:v>
                </c:pt>
                <c:pt idx="42524">
                  <c:v>0.49217592592322035</c:v>
                </c:pt>
                <c:pt idx="42525">
                  <c:v>0.4921875</c:v>
                </c:pt>
                <c:pt idx="42526">
                  <c:v>0.49219907406950369</c:v>
                </c:pt>
                <c:pt idx="42527">
                  <c:v>0.49221064814628335</c:v>
                </c:pt>
                <c:pt idx="42528">
                  <c:v>0.492222222223063</c:v>
                </c:pt>
                <c:pt idx="42529">
                  <c:v>0.49223379629256669</c:v>
                </c:pt>
                <c:pt idx="42530">
                  <c:v>0.49224537036934635</c:v>
                </c:pt>
                <c:pt idx="42531">
                  <c:v>0.49225694443885004</c:v>
                </c:pt>
                <c:pt idx="42532">
                  <c:v>0.49226851851562969</c:v>
                </c:pt>
                <c:pt idx="42533">
                  <c:v>0.49228009259240935</c:v>
                </c:pt>
                <c:pt idx="42534">
                  <c:v>0.49229166666191304</c:v>
                </c:pt>
                <c:pt idx="42535">
                  <c:v>0.49230324073869269</c:v>
                </c:pt>
                <c:pt idx="42536">
                  <c:v>0.49231481481547235</c:v>
                </c:pt>
                <c:pt idx="42537">
                  <c:v>0.49232638888497604</c:v>
                </c:pt>
                <c:pt idx="42538">
                  <c:v>0.49233796296175569</c:v>
                </c:pt>
                <c:pt idx="42539">
                  <c:v>0.49234953703125939</c:v>
                </c:pt>
                <c:pt idx="42540">
                  <c:v>0.49236111110803904</c:v>
                </c:pt>
                <c:pt idx="42541">
                  <c:v>0.49237268518481869</c:v>
                </c:pt>
                <c:pt idx="42542">
                  <c:v>0.49238425925432239</c:v>
                </c:pt>
                <c:pt idx="42543">
                  <c:v>0.49239583333110204</c:v>
                </c:pt>
                <c:pt idx="42544">
                  <c:v>0.49240740740788169</c:v>
                </c:pt>
                <c:pt idx="42545">
                  <c:v>0.49241898147738539</c:v>
                </c:pt>
                <c:pt idx="42546">
                  <c:v>0.49243055555416504</c:v>
                </c:pt>
                <c:pt idx="42547">
                  <c:v>0.49244212963094469</c:v>
                </c:pt>
                <c:pt idx="42548">
                  <c:v>0.49245370370044839</c:v>
                </c:pt>
                <c:pt idx="42549">
                  <c:v>0.49246527777722804</c:v>
                </c:pt>
                <c:pt idx="42550">
                  <c:v>0.49247685184673173</c:v>
                </c:pt>
                <c:pt idx="42551">
                  <c:v>0.49248842592351139</c:v>
                </c:pt>
                <c:pt idx="42552">
                  <c:v>0.49250000000029104</c:v>
                </c:pt>
                <c:pt idx="42553">
                  <c:v>0.49251157406979473</c:v>
                </c:pt>
                <c:pt idx="42554">
                  <c:v>0.49252314814657439</c:v>
                </c:pt>
                <c:pt idx="42555">
                  <c:v>0.49253472222335404</c:v>
                </c:pt>
                <c:pt idx="42556">
                  <c:v>0.49254629629285773</c:v>
                </c:pt>
                <c:pt idx="42557">
                  <c:v>0.49255787036963739</c:v>
                </c:pt>
                <c:pt idx="42558">
                  <c:v>0.49256944443914108</c:v>
                </c:pt>
                <c:pt idx="42559">
                  <c:v>0.49258101851592073</c:v>
                </c:pt>
                <c:pt idx="42560">
                  <c:v>0.49259259259270038</c:v>
                </c:pt>
                <c:pt idx="42561">
                  <c:v>0.49260416666220408</c:v>
                </c:pt>
                <c:pt idx="42562">
                  <c:v>0.49261574073898373</c:v>
                </c:pt>
                <c:pt idx="42563">
                  <c:v>0.49262731481576338</c:v>
                </c:pt>
                <c:pt idx="42564">
                  <c:v>0.49263888888526708</c:v>
                </c:pt>
                <c:pt idx="42565">
                  <c:v>0.49265046296204673</c:v>
                </c:pt>
                <c:pt idx="42566">
                  <c:v>0.49266203703155043</c:v>
                </c:pt>
                <c:pt idx="42567">
                  <c:v>0.49267361110833008</c:v>
                </c:pt>
                <c:pt idx="42568">
                  <c:v>0.49268518518510973</c:v>
                </c:pt>
                <c:pt idx="42569">
                  <c:v>0.49269675925461343</c:v>
                </c:pt>
                <c:pt idx="42570">
                  <c:v>0.49270833333139308</c:v>
                </c:pt>
                <c:pt idx="42571">
                  <c:v>0.49271990740817273</c:v>
                </c:pt>
                <c:pt idx="42572">
                  <c:v>0.49273148147767643</c:v>
                </c:pt>
                <c:pt idx="42573">
                  <c:v>0.49274305555445608</c:v>
                </c:pt>
                <c:pt idx="42574">
                  <c:v>0.49275462962395977</c:v>
                </c:pt>
                <c:pt idx="42575">
                  <c:v>0.49276620370073942</c:v>
                </c:pt>
                <c:pt idx="42576">
                  <c:v>0.49277777777751908</c:v>
                </c:pt>
                <c:pt idx="42577">
                  <c:v>0.49278935184702277</c:v>
                </c:pt>
                <c:pt idx="42578">
                  <c:v>0.49280092592380242</c:v>
                </c:pt>
                <c:pt idx="42579">
                  <c:v>0.49281250000058208</c:v>
                </c:pt>
                <c:pt idx="42580">
                  <c:v>0.49282407407008577</c:v>
                </c:pt>
                <c:pt idx="42581">
                  <c:v>0.49283564814686542</c:v>
                </c:pt>
                <c:pt idx="42582">
                  <c:v>0.49284722221636912</c:v>
                </c:pt>
                <c:pt idx="42583">
                  <c:v>0.49285879629314877</c:v>
                </c:pt>
                <c:pt idx="42584">
                  <c:v>0.49287037036992842</c:v>
                </c:pt>
                <c:pt idx="42585">
                  <c:v>0.49288194443943212</c:v>
                </c:pt>
                <c:pt idx="42586">
                  <c:v>0.49289351851621177</c:v>
                </c:pt>
                <c:pt idx="42587">
                  <c:v>0.49290509259299142</c:v>
                </c:pt>
                <c:pt idx="42588">
                  <c:v>0.49291666666249512</c:v>
                </c:pt>
                <c:pt idx="42589">
                  <c:v>0.49292824073927477</c:v>
                </c:pt>
                <c:pt idx="42590">
                  <c:v>0.49293981481605442</c:v>
                </c:pt>
                <c:pt idx="42591">
                  <c:v>0.49295138888555812</c:v>
                </c:pt>
                <c:pt idx="42592">
                  <c:v>0.49296296296233777</c:v>
                </c:pt>
                <c:pt idx="42593">
                  <c:v>0.49297453703184146</c:v>
                </c:pt>
                <c:pt idx="42594">
                  <c:v>0.49298611110862112</c:v>
                </c:pt>
                <c:pt idx="42595">
                  <c:v>0.49299768518540077</c:v>
                </c:pt>
                <c:pt idx="42596">
                  <c:v>0.49300925925490446</c:v>
                </c:pt>
                <c:pt idx="42597">
                  <c:v>0.49302083333168412</c:v>
                </c:pt>
                <c:pt idx="42598">
                  <c:v>0.49303240740846377</c:v>
                </c:pt>
                <c:pt idx="42599">
                  <c:v>0.49304398147796746</c:v>
                </c:pt>
                <c:pt idx="42600">
                  <c:v>0.49305555555474712</c:v>
                </c:pt>
                <c:pt idx="42601">
                  <c:v>0.49306712962425081</c:v>
                </c:pt>
                <c:pt idx="42602">
                  <c:v>0.49307870370103046</c:v>
                </c:pt>
                <c:pt idx="42603">
                  <c:v>0.49309027777781012</c:v>
                </c:pt>
                <c:pt idx="42604">
                  <c:v>0.49310185184731381</c:v>
                </c:pt>
                <c:pt idx="42605">
                  <c:v>0.49311342592409346</c:v>
                </c:pt>
                <c:pt idx="42606">
                  <c:v>0.49312500000087311</c:v>
                </c:pt>
                <c:pt idx="42607">
                  <c:v>0.49313657407037681</c:v>
                </c:pt>
                <c:pt idx="42608">
                  <c:v>0.49314814814715646</c:v>
                </c:pt>
                <c:pt idx="42609">
                  <c:v>0.49315972221666016</c:v>
                </c:pt>
                <c:pt idx="42610">
                  <c:v>0.49317129629343981</c:v>
                </c:pt>
                <c:pt idx="42611">
                  <c:v>0.49318287037021946</c:v>
                </c:pt>
                <c:pt idx="42612">
                  <c:v>0.49319444443972316</c:v>
                </c:pt>
                <c:pt idx="42613">
                  <c:v>0.49320601851650281</c:v>
                </c:pt>
                <c:pt idx="42614">
                  <c:v>0.49321759259328246</c:v>
                </c:pt>
                <c:pt idx="42615">
                  <c:v>0.49322916666278616</c:v>
                </c:pt>
                <c:pt idx="42616">
                  <c:v>0.49324074073956581</c:v>
                </c:pt>
                <c:pt idx="42617">
                  <c:v>0.4932523148090695</c:v>
                </c:pt>
                <c:pt idx="42618">
                  <c:v>0.49326388888584916</c:v>
                </c:pt>
                <c:pt idx="42619">
                  <c:v>0.49327546296262881</c:v>
                </c:pt>
                <c:pt idx="42620">
                  <c:v>0.4932870370321325</c:v>
                </c:pt>
                <c:pt idx="42621">
                  <c:v>0.49329861110891216</c:v>
                </c:pt>
                <c:pt idx="42622">
                  <c:v>0.49331018518569181</c:v>
                </c:pt>
                <c:pt idx="42623">
                  <c:v>0.4933217592551955</c:v>
                </c:pt>
                <c:pt idx="42624">
                  <c:v>0.49333333333197515</c:v>
                </c:pt>
                <c:pt idx="42625">
                  <c:v>0.49334490740147885</c:v>
                </c:pt>
                <c:pt idx="42626">
                  <c:v>0.4933564814782585</c:v>
                </c:pt>
                <c:pt idx="42627">
                  <c:v>0.49336805555503815</c:v>
                </c:pt>
                <c:pt idx="42628">
                  <c:v>0.49337962962454185</c:v>
                </c:pt>
                <c:pt idx="42629">
                  <c:v>0.4933912037013215</c:v>
                </c:pt>
                <c:pt idx="42630">
                  <c:v>0.49340277777810115</c:v>
                </c:pt>
                <c:pt idx="42631">
                  <c:v>0.49341435184760485</c:v>
                </c:pt>
                <c:pt idx="42632">
                  <c:v>0.4934259259243845</c:v>
                </c:pt>
                <c:pt idx="42633">
                  <c:v>0.49343750000116415</c:v>
                </c:pt>
                <c:pt idx="42634">
                  <c:v>0.49344907407066785</c:v>
                </c:pt>
                <c:pt idx="42635">
                  <c:v>0.4934606481474475</c:v>
                </c:pt>
                <c:pt idx="42636">
                  <c:v>0.4934722222169512</c:v>
                </c:pt>
                <c:pt idx="42637">
                  <c:v>0.49348379629373085</c:v>
                </c:pt>
                <c:pt idx="42638">
                  <c:v>0.4934953703705105</c:v>
                </c:pt>
                <c:pt idx="42639">
                  <c:v>0.49350694444001419</c:v>
                </c:pt>
                <c:pt idx="42640">
                  <c:v>0.49351851851679385</c:v>
                </c:pt>
                <c:pt idx="42641">
                  <c:v>0.4935300925935735</c:v>
                </c:pt>
                <c:pt idx="42642">
                  <c:v>0.49354166666307719</c:v>
                </c:pt>
                <c:pt idx="42643">
                  <c:v>0.49355324073985685</c:v>
                </c:pt>
                <c:pt idx="42644">
                  <c:v>0.49356481480936054</c:v>
                </c:pt>
                <c:pt idx="42645">
                  <c:v>0.49357638888614019</c:v>
                </c:pt>
                <c:pt idx="42646">
                  <c:v>0.49358796296291985</c:v>
                </c:pt>
                <c:pt idx="42647">
                  <c:v>0.49359953703242354</c:v>
                </c:pt>
                <c:pt idx="42648">
                  <c:v>0.49361111110920319</c:v>
                </c:pt>
                <c:pt idx="42649">
                  <c:v>0.49362268518598285</c:v>
                </c:pt>
                <c:pt idx="42650">
                  <c:v>0.49363425925548654</c:v>
                </c:pt>
                <c:pt idx="42651">
                  <c:v>0.49364583333226619</c:v>
                </c:pt>
                <c:pt idx="42652">
                  <c:v>0.49365740740176989</c:v>
                </c:pt>
                <c:pt idx="42653">
                  <c:v>0.49366898147854954</c:v>
                </c:pt>
                <c:pt idx="42654">
                  <c:v>0.49368055555532919</c:v>
                </c:pt>
                <c:pt idx="42655">
                  <c:v>0.49369212962483289</c:v>
                </c:pt>
                <c:pt idx="42656">
                  <c:v>0.49370370370161254</c:v>
                </c:pt>
                <c:pt idx="42657">
                  <c:v>0.49371527777839219</c:v>
                </c:pt>
                <c:pt idx="42658">
                  <c:v>0.49372685184789589</c:v>
                </c:pt>
                <c:pt idx="42659">
                  <c:v>0.49373842592467554</c:v>
                </c:pt>
                <c:pt idx="42660">
                  <c:v>0.49374999999417923</c:v>
                </c:pt>
                <c:pt idx="42661">
                  <c:v>0.49376157407095889</c:v>
                </c:pt>
                <c:pt idx="42662">
                  <c:v>0.49377314814773854</c:v>
                </c:pt>
                <c:pt idx="42663">
                  <c:v>0.49378472221724223</c:v>
                </c:pt>
                <c:pt idx="42664">
                  <c:v>0.49379629629402189</c:v>
                </c:pt>
                <c:pt idx="42665">
                  <c:v>0.49380787037080154</c:v>
                </c:pt>
                <c:pt idx="42666">
                  <c:v>0.49381944444030523</c:v>
                </c:pt>
                <c:pt idx="42667">
                  <c:v>0.49383101851708489</c:v>
                </c:pt>
                <c:pt idx="42668">
                  <c:v>0.49384259259386454</c:v>
                </c:pt>
                <c:pt idx="42669">
                  <c:v>0.49385416666336823</c:v>
                </c:pt>
                <c:pt idx="42670">
                  <c:v>0.49386574074014788</c:v>
                </c:pt>
                <c:pt idx="42671">
                  <c:v>0.49387731480965158</c:v>
                </c:pt>
                <c:pt idx="42672">
                  <c:v>0.49388888888643123</c:v>
                </c:pt>
                <c:pt idx="42673">
                  <c:v>0.49390046296321088</c:v>
                </c:pt>
                <c:pt idx="42674">
                  <c:v>0.49391203703271458</c:v>
                </c:pt>
                <c:pt idx="42675">
                  <c:v>0.49392361110949423</c:v>
                </c:pt>
                <c:pt idx="42676">
                  <c:v>0.49393518518627388</c:v>
                </c:pt>
                <c:pt idx="42677">
                  <c:v>0.49394675925577758</c:v>
                </c:pt>
                <c:pt idx="42678">
                  <c:v>0.49395833333255723</c:v>
                </c:pt>
                <c:pt idx="42679">
                  <c:v>0.49396990740206093</c:v>
                </c:pt>
                <c:pt idx="42680">
                  <c:v>0.49398148147884058</c:v>
                </c:pt>
                <c:pt idx="42681">
                  <c:v>0.49399305555562023</c:v>
                </c:pt>
                <c:pt idx="42682">
                  <c:v>0.49400462962512393</c:v>
                </c:pt>
                <c:pt idx="42683">
                  <c:v>0.49401620370190358</c:v>
                </c:pt>
                <c:pt idx="42684">
                  <c:v>0.49402777777868323</c:v>
                </c:pt>
                <c:pt idx="42685">
                  <c:v>0.49403935184818693</c:v>
                </c:pt>
                <c:pt idx="42686">
                  <c:v>0.49405092592496658</c:v>
                </c:pt>
                <c:pt idx="42687">
                  <c:v>0.49406249999447027</c:v>
                </c:pt>
                <c:pt idx="42688">
                  <c:v>0.49407407407124992</c:v>
                </c:pt>
                <c:pt idx="42689">
                  <c:v>0.49408564814802958</c:v>
                </c:pt>
                <c:pt idx="42690">
                  <c:v>0.49409722221753327</c:v>
                </c:pt>
                <c:pt idx="42691">
                  <c:v>0.49410879629431292</c:v>
                </c:pt>
                <c:pt idx="42692">
                  <c:v>0.49412037037109258</c:v>
                </c:pt>
                <c:pt idx="42693">
                  <c:v>0.49413194444059627</c:v>
                </c:pt>
                <c:pt idx="42694">
                  <c:v>0.49414351851737592</c:v>
                </c:pt>
                <c:pt idx="42695">
                  <c:v>0.49415509258687962</c:v>
                </c:pt>
                <c:pt idx="42696">
                  <c:v>0.49416666666365927</c:v>
                </c:pt>
                <c:pt idx="42697">
                  <c:v>0.49417824074043892</c:v>
                </c:pt>
                <c:pt idx="42698">
                  <c:v>0.49418981480994262</c:v>
                </c:pt>
                <c:pt idx="42699">
                  <c:v>0.49420138888672227</c:v>
                </c:pt>
                <c:pt idx="42700">
                  <c:v>0.49421296296350192</c:v>
                </c:pt>
                <c:pt idx="42701">
                  <c:v>0.49422453703300562</c:v>
                </c:pt>
                <c:pt idx="42702">
                  <c:v>0.49423611110978527</c:v>
                </c:pt>
                <c:pt idx="42703">
                  <c:v>0.49424768517928896</c:v>
                </c:pt>
                <c:pt idx="42704">
                  <c:v>0.49425925925606862</c:v>
                </c:pt>
                <c:pt idx="42705">
                  <c:v>0.49427083333284827</c:v>
                </c:pt>
                <c:pt idx="42706">
                  <c:v>0.49428240740235196</c:v>
                </c:pt>
                <c:pt idx="42707">
                  <c:v>0.49429398147913162</c:v>
                </c:pt>
                <c:pt idx="42708">
                  <c:v>0.49430555555591127</c:v>
                </c:pt>
                <c:pt idx="42709">
                  <c:v>0.49431712962541496</c:v>
                </c:pt>
                <c:pt idx="42710">
                  <c:v>0.49432870370219462</c:v>
                </c:pt>
                <c:pt idx="42711">
                  <c:v>0.49434027777897427</c:v>
                </c:pt>
                <c:pt idx="42712">
                  <c:v>0.49435185184847796</c:v>
                </c:pt>
                <c:pt idx="42713">
                  <c:v>0.49436342592525762</c:v>
                </c:pt>
                <c:pt idx="42714">
                  <c:v>0.49437499999476131</c:v>
                </c:pt>
                <c:pt idx="42715">
                  <c:v>0.49438657407154096</c:v>
                </c:pt>
                <c:pt idx="42716">
                  <c:v>0.49439814814832062</c:v>
                </c:pt>
                <c:pt idx="42717">
                  <c:v>0.49440972221782431</c:v>
                </c:pt>
                <c:pt idx="42718">
                  <c:v>0.49442129629460396</c:v>
                </c:pt>
                <c:pt idx="42719">
                  <c:v>0.49443287037138361</c:v>
                </c:pt>
                <c:pt idx="42720">
                  <c:v>0.49444444444088731</c:v>
                </c:pt>
                <c:pt idx="42721">
                  <c:v>0.49445601851766696</c:v>
                </c:pt>
                <c:pt idx="42722">
                  <c:v>0.49446759258717066</c:v>
                </c:pt>
                <c:pt idx="42723">
                  <c:v>0.49447916666395031</c:v>
                </c:pt>
                <c:pt idx="42724">
                  <c:v>0.49449074074072996</c:v>
                </c:pt>
                <c:pt idx="42725">
                  <c:v>0.49450231481023366</c:v>
                </c:pt>
                <c:pt idx="42726">
                  <c:v>0.49451388888701331</c:v>
                </c:pt>
                <c:pt idx="42727">
                  <c:v>0.49452546296379296</c:v>
                </c:pt>
                <c:pt idx="42728">
                  <c:v>0.49453703703329666</c:v>
                </c:pt>
                <c:pt idx="42729">
                  <c:v>0.49454861111007631</c:v>
                </c:pt>
                <c:pt idx="42730">
                  <c:v>0.49456018517958</c:v>
                </c:pt>
                <c:pt idx="42731">
                  <c:v>0.49457175925635966</c:v>
                </c:pt>
                <c:pt idx="42732">
                  <c:v>0.49458333333313931</c:v>
                </c:pt>
                <c:pt idx="42733">
                  <c:v>0.494594907402643</c:v>
                </c:pt>
                <c:pt idx="42734">
                  <c:v>0.49460648147942265</c:v>
                </c:pt>
                <c:pt idx="42735">
                  <c:v>0.49461805555620231</c:v>
                </c:pt>
                <c:pt idx="42736">
                  <c:v>0.494629629625706</c:v>
                </c:pt>
                <c:pt idx="42737">
                  <c:v>0.49464120370248565</c:v>
                </c:pt>
                <c:pt idx="42738">
                  <c:v>0.49465277777198935</c:v>
                </c:pt>
                <c:pt idx="42739">
                  <c:v>0.494664351848769</c:v>
                </c:pt>
                <c:pt idx="42740">
                  <c:v>0.49467592592554865</c:v>
                </c:pt>
                <c:pt idx="42741">
                  <c:v>0.49468749999505235</c:v>
                </c:pt>
                <c:pt idx="42742">
                  <c:v>0.494699074071832</c:v>
                </c:pt>
                <c:pt idx="42743">
                  <c:v>0.49471064814861165</c:v>
                </c:pt>
                <c:pt idx="42744">
                  <c:v>0.49472222221811535</c:v>
                </c:pt>
                <c:pt idx="42745">
                  <c:v>0.494733796294895</c:v>
                </c:pt>
                <c:pt idx="42746">
                  <c:v>0.49474537037167465</c:v>
                </c:pt>
                <c:pt idx="42747">
                  <c:v>0.49475694444117835</c:v>
                </c:pt>
                <c:pt idx="42748">
                  <c:v>0.494768518517958</c:v>
                </c:pt>
                <c:pt idx="42749">
                  <c:v>0.4947800925874617</c:v>
                </c:pt>
                <c:pt idx="42750">
                  <c:v>0.49479166666424135</c:v>
                </c:pt>
                <c:pt idx="42751">
                  <c:v>0.494803240741021</c:v>
                </c:pt>
                <c:pt idx="42752">
                  <c:v>0.49481481481052469</c:v>
                </c:pt>
                <c:pt idx="42753">
                  <c:v>0.49482638888730435</c:v>
                </c:pt>
                <c:pt idx="42754">
                  <c:v>0.494837962964084</c:v>
                </c:pt>
                <c:pt idx="42755">
                  <c:v>0.49484953703358769</c:v>
                </c:pt>
                <c:pt idx="42756">
                  <c:v>0.49486111111036735</c:v>
                </c:pt>
                <c:pt idx="42757">
                  <c:v>0.49487268517987104</c:v>
                </c:pt>
                <c:pt idx="42758">
                  <c:v>0.49488425925665069</c:v>
                </c:pt>
                <c:pt idx="42759">
                  <c:v>0.49489583333343035</c:v>
                </c:pt>
                <c:pt idx="42760">
                  <c:v>0.49490740740293404</c:v>
                </c:pt>
                <c:pt idx="42761">
                  <c:v>0.49491898147971369</c:v>
                </c:pt>
                <c:pt idx="42762">
                  <c:v>0.49493055555649335</c:v>
                </c:pt>
                <c:pt idx="42763">
                  <c:v>0.49494212962599704</c:v>
                </c:pt>
                <c:pt idx="42764">
                  <c:v>0.49495370370277669</c:v>
                </c:pt>
                <c:pt idx="42765">
                  <c:v>0.49496527777228039</c:v>
                </c:pt>
                <c:pt idx="42766">
                  <c:v>0.49497685184906004</c:v>
                </c:pt>
                <c:pt idx="42767">
                  <c:v>0.49498842592583969</c:v>
                </c:pt>
                <c:pt idx="42768">
                  <c:v>0.49499999999534339</c:v>
                </c:pt>
                <c:pt idx="42769">
                  <c:v>0.49501157407212304</c:v>
                </c:pt>
                <c:pt idx="42770">
                  <c:v>0.49502314814890269</c:v>
                </c:pt>
                <c:pt idx="42771">
                  <c:v>0.49503472221840639</c:v>
                </c:pt>
                <c:pt idx="42772">
                  <c:v>0.49504629629518604</c:v>
                </c:pt>
                <c:pt idx="42773">
                  <c:v>0.49505787036468973</c:v>
                </c:pt>
                <c:pt idx="42774">
                  <c:v>0.49506944444146939</c:v>
                </c:pt>
                <c:pt idx="42775">
                  <c:v>0.49508101851824904</c:v>
                </c:pt>
                <c:pt idx="42776">
                  <c:v>0.49509259258775273</c:v>
                </c:pt>
                <c:pt idx="42777">
                  <c:v>0.49510416666453239</c:v>
                </c:pt>
                <c:pt idx="42778">
                  <c:v>0.49511574074131204</c:v>
                </c:pt>
                <c:pt idx="42779">
                  <c:v>0.49512731481081573</c:v>
                </c:pt>
                <c:pt idx="42780">
                  <c:v>0.49513888888759539</c:v>
                </c:pt>
                <c:pt idx="42781">
                  <c:v>0.49515046295709908</c:v>
                </c:pt>
                <c:pt idx="42782">
                  <c:v>0.49516203703387873</c:v>
                </c:pt>
                <c:pt idx="42783">
                  <c:v>0.49517361111065838</c:v>
                </c:pt>
                <c:pt idx="42784">
                  <c:v>0.49518518518016208</c:v>
                </c:pt>
                <c:pt idx="42785">
                  <c:v>0.49519675925694173</c:v>
                </c:pt>
                <c:pt idx="42786">
                  <c:v>0.49520833333372138</c:v>
                </c:pt>
                <c:pt idx="42787">
                  <c:v>0.49521990740322508</c:v>
                </c:pt>
                <c:pt idx="42788">
                  <c:v>0.49523148148000473</c:v>
                </c:pt>
                <c:pt idx="42789">
                  <c:v>0.49524305555678438</c:v>
                </c:pt>
                <c:pt idx="42790">
                  <c:v>0.49525462962628808</c:v>
                </c:pt>
                <c:pt idx="42791">
                  <c:v>0.49526620370306773</c:v>
                </c:pt>
                <c:pt idx="42792">
                  <c:v>0.49527777777257143</c:v>
                </c:pt>
                <c:pt idx="42793">
                  <c:v>0.49528935184935108</c:v>
                </c:pt>
                <c:pt idx="42794">
                  <c:v>0.49530092592613073</c:v>
                </c:pt>
                <c:pt idx="42795">
                  <c:v>0.49531249999563443</c:v>
                </c:pt>
                <c:pt idx="42796">
                  <c:v>0.49532407407241408</c:v>
                </c:pt>
                <c:pt idx="42797">
                  <c:v>0.49533564814919373</c:v>
                </c:pt>
                <c:pt idx="42798">
                  <c:v>0.49534722221869742</c:v>
                </c:pt>
                <c:pt idx="42799">
                  <c:v>0.49535879629547708</c:v>
                </c:pt>
                <c:pt idx="42800">
                  <c:v>0.49537037036498077</c:v>
                </c:pt>
                <c:pt idx="42801">
                  <c:v>0.49538194444176042</c:v>
                </c:pt>
                <c:pt idx="42802">
                  <c:v>0.49539351851854008</c:v>
                </c:pt>
                <c:pt idx="42803">
                  <c:v>0.49540509258804377</c:v>
                </c:pt>
                <c:pt idx="42804">
                  <c:v>0.49541666666482342</c:v>
                </c:pt>
                <c:pt idx="42805">
                  <c:v>0.49542824074160308</c:v>
                </c:pt>
                <c:pt idx="42806">
                  <c:v>0.49543981481110677</c:v>
                </c:pt>
                <c:pt idx="42807">
                  <c:v>0.49545138888788642</c:v>
                </c:pt>
                <c:pt idx="42808">
                  <c:v>0.49546296295739012</c:v>
                </c:pt>
                <c:pt idx="42809">
                  <c:v>0.49547453703416977</c:v>
                </c:pt>
                <c:pt idx="42810">
                  <c:v>0.49548611111094942</c:v>
                </c:pt>
                <c:pt idx="42811">
                  <c:v>0.49549768518045312</c:v>
                </c:pt>
                <c:pt idx="42812">
                  <c:v>0.49550925925723277</c:v>
                </c:pt>
                <c:pt idx="42813">
                  <c:v>0.49552083333401242</c:v>
                </c:pt>
                <c:pt idx="42814">
                  <c:v>0.49553240740351612</c:v>
                </c:pt>
                <c:pt idx="42815">
                  <c:v>0.49554398148029577</c:v>
                </c:pt>
                <c:pt idx="42816">
                  <c:v>0.49555555554979946</c:v>
                </c:pt>
                <c:pt idx="42817">
                  <c:v>0.49556712962657912</c:v>
                </c:pt>
                <c:pt idx="42818">
                  <c:v>0.49557870370335877</c:v>
                </c:pt>
                <c:pt idx="42819">
                  <c:v>0.49559027777286246</c:v>
                </c:pt>
                <c:pt idx="42820">
                  <c:v>0.49560185184964212</c:v>
                </c:pt>
                <c:pt idx="42821">
                  <c:v>0.49561342592642177</c:v>
                </c:pt>
                <c:pt idx="42822">
                  <c:v>0.49562499999592546</c:v>
                </c:pt>
                <c:pt idx="42823">
                  <c:v>0.49563657407270512</c:v>
                </c:pt>
                <c:pt idx="42824">
                  <c:v>0.49564814814948477</c:v>
                </c:pt>
                <c:pt idx="42825">
                  <c:v>0.49565972221898846</c:v>
                </c:pt>
                <c:pt idx="42826">
                  <c:v>0.49567129629576812</c:v>
                </c:pt>
                <c:pt idx="42827">
                  <c:v>0.49568287036527181</c:v>
                </c:pt>
                <c:pt idx="42828">
                  <c:v>0.49569444444205146</c:v>
                </c:pt>
                <c:pt idx="42829">
                  <c:v>0.49570601851883112</c:v>
                </c:pt>
                <c:pt idx="42830">
                  <c:v>0.49571759258833481</c:v>
                </c:pt>
                <c:pt idx="42831">
                  <c:v>0.49572916666511446</c:v>
                </c:pt>
                <c:pt idx="42832">
                  <c:v>0.49574074074189411</c:v>
                </c:pt>
                <c:pt idx="42833">
                  <c:v>0.49575231481139781</c:v>
                </c:pt>
                <c:pt idx="42834">
                  <c:v>0.49576388888817746</c:v>
                </c:pt>
                <c:pt idx="42835">
                  <c:v>0.49577546295768116</c:v>
                </c:pt>
                <c:pt idx="42836">
                  <c:v>0.49578703703446081</c:v>
                </c:pt>
                <c:pt idx="42837">
                  <c:v>0.49579861111124046</c:v>
                </c:pt>
                <c:pt idx="42838">
                  <c:v>0.49581018518074416</c:v>
                </c:pt>
                <c:pt idx="42839">
                  <c:v>0.49582175925752381</c:v>
                </c:pt>
                <c:pt idx="42840">
                  <c:v>0.49583333333430346</c:v>
                </c:pt>
                <c:pt idx="42841">
                  <c:v>0.49584490740380716</c:v>
                </c:pt>
                <c:pt idx="42842">
                  <c:v>0.49585648148058681</c:v>
                </c:pt>
                <c:pt idx="42843">
                  <c:v>0.4958680555500905</c:v>
                </c:pt>
                <c:pt idx="42844">
                  <c:v>0.49587962962687016</c:v>
                </c:pt>
                <c:pt idx="42845">
                  <c:v>0.49589120370364981</c:v>
                </c:pt>
                <c:pt idx="42846">
                  <c:v>0.4959027777731535</c:v>
                </c:pt>
                <c:pt idx="42847">
                  <c:v>0.49591435184993315</c:v>
                </c:pt>
                <c:pt idx="42848">
                  <c:v>0.49592592592671281</c:v>
                </c:pt>
                <c:pt idx="42849">
                  <c:v>0.4959374999962165</c:v>
                </c:pt>
                <c:pt idx="42850">
                  <c:v>0.49594907407299615</c:v>
                </c:pt>
                <c:pt idx="42851">
                  <c:v>0.49596064814249985</c:v>
                </c:pt>
                <c:pt idx="42852">
                  <c:v>0.4959722222192795</c:v>
                </c:pt>
                <c:pt idx="42853">
                  <c:v>0.49598379629605915</c:v>
                </c:pt>
                <c:pt idx="42854">
                  <c:v>0.49599537036556285</c:v>
                </c:pt>
                <c:pt idx="42855">
                  <c:v>0.4960069444423425</c:v>
                </c:pt>
                <c:pt idx="42856">
                  <c:v>0.49601851851912215</c:v>
                </c:pt>
                <c:pt idx="42857">
                  <c:v>0.49603009258862585</c:v>
                </c:pt>
                <c:pt idx="42858">
                  <c:v>0.4960416666654055</c:v>
                </c:pt>
                <c:pt idx="42859">
                  <c:v>0.4960532407349092</c:v>
                </c:pt>
                <c:pt idx="42860">
                  <c:v>0.49606481481168885</c:v>
                </c:pt>
                <c:pt idx="42861">
                  <c:v>0.4960763888884685</c:v>
                </c:pt>
                <c:pt idx="42862">
                  <c:v>0.49608796295797219</c:v>
                </c:pt>
                <c:pt idx="42863">
                  <c:v>0.49609953703475185</c:v>
                </c:pt>
                <c:pt idx="42864">
                  <c:v>0.4961111111115315</c:v>
                </c:pt>
                <c:pt idx="42865">
                  <c:v>0.49612268518103519</c:v>
                </c:pt>
                <c:pt idx="42866">
                  <c:v>0.49613425925781485</c:v>
                </c:pt>
                <c:pt idx="42867">
                  <c:v>0.4961458333345945</c:v>
                </c:pt>
                <c:pt idx="42868">
                  <c:v>0.49615740740409819</c:v>
                </c:pt>
                <c:pt idx="42869">
                  <c:v>0.49616898148087785</c:v>
                </c:pt>
                <c:pt idx="42870">
                  <c:v>0.49618055555038154</c:v>
                </c:pt>
                <c:pt idx="42871">
                  <c:v>0.49619212962716119</c:v>
                </c:pt>
                <c:pt idx="42872">
                  <c:v>0.49620370370394085</c:v>
                </c:pt>
                <c:pt idx="42873">
                  <c:v>0.49621527777344454</c:v>
                </c:pt>
                <c:pt idx="42874">
                  <c:v>0.49622685185022419</c:v>
                </c:pt>
                <c:pt idx="42875">
                  <c:v>0.49623842592700385</c:v>
                </c:pt>
                <c:pt idx="42876">
                  <c:v>0.49624999999650754</c:v>
                </c:pt>
                <c:pt idx="42877">
                  <c:v>0.49626157407328719</c:v>
                </c:pt>
                <c:pt idx="42878">
                  <c:v>0.49627314814279089</c:v>
                </c:pt>
                <c:pt idx="42879">
                  <c:v>0.49628472221957054</c:v>
                </c:pt>
                <c:pt idx="42880">
                  <c:v>0.49629629629635019</c:v>
                </c:pt>
                <c:pt idx="42881">
                  <c:v>0.49630787036585389</c:v>
                </c:pt>
                <c:pt idx="42882">
                  <c:v>0.49631944444263354</c:v>
                </c:pt>
                <c:pt idx="42883">
                  <c:v>0.49633101851941319</c:v>
                </c:pt>
                <c:pt idx="42884">
                  <c:v>0.49634259258891689</c:v>
                </c:pt>
                <c:pt idx="42885">
                  <c:v>0.49635416666569654</c:v>
                </c:pt>
                <c:pt idx="42886">
                  <c:v>0.49636574073520023</c:v>
                </c:pt>
                <c:pt idx="42887">
                  <c:v>0.49637731481197989</c:v>
                </c:pt>
                <c:pt idx="42888">
                  <c:v>0.49638888888875954</c:v>
                </c:pt>
                <c:pt idx="42889">
                  <c:v>0.49640046295826323</c:v>
                </c:pt>
                <c:pt idx="42890">
                  <c:v>0.49641203703504289</c:v>
                </c:pt>
                <c:pt idx="42891">
                  <c:v>0.49642361111182254</c:v>
                </c:pt>
                <c:pt idx="42892">
                  <c:v>0.49643518518132623</c:v>
                </c:pt>
                <c:pt idx="42893">
                  <c:v>0.49644675925810589</c:v>
                </c:pt>
                <c:pt idx="42894">
                  <c:v>0.49645833332760958</c:v>
                </c:pt>
                <c:pt idx="42895">
                  <c:v>0.49646990740438923</c:v>
                </c:pt>
                <c:pt idx="42896">
                  <c:v>0.49648148148116888</c:v>
                </c:pt>
                <c:pt idx="42897">
                  <c:v>0.49649305555067258</c:v>
                </c:pt>
                <c:pt idx="42898">
                  <c:v>0.49650462962745223</c:v>
                </c:pt>
                <c:pt idx="42899">
                  <c:v>0.49651620370423188</c:v>
                </c:pt>
                <c:pt idx="42900">
                  <c:v>0.49652777777373558</c:v>
                </c:pt>
                <c:pt idx="42901">
                  <c:v>0.49653935185051523</c:v>
                </c:pt>
                <c:pt idx="42902">
                  <c:v>0.49655092592001893</c:v>
                </c:pt>
                <c:pt idx="42903">
                  <c:v>0.49656249999679858</c:v>
                </c:pt>
                <c:pt idx="42904">
                  <c:v>0.49657407407357823</c:v>
                </c:pt>
                <c:pt idx="42905">
                  <c:v>0.49658564814308193</c:v>
                </c:pt>
                <c:pt idx="42906">
                  <c:v>0.49659722221986158</c:v>
                </c:pt>
                <c:pt idx="42907">
                  <c:v>0.49660879629664123</c:v>
                </c:pt>
                <c:pt idx="42908">
                  <c:v>0.49662037036614493</c:v>
                </c:pt>
                <c:pt idx="42909">
                  <c:v>0.49663194444292458</c:v>
                </c:pt>
                <c:pt idx="42910">
                  <c:v>0.49664351851970423</c:v>
                </c:pt>
                <c:pt idx="42911">
                  <c:v>0.49665509258920792</c:v>
                </c:pt>
                <c:pt idx="42912">
                  <c:v>0.49666666666598758</c:v>
                </c:pt>
                <c:pt idx="42913">
                  <c:v>0.49667824073549127</c:v>
                </c:pt>
                <c:pt idx="42914">
                  <c:v>0.49668981481227092</c:v>
                </c:pt>
                <c:pt idx="42915">
                  <c:v>0.49670138888905058</c:v>
                </c:pt>
                <c:pt idx="42916">
                  <c:v>0.49671296295855427</c:v>
                </c:pt>
                <c:pt idx="42917">
                  <c:v>0.49672453703533392</c:v>
                </c:pt>
                <c:pt idx="42918">
                  <c:v>0.49673611111211358</c:v>
                </c:pt>
                <c:pt idx="42919">
                  <c:v>0.49674768518161727</c:v>
                </c:pt>
                <c:pt idx="42920">
                  <c:v>0.49675925925839692</c:v>
                </c:pt>
                <c:pt idx="42921">
                  <c:v>0.49677083332790062</c:v>
                </c:pt>
                <c:pt idx="42922">
                  <c:v>0.49678240740468027</c:v>
                </c:pt>
                <c:pt idx="42923">
                  <c:v>0.49679398148145992</c:v>
                </c:pt>
                <c:pt idx="42924">
                  <c:v>0.49680555555096362</c:v>
                </c:pt>
                <c:pt idx="42925">
                  <c:v>0.49681712962774327</c:v>
                </c:pt>
                <c:pt idx="42926">
                  <c:v>0.49682870370452292</c:v>
                </c:pt>
                <c:pt idx="42927">
                  <c:v>0.49684027777402662</c:v>
                </c:pt>
                <c:pt idx="42928">
                  <c:v>0.49685185185080627</c:v>
                </c:pt>
                <c:pt idx="42929">
                  <c:v>0.49686342592030996</c:v>
                </c:pt>
                <c:pt idx="42930">
                  <c:v>0.49687499999708962</c:v>
                </c:pt>
                <c:pt idx="42931">
                  <c:v>0.49688657407386927</c:v>
                </c:pt>
                <c:pt idx="42932">
                  <c:v>0.49689814814337296</c:v>
                </c:pt>
                <c:pt idx="42933">
                  <c:v>0.49690972222015262</c:v>
                </c:pt>
                <c:pt idx="42934">
                  <c:v>0.49692129629693227</c:v>
                </c:pt>
                <c:pt idx="42935">
                  <c:v>0.49693287036643596</c:v>
                </c:pt>
                <c:pt idx="42936">
                  <c:v>0.49694444444321562</c:v>
                </c:pt>
                <c:pt idx="42937">
                  <c:v>0.49695601851271931</c:v>
                </c:pt>
                <c:pt idx="42938">
                  <c:v>0.49696759258949896</c:v>
                </c:pt>
                <c:pt idx="42939">
                  <c:v>0.49697916666627862</c:v>
                </c:pt>
                <c:pt idx="42940">
                  <c:v>0.49699074073578231</c:v>
                </c:pt>
                <c:pt idx="42941">
                  <c:v>0.49700231481256196</c:v>
                </c:pt>
                <c:pt idx="42942">
                  <c:v>0.49701388888934162</c:v>
                </c:pt>
                <c:pt idx="42943">
                  <c:v>0.49702546295884531</c:v>
                </c:pt>
                <c:pt idx="42944">
                  <c:v>0.49703703703562496</c:v>
                </c:pt>
                <c:pt idx="42945">
                  <c:v>0.49704861111240461</c:v>
                </c:pt>
                <c:pt idx="42946">
                  <c:v>0.49706018518190831</c:v>
                </c:pt>
                <c:pt idx="42947">
                  <c:v>0.49707175925868796</c:v>
                </c:pt>
                <c:pt idx="42948">
                  <c:v>0.49708333332819166</c:v>
                </c:pt>
                <c:pt idx="42949">
                  <c:v>0.49709490740497131</c:v>
                </c:pt>
                <c:pt idx="42950">
                  <c:v>0.49710648148175096</c:v>
                </c:pt>
                <c:pt idx="42951">
                  <c:v>0.49711805555125466</c:v>
                </c:pt>
                <c:pt idx="42952">
                  <c:v>0.49712962962803431</c:v>
                </c:pt>
                <c:pt idx="42953">
                  <c:v>0.49714120370481396</c:v>
                </c:pt>
                <c:pt idx="42954">
                  <c:v>0.49715277777431766</c:v>
                </c:pt>
                <c:pt idx="42955">
                  <c:v>0.49716435185109731</c:v>
                </c:pt>
                <c:pt idx="42956">
                  <c:v>0.497175925920601</c:v>
                </c:pt>
                <c:pt idx="42957">
                  <c:v>0.49718749999738066</c:v>
                </c:pt>
                <c:pt idx="42958">
                  <c:v>0.49719907407416031</c:v>
                </c:pt>
                <c:pt idx="42959">
                  <c:v>0.497210648143664</c:v>
                </c:pt>
                <c:pt idx="42960">
                  <c:v>0.49722222222044365</c:v>
                </c:pt>
                <c:pt idx="42961">
                  <c:v>0.49723379629722331</c:v>
                </c:pt>
                <c:pt idx="42962">
                  <c:v>0.497245370366727</c:v>
                </c:pt>
                <c:pt idx="42963">
                  <c:v>0.49725694444350665</c:v>
                </c:pt>
                <c:pt idx="42964">
                  <c:v>0.49726851851301035</c:v>
                </c:pt>
                <c:pt idx="42965">
                  <c:v>0.49728009258979</c:v>
                </c:pt>
                <c:pt idx="42966">
                  <c:v>0.49729166666656965</c:v>
                </c:pt>
                <c:pt idx="42967">
                  <c:v>0.49730324073607335</c:v>
                </c:pt>
                <c:pt idx="42968">
                  <c:v>0.497314814812853</c:v>
                </c:pt>
                <c:pt idx="42969">
                  <c:v>0.49732638888963265</c:v>
                </c:pt>
                <c:pt idx="42970">
                  <c:v>0.49733796295913635</c:v>
                </c:pt>
                <c:pt idx="42971">
                  <c:v>0.497349537035916</c:v>
                </c:pt>
                <c:pt idx="42972">
                  <c:v>0.4973611111054197</c:v>
                </c:pt>
                <c:pt idx="42973">
                  <c:v>0.49737268518219935</c:v>
                </c:pt>
                <c:pt idx="42974">
                  <c:v>0.497384259258979</c:v>
                </c:pt>
                <c:pt idx="42975">
                  <c:v>0.49739583332848269</c:v>
                </c:pt>
                <c:pt idx="42976">
                  <c:v>0.49740740740526235</c:v>
                </c:pt>
                <c:pt idx="42977">
                  <c:v>0.497418981482042</c:v>
                </c:pt>
                <c:pt idx="42978">
                  <c:v>0.49743055555154569</c:v>
                </c:pt>
                <c:pt idx="42979">
                  <c:v>0.49744212962832535</c:v>
                </c:pt>
                <c:pt idx="42980">
                  <c:v>0.49745370369782904</c:v>
                </c:pt>
                <c:pt idx="42981">
                  <c:v>0.49746527777460869</c:v>
                </c:pt>
                <c:pt idx="42982">
                  <c:v>0.49747685185138835</c:v>
                </c:pt>
                <c:pt idx="42983">
                  <c:v>0.49748842592089204</c:v>
                </c:pt>
                <c:pt idx="42984">
                  <c:v>0.49749999999767169</c:v>
                </c:pt>
                <c:pt idx="42985">
                  <c:v>0.49751157407445135</c:v>
                </c:pt>
                <c:pt idx="42986">
                  <c:v>0.49752314814395504</c:v>
                </c:pt>
                <c:pt idx="42987">
                  <c:v>0.49753472222073469</c:v>
                </c:pt>
                <c:pt idx="42988">
                  <c:v>0.49754629629751435</c:v>
                </c:pt>
                <c:pt idx="42989">
                  <c:v>0.49755787036701804</c:v>
                </c:pt>
                <c:pt idx="42990">
                  <c:v>0.49756944444379769</c:v>
                </c:pt>
                <c:pt idx="42991">
                  <c:v>0.49758101851330139</c:v>
                </c:pt>
                <c:pt idx="42992">
                  <c:v>0.49759259259008104</c:v>
                </c:pt>
                <c:pt idx="42993">
                  <c:v>0.49760416666686069</c:v>
                </c:pt>
                <c:pt idx="42994">
                  <c:v>0.49761574073636439</c:v>
                </c:pt>
                <c:pt idx="42995">
                  <c:v>0.49762731481314404</c:v>
                </c:pt>
                <c:pt idx="42996">
                  <c:v>0.49763888888992369</c:v>
                </c:pt>
                <c:pt idx="42997">
                  <c:v>0.49765046295942739</c:v>
                </c:pt>
                <c:pt idx="42998">
                  <c:v>0.49766203703620704</c:v>
                </c:pt>
                <c:pt idx="42999">
                  <c:v>0.49767361110571073</c:v>
                </c:pt>
                <c:pt idx="43000">
                  <c:v>0.49768518518249039</c:v>
                </c:pt>
                <c:pt idx="43001">
                  <c:v>0.49769675925927004</c:v>
                </c:pt>
                <c:pt idx="43002">
                  <c:v>0.49770833332877373</c:v>
                </c:pt>
                <c:pt idx="43003">
                  <c:v>0.49771990740555339</c:v>
                </c:pt>
                <c:pt idx="43004">
                  <c:v>0.49773148148233304</c:v>
                </c:pt>
                <c:pt idx="43005">
                  <c:v>0.49774305555183673</c:v>
                </c:pt>
                <c:pt idx="43006">
                  <c:v>0.49775462962861639</c:v>
                </c:pt>
                <c:pt idx="43007">
                  <c:v>0.49776620369812008</c:v>
                </c:pt>
                <c:pt idx="43008">
                  <c:v>0.49777777777489973</c:v>
                </c:pt>
                <c:pt idx="43009">
                  <c:v>0.49778935185167938</c:v>
                </c:pt>
                <c:pt idx="43010">
                  <c:v>0.49780092592118308</c:v>
                </c:pt>
                <c:pt idx="43011">
                  <c:v>0.49781249999796273</c:v>
                </c:pt>
                <c:pt idx="43012">
                  <c:v>0.49782407407474238</c:v>
                </c:pt>
                <c:pt idx="43013">
                  <c:v>0.49783564814424608</c:v>
                </c:pt>
                <c:pt idx="43014">
                  <c:v>0.49784722222102573</c:v>
                </c:pt>
                <c:pt idx="43015">
                  <c:v>0.49785879629052943</c:v>
                </c:pt>
                <c:pt idx="43016">
                  <c:v>0.49787037036730908</c:v>
                </c:pt>
                <c:pt idx="43017">
                  <c:v>0.49788194444408873</c:v>
                </c:pt>
                <c:pt idx="43018">
                  <c:v>0.49789351851359243</c:v>
                </c:pt>
                <c:pt idx="43019">
                  <c:v>0.49790509259037208</c:v>
                </c:pt>
                <c:pt idx="43020">
                  <c:v>0.49791666666715173</c:v>
                </c:pt>
                <c:pt idx="43021">
                  <c:v>0.49792824073665543</c:v>
                </c:pt>
                <c:pt idx="43022">
                  <c:v>0.49793981481343508</c:v>
                </c:pt>
                <c:pt idx="43023">
                  <c:v>0.49795138889021473</c:v>
                </c:pt>
                <c:pt idx="43024">
                  <c:v>0.49796296295971842</c:v>
                </c:pt>
                <c:pt idx="43025">
                  <c:v>0.49797453703649808</c:v>
                </c:pt>
                <c:pt idx="43026">
                  <c:v>0.49798611110600177</c:v>
                </c:pt>
                <c:pt idx="43027">
                  <c:v>0.49799768518278142</c:v>
                </c:pt>
                <c:pt idx="43028">
                  <c:v>0.49800925925956108</c:v>
                </c:pt>
                <c:pt idx="43029">
                  <c:v>0.49802083332906477</c:v>
                </c:pt>
                <c:pt idx="43030">
                  <c:v>0.49803240740584442</c:v>
                </c:pt>
                <c:pt idx="43031">
                  <c:v>0.49804398148262408</c:v>
                </c:pt>
                <c:pt idx="43032">
                  <c:v>0.49805555555212777</c:v>
                </c:pt>
                <c:pt idx="43033">
                  <c:v>0.49806712962890742</c:v>
                </c:pt>
                <c:pt idx="43034">
                  <c:v>0.49807870369841112</c:v>
                </c:pt>
                <c:pt idx="43035">
                  <c:v>0.49809027777519077</c:v>
                </c:pt>
                <c:pt idx="43036">
                  <c:v>0.49810185185197042</c:v>
                </c:pt>
                <c:pt idx="43037">
                  <c:v>0.49811342592147412</c:v>
                </c:pt>
                <c:pt idx="43038">
                  <c:v>0.49812499999825377</c:v>
                </c:pt>
                <c:pt idx="43039">
                  <c:v>0.49813657407503342</c:v>
                </c:pt>
                <c:pt idx="43040">
                  <c:v>0.49814814814453712</c:v>
                </c:pt>
                <c:pt idx="43041">
                  <c:v>0.49815972222131677</c:v>
                </c:pt>
                <c:pt idx="43042">
                  <c:v>0.49817129629082046</c:v>
                </c:pt>
                <c:pt idx="43043">
                  <c:v>0.49818287036760012</c:v>
                </c:pt>
                <c:pt idx="43044">
                  <c:v>0.49819444444437977</c:v>
                </c:pt>
                <c:pt idx="43045">
                  <c:v>0.49820601851388346</c:v>
                </c:pt>
                <c:pt idx="43046">
                  <c:v>0.49821759259066312</c:v>
                </c:pt>
                <c:pt idx="43047">
                  <c:v>0.49822916666744277</c:v>
                </c:pt>
                <c:pt idx="43048">
                  <c:v>0.49824074073694646</c:v>
                </c:pt>
                <c:pt idx="43049">
                  <c:v>0.49825231481372612</c:v>
                </c:pt>
                <c:pt idx="43050">
                  <c:v>0.49826388888322981</c:v>
                </c:pt>
                <c:pt idx="43051">
                  <c:v>0.49827546296000946</c:v>
                </c:pt>
                <c:pt idx="43052">
                  <c:v>0.49828703703678912</c:v>
                </c:pt>
                <c:pt idx="43053">
                  <c:v>0.49829861110629281</c:v>
                </c:pt>
                <c:pt idx="43054">
                  <c:v>0.49831018518307246</c:v>
                </c:pt>
                <c:pt idx="43055">
                  <c:v>0.49832175925985212</c:v>
                </c:pt>
                <c:pt idx="43056">
                  <c:v>0.49833333332935581</c:v>
                </c:pt>
                <c:pt idx="43057">
                  <c:v>0.49834490740613546</c:v>
                </c:pt>
                <c:pt idx="43058">
                  <c:v>0.49835648147563916</c:v>
                </c:pt>
                <c:pt idx="43059">
                  <c:v>0.49836805555241881</c:v>
                </c:pt>
                <c:pt idx="43060">
                  <c:v>0.49837962962919846</c:v>
                </c:pt>
                <c:pt idx="43061">
                  <c:v>0.49839120369870216</c:v>
                </c:pt>
                <c:pt idx="43062">
                  <c:v>0.49840277777548181</c:v>
                </c:pt>
                <c:pt idx="43063">
                  <c:v>0.49841435185226146</c:v>
                </c:pt>
                <c:pt idx="43064">
                  <c:v>0.49842592592176516</c:v>
                </c:pt>
                <c:pt idx="43065">
                  <c:v>0.49843749999854481</c:v>
                </c:pt>
                <c:pt idx="43066">
                  <c:v>0.49844907407532446</c:v>
                </c:pt>
                <c:pt idx="43067">
                  <c:v>0.49846064814482816</c:v>
                </c:pt>
                <c:pt idx="43068">
                  <c:v>0.49847222222160781</c:v>
                </c:pt>
                <c:pt idx="43069">
                  <c:v>0.4984837962911115</c:v>
                </c:pt>
                <c:pt idx="43070">
                  <c:v>0.49849537036789116</c:v>
                </c:pt>
                <c:pt idx="43071">
                  <c:v>0.49850694444467081</c:v>
                </c:pt>
                <c:pt idx="43072">
                  <c:v>0.4985185185141745</c:v>
                </c:pt>
                <c:pt idx="43073">
                  <c:v>0.49853009259095415</c:v>
                </c:pt>
                <c:pt idx="43074">
                  <c:v>0.49854166666773381</c:v>
                </c:pt>
                <c:pt idx="43075">
                  <c:v>0.4985532407372375</c:v>
                </c:pt>
                <c:pt idx="43076">
                  <c:v>0.49856481481401715</c:v>
                </c:pt>
                <c:pt idx="43077">
                  <c:v>0.49857638888352085</c:v>
                </c:pt>
                <c:pt idx="43078">
                  <c:v>0.4985879629603005</c:v>
                </c:pt>
                <c:pt idx="43079">
                  <c:v>0.49859953703708015</c:v>
                </c:pt>
                <c:pt idx="43080">
                  <c:v>0.49861111110658385</c:v>
                </c:pt>
                <c:pt idx="43081">
                  <c:v>0.4986226851833635</c:v>
                </c:pt>
                <c:pt idx="43082">
                  <c:v>0.49863425926014315</c:v>
                </c:pt>
                <c:pt idx="43083">
                  <c:v>0.49864583332964685</c:v>
                </c:pt>
                <c:pt idx="43084">
                  <c:v>0.4986574074064265</c:v>
                </c:pt>
                <c:pt idx="43085">
                  <c:v>0.4986689814759302</c:v>
                </c:pt>
                <c:pt idx="43086">
                  <c:v>0.49868055555270985</c:v>
                </c:pt>
                <c:pt idx="43087">
                  <c:v>0.4986921296294895</c:v>
                </c:pt>
                <c:pt idx="43088">
                  <c:v>0.49870370369899319</c:v>
                </c:pt>
                <c:pt idx="43089">
                  <c:v>0.49871527777577285</c:v>
                </c:pt>
                <c:pt idx="43090">
                  <c:v>0.4987268518525525</c:v>
                </c:pt>
                <c:pt idx="43091">
                  <c:v>0.49873842592205619</c:v>
                </c:pt>
                <c:pt idx="43092">
                  <c:v>0.49874999999883585</c:v>
                </c:pt>
                <c:pt idx="43093">
                  <c:v>0.49876157406833954</c:v>
                </c:pt>
                <c:pt idx="43094">
                  <c:v>0.49877314814511919</c:v>
                </c:pt>
                <c:pt idx="43095">
                  <c:v>0.49878472222189885</c:v>
                </c:pt>
                <c:pt idx="43096">
                  <c:v>0.49879629629140254</c:v>
                </c:pt>
                <c:pt idx="43097">
                  <c:v>0.49880787036818219</c:v>
                </c:pt>
                <c:pt idx="43098">
                  <c:v>0.49881944444496185</c:v>
                </c:pt>
                <c:pt idx="43099">
                  <c:v>0.49883101851446554</c:v>
                </c:pt>
                <c:pt idx="43100">
                  <c:v>0.49884259259124519</c:v>
                </c:pt>
                <c:pt idx="43101">
                  <c:v>0.49885416666074889</c:v>
                </c:pt>
                <c:pt idx="43102">
                  <c:v>0.49886574073752854</c:v>
                </c:pt>
                <c:pt idx="43103">
                  <c:v>0.49887731481430819</c:v>
                </c:pt>
                <c:pt idx="43104">
                  <c:v>0.49888888888381189</c:v>
                </c:pt>
                <c:pt idx="43105">
                  <c:v>0.49890046296059154</c:v>
                </c:pt>
                <c:pt idx="43106">
                  <c:v>0.49891203703737119</c:v>
                </c:pt>
                <c:pt idx="43107">
                  <c:v>0.49892361110687489</c:v>
                </c:pt>
                <c:pt idx="43108">
                  <c:v>0.49893518518365454</c:v>
                </c:pt>
                <c:pt idx="43109">
                  <c:v>0.49894675926043419</c:v>
                </c:pt>
                <c:pt idx="43110">
                  <c:v>0.49895833332993789</c:v>
                </c:pt>
                <c:pt idx="43111">
                  <c:v>0.49896990740671754</c:v>
                </c:pt>
                <c:pt idx="43112">
                  <c:v>0.49898148147622123</c:v>
                </c:pt>
                <c:pt idx="43113">
                  <c:v>0.49899305555300089</c:v>
                </c:pt>
                <c:pt idx="43114">
                  <c:v>0.49900462962978054</c:v>
                </c:pt>
                <c:pt idx="43115">
                  <c:v>0.49901620369928423</c:v>
                </c:pt>
                <c:pt idx="43116">
                  <c:v>0.49902777777606389</c:v>
                </c:pt>
                <c:pt idx="43117">
                  <c:v>0.49903935185284354</c:v>
                </c:pt>
                <c:pt idx="43118">
                  <c:v>0.49905092592234723</c:v>
                </c:pt>
                <c:pt idx="43119">
                  <c:v>0.49906249999912689</c:v>
                </c:pt>
                <c:pt idx="43120">
                  <c:v>0.49907407406863058</c:v>
                </c:pt>
                <c:pt idx="43121">
                  <c:v>0.49908564814541023</c:v>
                </c:pt>
                <c:pt idx="43122">
                  <c:v>0.49909722222218988</c:v>
                </c:pt>
                <c:pt idx="43123">
                  <c:v>0.49910879629169358</c:v>
                </c:pt>
                <c:pt idx="43124">
                  <c:v>0.49912037036847323</c:v>
                </c:pt>
                <c:pt idx="43125">
                  <c:v>0.49913194444525288</c:v>
                </c:pt>
                <c:pt idx="43126">
                  <c:v>0.49914351851475658</c:v>
                </c:pt>
                <c:pt idx="43127">
                  <c:v>0.49915509259153623</c:v>
                </c:pt>
                <c:pt idx="43128">
                  <c:v>0.49916666666103993</c:v>
                </c:pt>
                <c:pt idx="43129">
                  <c:v>0.49917824073781958</c:v>
                </c:pt>
                <c:pt idx="43130">
                  <c:v>0.49918981481459923</c:v>
                </c:pt>
                <c:pt idx="43131">
                  <c:v>0.49920138888410293</c:v>
                </c:pt>
                <c:pt idx="43132">
                  <c:v>0.49921296296088258</c:v>
                </c:pt>
                <c:pt idx="43133">
                  <c:v>0.49922453703766223</c:v>
                </c:pt>
                <c:pt idx="43134">
                  <c:v>0.49923611110716593</c:v>
                </c:pt>
                <c:pt idx="43135">
                  <c:v>0.49924768518394558</c:v>
                </c:pt>
                <c:pt idx="43136">
                  <c:v>0.49925925925344927</c:v>
                </c:pt>
                <c:pt idx="43137">
                  <c:v>0.49927083333022892</c:v>
                </c:pt>
                <c:pt idx="43138">
                  <c:v>0.49928240740700858</c:v>
                </c:pt>
                <c:pt idx="43139">
                  <c:v>0.49929398147651227</c:v>
                </c:pt>
                <c:pt idx="43140">
                  <c:v>0.49930555555329192</c:v>
                </c:pt>
                <c:pt idx="43141">
                  <c:v>0.49931712963007158</c:v>
                </c:pt>
                <c:pt idx="43142">
                  <c:v>0.49932870369957527</c:v>
                </c:pt>
                <c:pt idx="43143">
                  <c:v>0.49934027777635492</c:v>
                </c:pt>
                <c:pt idx="43144">
                  <c:v>0.49935185185313458</c:v>
                </c:pt>
                <c:pt idx="43145">
                  <c:v>0.49936342592263827</c:v>
                </c:pt>
                <c:pt idx="43146">
                  <c:v>0.49937499999941792</c:v>
                </c:pt>
                <c:pt idx="43147">
                  <c:v>0.49938657406892162</c:v>
                </c:pt>
                <c:pt idx="43148">
                  <c:v>0.49939814814570127</c:v>
                </c:pt>
                <c:pt idx="43149">
                  <c:v>0.49940972222248092</c:v>
                </c:pt>
                <c:pt idx="43150">
                  <c:v>0.49942129629198462</c:v>
                </c:pt>
                <c:pt idx="43151">
                  <c:v>0.49943287036876427</c:v>
                </c:pt>
                <c:pt idx="43152">
                  <c:v>0.49944444444554392</c:v>
                </c:pt>
                <c:pt idx="43153">
                  <c:v>0.49945601851504762</c:v>
                </c:pt>
                <c:pt idx="43154">
                  <c:v>0.49946759259182727</c:v>
                </c:pt>
                <c:pt idx="43155">
                  <c:v>0.49947916666133096</c:v>
                </c:pt>
                <c:pt idx="43156">
                  <c:v>0.49949074073811062</c:v>
                </c:pt>
                <c:pt idx="43157">
                  <c:v>0.49950231481489027</c:v>
                </c:pt>
                <c:pt idx="43158">
                  <c:v>0.49951388888439396</c:v>
                </c:pt>
                <c:pt idx="43159">
                  <c:v>0.49952546296117362</c:v>
                </c:pt>
                <c:pt idx="43160">
                  <c:v>0.49953703703795327</c:v>
                </c:pt>
                <c:pt idx="43161">
                  <c:v>0.49954861110745696</c:v>
                </c:pt>
                <c:pt idx="43162">
                  <c:v>0.49956018518423662</c:v>
                </c:pt>
                <c:pt idx="43163">
                  <c:v>0.49957175925374031</c:v>
                </c:pt>
                <c:pt idx="43164">
                  <c:v>0.49958333333051996</c:v>
                </c:pt>
                <c:pt idx="43165">
                  <c:v>0.49959490740729962</c:v>
                </c:pt>
                <c:pt idx="43166">
                  <c:v>0.49960648147680331</c:v>
                </c:pt>
                <c:pt idx="43167">
                  <c:v>0.49961805555358296</c:v>
                </c:pt>
                <c:pt idx="43168">
                  <c:v>0.49962962963036261</c:v>
                </c:pt>
                <c:pt idx="43169">
                  <c:v>0.49964120369986631</c:v>
                </c:pt>
                <c:pt idx="43170">
                  <c:v>0.49965277777664596</c:v>
                </c:pt>
                <c:pt idx="43171">
                  <c:v>0.49966435184614966</c:v>
                </c:pt>
                <c:pt idx="43172">
                  <c:v>0.49967592592292931</c:v>
                </c:pt>
                <c:pt idx="43173">
                  <c:v>0.49968749999970896</c:v>
                </c:pt>
                <c:pt idx="43174">
                  <c:v>0.49969907406921266</c:v>
                </c:pt>
                <c:pt idx="43175">
                  <c:v>0.49971064814599231</c:v>
                </c:pt>
                <c:pt idx="43176">
                  <c:v>0.49972222222277196</c:v>
                </c:pt>
                <c:pt idx="43177">
                  <c:v>0.49973379629227566</c:v>
                </c:pt>
                <c:pt idx="43178">
                  <c:v>0.49974537036905531</c:v>
                </c:pt>
                <c:pt idx="43179">
                  <c:v>0.499756944438559</c:v>
                </c:pt>
                <c:pt idx="43180">
                  <c:v>0.49976851851533866</c:v>
                </c:pt>
                <c:pt idx="43181">
                  <c:v>0.49978009259211831</c:v>
                </c:pt>
                <c:pt idx="43182">
                  <c:v>0.499791666661622</c:v>
                </c:pt>
                <c:pt idx="43183">
                  <c:v>0.49980324073840166</c:v>
                </c:pt>
                <c:pt idx="43184">
                  <c:v>0.49981481481518131</c:v>
                </c:pt>
                <c:pt idx="43185">
                  <c:v>0.499826388884685</c:v>
                </c:pt>
                <c:pt idx="43186">
                  <c:v>0.49983796296146465</c:v>
                </c:pt>
                <c:pt idx="43187">
                  <c:v>0.49984953703824431</c:v>
                </c:pt>
                <c:pt idx="43188">
                  <c:v>0.499861111107748</c:v>
                </c:pt>
                <c:pt idx="43189">
                  <c:v>0.49987268518452765</c:v>
                </c:pt>
                <c:pt idx="43190">
                  <c:v>0.49988425925403135</c:v>
                </c:pt>
                <c:pt idx="43191">
                  <c:v>0.499895833330811</c:v>
                </c:pt>
                <c:pt idx="43192">
                  <c:v>0.49990740740759065</c:v>
                </c:pt>
                <c:pt idx="43193">
                  <c:v>0.49991898147709435</c:v>
                </c:pt>
                <c:pt idx="43194">
                  <c:v>0.499930555553874</c:v>
                </c:pt>
                <c:pt idx="43195">
                  <c:v>0.49994212963065365</c:v>
                </c:pt>
                <c:pt idx="43196">
                  <c:v>0.49995370370015735</c:v>
                </c:pt>
                <c:pt idx="43197">
                  <c:v>0.499965277776937</c:v>
                </c:pt>
                <c:pt idx="43198">
                  <c:v>0.4999768518464407</c:v>
                </c:pt>
                <c:pt idx="43199">
                  <c:v>0.49998842592322035</c:v>
                </c:pt>
                <c:pt idx="43200">
                  <c:v>0.5</c:v>
                </c:pt>
                <c:pt idx="43201">
                  <c:v>0.50001157406950369</c:v>
                </c:pt>
                <c:pt idx="43202">
                  <c:v>0.50002314814628335</c:v>
                </c:pt>
                <c:pt idx="43203">
                  <c:v>0.500034722223063</c:v>
                </c:pt>
                <c:pt idx="43204">
                  <c:v>0.50004629629256669</c:v>
                </c:pt>
                <c:pt idx="43205">
                  <c:v>0.50005787036934635</c:v>
                </c:pt>
                <c:pt idx="43206">
                  <c:v>0.50006944443885004</c:v>
                </c:pt>
                <c:pt idx="43207">
                  <c:v>0.50008101851562969</c:v>
                </c:pt>
                <c:pt idx="43208">
                  <c:v>0.50009259259240935</c:v>
                </c:pt>
                <c:pt idx="43209">
                  <c:v>0.50010416666191304</c:v>
                </c:pt>
                <c:pt idx="43210">
                  <c:v>0.50011574073869269</c:v>
                </c:pt>
                <c:pt idx="43211">
                  <c:v>0.50012731481547235</c:v>
                </c:pt>
                <c:pt idx="43212">
                  <c:v>0.50013888888497604</c:v>
                </c:pt>
                <c:pt idx="43213">
                  <c:v>0.50015046296175569</c:v>
                </c:pt>
                <c:pt idx="43214">
                  <c:v>0.50016203703125939</c:v>
                </c:pt>
                <c:pt idx="43215">
                  <c:v>0.50017361110803904</c:v>
                </c:pt>
                <c:pt idx="43216">
                  <c:v>0.50018518518481869</c:v>
                </c:pt>
                <c:pt idx="43217">
                  <c:v>0.50019675925432239</c:v>
                </c:pt>
                <c:pt idx="43218">
                  <c:v>0.50020833333110204</c:v>
                </c:pt>
                <c:pt idx="43219">
                  <c:v>0.50021990740788169</c:v>
                </c:pt>
                <c:pt idx="43220">
                  <c:v>0.50023148147738539</c:v>
                </c:pt>
                <c:pt idx="43221">
                  <c:v>0.50024305555416504</c:v>
                </c:pt>
                <c:pt idx="43222">
                  <c:v>0.50025462963094469</c:v>
                </c:pt>
                <c:pt idx="43223">
                  <c:v>0.50026620370044839</c:v>
                </c:pt>
                <c:pt idx="43224">
                  <c:v>0.50027777777722804</c:v>
                </c:pt>
                <c:pt idx="43225">
                  <c:v>0.50028935184673173</c:v>
                </c:pt>
                <c:pt idx="43226">
                  <c:v>0.50030092592351139</c:v>
                </c:pt>
                <c:pt idx="43227">
                  <c:v>0.50031250000029104</c:v>
                </c:pt>
                <c:pt idx="43228">
                  <c:v>0.50032407406979473</c:v>
                </c:pt>
                <c:pt idx="43229">
                  <c:v>0.50033564814657439</c:v>
                </c:pt>
                <c:pt idx="43230">
                  <c:v>0.50034722222335404</c:v>
                </c:pt>
                <c:pt idx="43231">
                  <c:v>0.50035879629285773</c:v>
                </c:pt>
                <c:pt idx="43232">
                  <c:v>0.50037037036963739</c:v>
                </c:pt>
                <c:pt idx="43233">
                  <c:v>0.50038194443914108</c:v>
                </c:pt>
                <c:pt idx="43234">
                  <c:v>0.50039351851592073</c:v>
                </c:pt>
                <c:pt idx="43235">
                  <c:v>0.50040509259270038</c:v>
                </c:pt>
                <c:pt idx="43236">
                  <c:v>0.50041666666220408</c:v>
                </c:pt>
                <c:pt idx="43237">
                  <c:v>0.50042824073898373</c:v>
                </c:pt>
                <c:pt idx="43238">
                  <c:v>0.50043981481576338</c:v>
                </c:pt>
                <c:pt idx="43239">
                  <c:v>0.50045138888526708</c:v>
                </c:pt>
                <c:pt idx="43240">
                  <c:v>0.50046296296204673</c:v>
                </c:pt>
                <c:pt idx="43241">
                  <c:v>0.50047453703155043</c:v>
                </c:pt>
                <c:pt idx="43242">
                  <c:v>0.50048611110833008</c:v>
                </c:pt>
                <c:pt idx="43243">
                  <c:v>0.50049768518510973</c:v>
                </c:pt>
                <c:pt idx="43244">
                  <c:v>0.50050925925461343</c:v>
                </c:pt>
                <c:pt idx="43245">
                  <c:v>0.50052083333139308</c:v>
                </c:pt>
                <c:pt idx="43246">
                  <c:v>0.50053240740817273</c:v>
                </c:pt>
                <c:pt idx="43247">
                  <c:v>0.50054398147767643</c:v>
                </c:pt>
                <c:pt idx="43248">
                  <c:v>0.50055555555445608</c:v>
                </c:pt>
                <c:pt idx="43249">
                  <c:v>0.50056712962395977</c:v>
                </c:pt>
                <c:pt idx="43250">
                  <c:v>0.50057870370073942</c:v>
                </c:pt>
                <c:pt idx="43251">
                  <c:v>0.50059027777751908</c:v>
                </c:pt>
                <c:pt idx="43252">
                  <c:v>0.50060185184702277</c:v>
                </c:pt>
                <c:pt idx="43253">
                  <c:v>0.50061342592380242</c:v>
                </c:pt>
                <c:pt idx="43254">
                  <c:v>0.50062500000058208</c:v>
                </c:pt>
                <c:pt idx="43255">
                  <c:v>0.50063657407008577</c:v>
                </c:pt>
                <c:pt idx="43256">
                  <c:v>0.50064814814686542</c:v>
                </c:pt>
                <c:pt idx="43257">
                  <c:v>0.50065972221636912</c:v>
                </c:pt>
                <c:pt idx="43258">
                  <c:v>0.50067129629314877</c:v>
                </c:pt>
                <c:pt idx="43259">
                  <c:v>0.50068287036992842</c:v>
                </c:pt>
                <c:pt idx="43260">
                  <c:v>0.50069444443943212</c:v>
                </c:pt>
                <c:pt idx="43261">
                  <c:v>0.50070601851621177</c:v>
                </c:pt>
                <c:pt idx="43262">
                  <c:v>0.50071759259299142</c:v>
                </c:pt>
                <c:pt idx="43263">
                  <c:v>0.50072916666249512</c:v>
                </c:pt>
                <c:pt idx="43264">
                  <c:v>0.50074074073927477</c:v>
                </c:pt>
                <c:pt idx="43265">
                  <c:v>0.50075231481605442</c:v>
                </c:pt>
                <c:pt idx="43266">
                  <c:v>0.50076388888555812</c:v>
                </c:pt>
                <c:pt idx="43267">
                  <c:v>0.50077546296233777</c:v>
                </c:pt>
                <c:pt idx="43268">
                  <c:v>0.50078703703184146</c:v>
                </c:pt>
                <c:pt idx="43269">
                  <c:v>0.50079861110862112</c:v>
                </c:pt>
                <c:pt idx="43270">
                  <c:v>0.50081018518540077</c:v>
                </c:pt>
                <c:pt idx="43271">
                  <c:v>0.50082175925490446</c:v>
                </c:pt>
                <c:pt idx="43272">
                  <c:v>0.50083333333168412</c:v>
                </c:pt>
                <c:pt idx="43273">
                  <c:v>0.50084490740846377</c:v>
                </c:pt>
                <c:pt idx="43274">
                  <c:v>0.50085648147796746</c:v>
                </c:pt>
                <c:pt idx="43275">
                  <c:v>0.50086805555474712</c:v>
                </c:pt>
                <c:pt idx="43276">
                  <c:v>0.50087962962425081</c:v>
                </c:pt>
                <c:pt idx="43277">
                  <c:v>0.50089120370103046</c:v>
                </c:pt>
                <c:pt idx="43278">
                  <c:v>0.50090277777781012</c:v>
                </c:pt>
                <c:pt idx="43279">
                  <c:v>0.50091435184731381</c:v>
                </c:pt>
                <c:pt idx="43280">
                  <c:v>0.50092592592409346</c:v>
                </c:pt>
                <c:pt idx="43281">
                  <c:v>0.50093750000087311</c:v>
                </c:pt>
                <c:pt idx="43282">
                  <c:v>0.50094907407037681</c:v>
                </c:pt>
                <c:pt idx="43283">
                  <c:v>0.50096064814715646</c:v>
                </c:pt>
                <c:pt idx="43284">
                  <c:v>0.50097222221666016</c:v>
                </c:pt>
                <c:pt idx="43285">
                  <c:v>0.50098379629343981</c:v>
                </c:pt>
                <c:pt idx="43286">
                  <c:v>0.50099537037021946</c:v>
                </c:pt>
                <c:pt idx="43287">
                  <c:v>0.50100694443972316</c:v>
                </c:pt>
                <c:pt idx="43288">
                  <c:v>0.50101851851650281</c:v>
                </c:pt>
                <c:pt idx="43289">
                  <c:v>0.50103009259328246</c:v>
                </c:pt>
                <c:pt idx="43290">
                  <c:v>0.50104166666278616</c:v>
                </c:pt>
                <c:pt idx="43291">
                  <c:v>0.50105324073956581</c:v>
                </c:pt>
                <c:pt idx="43292">
                  <c:v>0.5010648148090695</c:v>
                </c:pt>
                <c:pt idx="43293">
                  <c:v>0.50107638888584916</c:v>
                </c:pt>
                <c:pt idx="43294">
                  <c:v>0.50108796296262881</c:v>
                </c:pt>
                <c:pt idx="43295">
                  <c:v>0.5010995370321325</c:v>
                </c:pt>
                <c:pt idx="43296">
                  <c:v>0.50111111110891216</c:v>
                </c:pt>
                <c:pt idx="43297">
                  <c:v>0.50112268518569181</c:v>
                </c:pt>
                <c:pt idx="43298">
                  <c:v>0.5011342592551955</c:v>
                </c:pt>
                <c:pt idx="43299">
                  <c:v>0.50114583333197515</c:v>
                </c:pt>
                <c:pt idx="43300">
                  <c:v>0.50115740740147885</c:v>
                </c:pt>
                <c:pt idx="43301">
                  <c:v>0.5011689814782585</c:v>
                </c:pt>
                <c:pt idx="43302">
                  <c:v>0.50118055555503815</c:v>
                </c:pt>
                <c:pt idx="43303">
                  <c:v>0.50119212962454185</c:v>
                </c:pt>
                <c:pt idx="43304">
                  <c:v>0.5012037037013215</c:v>
                </c:pt>
                <c:pt idx="43305">
                  <c:v>0.50121527777810115</c:v>
                </c:pt>
                <c:pt idx="43306">
                  <c:v>0.50122685184760485</c:v>
                </c:pt>
                <c:pt idx="43307">
                  <c:v>0.5012384259243845</c:v>
                </c:pt>
                <c:pt idx="43308">
                  <c:v>0.50125000000116415</c:v>
                </c:pt>
                <c:pt idx="43309">
                  <c:v>0.50126157407066785</c:v>
                </c:pt>
                <c:pt idx="43310">
                  <c:v>0.5012731481474475</c:v>
                </c:pt>
                <c:pt idx="43311">
                  <c:v>0.5012847222169512</c:v>
                </c:pt>
                <c:pt idx="43312">
                  <c:v>0.50129629629373085</c:v>
                </c:pt>
                <c:pt idx="43313">
                  <c:v>0.5013078703705105</c:v>
                </c:pt>
                <c:pt idx="43314">
                  <c:v>0.50131944444001419</c:v>
                </c:pt>
                <c:pt idx="43315">
                  <c:v>0.50133101851679385</c:v>
                </c:pt>
                <c:pt idx="43316">
                  <c:v>0.5013425925935735</c:v>
                </c:pt>
                <c:pt idx="43317">
                  <c:v>0.50135416666307719</c:v>
                </c:pt>
                <c:pt idx="43318">
                  <c:v>0.50136574073985685</c:v>
                </c:pt>
                <c:pt idx="43319">
                  <c:v>0.50137731480936054</c:v>
                </c:pt>
                <c:pt idx="43320">
                  <c:v>0.50138888888614019</c:v>
                </c:pt>
                <c:pt idx="43321">
                  <c:v>0.50140046296291985</c:v>
                </c:pt>
                <c:pt idx="43322">
                  <c:v>0.50141203703242354</c:v>
                </c:pt>
                <c:pt idx="43323">
                  <c:v>0.50142361110920319</c:v>
                </c:pt>
                <c:pt idx="43324">
                  <c:v>0.50143518518598285</c:v>
                </c:pt>
                <c:pt idx="43325">
                  <c:v>0.50144675925548654</c:v>
                </c:pt>
                <c:pt idx="43326">
                  <c:v>0.50145833333226619</c:v>
                </c:pt>
                <c:pt idx="43327">
                  <c:v>0.50146990740176989</c:v>
                </c:pt>
                <c:pt idx="43328">
                  <c:v>0.50148148147854954</c:v>
                </c:pt>
                <c:pt idx="43329">
                  <c:v>0.50149305555532919</c:v>
                </c:pt>
                <c:pt idx="43330">
                  <c:v>0.50150462962483289</c:v>
                </c:pt>
                <c:pt idx="43331">
                  <c:v>0.50151620370161254</c:v>
                </c:pt>
                <c:pt idx="43332">
                  <c:v>0.50152777777839219</c:v>
                </c:pt>
                <c:pt idx="43333">
                  <c:v>0.50153935184789589</c:v>
                </c:pt>
                <c:pt idx="43334">
                  <c:v>0.50155092592467554</c:v>
                </c:pt>
                <c:pt idx="43335">
                  <c:v>0.50156249999417923</c:v>
                </c:pt>
                <c:pt idx="43336">
                  <c:v>0.50157407407095889</c:v>
                </c:pt>
                <c:pt idx="43337">
                  <c:v>0.50158564814773854</c:v>
                </c:pt>
                <c:pt idx="43338">
                  <c:v>0.50159722221724223</c:v>
                </c:pt>
                <c:pt idx="43339">
                  <c:v>0.50160879629402189</c:v>
                </c:pt>
                <c:pt idx="43340">
                  <c:v>0.50162037037080154</c:v>
                </c:pt>
                <c:pt idx="43341">
                  <c:v>0.50163194444030523</c:v>
                </c:pt>
                <c:pt idx="43342">
                  <c:v>0.50164351851708489</c:v>
                </c:pt>
                <c:pt idx="43343">
                  <c:v>0.50165509259386454</c:v>
                </c:pt>
                <c:pt idx="43344">
                  <c:v>0.50166666666336823</c:v>
                </c:pt>
                <c:pt idx="43345">
                  <c:v>0.50167824074014788</c:v>
                </c:pt>
                <c:pt idx="43346">
                  <c:v>0.50168981480965158</c:v>
                </c:pt>
                <c:pt idx="43347">
                  <c:v>0.50170138888643123</c:v>
                </c:pt>
                <c:pt idx="43348">
                  <c:v>0.50171296296321088</c:v>
                </c:pt>
                <c:pt idx="43349">
                  <c:v>0.50172453703271458</c:v>
                </c:pt>
                <c:pt idx="43350">
                  <c:v>0.50173611110949423</c:v>
                </c:pt>
                <c:pt idx="43351">
                  <c:v>0.50174768518627388</c:v>
                </c:pt>
                <c:pt idx="43352">
                  <c:v>0.50175925925577758</c:v>
                </c:pt>
                <c:pt idx="43353">
                  <c:v>0.50177083333255723</c:v>
                </c:pt>
                <c:pt idx="43354">
                  <c:v>0.50178240740206093</c:v>
                </c:pt>
                <c:pt idx="43355">
                  <c:v>0.50179398147884058</c:v>
                </c:pt>
                <c:pt idx="43356">
                  <c:v>0.50180555555562023</c:v>
                </c:pt>
                <c:pt idx="43357">
                  <c:v>0.50181712962512393</c:v>
                </c:pt>
                <c:pt idx="43358">
                  <c:v>0.50182870370190358</c:v>
                </c:pt>
                <c:pt idx="43359">
                  <c:v>0.50184027777868323</c:v>
                </c:pt>
                <c:pt idx="43360">
                  <c:v>0.50185185184818693</c:v>
                </c:pt>
                <c:pt idx="43361">
                  <c:v>0.50186342592496658</c:v>
                </c:pt>
                <c:pt idx="43362">
                  <c:v>0.50187499999447027</c:v>
                </c:pt>
                <c:pt idx="43363">
                  <c:v>0.50188657407124992</c:v>
                </c:pt>
                <c:pt idx="43364">
                  <c:v>0.50189814814802958</c:v>
                </c:pt>
                <c:pt idx="43365">
                  <c:v>0.50190972221753327</c:v>
                </c:pt>
                <c:pt idx="43366">
                  <c:v>0.50192129629431292</c:v>
                </c:pt>
                <c:pt idx="43367">
                  <c:v>0.50193287037109258</c:v>
                </c:pt>
                <c:pt idx="43368">
                  <c:v>0.50194444444059627</c:v>
                </c:pt>
                <c:pt idx="43369">
                  <c:v>0.50195601851737592</c:v>
                </c:pt>
                <c:pt idx="43370">
                  <c:v>0.50196759258687962</c:v>
                </c:pt>
                <c:pt idx="43371">
                  <c:v>0.50197916666365927</c:v>
                </c:pt>
                <c:pt idx="43372">
                  <c:v>0.50199074074043892</c:v>
                </c:pt>
                <c:pt idx="43373">
                  <c:v>0.50200231480994262</c:v>
                </c:pt>
                <c:pt idx="43374">
                  <c:v>0.50201388888672227</c:v>
                </c:pt>
                <c:pt idx="43375">
                  <c:v>0.50202546296350192</c:v>
                </c:pt>
                <c:pt idx="43376">
                  <c:v>0.50203703703300562</c:v>
                </c:pt>
                <c:pt idx="43377">
                  <c:v>0.50204861110978527</c:v>
                </c:pt>
                <c:pt idx="43378">
                  <c:v>0.50206018517928896</c:v>
                </c:pt>
                <c:pt idx="43379">
                  <c:v>0.50207175925606862</c:v>
                </c:pt>
                <c:pt idx="43380">
                  <c:v>0.50208333333284827</c:v>
                </c:pt>
                <c:pt idx="43381">
                  <c:v>0.50209490740235196</c:v>
                </c:pt>
                <c:pt idx="43382">
                  <c:v>0.50210648147913162</c:v>
                </c:pt>
                <c:pt idx="43383">
                  <c:v>0.50211805555591127</c:v>
                </c:pt>
                <c:pt idx="43384">
                  <c:v>0.50212962962541496</c:v>
                </c:pt>
                <c:pt idx="43385">
                  <c:v>0.50214120370219462</c:v>
                </c:pt>
                <c:pt idx="43386">
                  <c:v>0.50215277777897427</c:v>
                </c:pt>
                <c:pt idx="43387">
                  <c:v>0.50216435184847796</c:v>
                </c:pt>
                <c:pt idx="43388">
                  <c:v>0.50217592592525762</c:v>
                </c:pt>
                <c:pt idx="43389">
                  <c:v>0.50218749999476131</c:v>
                </c:pt>
                <c:pt idx="43390">
                  <c:v>0.50219907407154096</c:v>
                </c:pt>
                <c:pt idx="43391">
                  <c:v>0.50221064814832062</c:v>
                </c:pt>
                <c:pt idx="43392">
                  <c:v>0.50222222221782431</c:v>
                </c:pt>
                <c:pt idx="43393">
                  <c:v>0.50223379629460396</c:v>
                </c:pt>
                <c:pt idx="43394">
                  <c:v>0.50224537037138361</c:v>
                </c:pt>
                <c:pt idx="43395">
                  <c:v>0.50225694444088731</c:v>
                </c:pt>
                <c:pt idx="43396">
                  <c:v>0.50226851851766696</c:v>
                </c:pt>
                <c:pt idx="43397">
                  <c:v>0.50228009258717066</c:v>
                </c:pt>
                <c:pt idx="43398">
                  <c:v>0.50229166666395031</c:v>
                </c:pt>
                <c:pt idx="43399">
                  <c:v>0.50230324074072996</c:v>
                </c:pt>
                <c:pt idx="43400">
                  <c:v>0.50231481481023366</c:v>
                </c:pt>
                <c:pt idx="43401">
                  <c:v>0.50232638888701331</c:v>
                </c:pt>
                <c:pt idx="43402">
                  <c:v>0.50233796296379296</c:v>
                </c:pt>
                <c:pt idx="43403">
                  <c:v>0.50234953703329666</c:v>
                </c:pt>
                <c:pt idx="43404">
                  <c:v>0.50236111111007631</c:v>
                </c:pt>
                <c:pt idx="43405">
                  <c:v>0.50237268517958</c:v>
                </c:pt>
                <c:pt idx="43406">
                  <c:v>0.50238425925635966</c:v>
                </c:pt>
                <c:pt idx="43407">
                  <c:v>0.50239583333313931</c:v>
                </c:pt>
                <c:pt idx="43408">
                  <c:v>0.502407407402643</c:v>
                </c:pt>
                <c:pt idx="43409">
                  <c:v>0.50241898147942265</c:v>
                </c:pt>
                <c:pt idx="43410">
                  <c:v>0.50243055555620231</c:v>
                </c:pt>
                <c:pt idx="43411">
                  <c:v>0.502442129625706</c:v>
                </c:pt>
                <c:pt idx="43412">
                  <c:v>0.50245370370248565</c:v>
                </c:pt>
                <c:pt idx="43413">
                  <c:v>0.50246527777198935</c:v>
                </c:pt>
                <c:pt idx="43414">
                  <c:v>0.502476851848769</c:v>
                </c:pt>
                <c:pt idx="43415">
                  <c:v>0.50248842592554865</c:v>
                </c:pt>
                <c:pt idx="43416">
                  <c:v>0.50249999999505235</c:v>
                </c:pt>
                <c:pt idx="43417">
                  <c:v>0.502511574071832</c:v>
                </c:pt>
                <c:pt idx="43418">
                  <c:v>0.50252314814861165</c:v>
                </c:pt>
                <c:pt idx="43419">
                  <c:v>0.50253472221811535</c:v>
                </c:pt>
                <c:pt idx="43420">
                  <c:v>0.502546296294895</c:v>
                </c:pt>
                <c:pt idx="43421">
                  <c:v>0.50255787037167465</c:v>
                </c:pt>
                <c:pt idx="43422">
                  <c:v>0.50256944444117835</c:v>
                </c:pt>
                <c:pt idx="43423">
                  <c:v>0.502581018517958</c:v>
                </c:pt>
                <c:pt idx="43424">
                  <c:v>0.5025925925874617</c:v>
                </c:pt>
                <c:pt idx="43425">
                  <c:v>0.50260416666424135</c:v>
                </c:pt>
                <c:pt idx="43426">
                  <c:v>0.502615740741021</c:v>
                </c:pt>
                <c:pt idx="43427">
                  <c:v>0.50262731481052469</c:v>
                </c:pt>
                <c:pt idx="43428">
                  <c:v>0.50263888888730435</c:v>
                </c:pt>
                <c:pt idx="43429">
                  <c:v>0.502650462964084</c:v>
                </c:pt>
                <c:pt idx="43430">
                  <c:v>0.50266203703358769</c:v>
                </c:pt>
                <c:pt idx="43431">
                  <c:v>0.50267361111036735</c:v>
                </c:pt>
                <c:pt idx="43432">
                  <c:v>0.50268518517987104</c:v>
                </c:pt>
                <c:pt idx="43433">
                  <c:v>0.50269675925665069</c:v>
                </c:pt>
                <c:pt idx="43434">
                  <c:v>0.50270833333343035</c:v>
                </c:pt>
                <c:pt idx="43435">
                  <c:v>0.50271990740293404</c:v>
                </c:pt>
                <c:pt idx="43436">
                  <c:v>0.50273148147971369</c:v>
                </c:pt>
                <c:pt idx="43437">
                  <c:v>0.50274305555649335</c:v>
                </c:pt>
                <c:pt idx="43438">
                  <c:v>0.50275462962599704</c:v>
                </c:pt>
                <c:pt idx="43439">
                  <c:v>0.50276620370277669</c:v>
                </c:pt>
                <c:pt idx="43440">
                  <c:v>0.50277777777228039</c:v>
                </c:pt>
                <c:pt idx="43441">
                  <c:v>0.50278935184906004</c:v>
                </c:pt>
                <c:pt idx="43442">
                  <c:v>0.50280092592583969</c:v>
                </c:pt>
                <c:pt idx="43443">
                  <c:v>0.50281249999534339</c:v>
                </c:pt>
                <c:pt idx="43444">
                  <c:v>0.50282407407212304</c:v>
                </c:pt>
                <c:pt idx="43445">
                  <c:v>0.50283564814890269</c:v>
                </c:pt>
                <c:pt idx="43446">
                  <c:v>0.50284722221840639</c:v>
                </c:pt>
                <c:pt idx="43447">
                  <c:v>0.50285879629518604</c:v>
                </c:pt>
                <c:pt idx="43448">
                  <c:v>0.50287037036468973</c:v>
                </c:pt>
                <c:pt idx="43449">
                  <c:v>0.50288194444146939</c:v>
                </c:pt>
                <c:pt idx="43450">
                  <c:v>0.50289351851824904</c:v>
                </c:pt>
                <c:pt idx="43451">
                  <c:v>0.50290509258775273</c:v>
                </c:pt>
                <c:pt idx="43452">
                  <c:v>0.50291666666453239</c:v>
                </c:pt>
                <c:pt idx="43453">
                  <c:v>0.50292824074131204</c:v>
                </c:pt>
                <c:pt idx="43454">
                  <c:v>0.50293981481081573</c:v>
                </c:pt>
                <c:pt idx="43455">
                  <c:v>0.50295138888759539</c:v>
                </c:pt>
                <c:pt idx="43456">
                  <c:v>0.50296296295709908</c:v>
                </c:pt>
                <c:pt idx="43457">
                  <c:v>0.50297453703387873</c:v>
                </c:pt>
                <c:pt idx="43458">
                  <c:v>0.50298611111065838</c:v>
                </c:pt>
                <c:pt idx="43459">
                  <c:v>0.50299768518016208</c:v>
                </c:pt>
                <c:pt idx="43460">
                  <c:v>0.50300925925694173</c:v>
                </c:pt>
                <c:pt idx="43461">
                  <c:v>0.50302083333372138</c:v>
                </c:pt>
                <c:pt idx="43462">
                  <c:v>0.50303240740322508</c:v>
                </c:pt>
                <c:pt idx="43463">
                  <c:v>0.50304398148000473</c:v>
                </c:pt>
                <c:pt idx="43464">
                  <c:v>0.50305555555678438</c:v>
                </c:pt>
                <c:pt idx="43465">
                  <c:v>0.50306712962628808</c:v>
                </c:pt>
                <c:pt idx="43466">
                  <c:v>0.50307870370306773</c:v>
                </c:pt>
                <c:pt idx="43467">
                  <c:v>0.50309027777257143</c:v>
                </c:pt>
                <c:pt idx="43468">
                  <c:v>0.50310185184935108</c:v>
                </c:pt>
                <c:pt idx="43469">
                  <c:v>0.50311342592613073</c:v>
                </c:pt>
                <c:pt idx="43470">
                  <c:v>0.50312499999563443</c:v>
                </c:pt>
                <c:pt idx="43471">
                  <c:v>0.50313657407241408</c:v>
                </c:pt>
                <c:pt idx="43472">
                  <c:v>0.50314814814919373</c:v>
                </c:pt>
                <c:pt idx="43473">
                  <c:v>0.50315972221869742</c:v>
                </c:pt>
                <c:pt idx="43474">
                  <c:v>0.50317129629547708</c:v>
                </c:pt>
                <c:pt idx="43475">
                  <c:v>0.50318287036498077</c:v>
                </c:pt>
                <c:pt idx="43476">
                  <c:v>0.50319444444176042</c:v>
                </c:pt>
                <c:pt idx="43477">
                  <c:v>0.50320601851854008</c:v>
                </c:pt>
                <c:pt idx="43478">
                  <c:v>0.50321759258804377</c:v>
                </c:pt>
                <c:pt idx="43479">
                  <c:v>0.50322916666482342</c:v>
                </c:pt>
                <c:pt idx="43480">
                  <c:v>0.50324074074160308</c:v>
                </c:pt>
                <c:pt idx="43481">
                  <c:v>0.50325231481110677</c:v>
                </c:pt>
                <c:pt idx="43482">
                  <c:v>0.50326388888788642</c:v>
                </c:pt>
                <c:pt idx="43483">
                  <c:v>0.50327546295739012</c:v>
                </c:pt>
                <c:pt idx="43484">
                  <c:v>0.50328703703416977</c:v>
                </c:pt>
                <c:pt idx="43485">
                  <c:v>0.50329861111094942</c:v>
                </c:pt>
                <c:pt idx="43486">
                  <c:v>0.50331018518045312</c:v>
                </c:pt>
                <c:pt idx="43487">
                  <c:v>0.50332175925723277</c:v>
                </c:pt>
                <c:pt idx="43488">
                  <c:v>0.50333333333401242</c:v>
                </c:pt>
                <c:pt idx="43489">
                  <c:v>0.50334490740351612</c:v>
                </c:pt>
                <c:pt idx="43490">
                  <c:v>0.50335648148029577</c:v>
                </c:pt>
                <c:pt idx="43491">
                  <c:v>0.50336805554979946</c:v>
                </c:pt>
                <c:pt idx="43492">
                  <c:v>0.50337962962657912</c:v>
                </c:pt>
                <c:pt idx="43493">
                  <c:v>0.50339120370335877</c:v>
                </c:pt>
                <c:pt idx="43494">
                  <c:v>0.50340277777286246</c:v>
                </c:pt>
                <c:pt idx="43495">
                  <c:v>0.50341435184964212</c:v>
                </c:pt>
                <c:pt idx="43496">
                  <c:v>0.50342592592642177</c:v>
                </c:pt>
                <c:pt idx="43497">
                  <c:v>0.50343749999592546</c:v>
                </c:pt>
                <c:pt idx="43498">
                  <c:v>0.50344907407270512</c:v>
                </c:pt>
                <c:pt idx="43499">
                  <c:v>0.50346064814948477</c:v>
                </c:pt>
                <c:pt idx="43500">
                  <c:v>0.50347222221898846</c:v>
                </c:pt>
                <c:pt idx="43501">
                  <c:v>0.50348379629576812</c:v>
                </c:pt>
                <c:pt idx="43502">
                  <c:v>0.50349537036527181</c:v>
                </c:pt>
                <c:pt idx="43503">
                  <c:v>0.50350694444205146</c:v>
                </c:pt>
                <c:pt idx="43504">
                  <c:v>0.50351851851883112</c:v>
                </c:pt>
                <c:pt idx="43505">
                  <c:v>0.50353009258833481</c:v>
                </c:pt>
                <c:pt idx="43506">
                  <c:v>0.50354166666511446</c:v>
                </c:pt>
                <c:pt idx="43507">
                  <c:v>0.50355324074189411</c:v>
                </c:pt>
                <c:pt idx="43508">
                  <c:v>0.50356481481139781</c:v>
                </c:pt>
                <c:pt idx="43509">
                  <c:v>0.50357638888817746</c:v>
                </c:pt>
                <c:pt idx="43510">
                  <c:v>0.50358796295768116</c:v>
                </c:pt>
                <c:pt idx="43511">
                  <c:v>0.50359953703446081</c:v>
                </c:pt>
                <c:pt idx="43512">
                  <c:v>0.50361111111124046</c:v>
                </c:pt>
                <c:pt idx="43513">
                  <c:v>0.50362268518074416</c:v>
                </c:pt>
                <c:pt idx="43514">
                  <c:v>0.50363425925752381</c:v>
                </c:pt>
                <c:pt idx="43515">
                  <c:v>0.50364583333430346</c:v>
                </c:pt>
                <c:pt idx="43516">
                  <c:v>0.50365740740380716</c:v>
                </c:pt>
                <c:pt idx="43517">
                  <c:v>0.50366898148058681</c:v>
                </c:pt>
                <c:pt idx="43518">
                  <c:v>0.5036805555500905</c:v>
                </c:pt>
                <c:pt idx="43519">
                  <c:v>0.50369212962687016</c:v>
                </c:pt>
                <c:pt idx="43520">
                  <c:v>0.50370370370364981</c:v>
                </c:pt>
                <c:pt idx="43521">
                  <c:v>0.5037152777731535</c:v>
                </c:pt>
                <c:pt idx="43522">
                  <c:v>0.50372685184993315</c:v>
                </c:pt>
                <c:pt idx="43523">
                  <c:v>0.50373842592671281</c:v>
                </c:pt>
                <c:pt idx="43524">
                  <c:v>0.5037499999962165</c:v>
                </c:pt>
                <c:pt idx="43525">
                  <c:v>0.50376157407299615</c:v>
                </c:pt>
                <c:pt idx="43526">
                  <c:v>0.50377314814249985</c:v>
                </c:pt>
                <c:pt idx="43527">
                  <c:v>0.5037847222192795</c:v>
                </c:pt>
                <c:pt idx="43528">
                  <c:v>0.50379629629605915</c:v>
                </c:pt>
                <c:pt idx="43529">
                  <c:v>0.50380787036556285</c:v>
                </c:pt>
                <c:pt idx="43530">
                  <c:v>0.5038194444423425</c:v>
                </c:pt>
                <c:pt idx="43531">
                  <c:v>0.50383101851912215</c:v>
                </c:pt>
                <c:pt idx="43532">
                  <c:v>0.50384259258862585</c:v>
                </c:pt>
                <c:pt idx="43533">
                  <c:v>0.5038541666654055</c:v>
                </c:pt>
                <c:pt idx="43534">
                  <c:v>0.5038657407349092</c:v>
                </c:pt>
                <c:pt idx="43535">
                  <c:v>0.50387731481168885</c:v>
                </c:pt>
                <c:pt idx="43536">
                  <c:v>0.5038888888884685</c:v>
                </c:pt>
                <c:pt idx="43537">
                  <c:v>0.50390046295797219</c:v>
                </c:pt>
                <c:pt idx="43538">
                  <c:v>0.50391203703475185</c:v>
                </c:pt>
                <c:pt idx="43539">
                  <c:v>0.5039236111115315</c:v>
                </c:pt>
                <c:pt idx="43540">
                  <c:v>0.50393518518103519</c:v>
                </c:pt>
                <c:pt idx="43541">
                  <c:v>0.50394675925781485</c:v>
                </c:pt>
                <c:pt idx="43542">
                  <c:v>0.5039583333345945</c:v>
                </c:pt>
                <c:pt idx="43543">
                  <c:v>0.50396990740409819</c:v>
                </c:pt>
                <c:pt idx="43544">
                  <c:v>0.50398148148087785</c:v>
                </c:pt>
                <c:pt idx="43545">
                  <c:v>0.50399305555038154</c:v>
                </c:pt>
                <c:pt idx="43546">
                  <c:v>0.50400462962716119</c:v>
                </c:pt>
                <c:pt idx="43547">
                  <c:v>0.50401620370394085</c:v>
                </c:pt>
                <c:pt idx="43548">
                  <c:v>0.50402777777344454</c:v>
                </c:pt>
                <c:pt idx="43549">
                  <c:v>0.50403935185022419</c:v>
                </c:pt>
                <c:pt idx="43550">
                  <c:v>0.50405092592700385</c:v>
                </c:pt>
                <c:pt idx="43551">
                  <c:v>0.50406249999650754</c:v>
                </c:pt>
                <c:pt idx="43552">
                  <c:v>0.50407407407328719</c:v>
                </c:pt>
                <c:pt idx="43553">
                  <c:v>0.50408564814279089</c:v>
                </c:pt>
                <c:pt idx="43554">
                  <c:v>0.50409722221957054</c:v>
                </c:pt>
                <c:pt idx="43555">
                  <c:v>0.50410879629635019</c:v>
                </c:pt>
                <c:pt idx="43556">
                  <c:v>0.50412037036585389</c:v>
                </c:pt>
                <c:pt idx="43557">
                  <c:v>0.50413194444263354</c:v>
                </c:pt>
                <c:pt idx="43558">
                  <c:v>0.50414351851941319</c:v>
                </c:pt>
                <c:pt idx="43559">
                  <c:v>0.50415509258891689</c:v>
                </c:pt>
                <c:pt idx="43560">
                  <c:v>0.50416666666569654</c:v>
                </c:pt>
                <c:pt idx="43561">
                  <c:v>0.50417824073520023</c:v>
                </c:pt>
                <c:pt idx="43562">
                  <c:v>0.50418981481197989</c:v>
                </c:pt>
                <c:pt idx="43563">
                  <c:v>0.50420138888875954</c:v>
                </c:pt>
                <c:pt idx="43564">
                  <c:v>0.50421296295826323</c:v>
                </c:pt>
                <c:pt idx="43565">
                  <c:v>0.50422453703504289</c:v>
                </c:pt>
                <c:pt idx="43566">
                  <c:v>0.50423611111182254</c:v>
                </c:pt>
                <c:pt idx="43567">
                  <c:v>0.50424768518132623</c:v>
                </c:pt>
                <c:pt idx="43568">
                  <c:v>0.50425925925810589</c:v>
                </c:pt>
                <c:pt idx="43569">
                  <c:v>0.50427083332760958</c:v>
                </c:pt>
                <c:pt idx="43570">
                  <c:v>0.50428240740438923</c:v>
                </c:pt>
                <c:pt idx="43571">
                  <c:v>0.50429398148116888</c:v>
                </c:pt>
                <c:pt idx="43572">
                  <c:v>0.50430555555067258</c:v>
                </c:pt>
                <c:pt idx="43573">
                  <c:v>0.50431712962745223</c:v>
                </c:pt>
                <c:pt idx="43574">
                  <c:v>0.50432870370423188</c:v>
                </c:pt>
                <c:pt idx="43575">
                  <c:v>0.50434027777373558</c:v>
                </c:pt>
                <c:pt idx="43576">
                  <c:v>0.50435185185051523</c:v>
                </c:pt>
                <c:pt idx="43577">
                  <c:v>0.50436342592001893</c:v>
                </c:pt>
                <c:pt idx="43578">
                  <c:v>0.50437499999679858</c:v>
                </c:pt>
                <c:pt idx="43579">
                  <c:v>0.50438657407357823</c:v>
                </c:pt>
                <c:pt idx="43580">
                  <c:v>0.50439814814308193</c:v>
                </c:pt>
                <c:pt idx="43581">
                  <c:v>0.50440972221986158</c:v>
                </c:pt>
                <c:pt idx="43582">
                  <c:v>0.50442129629664123</c:v>
                </c:pt>
                <c:pt idx="43583">
                  <c:v>0.50443287036614493</c:v>
                </c:pt>
                <c:pt idx="43584">
                  <c:v>0.50444444444292458</c:v>
                </c:pt>
                <c:pt idx="43585">
                  <c:v>0.50445601851970423</c:v>
                </c:pt>
                <c:pt idx="43586">
                  <c:v>0.50446759258920792</c:v>
                </c:pt>
                <c:pt idx="43587">
                  <c:v>0.50447916666598758</c:v>
                </c:pt>
                <c:pt idx="43588">
                  <c:v>0.50449074073549127</c:v>
                </c:pt>
                <c:pt idx="43589">
                  <c:v>0.50450231481227092</c:v>
                </c:pt>
                <c:pt idx="43590">
                  <c:v>0.50451388888905058</c:v>
                </c:pt>
                <c:pt idx="43591">
                  <c:v>0.50452546295855427</c:v>
                </c:pt>
                <c:pt idx="43592">
                  <c:v>0.50453703703533392</c:v>
                </c:pt>
                <c:pt idx="43593">
                  <c:v>0.50454861111211358</c:v>
                </c:pt>
                <c:pt idx="43594">
                  <c:v>0.50456018518161727</c:v>
                </c:pt>
                <c:pt idx="43595">
                  <c:v>0.50457175925839692</c:v>
                </c:pt>
                <c:pt idx="43596">
                  <c:v>0.50458333332790062</c:v>
                </c:pt>
                <c:pt idx="43597">
                  <c:v>0.50459490740468027</c:v>
                </c:pt>
                <c:pt idx="43598">
                  <c:v>0.50460648148145992</c:v>
                </c:pt>
                <c:pt idx="43599">
                  <c:v>0.50461805555096362</c:v>
                </c:pt>
                <c:pt idx="43600">
                  <c:v>0.50462962962774327</c:v>
                </c:pt>
                <c:pt idx="43601">
                  <c:v>0.50464120370452292</c:v>
                </c:pt>
                <c:pt idx="43602">
                  <c:v>0.50465277777402662</c:v>
                </c:pt>
                <c:pt idx="43603">
                  <c:v>0.50466435185080627</c:v>
                </c:pt>
                <c:pt idx="43604">
                  <c:v>0.50467592592030996</c:v>
                </c:pt>
                <c:pt idx="43605">
                  <c:v>0.50468749999708962</c:v>
                </c:pt>
                <c:pt idx="43606">
                  <c:v>0.50469907407386927</c:v>
                </c:pt>
                <c:pt idx="43607">
                  <c:v>0.50471064814337296</c:v>
                </c:pt>
                <c:pt idx="43608">
                  <c:v>0.50472222222015262</c:v>
                </c:pt>
                <c:pt idx="43609">
                  <c:v>0.50473379629693227</c:v>
                </c:pt>
                <c:pt idx="43610">
                  <c:v>0.50474537036643596</c:v>
                </c:pt>
                <c:pt idx="43611">
                  <c:v>0.50475694444321562</c:v>
                </c:pt>
                <c:pt idx="43612">
                  <c:v>0.50476851851271931</c:v>
                </c:pt>
                <c:pt idx="43613">
                  <c:v>0.50478009258949896</c:v>
                </c:pt>
                <c:pt idx="43614">
                  <c:v>0.50479166666627862</c:v>
                </c:pt>
                <c:pt idx="43615">
                  <c:v>0.50480324073578231</c:v>
                </c:pt>
                <c:pt idx="43616">
                  <c:v>0.50481481481256196</c:v>
                </c:pt>
                <c:pt idx="43617">
                  <c:v>0.50482638888934162</c:v>
                </c:pt>
                <c:pt idx="43618">
                  <c:v>0.50483796295884531</c:v>
                </c:pt>
                <c:pt idx="43619">
                  <c:v>0.50484953703562496</c:v>
                </c:pt>
                <c:pt idx="43620">
                  <c:v>0.50486111111240461</c:v>
                </c:pt>
                <c:pt idx="43621">
                  <c:v>0.50487268518190831</c:v>
                </c:pt>
                <c:pt idx="43622">
                  <c:v>0.50488425925868796</c:v>
                </c:pt>
                <c:pt idx="43623">
                  <c:v>0.50489583332819166</c:v>
                </c:pt>
                <c:pt idx="43624">
                  <c:v>0.50490740740497131</c:v>
                </c:pt>
                <c:pt idx="43625">
                  <c:v>0.50491898148175096</c:v>
                </c:pt>
                <c:pt idx="43626">
                  <c:v>0.50493055555125466</c:v>
                </c:pt>
                <c:pt idx="43627">
                  <c:v>0.50494212962803431</c:v>
                </c:pt>
                <c:pt idx="43628">
                  <c:v>0.50495370370481396</c:v>
                </c:pt>
                <c:pt idx="43629">
                  <c:v>0.50496527777431766</c:v>
                </c:pt>
                <c:pt idx="43630">
                  <c:v>0.50497685185109731</c:v>
                </c:pt>
                <c:pt idx="43631">
                  <c:v>0.504988425920601</c:v>
                </c:pt>
                <c:pt idx="43632">
                  <c:v>0.50499999999738066</c:v>
                </c:pt>
                <c:pt idx="43633">
                  <c:v>0.50501157407416031</c:v>
                </c:pt>
                <c:pt idx="43634">
                  <c:v>0.505023148143664</c:v>
                </c:pt>
                <c:pt idx="43635">
                  <c:v>0.50503472222044365</c:v>
                </c:pt>
                <c:pt idx="43636">
                  <c:v>0.50504629629722331</c:v>
                </c:pt>
                <c:pt idx="43637">
                  <c:v>0.505057870366727</c:v>
                </c:pt>
                <c:pt idx="43638">
                  <c:v>0.50506944444350665</c:v>
                </c:pt>
                <c:pt idx="43639">
                  <c:v>0.50508101851301035</c:v>
                </c:pt>
                <c:pt idx="43640">
                  <c:v>0.50509259258979</c:v>
                </c:pt>
                <c:pt idx="43641">
                  <c:v>0.50510416666656965</c:v>
                </c:pt>
                <c:pt idx="43642">
                  <c:v>0.50511574073607335</c:v>
                </c:pt>
                <c:pt idx="43643">
                  <c:v>0.505127314812853</c:v>
                </c:pt>
                <c:pt idx="43644">
                  <c:v>0.50513888888963265</c:v>
                </c:pt>
                <c:pt idx="43645">
                  <c:v>0.50515046295913635</c:v>
                </c:pt>
                <c:pt idx="43646">
                  <c:v>0.505162037035916</c:v>
                </c:pt>
                <c:pt idx="43647">
                  <c:v>0.5051736111054197</c:v>
                </c:pt>
                <c:pt idx="43648">
                  <c:v>0.50518518518219935</c:v>
                </c:pt>
                <c:pt idx="43649">
                  <c:v>0.505196759258979</c:v>
                </c:pt>
                <c:pt idx="43650">
                  <c:v>0.50520833332848269</c:v>
                </c:pt>
                <c:pt idx="43651">
                  <c:v>0.50521990740526235</c:v>
                </c:pt>
                <c:pt idx="43652">
                  <c:v>0.505231481482042</c:v>
                </c:pt>
                <c:pt idx="43653">
                  <c:v>0.50524305555154569</c:v>
                </c:pt>
                <c:pt idx="43654">
                  <c:v>0.50525462962832535</c:v>
                </c:pt>
                <c:pt idx="43655">
                  <c:v>0.50526620369782904</c:v>
                </c:pt>
                <c:pt idx="43656">
                  <c:v>0.50527777777460869</c:v>
                </c:pt>
                <c:pt idx="43657">
                  <c:v>0.50528935185138835</c:v>
                </c:pt>
                <c:pt idx="43658">
                  <c:v>0.50530092592089204</c:v>
                </c:pt>
                <c:pt idx="43659">
                  <c:v>0.50531249999767169</c:v>
                </c:pt>
                <c:pt idx="43660">
                  <c:v>0.50532407407445135</c:v>
                </c:pt>
                <c:pt idx="43661">
                  <c:v>0.50533564814395504</c:v>
                </c:pt>
                <c:pt idx="43662">
                  <c:v>0.50534722222073469</c:v>
                </c:pt>
                <c:pt idx="43663">
                  <c:v>0.50535879629751435</c:v>
                </c:pt>
                <c:pt idx="43664">
                  <c:v>0.50537037036701804</c:v>
                </c:pt>
                <c:pt idx="43665">
                  <c:v>0.50538194444379769</c:v>
                </c:pt>
                <c:pt idx="43666">
                  <c:v>0.50539351851330139</c:v>
                </c:pt>
                <c:pt idx="43667">
                  <c:v>0.50540509259008104</c:v>
                </c:pt>
                <c:pt idx="43668">
                  <c:v>0.50541666666686069</c:v>
                </c:pt>
                <c:pt idx="43669">
                  <c:v>0.50542824073636439</c:v>
                </c:pt>
                <c:pt idx="43670">
                  <c:v>0.50543981481314404</c:v>
                </c:pt>
                <c:pt idx="43671">
                  <c:v>0.50545138888992369</c:v>
                </c:pt>
                <c:pt idx="43672">
                  <c:v>0.50546296295942739</c:v>
                </c:pt>
                <c:pt idx="43673">
                  <c:v>0.50547453703620704</c:v>
                </c:pt>
                <c:pt idx="43674">
                  <c:v>0.50548611110571073</c:v>
                </c:pt>
                <c:pt idx="43675">
                  <c:v>0.50549768518249039</c:v>
                </c:pt>
                <c:pt idx="43676">
                  <c:v>0.50550925925927004</c:v>
                </c:pt>
                <c:pt idx="43677">
                  <c:v>0.50552083332877373</c:v>
                </c:pt>
                <c:pt idx="43678">
                  <c:v>0.50553240740555339</c:v>
                </c:pt>
                <c:pt idx="43679">
                  <c:v>0.50554398148233304</c:v>
                </c:pt>
                <c:pt idx="43680">
                  <c:v>0.50555555555183673</c:v>
                </c:pt>
                <c:pt idx="43681">
                  <c:v>0.50556712962861639</c:v>
                </c:pt>
                <c:pt idx="43682">
                  <c:v>0.50557870369812008</c:v>
                </c:pt>
                <c:pt idx="43683">
                  <c:v>0.50559027777489973</c:v>
                </c:pt>
                <c:pt idx="43684">
                  <c:v>0.50560185185167938</c:v>
                </c:pt>
                <c:pt idx="43685">
                  <c:v>0.50561342592118308</c:v>
                </c:pt>
                <c:pt idx="43686">
                  <c:v>0.50562499999796273</c:v>
                </c:pt>
                <c:pt idx="43687">
                  <c:v>0.50563657407474238</c:v>
                </c:pt>
                <c:pt idx="43688">
                  <c:v>0.50564814814424608</c:v>
                </c:pt>
                <c:pt idx="43689">
                  <c:v>0.50565972222102573</c:v>
                </c:pt>
                <c:pt idx="43690">
                  <c:v>0.50567129629052943</c:v>
                </c:pt>
                <c:pt idx="43691">
                  <c:v>0.50568287036730908</c:v>
                </c:pt>
                <c:pt idx="43692">
                  <c:v>0.50569444444408873</c:v>
                </c:pt>
                <c:pt idx="43693">
                  <c:v>0.50570601851359243</c:v>
                </c:pt>
                <c:pt idx="43694">
                  <c:v>0.50571759259037208</c:v>
                </c:pt>
                <c:pt idx="43695">
                  <c:v>0.50572916666715173</c:v>
                </c:pt>
                <c:pt idx="43696">
                  <c:v>0.50574074073665543</c:v>
                </c:pt>
                <c:pt idx="43697">
                  <c:v>0.50575231481343508</c:v>
                </c:pt>
                <c:pt idx="43698">
                  <c:v>0.50576388889021473</c:v>
                </c:pt>
                <c:pt idx="43699">
                  <c:v>0.50577546295971842</c:v>
                </c:pt>
                <c:pt idx="43700">
                  <c:v>0.50578703703649808</c:v>
                </c:pt>
                <c:pt idx="43701">
                  <c:v>0.50579861110600177</c:v>
                </c:pt>
                <c:pt idx="43702">
                  <c:v>0.50581018518278142</c:v>
                </c:pt>
                <c:pt idx="43703">
                  <c:v>0.50582175925956108</c:v>
                </c:pt>
                <c:pt idx="43704">
                  <c:v>0.50583333332906477</c:v>
                </c:pt>
                <c:pt idx="43705">
                  <c:v>0.50584490740584442</c:v>
                </c:pt>
                <c:pt idx="43706">
                  <c:v>0.50585648148262408</c:v>
                </c:pt>
                <c:pt idx="43707">
                  <c:v>0.50586805555212777</c:v>
                </c:pt>
                <c:pt idx="43708">
                  <c:v>0.50587962962890742</c:v>
                </c:pt>
                <c:pt idx="43709">
                  <c:v>0.50589120369841112</c:v>
                </c:pt>
                <c:pt idx="43710">
                  <c:v>0.50590277777519077</c:v>
                </c:pt>
                <c:pt idx="43711">
                  <c:v>0.50591435185197042</c:v>
                </c:pt>
                <c:pt idx="43712">
                  <c:v>0.50592592592147412</c:v>
                </c:pt>
                <c:pt idx="43713">
                  <c:v>0.50593749999825377</c:v>
                </c:pt>
                <c:pt idx="43714">
                  <c:v>0.50594907407503342</c:v>
                </c:pt>
                <c:pt idx="43715">
                  <c:v>0.50596064814453712</c:v>
                </c:pt>
                <c:pt idx="43716">
                  <c:v>0.50597222222131677</c:v>
                </c:pt>
                <c:pt idx="43717">
                  <c:v>0.50598379629082046</c:v>
                </c:pt>
                <c:pt idx="43718">
                  <c:v>0.50599537036760012</c:v>
                </c:pt>
                <c:pt idx="43719">
                  <c:v>0.50600694444437977</c:v>
                </c:pt>
                <c:pt idx="43720">
                  <c:v>0.50601851851388346</c:v>
                </c:pt>
                <c:pt idx="43721">
                  <c:v>0.50603009259066312</c:v>
                </c:pt>
                <c:pt idx="43722">
                  <c:v>0.50604166666744277</c:v>
                </c:pt>
                <c:pt idx="43723">
                  <c:v>0.50605324073694646</c:v>
                </c:pt>
                <c:pt idx="43724">
                  <c:v>0.50606481481372612</c:v>
                </c:pt>
                <c:pt idx="43725">
                  <c:v>0.50607638888322981</c:v>
                </c:pt>
                <c:pt idx="43726">
                  <c:v>0.50608796296000946</c:v>
                </c:pt>
                <c:pt idx="43727">
                  <c:v>0.50609953703678912</c:v>
                </c:pt>
                <c:pt idx="43728">
                  <c:v>0.50611111110629281</c:v>
                </c:pt>
                <c:pt idx="43729">
                  <c:v>0.50612268518307246</c:v>
                </c:pt>
                <c:pt idx="43730">
                  <c:v>0.50613425925985212</c:v>
                </c:pt>
                <c:pt idx="43731">
                  <c:v>0.50614583332935581</c:v>
                </c:pt>
                <c:pt idx="43732">
                  <c:v>0.50615740740613546</c:v>
                </c:pt>
                <c:pt idx="43733">
                  <c:v>0.50616898147563916</c:v>
                </c:pt>
                <c:pt idx="43734">
                  <c:v>0.50618055555241881</c:v>
                </c:pt>
                <c:pt idx="43735">
                  <c:v>0.50619212962919846</c:v>
                </c:pt>
                <c:pt idx="43736">
                  <c:v>0.50620370369870216</c:v>
                </c:pt>
                <c:pt idx="43737">
                  <c:v>0.50621527777548181</c:v>
                </c:pt>
                <c:pt idx="43738">
                  <c:v>0.50622685185226146</c:v>
                </c:pt>
                <c:pt idx="43739">
                  <c:v>0.50623842592176516</c:v>
                </c:pt>
                <c:pt idx="43740">
                  <c:v>0.50624999999854481</c:v>
                </c:pt>
                <c:pt idx="43741">
                  <c:v>0.50626157407532446</c:v>
                </c:pt>
                <c:pt idx="43742">
                  <c:v>0.50627314814482816</c:v>
                </c:pt>
                <c:pt idx="43743">
                  <c:v>0.50628472222160781</c:v>
                </c:pt>
                <c:pt idx="43744">
                  <c:v>0.5062962962911115</c:v>
                </c:pt>
                <c:pt idx="43745">
                  <c:v>0.50630787036789116</c:v>
                </c:pt>
                <c:pt idx="43746">
                  <c:v>0.50631944444467081</c:v>
                </c:pt>
                <c:pt idx="43747">
                  <c:v>0.5063310185141745</c:v>
                </c:pt>
                <c:pt idx="43748">
                  <c:v>0.50634259259095415</c:v>
                </c:pt>
                <c:pt idx="43749">
                  <c:v>0.50635416666773381</c:v>
                </c:pt>
                <c:pt idx="43750">
                  <c:v>0.5063657407372375</c:v>
                </c:pt>
                <c:pt idx="43751">
                  <c:v>0.50637731481401715</c:v>
                </c:pt>
                <c:pt idx="43752">
                  <c:v>0.50638888888352085</c:v>
                </c:pt>
                <c:pt idx="43753">
                  <c:v>0.5064004629603005</c:v>
                </c:pt>
                <c:pt idx="43754">
                  <c:v>0.50641203703708015</c:v>
                </c:pt>
                <c:pt idx="43755">
                  <c:v>0.50642361110658385</c:v>
                </c:pt>
                <c:pt idx="43756">
                  <c:v>0.5064351851833635</c:v>
                </c:pt>
                <c:pt idx="43757">
                  <c:v>0.50644675926014315</c:v>
                </c:pt>
                <c:pt idx="43758">
                  <c:v>0.50645833332964685</c:v>
                </c:pt>
                <c:pt idx="43759">
                  <c:v>0.5064699074064265</c:v>
                </c:pt>
                <c:pt idx="43760">
                  <c:v>0.5064814814759302</c:v>
                </c:pt>
                <c:pt idx="43761">
                  <c:v>0.50649305555270985</c:v>
                </c:pt>
                <c:pt idx="43762">
                  <c:v>0.5065046296294895</c:v>
                </c:pt>
                <c:pt idx="43763">
                  <c:v>0.50651620369899319</c:v>
                </c:pt>
                <c:pt idx="43764">
                  <c:v>0.50652777777577285</c:v>
                </c:pt>
                <c:pt idx="43765">
                  <c:v>0.5065393518525525</c:v>
                </c:pt>
                <c:pt idx="43766">
                  <c:v>0.50655092592205619</c:v>
                </c:pt>
                <c:pt idx="43767">
                  <c:v>0.50656249999883585</c:v>
                </c:pt>
                <c:pt idx="43768">
                  <c:v>0.50657407406833954</c:v>
                </c:pt>
                <c:pt idx="43769">
                  <c:v>0.50658564814511919</c:v>
                </c:pt>
                <c:pt idx="43770">
                  <c:v>0.50659722222189885</c:v>
                </c:pt>
                <c:pt idx="43771">
                  <c:v>0.50660879629140254</c:v>
                </c:pt>
                <c:pt idx="43772">
                  <c:v>0.50662037036818219</c:v>
                </c:pt>
                <c:pt idx="43773">
                  <c:v>0.50663194444496185</c:v>
                </c:pt>
                <c:pt idx="43774">
                  <c:v>0.50664351851446554</c:v>
                </c:pt>
                <c:pt idx="43775">
                  <c:v>0.50665509259124519</c:v>
                </c:pt>
                <c:pt idx="43776">
                  <c:v>0.50666666666074889</c:v>
                </c:pt>
                <c:pt idx="43777">
                  <c:v>0.50667824073752854</c:v>
                </c:pt>
                <c:pt idx="43778">
                  <c:v>0.50668981481430819</c:v>
                </c:pt>
                <c:pt idx="43779">
                  <c:v>0.50670138888381189</c:v>
                </c:pt>
                <c:pt idx="43780">
                  <c:v>0.50671296296059154</c:v>
                </c:pt>
                <c:pt idx="43781">
                  <c:v>0.50672453703737119</c:v>
                </c:pt>
                <c:pt idx="43782">
                  <c:v>0.50673611110687489</c:v>
                </c:pt>
                <c:pt idx="43783">
                  <c:v>0.50674768518365454</c:v>
                </c:pt>
                <c:pt idx="43784">
                  <c:v>0.50675925926043419</c:v>
                </c:pt>
                <c:pt idx="43785">
                  <c:v>0.50677083332993789</c:v>
                </c:pt>
                <c:pt idx="43786">
                  <c:v>0.50678240740671754</c:v>
                </c:pt>
                <c:pt idx="43787">
                  <c:v>0.50679398147622123</c:v>
                </c:pt>
                <c:pt idx="43788">
                  <c:v>0.50680555555300089</c:v>
                </c:pt>
                <c:pt idx="43789">
                  <c:v>0.50681712962978054</c:v>
                </c:pt>
                <c:pt idx="43790">
                  <c:v>0.50682870369928423</c:v>
                </c:pt>
                <c:pt idx="43791">
                  <c:v>0.50684027777606389</c:v>
                </c:pt>
                <c:pt idx="43792">
                  <c:v>0.50685185185284354</c:v>
                </c:pt>
                <c:pt idx="43793">
                  <c:v>0.50686342592234723</c:v>
                </c:pt>
                <c:pt idx="43794">
                  <c:v>0.50687499999912689</c:v>
                </c:pt>
                <c:pt idx="43795">
                  <c:v>0.50688657406863058</c:v>
                </c:pt>
                <c:pt idx="43796">
                  <c:v>0.50689814814541023</c:v>
                </c:pt>
                <c:pt idx="43797">
                  <c:v>0.50690972222218988</c:v>
                </c:pt>
                <c:pt idx="43798">
                  <c:v>0.50692129629169358</c:v>
                </c:pt>
                <c:pt idx="43799">
                  <c:v>0.50693287036847323</c:v>
                </c:pt>
                <c:pt idx="43800">
                  <c:v>0.50694444444525288</c:v>
                </c:pt>
                <c:pt idx="43801">
                  <c:v>0.50695601851475658</c:v>
                </c:pt>
                <c:pt idx="43802">
                  <c:v>0.50696759259153623</c:v>
                </c:pt>
                <c:pt idx="43803">
                  <c:v>0.50697916666103993</c:v>
                </c:pt>
                <c:pt idx="43804">
                  <c:v>0.50699074073781958</c:v>
                </c:pt>
                <c:pt idx="43805">
                  <c:v>0.50700231481459923</c:v>
                </c:pt>
                <c:pt idx="43806">
                  <c:v>0.50701388888410293</c:v>
                </c:pt>
                <c:pt idx="43807">
                  <c:v>0.50702546296088258</c:v>
                </c:pt>
                <c:pt idx="43808">
                  <c:v>0.50703703703766223</c:v>
                </c:pt>
                <c:pt idx="43809">
                  <c:v>0.50704861110716593</c:v>
                </c:pt>
                <c:pt idx="43810">
                  <c:v>0.50706018518394558</c:v>
                </c:pt>
                <c:pt idx="43811">
                  <c:v>0.50707175925344927</c:v>
                </c:pt>
                <c:pt idx="43812">
                  <c:v>0.50708333333022892</c:v>
                </c:pt>
                <c:pt idx="43813">
                  <c:v>0.50709490740700858</c:v>
                </c:pt>
                <c:pt idx="43814">
                  <c:v>0.50710648147651227</c:v>
                </c:pt>
                <c:pt idx="43815">
                  <c:v>0.50711805555329192</c:v>
                </c:pt>
                <c:pt idx="43816">
                  <c:v>0.50712962963007158</c:v>
                </c:pt>
                <c:pt idx="43817">
                  <c:v>0.50714120369957527</c:v>
                </c:pt>
                <c:pt idx="43818">
                  <c:v>0.50715277777635492</c:v>
                </c:pt>
                <c:pt idx="43819">
                  <c:v>0.50716435185313458</c:v>
                </c:pt>
                <c:pt idx="43820">
                  <c:v>0.50717592592263827</c:v>
                </c:pt>
                <c:pt idx="43821">
                  <c:v>0.50718749999941792</c:v>
                </c:pt>
                <c:pt idx="43822">
                  <c:v>0.50719907406892162</c:v>
                </c:pt>
                <c:pt idx="43823">
                  <c:v>0.50721064814570127</c:v>
                </c:pt>
                <c:pt idx="43824">
                  <c:v>0.50722222222248092</c:v>
                </c:pt>
                <c:pt idx="43825">
                  <c:v>0.50723379629198462</c:v>
                </c:pt>
                <c:pt idx="43826">
                  <c:v>0.50724537036876427</c:v>
                </c:pt>
                <c:pt idx="43827">
                  <c:v>0.50725694444554392</c:v>
                </c:pt>
                <c:pt idx="43828">
                  <c:v>0.50726851851504762</c:v>
                </c:pt>
                <c:pt idx="43829">
                  <c:v>0.50728009259182727</c:v>
                </c:pt>
                <c:pt idx="43830">
                  <c:v>0.50729166666133096</c:v>
                </c:pt>
                <c:pt idx="43831">
                  <c:v>0.50730324073811062</c:v>
                </c:pt>
                <c:pt idx="43832">
                  <c:v>0.50731481481489027</c:v>
                </c:pt>
                <c:pt idx="43833">
                  <c:v>0.50732638888439396</c:v>
                </c:pt>
                <c:pt idx="43834">
                  <c:v>0.50733796296117362</c:v>
                </c:pt>
                <c:pt idx="43835">
                  <c:v>0.50734953703795327</c:v>
                </c:pt>
                <c:pt idx="43836">
                  <c:v>0.50736111110745696</c:v>
                </c:pt>
                <c:pt idx="43837">
                  <c:v>0.50737268518423662</c:v>
                </c:pt>
                <c:pt idx="43838">
                  <c:v>0.50738425925374031</c:v>
                </c:pt>
                <c:pt idx="43839">
                  <c:v>0.50739583333051996</c:v>
                </c:pt>
                <c:pt idx="43840">
                  <c:v>0.50740740740729962</c:v>
                </c:pt>
                <c:pt idx="43841">
                  <c:v>0.50741898147680331</c:v>
                </c:pt>
                <c:pt idx="43842">
                  <c:v>0.50743055555358296</c:v>
                </c:pt>
                <c:pt idx="43843">
                  <c:v>0.50744212963036261</c:v>
                </c:pt>
                <c:pt idx="43844">
                  <c:v>0.50745370369986631</c:v>
                </c:pt>
                <c:pt idx="43845">
                  <c:v>0.50746527777664596</c:v>
                </c:pt>
                <c:pt idx="43846">
                  <c:v>0.50747685184614966</c:v>
                </c:pt>
                <c:pt idx="43847">
                  <c:v>0.50748842592292931</c:v>
                </c:pt>
                <c:pt idx="43848">
                  <c:v>0.50749999999970896</c:v>
                </c:pt>
                <c:pt idx="43849">
                  <c:v>0.50751157406921266</c:v>
                </c:pt>
                <c:pt idx="43850">
                  <c:v>0.50752314814599231</c:v>
                </c:pt>
                <c:pt idx="43851">
                  <c:v>0.50753472222277196</c:v>
                </c:pt>
                <c:pt idx="43852">
                  <c:v>0.50754629629227566</c:v>
                </c:pt>
                <c:pt idx="43853">
                  <c:v>0.50755787036905531</c:v>
                </c:pt>
                <c:pt idx="43854">
                  <c:v>0.507569444438559</c:v>
                </c:pt>
                <c:pt idx="43855">
                  <c:v>0.50758101851533866</c:v>
                </c:pt>
                <c:pt idx="43856">
                  <c:v>0.50759259259211831</c:v>
                </c:pt>
                <c:pt idx="43857">
                  <c:v>0.507604166661622</c:v>
                </c:pt>
                <c:pt idx="43858">
                  <c:v>0.50761574073840166</c:v>
                </c:pt>
                <c:pt idx="43859">
                  <c:v>0.50762731481518131</c:v>
                </c:pt>
                <c:pt idx="43860">
                  <c:v>0.507638888884685</c:v>
                </c:pt>
                <c:pt idx="43861">
                  <c:v>0.50765046296146465</c:v>
                </c:pt>
                <c:pt idx="43862">
                  <c:v>0.50766203703824431</c:v>
                </c:pt>
                <c:pt idx="43863">
                  <c:v>0.507673611107748</c:v>
                </c:pt>
                <c:pt idx="43864">
                  <c:v>0.50768518518452765</c:v>
                </c:pt>
                <c:pt idx="43865">
                  <c:v>0.50769675925403135</c:v>
                </c:pt>
                <c:pt idx="43866">
                  <c:v>0.507708333330811</c:v>
                </c:pt>
                <c:pt idx="43867">
                  <c:v>0.50771990740759065</c:v>
                </c:pt>
                <c:pt idx="43868">
                  <c:v>0.50773148147709435</c:v>
                </c:pt>
                <c:pt idx="43869">
                  <c:v>0.507743055553874</c:v>
                </c:pt>
                <c:pt idx="43870">
                  <c:v>0.50775462963065365</c:v>
                </c:pt>
                <c:pt idx="43871">
                  <c:v>0.50776620370015735</c:v>
                </c:pt>
                <c:pt idx="43872">
                  <c:v>0.507777777776937</c:v>
                </c:pt>
                <c:pt idx="43873">
                  <c:v>0.5077893518464407</c:v>
                </c:pt>
                <c:pt idx="43874">
                  <c:v>0.50780092592322035</c:v>
                </c:pt>
                <c:pt idx="43875">
                  <c:v>0.5078125</c:v>
                </c:pt>
                <c:pt idx="43876">
                  <c:v>0.50782407406950369</c:v>
                </c:pt>
                <c:pt idx="43877">
                  <c:v>0.50783564814628335</c:v>
                </c:pt>
                <c:pt idx="43878">
                  <c:v>0.507847222223063</c:v>
                </c:pt>
                <c:pt idx="43879">
                  <c:v>0.50785879629256669</c:v>
                </c:pt>
                <c:pt idx="43880">
                  <c:v>0.50787037036934635</c:v>
                </c:pt>
                <c:pt idx="43881">
                  <c:v>0.50788194443885004</c:v>
                </c:pt>
                <c:pt idx="43882">
                  <c:v>0.50789351851562969</c:v>
                </c:pt>
                <c:pt idx="43883">
                  <c:v>0.50790509259240935</c:v>
                </c:pt>
                <c:pt idx="43884">
                  <c:v>0.50791666666191304</c:v>
                </c:pt>
                <c:pt idx="43885">
                  <c:v>0.50792824073869269</c:v>
                </c:pt>
                <c:pt idx="43886">
                  <c:v>0.50793981481547235</c:v>
                </c:pt>
                <c:pt idx="43887">
                  <c:v>0.50795138888497604</c:v>
                </c:pt>
                <c:pt idx="43888">
                  <c:v>0.50796296296175569</c:v>
                </c:pt>
                <c:pt idx="43889">
                  <c:v>0.50797453703125939</c:v>
                </c:pt>
                <c:pt idx="43890">
                  <c:v>0.50798611110803904</c:v>
                </c:pt>
                <c:pt idx="43891">
                  <c:v>0.50799768518481869</c:v>
                </c:pt>
                <c:pt idx="43892">
                  <c:v>0.50800925925432239</c:v>
                </c:pt>
                <c:pt idx="43893">
                  <c:v>0.50802083333110204</c:v>
                </c:pt>
                <c:pt idx="43894">
                  <c:v>0.50803240740788169</c:v>
                </c:pt>
                <c:pt idx="43895">
                  <c:v>0.50804398147738539</c:v>
                </c:pt>
                <c:pt idx="43896">
                  <c:v>0.50805555555416504</c:v>
                </c:pt>
                <c:pt idx="43897">
                  <c:v>0.50806712963094469</c:v>
                </c:pt>
                <c:pt idx="43898">
                  <c:v>0.50807870370044839</c:v>
                </c:pt>
                <c:pt idx="43899">
                  <c:v>0.50809027777722804</c:v>
                </c:pt>
                <c:pt idx="43900">
                  <c:v>0.50810185184673173</c:v>
                </c:pt>
                <c:pt idx="43901">
                  <c:v>0.50811342592351139</c:v>
                </c:pt>
                <c:pt idx="43902">
                  <c:v>0.50812500000029104</c:v>
                </c:pt>
                <c:pt idx="43903">
                  <c:v>0.50813657406979473</c:v>
                </c:pt>
                <c:pt idx="43904">
                  <c:v>0.50814814814657439</c:v>
                </c:pt>
                <c:pt idx="43905">
                  <c:v>0.50815972222335404</c:v>
                </c:pt>
                <c:pt idx="43906">
                  <c:v>0.50817129629285773</c:v>
                </c:pt>
                <c:pt idx="43907">
                  <c:v>0.50818287036963739</c:v>
                </c:pt>
                <c:pt idx="43908">
                  <c:v>0.50819444443914108</c:v>
                </c:pt>
                <c:pt idx="43909">
                  <c:v>0.50820601851592073</c:v>
                </c:pt>
                <c:pt idx="43910">
                  <c:v>0.50821759259270038</c:v>
                </c:pt>
                <c:pt idx="43911">
                  <c:v>0.50822916666220408</c:v>
                </c:pt>
                <c:pt idx="43912">
                  <c:v>0.50824074073898373</c:v>
                </c:pt>
                <c:pt idx="43913">
                  <c:v>0.50825231481576338</c:v>
                </c:pt>
                <c:pt idx="43914">
                  <c:v>0.50826388888526708</c:v>
                </c:pt>
                <c:pt idx="43915">
                  <c:v>0.50827546296204673</c:v>
                </c:pt>
                <c:pt idx="43916">
                  <c:v>0.50828703703155043</c:v>
                </c:pt>
                <c:pt idx="43917">
                  <c:v>0.50829861110833008</c:v>
                </c:pt>
                <c:pt idx="43918">
                  <c:v>0.50831018518510973</c:v>
                </c:pt>
                <c:pt idx="43919">
                  <c:v>0.50832175925461343</c:v>
                </c:pt>
                <c:pt idx="43920">
                  <c:v>0.50833333333139308</c:v>
                </c:pt>
                <c:pt idx="43921">
                  <c:v>0.50834490740817273</c:v>
                </c:pt>
                <c:pt idx="43922">
                  <c:v>0.50835648147767643</c:v>
                </c:pt>
                <c:pt idx="43923">
                  <c:v>0.50836805555445608</c:v>
                </c:pt>
                <c:pt idx="43924">
                  <c:v>0.50837962962395977</c:v>
                </c:pt>
                <c:pt idx="43925">
                  <c:v>0.50839120370073942</c:v>
                </c:pt>
                <c:pt idx="43926">
                  <c:v>0.50840277777751908</c:v>
                </c:pt>
                <c:pt idx="43927">
                  <c:v>0.50841435184702277</c:v>
                </c:pt>
                <c:pt idx="43928">
                  <c:v>0.50842592592380242</c:v>
                </c:pt>
                <c:pt idx="43929">
                  <c:v>0.50843750000058208</c:v>
                </c:pt>
                <c:pt idx="43930">
                  <c:v>0.50844907407008577</c:v>
                </c:pt>
                <c:pt idx="43931">
                  <c:v>0.50846064814686542</c:v>
                </c:pt>
                <c:pt idx="43932">
                  <c:v>0.50847222221636912</c:v>
                </c:pt>
                <c:pt idx="43933">
                  <c:v>0.50848379629314877</c:v>
                </c:pt>
                <c:pt idx="43934">
                  <c:v>0.50849537036992842</c:v>
                </c:pt>
                <c:pt idx="43935">
                  <c:v>0.50850694443943212</c:v>
                </c:pt>
                <c:pt idx="43936">
                  <c:v>0.50851851851621177</c:v>
                </c:pt>
                <c:pt idx="43937">
                  <c:v>0.50853009259299142</c:v>
                </c:pt>
                <c:pt idx="43938">
                  <c:v>0.50854166666249512</c:v>
                </c:pt>
                <c:pt idx="43939">
                  <c:v>0.50855324073927477</c:v>
                </c:pt>
                <c:pt idx="43940">
                  <c:v>0.50856481481605442</c:v>
                </c:pt>
                <c:pt idx="43941">
                  <c:v>0.50857638888555812</c:v>
                </c:pt>
                <c:pt idx="43942">
                  <c:v>0.50858796296233777</c:v>
                </c:pt>
                <c:pt idx="43943">
                  <c:v>0.50859953703184146</c:v>
                </c:pt>
                <c:pt idx="43944">
                  <c:v>0.50861111110862112</c:v>
                </c:pt>
                <c:pt idx="43945">
                  <c:v>0.50862268518540077</c:v>
                </c:pt>
                <c:pt idx="43946">
                  <c:v>0.50863425925490446</c:v>
                </c:pt>
                <c:pt idx="43947">
                  <c:v>0.50864583333168412</c:v>
                </c:pt>
                <c:pt idx="43948">
                  <c:v>0.50865740740846377</c:v>
                </c:pt>
                <c:pt idx="43949">
                  <c:v>0.50866898147796746</c:v>
                </c:pt>
                <c:pt idx="43950">
                  <c:v>0.50868055555474712</c:v>
                </c:pt>
                <c:pt idx="43951">
                  <c:v>0.50869212962425081</c:v>
                </c:pt>
                <c:pt idx="43952">
                  <c:v>0.50870370370103046</c:v>
                </c:pt>
                <c:pt idx="43953">
                  <c:v>0.50871527777781012</c:v>
                </c:pt>
                <c:pt idx="43954">
                  <c:v>0.50872685184731381</c:v>
                </c:pt>
                <c:pt idx="43955">
                  <c:v>0.50873842592409346</c:v>
                </c:pt>
                <c:pt idx="43956">
                  <c:v>0.50875000000087311</c:v>
                </c:pt>
                <c:pt idx="43957">
                  <c:v>0.50876157407037681</c:v>
                </c:pt>
                <c:pt idx="43958">
                  <c:v>0.50877314814715646</c:v>
                </c:pt>
                <c:pt idx="43959">
                  <c:v>0.50878472221666016</c:v>
                </c:pt>
                <c:pt idx="43960">
                  <c:v>0.50879629629343981</c:v>
                </c:pt>
                <c:pt idx="43961">
                  <c:v>0.50880787037021946</c:v>
                </c:pt>
                <c:pt idx="43962">
                  <c:v>0.50881944443972316</c:v>
                </c:pt>
                <c:pt idx="43963">
                  <c:v>0.50883101851650281</c:v>
                </c:pt>
                <c:pt idx="43964">
                  <c:v>0.50884259259328246</c:v>
                </c:pt>
                <c:pt idx="43965">
                  <c:v>0.50885416666278616</c:v>
                </c:pt>
                <c:pt idx="43966">
                  <c:v>0.50886574073956581</c:v>
                </c:pt>
                <c:pt idx="43967">
                  <c:v>0.5088773148090695</c:v>
                </c:pt>
                <c:pt idx="43968">
                  <c:v>0.50888888888584916</c:v>
                </c:pt>
                <c:pt idx="43969">
                  <c:v>0.50890046296262881</c:v>
                </c:pt>
                <c:pt idx="43970">
                  <c:v>0.5089120370321325</c:v>
                </c:pt>
                <c:pt idx="43971">
                  <c:v>0.50892361110891216</c:v>
                </c:pt>
                <c:pt idx="43972">
                  <c:v>0.50893518518569181</c:v>
                </c:pt>
                <c:pt idx="43973">
                  <c:v>0.5089467592551955</c:v>
                </c:pt>
                <c:pt idx="43974">
                  <c:v>0.50895833333197515</c:v>
                </c:pt>
                <c:pt idx="43975">
                  <c:v>0.50896990740147885</c:v>
                </c:pt>
                <c:pt idx="43976">
                  <c:v>0.5089814814782585</c:v>
                </c:pt>
                <c:pt idx="43977">
                  <c:v>0.50899305555503815</c:v>
                </c:pt>
                <c:pt idx="43978">
                  <c:v>0.50900462962454185</c:v>
                </c:pt>
                <c:pt idx="43979">
                  <c:v>0.5090162037013215</c:v>
                </c:pt>
                <c:pt idx="43980">
                  <c:v>0.50902777777810115</c:v>
                </c:pt>
                <c:pt idx="43981">
                  <c:v>0.50903935184760485</c:v>
                </c:pt>
                <c:pt idx="43982">
                  <c:v>0.5090509259243845</c:v>
                </c:pt>
                <c:pt idx="43983">
                  <c:v>0.50906250000116415</c:v>
                </c:pt>
                <c:pt idx="43984">
                  <c:v>0.50907407407066785</c:v>
                </c:pt>
                <c:pt idx="43985">
                  <c:v>0.5090856481474475</c:v>
                </c:pt>
                <c:pt idx="43986">
                  <c:v>0.5090972222169512</c:v>
                </c:pt>
                <c:pt idx="43987">
                  <c:v>0.50910879629373085</c:v>
                </c:pt>
                <c:pt idx="43988">
                  <c:v>0.5091203703705105</c:v>
                </c:pt>
                <c:pt idx="43989">
                  <c:v>0.50913194444001419</c:v>
                </c:pt>
                <c:pt idx="43990">
                  <c:v>0.50914351851679385</c:v>
                </c:pt>
                <c:pt idx="43991">
                  <c:v>0.5091550925935735</c:v>
                </c:pt>
                <c:pt idx="43992">
                  <c:v>0.50916666666307719</c:v>
                </c:pt>
                <c:pt idx="43993">
                  <c:v>0.50917824073985685</c:v>
                </c:pt>
                <c:pt idx="43994">
                  <c:v>0.50918981480936054</c:v>
                </c:pt>
                <c:pt idx="43995">
                  <c:v>0.50920138888614019</c:v>
                </c:pt>
                <c:pt idx="43996">
                  <c:v>0.50921296296291985</c:v>
                </c:pt>
                <c:pt idx="43997">
                  <c:v>0.50922453703242354</c:v>
                </c:pt>
                <c:pt idx="43998">
                  <c:v>0.50923611110920319</c:v>
                </c:pt>
                <c:pt idx="43999">
                  <c:v>0.50924768518598285</c:v>
                </c:pt>
                <c:pt idx="44000">
                  <c:v>0.50925925925548654</c:v>
                </c:pt>
                <c:pt idx="44001">
                  <c:v>0.50927083333226619</c:v>
                </c:pt>
                <c:pt idx="44002">
                  <c:v>0.50928240740176989</c:v>
                </c:pt>
                <c:pt idx="44003">
                  <c:v>0.50929398147854954</c:v>
                </c:pt>
                <c:pt idx="44004">
                  <c:v>0.50930555555532919</c:v>
                </c:pt>
                <c:pt idx="44005">
                  <c:v>0.50931712962483289</c:v>
                </c:pt>
                <c:pt idx="44006">
                  <c:v>0.50932870370161254</c:v>
                </c:pt>
                <c:pt idx="44007">
                  <c:v>0.50934027777839219</c:v>
                </c:pt>
                <c:pt idx="44008">
                  <c:v>0.50935185184789589</c:v>
                </c:pt>
                <c:pt idx="44009">
                  <c:v>0.50936342592467554</c:v>
                </c:pt>
                <c:pt idx="44010">
                  <c:v>0.50937499999417923</c:v>
                </c:pt>
                <c:pt idx="44011">
                  <c:v>0.50938657407095889</c:v>
                </c:pt>
                <c:pt idx="44012">
                  <c:v>0.50939814814773854</c:v>
                </c:pt>
                <c:pt idx="44013">
                  <c:v>0.50940972221724223</c:v>
                </c:pt>
                <c:pt idx="44014">
                  <c:v>0.50942129629402189</c:v>
                </c:pt>
                <c:pt idx="44015">
                  <c:v>0.50943287037080154</c:v>
                </c:pt>
                <c:pt idx="44016">
                  <c:v>0.50944444444030523</c:v>
                </c:pt>
                <c:pt idx="44017">
                  <c:v>0.50945601851708489</c:v>
                </c:pt>
                <c:pt idx="44018">
                  <c:v>0.50946759259386454</c:v>
                </c:pt>
                <c:pt idx="44019">
                  <c:v>0.50947916666336823</c:v>
                </c:pt>
                <c:pt idx="44020">
                  <c:v>0.50949074074014788</c:v>
                </c:pt>
                <c:pt idx="44021">
                  <c:v>0.50950231480965158</c:v>
                </c:pt>
                <c:pt idx="44022">
                  <c:v>0.50951388888643123</c:v>
                </c:pt>
                <c:pt idx="44023">
                  <c:v>0.50952546296321088</c:v>
                </c:pt>
                <c:pt idx="44024">
                  <c:v>0.50953703703271458</c:v>
                </c:pt>
                <c:pt idx="44025">
                  <c:v>0.50954861110949423</c:v>
                </c:pt>
                <c:pt idx="44026">
                  <c:v>0.50956018518627388</c:v>
                </c:pt>
                <c:pt idx="44027">
                  <c:v>0.50957175925577758</c:v>
                </c:pt>
                <c:pt idx="44028">
                  <c:v>0.50958333333255723</c:v>
                </c:pt>
                <c:pt idx="44029">
                  <c:v>0.50959490740206093</c:v>
                </c:pt>
                <c:pt idx="44030">
                  <c:v>0.50960648147884058</c:v>
                </c:pt>
                <c:pt idx="44031">
                  <c:v>0.50961805555562023</c:v>
                </c:pt>
                <c:pt idx="44032">
                  <c:v>0.50962962962512393</c:v>
                </c:pt>
                <c:pt idx="44033">
                  <c:v>0.50964120370190358</c:v>
                </c:pt>
                <c:pt idx="44034">
                  <c:v>0.50965277777868323</c:v>
                </c:pt>
                <c:pt idx="44035">
                  <c:v>0.50966435184818693</c:v>
                </c:pt>
                <c:pt idx="44036">
                  <c:v>0.50967592592496658</c:v>
                </c:pt>
                <c:pt idx="44037">
                  <c:v>0.50968749999447027</c:v>
                </c:pt>
                <c:pt idx="44038">
                  <c:v>0.50969907407124992</c:v>
                </c:pt>
                <c:pt idx="44039">
                  <c:v>0.50971064814802958</c:v>
                </c:pt>
                <c:pt idx="44040">
                  <c:v>0.50972222221753327</c:v>
                </c:pt>
                <c:pt idx="44041">
                  <c:v>0.50973379629431292</c:v>
                </c:pt>
                <c:pt idx="44042">
                  <c:v>0.50974537037109258</c:v>
                </c:pt>
                <c:pt idx="44043">
                  <c:v>0.50975694444059627</c:v>
                </c:pt>
                <c:pt idx="44044">
                  <c:v>0.50976851851737592</c:v>
                </c:pt>
                <c:pt idx="44045">
                  <c:v>0.50978009258687962</c:v>
                </c:pt>
                <c:pt idx="44046">
                  <c:v>0.50979166666365927</c:v>
                </c:pt>
                <c:pt idx="44047">
                  <c:v>0.50980324074043892</c:v>
                </c:pt>
                <c:pt idx="44048">
                  <c:v>0.50981481480994262</c:v>
                </c:pt>
                <c:pt idx="44049">
                  <c:v>0.50982638888672227</c:v>
                </c:pt>
                <c:pt idx="44050">
                  <c:v>0.50983796296350192</c:v>
                </c:pt>
                <c:pt idx="44051">
                  <c:v>0.50984953703300562</c:v>
                </c:pt>
                <c:pt idx="44052">
                  <c:v>0.50986111110978527</c:v>
                </c:pt>
                <c:pt idx="44053">
                  <c:v>0.50987268517928896</c:v>
                </c:pt>
                <c:pt idx="44054">
                  <c:v>0.50988425925606862</c:v>
                </c:pt>
                <c:pt idx="44055">
                  <c:v>0.50989583333284827</c:v>
                </c:pt>
                <c:pt idx="44056">
                  <c:v>0.50990740740235196</c:v>
                </c:pt>
                <c:pt idx="44057">
                  <c:v>0.50991898147913162</c:v>
                </c:pt>
                <c:pt idx="44058">
                  <c:v>0.50993055555591127</c:v>
                </c:pt>
                <c:pt idx="44059">
                  <c:v>0.50994212962541496</c:v>
                </c:pt>
                <c:pt idx="44060">
                  <c:v>0.50995370370219462</c:v>
                </c:pt>
                <c:pt idx="44061">
                  <c:v>0.50996527777897427</c:v>
                </c:pt>
                <c:pt idx="44062">
                  <c:v>0.50997685184847796</c:v>
                </c:pt>
                <c:pt idx="44063">
                  <c:v>0.50998842592525762</c:v>
                </c:pt>
                <c:pt idx="44064">
                  <c:v>0.50999999999476131</c:v>
                </c:pt>
                <c:pt idx="44065">
                  <c:v>0.51001157407154096</c:v>
                </c:pt>
                <c:pt idx="44066">
                  <c:v>0.51002314814832062</c:v>
                </c:pt>
                <c:pt idx="44067">
                  <c:v>0.51003472221782431</c:v>
                </c:pt>
                <c:pt idx="44068">
                  <c:v>0.51004629629460396</c:v>
                </c:pt>
                <c:pt idx="44069">
                  <c:v>0.51005787037138361</c:v>
                </c:pt>
                <c:pt idx="44070">
                  <c:v>0.51006944444088731</c:v>
                </c:pt>
                <c:pt idx="44071">
                  <c:v>0.51008101851766696</c:v>
                </c:pt>
                <c:pt idx="44072">
                  <c:v>0.51009259258717066</c:v>
                </c:pt>
                <c:pt idx="44073">
                  <c:v>0.51010416666395031</c:v>
                </c:pt>
                <c:pt idx="44074">
                  <c:v>0.51011574074072996</c:v>
                </c:pt>
                <c:pt idx="44075">
                  <c:v>0.51012731481023366</c:v>
                </c:pt>
                <c:pt idx="44076">
                  <c:v>0.51013888888701331</c:v>
                </c:pt>
                <c:pt idx="44077">
                  <c:v>0.51015046296379296</c:v>
                </c:pt>
                <c:pt idx="44078">
                  <c:v>0.51016203703329666</c:v>
                </c:pt>
                <c:pt idx="44079">
                  <c:v>0.51017361111007631</c:v>
                </c:pt>
                <c:pt idx="44080">
                  <c:v>0.51018518517958</c:v>
                </c:pt>
                <c:pt idx="44081">
                  <c:v>0.51019675925635966</c:v>
                </c:pt>
                <c:pt idx="44082">
                  <c:v>0.51020833333313931</c:v>
                </c:pt>
                <c:pt idx="44083">
                  <c:v>0.510219907402643</c:v>
                </c:pt>
                <c:pt idx="44084">
                  <c:v>0.51023148147942265</c:v>
                </c:pt>
                <c:pt idx="44085">
                  <c:v>0.51024305555620231</c:v>
                </c:pt>
                <c:pt idx="44086">
                  <c:v>0.510254629625706</c:v>
                </c:pt>
                <c:pt idx="44087">
                  <c:v>0.51026620370248565</c:v>
                </c:pt>
                <c:pt idx="44088">
                  <c:v>0.51027777777198935</c:v>
                </c:pt>
                <c:pt idx="44089">
                  <c:v>0.510289351848769</c:v>
                </c:pt>
                <c:pt idx="44090">
                  <c:v>0.51030092592554865</c:v>
                </c:pt>
                <c:pt idx="44091">
                  <c:v>0.51031249999505235</c:v>
                </c:pt>
                <c:pt idx="44092">
                  <c:v>0.510324074071832</c:v>
                </c:pt>
                <c:pt idx="44093">
                  <c:v>0.51033564814861165</c:v>
                </c:pt>
                <c:pt idx="44094">
                  <c:v>0.51034722221811535</c:v>
                </c:pt>
                <c:pt idx="44095">
                  <c:v>0.510358796294895</c:v>
                </c:pt>
                <c:pt idx="44096">
                  <c:v>0.51037037037167465</c:v>
                </c:pt>
                <c:pt idx="44097">
                  <c:v>0.51038194444117835</c:v>
                </c:pt>
                <c:pt idx="44098">
                  <c:v>0.510393518517958</c:v>
                </c:pt>
                <c:pt idx="44099">
                  <c:v>0.5104050925874617</c:v>
                </c:pt>
                <c:pt idx="44100">
                  <c:v>0.51041666666424135</c:v>
                </c:pt>
                <c:pt idx="44101">
                  <c:v>0.510428240741021</c:v>
                </c:pt>
                <c:pt idx="44102">
                  <c:v>0.51043981481052469</c:v>
                </c:pt>
                <c:pt idx="44103">
                  <c:v>0.51045138888730435</c:v>
                </c:pt>
                <c:pt idx="44104">
                  <c:v>0.510462962964084</c:v>
                </c:pt>
                <c:pt idx="44105">
                  <c:v>0.51047453703358769</c:v>
                </c:pt>
                <c:pt idx="44106">
                  <c:v>0.51048611111036735</c:v>
                </c:pt>
                <c:pt idx="44107">
                  <c:v>0.51049768517987104</c:v>
                </c:pt>
                <c:pt idx="44108">
                  <c:v>0.51050925925665069</c:v>
                </c:pt>
                <c:pt idx="44109">
                  <c:v>0.51052083333343035</c:v>
                </c:pt>
                <c:pt idx="44110">
                  <c:v>0.51053240740293404</c:v>
                </c:pt>
                <c:pt idx="44111">
                  <c:v>0.51054398147971369</c:v>
                </c:pt>
                <c:pt idx="44112">
                  <c:v>0.51055555555649335</c:v>
                </c:pt>
                <c:pt idx="44113">
                  <c:v>0.51056712962599704</c:v>
                </c:pt>
                <c:pt idx="44114">
                  <c:v>0.51057870370277669</c:v>
                </c:pt>
                <c:pt idx="44115">
                  <c:v>0.51059027777228039</c:v>
                </c:pt>
                <c:pt idx="44116">
                  <c:v>0.51060185184906004</c:v>
                </c:pt>
                <c:pt idx="44117">
                  <c:v>0.51061342592583969</c:v>
                </c:pt>
                <c:pt idx="44118">
                  <c:v>0.51062499999534339</c:v>
                </c:pt>
                <c:pt idx="44119">
                  <c:v>0.51063657407212304</c:v>
                </c:pt>
                <c:pt idx="44120">
                  <c:v>0.51064814814890269</c:v>
                </c:pt>
                <c:pt idx="44121">
                  <c:v>0.51065972221840639</c:v>
                </c:pt>
                <c:pt idx="44122">
                  <c:v>0.51067129629518604</c:v>
                </c:pt>
                <c:pt idx="44123">
                  <c:v>0.51068287036468973</c:v>
                </c:pt>
                <c:pt idx="44124">
                  <c:v>0.51069444444146939</c:v>
                </c:pt>
                <c:pt idx="44125">
                  <c:v>0.51070601851824904</c:v>
                </c:pt>
                <c:pt idx="44126">
                  <c:v>0.51071759258775273</c:v>
                </c:pt>
                <c:pt idx="44127">
                  <c:v>0.51072916666453239</c:v>
                </c:pt>
                <c:pt idx="44128">
                  <c:v>0.51074074074131204</c:v>
                </c:pt>
                <c:pt idx="44129">
                  <c:v>0.51075231481081573</c:v>
                </c:pt>
                <c:pt idx="44130">
                  <c:v>0.51076388888759539</c:v>
                </c:pt>
                <c:pt idx="44131">
                  <c:v>0.51077546295709908</c:v>
                </c:pt>
                <c:pt idx="44132">
                  <c:v>0.51078703703387873</c:v>
                </c:pt>
                <c:pt idx="44133">
                  <c:v>0.51079861111065838</c:v>
                </c:pt>
                <c:pt idx="44134">
                  <c:v>0.51081018518016208</c:v>
                </c:pt>
                <c:pt idx="44135">
                  <c:v>0.51082175925694173</c:v>
                </c:pt>
                <c:pt idx="44136">
                  <c:v>0.51083333333372138</c:v>
                </c:pt>
                <c:pt idx="44137">
                  <c:v>0.51084490740322508</c:v>
                </c:pt>
                <c:pt idx="44138">
                  <c:v>0.51085648148000473</c:v>
                </c:pt>
                <c:pt idx="44139">
                  <c:v>0.51086805555678438</c:v>
                </c:pt>
                <c:pt idx="44140">
                  <c:v>0.51087962962628808</c:v>
                </c:pt>
                <c:pt idx="44141">
                  <c:v>0.51089120370306773</c:v>
                </c:pt>
                <c:pt idx="44142">
                  <c:v>0.51090277777257143</c:v>
                </c:pt>
                <c:pt idx="44143">
                  <c:v>0.51091435184935108</c:v>
                </c:pt>
                <c:pt idx="44144">
                  <c:v>0.51092592592613073</c:v>
                </c:pt>
                <c:pt idx="44145">
                  <c:v>0.51093749999563443</c:v>
                </c:pt>
                <c:pt idx="44146">
                  <c:v>0.51094907407241408</c:v>
                </c:pt>
                <c:pt idx="44147">
                  <c:v>0.51096064814919373</c:v>
                </c:pt>
                <c:pt idx="44148">
                  <c:v>0.51097222221869742</c:v>
                </c:pt>
                <c:pt idx="44149">
                  <c:v>0.51098379629547708</c:v>
                </c:pt>
                <c:pt idx="44150">
                  <c:v>0.51099537036498077</c:v>
                </c:pt>
                <c:pt idx="44151">
                  <c:v>0.51100694444176042</c:v>
                </c:pt>
                <c:pt idx="44152">
                  <c:v>0.51101851851854008</c:v>
                </c:pt>
                <c:pt idx="44153">
                  <c:v>0.51103009258804377</c:v>
                </c:pt>
                <c:pt idx="44154">
                  <c:v>0.51104166666482342</c:v>
                </c:pt>
                <c:pt idx="44155">
                  <c:v>0.51105324074160308</c:v>
                </c:pt>
                <c:pt idx="44156">
                  <c:v>0.51106481481110677</c:v>
                </c:pt>
                <c:pt idx="44157">
                  <c:v>0.51107638888788642</c:v>
                </c:pt>
                <c:pt idx="44158">
                  <c:v>0.51108796295739012</c:v>
                </c:pt>
                <c:pt idx="44159">
                  <c:v>0.51109953703416977</c:v>
                </c:pt>
                <c:pt idx="44160">
                  <c:v>0.51111111111094942</c:v>
                </c:pt>
                <c:pt idx="44161">
                  <c:v>0.51112268518045312</c:v>
                </c:pt>
                <c:pt idx="44162">
                  <c:v>0.51113425925723277</c:v>
                </c:pt>
                <c:pt idx="44163">
                  <c:v>0.51114583333401242</c:v>
                </c:pt>
                <c:pt idx="44164">
                  <c:v>0.51115740740351612</c:v>
                </c:pt>
                <c:pt idx="44165">
                  <c:v>0.51116898148029577</c:v>
                </c:pt>
                <c:pt idx="44166">
                  <c:v>0.51118055554979946</c:v>
                </c:pt>
                <c:pt idx="44167">
                  <c:v>0.51119212962657912</c:v>
                </c:pt>
                <c:pt idx="44168">
                  <c:v>0.51120370370335877</c:v>
                </c:pt>
                <c:pt idx="44169">
                  <c:v>0.51121527777286246</c:v>
                </c:pt>
                <c:pt idx="44170">
                  <c:v>0.51122685184964212</c:v>
                </c:pt>
                <c:pt idx="44171">
                  <c:v>0.51123842592642177</c:v>
                </c:pt>
                <c:pt idx="44172">
                  <c:v>0.51124999999592546</c:v>
                </c:pt>
                <c:pt idx="44173">
                  <c:v>0.51126157407270512</c:v>
                </c:pt>
                <c:pt idx="44174">
                  <c:v>0.51127314814948477</c:v>
                </c:pt>
                <c:pt idx="44175">
                  <c:v>0.51128472221898846</c:v>
                </c:pt>
                <c:pt idx="44176">
                  <c:v>0.51129629629576812</c:v>
                </c:pt>
                <c:pt idx="44177">
                  <c:v>0.51130787036527181</c:v>
                </c:pt>
                <c:pt idx="44178">
                  <c:v>0.51131944444205146</c:v>
                </c:pt>
                <c:pt idx="44179">
                  <c:v>0.51133101851883112</c:v>
                </c:pt>
                <c:pt idx="44180">
                  <c:v>0.51134259258833481</c:v>
                </c:pt>
                <c:pt idx="44181">
                  <c:v>0.51135416666511446</c:v>
                </c:pt>
                <c:pt idx="44182">
                  <c:v>0.51136574074189411</c:v>
                </c:pt>
                <c:pt idx="44183">
                  <c:v>0.51137731481139781</c:v>
                </c:pt>
                <c:pt idx="44184">
                  <c:v>0.51138888888817746</c:v>
                </c:pt>
                <c:pt idx="44185">
                  <c:v>0.51140046295768116</c:v>
                </c:pt>
                <c:pt idx="44186">
                  <c:v>0.51141203703446081</c:v>
                </c:pt>
                <c:pt idx="44187">
                  <c:v>0.51142361111124046</c:v>
                </c:pt>
                <c:pt idx="44188">
                  <c:v>0.51143518518074416</c:v>
                </c:pt>
                <c:pt idx="44189">
                  <c:v>0.51144675925752381</c:v>
                </c:pt>
                <c:pt idx="44190">
                  <c:v>0.51145833333430346</c:v>
                </c:pt>
                <c:pt idx="44191">
                  <c:v>0.51146990740380716</c:v>
                </c:pt>
                <c:pt idx="44192">
                  <c:v>0.51148148148058681</c:v>
                </c:pt>
                <c:pt idx="44193">
                  <c:v>0.5114930555500905</c:v>
                </c:pt>
                <c:pt idx="44194">
                  <c:v>0.51150462962687016</c:v>
                </c:pt>
                <c:pt idx="44195">
                  <c:v>0.51151620370364981</c:v>
                </c:pt>
                <c:pt idx="44196">
                  <c:v>0.5115277777731535</c:v>
                </c:pt>
                <c:pt idx="44197">
                  <c:v>0.51153935184993315</c:v>
                </c:pt>
                <c:pt idx="44198">
                  <c:v>0.51155092592671281</c:v>
                </c:pt>
                <c:pt idx="44199">
                  <c:v>0.5115624999962165</c:v>
                </c:pt>
                <c:pt idx="44200">
                  <c:v>0.51157407407299615</c:v>
                </c:pt>
                <c:pt idx="44201">
                  <c:v>0.51158564814249985</c:v>
                </c:pt>
                <c:pt idx="44202">
                  <c:v>0.5115972222192795</c:v>
                </c:pt>
                <c:pt idx="44203">
                  <c:v>0.51160879629605915</c:v>
                </c:pt>
                <c:pt idx="44204">
                  <c:v>0.51162037036556285</c:v>
                </c:pt>
                <c:pt idx="44205">
                  <c:v>0.5116319444423425</c:v>
                </c:pt>
                <c:pt idx="44206">
                  <c:v>0.51164351851912215</c:v>
                </c:pt>
                <c:pt idx="44207">
                  <c:v>0.51165509258862585</c:v>
                </c:pt>
                <c:pt idx="44208">
                  <c:v>0.5116666666654055</c:v>
                </c:pt>
                <c:pt idx="44209">
                  <c:v>0.5116782407349092</c:v>
                </c:pt>
                <c:pt idx="44210">
                  <c:v>0.51168981481168885</c:v>
                </c:pt>
                <c:pt idx="44211">
                  <c:v>0.5117013888884685</c:v>
                </c:pt>
                <c:pt idx="44212">
                  <c:v>0.51171296295797219</c:v>
                </c:pt>
                <c:pt idx="44213">
                  <c:v>0.51172453703475185</c:v>
                </c:pt>
                <c:pt idx="44214">
                  <c:v>0.5117361111115315</c:v>
                </c:pt>
                <c:pt idx="44215">
                  <c:v>0.51174768518103519</c:v>
                </c:pt>
                <c:pt idx="44216">
                  <c:v>0.51175925925781485</c:v>
                </c:pt>
                <c:pt idx="44217">
                  <c:v>0.5117708333345945</c:v>
                </c:pt>
                <c:pt idx="44218">
                  <c:v>0.51178240740409819</c:v>
                </c:pt>
                <c:pt idx="44219">
                  <c:v>0.51179398148087785</c:v>
                </c:pt>
                <c:pt idx="44220">
                  <c:v>0.51180555555038154</c:v>
                </c:pt>
                <c:pt idx="44221">
                  <c:v>0.51181712962716119</c:v>
                </c:pt>
                <c:pt idx="44222">
                  <c:v>0.51182870370394085</c:v>
                </c:pt>
                <c:pt idx="44223">
                  <c:v>0.51184027777344454</c:v>
                </c:pt>
                <c:pt idx="44224">
                  <c:v>0.51185185185022419</c:v>
                </c:pt>
                <c:pt idx="44225">
                  <c:v>0.51186342592700385</c:v>
                </c:pt>
                <c:pt idx="44226">
                  <c:v>0.51187499999650754</c:v>
                </c:pt>
                <c:pt idx="44227">
                  <c:v>0.51188657407328719</c:v>
                </c:pt>
                <c:pt idx="44228">
                  <c:v>0.51189814814279089</c:v>
                </c:pt>
                <c:pt idx="44229">
                  <c:v>0.51190972221957054</c:v>
                </c:pt>
                <c:pt idx="44230">
                  <c:v>0.51192129629635019</c:v>
                </c:pt>
                <c:pt idx="44231">
                  <c:v>0.51193287036585389</c:v>
                </c:pt>
                <c:pt idx="44232">
                  <c:v>0.51194444444263354</c:v>
                </c:pt>
                <c:pt idx="44233">
                  <c:v>0.51195601851941319</c:v>
                </c:pt>
                <c:pt idx="44234">
                  <c:v>0.51196759258891689</c:v>
                </c:pt>
                <c:pt idx="44235">
                  <c:v>0.51197916666569654</c:v>
                </c:pt>
                <c:pt idx="44236">
                  <c:v>0.51199074073520023</c:v>
                </c:pt>
                <c:pt idx="44237">
                  <c:v>0.51200231481197989</c:v>
                </c:pt>
                <c:pt idx="44238">
                  <c:v>0.51201388888875954</c:v>
                </c:pt>
                <c:pt idx="44239">
                  <c:v>0.51202546295826323</c:v>
                </c:pt>
                <c:pt idx="44240">
                  <c:v>0.51203703703504289</c:v>
                </c:pt>
                <c:pt idx="44241">
                  <c:v>0.51204861111182254</c:v>
                </c:pt>
                <c:pt idx="44242">
                  <c:v>0.51206018518132623</c:v>
                </c:pt>
                <c:pt idx="44243">
                  <c:v>0.51207175925810589</c:v>
                </c:pt>
                <c:pt idx="44244">
                  <c:v>0.51208333332760958</c:v>
                </c:pt>
                <c:pt idx="44245">
                  <c:v>0.51209490740438923</c:v>
                </c:pt>
                <c:pt idx="44246">
                  <c:v>0.51210648148116888</c:v>
                </c:pt>
                <c:pt idx="44247">
                  <c:v>0.51211805555067258</c:v>
                </c:pt>
                <c:pt idx="44248">
                  <c:v>0.51212962962745223</c:v>
                </c:pt>
                <c:pt idx="44249">
                  <c:v>0.51214120370423188</c:v>
                </c:pt>
                <c:pt idx="44250">
                  <c:v>0.51215277777373558</c:v>
                </c:pt>
                <c:pt idx="44251">
                  <c:v>0.51216435185051523</c:v>
                </c:pt>
                <c:pt idx="44252">
                  <c:v>0.51217592592001893</c:v>
                </c:pt>
                <c:pt idx="44253">
                  <c:v>0.51218749999679858</c:v>
                </c:pt>
                <c:pt idx="44254">
                  <c:v>0.51219907407357823</c:v>
                </c:pt>
                <c:pt idx="44255">
                  <c:v>0.51221064814308193</c:v>
                </c:pt>
                <c:pt idx="44256">
                  <c:v>0.51222222221986158</c:v>
                </c:pt>
                <c:pt idx="44257">
                  <c:v>0.51223379629664123</c:v>
                </c:pt>
                <c:pt idx="44258">
                  <c:v>0.51224537036614493</c:v>
                </c:pt>
                <c:pt idx="44259">
                  <c:v>0.51225694444292458</c:v>
                </c:pt>
                <c:pt idx="44260">
                  <c:v>0.51226851851970423</c:v>
                </c:pt>
                <c:pt idx="44261">
                  <c:v>0.51228009258920792</c:v>
                </c:pt>
                <c:pt idx="44262">
                  <c:v>0.51229166666598758</c:v>
                </c:pt>
                <c:pt idx="44263">
                  <c:v>0.51230324073549127</c:v>
                </c:pt>
                <c:pt idx="44264">
                  <c:v>0.51231481481227092</c:v>
                </c:pt>
                <c:pt idx="44265">
                  <c:v>0.51232638888905058</c:v>
                </c:pt>
                <c:pt idx="44266">
                  <c:v>0.51233796295855427</c:v>
                </c:pt>
                <c:pt idx="44267">
                  <c:v>0.51234953703533392</c:v>
                </c:pt>
                <c:pt idx="44268">
                  <c:v>0.51236111111211358</c:v>
                </c:pt>
                <c:pt idx="44269">
                  <c:v>0.51237268518161727</c:v>
                </c:pt>
                <c:pt idx="44270">
                  <c:v>0.51238425925839692</c:v>
                </c:pt>
                <c:pt idx="44271">
                  <c:v>0.51239583332790062</c:v>
                </c:pt>
                <c:pt idx="44272">
                  <c:v>0.51240740740468027</c:v>
                </c:pt>
                <c:pt idx="44273">
                  <c:v>0.51241898148145992</c:v>
                </c:pt>
                <c:pt idx="44274">
                  <c:v>0.51243055555096362</c:v>
                </c:pt>
                <c:pt idx="44275">
                  <c:v>0.51244212962774327</c:v>
                </c:pt>
                <c:pt idx="44276">
                  <c:v>0.51245370370452292</c:v>
                </c:pt>
                <c:pt idx="44277">
                  <c:v>0.51246527777402662</c:v>
                </c:pt>
                <c:pt idx="44278">
                  <c:v>0.51247685185080627</c:v>
                </c:pt>
                <c:pt idx="44279">
                  <c:v>0.51248842592030996</c:v>
                </c:pt>
                <c:pt idx="44280">
                  <c:v>0.51249999999708962</c:v>
                </c:pt>
                <c:pt idx="44281">
                  <c:v>0.51251157407386927</c:v>
                </c:pt>
                <c:pt idx="44282">
                  <c:v>0.51252314814337296</c:v>
                </c:pt>
                <c:pt idx="44283">
                  <c:v>0.51253472222015262</c:v>
                </c:pt>
                <c:pt idx="44284">
                  <c:v>0.51254629629693227</c:v>
                </c:pt>
                <c:pt idx="44285">
                  <c:v>0.51255787036643596</c:v>
                </c:pt>
                <c:pt idx="44286">
                  <c:v>0.51256944444321562</c:v>
                </c:pt>
                <c:pt idx="44287">
                  <c:v>0.51258101851271931</c:v>
                </c:pt>
                <c:pt idx="44288">
                  <c:v>0.51259259258949896</c:v>
                </c:pt>
                <c:pt idx="44289">
                  <c:v>0.51260416666627862</c:v>
                </c:pt>
                <c:pt idx="44290">
                  <c:v>0.51261574073578231</c:v>
                </c:pt>
                <c:pt idx="44291">
                  <c:v>0.51262731481256196</c:v>
                </c:pt>
                <c:pt idx="44292">
                  <c:v>0.51263888888934162</c:v>
                </c:pt>
                <c:pt idx="44293">
                  <c:v>0.51265046295884531</c:v>
                </c:pt>
                <c:pt idx="44294">
                  <c:v>0.51266203703562496</c:v>
                </c:pt>
                <c:pt idx="44295">
                  <c:v>0.51267361111240461</c:v>
                </c:pt>
                <c:pt idx="44296">
                  <c:v>0.51268518518190831</c:v>
                </c:pt>
                <c:pt idx="44297">
                  <c:v>0.51269675925868796</c:v>
                </c:pt>
                <c:pt idx="44298">
                  <c:v>0.51270833332819166</c:v>
                </c:pt>
                <c:pt idx="44299">
                  <c:v>0.51271990740497131</c:v>
                </c:pt>
                <c:pt idx="44300">
                  <c:v>0.51273148148175096</c:v>
                </c:pt>
                <c:pt idx="44301">
                  <c:v>0.51274305555125466</c:v>
                </c:pt>
                <c:pt idx="44302">
                  <c:v>0.51275462962803431</c:v>
                </c:pt>
                <c:pt idx="44303">
                  <c:v>0.51276620370481396</c:v>
                </c:pt>
                <c:pt idx="44304">
                  <c:v>0.51277777777431766</c:v>
                </c:pt>
                <c:pt idx="44305">
                  <c:v>0.51278935185109731</c:v>
                </c:pt>
                <c:pt idx="44306">
                  <c:v>0.512800925920601</c:v>
                </c:pt>
                <c:pt idx="44307">
                  <c:v>0.51281249999738066</c:v>
                </c:pt>
                <c:pt idx="44308">
                  <c:v>0.51282407407416031</c:v>
                </c:pt>
                <c:pt idx="44309">
                  <c:v>0.512835648143664</c:v>
                </c:pt>
                <c:pt idx="44310">
                  <c:v>0.51284722222044365</c:v>
                </c:pt>
                <c:pt idx="44311">
                  <c:v>0.51285879629722331</c:v>
                </c:pt>
                <c:pt idx="44312">
                  <c:v>0.512870370366727</c:v>
                </c:pt>
                <c:pt idx="44313">
                  <c:v>0.51288194444350665</c:v>
                </c:pt>
                <c:pt idx="44314">
                  <c:v>0.51289351851301035</c:v>
                </c:pt>
                <c:pt idx="44315">
                  <c:v>0.51290509258979</c:v>
                </c:pt>
                <c:pt idx="44316">
                  <c:v>0.51291666666656965</c:v>
                </c:pt>
                <c:pt idx="44317">
                  <c:v>0.51292824073607335</c:v>
                </c:pt>
                <c:pt idx="44318">
                  <c:v>0.512939814812853</c:v>
                </c:pt>
                <c:pt idx="44319">
                  <c:v>0.51295138888963265</c:v>
                </c:pt>
                <c:pt idx="44320">
                  <c:v>0.51296296295913635</c:v>
                </c:pt>
                <c:pt idx="44321">
                  <c:v>0.512974537035916</c:v>
                </c:pt>
                <c:pt idx="44322">
                  <c:v>0.5129861111054197</c:v>
                </c:pt>
                <c:pt idx="44323">
                  <c:v>0.51299768518219935</c:v>
                </c:pt>
                <c:pt idx="44324">
                  <c:v>0.513009259258979</c:v>
                </c:pt>
                <c:pt idx="44325">
                  <c:v>0.51302083332848269</c:v>
                </c:pt>
                <c:pt idx="44326">
                  <c:v>0.51303240740526235</c:v>
                </c:pt>
                <c:pt idx="44327">
                  <c:v>0.513043981482042</c:v>
                </c:pt>
                <c:pt idx="44328">
                  <c:v>0.51305555555154569</c:v>
                </c:pt>
                <c:pt idx="44329">
                  <c:v>0.51306712962832535</c:v>
                </c:pt>
                <c:pt idx="44330">
                  <c:v>0.51307870369782904</c:v>
                </c:pt>
                <c:pt idx="44331">
                  <c:v>0.51309027777460869</c:v>
                </c:pt>
                <c:pt idx="44332">
                  <c:v>0.51310185185138835</c:v>
                </c:pt>
                <c:pt idx="44333">
                  <c:v>0.51311342592089204</c:v>
                </c:pt>
                <c:pt idx="44334">
                  <c:v>0.51312499999767169</c:v>
                </c:pt>
                <c:pt idx="44335">
                  <c:v>0.51313657407445135</c:v>
                </c:pt>
                <c:pt idx="44336">
                  <c:v>0.51314814814395504</c:v>
                </c:pt>
                <c:pt idx="44337">
                  <c:v>0.51315972222073469</c:v>
                </c:pt>
                <c:pt idx="44338">
                  <c:v>0.51317129629751435</c:v>
                </c:pt>
                <c:pt idx="44339">
                  <c:v>0.51318287036701804</c:v>
                </c:pt>
                <c:pt idx="44340">
                  <c:v>0.51319444444379769</c:v>
                </c:pt>
                <c:pt idx="44341">
                  <c:v>0.51320601851330139</c:v>
                </c:pt>
                <c:pt idx="44342">
                  <c:v>0.51321759259008104</c:v>
                </c:pt>
                <c:pt idx="44343">
                  <c:v>0.51322916666686069</c:v>
                </c:pt>
                <c:pt idx="44344">
                  <c:v>0.51324074073636439</c:v>
                </c:pt>
                <c:pt idx="44345">
                  <c:v>0.51325231481314404</c:v>
                </c:pt>
                <c:pt idx="44346">
                  <c:v>0.51326388888992369</c:v>
                </c:pt>
                <c:pt idx="44347">
                  <c:v>0.51327546295942739</c:v>
                </c:pt>
                <c:pt idx="44348">
                  <c:v>0.51328703703620704</c:v>
                </c:pt>
                <c:pt idx="44349">
                  <c:v>0.51329861110571073</c:v>
                </c:pt>
                <c:pt idx="44350">
                  <c:v>0.51331018518249039</c:v>
                </c:pt>
                <c:pt idx="44351">
                  <c:v>0.51332175925927004</c:v>
                </c:pt>
                <c:pt idx="44352">
                  <c:v>0.51333333332877373</c:v>
                </c:pt>
                <c:pt idx="44353">
                  <c:v>0.51334490740555339</c:v>
                </c:pt>
                <c:pt idx="44354">
                  <c:v>0.51335648148233304</c:v>
                </c:pt>
                <c:pt idx="44355">
                  <c:v>0.51336805555183673</c:v>
                </c:pt>
                <c:pt idx="44356">
                  <c:v>0.51337962962861639</c:v>
                </c:pt>
                <c:pt idx="44357">
                  <c:v>0.51339120369812008</c:v>
                </c:pt>
                <c:pt idx="44358">
                  <c:v>0.51340277777489973</c:v>
                </c:pt>
                <c:pt idx="44359">
                  <c:v>0.51341435185167938</c:v>
                </c:pt>
                <c:pt idx="44360">
                  <c:v>0.51342592592118308</c:v>
                </c:pt>
                <c:pt idx="44361">
                  <c:v>0.51343749999796273</c:v>
                </c:pt>
                <c:pt idx="44362">
                  <c:v>0.51344907407474238</c:v>
                </c:pt>
                <c:pt idx="44363">
                  <c:v>0.51346064814424608</c:v>
                </c:pt>
                <c:pt idx="44364">
                  <c:v>0.51347222222102573</c:v>
                </c:pt>
                <c:pt idx="44365">
                  <c:v>0.51348379629052943</c:v>
                </c:pt>
                <c:pt idx="44366">
                  <c:v>0.51349537036730908</c:v>
                </c:pt>
                <c:pt idx="44367">
                  <c:v>0.51350694444408873</c:v>
                </c:pt>
                <c:pt idx="44368">
                  <c:v>0.51351851851359243</c:v>
                </c:pt>
                <c:pt idx="44369">
                  <c:v>0.51353009259037208</c:v>
                </c:pt>
                <c:pt idx="44370">
                  <c:v>0.51354166666715173</c:v>
                </c:pt>
                <c:pt idx="44371">
                  <c:v>0.51355324073665543</c:v>
                </c:pt>
                <c:pt idx="44372">
                  <c:v>0.51356481481343508</c:v>
                </c:pt>
                <c:pt idx="44373">
                  <c:v>0.51357638889021473</c:v>
                </c:pt>
                <c:pt idx="44374">
                  <c:v>0.51358796295971842</c:v>
                </c:pt>
                <c:pt idx="44375">
                  <c:v>0.51359953703649808</c:v>
                </c:pt>
                <c:pt idx="44376">
                  <c:v>0.51361111110600177</c:v>
                </c:pt>
                <c:pt idx="44377">
                  <c:v>0.51362268518278142</c:v>
                </c:pt>
                <c:pt idx="44378">
                  <c:v>0.51363425925956108</c:v>
                </c:pt>
                <c:pt idx="44379">
                  <c:v>0.51364583332906477</c:v>
                </c:pt>
                <c:pt idx="44380">
                  <c:v>0.51365740740584442</c:v>
                </c:pt>
                <c:pt idx="44381">
                  <c:v>0.51366898148262408</c:v>
                </c:pt>
                <c:pt idx="44382">
                  <c:v>0.51368055555212777</c:v>
                </c:pt>
                <c:pt idx="44383">
                  <c:v>0.51369212962890742</c:v>
                </c:pt>
                <c:pt idx="44384">
                  <c:v>0.51370370369841112</c:v>
                </c:pt>
                <c:pt idx="44385">
                  <c:v>0.51371527777519077</c:v>
                </c:pt>
                <c:pt idx="44386">
                  <c:v>0.51372685185197042</c:v>
                </c:pt>
                <c:pt idx="44387">
                  <c:v>0.51373842592147412</c:v>
                </c:pt>
                <c:pt idx="44388">
                  <c:v>0.51374999999825377</c:v>
                </c:pt>
                <c:pt idx="44389">
                  <c:v>0.51376157407503342</c:v>
                </c:pt>
                <c:pt idx="44390">
                  <c:v>0.51377314814453712</c:v>
                </c:pt>
                <c:pt idx="44391">
                  <c:v>0.51378472222131677</c:v>
                </c:pt>
                <c:pt idx="44392">
                  <c:v>0.51379629629082046</c:v>
                </c:pt>
                <c:pt idx="44393">
                  <c:v>0.51380787036760012</c:v>
                </c:pt>
                <c:pt idx="44394">
                  <c:v>0.51381944444437977</c:v>
                </c:pt>
                <c:pt idx="44395">
                  <c:v>0.51383101851388346</c:v>
                </c:pt>
                <c:pt idx="44396">
                  <c:v>0.51384259259066312</c:v>
                </c:pt>
                <c:pt idx="44397">
                  <c:v>0.51385416666744277</c:v>
                </c:pt>
                <c:pt idx="44398">
                  <c:v>0.51386574073694646</c:v>
                </c:pt>
                <c:pt idx="44399">
                  <c:v>0.51387731481372612</c:v>
                </c:pt>
                <c:pt idx="44400">
                  <c:v>0.51388888888322981</c:v>
                </c:pt>
                <c:pt idx="44401">
                  <c:v>0.51390046296000946</c:v>
                </c:pt>
                <c:pt idx="44402">
                  <c:v>0.51391203703678912</c:v>
                </c:pt>
                <c:pt idx="44403">
                  <c:v>0.51392361110629281</c:v>
                </c:pt>
                <c:pt idx="44404">
                  <c:v>0.51393518518307246</c:v>
                </c:pt>
                <c:pt idx="44405">
                  <c:v>0.51394675925985212</c:v>
                </c:pt>
                <c:pt idx="44406">
                  <c:v>0.51395833332935581</c:v>
                </c:pt>
                <c:pt idx="44407">
                  <c:v>0.51396990740613546</c:v>
                </c:pt>
                <c:pt idx="44408">
                  <c:v>0.51398148147563916</c:v>
                </c:pt>
                <c:pt idx="44409">
                  <c:v>0.51399305555241881</c:v>
                </c:pt>
                <c:pt idx="44410">
                  <c:v>0.51400462962919846</c:v>
                </c:pt>
                <c:pt idx="44411">
                  <c:v>0.51401620369870216</c:v>
                </c:pt>
                <c:pt idx="44412">
                  <c:v>0.51402777777548181</c:v>
                </c:pt>
                <c:pt idx="44413">
                  <c:v>0.51403935185226146</c:v>
                </c:pt>
                <c:pt idx="44414">
                  <c:v>0.51405092592176516</c:v>
                </c:pt>
                <c:pt idx="44415">
                  <c:v>0.51406249999854481</c:v>
                </c:pt>
                <c:pt idx="44416">
                  <c:v>0.51407407407532446</c:v>
                </c:pt>
                <c:pt idx="44417">
                  <c:v>0.51408564814482816</c:v>
                </c:pt>
                <c:pt idx="44418">
                  <c:v>0.51409722222160781</c:v>
                </c:pt>
                <c:pt idx="44419">
                  <c:v>0.5141087962911115</c:v>
                </c:pt>
                <c:pt idx="44420">
                  <c:v>0.51412037036789116</c:v>
                </c:pt>
                <c:pt idx="44421">
                  <c:v>0.51413194444467081</c:v>
                </c:pt>
                <c:pt idx="44422">
                  <c:v>0.5141435185141745</c:v>
                </c:pt>
                <c:pt idx="44423">
                  <c:v>0.51415509259095415</c:v>
                </c:pt>
                <c:pt idx="44424">
                  <c:v>0.51416666666773381</c:v>
                </c:pt>
                <c:pt idx="44425">
                  <c:v>0.5141782407372375</c:v>
                </c:pt>
                <c:pt idx="44426">
                  <c:v>0.51418981481401715</c:v>
                </c:pt>
                <c:pt idx="44427">
                  <c:v>0.51420138888352085</c:v>
                </c:pt>
                <c:pt idx="44428">
                  <c:v>0.5142129629603005</c:v>
                </c:pt>
                <c:pt idx="44429">
                  <c:v>0.51422453703708015</c:v>
                </c:pt>
                <c:pt idx="44430">
                  <c:v>0.51423611110658385</c:v>
                </c:pt>
                <c:pt idx="44431">
                  <c:v>0.5142476851833635</c:v>
                </c:pt>
                <c:pt idx="44432">
                  <c:v>0.51425925926014315</c:v>
                </c:pt>
                <c:pt idx="44433">
                  <c:v>0.51427083332964685</c:v>
                </c:pt>
                <c:pt idx="44434">
                  <c:v>0.5142824074064265</c:v>
                </c:pt>
                <c:pt idx="44435">
                  <c:v>0.5142939814759302</c:v>
                </c:pt>
                <c:pt idx="44436">
                  <c:v>0.51430555555270985</c:v>
                </c:pt>
                <c:pt idx="44437">
                  <c:v>0.5143171296294895</c:v>
                </c:pt>
                <c:pt idx="44438">
                  <c:v>0.51432870369899319</c:v>
                </c:pt>
                <c:pt idx="44439">
                  <c:v>0.51434027777577285</c:v>
                </c:pt>
                <c:pt idx="44440">
                  <c:v>0.5143518518525525</c:v>
                </c:pt>
                <c:pt idx="44441">
                  <c:v>0.51436342592205619</c:v>
                </c:pt>
                <c:pt idx="44442">
                  <c:v>0.51437499999883585</c:v>
                </c:pt>
                <c:pt idx="44443">
                  <c:v>0.51438657406833954</c:v>
                </c:pt>
                <c:pt idx="44444">
                  <c:v>0.51439814814511919</c:v>
                </c:pt>
                <c:pt idx="44445">
                  <c:v>0.51440972222189885</c:v>
                </c:pt>
                <c:pt idx="44446">
                  <c:v>0.51442129629140254</c:v>
                </c:pt>
                <c:pt idx="44447">
                  <c:v>0.51443287036818219</c:v>
                </c:pt>
                <c:pt idx="44448">
                  <c:v>0.51444444444496185</c:v>
                </c:pt>
                <c:pt idx="44449">
                  <c:v>0.51445601851446554</c:v>
                </c:pt>
                <c:pt idx="44450">
                  <c:v>0.51446759259124519</c:v>
                </c:pt>
                <c:pt idx="44451">
                  <c:v>0.51447916666074889</c:v>
                </c:pt>
                <c:pt idx="44452">
                  <c:v>0.51449074073752854</c:v>
                </c:pt>
                <c:pt idx="44453">
                  <c:v>0.51450231481430819</c:v>
                </c:pt>
                <c:pt idx="44454">
                  <c:v>0.51451388888381189</c:v>
                </c:pt>
                <c:pt idx="44455">
                  <c:v>0.51452546296059154</c:v>
                </c:pt>
                <c:pt idx="44456">
                  <c:v>0.51453703703737119</c:v>
                </c:pt>
                <c:pt idx="44457">
                  <c:v>0.51454861110687489</c:v>
                </c:pt>
                <c:pt idx="44458">
                  <c:v>0.51456018518365454</c:v>
                </c:pt>
                <c:pt idx="44459">
                  <c:v>0.51457175926043419</c:v>
                </c:pt>
                <c:pt idx="44460">
                  <c:v>0.51458333332993789</c:v>
                </c:pt>
                <c:pt idx="44461">
                  <c:v>0.51459490740671754</c:v>
                </c:pt>
                <c:pt idx="44462">
                  <c:v>0.51460648147622123</c:v>
                </c:pt>
                <c:pt idx="44463">
                  <c:v>0.51461805555300089</c:v>
                </c:pt>
                <c:pt idx="44464">
                  <c:v>0.51462962962978054</c:v>
                </c:pt>
                <c:pt idx="44465">
                  <c:v>0.51464120369928423</c:v>
                </c:pt>
                <c:pt idx="44466">
                  <c:v>0.51465277777606389</c:v>
                </c:pt>
                <c:pt idx="44467">
                  <c:v>0.51466435185284354</c:v>
                </c:pt>
                <c:pt idx="44468">
                  <c:v>0.51467592592234723</c:v>
                </c:pt>
                <c:pt idx="44469">
                  <c:v>0.51468749999912689</c:v>
                </c:pt>
                <c:pt idx="44470">
                  <c:v>0.51469907406863058</c:v>
                </c:pt>
                <c:pt idx="44471">
                  <c:v>0.51471064814541023</c:v>
                </c:pt>
                <c:pt idx="44472">
                  <c:v>0.51472222222218988</c:v>
                </c:pt>
                <c:pt idx="44473">
                  <c:v>0.51473379629169358</c:v>
                </c:pt>
                <c:pt idx="44474">
                  <c:v>0.51474537036847323</c:v>
                </c:pt>
                <c:pt idx="44475">
                  <c:v>0.51475694444525288</c:v>
                </c:pt>
                <c:pt idx="44476">
                  <c:v>0.51476851851475658</c:v>
                </c:pt>
                <c:pt idx="44477">
                  <c:v>0.51478009259153623</c:v>
                </c:pt>
                <c:pt idx="44478">
                  <c:v>0.51479166666103993</c:v>
                </c:pt>
                <c:pt idx="44479">
                  <c:v>0.51480324073781958</c:v>
                </c:pt>
                <c:pt idx="44480">
                  <c:v>0.51481481481459923</c:v>
                </c:pt>
                <c:pt idx="44481">
                  <c:v>0.51482638888410293</c:v>
                </c:pt>
                <c:pt idx="44482">
                  <c:v>0.51483796296088258</c:v>
                </c:pt>
                <c:pt idx="44483">
                  <c:v>0.51484953703766223</c:v>
                </c:pt>
                <c:pt idx="44484">
                  <c:v>0.51486111110716593</c:v>
                </c:pt>
                <c:pt idx="44485">
                  <c:v>0.51487268518394558</c:v>
                </c:pt>
                <c:pt idx="44486">
                  <c:v>0.51488425925344927</c:v>
                </c:pt>
                <c:pt idx="44487">
                  <c:v>0.51489583333022892</c:v>
                </c:pt>
                <c:pt idx="44488">
                  <c:v>0.51490740740700858</c:v>
                </c:pt>
                <c:pt idx="44489">
                  <c:v>0.51491898147651227</c:v>
                </c:pt>
                <c:pt idx="44490">
                  <c:v>0.51493055555329192</c:v>
                </c:pt>
                <c:pt idx="44491">
                  <c:v>0.51494212963007158</c:v>
                </c:pt>
                <c:pt idx="44492">
                  <c:v>0.51495370369957527</c:v>
                </c:pt>
                <c:pt idx="44493">
                  <c:v>0.51496527777635492</c:v>
                </c:pt>
                <c:pt idx="44494">
                  <c:v>0.51497685185313458</c:v>
                </c:pt>
                <c:pt idx="44495">
                  <c:v>0.51498842592263827</c:v>
                </c:pt>
                <c:pt idx="44496">
                  <c:v>0.51499999999941792</c:v>
                </c:pt>
                <c:pt idx="44497">
                  <c:v>0.51501157406892162</c:v>
                </c:pt>
                <c:pt idx="44498">
                  <c:v>0.51502314814570127</c:v>
                </c:pt>
                <c:pt idx="44499">
                  <c:v>0.51503472222248092</c:v>
                </c:pt>
                <c:pt idx="44500">
                  <c:v>0.51504629629198462</c:v>
                </c:pt>
                <c:pt idx="44501">
                  <c:v>0.51505787036876427</c:v>
                </c:pt>
                <c:pt idx="44502">
                  <c:v>0.51506944444554392</c:v>
                </c:pt>
                <c:pt idx="44503">
                  <c:v>0.51508101851504762</c:v>
                </c:pt>
                <c:pt idx="44504">
                  <c:v>0.51509259259182727</c:v>
                </c:pt>
                <c:pt idx="44505">
                  <c:v>0.51510416666133096</c:v>
                </c:pt>
                <c:pt idx="44506">
                  <c:v>0.51511574073811062</c:v>
                </c:pt>
                <c:pt idx="44507">
                  <c:v>0.51512731481489027</c:v>
                </c:pt>
                <c:pt idx="44508">
                  <c:v>0.51513888888439396</c:v>
                </c:pt>
                <c:pt idx="44509">
                  <c:v>0.51515046296117362</c:v>
                </c:pt>
                <c:pt idx="44510">
                  <c:v>0.51516203703795327</c:v>
                </c:pt>
                <c:pt idx="44511">
                  <c:v>0.51517361110745696</c:v>
                </c:pt>
                <c:pt idx="44512">
                  <c:v>0.51518518518423662</c:v>
                </c:pt>
                <c:pt idx="44513">
                  <c:v>0.51519675925374031</c:v>
                </c:pt>
                <c:pt idx="44514">
                  <c:v>0.51520833333051996</c:v>
                </c:pt>
                <c:pt idx="44515">
                  <c:v>0.51521990740729962</c:v>
                </c:pt>
                <c:pt idx="44516">
                  <c:v>0.51523148147680331</c:v>
                </c:pt>
                <c:pt idx="44517">
                  <c:v>0.51524305555358296</c:v>
                </c:pt>
                <c:pt idx="44518">
                  <c:v>0.51525462963036261</c:v>
                </c:pt>
                <c:pt idx="44519">
                  <c:v>0.51526620369986631</c:v>
                </c:pt>
                <c:pt idx="44520">
                  <c:v>0.51527777777664596</c:v>
                </c:pt>
                <c:pt idx="44521">
                  <c:v>0.51528935184614966</c:v>
                </c:pt>
                <c:pt idx="44522">
                  <c:v>0.51530092592292931</c:v>
                </c:pt>
                <c:pt idx="44523">
                  <c:v>0.51531249999970896</c:v>
                </c:pt>
                <c:pt idx="44524">
                  <c:v>0.51532407406921266</c:v>
                </c:pt>
                <c:pt idx="44525">
                  <c:v>0.51533564814599231</c:v>
                </c:pt>
                <c:pt idx="44526">
                  <c:v>0.51534722222277196</c:v>
                </c:pt>
                <c:pt idx="44527">
                  <c:v>0.51535879629227566</c:v>
                </c:pt>
                <c:pt idx="44528">
                  <c:v>0.51537037036905531</c:v>
                </c:pt>
                <c:pt idx="44529">
                  <c:v>0.515381944438559</c:v>
                </c:pt>
                <c:pt idx="44530">
                  <c:v>0.51539351851533866</c:v>
                </c:pt>
                <c:pt idx="44531">
                  <c:v>0.51540509259211831</c:v>
                </c:pt>
                <c:pt idx="44532">
                  <c:v>0.515416666661622</c:v>
                </c:pt>
                <c:pt idx="44533">
                  <c:v>0.51542824073840166</c:v>
                </c:pt>
                <c:pt idx="44534">
                  <c:v>0.51543981481518131</c:v>
                </c:pt>
                <c:pt idx="44535">
                  <c:v>0.515451388884685</c:v>
                </c:pt>
                <c:pt idx="44536">
                  <c:v>0.51546296296146465</c:v>
                </c:pt>
                <c:pt idx="44537">
                  <c:v>0.51547453703824431</c:v>
                </c:pt>
                <c:pt idx="44538">
                  <c:v>0.515486111107748</c:v>
                </c:pt>
                <c:pt idx="44539">
                  <c:v>0.51549768518452765</c:v>
                </c:pt>
                <c:pt idx="44540">
                  <c:v>0.51550925925403135</c:v>
                </c:pt>
                <c:pt idx="44541">
                  <c:v>0.515520833330811</c:v>
                </c:pt>
                <c:pt idx="44542">
                  <c:v>0.51553240740759065</c:v>
                </c:pt>
                <c:pt idx="44543">
                  <c:v>0.51554398147709435</c:v>
                </c:pt>
                <c:pt idx="44544">
                  <c:v>0.515555555553874</c:v>
                </c:pt>
                <c:pt idx="44545">
                  <c:v>0.51556712963065365</c:v>
                </c:pt>
                <c:pt idx="44546">
                  <c:v>0.51557870370015735</c:v>
                </c:pt>
                <c:pt idx="44547">
                  <c:v>0.515590277776937</c:v>
                </c:pt>
                <c:pt idx="44548">
                  <c:v>0.5156018518464407</c:v>
                </c:pt>
                <c:pt idx="44549">
                  <c:v>0.51561342592322035</c:v>
                </c:pt>
                <c:pt idx="44550">
                  <c:v>0.515625</c:v>
                </c:pt>
                <c:pt idx="44551">
                  <c:v>0.51563657406950369</c:v>
                </c:pt>
                <c:pt idx="44552">
                  <c:v>0.51564814814628335</c:v>
                </c:pt>
                <c:pt idx="44553">
                  <c:v>0.515659722223063</c:v>
                </c:pt>
                <c:pt idx="44554">
                  <c:v>0.51567129629256669</c:v>
                </c:pt>
                <c:pt idx="44555">
                  <c:v>0.51568287036934635</c:v>
                </c:pt>
                <c:pt idx="44556">
                  <c:v>0.51569444443885004</c:v>
                </c:pt>
                <c:pt idx="44557">
                  <c:v>0.51570601851562969</c:v>
                </c:pt>
                <c:pt idx="44558">
                  <c:v>0.51571759259240935</c:v>
                </c:pt>
                <c:pt idx="44559">
                  <c:v>0.51572916666191304</c:v>
                </c:pt>
                <c:pt idx="44560">
                  <c:v>0.51574074073869269</c:v>
                </c:pt>
                <c:pt idx="44561">
                  <c:v>0.51575231481547235</c:v>
                </c:pt>
                <c:pt idx="44562">
                  <c:v>0.51576388888497604</c:v>
                </c:pt>
                <c:pt idx="44563">
                  <c:v>0.51577546296175569</c:v>
                </c:pt>
                <c:pt idx="44564">
                  <c:v>0.51578703703125939</c:v>
                </c:pt>
                <c:pt idx="44565">
                  <c:v>0.51579861110803904</c:v>
                </c:pt>
                <c:pt idx="44566">
                  <c:v>0.51581018518481869</c:v>
                </c:pt>
                <c:pt idx="44567">
                  <c:v>0.51582175925432239</c:v>
                </c:pt>
                <c:pt idx="44568">
                  <c:v>0.51583333333110204</c:v>
                </c:pt>
                <c:pt idx="44569">
                  <c:v>0.51584490740788169</c:v>
                </c:pt>
                <c:pt idx="44570">
                  <c:v>0.51585648147738539</c:v>
                </c:pt>
                <c:pt idx="44571">
                  <c:v>0.51586805555416504</c:v>
                </c:pt>
                <c:pt idx="44572">
                  <c:v>0.51587962963094469</c:v>
                </c:pt>
                <c:pt idx="44573">
                  <c:v>0.51589120370044839</c:v>
                </c:pt>
                <c:pt idx="44574">
                  <c:v>0.51590277777722804</c:v>
                </c:pt>
                <c:pt idx="44575">
                  <c:v>0.51591435184673173</c:v>
                </c:pt>
                <c:pt idx="44576">
                  <c:v>0.51592592592351139</c:v>
                </c:pt>
                <c:pt idx="44577">
                  <c:v>0.51593750000029104</c:v>
                </c:pt>
                <c:pt idx="44578">
                  <c:v>0.51594907406979473</c:v>
                </c:pt>
                <c:pt idx="44579">
                  <c:v>0.51596064814657439</c:v>
                </c:pt>
                <c:pt idx="44580">
                  <c:v>0.51597222222335404</c:v>
                </c:pt>
                <c:pt idx="44581">
                  <c:v>0.51598379629285773</c:v>
                </c:pt>
                <c:pt idx="44582">
                  <c:v>0.51599537036963739</c:v>
                </c:pt>
                <c:pt idx="44583">
                  <c:v>0.51600694443914108</c:v>
                </c:pt>
                <c:pt idx="44584">
                  <c:v>0.51601851851592073</c:v>
                </c:pt>
                <c:pt idx="44585">
                  <c:v>0.51603009259270038</c:v>
                </c:pt>
                <c:pt idx="44586">
                  <c:v>0.51604166666220408</c:v>
                </c:pt>
                <c:pt idx="44587">
                  <c:v>0.51605324073898373</c:v>
                </c:pt>
                <c:pt idx="44588">
                  <c:v>0.51606481481576338</c:v>
                </c:pt>
                <c:pt idx="44589">
                  <c:v>0.51607638888526708</c:v>
                </c:pt>
                <c:pt idx="44590">
                  <c:v>0.51608796296204673</c:v>
                </c:pt>
                <c:pt idx="44591">
                  <c:v>0.51609953703155043</c:v>
                </c:pt>
                <c:pt idx="44592">
                  <c:v>0.51611111110833008</c:v>
                </c:pt>
                <c:pt idx="44593">
                  <c:v>0.51612268518510973</c:v>
                </c:pt>
                <c:pt idx="44594">
                  <c:v>0.51613425925461343</c:v>
                </c:pt>
                <c:pt idx="44595">
                  <c:v>0.51614583333139308</c:v>
                </c:pt>
                <c:pt idx="44596">
                  <c:v>0.51615740740817273</c:v>
                </c:pt>
                <c:pt idx="44597">
                  <c:v>0.51616898147767643</c:v>
                </c:pt>
                <c:pt idx="44598">
                  <c:v>0.51618055555445608</c:v>
                </c:pt>
                <c:pt idx="44599">
                  <c:v>0.51619212962395977</c:v>
                </c:pt>
                <c:pt idx="44600">
                  <c:v>0.51620370370073942</c:v>
                </c:pt>
                <c:pt idx="44601">
                  <c:v>0.51621527777751908</c:v>
                </c:pt>
                <c:pt idx="44602">
                  <c:v>0.51622685184702277</c:v>
                </c:pt>
                <c:pt idx="44603">
                  <c:v>0.51623842592380242</c:v>
                </c:pt>
                <c:pt idx="44604">
                  <c:v>0.51625000000058208</c:v>
                </c:pt>
                <c:pt idx="44605">
                  <c:v>0.51626157407008577</c:v>
                </c:pt>
                <c:pt idx="44606">
                  <c:v>0.51627314814686542</c:v>
                </c:pt>
                <c:pt idx="44607">
                  <c:v>0.51628472221636912</c:v>
                </c:pt>
                <c:pt idx="44608">
                  <c:v>0.51629629629314877</c:v>
                </c:pt>
                <c:pt idx="44609">
                  <c:v>0.51630787036992842</c:v>
                </c:pt>
                <c:pt idx="44610">
                  <c:v>0.51631944443943212</c:v>
                </c:pt>
                <c:pt idx="44611">
                  <c:v>0.51633101851621177</c:v>
                </c:pt>
                <c:pt idx="44612">
                  <c:v>0.51634259259299142</c:v>
                </c:pt>
                <c:pt idx="44613">
                  <c:v>0.51635416666249512</c:v>
                </c:pt>
                <c:pt idx="44614">
                  <c:v>0.51636574073927477</c:v>
                </c:pt>
                <c:pt idx="44615">
                  <c:v>0.51637731481605442</c:v>
                </c:pt>
                <c:pt idx="44616">
                  <c:v>0.51638888888555812</c:v>
                </c:pt>
                <c:pt idx="44617">
                  <c:v>0.51640046296233777</c:v>
                </c:pt>
                <c:pt idx="44618">
                  <c:v>0.51641203703184146</c:v>
                </c:pt>
                <c:pt idx="44619">
                  <c:v>0.51642361110862112</c:v>
                </c:pt>
                <c:pt idx="44620">
                  <c:v>0.51643518518540077</c:v>
                </c:pt>
                <c:pt idx="44621">
                  <c:v>0.51644675925490446</c:v>
                </c:pt>
                <c:pt idx="44622">
                  <c:v>0.51645833333168412</c:v>
                </c:pt>
                <c:pt idx="44623">
                  <c:v>0.51646990740846377</c:v>
                </c:pt>
                <c:pt idx="44624">
                  <c:v>0.51648148147796746</c:v>
                </c:pt>
                <c:pt idx="44625">
                  <c:v>0.51649305555474712</c:v>
                </c:pt>
                <c:pt idx="44626">
                  <c:v>0.51650462962425081</c:v>
                </c:pt>
                <c:pt idx="44627">
                  <c:v>0.51651620370103046</c:v>
                </c:pt>
                <c:pt idx="44628">
                  <c:v>0.51652777777781012</c:v>
                </c:pt>
                <c:pt idx="44629">
                  <c:v>0.51653935184731381</c:v>
                </c:pt>
                <c:pt idx="44630">
                  <c:v>0.51655092592409346</c:v>
                </c:pt>
                <c:pt idx="44631">
                  <c:v>0.51656250000087311</c:v>
                </c:pt>
                <c:pt idx="44632">
                  <c:v>0.51657407407037681</c:v>
                </c:pt>
                <c:pt idx="44633">
                  <c:v>0.51658564814715646</c:v>
                </c:pt>
                <c:pt idx="44634">
                  <c:v>0.51659722221666016</c:v>
                </c:pt>
                <c:pt idx="44635">
                  <c:v>0.51660879629343981</c:v>
                </c:pt>
                <c:pt idx="44636">
                  <c:v>0.51662037037021946</c:v>
                </c:pt>
                <c:pt idx="44637">
                  <c:v>0.51663194443972316</c:v>
                </c:pt>
                <c:pt idx="44638">
                  <c:v>0.51664351851650281</c:v>
                </c:pt>
                <c:pt idx="44639">
                  <c:v>0.51665509259328246</c:v>
                </c:pt>
                <c:pt idx="44640">
                  <c:v>0.51666666666278616</c:v>
                </c:pt>
                <c:pt idx="44641">
                  <c:v>0.51667824073956581</c:v>
                </c:pt>
                <c:pt idx="44642">
                  <c:v>0.5166898148090695</c:v>
                </c:pt>
                <c:pt idx="44643">
                  <c:v>0.51670138888584916</c:v>
                </c:pt>
                <c:pt idx="44644">
                  <c:v>0.51671296296262881</c:v>
                </c:pt>
                <c:pt idx="44645">
                  <c:v>0.5167245370321325</c:v>
                </c:pt>
                <c:pt idx="44646">
                  <c:v>0.51673611110891216</c:v>
                </c:pt>
                <c:pt idx="44647">
                  <c:v>0.51674768518569181</c:v>
                </c:pt>
                <c:pt idx="44648">
                  <c:v>0.5167592592551955</c:v>
                </c:pt>
                <c:pt idx="44649">
                  <c:v>0.51677083333197515</c:v>
                </c:pt>
                <c:pt idx="44650">
                  <c:v>0.51678240740147885</c:v>
                </c:pt>
                <c:pt idx="44651">
                  <c:v>0.5167939814782585</c:v>
                </c:pt>
                <c:pt idx="44652">
                  <c:v>0.51680555555503815</c:v>
                </c:pt>
                <c:pt idx="44653">
                  <c:v>0.51681712962454185</c:v>
                </c:pt>
                <c:pt idx="44654">
                  <c:v>0.5168287037013215</c:v>
                </c:pt>
                <c:pt idx="44655">
                  <c:v>0.51684027777810115</c:v>
                </c:pt>
                <c:pt idx="44656">
                  <c:v>0.51685185184760485</c:v>
                </c:pt>
                <c:pt idx="44657">
                  <c:v>0.5168634259243845</c:v>
                </c:pt>
                <c:pt idx="44658">
                  <c:v>0.51687500000116415</c:v>
                </c:pt>
                <c:pt idx="44659">
                  <c:v>0.51688657407066785</c:v>
                </c:pt>
                <c:pt idx="44660">
                  <c:v>0.5168981481474475</c:v>
                </c:pt>
                <c:pt idx="44661">
                  <c:v>0.5169097222169512</c:v>
                </c:pt>
                <c:pt idx="44662">
                  <c:v>0.51692129629373085</c:v>
                </c:pt>
                <c:pt idx="44663">
                  <c:v>0.5169328703705105</c:v>
                </c:pt>
                <c:pt idx="44664">
                  <c:v>0.51694444444001419</c:v>
                </c:pt>
                <c:pt idx="44665">
                  <c:v>0.51695601851679385</c:v>
                </c:pt>
                <c:pt idx="44666">
                  <c:v>0.5169675925935735</c:v>
                </c:pt>
                <c:pt idx="44667">
                  <c:v>0.51697916666307719</c:v>
                </c:pt>
                <c:pt idx="44668">
                  <c:v>0.51699074073985685</c:v>
                </c:pt>
                <c:pt idx="44669">
                  <c:v>0.51700231480936054</c:v>
                </c:pt>
                <c:pt idx="44670">
                  <c:v>0.51701388888614019</c:v>
                </c:pt>
                <c:pt idx="44671">
                  <c:v>0.51702546296291985</c:v>
                </c:pt>
                <c:pt idx="44672">
                  <c:v>0.51703703703242354</c:v>
                </c:pt>
                <c:pt idx="44673">
                  <c:v>0.51704861110920319</c:v>
                </c:pt>
                <c:pt idx="44674">
                  <c:v>0.51706018518598285</c:v>
                </c:pt>
                <c:pt idx="44675">
                  <c:v>0.51707175925548654</c:v>
                </c:pt>
                <c:pt idx="44676">
                  <c:v>0.51708333333226619</c:v>
                </c:pt>
                <c:pt idx="44677">
                  <c:v>0.51709490740176989</c:v>
                </c:pt>
                <c:pt idx="44678">
                  <c:v>0.51710648147854954</c:v>
                </c:pt>
                <c:pt idx="44679">
                  <c:v>0.51711805555532919</c:v>
                </c:pt>
                <c:pt idx="44680">
                  <c:v>0.51712962962483289</c:v>
                </c:pt>
                <c:pt idx="44681">
                  <c:v>0.51714120370161254</c:v>
                </c:pt>
                <c:pt idx="44682">
                  <c:v>0.51715277777839219</c:v>
                </c:pt>
                <c:pt idx="44683">
                  <c:v>0.51716435184789589</c:v>
                </c:pt>
                <c:pt idx="44684">
                  <c:v>0.51717592592467554</c:v>
                </c:pt>
                <c:pt idx="44685">
                  <c:v>0.51718749999417923</c:v>
                </c:pt>
                <c:pt idx="44686">
                  <c:v>0.51719907407095889</c:v>
                </c:pt>
                <c:pt idx="44687">
                  <c:v>0.51721064814773854</c:v>
                </c:pt>
                <c:pt idx="44688">
                  <c:v>0.51722222221724223</c:v>
                </c:pt>
                <c:pt idx="44689">
                  <c:v>0.51723379629402189</c:v>
                </c:pt>
                <c:pt idx="44690">
                  <c:v>0.51724537037080154</c:v>
                </c:pt>
                <c:pt idx="44691">
                  <c:v>0.51725694444030523</c:v>
                </c:pt>
                <c:pt idx="44692">
                  <c:v>0.51726851851708489</c:v>
                </c:pt>
                <c:pt idx="44693">
                  <c:v>0.51728009259386454</c:v>
                </c:pt>
                <c:pt idx="44694">
                  <c:v>0.51729166666336823</c:v>
                </c:pt>
                <c:pt idx="44695">
                  <c:v>0.51730324074014788</c:v>
                </c:pt>
                <c:pt idx="44696">
                  <c:v>0.51731481480965158</c:v>
                </c:pt>
                <c:pt idx="44697">
                  <c:v>0.51732638888643123</c:v>
                </c:pt>
                <c:pt idx="44698">
                  <c:v>0.51733796296321088</c:v>
                </c:pt>
                <c:pt idx="44699">
                  <c:v>0.51734953703271458</c:v>
                </c:pt>
                <c:pt idx="44700">
                  <c:v>0.51736111110949423</c:v>
                </c:pt>
                <c:pt idx="44701">
                  <c:v>0.51737268518627388</c:v>
                </c:pt>
                <c:pt idx="44702">
                  <c:v>0.51738425925577758</c:v>
                </c:pt>
                <c:pt idx="44703">
                  <c:v>0.51739583333255723</c:v>
                </c:pt>
                <c:pt idx="44704">
                  <c:v>0.51740740740206093</c:v>
                </c:pt>
                <c:pt idx="44705">
                  <c:v>0.51741898147884058</c:v>
                </c:pt>
                <c:pt idx="44706">
                  <c:v>0.51743055555562023</c:v>
                </c:pt>
                <c:pt idx="44707">
                  <c:v>0.51744212962512393</c:v>
                </c:pt>
                <c:pt idx="44708">
                  <c:v>0.51745370370190358</c:v>
                </c:pt>
                <c:pt idx="44709">
                  <c:v>0.51746527777868323</c:v>
                </c:pt>
                <c:pt idx="44710">
                  <c:v>0.51747685184818693</c:v>
                </c:pt>
                <c:pt idx="44711">
                  <c:v>0.51748842592496658</c:v>
                </c:pt>
                <c:pt idx="44712">
                  <c:v>0.51749999999447027</c:v>
                </c:pt>
                <c:pt idx="44713">
                  <c:v>0.51751157407124992</c:v>
                </c:pt>
                <c:pt idx="44714">
                  <c:v>0.51752314814802958</c:v>
                </c:pt>
                <c:pt idx="44715">
                  <c:v>0.51753472221753327</c:v>
                </c:pt>
                <c:pt idx="44716">
                  <c:v>0.51754629629431292</c:v>
                </c:pt>
                <c:pt idx="44717">
                  <c:v>0.51755787037109258</c:v>
                </c:pt>
                <c:pt idx="44718">
                  <c:v>0.51756944444059627</c:v>
                </c:pt>
                <c:pt idx="44719">
                  <c:v>0.51758101851737592</c:v>
                </c:pt>
                <c:pt idx="44720">
                  <c:v>0.51759259258687962</c:v>
                </c:pt>
                <c:pt idx="44721">
                  <c:v>0.51760416666365927</c:v>
                </c:pt>
                <c:pt idx="44722">
                  <c:v>0.51761574074043892</c:v>
                </c:pt>
                <c:pt idx="44723">
                  <c:v>0.51762731480994262</c:v>
                </c:pt>
                <c:pt idx="44724">
                  <c:v>0.51763888888672227</c:v>
                </c:pt>
                <c:pt idx="44725">
                  <c:v>0.51765046296350192</c:v>
                </c:pt>
                <c:pt idx="44726">
                  <c:v>0.51766203703300562</c:v>
                </c:pt>
                <c:pt idx="44727">
                  <c:v>0.51767361110978527</c:v>
                </c:pt>
                <c:pt idx="44728">
                  <c:v>0.51768518517928896</c:v>
                </c:pt>
                <c:pt idx="44729">
                  <c:v>0.51769675925606862</c:v>
                </c:pt>
                <c:pt idx="44730">
                  <c:v>0.51770833333284827</c:v>
                </c:pt>
                <c:pt idx="44731">
                  <c:v>0.51771990740235196</c:v>
                </c:pt>
                <c:pt idx="44732">
                  <c:v>0.51773148147913162</c:v>
                </c:pt>
                <c:pt idx="44733">
                  <c:v>0.51774305555591127</c:v>
                </c:pt>
                <c:pt idx="44734">
                  <c:v>0.51775462962541496</c:v>
                </c:pt>
                <c:pt idx="44735">
                  <c:v>0.51776620370219462</c:v>
                </c:pt>
                <c:pt idx="44736">
                  <c:v>0.51777777777897427</c:v>
                </c:pt>
                <c:pt idx="44737">
                  <c:v>0.51778935184847796</c:v>
                </c:pt>
                <c:pt idx="44738">
                  <c:v>0.51780092592525762</c:v>
                </c:pt>
                <c:pt idx="44739">
                  <c:v>0.51781249999476131</c:v>
                </c:pt>
                <c:pt idx="44740">
                  <c:v>0.51782407407154096</c:v>
                </c:pt>
                <c:pt idx="44741">
                  <c:v>0.51783564814832062</c:v>
                </c:pt>
                <c:pt idx="44742">
                  <c:v>0.51784722221782431</c:v>
                </c:pt>
                <c:pt idx="44743">
                  <c:v>0.51785879629460396</c:v>
                </c:pt>
                <c:pt idx="44744">
                  <c:v>0.51787037037138361</c:v>
                </c:pt>
                <c:pt idx="44745">
                  <c:v>0.51788194444088731</c:v>
                </c:pt>
                <c:pt idx="44746">
                  <c:v>0.51789351851766696</c:v>
                </c:pt>
                <c:pt idx="44747">
                  <c:v>0.51790509258717066</c:v>
                </c:pt>
                <c:pt idx="44748">
                  <c:v>0.51791666666395031</c:v>
                </c:pt>
                <c:pt idx="44749">
                  <c:v>0.51792824074072996</c:v>
                </c:pt>
                <c:pt idx="44750">
                  <c:v>0.51793981481023366</c:v>
                </c:pt>
                <c:pt idx="44751">
                  <c:v>0.51795138888701331</c:v>
                </c:pt>
                <c:pt idx="44752">
                  <c:v>0.51796296296379296</c:v>
                </c:pt>
                <c:pt idx="44753">
                  <c:v>0.51797453703329666</c:v>
                </c:pt>
                <c:pt idx="44754">
                  <c:v>0.51798611111007631</c:v>
                </c:pt>
                <c:pt idx="44755">
                  <c:v>0.51799768517958</c:v>
                </c:pt>
                <c:pt idx="44756">
                  <c:v>0.51800925925635966</c:v>
                </c:pt>
                <c:pt idx="44757">
                  <c:v>0.51802083333313931</c:v>
                </c:pt>
                <c:pt idx="44758">
                  <c:v>0.518032407402643</c:v>
                </c:pt>
                <c:pt idx="44759">
                  <c:v>0.51804398147942265</c:v>
                </c:pt>
                <c:pt idx="44760">
                  <c:v>0.51805555555620231</c:v>
                </c:pt>
                <c:pt idx="44761">
                  <c:v>0.518067129625706</c:v>
                </c:pt>
                <c:pt idx="44762">
                  <c:v>0.51807870370248565</c:v>
                </c:pt>
                <c:pt idx="44763">
                  <c:v>0.51809027777198935</c:v>
                </c:pt>
                <c:pt idx="44764">
                  <c:v>0.518101851848769</c:v>
                </c:pt>
                <c:pt idx="44765">
                  <c:v>0.51811342592554865</c:v>
                </c:pt>
                <c:pt idx="44766">
                  <c:v>0.51812499999505235</c:v>
                </c:pt>
                <c:pt idx="44767">
                  <c:v>0.518136574071832</c:v>
                </c:pt>
                <c:pt idx="44768">
                  <c:v>0.51814814814861165</c:v>
                </c:pt>
                <c:pt idx="44769">
                  <c:v>0.51815972221811535</c:v>
                </c:pt>
                <c:pt idx="44770">
                  <c:v>0.518171296294895</c:v>
                </c:pt>
                <c:pt idx="44771">
                  <c:v>0.51818287037167465</c:v>
                </c:pt>
                <c:pt idx="44772">
                  <c:v>0.51819444444117835</c:v>
                </c:pt>
                <c:pt idx="44773">
                  <c:v>0.518206018517958</c:v>
                </c:pt>
                <c:pt idx="44774">
                  <c:v>0.5182175925874617</c:v>
                </c:pt>
                <c:pt idx="44775">
                  <c:v>0.51822916666424135</c:v>
                </c:pt>
                <c:pt idx="44776">
                  <c:v>0.518240740741021</c:v>
                </c:pt>
                <c:pt idx="44777">
                  <c:v>0.51825231481052469</c:v>
                </c:pt>
                <c:pt idx="44778">
                  <c:v>0.51826388888730435</c:v>
                </c:pt>
                <c:pt idx="44779">
                  <c:v>0.518275462964084</c:v>
                </c:pt>
                <c:pt idx="44780">
                  <c:v>0.51828703703358769</c:v>
                </c:pt>
                <c:pt idx="44781">
                  <c:v>0.51829861111036735</c:v>
                </c:pt>
                <c:pt idx="44782">
                  <c:v>0.51831018517987104</c:v>
                </c:pt>
                <c:pt idx="44783">
                  <c:v>0.51832175925665069</c:v>
                </c:pt>
                <c:pt idx="44784">
                  <c:v>0.51833333333343035</c:v>
                </c:pt>
                <c:pt idx="44785">
                  <c:v>0.51834490740293404</c:v>
                </c:pt>
                <c:pt idx="44786">
                  <c:v>0.51835648147971369</c:v>
                </c:pt>
                <c:pt idx="44787">
                  <c:v>0.51836805555649335</c:v>
                </c:pt>
                <c:pt idx="44788">
                  <c:v>0.51837962962599704</c:v>
                </c:pt>
                <c:pt idx="44789">
                  <c:v>0.51839120370277669</c:v>
                </c:pt>
                <c:pt idx="44790">
                  <c:v>0.51840277777228039</c:v>
                </c:pt>
                <c:pt idx="44791">
                  <c:v>0.51841435184906004</c:v>
                </c:pt>
                <c:pt idx="44792">
                  <c:v>0.51842592592583969</c:v>
                </c:pt>
                <c:pt idx="44793">
                  <c:v>0.51843749999534339</c:v>
                </c:pt>
                <c:pt idx="44794">
                  <c:v>0.51844907407212304</c:v>
                </c:pt>
                <c:pt idx="44795">
                  <c:v>0.51846064814890269</c:v>
                </c:pt>
                <c:pt idx="44796">
                  <c:v>0.51847222221840639</c:v>
                </c:pt>
                <c:pt idx="44797">
                  <c:v>0.51848379629518604</c:v>
                </c:pt>
                <c:pt idx="44798">
                  <c:v>0.51849537036468973</c:v>
                </c:pt>
                <c:pt idx="44799">
                  <c:v>0.51850694444146939</c:v>
                </c:pt>
                <c:pt idx="44800">
                  <c:v>0.51851851851824904</c:v>
                </c:pt>
                <c:pt idx="44801">
                  <c:v>0.51853009258775273</c:v>
                </c:pt>
                <c:pt idx="44802">
                  <c:v>0.51854166666453239</c:v>
                </c:pt>
                <c:pt idx="44803">
                  <c:v>0.51855324074131204</c:v>
                </c:pt>
                <c:pt idx="44804">
                  <c:v>0.51856481481081573</c:v>
                </c:pt>
                <c:pt idx="44805">
                  <c:v>0.51857638888759539</c:v>
                </c:pt>
                <c:pt idx="44806">
                  <c:v>0.51858796295709908</c:v>
                </c:pt>
                <c:pt idx="44807">
                  <c:v>0.51859953703387873</c:v>
                </c:pt>
                <c:pt idx="44808">
                  <c:v>0.51861111111065838</c:v>
                </c:pt>
                <c:pt idx="44809">
                  <c:v>0.51862268518016208</c:v>
                </c:pt>
                <c:pt idx="44810">
                  <c:v>0.51863425925694173</c:v>
                </c:pt>
                <c:pt idx="44811">
                  <c:v>0.51864583333372138</c:v>
                </c:pt>
                <c:pt idx="44812">
                  <c:v>0.51865740740322508</c:v>
                </c:pt>
                <c:pt idx="44813">
                  <c:v>0.51866898148000473</c:v>
                </c:pt>
                <c:pt idx="44814">
                  <c:v>0.51868055555678438</c:v>
                </c:pt>
                <c:pt idx="44815">
                  <c:v>0.51869212962628808</c:v>
                </c:pt>
                <c:pt idx="44816">
                  <c:v>0.51870370370306773</c:v>
                </c:pt>
                <c:pt idx="44817">
                  <c:v>0.51871527777257143</c:v>
                </c:pt>
                <c:pt idx="44818">
                  <c:v>0.51872685184935108</c:v>
                </c:pt>
                <c:pt idx="44819">
                  <c:v>0.51873842592613073</c:v>
                </c:pt>
                <c:pt idx="44820">
                  <c:v>0.51874999999563443</c:v>
                </c:pt>
                <c:pt idx="44821">
                  <c:v>0.51876157407241408</c:v>
                </c:pt>
                <c:pt idx="44822">
                  <c:v>0.51877314814919373</c:v>
                </c:pt>
                <c:pt idx="44823">
                  <c:v>0.51878472221869742</c:v>
                </c:pt>
                <c:pt idx="44824">
                  <c:v>0.51879629629547708</c:v>
                </c:pt>
                <c:pt idx="44825">
                  <c:v>0.51880787036498077</c:v>
                </c:pt>
                <c:pt idx="44826">
                  <c:v>0.51881944444176042</c:v>
                </c:pt>
                <c:pt idx="44827">
                  <c:v>0.51883101851854008</c:v>
                </c:pt>
                <c:pt idx="44828">
                  <c:v>0.51884259258804377</c:v>
                </c:pt>
                <c:pt idx="44829">
                  <c:v>0.51885416666482342</c:v>
                </c:pt>
                <c:pt idx="44830">
                  <c:v>0.51886574074160308</c:v>
                </c:pt>
                <c:pt idx="44831">
                  <c:v>0.51887731481110677</c:v>
                </c:pt>
                <c:pt idx="44832">
                  <c:v>0.51888888888788642</c:v>
                </c:pt>
                <c:pt idx="44833">
                  <c:v>0.51890046295739012</c:v>
                </c:pt>
                <c:pt idx="44834">
                  <c:v>0.51891203703416977</c:v>
                </c:pt>
                <c:pt idx="44835">
                  <c:v>0.51892361111094942</c:v>
                </c:pt>
                <c:pt idx="44836">
                  <c:v>0.51893518518045312</c:v>
                </c:pt>
                <c:pt idx="44837">
                  <c:v>0.51894675925723277</c:v>
                </c:pt>
                <c:pt idx="44838">
                  <c:v>0.51895833333401242</c:v>
                </c:pt>
                <c:pt idx="44839">
                  <c:v>0.51896990740351612</c:v>
                </c:pt>
                <c:pt idx="44840">
                  <c:v>0.51898148148029577</c:v>
                </c:pt>
                <c:pt idx="44841">
                  <c:v>0.51899305554979946</c:v>
                </c:pt>
                <c:pt idx="44842">
                  <c:v>0.51900462962657912</c:v>
                </c:pt>
                <c:pt idx="44843">
                  <c:v>0.51901620370335877</c:v>
                </c:pt>
                <c:pt idx="44844">
                  <c:v>0.51902777777286246</c:v>
                </c:pt>
                <c:pt idx="44845">
                  <c:v>0.51903935184964212</c:v>
                </c:pt>
                <c:pt idx="44846">
                  <c:v>0.51905092592642177</c:v>
                </c:pt>
                <c:pt idx="44847">
                  <c:v>0.51906249999592546</c:v>
                </c:pt>
                <c:pt idx="44848">
                  <c:v>0.51907407407270512</c:v>
                </c:pt>
                <c:pt idx="44849">
                  <c:v>0.51908564814948477</c:v>
                </c:pt>
                <c:pt idx="44850">
                  <c:v>0.51909722221898846</c:v>
                </c:pt>
                <c:pt idx="44851">
                  <c:v>0.51910879629576812</c:v>
                </c:pt>
                <c:pt idx="44852">
                  <c:v>0.51912037036527181</c:v>
                </c:pt>
                <c:pt idx="44853">
                  <c:v>0.51913194444205146</c:v>
                </c:pt>
                <c:pt idx="44854">
                  <c:v>0.51914351851883112</c:v>
                </c:pt>
                <c:pt idx="44855">
                  <c:v>0.51915509258833481</c:v>
                </c:pt>
                <c:pt idx="44856">
                  <c:v>0.51916666666511446</c:v>
                </c:pt>
                <c:pt idx="44857">
                  <c:v>0.51917824074189411</c:v>
                </c:pt>
                <c:pt idx="44858">
                  <c:v>0.51918981481139781</c:v>
                </c:pt>
                <c:pt idx="44859">
                  <c:v>0.51920138888817746</c:v>
                </c:pt>
                <c:pt idx="44860">
                  <c:v>0.51921296295768116</c:v>
                </c:pt>
                <c:pt idx="44861">
                  <c:v>0.51922453703446081</c:v>
                </c:pt>
                <c:pt idx="44862">
                  <c:v>0.51923611111124046</c:v>
                </c:pt>
                <c:pt idx="44863">
                  <c:v>0.51924768518074416</c:v>
                </c:pt>
                <c:pt idx="44864">
                  <c:v>0.51925925925752381</c:v>
                </c:pt>
                <c:pt idx="44865">
                  <c:v>0.51927083333430346</c:v>
                </c:pt>
                <c:pt idx="44866">
                  <c:v>0.51928240740380716</c:v>
                </c:pt>
                <c:pt idx="44867">
                  <c:v>0.51929398148058681</c:v>
                </c:pt>
                <c:pt idx="44868">
                  <c:v>0.5193055555500905</c:v>
                </c:pt>
                <c:pt idx="44869">
                  <c:v>0.51931712962687016</c:v>
                </c:pt>
                <c:pt idx="44870">
                  <c:v>0.51932870370364981</c:v>
                </c:pt>
                <c:pt idx="44871">
                  <c:v>0.5193402777731535</c:v>
                </c:pt>
                <c:pt idx="44872">
                  <c:v>0.51935185184993315</c:v>
                </c:pt>
                <c:pt idx="44873">
                  <c:v>0.51936342592671281</c:v>
                </c:pt>
                <c:pt idx="44874">
                  <c:v>0.5193749999962165</c:v>
                </c:pt>
                <c:pt idx="44875">
                  <c:v>0.51938657407299615</c:v>
                </c:pt>
                <c:pt idx="44876">
                  <c:v>0.51939814814249985</c:v>
                </c:pt>
                <c:pt idx="44877">
                  <c:v>0.5194097222192795</c:v>
                </c:pt>
                <c:pt idx="44878">
                  <c:v>0.51942129629605915</c:v>
                </c:pt>
                <c:pt idx="44879">
                  <c:v>0.51943287036556285</c:v>
                </c:pt>
                <c:pt idx="44880">
                  <c:v>0.5194444444423425</c:v>
                </c:pt>
                <c:pt idx="44881">
                  <c:v>0.51945601851912215</c:v>
                </c:pt>
                <c:pt idx="44882">
                  <c:v>0.51946759258862585</c:v>
                </c:pt>
                <c:pt idx="44883">
                  <c:v>0.5194791666654055</c:v>
                </c:pt>
                <c:pt idx="44884">
                  <c:v>0.5194907407349092</c:v>
                </c:pt>
                <c:pt idx="44885">
                  <c:v>0.51950231481168885</c:v>
                </c:pt>
                <c:pt idx="44886">
                  <c:v>0.5195138888884685</c:v>
                </c:pt>
                <c:pt idx="44887">
                  <c:v>0.51952546295797219</c:v>
                </c:pt>
                <c:pt idx="44888">
                  <c:v>0.51953703703475185</c:v>
                </c:pt>
                <c:pt idx="44889">
                  <c:v>0.5195486111115315</c:v>
                </c:pt>
                <c:pt idx="44890">
                  <c:v>0.51956018518103519</c:v>
                </c:pt>
                <c:pt idx="44891">
                  <c:v>0.51957175925781485</c:v>
                </c:pt>
                <c:pt idx="44892">
                  <c:v>0.5195833333345945</c:v>
                </c:pt>
                <c:pt idx="44893">
                  <c:v>0.51959490740409819</c:v>
                </c:pt>
                <c:pt idx="44894">
                  <c:v>0.51960648148087785</c:v>
                </c:pt>
                <c:pt idx="44895">
                  <c:v>0.51961805555038154</c:v>
                </c:pt>
                <c:pt idx="44896">
                  <c:v>0.51962962962716119</c:v>
                </c:pt>
                <c:pt idx="44897">
                  <c:v>0.51964120370394085</c:v>
                </c:pt>
                <c:pt idx="44898">
                  <c:v>0.51965277777344454</c:v>
                </c:pt>
                <c:pt idx="44899">
                  <c:v>0.51966435185022419</c:v>
                </c:pt>
                <c:pt idx="44900">
                  <c:v>0.51967592592700385</c:v>
                </c:pt>
                <c:pt idx="44901">
                  <c:v>0.51968749999650754</c:v>
                </c:pt>
                <c:pt idx="44902">
                  <c:v>0.51969907407328719</c:v>
                </c:pt>
                <c:pt idx="44903">
                  <c:v>0.51971064814279089</c:v>
                </c:pt>
                <c:pt idx="44904">
                  <c:v>0.51972222221957054</c:v>
                </c:pt>
                <c:pt idx="44905">
                  <c:v>0.51973379629635019</c:v>
                </c:pt>
                <c:pt idx="44906">
                  <c:v>0.51974537036585389</c:v>
                </c:pt>
                <c:pt idx="44907">
                  <c:v>0.51975694444263354</c:v>
                </c:pt>
                <c:pt idx="44908">
                  <c:v>0.51976851851941319</c:v>
                </c:pt>
                <c:pt idx="44909">
                  <c:v>0.51978009258891689</c:v>
                </c:pt>
                <c:pt idx="44910">
                  <c:v>0.51979166666569654</c:v>
                </c:pt>
                <c:pt idx="44911">
                  <c:v>0.51980324073520023</c:v>
                </c:pt>
                <c:pt idx="44912">
                  <c:v>0.51981481481197989</c:v>
                </c:pt>
                <c:pt idx="44913">
                  <c:v>0.51982638888875954</c:v>
                </c:pt>
                <c:pt idx="44914">
                  <c:v>0.51983796295826323</c:v>
                </c:pt>
                <c:pt idx="44915">
                  <c:v>0.51984953703504289</c:v>
                </c:pt>
                <c:pt idx="44916">
                  <c:v>0.51986111111182254</c:v>
                </c:pt>
                <c:pt idx="44917">
                  <c:v>0.51987268518132623</c:v>
                </c:pt>
                <c:pt idx="44918">
                  <c:v>0.51988425925810589</c:v>
                </c:pt>
                <c:pt idx="44919">
                  <c:v>0.51989583332760958</c:v>
                </c:pt>
                <c:pt idx="44920">
                  <c:v>0.51990740740438923</c:v>
                </c:pt>
                <c:pt idx="44921">
                  <c:v>0.51991898148116888</c:v>
                </c:pt>
                <c:pt idx="44922">
                  <c:v>0.51993055555067258</c:v>
                </c:pt>
                <c:pt idx="44923">
                  <c:v>0.51994212962745223</c:v>
                </c:pt>
                <c:pt idx="44924">
                  <c:v>0.51995370370423188</c:v>
                </c:pt>
                <c:pt idx="44925">
                  <c:v>0.51996527777373558</c:v>
                </c:pt>
                <c:pt idx="44926">
                  <c:v>0.51997685185051523</c:v>
                </c:pt>
                <c:pt idx="44927">
                  <c:v>0.51998842592001893</c:v>
                </c:pt>
                <c:pt idx="44928">
                  <c:v>0.51999999999679858</c:v>
                </c:pt>
                <c:pt idx="44929">
                  <c:v>0.52001157407357823</c:v>
                </c:pt>
                <c:pt idx="44930">
                  <c:v>0.52002314814308193</c:v>
                </c:pt>
                <c:pt idx="44931">
                  <c:v>0.52003472221986158</c:v>
                </c:pt>
                <c:pt idx="44932">
                  <c:v>0.52004629629664123</c:v>
                </c:pt>
                <c:pt idx="44933">
                  <c:v>0.52005787036614493</c:v>
                </c:pt>
                <c:pt idx="44934">
                  <c:v>0.52006944444292458</c:v>
                </c:pt>
                <c:pt idx="44935">
                  <c:v>0.52008101851970423</c:v>
                </c:pt>
                <c:pt idx="44936">
                  <c:v>0.52009259258920792</c:v>
                </c:pt>
                <c:pt idx="44937">
                  <c:v>0.52010416666598758</c:v>
                </c:pt>
                <c:pt idx="44938">
                  <c:v>0.52011574073549127</c:v>
                </c:pt>
                <c:pt idx="44939">
                  <c:v>0.52012731481227092</c:v>
                </c:pt>
                <c:pt idx="44940">
                  <c:v>0.52013888888905058</c:v>
                </c:pt>
                <c:pt idx="44941">
                  <c:v>0.52015046295855427</c:v>
                </c:pt>
                <c:pt idx="44942">
                  <c:v>0.52016203703533392</c:v>
                </c:pt>
                <c:pt idx="44943">
                  <c:v>0.52017361111211358</c:v>
                </c:pt>
                <c:pt idx="44944">
                  <c:v>0.52018518518161727</c:v>
                </c:pt>
                <c:pt idx="44945">
                  <c:v>0.52019675925839692</c:v>
                </c:pt>
                <c:pt idx="44946">
                  <c:v>0.52020833332790062</c:v>
                </c:pt>
                <c:pt idx="44947">
                  <c:v>0.52021990740468027</c:v>
                </c:pt>
                <c:pt idx="44948">
                  <c:v>0.52023148148145992</c:v>
                </c:pt>
                <c:pt idx="44949">
                  <c:v>0.52024305555096362</c:v>
                </c:pt>
                <c:pt idx="44950">
                  <c:v>0.52025462962774327</c:v>
                </c:pt>
                <c:pt idx="44951">
                  <c:v>0.52026620370452292</c:v>
                </c:pt>
                <c:pt idx="44952">
                  <c:v>0.52027777777402662</c:v>
                </c:pt>
                <c:pt idx="44953">
                  <c:v>0.52028935185080627</c:v>
                </c:pt>
                <c:pt idx="44954">
                  <c:v>0.52030092592030996</c:v>
                </c:pt>
                <c:pt idx="44955">
                  <c:v>0.52031249999708962</c:v>
                </c:pt>
                <c:pt idx="44956">
                  <c:v>0.52032407407386927</c:v>
                </c:pt>
                <c:pt idx="44957">
                  <c:v>0.52033564814337296</c:v>
                </c:pt>
                <c:pt idx="44958">
                  <c:v>0.52034722222015262</c:v>
                </c:pt>
                <c:pt idx="44959">
                  <c:v>0.52035879629693227</c:v>
                </c:pt>
                <c:pt idx="44960">
                  <c:v>0.52037037036643596</c:v>
                </c:pt>
                <c:pt idx="44961">
                  <c:v>0.52038194444321562</c:v>
                </c:pt>
                <c:pt idx="44962">
                  <c:v>0.52039351851271931</c:v>
                </c:pt>
                <c:pt idx="44963">
                  <c:v>0.52040509258949896</c:v>
                </c:pt>
                <c:pt idx="44964">
                  <c:v>0.52041666666627862</c:v>
                </c:pt>
                <c:pt idx="44965">
                  <c:v>0.52042824073578231</c:v>
                </c:pt>
                <c:pt idx="44966">
                  <c:v>0.52043981481256196</c:v>
                </c:pt>
                <c:pt idx="44967">
                  <c:v>0.52045138888934162</c:v>
                </c:pt>
                <c:pt idx="44968">
                  <c:v>0.52046296295884531</c:v>
                </c:pt>
                <c:pt idx="44969">
                  <c:v>0.52047453703562496</c:v>
                </c:pt>
                <c:pt idx="44970">
                  <c:v>0.52048611111240461</c:v>
                </c:pt>
                <c:pt idx="44971">
                  <c:v>0.52049768518190831</c:v>
                </c:pt>
                <c:pt idx="44972">
                  <c:v>0.52050925925868796</c:v>
                </c:pt>
                <c:pt idx="44973">
                  <c:v>0.52052083332819166</c:v>
                </c:pt>
                <c:pt idx="44974">
                  <c:v>0.52053240740497131</c:v>
                </c:pt>
                <c:pt idx="44975">
                  <c:v>0.52054398148175096</c:v>
                </c:pt>
                <c:pt idx="44976">
                  <c:v>0.52055555555125466</c:v>
                </c:pt>
                <c:pt idx="44977">
                  <c:v>0.52056712962803431</c:v>
                </c:pt>
                <c:pt idx="44978">
                  <c:v>0.52057870370481396</c:v>
                </c:pt>
                <c:pt idx="44979">
                  <c:v>0.52059027777431766</c:v>
                </c:pt>
                <c:pt idx="44980">
                  <c:v>0.52060185185109731</c:v>
                </c:pt>
                <c:pt idx="44981">
                  <c:v>0.520613425920601</c:v>
                </c:pt>
                <c:pt idx="44982">
                  <c:v>0.52062499999738066</c:v>
                </c:pt>
                <c:pt idx="44983">
                  <c:v>0.52063657407416031</c:v>
                </c:pt>
                <c:pt idx="44984">
                  <c:v>0.520648148143664</c:v>
                </c:pt>
                <c:pt idx="44985">
                  <c:v>0.52065972222044365</c:v>
                </c:pt>
                <c:pt idx="44986">
                  <c:v>0.52067129629722331</c:v>
                </c:pt>
                <c:pt idx="44987">
                  <c:v>0.520682870366727</c:v>
                </c:pt>
                <c:pt idx="44988">
                  <c:v>0.52069444444350665</c:v>
                </c:pt>
                <c:pt idx="44989">
                  <c:v>0.52070601851301035</c:v>
                </c:pt>
                <c:pt idx="44990">
                  <c:v>0.52071759258979</c:v>
                </c:pt>
                <c:pt idx="44991">
                  <c:v>0.52072916666656965</c:v>
                </c:pt>
                <c:pt idx="44992">
                  <c:v>0.52074074073607335</c:v>
                </c:pt>
                <c:pt idx="44993">
                  <c:v>0.520752314812853</c:v>
                </c:pt>
                <c:pt idx="44994">
                  <c:v>0.52076388888963265</c:v>
                </c:pt>
                <c:pt idx="44995">
                  <c:v>0.52077546295913635</c:v>
                </c:pt>
                <c:pt idx="44996">
                  <c:v>0.520787037035916</c:v>
                </c:pt>
                <c:pt idx="44997">
                  <c:v>0.5207986111054197</c:v>
                </c:pt>
                <c:pt idx="44998">
                  <c:v>0.52081018518219935</c:v>
                </c:pt>
                <c:pt idx="44999">
                  <c:v>0.520821759258979</c:v>
                </c:pt>
                <c:pt idx="45000">
                  <c:v>0.52083333332848269</c:v>
                </c:pt>
                <c:pt idx="45001">
                  <c:v>0.52084490740526235</c:v>
                </c:pt>
                <c:pt idx="45002">
                  <c:v>0.520856481482042</c:v>
                </c:pt>
                <c:pt idx="45003">
                  <c:v>0.52086805555154569</c:v>
                </c:pt>
                <c:pt idx="45004">
                  <c:v>0.52087962962832535</c:v>
                </c:pt>
                <c:pt idx="45005">
                  <c:v>0.52089120369782904</c:v>
                </c:pt>
                <c:pt idx="45006">
                  <c:v>0.52090277777460869</c:v>
                </c:pt>
                <c:pt idx="45007">
                  <c:v>0.52091435185138835</c:v>
                </c:pt>
                <c:pt idx="45008">
                  <c:v>0.52092592592089204</c:v>
                </c:pt>
                <c:pt idx="45009">
                  <c:v>0.52093749999767169</c:v>
                </c:pt>
                <c:pt idx="45010">
                  <c:v>0.52094907407445135</c:v>
                </c:pt>
                <c:pt idx="45011">
                  <c:v>0.52096064814395504</c:v>
                </c:pt>
                <c:pt idx="45012">
                  <c:v>0.52097222222073469</c:v>
                </c:pt>
                <c:pt idx="45013">
                  <c:v>0.52098379629751435</c:v>
                </c:pt>
                <c:pt idx="45014">
                  <c:v>0.52099537036701804</c:v>
                </c:pt>
                <c:pt idx="45015">
                  <c:v>0.52100694444379769</c:v>
                </c:pt>
                <c:pt idx="45016">
                  <c:v>0.52101851851330139</c:v>
                </c:pt>
                <c:pt idx="45017">
                  <c:v>0.52103009259008104</c:v>
                </c:pt>
                <c:pt idx="45018">
                  <c:v>0.52104166666686069</c:v>
                </c:pt>
                <c:pt idx="45019">
                  <c:v>0.52105324073636439</c:v>
                </c:pt>
                <c:pt idx="45020">
                  <c:v>0.52106481481314404</c:v>
                </c:pt>
                <c:pt idx="45021">
                  <c:v>0.52107638888992369</c:v>
                </c:pt>
                <c:pt idx="45022">
                  <c:v>0.52108796295942739</c:v>
                </c:pt>
                <c:pt idx="45023">
                  <c:v>0.52109953703620704</c:v>
                </c:pt>
                <c:pt idx="45024">
                  <c:v>0.52111111110571073</c:v>
                </c:pt>
                <c:pt idx="45025">
                  <c:v>0.52112268518249039</c:v>
                </c:pt>
                <c:pt idx="45026">
                  <c:v>0.52113425925927004</c:v>
                </c:pt>
                <c:pt idx="45027">
                  <c:v>0.52114583332877373</c:v>
                </c:pt>
                <c:pt idx="45028">
                  <c:v>0.52115740740555339</c:v>
                </c:pt>
                <c:pt idx="45029">
                  <c:v>0.52116898148233304</c:v>
                </c:pt>
                <c:pt idx="45030">
                  <c:v>0.52118055555183673</c:v>
                </c:pt>
                <c:pt idx="45031">
                  <c:v>0.52119212962861639</c:v>
                </c:pt>
                <c:pt idx="45032">
                  <c:v>0.52120370369812008</c:v>
                </c:pt>
                <c:pt idx="45033">
                  <c:v>0.52121527777489973</c:v>
                </c:pt>
                <c:pt idx="45034">
                  <c:v>0.52122685185167938</c:v>
                </c:pt>
                <c:pt idx="45035">
                  <c:v>0.52123842592118308</c:v>
                </c:pt>
                <c:pt idx="45036">
                  <c:v>0.52124999999796273</c:v>
                </c:pt>
                <c:pt idx="45037">
                  <c:v>0.52126157407474238</c:v>
                </c:pt>
                <c:pt idx="45038">
                  <c:v>0.52127314814424608</c:v>
                </c:pt>
                <c:pt idx="45039">
                  <c:v>0.52128472222102573</c:v>
                </c:pt>
                <c:pt idx="45040">
                  <c:v>0.52129629629052943</c:v>
                </c:pt>
                <c:pt idx="45041">
                  <c:v>0.52130787036730908</c:v>
                </c:pt>
                <c:pt idx="45042">
                  <c:v>0.52131944444408873</c:v>
                </c:pt>
                <c:pt idx="45043">
                  <c:v>0.52133101851359243</c:v>
                </c:pt>
                <c:pt idx="45044">
                  <c:v>0.52134259259037208</c:v>
                </c:pt>
                <c:pt idx="45045">
                  <c:v>0.52135416666715173</c:v>
                </c:pt>
                <c:pt idx="45046">
                  <c:v>0.52136574073665543</c:v>
                </c:pt>
                <c:pt idx="45047">
                  <c:v>0.52137731481343508</c:v>
                </c:pt>
                <c:pt idx="45048">
                  <c:v>0.52138888889021473</c:v>
                </c:pt>
                <c:pt idx="45049">
                  <c:v>0.52140046295971842</c:v>
                </c:pt>
                <c:pt idx="45050">
                  <c:v>0.52141203703649808</c:v>
                </c:pt>
                <c:pt idx="45051">
                  <c:v>0.52142361110600177</c:v>
                </c:pt>
                <c:pt idx="45052">
                  <c:v>0.52143518518278142</c:v>
                </c:pt>
                <c:pt idx="45053">
                  <c:v>0.52144675925956108</c:v>
                </c:pt>
                <c:pt idx="45054">
                  <c:v>0.52145833332906477</c:v>
                </c:pt>
                <c:pt idx="45055">
                  <c:v>0.52146990740584442</c:v>
                </c:pt>
                <c:pt idx="45056">
                  <c:v>0.52148148148262408</c:v>
                </c:pt>
                <c:pt idx="45057">
                  <c:v>0.52149305555212777</c:v>
                </c:pt>
                <c:pt idx="45058">
                  <c:v>0.52150462962890742</c:v>
                </c:pt>
                <c:pt idx="45059">
                  <c:v>0.52151620369841112</c:v>
                </c:pt>
                <c:pt idx="45060">
                  <c:v>0.52152777777519077</c:v>
                </c:pt>
                <c:pt idx="45061">
                  <c:v>0.52153935185197042</c:v>
                </c:pt>
                <c:pt idx="45062">
                  <c:v>0.52155092592147412</c:v>
                </c:pt>
                <c:pt idx="45063">
                  <c:v>0.52156249999825377</c:v>
                </c:pt>
                <c:pt idx="45064">
                  <c:v>0.52157407407503342</c:v>
                </c:pt>
                <c:pt idx="45065">
                  <c:v>0.52158564814453712</c:v>
                </c:pt>
                <c:pt idx="45066">
                  <c:v>0.52159722222131677</c:v>
                </c:pt>
                <c:pt idx="45067">
                  <c:v>0.52160879629082046</c:v>
                </c:pt>
                <c:pt idx="45068">
                  <c:v>0.52162037036760012</c:v>
                </c:pt>
                <c:pt idx="45069">
                  <c:v>0.52163194444437977</c:v>
                </c:pt>
                <c:pt idx="45070">
                  <c:v>0.52164351851388346</c:v>
                </c:pt>
                <c:pt idx="45071">
                  <c:v>0.52165509259066312</c:v>
                </c:pt>
                <c:pt idx="45072">
                  <c:v>0.52166666666744277</c:v>
                </c:pt>
                <c:pt idx="45073">
                  <c:v>0.52167824073694646</c:v>
                </c:pt>
                <c:pt idx="45074">
                  <c:v>0.52168981481372612</c:v>
                </c:pt>
                <c:pt idx="45075">
                  <c:v>0.52170138888322981</c:v>
                </c:pt>
                <c:pt idx="45076">
                  <c:v>0.52171296296000946</c:v>
                </c:pt>
                <c:pt idx="45077">
                  <c:v>0.52172453703678912</c:v>
                </c:pt>
                <c:pt idx="45078">
                  <c:v>0.52173611110629281</c:v>
                </c:pt>
                <c:pt idx="45079">
                  <c:v>0.52174768518307246</c:v>
                </c:pt>
                <c:pt idx="45080">
                  <c:v>0.52175925925985212</c:v>
                </c:pt>
                <c:pt idx="45081">
                  <c:v>0.52177083332935581</c:v>
                </c:pt>
                <c:pt idx="45082">
                  <c:v>0.52178240740613546</c:v>
                </c:pt>
                <c:pt idx="45083">
                  <c:v>0.52179398147563916</c:v>
                </c:pt>
                <c:pt idx="45084">
                  <c:v>0.52180555555241881</c:v>
                </c:pt>
                <c:pt idx="45085">
                  <c:v>0.52181712962919846</c:v>
                </c:pt>
                <c:pt idx="45086">
                  <c:v>0.52182870369870216</c:v>
                </c:pt>
                <c:pt idx="45087">
                  <c:v>0.52184027777548181</c:v>
                </c:pt>
                <c:pt idx="45088">
                  <c:v>0.52185185185226146</c:v>
                </c:pt>
                <c:pt idx="45089">
                  <c:v>0.52186342592176516</c:v>
                </c:pt>
                <c:pt idx="45090">
                  <c:v>0.52187499999854481</c:v>
                </c:pt>
                <c:pt idx="45091">
                  <c:v>0.52188657407532446</c:v>
                </c:pt>
                <c:pt idx="45092">
                  <c:v>0.52189814814482816</c:v>
                </c:pt>
                <c:pt idx="45093">
                  <c:v>0.52190972222160781</c:v>
                </c:pt>
                <c:pt idx="45094">
                  <c:v>0.5219212962911115</c:v>
                </c:pt>
                <c:pt idx="45095">
                  <c:v>0.52193287036789116</c:v>
                </c:pt>
                <c:pt idx="45096">
                  <c:v>0.52194444444467081</c:v>
                </c:pt>
                <c:pt idx="45097">
                  <c:v>0.5219560185141745</c:v>
                </c:pt>
                <c:pt idx="45098">
                  <c:v>0.52196759259095415</c:v>
                </c:pt>
                <c:pt idx="45099">
                  <c:v>0.52197916666773381</c:v>
                </c:pt>
                <c:pt idx="45100">
                  <c:v>0.5219907407372375</c:v>
                </c:pt>
                <c:pt idx="45101">
                  <c:v>0.52200231481401715</c:v>
                </c:pt>
                <c:pt idx="45102">
                  <c:v>0.52201388888352085</c:v>
                </c:pt>
                <c:pt idx="45103">
                  <c:v>0.5220254629603005</c:v>
                </c:pt>
                <c:pt idx="45104">
                  <c:v>0.52203703703708015</c:v>
                </c:pt>
                <c:pt idx="45105">
                  <c:v>0.52204861110658385</c:v>
                </c:pt>
                <c:pt idx="45106">
                  <c:v>0.5220601851833635</c:v>
                </c:pt>
                <c:pt idx="45107">
                  <c:v>0.52207175926014315</c:v>
                </c:pt>
                <c:pt idx="45108">
                  <c:v>0.52208333332964685</c:v>
                </c:pt>
                <c:pt idx="45109">
                  <c:v>0.5220949074064265</c:v>
                </c:pt>
                <c:pt idx="45110">
                  <c:v>0.5221064814759302</c:v>
                </c:pt>
                <c:pt idx="45111">
                  <c:v>0.52211805555270985</c:v>
                </c:pt>
                <c:pt idx="45112">
                  <c:v>0.5221296296294895</c:v>
                </c:pt>
                <c:pt idx="45113">
                  <c:v>0.52214120369899319</c:v>
                </c:pt>
                <c:pt idx="45114">
                  <c:v>0.52215277777577285</c:v>
                </c:pt>
                <c:pt idx="45115">
                  <c:v>0.5221643518525525</c:v>
                </c:pt>
                <c:pt idx="45116">
                  <c:v>0.52217592592205619</c:v>
                </c:pt>
                <c:pt idx="45117">
                  <c:v>0.52218749999883585</c:v>
                </c:pt>
                <c:pt idx="45118">
                  <c:v>0.52219907406833954</c:v>
                </c:pt>
                <c:pt idx="45119">
                  <c:v>0.52221064814511919</c:v>
                </c:pt>
                <c:pt idx="45120">
                  <c:v>0.52222222222189885</c:v>
                </c:pt>
                <c:pt idx="45121">
                  <c:v>0.52223379629140254</c:v>
                </c:pt>
                <c:pt idx="45122">
                  <c:v>0.52224537036818219</c:v>
                </c:pt>
                <c:pt idx="45123">
                  <c:v>0.52225694444496185</c:v>
                </c:pt>
                <c:pt idx="45124">
                  <c:v>0.52226851851446554</c:v>
                </c:pt>
                <c:pt idx="45125">
                  <c:v>0.52228009259124519</c:v>
                </c:pt>
                <c:pt idx="45126">
                  <c:v>0.52229166666074889</c:v>
                </c:pt>
                <c:pt idx="45127">
                  <c:v>0.52230324073752854</c:v>
                </c:pt>
                <c:pt idx="45128">
                  <c:v>0.52231481481430819</c:v>
                </c:pt>
                <c:pt idx="45129">
                  <c:v>0.52232638888381189</c:v>
                </c:pt>
                <c:pt idx="45130">
                  <c:v>0.52233796296059154</c:v>
                </c:pt>
                <c:pt idx="45131">
                  <c:v>0.52234953703737119</c:v>
                </c:pt>
                <c:pt idx="45132">
                  <c:v>0.52236111110687489</c:v>
                </c:pt>
                <c:pt idx="45133">
                  <c:v>0.52237268518365454</c:v>
                </c:pt>
                <c:pt idx="45134">
                  <c:v>0.52238425926043419</c:v>
                </c:pt>
                <c:pt idx="45135">
                  <c:v>0.52239583332993789</c:v>
                </c:pt>
                <c:pt idx="45136">
                  <c:v>0.52240740740671754</c:v>
                </c:pt>
                <c:pt idx="45137">
                  <c:v>0.52241898147622123</c:v>
                </c:pt>
                <c:pt idx="45138">
                  <c:v>0.52243055555300089</c:v>
                </c:pt>
                <c:pt idx="45139">
                  <c:v>0.52244212962978054</c:v>
                </c:pt>
                <c:pt idx="45140">
                  <c:v>0.52245370369928423</c:v>
                </c:pt>
                <c:pt idx="45141">
                  <c:v>0.52246527777606389</c:v>
                </c:pt>
                <c:pt idx="45142">
                  <c:v>0.52247685185284354</c:v>
                </c:pt>
                <c:pt idx="45143">
                  <c:v>0.52248842592234723</c:v>
                </c:pt>
                <c:pt idx="45144">
                  <c:v>0.52249999999912689</c:v>
                </c:pt>
                <c:pt idx="45145">
                  <c:v>0.52251157406863058</c:v>
                </c:pt>
                <c:pt idx="45146">
                  <c:v>0.52252314814541023</c:v>
                </c:pt>
                <c:pt idx="45147">
                  <c:v>0.52253472222218988</c:v>
                </c:pt>
                <c:pt idx="45148">
                  <c:v>0.52254629629169358</c:v>
                </c:pt>
                <c:pt idx="45149">
                  <c:v>0.52255787036847323</c:v>
                </c:pt>
                <c:pt idx="45150">
                  <c:v>0.52256944444525288</c:v>
                </c:pt>
                <c:pt idx="45151">
                  <c:v>0.52258101851475658</c:v>
                </c:pt>
                <c:pt idx="45152">
                  <c:v>0.52259259259153623</c:v>
                </c:pt>
                <c:pt idx="45153">
                  <c:v>0.52260416666103993</c:v>
                </c:pt>
                <c:pt idx="45154">
                  <c:v>0.52261574073781958</c:v>
                </c:pt>
                <c:pt idx="45155">
                  <c:v>0.52262731481459923</c:v>
                </c:pt>
                <c:pt idx="45156">
                  <c:v>0.52263888888410293</c:v>
                </c:pt>
                <c:pt idx="45157">
                  <c:v>0.52265046296088258</c:v>
                </c:pt>
                <c:pt idx="45158">
                  <c:v>0.52266203703766223</c:v>
                </c:pt>
                <c:pt idx="45159">
                  <c:v>0.52267361110716593</c:v>
                </c:pt>
                <c:pt idx="45160">
                  <c:v>0.52268518518394558</c:v>
                </c:pt>
                <c:pt idx="45161">
                  <c:v>0.52269675925344927</c:v>
                </c:pt>
                <c:pt idx="45162">
                  <c:v>0.52270833333022892</c:v>
                </c:pt>
                <c:pt idx="45163">
                  <c:v>0.52271990740700858</c:v>
                </c:pt>
                <c:pt idx="45164">
                  <c:v>0.52273148147651227</c:v>
                </c:pt>
                <c:pt idx="45165">
                  <c:v>0.52274305555329192</c:v>
                </c:pt>
                <c:pt idx="45166">
                  <c:v>0.52275462963007158</c:v>
                </c:pt>
                <c:pt idx="45167">
                  <c:v>0.52276620369957527</c:v>
                </c:pt>
                <c:pt idx="45168">
                  <c:v>0.52277777777635492</c:v>
                </c:pt>
                <c:pt idx="45169">
                  <c:v>0.52278935185313458</c:v>
                </c:pt>
                <c:pt idx="45170">
                  <c:v>0.52280092592263827</c:v>
                </c:pt>
                <c:pt idx="45171">
                  <c:v>0.52281249999941792</c:v>
                </c:pt>
                <c:pt idx="45172">
                  <c:v>0.52282407406892162</c:v>
                </c:pt>
                <c:pt idx="45173">
                  <c:v>0.52283564814570127</c:v>
                </c:pt>
                <c:pt idx="45174">
                  <c:v>0.52284722222248092</c:v>
                </c:pt>
                <c:pt idx="45175">
                  <c:v>0.52285879629198462</c:v>
                </c:pt>
                <c:pt idx="45176">
                  <c:v>0.52287037036876427</c:v>
                </c:pt>
                <c:pt idx="45177">
                  <c:v>0.52288194444554392</c:v>
                </c:pt>
                <c:pt idx="45178">
                  <c:v>0.52289351851504762</c:v>
                </c:pt>
                <c:pt idx="45179">
                  <c:v>0.52290509259182727</c:v>
                </c:pt>
                <c:pt idx="45180">
                  <c:v>0.52291666666133096</c:v>
                </c:pt>
                <c:pt idx="45181">
                  <c:v>0.52292824073811062</c:v>
                </c:pt>
                <c:pt idx="45182">
                  <c:v>0.52293981481489027</c:v>
                </c:pt>
                <c:pt idx="45183">
                  <c:v>0.52295138888439396</c:v>
                </c:pt>
                <c:pt idx="45184">
                  <c:v>0.52296296296117362</c:v>
                </c:pt>
                <c:pt idx="45185">
                  <c:v>0.52297453703795327</c:v>
                </c:pt>
                <c:pt idx="45186">
                  <c:v>0.52298611110745696</c:v>
                </c:pt>
                <c:pt idx="45187">
                  <c:v>0.52299768518423662</c:v>
                </c:pt>
                <c:pt idx="45188">
                  <c:v>0.52300925925374031</c:v>
                </c:pt>
                <c:pt idx="45189">
                  <c:v>0.52302083333051996</c:v>
                </c:pt>
                <c:pt idx="45190">
                  <c:v>0.52303240740729962</c:v>
                </c:pt>
                <c:pt idx="45191">
                  <c:v>0.52304398147680331</c:v>
                </c:pt>
                <c:pt idx="45192">
                  <c:v>0.52305555555358296</c:v>
                </c:pt>
                <c:pt idx="45193">
                  <c:v>0.52306712963036261</c:v>
                </c:pt>
                <c:pt idx="45194">
                  <c:v>0.52307870369986631</c:v>
                </c:pt>
                <c:pt idx="45195">
                  <c:v>0.52309027777664596</c:v>
                </c:pt>
                <c:pt idx="45196">
                  <c:v>0.52310185184614966</c:v>
                </c:pt>
                <c:pt idx="45197">
                  <c:v>0.52311342592292931</c:v>
                </c:pt>
                <c:pt idx="45198">
                  <c:v>0.52312499999970896</c:v>
                </c:pt>
                <c:pt idx="45199">
                  <c:v>0.52313657406921266</c:v>
                </c:pt>
                <c:pt idx="45200">
                  <c:v>0.52314814814599231</c:v>
                </c:pt>
                <c:pt idx="45201">
                  <c:v>0.52315972222277196</c:v>
                </c:pt>
                <c:pt idx="45202">
                  <c:v>0.52317129629227566</c:v>
                </c:pt>
                <c:pt idx="45203">
                  <c:v>0.52318287036905531</c:v>
                </c:pt>
                <c:pt idx="45204">
                  <c:v>0.523194444438559</c:v>
                </c:pt>
                <c:pt idx="45205">
                  <c:v>0.52320601851533866</c:v>
                </c:pt>
                <c:pt idx="45206">
                  <c:v>0.52321759259211831</c:v>
                </c:pt>
                <c:pt idx="45207">
                  <c:v>0.523229166661622</c:v>
                </c:pt>
                <c:pt idx="45208">
                  <c:v>0.52324074073840166</c:v>
                </c:pt>
                <c:pt idx="45209">
                  <c:v>0.52325231481518131</c:v>
                </c:pt>
                <c:pt idx="45210">
                  <c:v>0.523263888884685</c:v>
                </c:pt>
                <c:pt idx="45211">
                  <c:v>0.52327546296146465</c:v>
                </c:pt>
                <c:pt idx="45212">
                  <c:v>0.52328703703824431</c:v>
                </c:pt>
                <c:pt idx="45213">
                  <c:v>0.523298611107748</c:v>
                </c:pt>
                <c:pt idx="45214">
                  <c:v>0.52331018518452765</c:v>
                </c:pt>
                <c:pt idx="45215">
                  <c:v>0.52332175925403135</c:v>
                </c:pt>
                <c:pt idx="45216">
                  <c:v>0.523333333330811</c:v>
                </c:pt>
                <c:pt idx="45217">
                  <c:v>0.52334490740759065</c:v>
                </c:pt>
                <c:pt idx="45218">
                  <c:v>0.52335648147709435</c:v>
                </c:pt>
                <c:pt idx="45219">
                  <c:v>0.523368055553874</c:v>
                </c:pt>
                <c:pt idx="45220">
                  <c:v>0.52337962963065365</c:v>
                </c:pt>
                <c:pt idx="45221">
                  <c:v>0.52339120370015735</c:v>
                </c:pt>
                <c:pt idx="45222">
                  <c:v>0.523402777776937</c:v>
                </c:pt>
                <c:pt idx="45223">
                  <c:v>0.5234143518464407</c:v>
                </c:pt>
                <c:pt idx="45224">
                  <c:v>0.52342592592322035</c:v>
                </c:pt>
                <c:pt idx="45225">
                  <c:v>0.5234375</c:v>
                </c:pt>
                <c:pt idx="45226">
                  <c:v>0.52344907406950369</c:v>
                </c:pt>
                <c:pt idx="45227">
                  <c:v>0.52346064814628335</c:v>
                </c:pt>
                <c:pt idx="45228">
                  <c:v>0.523472222223063</c:v>
                </c:pt>
                <c:pt idx="45229">
                  <c:v>0.52348379629256669</c:v>
                </c:pt>
                <c:pt idx="45230">
                  <c:v>0.52349537036934635</c:v>
                </c:pt>
                <c:pt idx="45231">
                  <c:v>0.52350694443885004</c:v>
                </c:pt>
                <c:pt idx="45232">
                  <c:v>0.52351851851562969</c:v>
                </c:pt>
                <c:pt idx="45233">
                  <c:v>0.52353009259240935</c:v>
                </c:pt>
                <c:pt idx="45234">
                  <c:v>0.52354166666191304</c:v>
                </c:pt>
                <c:pt idx="45235">
                  <c:v>0.52355324073869269</c:v>
                </c:pt>
                <c:pt idx="45236">
                  <c:v>0.52356481481547235</c:v>
                </c:pt>
                <c:pt idx="45237">
                  <c:v>0.52357638888497604</c:v>
                </c:pt>
                <c:pt idx="45238">
                  <c:v>0.52358796296175569</c:v>
                </c:pt>
                <c:pt idx="45239">
                  <c:v>0.52359953703125939</c:v>
                </c:pt>
                <c:pt idx="45240">
                  <c:v>0.52361111110803904</c:v>
                </c:pt>
                <c:pt idx="45241">
                  <c:v>0.52362268518481869</c:v>
                </c:pt>
                <c:pt idx="45242">
                  <c:v>0.52363425925432239</c:v>
                </c:pt>
                <c:pt idx="45243">
                  <c:v>0.52364583333110204</c:v>
                </c:pt>
                <c:pt idx="45244">
                  <c:v>0.52365740740788169</c:v>
                </c:pt>
                <c:pt idx="45245">
                  <c:v>0.52366898147738539</c:v>
                </c:pt>
                <c:pt idx="45246">
                  <c:v>0.52368055555416504</c:v>
                </c:pt>
                <c:pt idx="45247">
                  <c:v>0.52369212963094469</c:v>
                </c:pt>
                <c:pt idx="45248">
                  <c:v>0.52370370370044839</c:v>
                </c:pt>
                <c:pt idx="45249">
                  <c:v>0.52371527777722804</c:v>
                </c:pt>
                <c:pt idx="45250">
                  <c:v>0.52372685184673173</c:v>
                </c:pt>
                <c:pt idx="45251">
                  <c:v>0.52373842592351139</c:v>
                </c:pt>
                <c:pt idx="45252">
                  <c:v>0.52375000000029104</c:v>
                </c:pt>
                <c:pt idx="45253">
                  <c:v>0.52376157406979473</c:v>
                </c:pt>
                <c:pt idx="45254">
                  <c:v>0.52377314814657439</c:v>
                </c:pt>
                <c:pt idx="45255">
                  <c:v>0.52378472222335404</c:v>
                </c:pt>
                <c:pt idx="45256">
                  <c:v>0.52379629629285773</c:v>
                </c:pt>
                <c:pt idx="45257">
                  <c:v>0.52380787036963739</c:v>
                </c:pt>
                <c:pt idx="45258">
                  <c:v>0.52381944443914108</c:v>
                </c:pt>
                <c:pt idx="45259">
                  <c:v>0.52383101851592073</c:v>
                </c:pt>
                <c:pt idx="45260">
                  <c:v>0.52384259259270038</c:v>
                </c:pt>
                <c:pt idx="45261">
                  <c:v>0.52385416666220408</c:v>
                </c:pt>
                <c:pt idx="45262">
                  <c:v>0.52386574073898373</c:v>
                </c:pt>
                <c:pt idx="45263">
                  <c:v>0.52387731481576338</c:v>
                </c:pt>
                <c:pt idx="45264">
                  <c:v>0.52388888888526708</c:v>
                </c:pt>
                <c:pt idx="45265">
                  <c:v>0.52390046296204673</c:v>
                </c:pt>
                <c:pt idx="45266">
                  <c:v>0.52391203703155043</c:v>
                </c:pt>
                <c:pt idx="45267">
                  <c:v>0.52392361110833008</c:v>
                </c:pt>
                <c:pt idx="45268">
                  <c:v>0.52393518518510973</c:v>
                </c:pt>
                <c:pt idx="45269">
                  <c:v>0.52394675925461343</c:v>
                </c:pt>
                <c:pt idx="45270">
                  <c:v>0.52395833333139308</c:v>
                </c:pt>
                <c:pt idx="45271">
                  <c:v>0.52396990740817273</c:v>
                </c:pt>
                <c:pt idx="45272">
                  <c:v>0.52398148147767643</c:v>
                </c:pt>
                <c:pt idx="45273">
                  <c:v>0.52399305555445608</c:v>
                </c:pt>
                <c:pt idx="45274">
                  <c:v>0.52400462962395977</c:v>
                </c:pt>
                <c:pt idx="45275">
                  <c:v>0.52401620370073942</c:v>
                </c:pt>
                <c:pt idx="45276">
                  <c:v>0.52402777777751908</c:v>
                </c:pt>
                <c:pt idx="45277">
                  <c:v>0.52403935184702277</c:v>
                </c:pt>
                <c:pt idx="45278">
                  <c:v>0.52405092592380242</c:v>
                </c:pt>
                <c:pt idx="45279">
                  <c:v>0.52406250000058208</c:v>
                </c:pt>
                <c:pt idx="45280">
                  <c:v>0.52407407407008577</c:v>
                </c:pt>
                <c:pt idx="45281">
                  <c:v>0.52408564814686542</c:v>
                </c:pt>
                <c:pt idx="45282">
                  <c:v>0.52409722221636912</c:v>
                </c:pt>
                <c:pt idx="45283">
                  <c:v>0.52410879629314877</c:v>
                </c:pt>
                <c:pt idx="45284">
                  <c:v>0.52412037036992842</c:v>
                </c:pt>
                <c:pt idx="45285">
                  <c:v>0.52413194443943212</c:v>
                </c:pt>
                <c:pt idx="45286">
                  <c:v>0.52414351851621177</c:v>
                </c:pt>
                <c:pt idx="45287">
                  <c:v>0.52415509259299142</c:v>
                </c:pt>
                <c:pt idx="45288">
                  <c:v>0.52416666666249512</c:v>
                </c:pt>
                <c:pt idx="45289">
                  <c:v>0.52417824073927477</c:v>
                </c:pt>
                <c:pt idx="45290">
                  <c:v>0.52418981481605442</c:v>
                </c:pt>
                <c:pt idx="45291">
                  <c:v>0.52420138888555812</c:v>
                </c:pt>
                <c:pt idx="45292">
                  <c:v>0.52421296296233777</c:v>
                </c:pt>
                <c:pt idx="45293">
                  <c:v>0.52422453703184146</c:v>
                </c:pt>
                <c:pt idx="45294">
                  <c:v>0.52423611110862112</c:v>
                </c:pt>
                <c:pt idx="45295">
                  <c:v>0.52424768518540077</c:v>
                </c:pt>
                <c:pt idx="45296">
                  <c:v>0.52425925925490446</c:v>
                </c:pt>
                <c:pt idx="45297">
                  <c:v>0.52427083333168412</c:v>
                </c:pt>
                <c:pt idx="45298">
                  <c:v>0.52428240740846377</c:v>
                </c:pt>
                <c:pt idx="45299">
                  <c:v>0.52429398147796746</c:v>
                </c:pt>
                <c:pt idx="45300">
                  <c:v>0.52430555555474712</c:v>
                </c:pt>
                <c:pt idx="45301">
                  <c:v>0.52431712962425081</c:v>
                </c:pt>
                <c:pt idx="45302">
                  <c:v>0.52432870370103046</c:v>
                </c:pt>
                <c:pt idx="45303">
                  <c:v>0.52434027777781012</c:v>
                </c:pt>
                <c:pt idx="45304">
                  <c:v>0.52435185184731381</c:v>
                </c:pt>
                <c:pt idx="45305">
                  <c:v>0.52436342592409346</c:v>
                </c:pt>
                <c:pt idx="45306">
                  <c:v>0.52437500000087311</c:v>
                </c:pt>
                <c:pt idx="45307">
                  <c:v>0.52438657407037681</c:v>
                </c:pt>
                <c:pt idx="45308">
                  <c:v>0.52439814814715646</c:v>
                </c:pt>
                <c:pt idx="45309">
                  <c:v>0.52440972221666016</c:v>
                </c:pt>
                <c:pt idx="45310">
                  <c:v>0.52442129629343981</c:v>
                </c:pt>
                <c:pt idx="45311">
                  <c:v>0.52443287037021946</c:v>
                </c:pt>
                <c:pt idx="45312">
                  <c:v>0.52444444443972316</c:v>
                </c:pt>
                <c:pt idx="45313">
                  <c:v>0.52445601851650281</c:v>
                </c:pt>
                <c:pt idx="45314">
                  <c:v>0.52446759259328246</c:v>
                </c:pt>
                <c:pt idx="45315">
                  <c:v>0.52447916666278616</c:v>
                </c:pt>
                <c:pt idx="45316">
                  <c:v>0.52449074073956581</c:v>
                </c:pt>
                <c:pt idx="45317">
                  <c:v>0.5245023148090695</c:v>
                </c:pt>
                <c:pt idx="45318">
                  <c:v>0.52451388888584916</c:v>
                </c:pt>
                <c:pt idx="45319">
                  <c:v>0.52452546296262881</c:v>
                </c:pt>
                <c:pt idx="45320">
                  <c:v>0.5245370370321325</c:v>
                </c:pt>
                <c:pt idx="45321">
                  <c:v>0.52454861110891216</c:v>
                </c:pt>
                <c:pt idx="45322">
                  <c:v>0.52456018518569181</c:v>
                </c:pt>
                <c:pt idx="45323">
                  <c:v>0.5245717592551955</c:v>
                </c:pt>
                <c:pt idx="45324">
                  <c:v>0.52458333333197515</c:v>
                </c:pt>
                <c:pt idx="45325">
                  <c:v>0.52459490740147885</c:v>
                </c:pt>
                <c:pt idx="45326">
                  <c:v>0.5246064814782585</c:v>
                </c:pt>
                <c:pt idx="45327">
                  <c:v>0.52461805555503815</c:v>
                </c:pt>
                <c:pt idx="45328">
                  <c:v>0.52462962962454185</c:v>
                </c:pt>
                <c:pt idx="45329">
                  <c:v>0.5246412037013215</c:v>
                </c:pt>
                <c:pt idx="45330">
                  <c:v>0.52465277777810115</c:v>
                </c:pt>
                <c:pt idx="45331">
                  <c:v>0.52466435184760485</c:v>
                </c:pt>
                <c:pt idx="45332">
                  <c:v>0.5246759259243845</c:v>
                </c:pt>
                <c:pt idx="45333">
                  <c:v>0.52468750000116415</c:v>
                </c:pt>
                <c:pt idx="45334">
                  <c:v>0.52469907407066785</c:v>
                </c:pt>
                <c:pt idx="45335">
                  <c:v>0.5247106481474475</c:v>
                </c:pt>
                <c:pt idx="45336">
                  <c:v>0.5247222222169512</c:v>
                </c:pt>
                <c:pt idx="45337">
                  <c:v>0.52473379629373085</c:v>
                </c:pt>
                <c:pt idx="45338">
                  <c:v>0.5247453703705105</c:v>
                </c:pt>
                <c:pt idx="45339">
                  <c:v>0.52475694444001419</c:v>
                </c:pt>
                <c:pt idx="45340">
                  <c:v>0.52476851851679385</c:v>
                </c:pt>
                <c:pt idx="45341">
                  <c:v>0.5247800925935735</c:v>
                </c:pt>
                <c:pt idx="45342">
                  <c:v>0.52479166666307719</c:v>
                </c:pt>
                <c:pt idx="45343">
                  <c:v>0.52480324073985685</c:v>
                </c:pt>
                <c:pt idx="45344">
                  <c:v>0.52481481480936054</c:v>
                </c:pt>
                <c:pt idx="45345">
                  <c:v>0.52482638888614019</c:v>
                </c:pt>
                <c:pt idx="45346">
                  <c:v>0.52483796296291985</c:v>
                </c:pt>
                <c:pt idx="45347">
                  <c:v>0.52484953703242354</c:v>
                </c:pt>
                <c:pt idx="45348">
                  <c:v>0.52486111110920319</c:v>
                </c:pt>
                <c:pt idx="45349">
                  <c:v>0.52487268518598285</c:v>
                </c:pt>
                <c:pt idx="45350">
                  <c:v>0.52488425925548654</c:v>
                </c:pt>
                <c:pt idx="45351">
                  <c:v>0.52489583333226619</c:v>
                </c:pt>
                <c:pt idx="45352">
                  <c:v>0.52490740740176989</c:v>
                </c:pt>
                <c:pt idx="45353">
                  <c:v>0.52491898147854954</c:v>
                </c:pt>
                <c:pt idx="45354">
                  <c:v>0.52493055555532919</c:v>
                </c:pt>
                <c:pt idx="45355">
                  <c:v>0.52494212962483289</c:v>
                </c:pt>
                <c:pt idx="45356">
                  <c:v>0.52495370370161254</c:v>
                </c:pt>
                <c:pt idx="45357">
                  <c:v>0.52496527777839219</c:v>
                </c:pt>
                <c:pt idx="45358">
                  <c:v>0.52497685184789589</c:v>
                </c:pt>
                <c:pt idx="45359">
                  <c:v>0.52498842592467554</c:v>
                </c:pt>
                <c:pt idx="45360">
                  <c:v>0.52499999999417923</c:v>
                </c:pt>
                <c:pt idx="45361">
                  <c:v>0.52501157407095889</c:v>
                </c:pt>
                <c:pt idx="45362">
                  <c:v>0.52502314814773854</c:v>
                </c:pt>
                <c:pt idx="45363">
                  <c:v>0.52503472221724223</c:v>
                </c:pt>
                <c:pt idx="45364">
                  <c:v>0.52504629629402189</c:v>
                </c:pt>
                <c:pt idx="45365">
                  <c:v>0.52505787037080154</c:v>
                </c:pt>
                <c:pt idx="45366">
                  <c:v>0.52506944444030523</c:v>
                </c:pt>
                <c:pt idx="45367">
                  <c:v>0.52508101851708489</c:v>
                </c:pt>
                <c:pt idx="45368">
                  <c:v>0.52509259259386454</c:v>
                </c:pt>
                <c:pt idx="45369">
                  <c:v>0.52510416666336823</c:v>
                </c:pt>
                <c:pt idx="45370">
                  <c:v>0.52511574074014788</c:v>
                </c:pt>
                <c:pt idx="45371">
                  <c:v>0.52512731480965158</c:v>
                </c:pt>
                <c:pt idx="45372">
                  <c:v>0.52513888888643123</c:v>
                </c:pt>
                <c:pt idx="45373">
                  <c:v>0.52515046296321088</c:v>
                </c:pt>
                <c:pt idx="45374">
                  <c:v>0.52516203703271458</c:v>
                </c:pt>
                <c:pt idx="45375">
                  <c:v>0.52517361110949423</c:v>
                </c:pt>
                <c:pt idx="45376">
                  <c:v>0.52518518518627388</c:v>
                </c:pt>
                <c:pt idx="45377">
                  <c:v>0.52519675925577758</c:v>
                </c:pt>
                <c:pt idx="45378">
                  <c:v>0.52520833333255723</c:v>
                </c:pt>
                <c:pt idx="45379">
                  <c:v>0.52521990740206093</c:v>
                </c:pt>
                <c:pt idx="45380">
                  <c:v>0.52523148147884058</c:v>
                </c:pt>
                <c:pt idx="45381">
                  <c:v>0.52524305555562023</c:v>
                </c:pt>
                <c:pt idx="45382">
                  <c:v>0.52525462962512393</c:v>
                </c:pt>
                <c:pt idx="45383">
                  <c:v>0.52526620370190358</c:v>
                </c:pt>
                <c:pt idx="45384">
                  <c:v>0.52527777777868323</c:v>
                </c:pt>
                <c:pt idx="45385">
                  <c:v>0.52528935184818693</c:v>
                </c:pt>
                <c:pt idx="45386">
                  <c:v>0.52530092592496658</c:v>
                </c:pt>
                <c:pt idx="45387">
                  <c:v>0.52531249999447027</c:v>
                </c:pt>
                <c:pt idx="45388">
                  <c:v>0.52532407407124992</c:v>
                </c:pt>
                <c:pt idx="45389">
                  <c:v>0.52533564814802958</c:v>
                </c:pt>
                <c:pt idx="45390">
                  <c:v>0.52534722221753327</c:v>
                </c:pt>
                <c:pt idx="45391">
                  <c:v>0.52535879629431292</c:v>
                </c:pt>
                <c:pt idx="45392">
                  <c:v>0.52537037037109258</c:v>
                </c:pt>
                <c:pt idx="45393">
                  <c:v>0.52538194444059627</c:v>
                </c:pt>
                <c:pt idx="45394">
                  <c:v>0.52539351851737592</c:v>
                </c:pt>
                <c:pt idx="45395">
                  <c:v>0.52540509258687962</c:v>
                </c:pt>
                <c:pt idx="45396">
                  <c:v>0.52541666666365927</c:v>
                </c:pt>
                <c:pt idx="45397">
                  <c:v>0.52542824074043892</c:v>
                </c:pt>
                <c:pt idx="45398">
                  <c:v>0.52543981480994262</c:v>
                </c:pt>
                <c:pt idx="45399">
                  <c:v>0.52545138888672227</c:v>
                </c:pt>
                <c:pt idx="45400">
                  <c:v>0.52546296296350192</c:v>
                </c:pt>
                <c:pt idx="45401">
                  <c:v>0.52547453703300562</c:v>
                </c:pt>
                <c:pt idx="45402">
                  <c:v>0.52548611110978527</c:v>
                </c:pt>
                <c:pt idx="45403">
                  <c:v>0.52549768517928896</c:v>
                </c:pt>
                <c:pt idx="45404">
                  <c:v>0.52550925925606862</c:v>
                </c:pt>
                <c:pt idx="45405">
                  <c:v>0.52552083333284827</c:v>
                </c:pt>
                <c:pt idx="45406">
                  <c:v>0.52553240740235196</c:v>
                </c:pt>
                <c:pt idx="45407">
                  <c:v>0.52554398147913162</c:v>
                </c:pt>
                <c:pt idx="45408">
                  <c:v>0.52555555555591127</c:v>
                </c:pt>
                <c:pt idx="45409">
                  <c:v>0.52556712962541496</c:v>
                </c:pt>
                <c:pt idx="45410">
                  <c:v>0.52557870370219462</c:v>
                </c:pt>
                <c:pt idx="45411">
                  <c:v>0.52559027777897427</c:v>
                </c:pt>
                <c:pt idx="45412">
                  <c:v>0.52560185184847796</c:v>
                </c:pt>
                <c:pt idx="45413">
                  <c:v>0.52561342592525762</c:v>
                </c:pt>
                <c:pt idx="45414">
                  <c:v>0.52562499999476131</c:v>
                </c:pt>
                <c:pt idx="45415">
                  <c:v>0.52563657407154096</c:v>
                </c:pt>
                <c:pt idx="45416">
                  <c:v>0.52564814814832062</c:v>
                </c:pt>
                <c:pt idx="45417">
                  <c:v>0.52565972221782431</c:v>
                </c:pt>
                <c:pt idx="45418">
                  <c:v>0.52567129629460396</c:v>
                </c:pt>
                <c:pt idx="45419">
                  <c:v>0.52568287037138361</c:v>
                </c:pt>
                <c:pt idx="45420">
                  <c:v>0.52569444444088731</c:v>
                </c:pt>
                <c:pt idx="45421">
                  <c:v>0.52570601851766696</c:v>
                </c:pt>
                <c:pt idx="45422">
                  <c:v>0.52571759258717066</c:v>
                </c:pt>
                <c:pt idx="45423">
                  <c:v>0.52572916666395031</c:v>
                </c:pt>
                <c:pt idx="45424">
                  <c:v>0.52574074074072996</c:v>
                </c:pt>
                <c:pt idx="45425">
                  <c:v>0.52575231481023366</c:v>
                </c:pt>
                <c:pt idx="45426">
                  <c:v>0.52576388888701331</c:v>
                </c:pt>
                <c:pt idx="45427">
                  <c:v>0.52577546296379296</c:v>
                </c:pt>
                <c:pt idx="45428">
                  <c:v>0.52578703703329666</c:v>
                </c:pt>
                <c:pt idx="45429">
                  <c:v>0.52579861111007631</c:v>
                </c:pt>
                <c:pt idx="45430">
                  <c:v>0.52581018517958</c:v>
                </c:pt>
                <c:pt idx="45431">
                  <c:v>0.52582175925635966</c:v>
                </c:pt>
                <c:pt idx="45432">
                  <c:v>0.52583333333313931</c:v>
                </c:pt>
                <c:pt idx="45433">
                  <c:v>0.525844907402643</c:v>
                </c:pt>
                <c:pt idx="45434">
                  <c:v>0.52585648147942265</c:v>
                </c:pt>
                <c:pt idx="45435">
                  <c:v>0.52586805555620231</c:v>
                </c:pt>
                <c:pt idx="45436">
                  <c:v>0.525879629625706</c:v>
                </c:pt>
                <c:pt idx="45437">
                  <c:v>0.52589120370248565</c:v>
                </c:pt>
                <c:pt idx="45438">
                  <c:v>0.52590277777198935</c:v>
                </c:pt>
                <c:pt idx="45439">
                  <c:v>0.525914351848769</c:v>
                </c:pt>
                <c:pt idx="45440">
                  <c:v>0.52592592592554865</c:v>
                </c:pt>
                <c:pt idx="45441">
                  <c:v>0.52593749999505235</c:v>
                </c:pt>
                <c:pt idx="45442">
                  <c:v>0.525949074071832</c:v>
                </c:pt>
                <c:pt idx="45443">
                  <c:v>0.52596064814861165</c:v>
                </c:pt>
                <c:pt idx="45444">
                  <c:v>0.52597222221811535</c:v>
                </c:pt>
                <c:pt idx="45445">
                  <c:v>0.525983796294895</c:v>
                </c:pt>
                <c:pt idx="45446">
                  <c:v>0.52599537037167465</c:v>
                </c:pt>
                <c:pt idx="45447">
                  <c:v>0.52600694444117835</c:v>
                </c:pt>
                <c:pt idx="45448">
                  <c:v>0.526018518517958</c:v>
                </c:pt>
                <c:pt idx="45449">
                  <c:v>0.5260300925874617</c:v>
                </c:pt>
                <c:pt idx="45450">
                  <c:v>0.52604166666424135</c:v>
                </c:pt>
                <c:pt idx="45451">
                  <c:v>0.526053240741021</c:v>
                </c:pt>
                <c:pt idx="45452">
                  <c:v>0.52606481481052469</c:v>
                </c:pt>
                <c:pt idx="45453">
                  <c:v>0.52607638888730435</c:v>
                </c:pt>
                <c:pt idx="45454">
                  <c:v>0.526087962964084</c:v>
                </c:pt>
                <c:pt idx="45455">
                  <c:v>0.52609953703358769</c:v>
                </c:pt>
                <c:pt idx="45456">
                  <c:v>0.52611111111036735</c:v>
                </c:pt>
                <c:pt idx="45457">
                  <c:v>0.52612268517987104</c:v>
                </c:pt>
                <c:pt idx="45458">
                  <c:v>0.52613425925665069</c:v>
                </c:pt>
                <c:pt idx="45459">
                  <c:v>0.52614583333343035</c:v>
                </c:pt>
                <c:pt idx="45460">
                  <c:v>0.52615740740293404</c:v>
                </c:pt>
                <c:pt idx="45461">
                  <c:v>0.52616898147971369</c:v>
                </c:pt>
                <c:pt idx="45462">
                  <c:v>0.52618055555649335</c:v>
                </c:pt>
                <c:pt idx="45463">
                  <c:v>0.52619212962599704</c:v>
                </c:pt>
                <c:pt idx="45464">
                  <c:v>0.52620370370277669</c:v>
                </c:pt>
                <c:pt idx="45465">
                  <c:v>0.52621527777228039</c:v>
                </c:pt>
                <c:pt idx="45466">
                  <c:v>0.52622685184906004</c:v>
                </c:pt>
                <c:pt idx="45467">
                  <c:v>0.52623842592583969</c:v>
                </c:pt>
                <c:pt idx="45468">
                  <c:v>0.52624999999534339</c:v>
                </c:pt>
                <c:pt idx="45469">
                  <c:v>0.52626157407212304</c:v>
                </c:pt>
                <c:pt idx="45470">
                  <c:v>0.52627314814890269</c:v>
                </c:pt>
                <c:pt idx="45471">
                  <c:v>0.52628472221840639</c:v>
                </c:pt>
                <c:pt idx="45472">
                  <c:v>0.52629629629518604</c:v>
                </c:pt>
                <c:pt idx="45473">
                  <c:v>0.52630787036468973</c:v>
                </c:pt>
                <c:pt idx="45474">
                  <c:v>0.52631944444146939</c:v>
                </c:pt>
                <c:pt idx="45475">
                  <c:v>0.52633101851824904</c:v>
                </c:pt>
                <c:pt idx="45476">
                  <c:v>0.52634259258775273</c:v>
                </c:pt>
                <c:pt idx="45477">
                  <c:v>0.52635416666453239</c:v>
                </c:pt>
                <c:pt idx="45478">
                  <c:v>0.52636574074131204</c:v>
                </c:pt>
                <c:pt idx="45479">
                  <c:v>0.52637731481081573</c:v>
                </c:pt>
                <c:pt idx="45480">
                  <c:v>0.52638888888759539</c:v>
                </c:pt>
                <c:pt idx="45481">
                  <c:v>0.52640046295709908</c:v>
                </c:pt>
                <c:pt idx="45482">
                  <c:v>0.52641203703387873</c:v>
                </c:pt>
                <c:pt idx="45483">
                  <c:v>0.52642361111065838</c:v>
                </c:pt>
                <c:pt idx="45484">
                  <c:v>0.52643518518016208</c:v>
                </c:pt>
                <c:pt idx="45485">
                  <c:v>0.52644675925694173</c:v>
                </c:pt>
                <c:pt idx="45486">
                  <c:v>0.52645833333372138</c:v>
                </c:pt>
                <c:pt idx="45487">
                  <c:v>0.52646990740322508</c:v>
                </c:pt>
                <c:pt idx="45488">
                  <c:v>0.52648148148000473</c:v>
                </c:pt>
                <c:pt idx="45489">
                  <c:v>0.52649305555678438</c:v>
                </c:pt>
                <c:pt idx="45490">
                  <c:v>0.52650462962628808</c:v>
                </c:pt>
                <c:pt idx="45491">
                  <c:v>0.52651620370306773</c:v>
                </c:pt>
                <c:pt idx="45492">
                  <c:v>0.52652777777257143</c:v>
                </c:pt>
                <c:pt idx="45493">
                  <c:v>0.52653935184935108</c:v>
                </c:pt>
                <c:pt idx="45494">
                  <c:v>0.52655092592613073</c:v>
                </c:pt>
                <c:pt idx="45495">
                  <c:v>0.52656249999563443</c:v>
                </c:pt>
                <c:pt idx="45496">
                  <c:v>0.52657407407241408</c:v>
                </c:pt>
                <c:pt idx="45497">
                  <c:v>0.52658564814919373</c:v>
                </c:pt>
                <c:pt idx="45498">
                  <c:v>0.52659722221869742</c:v>
                </c:pt>
                <c:pt idx="45499">
                  <c:v>0.52660879629547708</c:v>
                </c:pt>
                <c:pt idx="45500">
                  <c:v>0.52662037036498077</c:v>
                </c:pt>
                <c:pt idx="45501">
                  <c:v>0.52663194444176042</c:v>
                </c:pt>
                <c:pt idx="45502">
                  <c:v>0.52664351851854008</c:v>
                </c:pt>
                <c:pt idx="45503">
                  <c:v>0.52665509258804377</c:v>
                </c:pt>
                <c:pt idx="45504">
                  <c:v>0.52666666666482342</c:v>
                </c:pt>
                <c:pt idx="45505">
                  <c:v>0.52667824074160308</c:v>
                </c:pt>
                <c:pt idx="45506">
                  <c:v>0.52668981481110677</c:v>
                </c:pt>
                <c:pt idx="45507">
                  <c:v>0.52670138888788642</c:v>
                </c:pt>
                <c:pt idx="45508">
                  <c:v>0.52671296295739012</c:v>
                </c:pt>
                <c:pt idx="45509">
                  <c:v>0.52672453703416977</c:v>
                </c:pt>
                <c:pt idx="45510">
                  <c:v>0.52673611111094942</c:v>
                </c:pt>
                <c:pt idx="45511">
                  <c:v>0.52674768518045312</c:v>
                </c:pt>
                <c:pt idx="45512">
                  <c:v>0.52675925925723277</c:v>
                </c:pt>
                <c:pt idx="45513">
                  <c:v>0.52677083333401242</c:v>
                </c:pt>
                <c:pt idx="45514">
                  <c:v>0.52678240740351612</c:v>
                </c:pt>
                <c:pt idx="45515">
                  <c:v>0.52679398148029577</c:v>
                </c:pt>
                <c:pt idx="45516">
                  <c:v>0.52680555554979946</c:v>
                </c:pt>
                <c:pt idx="45517">
                  <c:v>0.52681712962657912</c:v>
                </c:pt>
                <c:pt idx="45518">
                  <c:v>0.52682870370335877</c:v>
                </c:pt>
                <c:pt idx="45519">
                  <c:v>0.52684027777286246</c:v>
                </c:pt>
                <c:pt idx="45520">
                  <c:v>0.52685185184964212</c:v>
                </c:pt>
                <c:pt idx="45521">
                  <c:v>0.52686342592642177</c:v>
                </c:pt>
                <c:pt idx="45522">
                  <c:v>0.52687499999592546</c:v>
                </c:pt>
                <c:pt idx="45523">
                  <c:v>0.52688657407270512</c:v>
                </c:pt>
                <c:pt idx="45524">
                  <c:v>0.52689814814948477</c:v>
                </c:pt>
                <c:pt idx="45525">
                  <c:v>0.52690972221898846</c:v>
                </c:pt>
                <c:pt idx="45526">
                  <c:v>0.52692129629576812</c:v>
                </c:pt>
                <c:pt idx="45527">
                  <c:v>0.52693287036527181</c:v>
                </c:pt>
                <c:pt idx="45528">
                  <c:v>0.52694444444205146</c:v>
                </c:pt>
                <c:pt idx="45529">
                  <c:v>0.52695601851883112</c:v>
                </c:pt>
                <c:pt idx="45530">
                  <c:v>0.52696759258833481</c:v>
                </c:pt>
                <c:pt idx="45531">
                  <c:v>0.52697916666511446</c:v>
                </c:pt>
                <c:pt idx="45532">
                  <c:v>0.52699074074189411</c:v>
                </c:pt>
                <c:pt idx="45533">
                  <c:v>0.52700231481139781</c:v>
                </c:pt>
                <c:pt idx="45534">
                  <c:v>0.52701388888817746</c:v>
                </c:pt>
                <c:pt idx="45535">
                  <c:v>0.52702546295768116</c:v>
                </c:pt>
                <c:pt idx="45536">
                  <c:v>0.52703703703446081</c:v>
                </c:pt>
                <c:pt idx="45537">
                  <c:v>0.52704861111124046</c:v>
                </c:pt>
                <c:pt idx="45538">
                  <c:v>0.52706018518074416</c:v>
                </c:pt>
                <c:pt idx="45539">
                  <c:v>0.52707175925752381</c:v>
                </c:pt>
                <c:pt idx="45540">
                  <c:v>0.52708333333430346</c:v>
                </c:pt>
                <c:pt idx="45541">
                  <c:v>0.52709490740380716</c:v>
                </c:pt>
                <c:pt idx="45542">
                  <c:v>0.52710648148058681</c:v>
                </c:pt>
                <c:pt idx="45543">
                  <c:v>0.5271180555500905</c:v>
                </c:pt>
                <c:pt idx="45544">
                  <c:v>0.52712962962687016</c:v>
                </c:pt>
                <c:pt idx="45545">
                  <c:v>0.52714120370364981</c:v>
                </c:pt>
                <c:pt idx="45546">
                  <c:v>0.5271527777731535</c:v>
                </c:pt>
                <c:pt idx="45547">
                  <c:v>0.52716435184993315</c:v>
                </c:pt>
                <c:pt idx="45548">
                  <c:v>0.52717592592671281</c:v>
                </c:pt>
                <c:pt idx="45549">
                  <c:v>0.5271874999962165</c:v>
                </c:pt>
                <c:pt idx="45550">
                  <c:v>0.52719907407299615</c:v>
                </c:pt>
                <c:pt idx="45551">
                  <c:v>0.52721064814249985</c:v>
                </c:pt>
                <c:pt idx="45552">
                  <c:v>0.5272222222192795</c:v>
                </c:pt>
                <c:pt idx="45553">
                  <c:v>0.52723379629605915</c:v>
                </c:pt>
                <c:pt idx="45554">
                  <c:v>0.52724537036556285</c:v>
                </c:pt>
                <c:pt idx="45555">
                  <c:v>0.5272569444423425</c:v>
                </c:pt>
                <c:pt idx="45556">
                  <c:v>0.52726851851912215</c:v>
                </c:pt>
                <c:pt idx="45557">
                  <c:v>0.52728009258862585</c:v>
                </c:pt>
                <c:pt idx="45558">
                  <c:v>0.5272916666654055</c:v>
                </c:pt>
                <c:pt idx="45559">
                  <c:v>0.5273032407349092</c:v>
                </c:pt>
                <c:pt idx="45560">
                  <c:v>0.52731481481168885</c:v>
                </c:pt>
                <c:pt idx="45561">
                  <c:v>0.5273263888884685</c:v>
                </c:pt>
                <c:pt idx="45562">
                  <c:v>0.52733796295797219</c:v>
                </c:pt>
                <c:pt idx="45563">
                  <c:v>0.52734953703475185</c:v>
                </c:pt>
                <c:pt idx="45564">
                  <c:v>0.5273611111115315</c:v>
                </c:pt>
                <c:pt idx="45565">
                  <c:v>0.52737268518103519</c:v>
                </c:pt>
                <c:pt idx="45566">
                  <c:v>0.52738425925781485</c:v>
                </c:pt>
                <c:pt idx="45567">
                  <c:v>0.5273958333345945</c:v>
                </c:pt>
                <c:pt idx="45568">
                  <c:v>0.52740740740409819</c:v>
                </c:pt>
                <c:pt idx="45569">
                  <c:v>0.52741898148087785</c:v>
                </c:pt>
                <c:pt idx="45570">
                  <c:v>0.52743055555038154</c:v>
                </c:pt>
                <c:pt idx="45571">
                  <c:v>0.52744212962716119</c:v>
                </c:pt>
                <c:pt idx="45572">
                  <c:v>0.52745370370394085</c:v>
                </c:pt>
                <c:pt idx="45573">
                  <c:v>0.52746527777344454</c:v>
                </c:pt>
                <c:pt idx="45574">
                  <c:v>0.52747685185022419</c:v>
                </c:pt>
                <c:pt idx="45575">
                  <c:v>0.52748842592700385</c:v>
                </c:pt>
                <c:pt idx="45576">
                  <c:v>0.52749999999650754</c:v>
                </c:pt>
                <c:pt idx="45577">
                  <c:v>0.52751157407328719</c:v>
                </c:pt>
                <c:pt idx="45578">
                  <c:v>0.52752314814279089</c:v>
                </c:pt>
                <c:pt idx="45579">
                  <c:v>0.52753472221957054</c:v>
                </c:pt>
                <c:pt idx="45580">
                  <c:v>0.52754629629635019</c:v>
                </c:pt>
                <c:pt idx="45581">
                  <c:v>0.52755787036585389</c:v>
                </c:pt>
                <c:pt idx="45582">
                  <c:v>0.52756944444263354</c:v>
                </c:pt>
                <c:pt idx="45583">
                  <c:v>0.52758101851941319</c:v>
                </c:pt>
                <c:pt idx="45584">
                  <c:v>0.52759259258891689</c:v>
                </c:pt>
                <c:pt idx="45585">
                  <c:v>0.52760416666569654</c:v>
                </c:pt>
                <c:pt idx="45586">
                  <c:v>0.52761574073520023</c:v>
                </c:pt>
                <c:pt idx="45587">
                  <c:v>0.52762731481197989</c:v>
                </c:pt>
                <c:pt idx="45588">
                  <c:v>0.52763888888875954</c:v>
                </c:pt>
                <c:pt idx="45589">
                  <c:v>0.52765046295826323</c:v>
                </c:pt>
                <c:pt idx="45590">
                  <c:v>0.52766203703504289</c:v>
                </c:pt>
                <c:pt idx="45591">
                  <c:v>0.52767361111182254</c:v>
                </c:pt>
                <c:pt idx="45592">
                  <c:v>0.52768518518132623</c:v>
                </c:pt>
                <c:pt idx="45593">
                  <c:v>0.52769675925810589</c:v>
                </c:pt>
                <c:pt idx="45594">
                  <c:v>0.52770833332760958</c:v>
                </c:pt>
                <c:pt idx="45595">
                  <c:v>0.52771990740438923</c:v>
                </c:pt>
                <c:pt idx="45596">
                  <c:v>0.52773148148116888</c:v>
                </c:pt>
                <c:pt idx="45597">
                  <c:v>0.52774305555067258</c:v>
                </c:pt>
                <c:pt idx="45598">
                  <c:v>0.52775462962745223</c:v>
                </c:pt>
                <c:pt idx="45599">
                  <c:v>0.52776620370423188</c:v>
                </c:pt>
                <c:pt idx="45600">
                  <c:v>0.52777777777373558</c:v>
                </c:pt>
                <c:pt idx="45601">
                  <c:v>0.52778935185051523</c:v>
                </c:pt>
                <c:pt idx="45602">
                  <c:v>0.52780092592001893</c:v>
                </c:pt>
                <c:pt idx="45603">
                  <c:v>0.52781249999679858</c:v>
                </c:pt>
                <c:pt idx="45604">
                  <c:v>0.52782407407357823</c:v>
                </c:pt>
                <c:pt idx="45605">
                  <c:v>0.52783564814308193</c:v>
                </c:pt>
                <c:pt idx="45606">
                  <c:v>0.52784722221986158</c:v>
                </c:pt>
                <c:pt idx="45607">
                  <c:v>0.52785879629664123</c:v>
                </c:pt>
                <c:pt idx="45608">
                  <c:v>0.52787037036614493</c:v>
                </c:pt>
                <c:pt idx="45609">
                  <c:v>0.52788194444292458</c:v>
                </c:pt>
                <c:pt idx="45610">
                  <c:v>0.52789351851970423</c:v>
                </c:pt>
                <c:pt idx="45611">
                  <c:v>0.52790509258920792</c:v>
                </c:pt>
                <c:pt idx="45612">
                  <c:v>0.52791666666598758</c:v>
                </c:pt>
                <c:pt idx="45613">
                  <c:v>0.52792824073549127</c:v>
                </c:pt>
                <c:pt idx="45614">
                  <c:v>0.52793981481227092</c:v>
                </c:pt>
                <c:pt idx="45615">
                  <c:v>0.52795138888905058</c:v>
                </c:pt>
                <c:pt idx="45616">
                  <c:v>0.52796296295855427</c:v>
                </c:pt>
                <c:pt idx="45617">
                  <c:v>0.52797453703533392</c:v>
                </c:pt>
                <c:pt idx="45618">
                  <c:v>0.52798611111211358</c:v>
                </c:pt>
                <c:pt idx="45619">
                  <c:v>0.52799768518161727</c:v>
                </c:pt>
                <c:pt idx="45620">
                  <c:v>0.52800925925839692</c:v>
                </c:pt>
                <c:pt idx="45621">
                  <c:v>0.52802083332790062</c:v>
                </c:pt>
                <c:pt idx="45622">
                  <c:v>0.52803240740468027</c:v>
                </c:pt>
                <c:pt idx="45623">
                  <c:v>0.52804398148145992</c:v>
                </c:pt>
                <c:pt idx="45624">
                  <c:v>0.52805555555096362</c:v>
                </c:pt>
                <c:pt idx="45625">
                  <c:v>0.52806712962774327</c:v>
                </c:pt>
                <c:pt idx="45626">
                  <c:v>0.52807870370452292</c:v>
                </c:pt>
                <c:pt idx="45627">
                  <c:v>0.52809027777402662</c:v>
                </c:pt>
                <c:pt idx="45628">
                  <c:v>0.52810185185080627</c:v>
                </c:pt>
                <c:pt idx="45629">
                  <c:v>0.52811342592030996</c:v>
                </c:pt>
                <c:pt idx="45630">
                  <c:v>0.52812499999708962</c:v>
                </c:pt>
                <c:pt idx="45631">
                  <c:v>0.52813657407386927</c:v>
                </c:pt>
                <c:pt idx="45632">
                  <c:v>0.52814814814337296</c:v>
                </c:pt>
                <c:pt idx="45633">
                  <c:v>0.52815972222015262</c:v>
                </c:pt>
                <c:pt idx="45634">
                  <c:v>0.52817129629693227</c:v>
                </c:pt>
                <c:pt idx="45635">
                  <c:v>0.52818287036643596</c:v>
                </c:pt>
                <c:pt idx="45636">
                  <c:v>0.52819444444321562</c:v>
                </c:pt>
                <c:pt idx="45637">
                  <c:v>0.52820601851271931</c:v>
                </c:pt>
                <c:pt idx="45638">
                  <c:v>0.52821759258949896</c:v>
                </c:pt>
                <c:pt idx="45639">
                  <c:v>0.52822916666627862</c:v>
                </c:pt>
                <c:pt idx="45640">
                  <c:v>0.52824074073578231</c:v>
                </c:pt>
                <c:pt idx="45641">
                  <c:v>0.52825231481256196</c:v>
                </c:pt>
                <c:pt idx="45642">
                  <c:v>0.52826388888934162</c:v>
                </c:pt>
                <c:pt idx="45643">
                  <c:v>0.52827546295884531</c:v>
                </c:pt>
                <c:pt idx="45644">
                  <c:v>0.52828703703562496</c:v>
                </c:pt>
                <c:pt idx="45645">
                  <c:v>0.52829861111240461</c:v>
                </c:pt>
                <c:pt idx="45646">
                  <c:v>0.52831018518190831</c:v>
                </c:pt>
                <c:pt idx="45647">
                  <c:v>0.52832175925868796</c:v>
                </c:pt>
                <c:pt idx="45648">
                  <c:v>0.52833333332819166</c:v>
                </c:pt>
                <c:pt idx="45649">
                  <c:v>0.52834490740497131</c:v>
                </c:pt>
                <c:pt idx="45650">
                  <c:v>0.52835648148175096</c:v>
                </c:pt>
                <c:pt idx="45651">
                  <c:v>0.52836805555125466</c:v>
                </c:pt>
                <c:pt idx="45652">
                  <c:v>0.52837962962803431</c:v>
                </c:pt>
                <c:pt idx="45653">
                  <c:v>0.52839120370481396</c:v>
                </c:pt>
                <c:pt idx="45654">
                  <c:v>0.52840277777431766</c:v>
                </c:pt>
                <c:pt idx="45655">
                  <c:v>0.52841435185109731</c:v>
                </c:pt>
                <c:pt idx="45656">
                  <c:v>0.528425925920601</c:v>
                </c:pt>
                <c:pt idx="45657">
                  <c:v>0.52843749999738066</c:v>
                </c:pt>
                <c:pt idx="45658">
                  <c:v>0.52844907407416031</c:v>
                </c:pt>
                <c:pt idx="45659">
                  <c:v>0.528460648143664</c:v>
                </c:pt>
                <c:pt idx="45660">
                  <c:v>0.52847222222044365</c:v>
                </c:pt>
                <c:pt idx="45661">
                  <c:v>0.52848379629722331</c:v>
                </c:pt>
                <c:pt idx="45662">
                  <c:v>0.528495370366727</c:v>
                </c:pt>
                <c:pt idx="45663">
                  <c:v>0.52850694444350665</c:v>
                </c:pt>
                <c:pt idx="45664">
                  <c:v>0.52851851851301035</c:v>
                </c:pt>
                <c:pt idx="45665">
                  <c:v>0.52853009258979</c:v>
                </c:pt>
                <c:pt idx="45666">
                  <c:v>0.52854166666656965</c:v>
                </c:pt>
                <c:pt idx="45667">
                  <c:v>0.52855324073607335</c:v>
                </c:pt>
                <c:pt idx="45668">
                  <c:v>0.528564814812853</c:v>
                </c:pt>
                <c:pt idx="45669">
                  <c:v>0.52857638888963265</c:v>
                </c:pt>
                <c:pt idx="45670">
                  <c:v>0.52858796295913635</c:v>
                </c:pt>
                <c:pt idx="45671">
                  <c:v>0.528599537035916</c:v>
                </c:pt>
                <c:pt idx="45672">
                  <c:v>0.5286111111054197</c:v>
                </c:pt>
                <c:pt idx="45673">
                  <c:v>0.52862268518219935</c:v>
                </c:pt>
                <c:pt idx="45674">
                  <c:v>0.528634259258979</c:v>
                </c:pt>
                <c:pt idx="45675">
                  <c:v>0.52864583332848269</c:v>
                </c:pt>
                <c:pt idx="45676">
                  <c:v>0.52865740740526235</c:v>
                </c:pt>
                <c:pt idx="45677">
                  <c:v>0.528668981482042</c:v>
                </c:pt>
                <c:pt idx="45678">
                  <c:v>0.52868055555154569</c:v>
                </c:pt>
                <c:pt idx="45679">
                  <c:v>0.52869212962832535</c:v>
                </c:pt>
                <c:pt idx="45680">
                  <c:v>0.52870370369782904</c:v>
                </c:pt>
                <c:pt idx="45681">
                  <c:v>0.52871527777460869</c:v>
                </c:pt>
                <c:pt idx="45682">
                  <c:v>0.52872685185138835</c:v>
                </c:pt>
                <c:pt idx="45683">
                  <c:v>0.52873842592089204</c:v>
                </c:pt>
                <c:pt idx="45684">
                  <c:v>0.52874999999767169</c:v>
                </c:pt>
                <c:pt idx="45685">
                  <c:v>0.52876157407445135</c:v>
                </c:pt>
                <c:pt idx="45686">
                  <c:v>0.52877314814395504</c:v>
                </c:pt>
                <c:pt idx="45687">
                  <c:v>0.52878472222073469</c:v>
                </c:pt>
                <c:pt idx="45688">
                  <c:v>0.52879629629751435</c:v>
                </c:pt>
                <c:pt idx="45689">
                  <c:v>0.52880787036701804</c:v>
                </c:pt>
                <c:pt idx="45690">
                  <c:v>0.52881944444379769</c:v>
                </c:pt>
                <c:pt idx="45691">
                  <c:v>0.52883101851330139</c:v>
                </c:pt>
                <c:pt idx="45692">
                  <c:v>0.52884259259008104</c:v>
                </c:pt>
                <c:pt idx="45693">
                  <c:v>0.52885416666686069</c:v>
                </c:pt>
                <c:pt idx="45694">
                  <c:v>0.52886574073636439</c:v>
                </c:pt>
                <c:pt idx="45695">
                  <c:v>0.52887731481314404</c:v>
                </c:pt>
                <c:pt idx="45696">
                  <c:v>0.52888888888992369</c:v>
                </c:pt>
                <c:pt idx="45697">
                  <c:v>0.52890046295942739</c:v>
                </c:pt>
                <c:pt idx="45698">
                  <c:v>0.52891203703620704</c:v>
                </c:pt>
                <c:pt idx="45699">
                  <c:v>0.52892361110571073</c:v>
                </c:pt>
                <c:pt idx="45700">
                  <c:v>0.52893518518249039</c:v>
                </c:pt>
                <c:pt idx="45701">
                  <c:v>0.52894675925927004</c:v>
                </c:pt>
                <c:pt idx="45702">
                  <c:v>0.52895833332877373</c:v>
                </c:pt>
                <c:pt idx="45703">
                  <c:v>0.52896990740555339</c:v>
                </c:pt>
                <c:pt idx="45704">
                  <c:v>0.52898148148233304</c:v>
                </c:pt>
                <c:pt idx="45705">
                  <c:v>0.52899305555183673</c:v>
                </c:pt>
                <c:pt idx="45706">
                  <c:v>0.52900462962861639</c:v>
                </c:pt>
                <c:pt idx="45707">
                  <c:v>0.52901620369812008</c:v>
                </c:pt>
                <c:pt idx="45708">
                  <c:v>0.52902777777489973</c:v>
                </c:pt>
                <c:pt idx="45709">
                  <c:v>0.52903935185167938</c:v>
                </c:pt>
                <c:pt idx="45710">
                  <c:v>0.52905092592118308</c:v>
                </c:pt>
                <c:pt idx="45711">
                  <c:v>0.52906249999796273</c:v>
                </c:pt>
                <c:pt idx="45712">
                  <c:v>0.52907407407474238</c:v>
                </c:pt>
                <c:pt idx="45713">
                  <c:v>0.52908564814424608</c:v>
                </c:pt>
                <c:pt idx="45714">
                  <c:v>0.52909722222102573</c:v>
                </c:pt>
                <c:pt idx="45715">
                  <c:v>0.52910879629052943</c:v>
                </c:pt>
                <c:pt idx="45716">
                  <c:v>0.52912037036730908</c:v>
                </c:pt>
                <c:pt idx="45717">
                  <c:v>0.52913194444408873</c:v>
                </c:pt>
                <c:pt idx="45718">
                  <c:v>0.52914351851359243</c:v>
                </c:pt>
                <c:pt idx="45719">
                  <c:v>0.52915509259037208</c:v>
                </c:pt>
                <c:pt idx="45720">
                  <c:v>0.52916666666715173</c:v>
                </c:pt>
                <c:pt idx="45721">
                  <c:v>0.52917824073665543</c:v>
                </c:pt>
                <c:pt idx="45722">
                  <c:v>0.52918981481343508</c:v>
                </c:pt>
                <c:pt idx="45723">
                  <c:v>0.52920138889021473</c:v>
                </c:pt>
                <c:pt idx="45724">
                  <c:v>0.52921296295971842</c:v>
                </c:pt>
                <c:pt idx="45725">
                  <c:v>0.52922453703649808</c:v>
                </c:pt>
                <c:pt idx="45726">
                  <c:v>0.52923611110600177</c:v>
                </c:pt>
                <c:pt idx="45727">
                  <c:v>0.52924768518278142</c:v>
                </c:pt>
                <c:pt idx="45728">
                  <c:v>0.52925925925956108</c:v>
                </c:pt>
                <c:pt idx="45729">
                  <c:v>0.52927083332906477</c:v>
                </c:pt>
                <c:pt idx="45730">
                  <c:v>0.52928240740584442</c:v>
                </c:pt>
                <c:pt idx="45731">
                  <c:v>0.52929398148262408</c:v>
                </c:pt>
                <c:pt idx="45732">
                  <c:v>0.52930555555212777</c:v>
                </c:pt>
                <c:pt idx="45733">
                  <c:v>0.52931712962890742</c:v>
                </c:pt>
                <c:pt idx="45734">
                  <c:v>0.52932870369841112</c:v>
                </c:pt>
                <c:pt idx="45735">
                  <c:v>0.52934027777519077</c:v>
                </c:pt>
                <c:pt idx="45736">
                  <c:v>0.52935185185197042</c:v>
                </c:pt>
                <c:pt idx="45737">
                  <c:v>0.52936342592147412</c:v>
                </c:pt>
                <c:pt idx="45738">
                  <c:v>0.52937499999825377</c:v>
                </c:pt>
                <c:pt idx="45739">
                  <c:v>0.52938657407503342</c:v>
                </c:pt>
                <c:pt idx="45740">
                  <c:v>0.52939814814453712</c:v>
                </c:pt>
                <c:pt idx="45741">
                  <c:v>0.52940972222131677</c:v>
                </c:pt>
                <c:pt idx="45742">
                  <c:v>0.52942129629082046</c:v>
                </c:pt>
                <c:pt idx="45743">
                  <c:v>0.52943287036760012</c:v>
                </c:pt>
                <c:pt idx="45744">
                  <c:v>0.52944444444437977</c:v>
                </c:pt>
                <c:pt idx="45745">
                  <c:v>0.52945601851388346</c:v>
                </c:pt>
                <c:pt idx="45746">
                  <c:v>0.52946759259066312</c:v>
                </c:pt>
                <c:pt idx="45747">
                  <c:v>0.52947916666744277</c:v>
                </c:pt>
                <c:pt idx="45748">
                  <c:v>0.52949074073694646</c:v>
                </c:pt>
                <c:pt idx="45749">
                  <c:v>0.52950231481372612</c:v>
                </c:pt>
                <c:pt idx="45750">
                  <c:v>0.52951388888322981</c:v>
                </c:pt>
                <c:pt idx="45751">
                  <c:v>0.52952546296000946</c:v>
                </c:pt>
                <c:pt idx="45752">
                  <c:v>0.52953703703678912</c:v>
                </c:pt>
                <c:pt idx="45753">
                  <c:v>0.52954861110629281</c:v>
                </c:pt>
                <c:pt idx="45754">
                  <c:v>0.52956018518307246</c:v>
                </c:pt>
                <c:pt idx="45755">
                  <c:v>0.52957175925985212</c:v>
                </c:pt>
                <c:pt idx="45756">
                  <c:v>0.52958333332935581</c:v>
                </c:pt>
                <c:pt idx="45757">
                  <c:v>0.52959490740613546</c:v>
                </c:pt>
                <c:pt idx="45758">
                  <c:v>0.52960648147563916</c:v>
                </c:pt>
                <c:pt idx="45759">
                  <c:v>0.52961805555241881</c:v>
                </c:pt>
                <c:pt idx="45760">
                  <c:v>0.52962962962919846</c:v>
                </c:pt>
                <c:pt idx="45761">
                  <c:v>0.52964120369870216</c:v>
                </c:pt>
                <c:pt idx="45762">
                  <c:v>0.52965277777548181</c:v>
                </c:pt>
                <c:pt idx="45763">
                  <c:v>0.52966435185226146</c:v>
                </c:pt>
                <c:pt idx="45764">
                  <c:v>0.52967592592176516</c:v>
                </c:pt>
                <c:pt idx="45765">
                  <c:v>0.52968749999854481</c:v>
                </c:pt>
                <c:pt idx="45766">
                  <c:v>0.52969907407532446</c:v>
                </c:pt>
                <c:pt idx="45767">
                  <c:v>0.52971064814482816</c:v>
                </c:pt>
                <c:pt idx="45768">
                  <c:v>0.52972222222160781</c:v>
                </c:pt>
                <c:pt idx="45769">
                  <c:v>0.5297337962911115</c:v>
                </c:pt>
                <c:pt idx="45770">
                  <c:v>0.52974537036789116</c:v>
                </c:pt>
                <c:pt idx="45771">
                  <c:v>0.52975694444467081</c:v>
                </c:pt>
                <c:pt idx="45772">
                  <c:v>0.5297685185141745</c:v>
                </c:pt>
                <c:pt idx="45773">
                  <c:v>0.52978009259095415</c:v>
                </c:pt>
                <c:pt idx="45774">
                  <c:v>0.52979166666773381</c:v>
                </c:pt>
                <c:pt idx="45775">
                  <c:v>0.5298032407372375</c:v>
                </c:pt>
                <c:pt idx="45776">
                  <c:v>0.52981481481401715</c:v>
                </c:pt>
                <c:pt idx="45777">
                  <c:v>0.52982638888352085</c:v>
                </c:pt>
                <c:pt idx="45778">
                  <c:v>0.5298379629603005</c:v>
                </c:pt>
                <c:pt idx="45779">
                  <c:v>0.52984953703708015</c:v>
                </c:pt>
                <c:pt idx="45780">
                  <c:v>0.52986111110658385</c:v>
                </c:pt>
                <c:pt idx="45781">
                  <c:v>0.5298726851833635</c:v>
                </c:pt>
                <c:pt idx="45782">
                  <c:v>0.52988425926014315</c:v>
                </c:pt>
                <c:pt idx="45783">
                  <c:v>0.52989583332964685</c:v>
                </c:pt>
                <c:pt idx="45784">
                  <c:v>0.5299074074064265</c:v>
                </c:pt>
                <c:pt idx="45785">
                  <c:v>0.5299189814759302</c:v>
                </c:pt>
                <c:pt idx="45786">
                  <c:v>0.52993055555270985</c:v>
                </c:pt>
                <c:pt idx="45787">
                  <c:v>0.5299421296294895</c:v>
                </c:pt>
                <c:pt idx="45788">
                  <c:v>0.52995370369899319</c:v>
                </c:pt>
                <c:pt idx="45789">
                  <c:v>0.52996527777577285</c:v>
                </c:pt>
                <c:pt idx="45790">
                  <c:v>0.5299768518525525</c:v>
                </c:pt>
                <c:pt idx="45791">
                  <c:v>0.52998842592205619</c:v>
                </c:pt>
                <c:pt idx="45792">
                  <c:v>0.52999999999883585</c:v>
                </c:pt>
                <c:pt idx="45793">
                  <c:v>0.53001157406833954</c:v>
                </c:pt>
                <c:pt idx="45794">
                  <c:v>0.53002314814511919</c:v>
                </c:pt>
                <c:pt idx="45795">
                  <c:v>0.53003472222189885</c:v>
                </c:pt>
                <c:pt idx="45796">
                  <c:v>0.53004629629140254</c:v>
                </c:pt>
                <c:pt idx="45797">
                  <c:v>0.53005787036818219</c:v>
                </c:pt>
                <c:pt idx="45798">
                  <c:v>0.53006944444496185</c:v>
                </c:pt>
                <c:pt idx="45799">
                  <c:v>0.53008101851446554</c:v>
                </c:pt>
                <c:pt idx="45800">
                  <c:v>0.53009259259124519</c:v>
                </c:pt>
                <c:pt idx="45801">
                  <c:v>0.53010416666074889</c:v>
                </c:pt>
                <c:pt idx="45802">
                  <c:v>0.53011574073752854</c:v>
                </c:pt>
                <c:pt idx="45803">
                  <c:v>0.53012731481430819</c:v>
                </c:pt>
                <c:pt idx="45804">
                  <c:v>0.53013888888381189</c:v>
                </c:pt>
                <c:pt idx="45805">
                  <c:v>0.53015046296059154</c:v>
                </c:pt>
                <c:pt idx="45806">
                  <c:v>0.53016203703737119</c:v>
                </c:pt>
                <c:pt idx="45807">
                  <c:v>0.53017361110687489</c:v>
                </c:pt>
                <c:pt idx="45808">
                  <c:v>0.53018518518365454</c:v>
                </c:pt>
                <c:pt idx="45809">
                  <c:v>0.53019675926043419</c:v>
                </c:pt>
                <c:pt idx="45810">
                  <c:v>0.53020833332993789</c:v>
                </c:pt>
                <c:pt idx="45811">
                  <c:v>0.53021990740671754</c:v>
                </c:pt>
                <c:pt idx="45812">
                  <c:v>0.53023148147622123</c:v>
                </c:pt>
                <c:pt idx="45813">
                  <c:v>0.53024305555300089</c:v>
                </c:pt>
                <c:pt idx="45814">
                  <c:v>0.53025462962978054</c:v>
                </c:pt>
                <c:pt idx="45815">
                  <c:v>0.53026620369928423</c:v>
                </c:pt>
                <c:pt idx="45816">
                  <c:v>0.53027777777606389</c:v>
                </c:pt>
                <c:pt idx="45817">
                  <c:v>0.53028935185284354</c:v>
                </c:pt>
                <c:pt idx="45818">
                  <c:v>0.53030092592234723</c:v>
                </c:pt>
                <c:pt idx="45819">
                  <c:v>0.53031249999912689</c:v>
                </c:pt>
                <c:pt idx="45820">
                  <c:v>0.53032407406863058</c:v>
                </c:pt>
                <c:pt idx="45821">
                  <c:v>0.53033564814541023</c:v>
                </c:pt>
                <c:pt idx="45822">
                  <c:v>0.53034722222218988</c:v>
                </c:pt>
                <c:pt idx="45823">
                  <c:v>0.53035879629169358</c:v>
                </c:pt>
                <c:pt idx="45824">
                  <c:v>0.53037037036847323</c:v>
                </c:pt>
                <c:pt idx="45825">
                  <c:v>0.53038194444525288</c:v>
                </c:pt>
                <c:pt idx="45826">
                  <c:v>0.53039351851475658</c:v>
                </c:pt>
                <c:pt idx="45827">
                  <c:v>0.53040509259153623</c:v>
                </c:pt>
                <c:pt idx="45828">
                  <c:v>0.53041666666103993</c:v>
                </c:pt>
                <c:pt idx="45829">
                  <c:v>0.53042824073781958</c:v>
                </c:pt>
                <c:pt idx="45830">
                  <c:v>0.53043981481459923</c:v>
                </c:pt>
                <c:pt idx="45831">
                  <c:v>0.53045138888410293</c:v>
                </c:pt>
                <c:pt idx="45832">
                  <c:v>0.53046296296088258</c:v>
                </c:pt>
                <c:pt idx="45833">
                  <c:v>0.53047453703766223</c:v>
                </c:pt>
                <c:pt idx="45834">
                  <c:v>0.53048611110716593</c:v>
                </c:pt>
                <c:pt idx="45835">
                  <c:v>0.53049768518394558</c:v>
                </c:pt>
                <c:pt idx="45836">
                  <c:v>0.53050925925344927</c:v>
                </c:pt>
                <c:pt idx="45837">
                  <c:v>0.53052083333022892</c:v>
                </c:pt>
                <c:pt idx="45838">
                  <c:v>0.53053240740700858</c:v>
                </c:pt>
                <c:pt idx="45839">
                  <c:v>0.53054398147651227</c:v>
                </c:pt>
                <c:pt idx="45840">
                  <c:v>0.53055555555329192</c:v>
                </c:pt>
                <c:pt idx="45841">
                  <c:v>0.53056712963007158</c:v>
                </c:pt>
                <c:pt idx="45842">
                  <c:v>0.53057870369957527</c:v>
                </c:pt>
                <c:pt idx="45843">
                  <c:v>0.53059027777635492</c:v>
                </c:pt>
                <c:pt idx="45844">
                  <c:v>0.53060185185313458</c:v>
                </c:pt>
                <c:pt idx="45845">
                  <c:v>0.53061342592263827</c:v>
                </c:pt>
                <c:pt idx="45846">
                  <c:v>0.53062499999941792</c:v>
                </c:pt>
                <c:pt idx="45847">
                  <c:v>0.53063657406892162</c:v>
                </c:pt>
                <c:pt idx="45848">
                  <c:v>0.53064814814570127</c:v>
                </c:pt>
                <c:pt idx="45849">
                  <c:v>0.53065972222248092</c:v>
                </c:pt>
                <c:pt idx="45850">
                  <c:v>0.53067129629198462</c:v>
                </c:pt>
                <c:pt idx="45851">
                  <c:v>0.53068287036876427</c:v>
                </c:pt>
                <c:pt idx="45852">
                  <c:v>0.53069444444554392</c:v>
                </c:pt>
                <c:pt idx="45853">
                  <c:v>0.53070601851504762</c:v>
                </c:pt>
                <c:pt idx="45854">
                  <c:v>0.53071759259182727</c:v>
                </c:pt>
                <c:pt idx="45855">
                  <c:v>0.53072916666133096</c:v>
                </c:pt>
                <c:pt idx="45856">
                  <c:v>0.53074074073811062</c:v>
                </c:pt>
                <c:pt idx="45857">
                  <c:v>0.53075231481489027</c:v>
                </c:pt>
                <c:pt idx="45858">
                  <c:v>0.53076388888439396</c:v>
                </c:pt>
                <c:pt idx="45859">
                  <c:v>0.53077546296117362</c:v>
                </c:pt>
                <c:pt idx="45860">
                  <c:v>0.53078703703795327</c:v>
                </c:pt>
                <c:pt idx="45861">
                  <c:v>0.53079861110745696</c:v>
                </c:pt>
                <c:pt idx="45862">
                  <c:v>0.53081018518423662</c:v>
                </c:pt>
                <c:pt idx="45863">
                  <c:v>0.53082175925374031</c:v>
                </c:pt>
                <c:pt idx="45864">
                  <c:v>0.53083333333051996</c:v>
                </c:pt>
                <c:pt idx="45865">
                  <c:v>0.53084490740729962</c:v>
                </c:pt>
                <c:pt idx="45866">
                  <c:v>0.53085648147680331</c:v>
                </c:pt>
                <c:pt idx="45867">
                  <c:v>0.53086805555358296</c:v>
                </c:pt>
                <c:pt idx="45868">
                  <c:v>0.53087962963036261</c:v>
                </c:pt>
                <c:pt idx="45869">
                  <c:v>0.53089120369986631</c:v>
                </c:pt>
                <c:pt idx="45870">
                  <c:v>0.53090277777664596</c:v>
                </c:pt>
                <c:pt idx="45871">
                  <c:v>0.53091435184614966</c:v>
                </c:pt>
                <c:pt idx="45872">
                  <c:v>0.53092592592292931</c:v>
                </c:pt>
                <c:pt idx="45873">
                  <c:v>0.53093749999970896</c:v>
                </c:pt>
                <c:pt idx="45874">
                  <c:v>0.53094907406921266</c:v>
                </c:pt>
                <c:pt idx="45875">
                  <c:v>0.53096064814599231</c:v>
                </c:pt>
                <c:pt idx="45876">
                  <c:v>0.53097222222277196</c:v>
                </c:pt>
                <c:pt idx="45877">
                  <c:v>0.53098379629227566</c:v>
                </c:pt>
                <c:pt idx="45878">
                  <c:v>0.53099537036905531</c:v>
                </c:pt>
                <c:pt idx="45879">
                  <c:v>0.531006944438559</c:v>
                </c:pt>
                <c:pt idx="45880">
                  <c:v>0.53101851851533866</c:v>
                </c:pt>
                <c:pt idx="45881">
                  <c:v>0.53103009259211831</c:v>
                </c:pt>
                <c:pt idx="45882">
                  <c:v>0.531041666661622</c:v>
                </c:pt>
                <c:pt idx="45883">
                  <c:v>0.53105324073840166</c:v>
                </c:pt>
                <c:pt idx="45884">
                  <c:v>0.53106481481518131</c:v>
                </c:pt>
                <c:pt idx="45885">
                  <c:v>0.531076388884685</c:v>
                </c:pt>
                <c:pt idx="45886">
                  <c:v>0.53108796296146465</c:v>
                </c:pt>
                <c:pt idx="45887">
                  <c:v>0.53109953703824431</c:v>
                </c:pt>
                <c:pt idx="45888">
                  <c:v>0.531111111107748</c:v>
                </c:pt>
                <c:pt idx="45889">
                  <c:v>0.53112268518452765</c:v>
                </c:pt>
                <c:pt idx="45890">
                  <c:v>0.53113425925403135</c:v>
                </c:pt>
                <c:pt idx="45891">
                  <c:v>0.531145833330811</c:v>
                </c:pt>
                <c:pt idx="45892">
                  <c:v>0.53115740740759065</c:v>
                </c:pt>
                <c:pt idx="45893">
                  <c:v>0.53116898147709435</c:v>
                </c:pt>
                <c:pt idx="45894">
                  <c:v>0.531180555553874</c:v>
                </c:pt>
                <c:pt idx="45895">
                  <c:v>0.53119212963065365</c:v>
                </c:pt>
                <c:pt idx="45896">
                  <c:v>0.53120370370015735</c:v>
                </c:pt>
                <c:pt idx="45897">
                  <c:v>0.531215277776937</c:v>
                </c:pt>
                <c:pt idx="45898">
                  <c:v>0.5312268518464407</c:v>
                </c:pt>
                <c:pt idx="45899">
                  <c:v>0.53123842592322035</c:v>
                </c:pt>
                <c:pt idx="45900">
                  <c:v>0.53125</c:v>
                </c:pt>
                <c:pt idx="45901">
                  <c:v>0.53126157406950369</c:v>
                </c:pt>
                <c:pt idx="45902">
                  <c:v>0.53127314814628335</c:v>
                </c:pt>
                <c:pt idx="45903">
                  <c:v>0.531284722223063</c:v>
                </c:pt>
                <c:pt idx="45904">
                  <c:v>0.53129629629256669</c:v>
                </c:pt>
                <c:pt idx="45905">
                  <c:v>0.53130787036934635</c:v>
                </c:pt>
                <c:pt idx="45906">
                  <c:v>0.53131944443885004</c:v>
                </c:pt>
                <c:pt idx="45907">
                  <c:v>0.53133101851562969</c:v>
                </c:pt>
                <c:pt idx="45908">
                  <c:v>0.53134259259240935</c:v>
                </c:pt>
                <c:pt idx="45909">
                  <c:v>0.53135416666191304</c:v>
                </c:pt>
                <c:pt idx="45910">
                  <c:v>0.53136574073869269</c:v>
                </c:pt>
                <c:pt idx="45911">
                  <c:v>0.53137731481547235</c:v>
                </c:pt>
                <c:pt idx="45912">
                  <c:v>0.53138888888497604</c:v>
                </c:pt>
                <c:pt idx="45913">
                  <c:v>0.53140046296175569</c:v>
                </c:pt>
                <c:pt idx="45914">
                  <c:v>0.53141203703125939</c:v>
                </c:pt>
                <c:pt idx="45915">
                  <c:v>0.53142361110803904</c:v>
                </c:pt>
                <c:pt idx="45916">
                  <c:v>0.53143518518481869</c:v>
                </c:pt>
                <c:pt idx="45917">
                  <c:v>0.53144675925432239</c:v>
                </c:pt>
                <c:pt idx="45918">
                  <c:v>0.53145833333110204</c:v>
                </c:pt>
                <c:pt idx="45919">
                  <c:v>0.53146990740788169</c:v>
                </c:pt>
                <c:pt idx="45920">
                  <c:v>0.53148148147738539</c:v>
                </c:pt>
                <c:pt idx="45921">
                  <c:v>0.53149305555416504</c:v>
                </c:pt>
                <c:pt idx="45922">
                  <c:v>0.53150462963094469</c:v>
                </c:pt>
                <c:pt idx="45923">
                  <c:v>0.53151620370044839</c:v>
                </c:pt>
                <c:pt idx="45924">
                  <c:v>0.53152777777722804</c:v>
                </c:pt>
                <c:pt idx="45925">
                  <c:v>0.53153935184673173</c:v>
                </c:pt>
                <c:pt idx="45926">
                  <c:v>0.53155092592351139</c:v>
                </c:pt>
                <c:pt idx="45927">
                  <c:v>0.53156250000029104</c:v>
                </c:pt>
                <c:pt idx="45928">
                  <c:v>0.53157407406979473</c:v>
                </c:pt>
                <c:pt idx="45929">
                  <c:v>0.53158564814657439</c:v>
                </c:pt>
                <c:pt idx="45930">
                  <c:v>0.53159722222335404</c:v>
                </c:pt>
                <c:pt idx="45931">
                  <c:v>0.53160879629285773</c:v>
                </c:pt>
                <c:pt idx="45932">
                  <c:v>0.53162037036963739</c:v>
                </c:pt>
                <c:pt idx="45933">
                  <c:v>0.53163194443914108</c:v>
                </c:pt>
                <c:pt idx="45934">
                  <c:v>0.53164351851592073</c:v>
                </c:pt>
                <c:pt idx="45935">
                  <c:v>0.53165509259270038</c:v>
                </c:pt>
                <c:pt idx="45936">
                  <c:v>0.53166666666220408</c:v>
                </c:pt>
                <c:pt idx="45937">
                  <c:v>0.53167824073898373</c:v>
                </c:pt>
                <c:pt idx="45938">
                  <c:v>0.53168981481576338</c:v>
                </c:pt>
                <c:pt idx="45939">
                  <c:v>0.53170138888526708</c:v>
                </c:pt>
                <c:pt idx="45940">
                  <c:v>0.53171296296204673</c:v>
                </c:pt>
                <c:pt idx="45941">
                  <c:v>0.53172453703155043</c:v>
                </c:pt>
                <c:pt idx="45942">
                  <c:v>0.53173611110833008</c:v>
                </c:pt>
                <c:pt idx="45943">
                  <c:v>0.53174768518510973</c:v>
                </c:pt>
                <c:pt idx="45944">
                  <c:v>0.53175925925461343</c:v>
                </c:pt>
                <c:pt idx="45945">
                  <c:v>0.53177083333139308</c:v>
                </c:pt>
                <c:pt idx="45946">
                  <c:v>0.53178240740817273</c:v>
                </c:pt>
                <c:pt idx="45947">
                  <c:v>0.53179398147767643</c:v>
                </c:pt>
                <c:pt idx="45948">
                  <c:v>0.53180555555445608</c:v>
                </c:pt>
                <c:pt idx="45949">
                  <c:v>0.53181712962395977</c:v>
                </c:pt>
                <c:pt idx="45950">
                  <c:v>0.53182870370073942</c:v>
                </c:pt>
                <c:pt idx="45951">
                  <c:v>0.53184027777751908</c:v>
                </c:pt>
                <c:pt idx="45952">
                  <c:v>0.53185185184702277</c:v>
                </c:pt>
                <c:pt idx="45953">
                  <c:v>0.53186342592380242</c:v>
                </c:pt>
                <c:pt idx="45954">
                  <c:v>0.53187500000058208</c:v>
                </c:pt>
                <c:pt idx="45955">
                  <c:v>0.53188657407008577</c:v>
                </c:pt>
                <c:pt idx="45956">
                  <c:v>0.53189814814686542</c:v>
                </c:pt>
                <c:pt idx="45957">
                  <c:v>0.53190972221636912</c:v>
                </c:pt>
                <c:pt idx="45958">
                  <c:v>0.53192129629314877</c:v>
                </c:pt>
                <c:pt idx="45959">
                  <c:v>0.53193287036992842</c:v>
                </c:pt>
                <c:pt idx="45960">
                  <c:v>0.53194444443943212</c:v>
                </c:pt>
                <c:pt idx="45961">
                  <c:v>0.53195601851621177</c:v>
                </c:pt>
                <c:pt idx="45962">
                  <c:v>0.53196759259299142</c:v>
                </c:pt>
                <c:pt idx="45963">
                  <c:v>0.53197916666249512</c:v>
                </c:pt>
                <c:pt idx="45964">
                  <c:v>0.53199074073927477</c:v>
                </c:pt>
                <c:pt idx="45965">
                  <c:v>0.53200231481605442</c:v>
                </c:pt>
                <c:pt idx="45966">
                  <c:v>0.53201388888555812</c:v>
                </c:pt>
                <c:pt idx="45967">
                  <c:v>0.53202546296233777</c:v>
                </c:pt>
                <c:pt idx="45968">
                  <c:v>0.53203703703184146</c:v>
                </c:pt>
                <c:pt idx="45969">
                  <c:v>0.53204861110862112</c:v>
                </c:pt>
                <c:pt idx="45970">
                  <c:v>0.53206018518540077</c:v>
                </c:pt>
                <c:pt idx="45971">
                  <c:v>0.53207175925490446</c:v>
                </c:pt>
                <c:pt idx="45972">
                  <c:v>0.53208333333168412</c:v>
                </c:pt>
                <c:pt idx="45973">
                  <c:v>0.53209490740846377</c:v>
                </c:pt>
                <c:pt idx="45974">
                  <c:v>0.53210648147796746</c:v>
                </c:pt>
                <c:pt idx="45975">
                  <c:v>0.53211805555474712</c:v>
                </c:pt>
                <c:pt idx="45976">
                  <c:v>0.53212962962425081</c:v>
                </c:pt>
                <c:pt idx="45977">
                  <c:v>0.53214120370103046</c:v>
                </c:pt>
                <c:pt idx="45978">
                  <c:v>0.53215277777781012</c:v>
                </c:pt>
                <c:pt idx="45979">
                  <c:v>0.53216435184731381</c:v>
                </c:pt>
                <c:pt idx="45980">
                  <c:v>0.53217592592409346</c:v>
                </c:pt>
                <c:pt idx="45981">
                  <c:v>0.53218750000087311</c:v>
                </c:pt>
                <c:pt idx="45982">
                  <c:v>0.53219907407037681</c:v>
                </c:pt>
                <c:pt idx="45983">
                  <c:v>0.53221064814715646</c:v>
                </c:pt>
                <c:pt idx="45984">
                  <c:v>0.53222222221666016</c:v>
                </c:pt>
                <c:pt idx="45985">
                  <c:v>0.53223379629343981</c:v>
                </c:pt>
                <c:pt idx="45986">
                  <c:v>0.53224537037021946</c:v>
                </c:pt>
                <c:pt idx="45987">
                  <c:v>0.53225694443972316</c:v>
                </c:pt>
                <c:pt idx="45988">
                  <c:v>0.53226851851650281</c:v>
                </c:pt>
                <c:pt idx="45989">
                  <c:v>0.53228009259328246</c:v>
                </c:pt>
                <c:pt idx="45990">
                  <c:v>0.53229166666278616</c:v>
                </c:pt>
                <c:pt idx="45991">
                  <c:v>0.53230324073956581</c:v>
                </c:pt>
                <c:pt idx="45992">
                  <c:v>0.5323148148090695</c:v>
                </c:pt>
                <c:pt idx="45993">
                  <c:v>0.53232638888584916</c:v>
                </c:pt>
                <c:pt idx="45994">
                  <c:v>0.53233796296262881</c:v>
                </c:pt>
                <c:pt idx="45995">
                  <c:v>0.5323495370321325</c:v>
                </c:pt>
                <c:pt idx="45996">
                  <c:v>0.53236111110891216</c:v>
                </c:pt>
                <c:pt idx="45997">
                  <c:v>0.53237268518569181</c:v>
                </c:pt>
                <c:pt idx="45998">
                  <c:v>0.5323842592551955</c:v>
                </c:pt>
                <c:pt idx="45999">
                  <c:v>0.53239583333197515</c:v>
                </c:pt>
                <c:pt idx="46000">
                  <c:v>0.53240740740147885</c:v>
                </c:pt>
                <c:pt idx="46001">
                  <c:v>0.5324189814782585</c:v>
                </c:pt>
                <c:pt idx="46002">
                  <c:v>0.53243055555503815</c:v>
                </c:pt>
                <c:pt idx="46003">
                  <c:v>0.53244212962454185</c:v>
                </c:pt>
                <c:pt idx="46004">
                  <c:v>0.5324537037013215</c:v>
                </c:pt>
                <c:pt idx="46005">
                  <c:v>0.53246527777810115</c:v>
                </c:pt>
                <c:pt idx="46006">
                  <c:v>0.53247685184760485</c:v>
                </c:pt>
                <c:pt idx="46007">
                  <c:v>0.5324884259243845</c:v>
                </c:pt>
                <c:pt idx="46008">
                  <c:v>0.53250000000116415</c:v>
                </c:pt>
                <c:pt idx="46009">
                  <c:v>0.53251157407066785</c:v>
                </c:pt>
                <c:pt idx="46010">
                  <c:v>0.5325231481474475</c:v>
                </c:pt>
                <c:pt idx="46011">
                  <c:v>0.5325347222169512</c:v>
                </c:pt>
                <c:pt idx="46012">
                  <c:v>0.53254629629373085</c:v>
                </c:pt>
                <c:pt idx="46013">
                  <c:v>0.5325578703705105</c:v>
                </c:pt>
                <c:pt idx="46014">
                  <c:v>0.53256944444001419</c:v>
                </c:pt>
                <c:pt idx="46015">
                  <c:v>0.53258101851679385</c:v>
                </c:pt>
                <c:pt idx="46016">
                  <c:v>0.5325925925935735</c:v>
                </c:pt>
                <c:pt idx="46017">
                  <c:v>0.53260416666307719</c:v>
                </c:pt>
                <c:pt idx="46018">
                  <c:v>0.53261574073985685</c:v>
                </c:pt>
                <c:pt idx="46019">
                  <c:v>0.53262731480936054</c:v>
                </c:pt>
                <c:pt idx="46020">
                  <c:v>0.53263888888614019</c:v>
                </c:pt>
                <c:pt idx="46021">
                  <c:v>0.53265046296291985</c:v>
                </c:pt>
                <c:pt idx="46022">
                  <c:v>0.53266203703242354</c:v>
                </c:pt>
                <c:pt idx="46023">
                  <c:v>0.53267361110920319</c:v>
                </c:pt>
                <c:pt idx="46024">
                  <c:v>0.53268518518598285</c:v>
                </c:pt>
                <c:pt idx="46025">
                  <c:v>0.53269675925548654</c:v>
                </c:pt>
                <c:pt idx="46026">
                  <c:v>0.53270833333226619</c:v>
                </c:pt>
                <c:pt idx="46027">
                  <c:v>0.53271990740176989</c:v>
                </c:pt>
                <c:pt idx="46028">
                  <c:v>0.53273148147854954</c:v>
                </c:pt>
                <c:pt idx="46029">
                  <c:v>0.53274305555532919</c:v>
                </c:pt>
                <c:pt idx="46030">
                  <c:v>0.53275462962483289</c:v>
                </c:pt>
                <c:pt idx="46031">
                  <c:v>0.53276620370161254</c:v>
                </c:pt>
                <c:pt idx="46032">
                  <c:v>0.53277777777839219</c:v>
                </c:pt>
                <c:pt idx="46033">
                  <c:v>0.53278935184789589</c:v>
                </c:pt>
                <c:pt idx="46034">
                  <c:v>0.53280092592467554</c:v>
                </c:pt>
                <c:pt idx="46035">
                  <c:v>0.53281249999417923</c:v>
                </c:pt>
                <c:pt idx="46036">
                  <c:v>0.53282407407095889</c:v>
                </c:pt>
                <c:pt idx="46037">
                  <c:v>0.53283564814773854</c:v>
                </c:pt>
                <c:pt idx="46038">
                  <c:v>0.53284722221724223</c:v>
                </c:pt>
                <c:pt idx="46039">
                  <c:v>0.53285879629402189</c:v>
                </c:pt>
                <c:pt idx="46040">
                  <c:v>0.53287037037080154</c:v>
                </c:pt>
                <c:pt idx="46041">
                  <c:v>0.53288194444030523</c:v>
                </c:pt>
                <c:pt idx="46042">
                  <c:v>0.53289351851708489</c:v>
                </c:pt>
                <c:pt idx="46043">
                  <c:v>0.53290509259386454</c:v>
                </c:pt>
                <c:pt idx="46044">
                  <c:v>0.53291666666336823</c:v>
                </c:pt>
                <c:pt idx="46045">
                  <c:v>0.53292824074014788</c:v>
                </c:pt>
                <c:pt idx="46046">
                  <c:v>0.53293981480965158</c:v>
                </c:pt>
                <c:pt idx="46047">
                  <c:v>0.53295138888643123</c:v>
                </c:pt>
                <c:pt idx="46048">
                  <c:v>0.53296296296321088</c:v>
                </c:pt>
                <c:pt idx="46049">
                  <c:v>0.53297453703271458</c:v>
                </c:pt>
                <c:pt idx="46050">
                  <c:v>0.53298611110949423</c:v>
                </c:pt>
                <c:pt idx="46051">
                  <c:v>0.53299768518627388</c:v>
                </c:pt>
                <c:pt idx="46052">
                  <c:v>0.53300925925577758</c:v>
                </c:pt>
                <c:pt idx="46053">
                  <c:v>0.53302083333255723</c:v>
                </c:pt>
                <c:pt idx="46054">
                  <c:v>0.53303240740206093</c:v>
                </c:pt>
                <c:pt idx="46055">
                  <c:v>0.53304398147884058</c:v>
                </c:pt>
                <c:pt idx="46056">
                  <c:v>0.53305555555562023</c:v>
                </c:pt>
                <c:pt idx="46057">
                  <c:v>0.53306712962512393</c:v>
                </c:pt>
                <c:pt idx="46058">
                  <c:v>0.53307870370190358</c:v>
                </c:pt>
                <c:pt idx="46059">
                  <c:v>0.53309027777868323</c:v>
                </c:pt>
                <c:pt idx="46060">
                  <c:v>0.53310185184818693</c:v>
                </c:pt>
                <c:pt idx="46061">
                  <c:v>0.53311342592496658</c:v>
                </c:pt>
                <c:pt idx="46062">
                  <c:v>0.53312499999447027</c:v>
                </c:pt>
                <c:pt idx="46063">
                  <c:v>0.53313657407124992</c:v>
                </c:pt>
                <c:pt idx="46064">
                  <c:v>0.53314814814802958</c:v>
                </c:pt>
                <c:pt idx="46065">
                  <c:v>0.53315972221753327</c:v>
                </c:pt>
                <c:pt idx="46066">
                  <c:v>0.53317129629431292</c:v>
                </c:pt>
                <c:pt idx="46067">
                  <c:v>0.53318287037109258</c:v>
                </c:pt>
                <c:pt idx="46068">
                  <c:v>0.53319444444059627</c:v>
                </c:pt>
                <c:pt idx="46069">
                  <c:v>0.53320601851737592</c:v>
                </c:pt>
                <c:pt idx="46070">
                  <c:v>0.53321759258687962</c:v>
                </c:pt>
                <c:pt idx="46071">
                  <c:v>0.53322916666365927</c:v>
                </c:pt>
                <c:pt idx="46072">
                  <c:v>0.53324074074043892</c:v>
                </c:pt>
                <c:pt idx="46073">
                  <c:v>0.53325231480994262</c:v>
                </c:pt>
                <c:pt idx="46074">
                  <c:v>0.53326388888672227</c:v>
                </c:pt>
                <c:pt idx="46075">
                  <c:v>0.53327546296350192</c:v>
                </c:pt>
                <c:pt idx="46076">
                  <c:v>0.53328703703300562</c:v>
                </c:pt>
                <c:pt idx="46077">
                  <c:v>0.53329861110978527</c:v>
                </c:pt>
                <c:pt idx="46078">
                  <c:v>0.53331018517928896</c:v>
                </c:pt>
                <c:pt idx="46079">
                  <c:v>0.53332175925606862</c:v>
                </c:pt>
                <c:pt idx="46080">
                  <c:v>0.53333333333284827</c:v>
                </c:pt>
                <c:pt idx="46081">
                  <c:v>0.53334490740235196</c:v>
                </c:pt>
                <c:pt idx="46082">
                  <c:v>0.53335648147913162</c:v>
                </c:pt>
                <c:pt idx="46083">
                  <c:v>0.53336805555591127</c:v>
                </c:pt>
                <c:pt idx="46084">
                  <c:v>0.53337962962541496</c:v>
                </c:pt>
                <c:pt idx="46085">
                  <c:v>0.53339120370219462</c:v>
                </c:pt>
                <c:pt idx="46086">
                  <c:v>0.53340277777897427</c:v>
                </c:pt>
                <c:pt idx="46087">
                  <c:v>0.53341435184847796</c:v>
                </c:pt>
                <c:pt idx="46088">
                  <c:v>0.53342592592525762</c:v>
                </c:pt>
                <c:pt idx="46089">
                  <c:v>0.53343749999476131</c:v>
                </c:pt>
                <c:pt idx="46090">
                  <c:v>0.53344907407154096</c:v>
                </c:pt>
                <c:pt idx="46091">
                  <c:v>0.53346064814832062</c:v>
                </c:pt>
                <c:pt idx="46092">
                  <c:v>0.53347222221782431</c:v>
                </c:pt>
                <c:pt idx="46093">
                  <c:v>0.53348379629460396</c:v>
                </c:pt>
                <c:pt idx="46094">
                  <c:v>0.53349537037138361</c:v>
                </c:pt>
                <c:pt idx="46095">
                  <c:v>0.53350694444088731</c:v>
                </c:pt>
                <c:pt idx="46096">
                  <c:v>0.53351851851766696</c:v>
                </c:pt>
                <c:pt idx="46097">
                  <c:v>0.53353009258717066</c:v>
                </c:pt>
                <c:pt idx="46098">
                  <c:v>0.53354166666395031</c:v>
                </c:pt>
                <c:pt idx="46099">
                  <c:v>0.53355324074072996</c:v>
                </c:pt>
                <c:pt idx="46100">
                  <c:v>0.53356481481023366</c:v>
                </c:pt>
                <c:pt idx="46101">
                  <c:v>0.53357638888701331</c:v>
                </c:pt>
                <c:pt idx="46102">
                  <c:v>0.53358796296379296</c:v>
                </c:pt>
                <c:pt idx="46103">
                  <c:v>0.53359953703329666</c:v>
                </c:pt>
                <c:pt idx="46104">
                  <c:v>0.53361111111007631</c:v>
                </c:pt>
                <c:pt idx="46105">
                  <c:v>0.53362268517958</c:v>
                </c:pt>
                <c:pt idx="46106">
                  <c:v>0.53363425925635966</c:v>
                </c:pt>
                <c:pt idx="46107">
                  <c:v>0.53364583333313931</c:v>
                </c:pt>
                <c:pt idx="46108">
                  <c:v>0.533657407402643</c:v>
                </c:pt>
                <c:pt idx="46109">
                  <c:v>0.53366898147942265</c:v>
                </c:pt>
                <c:pt idx="46110">
                  <c:v>0.53368055555620231</c:v>
                </c:pt>
                <c:pt idx="46111">
                  <c:v>0.533692129625706</c:v>
                </c:pt>
                <c:pt idx="46112">
                  <c:v>0.53370370370248565</c:v>
                </c:pt>
                <c:pt idx="46113">
                  <c:v>0.53371527777198935</c:v>
                </c:pt>
                <c:pt idx="46114">
                  <c:v>0.533726851848769</c:v>
                </c:pt>
                <c:pt idx="46115">
                  <c:v>0.53373842592554865</c:v>
                </c:pt>
                <c:pt idx="46116">
                  <c:v>0.53374999999505235</c:v>
                </c:pt>
                <c:pt idx="46117">
                  <c:v>0.533761574071832</c:v>
                </c:pt>
                <c:pt idx="46118">
                  <c:v>0.53377314814861165</c:v>
                </c:pt>
                <c:pt idx="46119">
                  <c:v>0.53378472221811535</c:v>
                </c:pt>
                <c:pt idx="46120">
                  <c:v>0.533796296294895</c:v>
                </c:pt>
                <c:pt idx="46121">
                  <c:v>0.53380787037167465</c:v>
                </c:pt>
                <c:pt idx="46122">
                  <c:v>0.53381944444117835</c:v>
                </c:pt>
                <c:pt idx="46123">
                  <c:v>0.533831018517958</c:v>
                </c:pt>
                <c:pt idx="46124">
                  <c:v>0.5338425925874617</c:v>
                </c:pt>
                <c:pt idx="46125">
                  <c:v>0.53385416666424135</c:v>
                </c:pt>
                <c:pt idx="46126">
                  <c:v>0.533865740741021</c:v>
                </c:pt>
                <c:pt idx="46127">
                  <c:v>0.53387731481052469</c:v>
                </c:pt>
                <c:pt idx="46128">
                  <c:v>0.53388888888730435</c:v>
                </c:pt>
                <c:pt idx="46129">
                  <c:v>0.533900462964084</c:v>
                </c:pt>
                <c:pt idx="46130">
                  <c:v>0.53391203703358769</c:v>
                </c:pt>
                <c:pt idx="46131">
                  <c:v>0.53392361111036735</c:v>
                </c:pt>
                <c:pt idx="46132">
                  <c:v>0.53393518517987104</c:v>
                </c:pt>
                <c:pt idx="46133">
                  <c:v>0.53394675925665069</c:v>
                </c:pt>
                <c:pt idx="46134">
                  <c:v>0.53395833333343035</c:v>
                </c:pt>
                <c:pt idx="46135">
                  <c:v>0.53396990740293404</c:v>
                </c:pt>
                <c:pt idx="46136">
                  <c:v>0.53398148147971369</c:v>
                </c:pt>
                <c:pt idx="46137">
                  <c:v>0.53399305555649335</c:v>
                </c:pt>
                <c:pt idx="46138">
                  <c:v>0.53400462962599704</c:v>
                </c:pt>
                <c:pt idx="46139">
                  <c:v>0.53401620370277669</c:v>
                </c:pt>
                <c:pt idx="46140">
                  <c:v>0.53402777777228039</c:v>
                </c:pt>
                <c:pt idx="46141">
                  <c:v>0.53403935184906004</c:v>
                </c:pt>
                <c:pt idx="46142">
                  <c:v>0.53405092592583969</c:v>
                </c:pt>
                <c:pt idx="46143">
                  <c:v>0.53406249999534339</c:v>
                </c:pt>
                <c:pt idx="46144">
                  <c:v>0.53407407407212304</c:v>
                </c:pt>
                <c:pt idx="46145">
                  <c:v>0.53408564814890269</c:v>
                </c:pt>
                <c:pt idx="46146">
                  <c:v>0.53409722221840639</c:v>
                </c:pt>
                <c:pt idx="46147">
                  <c:v>0.53410879629518604</c:v>
                </c:pt>
                <c:pt idx="46148">
                  <c:v>0.53412037036468973</c:v>
                </c:pt>
                <c:pt idx="46149">
                  <c:v>0.53413194444146939</c:v>
                </c:pt>
                <c:pt idx="46150">
                  <c:v>0.53414351851824904</c:v>
                </c:pt>
                <c:pt idx="46151">
                  <c:v>0.53415509258775273</c:v>
                </c:pt>
                <c:pt idx="46152">
                  <c:v>0.53416666666453239</c:v>
                </c:pt>
                <c:pt idx="46153">
                  <c:v>0.53417824074131204</c:v>
                </c:pt>
                <c:pt idx="46154">
                  <c:v>0.53418981481081573</c:v>
                </c:pt>
                <c:pt idx="46155">
                  <c:v>0.53420138888759539</c:v>
                </c:pt>
                <c:pt idx="46156">
                  <c:v>0.53421296295709908</c:v>
                </c:pt>
                <c:pt idx="46157">
                  <c:v>0.53422453703387873</c:v>
                </c:pt>
                <c:pt idx="46158">
                  <c:v>0.53423611111065838</c:v>
                </c:pt>
                <c:pt idx="46159">
                  <c:v>0.53424768518016208</c:v>
                </c:pt>
                <c:pt idx="46160">
                  <c:v>0.53425925925694173</c:v>
                </c:pt>
                <c:pt idx="46161">
                  <c:v>0.53427083333372138</c:v>
                </c:pt>
                <c:pt idx="46162">
                  <c:v>0.53428240740322508</c:v>
                </c:pt>
                <c:pt idx="46163">
                  <c:v>0.53429398148000473</c:v>
                </c:pt>
                <c:pt idx="46164">
                  <c:v>0.53430555555678438</c:v>
                </c:pt>
                <c:pt idx="46165">
                  <c:v>0.53431712962628808</c:v>
                </c:pt>
                <c:pt idx="46166">
                  <c:v>0.53432870370306773</c:v>
                </c:pt>
                <c:pt idx="46167">
                  <c:v>0.53434027777257143</c:v>
                </c:pt>
                <c:pt idx="46168">
                  <c:v>0.53435185184935108</c:v>
                </c:pt>
                <c:pt idx="46169">
                  <c:v>0.53436342592613073</c:v>
                </c:pt>
                <c:pt idx="46170">
                  <c:v>0.53437499999563443</c:v>
                </c:pt>
                <c:pt idx="46171">
                  <c:v>0.53438657407241408</c:v>
                </c:pt>
                <c:pt idx="46172">
                  <c:v>0.53439814814919373</c:v>
                </c:pt>
                <c:pt idx="46173">
                  <c:v>0.53440972221869742</c:v>
                </c:pt>
                <c:pt idx="46174">
                  <c:v>0.53442129629547708</c:v>
                </c:pt>
                <c:pt idx="46175">
                  <c:v>0.53443287036498077</c:v>
                </c:pt>
                <c:pt idx="46176">
                  <c:v>0.53444444444176042</c:v>
                </c:pt>
                <c:pt idx="46177">
                  <c:v>0.53445601851854008</c:v>
                </c:pt>
                <c:pt idx="46178">
                  <c:v>0.53446759258804377</c:v>
                </c:pt>
                <c:pt idx="46179">
                  <c:v>0.53447916666482342</c:v>
                </c:pt>
                <c:pt idx="46180">
                  <c:v>0.53449074074160308</c:v>
                </c:pt>
                <c:pt idx="46181">
                  <c:v>0.53450231481110677</c:v>
                </c:pt>
                <c:pt idx="46182">
                  <c:v>0.53451388888788642</c:v>
                </c:pt>
                <c:pt idx="46183">
                  <c:v>0.53452546295739012</c:v>
                </c:pt>
                <c:pt idx="46184">
                  <c:v>0.53453703703416977</c:v>
                </c:pt>
                <c:pt idx="46185">
                  <c:v>0.53454861111094942</c:v>
                </c:pt>
                <c:pt idx="46186">
                  <c:v>0.53456018518045312</c:v>
                </c:pt>
                <c:pt idx="46187">
                  <c:v>0.53457175925723277</c:v>
                </c:pt>
                <c:pt idx="46188">
                  <c:v>0.53458333333401242</c:v>
                </c:pt>
                <c:pt idx="46189">
                  <c:v>0.53459490740351612</c:v>
                </c:pt>
                <c:pt idx="46190">
                  <c:v>0.53460648148029577</c:v>
                </c:pt>
                <c:pt idx="46191">
                  <c:v>0.53461805554979946</c:v>
                </c:pt>
                <c:pt idx="46192">
                  <c:v>0.53462962962657912</c:v>
                </c:pt>
                <c:pt idx="46193">
                  <c:v>0.53464120370335877</c:v>
                </c:pt>
                <c:pt idx="46194">
                  <c:v>0.53465277777286246</c:v>
                </c:pt>
                <c:pt idx="46195">
                  <c:v>0.53466435184964212</c:v>
                </c:pt>
                <c:pt idx="46196">
                  <c:v>0.53467592592642177</c:v>
                </c:pt>
                <c:pt idx="46197">
                  <c:v>0.53468749999592546</c:v>
                </c:pt>
                <c:pt idx="46198">
                  <c:v>0.53469907407270512</c:v>
                </c:pt>
                <c:pt idx="46199">
                  <c:v>0.53471064814948477</c:v>
                </c:pt>
                <c:pt idx="46200">
                  <c:v>0.53472222221898846</c:v>
                </c:pt>
                <c:pt idx="46201">
                  <c:v>0.53473379629576812</c:v>
                </c:pt>
                <c:pt idx="46202">
                  <c:v>0.53474537036527181</c:v>
                </c:pt>
                <c:pt idx="46203">
                  <c:v>0.53475694444205146</c:v>
                </c:pt>
                <c:pt idx="46204">
                  <c:v>0.53476851851883112</c:v>
                </c:pt>
                <c:pt idx="46205">
                  <c:v>0.53478009258833481</c:v>
                </c:pt>
                <c:pt idx="46206">
                  <c:v>0.53479166666511446</c:v>
                </c:pt>
                <c:pt idx="46207">
                  <c:v>0.53480324074189411</c:v>
                </c:pt>
                <c:pt idx="46208">
                  <c:v>0.53481481481139781</c:v>
                </c:pt>
                <c:pt idx="46209">
                  <c:v>0.53482638888817746</c:v>
                </c:pt>
                <c:pt idx="46210">
                  <c:v>0.53483796295768116</c:v>
                </c:pt>
                <c:pt idx="46211">
                  <c:v>0.53484953703446081</c:v>
                </c:pt>
                <c:pt idx="46212">
                  <c:v>0.53486111111124046</c:v>
                </c:pt>
                <c:pt idx="46213">
                  <c:v>0.53487268518074416</c:v>
                </c:pt>
                <c:pt idx="46214">
                  <c:v>0.53488425925752381</c:v>
                </c:pt>
                <c:pt idx="46215">
                  <c:v>0.53489583333430346</c:v>
                </c:pt>
                <c:pt idx="46216">
                  <c:v>0.53490740740380716</c:v>
                </c:pt>
                <c:pt idx="46217">
                  <c:v>0.53491898148058681</c:v>
                </c:pt>
                <c:pt idx="46218">
                  <c:v>0.5349305555500905</c:v>
                </c:pt>
                <c:pt idx="46219">
                  <c:v>0.53494212962687016</c:v>
                </c:pt>
                <c:pt idx="46220">
                  <c:v>0.53495370370364981</c:v>
                </c:pt>
                <c:pt idx="46221">
                  <c:v>0.5349652777731535</c:v>
                </c:pt>
                <c:pt idx="46222">
                  <c:v>0.53497685184993315</c:v>
                </c:pt>
                <c:pt idx="46223">
                  <c:v>0.53498842592671281</c:v>
                </c:pt>
                <c:pt idx="46224">
                  <c:v>0.5349999999962165</c:v>
                </c:pt>
                <c:pt idx="46225">
                  <c:v>0.53501157407299615</c:v>
                </c:pt>
                <c:pt idx="46226">
                  <c:v>0.53502314814249985</c:v>
                </c:pt>
                <c:pt idx="46227">
                  <c:v>0.5350347222192795</c:v>
                </c:pt>
                <c:pt idx="46228">
                  <c:v>0.53504629629605915</c:v>
                </c:pt>
                <c:pt idx="46229">
                  <c:v>0.53505787036556285</c:v>
                </c:pt>
                <c:pt idx="46230">
                  <c:v>0.5350694444423425</c:v>
                </c:pt>
                <c:pt idx="46231">
                  <c:v>0.53508101851912215</c:v>
                </c:pt>
                <c:pt idx="46232">
                  <c:v>0.53509259258862585</c:v>
                </c:pt>
                <c:pt idx="46233">
                  <c:v>0.5351041666654055</c:v>
                </c:pt>
                <c:pt idx="46234">
                  <c:v>0.5351157407349092</c:v>
                </c:pt>
                <c:pt idx="46235">
                  <c:v>0.53512731481168885</c:v>
                </c:pt>
                <c:pt idx="46236">
                  <c:v>0.5351388888884685</c:v>
                </c:pt>
                <c:pt idx="46237">
                  <c:v>0.53515046295797219</c:v>
                </c:pt>
                <c:pt idx="46238">
                  <c:v>0.53516203703475185</c:v>
                </c:pt>
                <c:pt idx="46239">
                  <c:v>0.5351736111115315</c:v>
                </c:pt>
                <c:pt idx="46240">
                  <c:v>0.53518518518103519</c:v>
                </c:pt>
                <c:pt idx="46241">
                  <c:v>0.53519675925781485</c:v>
                </c:pt>
                <c:pt idx="46242">
                  <c:v>0.5352083333345945</c:v>
                </c:pt>
                <c:pt idx="46243">
                  <c:v>0.53521990740409819</c:v>
                </c:pt>
                <c:pt idx="46244">
                  <c:v>0.53523148148087785</c:v>
                </c:pt>
                <c:pt idx="46245">
                  <c:v>0.53524305555038154</c:v>
                </c:pt>
                <c:pt idx="46246">
                  <c:v>0.53525462962716119</c:v>
                </c:pt>
                <c:pt idx="46247">
                  <c:v>0.53526620370394085</c:v>
                </c:pt>
                <c:pt idx="46248">
                  <c:v>0.53527777777344454</c:v>
                </c:pt>
                <c:pt idx="46249">
                  <c:v>0.53528935185022419</c:v>
                </c:pt>
                <c:pt idx="46250">
                  <c:v>0.53530092592700385</c:v>
                </c:pt>
                <c:pt idx="46251">
                  <c:v>0.53531249999650754</c:v>
                </c:pt>
                <c:pt idx="46252">
                  <c:v>0.53532407407328719</c:v>
                </c:pt>
                <c:pt idx="46253">
                  <c:v>0.53533564814279089</c:v>
                </c:pt>
                <c:pt idx="46254">
                  <c:v>0.53534722221957054</c:v>
                </c:pt>
                <c:pt idx="46255">
                  <c:v>0.53535879629635019</c:v>
                </c:pt>
                <c:pt idx="46256">
                  <c:v>0.53537037036585389</c:v>
                </c:pt>
                <c:pt idx="46257">
                  <c:v>0.53538194444263354</c:v>
                </c:pt>
                <c:pt idx="46258">
                  <c:v>0.53539351851941319</c:v>
                </c:pt>
                <c:pt idx="46259">
                  <c:v>0.53540509258891689</c:v>
                </c:pt>
                <c:pt idx="46260">
                  <c:v>0.53541666666569654</c:v>
                </c:pt>
                <c:pt idx="46261">
                  <c:v>0.53542824073520023</c:v>
                </c:pt>
                <c:pt idx="46262">
                  <c:v>0.53543981481197989</c:v>
                </c:pt>
                <c:pt idx="46263">
                  <c:v>0.53545138888875954</c:v>
                </c:pt>
                <c:pt idx="46264">
                  <c:v>0.53546296295826323</c:v>
                </c:pt>
                <c:pt idx="46265">
                  <c:v>0.53547453703504289</c:v>
                </c:pt>
                <c:pt idx="46266">
                  <c:v>0.53548611111182254</c:v>
                </c:pt>
                <c:pt idx="46267">
                  <c:v>0.53549768518132623</c:v>
                </c:pt>
                <c:pt idx="46268">
                  <c:v>0.53550925925810589</c:v>
                </c:pt>
                <c:pt idx="46269">
                  <c:v>0.53552083332760958</c:v>
                </c:pt>
                <c:pt idx="46270">
                  <c:v>0.53553240740438923</c:v>
                </c:pt>
                <c:pt idx="46271">
                  <c:v>0.53554398148116888</c:v>
                </c:pt>
                <c:pt idx="46272">
                  <c:v>0.53555555555067258</c:v>
                </c:pt>
                <c:pt idx="46273">
                  <c:v>0.53556712962745223</c:v>
                </c:pt>
                <c:pt idx="46274">
                  <c:v>0.53557870370423188</c:v>
                </c:pt>
                <c:pt idx="46275">
                  <c:v>0.53559027777373558</c:v>
                </c:pt>
                <c:pt idx="46276">
                  <c:v>0.53560185185051523</c:v>
                </c:pt>
                <c:pt idx="46277">
                  <c:v>0.53561342592001893</c:v>
                </c:pt>
                <c:pt idx="46278">
                  <c:v>0.53562499999679858</c:v>
                </c:pt>
                <c:pt idx="46279">
                  <c:v>0.53563657407357823</c:v>
                </c:pt>
                <c:pt idx="46280">
                  <c:v>0.53564814814308193</c:v>
                </c:pt>
                <c:pt idx="46281">
                  <c:v>0.53565972221986158</c:v>
                </c:pt>
                <c:pt idx="46282">
                  <c:v>0.53567129629664123</c:v>
                </c:pt>
                <c:pt idx="46283">
                  <c:v>0.53568287036614493</c:v>
                </c:pt>
                <c:pt idx="46284">
                  <c:v>0.53569444444292458</c:v>
                </c:pt>
                <c:pt idx="46285">
                  <c:v>0.53570601851970423</c:v>
                </c:pt>
                <c:pt idx="46286">
                  <c:v>0.53571759258920792</c:v>
                </c:pt>
                <c:pt idx="46287">
                  <c:v>0.53572916666598758</c:v>
                </c:pt>
                <c:pt idx="46288">
                  <c:v>0.53574074073549127</c:v>
                </c:pt>
                <c:pt idx="46289">
                  <c:v>0.53575231481227092</c:v>
                </c:pt>
                <c:pt idx="46290">
                  <c:v>0.53576388888905058</c:v>
                </c:pt>
                <c:pt idx="46291">
                  <c:v>0.53577546295855427</c:v>
                </c:pt>
                <c:pt idx="46292">
                  <c:v>0.53578703703533392</c:v>
                </c:pt>
                <c:pt idx="46293">
                  <c:v>0.53579861111211358</c:v>
                </c:pt>
                <c:pt idx="46294">
                  <c:v>0.53581018518161727</c:v>
                </c:pt>
                <c:pt idx="46295">
                  <c:v>0.53582175925839692</c:v>
                </c:pt>
                <c:pt idx="46296">
                  <c:v>0.53583333332790062</c:v>
                </c:pt>
                <c:pt idx="46297">
                  <c:v>0.53584490740468027</c:v>
                </c:pt>
                <c:pt idx="46298">
                  <c:v>0.53585648148145992</c:v>
                </c:pt>
                <c:pt idx="46299">
                  <c:v>0.53586805555096362</c:v>
                </c:pt>
                <c:pt idx="46300">
                  <c:v>0.53587962962774327</c:v>
                </c:pt>
                <c:pt idx="46301">
                  <c:v>0.53589120370452292</c:v>
                </c:pt>
                <c:pt idx="46302">
                  <c:v>0.53590277777402662</c:v>
                </c:pt>
                <c:pt idx="46303">
                  <c:v>0.53591435185080627</c:v>
                </c:pt>
                <c:pt idx="46304">
                  <c:v>0.53592592592030996</c:v>
                </c:pt>
                <c:pt idx="46305">
                  <c:v>0.53593749999708962</c:v>
                </c:pt>
                <c:pt idx="46306">
                  <c:v>0.53594907407386927</c:v>
                </c:pt>
                <c:pt idx="46307">
                  <c:v>0.53596064814337296</c:v>
                </c:pt>
                <c:pt idx="46308">
                  <c:v>0.53597222222015262</c:v>
                </c:pt>
                <c:pt idx="46309">
                  <c:v>0.53598379629693227</c:v>
                </c:pt>
                <c:pt idx="46310">
                  <c:v>0.53599537036643596</c:v>
                </c:pt>
                <c:pt idx="46311">
                  <c:v>0.53600694444321562</c:v>
                </c:pt>
                <c:pt idx="46312">
                  <c:v>0.53601851851271931</c:v>
                </c:pt>
                <c:pt idx="46313">
                  <c:v>0.53603009258949896</c:v>
                </c:pt>
                <c:pt idx="46314">
                  <c:v>0.53604166666627862</c:v>
                </c:pt>
                <c:pt idx="46315">
                  <c:v>0.53605324073578231</c:v>
                </c:pt>
                <c:pt idx="46316">
                  <c:v>0.53606481481256196</c:v>
                </c:pt>
                <c:pt idx="46317">
                  <c:v>0.53607638888934162</c:v>
                </c:pt>
                <c:pt idx="46318">
                  <c:v>0.53608796295884531</c:v>
                </c:pt>
                <c:pt idx="46319">
                  <c:v>0.53609953703562496</c:v>
                </c:pt>
                <c:pt idx="46320">
                  <c:v>0.53611111111240461</c:v>
                </c:pt>
                <c:pt idx="46321">
                  <c:v>0.53612268518190831</c:v>
                </c:pt>
                <c:pt idx="46322">
                  <c:v>0.53613425925868796</c:v>
                </c:pt>
                <c:pt idx="46323">
                  <c:v>0.53614583332819166</c:v>
                </c:pt>
                <c:pt idx="46324">
                  <c:v>0.53615740740497131</c:v>
                </c:pt>
                <c:pt idx="46325">
                  <c:v>0.53616898148175096</c:v>
                </c:pt>
                <c:pt idx="46326">
                  <c:v>0.53618055555125466</c:v>
                </c:pt>
                <c:pt idx="46327">
                  <c:v>0.53619212962803431</c:v>
                </c:pt>
                <c:pt idx="46328">
                  <c:v>0.53620370370481396</c:v>
                </c:pt>
                <c:pt idx="46329">
                  <c:v>0.53621527777431766</c:v>
                </c:pt>
                <c:pt idx="46330">
                  <c:v>0.53622685185109731</c:v>
                </c:pt>
                <c:pt idx="46331">
                  <c:v>0.536238425920601</c:v>
                </c:pt>
                <c:pt idx="46332">
                  <c:v>0.53624999999738066</c:v>
                </c:pt>
                <c:pt idx="46333">
                  <c:v>0.53626157407416031</c:v>
                </c:pt>
                <c:pt idx="46334">
                  <c:v>0.536273148143664</c:v>
                </c:pt>
                <c:pt idx="46335">
                  <c:v>0.53628472222044365</c:v>
                </c:pt>
                <c:pt idx="46336">
                  <c:v>0.53629629629722331</c:v>
                </c:pt>
                <c:pt idx="46337">
                  <c:v>0.536307870366727</c:v>
                </c:pt>
                <c:pt idx="46338">
                  <c:v>0.53631944444350665</c:v>
                </c:pt>
                <c:pt idx="46339">
                  <c:v>0.53633101851301035</c:v>
                </c:pt>
                <c:pt idx="46340">
                  <c:v>0.53634259258979</c:v>
                </c:pt>
                <c:pt idx="46341">
                  <c:v>0.53635416666656965</c:v>
                </c:pt>
                <c:pt idx="46342">
                  <c:v>0.53636574073607335</c:v>
                </c:pt>
                <c:pt idx="46343">
                  <c:v>0.536377314812853</c:v>
                </c:pt>
                <c:pt idx="46344">
                  <c:v>0.53638888888963265</c:v>
                </c:pt>
                <c:pt idx="46345">
                  <c:v>0.53640046295913635</c:v>
                </c:pt>
                <c:pt idx="46346">
                  <c:v>0.536412037035916</c:v>
                </c:pt>
                <c:pt idx="46347">
                  <c:v>0.5364236111054197</c:v>
                </c:pt>
                <c:pt idx="46348">
                  <c:v>0.53643518518219935</c:v>
                </c:pt>
                <c:pt idx="46349">
                  <c:v>0.536446759258979</c:v>
                </c:pt>
                <c:pt idx="46350">
                  <c:v>0.53645833332848269</c:v>
                </c:pt>
                <c:pt idx="46351">
                  <c:v>0.53646990740526235</c:v>
                </c:pt>
                <c:pt idx="46352">
                  <c:v>0.536481481482042</c:v>
                </c:pt>
                <c:pt idx="46353">
                  <c:v>0.53649305555154569</c:v>
                </c:pt>
                <c:pt idx="46354">
                  <c:v>0.53650462962832535</c:v>
                </c:pt>
                <c:pt idx="46355">
                  <c:v>0.53651620369782904</c:v>
                </c:pt>
                <c:pt idx="46356">
                  <c:v>0.53652777777460869</c:v>
                </c:pt>
                <c:pt idx="46357">
                  <c:v>0.53653935185138835</c:v>
                </c:pt>
                <c:pt idx="46358">
                  <c:v>0.53655092592089204</c:v>
                </c:pt>
                <c:pt idx="46359">
                  <c:v>0.53656249999767169</c:v>
                </c:pt>
                <c:pt idx="46360">
                  <c:v>0.53657407407445135</c:v>
                </c:pt>
                <c:pt idx="46361">
                  <c:v>0.53658564814395504</c:v>
                </c:pt>
                <c:pt idx="46362">
                  <c:v>0.53659722222073469</c:v>
                </c:pt>
                <c:pt idx="46363">
                  <c:v>0.53660879629751435</c:v>
                </c:pt>
                <c:pt idx="46364">
                  <c:v>0.53662037036701804</c:v>
                </c:pt>
                <c:pt idx="46365">
                  <c:v>0.53663194444379769</c:v>
                </c:pt>
                <c:pt idx="46366">
                  <c:v>0.53664351851330139</c:v>
                </c:pt>
                <c:pt idx="46367">
                  <c:v>0.53665509259008104</c:v>
                </c:pt>
                <c:pt idx="46368">
                  <c:v>0.53666666666686069</c:v>
                </c:pt>
                <c:pt idx="46369">
                  <c:v>0.53667824073636439</c:v>
                </c:pt>
                <c:pt idx="46370">
                  <c:v>0.53668981481314404</c:v>
                </c:pt>
                <c:pt idx="46371">
                  <c:v>0.53670138888992369</c:v>
                </c:pt>
                <c:pt idx="46372">
                  <c:v>0.53671296295942739</c:v>
                </c:pt>
                <c:pt idx="46373">
                  <c:v>0.53672453703620704</c:v>
                </c:pt>
                <c:pt idx="46374">
                  <c:v>0.53673611110571073</c:v>
                </c:pt>
                <c:pt idx="46375">
                  <c:v>0.53674768518249039</c:v>
                </c:pt>
                <c:pt idx="46376">
                  <c:v>0.53675925925927004</c:v>
                </c:pt>
                <c:pt idx="46377">
                  <c:v>0.53677083332877373</c:v>
                </c:pt>
                <c:pt idx="46378">
                  <c:v>0.53678240740555339</c:v>
                </c:pt>
                <c:pt idx="46379">
                  <c:v>0.53679398148233304</c:v>
                </c:pt>
                <c:pt idx="46380">
                  <c:v>0.53680555555183673</c:v>
                </c:pt>
                <c:pt idx="46381">
                  <c:v>0.53681712962861639</c:v>
                </c:pt>
                <c:pt idx="46382">
                  <c:v>0.53682870369812008</c:v>
                </c:pt>
                <c:pt idx="46383">
                  <c:v>0.53684027777489973</c:v>
                </c:pt>
                <c:pt idx="46384">
                  <c:v>0.53685185185167938</c:v>
                </c:pt>
                <c:pt idx="46385">
                  <c:v>0.53686342592118308</c:v>
                </c:pt>
                <c:pt idx="46386">
                  <c:v>0.53687499999796273</c:v>
                </c:pt>
                <c:pt idx="46387">
                  <c:v>0.53688657407474238</c:v>
                </c:pt>
                <c:pt idx="46388">
                  <c:v>0.53689814814424608</c:v>
                </c:pt>
                <c:pt idx="46389">
                  <c:v>0.53690972222102573</c:v>
                </c:pt>
                <c:pt idx="46390">
                  <c:v>0.53692129629052943</c:v>
                </c:pt>
                <c:pt idx="46391">
                  <c:v>0.53693287036730908</c:v>
                </c:pt>
                <c:pt idx="46392">
                  <c:v>0.53694444444408873</c:v>
                </c:pt>
                <c:pt idx="46393">
                  <c:v>0.53695601851359243</c:v>
                </c:pt>
                <c:pt idx="46394">
                  <c:v>0.53696759259037208</c:v>
                </c:pt>
                <c:pt idx="46395">
                  <c:v>0.53697916666715173</c:v>
                </c:pt>
                <c:pt idx="46396">
                  <c:v>0.53699074073665543</c:v>
                </c:pt>
                <c:pt idx="46397">
                  <c:v>0.53700231481343508</c:v>
                </c:pt>
                <c:pt idx="46398">
                  <c:v>0.53701388889021473</c:v>
                </c:pt>
                <c:pt idx="46399">
                  <c:v>0.53702546295971842</c:v>
                </c:pt>
                <c:pt idx="46400">
                  <c:v>0.53703703703649808</c:v>
                </c:pt>
                <c:pt idx="46401">
                  <c:v>0.53704861110600177</c:v>
                </c:pt>
                <c:pt idx="46402">
                  <c:v>0.53706018518278142</c:v>
                </c:pt>
                <c:pt idx="46403">
                  <c:v>0.53707175925956108</c:v>
                </c:pt>
                <c:pt idx="46404">
                  <c:v>0.53708333332906477</c:v>
                </c:pt>
                <c:pt idx="46405">
                  <c:v>0.53709490740584442</c:v>
                </c:pt>
                <c:pt idx="46406">
                  <c:v>0.53710648148262408</c:v>
                </c:pt>
                <c:pt idx="46407">
                  <c:v>0.53711805555212777</c:v>
                </c:pt>
                <c:pt idx="46408">
                  <c:v>0.53712962962890742</c:v>
                </c:pt>
                <c:pt idx="46409">
                  <c:v>0.53714120369841112</c:v>
                </c:pt>
                <c:pt idx="46410">
                  <c:v>0.53715277777519077</c:v>
                </c:pt>
                <c:pt idx="46411">
                  <c:v>0.53716435185197042</c:v>
                </c:pt>
                <c:pt idx="46412">
                  <c:v>0.53717592592147412</c:v>
                </c:pt>
                <c:pt idx="46413">
                  <c:v>0.53718749999825377</c:v>
                </c:pt>
                <c:pt idx="46414">
                  <c:v>0.53719907407503342</c:v>
                </c:pt>
                <c:pt idx="46415">
                  <c:v>0.53721064814453712</c:v>
                </c:pt>
                <c:pt idx="46416">
                  <c:v>0.53722222222131677</c:v>
                </c:pt>
                <c:pt idx="46417">
                  <c:v>0.53723379629082046</c:v>
                </c:pt>
                <c:pt idx="46418">
                  <c:v>0.53724537036760012</c:v>
                </c:pt>
                <c:pt idx="46419">
                  <c:v>0.53725694444437977</c:v>
                </c:pt>
                <c:pt idx="46420">
                  <c:v>0.53726851851388346</c:v>
                </c:pt>
                <c:pt idx="46421">
                  <c:v>0.53728009259066312</c:v>
                </c:pt>
                <c:pt idx="46422">
                  <c:v>0.53729166666744277</c:v>
                </c:pt>
                <c:pt idx="46423">
                  <c:v>0.53730324073694646</c:v>
                </c:pt>
                <c:pt idx="46424">
                  <c:v>0.53731481481372612</c:v>
                </c:pt>
                <c:pt idx="46425">
                  <c:v>0.53732638888322981</c:v>
                </c:pt>
                <c:pt idx="46426">
                  <c:v>0.53733796296000946</c:v>
                </c:pt>
                <c:pt idx="46427">
                  <c:v>0.53734953703678912</c:v>
                </c:pt>
                <c:pt idx="46428">
                  <c:v>0.53736111110629281</c:v>
                </c:pt>
                <c:pt idx="46429">
                  <c:v>0.53737268518307246</c:v>
                </c:pt>
                <c:pt idx="46430">
                  <c:v>0.53738425925985212</c:v>
                </c:pt>
                <c:pt idx="46431">
                  <c:v>0.53739583332935581</c:v>
                </c:pt>
                <c:pt idx="46432">
                  <c:v>0.53740740740613546</c:v>
                </c:pt>
                <c:pt idx="46433">
                  <c:v>0.53741898147563916</c:v>
                </c:pt>
                <c:pt idx="46434">
                  <c:v>0.53743055555241881</c:v>
                </c:pt>
                <c:pt idx="46435">
                  <c:v>0.53744212962919846</c:v>
                </c:pt>
                <c:pt idx="46436">
                  <c:v>0.53745370369870216</c:v>
                </c:pt>
                <c:pt idx="46437">
                  <c:v>0.53746527777548181</c:v>
                </c:pt>
                <c:pt idx="46438">
                  <c:v>0.53747685185226146</c:v>
                </c:pt>
                <c:pt idx="46439">
                  <c:v>0.53748842592176516</c:v>
                </c:pt>
                <c:pt idx="46440">
                  <c:v>0.53749999999854481</c:v>
                </c:pt>
                <c:pt idx="46441">
                  <c:v>0.53751157407532446</c:v>
                </c:pt>
                <c:pt idx="46442">
                  <c:v>0.53752314814482816</c:v>
                </c:pt>
                <c:pt idx="46443">
                  <c:v>0.53753472222160781</c:v>
                </c:pt>
                <c:pt idx="46444">
                  <c:v>0.5375462962911115</c:v>
                </c:pt>
                <c:pt idx="46445">
                  <c:v>0.53755787036789116</c:v>
                </c:pt>
                <c:pt idx="46446">
                  <c:v>0.53756944444467081</c:v>
                </c:pt>
                <c:pt idx="46447">
                  <c:v>0.5375810185141745</c:v>
                </c:pt>
                <c:pt idx="46448">
                  <c:v>0.53759259259095415</c:v>
                </c:pt>
                <c:pt idx="46449">
                  <c:v>0.53760416666773381</c:v>
                </c:pt>
                <c:pt idx="46450">
                  <c:v>0.5376157407372375</c:v>
                </c:pt>
                <c:pt idx="46451">
                  <c:v>0.53762731481401715</c:v>
                </c:pt>
                <c:pt idx="46452">
                  <c:v>0.53763888888352085</c:v>
                </c:pt>
                <c:pt idx="46453">
                  <c:v>0.5376504629603005</c:v>
                </c:pt>
                <c:pt idx="46454">
                  <c:v>0.53766203703708015</c:v>
                </c:pt>
                <c:pt idx="46455">
                  <c:v>0.53767361110658385</c:v>
                </c:pt>
                <c:pt idx="46456">
                  <c:v>0.5376851851833635</c:v>
                </c:pt>
                <c:pt idx="46457">
                  <c:v>0.53769675926014315</c:v>
                </c:pt>
                <c:pt idx="46458">
                  <c:v>0.53770833332964685</c:v>
                </c:pt>
                <c:pt idx="46459">
                  <c:v>0.5377199074064265</c:v>
                </c:pt>
                <c:pt idx="46460">
                  <c:v>0.5377314814759302</c:v>
                </c:pt>
                <c:pt idx="46461">
                  <c:v>0.53774305555270985</c:v>
                </c:pt>
                <c:pt idx="46462">
                  <c:v>0.5377546296294895</c:v>
                </c:pt>
                <c:pt idx="46463">
                  <c:v>0.53776620369899319</c:v>
                </c:pt>
                <c:pt idx="46464">
                  <c:v>0.53777777777577285</c:v>
                </c:pt>
                <c:pt idx="46465">
                  <c:v>0.5377893518525525</c:v>
                </c:pt>
                <c:pt idx="46466">
                  <c:v>0.53780092592205619</c:v>
                </c:pt>
                <c:pt idx="46467">
                  <c:v>0.53781249999883585</c:v>
                </c:pt>
                <c:pt idx="46468">
                  <c:v>0.53782407406833954</c:v>
                </c:pt>
                <c:pt idx="46469">
                  <c:v>0.53783564814511919</c:v>
                </c:pt>
                <c:pt idx="46470">
                  <c:v>0.53784722222189885</c:v>
                </c:pt>
                <c:pt idx="46471">
                  <c:v>0.53785879629140254</c:v>
                </c:pt>
                <c:pt idx="46472">
                  <c:v>0.53787037036818219</c:v>
                </c:pt>
                <c:pt idx="46473">
                  <c:v>0.53788194444496185</c:v>
                </c:pt>
                <c:pt idx="46474">
                  <c:v>0.53789351851446554</c:v>
                </c:pt>
                <c:pt idx="46475">
                  <c:v>0.53790509259124519</c:v>
                </c:pt>
                <c:pt idx="46476">
                  <c:v>0.53791666666074889</c:v>
                </c:pt>
                <c:pt idx="46477">
                  <c:v>0.53792824073752854</c:v>
                </c:pt>
                <c:pt idx="46478">
                  <c:v>0.53793981481430819</c:v>
                </c:pt>
                <c:pt idx="46479">
                  <c:v>0.53795138888381189</c:v>
                </c:pt>
                <c:pt idx="46480">
                  <c:v>0.53796296296059154</c:v>
                </c:pt>
                <c:pt idx="46481">
                  <c:v>0.53797453703737119</c:v>
                </c:pt>
                <c:pt idx="46482">
                  <c:v>0.53798611110687489</c:v>
                </c:pt>
                <c:pt idx="46483">
                  <c:v>0.53799768518365454</c:v>
                </c:pt>
                <c:pt idx="46484">
                  <c:v>0.53800925926043419</c:v>
                </c:pt>
                <c:pt idx="46485">
                  <c:v>0.53802083332993789</c:v>
                </c:pt>
                <c:pt idx="46486">
                  <c:v>0.53803240740671754</c:v>
                </c:pt>
                <c:pt idx="46487">
                  <c:v>0.53804398147622123</c:v>
                </c:pt>
                <c:pt idx="46488">
                  <c:v>0.53805555555300089</c:v>
                </c:pt>
                <c:pt idx="46489">
                  <c:v>0.53806712962978054</c:v>
                </c:pt>
                <c:pt idx="46490">
                  <c:v>0.53807870369928423</c:v>
                </c:pt>
                <c:pt idx="46491">
                  <c:v>0.53809027777606389</c:v>
                </c:pt>
                <c:pt idx="46492">
                  <c:v>0.53810185185284354</c:v>
                </c:pt>
                <c:pt idx="46493">
                  <c:v>0.53811342592234723</c:v>
                </c:pt>
                <c:pt idx="46494">
                  <c:v>0.53812499999912689</c:v>
                </c:pt>
                <c:pt idx="46495">
                  <c:v>0.53813657406863058</c:v>
                </c:pt>
                <c:pt idx="46496">
                  <c:v>0.53814814814541023</c:v>
                </c:pt>
                <c:pt idx="46497">
                  <c:v>0.53815972222218988</c:v>
                </c:pt>
                <c:pt idx="46498">
                  <c:v>0.53817129629169358</c:v>
                </c:pt>
                <c:pt idx="46499">
                  <c:v>0.53818287036847323</c:v>
                </c:pt>
                <c:pt idx="46500">
                  <c:v>0.53819444444525288</c:v>
                </c:pt>
                <c:pt idx="46501">
                  <c:v>0.53820601851475658</c:v>
                </c:pt>
                <c:pt idx="46502">
                  <c:v>0.53821759259153623</c:v>
                </c:pt>
                <c:pt idx="46503">
                  <c:v>0.53822916666103993</c:v>
                </c:pt>
                <c:pt idx="46504">
                  <c:v>0.53824074073781958</c:v>
                </c:pt>
                <c:pt idx="46505">
                  <c:v>0.53825231481459923</c:v>
                </c:pt>
                <c:pt idx="46506">
                  <c:v>0.53826388888410293</c:v>
                </c:pt>
                <c:pt idx="46507">
                  <c:v>0.53827546296088258</c:v>
                </c:pt>
                <c:pt idx="46508">
                  <c:v>0.53828703703766223</c:v>
                </c:pt>
                <c:pt idx="46509">
                  <c:v>0.53829861110716593</c:v>
                </c:pt>
                <c:pt idx="46510">
                  <c:v>0.53831018518394558</c:v>
                </c:pt>
                <c:pt idx="46511">
                  <c:v>0.53832175925344927</c:v>
                </c:pt>
                <c:pt idx="46512">
                  <c:v>0.53833333333022892</c:v>
                </c:pt>
                <c:pt idx="46513">
                  <c:v>0.53834490740700858</c:v>
                </c:pt>
                <c:pt idx="46514">
                  <c:v>0.53835648147651227</c:v>
                </c:pt>
                <c:pt idx="46515">
                  <c:v>0.53836805555329192</c:v>
                </c:pt>
                <c:pt idx="46516">
                  <c:v>0.53837962963007158</c:v>
                </c:pt>
                <c:pt idx="46517">
                  <c:v>0.53839120369957527</c:v>
                </c:pt>
                <c:pt idx="46518">
                  <c:v>0.53840277777635492</c:v>
                </c:pt>
                <c:pt idx="46519">
                  <c:v>0.53841435185313458</c:v>
                </c:pt>
                <c:pt idx="46520">
                  <c:v>0.53842592592263827</c:v>
                </c:pt>
                <c:pt idx="46521">
                  <c:v>0.53843749999941792</c:v>
                </c:pt>
                <c:pt idx="46522">
                  <c:v>0.53844907406892162</c:v>
                </c:pt>
                <c:pt idx="46523">
                  <c:v>0.53846064814570127</c:v>
                </c:pt>
                <c:pt idx="46524">
                  <c:v>0.53847222222248092</c:v>
                </c:pt>
                <c:pt idx="46525">
                  <c:v>0.53848379629198462</c:v>
                </c:pt>
                <c:pt idx="46526">
                  <c:v>0.53849537036876427</c:v>
                </c:pt>
                <c:pt idx="46527">
                  <c:v>0.53850694444554392</c:v>
                </c:pt>
                <c:pt idx="46528">
                  <c:v>0.53851851851504762</c:v>
                </c:pt>
                <c:pt idx="46529">
                  <c:v>0.53853009259182727</c:v>
                </c:pt>
                <c:pt idx="46530">
                  <c:v>0.53854166666133096</c:v>
                </c:pt>
                <c:pt idx="46531">
                  <c:v>0.53855324073811062</c:v>
                </c:pt>
                <c:pt idx="46532">
                  <c:v>0.53856481481489027</c:v>
                </c:pt>
                <c:pt idx="46533">
                  <c:v>0.53857638888439396</c:v>
                </c:pt>
                <c:pt idx="46534">
                  <c:v>0.53858796296117362</c:v>
                </c:pt>
                <c:pt idx="46535">
                  <c:v>0.53859953703795327</c:v>
                </c:pt>
                <c:pt idx="46536">
                  <c:v>0.53861111110745696</c:v>
                </c:pt>
                <c:pt idx="46537">
                  <c:v>0.53862268518423662</c:v>
                </c:pt>
                <c:pt idx="46538">
                  <c:v>0.53863425925374031</c:v>
                </c:pt>
                <c:pt idx="46539">
                  <c:v>0.53864583333051996</c:v>
                </c:pt>
                <c:pt idx="46540">
                  <c:v>0.53865740740729962</c:v>
                </c:pt>
                <c:pt idx="46541">
                  <c:v>0.53866898147680331</c:v>
                </c:pt>
                <c:pt idx="46542">
                  <c:v>0.53868055555358296</c:v>
                </c:pt>
                <c:pt idx="46543">
                  <c:v>0.53869212963036261</c:v>
                </c:pt>
                <c:pt idx="46544">
                  <c:v>0.53870370369986631</c:v>
                </c:pt>
                <c:pt idx="46545">
                  <c:v>0.53871527777664596</c:v>
                </c:pt>
                <c:pt idx="46546">
                  <c:v>0.53872685184614966</c:v>
                </c:pt>
                <c:pt idx="46547">
                  <c:v>0.53873842592292931</c:v>
                </c:pt>
                <c:pt idx="46548">
                  <c:v>0.53874999999970896</c:v>
                </c:pt>
                <c:pt idx="46549">
                  <c:v>0.53876157406921266</c:v>
                </c:pt>
                <c:pt idx="46550">
                  <c:v>0.53877314814599231</c:v>
                </c:pt>
                <c:pt idx="46551">
                  <c:v>0.53878472222277196</c:v>
                </c:pt>
                <c:pt idx="46552">
                  <c:v>0.53879629629227566</c:v>
                </c:pt>
                <c:pt idx="46553">
                  <c:v>0.53880787036905531</c:v>
                </c:pt>
                <c:pt idx="46554">
                  <c:v>0.538819444438559</c:v>
                </c:pt>
                <c:pt idx="46555">
                  <c:v>0.53883101851533866</c:v>
                </c:pt>
                <c:pt idx="46556">
                  <c:v>0.53884259259211831</c:v>
                </c:pt>
                <c:pt idx="46557">
                  <c:v>0.538854166661622</c:v>
                </c:pt>
                <c:pt idx="46558">
                  <c:v>0.53886574073840166</c:v>
                </c:pt>
                <c:pt idx="46559">
                  <c:v>0.53887731481518131</c:v>
                </c:pt>
                <c:pt idx="46560">
                  <c:v>0.538888888884685</c:v>
                </c:pt>
                <c:pt idx="46561">
                  <c:v>0.53890046296146465</c:v>
                </c:pt>
                <c:pt idx="46562">
                  <c:v>0.53891203703824431</c:v>
                </c:pt>
                <c:pt idx="46563">
                  <c:v>0.538923611107748</c:v>
                </c:pt>
                <c:pt idx="46564">
                  <c:v>0.53893518518452765</c:v>
                </c:pt>
                <c:pt idx="46565">
                  <c:v>0.53894675925403135</c:v>
                </c:pt>
                <c:pt idx="46566">
                  <c:v>0.538958333330811</c:v>
                </c:pt>
                <c:pt idx="46567">
                  <c:v>0.53896990740759065</c:v>
                </c:pt>
                <c:pt idx="46568">
                  <c:v>0.53898148147709435</c:v>
                </c:pt>
                <c:pt idx="46569">
                  <c:v>0.538993055553874</c:v>
                </c:pt>
                <c:pt idx="46570">
                  <c:v>0.53900462963065365</c:v>
                </c:pt>
                <c:pt idx="46571">
                  <c:v>0.53901620370015735</c:v>
                </c:pt>
                <c:pt idx="46572">
                  <c:v>0.539027777776937</c:v>
                </c:pt>
                <c:pt idx="46573">
                  <c:v>0.5390393518464407</c:v>
                </c:pt>
                <c:pt idx="46574">
                  <c:v>0.53905092592322035</c:v>
                </c:pt>
                <c:pt idx="46575">
                  <c:v>0.5390625</c:v>
                </c:pt>
                <c:pt idx="46576">
                  <c:v>0.53907407406950369</c:v>
                </c:pt>
                <c:pt idx="46577">
                  <c:v>0.53908564814628335</c:v>
                </c:pt>
                <c:pt idx="46578">
                  <c:v>0.539097222223063</c:v>
                </c:pt>
                <c:pt idx="46579">
                  <c:v>0.53910879629256669</c:v>
                </c:pt>
                <c:pt idx="46580">
                  <c:v>0.53912037036934635</c:v>
                </c:pt>
                <c:pt idx="46581">
                  <c:v>0.53913194443885004</c:v>
                </c:pt>
                <c:pt idx="46582">
                  <c:v>0.53914351851562969</c:v>
                </c:pt>
                <c:pt idx="46583">
                  <c:v>0.53915509259240935</c:v>
                </c:pt>
                <c:pt idx="46584">
                  <c:v>0.53916666666191304</c:v>
                </c:pt>
                <c:pt idx="46585">
                  <c:v>0.53917824073869269</c:v>
                </c:pt>
                <c:pt idx="46586">
                  <c:v>0.53918981481547235</c:v>
                </c:pt>
                <c:pt idx="46587">
                  <c:v>0.53920138888497604</c:v>
                </c:pt>
                <c:pt idx="46588">
                  <c:v>0.53921296296175569</c:v>
                </c:pt>
                <c:pt idx="46589">
                  <c:v>0.53922453703125939</c:v>
                </c:pt>
                <c:pt idx="46590">
                  <c:v>0.53923611110803904</c:v>
                </c:pt>
                <c:pt idx="46591">
                  <c:v>0.53924768518481869</c:v>
                </c:pt>
                <c:pt idx="46592">
                  <c:v>0.53925925925432239</c:v>
                </c:pt>
                <c:pt idx="46593">
                  <c:v>0.53927083333110204</c:v>
                </c:pt>
                <c:pt idx="46594">
                  <c:v>0.53928240740788169</c:v>
                </c:pt>
                <c:pt idx="46595">
                  <c:v>0.53929398147738539</c:v>
                </c:pt>
                <c:pt idx="46596">
                  <c:v>0.53930555555416504</c:v>
                </c:pt>
                <c:pt idx="46597">
                  <c:v>0.53931712963094469</c:v>
                </c:pt>
                <c:pt idx="46598">
                  <c:v>0.53932870370044839</c:v>
                </c:pt>
                <c:pt idx="46599">
                  <c:v>0.53934027777722804</c:v>
                </c:pt>
                <c:pt idx="46600">
                  <c:v>0.53935185184673173</c:v>
                </c:pt>
                <c:pt idx="46601">
                  <c:v>0.53936342592351139</c:v>
                </c:pt>
                <c:pt idx="46602">
                  <c:v>0.53937500000029104</c:v>
                </c:pt>
                <c:pt idx="46603">
                  <c:v>0.53938657406979473</c:v>
                </c:pt>
                <c:pt idx="46604">
                  <c:v>0.53939814814657439</c:v>
                </c:pt>
                <c:pt idx="46605">
                  <c:v>0.53940972222335404</c:v>
                </c:pt>
                <c:pt idx="46606">
                  <c:v>0.53942129629285773</c:v>
                </c:pt>
                <c:pt idx="46607">
                  <c:v>0.53943287036963739</c:v>
                </c:pt>
                <c:pt idx="46608">
                  <c:v>0.53944444443914108</c:v>
                </c:pt>
                <c:pt idx="46609">
                  <c:v>0.53945601851592073</c:v>
                </c:pt>
                <c:pt idx="46610">
                  <c:v>0.53946759259270038</c:v>
                </c:pt>
                <c:pt idx="46611">
                  <c:v>0.53947916666220408</c:v>
                </c:pt>
                <c:pt idx="46612">
                  <c:v>0.53949074073898373</c:v>
                </c:pt>
                <c:pt idx="46613">
                  <c:v>0.53950231481576338</c:v>
                </c:pt>
                <c:pt idx="46614">
                  <c:v>0.53951388888526708</c:v>
                </c:pt>
                <c:pt idx="46615">
                  <c:v>0.53952546296204673</c:v>
                </c:pt>
                <c:pt idx="46616">
                  <c:v>0.53953703703155043</c:v>
                </c:pt>
                <c:pt idx="46617">
                  <c:v>0.53954861110833008</c:v>
                </c:pt>
                <c:pt idx="46618">
                  <c:v>0.53956018518510973</c:v>
                </c:pt>
                <c:pt idx="46619">
                  <c:v>0.53957175925461343</c:v>
                </c:pt>
                <c:pt idx="46620">
                  <c:v>0.53958333333139308</c:v>
                </c:pt>
                <c:pt idx="46621">
                  <c:v>0.53959490740817273</c:v>
                </c:pt>
                <c:pt idx="46622">
                  <c:v>0.53960648147767643</c:v>
                </c:pt>
                <c:pt idx="46623">
                  <c:v>0.53961805555445608</c:v>
                </c:pt>
                <c:pt idx="46624">
                  <c:v>0.53962962962395977</c:v>
                </c:pt>
                <c:pt idx="46625">
                  <c:v>0.53964120370073942</c:v>
                </c:pt>
                <c:pt idx="46626">
                  <c:v>0.53965277777751908</c:v>
                </c:pt>
                <c:pt idx="46627">
                  <c:v>0.53966435184702277</c:v>
                </c:pt>
                <c:pt idx="46628">
                  <c:v>0.53967592592380242</c:v>
                </c:pt>
                <c:pt idx="46629">
                  <c:v>0.53968750000058208</c:v>
                </c:pt>
                <c:pt idx="46630">
                  <c:v>0.53969907407008577</c:v>
                </c:pt>
                <c:pt idx="46631">
                  <c:v>0.53971064814686542</c:v>
                </c:pt>
                <c:pt idx="46632">
                  <c:v>0.53972222221636912</c:v>
                </c:pt>
                <c:pt idx="46633">
                  <c:v>0.53973379629314877</c:v>
                </c:pt>
                <c:pt idx="46634">
                  <c:v>0.53974537036992842</c:v>
                </c:pt>
                <c:pt idx="46635">
                  <c:v>0.53975694443943212</c:v>
                </c:pt>
                <c:pt idx="46636">
                  <c:v>0.53976851851621177</c:v>
                </c:pt>
                <c:pt idx="46637">
                  <c:v>0.53978009259299142</c:v>
                </c:pt>
                <c:pt idx="46638">
                  <c:v>0.53979166666249512</c:v>
                </c:pt>
                <c:pt idx="46639">
                  <c:v>0.53980324073927477</c:v>
                </c:pt>
                <c:pt idx="46640">
                  <c:v>0.53981481481605442</c:v>
                </c:pt>
                <c:pt idx="46641">
                  <c:v>0.53982638888555812</c:v>
                </c:pt>
                <c:pt idx="46642">
                  <c:v>0.53983796296233777</c:v>
                </c:pt>
                <c:pt idx="46643">
                  <c:v>0.53984953703184146</c:v>
                </c:pt>
                <c:pt idx="46644">
                  <c:v>0.53986111110862112</c:v>
                </c:pt>
                <c:pt idx="46645">
                  <c:v>0.53987268518540077</c:v>
                </c:pt>
                <c:pt idx="46646">
                  <c:v>0.53988425925490446</c:v>
                </c:pt>
                <c:pt idx="46647">
                  <c:v>0.53989583333168412</c:v>
                </c:pt>
                <c:pt idx="46648">
                  <c:v>0.53990740740846377</c:v>
                </c:pt>
                <c:pt idx="46649">
                  <c:v>0.53991898147796746</c:v>
                </c:pt>
                <c:pt idx="46650">
                  <c:v>0.53993055555474712</c:v>
                </c:pt>
                <c:pt idx="46651">
                  <c:v>0.53994212962425081</c:v>
                </c:pt>
                <c:pt idx="46652">
                  <c:v>0.53995370370103046</c:v>
                </c:pt>
                <c:pt idx="46653">
                  <c:v>0.53996527777781012</c:v>
                </c:pt>
                <c:pt idx="46654">
                  <c:v>0.53997685184731381</c:v>
                </c:pt>
                <c:pt idx="46655">
                  <c:v>0.53998842592409346</c:v>
                </c:pt>
                <c:pt idx="46656">
                  <c:v>0.54000000000087311</c:v>
                </c:pt>
                <c:pt idx="46657">
                  <c:v>0.54001157407037681</c:v>
                </c:pt>
                <c:pt idx="46658">
                  <c:v>0.54002314814715646</c:v>
                </c:pt>
                <c:pt idx="46659">
                  <c:v>0.54003472221666016</c:v>
                </c:pt>
                <c:pt idx="46660">
                  <c:v>0.54004629629343981</c:v>
                </c:pt>
                <c:pt idx="46661">
                  <c:v>0.54005787037021946</c:v>
                </c:pt>
                <c:pt idx="46662">
                  <c:v>0.54006944443972316</c:v>
                </c:pt>
                <c:pt idx="46663">
                  <c:v>0.54008101851650281</c:v>
                </c:pt>
                <c:pt idx="46664">
                  <c:v>0.54009259259328246</c:v>
                </c:pt>
                <c:pt idx="46665">
                  <c:v>0.54010416666278616</c:v>
                </c:pt>
                <c:pt idx="46666">
                  <c:v>0.54011574073956581</c:v>
                </c:pt>
                <c:pt idx="46667">
                  <c:v>0.5401273148090695</c:v>
                </c:pt>
                <c:pt idx="46668">
                  <c:v>0.54013888888584916</c:v>
                </c:pt>
                <c:pt idx="46669">
                  <c:v>0.54015046296262881</c:v>
                </c:pt>
                <c:pt idx="46670">
                  <c:v>0.5401620370321325</c:v>
                </c:pt>
                <c:pt idx="46671">
                  <c:v>0.54017361110891216</c:v>
                </c:pt>
                <c:pt idx="46672">
                  <c:v>0.54018518518569181</c:v>
                </c:pt>
                <c:pt idx="46673">
                  <c:v>0.5401967592551955</c:v>
                </c:pt>
                <c:pt idx="46674">
                  <c:v>0.54020833333197515</c:v>
                </c:pt>
                <c:pt idx="46675">
                  <c:v>0.54021990740147885</c:v>
                </c:pt>
                <c:pt idx="46676">
                  <c:v>0.5402314814782585</c:v>
                </c:pt>
                <c:pt idx="46677">
                  <c:v>0.54024305555503815</c:v>
                </c:pt>
                <c:pt idx="46678">
                  <c:v>0.54025462962454185</c:v>
                </c:pt>
                <c:pt idx="46679">
                  <c:v>0.5402662037013215</c:v>
                </c:pt>
                <c:pt idx="46680">
                  <c:v>0.54027777777810115</c:v>
                </c:pt>
                <c:pt idx="46681">
                  <c:v>0.54028935184760485</c:v>
                </c:pt>
                <c:pt idx="46682">
                  <c:v>0.5403009259243845</c:v>
                </c:pt>
                <c:pt idx="46683">
                  <c:v>0.54031250000116415</c:v>
                </c:pt>
                <c:pt idx="46684">
                  <c:v>0.54032407407066785</c:v>
                </c:pt>
                <c:pt idx="46685">
                  <c:v>0.5403356481474475</c:v>
                </c:pt>
                <c:pt idx="46686">
                  <c:v>0.5403472222169512</c:v>
                </c:pt>
                <c:pt idx="46687">
                  <c:v>0.54035879629373085</c:v>
                </c:pt>
                <c:pt idx="46688">
                  <c:v>0.5403703703705105</c:v>
                </c:pt>
                <c:pt idx="46689">
                  <c:v>0.54038194444001419</c:v>
                </c:pt>
                <c:pt idx="46690">
                  <c:v>0.54039351851679385</c:v>
                </c:pt>
                <c:pt idx="46691">
                  <c:v>0.5404050925935735</c:v>
                </c:pt>
                <c:pt idx="46692">
                  <c:v>0.54041666666307719</c:v>
                </c:pt>
                <c:pt idx="46693">
                  <c:v>0.54042824073985685</c:v>
                </c:pt>
                <c:pt idx="46694">
                  <c:v>0.54043981480936054</c:v>
                </c:pt>
                <c:pt idx="46695">
                  <c:v>0.54045138888614019</c:v>
                </c:pt>
                <c:pt idx="46696">
                  <c:v>0.54046296296291985</c:v>
                </c:pt>
                <c:pt idx="46697">
                  <c:v>0.54047453703242354</c:v>
                </c:pt>
                <c:pt idx="46698">
                  <c:v>0.54048611110920319</c:v>
                </c:pt>
                <c:pt idx="46699">
                  <c:v>0.54049768518598285</c:v>
                </c:pt>
                <c:pt idx="46700">
                  <c:v>0.54050925925548654</c:v>
                </c:pt>
                <c:pt idx="46701">
                  <c:v>0.54052083333226619</c:v>
                </c:pt>
                <c:pt idx="46702">
                  <c:v>0.54053240740176989</c:v>
                </c:pt>
                <c:pt idx="46703">
                  <c:v>0.54054398147854954</c:v>
                </c:pt>
                <c:pt idx="46704">
                  <c:v>0.54055555555532919</c:v>
                </c:pt>
                <c:pt idx="46705">
                  <c:v>0.54056712962483289</c:v>
                </c:pt>
                <c:pt idx="46706">
                  <c:v>0.54057870370161254</c:v>
                </c:pt>
                <c:pt idx="46707">
                  <c:v>0.54059027777839219</c:v>
                </c:pt>
                <c:pt idx="46708">
                  <c:v>0.54060185184789589</c:v>
                </c:pt>
                <c:pt idx="46709">
                  <c:v>0.54061342592467554</c:v>
                </c:pt>
                <c:pt idx="46710">
                  <c:v>0.54062499999417923</c:v>
                </c:pt>
                <c:pt idx="46711">
                  <c:v>0.54063657407095889</c:v>
                </c:pt>
                <c:pt idx="46712">
                  <c:v>0.54064814814773854</c:v>
                </c:pt>
                <c:pt idx="46713">
                  <c:v>0.54065972221724223</c:v>
                </c:pt>
                <c:pt idx="46714">
                  <c:v>0.54067129629402189</c:v>
                </c:pt>
                <c:pt idx="46715">
                  <c:v>0.54068287037080154</c:v>
                </c:pt>
                <c:pt idx="46716">
                  <c:v>0.54069444444030523</c:v>
                </c:pt>
                <c:pt idx="46717">
                  <c:v>0.54070601851708489</c:v>
                </c:pt>
                <c:pt idx="46718">
                  <c:v>0.54071759259386454</c:v>
                </c:pt>
                <c:pt idx="46719">
                  <c:v>0.54072916666336823</c:v>
                </c:pt>
                <c:pt idx="46720">
                  <c:v>0.54074074074014788</c:v>
                </c:pt>
                <c:pt idx="46721">
                  <c:v>0.54075231480965158</c:v>
                </c:pt>
                <c:pt idx="46722">
                  <c:v>0.54076388888643123</c:v>
                </c:pt>
                <c:pt idx="46723">
                  <c:v>0.54077546296321088</c:v>
                </c:pt>
                <c:pt idx="46724">
                  <c:v>0.54078703703271458</c:v>
                </c:pt>
                <c:pt idx="46725">
                  <c:v>0.54079861110949423</c:v>
                </c:pt>
                <c:pt idx="46726">
                  <c:v>0.54081018518627388</c:v>
                </c:pt>
                <c:pt idx="46727">
                  <c:v>0.54082175925577758</c:v>
                </c:pt>
                <c:pt idx="46728">
                  <c:v>0.54083333333255723</c:v>
                </c:pt>
                <c:pt idx="46729">
                  <c:v>0.54084490740206093</c:v>
                </c:pt>
                <c:pt idx="46730">
                  <c:v>0.54085648147884058</c:v>
                </c:pt>
                <c:pt idx="46731">
                  <c:v>0.54086805555562023</c:v>
                </c:pt>
                <c:pt idx="46732">
                  <c:v>0.54087962962512393</c:v>
                </c:pt>
                <c:pt idx="46733">
                  <c:v>0.54089120370190358</c:v>
                </c:pt>
                <c:pt idx="46734">
                  <c:v>0.54090277777868323</c:v>
                </c:pt>
                <c:pt idx="46735">
                  <c:v>0.54091435184818693</c:v>
                </c:pt>
                <c:pt idx="46736">
                  <c:v>0.54092592592496658</c:v>
                </c:pt>
                <c:pt idx="46737">
                  <c:v>0.54093749999447027</c:v>
                </c:pt>
                <c:pt idx="46738">
                  <c:v>0.54094907407124992</c:v>
                </c:pt>
                <c:pt idx="46739">
                  <c:v>0.54096064814802958</c:v>
                </c:pt>
                <c:pt idx="46740">
                  <c:v>0.54097222221753327</c:v>
                </c:pt>
                <c:pt idx="46741">
                  <c:v>0.54098379629431292</c:v>
                </c:pt>
                <c:pt idx="46742">
                  <c:v>0.54099537037109258</c:v>
                </c:pt>
                <c:pt idx="46743">
                  <c:v>0.54100694444059627</c:v>
                </c:pt>
                <c:pt idx="46744">
                  <c:v>0.54101851851737592</c:v>
                </c:pt>
                <c:pt idx="46745">
                  <c:v>0.54103009258687962</c:v>
                </c:pt>
                <c:pt idx="46746">
                  <c:v>0.54104166666365927</c:v>
                </c:pt>
                <c:pt idx="46747">
                  <c:v>0.54105324074043892</c:v>
                </c:pt>
                <c:pt idx="46748">
                  <c:v>0.54106481480994262</c:v>
                </c:pt>
                <c:pt idx="46749">
                  <c:v>0.54107638888672227</c:v>
                </c:pt>
                <c:pt idx="46750">
                  <c:v>0.54108796296350192</c:v>
                </c:pt>
                <c:pt idx="46751">
                  <c:v>0.54109953703300562</c:v>
                </c:pt>
                <c:pt idx="46752">
                  <c:v>0.54111111110978527</c:v>
                </c:pt>
                <c:pt idx="46753">
                  <c:v>0.54112268517928896</c:v>
                </c:pt>
                <c:pt idx="46754">
                  <c:v>0.54113425925606862</c:v>
                </c:pt>
                <c:pt idx="46755">
                  <c:v>0.54114583333284827</c:v>
                </c:pt>
                <c:pt idx="46756">
                  <c:v>0.54115740740235196</c:v>
                </c:pt>
                <c:pt idx="46757">
                  <c:v>0.54116898147913162</c:v>
                </c:pt>
                <c:pt idx="46758">
                  <c:v>0.54118055555591127</c:v>
                </c:pt>
                <c:pt idx="46759">
                  <c:v>0.54119212962541496</c:v>
                </c:pt>
                <c:pt idx="46760">
                  <c:v>0.54120370370219462</c:v>
                </c:pt>
                <c:pt idx="46761">
                  <c:v>0.54121527777897427</c:v>
                </c:pt>
                <c:pt idx="46762">
                  <c:v>0.54122685184847796</c:v>
                </c:pt>
                <c:pt idx="46763">
                  <c:v>0.54123842592525762</c:v>
                </c:pt>
                <c:pt idx="46764">
                  <c:v>0.54124999999476131</c:v>
                </c:pt>
                <c:pt idx="46765">
                  <c:v>0.54126157407154096</c:v>
                </c:pt>
                <c:pt idx="46766">
                  <c:v>0.54127314814832062</c:v>
                </c:pt>
                <c:pt idx="46767">
                  <c:v>0.54128472221782431</c:v>
                </c:pt>
                <c:pt idx="46768">
                  <c:v>0.54129629629460396</c:v>
                </c:pt>
                <c:pt idx="46769">
                  <c:v>0.54130787037138361</c:v>
                </c:pt>
                <c:pt idx="46770">
                  <c:v>0.54131944444088731</c:v>
                </c:pt>
                <c:pt idx="46771">
                  <c:v>0.54133101851766696</c:v>
                </c:pt>
                <c:pt idx="46772">
                  <c:v>0.54134259258717066</c:v>
                </c:pt>
                <c:pt idx="46773">
                  <c:v>0.54135416666395031</c:v>
                </c:pt>
                <c:pt idx="46774">
                  <c:v>0.54136574074072996</c:v>
                </c:pt>
                <c:pt idx="46775">
                  <c:v>0.54137731481023366</c:v>
                </c:pt>
                <c:pt idx="46776">
                  <c:v>0.54138888888701331</c:v>
                </c:pt>
                <c:pt idx="46777">
                  <c:v>0.54140046296379296</c:v>
                </c:pt>
                <c:pt idx="46778">
                  <c:v>0.54141203703329666</c:v>
                </c:pt>
                <c:pt idx="46779">
                  <c:v>0.54142361111007631</c:v>
                </c:pt>
                <c:pt idx="46780">
                  <c:v>0.54143518517958</c:v>
                </c:pt>
                <c:pt idx="46781">
                  <c:v>0.54144675925635966</c:v>
                </c:pt>
                <c:pt idx="46782">
                  <c:v>0.54145833333313931</c:v>
                </c:pt>
                <c:pt idx="46783">
                  <c:v>0.541469907402643</c:v>
                </c:pt>
                <c:pt idx="46784">
                  <c:v>0.54148148147942265</c:v>
                </c:pt>
                <c:pt idx="46785">
                  <c:v>0.54149305555620231</c:v>
                </c:pt>
                <c:pt idx="46786">
                  <c:v>0.541504629625706</c:v>
                </c:pt>
                <c:pt idx="46787">
                  <c:v>0.54151620370248565</c:v>
                </c:pt>
                <c:pt idx="46788">
                  <c:v>0.54152777777198935</c:v>
                </c:pt>
                <c:pt idx="46789">
                  <c:v>0.541539351848769</c:v>
                </c:pt>
                <c:pt idx="46790">
                  <c:v>0.54155092592554865</c:v>
                </c:pt>
                <c:pt idx="46791">
                  <c:v>0.54156249999505235</c:v>
                </c:pt>
                <c:pt idx="46792">
                  <c:v>0.541574074071832</c:v>
                </c:pt>
                <c:pt idx="46793">
                  <c:v>0.54158564814861165</c:v>
                </c:pt>
                <c:pt idx="46794">
                  <c:v>0.54159722221811535</c:v>
                </c:pt>
                <c:pt idx="46795">
                  <c:v>0.541608796294895</c:v>
                </c:pt>
                <c:pt idx="46796">
                  <c:v>0.54162037037167465</c:v>
                </c:pt>
                <c:pt idx="46797">
                  <c:v>0.54163194444117835</c:v>
                </c:pt>
                <c:pt idx="46798">
                  <c:v>0.541643518517958</c:v>
                </c:pt>
                <c:pt idx="46799">
                  <c:v>0.5416550925874617</c:v>
                </c:pt>
                <c:pt idx="46800">
                  <c:v>0.54166666666424135</c:v>
                </c:pt>
                <c:pt idx="46801">
                  <c:v>0.541678240741021</c:v>
                </c:pt>
                <c:pt idx="46802">
                  <c:v>0.54168981481052469</c:v>
                </c:pt>
                <c:pt idx="46803">
                  <c:v>0.54170138888730435</c:v>
                </c:pt>
                <c:pt idx="46804">
                  <c:v>0.541712962964084</c:v>
                </c:pt>
                <c:pt idx="46805">
                  <c:v>0.54172453703358769</c:v>
                </c:pt>
                <c:pt idx="46806">
                  <c:v>0.54173611111036735</c:v>
                </c:pt>
                <c:pt idx="46807">
                  <c:v>0.54174768517987104</c:v>
                </c:pt>
                <c:pt idx="46808">
                  <c:v>0.54175925925665069</c:v>
                </c:pt>
                <c:pt idx="46809">
                  <c:v>0.54177083333343035</c:v>
                </c:pt>
                <c:pt idx="46810">
                  <c:v>0.54178240740293404</c:v>
                </c:pt>
                <c:pt idx="46811">
                  <c:v>0.54179398147971369</c:v>
                </c:pt>
                <c:pt idx="46812">
                  <c:v>0.54180555555649335</c:v>
                </c:pt>
                <c:pt idx="46813">
                  <c:v>0.54181712962599704</c:v>
                </c:pt>
                <c:pt idx="46814">
                  <c:v>0.54182870370277669</c:v>
                </c:pt>
                <c:pt idx="46815">
                  <c:v>0.54184027777228039</c:v>
                </c:pt>
                <c:pt idx="46816">
                  <c:v>0.54185185184906004</c:v>
                </c:pt>
                <c:pt idx="46817">
                  <c:v>0.54186342592583969</c:v>
                </c:pt>
                <c:pt idx="46818">
                  <c:v>0.54187499999534339</c:v>
                </c:pt>
                <c:pt idx="46819">
                  <c:v>0.54188657407212304</c:v>
                </c:pt>
                <c:pt idx="46820">
                  <c:v>0.54189814814890269</c:v>
                </c:pt>
                <c:pt idx="46821">
                  <c:v>0.54190972221840639</c:v>
                </c:pt>
                <c:pt idx="46822">
                  <c:v>0.54192129629518604</c:v>
                </c:pt>
                <c:pt idx="46823">
                  <c:v>0.54193287036468973</c:v>
                </c:pt>
                <c:pt idx="46824">
                  <c:v>0.54194444444146939</c:v>
                </c:pt>
                <c:pt idx="46825">
                  <c:v>0.54195601851824904</c:v>
                </c:pt>
                <c:pt idx="46826">
                  <c:v>0.54196759258775273</c:v>
                </c:pt>
                <c:pt idx="46827">
                  <c:v>0.54197916666453239</c:v>
                </c:pt>
                <c:pt idx="46828">
                  <c:v>0.54199074074131204</c:v>
                </c:pt>
                <c:pt idx="46829">
                  <c:v>0.54200231481081573</c:v>
                </c:pt>
                <c:pt idx="46830">
                  <c:v>0.54201388888759539</c:v>
                </c:pt>
                <c:pt idx="46831">
                  <c:v>0.54202546295709908</c:v>
                </c:pt>
                <c:pt idx="46832">
                  <c:v>0.54203703703387873</c:v>
                </c:pt>
                <c:pt idx="46833">
                  <c:v>0.54204861111065838</c:v>
                </c:pt>
                <c:pt idx="46834">
                  <c:v>0.54206018518016208</c:v>
                </c:pt>
                <c:pt idx="46835">
                  <c:v>0.54207175925694173</c:v>
                </c:pt>
                <c:pt idx="46836">
                  <c:v>0.54208333333372138</c:v>
                </c:pt>
                <c:pt idx="46837">
                  <c:v>0.54209490740322508</c:v>
                </c:pt>
                <c:pt idx="46838">
                  <c:v>0.54210648148000473</c:v>
                </c:pt>
                <c:pt idx="46839">
                  <c:v>0.54211805555678438</c:v>
                </c:pt>
                <c:pt idx="46840">
                  <c:v>0.54212962962628808</c:v>
                </c:pt>
                <c:pt idx="46841">
                  <c:v>0.54214120370306773</c:v>
                </c:pt>
                <c:pt idx="46842">
                  <c:v>0.54215277777257143</c:v>
                </c:pt>
                <c:pt idx="46843">
                  <c:v>0.54216435184935108</c:v>
                </c:pt>
                <c:pt idx="46844">
                  <c:v>0.54217592592613073</c:v>
                </c:pt>
                <c:pt idx="46845">
                  <c:v>0.54218749999563443</c:v>
                </c:pt>
                <c:pt idx="46846">
                  <c:v>0.54219907407241408</c:v>
                </c:pt>
                <c:pt idx="46847">
                  <c:v>0.54221064814919373</c:v>
                </c:pt>
                <c:pt idx="46848">
                  <c:v>0.54222222221869742</c:v>
                </c:pt>
                <c:pt idx="46849">
                  <c:v>0.54223379629547708</c:v>
                </c:pt>
                <c:pt idx="46850">
                  <c:v>0.54224537036498077</c:v>
                </c:pt>
                <c:pt idx="46851">
                  <c:v>0.54225694444176042</c:v>
                </c:pt>
                <c:pt idx="46852">
                  <c:v>0.54226851851854008</c:v>
                </c:pt>
                <c:pt idx="46853">
                  <c:v>0.54228009258804377</c:v>
                </c:pt>
                <c:pt idx="46854">
                  <c:v>0.54229166666482342</c:v>
                </c:pt>
                <c:pt idx="46855">
                  <c:v>0.54230324074160308</c:v>
                </c:pt>
                <c:pt idx="46856">
                  <c:v>0.54231481481110677</c:v>
                </c:pt>
                <c:pt idx="46857">
                  <c:v>0.54232638888788642</c:v>
                </c:pt>
                <c:pt idx="46858">
                  <c:v>0.54233796295739012</c:v>
                </c:pt>
                <c:pt idx="46859">
                  <c:v>0.54234953703416977</c:v>
                </c:pt>
                <c:pt idx="46860">
                  <c:v>0.54236111111094942</c:v>
                </c:pt>
                <c:pt idx="46861">
                  <c:v>0.54237268518045312</c:v>
                </c:pt>
                <c:pt idx="46862">
                  <c:v>0.54238425925723277</c:v>
                </c:pt>
                <c:pt idx="46863">
                  <c:v>0.54239583333401242</c:v>
                </c:pt>
                <c:pt idx="46864">
                  <c:v>0.54240740740351612</c:v>
                </c:pt>
                <c:pt idx="46865">
                  <c:v>0.54241898148029577</c:v>
                </c:pt>
                <c:pt idx="46866">
                  <c:v>0.54243055554979946</c:v>
                </c:pt>
                <c:pt idx="46867">
                  <c:v>0.54244212962657912</c:v>
                </c:pt>
                <c:pt idx="46868">
                  <c:v>0.54245370370335877</c:v>
                </c:pt>
                <c:pt idx="46869">
                  <c:v>0.54246527777286246</c:v>
                </c:pt>
                <c:pt idx="46870">
                  <c:v>0.54247685184964212</c:v>
                </c:pt>
                <c:pt idx="46871">
                  <c:v>0.54248842592642177</c:v>
                </c:pt>
                <c:pt idx="46872">
                  <c:v>0.54249999999592546</c:v>
                </c:pt>
                <c:pt idx="46873">
                  <c:v>0.54251157407270512</c:v>
                </c:pt>
                <c:pt idx="46874">
                  <c:v>0.54252314814948477</c:v>
                </c:pt>
                <c:pt idx="46875">
                  <c:v>0.54253472221898846</c:v>
                </c:pt>
                <c:pt idx="46876">
                  <c:v>0.54254629629576812</c:v>
                </c:pt>
                <c:pt idx="46877">
                  <c:v>0.54255787036527181</c:v>
                </c:pt>
                <c:pt idx="46878">
                  <c:v>0.54256944444205146</c:v>
                </c:pt>
                <c:pt idx="46879">
                  <c:v>0.54258101851883112</c:v>
                </c:pt>
                <c:pt idx="46880">
                  <c:v>0.54259259258833481</c:v>
                </c:pt>
                <c:pt idx="46881">
                  <c:v>0.54260416666511446</c:v>
                </c:pt>
                <c:pt idx="46882">
                  <c:v>0.54261574074189411</c:v>
                </c:pt>
                <c:pt idx="46883">
                  <c:v>0.54262731481139781</c:v>
                </c:pt>
                <c:pt idx="46884">
                  <c:v>0.54263888888817746</c:v>
                </c:pt>
                <c:pt idx="46885">
                  <c:v>0.54265046295768116</c:v>
                </c:pt>
                <c:pt idx="46886">
                  <c:v>0.54266203703446081</c:v>
                </c:pt>
                <c:pt idx="46887">
                  <c:v>0.54267361111124046</c:v>
                </c:pt>
                <c:pt idx="46888">
                  <c:v>0.54268518518074416</c:v>
                </c:pt>
                <c:pt idx="46889">
                  <c:v>0.54269675925752381</c:v>
                </c:pt>
                <c:pt idx="46890">
                  <c:v>0.54270833333430346</c:v>
                </c:pt>
                <c:pt idx="46891">
                  <c:v>0.54271990740380716</c:v>
                </c:pt>
                <c:pt idx="46892">
                  <c:v>0.54273148148058681</c:v>
                </c:pt>
                <c:pt idx="46893">
                  <c:v>0.5427430555500905</c:v>
                </c:pt>
                <c:pt idx="46894">
                  <c:v>0.54275462962687016</c:v>
                </c:pt>
                <c:pt idx="46895">
                  <c:v>0.54276620370364981</c:v>
                </c:pt>
                <c:pt idx="46896">
                  <c:v>0.5427777777731535</c:v>
                </c:pt>
                <c:pt idx="46897">
                  <c:v>0.54278935184993315</c:v>
                </c:pt>
                <c:pt idx="46898">
                  <c:v>0.54280092592671281</c:v>
                </c:pt>
                <c:pt idx="46899">
                  <c:v>0.5428124999962165</c:v>
                </c:pt>
                <c:pt idx="46900">
                  <c:v>0.54282407407299615</c:v>
                </c:pt>
                <c:pt idx="46901">
                  <c:v>0.54283564814249985</c:v>
                </c:pt>
                <c:pt idx="46902">
                  <c:v>0.5428472222192795</c:v>
                </c:pt>
                <c:pt idx="46903">
                  <c:v>0.54285879629605915</c:v>
                </c:pt>
                <c:pt idx="46904">
                  <c:v>0.54287037036556285</c:v>
                </c:pt>
                <c:pt idx="46905">
                  <c:v>0.5428819444423425</c:v>
                </c:pt>
                <c:pt idx="46906">
                  <c:v>0.54289351851912215</c:v>
                </c:pt>
                <c:pt idx="46907">
                  <c:v>0.54290509258862585</c:v>
                </c:pt>
                <c:pt idx="46908">
                  <c:v>0.5429166666654055</c:v>
                </c:pt>
                <c:pt idx="46909">
                  <c:v>0.5429282407349092</c:v>
                </c:pt>
                <c:pt idx="46910">
                  <c:v>0.54293981481168885</c:v>
                </c:pt>
                <c:pt idx="46911">
                  <c:v>0.5429513888884685</c:v>
                </c:pt>
                <c:pt idx="46912">
                  <c:v>0.54296296295797219</c:v>
                </c:pt>
                <c:pt idx="46913">
                  <c:v>0.54297453703475185</c:v>
                </c:pt>
                <c:pt idx="46914">
                  <c:v>0.5429861111115315</c:v>
                </c:pt>
                <c:pt idx="46915">
                  <c:v>0.54299768518103519</c:v>
                </c:pt>
                <c:pt idx="46916">
                  <c:v>0.54300925925781485</c:v>
                </c:pt>
                <c:pt idx="46917">
                  <c:v>0.5430208333345945</c:v>
                </c:pt>
                <c:pt idx="46918">
                  <c:v>0.54303240740409819</c:v>
                </c:pt>
                <c:pt idx="46919">
                  <c:v>0.54304398148087785</c:v>
                </c:pt>
                <c:pt idx="46920">
                  <c:v>0.54305555555038154</c:v>
                </c:pt>
                <c:pt idx="46921">
                  <c:v>0.54306712962716119</c:v>
                </c:pt>
                <c:pt idx="46922">
                  <c:v>0.54307870370394085</c:v>
                </c:pt>
                <c:pt idx="46923">
                  <c:v>0.54309027777344454</c:v>
                </c:pt>
                <c:pt idx="46924">
                  <c:v>0.54310185185022419</c:v>
                </c:pt>
                <c:pt idx="46925">
                  <c:v>0.54311342592700385</c:v>
                </c:pt>
                <c:pt idx="46926">
                  <c:v>0.54312499999650754</c:v>
                </c:pt>
                <c:pt idx="46927">
                  <c:v>0.54313657407328719</c:v>
                </c:pt>
                <c:pt idx="46928">
                  <c:v>0.54314814814279089</c:v>
                </c:pt>
                <c:pt idx="46929">
                  <c:v>0.54315972221957054</c:v>
                </c:pt>
                <c:pt idx="46930">
                  <c:v>0.54317129629635019</c:v>
                </c:pt>
                <c:pt idx="46931">
                  <c:v>0.54318287036585389</c:v>
                </c:pt>
                <c:pt idx="46932">
                  <c:v>0.54319444444263354</c:v>
                </c:pt>
                <c:pt idx="46933">
                  <c:v>0.54320601851941319</c:v>
                </c:pt>
                <c:pt idx="46934">
                  <c:v>0.54321759258891689</c:v>
                </c:pt>
                <c:pt idx="46935">
                  <c:v>0.54322916666569654</c:v>
                </c:pt>
                <c:pt idx="46936">
                  <c:v>0.54324074073520023</c:v>
                </c:pt>
                <c:pt idx="46937">
                  <c:v>0.54325231481197989</c:v>
                </c:pt>
                <c:pt idx="46938">
                  <c:v>0.54326388888875954</c:v>
                </c:pt>
                <c:pt idx="46939">
                  <c:v>0.54327546295826323</c:v>
                </c:pt>
                <c:pt idx="46940">
                  <c:v>0.54328703703504289</c:v>
                </c:pt>
                <c:pt idx="46941">
                  <c:v>0.54329861111182254</c:v>
                </c:pt>
                <c:pt idx="46942">
                  <c:v>0.54331018518132623</c:v>
                </c:pt>
                <c:pt idx="46943">
                  <c:v>0.54332175925810589</c:v>
                </c:pt>
                <c:pt idx="46944">
                  <c:v>0.54333333332760958</c:v>
                </c:pt>
                <c:pt idx="46945">
                  <c:v>0.54334490740438923</c:v>
                </c:pt>
                <c:pt idx="46946">
                  <c:v>0.54335648148116888</c:v>
                </c:pt>
                <c:pt idx="46947">
                  <c:v>0.54336805555067258</c:v>
                </c:pt>
                <c:pt idx="46948">
                  <c:v>0.54337962962745223</c:v>
                </c:pt>
                <c:pt idx="46949">
                  <c:v>0.54339120370423188</c:v>
                </c:pt>
                <c:pt idx="46950">
                  <c:v>0.54340277777373558</c:v>
                </c:pt>
                <c:pt idx="46951">
                  <c:v>0.54341435185051523</c:v>
                </c:pt>
                <c:pt idx="46952">
                  <c:v>0.54342592592001893</c:v>
                </c:pt>
                <c:pt idx="46953">
                  <c:v>0.54343749999679858</c:v>
                </c:pt>
                <c:pt idx="46954">
                  <c:v>0.54344907407357823</c:v>
                </c:pt>
                <c:pt idx="46955">
                  <c:v>0.54346064814308193</c:v>
                </c:pt>
                <c:pt idx="46956">
                  <c:v>0.54347222221986158</c:v>
                </c:pt>
                <c:pt idx="46957">
                  <c:v>0.54348379629664123</c:v>
                </c:pt>
                <c:pt idx="46958">
                  <c:v>0.54349537036614493</c:v>
                </c:pt>
                <c:pt idx="46959">
                  <c:v>0.54350694444292458</c:v>
                </c:pt>
                <c:pt idx="46960">
                  <c:v>0.54351851851970423</c:v>
                </c:pt>
                <c:pt idx="46961">
                  <c:v>0.54353009258920792</c:v>
                </c:pt>
                <c:pt idx="46962">
                  <c:v>0.54354166666598758</c:v>
                </c:pt>
                <c:pt idx="46963">
                  <c:v>0.54355324073549127</c:v>
                </c:pt>
                <c:pt idx="46964">
                  <c:v>0.54356481481227092</c:v>
                </c:pt>
                <c:pt idx="46965">
                  <c:v>0.54357638888905058</c:v>
                </c:pt>
                <c:pt idx="46966">
                  <c:v>0.54358796295855427</c:v>
                </c:pt>
                <c:pt idx="46967">
                  <c:v>0.54359953703533392</c:v>
                </c:pt>
                <c:pt idx="46968">
                  <c:v>0.54361111111211358</c:v>
                </c:pt>
                <c:pt idx="46969">
                  <c:v>0.54362268518161727</c:v>
                </c:pt>
                <c:pt idx="46970">
                  <c:v>0.54363425925839692</c:v>
                </c:pt>
                <c:pt idx="46971">
                  <c:v>0.54364583332790062</c:v>
                </c:pt>
                <c:pt idx="46972">
                  <c:v>0.54365740740468027</c:v>
                </c:pt>
                <c:pt idx="46973">
                  <c:v>0.54366898148145992</c:v>
                </c:pt>
                <c:pt idx="46974">
                  <c:v>0.54368055555096362</c:v>
                </c:pt>
                <c:pt idx="46975">
                  <c:v>0.54369212962774327</c:v>
                </c:pt>
                <c:pt idx="46976">
                  <c:v>0.54370370370452292</c:v>
                </c:pt>
                <c:pt idx="46977">
                  <c:v>0.54371527777402662</c:v>
                </c:pt>
                <c:pt idx="46978">
                  <c:v>0.54372685185080627</c:v>
                </c:pt>
                <c:pt idx="46979">
                  <c:v>0.54373842592030996</c:v>
                </c:pt>
                <c:pt idx="46980">
                  <c:v>0.54374999999708962</c:v>
                </c:pt>
                <c:pt idx="46981">
                  <c:v>0.54376157407386927</c:v>
                </c:pt>
                <c:pt idx="46982">
                  <c:v>0.54377314814337296</c:v>
                </c:pt>
                <c:pt idx="46983">
                  <c:v>0.54378472222015262</c:v>
                </c:pt>
                <c:pt idx="46984">
                  <c:v>0.54379629629693227</c:v>
                </c:pt>
                <c:pt idx="46985">
                  <c:v>0.54380787036643596</c:v>
                </c:pt>
                <c:pt idx="46986">
                  <c:v>0.54381944444321562</c:v>
                </c:pt>
                <c:pt idx="46987">
                  <c:v>0.54383101851271931</c:v>
                </c:pt>
                <c:pt idx="46988">
                  <c:v>0.54384259258949896</c:v>
                </c:pt>
                <c:pt idx="46989">
                  <c:v>0.54385416666627862</c:v>
                </c:pt>
                <c:pt idx="46990">
                  <c:v>0.54386574073578231</c:v>
                </c:pt>
                <c:pt idx="46991">
                  <c:v>0.54387731481256196</c:v>
                </c:pt>
                <c:pt idx="46992">
                  <c:v>0.54388888888934162</c:v>
                </c:pt>
                <c:pt idx="46993">
                  <c:v>0.54390046295884531</c:v>
                </c:pt>
                <c:pt idx="46994">
                  <c:v>0.54391203703562496</c:v>
                </c:pt>
                <c:pt idx="46995">
                  <c:v>0.54392361111240461</c:v>
                </c:pt>
                <c:pt idx="46996">
                  <c:v>0.54393518518190831</c:v>
                </c:pt>
                <c:pt idx="46997">
                  <c:v>0.54394675925868796</c:v>
                </c:pt>
                <c:pt idx="46998">
                  <c:v>0.54395833332819166</c:v>
                </c:pt>
                <c:pt idx="46999">
                  <c:v>0.54396990740497131</c:v>
                </c:pt>
                <c:pt idx="47000">
                  <c:v>0.54398148148175096</c:v>
                </c:pt>
                <c:pt idx="47001">
                  <c:v>0.54399305555125466</c:v>
                </c:pt>
                <c:pt idx="47002">
                  <c:v>0.54400462962803431</c:v>
                </c:pt>
                <c:pt idx="47003">
                  <c:v>0.54401620370481396</c:v>
                </c:pt>
                <c:pt idx="47004">
                  <c:v>0.54402777777431766</c:v>
                </c:pt>
                <c:pt idx="47005">
                  <c:v>0.54403935185109731</c:v>
                </c:pt>
                <c:pt idx="47006">
                  <c:v>0.544050925920601</c:v>
                </c:pt>
                <c:pt idx="47007">
                  <c:v>0.54406249999738066</c:v>
                </c:pt>
                <c:pt idx="47008">
                  <c:v>0.54407407407416031</c:v>
                </c:pt>
                <c:pt idx="47009">
                  <c:v>0.544085648143664</c:v>
                </c:pt>
                <c:pt idx="47010">
                  <c:v>0.54409722222044365</c:v>
                </c:pt>
                <c:pt idx="47011">
                  <c:v>0.54410879629722331</c:v>
                </c:pt>
                <c:pt idx="47012">
                  <c:v>0.544120370366727</c:v>
                </c:pt>
                <c:pt idx="47013">
                  <c:v>0.54413194444350665</c:v>
                </c:pt>
                <c:pt idx="47014">
                  <c:v>0.54414351851301035</c:v>
                </c:pt>
                <c:pt idx="47015">
                  <c:v>0.54415509258979</c:v>
                </c:pt>
                <c:pt idx="47016">
                  <c:v>0.54416666666656965</c:v>
                </c:pt>
                <c:pt idx="47017">
                  <c:v>0.54417824073607335</c:v>
                </c:pt>
                <c:pt idx="47018">
                  <c:v>0.544189814812853</c:v>
                </c:pt>
                <c:pt idx="47019">
                  <c:v>0.54420138888963265</c:v>
                </c:pt>
                <c:pt idx="47020">
                  <c:v>0.54421296295913635</c:v>
                </c:pt>
                <c:pt idx="47021">
                  <c:v>0.544224537035916</c:v>
                </c:pt>
                <c:pt idx="47022">
                  <c:v>0.5442361111054197</c:v>
                </c:pt>
                <c:pt idx="47023">
                  <c:v>0.54424768518219935</c:v>
                </c:pt>
                <c:pt idx="47024">
                  <c:v>0.544259259258979</c:v>
                </c:pt>
                <c:pt idx="47025">
                  <c:v>0.54427083332848269</c:v>
                </c:pt>
                <c:pt idx="47026">
                  <c:v>0.54428240740526235</c:v>
                </c:pt>
                <c:pt idx="47027">
                  <c:v>0.544293981482042</c:v>
                </c:pt>
                <c:pt idx="47028">
                  <c:v>0.54430555555154569</c:v>
                </c:pt>
                <c:pt idx="47029">
                  <c:v>0.54431712962832535</c:v>
                </c:pt>
                <c:pt idx="47030">
                  <c:v>0.54432870369782904</c:v>
                </c:pt>
                <c:pt idx="47031">
                  <c:v>0.54434027777460869</c:v>
                </c:pt>
                <c:pt idx="47032">
                  <c:v>0.54435185185138835</c:v>
                </c:pt>
                <c:pt idx="47033">
                  <c:v>0.54436342592089204</c:v>
                </c:pt>
                <c:pt idx="47034">
                  <c:v>0.54437499999767169</c:v>
                </c:pt>
                <c:pt idx="47035">
                  <c:v>0.54438657407445135</c:v>
                </c:pt>
                <c:pt idx="47036">
                  <c:v>0.54439814814395504</c:v>
                </c:pt>
                <c:pt idx="47037">
                  <c:v>0.54440972222073469</c:v>
                </c:pt>
                <c:pt idx="47038">
                  <c:v>0.54442129629751435</c:v>
                </c:pt>
                <c:pt idx="47039">
                  <c:v>0.54443287036701804</c:v>
                </c:pt>
                <c:pt idx="47040">
                  <c:v>0.54444444444379769</c:v>
                </c:pt>
                <c:pt idx="47041">
                  <c:v>0.54445601851330139</c:v>
                </c:pt>
                <c:pt idx="47042">
                  <c:v>0.54446759259008104</c:v>
                </c:pt>
                <c:pt idx="47043">
                  <c:v>0.54447916666686069</c:v>
                </c:pt>
                <c:pt idx="47044">
                  <c:v>0.54449074073636439</c:v>
                </c:pt>
                <c:pt idx="47045">
                  <c:v>0.54450231481314404</c:v>
                </c:pt>
                <c:pt idx="47046">
                  <c:v>0.54451388888992369</c:v>
                </c:pt>
                <c:pt idx="47047">
                  <c:v>0.54452546295942739</c:v>
                </c:pt>
                <c:pt idx="47048">
                  <c:v>0.54453703703620704</c:v>
                </c:pt>
                <c:pt idx="47049">
                  <c:v>0.54454861110571073</c:v>
                </c:pt>
                <c:pt idx="47050">
                  <c:v>0.54456018518249039</c:v>
                </c:pt>
                <c:pt idx="47051">
                  <c:v>0.54457175925927004</c:v>
                </c:pt>
                <c:pt idx="47052">
                  <c:v>0.54458333332877373</c:v>
                </c:pt>
                <c:pt idx="47053">
                  <c:v>0.54459490740555339</c:v>
                </c:pt>
                <c:pt idx="47054">
                  <c:v>0.54460648148233304</c:v>
                </c:pt>
                <c:pt idx="47055">
                  <c:v>0.54461805555183673</c:v>
                </c:pt>
                <c:pt idx="47056">
                  <c:v>0.54462962962861639</c:v>
                </c:pt>
                <c:pt idx="47057">
                  <c:v>0.54464120369812008</c:v>
                </c:pt>
                <c:pt idx="47058">
                  <c:v>0.54465277777489973</c:v>
                </c:pt>
                <c:pt idx="47059">
                  <c:v>0.54466435185167938</c:v>
                </c:pt>
                <c:pt idx="47060">
                  <c:v>0.54467592592118308</c:v>
                </c:pt>
                <c:pt idx="47061">
                  <c:v>0.54468749999796273</c:v>
                </c:pt>
                <c:pt idx="47062">
                  <c:v>0.54469907407474238</c:v>
                </c:pt>
                <c:pt idx="47063">
                  <c:v>0.54471064814424608</c:v>
                </c:pt>
                <c:pt idx="47064">
                  <c:v>0.54472222222102573</c:v>
                </c:pt>
                <c:pt idx="47065">
                  <c:v>0.54473379629052943</c:v>
                </c:pt>
                <c:pt idx="47066">
                  <c:v>0.54474537036730908</c:v>
                </c:pt>
                <c:pt idx="47067">
                  <c:v>0.54475694444408873</c:v>
                </c:pt>
                <c:pt idx="47068">
                  <c:v>0.54476851851359243</c:v>
                </c:pt>
                <c:pt idx="47069">
                  <c:v>0.54478009259037208</c:v>
                </c:pt>
                <c:pt idx="47070">
                  <c:v>0.54479166666715173</c:v>
                </c:pt>
                <c:pt idx="47071">
                  <c:v>0.54480324073665543</c:v>
                </c:pt>
                <c:pt idx="47072">
                  <c:v>0.54481481481343508</c:v>
                </c:pt>
                <c:pt idx="47073">
                  <c:v>0.54482638889021473</c:v>
                </c:pt>
                <c:pt idx="47074">
                  <c:v>0.54483796295971842</c:v>
                </c:pt>
                <c:pt idx="47075">
                  <c:v>0.54484953703649808</c:v>
                </c:pt>
                <c:pt idx="47076">
                  <c:v>0.54486111110600177</c:v>
                </c:pt>
                <c:pt idx="47077">
                  <c:v>0.54487268518278142</c:v>
                </c:pt>
                <c:pt idx="47078">
                  <c:v>0.54488425925956108</c:v>
                </c:pt>
                <c:pt idx="47079">
                  <c:v>0.54489583332906477</c:v>
                </c:pt>
                <c:pt idx="47080">
                  <c:v>0.54490740740584442</c:v>
                </c:pt>
                <c:pt idx="47081">
                  <c:v>0.54491898148262408</c:v>
                </c:pt>
                <c:pt idx="47082">
                  <c:v>0.54493055555212777</c:v>
                </c:pt>
                <c:pt idx="47083">
                  <c:v>0.54494212962890742</c:v>
                </c:pt>
                <c:pt idx="47084">
                  <c:v>0.54495370369841112</c:v>
                </c:pt>
                <c:pt idx="47085">
                  <c:v>0.54496527777519077</c:v>
                </c:pt>
                <c:pt idx="47086">
                  <c:v>0.54497685185197042</c:v>
                </c:pt>
                <c:pt idx="47087">
                  <c:v>0.54498842592147412</c:v>
                </c:pt>
                <c:pt idx="47088">
                  <c:v>0.54499999999825377</c:v>
                </c:pt>
                <c:pt idx="47089">
                  <c:v>0.54501157407503342</c:v>
                </c:pt>
                <c:pt idx="47090">
                  <c:v>0.54502314814453712</c:v>
                </c:pt>
                <c:pt idx="47091">
                  <c:v>0.54503472222131677</c:v>
                </c:pt>
                <c:pt idx="47092">
                  <c:v>0.54504629629082046</c:v>
                </c:pt>
                <c:pt idx="47093">
                  <c:v>0.54505787036760012</c:v>
                </c:pt>
                <c:pt idx="47094">
                  <c:v>0.54506944444437977</c:v>
                </c:pt>
                <c:pt idx="47095">
                  <c:v>0.54508101851388346</c:v>
                </c:pt>
                <c:pt idx="47096">
                  <c:v>0.54509259259066312</c:v>
                </c:pt>
                <c:pt idx="47097">
                  <c:v>0.54510416666744277</c:v>
                </c:pt>
                <c:pt idx="47098">
                  <c:v>0.54511574073694646</c:v>
                </c:pt>
                <c:pt idx="47099">
                  <c:v>0.54512731481372612</c:v>
                </c:pt>
                <c:pt idx="47100">
                  <c:v>0.54513888888322981</c:v>
                </c:pt>
                <c:pt idx="47101">
                  <c:v>0.54515046296000946</c:v>
                </c:pt>
                <c:pt idx="47102">
                  <c:v>0.54516203703678912</c:v>
                </c:pt>
                <c:pt idx="47103">
                  <c:v>0.54517361110629281</c:v>
                </c:pt>
                <c:pt idx="47104">
                  <c:v>0.54518518518307246</c:v>
                </c:pt>
                <c:pt idx="47105">
                  <c:v>0.54519675925985212</c:v>
                </c:pt>
                <c:pt idx="47106">
                  <c:v>0.54520833332935581</c:v>
                </c:pt>
                <c:pt idx="47107">
                  <c:v>0.54521990740613546</c:v>
                </c:pt>
                <c:pt idx="47108">
                  <c:v>0.54523148147563916</c:v>
                </c:pt>
                <c:pt idx="47109">
                  <c:v>0.54524305555241881</c:v>
                </c:pt>
                <c:pt idx="47110">
                  <c:v>0.54525462962919846</c:v>
                </c:pt>
                <c:pt idx="47111">
                  <c:v>0.54526620369870216</c:v>
                </c:pt>
                <c:pt idx="47112">
                  <c:v>0.54527777777548181</c:v>
                </c:pt>
                <c:pt idx="47113">
                  <c:v>0.54528935185226146</c:v>
                </c:pt>
                <c:pt idx="47114">
                  <c:v>0.54530092592176516</c:v>
                </c:pt>
                <c:pt idx="47115">
                  <c:v>0.54531249999854481</c:v>
                </c:pt>
                <c:pt idx="47116">
                  <c:v>0.54532407407532446</c:v>
                </c:pt>
                <c:pt idx="47117">
                  <c:v>0.54533564814482816</c:v>
                </c:pt>
                <c:pt idx="47118">
                  <c:v>0.54534722222160781</c:v>
                </c:pt>
                <c:pt idx="47119">
                  <c:v>0.5453587962911115</c:v>
                </c:pt>
                <c:pt idx="47120">
                  <c:v>0.54537037036789116</c:v>
                </c:pt>
                <c:pt idx="47121">
                  <c:v>0.54538194444467081</c:v>
                </c:pt>
                <c:pt idx="47122">
                  <c:v>0.5453935185141745</c:v>
                </c:pt>
                <c:pt idx="47123">
                  <c:v>0.54540509259095415</c:v>
                </c:pt>
                <c:pt idx="47124">
                  <c:v>0.54541666666773381</c:v>
                </c:pt>
                <c:pt idx="47125">
                  <c:v>0.5454282407372375</c:v>
                </c:pt>
                <c:pt idx="47126">
                  <c:v>0.54543981481401715</c:v>
                </c:pt>
                <c:pt idx="47127">
                  <c:v>0.54545138888352085</c:v>
                </c:pt>
                <c:pt idx="47128">
                  <c:v>0.5454629629603005</c:v>
                </c:pt>
                <c:pt idx="47129">
                  <c:v>0.54547453703708015</c:v>
                </c:pt>
                <c:pt idx="47130">
                  <c:v>0.54548611110658385</c:v>
                </c:pt>
                <c:pt idx="47131">
                  <c:v>0.5454976851833635</c:v>
                </c:pt>
                <c:pt idx="47132">
                  <c:v>0.54550925926014315</c:v>
                </c:pt>
                <c:pt idx="47133">
                  <c:v>0.54552083332964685</c:v>
                </c:pt>
                <c:pt idx="47134">
                  <c:v>0.5455324074064265</c:v>
                </c:pt>
                <c:pt idx="47135">
                  <c:v>0.5455439814759302</c:v>
                </c:pt>
                <c:pt idx="47136">
                  <c:v>0.54555555555270985</c:v>
                </c:pt>
                <c:pt idx="47137">
                  <c:v>0.5455671296294895</c:v>
                </c:pt>
                <c:pt idx="47138">
                  <c:v>0.54557870369899319</c:v>
                </c:pt>
                <c:pt idx="47139">
                  <c:v>0.54559027777577285</c:v>
                </c:pt>
                <c:pt idx="47140">
                  <c:v>0.5456018518525525</c:v>
                </c:pt>
                <c:pt idx="47141">
                  <c:v>0.54561342592205619</c:v>
                </c:pt>
                <c:pt idx="47142">
                  <c:v>0.54562499999883585</c:v>
                </c:pt>
                <c:pt idx="47143">
                  <c:v>0.54563657406833954</c:v>
                </c:pt>
                <c:pt idx="47144">
                  <c:v>0.54564814814511919</c:v>
                </c:pt>
                <c:pt idx="47145">
                  <c:v>0.54565972222189885</c:v>
                </c:pt>
                <c:pt idx="47146">
                  <c:v>0.54567129629140254</c:v>
                </c:pt>
                <c:pt idx="47147">
                  <c:v>0.54568287036818219</c:v>
                </c:pt>
                <c:pt idx="47148">
                  <c:v>0.54569444444496185</c:v>
                </c:pt>
                <c:pt idx="47149">
                  <c:v>0.54570601851446554</c:v>
                </c:pt>
                <c:pt idx="47150">
                  <c:v>0.54571759259124519</c:v>
                </c:pt>
                <c:pt idx="47151">
                  <c:v>0.54572916666074889</c:v>
                </c:pt>
                <c:pt idx="47152">
                  <c:v>0.54574074073752854</c:v>
                </c:pt>
                <c:pt idx="47153">
                  <c:v>0.54575231481430819</c:v>
                </c:pt>
                <c:pt idx="47154">
                  <c:v>0.54576388888381189</c:v>
                </c:pt>
                <c:pt idx="47155">
                  <c:v>0.54577546296059154</c:v>
                </c:pt>
                <c:pt idx="47156">
                  <c:v>0.54578703703737119</c:v>
                </c:pt>
                <c:pt idx="47157">
                  <c:v>0.54579861110687489</c:v>
                </c:pt>
                <c:pt idx="47158">
                  <c:v>0.54581018518365454</c:v>
                </c:pt>
                <c:pt idx="47159">
                  <c:v>0.54582175926043419</c:v>
                </c:pt>
                <c:pt idx="47160">
                  <c:v>0.54583333332993789</c:v>
                </c:pt>
                <c:pt idx="47161">
                  <c:v>0.54584490740671754</c:v>
                </c:pt>
                <c:pt idx="47162">
                  <c:v>0.54585648147622123</c:v>
                </c:pt>
                <c:pt idx="47163">
                  <c:v>0.54586805555300089</c:v>
                </c:pt>
                <c:pt idx="47164">
                  <c:v>0.54587962962978054</c:v>
                </c:pt>
                <c:pt idx="47165">
                  <c:v>0.54589120369928423</c:v>
                </c:pt>
                <c:pt idx="47166">
                  <c:v>0.54590277777606389</c:v>
                </c:pt>
                <c:pt idx="47167">
                  <c:v>0.54591435185284354</c:v>
                </c:pt>
                <c:pt idx="47168">
                  <c:v>0.54592592592234723</c:v>
                </c:pt>
                <c:pt idx="47169">
                  <c:v>0.54593749999912689</c:v>
                </c:pt>
                <c:pt idx="47170">
                  <c:v>0.54594907406863058</c:v>
                </c:pt>
                <c:pt idx="47171">
                  <c:v>0.54596064814541023</c:v>
                </c:pt>
                <c:pt idx="47172">
                  <c:v>0.54597222222218988</c:v>
                </c:pt>
                <c:pt idx="47173">
                  <c:v>0.54598379629169358</c:v>
                </c:pt>
                <c:pt idx="47174">
                  <c:v>0.54599537036847323</c:v>
                </c:pt>
                <c:pt idx="47175">
                  <c:v>0.54600694444525288</c:v>
                </c:pt>
                <c:pt idx="47176">
                  <c:v>0.54601851851475658</c:v>
                </c:pt>
                <c:pt idx="47177">
                  <c:v>0.54603009259153623</c:v>
                </c:pt>
                <c:pt idx="47178">
                  <c:v>0.54604166666103993</c:v>
                </c:pt>
                <c:pt idx="47179">
                  <c:v>0.54605324073781958</c:v>
                </c:pt>
                <c:pt idx="47180">
                  <c:v>0.54606481481459923</c:v>
                </c:pt>
                <c:pt idx="47181">
                  <c:v>0.54607638888410293</c:v>
                </c:pt>
                <c:pt idx="47182">
                  <c:v>0.54608796296088258</c:v>
                </c:pt>
                <c:pt idx="47183">
                  <c:v>0.54609953703766223</c:v>
                </c:pt>
                <c:pt idx="47184">
                  <c:v>0.54611111110716593</c:v>
                </c:pt>
                <c:pt idx="47185">
                  <c:v>0.54612268518394558</c:v>
                </c:pt>
                <c:pt idx="47186">
                  <c:v>0.54613425925344927</c:v>
                </c:pt>
                <c:pt idx="47187">
                  <c:v>0.54614583333022892</c:v>
                </c:pt>
                <c:pt idx="47188">
                  <c:v>0.54615740740700858</c:v>
                </c:pt>
                <c:pt idx="47189">
                  <c:v>0.54616898147651227</c:v>
                </c:pt>
                <c:pt idx="47190">
                  <c:v>0.54618055555329192</c:v>
                </c:pt>
                <c:pt idx="47191">
                  <c:v>0.54619212963007158</c:v>
                </c:pt>
                <c:pt idx="47192">
                  <c:v>0.54620370369957527</c:v>
                </c:pt>
                <c:pt idx="47193">
                  <c:v>0.54621527777635492</c:v>
                </c:pt>
                <c:pt idx="47194">
                  <c:v>0.54622685185313458</c:v>
                </c:pt>
                <c:pt idx="47195">
                  <c:v>0.54623842592263827</c:v>
                </c:pt>
                <c:pt idx="47196">
                  <c:v>0.54624999999941792</c:v>
                </c:pt>
                <c:pt idx="47197">
                  <c:v>0.54626157406892162</c:v>
                </c:pt>
                <c:pt idx="47198">
                  <c:v>0.54627314814570127</c:v>
                </c:pt>
                <c:pt idx="47199">
                  <c:v>0.54628472222248092</c:v>
                </c:pt>
                <c:pt idx="47200">
                  <c:v>0.54629629629198462</c:v>
                </c:pt>
                <c:pt idx="47201">
                  <c:v>0.54630787036876427</c:v>
                </c:pt>
                <c:pt idx="47202">
                  <c:v>0.54631944444554392</c:v>
                </c:pt>
                <c:pt idx="47203">
                  <c:v>0.54633101851504762</c:v>
                </c:pt>
                <c:pt idx="47204">
                  <c:v>0.54634259259182727</c:v>
                </c:pt>
                <c:pt idx="47205">
                  <c:v>0.54635416666133096</c:v>
                </c:pt>
                <c:pt idx="47206">
                  <c:v>0.54636574073811062</c:v>
                </c:pt>
                <c:pt idx="47207">
                  <c:v>0.54637731481489027</c:v>
                </c:pt>
                <c:pt idx="47208">
                  <c:v>0.54638888888439396</c:v>
                </c:pt>
                <c:pt idx="47209">
                  <c:v>0.54640046296117362</c:v>
                </c:pt>
                <c:pt idx="47210">
                  <c:v>0.54641203703795327</c:v>
                </c:pt>
                <c:pt idx="47211">
                  <c:v>0.54642361110745696</c:v>
                </c:pt>
                <c:pt idx="47212">
                  <c:v>0.54643518518423662</c:v>
                </c:pt>
                <c:pt idx="47213">
                  <c:v>0.54644675925374031</c:v>
                </c:pt>
                <c:pt idx="47214">
                  <c:v>0.54645833333051996</c:v>
                </c:pt>
                <c:pt idx="47215">
                  <c:v>0.54646990740729962</c:v>
                </c:pt>
                <c:pt idx="47216">
                  <c:v>0.54648148147680331</c:v>
                </c:pt>
                <c:pt idx="47217">
                  <c:v>0.54649305555358296</c:v>
                </c:pt>
                <c:pt idx="47218">
                  <c:v>0.54650462963036261</c:v>
                </c:pt>
                <c:pt idx="47219">
                  <c:v>0.54651620369986631</c:v>
                </c:pt>
                <c:pt idx="47220">
                  <c:v>0.54652777777664596</c:v>
                </c:pt>
                <c:pt idx="47221">
                  <c:v>0.54653935184614966</c:v>
                </c:pt>
                <c:pt idx="47222">
                  <c:v>0.54655092592292931</c:v>
                </c:pt>
                <c:pt idx="47223">
                  <c:v>0.54656249999970896</c:v>
                </c:pt>
                <c:pt idx="47224">
                  <c:v>0.54657407406921266</c:v>
                </c:pt>
                <c:pt idx="47225">
                  <c:v>0.54658564814599231</c:v>
                </c:pt>
                <c:pt idx="47226">
                  <c:v>0.54659722222277196</c:v>
                </c:pt>
                <c:pt idx="47227">
                  <c:v>0.54660879629227566</c:v>
                </c:pt>
                <c:pt idx="47228">
                  <c:v>0.54662037036905531</c:v>
                </c:pt>
                <c:pt idx="47229">
                  <c:v>0.546631944438559</c:v>
                </c:pt>
                <c:pt idx="47230">
                  <c:v>0.54664351851533866</c:v>
                </c:pt>
                <c:pt idx="47231">
                  <c:v>0.54665509259211831</c:v>
                </c:pt>
                <c:pt idx="47232">
                  <c:v>0.546666666661622</c:v>
                </c:pt>
                <c:pt idx="47233">
                  <c:v>0.54667824073840166</c:v>
                </c:pt>
                <c:pt idx="47234">
                  <c:v>0.54668981481518131</c:v>
                </c:pt>
                <c:pt idx="47235">
                  <c:v>0.546701388884685</c:v>
                </c:pt>
                <c:pt idx="47236">
                  <c:v>0.54671296296146465</c:v>
                </c:pt>
                <c:pt idx="47237">
                  <c:v>0.54672453703824431</c:v>
                </c:pt>
                <c:pt idx="47238">
                  <c:v>0.546736111107748</c:v>
                </c:pt>
                <c:pt idx="47239">
                  <c:v>0.54674768518452765</c:v>
                </c:pt>
                <c:pt idx="47240">
                  <c:v>0.54675925925403135</c:v>
                </c:pt>
                <c:pt idx="47241">
                  <c:v>0.546770833330811</c:v>
                </c:pt>
                <c:pt idx="47242">
                  <c:v>0.54678240740759065</c:v>
                </c:pt>
                <c:pt idx="47243">
                  <c:v>0.54679398147709435</c:v>
                </c:pt>
                <c:pt idx="47244">
                  <c:v>0.546805555553874</c:v>
                </c:pt>
                <c:pt idx="47245">
                  <c:v>0.54681712963065365</c:v>
                </c:pt>
                <c:pt idx="47246">
                  <c:v>0.54682870370015735</c:v>
                </c:pt>
                <c:pt idx="47247">
                  <c:v>0.546840277776937</c:v>
                </c:pt>
                <c:pt idx="47248">
                  <c:v>0.5468518518464407</c:v>
                </c:pt>
                <c:pt idx="47249">
                  <c:v>0.54686342592322035</c:v>
                </c:pt>
                <c:pt idx="47250">
                  <c:v>0.546875</c:v>
                </c:pt>
                <c:pt idx="47251">
                  <c:v>0.54688657406950369</c:v>
                </c:pt>
                <c:pt idx="47252">
                  <c:v>0.54689814814628335</c:v>
                </c:pt>
                <c:pt idx="47253">
                  <c:v>0.546909722223063</c:v>
                </c:pt>
                <c:pt idx="47254">
                  <c:v>0.54692129629256669</c:v>
                </c:pt>
                <c:pt idx="47255">
                  <c:v>0.54693287036934635</c:v>
                </c:pt>
                <c:pt idx="47256">
                  <c:v>0.54694444443885004</c:v>
                </c:pt>
                <c:pt idx="47257">
                  <c:v>0.54695601851562969</c:v>
                </c:pt>
                <c:pt idx="47258">
                  <c:v>0.54696759259240935</c:v>
                </c:pt>
                <c:pt idx="47259">
                  <c:v>0.54697916666191304</c:v>
                </c:pt>
                <c:pt idx="47260">
                  <c:v>0.54699074073869269</c:v>
                </c:pt>
                <c:pt idx="47261">
                  <c:v>0.54700231481547235</c:v>
                </c:pt>
                <c:pt idx="47262">
                  <c:v>0.54701388888497604</c:v>
                </c:pt>
                <c:pt idx="47263">
                  <c:v>0.54702546296175569</c:v>
                </c:pt>
                <c:pt idx="47264">
                  <c:v>0.54703703703125939</c:v>
                </c:pt>
                <c:pt idx="47265">
                  <c:v>0.54704861110803904</c:v>
                </c:pt>
                <c:pt idx="47266">
                  <c:v>0.54706018518481869</c:v>
                </c:pt>
                <c:pt idx="47267">
                  <c:v>0.54707175925432239</c:v>
                </c:pt>
                <c:pt idx="47268">
                  <c:v>0.54708333333110204</c:v>
                </c:pt>
                <c:pt idx="47269">
                  <c:v>0.54709490740788169</c:v>
                </c:pt>
                <c:pt idx="47270">
                  <c:v>0.54710648147738539</c:v>
                </c:pt>
                <c:pt idx="47271">
                  <c:v>0.54711805555416504</c:v>
                </c:pt>
                <c:pt idx="47272">
                  <c:v>0.54712962963094469</c:v>
                </c:pt>
                <c:pt idx="47273">
                  <c:v>0.54714120370044839</c:v>
                </c:pt>
                <c:pt idx="47274">
                  <c:v>0.54715277777722804</c:v>
                </c:pt>
                <c:pt idx="47275">
                  <c:v>0.54716435184673173</c:v>
                </c:pt>
                <c:pt idx="47276">
                  <c:v>0.54717592592351139</c:v>
                </c:pt>
                <c:pt idx="47277">
                  <c:v>0.54718750000029104</c:v>
                </c:pt>
                <c:pt idx="47278">
                  <c:v>0.54719907406979473</c:v>
                </c:pt>
                <c:pt idx="47279">
                  <c:v>0.54721064814657439</c:v>
                </c:pt>
                <c:pt idx="47280">
                  <c:v>0.54722222222335404</c:v>
                </c:pt>
                <c:pt idx="47281">
                  <c:v>0.54723379629285773</c:v>
                </c:pt>
                <c:pt idx="47282">
                  <c:v>0.54724537036963739</c:v>
                </c:pt>
                <c:pt idx="47283">
                  <c:v>0.54725694443914108</c:v>
                </c:pt>
                <c:pt idx="47284">
                  <c:v>0.54726851851592073</c:v>
                </c:pt>
                <c:pt idx="47285">
                  <c:v>0.54728009259270038</c:v>
                </c:pt>
                <c:pt idx="47286">
                  <c:v>0.54729166666220408</c:v>
                </c:pt>
                <c:pt idx="47287">
                  <c:v>0.54730324073898373</c:v>
                </c:pt>
                <c:pt idx="47288">
                  <c:v>0.54731481481576338</c:v>
                </c:pt>
                <c:pt idx="47289">
                  <c:v>0.54732638888526708</c:v>
                </c:pt>
                <c:pt idx="47290">
                  <c:v>0.54733796296204673</c:v>
                </c:pt>
                <c:pt idx="47291">
                  <c:v>0.54734953703155043</c:v>
                </c:pt>
                <c:pt idx="47292">
                  <c:v>0.54736111110833008</c:v>
                </c:pt>
                <c:pt idx="47293">
                  <c:v>0.54737268518510973</c:v>
                </c:pt>
                <c:pt idx="47294">
                  <c:v>0.54738425925461343</c:v>
                </c:pt>
                <c:pt idx="47295">
                  <c:v>0.54739583333139308</c:v>
                </c:pt>
                <c:pt idx="47296">
                  <c:v>0.54740740740817273</c:v>
                </c:pt>
                <c:pt idx="47297">
                  <c:v>0.54741898147767643</c:v>
                </c:pt>
                <c:pt idx="47298">
                  <c:v>0.54743055555445608</c:v>
                </c:pt>
                <c:pt idx="47299">
                  <c:v>0.54744212962395977</c:v>
                </c:pt>
                <c:pt idx="47300">
                  <c:v>0.54745370370073942</c:v>
                </c:pt>
                <c:pt idx="47301">
                  <c:v>0.54746527777751908</c:v>
                </c:pt>
                <c:pt idx="47302">
                  <c:v>0.54747685184702277</c:v>
                </c:pt>
                <c:pt idx="47303">
                  <c:v>0.54748842592380242</c:v>
                </c:pt>
                <c:pt idx="47304">
                  <c:v>0.54750000000058208</c:v>
                </c:pt>
                <c:pt idx="47305">
                  <c:v>0.54751157407008577</c:v>
                </c:pt>
                <c:pt idx="47306">
                  <c:v>0.54752314814686542</c:v>
                </c:pt>
                <c:pt idx="47307">
                  <c:v>0.54753472221636912</c:v>
                </c:pt>
                <c:pt idx="47308">
                  <c:v>0.54754629629314877</c:v>
                </c:pt>
                <c:pt idx="47309">
                  <c:v>0.54755787036992842</c:v>
                </c:pt>
                <c:pt idx="47310">
                  <c:v>0.54756944443943212</c:v>
                </c:pt>
                <c:pt idx="47311">
                  <c:v>0.54758101851621177</c:v>
                </c:pt>
                <c:pt idx="47312">
                  <c:v>0.54759259259299142</c:v>
                </c:pt>
                <c:pt idx="47313">
                  <c:v>0.54760416666249512</c:v>
                </c:pt>
                <c:pt idx="47314">
                  <c:v>0.54761574073927477</c:v>
                </c:pt>
                <c:pt idx="47315">
                  <c:v>0.54762731481605442</c:v>
                </c:pt>
                <c:pt idx="47316">
                  <c:v>0.54763888888555812</c:v>
                </c:pt>
                <c:pt idx="47317">
                  <c:v>0.54765046296233777</c:v>
                </c:pt>
                <c:pt idx="47318">
                  <c:v>0.54766203703184146</c:v>
                </c:pt>
                <c:pt idx="47319">
                  <c:v>0.54767361110862112</c:v>
                </c:pt>
                <c:pt idx="47320">
                  <c:v>0.54768518518540077</c:v>
                </c:pt>
                <c:pt idx="47321">
                  <c:v>0.54769675925490446</c:v>
                </c:pt>
                <c:pt idx="47322">
                  <c:v>0.54770833333168412</c:v>
                </c:pt>
                <c:pt idx="47323">
                  <c:v>0.54771990740846377</c:v>
                </c:pt>
                <c:pt idx="47324">
                  <c:v>0.54773148147796746</c:v>
                </c:pt>
                <c:pt idx="47325">
                  <c:v>0.54774305555474712</c:v>
                </c:pt>
                <c:pt idx="47326">
                  <c:v>0.54775462962425081</c:v>
                </c:pt>
                <c:pt idx="47327">
                  <c:v>0.54776620370103046</c:v>
                </c:pt>
                <c:pt idx="47328">
                  <c:v>0.54777777777781012</c:v>
                </c:pt>
                <c:pt idx="47329">
                  <c:v>0.54778935184731381</c:v>
                </c:pt>
                <c:pt idx="47330">
                  <c:v>0.54780092592409346</c:v>
                </c:pt>
                <c:pt idx="47331">
                  <c:v>0.54781250000087311</c:v>
                </c:pt>
                <c:pt idx="47332">
                  <c:v>0.54782407407037681</c:v>
                </c:pt>
                <c:pt idx="47333">
                  <c:v>0.54783564814715646</c:v>
                </c:pt>
                <c:pt idx="47334">
                  <c:v>0.54784722221666016</c:v>
                </c:pt>
                <c:pt idx="47335">
                  <c:v>0.54785879629343981</c:v>
                </c:pt>
                <c:pt idx="47336">
                  <c:v>0.54787037037021946</c:v>
                </c:pt>
                <c:pt idx="47337">
                  <c:v>0.54788194443972316</c:v>
                </c:pt>
                <c:pt idx="47338">
                  <c:v>0.54789351851650281</c:v>
                </c:pt>
                <c:pt idx="47339">
                  <c:v>0.54790509259328246</c:v>
                </c:pt>
                <c:pt idx="47340">
                  <c:v>0.54791666666278616</c:v>
                </c:pt>
                <c:pt idx="47341">
                  <c:v>0.54792824073956581</c:v>
                </c:pt>
                <c:pt idx="47342">
                  <c:v>0.5479398148090695</c:v>
                </c:pt>
                <c:pt idx="47343">
                  <c:v>0.54795138888584916</c:v>
                </c:pt>
                <c:pt idx="47344">
                  <c:v>0.54796296296262881</c:v>
                </c:pt>
                <c:pt idx="47345">
                  <c:v>0.5479745370321325</c:v>
                </c:pt>
                <c:pt idx="47346">
                  <c:v>0.54798611110891216</c:v>
                </c:pt>
                <c:pt idx="47347">
                  <c:v>0.54799768518569181</c:v>
                </c:pt>
                <c:pt idx="47348">
                  <c:v>0.5480092592551955</c:v>
                </c:pt>
                <c:pt idx="47349">
                  <c:v>0.54802083333197515</c:v>
                </c:pt>
                <c:pt idx="47350">
                  <c:v>0.54803240740147885</c:v>
                </c:pt>
                <c:pt idx="47351">
                  <c:v>0.5480439814782585</c:v>
                </c:pt>
                <c:pt idx="47352">
                  <c:v>0.54805555555503815</c:v>
                </c:pt>
                <c:pt idx="47353">
                  <c:v>0.54806712962454185</c:v>
                </c:pt>
                <c:pt idx="47354">
                  <c:v>0.5480787037013215</c:v>
                </c:pt>
                <c:pt idx="47355">
                  <c:v>0.54809027777810115</c:v>
                </c:pt>
                <c:pt idx="47356">
                  <c:v>0.54810185184760485</c:v>
                </c:pt>
                <c:pt idx="47357">
                  <c:v>0.5481134259243845</c:v>
                </c:pt>
                <c:pt idx="47358">
                  <c:v>0.54812500000116415</c:v>
                </c:pt>
                <c:pt idx="47359">
                  <c:v>0.54813657407066785</c:v>
                </c:pt>
                <c:pt idx="47360">
                  <c:v>0.5481481481474475</c:v>
                </c:pt>
                <c:pt idx="47361">
                  <c:v>0.5481597222169512</c:v>
                </c:pt>
                <c:pt idx="47362">
                  <c:v>0.54817129629373085</c:v>
                </c:pt>
                <c:pt idx="47363">
                  <c:v>0.5481828703705105</c:v>
                </c:pt>
                <c:pt idx="47364">
                  <c:v>0.54819444444001419</c:v>
                </c:pt>
                <c:pt idx="47365">
                  <c:v>0.54820601851679385</c:v>
                </c:pt>
                <c:pt idx="47366">
                  <c:v>0.5482175925935735</c:v>
                </c:pt>
                <c:pt idx="47367">
                  <c:v>0.54822916666307719</c:v>
                </c:pt>
                <c:pt idx="47368">
                  <c:v>0.54824074073985685</c:v>
                </c:pt>
                <c:pt idx="47369">
                  <c:v>0.54825231480936054</c:v>
                </c:pt>
                <c:pt idx="47370">
                  <c:v>0.54826388888614019</c:v>
                </c:pt>
                <c:pt idx="47371">
                  <c:v>0.54827546296291985</c:v>
                </c:pt>
                <c:pt idx="47372">
                  <c:v>0.54828703703242354</c:v>
                </c:pt>
                <c:pt idx="47373">
                  <c:v>0.54829861110920319</c:v>
                </c:pt>
                <c:pt idx="47374">
                  <c:v>0.54831018518598285</c:v>
                </c:pt>
                <c:pt idx="47375">
                  <c:v>0.54832175925548654</c:v>
                </c:pt>
                <c:pt idx="47376">
                  <c:v>0.54833333333226619</c:v>
                </c:pt>
                <c:pt idx="47377">
                  <c:v>0.54834490740176989</c:v>
                </c:pt>
                <c:pt idx="47378">
                  <c:v>0.54835648147854954</c:v>
                </c:pt>
                <c:pt idx="47379">
                  <c:v>0.54836805555532919</c:v>
                </c:pt>
                <c:pt idx="47380">
                  <c:v>0.54837962962483289</c:v>
                </c:pt>
                <c:pt idx="47381">
                  <c:v>0.54839120370161254</c:v>
                </c:pt>
                <c:pt idx="47382">
                  <c:v>0.54840277777839219</c:v>
                </c:pt>
                <c:pt idx="47383">
                  <c:v>0.54841435184789589</c:v>
                </c:pt>
                <c:pt idx="47384">
                  <c:v>0.54842592592467554</c:v>
                </c:pt>
                <c:pt idx="47385">
                  <c:v>0.54843749999417923</c:v>
                </c:pt>
                <c:pt idx="47386">
                  <c:v>0.54844907407095889</c:v>
                </c:pt>
                <c:pt idx="47387">
                  <c:v>0.54846064814773854</c:v>
                </c:pt>
                <c:pt idx="47388">
                  <c:v>0.54847222221724223</c:v>
                </c:pt>
                <c:pt idx="47389">
                  <c:v>0.54848379629402189</c:v>
                </c:pt>
                <c:pt idx="47390">
                  <c:v>0.54849537037080154</c:v>
                </c:pt>
                <c:pt idx="47391">
                  <c:v>0.54850694444030523</c:v>
                </c:pt>
                <c:pt idx="47392">
                  <c:v>0.54851851851708489</c:v>
                </c:pt>
                <c:pt idx="47393">
                  <c:v>0.54853009259386454</c:v>
                </c:pt>
                <c:pt idx="47394">
                  <c:v>0.54854166666336823</c:v>
                </c:pt>
                <c:pt idx="47395">
                  <c:v>0.54855324074014788</c:v>
                </c:pt>
                <c:pt idx="47396">
                  <c:v>0.54856481480965158</c:v>
                </c:pt>
                <c:pt idx="47397">
                  <c:v>0.54857638888643123</c:v>
                </c:pt>
                <c:pt idx="47398">
                  <c:v>0.54858796296321088</c:v>
                </c:pt>
                <c:pt idx="47399">
                  <c:v>0.54859953703271458</c:v>
                </c:pt>
                <c:pt idx="47400">
                  <c:v>0.54861111110949423</c:v>
                </c:pt>
                <c:pt idx="47401">
                  <c:v>0.54862268518627388</c:v>
                </c:pt>
                <c:pt idx="47402">
                  <c:v>0.54863425925577758</c:v>
                </c:pt>
                <c:pt idx="47403">
                  <c:v>0.54864583333255723</c:v>
                </c:pt>
                <c:pt idx="47404">
                  <c:v>0.54865740740206093</c:v>
                </c:pt>
                <c:pt idx="47405">
                  <c:v>0.54866898147884058</c:v>
                </c:pt>
                <c:pt idx="47406">
                  <c:v>0.54868055555562023</c:v>
                </c:pt>
                <c:pt idx="47407">
                  <c:v>0.54869212962512393</c:v>
                </c:pt>
                <c:pt idx="47408">
                  <c:v>0.54870370370190358</c:v>
                </c:pt>
                <c:pt idx="47409">
                  <c:v>0.54871527777868323</c:v>
                </c:pt>
                <c:pt idx="47410">
                  <c:v>0.54872685184818693</c:v>
                </c:pt>
                <c:pt idx="47411">
                  <c:v>0.54873842592496658</c:v>
                </c:pt>
                <c:pt idx="47412">
                  <c:v>0.54874999999447027</c:v>
                </c:pt>
                <c:pt idx="47413">
                  <c:v>0.54876157407124992</c:v>
                </c:pt>
                <c:pt idx="47414">
                  <c:v>0.54877314814802958</c:v>
                </c:pt>
                <c:pt idx="47415">
                  <c:v>0.54878472221753327</c:v>
                </c:pt>
                <c:pt idx="47416">
                  <c:v>0.54879629629431292</c:v>
                </c:pt>
                <c:pt idx="47417">
                  <c:v>0.54880787037109258</c:v>
                </c:pt>
                <c:pt idx="47418">
                  <c:v>0.54881944444059627</c:v>
                </c:pt>
                <c:pt idx="47419">
                  <c:v>0.54883101851737592</c:v>
                </c:pt>
                <c:pt idx="47420">
                  <c:v>0.54884259258687962</c:v>
                </c:pt>
                <c:pt idx="47421">
                  <c:v>0.54885416666365927</c:v>
                </c:pt>
                <c:pt idx="47422">
                  <c:v>0.54886574074043892</c:v>
                </c:pt>
                <c:pt idx="47423">
                  <c:v>0.54887731480994262</c:v>
                </c:pt>
                <c:pt idx="47424">
                  <c:v>0.54888888888672227</c:v>
                </c:pt>
                <c:pt idx="47425">
                  <c:v>0.54890046296350192</c:v>
                </c:pt>
                <c:pt idx="47426">
                  <c:v>0.54891203703300562</c:v>
                </c:pt>
                <c:pt idx="47427">
                  <c:v>0.54892361110978527</c:v>
                </c:pt>
                <c:pt idx="47428">
                  <c:v>0.54893518517928896</c:v>
                </c:pt>
                <c:pt idx="47429">
                  <c:v>0.54894675925606862</c:v>
                </c:pt>
                <c:pt idx="47430">
                  <c:v>0.54895833333284827</c:v>
                </c:pt>
                <c:pt idx="47431">
                  <c:v>0.54896990740235196</c:v>
                </c:pt>
                <c:pt idx="47432">
                  <c:v>0.54898148147913162</c:v>
                </c:pt>
                <c:pt idx="47433">
                  <c:v>0.54899305555591127</c:v>
                </c:pt>
                <c:pt idx="47434">
                  <c:v>0.54900462962541496</c:v>
                </c:pt>
                <c:pt idx="47435">
                  <c:v>0.54901620370219462</c:v>
                </c:pt>
                <c:pt idx="47436">
                  <c:v>0.54902777777897427</c:v>
                </c:pt>
                <c:pt idx="47437">
                  <c:v>0.54903935184847796</c:v>
                </c:pt>
                <c:pt idx="47438">
                  <c:v>0.54905092592525762</c:v>
                </c:pt>
                <c:pt idx="47439">
                  <c:v>0.54906249999476131</c:v>
                </c:pt>
                <c:pt idx="47440">
                  <c:v>0.54907407407154096</c:v>
                </c:pt>
                <c:pt idx="47441">
                  <c:v>0.54908564814832062</c:v>
                </c:pt>
                <c:pt idx="47442">
                  <c:v>0.54909722221782431</c:v>
                </c:pt>
                <c:pt idx="47443">
                  <c:v>0.54910879629460396</c:v>
                </c:pt>
                <c:pt idx="47444">
                  <c:v>0.54912037037138361</c:v>
                </c:pt>
                <c:pt idx="47445">
                  <c:v>0.54913194444088731</c:v>
                </c:pt>
                <c:pt idx="47446">
                  <c:v>0.54914351851766696</c:v>
                </c:pt>
                <c:pt idx="47447">
                  <c:v>0.54915509258717066</c:v>
                </c:pt>
                <c:pt idx="47448">
                  <c:v>0.54916666666395031</c:v>
                </c:pt>
                <c:pt idx="47449">
                  <c:v>0.54917824074072996</c:v>
                </c:pt>
                <c:pt idx="47450">
                  <c:v>0.54918981481023366</c:v>
                </c:pt>
                <c:pt idx="47451">
                  <c:v>0.54920138888701331</c:v>
                </c:pt>
                <c:pt idx="47452">
                  <c:v>0.54921296296379296</c:v>
                </c:pt>
                <c:pt idx="47453">
                  <c:v>0.54922453703329666</c:v>
                </c:pt>
                <c:pt idx="47454">
                  <c:v>0.54923611111007631</c:v>
                </c:pt>
                <c:pt idx="47455">
                  <c:v>0.54924768517958</c:v>
                </c:pt>
                <c:pt idx="47456">
                  <c:v>0.54925925925635966</c:v>
                </c:pt>
                <c:pt idx="47457">
                  <c:v>0.54927083333313931</c:v>
                </c:pt>
                <c:pt idx="47458">
                  <c:v>0.549282407402643</c:v>
                </c:pt>
                <c:pt idx="47459">
                  <c:v>0.54929398147942265</c:v>
                </c:pt>
                <c:pt idx="47460">
                  <c:v>0.54930555555620231</c:v>
                </c:pt>
                <c:pt idx="47461">
                  <c:v>0.549317129625706</c:v>
                </c:pt>
                <c:pt idx="47462">
                  <c:v>0.54932870370248565</c:v>
                </c:pt>
                <c:pt idx="47463">
                  <c:v>0.54934027777198935</c:v>
                </c:pt>
                <c:pt idx="47464">
                  <c:v>0.549351851848769</c:v>
                </c:pt>
                <c:pt idx="47465">
                  <c:v>0.54936342592554865</c:v>
                </c:pt>
                <c:pt idx="47466">
                  <c:v>0.54937499999505235</c:v>
                </c:pt>
                <c:pt idx="47467">
                  <c:v>0.549386574071832</c:v>
                </c:pt>
                <c:pt idx="47468">
                  <c:v>0.54939814814861165</c:v>
                </c:pt>
                <c:pt idx="47469">
                  <c:v>0.54940972221811535</c:v>
                </c:pt>
                <c:pt idx="47470">
                  <c:v>0.549421296294895</c:v>
                </c:pt>
                <c:pt idx="47471">
                  <c:v>0.54943287037167465</c:v>
                </c:pt>
                <c:pt idx="47472">
                  <c:v>0.54944444444117835</c:v>
                </c:pt>
                <c:pt idx="47473">
                  <c:v>0.549456018517958</c:v>
                </c:pt>
                <c:pt idx="47474">
                  <c:v>0.5494675925874617</c:v>
                </c:pt>
                <c:pt idx="47475">
                  <c:v>0.54947916666424135</c:v>
                </c:pt>
                <c:pt idx="47476">
                  <c:v>0.549490740741021</c:v>
                </c:pt>
                <c:pt idx="47477">
                  <c:v>0.54950231481052469</c:v>
                </c:pt>
                <c:pt idx="47478">
                  <c:v>0.54951388888730435</c:v>
                </c:pt>
                <c:pt idx="47479">
                  <c:v>0.549525462964084</c:v>
                </c:pt>
                <c:pt idx="47480">
                  <c:v>0.54953703703358769</c:v>
                </c:pt>
                <c:pt idx="47481">
                  <c:v>0.54954861111036735</c:v>
                </c:pt>
                <c:pt idx="47482">
                  <c:v>0.54956018517987104</c:v>
                </c:pt>
                <c:pt idx="47483">
                  <c:v>0.54957175925665069</c:v>
                </c:pt>
                <c:pt idx="47484">
                  <c:v>0.54958333333343035</c:v>
                </c:pt>
                <c:pt idx="47485">
                  <c:v>0.54959490740293404</c:v>
                </c:pt>
                <c:pt idx="47486">
                  <c:v>0.54960648147971369</c:v>
                </c:pt>
                <c:pt idx="47487">
                  <c:v>0.54961805555649335</c:v>
                </c:pt>
                <c:pt idx="47488">
                  <c:v>0.54962962962599704</c:v>
                </c:pt>
                <c:pt idx="47489">
                  <c:v>0.54964120370277669</c:v>
                </c:pt>
                <c:pt idx="47490">
                  <c:v>0.54965277777228039</c:v>
                </c:pt>
                <c:pt idx="47491">
                  <c:v>0.54966435184906004</c:v>
                </c:pt>
                <c:pt idx="47492">
                  <c:v>0.54967592592583969</c:v>
                </c:pt>
                <c:pt idx="47493">
                  <c:v>0.54968749999534339</c:v>
                </c:pt>
                <c:pt idx="47494">
                  <c:v>0.54969907407212304</c:v>
                </c:pt>
                <c:pt idx="47495">
                  <c:v>0.54971064814890269</c:v>
                </c:pt>
                <c:pt idx="47496">
                  <c:v>0.54972222221840639</c:v>
                </c:pt>
                <c:pt idx="47497">
                  <c:v>0.54973379629518604</c:v>
                </c:pt>
                <c:pt idx="47498">
                  <c:v>0.54974537036468973</c:v>
                </c:pt>
                <c:pt idx="47499">
                  <c:v>0.54975694444146939</c:v>
                </c:pt>
                <c:pt idx="47500">
                  <c:v>0.54976851851824904</c:v>
                </c:pt>
                <c:pt idx="47501">
                  <c:v>0.54978009258775273</c:v>
                </c:pt>
                <c:pt idx="47502">
                  <c:v>0.54979166666453239</c:v>
                </c:pt>
                <c:pt idx="47503">
                  <c:v>0.54980324074131204</c:v>
                </c:pt>
                <c:pt idx="47504">
                  <c:v>0.54981481481081573</c:v>
                </c:pt>
                <c:pt idx="47505">
                  <c:v>0.54982638888759539</c:v>
                </c:pt>
                <c:pt idx="47506">
                  <c:v>0.54983796295709908</c:v>
                </c:pt>
                <c:pt idx="47507">
                  <c:v>0.54984953703387873</c:v>
                </c:pt>
                <c:pt idx="47508">
                  <c:v>0.54986111111065838</c:v>
                </c:pt>
                <c:pt idx="47509">
                  <c:v>0.54987268518016208</c:v>
                </c:pt>
                <c:pt idx="47510">
                  <c:v>0.54988425925694173</c:v>
                </c:pt>
                <c:pt idx="47511">
                  <c:v>0.54989583333372138</c:v>
                </c:pt>
                <c:pt idx="47512">
                  <c:v>0.54990740740322508</c:v>
                </c:pt>
                <c:pt idx="47513">
                  <c:v>0.54991898148000473</c:v>
                </c:pt>
                <c:pt idx="47514">
                  <c:v>0.54993055555678438</c:v>
                </c:pt>
                <c:pt idx="47515">
                  <c:v>0.54994212962628808</c:v>
                </c:pt>
                <c:pt idx="47516">
                  <c:v>0.54995370370306773</c:v>
                </c:pt>
                <c:pt idx="47517">
                  <c:v>0.54996527777257143</c:v>
                </c:pt>
                <c:pt idx="47518">
                  <c:v>0.54997685184935108</c:v>
                </c:pt>
                <c:pt idx="47519">
                  <c:v>0.54998842592613073</c:v>
                </c:pt>
                <c:pt idx="47520">
                  <c:v>0.54999999999563443</c:v>
                </c:pt>
                <c:pt idx="47521">
                  <c:v>0.55001157407241408</c:v>
                </c:pt>
                <c:pt idx="47522">
                  <c:v>0.55002314814919373</c:v>
                </c:pt>
                <c:pt idx="47523">
                  <c:v>0.55003472221869742</c:v>
                </c:pt>
                <c:pt idx="47524">
                  <c:v>0.55004629629547708</c:v>
                </c:pt>
                <c:pt idx="47525">
                  <c:v>0.55005787036498077</c:v>
                </c:pt>
                <c:pt idx="47526">
                  <c:v>0.55006944444176042</c:v>
                </c:pt>
                <c:pt idx="47527">
                  <c:v>0.55008101851854008</c:v>
                </c:pt>
                <c:pt idx="47528">
                  <c:v>0.55009259258804377</c:v>
                </c:pt>
                <c:pt idx="47529">
                  <c:v>0.55010416666482342</c:v>
                </c:pt>
                <c:pt idx="47530">
                  <c:v>0.55011574074160308</c:v>
                </c:pt>
                <c:pt idx="47531">
                  <c:v>0.55012731481110677</c:v>
                </c:pt>
                <c:pt idx="47532">
                  <c:v>0.55013888888788642</c:v>
                </c:pt>
                <c:pt idx="47533">
                  <c:v>0.55015046295739012</c:v>
                </c:pt>
                <c:pt idx="47534">
                  <c:v>0.55016203703416977</c:v>
                </c:pt>
                <c:pt idx="47535">
                  <c:v>0.55017361111094942</c:v>
                </c:pt>
                <c:pt idx="47536">
                  <c:v>0.55018518518045312</c:v>
                </c:pt>
                <c:pt idx="47537">
                  <c:v>0.55019675925723277</c:v>
                </c:pt>
                <c:pt idx="47538">
                  <c:v>0.55020833333401242</c:v>
                </c:pt>
                <c:pt idx="47539">
                  <c:v>0.55021990740351612</c:v>
                </c:pt>
                <c:pt idx="47540">
                  <c:v>0.55023148148029577</c:v>
                </c:pt>
                <c:pt idx="47541">
                  <c:v>0.55024305554979946</c:v>
                </c:pt>
                <c:pt idx="47542">
                  <c:v>0.55025462962657912</c:v>
                </c:pt>
                <c:pt idx="47543">
                  <c:v>0.55026620370335877</c:v>
                </c:pt>
                <c:pt idx="47544">
                  <c:v>0.55027777777286246</c:v>
                </c:pt>
                <c:pt idx="47545">
                  <c:v>0.55028935184964212</c:v>
                </c:pt>
                <c:pt idx="47546">
                  <c:v>0.55030092592642177</c:v>
                </c:pt>
                <c:pt idx="47547">
                  <c:v>0.55031249999592546</c:v>
                </c:pt>
                <c:pt idx="47548">
                  <c:v>0.55032407407270512</c:v>
                </c:pt>
                <c:pt idx="47549">
                  <c:v>0.55033564814948477</c:v>
                </c:pt>
                <c:pt idx="47550">
                  <c:v>0.55034722221898846</c:v>
                </c:pt>
                <c:pt idx="47551">
                  <c:v>0.55035879629576812</c:v>
                </c:pt>
                <c:pt idx="47552">
                  <c:v>0.55037037036527181</c:v>
                </c:pt>
                <c:pt idx="47553">
                  <c:v>0.55038194444205146</c:v>
                </c:pt>
                <c:pt idx="47554">
                  <c:v>0.55039351851883112</c:v>
                </c:pt>
                <c:pt idx="47555">
                  <c:v>0.55040509258833481</c:v>
                </c:pt>
                <c:pt idx="47556">
                  <c:v>0.55041666666511446</c:v>
                </c:pt>
                <c:pt idx="47557">
                  <c:v>0.55042824074189411</c:v>
                </c:pt>
                <c:pt idx="47558">
                  <c:v>0.55043981481139781</c:v>
                </c:pt>
                <c:pt idx="47559">
                  <c:v>0.55045138888817746</c:v>
                </c:pt>
                <c:pt idx="47560">
                  <c:v>0.55046296295768116</c:v>
                </c:pt>
                <c:pt idx="47561">
                  <c:v>0.55047453703446081</c:v>
                </c:pt>
                <c:pt idx="47562">
                  <c:v>0.55048611111124046</c:v>
                </c:pt>
                <c:pt idx="47563">
                  <c:v>0.55049768518074416</c:v>
                </c:pt>
                <c:pt idx="47564">
                  <c:v>0.55050925925752381</c:v>
                </c:pt>
                <c:pt idx="47565">
                  <c:v>0.55052083333430346</c:v>
                </c:pt>
                <c:pt idx="47566">
                  <c:v>0.55053240740380716</c:v>
                </c:pt>
                <c:pt idx="47567">
                  <c:v>0.55054398148058681</c:v>
                </c:pt>
                <c:pt idx="47568">
                  <c:v>0.5505555555500905</c:v>
                </c:pt>
                <c:pt idx="47569">
                  <c:v>0.55056712962687016</c:v>
                </c:pt>
                <c:pt idx="47570">
                  <c:v>0.55057870370364981</c:v>
                </c:pt>
                <c:pt idx="47571">
                  <c:v>0.5505902777731535</c:v>
                </c:pt>
                <c:pt idx="47572">
                  <c:v>0.55060185184993315</c:v>
                </c:pt>
                <c:pt idx="47573">
                  <c:v>0.55061342592671281</c:v>
                </c:pt>
                <c:pt idx="47574">
                  <c:v>0.5506249999962165</c:v>
                </c:pt>
                <c:pt idx="47575">
                  <c:v>0.55063657407299615</c:v>
                </c:pt>
                <c:pt idx="47576">
                  <c:v>0.55064814814249985</c:v>
                </c:pt>
                <c:pt idx="47577">
                  <c:v>0.5506597222192795</c:v>
                </c:pt>
                <c:pt idx="47578">
                  <c:v>0.55067129629605915</c:v>
                </c:pt>
                <c:pt idx="47579">
                  <c:v>0.55068287036556285</c:v>
                </c:pt>
                <c:pt idx="47580">
                  <c:v>0.5506944444423425</c:v>
                </c:pt>
                <c:pt idx="47581">
                  <c:v>0.55070601851912215</c:v>
                </c:pt>
                <c:pt idx="47582">
                  <c:v>0.55071759258862585</c:v>
                </c:pt>
                <c:pt idx="47583">
                  <c:v>0.5507291666654055</c:v>
                </c:pt>
                <c:pt idx="47584">
                  <c:v>0.5507407407349092</c:v>
                </c:pt>
                <c:pt idx="47585">
                  <c:v>0.55075231481168885</c:v>
                </c:pt>
                <c:pt idx="47586">
                  <c:v>0.5507638888884685</c:v>
                </c:pt>
                <c:pt idx="47587">
                  <c:v>0.55077546295797219</c:v>
                </c:pt>
                <c:pt idx="47588">
                  <c:v>0.55078703703475185</c:v>
                </c:pt>
                <c:pt idx="47589">
                  <c:v>0.5507986111115315</c:v>
                </c:pt>
                <c:pt idx="47590">
                  <c:v>0.55081018518103519</c:v>
                </c:pt>
                <c:pt idx="47591">
                  <c:v>0.55082175925781485</c:v>
                </c:pt>
                <c:pt idx="47592">
                  <c:v>0.5508333333345945</c:v>
                </c:pt>
                <c:pt idx="47593">
                  <c:v>0.55084490740409819</c:v>
                </c:pt>
                <c:pt idx="47594">
                  <c:v>0.55085648148087785</c:v>
                </c:pt>
                <c:pt idx="47595">
                  <c:v>0.55086805555038154</c:v>
                </c:pt>
                <c:pt idx="47596">
                  <c:v>0.55087962962716119</c:v>
                </c:pt>
                <c:pt idx="47597">
                  <c:v>0.55089120370394085</c:v>
                </c:pt>
                <c:pt idx="47598">
                  <c:v>0.55090277777344454</c:v>
                </c:pt>
                <c:pt idx="47599">
                  <c:v>0.55091435185022419</c:v>
                </c:pt>
                <c:pt idx="47600">
                  <c:v>0.55092592592700385</c:v>
                </c:pt>
                <c:pt idx="47601">
                  <c:v>0.55093749999650754</c:v>
                </c:pt>
                <c:pt idx="47602">
                  <c:v>0.55094907407328719</c:v>
                </c:pt>
                <c:pt idx="47603">
                  <c:v>0.55096064814279089</c:v>
                </c:pt>
                <c:pt idx="47604">
                  <c:v>0.55097222221957054</c:v>
                </c:pt>
                <c:pt idx="47605">
                  <c:v>0.55098379629635019</c:v>
                </c:pt>
                <c:pt idx="47606">
                  <c:v>0.55099537036585389</c:v>
                </c:pt>
                <c:pt idx="47607">
                  <c:v>0.55100694444263354</c:v>
                </c:pt>
                <c:pt idx="47608">
                  <c:v>0.55101851851941319</c:v>
                </c:pt>
                <c:pt idx="47609">
                  <c:v>0.55103009258891689</c:v>
                </c:pt>
                <c:pt idx="47610">
                  <c:v>0.55104166666569654</c:v>
                </c:pt>
                <c:pt idx="47611">
                  <c:v>0.55105324073520023</c:v>
                </c:pt>
                <c:pt idx="47612">
                  <c:v>0.55106481481197989</c:v>
                </c:pt>
                <c:pt idx="47613">
                  <c:v>0.55107638888875954</c:v>
                </c:pt>
                <c:pt idx="47614">
                  <c:v>0.55108796295826323</c:v>
                </c:pt>
                <c:pt idx="47615">
                  <c:v>0.55109953703504289</c:v>
                </c:pt>
                <c:pt idx="47616">
                  <c:v>0.55111111111182254</c:v>
                </c:pt>
                <c:pt idx="47617">
                  <c:v>0.55112268518132623</c:v>
                </c:pt>
                <c:pt idx="47618">
                  <c:v>0.55113425925810589</c:v>
                </c:pt>
                <c:pt idx="47619">
                  <c:v>0.55114583332760958</c:v>
                </c:pt>
                <c:pt idx="47620">
                  <c:v>0.55115740740438923</c:v>
                </c:pt>
                <c:pt idx="47621">
                  <c:v>0.55116898148116888</c:v>
                </c:pt>
                <c:pt idx="47622">
                  <c:v>0.55118055555067258</c:v>
                </c:pt>
                <c:pt idx="47623">
                  <c:v>0.55119212962745223</c:v>
                </c:pt>
                <c:pt idx="47624">
                  <c:v>0.55120370370423188</c:v>
                </c:pt>
                <c:pt idx="47625">
                  <c:v>0.55121527777373558</c:v>
                </c:pt>
                <c:pt idx="47626">
                  <c:v>0.55122685185051523</c:v>
                </c:pt>
                <c:pt idx="47627">
                  <c:v>0.55123842592001893</c:v>
                </c:pt>
                <c:pt idx="47628">
                  <c:v>0.55124999999679858</c:v>
                </c:pt>
                <c:pt idx="47629">
                  <c:v>0.55126157407357823</c:v>
                </c:pt>
                <c:pt idx="47630">
                  <c:v>0.55127314814308193</c:v>
                </c:pt>
                <c:pt idx="47631">
                  <c:v>0.55128472221986158</c:v>
                </c:pt>
                <c:pt idx="47632">
                  <c:v>0.55129629629664123</c:v>
                </c:pt>
                <c:pt idx="47633">
                  <c:v>0.55130787036614493</c:v>
                </c:pt>
                <c:pt idx="47634">
                  <c:v>0.55131944444292458</c:v>
                </c:pt>
                <c:pt idx="47635">
                  <c:v>0.55133101851970423</c:v>
                </c:pt>
                <c:pt idx="47636">
                  <c:v>0.55134259258920792</c:v>
                </c:pt>
                <c:pt idx="47637">
                  <c:v>0.55135416666598758</c:v>
                </c:pt>
                <c:pt idx="47638">
                  <c:v>0.55136574073549127</c:v>
                </c:pt>
                <c:pt idx="47639">
                  <c:v>0.55137731481227092</c:v>
                </c:pt>
                <c:pt idx="47640">
                  <c:v>0.55138888888905058</c:v>
                </c:pt>
                <c:pt idx="47641">
                  <c:v>0.55140046295855427</c:v>
                </c:pt>
                <c:pt idx="47642">
                  <c:v>0.55141203703533392</c:v>
                </c:pt>
                <c:pt idx="47643">
                  <c:v>0.55142361111211358</c:v>
                </c:pt>
                <c:pt idx="47644">
                  <c:v>0.55143518518161727</c:v>
                </c:pt>
                <c:pt idx="47645">
                  <c:v>0.55144675925839692</c:v>
                </c:pt>
                <c:pt idx="47646">
                  <c:v>0.55145833332790062</c:v>
                </c:pt>
                <c:pt idx="47647">
                  <c:v>0.55146990740468027</c:v>
                </c:pt>
                <c:pt idx="47648">
                  <c:v>0.55148148148145992</c:v>
                </c:pt>
                <c:pt idx="47649">
                  <c:v>0.55149305555096362</c:v>
                </c:pt>
                <c:pt idx="47650">
                  <c:v>0.55150462962774327</c:v>
                </c:pt>
                <c:pt idx="47651">
                  <c:v>0.55151620370452292</c:v>
                </c:pt>
                <c:pt idx="47652">
                  <c:v>0.55152777777402662</c:v>
                </c:pt>
                <c:pt idx="47653">
                  <c:v>0.55153935185080627</c:v>
                </c:pt>
                <c:pt idx="47654">
                  <c:v>0.55155092592030996</c:v>
                </c:pt>
                <c:pt idx="47655">
                  <c:v>0.55156249999708962</c:v>
                </c:pt>
                <c:pt idx="47656">
                  <c:v>0.55157407407386927</c:v>
                </c:pt>
                <c:pt idx="47657">
                  <c:v>0.55158564814337296</c:v>
                </c:pt>
                <c:pt idx="47658">
                  <c:v>0.55159722222015262</c:v>
                </c:pt>
                <c:pt idx="47659">
                  <c:v>0.55160879629693227</c:v>
                </c:pt>
                <c:pt idx="47660">
                  <c:v>0.55162037036643596</c:v>
                </c:pt>
                <c:pt idx="47661">
                  <c:v>0.55163194444321562</c:v>
                </c:pt>
                <c:pt idx="47662">
                  <c:v>0.55164351851271931</c:v>
                </c:pt>
                <c:pt idx="47663">
                  <c:v>0.55165509258949896</c:v>
                </c:pt>
                <c:pt idx="47664">
                  <c:v>0.55166666666627862</c:v>
                </c:pt>
                <c:pt idx="47665">
                  <c:v>0.55167824073578231</c:v>
                </c:pt>
                <c:pt idx="47666">
                  <c:v>0.55168981481256196</c:v>
                </c:pt>
                <c:pt idx="47667">
                  <c:v>0.55170138888934162</c:v>
                </c:pt>
                <c:pt idx="47668">
                  <c:v>0.55171296295884531</c:v>
                </c:pt>
                <c:pt idx="47669">
                  <c:v>0.55172453703562496</c:v>
                </c:pt>
                <c:pt idx="47670">
                  <c:v>0.55173611111240461</c:v>
                </c:pt>
                <c:pt idx="47671">
                  <c:v>0.55174768518190831</c:v>
                </c:pt>
                <c:pt idx="47672">
                  <c:v>0.55175925925868796</c:v>
                </c:pt>
                <c:pt idx="47673">
                  <c:v>0.55177083332819166</c:v>
                </c:pt>
                <c:pt idx="47674">
                  <c:v>0.55178240740497131</c:v>
                </c:pt>
                <c:pt idx="47675">
                  <c:v>0.55179398148175096</c:v>
                </c:pt>
                <c:pt idx="47676">
                  <c:v>0.55180555555125466</c:v>
                </c:pt>
                <c:pt idx="47677">
                  <c:v>0.55181712962803431</c:v>
                </c:pt>
                <c:pt idx="47678">
                  <c:v>0.55182870370481396</c:v>
                </c:pt>
                <c:pt idx="47679">
                  <c:v>0.55184027777431766</c:v>
                </c:pt>
                <c:pt idx="47680">
                  <c:v>0.55185185185109731</c:v>
                </c:pt>
                <c:pt idx="47681">
                  <c:v>0.551863425920601</c:v>
                </c:pt>
                <c:pt idx="47682">
                  <c:v>0.55187499999738066</c:v>
                </c:pt>
                <c:pt idx="47683">
                  <c:v>0.55188657407416031</c:v>
                </c:pt>
                <c:pt idx="47684">
                  <c:v>0.551898148143664</c:v>
                </c:pt>
                <c:pt idx="47685">
                  <c:v>0.55190972222044365</c:v>
                </c:pt>
                <c:pt idx="47686">
                  <c:v>0.55192129629722331</c:v>
                </c:pt>
                <c:pt idx="47687">
                  <c:v>0.551932870366727</c:v>
                </c:pt>
                <c:pt idx="47688">
                  <c:v>0.55194444444350665</c:v>
                </c:pt>
                <c:pt idx="47689">
                  <c:v>0.55195601851301035</c:v>
                </c:pt>
                <c:pt idx="47690">
                  <c:v>0.55196759258979</c:v>
                </c:pt>
                <c:pt idx="47691">
                  <c:v>0.55197916666656965</c:v>
                </c:pt>
                <c:pt idx="47692">
                  <c:v>0.55199074073607335</c:v>
                </c:pt>
                <c:pt idx="47693">
                  <c:v>0.552002314812853</c:v>
                </c:pt>
                <c:pt idx="47694">
                  <c:v>0.55201388888963265</c:v>
                </c:pt>
                <c:pt idx="47695">
                  <c:v>0.55202546295913635</c:v>
                </c:pt>
                <c:pt idx="47696">
                  <c:v>0.552037037035916</c:v>
                </c:pt>
                <c:pt idx="47697">
                  <c:v>0.5520486111054197</c:v>
                </c:pt>
                <c:pt idx="47698">
                  <c:v>0.55206018518219935</c:v>
                </c:pt>
                <c:pt idx="47699">
                  <c:v>0.552071759258979</c:v>
                </c:pt>
                <c:pt idx="47700">
                  <c:v>0.55208333332848269</c:v>
                </c:pt>
                <c:pt idx="47701">
                  <c:v>0.55209490740526235</c:v>
                </c:pt>
                <c:pt idx="47702">
                  <c:v>0.552106481482042</c:v>
                </c:pt>
                <c:pt idx="47703">
                  <c:v>0.55211805555154569</c:v>
                </c:pt>
                <c:pt idx="47704">
                  <c:v>0.55212962962832535</c:v>
                </c:pt>
                <c:pt idx="47705">
                  <c:v>0.55214120369782904</c:v>
                </c:pt>
                <c:pt idx="47706">
                  <c:v>0.55215277777460869</c:v>
                </c:pt>
                <c:pt idx="47707">
                  <c:v>0.55216435185138835</c:v>
                </c:pt>
                <c:pt idx="47708">
                  <c:v>0.55217592592089204</c:v>
                </c:pt>
                <c:pt idx="47709">
                  <c:v>0.55218749999767169</c:v>
                </c:pt>
                <c:pt idx="47710">
                  <c:v>0.55219907407445135</c:v>
                </c:pt>
                <c:pt idx="47711">
                  <c:v>0.55221064814395504</c:v>
                </c:pt>
                <c:pt idx="47712">
                  <c:v>0.55222222222073469</c:v>
                </c:pt>
                <c:pt idx="47713">
                  <c:v>0.55223379629751435</c:v>
                </c:pt>
                <c:pt idx="47714">
                  <c:v>0.55224537036701804</c:v>
                </c:pt>
                <c:pt idx="47715">
                  <c:v>0.55225694444379769</c:v>
                </c:pt>
                <c:pt idx="47716">
                  <c:v>0.55226851851330139</c:v>
                </c:pt>
                <c:pt idx="47717">
                  <c:v>0.55228009259008104</c:v>
                </c:pt>
                <c:pt idx="47718">
                  <c:v>0.55229166666686069</c:v>
                </c:pt>
                <c:pt idx="47719">
                  <c:v>0.55230324073636439</c:v>
                </c:pt>
                <c:pt idx="47720">
                  <c:v>0.55231481481314404</c:v>
                </c:pt>
                <c:pt idx="47721">
                  <c:v>0.55232638888992369</c:v>
                </c:pt>
                <c:pt idx="47722">
                  <c:v>0.55233796295942739</c:v>
                </c:pt>
                <c:pt idx="47723">
                  <c:v>0.55234953703620704</c:v>
                </c:pt>
                <c:pt idx="47724">
                  <c:v>0.55236111110571073</c:v>
                </c:pt>
                <c:pt idx="47725">
                  <c:v>0.55237268518249039</c:v>
                </c:pt>
                <c:pt idx="47726">
                  <c:v>0.55238425925927004</c:v>
                </c:pt>
                <c:pt idx="47727">
                  <c:v>0.55239583332877373</c:v>
                </c:pt>
                <c:pt idx="47728">
                  <c:v>0.55240740740555339</c:v>
                </c:pt>
                <c:pt idx="47729">
                  <c:v>0.55241898148233304</c:v>
                </c:pt>
                <c:pt idx="47730">
                  <c:v>0.55243055555183673</c:v>
                </c:pt>
                <c:pt idx="47731">
                  <c:v>0.55244212962861639</c:v>
                </c:pt>
                <c:pt idx="47732">
                  <c:v>0.55245370369812008</c:v>
                </c:pt>
                <c:pt idx="47733">
                  <c:v>0.55246527777489973</c:v>
                </c:pt>
                <c:pt idx="47734">
                  <c:v>0.55247685185167938</c:v>
                </c:pt>
                <c:pt idx="47735">
                  <c:v>0.55248842592118308</c:v>
                </c:pt>
                <c:pt idx="47736">
                  <c:v>0.55249999999796273</c:v>
                </c:pt>
                <c:pt idx="47737">
                  <c:v>0.55251157407474238</c:v>
                </c:pt>
                <c:pt idx="47738">
                  <c:v>0.55252314814424608</c:v>
                </c:pt>
                <c:pt idx="47739">
                  <c:v>0.55253472222102573</c:v>
                </c:pt>
                <c:pt idx="47740">
                  <c:v>0.55254629629052943</c:v>
                </c:pt>
                <c:pt idx="47741">
                  <c:v>0.55255787036730908</c:v>
                </c:pt>
                <c:pt idx="47742">
                  <c:v>0.55256944444408873</c:v>
                </c:pt>
                <c:pt idx="47743">
                  <c:v>0.55258101851359243</c:v>
                </c:pt>
                <c:pt idx="47744">
                  <c:v>0.55259259259037208</c:v>
                </c:pt>
                <c:pt idx="47745">
                  <c:v>0.55260416666715173</c:v>
                </c:pt>
                <c:pt idx="47746">
                  <c:v>0.55261574073665543</c:v>
                </c:pt>
                <c:pt idx="47747">
                  <c:v>0.55262731481343508</c:v>
                </c:pt>
                <c:pt idx="47748">
                  <c:v>0.55263888889021473</c:v>
                </c:pt>
                <c:pt idx="47749">
                  <c:v>0.55265046295971842</c:v>
                </c:pt>
                <c:pt idx="47750">
                  <c:v>0.55266203703649808</c:v>
                </c:pt>
                <c:pt idx="47751">
                  <c:v>0.55267361110600177</c:v>
                </c:pt>
                <c:pt idx="47752">
                  <c:v>0.55268518518278142</c:v>
                </c:pt>
                <c:pt idx="47753">
                  <c:v>0.55269675925956108</c:v>
                </c:pt>
                <c:pt idx="47754">
                  <c:v>0.55270833332906477</c:v>
                </c:pt>
                <c:pt idx="47755">
                  <c:v>0.55271990740584442</c:v>
                </c:pt>
                <c:pt idx="47756">
                  <c:v>0.55273148148262408</c:v>
                </c:pt>
                <c:pt idx="47757">
                  <c:v>0.55274305555212777</c:v>
                </c:pt>
                <c:pt idx="47758">
                  <c:v>0.55275462962890742</c:v>
                </c:pt>
                <c:pt idx="47759">
                  <c:v>0.55276620369841112</c:v>
                </c:pt>
                <c:pt idx="47760">
                  <c:v>0.55277777777519077</c:v>
                </c:pt>
                <c:pt idx="47761">
                  <c:v>0.55278935185197042</c:v>
                </c:pt>
                <c:pt idx="47762">
                  <c:v>0.55280092592147412</c:v>
                </c:pt>
                <c:pt idx="47763">
                  <c:v>0.55281249999825377</c:v>
                </c:pt>
                <c:pt idx="47764">
                  <c:v>0.55282407407503342</c:v>
                </c:pt>
                <c:pt idx="47765">
                  <c:v>0.55283564814453712</c:v>
                </c:pt>
                <c:pt idx="47766">
                  <c:v>0.55284722222131677</c:v>
                </c:pt>
                <c:pt idx="47767">
                  <c:v>0.55285879629082046</c:v>
                </c:pt>
                <c:pt idx="47768">
                  <c:v>0.55287037036760012</c:v>
                </c:pt>
                <c:pt idx="47769">
                  <c:v>0.55288194444437977</c:v>
                </c:pt>
                <c:pt idx="47770">
                  <c:v>0.55289351851388346</c:v>
                </c:pt>
                <c:pt idx="47771">
                  <c:v>0.55290509259066312</c:v>
                </c:pt>
                <c:pt idx="47772">
                  <c:v>0.55291666666744277</c:v>
                </c:pt>
                <c:pt idx="47773">
                  <c:v>0.55292824073694646</c:v>
                </c:pt>
                <c:pt idx="47774">
                  <c:v>0.55293981481372612</c:v>
                </c:pt>
                <c:pt idx="47775">
                  <c:v>0.55295138888322981</c:v>
                </c:pt>
                <c:pt idx="47776">
                  <c:v>0.55296296296000946</c:v>
                </c:pt>
                <c:pt idx="47777">
                  <c:v>0.55297453703678912</c:v>
                </c:pt>
                <c:pt idx="47778">
                  <c:v>0.55298611110629281</c:v>
                </c:pt>
                <c:pt idx="47779">
                  <c:v>0.55299768518307246</c:v>
                </c:pt>
                <c:pt idx="47780">
                  <c:v>0.55300925925985212</c:v>
                </c:pt>
                <c:pt idx="47781">
                  <c:v>0.55302083332935581</c:v>
                </c:pt>
                <c:pt idx="47782">
                  <c:v>0.55303240740613546</c:v>
                </c:pt>
                <c:pt idx="47783">
                  <c:v>0.55304398147563916</c:v>
                </c:pt>
                <c:pt idx="47784">
                  <c:v>0.55305555555241881</c:v>
                </c:pt>
                <c:pt idx="47785">
                  <c:v>0.55306712962919846</c:v>
                </c:pt>
                <c:pt idx="47786">
                  <c:v>0.55307870369870216</c:v>
                </c:pt>
                <c:pt idx="47787">
                  <c:v>0.55309027777548181</c:v>
                </c:pt>
                <c:pt idx="47788">
                  <c:v>0.55310185185226146</c:v>
                </c:pt>
                <c:pt idx="47789">
                  <c:v>0.55311342592176516</c:v>
                </c:pt>
                <c:pt idx="47790">
                  <c:v>0.55312499999854481</c:v>
                </c:pt>
                <c:pt idx="47791">
                  <c:v>0.55313657407532446</c:v>
                </c:pt>
                <c:pt idx="47792">
                  <c:v>0.55314814814482816</c:v>
                </c:pt>
                <c:pt idx="47793">
                  <c:v>0.55315972222160781</c:v>
                </c:pt>
                <c:pt idx="47794">
                  <c:v>0.5531712962911115</c:v>
                </c:pt>
                <c:pt idx="47795">
                  <c:v>0.55318287036789116</c:v>
                </c:pt>
                <c:pt idx="47796">
                  <c:v>0.55319444444467081</c:v>
                </c:pt>
                <c:pt idx="47797">
                  <c:v>0.5532060185141745</c:v>
                </c:pt>
                <c:pt idx="47798">
                  <c:v>0.55321759259095415</c:v>
                </c:pt>
                <c:pt idx="47799">
                  <c:v>0.55322916666773381</c:v>
                </c:pt>
                <c:pt idx="47800">
                  <c:v>0.5532407407372375</c:v>
                </c:pt>
                <c:pt idx="47801">
                  <c:v>0.55325231481401715</c:v>
                </c:pt>
                <c:pt idx="47802">
                  <c:v>0.55326388888352085</c:v>
                </c:pt>
                <c:pt idx="47803">
                  <c:v>0.5532754629603005</c:v>
                </c:pt>
                <c:pt idx="47804">
                  <c:v>0.55328703703708015</c:v>
                </c:pt>
                <c:pt idx="47805">
                  <c:v>0.55329861110658385</c:v>
                </c:pt>
                <c:pt idx="47806">
                  <c:v>0.5533101851833635</c:v>
                </c:pt>
                <c:pt idx="47807">
                  <c:v>0.55332175926014315</c:v>
                </c:pt>
                <c:pt idx="47808">
                  <c:v>0.55333333332964685</c:v>
                </c:pt>
                <c:pt idx="47809">
                  <c:v>0.5533449074064265</c:v>
                </c:pt>
                <c:pt idx="47810">
                  <c:v>0.5533564814759302</c:v>
                </c:pt>
                <c:pt idx="47811">
                  <c:v>0.55336805555270985</c:v>
                </c:pt>
                <c:pt idx="47812">
                  <c:v>0.5533796296294895</c:v>
                </c:pt>
                <c:pt idx="47813">
                  <c:v>0.55339120369899319</c:v>
                </c:pt>
                <c:pt idx="47814">
                  <c:v>0.55340277777577285</c:v>
                </c:pt>
                <c:pt idx="47815">
                  <c:v>0.5534143518525525</c:v>
                </c:pt>
                <c:pt idx="47816">
                  <c:v>0.55342592592205619</c:v>
                </c:pt>
                <c:pt idx="47817">
                  <c:v>0.55343749999883585</c:v>
                </c:pt>
                <c:pt idx="47818">
                  <c:v>0.55344907406833954</c:v>
                </c:pt>
                <c:pt idx="47819">
                  <c:v>0.55346064814511919</c:v>
                </c:pt>
                <c:pt idx="47820">
                  <c:v>0.55347222222189885</c:v>
                </c:pt>
                <c:pt idx="47821">
                  <c:v>0.55348379629140254</c:v>
                </c:pt>
                <c:pt idx="47822">
                  <c:v>0.55349537036818219</c:v>
                </c:pt>
                <c:pt idx="47823">
                  <c:v>0.55350694444496185</c:v>
                </c:pt>
                <c:pt idx="47824">
                  <c:v>0.55351851851446554</c:v>
                </c:pt>
                <c:pt idx="47825">
                  <c:v>0.55353009259124519</c:v>
                </c:pt>
                <c:pt idx="47826">
                  <c:v>0.55354166666074889</c:v>
                </c:pt>
                <c:pt idx="47827">
                  <c:v>0.55355324073752854</c:v>
                </c:pt>
                <c:pt idx="47828">
                  <c:v>0.55356481481430819</c:v>
                </c:pt>
                <c:pt idx="47829">
                  <c:v>0.55357638888381189</c:v>
                </c:pt>
                <c:pt idx="47830">
                  <c:v>0.55358796296059154</c:v>
                </c:pt>
                <c:pt idx="47831">
                  <c:v>0.55359953703737119</c:v>
                </c:pt>
                <c:pt idx="47832">
                  <c:v>0.55361111110687489</c:v>
                </c:pt>
                <c:pt idx="47833">
                  <c:v>0.55362268518365454</c:v>
                </c:pt>
                <c:pt idx="47834">
                  <c:v>0.55363425926043419</c:v>
                </c:pt>
                <c:pt idx="47835">
                  <c:v>0.55364583332993789</c:v>
                </c:pt>
                <c:pt idx="47836">
                  <c:v>0.55365740740671754</c:v>
                </c:pt>
                <c:pt idx="47837">
                  <c:v>0.55366898147622123</c:v>
                </c:pt>
                <c:pt idx="47838">
                  <c:v>0.55368055555300089</c:v>
                </c:pt>
                <c:pt idx="47839">
                  <c:v>0.55369212962978054</c:v>
                </c:pt>
                <c:pt idx="47840">
                  <c:v>0.55370370369928423</c:v>
                </c:pt>
                <c:pt idx="47841">
                  <c:v>0.55371527777606389</c:v>
                </c:pt>
                <c:pt idx="47842">
                  <c:v>0.55372685185284354</c:v>
                </c:pt>
                <c:pt idx="47843">
                  <c:v>0.55373842592234723</c:v>
                </c:pt>
                <c:pt idx="47844">
                  <c:v>0.55374999999912689</c:v>
                </c:pt>
                <c:pt idx="47845">
                  <c:v>0.55376157406863058</c:v>
                </c:pt>
                <c:pt idx="47846">
                  <c:v>0.55377314814541023</c:v>
                </c:pt>
                <c:pt idx="47847">
                  <c:v>0.55378472222218988</c:v>
                </c:pt>
                <c:pt idx="47848">
                  <c:v>0.55379629629169358</c:v>
                </c:pt>
                <c:pt idx="47849">
                  <c:v>0.55380787036847323</c:v>
                </c:pt>
                <c:pt idx="47850">
                  <c:v>0.55381944444525288</c:v>
                </c:pt>
                <c:pt idx="47851">
                  <c:v>0.55383101851475658</c:v>
                </c:pt>
                <c:pt idx="47852">
                  <c:v>0.55384259259153623</c:v>
                </c:pt>
                <c:pt idx="47853">
                  <c:v>0.55385416666103993</c:v>
                </c:pt>
                <c:pt idx="47854">
                  <c:v>0.55386574073781958</c:v>
                </c:pt>
                <c:pt idx="47855">
                  <c:v>0.55387731481459923</c:v>
                </c:pt>
                <c:pt idx="47856">
                  <c:v>0.55388888888410293</c:v>
                </c:pt>
                <c:pt idx="47857">
                  <c:v>0.55390046296088258</c:v>
                </c:pt>
                <c:pt idx="47858">
                  <c:v>0.55391203703766223</c:v>
                </c:pt>
                <c:pt idx="47859">
                  <c:v>0.55392361110716593</c:v>
                </c:pt>
                <c:pt idx="47860">
                  <c:v>0.55393518518394558</c:v>
                </c:pt>
                <c:pt idx="47861">
                  <c:v>0.55394675925344927</c:v>
                </c:pt>
                <c:pt idx="47862">
                  <c:v>0.55395833333022892</c:v>
                </c:pt>
                <c:pt idx="47863">
                  <c:v>0.55396990740700858</c:v>
                </c:pt>
                <c:pt idx="47864">
                  <c:v>0.55398148147651227</c:v>
                </c:pt>
                <c:pt idx="47865">
                  <c:v>0.55399305555329192</c:v>
                </c:pt>
                <c:pt idx="47866">
                  <c:v>0.55400462963007158</c:v>
                </c:pt>
                <c:pt idx="47867">
                  <c:v>0.55401620369957527</c:v>
                </c:pt>
                <c:pt idx="47868">
                  <c:v>0.55402777777635492</c:v>
                </c:pt>
                <c:pt idx="47869">
                  <c:v>0.55403935185313458</c:v>
                </c:pt>
                <c:pt idx="47870">
                  <c:v>0.55405092592263827</c:v>
                </c:pt>
                <c:pt idx="47871">
                  <c:v>0.55406249999941792</c:v>
                </c:pt>
                <c:pt idx="47872">
                  <c:v>0.55407407406892162</c:v>
                </c:pt>
                <c:pt idx="47873">
                  <c:v>0.55408564814570127</c:v>
                </c:pt>
                <c:pt idx="47874">
                  <c:v>0.55409722222248092</c:v>
                </c:pt>
                <c:pt idx="47875">
                  <c:v>0.55410879629198462</c:v>
                </c:pt>
                <c:pt idx="47876">
                  <c:v>0.55412037036876427</c:v>
                </c:pt>
                <c:pt idx="47877">
                  <c:v>0.55413194444554392</c:v>
                </c:pt>
                <c:pt idx="47878">
                  <c:v>0.55414351851504762</c:v>
                </c:pt>
                <c:pt idx="47879">
                  <c:v>0.55415509259182727</c:v>
                </c:pt>
                <c:pt idx="47880">
                  <c:v>0.55416666666133096</c:v>
                </c:pt>
                <c:pt idx="47881">
                  <c:v>0.55417824073811062</c:v>
                </c:pt>
                <c:pt idx="47882">
                  <c:v>0.55418981481489027</c:v>
                </c:pt>
                <c:pt idx="47883">
                  <c:v>0.55420138888439396</c:v>
                </c:pt>
                <c:pt idx="47884">
                  <c:v>0.55421296296117362</c:v>
                </c:pt>
                <c:pt idx="47885">
                  <c:v>0.55422453703795327</c:v>
                </c:pt>
                <c:pt idx="47886">
                  <c:v>0.55423611110745696</c:v>
                </c:pt>
                <c:pt idx="47887">
                  <c:v>0.55424768518423662</c:v>
                </c:pt>
                <c:pt idx="47888">
                  <c:v>0.55425925925374031</c:v>
                </c:pt>
                <c:pt idx="47889">
                  <c:v>0.55427083333051996</c:v>
                </c:pt>
                <c:pt idx="47890">
                  <c:v>0.55428240740729962</c:v>
                </c:pt>
                <c:pt idx="47891">
                  <c:v>0.55429398147680331</c:v>
                </c:pt>
                <c:pt idx="47892">
                  <c:v>0.55430555555358296</c:v>
                </c:pt>
                <c:pt idx="47893">
                  <c:v>0.55431712963036261</c:v>
                </c:pt>
                <c:pt idx="47894">
                  <c:v>0.55432870369986631</c:v>
                </c:pt>
                <c:pt idx="47895">
                  <c:v>0.55434027777664596</c:v>
                </c:pt>
                <c:pt idx="47896">
                  <c:v>0.55435185184614966</c:v>
                </c:pt>
                <c:pt idx="47897">
                  <c:v>0.55436342592292931</c:v>
                </c:pt>
                <c:pt idx="47898">
                  <c:v>0.55437499999970896</c:v>
                </c:pt>
                <c:pt idx="47899">
                  <c:v>0.55438657406921266</c:v>
                </c:pt>
                <c:pt idx="47900">
                  <c:v>0.55439814814599231</c:v>
                </c:pt>
                <c:pt idx="47901">
                  <c:v>0.55440972222277196</c:v>
                </c:pt>
                <c:pt idx="47902">
                  <c:v>0.55442129629227566</c:v>
                </c:pt>
                <c:pt idx="47903">
                  <c:v>0.55443287036905531</c:v>
                </c:pt>
                <c:pt idx="47904">
                  <c:v>0.554444444438559</c:v>
                </c:pt>
                <c:pt idx="47905">
                  <c:v>0.55445601851533866</c:v>
                </c:pt>
                <c:pt idx="47906">
                  <c:v>0.55446759259211831</c:v>
                </c:pt>
                <c:pt idx="47907">
                  <c:v>0.554479166661622</c:v>
                </c:pt>
                <c:pt idx="47908">
                  <c:v>0.55449074073840166</c:v>
                </c:pt>
                <c:pt idx="47909">
                  <c:v>0.55450231481518131</c:v>
                </c:pt>
                <c:pt idx="47910">
                  <c:v>0.554513888884685</c:v>
                </c:pt>
                <c:pt idx="47911">
                  <c:v>0.55452546296146465</c:v>
                </c:pt>
                <c:pt idx="47912">
                  <c:v>0.55453703703824431</c:v>
                </c:pt>
                <c:pt idx="47913">
                  <c:v>0.554548611107748</c:v>
                </c:pt>
                <c:pt idx="47914">
                  <c:v>0.55456018518452765</c:v>
                </c:pt>
                <c:pt idx="47915">
                  <c:v>0.55457175925403135</c:v>
                </c:pt>
                <c:pt idx="47916">
                  <c:v>0.554583333330811</c:v>
                </c:pt>
                <c:pt idx="47917">
                  <c:v>0.55459490740759065</c:v>
                </c:pt>
                <c:pt idx="47918">
                  <c:v>0.55460648147709435</c:v>
                </c:pt>
                <c:pt idx="47919">
                  <c:v>0.554618055553874</c:v>
                </c:pt>
                <c:pt idx="47920">
                  <c:v>0.55462962963065365</c:v>
                </c:pt>
                <c:pt idx="47921">
                  <c:v>0.55464120370015735</c:v>
                </c:pt>
                <c:pt idx="47922">
                  <c:v>0.554652777776937</c:v>
                </c:pt>
                <c:pt idx="47923">
                  <c:v>0.5546643518464407</c:v>
                </c:pt>
                <c:pt idx="47924">
                  <c:v>0.55467592592322035</c:v>
                </c:pt>
                <c:pt idx="47925">
                  <c:v>0.5546875</c:v>
                </c:pt>
                <c:pt idx="47926">
                  <c:v>0.55469907406950369</c:v>
                </c:pt>
                <c:pt idx="47927">
                  <c:v>0.55471064814628335</c:v>
                </c:pt>
                <c:pt idx="47928">
                  <c:v>0.554722222223063</c:v>
                </c:pt>
                <c:pt idx="47929">
                  <c:v>0.55473379629256669</c:v>
                </c:pt>
                <c:pt idx="47930">
                  <c:v>0.55474537036934635</c:v>
                </c:pt>
                <c:pt idx="47931">
                  <c:v>0.55475694443885004</c:v>
                </c:pt>
                <c:pt idx="47932">
                  <c:v>0.55476851851562969</c:v>
                </c:pt>
                <c:pt idx="47933">
                  <c:v>0.55478009259240935</c:v>
                </c:pt>
                <c:pt idx="47934">
                  <c:v>0.55479166666191304</c:v>
                </c:pt>
                <c:pt idx="47935">
                  <c:v>0.55480324073869269</c:v>
                </c:pt>
                <c:pt idx="47936">
                  <c:v>0.55481481481547235</c:v>
                </c:pt>
                <c:pt idx="47937">
                  <c:v>0.55482638888497604</c:v>
                </c:pt>
                <c:pt idx="47938">
                  <c:v>0.55483796296175569</c:v>
                </c:pt>
                <c:pt idx="47939">
                  <c:v>0.55484953703125939</c:v>
                </c:pt>
                <c:pt idx="47940">
                  <c:v>0.55486111110803904</c:v>
                </c:pt>
                <c:pt idx="47941">
                  <c:v>0.55487268518481869</c:v>
                </c:pt>
                <c:pt idx="47942">
                  <c:v>0.55488425925432239</c:v>
                </c:pt>
                <c:pt idx="47943">
                  <c:v>0.55489583333110204</c:v>
                </c:pt>
                <c:pt idx="47944">
                  <c:v>0.55490740740788169</c:v>
                </c:pt>
                <c:pt idx="47945">
                  <c:v>0.55491898147738539</c:v>
                </c:pt>
                <c:pt idx="47946">
                  <c:v>0.55493055555416504</c:v>
                </c:pt>
                <c:pt idx="47947">
                  <c:v>0.55494212963094469</c:v>
                </c:pt>
                <c:pt idx="47948">
                  <c:v>0.55495370370044839</c:v>
                </c:pt>
                <c:pt idx="47949">
                  <c:v>0.55496527777722804</c:v>
                </c:pt>
                <c:pt idx="47950">
                  <c:v>0.55497685184673173</c:v>
                </c:pt>
                <c:pt idx="47951">
                  <c:v>0.55498842592351139</c:v>
                </c:pt>
                <c:pt idx="47952">
                  <c:v>0.55500000000029104</c:v>
                </c:pt>
                <c:pt idx="47953">
                  <c:v>0.55501157406979473</c:v>
                </c:pt>
                <c:pt idx="47954">
                  <c:v>0.55502314814657439</c:v>
                </c:pt>
                <c:pt idx="47955">
                  <c:v>0.55503472222335404</c:v>
                </c:pt>
                <c:pt idx="47956">
                  <c:v>0.55504629629285773</c:v>
                </c:pt>
                <c:pt idx="47957">
                  <c:v>0.55505787036963739</c:v>
                </c:pt>
                <c:pt idx="47958">
                  <c:v>0.55506944443914108</c:v>
                </c:pt>
                <c:pt idx="47959">
                  <c:v>0.55508101851592073</c:v>
                </c:pt>
                <c:pt idx="47960">
                  <c:v>0.55509259259270038</c:v>
                </c:pt>
                <c:pt idx="47961">
                  <c:v>0.55510416666220408</c:v>
                </c:pt>
                <c:pt idx="47962">
                  <c:v>0.55511574073898373</c:v>
                </c:pt>
                <c:pt idx="47963">
                  <c:v>0.55512731481576338</c:v>
                </c:pt>
                <c:pt idx="47964">
                  <c:v>0.55513888888526708</c:v>
                </c:pt>
                <c:pt idx="47965">
                  <c:v>0.55515046296204673</c:v>
                </c:pt>
                <c:pt idx="47966">
                  <c:v>0.55516203703155043</c:v>
                </c:pt>
                <c:pt idx="47967">
                  <c:v>0.55517361110833008</c:v>
                </c:pt>
                <c:pt idx="47968">
                  <c:v>0.55518518518510973</c:v>
                </c:pt>
                <c:pt idx="47969">
                  <c:v>0.55519675925461343</c:v>
                </c:pt>
                <c:pt idx="47970">
                  <c:v>0.55520833333139308</c:v>
                </c:pt>
                <c:pt idx="47971">
                  <c:v>0.55521990740817273</c:v>
                </c:pt>
                <c:pt idx="47972">
                  <c:v>0.55523148147767643</c:v>
                </c:pt>
                <c:pt idx="47973">
                  <c:v>0.55524305555445608</c:v>
                </c:pt>
                <c:pt idx="47974">
                  <c:v>0.55525462962395977</c:v>
                </c:pt>
                <c:pt idx="47975">
                  <c:v>0.55526620370073942</c:v>
                </c:pt>
                <c:pt idx="47976">
                  <c:v>0.55527777777751908</c:v>
                </c:pt>
                <c:pt idx="47977">
                  <c:v>0.55528935184702277</c:v>
                </c:pt>
                <c:pt idx="47978">
                  <c:v>0.55530092592380242</c:v>
                </c:pt>
                <c:pt idx="47979">
                  <c:v>0.55531250000058208</c:v>
                </c:pt>
                <c:pt idx="47980">
                  <c:v>0.55532407407008577</c:v>
                </c:pt>
                <c:pt idx="47981">
                  <c:v>0.55533564814686542</c:v>
                </c:pt>
                <c:pt idx="47982">
                  <c:v>0.55534722221636912</c:v>
                </c:pt>
                <c:pt idx="47983">
                  <c:v>0.55535879629314877</c:v>
                </c:pt>
                <c:pt idx="47984">
                  <c:v>0.55537037036992842</c:v>
                </c:pt>
                <c:pt idx="47985">
                  <c:v>0.55538194443943212</c:v>
                </c:pt>
                <c:pt idx="47986">
                  <c:v>0.55539351851621177</c:v>
                </c:pt>
                <c:pt idx="47987">
                  <c:v>0.55540509259299142</c:v>
                </c:pt>
                <c:pt idx="47988">
                  <c:v>0.55541666666249512</c:v>
                </c:pt>
                <c:pt idx="47989">
                  <c:v>0.55542824073927477</c:v>
                </c:pt>
                <c:pt idx="47990">
                  <c:v>0.55543981481605442</c:v>
                </c:pt>
                <c:pt idx="47991">
                  <c:v>0.55545138888555812</c:v>
                </c:pt>
                <c:pt idx="47992">
                  <c:v>0.55546296296233777</c:v>
                </c:pt>
                <c:pt idx="47993">
                  <c:v>0.55547453703184146</c:v>
                </c:pt>
                <c:pt idx="47994">
                  <c:v>0.55548611110862112</c:v>
                </c:pt>
                <c:pt idx="47995">
                  <c:v>0.55549768518540077</c:v>
                </c:pt>
                <c:pt idx="47996">
                  <c:v>0.55550925925490446</c:v>
                </c:pt>
                <c:pt idx="47997">
                  <c:v>0.55552083333168412</c:v>
                </c:pt>
                <c:pt idx="47998">
                  <c:v>0.55553240740846377</c:v>
                </c:pt>
                <c:pt idx="47999">
                  <c:v>0.55554398147796746</c:v>
                </c:pt>
                <c:pt idx="48000">
                  <c:v>0.55555555555474712</c:v>
                </c:pt>
                <c:pt idx="48001">
                  <c:v>0.55556712962425081</c:v>
                </c:pt>
                <c:pt idx="48002">
                  <c:v>0.55557870370103046</c:v>
                </c:pt>
                <c:pt idx="48003">
                  <c:v>0.55559027777781012</c:v>
                </c:pt>
                <c:pt idx="48004">
                  <c:v>0.55560185184731381</c:v>
                </c:pt>
                <c:pt idx="48005">
                  <c:v>0.55561342592409346</c:v>
                </c:pt>
                <c:pt idx="48006">
                  <c:v>0.55562500000087311</c:v>
                </c:pt>
                <c:pt idx="48007">
                  <c:v>0.55563657407037681</c:v>
                </c:pt>
                <c:pt idx="48008">
                  <c:v>0.55564814814715646</c:v>
                </c:pt>
                <c:pt idx="48009">
                  <c:v>0.55565972221666016</c:v>
                </c:pt>
                <c:pt idx="48010">
                  <c:v>0.55567129629343981</c:v>
                </c:pt>
                <c:pt idx="48011">
                  <c:v>0.55568287037021946</c:v>
                </c:pt>
                <c:pt idx="48012">
                  <c:v>0.55569444443972316</c:v>
                </c:pt>
                <c:pt idx="48013">
                  <c:v>0.55570601851650281</c:v>
                </c:pt>
                <c:pt idx="48014">
                  <c:v>0.55571759259328246</c:v>
                </c:pt>
                <c:pt idx="48015">
                  <c:v>0.55572916666278616</c:v>
                </c:pt>
                <c:pt idx="48016">
                  <c:v>0.55574074073956581</c:v>
                </c:pt>
                <c:pt idx="48017">
                  <c:v>0.5557523148090695</c:v>
                </c:pt>
                <c:pt idx="48018">
                  <c:v>0.55576388888584916</c:v>
                </c:pt>
                <c:pt idx="48019">
                  <c:v>0.55577546296262881</c:v>
                </c:pt>
                <c:pt idx="48020">
                  <c:v>0.5557870370321325</c:v>
                </c:pt>
                <c:pt idx="48021">
                  <c:v>0.55579861110891216</c:v>
                </c:pt>
                <c:pt idx="48022">
                  <c:v>0.55581018518569181</c:v>
                </c:pt>
                <c:pt idx="48023">
                  <c:v>0.5558217592551955</c:v>
                </c:pt>
                <c:pt idx="48024">
                  <c:v>0.55583333333197515</c:v>
                </c:pt>
                <c:pt idx="48025">
                  <c:v>0.55584490740147885</c:v>
                </c:pt>
                <c:pt idx="48026">
                  <c:v>0.5558564814782585</c:v>
                </c:pt>
                <c:pt idx="48027">
                  <c:v>0.55586805555503815</c:v>
                </c:pt>
                <c:pt idx="48028">
                  <c:v>0.55587962962454185</c:v>
                </c:pt>
                <c:pt idx="48029">
                  <c:v>0.5558912037013215</c:v>
                </c:pt>
                <c:pt idx="48030">
                  <c:v>0.55590277777810115</c:v>
                </c:pt>
                <c:pt idx="48031">
                  <c:v>0.55591435184760485</c:v>
                </c:pt>
                <c:pt idx="48032">
                  <c:v>0.5559259259243845</c:v>
                </c:pt>
                <c:pt idx="48033">
                  <c:v>0.55593750000116415</c:v>
                </c:pt>
                <c:pt idx="48034">
                  <c:v>0.55594907407066785</c:v>
                </c:pt>
                <c:pt idx="48035">
                  <c:v>0.5559606481474475</c:v>
                </c:pt>
                <c:pt idx="48036">
                  <c:v>0.5559722222169512</c:v>
                </c:pt>
                <c:pt idx="48037">
                  <c:v>0.55598379629373085</c:v>
                </c:pt>
                <c:pt idx="48038">
                  <c:v>0.5559953703705105</c:v>
                </c:pt>
                <c:pt idx="48039">
                  <c:v>0.55600694444001419</c:v>
                </c:pt>
                <c:pt idx="48040">
                  <c:v>0.55601851851679385</c:v>
                </c:pt>
                <c:pt idx="48041">
                  <c:v>0.5560300925935735</c:v>
                </c:pt>
                <c:pt idx="48042">
                  <c:v>0.55604166666307719</c:v>
                </c:pt>
                <c:pt idx="48043">
                  <c:v>0.55605324073985685</c:v>
                </c:pt>
                <c:pt idx="48044">
                  <c:v>0.55606481480936054</c:v>
                </c:pt>
                <c:pt idx="48045">
                  <c:v>0.55607638888614019</c:v>
                </c:pt>
                <c:pt idx="48046">
                  <c:v>0.55608796296291985</c:v>
                </c:pt>
                <c:pt idx="48047">
                  <c:v>0.55609953703242354</c:v>
                </c:pt>
                <c:pt idx="48048">
                  <c:v>0.55611111110920319</c:v>
                </c:pt>
                <c:pt idx="48049">
                  <c:v>0.55612268518598285</c:v>
                </c:pt>
                <c:pt idx="48050">
                  <c:v>0.55613425925548654</c:v>
                </c:pt>
                <c:pt idx="48051">
                  <c:v>0.55614583333226619</c:v>
                </c:pt>
                <c:pt idx="48052">
                  <c:v>0.55615740740176989</c:v>
                </c:pt>
                <c:pt idx="48053">
                  <c:v>0.55616898147854954</c:v>
                </c:pt>
                <c:pt idx="48054">
                  <c:v>0.55618055555532919</c:v>
                </c:pt>
                <c:pt idx="48055">
                  <c:v>0.55619212962483289</c:v>
                </c:pt>
                <c:pt idx="48056">
                  <c:v>0.55620370370161254</c:v>
                </c:pt>
                <c:pt idx="48057">
                  <c:v>0.55621527777839219</c:v>
                </c:pt>
                <c:pt idx="48058">
                  <c:v>0.55622685184789589</c:v>
                </c:pt>
                <c:pt idx="48059">
                  <c:v>0.55623842592467554</c:v>
                </c:pt>
                <c:pt idx="48060">
                  <c:v>0.55624999999417923</c:v>
                </c:pt>
                <c:pt idx="48061">
                  <c:v>0.55626157407095889</c:v>
                </c:pt>
                <c:pt idx="48062">
                  <c:v>0.55627314814773854</c:v>
                </c:pt>
                <c:pt idx="48063">
                  <c:v>0.55628472221724223</c:v>
                </c:pt>
                <c:pt idx="48064">
                  <c:v>0.55629629629402189</c:v>
                </c:pt>
                <c:pt idx="48065">
                  <c:v>0.55630787037080154</c:v>
                </c:pt>
                <c:pt idx="48066">
                  <c:v>0.55631944444030523</c:v>
                </c:pt>
                <c:pt idx="48067">
                  <c:v>0.55633101851708489</c:v>
                </c:pt>
                <c:pt idx="48068">
                  <c:v>0.55634259259386454</c:v>
                </c:pt>
                <c:pt idx="48069">
                  <c:v>0.55635416666336823</c:v>
                </c:pt>
                <c:pt idx="48070">
                  <c:v>0.55636574074014788</c:v>
                </c:pt>
                <c:pt idx="48071">
                  <c:v>0.55637731480965158</c:v>
                </c:pt>
                <c:pt idx="48072">
                  <c:v>0.55638888888643123</c:v>
                </c:pt>
                <c:pt idx="48073">
                  <c:v>0.55640046296321088</c:v>
                </c:pt>
                <c:pt idx="48074">
                  <c:v>0.55641203703271458</c:v>
                </c:pt>
                <c:pt idx="48075">
                  <c:v>0.55642361110949423</c:v>
                </c:pt>
                <c:pt idx="48076">
                  <c:v>0.55643518518627388</c:v>
                </c:pt>
                <c:pt idx="48077">
                  <c:v>0.55644675925577758</c:v>
                </c:pt>
                <c:pt idx="48078">
                  <c:v>0.55645833333255723</c:v>
                </c:pt>
                <c:pt idx="48079">
                  <c:v>0.55646990740206093</c:v>
                </c:pt>
                <c:pt idx="48080">
                  <c:v>0.55648148147884058</c:v>
                </c:pt>
                <c:pt idx="48081">
                  <c:v>0.55649305555562023</c:v>
                </c:pt>
                <c:pt idx="48082">
                  <c:v>0.55650462962512393</c:v>
                </c:pt>
                <c:pt idx="48083">
                  <c:v>0.55651620370190358</c:v>
                </c:pt>
                <c:pt idx="48084">
                  <c:v>0.55652777777868323</c:v>
                </c:pt>
                <c:pt idx="48085">
                  <c:v>0.55653935184818693</c:v>
                </c:pt>
                <c:pt idx="48086">
                  <c:v>0.55655092592496658</c:v>
                </c:pt>
                <c:pt idx="48087">
                  <c:v>0.55656249999447027</c:v>
                </c:pt>
                <c:pt idx="48088">
                  <c:v>0.55657407407124992</c:v>
                </c:pt>
                <c:pt idx="48089">
                  <c:v>0.55658564814802958</c:v>
                </c:pt>
                <c:pt idx="48090">
                  <c:v>0.55659722221753327</c:v>
                </c:pt>
                <c:pt idx="48091">
                  <c:v>0.55660879629431292</c:v>
                </c:pt>
                <c:pt idx="48092">
                  <c:v>0.55662037037109258</c:v>
                </c:pt>
                <c:pt idx="48093">
                  <c:v>0.55663194444059627</c:v>
                </c:pt>
                <c:pt idx="48094">
                  <c:v>0.55664351851737592</c:v>
                </c:pt>
                <c:pt idx="48095">
                  <c:v>0.55665509258687962</c:v>
                </c:pt>
                <c:pt idx="48096">
                  <c:v>0.55666666666365927</c:v>
                </c:pt>
                <c:pt idx="48097">
                  <c:v>0.55667824074043892</c:v>
                </c:pt>
                <c:pt idx="48098">
                  <c:v>0.55668981480994262</c:v>
                </c:pt>
                <c:pt idx="48099">
                  <c:v>0.55670138888672227</c:v>
                </c:pt>
                <c:pt idx="48100">
                  <c:v>0.55671296296350192</c:v>
                </c:pt>
                <c:pt idx="48101">
                  <c:v>0.55672453703300562</c:v>
                </c:pt>
                <c:pt idx="48102">
                  <c:v>0.55673611110978527</c:v>
                </c:pt>
                <c:pt idx="48103">
                  <c:v>0.55674768517928896</c:v>
                </c:pt>
                <c:pt idx="48104">
                  <c:v>0.55675925925606862</c:v>
                </c:pt>
                <c:pt idx="48105">
                  <c:v>0.55677083333284827</c:v>
                </c:pt>
                <c:pt idx="48106">
                  <c:v>0.55678240740235196</c:v>
                </c:pt>
                <c:pt idx="48107">
                  <c:v>0.55679398147913162</c:v>
                </c:pt>
                <c:pt idx="48108">
                  <c:v>0.55680555555591127</c:v>
                </c:pt>
                <c:pt idx="48109">
                  <c:v>0.55681712962541496</c:v>
                </c:pt>
                <c:pt idx="48110">
                  <c:v>0.55682870370219462</c:v>
                </c:pt>
                <c:pt idx="48111">
                  <c:v>0.55684027777897427</c:v>
                </c:pt>
                <c:pt idx="48112">
                  <c:v>0.55685185184847796</c:v>
                </c:pt>
                <c:pt idx="48113">
                  <c:v>0.55686342592525762</c:v>
                </c:pt>
                <c:pt idx="48114">
                  <c:v>0.55687499999476131</c:v>
                </c:pt>
                <c:pt idx="48115">
                  <c:v>0.55688657407154096</c:v>
                </c:pt>
                <c:pt idx="48116">
                  <c:v>0.55689814814832062</c:v>
                </c:pt>
                <c:pt idx="48117">
                  <c:v>0.55690972221782431</c:v>
                </c:pt>
                <c:pt idx="48118">
                  <c:v>0.55692129629460396</c:v>
                </c:pt>
                <c:pt idx="48119">
                  <c:v>0.55693287037138361</c:v>
                </c:pt>
                <c:pt idx="48120">
                  <c:v>0.55694444444088731</c:v>
                </c:pt>
                <c:pt idx="48121">
                  <c:v>0.55695601851766696</c:v>
                </c:pt>
                <c:pt idx="48122">
                  <c:v>0.55696759258717066</c:v>
                </c:pt>
                <c:pt idx="48123">
                  <c:v>0.55697916666395031</c:v>
                </c:pt>
                <c:pt idx="48124">
                  <c:v>0.55699074074072996</c:v>
                </c:pt>
                <c:pt idx="48125">
                  <c:v>0.55700231481023366</c:v>
                </c:pt>
                <c:pt idx="48126">
                  <c:v>0.55701388888701331</c:v>
                </c:pt>
                <c:pt idx="48127">
                  <c:v>0.55702546296379296</c:v>
                </c:pt>
                <c:pt idx="48128">
                  <c:v>0.55703703703329666</c:v>
                </c:pt>
                <c:pt idx="48129">
                  <c:v>0.55704861111007631</c:v>
                </c:pt>
                <c:pt idx="48130">
                  <c:v>0.55706018517958</c:v>
                </c:pt>
                <c:pt idx="48131">
                  <c:v>0.55707175925635966</c:v>
                </c:pt>
                <c:pt idx="48132">
                  <c:v>0.55708333333313931</c:v>
                </c:pt>
                <c:pt idx="48133">
                  <c:v>0.557094907402643</c:v>
                </c:pt>
                <c:pt idx="48134">
                  <c:v>0.55710648147942265</c:v>
                </c:pt>
                <c:pt idx="48135">
                  <c:v>0.55711805555620231</c:v>
                </c:pt>
                <c:pt idx="48136">
                  <c:v>0.557129629625706</c:v>
                </c:pt>
                <c:pt idx="48137">
                  <c:v>0.55714120370248565</c:v>
                </c:pt>
                <c:pt idx="48138">
                  <c:v>0.55715277777198935</c:v>
                </c:pt>
                <c:pt idx="48139">
                  <c:v>0.557164351848769</c:v>
                </c:pt>
                <c:pt idx="48140">
                  <c:v>0.55717592592554865</c:v>
                </c:pt>
                <c:pt idx="48141">
                  <c:v>0.55718749999505235</c:v>
                </c:pt>
                <c:pt idx="48142">
                  <c:v>0.557199074071832</c:v>
                </c:pt>
                <c:pt idx="48143">
                  <c:v>0.55721064814861165</c:v>
                </c:pt>
                <c:pt idx="48144">
                  <c:v>0.55722222221811535</c:v>
                </c:pt>
                <c:pt idx="48145">
                  <c:v>0.557233796294895</c:v>
                </c:pt>
                <c:pt idx="48146">
                  <c:v>0.55724537037167465</c:v>
                </c:pt>
                <c:pt idx="48147">
                  <c:v>0.55725694444117835</c:v>
                </c:pt>
                <c:pt idx="48148">
                  <c:v>0.557268518517958</c:v>
                </c:pt>
                <c:pt idx="48149">
                  <c:v>0.5572800925874617</c:v>
                </c:pt>
                <c:pt idx="48150">
                  <c:v>0.55729166666424135</c:v>
                </c:pt>
                <c:pt idx="48151">
                  <c:v>0.557303240741021</c:v>
                </c:pt>
                <c:pt idx="48152">
                  <c:v>0.55731481481052469</c:v>
                </c:pt>
                <c:pt idx="48153">
                  <c:v>0.55732638888730435</c:v>
                </c:pt>
                <c:pt idx="48154">
                  <c:v>0.557337962964084</c:v>
                </c:pt>
                <c:pt idx="48155">
                  <c:v>0.55734953703358769</c:v>
                </c:pt>
                <c:pt idx="48156">
                  <c:v>0.55736111111036735</c:v>
                </c:pt>
                <c:pt idx="48157">
                  <c:v>0.55737268517987104</c:v>
                </c:pt>
                <c:pt idx="48158">
                  <c:v>0.55738425925665069</c:v>
                </c:pt>
                <c:pt idx="48159">
                  <c:v>0.55739583333343035</c:v>
                </c:pt>
                <c:pt idx="48160">
                  <c:v>0.55740740740293404</c:v>
                </c:pt>
                <c:pt idx="48161">
                  <c:v>0.55741898147971369</c:v>
                </c:pt>
                <c:pt idx="48162">
                  <c:v>0.55743055555649335</c:v>
                </c:pt>
                <c:pt idx="48163">
                  <c:v>0.55744212962599704</c:v>
                </c:pt>
                <c:pt idx="48164">
                  <c:v>0.55745370370277669</c:v>
                </c:pt>
                <c:pt idx="48165">
                  <c:v>0.55746527777228039</c:v>
                </c:pt>
                <c:pt idx="48166">
                  <c:v>0.55747685184906004</c:v>
                </c:pt>
                <c:pt idx="48167">
                  <c:v>0.55748842592583969</c:v>
                </c:pt>
                <c:pt idx="48168">
                  <c:v>0.55749999999534339</c:v>
                </c:pt>
                <c:pt idx="48169">
                  <c:v>0.55751157407212304</c:v>
                </c:pt>
                <c:pt idx="48170">
                  <c:v>0.55752314814890269</c:v>
                </c:pt>
                <c:pt idx="48171">
                  <c:v>0.55753472221840639</c:v>
                </c:pt>
                <c:pt idx="48172">
                  <c:v>0.55754629629518604</c:v>
                </c:pt>
                <c:pt idx="48173">
                  <c:v>0.55755787036468973</c:v>
                </c:pt>
                <c:pt idx="48174">
                  <c:v>0.55756944444146939</c:v>
                </c:pt>
                <c:pt idx="48175">
                  <c:v>0.55758101851824904</c:v>
                </c:pt>
                <c:pt idx="48176">
                  <c:v>0.55759259258775273</c:v>
                </c:pt>
                <c:pt idx="48177">
                  <c:v>0.55760416666453239</c:v>
                </c:pt>
                <c:pt idx="48178">
                  <c:v>0.55761574074131204</c:v>
                </c:pt>
                <c:pt idx="48179">
                  <c:v>0.55762731481081573</c:v>
                </c:pt>
                <c:pt idx="48180">
                  <c:v>0.55763888888759539</c:v>
                </c:pt>
                <c:pt idx="48181">
                  <c:v>0.55765046295709908</c:v>
                </c:pt>
                <c:pt idx="48182">
                  <c:v>0.55766203703387873</c:v>
                </c:pt>
                <c:pt idx="48183">
                  <c:v>0.55767361111065838</c:v>
                </c:pt>
                <c:pt idx="48184">
                  <c:v>0.55768518518016208</c:v>
                </c:pt>
                <c:pt idx="48185">
                  <c:v>0.55769675925694173</c:v>
                </c:pt>
                <c:pt idx="48186">
                  <c:v>0.55770833333372138</c:v>
                </c:pt>
                <c:pt idx="48187">
                  <c:v>0.55771990740322508</c:v>
                </c:pt>
                <c:pt idx="48188">
                  <c:v>0.55773148148000473</c:v>
                </c:pt>
                <c:pt idx="48189">
                  <c:v>0.55774305555678438</c:v>
                </c:pt>
                <c:pt idx="48190">
                  <c:v>0.55775462962628808</c:v>
                </c:pt>
                <c:pt idx="48191">
                  <c:v>0.55776620370306773</c:v>
                </c:pt>
                <c:pt idx="48192">
                  <c:v>0.55777777777257143</c:v>
                </c:pt>
                <c:pt idx="48193">
                  <c:v>0.55778935184935108</c:v>
                </c:pt>
                <c:pt idx="48194">
                  <c:v>0.55780092592613073</c:v>
                </c:pt>
                <c:pt idx="48195">
                  <c:v>0.55781249999563443</c:v>
                </c:pt>
                <c:pt idx="48196">
                  <c:v>0.55782407407241408</c:v>
                </c:pt>
                <c:pt idx="48197">
                  <c:v>0.55783564814919373</c:v>
                </c:pt>
                <c:pt idx="48198">
                  <c:v>0.55784722221869742</c:v>
                </c:pt>
                <c:pt idx="48199">
                  <c:v>0.55785879629547708</c:v>
                </c:pt>
                <c:pt idx="48200">
                  <c:v>0.55787037036498077</c:v>
                </c:pt>
                <c:pt idx="48201">
                  <c:v>0.55788194444176042</c:v>
                </c:pt>
                <c:pt idx="48202">
                  <c:v>0.55789351851854008</c:v>
                </c:pt>
                <c:pt idx="48203">
                  <c:v>0.55790509258804377</c:v>
                </c:pt>
                <c:pt idx="48204">
                  <c:v>0.55791666666482342</c:v>
                </c:pt>
                <c:pt idx="48205">
                  <c:v>0.55792824074160308</c:v>
                </c:pt>
                <c:pt idx="48206">
                  <c:v>0.55793981481110677</c:v>
                </c:pt>
                <c:pt idx="48207">
                  <c:v>0.55795138888788642</c:v>
                </c:pt>
                <c:pt idx="48208">
                  <c:v>0.55796296295739012</c:v>
                </c:pt>
                <c:pt idx="48209">
                  <c:v>0.55797453703416977</c:v>
                </c:pt>
                <c:pt idx="48210">
                  <c:v>0.55798611111094942</c:v>
                </c:pt>
                <c:pt idx="48211">
                  <c:v>0.55799768518045312</c:v>
                </c:pt>
                <c:pt idx="48212">
                  <c:v>0.55800925925723277</c:v>
                </c:pt>
                <c:pt idx="48213">
                  <c:v>0.55802083333401242</c:v>
                </c:pt>
                <c:pt idx="48214">
                  <c:v>0.55803240740351612</c:v>
                </c:pt>
                <c:pt idx="48215">
                  <c:v>0.55804398148029577</c:v>
                </c:pt>
                <c:pt idx="48216">
                  <c:v>0.55805555554979946</c:v>
                </c:pt>
                <c:pt idx="48217">
                  <c:v>0.55806712962657912</c:v>
                </c:pt>
                <c:pt idx="48218">
                  <c:v>0.55807870370335877</c:v>
                </c:pt>
                <c:pt idx="48219">
                  <c:v>0.55809027777286246</c:v>
                </c:pt>
                <c:pt idx="48220">
                  <c:v>0.55810185184964212</c:v>
                </c:pt>
                <c:pt idx="48221">
                  <c:v>0.55811342592642177</c:v>
                </c:pt>
                <c:pt idx="48222">
                  <c:v>0.55812499999592546</c:v>
                </c:pt>
                <c:pt idx="48223">
                  <c:v>0.55813657407270512</c:v>
                </c:pt>
                <c:pt idx="48224">
                  <c:v>0.55814814814948477</c:v>
                </c:pt>
                <c:pt idx="48225">
                  <c:v>0.55815972221898846</c:v>
                </c:pt>
                <c:pt idx="48226">
                  <c:v>0.55817129629576812</c:v>
                </c:pt>
                <c:pt idx="48227">
                  <c:v>0.55818287036527181</c:v>
                </c:pt>
                <c:pt idx="48228">
                  <c:v>0.55819444444205146</c:v>
                </c:pt>
                <c:pt idx="48229">
                  <c:v>0.55820601851883112</c:v>
                </c:pt>
                <c:pt idx="48230">
                  <c:v>0.55821759258833481</c:v>
                </c:pt>
                <c:pt idx="48231">
                  <c:v>0.55822916666511446</c:v>
                </c:pt>
                <c:pt idx="48232">
                  <c:v>0.55824074074189411</c:v>
                </c:pt>
                <c:pt idx="48233">
                  <c:v>0.55825231481139781</c:v>
                </c:pt>
                <c:pt idx="48234">
                  <c:v>0.55826388888817746</c:v>
                </c:pt>
                <c:pt idx="48235">
                  <c:v>0.55827546295768116</c:v>
                </c:pt>
                <c:pt idx="48236">
                  <c:v>0.55828703703446081</c:v>
                </c:pt>
                <c:pt idx="48237">
                  <c:v>0.55829861111124046</c:v>
                </c:pt>
                <c:pt idx="48238">
                  <c:v>0.55831018518074416</c:v>
                </c:pt>
                <c:pt idx="48239">
                  <c:v>0.55832175925752381</c:v>
                </c:pt>
                <c:pt idx="48240">
                  <c:v>0.55833333333430346</c:v>
                </c:pt>
                <c:pt idx="48241">
                  <c:v>0.55834490740380716</c:v>
                </c:pt>
                <c:pt idx="48242">
                  <c:v>0.55835648148058681</c:v>
                </c:pt>
                <c:pt idx="48243">
                  <c:v>0.5583680555500905</c:v>
                </c:pt>
                <c:pt idx="48244">
                  <c:v>0.55837962962687016</c:v>
                </c:pt>
                <c:pt idx="48245">
                  <c:v>0.55839120370364981</c:v>
                </c:pt>
                <c:pt idx="48246">
                  <c:v>0.5584027777731535</c:v>
                </c:pt>
                <c:pt idx="48247">
                  <c:v>0.55841435184993315</c:v>
                </c:pt>
                <c:pt idx="48248">
                  <c:v>0.55842592592671281</c:v>
                </c:pt>
                <c:pt idx="48249">
                  <c:v>0.5584374999962165</c:v>
                </c:pt>
                <c:pt idx="48250">
                  <c:v>0.55844907407299615</c:v>
                </c:pt>
                <c:pt idx="48251">
                  <c:v>0.55846064814249985</c:v>
                </c:pt>
                <c:pt idx="48252">
                  <c:v>0.5584722222192795</c:v>
                </c:pt>
                <c:pt idx="48253">
                  <c:v>0.55848379629605915</c:v>
                </c:pt>
                <c:pt idx="48254">
                  <c:v>0.55849537036556285</c:v>
                </c:pt>
                <c:pt idx="48255">
                  <c:v>0.5585069444423425</c:v>
                </c:pt>
                <c:pt idx="48256">
                  <c:v>0.55851851851912215</c:v>
                </c:pt>
                <c:pt idx="48257">
                  <c:v>0.55853009258862585</c:v>
                </c:pt>
                <c:pt idx="48258">
                  <c:v>0.5585416666654055</c:v>
                </c:pt>
                <c:pt idx="48259">
                  <c:v>0.5585532407349092</c:v>
                </c:pt>
                <c:pt idx="48260">
                  <c:v>0.55856481481168885</c:v>
                </c:pt>
                <c:pt idx="48261">
                  <c:v>0.5585763888884685</c:v>
                </c:pt>
                <c:pt idx="48262">
                  <c:v>0.55858796295797219</c:v>
                </c:pt>
                <c:pt idx="48263">
                  <c:v>0.55859953703475185</c:v>
                </c:pt>
                <c:pt idx="48264">
                  <c:v>0.5586111111115315</c:v>
                </c:pt>
                <c:pt idx="48265">
                  <c:v>0.55862268518103519</c:v>
                </c:pt>
                <c:pt idx="48266">
                  <c:v>0.55863425925781485</c:v>
                </c:pt>
                <c:pt idx="48267">
                  <c:v>0.5586458333345945</c:v>
                </c:pt>
                <c:pt idx="48268">
                  <c:v>0.55865740740409819</c:v>
                </c:pt>
                <c:pt idx="48269">
                  <c:v>0.55866898148087785</c:v>
                </c:pt>
                <c:pt idx="48270">
                  <c:v>0.55868055555038154</c:v>
                </c:pt>
                <c:pt idx="48271">
                  <c:v>0.55869212962716119</c:v>
                </c:pt>
                <c:pt idx="48272">
                  <c:v>0.55870370370394085</c:v>
                </c:pt>
                <c:pt idx="48273">
                  <c:v>0.55871527777344454</c:v>
                </c:pt>
                <c:pt idx="48274">
                  <c:v>0.55872685185022419</c:v>
                </c:pt>
                <c:pt idx="48275">
                  <c:v>0.55873842592700385</c:v>
                </c:pt>
                <c:pt idx="48276">
                  <c:v>0.55874999999650754</c:v>
                </c:pt>
                <c:pt idx="48277">
                  <c:v>0.55876157407328719</c:v>
                </c:pt>
                <c:pt idx="48278">
                  <c:v>0.55877314814279089</c:v>
                </c:pt>
                <c:pt idx="48279">
                  <c:v>0.55878472221957054</c:v>
                </c:pt>
                <c:pt idx="48280">
                  <c:v>0.55879629629635019</c:v>
                </c:pt>
                <c:pt idx="48281">
                  <c:v>0.55880787036585389</c:v>
                </c:pt>
                <c:pt idx="48282">
                  <c:v>0.55881944444263354</c:v>
                </c:pt>
                <c:pt idx="48283">
                  <c:v>0.55883101851941319</c:v>
                </c:pt>
                <c:pt idx="48284">
                  <c:v>0.55884259258891689</c:v>
                </c:pt>
                <c:pt idx="48285">
                  <c:v>0.55885416666569654</c:v>
                </c:pt>
                <c:pt idx="48286">
                  <c:v>0.55886574073520023</c:v>
                </c:pt>
                <c:pt idx="48287">
                  <c:v>0.55887731481197989</c:v>
                </c:pt>
                <c:pt idx="48288">
                  <c:v>0.55888888888875954</c:v>
                </c:pt>
                <c:pt idx="48289">
                  <c:v>0.55890046295826323</c:v>
                </c:pt>
                <c:pt idx="48290">
                  <c:v>0.55891203703504289</c:v>
                </c:pt>
                <c:pt idx="48291">
                  <c:v>0.55892361111182254</c:v>
                </c:pt>
                <c:pt idx="48292">
                  <c:v>0.55893518518132623</c:v>
                </c:pt>
                <c:pt idx="48293">
                  <c:v>0.55894675925810589</c:v>
                </c:pt>
                <c:pt idx="48294">
                  <c:v>0.55895833332760958</c:v>
                </c:pt>
                <c:pt idx="48295">
                  <c:v>0.55896990740438923</c:v>
                </c:pt>
                <c:pt idx="48296">
                  <c:v>0.55898148148116888</c:v>
                </c:pt>
                <c:pt idx="48297">
                  <c:v>0.55899305555067258</c:v>
                </c:pt>
                <c:pt idx="48298">
                  <c:v>0.55900462962745223</c:v>
                </c:pt>
                <c:pt idx="48299">
                  <c:v>0.55901620370423188</c:v>
                </c:pt>
                <c:pt idx="48300">
                  <c:v>0.55902777777373558</c:v>
                </c:pt>
                <c:pt idx="48301">
                  <c:v>0.55903935185051523</c:v>
                </c:pt>
                <c:pt idx="48302">
                  <c:v>0.55905092592001893</c:v>
                </c:pt>
                <c:pt idx="48303">
                  <c:v>0.55906249999679858</c:v>
                </c:pt>
                <c:pt idx="48304">
                  <c:v>0.55907407407357823</c:v>
                </c:pt>
                <c:pt idx="48305">
                  <c:v>0.55908564814308193</c:v>
                </c:pt>
                <c:pt idx="48306">
                  <c:v>0.55909722221986158</c:v>
                </c:pt>
                <c:pt idx="48307">
                  <c:v>0.55910879629664123</c:v>
                </c:pt>
                <c:pt idx="48308">
                  <c:v>0.55912037036614493</c:v>
                </c:pt>
                <c:pt idx="48309">
                  <c:v>0.55913194444292458</c:v>
                </c:pt>
                <c:pt idx="48310">
                  <c:v>0.55914351851970423</c:v>
                </c:pt>
                <c:pt idx="48311">
                  <c:v>0.55915509258920792</c:v>
                </c:pt>
                <c:pt idx="48312">
                  <c:v>0.55916666666598758</c:v>
                </c:pt>
                <c:pt idx="48313">
                  <c:v>0.55917824073549127</c:v>
                </c:pt>
                <c:pt idx="48314">
                  <c:v>0.55918981481227092</c:v>
                </c:pt>
                <c:pt idx="48315">
                  <c:v>0.55920138888905058</c:v>
                </c:pt>
                <c:pt idx="48316">
                  <c:v>0.55921296295855427</c:v>
                </c:pt>
                <c:pt idx="48317">
                  <c:v>0.55922453703533392</c:v>
                </c:pt>
                <c:pt idx="48318">
                  <c:v>0.55923611111211358</c:v>
                </c:pt>
                <c:pt idx="48319">
                  <c:v>0.55924768518161727</c:v>
                </c:pt>
                <c:pt idx="48320">
                  <c:v>0.55925925925839692</c:v>
                </c:pt>
                <c:pt idx="48321">
                  <c:v>0.55927083332790062</c:v>
                </c:pt>
                <c:pt idx="48322">
                  <c:v>0.55928240740468027</c:v>
                </c:pt>
                <c:pt idx="48323">
                  <c:v>0.55929398148145992</c:v>
                </c:pt>
                <c:pt idx="48324">
                  <c:v>0.55930555555096362</c:v>
                </c:pt>
                <c:pt idx="48325">
                  <c:v>0.55931712962774327</c:v>
                </c:pt>
                <c:pt idx="48326">
                  <c:v>0.55932870370452292</c:v>
                </c:pt>
                <c:pt idx="48327">
                  <c:v>0.55934027777402662</c:v>
                </c:pt>
                <c:pt idx="48328">
                  <c:v>0.55935185185080627</c:v>
                </c:pt>
                <c:pt idx="48329">
                  <c:v>0.55936342592030996</c:v>
                </c:pt>
                <c:pt idx="48330">
                  <c:v>0.55937499999708962</c:v>
                </c:pt>
                <c:pt idx="48331">
                  <c:v>0.55938657407386927</c:v>
                </c:pt>
                <c:pt idx="48332">
                  <c:v>0.55939814814337296</c:v>
                </c:pt>
                <c:pt idx="48333">
                  <c:v>0.55940972222015262</c:v>
                </c:pt>
                <c:pt idx="48334">
                  <c:v>0.55942129629693227</c:v>
                </c:pt>
                <c:pt idx="48335">
                  <c:v>0.55943287036643596</c:v>
                </c:pt>
                <c:pt idx="48336">
                  <c:v>0.55944444444321562</c:v>
                </c:pt>
                <c:pt idx="48337">
                  <c:v>0.55945601851271931</c:v>
                </c:pt>
                <c:pt idx="48338">
                  <c:v>0.55946759258949896</c:v>
                </c:pt>
                <c:pt idx="48339">
                  <c:v>0.55947916666627862</c:v>
                </c:pt>
                <c:pt idx="48340">
                  <c:v>0.55949074073578231</c:v>
                </c:pt>
                <c:pt idx="48341">
                  <c:v>0.55950231481256196</c:v>
                </c:pt>
                <c:pt idx="48342">
                  <c:v>0.55951388888934162</c:v>
                </c:pt>
                <c:pt idx="48343">
                  <c:v>0.55952546295884531</c:v>
                </c:pt>
                <c:pt idx="48344">
                  <c:v>0.55953703703562496</c:v>
                </c:pt>
                <c:pt idx="48345">
                  <c:v>0.55954861111240461</c:v>
                </c:pt>
                <c:pt idx="48346">
                  <c:v>0.55956018518190831</c:v>
                </c:pt>
                <c:pt idx="48347">
                  <c:v>0.55957175925868796</c:v>
                </c:pt>
                <c:pt idx="48348">
                  <c:v>0.55958333332819166</c:v>
                </c:pt>
                <c:pt idx="48349">
                  <c:v>0.55959490740497131</c:v>
                </c:pt>
                <c:pt idx="48350">
                  <c:v>0.55960648148175096</c:v>
                </c:pt>
                <c:pt idx="48351">
                  <c:v>0.55961805555125466</c:v>
                </c:pt>
                <c:pt idx="48352">
                  <c:v>0.55962962962803431</c:v>
                </c:pt>
                <c:pt idx="48353">
                  <c:v>0.55964120370481396</c:v>
                </c:pt>
                <c:pt idx="48354">
                  <c:v>0.55965277777431766</c:v>
                </c:pt>
                <c:pt idx="48355">
                  <c:v>0.55966435185109731</c:v>
                </c:pt>
                <c:pt idx="48356">
                  <c:v>0.559675925920601</c:v>
                </c:pt>
                <c:pt idx="48357">
                  <c:v>0.55968749999738066</c:v>
                </c:pt>
                <c:pt idx="48358">
                  <c:v>0.55969907407416031</c:v>
                </c:pt>
                <c:pt idx="48359">
                  <c:v>0.559710648143664</c:v>
                </c:pt>
                <c:pt idx="48360">
                  <c:v>0.55972222222044365</c:v>
                </c:pt>
                <c:pt idx="48361">
                  <c:v>0.55973379629722331</c:v>
                </c:pt>
                <c:pt idx="48362">
                  <c:v>0.559745370366727</c:v>
                </c:pt>
                <c:pt idx="48363">
                  <c:v>0.55975694444350665</c:v>
                </c:pt>
                <c:pt idx="48364">
                  <c:v>0.55976851851301035</c:v>
                </c:pt>
                <c:pt idx="48365">
                  <c:v>0.55978009258979</c:v>
                </c:pt>
                <c:pt idx="48366">
                  <c:v>0.55979166666656965</c:v>
                </c:pt>
                <c:pt idx="48367">
                  <c:v>0.55980324073607335</c:v>
                </c:pt>
                <c:pt idx="48368">
                  <c:v>0.559814814812853</c:v>
                </c:pt>
                <c:pt idx="48369">
                  <c:v>0.55982638888963265</c:v>
                </c:pt>
                <c:pt idx="48370">
                  <c:v>0.55983796295913635</c:v>
                </c:pt>
                <c:pt idx="48371">
                  <c:v>0.559849537035916</c:v>
                </c:pt>
                <c:pt idx="48372">
                  <c:v>0.5598611111054197</c:v>
                </c:pt>
                <c:pt idx="48373">
                  <c:v>0.55987268518219935</c:v>
                </c:pt>
                <c:pt idx="48374">
                  <c:v>0.559884259258979</c:v>
                </c:pt>
                <c:pt idx="48375">
                  <c:v>0.55989583332848269</c:v>
                </c:pt>
                <c:pt idx="48376">
                  <c:v>0.55990740740526235</c:v>
                </c:pt>
                <c:pt idx="48377">
                  <c:v>0.559918981482042</c:v>
                </c:pt>
                <c:pt idx="48378">
                  <c:v>0.55993055555154569</c:v>
                </c:pt>
                <c:pt idx="48379">
                  <c:v>0.55994212962832535</c:v>
                </c:pt>
                <c:pt idx="48380">
                  <c:v>0.55995370369782904</c:v>
                </c:pt>
                <c:pt idx="48381">
                  <c:v>0.55996527777460869</c:v>
                </c:pt>
                <c:pt idx="48382">
                  <c:v>0.55997685185138835</c:v>
                </c:pt>
                <c:pt idx="48383">
                  <c:v>0.55998842592089204</c:v>
                </c:pt>
                <c:pt idx="48384">
                  <c:v>0.55999999999767169</c:v>
                </c:pt>
                <c:pt idx="48385">
                  <c:v>0.56001157407445135</c:v>
                </c:pt>
                <c:pt idx="48386">
                  <c:v>0.56002314814395504</c:v>
                </c:pt>
                <c:pt idx="48387">
                  <c:v>0.56003472222073469</c:v>
                </c:pt>
                <c:pt idx="48388">
                  <c:v>0.56004629629751435</c:v>
                </c:pt>
                <c:pt idx="48389">
                  <c:v>0.56005787036701804</c:v>
                </c:pt>
                <c:pt idx="48390">
                  <c:v>0.56006944444379769</c:v>
                </c:pt>
                <c:pt idx="48391">
                  <c:v>0.56008101851330139</c:v>
                </c:pt>
                <c:pt idx="48392">
                  <c:v>0.56009259259008104</c:v>
                </c:pt>
                <c:pt idx="48393">
                  <c:v>0.56010416666686069</c:v>
                </c:pt>
                <c:pt idx="48394">
                  <c:v>0.56011574073636439</c:v>
                </c:pt>
                <c:pt idx="48395">
                  <c:v>0.56012731481314404</c:v>
                </c:pt>
                <c:pt idx="48396">
                  <c:v>0.56013888888992369</c:v>
                </c:pt>
                <c:pt idx="48397">
                  <c:v>0.56015046295942739</c:v>
                </c:pt>
                <c:pt idx="48398">
                  <c:v>0.56016203703620704</c:v>
                </c:pt>
                <c:pt idx="48399">
                  <c:v>0.56017361110571073</c:v>
                </c:pt>
                <c:pt idx="48400">
                  <c:v>0.56018518518249039</c:v>
                </c:pt>
                <c:pt idx="48401">
                  <c:v>0.56019675925927004</c:v>
                </c:pt>
                <c:pt idx="48402">
                  <c:v>0.56020833332877373</c:v>
                </c:pt>
                <c:pt idx="48403">
                  <c:v>0.56021990740555339</c:v>
                </c:pt>
                <c:pt idx="48404">
                  <c:v>0.56023148148233304</c:v>
                </c:pt>
                <c:pt idx="48405">
                  <c:v>0.56024305555183673</c:v>
                </c:pt>
                <c:pt idx="48406">
                  <c:v>0.56025462962861639</c:v>
                </c:pt>
                <c:pt idx="48407">
                  <c:v>0.56026620369812008</c:v>
                </c:pt>
                <c:pt idx="48408">
                  <c:v>0.56027777777489973</c:v>
                </c:pt>
                <c:pt idx="48409">
                  <c:v>0.56028935185167938</c:v>
                </c:pt>
                <c:pt idx="48410">
                  <c:v>0.56030092592118308</c:v>
                </c:pt>
                <c:pt idx="48411">
                  <c:v>0.56031249999796273</c:v>
                </c:pt>
                <c:pt idx="48412">
                  <c:v>0.56032407407474238</c:v>
                </c:pt>
                <c:pt idx="48413">
                  <c:v>0.56033564814424608</c:v>
                </c:pt>
                <c:pt idx="48414">
                  <c:v>0.56034722222102573</c:v>
                </c:pt>
                <c:pt idx="48415">
                  <c:v>0.56035879629052943</c:v>
                </c:pt>
                <c:pt idx="48416">
                  <c:v>0.56037037036730908</c:v>
                </c:pt>
                <c:pt idx="48417">
                  <c:v>0.56038194444408873</c:v>
                </c:pt>
                <c:pt idx="48418">
                  <c:v>0.56039351851359243</c:v>
                </c:pt>
                <c:pt idx="48419">
                  <c:v>0.56040509259037208</c:v>
                </c:pt>
                <c:pt idx="48420">
                  <c:v>0.56041666666715173</c:v>
                </c:pt>
                <c:pt idx="48421">
                  <c:v>0.56042824073665543</c:v>
                </c:pt>
                <c:pt idx="48422">
                  <c:v>0.56043981481343508</c:v>
                </c:pt>
                <c:pt idx="48423">
                  <c:v>0.56045138889021473</c:v>
                </c:pt>
                <c:pt idx="48424">
                  <c:v>0.56046296295971842</c:v>
                </c:pt>
                <c:pt idx="48425">
                  <c:v>0.56047453703649808</c:v>
                </c:pt>
                <c:pt idx="48426">
                  <c:v>0.56048611110600177</c:v>
                </c:pt>
                <c:pt idx="48427">
                  <c:v>0.56049768518278142</c:v>
                </c:pt>
                <c:pt idx="48428">
                  <c:v>0.56050925925956108</c:v>
                </c:pt>
                <c:pt idx="48429">
                  <c:v>0.56052083332906477</c:v>
                </c:pt>
                <c:pt idx="48430">
                  <c:v>0.56053240740584442</c:v>
                </c:pt>
                <c:pt idx="48431">
                  <c:v>0.56054398148262408</c:v>
                </c:pt>
                <c:pt idx="48432">
                  <c:v>0.56055555555212777</c:v>
                </c:pt>
                <c:pt idx="48433">
                  <c:v>0.56056712962890742</c:v>
                </c:pt>
                <c:pt idx="48434">
                  <c:v>0.56057870369841112</c:v>
                </c:pt>
                <c:pt idx="48435">
                  <c:v>0.56059027777519077</c:v>
                </c:pt>
                <c:pt idx="48436">
                  <c:v>0.56060185185197042</c:v>
                </c:pt>
                <c:pt idx="48437">
                  <c:v>0.56061342592147412</c:v>
                </c:pt>
                <c:pt idx="48438">
                  <c:v>0.56062499999825377</c:v>
                </c:pt>
                <c:pt idx="48439">
                  <c:v>0.56063657407503342</c:v>
                </c:pt>
                <c:pt idx="48440">
                  <c:v>0.56064814814453712</c:v>
                </c:pt>
                <c:pt idx="48441">
                  <c:v>0.56065972222131677</c:v>
                </c:pt>
                <c:pt idx="48442">
                  <c:v>0.56067129629082046</c:v>
                </c:pt>
                <c:pt idx="48443">
                  <c:v>0.56068287036760012</c:v>
                </c:pt>
                <c:pt idx="48444">
                  <c:v>0.56069444444437977</c:v>
                </c:pt>
                <c:pt idx="48445">
                  <c:v>0.56070601851388346</c:v>
                </c:pt>
                <c:pt idx="48446">
                  <c:v>0.56071759259066312</c:v>
                </c:pt>
                <c:pt idx="48447">
                  <c:v>0.56072916666744277</c:v>
                </c:pt>
                <c:pt idx="48448">
                  <c:v>0.56074074073694646</c:v>
                </c:pt>
                <c:pt idx="48449">
                  <c:v>0.56075231481372612</c:v>
                </c:pt>
                <c:pt idx="48450">
                  <c:v>0.56076388888322981</c:v>
                </c:pt>
                <c:pt idx="48451">
                  <c:v>0.56077546296000946</c:v>
                </c:pt>
                <c:pt idx="48452">
                  <c:v>0.56078703703678912</c:v>
                </c:pt>
                <c:pt idx="48453">
                  <c:v>0.56079861110629281</c:v>
                </c:pt>
                <c:pt idx="48454">
                  <c:v>0.56081018518307246</c:v>
                </c:pt>
                <c:pt idx="48455">
                  <c:v>0.56082175925985212</c:v>
                </c:pt>
                <c:pt idx="48456">
                  <c:v>0.56083333332935581</c:v>
                </c:pt>
                <c:pt idx="48457">
                  <c:v>0.56084490740613546</c:v>
                </c:pt>
                <c:pt idx="48458">
                  <c:v>0.56085648147563916</c:v>
                </c:pt>
                <c:pt idx="48459">
                  <c:v>0.56086805555241881</c:v>
                </c:pt>
                <c:pt idx="48460">
                  <c:v>0.56087962962919846</c:v>
                </c:pt>
                <c:pt idx="48461">
                  <c:v>0.56089120369870216</c:v>
                </c:pt>
                <c:pt idx="48462">
                  <c:v>0.56090277777548181</c:v>
                </c:pt>
                <c:pt idx="48463">
                  <c:v>0.56091435185226146</c:v>
                </c:pt>
                <c:pt idx="48464">
                  <c:v>0.56092592592176516</c:v>
                </c:pt>
                <c:pt idx="48465">
                  <c:v>0.56093749999854481</c:v>
                </c:pt>
                <c:pt idx="48466">
                  <c:v>0.56094907407532446</c:v>
                </c:pt>
                <c:pt idx="48467">
                  <c:v>0.56096064814482816</c:v>
                </c:pt>
                <c:pt idx="48468">
                  <c:v>0.56097222222160781</c:v>
                </c:pt>
                <c:pt idx="48469">
                  <c:v>0.5609837962911115</c:v>
                </c:pt>
                <c:pt idx="48470">
                  <c:v>0.56099537036789116</c:v>
                </c:pt>
                <c:pt idx="48471">
                  <c:v>0.56100694444467081</c:v>
                </c:pt>
                <c:pt idx="48472">
                  <c:v>0.5610185185141745</c:v>
                </c:pt>
                <c:pt idx="48473">
                  <c:v>0.56103009259095415</c:v>
                </c:pt>
                <c:pt idx="48474">
                  <c:v>0.56104166666773381</c:v>
                </c:pt>
                <c:pt idx="48475">
                  <c:v>0.5610532407372375</c:v>
                </c:pt>
                <c:pt idx="48476">
                  <c:v>0.56106481481401715</c:v>
                </c:pt>
                <c:pt idx="48477">
                  <c:v>0.56107638888352085</c:v>
                </c:pt>
                <c:pt idx="48478">
                  <c:v>0.5610879629603005</c:v>
                </c:pt>
                <c:pt idx="48479">
                  <c:v>0.56109953703708015</c:v>
                </c:pt>
                <c:pt idx="48480">
                  <c:v>0.56111111110658385</c:v>
                </c:pt>
                <c:pt idx="48481">
                  <c:v>0.5611226851833635</c:v>
                </c:pt>
                <c:pt idx="48482">
                  <c:v>0.56113425926014315</c:v>
                </c:pt>
                <c:pt idx="48483">
                  <c:v>0.56114583332964685</c:v>
                </c:pt>
                <c:pt idx="48484">
                  <c:v>0.5611574074064265</c:v>
                </c:pt>
                <c:pt idx="48485">
                  <c:v>0.5611689814759302</c:v>
                </c:pt>
                <c:pt idx="48486">
                  <c:v>0.56118055555270985</c:v>
                </c:pt>
                <c:pt idx="48487">
                  <c:v>0.5611921296294895</c:v>
                </c:pt>
                <c:pt idx="48488">
                  <c:v>0.56120370369899319</c:v>
                </c:pt>
                <c:pt idx="48489">
                  <c:v>0.56121527777577285</c:v>
                </c:pt>
                <c:pt idx="48490">
                  <c:v>0.5612268518525525</c:v>
                </c:pt>
                <c:pt idx="48491">
                  <c:v>0.56123842592205619</c:v>
                </c:pt>
                <c:pt idx="48492">
                  <c:v>0.56124999999883585</c:v>
                </c:pt>
                <c:pt idx="48493">
                  <c:v>0.56126157406833954</c:v>
                </c:pt>
                <c:pt idx="48494">
                  <c:v>0.56127314814511919</c:v>
                </c:pt>
                <c:pt idx="48495">
                  <c:v>0.56128472222189885</c:v>
                </c:pt>
                <c:pt idx="48496">
                  <c:v>0.56129629629140254</c:v>
                </c:pt>
                <c:pt idx="48497">
                  <c:v>0.56130787036818219</c:v>
                </c:pt>
                <c:pt idx="48498">
                  <c:v>0.56131944444496185</c:v>
                </c:pt>
                <c:pt idx="48499">
                  <c:v>0.56133101851446554</c:v>
                </c:pt>
                <c:pt idx="48500">
                  <c:v>0.56134259259124519</c:v>
                </c:pt>
                <c:pt idx="48501">
                  <c:v>0.56135416666074889</c:v>
                </c:pt>
                <c:pt idx="48502">
                  <c:v>0.56136574073752854</c:v>
                </c:pt>
                <c:pt idx="48503">
                  <c:v>0.56137731481430819</c:v>
                </c:pt>
                <c:pt idx="48504">
                  <c:v>0.56138888888381189</c:v>
                </c:pt>
                <c:pt idx="48505">
                  <c:v>0.56140046296059154</c:v>
                </c:pt>
                <c:pt idx="48506">
                  <c:v>0.56141203703737119</c:v>
                </c:pt>
                <c:pt idx="48507">
                  <c:v>0.56142361110687489</c:v>
                </c:pt>
                <c:pt idx="48508">
                  <c:v>0.56143518518365454</c:v>
                </c:pt>
                <c:pt idx="48509">
                  <c:v>0.56144675926043419</c:v>
                </c:pt>
                <c:pt idx="48510">
                  <c:v>0.56145833332993789</c:v>
                </c:pt>
                <c:pt idx="48511">
                  <c:v>0.56146990740671754</c:v>
                </c:pt>
                <c:pt idx="48512">
                  <c:v>0.56148148147622123</c:v>
                </c:pt>
                <c:pt idx="48513">
                  <c:v>0.56149305555300089</c:v>
                </c:pt>
                <c:pt idx="48514">
                  <c:v>0.56150462962978054</c:v>
                </c:pt>
                <c:pt idx="48515">
                  <c:v>0.56151620369928423</c:v>
                </c:pt>
                <c:pt idx="48516">
                  <c:v>0.56152777777606389</c:v>
                </c:pt>
                <c:pt idx="48517">
                  <c:v>0.56153935185284354</c:v>
                </c:pt>
                <c:pt idx="48518">
                  <c:v>0.56155092592234723</c:v>
                </c:pt>
                <c:pt idx="48519">
                  <c:v>0.56156249999912689</c:v>
                </c:pt>
                <c:pt idx="48520">
                  <c:v>0.56157407406863058</c:v>
                </c:pt>
                <c:pt idx="48521">
                  <c:v>0.56158564814541023</c:v>
                </c:pt>
                <c:pt idx="48522">
                  <c:v>0.56159722222218988</c:v>
                </c:pt>
                <c:pt idx="48523">
                  <c:v>0.56160879629169358</c:v>
                </c:pt>
                <c:pt idx="48524">
                  <c:v>0.56162037036847323</c:v>
                </c:pt>
                <c:pt idx="48525">
                  <c:v>0.56163194444525288</c:v>
                </c:pt>
                <c:pt idx="48526">
                  <c:v>0.56164351851475658</c:v>
                </c:pt>
                <c:pt idx="48527">
                  <c:v>0.56165509259153623</c:v>
                </c:pt>
                <c:pt idx="48528">
                  <c:v>0.56166666666103993</c:v>
                </c:pt>
                <c:pt idx="48529">
                  <c:v>0.56167824073781958</c:v>
                </c:pt>
                <c:pt idx="48530">
                  <c:v>0.56168981481459923</c:v>
                </c:pt>
                <c:pt idx="48531">
                  <c:v>0.56170138888410293</c:v>
                </c:pt>
                <c:pt idx="48532">
                  <c:v>0.56171296296088258</c:v>
                </c:pt>
                <c:pt idx="48533">
                  <c:v>0.56172453703766223</c:v>
                </c:pt>
                <c:pt idx="48534">
                  <c:v>0.56173611110716593</c:v>
                </c:pt>
                <c:pt idx="48535">
                  <c:v>0.56174768518394558</c:v>
                </c:pt>
                <c:pt idx="48536">
                  <c:v>0.56175925925344927</c:v>
                </c:pt>
                <c:pt idx="48537">
                  <c:v>0.56177083333022892</c:v>
                </c:pt>
                <c:pt idx="48538">
                  <c:v>0.56178240740700858</c:v>
                </c:pt>
                <c:pt idx="48539">
                  <c:v>0.56179398147651227</c:v>
                </c:pt>
                <c:pt idx="48540">
                  <c:v>0.56180555555329192</c:v>
                </c:pt>
                <c:pt idx="48541">
                  <c:v>0.56181712963007158</c:v>
                </c:pt>
                <c:pt idx="48542">
                  <c:v>0.56182870369957527</c:v>
                </c:pt>
                <c:pt idx="48543">
                  <c:v>0.56184027777635492</c:v>
                </c:pt>
                <c:pt idx="48544">
                  <c:v>0.56185185185313458</c:v>
                </c:pt>
                <c:pt idx="48545">
                  <c:v>0.56186342592263827</c:v>
                </c:pt>
                <c:pt idx="48546">
                  <c:v>0.56187499999941792</c:v>
                </c:pt>
                <c:pt idx="48547">
                  <c:v>0.56188657406892162</c:v>
                </c:pt>
                <c:pt idx="48548">
                  <c:v>0.56189814814570127</c:v>
                </c:pt>
                <c:pt idx="48549">
                  <c:v>0.56190972222248092</c:v>
                </c:pt>
                <c:pt idx="48550">
                  <c:v>0.56192129629198462</c:v>
                </c:pt>
                <c:pt idx="48551">
                  <c:v>0.56193287036876427</c:v>
                </c:pt>
                <c:pt idx="48552">
                  <c:v>0.56194444444554392</c:v>
                </c:pt>
                <c:pt idx="48553">
                  <c:v>0.56195601851504762</c:v>
                </c:pt>
                <c:pt idx="48554">
                  <c:v>0.56196759259182727</c:v>
                </c:pt>
                <c:pt idx="48555">
                  <c:v>0.56197916666133096</c:v>
                </c:pt>
                <c:pt idx="48556">
                  <c:v>0.56199074073811062</c:v>
                </c:pt>
                <c:pt idx="48557">
                  <c:v>0.56200231481489027</c:v>
                </c:pt>
                <c:pt idx="48558">
                  <c:v>0.56201388888439396</c:v>
                </c:pt>
                <c:pt idx="48559">
                  <c:v>0.56202546296117362</c:v>
                </c:pt>
                <c:pt idx="48560">
                  <c:v>0.56203703703795327</c:v>
                </c:pt>
                <c:pt idx="48561">
                  <c:v>0.56204861110745696</c:v>
                </c:pt>
                <c:pt idx="48562">
                  <c:v>0.56206018518423662</c:v>
                </c:pt>
                <c:pt idx="48563">
                  <c:v>0.56207175925374031</c:v>
                </c:pt>
                <c:pt idx="48564">
                  <c:v>0.56208333333051996</c:v>
                </c:pt>
                <c:pt idx="48565">
                  <c:v>0.56209490740729962</c:v>
                </c:pt>
                <c:pt idx="48566">
                  <c:v>0.56210648147680331</c:v>
                </c:pt>
                <c:pt idx="48567">
                  <c:v>0.56211805555358296</c:v>
                </c:pt>
                <c:pt idx="48568">
                  <c:v>0.56212962963036261</c:v>
                </c:pt>
                <c:pt idx="48569">
                  <c:v>0.56214120369986631</c:v>
                </c:pt>
                <c:pt idx="48570">
                  <c:v>0.56215277777664596</c:v>
                </c:pt>
                <c:pt idx="48571">
                  <c:v>0.56216435184614966</c:v>
                </c:pt>
                <c:pt idx="48572">
                  <c:v>0.56217592592292931</c:v>
                </c:pt>
                <c:pt idx="48573">
                  <c:v>0.56218749999970896</c:v>
                </c:pt>
                <c:pt idx="48574">
                  <c:v>0.56219907406921266</c:v>
                </c:pt>
                <c:pt idx="48575">
                  <c:v>0.56221064814599231</c:v>
                </c:pt>
                <c:pt idx="48576">
                  <c:v>0.56222222222277196</c:v>
                </c:pt>
                <c:pt idx="48577">
                  <c:v>0.56223379629227566</c:v>
                </c:pt>
                <c:pt idx="48578">
                  <c:v>0.56224537036905531</c:v>
                </c:pt>
                <c:pt idx="48579">
                  <c:v>0.562256944438559</c:v>
                </c:pt>
                <c:pt idx="48580">
                  <c:v>0.56226851851533866</c:v>
                </c:pt>
                <c:pt idx="48581">
                  <c:v>0.56228009259211831</c:v>
                </c:pt>
                <c:pt idx="48582">
                  <c:v>0.562291666661622</c:v>
                </c:pt>
                <c:pt idx="48583">
                  <c:v>0.56230324073840166</c:v>
                </c:pt>
                <c:pt idx="48584">
                  <c:v>0.56231481481518131</c:v>
                </c:pt>
                <c:pt idx="48585">
                  <c:v>0.562326388884685</c:v>
                </c:pt>
                <c:pt idx="48586">
                  <c:v>0.56233796296146465</c:v>
                </c:pt>
                <c:pt idx="48587">
                  <c:v>0.56234953703824431</c:v>
                </c:pt>
                <c:pt idx="48588">
                  <c:v>0.562361111107748</c:v>
                </c:pt>
                <c:pt idx="48589">
                  <c:v>0.56237268518452765</c:v>
                </c:pt>
                <c:pt idx="48590">
                  <c:v>0.56238425925403135</c:v>
                </c:pt>
                <c:pt idx="48591">
                  <c:v>0.562395833330811</c:v>
                </c:pt>
                <c:pt idx="48592">
                  <c:v>0.56240740740759065</c:v>
                </c:pt>
                <c:pt idx="48593">
                  <c:v>0.56241898147709435</c:v>
                </c:pt>
                <c:pt idx="48594">
                  <c:v>0.562430555553874</c:v>
                </c:pt>
                <c:pt idx="48595">
                  <c:v>0.56244212963065365</c:v>
                </c:pt>
                <c:pt idx="48596">
                  <c:v>0.56245370370015735</c:v>
                </c:pt>
                <c:pt idx="48597">
                  <c:v>0.562465277776937</c:v>
                </c:pt>
                <c:pt idx="48598">
                  <c:v>0.5624768518464407</c:v>
                </c:pt>
                <c:pt idx="48599">
                  <c:v>0.56248842592322035</c:v>
                </c:pt>
                <c:pt idx="48600">
                  <c:v>0.5625</c:v>
                </c:pt>
                <c:pt idx="48601">
                  <c:v>0.56251157406950369</c:v>
                </c:pt>
                <c:pt idx="48602">
                  <c:v>0.56252314814628335</c:v>
                </c:pt>
                <c:pt idx="48603">
                  <c:v>0.562534722223063</c:v>
                </c:pt>
                <c:pt idx="48604">
                  <c:v>0.56254629629256669</c:v>
                </c:pt>
                <c:pt idx="48605">
                  <c:v>0.56255787036934635</c:v>
                </c:pt>
                <c:pt idx="48606">
                  <c:v>0.56256944443885004</c:v>
                </c:pt>
                <c:pt idx="48607">
                  <c:v>0.56258101851562969</c:v>
                </c:pt>
                <c:pt idx="48608">
                  <c:v>0.56259259259240935</c:v>
                </c:pt>
                <c:pt idx="48609">
                  <c:v>0.56260416666191304</c:v>
                </c:pt>
                <c:pt idx="48610">
                  <c:v>0.56261574073869269</c:v>
                </c:pt>
                <c:pt idx="48611">
                  <c:v>0.56262731481547235</c:v>
                </c:pt>
                <c:pt idx="48612">
                  <c:v>0.56263888888497604</c:v>
                </c:pt>
                <c:pt idx="48613">
                  <c:v>0.56265046296175569</c:v>
                </c:pt>
                <c:pt idx="48614">
                  <c:v>0.56266203703125939</c:v>
                </c:pt>
                <c:pt idx="48615">
                  <c:v>0.56267361110803904</c:v>
                </c:pt>
                <c:pt idx="48616">
                  <c:v>0.56268518518481869</c:v>
                </c:pt>
                <c:pt idx="48617">
                  <c:v>0.56269675925432239</c:v>
                </c:pt>
                <c:pt idx="48618">
                  <c:v>0.56270833333110204</c:v>
                </c:pt>
                <c:pt idx="48619">
                  <c:v>0.56271990740788169</c:v>
                </c:pt>
                <c:pt idx="48620">
                  <c:v>0.56273148147738539</c:v>
                </c:pt>
                <c:pt idx="48621">
                  <c:v>0.56274305555416504</c:v>
                </c:pt>
                <c:pt idx="48622">
                  <c:v>0.56275462963094469</c:v>
                </c:pt>
                <c:pt idx="48623">
                  <c:v>0.56276620370044839</c:v>
                </c:pt>
                <c:pt idx="48624">
                  <c:v>0.56277777777722804</c:v>
                </c:pt>
                <c:pt idx="48625">
                  <c:v>0.56278935184673173</c:v>
                </c:pt>
                <c:pt idx="48626">
                  <c:v>0.56280092592351139</c:v>
                </c:pt>
                <c:pt idx="48627">
                  <c:v>0.56281250000029104</c:v>
                </c:pt>
                <c:pt idx="48628">
                  <c:v>0.56282407406979473</c:v>
                </c:pt>
                <c:pt idx="48629">
                  <c:v>0.56283564814657439</c:v>
                </c:pt>
                <c:pt idx="48630">
                  <c:v>0.56284722222335404</c:v>
                </c:pt>
                <c:pt idx="48631">
                  <c:v>0.56285879629285773</c:v>
                </c:pt>
                <c:pt idx="48632">
                  <c:v>0.56287037036963739</c:v>
                </c:pt>
                <c:pt idx="48633">
                  <c:v>0.56288194443914108</c:v>
                </c:pt>
                <c:pt idx="48634">
                  <c:v>0.56289351851592073</c:v>
                </c:pt>
                <c:pt idx="48635">
                  <c:v>0.56290509259270038</c:v>
                </c:pt>
                <c:pt idx="48636">
                  <c:v>0.56291666666220408</c:v>
                </c:pt>
                <c:pt idx="48637">
                  <c:v>0.56292824073898373</c:v>
                </c:pt>
                <c:pt idx="48638">
                  <c:v>0.56293981481576338</c:v>
                </c:pt>
                <c:pt idx="48639">
                  <c:v>0.56295138888526708</c:v>
                </c:pt>
                <c:pt idx="48640">
                  <c:v>0.56296296296204673</c:v>
                </c:pt>
                <c:pt idx="48641">
                  <c:v>0.56297453703155043</c:v>
                </c:pt>
                <c:pt idx="48642">
                  <c:v>0.56298611110833008</c:v>
                </c:pt>
                <c:pt idx="48643">
                  <c:v>0.56299768518510973</c:v>
                </c:pt>
                <c:pt idx="48644">
                  <c:v>0.56300925925461343</c:v>
                </c:pt>
                <c:pt idx="48645">
                  <c:v>0.56302083333139308</c:v>
                </c:pt>
                <c:pt idx="48646">
                  <c:v>0.56303240740817273</c:v>
                </c:pt>
                <c:pt idx="48647">
                  <c:v>0.56304398147767643</c:v>
                </c:pt>
                <c:pt idx="48648">
                  <c:v>0.56305555555445608</c:v>
                </c:pt>
                <c:pt idx="48649">
                  <c:v>0.56306712962395977</c:v>
                </c:pt>
                <c:pt idx="48650">
                  <c:v>0.56307870370073942</c:v>
                </c:pt>
                <c:pt idx="48651">
                  <c:v>0.56309027777751908</c:v>
                </c:pt>
                <c:pt idx="48652">
                  <c:v>0.56310185184702277</c:v>
                </c:pt>
                <c:pt idx="48653">
                  <c:v>0.56311342592380242</c:v>
                </c:pt>
                <c:pt idx="48654">
                  <c:v>0.56312500000058208</c:v>
                </c:pt>
                <c:pt idx="48655">
                  <c:v>0.56313657407008577</c:v>
                </c:pt>
                <c:pt idx="48656">
                  <c:v>0.56314814814686542</c:v>
                </c:pt>
                <c:pt idx="48657">
                  <c:v>0.56315972221636912</c:v>
                </c:pt>
                <c:pt idx="48658">
                  <c:v>0.56317129629314877</c:v>
                </c:pt>
                <c:pt idx="48659">
                  <c:v>0.56318287036992842</c:v>
                </c:pt>
                <c:pt idx="48660">
                  <c:v>0.56319444443943212</c:v>
                </c:pt>
                <c:pt idx="48661">
                  <c:v>0.56320601851621177</c:v>
                </c:pt>
                <c:pt idx="48662">
                  <c:v>0.56321759259299142</c:v>
                </c:pt>
                <c:pt idx="48663">
                  <c:v>0.56322916666249512</c:v>
                </c:pt>
                <c:pt idx="48664">
                  <c:v>0.56324074073927477</c:v>
                </c:pt>
                <c:pt idx="48665">
                  <c:v>0.56325231481605442</c:v>
                </c:pt>
                <c:pt idx="48666">
                  <c:v>0.56326388888555812</c:v>
                </c:pt>
                <c:pt idx="48667">
                  <c:v>0.56327546296233777</c:v>
                </c:pt>
                <c:pt idx="48668">
                  <c:v>0.56328703703184146</c:v>
                </c:pt>
                <c:pt idx="48669">
                  <c:v>0.56329861110862112</c:v>
                </c:pt>
                <c:pt idx="48670">
                  <c:v>0.56331018518540077</c:v>
                </c:pt>
                <c:pt idx="48671">
                  <c:v>0.56332175925490446</c:v>
                </c:pt>
                <c:pt idx="48672">
                  <c:v>0.56333333333168412</c:v>
                </c:pt>
                <c:pt idx="48673">
                  <c:v>0.56334490740846377</c:v>
                </c:pt>
                <c:pt idx="48674">
                  <c:v>0.56335648147796746</c:v>
                </c:pt>
                <c:pt idx="48675">
                  <c:v>0.56336805555474712</c:v>
                </c:pt>
                <c:pt idx="48676">
                  <c:v>0.56337962962425081</c:v>
                </c:pt>
                <c:pt idx="48677">
                  <c:v>0.56339120370103046</c:v>
                </c:pt>
                <c:pt idx="48678">
                  <c:v>0.56340277777781012</c:v>
                </c:pt>
                <c:pt idx="48679">
                  <c:v>0.56341435184731381</c:v>
                </c:pt>
                <c:pt idx="48680">
                  <c:v>0.56342592592409346</c:v>
                </c:pt>
                <c:pt idx="48681">
                  <c:v>0.56343750000087311</c:v>
                </c:pt>
                <c:pt idx="48682">
                  <c:v>0.56344907407037681</c:v>
                </c:pt>
                <c:pt idx="48683">
                  <c:v>0.56346064814715646</c:v>
                </c:pt>
                <c:pt idx="48684">
                  <c:v>0.56347222221666016</c:v>
                </c:pt>
                <c:pt idx="48685">
                  <c:v>0.56348379629343981</c:v>
                </c:pt>
                <c:pt idx="48686">
                  <c:v>0.56349537037021946</c:v>
                </c:pt>
                <c:pt idx="48687">
                  <c:v>0.56350694443972316</c:v>
                </c:pt>
                <c:pt idx="48688">
                  <c:v>0.56351851851650281</c:v>
                </c:pt>
                <c:pt idx="48689">
                  <c:v>0.56353009259328246</c:v>
                </c:pt>
                <c:pt idx="48690">
                  <c:v>0.56354166666278616</c:v>
                </c:pt>
                <c:pt idx="48691">
                  <c:v>0.56355324073956581</c:v>
                </c:pt>
                <c:pt idx="48692">
                  <c:v>0.5635648148090695</c:v>
                </c:pt>
                <c:pt idx="48693">
                  <c:v>0.56357638888584916</c:v>
                </c:pt>
                <c:pt idx="48694">
                  <c:v>0.56358796296262881</c:v>
                </c:pt>
                <c:pt idx="48695">
                  <c:v>0.5635995370321325</c:v>
                </c:pt>
                <c:pt idx="48696">
                  <c:v>0.56361111110891216</c:v>
                </c:pt>
                <c:pt idx="48697">
                  <c:v>0.56362268518569181</c:v>
                </c:pt>
                <c:pt idx="48698">
                  <c:v>0.5636342592551955</c:v>
                </c:pt>
                <c:pt idx="48699">
                  <c:v>0.56364583333197515</c:v>
                </c:pt>
                <c:pt idx="48700">
                  <c:v>0.56365740740147885</c:v>
                </c:pt>
                <c:pt idx="48701">
                  <c:v>0.5636689814782585</c:v>
                </c:pt>
                <c:pt idx="48702">
                  <c:v>0.56368055555503815</c:v>
                </c:pt>
                <c:pt idx="48703">
                  <c:v>0.56369212962454185</c:v>
                </c:pt>
                <c:pt idx="48704">
                  <c:v>0.5637037037013215</c:v>
                </c:pt>
                <c:pt idx="48705">
                  <c:v>0.56371527777810115</c:v>
                </c:pt>
                <c:pt idx="48706">
                  <c:v>0.56372685184760485</c:v>
                </c:pt>
                <c:pt idx="48707">
                  <c:v>0.5637384259243845</c:v>
                </c:pt>
                <c:pt idx="48708">
                  <c:v>0.56375000000116415</c:v>
                </c:pt>
                <c:pt idx="48709">
                  <c:v>0.56376157407066785</c:v>
                </c:pt>
                <c:pt idx="48710">
                  <c:v>0.5637731481474475</c:v>
                </c:pt>
                <c:pt idx="48711">
                  <c:v>0.5637847222169512</c:v>
                </c:pt>
                <c:pt idx="48712">
                  <c:v>0.56379629629373085</c:v>
                </c:pt>
                <c:pt idx="48713">
                  <c:v>0.5638078703705105</c:v>
                </c:pt>
                <c:pt idx="48714">
                  <c:v>0.56381944444001419</c:v>
                </c:pt>
                <c:pt idx="48715">
                  <c:v>0.56383101851679385</c:v>
                </c:pt>
                <c:pt idx="48716">
                  <c:v>0.5638425925935735</c:v>
                </c:pt>
                <c:pt idx="48717">
                  <c:v>0.56385416666307719</c:v>
                </c:pt>
                <c:pt idx="48718">
                  <c:v>0.56386574073985685</c:v>
                </c:pt>
                <c:pt idx="48719">
                  <c:v>0.56387731480936054</c:v>
                </c:pt>
                <c:pt idx="48720">
                  <c:v>0.56388888888614019</c:v>
                </c:pt>
                <c:pt idx="48721">
                  <c:v>0.56390046296291985</c:v>
                </c:pt>
                <c:pt idx="48722">
                  <c:v>0.56391203703242354</c:v>
                </c:pt>
                <c:pt idx="48723">
                  <c:v>0.56392361110920319</c:v>
                </c:pt>
                <c:pt idx="48724">
                  <c:v>0.56393518518598285</c:v>
                </c:pt>
                <c:pt idx="48725">
                  <c:v>0.56394675925548654</c:v>
                </c:pt>
                <c:pt idx="48726">
                  <c:v>0.56395833333226619</c:v>
                </c:pt>
                <c:pt idx="48727">
                  <c:v>0.56396990740176989</c:v>
                </c:pt>
                <c:pt idx="48728">
                  <c:v>0.56398148147854954</c:v>
                </c:pt>
                <c:pt idx="48729">
                  <c:v>0.56399305555532919</c:v>
                </c:pt>
                <c:pt idx="48730">
                  <c:v>0.56400462962483289</c:v>
                </c:pt>
                <c:pt idx="48731">
                  <c:v>0.56401620370161254</c:v>
                </c:pt>
                <c:pt idx="48732">
                  <c:v>0.56402777777839219</c:v>
                </c:pt>
                <c:pt idx="48733">
                  <c:v>0.56403935184789589</c:v>
                </c:pt>
                <c:pt idx="48734">
                  <c:v>0.56405092592467554</c:v>
                </c:pt>
                <c:pt idx="48735">
                  <c:v>0.56406249999417923</c:v>
                </c:pt>
                <c:pt idx="48736">
                  <c:v>0.56407407407095889</c:v>
                </c:pt>
                <c:pt idx="48737">
                  <c:v>0.56408564814773854</c:v>
                </c:pt>
                <c:pt idx="48738">
                  <c:v>0.56409722221724223</c:v>
                </c:pt>
                <c:pt idx="48739">
                  <c:v>0.56410879629402189</c:v>
                </c:pt>
                <c:pt idx="48740">
                  <c:v>0.56412037037080154</c:v>
                </c:pt>
                <c:pt idx="48741">
                  <c:v>0.56413194444030523</c:v>
                </c:pt>
                <c:pt idx="48742">
                  <c:v>0.56414351851708489</c:v>
                </c:pt>
                <c:pt idx="48743">
                  <c:v>0.56415509259386454</c:v>
                </c:pt>
                <c:pt idx="48744">
                  <c:v>0.56416666666336823</c:v>
                </c:pt>
                <c:pt idx="48745">
                  <c:v>0.56417824074014788</c:v>
                </c:pt>
                <c:pt idx="48746">
                  <c:v>0.56418981480965158</c:v>
                </c:pt>
                <c:pt idx="48747">
                  <c:v>0.56420138888643123</c:v>
                </c:pt>
                <c:pt idx="48748">
                  <c:v>0.56421296296321088</c:v>
                </c:pt>
                <c:pt idx="48749">
                  <c:v>0.56422453703271458</c:v>
                </c:pt>
                <c:pt idx="48750">
                  <c:v>0.56423611110949423</c:v>
                </c:pt>
                <c:pt idx="48751">
                  <c:v>0.56424768518627388</c:v>
                </c:pt>
                <c:pt idx="48752">
                  <c:v>0.56425925925577758</c:v>
                </c:pt>
                <c:pt idx="48753">
                  <c:v>0.56427083333255723</c:v>
                </c:pt>
                <c:pt idx="48754">
                  <c:v>0.56428240740206093</c:v>
                </c:pt>
                <c:pt idx="48755">
                  <c:v>0.56429398147884058</c:v>
                </c:pt>
                <c:pt idx="48756">
                  <c:v>0.56430555555562023</c:v>
                </c:pt>
                <c:pt idx="48757">
                  <c:v>0.56431712962512393</c:v>
                </c:pt>
                <c:pt idx="48758">
                  <c:v>0.56432870370190358</c:v>
                </c:pt>
                <c:pt idx="48759">
                  <c:v>0.56434027777868323</c:v>
                </c:pt>
                <c:pt idx="48760">
                  <c:v>0.56435185184818693</c:v>
                </c:pt>
                <c:pt idx="48761">
                  <c:v>0.56436342592496658</c:v>
                </c:pt>
                <c:pt idx="48762">
                  <c:v>0.56437499999447027</c:v>
                </c:pt>
                <c:pt idx="48763">
                  <c:v>0.56438657407124992</c:v>
                </c:pt>
                <c:pt idx="48764">
                  <c:v>0.56439814814802958</c:v>
                </c:pt>
                <c:pt idx="48765">
                  <c:v>0.56440972221753327</c:v>
                </c:pt>
                <c:pt idx="48766">
                  <c:v>0.56442129629431292</c:v>
                </c:pt>
                <c:pt idx="48767">
                  <c:v>0.56443287037109258</c:v>
                </c:pt>
                <c:pt idx="48768">
                  <c:v>0.56444444444059627</c:v>
                </c:pt>
                <c:pt idx="48769">
                  <c:v>0.56445601851737592</c:v>
                </c:pt>
                <c:pt idx="48770">
                  <c:v>0.56446759258687962</c:v>
                </c:pt>
                <c:pt idx="48771">
                  <c:v>0.56447916666365927</c:v>
                </c:pt>
                <c:pt idx="48772">
                  <c:v>0.56449074074043892</c:v>
                </c:pt>
                <c:pt idx="48773">
                  <c:v>0.56450231480994262</c:v>
                </c:pt>
                <c:pt idx="48774">
                  <c:v>0.56451388888672227</c:v>
                </c:pt>
                <c:pt idx="48775">
                  <c:v>0.56452546296350192</c:v>
                </c:pt>
                <c:pt idx="48776">
                  <c:v>0.56453703703300562</c:v>
                </c:pt>
                <c:pt idx="48777">
                  <c:v>0.56454861110978527</c:v>
                </c:pt>
                <c:pt idx="48778">
                  <c:v>0.56456018517928896</c:v>
                </c:pt>
                <c:pt idx="48779">
                  <c:v>0.56457175925606862</c:v>
                </c:pt>
                <c:pt idx="48780">
                  <c:v>0.56458333333284827</c:v>
                </c:pt>
                <c:pt idx="48781">
                  <c:v>0.56459490740235196</c:v>
                </c:pt>
                <c:pt idx="48782">
                  <c:v>0.56460648147913162</c:v>
                </c:pt>
                <c:pt idx="48783">
                  <c:v>0.56461805555591127</c:v>
                </c:pt>
                <c:pt idx="48784">
                  <c:v>0.56462962962541496</c:v>
                </c:pt>
                <c:pt idx="48785">
                  <c:v>0.56464120370219462</c:v>
                </c:pt>
                <c:pt idx="48786">
                  <c:v>0.56465277777897427</c:v>
                </c:pt>
                <c:pt idx="48787">
                  <c:v>0.56466435184847796</c:v>
                </c:pt>
                <c:pt idx="48788">
                  <c:v>0.56467592592525762</c:v>
                </c:pt>
                <c:pt idx="48789">
                  <c:v>0.56468749999476131</c:v>
                </c:pt>
                <c:pt idx="48790">
                  <c:v>0.56469907407154096</c:v>
                </c:pt>
                <c:pt idx="48791">
                  <c:v>0.56471064814832062</c:v>
                </c:pt>
                <c:pt idx="48792">
                  <c:v>0.56472222221782431</c:v>
                </c:pt>
                <c:pt idx="48793">
                  <c:v>0.56473379629460396</c:v>
                </c:pt>
                <c:pt idx="48794">
                  <c:v>0.56474537037138361</c:v>
                </c:pt>
                <c:pt idx="48795">
                  <c:v>0.56475694444088731</c:v>
                </c:pt>
                <c:pt idx="48796">
                  <c:v>0.56476851851766696</c:v>
                </c:pt>
                <c:pt idx="48797">
                  <c:v>0.56478009258717066</c:v>
                </c:pt>
                <c:pt idx="48798">
                  <c:v>0.56479166666395031</c:v>
                </c:pt>
                <c:pt idx="48799">
                  <c:v>0.56480324074072996</c:v>
                </c:pt>
                <c:pt idx="48800">
                  <c:v>0.56481481481023366</c:v>
                </c:pt>
                <c:pt idx="48801">
                  <c:v>0.56482638888701331</c:v>
                </c:pt>
                <c:pt idx="48802">
                  <c:v>0.56483796296379296</c:v>
                </c:pt>
                <c:pt idx="48803">
                  <c:v>0.56484953703329666</c:v>
                </c:pt>
                <c:pt idx="48804">
                  <c:v>0.56486111111007631</c:v>
                </c:pt>
                <c:pt idx="48805">
                  <c:v>0.56487268517958</c:v>
                </c:pt>
                <c:pt idx="48806">
                  <c:v>0.56488425925635966</c:v>
                </c:pt>
                <c:pt idx="48807">
                  <c:v>0.56489583333313931</c:v>
                </c:pt>
                <c:pt idx="48808">
                  <c:v>0.564907407402643</c:v>
                </c:pt>
                <c:pt idx="48809">
                  <c:v>0.56491898147942265</c:v>
                </c:pt>
                <c:pt idx="48810">
                  <c:v>0.56493055555620231</c:v>
                </c:pt>
                <c:pt idx="48811">
                  <c:v>0.564942129625706</c:v>
                </c:pt>
                <c:pt idx="48812">
                  <c:v>0.56495370370248565</c:v>
                </c:pt>
                <c:pt idx="48813">
                  <c:v>0.56496527777198935</c:v>
                </c:pt>
                <c:pt idx="48814">
                  <c:v>0.564976851848769</c:v>
                </c:pt>
                <c:pt idx="48815">
                  <c:v>0.56498842592554865</c:v>
                </c:pt>
                <c:pt idx="48816">
                  <c:v>0.56499999999505235</c:v>
                </c:pt>
                <c:pt idx="48817">
                  <c:v>0.565011574071832</c:v>
                </c:pt>
                <c:pt idx="48818">
                  <c:v>0.56502314814861165</c:v>
                </c:pt>
                <c:pt idx="48819">
                  <c:v>0.56503472221811535</c:v>
                </c:pt>
                <c:pt idx="48820">
                  <c:v>0.565046296294895</c:v>
                </c:pt>
                <c:pt idx="48821">
                  <c:v>0.56505787037167465</c:v>
                </c:pt>
                <c:pt idx="48822">
                  <c:v>0.56506944444117835</c:v>
                </c:pt>
                <c:pt idx="48823">
                  <c:v>0.565081018517958</c:v>
                </c:pt>
                <c:pt idx="48824">
                  <c:v>0.5650925925874617</c:v>
                </c:pt>
                <c:pt idx="48825">
                  <c:v>0.56510416666424135</c:v>
                </c:pt>
                <c:pt idx="48826">
                  <c:v>0.565115740741021</c:v>
                </c:pt>
                <c:pt idx="48827">
                  <c:v>0.56512731481052469</c:v>
                </c:pt>
                <c:pt idx="48828">
                  <c:v>0.56513888888730435</c:v>
                </c:pt>
                <c:pt idx="48829">
                  <c:v>0.565150462964084</c:v>
                </c:pt>
                <c:pt idx="48830">
                  <c:v>0.56516203703358769</c:v>
                </c:pt>
                <c:pt idx="48831">
                  <c:v>0.56517361111036735</c:v>
                </c:pt>
                <c:pt idx="48832">
                  <c:v>0.56518518517987104</c:v>
                </c:pt>
                <c:pt idx="48833">
                  <c:v>0.56519675925665069</c:v>
                </c:pt>
                <c:pt idx="48834">
                  <c:v>0.56520833333343035</c:v>
                </c:pt>
                <c:pt idx="48835">
                  <c:v>0.56521990740293404</c:v>
                </c:pt>
                <c:pt idx="48836">
                  <c:v>0.56523148147971369</c:v>
                </c:pt>
                <c:pt idx="48837">
                  <c:v>0.56524305555649335</c:v>
                </c:pt>
                <c:pt idx="48838">
                  <c:v>0.56525462962599704</c:v>
                </c:pt>
                <c:pt idx="48839">
                  <c:v>0.56526620370277669</c:v>
                </c:pt>
                <c:pt idx="48840">
                  <c:v>0.56527777777228039</c:v>
                </c:pt>
                <c:pt idx="48841">
                  <c:v>0.56528935184906004</c:v>
                </c:pt>
                <c:pt idx="48842">
                  <c:v>0.56530092592583969</c:v>
                </c:pt>
                <c:pt idx="48843">
                  <c:v>0.56531249999534339</c:v>
                </c:pt>
                <c:pt idx="48844">
                  <c:v>0.56532407407212304</c:v>
                </c:pt>
                <c:pt idx="48845">
                  <c:v>0.56533564814890269</c:v>
                </c:pt>
                <c:pt idx="48846">
                  <c:v>0.56534722221840639</c:v>
                </c:pt>
                <c:pt idx="48847">
                  <c:v>0.56535879629518604</c:v>
                </c:pt>
                <c:pt idx="48848">
                  <c:v>0.56537037036468973</c:v>
                </c:pt>
                <c:pt idx="48849">
                  <c:v>0.56538194444146939</c:v>
                </c:pt>
                <c:pt idx="48850">
                  <c:v>0.56539351851824904</c:v>
                </c:pt>
                <c:pt idx="48851">
                  <c:v>0.56540509258775273</c:v>
                </c:pt>
                <c:pt idx="48852">
                  <c:v>0.56541666666453239</c:v>
                </c:pt>
                <c:pt idx="48853">
                  <c:v>0.56542824074131204</c:v>
                </c:pt>
                <c:pt idx="48854">
                  <c:v>0.56543981481081573</c:v>
                </c:pt>
                <c:pt idx="48855">
                  <c:v>0.56545138888759539</c:v>
                </c:pt>
                <c:pt idx="48856">
                  <c:v>0.56546296295709908</c:v>
                </c:pt>
                <c:pt idx="48857">
                  <c:v>0.56547453703387873</c:v>
                </c:pt>
                <c:pt idx="48858">
                  <c:v>0.56548611111065838</c:v>
                </c:pt>
                <c:pt idx="48859">
                  <c:v>0.56549768518016208</c:v>
                </c:pt>
                <c:pt idx="48860">
                  <c:v>0.56550925925694173</c:v>
                </c:pt>
                <c:pt idx="48861">
                  <c:v>0.56552083333372138</c:v>
                </c:pt>
                <c:pt idx="48862">
                  <c:v>0.56553240740322508</c:v>
                </c:pt>
                <c:pt idx="48863">
                  <c:v>0.56554398148000473</c:v>
                </c:pt>
                <c:pt idx="48864">
                  <c:v>0.56555555555678438</c:v>
                </c:pt>
                <c:pt idx="48865">
                  <c:v>0.56556712962628808</c:v>
                </c:pt>
                <c:pt idx="48866">
                  <c:v>0.56557870370306773</c:v>
                </c:pt>
                <c:pt idx="48867">
                  <c:v>0.56559027777257143</c:v>
                </c:pt>
                <c:pt idx="48868">
                  <c:v>0.56560185184935108</c:v>
                </c:pt>
                <c:pt idx="48869">
                  <c:v>0.56561342592613073</c:v>
                </c:pt>
                <c:pt idx="48870">
                  <c:v>0.56562499999563443</c:v>
                </c:pt>
                <c:pt idx="48871">
                  <c:v>0.56563657407241408</c:v>
                </c:pt>
                <c:pt idx="48872">
                  <c:v>0.56564814814919373</c:v>
                </c:pt>
                <c:pt idx="48873">
                  <c:v>0.56565972221869742</c:v>
                </c:pt>
                <c:pt idx="48874">
                  <c:v>0.56567129629547708</c:v>
                </c:pt>
                <c:pt idx="48875">
                  <c:v>0.56568287036498077</c:v>
                </c:pt>
                <c:pt idx="48876">
                  <c:v>0.56569444444176042</c:v>
                </c:pt>
                <c:pt idx="48877">
                  <c:v>0.56570601851854008</c:v>
                </c:pt>
                <c:pt idx="48878">
                  <c:v>0.56571759258804377</c:v>
                </c:pt>
                <c:pt idx="48879">
                  <c:v>0.56572916666482342</c:v>
                </c:pt>
                <c:pt idx="48880">
                  <c:v>0.56574074074160308</c:v>
                </c:pt>
                <c:pt idx="48881">
                  <c:v>0.56575231481110677</c:v>
                </c:pt>
                <c:pt idx="48882">
                  <c:v>0.56576388888788642</c:v>
                </c:pt>
                <c:pt idx="48883">
                  <c:v>0.56577546295739012</c:v>
                </c:pt>
                <c:pt idx="48884">
                  <c:v>0.56578703703416977</c:v>
                </c:pt>
                <c:pt idx="48885">
                  <c:v>0.56579861111094942</c:v>
                </c:pt>
                <c:pt idx="48886">
                  <c:v>0.56581018518045312</c:v>
                </c:pt>
                <c:pt idx="48887">
                  <c:v>0.56582175925723277</c:v>
                </c:pt>
                <c:pt idx="48888">
                  <c:v>0.56583333333401242</c:v>
                </c:pt>
                <c:pt idx="48889">
                  <c:v>0.56584490740351612</c:v>
                </c:pt>
                <c:pt idx="48890">
                  <c:v>0.56585648148029577</c:v>
                </c:pt>
                <c:pt idx="48891">
                  <c:v>0.56586805554979946</c:v>
                </c:pt>
                <c:pt idx="48892">
                  <c:v>0.56587962962657912</c:v>
                </c:pt>
                <c:pt idx="48893">
                  <c:v>0.56589120370335877</c:v>
                </c:pt>
                <c:pt idx="48894">
                  <c:v>0.56590277777286246</c:v>
                </c:pt>
                <c:pt idx="48895">
                  <c:v>0.56591435184964212</c:v>
                </c:pt>
                <c:pt idx="48896">
                  <c:v>0.56592592592642177</c:v>
                </c:pt>
                <c:pt idx="48897">
                  <c:v>0.56593749999592546</c:v>
                </c:pt>
                <c:pt idx="48898">
                  <c:v>0.56594907407270512</c:v>
                </c:pt>
                <c:pt idx="48899">
                  <c:v>0.56596064814948477</c:v>
                </c:pt>
                <c:pt idx="48900">
                  <c:v>0.56597222221898846</c:v>
                </c:pt>
                <c:pt idx="48901">
                  <c:v>0.56598379629576812</c:v>
                </c:pt>
                <c:pt idx="48902">
                  <c:v>0.56599537036527181</c:v>
                </c:pt>
                <c:pt idx="48903">
                  <c:v>0.56600694444205146</c:v>
                </c:pt>
                <c:pt idx="48904">
                  <c:v>0.56601851851883112</c:v>
                </c:pt>
                <c:pt idx="48905">
                  <c:v>0.56603009258833481</c:v>
                </c:pt>
                <c:pt idx="48906">
                  <c:v>0.56604166666511446</c:v>
                </c:pt>
                <c:pt idx="48907">
                  <c:v>0.56605324074189411</c:v>
                </c:pt>
                <c:pt idx="48908">
                  <c:v>0.56606481481139781</c:v>
                </c:pt>
                <c:pt idx="48909">
                  <c:v>0.56607638888817746</c:v>
                </c:pt>
                <c:pt idx="48910">
                  <c:v>0.56608796295768116</c:v>
                </c:pt>
                <c:pt idx="48911">
                  <c:v>0.56609953703446081</c:v>
                </c:pt>
                <c:pt idx="48912">
                  <c:v>0.56611111111124046</c:v>
                </c:pt>
                <c:pt idx="48913">
                  <c:v>0.56612268518074416</c:v>
                </c:pt>
                <c:pt idx="48914">
                  <c:v>0.56613425925752381</c:v>
                </c:pt>
                <c:pt idx="48915">
                  <c:v>0.56614583333430346</c:v>
                </c:pt>
                <c:pt idx="48916">
                  <c:v>0.56615740740380716</c:v>
                </c:pt>
                <c:pt idx="48917">
                  <c:v>0.56616898148058681</c:v>
                </c:pt>
                <c:pt idx="48918">
                  <c:v>0.5661805555500905</c:v>
                </c:pt>
                <c:pt idx="48919">
                  <c:v>0.56619212962687016</c:v>
                </c:pt>
                <c:pt idx="48920">
                  <c:v>0.56620370370364981</c:v>
                </c:pt>
                <c:pt idx="48921">
                  <c:v>0.5662152777731535</c:v>
                </c:pt>
                <c:pt idx="48922">
                  <c:v>0.56622685184993315</c:v>
                </c:pt>
                <c:pt idx="48923">
                  <c:v>0.56623842592671281</c:v>
                </c:pt>
                <c:pt idx="48924">
                  <c:v>0.5662499999962165</c:v>
                </c:pt>
                <c:pt idx="48925">
                  <c:v>0.56626157407299615</c:v>
                </c:pt>
                <c:pt idx="48926">
                  <c:v>0.56627314814249985</c:v>
                </c:pt>
                <c:pt idx="48927">
                  <c:v>0.5662847222192795</c:v>
                </c:pt>
                <c:pt idx="48928">
                  <c:v>0.56629629629605915</c:v>
                </c:pt>
                <c:pt idx="48929">
                  <c:v>0.56630787036556285</c:v>
                </c:pt>
                <c:pt idx="48930">
                  <c:v>0.5663194444423425</c:v>
                </c:pt>
                <c:pt idx="48931">
                  <c:v>0.56633101851912215</c:v>
                </c:pt>
                <c:pt idx="48932">
                  <c:v>0.56634259258862585</c:v>
                </c:pt>
                <c:pt idx="48933">
                  <c:v>0.5663541666654055</c:v>
                </c:pt>
                <c:pt idx="48934">
                  <c:v>0.5663657407349092</c:v>
                </c:pt>
                <c:pt idx="48935">
                  <c:v>0.56637731481168885</c:v>
                </c:pt>
                <c:pt idx="48936">
                  <c:v>0.5663888888884685</c:v>
                </c:pt>
                <c:pt idx="48937">
                  <c:v>0.56640046295797219</c:v>
                </c:pt>
                <c:pt idx="48938">
                  <c:v>0.56641203703475185</c:v>
                </c:pt>
                <c:pt idx="48939">
                  <c:v>0.5664236111115315</c:v>
                </c:pt>
                <c:pt idx="48940">
                  <c:v>0.56643518518103519</c:v>
                </c:pt>
                <c:pt idx="48941">
                  <c:v>0.56644675925781485</c:v>
                </c:pt>
                <c:pt idx="48942">
                  <c:v>0.5664583333345945</c:v>
                </c:pt>
                <c:pt idx="48943">
                  <c:v>0.56646990740409819</c:v>
                </c:pt>
                <c:pt idx="48944">
                  <c:v>0.56648148148087785</c:v>
                </c:pt>
                <c:pt idx="48945">
                  <c:v>0.56649305555038154</c:v>
                </c:pt>
                <c:pt idx="48946">
                  <c:v>0.56650462962716119</c:v>
                </c:pt>
                <c:pt idx="48947">
                  <c:v>0.56651620370394085</c:v>
                </c:pt>
                <c:pt idx="48948">
                  <c:v>0.56652777777344454</c:v>
                </c:pt>
                <c:pt idx="48949">
                  <c:v>0.56653935185022419</c:v>
                </c:pt>
                <c:pt idx="48950">
                  <c:v>0.56655092592700385</c:v>
                </c:pt>
                <c:pt idx="48951">
                  <c:v>0.56656249999650754</c:v>
                </c:pt>
                <c:pt idx="48952">
                  <c:v>0.56657407407328719</c:v>
                </c:pt>
                <c:pt idx="48953">
                  <c:v>0.56658564814279089</c:v>
                </c:pt>
                <c:pt idx="48954">
                  <c:v>0.56659722221957054</c:v>
                </c:pt>
                <c:pt idx="48955">
                  <c:v>0.56660879629635019</c:v>
                </c:pt>
                <c:pt idx="48956">
                  <c:v>0.56662037036585389</c:v>
                </c:pt>
                <c:pt idx="48957">
                  <c:v>0.56663194444263354</c:v>
                </c:pt>
                <c:pt idx="48958">
                  <c:v>0.56664351851941319</c:v>
                </c:pt>
                <c:pt idx="48959">
                  <c:v>0.56665509258891689</c:v>
                </c:pt>
                <c:pt idx="48960">
                  <c:v>0.56666666666569654</c:v>
                </c:pt>
                <c:pt idx="48961">
                  <c:v>0.56667824073520023</c:v>
                </c:pt>
                <c:pt idx="48962">
                  <c:v>0.56668981481197989</c:v>
                </c:pt>
                <c:pt idx="48963">
                  <c:v>0.56670138888875954</c:v>
                </c:pt>
                <c:pt idx="48964">
                  <c:v>0.56671296295826323</c:v>
                </c:pt>
                <c:pt idx="48965">
                  <c:v>0.56672453703504289</c:v>
                </c:pt>
                <c:pt idx="48966">
                  <c:v>0.56673611111182254</c:v>
                </c:pt>
                <c:pt idx="48967">
                  <c:v>0.56674768518132623</c:v>
                </c:pt>
                <c:pt idx="48968">
                  <c:v>0.56675925925810589</c:v>
                </c:pt>
                <c:pt idx="48969">
                  <c:v>0.56677083332760958</c:v>
                </c:pt>
                <c:pt idx="48970">
                  <c:v>0.56678240740438923</c:v>
                </c:pt>
                <c:pt idx="48971">
                  <c:v>0.56679398148116888</c:v>
                </c:pt>
                <c:pt idx="48972">
                  <c:v>0.56680555555067258</c:v>
                </c:pt>
                <c:pt idx="48973">
                  <c:v>0.56681712962745223</c:v>
                </c:pt>
                <c:pt idx="48974">
                  <c:v>0.56682870370423188</c:v>
                </c:pt>
                <c:pt idx="48975">
                  <c:v>0.56684027777373558</c:v>
                </c:pt>
                <c:pt idx="48976">
                  <c:v>0.56685185185051523</c:v>
                </c:pt>
                <c:pt idx="48977">
                  <c:v>0.56686342592001893</c:v>
                </c:pt>
                <c:pt idx="48978">
                  <c:v>0.56687499999679858</c:v>
                </c:pt>
                <c:pt idx="48979">
                  <c:v>0.56688657407357823</c:v>
                </c:pt>
                <c:pt idx="48980">
                  <c:v>0.56689814814308193</c:v>
                </c:pt>
                <c:pt idx="48981">
                  <c:v>0.56690972221986158</c:v>
                </c:pt>
                <c:pt idx="48982">
                  <c:v>0.56692129629664123</c:v>
                </c:pt>
                <c:pt idx="48983">
                  <c:v>0.56693287036614493</c:v>
                </c:pt>
                <c:pt idx="48984">
                  <c:v>0.56694444444292458</c:v>
                </c:pt>
                <c:pt idx="48985">
                  <c:v>0.56695601851970423</c:v>
                </c:pt>
                <c:pt idx="48986">
                  <c:v>0.56696759258920792</c:v>
                </c:pt>
                <c:pt idx="48987">
                  <c:v>0.56697916666598758</c:v>
                </c:pt>
                <c:pt idx="48988">
                  <c:v>0.56699074073549127</c:v>
                </c:pt>
                <c:pt idx="48989">
                  <c:v>0.56700231481227092</c:v>
                </c:pt>
                <c:pt idx="48990">
                  <c:v>0.56701388888905058</c:v>
                </c:pt>
                <c:pt idx="48991">
                  <c:v>0.56702546295855427</c:v>
                </c:pt>
                <c:pt idx="48992">
                  <c:v>0.56703703703533392</c:v>
                </c:pt>
                <c:pt idx="48993">
                  <c:v>0.56704861111211358</c:v>
                </c:pt>
                <c:pt idx="48994">
                  <c:v>0.56706018518161727</c:v>
                </c:pt>
                <c:pt idx="48995">
                  <c:v>0.56707175925839692</c:v>
                </c:pt>
                <c:pt idx="48996">
                  <c:v>0.56708333332790062</c:v>
                </c:pt>
                <c:pt idx="48997">
                  <c:v>0.56709490740468027</c:v>
                </c:pt>
                <c:pt idx="48998">
                  <c:v>0.56710648148145992</c:v>
                </c:pt>
                <c:pt idx="48999">
                  <c:v>0.56711805555096362</c:v>
                </c:pt>
                <c:pt idx="49000">
                  <c:v>0.56712962962774327</c:v>
                </c:pt>
                <c:pt idx="49001">
                  <c:v>0.56714120370452292</c:v>
                </c:pt>
                <c:pt idx="49002">
                  <c:v>0.56715277777402662</c:v>
                </c:pt>
                <c:pt idx="49003">
                  <c:v>0.56716435185080627</c:v>
                </c:pt>
                <c:pt idx="49004">
                  <c:v>0.56717592592030996</c:v>
                </c:pt>
                <c:pt idx="49005">
                  <c:v>0.56718749999708962</c:v>
                </c:pt>
                <c:pt idx="49006">
                  <c:v>0.56719907407386927</c:v>
                </c:pt>
                <c:pt idx="49007">
                  <c:v>0.56721064814337296</c:v>
                </c:pt>
                <c:pt idx="49008">
                  <c:v>0.56722222222015262</c:v>
                </c:pt>
                <c:pt idx="49009">
                  <c:v>0.56723379629693227</c:v>
                </c:pt>
                <c:pt idx="49010">
                  <c:v>0.56724537036643596</c:v>
                </c:pt>
                <c:pt idx="49011">
                  <c:v>0.56725694444321562</c:v>
                </c:pt>
                <c:pt idx="49012">
                  <c:v>0.56726851851271931</c:v>
                </c:pt>
                <c:pt idx="49013">
                  <c:v>0.56728009258949896</c:v>
                </c:pt>
                <c:pt idx="49014">
                  <c:v>0.56729166666627862</c:v>
                </c:pt>
                <c:pt idx="49015">
                  <c:v>0.56730324073578231</c:v>
                </c:pt>
                <c:pt idx="49016">
                  <c:v>0.56731481481256196</c:v>
                </c:pt>
                <c:pt idx="49017">
                  <c:v>0.56732638888934162</c:v>
                </c:pt>
                <c:pt idx="49018">
                  <c:v>0.56733796295884531</c:v>
                </c:pt>
                <c:pt idx="49019">
                  <c:v>0.56734953703562496</c:v>
                </c:pt>
                <c:pt idx="49020">
                  <c:v>0.56736111111240461</c:v>
                </c:pt>
                <c:pt idx="49021">
                  <c:v>0.56737268518190831</c:v>
                </c:pt>
                <c:pt idx="49022">
                  <c:v>0.56738425925868796</c:v>
                </c:pt>
                <c:pt idx="49023">
                  <c:v>0.56739583332819166</c:v>
                </c:pt>
                <c:pt idx="49024">
                  <c:v>0.56740740740497131</c:v>
                </c:pt>
                <c:pt idx="49025">
                  <c:v>0.56741898148175096</c:v>
                </c:pt>
                <c:pt idx="49026">
                  <c:v>0.56743055555125466</c:v>
                </c:pt>
                <c:pt idx="49027">
                  <c:v>0.56744212962803431</c:v>
                </c:pt>
                <c:pt idx="49028">
                  <c:v>0.56745370370481396</c:v>
                </c:pt>
                <c:pt idx="49029">
                  <c:v>0.56746527777431766</c:v>
                </c:pt>
                <c:pt idx="49030">
                  <c:v>0.56747685185109731</c:v>
                </c:pt>
                <c:pt idx="49031">
                  <c:v>0.567488425920601</c:v>
                </c:pt>
                <c:pt idx="49032">
                  <c:v>0.56749999999738066</c:v>
                </c:pt>
                <c:pt idx="49033">
                  <c:v>0.56751157407416031</c:v>
                </c:pt>
                <c:pt idx="49034">
                  <c:v>0.567523148143664</c:v>
                </c:pt>
                <c:pt idx="49035">
                  <c:v>0.56753472222044365</c:v>
                </c:pt>
                <c:pt idx="49036">
                  <c:v>0.56754629629722331</c:v>
                </c:pt>
                <c:pt idx="49037">
                  <c:v>0.567557870366727</c:v>
                </c:pt>
                <c:pt idx="49038">
                  <c:v>0.56756944444350665</c:v>
                </c:pt>
                <c:pt idx="49039">
                  <c:v>0.56758101851301035</c:v>
                </c:pt>
                <c:pt idx="49040">
                  <c:v>0.56759259258979</c:v>
                </c:pt>
                <c:pt idx="49041">
                  <c:v>0.56760416666656965</c:v>
                </c:pt>
                <c:pt idx="49042">
                  <c:v>0.56761574073607335</c:v>
                </c:pt>
                <c:pt idx="49043">
                  <c:v>0.567627314812853</c:v>
                </c:pt>
                <c:pt idx="49044">
                  <c:v>0.56763888888963265</c:v>
                </c:pt>
                <c:pt idx="49045">
                  <c:v>0.56765046295913635</c:v>
                </c:pt>
                <c:pt idx="49046">
                  <c:v>0.567662037035916</c:v>
                </c:pt>
                <c:pt idx="49047">
                  <c:v>0.5676736111054197</c:v>
                </c:pt>
                <c:pt idx="49048">
                  <c:v>0.56768518518219935</c:v>
                </c:pt>
                <c:pt idx="49049">
                  <c:v>0.567696759258979</c:v>
                </c:pt>
                <c:pt idx="49050">
                  <c:v>0.56770833332848269</c:v>
                </c:pt>
                <c:pt idx="49051">
                  <c:v>0.56771990740526235</c:v>
                </c:pt>
                <c:pt idx="49052">
                  <c:v>0.567731481482042</c:v>
                </c:pt>
                <c:pt idx="49053">
                  <c:v>0.56774305555154569</c:v>
                </c:pt>
                <c:pt idx="49054">
                  <c:v>0.56775462962832535</c:v>
                </c:pt>
                <c:pt idx="49055">
                  <c:v>0.56776620369782904</c:v>
                </c:pt>
                <c:pt idx="49056">
                  <c:v>0.56777777777460869</c:v>
                </c:pt>
                <c:pt idx="49057">
                  <c:v>0.56778935185138835</c:v>
                </c:pt>
                <c:pt idx="49058">
                  <c:v>0.56780092592089204</c:v>
                </c:pt>
                <c:pt idx="49059">
                  <c:v>0.56781249999767169</c:v>
                </c:pt>
                <c:pt idx="49060">
                  <c:v>0.56782407407445135</c:v>
                </c:pt>
                <c:pt idx="49061">
                  <c:v>0.56783564814395504</c:v>
                </c:pt>
                <c:pt idx="49062">
                  <c:v>0.56784722222073469</c:v>
                </c:pt>
                <c:pt idx="49063">
                  <c:v>0.56785879629751435</c:v>
                </c:pt>
                <c:pt idx="49064">
                  <c:v>0.56787037036701804</c:v>
                </c:pt>
                <c:pt idx="49065">
                  <c:v>0.56788194444379769</c:v>
                </c:pt>
                <c:pt idx="49066">
                  <c:v>0.56789351851330139</c:v>
                </c:pt>
                <c:pt idx="49067">
                  <c:v>0.56790509259008104</c:v>
                </c:pt>
                <c:pt idx="49068">
                  <c:v>0.56791666666686069</c:v>
                </c:pt>
                <c:pt idx="49069">
                  <c:v>0.56792824073636439</c:v>
                </c:pt>
                <c:pt idx="49070">
                  <c:v>0.56793981481314404</c:v>
                </c:pt>
                <c:pt idx="49071">
                  <c:v>0.56795138888992369</c:v>
                </c:pt>
                <c:pt idx="49072">
                  <c:v>0.56796296295942739</c:v>
                </c:pt>
                <c:pt idx="49073">
                  <c:v>0.56797453703620704</c:v>
                </c:pt>
                <c:pt idx="49074">
                  <c:v>0.56798611110571073</c:v>
                </c:pt>
                <c:pt idx="49075">
                  <c:v>0.56799768518249039</c:v>
                </c:pt>
                <c:pt idx="49076">
                  <c:v>0.56800925925927004</c:v>
                </c:pt>
                <c:pt idx="49077">
                  <c:v>0.56802083332877373</c:v>
                </c:pt>
                <c:pt idx="49078">
                  <c:v>0.56803240740555339</c:v>
                </c:pt>
                <c:pt idx="49079">
                  <c:v>0.56804398148233304</c:v>
                </c:pt>
                <c:pt idx="49080">
                  <c:v>0.56805555555183673</c:v>
                </c:pt>
                <c:pt idx="49081">
                  <c:v>0.56806712962861639</c:v>
                </c:pt>
                <c:pt idx="49082">
                  <c:v>0.56807870369812008</c:v>
                </c:pt>
                <c:pt idx="49083">
                  <c:v>0.56809027777489973</c:v>
                </c:pt>
                <c:pt idx="49084">
                  <c:v>0.56810185185167938</c:v>
                </c:pt>
                <c:pt idx="49085">
                  <c:v>0.56811342592118308</c:v>
                </c:pt>
                <c:pt idx="49086">
                  <c:v>0.56812499999796273</c:v>
                </c:pt>
                <c:pt idx="49087">
                  <c:v>0.56813657407474238</c:v>
                </c:pt>
                <c:pt idx="49088">
                  <c:v>0.56814814814424608</c:v>
                </c:pt>
                <c:pt idx="49089">
                  <c:v>0.56815972222102573</c:v>
                </c:pt>
                <c:pt idx="49090">
                  <c:v>0.56817129629052943</c:v>
                </c:pt>
                <c:pt idx="49091">
                  <c:v>0.56818287036730908</c:v>
                </c:pt>
                <c:pt idx="49092">
                  <c:v>0.56819444444408873</c:v>
                </c:pt>
                <c:pt idx="49093">
                  <c:v>0.56820601851359243</c:v>
                </c:pt>
                <c:pt idx="49094">
                  <c:v>0.56821759259037208</c:v>
                </c:pt>
                <c:pt idx="49095">
                  <c:v>0.56822916666715173</c:v>
                </c:pt>
                <c:pt idx="49096">
                  <c:v>0.56824074073665543</c:v>
                </c:pt>
                <c:pt idx="49097">
                  <c:v>0.56825231481343508</c:v>
                </c:pt>
                <c:pt idx="49098">
                  <c:v>0.56826388889021473</c:v>
                </c:pt>
                <c:pt idx="49099">
                  <c:v>0.56827546295971842</c:v>
                </c:pt>
                <c:pt idx="49100">
                  <c:v>0.56828703703649808</c:v>
                </c:pt>
                <c:pt idx="49101">
                  <c:v>0.56829861110600177</c:v>
                </c:pt>
                <c:pt idx="49102">
                  <c:v>0.56831018518278142</c:v>
                </c:pt>
                <c:pt idx="49103">
                  <c:v>0.56832175925956108</c:v>
                </c:pt>
                <c:pt idx="49104">
                  <c:v>0.56833333332906477</c:v>
                </c:pt>
                <c:pt idx="49105">
                  <c:v>0.56834490740584442</c:v>
                </c:pt>
                <c:pt idx="49106">
                  <c:v>0.56835648148262408</c:v>
                </c:pt>
                <c:pt idx="49107">
                  <c:v>0.56836805555212777</c:v>
                </c:pt>
                <c:pt idx="49108">
                  <c:v>0.56837962962890742</c:v>
                </c:pt>
                <c:pt idx="49109">
                  <c:v>0.56839120369841112</c:v>
                </c:pt>
                <c:pt idx="49110">
                  <c:v>0.56840277777519077</c:v>
                </c:pt>
                <c:pt idx="49111">
                  <c:v>0.56841435185197042</c:v>
                </c:pt>
                <c:pt idx="49112">
                  <c:v>0.56842592592147412</c:v>
                </c:pt>
                <c:pt idx="49113">
                  <c:v>0.56843749999825377</c:v>
                </c:pt>
                <c:pt idx="49114">
                  <c:v>0.56844907407503342</c:v>
                </c:pt>
                <c:pt idx="49115">
                  <c:v>0.56846064814453712</c:v>
                </c:pt>
                <c:pt idx="49116">
                  <c:v>0.56847222222131677</c:v>
                </c:pt>
                <c:pt idx="49117">
                  <c:v>0.56848379629082046</c:v>
                </c:pt>
                <c:pt idx="49118">
                  <c:v>0.56849537036760012</c:v>
                </c:pt>
                <c:pt idx="49119">
                  <c:v>0.56850694444437977</c:v>
                </c:pt>
                <c:pt idx="49120">
                  <c:v>0.56851851851388346</c:v>
                </c:pt>
                <c:pt idx="49121">
                  <c:v>0.56853009259066312</c:v>
                </c:pt>
                <c:pt idx="49122">
                  <c:v>0.56854166666744277</c:v>
                </c:pt>
                <c:pt idx="49123">
                  <c:v>0.56855324073694646</c:v>
                </c:pt>
                <c:pt idx="49124">
                  <c:v>0.56856481481372612</c:v>
                </c:pt>
                <c:pt idx="49125">
                  <c:v>0.56857638888322981</c:v>
                </c:pt>
                <c:pt idx="49126">
                  <c:v>0.56858796296000946</c:v>
                </c:pt>
                <c:pt idx="49127">
                  <c:v>0.56859953703678912</c:v>
                </c:pt>
                <c:pt idx="49128">
                  <c:v>0.56861111110629281</c:v>
                </c:pt>
                <c:pt idx="49129">
                  <c:v>0.56862268518307246</c:v>
                </c:pt>
                <c:pt idx="49130">
                  <c:v>0.56863425925985212</c:v>
                </c:pt>
                <c:pt idx="49131">
                  <c:v>0.56864583332935581</c:v>
                </c:pt>
                <c:pt idx="49132">
                  <c:v>0.56865740740613546</c:v>
                </c:pt>
                <c:pt idx="49133">
                  <c:v>0.56866898147563916</c:v>
                </c:pt>
                <c:pt idx="49134">
                  <c:v>0.56868055555241881</c:v>
                </c:pt>
                <c:pt idx="49135">
                  <c:v>0.56869212962919846</c:v>
                </c:pt>
                <c:pt idx="49136">
                  <c:v>0.56870370369870216</c:v>
                </c:pt>
                <c:pt idx="49137">
                  <c:v>0.56871527777548181</c:v>
                </c:pt>
                <c:pt idx="49138">
                  <c:v>0.56872685185226146</c:v>
                </c:pt>
                <c:pt idx="49139">
                  <c:v>0.56873842592176516</c:v>
                </c:pt>
                <c:pt idx="49140">
                  <c:v>0.56874999999854481</c:v>
                </c:pt>
                <c:pt idx="49141">
                  <c:v>0.56876157407532446</c:v>
                </c:pt>
                <c:pt idx="49142">
                  <c:v>0.56877314814482816</c:v>
                </c:pt>
                <c:pt idx="49143">
                  <c:v>0.56878472222160781</c:v>
                </c:pt>
                <c:pt idx="49144">
                  <c:v>0.5687962962911115</c:v>
                </c:pt>
                <c:pt idx="49145">
                  <c:v>0.56880787036789116</c:v>
                </c:pt>
                <c:pt idx="49146">
                  <c:v>0.56881944444467081</c:v>
                </c:pt>
                <c:pt idx="49147">
                  <c:v>0.5688310185141745</c:v>
                </c:pt>
                <c:pt idx="49148">
                  <c:v>0.56884259259095415</c:v>
                </c:pt>
                <c:pt idx="49149">
                  <c:v>0.56885416666773381</c:v>
                </c:pt>
                <c:pt idx="49150">
                  <c:v>0.5688657407372375</c:v>
                </c:pt>
                <c:pt idx="49151">
                  <c:v>0.56887731481401715</c:v>
                </c:pt>
                <c:pt idx="49152">
                  <c:v>0.56888888888352085</c:v>
                </c:pt>
                <c:pt idx="49153">
                  <c:v>0.5689004629603005</c:v>
                </c:pt>
                <c:pt idx="49154">
                  <c:v>0.56891203703708015</c:v>
                </c:pt>
                <c:pt idx="49155">
                  <c:v>0.56892361110658385</c:v>
                </c:pt>
                <c:pt idx="49156">
                  <c:v>0.5689351851833635</c:v>
                </c:pt>
                <c:pt idx="49157">
                  <c:v>0.56894675926014315</c:v>
                </c:pt>
                <c:pt idx="49158">
                  <c:v>0.56895833332964685</c:v>
                </c:pt>
                <c:pt idx="49159">
                  <c:v>0.5689699074064265</c:v>
                </c:pt>
                <c:pt idx="49160">
                  <c:v>0.5689814814759302</c:v>
                </c:pt>
                <c:pt idx="49161">
                  <c:v>0.56899305555270985</c:v>
                </c:pt>
                <c:pt idx="49162">
                  <c:v>0.5690046296294895</c:v>
                </c:pt>
                <c:pt idx="49163">
                  <c:v>0.56901620369899319</c:v>
                </c:pt>
                <c:pt idx="49164">
                  <c:v>0.56902777777577285</c:v>
                </c:pt>
                <c:pt idx="49165">
                  <c:v>0.5690393518525525</c:v>
                </c:pt>
                <c:pt idx="49166">
                  <c:v>0.56905092592205619</c:v>
                </c:pt>
                <c:pt idx="49167">
                  <c:v>0.56906249999883585</c:v>
                </c:pt>
                <c:pt idx="49168">
                  <c:v>0.56907407406833954</c:v>
                </c:pt>
                <c:pt idx="49169">
                  <c:v>0.56908564814511919</c:v>
                </c:pt>
                <c:pt idx="49170">
                  <c:v>0.56909722222189885</c:v>
                </c:pt>
                <c:pt idx="49171">
                  <c:v>0.56910879629140254</c:v>
                </c:pt>
                <c:pt idx="49172">
                  <c:v>0.56912037036818219</c:v>
                </c:pt>
                <c:pt idx="49173">
                  <c:v>0.56913194444496185</c:v>
                </c:pt>
                <c:pt idx="49174">
                  <c:v>0.56914351851446554</c:v>
                </c:pt>
                <c:pt idx="49175">
                  <c:v>0.56915509259124519</c:v>
                </c:pt>
                <c:pt idx="49176">
                  <c:v>0.56916666666074889</c:v>
                </c:pt>
                <c:pt idx="49177">
                  <c:v>0.56917824073752854</c:v>
                </c:pt>
                <c:pt idx="49178">
                  <c:v>0.56918981481430819</c:v>
                </c:pt>
                <c:pt idx="49179">
                  <c:v>0.56920138888381189</c:v>
                </c:pt>
                <c:pt idx="49180">
                  <c:v>0.56921296296059154</c:v>
                </c:pt>
                <c:pt idx="49181">
                  <c:v>0.56922453703737119</c:v>
                </c:pt>
                <c:pt idx="49182">
                  <c:v>0.56923611110687489</c:v>
                </c:pt>
                <c:pt idx="49183">
                  <c:v>0.56924768518365454</c:v>
                </c:pt>
                <c:pt idx="49184">
                  <c:v>0.56925925926043419</c:v>
                </c:pt>
                <c:pt idx="49185">
                  <c:v>0.56927083332993789</c:v>
                </c:pt>
                <c:pt idx="49186">
                  <c:v>0.56928240740671754</c:v>
                </c:pt>
                <c:pt idx="49187">
                  <c:v>0.56929398147622123</c:v>
                </c:pt>
                <c:pt idx="49188">
                  <c:v>0.56930555555300089</c:v>
                </c:pt>
                <c:pt idx="49189">
                  <c:v>0.56931712962978054</c:v>
                </c:pt>
                <c:pt idx="49190">
                  <c:v>0.56932870369928423</c:v>
                </c:pt>
                <c:pt idx="49191">
                  <c:v>0.56934027777606389</c:v>
                </c:pt>
                <c:pt idx="49192">
                  <c:v>0.56935185185284354</c:v>
                </c:pt>
                <c:pt idx="49193">
                  <c:v>0.56936342592234723</c:v>
                </c:pt>
                <c:pt idx="49194">
                  <c:v>0.56937499999912689</c:v>
                </c:pt>
                <c:pt idx="49195">
                  <c:v>0.56938657406863058</c:v>
                </c:pt>
                <c:pt idx="49196">
                  <c:v>0.56939814814541023</c:v>
                </c:pt>
                <c:pt idx="49197">
                  <c:v>0.56940972222218988</c:v>
                </c:pt>
                <c:pt idx="49198">
                  <c:v>0.56942129629169358</c:v>
                </c:pt>
                <c:pt idx="49199">
                  <c:v>0.56943287036847323</c:v>
                </c:pt>
                <c:pt idx="49200">
                  <c:v>0.56944444444525288</c:v>
                </c:pt>
                <c:pt idx="49201">
                  <c:v>0.56945601851475658</c:v>
                </c:pt>
                <c:pt idx="49202">
                  <c:v>0.56946759259153623</c:v>
                </c:pt>
                <c:pt idx="49203">
                  <c:v>0.56947916666103993</c:v>
                </c:pt>
                <c:pt idx="49204">
                  <c:v>0.56949074073781958</c:v>
                </c:pt>
                <c:pt idx="49205">
                  <c:v>0.56950231481459923</c:v>
                </c:pt>
                <c:pt idx="49206">
                  <c:v>0.56951388888410293</c:v>
                </c:pt>
                <c:pt idx="49207">
                  <c:v>0.56952546296088258</c:v>
                </c:pt>
                <c:pt idx="49208">
                  <c:v>0.56953703703766223</c:v>
                </c:pt>
                <c:pt idx="49209">
                  <c:v>0.56954861110716593</c:v>
                </c:pt>
                <c:pt idx="49210">
                  <c:v>0.56956018518394558</c:v>
                </c:pt>
                <c:pt idx="49211">
                  <c:v>0.56957175925344927</c:v>
                </c:pt>
                <c:pt idx="49212">
                  <c:v>0.56958333333022892</c:v>
                </c:pt>
                <c:pt idx="49213">
                  <c:v>0.56959490740700858</c:v>
                </c:pt>
                <c:pt idx="49214">
                  <c:v>0.56960648147651227</c:v>
                </c:pt>
                <c:pt idx="49215">
                  <c:v>0.56961805555329192</c:v>
                </c:pt>
                <c:pt idx="49216">
                  <c:v>0.56962962963007158</c:v>
                </c:pt>
                <c:pt idx="49217">
                  <c:v>0.56964120369957527</c:v>
                </c:pt>
                <c:pt idx="49218">
                  <c:v>0.56965277777635492</c:v>
                </c:pt>
                <c:pt idx="49219">
                  <c:v>0.56966435185313458</c:v>
                </c:pt>
                <c:pt idx="49220">
                  <c:v>0.56967592592263827</c:v>
                </c:pt>
                <c:pt idx="49221">
                  <c:v>0.56968749999941792</c:v>
                </c:pt>
                <c:pt idx="49222">
                  <c:v>0.56969907406892162</c:v>
                </c:pt>
                <c:pt idx="49223">
                  <c:v>0.56971064814570127</c:v>
                </c:pt>
                <c:pt idx="49224">
                  <c:v>0.56972222222248092</c:v>
                </c:pt>
                <c:pt idx="49225">
                  <c:v>0.56973379629198462</c:v>
                </c:pt>
                <c:pt idx="49226">
                  <c:v>0.56974537036876427</c:v>
                </c:pt>
                <c:pt idx="49227">
                  <c:v>0.56975694444554392</c:v>
                </c:pt>
                <c:pt idx="49228">
                  <c:v>0.56976851851504762</c:v>
                </c:pt>
                <c:pt idx="49229">
                  <c:v>0.56978009259182727</c:v>
                </c:pt>
                <c:pt idx="49230">
                  <c:v>0.56979166666133096</c:v>
                </c:pt>
                <c:pt idx="49231">
                  <c:v>0.56980324073811062</c:v>
                </c:pt>
                <c:pt idx="49232">
                  <c:v>0.56981481481489027</c:v>
                </c:pt>
                <c:pt idx="49233">
                  <c:v>0.56982638888439396</c:v>
                </c:pt>
                <c:pt idx="49234">
                  <c:v>0.56983796296117362</c:v>
                </c:pt>
                <c:pt idx="49235">
                  <c:v>0.56984953703795327</c:v>
                </c:pt>
                <c:pt idx="49236">
                  <c:v>0.56986111110745696</c:v>
                </c:pt>
                <c:pt idx="49237">
                  <c:v>0.56987268518423662</c:v>
                </c:pt>
                <c:pt idx="49238">
                  <c:v>0.56988425925374031</c:v>
                </c:pt>
                <c:pt idx="49239">
                  <c:v>0.56989583333051996</c:v>
                </c:pt>
                <c:pt idx="49240">
                  <c:v>0.56990740740729962</c:v>
                </c:pt>
                <c:pt idx="49241">
                  <c:v>0.56991898147680331</c:v>
                </c:pt>
                <c:pt idx="49242">
                  <c:v>0.56993055555358296</c:v>
                </c:pt>
                <c:pt idx="49243">
                  <c:v>0.56994212963036261</c:v>
                </c:pt>
                <c:pt idx="49244">
                  <c:v>0.56995370369986631</c:v>
                </c:pt>
                <c:pt idx="49245">
                  <c:v>0.56996527777664596</c:v>
                </c:pt>
                <c:pt idx="49246">
                  <c:v>0.56997685184614966</c:v>
                </c:pt>
                <c:pt idx="49247">
                  <c:v>0.56998842592292931</c:v>
                </c:pt>
                <c:pt idx="49248">
                  <c:v>0.56999999999970896</c:v>
                </c:pt>
                <c:pt idx="49249">
                  <c:v>0.57001157406921266</c:v>
                </c:pt>
                <c:pt idx="49250">
                  <c:v>0.57002314814599231</c:v>
                </c:pt>
                <c:pt idx="49251">
                  <c:v>0.57003472222277196</c:v>
                </c:pt>
                <c:pt idx="49252">
                  <c:v>0.57004629629227566</c:v>
                </c:pt>
                <c:pt idx="49253">
                  <c:v>0.57005787036905531</c:v>
                </c:pt>
                <c:pt idx="49254">
                  <c:v>0.570069444438559</c:v>
                </c:pt>
                <c:pt idx="49255">
                  <c:v>0.57008101851533866</c:v>
                </c:pt>
                <c:pt idx="49256">
                  <c:v>0.57009259259211831</c:v>
                </c:pt>
                <c:pt idx="49257">
                  <c:v>0.570104166661622</c:v>
                </c:pt>
                <c:pt idx="49258">
                  <c:v>0.57011574073840166</c:v>
                </c:pt>
                <c:pt idx="49259">
                  <c:v>0.57012731481518131</c:v>
                </c:pt>
                <c:pt idx="49260">
                  <c:v>0.570138888884685</c:v>
                </c:pt>
                <c:pt idx="49261">
                  <c:v>0.57015046296146465</c:v>
                </c:pt>
                <c:pt idx="49262">
                  <c:v>0.57016203703824431</c:v>
                </c:pt>
                <c:pt idx="49263">
                  <c:v>0.570173611107748</c:v>
                </c:pt>
                <c:pt idx="49264">
                  <c:v>0.57018518518452765</c:v>
                </c:pt>
                <c:pt idx="49265">
                  <c:v>0.57019675925403135</c:v>
                </c:pt>
                <c:pt idx="49266">
                  <c:v>0.570208333330811</c:v>
                </c:pt>
                <c:pt idx="49267">
                  <c:v>0.57021990740759065</c:v>
                </c:pt>
                <c:pt idx="49268">
                  <c:v>0.57023148147709435</c:v>
                </c:pt>
                <c:pt idx="49269">
                  <c:v>0.570243055553874</c:v>
                </c:pt>
                <c:pt idx="49270">
                  <c:v>0.57025462963065365</c:v>
                </c:pt>
                <c:pt idx="49271">
                  <c:v>0.57026620370015735</c:v>
                </c:pt>
                <c:pt idx="49272">
                  <c:v>0.570277777776937</c:v>
                </c:pt>
                <c:pt idx="49273">
                  <c:v>0.5702893518464407</c:v>
                </c:pt>
                <c:pt idx="49274">
                  <c:v>0.57030092592322035</c:v>
                </c:pt>
                <c:pt idx="49275">
                  <c:v>0.5703125</c:v>
                </c:pt>
                <c:pt idx="49276">
                  <c:v>0.57032407406950369</c:v>
                </c:pt>
                <c:pt idx="49277">
                  <c:v>0.57033564814628335</c:v>
                </c:pt>
                <c:pt idx="49278">
                  <c:v>0.570347222223063</c:v>
                </c:pt>
                <c:pt idx="49279">
                  <c:v>0.57035879629256669</c:v>
                </c:pt>
                <c:pt idx="49280">
                  <c:v>0.57037037036934635</c:v>
                </c:pt>
                <c:pt idx="49281">
                  <c:v>0.57038194443885004</c:v>
                </c:pt>
                <c:pt idx="49282">
                  <c:v>0.57039351851562969</c:v>
                </c:pt>
                <c:pt idx="49283">
                  <c:v>0.57040509259240935</c:v>
                </c:pt>
                <c:pt idx="49284">
                  <c:v>0.57041666666191304</c:v>
                </c:pt>
                <c:pt idx="49285">
                  <c:v>0.57042824073869269</c:v>
                </c:pt>
                <c:pt idx="49286">
                  <c:v>0.57043981481547235</c:v>
                </c:pt>
                <c:pt idx="49287">
                  <c:v>0.57045138888497604</c:v>
                </c:pt>
                <c:pt idx="49288">
                  <c:v>0.57046296296175569</c:v>
                </c:pt>
                <c:pt idx="49289">
                  <c:v>0.57047453703125939</c:v>
                </c:pt>
                <c:pt idx="49290">
                  <c:v>0.57048611110803904</c:v>
                </c:pt>
                <c:pt idx="49291">
                  <c:v>0.57049768518481869</c:v>
                </c:pt>
                <c:pt idx="49292">
                  <c:v>0.57050925925432239</c:v>
                </c:pt>
                <c:pt idx="49293">
                  <c:v>0.57052083333110204</c:v>
                </c:pt>
                <c:pt idx="49294">
                  <c:v>0.57053240740788169</c:v>
                </c:pt>
                <c:pt idx="49295">
                  <c:v>0.57054398147738539</c:v>
                </c:pt>
                <c:pt idx="49296">
                  <c:v>0.57055555555416504</c:v>
                </c:pt>
                <c:pt idx="49297">
                  <c:v>0.57056712963094469</c:v>
                </c:pt>
                <c:pt idx="49298">
                  <c:v>0.57057870370044839</c:v>
                </c:pt>
                <c:pt idx="49299">
                  <c:v>0.57059027777722804</c:v>
                </c:pt>
                <c:pt idx="49300">
                  <c:v>0.57060185184673173</c:v>
                </c:pt>
                <c:pt idx="49301">
                  <c:v>0.57061342592351139</c:v>
                </c:pt>
                <c:pt idx="49302">
                  <c:v>0.57062500000029104</c:v>
                </c:pt>
                <c:pt idx="49303">
                  <c:v>0.57063657406979473</c:v>
                </c:pt>
                <c:pt idx="49304">
                  <c:v>0.57064814814657439</c:v>
                </c:pt>
                <c:pt idx="49305">
                  <c:v>0.57065972222335404</c:v>
                </c:pt>
                <c:pt idx="49306">
                  <c:v>0.57067129629285773</c:v>
                </c:pt>
                <c:pt idx="49307">
                  <c:v>0.57068287036963739</c:v>
                </c:pt>
                <c:pt idx="49308">
                  <c:v>0.57069444443914108</c:v>
                </c:pt>
                <c:pt idx="49309">
                  <c:v>0.57070601851592073</c:v>
                </c:pt>
                <c:pt idx="49310">
                  <c:v>0.57071759259270038</c:v>
                </c:pt>
                <c:pt idx="49311">
                  <c:v>0.57072916666220408</c:v>
                </c:pt>
                <c:pt idx="49312">
                  <c:v>0.57074074073898373</c:v>
                </c:pt>
                <c:pt idx="49313">
                  <c:v>0.57075231481576338</c:v>
                </c:pt>
                <c:pt idx="49314">
                  <c:v>0.57076388888526708</c:v>
                </c:pt>
                <c:pt idx="49315">
                  <c:v>0.57077546296204673</c:v>
                </c:pt>
                <c:pt idx="49316">
                  <c:v>0.57078703703155043</c:v>
                </c:pt>
                <c:pt idx="49317">
                  <c:v>0.57079861110833008</c:v>
                </c:pt>
                <c:pt idx="49318">
                  <c:v>0.57081018518510973</c:v>
                </c:pt>
                <c:pt idx="49319">
                  <c:v>0.57082175925461343</c:v>
                </c:pt>
                <c:pt idx="49320">
                  <c:v>0.57083333333139308</c:v>
                </c:pt>
                <c:pt idx="49321">
                  <c:v>0.57084490740817273</c:v>
                </c:pt>
                <c:pt idx="49322">
                  <c:v>0.57085648147767643</c:v>
                </c:pt>
                <c:pt idx="49323">
                  <c:v>0.57086805555445608</c:v>
                </c:pt>
                <c:pt idx="49324">
                  <c:v>0.57087962962395977</c:v>
                </c:pt>
                <c:pt idx="49325">
                  <c:v>0.57089120370073942</c:v>
                </c:pt>
                <c:pt idx="49326">
                  <c:v>0.57090277777751908</c:v>
                </c:pt>
                <c:pt idx="49327">
                  <c:v>0.57091435184702277</c:v>
                </c:pt>
                <c:pt idx="49328">
                  <c:v>0.57092592592380242</c:v>
                </c:pt>
                <c:pt idx="49329">
                  <c:v>0.57093750000058208</c:v>
                </c:pt>
                <c:pt idx="49330">
                  <c:v>0.57094907407008577</c:v>
                </c:pt>
                <c:pt idx="49331">
                  <c:v>0.57096064814686542</c:v>
                </c:pt>
                <c:pt idx="49332">
                  <c:v>0.57097222221636912</c:v>
                </c:pt>
                <c:pt idx="49333">
                  <c:v>0.57098379629314877</c:v>
                </c:pt>
                <c:pt idx="49334">
                  <c:v>0.57099537036992842</c:v>
                </c:pt>
                <c:pt idx="49335">
                  <c:v>0.57100694443943212</c:v>
                </c:pt>
                <c:pt idx="49336">
                  <c:v>0.57101851851621177</c:v>
                </c:pt>
                <c:pt idx="49337">
                  <c:v>0.57103009259299142</c:v>
                </c:pt>
                <c:pt idx="49338">
                  <c:v>0.57104166666249512</c:v>
                </c:pt>
                <c:pt idx="49339">
                  <c:v>0.57105324073927477</c:v>
                </c:pt>
                <c:pt idx="49340">
                  <c:v>0.57106481481605442</c:v>
                </c:pt>
                <c:pt idx="49341">
                  <c:v>0.57107638888555812</c:v>
                </c:pt>
                <c:pt idx="49342">
                  <c:v>0.57108796296233777</c:v>
                </c:pt>
                <c:pt idx="49343">
                  <c:v>0.57109953703184146</c:v>
                </c:pt>
                <c:pt idx="49344">
                  <c:v>0.57111111110862112</c:v>
                </c:pt>
                <c:pt idx="49345">
                  <c:v>0.57112268518540077</c:v>
                </c:pt>
                <c:pt idx="49346">
                  <c:v>0.57113425925490446</c:v>
                </c:pt>
                <c:pt idx="49347">
                  <c:v>0.57114583333168412</c:v>
                </c:pt>
                <c:pt idx="49348">
                  <c:v>0.57115740740846377</c:v>
                </c:pt>
                <c:pt idx="49349">
                  <c:v>0.57116898147796746</c:v>
                </c:pt>
                <c:pt idx="49350">
                  <c:v>0.57118055555474712</c:v>
                </c:pt>
                <c:pt idx="49351">
                  <c:v>0.57119212962425081</c:v>
                </c:pt>
                <c:pt idx="49352">
                  <c:v>0.57120370370103046</c:v>
                </c:pt>
                <c:pt idx="49353">
                  <c:v>0.57121527777781012</c:v>
                </c:pt>
                <c:pt idx="49354">
                  <c:v>0.57122685184731381</c:v>
                </c:pt>
                <c:pt idx="49355">
                  <c:v>0.57123842592409346</c:v>
                </c:pt>
                <c:pt idx="49356">
                  <c:v>0.57125000000087311</c:v>
                </c:pt>
                <c:pt idx="49357">
                  <c:v>0.57126157407037681</c:v>
                </c:pt>
                <c:pt idx="49358">
                  <c:v>0.57127314814715646</c:v>
                </c:pt>
                <c:pt idx="49359">
                  <c:v>0.57128472221666016</c:v>
                </c:pt>
                <c:pt idx="49360">
                  <c:v>0.57129629629343981</c:v>
                </c:pt>
                <c:pt idx="49361">
                  <c:v>0.57130787037021946</c:v>
                </c:pt>
                <c:pt idx="49362">
                  <c:v>0.57131944443972316</c:v>
                </c:pt>
                <c:pt idx="49363">
                  <c:v>0.57133101851650281</c:v>
                </c:pt>
                <c:pt idx="49364">
                  <c:v>0.57134259259328246</c:v>
                </c:pt>
                <c:pt idx="49365">
                  <c:v>0.57135416666278616</c:v>
                </c:pt>
                <c:pt idx="49366">
                  <c:v>0.57136574073956581</c:v>
                </c:pt>
                <c:pt idx="49367">
                  <c:v>0.5713773148090695</c:v>
                </c:pt>
                <c:pt idx="49368">
                  <c:v>0.57138888888584916</c:v>
                </c:pt>
                <c:pt idx="49369">
                  <c:v>0.57140046296262881</c:v>
                </c:pt>
                <c:pt idx="49370">
                  <c:v>0.5714120370321325</c:v>
                </c:pt>
                <c:pt idx="49371">
                  <c:v>0.57142361110891216</c:v>
                </c:pt>
                <c:pt idx="49372">
                  <c:v>0.57143518518569181</c:v>
                </c:pt>
                <c:pt idx="49373">
                  <c:v>0.5714467592551955</c:v>
                </c:pt>
                <c:pt idx="49374">
                  <c:v>0.57145833333197515</c:v>
                </c:pt>
                <c:pt idx="49375">
                  <c:v>0.57146990740147885</c:v>
                </c:pt>
                <c:pt idx="49376">
                  <c:v>0.5714814814782585</c:v>
                </c:pt>
                <c:pt idx="49377">
                  <c:v>0.57149305555503815</c:v>
                </c:pt>
                <c:pt idx="49378">
                  <c:v>0.57150462962454185</c:v>
                </c:pt>
                <c:pt idx="49379">
                  <c:v>0.5715162037013215</c:v>
                </c:pt>
                <c:pt idx="49380">
                  <c:v>0.57152777777810115</c:v>
                </c:pt>
                <c:pt idx="49381">
                  <c:v>0.57153935184760485</c:v>
                </c:pt>
                <c:pt idx="49382">
                  <c:v>0.5715509259243845</c:v>
                </c:pt>
                <c:pt idx="49383">
                  <c:v>0.57156250000116415</c:v>
                </c:pt>
                <c:pt idx="49384">
                  <c:v>0.57157407407066785</c:v>
                </c:pt>
                <c:pt idx="49385">
                  <c:v>0.5715856481474475</c:v>
                </c:pt>
                <c:pt idx="49386">
                  <c:v>0.5715972222169512</c:v>
                </c:pt>
                <c:pt idx="49387">
                  <c:v>0.57160879629373085</c:v>
                </c:pt>
                <c:pt idx="49388">
                  <c:v>0.5716203703705105</c:v>
                </c:pt>
                <c:pt idx="49389">
                  <c:v>0.57163194444001419</c:v>
                </c:pt>
                <c:pt idx="49390">
                  <c:v>0.57164351851679385</c:v>
                </c:pt>
                <c:pt idx="49391">
                  <c:v>0.5716550925935735</c:v>
                </c:pt>
                <c:pt idx="49392">
                  <c:v>0.57166666666307719</c:v>
                </c:pt>
                <c:pt idx="49393">
                  <c:v>0.57167824073985685</c:v>
                </c:pt>
                <c:pt idx="49394">
                  <c:v>0.57168981480936054</c:v>
                </c:pt>
                <c:pt idx="49395">
                  <c:v>0.57170138888614019</c:v>
                </c:pt>
                <c:pt idx="49396">
                  <c:v>0.57171296296291985</c:v>
                </c:pt>
                <c:pt idx="49397">
                  <c:v>0.57172453703242354</c:v>
                </c:pt>
                <c:pt idx="49398">
                  <c:v>0.57173611110920319</c:v>
                </c:pt>
                <c:pt idx="49399">
                  <c:v>0.57174768518598285</c:v>
                </c:pt>
                <c:pt idx="49400">
                  <c:v>0.57175925925548654</c:v>
                </c:pt>
                <c:pt idx="49401">
                  <c:v>0.57177083333226619</c:v>
                </c:pt>
                <c:pt idx="49402">
                  <c:v>0.57178240740176989</c:v>
                </c:pt>
                <c:pt idx="49403">
                  <c:v>0.57179398147854954</c:v>
                </c:pt>
                <c:pt idx="49404">
                  <c:v>0.57180555555532919</c:v>
                </c:pt>
                <c:pt idx="49405">
                  <c:v>0.57181712962483289</c:v>
                </c:pt>
                <c:pt idx="49406">
                  <c:v>0.57182870370161254</c:v>
                </c:pt>
                <c:pt idx="49407">
                  <c:v>0.57184027777839219</c:v>
                </c:pt>
                <c:pt idx="49408">
                  <c:v>0.57185185184789589</c:v>
                </c:pt>
                <c:pt idx="49409">
                  <c:v>0.57186342592467554</c:v>
                </c:pt>
                <c:pt idx="49410">
                  <c:v>0.57187499999417923</c:v>
                </c:pt>
                <c:pt idx="49411">
                  <c:v>0.57188657407095889</c:v>
                </c:pt>
                <c:pt idx="49412">
                  <c:v>0.57189814814773854</c:v>
                </c:pt>
                <c:pt idx="49413">
                  <c:v>0.57190972221724223</c:v>
                </c:pt>
                <c:pt idx="49414">
                  <c:v>0.57192129629402189</c:v>
                </c:pt>
                <c:pt idx="49415">
                  <c:v>0.57193287037080154</c:v>
                </c:pt>
                <c:pt idx="49416">
                  <c:v>0.57194444444030523</c:v>
                </c:pt>
                <c:pt idx="49417">
                  <c:v>0.57195601851708489</c:v>
                </c:pt>
                <c:pt idx="49418">
                  <c:v>0.57196759259386454</c:v>
                </c:pt>
                <c:pt idx="49419">
                  <c:v>0.57197916666336823</c:v>
                </c:pt>
                <c:pt idx="49420">
                  <c:v>0.57199074074014788</c:v>
                </c:pt>
                <c:pt idx="49421">
                  <c:v>0.57200231480965158</c:v>
                </c:pt>
                <c:pt idx="49422">
                  <c:v>0.57201388888643123</c:v>
                </c:pt>
                <c:pt idx="49423">
                  <c:v>0.57202546296321088</c:v>
                </c:pt>
                <c:pt idx="49424">
                  <c:v>0.57203703703271458</c:v>
                </c:pt>
                <c:pt idx="49425">
                  <c:v>0.57204861110949423</c:v>
                </c:pt>
                <c:pt idx="49426">
                  <c:v>0.57206018518627388</c:v>
                </c:pt>
                <c:pt idx="49427">
                  <c:v>0.57207175925577758</c:v>
                </c:pt>
                <c:pt idx="49428">
                  <c:v>0.57208333333255723</c:v>
                </c:pt>
                <c:pt idx="49429">
                  <c:v>0.57209490740206093</c:v>
                </c:pt>
                <c:pt idx="49430">
                  <c:v>0.57210648147884058</c:v>
                </c:pt>
                <c:pt idx="49431">
                  <c:v>0.57211805555562023</c:v>
                </c:pt>
                <c:pt idx="49432">
                  <c:v>0.57212962962512393</c:v>
                </c:pt>
                <c:pt idx="49433">
                  <c:v>0.57214120370190358</c:v>
                </c:pt>
                <c:pt idx="49434">
                  <c:v>0.57215277777868323</c:v>
                </c:pt>
                <c:pt idx="49435">
                  <c:v>0.57216435184818693</c:v>
                </c:pt>
                <c:pt idx="49436">
                  <c:v>0.57217592592496658</c:v>
                </c:pt>
                <c:pt idx="49437">
                  <c:v>0.57218749999447027</c:v>
                </c:pt>
                <c:pt idx="49438">
                  <c:v>0.57219907407124992</c:v>
                </c:pt>
                <c:pt idx="49439">
                  <c:v>0.57221064814802958</c:v>
                </c:pt>
                <c:pt idx="49440">
                  <c:v>0.57222222221753327</c:v>
                </c:pt>
                <c:pt idx="49441">
                  <c:v>0.57223379629431292</c:v>
                </c:pt>
                <c:pt idx="49442">
                  <c:v>0.57224537037109258</c:v>
                </c:pt>
                <c:pt idx="49443">
                  <c:v>0.57225694444059627</c:v>
                </c:pt>
                <c:pt idx="49444">
                  <c:v>0.57226851851737592</c:v>
                </c:pt>
                <c:pt idx="49445">
                  <c:v>0.57228009258687962</c:v>
                </c:pt>
                <c:pt idx="49446">
                  <c:v>0.57229166666365927</c:v>
                </c:pt>
                <c:pt idx="49447">
                  <c:v>0.57230324074043892</c:v>
                </c:pt>
                <c:pt idx="49448">
                  <c:v>0.57231481480994262</c:v>
                </c:pt>
                <c:pt idx="49449">
                  <c:v>0.57232638888672227</c:v>
                </c:pt>
                <c:pt idx="49450">
                  <c:v>0.57233796296350192</c:v>
                </c:pt>
                <c:pt idx="49451">
                  <c:v>0.57234953703300562</c:v>
                </c:pt>
                <c:pt idx="49452">
                  <c:v>0.57236111110978527</c:v>
                </c:pt>
                <c:pt idx="49453">
                  <c:v>0.57237268517928896</c:v>
                </c:pt>
                <c:pt idx="49454">
                  <c:v>0.57238425925606862</c:v>
                </c:pt>
                <c:pt idx="49455">
                  <c:v>0.57239583333284827</c:v>
                </c:pt>
                <c:pt idx="49456">
                  <c:v>0.57240740740235196</c:v>
                </c:pt>
                <c:pt idx="49457">
                  <c:v>0.57241898147913162</c:v>
                </c:pt>
                <c:pt idx="49458">
                  <c:v>0.57243055555591127</c:v>
                </c:pt>
                <c:pt idx="49459">
                  <c:v>0.57244212962541496</c:v>
                </c:pt>
                <c:pt idx="49460">
                  <c:v>0.57245370370219462</c:v>
                </c:pt>
                <c:pt idx="49461">
                  <c:v>0.57246527777897427</c:v>
                </c:pt>
                <c:pt idx="49462">
                  <c:v>0.57247685184847796</c:v>
                </c:pt>
                <c:pt idx="49463">
                  <c:v>0.57248842592525762</c:v>
                </c:pt>
                <c:pt idx="49464">
                  <c:v>0.57249999999476131</c:v>
                </c:pt>
                <c:pt idx="49465">
                  <c:v>0.57251157407154096</c:v>
                </c:pt>
                <c:pt idx="49466">
                  <c:v>0.57252314814832062</c:v>
                </c:pt>
                <c:pt idx="49467">
                  <c:v>0.57253472221782431</c:v>
                </c:pt>
                <c:pt idx="49468">
                  <c:v>0.57254629629460396</c:v>
                </c:pt>
                <c:pt idx="49469">
                  <c:v>0.57255787037138361</c:v>
                </c:pt>
                <c:pt idx="49470">
                  <c:v>0.57256944444088731</c:v>
                </c:pt>
                <c:pt idx="49471">
                  <c:v>0.57258101851766696</c:v>
                </c:pt>
                <c:pt idx="49472">
                  <c:v>0.57259259258717066</c:v>
                </c:pt>
                <c:pt idx="49473">
                  <c:v>0.57260416666395031</c:v>
                </c:pt>
                <c:pt idx="49474">
                  <c:v>0.57261574074072996</c:v>
                </c:pt>
                <c:pt idx="49475">
                  <c:v>0.57262731481023366</c:v>
                </c:pt>
                <c:pt idx="49476">
                  <c:v>0.57263888888701331</c:v>
                </c:pt>
                <c:pt idx="49477">
                  <c:v>0.57265046296379296</c:v>
                </c:pt>
                <c:pt idx="49478">
                  <c:v>0.57266203703329666</c:v>
                </c:pt>
                <c:pt idx="49479">
                  <c:v>0.57267361111007631</c:v>
                </c:pt>
                <c:pt idx="49480">
                  <c:v>0.57268518517958</c:v>
                </c:pt>
                <c:pt idx="49481">
                  <c:v>0.57269675925635966</c:v>
                </c:pt>
                <c:pt idx="49482">
                  <c:v>0.57270833333313931</c:v>
                </c:pt>
                <c:pt idx="49483">
                  <c:v>0.572719907402643</c:v>
                </c:pt>
                <c:pt idx="49484">
                  <c:v>0.57273148147942265</c:v>
                </c:pt>
                <c:pt idx="49485">
                  <c:v>0.57274305555620231</c:v>
                </c:pt>
                <c:pt idx="49486">
                  <c:v>0.572754629625706</c:v>
                </c:pt>
                <c:pt idx="49487">
                  <c:v>0.57276620370248565</c:v>
                </c:pt>
                <c:pt idx="49488">
                  <c:v>0.57277777777198935</c:v>
                </c:pt>
                <c:pt idx="49489">
                  <c:v>0.572789351848769</c:v>
                </c:pt>
                <c:pt idx="49490">
                  <c:v>0.57280092592554865</c:v>
                </c:pt>
                <c:pt idx="49491">
                  <c:v>0.57281249999505235</c:v>
                </c:pt>
                <c:pt idx="49492">
                  <c:v>0.572824074071832</c:v>
                </c:pt>
                <c:pt idx="49493">
                  <c:v>0.57283564814861165</c:v>
                </c:pt>
                <c:pt idx="49494">
                  <c:v>0.57284722221811535</c:v>
                </c:pt>
                <c:pt idx="49495">
                  <c:v>0.572858796294895</c:v>
                </c:pt>
                <c:pt idx="49496">
                  <c:v>0.57287037037167465</c:v>
                </c:pt>
                <c:pt idx="49497">
                  <c:v>0.57288194444117835</c:v>
                </c:pt>
                <c:pt idx="49498">
                  <c:v>0.572893518517958</c:v>
                </c:pt>
                <c:pt idx="49499">
                  <c:v>0.5729050925874617</c:v>
                </c:pt>
                <c:pt idx="49500">
                  <c:v>0.57291666666424135</c:v>
                </c:pt>
                <c:pt idx="49501">
                  <c:v>0.572928240741021</c:v>
                </c:pt>
                <c:pt idx="49502">
                  <c:v>0.57293981481052469</c:v>
                </c:pt>
                <c:pt idx="49503">
                  <c:v>0.57295138888730435</c:v>
                </c:pt>
                <c:pt idx="49504">
                  <c:v>0.572962962964084</c:v>
                </c:pt>
                <c:pt idx="49505">
                  <c:v>0.57297453703358769</c:v>
                </c:pt>
                <c:pt idx="49506">
                  <c:v>0.57298611111036735</c:v>
                </c:pt>
                <c:pt idx="49507">
                  <c:v>0.57299768517987104</c:v>
                </c:pt>
                <c:pt idx="49508">
                  <c:v>0.57300925925665069</c:v>
                </c:pt>
                <c:pt idx="49509">
                  <c:v>0.57302083333343035</c:v>
                </c:pt>
                <c:pt idx="49510">
                  <c:v>0.57303240740293404</c:v>
                </c:pt>
                <c:pt idx="49511">
                  <c:v>0.57304398147971369</c:v>
                </c:pt>
                <c:pt idx="49512">
                  <c:v>0.57305555555649335</c:v>
                </c:pt>
                <c:pt idx="49513">
                  <c:v>0.57306712962599704</c:v>
                </c:pt>
                <c:pt idx="49514">
                  <c:v>0.57307870370277669</c:v>
                </c:pt>
                <c:pt idx="49515">
                  <c:v>0.57309027777228039</c:v>
                </c:pt>
                <c:pt idx="49516">
                  <c:v>0.57310185184906004</c:v>
                </c:pt>
                <c:pt idx="49517">
                  <c:v>0.57311342592583969</c:v>
                </c:pt>
                <c:pt idx="49518">
                  <c:v>0.57312499999534339</c:v>
                </c:pt>
                <c:pt idx="49519">
                  <c:v>0.57313657407212304</c:v>
                </c:pt>
                <c:pt idx="49520">
                  <c:v>0.57314814814890269</c:v>
                </c:pt>
                <c:pt idx="49521">
                  <c:v>0.57315972221840639</c:v>
                </c:pt>
                <c:pt idx="49522">
                  <c:v>0.57317129629518604</c:v>
                </c:pt>
                <c:pt idx="49523">
                  <c:v>0.57318287036468973</c:v>
                </c:pt>
                <c:pt idx="49524">
                  <c:v>0.57319444444146939</c:v>
                </c:pt>
                <c:pt idx="49525">
                  <c:v>0.57320601851824904</c:v>
                </c:pt>
                <c:pt idx="49526">
                  <c:v>0.57321759258775273</c:v>
                </c:pt>
                <c:pt idx="49527">
                  <c:v>0.57322916666453239</c:v>
                </c:pt>
                <c:pt idx="49528">
                  <c:v>0.57324074074131204</c:v>
                </c:pt>
                <c:pt idx="49529">
                  <c:v>0.57325231481081573</c:v>
                </c:pt>
                <c:pt idx="49530">
                  <c:v>0.57326388888759539</c:v>
                </c:pt>
                <c:pt idx="49531">
                  <c:v>0.57327546295709908</c:v>
                </c:pt>
                <c:pt idx="49532">
                  <c:v>0.57328703703387873</c:v>
                </c:pt>
                <c:pt idx="49533">
                  <c:v>0.57329861111065838</c:v>
                </c:pt>
                <c:pt idx="49534">
                  <c:v>0.57331018518016208</c:v>
                </c:pt>
                <c:pt idx="49535">
                  <c:v>0.57332175925694173</c:v>
                </c:pt>
                <c:pt idx="49536">
                  <c:v>0.57333333333372138</c:v>
                </c:pt>
                <c:pt idx="49537">
                  <c:v>0.57334490740322508</c:v>
                </c:pt>
                <c:pt idx="49538">
                  <c:v>0.57335648148000473</c:v>
                </c:pt>
                <c:pt idx="49539">
                  <c:v>0.57336805555678438</c:v>
                </c:pt>
                <c:pt idx="49540">
                  <c:v>0.57337962962628808</c:v>
                </c:pt>
                <c:pt idx="49541">
                  <c:v>0.57339120370306773</c:v>
                </c:pt>
                <c:pt idx="49542">
                  <c:v>0.57340277777257143</c:v>
                </c:pt>
                <c:pt idx="49543">
                  <c:v>0.57341435184935108</c:v>
                </c:pt>
                <c:pt idx="49544">
                  <c:v>0.57342592592613073</c:v>
                </c:pt>
                <c:pt idx="49545">
                  <c:v>0.57343749999563443</c:v>
                </c:pt>
                <c:pt idx="49546">
                  <c:v>0.57344907407241408</c:v>
                </c:pt>
                <c:pt idx="49547">
                  <c:v>0.57346064814919373</c:v>
                </c:pt>
                <c:pt idx="49548">
                  <c:v>0.57347222221869742</c:v>
                </c:pt>
                <c:pt idx="49549">
                  <c:v>0.57348379629547708</c:v>
                </c:pt>
                <c:pt idx="49550">
                  <c:v>0.57349537036498077</c:v>
                </c:pt>
                <c:pt idx="49551">
                  <c:v>0.57350694444176042</c:v>
                </c:pt>
                <c:pt idx="49552">
                  <c:v>0.57351851851854008</c:v>
                </c:pt>
                <c:pt idx="49553">
                  <c:v>0.57353009258804377</c:v>
                </c:pt>
                <c:pt idx="49554">
                  <c:v>0.57354166666482342</c:v>
                </c:pt>
                <c:pt idx="49555">
                  <c:v>0.57355324074160308</c:v>
                </c:pt>
                <c:pt idx="49556">
                  <c:v>0.57356481481110677</c:v>
                </c:pt>
                <c:pt idx="49557">
                  <c:v>0.57357638888788642</c:v>
                </c:pt>
                <c:pt idx="49558">
                  <c:v>0.57358796295739012</c:v>
                </c:pt>
                <c:pt idx="49559">
                  <c:v>0.57359953703416977</c:v>
                </c:pt>
                <c:pt idx="49560">
                  <c:v>0.57361111111094942</c:v>
                </c:pt>
                <c:pt idx="49561">
                  <c:v>0.57362268518045312</c:v>
                </c:pt>
                <c:pt idx="49562">
                  <c:v>0.57363425925723277</c:v>
                </c:pt>
                <c:pt idx="49563">
                  <c:v>0.57364583333401242</c:v>
                </c:pt>
                <c:pt idx="49564">
                  <c:v>0.57365740740351612</c:v>
                </c:pt>
                <c:pt idx="49565">
                  <c:v>0.57366898148029577</c:v>
                </c:pt>
                <c:pt idx="49566">
                  <c:v>0.57368055554979946</c:v>
                </c:pt>
                <c:pt idx="49567">
                  <c:v>0.57369212962657912</c:v>
                </c:pt>
                <c:pt idx="49568">
                  <c:v>0.57370370370335877</c:v>
                </c:pt>
                <c:pt idx="49569">
                  <c:v>0.57371527777286246</c:v>
                </c:pt>
                <c:pt idx="49570">
                  <c:v>0.57372685184964212</c:v>
                </c:pt>
                <c:pt idx="49571">
                  <c:v>0.57373842592642177</c:v>
                </c:pt>
                <c:pt idx="49572">
                  <c:v>0.57374999999592546</c:v>
                </c:pt>
                <c:pt idx="49573">
                  <c:v>0.57376157407270512</c:v>
                </c:pt>
                <c:pt idx="49574">
                  <c:v>0.57377314814948477</c:v>
                </c:pt>
                <c:pt idx="49575">
                  <c:v>0.57378472221898846</c:v>
                </c:pt>
                <c:pt idx="49576">
                  <c:v>0.57379629629576812</c:v>
                </c:pt>
                <c:pt idx="49577">
                  <c:v>0.57380787036527181</c:v>
                </c:pt>
                <c:pt idx="49578">
                  <c:v>0.57381944444205146</c:v>
                </c:pt>
                <c:pt idx="49579">
                  <c:v>0.57383101851883112</c:v>
                </c:pt>
                <c:pt idx="49580">
                  <c:v>0.57384259258833481</c:v>
                </c:pt>
                <c:pt idx="49581">
                  <c:v>0.57385416666511446</c:v>
                </c:pt>
                <c:pt idx="49582">
                  <c:v>0.57386574074189411</c:v>
                </c:pt>
                <c:pt idx="49583">
                  <c:v>0.57387731481139781</c:v>
                </c:pt>
                <c:pt idx="49584">
                  <c:v>0.57388888888817746</c:v>
                </c:pt>
                <c:pt idx="49585">
                  <c:v>0.57390046295768116</c:v>
                </c:pt>
                <c:pt idx="49586">
                  <c:v>0.57391203703446081</c:v>
                </c:pt>
                <c:pt idx="49587">
                  <c:v>0.57392361111124046</c:v>
                </c:pt>
                <c:pt idx="49588">
                  <c:v>0.57393518518074416</c:v>
                </c:pt>
                <c:pt idx="49589">
                  <c:v>0.57394675925752381</c:v>
                </c:pt>
                <c:pt idx="49590">
                  <c:v>0.57395833333430346</c:v>
                </c:pt>
                <c:pt idx="49591">
                  <c:v>0.57396990740380716</c:v>
                </c:pt>
                <c:pt idx="49592">
                  <c:v>0.57398148148058681</c:v>
                </c:pt>
                <c:pt idx="49593">
                  <c:v>0.5739930555500905</c:v>
                </c:pt>
                <c:pt idx="49594">
                  <c:v>0.57400462962687016</c:v>
                </c:pt>
                <c:pt idx="49595">
                  <c:v>0.57401620370364981</c:v>
                </c:pt>
                <c:pt idx="49596">
                  <c:v>0.5740277777731535</c:v>
                </c:pt>
                <c:pt idx="49597">
                  <c:v>0.57403935184993315</c:v>
                </c:pt>
                <c:pt idx="49598">
                  <c:v>0.57405092592671281</c:v>
                </c:pt>
                <c:pt idx="49599">
                  <c:v>0.5740624999962165</c:v>
                </c:pt>
                <c:pt idx="49600">
                  <c:v>0.57407407407299615</c:v>
                </c:pt>
                <c:pt idx="49601">
                  <c:v>0.57408564814249985</c:v>
                </c:pt>
                <c:pt idx="49602">
                  <c:v>0.5740972222192795</c:v>
                </c:pt>
                <c:pt idx="49603">
                  <c:v>0.57410879629605915</c:v>
                </c:pt>
                <c:pt idx="49604">
                  <c:v>0.57412037036556285</c:v>
                </c:pt>
                <c:pt idx="49605">
                  <c:v>0.5741319444423425</c:v>
                </c:pt>
                <c:pt idx="49606">
                  <c:v>0.57414351851912215</c:v>
                </c:pt>
                <c:pt idx="49607">
                  <c:v>0.57415509258862585</c:v>
                </c:pt>
                <c:pt idx="49608">
                  <c:v>0.5741666666654055</c:v>
                </c:pt>
                <c:pt idx="49609">
                  <c:v>0.5741782407349092</c:v>
                </c:pt>
                <c:pt idx="49610">
                  <c:v>0.57418981481168885</c:v>
                </c:pt>
                <c:pt idx="49611">
                  <c:v>0.5742013888884685</c:v>
                </c:pt>
                <c:pt idx="49612">
                  <c:v>0.57421296295797219</c:v>
                </c:pt>
                <c:pt idx="49613">
                  <c:v>0.57422453703475185</c:v>
                </c:pt>
                <c:pt idx="49614">
                  <c:v>0.5742361111115315</c:v>
                </c:pt>
                <c:pt idx="49615">
                  <c:v>0.57424768518103519</c:v>
                </c:pt>
                <c:pt idx="49616">
                  <c:v>0.57425925925781485</c:v>
                </c:pt>
                <c:pt idx="49617">
                  <c:v>0.5742708333345945</c:v>
                </c:pt>
                <c:pt idx="49618">
                  <c:v>0.57428240740409819</c:v>
                </c:pt>
                <c:pt idx="49619">
                  <c:v>0.57429398148087785</c:v>
                </c:pt>
                <c:pt idx="49620">
                  <c:v>0.57430555555038154</c:v>
                </c:pt>
                <c:pt idx="49621">
                  <c:v>0.57431712962716119</c:v>
                </c:pt>
                <c:pt idx="49622">
                  <c:v>0.57432870370394085</c:v>
                </c:pt>
                <c:pt idx="49623">
                  <c:v>0.57434027777344454</c:v>
                </c:pt>
                <c:pt idx="49624">
                  <c:v>0.57435185185022419</c:v>
                </c:pt>
                <c:pt idx="49625">
                  <c:v>0.57436342592700385</c:v>
                </c:pt>
                <c:pt idx="49626">
                  <c:v>0.57437499999650754</c:v>
                </c:pt>
                <c:pt idx="49627">
                  <c:v>0.57438657407328719</c:v>
                </c:pt>
                <c:pt idx="49628">
                  <c:v>0.57439814814279089</c:v>
                </c:pt>
                <c:pt idx="49629">
                  <c:v>0.57440972221957054</c:v>
                </c:pt>
                <c:pt idx="49630">
                  <c:v>0.57442129629635019</c:v>
                </c:pt>
                <c:pt idx="49631">
                  <c:v>0.57443287036585389</c:v>
                </c:pt>
                <c:pt idx="49632">
                  <c:v>0.57444444444263354</c:v>
                </c:pt>
                <c:pt idx="49633">
                  <c:v>0.57445601851941319</c:v>
                </c:pt>
                <c:pt idx="49634">
                  <c:v>0.57446759258891689</c:v>
                </c:pt>
                <c:pt idx="49635">
                  <c:v>0.57447916666569654</c:v>
                </c:pt>
                <c:pt idx="49636">
                  <c:v>0.57449074073520023</c:v>
                </c:pt>
                <c:pt idx="49637">
                  <c:v>0.57450231481197989</c:v>
                </c:pt>
                <c:pt idx="49638">
                  <c:v>0.57451388888875954</c:v>
                </c:pt>
                <c:pt idx="49639">
                  <c:v>0.57452546295826323</c:v>
                </c:pt>
                <c:pt idx="49640">
                  <c:v>0.57453703703504289</c:v>
                </c:pt>
                <c:pt idx="49641">
                  <c:v>0.57454861111182254</c:v>
                </c:pt>
                <c:pt idx="49642">
                  <c:v>0.57456018518132623</c:v>
                </c:pt>
                <c:pt idx="49643">
                  <c:v>0.57457175925810589</c:v>
                </c:pt>
                <c:pt idx="49644">
                  <c:v>0.57458333332760958</c:v>
                </c:pt>
                <c:pt idx="49645">
                  <c:v>0.57459490740438923</c:v>
                </c:pt>
                <c:pt idx="49646">
                  <c:v>0.57460648148116888</c:v>
                </c:pt>
                <c:pt idx="49647">
                  <c:v>0.57461805555067258</c:v>
                </c:pt>
                <c:pt idx="49648">
                  <c:v>0.57462962962745223</c:v>
                </c:pt>
                <c:pt idx="49649">
                  <c:v>0.57464120370423188</c:v>
                </c:pt>
                <c:pt idx="49650">
                  <c:v>0.57465277777373558</c:v>
                </c:pt>
                <c:pt idx="49651">
                  <c:v>0.57466435185051523</c:v>
                </c:pt>
                <c:pt idx="49652">
                  <c:v>0.57467592592001893</c:v>
                </c:pt>
                <c:pt idx="49653">
                  <c:v>0.57468749999679858</c:v>
                </c:pt>
                <c:pt idx="49654">
                  <c:v>0.57469907407357823</c:v>
                </c:pt>
                <c:pt idx="49655">
                  <c:v>0.57471064814308193</c:v>
                </c:pt>
                <c:pt idx="49656">
                  <c:v>0.57472222221986158</c:v>
                </c:pt>
                <c:pt idx="49657">
                  <c:v>0.57473379629664123</c:v>
                </c:pt>
                <c:pt idx="49658">
                  <c:v>0.57474537036614493</c:v>
                </c:pt>
                <c:pt idx="49659">
                  <c:v>0.57475694444292458</c:v>
                </c:pt>
                <c:pt idx="49660">
                  <c:v>0.57476851851970423</c:v>
                </c:pt>
                <c:pt idx="49661">
                  <c:v>0.57478009258920792</c:v>
                </c:pt>
                <c:pt idx="49662">
                  <c:v>0.57479166666598758</c:v>
                </c:pt>
                <c:pt idx="49663">
                  <c:v>0.57480324073549127</c:v>
                </c:pt>
                <c:pt idx="49664">
                  <c:v>0.57481481481227092</c:v>
                </c:pt>
                <c:pt idx="49665">
                  <c:v>0.57482638888905058</c:v>
                </c:pt>
                <c:pt idx="49666">
                  <c:v>0.57483796295855427</c:v>
                </c:pt>
                <c:pt idx="49667">
                  <c:v>0.57484953703533392</c:v>
                </c:pt>
                <c:pt idx="49668">
                  <c:v>0.57486111111211358</c:v>
                </c:pt>
                <c:pt idx="49669">
                  <c:v>0.57487268518161727</c:v>
                </c:pt>
                <c:pt idx="49670">
                  <c:v>0.57488425925839692</c:v>
                </c:pt>
                <c:pt idx="49671">
                  <c:v>0.57489583332790062</c:v>
                </c:pt>
                <c:pt idx="49672">
                  <c:v>0.57490740740468027</c:v>
                </c:pt>
                <c:pt idx="49673">
                  <c:v>0.57491898148145992</c:v>
                </c:pt>
                <c:pt idx="49674">
                  <c:v>0.57493055555096362</c:v>
                </c:pt>
                <c:pt idx="49675">
                  <c:v>0.57494212962774327</c:v>
                </c:pt>
                <c:pt idx="49676">
                  <c:v>0.57495370370452292</c:v>
                </c:pt>
                <c:pt idx="49677">
                  <c:v>0.57496527777402662</c:v>
                </c:pt>
                <c:pt idx="49678">
                  <c:v>0.57497685185080627</c:v>
                </c:pt>
                <c:pt idx="49679">
                  <c:v>0.57498842592030996</c:v>
                </c:pt>
                <c:pt idx="49680">
                  <c:v>0.57499999999708962</c:v>
                </c:pt>
                <c:pt idx="49681">
                  <c:v>0.57501157407386927</c:v>
                </c:pt>
                <c:pt idx="49682">
                  <c:v>0.57502314814337296</c:v>
                </c:pt>
                <c:pt idx="49683">
                  <c:v>0.57503472222015262</c:v>
                </c:pt>
                <c:pt idx="49684">
                  <c:v>0.57504629629693227</c:v>
                </c:pt>
                <c:pt idx="49685">
                  <c:v>0.57505787036643596</c:v>
                </c:pt>
                <c:pt idx="49686">
                  <c:v>0.57506944444321562</c:v>
                </c:pt>
                <c:pt idx="49687">
                  <c:v>0.57508101851271931</c:v>
                </c:pt>
                <c:pt idx="49688">
                  <c:v>0.57509259258949896</c:v>
                </c:pt>
                <c:pt idx="49689">
                  <c:v>0.57510416666627862</c:v>
                </c:pt>
                <c:pt idx="49690">
                  <c:v>0.57511574073578231</c:v>
                </c:pt>
                <c:pt idx="49691">
                  <c:v>0.57512731481256196</c:v>
                </c:pt>
                <c:pt idx="49692">
                  <c:v>0.57513888888934162</c:v>
                </c:pt>
                <c:pt idx="49693">
                  <c:v>0.57515046295884531</c:v>
                </c:pt>
                <c:pt idx="49694">
                  <c:v>0.57516203703562496</c:v>
                </c:pt>
                <c:pt idx="49695">
                  <c:v>0.57517361111240461</c:v>
                </c:pt>
                <c:pt idx="49696">
                  <c:v>0.57518518518190831</c:v>
                </c:pt>
                <c:pt idx="49697">
                  <c:v>0.57519675925868796</c:v>
                </c:pt>
                <c:pt idx="49698">
                  <c:v>0.57520833332819166</c:v>
                </c:pt>
                <c:pt idx="49699">
                  <c:v>0.57521990740497131</c:v>
                </c:pt>
                <c:pt idx="49700">
                  <c:v>0.57523148148175096</c:v>
                </c:pt>
                <c:pt idx="49701">
                  <c:v>0.57524305555125466</c:v>
                </c:pt>
                <c:pt idx="49702">
                  <c:v>0.57525462962803431</c:v>
                </c:pt>
                <c:pt idx="49703">
                  <c:v>0.57526620370481396</c:v>
                </c:pt>
                <c:pt idx="49704">
                  <c:v>0.57527777777431766</c:v>
                </c:pt>
                <c:pt idx="49705">
                  <c:v>0.57528935185109731</c:v>
                </c:pt>
                <c:pt idx="49706">
                  <c:v>0.575300925920601</c:v>
                </c:pt>
                <c:pt idx="49707">
                  <c:v>0.57531249999738066</c:v>
                </c:pt>
                <c:pt idx="49708">
                  <c:v>0.57532407407416031</c:v>
                </c:pt>
                <c:pt idx="49709">
                  <c:v>0.575335648143664</c:v>
                </c:pt>
                <c:pt idx="49710">
                  <c:v>0.57534722222044365</c:v>
                </c:pt>
                <c:pt idx="49711">
                  <c:v>0.57535879629722331</c:v>
                </c:pt>
                <c:pt idx="49712">
                  <c:v>0.575370370366727</c:v>
                </c:pt>
                <c:pt idx="49713">
                  <c:v>0.57538194444350665</c:v>
                </c:pt>
                <c:pt idx="49714">
                  <c:v>0.57539351851301035</c:v>
                </c:pt>
                <c:pt idx="49715">
                  <c:v>0.57540509258979</c:v>
                </c:pt>
                <c:pt idx="49716">
                  <c:v>0.57541666666656965</c:v>
                </c:pt>
                <c:pt idx="49717">
                  <c:v>0.57542824073607335</c:v>
                </c:pt>
                <c:pt idx="49718">
                  <c:v>0.575439814812853</c:v>
                </c:pt>
                <c:pt idx="49719">
                  <c:v>0.57545138888963265</c:v>
                </c:pt>
                <c:pt idx="49720">
                  <c:v>0.57546296295913635</c:v>
                </c:pt>
                <c:pt idx="49721">
                  <c:v>0.575474537035916</c:v>
                </c:pt>
                <c:pt idx="49722">
                  <c:v>0.5754861111054197</c:v>
                </c:pt>
                <c:pt idx="49723">
                  <c:v>0.57549768518219935</c:v>
                </c:pt>
                <c:pt idx="49724">
                  <c:v>0.575509259258979</c:v>
                </c:pt>
                <c:pt idx="49725">
                  <c:v>0.57552083332848269</c:v>
                </c:pt>
                <c:pt idx="49726">
                  <c:v>0.57553240740526235</c:v>
                </c:pt>
                <c:pt idx="49727">
                  <c:v>0.575543981482042</c:v>
                </c:pt>
                <c:pt idx="49728">
                  <c:v>0.57555555555154569</c:v>
                </c:pt>
                <c:pt idx="49729">
                  <c:v>0.57556712962832535</c:v>
                </c:pt>
                <c:pt idx="49730">
                  <c:v>0.57557870369782904</c:v>
                </c:pt>
                <c:pt idx="49731">
                  <c:v>0.57559027777460869</c:v>
                </c:pt>
                <c:pt idx="49732">
                  <c:v>0.57560185185138835</c:v>
                </c:pt>
                <c:pt idx="49733">
                  <c:v>0.57561342592089204</c:v>
                </c:pt>
                <c:pt idx="49734">
                  <c:v>0.57562499999767169</c:v>
                </c:pt>
                <c:pt idx="49735">
                  <c:v>0.57563657407445135</c:v>
                </c:pt>
                <c:pt idx="49736">
                  <c:v>0.57564814814395504</c:v>
                </c:pt>
                <c:pt idx="49737">
                  <c:v>0.57565972222073469</c:v>
                </c:pt>
                <c:pt idx="49738">
                  <c:v>0.57567129629751435</c:v>
                </c:pt>
                <c:pt idx="49739">
                  <c:v>0.57568287036701804</c:v>
                </c:pt>
                <c:pt idx="49740">
                  <c:v>0.57569444444379769</c:v>
                </c:pt>
                <c:pt idx="49741">
                  <c:v>0.57570601851330139</c:v>
                </c:pt>
                <c:pt idx="49742">
                  <c:v>0.57571759259008104</c:v>
                </c:pt>
                <c:pt idx="49743">
                  <c:v>0.57572916666686069</c:v>
                </c:pt>
                <c:pt idx="49744">
                  <c:v>0.57574074073636439</c:v>
                </c:pt>
                <c:pt idx="49745">
                  <c:v>0.57575231481314404</c:v>
                </c:pt>
                <c:pt idx="49746">
                  <c:v>0.57576388888992369</c:v>
                </c:pt>
                <c:pt idx="49747">
                  <c:v>0.57577546295942739</c:v>
                </c:pt>
                <c:pt idx="49748">
                  <c:v>0.57578703703620704</c:v>
                </c:pt>
                <c:pt idx="49749">
                  <c:v>0.57579861110571073</c:v>
                </c:pt>
                <c:pt idx="49750">
                  <c:v>0.57581018518249039</c:v>
                </c:pt>
                <c:pt idx="49751">
                  <c:v>0.57582175925927004</c:v>
                </c:pt>
                <c:pt idx="49752">
                  <c:v>0.57583333332877373</c:v>
                </c:pt>
                <c:pt idx="49753">
                  <c:v>0.57584490740555339</c:v>
                </c:pt>
                <c:pt idx="49754">
                  <c:v>0.57585648148233304</c:v>
                </c:pt>
                <c:pt idx="49755">
                  <c:v>0.57586805555183673</c:v>
                </c:pt>
                <c:pt idx="49756">
                  <c:v>0.57587962962861639</c:v>
                </c:pt>
                <c:pt idx="49757">
                  <c:v>0.57589120369812008</c:v>
                </c:pt>
                <c:pt idx="49758">
                  <c:v>0.57590277777489973</c:v>
                </c:pt>
                <c:pt idx="49759">
                  <c:v>0.57591435185167938</c:v>
                </c:pt>
                <c:pt idx="49760">
                  <c:v>0.57592592592118308</c:v>
                </c:pt>
                <c:pt idx="49761">
                  <c:v>0.57593749999796273</c:v>
                </c:pt>
                <c:pt idx="49762">
                  <c:v>0.57594907407474238</c:v>
                </c:pt>
                <c:pt idx="49763">
                  <c:v>0.57596064814424608</c:v>
                </c:pt>
                <c:pt idx="49764">
                  <c:v>0.57597222222102573</c:v>
                </c:pt>
                <c:pt idx="49765">
                  <c:v>0.57598379629052943</c:v>
                </c:pt>
                <c:pt idx="49766">
                  <c:v>0.57599537036730908</c:v>
                </c:pt>
                <c:pt idx="49767">
                  <c:v>0.57600694444408873</c:v>
                </c:pt>
                <c:pt idx="49768">
                  <c:v>0.57601851851359243</c:v>
                </c:pt>
                <c:pt idx="49769">
                  <c:v>0.57603009259037208</c:v>
                </c:pt>
                <c:pt idx="49770">
                  <c:v>0.57604166666715173</c:v>
                </c:pt>
                <c:pt idx="49771">
                  <c:v>0.57605324073665543</c:v>
                </c:pt>
                <c:pt idx="49772">
                  <c:v>0.57606481481343508</c:v>
                </c:pt>
                <c:pt idx="49773">
                  <c:v>0.57607638889021473</c:v>
                </c:pt>
                <c:pt idx="49774">
                  <c:v>0.57608796295971842</c:v>
                </c:pt>
                <c:pt idx="49775">
                  <c:v>0.57609953703649808</c:v>
                </c:pt>
                <c:pt idx="49776">
                  <c:v>0.57611111110600177</c:v>
                </c:pt>
                <c:pt idx="49777">
                  <c:v>0.57612268518278142</c:v>
                </c:pt>
                <c:pt idx="49778">
                  <c:v>0.57613425925956108</c:v>
                </c:pt>
                <c:pt idx="49779">
                  <c:v>0.57614583332906477</c:v>
                </c:pt>
                <c:pt idx="49780">
                  <c:v>0.57615740740584442</c:v>
                </c:pt>
                <c:pt idx="49781">
                  <c:v>0.57616898148262408</c:v>
                </c:pt>
                <c:pt idx="49782">
                  <c:v>0.57618055555212777</c:v>
                </c:pt>
                <c:pt idx="49783">
                  <c:v>0.57619212962890742</c:v>
                </c:pt>
                <c:pt idx="49784">
                  <c:v>0.57620370369841112</c:v>
                </c:pt>
                <c:pt idx="49785">
                  <c:v>0.57621527777519077</c:v>
                </c:pt>
                <c:pt idx="49786">
                  <c:v>0.57622685185197042</c:v>
                </c:pt>
                <c:pt idx="49787">
                  <c:v>0.57623842592147412</c:v>
                </c:pt>
                <c:pt idx="49788">
                  <c:v>0.57624999999825377</c:v>
                </c:pt>
                <c:pt idx="49789">
                  <c:v>0.57626157407503342</c:v>
                </c:pt>
                <c:pt idx="49790">
                  <c:v>0.57627314814453712</c:v>
                </c:pt>
                <c:pt idx="49791">
                  <c:v>0.57628472222131677</c:v>
                </c:pt>
                <c:pt idx="49792">
                  <c:v>0.57629629629082046</c:v>
                </c:pt>
                <c:pt idx="49793">
                  <c:v>0.57630787036760012</c:v>
                </c:pt>
                <c:pt idx="49794">
                  <c:v>0.57631944444437977</c:v>
                </c:pt>
                <c:pt idx="49795">
                  <c:v>0.57633101851388346</c:v>
                </c:pt>
                <c:pt idx="49796">
                  <c:v>0.57634259259066312</c:v>
                </c:pt>
                <c:pt idx="49797">
                  <c:v>0.57635416666744277</c:v>
                </c:pt>
                <c:pt idx="49798">
                  <c:v>0.57636574073694646</c:v>
                </c:pt>
                <c:pt idx="49799">
                  <c:v>0.57637731481372612</c:v>
                </c:pt>
                <c:pt idx="49800">
                  <c:v>0.57638888888322981</c:v>
                </c:pt>
                <c:pt idx="49801">
                  <c:v>0.57640046296000946</c:v>
                </c:pt>
                <c:pt idx="49802">
                  <c:v>0.57641203703678912</c:v>
                </c:pt>
                <c:pt idx="49803">
                  <c:v>0.57642361110629281</c:v>
                </c:pt>
                <c:pt idx="49804">
                  <c:v>0.57643518518307246</c:v>
                </c:pt>
                <c:pt idx="49805">
                  <c:v>0.57644675925985212</c:v>
                </c:pt>
                <c:pt idx="49806">
                  <c:v>0.57645833332935581</c:v>
                </c:pt>
                <c:pt idx="49807">
                  <c:v>0.57646990740613546</c:v>
                </c:pt>
                <c:pt idx="49808">
                  <c:v>0.57648148147563916</c:v>
                </c:pt>
                <c:pt idx="49809">
                  <c:v>0.57649305555241881</c:v>
                </c:pt>
                <c:pt idx="49810">
                  <c:v>0.57650462962919846</c:v>
                </c:pt>
                <c:pt idx="49811">
                  <c:v>0.57651620369870216</c:v>
                </c:pt>
                <c:pt idx="49812">
                  <c:v>0.57652777777548181</c:v>
                </c:pt>
                <c:pt idx="49813">
                  <c:v>0.57653935185226146</c:v>
                </c:pt>
                <c:pt idx="49814">
                  <c:v>0.57655092592176516</c:v>
                </c:pt>
                <c:pt idx="49815">
                  <c:v>0.57656249999854481</c:v>
                </c:pt>
                <c:pt idx="49816">
                  <c:v>0.57657407407532446</c:v>
                </c:pt>
                <c:pt idx="49817">
                  <c:v>0.57658564814482816</c:v>
                </c:pt>
                <c:pt idx="49818">
                  <c:v>0.57659722222160781</c:v>
                </c:pt>
                <c:pt idx="49819">
                  <c:v>0.5766087962911115</c:v>
                </c:pt>
                <c:pt idx="49820">
                  <c:v>0.57662037036789116</c:v>
                </c:pt>
                <c:pt idx="49821">
                  <c:v>0.57663194444467081</c:v>
                </c:pt>
                <c:pt idx="49822">
                  <c:v>0.5766435185141745</c:v>
                </c:pt>
                <c:pt idx="49823">
                  <c:v>0.57665509259095415</c:v>
                </c:pt>
                <c:pt idx="49824">
                  <c:v>0.57666666666773381</c:v>
                </c:pt>
                <c:pt idx="49825">
                  <c:v>0.5766782407372375</c:v>
                </c:pt>
                <c:pt idx="49826">
                  <c:v>0.57668981481401715</c:v>
                </c:pt>
                <c:pt idx="49827">
                  <c:v>0.57670138888352085</c:v>
                </c:pt>
                <c:pt idx="49828">
                  <c:v>0.5767129629603005</c:v>
                </c:pt>
                <c:pt idx="49829">
                  <c:v>0.57672453703708015</c:v>
                </c:pt>
                <c:pt idx="49830">
                  <c:v>0.57673611110658385</c:v>
                </c:pt>
                <c:pt idx="49831">
                  <c:v>0.5767476851833635</c:v>
                </c:pt>
                <c:pt idx="49832">
                  <c:v>0.57675925926014315</c:v>
                </c:pt>
                <c:pt idx="49833">
                  <c:v>0.57677083332964685</c:v>
                </c:pt>
                <c:pt idx="49834">
                  <c:v>0.5767824074064265</c:v>
                </c:pt>
                <c:pt idx="49835">
                  <c:v>0.5767939814759302</c:v>
                </c:pt>
                <c:pt idx="49836">
                  <c:v>0.57680555555270985</c:v>
                </c:pt>
                <c:pt idx="49837">
                  <c:v>0.5768171296294895</c:v>
                </c:pt>
                <c:pt idx="49838">
                  <c:v>0.57682870369899319</c:v>
                </c:pt>
                <c:pt idx="49839">
                  <c:v>0.57684027777577285</c:v>
                </c:pt>
                <c:pt idx="49840">
                  <c:v>0.5768518518525525</c:v>
                </c:pt>
                <c:pt idx="49841">
                  <c:v>0.57686342592205619</c:v>
                </c:pt>
                <c:pt idx="49842">
                  <c:v>0.57687499999883585</c:v>
                </c:pt>
                <c:pt idx="49843">
                  <c:v>0.57688657406833954</c:v>
                </c:pt>
                <c:pt idx="49844">
                  <c:v>0.57689814814511919</c:v>
                </c:pt>
                <c:pt idx="49845">
                  <c:v>0.57690972222189885</c:v>
                </c:pt>
                <c:pt idx="49846">
                  <c:v>0.57692129629140254</c:v>
                </c:pt>
                <c:pt idx="49847">
                  <c:v>0.57693287036818219</c:v>
                </c:pt>
                <c:pt idx="49848">
                  <c:v>0.57694444444496185</c:v>
                </c:pt>
                <c:pt idx="49849">
                  <c:v>0.57695601851446554</c:v>
                </c:pt>
                <c:pt idx="49850">
                  <c:v>0.57696759259124519</c:v>
                </c:pt>
                <c:pt idx="49851">
                  <c:v>0.57697916666074889</c:v>
                </c:pt>
                <c:pt idx="49852">
                  <c:v>0.57699074073752854</c:v>
                </c:pt>
                <c:pt idx="49853">
                  <c:v>0.57700231481430819</c:v>
                </c:pt>
                <c:pt idx="49854">
                  <c:v>0.57701388888381189</c:v>
                </c:pt>
                <c:pt idx="49855">
                  <c:v>0.57702546296059154</c:v>
                </c:pt>
                <c:pt idx="49856">
                  <c:v>0.57703703703737119</c:v>
                </c:pt>
                <c:pt idx="49857">
                  <c:v>0.57704861110687489</c:v>
                </c:pt>
                <c:pt idx="49858">
                  <c:v>0.57706018518365454</c:v>
                </c:pt>
                <c:pt idx="49859">
                  <c:v>0.57707175926043419</c:v>
                </c:pt>
                <c:pt idx="49860">
                  <c:v>0.57708333332993789</c:v>
                </c:pt>
                <c:pt idx="49861">
                  <c:v>0.57709490740671754</c:v>
                </c:pt>
                <c:pt idx="49862">
                  <c:v>0.57710648147622123</c:v>
                </c:pt>
                <c:pt idx="49863">
                  <c:v>0.57711805555300089</c:v>
                </c:pt>
                <c:pt idx="49864">
                  <c:v>0.57712962962978054</c:v>
                </c:pt>
                <c:pt idx="49865">
                  <c:v>0.57714120369928423</c:v>
                </c:pt>
                <c:pt idx="49866">
                  <c:v>0.57715277777606389</c:v>
                </c:pt>
                <c:pt idx="49867">
                  <c:v>0.57716435185284354</c:v>
                </c:pt>
                <c:pt idx="49868">
                  <c:v>0.57717592592234723</c:v>
                </c:pt>
                <c:pt idx="49869">
                  <c:v>0.57718749999912689</c:v>
                </c:pt>
                <c:pt idx="49870">
                  <c:v>0.57719907406863058</c:v>
                </c:pt>
                <c:pt idx="49871">
                  <c:v>0.57721064814541023</c:v>
                </c:pt>
                <c:pt idx="49872">
                  <c:v>0.57722222222218988</c:v>
                </c:pt>
                <c:pt idx="49873">
                  <c:v>0.57723379629169358</c:v>
                </c:pt>
                <c:pt idx="49874">
                  <c:v>0.57724537036847323</c:v>
                </c:pt>
                <c:pt idx="49875">
                  <c:v>0.57725694444525288</c:v>
                </c:pt>
                <c:pt idx="49876">
                  <c:v>0.57726851851475658</c:v>
                </c:pt>
                <c:pt idx="49877">
                  <c:v>0.57728009259153623</c:v>
                </c:pt>
                <c:pt idx="49878">
                  <c:v>0.57729166666103993</c:v>
                </c:pt>
                <c:pt idx="49879">
                  <c:v>0.57730324073781958</c:v>
                </c:pt>
                <c:pt idx="49880">
                  <c:v>0.57731481481459923</c:v>
                </c:pt>
                <c:pt idx="49881">
                  <c:v>0.57732638888410293</c:v>
                </c:pt>
                <c:pt idx="49882">
                  <c:v>0.57733796296088258</c:v>
                </c:pt>
                <c:pt idx="49883">
                  <c:v>0.57734953703766223</c:v>
                </c:pt>
                <c:pt idx="49884">
                  <c:v>0.57736111110716593</c:v>
                </c:pt>
                <c:pt idx="49885">
                  <c:v>0.57737268518394558</c:v>
                </c:pt>
                <c:pt idx="49886">
                  <c:v>0.57738425925344927</c:v>
                </c:pt>
                <c:pt idx="49887">
                  <c:v>0.57739583333022892</c:v>
                </c:pt>
                <c:pt idx="49888">
                  <c:v>0.57740740740700858</c:v>
                </c:pt>
                <c:pt idx="49889">
                  <c:v>0.57741898147651227</c:v>
                </c:pt>
                <c:pt idx="49890">
                  <c:v>0.57743055555329192</c:v>
                </c:pt>
                <c:pt idx="49891">
                  <c:v>0.57744212963007158</c:v>
                </c:pt>
                <c:pt idx="49892">
                  <c:v>0.57745370369957527</c:v>
                </c:pt>
                <c:pt idx="49893">
                  <c:v>0.57746527777635492</c:v>
                </c:pt>
                <c:pt idx="49894">
                  <c:v>0.57747685185313458</c:v>
                </c:pt>
                <c:pt idx="49895">
                  <c:v>0.57748842592263827</c:v>
                </c:pt>
                <c:pt idx="49896">
                  <c:v>0.57749999999941792</c:v>
                </c:pt>
                <c:pt idx="49897">
                  <c:v>0.57751157406892162</c:v>
                </c:pt>
                <c:pt idx="49898">
                  <c:v>0.57752314814570127</c:v>
                </c:pt>
                <c:pt idx="49899">
                  <c:v>0.57753472222248092</c:v>
                </c:pt>
                <c:pt idx="49900">
                  <c:v>0.57754629629198462</c:v>
                </c:pt>
                <c:pt idx="49901">
                  <c:v>0.57755787036876427</c:v>
                </c:pt>
                <c:pt idx="49902">
                  <c:v>0.57756944444554392</c:v>
                </c:pt>
                <c:pt idx="49903">
                  <c:v>0.57758101851504762</c:v>
                </c:pt>
                <c:pt idx="49904">
                  <c:v>0.57759259259182727</c:v>
                </c:pt>
                <c:pt idx="49905">
                  <c:v>0.57760416666133096</c:v>
                </c:pt>
                <c:pt idx="49906">
                  <c:v>0.57761574073811062</c:v>
                </c:pt>
                <c:pt idx="49907">
                  <c:v>0.57762731481489027</c:v>
                </c:pt>
                <c:pt idx="49908">
                  <c:v>0.57763888888439396</c:v>
                </c:pt>
                <c:pt idx="49909">
                  <c:v>0.57765046296117362</c:v>
                </c:pt>
                <c:pt idx="49910">
                  <c:v>0.57766203703795327</c:v>
                </c:pt>
                <c:pt idx="49911">
                  <c:v>0.57767361110745696</c:v>
                </c:pt>
                <c:pt idx="49912">
                  <c:v>0.57768518518423662</c:v>
                </c:pt>
                <c:pt idx="49913">
                  <c:v>0.57769675925374031</c:v>
                </c:pt>
                <c:pt idx="49914">
                  <c:v>0.57770833333051996</c:v>
                </c:pt>
                <c:pt idx="49915">
                  <c:v>0.57771990740729962</c:v>
                </c:pt>
                <c:pt idx="49916">
                  <c:v>0.57773148147680331</c:v>
                </c:pt>
                <c:pt idx="49917">
                  <c:v>0.57774305555358296</c:v>
                </c:pt>
                <c:pt idx="49918">
                  <c:v>0.57775462963036261</c:v>
                </c:pt>
                <c:pt idx="49919">
                  <c:v>0.57776620369986631</c:v>
                </c:pt>
                <c:pt idx="49920">
                  <c:v>0.57777777777664596</c:v>
                </c:pt>
                <c:pt idx="49921">
                  <c:v>0.57778935184614966</c:v>
                </c:pt>
                <c:pt idx="49922">
                  <c:v>0.57780092592292931</c:v>
                </c:pt>
                <c:pt idx="49923">
                  <c:v>0.57781249999970896</c:v>
                </c:pt>
                <c:pt idx="49924">
                  <c:v>0.57782407406921266</c:v>
                </c:pt>
                <c:pt idx="49925">
                  <c:v>0.57783564814599231</c:v>
                </c:pt>
                <c:pt idx="49926">
                  <c:v>0.57784722222277196</c:v>
                </c:pt>
                <c:pt idx="49927">
                  <c:v>0.57785879629227566</c:v>
                </c:pt>
                <c:pt idx="49928">
                  <c:v>0.57787037036905531</c:v>
                </c:pt>
                <c:pt idx="49929">
                  <c:v>0.577881944438559</c:v>
                </c:pt>
                <c:pt idx="49930">
                  <c:v>0.57789351851533866</c:v>
                </c:pt>
                <c:pt idx="49931">
                  <c:v>0.57790509259211831</c:v>
                </c:pt>
                <c:pt idx="49932">
                  <c:v>0.577916666661622</c:v>
                </c:pt>
                <c:pt idx="49933">
                  <c:v>0.57792824073840166</c:v>
                </c:pt>
                <c:pt idx="49934">
                  <c:v>0.57793981481518131</c:v>
                </c:pt>
                <c:pt idx="49935">
                  <c:v>0.577951388884685</c:v>
                </c:pt>
                <c:pt idx="49936">
                  <c:v>0.57796296296146465</c:v>
                </c:pt>
                <c:pt idx="49937">
                  <c:v>0.57797453703824431</c:v>
                </c:pt>
                <c:pt idx="49938">
                  <c:v>0.577986111107748</c:v>
                </c:pt>
                <c:pt idx="49939">
                  <c:v>0.57799768518452765</c:v>
                </c:pt>
                <c:pt idx="49940">
                  <c:v>0.57800925925403135</c:v>
                </c:pt>
                <c:pt idx="49941">
                  <c:v>0.578020833330811</c:v>
                </c:pt>
                <c:pt idx="49942">
                  <c:v>0.57803240740759065</c:v>
                </c:pt>
                <c:pt idx="49943">
                  <c:v>0.57804398147709435</c:v>
                </c:pt>
                <c:pt idx="49944">
                  <c:v>0.578055555553874</c:v>
                </c:pt>
                <c:pt idx="49945">
                  <c:v>0.57806712963065365</c:v>
                </c:pt>
                <c:pt idx="49946">
                  <c:v>0.57807870370015735</c:v>
                </c:pt>
                <c:pt idx="49947">
                  <c:v>0.578090277776937</c:v>
                </c:pt>
                <c:pt idx="49948">
                  <c:v>0.5781018518464407</c:v>
                </c:pt>
                <c:pt idx="49949">
                  <c:v>0.57811342592322035</c:v>
                </c:pt>
                <c:pt idx="49950">
                  <c:v>0.578125</c:v>
                </c:pt>
                <c:pt idx="49951">
                  <c:v>0.57813657406950369</c:v>
                </c:pt>
                <c:pt idx="49952">
                  <c:v>0.57814814814628335</c:v>
                </c:pt>
                <c:pt idx="49953">
                  <c:v>0.578159722223063</c:v>
                </c:pt>
                <c:pt idx="49954">
                  <c:v>0.57817129629256669</c:v>
                </c:pt>
                <c:pt idx="49955">
                  <c:v>0.57818287036934635</c:v>
                </c:pt>
                <c:pt idx="49956">
                  <c:v>0.57819444443885004</c:v>
                </c:pt>
                <c:pt idx="49957">
                  <c:v>0.57820601851562969</c:v>
                </c:pt>
                <c:pt idx="49958">
                  <c:v>0.57821759259240935</c:v>
                </c:pt>
                <c:pt idx="49959">
                  <c:v>0.57822916666191304</c:v>
                </c:pt>
                <c:pt idx="49960">
                  <c:v>0.57824074073869269</c:v>
                </c:pt>
                <c:pt idx="49961">
                  <c:v>0.57825231481547235</c:v>
                </c:pt>
                <c:pt idx="49962">
                  <c:v>0.57826388888497604</c:v>
                </c:pt>
                <c:pt idx="49963">
                  <c:v>0.57827546296175569</c:v>
                </c:pt>
                <c:pt idx="49964">
                  <c:v>0.57828703703125939</c:v>
                </c:pt>
                <c:pt idx="49965">
                  <c:v>0.57829861110803904</c:v>
                </c:pt>
                <c:pt idx="49966">
                  <c:v>0.57831018518481869</c:v>
                </c:pt>
                <c:pt idx="49967">
                  <c:v>0.57832175925432239</c:v>
                </c:pt>
                <c:pt idx="49968">
                  <c:v>0.57833333333110204</c:v>
                </c:pt>
                <c:pt idx="49969">
                  <c:v>0.57834490740788169</c:v>
                </c:pt>
                <c:pt idx="49970">
                  <c:v>0.57835648147738539</c:v>
                </c:pt>
                <c:pt idx="49971">
                  <c:v>0.57836805555416504</c:v>
                </c:pt>
                <c:pt idx="49972">
                  <c:v>0.57837962963094469</c:v>
                </c:pt>
                <c:pt idx="49973">
                  <c:v>0.57839120370044839</c:v>
                </c:pt>
                <c:pt idx="49974">
                  <c:v>0.57840277777722804</c:v>
                </c:pt>
                <c:pt idx="49975">
                  <c:v>0.57841435184673173</c:v>
                </c:pt>
                <c:pt idx="49976">
                  <c:v>0.57842592592351139</c:v>
                </c:pt>
                <c:pt idx="49977">
                  <c:v>0.57843750000029104</c:v>
                </c:pt>
                <c:pt idx="49978">
                  <c:v>0.57844907406979473</c:v>
                </c:pt>
                <c:pt idx="49979">
                  <c:v>0.57846064814657439</c:v>
                </c:pt>
                <c:pt idx="49980">
                  <c:v>0.57847222222335404</c:v>
                </c:pt>
                <c:pt idx="49981">
                  <c:v>0.57848379629285773</c:v>
                </c:pt>
                <c:pt idx="49982">
                  <c:v>0.57849537036963739</c:v>
                </c:pt>
                <c:pt idx="49983">
                  <c:v>0.57850694443914108</c:v>
                </c:pt>
                <c:pt idx="49984">
                  <c:v>0.57851851851592073</c:v>
                </c:pt>
                <c:pt idx="49985">
                  <c:v>0.57853009259270038</c:v>
                </c:pt>
                <c:pt idx="49986">
                  <c:v>0.57854166666220408</c:v>
                </c:pt>
                <c:pt idx="49987">
                  <c:v>0.57855324073898373</c:v>
                </c:pt>
                <c:pt idx="49988">
                  <c:v>0.57856481481576338</c:v>
                </c:pt>
                <c:pt idx="49989">
                  <c:v>0.57857638888526708</c:v>
                </c:pt>
                <c:pt idx="49990">
                  <c:v>0.57858796296204673</c:v>
                </c:pt>
                <c:pt idx="49991">
                  <c:v>0.57859953703155043</c:v>
                </c:pt>
                <c:pt idx="49992">
                  <c:v>0.57861111110833008</c:v>
                </c:pt>
                <c:pt idx="49993">
                  <c:v>0.57862268518510973</c:v>
                </c:pt>
                <c:pt idx="49994">
                  <c:v>0.57863425925461343</c:v>
                </c:pt>
                <c:pt idx="49995">
                  <c:v>0.57864583333139308</c:v>
                </c:pt>
                <c:pt idx="49996">
                  <c:v>0.57865740740817273</c:v>
                </c:pt>
                <c:pt idx="49997">
                  <c:v>0.57866898147767643</c:v>
                </c:pt>
                <c:pt idx="49998">
                  <c:v>0.57868055555445608</c:v>
                </c:pt>
                <c:pt idx="49999">
                  <c:v>0.57869212962395977</c:v>
                </c:pt>
                <c:pt idx="50000">
                  <c:v>0.57870370370073942</c:v>
                </c:pt>
                <c:pt idx="50001">
                  <c:v>0.57871527777751908</c:v>
                </c:pt>
                <c:pt idx="50002">
                  <c:v>0.57872685184702277</c:v>
                </c:pt>
                <c:pt idx="50003">
                  <c:v>0.57873842592380242</c:v>
                </c:pt>
                <c:pt idx="50004">
                  <c:v>0.57875000000058208</c:v>
                </c:pt>
                <c:pt idx="50005">
                  <c:v>0.57876157407008577</c:v>
                </c:pt>
                <c:pt idx="50006">
                  <c:v>0.57877314814686542</c:v>
                </c:pt>
                <c:pt idx="50007">
                  <c:v>0.57878472221636912</c:v>
                </c:pt>
                <c:pt idx="50008">
                  <c:v>0.57879629629314877</c:v>
                </c:pt>
                <c:pt idx="50009">
                  <c:v>0.57880787036992842</c:v>
                </c:pt>
                <c:pt idx="50010">
                  <c:v>0.57881944443943212</c:v>
                </c:pt>
                <c:pt idx="50011">
                  <c:v>0.57883101851621177</c:v>
                </c:pt>
                <c:pt idx="50012">
                  <c:v>0.57884259259299142</c:v>
                </c:pt>
                <c:pt idx="50013">
                  <c:v>0.57885416666249512</c:v>
                </c:pt>
                <c:pt idx="50014">
                  <c:v>0.57886574073927477</c:v>
                </c:pt>
                <c:pt idx="50015">
                  <c:v>0.57887731481605442</c:v>
                </c:pt>
                <c:pt idx="50016">
                  <c:v>0.57888888888555812</c:v>
                </c:pt>
                <c:pt idx="50017">
                  <c:v>0.57890046296233777</c:v>
                </c:pt>
                <c:pt idx="50018">
                  <c:v>0.57891203703184146</c:v>
                </c:pt>
                <c:pt idx="50019">
                  <c:v>0.57892361110862112</c:v>
                </c:pt>
                <c:pt idx="50020">
                  <c:v>0.57893518518540077</c:v>
                </c:pt>
                <c:pt idx="50021">
                  <c:v>0.57894675925490446</c:v>
                </c:pt>
                <c:pt idx="50022">
                  <c:v>0.57895833333168412</c:v>
                </c:pt>
                <c:pt idx="50023">
                  <c:v>0.57896990740846377</c:v>
                </c:pt>
                <c:pt idx="50024">
                  <c:v>0.57898148147796746</c:v>
                </c:pt>
                <c:pt idx="50025">
                  <c:v>0.57899305555474712</c:v>
                </c:pt>
                <c:pt idx="50026">
                  <c:v>0.57900462962425081</c:v>
                </c:pt>
                <c:pt idx="50027">
                  <c:v>0.57901620370103046</c:v>
                </c:pt>
                <c:pt idx="50028">
                  <c:v>0.57902777777781012</c:v>
                </c:pt>
                <c:pt idx="50029">
                  <c:v>0.57903935184731381</c:v>
                </c:pt>
                <c:pt idx="50030">
                  <c:v>0.57905092592409346</c:v>
                </c:pt>
                <c:pt idx="50031">
                  <c:v>0.57906250000087311</c:v>
                </c:pt>
                <c:pt idx="50032">
                  <c:v>0.57907407407037681</c:v>
                </c:pt>
                <c:pt idx="50033">
                  <c:v>0.57908564814715646</c:v>
                </c:pt>
                <c:pt idx="50034">
                  <c:v>0.57909722221666016</c:v>
                </c:pt>
                <c:pt idx="50035">
                  <c:v>0.57910879629343981</c:v>
                </c:pt>
                <c:pt idx="50036">
                  <c:v>0.57912037037021946</c:v>
                </c:pt>
                <c:pt idx="50037">
                  <c:v>0.57913194443972316</c:v>
                </c:pt>
                <c:pt idx="50038">
                  <c:v>0.57914351851650281</c:v>
                </c:pt>
                <c:pt idx="50039">
                  <c:v>0.57915509259328246</c:v>
                </c:pt>
                <c:pt idx="50040">
                  <c:v>0.57916666666278616</c:v>
                </c:pt>
                <c:pt idx="50041">
                  <c:v>0.57917824073956581</c:v>
                </c:pt>
                <c:pt idx="50042">
                  <c:v>0.5791898148090695</c:v>
                </c:pt>
                <c:pt idx="50043">
                  <c:v>0.57920138888584916</c:v>
                </c:pt>
                <c:pt idx="50044">
                  <c:v>0.57921296296262881</c:v>
                </c:pt>
                <c:pt idx="50045">
                  <c:v>0.5792245370321325</c:v>
                </c:pt>
                <c:pt idx="50046">
                  <c:v>0.57923611110891216</c:v>
                </c:pt>
                <c:pt idx="50047">
                  <c:v>0.57924768518569181</c:v>
                </c:pt>
                <c:pt idx="50048">
                  <c:v>0.5792592592551955</c:v>
                </c:pt>
                <c:pt idx="50049">
                  <c:v>0.57927083333197515</c:v>
                </c:pt>
                <c:pt idx="50050">
                  <c:v>0.57928240740147885</c:v>
                </c:pt>
                <c:pt idx="50051">
                  <c:v>0.5792939814782585</c:v>
                </c:pt>
                <c:pt idx="50052">
                  <c:v>0.57930555555503815</c:v>
                </c:pt>
                <c:pt idx="50053">
                  <c:v>0.57931712962454185</c:v>
                </c:pt>
                <c:pt idx="50054">
                  <c:v>0.5793287037013215</c:v>
                </c:pt>
                <c:pt idx="50055">
                  <c:v>0.57934027777810115</c:v>
                </c:pt>
                <c:pt idx="50056">
                  <c:v>0.57935185184760485</c:v>
                </c:pt>
                <c:pt idx="50057">
                  <c:v>0.5793634259243845</c:v>
                </c:pt>
                <c:pt idx="50058">
                  <c:v>0.57937500000116415</c:v>
                </c:pt>
                <c:pt idx="50059">
                  <c:v>0.57938657407066785</c:v>
                </c:pt>
                <c:pt idx="50060">
                  <c:v>0.5793981481474475</c:v>
                </c:pt>
                <c:pt idx="50061">
                  <c:v>0.5794097222169512</c:v>
                </c:pt>
                <c:pt idx="50062">
                  <c:v>0.57942129629373085</c:v>
                </c:pt>
                <c:pt idx="50063">
                  <c:v>0.5794328703705105</c:v>
                </c:pt>
                <c:pt idx="50064">
                  <c:v>0.57944444444001419</c:v>
                </c:pt>
                <c:pt idx="50065">
                  <c:v>0.57945601851679385</c:v>
                </c:pt>
                <c:pt idx="50066">
                  <c:v>0.5794675925935735</c:v>
                </c:pt>
                <c:pt idx="50067">
                  <c:v>0.57947916666307719</c:v>
                </c:pt>
                <c:pt idx="50068">
                  <c:v>0.57949074073985685</c:v>
                </c:pt>
                <c:pt idx="50069">
                  <c:v>0.57950231480936054</c:v>
                </c:pt>
                <c:pt idx="50070">
                  <c:v>0.57951388888614019</c:v>
                </c:pt>
                <c:pt idx="50071">
                  <c:v>0.57952546296291985</c:v>
                </c:pt>
                <c:pt idx="50072">
                  <c:v>0.57953703703242354</c:v>
                </c:pt>
                <c:pt idx="50073">
                  <c:v>0.57954861110920319</c:v>
                </c:pt>
                <c:pt idx="50074">
                  <c:v>0.57956018518598285</c:v>
                </c:pt>
                <c:pt idx="50075">
                  <c:v>0.57957175925548654</c:v>
                </c:pt>
                <c:pt idx="50076">
                  <c:v>0.57958333333226619</c:v>
                </c:pt>
                <c:pt idx="50077">
                  <c:v>0.57959490740176989</c:v>
                </c:pt>
                <c:pt idx="50078">
                  <c:v>0.57960648147854954</c:v>
                </c:pt>
                <c:pt idx="50079">
                  <c:v>0.57961805555532919</c:v>
                </c:pt>
                <c:pt idx="50080">
                  <c:v>0.57962962962483289</c:v>
                </c:pt>
                <c:pt idx="50081">
                  <c:v>0.57964120370161254</c:v>
                </c:pt>
                <c:pt idx="50082">
                  <c:v>0.57965277777839219</c:v>
                </c:pt>
                <c:pt idx="50083">
                  <c:v>0.57966435184789589</c:v>
                </c:pt>
                <c:pt idx="50084">
                  <c:v>0.57967592592467554</c:v>
                </c:pt>
                <c:pt idx="50085">
                  <c:v>0.57968749999417923</c:v>
                </c:pt>
                <c:pt idx="50086">
                  <c:v>0.57969907407095889</c:v>
                </c:pt>
                <c:pt idx="50087">
                  <c:v>0.57971064814773854</c:v>
                </c:pt>
                <c:pt idx="50088">
                  <c:v>0.57972222221724223</c:v>
                </c:pt>
                <c:pt idx="50089">
                  <c:v>0.57973379629402189</c:v>
                </c:pt>
                <c:pt idx="50090">
                  <c:v>0.57974537037080154</c:v>
                </c:pt>
                <c:pt idx="50091">
                  <c:v>0.57975694444030523</c:v>
                </c:pt>
                <c:pt idx="50092">
                  <c:v>0.57976851851708489</c:v>
                </c:pt>
                <c:pt idx="50093">
                  <c:v>0.57978009259386454</c:v>
                </c:pt>
                <c:pt idx="50094">
                  <c:v>0.57979166666336823</c:v>
                </c:pt>
                <c:pt idx="50095">
                  <c:v>0.57980324074014788</c:v>
                </c:pt>
                <c:pt idx="50096">
                  <c:v>0.57981481480965158</c:v>
                </c:pt>
                <c:pt idx="50097">
                  <c:v>0.57982638888643123</c:v>
                </c:pt>
                <c:pt idx="50098">
                  <c:v>0.57983796296321088</c:v>
                </c:pt>
                <c:pt idx="50099">
                  <c:v>0.57984953703271458</c:v>
                </c:pt>
                <c:pt idx="50100">
                  <c:v>0.57986111110949423</c:v>
                </c:pt>
                <c:pt idx="50101">
                  <c:v>0.57987268518627388</c:v>
                </c:pt>
                <c:pt idx="50102">
                  <c:v>0.57988425925577758</c:v>
                </c:pt>
                <c:pt idx="50103">
                  <c:v>0.57989583333255723</c:v>
                </c:pt>
                <c:pt idx="50104">
                  <c:v>0.57990740740206093</c:v>
                </c:pt>
                <c:pt idx="50105">
                  <c:v>0.57991898147884058</c:v>
                </c:pt>
                <c:pt idx="50106">
                  <c:v>0.57993055555562023</c:v>
                </c:pt>
                <c:pt idx="50107">
                  <c:v>0.57994212962512393</c:v>
                </c:pt>
                <c:pt idx="50108">
                  <c:v>0.57995370370190358</c:v>
                </c:pt>
                <c:pt idx="50109">
                  <c:v>0.57996527777868323</c:v>
                </c:pt>
                <c:pt idx="50110">
                  <c:v>0.57997685184818693</c:v>
                </c:pt>
                <c:pt idx="50111">
                  <c:v>0.57998842592496658</c:v>
                </c:pt>
                <c:pt idx="50112">
                  <c:v>0.57999999999447027</c:v>
                </c:pt>
                <c:pt idx="50113">
                  <c:v>0.58001157407124992</c:v>
                </c:pt>
                <c:pt idx="50114">
                  <c:v>0.58002314814802958</c:v>
                </c:pt>
                <c:pt idx="50115">
                  <c:v>0.58003472221753327</c:v>
                </c:pt>
                <c:pt idx="50116">
                  <c:v>0.58004629629431292</c:v>
                </c:pt>
                <c:pt idx="50117">
                  <c:v>0.58005787037109258</c:v>
                </c:pt>
                <c:pt idx="50118">
                  <c:v>0.58006944444059627</c:v>
                </c:pt>
                <c:pt idx="50119">
                  <c:v>0.58008101851737592</c:v>
                </c:pt>
                <c:pt idx="50120">
                  <c:v>0.58009259258687962</c:v>
                </c:pt>
                <c:pt idx="50121">
                  <c:v>0.58010416666365927</c:v>
                </c:pt>
                <c:pt idx="50122">
                  <c:v>0.58011574074043892</c:v>
                </c:pt>
                <c:pt idx="50123">
                  <c:v>0.58012731480994262</c:v>
                </c:pt>
                <c:pt idx="50124">
                  <c:v>0.58013888888672227</c:v>
                </c:pt>
                <c:pt idx="50125">
                  <c:v>0.58015046296350192</c:v>
                </c:pt>
                <c:pt idx="50126">
                  <c:v>0.58016203703300562</c:v>
                </c:pt>
                <c:pt idx="50127">
                  <c:v>0.58017361110978527</c:v>
                </c:pt>
                <c:pt idx="50128">
                  <c:v>0.58018518517928896</c:v>
                </c:pt>
                <c:pt idx="50129">
                  <c:v>0.58019675925606862</c:v>
                </c:pt>
                <c:pt idx="50130">
                  <c:v>0.58020833333284827</c:v>
                </c:pt>
                <c:pt idx="50131">
                  <c:v>0.58021990740235196</c:v>
                </c:pt>
                <c:pt idx="50132">
                  <c:v>0.58023148147913162</c:v>
                </c:pt>
                <c:pt idx="50133">
                  <c:v>0.58024305555591127</c:v>
                </c:pt>
                <c:pt idx="50134">
                  <c:v>0.58025462962541496</c:v>
                </c:pt>
                <c:pt idx="50135">
                  <c:v>0.58026620370219462</c:v>
                </c:pt>
                <c:pt idx="50136">
                  <c:v>0.58027777777897427</c:v>
                </c:pt>
                <c:pt idx="50137">
                  <c:v>0.58028935184847796</c:v>
                </c:pt>
                <c:pt idx="50138">
                  <c:v>0.58030092592525762</c:v>
                </c:pt>
                <c:pt idx="50139">
                  <c:v>0.58031249999476131</c:v>
                </c:pt>
                <c:pt idx="50140">
                  <c:v>0.58032407407154096</c:v>
                </c:pt>
                <c:pt idx="50141">
                  <c:v>0.58033564814832062</c:v>
                </c:pt>
                <c:pt idx="50142">
                  <c:v>0.58034722221782431</c:v>
                </c:pt>
                <c:pt idx="50143">
                  <c:v>0.58035879629460396</c:v>
                </c:pt>
                <c:pt idx="50144">
                  <c:v>0.58037037037138361</c:v>
                </c:pt>
                <c:pt idx="50145">
                  <c:v>0.58038194444088731</c:v>
                </c:pt>
                <c:pt idx="50146">
                  <c:v>0.58039351851766696</c:v>
                </c:pt>
                <c:pt idx="50147">
                  <c:v>0.58040509258717066</c:v>
                </c:pt>
                <c:pt idx="50148">
                  <c:v>0.58041666666395031</c:v>
                </c:pt>
                <c:pt idx="50149">
                  <c:v>0.58042824074072996</c:v>
                </c:pt>
                <c:pt idx="50150">
                  <c:v>0.58043981481023366</c:v>
                </c:pt>
                <c:pt idx="50151">
                  <c:v>0.58045138888701331</c:v>
                </c:pt>
                <c:pt idx="50152">
                  <c:v>0.58046296296379296</c:v>
                </c:pt>
                <c:pt idx="50153">
                  <c:v>0.58047453703329666</c:v>
                </c:pt>
                <c:pt idx="50154">
                  <c:v>0.58048611111007631</c:v>
                </c:pt>
                <c:pt idx="50155">
                  <c:v>0.58049768517958</c:v>
                </c:pt>
                <c:pt idx="50156">
                  <c:v>0.58050925925635966</c:v>
                </c:pt>
                <c:pt idx="50157">
                  <c:v>0.58052083333313931</c:v>
                </c:pt>
                <c:pt idx="50158">
                  <c:v>0.580532407402643</c:v>
                </c:pt>
                <c:pt idx="50159">
                  <c:v>0.58054398147942265</c:v>
                </c:pt>
                <c:pt idx="50160">
                  <c:v>0.58055555555620231</c:v>
                </c:pt>
                <c:pt idx="50161">
                  <c:v>0.580567129625706</c:v>
                </c:pt>
                <c:pt idx="50162">
                  <c:v>0.58057870370248565</c:v>
                </c:pt>
                <c:pt idx="50163">
                  <c:v>0.58059027777198935</c:v>
                </c:pt>
                <c:pt idx="50164">
                  <c:v>0.580601851848769</c:v>
                </c:pt>
                <c:pt idx="50165">
                  <c:v>0.58061342592554865</c:v>
                </c:pt>
                <c:pt idx="50166">
                  <c:v>0.58062499999505235</c:v>
                </c:pt>
                <c:pt idx="50167">
                  <c:v>0.580636574071832</c:v>
                </c:pt>
                <c:pt idx="50168">
                  <c:v>0.58064814814861165</c:v>
                </c:pt>
                <c:pt idx="50169">
                  <c:v>0.58065972221811535</c:v>
                </c:pt>
                <c:pt idx="50170">
                  <c:v>0.580671296294895</c:v>
                </c:pt>
                <c:pt idx="50171">
                  <c:v>0.58068287037167465</c:v>
                </c:pt>
                <c:pt idx="50172">
                  <c:v>0.58069444444117835</c:v>
                </c:pt>
                <c:pt idx="50173">
                  <c:v>0.580706018517958</c:v>
                </c:pt>
                <c:pt idx="50174">
                  <c:v>0.5807175925874617</c:v>
                </c:pt>
                <c:pt idx="50175">
                  <c:v>0.58072916666424135</c:v>
                </c:pt>
                <c:pt idx="50176">
                  <c:v>0.580740740741021</c:v>
                </c:pt>
                <c:pt idx="50177">
                  <c:v>0.58075231481052469</c:v>
                </c:pt>
                <c:pt idx="50178">
                  <c:v>0.58076388888730435</c:v>
                </c:pt>
                <c:pt idx="50179">
                  <c:v>0.580775462964084</c:v>
                </c:pt>
                <c:pt idx="50180">
                  <c:v>0.58078703703358769</c:v>
                </c:pt>
                <c:pt idx="50181">
                  <c:v>0.58079861111036735</c:v>
                </c:pt>
                <c:pt idx="50182">
                  <c:v>0.58081018517987104</c:v>
                </c:pt>
                <c:pt idx="50183">
                  <c:v>0.58082175925665069</c:v>
                </c:pt>
                <c:pt idx="50184">
                  <c:v>0.58083333333343035</c:v>
                </c:pt>
                <c:pt idx="50185">
                  <c:v>0.58084490740293404</c:v>
                </c:pt>
                <c:pt idx="50186">
                  <c:v>0.58085648147971369</c:v>
                </c:pt>
                <c:pt idx="50187">
                  <c:v>0.58086805555649335</c:v>
                </c:pt>
                <c:pt idx="50188">
                  <c:v>0.58087962962599704</c:v>
                </c:pt>
                <c:pt idx="50189">
                  <c:v>0.58089120370277669</c:v>
                </c:pt>
                <c:pt idx="50190">
                  <c:v>0.58090277777228039</c:v>
                </c:pt>
                <c:pt idx="50191">
                  <c:v>0.58091435184906004</c:v>
                </c:pt>
                <c:pt idx="50192">
                  <c:v>0.58092592592583969</c:v>
                </c:pt>
                <c:pt idx="50193">
                  <c:v>0.58093749999534339</c:v>
                </c:pt>
                <c:pt idx="50194">
                  <c:v>0.58094907407212304</c:v>
                </c:pt>
                <c:pt idx="50195">
                  <c:v>0.58096064814890269</c:v>
                </c:pt>
                <c:pt idx="50196">
                  <c:v>0.58097222221840639</c:v>
                </c:pt>
                <c:pt idx="50197">
                  <c:v>0.58098379629518604</c:v>
                </c:pt>
                <c:pt idx="50198">
                  <c:v>0.58099537036468973</c:v>
                </c:pt>
                <c:pt idx="50199">
                  <c:v>0.58100694444146939</c:v>
                </c:pt>
                <c:pt idx="50200">
                  <c:v>0.58101851851824904</c:v>
                </c:pt>
                <c:pt idx="50201">
                  <c:v>0.58103009258775273</c:v>
                </c:pt>
                <c:pt idx="50202">
                  <c:v>0.58104166666453239</c:v>
                </c:pt>
                <c:pt idx="50203">
                  <c:v>0.58105324074131204</c:v>
                </c:pt>
                <c:pt idx="50204">
                  <c:v>0.58106481481081573</c:v>
                </c:pt>
                <c:pt idx="50205">
                  <c:v>0.58107638888759539</c:v>
                </c:pt>
                <c:pt idx="50206">
                  <c:v>0.58108796295709908</c:v>
                </c:pt>
                <c:pt idx="50207">
                  <c:v>0.58109953703387873</c:v>
                </c:pt>
                <c:pt idx="50208">
                  <c:v>0.58111111111065838</c:v>
                </c:pt>
                <c:pt idx="50209">
                  <c:v>0.58112268518016208</c:v>
                </c:pt>
                <c:pt idx="50210">
                  <c:v>0.58113425925694173</c:v>
                </c:pt>
                <c:pt idx="50211">
                  <c:v>0.58114583333372138</c:v>
                </c:pt>
                <c:pt idx="50212">
                  <c:v>0.58115740740322508</c:v>
                </c:pt>
                <c:pt idx="50213">
                  <c:v>0.58116898148000473</c:v>
                </c:pt>
                <c:pt idx="50214">
                  <c:v>0.58118055555678438</c:v>
                </c:pt>
                <c:pt idx="50215">
                  <c:v>0.58119212962628808</c:v>
                </c:pt>
                <c:pt idx="50216">
                  <c:v>0.58120370370306773</c:v>
                </c:pt>
                <c:pt idx="50217">
                  <c:v>0.58121527777257143</c:v>
                </c:pt>
                <c:pt idx="50218">
                  <c:v>0.58122685184935108</c:v>
                </c:pt>
                <c:pt idx="50219">
                  <c:v>0.58123842592613073</c:v>
                </c:pt>
                <c:pt idx="50220">
                  <c:v>0.58124999999563443</c:v>
                </c:pt>
                <c:pt idx="50221">
                  <c:v>0.58126157407241408</c:v>
                </c:pt>
                <c:pt idx="50222">
                  <c:v>0.58127314814919373</c:v>
                </c:pt>
                <c:pt idx="50223">
                  <c:v>0.58128472221869742</c:v>
                </c:pt>
                <c:pt idx="50224">
                  <c:v>0.58129629629547708</c:v>
                </c:pt>
                <c:pt idx="50225">
                  <c:v>0.58130787036498077</c:v>
                </c:pt>
                <c:pt idx="50226">
                  <c:v>0.58131944444176042</c:v>
                </c:pt>
                <c:pt idx="50227">
                  <c:v>0.58133101851854008</c:v>
                </c:pt>
                <c:pt idx="50228">
                  <c:v>0.58134259258804377</c:v>
                </c:pt>
                <c:pt idx="50229">
                  <c:v>0.58135416666482342</c:v>
                </c:pt>
                <c:pt idx="50230">
                  <c:v>0.58136574074160308</c:v>
                </c:pt>
                <c:pt idx="50231">
                  <c:v>0.58137731481110677</c:v>
                </c:pt>
                <c:pt idx="50232">
                  <c:v>0.58138888888788642</c:v>
                </c:pt>
                <c:pt idx="50233">
                  <c:v>0.58140046295739012</c:v>
                </c:pt>
                <c:pt idx="50234">
                  <c:v>0.58141203703416977</c:v>
                </c:pt>
                <c:pt idx="50235">
                  <c:v>0.58142361111094942</c:v>
                </c:pt>
                <c:pt idx="50236">
                  <c:v>0.58143518518045312</c:v>
                </c:pt>
                <c:pt idx="50237">
                  <c:v>0.58144675925723277</c:v>
                </c:pt>
                <c:pt idx="50238">
                  <c:v>0.58145833333401242</c:v>
                </c:pt>
                <c:pt idx="50239">
                  <c:v>0.58146990740351612</c:v>
                </c:pt>
                <c:pt idx="50240">
                  <c:v>0.58148148148029577</c:v>
                </c:pt>
                <c:pt idx="50241">
                  <c:v>0.58149305554979946</c:v>
                </c:pt>
                <c:pt idx="50242">
                  <c:v>0.58150462962657912</c:v>
                </c:pt>
                <c:pt idx="50243">
                  <c:v>0.58151620370335877</c:v>
                </c:pt>
                <c:pt idx="50244">
                  <c:v>0.58152777777286246</c:v>
                </c:pt>
                <c:pt idx="50245">
                  <c:v>0.58153935184964212</c:v>
                </c:pt>
                <c:pt idx="50246">
                  <c:v>0.58155092592642177</c:v>
                </c:pt>
                <c:pt idx="50247">
                  <c:v>0.58156249999592546</c:v>
                </c:pt>
                <c:pt idx="50248">
                  <c:v>0.58157407407270512</c:v>
                </c:pt>
                <c:pt idx="50249">
                  <c:v>0.58158564814948477</c:v>
                </c:pt>
                <c:pt idx="50250">
                  <c:v>0.58159722221898846</c:v>
                </c:pt>
                <c:pt idx="50251">
                  <c:v>0.58160879629576812</c:v>
                </c:pt>
                <c:pt idx="50252">
                  <c:v>0.58162037036527181</c:v>
                </c:pt>
                <c:pt idx="50253">
                  <c:v>0.58163194444205146</c:v>
                </c:pt>
                <c:pt idx="50254">
                  <c:v>0.58164351851883112</c:v>
                </c:pt>
                <c:pt idx="50255">
                  <c:v>0.58165509258833481</c:v>
                </c:pt>
                <c:pt idx="50256">
                  <c:v>0.58166666666511446</c:v>
                </c:pt>
                <c:pt idx="50257">
                  <c:v>0.58167824074189411</c:v>
                </c:pt>
                <c:pt idx="50258">
                  <c:v>0.58168981481139781</c:v>
                </c:pt>
                <c:pt idx="50259">
                  <c:v>0.58170138888817746</c:v>
                </c:pt>
                <c:pt idx="50260">
                  <c:v>0.58171296295768116</c:v>
                </c:pt>
                <c:pt idx="50261">
                  <c:v>0.58172453703446081</c:v>
                </c:pt>
                <c:pt idx="50262">
                  <c:v>0.58173611111124046</c:v>
                </c:pt>
                <c:pt idx="50263">
                  <c:v>0.58174768518074416</c:v>
                </c:pt>
                <c:pt idx="50264">
                  <c:v>0.58175925925752381</c:v>
                </c:pt>
                <c:pt idx="50265">
                  <c:v>0.58177083333430346</c:v>
                </c:pt>
                <c:pt idx="50266">
                  <c:v>0.58178240740380716</c:v>
                </c:pt>
                <c:pt idx="50267">
                  <c:v>0.58179398148058681</c:v>
                </c:pt>
                <c:pt idx="50268">
                  <c:v>0.5818055555500905</c:v>
                </c:pt>
                <c:pt idx="50269">
                  <c:v>0.58181712962687016</c:v>
                </c:pt>
                <c:pt idx="50270">
                  <c:v>0.58182870370364981</c:v>
                </c:pt>
                <c:pt idx="50271">
                  <c:v>0.5818402777731535</c:v>
                </c:pt>
                <c:pt idx="50272">
                  <c:v>0.58185185184993315</c:v>
                </c:pt>
                <c:pt idx="50273">
                  <c:v>0.58186342592671281</c:v>
                </c:pt>
                <c:pt idx="50274">
                  <c:v>0.5818749999962165</c:v>
                </c:pt>
                <c:pt idx="50275">
                  <c:v>0.58188657407299615</c:v>
                </c:pt>
                <c:pt idx="50276">
                  <c:v>0.58189814814249985</c:v>
                </c:pt>
                <c:pt idx="50277">
                  <c:v>0.5819097222192795</c:v>
                </c:pt>
                <c:pt idx="50278">
                  <c:v>0.58192129629605915</c:v>
                </c:pt>
                <c:pt idx="50279">
                  <c:v>0.58193287036556285</c:v>
                </c:pt>
                <c:pt idx="50280">
                  <c:v>0.5819444444423425</c:v>
                </c:pt>
                <c:pt idx="50281">
                  <c:v>0.58195601851912215</c:v>
                </c:pt>
                <c:pt idx="50282">
                  <c:v>0.58196759258862585</c:v>
                </c:pt>
                <c:pt idx="50283">
                  <c:v>0.5819791666654055</c:v>
                </c:pt>
                <c:pt idx="50284">
                  <c:v>0.5819907407349092</c:v>
                </c:pt>
                <c:pt idx="50285">
                  <c:v>0.58200231481168885</c:v>
                </c:pt>
                <c:pt idx="50286">
                  <c:v>0.5820138888884685</c:v>
                </c:pt>
                <c:pt idx="50287">
                  <c:v>0.58202546295797219</c:v>
                </c:pt>
                <c:pt idx="50288">
                  <c:v>0.58203703703475185</c:v>
                </c:pt>
                <c:pt idx="50289">
                  <c:v>0.5820486111115315</c:v>
                </c:pt>
                <c:pt idx="50290">
                  <c:v>0.58206018518103519</c:v>
                </c:pt>
                <c:pt idx="50291">
                  <c:v>0.58207175925781485</c:v>
                </c:pt>
                <c:pt idx="50292">
                  <c:v>0.5820833333345945</c:v>
                </c:pt>
                <c:pt idx="50293">
                  <c:v>0.58209490740409819</c:v>
                </c:pt>
                <c:pt idx="50294">
                  <c:v>0.58210648148087785</c:v>
                </c:pt>
                <c:pt idx="50295">
                  <c:v>0.58211805555038154</c:v>
                </c:pt>
                <c:pt idx="50296">
                  <c:v>0.58212962962716119</c:v>
                </c:pt>
                <c:pt idx="50297">
                  <c:v>0.58214120370394085</c:v>
                </c:pt>
                <c:pt idx="50298">
                  <c:v>0.58215277777344454</c:v>
                </c:pt>
                <c:pt idx="50299">
                  <c:v>0.58216435185022419</c:v>
                </c:pt>
                <c:pt idx="50300">
                  <c:v>0.58217592592700385</c:v>
                </c:pt>
                <c:pt idx="50301">
                  <c:v>0.58218749999650754</c:v>
                </c:pt>
                <c:pt idx="50302">
                  <c:v>0.58219907407328719</c:v>
                </c:pt>
                <c:pt idx="50303">
                  <c:v>0.58221064814279089</c:v>
                </c:pt>
                <c:pt idx="50304">
                  <c:v>0.58222222221957054</c:v>
                </c:pt>
                <c:pt idx="50305">
                  <c:v>0.58223379629635019</c:v>
                </c:pt>
                <c:pt idx="50306">
                  <c:v>0.58224537036585389</c:v>
                </c:pt>
                <c:pt idx="50307">
                  <c:v>0.58225694444263354</c:v>
                </c:pt>
                <c:pt idx="50308">
                  <c:v>0.58226851851941319</c:v>
                </c:pt>
                <c:pt idx="50309">
                  <c:v>0.58228009258891689</c:v>
                </c:pt>
                <c:pt idx="50310">
                  <c:v>0.58229166666569654</c:v>
                </c:pt>
                <c:pt idx="50311">
                  <c:v>0.58230324073520023</c:v>
                </c:pt>
                <c:pt idx="50312">
                  <c:v>0.58231481481197989</c:v>
                </c:pt>
                <c:pt idx="50313">
                  <c:v>0.58232638888875954</c:v>
                </c:pt>
                <c:pt idx="50314">
                  <c:v>0.58233796295826323</c:v>
                </c:pt>
                <c:pt idx="50315">
                  <c:v>0.58234953703504289</c:v>
                </c:pt>
                <c:pt idx="50316">
                  <c:v>0.58236111111182254</c:v>
                </c:pt>
                <c:pt idx="50317">
                  <c:v>0.58237268518132623</c:v>
                </c:pt>
                <c:pt idx="50318">
                  <c:v>0.58238425925810589</c:v>
                </c:pt>
                <c:pt idx="50319">
                  <c:v>0.58239583332760958</c:v>
                </c:pt>
                <c:pt idx="50320">
                  <c:v>0.58240740740438923</c:v>
                </c:pt>
                <c:pt idx="50321">
                  <c:v>0.58241898148116888</c:v>
                </c:pt>
                <c:pt idx="50322">
                  <c:v>0.58243055555067258</c:v>
                </c:pt>
                <c:pt idx="50323">
                  <c:v>0.58244212962745223</c:v>
                </c:pt>
                <c:pt idx="50324">
                  <c:v>0.58245370370423188</c:v>
                </c:pt>
                <c:pt idx="50325">
                  <c:v>0.58246527777373558</c:v>
                </c:pt>
                <c:pt idx="50326">
                  <c:v>0.58247685185051523</c:v>
                </c:pt>
                <c:pt idx="50327">
                  <c:v>0.58248842592001893</c:v>
                </c:pt>
                <c:pt idx="50328">
                  <c:v>0.58249999999679858</c:v>
                </c:pt>
                <c:pt idx="50329">
                  <c:v>0.58251157407357823</c:v>
                </c:pt>
                <c:pt idx="50330">
                  <c:v>0.58252314814308193</c:v>
                </c:pt>
                <c:pt idx="50331">
                  <c:v>0.58253472221986158</c:v>
                </c:pt>
                <c:pt idx="50332">
                  <c:v>0.58254629629664123</c:v>
                </c:pt>
                <c:pt idx="50333">
                  <c:v>0.58255787036614493</c:v>
                </c:pt>
                <c:pt idx="50334">
                  <c:v>0.58256944444292458</c:v>
                </c:pt>
                <c:pt idx="50335">
                  <c:v>0.58258101851970423</c:v>
                </c:pt>
                <c:pt idx="50336">
                  <c:v>0.58259259258920792</c:v>
                </c:pt>
                <c:pt idx="50337">
                  <c:v>0.58260416666598758</c:v>
                </c:pt>
                <c:pt idx="50338">
                  <c:v>0.58261574073549127</c:v>
                </c:pt>
                <c:pt idx="50339">
                  <c:v>0.58262731481227092</c:v>
                </c:pt>
                <c:pt idx="50340">
                  <c:v>0.58263888888905058</c:v>
                </c:pt>
                <c:pt idx="50341">
                  <c:v>0.58265046295855427</c:v>
                </c:pt>
                <c:pt idx="50342">
                  <c:v>0.58266203703533392</c:v>
                </c:pt>
                <c:pt idx="50343">
                  <c:v>0.58267361111211358</c:v>
                </c:pt>
                <c:pt idx="50344">
                  <c:v>0.58268518518161727</c:v>
                </c:pt>
                <c:pt idx="50345">
                  <c:v>0.58269675925839692</c:v>
                </c:pt>
                <c:pt idx="50346">
                  <c:v>0.58270833332790062</c:v>
                </c:pt>
                <c:pt idx="50347">
                  <c:v>0.58271990740468027</c:v>
                </c:pt>
                <c:pt idx="50348">
                  <c:v>0.58273148148145992</c:v>
                </c:pt>
                <c:pt idx="50349">
                  <c:v>0.58274305555096362</c:v>
                </c:pt>
                <c:pt idx="50350">
                  <c:v>0.58275462962774327</c:v>
                </c:pt>
                <c:pt idx="50351">
                  <c:v>0.58276620370452292</c:v>
                </c:pt>
                <c:pt idx="50352">
                  <c:v>0.58277777777402662</c:v>
                </c:pt>
                <c:pt idx="50353">
                  <c:v>0.58278935185080627</c:v>
                </c:pt>
                <c:pt idx="50354">
                  <c:v>0.58280092592030996</c:v>
                </c:pt>
                <c:pt idx="50355">
                  <c:v>0.58281249999708962</c:v>
                </c:pt>
                <c:pt idx="50356">
                  <c:v>0.58282407407386927</c:v>
                </c:pt>
                <c:pt idx="50357">
                  <c:v>0.58283564814337296</c:v>
                </c:pt>
                <c:pt idx="50358">
                  <c:v>0.58284722222015262</c:v>
                </c:pt>
                <c:pt idx="50359">
                  <c:v>0.58285879629693227</c:v>
                </c:pt>
                <c:pt idx="50360">
                  <c:v>0.58287037036643596</c:v>
                </c:pt>
                <c:pt idx="50361">
                  <c:v>0.58288194444321562</c:v>
                </c:pt>
                <c:pt idx="50362">
                  <c:v>0.58289351851271931</c:v>
                </c:pt>
                <c:pt idx="50363">
                  <c:v>0.58290509258949896</c:v>
                </c:pt>
                <c:pt idx="50364">
                  <c:v>0.58291666666627862</c:v>
                </c:pt>
                <c:pt idx="50365">
                  <c:v>0.58292824073578231</c:v>
                </c:pt>
                <c:pt idx="50366">
                  <c:v>0.58293981481256196</c:v>
                </c:pt>
                <c:pt idx="50367">
                  <c:v>0.58295138888934162</c:v>
                </c:pt>
                <c:pt idx="50368">
                  <c:v>0.58296296295884531</c:v>
                </c:pt>
                <c:pt idx="50369">
                  <c:v>0.58297453703562496</c:v>
                </c:pt>
                <c:pt idx="50370">
                  <c:v>0.58298611111240461</c:v>
                </c:pt>
                <c:pt idx="50371">
                  <c:v>0.58299768518190831</c:v>
                </c:pt>
                <c:pt idx="50372">
                  <c:v>0.58300925925868796</c:v>
                </c:pt>
                <c:pt idx="50373">
                  <c:v>0.58302083332819166</c:v>
                </c:pt>
                <c:pt idx="50374">
                  <c:v>0.58303240740497131</c:v>
                </c:pt>
                <c:pt idx="50375">
                  <c:v>0.58304398148175096</c:v>
                </c:pt>
                <c:pt idx="50376">
                  <c:v>0.58305555555125466</c:v>
                </c:pt>
                <c:pt idx="50377">
                  <c:v>0.58306712962803431</c:v>
                </c:pt>
                <c:pt idx="50378">
                  <c:v>0.58307870370481396</c:v>
                </c:pt>
                <c:pt idx="50379">
                  <c:v>0.58309027777431766</c:v>
                </c:pt>
                <c:pt idx="50380">
                  <c:v>0.58310185185109731</c:v>
                </c:pt>
                <c:pt idx="50381">
                  <c:v>0.583113425920601</c:v>
                </c:pt>
                <c:pt idx="50382">
                  <c:v>0.58312499999738066</c:v>
                </c:pt>
                <c:pt idx="50383">
                  <c:v>0.58313657407416031</c:v>
                </c:pt>
                <c:pt idx="50384">
                  <c:v>0.583148148143664</c:v>
                </c:pt>
                <c:pt idx="50385">
                  <c:v>0.58315972222044365</c:v>
                </c:pt>
                <c:pt idx="50386">
                  <c:v>0.58317129629722331</c:v>
                </c:pt>
                <c:pt idx="50387">
                  <c:v>0.583182870366727</c:v>
                </c:pt>
                <c:pt idx="50388">
                  <c:v>0.58319444444350665</c:v>
                </c:pt>
                <c:pt idx="50389">
                  <c:v>0.58320601851301035</c:v>
                </c:pt>
                <c:pt idx="50390">
                  <c:v>0.58321759258979</c:v>
                </c:pt>
                <c:pt idx="50391">
                  <c:v>0.58322916666656965</c:v>
                </c:pt>
                <c:pt idx="50392">
                  <c:v>0.58324074073607335</c:v>
                </c:pt>
                <c:pt idx="50393">
                  <c:v>0.583252314812853</c:v>
                </c:pt>
                <c:pt idx="50394">
                  <c:v>0.58326388888963265</c:v>
                </c:pt>
                <c:pt idx="50395">
                  <c:v>0.58327546295913635</c:v>
                </c:pt>
                <c:pt idx="50396">
                  <c:v>0.583287037035916</c:v>
                </c:pt>
                <c:pt idx="50397">
                  <c:v>0.5832986111054197</c:v>
                </c:pt>
                <c:pt idx="50398">
                  <c:v>0.58331018518219935</c:v>
                </c:pt>
                <c:pt idx="50399">
                  <c:v>0.583321759258979</c:v>
                </c:pt>
                <c:pt idx="50400">
                  <c:v>0.58333333332848269</c:v>
                </c:pt>
                <c:pt idx="50401">
                  <c:v>0.58334490740526235</c:v>
                </c:pt>
                <c:pt idx="50402">
                  <c:v>0.583356481482042</c:v>
                </c:pt>
                <c:pt idx="50403">
                  <c:v>0.58336805555154569</c:v>
                </c:pt>
                <c:pt idx="50404">
                  <c:v>0.58337962962832535</c:v>
                </c:pt>
                <c:pt idx="50405">
                  <c:v>0.58339120369782904</c:v>
                </c:pt>
                <c:pt idx="50406">
                  <c:v>0.58340277777460869</c:v>
                </c:pt>
                <c:pt idx="50407">
                  <c:v>0.58341435185138835</c:v>
                </c:pt>
                <c:pt idx="50408">
                  <c:v>0.58342592592089204</c:v>
                </c:pt>
                <c:pt idx="50409">
                  <c:v>0.58343749999767169</c:v>
                </c:pt>
                <c:pt idx="50410">
                  <c:v>0.58344907407445135</c:v>
                </c:pt>
                <c:pt idx="50411">
                  <c:v>0.58346064814395504</c:v>
                </c:pt>
                <c:pt idx="50412">
                  <c:v>0.58347222222073469</c:v>
                </c:pt>
                <c:pt idx="50413">
                  <c:v>0.58348379629751435</c:v>
                </c:pt>
                <c:pt idx="50414">
                  <c:v>0.58349537036701804</c:v>
                </c:pt>
                <c:pt idx="50415">
                  <c:v>0.58350694444379769</c:v>
                </c:pt>
                <c:pt idx="50416">
                  <c:v>0.58351851851330139</c:v>
                </c:pt>
                <c:pt idx="50417">
                  <c:v>0.58353009259008104</c:v>
                </c:pt>
                <c:pt idx="50418">
                  <c:v>0.58354166666686069</c:v>
                </c:pt>
                <c:pt idx="50419">
                  <c:v>0.58355324073636439</c:v>
                </c:pt>
                <c:pt idx="50420">
                  <c:v>0.58356481481314404</c:v>
                </c:pt>
                <c:pt idx="50421">
                  <c:v>0.58357638888992369</c:v>
                </c:pt>
                <c:pt idx="50422">
                  <c:v>0.58358796295942739</c:v>
                </c:pt>
                <c:pt idx="50423">
                  <c:v>0.58359953703620704</c:v>
                </c:pt>
                <c:pt idx="50424">
                  <c:v>0.58361111110571073</c:v>
                </c:pt>
                <c:pt idx="50425">
                  <c:v>0.58362268518249039</c:v>
                </c:pt>
                <c:pt idx="50426">
                  <c:v>0.58363425925927004</c:v>
                </c:pt>
                <c:pt idx="50427">
                  <c:v>0.58364583332877373</c:v>
                </c:pt>
                <c:pt idx="50428">
                  <c:v>0.58365740740555339</c:v>
                </c:pt>
                <c:pt idx="50429">
                  <c:v>0.58366898148233304</c:v>
                </c:pt>
                <c:pt idx="50430">
                  <c:v>0.58368055555183673</c:v>
                </c:pt>
                <c:pt idx="50431">
                  <c:v>0.58369212962861639</c:v>
                </c:pt>
                <c:pt idx="50432">
                  <c:v>0.58370370369812008</c:v>
                </c:pt>
                <c:pt idx="50433">
                  <c:v>0.58371527777489973</c:v>
                </c:pt>
                <c:pt idx="50434">
                  <c:v>0.58372685185167938</c:v>
                </c:pt>
                <c:pt idx="50435">
                  <c:v>0.58373842592118308</c:v>
                </c:pt>
                <c:pt idx="50436">
                  <c:v>0.58374999999796273</c:v>
                </c:pt>
                <c:pt idx="50437">
                  <c:v>0.58376157407474238</c:v>
                </c:pt>
                <c:pt idx="50438">
                  <c:v>0.58377314814424608</c:v>
                </c:pt>
                <c:pt idx="50439">
                  <c:v>0.58378472222102573</c:v>
                </c:pt>
                <c:pt idx="50440">
                  <c:v>0.58379629629052943</c:v>
                </c:pt>
                <c:pt idx="50441">
                  <c:v>0.58380787036730908</c:v>
                </c:pt>
                <c:pt idx="50442">
                  <c:v>0.58381944444408873</c:v>
                </c:pt>
                <c:pt idx="50443">
                  <c:v>0.58383101851359243</c:v>
                </c:pt>
                <c:pt idx="50444">
                  <c:v>0.58384259259037208</c:v>
                </c:pt>
                <c:pt idx="50445">
                  <c:v>0.58385416666715173</c:v>
                </c:pt>
                <c:pt idx="50446">
                  <c:v>0.58386574073665543</c:v>
                </c:pt>
                <c:pt idx="50447">
                  <c:v>0.58387731481343508</c:v>
                </c:pt>
                <c:pt idx="50448">
                  <c:v>0.58388888889021473</c:v>
                </c:pt>
                <c:pt idx="50449">
                  <c:v>0.58390046295971842</c:v>
                </c:pt>
                <c:pt idx="50450">
                  <c:v>0.58391203703649808</c:v>
                </c:pt>
                <c:pt idx="50451">
                  <c:v>0.58392361110600177</c:v>
                </c:pt>
                <c:pt idx="50452">
                  <c:v>0.58393518518278142</c:v>
                </c:pt>
                <c:pt idx="50453">
                  <c:v>0.58394675925956108</c:v>
                </c:pt>
                <c:pt idx="50454">
                  <c:v>0.58395833332906477</c:v>
                </c:pt>
                <c:pt idx="50455">
                  <c:v>0.58396990740584442</c:v>
                </c:pt>
                <c:pt idx="50456">
                  <c:v>0.58398148148262408</c:v>
                </c:pt>
                <c:pt idx="50457">
                  <c:v>0.58399305555212777</c:v>
                </c:pt>
                <c:pt idx="50458">
                  <c:v>0.58400462962890742</c:v>
                </c:pt>
                <c:pt idx="50459">
                  <c:v>0.58401620369841112</c:v>
                </c:pt>
                <c:pt idx="50460">
                  <c:v>0.58402777777519077</c:v>
                </c:pt>
                <c:pt idx="50461">
                  <c:v>0.58403935185197042</c:v>
                </c:pt>
                <c:pt idx="50462">
                  <c:v>0.58405092592147412</c:v>
                </c:pt>
                <c:pt idx="50463">
                  <c:v>0.58406249999825377</c:v>
                </c:pt>
                <c:pt idx="50464">
                  <c:v>0.58407407407503342</c:v>
                </c:pt>
                <c:pt idx="50465">
                  <c:v>0.58408564814453712</c:v>
                </c:pt>
                <c:pt idx="50466">
                  <c:v>0.58409722222131677</c:v>
                </c:pt>
                <c:pt idx="50467">
                  <c:v>0.58410879629082046</c:v>
                </c:pt>
                <c:pt idx="50468">
                  <c:v>0.58412037036760012</c:v>
                </c:pt>
                <c:pt idx="50469">
                  <c:v>0.58413194444437977</c:v>
                </c:pt>
                <c:pt idx="50470">
                  <c:v>0.58414351851388346</c:v>
                </c:pt>
                <c:pt idx="50471">
                  <c:v>0.58415509259066312</c:v>
                </c:pt>
                <c:pt idx="50472">
                  <c:v>0.58416666666744277</c:v>
                </c:pt>
                <c:pt idx="50473">
                  <c:v>0.58417824073694646</c:v>
                </c:pt>
                <c:pt idx="50474">
                  <c:v>0.58418981481372612</c:v>
                </c:pt>
                <c:pt idx="50475">
                  <c:v>0.58420138888322981</c:v>
                </c:pt>
                <c:pt idx="50476">
                  <c:v>0.58421296296000946</c:v>
                </c:pt>
                <c:pt idx="50477">
                  <c:v>0.58422453703678912</c:v>
                </c:pt>
                <c:pt idx="50478">
                  <c:v>0.58423611110629281</c:v>
                </c:pt>
                <c:pt idx="50479">
                  <c:v>0.58424768518307246</c:v>
                </c:pt>
                <c:pt idx="50480">
                  <c:v>0.58425925925985212</c:v>
                </c:pt>
                <c:pt idx="50481">
                  <c:v>0.58427083332935581</c:v>
                </c:pt>
                <c:pt idx="50482">
                  <c:v>0.58428240740613546</c:v>
                </c:pt>
                <c:pt idx="50483">
                  <c:v>0.58429398147563916</c:v>
                </c:pt>
                <c:pt idx="50484">
                  <c:v>0.58430555555241881</c:v>
                </c:pt>
                <c:pt idx="50485">
                  <c:v>0.58431712962919846</c:v>
                </c:pt>
                <c:pt idx="50486">
                  <c:v>0.58432870369870216</c:v>
                </c:pt>
                <c:pt idx="50487">
                  <c:v>0.58434027777548181</c:v>
                </c:pt>
                <c:pt idx="50488">
                  <c:v>0.58435185185226146</c:v>
                </c:pt>
                <c:pt idx="50489">
                  <c:v>0.58436342592176516</c:v>
                </c:pt>
                <c:pt idx="50490">
                  <c:v>0.58437499999854481</c:v>
                </c:pt>
                <c:pt idx="50491">
                  <c:v>0.58438657407532446</c:v>
                </c:pt>
                <c:pt idx="50492">
                  <c:v>0.58439814814482816</c:v>
                </c:pt>
                <c:pt idx="50493">
                  <c:v>0.58440972222160781</c:v>
                </c:pt>
                <c:pt idx="50494">
                  <c:v>0.5844212962911115</c:v>
                </c:pt>
                <c:pt idx="50495">
                  <c:v>0.58443287036789116</c:v>
                </c:pt>
                <c:pt idx="50496">
                  <c:v>0.58444444444467081</c:v>
                </c:pt>
                <c:pt idx="50497">
                  <c:v>0.5844560185141745</c:v>
                </c:pt>
                <c:pt idx="50498">
                  <c:v>0.58446759259095415</c:v>
                </c:pt>
                <c:pt idx="50499">
                  <c:v>0.58447916666773381</c:v>
                </c:pt>
                <c:pt idx="50500">
                  <c:v>0.5844907407372375</c:v>
                </c:pt>
                <c:pt idx="50501">
                  <c:v>0.58450231481401715</c:v>
                </c:pt>
                <c:pt idx="50502">
                  <c:v>0.58451388888352085</c:v>
                </c:pt>
                <c:pt idx="50503">
                  <c:v>0.5845254629603005</c:v>
                </c:pt>
                <c:pt idx="50504">
                  <c:v>0.58453703703708015</c:v>
                </c:pt>
                <c:pt idx="50505">
                  <c:v>0.58454861110658385</c:v>
                </c:pt>
                <c:pt idx="50506">
                  <c:v>0.5845601851833635</c:v>
                </c:pt>
                <c:pt idx="50507">
                  <c:v>0.58457175926014315</c:v>
                </c:pt>
                <c:pt idx="50508">
                  <c:v>0.58458333332964685</c:v>
                </c:pt>
                <c:pt idx="50509">
                  <c:v>0.5845949074064265</c:v>
                </c:pt>
                <c:pt idx="50510">
                  <c:v>0.5846064814759302</c:v>
                </c:pt>
                <c:pt idx="50511">
                  <c:v>0.58461805555270985</c:v>
                </c:pt>
                <c:pt idx="50512">
                  <c:v>0.5846296296294895</c:v>
                </c:pt>
                <c:pt idx="50513">
                  <c:v>0.58464120369899319</c:v>
                </c:pt>
                <c:pt idx="50514">
                  <c:v>0.58465277777577285</c:v>
                </c:pt>
                <c:pt idx="50515">
                  <c:v>0.5846643518525525</c:v>
                </c:pt>
                <c:pt idx="50516">
                  <c:v>0.58467592592205619</c:v>
                </c:pt>
                <c:pt idx="50517">
                  <c:v>0.58468749999883585</c:v>
                </c:pt>
                <c:pt idx="50518">
                  <c:v>0.58469907406833954</c:v>
                </c:pt>
                <c:pt idx="50519">
                  <c:v>0.58471064814511919</c:v>
                </c:pt>
                <c:pt idx="50520">
                  <c:v>0.58472222222189885</c:v>
                </c:pt>
                <c:pt idx="50521">
                  <c:v>0.58473379629140254</c:v>
                </c:pt>
                <c:pt idx="50522">
                  <c:v>0.58474537036818219</c:v>
                </c:pt>
                <c:pt idx="50523">
                  <c:v>0.58475694444496185</c:v>
                </c:pt>
                <c:pt idx="50524">
                  <c:v>0.58476851851446554</c:v>
                </c:pt>
                <c:pt idx="50525">
                  <c:v>0.58478009259124519</c:v>
                </c:pt>
                <c:pt idx="50526">
                  <c:v>0.58479166666074889</c:v>
                </c:pt>
                <c:pt idx="50527">
                  <c:v>0.58480324073752854</c:v>
                </c:pt>
                <c:pt idx="50528">
                  <c:v>0.58481481481430819</c:v>
                </c:pt>
                <c:pt idx="50529">
                  <c:v>0.58482638888381189</c:v>
                </c:pt>
                <c:pt idx="50530">
                  <c:v>0.58483796296059154</c:v>
                </c:pt>
                <c:pt idx="50531">
                  <c:v>0.58484953703737119</c:v>
                </c:pt>
                <c:pt idx="50532">
                  <c:v>0.58486111110687489</c:v>
                </c:pt>
                <c:pt idx="50533">
                  <c:v>0.58487268518365454</c:v>
                </c:pt>
                <c:pt idx="50534">
                  <c:v>0.58488425926043419</c:v>
                </c:pt>
                <c:pt idx="50535">
                  <c:v>0.58489583332993789</c:v>
                </c:pt>
                <c:pt idx="50536">
                  <c:v>0.58490740740671754</c:v>
                </c:pt>
                <c:pt idx="50537">
                  <c:v>0.58491898147622123</c:v>
                </c:pt>
                <c:pt idx="50538">
                  <c:v>0.58493055555300089</c:v>
                </c:pt>
                <c:pt idx="50539">
                  <c:v>0.58494212962978054</c:v>
                </c:pt>
                <c:pt idx="50540">
                  <c:v>0.58495370369928423</c:v>
                </c:pt>
                <c:pt idx="50541">
                  <c:v>0.58496527777606389</c:v>
                </c:pt>
                <c:pt idx="50542">
                  <c:v>0.58497685185284354</c:v>
                </c:pt>
                <c:pt idx="50543">
                  <c:v>0.58498842592234723</c:v>
                </c:pt>
                <c:pt idx="50544">
                  <c:v>0.58499999999912689</c:v>
                </c:pt>
                <c:pt idx="50545">
                  <c:v>0.58501157406863058</c:v>
                </c:pt>
                <c:pt idx="50546">
                  <c:v>0.58502314814541023</c:v>
                </c:pt>
                <c:pt idx="50547">
                  <c:v>0.58503472222218988</c:v>
                </c:pt>
                <c:pt idx="50548">
                  <c:v>0.58504629629169358</c:v>
                </c:pt>
                <c:pt idx="50549">
                  <c:v>0.58505787036847323</c:v>
                </c:pt>
                <c:pt idx="50550">
                  <c:v>0.58506944444525288</c:v>
                </c:pt>
                <c:pt idx="50551">
                  <c:v>0.58508101851475658</c:v>
                </c:pt>
                <c:pt idx="50552">
                  <c:v>0.58509259259153623</c:v>
                </c:pt>
                <c:pt idx="50553">
                  <c:v>0.58510416666103993</c:v>
                </c:pt>
                <c:pt idx="50554">
                  <c:v>0.58511574073781958</c:v>
                </c:pt>
                <c:pt idx="50555">
                  <c:v>0.58512731481459923</c:v>
                </c:pt>
                <c:pt idx="50556">
                  <c:v>0.58513888888410293</c:v>
                </c:pt>
                <c:pt idx="50557">
                  <c:v>0.58515046296088258</c:v>
                </c:pt>
                <c:pt idx="50558">
                  <c:v>0.58516203703766223</c:v>
                </c:pt>
                <c:pt idx="50559">
                  <c:v>0.58517361110716593</c:v>
                </c:pt>
                <c:pt idx="50560">
                  <c:v>0.58518518518394558</c:v>
                </c:pt>
                <c:pt idx="50561">
                  <c:v>0.58519675925344927</c:v>
                </c:pt>
                <c:pt idx="50562">
                  <c:v>0.58520833333022892</c:v>
                </c:pt>
                <c:pt idx="50563">
                  <c:v>0.58521990740700858</c:v>
                </c:pt>
                <c:pt idx="50564">
                  <c:v>0.58523148147651227</c:v>
                </c:pt>
                <c:pt idx="50565">
                  <c:v>0.58524305555329192</c:v>
                </c:pt>
                <c:pt idx="50566">
                  <c:v>0.58525462963007158</c:v>
                </c:pt>
                <c:pt idx="50567">
                  <c:v>0.58526620369957527</c:v>
                </c:pt>
                <c:pt idx="50568">
                  <c:v>0.58527777777635492</c:v>
                </c:pt>
                <c:pt idx="50569">
                  <c:v>0.58528935185313458</c:v>
                </c:pt>
                <c:pt idx="50570">
                  <c:v>0.58530092592263827</c:v>
                </c:pt>
                <c:pt idx="50571">
                  <c:v>0.58531249999941792</c:v>
                </c:pt>
                <c:pt idx="50572">
                  <c:v>0.58532407406892162</c:v>
                </c:pt>
                <c:pt idx="50573">
                  <c:v>0.58533564814570127</c:v>
                </c:pt>
                <c:pt idx="50574">
                  <c:v>0.58534722222248092</c:v>
                </c:pt>
                <c:pt idx="50575">
                  <c:v>0.58535879629198462</c:v>
                </c:pt>
                <c:pt idx="50576">
                  <c:v>0.58537037036876427</c:v>
                </c:pt>
                <c:pt idx="50577">
                  <c:v>0.58538194444554392</c:v>
                </c:pt>
                <c:pt idx="50578">
                  <c:v>0.58539351851504762</c:v>
                </c:pt>
                <c:pt idx="50579">
                  <c:v>0.58540509259182727</c:v>
                </c:pt>
                <c:pt idx="50580">
                  <c:v>0.58541666666133096</c:v>
                </c:pt>
                <c:pt idx="50581">
                  <c:v>0.58542824073811062</c:v>
                </c:pt>
                <c:pt idx="50582">
                  <c:v>0.58543981481489027</c:v>
                </c:pt>
                <c:pt idx="50583">
                  <c:v>0.58545138888439396</c:v>
                </c:pt>
                <c:pt idx="50584">
                  <c:v>0.58546296296117362</c:v>
                </c:pt>
                <c:pt idx="50585">
                  <c:v>0.58547453703795327</c:v>
                </c:pt>
                <c:pt idx="50586">
                  <c:v>0.58548611110745696</c:v>
                </c:pt>
                <c:pt idx="50587">
                  <c:v>0.58549768518423662</c:v>
                </c:pt>
                <c:pt idx="50588">
                  <c:v>0.58550925925374031</c:v>
                </c:pt>
                <c:pt idx="50589">
                  <c:v>0.58552083333051996</c:v>
                </c:pt>
                <c:pt idx="50590">
                  <c:v>0.58553240740729962</c:v>
                </c:pt>
                <c:pt idx="50591">
                  <c:v>0.58554398147680331</c:v>
                </c:pt>
                <c:pt idx="50592">
                  <c:v>0.58555555555358296</c:v>
                </c:pt>
                <c:pt idx="50593">
                  <c:v>0.58556712963036261</c:v>
                </c:pt>
                <c:pt idx="50594">
                  <c:v>0.58557870369986631</c:v>
                </c:pt>
                <c:pt idx="50595">
                  <c:v>0.58559027777664596</c:v>
                </c:pt>
                <c:pt idx="50596">
                  <c:v>0.58560185184614966</c:v>
                </c:pt>
                <c:pt idx="50597">
                  <c:v>0.58561342592292931</c:v>
                </c:pt>
                <c:pt idx="50598">
                  <c:v>0.58562499999970896</c:v>
                </c:pt>
                <c:pt idx="50599">
                  <c:v>0.58563657406921266</c:v>
                </c:pt>
                <c:pt idx="50600">
                  <c:v>0.58564814814599231</c:v>
                </c:pt>
                <c:pt idx="50601">
                  <c:v>0.58565972222277196</c:v>
                </c:pt>
                <c:pt idx="50602">
                  <c:v>0.58567129629227566</c:v>
                </c:pt>
                <c:pt idx="50603">
                  <c:v>0.58568287036905531</c:v>
                </c:pt>
                <c:pt idx="50604">
                  <c:v>0.585694444438559</c:v>
                </c:pt>
                <c:pt idx="50605">
                  <c:v>0.58570601851533866</c:v>
                </c:pt>
                <c:pt idx="50606">
                  <c:v>0.58571759259211831</c:v>
                </c:pt>
                <c:pt idx="50607">
                  <c:v>0.585729166661622</c:v>
                </c:pt>
                <c:pt idx="50608">
                  <c:v>0.58574074073840166</c:v>
                </c:pt>
                <c:pt idx="50609">
                  <c:v>0.58575231481518131</c:v>
                </c:pt>
                <c:pt idx="50610">
                  <c:v>0.585763888884685</c:v>
                </c:pt>
                <c:pt idx="50611">
                  <c:v>0.58577546296146465</c:v>
                </c:pt>
                <c:pt idx="50612">
                  <c:v>0.58578703703824431</c:v>
                </c:pt>
                <c:pt idx="50613">
                  <c:v>0.585798611107748</c:v>
                </c:pt>
                <c:pt idx="50614">
                  <c:v>0.58581018518452765</c:v>
                </c:pt>
                <c:pt idx="50615">
                  <c:v>0.58582175925403135</c:v>
                </c:pt>
                <c:pt idx="50616">
                  <c:v>0.585833333330811</c:v>
                </c:pt>
                <c:pt idx="50617">
                  <c:v>0.58584490740759065</c:v>
                </c:pt>
                <c:pt idx="50618">
                  <c:v>0.58585648147709435</c:v>
                </c:pt>
                <c:pt idx="50619">
                  <c:v>0.585868055553874</c:v>
                </c:pt>
                <c:pt idx="50620">
                  <c:v>0.58587962963065365</c:v>
                </c:pt>
                <c:pt idx="50621">
                  <c:v>0.58589120370015735</c:v>
                </c:pt>
                <c:pt idx="50622">
                  <c:v>0.585902777776937</c:v>
                </c:pt>
                <c:pt idx="50623">
                  <c:v>0.5859143518464407</c:v>
                </c:pt>
                <c:pt idx="50624">
                  <c:v>0.58592592592322035</c:v>
                </c:pt>
                <c:pt idx="50625">
                  <c:v>0.5859375</c:v>
                </c:pt>
                <c:pt idx="50626">
                  <c:v>0.58594907406950369</c:v>
                </c:pt>
                <c:pt idx="50627">
                  <c:v>0.58596064814628335</c:v>
                </c:pt>
                <c:pt idx="50628">
                  <c:v>0.585972222223063</c:v>
                </c:pt>
                <c:pt idx="50629">
                  <c:v>0.58598379629256669</c:v>
                </c:pt>
                <c:pt idx="50630">
                  <c:v>0.58599537036934635</c:v>
                </c:pt>
                <c:pt idx="50631">
                  <c:v>0.58600694443885004</c:v>
                </c:pt>
                <c:pt idx="50632">
                  <c:v>0.58601851851562969</c:v>
                </c:pt>
                <c:pt idx="50633">
                  <c:v>0.58603009259240935</c:v>
                </c:pt>
                <c:pt idx="50634">
                  <c:v>0.58604166666191304</c:v>
                </c:pt>
                <c:pt idx="50635">
                  <c:v>0.58605324073869269</c:v>
                </c:pt>
                <c:pt idx="50636">
                  <c:v>0.58606481481547235</c:v>
                </c:pt>
                <c:pt idx="50637">
                  <c:v>0.58607638888497604</c:v>
                </c:pt>
                <c:pt idx="50638">
                  <c:v>0.58608796296175569</c:v>
                </c:pt>
                <c:pt idx="50639">
                  <c:v>0.58609953703125939</c:v>
                </c:pt>
                <c:pt idx="50640">
                  <c:v>0.58611111110803904</c:v>
                </c:pt>
                <c:pt idx="50641">
                  <c:v>0.58612268518481869</c:v>
                </c:pt>
                <c:pt idx="50642">
                  <c:v>0.58613425925432239</c:v>
                </c:pt>
                <c:pt idx="50643">
                  <c:v>0.58614583333110204</c:v>
                </c:pt>
                <c:pt idx="50644">
                  <c:v>0.58615740740788169</c:v>
                </c:pt>
                <c:pt idx="50645">
                  <c:v>0.58616898147738539</c:v>
                </c:pt>
                <c:pt idx="50646">
                  <c:v>0.58618055555416504</c:v>
                </c:pt>
                <c:pt idx="50647">
                  <c:v>0.58619212963094469</c:v>
                </c:pt>
                <c:pt idx="50648">
                  <c:v>0.58620370370044839</c:v>
                </c:pt>
                <c:pt idx="50649">
                  <c:v>0.58621527777722804</c:v>
                </c:pt>
                <c:pt idx="50650">
                  <c:v>0.58622685184673173</c:v>
                </c:pt>
                <c:pt idx="50651">
                  <c:v>0.58623842592351139</c:v>
                </c:pt>
                <c:pt idx="50652">
                  <c:v>0.58625000000029104</c:v>
                </c:pt>
                <c:pt idx="50653">
                  <c:v>0.58626157406979473</c:v>
                </c:pt>
                <c:pt idx="50654">
                  <c:v>0.58627314814657439</c:v>
                </c:pt>
                <c:pt idx="50655">
                  <c:v>0.58628472222335404</c:v>
                </c:pt>
                <c:pt idx="50656">
                  <c:v>0.58629629629285773</c:v>
                </c:pt>
                <c:pt idx="50657">
                  <c:v>0.58630787036963739</c:v>
                </c:pt>
                <c:pt idx="50658">
                  <c:v>0.58631944443914108</c:v>
                </c:pt>
                <c:pt idx="50659">
                  <c:v>0.58633101851592073</c:v>
                </c:pt>
                <c:pt idx="50660">
                  <c:v>0.58634259259270038</c:v>
                </c:pt>
                <c:pt idx="50661">
                  <c:v>0.58635416666220408</c:v>
                </c:pt>
                <c:pt idx="50662">
                  <c:v>0.58636574073898373</c:v>
                </c:pt>
                <c:pt idx="50663">
                  <c:v>0.58637731481576338</c:v>
                </c:pt>
                <c:pt idx="50664">
                  <c:v>0.58638888888526708</c:v>
                </c:pt>
                <c:pt idx="50665">
                  <c:v>0.58640046296204673</c:v>
                </c:pt>
                <c:pt idx="50666">
                  <c:v>0.58641203703155043</c:v>
                </c:pt>
                <c:pt idx="50667">
                  <c:v>0.58642361110833008</c:v>
                </c:pt>
                <c:pt idx="50668">
                  <c:v>0.58643518518510973</c:v>
                </c:pt>
                <c:pt idx="50669">
                  <c:v>0.58644675925461343</c:v>
                </c:pt>
                <c:pt idx="50670">
                  <c:v>0.58645833333139308</c:v>
                </c:pt>
                <c:pt idx="50671">
                  <c:v>0.58646990740817273</c:v>
                </c:pt>
                <c:pt idx="50672">
                  <c:v>0.58648148147767643</c:v>
                </c:pt>
                <c:pt idx="50673">
                  <c:v>0.58649305555445608</c:v>
                </c:pt>
                <c:pt idx="50674">
                  <c:v>0.58650462962395977</c:v>
                </c:pt>
                <c:pt idx="50675">
                  <c:v>0.58651620370073942</c:v>
                </c:pt>
                <c:pt idx="50676">
                  <c:v>0.58652777777751908</c:v>
                </c:pt>
                <c:pt idx="50677">
                  <c:v>0.58653935184702277</c:v>
                </c:pt>
                <c:pt idx="50678">
                  <c:v>0.58655092592380242</c:v>
                </c:pt>
                <c:pt idx="50679">
                  <c:v>0.58656250000058208</c:v>
                </c:pt>
                <c:pt idx="50680">
                  <c:v>0.58657407407008577</c:v>
                </c:pt>
                <c:pt idx="50681">
                  <c:v>0.58658564814686542</c:v>
                </c:pt>
                <c:pt idx="50682">
                  <c:v>0.58659722221636912</c:v>
                </c:pt>
                <c:pt idx="50683">
                  <c:v>0.58660879629314877</c:v>
                </c:pt>
                <c:pt idx="50684">
                  <c:v>0.58662037036992842</c:v>
                </c:pt>
                <c:pt idx="50685">
                  <c:v>0.58663194443943212</c:v>
                </c:pt>
                <c:pt idx="50686">
                  <c:v>0.58664351851621177</c:v>
                </c:pt>
                <c:pt idx="50687">
                  <c:v>0.58665509259299142</c:v>
                </c:pt>
                <c:pt idx="50688">
                  <c:v>0.58666666666249512</c:v>
                </c:pt>
                <c:pt idx="50689">
                  <c:v>0.58667824073927477</c:v>
                </c:pt>
                <c:pt idx="50690">
                  <c:v>0.58668981481605442</c:v>
                </c:pt>
                <c:pt idx="50691">
                  <c:v>0.58670138888555812</c:v>
                </c:pt>
                <c:pt idx="50692">
                  <c:v>0.58671296296233777</c:v>
                </c:pt>
                <c:pt idx="50693">
                  <c:v>0.58672453703184146</c:v>
                </c:pt>
                <c:pt idx="50694">
                  <c:v>0.58673611110862112</c:v>
                </c:pt>
                <c:pt idx="50695">
                  <c:v>0.58674768518540077</c:v>
                </c:pt>
                <c:pt idx="50696">
                  <c:v>0.58675925925490446</c:v>
                </c:pt>
                <c:pt idx="50697">
                  <c:v>0.58677083333168412</c:v>
                </c:pt>
                <c:pt idx="50698">
                  <c:v>0.58678240740846377</c:v>
                </c:pt>
                <c:pt idx="50699">
                  <c:v>0.58679398147796746</c:v>
                </c:pt>
                <c:pt idx="50700">
                  <c:v>0.58680555555474712</c:v>
                </c:pt>
                <c:pt idx="50701">
                  <c:v>0.58681712962425081</c:v>
                </c:pt>
                <c:pt idx="50702">
                  <c:v>0.58682870370103046</c:v>
                </c:pt>
                <c:pt idx="50703">
                  <c:v>0.58684027777781012</c:v>
                </c:pt>
                <c:pt idx="50704">
                  <c:v>0.58685185184731381</c:v>
                </c:pt>
                <c:pt idx="50705">
                  <c:v>0.58686342592409346</c:v>
                </c:pt>
                <c:pt idx="50706">
                  <c:v>0.58687500000087311</c:v>
                </c:pt>
                <c:pt idx="50707">
                  <c:v>0.58688657407037681</c:v>
                </c:pt>
                <c:pt idx="50708">
                  <c:v>0.58689814814715646</c:v>
                </c:pt>
                <c:pt idx="50709">
                  <c:v>0.58690972221666016</c:v>
                </c:pt>
                <c:pt idx="50710">
                  <c:v>0.58692129629343981</c:v>
                </c:pt>
                <c:pt idx="50711">
                  <c:v>0.58693287037021946</c:v>
                </c:pt>
                <c:pt idx="50712">
                  <c:v>0.58694444443972316</c:v>
                </c:pt>
                <c:pt idx="50713">
                  <c:v>0.58695601851650281</c:v>
                </c:pt>
                <c:pt idx="50714">
                  <c:v>0.58696759259328246</c:v>
                </c:pt>
                <c:pt idx="50715">
                  <c:v>0.58697916666278616</c:v>
                </c:pt>
                <c:pt idx="50716">
                  <c:v>0.58699074073956581</c:v>
                </c:pt>
                <c:pt idx="50717">
                  <c:v>0.5870023148090695</c:v>
                </c:pt>
                <c:pt idx="50718">
                  <c:v>0.58701388888584916</c:v>
                </c:pt>
                <c:pt idx="50719">
                  <c:v>0.58702546296262881</c:v>
                </c:pt>
                <c:pt idx="50720">
                  <c:v>0.5870370370321325</c:v>
                </c:pt>
                <c:pt idx="50721">
                  <c:v>0.58704861110891216</c:v>
                </c:pt>
                <c:pt idx="50722">
                  <c:v>0.58706018518569181</c:v>
                </c:pt>
                <c:pt idx="50723">
                  <c:v>0.5870717592551955</c:v>
                </c:pt>
                <c:pt idx="50724">
                  <c:v>0.58708333333197515</c:v>
                </c:pt>
                <c:pt idx="50725">
                  <c:v>0.58709490740147885</c:v>
                </c:pt>
                <c:pt idx="50726">
                  <c:v>0.5871064814782585</c:v>
                </c:pt>
                <c:pt idx="50727">
                  <c:v>0.58711805555503815</c:v>
                </c:pt>
                <c:pt idx="50728">
                  <c:v>0.58712962962454185</c:v>
                </c:pt>
                <c:pt idx="50729">
                  <c:v>0.5871412037013215</c:v>
                </c:pt>
                <c:pt idx="50730">
                  <c:v>0.58715277777810115</c:v>
                </c:pt>
                <c:pt idx="50731">
                  <c:v>0.58716435184760485</c:v>
                </c:pt>
                <c:pt idx="50732">
                  <c:v>0.5871759259243845</c:v>
                </c:pt>
                <c:pt idx="50733">
                  <c:v>0.58718750000116415</c:v>
                </c:pt>
                <c:pt idx="50734">
                  <c:v>0.58719907407066785</c:v>
                </c:pt>
                <c:pt idx="50735">
                  <c:v>0.5872106481474475</c:v>
                </c:pt>
                <c:pt idx="50736">
                  <c:v>0.5872222222169512</c:v>
                </c:pt>
                <c:pt idx="50737">
                  <c:v>0.58723379629373085</c:v>
                </c:pt>
                <c:pt idx="50738">
                  <c:v>0.5872453703705105</c:v>
                </c:pt>
                <c:pt idx="50739">
                  <c:v>0.58725694444001419</c:v>
                </c:pt>
                <c:pt idx="50740">
                  <c:v>0.58726851851679385</c:v>
                </c:pt>
                <c:pt idx="50741">
                  <c:v>0.5872800925935735</c:v>
                </c:pt>
                <c:pt idx="50742">
                  <c:v>0.58729166666307719</c:v>
                </c:pt>
                <c:pt idx="50743">
                  <c:v>0.58730324073985685</c:v>
                </c:pt>
                <c:pt idx="50744">
                  <c:v>0.58731481480936054</c:v>
                </c:pt>
                <c:pt idx="50745">
                  <c:v>0.58732638888614019</c:v>
                </c:pt>
                <c:pt idx="50746">
                  <c:v>0.58733796296291985</c:v>
                </c:pt>
                <c:pt idx="50747">
                  <c:v>0.58734953703242354</c:v>
                </c:pt>
                <c:pt idx="50748">
                  <c:v>0.58736111110920319</c:v>
                </c:pt>
                <c:pt idx="50749">
                  <c:v>0.58737268518598285</c:v>
                </c:pt>
                <c:pt idx="50750">
                  <c:v>0.58738425925548654</c:v>
                </c:pt>
                <c:pt idx="50751">
                  <c:v>0.58739583333226619</c:v>
                </c:pt>
                <c:pt idx="50752">
                  <c:v>0.58740740740176989</c:v>
                </c:pt>
                <c:pt idx="50753">
                  <c:v>0.58741898147854954</c:v>
                </c:pt>
                <c:pt idx="50754">
                  <c:v>0.58743055555532919</c:v>
                </c:pt>
                <c:pt idx="50755">
                  <c:v>0.58744212962483289</c:v>
                </c:pt>
                <c:pt idx="50756">
                  <c:v>0.58745370370161254</c:v>
                </c:pt>
                <c:pt idx="50757">
                  <c:v>0.58746527777839219</c:v>
                </c:pt>
                <c:pt idx="50758">
                  <c:v>0.58747685184789589</c:v>
                </c:pt>
                <c:pt idx="50759">
                  <c:v>0.58748842592467554</c:v>
                </c:pt>
                <c:pt idx="50760">
                  <c:v>0.58749999999417923</c:v>
                </c:pt>
                <c:pt idx="50761">
                  <c:v>0.58751157407095889</c:v>
                </c:pt>
                <c:pt idx="50762">
                  <c:v>0.58752314814773854</c:v>
                </c:pt>
                <c:pt idx="50763">
                  <c:v>0.58753472221724223</c:v>
                </c:pt>
                <c:pt idx="50764">
                  <c:v>0.58754629629402189</c:v>
                </c:pt>
                <c:pt idx="50765">
                  <c:v>0.58755787037080154</c:v>
                </c:pt>
                <c:pt idx="50766">
                  <c:v>0.58756944444030523</c:v>
                </c:pt>
                <c:pt idx="50767">
                  <c:v>0.58758101851708489</c:v>
                </c:pt>
                <c:pt idx="50768">
                  <c:v>0.58759259259386454</c:v>
                </c:pt>
                <c:pt idx="50769">
                  <c:v>0.58760416666336823</c:v>
                </c:pt>
                <c:pt idx="50770">
                  <c:v>0.58761574074014788</c:v>
                </c:pt>
                <c:pt idx="50771">
                  <c:v>0.58762731480965158</c:v>
                </c:pt>
                <c:pt idx="50772">
                  <c:v>0.58763888888643123</c:v>
                </c:pt>
                <c:pt idx="50773">
                  <c:v>0.58765046296321088</c:v>
                </c:pt>
                <c:pt idx="50774">
                  <c:v>0.58766203703271458</c:v>
                </c:pt>
                <c:pt idx="50775">
                  <c:v>0.58767361110949423</c:v>
                </c:pt>
                <c:pt idx="50776">
                  <c:v>0.58768518518627388</c:v>
                </c:pt>
                <c:pt idx="50777">
                  <c:v>0.58769675925577758</c:v>
                </c:pt>
                <c:pt idx="50778">
                  <c:v>0.58770833333255723</c:v>
                </c:pt>
                <c:pt idx="50779">
                  <c:v>0.58771990740206093</c:v>
                </c:pt>
                <c:pt idx="50780">
                  <c:v>0.58773148147884058</c:v>
                </c:pt>
                <c:pt idx="50781">
                  <c:v>0.58774305555562023</c:v>
                </c:pt>
                <c:pt idx="50782">
                  <c:v>0.58775462962512393</c:v>
                </c:pt>
                <c:pt idx="50783">
                  <c:v>0.58776620370190358</c:v>
                </c:pt>
                <c:pt idx="50784">
                  <c:v>0.58777777777868323</c:v>
                </c:pt>
                <c:pt idx="50785">
                  <c:v>0.58778935184818693</c:v>
                </c:pt>
                <c:pt idx="50786">
                  <c:v>0.58780092592496658</c:v>
                </c:pt>
                <c:pt idx="50787">
                  <c:v>0.58781249999447027</c:v>
                </c:pt>
                <c:pt idx="50788">
                  <c:v>0.58782407407124992</c:v>
                </c:pt>
                <c:pt idx="50789">
                  <c:v>0.58783564814802958</c:v>
                </c:pt>
                <c:pt idx="50790">
                  <c:v>0.58784722221753327</c:v>
                </c:pt>
                <c:pt idx="50791">
                  <c:v>0.58785879629431292</c:v>
                </c:pt>
                <c:pt idx="50792">
                  <c:v>0.58787037037109258</c:v>
                </c:pt>
                <c:pt idx="50793">
                  <c:v>0.58788194444059627</c:v>
                </c:pt>
                <c:pt idx="50794">
                  <c:v>0.58789351851737592</c:v>
                </c:pt>
                <c:pt idx="50795">
                  <c:v>0.58790509258687962</c:v>
                </c:pt>
                <c:pt idx="50796">
                  <c:v>0.58791666666365927</c:v>
                </c:pt>
                <c:pt idx="50797">
                  <c:v>0.58792824074043892</c:v>
                </c:pt>
                <c:pt idx="50798">
                  <c:v>0.58793981480994262</c:v>
                </c:pt>
                <c:pt idx="50799">
                  <c:v>0.58795138888672227</c:v>
                </c:pt>
                <c:pt idx="50800">
                  <c:v>0.58796296296350192</c:v>
                </c:pt>
                <c:pt idx="50801">
                  <c:v>0.58797453703300562</c:v>
                </c:pt>
                <c:pt idx="50802">
                  <c:v>0.58798611110978527</c:v>
                </c:pt>
                <c:pt idx="50803">
                  <c:v>0.58799768517928896</c:v>
                </c:pt>
                <c:pt idx="50804">
                  <c:v>0.58800925925606862</c:v>
                </c:pt>
                <c:pt idx="50805">
                  <c:v>0.58802083333284827</c:v>
                </c:pt>
                <c:pt idx="50806">
                  <c:v>0.58803240740235196</c:v>
                </c:pt>
                <c:pt idx="50807">
                  <c:v>0.58804398147913162</c:v>
                </c:pt>
                <c:pt idx="50808">
                  <c:v>0.58805555555591127</c:v>
                </c:pt>
                <c:pt idx="50809">
                  <c:v>0.58806712962541496</c:v>
                </c:pt>
                <c:pt idx="50810">
                  <c:v>0.58807870370219462</c:v>
                </c:pt>
                <c:pt idx="50811">
                  <c:v>0.58809027777897427</c:v>
                </c:pt>
                <c:pt idx="50812">
                  <c:v>0.58810185184847796</c:v>
                </c:pt>
                <c:pt idx="50813">
                  <c:v>0.58811342592525762</c:v>
                </c:pt>
                <c:pt idx="50814">
                  <c:v>0.58812499999476131</c:v>
                </c:pt>
                <c:pt idx="50815">
                  <c:v>0.58813657407154096</c:v>
                </c:pt>
                <c:pt idx="50816">
                  <c:v>0.58814814814832062</c:v>
                </c:pt>
                <c:pt idx="50817">
                  <c:v>0.58815972221782431</c:v>
                </c:pt>
                <c:pt idx="50818">
                  <c:v>0.58817129629460396</c:v>
                </c:pt>
                <c:pt idx="50819">
                  <c:v>0.58818287037138361</c:v>
                </c:pt>
                <c:pt idx="50820">
                  <c:v>0.58819444444088731</c:v>
                </c:pt>
                <c:pt idx="50821">
                  <c:v>0.58820601851766696</c:v>
                </c:pt>
                <c:pt idx="50822">
                  <c:v>0.58821759258717066</c:v>
                </c:pt>
                <c:pt idx="50823">
                  <c:v>0.58822916666395031</c:v>
                </c:pt>
                <c:pt idx="50824">
                  <c:v>0.58824074074072996</c:v>
                </c:pt>
                <c:pt idx="50825">
                  <c:v>0.58825231481023366</c:v>
                </c:pt>
                <c:pt idx="50826">
                  <c:v>0.58826388888701331</c:v>
                </c:pt>
                <c:pt idx="50827">
                  <c:v>0.58827546296379296</c:v>
                </c:pt>
                <c:pt idx="50828">
                  <c:v>0.58828703703329666</c:v>
                </c:pt>
                <c:pt idx="50829">
                  <c:v>0.58829861111007631</c:v>
                </c:pt>
                <c:pt idx="50830">
                  <c:v>0.58831018517958</c:v>
                </c:pt>
                <c:pt idx="50831">
                  <c:v>0.58832175925635966</c:v>
                </c:pt>
                <c:pt idx="50832">
                  <c:v>0.58833333333313931</c:v>
                </c:pt>
                <c:pt idx="50833">
                  <c:v>0.588344907402643</c:v>
                </c:pt>
                <c:pt idx="50834">
                  <c:v>0.58835648147942265</c:v>
                </c:pt>
                <c:pt idx="50835">
                  <c:v>0.58836805555620231</c:v>
                </c:pt>
                <c:pt idx="50836">
                  <c:v>0.588379629625706</c:v>
                </c:pt>
                <c:pt idx="50837">
                  <c:v>0.58839120370248565</c:v>
                </c:pt>
                <c:pt idx="50838">
                  <c:v>0.58840277777198935</c:v>
                </c:pt>
                <c:pt idx="50839">
                  <c:v>0.588414351848769</c:v>
                </c:pt>
                <c:pt idx="50840">
                  <c:v>0.58842592592554865</c:v>
                </c:pt>
                <c:pt idx="50841">
                  <c:v>0.58843749999505235</c:v>
                </c:pt>
                <c:pt idx="50842">
                  <c:v>0.588449074071832</c:v>
                </c:pt>
                <c:pt idx="50843">
                  <c:v>0.58846064814861165</c:v>
                </c:pt>
                <c:pt idx="50844">
                  <c:v>0.58847222221811535</c:v>
                </c:pt>
                <c:pt idx="50845">
                  <c:v>0.588483796294895</c:v>
                </c:pt>
                <c:pt idx="50846">
                  <c:v>0.58849537037167465</c:v>
                </c:pt>
                <c:pt idx="50847">
                  <c:v>0.58850694444117835</c:v>
                </c:pt>
                <c:pt idx="50848">
                  <c:v>0.588518518517958</c:v>
                </c:pt>
                <c:pt idx="50849">
                  <c:v>0.5885300925874617</c:v>
                </c:pt>
                <c:pt idx="50850">
                  <c:v>0.58854166666424135</c:v>
                </c:pt>
                <c:pt idx="50851">
                  <c:v>0.588553240741021</c:v>
                </c:pt>
                <c:pt idx="50852">
                  <c:v>0.58856481481052469</c:v>
                </c:pt>
                <c:pt idx="50853">
                  <c:v>0.58857638888730435</c:v>
                </c:pt>
                <c:pt idx="50854">
                  <c:v>0.588587962964084</c:v>
                </c:pt>
                <c:pt idx="50855">
                  <c:v>0.58859953703358769</c:v>
                </c:pt>
                <c:pt idx="50856">
                  <c:v>0.58861111111036735</c:v>
                </c:pt>
                <c:pt idx="50857">
                  <c:v>0.58862268517987104</c:v>
                </c:pt>
                <c:pt idx="50858">
                  <c:v>0.58863425925665069</c:v>
                </c:pt>
                <c:pt idx="50859">
                  <c:v>0.58864583333343035</c:v>
                </c:pt>
                <c:pt idx="50860">
                  <c:v>0.58865740740293404</c:v>
                </c:pt>
                <c:pt idx="50861">
                  <c:v>0.58866898147971369</c:v>
                </c:pt>
                <c:pt idx="50862">
                  <c:v>0.58868055555649335</c:v>
                </c:pt>
                <c:pt idx="50863">
                  <c:v>0.58869212962599704</c:v>
                </c:pt>
                <c:pt idx="50864">
                  <c:v>0.58870370370277669</c:v>
                </c:pt>
                <c:pt idx="50865">
                  <c:v>0.58871527777228039</c:v>
                </c:pt>
                <c:pt idx="50866">
                  <c:v>0.58872685184906004</c:v>
                </c:pt>
                <c:pt idx="50867">
                  <c:v>0.58873842592583969</c:v>
                </c:pt>
                <c:pt idx="50868">
                  <c:v>0.58874999999534339</c:v>
                </c:pt>
                <c:pt idx="50869">
                  <c:v>0.58876157407212304</c:v>
                </c:pt>
                <c:pt idx="50870">
                  <c:v>0.58877314814890269</c:v>
                </c:pt>
                <c:pt idx="50871">
                  <c:v>0.58878472221840639</c:v>
                </c:pt>
                <c:pt idx="50872">
                  <c:v>0.58879629629518604</c:v>
                </c:pt>
                <c:pt idx="50873">
                  <c:v>0.58880787036468973</c:v>
                </c:pt>
                <c:pt idx="50874">
                  <c:v>0.58881944444146939</c:v>
                </c:pt>
                <c:pt idx="50875">
                  <c:v>0.58883101851824904</c:v>
                </c:pt>
                <c:pt idx="50876">
                  <c:v>0.58884259258775273</c:v>
                </c:pt>
                <c:pt idx="50877">
                  <c:v>0.58885416666453239</c:v>
                </c:pt>
                <c:pt idx="50878">
                  <c:v>0.58886574074131204</c:v>
                </c:pt>
                <c:pt idx="50879">
                  <c:v>0.58887731481081573</c:v>
                </c:pt>
                <c:pt idx="50880">
                  <c:v>0.58888888888759539</c:v>
                </c:pt>
                <c:pt idx="50881">
                  <c:v>0.58890046295709908</c:v>
                </c:pt>
                <c:pt idx="50882">
                  <c:v>0.58891203703387873</c:v>
                </c:pt>
                <c:pt idx="50883">
                  <c:v>0.58892361111065838</c:v>
                </c:pt>
                <c:pt idx="50884">
                  <c:v>0.58893518518016208</c:v>
                </c:pt>
                <c:pt idx="50885">
                  <c:v>0.58894675925694173</c:v>
                </c:pt>
                <c:pt idx="50886">
                  <c:v>0.58895833333372138</c:v>
                </c:pt>
                <c:pt idx="50887">
                  <c:v>0.58896990740322508</c:v>
                </c:pt>
                <c:pt idx="50888">
                  <c:v>0.58898148148000473</c:v>
                </c:pt>
                <c:pt idx="50889">
                  <c:v>0.58899305555678438</c:v>
                </c:pt>
                <c:pt idx="50890">
                  <c:v>0.58900462962628808</c:v>
                </c:pt>
                <c:pt idx="50891">
                  <c:v>0.58901620370306773</c:v>
                </c:pt>
                <c:pt idx="50892">
                  <c:v>0.58902777777257143</c:v>
                </c:pt>
                <c:pt idx="50893">
                  <c:v>0.58903935184935108</c:v>
                </c:pt>
                <c:pt idx="50894">
                  <c:v>0.58905092592613073</c:v>
                </c:pt>
                <c:pt idx="50895">
                  <c:v>0.58906249999563443</c:v>
                </c:pt>
                <c:pt idx="50896">
                  <c:v>0.58907407407241408</c:v>
                </c:pt>
                <c:pt idx="50897">
                  <c:v>0.58908564814919373</c:v>
                </c:pt>
                <c:pt idx="50898">
                  <c:v>0.58909722221869742</c:v>
                </c:pt>
                <c:pt idx="50899">
                  <c:v>0.58910879629547708</c:v>
                </c:pt>
                <c:pt idx="50900">
                  <c:v>0.58912037036498077</c:v>
                </c:pt>
                <c:pt idx="50901">
                  <c:v>0.58913194444176042</c:v>
                </c:pt>
                <c:pt idx="50902">
                  <c:v>0.58914351851854008</c:v>
                </c:pt>
                <c:pt idx="50903">
                  <c:v>0.58915509258804377</c:v>
                </c:pt>
                <c:pt idx="50904">
                  <c:v>0.58916666666482342</c:v>
                </c:pt>
                <c:pt idx="50905">
                  <c:v>0.58917824074160308</c:v>
                </c:pt>
                <c:pt idx="50906">
                  <c:v>0.58918981481110677</c:v>
                </c:pt>
                <c:pt idx="50907">
                  <c:v>0.58920138888788642</c:v>
                </c:pt>
                <c:pt idx="50908">
                  <c:v>0.58921296295739012</c:v>
                </c:pt>
                <c:pt idx="50909">
                  <c:v>0.58922453703416977</c:v>
                </c:pt>
                <c:pt idx="50910">
                  <c:v>0.58923611111094942</c:v>
                </c:pt>
                <c:pt idx="50911">
                  <c:v>0.58924768518045312</c:v>
                </c:pt>
                <c:pt idx="50912">
                  <c:v>0.58925925925723277</c:v>
                </c:pt>
                <c:pt idx="50913">
                  <c:v>0.58927083333401242</c:v>
                </c:pt>
                <c:pt idx="50914">
                  <c:v>0.58928240740351612</c:v>
                </c:pt>
                <c:pt idx="50915">
                  <c:v>0.58929398148029577</c:v>
                </c:pt>
                <c:pt idx="50916">
                  <c:v>0.58930555554979946</c:v>
                </c:pt>
                <c:pt idx="50917">
                  <c:v>0.58931712962657912</c:v>
                </c:pt>
                <c:pt idx="50918">
                  <c:v>0.58932870370335877</c:v>
                </c:pt>
                <c:pt idx="50919">
                  <c:v>0.58934027777286246</c:v>
                </c:pt>
                <c:pt idx="50920">
                  <c:v>0.58935185184964212</c:v>
                </c:pt>
                <c:pt idx="50921">
                  <c:v>0.58936342592642177</c:v>
                </c:pt>
                <c:pt idx="50922">
                  <c:v>0.58937499999592546</c:v>
                </c:pt>
                <c:pt idx="50923">
                  <c:v>0.58938657407270512</c:v>
                </c:pt>
                <c:pt idx="50924">
                  <c:v>0.58939814814948477</c:v>
                </c:pt>
                <c:pt idx="50925">
                  <c:v>0.58940972221898846</c:v>
                </c:pt>
                <c:pt idx="50926">
                  <c:v>0.58942129629576812</c:v>
                </c:pt>
                <c:pt idx="50927">
                  <c:v>0.58943287036527181</c:v>
                </c:pt>
                <c:pt idx="50928">
                  <c:v>0.58944444444205146</c:v>
                </c:pt>
                <c:pt idx="50929">
                  <c:v>0.58945601851883112</c:v>
                </c:pt>
                <c:pt idx="50930">
                  <c:v>0.58946759258833481</c:v>
                </c:pt>
                <c:pt idx="50931">
                  <c:v>0.58947916666511446</c:v>
                </c:pt>
                <c:pt idx="50932">
                  <c:v>0.58949074074189411</c:v>
                </c:pt>
                <c:pt idx="50933">
                  <c:v>0.58950231481139781</c:v>
                </c:pt>
                <c:pt idx="50934">
                  <c:v>0.58951388888817746</c:v>
                </c:pt>
                <c:pt idx="50935">
                  <c:v>0.58952546295768116</c:v>
                </c:pt>
                <c:pt idx="50936">
                  <c:v>0.58953703703446081</c:v>
                </c:pt>
                <c:pt idx="50937">
                  <c:v>0.58954861111124046</c:v>
                </c:pt>
                <c:pt idx="50938">
                  <c:v>0.58956018518074416</c:v>
                </c:pt>
                <c:pt idx="50939">
                  <c:v>0.58957175925752381</c:v>
                </c:pt>
                <c:pt idx="50940">
                  <c:v>0.58958333333430346</c:v>
                </c:pt>
                <c:pt idx="50941">
                  <c:v>0.58959490740380716</c:v>
                </c:pt>
                <c:pt idx="50942">
                  <c:v>0.58960648148058681</c:v>
                </c:pt>
                <c:pt idx="50943">
                  <c:v>0.5896180555500905</c:v>
                </c:pt>
                <c:pt idx="50944">
                  <c:v>0.58962962962687016</c:v>
                </c:pt>
                <c:pt idx="50945">
                  <c:v>0.58964120370364981</c:v>
                </c:pt>
                <c:pt idx="50946">
                  <c:v>0.5896527777731535</c:v>
                </c:pt>
                <c:pt idx="50947">
                  <c:v>0.58966435184993315</c:v>
                </c:pt>
                <c:pt idx="50948">
                  <c:v>0.58967592592671281</c:v>
                </c:pt>
                <c:pt idx="50949">
                  <c:v>0.5896874999962165</c:v>
                </c:pt>
                <c:pt idx="50950">
                  <c:v>0.58969907407299615</c:v>
                </c:pt>
                <c:pt idx="50951">
                  <c:v>0.58971064814249985</c:v>
                </c:pt>
                <c:pt idx="50952">
                  <c:v>0.5897222222192795</c:v>
                </c:pt>
                <c:pt idx="50953">
                  <c:v>0.58973379629605915</c:v>
                </c:pt>
                <c:pt idx="50954">
                  <c:v>0.58974537036556285</c:v>
                </c:pt>
                <c:pt idx="50955">
                  <c:v>0.5897569444423425</c:v>
                </c:pt>
                <c:pt idx="50956">
                  <c:v>0.58976851851912215</c:v>
                </c:pt>
                <c:pt idx="50957">
                  <c:v>0.58978009258862585</c:v>
                </c:pt>
                <c:pt idx="50958">
                  <c:v>0.5897916666654055</c:v>
                </c:pt>
                <c:pt idx="50959">
                  <c:v>0.5898032407349092</c:v>
                </c:pt>
                <c:pt idx="50960">
                  <c:v>0.58981481481168885</c:v>
                </c:pt>
                <c:pt idx="50961">
                  <c:v>0.5898263888884685</c:v>
                </c:pt>
                <c:pt idx="50962">
                  <c:v>0.58983796295797219</c:v>
                </c:pt>
                <c:pt idx="50963">
                  <c:v>0.58984953703475185</c:v>
                </c:pt>
                <c:pt idx="50964">
                  <c:v>0.5898611111115315</c:v>
                </c:pt>
                <c:pt idx="50965">
                  <c:v>0.58987268518103519</c:v>
                </c:pt>
                <c:pt idx="50966">
                  <c:v>0.58988425925781485</c:v>
                </c:pt>
                <c:pt idx="50967">
                  <c:v>0.5898958333345945</c:v>
                </c:pt>
                <c:pt idx="50968">
                  <c:v>0.58990740740409819</c:v>
                </c:pt>
                <c:pt idx="50969">
                  <c:v>0.58991898148087785</c:v>
                </c:pt>
                <c:pt idx="50970">
                  <c:v>0.58993055555038154</c:v>
                </c:pt>
                <c:pt idx="50971">
                  <c:v>0.58994212962716119</c:v>
                </c:pt>
                <c:pt idx="50972">
                  <c:v>0.58995370370394085</c:v>
                </c:pt>
                <c:pt idx="50973">
                  <c:v>0.58996527777344454</c:v>
                </c:pt>
                <c:pt idx="50974">
                  <c:v>0.58997685185022419</c:v>
                </c:pt>
                <c:pt idx="50975">
                  <c:v>0.58998842592700385</c:v>
                </c:pt>
                <c:pt idx="50976">
                  <c:v>0.58999999999650754</c:v>
                </c:pt>
                <c:pt idx="50977">
                  <c:v>0.59001157407328719</c:v>
                </c:pt>
                <c:pt idx="50978">
                  <c:v>0.59002314814279089</c:v>
                </c:pt>
                <c:pt idx="50979">
                  <c:v>0.59003472221957054</c:v>
                </c:pt>
                <c:pt idx="50980">
                  <c:v>0.59004629629635019</c:v>
                </c:pt>
                <c:pt idx="50981">
                  <c:v>0.59005787036585389</c:v>
                </c:pt>
                <c:pt idx="50982">
                  <c:v>0.59006944444263354</c:v>
                </c:pt>
                <c:pt idx="50983">
                  <c:v>0.59008101851941319</c:v>
                </c:pt>
                <c:pt idx="50984">
                  <c:v>0.59009259258891689</c:v>
                </c:pt>
                <c:pt idx="50985">
                  <c:v>0.59010416666569654</c:v>
                </c:pt>
                <c:pt idx="50986">
                  <c:v>0.59011574073520023</c:v>
                </c:pt>
                <c:pt idx="50987">
                  <c:v>0.59012731481197989</c:v>
                </c:pt>
                <c:pt idx="50988">
                  <c:v>0.59013888888875954</c:v>
                </c:pt>
                <c:pt idx="50989">
                  <c:v>0.59015046295826323</c:v>
                </c:pt>
                <c:pt idx="50990">
                  <c:v>0.59016203703504289</c:v>
                </c:pt>
                <c:pt idx="50991">
                  <c:v>0.59017361111182254</c:v>
                </c:pt>
                <c:pt idx="50992">
                  <c:v>0.59018518518132623</c:v>
                </c:pt>
                <c:pt idx="50993">
                  <c:v>0.59019675925810589</c:v>
                </c:pt>
                <c:pt idx="50994">
                  <c:v>0.59020833332760958</c:v>
                </c:pt>
                <c:pt idx="50995">
                  <c:v>0.59021990740438923</c:v>
                </c:pt>
                <c:pt idx="50996">
                  <c:v>0.59023148148116888</c:v>
                </c:pt>
                <c:pt idx="50997">
                  <c:v>0.59024305555067258</c:v>
                </c:pt>
                <c:pt idx="50998">
                  <c:v>0.59025462962745223</c:v>
                </c:pt>
                <c:pt idx="50999">
                  <c:v>0.59026620370423188</c:v>
                </c:pt>
                <c:pt idx="51000">
                  <c:v>0.59027777777373558</c:v>
                </c:pt>
                <c:pt idx="51001">
                  <c:v>0.59028935185051523</c:v>
                </c:pt>
                <c:pt idx="51002">
                  <c:v>0.59030092592001893</c:v>
                </c:pt>
                <c:pt idx="51003">
                  <c:v>0.59031249999679858</c:v>
                </c:pt>
                <c:pt idx="51004">
                  <c:v>0.59032407407357823</c:v>
                </c:pt>
                <c:pt idx="51005">
                  <c:v>0.59033564814308193</c:v>
                </c:pt>
                <c:pt idx="51006">
                  <c:v>0.59034722221986158</c:v>
                </c:pt>
                <c:pt idx="51007">
                  <c:v>0.59035879629664123</c:v>
                </c:pt>
                <c:pt idx="51008">
                  <c:v>0.59037037036614493</c:v>
                </c:pt>
                <c:pt idx="51009">
                  <c:v>0.59038194444292458</c:v>
                </c:pt>
                <c:pt idx="51010">
                  <c:v>0.59039351851970423</c:v>
                </c:pt>
                <c:pt idx="51011">
                  <c:v>0.59040509258920792</c:v>
                </c:pt>
                <c:pt idx="51012">
                  <c:v>0.59041666666598758</c:v>
                </c:pt>
                <c:pt idx="51013">
                  <c:v>0.59042824073549127</c:v>
                </c:pt>
                <c:pt idx="51014">
                  <c:v>0.59043981481227092</c:v>
                </c:pt>
                <c:pt idx="51015">
                  <c:v>0.59045138888905058</c:v>
                </c:pt>
                <c:pt idx="51016">
                  <c:v>0.59046296295855427</c:v>
                </c:pt>
                <c:pt idx="51017">
                  <c:v>0.59047453703533392</c:v>
                </c:pt>
                <c:pt idx="51018">
                  <c:v>0.59048611111211358</c:v>
                </c:pt>
                <c:pt idx="51019">
                  <c:v>0.59049768518161727</c:v>
                </c:pt>
                <c:pt idx="51020">
                  <c:v>0.59050925925839692</c:v>
                </c:pt>
                <c:pt idx="51021">
                  <c:v>0.59052083332790062</c:v>
                </c:pt>
                <c:pt idx="51022">
                  <c:v>0.59053240740468027</c:v>
                </c:pt>
                <c:pt idx="51023">
                  <c:v>0.59054398148145992</c:v>
                </c:pt>
                <c:pt idx="51024">
                  <c:v>0.59055555555096362</c:v>
                </c:pt>
                <c:pt idx="51025">
                  <c:v>0.59056712962774327</c:v>
                </c:pt>
                <c:pt idx="51026">
                  <c:v>0.59057870370452292</c:v>
                </c:pt>
                <c:pt idx="51027">
                  <c:v>0.59059027777402662</c:v>
                </c:pt>
                <c:pt idx="51028">
                  <c:v>0.59060185185080627</c:v>
                </c:pt>
                <c:pt idx="51029">
                  <c:v>0.59061342592030996</c:v>
                </c:pt>
                <c:pt idx="51030">
                  <c:v>0.59062499999708962</c:v>
                </c:pt>
                <c:pt idx="51031">
                  <c:v>0.59063657407386927</c:v>
                </c:pt>
                <c:pt idx="51032">
                  <c:v>0.59064814814337296</c:v>
                </c:pt>
                <c:pt idx="51033">
                  <c:v>0.59065972222015262</c:v>
                </c:pt>
                <c:pt idx="51034">
                  <c:v>0.59067129629693227</c:v>
                </c:pt>
                <c:pt idx="51035">
                  <c:v>0.59068287036643596</c:v>
                </c:pt>
                <c:pt idx="51036">
                  <c:v>0.59069444444321562</c:v>
                </c:pt>
                <c:pt idx="51037">
                  <c:v>0.59070601851271931</c:v>
                </c:pt>
                <c:pt idx="51038">
                  <c:v>0.59071759258949896</c:v>
                </c:pt>
                <c:pt idx="51039">
                  <c:v>0.59072916666627862</c:v>
                </c:pt>
                <c:pt idx="51040">
                  <c:v>0.59074074073578231</c:v>
                </c:pt>
                <c:pt idx="51041">
                  <c:v>0.59075231481256196</c:v>
                </c:pt>
                <c:pt idx="51042">
                  <c:v>0.59076388888934162</c:v>
                </c:pt>
                <c:pt idx="51043">
                  <c:v>0.59077546295884531</c:v>
                </c:pt>
                <c:pt idx="51044">
                  <c:v>0.59078703703562496</c:v>
                </c:pt>
                <c:pt idx="51045">
                  <c:v>0.59079861111240461</c:v>
                </c:pt>
                <c:pt idx="51046">
                  <c:v>0.59081018518190831</c:v>
                </c:pt>
                <c:pt idx="51047">
                  <c:v>0.59082175925868796</c:v>
                </c:pt>
                <c:pt idx="51048">
                  <c:v>0.59083333332819166</c:v>
                </c:pt>
                <c:pt idx="51049">
                  <c:v>0.59084490740497131</c:v>
                </c:pt>
                <c:pt idx="51050">
                  <c:v>0.59085648148175096</c:v>
                </c:pt>
                <c:pt idx="51051">
                  <c:v>0.59086805555125466</c:v>
                </c:pt>
                <c:pt idx="51052">
                  <c:v>0.59087962962803431</c:v>
                </c:pt>
                <c:pt idx="51053">
                  <c:v>0.59089120370481396</c:v>
                </c:pt>
                <c:pt idx="51054">
                  <c:v>0.59090277777431766</c:v>
                </c:pt>
                <c:pt idx="51055">
                  <c:v>0.59091435185109731</c:v>
                </c:pt>
                <c:pt idx="51056">
                  <c:v>0.590925925920601</c:v>
                </c:pt>
                <c:pt idx="51057">
                  <c:v>0.59093749999738066</c:v>
                </c:pt>
                <c:pt idx="51058">
                  <c:v>0.59094907407416031</c:v>
                </c:pt>
                <c:pt idx="51059">
                  <c:v>0.590960648143664</c:v>
                </c:pt>
                <c:pt idx="51060">
                  <c:v>0.59097222222044365</c:v>
                </c:pt>
                <c:pt idx="51061">
                  <c:v>0.59098379629722331</c:v>
                </c:pt>
                <c:pt idx="51062">
                  <c:v>0.590995370366727</c:v>
                </c:pt>
                <c:pt idx="51063">
                  <c:v>0.59100694444350665</c:v>
                </c:pt>
                <c:pt idx="51064">
                  <c:v>0.59101851851301035</c:v>
                </c:pt>
                <c:pt idx="51065">
                  <c:v>0.59103009258979</c:v>
                </c:pt>
                <c:pt idx="51066">
                  <c:v>0.59104166666656965</c:v>
                </c:pt>
                <c:pt idx="51067">
                  <c:v>0.59105324073607335</c:v>
                </c:pt>
                <c:pt idx="51068">
                  <c:v>0.591064814812853</c:v>
                </c:pt>
                <c:pt idx="51069">
                  <c:v>0.59107638888963265</c:v>
                </c:pt>
                <c:pt idx="51070">
                  <c:v>0.59108796295913635</c:v>
                </c:pt>
                <c:pt idx="51071">
                  <c:v>0.591099537035916</c:v>
                </c:pt>
                <c:pt idx="51072">
                  <c:v>0.5911111111054197</c:v>
                </c:pt>
                <c:pt idx="51073">
                  <c:v>0.59112268518219935</c:v>
                </c:pt>
                <c:pt idx="51074">
                  <c:v>0.591134259258979</c:v>
                </c:pt>
                <c:pt idx="51075">
                  <c:v>0.59114583332848269</c:v>
                </c:pt>
                <c:pt idx="51076">
                  <c:v>0.59115740740526235</c:v>
                </c:pt>
                <c:pt idx="51077">
                  <c:v>0.591168981482042</c:v>
                </c:pt>
                <c:pt idx="51078">
                  <c:v>0.59118055555154569</c:v>
                </c:pt>
                <c:pt idx="51079">
                  <c:v>0.59119212962832535</c:v>
                </c:pt>
                <c:pt idx="51080">
                  <c:v>0.59120370369782904</c:v>
                </c:pt>
                <c:pt idx="51081">
                  <c:v>0.59121527777460869</c:v>
                </c:pt>
                <c:pt idx="51082">
                  <c:v>0.59122685185138835</c:v>
                </c:pt>
                <c:pt idx="51083">
                  <c:v>0.59123842592089204</c:v>
                </c:pt>
                <c:pt idx="51084">
                  <c:v>0.59124999999767169</c:v>
                </c:pt>
                <c:pt idx="51085">
                  <c:v>0.59126157407445135</c:v>
                </c:pt>
                <c:pt idx="51086">
                  <c:v>0.59127314814395504</c:v>
                </c:pt>
                <c:pt idx="51087">
                  <c:v>0.59128472222073469</c:v>
                </c:pt>
                <c:pt idx="51088">
                  <c:v>0.59129629629751435</c:v>
                </c:pt>
                <c:pt idx="51089">
                  <c:v>0.59130787036701804</c:v>
                </c:pt>
                <c:pt idx="51090">
                  <c:v>0.59131944444379769</c:v>
                </c:pt>
                <c:pt idx="51091">
                  <c:v>0.59133101851330139</c:v>
                </c:pt>
                <c:pt idx="51092">
                  <c:v>0.59134259259008104</c:v>
                </c:pt>
                <c:pt idx="51093">
                  <c:v>0.59135416666686069</c:v>
                </c:pt>
                <c:pt idx="51094">
                  <c:v>0.59136574073636439</c:v>
                </c:pt>
                <c:pt idx="51095">
                  <c:v>0.59137731481314404</c:v>
                </c:pt>
                <c:pt idx="51096">
                  <c:v>0.59138888888992369</c:v>
                </c:pt>
                <c:pt idx="51097">
                  <c:v>0.59140046295942739</c:v>
                </c:pt>
                <c:pt idx="51098">
                  <c:v>0.59141203703620704</c:v>
                </c:pt>
                <c:pt idx="51099">
                  <c:v>0.59142361110571073</c:v>
                </c:pt>
                <c:pt idx="51100">
                  <c:v>0.59143518518249039</c:v>
                </c:pt>
                <c:pt idx="51101">
                  <c:v>0.59144675925927004</c:v>
                </c:pt>
                <c:pt idx="51102">
                  <c:v>0.59145833332877373</c:v>
                </c:pt>
                <c:pt idx="51103">
                  <c:v>0.59146990740555339</c:v>
                </c:pt>
                <c:pt idx="51104">
                  <c:v>0.59148148148233304</c:v>
                </c:pt>
                <c:pt idx="51105">
                  <c:v>0.59149305555183673</c:v>
                </c:pt>
                <c:pt idx="51106">
                  <c:v>0.59150462962861639</c:v>
                </c:pt>
                <c:pt idx="51107">
                  <c:v>0.59151620369812008</c:v>
                </c:pt>
                <c:pt idx="51108">
                  <c:v>0.59152777777489973</c:v>
                </c:pt>
                <c:pt idx="51109">
                  <c:v>0.59153935185167938</c:v>
                </c:pt>
                <c:pt idx="51110">
                  <c:v>0.59155092592118308</c:v>
                </c:pt>
                <c:pt idx="51111">
                  <c:v>0.59156249999796273</c:v>
                </c:pt>
                <c:pt idx="51112">
                  <c:v>0.59157407407474238</c:v>
                </c:pt>
                <c:pt idx="51113">
                  <c:v>0.59158564814424608</c:v>
                </c:pt>
                <c:pt idx="51114">
                  <c:v>0.59159722222102573</c:v>
                </c:pt>
                <c:pt idx="51115">
                  <c:v>0.59160879629052943</c:v>
                </c:pt>
                <c:pt idx="51116">
                  <c:v>0.59162037036730908</c:v>
                </c:pt>
                <c:pt idx="51117">
                  <c:v>0.59163194444408873</c:v>
                </c:pt>
                <c:pt idx="51118">
                  <c:v>0.59164351851359243</c:v>
                </c:pt>
                <c:pt idx="51119">
                  <c:v>0.59165509259037208</c:v>
                </c:pt>
                <c:pt idx="51120">
                  <c:v>0.59166666666715173</c:v>
                </c:pt>
                <c:pt idx="51121">
                  <c:v>0.59167824073665543</c:v>
                </c:pt>
                <c:pt idx="51122">
                  <c:v>0.59168981481343508</c:v>
                </c:pt>
                <c:pt idx="51123">
                  <c:v>0.59170138889021473</c:v>
                </c:pt>
                <c:pt idx="51124">
                  <c:v>0.59171296295971842</c:v>
                </c:pt>
                <c:pt idx="51125">
                  <c:v>0.59172453703649808</c:v>
                </c:pt>
                <c:pt idx="51126">
                  <c:v>0.59173611110600177</c:v>
                </c:pt>
                <c:pt idx="51127">
                  <c:v>0.59174768518278142</c:v>
                </c:pt>
                <c:pt idx="51128">
                  <c:v>0.59175925925956108</c:v>
                </c:pt>
                <c:pt idx="51129">
                  <c:v>0.59177083332906477</c:v>
                </c:pt>
                <c:pt idx="51130">
                  <c:v>0.59178240740584442</c:v>
                </c:pt>
                <c:pt idx="51131">
                  <c:v>0.59179398148262408</c:v>
                </c:pt>
                <c:pt idx="51132">
                  <c:v>0.59180555555212777</c:v>
                </c:pt>
                <c:pt idx="51133">
                  <c:v>0.59181712962890742</c:v>
                </c:pt>
                <c:pt idx="51134">
                  <c:v>0.59182870369841112</c:v>
                </c:pt>
                <c:pt idx="51135">
                  <c:v>0.59184027777519077</c:v>
                </c:pt>
                <c:pt idx="51136">
                  <c:v>0.59185185185197042</c:v>
                </c:pt>
                <c:pt idx="51137">
                  <c:v>0.59186342592147412</c:v>
                </c:pt>
                <c:pt idx="51138">
                  <c:v>0.59187499999825377</c:v>
                </c:pt>
                <c:pt idx="51139">
                  <c:v>0.59188657407503342</c:v>
                </c:pt>
                <c:pt idx="51140">
                  <c:v>0.59189814814453712</c:v>
                </c:pt>
                <c:pt idx="51141">
                  <c:v>0.59190972222131677</c:v>
                </c:pt>
                <c:pt idx="51142">
                  <c:v>0.59192129629082046</c:v>
                </c:pt>
                <c:pt idx="51143">
                  <c:v>0.59193287036760012</c:v>
                </c:pt>
                <c:pt idx="51144">
                  <c:v>0.59194444444437977</c:v>
                </c:pt>
                <c:pt idx="51145">
                  <c:v>0.59195601851388346</c:v>
                </c:pt>
                <c:pt idx="51146">
                  <c:v>0.59196759259066312</c:v>
                </c:pt>
                <c:pt idx="51147">
                  <c:v>0.59197916666744277</c:v>
                </c:pt>
                <c:pt idx="51148">
                  <c:v>0.59199074073694646</c:v>
                </c:pt>
                <c:pt idx="51149">
                  <c:v>0.59200231481372612</c:v>
                </c:pt>
                <c:pt idx="51150">
                  <c:v>0.59201388888322981</c:v>
                </c:pt>
                <c:pt idx="51151">
                  <c:v>0.59202546296000946</c:v>
                </c:pt>
                <c:pt idx="51152">
                  <c:v>0.59203703703678912</c:v>
                </c:pt>
                <c:pt idx="51153">
                  <c:v>0.59204861110629281</c:v>
                </c:pt>
                <c:pt idx="51154">
                  <c:v>0.59206018518307246</c:v>
                </c:pt>
                <c:pt idx="51155">
                  <c:v>0.59207175925985212</c:v>
                </c:pt>
                <c:pt idx="51156">
                  <c:v>0.59208333332935581</c:v>
                </c:pt>
                <c:pt idx="51157">
                  <c:v>0.59209490740613546</c:v>
                </c:pt>
                <c:pt idx="51158">
                  <c:v>0.59210648147563916</c:v>
                </c:pt>
                <c:pt idx="51159">
                  <c:v>0.59211805555241881</c:v>
                </c:pt>
                <c:pt idx="51160">
                  <c:v>0.59212962962919846</c:v>
                </c:pt>
                <c:pt idx="51161">
                  <c:v>0.59214120369870216</c:v>
                </c:pt>
                <c:pt idx="51162">
                  <c:v>0.59215277777548181</c:v>
                </c:pt>
                <c:pt idx="51163">
                  <c:v>0.59216435185226146</c:v>
                </c:pt>
                <c:pt idx="51164">
                  <c:v>0.59217592592176516</c:v>
                </c:pt>
                <c:pt idx="51165">
                  <c:v>0.59218749999854481</c:v>
                </c:pt>
                <c:pt idx="51166">
                  <c:v>0.59219907407532446</c:v>
                </c:pt>
                <c:pt idx="51167">
                  <c:v>0.59221064814482816</c:v>
                </c:pt>
                <c:pt idx="51168">
                  <c:v>0.59222222222160781</c:v>
                </c:pt>
                <c:pt idx="51169">
                  <c:v>0.5922337962911115</c:v>
                </c:pt>
                <c:pt idx="51170">
                  <c:v>0.59224537036789116</c:v>
                </c:pt>
                <c:pt idx="51171">
                  <c:v>0.59225694444467081</c:v>
                </c:pt>
                <c:pt idx="51172">
                  <c:v>0.5922685185141745</c:v>
                </c:pt>
                <c:pt idx="51173">
                  <c:v>0.59228009259095415</c:v>
                </c:pt>
                <c:pt idx="51174">
                  <c:v>0.59229166666773381</c:v>
                </c:pt>
                <c:pt idx="51175">
                  <c:v>0.5923032407372375</c:v>
                </c:pt>
                <c:pt idx="51176">
                  <c:v>0.59231481481401715</c:v>
                </c:pt>
                <c:pt idx="51177">
                  <c:v>0.59232638888352085</c:v>
                </c:pt>
                <c:pt idx="51178">
                  <c:v>0.5923379629603005</c:v>
                </c:pt>
                <c:pt idx="51179">
                  <c:v>0.59234953703708015</c:v>
                </c:pt>
                <c:pt idx="51180">
                  <c:v>0.59236111110658385</c:v>
                </c:pt>
                <c:pt idx="51181">
                  <c:v>0.5923726851833635</c:v>
                </c:pt>
                <c:pt idx="51182">
                  <c:v>0.59238425926014315</c:v>
                </c:pt>
                <c:pt idx="51183">
                  <c:v>0.59239583332964685</c:v>
                </c:pt>
                <c:pt idx="51184">
                  <c:v>0.5924074074064265</c:v>
                </c:pt>
                <c:pt idx="51185">
                  <c:v>0.5924189814759302</c:v>
                </c:pt>
                <c:pt idx="51186">
                  <c:v>0.59243055555270985</c:v>
                </c:pt>
                <c:pt idx="51187">
                  <c:v>0.5924421296294895</c:v>
                </c:pt>
                <c:pt idx="51188">
                  <c:v>0.59245370369899319</c:v>
                </c:pt>
                <c:pt idx="51189">
                  <c:v>0.59246527777577285</c:v>
                </c:pt>
                <c:pt idx="51190">
                  <c:v>0.5924768518525525</c:v>
                </c:pt>
                <c:pt idx="51191">
                  <c:v>0.59248842592205619</c:v>
                </c:pt>
                <c:pt idx="51192">
                  <c:v>0.59249999999883585</c:v>
                </c:pt>
                <c:pt idx="51193">
                  <c:v>0.59251157406833954</c:v>
                </c:pt>
                <c:pt idx="51194">
                  <c:v>0.59252314814511919</c:v>
                </c:pt>
                <c:pt idx="51195">
                  <c:v>0.59253472222189885</c:v>
                </c:pt>
                <c:pt idx="51196">
                  <c:v>0.59254629629140254</c:v>
                </c:pt>
                <c:pt idx="51197">
                  <c:v>0.59255787036818219</c:v>
                </c:pt>
                <c:pt idx="51198">
                  <c:v>0.59256944444496185</c:v>
                </c:pt>
                <c:pt idx="51199">
                  <c:v>0.59258101851446554</c:v>
                </c:pt>
                <c:pt idx="51200">
                  <c:v>0.59259259259124519</c:v>
                </c:pt>
                <c:pt idx="51201">
                  <c:v>0.59260416666074889</c:v>
                </c:pt>
                <c:pt idx="51202">
                  <c:v>0.59261574073752854</c:v>
                </c:pt>
                <c:pt idx="51203">
                  <c:v>0.59262731481430819</c:v>
                </c:pt>
                <c:pt idx="51204">
                  <c:v>0.59263888888381189</c:v>
                </c:pt>
                <c:pt idx="51205">
                  <c:v>0.59265046296059154</c:v>
                </c:pt>
                <c:pt idx="51206">
                  <c:v>0.59266203703737119</c:v>
                </c:pt>
                <c:pt idx="51207">
                  <c:v>0.59267361110687489</c:v>
                </c:pt>
                <c:pt idx="51208">
                  <c:v>0.59268518518365454</c:v>
                </c:pt>
                <c:pt idx="51209">
                  <c:v>0.59269675926043419</c:v>
                </c:pt>
                <c:pt idx="51210">
                  <c:v>0.59270833332993789</c:v>
                </c:pt>
                <c:pt idx="51211">
                  <c:v>0.59271990740671754</c:v>
                </c:pt>
                <c:pt idx="51212">
                  <c:v>0.59273148147622123</c:v>
                </c:pt>
                <c:pt idx="51213">
                  <c:v>0.59274305555300089</c:v>
                </c:pt>
                <c:pt idx="51214">
                  <c:v>0.59275462962978054</c:v>
                </c:pt>
                <c:pt idx="51215">
                  <c:v>0.59276620369928423</c:v>
                </c:pt>
                <c:pt idx="51216">
                  <c:v>0.59277777777606389</c:v>
                </c:pt>
                <c:pt idx="51217">
                  <c:v>0.59278935185284354</c:v>
                </c:pt>
                <c:pt idx="51218">
                  <c:v>0.59280092592234723</c:v>
                </c:pt>
                <c:pt idx="51219">
                  <c:v>0.59281249999912689</c:v>
                </c:pt>
                <c:pt idx="51220">
                  <c:v>0.59282407406863058</c:v>
                </c:pt>
                <c:pt idx="51221">
                  <c:v>0.59283564814541023</c:v>
                </c:pt>
                <c:pt idx="51222">
                  <c:v>0.59284722222218988</c:v>
                </c:pt>
                <c:pt idx="51223">
                  <c:v>0.59285879629169358</c:v>
                </c:pt>
                <c:pt idx="51224">
                  <c:v>0.59287037036847323</c:v>
                </c:pt>
                <c:pt idx="51225">
                  <c:v>0.59288194444525288</c:v>
                </c:pt>
                <c:pt idx="51226">
                  <c:v>0.59289351851475658</c:v>
                </c:pt>
                <c:pt idx="51227">
                  <c:v>0.59290509259153623</c:v>
                </c:pt>
                <c:pt idx="51228">
                  <c:v>0.59291666666103993</c:v>
                </c:pt>
                <c:pt idx="51229">
                  <c:v>0.59292824073781958</c:v>
                </c:pt>
                <c:pt idx="51230">
                  <c:v>0.59293981481459923</c:v>
                </c:pt>
                <c:pt idx="51231">
                  <c:v>0.59295138888410293</c:v>
                </c:pt>
                <c:pt idx="51232">
                  <c:v>0.59296296296088258</c:v>
                </c:pt>
                <c:pt idx="51233">
                  <c:v>0.59297453703766223</c:v>
                </c:pt>
                <c:pt idx="51234">
                  <c:v>0.59298611110716593</c:v>
                </c:pt>
                <c:pt idx="51235">
                  <c:v>0.59299768518394558</c:v>
                </c:pt>
                <c:pt idx="51236">
                  <c:v>0.59300925925344927</c:v>
                </c:pt>
                <c:pt idx="51237">
                  <c:v>0.59302083333022892</c:v>
                </c:pt>
                <c:pt idx="51238">
                  <c:v>0.59303240740700858</c:v>
                </c:pt>
                <c:pt idx="51239">
                  <c:v>0.59304398147651227</c:v>
                </c:pt>
                <c:pt idx="51240">
                  <c:v>0.59305555555329192</c:v>
                </c:pt>
                <c:pt idx="51241">
                  <c:v>0.59306712963007158</c:v>
                </c:pt>
                <c:pt idx="51242">
                  <c:v>0.59307870369957527</c:v>
                </c:pt>
                <c:pt idx="51243">
                  <c:v>0.59309027777635492</c:v>
                </c:pt>
                <c:pt idx="51244">
                  <c:v>0.59310185185313458</c:v>
                </c:pt>
                <c:pt idx="51245">
                  <c:v>0.59311342592263827</c:v>
                </c:pt>
                <c:pt idx="51246">
                  <c:v>0.59312499999941792</c:v>
                </c:pt>
                <c:pt idx="51247">
                  <c:v>0.59313657406892162</c:v>
                </c:pt>
                <c:pt idx="51248">
                  <c:v>0.59314814814570127</c:v>
                </c:pt>
                <c:pt idx="51249">
                  <c:v>0.59315972222248092</c:v>
                </c:pt>
                <c:pt idx="51250">
                  <c:v>0.59317129629198462</c:v>
                </c:pt>
                <c:pt idx="51251">
                  <c:v>0.59318287036876427</c:v>
                </c:pt>
                <c:pt idx="51252">
                  <c:v>0.59319444444554392</c:v>
                </c:pt>
                <c:pt idx="51253">
                  <c:v>0.59320601851504762</c:v>
                </c:pt>
                <c:pt idx="51254">
                  <c:v>0.59321759259182727</c:v>
                </c:pt>
                <c:pt idx="51255">
                  <c:v>0.59322916666133096</c:v>
                </c:pt>
                <c:pt idx="51256">
                  <c:v>0.59324074073811062</c:v>
                </c:pt>
                <c:pt idx="51257">
                  <c:v>0.59325231481489027</c:v>
                </c:pt>
                <c:pt idx="51258">
                  <c:v>0.59326388888439396</c:v>
                </c:pt>
                <c:pt idx="51259">
                  <c:v>0.59327546296117362</c:v>
                </c:pt>
                <c:pt idx="51260">
                  <c:v>0.59328703703795327</c:v>
                </c:pt>
                <c:pt idx="51261">
                  <c:v>0.59329861110745696</c:v>
                </c:pt>
                <c:pt idx="51262">
                  <c:v>0.59331018518423662</c:v>
                </c:pt>
                <c:pt idx="51263">
                  <c:v>0.59332175925374031</c:v>
                </c:pt>
                <c:pt idx="51264">
                  <c:v>0.59333333333051996</c:v>
                </c:pt>
                <c:pt idx="51265">
                  <c:v>0.59334490740729962</c:v>
                </c:pt>
                <c:pt idx="51266">
                  <c:v>0.59335648147680331</c:v>
                </c:pt>
                <c:pt idx="51267">
                  <c:v>0.59336805555358296</c:v>
                </c:pt>
                <c:pt idx="51268">
                  <c:v>0.59337962963036261</c:v>
                </c:pt>
                <c:pt idx="51269">
                  <c:v>0.59339120369986631</c:v>
                </c:pt>
                <c:pt idx="51270">
                  <c:v>0.59340277777664596</c:v>
                </c:pt>
                <c:pt idx="51271">
                  <c:v>0.59341435184614966</c:v>
                </c:pt>
                <c:pt idx="51272">
                  <c:v>0.59342592592292931</c:v>
                </c:pt>
                <c:pt idx="51273">
                  <c:v>0.59343749999970896</c:v>
                </c:pt>
                <c:pt idx="51274">
                  <c:v>0.59344907406921266</c:v>
                </c:pt>
                <c:pt idx="51275">
                  <c:v>0.59346064814599231</c:v>
                </c:pt>
                <c:pt idx="51276">
                  <c:v>0.59347222222277196</c:v>
                </c:pt>
                <c:pt idx="51277">
                  <c:v>0.59348379629227566</c:v>
                </c:pt>
                <c:pt idx="51278">
                  <c:v>0.59349537036905531</c:v>
                </c:pt>
                <c:pt idx="51279">
                  <c:v>0.593506944438559</c:v>
                </c:pt>
                <c:pt idx="51280">
                  <c:v>0.59351851851533866</c:v>
                </c:pt>
                <c:pt idx="51281">
                  <c:v>0.59353009259211831</c:v>
                </c:pt>
                <c:pt idx="51282">
                  <c:v>0.593541666661622</c:v>
                </c:pt>
                <c:pt idx="51283">
                  <c:v>0.59355324073840166</c:v>
                </c:pt>
                <c:pt idx="51284">
                  <c:v>0.59356481481518131</c:v>
                </c:pt>
                <c:pt idx="51285">
                  <c:v>0.593576388884685</c:v>
                </c:pt>
                <c:pt idx="51286">
                  <c:v>0.59358796296146465</c:v>
                </c:pt>
                <c:pt idx="51287">
                  <c:v>0.59359953703824431</c:v>
                </c:pt>
                <c:pt idx="51288">
                  <c:v>0.593611111107748</c:v>
                </c:pt>
                <c:pt idx="51289">
                  <c:v>0.59362268518452765</c:v>
                </c:pt>
                <c:pt idx="51290">
                  <c:v>0.59363425925403135</c:v>
                </c:pt>
                <c:pt idx="51291">
                  <c:v>0.593645833330811</c:v>
                </c:pt>
                <c:pt idx="51292">
                  <c:v>0.59365740740759065</c:v>
                </c:pt>
                <c:pt idx="51293">
                  <c:v>0.59366898147709435</c:v>
                </c:pt>
                <c:pt idx="51294">
                  <c:v>0.593680555553874</c:v>
                </c:pt>
                <c:pt idx="51295">
                  <c:v>0.59369212963065365</c:v>
                </c:pt>
                <c:pt idx="51296">
                  <c:v>0.59370370370015735</c:v>
                </c:pt>
                <c:pt idx="51297">
                  <c:v>0.593715277776937</c:v>
                </c:pt>
                <c:pt idx="51298">
                  <c:v>0.5937268518464407</c:v>
                </c:pt>
                <c:pt idx="51299">
                  <c:v>0.59373842592322035</c:v>
                </c:pt>
                <c:pt idx="51300">
                  <c:v>0.59375</c:v>
                </c:pt>
                <c:pt idx="51301">
                  <c:v>0.59376157406950369</c:v>
                </c:pt>
                <c:pt idx="51302">
                  <c:v>0.59377314814628335</c:v>
                </c:pt>
                <c:pt idx="51303">
                  <c:v>0.593784722223063</c:v>
                </c:pt>
                <c:pt idx="51304">
                  <c:v>0.59379629629256669</c:v>
                </c:pt>
                <c:pt idx="51305">
                  <c:v>0.59380787036934635</c:v>
                </c:pt>
                <c:pt idx="51306">
                  <c:v>0.59381944443885004</c:v>
                </c:pt>
                <c:pt idx="51307">
                  <c:v>0.59383101851562969</c:v>
                </c:pt>
                <c:pt idx="51308">
                  <c:v>0.59384259259240935</c:v>
                </c:pt>
                <c:pt idx="51309">
                  <c:v>0.59385416666191304</c:v>
                </c:pt>
                <c:pt idx="51310">
                  <c:v>0.59386574073869269</c:v>
                </c:pt>
                <c:pt idx="51311">
                  <c:v>0.59387731481547235</c:v>
                </c:pt>
                <c:pt idx="51312">
                  <c:v>0.59388888888497604</c:v>
                </c:pt>
                <c:pt idx="51313">
                  <c:v>0.59390046296175569</c:v>
                </c:pt>
                <c:pt idx="51314">
                  <c:v>0.59391203703125939</c:v>
                </c:pt>
                <c:pt idx="51315">
                  <c:v>0.59392361110803904</c:v>
                </c:pt>
                <c:pt idx="51316">
                  <c:v>0.59393518518481869</c:v>
                </c:pt>
                <c:pt idx="51317">
                  <c:v>0.59394675925432239</c:v>
                </c:pt>
                <c:pt idx="51318">
                  <c:v>0.59395833333110204</c:v>
                </c:pt>
                <c:pt idx="51319">
                  <c:v>0.59396990740788169</c:v>
                </c:pt>
                <c:pt idx="51320">
                  <c:v>0.59398148147738539</c:v>
                </c:pt>
                <c:pt idx="51321">
                  <c:v>0.59399305555416504</c:v>
                </c:pt>
                <c:pt idx="51322">
                  <c:v>0.59400462963094469</c:v>
                </c:pt>
                <c:pt idx="51323">
                  <c:v>0.59401620370044839</c:v>
                </c:pt>
                <c:pt idx="51324">
                  <c:v>0.59402777777722804</c:v>
                </c:pt>
                <c:pt idx="51325">
                  <c:v>0.59403935184673173</c:v>
                </c:pt>
                <c:pt idx="51326">
                  <c:v>0.59405092592351139</c:v>
                </c:pt>
                <c:pt idx="51327">
                  <c:v>0.59406250000029104</c:v>
                </c:pt>
                <c:pt idx="51328">
                  <c:v>0.59407407406979473</c:v>
                </c:pt>
                <c:pt idx="51329">
                  <c:v>0.59408564814657439</c:v>
                </c:pt>
                <c:pt idx="51330">
                  <c:v>0.59409722222335404</c:v>
                </c:pt>
                <c:pt idx="51331">
                  <c:v>0.59410879629285773</c:v>
                </c:pt>
                <c:pt idx="51332">
                  <c:v>0.59412037036963739</c:v>
                </c:pt>
                <c:pt idx="51333">
                  <c:v>0.59413194443914108</c:v>
                </c:pt>
                <c:pt idx="51334">
                  <c:v>0.59414351851592073</c:v>
                </c:pt>
                <c:pt idx="51335">
                  <c:v>0.59415509259270038</c:v>
                </c:pt>
                <c:pt idx="51336">
                  <c:v>0.59416666666220408</c:v>
                </c:pt>
                <c:pt idx="51337">
                  <c:v>0.59417824073898373</c:v>
                </c:pt>
                <c:pt idx="51338">
                  <c:v>0.59418981481576338</c:v>
                </c:pt>
                <c:pt idx="51339">
                  <c:v>0.59420138888526708</c:v>
                </c:pt>
                <c:pt idx="51340">
                  <c:v>0.59421296296204673</c:v>
                </c:pt>
                <c:pt idx="51341">
                  <c:v>0.59422453703155043</c:v>
                </c:pt>
                <c:pt idx="51342">
                  <c:v>0.59423611110833008</c:v>
                </c:pt>
                <c:pt idx="51343">
                  <c:v>0.59424768518510973</c:v>
                </c:pt>
                <c:pt idx="51344">
                  <c:v>0.59425925925461343</c:v>
                </c:pt>
                <c:pt idx="51345">
                  <c:v>0.59427083333139308</c:v>
                </c:pt>
                <c:pt idx="51346">
                  <c:v>0.59428240740817273</c:v>
                </c:pt>
                <c:pt idx="51347">
                  <c:v>0.59429398147767643</c:v>
                </c:pt>
                <c:pt idx="51348">
                  <c:v>0.59430555555445608</c:v>
                </c:pt>
                <c:pt idx="51349">
                  <c:v>0.59431712962395977</c:v>
                </c:pt>
                <c:pt idx="51350">
                  <c:v>0.59432870370073942</c:v>
                </c:pt>
                <c:pt idx="51351">
                  <c:v>0.59434027777751908</c:v>
                </c:pt>
                <c:pt idx="51352">
                  <c:v>0.59435185184702277</c:v>
                </c:pt>
                <c:pt idx="51353">
                  <c:v>0.59436342592380242</c:v>
                </c:pt>
                <c:pt idx="51354">
                  <c:v>0.59437500000058208</c:v>
                </c:pt>
                <c:pt idx="51355">
                  <c:v>0.59438657407008577</c:v>
                </c:pt>
                <c:pt idx="51356">
                  <c:v>0.59439814814686542</c:v>
                </c:pt>
                <c:pt idx="51357">
                  <c:v>0.59440972221636912</c:v>
                </c:pt>
                <c:pt idx="51358">
                  <c:v>0.59442129629314877</c:v>
                </c:pt>
                <c:pt idx="51359">
                  <c:v>0.59443287036992842</c:v>
                </c:pt>
                <c:pt idx="51360">
                  <c:v>0.59444444443943212</c:v>
                </c:pt>
                <c:pt idx="51361">
                  <c:v>0.59445601851621177</c:v>
                </c:pt>
                <c:pt idx="51362">
                  <c:v>0.59446759259299142</c:v>
                </c:pt>
                <c:pt idx="51363">
                  <c:v>0.59447916666249512</c:v>
                </c:pt>
                <c:pt idx="51364">
                  <c:v>0.59449074073927477</c:v>
                </c:pt>
                <c:pt idx="51365">
                  <c:v>0.59450231481605442</c:v>
                </c:pt>
                <c:pt idx="51366">
                  <c:v>0.59451388888555812</c:v>
                </c:pt>
                <c:pt idx="51367">
                  <c:v>0.59452546296233777</c:v>
                </c:pt>
                <c:pt idx="51368">
                  <c:v>0.59453703703184146</c:v>
                </c:pt>
                <c:pt idx="51369">
                  <c:v>0.59454861110862112</c:v>
                </c:pt>
                <c:pt idx="51370">
                  <c:v>0.59456018518540077</c:v>
                </c:pt>
                <c:pt idx="51371">
                  <c:v>0.59457175925490446</c:v>
                </c:pt>
                <c:pt idx="51372">
                  <c:v>0.59458333333168412</c:v>
                </c:pt>
                <c:pt idx="51373">
                  <c:v>0.59459490740846377</c:v>
                </c:pt>
                <c:pt idx="51374">
                  <c:v>0.59460648147796746</c:v>
                </c:pt>
                <c:pt idx="51375">
                  <c:v>0.59461805555474712</c:v>
                </c:pt>
                <c:pt idx="51376">
                  <c:v>0.59462962962425081</c:v>
                </c:pt>
                <c:pt idx="51377">
                  <c:v>0.59464120370103046</c:v>
                </c:pt>
                <c:pt idx="51378">
                  <c:v>0.59465277777781012</c:v>
                </c:pt>
                <c:pt idx="51379">
                  <c:v>0.59466435184731381</c:v>
                </c:pt>
                <c:pt idx="51380">
                  <c:v>0.59467592592409346</c:v>
                </c:pt>
                <c:pt idx="51381">
                  <c:v>0.59468750000087311</c:v>
                </c:pt>
                <c:pt idx="51382">
                  <c:v>0.59469907407037681</c:v>
                </c:pt>
                <c:pt idx="51383">
                  <c:v>0.59471064814715646</c:v>
                </c:pt>
                <c:pt idx="51384">
                  <c:v>0.59472222221666016</c:v>
                </c:pt>
                <c:pt idx="51385">
                  <c:v>0.59473379629343981</c:v>
                </c:pt>
                <c:pt idx="51386">
                  <c:v>0.59474537037021946</c:v>
                </c:pt>
                <c:pt idx="51387">
                  <c:v>0.59475694443972316</c:v>
                </c:pt>
                <c:pt idx="51388">
                  <c:v>0.59476851851650281</c:v>
                </c:pt>
                <c:pt idx="51389">
                  <c:v>0.59478009259328246</c:v>
                </c:pt>
                <c:pt idx="51390">
                  <c:v>0.59479166666278616</c:v>
                </c:pt>
                <c:pt idx="51391">
                  <c:v>0.59480324073956581</c:v>
                </c:pt>
                <c:pt idx="51392">
                  <c:v>0.5948148148090695</c:v>
                </c:pt>
                <c:pt idx="51393">
                  <c:v>0.59482638888584916</c:v>
                </c:pt>
                <c:pt idx="51394">
                  <c:v>0.59483796296262881</c:v>
                </c:pt>
                <c:pt idx="51395">
                  <c:v>0.5948495370321325</c:v>
                </c:pt>
                <c:pt idx="51396">
                  <c:v>0.59486111110891216</c:v>
                </c:pt>
                <c:pt idx="51397">
                  <c:v>0.59487268518569181</c:v>
                </c:pt>
                <c:pt idx="51398">
                  <c:v>0.5948842592551955</c:v>
                </c:pt>
                <c:pt idx="51399">
                  <c:v>0.59489583333197515</c:v>
                </c:pt>
                <c:pt idx="51400">
                  <c:v>0.59490740740147885</c:v>
                </c:pt>
                <c:pt idx="51401">
                  <c:v>0.5949189814782585</c:v>
                </c:pt>
                <c:pt idx="51402">
                  <c:v>0.59493055555503815</c:v>
                </c:pt>
                <c:pt idx="51403">
                  <c:v>0.59494212962454185</c:v>
                </c:pt>
                <c:pt idx="51404">
                  <c:v>0.5949537037013215</c:v>
                </c:pt>
                <c:pt idx="51405">
                  <c:v>0.59496527777810115</c:v>
                </c:pt>
                <c:pt idx="51406">
                  <c:v>0.59497685184760485</c:v>
                </c:pt>
                <c:pt idx="51407">
                  <c:v>0.5949884259243845</c:v>
                </c:pt>
                <c:pt idx="51408">
                  <c:v>0.59500000000116415</c:v>
                </c:pt>
                <c:pt idx="51409">
                  <c:v>0.59501157407066785</c:v>
                </c:pt>
                <c:pt idx="51410">
                  <c:v>0.5950231481474475</c:v>
                </c:pt>
                <c:pt idx="51411">
                  <c:v>0.5950347222169512</c:v>
                </c:pt>
                <c:pt idx="51412">
                  <c:v>0.59504629629373085</c:v>
                </c:pt>
                <c:pt idx="51413">
                  <c:v>0.5950578703705105</c:v>
                </c:pt>
                <c:pt idx="51414">
                  <c:v>0.59506944444001419</c:v>
                </c:pt>
                <c:pt idx="51415">
                  <c:v>0.59508101851679385</c:v>
                </c:pt>
                <c:pt idx="51416">
                  <c:v>0.5950925925935735</c:v>
                </c:pt>
                <c:pt idx="51417">
                  <c:v>0.59510416666307719</c:v>
                </c:pt>
                <c:pt idx="51418">
                  <c:v>0.59511574073985685</c:v>
                </c:pt>
                <c:pt idx="51419">
                  <c:v>0.59512731480936054</c:v>
                </c:pt>
                <c:pt idx="51420">
                  <c:v>0.59513888888614019</c:v>
                </c:pt>
                <c:pt idx="51421">
                  <c:v>0.59515046296291985</c:v>
                </c:pt>
                <c:pt idx="51422">
                  <c:v>0.59516203703242354</c:v>
                </c:pt>
                <c:pt idx="51423">
                  <c:v>0.59517361110920319</c:v>
                </c:pt>
                <c:pt idx="51424">
                  <c:v>0.59518518518598285</c:v>
                </c:pt>
                <c:pt idx="51425">
                  <c:v>0.59519675925548654</c:v>
                </c:pt>
                <c:pt idx="51426">
                  <c:v>0.59520833333226619</c:v>
                </c:pt>
                <c:pt idx="51427">
                  <c:v>0.59521990740176989</c:v>
                </c:pt>
                <c:pt idx="51428">
                  <c:v>0.59523148147854954</c:v>
                </c:pt>
                <c:pt idx="51429">
                  <c:v>0.59524305555532919</c:v>
                </c:pt>
                <c:pt idx="51430">
                  <c:v>0.59525462962483289</c:v>
                </c:pt>
                <c:pt idx="51431">
                  <c:v>0.59526620370161254</c:v>
                </c:pt>
                <c:pt idx="51432">
                  <c:v>0.59527777777839219</c:v>
                </c:pt>
                <c:pt idx="51433">
                  <c:v>0.59528935184789589</c:v>
                </c:pt>
                <c:pt idx="51434">
                  <c:v>0.59530092592467554</c:v>
                </c:pt>
                <c:pt idx="51435">
                  <c:v>0.59531249999417923</c:v>
                </c:pt>
                <c:pt idx="51436">
                  <c:v>0.59532407407095889</c:v>
                </c:pt>
                <c:pt idx="51437">
                  <c:v>0.59533564814773854</c:v>
                </c:pt>
                <c:pt idx="51438">
                  <c:v>0.59534722221724223</c:v>
                </c:pt>
                <c:pt idx="51439">
                  <c:v>0.59535879629402189</c:v>
                </c:pt>
                <c:pt idx="51440">
                  <c:v>0.59537037037080154</c:v>
                </c:pt>
                <c:pt idx="51441">
                  <c:v>0.59538194444030523</c:v>
                </c:pt>
                <c:pt idx="51442">
                  <c:v>0.59539351851708489</c:v>
                </c:pt>
                <c:pt idx="51443">
                  <c:v>0.59540509259386454</c:v>
                </c:pt>
                <c:pt idx="51444">
                  <c:v>0.59541666666336823</c:v>
                </c:pt>
                <c:pt idx="51445">
                  <c:v>0.59542824074014788</c:v>
                </c:pt>
                <c:pt idx="51446">
                  <c:v>0.59543981480965158</c:v>
                </c:pt>
                <c:pt idx="51447">
                  <c:v>0.59545138888643123</c:v>
                </c:pt>
                <c:pt idx="51448">
                  <c:v>0.59546296296321088</c:v>
                </c:pt>
                <c:pt idx="51449">
                  <c:v>0.59547453703271458</c:v>
                </c:pt>
                <c:pt idx="51450">
                  <c:v>0.59548611110949423</c:v>
                </c:pt>
                <c:pt idx="51451">
                  <c:v>0.59549768518627388</c:v>
                </c:pt>
                <c:pt idx="51452">
                  <c:v>0.59550925925577758</c:v>
                </c:pt>
                <c:pt idx="51453">
                  <c:v>0.59552083333255723</c:v>
                </c:pt>
                <c:pt idx="51454">
                  <c:v>0.59553240740206093</c:v>
                </c:pt>
                <c:pt idx="51455">
                  <c:v>0.59554398147884058</c:v>
                </c:pt>
                <c:pt idx="51456">
                  <c:v>0.59555555555562023</c:v>
                </c:pt>
                <c:pt idx="51457">
                  <c:v>0.59556712962512393</c:v>
                </c:pt>
                <c:pt idx="51458">
                  <c:v>0.59557870370190358</c:v>
                </c:pt>
                <c:pt idx="51459">
                  <c:v>0.59559027777868323</c:v>
                </c:pt>
                <c:pt idx="51460">
                  <c:v>0.59560185184818693</c:v>
                </c:pt>
                <c:pt idx="51461">
                  <c:v>0.59561342592496658</c:v>
                </c:pt>
                <c:pt idx="51462">
                  <c:v>0.59562499999447027</c:v>
                </c:pt>
                <c:pt idx="51463">
                  <c:v>0.59563657407124992</c:v>
                </c:pt>
                <c:pt idx="51464">
                  <c:v>0.59564814814802958</c:v>
                </c:pt>
                <c:pt idx="51465">
                  <c:v>0.59565972221753327</c:v>
                </c:pt>
                <c:pt idx="51466">
                  <c:v>0.59567129629431292</c:v>
                </c:pt>
                <c:pt idx="51467">
                  <c:v>0.59568287037109258</c:v>
                </c:pt>
                <c:pt idx="51468">
                  <c:v>0.59569444444059627</c:v>
                </c:pt>
                <c:pt idx="51469">
                  <c:v>0.59570601851737592</c:v>
                </c:pt>
                <c:pt idx="51470">
                  <c:v>0.59571759258687962</c:v>
                </c:pt>
                <c:pt idx="51471">
                  <c:v>0.59572916666365927</c:v>
                </c:pt>
                <c:pt idx="51472">
                  <c:v>0.59574074074043892</c:v>
                </c:pt>
                <c:pt idx="51473">
                  <c:v>0.59575231480994262</c:v>
                </c:pt>
                <c:pt idx="51474">
                  <c:v>0.59576388888672227</c:v>
                </c:pt>
                <c:pt idx="51475">
                  <c:v>0.59577546296350192</c:v>
                </c:pt>
                <c:pt idx="51476">
                  <c:v>0.59578703703300562</c:v>
                </c:pt>
                <c:pt idx="51477">
                  <c:v>0.59579861110978527</c:v>
                </c:pt>
                <c:pt idx="51478">
                  <c:v>0.59581018517928896</c:v>
                </c:pt>
                <c:pt idx="51479">
                  <c:v>0.59582175925606862</c:v>
                </c:pt>
                <c:pt idx="51480">
                  <c:v>0.59583333333284827</c:v>
                </c:pt>
                <c:pt idx="51481">
                  <c:v>0.59584490740235196</c:v>
                </c:pt>
                <c:pt idx="51482">
                  <c:v>0.59585648147913162</c:v>
                </c:pt>
                <c:pt idx="51483">
                  <c:v>0.59586805555591127</c:v>
                </c:pt>
                <c:pt idx="51484">
                  <c:v>0.59587962962541496</c:v>
                </c:pt>
                <c:pt idx="51485">
                  <c:v>0.59589120370219462</c:v>
                </c:pt>
                <c:pt idx="51486">
                  <c:v>0.59590277777897427</c:v>
                </c:pt>
                <c:pt idx="51487">
                  <c:v>0.59591435184847796</c:v>
                </c:pt>
                <c:pt idx="51488">
                  <c:v>0.59592592592525762</c:v>
                </c:pt>
                <c:pt idx="51489">
                  <c:v>0.59593749999476131</c:v>
                </c:pt>
                <c:pt idx="51490">
                  <c:v>0.59594907407154096</c:v>
                </c:pt>
                <c:pt idx="51491">
                  <c:v>0.59596064814832062</c:v>
                </c:pt>
                <c:pt idx="51492">
                  <c:v>0.59597222221782431</c:v>
                </c:pt>
                <c:pt idx="51493">
                  <c:v>0.59598379629460396</c:v>
                </c:pt>
                <c:pt idx="51494">
                  <c:v>0.59599537037138361</c:v>
                </c:pt>
                <c:pt idx="51495">
                  <c:v>0.59600694444088731</c:v>
                </c:pt>
                <c:pt idx="51496">
                  <c:v>0.59601851851766696</c:v>
                </c:pt>
                <c:pt idx="51497">
                  <c:v>0.59603009258717066</c:v>
                </c:pt>
                <c:pt idx="51498">
                  <c:v>0.59604166666395031</c:v>
                </c:pt>
                <c:pt idx="51499">
                  <c:v>0.59605324074072996</c:v>
                </c:pt>
                <c:pt idx="51500">
                  <c:v>0.59606481481023366</c:v>
                </c:pt>
                <c:pt idx="51501">
                  <c:v>0.59607638888701331</c:v>
                </c:pt>
                <c:pt idx="51502">
                  <c:v>0.59608796296379296</c:v>
                </c:pt>
                <c:pt idx="51503">
                  <c:v>0.59609953703329666</c:v>
                </c:pt>
                <c:pt idx="51504">
                  <c:v>0.59611111111007631</c:v>
                </c:pt>
                <c:pt idx="51505">
                  <c:v>0.59612268517958</c:v>
                </c:pt>
                <c:pt idx="51506">
                  <c:v>0.59613425925635966</c:v>
                </c:pt>
                <c:pt idx="51507">
                  <c:v>0.59614583333313931</c:v>
                </c:pt>
                <c:pt idx="51508">
                  <c:v>0.596157407402643</c:v>
                </c:pt>
                <c:pt idx="51509">
                  <c:v>0.59616898147942265</c:v>
                </c:pt>
                <c:pt idx="51510">
                  <c:v>0.59618055555620231</c:v>
                </c:pt>
                <c:pt idx="51511">
                  <c:v>0.596192129625706</c:v>
                </c:pt>
                <c:pt idx="51512">
                  <c:v>0.59620370370248565</c:v>
                </c:pt>
                <c:pt idx="51513">
                  <c:v>0.59621527777198935</c:v>
                </c:pt>
                <c:pt idx="51514">
                  <c:v>0.596226851848769</c:v>
                </c:pt>
                <c:pt idx="51515">
                  <c:v>0.59623842592554865</c:v>
                </c:pt>
                <c:pt idx="51516">
                  <c:v>0.59624999999505235</c:v>
                </c:pt>
                <c:pt idx="51517">
                  <c:v>0.596261574071832</c:v>
                </c:pt>
                <c:pt idx="51518">
                  <c:v>0.59627314814861165</c:v>
                </c:pt>
                <c:pt idx="51519">
                  <c:v>0.59628472221811535</c:v>
                </c:pt>
                <c:pt idx="51520">
                  <c:v>0.596296296294895</c:v>
                </c:pt>
                <c:pt idx="51521">
                  <c:v>0.59630787037167465</c:v>
                </c:pt>
                <c:pt idx="51522">
                  <c:v>0.59631944444117835</c:v>
                </c:pt>
                <c:pt idx="51523">
                  <c:v>0.596331018517958</c:v>
                </c:pt>
                <c:pt idx="51524">
                  <c:v>0.5963425925874617</c:v>
                </c:pt>
                <c:pt idx="51525">
                  <c:v>0.59635416666424135</c:v>
                </c:pt>
                <c:pt idx="51526">
                  <c:v>0.596365740741021</c:v>
                </c:pt>
                <c:pt idx="51527">
                  <c:v>0.59637731481052469</c:v>
                </c:pt>
                <c:pt idx="51528">
                  <c:v>0.59638888888730435</c:v>
                </c:pt>
                <c:pt idx="51529">
                  <c:v>0.596400462964084</c:v>
                </c:pt>
                <c:pt idx="51530">
                  <c:v>0.59641203703358769</c:v>
                </c:pt>
                <c:pt idx="51531">
                  <c:v>0.59642361111036735</c:v>
                </c:pt>
                <c:pt idx="51532">
                  <c:v>0.59643518517987104</c:v>
                </c:pt>
                <c:pt idx="51533">
                  <c:v>0.59644675925665069</c:v>
                </c:pt>
                <c:pt idx="51534">
                  <c:v>0.59645833333343035</c:v>
                </c:pt>
                <c:pt idx="51535">
                  <c:v>0.59646990740293404</c:v>
                </c:pt>
                <c:pt idx="51536">
                  <c:v>0.59648148147971369</c:v>
                </c:pt>
                <c:pt idx="51537">
                  <c:v>0.59649305555649335</c:v>
                </c:pt>
                <c:pt idx="51538">
                  <c:v>0.59650462962599704</c:v>
                </c:pt>
                <c:pt idx="51539">
                  <c:v>0.59651620370277669</c:v>
                </c:pt>
                <c:pt idx="51540">
                  <c:v>0.59652777777228039</c:v>
                </c:pt>
                <c:pt idx="51541">
                  <c:v>0.59653935184906004</c:v>
                </c:pt>
                <c:pt idx="51542">
                  <c:v>0.59655092592583969</c:v>
                </c:pt>
                <c:pt idx="51543">
                  <c:v>0.59656249999534339</c:v>
                </c:pt>
                <c:pt idx="51544">
                  <c:v>0.59657407407212304</c:v>
                </c:pt>
                <c:pt idx="51545">
                  <c:v>0.59658564814890269</c:v>
                </c:pt>
                <c:pt idx="51546">
                  <c:v>0.59659722221840639</c:v>
                </c:pt>
                <c:pt idx="51547">
                  <c:v>0.59660879629518604</c:v>
                </c:pt>
                <c:pt idx="51548">
                  <c:v>0.59662037036468973</c:v>
                </c:pt>
                <c:pt idx="51549">
                  <c:v>0.59663194444146939</c:v>
                </c:pt>
                <c:pt idx="51550">
                  <c:v>0.59664351851824904</c:v>
                </c:pt>
                <c:pt idx="51551">
                  <c:v>0.59665509258775273</c:v>
                </c:pt>
                <c:pt idx="51552">
                  <c:v>0.59666666666453239</c:v>
                </c:pt>
                <c:pt idx="51553">
                  <c:v>0.59667824074131204</c:v>
                </c:pt>
                <c:pt idx="51554">
                  <c:v>0.59668981481081573</c:v>
                </c:pt>
                <c:pt idx="51555">
                  <c:v>0.59670138888759539</c:v>
                </c:pt>
                <c:pt idx="51556">
                  <c:v>0.59671296295709908</c:v>
                </c:pt>
                <c:pt idx="51557">
                  <c:v>0.59672453703387873</c:v>
                </c:pt>
                <c:pt idx="51558">
                  <c:v>0.59673611111065838</c:v>
                </c:pt>
                <c:pt idx="51559">
                  <c:v>0.59674768518016208</c:v>
                </c:pt>
                <c:pt idx="51560">
                  <c:v>0.59675925925694173</c:v>
                </c:pt>
                <c:pt idx="51561">
                  <c:v>0.59677083333372138</c:v>
                </c:pt>
                <c:pt idx="51562">
                  <c:v>0.59678240740322508</c:v>
                </c:pt>
                <c:pt idx="51563">
                  <c:v>0.59679398148000473</c:v>
                </c:pt>
                <c:pt idx="51564">
                  <c:v>0.59680555555678438</c:v>
                </c:pt>
                <c:pt idx="51565">
                  <c:v>0.59681712962628808</c:v>
                </c:pt>
                <c:pt idx="51566">
                  <c:v>0.59682870370306773</c:v>
                </c:pt>
                <c:pt idx="51567">
                  <c:v>0.59684027777257143</c:v>
                </c:pt>
                <c:pt idx="51568">
                  <c:v>0.59685185184935108</c:v>
                </c:pt>
                <c:pt idx="51569">
                  <c:v>0.59686342592613073</c:v>
                </c:pt>
                <c:pt idx="51570">
                  <c:v>0.59687499999563443</c:v>
                </c:pt>
                <c:pt idx="51571">
                  <c:v>0.59688657407241408</c:v>
                </c:pt>
                <c:pt idx="51572">
                  <c:v>0.59689814814919373</c:v>
                </c:pt>
                <c:pt idx="51573">
                  <c:v>0.59690972221869742</c:v>
                </c:pt>
                <c:pt idx="51574">
                  <c:v>0.59692129629547708</c:v>
                </c:pt>
                <c:pt idx="51575">
                  <c:v>0.59693287036498077</c:v>
                </c:pt>
                <c:pt idx="51576">
                  <c:v>0.59694444444176042</c:v>
                </c:pt>
                <c:pt idx="51577">
                  <c:v>0.59695601851854008</c:v>
                </c:pt>
                <c:pt idx="51578">
                  <c:v>0.59696759258804377</c:v>
                </c:pt>
                <c:pt idx="51579">
                  <c:v>0.59697916666482342</c:v>
                </c:pt>
                <c:pt idx="51580">
                  <c:v>0.59699074074160308</c:v>
                </c:pt>
                <c:pt idx="51581">
                  <c:v>0.59700231481110677</c:v>
                </c:pt>
                <c:pt idx="51582">
                  <c:v>0.59701388888788642</c:v>
                </c:pt>
                <c:pt idx="51583">
                  <c:v>0.59702546295739012</c:v>
                </c:pt>
                <c:pt idx="51584">
                  <c:v>0.59703703703416977</c:v>
                </c:pt>
                <c:pt idx="51585">
                  <c:v>0.59704861111094942</c:v>
                </c:pt>
                <c:pt idx="51586">
                  <c:v>0.59706018518045312</c:v>
                </c:pt>
                <c:pt idx="51587">
                  <c:v>0.59707175925723277</c:v>
                </c:pt>
                <c:pt idx="51588">
                  <c:v>0.59708333333401242</c:v>
                </c:pt>
                <c:pt idx="51589">
                  <c:v>0.59709490740351612</c:v>
                </c:pt>
                <c:pt idx="51590">
                  <c:v>0.59710648148029577</c:v>
                </c:pt>
                <c:pt idx="51591">
                  <c:v>0.59711805554979946</c:v>
                </c:pt>
                <c:pt idx="51592">
                  <c:v>0.59712962962657912</c:v>
                </c:pt>
                <c:pt idx="51593">
                  <c:v>0.59714120370335877</c:v>
                </c:pt>
                <c:pt idx="51594">
                  <c:v>0.59715277777286246</c:v>
                </c:pt>
                <c:pt idx="51595">
                  <c:v>0.59716435184964212</c:v>
                </c:pt>
                <c:pt idx="51596">
                  <c:v>0.59717592592642177</c:v>
                </c:pt>
                <c:pt idx="51597">
                  <c:v>0.59718749999592546</c:v>
                </c:pt>
                <c:pt idx="51598">
                  <c:v>0.59719907407270512</c:v>
                </c:pt>
                <c:pt idx="51599">
                  <c:v>0.59721064814948477</c:v>
                </c:pt>
                <c:pt idx="51600">
                  <c:v>0.59722222221898846</c:v>
                </c:pt>
                <c:pt idx="51601">
                  <c:v>0.59723379629576812</c:v>
                </c:pt>
                <c:pt idx="51602">
                  <c:v>0.59724537036527181</c:v>
                </c:pt>
                <c:pt idx="51603">
                  <c:v>0.59725694444205146</c:v>
                </c:pt>
                <c:pt idx="51604">
                  <c:v>0.59726851851883112</c:v>
                </c:pt>
                <c:pt idx="51605">
                  <c:v>0.59728009258833481</c:v>
                </c:pt>
                <c:pt idx="51606">
                  <c:v>0.59729166666511446</c:v>
                </c:pt>
                <c:pt idx="51607">
                  <c:v>0.59730324074189411</c:v>
                </c:pt>
                <c:pt idx="51608">
                  <c:v>0.59731481481139781</c:v>
                </c:pt>
                <c:pt idx="51609">
                  <c:v>0.59732638888817746</c:v>
                </c:pt>
                <c:pt idx="51610">
                  <c:v>0.59733796295768116</c:v>
                </c:pt>
                <c:pt idx="51611">
                  <c:v>0.59734953703446081</c:v>
                </c:pt>
                <c:pt idx="51612">
                  <c:v>0.59736111111124046</c:v>
                </c:pt>
                <c:pt idx="51613">
                  <c:v>0.59737268518074416</c:v>
                </c:pt>
                <c:pt idx="51614">
                  <c:v>0.59738425925752381</c:v>
                </c:pt>
                <c:pt idx="51615">
                  <c:v>0.59739583333430346</c:v>
                </c:pt>
                <c:pt idx="51616">
                  <c:v>0.59740740740380716</c:v>
                </c:pt>
                <c:pt idx="51617">
                  <c:v>0.59741898148058681</c:v>
                </c:pt>
                <c:pt idx="51618">
                  <c:v>0.5974305555500905</c:v>
                </c:pt>
                <c:pt idx="51619">
                  <c:v>0.59744212962687016</c:v>
                </c:pt>
                <c:pt idx="51620">
                  <c:v>0.59745370370364981</c:v>
                </c:pt>
                <c:pt idx="51621">
                  <c:v>0.5974652777731535</c:v>
                </c:pt>
                <c:pt idx="51622">
                  <c:v>0.59747685184993315</c:v>
                </c:pt>
                <c:pt idx="51623">
                  <c:v>0.59748842592671281</c:v>
                </c:pt>
                <c:pt idx="51624">
                  <c:v>0.5974999999962165</c:v>
                </c:pt>
                <c:pt idx="51625">
                  <c:v>0.59751157407299615</c:v>
                </c:pt>
                <c:pt idx="51626">
                  <c:v>0.59752314814249985</c:v>
                </c:pt>
                <c:pt idx="51627">
                  <c:v>0.5975347222192795</c:v>
                </c:pt>
                <c:pt idx="51628">
                  <c:v>0.59754629629605915</c:v>
                </c:pt>
                <c:pt idx="51629">
                  <c:v>0.59755787036556285</c:v>
                </c:pt>
                <c:pt idx="51630">
                  <c:v>0.5975694444423425</c:v>
                </c:pt>
                <c:pt idx="51631">
                  <c:v>0.59758101851912215</c:v>
                </c:pt>
                <c:pt idx="51632">
                  <c:v>0.59759259258862585</c:v>
                </c:pt>
                <c:pt idx="51633">
                  <c:v>0.5976041666654055</c:v>
                </c:pt>
                <c:pt idx="51634">
                  <c:v>0.5976157407349092</c:v>
                </c:pt>
                <c:pt idx="51635">
                  <c:v>0.59762731481168885</c:v>
                </c:pt>
                <c:pt idx="51636">
                  <c:v>0.5976388888884685</c:v>
                </c:pt>
                <c:pt idx="51637">
                  <c:v>0.59765046295797219</c:v>
                </c:pt>
                <c:pt idx="51638">
                  <c:v>0.59766203703475185</c:v>
                </c:pt>
                <c:pt idx="51639">
                  <c:v>0.5976736111115315</c:v>
                </c:pt>
                <c:pt idx="51640">
                  <c:v>0.59768518518103519</c:v>
                </c:pt>
                <c:pt idx="51641">
                  <c:v>0.59769675925781485</c:v>
                </c:pt>
                <c:pt idx="51642">
                  <c:v>0.5977083333345945</c:v>
                </c:pt>
                <c:pt idx="51643">
                  <c:v>0.59771990740409819</c:v>
                </c:pt>
                <c:pt idx="51644">
                  <c:v>0.59773148148087785</c:v>
                </c:pt>
                <c:pt idx="51645">
                  <c:v>0.59774305555038154</c:v>
                </c:pt>
                <c:pt idx="51646">
                  <c:v>0.59775462962716119</c:v>
                </c:pt>
                <c:pt idx="51647">
                  <c:v>0.59776620370394085</c:v>
                </c:pt>
                <c:pt idx="51648">
                  <c:v>0.59777777777344454</c:v>
                </c:pt>
                <c:pt idx="51649">
                  <c:v>0.59778935185022419</c:v>
                </c:pt>
                <c:pt idx="51650">
                  <c:v>0.59780092592700385</c:v>
                </c:pt>
                <c:pt idx="51651">
                  <c:v>0.59781249999650754</c:v>
                </c:pt>
                <c:pt idx="51652">
                  <c:v>0.59782407407328719</c:v>
                </c:pt>
                <c:pt idx="51653">
                  <c:v>0.59783564814279089</c:v>
                </c:pt>
                <c:pt idx="51654">
                  <c:v>0.59784722221957054</c:v>
                </c:pt>
                <c:pt idx="51655">
                  <c:v>0.59785879629635019</c:v>
                </c:pt>
                <c:pt idx="51656">
                  <c:v>0.59787037036585389</c:v>
                </c:pt>
                <c:pt idx="51657">
                  <c:v>0.59788194444263354</c:v>
                </c:pt>
                <c:pt idx="51658">
                  <c:v>0.59789351851941319</c:v>
                </c:pt>
                <c:pt idx="51659">
                  <c:v>0.59790509258891689</c:v>
                </c:pt>
                <c:pt idx="51660">
                  <c:v>0.59791666666569654</c:v>
                </c:pt>
                <c:pt idx="51661">
                  <c:v>0.59792824073520023</c:v>
                </c:pt>
                <c:pt idx="51662">
                  <c:v>0.59793981481197989</c:v>
                </c:pt>
                <c:pt idx="51663">
                  <c:v>0.59795138888875954</c:v>
                </c:pt>
                <c:pt idx="51664">
                  <c:v>0.59796296295826323</c:v>
                </c:pt>
                <c:pt idx="51665">
                  <c:v>0.59797453703504289</c:v>
                </c:pt>
                <c:pt idx="51666">
                  <c:v>0.59798611111182254</c:v>
                </c:pt>
                <c:pt idx="51667">
                  <c:v>0.59799768518132623</c:v>
                </c:pt>
                <c:pt idx="51668">
                  <c:v>0.59800925925810589</c:v>
                </c:pt>
                <c:pt idx="51669">
                  <c:v>0.59802083332760958</c:v>
                </c:pt>
                <c:pt idx="51670">
                  <c:v>0.59803240740438923</c:v>
                </c:pt>
                <c:pt idx="51671">
                  <c:v>0.59804398148116888</c:v>
                </c:pt>
                <c:pt idx="51672">
                  <c:v>0.59805555555067258</c:v>
                </c:pt>
                <c:pt idx="51673">
                  <c:v>0.59806712962745223</c:v>
                </c:pt>
                <c:pt idx="51674">
                  <c:v>0.59807870370423188</c:v>
                </c:pt>
                <c:pt idx="51675">
                  <c:v>0.59809027777373558</c:v>
                </c:pt>
                <c:pt idx="51676">
                  <c:v>0.59810185185051523</c:v>
                </c:pt>
                <c:pt idx="51677">
                  <c:v>0.59811342592001893</c:v>
                </c:pt>
                <c:pt idx="51678">
                  <c:v>0.59812499999679858</c:v>
                </c:pt>
                <c:pt idx="51679">
                  <c:v>0.59813657407357823</c:v>
                </c:pt>
                <c:pt idx="51680">
                  <c:v>0.59814814814308193</c:v>
                </c:pt>
                <c:pt idx="51681">
                  <c:v>0.59815972221986158</c:v>
                </c:pt>
                <c:pt idx="51682">
                  <c:v>0.59817129629664123</c:v>
                </c:pt>
                <c:pt idx="51683">
                  <c:v>0.59818287036614493</c:v>
                </c:pt>
                <c:pt idx="51684">
                  <c:v>0.59819444444292458</c:v>
                </c:pt>
                <c:pt idx="51685">
                  <c:v>0.59820601851970423</c:v>
                </c:pt>
                <c:pt idx="51686">
                  <c:v>0.59821759258920792</c:v>
                </c:pt>
                <c:pt idx="51687">
                  <c:v>0.59822916666598758</c:v>
                </c:pt>
                <c:pt idx="51688">
                  <c:v>0.59824074073549127</c:v>
                </c:pt>
                <c:pt idx="51689">
                  <c:v>0.59825231481227092</c:v>
                </c:pt>
                <c:pt idx="51690">
                  <c:v>0.59826388888905058</c:v>
                </c:pt>
                <c:pt idx="51691">
                  <c:v>0.59827546295855427</c:v>
                </c:pt>
                <c:pt idx="51692">
                  <c:v>0.59828703703533392</c:v>
                </c:pt>
                <c:pt idx="51693">
                  <c:v>0.59829861111211358</c:v>
                </c:pt>
                <c:pt idx="51694">
                  <c:v>0.59831018518161727</c:v>
                </c:pt>
                <c:pt idx="51695">
                  <c:v>0.59832175925839692</c:v>
                </c:pt>
                <c:pt idx="51696">
                  <c:v>0.59833333332790062</c:v>
                </c:pt>
                <c:pt idx="51697">
                  <c:v>0.59834490740468027</c:v>
                </c:pt>
                <c:pt idx="51698">
                  <c:v>0.59835648148145992</c:v>
                </c:pt>
                <c:pt idx="51699">
                  <c:v>0.59836805555096362</c:v>
                </c:pt>
                <c:pt idx="51700">
                  <c:v>0.59837962962774327</c:v>
                </c:pt>
                <c:pt idx="51701">
                  <c:v>0.59839120370452292</c:v>
                </c:pt>
                <c:pt idx="51702">
                  <c:v>0.59840277777402662</c:v>
                </c:pt>
                <c:pt idx="51703">
                  <c:v>0.59841435185080627</c:v>
                </c:pt>
                <c:pt idx="51704">
                  <c:v>0.59842592592030996</c:v>
                </c:pt>
                <c:pt idx="51705">
                  <c:v>0.59843749999708962</c:v>
                </c:pt>
                <c:pt idx="51706">
                  <c:v>0.59844907407386927</c:v>
                </c:pt>
                <c:pt idx="51707">
                  <c:v>0.59846064814337296</c:v>
                </c:pt>
                <c:pt idx="51708">
                  <c:v>0.59847222222015262</c:v>
                </c:pt>
                <c:pt idx="51709">
                  <c:v>0.59848379629693227</c:v>
                </c:pt>
                <c:pt idx="51710">
                  <c:v>0.59849537036643596</c:v>
                </c:pt>
                <c:pt idx="51711">
                  <c:v>0.59850694444321562</c:v>
                </c:pt>
                <c:pt idx="51712">
                  <c:v>0.59851851851271931</c:v>
                </c:pt>
                <c:pt idx="51713">
                  <c:v>0.59853009258949896</c:v>
                </c:pt>
                <c:pt idx="51714">
                  <c:v>0.59854166666627862</c:v>
                </c:pt>
                <c:pt idx="51715">
                  <c:v>0.59855324073578231</c:v>
                </c:pt>
                <c:pt idx="51716">
                  <c:v>0.59856481481256196</c:v>
                </c:pt>
                <c:pt idx="51717">
                  <c:v>0.59857638888934162</c:v>
                </c:pt>
                <c:pt idx="51718">
                  <c:v>0.59858796295884531</c:v>
                </c:pt>
                <c:pt idx="51719">
                  <c:v>0.59859953703562496</c:v>
                </c:pt>
                <c:pt idx="51720">
                  <c:v>0.59861111111240461</c:v>
                </c:pt>
                <c:pt idx="51721">
                  <c:v>0.59862268518190831</c:v>
                </c:pt>
                <c:pt idx="51722">
                  <c:v>0.59863425925868796</c:v>
                </c:pt>
                <c:pt idx="51723">
                  <c:v>0.59864583332819166</c:v>
                </c:pt>
                <c:pt idx="51724">
                  <c:v>0.59865740740497131</c:v>
                </c:pt>
                <c:pt idx="51725">
                  <c:v>0.59866898148175096</c:v>
                </c:pt>
                <c:pt idx="51726">
                  <c:v>0.59868055555125466</c:v>
                </c:pt>
                <c:pt idx="51727">
                  <c:v>0.59869212962803431</c:v>
                </c:pt>
                <c:pt idx="51728">
                  <c:v>0.59870370370481396</c:v>
                </c:pt>
                <c:pt idx="51729">
                  <c:v>0.59871527777431766</c:v>
                </c:pt>
                <c:pt idx="51730">
                  <c:v>0.59872685185109731</c:v>
                </c:pt>
                <c:pt idx="51731">
                  <c:v>0.598738425920601</c:v>
                </c:pt>
                <c:pt idx="51732">
                  <c:v>0.59874999999738066</c:v>
                </c:pt>
                <c:pt idx="51733">
                  <c:v>0.59876157407416031</c:v>
                </c:pt>
                <c:pt idx="51734">
                  <c:v>0.598773148143664</c:v>
                </c:pt>
                <c:pt idx="51735">
                  <c:v>0.59878472222044365</c:v>
                </c:pt>
                <c:pt idx="51736">
                  <c:v>0.59879629629722331</c:v>
                </c:pt>
                <c:pt idx="51737">
                  <c:v>0.598807870366727</c:v>
                </c:pt>
                <c:pt idx="51738">
                  <c:v>0.59881944444350665</c:v>
                </c:pt>
                <c:pt idx="51739">
                  <c:v>0.59883101851301035</c:v>
                </c:pt>
                <c:pt idx="51740">
                  <c:v>0.59884259258979</c:v>
                </c:pt>
                <c:pt idx="51741">
                  <c:v>0.59885416666656965</c:v>
                </c:pt>
                <c:pt idx="51742">
                  <c:v>0.59886574073607335</c:v>
                </c:pt>
                <c:pt idx="51743">
                  <c:v>0.598877314812853</c:v>
                </c:pt>
                <c:pt idx="51744">
                  <c:v>0.59888888888963265</c:v>
                </c:pt>
                <c:pt idx="51745">
                  <c:v>0.59890046295913635</c:v>
                </c:pt>
                <c:pt idx="51746">
                  <c:v>0.598912037035916</c:v>
                </c:pt>
                <c:pt idx="51747">
                  <c:v>0.5989236111054197</c:v>
                </c:pt>
                <c:pt idx="51748">
                  <c:v>0.59893518518219935</c:v>
                </c:pt>
                <c:pt idx="51749">
                  <c:v>0.598946759258979</c:v>
                </c:pt>
                <c:pt idx="51750">
                  <c:v>0.59895833332848269</c:v>
                </c:pt>
                <c:pt idx="51751">
                  <c:v>0.59896990740526235</c:v>
                </c:pt>
                <c:pt idx="51752">
                  <c:v>0.598981481482042</c:v>
                </c:pt>
                <c:pt idx="51753">
                  <c:v>0.59899305555154569</c:v>
                </c:pt>
                <c:pt idx="51754">
                  <c:v>0.59900462962832535</c:v>
                </c:pt>
                <c:pt idx="51755">
                  <c:v>0.59901620369782904</c:v>
                </c:pt>
                <c:pt idx="51756">
                  <c:v>0.59902777777460869</c:v>
                </c:pt>
                <c:pt idx="51757">
                  <c:v>0.59903935185138835</c:v>
                </c:pt>
                <c:pt idx="51758">
                  <c:v>0.59905092592089204</c:v>
                </c:pt>
                <c:pt idx="51759">
                  <c:v>0.59906249999767169</c:v>
                </c:pt>
                <c:pt idx="51760">
                  <c:v>0.59907407407445135</c:v>
                </c:pt>
                <c:pt idx="51761">
                  <c:v>0.59908564814395504</c:v>
                </c:pt>
                <c:pt idx="51762">
                  <c:v>0.59909722222073469</c:v>
                </c:pt>
                <c:pt idx="51763">
                  <c:v>0.59910879629751435</c:v>
                </c:pt>
                <c:pt idx="51764">
                  <c:v>0.59912037036701804</c:v>
                </c:pt>
                <c:pt idx="51765">
                  <c:v>0.59913194444379769</c:v>
                </c:pt>
                <c:pt idx="51766">
                  <c:v>0.59914351851330139</c:v>
                </c:pt>
                <c:pt idx="51767">
                  <c:v>0.59915509259008104</c:v>
                </c:pt>
                <c:pt idx="51768">
                  <c:v>0.59916666666686069</c:v>
                </c:pt>
                <c:pt idx="51769">
                  <c:v>0.59917824073636439</c:v>
                </c:pt>
                <c:pt idx="51770">
                  <c:v>0.59918981481314404</c:v>
                </c:pt>
                <c:pt idx="51771">
                  <c:v>0.59920138888992369</c:v>
                </c:pt>
                <c:pt idx="51772">
                  <c:v>0.59921296295942739</c:v>
                </c:pt>
                <c:pt idx="51773">
                  <c:v>0.59922453703620704</c:v>
                </c:pt>
                <c:pt idx="51774">
                  <c:v>0.59923611110571073</c:v>
                </c:pt>
                <c:pt idx="51775">
                  <c:v>0.59924768518249039</c:v>
                </c:pt>
                <c:pt idx="51776">
                  <c:v>0.59925925925927004</c:v>
                </c:pt>
                <c:pt idx="51777">
                  <c:v>0.59927083332877373</c:v>
                </c:pt>
                <c:pt idx="51778">
                  <c:v>0.59928240740555339</c:v>
                </c:pt>
                <c:pt idx="51779">
                  <c:v>0.59929398148233304</c:v>
                </c:pt>
                <c:pt idx="51780">
                  <c:v>0.59930555555183673</c:v>
                </c:pt>
                <c:pt idx="51781">
                  <c:v>0.59931712962861639</c:v>
                </c:pt>
                <c:pt idx="51782">
                  <c:v>0.59932870369812008</c:v>
                </c:pt>
                <c:pt idx="51783">
                  <c:v>0.59934027777489973</c:v>
                </c:pt>
                <c:pt idx="51784">
                  <c:v>0.59935185185167938</c:v>
                </c:pt>
                <c:pt idx="51785">
                  <c:v>0.59936342592118308</c:v>
                </c:pt>
                <c:pt idx="51786">
                  <c:v>0.59937499999796273</c:v>
                </c:pt>
                <c:pt idx="51787">
                  <c:v>0.59938657407474238</c:v>
                </c:pt>
                <c:pt idx="51788">
                  <c:v>0.59939814814424608</c:v>
                </c:pt>
                <c:pt idx="51789">
                  <c:v>0.59940972222102573</c:v>
                </c:pt>
                <c:pt idx="51790">
                  <c:v>0.59942129629052943</c:v>
                </c:pt>
                <c:pt idx="51791">
                  <c:v>0.59943287036730908</c:v>
                </c:pt>
                <c:pt idx="51792">
                  <c:v>0.59944444444408873</c:v>
                </c:pt>
                <c:pt idx="51793">
                  <c:v>0.59945601851359243</c:v>
                </c:pt>
                <c:pt idx="51794">
                  <c:v>0.59946759259037208</c:v>
                </c:pt>
                <c:pt idx="51795">
                  <c:v>0.59947916666715173</c:v>
                </c:pt>
                <c:pt idx="51796">
                  <c:v>0.59949074073665543</c:v>
                </c:pt>
                <c:pt idx="51797">
                  <c:v>0.59950231481343508</c:v>
                </c:pt>
                <c:pt idx="51798">
                  <c:v>0.59951388889021473</c:v>
                </c:pt>
                <c:pt idx="51799">
                  <c:v>0.59952546295971842</c:v>
                </c:pt>
                <c:pt idx="51800">
                  <c:v>0.59953703703649808</c:v>
                </c:pt>
                <c:pt idx="51801">
                  <c:v>0.59954861110600177</c:v>
                </c:pt>
                <c:pt idx="51802">
                  <c:v>0.59956018518278142</c:v>
                </c:pt>
                <c:pt idx="51803">
                  <c:v>0.59957175925956108</c:v>
                </c:pt>
                <c:pt idx="51804">
                  <c:v>0.59958333332906477</c:v>
                </c:pt>
                <c:pt idx="51805">
                  <c:v>0.59959490740584442</c:v>
                </c:pt>
                <c:pt idx="51806">
                  <c:v>0.59960648148262408</c:v>
                </c:pt>
                <c:pt idx="51807">
                  <c:v>0.59961805555212777</c:v>
                </c:pt>
                <c:pt idx="51808">
                  <c:v>0.59962962962890742</c:v>
                </c:pt>
                <c:pt idx="51809">
                  <c:v>0.59964120369841112</c:v>
                </c:pt>
                <c:pt idx="51810">
                  <c:v>0.59965277777519077</c:v>
                </c:pt>
                <c:pt idx="51811">
                  <c:v>0.59966435185197042</c:v>
                </c:pt>
                <c:pt idx="51812">
                  <c:v>0.59967592592147412</c:v>
                </c:pt>
                <c:pt idx="51813">
                  <c:v>0.59968749999825377</c:v>
                </c:pt>
                <c:pt idx="51814">
                  <c:v>0.59969907407503342</c:v>
                </c:pt>
                <c:pt idx="51815">
                  <c:v>0.59971064814453712</c:v>
                </c:pt>
                <c:pt idx="51816">
                  <c:v>0.59972222222131677</c:v>
                </c:pt>
                <c:pt idx="51817">
                  <c:v>0.59973379629082046</c:v>
                </c:pt>
                <c:pt idx="51818">
                  <c:v>0.59974537036760012</c:v>
                </c:pt>
                <c:pt idx="51819">
                  <c:v>0.59975694444437977</c:v>
                </c:pt>
                <c:pt idx="51820">
                  <c:v>0.59976851851388346</c:v>
                </c:pt>
                <c:pt idx="51821">
                  <c:v>0.59978009259066312</c:v>
                </c:pt>
                <c:pt idx="51822">
                  <c:v>0.59979166666744277</c:v>
                </c:pt>
                <c:pt idx="51823">
                  <c:v>0.59980324073694646</c:v>
                </c:pt>
                <c:pt idx="51824">
                  <c:v>0.59981481481372612</c:v>
                </c:pt>
                <c:pt idx="51825">
                  <c:v>0.59982638888322981</c:v>
                </c:pt>
                <c:pt idx="51826">
                  <c:v>0.59983796296000946</c:v>
                </c:pt>
                <c:pt idx="51827">
                  <c:v>0.59984953703678912</c:v>
                </c:pt>
                <c:pt idx="51828">
                  <c:v>0.59986111110629281</c:v>
                </c:pt>
                <c:pt idx="51829">
                  <c:v>0.59987268518307246</c:v>
                </c:pt>
                <c:pt idx="51830">
                  <c:v>0.59988425925985212</c:v>
                </c:pt>
                <c:pt idx="51831">
                  <c:v>0.59989583332935581</c:v>
                </c:pt>
                <c:pt idx="51832">
                  <c:v>0.59990740740613546</c:v>
                </c:pt>
                <c:pt idx="51833">
                  <c:v>0.59991898147563916</c:v>
                </c:pt>
                <c:pt idx="51834">
                  <c:v>0.59993055555241881</c:v>
                </c:pt>
                <c:pt idx="51835">
                  <c:v>0.59994212962919846</c:v>
                </c:pt>
                <c:pt idx="51836">
                  <c:v>0.59995370369870216</c:v>
                </c:pt>
                <c:pt idx="51837">
                  <c:v>0.59996527777548181</c:v>
                </c:pt>
                <c:pt idx="51838">
                  <c:v>0.59997685185226146</c:v>
                </c:pt>
                <c:pt idx="51839">
                  <c:v>0.59998842592176516</c:v>
                </c:pt>
                <c:pt idx="51840">
                  <c:v>0.59999999999854481</c:v>
                </c:pt>
                <c:pt idx="51841">
                  <c:v>0.60001157407532446</c:v>
                </c:pt>
                <c:pt idx="51842">
                  <c:v>0.60002314814482816</c:v>
                </c:pt>
                <c:pt idx="51843">
                  <c:v>0.60003472222160781</c:v>
                </c:pt>
                <c:pt idx="51844">
                  <c:v>0.6000462962911115</c:v>
                </c:pt>
                <c:pt idx="51845">
                  <c:v>0.60005787036789116</c:v>
                </c:pt>
                <c:pt idx="51846">
                  <c:v>0.60006944444467081</c:v>
                </c:pt>
                <c:pt idx="51847">
                  <c:v>0.6000810185141745</c:v>
                </c:pt>
                <c:pt idx="51848">
                  <c:v>0.60009259259095415</c:v>
                </c:pt>
                <c:pt idx="51849">
                  <c:v>0.60010416666773381</c:v>
                </c:pt>
                <c:pt idx="51850">
                  <c:v>0.6001157407372375</c:v>
                </c:pt>
                <c:pt idx="51851">
                  <c:v>0.60012731481401715</c:v>
                </c:pt>
                <c:pt idx="51852">
                  <c:v>0.60013888888352085</c:v>
                </c:pt>
                <c:pt idx="51853">
                  <c:v>0.6001504629603005</c:v>
                </c:pt>
                <c:pt idx="51854">
                  <c:v>0.60016203703708015</c:v>
                </c:pt>
                <c:pt idx="51855">
                  <c:v>0.60017361110658385</c:v>
                </c:pt>
                <c:pt idx="51856">
                  <c:v>0.6001851851833635</c:v>
                </c:pt>
                <c:pt idx="51857">
                  <c:v>0.60019675926014315</c:v>
                </c:pt>
                <c:pt idx="51858">
                  <c:v>0.60020833332964685</c:v>
                </c:pt>
                <c:pt idx="51859">
                  <c:v>0.6002199074064265</c:v>
                </c:pt>
                <c:pt idx="51860">
                  <c:v>0.6002314814759302</c:v>
                </c:pt>
                <c:pt idx="51861">
                  <c:v>0.60024305555270985</c:v>
                </c:pt>
                <c:pt idx="51862">
                  <c:v>0.6002546296294895</c:v>
                </c:pt>
                <c:pt idx="51863">
                  <c:v>0.60026620369899319</c:v>
                </c:pt>
                <c:pt idx="51864">
                  <c:v>0.60027777777577285</c:v>
                </c:pt>
                <c:pt idx="51865">
                  <c:v>0.6002893518525525</c:v>
                </c:pt>
                <c:pt idx="51866">
                  <c:v>0.60030092592205619</c:v>
                </c:pt>
                <c:pt idx="51867">
                  <c:v>0.60031249999883585</c:v>
                </c:pt>
                <c:pt idx="51868">
                  <c:v>0.60032407406833954</c:v>
                </c:pt>
                <c:pt idx="51869">
                  <c:v>0.60033564814511919</c:v>
                </c:pt>
                <c:pt idx="51870">
                  <c:v>0.60034722222189885</c:v>
                </c:pt>
                <c:pt idx="51871">
                  <c:v>0.60035879629140254</c:v>
                </c:pt>
                <c:pt idx="51872">
                  <c:v>0.60037037036818219</c:v>
                </c:pt>
                <c:pt idx="51873">
                  <c:v>0.60038194444496185</c:v>
                </c:pt>
                <c:pt idx="51874">
                  <c:v>0.60039351851446554</c:v>
                </c:pt>
                <c:pt idx="51875">
                  <c:v>0.60040509259124519</c:v>
                </c:pt>
                <c:pt idx="51876">
                  <c:v>0.60041666666074889</c:v>
                </c:pt>
                <c:pt idx="51877">
                  <c:v>0.60042824073752854</c:v>
                </c:pt>
                <c:pt idx="51878">
                  <c:v>0.60043981481430819</c:v>
                </c:pt>
                <c:pt idx="51879">
                  <c:v>0.60045138888381189</c:v>
                </c:pt>
                <c:pt idx="51880">
                  <c:v>0.60046296296059154</c:v>
                </c:pt>
                <c:pt idx="51881">
                  <c:v>0.60047453703737119</c:v>
                </c:pt>
                <c:pt idx="51882">
                  <c:v>0.60048611110687489</c:v>
                </c:pt>
                <c:pt idx="51883">
                  <c:v>0.60049768518365454</c:v>
                </c:pt>
                <c:pt idx="51884">
                  <c:v>0.60050925926043419</c:v>
                </c:pt>
                <c:pt idx="51885">
                  <c:v>0.60052083332993789</c:v>
                </c:pt>
                <c:pt idx="51886">
                  <c:v>0.60053240740671754</c:v>
                </c:pt>
                <c:pt idx="51887">
                  <c:v>0.60054398147622123</c:v>
                </c:pt>
                <c:pt idx="51888">
                  <c:v>0.60055555555300089</c:v>
                </c:pt>
                <c:pt idx="51889">
                  <c:v>0.60056712962978054</c:v>
                </c:pt>
                <c:pt idx="51890">
                  <c:v>0.60057870369928423</c:v>
                </c:pt>
                <c:pt idx="51891">
                  <c:v>0.60059027777606389</c:v>
                </c:pt>
                <c:pt idx="51892">
                  <c:v>0.60060185185284354</c:v>
                </c:pt>
                <c:pt idx="51893">
                  <c:v>0.60061342592234723</c:v>
                </c:pt>
                <c:pt idx="51894">
                  <c:v>0.60062499999912689</c:v>
                </c:pt>
                <c:pt idx="51895">
                  <c:v>0.60063657406863058</c:v>
                </c:pt>
                <c:pt idx="51896">
                  <c:v>0.60064814814541023</c:v>
                </c:pt>
                <c:pt idx="51897">
                  <c:v>0.60065972222218988</c:v>
                </c:pt>
                <c:pt idx="51898">
                  <c:v>0.60067129629169358</c:v>
                </c:pt>
                <c:pt idx="51899">
                  <c:v>0.60068287036847323</c:v>
                </c:pt>
                <c:pt idx="51900">
                  <c:v>0.60069444444525288</c:v>
                </c:pt>
                <c:pt idx="51901">
                  <c:v>0.60070601851475658</c:v>
                </c:pt>
                <c:pt idx="51902">
                  <c:v>0.60071759259153623</c:v>
                </c:pt>
                <c:pt idx="51903">
                  <c:v>0.60072916666103993</c:v>
                </c:pt>
                <c:pt idx="51904">
                  <c:v>0.60074074073781958</c:v>
                </c:pt>
                <c:pt idx="51905">
                  <c:v>0.60075231481459923</c:v>
                </c:pt>
                <c:pt idx="51906">
                  <c:v>0.60076388888410293</c:v>
                </c:pt>
                <c:pt idx="51907">
                  <c:v>0.60077546296088258</c:v>
                </c:pt>
                <c:pt idx="51908">
                  <c:v>0.60078703703766223</c:v>
                </c:pt>
                <c:pt idx="51909">
                  <c:v>0.60079861110716593</c:v>
                </c:pt>
                <c:pt idx="51910">
                  <c:v>0.60081018518394558</c:v>
                </c:pt>
                <c:pt idx="51911">
                  <c:v>0.60082175925344927</c:v>
                </c:pt>
                <c:pt idx="51912">
                  <c:v>0.60083333333022892</c:v>
                </c:pt>
                <c:pt idx="51913">
                  <c:v>0.60084490740700858</c:v>
                </c:pt>
                <c:pt idx="51914">
                  <c:v>0.60085648147651227</c:v>
                </c:pt>
                <c:pt idx="51915">
                  <c:v>0.60086805555329192</c:v>
                </c:pt>
                <c:pt idx="51916">
                  <c:v>0.60087962963007158</c:v>
                </c:pt>
                <c:pt idx="51917">
                  <c:v>0.60089120369957527</c:v>
                </c:pt>
                <c:pt idx="51918">
                  <c:v>0.60090277777635492</c:v>
                </c:pt>
                <c:pt idx="51919">
                  <c:v>0.60091435185313458</c:v>
                </c:pt>
                <c:pt idx="51920">
                  <c:v>0.60092592592263827</c:v>
                </c:pt>
                <c:pt idx="51921">
                  <c:v>0.60093749999941792</c:v>
                </c:pt>
                <c:pt idx="51922">
                  <c:v>0.60094907406892162</c:v>
                </c:pt>
                <c:pt idx="51923">
                  <c:v>0.60096064814570127</c:v>
                </c:pt>
                <c:pt idx="51924">
                  <c:v>0.60097222222248092</c:v>
                </c:pt>
                <c:pt idx="51925">
                  <c:v>0.60098379629198462</c:v>
                </c:pt>
                <c:pt idx="51926">
                  <c:v>0.60099537036876427</c:v>
                </c:pt>
                <c:pt idx="51927">
                  <c:v>0.60100694444554392</c:v>
                </c:pt>
                <c:pt idx="51928">
                  <c:v>0.60101851851504762</c:v>
                </c:pt>
                <c:pt idx="51929">
                  <c:v>0.60103009259182727</c:v>
                </c:pt>
                <c:pt idx="51930">
                  <c:v>0.60104166666133096</c:v>
                </c:pt>
                <c:pt idx="51931">
                  <c:v>0.60105324073811062</c:v>
                </c:pt>
                <c:pt idx="51932">
                  <c:v>0.60106481481489027</c:v>
                </c:pt>
                <c:pt idx="51933">
                  <c:v>0.60107638888439396</c:v>
                </c:pt>
                <c:pt idx="51934">
                  <c:v>0.60108796296117362</c:v>
                </c:pt>
                <c:pt idx="51935">
                  <c:v>0.60109953703795327</c:v>
                </c:pt>
                <c:pt idx="51936">
                  <c:v>0.60111111110745696</c:v>
                </c:pt>
                <c:pt idx="51937">
                  <c:v>0.60112268518423662</c:v>
                </c:pt>
                <c:pt idx="51938">
                  <c:v>0.60113425925374031</c:v>
                </c:pt>
                <c:pt idx="51939">
                  <c:v>0.60114583333051996</c:v>
                </c:pt>
                <c:pt idx="51940">
                  <c:v>0.60115740740729962</c:v>
                </c:pt>
                <c:pt idx="51941">
                  <c:v>0.60116898147680331</c:v>
                </c:pt>
                <c:pt idx="51942">
                  <c:v>0.60118055555358296</c:v>
                </c:pt>
                <c:pt idx="51943">
                  <c:v>0.60119212963036261</c:v>
                </c:pt>
                <c:pt idx="51944">
                  <c:v>0.60120370369986631</c:v>
                </c:pt>
                <c:pt idx="51945">
                  <c:v>0.60121527777664596</c:v>
                </c:pt>
                <c:pt idx="51946">
                  <c:v>0.60122685184614966</c:v>
                </c:pt>
                <c:pt idx="51947">
                  <c:v>0.60123842592292931</c:v>
                </c:pt>
                <c:pt idx="51948">
                  <c:v>0.60124999999970896</c:v>
                </c:pt>
                <c:pt idx="51949">
                  <c:v>0.60126157406921266</c:v>
                </c:pt>
                <c:pt idx="51950">
                  <c:v>0.60127314814599231</c:v>
                </c:pt>
                <c:pt idx="51951">
                  <c:v>0.60128472222277196</c:v>
                </c:pt>
                <c:pt idx="51952">
                  <c:v>0.60129629629227566</c:v>
                </c:pt>
                <c:pt idx="51953">
                  <c:v>0.60130787036905531</c:v>
                </c:pt>
                <c:pt idx="51954">
                  <c:v>0.601319444438559</c:v>
                </c:pt>
                <c:pt idx="51955">
                  <c:v>0.60133101851533866</c:v>
                </c:pt>
                <c:pt idx="51956">
                  <c:v>0.60134259259211831</c:v>
                </c:pt>
                <c:pt idx="51957">
                  <c:v>0.601354166661622</c:v>
                </c:pt>
                <c:pt idx="51958">
                  <c:v>0.60136574073840166</c:v>
                </c:pt>
                <c:pt idx="51959">
                  <c:v>0.60137731481518131</c:v>
                </c:pt>
                <c:pt idx="51960">
                  <c:v>0.601388888884685</c:v>
                </c:pt>
                <c:pt idx="51961">
                  <c:v>0.60140046296146465</c:v>
                </c:pt>
                <c:pt idx="51962">
                  <c:v>0.60141203703824431</c:v>
                </c:pt>
                <c:pt idx="51963">
                  <c:v>0.601423611107748</c:v>
                </c:pt>
                <c:pt idx="51964">
                  <c:v>0.60143518518452765</c:v>
                </c:pt>
                <c:pt idx="51965">
                  <c:v>0.60144675925403135</c:v>
                </c:pt>
                <c:pt idx="51966">
                  <c:v>0.601458333330811</c:v>
                </c:pt>
                <c:pt idx="51967">
                  <c:v>0.60146990740759065</c:v>
                </c:pt>
                <c:pt idx="51968">
                  <c:v>0.60148148147709435</c:v>
                </c:pt>
                <c:pt idx="51969">
                  <c:v>0.601493055553874</c:v>
                </c:pt>
                <c:pt idx="51970">
                  <c:v>0.60150462963065365</c:v>
                </c:pt>
                <c:pt idx="51971">
                  <c:v>0.60151620370015735</c:v>
                </c:pt>
                <c:pt idx="51972">
                  <c:v>0.601527777776937</c:v>
                </c:pt>
                <c:pt idx="51973">
                  <c:v>0.6015393518464407</c:v>
                </c:pt>
                <c:pt idx="51974">
                  <c:v>0.60155092592322035</c:v>
                </c:pt>
                <c:pt idx="51975">
                  <c:v>0.6015625</c:v>
                </c:pt>
                <c:pt idx="51976">
                  <c:v>0.60157407406950369</c:v>
                </c:pt>
                <c:pt idx="51977">
                  <c:v>0.60158564814628335</c:v>
                </c:pt>
                <c:pt idx="51978">
                  <c:v>0.601597222223063</c:v>
                </c:pt>
                <c:pt idx="51979">
                  <c:v>0.60160879629256669</c:v>
                </c:pt>
                <c:pt idx="51980">
                  <c:v>0.60162037036934635</c:v>
                </c:pt>
                <c:pt idx="51981">
                  <c:v>0.60163194443885004</c:v>
                </c:pt>
                <c:pt idx="51982">
                  <c:v>0.60164351851562969</c:v>
                </c:pt>
                <c:pt idx="51983">
                  <c:v>0.60165509259240935</c:v>
                </c:pt>
                <c:pt idx="51984">
                  <c:v>0.60166666666191304</c:v>
                </c:pt>
                <c:pt idx="51985">
                  <c:v>0.60167824073869269</c:v>
                </c:pt>
                <c:pt idx="51986">
                  <c:v>0.60168981481547235</c:v>
                </c:pt>
                <c:pt idx="51987">
                  <c:v>0.60170138888497604</c:v>
                </c:pt>
                <c:pt idx="51988">
                  <c:v>0.60171296296175569</c:v>
                </c:pt>
                <c:pt idx="51989">
                  <c:v>0.60172453703125939</c:v>
                </c:pt>
                <c:pt idx="51990">
                  <c:v>0.60173611110803904</c:v>
                </c:pt>
                <c:pt idx="51991">
                  <c:v>0.60174768518481869</c:v>
                </c:pt>
                <c:pt idx="51992">
                  <c:v>0.60175925925432239</c:v>
                </c:pt>
                <c:pt idx="51993">
                  <c:v>0.60177083333110204</c:v>
                </c:pt>
                <c:pt idx="51994">
                  <c:v>0.60178240740788169</c:v>
                </c:pt>
                <c:pt idx="51995">
                  <c:v>0.60179398147738539</c:v>
                </c:pt>
                <c:pt idx="51996">
                  <c:v>0.60180555555416504</c:v>
                </c:pt>
                <c:pt idx="51997">
                  <c:v>0.60181712963094469</c:v>
                </c:pt>
                <c:pt idx="51998">
                  <c:v>0.60182870370044839</c:v>
                </c:pt>
                <c:pt idx="51999">
                  <c:v>0.60184027777722804</c:v>
                </c:pt>
                <c:pt idx="52000">
                  <c:v>0.60185185184673173</c:v>
                </c:pt>
                <c:pt idx="52001">
                  <c:v>0.60186342592351139</c:v>
                </c:pt>
                <c:pt idx="52002">
                  <c:v>0.60187500000029104</c:v>
                </c:pt>
                <c:pt idx="52003">
                  <c:v>0.60188657406979473</c:v>
                </c:pt>
                <c:pt idx="52004">
                  <c:v>0.60189814814657439</c:v>
                </c:pt>
                <c:pt idx="52005">
                  <c:v>0.60190972222335404</c:v>
                </c:pt>
                <c:pt idx="52006">
                  <c:v>0.60192129629285773</c:v>
                </c:pt>
                <c:pt idx="52007">
                  <c:v>0.60193287036963739</c:v>
                </c:pt>
                <c:pt idx="52008">
                  <c:v>0.60194444443914108</c:v>
                </c:pt>
                <c:pt idx="52009">
                  <c:v>0.60195601851592073</c:v>
                </c:pt>
                <c:pt idx="52010">
                  <c:v>0.60196759259270038</c:v>
                </c:pt>
                <c:pt idx="52011">
                  <c:v>0.60197916666220408</c:v>
                </c:pt>
                <c:pt idx="52012">
                  <c:v>0.60199074073898373</c:v>
                </c:pt>
                <c:pt idx="52013">
                  <c:v>0.60200231481576338</c:v>
                </c:pt>
                <c:pt idx="52014">
                  <c:v>0.60201388888526708</c:v>
                </c:pt>
                <c:pt idx="52015">
                  <c:v>0.60202546296204673</c:v>
                </c:pt>
                <c:pt idx="52016">
                  <c:v>0.60203703703155043</c:v>
                </c:pt>
                <c:pt idx="52017">
                  <c:v>0.60204861110833008</c:v>
                </c:pt>
                <c:pt idx="52018">
                  <c:v>0.60206018518510973</c:v>
                </c:pt>
                <c:pt idx="52019">
                  <c:v>0.60207175925461343</c:v>
                </c:pt>
                <c:pt idx="52020">
                  <c:v>0.60208333333139308</c:v>
                </c:pt>
                <c:pt idx="52021">
                  <c:v>0.60209490740817273</c:v>
                </c:pt>
                <c:pt idx="52022">
                  <c:v>0.60210648147767643</c:v>
                </c:pt>
                <c:pt idx="52023">
                  <c:v>0.60211805555445608</c:v>
                </c:pt>
                <c:pt idx="52024">
                  <c:v>0.60212962962395977</c:v>
                </c:pt>
                <c:pt idx="52025">
                  <c:v>0.60214120370073942</c:v>
                </c:pt>
                <c:pt idx="52026">
                  <c:v>0.60215277777751908</c:v>
                </c:pt>
                <c:pt idx="52027">
                  <c:v>0.60216435184702277</c:v>
                </c:pt>
                <c:pt idx="52028">
                  <c:v>0.60217592592380242</c:v>
                </c:pt>
                <c:pt idx="52029">
                  <c:v>0.60218750000058208</c:v>
                </c:pt>
                <c:pt idx="52030">
                  <c:v>0.60219907407008577</c:v>
                </c:pt>
                <c:pt idx="52031">
                  <c:v>0.60221064814686542</c:v>
                </c:pt>
                <c:pt idx="52032">
                  <c:v>0.60222222221636912</c:v>
                </c:pt>
                <c:pt idx="52033">
                  <c:v>0.60223379629314877</c:v>
                </c:pt>
                <c:pt idx="52034">
                  <c:v>0.60224537036992842</c:v>
                </c:pt>
                <c:pt idx="52035">
                  <c:v>0.60225694443943212</c:v>
                </c:pt>
                <c:pt idx="52036">
                  <c:v>0.60226851851621177</c:v>
                </c:pt>
                <c:pt idx="52037">
                  <c:v>0.60228009259299142</c:v>
                </c:pt>
                <c:pt idx="52038">
                  <c:v>0.60229166666249512</c:v>
                </c:pt>
                <c:pt idx="52039">
                  <c:v>0.60230324073927477</c:v>
                </c:pt>
                <c:pt idx="52040">
                  <c:v>0.60231481481605442</c:v>
                </c:pt>
                <c:pt idx="52041">
                  <c:v>0.60232638888555812</c:v>
                </c:pt>
                <c:pt idx="52042">
                  <c:v>0.60233796296233777</c:v>
                </c:pt>
                <c:pt idx="52043">
                  <c:v>0.60234953703184146</c:v>
                </c:pt>
                <c:pt idx="52044">
                  <c:v>0.60236111110862112</c:v>
                </c:pt>
                <c:pt idx="52045">
                  <c:v>0.60237268518540077</c:v>
                </c:pt>
                <c:pt idx="52046">
                  <c:v>0.60238425925490446</c:v>
                </c:pt>
                <c:pt idx="52047">
                  <c:v>0.60239583333168412</c:v>
                </c:pt>
                <c:pt idx="52048">
                  <c:v>0.60240740740846377</c:v>
                </c:pt>
                <c:pt idx="52049">
                  <c:v>0.60241898147796746</c:v>
                </c:pt>
                <c:pt idx="52050">
                  <c:v>0.60243055555474712</c:v>
                </c:pt>
                <c:pt idx="52051">
                  <c:v>0.60244212962425081</c:v>
                </c:pt>
                <c:pt idx="52052">
                  <c:v>0.60245370370103046</c:v>
                </c:pt>
                <c:pt idx="52053">
                  <c:v>0.60246527777781012</c:v>
                </c:pt>
                <c:pt idx="52054">
                  <c:v>0.60247685184731381</c:v>
                </c:pt>
                <c:pt idx="52055">
                  <c:v>0.60248842592409346</c:v>
                </c:pt>
                <c:pt idx="52056">
                  <c:v>0.60250000000087311</c:v>
                </c:pt>
                <c:pt idx="52057">
                  <c:v>0.60251157407037681</c:v>
                </c:pt>
                <c:pt idx="52058">
                  <c:v>0.60252314814715646</c:v>
                </c:pt>
                <c:pt idx="52059">
                  <c:v>0.60253472221666016</c:v>
                </c:pt>
                <c:pt idx="52060">
                  <c:v>0.60254629629343981</c:v>
                </c:pt>
                <c:pt idx="52061">
                  <c:v>0.60255787037021946</c:v>
                </c:pt>
                <c:pt idx="52062">
                  <c:v>0.60256944443972316</c:v>
                </c:pt>
                <c:pt idx="52063">
                  <c:v>0.60258101851650281</c:v>
                </c:pt>
                <c:pt idx="52064">
                  <c:v>0.60259259259328246</c:v>
                </c:pt>
                <c:pt idx="52065">
                  <c:v>0.60260416666278616</c:v>
                </c:pt>
                <c:pt idx="52066">
                  <c:v>0.60261574073956581</c:v>
                </c:pt>
                <c:pt idx="52067">
                  <c:v>0.6026273148090695</c:v>
                </c:pt>
                <c:pt idx="52068">
                  <c:v>0.60263888888584916</c:v>
                </c:pt>
                <c:pt idx="52069">
                  <c:v>0.60265046296262881</c:v>
                </c:pt>
                <c:pt idx="52070">
                  <c:v>0.6026620370321325</c:v>
                </c:pt>
                <c:pt idx="52071">
                  <c:v>0.60267361110891216</c:v>
                </c:pt>
                <c:pt idx="52072">
                  <c:v>0.60268518518569181</c:v>
                </c:pt>
                <c:pt idx="52073">
                  <c:v>0.6026967592551955</c:v>
                </c:pt>
                <c:pt idx="52074">
                  <c:v>0.60270833333197515</c:v>
                </c:pt>
                <c:pt idx="52075">
                  <c:v>0.60271990740147885</c:v>
                </c:pt>
                <c:pt idx="52076">
                  <c:v>0.6027314814782585</c:v>
                </c:pt>
                <c:pt idx="52077">
                  <c:v>0.60274305555503815</c:v>
                </c:pt>
                <c:pt idx="52078">
                  <c:v>0.60275462962454185</c:v>
                </c:pt>
                <c:pt idx="52079">
                  <c:v>0.6027662037013215</c:v>
                </c:pt>
                <c:pt idx="52080">
                  <c:v>0.60277777777810115</c:v>
                </c:pt>
                <c:pt idx="52081">
                  <c:v>0.60278935184760485</c:v>
                </c:pt>
                <c:pt idx="52082">
                  <c:v>0.6028009259243845</c:v>
                </c:pt>
                <c:pt idx="52083">
                  <c:v>0.60281250000116415</c:v>
                </c:pt>
                <c:pt idx="52084">
                  <c:v>0.60282407407066785</c:v>
                </c:pt>
                <c:pt idx="52085">
                  <c:v>0.6028356481474475</c:v>
                </c:pt>
                <c:pt idx="52086">
                  <c:v>0.6028472222169512</c:v>
                </c:pt>
                <c:pt idx="52087">
                  <c:v>0.60285879629373085</c:v>
                </c:pt>
                <c:pt idx="52088">
                  <c:v>0.6028703703705105</c:v>
                </c:pt>
                <c:pt idx="52089">
                  <c:v>0.60288194444001419</c:v>
                </c:pt>
                <c:pt idx="52090">
                  <c:v>0.60289351851679385</c:v>
                </c:pt>
                <c:pt idx="52091">
                  <c:v>0.6029050925935735</c:v>
                </c:pt>
                <c:pt idx="52092">
                  <c:v>0.60291666666307719</c:v>
                </c:pt>
                <c:pt idx="52093">
                  <c:v>0.60292824073985685</c:v>
                </c:pt>
                <c:pt idx="52094">
                  <c:v>0.60293981480936054</c:v>
                </c:pt>
                <c:pt idx="52095">
                  <c:v>0.60295138888614019</c:v>
                </c:pt>
                <c:pt idx="52096">
                  <c:v>0.60296296296291985</c:v>
                </c:pt>
                <c:pt idx="52097">
                  <c:v>0.60297453703242354</c:v>
                </c:pt>
                <c:pt idx="52098">
                  <c:v>0.60298611110920319</c:v>
                </c:pt>
                <c:pt idx="52099">
                  <c:v>0.60299768518598285</c:v>
                </c:pt>
                <c:pt idx="52100">
                  <c:v>0.60300925925548654</c:v>
                </c:pt>
                <c:pt idx="52101">
                  <c:v>0.60302083333226619</c:v>
                </c:pt>
                <c:pt idx="52102">
                  <c:v>0.60303240740176989</c:v>
                </c:pt>
                <c:pt idx="52103">
                  <c:v>0.60304398147854954</c:v>
                </c:pt>
                <c:pt idx="52104">
                  <c:v>0.60305555555532919</c:v>
                </c:pt>
                <c:pt idx="52105">
                  <c:v>0.60306712962483289</c:v>
                </c:pt>
                <c:pt idx="52106">
                  <c:v>0.60307870370161254</c:v>
                </c:pt>
                <c:pt idx="52107">
                  <c:v>0.60309027777839219</c:v>
                </c:pt>
                <c:pt idx="52108">
                  <c:v>0.60310185184789589</c:v>
                </c:pt>
                <c:pt idx="52109">
                  <c:v>0.60311342592467554</c:v>
                </c:pt>
                <c:pt idx="52110">
                  <c:v>0.60312499999417923</c:v>
                </c:pt>
                <c:pt idx="52111">
                  <c:v>0.60313657407095889</c:v>
                </c:pt>
                <c:pt idx="52112">
                  <c:v>0.60314814814773854</c:v>
                </c:pt>
                <c:pt idx="52113">
                  <c:v>0.60315972221724223</c:v>
                </c:pt>
                <c:pt idx="52114">
                  <c:v>0.60317129629402189</c:v>
                </c:pt>
                <c:pt idx="52115">
                  <c:v>0.60318287037080154</c:v>
                </c:pt>
                <c:pt idx="52116">
                  <c:v>0.60319444444030523</c:v>
                </c:pt>
                <c:pt idx="52117">
                  <c:v>0.60320601851708489</c:v>
                </c:pt>
                <c:pt idx="52118">
                  <c:v>0.60321759259386454</c:v>
                </c:pt>
                <c:pt idx="52119">
                  <c:v>0.60322916666336823</c:v>
                </c:pt>
                <c:pt idx="52120">
                  <c:v>0.60324074074014788</c:v>
                </c:pt>
                <c:pt idx="52121">
                  <c:v>0.60325231480965158</c:v>
                </c:pt>
                <c:pt idx="52122">
                  <c:v>0.60326388888643123</c:v>
                </c:pt>
                <c:pt idx="52123">
                  <c:v>0.60327546296321088</c:v>
                </c:pt>
                <c:pt idx="52124">
                  <c:v>0.60328703703271458</c:v>
                </c:pt>
                <c:pt idx="52125">
                  <c:v>0.60329861110949423</c:v>
                </c:pt>
                <c:pt idx="52126">
                  <c:v>0.60331018518627388</c:v>
                </c:pt>
                <c:pt idx="52127">
                  <c:v>0.60332175925577758</c:v>
                </c:pt>
                <c:pt idx="52128">
                  <c:v>0.60333333333255723</c:v>
                </c:pt>
                <c:pt idx="52129">
                  <c:v>0.60334490740206093</c:v>
                </c:pt>
                <c:pt idx="52130">
                  <c:v>0.60335648147884058</c:v>
                </c:pt>
                <c:pt idx="52131">
                  <c:v>0.60336805555562023</c:v>
                </c:pt>
                <c:pt idx="52132">
                  <c:v>0.60337962962512393</c:v>
                </c:pt>
                <c:pt idx="52133">
                  <c:v>0.60339120370190358</c:v>
                </c:pt>
                <c:pt idx="52134">
                  <c:v>0.60340277777868323</c:v>
                </c:pt>
                <c:pt idx="52135">
                  <c:v>0.60341435184818693</c:v>
                </c:pt>
                <c:pt idx="52136">
                  <c:v>0.60342592592496658</c:v>
                </c:pt>
                <c:pt idx="52137">
                  <c:v>0.60343749999447027</c:v>
                </c:pt>
                <c:pt idx="52138">
                  <c:v>0.60344907407124992</c:v>
                </c:pt>
                <c:pt idx="52139">
                  <c:v>0.60346064814802958</c:v>
                </c:pt>
                <c:pt idx="52140">
                  <c:v>0.60347222221753327</c:v>
                </c:pt>
                <c:pt idx="52141">
                  <c:v>0.60348379629431292</c:v>
                </c:pt>
                <c:pt idx="52142">
                  <c:v>0.60349537037109258</c:v>
                </c:pt>
                <c:pt idx="52143">
                  <c:v>0.60350694444059627</c:v>
                </c:pt>
                <c:pt idx="52144">
                  <c:v>0.60351851851737592</c:v>
                </c:pt>
                <c:pt idx="52145">
                  <c:v>0.60353009258687962</c:v>
                </c:pt>
                <c:pt idx="52146">
                  <c:v>0.60354166666365927</c:v>
                </c:pt>
                <c:pt idx="52147">
                  <c:v>0.60355324074043892</c:v>
                </c:pt>
                <c:pt idx="52148">
                  <c:v>0.60356481480994262</c:v>
                </c:pt>
                <c:pt idx="52149">
                  <c:v>0.60357638888672227</c:v>
                </c:pt>
                <c:pt idx="52150">
                  <c:v>0.60358796296350192</c:v>
                </c:pt>
                <c:pt idx="52151">
                  <c:v>0.60359953703300562</c:v>
                </c:pt>
                <c:pt idx="52152">
                  <c:v>0.60361111110978527</c:v>
                </c:pt>
                <c:pt idx="52153">
                  <c:v>0.60362268517928896</c:v>
                </c:pt>
                <c:pt idx="52154">
                  <c:v>0.60363425925606862</c:v>
                </c:pt>
                <c:pt idx="52155">
                  <c:v>0.60364583333284827</c:v>
                </c:pt>
                <c:pt idx="52156">
                  <c:v>0.60365740740235196</c:v>
                </c:pt>
                <c:pt idx="52157">
                  <c:v>0.60366898147913162</c:v>
                </c:pt>
                <c:pt idx="52158">
                  <c:v>0.60368055555591127</c:v>
                </c:pt>
                <c:pt idx="52159">
                  <c:v>0.60369212962541496</c:v>
                </c:pt>
                <c:pt idx="52160">
                  <c:v>0.60370370370219462</c:v>
                </c:pt>
                <c:pt idx="52161">
                  <c:v>0.60371527777897427</c:v>
                </c:pt>
                <c:pt idx="52162">
                  <c:v>0.60372685184847796</c:v>
                </c:pt>
                <c:pt idx="52163">
                  <c:v>0.60373842592525762</c:v>
                </c:pt>
                <c:pt idx="52164">
                  <c:v>0.60374999999476131</c:v>
                </c:pt>
                <c:pt idx="52165">
                  <c:v>0.60376157407154096</c:v>
                </c:pt>
                <c:pt idx="52166">
                  <c:v>0.60377314814832062</c:v>
                </c:pt>
                <c:pt idx="52167">
                  <c:v>0.60378472221782431</c:v>
                </c:pt>
                <c:pt idx="52168">
                  <c:v>0.60379629629460396</c:v>
                </c:pt>
                <c:pt idx="52169">
                  <c:v>0.60380787037138361</c:v>
                </c:pt>
                <c:pt idx="52170">
                  <c:v>0.60381944444088731</c:v>
                </c:pt>
                <c:pt idx="52171">
                  <c:v>0.60383101851766696</c:v>
                </c:pt>
                <c:pt idx="52172">
                  <c:v>0.60384259258717066</c:v>
                </c:pt>
                <c:pt idx="52173">
                  <c:v>0.60385416666395031</c:v>
                </c:pt>
                <c:pt idx="52174">
                  <c:v>0.60386574074072996</c:v>
                </c:pt>
                <c:pt idx="52175">
                  <c:v>0.60387731481023366</c:v>
                </c:pt>
                <c:pt idx="52176">
                  <c:v>0.60388888888701331</c:v>
                </c:pt>
                <c:pt idx="52177">
                  <c:v>0.60390046296379296</c:v>
                </c:pt>
                <c:pt idx="52178">
                  <c:v>0.60391203703329666</c:v>
                </c:pt>
                <c:pt idx="52179">
                  <c:v>0.60392361111007631</c:v>
                </c:pt>
                <c:pt idx="52180">
                  <c:v>0.60393518517958</c:v>
                </c:pt>
                <c:pt idx="52181">
                  <c:v>0.60394675925635966</c:v>
                </c:pt>
                <c:pt idx="52182">
                  <c:v>0.60395833333313931</c:v>
                </c:pt>
                <c:pt idx="52183">
                  <c:v>0.603969907402643</c:v>
                </c:pt>
                <c:pt idx="52184">
                  <c:v>0.60398148147942265</c:v>
                </c:pt>
                <c:pt idx="52185">
                  <c:v>0.60399305555620231</c:v>
                </c:pt>
                <c:pt idx="52186">
                  <c:v>0.604004629625706</c:v>
                </c:pt>
                <c:pt idx="52187">
                  <c:v>0.60401620370248565</c:v>
                </c:pt>
                <c:pt idx="52188">
                  <c:v>0.60402777777198935</c:v>
                </c:pt>
                <c:pt idx="52189">
                  <c:v>0.604039351848769</c:v>
                </c:pt>
                <c:pt idx="52190">
                  <c:v>0.60405092592554865</c:v>
                </c:pt>
                <c:pt idx="52191">
                  <c:v>0.60406249999505235</c:v>
                </c:pt>
                <c:pt idx="52192">
                  <c:v>0.604074074071832</c:v>
                </c:pt>
                <c:pt idx="52193">
                  <c:v>0.60408564814861165</c:v>
                </c:pt>
                <c:pt idx="52194">
                  <c:v>0.60409722221811535</c:v>
                </c:pt>
                <c:pt idx="52195">
                  <c:v>0.604108796294895</c:v>
                </c:pt>
                <c:pt idx="52196">
                  <c:v>0.60412037037167465</c:v>
                </c:pt>
                <c:pt idx="52197">
                  <c:v>0.60413194444117835</c:v>
                </c:pt>
                <c:pt idx="52198">
                  <c:v>0.604143518517958</c:v>
                </c:pt>
                <c:pt idx="52199">
                  <c:v>0.6041550925874617</c:v>
                </c:pt>
                <c:pt idx="52200">
                  <c:v>0.60416666666424135</c:v>
                </c:pt>
                <c:pt idx="52201">
                  <c:v>0.604178240741021</c:v>
                </c:pt>
                <c:pt idx="52202">
                  <c:v>0.60418981481052469</c:v>
                </c:pt>
                <c:pt idx="52203">
                  <c:v>0.60420138888730435</c:v>
                </c:pt>
                <c:pt idx="52204">
                  <c:v>0.604212962964084</c:v>
                </c:pt>
                <c:pt idx="52205">
                  <c:v>0.60422453703358769</c:v>
                </c:pt>
                <c:pt idx="52206">
                  <c:v>0.60423611111036735</c:v>
                </c:pt>
                <c:pt idx="52207">
                  <c:v>0.60424768517987104</c:v>
                </c:pt>
                <c:pt idx="52208">
                  <c:v>0.60425925925665069</c:v>
                </c:pt>
                <c:pt idx="52209">
                  <c:v>0.60427083333343035</c:v>
                </c:pt>
                <c:pt idx="52210">
                  <c:v>0.60428240740293404</c:v>
                </c:pt>
                <c:pt idx="52211">
                  <c:v>0.60429398147971369</c:v>
                </c:pt>
                <c:pt idx="52212">
                  <c:v>0.60430555555649335</c:v>
                </c:pt>
                <c:pt idx="52213">
                  <c:v>0.60431712962599704</c:v>
                </c:pt>
                <c:pt idx="52214">
                  <c:v>0.60432870370277669</c:v>
                </c:pt>
                <c:pt idx="52215">
                  <c:v>0.60434027777228039</c:v>
                </c:pt>
                <c:pt idx="52216">
                  <c:v>0.60435185184906004</c:v>
                </c:pt>
                <c:pt idx="52217">
                  <c:v>0.60436342592583969</c:v>
                </c:pt>
                <c:pt idx="52218">
                  <c:v>0.60437499999534339</c:v>
                </c:pt>
                <c:pt idx="52219">
                  <c:v>0.60438657407212304</c:v>
                </c:pt>
                <c:pt idx="52220">
                  <c:v>0.60439814814890269</c:v>
                </c:pt>
                <c:pt idx="52221">
                  <c:v>0.60440972221840639</c:v>
                </c:pt>
                <c:pt idx="52222">
                  <c:v>0.60442129629518604</c:v>
                </c:pt>
                <c:pt idx="52223">
                  <c:v>0.60443287036468973</c:v>
                </c:pt>
                <c:pt idx="52224">
                  <c:v>0.60444444444146939</c:v>
                </c:pt>
                <c:pt idx="52225">
                  <c:v>0.60445601851824904</c:v>
                </c:pt>
                <c:pt idx="52226">
                  <c:v>0.60446759258775273</c:v>
                </c:pt>
                <c:pt idx="52227">
                  <c:v>0.60447916666453239</c:v>
                </c:pt>
                <c:pt idx="52228">
                  <c:v>0.60449074074131204</c:v>
                </c:pt>
                <c:pt idx="52229">
                  <c:v>0.60450231481081573</c:v>
                </c:pt>
                <c:pt idx="52230">
                  <c:v>0.60451388888759539</c:v>
                </c:pt>
                <c:pt idx="52231">
                  <c:v>0.60452546295709908</c:v>
                </c:pt>
                <c:pt idx="52232">
                  <c:v>0.60453703703387873</c:v>
                </c:pt>
                <c:pt idx="52233">
                  <c:v>0.60454861111065838</c:v>
                </c:pt>
                <c:pt idx="52234">
                  <c:v>0.60456018518016208</c:v>
                </c:pt>
                <c:pt idx="52235">
                  <c:v>0.60457175925694173</c:v>
                </c:pt>
                <c:pt idx="52236">
                  <c:v>0.60458333333372138</c:v>
                </c:pt>
                <c:pt idx="52237">
                  <c:v>0.60459490740322508</c:v>
                </c:pt>
                <c:pt idx="52238">
                  <c:v>0.60460648148000473</c:v>
                </c:pt>
                <c:pt idx="52239">
                  <c:v>0.60461805555678438</c:v>
                </c:pt>
                <c:pt idx="52240">
                  <c:v>0.60462962962628808</c:v>
                </c:pt>
                <c:pt idx="52241">
                  <c:v>0.60464120370306773</c:v>
                </c:pt>
                <c:pt idx="52242">
                  <c:v>0.60465277777257143</c:v>
                </c:pt>
                <c:pt idx="52243">
                  <c:v>0.60466435184935108</c:v>
                </c:pt>
                <c:pt idx="52244">
                  <c:v>0.60467592592613073</c:v>
                </c:pt>
                <c:pt idx="52245">
                  <c:v>0.60468749999563443</c:v>
                </c:pt>
                <c:pt idx="52246">
                  <c:v>0.60469907407241408</c:v>
                </c:pt>
                <c:pt idx="52247">
                  <c:v>0.60471064814919373</c:v>
                </c:pt>
                <c:pt idx="52248">
                  <c:v>0.60472222221869742</c:v>
                </c:pt>
                <c:pt idx="52249">
                  <c:v>0.60473379629547708</c:v>
                </c:pt>
                <c:pt idx="52250">
                  <c:v>0.60474537036498077</c:v>
                </c:pt>
                <c:pt idx="52251">
                  <c:v>0.60475694444176042</c:v>
                </c:pt>
                <c:pt idx="52252">
                  <c:v>0.60476851851854008</c:v>
                </c:pt>
                <c:pt idx="52253">
                  <c:v>0.60478009258804377</c:v>
                </c:pt>
                <c:pt idx="52254">
                  <c:v>0.60479166666482342</c:v>
                </c:pt>
                <c:pt idx="52255">
                  <c:v>0.60480324074160308</c:v>
                </c:pt>
                <c:pt idx="52256">
                  <c:v>0.60481481481110677</c:v>
                </c:pt>
                <c:pt idx="52257">
                  <c:v>0.60482638888788642</c:v>
                </c:pt>
                <c:pt idx="52258">
                  <c:v>0.60483796295739012</c:v>
                </c:pt>
                <c:pt idx="52259">
                  <c:v>0.60484953703416977</c:v>
                </c:pt>
                <c:pt idx="52260">
                  <c:v>0.60486111111094942</c:v>
                </c:pt>
                <c:pt idx="52261">
                  <c:v>0.60487268518045312</c:v>
                </c:pt>
                <c:pt idx="52262">
                  <c:v>0.60488425925723277</c:v>
                </c:pt>
                <c:pt idx="52263">
                  <c:v>0.60489583333401242</c:v>
                </c:pt>
                <c:pt idx="52264">
                  <c:v>0.60490740740351612</c:v>
                </c:pt>
                <c:pt idx="52265">
                  <c:v>0.60491898148029577</c:v>
                </c:pt>
                <c:pt idx="52266">
                  <c:v>0.60493055554979946</c:v>
                </c:pt>
                <c:pt idx="52267">
                  <c:v>0.60494212962657912</c:v>
                </c:pt>
                <c:pt idx="52268">
                  <c:v>0.60495370370335877</c:v>
                </c:pt>
                <c:pt idx="52269">
                  <c:v>0.60496527777286246</c:v>
                </c:pt>
                <c:pt idx="52270">
                  <c:v>0.60497685184964212</c:v>
                </c:pt>
                <c:pt idx="52271">
                  <c:v>0.60498842592642177</c:v>
                </c:pt>
                <c:pt idx="52272">
                  <c:v>0.60499999999592546</c:v>
                </c:pt>
                <c:pt idx="52273">
                  <c:v>0.60501157407270512</c:v>
                </c:pt>
                <c:pt idx="52274">
                  <c:v>0.60502314814948477</c:v>
                </c:pt>
                <c:pt idx="52275">
                  <c:v>0.60503472221898846</c:v>
                </c:pt>
                <c:pt idx="52276">
                  <c:v>0.60504629629576812</c:v>
                </c:pt>
                <c:pt idx="52277">
                  <c:v>0.60505787036527181</c:v>
                </c:pt>
                <c:pt idx="52278">
                  <c:v>0.60506944444205146</c:v>
                </c:pt>
                <c:pt idx="52279">
                  <c:v>0.60508101851883112</c:v>
                </c:pt>
                <c:pt idx="52280">
                  <c:v>0.60509259258833481</c:v>
                </c:pt>
                <c:pt idx="52281">
                  <c:v>0.60510416666511446</c:v>
                </c:pt>
                <c:pt idx="52282">
                  <c:v>0.60511574074189411</c:v>
                </c:pt>
                <c:pt idx="52283">
                  <c:v>0.60512731481139781</c:v>
                </c:pt>
                <c:pt idx="52284">
                  <c:v>0.60513888888817746</c:v>
                </c:pt>
                <c:pt idx="52285">
                  <c:v>0.60515046295768116</c:v>
                </c:pt>
                <c:pt idx="52286">
                  <c:v>0.60516203703446081</c:v>
                </c:pt>
                <c:pt idx="52287">
                  <c:v>0.60517361111124046</c:v>
                </c:pt>
                <c:pt idx="52288">
                  <c:v>0.60518518518074416</c:v>
                </c:pt>
                <c:pt idx="52289">
                  <c:v>0.60519675925752381</c:v>
                </c:pt>
                <c:pt idx="52290">
                  <c:v>0.60520833333430346</c:v>
                </c:pt>
                <c:pt idx="52291">
                  <c:v>0.60521990740380716</c:v>
                </c:pt>
                <c:pt idx="52292">
                  <c:v>0.60523148148058681</c:v>
                </c:pt>
                <c:pt idx="52293">
                  <c:v>0.6052430555500905</c:v>
                </c:pt>
                <c:pt idx="52294">
                  <c:v>0.60525462962687016</c:v>
                </c:pt>
                <c:pt idx="52295">
                  <c:v>0.60526620370364981</c:v>
                </c:pt>
                <c:pt idx="52296">
                  <c:v>0.6052777777731535</c:v>
                </c:pt>
                <c:pt idx="52297">
                  <c:v>0.60528935184993315</c:v>
                </c:pt>
                <c:pt idx="52298">
                  <c:v>0.60530092592671281</c:v>
                </c:pt>
                <c:pt idx="52299">
                  <c:v>0.6053124999962165</c:v>
                </c:pt>
                <c:pt idx="52300">
                  <c:v>0.60532407407299615</c:v>
                </c:pt>
                <c:pt idx="52301">
                  <c:v>0.60533564814249985</c:v>
                </c:pt>
                <c:pt idx="52302">
                  <c:v>0.6053472222192795</c:v>
                </c:pt>
                <c:pt idx="52303">
                  <c:v>0.60535879629605915</c:v>
                </c:pt>
                <c:pt idx="52304">
                  <c:v>0.60537037036556285</c:v>
                </c:pt>
                <c:pt idx="52305">
                  <c:v>0.6053819444423425</c:v>
                </c:pt>
                <c:pt idx="52306">
                  <c:v>0.60539351851912215</c:v>
                </c:pt>
                <c:pt idx="52307">
                  <c:v>0.60540509258862585</c:v>
                </c:pt>
                <c:pt idx="52308">
                  <c:v>0.6054166666654055</c:v>
                </c:pt>
                <c:pt idx="52309">
                  <c:v>0.6054282407349092</c:v>
                </c:pt>
                <c:pt idx="52310">
                  <c:v>0.60543981481168885</c:v>
                </c:pt>
                <c:pt idx="52311">
                  <c:v>0.6054513888884685</c:v>
                </c:pt>
                <c:pt idx="52312">
                  <c:v>0.60546296295797219</c:v>
                </c:pt>
                <c:pt idx="52313">
                  <c:v>0.60547453703475185</c:v>
                </c:pt>
                <c:pt idx="52314">
                  <c:v>0.6054861111115315</c:v>
                </c:pt>
                <c:pt idx="52315">
                  <c:v>0.60549768518103519</c:v>
                </c:pt>
                <c:pt idx="52316">
                  <c:v>0.60550925925781485</c:v>
                </c:pt>
                <c:pt idx="52317">
                  <c:v>0.6055208333345945</c:v>
                </c:pt>
                <c:pt idx="52318">
                  <c:v>0.60553240740409819</c:v>
                </c:pt>
                <c:pt idx="52319">
                  <c:v>0.60554398148087785</c:v>
                </c:pt>
                <c:pt idx="52320">
                  <c:v>0.60555555555038154</c:v>
                </c:pt>
                <c:pt idx="52321">
                  <c:v>0.60556712962716119</c:v>
                </c:pt>
                <c:pt idx="52322">
                  <c:v>0.60557870370394085</c:v>
                </c:pt>
                <c:pt idx="52323">
                  <c:v>0.60559027777344454</c:v>
                </c:pt>
                <c:pt idx="52324">
                  <c:v>0.60560185185022419</c:v>
                </c:pt>
                <c:pt idx="52325">
                  <c:v>0.60561342592700385</c:v>
                </c:pt>
                <c:pt idx="52326">
                  <c:v>0.60562499999650754</c:v>
                </c:pt>
                <c:pt idx="52327">
                  <c:v>0.60563657407328719</c:v>
                </c:pt>
                <c:pt idx="52328">
                  <c:v>0.60564814814279089</c:v>
                </c:pt>
                <c:pt idx="52329">
                  <c:v>0.60565972221957054</c:v>
                </c:pt>
                <c:pt idx="52330">
                  <c:v>0.60567129629635019</c:v>
                </c:pt>
                <c:pt idx="52331">
                  <c:v>0.60568287036585389</c:v>
                </c:pt>
                <c:pt idx="52332">
                  <c:v>0.60569444444263354</c:v>
                </c:pt>
                <c:pt idx="52333">
                  <c:v>0.60570601851941319</c:v>
                </c:pt>
                <c:pt idx="52334">
                  <c:v>0.60571759258891689</c:v>
                </c:pt>
                <c:pt idx="52335">
                  <c:v>0.60572916666569654</c:v>
                </c:pt>
                <c:pt idx="52336">
                  <c:v>0.60574074073520023</c:v>
                </c:pt>
                <c:pt idx="52337">
                  <c:v>0.60575231481197989</c:v>
                </c:pt>
                <c:pt idx="52338">
                  <c:v>0.60576388888875954</c:v>
                </c:pt>
                <c:pt idx="52339">
                  <c:v>0.60577546295826323</c:v>
                </c:pt>
                <c:pt idx="52340">
                  <c:v>0.60578703703504289</c:v>
                </c:pt>
                <c:pt idx="52341">
                  <c:v>0.60579861111182254</c:v>
                </c:pt>
                <c:pt idx="52342">
                  <c:v>0.60581018518132623</c:v>
                </c:pt>
                <c:pt idx="52343">
                  <c:v>0.60582175925810589</c:v>
                </c:pt>
                <c:pt idx="52344">
                  <c:v>0.60583333332760958</c:v>
                </c:pt>
                <c:pt idx="52345">
                  <c:v>0.60584490740438923</c:v>
                </c:pt>
                <c:pt idx="52346">
                  <c:v>0.60585648148116888</c:v>
                </c:pt>
                <c:pt idx="52347">
                  <c:v>0.60586805555067258</c:v>
                </c:pt>
                <c:pt idx="52348">
                  <c:v>0.60587962962745223</c:v>
                </c:pt>
                <c:pt idx="52349">
                  <c:v>0.60589120370423188</c:v>
                </c:pt>
                <c:pt idx="52350">
                  <c:v>0.60590277777373558</c:v>
                </c:pt>
                <c:pt idx="52351">
                  <c:v>0.60591435185051523</c:v>
                </c:pt>
                <c:pt idx="52352">
                  <c:v>0.60592592592001893</c:v>
                </c:pt>
                <c:pt idx="52353">
                  <c:v>0.60593749999679858</c:v>
                </c:pt>
                <c:pt idx="52354">
                  <c:v>0.60594907407357823</c:v>
                </c:pt>
                <c:pt idx="52355">
                  <c:v>0.60596064814308193</c:v>
                </c:pt>
                <c:pt idx="52356">
                  <c:v>0.60597222221986158</c:v>
                </c:pt>
                <c:pt idx="52357">
                  <c:v>0.60598379629664123</c:v>
                </c:pt>
                <c:pt idx="52358">
                  <c:v>0.60599537036614493</c:v>
                </c:pt>
                <c:pt idx="52359">
                  <c:v>0.60600694444292458</c:v>
                </c:pt>
                <c:pt idx="52360">
                  <c:v>0.60601851851970423</c:v>
                </c:pt>
                <c:pt idx="52361">
                  <c:v>0.60603009258920792</c:v>
                </c:pt>
                <c:pt idx="52362">
                  <c:v>0.60604166666598758</c:v>
                </c:pt>
                <c:pt idx="52363">
                  <c:v>0.60605324073549127</c:v>
                </c:pt>
                <c:pt idx="52364">
                  <c:v>0.60606481481227092</c:v>
                </c:pt>
                <c:pt idx="52365">
                  <c:v>0.60607638888905058</c:v>
                </c:pt>
                <c:pt idx="52366">
                  <c:v>0.60608796295855427</c:v>
                </c:pt>
                <c:pt idx="52367">
                  <c:v>0.60609953703533392</c:v>
                </c:pt>
                <c:pt idx="52368">
                  <c:v>0.60611111111211358</c:v>
                </c:pt>
                <c:pt idx="52369">
                  <c:v>0.60612268518161727</c:v>
                </c:pt>
                <c:pt idx="52370">
                  <c:v>0.60613425925839692</c:v>
                </c:pt>
                <c:pt idx="52371">
                  <c:v>0.60614583332790062</c:v>
                </c:pt>
                <c:pt idx="52372">
                  <c:v>0.60615740740468027</c:v>
                </c:pt>
                <c:pt idx="52373">
                  <c:v>0.60616898148145992</c:v>
                </c:pt>
                <c:pt idx="52374">
                  <c:v>0.60618055555096362</c:v>
                </c:pt>
                <c:pt idx="52375">
                  <c:v>0.60619212962774327</c:v>
                </c:pt>
                <c:pt idx="52376">
                  <c:v>0.60620370370452292</c:v>
                </c:pt>
                <c:pt idx="52377">
                  <c:v>0.60621527777402662</c:v>
                </c:pt>
                <c:pt idx="52378">
                  <c:v>0.60622685185080627</c:v>
                </c:pt>
                <c:pt idx="52379">
                  <c:v>0.60623842592030996</c:v>
                </c:pt>
                <c:pt idx="52380">
                  <c:v>0.60624999999708962</c:v>
                </c:pt>
                <c:pt idx="52381">
                  <c:v>0.60626157407386927</c:v>
                </c:pt>
                <c:pt idx="52382">
                  <c:v>0.60627314814337296</c:v>
                </c:pt>
                <c:pt idx="52383">
                  <c:v>0.60628472222015262</c:v>
                </c:pt>
                <c:pt idx="52384">
                  <c:v>0.60629629629693227</c:v>
                </c:pt>
                <c:pt idx="52385">
                  <c:v>0.60630787036643596</c:v>
                </c:pt>
                <c:pt idx="52386">
                  <c:v>0.60631944444321562</c:v>
                </c:pt>
                <c:pt idx="52387">
                  <c:v>0.60633101851271931</c:v>
                </c:pt>
                <c:pt idx="52388">
                  <c:v>0.60634259258949896</c:v>
                </c:pt>
                <c:pt idx="52389">
                  <c:v>0.60635416666627862</c:v>
                </c:pt>
                <c:pt idx="52390">
                  <c:v>0.60636574073578231</c:v>
                </c:pt>
                <c:pt idx="52391">
                  <c:v>0.60637731481256196</c:v>
                </c:pt>
                <c:pt idx="52392">
                  <c:v>0.60638888888934162</c:v>
                </c:pt>
                <c:pt idx="52393">
                  <c:v>0.60640046295884531</c:v>
                </c:pt>
                <c:pt idx="52394">
                  <c:v>0.60641203703562496</c:v>
                </c:pt>
                <c:pt idx="52395">
                  <c:v>0.60642361111240461</c:v>
                </c:pt>
                <c:pt idx="52396">
                  <c:v>0.60643518518190831</c:v>
                </c:pt>
                <c:pt idx="52397">
                  <c:v>0.60644675925868796</c:v>
                </c:pt>
                <c:pt idx="52398">
                  <c:v>0.60645833332819166</c:v>
                </c:pt>
                <c:pt idx="52399">
                  <c:v>0.60646990740497131</c:v>
                </c:pt>
                <c:pt idx="52400">
                  <c:v>0.60648148148175096</c:v>
                </c:pt>
                <c:pt idx="52401">
                  <c:v>0.60649305555125466</c:v>
                </c:pt>
                <c:pt idx="52402">
                  <c:v>0.60650462962803431</c:v>
                </c:pt>
                <c:pt idx="52403">
                  <c:v>0.60651620370481396</c:v>
                </c:pt>
                <c:pt idx="52404">
                  <c:v>0.60652777777431766</c:v>
                </c:pt>
                <c:pt idx="52405">
                  <c:v>0.60653935185109731</c:v>
                </c:pt>
                <c:pt idx="52406">
                  <c:v>0.606550925920601</c:v>
                </c:pt>
                <c:pt idx="52407">
                  <c:v>0.60656249999738066</c:v>
                </c:pt>
                <c:pt idx="52408">
                  <c:v>0.60657407407416031</c:v>
                </c:pt>
                <c:pt idx="52409">
                  <c:v>0.606585648143664</c:v>
                </c:pt>
                <c:pt idx="52410">
                  <c:v>0.60659722222044365</c:v>
                </c:pt>
                <c:pt idx="52411">
                  <c:v>0.60660879629722331</c:v>
                </c:pt>
                <c:pt idx="52412">
                  <c:v>0.606620370366727</c:v>
                </c:pt>
                <c:pt idx="52413">
                  <c:v>0.60663194444350665</c:v>
                </c:pt>
                <c:pt idx="52414">
                  <c:v>0.60664351851301035</c:v>
                </c:pt>
                <c:pt idx="52415">
                  <c:v>0.60665509258979</c:v>
                </c:pt>
                <c:pt idx="52416">
                  <c:v>0.60666666666656965</c:v>
                </c:pt>
                <c:pt idx="52417">
                  <c:v>0.60667824073607335</c:v>
                </c:pt>
                <c:pt idx="52418">
                  <c:v>0.606689814812853</c:v>
                </c:pt>
                <c:pt idx="52419">
                  <c:v>0.60670138888963265</c:v>
                </c:pt>
                <c:pt idx="52420">
                  <c:v>0.60671296295913635</c:v>
                </c:pt>
                <c:pt idx="52421">
                  <c:v>0.606724537035916</c:v>
                </c:pt>
                <c:pt idx="52422">
                  <c:v>0.6067361111054197</c:v>
                </c:pt>
                <c:pt idx="52423">
                  <c:v>0.60674768518219935</c:v>
                </c:pt>
                <c:pt idx="52424">
                  <c:v>0.606759259258979</c:v>
                </c:pt>
                <c:pt idx="52425">
                  <c:v>0.60677083332848269</c:v>
                </c:pt>
                <c:pt idx="52426">
                  <c:v>0.60678240740526235</c:v>
                </c:pt>
                <c:pt idx="52427">
                  <c:v>0.606793981482042</c:v>
                </c:pt>
                <c:pt idx="52428">
                  <c:v>0.60680555555154569</c:v>
                </c:pt>
                <c:pt idx="52429">
                  <c:v>0.60681712962832535</c:v>
                </c:pt>
                <c:pt idx="52430">
                  <c:v>0.60682870369782904</c:v>
                </c:pt>
                <c:pt idx="52431">
                  <c:v>0.60684027777460869</c:v>
                </c:pt>
                <c:pt idx="52432">
                  <c:v>0.60685185185138835</c:v>
                </c:pt>
                <c:pt idx="52433">
                  <c:v>0.60686342592089204</c:v>
                </c:pt>
                <c:pt idx="52434">
                  <c:v>0.60687499999767169</c:v>
                </c:pt>
                <c:pt idx="52435">
                  <c:v>0.60688657407445135</c:v>
                </c:pt>
                <c:pt idx="52436">
                  <c:v>0.60689814814395504</c:v>
                </c:pt>
                <c:pt idx="52437">
                  <c:v>0.60690972222073469</c:v>
                </c:pt>
                <c:pt idx="52438">
                  <c:v>0.60692129629751435</c:v>
                </c:pt>
                <c:pt idx="52439">
                  <c:v>0.60693287036701804</c:v>
                </c:pt>
                <c:pt idx="52440">
                  <c:v>0.60694444444379769</c:v>
                </c:pt>
                <c:pt idx="52441">
                  <c:v>0.60695601851330139</c:v>
                </c:pt>
                <c:pt idx="52442">
                  <c:v>0.60696759259008104</c:v>
                </c:pt>
                <c:pt idx="52443">
                  <c:v>0.60697916666686069</c:v>
                </c:pt>
                <c:pt idx="52444">
                  <c:v>0.60699074073636439</c:v>
                </c:pt>
                <c:pt idx="52445">
                  <c:v>0.60700231481314404</c:v>
                </c:pt>
                <c:pt idx="52446">
                  <c:v>0.60701388888992369</c:v>
                </c:pt>
                <c:pt idx="52447">
                  <c:v>0.60702546295942739</c:v>
                </c:pt>
                <c:pt idx="52448">
                  <c:v>0.60703703703620704</c:v>
                </c:pt>
                <c:pt idx="52449">
                  <c:v>0.60704861110571073</c:v>
                </c:pt>
                <c:pt idx="52450">
                  <c:v>0.60706018518249039</c:v>
                </c:pt>
                <c:pt idx="52451">
                  <c:v>0.60707175925927004</c:v>
                </c:pt>
                <c:pt idx="52452">
                  <c:v>0.60708333332877373</c:v>
                </c:pt>
                <c:pt idx="52453">
                  <c:v>0.60709490740555339</c:v>
                </c:pt>
                <c:pt idx="52454">
                  <c:v>0.60710648148233304</c:v>
                </c:pt>
                <c:pt idx="52455">
                  <c:v>0.60711805555183673</c:v>
                </c:pt>
                <c:pt idx="52456">
                  <c:v>0.60712962962861639</c:v>
                </c:pt>
                <c:pt idx="52457">
                  <c:v>0.60714120369812008</c:v>
                </c:pt>
                <c:pt idx="52458">
                  <c:v>0.60715277777489973</c:v>
                </c:pt>
                <c:pt idx="52459">
                  <c:v>0.60716435185167938</c:v>
                </c:pt>
                <c:pt idx="52460">
                  <c:v>0.60717592592118308</c:v>
                </c:pt>
                <c:pt idx="52461">
                  <c:v>0.60718749999796273</c:v>
                </c:pt>
                <c:pt idx="52462">
                  <c:v>0.60719907407474238</c:v>
                </c:pt>
                <c:pt idx="52463">
                  <c:v>0.60721064814424608</c:v>
                </c:pt>
                <c:pt idx="52464">
                  <c:v>0.60722222222102573</c:v>
                </c:pt>
                <c:pt idx="52465">
                  <c:v>0.60723379629052943</c:v>
                </c:pt>
                <c:pt idx="52466">
                  <c:v>0.60724537036730908</c:v>
                </c:pt>
                <c:pt idx="52467">
                  <c:v>0.60725694444408873</c:v>
                </c:pt>
                <c:pt idx="52468">
                  <c:v>0.60726851851359243</c:v>
                </c:pt>
                <c:pt idx="52469">
                  <c:v>0.60728009259037208</c:v>
                </c:pt>
                <c:pt idx="52470">
                  <c:v>0.60729166666715173</c:v>
                </c:pt>
                <c:pt idx="52471">
                  <c:v>0.60730324073665543</c:v>
                </c:pt>
                <c:pt idx="52472">
                  <c:v>0.60731481481343508</c:v>
                </c:pt>
                <c:pt idx="52473">
                  <c:v>0.60732638889021473</c:v>
                </c:pt>
                <c:pt idx="52474">
                  <c:v>0.60733796295971842</c:v>
                </c:pt>
                <c:pt idx="52475">
                  <c:v>0.60734953703649808</c:v>
                </c:pt>
                <c:pt idx="52476">
                  <c:v>0.60736111110600177</c:v>
                </c:pt>
                <c:pt idx="52477">
                  <c:v>0.60737268518278142</c:v>
                </c:pt>
                <c:pt idx="52478">
                  <c:v>0.60738425925956108</c:v>
                </c:pt>
                <c:pt idx="52479">
                  <c:v>0.60739583332906477</c:v>
                </c:pt>
                <c:pt idx="52480">
                  <c:v>0.60740740740584442</c:v>
                </c:pt>
                <c:pt idx="52481">
                  <c:v>0.60741898148262408</c:v>
                </c:pt>
                <c:pt idx="52482">
                  <c:v>0.60743055555212777</c:v>
                </c:pt>
                <c:pt idx="52483">
                  <c:v>0.60744212962890742</c:v>
                </c:pt>
                <c:pt idx="52484">
                  <c:v>0.60745370369841112</c:v>
                </c:pt>
                <c:pt idx="52485">
                  <c:v>0.60746527777519077</c:v>
                </c:pt>
                <c:pt idx="52486">
                  <c:v>0.60747685185197042</c:v>
                </c:pt>
                <c:pt idx="52487">
                  <c:v>0.60748842592147412</c:v>
                </c:pt>
                <c:pt idx="52488">
                  <c:v>0.60749999999825377</c:v>
                </c:pt>
                <c:pt idx="52489">
                  <c:v>0.60751157407503342</c:v>
                </c:pt>
                <c:pt idx="52490">
                  <c:v>0.60752314814453712</c:v>
                </c:pt>
                <c:pt idx="52491">
                  <c:v>0.60753472222131677</c:v>
                </c:pt>
                <c:pt idx="52492">
                  <c:v>0.60754629629082046</c:v>
                </c:pt>
                <c:pt idx="52493">
                  <c:v>0.60755787036760012</c:v>
                </c:pt>
                <c:pt idx="52494">
                  <c:v>0.60756944444437977</c:v>
                </c:pt>
                <c:pt idx="52495">
                  <c:v>0.60758101851388346</c:v>
                </c:pt>
                <c:pt idx="52496">
                  <c:v>0.60759259259066312</c:v>
                </c:pt>
                <c:pt idx="52497">
                  <c:v>0.60760416666744277</c:v>
                </c:pt>
                <c:pt idx="52498">
                  <c:v>0.60761574073694646</c:v>
                </c:pt>
                <c:pt idx="52499">
                  <c:v>0.60762731481372612</c:v>
                </c:pt>
                <c:pt idx="52500">
                  <c:v>0.60763888888322981</c:v>
                </c:pt>
                <c:pt idx="52501">
                  <c:v>0.60765046296000946</c:v>
                </c:pt>
                <c:pt idx="52502">
                  <c:v>0.60766203703678912</c:v>
                </c:pt>
                <c:pt idx="52503">
                  <c:v>0.60767361110629281</c:v>
                </c:pt>
                <c:pt idx="52504">
                  <c:v>0.60768518518307246</c:v>
                </c:pt>
                <c:pt idx="52505">
                  <c:v>0.60769675925985212</c:v>
                </c:pt>
                <c:pt idx="52506">
                  <c:v>0.60770833332935581</c:v>
                </c:pt>
                <c:pt idx="52507">
                  <c:v>0.60771990740613546</c:v>
                </c:pt>
                <c:pt idx="52508">
                  <c:v>0.60773148147563916</c:v>
                </c:pt>
                <c:pt idx="52509">
                  <c:v>0.60774305555241881</c:v>
                </c:pt>
                <c:pt idx="52510">
                  <c:v>0.60775462962919846</c:v>
                </c:pt>
                <c:pt idx="52511">
                  <c:v>0.60776620369870216</c:v>
                </c:pt>
                <c:pt idx="52512">
                  <c:v>0.60777777777548181</c:v>
                </c:pt>
                <c:pt idx="52513">
                  <c:v>0.60778935185226146</c:v>
                </c:pt>
                <c:pt idx="52514">
                  <c:v>0.60780092592176516</c:v>
                </c:pt>
                <c:pt idx="52515">
                  <c:v>0.60781249999854481</c:v>
                </c:pt>
                <c:pt idx="52516">
                  <c:v>0.60782407407532446</c:v>
                </c:pt>
                <c:pt idx="52517">
                  <c:v>0.60783564814482816</c:v>
                </c:pt>
                <c:pt idx="52518">
                  <c:v>0.60784722222160781</c:v>
                </c:pt>
                <c:pt idx="52519">
                  <c:v>0.6078587962911115</c:v>
                </c:pt>
                <c:pt idx="52520">
                  <c:v>0.60787037036789116</c:v>
                </c:pt>
                <c:pt idx="52521">
                  <c:v>0.60788194444467081</c:v>
                </c:pt>
                <c:pt idx="52522">
                  <c:v>0.6078935185141745</c:v>
                </c:pt>
                <c:pt idx="52523">
                  <c:v>0.60790509259095415</c:v>
                </c:pt>
                <c:pt idx="52524">
                  <c:v>0.60791666666773381</c:v>
                </c:pt>
                <c:pt idx="52525">
                  <c:v>0.6079282407372375</c:v>
                </c:pt>
                <c:pt idx="52526">
                  <c:v>0.60793981481401715</c:v>
                </c:pt>
                <c:pt idx="52527">
                  <c:v>0.60795138888352085</c:v>
                </c:pt>
                <c:pt idx="52528">
                  <c:v>0.6079629629603005</c:v>
                </c:pt>
                <c:pt idx="52529">
                  <c:v>0.60797453703708015</c:v>
                </c:pt>
                <c:pt idx="52530">
                  <c:v>0.60798611110658385</c:v>
                </c:pt>
                <c:pt idx="52531">
                  <c:v>0.6079976851833635</c:v>
                </c:pt>
                <c:pt idx="52532">
                  <c:v>0.60800925926014315</c:v>
                </c:pt>
                <c:pt idx="52533">
                  <c:v>0.60802083332964685</c:v>
                </c:pt>
                <c:pt idx="52534">
                  <c:v>0.6080324074064265</c:v>
                </c:pt>
                <c:pt idx="52535">
                  <c:v>0.6080439814759302</c:v>
                </c:pt>
                <c:pt idx="52536">
                  <c:v>0.60805555555270985</c:v>
                </c:pt>
                <c:pt idx="52537">
                  <c:v>0.6080671296294895</c:v>
                </c:pt>
                <c:pt idx="52538">
                  <c:v>0.60807870369899319</c:v>
                </c:pt>
                <c:pt idx="52539">
                  <c:v>0.60809027777577285</c:v>
                </c:pt>
                <c:pt idx="52540">
                  <c:v>0.6081018518525525</c:v>
                </c:pt>
                <c:pt idx="52541">
                  <c:v>0.60811342592205619</c:v>
                </c:pt>
                <c:pt idx="52542">
                  <c:v>0.60812499999883585</c:v>
                </c:pt>
                <c:pt idx="52543">
                  <c:v>0.60813657406833954</c:v>
                </c:pt>
                <c:pt idx="52544">
                  <c:v>0.60814814814511919</c:v>
                </c:pt>
                <c:pt idx="52545">
                  <c:v>0.60815972222189885</c:v>
                </c:pt>
                <c:pt idx="52546">
                  <c:v>0.60817129629140254</c:v>
                </c:pt>
                <c:pt idx="52547">
                  <c:v>0.60818287036818219</c:v>
                </c:pt>
                <c:pt idx="52548">
                  <c:v>0.60819444444496185</c:v>
                </c:pt>
                <c:pt idx="52549">
                  <c:v>0.60820601851446554</c:v>
                </c:pt>
                <c:pt idx="52550">
                  <c:v>0.60821759259124519</c:v>
                </c:pt>
                <c:pt idx="52551">
                  <c:v>0.60822916666074889</c:v>
                </c:pt>
                <c:pt idx="52552">
                  <c:v>0.60824074073752854</c:v>
                </c:pt>
                <c:pt idx="52553">
                  <c:v>0.60825231481430819</c:v>
                </c:pt>
                <c:pt idx="52554">
                  <c:v>0.60826388888381189</c:v>
                </c:pt>
                <c:pt idx="52555">
                  <c:v>0.60827546296059154</c:v>
                </c:pt>
                <c:pt idx="52556">
                  <c:v>0.60828703703737119</c:v>
                </c:pt>
                <c:pt idx="52557">
                  <c:v>0.60829861110687489</c:v>
                </c:pt>
                <c:pt idx="52558">
                  <c:v>0.60831018518365454</c:v>
                </c:pt>
                <c:pt idx="52559">
                  <c:v>0.60832175926043419</c:v>
                </c:pt>
                <c:pt idx="52560">
                  <c:v>0.60833333332993789</c:v>
                </c:pt>
                <c:pt idx="52561">
                  <c:v>0.60834490740671754</c:v>
                </c:pt>
                <c:pt idx="52562">
                  <c:v>0.60835648147622123</c:v>
                </c:pt>
                <c:pt idx="52563">
                  <c:v>0.60836805555300089</c:v>
                </c:pt>
                <c:pt idx="52564">
                  <c:v>0.60837962962978054</c:v>
                </c:pt>
                <c:pt idx="52565">
                  <c:v>0.60839120369928423</c:v>
                </c:pt>
                <c:pt idx="52566">
                  <c:v>0.60840277777606389</c:v>
                </c:pt>
                <c:pt idx="52567">
                  <c:v>0.60841435185284354</c:v>
                </c:pt>
                <c:pt idx="52568">
                  <c:v>0.60842592592234723</c:v>
                </c:pt>
                <c:pt idx="52569">
                  <c:v>0.60843749999912689</c:v>
                </c:pt>
                <c:pt idx="52570">
                  <c:v>0.60844907406863058</c:v>
                </c:pt>
                <c:pt idx="52571">
                  <c:v>0.60846064814541023</c:v>
                </c:pt>
                <c:pt idx="52572">
                  <c:v>0.60847222222218988</c:v>
                </c:pt>
                <c:pt idx="52573">
                  <c:v>0.60848379629169358</c:v>
                </c:pt>
                <c:pt idx="52574">
                  <c:v>0.60849537036847323</c:v>
                </c:pt>
                <c:pt idx="52575">
                  <c:v>0.60850694444525288</c:v>
                </c:pt>
                <c:pt idx="52576">
                  <c:v>0.60851851851475658</c:v>
                </c:pt>
                <c:pt idx="52577">
                  <c:v>0.60853009259153623</c:v>
                </c:pt>
                <c:pt idx="52578">
                  <c:v>0.60854166666103993</c:v>
                </c:pt>
                <c:pt idx="52579">
                  <c:v>0.60855324073781958</c:v>
                </c:pt>
                <c:pt idx="52580">
                  <c:v>0.60856481481459923</c:v>
                </c:pt>
                <c:pt idx="52581">
                  <c:v>0.60857638888410293</c:v>
                </c:pt>
                <c:pt idx="52582">
                  <c:v>0.60858796296088258</c:v>
                </c:pt>
                <c:pt idx="52583">
                  <c:v>0.60859953703766223</c:v>
                </c:pt>
                <c:pt idx="52584">
                  <c:v>0.60861111110716593</c:v>
                </c:pt>
                <c:pt idx="52585">
                  <c:v>0.60862268518394558</c:v>
                </c:pt>
                <c:pt idx="52586">
                  <c:v>0.60863425925344927</c:v>
                </c:pt>
                <c:pt idx="52587">
                  <c:v>0.60864583333022892</c:v>
                </c:pt>
                <c:pt idx="52588">
                  <c:v>0.60865740740700858</c:v>
                </c:pt>
                <c:pt idx="52589">
                  <c:v>0.60866898147651227</c:v>
                </c:pt>
                <c:pt idx="52590">
                  <c:v>0.60868055555329192</c:v>
                </c:pt>
                <c:pt idx="52591">
                  <c:v>0.60869212963007158</c:v>
                </c:pt>
                <c:pt idx="52592">
                  <c:v>0.60870370369957527</c:v>
                </c:pt>
                <c:pt idx="52593">
                  <c:v>0.60871527777635492</c:v>
                </c:pt>
                <c:pt idx="52594">
                  <c:v>0.60872685185313458</c:v>
                </c:pt>
                <c:pt idx="52595">
                  <c:v>0.60873842592263827</c:v>
                </c:pt>
                <c:pt idx="52596">
                  <c:v>0.60874999999941792</c:v>
                </c:pt>
                <c:pt idx="52597">
                  <c:v>0.60876157406892162</c:v>
                </c:pt>
                <c:pt idx="52598">
                  <c:v>0.60877314814570127</c:v>
                </c:pt>
                <c:pt idx="52599">
                  <c:v>0.60878472222248092</c:v>
                </c:pt>
                <c:pt idx="52600">
                  <c:v>0.60879629629198462</c:v>
                </c:pt>
                <c:pt idx="52601">
                  <c:v>0.60880787036876427</c:v>
                </c:pt>
                <c:pt idx="52602">
                  <c:v>0.60881944444554392</c:v>
                </c:pt>
                <c:pt idx="52603">
                  <c:v>0.60883101851504762</c:v>
                </c:pt>
                <c:pt idx="52604">
                  <c:v>0.60884259259182727</c:v>
                </c:pt>
                <c:pt idx="52605">
                  <c:v>0.60885416666133096</c:v>
                </c:pt>
                <c:pt idx="52606">
                  <c:v>0.60886574073811062</c:v>
                </c:pt>
                <c:pt idx="52607">
                  <c:v>0.60887731481489027</c:v>
                </c:pt>
                <c:pt idx="52608">
                  <c:v>0.60888888888439396</c:v>
                </c:pt>
                <c:pt idx="52609">
                  <c:v>0.60890046296117362</c:v>
                </c:pt>
                <c:pt idx="52610">
                  <c:v>0.60891203703795327</c:v>
                </c:pt>
                <c:pt idx="52611">
                  <c:v>0.60892361110745696</c:v>
                </c:pt>
                <c:pt idx="52612">
                  <c:v>0.60893518518423662</c:v>
                </c:pt>
                <c:pt idx="52613">
                  <c:v>0.60894675925374031</c:v>
                </c:pt>
                <c:pt idx="52614">
                  <c:v>0.60895833333051996</c:v>
                </c:pt>
                <c:pt idx="52615">
                  <c:v>0.60896990740729962</c:v>
                </c:pt>
                <c:pt idx="52616">
                  <c:v>0.60898148147680331</c:v>
                </c:pt>
                <c:pt idx="52617">
                  <c:v>0.60899305555358296</c:v>
                </c:pt>
                <c:pt idx="52618">
                  <c:v>0.60900462963036261</c:v>
                </c:pt>
                <c:pt idx="52619">
                  <c:v>0.60901620369986631</c:v>
                </c:pt>
                <c:pt idx="52620">
                  <c:v>0.60902777777664596</c:v>
                </c:pt>
                <c:pt idx="52621">
                  <c:v>0.60903935184614966</c:v>
                </c:pt>
                <c:pt idx="52622">
                  <c:v>0.60905092592292931</c:v>
                </c:pt>
                <c:pt idx="52623">
                  <c:v>0.60906249999970896</c:v>
                </c:pt>
                <c:pt idx="52624">
                  <c:v>0.60907407406921266</c:v>
                </c:pt>
                <c:pt idx="52625">
                  <c:v>0.60908564814599231</c:v>
                </c:pt>
                <c:pt idx="52626">
                  <c:v>0.60909722222277196</c:v>
                </c:pt>
                <c:pt idx="52627">
                  <c:v>0.60910879629227566</c:v>
                </c:pt>
                <c:pt idx="52628">
                  <c:v>0.60912037036905531</c:v>
                </c:pt>
                <c:pt idx="52629">
                  <c:v>0.609131944438559</c:v>
                </c:pt>
                <c:pt idx="52630">
                  <c:v>0.60914351851533866</c:v>
                </c:pt>
                <c:pt idx="52631">
                  <c:v>0.60915509259211831</c:v>
                </c:pt>
                <c:pt idx="52632">
                  <c:v>0.609166666661622</c:v>
                </c:pt>
                <c:pt idx="52633">
                  <c:v>0.60917824073840166</c:v>
                </c:pt>
                <c:pt idx="52634">
                  <c:v>0.60918981481518131</c:v>
                </c:pt>
                <c:pt idx="52635">
                  <c:v>0.609201388884685</c:v>
                </c:pt>
                <c:pt idx="52636">
                  <c:v>0.60921296296146465</c:v>
                </c:pt>
                <c:pt idx="52637">
                  <c:v>0.60922453703824431</c:v>
                </c:pt>
                <c:pt idx="52638">
                  <c:v>0.609236111107748</c:v>
                </c:pt>
                <c:pt idx="52639">
                  <c:v>0.60924768518452765</c:v>
                </c:pt>
                <c:pt idx="52640">
                  <c:v>0.60925925925403135</c:v>
                </c:pt>
                <c:pt idx="52641">
                  <c:v>0.609270833330811</c:v>
                </c:pt>
                <c:pt idx="52642">
                  <c:v>0.60928240740759065</c:v>
                </c:pt>
                <c:pt idx="52643">
                  <c:v>0.60929398147709435</c:v>
                </c:pt>
                <c:pt idx="52644">
                  <c:v>0.609305555553874</c:v>
                </c:pt>
                <c:pt idx="52645">
                  <c:v>0.60931712963065365</c:v>
                </c:pt>
                <c:pt idx="52646">
                  <c:v>0.60932870370015735</c:v>
                </c:pt>
                <c:pt idx="52647">
                  <c:v>0.609340277776937</c:v>
                </c:pt>
                <c:pt idx="52648">
                  <c:v>0.6093518518464407</c:v>
                </c:pt>
                <c:pt idx="52649">
                  <c:v>0.60936342592322035</c:v>
                </c:pt>
                <c:pt idx="52650">
                  <c:v>0.609375</c:v>
                </c:pt>
                <c:pt idx="52651">
                  <c:v>0.60938657406950369</c:v>
                </c:pt>
                <c:pt idx="52652">
                  <c:v>0.60939814814628335</c:v>
                </c:pt>
                <c:pt idx="52653">
                  <c:v>0.609409722223063</c:v>
                </c:pt>
                <c:pt idx="52654">
                  <c:v>0.60942129629256669</c:v>
                </c:pt>
                <c:pt idx="52655">
                  <c:v>0.60943287036934635</c:v>
                </c:pt>
                <c:pt idx="52656">
                  <c:v>0.60944444443885004</c:v>
                </c:pt>
                <c:pt idx="52657">
                  <c:v>0.60945601851562969</c:v>
                </c:pt>
                <c:pt idx="52658">
                  <c:v>0.60946759259240935</c:v>
                </c:pt>
                <c:pt idx="52659">
                  <c:v>0.60947916666191304</c:v>
                </c:pt>
                <c:pt idx="52660">
                  <c:v>0.60949074073869269</c:v>
                </c:pt>
                <c:pt idx="52661">
                  <c:v>0.60950231481547235</c:v>
                </c:pt>
                <c:pt idx="52662">
                  <c:v>0.60951388888497604</c:v>
                </c:pt>
                <c:pt idx="52663">
                  <c:v>0.60952546296175569</c:v>
                </c:pt>
                <c:pt idx="52664">
                  <c:v>0.60953703703125939</c:v>
                </c:pt>
                <c:pt idx="52665">
                  <c:v>0.60954861110803904</c:v>
                </c:pt>
                <c:pt idx="52666">
                  <c:v>0.60956018518481869</c:v>
                </c:pt>
                <c:pt idx="52667">
                  <c:v>0.60957175925432239</c:v>
                </c:pt>
                <c:pt idx="52668">
                  <c:v>0.60958333333110204</c:v>
                </c:pt>
                <c:pt idx="52669">
                  <c:v>0.60959490740788169</c:v>
                </c:pt>
                <c:pt idx="52670">
                  <c:v>0.60960648147738539</c:v>
                </c:pt>
                <c:pt idx="52671">
                  <c:v>0.60961805555416504</c:v>
                </c:pt>
                <c:pt idx="52672">
                  <c:v>0.60962962963094469</c:v>
                </c:pt>
                <c:pt idx="52673">
                  <c:v>0.60964120370044839</c:v>
                </c:pt>
                <c:pt idx="52674">
                  <c:v>0.60965277777722804</c:v>
                </c:pt>
                <c:pt idx="52675">
                  <c:v>0.60966435184673173</c:v>
                </c:pt>
                <c:pt idx="52676">
                  <c:v>0.60967592592351139</c:v>
                </c:pt>
                <c:pt idx="52677">
                  <c:v>0.60968750000029104</c:v>
                </c:pt>
                <c:pt idx="52678">
                  <c:v>0.60969907406979473</c:v>
                </c:pt>
                <c:pt idx="52679">
                  <c:v>0.60971064814657439</c:v>
                </c:pt>
                <c:pt idx="52680">
                  <c:v>0.60972222222335404</c:v>
                </c:pt>
                <c:pt idx="52681">
                  <c:v>0.60973379629285773</c:v>
                </c:pt>
                <c:pt idx="52682">
                  <c:v>0.60974537036963739</c:v>
                </c:pt>
                <c:pt idx="52683">
                  <c:v>0.60975694443914108</c:v>
                </c:pt>
                <c:pt idx="52684">
                  <c:v>0.60976851851592073</c:v>
                </c:pt>
                <c:pt idx="52685">
                  <c:v>0.60978009259270038</c:v>
                </c:pt>
                <c:pt idx="52686">
                  <c:v>0.60979166666220408</c:v>
                </c:pt>
                <c:pt idx="52687">
                  <c:v>0.60980324073898373</c:v>
                </c:pt>
                <c:pt idx="52688">
                  <c:v>0.60981481481576338</c:v>
                </c:pt>
                <c:pt idx="52689">
                  <c:v>0.60982638888526708</c:v>
                </c:pt>
                <c:pt idx="52690">
                  <c:v>0.60983796296204673</c:v>
                </c:pt>
                <c:pt idx="52691">
                  <c:v>0.60984953703155043</c:v>
                </c:pt>
                <c:pt idx="52692">
                  <c:v>0.60986111110833008</c:v>
                </c:pt>
                <c:pt idx="52693">
                  <c:v>0.60987268518510973</c:v>
                </c:pt>
                <c:pt idx="52694">
                  <c:v>0.60988425925461343</c:v>
                </c:pt>
                <c:pt idx="52695">
                  <c:v>0.60989583333139308</c:v>
                </c:pt>
                <c:pt idx="52696">
                  <c:v>0.60990740740817273</c:v>
                </c:pt>
                <c:pt idx="52697">
                  <c:v>0.60991898147767643</c:v>
                </c:pt>
                <c:pt idx="52698">
                  <c:v>0.60993055555445608</c:v>
                </c:pt>
                <c:pt idx="52699">
                  <c:v>0.60994212962395977</c:v>
                </c:pt>
                <c:pt idx="52700">
                  <c:v>0.60995370370073942</c:v>
                </c:pt>
                <c:pt idx="52701">
                  <c:v>0.60996527777751908</c:v>
                </c:pt>
                <c:pt idx="52702">
                  <c:v>0.60997685184702277</c:v>
                </c:pt>
                <c:pt idx="52703">
                  <c:v>0.60998842592380242</c:v>
                </c:pt>
                <c:pt idx="52704">
                  <c:v>0.61000000000058208</c:v>
                </c:pt>
                <c:pt idx="52705">
                  <c:v>0.61001157407008577</c:v>
                </c:pt>
                <c:pt idx="52706">
                  <c:v>0.61002314814686542</c:v>
                </c:pt>
                <c:pt idx="52707">
                  <c:v>0.61003472221636912</c:v>
                </c:pt>
                <c:pt idx="52708">
                  <c:v>0.61004629629314877</c:v>
                </c:pt>
                <c:pt idx="52709">
                  <c:v>0.61005787036992842</c:v>
                </c:pt>
                <c:pt idx="52710">
                  <c:v>0.61006944443943212</c:v>
                </c:pt>
                <c:pt idx="52711">
                  <c:v>0.61008101851621177</c:v>
                </c:pt>
                <c:pt idx="52712">
                  <c:v>0.61009259259299142</c:v>
                </c:pt>
                <c:pt idx="52713">
                  <c:v>0.61010416666249512</c:v>
                </c:pt>
                <c:pt idx="52714">
                  <c:v>0.61011574073927477</c:v>
                </c:pt>
                <c:pt idx="52715">
                  <c:v>0.61012731481605442</c:v>
                </c:pt>
                <c:pt idx="52716">
                  <c:v>0.61013888888555812</c:v>
                </c:pt>
                <c:pt idx="52717">
                  <c:v>0.61015046296233777</c:v>
                </c:pt>
                <c:pt idx="52718">
                  <c:v>0.61016203703184146</c:v>
                </c:pt>
                <c:pt idx="52719">
                  <c:v>0.61017361110862112</c:v>
                </c:pt>
                <c:pt idx="52720">
                  <c:v>0.61018518518540077</c:v>
                </c:pt>
                <c:pt idx="52721">
                  <c:v>0.61019675925490446</c:v>
                </c:pt>
                <c:pt idx="52722">
                  <c:v>0.61020833333168412</c:v>
                </c:pt>
                <c:pt idx="52723">
                  <c:v>0.61021990740846377</c:v>
                </c:pt>
                <c:pt idx="52724">
                  <c:v>0.61023148147796746</c:v>
                </c:pt>
                <c:pt idx="52725">
                  <c:v>0.61024305555474712</c:v>
                </c:pt>
                <c:pt idx="52726">
                  <c:v>0.61025462962425081</c:v>
                </c:pt>
                <c:pt idx="52727">
                  <c:v>0.61026620370103046</c:v>
                </c:pt>
                <c:pt idx="52728">
                  <c:v>0.61027777777781012</c:v>
                </c:pt>
                <c:pt idx="52729">
                  <c:v>0.61028935184731381</c:v>
                </c:pt>
                <c:pt idx="52730">
                  <c:v>0.61030092592409346</c:v>
                </c:pt>
                <c:pt idx="52731">
                  <c:v>0.61031250000087311</c:v>
                </c:pt>
                <c:pt idx="52732">
                  <c:v>0.61032407407037681</c:v>
                </c:pt>
                <c:pt idx="52733">
                  <c:v>0.61033564814715646</c:v>
                </c:pt>
                <c:pt idx="52734">
                  <c:v>0.61034722221666016</c:v>
                </c:pt>
                <c:pt idx="52735">
                  <c:v>0.61035879629343981</c:v>
                </c:pt>
                <c:pt idx="52736">
                  <c:v>0.61037037037021946</c:v>
                </c:pt>
                <c:pt idx="52737">
                  <c:v>0.61038194443972316</c:v>
                </c:pt>
                <c:pt idx="52738">
                  <c:v>0.61039351851650281</c:v>
                </c:pt>
                <c:pt idx="52739">
                  <c:v>0.61040509259328246</c:v>
                </c:pt>
                <c:pt idx="52740">
                  <c:v>0.61041666666278616</c:v>
                </c:pt>
                <c:pt idx="52741">
                  <c:v>0.61042824073956581</c:v>
                </c:pt>
                <c:pt idx="52742">
                  <c:v>0.6104398148090695</c:v>
                </c:pt>
                <c:pt idx="52743">
                  <c:v>0.61045138888584916</c:v>
                </c:pt>
                <c:pt idx="52744">
                  <c:v>0.61046296296262881</c:v>
                </c:pt>
                <c:pt idx="52745">
                  <c:v>0.6104745370321325</c:v>
                </c:pt>
                <c:pt idx="52746">
                  <c:v>0.61048611110891216</c:v>
                </c:pt>
                <c:pt idx="52747">
                  <c:v>0.61049768518569181</c:v>
                </c:pt>
                <c:pt idx="52748">
                  <c:v>0.6105092592551955</c:v>
                </c:pt>
                <c:pt idx="52749">
                  <c:v>0.61052083333197515</c:v>
                </c:pt>
                <c:pt idx="52750">
                  <c:v>0.61053240740147885</c:v>
                </c:pt>
                <c:pt idx="52751">
                  <c:v>0.6105439814782585</c:v>
                </c:pt>
                <c:pt idx="52752">
                  <c:v>0.61055555555503815</c:v>
                </c:pt>
                <c:pt idx="52753">
                  <c:v>0.61056712962454185</c:v>
                </c:pt>
                <c:pt idx="52754">
                  <c:v>0.6105787037013215</c:v>
                </c:pt>
                <c:pt idx="52755">
                  <c:v>0.61059027777810115</c:v>
                </c:pt>
                <c:pt idx="52756">
                  <c:v>0.61060185184760485</c:v>
                </c:pt>
                <c:pt idx="52757">
                  <c:v>0.6106134259243845</c:v>
                </c:pt>
                <c:pt idx="52758">
                  <c:v>0.61062500000116415</c:v>
                </c:pt>
                <c:pt idx="52759">
                  <c:v>0.61063657407066785</c:v>
                </c:pt>
                <c:pt idx="52760">
                  <c:v>0.6106481481474475</c:v>
                </c:pt>
                <c:pt idx="52761">
                  <c:v>0.6106597222169512</c:v>
                </c:pt>
                <c:pt idx="52762">
                  <c:v>0.61067129629373085</c:v>
                </c:pt>
                <c:pt idx="52763">
                  <c:v>0.6106828703705105</c:v>
                </c:pt>
                <c:pt idx="52764">
                  <c:v>0.61069444444001419</c:v>
                </c:pt>
                <c:pt idx="52765">
                  <c:v>0.61070601851679385</c:v>
                </c:pt>
                <c:pt idx="52766">
                  <c:v>0.6107175925935735</c:v>
                </c:pt>
                <c:pt idx="52767">
                  <c:v>0.61072916666307719</c:v>
                </c:pt>
                <c:pt idx="52768">
                  <c:v>0.61074074073985685</c:v>
                </c:pt>
                <c:pt idx="52769">
                  <c:v>0.61075231480936054</c:v>
                </c:pt>
                <c:pt idx="52770">
                  <c:v>0.61076388888614019</c:v>
                </c:pt>
                <c:pt idx="52771">
                  <c:v>0.61077546296291985</c:v>
                </c:pt>
                <c:pt idx="52772">
                  <c:v>0.61078703703242354</c:v>
                </c:pt>
                <c:pt idx="52773">
                  <c:v>0.61079861110920319</c:v>
                </c:pt>
                <c:pt idx="52774">
                  <c:v>0.61081018518598285</c:v>
                </c:pt>
                <c:pt idx="52775">
                  <c:v>0.61082175925548654</c:v>
                </c:pt>
                <c:pt idx="52776">
                  <c:v>0.61083333333226619</c:v>
                </c:pt>
                <c:pt idx="52777">
                  <c:v>0.61084490740176989</c:v>
                </c:pt>
                <c:pt idx="52778">
                  <c:v>0.61085648147854954</c:v>
                </c:pt>
                <c:pt idx="52779">
                  <c:v>0.61086805555532919</c:v>
                </c:pt>
                <c:pt idx="52780">
                  <c:v>0.61087962962483289</c:v>
                </c:pt>
                <c:pt idx="52781">
                  <c:v>0.61089120370161254</c:v>
                </c:pt>
                <c:pt idx="52782">
                  <c:v>0.61090277777839219</c:v>
                </c:pt>
                <c:pt idx="52783">
                  <c:v>0.61091435184789589</c:v>
                </c:pt>
                <c:pt idx="52784">
                  <c:v>0.61092592592467554</c:v>
                </c:pt>
                <c:pt idx="52785">
                  <c:v>0.61093749999417923</c:v>
                </c:pt>
                <c:pt idx="52786">
                  <c:v>0.61094907407095889</c:v>
                </c:pt>
                <c:pt idx="52787">
                  <c:v>0.61096064814773854</c:v>
                </c:pt>
                <c:pt idx="52788">
                  <c:v>0.61097222221724223</c:v>
                </c:pt>
                <c:pt idx="52789">
                  <c:v>0.61098379629402189</c:v>
                </c:pt>
                <c:pt idx="52790">
                  <c:v>0.61099537037080154</c:v>
                </c:pt>
                <c:pt idx="52791">
                  <c:v>0.61100694444030523</c:v>
                </c:pt>
                <c:pt idx="52792">
                  <c:v>0.61101851851708489</c:v>
                </c:pt>
                <c:pt idx="52793">
                  <c:v>0.61103009259386454</c:v>
                </c:pt>
                <c:pt idx="52794">
                  <c:v>0.61104166666336823</c:v>
                </c:pt>
                <c:pt idx="52795">
                  <c:v>0.61105324074014788</c:v>
                </c:pt>
                <c:pt idx="52796">
                  <c:v>0.61106481480965158</c:v>
                </c:pt>
                <c:pt idx="52797">
                  <c:v>0.61107638888643123</c:v>
                </c:pt>
                <c:pt idx="52798">
                  <c:v>0.61108796296321088</c:v>
                </c:pt>
                <c:pt idx="52799">
                  <c:v>0.61109953703271458</c:v>
                </c:pt>
                <c:pt idx="52800">
                  <c:v>0.61111111110949423</c:v>
                </c:pt>
                <c:pt idx="52801">
                  <c:v>0.61112268518627388</c:v>
                </c:pt>
                <c:pt idx="52802">
                  <c:v>0.61113425925577758</c:v>
                </c:pt>
                <c:pt idx="52803">
                  <c:v>0.61114583333255723</c:v>
                </c:pt>
                <c:pt idx="52804">
                  <c:v>0.61115740740206093</c:v>
                </c:pt>
                <c:pt idx="52805">
                  <c:v>0.61116898147884058</c:v>
                </c:pt>
                <c:pt idx="52806">
                  <c:v>0.61118055555562023</c:v>
                </c:pt>
                <c:pt idx="52807">
                  <c:v>0.61119212962512393</c:v>
                </c:pt>
                <c:pt idx="52808">
                  <c:v>0.61120370370190358</c:v>
                </c:pt>
                <c:pt idx="52809">
                  <c:v>0.61121527777868323</c:v>
                </c:pt>
                <c:pt idx="52810">
                  <c:v>0.61122685184818693</c:v>
                </c:pt>
                <c:pt idx="52811">
                  <c:v>0.61123842592496658</c:v>
                </c:pt>
                <c:pt idx="52812">
                  <c:v>0.61124999999447027</c:v>
                </c:pt>
                <c:pt idx="52813">
                  <c:v>0.61126157407124992</c:v>
                </c:pt>
                <c:pt idx="52814">
                  <c:v>0.61127314814802958</c:v>
                </c:pt>
                <c:pt idx="52815">
                  <c:v>0.61128472221753327</c:v>
                </c:pt>
                <c:pt idx="52816">
                  <c:v>0.61129629629431292</c:v>
                </c:pt>
                <c:pt idx="52817">
                  <c:v>0.61130787037109258</c:v>
                </c:pt>
                <c:pt idx="52818">
                  <c:v>0.61131944444059627</c:v>
                </c:pt>
                <c:pt idx="52819">
                  <c:v>0.61133101851737592</c:v>
                </c:pt>
                <c:pt idx="52820">
                  <c:v>0.61134259258687962</c:v>
                </c:pt>
                <c:pt idx="52821">
                  <c:v>0.61135416666365927</c:v>
                </c:pt>
                <c:pt idx="52822">
                  <c:v>0.61136574074043892</c:v>
                </c:pt>
                <c:pt idx="52823">
                  <c:v>0.61137731480994262</c:v>
                </c:pt>
                <c:pt idx="52824">
                  <c:v>0.61138888888672227</c:v>
                </c:pt>
                <c:pt idx="52825">
                  <c:v>0.61140046296350192</c:v>
                </c:pt>
                <c:pt idx="52826">
                  <c:v>0.61141203703300562</c:v>
                </c:pt>
                <c:pt idx="52827">
                  <c:v>0.61142361110978527</c:v>
                </c:pt>
                <c:pt idx="52828">
                  <c:v>0.61143518517928896</c:v>
                </c:pt>
                <c:pt idx="52829">
                  <c:v>0.61144675925606862</c:v>
                </c:pt>
                <c:pt idx="52830">
                  <c:v>0.61145833333284827</c:v>
                </c:pt>
                <c:pt idx="52831">
                  <c:v>0.61146990740235196</c:v>
                </c:pt>
                <c:pt idx="52832">
                  <c:v>0.61148148147913162</c:v>
                </c:pt>
                <c:pt idx="52833">
                  <c:v>0.61149305555591127</c:v>
                </c:pt>
                <c:pt idx="52834">
                  <c:v>0.61150462962541496</c:v>
                </c:pt>
                <c:pt idx="52835">
                  <c:v>0.61151620370219462</c:v>
                </c:pt>
                <c:pt idx="52836">
                  <c:v>0.61152777777897427</c:v>
                </c:pt>
                <c:pt idx="52837">
                  <c:v>0.61153935184847796</c:v>
                </c:pt>
                <c:pt idx="52838">
                  <c:v>0.61155092592525762</c:v>
                </c:pt>
                <c:pt idx="52839">
                  <c:v>0.61156249999476131</c:v>
                </c:pt>
                <c:pt idx="52840">
                  <c:v>0.61157407407154096</c:v>
                </c:pt>
                <c:pt idx="52841">
                  <c:v>0.61158564814832062</c:v>
                </c:pt>
                <c:pt idx="52842">
                  <c:v>0.61159722221782431</c:v>
                </c:pt>
                <c:pt idx="52843">
                  <c:v>0.61160879629460396</c:v>
                </c:pt>
                <c:pt idx="52844">
                  <c:v>0.61162037037138361</c:v>
                </c:pt>
                <c:pt idx="52845">
                  <c:v>0.61163194444088731</c:v>
                </c:pt>
                <c:pt idx="52846">
                  <c:v>0.61164351851766696</c:v>
                </c:pt>
                <c:pt idx="52847">
                  <c:v>0.61165509258717066</c:v>
                </c:pt>
                <c:pt idx="52848">
                  <c:v>0.61166666666395031</c:v>
                </c:pt>
                <c:pt idx="52849">
                  <c:v>0.61167824074072996</c:v>
                </c:pt>
                <c:pt idx="52850">
                  <c:v>0.61168981481023366</c:v>
                </c:pt>
                <c:pt idx="52851">
                  <c:v>0.61170138888701331</c:v>
                </c:pt>
                <c:pt idx="52852">
                  <c:v>0.61171296296379296</c:v>
                </c:pt>
                <c:pt idx="52853">
                  <c:v>0.61172453703329666</c:v>
                </c:pt>
                <c:pt idx="52854">
                  <c:v>0.61173611111007631</c:v>
                </c:pt>
                <c:pt idx="52855">
                  <c:v>0.61174768517958</c:v>
                </c:pt>
                <c:pt idx="52856">
                  <c:v>0.61175925925635966</c:v>
                </c:pt>
                <c:pt idx="52857">
                  <c:v>0.61177083333313931</c:v>
                </c:pt>
                <c:pt idx="52858">
                  <c:v>0.611782407402643</c:v>
                </c:pt>
                <c:pt idx="52859">
                  <c:v>0.61179398147942265</c:v>
                </c:pt>
                <c:pt idx="52860">
                  <c:v>0.61180555555620231</c:v>
                </c:pt>
                <c:pt idx="52861">
                  <c:v>0.611817129625706</c:v>
                </c:pt>
                <c:pt idx="52862">
                  <c:v>0.61182870370248565</c:v>
                </c:pt>
                <c:pt idx="52863">
                  <c:v>0.61184027777198935</c:v>
                </c:pt>
                <c:pt idx="52864">
                  <c:v>0.611851851848769</c:v>
                </c:pt>
                <c:pt idx="52865">
                  <c:v>0.61186342592554865</c:v>
                </c:pt>
                <c:pt idx="52866">
                  <c:v>0.61187499999505235</c:v>
                </c:pt>
                <c:pt idx="52867">
                  <c:v>0.611886574071832</c:v>
                </c:pt>
                <c:pt idx="52868">
                  <c:v>0.61189814814861165</c:v>
                </c:pt>
                <c:pt idx="52869">
                  <c:v>0.61190972221811535</c:v>
                </c:pt>
                <c:pt idx="52870">
                  <c:v>0.611921296294895</c:v>
                </c:pt>
                <c:pt idx="52871">
                  <c:v>0.61193287037167465</c:v>
                </c:pt>
                <c:pt idx="52872">
                  <c:v>0.61194444444117835</c:v>
                </c:pt>
                <c:pt idx="52873">
                  <c:v>0.611956018517958</c:v>
                </c:pt>
                <c:pt idx="52874">
                  <c:v>0.6119675925874617</c:v>
                </c:pt>
                <c:pt idx="52875">
                  <c:v>0.61197916666424135</c:v>
                </c:pt>
                <c:pt idx="52876">
                  <c:v>0.611990740741021</c:v>
                </c:pt>
                <c:pt idx="52877">
                  <c:v>0.61200231481052469</c:v>
                </c:pt>
                <c:pt idx="52878">
                  <c:v>0.61201388888730435</c:v>
                </c:pt>
                <c:pt idx="52879">
                  <c:v>0.612025462964084</c:v>
                </c:pt>
                <c:pt idx="52880">
                  <c:v>0.61203703703358769</c:v>
                </c:pt>
                <c:pt idx="52881">
                  <c:v>0.61204861111036735</c:v>
                </c:pt>
                <c:pt idx="52882">
                  <c:v>0.61206018517987104</c:v>
                </c:pt>
                <c:pt idx="52883">
                  <c:v>0.61207175925665069</c:v>
                </c:pt>
                <c:pt idx="52884">
                  <c:v>0.61208333333343035</c:v>
                </c:pt>
                <c:pt idx="52885">
                  <c:v>0.61209490740293404</c:v>
                </c:pt>
                <c:pt idx="52886">
                  <c:v>0.61210648147971369</c:v>
                </c:pt>
                <c:pt idx="52887">
                  <c:v>0.61211805555649335</c:v>
                </c:pt>
                <c:pt idx="52888">
                  <c:v>0.61212962962599704</c:v>
                </c:pt>
                <c:pt idx="52889">
                  <c:v>0.61214120370277669</c:v>
                </c:pt>
                <c:pt idx="52890">
                  <c:v>0.61215277777228039</c:v>
                </c:pt>
                <c:pt idx="52891">
                  <c:v>0.61216435184906004</c:v>
                </c:pt>
                <c:pt idx="52892">
                  <c:v>0.61217592592583969</c:v>
                </c:pt>
                <c:pt idx="52893">
                  <c:v>0.61218749999534339</c:v>
                </c:pt>
                <c:pt idx="52894">
                  <c:v>0.61219907407212304</c:v>
                </c:pt>
                <c:pt idx="52895">
                  <c:v>0.61221064814890269</c:v>
                </c:pt>
                <c:pt idx="52896">
                  <c:v>0.61222222221840639</c:v>
                </c:pt>
                <c:pt idx="52897">
                  <c:v>0.61223379629518604</c:v>
                </c:pt>
                <c:pt idx="52898">
                  <c:v>0.61224537036468973</c:v>
                </c:pt>
                <c:pt idx="52899">
                  <c:v>0.61225694444146939</c:v>
                </c:pt>
                <c:pt idx="52900">
                  <c:v>0.61226851851824904</c:v>
                </c:pt>
                <c:pt idx="52901">
                  <c:v>0.61228009258775273</c:v>
                </c:pt>
                <c:pt idx="52902">
                  <c:v>0.61229166666453239</c:v>
                </c:pt>
                <c:pt idx="52903">
                  <c:v>0.61230324074131204</c:v>
                </c:pt>
                <c:pt idx="52904">
                  <c:v>0.61231481481081573</c:v>
                </c:pt>
                <c:pt idx="52905">
                  <c:v>0.61232638888759539</c:v>
                </c:pt>
                <c:pt idx="52906">
                  <c:v>0.61233796295709908</c:v>
                </c:pt>
                <c:pt idx="52907">
                  <c:v>0.61234953703387873</c:v>
                </c:pt>
                <c:pt idx="52908">
                  <c:v>0.61236111111065838</c:v>
                </c:pt>
                <c:pt idx="52909">
                  <c:v>0.61237268518016208</c:v>
                </c:pt>
                <c:pt idx="52910">
                  <c:v>0.61238425925694173</c:v>
                </c:pt>
                <c:pt idx="52911">
                  <c:v>0.61239583333372138</c:v>
                </c:pt>
                <c:pt idx="52912">
                  <c:v>0.61240740740322508</c:v>
                </c:pt>
                <c:pt idx="52913">
                  <c:v>0.61241898148000473</c:v>
                </c:pt>
                <c:pt idx="52914">
                  <c:v>0.61243055555678438</c:v>
                </c:pt>
                <c:pt idx="52915">
                  <c:v>0.61244212962628808</c:v>
                </c:pt>
                <c:pt idx="52916">
                  <c:v>0.61245370370306773</c:v>
                </c:pt>
                <c:pt idx="52917">
                  <c:v>0.61246527777257143</c:v>
                </c:pt>
                <c:pt idx="52918">
                  <c:v>0.61247685184935108</c:v>
                </c:pt>
                <c:pt idx="52919">
                  <c:v>0.61248842592613073</c:v>
                </c:pt>
                <c:pt idx="52920">
                  <c:v>0.61249999999563443</c:v>
                </c:pt>
                <c:pt idx="52921">
                  <c:v>0.61251157407241408</c:v>
                </c:pt>
                <c:pt idx="52922">
                  <c:v>0.61252314814919373</c:v>
                </c:pt>
                <c:pt idx="52923">
                  <c:v>0.61253472221869742</c:v>
                </c:pt>
                <c:pt idx="52924">
                  <c:v>0.61254629629547708</c:v>
                </c:pt>
                <c:pt idx="52925">
                  <c:v>0.61255787036498077</c:v>
                </c:pt>
                <c:pt idx="52926">
                  <c:v>0.61256944444176042</c:v>
                </c:pt>
                <c:pt idx="52927">
                  <c:v>0.61258101851854008</c:v>
                </c:pt>
                <c:pt idx="52928">
                  <c:v>0.61259259258804377</c:v>
                </c:pt>
                <c:pt idx="52929">
                  <c:v>0.61260416666482342</c:v>
                </c:pt>
                <c:pt idx="52930">
                  <c:v>0.61261574074160308</c:v>
                </c:pt>
                <c:pt idx="52931">
                  <c:v>0.61262731481110677</c:v>
                </c:pt>
                <c:pt idx="52932">
                  <c:v>0.61263888888788642</c:v>
                </c:pt>
                <c:pt idx="52933">
                  <c:v>0.61265046295739012</c:v>
                </c:pt>
                <c:pt idx="52934">
                  <c:v>0.61266203703416977</c:v>
                </c:pt>
                <c:pt idx="52935">
                  <c:v>0.61267361111094942</c:v>
                </c:pt>
                <c:pt idx="52936">
                  <c:v>0.61268518518045312</c:v>
                </c:pt>
                <c:pt idx="52937">
                  <c:v>0.61269675925723277</c:v>
                </c:pt>
                <c:pt idx="52938">
                  <c:v>0.61270833333401242</c:v>
                </c:pt>
                <c:pt idx="52939">
                  <c:v>0.61271990740351612</c:v>
                </c:pt>
                <c:pt idx="52940">
                  <c:v>0.61273148148029577</c:v>
                </c:pt>
                <c:pt idx="52941">
                  <c:v>0.61274305554979946</c:v>
                </c:pt>
                <c:pt idx="52942">
                  <c:v>0.61275462962657912</c:v>
                </c:pt>
                <c:pt idx="52943">
                  <c:v>0.61276620370335877</c:v>
                </c:pt>
                <c:pt idx="52944">
                  <c:v>0.61277777777286246</c:v>
                </c:pt>
                <c:pt idx="52945">
                  <c:v>0.61278935184964212</c:v>
                </c:pt>
                <c:pt idx="52946">
                  <c:v>0.61280092592642177</c:v>
                </c:pt>
                <c:pt idx="52947">
                  <c:v>0.61281249999592546</c:v>
                </c:pt>
                <c:pt idx="52948">
                  <c:v>0.61282407407270512</c:v>
                </c:pt>
                <c:pt idx="52949">
                  <c:v>0.61283564814948477</c:v>
                </c:pt>
                <c:pt idx="52950">
                  <c:v>0.61284722221898846</c:v>
                </c:pt>
                <c:pt idx="52951">
                  <c:v>0.61285879629576812</c:v>
                </c:pt>
                <c:pt idx="52952">
                  <c:v>0.61287037036527181</c:v>
                </c:pt>
                <c:pt idx="52953">
                  <c:v>0.61288194444205146</c:v>
                </c:pt>
                <c:pt idx="52954">
                  <c:v>0.61289351851883112</c:v>
                </c:pt>
                <c:pt idx="52955">
                  <c:v>0.61290509258833481</c:v>
                </c:pt>
                <c:pt idx="52956">
                  <c:v>0.61291666666511446</c:v>
                </c:pt>
                <c:pt idx="52957">
                  <c:v>0.61292824074189411</c:v>
                </c:pt>
                <c:pt idx="52958">
                  <c:v>0.61293981481139781</c:v>
                </c:pt>
                <c:pt idx="52959">
                  <c:v>0.61295138888817746</c:v>
                </c:pt>
                <c:pt idx="52960">
                  <c:v>0.61296296295768116</c:v>
                </c:pt>
                <c:pt idx="52961">
                  <c:v>0.61297453703446081</c:v>
                </c:pt>
                <c:pt idx="52962">
                  <c:v>0.61298611111124046</c:v>
                </c:pt>
                <c:pt idx="52963">
                  <c:v>0.61299768518074416</c:v>
                </c:pt>
                <c:pt idx="52964">
                  <c:v>0.61300925925752381</c:v>
                </c:pt>
                <c:pt idx="52965">
                  <c:v>0.61302083333430346</c:v>
                </c:pt>
                <c:pt idx="52966">
                  <c:v>0.61303240740380716</c:v>
                </c:pt>
                <c:pt idx="52967">
                  <c:v>0.61304398148058681</c:v>
                </c:pt>
                <c:pt idx="52968">
                  <c:v>0.6130555555500905</c:v>
                </c:pt>
                <c:pt idx="52969">
                  <c:v>0.61306712962687016</c:v>
                </c:pt>
                <c:pt idx="52970">
                  <c:v>0.61307870370364981</c:v>
                </c:pt>
                <c:pt idx="52971">
                  <c:v>0.6130902777731535</c:v>
                </c:pt>
                <c:pt idx="52972">
                  <c:v>0.61310185184993315</c:v>
                </c:pt>
                <c:pt idx="52973">
                  <c:v>0.61311342592671281</c:v>
                </c:pt>
                <c:pt idx="52974">
                  <c:v>0.6131249999962165</c:v>
                </c:pt>
                <c:pt idx="52975">
                  <c:v>0.61313657407299615</c:v>
                </c:pt>
                <c:pt idx="52976">
                  <c:v>0.61314814814249985</c:v>
                </c:pt>
                <c:pt idx="52977">
                  <c:v>0.6131597222192795</c:v>
                </c:pt>
                <c:pt idx="52978">
                  <c:v>0.61317129629605915</c:v>
                </c:pt>
                <c:pt idx="52979">
                  <c:v>0.61318287036556285</c:v>
                </c:pt>
                <c:pt idx="52980">
                  <c:v>0.6131944444423425</c:v>
                </c:pt>
                <c:pt idx="52981">
                  <c:v>0.61320601851912215</c:v>
                </c:pt>
                <c:pt idx="52982">
                  <c:v>0.61321759258862585</c:v>
                </c:pt>
                <c:pt idx="52983">
                  <c:v>0.6132291666654055</c:v>
                </c:pt>
                <c:pt idx="52984">
                  <c:v>0.6132407407349092</c:v>
                </c:pt>
                <c:pt idx="52985">
                  <c:v>0.61325231481168885</c:v>
                </c:pt>
                <c:pt idx="52986">
                  <c:v>0.6132638888884685</c:v>
                </c:pt>
                <c:pt idx="52987">
                  <c:v>0.61327546295797219</c:v>
                </c:pt>
                <c:pt idx="52988">
                  <c:v>0.61328703703475185</c:v>
                </c:pt>
                <c:pt idx="52989">
                  <c:v>0.6132986111115315</c:v>
                </c:pt>
                <c:pt idx="52990">
                  <c:v>0.61331018518103519</c:v>
                </c:pt>
                <c:pt idx="52991">
                  <c:v>0.61332175925781485</c:v>
                </c:pt>
                <c:pt idx="52992">
                  <c:v>0.6133333333345945</c:v>
                </c:pt>
                <c:pt idx="52993">
                  <c:v>0.61334490740409819</c:v>
                </c:pt>
                <c:pt idx="52994">
                  <c:v>0.61335648148087785</c:v>
                </c:pt>
                <c:pt idx="52995">
                  <c:v>0.61336805555038154</c:v>
                </c:pt>
                <c:pt idx="52996">
                  <c:v>0.61337962962716119</c:v>
                </c:pt>
                <c:pt idx="52997">
                  <c:v>0.61339120370394085</c:v>
                </c:pt>
                <c:pt idx="52998">
                  <c:v>0.61340277777344454</c:v>
                </c:pt>
                <c:pt idx="52999">
                  <c:v>0.61341435185022419</c:v>
                </c:pt>
                <c:pt idx="53000">
                  <c:v>0.61342592592700385</c:v>
                </c:pt>
                <c:pt idx="53001">
                  <c:v>0.61343749999650754</c:v>
                </c:pt>
                <c:pt idx="53002">
                  <c:v>0.61344907407328719</c:v>
                </c:pt>
                <c:pt idx="53003">
                  <c:v>0.61346064814279089</c:v>
                </c:pt>
                <c:pt idx="53004">
                  <c:v>0.61347222221957054</c:v>
                </c:pt>
                <c:pt idx="53005">
                  <c:v>0.61348379629635019</c:v>
                </c:pt>
                <c:pt idx="53006">
                  <c:v>0.61349537036585389</c:v>
                </c:pt>
                <c:pt idx="53007">
                  <c:v>0.61350694444263354</c:v>
                </c:pt>
                <c:pt idx="53008">
                  <c:v>0.61351851851941319</c:v>
                </c:pt>
                <c:pt idx="53009">
                  <c:v>0.61353009258891689</c:v>
                </c:pt>
                <c:pt idx="53010">
                  <c:v>0.61354166666569654</c:v>
                </c:pt>
                <c:pt idx="53011">
                  <c:v>0.61355324073520023</c:v>
                </c:pt>
                <c:pt idx="53012">
                  <c:v>0.61356481481197989</c:v>
                </c:pt>
                <c:pt idx="53013">
                  <c:v>0.61357638888875954</c:v>
                </c:pt>
                <c:pt idx="53014">
                  <c:v>0.61358796295826323</c:v>
                </c:pt>
                <c:pt idx="53015">
                  <c:v>0.61359953703504289</c:v>
                </c:pt>
                <c:pt idx="53016">
                  <c:v>0.61361111111182254</c:v>
                </c:pt>
                <c:pt idx="53017">
                  <c:v>0.61362268518132623</c:v>
                </c:pt>
                <c:pt idx="53018">
                  <c:v>0.61363425925810589</c:v>
                </c:pt>
                <c:pt idx="53019">
                  <c:v>0.61364583332760958</c:v>
                </c:pt>
                <c:pt idx="53020">
                  <c:v>0.61365740740438923</c:v>
                </c:pt>
                <c:pt idx="53021">
                  <c:v>0.61366898148116888</c:v>
                </c:pt>
                <c:pt idx="53022">
                  <c:v>0.61368055555067258</c:v>
                </c:pt>
                <c:pt idx="53023">
                  <c:v>0.61369212962745223</c:v>
                </c:pt>
                <c:pt idx="53024">
                  <c:v>0.61370370370423188</c:v>
                </c:pt>
                <c:pt idx="53025">
                  <c:v>0.61371527777373558</c:v>
                </c:pt>
                <c:pt idx="53026">
                  <c:v>0.61372685185051523</c:v>
                </c:pt>
                <c:pt idx="53027">
                  <c:v>0.61373842592001893</c:v>
                </c:pt>
                <c:pt idx="53028">
                  <c:v>0.61374999999679858</c:v>
                </c:pt>
                <c:pt idx="53029">
                  <c:v>0.61376157407357823</c:v>
                </c:pt>
                <c:pt idx="53030">
                  <c:v>0.61377314814308193</c:v>
                </c:pt>
                <c:pt idx="53031">
                  <c:v>0.61378472221986158</c:v>
                </c:pt>
                <c:pt idx="53032">
                  <c:v>0.61379629629664123</c:v>
                </c:pt>
                <c:pt idx="53033">
                  <c:v>0.61380787036614493</c:v>
                </c:pt>
                <c:pt idx="53034">
                  <c:v>0.61381944444292458</c:v>
                </c:pt>
                <c:pt idx="53035">
                  <c:v>0.61383101851970423</c:v>
                </c:pt>
                <c:pt idx="53036">
                  <c:v>0.61384259258920792</c:v>
                </c:pt>
                <c:pt idx="53037">
                  <c:v>0.61385416666598758</c:v>
                </c:pt>
                <c:pt idx="53038">
                  <c:v>0.61386574073549127</c:v>
                </c:pt>
                <c:pt idx="53039">
                  <c:v>0.61387731481227092</c:v>
                </c:pt>
                <c:pt idx="53040">
                  <c:v>0.61388888888905058</c:v>
                </c:pt>
                <c:pt idx="53041">
                  <c:v>0.61390046295855427</c:v>
                </c:pt>
                <c:pt idx="53042">
                  <c:v>0.61391203703533392</c:v>
                </c:pt>
                <c:pt idx="53043">
                  <c:v>0.61392361111211358</c:v>
                </c:pt>
                <c:pt idx="53044">
                  <c:v>0.61393518518161727</c:v>
                </c:pt>
                <c:pt idx="53045">
                  <c:v>0.61394675925839692</c:v>
                </c:pt>
                <c:pt idx="53046">
                  <c:v>0.61395833332790062</c:v>
                </c:pt>
                <c:pt idx="53047">
                  <c:v>0.61396990740468027</c:v>
                </c:pt>
                <c:pt idx="53048">
                  <c:v>0.61398148148145992</c:v>
                </c:pt>
                <c:pt idx="53049">
                  <c:v>0.61399305555096362</c:v>
                </c:pt>
                <c:pt idx="53050">
                  <c:v>0.61400462962774327</c:v>
                </c:pt>
                <c:pt idx="53051">
                  <c:v>0.61401620370452292</c:v>
                </c:pt>
                <c:pt idx="53052">
                  <c:v>0.61402777777402662</c:v>
                </c:pt>
                <c:pt idx="53053">
                  <c:v>0.61403935185080627</c:v>
                </c:pt>
                <c:pt idx="53054">
                  <c:v>0.61405092592030996</c:v>
                </c:pt>
                <c:pt idx="53055">
                  <c:v>0.61406249999708962</c:v>
                </c:pt>
                <c:pt idx="53056">
                  <c:v>0.61407407407386927</c:v>
                </c:pt>
                <c:pt idx="53057">
                  <c:v>0.61408564814337296</c:v>
                </c:pt>
                <c:pt idx="53058">
                  <c:v>0.61409722222015262</c:v>
                </c:pt>
                <c:pt idx="53059">
                  <c:v>0.61410879629693227</c:v>
                </c:pt>
                <c:pt idx="53060">
                  <c:v>0.61412037036643596</c:v>
                </c:pt>
                <c:pt idx="53061">
                  <c:v>0.61413194444321562</c:v>
                </c:pt>
                <c:pt idx="53062">
                  <c:v>0.61414351851271931</c:v>
                </c:pt>
                <c:pt idx="53063">
                  <c:v>0.61415509258949896</c:v>
                </c:pt>
                <c:pt idx="53064">
                  <c:v>0.61416666666627862</c:v>
                </c:pt>
                <c:pt idx="53065">
                  <c:v>0.61417824073578231</c:v>
                </c:pt>
                <c:pt idx="53066">
                  <c:v>0.61418981481256196</c:v>
                </c:pt>
                <c:pt idx="53067">
                  <c:v>0.61420138888934162</c:v>
                </c:pt>
                <c:pt idx="53068">
                  <c:v>0.61421296295884531</c:v>
                </c:pt>
                <c:pt idx="53069">
                  <c:v>0.61422453703562496</c:v>
                </c:pt>
                <c:pt idx="53070">
                  <c:v>0.61423611111240461</c:v>
                </c:pt>
                <c:pt idx="53071">
                  <c:v>0.61424768518190831</c:v>
                </c:pt>
                <c:pt idx="53072">
                  <c:v>0.61425925925868796</c:v>
                </c:pt>
                <c:pt idx="53073">
                  <c:v>0.61427083332819166</c:v>
                </c:pt>
                <c:pt idx="53074">
                  <c:v>0.61428240740497131</c:v>
                </c:pt>
                <c:pt idx="53075">
                  <c:v>0.61429398148175096</c:v>
                </c:pt>
                <c:pt idx="53076">
                  <c:v>0.61430555555125466</c:v>
                </c:pt>
                <c:pt idx="53077">
                  <c:v>0.61431712962803431</c:v>
                </c:pt>
                <c:pt idx="53078">
                  <c:v>0.61432870370481396</c:v>
                </c:pt>
                <c:pt idx="53079">
                  <c:v>0.61434027777431766</c:v>
                </c:pt>
                <c:pt idx="53080">
                  <c:v>0.61435185185109731</c:v>
                </c:pt>
                <c:pt idx="53081">
                  <c:v>0.614363425920601</c:v>
                </c:pt>
                <c:pt idx="53082">
                  <c:v>0.61437499999738066</c:v>
                </c:pt>
                <c:pt idx="53083">
                  <c:v>0.61438657407416031</c:v>
                </c:pt>
                <c:pt idx="53084">
                  <c:v>0.614398148143664</c:v>
                </c:pt>
                <c:pt idx="53085">
                  <c:v>0.61440972222044365</c:v>
                </c:pt>
                <c:pt idx="53086">
                  <c:v>0.61442129629722331</c:v>
                </c:pt>
                <c:pt idx="53087">
                  <c:v>0.614432870366727</c:v>
                </c:pt>
                <c:pt idx="53088">
                  <c:v>0.61444444444350665</c:v>
                </c:pt>
                <c:pt idx="53089">
                  <c:v>0.61445601851301035</c:v>
                </c:pt>
                <c:pt idx="53090">
                  <c:v>0.61446759258979</c:v>
                </c:pt>
                <c:pt idx="53091">
                  <c:v>0.61447916666656965</c:v>
                </c:pt>
                <c:pt idx="53092">
                  <c:v>0.61449074073607335</c:v>
                </c:pt>
                <c:pt idx="53093">
                  <c:v>0.614502314812853</c:v>
                </c:pt>
                <c:pt idx="53094">
                  <c:v>0.61451388888963265</c:v>
                </c:pt>
                <c:pt idx="53095">
                  <c:v>0.61452546295913635</c:v>
                </c:pt>
                <c:pt idx="53096">
                  <c:v>0.614537037035916</c:v>
                </c:pt>
                <c:pt idx="53097">
                  <c:v>0.6145486111054197</c:v>
                </c:pt>
                <c:pt idx="53098">
                  <c:v>0.61456018518219935</c:v>
                </c:pt>
                <c:pt idx="53099">
                  <c:v>0.614571759258979</c:v>
                </c:pt>
                <c:pt idx="53100">
                  <c:v>0.61458333332848269</c:v>
                </c:pt>
                <c:pt idx="53101">
                  <c:v>0.61459490740526235</c:v>
                </c:pt>
                <c:pt idx="53102">
                  <c:v>0.614606481482042</c:v>
                </c:pt>
                <c:pt idx="53103">
                  <c:v>0.61461805555154569</c:v>
                </c:pt>
                <c:pt idx="53104">
                  <c:v>0.61462962962832535</c:v>
                </c:pt>
                <c:pt idx="53105">
                  <c:v>0.61464120369782904</c:v>
                </c:pt>
                <c:pt idx="53106">
                  <c:v>0.61465277777460869</c:v>
                </c:pt>
                <c:pt idx="53107">
                  <c:v>0.61466435185138835</c:v>
                </c:pt>
                <c:pt idx="53108">
                  <c:v>0.61467592592089204</c:v>
                </c:pt>
                <c:pt idx="53109">
                  <c:v>0.61468749999767169</c:v>
                </c:pt>
                <c:pt idx="53110">
                  <c:v>0.61469907407445135</c:v>
                </c:pt>
                <c:pt idx="53111">
                  <c:v>0.61471064814395504</c:v>
                </c:pt>
                <c:pt idx="53112">
                  <c:v>0.61472222222073469</c:v>
                </c:pt>
                <c:pt idx="53113">
                  <c:v>0.61473379629751435</c:v>
                </c:pt>
                <c:pt idx="53114">
                  <c:v>0.61474537036701804</c:v>
                </c:pt>
                <c:pt idx="53115">
                  <c:v>0.61475694444379769</c:v>
                </c:pt>
                <c:pt idx="53116">
                  <c:v>0.61476851851330139</c:v>
                </c:pt>
                <c:pt idx="53117">
                  <c:v>0.61478009259008104</c:v>
                </c:pt>
                <c:pt idx="53118">
                  <c:v>0.61479166666686069</c:v>
                </c:pt>
                <c:pt idx="53119">
                  <c:v>0.61480324073636439</c:v>
                </c:pt>
                <c:pt idx="53120">
                  <c:v>0.61481481481314404</c:v>
                </c:pt>
                <c:pt idx="53121">
                  <c:v>0.61482638888992369</c:v>
                </c:pt>
                <c:pt idx="53122">
                  <c:v>0.61483796295942739</c:v>
                </c:pt>
                <c:pt idx="53123">
                  <c:v>0.61484953703620704</c:v>
                </c:pt>
                <c:pt idx="53124">
                  <c:v>0.61486111110571073</c:v>
                </c:pt>
                <c:pt idx="53125">
                  <c:v>0.61487268518249039</c:v>
                </c:pt>
                <c:pt idx="53126">
                  <c:v>0.61488425925927004</c:v>
                </c:pt>
                <c:pt idx="53127">
                  <c:v>0.61489583332877373</c:v>
                </c:pt>
                <c:pt idx="53128">
                  <c:v>0.61490740740555339</c:v>
                </c:pt>
                <c:pt idx="53129">
                  <c:v>0.61491898148233304</c:v>
                </c:pt>
                <c:pt idx="53130">
                  <c:v>0.61493055555183673</c:v>
                </c:pt>
                <c:pt idx="53131">
                  <c:v>0.61494212962861639</c:v>
                </c:pt>
                <c:pt idx="53132">
                  <c:v>0.61495370369812008</c:v>
                </c:pt>
                <c:pt idx="53133">
                  <c:v>0.61496527777489973</c:v>
                </c:pt>
                <c:pt idx="53134">
                  <c:v>0.61497685185167938</c:v>
                </c:pt>
                <c:pt idx="53135">
                  <c:v>0.61498842592118308</c:v>
                </c:pt>
                <c:pt idx="53136">
                  <c:v>0.61499999999796273</c:v>
                </c:pt>
                <c:pt idx="53137">
                  <c:v>0.61501157407474238</c:v>
                </c:pt>
                <c:pt idx="53138">
                  <c:v>0.61502314814424608</c:v>
                </c:pt>
                <c:pt idx="53139">
                  <c:v>0.61503472222102573</c:v>
                </c:pt>
                <c:pt idx="53140">
                  <c:v>0.61504629629052943</c:v>
                </c:pt>
                <c:pt idx="53141">
                  <c:v>0.61505787036730908</c:v>
                </c:pt>
                <c:pt idx="53142">
                  <c:v>0.61506944444408873</c:v>
                </c:pt>
                <c:pt idx="53143">
                  <c:v>0.61508101851359243</c:v>
                </c:pt>
                <c:pt idx="53144">
                  <c:v>0.61509259259037208</c:v>
                </c:pt>
                <c:pt idx="53145">
                  <c:v>0.61510416666715173</c:v>
                </c:pt>
                <c:pt idx="53146">
                  <c:v>0.61511574073665543</c:v>
                </c:pt>
                <c:pt idx="53147">
                  <c:v>0.61512731481343508</c:v>
                </c:pt>
                <c:pt idx="53148">
                  <c:v>0.61513888889021473</c:v>
                </c:pt>
                <c:pt idx="53149">
                  <c:v>0.61515046295971842</c:v>
                </c:pt>
                <c:pt idx="53150">
                  <c:v>0.61516203703649808</c:v>
                </c:pt>
                <c:pt idx="53151">
                  <c:v>0.61517361110600177</c:v>
                </c:pt>
                <c:pt idx="53152">
                  <c:v>0.61518518518278142</c:v>
                </c:pt>
                <c:pt idx="53153">
                  <c:v>0.61519675925956108</c:v>
                </c:pt>
                <c:pt idx="53154">
                  <c:v>0.61520833332906477</c:v>
                </c:pt>
                <c:pt idx="53155">
                  <c:v>0.61521990740584442</c:v>
                </c:pt>
                <c:pt idx="53156">
                  <c:v>0.61523148148262408</c:v>
                </c:pt>
                <c:pt idx="53157">
                  <c:v>0.61524305555212777</c:v>
                </c:pt>
                <c:pt idx="53158">
                  <c:v>0.61525462962890742</c:v>
                </c:pt>
                <c:pt idx="53159">
                  <c:v>0.61526620369841112</c:v>
                </c:pt>
                <c:pt idx="53160">
                  <c:v>0.61527777777519077</c:v>
                </c:pt>
                <c:pt idx="53161">
                  <c:v>0.61528935185197042</c:v>
                </c:pt>
                <c:pt idx="53162">
                  <c:v>0.61530092592147412</c:v>
                </c:pt>
                <c:pt idx="53163">
                  <c:v>0.61531249999825377</c:v>
                </c:pt>
                <c:pt idx="53164">
                  <c:v>0.61532407407503342</c:v>
                </c:pt>
                <c:pt idx="53165">
                  <c:v>0.61533564814453712</c:v>
                </c:pt>
                <c:pt idx="53166">
                  <c:v>0.61534722222131677</c:v>
                </c:pt>
                <c:pt idx="53167">
                  <c:v>0.61535879629082046</c:v>
                </c:pt>
                <c:pt idx="53168">
                  <c:v>0.61537037036760012</c:v>
                </c:pt>
                <c:pt idx="53169">
                  <c:v>0.61538194444437977</c:v>
                </c:pt>
                <c:pt idx="53170">
                  <c:v>0.61539351851388346</c:v>
                </c:pt>
                <c:pt idx="53171">
                  <c:v>0.61540509259066312</c:v>
                </c:pt>
                <c:pt idx="53172">
                  <c:v>0.61541666666744277</c:v>
                </c:pt>
                <c:pt idx="53173">
                  <c:v>0.61542824073694646</c:v>
                </c:pt>
                <c:pt idx="53174">
                  <c:v>0.61543981481372612</c:v>
                </c:pt>
                <c:pt idx="53175">
                  <c:v>0.61545138888322981</c:v>
                </c:pt>
                <c:pt idx="53176">
                  <c:v>0.61546296296000946</c:v>
                </c:pt>
                <c:pt idx="53177">
                  <c:v>0.61547453703678912</c:v>
                </c:pt>
                <c:pt idx="53178">
                  <c:v>0.61548611110629281</c:v>
                </c:pt>
                <c:pt idx="53179">
                  <c:v>0.61549768518307246</c:v>
                </c:pt>
                <c:pt idx="53180">
                  <c:v>0.61550925925985212</c:v>
                </c:pt>
                <c:pt idx="53181">
                  <c:v>0.61552083332935581</c:v>
                </c:pt>
                <c:pt idx="53182">
                  <c:v>0.61553240740613546</c:v>
                </c:pt>
                <c:pt idx="53183">
                  <c:v>0.61554398147563916</c:v>
                </c:pt>
                <c:pt idx="53184">
                  <c:v>0.61555555555241881</c:v>
                </c:pt>
                <c:pt idx="53185">
                  <c:v>0.61556712962919846</c:v>
                </c:pt>
                <c:pt idx="53186">
                  <c:v>0.61557870369870216</c:v>
                </c:pt>
                <c:pt idx="53187">
                  <c:v>0.61559027777548181</c:v>
                </c:pt>
                <c:pt idx="53188">
                  <c:v>0.61560185185226146</c:v>
                </c:pt>
                <c:pt idx="53189">
                  <c:v>0.61561342592176516</c:v>
                </c:pt>
                <c:pt idx="53190">
                  <c:v>0.61562499999854481</c:v>
                </c:pt>
                <c:pt idx="53191">
                  <c:v>0.61563657407532446</c:v>
                </c:pt>
                <c:pt idx="53192">
                  <c:v>0.61564814814482816</c:v>
                </c:pt>
                <c:pt idx="53193">
                  <c:v>0.61565972222160781</c:v>
                </c:pt>
                <c:pt idx="53194">
                  <c:v>0.6156712962911115</c:v>
                </c:pt>
                <c:pt idx="53195">
                  <c:v>0.61568287036789116</c:v>
                </c:pt>
                <c:pt idx="53196">
                  <c:v>0.61569444444467081</c:v>
                </c:pt>
                <c:pt idx="53197">
                  <c:v>0.6157060185141745</c:v>
                </c:pt>
                <c:pt idx="53198">
                  <c:v>0.61571759259095415</c:v>
                </c:pt>
                <c:pt idx="53199">
                  <c:v>0.61572916666773381</c:v>
                </c:pt>
                <c:pt idx="53200">
                  <c:v>0.6157407407372375</c:v>
                </c:pt>
                <c:pt idx="53201">
                  <c:v>0.61575231481401715</c:v>
                </c:pt>
                <c:pt idx="53202">
                  <c:v>0.61576388888352085</c:v>
                </c:pt>
                <c:pt idx="53203">
                  <c:v>0.6157754629603005</c:v>
                </c:pt>
                <c:pt idx="53204">
                  <c:v>0.61578703703708015</c:v>
                </c:pt>
                <c:pt idx="53205">
                  <c:v>0.61579861110658385</c:v>
                </c:pt>
                <c:pt idx="53206">
                  <c:v>0.6158101851833635</c:v>
                </c:pt>
                <c:pt idx="53207">
                  <c:v>0.61582175926014315</c:v>
                </c:pt>
                <c:pt idx="53208">
                  <c:v>0.61583333332964685</c:v>
                </c:pt>
                <c:pt idx="53209">
                  <c:v>0.6158449074064265</c:v>
                </c:pt>
                <c:pt idx="53210">
                  <c:v>0.6158564814759302</c:v>
                </c:pt>
                <c:pt idx="53211">
                  <c:v>0.61586805555270985</c:v>
                </c:pt>
                <c:pt idx="53212">
                  <c:v>0.6158796296294895</c:v>
                </c:pt>
                <c:pt idx="53213">
                  <c:v>0.61589120369899319</c:v>
                </c:pt>
                <c:pt idx="53214">
                  <c:v>0.61590277777577285</c:v>
                </c:pt>
                <c:pt idx="53215">
                  <c:v>0.6159143518525525</c:v>
                </c:pt>
                <c:pt idx="53216">
                  <c:v>0.61592592592205619</c:v>
                </c:pt>
                <c:pt idx="53217">
                  <c:v>0.61593749999883585</c:v>
                </c:pt>
                <c:pt idx="53218">
                  <c:v>0.61594907406833954</c:v>
                </c:pt>
                <c:pt idx="53219">
                  <c:v>0.61596064814511919</c:v>
                </c:pt>
                <c:pt idx="53220">
                  <c:v>0.61597222222189885</c:v>
                </c:pt>
                <c:pt idx="53221">
                  <c:v>0.61598379629140254</c:v>
                </c:pt>
                <c:pt idx="53222">
                  <c:v>0.61599537036818219</c:v>
                </c:pt>
                <c:pt idx="53223">
                  <c:v>0.61600694444496185</c:v>
                </c:pt>
                <c:pt idx="53224">
                  <c:v>0.61601851851446554</c:v>
                </c:pt>
                <c:pt idx="53225">
                  <c:v>0.61603009259124519</c:v>
                </c:pt>
                <c:pt idx="53226">
                  <c:v>0.61604166666074889</c:v>
                </c:pt>
                <c:pt idx="53227">
                  <c:v>0.61605324073752854</c:v>
                </c:pt>
                <c:pt idx="53228">
                  <c:v>0.61606481481430819</c:v>
                </c:pt>
                <c:pt idx="53229">
                  <c:v>0.61607638888381189</c:v>
                </c:pt>
                <c:pt idx="53230">
                  <c:v>0.61608796296059154</c:v>
                </c:pt>
                <c:pt idx="53231">
                  <c:v>0.61609953703737119</c:v>
                </c:pt>
                <c:pt idx="53232">
                  <c:v>0.61611111110687489</c:v>
                </c:pt>
                <c:pt idx="53233">
                  <c:v>0.61612268518365454</c:v>
                </c:pt>
                <c:pt idx="53234">
                  <c:v>0.61613425926043419</c:v>
                </c:pt>
                <c:pt idx="53235">
                  <c:v>0.61614583332993789</c:v>
                </c:pt>
                <c:pt idx="53236">
                  <c:v>0.61615740740671754</c:v>
                </c:pt>
                <c:pt idx="53237">
                  <c:v>0.61616898147622123</c:v>
                </c:pt>
                <c:pt idx="53238">
                  <c:v>0.61618055555300089</c:v>
                </c:pt>
                <c:pt idx="53239">
                  <c:v>0.61619212962978054</c:v>
                </c:pt>
                <c:pt idx="53240">
                  <c:v>0.61620370369928423</c:v>
                </c:pt>
                <c:pt idx="53241">
                  <c:v>0.61621527777606389</c:v>
                </c:pt>
                <c:pt idx="53242">
                  <c:v>0.61622685185284354</c:v>
                </c:pt>
                <c:pt idx="53243">
                  <c:v>0.61623842592234723</c:v>
                </c:pt>
                <c:pt idx="53244">
                  <c:v>0.61624999999912689</c:v>
                </c:pt>
                <c:pt idx="53245">
                  <c:v>0.61626157406863058</c:v>
                </c:pt>
                <c:pt idx="53246">
                  <c:v>0.61627314814541023</c:v>
                </c:pt>
                <c:pt idx="53247">
                  <c:v>0.61628472222218988</c:v>
                </c:pt>
                <c:pt idx="53248">
                  <c:v>0.61629629629169358</c:v>
                </c:pt>
                <c:pt idx="53249">
                  <c:v>0.61630787036847323</c:v>
                </c:pt>
                <c:pt idx="53250">
                  <c:v>0.61631944444525288</c:v>
                </c:pt>
                <c:pt idx="53251">
                  <c:v>0.61633101851475658</c:v>
                </c:pt>
                <c:pt idx="53252">
                  <c:v>0.61634259259153623</c:v>
                </c:pt>
                <c:pt idx="53253">
                  <c:v>0.61635416666103993</c:v>
                </c:pt>
                <c:pt idx="53254">
                  <c:v>0.61636574073781958</c:v>
                </c:pt>
                <c:pt idx="53255">
                  <c:v>0.61637731481459923</c:v>
                </c:pt>
                <c:pt idx="53256">
                  <c:v>0.61638888888410293</c:v>
                </c:pt>
                <c:pt idx="53257">
                  <c:v>0.61640046296088258</c:v>
                </c:pt>
                <c:pt idx="53258">
                  <c:v>0.61641203703766223</c:v>
                </c:pt>
                <c:pt idx="53259">
                  <c:v>0.61642361110716593</c:v>
                </c:pt>
                <c:pt idx="53260">
                  <c:v>0.61643518518394558</c:v>
                </c:pt>
                <c:pt idx="53261">
                  <c:v>0.61644675925344927</c:v>
                </c:pt>
                <c:pt idx="53262">
                  <c:v>0.61645833333022892</c:v>
                </c:pt>
                <c:pt idx="53263">
                  <c:v>0.61646990740700858</c:v>
                </c:pt>
                <c:pt idx="53264">
                  <c:v>0.61648148147651227</c:v>
                </c:pt>
                <c:pt idx="53265">
                  <c:v>0.61649305555329192</c:v>
                </c:pt>
                <c:pt idx="53266">
                  <c:v>0.61650462963007158</c:v>
                </c:pt>
                <c:pt idx="53267">
                  <c:v>0.61651620369957527</c:v>
                </c:pt>
                <c:pt idx="53268">
                  <c:v>0.61652777777635492</c:v>
                </c:pt>
                <c:pt idx="53269">
                  <c:v>0.61653935185313458</c:v>
                </c:pt>
                <c:pt idx="53270">
                  <c:v>0.61655092592263827</c:v>
                </c:pt>
                <c:pt idx="53271">
                  <c:v>0.61656249999941792</c:v>
                </c:pt>
                <c:pt idx="53272">
                  <c:v>0.61657407406892162</c:v>
                </c:pt>
                <c:pt idx="53273">
                  <c:v>0.61658564814570127</c:v>
                </c:pt>
                <c:pt idx="53274">
                  <c:v>0.61659722222248092</c:v>
                </c:pt>
                <c:pt idx="53275">
                  <c:v>0.61660879629198462</c:v>
                </c:pt>
                <c:pt idx="53276">
                  <c:v>0.61662037036876427</c:v>
                </c:pt>
                <c:pt idx="53277">
                  <c:v>0.61663194444554392</c:v>
                </c:pt>
                <c:pt idx="53278">
                  <c:v>0.61664351851504762</c:v>
                </c:pt>
                <c:pt idx="53279">
                  <c:v>0.61665509259182727</c:v>
                </c:pt>
                <c:pt idx="53280">
                  <c:v>0.61666666666133096</c:v>
                </c:pt>
                <c:pt idx="53281">
                  <c:v>0.61667824073811062</c:v>
                </c:pt>
                <c:pt idx="53282">
                  <c:v>0.61668981481489027</c:v>
                </c:pt>
                <c:pt idx="53283">
                  <c:v>0.61670138888439396</c:v>
                </c:pt>
                <c:pt idx="53284">
                  <c:v>0.61671296296117362</c:v>
                </c:pt>
                <c:pt idx="53285">
                  <c:v>0.61672453703795327</c:v>
                </c:pt>
                <c:pt idx="53286">
                  <c:v>0.61673611110745696</c:v>
                </c:pt>
                <c:pt idx="53287">
                  <c:v>0.61674768518423662</c:v>
                </c:pt>
                <c:pt idx="53288">
                  <c:v>0.61675925925374031</c:v>
                </c:pt>
                <c:pt idx="53289">
                  <c:v>0.61677083333051996</c:v>
                </c:pt>
                <c:pt idx="53290">
                  <c:v>0.61678240740729962</c:v>
                </c:pt>
                <c:pt idx="53291">
                  <c:v>0.61679398147680331</c:v>
                </c:pt>
                <c:pt idx="53292">
                  <c:v>0.61680555555358296</c:v>
                </c:pt>
                <c:pt idx="53293">
                  <c:v>0.61681712963036261</c:v>
                </c:pt>
                <c:pt idx="53294">
                  <c:v>0.61682870369986631</c:v>
                </c:pt>
                <c:pt idx="53295">
                  <c:v>0.61684027777664596</c:v>
                </c:pt>
                <c:pt idx="53296">
                  <c:v>0.61685185184614966</c:v>
                </c:pt>
                <c:pt idx="53297">
                  <c:v>0.61686342592292931</c:v>
                </c:pt>
                <c:pt idx="53298">
                  <c:v>0.61687499999970896</c:v>
                </c:pt>
                <c:pt idx="53299">
                  <c:v>0.61688657406921266</c:v>
                </c:pt>
                <c:pt idx="53300">
                  <c:v>0.61689814814599231</c:v>
                </c:pt>
                <c:pt idx="53301">
                  <c:v>0.61690972222277196</c:v>
                </c:pt>
                <c:pt idx="53302">
                  <c:v>0.61692129629227566</c:v>
                </c:pt>
                <c:pt idx="53303">
                  <c:v>0.61693287036905531</c:v>
                </c:pt>
                <c:pt idx="53304">
                  <c:v>0.616944444438559</c:v>
                </c:pt>
                <c:pt idx="53305">
                  <c:v>0.61695601851533866</c:v>
                </c:pt>
                <c:pt idx="53306">
                  <c:v>0.61696759259211831</c:v>
                </c:pt>
                <c:pt idx="53307">
                  <c:v>0.616979166661622</c:v>
                </c:pt>
                <c:pt idx="53308">
                  <c:v>0.61699074073840166</c:v>
                </c:pt>
                <c:pt idx="53309">
                  <c:v>0.61700231481518131</c:v>
                </c:pt>
                <c:pt idx="53310">
                  <c:v>0.617013888884685</c:v>
                </c:pt>
                <c:pt idx="53311">
                  <c:v>0.61702546296146465</c:v>
                </c:pt>
                <c:pt idx="53312">
                  <c:v>0.61703703703824431</c:v>
                </c:pt>
                <c:pt idx="53313">
                  <c:v>0.617048611107748</c:v>
                </c:pt>
                <c:pt idx="53314">
                  <c:v>0.61706018518452765</c:v>
                </c:pt>
                <c:pt idx="53315">
                  <c:v>0.61707175925403135</c:v>
                </c:pt>
                <c:pt idx="53316">
                  <c:v>0.617083333330811</c:v>
                </c:pt>
                <c:pt idx="53317">
                  <c:v>0.61709490740759065</c:v>
                </c:pt>
                <c:pt idx="53318">
                  <c:v>0.61710648147709435</c:v>
                </c:pt>
                <c:pt idx="53319">
                  <c:v>0.617118055553874</c:v>
                </c:pt>
                <c:pt idx="53320">
                  <c:v>0.61712962963065365</c:v>
                </c:pt>
                <c:pt idx="53321">
                  <c:v>0.61714120370015735</c:v>
                </c:pt>
                <c:pt idx="53322">
                  <c:v>0.617152777776937</c:v>
                </c:pt>
                <c:pt idx="53323">
                  <c:v>0.6171643518464407</c:v>
                </c:pt>
                <c:pt idx="53324">
                  <c:v>0.61717592592322035</c:v>
                </c:pt>
                <c:pt idx="53325">
                  <c:v>0.6171875</c:v>
                </c:pt>
                <c:pt idx="53326">
                  <c:v>0.61719907406950369</c:v>
                </c:pt>
                <c:pt idx="53327">
                  <c:v>0.61721064814628335</c:v>
                </c:pt>
                <c:pt idx="53328">
                  <c:v>0.617222222223063</c:v>
                </c:pt>
                <c:pt idx="53329">
                  <c:v>0.61723379629256669</c:v>
                </c:pt>
                <c:pt idx="53330">
                  <c:v>0.61724537036934635</c:v>
                </c:pt>
                <c:pt idx="53331">
                  <c:v>0.61725694443885004</c:v>
                </c:pt>
                <c:pt idx="53332">
                  <c:v>0.61726851851562969</c:v>
                </c:pt>
                <c:pt idx="53333">
                  <c:v>0.61728009259240935</c:v>
                </c:pt>
                <c:pt idx="53334">
                  <c:v>0.61729166666191304</c:v>
                </c:pt>
                <c:pt idx="53335">
                  <c:v>0.61730324073869269</c:v>
                </c:pt>
                <c:pt idx="53336">
                  <c:v>0.61731481481547235</c:v>
                </c:pt>
                <c:pt idx="53337">
                  <c:v>0.61732638888497604</c:v>
                </c:pt>
                <c:pt idx="53338">
                  <c:v>0.61733796296175569</c:v>
                </c:pt>
                <c:pt idx="53339">
                  <c:v>0.61734953703125939</c:v>
                </c:pt>
                <c:pt idx="53340">
                  <c:v>0.61736111110803904</c:v>
                </c:pt>
                <c:pt idx="53341">
                  <c:v>0.61737268518481869</c:v>
                </c:pt>
                <c:pt idx="53342">
                  <c:v>0.61738425925432239</c:v>
                </c:pt>
                <c:pt idx="53343">
                  <c:v>0.61739583333110204</c:v>
                </c:pt>
                <c:pt idx="53344">
                  <c:v>0.61740740740788169</c:v>
                </c:pt>
                <c:pt idx="53345">
                  <c:v>0.61741898147738539</c:v>
                </c:pt>
                <c:pt idx="53346">
                  <c:v>0.61743055555416504</c:v>
                </c:pt>
                <c:pt idx="53347">
                  <c:v>0.61744212963094469</c:v>
                </c:pt>
                <c:pt idx="53348">
                  <c:v>0.61745370370044839</c:v>
                </c:pt>
                <c:pt idx="53349">
                  <c:v>0.61746527777722804</c:v>
                </c:pt>
                <c:pt idx="53350">
                  <c:v>0.61747685184673173</c:v>
                </c:pt>
                <c:pt idx="53351">
                  <c:v>0.61748842592351139</c:v>
                </c:pt>
                <c:pt idx="53352">
                  <c:v>0.61750000000029104</c:v>
                </c:pt>
                <c:pt idx="53353">
                  <c:v>0.61751157406979473</c:v>
                </c:pt>
                <c:pt idx="53354">
                  <c:v>0.61752314814657439</c:v>
                </c:pt>
                <c:pt idx="53355">
                  <c:v>0.61753472222335404</c:v>
                </c:pt>
                <c:pt idx="53356">
                  <c:v>0.61754629629285773</c:v>
                </c:pt>
                <c:pt idx="53357">
                  <c:v>0.61755787036963739</c:v>
                </c:pt>
                <c:pt idx="53358">
                  <c:v>0.61756944443914108</c:v>
                </c:pt>
                <c:pt idx="53359">
                  <c:v>0.61758101851592073</c:v>
                </c:pt>
                <c:pt idx="53360">
                  <c:v>0.61759259259270038</c:v>
                </c:pt>
                <c:pt idx="53361">
                  <c:v>0.61760416666220408</c:v>
                </c:pt>
                <c:pt idx="53362">
                  <c:v>0.61761574073898373</c:v>
                </c:pt>
                <c:pt idx="53363">
                  <c:v>0.61762731481576338</c:v>
                </c:pt>
                <c:pt idx="53364">
                  <c:v>0.61763888888526708</c:v>
                </c:pt>
                <c:pt idx="53365">
                  <c:v>0.61765046296204673</c:v>
                </c:pt>
                <c:pt idx="53366">
                  <c:v>0.61766203703155043</c:v>
                </c:pt>
                <c:pt idx="53367">
                  <c:v>0.61767361110833008</c:v>
                </c:pt>
                <c:pt idx="53368">
                  <c:v>0.61768518518510973</c:v>
                </c:pt>
                <c:pt idx="53369">
                  <c:v>0.61769675925461343</c:v>
                </c:pt>
                <c:pt idx="53370">
                  <c:v>0.61770833333139308</c:v>
                </c:pt>
                <c:pt idx="53371">
                  <c:v>0.61771990740817273</c:v>
                </c:pt>
                <c:pt idx="53372">
                  <c:v>0.61773148147767643</c:v>
                </c:pt>
                <c:pt idx="53373">
                  <c:v>0.61774305555445608</c:v>
                </c:pt>
                <c:pt idx="53374">
                  <c:v>0.61775462962395977</c:v>
                </c:pt>
                <c:pt idx="53375">
                  <c:v>0.61776620370073942</c:v>
                </c:pt>
                <c:pt idx="53376">
                  <c:v>0.61777777777751908</c:v>
                </c:pt>
                <c:pt idx="53377">
                  <c:v>0.61778935184702277</c:v>
                </c:pt>
                <c:pt idx="53378">
                  <c:v>0.61780092592380242</c:v>
                </c:pt>
                <c:pt idx="53379">
                  <c:v>0.61781250000058208</c:v>
                </c:pt>
                <c:pt idx="53380">
                  <c:v>0.61782407407008577</c:v>
                </c:pt>
                <c:pt idx="53381">
                  <c:v>0.61783564814686542</c:v>
                </c:pt>
                <c:pt idx="53382">
                  <c:v>0.61784722221636912</c:v>
                </c:pt>
                <c:pt idx="53383">
                  <c:v>0.61785879629314877</c:v>
                </c:pt>
                <c:pt idx="53384">
                  <c:v>0.61787037036992842</c:v>
                </c:pt>
                <c:pt idx="53385">
                  <c:v>0.61788194443943212</c:v>
                </c:pt>
                <c:pt idx="53386">
                  <c:v>0.61789351851621177</c:v>
                </c:pt>
                <c:pt idx="53387">
                  <c:v>0.61790509259299142</c:v>
                </c:pt>
                <c:pt idx="53388">
                  <c:v>0.61791666666249512</c:v>
                </c:pt>
                <c:pt idx="53389">
                  <c:v>0.61792824073927477</c:v>
                </c:pt>
                <c:pt idx="53390">
                  <c:v>0.61793981481605442</c:v>
                </c:pt>
                <c:pt idx="53391">
                  <c:v>0.61795138888555812</c:v>
                </c:pt>
                <c:pt idx="53392">
                  <c:v>0.61796296296233777</c:v>
                </c:pt>
                <c:pt idx="53393">
                  <c:v>0.61797453703184146</c:v>
                </c:pt>
                <c:pt idx="53394">
                  <c:v>0.61798611110862112</c:v>
                </c:pt>
                <c:pt idx="53395">
                  <c:v>0.61799768518540077</c:v>
                </c:pt>
                <c:pt idx="53396">
                  <c:v>0.61800925925490446</c:v>
                </c:pt>
                <c:pt idx="53397">
                  <c:v>0.61802083333168412</c:v>
                </c:pt>
                <c:pt idx="53398">
                  <c:v>0.61803240740846377</c:v>
                </c:pt>
                <c:pt idx="53399">
                  <c:v>0.61804398147796746</c:v>
                </c:pt>
                <c:pt idx="53400">
                  <c:v>0.61805555555474712</c:v>
                </c:pt>
                <c:pt idx="53401">
                  <c:v>0.61806712962425081</c:v>
                </c:pt>
                <c:pt idx="53402">
                  <c:v>0.61807870370103046</c:v>
                </c:pt>
                <c:pt idx="53403">
                  <c:v>0.61809027777781012</c:v>
                </c:pt>
                <c:pt idx="53404">
                  <c:v>0.61810185184731381</c:v>
                </c:pt>
                <c:pt idx="53405">
                  <c:v>0.61811342592409346</c:v>
                </c:pt>
                <c:pt idx="53406">
                  <c:v>0.61812500000087311</c:v>
                </c:pt>
                <c:pt idx="53407">
                  <c:v>0.61813657407037681</c:v>
                </c:pt>
                <c:pt idx="53408">
                  <c:v>0.61814814814715646</c:v>
                </c:pt>
                <c:pt idx="53409">
                  <c:v>0.61815972221666016</c:v>
                </c:pt>
                <c:pt idx="53410">
                  <c:v>0.61817129629343981</c:v>
                </c:pt>
                <c:pt idx="53411">
                  <c:v>0.61818287037021946</c:v>
                </c:pt>
                <c:pt idx="53412">
                  <c:v>0.61819444443972316</c:v>
                </c:pt>
                <c:pt idx="53413">
                  <c:v>0.61820601851650281</c:v>
                </c:pt>
                <c:pt idx="53414">
                  <c:v>0.61821759259328246</c:v>
                </c:pt>
                <c:pt idx="53415">
                  <c:v>0.61822916666278616</c:v>
                </c:pt>
                <c:pt idx="53416">
                  <c:v>0.61824074073956581</c:v>
                </c:pt>
                <c:pt idx="53417">
                  <c:v>0.6182523148090695</c:v>
                </c:pt>
                <c:pt idx="53418">
                  <c:v>0.61826388888584916</c:v>
                </c:pt>
                <c:pt idx="53419">
                  <c:v>0.61827546296262881</c:v>
                </c:pt>
                <c:pt idx="53420">
                  <c:v>0.6182870370321325</c:v>
                </c:pt>
                <c:pt idx="53421">
                  <c:v>0.61829861110891216</c:v>
                </c:pt>
                <c:pt idx="53422">
                  <c:v>0.61831018518569181</c:v>
                </c:pt>
                <c:pt idx="53423">
                  <c:v>0.6183217592551955</c:v>
                </c:pt>
                <c:pt idx="53424">
                  <c:v>0.61833333333197515</c:v>
                </c:pt>
                <c:pt idx="53425">
                  <c:v>0.61834490740147885</c:v>
                </c:pt>
                <c:pt idx="53426">
                  <c:v>0.6183564814782585</c:v>
                </c:pt>
                <c:pt idx="53427">
                  <c:v>0.61836805555503815</c:v>
                </c:pt>
                <c:pt idx="53428">
                  <c:v>0.61837962962454185</c:v>
                </c:pt>
                <c:pt idx="53429">
                  <c:v>0.6183912037013215</c:v>
                </c:pt>
                <c:pt idx="53430">
                  <c:v>0.61840277777810115</c:v>
                </c:pt>
                <c:pt idx="53431">
                  <c:v>0.61841435184760485</c:v>
                </c:pt>
                <c:pt idx="53432">
                  <c:v>0.6184259259243845</c:v>
                </c:pt>
                <c:pt idx="53433">
                  <c:v>0.61843750000116415</c:v>
                </c:pt>
                <c:pt idx="53434">
                  <c:v>0.61844907407066785</c:v>
                </c:pt>
                <c:pt idx="53435">
                  <c:v>0.6184606481474475</c:v>
                </c:pt>
                <c:pt idx="53436">
                  <c:v>0.6184722222169512</c:v>
                </c:pt>
                <c:pt idx="53437">
                  <c:v>0.61848379629373085</c:v>
                </c:pt>
                <c:pt idx="53438">
                  <c:v>0.6184953703705105</c:v>
                </c:pt>
                <c:pt idx="53439">
                  <c:v>0.61850694444001419</c:v>
                </c:pt>
                <c:pt idx="53440">
                  <c:v>0.61851851851679385</c:v>
                </c:pt>
                <c:pt idx="53441">
                  <c:v>0.6185300925935735</c:v>
                </c:pt>
                <c:pt idx="53442">
                  <c:v>0.61854166666307719</c:v>
                </c:pt>
                <c:pt idx="53443">
                  <c:v>0.61855324073985685</c:v>
                </c:pt>
                <c:pt idx="53444">
                  <c:v>0.61856481480936054</c:v>
                </c:pt>
                <c:pt idx="53445">
                  <c:v>0.61857638888614019</c:v>
                </c:pt>
                <c:pt idx="53446">
                  <c:v>0.61858796296291985</c:v>
                </c:pt>
                <c:pt idx="53447">
                  <c:v>0.61859953703242354</c:v>
                </c:pt>
                <c:pt idx="53448">
                  <c:v>0.61861111110920319</c:v>
                </c:pt>
                <c:pt idx="53449">
                  <c:v>0.61862268518598285</c:v>
                </c:pt>
                <c:pt idx="53450">
                  <c:v>0.61863425925548654</c:v>
                </c:pt>
                <c:pt idx="53451">
                  <c:v>0.61864583333226619</c:v>
                </c:pt>
                <c:pt idx="53452">
                  <c:v>0.61865740740176989</c:v>
                </c:pt>
                <c:pt idx="53453">
                  <c:v>0.61866898147854954</c:v>
                </c:pt>
                <c:pt idx="53454">
                  <c:v>0.61868055555532919</c:v>
                </c:pt>
                <c:pt idx="53455">
                  <c:v>0.61869212962483289</c:v>
                </c:pt>
                <c:pt idx="53456">
                  <c:v>0.61870370370161254</c:v>
                </c:pt>
                <c:pt idx="53457">
                  <c:v>0.61871527777839219</c:v>
                </c:pt>
                <c:pt idx="53458">
                  <c:v>0.61872685184789589</c:v>
                </c:pt>
                <c:pt idx="53459">
                  <c:v>0.61873842592467554</c:v>
                </c:pt>
                <c:pt idx="53460">
                  <c:v>0.61874999999417923</c:v>
                </c:pt>
                <c:pt idx="53461">
                  <c:v>0.61876157407095889</c:v>
                </c:pt>
                <c:pt idx="53462">
                  <c:v>0.61877314814773854</c:v>
                </c:pt>
                <c:pt idx="53463">
                  <c:v>0.61878472221724223</c:v>
                </c:pt>
                <c:pt idx="53464">
                  <c:v>0.61879629629402189</c:v>
                </c:pt>
                <c:pt idx="53465">
                  <c:v>0.61880787037080154</c:v>
                </c:pt>
                <c:pt idx="53466">
                  <c:v>0.61881944444030523</c:v>
                </c:pt>
                <c:pt idx="53467">
                  <c:v>0.61883101851708489</c:v>
                </c:pt>
                <c:pt idx="53468">
                  <c:v>0.61884259259386454</c:v>
                </c:pt>
                <c:pt idx="53469">
                  <c:v>0.61885416666336823</c:v>
                </c:pt>
                <c:pt idx="53470">
                  <c:v>0.61886574074014788</c:v>
                </c:pt>
                <c:pt idx="53471">
                  <c:v>0.61887731480965158</c:v>
                </c:pt>
                <c:pt idx="53472">
                  <c:v>0.61888888888643123</c:v>
                </c:pt>
                <c:pt idx="53473">
                  <c:v>0.61890046296321088</c:v>
                </c:pt>
                <c:pt idx="53474">
                  <c:v>0.61891203703271458</c:v>
                </c:pt>
                <c:pt idx="53475">
                  <c:v>0.61892361110949423</c:v>
                </c:pt>
                <c:pt idx="53476">
                  <c:v>0.61893518518627388</c:v>
                </c:pt>
                <c:pt idx="53477">
                  <c:v>0.61894675925577758</c:v>
                </c:pt>
                <c:pt idx="53478">
                  <c:v>0.61895833333255723</c:v>
                </c:pt>
                <c:pt idx="53479">
                  <c:v>0.61896990740206093</c:v>
                </c:pt>
                <c:pt idx="53480">
                  <c:v>0.61898148147884058</c:v>
                </c:pt>
                <c:pt idx="53481">
                  <c:v>0.61899305555562023</c:v>
                </c:pt>
                <c:pt idx="53482">
                  <c:v>0.61900462962512393</c:v>
                </c:pt>
                <c:pt idx="53483">
                  <c:v>0.61901620370190358</c:v>
                </c:pt>
                <c:pt idx="53484">
                  <c:v>0.61902777777868323</c:v>
                </c:pt>
                <c:pt idx="53485">
                  <c:v>0.61903935184818693</c:v>
                </c:pt>
                <c:pt idx="53486">
                  <c:v>0.61905092592496658</c:v>
                </c:pt>
                <c:pt idx="53487">
                  <c:v>0.61906249999447027</c:v>
                </c:pt>
                <c:pt idx="53488">
                  <c:v>0.61907407407124992</c:v>
                </c:pt>
                <c:pt idx="53489">
                  <c:v>0.61908564814802958</c:v>
                </c:pt>
                <c:pt idx="53490">
                  <c:v>0.61909722221753327</c:v>
                </c:pt>
                <c:pt idx="53491">
                  <c:v>0.61910879629431292</c:v>
                </c:pt>
                <c:pt idx="53492">
                  <c:v>0.61912037037109258</c:v>
                </c:pt>
                <c:pt idx="53493">
                  <c:v>0.61913194444059627</c:v>
                </c:pt>
                <c:pt idx="53494">
                  <c:v>0.61914351851737592</c:v>
                </c:pt>
                <c:pt idx="53495">
                  <c:v>0.61915509258687962</c:v>
                </c:pt>
                <c:pt idx="53496">
                  <c:v>0.61916666666365927</c:v>
                </c:pt>
                <c:pt idx="53497">
                  <c:v>0.61917824074043892</c:v>
                </c:pt>
                <c:pt idx="53498">
                  <c:v>0.61918981480994262</c:v>
                </c:pt>
                <c:pt idx="53499">
                  <c:v>0.61920138888672227</c:v>
                </c:pt>
                <c:pt idx="53500">
                  <c:v>0.61921296296350192</c:v>
                </c:pt>
                <c:pt idx="53501">
                  <c:v>0.61922453703300562</c:v>
                </c:pt>
                <c:pt idx="53502">
                  <c:v>0.61923611110978527</c:v>
                </c:pt>
                <c:pt idx="53503">
                  <c:v>0.61924768517928896</c:v>
                </c:pt>
                <c:pt idx="53504">
                  <c:v>0.61925925925606862</c:v>
                </c:pt>
                <c:pt idx="53505">
                  <c:v>0.61927083333284827</c:v>
                </c:pt>
                <c:pt idx="53506">
                  <c:v>0.61928240740235196</c:v>
                </c:pt>
                <c:pt idx="53507">
                  <c:v>0.61929398147913162</c:v>
                </c:pt>
                <c:pt idx="53508">
                  <c:v>0.61930555555591127</c:v>
                </c:pt>
                <c:pt idx="53509">
                  <c:v>0.61931712962541496</c:v>
                </c:pt>
                <c:pt idx="53510">
                  <c:v>0.61932870370219462</c:v>
                </c:pt>
                <c:pt idx="53511">
                  <c:v>0.61934027777897427</c:v>
                </c:pt>
                <c:pt idx="53512">
                  <c:v>0.61935185184847796</c:v>
                </c:pt>
                <c:pt idx="53513">
                  <c:v>0.61936342592525762</c:v>
                </c:pt>
                <c:pt idx="53514">
                  <c:v>0.61937499999476131</c:v>
                </c:pt>
                <c:pt idx="53515">
                  <c:v>0.61938657407154096</c:v>
                </c:pt>
                <c:pt idx="53516">
                  <c:v>0.61939814814832062</c:v>
                </c:pt>
                <c:pt idx="53517">
                  <c:v>0.61940972221782431</c:v>
                </c:pt>
                <c:pt idx="53518">
                  <c:v>0.61942129629460396</c:v>
                </c:pt>
                <c:pt idx="53519">
                  <c:v>0.61943287037138361</c:v>
                </c:pt>
                <c:pt idx="53520">
                  <c:v>0.61944444444088731</c:v>
                </c:pt>
                <c:pt idx="53521">
                  <c:v>0.61945601851766696</c:v>
                </c:pt>
                <c:pt idx="53522">
                  <c:v>0.61946759258717066</c:v>
                </c:pt>
                <c:pt idx="53523">
                  <c:v>0.61947916666395031</c:v>
                </c:pt>
                <c:pt idx="53524">
                  <c:v>0.61949074074072996</c:v>
                </c:pt>
                <c:pt idx="53525">
                  <c:v>0.61950231481023366</c:v>
                </c:pt>
                <c:pt idx="53526">
                  <c:v>0.61951388888701331</c:v>
                </c:pt>
                <c:pt idx="53527">
                  <c:v>0.61952546296379296</c:v>
                </c:pt>
                <c:pt idx="53528">
                  <c:v>0.61953703703329666</c:v>
                </c:pt>
                <c:pt idx="53529">
                  <c:v>0.61954861111007631</c:v>
                </c:pt>
                <c:pt idx="53530">
                  <c:v>0.61956018517958</c:v>
                </c:pt>
                <c:pt idx="53531">
                  <c:v>0.61957175925635966</c:v>
                </c:pt>
                <c:pt idx="53532">
                  <c:v>0.61958333333313931</c:v>
                </c:pt>
                <c:pt idx="53533">
                  <c:v>0.619594907402643</c:v>
                </c:pt>
                <c:pt idx="53534">
                  <c:v>0.61960648147942265</c:v>
                </c:pt>
                <c:pt idx="53535">
                  <c:v>0.61961805555620231</c:v>
                </c:pt>
                <c:pt idx="53536">
                  <c:v>0.619629629625706</c:v>
                </c:pt>
                <c:pt idx="53537">
                  <c:v>0.61964120370248565</c:v>
                </c:pt>
                <c:pt idx="53538">
                  <c:v>0.61965277777198935</c:v>
                </c:pt>
                <c:pt idx="53539">
                  <c:v>0.619664351848769</c:v>
                </c:pt>
                <c:pt idx="53540">
                  <c:v>0.61967592592554865</c:v>
                </c:pt>
                <c:pt idx="53541">
                  <c:v>0.61968749999505235</c:v>
                </c:pt>
                <c:pt idx="53542">
                  <c:v>0.619699074071832</c:v>
                </c:pt>
                <c:pt idx="53543">
                  <c:v>0.61971064814861165</c:v>
                </c:pt>
                <c:pt idx="53544">
                  <c:v>0.61972222221811535</c:v>
                </c:pt>
                <c:pt idx="53545">
                  <c:v>0.619733796294895</c:v>
                </c:pt>
                <c:pt idx="53546">
                  <c:v>0.61974537037167465</c:v>
                </c:pt>
                <c:pt idx="53547">
                  <c:v>0.61975694444117835</c:v>
                </c:pt>
                <c:pt idx="53548">
                  <c:v>0.619768518517958</c:v>
                </c:pt>
                <c:pt idx="53549">
                  <c:v>0.6197800925874617</c:v>
                </c:pt>
                <c:pt idx="53550">
                  <c:v>0.61979166666424135</c:v>
                </c:pt>
                <c:pt idx="53551">
                  <c:v>0.619803240741021</c:v>
                </c:pt>
                <c:pt idx="53552">
                  <c:v>0.61981481481052469</c:v>
                </c:pt>
                <c:pt idx="53553">
                  <c:v>0.61982638888730435</c:v>
                </c:pt>
                <c:pt idx="53554">
                  <c:v>0.619837962964084</c:v>
                </c:pt>
                <c:pt idx="53555">
                  <c:v>0.61984953703358769</c:v>
                </c:pt>
                <c:pt idx="53556">
                  <c:v>0.61986111111036735</c:v>
                </c:pt>
                <c:pt idx="53557">
                  <c:v>0.61987268517987104</c:v>
                </c:pt>
                <c:pt idx="53558">
                  <c:v>0.61988425925665069</c:v>
                </c:pt>
                <c:pt idx="53559">
                  <c:v>0.61989583333343035</c:v>
                </c:pt>
                <c:pt idx="53560">
                  <c:v>0.61990740740293404</c:v>
                </c:pt>
                <c:pt idx="53561">
                  <c:v>0.61991898147971369</c:v>
                </c:pt>
                <c:pt idx="53562">
                  <c:v>0.61993055555649335</c:v>
                </c:pt>
                <c:pt idx="53563">
                  <c:v>0.61994212962599704</c:v>
                </c:pt>
                <c:pt idx="53564">
                  <c:v>0.61995370370277669</c:v>
                </c:pt>
                <c:pt idx="53565">
                  <c:v>0.61996527777228039</c:v>
                </c:pt>
                <c:pt idx="53566">
                  <c:v>0.61997685184906004</c:v>
                </c:pt>
                <c:pt idx="53567">
                  <c:v>0.61998842592583969</c:v>
                </c:pt>
                <c:pt idx="53568">
                  <c:v>0.61999999999534339</c:v>
                </c:pt>
                <c:pt idx="53569">
                  <c:v>0.62001157407212304</c:v>
                </c:pt>
                <c:pt idx="53570">
                  <c:v>0.62002314814890269</c:v>
                </c:pt>
                <c:pt idx="53571">
                  <c:v>0.62003472221840639</c:v>
                </c:pt>
                <c:pt idx="53572">
                  <c:v>0.62004629629518604</c:v>
                </c:pt>
                <c:pt idx="53573">
                  <c:v>0.62005787036468973</c:v>
                </c:pt>
                <c:pt idx="53574">
                  <c:v>0.62006944444146939</c:v>
                </c:pt>
                <c:pt idx="53575">
                  <c:v>0.62008101851824904</c:v>
                </c:pt>
                <c:pt idx="53576">
                  <c:v>0.62009259258775273</c:v>
                </c:pt>
                <c:pt idx="53577">
                  <c:v>0.62010416666453239</c:v>
                </c:pt>
                <c:pt idx="53578">
                  <c:v>0.62011574074131204</c:v>
                </c:pt>
                <c:pt idx="53579">
                  <c:v>0.62012731481081573</c:v>
                </c:pt>
                <c:pt idx="53580">
                  <c:v>0.62013888888759539</c:v>
                </c:pt>
                <c:pt idx="53581">
                  <c:v>0.62015046295709908</c:v>
                </c:pt>
                <c:pt idx="53582">
                  <c:v>0.62016203703387873</c:v>
                </c:pt>
                <c:pt idx="53583">
                  <c:v>0.62017361111065838</c:v>
                </c:pt>
                <c:pt idx="53584">
                  <c:v>0.62018518518016208</c:v>
                </c:pt>
                <c:pt idx="53585">
                  <c:v>0.62019675925694173</c:v>
                </c:pt>
                <c:pt idx="53586">
                  <c:v>0.62020833333372138</c:v>
                </c:pt>
                <c:pt idx="53587">
                  <c:v>0.62021990740322508</c:v>
                </c:pt>
                <c:pt idx="53588">
                  <c:v>0.62023148148000473</c:v>
                </c:pt>
                <c:pt idx="53589">
                  <c:v>0.62024305555678438</c:v>
                </c:pt>
                <c:pt idx="53590">
                  <c:v>0.62025462962628808</c:v>
                </c:pt>
                <c:pt idx="53591">
                  <c:v>0.62026620370306773</c:v>
                </c:pt>
                <c:pt idx="53592">
                  <c:v>0.62027777777257143</c:v>
                </c:pt>
                <c:pt idx="53593">
                  <c:v>0.62028935184935108</c:v>
                </c:pt>
                <c:pt idx="53594">
                  <c:v>0.62030092592613073</c:v>
                </c:pt>
                <c:pt idx="53595">
                  <c:v>0.62031249999563443</c:v>
                </c:pt>
                <c:pt idx="53596">
                  <c:v>0.62032407407241408</c:v>
                </c:pt>
                <c:pt idx="53597">
                  <c:v>0.62033564814919373</c:v>
                </c:pt>
                <c:pt idx="53598">
                  <c:v>0.62034722221869742</c:v>
                </c:pt>
                <c:pt idx="53599">
                  <c:v>0.62035879629547708</c:v>
                </c:pt>
                <c:pt idx="53600">
                  <c:v>0.62037037036498077</c:v>
                </c:pt>
                <c:pt idx="53601">
                  <c:v>0.62038194444176042</c:v>
                </c:pt>
                <c:pt idx="53602">
                  <c:v>0.62039351851854008</c:v>
                </c:pt>
                <c:pt idx="53603">
                  <c:v>0.62040509258804377</c:v>
                </c:pt>
                <c:pt idx="53604">
                  <c:v>0.62041666666482342</c:v>
                </c:pt>
                <c:pt idx="53605">
                  <c:v>0.62042824074160308</c:v>
                </c:pt>
                <c:pt idx="53606">
                  <c:v>0.62043981481110677</c:v>
                </c:pt>
                <c:pt idx="53607">
                  <c:v>0.62045138888788642</c:v>
                </c:pt>
                <c:pt idx="53608">
                  <c:v>0.62046296295739012</c:v>
                </c:pt>
                <c:pt idx="53609">
                  <c:v>0.62047453703416977</c:v>
                </c:pt>
                <c:pt idx="53610">
                  <c:v>0.62048611111094942</c:v>
                </c:pt>
                <c:pt idx="53611">
                  <c:v>0.62049768518045312</c:v>
                </c:pt>
                <c:pt idx="53612">
                  <c:v>0.62050925925723277</c:v>
                </c:pt>
                <c:pt idx="53613">
                  <c:v>0.62052083333401242</c:v>
                </c:pt>
                <c:pt idx="53614">
                  <c:v>0.62053240740351612</c:v>
                </c:pt>
                <c:pt idx="53615">
                  <c:v>0.62054398148029577</c:v>
                </c:pt>
                <c:pt idx="53616">
                  <c:v>0.62055555554979946</c:v>
                </c:pt>
                <c:pt idx="53617">
                  <c:v>0.62056712962657912</c:v>
                </c:pt>
                <c:pt idx="53618">
                  <c:v>0.62057870370335877</c:v>
                </c:pt>
                <c:pt idx="53619">
                  <c:v>0.62059027777286246</c:v>
                </c:pt>
                <c:pt idx="53620">
                  <c:v>0.62060185184964212</c:v>
                </c:pt>
                <c:pt idx="53621">
                  <c:v>0.62061342592642177</c:v>
                </c:pt>
                <c:pt idx="53622">
                  <c:v>0.62062499999592546</c:v>
                </c:pt>
                <c:pt idx="53623">
                  <c:v>0.62063657407270512</c:v>
                </c:pt>
                <c:pt idx="53624">
                  <c:v>0.62064814814948477</c:v>
                </c:pt>
                <c:pt idx="53625">
                  <c:v>0.62065972221898846</c:v>
                </c:pt>
                <c:pt idx="53626">
                  <c:v>0.62067129629576812</c:v>
                </c:pt>
                <c:pt idx="53627">
                  <c:v>0.62068287036527181</c:v>
                </c:pt>
                <c:pt idx="53628">
                  <c:v>0.62069444444205146</c:v>
                </c:pt>
                <c:pt idx="53629">
                  <c:v>0.62070601851883112</c:v>
                </c:pt>
                <c:pt idx="53630">
                  <c:v>0.62071759258833481</c:v>
                </c:pt>
                <c:pt idx="53631">
                  <c:v>0.62072916666511446</c:v>
                </c:pt>
                <c:pt idx="53632">
                  <c:v>0.62074074074189411</c:v>
                </c:pt>
                <c:pt idx="53633">
                  <c:v>0.62075231481139781</c:v>
                </c:pt>
                <c:pt idx="53634">
                  <c:v>0.62076388888817746</c:v>
                </c:pt>
                <c:pt idx="53635">
                  <c:v>0.62077546295768116</c:v>
                </c:pt>
                <c:pt idx="53636">
                  <c:v>0.62078703703446081</c:v>
                </c:pt>
                <c:pt idx="53637">
                  <c:v>0.62079861111124046</c:v>
                </c:pt>
                <c:pt idx="53638">
                  <c:v>0.62081018518074416</c:v>
                </c:pt>
                <c:pt idx="53639">
                  <c:v>0.62082175925752381</c:v>
                </c:pt>
                <c:pt idx="53640">
                  <c:v>0.62083333333430346</c:v>
                </c:pt>
                <c:pt idx="53641">
                  <c:v>0.62084490740380716</c:v>
                </c:pt>
                <c:pt idx="53642">
                  <c:v>0.62085648148058681</c:v>
                </c:pt>
                <c:pt idx="53643">
                  <c:v>0.6208680555500905</c:v>
                </c:pt>
                <c:pt idx="53644">
                  <c:v>0.62087962962687016</c:v>
                </c:pt>
                <c:pt idx="53645">
                  <c:v>0.62089120370364981</c:v>
                </c:pt>
                <c:pt idx="53646">
                  <c:v>0.6209027777731535</c:v>
                </c:pt>
                <c:pt idx="53647">
                  <c:v>0.62091435184993315</c:v>
                </c:pt>
                <c:pt idx="53648">
                  <c:v>0.62092592592671281</c:v>
                </c:pt>
                <c:pt idx="53649">
                  <c:v>0.6209374999962165</c:v>
                </c:pt>
                <c:pt idx="53650">
                  <c:v>0.62094907407299615</c:v>
                </c:pt>
                <c:pt idx="53651">
                  <c:v>0.62096064814249985</c:v>
                </c:pt>
                <c:pt idx="53652">
                  <c:v>0.6209722222192795</c:v>
                </c:pt>
                <c:pt idx="53653">
                  <c:v>0.62098379629605915</c:v>
                </c:pt>
                <c:pt idx="53654">
                  <c:v>0.62099537036556285</c:v>
                </c:pt>
                <c:pt idx="53655">
                  <c:v>0.6210069444423425</c:v>
                </c:pt>
                <c:pt idx="53656">
                  <c:v>0.62101851851912215</c:v>
                </c:pt>
                <c:pt idx="53657">
                  <c:v>0.62103009258862585</c:v>
                </c:pt>
                <c:pt idx="53658">
                  <c:v>0.6210416666654055</c:v>
                </c:pt>
                <c:pt idx="53659">
                  <c:v>0.6210532407349092</c:v>
                </c:pt>
                <c:pt idx="53660">
                  <c:v>0.62106481481168885</c:v>
                </c:pt>
                <c:pt idx="53661">
                  <c:v>0.6210763888884685</c:v>
                </c:pt>
                <c:pt idx="53662">
                  <c:v>0.62108796295797219</c:v>
                </c:pt>
                <c:pt idx="53663">
                  <c:v>0.62109953703475185</c:v>
                </c:pt>
                <c:pt idx="53664">
                  <c:v>0.6211111111115315</c:v>
                </c:pt>
                <c:pt idx="53665">
                  <c:v>0.62112268518103519</c:v>
                </c:pt>
                <c:pt idx="53666">
                  <c:v>0.62113425925781485</c:v>
                </c:pt>
                <c:pt idx="53667">
                  <c:v>0.6211458333345945</c:v>
                </c:pt>
                <c:pt idx="53668">
                  <c:v>0.62115740740409819</c:v>
                </c:pt>
                <c:pt idx="53669">
                  <c:v>0.62116898148087785</c:v>
                </c:pt>
                <c:pt idx="53670">
                  <c:v>0.62118055555038154</c:v>
                </c:pt>
                <c:pt idx="53671">
                  <c:v>0.62119212962716119</c:v>
                </c:pt>
                <c:pt idx="53672">
                  <c:v>0.62120370370394085</c:v>
                </c:pt>
                <c:pt idx="53673">
                  <c:v>0.62121527777344454</c:v>
                </c:pt>
                <c:pt idx="53674">
                  <c:v>0.62122685185022419</c:v>
                </c:pt>
                <c:pt idx="53675">
                  <c:v>0.62123842592700385</c:v>
                </c:pt>
                <c:pt idx="53676">
                  <c:v>0.62124999999650754</c:v>
                </c:pt>
                <c:pt idx="53677">
                  <c:v>0.62126157407328719</c:v>
                </c:pt>
                <c:pt idx="53678">
                  <c:v>0.62127314814279089</c:v>
                </c:pt>
                <c:pt idx="53679">
                  <c:v>0.62128472221957054</c:v>
                </c:pt>
                <c:pt idx="53680">
                  <c:v>0.62129629629635019</c:v>
                </c:pt>
                <c:pt idx="53681">
                  <c:v>0.62130787036585389</c:v>
                </c:pt>
                <c:pt idx="53682">
                  <c:v>0.62131944444263354</c:v>
                </c:pt>
                <c:pt idx="53683">
                  <c:v>0.62133101851941319</c:v>
                </c:pt>
                <c:pt idx="53684">
                  <c:v>0.62134259258891689</c:v>
                </c:pt>
                <c:pt idx="53685">
                  <c:v>0.62135416666569654</c:v>
                </c:pt>
                <c:pt idx="53686">
                  <c:v>0.62136574073520023</c:v>
                </c:pt>
                <c:pt idx="53687">
                  <c:v>0.62137731481197989</c:v>
                </c:pt>
                <c:pt idx="53688">
                  <c:v>0.62138888888875954</c:v>
                </c:pt>
                <c:pt idx="53689">
                  <c:v>0.62140046295826323</c:v>
                </c:pt>
                <c:pt idx="53690">
                  <c:v>0.62141203703504289</c:v>
                </c:pt>
                <c:pt idx="53691">
                  <c:v>0.62142361111182254</c:v>
                </c:pt>
                <c:pt idx="53692">
                  <c:v>0.62143518518132623</c:v>
                </c:pt>
                <c:pt idx="53693">
                  <c:v>0.62144675925810589</c:v>
                </c:pt>
                <c:pt idx="53694">
                  <c:v>0.62145833332760958</c:v>
                </c:pt>
                <c:pt idx="53695">
                  <c:v>0.62146990740438923</c:v>
                </c:pt>
                <c:pt idx="53696">
                  <c:v>0.62148148148116888</c:v>
                </c:pt>
                <c:pt idx="53697">
                  <c:v>0.62149305555067258</c:v>
                </c:pt>
                <c:pt idx="53698">
                  <c:v>0.62150462962745223</c:v>
                </c:pt>
                <c:pt idx="53699">
                  <c:v>0.62151620370423188</c:v>
                </c:pt>
                <c:pt idx="53700">
                  <c:v>0.62152777777373558</c:v>
                </c:pt>
                <c:pt idx="53701">
                  <c:v>0.62153935185051523</c:v>
                </c:pt>
                <c:pt idx="53702">
                  <c:v>0.62155092592001893</c:v>
                </c:pt>
                <c:pt idx="53703">
                  <c:v>0.62156249999679858</c:v>
                </c:pt>
                <c:pt idx="53704">
                  <c:v>0.62157407407357823</c:v>
                </c:pt>
                <c:pt idx="53705">
                  <c:v>0.62158564814308193</c:v>
                </c:pt>
                <c:pt idx="53706">
                  <c:v>0.62159722221986158</c:v>
                </c:pt>
                <c:pt idx="53707">
                  <c:v>0.62160879629664123</c:v>
                </c:pt>
                <c:pt idx="53708">
                  <c:v>0.62162037036614493</c:v>
                </c:pt>
                <c:pt idx="53709">
                  <c:v>0.62163194444292458</c:v>
                </c:pt>
                <c:pt idx="53710">
                  <c:v>0.62164351851970423</c:v>
                </c:pt>
                <c:pt idx="53711">
                  <c:v>0.62165509258920792</c:v>
                </c:pt>
                <c:pt idx="53712">
                  <c:v>0.62166666666598758</c:v>
                </c:pt>
                <c:pt idx="53713">
                  <c:v>0.62167824073549127</c:v>
                </c:pt>
                <c:pt idx="53714">
                  <c:v>0.62168981481227092</c:v>
                </c:pt>
                <c:pt idx="53715">
                  <c:v>0.62170138888905058</c:v>
                </c:pt>
                <c:pt idx="53716">
                  <c:v>0.62171296295855427</c:v>
                </c:pt>
                <c:pt idx="53717">
                  <c:v>0.62172453703533392</c:v>
                </c:pt>
                <c:pt idx="53718">
                  <c:v>0.62173611111211358</c:v>
                </c:pt>
                <c:pt idx="53719">
                  <c:v>0.62174768518161727</c:v>
                </c:pt>
                <c:pt idx="53720">
                  <c:v>0.62175925925839692</c:v>
                </c:pt>
                <c:pt idx="53721">
                  <c:v>0.62177083332790062</c:v>
                </c:pt>
                <c:pt idx="53722">
                  <c:v>0.62178240740468027</c:v>
                </c:pt>
                <c:pt idx="53723">
                  <c:v>0.62179398148145992</c:v>
                </c:pt>
                <c:pt idx="53724">
                  <c:v>0.62180555555096362</c:v>
                </c:pt>
                <c:pt idx="53725">
                  <c:v>0.62181712962774327</c:v>
                </c:pt>
                <c:pt idx="53726">
                  <c:v>0.62182870370452292</c:v>
                </c:pt>
                <c:pt idx="53727">
                  <c:v>0.62184027777402662</c:v>
                </c:pt>
                <c:pt idx="53728">
                  <c:v>0.62185185185080627</c:v>
                </c:pt>
                <c:pt idx="53729">
                  <c:v>0.62186342592030996</c:v>
                </c:pt>
                <c:pt idx="53730">
                  <c:v>0.62187499999708962</c:v>
                </c:pt>
                <c:pt idx="53731">
                  <c:v>0.62188657407386927</c:v>
                </c:pt>
                <c:pt idx="53732">
                  <c:v>0.62189814814337296</c:v>
                </c:pt>
                <c:pt idx="53733">
                  <c:v>0.62190972222015262</c:v>
                </c:pt>
                <c:pt idx="53734">
                  <c:v>0.62192129629693227</c:v>
                </c:pt>
                <c:pt idx="53735">
                  <c:v>0.62193287036643596</c:v>
                </c:pt>
                <c:pt idx="53736">
                  <c:v>0.62194444444321562</c:v>
                </c:pt>
                <c:pt idx="53737">
                  <c:v>0.62195601851271931</c:v>
                </c:pt>
                <c:pt idx="53738">
                  <c:v>0.62196759258949896</c:v>
                </c:pt>
                <c:pt idx="53739">
                  <c:v>0.62197916666627862</c:v>
                </c:pt>
                <c:pt idx="53740">
                  <c:v>0.62199074073578231</c:v>
                </c:pt>
                <c:pt idx="53741">
                  <c:v>0.62200231481256196</c:v>
                </c:pt>
                <c:pt idx="53742">
                  <c:v>0.62201388888934162</c:v>
                </c:pt>
                <c:pt idx="53743">
                  <c:v>0.62202546295884531</c:v>
                </c:pt>
                <c:pt idx="53744">
                  <c:v>0.62203703703562496</c:v>
                </c:pt>
                <c:pt idx="53745">
                  <c:v>0.62204861111240461</c:v>
                </c:pt>
                <c:pt idx="53746">
                  <c:v>0.62206018518190831</c:v>
                </c:pt>
                <c:pt idx="53747">
                  <c:v>0.62207175925868796</c:v>
                </c:pt>
                <c:pt idx="53748">
                  <c:v>0.62208333332819166</c:v>
                </c:pt>
                <c:pt idx="53749">
                  <c:v>0.62209490740497131</c:v>
                </c:pt>
                <c:pt idx="53750">
                  <c:v>0.62210648148175096</c:v>
                </c:pt>
                <c:pt idx="53751">
                  <c:v>0.62211805555125466</c:v>
                </c:pt>
                <c:pt idx="53752">
                  <c:v>0.62212962962803431</c:v>
                </c:pt>
                <c:pt idx="53753">
                  <c:v>0.62214120370481396</c:v>
                </c:pt>
                <c:pt idx="53754">
                  <c:v>0.62215277777431766</c:v>
                </c:pt>
                <c:pt idx="53755">
                  <c:v>0.62216435185109731</c:v>
                </c:pt>
                <c:pt idx="53756">
                  <c:v>0.622175925920601</c:v>
                </c:pt>
                <c:pt idx="53757">
                  <c:v>0.62218749999738066</c:v>
                </c:pt>
                <c:pt idx="53758">
                  <c:v>0.62219907407416031</c:v>
                </c:pt>
                <c:pt idx="53759">
                  <c:v>0.622210648143664</c:v>
                </c:pt>
                <c:pt idx="53760">
                  <c:v>0.62222222222044365</c:v>
                </c:pt>
                <c:pt idx="53761">
                  <c:v>0.62223379629722331</c:v>
                </c:pt>
                <c:pt idx="53762">
                  <c:v>0.622245370366727</c:v>
                </c:pt>
                <c:pt idx="53763">
                  <c:v>0.62225694444350665</c:v>
                </c:pt>
                <c:pt idx="53764">
                  <c:v>0.62226851851301035</c:v>
                </c:pt>
                <c:pt idx="53765">
                  <c:v>0.62228009258979</c:v>
                </c:pt>
                <c:pt idx="53766">
                  <c:v>0.62229166666656965</c:v>
                </c:pt>
                <c:pt idx="53767">
                  <c:v>0.62230324073607335</c:v>
                </c:pt>
                <c:pt idx="53768">
                  <c:v>0.622314814812853</c:v>
                </c:pt>
                <c:pt idx="53769">
                  <c:v>0.62232638888963265</c:v>
                </c:pt>
                <c:pt idx="53770">
                  <c:v>0.62233796295913635</c:v>
                </c:pt>
                <c:pt idx="53771">
                  <c:v>0.622349537035916</c:v>
                </c:pt>
                <c:pt idx="53772">
                  <c:v>0.6223611111054197</c:v>
                </c:pt>
                <c:pt idx="53773">
                  <c:v>0.62237268518219935</c:v>
                </c:pt>
                <c:pt idx="53774">
                  <c:v>0.622384259258979</c:v>
                </c:pt>
                <c:pt idx="53775">
                  <c:v>0.62239583332848269</c:v>
                </c:pt>
                <c:pt idx="53776">
                  <c:v>0.62240740740526235</c:v>
                </c:pt>
                <c:pt idx="53777">
                  <c:v>0.622418981482042</c:v>
                </c:pt>
                <c:pt idx="53778">
                  <c:v>0.62243055555154569</c:v>
                </c:pt>
                <c:pt idx="53779">
                  <c:v>0.62244212962832535</c:v>
                </c:pt>
                <c:pt idx="53780">
                  <c:v>0.62245370369782904</c:v>
                </c:pt>
                <c:pt idx="53781">
                  <c:v>0.62246527777460869</c:v>
                </c:pt>
                <c:pt idx="53782">
                  <c:v>0.62247685185138835</c:v>
                </c:pt>
                <c:pt idx="53783">
                  <c:v>0.62248842592089204</c:v>
                </c:pt>
                <c:pt idx="53784">
                  <c:v>0.62249999999767169</c:v>
                </c:pt>
                <c:pt idx="53785">
                  <c:v>0.62251157407445135</c:v>
                </c:pt>
                <c:pt idx="53786">
                  <c:v>0.62252314814395504</c:v>
                </c:pt>
                <c:pt idx="53787">
                  <c:v>0.62253472222073469</c:v>
                </c:pt>
                <c:pt idx="53788">
                  <c:v>0.62254629629751435</c:v>
                </c:pt>
                <c:pt idx="53789">
                  <c:v>0.62255787036701804</c:v>
                </c:pt>
                <c:pt idx="53790">
                  <c:v>0.62256944444379769</c:v>
                </c:pt>
                <c:pt idx="53791">
                  <c:v>0.62258101851330139</c:v>
                </c:pt>
                <c:pt idx="53792">
                  <c:v>0.62259259259008104</c:v>
                </c:pt>
                <c:pt idx="53793">
                  <c:v>0.62260416666686069</c:v>
                </c:pt>
                <c:pt idx="53794">
                  <c:v>0.62261574073636439</c:v>
                </c:pt>
                <c:pt idx="53795">
                  <c:v>0.62262731481314404</c:v>
                </c:pt>
                <c:pt idx="53796">
                  <c:v>0.62263888888992369</c:v>
                </c:pt>
                <c:pt idx="53797">
                  <c:v>0.62265046295942739</c:v>
                </c:pt>
                <c:pt idx="53798">
                  <c:v>0.62266203703620704</c:v>
                </c:pt>
                <c:pt idx="53799">
                  <c:v>0.62267361110571073</c:v>
                </c:pt>
                <c:pt idx="53800">
                  <c:v>0.62268518518249039</c:v>
                </c:pt>
                <c:pt idx="53801">
                  <c:v>0.62269675925927004</c:v>
                </c:pt>
                <c:pt idx="53802">
                  <c:v>0.62270833332877373</c:v>
                </c:pt>
                <c:pt idx="53803">
                  <c:v>0.62271990740555339</c:v>
                </c:pt>
                <c:pt idx="53804">
                  <c:v>0.62273148148233304</c:v>
                </c:pt>
                <c:pt idx="53805">
                  <c:v>0.62274305555183673</c:v>
                </c:pt>
                <c:pt idx="53806">
                  <c:v>0.62275462962861639</c:v>
                </c:pt>
                <c:pt idx="53807">
                  <c:v>0.62276620369812008</c:v>
                </c:pt>
                <c:pt idx="53808">
                  <c:v>0.62277777777489973</c:v>
                </c:pt>
                <c:pt idx="53809">
                  <c:v>0.62278935185167938</c:v>
                </c:pt>
                <c:pt idx="53810">
                  <c:v>0.62280092592118308</c:v>
                </c:pt>
                <c:pt idx="53811">
                  <c:v>0.62281249999796273</c:v>
                </c:pt>
                <c:pt idx="53812">
                  <c:v>0.62282407407474238</c:v>
                </c:pt>
                <c:pt idx="53813">
                  <c:v>0.62283564814424608</c:v>
                </c:pt>
                <c:pt idx="53814">
                  <c:v>0.62284722222102573</c:v>
                </c:pt>
                <c:pt idx="53815">
                  <c:v>0.62285879629052943</c:v>
                </c:pt>
                <c:pt idx="53816">
                  <c:v>0.62287037036730908</c:v>
                </c:pt>
                <c:pt idx="53817">
                  <c:v>0.62288194444408873</c:v>
                </c:pt>
                <c:pt idx="53818">
                  <c:v>0.62289351851359243</c:v>
                </c:pt>
                <c:pt idx="53819">
                  <c:v>0.62290509259037208</c:v>
                </c:pt>
                <c:pt idx="53820">
                  <c:v>0.62291666666715173</c:v>
                </c:pt>
                <c:pt idx="53821">
                  <c:v>0.62292824073665543</c:v>
                </c:pt>
                <c:pt idx="53822">
                  <c:v>0.62293981481343508</c:v>
                </c:pt>
                <c:pt idx="53823">
                  <c:v>0.62295138889021473</c:v>
                </c:pt>
                <c:pt idx="53824">
                  <c:v>0.62296296295971842</c:v>
                </c:pt>
                <c:pt idx="53825">
                  <c:v>0.62297453703649808</c:v>
                </c:pt>
                <c:pt idx="53826">
                  <c:v>0.62298611110600177</c:v>
                </c:pt>
                <c:pt idx="53827">
                  <c:v>0.62299768518278142</c:v>
                </c:pt>
                <c:pt idx="53828">
                  <c:v>0.62300925925956108</c:v>
                </c:pt>
                <c:pt idx="53829">
                  <c:v>0.62302083332906477</c:v>
                </c:pt>
                <c:pt idx="53830">
                  <c:v>0.62303240740584442</c:v>
                </c:pt>
                <c:pt idx="53831">
                  <c:v>0.62304398148262408</c:v>
                </c:pt>
                <c:pt idx="53832">
                  <c:v>0.62305555555212777</c:v>
                </c:pt>
                <c:pt idx="53833">
                  <c:v>0.62306712962890742</c:v>
                </c:pt>
                <c:pt idx="53834">
                  <c:v>0.62307870369841112</c:v>
                </c:pt>
                <c:pt idx="53835">
                  <c:v>0.62309027777519077</c:v>
                </c:pt>
                <c:pt idx="53836">
                  <c:v>0.62310185185197042</c:v>
                </c:pt>
                <c:pt idx="53837">
                  <c:v>0.62311342592147412</c:v>
                </c:pt>
                <c:pt idx="53838">
                  <c:v>0.62312499999825377</c:v>
                </c:pt>
                <c:pt idx="53839">
                  <c:v>0.62313657407503342</c:v>
                </c:pt>
                <c:pt idx="53840">
                  <c:v>0.62314814814453712</c:v>
                </c:pt>
                <c:pt idx="53841">
                  <c:v>0.62315972222131677</c:v>
                </c:pt>
                <c:pt idx="53842">
                  <c:v>0.62317129629082046</c:v>
                </c:pt>
                <c:pt idx="53843">
                  <c:v>0.62318287036760012</c:v>
                </c:pt>
                <c:pt idx="53844">
                  <c:v>0.62319444444437977</c:v>
                </c:pt>
                <c:pt idx="53845">
                  <c:v>0.62320601851388346</c:v>
                </c:pt>
                <c:pt idx="53846">
                  <c:v>0.62321759259066312</c:v>
                </c:pt>
                <c:pt idx="53847">
                  <c:v>0.62322916666744277</c:v>
                </c:pt>
                <c:pt idx="53848">
                  <c:v>0.62324074073694646</c:v>
                </c:pt>
                <c:pt idx="53849">
                  <c:v>0.62325231481372612</c:v>
                </c:pt>
                <c:pt idx="53850">
                  <c:v>0.62326388888322981</c:v>
                </c:pt>
                <c:pt idx="53851">
                  <c:v>0.62327546296000946</c:v>
                </c:pt>
                <c:pt idx="53852">
                  <c:v>0.62328703703678912</c:v>
                </c:pt>
                <c:pt idx="53853">
                  <c:v>0.62329861110629281</c:v>
                </c:pt>
                <c:pt idx="53854">
                  <c:v>0.62331018518307246</c:v>
                </c:pt>
                <c:pt idx="53855">
                  <c:v>0.62332175925985212</c:v>
                </c:pt>
                <c:pt idx="53856">
                  <c:v>0.62333333332935581</c:v>
                </c:pt>
                <c:pt idx="53857">
                  <c:v>0.62334490740613546</c:v>
                </c:pt>
                <c:pt idx="53858">
                  <c:v>0.62335648147563916</c:v>
                </c:pt>
                <c:pt idx="53859">
                  <c:v>0.62336805555241881</c:v>
                </c:pt>
                <c:pt idx="53860">
                  <c:v>0.62337962962919846</c:v>
                </c:pt>
                <c:pt idx="53861">
                  <c:v>0.62339120369870216</c:v>
                </c:pt>
                <c:pt idx="53862">
                  <c:v>0.62340277777548181</c:v>
                </c:pt>
                <c:pt idx="53863">
                  <c:v>0.62341435185226146</c:v>
                </c:pt>
                <c:pt idx="53864">
                  <c:v>0.62342592592176516</c:v>
                </c:pt>
                <c:pt idx="53865">
                  <c:v>0.62343749999854481</c:v>
                </c:pt>
                <c:pt idx="53866">
                  <c:v>0.62344907407532446</c:v>
                </c:pt>
                <c:pt idx="53867">
                  <c:v>0.62346064814482816</c:v>
                </c:pt>
                <c:pt idx="53868">
                  <c:v>0.62347222222160781</c:v>
                </c:pt>
                <c:pt idx="53869">
                  <c:v>0.6234837962911115</c:v>
                </c:pt>
                <c:pt idx="53870">
                  <c:v>0.62349537036789116</c:v>
                </c:pt>
                <c:pt idx="53871">
                  <c:v>0.62350694444467081</c:v>
                </c:pt>
                <c:pt idx="53872">
                  <c:v>0.6235185185141745</c:v>
                </c:pt>
                <c:pt idx="53873">
                  <c:v>0.62353009259095415</c:v>
                </c:pt>
                <c:pt idx="53874">
                  <c:v>0.62354166666773381</c:v>
                </c:pt>
                <c:pt idx="53875">
                  <c:v>0.6235532407372375</c:v>
                </c:pt>
                <c:pt idx="53876">
                  <c:v>0.62356481481401715</c:v>
                </c:pt>
                <c:pt idx="53877">
                  <c:v>0.62357638888352085</c:v>
                </c:pt>
                <c:pt idx="53878">
                  <c:v>0.6235879629603005</c:v>
                </c:pt>
                <c:pt idx="53879">
                  <c:v>0.62359953703708015</c:v>
                </c:pt>
                <c:pt idx="53880">
                  <c:v>0.62361111110658385</c:v>
                </c:pt>
                <c:pt idx="53881">
                  <c:v>0.6236226851833635</c:v>
                </c:pt>
                <c:pt idx="53882">
                  <c:v>0.62363425926014315</c:v>
                </c:pt>
                <c:pt idx="53883">
                  <c:v>0.62364583332964685</c:v>
                </c:pt>
                <c:pt idx="53884">
                  <c:v>0.6236574074064265</c:v>
                </c:pt>
                <c:pt idx="53885">
                  <c:v>0.6236689814759302</c:v>
                </c:pt>
                <c:pt idx="53886">
                  <c:v>0.62368055555270985</c:v>
                </c:pt>
                <c:pt idx="53887">
                  <c:v>0.6236921296294895</c:v>
                </c:pt>
                <c:pt idx="53888">
                  <c:v>0.62370370369899319</c:v>
                </c:pt>
                <c:pt idx="53889">
                  <c:v>0.62371527777577285</c:v>
                </c:pt>
                <c:pt idx="53890">
                  <c:v>0.6237268518525525</c:v>
                </c:pt>
                <c:pt idx="53891">
                  <c:v>0.62373842592205619</c:v>
                </c:pt>
                <c:pt idx="53892">
                  <c:v>0.62374999999883585</c:v>
                </c:pt>
                <c:pt idx="53893">
                  <c:v>0.62376157406833954</c:v>
                </c:pt>
                <c:pt idx="53894">
                  <c:v>0.62377314814511919</c:v>
                </c:pt>
                <c:pt idx="53895">
                  <c:v>0.62378472222189885</c:v>
                </c:pt>
                <c:pt idx="53896">
                  <c:v>0.62379629629140254</c:v>
                </c:pt>
                <c:pt idx="53897">
                  <c:v>0.62380787036818219</c:v>
                </c:pt>
                <c:pt idx="53898">
                  <c:v>0.62381944444496185</c:v>
                </c:pt>
                <c:pt idx="53899">
                  <c:v>0.62383101851446554</c:v>
                </c:pt>
                <c:pt idx="53900">
                  <c:v>0.62384259259124519</c:v>
                </c:pt>
                <c:pt idx="53901">
                  <c:v>0.62385416666074889</c:v>
                </c:pt>
                <c:pt idx="53902">
                  <c:v>0.62386574073752854</c:v>
                </c:pt>
                <c:pt idx="53903">
                  <c:v>0.62387731481430819</c:v>
                </c:pt>
                <c:pt idx="53904">
                  <c:v>0.62388888888381189</c:v>
                </c:pt>
                <c:pt idx="53905">
                  <c:v>0.62390046296059154</c:v>
                </c:pt>
                <c:pt idx="53906">
                  <c:v>0.62391203703737119</c:v>
                </c:pt>
                <c:pt idx="53907">
                  <c:v>0.62392361110687489</c:v>
                </c:pt>
                <c:pt idx="53908">
                  <c:v>0.62393518518365454</c:v>
                </c:pt>
                <c:pt idx="53909">
                  <c:v>0.62394675926043419</c:v>
                </c:pt>
                <c:pt idx="53910">
                  <c:v>0.62395833332993789</c:v>
                </c:pt>
                <c:pt idx="53911">
                  <c:v>0.62396990740671754</c:v>
                </c:pt>
                <c:pt idx="53912">
                  <c:v>0.62398148147622123</c:v>
                </c:pt>
                <c:pt idx="53913">
                  <c:v>0.62399305555300089</c:v>
                </c:pt>
                <c:pt idx="53914">
                  <c:v>0.62400462962978054</c:v>
                </c:pt>
                <c:pt idx="53915">
                  <c:v>0.62401620369928423</c:v>
                </c:pt>
                <c:pt idx="53916">
                  <c:v>0.62402777777606389</c:v>
                </c:pt>
                <c:pt idx="53917">
                  <c:v>0.62403935185284354</c:v>
                </c:pt>
                <c:pt idx="53918">
                  <c:v>0.62405092592234723</c:v>
                </c:pt>
                <c:pt idx="53919">
                  <c:v>0.62406249999912689</c:v>
                </c:pt>
                <c:pt idx="53920">
                  <c:v>0.62407407406863058</c:v>
                </c:pt>
                <c:pt idx="53921">
                  <c:v>0.62408564814541023</c:v>
                </c:pt>
                <c:pt idx="53922">
                  <c:v>0.62409722222218988</c:v>
                </c:pt>
                <c:pt idx="53923">
                  <c:v>0.62410879629169358</c:v>
                </c:pt>
                <c:pt idx="53924">
                  <c:v>0.62412037036847323</c:v>
                </c:pt>
                <c:pt idx="53925">
                  <c:v>0.62413194444525288</c:v>
                </c:pt>
                <c:pt idx="53926">
                  <c:v>0.62414351851475658</c:v>
                </c:pt>
                <c:pt idx="53927">
                  <c:v>0.62415509259153623</c:v>
                </c:pt>
                <c:pt idx="53928">
                  <c:v>0.62416666666103993</c:v>
                </c:pt>
                <c:pt idx="53929">
                  <c:v>0.62417824073781958</c:v>
                </c:pt>
                <c:pt idx="53930">
                  <c:v>0.62418981481459923</c:v>
                </c:pt>
                <c:pt idx="53931">
                  <c:v>0.62420138888410293</c:v>
                </c:pt>
                <c:pt idx="53932">
                  <c:v>0.62421296296088258</c:v>
                </c:pt>
                <c:pt idx="53933">
                  <c:v>0.62422453703766223</c:v>
                </c:pt>
                <c:pt idx="53934">
                  <c:v>0.62423611110716593</c:v>
                </c:pt>
                <c:pt idx="53935">
                  <c:v>0.62424768518394558</c:v>
                </c:pt>
                <c:pt idx="53936">
                  <c:v>0.62425925925344927</c:v>
                </c:pt>
                <c:pt idx="53937">
                  <c:v>0.62427083333022892</c:v>
                </c:pt>
                <c:pt idx="53938">
                  <c:v>0.62428240740700858</c:v>
                </c:pt>
                <c:pt idx="53939">
                  <c:v>0.62429398147651227</c:v>
                </c:pt>
                <c:pt idx="53940">
                  <c:v>0.62430555555329192</c:v>
                </c:pt>
                <c:pt idx="53941">
                  <c:v>0.62431712963007158</c:v>
                </c:pt>
                <c:pt idx="53942">
                  <c:v>0.62432870369957527</c:v>
                </c:pt>
                <c:pt idx="53943">
                  <c:v>0.62434027777635492</c:v>
                </c:pt>
                <c:pt idx="53944">
                  <c:v>0.62435185185313458</c:v>
                </c:pt>
                <c:pt idx="53945">
                  <c:v>0.62436342592263827</c:v>
                </c:pt>
                <c:pt idx="53946">
                  <c:v>0.62437499999941792</c:v>
                </c:pt>
                <c:pt idx="53947">
                  <c:v>0.62438657406892162</c:v>
                </c:pt>
                <c:pt idx="53948">
                  <c:v>0.62439814814570127</c:v>
                </c:pt>
                <c:pt idx="53949">
                  <c:v>0.62440972222248092</c:v>
                </c:pt>
                <c:pt idx="53950">
                  <c:v>0.62442129629198462</c:v>
                </c:pt>
                <c:pt idx="53951">
                  <c:v>0.62443287036876427</c:v>
                </c:pt>
                <c:pt idx="53952">
                  <c:v>0.62444444444554392</c:v>
                </c:pt>
                <c:pt idx="53953">
                  <c:v>0.62445601851504762</c:v>
                </c:pt>
                <c:pt idx="53954">
                  <c:v>0.62446759259182727</c:v>
                </c:pt>
                <c:pt idx="53955">
                  <c:v>0.62447916666133096</c:v>
                </c:pt>
                <c:pt idx="53956">
                  <c:v>0.62449074073811062</c:v>
                </c:pt>
                <c:pt idx="53957">
                  <c:v>0.62450231481489027</c:v>
                </c:pt>
                <c:pt idx="53958">
                  <c:v>0.62451388888439396</c:v>
                </c:pt>
                <c:pt idx="53959">
                  <c:v>0.62452546296117362</c:v>
                </c:pt>
                <c:pt idx="53960">
                  <c:v>0.62453703703795327</c:v>
                </c:pt>
                <c:pt idx="53961">
                  <c:v>0.62454861110745696</c:v>
                </c:pt>
                <c:pt idx="53962">
                  <c:v>0.62456018518423662</c:v>
                </c:pt>
                <c:pt idx="53963">
                  <c:v>0.62457175925374031</c:v>
                </c:pt>
                <c:pt idx="53964">
                  <c:v>0.62458333333051996</c:v>
                </c:pt>
                <c:pt idx="53965">
                  <c:v>0.62459490740729962</c:v>
                </c:pt>
                <c:pt idx="53966">
                  <c:v>0.62460648147680331</c:v>
                </c:pt>
                <c:pt idx="53967">
                  <c:v>0.62461805555358296</c:v>
                </c:pt>
                <c:pt idx="53968">
                  <c:v>0.62462962963036261</c:v>
                </c:pt>
                <c:pt idx="53969">
                  <c:v>0.62464120369986631</c:v>
                </c:pt>
                <c:pt idx="53970">
                  <c:v>0.62465277777664596</c:v>
                </c:pt>
                <c:pt idx="53971">
                  <c:v>0.62466435184614966</c:v>
                </c:pt>
                <c:pt idx="53972">
                  <c:v>0.62467592592292931</c:v>
                </c:pt>
                <c:pt idx="53973">
                  <c:v>0.62468749999970896</c:v>
                </c:pt>
                <c:pt idx="53974">
                  <c:v>0.62469907406921266</c:v>
                </c:pt>
                <c:pt idx="53975">
                  <c:v>0.62471064814599231</c:v>
                </c:pt>
                <c:pt idx="53976">
                  <c:v>0.62472222222277196</c:v>
                </c:pt>
                <c:pt idx="53977">
                  <c:v>0.62473379629227566</c:v>
                </c:pt>
                <c:pt idx="53978">
                  <c:v>0.62474537036905531</c:v>
                </c:pt>
                <c:pt idx="53979">
                  <c:v>0.624756944438559</c:v>
                </c:pt>
                <c:pt idx="53980">
                  <c:v>0.62476851851533866</c:v>
                </c:pt>
                <c:pt idx="53981">
                  <c:v>0.62478009259211831</c:v>
                </c:pt>
                <c:pt idx="53982">
                  <c:v>0.624791666661622</c:v>
                </c:pt>
                <c:pt idx="53983">
                  <c:v>0.62480324073840166</c:v>
                </c:pt>
                <c:pt idx="53984">
                  <c:v>0.62481481481518131</c:v>
                </c:pt>
                <c:pt idx="53985">
                  <c:v>0.624826388884685</c:v>
                </c:pt>
                <c:pt idx="53986">
                  <c:v>0.62483796296146465</c:v>
                </c:pt>
                <c:pt idx="53987">
                  <c:v>0.62484953703824431</c:v>
                </c:pt>
                <c:pt idx="53988">
                  <c:v>0.624861111107748</c:v>
                </c:pt>
                <c:pt idx="53989">
                  <c:v>0.62487268518452765</c:v>
                </c:pt>
                <c:pt idx="53990">
                  <c:v>0.62488425925403135</c:v>
                </c:pt>
                <c:pt idx="53991">
                  <c:v>0.624895833330811</c:v>
                </c:pt>
                <c:pt idx="53992">
                  <c:v>0.62490740740759065</c:v>
                </c:pt>
                <c:pt idx="53993">
                  <c:v>0.62491898147709435</c:v>
                </c:pt>
                <c:pt idx="53994">
                  <c:v>0.624930555553874</c:v>
                </c:pt>
                <c:pt idx="53995">
                  <c:v>0.62494212963065365</c:v>
                </c:pt>
                <c:pt idx="53996">
                  <c:v>0.62495370370015735</c:v>
                </c:pt>
                <c:pt idx="53997">
                  <c:v>0.624965277776937</c:v>
                </c:pt>
                <c:pt idx="53998">
                  <c:v>0.6249768518464407</c:v>
                </c:pt>
                <c:pt idx="53999">
                  <c:v>0.62498842592322035</c:v>
                </c:pt>
                <c:pt idx="54000">
                  <c:v>0.625</c:v>
                </c:pt>
                <c:pt idx="54001">
                  <c:v>0.62501157406950369</c:v>
                </c:pt>
                <c:pt idx="54002">
                  <c:v>0.62502314814628335</c:v>
                </c:pt>
                <c:pt idx="54003">
                  <c:v>0.625034722223063</c:v>
                </c:pt>
                <c:pt idx="54004">
                  <c:v>0.62504629629256669</c:v>
                </c:pt>
                <c:pt idx="54005">
                  <c:v>0.62505787036934635</c:v>
                </c:pt>
                <c:pt idx="54006">
                  <c:v>0.62506944443885004</c:v>
                </c:pt>
                <c:pt idx="54007">
                  <c:v>0.62508101851562969</c:v>
                </c:pt>
                <c:pt idx="54008">
                  <c:v>0.62509259259240935</c:v>
                </c:pt>
                <c:pt idx="54009">
                  <c:v>0.62510416666191304</c:v>
                </c:pt>
                <c:pt idx="54010">
                  <c:v>0.62511574073869269</c:v>
                </c:pt>
                <c:pt idx="54011">
                  <c:v>0.62512731481547235</c:v>
                </c:pt>
                <c:pt idx="54012">
                  <c:v>0.62513888888497604</c:v>
                </c:pt>
                <c:pt idx="54013">
                  <c:v>0.62515046296175569</c:v>
                </c:pt>
                <c:pt idx="54014">
                  <c:v>0.62516203703125939</c:v>
                </c:pt>
                <c:pt idx="54015">
                  <c:v>0.62517361110803904</c:v>
                </c:pt>
                <c:pt idx="54016">
                  <c:v>0.62518518518481869</c:v>
                </c:pt>
                <c:pt idx="54017">
                  <c:v>0.62519675925432239</c:v>
                </c:pt>
                <c:pt idx="54018">
                  <c:v>0.62520833333110204</c:v>
                </c:pt>
                <c:pt idx="54019">
                  <c:v>0.62521990740788169</c:v>
                </c:pt>
                <c:pt idx="54020">
                  <c:v>0.62523148147738539</c:v>
                </c:pt>
                <c:pt idx="54021">
                  <c:v>0.62524305555416504</c:v>
                </c:pt>
                <c:pt idx="54022">
                  <c:v>0.62525462963094469</c:v>
                </c:pt>
                <c:pt idx="54023">
                  <c:v>0.62526620370044839</c:v>
                </c:pt>
                <c:pt idx="54024">
                  <c:v>0.62527777777722804</c:v>
                </c:pt>
                <c:pt idx="54025">
                  <c:v>0.62528935184673173</c:v>
                </c:pt>
                <c:pt idx="54026">
                  <c:v>0.62530092592351139</c:v>
                </c:pt>
                <c:pt idx="54027">
                  <c:v>0.62531250000029104</c:v>
                </c:pt>
                <c:pt idx="54028">
                  <c:v>0.62532407406979473</c:v>
                </c:pt>
                <c:pt idx="54029">
                  <c:v>0.62533564814657439</c:v>
                </c:pt>
                <c:pt idx="54030">
                  <c:v>0.62534722222335404</c:v>
                </c:pt>
                <c:pt idx="54031">
                  <c:v>0.62535879629285773</c:v>
                </c:pt>
                <c:pt idx="54032">
                  <c:v>0.62537037036963739</c:v>
                </c:pt>
                <c:pt idx="54033">
                  <c:v>0.62538194443914108</c:v>
                </c:pt>
                <c:pt idx="54034">
                  <c:v>0.62539351851592073</c:v>
                </c:pt>
                <c:pt idx="54035">
                  <c:v>0.62540509259270038</c:v>
                </c:pt>
                <c:pt idx="54036">
                  <c:v>0.62541666666220408</c:v>
                </c:pt>
                <c:pt idx="54037">
                  <c:v>0.62542824073898373</c:v>
                </c:pt>
                <c:pt idx="54038">
                  <c:v>0.62543981481576338</c:v>
                </c:pt>
                <c:pt idx="54039">
                  <c:v>0.62545138888526708</c:v>
                </c:pt>
                <c:pt idx="54040">
                  <c:v>0.62546296296204673</c:v>
                </c:pt>
                <c:pt idx="54041">
                  <c:v>0.62547453703155043</c:v>
                </c:pt>
                <c:pt idx="54042">
                  <c:v>0.62548611110833008</c:v>
                </c:pt>
                <c:pt idx="54043">
                  <c:v>0.62549768518510973</c:v>
                </c:pt>
                <c:pt idx="54044">
                  <c:v>0.62550925925461343</c:v>
                </c:pt>
                <c:pt idx="54045">
                  <c:v>0.62552083333139308</c:v>
                </c:pt>
                <c:pt idx="54046">
                  <c:v>0.62553240740817273</c:v>
                </c:pt>
                <c:pt idx="54047">
                  <c:v>0.62554398147767643</c:v>
                </c:pt>
                <c:pt idx="54048">
                  <c:v>0.62555555555445608</c:v>
                </c:pt>
                <c:pt idx="54049">
                  <c:v>0.62556712962395977</c:v>
                </c:pt>
                <c:pt idx="54050">
                  <c:v>0.62557870370073942</c:v>
                </c:pt>
                <c:pt idx="54051">
                  <c:v>0.62559027777751908</c:v>
                </c:pt>
                <c:pt idx="54052">
                  <c:v>0.62560185184702277</c:v>
                </c:pt>
                <c:pt idx="54053">
                  <c:v>0.62561342592380242</c:v>
                </c:pt>
                <c:pt idx="54054">
                  <c:v>0.62562500000058208</c:v>
                </c:pt>
                <c:pt idx="54055">
                  <c:v>0.62563657407008577</c:v>
                </c:pt>
                <c:pt idx="54056">
                  <c:v>0.62564814814686542</c:v>
                </c:pt>
                <c:pt idx="54057">
                  <c:v>0.62565972221636912</c:v>
                </c:pt>
                <c:pt idx="54058">
                  <c:v>0.62567129629314877</c:v>
                </c:pt>
                <c:pt idx="54059">
                  <c:v>0.62568287036992842</c:v>
                </c:pt>
                <c:pt idx="54060">
                  <c:v>0.62569444443943212</c:v>
                </c:pt>
                <c:pt idx="54061">
                  <c:v>0.62570601851621177</c:v>
                </c:pt>
                <c:pt idx="54062">
                  <c:v>0.62571759259299142</c:v>
                </c:pt>
                <c:pt idx="54063">
                  <c:v>0.62572916666249512</c:v>
                </c:pt>
                <c:pt idx="54064">
                  <c:v>0.62574074073927477</c:v>
                </c:pt>
                <c:pt idx="54065">
                  <c:v>0.62575231481605442</c:v>
                </c:pt>
                <c:pt idx="54066">
                  <c:v>0.62576388888555812</c:v>
                </c:pt>
                <c:pt idx="54067">
                  <c:v>0.62577546296233777</c:v>
                </c:pt>
                <c:pt idx="54068">
                  <c:v>0.62578703703184146</c:v>
                </c:pt>
                <c:pt idx="54069">
                  <c:v>0.62579861110862112</c:v>
                </c:pt>
                <c:pt idx="54070">
                  <c:v>0.62581018518540077</c:v>
                </c:pt>
                <c:pt idx="54071">
                  <c:v>0.62582175925490446</c:v>
                </c:pt>
                <c:pt idx="54072">
                  <c:v>0.62583333333168412</c:v>
                </c:pt>
                <c:pt idx="54073">
                  <c:v>0.62584490740846377</c:v>
                </c:pt>
                <c:pt idx="54074">
                  <c:v>0.62585648147796746</c:v>
                </c:pt>
                <c:pt idx="54075">
                  <c:v>0.62586805555474712</c:v>
                </c:pt>
                <c:pt idx="54076">
                  <c:v>0.62587962962425081</c:v>
                </c:pt>
                <c:pt idx="54077">
                  <c:v>0.62589120370103046</c:v>
                </c:pt>
                <c:pt idx="54078">
                  <c:v>0.62590277777781012</c:v>
                </c:pt>
                <c:pt idx="54079">
                  <c:v>0.62591435184731381</c:v>
                </c:pt>
                <c:pt idx="54080">
                  <c:v>0.62592592592409346</c:v>
                </c:pt>
                <c:pt idx="54081">
                  <c:v>0.62593750000087311</c:v>
                </c:pt>
                <c:pt idx="54082">
                  <c:v>0.62594907407037681</c:v>
                </c:pt>
                <c:pt idx="54083">
                  <c:v>0.62596064814715646</c:v>
                </c:pt>
                <c:pt idx="54084">
                  <c:v>0.62597222221666016</c:v>
                </c:pt>
                <c:pt idx="54085">
                  <c:v>0.62598379629343981</c:v>
                </c:pt>
                <c:pt idx="54086">
                  <c:v>0.62599537037021946</c:v>
                </c:pt>
                <c:pt idx="54087">
                  <c:v>0.62600694443972316</c:v>
                </c:pt>
                <c:pt idx="54088">
                  <c:v>0.62601851851650281</c:v>
                </c:pt>
                <c:pt idx="54089">
                  <c:v>0.62603009259328246</c:v>
                </c:pt>
                <c:pt idx="54090">
                  <c:v>0.62604166666278616</c:v>
                </c:pt>
                <c:pt idx="54091">
                  <c:v>0.62605324073956581</c:v>
                </c:pt>
                <c:pt idx="54092">
                  <c:v>0.6260648148090695</c:v>
                </c:pt>
                <c:pt idx="54093">
                  <c:v>0.62607638888584916</c:v>
                </c:pt>
                <c:pt idx="54094">
                  <c:v>0.62608796296262881</c:v>
                </c:pt>
                <c:pt idx="54095">
                  <c:v>0.6260995370321325</c:v>
                </c:pt>
                <c:pt idx="54096">
                  <c:v>0.62611111110891216</c:v>
                </c:pt>
                <c:pt idx="54097">
                  <c:v>0.62612268518569181</c:v>
                </c:pt>
                <c:pt idx="54098">
                  <c:v>0.6261342592551955</c:v>
                </c:pt>
                <c:pt idx="54099">
                  <c:v>0.62614583333197515</c:v>
                </c:pt>
                <c:pt idx="54100">
                  <c:v>0.62615740740147885</c:v>
                </c:pt>
                <c:pt idx="54101">
                  <c:v>0.6261689814782585</c:v>
                </c:pt>
                <c:pt idx="54102">
                  <c:v>0.62618055555503815</c:v>
                </c:pt>
                <c:pt idx="54103">
                  <c:v>0.62619212962454185</c:v>
                </c:pt>
                <c:pt idx="54104">
                  <c:v>0.6262037037013215</c:v>
                </c:pt>
                <c:pt idx="54105">
                  <c:v>0.62621527777810115</c:v>
                </c:pt>
                <c:pt idx="54106">
                  <c:v>0.62622685184760485</c:v>
                </c:pt>
                <c:pt idx="54107">
                  <c:v>0.6262384259243845</c:v>
                </c:pt>
                <c:pt idx="54108">
                  <c:v>0.62625000000116415</c:v>
                </c:pt>
                <c:pt idx="54109">
                  <c:v>0.62626157407066785</c:v>
                </c:pt>
                <c:pt idx="54110">
                  <c:v>0.6262731481474475</c:v>
                </c:pt>
                <c:pt idx="54111">
                  <c:v>0.6262847222169512</c:v>
                </c:pt>
                <c:pt idx="54112">
                  <c:v>0.62629629629373085</c:v>
                </c:pt>
                <c:pt idx="54113">
                  <c:v>0.6263078703705105</c:v>
                </c:pt>
                <c:pt idx="54114">
                  <c:v>0.62631944444001419</c:v>
                </c:pt>
                <c:pt idx="54115">
                  <c:v>0.62633101851679385</c:v>
                </c:pt>
                <c:pt idx="54116">
                  <c:v>0.6263425925935735</c:v>
                </c:pt>
                <c:pt idx="54117">
                  <c:v>0.62635416666307719</c:v>
                </c:pt>
                <c:pt idx="54118">
                  <c:v>0.62636574073985685</c:v>
                </c:pt>
                <c:pt idx="54119">
                  <c:v>0.62637731480936054</c:v>
                </c:pt>
                <c:pt idx="54120">
                  <c:v>0.62638888888614019</c:v>
                </c:pt>
                <c:pt idx="54121">
                  <c:v>0.62640046296291985</c:v>
                </c:pt>
                <c:pt idx="54122">
                  <c:v>0.62641203703242354</c:v>
                </c:pt>
                <c:pt idx="54123">
                  <c:v>0.62642361110920319</c:v>
                </c:pt>
                <c:pt idx="54124">
                  <c:v>0.62643518518598285</c:v>
                </c:pt>
                <c:pt idx="54125">
                  <c:v>0.62644675925548654</c:v>
                </c:pt>
                <c:pt idx="54126">
                  <c:v>0.62645833333226619</c:v>
                </c:pt>
                <c:pt idx="54127">
                  <c:v>0.62646990740176989</c:v>
                </c:pt>
                <c:pt idx="54128">
                  <c:v>0.62648148147854954</c:v>
                </c:pt>
                <c:pt idx="54129">
                  <c:v>0.62649305555532919</c:v>
                </c:pt>
                <c:pt idx="54130">
                  <c:v>0.62650462962483289</c:v>
                </c:pt>
                <c:pt idx="54131">
                  <c:v>0.62651620370161254</c:v>
                </c:pt>
                <c:pt idx="54132">
                  <c:v>0.62652777777839219</c:v>
                </c:pt>
                <c:pt idx="54133">
                  <c:v>0.62653935184789589</c:v>
                </c:pt>
                <c:pt idx="54134">
                  <c:v>0.62655092592467554</c:v>
                </c:pt>
                <c:pt idx="54135">
                  <c:v>0.62656249999417923</c:v>
                </c:pt>
                <c:pt idx="54136">
                  <c:v>0.62657407407095889</c:v>
                </c:pt>
                <c:pt idx="54137">
                  <c:v>0.62658564814773854</c:v>
                </c:pt>
                <c:pt idx="54138">
                  <c:v>0.62659722221724223</c:v>
                </c:pt>
                <c:pt idx="54139">
                  <c:v>0.62660879629402189</c:v>
                </c:pt>
                <c:pt idx="54140">
                  <c:v>0.62662037037080154</c:v>
                </c:pt>
                <c:pt idx="54141">
                  <c:v>0.62663194444030523</c:v>
                </c:pt>
                <c:pt idx="54142">
                  <c:v>0.62664351851708489</c:v>
                </c:pt>
                <c:pt idx="54143">
                  <c:v>0.62665509259386454</c:v>
                </c:pt>
                <c:pt idx="54144">
                  <c:v>0.62666666666336823</c:v>
                </c:pt>
                <c:pt idx="54145">
                  <c:v>0.62667824074014788</c:v>
                </c:pt>
                <c:pt idx="54146">
                  <c:v>0.62668981480965158</c:v>
                </c:pt>
                <c:pt idx="54147">
                  <c:v>0.62670138888643123</c:v>
                </c:pt>
                <c:pt idx="54148">
                  <c:v>0.62671296296321088</c:v>
                </c:pt>
                <c:pt idx="54149">
                  <c:v>0.62672453703271458</c:v>
                </c:pt>
                <c:pt idx="54150">
                  <c:v>0.62673611110949423</c:v>
                </c:pt>
                <c:pt idx="54151">
                  <c:v>0.62674768518627388</c:v>
                </c:pt>
                <c:pt idx="54152">
                  <c:v>0.62675925925577758</c:v>
                </c:pt>
                <c:pt idx="54153">
                  <c:v>0.62677083333255723</c:v>
                </c:pt>
                <c:pt idx="54154">
                  <c:v>0.62678240740206093</c:v>
                </c:pt>
                <c:pt idx="54155">
                  <c:v>0.62679398147884058</c:v>
                </c:pt>
                <c:pt idx="54156">
                  <c:v>0.62680555555562023</c:v>
                </c:pt>
                <c:pt idx="54157">
                  <c:v>0.62681712962512393</c:v>
                </c:pt>
                <c:pt idx="54158">
                  <c:v>0.62682870370190358</c:v>
                </c:pt>
                <c:pt idx="54159">
                  <c:v>0.62684027777868323</c:v>
                </c:pt>
                <c:pt idx="54160">
                  <c:v>0.62685185184818693</c:v>
                </c:pt>
                <c:pt idx="54161">
                  <c:v>0.62686342592496658</c:v>
                </c:pt>
                <c:pt idx="54162">
                  <c:v>0.62687499999447027</c:v>
                </c:pt>
                <c:pt idx="54163">
                  <c:v>0.62688657407124992</c:v>
                </c:pt>
                <c:pt idx="54164">
                  <c:v>0.62689814814802958</c:v>
                </c:pt>
                <c:pt idx="54165">
                  <c:v>0.62690972221753327</c:v>
                </c:pt>
                <c:pt idx="54166">
                  <c:v>0.62692129629431292</c:v>
                </c:pt>
                <c:pt idx="54167">
                  <c:v>0.62693287037109258</c:v>
                </c:pt>
                <c:pt idx="54168">
                  <c:v>0.62694444444059627</c:v>
                </c:pt>
                <c:pt idx="54169">
                  <c:v>0.62695601851737592</c:v>
                </c:pt>
                <c:pt idx="54170">
                  <c:v>0.62696759258687962</c:v>
                </c:pt>
                <c:pt idx="54171">
                  <c:v>0.62697916666365927</c:v>
                </c:pt>
                <c:pt idx="54172">
                  <c:v>0.62699074074043892</c:v>
                </c:pt>
                <c:pt idx="54173">
                  <c:v>0.62700231480994262</c:v>
                </c:pt>
                <c:pt idx="54174">
                  <c:v>0.62701388888672227</c:v>
                </c:pt>
                <c:pt idx="54175">
                  <c:v>0.62702546296350192</c:v>
                </c:pt>
                <c:pt idx="54176">
                  <c:v>0.62703703703300562</c:v>
                </c:pt>
                <c:pt idx="54177">
                  <c:v>0.62704861110978527</c:v>
                </c:pt>
                <c:pt idx="54178">
                  <c:v>0.62706018517928896</c:v>
                </c:pt>
                <c:pt idx="54179">
                  <c:v>0.62707175925606862</c:v>
                </c:pt>
                <c:pt idx="54180">
                  <c:v>0.62708333333284827</c:v>
                </c:pt>
                <c:pt idx="54181">
                  <c:v>0.62709490740235196</c:v>
                </c:pt>
                <c:pt idx="54182">
                  <c:v>0.62710648147913162</c:v>
                </c:pt>
                <c:pt idx="54183">
                  <c:v>0.62711805555591127</c:v>
                </c:pt>
                <c:pt idx="54184">
                  <c:v>0.62712962962541496</c:v>
                </c:pt>
                <c:pt idx="54185">
                  <c:v>0.62714120370219462</c:v>
                </c:pt>
                <c:pt idx="54186">
                  <c:v>0.62715277777897427</c:v>
                </c:pt>
                <c:pt idx="54187">
                  <c:v>0.62716435184847796</c:v>
                </c:pt>
                <c:pt idx="54188">
                  <c:v>0.62717592592525762</c:v>
                </c:pt>
                <c:pt idx="54189">
                  <c:v>0.62718749999476131</c:v>
                </c:pt>
                <c:pt idx="54190">
                  <c:v>0.62719907407154096</c:v>
                </c:pt>
                <c:pt idx="54191">
                  <c:v>0.62721064814832062</c:v>
                </c:pt>
                <c:pt idx="54192">
                  <c:v>0.62722222221782431</c:v>
                </c:pt>
                <c:pt idx="54193">
                  <c:v>0.62723379629460396</c:v>
                </c:pt>
                <c:pt idx="54194">
                  <c:v>0.62724537037138361</c:v>
                </c:pt>
                <c:pt idx="54195">
                  <c:v>0.62725694444088731</c:v>
                </c:pt>
                <c:pt idx="54196">
                  <c:v>0.62726851851766696</c:v>
                </c:pt>
                <c:pt idx="54197">
                  <c:v>0.62728009258717066</c:v>
                </c:pt>
                <c:pt idx="54198">
                  <c:v>0.62729166666395031</c:v>
                </c:pt>
                <c:pt idx="54199">
                  <c:v>0.62730324074072996</c:v>
                </c:pt>
                <c:pt idx="54200">
                  <c:v>0.62731481481023366</c:v>
                </c:pt>
                <c:pt idx="54201">
                  <c:v>0.62732638888701331</c:v>
                </c:pt>
                <c:pt idx="54202">
                  <c:v>0.62733796296379296</c:v>
                </c:pt>
                <c:pt idx="54203">
                  <c:v>0.62734953703329666</c:v>
                </c:pt>
                <c:pt idx="54204">
                  <c:v>0.62736111111007631</c:v>
                </c:pt>
                <c:pt idx="54205">
                  <c:v>0.62737268517958</c:v>
                </c:pt>
                <c:pt idx="54206">
                  <c:v>0.62738425925635966</c:v>
                </c:pt>
                <c:pt idx="54207">
                  <c:v>0.62739583333313931</c:v>
                </c:pt>
                <c:pt idx="54208">
                  <c:v>0.627407407402643</c:v>
                </c:pt>
                <c:pt idx="54209">
                  <c:v>0.62741898147942265</c:v>
                </c:pt>
                <c:pt idx="54210">
                  <c:v>0.62743055555620231</c:v>
                </c:pt>
                <c:pt idx="54211">
                  <c:v>0.627442129625706</c:v>
                </c:pt>
                <c:pt idx="54212">
                  <c:v>0.62745370370248565</c:v>
                </c:pt>
                <c:pt idx="54213">
                  <c:v>0.62746527777198935</c:v>
                </c:pt>
                <c:pt idx="54214">
                  <c:v>0.627476851848769</c:v>
                </c:pt>
                <c:pt idx="54215">
                  <c:v>0.62748842592554865</c:v>
                </c:pt>
                <c:pt idx="54216">
                  <c:v>0.62749999999505235</c:v>
                </c:pt>
                <c:pt idx="54217">
                  <c:v>0.627511574071832</c:v>
                </c:pt>
                <c:pt idx="54218">
                  <c:v>0.62752314814861165</c:v>
                </c:pt>
                <c:pt idx="54219">
                  <c:v>0.62753472221811535</c:v>
                </c:pt>
                <c:pt idx="54220">
                  <c:v>0.627546296294895</c:v>
                </c:pt>
                <c:pt idx="54221">
                  <c:v>0.62755787037167465</c:v>
                </c:pt>
                <c:pt idx="54222">
                  <c:v>0.62756944444117835</c:v>
                </c:pt>
                <c:pt idx="54223">
                  <c:v>0.627581018517958</c:v>
                </c:pt>
                <c:pt idx="54224">
                  <c:v>0.6275925925874617</c:v>
                </c:pt>
                <c:pt idx="54225">
                  <c:v>0.62760416666424135</c:v>
                </c:pt>
                <c:pt idx="54226">
                  <c:v>0.627615740741021</c:v>
                </c:pt>
                <c:pt idx="54227">
                  <c:v>0.62762731481052469</c:v>
                </c:pt>
                <c:pt idx="54228">
                  <c:v>0.62763888888730435</c:v>
                </c:pt>
                <c:pt idx="54229">
                  <c:v>0.627650462964084</c:v>
                </c:pt>
                <c:pt idx="54230">
                  <c:v>0.62766203703358769</c:v>
                </c:pt>
                <c:pt idx="54231">
                  <c:v>0.62767361111036735</c:v>
                </c:pt>
                <c:pt idx="54232">
                  <c:v>0.62768518517987104</c:v>
                </c:pt>
                <c:pt idx="54233">
                  <c:v>0.62769675925665069</c:v>
                </c:pt>
                <c:pt idx="54234">
                  <c:v>0.62770833333343035</c:v>
                </c:pt>
                <c:pt idx="54235">
                  <c:v>0.62771990740293404</c:v>
                </c:pt>
                <c:pt idx="54236">
                  <c:v>0.62773148147971369</c:v>
                </c:pt>
                <c:pt idx="54237">
                  <c:v>0.62774305555649335</c:v>
                </c:pt>
                <c:pt idx="54238">
                  <c:v>0.62775462962599704</c:v>
                </c:pt>
                <c:pt idx="54239">
                  <c:v>0.62776620370277669</c:v>
                </c:pt>
                <c:pt idx="54240">
                  <c:v>0.62777777777228039</c:v>
                </c:pt>
                <c:pt idx="54241">
                  <c:v>0.62778935184906004</c:v>
                </c:pt>
                <c:pt idx="54242">
                  <c:v>0.62780092592583969</c:v>
                </c:pt>
                <c:pt idx="54243">
                  <c:v>0.62781249999534339</c:v>
                </c:pt>
                <c:pt idx="54244">
                  <c:v>0.62782407407212304</c:v>
                </c:pt>
                <c:pt idx="54245">
                  <c:v>0.62783564814890269</c:v>
                </c:pt>
                <c:pt idx="54246">
                  <c:v>0.62784722221840639</c:v>
                </c:pt>
                <c:pt idx="54247">
                  <c:v>0.62785879629518604</c:v>
                </c:pt>
                <c:pt idx="54248">
                  <c:v>0.62787037036468973</c:v>
                </c:pt>
                <c:pt idx="54249">
                  <c:v>0.62788194444146939</c:v>
                </c:pt>
                <c:pt idx="54250">
                  <c:v>0.62789351851824904</c:v>
                </c:pt>
                <c:pt idx="54251">
                  <c:v>0.62790509258775273</c:v>
                </c:pt>
                <c:pt idx="54252">
                  <c:v>0.62791666666453239</c:v>
                </c:pt>
                <c:pt idx="54253">
                  <c:v>0.62792824074131204</c:v>
                </c:pt>
                <c:pt idx="54254">
                  <c:v>0.62793981481081573</c:v>
                </c:pt>
                <c:pt idx="54255">
                  <c:v>0.62795138888759539</c:v>
                </c:pt>
                <c:pt idx="54256">
                  <c:v>0.62796296295709908</c:v>
                </c:pt>
                <c:pt idx="54257">
                  <c:v>0.62797453703387873</c:v>
                </c:pt>
                <c:pt idx="54258">
                  <c:v>0.62798611111065838</c:v>
                </c:pt>
                <c:pt idx="54259">
                  <c:v>0.62799768518016208</c:v>
                </c:pt>
                <c:pt idx="54260">
                  <c:v>0.62800925925694173</c:v>
                </c:pt>
                <c:pt idx="54261">
                  <c:v>0.62802083333372138</c:v>
                </c:pt>
                <c:pt idx="54262">
                  <c:v>0.62803240740322508</c:v>
                </c:pt>
                <c:pt idx="54263">
                  <c:v>0.62804398148000473</c:v>
                </c:pt>
                <c:pt idx="54264">
                  <c:v>0.62805555555678438</c:v>
                </c:pt>
                <c:pt idx="54265">
                  <c:v>0.62806712962628808</c:v>
                </c:pt>
                <c:pt idx="54266">
                  <c:v>0.62807870370306773</c:v>
                </c:pt>
                <c:pt idx="54267">
                  <c:v>0.62809027777257143</c:v>
                </c:pt>
                <c:pt idx="54268">
                  <c:v>0.62810185184935108</c:v>
                </c:pt>
                <c:pt idx="54269">
                  <c:v>0.62811342592613073</c:v>
                </c:pt>
                <c:pt idx="54270">
                  <c:v>0.62812499999563443</c:v>
                </c:pt>
                <c:pt idx="54271">
                  <c:v>0.62813657407241408</c:v>
                </c:pt>
                <c:pt idx="54272">
                  <c:v>0.62814814814919373</c:v>
                </c:pt>
                <c:pt idx="54273">
                  <c:v>0.62815972221869742</c:v>
                </c:pt>
                <c:pt idx="54274">
                  <c:v>0.62817129629547708</c:v>
                </c:pt>
                <c:pt idx="54275">
                  <c:v>0.62818287036498077</c:v>
                </c:pt>
                <c:pt idx="54276">
                  <c:v>0.62819444444176042</c:v>
                </c:pt>
                <c:pt idx="54277">
                  <c:v>0.62820601851854008</c:v>
                </c:pt>
                <c:pt idx="54278">
                  <c:v>0.62821759258804377</c:v>
                </c:pt>
                <c:pt idx="54279">
                  <c:v>0.62822916666482342</c:v>
                </c:pt>
                <c:pt idx="54280">
                  <c:v>0.62824074074160308</c:v>
                </c:pt>
                <c:pt idx="54281">
                  <c:v>0.62825231481110677</c:v>
                </c:pt>
                <c:pt idx="54282">
                  <c:v>0.62826388888788642</c:v>
                </c:pt>
                <c:pt idx="54283">
                  <c:v>0.62827546295739012</c:v>
                </c:pt>
                <c:pt idx="54284">
                  <c:v>0.62828703703416977</c:v>
                </c:pt>
                <c:pt idx="54285">
                  <c:v>0.62829861111094942</c:v>
                </c:pt>
                <c:pt idx="54286">
                  <c:v>0.62831018518045312</c:v>
                </c:pt>
                <c:pt idx="54287">
                  <c:v>0.62832175925723277</c:v>
                </c:pt>
                <c:pt idx="54288">
                  <c:v>0.62833333333401242</c:v>
                </c:pt>
                <c:pt idx="54289">
                  <c:v>0.62834490740351612</c:v>
                </c:pt>
                <c:pt idx="54290">
                  <c:v>0.62835648148029577</c:v>
                </c:pt>
                <c:pt idx="54291">
                  <c:v>0.62836805554979946</c:v>
                </c:pt>
                <c:pt idx="54292">
                  <c:v>0.62837962962657912</c:v>
                </c:pt>
                <c:pt idx="54293">
                  <c:v>0.62839120370335877</c:v>
                </c:pt>
                <c:pt idx="54294">
                  <c:v>0.62840277777286246</c:v>
                </c:pt>
                <c:pt idx="54295">
                  <c:v>0.62841435184964212</c:v>
                </c:pt>
                <c:pt idx="54296">
                  <c:v>0.62842592592642177</c:v>
                </c:pt>
                <c:pt idx="54297">
                  <c:v>0.62843749999592546</c:v>
                </c:pt>
                <c:pt idx="54298">
                  <c:v>0.62844907407270512</c:v>
                </c:pt>
                <c:pt idx="54299">
                  <c:v>0.62846064814948477</c:v>
                </c:pt>
                <c:pt idx="54300">
                  <c:v>0.62847222221898846</c:v>
                </c:pt>
                <c:pt idx="54301">
                  <c:v>0.62848379629576812</c:v>
                </c:pt>
                <c:pt idx="54302">
                  <c:v>0.62849537036527181</c:v>
                </c:pt>
                <c:pt idx="54303">
                  <c:v>0.62850694444205146</c:v>
                </c:pt>
                <c:pt idx="54304">
                  <c:v>0.62851851851883112</c:v>
                </c:pt>
                <c:pt idx="54305">
                  <c:v>0.62853009258833481</c:v>
                </c:pt>
                <c:pt idx="54306">
                  <c:v>0.62854166666511446</c:v>
                </c:pt>
                <c:pt idx="54307">
                  <c:v>0.62855324074189411</c:v>
                </c:pt>
                <c:pt idx="54308">
                  <c:v>0.62856481481139781</c:v>
                </c:pt>
                <c:pt idx="54309">
                  <c:v>0.62857638888817746</c:v>
                </c:pt>
                <c:pt idx="54310">
                  <c:v>0.62858796295768116</c:v>
                </c:pt>
                <c:pt idx="54311">
                  <c:v>0.62859953703446081</c:v>
                </c:pt>
                <c:pt idx="54312">
                  <c:v>0.62861111111124046</c:v>
                </c:pt>
                <c:pt idx="54313">
                  <c:v>0.62862268518074416</c:v>
                </c:pt>
                <c:pt idx="54314">
                  <c:v>0.62863425925752381</c:v>
                </c:pt>
                <c:pt idx="54315">
                  <c:v>0.62864583333430346</c:v>
                </c:pt>
                <c:pt idx="54316">
                  <c:v>0.62865740740380716</c:v>
                </c:pt>
                <c:pt idx="54317">
                  <c:v>0.62866898148058681</c:v>
                </c:pt>
                <c:pt idx="54318">
                  <c:v>0.6286805555500905</c:v>
                </c:pt>
                <c:pt idx="54319">
                  <c:v>0.62869212962687016</c:v>
                </c:pt>
                <c:pt idx="54320">
                  <c:v>0.62870370370364981</c:v>
                </c:pt>
                <c:pt idx="54321">
                  <c:v>0.6287152777731535</c:v>
                </c:pt>
                <c:pt idx="54322">
                  <c:v>0.62872685184993315</c:v>
                </c:pt>
                <c:pt idx="54323">
                  <c:v>0.62873842592671281</c:v>
                </c:pt>
                <c:pt idx="54324">
                  <c:v>0.6287499999962165</c:v>
                </c:pt>
                <c:pt idx="54325">
                  <c:v>0.62876157407299615</c:v>
                </c:pt>
                <c:pt idx="54326">
                  <c:v>0.62877314814249985</c:v>
                </c:pt>
                <c:pt idx="54327">
                  <c:v>0.6287847222192795</c:v>
                </c:pt>
                <c:pt idx="54328">
                  <c:v>0.62879629629605915</c:v>
                </c:pt>
                <c:pt idx="54329">
                  <c:v>0.62880787036556285</c:v>
                </c:pt>
                <c:pt idx="54330">
                  <c:v>0.6288194444423425</c:v>
                </c:pt>
                <c:pt idx="54331">
                  <c:v>0.62883101851912215</c:v>
                </c:pt>
                <c:pt idx="54332">
                  <c:v>0.62884259258862585</c:v>
                </c:pt>
                <c:pt idx="54333">
                  <c:v>0.6288541666654055</c:v>
                </c:pt>
                <c:pt idx="54334">
                  <c:v>0.6288657407349092</c:v>
                </c:pt>
                <c:pt idx="54335">
                  <c:v>0.62887731481168885</c:v>
                </c:pt>
                <c:pt idx="54336">
                  <c:v>0.6288888888884685</c:v>
                </c:pt>
                <c:pt idx="54337">
                  <c:v>0.62890046295797219</c:v>
                </c:pt>
                <c:pt idx="54338">
                  <c:v>0.62891203703475185</c:v>
                </c:pt>
                <c:pt idx="54339">
                  <c:v>0.6289236111115315</c:v>
                </c:pt>
                <c:pt idx="54340">
                  <c:v>0.62893518518103519</c:v>
                </c:pt>
                <c:pt idx="54341">
                  <c:v>0.62894675925781485</c:v>
                </c:pt>
                <c:pt idx="54342">
                  <c:v>0.6289583333345945</c:v>
                </c:pt>
                <c:pt idx="54343">
                  <c:v>0.62896990740409819</c:v>
                </c:pt>
                <c:pt idx="54344">
                  <c:v>0.62898148148087785</c:v>
                </c:pt>
                <c:pt idx="54345">
                  <c:v>0.62899305555038154</c:v>
                </c:pt>
                <c:pt idx="54346">
                  <c:v>0.62900462962716119</c:v>
                </c:pt>
                <c:pt idx="54347">
                  <c:v>0.62901620370394085</c:v>
                </c:pt>
                <c:pt idx="54348">
                  <c:v>0.62902777777344454</c:v>
                </c:pt>
                <c:pt idx="54349">
                  <c:v>0.62903935185022419</c:v>
                </c:pt>
                <c:pt idx="54350">
                  <c:v>0.62905092592700385</c:v>
                </c:pt>
                <c:pt idx="54351">
                  <c:v>0.62906249999650754</c:v>
                </c:pt>
                <c:pt idx="54352">
                  <c:v>0.62907407407328719</c:v>
                </c:pt>
                <c:pt idx="54353">
                  <c:v>0.62908564814279089</c:v>
                </c:pt>
                <c:pt idx="54354">
                  <c:v>0.62909722221957054</c:v>
                </c:pt>
                <c:pt idx="54355">
                  <c:v>0.62910879629635019</c:v>
                </c:pt>
                <c:pt idx="54356">
                  <c:v>0.62912037036585389</c:v>
                </c:pt>
                <c:pt idx="54357">
                  <c:v>0.62913194444263354</c:v>
                </c:pt>
                <c:pt idx="54358">
                  <c:v>0.62914351851941319</c:v>
                </c:pt>
                <c:pt idx="54359">
                  <c:v>0.62915509258891689</c:v>
                </c:pt>
                <c:pt idx="54360">
                  <c:v>0.62916666666569654</c:v>
                </c:pt>
                <c:pt idx="54361">
                  <c:v>0.62917824073520023</c:v>
                </c:pt>
                <c:pt idx="54362">
                  <c:v>0.62918981481197989</c:v>
                </c:pt>
                <c:pt idx="54363">
                  <c:v>0.62920138888875954</c:v>
                </c:pt>
                <c:pt idx="54364">
                  <c:v>0.62921296295826323</c:v>
                </c:pt>
                <c:pt idx="54365">
                  <c:v>0.62922453703504289</c:v>
                </c:pt>
                <c:pt idx="54366">
                  <c:v>0.62923611111182254</c:v>
                </c:pt>
                <c:pt idx="54367">
                  <c:v>0.62924768518132623</c:v>
                </c:pt>
                <c:pt idx="54368">
                  <c:v>0.62925925925810589</c:v>
                </c:pt>
                <c:pt idx="54369">
                  <c:v>0.62927083332760958</c:v>
                </c:pt>
                <c:pt idx="54370">
                  <c:v>0.62928240740438923</c:v>
                </c:pt>
                <c:pt idx="54371">
                  <c:v>0.62929398148116888</c:v>
                </c:pt>
                <c:pt idx="54372">
                  <c:v>0.62930555555067258</c:v>
                </c:pt>
                <c:pt idx="54373">
                  <c:v>0.62931712962745223</c:v>
                </c:pt>
                <c:pt idx="54374">
                  <c:v>0.62932870370423188</c:v>
                </c:pt>
                <c:pt idx="54375">
                  <c:v>0.62934027777373558</c:v>
                </c:pt>
                <c:pt idx="54376">
                  <c:v>0.62935185185051523</c:v>
                </c:pt>
                <c:pt idx="54377">
                  <c:v>0.62936342592001893</c:v>
                </c:pt>
                <c:pt idx="54378">
                  <c:v>0.62937499999679858</c:v>
                </c:pt>
                <c:pt idx="54379">
                  <c:v>0.62938657407357823</c:v>
                </c:pt>
                <c:pt idx="54380">
                  <c:v>0.62939814814308193</c:v>
                </c:pt>
                <c:pt idx="54381">
                  <c:v>0.62940972221986158</c:v>
                </c:pt>
                <c:pt idx="54382">
                  <c:v>0.62942129629664123</c:v>
                </c:pt>
                <c:pt idx="54383">
                  <c:v>0.62943287036614493</c:v>
                </c:pt>
                <c:pt idx="54384">
                  <c:v>0.62944444444292458</c:v>
                </c:pt>
                <c:pt idx="54385">
                  <c:v>0.62945601851970423</c:v>
                </c:pt>
                <c:pt idx="54386">
                  <c:v>0.62946759258920792</c:v>
                </c:pt>
                <c:pt idx="54387">
                  <c:v>0.62947916666598758</c:v>
                </c:pt>
                <c:pt idx="54388">
                  <c:v>0.62949074073549127</c:v>
                </c:pt>
                <c:pt idx="54389">
                  <c:v>0.62950231481227092</c:v>
                </c:pt>
                <c:pt idx="54390">
                  <c:v>0.62951388888905058</c:v>
                </c:pt>
                <c:pt idx="54391">
                  <c:v>0.62952546295855427</c:v>
                </c:pt>
                <c:pt idx="54392">
                  <c:v>0.62953703703533392</c:v>
                </c:pt>
                <c:pt idx="54393">
                  <c:v>0.62954861111211358</c:v>
                </c:pt>
                <c:pt idx="54394">
                  <c:v>0.62956018518161727</c:v>
                </c:pt>
                <c:pt idx="54395">
                  <c:v>0.62957175925839692</c:v>
                </c:pt>
                <c:pt idx="54396">
                  <c:v>0.62958333332790062</c:v>
                </c:pt>
                <c:pt idx="54397">
                  <c:v>0.62959490740468027</c:v>
                </c:pt>
                <c:pt idx="54398">
                  <c:v>0.62960648148145992</c:v>
                </c:pt>
                <c:pt idx="54399">
                  <c:v>0.62961805555096362</c:v>
                </c:pt>
                <c:pt idx="54400">
                  <c:v>0.62962962962774327</c:v>
                </c:pt>
                <c:pt idx="54401">
                  <c:v>0.62964120370452292</c:v>
                </c:pt>
                <c:pt idx="54402">
                  <c:v>0.62965277777402662</c:v>
                </c:pt>
                <c:pt idx="54403">
                  <c:v>0.62966435185080627</c:v>
                </c:pt>
                <c:pt idx="54404">
                  <c:v>0.62967592592030996</c:v>
                </c:pt>
                <c:pt idx="54405">
                  <c:v>0.62968749999708962</c:v>
                </c:pt>
                <c:pt idx="54406">
                  <c:v>0.62969907407386927</c:v>
                </c:pt>
                <c:pt idx="54407">
                  <c:v>0.62971064814337296</c:v>
                </c:pt>
                <c:pt idx="54408">
                  <c:v>0.62972222222015262</c:v>
                </c:pt>
                <c:pt idx="54409">
                  <c:v>0.62973379629693227</c:v>
                </c:pt>
                <c:pt idx="54410">
                  <c:v>0.62974537036643596</c:v>
                </c:pt>
                <c:pt idx="54411">
                  <c:v>0.62975694444321562</c:v>
                </c:pt>
                <c:pt idx="54412">
                  <c:v>0.62976851851271931</c:v>
                </c:pt>
                <c:pt idx="54413">
                  <c:v>0.62978009258949896</c:v>
                </c:pt>
                <c:pt idx="54414">
                  <c:v>0.62979166666627862</c:v>
                </c:pt>
                <c:pt idx="54415">
                  <c:v>0.62980324073578231</c:v>
                </c:pt>
                <c:pt idx="54416">
                  <c:v>0.62981481481256196</c:v>
                </c:pt>
                <c:pt idx="54417">
                  <c:v>0.62982638888934162</c:v>
                </c:pt>
                <c:pt idx="54418">
                  <c:v>0.62983796295884531</c:v>
                </c:pt>
                <c:pt idx="54419">
                  <c:v>0.62984953703562496</c:v>
                </c:pt>
                <c:pt idx="54420">
                  <c:v>0.62986111111240461</c:v>
                </c:pt>
                <c:pt idx="54421">
                  <c:v>0.62987268518190831</c:v>
                </c:pt>
                <c:pt idx="54422">
                  <c:v>0.62988425925868796</c:v>
                </c:pt>
                <c:pt idx="54423">
                  <c:v>0.62989583332819166</c:v>
                </c:pt>
                <c:pt idx="54424">
                  <c:v>0.62990740740497131</c:v>
                </c:pt>
                <c:pt idx="54425">
                  <c:v>0.62991898148175096</c:v>
                </c:pt>
                <c:pt idx="54426">
                  <c:v>0.62993055555125466</c:v>
                </c:pt>
                <c:pt idx="54427">
                  <c:v>0.62994212962803431</c:v>
                </c:pt>
                <c:pt idx="54428">
                  <c:v>0.62995370370481396</c:v>
                </c:pt>
                <c:pt idx="54429">
                  <c:v>0.62996527777431766</c:v>
                </c:pt>
                <c:pt idx="54430">
                  <c:v>0.62997685185109731</c:v>
                </c:pt>
                <c:pt idx="54431">
                  <c:v>0.629988425920601</c:v>
                </c:pt>
                <c:pt idx="54432">
                  <c:v>0.62999999999738066</c:v>
                </c:pt>
                <c:pt idx="54433">
                  <c:v>0.63001157407416031</c:v>
                </c:pt>
                <c:pt idx="54434">
                  <c:v>0.630023148143664</c:v>
                </c:pt>
                <c:pt idx="54435">
                  <c:v>0.63003472222044365</c:v>
                </c:pt>
                <c:pt idx="54436">
                  <c:v>0.63004629629722331</c:v>
                </c:pt>
                <c:pt idx="54437">
                  <c:v>0.630057870366727</c:v>
                </c:pt>
                <c:pt idx="54438">
                  <c:v>0.63006944444350665</c:v>
                </c:pt>
                <c:pt idx="54439">
                  <c:v>0.63008101851301035</c:v>
                </c:pt>
                <c:pt idx="54440">
                  <c:v>0.63009259258979</c:v>
                </c:pt>
                <c:pt idx="54441">
                  <c:v>0.63010416666656965</c:v>
                </c:pt>
                <c:pt idx="54442">
                  <c:v>0.63011574073607335</c:v>
                </c:pt>
                <c:pt idx="54443">
                  <c:v>0.630127314812853</c:v>
                </c:pt>
                <c:pt idx="54444">
                  <c:v>0.63013888888963265</c:v>
                </c:pt>
                <c:pt idx="54445">
                  <c:v>0.63015046295913635</c:v>
                </c:pt>
                <c:pt idx="54446">
                  <c:v>0.630162037035916</c:v>
                </c:pt>
                <c:pt idx="54447">
                  <c:v>0.6301736111054197</c:v>
                </c:pt>
                <c:pt idx="54448">
                  <c:v>0.63018518518219935</c:v>
                </c:pt>
                <c:pt idx="54449">
                  <c:v>0.630196759258979</c:v>
                </c:pt>
                <c:pt idx="54450">
                  <c:v>0.63020833332848269</c:v>
                </c:pt>
                <c:pt idx="54451">
                  <c:v>0.63021990740526235</c:v>
                </c:pt>
                <c:pt idx="54452">
                  <c:v>0.630231481482042</c:v>
                </c:pt>
                <c:pt idx="54453">
                  <c:v>0.63024305555154569</c:v>
                </c:pt>
                <c:pt idx="54454">
                  <c:v>0.63025462962832535</c:v>
                </c:pt>
                <c:pt idx="54455">
                  <c:v>0.63026620369782904</c:v>
                </c:pt>
                <c:pt idx="54456">
                  <c:v>0.63027777777460869</c:v>
                </c:pt>
                <c:pt idx="54457">
                  <c:v>0.63028935185138835</c:v>
                </c:pt>
                <c:pt idx="54458">
                  <c:v>0.63030092592089204</c:v>
                </c:pt>
                <c:pt idx="54459">
                  <c:v>0.63031249999767169</c:v>
                </c:pt>
                <c:pt idx="54460">
                  <c:v>0.63032407407445135</c:v>
                </c:pt>
                <c:pt idx="54461">
                  <c:v>0.63033564814395504</c:v>
                </c:pt>
                <c:pt idx="54462">
                  <c:v>0.63034722222073469</c:v>
                </c:pt>
                <c:pt idx="54463">
                  <c:v>0.63035879629751435</c:v>
                </c:pt>
                <c:pt idx="54464">
                  <c:v>0.63037037036701804</c:v>
                </c:pt>
                <c:pt idx="54465">
                  <c:v>0.63038194444379769</c:v>
                </c:pt>
                <c:pt idx="54466">
                  <c:v>0.63039351851330139</c:v>
                </c:pt>
                <c:pt idx="54467">
                  <c:v>0.63040509259008104</c:v>
                </c:pt>
                <c:pt idx="54468">
                  <c:v>0.63041666666686069</c:v>
                </c:pt>
                <c:pt idx="54469">
                  <c:v>0.63042824073636439</c:v>
                </c:pt>
                <c:pt idx="54470">
                  <c:v>0.63043981481314404</c:v>
                </c:pt>
                <c:pt idx="54471">
                  <c:v>0.63045138888992369</c:v>
                </c:pt>
                <c:pt idx="54472">
                  <c:v>0.63046296295942739</c:v>
                </c:pt>
                <c:pt idx="54473">
                  <c:v>0.63047453703620704</c:v>
                </c:pt>
                <c:pt idx="54474">
                  <c:v>0.63048611110571073</c:v>
                </c:pt>
                <c:pt idx="54475">
                  <c:v>0.63049768518249039</c:v>
                </c:pt>
                <c:pt idx="54476">
                  <c:v>0.63050925925927004</c:v>
                </c:pt>
                <c:pt idx="54477">
                  <c:v>0.63052083332877373</c:v>
                </c:pt>
                <c:pt idx="54478">
                  <c:v>0.63053240740555339</c:v>
                </c:pt>
                <c:pt idx="54479">
                  <c:v>0.63054398148233304</c:v>
                </c:pt>
                <c:pt idx="54480">
                  <c:v>0.63055555555183673</c:v>
                </c:pt>
                <c:pt idx="54481">
                  <c:v>0.63056712962861639</c:v>
                </c:pt>
                <c:pt idx="54482">
                  <c:v>0.63057870369812008</c:v>
                </c:pt>
                <c:pt idx="54483">
                  <c:v>0.63059027777489973</c:v>
                </c:pt>
                <c:pt idx="54484">
                  <c:v>0.63060185185167938</c:v>
                </c:pt>
                <c:pt idx="54485">
                  <c:v>0.63061342592118308</c:v>
                </c:pt>
                <c:pt idx="54486">
                  <c:v>0.63062499999796273</c:v>
                </c:pt>
                <c:pt idx="54487">
                  <c:v>0.63063657407474238</c:v>
                </c:pt>
                <c:pt idx="54488">
                  <c:v>0.63064814814424608</c:v>
                </c:pt>
                <c:pt idx="54489">
                  <c:v>0.63065972222102573</c:v>
                </c:pt>
                <c:pt idx="54490">
                  <c:v>0.63067129629052943</c:v>
                </c:pt>
                <c:pt idx="54491">
                  <c:v>0.63068287036730908</c:v>
                </c:pt>
                <c:pt idx="54492">
                  <c:v>0.63069444444408873</c:v>
                </c:pt>
                <c:pt idx="54493">
                  <c:v>0.63070601851359243</c:v>
                </c:pt>
                <c:pt idx="54494">
                  <c:v>0.63071759259037208</c:v>
                </c:pt>
                <c:pt idx="54495">
                  <c:v>0.63072916666715173</c:v>
                </c:pt>
                <c:pt idx="54496">
                  <c:v>0.63074074073665543</c:v>
                </c:pt>
                <c:pt idx="54497">
                  <c:v>0.63075231481343508</c:v>
                </c:pt>
                <c:pt idx="54498">
                  <c:v>0.63076388889021473</c:v>
                </c:pt>
                <c:pt idx="54499">
                  <c:v>0.63077546295971842</c:v>
                </c:pt>
                <c:pt idx="54500">
                  <c:v>0.63078703703649808</c:v>
                </c:pt>
                <c:pt idx="54501">
                  <c:v>0.63079861110600177</c:v>
                </c:pt>
                <c:pt idx="54502">
                  <c:v>0.63081018518278142</c:v>
                </c:pt>
                <c:pt idx="54503">
                  <c:v>0.63082175925956108</c:v>
                </c:pt>
                <c:pt idx="54504">
                  <c:v>0.63083333332906477</c:v>
                </c:pt>
                <c:pt idx="54505">
                  <c:v>0.63084490740584442</c:v>
                </c:pt>
                <c:pt idx="54506">
                  <c:v>0.63085648148262408</c:v>
                </c:pt>
                <c:pt idx="54507">
                  <c:v>0.63086805555212777</c:v>
                </c:pt>
                <c:pt idx="54508">
                  <c:v>0.63087962962890742</c:v>
                </c:pt>
                <c:pt idx="54509">
                  <c:v>0.63089120369841112</c:v>
                </c:pt>
                <c:pt idx="54510">
                  <c:v>0.63090277777519077</c:v>
                </c:pt>
                <c:pt idx="54511">
                  <c:v>0.63091435185197042</c:v>
                </c:pt>
                <c:pt idx="54512">
                  <c:v>0.63092592592147412</c:v>
                </c:pt>
                <c:pt idx="54513">
                  <c:v>0.63093749999825377</c:v>
                </c:pt>
                <c:pt idx="54514">
                  <c:v>0.63094907407503342</c:v>
                </c:pt>
                <c:pt idx="54515">
                  <c:v>0.63096064814453712</c:v>
                </c:pt>
                <c:pt idx="54516">
                  <c:v>0.63097222222131677</c:v>
                </c:pt>
                <c:pt idx="54517">
                  <c:v>0.63098379629082046</c:v>
                </c:pt>
                <c:pt idx="54518">
                  <c:v>0.63099537036760012</c:v>
                </c:pt>
                <c:pt idx="54519">
                  <c:v>0.63100694444437977</c:v>
                </c:pt>
                <c:pt idx="54520">
                  <c:v>0.63101851851388346</c:v>
                </c:pt>
                <c:pt idx="54521">
                  <c:v>0.63103009259066312</c:v>
                </c:pt>
                <c:pt idx="54522">
                  <c:v>0.63104166666744277</c:v>
                </c:pt>
                <c:pt idx="54523">
                  <c:v>0.63105324073694646</c:v>
                </c:pt>
                <c:pt idx="54524">
                  <c:v>0.63106481481372612</c:v>
                </c:pt>
                <c:pt idx="54525">
                  <c:v>0.63107638888322981</c:v>
                </c:pt>
                <c:pt idx="54526">
                  <c:v>0.63108796296000946</c:v>
                </c:pt>
                <c:pt idx="54527">
                  <c:v>0.63109953703678912</c:v>
                </c:pt>
                <c:pt idx="54528">
                  <c:v>0.63111111110629281</c:v>
                </c:pt>
                <c:pt idx="54529">
                  <c:v>0.63112268518307246</c:v>
                </c:pt>
                <c:pt idx="54530">
                  <c:v>0.63113425925985212</c:v>
                </c:pt>
                <c:pt idx="54531">
                  <c:v>0.63114583332935581</c:v>
                </c:pt>
                <c:pt idx="54532">
                  <c:v>0.63115740740613546</c:v>
                </c:pt>
                <c:pt idx="54533">
                  <c:v>0.63116898147563916</c:v>
                </c:pt>
                <c:pt idx="54534">
                  <c:v>0.63118055555241881</c:v>
                </c:pt>
                <c:pt idx="54535">
                  <c:v>0.63119212962919846</c:v>
                </c:pt>
                <c:pt idx="54536">
                  <c:v>0.63120370369870216</c:v>
                </c:pt>
                <c:pt idx="54537">
                  <c:v>0.63121527777548181</c:v>
                </c:pt>
                <c:pt idx="54538">
                  <c:v>0.63122685185226146</c:v>
                </c:pt>
                <c:pt idx="54539">
                  <c:v>0.63123842592176516</c:v>
                </c:pt>
                <c:pt idx="54540">
                  <c:v>0.63124999999854481</c:v>
                </c:pt>
                <c:pt idx="54541">
                  <c:v>0.63126157407532446</c:v>
                </c:pt>
                <c:pt idx="54542">
                  <c:v>0.63127314814482816</c:v>
                </c:pt>
                <c:pt idx="54543">
                  <c:v>0.63128472222160781</c:v>
                </c:pt>
                <c:pt idx="54544">
                  <c:v>0.6312962962911115</c:v>
                </c:pt>
                <c:pt idx="54545">
                  <c:v>0.63130787036789116</c:v>
                </c:pt>
                <c:pt idx="54546">
                  <c:v>0.63131944444467081</c:v>
                </c:pt>
                <c:pt idx="54547">
                  <c:v>0.6313310185141745</c:v>
                </c:pt>
                <c:pt idx="54548">
                  <c:v>0.63134259259095415</c:v>
                </c:pt>
                <c:pt idx="54549">
                  <c:v>0.63135416666773381</c:v>
                </c:pt>
                <c:pt idx="54550">
                  <c:v>0.6313657407372375</c:v>
                </c:pt>
                <c:pt idx="54551">
                  <c:v>0.63137731481401715</c:v>
                </c:pt>
                <c:pt idx="54552">
                  <c:v>0.63138888888352085</c:v>
                </c:pt>
                <c:pt idx="54553">
                  <c:v>0.6314004629603005</c:v>
                </c:pt>
                <c:pt idx="54554">
                  <c:v>0.63141203703708015</c:v>
                </c:pt>
                <c:pt idx="54555">
                  <c:v>0.63142361110658385</c:v>
                </c:pt>
                <c:pt idx="54556">
                  <c:v>0.6314351851833635</c:v>
                </c:pt>
                <c:pt idx="54557">
                  <c:v>0.63144675926014315</c:v>
                </c:pt>
                <c:pt idx="54558">
                  <c:v>0.63145833332964685</c:v>
                </c:pt>
                <c:pt idx="54559">
                  <c:v>0.6314699074064265</c:v>
                </c:pt>
                <c:pt idx="54560">
                  <c:v>0.6314814814759302</c:v>
                </c:pt>
                <c:pt idx="54561">
                  <c:v>0.63149305555270985</c:v>
                </c:pt>
                <c:pt idx="54562">
                  <c:v>0.6315046296294895</c:v>
                </c:pt>
                <c:pt idx="54563">
                  <c:v>0.63151620369899319</c:v>
                </c:pt>
                <c:pt idx="54564">
                  <c:v>0.63152777777577285</c:v>
                </c:pt>
                <c:pt idx="54565">
                  <c:v>0.6315393518525525</c:v>
                </c:pt>
                <c:pt idx="54566">
                  <c:v>0.63155092592205619</c:v>
                </c:pt>
                <c:pt idx="54567">
                  <c:v>0.63156249999883585</c:v>
                </c:pt>
                <c:pt idx="54568">
                  <c:v>0.63157407406833954</c:v>
                </c:pt>
                <c:pt idx="54569">
                  <c:v>0.63158564814511919</c:v>
                </c:pt>
                <c:pt idx="54570">
                  <c:v>0.63159722222189885</c:v>
                </c:pt>
                <c:pt idx="54571">
                  <c:v>0.63160879629140254</c:v>
                </c:pt>
                <c:pt idx="54572">
                  <c:v>0.63162037036818219</c:v>
                </c:pt>
                <c:pt idx="54573">
                  <c:v>0.63163194444496185</c:v>
                </c:pt>
                <c:pt idx="54574">
                  <c:v>0.63164351851446554</c:v>
                </c:pt>
                <c:pt idx="54575">
                  <c:v>0.63165509259124519</c:v>
                </c:pt>
                <c:pt idx="54576">
                  <c:v>0.63166666666074889</c:v>
                </c:pt>
                <c:pt idx="54577">
                  <c:v>0.63167824073752854</c:v>
                </c:pt>
                <c:pt idx="54578">
                  <c:v>0.63168981481430819</c:v>
                </c:pt>
                <c:pt idx="54579">
                  <c:v>0.63170138888381189</c:v>
                </c:pt>
                <c:pt idx="54580">
                  <c:v>0.63171296296059154</c:v>
                </c:pt>
                <c:pt idx="54581">
                  <c:v>0.63172453703737119</c:v>
                </c:pt>
                <c:pt idx="54582">
                  <c:v>0.63173611110687489</c:v>
                </c:pt>
                <c:pt idx="54583">
                  <c:v>0.63174768518365454</c:v>
                </c:pt>
                <c:pt idx="54584">
                  <c:v>0.63175925926043419</c:v>
                </c:pt>
                <c:pt idx="54585">
                  <c:v>0.63177083332993789</c:v>
                </c:pt>
                <c:pt idx="54586">
                  <c:v>0.63178240740671754</c:v>
                </c:pt>
                <c:pt idx="54587">
                  <c:v>0.63179398147622123</c:v>
                </c:pt>
                <c:pt idx="54588">
                  <c:v>0.63180555555300089</c:v>
                </c:pt>
                <c:pt idx="54589">
                  <c:v>0.63181712962978054</c:v>
                </c:pt>
                <c:pt idx="54590">
                  <c:v>0.63182870369928423</c:v>
                </c:pt>
                <c:pt idx="54591">
                  <c:v>0.63184027777606389</c:v>
                </c:pt>
                <c:pt idx="54592">
                  <c:v>0.63185185185284354</c:v>
                </c:pt>
                <c:pt idx="54593">
                  <c:v>0.63186342592234723</c:v>
                </c:pt>
                <c:pt idx="54594">
                  <c:v>0.63187499999912689</c:v>
                </c:pt>
                <c:pt idx="54595">
                  <c:v>0.63188657406863058</c:v>
                </c:pt>
                <c:pt idx="54596">
                  <c:v>0.63189814814541023</c:v>
                </c:pt>
                <c:pt idx="54597">
                  <c:v>0.63190972222218988</c:v>
                </c:pt>
                <c:pt idx="54598">
                  <c:v>0.63192129629169358</c:v>
                </c:pt>
                <c:pt idx="54599">
                  <c:v>0.63193287036847323</c:v>
                </c:pt>
                <c:pt idx="54600">
                  <c:v>0.63194444444525288</c:v>
                </c:pt>
                <c:pt idx="54601">
                  <c:v>0.63195601851475658</c:v>
                </c:pt>
                <c:pt idx="54602">
                  <c:v>0.63196759259153623</c:v>
                </c:pt>
                <c:pt idx="54603">
                  <c:v>0.63197916666103993</c:v>
                </c:pt>
                <c:pt idx="54604">
                  <c:v>0.63199074073781958</c:v>
                </c:pt>
                <c:pt idx="54605">
                  <c:v>0.63200231481459923</c:v>
                </c:pt>
                <c:pt idx="54606">
                  <c:v>0.63201388888410293</c:v>
                </c:pt>
                <c:pt idx="54607">
                  <c:v>0.63202546296088258</c:v>
                </c:pt>
                <c:pt idx="54608">
                  <c:v>0.63203703703766223</c:v>
                </c:pt>
                <c:pt idx="54609">
                  <c:v>0.63204861110716593</c:v>
                </c:pt>
                <c:pt idx="54610">
                  <c:v>0.63206018518394558</c:v>
                </c:pt>
                <c:pt idx="54611">
                  <c:v>0.63207175925344927</c:v>
                </c:pt>
                <c:pt idx="54612">
                  <c:v>0.63208333333022892</c:v>
                </c:pt>
                <c:pt idx="54613">
                  <c:v>0.63209490740700858</c:v>
                </c:pt>
                <c:pt idx="54614">
                  <c:v>0.63210648147651227</c:v>
                </c:pt>
                <c:pt idx="54615">
                  <c:v>0.63211805555329192</c:v>
                </c:pt>
                <c:pt idx="54616">
                  <c:v>0.63212962963007158</c:v>
                </c:pt>
                <c:pt idx="54617">
                  <c:v>0.63214120369957527</c:v>
                </c:pt>
                <c:pt idx="54618">
                  <c:v>0.63215277777635492</c:v>
                </c:pt>
                <c:pt idx="54619">
                  <c:v>0.63216435185313458</c:v>
                </c:pt>
                <c:pt idx="54620">
                  <c:v>0.63217592592263827</c:v>
                </c:pt>
                <c:pt idx="54621">
                  <c:v>0.63218749999941792</c:v>
                </c:pt>
                <c:pt idx="54622">
                  <c:v>0.63219907406892162</c:v>
                </c:pt>
                <c:pt idx="54623">
                  <c:v>0.63221064814570127</c:v>
                </c:pt>
                <c:pt idx="54624">
                  <c:v>0.63222222222248092</c:v>
                </c:pt>
                <c:pt idx="54625">
                  <c:v>0.63223379629198462</c:v>
                </c:pt>
                <c:pt idx="54626">
                  <c:v>0.63224537036876427</c:v>
                </c:pt>
                <c:pt idx="54627">
                  <c:v>0.63225694444554392</c:v>
                </c:pt>
                <c:pt idx="54628">
                  <c:v>0.63226851851504762</c:v>
                </c:pt>
                <c:pt idx="54629">
                  <c:v>0.63228009259182727</c:v>
                </c:pt>
                <c:pt idx="54630">
                  <c:v>0.63229166666133096</c:v>
                </c:pt>
                <c:pt idx="54631">
                  <c:v>0.63230324073811062</c:v>
                </c:pt>
                <c:pt idx="54632">
                  <c:v>0.63231481481489027</c:v>
                </c:pt>
                <c:pt idx="54633">
                  <c:v>0.63232638888439396</c:v>
                </c:pt>
                <c:pt idx="54634">
                  <c:v>0.63233796296117362</c:v>
                </c:pt>
                <c:pt idx="54635">
                  <c:v>0.63234953703795327</c:v>
                </c:pt>
                <c:pt idx="54636">
                  <c:v>0.63236111110745696</c:v>
                </c:pt>
                <c:pt idx="54637">
                  <c:v>0.63237268518423662</c:v>
                </c:pt>
                <c:pt idx="54638">
                  <c:v>0.63238425925374031</c:v>
                </c:pt>
                <c:pt idx="54639">
                  <c:v>0.63239583333051996</c:v>
                </c:pt>
                <c:pt idx="54640">
                  <c:v>0.63240740740729962</c:v>
                </c:pt>
                <c:pt idx="54641">
                  <c:v>0.63241898147680331</c:v>
                </c:pt>
                <c:pt idx="54642">
                  <c:v>0.63243055555358296</c:v>
                </c:pt>
                <c:pt idx="54643">
                  <c:v>0.63244212963036261</c:v>
                </c:pt>
                <c:pt idx="54644">
                  <c:v>0.63245370369986631</c:v>
                </c:pt>
                <c:pt idx="54645">
                  <c:v>0.63246527777664596</c:v>
                </c:pt>
                <c:pt idx="54646">
                  <c:v>0.63247685184614966</c:v>
                </c:pt>
                <c:pt idx="54647">
                  <c:v>0.63248842592292931</c:v>
                </c:pt>
                <c:pt idx="54648">
                  <c:v>0.63249999999970896</c:v>
                </c:pt>
                <c:pt idx="54649">
                  <c:v>0.63251157406921266</c:v>
                </c:pt>
                <c:pt idx="54650">
                  <c:v>0.63252314814599231</c:v>
                </c:pt>
                <c:pt idx="54651">
                  <c:v>0.63253472222277196</c:v>
                </c:pt>
                <c:pt idx="54652">
                  <c:v>0.63254629629227566</c:v>
                </c:pt>
                <c:pt idx="54653">
                  <c:v>0.63255787036905531</c:v>
                </c:pt>
                <c:pt idx="54654">
                  <c:v>0.632569444438559</c:v>
                </c:pt>
                <c:pt idx="54655">
                  <c:v>0.63258101851533866</c:v>
                </c:pt>
                <c:pt idx="54656">
                  <c:v>0.63259259259211831</c:v>
                </c:pt>
                <c:pt idx="54657">
                  <c:v>0.632604166661622</c:v>
                </c:pt>
                <c:pt idx="54658">
                  <c:v>0.63261574073840166</c:v>
                </c:pt>
                <c:pt idx="54659">
                  <c:v>0.63262731481518131</c:v>
                </c:pt>
                <c:pt idx="54660">
                  <c:v>0.632638888884685</c:v>
                </c:pt>
                <c:pt idx="54661">
                  <c:v>0.63265046296146465</c:v>
                </c:pt>
                <c:pt idx="54662">
                  <c:v>0.63266203703824431</c:v>
                </c:pt>
                <c:pt idx="54663">
                  <c:v>0.632673611107748</c:v>
                </c:pt>
                <c:pt idx="54664">
                  <c:v>0.63268518518452765</c:v>
                </c:pt>
                <c:pt idx="54665">
                  <c:v>0.63269675925403135</c:v>
                </c:pt>
                <c:pt idx="54666">
                  <c:v>0.632708333330811</c:v>
                </c:pt>
                <c:pt idx="54667">
                  <c:v>0.63271990740759065</c:v>
                </c:pt>
                <c:pt idx="54668">
                  <c:v>0.63273148147709435</c:v>
                </c:pt>
                <c:pt idx="54669">
                  <c:v>0.632743055553874</c:v>
                </c:pt>
                <c:pt idx="54670">
                  <c:v>0.63275462963065365</c:v>
                </c:pt>
                <c:pt idx="54671">
                  <c:v>0.63276620370015735</c:v>
                </c:pt>
                <c:pt idx="54672">
                  <c:v>0.632777777776937</c:v>
                </c:pt>
                <c:pt idx="54673">
                  <c:v>0.6327893518464407</c:v>
                </c:pt>
                <c:pt idx="54674">
                  <c:v>0.63280092592322035</c:v>
                </c:pt>
                <c:pt idx="54675">
                  <c:v>0.6328125</c:v>
                </c:pt>
                <c:pt idx="54676">
                  <c:v>0.63282407406950369</c:v>
                </c:pt>
                <c:pt idx="54677">
                  <c:v>0.63283564814628335</c:v>
                </c:pt>
                <c:pt idx="54678">
                  <c:v>0.632847222223063</c:v>
                </c:pt>
                <c:pt idx="54679">
                  <c:v>0.63285879629256669</c:v>
                </c:pt>
                <c:pt idx="54680">
                  <c:v>0.63287037036934635</c:v>
                </c:pt>
                <c:pt idx="54681">
                  <c:v>0.63288194443885004</c:v>
                </c:pt>
                <c:pt idx="54682">
                  <c:v>0.63289351851562969</c:v>
                </c:pt>
                <c:pt idx="54683">
                  <c:v>0.63290509259240935</c:v>
                </c:pt>
                <c:pt idx="54684">
                  <c:v>0.63291666666191304</c:v>
                </c:pt>
                <c:pt idx="54685">
                  <c:v>0.63292824073869269</c:v>
                </c:pt>
                <c:pt idx="54686">
                  <c:v>0.63293981481547235</c:v>
                </c:pt>
                <c:pt idx="54687">
                  <c:v>0.63295138888497604</c:v>
                </c:pt>
                <c:pt idx="54688">
                  <c:v>0.63296296296175569</c:v>
                </c:pt>
                <c:pt idx="54689">
                  <c:v>0.63297453703125939</c:v>
                </c:pt>
                <c:pt idx="54690">
                  <c:v>0.63298611110803904</c:v>
                </c:pt>
                <c:pt idx="54691">
                  <c:v>0.63299768518481869</c:v>
                </c:pt>
                <c:pt idx="54692">
                  <c:v>0.63300925925432239</c:v>
                </c:pt>
                <c:pt idx="54693">
                  <c:v>0.63302083333110204</c:v>
                </c:pt>
                <c:pt idx="54694">
                  <c:v>0.63303240740788169</c:v>
                </c:pt>
                <c:pt idx="54695">
                  <c:v>0.63304398147738539</c:v>
                </c:pt>
                <c:pt idx="54696">
                  <c:v>0.63305555555416504</c:v>
                </c:pt>
                <c:pt idx="54697">
                  <c:v>0.63306712963094469</c:v>
                </c:pt>
                <c:pt idx="54698">
                  <c:v>0.63307870370044839</c:v>
                </c:pt>
                <c:pt idx="54699">
                  <c:v>0.63309027777722804</c:v>
                </c:pt>
                <c:pt idx="54700">
                  <c:v>0.63310185184673173</c:v>
                </c:pt>
                <c:pt idx="54701">
                  <c:v>0.63311342592351139</c:v>
                </c:pt>
                <c:pt idx="54702">
                  <c:v>0.63312500000029104</c:v>
                </c:pt>
                <c:pt idx="54703">
                  <c:v>0.63313657406979473</c:v>
                </c:pt>
                <c:pt idx="54704">
                  <c:v>0.63314814814657439</c:v>
                </c:pt>
                <c:pt idx="54705">
                  <c:v>0.63315972222335404</c:v>
                </c:pt>
                <c:pt idx="54706">
                  <c:v>0.63317129629285773</c:v>
                </c:pt>
                <c:pt idx="54707">
                  <c:v>0.63318287036963739</c:v>
                </c:pt>
                <c:pt idx="54708">
                  <c:v>0.63319444443914108</c:v>
                </c:pt>
                <c:pt idx="54709">
                  <c:v>0.63320601851592073</c:v>
                </c:pt>
                <c:pt idx="54710">
                  <c:v>0.63321759259270038</c:v>
                </c:pt>
                <c:pt idx="54711">
                  <c:v>0.63322916666220408</c:v>
                </c:pt>
                <c:pt idx="54712">
                  <c:v>0.63324074073898373</c:v>
                </c:pt>
                <c:pt idx="54713">
                  <c:v>0.63325231481576338</c:v>
                </c:pt>
                <c:pt idx="54714">
                  <c:v>0.63326388888526708</c:v>
                </c:pt>
                <c:pt idx="54715">
                  <c:v>0.63327546296204673</c:v>
                </c:pt>
                <c:pt idx="54716">
                  <c:v>0.63328703703155043</c:v>
                </c:pt>
                <c:pt idx="54717">
                  <c:v>0.63329861110833008</c:v>
                </c:pt>
                <c:pt idx="54718">
                  <c:v>0.63331018518510973</c:v>
                </c:pt>
                <c:pt idx="54719">
                  <c:v>0.63332175925461343</c:v>
                </c:pt>
                <c:pt idx="54720">
                  <c:v>0.63333333333139308</c:v>
                </c:pt>
                <c:pt idx="54721">
                  <c:v>0.63334490740817273</c:v>
                </c:pt>
                <c:pt idx="54722">
                  <c:v>0.63335648147767643</c:v>
                </c:pt>
                <c:pt idx="54723">
                  <c:v>0.63336805555445608</c:v>
                </c:pt>
                <c:pt idx="54724">
                  <c:v>0.63337962962395977</c:v>
                </c:pt>
                <c:pt idx="54725">
                  <c:v>0.63339120370073942</c:v>
                </c:pt>
                <c:pt idx="54726">
                  <c:v>0.63340277777751908</c:v>
                </c:pt>
                <c:pt idx="54727">
                  <c:v>0.63341435184702277</c:v>
                </c:pt>
                <c:pt idx="54728">
                  <c:v>0.63342592592380242</c:v>
                </c:pt>
                <c:pt idx="54729">
                  <c:v>0.63343750000058208</c:v>
                </c:pt>
                <c:pt idx="54730">
                  <c:v>0.63344907407008577</c:v>
                </c:pt>
                <c:pt idx="54731">
                  <c:v>0.63346064814686542</c:v>
                </c:pt>
                <c:pt idx="54732">
                  <c:v>0.63347222221636912</c:v>
                </c:pt>
                <c:pt idx="54733">
                  <c:v>0.63348379629314877</c:v>
                </c:pt>
                <c:pt idx="54734">
                  <c:v>0.63349537036992842</c:v>
                </c:pt>
                <c:pt idx="54735">
                  <c:v>0.63350694443943212</c:v>
                </c:pt>
                <c:pt idx="54736">
                  <c:v>0.63351851851621177</c:v>
                </c:pt>
                <c:pt idx="54737">
                  <c:v>0.63353009259299142</c:v>
                </c:pt>
                <c:pt idx="54738">
                  <c:v>0.63354166666249512</c:v>
                </c:pt>
                <c:pt idx="54739">
                  <c:v>0.63355324073927477</c:v>
                </c:pt>
                <c:pt idx="54740">
                  <c:v>0.63356481481605442</c:v>
                </c:pt>
                <c:pt idx="54741">
                  <c:v>0.63357638888555812</c:v>
                </c:pt>
                <c:pt idx="54742">
                  <c:v>0.63358796296233777</c:v>
                </c:pt>
                <c:pt idx="54743">
                  <c:v>0.63359953703184146</c:v>
                </c:pt>
                <c:pt idx="54744">
                  <c:v>0.63361111110862112</c:v>
                </c:pt>
                <c:pt idx="54745">
                  <c:v>0.63362268518540077</c:v>
                </c:pt>
                <c:pt idx="54746">
                  <c:v>0.63363425925490446</c:v>
                </c:pt>
                <c:pt idx="54747">
                  <c:v>0.63364583333168412</c:v>
                </c:pt>
                <c:pt idx="54748">
                  <c:v>0.63365740740846377</c:v>
                </c:pt>
                <c:pt idx="54749">
                  <c:v>0.63366898147796746</c:v>
                </c:pt>
                <c:pt idx="54750">
                  <c:v>0.63368055555474712</c:v>
                </c:pt>
                <c:pt idx="54751">
                  <c:v>0.63369212962425081</c:v>
                </c:pt>
                <c:pt idx="54752">
                  <c:v>0.63370370370103046</c:v>
                </c:pt>
                <c:pt idx="54753">
                  <c:v>0.63371527777781012</c:v>
                </c:pt>
                <c:pt idx="54754">
                  <c:v>0.63372685184731381</c:v>
                </c:pt>
                <c:pt idx="54755">
                  <c:v>0.63373842592409346</c:v>
                </c:pt>
                <c:pt idx="54756">
                  <c:v>0.63375000000087311</c:v>
                </c:pt>
                <c:pt idx="54757">
                  <c:v>0.63376157407037681</c:v>
                </c:pt>
                <c:pt idx="54758">
                  <c:v>0.63377314814715646</c:v>
                </c:pt>
                <c:pt idx="54759">
                  <c:v>0.63378472221666016</c:v>
                </c:pt>
                <c:pt idx="54760">
                  <c:v>0.63379629629343981</c:v>
                </c:pt>
                <c:pt idx="54761">
                  <c:v>0.63380787037021946</c:v>
                </c:pt>
                <c:pt idx="54762">
                  <c:v>0.63381944443972316</c:v>
                </c:pt>
                <c:pt idx="54763">
                  <c:v>0.63383101851650281</c:v>
                </c:pt>
                <c:pt idx="54764">
                  <c:v>0.63384259259328246</c:v>
                </c:pt>
                <c:pt idx="54765">
                  <c:v>0.63385416666278616</c:v>
                </c:pt>
                <c:pt idx="54766">
                  <c:v>0.63386574073956581</c:v>
                </c:pt>
                <c:pt idx="54767">
                  <c:v>0.6338773148090695</c:v>
                </c:pt>
                <c:pt idx="54768">
                  <c:v>0.63388888888584916</c:v>
                </c:pt>
                <c:pt idx="54769">
                  <c:v>0.63390046296262881</c:v>
                </c:pt>
                <c:pt idx="54770">
                  <c:v>0.6339120370321325</c:v>
                </c:pt>
                <c:pt idx="54771">
                  <c:v>0.63392361110891216</c:v>
                </c:pt>
                <c:pt idx="54772">
                  <c:v>0.63393518518569181</c:v>
                </c:pt>
                <c:pt idx="54773">
                  <c:v>0.6339467592551955</c:v>
                </c:pt>
                <c:pt idx="54774">
                  <c:v>0.63395833333197515</c:v>
                </c:pt>
                <c:pt idx="54775">
                  <c:v>0.63396990740147885</c:v>
                </c:pt>
                <c:pt idx="54776">
                  <c:v>0.6339814814782585</c:v>
                </c:pt>
                <c:pt idx="54777">
                  <c:v>0.63399305555503815</c:v>
                </c:pt>
                <c:pt idx="54778">
                  <c:v>0.63400462962454185</c:v>
                </c:pt>
                <c:pt idx="54779">
                  <c:v>0.6340162037013215</c:v>
                </c:pt>
                <c:pt idx="54780">
                  <c:v>0.63402777777810115</c:v>
                </c:pt>
                <c:pt idx="54781">
                  <c:v>0.63403935184760485</c:v>
                </c:pt>
                <c:pt idx="54782">
                  <c:v>0.6340509259243845</c:v>
                </c:pt>
                <c:pt idx="54783">
                  <c:v>0.63406250000116415</c:v>
                </c:pt>
                <c:pt idx="54784">
                  <c:v>0.63407407407066785</c:v>
                </c:pt>
                <c:pt idx="54785">
                  <c:v>0.6340856481474475</c:v>
                </c:pt>
                <c:pt idx="54786">
                  <c:v>0.6340972222169512</c:v>
                </c:pt>
                <c:pt idx="54787">
                  <c:v>0.63410879629373085</c:v>
                </c:pt>
                <c:pt idx="54788">
                  <c:v>0.6341203703705105</c:v>
                </c:pt>
                <c:pt idx="54789">
                  <c:v>0.63413194444001419</c:v>
                </c:pt>
                <c:pt idx="54790">
                  <c:v>0.63414351851679385</c:v>
                </c:pt>
                <c:pt idx="54791">
                  <c:v>0.6341550925935735</c:v>
                </c:pt>
                <c:pt idx="54792">
                  <c:v>0.63416666666307719</c:v>
                </c:pt>
                <c:pt idx="54793">
                  <c:v>0.63417824073985685</c:v>
                </c:pt>
                <c:pt idx="54794">
                  <c:v>0.63418981480936054</c:v>
                </c:pt>
                <c:pt idx="54795">
                  <c:v>0.63420138888614019</c:v>
                </c:pt>
                <c:pt idx="54796">
                  <c:v>0.63421296296291985</c:v>
                </c:pt>
                <c:pt idx="54797">
                  <c:v>0.63422453703242354</c:v>
                </c:pt>
                <c:pt idx="54798">
                  <c:v>0.63423611110920319</c:v>
                </c:pt>
                <c:pt idx="54799">
                  <c:v>0.63424768518598285</c:v>
                </c:pt>
                <c:pt idx="54800">
                  <c:v>0.63425925925548654</c:v>
                </c:pt>
                <c:pt idx="54801">
                  <c:v>0.63427083333226619</c:v>
                </c:pt>
                <c:pt idx="54802">
                  <c:v>0.63428240740176989</c:v>
                </c:pt>
                <c:pt idx="54803">
                  <c:v>0.63429398147854954</c:v>
                </c:pt>
                <c:pt idx="54804">
                  <c:v>0.63430555555532919</c:v>
                </c:pt>
                <c:pt idx="54805">
                  <c:v>0.63431712962483289</c:v>
                </c:pt>
                <c:pt idx="54806">
                  <c:v>0.63432870370161254</c:v>
                </c:pt>
                <c:pt idx="54807">
                  <c:v>0.63434027777839219</c:v>
                </c:pt>
                <c:pt idx="54808">
                  <c:v>0.63435185184789589</c:v>
                </c:pt>
                <c:pt idx="54809">
                  <c:v>0.63436342592467554</c:v>
                </c:pt>
                <c:pt idx="54810">
                  <c:v>0.63437499999417923</c:v>
                </c:pt>
                <c:pt idx="54811">
                  <c:v>0.63438657407095889</c:v>
                </c:pt>
                <c:pt idx="54812">
                  <c:v>0.63439814814773854</c:v>
                </c:pt>
                <c:pt idx="54813">
                  <c:v>0.63440972221724223</c:v>
                </c:pt>
                <c:pt idx="54814">
                  <c:v>0.63442129629402189</c:v>
                </c:pt>
                <c:pt idx="54815">
                  <c:v>0.63443287037080154</c:v>
                </c:pt>
                <c:pt idx="54816">
                  <c:v>0.63444444444030523</c:v>
                </c:pt>
                <c:pt idx="54817">
                  <c:v>0.63445601851708489</c:v>
                </c:pt>
                <c:pt idx="54818">
                  <c:v>0.63446759259386454</c:v>
                </c:pt>
                <c:pt idx="54819">
                  <c:v>0.63447916666336823</c:v>
                </c:pt>
                <c:pt idx="54820">
                  <c:v>0.63449074074014788</c:v>
                </c:pt>
                <c:pt idx="54821">
                  <c:v>0.63450231480965158</c:v>
                </c:pt>
                <c:pt idx="54822">
                  <c:v>0.63451388888643123</c:v>
                </c:pt>
                <c:pt idx="54823">
                  <c:v>0.63452546296321088</c:v>
                </c:pt>
                <c:pt idx="54824">
                  <c:v>0.63453703703271458</c:v>
                </c:pt>
                <c:pt idx="54825">
                  <c:v>0.63454861110949423</c:v>
                </c:pt>
                <c:pt idx="54826">
                  <c:v>0.63456018518627388</c:v>
                </c:pt>
                <c:pt idx="54827">
                  <c:v>0.63457175925577758</c:v>
                </c:pt>
                <c:pt idx="54828">
                  <c:v>0.63458333333255723</c:v>
                </c:pt>
                <c:pt idx="54829">
                  <c:v>0.63459490740206093</c:v>
                </c:pt>
                <c:pt idx="54830">
                  <c:v>0.63460648147884058</c:v>
                </c:pt>
                <c:pt idx="54831">
                  <c:v>0.63461805555562023</c:v>
                </c:pt>
                <c:pt idx="54832">
                  <c:v>0.63462962962512393</c:v>
                </c:pt>
                <c:pt idx="54833">
                  <c:v>0.63464120370190358</c:v>
                </c:pt>
                <c:pt idx="54834">
                  <c:v>0.63465277777868323</c:v>
                </c:pt>
                <c:pt idx="54835">
                  <c:v>0.63466435184818693</c:v>
                </c:pt>
                <c:pt idx="54836">
                  <c:v>0.63467592592496658</c:v>
                </c:pt>
                <c:pt idx="54837">
                  <c:v>0.63468749999447027</c:v>
                </c:pt>
                <c:pt idx="54838">
                  <c:v>0.63469907407124992</c:v>
                </c:pt>
                <c:pt idx="54839">
                  <c:v>0.63471064814802958</c:v>
                </c:pt>
                <c:pt idx="54840">
                  <c:v>0.63472222221753327</c:v>
                </c:pt>
                <c:pt idx="54841">
                  <c:v>0.63473379629431292</c:v>
                </c:pt>
                <c:pt idx="54842">
                  <c:v>0.63474537037109258</c:v>
                </c:pt>
                <c:pt idx="54843">
                  <c:v>0.63475694444059627</c:v>
                </c:pt>
                <c:pt idx="54844">
                  <c:v>0.63476851851737592</c:v>
                </c:pt>
                <c:pt idx="54845">
                  <c:v>0.63478009258687962</c:v>
                </c:pt>
                <c:pt idx="54846">
                  <c:v>0.63479166666365927</c:v>
                </c:pt>
                <c:pt idx="54847">
                  <c:v>0.63480324074043892</c:v>
                </c:pt>
                <c:pt idx="54848">
                  <c:v>0.63481481480994262</c:v>
                </c:pt>
                <c:pt idx="54849">
                  <c:v>0.63482638888672227</c:v>
                </c:pt>
                <c:pt idx="54850">
                  <c:v>0.63483796296350192</c:v>
                </c:pt>
                <c:pt idx="54851">
                  <c:v>0.63484953703300562</c:v>
                </c:pt>
                <c:pt idx="54852">
                  <c:v>0.63486111110978527</c:v>
                </c:pt>
                <c:pt idx="54853">
                  <c:v>0.63487268517928896</c:v>
                </c:pt>
                <c:pt idx="54854">
                  <c:v>0.63488425925606862</c:v>
                </c:pt>
                <c:pt idx="54855">
                  <c:v>0.63489583333284827</c:v>
                </c:pt>
                <c:pt idx="54856">
                  <c:v>0.63490740740235196</c:v>
                </c:pt>
                <c:pt idx="54857">
                  <c:v>0.63491898147913162</c:v>
                </c:pt>
                <c:pt idx="54858">
                  <c:v>0.63493055555591127</c:v>
                </c:pt>
                <c:pt idx="54859">
                  <c:v>0.63494212962541496</c:v>
                </c:pt>
                <c:pt idx="54860">
                  <c:v>0.63495370370219462</c:v>
                </c:pt>
                <c:pt idx="54861">
                  <c:v>0.63496527777897427</c:v>
                </c:pt>
                <c:pt idx="54862">
                  <c:v>0.63497685184847796</c:v>
                </c:pt>
                <c:pt idx="54863">
                  <c:v>0.63498842592525762</c:v>
                </c:pt>
                <c:pt idx="54864">
                  <c:v>0.63499999999476131</c:v>
                </c:pt>
                <c:pt idx="54865">
                  <c:v>0.63501157407154096</c:v>
                </c:pt>
                <c:pt idx="54866">
                  <c:v>0.63502314814832062</c:v>
                </c:pt>
                <c:pt idx="54867">
                  <c:v>0.63503472221782431</c:v>
                </c:pt>
                <c:pt idx="54868">
                  <c:v>0.63504629629460396</c:v>
                </c:pt>
                <c:pt idx="54869">
                  <c:v>0.63505787037138361</c:v>
                </c:pt>
                <c:pt idx="54870">
                  <c:v>0.63506944444088731</c:v>
                </c:pt>
                <c:pt idx="54871">
                  <c:v>0.63508101851766696</c:v>
                </c:pt>
                <c:pt idx="54872">
                  <c:v>0.63509259258717066</c:v>
                </c:pt>
                <c:pt idx="54873">
                  <c:v>0.63510416666395031</c:v>
                </c:pt>
                <c:pt idx="54874">
                  <c:v>0.63511574074072996</c:v>
                </c:pt>
                <c:pt idx="54875">
                  <c:v>0.63512731481023366</c:v>
                </c:pt>
                <c:pt idx="54876">
                  <c:v>0.63513888888701331</c:v>
                </c:pt>
                <c:pt idx="54877">
                  <c:v>0.63515046296379296</c:v>
                </c:pt>
                <c:pt idx="54878">
                  <c:v>0.63516203703329666</c:v>
                </c:pt>
                <c:pt idx="54879">
                  <c:v>0.63517361111007631</c:v>
                </c:pt>
                <c:pt idx="54880">
                  <c:v>0.63518518517958</c:v>
                </c:pt>
                <c:pt idx="54881">
                  <c:v>0.63519675925635966</c:v>
                </c:pt>
                <c:pt idx="54882">
                  <c:v>0.63520833333313931</c:v>
                </c:pt>
                <c:pt idx="54883">
                  <c:v>0.635219907402643</c:v>
                </c:pt>
                <c:pt idx="54884">
                  <c:v>0.63523148147942265</c:v>
                </c:pt>
                <c:pt idx="54885">
                  <c:v>0.63524305555620231</c:v>
                </c:pt>
                <c:pt idx="54886">
                  <c:v>0.635254629625706</c:v>
                </c:pt>
                <c:pt idx="54887">
                  <c:v>0.63526620370248565</c:v>
                </c:pt>
                <c:pt idx="54888">
                  <c:v>0.63527777777198935</c:v>
                </c:pt>
                <c:pt idx="54889">
                  <c:v>0.635289351848769</c:v>
                </c:pt>
                <c:pt idx="54890">
                  <c:v>0.63530092592554865</c:v>
                </c:pt>
                <c:pt idx="54891">
                  <c:v>0.63531249999505235</c:v>
                </c:pt>
                <c:pt idx="54892">
                  <c:v>0.635324074071832</c:v>
                </c:pt>
                <c:pt idx="54893">
                  <c:v>0.63533564814861165</c:v>
                </c:pt>
                <c:pt idx="54894">
                  <c:v>0.63534722221811535</c:v>
                </c:pt>
                <c:pt idx="54895">
                  <c:v>0.635358796294895</c:v>
                </c:pt>
                <c:pt idx="54896">
                  <c:v>0.63537037037167465</c:v>
                </c:pt>
                <c:pt idx="54897">
                  <c:v>0.63538194444117835</c:v>
                </c:pt>
                <c:pt idx="54898">
                  <c:v>0.635393518517958</c:v>
                </c:pt>
                <c:pt idx="54899">
                  <c:v>0.6354050925874617</c:v>
                </c:pt>
                <c:pt idx="54900">
                  <c:v>0.63541666666424135</c:v>
                </c:pt>
                <c:pt idx="54901">
                  <c:v>0.635428240741021</c:v>
                </c:pt>
                <c:pt idx="54902">
                  <c:v>0.63543981481052469</c:v>
                </c:pt>
                <c:pt idx="54903">
                  <c:v>0.63545138888730435</c:v>
                </c:pt>
                <c:pt idx="54904">
                  <c:v>0.635462962964084</c:v>
                </c:pt>
                <c:pt idx="54905">
                  <c:v>0.63547453703358769</c:v>
                </c:pt>
                <c:pt idx="54906">
                  <c:v>0.63548611111036735</c:v>
                </c:pt>
                <c:pt idx="54907">
                  <c:v>0.63549768517987104</c:v>
                </c:pt>
                <c:pt idx="54908">
                  <c:v>0.63550925925665069</c:v>
                </c:pt>
                <c:pt idx="54909">
                  <c:v>0.63552083333343035</c:v>
                </c:pt>
                <c:pt idx="54910">
                  <c:v>0.63553240740293404</c:v>
                </c:pt>
                <c:pt idx="54911">
                  <c:v>0.63554398147971369</c:v>
                </c:pt>
                <c:pt idx="54912">
                  <c:v>0.63555555555649335</c:v>
                </c:pt>
                <c:pt idx="54913">
                  <c:v>0.63556712962599704</c:v>
                </c:pt>
                <c:pt idx="54914">
                  <c:v>0.63557870370277669</c:v>
                </c:pt>
                <c:pt idx="54915">
                  <c:v>0.63559027777228039</c:v>
                </c:pt>
                <c:pt idx="54916">
                  <c:v>0.63560185184906004</c:v>
                </c:pt>
                <c:pt idx="54917">
                  <c:v>0.63561342592583969</c:v>
                </c:pt>
                <c:pt idx="54918">
                  <c:v>0.63562499999534339</c:v>
                </c:pt>
                <c:pt idx="54919">
                  <c:v>0.63563657407212304</c:v>
                </c:pt>
                <c:pt idx="54920">
                  <c:v>0.63564814814890269</c:v>
                </c:pt>
                <c:pt idx="54921">
                  <c:v>0.63565972221840639</c:v>
                </c:pt>
                <c:pt idx="54922">
                  <c:v>0.63567129629518604</c:v>
                </c:pt>
                <c:pt idx="54923">
                  <c:v>0.63568287036468973</c:v>
                </c:pt>
                <c:pt idx="54924">
                  <c:v>0.63569444444146939</c:v>
                </c:pt>
                <c:pt idx="54925">
                  <c:v>0.63570601851824904</c:v>
                </c:pt>
                <c:pt idx="54926">
                  <c:v>0.63571759258775273</c:v>
                </c:pt>
                <c:pt idx="54927">
                  <c:v>0.63572916666453239</c:v>
                </c:pt>
                <c:pt idx="54928">
                  <c:v>0.63574074074131204</c:v>
                </c:pt>
                <c:pt idx="54929">
                  <c:v>0.63575231481081573</c:v>
                </c:pt>
                <c:pt idx="54930">
                  <c:v>0.63576388888759539</c:v>
                </c:pt>
                <c:pt idx="54931">
                  <c:v>0.63577546295709908</c:v>
                </c:pt>
                <c:pt idx="54932">
                  <c:v>0.63578703703387873</c:v>
                </c:pt>
                <c:pt idx="54933">
                  <c:v>0.63579861111065838</c:v>
                </c:pt>
                <c:pt idx="54934">
                  <c:v>0.63581018518016208</c:v>
                </c:pt>
                <c:pt idx="54935">
                  <c:v>0.63582175925694173</c:v>
                </c:pt>
                <c:pt idx="54936">
                  <c:v>0.63583333333372138</c:v>
                </c:pt>
                <c:pt idx="54937">
                  <c:v>0.63584490740322508</c:v>
                </c:pt>
                <c:pt idx="54938">
                  <c:v>0.63585648148000473</c:v>
                </c:pt>
                <c:pt idx="54939">
                  <c:v>0.63586805555678438</c:v>
                </c:pt>
                <c:pt idx="54940">
                  <c:v>0.63587962962628808</c:v>
                </c:pt>
                <c:pt idx="54941">
                  <c:v>0.63589120370306773</c:v>
                </c:pt>
                <c:pt idx="54942">
                  <c:v>0.63590277777257143</c:v>
                </c:pt>
                <c:pt idx="54943">
                  <c:v>0.63591435184935108</c:v>
                </c:pt>
                <c:pt idx="54944">
                  <c:v>0.63592592592613073</c:v>
                </c:pt>
                <c:pt idx="54945">
                  <c:v>0.63593749999563443</c:v>
                </c:pt>
                <c:pt idx="54946">
                  <c:v>0.63594907407241408</c:v>
                </c:pt>
                <c:pt idx="54947">
                  <c:v>0.63596064814919373</c:v>
                </c:pt>
                <c:pt idx="54948">
                  <c:v>0.63597222221869742</c:v>
                </c:pt>
                <c:pt idx="54949">
                  <c:v>0.63598379629547708</c:v>
                </c:pt>
                <c:pt idx="54950">
                  <c:v>0.63599537036498077</c:v>
                </c:pt>
                <c:pt idx="54951">
                  <c:v>0.63600694444176042</c:v>
                </c:pt>
                <c:pt idx="54952">
                  <c:v>0.63601851851854008</c:v>
                </c:pt>
                <c:pt idx="54953">
                  <c:v>0.63603009258804377</c:v>
                </c:pt>
                <c:pt idx="54954">
                  <c:v>0.63604166666482342</c:v>
                </c:pt>
                <c:pt idx="54955">
                  <c:v>0.63605324074160308</c:v>
                </c:pt>
                <c:pt idx="54956">
                  <c:v>0.63606481481110677</c:v>
                </c:pt>
                <c:pt idx="54957">
                  <c:v>0.63607638888788642</c:v>
                </c:pt>
                <c:pt idx="54958">
                  <c:v>0.63608796295739012</c:v>
                </c:pt>
                <c:pt idx="54959">
                  <c:v>0.63609953703416977</c:v>
                </c:pt>
                <c:pt idx="54960">
                  <c:v>0.63611111111094942</c:v>
                </c:pt>
                <c:pt idx="54961">
                  <c:v>0.63612268518045312</c:v>
                </c:pt>
                <c:pt idx="54962">
                  <c:v>0.63613425925723277</c:v>
                </c:pt>
                <c:pt idx="54963">
                  <c:v>0.63614583333401242</c:v>
                </c:pt>
                <c:pt idx="54964">
                  <c:v>0.63615740740351612</c:v>
                </c:pt>
                <c:pt idx="54965">
                  <c:v>0.63616898148029577</c:v>
                </c:pt>
                <c:pt idx="54966">
                  <c:v>0.63618055554979946</c:v>
                </c:pt>
                <c:pt idx="54967">
                  <c:v>0.63619212962657912</c:v>
                </c:pt>
                <c:pt idx="54968">
                  <c:v>0.63620370370335877</c:v>
                </c:pt>
                <c:pt idx="54969">
                  <c:v>0.63621527777286246</c:v>
                </c:pt>
                <c:pt idx="54970">
                  <c:v>0.63622685184964212</c:v>
                </c:pt>
                <c:pt idx="54971">
                  <c:v>0.63623842592642177</c:v>
                </c:pt>
                <c:pt idx="54972">
                  <c:v>0.63624999999592546</c:v>
                </c:pt>
                <c:pt idx="54973">
                  <c:v>0.63626157407270512</c:v>
                </c:pt>
                <c:pt idx="54974">
                  <c:v>0.63627314814948477</c:v>
                </c:pt>
                <c:pt idx="54975">
                  <c:v>0.63628472221898846</c:v>
                </c:pt>
                <c:pt idx="54976">
                  <c:v>0.63629629629576812</c:v>
                </c:pt>
                <c:pt idx="54977">
                  <c:v>0.63630787036527181</c:v>
                </c:pt>
                <c:pt idx="54978">
                  <c:v>0.63631944444205146</c:v>
                </c:pt>
                <c:pt idx="54979">
                  <c:v>0.63633101851883112</c:v>
                </c:pt>
                <c:pt idx="54980">
                  <c:v>0.63634259258833481</c:v>
                </c:pt>
                <c:pt idx="54981">
                  <c:v>0.63635416666511446</c:v>
                </c:pt>
                <c:pt idx="54982">
                  <c:v>0.63636574074189411</c:v>
                </c:pt>
                <c:pt idx="54983">
                  <c:v>0.63637731481139781</c:v>
                </c:pt>
                <c:pt idx="54984">
                  <c:v>0.63638888888817746</c:v>
                </c:pt>
                <c:pt idx="54985">
                  <c:v>0.63640046295768116</c:v>
                </c:pt>
                <c:pt idx="54986">
                  <c:v>0.63641203703446081</c:v>
                </c:pt>
                <c:pt idx="54987">
                  <c:v>0.63642361111124046</c:v>
                </c:pt>
                <c:pt idx="54988">
                  <c:v>0.63643518518074416</c:v>
                </c:pt>
                <c:pt idx="54989">
                  <c:v>0.63644675925752381</c:v>
                </c:pt>
                <c:pt idx="54990">
                  <c:v>0.63645833333430346</c:v>
                </c:pt>
                <c:pt idx="54991">
                  <c:v>0.63646990740380716</c:v>
                </c:pt>
                <c:pt idx="54992">
                  <c:v>0.63648148148058681</c:v>
                </c:pt>
                <c:pt idx="54993">
                  <c:v>0.6364930555500905</c:v>
                </c:pt>
                <c:pt idx="54994">
                  <c:v>0.63650462962687016</c:v>
                </c:pt>
                <c:pt idx="54995">
                  <c:v>0.63651620370364981</c:v>
                </c:pt>
                <c:pt idx="54996">
                  <c:v>0.6365277777731535</c:v>
                </c:pt>
                <c:pt idx="54997">
                  <c:v>0.63653935184993315</c:v>
                </c:pt>
                <c:pt idx="54998">
                  <c:v>0.63655092592671281</c:v>
                </c:pt>
                <c:pt idx="54999">
                  <c:v>0.6365624999962165</c:v>
                </c:pt>
                <c:pt idx="55000">
                  <c:v>0.63657407407299615</c:v>
                </c:pt>
                <c:pt idx="55001">
                  <c:v>0.63658564814249985</c:v>
                </c:pt>
                <c:pt idx="55002">
                  <c:v>0.6365972222192795</c:v>
                </c:pt>
                <c:pt idx="55003">
                  <c:v>0.63660879629605915</c:v>
                </c:pt>
                <c:pt idx="55004">
                  <c:v>0.63662037036556285</c:v>
                </c:pt>
                <c:pt idx="55005">
                  <c:v>0.6366319444423425</c:v>
                </c:pt>
                <c:pt idx="55006">
                  <c:v>0.63664351851912215</c:v>
                </c:pt>
                <c:pt idx="55007">
                  <c:v>0.63665509258862585</c:v>
                </c:pt>
                <c:pt idx="55008">
                  <c:v>0.6366666666654055</c:v>
                </c:pt>
                <c:pt idx="55009">
                  <c:v>0.6366782407349092</c:v>
                </c:pt>
                <c:pt idx="55010">
                  <c:v>0.63668981481168885</c:v>
                </c:pt>
                <c:pt idx="55011">
                  <c:v>0.6367013888884685</c:v>
                </c:pt>
                <c:pt idx="55012">
                  <c:v>0.63671296295797219</c:v>
                </c:pt>
                <c:pt idx="55013">
                  <c:v>0.63672453703475185</c:v>
                </c:pt>
                <c:pt idx="55014">
                  <c:v>0.6367361111115315</c:v>
                </c:pt>
                <c:pt idx="55015">
                  <c:v>0.63674768518103519</c:v>
                </c:pt>
                <c:pt idx="55016">
                  <c:v>0.63675925925781485</c:v>
                </c:pt>
                <c:pt idx="55017">
                  <c:v>0.6367708333345945</c:v>
                </c:pt>
                <c:pt idx="55018">
                  <c:v>0.63678240740409819</c:v>
                </c:pt>
                <c:pt idx="55019">
                  <c:v>0.63679398148087785</c:v>
                </c:pt>
                <c:pt idx="55020">
                  <c:v>0.63680555555038154</c:v>
                </c:pt>
                <c:pt idx="55021">
                  <c:v>0.63681712962716119</c:v>
                </c:pt>
                <c:pt idx="55022">
                  <c:v>0.63682870370394085</c:v>
                </c:pt>
                <c:pt idx="55023">
                  <c:v>0.63684027777344454</c:v>
                </c:pt>
                <c:pt idx="55024">
                  <c:v>0.63685185185022419</c:v>
                </c:pt>
                <c:pt idx="55025">
                  <c:v>0.63686342592700385</c:v>
                </c:pt>
                <c:pt idx="55026">
                  <c:v>0.63687499999650754</c:v>
                </c:pt>
                <c:pt idx="55027">
                  <c:v>0.63688657407328719</c:v>
                </c:pt>
                <c:pt idx="55028">
                  <c:v>0.63689814814279089</c:v>
                </c:pt>
                <c:pt idx="55029">
                  <c:v>0.63690972221957054</c:v>
                </c:pt>
                <c:pt idx="55030">
                  <c:v>0.63692129629635019</c:v>
                </c:pt>
                <c:pt idx="55031">
                  <c:v>0.63693287036585389</c:v>
                </c:pt>
                <c:pt idx="55032">
                  <c:v>0.63694444444263354</c:v>
                </c:pt>
                <c:pt idx="55033">
                  <c:v>0.63695601851941319</c:v>
                </c:pt>
                <c:pt idx="55034">
                  <c:v>0.63696759258891689</c:v>
                </c:pt>
                <c:pt idx="55035">
                  <c:v>0.63697916666569654</c:v>
                </c:pt>
                <c:pt idx="55036">
                  <c:v>0.63699074073520023</c:v>
                </c:pt>
                <c:pt idx="55037">
                  <c:v>0.63700231481197989</c:v>
                </c:pt>
                <c:pt idx="55038">
                  <c:v>0.63701388888875954</c:v>
                </c:pt>
                <c:pt idx="55039">
                  <c:v>0.63702546295826323</c:v>
                </c:pt>
                <c:pt idx="55040">
                  <c:v>0.63703703703504289</c:v>
                </c:pt>
                <c:pt idx="55041">
                  <c:v>0.63704861111182254</c:v>
                </c:pt>
                <c:pt idx="55042">
                  <c:v>0.63706018518132623</c:v>
                </c:pt>
                <c:pt idx="55043">
                  <c:v>0.63707175925810589</c:v>
                </c:pt>
                <c:pt idx="55044">
                  <c:v>0.63708333332760958</c:v>
                </c:pt>
                <c:pt idx="55045">
                  <c:v>0.63709490740438923</c:v>
                </c:pt>
                <c:pt idx="55046">
                  <c:v>0.63710648148116888</c:v>
                </c:pt>
                <c:pt idx="55047">
                  <c:v>0.63711805555067258</c:v>
                </c:pt>
                <c:pt idx="55048">
                  <c:v>0.63712962962745223</c:v>
                </c:pt>
                <c:pt idx="55049">
                  <c:v>0.63714120370423188</c:v>
                </c:pt>
                <c:pt idx="55050">
                  <c:v>0.63715277777373558</c:v>
                </c:pt>
                <c:pt idx="55051">
                  <c:v>0.63716435185051523</c:v>
                </c:pt>
                <c:pt idx="55052">
                  <c:v>0.63717592592001893</c:v>
                </c:pt>
                <c:pt idx="55053">
                  <c:v>0.63718749999679858</c:v>
                </c:pt>
                <c:pt idx="55054">
                  <c:v>0.63719907407357823</c:v>
                </c:pt>
                <c:pt idx="55055">
                  <c:v>0.63721064814308193</c:v>
                </c:pt>
                <c:pt idx="55056">
                  <c:v>0.63722222221986158</c:v>
                </c:pt>
                <c:pt idx="55057">
                  <c:v>0.63723379629664123</c:v>
                </c:pt>
                <c:pt idx="55058">
                  <c:v>0.63724537036614493</c:v>
                </c:pt>
                <c:pt idx="55059">
                  <c:v>0.63725694444292458</c:v>
                </c:pt>
                <c:pt idx="55060">
                  <c:v>0.63726851851970423</c:v>
                </c:pt>
                <c:pt idx="55061">
                  <c:v>0.63728009258920792</c:v>
                </c:pt>
                <c:pt idx="55062">
                  <c:v>0.63729166666598758</c:v>
                </c:pt>
                <c:pt idx="55063">
                  <c:v>0.63730324073549127</c:v>
                </c:pt>
                <c:pt idx="55064">
                  <c:v>0.63731481481227092</c:v>
                </c:pt>
                <c:pt idx="55065">
                  <c:v>0.63732638888905058</c:v>
                </c:pt>
                <c:pt idx="55066">
                  <c:v>0.63733796295855427</c:v>
                </c:pt>
                <c:pt idx="55067">
                  <c:v>0.63734953703533392</c:v>
                </c:pt>
                <c:pt idx="55068">
                  <c:v>0.63736111111211358</c:v>
                </c:pt>
                <c:pt idx="55069">
                  <c:v>0.63737268518161727</c:v>
                </c:pt>
                <c:pt idx="55070">
                  <c:v>0.63738425925839692</c:v>
                </c:pt>
                <c:pt idx="55071">
                  <c:v>0.63739583332790062</c:v>
                </c:pt>
                <c:pt idx="55072">
                  <c:v>0.63740740740468027</c:v>
                </c:pt>
                <c:pt idx="55073">
                  <c:v>0.63741898148145992</c:v>
                </c:pt>
                <c:pt idx="55074">
                  <c:v>0.63743055555096362</c:v>
                </c:pt>
                <c:pt idx="55075">
                  <c:v>0.63744212962774327</c:v>
                </c:pt>
                <c:pt idx="55076">
                  <c:v>0.63745370370452292</c:v>
                </c:pt>
                <c:pt idx="55077">
                  <c:v>0.63746527777402662</c:v>
                </c:pt>
                <c:pt idx="55078">
                  <c:v>0.63747685185080627</c:v>
                </c:pt>
                <c:pt idx="55079">
                  <c:v>0.63748842592030996</c:v>
                </c:pt>
                <c:pt idx="55080">
                  <c:v>0.63749999999708962</c:v>
                </c:pt>
                <c:pt idx="55081">
                  <c:v>0.63751157407386927</c:v>
                </c:pt>
                <c:pt idx="55082">
                  <c:v>0.63752314814337296</c:v>
                </c:pt>
                <c:pt idx="55083">
                  <c:v>0.63753472222015262</c:v>
                </c:pt>
                <c:pt idx="55084">
                  <c:v>0.63754629629693227</c:v>
                </c:pt>
                <c:pt idx="55085">
                  <c:v>0.63755787036643596</c:v>
                </c:pt>
                <c:pt idx="55086">
                  <c:v>0.63756944444321562</c:v>
                </c:pt>
                <c:pt idx="55087">
                  <c:v>0.63758101851271931</c:v>
                </c:pt>
                <c:pt idx="55088">
                  <c:v>0.63759259258949896</c:v>
                </c:pt>
                <c:pt idx="55089">
                  <c:v>0.63760416666627862</c:v>
                </c:pt>
                <c:pt idx="55090">
                  <c:v>0.63761574073578231</c:v>
                </c:pt>
                <c:pt idx="55091">
                  <c:v>0.63762731481256196</c:v>
                </c:pt>
                <c:pt idx="55092">
                  <c:v>0.63763888888934162</c:v>
                </c:pt>
                <c:pt idx="55093">
                  <c:v>0.63765046295884531</c:v>
                </c:pt>
                <c:pt idx="55094">
                  <c:v>0.63766203703562496</c:v>
                </c:pt>
                <c:pt idx="55095">
                  <c:v>0.63767361111240461</c:v>
                </c:pt>
                <c:pt idx="55096">
                  <c:v>0.63768518518190831</c:v>
                </c:pt>
                <c:pt idx="55097">
                  <c:v>0.63769675925868796</c:v>
                </c:pt>
                <c:pt idx="55098">
                  <c:v>0.63770833332819166</c:v>
                </c:pt>
                <c:pt idx="55099">
                  <c:v>0.63771990740497131</c:v>
                </c:pt>
                <c:pt idx="55100">
                  <c:v>0.63773148148175096</c:v>
                </c:pt>
                <c:pt idx="55101">
                  <c:v>0.63774305555125466</c:v>
                </c:pt>
                <c:pt idx="55102">
                  <c:v>0.63775462962803431</c:v>
                </c:pt>
                <c:pt idx="55103">
                  <c:v>0.63776620370481396</c:v>
                </c:pt>
                <c:pt idx="55104">
                  <c:v>0.63777777777431766</c:v>
                </c:pt>
                <c:pt idx="55105">
                  <c:v>0.63778935185109731</c:v>
                </c:pt>
                <c:pt idx="55106">
                  <c:v>0.637800925920601</c:v>
                </c:pt>
                <c:pt idx="55107">
                  <c:v>0.63781249999738066</c:v>
                </c:pt>
                <c:pt idx="55108">
                  <c:v>0.63782407407416031</c:v>
                </c:pt>
                <c:pt idx="55109">
                  <c:v>0.637835648143664</c:v>
                </c:pt>
                <c:pt idx="55110">
                  <c:v>0.63784722222044365</c:v>
                </c:pt>
                <c:pt idx="55111">
                  <c:v>0.63785879629722331</c:v>
                </c:pt>
                <c:pt idx="55112">
                  <c:v>0.637870370366727</c:v>
                </c:pt>
                <c:pt idx="55113">
                  <c:v>0.63788194444350665</c:v>
                </c:pt>
                <c:pt idx="55114">
                  <c:v>0.63789351851301035</c:v>
                </c:pt>
                <c:pt idx="55115">
                  <c:v>0.63790509258979</c:v>
                </c:pt>
                <c:pt idx="55116">
                  <c:v>0.63791666666656965</c:v>
                </c:pt>
                <c:pt idx="55117">
                  <c:v>0.63792824073607335</c:v>
                </c:pt>
                <c:pt idx="55118">
                  <c:v>0.637939814812853</c:v>
                </c:pt>
                <c:pt idx="55119">
                  <c:v>0.63795138888963265</c:v>
                </c:pt>
                <c:pt idx="55120">
                  <c:v>0.63796296295913635</c:v>
                </c:pt>
                <c:pt idx="55121">
                  <c:v>0.637974537035916</c:v>
                </c:pt>
                <c:pt idx="55122">
                  <c:v>0.6379861111054197</c:v>
                </c:pt>
                <c:pt idx="55123">
                  <c:v>0.63799768518219935</c:v>
                </c:pt>
                <c:pt idx="55124">
                  <c:v>0.638009259258979</c:v>
                </c:pt>
                <c:pt idx="55125">
                  <c:v>0.63802083332848269</c:v>
                </c:pt>
                <c:pt idx="55126">
                  <c:v>0.63803240740526235</c:v>
                </c:pt>
                <c:pt idx="55127">
                  <c:v>0.638043981482042</c:v>
                </c:pt>
                <c:pt idx="55128">
                  <c:v>0.63805555555154569</c:v>
                </c:pt>
                <c:pt idx="55129">
                  <c:v>0.63806712962832535</c:v>
                </c:pt>
                <c:pt idx="55130">
                  <c:v>0.63807870369782904</c:v>
                </c:pt>
                <c:pt idx="55131">
                  <c:v>0.63809027777460869</c:v>
                </c:pt>
                <c:pt idx="55132">
                  <c:v>0.63810185185138835</c:v>
                </c:pt>
                <c:pt idx="55133">
                  <c:v>0.63811342592089204</c:v>
                </c:pt>
                <c:pt idx="55134">
                  <c:v>0.63812499999767169</c:v>
                </c:pt>
                <c:pt idx="55135">
                  <c:v>0.63813657407445135</c:v>
                </c:pt>
                <c:pt idx="55136">
                  <c:v>0.63814814814395504</c:v>
                </c:pt>
                <c:pt idx="55137">
                  <c:v>0.63815972222073469</c:v>
                </c:pt>
                <c:pt idx="55138">
                  <c:v>0.63817129629751435</c:v>
                </c:pt>
                <c:pt idx="55139">
                  <c:v>0.63818287036701804</c:v>
                </c:pt>
                <c:pt idx="55140">
                  <c:v>0.63819444444379769</c:v>
                </c:pt>
                <c:pt idx="55141">
                  <c:v>0.63820601851330139</c:v>
                </c:pt>
                <c:pt idx="55142">
                  <c:v>0.63821759259008104</c:v>
                </c:pt>
                <c:pt idx="55143">
                  <c:v>0.63822916666686069</c:v>
                </c:pt>
                <c:pt idx="55144">
                  <c:v>0.63824074073636439</c:v>
                </c:pt>
                <c:pt idx="55145">
                  <c:v>0.63825231481314404</c:v>
                </c:pt>
                <c:pt idx="55146">
                  <c:v>0.63826388888992369</c:v>
                </c:pt>
                <c:pt idx="55147">
                  <c:v>0.63827546295942739</c:v>
                </c:pt>
                <c:pt idx="55148">
                  <c:v>0.63828703703620704</c:v>
                </c:pt>
                <c:pt idx="55149">
                  <c:v>0.63829861110571073</c:v>
                </c:pt>
                <c:pt idx="55150">
                  <c:v>0.63831018518249039</c:v>
                </c:pt>
                <c:pt idx="55151">
                  <c:v>0.63832175925927004</c:v>
                </c:pt>
                <c:pt idx="55152">
                  <c:v>0.63833333332877373</c:v>
                </c:pt>
                <c:pt idx="55153">
                  <c:v>0.63834490740555339</c:v>
                </c:pt>
                <c:pt idx="55154">
                  <c:v>0.63835648148233304</c:v>
                </c:pt>
                <c:pt idx="55155">
                  <c:v>0.63836805555183673</c:v>
                </c:pt>
                <c:pt idx="55156">
                  <c:v>0.63837962962861639</c:v>
                </c:pt>
                <c:pt idx="55157">
                  <c:v>0.63839120369812008</c:v>
                </c:pt>
                <c:pt idx="55158">
                  <c:v>0.63840277777489973</c:v>
                </c:pt>
                <c:pt idx="55159">
                  <c:v>0.63841435185167938</c:v>
                </c:pt>
                <c:pt idx="55160">
                  <c:v>0.63842592592118308</c:v>
                </c:pt>
                <c:pt idx="55161">
                  <c:v>0.63843749999796273</c:v>
                </c:pt>
                <c:pt idx="55162">
                  <c:v>0.63844907407474238</c:v>
                </c:pt>
                <c:pt idx="55163">
                  <c:v>0.63846064814424608</c:v>
                </c:pt>
                <c:pt idx="55164">
                  <c:v>0.63847222222102573</c:v>
                </c:pt>
                <c:pt idx="55165">
                  <c:v>0.63848379629052943</c:v>
                </c:pt>
                <c:pt idx="55166">
                  <c:v>0.63849537036730908</c:v>
                </c:pt>
                <c:pt idx="55167">
                  <c:v>0.63850694444408873</c:v>
                </c:pt>
                <c:pt idx="55168">
                  <c:v>0.63851851851359243</c:v>
                </c:pt>
                <c:pt idx="55169">
                  <c:v>0.63853009259037208</c:v>
                </c:pt>
                <c:pt idx="55170">
                  <c:v>0.63854166666715173</c:v>
                </c:pt>
                <c:pt idx="55171">
                  <c:v>0.63855324073665543</c:v>
                </c:pt>
                <c:pt idx="55172">
                  <c:v>0.63856481481343508</c:v>
                </c:pt>
                <c:pt idx="55173">
                  <c:v>0.63857638889021473</c:v>
                </c:pt>
                <c:pt idx="55174">
                  <c:v>0.63858796295971842</c:v>
                </c:pt>
                <c:pt idx="55175">
                  <c:v>0.63859953703649808</c:v>
                </c:pt>
                <c:pt idx="55176">
                  <c:v>0.63861111110600177</c:v>
                </c:pt>
                <c:pt idx="55177">
                  <c:v>0.63862268518278142</c:v>
                </c:pt>
                <c:pt idx="55178">
                  <c:v>0.63863425925956108</c:v>
                </c:pt>
                <c:pt idx="55179">
                  <c:v>0.63864583332906477</c:v>
                </c:pt>
                <c:pt idx="55180">
                  <c:v>0.63865740740584442</c:v>
                </c:pt>
                <c:pt idx="55181">
                  <c:v>0.63866898148262408</c:v>
                </c:pt>
                <c:pt idx="55182">
                  <c:v>0.63868055555212777</c:v>
                </c:pt>
                <c:pt idx="55183">
                  <c:v>0.63869212962890742</c:v>
                </c:pt>
                <c:pt idx="55184">
                  <c:v>0.63870370369841112</c:v>
                </c:pt>
                <c:pt idx="55185">
                  <c:v>0.63871527777519077</c:v>
                </c:pt>
                <c:pt idx="55186">
                  <c:v>0.63872685185197042</c:v>
                </c:pt>
                <c:pt idx="55187">
                  <c:v>0.63873842592147412</c:v>
                </c:pt>
                <c:pt idx="55188">
                  <c:v>0.63874999999825377</c:v>
                </c:pt>
                <c:pt idx="55189">
                  <c:v>0.63876157407503342</c:v>
                </c:pt>
                <c:pt idx="55190">
                  <c:v>0.63877314814453712</c:v>
                </c:pt>
                <c:pt idx="55191">
                  <c:v>0.63878472222131677</c:v>
                </c:pt>
                <c:pt idx="55192">
                  <c:v>0.63879629629082046</c:v>
                </c:pt>
                <c:pt idx="55193">
                  <c:v>0.63880787036760012</c:v>
                </c:pt>
                <c:pt idx="55194">
                  <c:v>0.63881944444437977</c:v>
                </c:pt>
                <c:pt idx="55195">
                  <c:v>0.63883101851388346</c:v>
                </c:pt>
                <c:pt idx="55196">
                  <c:v>0.63884259259066312</c:v>
                </c:pt>
                <c:pt idx="55197">
                  <c:v>0.63885416666744277</c:v>
                </c:pt>
                <c:pt idx="55198">
                  <c:v>0.63886574073694646</c:v>
                </c:pt>
                <c:pt idx="55199">
                  <c:v>0.63887731481372612</c:v>
                </c:pt>
                <c:pt idx="55200">
                  <c:v>0.63888888888322981</c:v>
                </c:pt>
                <c:pt idx="55201">
                  <c:v>0.63890046296000946</c:v>
                </c:pt>
                <c:pt idx="55202">
                  <c:v>0.63891203703678912</c:v>
                </c:pt>
                <c:pt idx="55203">
                  <c:v>0.63892361110629281</c:v>
                </c:pt>
                <c:pt idx="55204">
                  <c:v>0.63893518518307246</c:v>
                </c:pt>
                <c:pt idx="55205">
                  <c:v>0.63894675925985212</c:v>
                </c:pt>
                <c:pt idx="55206">
                  <c:v>0.63895833332935581</c:v>
                </c:pt>
                <c:pt idx="55207">
                  <c:v>0.63896990740613546</c:v>
                </c:pt>
                <c:pt idx="55208">
                  <c:v>0.63898148147563916</c:v>
                </c:pt>
                <c:pt idx="55209">
                  <c:v>0.63899305555241881</c:v>
                </c:pt>
                <c:pt idx="55210">
                  <c:v>0.63900462962919846</c:v>
                </c:pt>
                <c:pt idx="55211">
                  <c:v>0.63901620369870216</c:v>
                </c:pt>
                <c:pt idx="55212">
                  <c:v>0.63902777777548181</c:v>
                </c:pt>
                <c:pt idx="55213">
                  <c:v>0.63903935185226146</c:v>
                </c:pt>
                <c:pt idx="55214">
                  <c:v>0.63905092592176516</c:v>
                </c:pt>
                <c:pt idx="55215">
                  <c:v>0.63906249999854481</c:v>
                </c:pt>
                <c:pt idx="55216">
                  <c:v>0.63907407407532446</c:v>
                </c:pt>
                <c:pt idx="55217">
                  <c:v>0.63908564814482816</c:v>
                </c:pt>
                <c:pt idx="55218">
                  <c:v>0.63909722222160781</c:v>
                </c:pt>
                <c:pt idx="55219">
                  <c:v>0.6391087962911115</c:v>
                </c:pt>
                <c:pt idx="55220">
                  <c:v>0.63912037036789116</c:v>
                </c:pt>
                <c:pt idx="55221">
                  <c:v>0.63913194444467081</c:v>
                </c:pt>
                <c:pt idx="55222">
                  <c:v>0.6391435185141745</c:v>
                </c:pt>
                <c:pt idx="55223">
                  <c:v>0.63915509259095415</c:v>
                </c:pt>
                <c:pt idx="55224">
                  <c:v>0.63916666666773381</c:v>
                </c:pt>
                <c:pt idx="55225">
                  <c:v>0.6391782407372375</c:v>
                </c:pt>
                <c:pt idx="55226">
                  <c:v>0.63918981481401715</c:v>
                </c:pt>
                <c:pt idx="55227">
                  <c:v>0.63920138888352085</c:v>
                </c:pt>
                <c:pt idx="55228">
                  <c:v>0.6392129629603005</c:v>
                </c:pt>
                <c:pt idx="55229">
                  <c:v>0.63922453703708015</c:v>
                </c:pt>
                <c:pt idx="55230">
                  <c:v>0.63923611110658385</c:v>
                </c:pt>
                <c:pt idx="55231">
                  <c:v>0.6392476851833635</c:v>
                </c:pt>
                <c:pt idx="55232">
                  <c:v>0.63925925926014315</c:v>
                </c:pt>
                <c:pt idx="55233">
                  <c:v>0.63927083332964685</c:v>
                </c:pt>
                <c:pt idx="55234">
                  <c:v>0.6392824074064265</c:v>
                </c:pt>
                <c:pt idx="55235">
                  <c:v>0.6392939814759302</c:v>
                </c:pt>
                <c:pt idx="55236">
                  <c:v>0.63930555555270985</c:v>
                </c:pt>
                <c:pt idx="55237">
                  <c:v>0.6393171296294895</c:v>
                </c:pt>
                <c:pt idx="55238">
                  <c:v>0.63932870369899319</c:v>
                </c:pt>
                <c:pt idx="55239">
                  <c:v>0.63934027777577285</c:v>
                </c:pt>
                <c:pt idx="55240">
                  <c:v>0.6393518518525525</c:v>
                </c:pt>
                <c:pt idx="55241">
                  <c:v>0.63936342592205619</c:v>
                </c:pt>
                <c:pt idx="55242">
                  <c:v>0.63937499999883585</c:v>
                </c:pt>
                <c:pt idx="55243">
                  <c:v>0.63938657406833954</c:v>
                </c:pt>
                <c:pt idx="55244">
                  <c:v>0.63939814814511919</c:v>
                </c:pt>
                <c:pt idx="55245">
                  <c:v>0.63940972222189885</c:v>
                </c:pt>
                <c:pt idx="55246">
                  <c:v>0.63942129629140254</c:v>
                </c:pt>
                <c:pt idx="55247">
                  <c:v>0.63943287036818219</c:v>
                </c:pt>
                <c:pt idx="55248">
                  <c:v>0.63944444444496185</c:v>
                </c:pt>
                <c:pt idx="55249">
                  <c:v>0.63945601851446554</c:v>
                </c:pt>
                <c:pt idx="55250">
                  <c:v>0.63946759259124519</c:v>
                </c:pt>
                <c:pt idx="55251">
                  <c:v>0.63947916666074889</c:v>
                </c:pt>
                <c:pt idx="55252">
                  <c:v>0.63949074073752854</c:v>
                </c:pt>
                <c:pt idx="55253">
                  <c:v>0.63950231481430819</c:v>
                </c:pt>
                <c:pt idx="55254">
                  <c:v>0.63951388888381189</c:v>
                </c:pt>
                <c:pt idx="55255">
                  <c:v>0.63952546296059154</c:v>
                </c:pt>
                <c:pt idx="55256">
                  <c:v>0.63953703703737119</c:v>
                </c:pt>
                <c:pt idx="55257">
                  <c:v>0.63954861110687489</c:v>
                </c:pt>
                <c:pt idx="55258">
                  <c:v>0.63956018518365454</c:v>
                </c:pt>
                <c:pt idx="55259">
                  <c:v>0.63957175926043419</c:v>
                </c:pt>
                <c:pt idx="55260">
                  <c:v>0.63958333332993789</c:v>
                </c:pt>
                <c:pt idx="55261">
                  <c:v>0.63959490740671754</c:v>
                </c:pt>
                <c:pt idx="55262">
                  <c:v>0.63960648147622123</c:v>
                </c:pt>
                <c:pt idx="55263">
                  <c:v>0.63961805555300089</c:v>
                </c:pt>
                <c:pt idx="55264">
                  <c:v>0.63962962962978054</c:v>
                </c:pt>
                <c:pt idx="55265">
                  <c:v>0.63964120369928423</c:v>
                </c:pt>
                <c:pt idx="55266">
                  <c:v>0.63965277777606389</c:v>
                </c:pt>
                <c:pt idx="55267">
                  <c:v>0.63966435185284354</c:v>
                </c:pt>
                <c:pt idx="55268">
                  <c:v>0.63967592592234723</c:v>
                </c:pt>
                <c:pt idx="55269">
                  <c:v>0.63968749999912689</c:v>
                </c:pt>
                <c:pt idx="55270">
                  <c:v>0.63969907406863058</c:v>
                </c:pt>
                <c:pt idx="55271">
                  <c:v>0.63971064814541023</c:v>
                </c:pt>
                <c:pt idx="55272">
                  <c:v>0.63972222222218988</c:v>
                </c:pt>
                <c:pt idx="55273">
                  <c:v>0.63973379629169358</c:v>
                </c:pt>
                <c:pt idx="55274">
                  <c:v>0.63974537036847323</c:v>
                </c:pt>
                <c:pt idx="55275">
                  <c:v>0.63975694444525288</c:v>
                </c:pt>
                <c:pt idx="55276">
                  <c:v>0.63976851851475658</c:v>
                </c:pt>
                <c:pt idx="55277">
                  <c:v>0.63978009259153623</c:v>
                </c:pt>
                <c:pt idx="55278">
                  <c:v>0.63979166666103993</c:v>
                </c:pt>
                <c:pt idx="55279">
                  <c:v>0.63980324073781958</c:v>
                </c:pt>
                <c:pt idx="55280">
                  <c:v>0.63981481481459923</c:v>
                </c:pt>
                <c:pt idx="55281">
                  <c:v>0.63982638888410293</c:v>
                </c:pt>
                <c:pt idx="55282">
                  <c:v>0.63983796296088258</c:v>
                </c:pt>
                <c:pt idx="55283">
                  <c:v>0.63984953703766223</c:v>
                </c:pt>
                <c:pt idx="55284">
                  <c:v>0.63986111110716593</c:v>
                </c:pt>
                <c:pt idx="55285">
                  <c:v>0.63987268518394558</c:v>
                </c:pt>
                <c:pt idx="55286">
                  <c:v>0.63988425925344927</c:v>
                </c:pt>
                <c:pt idx="55287">
                  <c:v>0.63989583333022892</c:v>
                </c:pt>
                <c:pt idx="55288">
                  <c:v>0.63990740740700858</c:v>
                </c:pt>
                <c:pt idx="55289">
                  <c:v>0.63991898147651227</c:v>
                </c:pt>
                <c:pt idx="55290">
                  <c:v>0.63993055555329192</c:v>
                </c:pt>
                <c:pt idx="55291">
                  <c:v>0.63994212963007158</c:v>
                </c:pt>
                <c:pt idx="55292">
                  <c:v>0.63995370369957527</c:v>
                </c:pt>
                <c:pt idx="55293">
                  <c:v>0.63996527777635492</c:v>
                </c:pt>
                <c:pt idx="55294">
                  <c:v>0.63997685185313458</c:v>
                </c:pt>
                <c:pt idx="55295">
                  <c:v>0.63998842592263827</c:v>
                </c:pt>
                <c:pt idx="55296">
                  <c:v>0.63999999999941792</c:v>
                </c:pt>
                <c:pt idx="55297">
                  <c:v>0.64001157406892162</c:v>
                </c:pt>
                <c:pt idx="55298">
                  <c:v>0.64002314814570127</c:v>
                </c:pt>
                <c:pt idx="55299">
                  <c:v>0.64003472222248092</c:v>
                </c:pt>
                <c:pt idx="55300">
                  <c:v>0.64004629629198462</c:v>
                </c:pt>
                <c:pt idx="55301">
                  <c:v>0.64005787036876427</c:v>
                </c:pt>
                <c:pt idx="55302">
                  <c:v>0.64006944444554392</c:v>
                </c:pt>
                <c:pt idx="55303">
                  <c:v>0.64008101851504762</c:v>
                </c:pt>
                <c:pt idx="55304">
                  <c:v>0.64009259259182727</c:v>
                </c:pt>
                <c:pt idx="55305">
                  <c:v>0.64010416666133096</c:v>
                </c:pt>
                <c:pt idx="55306">
                  <c:v>0.64011574073811062</c:v>
                </c:pt>
                <c:pt idx="55307">
                  <c:v>0.64012731481489027</c:v>
                </c:pt>
                <c:pt idx="55308">
                  <c:v>0.64013888888439396</c:v>
                </c:pt>
                <c:pt idx="55309">
                  <c:v>0.64015046296117362</c:v>
                </c:pt>
                <c:pt idx="55310">
                  <c:v>0.64016203703795327</c:v>
                </c:pt>
                <c:pt idx="55311">
                  <c:v>0.64017361110745696</c:v>
                </c:pt>
                <c:pt idx="55312">
                  <c:v>0.64018518518423662</c:v>
                </c:pt>
                <c:pt idx="55313">
                  <c:v>0.64019675925374031</c:v>
                </c:pt>
                <c:pt idx="55314">
                  <c:v>0.64020833333051996</c:v>
                </c:pt>
                <c:pt idx="55315">
                  <c:v>0.64021990740729962</c:v>
                </c:pt>
                <c:pt idx="55316">
                  <c:v>0.64023148147680331</c:v>
                </c:pt>
                <c:pt idx="55317">
                  <c:v>0.64024305555358296</c:v>
                </c:pt>
                <c:pt idx="55318">
                  <c:v>0.64025462963036261</c:v>
                </c:pt>
                <c:pt idx="55319">
                  <c:v>0.64026620369986631</c:v>
                </c:pt>
                <c:pt idx="55320">
                  <c:v>0.64027777777664596</c:v>
                </c:pt>
                <c:pt idx="55321">
                  <c:v>0.64028935184614966</c:v>
                </c:pt>
                <c:pt idx="55322">
                  <c:v>0.64030092592292931</c:v>
                </c:pt>
                <c:pt idx="55323">
                  <c:v>0.64031249999970896</c:v>
                </c:pt>
                <c:pt idx="55324">
                  <c:v>0.64032407406921266</c:v>
                </c:pt>
                <c:pt idx="55325">
                  <c:v>0.64033564814599231</c:v>
                </c:pt>
                <c:pt idx="55326">
                  <c:v>0.64034722222277196</c:v>
                </c:pt>
                <c:pt idx="55327">
                  <c:v>0.64035879629227566</c:v>
                </c:pt>
                <c:pt idx="55328">
                  <c:v>0.64037037036905531</c:v>
                </c:pt>
                <c:pt idx="55329">
                  <c:v>0.640381944438559</c:v>
                </c:pt>
                <c:pt idx="55330">
                  <c:v>0.64039351851533866</c:v>
                </c:pt>
                <c:pt idx="55331">
                  <c:v>0.64040509259211831</c:v>
                </c:pt>
                <c:pt idx="55332">
                  <c:v>0.640416666661622</c:v>
                </c:pt>
                <c:pt idx="55333">
                  <c:v>0.64042824073840166</c:v>
                </c:pt>
                <c:pt idx="55334">
                  <c:v>0.64043981481518131</c:v>
                </c:pt>
                <c:pt idx="55335">
                  <c:v>0.640451388884685</c:v>
                </c:pt>
                <c:pt idx="55336">
                  <c:v>0.64046296296146465</c:v>
                </c:pt>
                <c:pt idx="55337">
                  <c:v>0.64047453703824431</c:v>
                </c:pt>
                <c:pt idx="55338">
                  <c:v>0.640486111107748</c:v>
                </c:pt>
                <c:pt idx="55339">
                  <c:v>0.64049768518452765</c:v>
                </c:pt>
                <c:pt idx="55340">
                  <c:v>0.64050925925403135</c:v>
                </c:pt>
                <c:pt idx="55341">
                  <c:v>0.640520833330811</c:v>
                </c:pt>
                <c:pt idx="55342">
                  <c:v>0.64053240740759065</c:v>
                </c:pt>
                <c:pt idx="55343">
                  <c:v>0.64054398147709435</c:v>
                </c:pt>
                <c:pt idx="55344">
                  <c:v>0.640555555553874</c:v>
                </c:pt>
                <c:pt idx="55345">
                  <c:v>0.64056712963065365</c:v>
                </c:pt>
                <c:pt idx="55346">
                  <c:v>0.64057870370015735</c:v>
                </c:pt>
                <c:pt idx="55347">
                  <c:v>0.640590277776937</c:v>
                </c:pt>
                <c:pt idx="55348">
                  <c:v>0.6406018518464407</c:v>
                </c:pt>
                <c:pt idx="55349">
                  <c:v>0.64061342592322035</c:v>
                </c:pt>
                <c:pt idx="55350">
                  <c:v>0.640625</c:v>
                </c:pt>
                <c:pt idx="55351">
                  <c:v>0.64063657406950369</c:v>
                </c:pt>
                <c:pt idx="55352">
                  <c:v>0.64064814814628335</c:v>
                </c:pt>
                <c:pt idx="55353">
                  <c:v>0.640659722223063</c:v>
                </c:pt>
                <c:pt idx="55354">
                  <c:v>0.64067129629256669</c:v>
                </c:pt>
                <c:pt idx="55355">
                  <c:v>0.64068287036934635</c:v>
                </c:pt>
                <c:pt idx="55356">
                  <c:v>0.64069444443885004</c:v>
                </c:pt>
                <c:pt idx="55357">
                  <c:v>0.64070601851562969</c:v>
                </c:pt>
                <c:pt idx="55358">
                  <c:v>0.64071759259240935</c:v>
                </c:pt>
                <c:pt idx="55359">
                  <c:v>0.64072916666191304</c:v>
                </c:pt>
                <c:pt idx="55360">
                  <c:v>0.64074074073869269</c:v>
                </c:pt>
                <c:pt idx="55361">
                  <c:v>0.64075231481547235</c:v>
                </c:pt>
                <c:pt idx="55362">
                  <c:v>0.64076388888497604</c:v>
                </c:pt>
                <c:pt idx="55363">
                  <c:v>0.64077546296175569</c:v>
                </c:pt>
                <c:pt idx="55364">
                  <c:v>0.64078703703125939</c:v>
                </c:pt>
                <c:pt idx="55365">
                  <c:v>0.64079861110803904</c:v>
                </c:pt>
                <c:pt idx="55366">
                  <c:v>0.64081018518481869</c:v>
                </c:pt>
                <c:pt idx="55367">
                  <c:v>0.64082175925432239</c:v>
                </c:pt>
                <c:pt idx="55368">
                  <c:v>0.64083333333110204</c:v>
                </c:pt>
                <c:pt idx="55369">
                  <c:v>0.64084490740788169</c:v>
                </c:pt>
                <c:pt idx="55370">
                  <c:v>0.64085648147738539</c:v>
                </c:pt>
                <c:pt idx="55371">
                  <c:v>0.64086805555416504</c:v>
                </c:pt>
                <c:pt idx="55372">
                  <c:v>0.64087962963094469</c:v>
                </c:pt>
                <c:pt idx="55373">
                  <c:v>0.64089120370044839</c:v>
                </c:pt>
                <c:pt idx="55374">
                  <c:v>0.64090277777722804</c:v>
                </c:pt>
                <c:pt idx="55375">
                  <c:v>0.64091435184673173</c:v>
                </c:pt>
                <c:pt idx="55376">
                  <c:v>0.64092592592351139</c:v>
                </c:pt>
                <c:pt idx="55377">
                  <c:v>0.64093750000029104</c:v>
                </c:pt>
                <c:pt idx="55378">
                  <c:v>0.64094907406979473</c:v>
                </c:pt>
                <c:pt idx="55379">
                  <c:v>0.64096064814657439</c:v>
                </c:pt>
                <c:pt idx="55380">
                  <c:v>0.64097222222335404</c:v>
                </c:pt>
                <c:pt idx="55381">
                  <c:v>0.64098379629285773</c:v>
                </c:pt>
                <c:pt idx="55382">
                  <c:v>0.64099537036963739</c:v>
                </c:pt>
                <c:pt idx="55383">
                  <c:v>0.64100694443914108</c:v>
                </c:pt>
                <c:pt idx="55384">
                  <c:v>0.64101851851592073</c:v>
                </c:pt>
                <c:pt idx="55385">
                  <c:v>0.64103009259270038</c:v>
                </c:pt>
                <c:pt idx="55386">
                  <c:v>0.64104166666220408</c:v>
                </c:pt>
                <c:pt idx="55387">
                  <c:v>0.64105324073898373</c:v>
                </c:pt>
                <c:pt idx="55388">
                  <c:v>0.64106481481576338</c:v>
                </c:pt>
                <c:pt idx="55389">
                  <c:v>0.64107638888526708</c:v>
                </c:pt>
                <c:pt idx="55390">
                  <c:v>0.64108796296204673</c:v>
                </c:pt>
                <c:pt idx="55391">
                  <c:v>0.64109953703155043</c:v>
                </c:pt>
                <c:pt idx="55392">
                  <c:v>0.64111111110833008</c:v>
                </c:pt>
                <c:pt idx="55393">
                  <c:v>0.64112268518510973</c:v>
                </c:pt>
                <c:pt idx="55394">
                  <c:v>0.64113425925461343</c:v>
                </c:pt>
                <c:pt idx="55395">
                  <c:v>0.64114583333139308</c:v>
                </c:pt>
                <c:pt idx="55396">
                  <c:v>0.64115740740817273</c:v>
                </c:pt>
                <c:pt idx="55397">
                  <c:v>0.64116898147767643</c:v>
                </c:pt>
                <c:pt idx="55398">
                  <c:v>0.64118055555445608</c:v>
                </c:pt>
                <c:pt idx="55399">
                  <c:v>0.64119212962395977</c:v>
                </c:pt>
                <c:pt idx="55400">
                  <c:v>0.64120370370073942</c:v>
                </c:pt>
                <c:pt idx="55401">
                  <c:v>0.64121527777751908</c:v>
                </c:pt>
                <c:pt idx="55402">
                  <c:v>0.64122685184702277</c:v>
                </c:pt>
                <c:pt idx="55403">
                  <c:v>0.64123842592380242</c:v>
                </c:pt>
                <c:pt idx="55404">
                  <c:v>0.64125000000058208</c:v>
                </c:pt>
                <c:pt idx="55405">
                  <c:v>0.64126157407008577</c:v>
                </c:pt>
                <c:pt idx="55406">
                  <c:v>0.64127314814686542</c:v>
                </c:pt>
                <c:pt idx="55407">
                  <c:v>0.64128472221636912</c:v>
                </c:pt>
                <c:pt idx="55408">
                  <c:v>0.64129629629314877</c:v>
                </c:pt>
                <c:pt idx="55409">
                  <c:v>0.64130787036992842</c:v>
                </c:pt>
                <c:pt idx="55410">
                  <c:v>0.64131944443943212</c:v>
                </c:pt>
                <c:pt idx="55411">
                  <c:v>0.64133101851621177</c:v>
                </c:pt>
                <c:pt idx="55412">
                  <c:v>0.64134259259299142</c:v>
                </c:pt>
                <c:pt idx="55413">
                  <c:v>0.64135416666249512</c:v>
                </c:pt>
                <c:pt idx="55414">
                  <c:v>0.64136574073927477</c:v>
                </c:pt>
                <c:pt idx="55415">
                  <c:v>0.64137731481605442</c:v>
                </c:pt>
                <c:pt idx="55416">
                  <c:v>0.64138888888555812</c:v>
                </c:pt>
                <c:pt idx="55417">
                  <c:v>0.64140046296233777</c:v>
                </c:pt>
                <c:pt idx="55418">
                  <c:v>0.64141203703184146</c:v>
                </c:pt>
                <c:pt idx="55419">
                  <c:v>0.64142361110862112</c:v>
                </c:pt>
                <c:pt idx="55420">
                  <c:v>0.64143518518540077</c:v>
                </c:pt>
                <c:pt idx="55421">
                  <c:v>0.64144675925490446</c:v>
                </c:pt>
                <c:pt idx="55422">
                  <c:v>0.64145833333168412</c:v>
                </c:pt>
                <c:pt idx="55423">
                  <c:v>0.64146990740846377</c:v>
                </c:pt>
                <c:pt idx="55424">
                  <c:v>0.64148148147796746</c:v>
                </c:pt>
                <c:pt idx="55425">
                  <c:v>0.64149305555474712</c:v>
                </c:pt>
                <c:pt idx="55426">
                  <c:v>0.64150462962425081</c:v>
                </c:pt>
                <c:pt idx="55427">
                  <c:v>0.64151620370103046</c:v>
                </c:pt>
                <c:pt idx="55428">
                  <c:v>0.64152777777781012</c:v>
                </c:pt>
                <c:pt idx="55429">
                  <c:v>0.64153935184731381</c:v>
                </c:pt>
                <c:pt idx="55430">
                  <c:v>0.64155092592409346</c:v>
                </c:pt>
                <c:pt idx="55431">
                  <c:v>0.64156250000087311</c:v>
                </c:pt>
                <c:pt idx="55432">
                  <c:v>0.64157407407037681</c:v>
                </c:pt>
                <c:pt idx="55433">
                  <c:v>0.64158564814715646</c:v>
                </c:pt>
                <c:pt idx="55434">
                  <c:v>0.64159722221666016</c:v>
                </c:pt>
                <c:pt idx="55435">
                  <c:v>0.64160879629343981</c:v>
                </c:pt>
                <c:pt idx="55436">
                  <c:v>0.64162037037021946</c:v>
                </c:pt>
                <c:pt idx="55437">
                  <c:v>0.64163194443972316</c:v>
                </c:pt>
                <c:pt idx="55438">
                  <c:v>0.64164351851650281</c:v>
                </c:pt>
                <c:pt idx="55439">
                  <c:v>0.64165509259328246</c:v>
                </c:pt>
                <c:pt idx="55440">
                  <c:v>0.64166666666278616</c:v>
                </c:pt>
                <c:pt idx="55441">
                  <c:v>0.64167824073956581</c:v>
                </c:pt>
                <c:pt idx="55442">
                  <c:v>0.6416898148090695</c:v>
                </c:pt>
                <c:pt idx="55443">
                  <c:v>0.64170138888584916</c:v>
                </c:pt>
                <c:pt idx="55444">
                  <c:v>0.64171296296262881</c:v>
                </c:pt>
                <c:pt idx="55445">
                  <c:v>0.6417245370321325</c:v>
                </c:pt>
                <c:pt idx="55446">
                  <c:v>0.64173611110891216</c:v>
                </c:pt>
                <c:pt idx="55447">
                  <c:v>0.64174768518569181</c:v>
                </c:pt>
                <c:pt idx="55448">
                  <c:v>0.6417592592551955</c:v>
                </c:pt>
                <c:pt idx="55449">
                  <c:v>0.64177083333197515</c:v>
                </c:pt>
                <c:pt idx="55450">
                  <c:v>0.64178240740147885</c:v>
                </c:pt>
                <c:pt idx="55451">
                  <c:v>0.6417939814782585</c:v>
                </c:pt>
                <c:pt idx="55452">
                  <c:v>0.64180555555503815</c:v>
                </c:pt>
                <c:pt idx="55453">
                  <c:v>0.64181712962454185</c:v>
                </c:pt>
                <c:pt idx="55454">
                  <c:v>0.6418287037013215</c:v>
                </c:pt>
                <c:pt idx="55455">
                  <c:v>0.64184027777810115</c:v>
                </c:pt>
                <c:pt idx="55456">
                  <c:v>0.64185185184760485</c:v>
                </c:pt>
                <c:pt idx="55457">
                  <c:v>0.6418634259243845</c:v>
                </c:pt>
                <c:pt idx="55458">
                  <c:v>0.64187500000116415</c:v>
                </c:pt>
                <c:pt idx="55459">
                  <c:v>0.64188657407066785</c:v>
                </c:pt>
                <c:pt idx="55460">
                  <c:v>0.6418981481474475</c:v>
                </c:pt>
                <c:pt idx="55461">
                  <c:v>0.6419097222169512</c:v>
                </c:pt>
                <c:pt idx="55462">
                  <c:v>0.64192129629373085</c:v>
                </c:pt>
                <c:pt idx="55463">
                  <c:v>0.6419328703705105</c:v>
                </c:pt>
                <c:pt idx="55464">
                  <c:v>0.64194444444001419</c:v>
                </c:pt>
                <c:pt idx="55465">
                  <c:v>0.64195601851679385</c:v>
                </c:pt>
                <c:pt idx="55466">
                  <c:v>0.6419675925935735</c:v>
                </c:pt>
                <c:pt idx="55467">
                  <c:v>0.64197916666307719</c:v>
                </c:pt>
                <c:pt idx="55468">
                  <c:v>0.64199074073985685</c:v>
                </c:pt>
                <c:pt idx="55469">
                  <c:v>0.64200231480936054</c:v>
                </c:pt>
                <c:pt idx="55470">
                  <c:v>0.64201388888614019</c:v>
                </c:pt>
                <c:pt idx="55471">
                  <c:v>0.64202546296291985</c:v>
                </c:pt>
                <c:pt idx="55472">
                  <c:v>0.64203703703242354</c:v>
                </c:pt>
                <c:pt idx="55473">
                  <c:v>0.64204861110920319</c:v>
                </c:pt>
                <c:pt idx="55474">
                  <c:v>0.64206018518598285</c:v>
                </c:pt>
                <c:pt idx="55475">
                  <c:v>0.64207175925548654</c:v>
                </c:pt>
                <c:pt idx="55476">
                  <c:v>0.64208333333226619</c:v>
                </c:pt>
                <c:pt idx="55477">
                  <c:v>0.64209490740176989</c:v>
                </c:pt>
                <c:pt idx="55478">
                  <c:v>0.64210648147854954</c:v>
                </c:pt>
                <c:pt idx="55479">
                  <c:v>0.64211805555532919</c:v>
                </c:pt>
                <c:pt idx="55480">
                  <c:v>0.64212962962483289</c:v>
                </c:pt>
                <c:pt idx="55481">
                  <c:v>0.64214120370161254</c:v>
                </c:pt>
                <c:pt idx="55482">
                  <c:v>0.64215277777839219</c:v>
                </c:pt>
                <c:pt idx="55483">
                  <c:v>0.64216435184789589</c:v>
                </c:pt>
                <c:pt idx="55484">
                  <c:v>0.64217592592467554</c:v>
                </c:pt>
                <c:pt idx="55485">
                  <c:v>0.64218749999417923</c:v>
                </c:pt>
                <c:pt idx="55486">
                  <c:v>0.64219907407095889</c:v>
                </c:pt>
                <c:pt idx="55487">
                  <c:v>0.64221064814773854</c:v>
                </c:pt>
                <c:pt idx="55488">
                  <c:v>0.64222222221724223</c:v>
                </c:pt>
                <c:pt idx="55489">
                  <c:v>0.64223379629402189</c:v>
                </c:pt>
                <c:pt idx="55490">
                  <c:v>0.64224537037080154</c:v>
                </c:pt>
                <c:pt idx="55491">
                  <c:v>0.64225694444030523</c:v>
                </c:pt>
                <c:pt idx="55492">
                  <c:v>0.64226851851708489</c:v>
                </c:pt>
                <c:pt idx="55493">
                  <c:v>0.64228009259386454</c:v>
                </c:pt>
                <c:pt idx="55494">
                  <c:v>0.64229166666336823</c:v>
                </c:pt>
                <c:pt idx="55495">
                  <c:v>0.64230324074014788</c:v>
                </c:pt>
                <c:pt idx="55496">
                  <c:v>0.64231481480965158</c:v>
                </c:pt>
                <c:pt idx="55497">
                  <c:v>0.64232638888643123</c:v>
                </c:pt>
                <c:pt idx="55498">
                  <c:v>0.64233796296321088</c:v>
                </c:pt>
                <c:pt idx="55499">
                  <c:v>0.64234953703271458</c:v>
                </c:pt>
                <c:pt idx="55500">
                  <c:v>0.64236111110949423</c:v>
                </c:pt>
                <c:pt idx="55501">
                  <c:v>0.64237268518627388</c:v>
                </c:pt>
                <c:pt idx="55502">
                  <c:v>0.64238425925577758</c:v>
                </c:pt>
                <c:pt idx="55503">
                  <c:v>0.64239583333255723</c:v>
                </c:pt>
                <c:pt idx="55504">
                  <c:v>0.64240740740206093</c:v>
                </c:pt>
                <c:pt idx="55505">
                  <c:v>0.64241898147884058</c:v>
                </c:pt>
                <c:pt idx="55506">
                  <c:v>0.64243055555562023</c:v>
                </c:pt>
                <c:pt idx="55507">
                  <c:v>0.64244212962512393</c:v>
                </c:pt>
                <c:pt idx="55508">
                  <c:v>0.64245370370190358</c:v>
                </c:pt>
                <c:pt idx="55509">
                  <c:v>0.64246527777868323</c:v>
                </c:pt>
                <c:pt idx="55510">
                  <c:v>0.64247685184818693</c:v>
                </c:pt>
                <c:pt idx="55511">
                  <c:v>0.64248842592496658</c:v>
                </c:pt>
                <c:pt idx="55512">
                  <c:v>0.64249999999447027</c:v>
                </c:pt>
                <c:pt idx="55513">
                  <c:v>0.64251157407124992</c:v>
                </c:pt>
                <c:pt idx="55514">
                  <c:v>0.64252314814802958</c:v>
                </c:pt>
                <c:pt idx="55515">
                  <c:v>0.64253472221753327</c:v>
                </c:pt>
                <c:pt idx="55516">
                  <c:v>0.64254629629431292</c:v>
                </c:pt>
                <c:pt idx="55517">
                  <c:v>0.64255787037109258</c:v>
                </c:pt>
                <c:pt idx="55518">
                  <c:v>0.64256944444059627</c:v>
                </c:pt>
                <c:pt idx="55519">
                  <c:v>0.64258101851737592</c:v>
                </c:pt>
                <c:pt idx="55520">
                  <c:v>0.64259259258687962</c:v>
                </c:pt>
                <c:pt idx="55521">
                  <c:v>0.64260416666365927</c:v>
                </c:pt>
                <c:pt idx="55522">
                  <c:v>0.64261574074043892</c:v>
                </c:pt>
                <c:pt idx="55523">
                  <c:v>0.64262731480994262</c:v>
                </c:pt>
                <c:pt idx="55524">
                  <c:v>0.64263888888672227</c:v>
                </c:pt>
                <c:pt idx="55525">
                  <c:v>0.64265046296350192</c:v>
                </c:pt>
                <c:pt idx="55526">
                  <c:v>0.64266203703300562</c:v>
                </c:pt>
                <c:pt idx="55527">
                  <c:v>0.64267361110978527</c:v>
                </c:pt>
                <c:pt idx="55528">
                  <c:v>0.64268518517928896</c:v>
                </c:pt>
                <c:pt idx="55529">
                  <c:v>0.64269675925606862</c:v>
                </c:pt>
                <c:pt idx="55530">
                  <c:v>0.64270833333284827</c:v>
                </c:pt>
                <c:pt idx="55531">
                  <c:v>0.64271990740235196</c:v>
                </c:pt>
                <c:pt idx="55532">
                  <c:v>0.64273148147913162</c:v>
                </c:pt>
                <c:pt idx="55533">
                  <c:v>0.64274305555591127</c:v>
                </c:pt>
                <c:pt idx="55534">
                  <c:v>0.64275462962541496</c:v>
                </c:pt>
                <c:pt idx="55535">
                  <c:v>0.64276620370219462</c:v>
                </c:pt>
                <c:pt idx="55536">
                  <c:v>0.64277777777897427</c:v>
                </c:pt>
                <c:pt idx="55537">
                  <c:v>0.64278935184847796</c:v>
                </c:pt>
                <c:pt idx="55538">
                  <c:v>0.64280092592525762</c:v>
                </c:pt>
                <c:pt idx="55539">
                  <c:v>0.64281249999476131</c:v>
                </c:pt>
                <c:pt idx="55540">
                  <c:v>0.64282407407154096</c:v>
                </c:pt>
                <c:pt idx="55541">
                  <c:v>0.64283564814832062</c:v>
                </c:pt>
                <c:pt idx="55542">
                  <c:v>0.64284722221782431</c:v>
                </c:pt>
                <c:pt idx="55543">
                  <c:v>0.64285879629460396</c:v>
                </c:pt>
                <c:pt idx="55544">
                  <c:v>0.64287037037138361</c:v>
                </c:pt>
                <c:pt idx="55545">
                  <c:v>0.64288194444088731</c:v>
                </c:pt>
                <c:pt idx="55546">
                  <c:v>0.64289351851766696</c:v>
                </c:pt>
                <c:pt idx="55547">
                  <c:v>0.64290509258717066</c:v>
                </c:pt>
                <c:pt idx="55548">
                  <c:v>0.64291666666395031</c:v>
                </c:pt>
                <c:pt idx="55549">
                  <c:v>0.64292824074072996</c:v>
                </c:pt>
                <c:pt idx="55550">
                  <c:v>0.64293981481023366</c:v>
                </c:pt>
                <c:pt idx="55551">
                  <c:v>0.64295138888701331</c:v>
                </c:pt>
                <c:pt idx="55552">
                  <c:v>0.64296296296379296</c:v>
                </c:pt>
                <c:pt idx="55553">
                  <c:v>0.64297453703329666</c:v>
                </c:pt>
                <c:pt idx="55554">
                  <c:v>0.64298611111007631</c:v>
                </c:pt>
                <c:pt idx="55555">
                  <c:v>0.64299768517958</c:v>
                </c:pt>
                <c:pt idx="55556">
                  <c:v>0.64300925925635966</c:v>
                </c:pt>
                <c:pt idx="55557">
                  <c:v>0.64302083333313931</c:v>
                </c:pt>
                <c:pt idx="55558">
                  <c:v>0.643032407402643</c:v>
                </c:pt>
                <c:pt idx="55559">
                  <c:v>0.64304398147942265</c:v>
                </c:pt>
                <c:pt idx="55560">
                  <c:v>0.64305555555620231</c:v>
                </c:pt>
                <c:pt idx="55561">
                  <c:v>0.643067129625706</c:v>
                </c:pt>
                <c:pt idx="55562">
                  <c:v>0.64307870370248565</c:v>
                </c:pt>
                <c:pt idx="55563">
                  <c:v>0.64309027777198935</c:v>
                </c:pt>
                <c:pt idx="55564">
                  <c:v>0.643101851848769</c:v>
                </c:pt>
                <c:pt idx="55565">
                  <c:v>0.64311342592554865</c:v>
                </c:pt>
                <c:pt idx="55566">
                  <c:v>0.64312499999505235</c:v>
                </c:pt>
                <c:pt idx="55567">
                  <c:v>0.643136574071832</c:v>
                </c:pt>
                <c:pt idx="55568">
                  <c:v>0.64314814814861165</c:v>
                </c:pt>
                <c:pt idx="55569">
                  <c:v>0.64315972221811535</c:v>
                </c:pt>
                <c:pt idx="55570">
                  <c:v>0.643171296294895</c:v>
                </c:pt>
                <c:pt idx="55571">
                  <c:v>0.64318287037167465</c:v>
                </c:pt>
                <c:pt idx="55572">
                  <c:v>0.64319444444117835</c:v>
                </c:pt>
                <c:pt idx="55573">
                  <c:v>0.643206018517958</c:v>
                </c:pt>
                <c:pt idx="55574">
                  <c:v>0.6432175925874617</c:v>
                </c:pt>
                <c:pt idx="55575">
                  <c:v>0.64322916666424135</c:v>
                </c:pt>
                <c:pt idx="55576">
                  <c:v>0.643240740741021</c:v>
                </c:pt>
                <c:pt idx="55577">
                  <c:v>0.64325231481052469</c:v>
                </c:pt>
                <c:pt idx="55578">
                  <c:v>0.64326388888730435</c:v>
                </c:pt>
                <c:pt idx="55579">
                  <c:v>0.643275462964084</c:v>
                </c:pt>
                <c:pt idx="55580">
                  <c:v>0.64328703703358769</c:v>
                </c:pt>
                <c:pt idx="55581">
                  <c:v>0.64329861111036735</c:v>
                </c:pt>
                <c:pt idx="55582">
                  <c:v>0.64331018517987104</c:v>
                </c:pt>
                <c:pt idx="55583">
                  <c:v>0.64332175925665069</c:v>
                </c:pt>
                <c:pt idx="55584">
                  <c:v>0.64333333333343035</c:v>
                </c:pt>
                <c:pt idx="55585">
                  <c:v>0.64334490740293404</c:v>
                </c:pt>
                <c:pt idx="55586">
                  <c:v>0.64335648147971369</c:v>
                </c:pt>
                <c:pt idx="55587">
                  <c:v>0.64336805555649335</c:v>
                </c:pt>
                <c:pt idx="55588">
                  <c:v>0.64337962962599704</c:v>
                </c:pt>
                <c:pt idx="55589">
                  <c:v>0.64339120370277669</c:v>
                </c:pt>
                <c:pt idx="55590">
                  <c:v>0.64340277777228039</c:v>
                </c:pt>
                <c:pt idx="55591">
                  <c:v>0.64341435184906004</c:v>
                </c:pt>
                <c:pt idx="55592">
                  <c:v>0.64342592592583969</c:v>
                </c:pt>
                <c:pt idx="55593">
                  <c:v>0.64343749999534339</c:v>
                </c:pt>
                <c:pt idx="55594">
                  <c:v>0.64344907407212304</c:v>
                </c:pt>
                <c:pt idx="55595">
                  <c:v>0.64346064814890269</c:v>
                </c:pt>
                <c:pt idx="55596">
                  <c:v>0.64347222221840639</c:v>
                </c:pt>
                <c:pt idx="55597">
                  <c:v>0.64348379629518604</c:v>
                </c:pt>
                <c:pt idx="55598">
                  <c:v>0.64349537036468973</c:v>
                </c:pt>
                <c:pt idx="55599">
                  <c:v>0.64350694444146939</c:v>
                </c:pt>
                <c:pt idx="55600">
                  <c:v>0.64351851851824904</c:v>
                </c:pt>
                <c:pt idx="55601">
                  <c:v>0.64353009258775273</c:v>
                </c:pt>
                <c:pt idx="55602">
                  <c:v>0.64354166666453239</c:v>
                </c:pt>
                <c:pt idx="55603">
                  <c:v>0.64355324074131204</c:v>
                </c:pt>
                <c:pt idx="55604">
                  <c:v>0.64356481481081573</c:v>
                </c:pt>
                <c:pt idx="55605">
                  <c:v>0.64357638888759539</c:v>
                </c:pt>
                <c:pt idx="55606">
                  <c:v>0.64358796295709908</c:v>
                </c:pt>
                <c:pt idx="55607">
                  <c:v>0.64359953703387873</c:v>
                </c:pt>
                <c:pt idx="55608">
                  <c:v>0.64361111111065838</c:v>
                </c:pt>
                <c:pt idx="55609">
                  <c:v>0.64362268518016208</c:v>
                </c:pt>
                <c:pt idx="55610">
                  <c:v>0.64363425925694173</c:v>
                </c:pt>
                <c:pt idx="55611">
                  <c:v>0.64364583333372138</c:v>
                </c:pt>
                <c:pt idx="55612">
                  <c:v>0.64365740740322508</c:v>
                </c:pt>
                <c:pt idx="55613">
                  <c:v>0.64366898148000473</c:v>
                </c:pt>
                <c:pt idx="55614">
                  <c:v>0.64368055555678438</c:v>
                </c:pt>
                <c:pt idx="55615">
                  <c:v>0.64369212962628808</c:v>
                </c:pt>
                <c:pt idx="55616">
                  <c:v>0.64370370370306773</c:v>
                </c:pt>
                <c:pt idx="55617">
                  <c:v>0.64371527777257143</c:v>
                </c:pt>
                <c:pt idx="55618">
                  <c:v>0.64372685184935108</c:v>
                </c:pt>
                <c:pt idx="55619">
                  <c:v>0.64373842592613073</c:v>
                </c:pt>
                <c:pt idx="55620">
                  <c:v>0.64374999999563443</c:v>
                </c:pt>
                <c:pt idx="55621">
                  <c:v>0.64376157407241408</c:v>
                </c:pt>
                <c:pt idx="55622">
                  <c:v>0.64377314814919373</c:v>
                </c:pt>
                <c:pt idx="55623">
                  <c:v>0.64378472221869742</c:v>
                </c:pt>
                <c:pt idx="55624">
                  <c:v>0.64379629629547708</c:v>
                </c:pt>
                <c:pt idx="55625">
                  <c:v>0.64380787036498077</c:v>
                </c:pt>
                <c:pt idx="55626">
                  <c:v>0.64381944444176042</c:v>
                </c:pt>
                <c:pt idx="55627">
                  <c:v>0.64383101851854008</c:v>
                </c:pt>
                <c:pt idx="55628">
                  <c:v>0.64384259258804377</c:v>
                </c:pt>
                <c:pt idx="55629">
                  <c:v>0.64385416666482342</c:v>
                </c:pt>
                <c:pt idx="55630">
                  <c:v>0.64386574074160308</c:v>
                </c:pt>
                <c:pt idx="55631">
                  <c:v>0.64387731481110677</c:v>
                </c:pt>
                <c:pt idx="55632">
                  <c:v>0.64388888888788642</c:v>
                </c:pt>
                <c:pt idx="55633">
                  <c:v>0.64390046295739012</c:v>
                </c:pt>
                <c:pt idx="55634">
                  <c:v>0.64391203703416977</c:v>
                </c:pt>
                <c:pt idx="55635">
                  <c:v>0.64392361111094942</c:v>
                </c:pt>
                <c:pt idx="55636">
                  <c:v>0.64393518518045312</c:v>
                </c:pt>
                <c:pt idx="55637">
                  <c:v>0.64394675925723277</c:v>
                </c:pt>
                <c:pt idx="55638">
                  <c:v>0.64395833333401242</c:v>
                </c:pt>
                <c:pt idx="55639">
                  <c:v>0.64396990740351612</c:v>
                </c:pt>
                <c:pt idx="55640">
                  <c:v>0.64398148148029577</c:v>
                </c:pt>
                <c:pt idx="55641">
                  <c:v>0.64399305554979946</c:v>
                </c:pt>
                <c:pt idx="55642">
                  <c:v>0.64400462962657912</c:v>
                </c:pt>
                <c:pt idx="55643">
                  <c:v>0.64401620370335877</c:v>
                </c:pt>
                <c:pt idx="55644">
                  <c:v>0.64402777777286246</c:v>
                </c:pt>
                <c:pt idx="55645">
                  <c:v>0.64403935184964212</c:v>
                </c:pt>
                <c:pt idx="55646">
                  <c:v>0.64405092592642177</c:v>
                </c:pt>
                <c:pt idx="55647">
                  <c:v>0.64406249999592546</c:v>
                </c:pt>
                <c:pt idx="55648">
                  <c:v>0.64407407407270512</c:v>
                </c:pt>
                <c:pt idx="55649">
                  <c:v>0.64408564814948477</c:v>
                </c:pt>
                <c:pt idx="55650">
                  <c:v>0.64409722221898846</c:v>
                </c:pt>
                <c:pt idx="55651">
                  <c:v>0.64410879629576812</c:v>
                </c:pt>
                <c:pt idx="55652">
                  <c:v>0.64412037036527181</c:v>
                </c:pt>
                <c:pt idx="55653">
                  <c:v>0.64413194444205146</c:v>
                </c:pt>
                <c:pt idx="55654">
                  <c:v>0.64414351851883112</c:v>
                </c:pt>
                <c:pt idx="55655">
                  <c:v>0.64415509258833481</c:v>
                </c:pt>
                <c:pt idx="55656">
                  <c:v>0.64416666666511446</c:v>
                </c:pt>
                <c:pt idx="55657">
                  <c:v>0.64417824074189411</c:v>
                </c:pt>
                <c:pt idx="55658">
                  <c:v>0.64418981481139781</c:v>
                </c:pt>
                <c:pt idx="55659">
                  <c:v>0.64420138888817746</c:v>
                </c:pt>
                <c:pt idx="55660">
                  <c:v>0.64421296295768116</c:v>
                </c:pt>
                <c:pt idx="55661">
                  <c:v>0.64422453703446081</c:v>
                </c:pt>
                <c:pt idx="55662">
                  <c:v>0.64423611111124046</c:v>
                </c:pt>
                <c:pt idx="55663">
                  <c:v>0.64424768518074416</c:v>
                </c:pt>
                <c:pt idx="55664">
                  <c:v>0.64425925925752381</c:v>
                </c:pt>
                <c:pt idx="55665">
                  <c:v>0.64427083333430346</c:v>
                </c:pt>
                <c:pt idx="55666">
                  <c:v>0.64428240740380716</c:v>
                </c:pt>
                <c:pt idx="55667">
                  <c:v>0.64429398148058681</c:v>
                </c:pt>
                <c:pt idx="55668">
                  <c:v>0.6443055555500905</c:v>
                </c:pt>
                <c:pt idx="55669">
                  <c:v>0.64431712962687016</c:v>
                </c:pt>
                <c:pt idx="55670">
                  <c:v>0.64432870370364981</c:v>
                </c:pt>
                <c:pt idx="55671">
                  <c:v>0.6443402777731535</c:v>
                </c:pt>
                <c:pt idx="55672">
                  <c:v>0.64435185184993315</c:v>
                </c:pt>
                <c:pt idx="55673">
                  <c:v>0.64436342592671281</c:v>
                </c:pt>
                <c:pt idx="55674">
                  <c:v>0.6443749999962165</c:v>
                </c:pt>
                <c:pt idx="55675">
                  <c:v>0.64438657407299615</c:v>
                </c:pt>
                <c:pt idx="55676">
                  <c:v>0.64439814814249985</c:v>
                </c:pt>
                <c:pt idx="55677">
                  <c:v>0.6444097222192795</c:v>
                </c:pt>
                <c:pt idx="55678">
                  <c:v>0.64442129629605915</c:v>
                </c:pt>
                <c:pt idx="55679">
                  <c:v>0.64443287036556285</c:v>
                </c:pt>
                <c:pt idx="55680">
                  <c:v>0.6444444444423425</c:v>
                </c:pt>
                <c:pt idx="55681">
                  <c:v>0.64445601851912215</c:v>
                </c:pt>
                <c:pt idx="55682">
                  <c:v>0.64446759258862585</c:v>
                </c:pt>
                <c:pt idx="55683">
                  <c:v>0.6444791666654055</c:v>
                </c:pt>
                <c:pt idx="55684">
                  <c:v>0.6444907407349092</c:v>
                </c:pt>
                <c:pt idx="55685">
                  <c:v>0.64450231481168885</c:v>
                </c:pt>
                <c:pt idx="55686">
                  <c:v>0.6445138888884685</c:v>
                </c:pt>
                <c:pt idx="55687">
                  <c:v>0.64452546295797219</c:v>
                </c:pt>
                <c:pt idx="55688">
                  <c:v>0.64453703703475185</c:v>
                </c:pt>
                <c:pt idx="55689">
                  <c:v>0.6445486111115315</c:v>
                </c:pt>
                <c:pt idx="55690">
                  <c:v>0.64456018518103519</c:v>
                </c:pt>
                <c:pt idx="55691">
                  <c:v>0.64457175925781485</c:v>
                </c:pt>
                <c:pt idx="55692">
                  <c:v>0.6445833333345945</c:v>
                </c:pt>
                <c:pt idx="55693">
                  <c:v>0.64459490740409819</c:v>
                </c:pt>
                <c:pt idx="55694">
                  <c:v>0.64460648148087785</c:v>
                </c:pt>
                <c:pt idx="55695">
                  <c:v>0.64461805555038154</c:v>
                </c:pt>
                <c:pt idx="55696">
                  <c:v>0.64462962962716119</c:v>
                </c:pt>
                <c:pt idx="55697">
                  <c:v>0.64464120370394085</c:v>
                </c:pt>
                <c:pt idx="55698">
                  <c:v>0.64465277777344454</c:v>
                </c:pt>
                <c:pt idx="55699">
                  <c:v>0.64466435185022419</c:v>
                </c:pt>
                <c:pt idx="55700">
                  <c:v>0.64467592592700385</c:v>
                </c:pt>
                <c:pt idx="55701">
                  <c:v>0.64468749999650754</c:v>
                </c:pt>
                <c:pt idx="55702">
                  <c:v>0.64469907407328719</c:v>
                </c:pt>
                <c:pt idx="55703">
                  <c:v>0.64471064814279089</c:v>
                </c:pt>
                <c:pt idx="55704">
                  <c:v>0.64472222221957054</c:v>
                </c:pt>
                <c:pt idx="55705">
                  <c:v>0.64473379629635019</c:v>
                </c:pt>
                <c:pt idx="55706">
                  <c:v>0.64474537036585389</c:v>
                </c:pt>
                <c:pt idx="55707">
                  <c:v>0.64475694444263354</c:v>
                </c:pt>
                <c:pt idx="55708">
                  <c:v>0.64476851851941319</c:v>
                </c:pt>
                <c:pt idx="55709">
                  <c:v>0.64478009258891689</c:v>
                </c:pt>
                <c:pt idx="55710">
                  <c:v>0.64479166666569654</c:v>
                </c:pt>
                <c:pt idx="55711">
                  <c:v>0.64480324073520023</c:v>
                </c:pt>
                <c:pt idx="55712">
                  <c:v>0.64481481481197989</c:v>
                </c:pt>
                <c:pt idx="55713">
                  <c:v>0.64482638888875954</c:v>
                </c:pt>
                <c:pt idx="55714">
                  <c:v>0.64483796295826323</c:v>
                </c:pt>
                <c:pt idx="55715">
                  <c:v>0.64484953703504289</c:v>
                </c:pt>
                <c:pt idx="55716">
                  <c:v>0.64486111111182254</c:v>
                </c:pt>
                <c:pt idx="55717">
                  <c:v>0.64487268518132623</c:v>
                </c:pt>
                <c:pt idx="55718">
                  <c:v>0.64488425925810589</c:v>
                </c:pt>
                <c:pt idx="55719">
                  <c:v>0.64489583332760958</c:v>
                </c:pt>
                <c:pt idx="55720">
                  <c:v>0.64490740740438923</c:v>
                </c:pt>
                <c:pt idx="55721">
                  <c:v>0.64491898148116888</c:v>
                </c:pt>
                <c:pt idx="55722">
                  <c:v>0.64493055555067258</c:v>
                </c:pt>
                <c:pt idx="55723">
                  <c:v>0.64494212962745223</c:v>
                </c:pt>
                <c:pt idx="55724">
                  <c:v>0.64495370370423188</c:v>
                </c:pt>
                <c:pt idx="55725">
                  <c:v>0.64496527777373558</c:v>
                </c:pt>
                <c:pt idx="55726">
                  <c:v>0.64497685185051523</c:v>
                </c:pt>
                <c:pt idx="55727">
                  <c:v>0.64498842592001893</c:v>
                </c:pt>
                <c:pt idx="55728">
                  <c:v>0.64499999999679858</c:v>
                </c:pt>
                <c:pt idx="55729">
                  <c:v>0.64501157407357823</c:v>
                </c:pt>
                <c:pt idx="55730">
                  <c:v>0.64502314814308193</c:v>
                </c:pt>
                <c:pt idx="55731">
                  <c:v>0.64503472221986158</c:v>
                </c:pt>
                <c:pt idx="55732">
                  <c:v>0.64504629629664123</c:v>
                </c:pt>
                <c:pt idx="55733">
                  <c:v>0.64505787036614493</c:v>
                </c:pt>
                <c:pt idx="55734">
                  <c:v>0.64506944444292458</c:v>
                </c:pt>
                <c:pt idx="55735">
                  <c:v>0.64508101851970423</c:v>
                </c:pt>
                <c:pt idx="55736">
                  <c:v>0.64509259258920792</c:v>
                </c:pt>
                <c:pt idx="55737">
                  <c:v>0.64510416666598758</c:v>
                </c:pt>
                <c:pt idx="55738">
                  <c:v>0.64511574073549127</c:v>
                </c:pt>
                <c:pt idx="55739">
                  <c:v>0.64512731481227092</c:v>
                </c:pt>
                <c:pt idx="55740">
                  <c:v>0.64513888888905058</c:v>
                </c:pt>
                <c:pt idx="55741">
                  <c:v>0.64515046295855427</c:v>
                </c:pt>
                <c:pt idx="55742">
                  <c:v>0.64516203703533392</c:v>
                </c:pt>
                <c:pt idx="55743">
                  <c:v>0.64517361111211358</c:v>
                </c:pt>
                <c:pt idx="55744">
                  <c:v>0.64518518518161727</c:v>
                </c:pt>
                <c:pt idx="55745">
                  <c:v>0.64519675925839692</c:v>
                </c:pt>
                <c:pt idx="55746">
                  <c:v>0.64520833332790062</c:v>
                </c:pt>
                <c:pt idx="55747">
                  <c:v>0.64521990740468027</c:v>
                </c:pt>
                <c:pt idx="55748">
                  <c:v>0.64523148148145992</c:v>
                </c:pt>
                <c:pt idx="55749">
                  <c:v>0.64524305555096362</c:v>
                </c:pt>
                <c:pt idx="55750">
                  <c:v>0.64525462962774327</c:v>
                </c:pt>
                <c:pt idx="55751">
                  <c:v>0.64526620370452292</c:v>
                </c:pt>
                <c:pt idx="55752">
                  <c:v>0.64527777777402662</c:v>
                </c:pt>
                <c:pt idx="55753">
                  <c:v>0.64528935185080627</c:v>
                </c:pt>
                <c:pt idx="55754">
                  <c:v>0.64530092592030996</c:v>
                </c:pt>
                <c:pt idx="55755">
                  <c:v>0.64531249999708962</c:v>
                </c:pt>
                <c:pt idx="55756">
                  <c:v>0.64532407407386927</c:v>
                </c:pt>
                <c:pt idx="55757">
                  <c:v>0.64533564814337296</c:v>
                </c:pt>
                <c:pt idx="55758">
                  <c:v>0.64534722222015262</c:v>
                </c:pt>
                <c:pt idx="55759">
                  <c:v>0.64535879629693227</c:v>
                </c:pt>
                <c:pt idx="55760">
                  <c:v>0.64537037036643596</c:v>
                </c:pt>
                <c:pt idx="55761">
                  <c:v>0.64538194444321562</c:v>
                </c:pt>
                <c:pt idx="55762">
                  <c:v>0.64539351851271931</c:v>
                </c:pt>
                <c:pt idx="55763">
                  <c:v>0.64540509258949896</c:v>
                </c:pt>
                <c:pt idx="55764">
                  <c:v>0.64541666666627862</c:v>
                </c:pt>
                <c:pt idx="55765">
                  <c:v>0.64542824073578231</c:v>
                </c:pt>
                <c:pt idx="55766">
                  <c:v>0.64543981481256196</c:v>
                </c:pt>
                <c:pt idx="55767">
                  <c:v>0.64545138888934162</c:v>
                </c:pt>
                <c:pt idx="55768">
                  <c:v>0.64546296295884531</c:v>
                </c:pt>
                <c:pt idx="55769">
                  <c:v>0.64547453703562496</c:v>
                </c:pt>
                <c:pt idx="55770">
                  <c:v>0.64548611111240461</c:v>
                </c:pt>
                <c:pt idx="55771">
                  <c:v>0.64549768518190831</c:v>
                </c:pt>
                <c:pt idx="55772">
                  <c:v>0.64550925925868796</c:v>
                </c:pt>
                <c:pt idx="55773">
                  <c:v>0.64552083332819166</c:v>
                </c:pt>
                <c:pt idx="55774">
                  <c:v>0.64553240740497131</c:v>
                </c:pt>
                <c:pt idx="55775">
                  <c:v>0.64554398148175096</c:v>
                </c:pt>
                <c:pt idx="55776">
                  <c:v>0.64555555555125466</c:v>
                </c:pt>
                <c:pt idx="55777">
                  <c:v>0.64556712962803431</c:v>
                </c:pt>
                <c:pt idx="55778">
                  <c:v>0.64557870370481396</c:v>
                </c:pt>
                <c:pt idx="55779">
                  <c:v>0.64559027777431766</c:v>
                </c:pt>
                <c:pt idx="55780">
                  <c:v>0.64560185185109731</c:v>
                </c:pt>
                <c:pt idx="55781">
                  <c:v>0.645613425920601</c:v>
                </c:pt>
                <c:pt idx="55782">
                  <c:v>0.64562499999738066</c:v>
                </c:pt>
                <c:pt idx="55783">
                  <c:v>0.64563657407416031</c:v>
                </c:pt>
                <c:pt idx="55784">
                  <c:v>0.645648148143664</c:v>
                </c:pt>
                <c:pt idx="55785">
                  <c:v>0.64565972222044365</c:v>
                </c:pt>
                <c:pt idx="55786">
                  <c:v>0.64567129629722331</c:v>
                </c:pt>
                <c:pt idx="55787">
                  <c:v>0.645682870366727</c:v>
                </c:pt>
                <c:pt idx="55788">
                  <c:v>0.64569444444350665</c:v>
                </c:pt>
                <c:pt idx="55789">
                  <c:v>0.64570601851301035</c:v>
                </c:pt>
                <c:pt idx="55790">
                  <c:v>0.64571759258979</c:v>
                </c:pt>
                <c:pt idx="55791">
                  <c:v>0.64572916666656965</c:v>
                </c:pt>
                <c:pt idx="55792">
                  <c:v>0.64574074073607335</c:v>
                </c:pt>
                <c:pt idx="55793">
                  <c:v>0.645752314812853</c:v>
                </c:pt>
                <c:pt idx="55794">
                  <c:v>0.64576388888963265</c:v>
                </c:pt>
                <c:pt idx="55795">
                  <c:v>0.64577546295913635</c:v>
                </c:pt>
                <c:pt idx="55796">
                  <c:v>0.645787037035916</c:v>
                </c:pt>
                <c:pt idx="55797">
                  <c:v>0.6457986111054197</c:v>
                </c:pt>
                <c:pt idx="55798">
                  <c:v>0.64581018518219935</c:v>
                </c:pt>
                <c:pt idx="55799">
                  <c:v>0.645821759258979</c:v>
                </c:pt>
                <c:pt idx="55800">
                  <c:v>0.64583333332848269</c:v>
                </c:pt>
                <c:pt idx="55801">
                  <c:v>0.64584490740526235</c:v>
                </c:pt>
                <c:pt idx="55802">
                  <c:v>0.645856481482042</c:v>
                </c:pt>
                <c:pt idx="55803">
                  <c:v>0.64586805555154569</c:v>
                </c:pt>
                <c:pt idx="55804">
                  <c:v>0.64587962962832535</c:v>
                </c:pt>
                <c:pt idx="55805">
                  <c:v>0.64589120369782904</c:v>
                </c:pt>
                <c:pt idx="55806">
                  <c:v>0.64590277777460869</c:v>
                </c:pt>
                <c:pt idx="55807">
                  <c:v>0.64591435185138835</c:v>
                </c:pt>
                <c:pt idx="55808">
                  <c:v>0.64592592592089204</c:v>
                </c:pt>
                <c:pt idx="55809">
                  <c:v>0.64593749999767169</c:v>
                </c:pt>
                <c:pt idx="55810">
                  <c:v>0.64594907407445135</c:v>
                </c:pt>
                <c:pt idx="55811">
                  <c:v>0.64596064814395504</c:v>
                </c:pt>
                <c:pt idx="55812">
                  <c:v>0.64597222222073469</c:v>
                </c:pt>
                <c:pt idx="55813">
                  <c:v>0.64598379629751435</c:v>
                </c:pt>
                <c:pt idx="55814">
                  <c:v>0.64599537036701804</c:v>
                </c:pt>
                <c:pt idx="55815">
                  <c:v>0.64600694444379769</c:v>
                </c:pt>
                <c:pt idx="55816">
                  <c:v>0.64601851851330139</c:v>
                </c:pt>
                <c:pt idx="55817">
                  <c:v>0.64603009259008104</c:v>
                </c:pt>
                <c:pt idx="55818">
                  <c:v>0.64604166666686069</c:v>
                </c:pt>
                <c:pt idx="55819">
                  <c:v>0.64605324073636439</c:v>
                </c:pt>
                <c:pt idx="55820">
                  <c:v>0.64606481481314404</c:v>
                </c:pt>
                <c:pt idx="55821">
                  <c:v>0.64607638888992369</c:v>
                </c:pt>
                <c:pt idx="55822">
                  <c:v>0.64608796295942739</c:v>
                </c:pt>
                <c:pt idx="55823">
                  <c:v>0.64609953703620704</c:v>
                </c:pt>
                <c:pt idx="55824">
                  <c:v>0.64611111110571073</c:v>
                </c:pt>
                <c:pt idx="55825">
                  <c:v>0.64612268518249039</c:v>
                </c:pt>
                <c:pt idx="55826">
                  <c:v>0.64613425925927004</c:v>
                </c:pt>
                <c:pt idx="55827">
                  <c:v>0.64614583332877373</c:v>
                </c:pt>
                <c:pt idx="55828">
                  <c:v>0.64615740740555339</c:v>
                </c:pt>
                <c:pt idx="55829">
                  <c:v>0.64616898148233304</c:v>
                </c:pt>
                <c:pt idx="55830">
                  <c:v>0.64618055555183673</c:v>
                </c:pt>
                <c:pt idx="55831">
                  <c:v>0.64619212962861639</c:v>
                </c:pt>
                <c:pt idx="55832">
                  <c:v>0.64620370369812008</c:v>
                </c:pt>
                <c:pt idx="55833">
                  <c:v>0.64621527777489973</c:v>
                </c:pt>
                <c:pt idx="55834">
                  <c:v>0.64622685185167938</c:v>
                </c:pt>
                <c:pt idx="55835">
                  <c:v>0.64623842592118308</c:v>
                </c:pt>
                <c:pt idx="55836">
                  <c:v>0.64624999999796273</c:v>
                </c:pt>
                <c:pt idx="55837">
                  <c:v>0.64626157407474238</c:v>
                </c:pt>
                <c:pt idx="55838">
                  <c:v>0.64627314814424608</c:v>
                </c:pt>
                <c:pt idx="55839">
                  <c:v>0.64628472222102573</c:v>
                </c:pt>
                <c:pt idx="55840">
                  <c:v>0.64629629629052943</c:v>
                </c:pt>
                <c:pt idx="55841">
                  <c:v>0.64630787036730908</c:v>
                </c:pt>
                <c:pt idx="55842">
                  <c:v>0.64631944444408873</c:v>
                </c:pt>
                <c:pt idx="55843">
                  <c:v>0.64633101851359243</c:v>
                </c:pt>
                <c:pt idx="55844">
                  <c:v>0.64634259259037208</c:v>
                </c:pt>
                <c:pt idx="55845">
                  <c:v>0.64635416666715173</c:v>
                </c:pt>
                <c:pt idx="55846">
                  <c:v>0.64636574073665543</c:v>
                </c:pt>
                <c:pt idx="55847">
                  <c:v>0.64637731481343508</c:v>
                </c:pt>
                <c:pt idx="55848">
                  <c:v>0.64638888889021473</c:v>
                </c:pt>
                <c:pt idx="55849">
                  <c:v>0.64640046295971842</c:v>
                </c:pt>
                <c:pt idx="55850">
                  <c:v>0.64641203703649808</c:v>
                </c:pt>
                <c:pt idx="55851">
                  <c:v>0.64642361110600177</c:v>
                </c:pt>
                <c:pt idx="55852">
                  <c:v>0.64643518518278142</c:v>
                </c:pt>
                <c:pt idx="55853">
                  <c:v>0.64644675925956108</c:v>
                </c:pt>
                <c:pt idx="55854">
                  <c:v>0.64645833332906477</c:v>
                </c:pt>
                <c:pt idx="55855">
                  <c:v>0.64646990740584442</c:v>
                </c:pt>
                <c:pt idx="55856">
                  <c:v>0.64648148148262408</c:v>
                </c:pt>
                <c:pt idx="55857">
                  <c:v>0.64649305555212777</c:v>
                </c:pt>
                <c:pt idx="55858">
                  <c:v>0.64650462962890742</c:v>
                </c:pt>
                <c:pt idx="55859">
                  <c:v>0.64651620369841112</c:v>
                </c:pt>
                <c:pt idx="55860">
                  <c:v>0.64652777777519077</c:v>
                </c:pt>
                <c:pt idx="55861">
                  <c:v>0.64653935185197042</c:v>
                </c:pt>
                <c:pt idx="55862">
                  <c:v>0.64655092592147412</c:v>
                </c:pt>
                <c:pt idx="55863">
                  <c:v>0.64656249999825377</c:v>
                </c:pt>
                <c:pt idx="55864">
                  <c:v>0.64657407407503342</c:v>
                </c:pt>
                <c:pt idx="55865">
                  <c:v>0.64658564814453712</c:v>
                </c:pt>
                <c:pt idx="55866">
                  <c:v>0.64659722222131677</c:v>
                </c:pt>
                <c:pt idx="55867">
                  <c:v>0.64660879629082046</c:v>
                </c:pt>
                <c:pt idx="55868">
                  <c:v>0.64662037036760012</c:v>
                </c:pt>
                <c:pt idx="55869">
                  <c:v>0.64663194444437977</c:v>
                </c:pt>
                <c:pt idx="55870">
                  <c:v>0.64664351851388346</c:v>
                </c:pt>
                <c:pt idx="55871">
                  <c:v>0.64665509259066312</c:v>
                </c:pt>
                <c:pt idx="55872">
                  <c:v>0.64666666666744277</c:v>
                </c:pt>
                <c:pt idx="55873">
                  <c:v>0.64667824073694646</c:v>
                </c:pt>
                <c:pt idx="55874">
                  <c:v>0.64668981481372612</c:v>
                </c:pt>
                <c:pt idx="55875">
                  <c:v>0.64670138888322981</c:v>
                </c:pt>
                <c:pt idx="55876">
                  <c:v>0.64671296296000946</c:v>
                </c:pt>
                <c:pt idx="55877">
                  <c:v>0.64672453703678912</c:v>
                </c:pt>
                <c:pt idx="55878">
                  <c:v>0.64673611110629281</c:v>
                </c:pt>
                <c:pt idx="55879">
                  <c:v>0.64674768518307246</c:v>
                </c:pt>
                <c:pt idx="55880">
                  <c:v>0.64675925925985212</c:v>
                </c:pt>
                <c:pt idx="55881">
                  <c:v>0.64677083332935581</c:v>
                </c:pt>
                <c:pt idx="55882">
                  <c:v>0.64678240740613546</c:v>
                </c:pt>
                <c:pt idx="55883">
                  <c:v>0.64679398147563916</c:v>
                </c:pt>
                <c:pt idx="55884">
                  <c:v>0.64680555555241881</c:v>
                </c:pt>
                <c:pt idx="55885">
                  <c:v>0.64681712962919846</c:v>
                </c:pt>
                <c:pt idx="55886">
                  <c:v>0.64682870369870216</c:v>
                </c:pt>
                <c:pt idx="55887">
                  <c:v>0.64684027777548181</c:v>
                </c:pt>
                <c:pt idx="55888">
                  <c:v>0.64685185185226146</c:v>
                </c:pt>
                <c:pt idx="55889">
                  <c:v>0.64686342592176516</c:v>
                </c:pt>
                <c:pt idx="55890">
                  <c:v>0.64687499999854481</c:v>
                </c:pt>
                <c:pt idx="55891">
                  <c:v>0.64688657407532446</c:v>
                </c:pt>
                <c:pt idx="55892">
                  <c:v>0.64689814814482816</c:v>
                </c:pt>
                <c:pt idx="55893">
                  <c:v>0.64690972222160781</c:v>
                </c:pt>
                <c:pt idx="55894">
                  <c:v>0.6469212962911115</c:v>
                </c:pt>
                <c:pt idx="55895">
                  <c:v>0.64693287036789116</c:v>
                </c:pt>
                <c:pt idx="55896">
                  <c:v>0.64694444444467081</c:v>
                </c:pt>
                <c:pt idx="55897">
                  <c:v>0.6469560185141745</c:v>
                </c:pt>
                <c:pt idx="55898">
                  <c:v>0.64696759259095415</c:v>
                </c:pt>
                <c:pt idx="55899">
                  <c:v>0.64697916666773381</c:v>
                </c:pt>
                <c:pt idx="55900">
                  <c:v>0.6469907407372375</c:v>
                </c:pt>
                <c:pt idx="55901">
                  <c:v>0.64700231481401715</c:v>
                </c:pt>
                <c:pt idx="55902">
                  <c:v>0.64701388888352085</c:v>
                </c:pt>
                <c:pt idx="55903">
                  <c:v>0.6470254629603005</c:v>
                </c:pt>
                <c:pt idx="55904">
                  <c:v>0.64703703703708015</c:v>
                </c:pt>
                <c:pt idx="55905">
                  <c:v>0.64704861110658385</c:v>
                </c:pt>
                <c:pt idx="55906">
                  <c:v>0.6470601851833635</c:v>
                </c:pt>
                <c:pt idx="55907">
                  <c:v>0.64707175926014315</c:v>
                </c:pt>
                <c:pt idx="55908">
                  <c:v>0.64708333332964685</c:v>
                </c:pt>
                <c:pt idx="55909">
                  <c:v>0.6470949074064265</c:v>
                </c:pt>
                <c:pt idx="55910">
                  <c:v>0.6471064814759302</c:v>
                </c:pt>
                <c:pt idx="55911">
                  <c:v>0.64711805555270985</c:v>
                </c:pt>
                <c:pt idx="55912">
                  <c:v>0.6471296296294895</c:v>
                </c:pt>
                <c:pt idx="55913">
                  <c:v>0.64714120369899319</c:v>
                </c:pt>
                <c:pt idx="55914">
                  <c:v>0.64715277777577285</c:v>
                </c:pt>
                <c:pt idx="55915">
                  <c:v>0.6471643518525525</c:v>
                </c:pt>
                <c:pt idx="55916">
                  <c:v>0.64717592592205619</c:v>
                </c:pt>
                <c:pt idx="55917">
                  <c:v>0.64718749999883585</c:v>
                </c:pt>
                <c:pt idx="55918">
                  <c:v>0.64719907406833954</c:v>
                </c:pt>
                <c:pt idx="55919">
                  <c:v>0.64721064814511919</c:v>
                </c:pt>
                <c:pt idx="55920">
                  <c:v>0.64722222222189885</c:v>
                </c:pt>
                <c:pt idx="55921">
                  <c:v>0.64723379629140254</c:v>
                </c:pt>
                <c:pt idx="55922">
                  <c:v>0.64724537036818219</c:v>
                </c:pt>
                <c:pt idx="55923">
                  <c:v>0.64725694444496185</c:v>
                </c:pt>
                <c:pt idx="55924">
                  <c:v>0.64726851851446554</c:v>
                </c:pt>
                <c:pt idx="55925">
                  <c:v>0.64728009259124519</c:v>
                </c:pt>
                <c:pt idx="55926">
                  <c:v>0.64729166666074889</c:v>
                </c:pt>
                <c:pt idx="55927">
                  <c:v>0.64730324073752854</c:v>
                </c:pt>
                <c:pt idx="55928">
                  <c:v>0.64731481481430819</c:v>
                </c:pt>
                <c:pt idx="55929">
                  <c:v>0.64732638888381189</c:v>
                </c:pt>
                <c:pt idx="55930">
                  <c:v>0.64733796296059154</c:v>
                </c:pt>
                <c:pt idx="55931">
                  <c:v>0.64734953703737119</c:v>
                </c:pt>
                <c:pt idx="55932">
                  <c:v>0.64736111110687489</c:v>
                </c:pt>
                <c:pt idx="55933">
                  <c:v>0.64737268518365454</c:v>
                </c:pt>
                <c:pt idx="55934">
                  <c:v>0.64738425926043419</c:v>
                </c:pt>
                <c:pt idx="55935">
                  <c:v>0.64739583332993789</c:v>
                </c:pt>
                <c:pt idx="55936">
                  <c:v>0.64740740740671754</c:v>
                </c:pt>
                <c:pt idx="55937">
                  <c:v>0.64741898147622123</c:v>
                </c:pt>
                <c:pt idx="55938">
                  <c:v>0.64743055555300089</c:v>
                </c:pt>
                <c:pt idx="55939">
                  <c:v>0.64744212962978054</c:v>
                </c:pt>
                <c:pt idx="55940">
                  <c:v>0.64745370369928423</c:v>
                </c:pt>
                <c:pt idx="55941">
                  <c:v>0.64746527777606389</c:v>
                </c:pt>
                <c:pt idx="55942">
                  <c:v>0.64747685185284354</c:v>
                </c:pt>
                <c:pt idx="55943">
                  <c:v>0.64748842592234723</c:v>
                </c:pt>
                <c:pt idx="55944">
                  <c:v>0.64749999999912689</c:v>
                </c:pt>
                <c:pt idx="55945">
                  <c:v>0.64751157406863058</c:v>
                </c:pt>
                <c:pt idx="55946">
                  <c:v>0.64752314814541023</c:v>
                </c:pt>
                <c:pt idx="55947">
                  <c:v>0.64753472222218988</c:v>
                </c:pt>
                <c:pt idx="55948">
                  <c:v>0.64754629629169358</c:v>
                </c:pt>
                <c:pt idx="55949">
                  <c:v>0.64755787036847323</c:v>
                </c:pt>
                <c:pt idx="55950">
                  <c:v>0.64756944444525288</c:v>
                </c:pt>
                <c:pt idx="55951">
                  <c:v>0.64758101851475658</c:v>
                </c:pt>
                <c:pt idx="55952">
                  <c:v>0.64759259259153623</c:v>
                </c:pt>
                <c:pt idx="55953">
                  <c:v>0.64760416666103993</c:v>
                </c:pt>
                <c:pt idx="55954">
                  <c:v>0.64761574073781958</c:v>
                </c:pt>
                <c:pt idx="55955">
                  <c:v>0.64762731481459923</c:v>
                </c:pt>
                <c:pt idx="55956">
                  <c:v>0.64763888888410293</c:v>
                </c:pt>
                <c:pt idx="55957">
                  <c:v>0.64765046296088258</c:v>
                </c:pt>
                <c:pt idx="55958">
                  <c:v>0.64766203703766223</c:v>
                </c:pt>
                <c:pt idx="55959">
                  <c:v>0.64767361110716593</c:v>
                </c:pt>
                <c:pt idx="55960">
                  <c:v>0.64768518518394558</c:v>
                </c:pt>
                <c:pt idx="55961">
                  <c:v>0.64769675925344927</c:v>
                </c:pt>
                <c:pt idx="55962">
                  <c:v>0.64770833333022892</c:v>
                </c:pt>
                <c:pt idx="55963">
                  <c:v>0.64771990740700858</c:v>
                </c:pt>
                <c:pt idx="55964">
                  <c:v>0.64773148147651227</c:v>
                </c:pt>
                <c:pt idx="55965">
                  <c:v>0.64774305555329192</c:v>
                </c:pt>
                <c:pt idx="55966">
                  <c:v>0.64775462963007158</c:v>
                </c:pt>
                <c:pt idx="55967">
                  <c:v>0.64776620369957527</c:v>
                </c:pt>
                <c:pt idx="55968">
                  <c:v>0.64777777777635492</c:v>
                </c:pt>
                <c:pt idx="55969">
                  <c:v>0.64778935185313458</c:v>
                </c:pt>
                <c:pt idx="55970">
                  <c:v>0.64780092592263827</c:v>
                </c:pt>
                <c:pt idx="55971">
                  <c:v>0.64781249999941792</c:v>
                </c:pt>
                <c:pt idx="55972">
                  <c:v>0.64782407406892162</c:v>
                </c:pt>
                <c:pt idx="55973">
                  <c:v>0.64783564814570127</c:v>
                </c:pt>
                <c:pt idx="55974">
                  <c:v>0.64784722222248092</c:v>
                </c:pt>
                <c:pt idx="55975">
                  <c:v>0.64785879629198462</c:v>
                </c:pt>
                <c:pt idx="55976">
                  <c:v>0.64787037036876427</c:v>
                </c:pt>
                <c:pt idx="55977">
                  <c:v>0.64788194444554392</c:v>
                </c:pt>
                <c:pt idx="55978">
                  <c:v>0.64789351851504762</c:v>
                </c:pt>
                <c:pt idx="55979">
                  <c:v>0.64790509259182727</c:v>
                </c:pt>
                <c:pt idx="55980">
                  <c:v>0.64791666666133096</c:v>
                </c:pt>
                <c:pt idx="55981">
                  <c:v>0.64792824073811062</c:v>
                </c:pt>
                <c:pt idx="55982">
                  <c:v>0.64793981481489027</c:v>
                </c:pt>
                <c:pt idx="55983">
                  <c:v>0.64795138888439396</c:v>
                </c:pt>
                <c:pt idx="55984">
                  <c:v>0.64796296296117362</c:v>
                </c:pt>
                <c:pt idx="55985">
                  <c:v>0.64797453703795327</c:v>
                </c:pt>
                <c:pt idx="55986">
                  <c:v>0.64798611110745696</c:v>
                </c:pt>
                <c:pt idx="55987">
                  <c:v>0.64799768518423662</c:v>
                </c:pt>
                <c:pt idx="55988">
                  <c:v>0.64800925925374031</c:v>
                </c:pt>
                <c:pt idx="55989">
                  <c:v>0.64802083333051996</c:v>
                </c:pt>
                <c:pt idx="55990">
                  <c:v>0.64803240740729962</c:v>
                </c:pt>
                <c:pt idx="55991">
                  <c:v>0.64804398147680331</c:v>
                </c:pt>
                <c:pt idx="55992">
                  <c:v>0.64805555555358296</c:v>
                </c:pt>
                <c:pt idx="55993">
                  <c:v>0.64806712963036261</c:v>
                </c:pt>
                <c:pt idx="55994">
                  <c:v>0.64807870369986631</c:v>
                </c:pt>
                <c:pt idx="55995">
                  <c:v>0.64809027777664596</c:v>
                </c:pt>
                <c:pt idx="55996">
                  <c:v>0.64810185184614966</c:v>
                </c:pt>
                <c:pt idx="55997">
                  <c:v>0.64811342592292931</c:v>
                </c:pt>
                <c:pt idx="55998">
                  <c:v>0.64812499999970896</c:v>
                </c:pt>
                <c:pt idx="55999">
                  <c:v>0.64813657406921266</c:v>
                </c:pt>
                <c:pt idx="56000">
                  <c:v>0.64814814814599231</c:v>
                </c:pt>
                <c:pt idx="56001">
                  <c:v>0.64815972222277196</c:v>
                </c:pt>
                <c:pt idx="56002">
                  <c:v>0.64817129629227566</c:v>
                </c:pt>
                <c:pt idx="56003">
                  <c:v>0.64818287036905531</c:v>
                </c:pt>
                <c:pt idx="56004">
                  <c:v>0.648194444438559</c:v>
                </c:pt>
                <c:pt idx="56005">
                  <c:v>0.64820601851533866</c:v>
                </c:pt>
                <c:pt idx="56006">
                  <c:v>0.64821759259211831</c:v>
                </c:pt>
                <c:pt idx="56007">
                  <c:v>0.648229166661622</c:v>
                </c:pt>
                <c:pt idx="56008">
                  <c:v>0.64824074073840166</c:v>
                </c:pt>
                <c:pt idx="56009">
                  <c:v>0.64825231481518131</c:v>
                </c:pt>
                <c:pt idx="56010">
                  <c:v>0.648263888884685</c:v>
                </c:pt>
                <c:pt idx="56011">
                  <c:v>0.64827546296146465</c:v>
                </c:pt>
                <c:pt idx="56012">
                  <c:v>0.64828703703824431</c:v>
                </c:pt>
                <c:pt idx="56013">
                  <c:v>0.648298611107748</c:v>
                </c:pt>
                <c:pt idx="56014">
                  <c:v>0.64831018518452765</c:v>
                </c:pt>
                <c:pt idx="56015">
                  <c:v>0.64832175925403135</c:v>
                </c:pt>
                <c:pt idx="56016">
                  <c:v>0.648333333330811</c:v>
                </c:pt>
                <c:pt idx="56017">
                  <c:v>0.64834490740759065</c:v>
                </c:pt>
                <c:pt idx="56018">
                  <c:v>0.64835648147709435</c:v>
                </c:pt>
                <c:pt idx="56019">
                  <c:v>0.648368055553874</c:v>
                </c:pt>
                <c:pt idx="56020">
                  <c:v>0.64837962963065365</c:v>
                </c:pt>
                <c:pt idx="56021">
                  <c:v>0.64839120370015735</c:v>
                </c:pt>
                <c:pt idx="56022">
                  <c:v>0.648402777776937</c:v>
                </c:pt>
                <c:pt idx="56023">
                  <c:v>0.6484143518464407</c:v>
                </c:pt>
                <c:pt idx="56024">
                  <c:v>0.64842592592322035</c:v>
                </c:pt>
                <c:pt idx="56025">
                  <c:v>0.6484375</c:v>
                </c:pt>
                <c:pt idx="56026">
                  <c:v>0.64844907406950369</c:v>
                </c:pt>
                <c:pt idx="56027">
                  <c:v>0.64846064814628335</c:v>
                </c:pt>
                <c:pt idx="56028">
                  <c:v>0.648472222223063</c:v>
                </c:pt>
                <c:pt idx="56029">
                  <c:v>0.64848379629256669</c:v>
                </c:pt>
                <c:pt idx="56030">
                  <c:v>0.64849537036934635</c:v>
                </c:pt>
                <c:pt idx="56031">
                  <c:v>0.64850694443885004</c:v>
                </c:pt>
                <c:pt idx="56032">
                  <c:v>0.64851851851562969</c:v>
                </c:pt>
                <c:pt idx="56033">
                  <c:v>0.64853009259240935</c:v>
                </c:pt>
                <c:pt idx="56034">
                  <c:v>0.64854166666191304</c:v>
                </c:pt>
                <c:pt idx="56035">
                  <c:v>0.64855324073869269</c:v>
                </c:pt>
                <c:pt idx="56036">
                  <c:v>0.64856481481547235</c:v>
                </c:pt>
                <c:pt idx="56037">
                  <c:v>0.64857638888497604</c:v>
                </c:pt>
                <c:pt idx="56038">
                  <c:v>0.64858796296175569</c:v>
                </c:pt>
                <c:pt idx="56039">
                  <c:v>0.64859953703125939</c:v>
                </c:pt>
                <c:pt idx="56040">
                  <c:v>0.64861111110803904</c:v>
                </c:pt>
                <c:pt idx="56041">
                  <c:v>0.64862268518481869</c:v>
                </c:pt>
                <c:pt idx="56042">
                  <c:v>0.64863425925432239</c:v>
                </c:pt>
                <c:pt idx="56043">
                  <c:v>0.64864583333110204</c:v>
                </c:pt>
                <c:pt idx="56044">
                  <c:v>0.64865740740788169</c:v>
                </c:pt>
                <c:pt idx="56045">
                  <c:v>0.64866898147738539</c:v>
                </c:pt>
                <c:pt idx="56046">
                  <c:v>0.64868055555416504</c:v>
                </c:pt>
                <c:pt idx="56047">
                  <c:v>0.64869212963094469</c:v>
                </c:pt>
                <c:pt idx="56048">
                  <c:v>0.64870370370044839</c:v>
                </c:pt>
                <c:pt idx="56049">
                  <c:v>0.64871527777722804</c:v>
                </c:pt>
                <c:pt idx="56050">
                  <c:v>0.64872685184673173</c:v>
                </c:pt>
                <c:pt idx="56051">
                  <c:v>0.64873842592351139</c:v>
                </c:pt>
                <c:pt idx="56052">
                  <c:v>0.64875000000029104</c:v>
                </c:pt>
                <c:pt idx="56053">
                  <c:v>0.64876157406979473</c:v>
                </c:pt>
                <c:pt idx="56054">
                  <c:v>0.64877314814657439</c:v>
                </c:pt>
                <c:pt idx="56055">
                  <c:v>0.64878472222335404</c:v>
                </c:pt>
                <c:pt idx="56056">
                  <c:v>0.64879629629285773</c:v>
                </c:pt>
                <c:pt idx="56057">
                  <c:v>0.64880787036963739</c:v>
                </c:pt>
                <c:pt idx="56058">
                  <c:v>0.64881944443914108</c:v>
                </c:pt>
                <c:pt idx="56059">
                  <c:v>0.64883101851592073</c:v>
                </c:pt>
                <c:pt idx="56060">
                  <c:v>0.64884259259270038</c:v>
                </c:pt>
                <c:pt idx="56061">
                  <c:v>0.64885416666220408</c:v>
                </c:pt>
                <c:pt idx="56062">
                  <c:v>0.64886574073898373</c:v>
                </c:pt>
                <c:pt idx="56063">
                  <c:v>0.64887731481576338</c:v>
                </c:pt>
                <c:pt idx="56064">
                  <c:v>0.64888888888526708</c:v>
                </c:pt>
                <c:pt idx="56065">
                  <c:v>0.64890046296204673</c:v>
                </c:pt>
                <c:pt idx="56066">
                  <c:v>0.64891203703155043</c:v>
                </c:pt>
                <c:pt idx="56067">
                  <c:v>0.64892361110833008</c:v>
                </c:pt>
                <c:pt idx="56068">
                  <c:v>0.64893518518510973</c:v>
                </c:pt>
                <c:pt idx="56069">
                  <c:v>0.64894675925461343</c:v>
                </c:pt>
                <c:pt idx="56070">
                  <c:v>0.64895833333139308</c:v>
                </c:pt>
                <c:pt idx="56071">
                  <c:v>0.64896990740817273</c:v>
                </c:pt>
                <c:pt idx="56072">
                  <c:v>0.64898148147767643</c:v>
                </c:pt>
                <c:pt idx="56073">
                  <c:v>0.64899305555445608</c:v>
                </c:pt>
                <c:pt idx="56074">
                  <c:v>0.64900462962395977</c:v>
                </c:pt>
                <c:pt idx="56075">
                  <c:v>0.64901620370073942</c:v>
                </c:pt>
                <c:pt idx="56076">
                  <c:v>0.64902777777751908</c:v>
                </c:pt>
                <c:pt idx="56077">
                  <c:v>0.64903935184702277</c:v>
                </c:pt>
                <c:pt idx="56078">
                  <c:v>0.64905092592380242</c:v>
                </c:pt>
                <c:pt idx="56079">
                  <c:v>0.64906250000058208</c:v>
                </c:pt>
                <c:pt idx="56080">
                  <c:v>0.64907407407008577</c:v>
                </c:pt>
                <c:pt idx="56081">
                  <c:v>0.64908564814686542</c:v>
                </c:pt>
                <c:pt idx="56082">
                  <c:v>0.64909722221636912</c:v>
                </c:pt>
                <c:pt idx="56083">
                  <c:v>0.64910879629314877</c:v>
                </c:pt>
                <c:pt idx="56084">
                  <c:v>0.64912037036992842</c:v>
                </c:pt>
                <c:pt idx="56085">
                  <c:v>0.64913194443943212</c:v>
                </c:pt>
                <c:pt idx="56086">
                  <c:v>0.64914351851621177</c:v>
                </c:pt>
                <c:pt idx="56087">
                  <c:v>0.64915509259299142</c:v>
                </c:pt>
                <c:pt idx="56088">
                  <c:v>0.64916666666249512</c:v>
                </c:pt>
                <c:pt idx="56089">
                  <c:v>0.64917824073927477</c:v>
                </c:pt>
                <c:pt idx="56090">
                  <c:v>0.64918981481605442</c:v>
                </c:pt>
                <c:pt idx="56091">
                  <c:v>0.64920138888555812</c:v>
                </c:pt>
                <c:pt idx="56092">
                  <c:v>0.64921296296233777</c:v>
                </c:pt>
                <c:pt idx="56093">
                  <c:v>0.64922453703184146</c:v>
                </c:pt>
                <c:pt idx="56094">
                  <c:v>0.64923611110862112</c:v>
                </c:pt>
                <c:pt idx="56095">
                  <c:v>0.64924768518540077</c:v>
                </c:pt>
                <c:pt idx="56096">
                  <c:v>0.64925925925490446</c:v>
                </c:pt>
                <c:pt idx="56097">
                  <c:v>0.64927083333168412</c:v>
                </c:pt>
                <c:pt idx="56098">
                  <c:v>0.64928240740846377</c:v>
                </c:pt>
                <c:pt idx="56099">
                  <c:v>0.64929398147796746</c:v>
                </c:pt>
                <c:pt idx="56100">
                  <c:v>0.64930555555474712</c:v>
                </c:pt>
                <c:pt idx="56101">
                  <c:v>0.64931712962425081</c:v>
                </c:pt>
                <c:pt idx="56102">
                  <c:v>0.64932870370103046</c:v>
                </c:pt>
                <c:pt idx="56103">
                  <c:v>0.64934027777781012</c:v>
                </c:pt>
                <c:pt idx="56104">
                  <c:v>0.64935185184731381</c:v>
                </c:pt>
                <c:pt idx="56105">
                  <c:v>0.64936342592409346</c:v>
                </c:pt>
                <c:pt idx="56106">
                  <c:v>0.64937500000087311</c:v>
                </c:pt>
                <c:pt idx="56107">
                  <c:v>0.64938657407037681</c:v>
                </c:pt>
                <c:pt idx="56108">
                  <c:v>0.64939814814715646</c:v>
                </c:pt>
                <c:pt idx="56109">
                  <c:v>0.64940972221666016</c:v>
                </c:pt>
                <c:pt idx="56110">
                  <c:v>0.64942129629343981</c:v>
                </c:pt>
                <c:pt idx="56111">
                  <c:v>0.64943287037021946</c:v>
                </c:pt>
                <c:pt idx="56112">
                  <c:v>0.64944444443972316</c:v>
                </c:pt>
                <c:pt idx="56113">
                  <c:v>0.64945601851650281</c:v>
                </c:pt>
                <c:pt idx="56114">
                  <c:v>0.64946759259328246</c:v>
                </c:pt>
                <c:pt idx="56115">
                  <c:v>0.64947916666278616</c:v>
                </c:pt>
                <c:pt idx="56116">
                  <c:v>0.64949074073956581</c:v>
                </c:pt>
                <c:pt idx="56117">
                  <c:v>0.6495023148090695</c:v>
                </c:pt>
                <c:pt idx="56118">
                  <c:v>0.64951388888584916</c:v>
                </c:pt>
                <c:pt idx="56119">
                  <c:v>0.64952546296262881</c:v>
                </c:pt>
                <c:pt idx="56120">
                  <c:v>0.6495370370321325</c:v>
                </c:pt>
                <c:pt idx="56121">
                  <c:v>0.64954861110891216</c:v>
                </c:pt>
                <c:pt idx="56122">
                  <c:v>0.64956018518569181</c:v>
                </c:pt>
                <c:pt idx="56123">
                  <c:v>0.6495717592551955</c:v>
                </c:pt>
                <c:pt idx="56124">
                  <c:v>0.64958333333197515</c:v>
                </c:pt>
                <c:pt idx="56125">
                  <c:v>0.64959490740147885</c:v>
                </c:pt>
                <c:pt idx="56126">
                  <c:v>0.6496064814782585</c:v>
                </c:pt>
                <c:pt idx="56127">
                  <c:v>0.64961805555503815</c:v>
                </c:pt>
                <c:pt idx="56128">
                  <c:v>0.64962962962454185</c:v>
                </c:pt>
                <c:pt idx="56129">
                  <c:v>0.6496412037013215</c:v>
                </c:pt>
                <c:pt idx="56130">
                  <c:v>0.64965277777810115</c:v>
                </c:pt>
                <c:pt idx="56131">
                  <c:v>0.64966435184760485</c:v>
                </c:pt>
                <c:pt idx="56132">
                  <c:v>0.6496759259243845</c:v>
                </c:pt>
                <c:pt idx="56133">
                  <c:v>0.64968750000116415</c:v>
                </c:pt>
                <c:pt idx="56134">
                  <c:v>0.64969907407066785</c:v>
                </c:pt>
                <c:pt idx="56135">
                  <c:v>0.6497106481474475</c:v>
                </c:pt>
                <c:pt idx="56136">
                  <c:v>0.6497222222169512</c:v>
                </c:pt>
                <c:pt idx="56137">
                  <c:v>0.64973379629373085</c:v>
                </c:pt>
                <c:pt idx="56138">
                  <c:v>0.6497453703705105</c:v>
                </c:pt>
                <c:pt idx="56139">
                  <c:v>0.64975694444001419</c:v>
                </c:pt>
                <c:pt idx="56140">
                  <c:v>0.64976851851679385</c:v>
                </c:pt>
                <c:pt idx="56141">
                  <c:v>0.6497800925935735</c:v>
                </c:pt>
                <c:pt idx="56142">
                  <c:v>0.64979166666307719</c:v>
                </c:pt>
                <c:pt idx="56143">
                  <c:v>0.64980324073985685</c:v>
                </c:pt>
                <c:pt idx="56144">
                  <c:v>0.64981481480936054</c:v>
                </c:pt>
                <c:pt idx="56145">
                  <c:v>0.64982638888614019</c:v>
                </c:pt>
                <c:pt idx="56146">
                  <c:v>0.64983796296291985</c:v>
                </c:pt>
                <c:pt idx="56147">
                  <c:v>0.64984953703242354</c:v>
                </c:pt>
                <c:pt idx="56148">
                  <c:v>0.64986111110920319</c:v>
                </c:pt>
                <c:pt idx="56149">
                  <c:v>0.64987268518598285</c:v>
                </c:pt>
                <c:pt idx="56150">
                  <c:v>0.64988425925548654</c:v>
                </c:pt>
                <c:pt idx="56151">
                  <c:v>0.64989583333226619</c:v>
                </c:pt>
                <c:pt idx="56152">
                  <c:v>0.64990740740176989</c:v>
                </c:pt>
                <c:pt idx="56153">
                  <c:v>0.64991898147854954</c:v>
                </c:pt>
                <c:pt idx="56154">
                  <c:v>0.64993055555532919</c:v>
                </c:pt>
                <c:pt idx="56155">
                  <c:v>0.64994212962483289</c:v>
                </c:pt>
                <c:pt idx="56156">
                  <c:v>0.64995370370161254</c:v>
                </c:pt>
                <c:pt idx="56157">
                  <c:v>0.64996527777839219</c:v>
                </c:pt>
                <c:pt idx="56158">
                  <c:v>0.64997685184789589</c:v>
                </c:pt>
                <c:pt idx="56159">
                  <c:v>0.64998842592467554</c:v>
                </c:pt>
                <c:pt idx="56160">
                  <c:v>0.64999999999417923</c:v>
                </c:pt>
                <c:pt idx="56161">
                  <c:v>0.65001157407095889</c:v>
                </c:pt>
                <c:pt idx="56162">
                  <c:v>0.65002314814773854</c:v>
                </c:pt>
                <c:pt idx="56163">
                  <c:v>0.65003472221724223</c:v>
                </c:pt>
                <c:pt idx="56164">
                  <c:v>0.65004629629402189</c:v>
                </c:pt>
                <c:pt idx="56165">
                  <c:v>0.65005787037080154</c:v>
                </c:pt>
                <c:pt idx="56166">
                  <c:v>0.65006944444030523</c:v>
                </c:pt>
                <c:pt idx="56167">
                  <c:v>0.65008101851708489</c:v>
                </c:pt>
                <c:pt idx="56168">
                  <c:v>0.65009259259386454</c:v>
                </c:pt>
                <c:pt idx="56169">
                  <c:v>0.65010416666336823</c:v>
                </c:pt>
                <c:pt idx="56170">
                  <c:v>0.65011574074014788</c:v>
                </c:pt>
                <c:pt idx="56171">
                  <c:v>0.65012731480965158</c:v>
                </c:pt>
                <c:pt idx="56172">
                  <c:v>0.65013888888643123</c:v>
                </c:pt>
                <c:pt idx="56173">
                  <c:v>0.65015046296321088</c:v>
                </c:pt>
                <c:pt idx="56174">
                  <c:v>0.65016203703271458</c:v>
                </c:pt>
                <c:pt idx="56175">
                  <c:v>0.65017361110949423</c:v>
                </c:pt>
                <c:pt idx="56176">
                  <c:v>0.65018518518627388</c:v>
                </c:pt>
                <c:pt idx="56177">
                  <c:v>0.65019675925577758</c:v>
                </c:pt>
                <c:pt idx="56178">
                  <c:v>0.65020833333255723</c:v>
                </c:pt>
                <c:pt idx="56179">
                  <c:v>0.65021990740206093</c:v>
                </c:pt>
                <c:pt idx="56180">
                  <c:v>0.65023148147884058</c:v>
                </c:pt>
                <c:pt idx="56181">
                  <c:v>0.65024305555562023</c:v>
                </c:pt>
                <c:pt idx="56182">
                  <c:v>0.65025462962512393</c:v>
                </c:pt>
                <c:pt idx="56183">
                  <c:v>0.65026620370190358</c:v>
                </c:pt>
                <c:pt idx="56184">
                  <c:v>0.65027777777868323</c:v>
                </c:pt>
                <c:pt idx="56185">
                  <c:v>0.65028935184818693</c:v>
                </c:pt>
                <c:pt idx="56186">
                  <c:v>0.65030092592496658</c:v>
                </c:pt>
                <c:pt idx="56187">
                  <c:v>0.65031249999447027</c:v>
                </c:pt>
                <c:pt idx="56188">
                  <c:v>0.65032407407124992</c:v>
                </c:pt>
                <c:pt idx="56189">
                  <c:v>0.65033564814802958</c:v>
                </c:pt>
                <c:pt idx="56190">
                  <c:v>0.65034722221753327</c:v>
                </c:pt>
                <c:pt idx="56191">
                  <c:v>0.65035879629431292</c:v>
                </c:pt>
                <c:pt idx="56192">
                  <c:v>0.65037037037109258</c:v>
                </c:pt>
                <c:pt idx="56193">
                  <c:v>0.65038194444059627</c:v>
                </c:pt>
                <c:pt idx="56194">
                  <c:v>0.65039351851737592</c:v>
                </c:pt>
                <c:pt idx="56195">
                  <c:v>0.65040509258687962</c:v>
                </c:pt>
                <c:pt idx="56196">
                  <c:v>0.65041666666365927</c:v>
                </c:pt>
                <c:pt idx="56197">
                  <c:v>0.65042824074043892</c:v>
                </c:pt>
                <c:pt idx="56198">
                  <c:v>0.65043981480994262</c:v>
                </c:pt>
                <c:pt idx="56199">
                  <c:v>0.65045138888672227</c:v>
                </c:pt>
                <c:pt idx="56200">
                  <c:v>0.65046296296350192</c:v>
                </c:pt>
                <c:pt idx="56201">
                  <c:v>0.65047453703300562</c:v>
                </c:pt>
                <c:pt idx="56202">
                  <c:v>0.65048611110978527</c:v>
                </c:pt>
                <c:pt idx="56203">
                  <c:v>0.65049768517928896</c:v>
                </c:pt>
                <c:pt idx="56204">
                  <c:v>0.65050925925606862</c:v>
                </c:pt>
                <c:pt idx="56205">
                  <c:v>0.65052083333284827</c:v>
                </c:pt>
                <c:pt idx="56206">
                  <c:v>0.65053240740235196</c:v>
                </c:pt>
                <c:pt idx="56207">
                  <c:v>0.65054398147913162</c:v>
                </c:pt>
                <c:pt idx="56208">
                  <c:v>0.65055555555591127</c:v>
                </c:pt>
                <c:pt idx="56209">
                  <c:v>0.65056712962541496</c:v>
                </c:pt>
                <c:pt idx="56210">
                  <c:v>0.65057870370219462</c:v>
                </c:pt>
                <c:pt idx="56211">
                  <c:v>0.65059027777897427</c:v>
                </c:pt>
                <c:pt idx="56212">
                  <c:v>0.65060185184847796</c:v>
                </c:pt>
                <c:pt idx="56213">
                  <c:v>0.65061342592525762</c:v>
                </c:pt>
                <c:pt idx="56214">
                  <c:v>0.65062499999476131</c:v>
                </c:pt>
                <c:pt idx="56215">
                  <c:v>0.65063657407154096</c:v>
                </c:pt>
                <c:pt idx="56216">
                  <c:v>0.65064814814832062</c:v>
                </c:pt>
                <c:pt idx="56217">
                  <c:v>0.65065972221782431</c:v>
                </c:pt>
                <c:pt idx="56218">
                  <c:v>0.65067129629460396</c:v>
                </c:pt>
                <c:pt idx="56219">
                  <c:v>0.65068287037138361</c:v>
                </c:pt>
                <c:pt idx="56220">
                  <c:v>0.65069444444088731</c:v>
                </c:pt>
                <c:pt idx="56221">
                  <c:v>0.65070601851766696</c:v>
                </c:pt>
                <c:pt idx="56222">
                  <c:v>0.65071759258717066</c:v>
                </c:pt>
                <c:pt idx="56223">
                  <c:v>0.65072916666395031</c:v>
                </c:pt>
                <c:pt idx="56224">
                  <c:v>0.65074074074072996</c:v>
                </c:pt>
                <c:pt idx="56225">
                  <c:v>0.65075231481023366</c:v>
                </c:pt>
                <c:pt idx="56226">
                  <c:v>0.65076388888701331</c:v>
                </c:pt>
                <c:pt idx="56227">
                  <c:v>0.65077546296379296</c:v>
                </c:pt>
                <c:pt idx="56228">
                  <c:v>0.65078703703329666</c:v>
                </c:pt>
                <c:pt idx="56229">
                  <c:v>0.65079861111007631</c:v>
                </c:pt>
                <c:pt idx="56230">
                  <c:v>0.65081018517958</c:v>
                </c:pt>
                <c:pt idx="56231">
                  <c:v>0.65082175925635966</c:v>
                </c:pt>
                <c:pt idx="56232">
                  <c:v>0.65083333333313931</c:v>
                </c:pt>
                <c:pt idx="56233">
                  <c:v>0.650844907402643</c:v>
                </c:pt>
                <c:pt idx="56234">
                  <c:v>0.65085648147942265</c:v>
                </c:pt>
                <c:pt idx="56235">
                  <c:v>0.65086805555620231</c:v>
                </c:pt>
                <c:pt idx="56236">
                  <c:v>0.650879629625706</c:v>
                </c:pt>
                <c:pt idx="56237">
                  <c:v>0.65089120370248565</c:v>
                </c:pt>
                <c:pt idx="56238">
                  <c:v>0.65090277777198935</c:v>
                </c:pt>
                <c:pt idx="56239">
                  <c:v>0.650914351848769</c:v>
                </c:pt>
                <c:pt idx="56240">
                  <c:v>0.65092592592554865</c:v>
                </c:pt>
                <c:pt idx="56241">
                  <c:v>0.65093749999505235</c:v>
                </c:pt>
                <c:pt idx="56242">
                  <c:v>0.650949074071832</c:v>
                </c:pt>
                <c:pt idx="56243">
                  <c:v>0.65096064814861165</c:v>
                </c:pt>
                <c:pt idx="56244">
                  <c:v>0.65097222221811535</c:v>
                </c:pt>
                <c:pt idx="56245">
                  <c:v>0.650983796294895</c:v>
                </c:pt>
                <c:pt idx="56246">
                  <c:v>0.65099537037167465</c:v>
                </c:pt>
                <c:pt idx="56247">
                  <c:v>0.65100694444117835</c:v>
                </c:pt>
                <c:pt idx="56248">
                  <c:v>0.651018518517958</c:v>
                </c:pt>
                <c:pt idx="56249">
                  <c:v>0.6510300925874617</c:v>
                </c:pt>
                <c:pt idx="56250">
                  <c:v>0.65104166666424135</c:v>
                </c:pt>
                <c:pt idx="56251">
                  <c:v>0.651053240741021</c:v>
                </c:pt>
                <c:pt idx="56252">
                  <c:v>0.65106481481052469</c:v>
                </c:pt>
                <c:pt idx="56253">
                  <c:v>0.65107638888730435</c:v>
                </c:pt>
                <c:pt idx="56254">
                  <c:v>0.651087962964084</c:v>
                </c:pt>
                <c:pt idx="56255">
                  <c:v>0.65109953703358769</c:v>
                </c:pt>
                <c:pt idx="56256">
                  <c:v>0.65111111111036735</c:v>
                </c:pt>
                <c:pt idx="56257">
                  <c:v>0.65112268517987104</c:v>
                </c:pt>
                <c:pt idx="56258">
                  <c:v>0.65113425925665069</c:v>
                </c:pt>
                <c:pt idx="56259">
                  <c:v>0.65114583333343035</c:v>
                </c:pt>
                <c:pt idx="56260">
                  <c:v>0.65115740740293404</c:v>
                </c:pt>
                <c:pt idx="56261">
                  <c:v>0.65116898147971369</c:v>
                </c:pt>
                <c:pt idx="56262">
                  <c:v>0.65118055555649335</c:v>
                </c:pt>
                <c:pt idx="56263">
                  <c:v>0.65119212962599704</c:v>
                </c:pt>
                <c:pt idx="56264">
                  <c:v>0.65120370370277669</c:v>
                </c:pt>
                <c:pt idx="56265">
                  <c:v>0.65121527777228039</c:v>
                </c:pt>
                <c:pt idx="56266">
                  <c:v>0.65122685184906004</c:v>
                </c:pt>
                <c:pt idx="56267">
                  <c:v>0.65123842592583969</c:v>
                </c:pt>
                <c:pt idx="56268">
                  <c:v>0.65124999999534339</c:v>
                </c:pt>
                <c:pt idx="56269">
                  <c:v>0.65126157407212304</c:v>
                </c:pt>
                <c:pt idx="56270">
                  <c:v>0.65127314814890269</c:v>
                </c:pt>
                <c:pt idx="56271">
                  <c:v>0.65128472221840639</c:v>
                </c:pt>
                <c:pt idx="56272">
                  <c:v>0.65129629629518604</c:v>
                </c:pt>
                <c:pt idx="56273">
                  <c:v>0.65130787036468973</c:v>
                </c:pt>
                <c:pt idx="56274">
                  <c:v>0.65131944444146939</c:v>
                </c:pt>
                <c:pt idx="56275">
                  <c:v>0.65133101851824904</c:v>
                </c:pt>
                <c:pt idx="56276">
                  <c:v>0.65134259258775273</c:v>
                </c:pt>
                <c:pt idx="56277">
                  <c:v>0.65135416666453239</c:v>
                </c:pt>
                <c:pt idx="56278">
                  <c:v>0.65136574074131204</c:v>
                </c:pt>
                <c:pt idx="56279">
                  <c:v>0.65137731481081573</c:v>
                </c:pt>
                <c:pt idx="56280">
                  <c:v>0.65138888888759539</c:v>
                </c:pt>
                <c:pt idx="56281">
                  <c:v>0.65140046295709908</c:v>
                </c:pt>
                <c:pt idx="56282">
                  <c:v>0.65141203703387873</c:v>
                </c:pt>
                <c:pt idx="56283">
                  <c:v>0.65142361111065838</c:v>
                </c:pt>
                <c:pt idx="56284">
                  <c:v>0.65143518518016208</c:v>
                </c:pt>
                <c:pt idx="56285">
                  <c:v>0.65144675925694173</c:v>
                </c:pt>
                <c:pt idx="56286">
                  <c:v>0.65145833333372138</c:v>
                </c:pt>
                <c:pt idx="56287">
                  <c:v>0.65146990740322508</c:v>
                </c:pt>
                <c:pt idx="56288">
                  <c:v>0.65148148148000473</c:v>
                </c:pt>
                <c:pt idx="56289">
                  <c:v>0.65149305555678438</c:v>
                </c:pt>
                <c:pt idx="56290">
                  <c:v>0.65150462962628808</c:v>
                </c:pt>
                <c:pt idx="56291">
                  <c:v>0.65151620370306773</c:v>
                </c:pt>
                <c:pt idx="56292">
                  <c:v>0.65152777777257143</c:v>
                </c:pt>
                <c:pt idx="56293">
                  <c:v>0.65153935184935108</c:v>
                </c:pt>
                <c:pt idx="56294">
                  <c:v>0.65155092592613073</c:v>
                </c:pt>
                <c:pt idx="56295">
                  <c:v>0.65156249999563443</c:v>
                </c:pt>
                <c:pt idx="56296">
                  <c:v>0.65157407407241408</c:v>
                </c:pt>
                <c:pt idx="56297">
                  <c:v>0.65158564814919373</c:v>
                </c:pt>
                <c:pt idx="56298">
                  <c:v>0.65159722221869742</c:v>
                </c:pt>
                <c:pt idx="56299">
                  <c:v>0.65160879629547708</c:v>
                </c:pt>
                <c:pt idx="56300">
                  <c:v>0.65162037036498077</c:v>
                </c:pt>
                <c:pt idx="56301">
                  <c:v>0.65163194444176042</c:v>
                </c:pt>
                <c:pt idx="56302">
                  <c:v>0.65164351851854008</c:v>
                </c:pt>
                <c:pt idx="56303">
                  <c:v>0.65165509258804377</c:v>
                </c:pt>
                <c:pt idx="56304">
                  <c:v>0.65166666666482342</c:v>
                </c:pt>
                <c:pt idx="56305">
                  <c:v>0.65167824074160308</c:v>
                </c:pt>
                <c:pt idx="56306">
                  <c:v>0.65168981481110677</c:v>
                </c:pt>
                <c:pt idx="56307">
                  <c:v>0.65170138888788642</c:v>
                </c:pt>
                <c:pt idx="56308">
                  <c:v>0.65171296295739012</c:v>
                </c:pt>
                <c:pt idx="56309">
                  <c:v>0.65172453703416977</c:v>
                </c:pt>
                <c:pt idx="56310">
                  <c:v>0.65173611111094942</c:v>
                </c:pt>
                <c:pt idx="56311">
                  <c:v>0.65174768518045312</c:v>
                </c:pt>
                <c:pt idx="56312">
                  <c:v>0.65175925925723277</c:v>
                </c:pt>
                <c:pt idx="56313">
                  <c:v>0.65177083333401242</c:v>
                </c:pt>
                <c:pt idx="56314">
                  <c:v>0.65178240740351612</c:v>
                </c:pt>
                <c:pt idx="56315">
                  <c:v>0.65179398148029577</c:v>
                </c:pt>
                <c:pt idx="56316">
                  <c:v>0.65180555554979946</c:v>
                </c:pt>
                <c:pt idx="56317">
                  <c:v>0.65181712962657912</c:v>
                </c:pt>
                <c:pt idx="56318">
                  <c:v>0.65182870370335877</c:v>
                </c:pt>
                <c:pt idx="56319">
                  <c:v>0.65184027777286246</c:v>
                </c:pt>
                <c:pt idx="56320">
                  <c:v>0.65185185184964212</c:v>
                </c:pt>
                <c:pt idx="56321">
                  <c:v>0.65186342592642177</c:v>
                </c:pt>
                <c:pt idx="56322">
                  <c:v>0.65187499999592546</c:v>
                </c:pt>
                <c:pt idx="56323">
                  <c:v>0.65188657407270512</c:v>
                </c:pt>
                <c:pt idx="56324">
                  <c:v>0.65189814814948477</c:v>
                </c:pt>
                <c:pt idx="56325">
                  <c:v>0.65190972221898846</c:v>
                </c:pt>
                <c:pt idx="56326">
                  <c:v>0.65192129629576812</c:v>
                </c:pt>
                <c:pt idx="56327">
                  <c:v>0.65193287036527181</c:v>
                </c:pt>
                <c:pt idx="56328">
                  <c:v>0.65194444444205146</c:v>
                </c:pt>
                <c:pt idx="56329">
                  <c:v>0.65195601851883112</c:v>
                </c:pt>
                <c:pt idx="56330">
                  <c:v>0.65196759258833481</c:v>
                </c:pt>
                <c:pt idx="56331">
                  <c:v>0.65197916666511446</c:v>
                </c:pt>
                <c:pt idx="56332">
                  <c:v>0.65199074074189411</c:v>
                </c:pt>
                <c:pt idx="56333">
                  <c:v>0.65200231481139781</c:v>
                </c:pt>
                <c:pt idx="56334">
                  <c:v>0.65201388888817746</c:v>
                </c:pt>
                <c:pt idx="56335">
                  <c:v>0.65202546295768116</c:v>
                </c:pt>
                <c:pt idx="56336">
                  <c:v>0.65203703703446081</c:v>
                </c:pt>
                <c:pt idx="56337">
                  <c:v>0.65204861111124046</c:v>
                </c:pt>
                <c:pt idx="56338">
                  <c:v>0.65206018518074416</c:v>
                </c:pt>
                <c:pt idx="56339">
                  <c:v>0.65207175925752381</c:v>
                </c:pt>
                <c:pt idx="56340">
                  <c:v>0.65208333333430346</c:v>
                </c:pt>
                <c:pt idx="56341">
                  <c:v>0.65209490740380716</c:v>
                </c:pt>
                <c:pt idx="56342">
                  <c:v>0.65210648148058681</c:v>
                </c:pt>
                <c:pt idx="56343">
                  <c:v>0.6521180555500905</c:v>
                </c:pt>
                <c:pt idx="56344">
                  <c:v>0.65212962962687016</c:v>
                </c:pt>
                <c:pt idx="56345">
                  <c:v>0.65214120370364981</c:v>
                </c:pt>
                <c:pt idx="56346">
                  <c:v>0.6521527777731535</c:v>
                </c:pt>
                <c:pt idx="56347">
                  <c:v>0.65216435184993315</c:v>
                </c:pt>
                <c:pt idx="56348">
                  <c:v>0.65217592592671281</c:v>
                </c:pt>
                <c:pt idx="56349">
                  <c:v>0.6521874999962165</c:v>
                </c:pt>
                <c:pt idx="56350">
                  <c:v>0.65219907407299615</c:v>
                </c:pt>
                <c:pt idx="56351">
                  <c:v>0.65221064814249985</c:v>
                </c:pt>
                <c:pt idx="56352">
                  <c:v>0.6522222222192795</c:v>
                </c:pt>
                <c:pt idx="56353">
                  <c:v>0.65223379629605915</c:v>
                </c:pt>
                <c:pt idx="56354">
                  <c:v>0.65224537036556285</c:v>
                </c:pt>
                <c:pt idx="56355">
                  <c:v>0.6522569444423425</c:v>
                </c:pt>
                <c:pt idx="56356">
                  <c:v>0.65226851851912215</c:v>
                </c:pt>
                <c:pt idx="56357">
                  <c:v>0.65228009258862585</c:v>
                </c:pt>
                <c:pt idx="56358">
                  <c:v>0.6522916666654055</c:v>
                </c:pt>
                <c:pt idx="56359">
                  <c:v>0.6523032407349092</c:v>
                </c:pt>
                <c:pt idx="56360">
                  <c:v>0.65231481481168885</c:v>
                </c:pt>
                <c:pt idx="56361">
                  <c:v>0.6523263888884685</c:v>
                </c:pt>
                <c:pt idx="56362">
                  <c:v>0.65233796295797219</c:v>
                </c:pt>
                <c:pt idx="56363">
                  <c:v>0.65234953703475185</c:v>
                </c:pt>
                <c:pt idx="56364">
                  <c:v>0.6523611111115315</c:v>
                </c:pt>
                <c:pt idx="56365">
                  <c:v>0.65237268518103519</c:v>
                </c:pt>
                <c:pt idx="56366">
                  <c:v>0.65238425925781485</c:v>
                </c:pt>
                <c:pt idx="56367">
                  <c:v>0.6523958333345945</c:v>
                </c:pt>
                <c:pt idx="56368">
                  <c:v>0.65240740740409819</c:v>
                </c:pt>
                <c:pt idx="56369">
                  <c:v>0.65241898148087785</c:v>
                </c:pt>
                <c:pt idx="56370">
                  <c:v>0.65243055555038154</c:v>
                </c:pt>
                <c:pt idx="56371">
                  <c:v>0.65244212962716119</c:v>
                </c:pt>
                <c:pt idx="56372">
                  <c:v>0.65245370370394085</c:v>
                </c:pt>
                <c:pt idx="56373">
                  <c:v>0.65246527777344454</c:v>
                </c:pt>
                <c:pt idx="56374">
                  <c:v>0.65247685185022419</c:v>
                </c:pt>
                <c:pt idx="56375">
                  <c:v>0.65248842592700385</c:v>
                </c:pt>
                <c:pt idx="56376">
                  <c:v>0.65249999999650754</c:v>
                </c:pt>
                <c:pt idx="56377">
                  <c:v>0.65251157407328719</c:v>
                </c:pt>
                <c:pt idx="56378">
                  <c:v>0.65252314814279089</c:v>
                </c:pt>
                <c:pt idx="56379">
                  <c:v>0.65253472221957054</c:v>
                </c:pt>
                <c:pt idx="56380">
                  <c:v>0.65254629629635019</c:v>
                </c:pt>
                <c:pt idx="56381">
                  <c:v>0.65255787036585389</c:v>
                </c:pt>
                <c:pt idx="56382">
                  <c:v>0.65256944444263354</c:v>
                </c:pt>
                <c:pt idx="56383">
                  <c:v>0.65258101851941319</c:v>
                </c:pt>
                <c:pt idx="56384">
                  <c:v>0.65259259258891689</c:v>
                </c:pt>
                <c:pt idx="56385">
                  <c:v>0.65260416666569654</c:v>
                </c:pt>
                <c:pt idx="56386">
                  <c:v>0.65261574073520023</c:v>
                </c:pt>
                <c:pt idx="56387">
                  <c:v>0.65262731481197989</c:v>
                </c:pt>
                <c:pt idx="56388">
                  <c:v>0.65263888888875954</c:v>
                </c:pt>
                <c:pt idx="56389">
                  <c:v>0.65265046295826323</c:v>
                </c:pt>
                <c:pt idx="56390">
                  <c:v>0.65266203703504289</c:v>
                </c:pt>
                <c:pt idx="56391">
                  <c:v>0.65267361111182254</c:v>
                </c:pt>
                <c:pt idx="56392">
                  <c:v>0.65268518518132623</c:v>
                </c:pt>
                <c:pt idx="56393">
                  <c:v>0.65269675925810589</c:v>
                </c:pt>
                <c:pt idx="56394">
                  <c:v>0.65270833332760958</c:v>
                </c:pt>
                <c:pt idx="56395">
                  <c:v>0.65271990740438923</c:v>
                </c:pt>
                <c:pt idx="56396">
                  <c:v>0.65273148148116888</c:v>
                </c:pt>
                <c:pt idx="56397">
                  <c:v>0.65274305555067258</c:v>
                </c:pt>
                <c:pt idx="56398">
                  <c:v>0.65275462962745223</c:v>
                </c:pt>
                <c:pt idx="56399">
                  <c:v>0.65276620370423188</c:v>
                </c:pt>
                <c:pt idx="56400">
                  <c:v>0.65277777777373558</c:v>
                </c:pt>
                <c:pt idx="56401">
                  <c:v>0.65278935185051523</c:v>
                </c:pt>
                <c:pt idx="56402">
                  <c:v>0.65280092592001893</c:v>
                </c:pt>
                <c:pt idx="56403">
                  <c:v>0.65281249999679858</c:v>
                </c:pt>
                <c:pt idx="56404">
                  <c:v>0.65282407407357823</c:v>
                </c:pt>
                <c:pt idx="56405">
                  <c:v>0.65283564814308193</c:v>
                </c:pt>
                <c:pt idx="56406">
                  <c:v>0.65284722221986158</c:v>
                </c:pt>
                <c:pt idx="56407">
                  <c:v>0.65285879629664123</c:v>
                </c:pt>
                <c:pt idx="56408">
                  <c:v>0.65287037036614493</c:v>
                </c:pt>
                <c:pt idx="56409">
                  <c:v>0.65288194444292458</c:v>
                </c:pt>
                <c:pt idx="56410">
                  <c:v>0.65289351851970423</c:v>
                </c:pt>
                <c:pt idx="56411">
                  <c:v>0.65290509258920792</c:v>
                </c:pt>
                <c:pt idx="56412">
                  <c:v>0.65291666666598758</c:v>
                </c:pt>
                <c:pt idx="56413">
                  <c:v>0.65292824073549127</c:v>
                </c:pt>
                <c:pt idx="56414">
                  <c:v>0.65293981481227092</c:v>
                </c:pt>
                <c:pt idx="56415">
                  <c:v>0.65295138888905058</c:v>
                </c:pt>
                <c:pt idx="56416">
                  <c:v>0.65296296295855427</c:v>
                </c:pt>
                <c:pt idx="56417">
                  <c:v>0.65297453703533392</c:v>
                </c:pt>
                <c:pt idx="56418">
                  <c:v>0.65298611111211358</c:v>
                </c:pt>
                <c:pt idx="56419">
                  <c:v>0.65299768518161727</c:v>
                </c:pt>
                <c:pt idx="56420">
                  <c:v>0.65300925925839692</c:v>
                </c:pt>
                <c:pt idx="56421">
                  <c:v>0.65302083332790062</c:v>
                </c:pt>
                <c:pt idx="56422">
                  <c:v>0.65303240740468027</c:v>
                </c:pt>
                <c:pt idx="56423">
                  <c:v>0.65304398148145992</c:v>
                </c:pt>
                <c:pt idx="56424">
                  <c:v>0.65305555555096362</c:v>
                </c:pt>
                <c:pt idx="56425">
                  <c:v>0.65306712962774327</c:v>
                </c:pt>
                <c:pt idx="56426">
                  <c:v>0.65307870370452292</c:v>
                </c:pt>
                <c:pt idx="56427">
                  <c:v>0.65309027777402662</c:v>
                </c:pt>
                <c:pt idx="56428">
                  <c:v>0.65310185185080627</c:v>
                </c:pt>
                <c:pt idx="56429">
                  <c:v>0.65311342592030996</c:v>
                </c:pt>
                <c:pt idx="56430">
                  <c:v>0.65312499999708962</c:v>
                </c:pt>
                <c:pt idx="56431">
                  <c:v>0.65313657407386927</c:v>
                </c:pt>
                <c:pt idx="56432">
                  <c:v>0.65314814814337296</c:v>
                </c:pt>
                <c:pt idx="56433">
                  <c:v>0.65315972222015262</c:v>
                </c:pt>
                <c:pt idx="56434">
                  <c:v>0.65317129629693227</c:v>
                </c:pt>
                <c:pt idx="56435">
                  <c:v>0.65318287036643596</c:v>
                </c:pt>
                <c:pt idx="56436">
                  <c:v>0.65319444444321562</c:v>
                </c:pt>
                <c:pt idx="56437">
                  <c:v>0.65320601851271931</c:v>
                </c:pt>
                <c:pt idx="56438">
                  <c:v>0.65321759258949896</c:v>
                </c:pt>
                <c:pt idx="56439">
                  <c:v>0.65322916666627862</c:v>
                </c:pt>
                <c:pt idx="56440">
                  <c:v>0.65324074073578231</c:v>
                </c:pt>
                <c:pt idx="56441">
                  <c:v>0.65325231481256196</c:v>
                </c:pt>
                <c:pt idx="56442">
                  <c:v>0.65326388888934162</c:v>
                </c:pt>
                <c:pt idx="56443">
                  <c:v>0.65327546295884531</c:v>
                </c:pt>
                <c:pt idx="56444">
                  <c:v>0.65328703703562496</c:v>
                </c:pt>
                <c:pt idx="56445">
                  <c:v>0.65329861111240461</c:v>
                </c:pt>
                <c:pt idx="56446">
                  <c:v>0.65331018518190831</c:v>
                </c:pt>
                <c:pt idx="56447">
                  <c:v>0.65332175925868796</c:v>
                </c:pt>
                <c:pt idx="56448">
                  <c:v>0.65333333332819166</c:v>
                </c:pt>
                <c:pt idx="56449">
                  <c:v>0.65334490740497131</c:v>
                </c:pt>
                <c:pt idx="56450">
                  <c:v>0.65335648148175096</c:v>
                </c:pt>
                <c:pt idx="56451">
                  <c:v>0.65336805555125466</c:v>
                </c:pt>
                <c:pt idx="56452">
                  <c:v>0.65337962962803431</c:v>
                </c:pt>
                <c:pt idx="56453">
                  <c:v>0.65339120370481396</c:v>
                </c:pt>
                <c:pt idx="56454">
                  <c:v>0.65340277777431766</c:v>
                </c:pt>
                <c:pt idx="56455">
                  <c:v>0.65341435185109731</c:v>
                </c:pt>
                <c:pt idx="56456">
                  <c:v>0.653425925920601</c:v>
                </c:pt>
                <c:pt idx="56457">
                  <c:v>0.65343749999738066</c:v>
                </c:pt>
                <c:pt idx="56458">
                  <c:v>0.65344907407416031</c:v>
                </c:pt>
                <c:pt idx="56459">
                  <c:v>0.653460648143664</c:v>
                </c:pt>
                <c:pt idx="56460">
                  <c:v>0.65347222222044365</c:v>
                </c:pt>
                <c:pt idx="56461">
                  <c:v>0.65348379629722331</c:v>
                </c:pt>
                <c:pt idx="56462">
                  <c:v>0.653495370366727</c:v>
                </c:pt>
                <c:pt idx="56463">
                  <c:v>0.65350694444350665</c:v>
                </c:pt>
                <c:pt idx="56464">
                  <c:v>0.65351851851301035</c:v>
                </c:pt>
                <c:pt idx="56465">
                  <c:v>0.65353009258979</c:v>
                </c:pt>
                <c:pt idx="56466">
                  <c:v>0.65354166666656965</c:v>
                </c:pt>
                <c:pt idx="56467">
                  <c:v>0.65355324073607335</c:v>
                </c:pt>
                <c:pt idx="56468">
                  <c:v>0.653564814812853</c:v>
                </c:pt>
                <c:pt idx="56469">
                  <c:v>0.65357638888963265</c:v>
                </c:pt>
                <c:pt idx="56470">
                  <c:v>0.65358796295913635</c:v>
                </c:pt>
                <c:pt idx="56471">
                  <c:v>0.653599537035916</c:v>
                </c:pt>
                <c:pt idx="56472">
                  <c:v>0.6536111111054197</c:v>
                </c:pt>
                <c:pt idx="56473">
                  <c:v>0.65362268518219935</c:v>
                </c:pt>
                <c:pt idx="56474">
                  <c:v>0.653634259258979</c:v>
                </c:pt>
                <c:pt idx="56475">
                  <c:v>0.65364583332848269</c:v>
                </c:pt>
                <c:pt idx="56476">
                  <c:v>0.65365740740526235</c:v>
                </c:pt>
                <c:pt idx="56477">
                  <c:v>0.653668981482042</c:v>
                </c:pt>
                <c:pt idx="56478">
                  <c:v>0.65368055555154569</c:v>
                </c:pt>
                <c:pt idx="56479">
                  <c:v>0.65369212962832535</c:v>
                </c:pt>
                <c:pt idx="56480">
                  <c:v>0.65370370369782904</c:v>
                </c:pt>
                <c:pt idx="56481">
                  <c:v>0.65371527777460869</c:v>
                </c:pt>
                <c:pt idx="56482">
                  <c:v>0.65372685185138835</c:v>
                </c:pt>
                <c:pt idx="56483">
                  <c:v>0.65373842592089204</c:v>
                </c:pt>
                <c:pt idx="56484">
                  <c:v>0.65374999999767169</c:v>
                </c:pt>
                <c:pt idx="56485">
                  <c:v>0.65376157407445135</c:v>
                </c:pt>
                <c:pt idx="56486">
                  <c:v>0.65377314814395504</c:v>
                </c:pt>
                <c:pt idx="56487">
                  <c:v>0.65378472222073469</c:v>
                </c:pt>
                <c:pt idx="56488">
                  <c:v>0.65379629629751435</c:v>
                </c:pt>
                <c:pt idx="56489">
                  <c:v>0.65380787036701804</c:v>
                </c:pt>
                <c:pt idx="56490">
                  <c:v>0.65381944444379769</c:v>
                </c:pt>
                <c:pt idx="56491">
                  <c:v>0.65383101851330139</c:v>
                </c:pt>
                <c:pt idx="56492">
                  <c:v>0.65384259259008104</c:v>
                </c:pt>
                <c:pt idx="56493">
                  <c:v>0.65385416666686069</c:v>
                </c:pt>
                <c:pt idx="56494">
                  <c:v>0.65386574073636439</c:v>
                </c:pt>
                <c:pt idx="56495">
                  <c:v>0.65387731481314404</c:v>
                </c:pt>
                <c:pt idx="56496">
                  <c:v>0.65388888888992369</c:v>
                </c:pt>
                <c:pt idx="56497">
                  <c:v>0.65390046295942739</c:v>
                </c:pt>
                <c:pt idx="56498">
                  <c:v>0.65391203703620704</c:v>
                </c:pt>
                <c:pt idx="56499">
                  <c:v>0.65392361110571073</c:v>
                </c:pt>
                <c:pt idx="56500">
                  <c:v>0.65393518518249039</c:v>
                </c:pt>
                <c:pt idx="56501">
                  <c:v>0.65394675925927004</c:v>
                </c:pt>
                <c:pt idx="56502">
                  <c:v>0.65395833332877373</c:v>
                </c:pt>
                <c:pt idx="56503">
                  <c:v>0.65396990740555339</c:v>
                </c:pt>
                <c:pt idx="56504">
                  <c:v>0.65398148148233304</c:v>
                </c:pt>
                <c:pt idx="56505">
                  <c:v>0.65399305555183673</c:v>
                </c:pt>
                <c:pt idx="56506">
                  <c:v>0.65400462962861639</c:v>
                </c:pt>
                <c:pt idx="56507">
                  <c:v>0.65401620369812008</c:v>
                </c:pt>
                <c:pt idx="56508">
                  <c:v>0.65402777777489973</c:v>
                </c:pt>
                <c:pt idx="56509">
                  <c:v>0.65403935185167938</c:v>
                </c:pt>
                <c:pt idx="56510">
                  <c:v>0.65405092592118308</c:v>
                </c:pt>
                <c:pt idx="56511">
                  <c:v>0.65406249999796273</c:v>
                </c:pt>
                <c:pt idx="56512">
                  <c:v>0.65407407407474238</c:v>
                </c:pt>
                <c:pt idx="56513">
                  <c:v>0.65408564814424608</c:v>
                </c:pt>
                <c:pt idx="56514">
                  <c:v>0.65409722222102573</c:v>
                </c:pt>
                <c:pt idx="56515">
                  <c:v>0.65410879629052943</c:v>
                </c:pt>
                <c:pt idx="56516">
                  <c:v>0.65412037036730908</c:v>
                </c:pt>
                <c:pt idx="56517">
                  <c:v>0.65413194444408873</c:v>
                </c:pt>
                <c:pt idx="56518">
                  <c:v>0.65414351851359243</c:v>
                </c:pt>
                <c:pt idx="56519">
                  <c:v>0.65415509259037208</c:v>
                </c:pt>
                <c:pt idx="56520">
                  <c:v>0.65416666666715173</c:v>
                </c:pt>
                <c:pt idx="56521">
                  <c:v>0.65417824073665543</c:v>
                </c:pt>
                <c:pt idx="56522">
                  <c:v>0.65418981481343508</c:v>
                </c:pt>
                <c:pt idx="56523">
                  <c:v>0.65420138889021473</c:v>
                </c:pt>
                <c:pt idx="56524">
                  <c:v>0.65421296295971842</c:v>
                </c:pt>
                <c:pt idx="56525">
                  <c:v>0.65422453703649808</c:v>
                </c:pt>
                <c:pt idx="56526">
                  <c:v>0.65423611110600177</c:v>
                </c:pt>
                <c:pt idx="56527">
                  <c:v>0.65424768518278142</c:v>
                </c:pt>
                <c:pt idx="56528">
                  <c:v>0.65425925925956108</c:v>
                </c:pt>
                <c:pt idx="56529">
                  <c:v>0.65427083332906477</c:v>
                </c:pt>
                <c:pt idx="56530">
                  <c:v>0.65428240740584442</c:v>
                </c:pt>
                <c:pt idx="56531">
                  <c:v>0.65429398148262408</c:v>
                </c:pt>
                <c:pt idx="56532">
                  <c:v>0.65430555555212777</c:v>
                </c:pt>
                <c:pt idx="56533">
                  <c:v>0.65431712962890742</c:v>
                </c:pt>
                <c:pt idx="56534">
                  <c:v>0.65432870369841112</c:v>
                </c:pt>
                <c:pt idx="56535">
                  <c:v>0.65434027777519077</c:v>
                </c:pt>
                <c:pt idx="56536">
                  <c:v>0.65435185185197042</c:v>
                </c:pt>
                <c:pt idx="56537">
                  <c:v>0.65436342592147412</c:v>
                </c:pt>
                <c:pt idx="56538">
                  <c:v>0.65437499999825377</c:v>
                </c:pt>
                <c:pt idx="56539">
                  <c:v>0.65438657407503342</c:v>
                </c:pt>
                <c:pt idx="56540">
                  <c:v>0.65439814814453712</c:v>
                </c:pt>
                <c:pt idx="56541">
                  <c:v>0.65440972222131677</c:v>
                </c:pt>
                <c:pt idx="56542">
                  <c:v>0.65442129629082046</c:v>
                </c:pt>
                <c:pt idx="56543">
                  <c:v>0.65443287036760012</c:v>
                </c:pt>
                <c:pt idx="56544">
                  <c:v>0.65444444444437977</c:v>
                </c:pt>
                <c:pt idx="56545">
                  <c:v>0.65445601851388346</c:v>
                </c:pt>
                <c:pt idx="56546">
                  <c:v>0.65446759259066312</c:v>
                </c:pt>
                <c:pt idx="56547">
                  <c:v>0.65447916666744277</c:v>
                </c:pt>
                <c:pt idx="56548">
                  <c:v>0.65449074073694646</c:v>
                </c:pt>
                <c:pt idx="56549">
                  <c:v>0.65450231481372612</c:v>
                </c:pt>
                <c:pt idx="56550">
                  <c:v>0.65451388888322981</c:v>
                </c:pt>
                <c:pt idx="56551">
                  <c:v>0.65452546296000946</c:v>
                </c:pt>
                <c:pt idx="56552">
                  <c:v>0.65453703703678912</c:v>
                </c:pt>
                <c:pt idx="56553">
                  <c:v>0.65454861110629281</c:v>
                </c:pt>
                <c:pt idx="56554">
                  <c:v>0.65456018518307246</c:v>
                </c:pt>
                <c:pt idx="56555">
                  <c:v>0.65457175925985212</c:v>
                </c:pt>
                <c:pt idx="56556">
                  <c:v>0.65458333332935581</c:v>
                </c:pt>
                <c:pt idx="56557">
                  <c:v>0.65459490740613546</c:v>
                </c:pt>
                <c:pt idx="56558">
                  <c:v>0.65460648147563916</c:v>
                </c:pt>
                <c:pt idx="56559">
                  <c:v>0.65461805555241881</c:v>
                </c:pt>
                <c:pt idx="56560">
                  <c:v>0.65462962962919846</c:v>
                </c:pt>
                <c:pt idx="56561">
                  <c:v>0.65464120369870216</c:v>
                </c:pt>
                <c:pt idx="56562">
                  <c:v>0.65465277777548181</c:v>
                </c:pt>
                <c:pt idx="56563">
                  <c:v>0.65466435185226146</c:v>
                </c:pt>
                <c:pt idx="56564">
                  <c:v>0.65467592592176516</c:v>
                </c:pt>
                <c:pt idx="56565">
                  <c:v>0.65468749999854481</c:v>
                </c:pt>
                <c:pt idx="56566">
                  <c:v>0.65469907407532446</c:v>
                </c:pt>
                <c:pt idx="56567">
                  <c:v>0.65471064814482816</c:v>
                </c:pt>
                <c:pt idx="56568">
                  <c:v>0.65472222222160781</c:v>
                </c:pt>
                <c:pt idx="56569">
                  <c:v>0.6547337962911115</c:v>
                </c:pt>
                <c:pt idx="56570">
                  <c:v>0.65474537036789116</c:v>
                </c:pt>
                <c:pt idx="56571">
                  <c:v>0.65475694444467081</c:v>
                </c:pt>
                <c:pt idx="56572">
                  <c:v>0.6547685185141745</c:v>
                </c:pt>
                <c:pt idx="56573">
                  <c:v>0.65478009259095415</c:v>
                </c:pt>
                <c:pt idx="56574">
                  <c:v>0.65479166666773381</c:v>
                </c:pt>
                <c:pt idx="56575">
                  <c:v>0.6548032407372375</c:v>
                </c:pt>
                <c:pt idx="56576">
                  <c:v>0.65481481481401715</c:v>
                </c:pt>
                <c:pt idx="56577">
                  <c:v>0.65482638888352085</c:v>
                </c:pt>
                <c:pt idx="56578">
                  <c:v>0.6548379629603005</c:v>
                </c:pt>
                <c:pt idx="56579">
                  <c:v>0.65484953703708015</c:v>
                </c:pt>
                <c:pt idx="56580">
                  <c:v>0.65486111110658385</c:v>
                </c:pt>
                <c:pt idx="56581">
                  <c:v>0.6548726851833635</c:v>
                </c:pt>
                <c:pt idx="56582">
                  <c:v>0.65488425926014315</c:v>
                </c:pt>
                <c:pt idx="56583">
                  <c:v>0.65489583332964685</c:v>
                </c:pt>
                <c:pt idx="56584">
                  <c:v>0.6549074074064265</c:v>
                </c:pt>
                <c:pt idx="56585">
                  <c:v>0.6549189814759302</c:v>
                </c:pt>
                <c:pt idx="56586">
                  <c:v>0.65493055555270985</c:v>
                </c:pt>
                <c:pt idx="56587">
                  <c:v>0.6549421296294895</c:v>
                </c:pt>
                <c:pt idx="56588">
                  <c:v>0.65495370369899319</c:v>
                </c:pt>
                <c:pt idx="56589">
                  <c:v>0.65496527777577285</c:v>
                </c:pt>
                <c:pt idx="56590">
                  <c:v>0.6549768518525525</c:v>
                </c:pt>
                <c:pt idx="56591">
                  <c:v>0.65498842592205619</c:v>
                </c:pt>
                <c:pt idx="56592">
                  <c:v>0.65499999999883585</c:v>
                </c:pt>
                <c:pt idx="56593">
                  <c:v>0.65501157406833954</c:v>
                </c:pt>
                <c:pt idx="56594">
                  <c:v>0.65502314814511919</c:v>
                </c:pt>
                <c:pt idx="56595">
                  <c:v>0.65503472222189885</c:v>
                </c:pt>
                <c:pt idx="56596">
                  <c:v>0.65504629629140254</c:v>
                </c:pt>
                <c:pt idx="56597">
                  <c:v>0.65505787036818219</c:v>
                </c:pt>
                <c:pt idx="56598">
                  <c:v>0.65506944444496185</c:v>
                </c:pt>
                <c:pt idx="56599">
                  <c:v>0.65508101851446554</c:v>
                </c:pt>
                <c:pt idx="56600">
                  <c:v>0.65509259259124519</c:v>
                </c:pt>
                <c:pt idx="56601">
                  <c:v>0.65510416666074889</c:v>
                </c:pt>
                <c:pt idx="56602">
                  <c:v>0.65511574073752854</c:v>
                </c:pt>
                <c:pt idx="56603">
                  <c:v>0.65512731481430819</c:v>
                </c:pt>
                <c:pt idx="56604">
                  <c:v>0.65513888888381189</c:v>
                </c:pt>
                <c:pt idx="56605">
                  <c:v>0.65515046296059154</c:v>
                </c:pt>
                <c:pt idx="56606">
                  <c:v>0.65516203703737119</c:v>
                </c:pt>
                <c:pt idx="56607">
                  <c:v>0.65517361110687489</c:v>
                </c:pt>
                <c:pt idx="56608">
                  <c:v>0.65518518518365454</c:v>
                </c:pt>
                <c:pt idx="56609">
                  <c:v>0.65519675926043419</c:v>
                </c:pt>
                <c:pt idx="56610">
                  <c:v>0.65520833332993789</c:v>
                </c:pt>
                <c:pt idx="56611">
                  <c:v>0.65521990740671754</c:v>
                </c:pt>
                <c:pt idx="56612">
                  <c:v>0.65523148147622123</c:v>
                </c:pt>
                <c:pt idx="56613">
                  <c:v>0.65524305555300089</c:v>
                </c:pt>
                <c:pt idx="56614">
                  <c:v>0.65525462962978054</c:v>
                </c:pt>
                <c:pt idx="56615">
                  <c:v>0.65526620369928423</c:v>
                </c:pt>
                <c:pt idx="56616">
                  <c:v>0.65527777777606389</c:v>
                </c:pt>
                <c:pt idx="56617">
                  <c:v>0.65528935185284354</c:v>
                </c:pt>
                <c:pt idx="56618">
                  <c:v>0.65530092592234723</c:v>
                </c:pt>
                <c:pt idx="56619">
                  <c:v>0.65531249999912689</c:v>
                </c:pt>
                <c:pt idx="56620">
                  <c:v>0.65532407406863058</c:v>
                </c:pt>
                <c:pt idx="56621">
                  <c:v>0.65533564814541023</c:v>
                </c:pt>
                <c:pt idx="56622">
                  <c:v>0.65534722222218988</c:v>
                </c:pt>
                <c:pt idx="56623">
                  <c:v>0.65535879629169358</c:v>
                </c:pt>
                <c:pt idx="56624">
                  <c:v>0.65537037036847323</c:v>
                </c:pt>
                <c:pt idx="56625">
                  <c:v>0.65538194444525288</c:v>
                </c:pt>
                <c:pt idx="56626">
                  <c:v>0.65539351851475658</c:v>
                </c:pt>
                <c:pt idx="56627">
                  <c:v>0.65540509259153623</c:v>
                </c:pt>
                <c:pt idx="56628">
                  <c:v>0.65541666666103993</c:v>
                </c:pt>
                <c:pt idx="56629">
                  <c:v>0.65542824073781958</c:v>
                </c:pt>
                <c:pt idx="56630">
                  <c:v>0.65543981481459923</c:v>
                </c:pt>
                <c:pt idx="56631">
                  <c:v>0.65545138888410293</c:v>
                </c:pt>
                <c:pt idx="56632">
                  <c:v>0.65546296296088258</c:v>
                </c:pt>
                <c:pt idx="56633">
                  <c:v>0.65547453703766223</c:v>
                </c:pt>
                <c:pt idx="56634">
                  <c:v>0.65548611110716593</c:v>
                </c:pt>
                <c:pt idx="56635">
                  <c:v>0.65549768518394558</c:v>
                </c:pt>
                <c:pt idx="56636">
                  <c:v>0.65550925925344927</c:v>
                </c:pt>
                <c:pt idx="56637">
                  <c:v>0.65552083333022892</c:v>
                </c:pt>
                <c:pt idx="56638">
                  <c:v>0.65553240740700858</c:v>
                </c:pt>
                <c:pt idx="56639">
                  <c:v>0.65554398147651227</c:v>
                </c:pt>
                <c:pt idx="56640">
                  <c:v>0.65555555555329192</c:v>
                </c:pt>
                <c:pt idx="56641">
                  <c:v>0.65556712963007158</c:v>
                </c:pt>
                <c:pt idx="56642">
                  <c:v>0.65557870369957527</c:v>
                </c:pt>
                <c:pt idx="56643">
                  <c:v>0.65559027777635492</c:v>
                </c:pt>
                <c:pt idx="56644">
                  <c:v>0.65560185185313458</c:v>
                </c:pt>
                <c:pt idx="56645">
                  <c:v>0.65561342592263827</c:v>
                </c:pt>
                <c:pt idx="56646">
                  <c:v>0.65562499999941792</c:v>
                </c:pt>
                <c:pt idx="56647">
                  <c:v>0.65563657406892162</c:v>
                </c:pt>
                <c:pt idx="56648">
                  <c:v>0.65564814814570127</c:v>
                </c:pt>
                <c:pt idx="56649">
                  <c:v>0.65565972222248092</c:v>
                </c:pt>
                <c:pt idx="56650">
                  <c:v>0.65567129629198462</c:v>
                </c:pt>
                <c:pt idx="56651">
                  <c:v>0.65568287036876427</c:v>
                </c:pt>
                <c:pt idx="56652">
                  <c:v>0.65569444444554392</c:v>
                </c:pt>
                <c:pt idx="56653">
                  <c:v>0.65570601851504762</c:v>
                </c:pt>
                <c:pt idx="56654">
                  <c:v>0.65571759259182727</c:v>
                </c:pt>
                <c:pt idx="56655">
                  <c:v>0.65572916666133096</c:v>
                </c:pt>
                <c:pt idx="56656">
                  <c:v>0.65574074073811062</c:v>
                </c:pt>
                <c:pt idx="56657">
                  <c:v>0.65575231481489027</c:v>
                </c:pt>
                <c:pt idx="56658">
                  <c:v>0.65576388888439396</c:v>
                </c:pt>
                <c:pt idx="56659">
                  <c:v>0.65577546296117362</c:v>
                </c:pt>
                <c:pt idx="56660">
                  <c:v>0.65578703703795327</c:v>
                </c:pt>
                <c:pt idx="56661">
                  <c:v>0.65579861110745696</c:v>
                </c:pt>
                <c:pt idx="56662">
                  <c:v>0.65581018518423662</c:v>
                </c:pt>
                <c:pt idx="56663">
                  <c:v>0.65582175925374031</c:v>
                </c:pt>
                <c:pt idx="56664">
                  <c:v>0.65583333333051996</c:v>
                </c:pt>
                <c:pt idx="56665">
                  <c:v>0.65584490740729962</c:v>
                </c:pt>
                <c:pt idx="56666">
                  <c:v>0.65585648147680331</c:v>
                </c:pt>
                <c:pt idx="56667">
                  <c:v>0.65586805555358296</c:v>
                </c:pt>
                <c:pt idx="56668">
                  <c:v>0.65587962963036261</c:v>
                </c:pt>
                <c:pt idx="56669">
                  <c:v>0.65589120369986631</c:v>
                </c:pt>
                <c:pt idx="56670">
                  <c:v>0.65590277777664596</c:v>
                </c:pt>
                <c:pt idx="56671">
                  <c:v>0.65591435184614966</c:v>
                </c:pt>
                <c:pt idx="56672">
                  <c:v>0.65592592592292931</c:v>
                </c:pt>
                <c:pt idx="56673">
                  <c:v>0.65593749999970896</c:v>
                </c:pt>
                <c:pt idx="56674">
                  <c:v>0.65594907406921266</c:v>
                </c:pt>
                <c:pt idx="56675">
                  <c:v>0.65596064814599231</c:v>
                </c:pt>
                <c:pt idx="56676">
                  <c:v>0.65597222222277196</c:v>
                </c:pt>
                <c:pt idx="56677">
                  <c:v>0.65598379629227566</c:v>
                </c:pt>
                <c:pt idx="56678">
                  <c:v>0.65599537036905531</c:v>
                </c:pt>
                <c:pt idx="56679">
                  <c:v>0.656006944438559</c:v>
                </c:pt>
                <c:pt idx="56680">
                  <c:v>0.65601851851533866</c:v>
                </c:pt>
                <c:pt idx="56681">
                  <c:v>0.65603009259211831</c:v>
                </c:pt>
                <c:pt idx="56682">
                  <c:v>0.656041666661622</c:v>
                </c:pt>
                <c:pt idx="56683">
                  <c:v>0.65605324073840166</c:v>
                </c:pt>
                <c:pt idx="56684">
                  <c:v>0.65606481481518131</c:v>
                </c:pt>
                <c:pt idx="56685">
                  <c:v>0.656076388884685</c:v>
                </c:pt>
                <c:pt idx="56686">
                  <c:v>0.65608796296146465</c:v>
                </c:pt>
                <c:pt idx="56687">
                  <c:v>0.65609953703824431</c:v>
                </c:pt>
                <c:pt idx="56688">
                  <c:v>0.656111111107748</c:v>
                </c:pt>
                <c:pt idx="56689">
                  <c:v>0.65612268518452765</c:v>
                </c:pt>
                <c:pt idx="56690">
                  <c:v>0.65613425925403135</c:v>
                </c:pt>
                <c:pt idx="56691">
                  <c:v>0.656145833330811</c:v>
                </c:pt>
                <c:pt idx="56692">
                  <c:v>0.65615740740759065</c:v>
                </c:pt>
                <c:pt idx="56693">
                  <c:v>0.65616898147709435</c:v>
                </c:pt>
                <c:pt idx="56694">
                  <c:v>0.656180555553874</c:v>
                </c:pt>
                <c:pt idx="56695">
                  <c:v>0.65619212963065365</c:v>
                </c:pt>
                <c:pt idx="56696">
                  <c:v>0.65620370370015735</c:v>
                </c:pt>
                <c:pt idx="56697">
                  <c:v>0.656215277776937</c:v>
                </c:pt>
                <c:pt idx="56698">
                  <c:v>0.6562268518464407</c:v>
                </c:pt>
                <c:pt idx="56699">
                  <c:v>0.65623842592322035</c:v>
                </c:pt>
                <c:pt idx="56700">
                  <c:v>0.65625</c:v>
                </c:pt>
                <c:pt idx="56701">
                  <c:v>0.65626157406950369</c:v>
                </c:pt>
                <c:pt idx="56702">
                  <c:v>0.65627314814628335</c:v>
                </c:pt>
                <c:pt idx="56703">
                  <c:v>0.656284722223063</c:v>
                </c:pt>
                <c:pt idx="56704">
                  <c:v>0.65629629629256669</c:v>
                </c:pt>
                <c:pt idx="56705">
                  <c:v>0.65630787036934635</c:v>
                </c:pt>
                <c:pt idx="56706">
                  <c:v>0.65631944443885004</c:v>
                </c:pt>
                <c:pt idx="56707">
                  <c:v>0.65633101851562969</c:v>
                </c:pt>
                <c:pt idx="56708">
                  <c:v>0.65634259259240935</c:v>
                </c:pt>
                <c:pt idx="56709">
                  <c:v>0.65635416666191304</c:v>
                </c:pt>
                <c:pt idx="56710">
                  <c:v>0.65636574073869269</c:v>
                </c:pt>
                <c:pt idx="56711">
                  <c:v>0.65637731481547235</c:v>
                </c:pt>
                <c:pt idx="56712">
                  <c:v>0.65638888888497604</c:v>
                </c:pt>
                <c:pt idx="56713">
                  <c:v>0.65640046296175569</c:v>
                </c:pt>
                <c:pt idx="56714">
                  <c:v>0.65641203703125939</c:v>
                </c:pt>
                <c:pt idx="56715">
                  <c:v>0.65642361110803904</c:v>
                </c:pt>
                <c:pt idx="56716">
                  <c:v>0.65643518518481869</c:v>
                </c:pt>
                <c:pt idx="56717">
                  <c:v>0.65644675925432239</c:v>
                </c:pt>
                <c:pt idx="56718">
                  <c:v>0.65645833333110204</c:v>
                </c:pt>
                <c:pt idx="56719">
                  <c:v>0.65646990740788169</c:v>
                </c:pt>
                <c:pt idx="56720">
                  <c:v>0.65648148147738539</c:v>
                </c:pt>
                <c:pt idx="56721">
                  <c:v>0.65649305555416504</c:v>
                </c:pt>
                <c:pt idx="56722">
                  <c:v>0.65650462963094469</c:v>
                </c:pt>
                <c:pt idx="56723">
                  <c:v>0.65651620370044839</c:v>
                </c:pt>
                <c:pt idx="56724">
                  <c:v>0.65652777777722804</c:v>
                </c:pt>
                <c:pt idx="56725">
                  <c:v>0.65653935184673173</c:v>
                </c:pt>
                <c:pt idx="56726">
                  <c:v>0.65655092592351139</c:v>
                </c:pt>
                <c:pt idx="56727">
                  <c:v>0.65656250000029104</c:v>
                </c:pt>
                <c:pt idx="56728">
                  <c:v>0.65657407406979473</c:v>
                </c:pt>
                <c:pt idx="56729">
                  <c:v>0.65658564814657439</c:v>
                </c:pt>
                <c:pt idx="56730">
                  <c:v>0.65659722222335404</c:v>
                </c:pt>
                <c:pt idx="56731">
                  <c:v>0.65660879629285773</c:v>
                </c:pt>
                <c:pt idx="56732">
                  <c:v>0.65662037036963739</c:v>
                </c:pt>
                <c:pt idx="56733">
                  <c:v>0.65663194443914108</c:v>
                </c:pt>
                <c:pt idx="56734">
                  <c:v>0.65664351851592073</c:v>
                </c:pt>
                <c:pt idx="56735">
                  <c:v>0.65665509259270038</c:v>
                </c:pt>
                <c:pt idx="56736">
                  <c:v>0.65666666666220408</c:v>
                </c:pt>
                <c:pt idx="56737">
                  <c:v>0.65667824073898373</c:v>
                </c:pt>
                <c:pt idx="56738">
                  <c:v>0.65668981481576338</c:v>
                </c:pt>
                <c:pt idx="56739">
                  <c:v>0.65670138888526708</c:v>
                </c:pt>
                <c:pt idx="56740">
                  <c:v>0.65671296296204673</c:v>
                </c:pt>
                <c:pt idx="56741">
                  <c:v>0.65672453703155043</c:v>
                </c:pt>
                <c:pt idx="56742">
                  <c:v>0.65673611110833008</c:v>
                </c:pt>
                <c:pt idx="56743">
                  <c:v>0.65674768518510973</c:v>
                </c:pt>
                <c:pt idx="56744">
                  <c:v>0.65675925925461343</c:v>
                </c:pt>
                <c:pt idx="56745">
                  <c:v>0.65677083333139308</c:v>
                </c:pt>
                <c:pt idx="56746">
                  <c:v>0.65678240740817273</c:v>
                </c:pt>
                <c:pt idx="56747">
                  <c:v>0.65679398147767643</c:v>
                </c:pt>
                <c:pt idx="56748">
                  <c:v>0.65680555555445608</c:v>
                </c:pt>
                <c:pt idx="56749">
                  <c:v>0.65681712962395977</c:v>
                </c:pt>
                <c:pt idx="56750">
                  <c:v>0.65682870370073942</c:v>
                </c:pt>
                <c:pt idx="56751">
                  <c:v>0.65684027777751908</c:v>
                </c:pt>
                <c:pt idx="56752">
                  <c:v>0.65685185184702277</c:v>
                </c:pt>
                <c:pt idx="56753">
                  <c:v>0.65686342592380242</c:v>
                </c:pt>
                <c:pt idx="56754">
                  <c:v>0.65687500000058208</c:v>
                </c:pt>
                <c:pt idx="56755">
                  <c:v>0.65688657407008577</c:v>
                </c:pt>
                <c:pt idx="56756">
                  <c:v>0.65689814814686542</c:v>
                </c:pt>
                <c:pt idx="56757">
                  <c:v>0.65690972221636912</c:v>
                </c:pt>
                <c:pt idx="56758">
                  <c:v>0.65692129629314877</c:v>
                </c:pt>
                <c:pt idx="56759">
                  <c:v>0.65693287036992842</c:v>
                </c:pt>
                <c:pt idx="56760">
                  <c:v>0.65694444443943212</c:v>
                </c:pt>
                <c:pt idx="56761">
                  <c:v>0.65695601851621177</c:v>
                </c:pt>
                <c:pt idx="56762">
                  <c:v>0.65696759259299142</c:v>
                </c:pt>
                <c:pt idx="56763">
                  <c:v>0.65697916666249512</c:v>
                </c:pt>
                <c:pt idx="56764">
                  <c:v>0.65699074073927477</c:v>
                </c:pt>
                <c:pt idx="56765">
                  <c:v>0.65700231481605442</c:v>
                </c:pt>
                <c:pt idx="56766">
                  <c:v>0.65701388888555812</c:v>
                </c:pt>
                <c:pt idx="56767">
                  <c:v>0.65702546296233777</c:v>
                </c:pt>
                <c:pt idx="56768">
                  <c:v>0.65703703703184146</c:v>
                </c:pt>
                <c:pt idx="56769">
                  <c:v>0.65704861110862112</c:v>
                </c:pt>
                <c:pt idx="56770">
                  <c:v>0.65706018518540077</c:v>
                </c:pt>
                <c:pt idx="56771">
                  <c:v>0.65707175925490446</c:v>
                </c:pt>
                <c:pt idx="56772">
                  <c:v>0.65708333333168412</c:v>
                </c:pt>
                <c:pt idx="56773">
                  <c:v>0.65709490740846377</c:v>
                </c:pt>
                <c:pt idx="56774">
                  <c:v>0.65710648147796746</c:v>
                </c:pt>
                <c:pt idx="56775">
                  <c:v>0.65711805555474712</c:v>
                </c:pt>
                <c:pt idx="56776">
                  <c:v>0.65712962962425081</c:v>
                </c:pt>
                <c:pt idx="56777">
                  <c:v>0.65714120370103046</c:v>
                </c:pt>
                <c:pt idx="56778">
                  <c:v>0.65715277777781012</c:v>
                </c:pt>
                <c:pt idx="56779">
                  <c:v>0.65716435184731381</c:v>
                </c:pt>
                <c:pt idx="56780">
                  <c:v>0.65717592592409346</c:v>
                </c:pt>
                <c:pt idx="56781">
                  <c:v>0.65718750000087311</c:v>
                </c:pt>
                <c:pt idx="56782">
                  <c:v>0.65719907407037681</c:v>
                </c:pt>
                <c:pt idx="56783">
                  <c:v>0.65721064814715646</c:v>
                </c:pt>
                <c:pt idx="56784">
                  <c:v>0.65722222221666016</c:v>
                </c:pt>
                <c:pt idx="56785">
                  <c:v>0.65723379629343981</c:v>
                </c:pt>
                <c:pt idx="56786">
                  <c:v>0.65724537037021946</c:v>
                </c:pt>
                <c:pt idx="56787">
                  <c:v>0.65725694443972316</c:v>
                </c:pt>
                <c:pt idx="56788">
                  <c:v>0.65726851851650281</c:v>
                </c:pt>
                <c:pt idx="56789">
                  <c:v>0.65728009259328246</c:v>
                </c:pt>
                <c:pt idx="56790">
                  <c:v>0.65729166666278616</c:v>
                </c:pt>
                <c:pt idx="56791">
                  <c:v>0.65730324073956581</c:v>
                </c:pt>
                <c:pt idx="56792">
                  <c:v>0.6573148148090695</c:v>
                </c:pt>
                <c:pt idx="56793">
                  <c:v>0.65732638888584916</c:v>
                </c:pt>
                <c:pt idx="56794">
                  <c:v>0.65733796296262881</c:v>
                </c:pt>
                <c:pt idx="56795">
                  <c:v>0.6573495370321325</c:v>
                </c:pt>
                <c:pt idx="56796">
                  <c:v>0.65736111110891216</c:v>
                </c:pt>
                <c:pt idx="56797">
                  <c:v>0.65737268518569181</c:v>
                </c:pt>
                <c:pt idx="56798">
                  <c:v>0.6573842592551955</c:v>
                </c:pt>
                <c:pt idx="56799">
                  <c:v>0.65739583333197515</c:v>
                </c:pt>
                <c:pt idx="56800">
                  <c:v>0.65740740740147885</c:v>
                </c:pt>
                <c:pt idx="56801">
                  <c:v>0.6574189814782585</c:v>
                </c:pt>
                <c:pt idx="56802">
                  <c:v>0.65743055555503815</c:v>
                </c:pt>
                <c:pt idx="56803">
                  <c:v>0.65744212962454185</c:v>
                </c:pt>
                <c:pt idx="56804">
                  <c:v>0.6574537037013215</c:v>
                </c:pt>
                <c:pt idx="56805">
                  <c:v>0.65746527777810115</c:v>
                </c:pt>
                <c:pt idx="56806">
                  <c:v>0.65747685184760485</c:v>
                </c:pt>
                <c:pt idx="56807">
                  <c:v>0.6574884259243845</c:v>
                </c:pt>
                <c:pt idx="56808">
                  <c:v>0.65750000000116415</c:v>
                </c:pt>
                <c:pt idx="56809">
                  <c:v>0.65751157407066785</c:v>
                </c:pt>
                <c:pt idx="56810">
                  <c:v>0.6575231481474475</c:v>
                </c:pt>
                <c:pt idx="56811">
                  <c:v>0.6575347222169512</c:v>
                </c:pt>
                <c:pt idx="56812">
                  <c:v>0.65754629629373085</c:v>
                </c:pt>
                <c:pt idx="56813">
                  <c:v>0.6575578703705105</c:v>
                </c:pt>
                <c:pt idx="56814">
                  <c:v>0.65756944444001419</c:v>
                </c:pt>
                <c:pt idx="56815">
                  <c:v>0.65758101851679385</c:v>
                </c:pt>
                <c:pt idx="56816">
                  <c:v>0.6575925925935735</c:v>
                </c:pt>
                <c:pt idx="56817">
                  <c:v>0.65760416666307719</c:v>
                </c:pt>
                <c:pt idx="56818">
                  <c:v>0.65761574073985685</c:v>
                </c:pt>
                <c:pt idx="56819">
                  <c:v>0.65762731480936054</c:v>
                </c:pt>
                <c:pt idx="56820">
                  <c:v>0.65763888888614019</c:v>
                </c:pt>
                <c:pt idx="56821">
                  <c:v>0.65765046296291985</c:v>
                </c:pt>
                <c:pt idx="56822">
                  <c:v>0.65766203703242354</c:v>
                </c:pt>
                <c:pt idx="56823">
                  <c:v>0.65767361110920319</c:v>
                </c:pt>
                <c:pt idx="56824">
                  <c:v>0.65768518518598285</c:v>
                </c:pt>
                <c:pt idx="56825">
                  <c:v>0.65769675925548654</c:v>
                </c:pt>
                <c:pt idx="56826">
                  <c:v>0.65770833333226619</c:v>
                </c:pt>
                <c:pt idx="56827">
                  <c:v>0.65771990740176989</c:v>
                </c:pt>
                <c:pt idx="56828">
                  <c:v>0.65773148147854954</c:v>
                </c:pt>
                <c:pt idx="56829">
                  <c:v>0.65774305555532919</c:v>
                </c:pt>
                <c:pt idx="56830">
                  <c:v>0.65775462962483289</c:v>
                </c:pt>
                <c:pt idx="56831">
                  <c:v>0.65776620370161254</c:v>
                </c:pt>
                <c:pt idx="56832">
                  <c:v>0.65777777777839219</c:v>
                </c:pt>
                <c:pt idx="56833">
                  <c:v>0.65778935184789589</c:v>
                </c:pt>
                <c:pt idx="56834">
                  <c:v>0.65780092592467554</c:v>
                </c:pt>
                <c:pt idx="56835">
                  <c:v>0.65781249999417923</c:v>
                </c:pt>
                <c:pt idx="56836">
                  <c:v>0.65782407407095889</c:v>
                </c:pt>
                <c:pt idx="56837">
                  <c:v>0.65783564814773854</c:v>
                </c:pt>
                <c:pt idx="56838">
                  <c:v>0.65784722221724223</c:v>
                </c:pt>
                <c:pt idx="56839">
                  <c:v>0.65785879629402189</c:v>
                </c:pt>
                <c:pt idx="56840">
                  <c:v>0.65787037037080154</c:v>
                </c:pt>
                <c:pt idx="56841">
                  <c:v>0.65788194444030523</c:v>
                </c:pt>
                <c:pt idx="56842">
                  <c:v>0.65789351851708489</c:v>
                </c:pt>
                <c:pt idx="56843">
                  <c:v>0.65790509259386454</c:v>
                </c:pt>
                <c:pt idx="56844">
                  <c:v>0.65791666666336823</c:v>
                </c:pt>
                <c:pt idx="56845">
                  <c:v>0.65792824074014788</c:v>
                </c:pt>
                <c:pt idx="56846">
                  <c:v>0.65793981480965158</c:v>
                </c:pt>
                <c:pt idx="56847">
                  <c:v>0.65795138888643123</c:v>
                </c:pt>
                <c:pt idx="56848">
                  <c:v>0.65796296296321088</c:v>
                </c:pt>
                <c:pt idx="56849">
                  <c:v>0.65797453703271458</c:v>
                </c:pt>
                <c:pt idx="56850">
                  <c:v>0.65798611110949423</c:v>
                </c:pt>
                <c:pt idx="56851">
                  <c:v>0.65799768518627388</c:v>
                </c:pt>
                <c:pt idx="56852">
                  <c:v>0.65800925925577758</c:v>
                </c:pt>
                <c:pt idx="56853">
                  <c:v>0.65802083333255723</c:v>
                </c:pt>
                <c:pt idx="56854">
                  <c:v>0.65803240740206093</c:v>
                </c:pt>
                <c:pt idx="56855">
                  <c:v>0.65804398147884058</c:v>
                </c:pt>
                <c:pt idx="56856">
                  <c:v>0.65805555555562023</c:v>
                </c:pt>
                <c:pt idx="56857">
                  <c:v>0.65806712962512393</c:v>
                </c:pt>
                <c:pt idx="56858">
                  <c:v>0.65807870370190358</c:v>
                </c:pt>
                <c:pt idx="56859">
                  <c:v>0.65809027777868323</c:v>
                </c:pt>
                <c:pt idx="56860">
                  <c:v>0.65810185184818693</c:v>
                </c:pt>
                <c:pt idx="56861">
                  <c:v>0.65811342592496658</c:v>
                </c:pt>
                <c:pt idx="56862">
                  <c:v>0.65812499999447027</c:v>
                </c:pt>
                <c:pt idx="56863">
                  <c:v>0.65813657407124992</c:v>
                </c:pt>
                <c:pt idx="56864">
                  <c:v>0.65814814814802958</c:v>
                </c:pt>
                <c:pt idx="56865">
                  <c:v>0.65815972221753327</c:v>
                </c:pt>
                <c:pt idx="56866">
                  <c:v>0.65817129629431292</c:v>
                </c:pt>
                <c:pt idx="56867">
                  <c:v>0.65818287037109258</c:v>
                </c:pt>
                <c:pt idx="56868">
                  <c:v>0.65819444444059627</c:v>
                </c:pt>
                <c:pt idx="56869">
                  <c:v>0.65820601851737592</c:v>
                </c:pt>
                <c:pt idx="56870">
                  <c:v>0.65821759258687962</c:v>
                </c:pt>
                <c:pt idx="56871">
                  <c:v>0.65822916666365927</c:v>
                </c:pt>
                <c:pt idx="56872">
                  <c:v>0.65824074074043892</c:v>
                </c:pt>
                <c:pt idx="56873">
                  <c:v>0.65825231480994262</c:v>
                </c:pt>
                <c:pt idx="56874">
                  <c:v>0.65826388888672227</c:v>
                </c:pt>
                <c:pt idx="56875">
                  <c:v>0.65827546296350192</c:v>
                </c:pt>
                <c:pt idx="56876">
                  <c:v>0.65828703703300562</c:v>
                </c:pt>
                <c:pt idx="56877">
                  <c:v>0.65829861110978527</c:v>
                </c:pt>
                <c:pt idx="56878">
                  <c:v>0.65831018517928896</c:v>
                </c:pt>
                <c:pt idx="56879">
                  <c:v>0.65832175925606862</c:v>
                </c:pt>
                <c:pt idx="56880">
                  <c:v>0.65833333333284827</c:v>
                </c:pt>
                <c:pt idx="56881">
                  <c:v>0.65834490740235196</c:v>
                </c:pt>
                <c:pt idx="56882">
                  <c:v>0.65835648147913162</c:v>
                </c:pt>
                <c:pt idx="56883">
                  <c:v>0.65836805555591127</c:v>
                </c:pt>
                <c:pt idx="56884">
                  <c:v>0.65837962962541496</c:v>
                </c:pt>
                <c:pt idx="56885">
                  <c:v>0.65839120370219462</c:v>
                </c:pt>
                <c:pt idx="56886">
                  <c:v>0.65840277777897427</c:v>
                </c:pt>
                <c:pt idx="56887">
                  <c:v>0.65841435184847796</c:v>
                </c:pt>
                <c:pt idx="56888">
                  <c:v>0.65842592592525762</c:v>
                </c:pt>
                <c:pt idx="56889">
                  <c:v>0.65843749999476131</c:v>
                </c:pt>
                <c:pt idx="56890">
                  <c:v>0.65844907407154096</c:v>
                </c:pt>
                <c:pt idx="56891">
                  <c:v>0.65846064814832062</c:v>
                </c:pt>
                <c:pt idx="56892">
                  <c:v>0.65847222221782431</c:v>
                </c:pt>
                <c:pt idx="56893">
                  <c:v>0.65848379629460396</c:v>
                </c:pt>
                <c:pt idx="56894">
                  <c:v>0.65849537037138361</c:v>
                </c:pt>
                <c:pt idx="56895">
                  <c:v>0.65850694444088731</c:v>
                </c:pt>
                <c:pt idx="56896">
                  <c:v>0.65851851851766696</c:v>
                </c:pt>
                <c:pt idx="56897">
                  <c:v>0.65853009258717066</c:v>
                </c:pt>
                <c:pt idx="56898">
                  <c:v>0.65854166666395031</c:v>
                </c:pt>
                <c:pt idx="56899">
                  <c:v>0.65855324074072996</c:v>
                </c:pt>
                <c:pt idx="56900">
                  <c:v>0.65856481481023366</c:v>
                </c:pt>
                <c:pt idx="56901">
                  <c:v>0.65857638888701331</c:v>
                </c:pt>
                <c:pt idx="56902">
                  <c:v>0.65858796296379296</c:v>
                </c:pt>
                <c:pt idx="56903">
                  <c:v>0.65859953703329666</c:v>
                </c:pt>
                <c:pt idx="56904">
                  <c:v>0.65861111111007631</c:v>
                </c:pt>
                <c:pt idx="56905">
                  <c:v>0.65862268517958</c:v>
                </c:pt>
                <c:pt idx="56906">
                  <c:v>0.65863425925635966</c:v>
                </c:pt>
                <c:pt idx="56907">
                  <c:v>0.65864583333313931</c:v>
                </c:pt>
                <c:pt idx="56908">
                  <c:v>0.658657407402643</c:v>
                </c:pt>
                <c:pt idx="56909">
                  <c:v>0.65866898147942265</c:v>
                </c:pt>
                <c:pt idx="56910">
                  <c:v>0.65868055555620231</c:v>
                </c:pt>
                <c:pt idx="56911">
                  <c:v>0.658692129625706</c:v>
                </c:pt>
                <c:pt idx="56912">
                  <c:v>0.65870370370248565</c:v>
                </c:pt>
                <c:pt idx="56913">
                  <c:v>0.65871527777198935</c:v>
                </c:pt>
                <c:pt idx="56914">
                  <c:v>0.658726851848769</c:v>
                </c:pt>
                <c:pt idx="56915">
                  <c:v>0.65873842592554865</c:v>
                </c:pt>
                <c:pt idx="56916">
                  <c:v>0.65874999999505235</c:v>
                </c:pt>
                <c:pt idx="56917">
                  <c:v>0.658761574071832</c:v>
                </c:pt>
                <c:pt idx="56918">
                  <c:v>0.65877314814861165</c:v>
                </c:pt>
                <c:pt idx="56919">
                  <c:v>0.65878472221811535</c:v>
                </c:pt>
                <c:pt idx="56920">
                  <c:v>0.658796296294895</c:v>
                </c:pt>
                <c:pt idx="56921">
                  <c:v>0.65880787037167465</c:v>
                </c:pt>
                <c:pt idx="56922">
                  <c:v>0.65881944444117835</c:v>
                </c:pt>
                <c:pt idx="56923">
                  <c:v>0.658831018517958</c:v>
                </c:pt>
                <c:pt idx="56924">
                  <c:v>0.6588425925874617</c:v>
                </c:pt>
                <c:pt idx="56925">
                  <c:v>0.65885416666424135</c:v>
                </c:pt>
                <c:pt idx="56926">
                  <c:v>0.658865740741021</c:v>
                </c:pt>
                <c:pt idx="56927">
                  <c:v>0.65887731481052469</c:v>
                </c:pt>
                <c:pt idx="56928">
                  <c:v>0.65888888888730435</c:v>
                </c:pt>
                <c:pt idx="56929">
                  <c:v>0.658900462964084</c:v>
                </c:pt>
                <c:pt idx="56930">
                  <c:v>0.65891203703358769</c:v>
                </c:pt>
                <c:pt idx="56931">
                  <c:v>0.65892361111036735</c:v>
                </c:pt>
                <c:pt idx="56932">
                  <c:v>0.65893518517987104</c:v>
                </c:pt>
                <c:pt idx="56933">
                  <c:v>0.65894675925665069</c:v>
                </c:pt>
                <c:pt idx="56934">
                  <c:v>0.65895833333343035</c:v>
                </c:pt>
                <c:pt idx="56935">
                  <c:v>0.65896990740293404</c:v>
                </c:pt>
                <c:pt idx="56936">
                  <c:v>0.65898148147971369</c:v>
                </c:pt>
                <c:pt idx="56937">
                  <c:v>0.65899305555649335</c:v>
                </c:pt>
                <c:pt idx="56938">
                  <c:v>0.65900462962599704</c:v>
                </c:pt>
                <c:pt idx="56939">
                  <c:v>0.65901620370277669</c:v>
                </c:pt>
                <c:pt idx="56940">
                  <c:v>0.65902777777228039</c:v>
                </c:pt>
                <c:pt idx="56941">
                  <c:v>0.65903935184906004</c:v>
                </c:pt>
                <c:pt idx="56942">
                  <c:v>0.65905092592583969</c:v>
                </c:pt>
                <c:pt idx="56943">
                  <c:v>0.65906249999534339</c:v>
                </c:pt>
                <c:pt idx="56944">
                  <c:v>0.65907407407212304</c:v>
                </c:pt>
                <c:pt idx="56945">
                  <c:v>0.65908564814890269</c:v>
                </c:pt>
                <c:pt idx="56946">
                  <c:v>0.65909722221840639</c:v>
                </c:pt>
                <c:pt idx="56947">
                  <c:v>0.65910879629518604</c:v>
                </c:pt>
                <c:pt idx="56948">
                  <c:v>0.65912037036468973</c:v>
                </c:pt>
                <c:pt idx="56949">
                  <c:v>0.65913194444146939</c:v>
                </c:pt>
                <c:pt idx="56950">
                  <c:v>0.65914351851824904</c:v>
                </c:pt>
                <c:pt idx="56951">
                  <c:v>0.65915509258775273</c:v>
                </c:pt>
                <c:pt idx="56952">
                  <c:v>0.65916666666453239</c:v>
                </c:pt>
                <c:pt idx="56953">
                  <c:v>0.65917824074131204</c:v>
                </c:pt>
                <c:pt idx="56954">
                  <c:v>0.65918981481081573</c:v>
                </c:pt>
                <c:pt idx="56955">
                  <c:v>0.65920138888759539</c:v>
                </c:pt>
                <c:pt idx="56956">
                  <c:v>0.65921296295709908</c:v>
                </c:pt>
                <c:pt idx="56957">
                  <c:v>0.65922453703387873</c:v>
                </c:pt>
                <c:pt idx="56958">
                  <c:v>0.65923611111065838</c:v>
                </c:pt>
                <c:pt idx="56959">
                  <c:v>0.65924768518016208</c:v>
                </c:pt>
                <c:pt idx="56960">
                  <c:v>0.65925925925694173</c:v>
                </c:pt>
                <c:pt idx="56961">
                  <c:v>0.65927083333372138</c:v>
                </c:pt>
                <c:pt idx="56962">
                  <c:v>0.65928240740322508</c:v>
                </c:pt>
                <c:pt idx="56963">
                  <c:v>0.65929398148000473</c:v>
                </c:pt>
                <c:pt idx="56964">
                  <c:v>0.65930555555678438</c:v>
                </c:pt>
                <c:pt idx="56965">
                  <c:v>0.65931712962628808</c:v>
                </c:pt>
                <c:pt idx="56966">
                  <c:v>0.65932870370306773</c:v>
                </c:pt>
                <c:pt idx="56967">
                  <c:v>0.65934027777257143</c:v>
                </c:pt>
                <c:pt idx="56968">
                  <c:v>0.65935185184935108</c:v>
                </c:pt>
                <c:pt idx="56969">
                  <c:v>0.65936342592613073</c:v>
                </c:pt>
                <c:pt idx="56970">
                  <c:v>0.65937499999563443</c:v>
                </c:pt>
                <c:pt idx="56971">
                  <c:v>0.65938657407241408</c:v>
                </c:pt>
                <c:pt idx="56972">
                  <c:v>0.65939814814919373</c:v>
                </c:pt>
                <c:pt idx="56973">
                  <c:v>0.65940972221869742</c:v>
                </c:pt>
                <c:pt idx="56974">
                  <c:v>0.65942129629547708</c:v>
                </c:pt>
                <c:pt idx="56975">
                  <c:v>0.65943287036498077</c:v>
                </c:pt>
                <c:pt idx="56976">
                  <c:v>0.65944444444176042</c:v>
                </c:pt>
                <c:pt idx="56977">
                  <c:v>0.65945601851854008</c:v>
                </c:pt>
                <c:pt idx="56978">
                  <c:v>0.65946759258804377</c:v>
                </c:pt>
                <c:pt idx="56979">
                  <c:v>0.65947916666482342</c:v>
                </c:pt>
                <c:pt idx="56980">
                  <c:v>0.65949074074160308</c:v>
                </c:pt>
                <c:pt idx="56981">
                  <c:v>0.65950231481110677</c:v>
                </c:pt>
                <c:pt idx="56982">
                  <c:v>0.65951388888788642</c:v>
                </c:pt>
                <c:pt idx="56983">
                  <c:v>0.65952546295739012</c:v>
                </c:pt>
                <c:pt idx="56984">
                  <c:v>0.65953703703416977</c:v>
                </c:pt>
                <c:pt idx="56985">
                  <c:v>0.65954861111094942</c:v>
                </c:pt>
                <c:pt idx="56986">
                  <c:v>0.65956018518045312</c:v>
                </c:pt>
                <c:pt idx="56987">
                  <c:v>0.65957175925723277</c:v>
                </c:pt>
                <c:pt idx="56988">
                  <c:v>0.65958333333401242</c:v>
                </c:pt>
                <c:pt idx="56989">
                  <c:v>0.65959490740351612</c:v>
                </c:pt>
                <c:pt idx="56990">
                  <c:v>0.65960648148029577</c:v>
                </c:pt>
                <c:pt idx="56991">
                  <c:v>0.65961805554979946</c:v>
                </c:pt>
                <c:pt idx="56992">
                  <c:v>0.65962962962657912</c:v>
                </c:pt>
                <c:pt idx="56993">
                  <c:v>0.65964120370335877</c:v>
                </c:pt>
                <c:pt idx="56994">
                  <c:v>0.65965277777286246</c:v>
                </c:pt>
                <c:pt idx="56995">
                  <c:v>0.65966435184964212</c:v>
                </c:pt>
                <c:pt idx="56996">
                  <c:v>0.65967592592642177</c:v>
                </c:pt>
                <c:pt idx="56997">
                  <c:v>0.65968749999592546</c:v>
                </c:pt>
                <c:pt idx="56998">
                  <c:v>0.65969907407270512</c:v>
                </c:pt>
                <c:pt idx="56999">
                  <c:v>0.65971064814948477</c:v>
                </c:pt>
                <c:pt idx="57000">
                  <c:v>0.65972222221898846</c:v>
                </c:pt>
                <c:pt idx="57001">
                  <c:v>0.65973379629576812</c:v>
                </c:pt>
                <c:pt idx="57002">
                  <c:v>0.65974537036527181</c:v>
                </c:pt>
                <c:pt idx="57003">
                  <c:v>0.65975694444205146</c:v>
                </c:pt>
                <c:pt idx="57004">
                  <c:v>0.65976851851883112</c:v>
                </c:pt>
                <c:pt idx="57005">
                  <c:v>0.65978009258833481</c:v>
                </c:pt>
                <c:pt idx="57006">
                  <c:v>0.65979166666511446</c:v>
                </c:pt>
                <c:pt idx="57007">
                  <c:v>0.65980324074189411</c:v>
                </c:pt>
                <c:pt idx="57008">
                  <c:v>0.65981481481139781</c:v>
                </c:pt>
                <c:pt idx="57009">
                  <c:v>0.65982638888817746</c:v>
                </c:pt>
                <c:pt idx="57010">
                  <c:v>0.65983796295768116</c:v>
                </c:pt>
                <c:pt idx="57011">
                  <c:v>0.65984953703446081</c:v>
                </c:pt>
                <c:pt idx="57012">
                  <c:v>0.65986111111124046</c:v>
                </c:pt>
                <c:pt idx="57013">
                  <c:v>0.65987268518074416</c:v>
                </c:pt>
                <c:pt idx="57014">
                  <c:v>0.65988425925752381</c:v>
                </c:pt>
                <c:pt idx="57015">
                  <c:v>0.65989583333430346</c:v>
                </c:pt>
                <c:pt idx="57016">
                  <c:v>0.65990740740380716</c:v>
                </c:pt>
                <c:pt idx="57017">
                  <c:v>0.65991898148058681</c:v>
                </c:pt>
                <c:pt idx="57018">
                  <c:v>0.6599305555500905</c:v>
                </c:pt>
                <c:pt idx="57019">
                  <c:v>0.65994212962687016</c:v>
                </c:pt>
                <c:pt idx="57020">
                  <c:v>0.65995370370364981</c:v>
                </c:pt>
                <c:pt idx="57021">
                  <c:v>0.6599652777731535</c:v>
                </c:pt>
                <c:pt idx="57022">
                  <c:v>0.65997685184993315</c:v>
                </c:pt>
                <c:pt idx="57023">
                  <c:v>0.65998842592671281</c:v>
                </c:pt>
                <c:pt idx="57024">
                  <c:v>0.6599999999962165</c:v>
                </c:pt>
                <c:pt idx="57025">
                  <c:v>0.66001157407299615</c:v>
                </c:pt>
                <c:pt idx="57026">
                  <c:v>0.66002314814249985</c:v>
                </c:pt>
                <c:pt idx="57027">
                  <c:v>0.6600347222192795</c:v>
                </c:pt>
                <c:pt idx="57028">
                  <c:v>0.66004629629605915</c:v>
                </c:pt>
                <c:pt idx="57029">
                  <c:v>0.66005787036556285</c:v>
                </c:pt>
                <c:pt idx="57030">
                  <c:v>0.6600694444423425</c:v>
                </c:pt>
                <c:pt idx="57031">
                  <c:v>0.66008101851912215</c:v>
                </c:pt>
                <c:pt idx="57032">
                  <c:v>0.66009259258862585</c:v>
                </c:pt>
                <c:pt idx="57033">
                  <c:v>0.6601041666654055</c:v>
                </c:pt>
                <c:pt idx="57034">
                  <c:v>0.6601157407349092</c:v>
                </c:pt>
                <c:pt idx="57035">
                  <c:v>0.66012731481168885</c:v>
                </c:pt>
                <c:pt idx="57036">
                  <c:v>0.6601388888884685</c:v>
                </c:pt>
                <c:pt idx="57037">
                  <c:v>0.66015046295797219</c:v>
                </c:pt>
                <c:pt idx="57038">
                  <c:v>0.66016203703475185</c:v>
                </c:pt>
                <c:pt idx="57039">
                  <c:v>0.6601736111115315</c:v>
                </c:pt>
                <c:pt idx="57040">
                  <c:v>0.66018518518103519</c:v>
                </c:pt>
                <c:pt idx="57041">
                  <c:v>0.66019675925781485</c:v>
                </c:pt>
                <c:pt idx="57042">
                  <c:v>0.6602083333345945</c:v>
                </c:pt>
                <c:pt idx="57043">
                  <c:v>0.66021990740409819</c:v>
                </c:pt>
                <c:pt idx="57044">
                  <c:v>0.66023148148087785</c:v>
                </c:pt>
                <c:pt idx="57045">
                  <c:v>0.66024305555038154</c:v>
                </c:pt>
                <c:pt idx="57046">
                  <c:v>0.66025462962716119</c:v>
                </c:pt>
                <c:pt idx="57047">
                  <c:v>0.66026620370394085</c:v>
                </c:pt>
                <c:pt idx="57048">
                  <c:v>0.66027777777344454</c:v>
                </c:pt>
                <c:pt idx="57049">
                  <c:v>0.66028935185022419</c:v>
                </c:pt>
                <c:pt idx="57050">
                  <c:v>0.66030092592700385</c:v>
                </c:pt>
                <c:pt idx="57051">
                  <c:v>0.66031249999650754</c:v>
                </c:pt>
                <c:pt idx="57052">
                  <c:v>0.66032407407328719</c:v>
                </c:pt>
                <c:pt idx="57053">
                  <c:v>0.66033564814279089</c:v>
                </c:pt>
                <c:pt idx="57054">
                  <c:v>0.66034722221957054</c:v>
                </c:pt>
                <c:pt idx="57055">
                  <c:v>0.66035879629635019</c:v>
                </c:pt>
                <c:pt idx="57056">
                  <c:v>0.66037037036585389</c:v>
                </c:pt>
                <c:pt idx="57057">
                  <c:v>0.66038194444263354</c:v>
                </c:pt>
                <c:pt idx="57058">
                  <c:v>0.66039351851941319</c:v>
                </c:pt>
                <c:pt idx="57059">
                  <c:v>0.66040509258891689</c:v>
                </c:pt>
                <c:pt idx="57060">
                  <c:v>0.66041666666569654</c:v>
                </c:pt>
                <c:pt idx="57061">
                  <c:v>0.66042824073520023</c:v>
                </c:pt>
                <c:pt idx="57062">
                  <c:v>0.66043981481197989</c:v>
                </c:pt>
                <c:pt idx="57063">
                  <c:v>0.66045138888875954</c:v>
                </c:pt>
                <c:pt idx="57064">
                  <c:v>0.66046296295826323</c:v>
                </c:pt>
                <c:pt idx="57065">
                  <c:v>0.66047453703504289</c:v>
                </c:pt>
                <c:pt idx="57066">
                  <c:v>0.66048611111182254</c:v>
                </c:pt>
                <c:pt idx="57067">
                  <c:v>0.66049768518132623</c:v>
                </c:pt>
                <c:pt idx="57068">
                  <c:v>0.66050925925810589</c:v>
                </c:pt>
                <c:pt idx="57069">
                  <c:v>0.66052083332760958</c:v>
                </c:pt>
                <c:pt idx="57070">
                  <c:v>0.66053240740438923</c:v>
                </c:pt>
                <c:pt idx="57071">
                  <c:v>0.66054398148116888</c:v>
                </c:pt>
                <c:pt idx="57072">
                  <c:v>0.66055555555067258</c:v>
                </c:pt>
                <c:pt idx="57073">
                  <c:v>0.66056712962745223</c:v>
                </c:pt>
                <c:pt idx="57074">
                  <c:v>0.66057870370423188</c:v>
                </c:pt>
                <c:pt idx="57075">
                  <c:v>0.66059027777373558</c:v>
                </c:pt>
                <c:pt idx="57076">
                  <c:v>0.66060185185051523</c:v>
                </c:pt>
                <c:pt idx="57077">
                  <c:v>0.66061342592001893</c:v>
                </c:pt>
                <c:pt idx="57078">
                  <c:v>0.66062499999679858</c:v>
                </c:pt>
                <c:pt idx="57079">
                  <c:v>0.66063657407357823</c:v>
                </c:pt>
                <c:pt idx="57080">
                  <c:v>0.66064814814308193</c:v>
                </c:pt>
                <c:pt idx="57081">
                  <c:v>0.66065972221986158</c:v>
                </c:pt>
                <c:pt idx="57082">
                  <c:v>0.66067129629664123</c:v>
                </c:pt>
                <c:pt idx="57083">
                  <c:v>0.66068287036614493</c:v>
                </c:pt>
                <c:pt idx="57084">
                  <c:v>0.66069444444292458</c:v>
                </c:pt>
                <c:pt idx="57085">
                  <c:v>0.66070601851970423</c:v>
                </c:pt>
                <c:pt idx="57086">
                  <c:v>0.66071759258920792</c:v>
                </c:pt>
                <c:pt idx="57087">
                  <c:v>0.66072916666598758</c:v>
                </c:pt>
                <c:pt idx="57088">
                  <c:v>0.66074074073549127</c:v>
                </c:pt>
                <c:pt idx="57089">
                  <c:v>0.66075231481227092</c:v>
                </c:pt>
                <c:pt idx="57090">
                  <c:v>0.66076388888905058</c:v>
                </c:pt>
                <c:pt idx="57091">
                  <c:v>0.66077546295855427</c:v>
                </c:pt>
                <c:pt idx="57092">
                  <c:v>0.66078703703533392</c:v>
                </c:pt>
                <c:pt idx="57093">
                  <c:v>0.66079861111211358</c:v>
                </c:pt>
                <c:pt idx="57094">
                  <c:v>0.66081018518161727</c:v>
                </c:pt>
                <c:pt idx="57095">
                  <c:v>0.66082175925839692</c:v>
                </c:pt>
                <c:pt idx="57096">
                  <c:v>0.66083333332790062</c:v>
                </c:pt>
                <c:pt idx="57097">
                  <c:v>0.66084490740468027</c:v>
                </c:pt>
                <c:pt idx="57098">
                  <c:v>0.66085648148145992</c:v>
                </c:pt>
                <c:pt idx="57099">
                  <c:v>0.66086805555096362</c:v>
                </c:pt>
                <c:pt idx="57100">
                  <c:v>0.66087962962774327</c:v>
                </c:pt>
                <c:pt idx="57101">
                  <c:v>0.66089120370452292</c:v>
                </c:pt>
                <c:pt idx="57102">
                  <c:v>0.66090277777402662</c:v>
                </c:pt>
                <c:pt idx="57103">
                  <c:v>0.66091435185080627</c:v>
                </c:pt>
                <c:pt idx="57104">
                  <c:v>0.66092592592030996</c:v>
                </c:pt>
                <c:pt idx="57105">
                  <c:v>0.66093749999708962</c:v>
                </c:pt>
                <c:pt idx="57106">
                  <c:v>0.66094907407386927</c:v>
                </c:pt>
                <c:pt idx="57107">
                  <c:v>0.66096064814337296</c:v>
                </c:pt>
                <c:pt idx="57108">
                  <c:v>0.66097222222015262</c:v>
                </c:pt>
                <c:pt idx="57109">
                  <c:v>0.66098379629693227</c:v>
                </c:pt>
                <c:pt idx="57110">
                  <c:v>0.66099537036643596</c:v>
                </c:pt>
                <c:pt idx="57111">
                  <c:v>0.66100694444321562</c:v>
                </c:pt>
                <c:pt idx="57112">
                  <c:v>0.66101851851271931</c:v>
                </c:pt>
                <c:pt idx="57113">
                  <c:v>0.66103009258949896</c:v>
                </c:pt>
                <c:pt idx="57114">
                  <c:v>0.66104166666627862</c:v>
                </c:pt>
                <c:pt idx="57115">
                  <c:v>0.66105324073578231</c:v>
                </c:pt>
                <c:pt idx="57116">
                  <c:v>0.66106481481256196</c:v>
                </c:pt>
                <c:pt idx="57117">
                  <c:v>0.66107638888934162</c:v>
                </c:pt>
                <c:pt idx="57118">
                  <c:v>0.66108796295884531</c:v>
                </c:pt>
                <c:pt idx="57119">
                  <c:v>0.66109953703562496</c:v>
                </c:pt>
                <c:pt idx="57120">
                  <c:v>0.66111111111240461</c:v>
                </c:pt>
                <c:pt idx="57121">
                  <c:v>0.66112268518190831</c:v>
                </c:pt>
                <c:pt idx="57122">
                  <c:v>0.66113425925868796</c:v>
                </c:pt>
                <c:pt idx="57123">
                  <c:v>0.66114583332819166</c:v>
                </c:pt>
                <c:pt idx="57124">
                  <c:v>0.66115740740497131</c:v>
                </c:pt>
                <c:pt idx="57125">
                  <c:v>0.66116898148175096</c:v>
                </c:pt>
                <c:pt idx="57126">
                  <c:v>0.66118055555125466</c:v>
                </c:pt>
                <c:pt idx="57127">
                  <c:v>0.66119212962803431</c:v>
                </c:pt>
                <c:pt idx="57128">
                  <c:v>0.66120370370481396</c:v>
                </c:pt>
                <c:pt idx="57129">
                  <c:v>0.66121527777431766</c:v>
                </c:pt>
                <c:pt idx="57130">
                  <c:v>0.66122685185109731</c:v>
                </c:pt>
                <c:pt idx="57131">
                  <c:v>0.661238425920601</c:v>
                </c:pt>
                <c:pt idx="57132">
                  <c:v>0.66124999999738066</c:v>
                </c:pt>
                <c:pt idx="57133">
                  <c:v>0.66126157407416031</c:v>
                </c:pt>
                <c:pt idx="57134">
                  <c:v>0.661273148143664</c:v>
                </c:pt>
                <c:pt idx="57135">
                  <c:v>0.66128472222044365</c:v>
                </c:pt>
                <c:pt idx="57136">
                  <c:v>0.66129629629722331</c:v>
                </c:pt>
                <c:pt idx="57137">
                  <c:v>0.661307870366727</c:v>
                </c:pt>
                <c:pt idx="57138">
                  <c:v>0.66131944444350665</c:v>
                </c:pt>
                <c:pt idx="57139">
                  <c:v>0.66133101851301035</c:v>
                </c:pt>
                <c:pt idx="57140">
                  <c:v>0.66134259258979</c:v>
                </c:pt>
                <c:pt idx="57141">
                  <c:v>0.66135416666656965</c:v>
                </c:pt>
                <c:pt idx="57142">
                  <c:v>0.66136574073607335</c:v>
                </c:pt>
                <c:pt idx="57143">
                  <c:v>0.661377314812853</c:v>
                </c:pt>
                <c:pt idx="57144">
                  <c:v>0.66138888888963265</c:v>
                </c:pt>
                <c:pt idx="57145">
                  <c:v>0.66140046295913635</c:v>
                </c:pt>
                <c:pt idx="57146">
                  <c:v>0.661412037035916</c:v>
                </c:pt>
                <c:pt idx="57147">
                  <c:v>0.6614236111054197</c:v>
                </c:pt>
                <c:pt idx="57148">
                  <c:v>0.66143518518219935</c:v>
                </c:pt>
                <c:pt idx="57149">
                  <c:v>0.661446759258979</c:v>
                </c:pt>
                <c:pt idx="57150">
                  <c:v>0.66145833332848269</c:v>
                </c:pt>
                <c:pt idx="57151">
                  <c:v>0.66146990740526235</c:v>
                </c:pt>
                <c:pt idx="57152">
                  <c:v>0.661481481482042</c:v>
                </c:pt>
                <c:pt idx="57153">
                  <c:v>0.66149305555154569</c:v>
                </c:pt>
                <c:pt idx="57154">
                  <c:v>0.66150462962832535</c:v>
                </c:pt>
                <c:pt idx="57155">
                  <c:v>0.66151620369782904</c:v>
                </c:pt>
                <c:pt idx="57156">
                  <c:v>0.66152777777460869</c:v>
                </c:pt>
                <c:pt idx="57157">
                  <c:v>0.66153935185138835</c:v>
                </c:pt>
                <c:pt idx="57158">
                  <c:v>0.66155092592089204</c:v>
                </c:pt>
                <c:pt idx="57159">
                  <c:v>0.66156249999767169</c:v>
                </c:pt>
                <c:pt idx="57160">
                  <c:v>0.66157407407445135</c:v>
                </c:pt>
                <c:pt idx="57161">
                  <c:v>0.66158564814395504</c:v>
                </c:pt>
                <c:pt idx="57162">
                  <c:v>0.66159722222073469</c:v>
                </c:pt>
                <c:pt idx="57163">
                  <c:v>0.66160879629751435</c:v>
                </c:pt>
                <c:pt idx="57164">
                  <c:v>0.66162037036701804</c:v>
                </c:pt>
                <c:pt idx="57165">
                  <c:v>0.66163194444379769</c:v>
                </c:pt>
                <c:pt idx="57166">
                  <c:v>0.66164351851330139</c:v>
                </c:pt>
                <c:pt idx="57167">
                  <c:v>0.66165509259008104</c:v>
                </c:pt>
                <c:pt idx="57168">
                  <c:v>0.66166666666686069</c:v>
                </c:pt>
                <c:pt idx="57169">
                  <c:v>0.66167824073636439</c:v>
                </c:pt>
                <c:pt idx="57170">
                  <c:v>0.66168981481314404</c:v>
                </c:pt>
                <c:pt idx="57171">
                  <c:v>0.66170138888992369</c:v>
                </c:pt>
                <c:pt idx="57172">
                  <c:v>0.66171296295942739</c:v>
                </c:pt>
                <c:pt idx="57173">
                  <c:v>0.66172453703620704</c:v>
                </c:pt>
                <c:pt idx="57174">
                  <c:v>0.66173611110571073</c:v>
                </c:pt>
                <c:pt idx="57175">
                  <c:v>0.66174768518249039</c:v>
                </c:pt>
                <c:pt idx="57176">
                  <c:v>0.66175925925927004</c:v>
                </c:pt>
                <c:pt idx="57177">
                  <c:v>0.66177083332877373</c:v>
                </c:pt>
                <c:pt idx="57178">
                  <c:v>0.66178240740555339</c:v>
                </c:pt>
                <c:pt idx="57179">
                  <c:v>0.66179398148233304</c:v>
                </c:pt>
                <c:pt idx="57180">
                  <c:v>0.66180555555183673</c:v>
                </c:pt>
                <c:pt idx="57181">
                  <c:v>0.66181712962861639</c:v>
                </c:pt>
                <c:pt idx="57182">
                  <c:v>0.66182870369812008</c:v>
                </c:pt>
                <c:pt idx="57183">
                  <c:v>0.66184027777489973</c:v>
                </c:pt>
                <c:pt idx="57184">
                  <c:v>0.66185185185167938</c:v>
                </c:pt>
                <c:pt idx="57185">
                  <c:v>0.66186342592118308</c:v>
                </c:pt>
                <c:pt idx="57186">
                  <c:v>0.66187499999796273</c:v>
                </c:pt>
                <c:pt idx="57187">
                  <c:v>0.66188657407474238</c:v>
                </c:pt>
                <c:pt idx="57188">
                  <c:v>0.66189814814424608</c:v>
                </c:pt>
                <c:pt idx="57189">
                  <c:v>0.66190972222102573</c:v>
                </c:pt>
                <c:pt idx="57190">
                  <c:v>0.66192129629052943</c:v>
                </c:pt>
                <c:pt idx="57191">
                  <c:v>0.66193287036730908</c:v>
                </c:pt>
                <c:pt idx="57192">
                  <c:v>0.66194444444408873</c:v>
                </c:pt>
                <c:pt idx="57193">
                  <c:v>0.66195601851359243</c:v>
                </c:pt>
                <c:pt idx="57194">
                  <c:v>0.66196759259037208</c:v>
                </c:pt>
                <c:pt idx="57195">
                  <c:v>0.66197916666715173</c:v>
                </c:pt>
                <c:pt idx="57196">
                  <c:v>0.66199074073665543</c:v>
                </c:pt>
                <c:pt idx="57197">
                  <c:v>0.66200231481343508</c:v>
                </c:pt>
                <c:pt idx="57198">
                  <c:v>0.66201388889021473</c:v>
                </c:pt>
                <c:pt idx="57199">
                  <c:v>0.66202546295971842</c:v>
                </c:pt>
                <c:pt idx="57200">
                  <c:v>0.66203703703649808</c:v>
                </c:pt>
                <c:pt idx="57201">
                  <c:v>0.66204861110600177</c:v>
                </c:pt>
                <c:pt idx="57202">
                  <c:v>0.66206018518278142</c:v>
                </c:pt>
                <c:pt idx="57203">
                  <c:v>0.66207175925956108</c:v>
                </c:pt>
                <c:pt idx="57204">
                  <c:v>0.66208333332906477</c:v>
                </c:pt>
                <c:pt idx="57205">
                  <c:v>0.66209490740584442</c:v>
                </c:pt>
                <c:pt idx="57206">
                  <c:v>0.66210648148262408</c:v>
                </c:pt>
                <c:pt idx="57207">
                  <c:v>0.66211805555212777</c:v>
                </c:pt>
                <c:pt idx="57208">
                  <c:v>0.66212962962890742</c:v>
                </c:pt>
                <c:pt idx="57209">
                  <c:v>0.66214120369841112</c:v>
                </c:pt>
                <c:pt idx="57210">
                  <c:v>0.66215277777519077</c:v>
                </c:pt>
                <c:pt idx="57211">
                  <c:v>0.66216435185197042</c:v>
                </c:pt>
                <c:pt idx="57212">
                  <c:v>0.66217592592147412</c:v>
                </c:pt>
                <c:pt idx="57213">
                  <c:v>0.66218749999825377</c:v>
                </c:pt>
                <c:pt idx="57214">
                  <c:v>0.66219907407503342</c:v>
                </c:pt>
                <c:pt idx="57215">
                  <c:v>0.66221064814453712</c:v>
                </c:pt>
                <c:pt idx="57216">
                  <c:v>0.66222222222131677</c:v>
                </c:pt>
                <c:pt idx="57217">
                  <c:v>0.66223379629082046</c:v>
                </c:pt>
                <c:pt idx="57218">
                  <c:v>0.66224537036760012</c:v>
                </c:pt>
                <c:pt idx="57219">
                  <c:v>0.66225694444437977</c:v>
                </c:pt>
                <c:pt idx="57220">
                  <c:v>0.66226851851388346</c:v>
                </c:pt>
                <c:pt idx="57221">
                  <c:v>0.66228009259066312</c:v>
                </c:pt>
                <c:pt idx="57222">
                  <c:v>0.66229166666744277</c:v>
                </c:pt>
                <c:pt idx="57223">
                  <c:v>0.66230324073694646</c:v>
                </c:pt>
                <c:pt idx="57224">
                  <c:v>0.66231481481372612</c:v>
                </c:pt>
                <c:pt idx="57225">
                  <c:v>0.66232638888322981</c:v>
                </c:pt>
                <c:pt idx="57226">
                  <c:v>0.66233796296000946</c:v>
                </c:pt>
                <c:pt idx="57227">
                  <c:v>0.66234953703678912</c:v>
                </c:pt>
                <c:pt idx="57228">
                  <c:v>0.66236111110629281</c:v>
                </c:pt>
                <c:pt idx="57229">
                  <c:v>0.66237268518307246</c:v>
                </c:pt>
                <c:pt idx="57230">
                  <c:v>0.66238425925985212</c:v>
                </c:pt>
                <c:pt idx="57231">
                  <c:v>0.66239583332935581</c:v>
                </c:pt>
                <c:pt idx="57232">
                  <c:v>0.66240740740613546</c:v>
                </c:pt>
                <c:pt idx="57233">
                  <c:v>0.66241898147563916</c:v>
                </c:pt>
                <c:pt idx="57234">
                  <c:v>0.66243055555241881</c:v>
                </c:pt>
                <c:pt idx="57235">
                  <c:v>0.66244212962919846</c:v>
                </c:pt>
                <c:pt idx="57236">
                  <c:v>0.66245370369870216</c:v>
                </c:pt>
                <c:pt idx="57237">
                  <c:v>0.66246527777548181</c:v>
                </c:pt>
                <c:pt idx="57238">
                  <c:v>0.66247685185226146</c:v>
                </c:pt>
                <c:pt idx="57239">
                  <c:v>0.66248842592176516</c:v>
                </c:pt>
                <c:pt idx="57240">
                  <c:v>0.66249999999854481</c:v>
                </c:pt>
                <c:pt idx="57241">
                  <c:v>0.66251157407532446</c:v>
                </c:pt>
                <c:pt idx="57242">
                  <c:v>0.66252314814482816</c:v>
                </c:pt>
                <c:pt idx="57243">
                  <c:v>0.66253472222160781</c:v>
                </c:pt>
                <c:pt idx="57244">
                  <c:v>0.6625462962911115</c:v>
                </c:pt>
                <c:pt idx="57245">
                  <c:v>0.66255787036789116</c:v>
                </c:pt>
                <c:pt idx="57246">
                  <c:v>0.66256944444467081</c:v>
                </c:pt>
                <c:pt idx="57247">
                  <c:v>0.6625810185141745</c:v>
                </c:pt>
                <c:pt idx="57248">
                  <c:v>0.66259259259095415</c:v>
                </c:pt>
                <c:pt idx="57249">
                  <c:v>0.66260416666773381</c:v>
                </c:pt>
                <c:pt idx="57250">
                  <c:v>0.6626157407372375</c:v>
                </c:pt>
                <c:pt idx="57251">
                  <c:v>0.66262731481401715</c:v>
                </c:pt>
                <c:pt idx="57252">
                  <c:v>0.66263888888352085</c:v>
                </c:pt>
                <c:pt idx="57253">
                  <c:v>0.6626504629603005</c:v>
                </c:pt>
                <c:pt idx="57254">
                  <c:v>0.66266203703708015</c:v>
                </c:pt>
                <c:pt idx="57255">
                  <c:v>0.66267361110658385</c:v>
                </c:pt>
                <c:pt idx="57256">
                  <c:v>0.6626851851833635</c:v>
                </c:pt>
                <c:pt idx="57257">
                  <c:v>0.66269675926014315</c:v>
                </c:pt>
                <c:pt idx="57258">
                  <c:v>0.66270833332964685</c:v>
                </c:pt>
                <c:pt idx="57259">
                  <c:v>0.6627199074064265</c:v>
                </c:pt>
                <c:pt idx="57260">
                  <c:v>0.6627314814759302</c:v>
                </c:pt>
                <c:pt idx="57261">
                  <c:v>0.66274305555270985</c:v>
                </c:pt>
                <c:pt idx="57262">
                  <c:v>0.6627546296294895</c:v>
                </c:pt>
                <c:pt idx="57263">
                  <c:v>0.66276620369899319</c:v>
                </c:pt>
                <c:pt idx="57264">
                  <c:v>0.66277777777577285</c:v>
                </c:pt>
                <c:pt idx="57265">
                  <c:v>0.6627893518525525</c:v>
                </c:pt>
                <c:pt idx="57266">
                  <c:v>0.66280092592205619</c:v>
                </c:pt>
                <c:pt idx="57267">
                  <c:v>0.66281249999883585</c:v>
                </c:pt>
                <c:pt idx="57268">
                  <c:v>0.66282407406833954</c:v>
                </c:pt>
                <c:pt idx="57269">
                  <c:v>0.66283564814511919</c:v>
                </c:pt>
                <c:pt idx="57270">
                  <c:v>0.66284722222189885</c:v>
                </c:pt>
                <c:pt idx="57271">
                  <c:v>0.66285879629140254</c:v>
                </c:pt>
                <c:pt idx="57272">
                  <c:v>0.66287037036818219</c:v>
                </c:pt>
                <c:pt idx="57273">
                  <c:v>0.66288194444496185</c:v>
                </c:pt>
                <c:pt idx="57274">
                  <c:v>0.66289351851446554</c:v>
                </c:pt>
                <c:pt idx="57275">
                  <c:v>0.66290509259124519</c:v>
                </c:pt>
                <c:pt idx="57276">
                  <c:v>0.66291666666074889</c:v>
                </c:pt>
                <c:pt idx="57277">
                  <c:v>0.66292824073752854</c:v>
                </c:pt>
                <c:pt idx="57278">
                  <c:v>0.66293981481430819</c:v>
                </c:pt>
                <c:pt idx="57279">
                  <c:v>0.66295138888381189</c:v>
                </c:pt>
                <c:pt idx="57280">
                  <c:v>0.66296296296059154</c:v>
                </c:pt>
                <c:pt idx="57281">
                  <c:v>0.66297453703737119</c:v>
                </c:pt>
                <c:pt idx="57282">
                  <c:v>0.66298611110687489</c:v>
                </c:pt>
                <c:pt idx="57283">
                  <c:v>0.66299768518365454</c:v>
                </c:pt>
                <c:pt idx="57284">
                  <c:v>0.66300925926043419</c:v>
                </c:pt>
                <c:pt idx="57285">
                  <c:v>0.66302083332993789</c:v>
                </c:pt>
                <c:pt idx="57286">
                  <c:v>0.66303240740671754</c:v>
                </c:pt>
                <c:pt idx="57287">
                  <c:v>0.66304398147622123</c:v>
                </c:pt>
                <c:pt idx="57288">
                  <c:v>0.66305555555300089</c:v>
                </c:pt>
                <c:pt idx="57289">
                  <c:v>0.66306712962978054</c:v>
                </c:pt>
                <c:pt idx="57290">
                  <c:v>0.66307870369928423</c:v>
                </c:pt>
                <c:pt idx="57291">
                  <c:v>0.66309027777606389</c:v>
                </c:pt>
                <c:pt idx="57292">
                  <c:v>0.66310185185284354</c:v>
                </c:pt>
                <c:pt idx="57293">
                  <c:v>0.66311342592234723</c:v>
                </c:pt>
                <c:pt idx="57294">
                  <c:v>0.66312499999912689</c:v>
                </c:pt>
                <c:pt idx="57295">
                  <c:v>0.66313657406863058</c:v>
                </c:pt>
                <c:pt idx="57296">
                  <c:v>0.66314814814541023</c:v>
                </c:pt>
                <c:pt idx="57297">
                  <c:v>0.66315972222218988</c:v>
                </c:pt>
                <c:pt idx="57298">
                  <c:v>0.66317129629169358</c:v>
                </c:pt>
                <c:pt idx="57299">
                  <c:v>0.66318287036847323</c:v>
                </c:pt>
                <c:pt idx="57300">
                  <c:v>0.66319444444525288</c:v>
                </c:pt>
                <c:pt idx="57301">
                  <c:v>0.66320601851475658</c:v>
                </c:pt>
                <c:pt idx="57302">
                  <c:v>0.66321759259153623</c:v>
                </c:pt>
                <c:pt idx="57303">
                  <c:v>0.66322916666103993</c:v>
                </c:pt>
                <c:pt idx="57304">
                  <c:v>0.66324074073781958</c:v>
                </c:pt>
                <c:pt idx="57305">
                  <c:v>0.66325231481459923</c:v>
                </c:pt>
                <c:pt idx="57306">
                  <c:v>0.66326388888410293</c:v>
                </c:pt>
                <c:pt idx="57307">
                  <c:v>0.66327546296088258</c:v>
                </c:pt>
                <c:pt idx="57308">
                  <c:v>0.66328703703766223</c:v>
                </c:pt>
                <c:pt idx="57309">
                  <c:v>0.66329861110716593</c:v>
                </c:pt>
                <c:pt idx="57310">
                  <c:v>0.66331018518394558</c:v>
                </c:pt>
                <c:pt idx="57311">
                  <c:v>0.66332175925344927</c:v>
                </c:pt>
                <c:pt idx="57312">
                  <c:v>0.66333333333022892</c:v>
                </c:pt>
                <c:pt idx="57313">
                  <c:v>0.66334490740700858</c:v>
                </c:pt>
                <c:pt idx="57314">
                  <c:v>0.66335648147651227</c:v>
                </c:pt>
                <c:pt idx="57315">
                  <c:v>0.66336805555329192</c:v>
                </c:pt>
                <c:pt idx="57316">
                  <c:v>0.66337962963007158</c:v>
                </c:pt>
                <c:pt idx="57317">
                  <c:v>0.66339120369957527</c:v>
                </c:pt>
                <c:pt idx="57318">
                  <c:v>0.66340277777635492</c:v>
                </c:pt>
                <c:pt idx="57319">
                  <c:v>0.66341435185313458</c:v>
                </c:pt>
                <c:pt idx="57320">
                  <c:v>0.66342592592263827</c:v>
                </c:pt>
                <c:pt idx="57321">
                  <c:v>0.66343749999941792</c:v>
                </c:pt>
                <c:pt idx="57322">
                  <c:v>0.66344907406892162</c:v>
                </c:pt>
                <c:pt idx="57323">
                  <c:v>0.66346064814570127</c:v>
                </c:pt>
                <c:pt idx="57324">
                  <c:v>0.66347222222248092</c:v>
                </c:pt>
                <c:pt idx="57325">
                  <c:v>0.66348379629198462</c:v>
                </c:pt>
                <c:pt idx="57326">
                  <c:v>0.66349537036876427</c:v>
                </c:pt>
                <c:pt idx="57327">
                  <c:v>0.66350694444554392</c:v>
                </c:pt>
                <c:pt idx="57328">
                  <c:v>0.66351851851504762</c:v>
                </c:pt>
                <c:pt idx="57329">
                  <c:v>0.66353009259182727</c:v>
                </c:pt>
                <c:pt idx="57330">
                  <c:v>0.66354166666133096</c:v>
                </c:pt>
                <c:pt idx="57331">
                  <c:v>0.66355324073811062</c:v>
                </c:pt>
                <c:pt idx="57332">
                  <c:v>0.66356481481489027</c:v>
                </c:pt>
                <c:pt idx="57333">
                  <c:v>0.66357638888439396</c:v>
                </c:pt>
                <c:pt idx="57334">
                  <c:v>0.66358796296117362</c:v>
                </c:pt>
                <c:pt idx="57335">
                  <c:v>0.66359953703795327</c:v>
                </c:pt>
                <c:pt idx="57336">
                  <c:v>0.66361111110745696</c:v>
                </c:pt>
                <c:pt idx="57337">
                  <c:v>0.66362268518423662</c:v>
                </c:pt>
                <c:pt idx="57338">
                  <c:v>0.66363425925374031</c:v>
                </c:pt>
                <c:pt idx="57339">
                  <c:v>0.66364583333051996</c:v>
                </c:pt>
                <c:pt idx="57340">
                  <c:v>0.66365740740729962</c:v>
                </c:pt>
                <c:pt idx="57341">
                  <c:v>0.66366898147680331</c:v>
                </c:pt>
                <c:pt idx="57342">
                  <c:v>0.66368055555358296</c:v>
                </c:pt>
                <c:pt idx="57343">
                  <c:v>0.66369212963036261</c:v>
                </c:pt>
                <c:pt idx="57344">
                  <c:v>0.66370370369986631</c:v>
                </c:pt>
                <c:pt idx="57345">
                  <c:v>0.66371527777664596</c:v>
                </c:pt>
                <c:pt idx="57346">
                  <c:v>0.66372685184614966</c:v>
                </c:pt>
                <c:pt idx="57347">
                  <c:v>0.66373842592292931</c:v>
                </c:pt>
                <c:pt idx="57348">
                  <c:v>0.66374999999970896</c:v>
                </c:pt>
                <c:pt idx="57349">
                  <c:v>0.66376157406921266</c:v>
                </c:pt>
                <c:pt idx="57350">
                  <c:v>0.66377314814599231</c:v>
                </c:pt>
                <c:pt idx="57351">
                  <c:v>0.66378472222277196</c:v>
                </c:pt>
                <c:pt idx="57352">
                  <c:v>0.66379629629227566</c:v>
                </c:pt>
                <c:pt idx="57353">
                  <c:v>0.66380787036905531</c:v>
                </c:pt>
                <c:pt idx="57354">
                  <c:v>0.663819444438559</c:v>
                </c:pt>
                <c:pt idx="57355">
                  <c:v>0.66383101851533866</c:v>
                </c:pt>
                <c:pt idx="57356">
                  <c:v>0.66384259259211831</c:v>
                </c:pt>
                <c:pt idx="57357">
                  <c:v>0.663854166661622</c:v>
                </c:pt>
                <c:pt idx="57358">
                  <c:v>0.66386574073840166</c:v>
                </c:pt>
                <c:pt idx="57359">
                  <c:v>0.66387731481518131</c:v>
                </c:pt>
                <c:pt idx="57360">
                  <c:v>0.663888888884685</c:v>
                </c:pt>
                <c:pt idx="57361">
                  <c:v>0.66390046296146465</c:v>
                </c:pt>
                <c:pt idx="57362">
                  <c:v>0.66391203703824431</c:v>
                </c:pt>
                <c:pt idx="57363">
                  <c:v>0.663923611107748</c:v>
                </c:pt>
                <c:pt idx="57364">
                  <c:v>0.66393518518452765</c:v>
                </c:pt>
                <c:pt idx="57365">
                  <c:v>0.66394675925403135</c:v>
                </c:pt>
                <c:pt idx="57366">
                  <c:v>0.663958333330811</c:v>
                </c:pt>
                <c:pt idx="57367">
                  <c:v>0.66396990740759065</c:v>
                </c:pt>
                <c:pt idx="57368">
                  <c:v>0.66398148147709435</c:v>
                </c:pt>
                <c:pt idx="57369">
                  <c:v>0.663993055553874</c:v>
                </c:pt>
                <c:pt idx="57370">
                  <c:v>0.66400462963065365</c:v>
                </c:pt>
                <c:pt idx="57371">
                  <c:v>0.66401620370015735</c:v>
                </c:pt>
                <c:pt idx="57372">
                  <c:v>0.664027777776937</c:v>
                </c:pt>
                <c:pt idx="57373">
                  <c:v>0.6640393518464407</c:v>
                </c:pt>
                <c:pt idx="57374">
                  <c:v>0.66405092592322035</c:v>
                </c:pt>
                <c:pt idx="57375">
                  <c:v>0.6640625</c:v>
                </c:pt>
                <c:pt idx="57376">
                  <c:v>0.66407407406950369</c:v>
                </c:pt>
                <c:pt idx="57377">
                  <c:v>0.66408564814628335</c:v>
                </c:pt>
                <c:pt idx="57378">
                  <c:v>0.664097222223063</c:v>
                </c:pt>
                <c:pt idx="57379">
                  <c:v>0.66410879629256669</c:v>
                </c:pt>
                <c:pt idx="57380">
                  <c:v>0.66412037036934635</c:v>
                </c:pt>
                <c:pt idx="57381">
                  <c:v>0.66413194443885004</c:v>
                </c:pt>
                <c:pt idx="57382">
                  <c:v>0.66414351851562969</c:v>
                </c:pt>
                <c:pt idx="57383">
                  <c:v>0.66415509259240935</c:v>
                </c:pt>
                <c:pt idx="57384">
                  <c:v>0.66416666666191304</c:v>
                </c:pt>
                <c:pt idx="57385">
                  <c:v>0.66417824073869269</c:v>
                </c:pt>
                <c:pt idx="57386">
                  <c:v>0.66418981481547235</c:v>
                </c:pt>
                <c:pt idx="57387">
                  <c:v>0.66420138888497604</c:v>
                </c:pt>
                <c:pt idx="57388">
                  <c:v>0.66421296296175569</c:v>
                </c:pt>
                <c:pt idx="57389">
                  <c:v>0.66422453703125939</c:v>
                </c:pt>
                <c:pt idx="57390">
                  <c:v>0.66423611110803904</c:v>
                </c:pt>
                <c:pt idx="57391">
                  <c:v>0.66424768518481869</c:v>
                </c:pt>
                <c:pt idx="57392">
                  <c:v>0.66425925925432239</c:v>
                </c:pt>
                <c:pt idx="57393">
                  <c:v>0.66427083333110204</c:v>
                </c:pt>
                <c:pt idx="57394">
                  <c:v>0.66428240740788169</c:v>
                </c:pt>
                <c:pt idx="57395">
                  <c:v>0.66429398147738539</c:v>
                </c:pt>
                <c:pt idx="57396">
                  <c:v>0.66430555555416504</c:v>
                </c:pt>
                <c:pt idx="57397">
                  <c:v>0.66431712963094469</c:v>
                </c:pt>
                <c:pt idx="57398">
                  <c:v>0.66432870370044839</c:v>
                </c:pt>
                <c:pt idx="57399">
                  <c:v>0.66434027777722804</c:v>
                </c:pt>
                <c:pt idx="57400">
                  <c:v>0.66435185184673173</c:v>
                </c:pt>
                <c:pt idx="57401">
                  <c:v>0.66436342592351139</c:v>
                </c:pt>
                <c:pt idx="57402">
                  <c:v>0.66437500000029104</c:v>
                </c:pt>
                <c:pt idx="57403">
                  <c:v>0.66438657406979473</c:v>
                </c:pt>
                <c:pt idx="57404">
                  <c:v>0.66439814814657439</c:v>
                </c:pt>
                <c:pt idx="57405">
                  <c:v>0.66440972222335404</c:v>
                </c:pt>
                <c:pt idx="57406">
                  <c:v>0.66442129629285773</c:v>
                </c:pt>
                <c:pt idx="57407">
                  <c:v>0.66443287036963739</c:v>
                </c:pt>
                <c:pt idx="57408">
                  <c:v>0.66444444443914108</c:v>
                </c:pt>
                <c:pt idx="57409">
                  <c:v>0.66445601851592073</c:v>
                </c:pt>
                <c:pt idx="57410">
                  <c:v>0.66446759259270038</c:v>
                </c:pt>
                <c:pt idx="57411">
                  <c:v>0.66447916666220408</c:v>
                </c:pt>
                <c:pt idx="57412">
                  <c:v>0.66449074073898373</c:v>
                </c:pt>
                <c:pt idx="57413">
                  <c:v>0.66450231481576338</c:v>
                </c:pt>
                <c:pt idx="57414">
                  <c:v>0.66451388888526708</c:v>
                </c:pt>
                <c:pt idx="57415">
                  <c:v>0.66452546296204673</c:v>
                </c:pt>
                <c:pt idx="57416">
                  <c:v>0.66453703703155043</c:v>
                </c:pt>
                <c:pt idx="57417">
                  <c:v>0.66454861110833008</c:v>
                </c:pt>
                <c:pt idx="57418">
                  <c:v>0.66456018518510973</c:v>
                </c:pt>
                <c:pt idx="57419">
                  <c:v>0.66457175925461343</c:v>
                </c:pt>
                <c:pt idx="57420">
                  <c:v>0.66458333333139308</c:v>
                </c:pt>
                <c:pt idx="57421">
                  <c:v>0.66459490740817273</c:v>
                </c:pt>
                <c:pt idx="57422">
                  <c:v>0.66460648147767643</c:v>
                </c:pt>
                <c:pt idx="57423">
                  <c:v>0.66461805555445608</c:v>
                </c:pt>
                <c:pt idx="57424">
                  <c:v>0.66462962962395977</c:v>
                </c:pt>
                <c:pt idx="57425">
                  <c:v>0.66464120370073942</c:v>
                </c:pt>
                <c:pt idx="57426">
                  <c:v>0.66465277777751908</c:v>
                </c:pt>
                <c:pt idx="57427">
                  <c:v>0.66466435184702277</c:v>
                </c:pt>
                <c:pt idx="57428">
                  <c:v>0.66467592592380242</c:v>
                </c:pt>
                <c:pt idx="57429">
                  <c:v>0.66468750000058208</c:v>
                </c:pt>
                <c:pt idx="57430">
                  <c:v>0.66469907407008577</c:v>
                </c:pt>
                <c:pt idx="57431">
                  <c:v>0.66471064814686542</c:v>
                </c:pt>
                <c:pt idx="57432">
                  <c:v>0.66472222221636912</c:v>
                </c:pt>
                <c:pt idx="57433">
                  <c:v>0.66473379629314877</c:v>
                </c:pt>
                <c:pt idx="57434">
                  <c:v>0.66474537036992842</c:v>
                </c:pt>
                <c:pt idx="57435">
                  <c:v>0.66475694443943212</c:v>
                </c:pt>
                <c:pt idx="57436">
                  <c:v>0.66476851851621177</c:v>
                </c:pt>
                <c:pt idx="57437">
                  <c:v>0.66478009259299142</c:v>
                </c:pt>
                <c:pt idx="57438">
                  <c:v>0.66479166666249512</c:v>
                </c:pt>
                <c:pt idx="57439">
                  <c:v>0.66480324073927477</c:v>
                </c:pt>
                <c:pt idx="57440">
                  <c:v>0.66481481481605442</c:v>
                </c:pt>
                <c:pt idx="57441">
                  <c:v>0.66482638888555812</c:v>
                </c:pt>
                <c:pt idx="57442">
                  <c:v>0.66483796296233777</c:v>
                </c:pt>
                <c:pt idx="57443">
                  <c:v>0.66484953703184146</c:v>
                </c:pt>
                <c:pt idx="57444">
                  <c:v>0.66486111110862112</c:v>
                </c:pt>
                <c:pt idx="57445">
                  <c:v>0.66487268518540077</c:v>
                </c:pt>
                <c:pt idx="57446">
                  <c:v>0.66488425925490446</c:v>
                </c:pt>
                <c:pt idx="57447">
                  <c:v>0.66489583333168412</c:v>
                </c:pt>
                <c:pt idx="57448">
                  <c:v>0.66490740740846377</c:v>
                </c:pt>
                <c:pt idx="57449">
                  <c:v>0.66491898147796746</c:v>
                </c:pt>
                <c:pt idx="57450">
                  <c:v>0.66493055555474712</c:v>
                </c:pt>
                <c:pt idx="57451">
                  <c:v>0.66494212962425081</c:v>
                </c:pt>
                <c:pt idx="57452">
                  <c:v>0.66495370370103046</c:v>
                </c:pt>
                <c:pt idx="57453">
                  <c:v>0.66496527777781012</c:v>
                </c:pt>
                <c:pt idx="57454">
                  <c:v>0.66497685184731381</c:v>
                </c:pt>
                <c:pt idx="57455">
                  <c:v>0.66498842592409346</c:v>
                </c:pt>
                <c:pt idx="57456">
                  <c:v>0.66500000000087311</c:v>
                </c:pt>
                <c:pt idx="57457">
                  <c:v>0.66501157407037681</c:v>
                </c:pt>
                <c:pt idx="57458">
                  <c:v>0.66502314814715646</c:v>
                </c:pt>
                <c:pt idx="57459">
                  <c:v>0.66503472221666016</c:v>
                </c:pt>
                <c:pt idx="57460">
                  <c:v>0.66504629629343981</c:v>
                </c:pt>
                <c:pt idx="57461">
                  <c:v>0.66505787037021946</c:v>
                </c:pt>
                <c:pt idx="57462">
                  <c:v>0.66506944443972316</c:v>
                </c:pt>
                <c:pt idx="57463">
                  <c:v>0.66508101851650281</c:v>
                </c:pt>
                <c:pt idx="57464">
                  <c:v>0.66509259259328246</c:v>
                </c:pt>
                <c:pt idx="57465">
                  <c:v>0.66510416666278616</c:v>
                </c:pt>
                <c:pt idx="57466">
                  <c:v>0.66511574073956581</c:v>
                </c:pt>
                <c:pt idx="57467">
                  <c:v>0.6651273148090695</c:v>
                </c:pt>
                <c:pt idx="57468">
                  <c:v>0.66513888888584916</c:v>
                </c:pt>
                <c:pt idx="57469">
                  <c:v>0.66515046296262881</c:v>
                </c:pt>
                <c:pt idx="57470">
                  <c:v>0.6651620370321325</c:v>
                </c:pt>
                <c:pt idx="57471">
                  <c:v>0.66517361110891216</c:v>
                </c:pt>
                <c:pt idx="57472">
                  <c:v>0.66518518518569181</c:v>
                </c:pt>
                <c:pt idx="57473">
                  <c:v>0.6651967592551955</c:v>
                </c:pt>
                <c:pt idx="57474">
                  <c:v>0.66520833333197515</c:v>
                </c:pt>
                <c:pt idx="57475">
                  <c:v>0.66521990740147885</c:v>
                </c:pt>
                <c:pt idx="57476">
                  <c:v>0.6652314814782585</c:v>
                </c:pt>
                <c:pt idx="57477">
                  <c:v>0.66524305555503815</c:v>
                </c:pt>
                <c:pt idx="57478">
                  <c:v>0.66525462962454185</c:v>
                </c:pt>
                <c:pt idx="57479">
                  <c:v>0.6652662037013215</c:v>
                </c:pt>
                <c:pt idx="57480">
                  <c:v>0.66527777777810115</c:v>
                </c:pt>
                <c:pt idx="57481">
                  <c:v>0.66528935184760485</c:v>
                </c:pt>
                <c:pt idx="57482">
                  <c:v>0.6653009259243845</c:v>
                </c:pt>
                <c:pt idx="57483">
                  <c:v>0.66531250000116415</c:v>
                </c:pt>
                <c:pt idx="57484">
                  <c:v>0.66532407407066785</c:v>
                </c:pt>
                <c:pt idx="57485">
                  <c:v>0.6653356481474475</c:v>
                </c:pt>
                <c:pt idx="57486">
                  <c:v>0.6653472222169512</c:v>
                </c:pt>
                <c:pt idx="57487">
                  <c:v>0.66535879629373085</c:v>
                </c:pt>
                <c:pt idx="57488">
                  <c:v>0.6653703703705105</c:v>
                </c:pt>
                <c:pt idx="57489">
                  <c:v>0.66538194444001419</c:v>
                </c:pt>
                <c:pt idx="57490">
                  <c:v>0.66539351851679385</c:v>
                </c:pt>
                <c:pt idx="57491">
                  <c:v>0.6654050925935735</c:v>
                </c:pt>
                <c:pt idx="57492">
                  <c:v>0.66541666666307719</c:v>
                </c:pt>
                <c:pt idx="57493">
                  <c:v>0.66542824073985685</c:v>
                </c:pt>
                <c:pt idx="57494">
                  <c:v>0.66543981480936054</c:v>
                </c:pt>
                <c:pt idx="57495">
                  <c:v>0.66545138888614019</c:v>
                </c:pt>
                <c:pt idx="57496">
                  <c:v>0.66546296296291985</c:v>
                </c:pt>
                <c:pt idx="57497">
                  <c:v>0.66547453703242354</c:v>
                </c:pt>
                <c:pt idx="57498">
                  <c:v>0.66548611110920319</c:v>
                </c:pt>
                <c:pt idx="57499">
                  <c:v>0.66549768518598285</c:v>
                </c:pt>
                <c:pt idx="57500">
                  <c:v>0.66550925925548654</c:v>
                </c:pt>
                <c:pt idx="57501">
                  <c:v>0.66552083333226619</c:v>
                </c:pt>
                <c:pt idx="57502">
                  <c:v>0.66553240740176989</c:v>
                </c:pt>
                <c:pt idx="57503">
                  <c:v>0.66554398147854954</c:v>
                </c:pt>
                <c:pt idx="57504">
                  <c:v>0.66555555555532919</c:v>
                </c:pt>
                <c:pt idx="57505">
                  <c:v>0.66556712962483289</c:v>
                </c:pt>
                <c:pt idx="57506">
                  <c:v>0.66557870370161254</c:v>
                </c:pt>
                <c:pt idx="57507">
                  <c:v>0.66559027777839219</c:v>
                </c:pt>
                <c:pt idx="57508">
                  <c:v>0.66560185184789589</c:v>
                </c:pt>
                <c:pt idx="57509">
                  <c:v>0.66561342592467554</c:v>
                </c:pt>
                <c:pt idx="57510">
                  <c:v>0.66562499999417923</c:v>
                </c:pt>
                <c:pt idx="57511">
                  <c:v>0.66563657407095889</c:v>
                </c:pt>
                <c:pt idx="57512">
                  <c:v>0.66564814814773854</c:v>
                </c:pt>
                <c:pt idx="57513">
                  <c:v>0.66565972221724223</c:v>
                </c:pt>
                <c:pt idx="57514">
                  <c:v>0.66567129629402189</c:v>
                </c:pt>
                <c:pt idx="57515">
                  <c:v>0.66568287037080154</c:v>
                </c:pt>
                <c:pt idx="57516">
                  <c:v>0.66569444444030523</c:v>
                </c:pt>
                <c:pt idx="57517">
                  <c:v>0.66570601851708489</c:v>
                </c:pt>
                <c:pt idx="57518">
                  <c:v>0.66571759259386454</c:v>
                </c:pt>
                <c:pt idx="57519">
                  <c:v>0.66572916666336823</c:v>
                </c:pt>
                <c:pt idx="57520">
                  <c:v>0.66574074074014788</c:v>
                </c:pt>
                <c:pt idx="57521">
                  <c:v>0.66575231480965158</c:v>
                </c:pt>
                <c:pt idx="57522">
                  <c:v>0.66576388888643123</c:v>
                </c:pt>
                <c:pt idx="57523">
                  <c:v>0.66577546296321088</c:v>
                </c:pt>
                <c:pt idx="57524">
                  <c:v>0.66578703703271458</c:v>
                </c:pt>
                <c:pt idx="57525">
                  <c:v>0.66579861110949423</c:v>
                </c:pt>
                <c:pt idx="57526">
                  <c:v>0.66581018518627388</c:v>
                </c:pt>
                <c:pt idx="57527">
                  <c:v>0.66582175925577758</c:v>
                </c:pt>
                <c:pt idx="57528">
                  <c:v>0.66583333333255723</c:v>
                </c:pt>
                <c:pt idx="57529">
                  <c:v>0.66584490740206093</c:v>
                </c:pt>
                <c:pt idx="57530">
                  <c:v>0.66585648147884058</c:v>
                </c:pt>
                <c:pt idx="57531">
                  <c:v>0.66586805555562023</c:v>
                </c:pt>
                <c:pt idx="57532">
                  <c:v>0.66587962962512393</c:v>
                </c:pt>
                <c:pt idx="57533">
                  <c:v>0.66589120370190358</c:v>
                </c:pt>
                <c:pt idx="57534">
                  <c:v>0.66590277777868323</c:v>
                </c:pt>
                <c:pt idx="57535">
                  <c:v>0.66591435184818693</c:v>
                </c:pt>
                <c:pt idx="57536">
                  <c:v>0.66592592592496658</c:v>
                </c:pt>
                <c:pt idx="57537">
                  <c:v>0.66593749999447027</c:v>
                </c:pt>
                <c:pt idx="57538">
                  <c:v>0.66594907407124992</c:v>
                </c:pt>
                <c:pt idx="57539">
                  <c:v>0.66596064814802958</c:v>
                </c:pt>
                <c:pt idx="57540">
                  <c:v>0.66597222221753327</c:v>
                </c:pt>
                <c:pt idx="57541">
                  <c:v>0.66598379629431292</c:v>
                </c:pt>
                <c:pt idx="57542">
                  <c:v>0.66599537037109258</c:v>
                </c:pt>
                <c:pt idx="57543">
                  <c:v>0.66600694444059627</c:v>
                </c:pt>
                <c:pt idx="57544">
                  <c:v>0.66601851851737592</c:v>
                </c:pt>
                <c:pt idx="57545">
                  <c:v>0.66603009258687962</c:v>
                </c:pt>
                <c:pt idx="57546">
                  <c:v>0.66604166666365927</c:v>
                </c:pt>
                <c:pt idx="57547">
                  <c:v>0.66605324074043892</c:v>
                </c:pt>
                <c:pt idx="57548">
                  <c:v>0.66606481480994262</c:v>
                </c:pt>
                <c:pt idx="57549">
                  <c:v>0.66607638888672227</c:v>
                </c:pt>
                <c:pt idx="57550">
                  <c:v>0.66608796296350192</c:v>
                </c:pt>
                <c:pt idx="57551">
                  <c:v>0.66609953703300562</c:v>
                </c:pt>
                <c:pt idx="57552">
                  <c:v>0.66611111110978527</c:v>
                </c:pt>
                <c:pt idx="57553">
                  <c:v>0.66612268517928896</c:v>
                </c:pt>
                <c:pt idx="57554">
                  <c:v>0.66613425925606862</c:v>
                </c:pt>
                <c:pt idx="57555">
                  <c:v>0.66614583333284827</c:v>
                </c:pt>
                <c:pt idx="57556">
                  <c:v>0.66615740740235196</c:v>
                </c:pt>
                <c:pt idx="57557">
                  <c:v>0.66616898147913162</c:v>
                </c:pt>
                <c:pt idx="57558">
                  <c:v>0.66618055555591127</c:v>
                </c:pt>
                <c:pt idx="57559">
                  <c:v>0.66619212962541496</c:v>
                </c:pt>
                <c:pt idx="57560">
                  <c:v>0.66620370370219462</c:v>
                </c:pt>
                <c:pt idx="57561">
                  <c:v>0.66621527777897427</c:v>
                </c:pt>
                <c:pt idx="57562">
                  <c:v>0.66622685184847796</c:v>
                </c:pt>
                <c:pt idx="57563">
                  <c:v>0.66623842592525762</c:v>
                </c:pt>
                <c:pt idx="57564">
                  <c:v>0.66624999999476131</c:v>
                </c:pt>
                <c:pt idx="57565">
                  <c:v>0.66626157407154096</c:v>
                </c:pt>
                <c:pt idx="57566">
                  <c:v>0.66627314814832062</c:v>
                </c:pt>
                <c:pt idx="57567">
                  <c:v>0.66628472221782431</c:v>
                </c:pt>
                <c:pt idx="57568">
                  <c:v>0.66629629629460396</c:v>
                </c:pt>
                <c:pt idx="57569">
                  <c:v>0.66630787037138361</c:v>
                </c:pt>
                <c:pt idx="57570">
                  <c:v>0.66631944444088731</c:v>
                </c:pt>
                <c:pt idx="57571">
                  <c:v>0.66633101851766696</c:v>
                </c:pt>
                <c:pt idx="57572">
                  <c:v>0.66634259258717066</c:v>
                </c:pt>
                <c:pt idx="57573">
                  <c:v>0.66635416666395031</c:v>
                </c:pt>
                <c:pt idx="57574">
                  <c:v>0.66636574074072996</c:v>
                </c:pt>
                <c:pt idx="57575">
                  <c:v>0.66637731481023366</c:v>
                </c:pt>
                <c:pt idx="57576">
                  <c:v>0.66638888888701331</c:v>
                </c:pt>
                <c:pt idx="57577">
                  <c:v>0.66640046296379296</c:v>
                </c:pt>
                <c:pt idx="57578">
                  <c:v>0.66641203703329666</c:v>
                </c:pt>
                <c:pt idx="57579">
                  <c:v>0.66642361111007631</c:v>
                </c:pt>
                <c:pt idx="57580">
                  <c:v>0.66643518517958</c:v>
                </c:pt>
                <c:pt idx="57581">
                  <c:v>0.66644675925635966</c:v>
                </c:pt>
                <c:pt idx="57582">
                  <c:v>0.66645833333313931</c:v>
                </c:pt>
                <c:pt idx="57583">
                  <c:v>0.666469907402643</c:v>
                </c:pt>
                <c:pt idx="57584">
                  <c:v>0.66648148147942265</c:v>
                </c:pt>
                <c:pt idx="57585">
                  <c:v>0.66649305555620231</c:v>
                </c:pt>
                <c:pt idx="57586">
                  <c:v>0.666504629625706</c:v>
                </c:pt>
                <c:pt idx="57587">
                  <c:v>0.66651620370248565</c:v>
                </c:pt>
                <c:pt idx="57588">
                  <c:v>0.66652777777198935</c:v>
                </c:pt>
                <c:pt idx="57589">
                  <c:v>0.666539351848769</c:v>
                </c:pt>
                <c:pt idx="57590">
                  <c:v>0.66655092592554865</c:v>
                </c:pt>
                <c:pt idx="57591">
                  <c:v>0.66656249999505235</c:v>
                </c:pt>
                <c:pt idx="57592">
                  <c:v>0.666574074071832</c:v>
                </c:pt>
                <c:pt idx="57593">
                  <c:v>0.66658564814861165</c:v>
                </c:pt>
                <c:pt idx="57594">
                  <c:v>0.66659722221811535</c:v>
                </c:pt>
                <c:pt idx="57595">
                  <c:v>0.666608796294895</c:v>
                </c:pt>
                <c:pt idx="57596">
                  <c:v>0.66662037037167465</c:v>
                </c:pt>
                <c:pt idx="57597">
                  <c:v>0.66663194444117835</c:v>
                </c:pt>
                <c:pt idx="57598">
                  <c:v>0.666643518517958</c:v>
                </c:pt>
                <c:pt idx="57599">
                  <c:v>0.6666550925874617</c:v>
                </c:pt>
                <c:pt idx="57600">
                  <c:v>0.66666666666424135</c:v>
                </c:pt>
                <c:pt idx="57601">
                  <c:v>0.666678240741021</c:v>
                </c:pt>
                <c:pt idx="57602">
                  <c:v>0.66668981481052469</c:v>
                </c:pt>
                <c:pt idx="57603">
                  <c:v>0.66670138888730435</c:v>
                </c:pt>
                <c:pt idx="57604">
                  <c:v>0.666712962964084</c:v>
                </c:pt>
                <c:pt idx="57605">
                  <c:v>0.66672453703358769</c:v>
                </c:pt>
                <c:pt idx="57606">
                  <c:v>0.66673611111036735</c:v>
                </c:pt>
                <c:pt idx="57607">
                  <c:v>0.66674768517987104</c:v>
                </c:pt>
                <c:pt idx="57608">
                  <c:v>0.66675925925665069</c:v>
                </c:pt>
                <c:pt idx="57609">
                  <c:v>0.66677083333343035</c:v>
                </c:pt>
                <c:pt idx="57610">
                  <c:v>0.66678240740293404</c:v>
                </c:pt>
                <c:pt idx="57611">
                  <c:v>0.66679398147971369</c:v>
                </c:pt>
                <c:pt idx="57612">
                  <c:v>0.66680555555649335</c:v>
                </c:pt>
                <c:pt idx="57613">
                  <c:v>0.66681712962599704</c:v>
                </c:pt>
                <c:pt idx="57614">
                  <c:v>0.66682870370277669</c:v>
                </c:pt>
                <c:pt idx="57615">
                  <c:v>0.66684027777228039</c:v>
                </c:pt>
                <c:pt idx="57616">
                  <c:v>0.66685185184906004</c:v>
                </c:pt>
                <c:pt idx="57617">
                  <c:v>0.66686342592583969</c:v>
                </c:pt>
                <c:pt idx="57618">
                  <c:v>0.66687499999534339</c:v>
                </c:pt>
                <c:pt idx="57619">
                  <c:v>0.66688657407212304</c:v>
                </c:pt>
                <c:pt idx="57620">
                  <c:v>0.66689814814890269</c:v>
                </c:pt>
                <c:pt idx="57621">
                  <c:v>0.66690972221840639</c:v>
                </c:pt>
                <c:pt idx="57622">
                  <c:v>0.66692129629518604</c:v>
                </c:pt>
                <c:pt idx="57623">
                  <c:v>0.66693287036468973</c:v>
                </c:pt>
                <c:pt idx="57624">
                  <c:v>0.66694444444146939</c:v>
                </c:pt>
                <c:pt idx="57625">
                  <c:v>0.66695601851824904</c:v>
                </c:pt>
                <c:pt idx="57626">
                  <c:v>0.66696759258775273</c:v>
                </c:pt>
                <c:pt idx="57627">
                  <c:v>0.66697916666453239</c:v>
                </c:pt>
                <c:pt idx="57628">
                  <c:v>0.66699074074131204</c:v>
                </c:pt>
                <c:pt idx="57629">
                  <c:v>0.66700231481081573</c:v>
                </c:pt>
                <c:pt idx="57630">
                  <c:v>0.66701388888759539</c:v>
                </c:pt>
                <c:pt idx="57631">
                  <c:v>0.66702546295709908</c:v>
                </c:pt>
                <c:pt idx="57632">
                  <c:v>0.66703703703387873</c:v>
                </c:pt>
                <c:pt idx="57633">
                  <c:v>0.66704861111065838</c:v>
                </c:pt>
                <c:pt idx="57634">
                  <c:v>0.66706018518016208</c:v>
                </c:pt>
                <c:pt idx="57635">
                  <c:v>0.66707175925694173</c:v>
                </c:pt>
                <c:pt idx="57636">
                  <c:v>0.66708333333372138</c:v>
                </c:pt>
                <c:pt idx="57637">
                  <c:v>0.66709490740322508</c:v>
                </c:pt>
                <c:pt idx="57638">
                  <c:v>0.66710648148000473</c:v>
                </c:pt>
                <c:pt idx="57639">
                  <c:v>0.66711805555678438</c:v>
                </c:pt>
                <c:pt idx="57640">
                  <c:v>0.66712962962628808</c:v>
                </c:pt>
                <c:pt idx="57641">
                  <c:v>0.66714120370306773</c:v>
                </c:pt>
                <c:pt idx="57642">
                  <c:v>0.66715277777257143</c:v>
                </c:pt>
                <c:pt idx="57643">
                  <c:v>0.66716435184935108</c:v>
                </c:pt>
                <c:pt idx="57644">
                  <c:v>0.66717592592613073</c:v>
                </c:pt>
                <c:pt idx="57645">
                  <c:v>0.66718749999563443</c:v>
                </c:pt>
                <c:pt idx="57646">
                  <c:v>0.66719907407241408</c:v>
                </c:pt>
                <c:pt idx="57647">
                  <c:v>0.66721064814919373</c:v>
                </c:pt>
                <c:pt idx="57648">
                  <c:v>0.66722222221869742</c:v>
                </c:pt>
                <c:pt idx="57649">
                  <c:v>0.66723379629547708</c:v>
                </c:pt>
                <c:pt idx="57650">
                  <c:v>0.66724537036498077</c:v>
                </c:pt>
                <c:pt idx="57651">
                  <c:v>0.66725694444176042</c:v>
                </c:pt>
                <c:pt idx="57652">
                  <c:v>0.66726851851854008</c:v>
                </c:pt>
                <c:pt idx="57653">
                  <c:v>0.66728009258804377</c:v>
                </c:pt>
                <c:pt idx="57654">
                  <c:v>0.66729166666482342</c:v>
                </c:pt>
                <c:pt idx="57655">
                  <c:v>0.66730324074160308</c:v>
                </c:pt>
                <c:pt idx="57656">
                  <c:v>0.66731481481110677</c:v>
                </c:pt>
                <c:pt idx="57657">
                  <c:v>0.66732638888788642</c:v>
                </c:pt>
                <c:pt idx="57658">
                  <c:v>0.66733796295739012</c:v>
                </c:pt>
                <c:pt idx="57659">
                  <c:v>0.66734953703416977</c:v>
                </c:pt>
                <c:pt idx="57660">
                  <c:v>0.66736111111094942</c:v>
                </c:pt>
                <c:pt idx="57661">
                  <c:v>0.66737268518045312</c:v>
                </c:pt>
                <c:pt idx="57662">
                  <c:v>0.66738425925723277</c:v>
                </c:pt>
                <c:pt idx="57663">
                  <c:v>0.66739583333401242</c:v>
                </c:pt>
                <c:pt idx="57664">
                  <c:v>0.66740740740351612</c:v>
                </c:pt>
                <c:pt idx="57665">
                  <c:v>0.66741898148029577</c:v>
                </c:pt>
                <c:pt idx="57666">
                  <c:v>0.66743055554979946</c:v>
                </c:pt>
                <c:pt idx="57667">
                  <c:v>0.66744212962657912</c:v>
                </c:pt>
                <c:pt idx="57668">
                  <c:v>0.66745370370335877</c:v>
                </c:pt>
                <c:pt idx="57669">
                  <c:v>0.66746527777286246</c:v>
                </c:pt>
                <c:pt idx="57670">
                  <c:v>0.66747685184964212</c:v>
                </c:pt>
                <c:pt idx="57671">
                  <c:v>0.66748842592642177</c:v>
                </c:pt>
                <c:pt idx="57672">
                  <c:v>0.66749999999592546</c:v>
                </c:pt>
                <c:pt idx="57673">
                  <c:v>0.66751157407270512</c:v>
                </c:pt>
                <c:pt idx="57674">
                  <c:v>0.66752314814948477</c:v>
                </c:pt>
                <c:pt idx="57675">
                  <c:v>0.66753472221898846</c:v>
                </c:pt>
                <c:pt idx="57676">
                  <c:v>0.66754629629576812</c:v>
                </c:pt>
                <c:pt idx="57677">
                  <c:v>0.66755787036527181</c:v>
                </c:pt>
                <c:pt idx="57678">
                  <c:v>0.66756944444205146</c:v>
                </c:pt>
                <c:pt idx="57679">
                  <c:v>0.66758101851883112</c:v>
                </c:pt>
                <c:pt idx="57680">
                  <c:v>0.66759259258833481</c:v>
                </c:pt>
                <c:pt idx="57681">
                  <c:v>0.66760416666511446</c:v>
                </c:pt>
                <c:pt idx="57682">
                  <c:v>0.66761574074189411</c:v>
                </c:pt>
                <c:pt idx="57683">
                  <c:v>0.66762731481139781</c:v>
                </c:pt>
                <c:pt idx="57684">
                  <c:v>0.66763888888817746</c:v>
                </c:pt>
                <c:pt idx="57685">
                  <c:v>0.66765046295768116</c:v>
                </c:pt>
                <c:pt idx="57686">
                  <c:v>0.66766203703446081</c:v>
                </c:pt>
                <c:pt idx="57687">
                  <c:v>0.66767361111124046</c:v>
                </c:pt>
                <c:pt idx="57688">
                  <c:v>0.66768518518074416</c:v>
                </c:pt>
                <c:pt idx="57689">
                  <c:v>0.66769675925752381</c:v>
                </c:pt>
                <c:pt idx="57690">
                  <c:v>0.66770833333430346</c:v>
                </c:pt>
                <c:pt idx="57691">
                  <c:v>0.66771990740380716</c:v>
                </c:pt>
                <c:pt idx="57692">
                  <c:v>0.66773148148058681</c:v>
                </c:pt>
                <c:pt idx="57693">
                  <c:v>0.6677430555500905</c:v>
                </c:pt>
                <c:pt idx="57694">
                  <c:v>0.66775462962687016</c:v>
                </c:pt>
                <c:pt idx="57695">
                  <c:v>0.66776620370364981</c:v>
                </c:pt>
                <c:pt idx="57696">
                  <c:v>0.6677777777731535</c:v>
                </c:pt>
                <c:pt idx="57697">
                  <c:v>0.66778935184993315</c:v>
                </c:pt>
                <c:pt idx="57698">
                  <c:v>0.66780092592671281</c:v>
                </c:pt>
                <c:pt idx="57699">
                  <c:v>0.6678124999962165</c:v>
                </c:pt>
                <c:pt idx="57700">
                  <c:v>0.66782407407299615</c:v>
                </c:pt>
                <c:pt idx="57701">
                  <c:v>0.66783564814249985</c:v>
                </c:pt>
                <c:pt idx="57702">
                  <c:v>0.6678472222192795</c:v>
                </c:pt>
                <c:pt idx="57703">
                  <c:v>0.66785879629605915</c:v>
                </c:pt>
                <c:pt idx="57704">
                  <c:v>0.66787037036556285</c:v>
                </c:pt>
                <c:pt idx="57705">
                  <c:v>0.6678819444423425</c:v>
                </c:pt>
                <c:pt idx="57706">
                  <c:v>0.66789351851912215</c:v>
                </c:pt>
                <c:pt idx="57707">
                  <c:v>0.66790509258862585</c:v>
                </c:pt>
                <c:pt idx="57708">
                  <c:v>0.6679166666654055</c:v>
                </c:pt>
                <c:pt idx="57709">
                  <c:v>0.6679282407349092</c:v>
                </c:pt>
                <c:pt idx="57710">
                  <c:v>0.66793981481168885</c:v>
                </c:pt>
                <c:pt idx="57711">
                  <c:v>0.6679513888884685</c:v>
                </c:pt>
                <c:pt idx="57712">
                  <c:v>0.66796296295797219</c:v>
                </c:pt>
                <c:pt idx="57713">
                  <c:v>0.66797453703475185</c:v>
                </c:pt>
                <c:pt idx="57714">
                  <c:v>0.6679861111115315</c:v>
                </c:pt>
                <c:pt idx="57715">
                  <c:v>0.66799768518103519</c:v>
                </c:pt>
                <c:pt idx="57716">
                  <c:v>0.66800925925781485</c:v>
                </c:pt>
                <c:pt idx="57717">
                  <c:v>0.6680208333345945</c:v>
                </c:pt>
                <c:pt idx="57718">
                  <c:v>0.66803240740409819</c:v>
                </c:pt>
                <c:pt idx="57719">
                  <c:v>0.66804398148087785</c:v>
                </c:pt>
                <c:pt idx="57720">
                  <c:v>0.66805555555038154</c:v>
                </c:pt>
                <c:pt idx="57721">
                  <c:v>0.66806712962716119</c:v>
                </c:pt>
                <c:pt idx="57722">
                  <c:v>0.66807870370394085</c:v>
                </c:pt>
                <c:pt idx="57723">
                  <c:v>0.66809027777344454</c:v>
                </c:pt>
                <c:pt idx="57724">
                  <c:v>0.66810185185022419</c:v>
                </c:pt>
                <c:pt idx="57725">
                  <c:v>0.66811342592700385</c:v>
                </c:pt>
                <c:pt idx="57726">
                  <c:v>0.66812499999650754</c:v>
                </c:pt>
                <c:pt idx="57727">
                  <c:v>0.66813657407328719</c:v>
                </c:pt>
                <c:pt idx="57728">
                  <c:v>0.66814814814279089</c:v>
                </c:pt>
                <c:pt idx="57729">
                  <c:v>0.66815972221957054</c:v>
                </c:pt>
                <c:pt idx="57730">
                  <c:v>0.66817129629635019</c:v>
                </c:pt>
                <c:pt idx="57731">
                  <c:v>0.66818287036585389</c:v>
                </c:pt>
                <c:pt idx="57732">
                  <c:v>0.66819444444263354</c:v>
                </c:pt>
                <c:pt idx="57733">
                  <c:v>0.66820601851941319</c:v>
                </c:pt>
                <c:pt idx="57734">
                  <c:v>0.66821759258891689</c:v>
                </c:pt>
                <c:pt idx="57735">
                  <c:v>0.66822916666569654</c:v>
                </c:pt>
                <c:pt idx="57736">
                  <c:v>0.66824074073520023</c:v>
                </c:pt>
                <c:pt idx="57737">
                  <c:v>0.66825231481197989</c:v>
                </c:pt>
                <c:pt idx="57738">
                  <c:v>0.66826388888875954</c:v>
                </c:pt>
                <c:pt idx="57739">
                  <c:v>0.66827546295826323</c:v>
                </c:pt>
                <c:pt idx="57740">
                  <c:v>0.66828703703504289</c:v>
                </c:pt>
                <c:pt idx="57741">
                  <c:v>0.66829861111182254</c:v>
                </c:pt>
                <c:pt idx="57742">
                  <c:v>0.66831018518132623</c:v>
                </c:pt>
                <c:pt idx="57743">
                  <c:v>0.66832175925810589</c:v>
                </c:pt>
                <c:pt idx="57744">
                  <c:v>0.66833333332760958</c:v>
                </c:pt>
                <c:pt idx="57745">
                  <c:v>0.66834490740438923</c:v>
                </c:pt>
                <c:pt idx="57746">
                  <c:v>0.66835648148116888</c:v>
                </c:pt>
                <c:pt idx="57747">
                  <c:v>0.66836805555067258</c:v>
                </c:pt>
                <c:pt idx="57748">
                  <c:v>0.66837962962745223</c:v>
                </c:pt>
                <c:pt idx="57749">
                  <c:v>0.66839120370423188</c:v>
                </c:pt>
                <c:pt idx="57750">
                  <c:v>0.66840277777373558</c:v>
                </c:pt>
                <c:pt idx="57751">
                  <c:v>0.66841435185051523</c:v>
                </c:pt>
                <c:pt idx="57752">
                  <c:v>0.66842592592001893</c:v>
                </c:pt>
                <c:pt idx="57753">
                  <c:v>0.66843749999679858</c:v>
                </c:pt>
                <c:pt idx="57754">
                  <c:v>0.66844907407357823</c:v>
                </c:pt>
                <c:pt idx="57755">
                  <c:v>0.66846064814308193</c:v>
                </c:pt>
                <c:pt idx="57756">
                  <c:v>0.66847222221986158</c:v>
                </c:pt>
                <c:pt idx="57757">
                  <c:v>0.66848379629664123</c:v>
                </c:pt>
                <c:pt idx="57758">
                  <c:v>0.66849537036614493</c:v>
                </c:pt>
                <c:pt idx="57759">
                  <c:v>0.66850694444292458</c:v>
                </c:pt>
                <c:pt idx="57760">
                  <c:v>0.66851851851970423</c:v>
                </c:pt>
                <c:pt idx="57761">
                  <c:v>0.66853009258920792</c:v>
                </c:pt>
                <c:pt idx="57762">
                  <c:v>0.66854166666598758</c:v>
                </c:pt>
                <c:pt idx="57763">
                  <c:v>0.66855324073549127</c:v>
                </c:pt>
                <c:pt idx="57764">
                  <c:v>0.66856481481227092</c:v>
                </c:pt>
                <c:pt idx="57765">
                  <c:v>0.66857638888905058</c:v>
                </c:pt>
                <c:pt idx="57766">
                  <c:v>0.66858796295855427</c:v>
                </c:pt>
                <c:pt idx="57767">
                  <c:v>0.66859953703533392</c:v>
                </c:pt>
                <c:pt idx="57768">
                  <c:v>0.66861111111211358</c:v>
                </c:pt>
                <c:pt idx="57769">
                  <c:v>0.66862268518161727</c:v>
                </c:pt>
                <c:pt idx="57770">
                  <c:v>0.66863425925839692</c:v>
                </c:pt>
                <c:pt idx="57771">
                  <c:v>0.66864583332790062</c:v>
                </c:pt>
                <c:pt idx="57772">
                  <c:v>0.66865740740468027</c:v>
                </c:pt>
                <c:pt idx="57773">
                  <c:v>0.66866898148145992</c:v>
                </c:pt>
                <c:pt idx="57774">
                  <c:v>0.66868055555096362</c:v>
                </c:pt>
                <c:pt idx="57775">
                  <c:v>0.66869212962774327</c:v>
                </c:pt>
                <c:pt idx="57776">
                  <c:v>0.66870370370452292</c:v>
                </c:pt>
                <c:pt idx="57777">
                  <c:v>0.66871527777402662</c:v>
                </c:pt>
                <c:pt idx="57778">
                  <c:v>0.66872685185080627</c:v>
                </c:pt>
                <c:pt idx="57779">
                  <c:v>0.66873842592030996</c:v>
                </c:pt>
                <c:pt idx="57780">
                  <c:v>0.66874999999708962</c:v>
                </c:pt>
                <c:pt idx="57781">
                  <c:v>0.66876157407386927</c:v>
                </c:pt>
                <c:pt idx="57782">
                  <c:v>0.66877314814337296</c:v>
                </c:pt>
                <c:pt idx="57783">
                  <c:v>0.66878472222015262</c:v>
                </c:pt>
                <c:pt idx="57784">
                  <c:v>0.66879629629693227</c:v>
                </c:pt>
                <c:pt idx="57785">
                  <c:v>0.66880787036643596</c:v>
                </c:pt>
                <c:pt idx="57786">
                  <c:v>0.66881944444321562</c:v>
                </c:pt>
                <c:pt idx="57787">
                  <c:v>0.66883101851271931</c:v>
                </c:pt>
                <c:pt idx="57788">
                  <c:v>0.66884259258949896</c:v>
                </c:pt>
                <c:pt idx="57789">
                  <c:v>0.66885416666627862</c:v>
                </c:pt>
                <c:pt idx="57790">
                  <c:v>0.66886574073578231</c:v>
                </c:pt>
                <c:pt idx="57791">
                  <c:v>0.66887731481256196</c:v>
                </c:pt>
                <c:pt idx="57792">
                  <c:v>0.66888888888934162</c:v>
                </c:pt>
                <c:pt idx="57793">
                  <c:v>0.66890046295884531</c:v>
                </c:pt>
                <c:pt idx="57794">
                  <c:v>0.66891203703562496</c:v>
                </c:pt>
                <c:pt idx="57795">
                  <c:v>0.66892361111240461</c:v>
                </c:pt>
                <c:pt idx="57796">
                  <c:v>0.66893518518190831</c:v>
                </c:pt>
                <c:pt idx="57797">
                  <c:v>0.66894675925868796</c:v>
                </c:pt>
                <c:pt idx="57798">
                  <c:v>0.66895833332819166</c:v>
                </c:pt>
                <c:pt idx="57799">
                  <c:v>0.66896990740497131</c:v>
                </c:pt>
                <c:pt idx="57800">
                  <c:v>0.66898148148175096</c:v>
                </c:pt>
                <c:pt idx="57801">
                  <c:v>0.66899305555125466</c:v>
                </c:pt>
                <c:pt idx="57802">
                  <c:v>0.66900462962803431</c:v>
                </c:pt>
                <c:pt idx="57803">
                  <c:v>0.66901620370481396</c:v>
                </c:pt>
                <c:pt idx="57804">
                  <c:v>0.66902777777431766</c:v>
                </c:pt>
                <c:pt idx="57805">
                  <c:v>0.66903935185109731</c:v>
                </c:pt>
                <c:pt idx="57806">
                  <c:v>0.669050925920601</c:v>
                </c:pt>
                <c:pt idx="57807">
                  <c:v>0.66906249999738066</c:v>
                </c:pt>
                <c:pt idx="57808">
                  <c:v>0.66907407407416031</c:v>
                </c:pt>
                <c:pt idx="57809">
                  <c:v>0.669085648143664</c:v>
                </c:pt>
                <c:pt idx="57810">
                  <c:v>0.66909722222044365</c:v>
                </c:pt>
                <c:pt idx="57811">
                  <c:v>0.66910879629722331</c:v>
                </c:pt>
                <c:pt idx="57812">
                  <c:v>0.669120370366727</c:v>
                </c:pt>
                <c:pt idx="57813">
                  <c:v>0.66913194444350665</c:v>
                </c:pt>
                <c:pt idx="57814">
                  <c:v>0.66914351851301035</c:v>
                </c:pt>
                <c:pt idx="57815">
                  <c:v>0.66915509258979</c:v>
                </c:pt>
                <c:pt idx="57816">
                  <c:v>0.66916666666656965</c:v>
                </c:pt>
                <c:pt idx="57817">
                  <c:v>0.66917824073607335</c:v>
                </c:pt>
                <c:pt idx="57818">
                  <c:v>0.669189814812853</c:v>
                </c:pt>
                <c:pt idx="57819">
                  <c:v>0.66920138888963265</c:v>
                </c:pt>
                <c:pt idx="57820">
                  <c:v>0.66921296295913635</c:v>
                </c:pt>
                <c:pt idx="57821">
                  <c:v>0.669224537035916</c:v>
                </c:pt>
                <c:pt idx="57822">
                  <c:v>0.6692361111054197</c:v>
                </c:pt>
                <c:pt idx="57823">
                  <c:v>0.66924768518219935</c:v>
                </c:pt>
                <c:pt idx="57824">
                  <c:v>0.669259259258979</c:v>
                </c:pt>
                <c:pt idx="57825">
                  <c:v>0.66927083332848269</c:v>
                </c:pt>
                <c:pt idx="57826">
                  <c:v>0.66928240740526235</c:v>
                </c:pt>
                <c:pt idx="57827">
                  <c:v>0.669293981482042</c:v>
                </c:pt>
                <c:pt idx="57828">
                  <c:v>0.66930555555154569</c:v>
                </c:pt>
                <c:pt idx="57829">
                  <c:v>0.66931712962832535</c:v>
                </c:pt>
                <c:pt idx="57830">
                  <c:v>0.66932870369782904</c:v>
                </c:pt>
                <c:pt idx="57831">
                  <c:v>0.66934027777460869</c:v>
                </c:pt>
                <c:pt idx="57832">
                  <c:v>0.66935185185138835</c:v>
                </c:pt>
                <c:pt idx="57833">
                  <c:v>0.66936342592089204</c:v>
                </c:pt>
                <c:pt idx="57834">
                  <c:v>0.66937499999767169</c:v>
                </c:pt>
                <c:pt idx="57835">
                  <c:v>0.66938657407445135</c:v>
                </c:pt>
                <c:pt idx="57836">
                  <c:v>0.66939814814395504</c:v>
                </c:pt>
                <c:pt idx="57837">
                  <c:v>0.66940972222073469</c:v>
                </c:pt>
                <c:pt idx="57838">
                  <c:v>0.66942129629751435</c:v>
                </c:pt>
                <c:pt idx="57839">
                  <c:v>0.66943287036701804</c:v>
                </c:pt>
                <c:pt idx="57840">
                  <c:v>0.66944444444379769</c:v>
                </c:pt>
                <c:pt idx="57841">
                  <c:v>0.66945601851330139</c:v>
                </c:pt>
                <c:pt idx="57842">
                  <c:v>0.66946759259008104</c:v>
                </c:pt>
                <c:pt idx="57843">
                  <c:v>0.66947916666686069</c:v>
                </c:pt>
                <c:pt idx="57844">
                  <c:v>0.66949074073636439</c:v>
                </c:pt>
                <c:pt idx="57845">
                  <c:v>0.66950231481314404</c:v>
                </c:pt>
                <c:pt idx="57846">
                  <c:v>0.66951388888992369</c:v>
                </c:pt>
                <c:pt idx="57847">
                  <c:v>0.66952546295942739</c:v>
                </c:pt>
                <c:pt idx="57848">
                  <c:v>0.66953703703620704</c:v>
                </c:pt>
                <c:pt idx="57849">
                  <c:v>0.66954861110571073</c:v>
                </c:pt>
                <c:pt idx="57850">
                  <c:v>0.66956018518249039</c:v>
                </c:pt>
                <c:pt idx="57851">
                  <c:v>0.66957175925927004</c:v>
                </c:pt>
                <c:pt idx="57852">
                  <c:v>0.66958333332877373</c:v>
                </c:pt>
                <c:pt idx="57853">
                  <c:v>0.66959490740555339</c:v>
                </c:pt>
                <c:pt idx="57854">
                  <c:v>0.66960648148233304</c:v>
                </c:pt>
                <c:pt idx="57855">
                  <c:v>0.66961805555183673</c:v>
                </c:pt>
                <c:pt idx="57856">
                  <c:v>0.66962962962861639</c:v>
                </c:pt>
                <c:pt idx="57857">
                  <c:v>0.66964120369812008</c:v>
                </c:pt>
                <c:pt idx="57858">
                  <c:v>0.66965277777489973</c:v>
                </c:pt>
                <c:pt idx="57859">
                  <c:v>0.66966435185167938</c:v>
                </c:pt>
                <c:pt idx="57860">
                  <c:v>0.66967592592118308</c:v>
                </c:pt>
                <c:pt idx="57861">
                  <c:v>0.66968749999796273</c:v>
                </c:pt>
                <c:pt idx="57862">
                  <c:v>0.66969907407474238</c:v>
                </c:pt>
                <c:pt idx="57863">
                  <c:v>0.66971064814424608</c:v>
                </c:pt>
                <c:pt idx="57864">
                  <c:v>0.66972222222102573</c:v>
                </c:pt>
                <c:pt idx="57865">
                  <c:v>0.66973379629052943</c:v>
                </c:pt>
                <c:pt idx="57866">
                  <c:v>0.66974537036730908</c:v>
                </c:pt>
                <c:pt idx="57867">
                  <c:v>0.66975694444408873</c:v>
                </c:pt>
                <c:pt idx="57868">
                  <c:v>0.66976851851359243</c:v>
                </c:pt>
                <c:pt idx="57869">
                  <c:v>0.66978009259037208</c:v>
                </c:pt>
                <c:pt idx="57870">
                  <c:v>0.66979166666715173</c:v>
                </c:pt>
                <c:pt idx="57871">
                  <c:v>0.66980324073665543</c:v>
                </c:pt>
                <c:pt idx="57872">
                  <c:v>0.66981481481343508</c:v>
                </c:pt>
                <c:pt idx="57873">
                  <c:v>0.66982638889021473</c:v>
                </c:pt>
                <c:pt idx="57874">
                  <c:v>0.66983796295971842</c:v>
                </c:pt>
                <c:pt idx="57875">
                  <c:v>0.66984953703649808</c:v>
                </c:pt>
                <c:pt idx="57876">
                  <c:v>0.66986111110600177</c:v>
                </c:pt>
                <c:pt idx="57877">
                  <c:v>0.66987268518278142</c:v>
                </c:pt>
                <c:pt idx="57878">
                  <c:v>0.66988425925956108</c:v>
                </c:pt>
                <c:pt idx="57879">
                  <c:v>0.66989583332906477</c:v>
                </c:pt>
                <c:pt idx="57880">
                  <c:v>0.66990740740584442</c:v>
                </c:pt>
                <c:pt idx="57881">
                  <c:v>0.66991898148262408</c:v>
                </c:pt>
                <c:pt idx="57882">
                  <c:v>0.66993055555212777</c:v>
                </c:pt>
                <c:pt idx="57883">
                  <c:v>0.66994212962890742</c:v>
                </c:pt>
                <c:pt idx="57884">
                  <c:v>0.66995370369841112</c:v>
                </c:pt>
                <c:pt idx="57885">
                  <c:v>0.66996527777519077</c:v>
                </c:pt>
                <c:pt idx="57886">
                  <c:v>0.66997685185197042</c:v>
                </c:pt>
                <c:pt idx="57887">
                  <c:v>0.66998842592147412</c:v>
                </c:pt>
                <c:pt idx="57888">
                  <c:v>0.66999999999825377</c:v>
                </c:pt>
                <c:pt idx="57889">
                  <c:v>0.67001157407503342</c:v>
                </c:pt>
                <c:pt idx="57890">
                  <c:v>0.67002314814453712</c:v>
                </c:pt>
                <c:pt idx="57891">
                  <c:v>0.67003472222131677</c:v>
                </c:pt>
                <c:pt idx="57892">
                  <c:v>0.67004629629082046</c:v>
                </c:pt>
                <c:pt idx="57893">
                  <c:v>0.67005787036760012</c:v>
                </c:pt>
                <c:pt idx="57894">
                  <c:v>0.67006944444437977</c:v>
                </c:pt>
                <c:pt idx="57895">
                  <c:v>0.67008101851388346</c:v>
                </c:pt>
                <c:pt idx="57896">
                  <c:v>0.67009259259066312</c:v>
                </c:pt>
                <c:pt idx="57897">
                  <c:v>0.67010416666744277</c:v>
                </c:pt>
                <c:pt idx="57898">
                  <c:v>0.67011574073694646</c:v>
                </c:pt>
                <c:pt idx="57899">
                  <c:v>0.67012731481372612</c:v>
                </c:pt>
                <c:pt idx="57900">
                  <c:v>0.67013888888322981</c:v>
                </c:pt>
                <c:pt idx="57901">
                  <c:v>0.67015046296000946</c:v>
                </c:pt>
                <c:pt idx="57902">
                  <c:v>0.67016203703678912</c:v>
                </c:pt>
                <c:pt idx="57903">
                  <c:v>0.67017361110629281</c:v>
                </c:pt>
                <c:pt idx="57904">
                  <c:v>0.67018518518307246</c:v>
                </c:pt>
                <c:pt idx="57905">
                  <c:v>0.67019675925985212</c:v>
                </c:pt>
                <c:pt idx="57906">
                  <c:v>0.67020833332935581</c:v>
                </c:pt>
                <c:pt idx="57907">
                  <c:v>0.67021990740613546</c:v>
                </c:pt>
                <c:pt idx="57908">
                  <c:v>0.67023148147563916</c:v>
                </c:pt>
                <c:pt idx="57909">
                  <c:v>0.67024305555241881</c:v>
                </c:pt>
                <c:pt idx="57910">
                  <c:v>0.67025462962919846</c:v>
                </c:pt>
                <c:pt idx="57911">
                  <c:v>0.67026620369870216</c:v>
                </c:pt>
                <c:pt idx="57912">
                  <c:v>0.67027777777548181</c:v>
                </c:pt>
                <c:pt idx="57913">
                  <c:v>0.67028935185226146</c:v>
                </c:pt>
                <c:pt idx="57914">
                  <c:v>0.67030092592176516</c:v>
                </c:pt>
                <c:pt idx="57915">
                  <c:v>0.67031249999854481</c:v>
                </c:pt>
                <c:pt idx="57916">
                  <c:v>0.67032407407532446</c:v>
                </c:pt>
                <c:pt idx="57917">
                  <c:v>0.67033564814482816</c:v>
                </c:pt>
                <c:pt idx="57918">
                  <c:v>0.67034722222160781</c:v>
                </c:pt>
                <c:pt idx="57919">
                  <c:v>0.6703587962911115</c:v>
                </c:pt>
                <c:pt idx="57920">
                  <c:v>0.67037037036789116</c:v>
                </c:pt>
                <c:pt idx="57921">
                  <c:v>0.67038194444467081</c:v>
                </c:pt>
                <c:pt idx="57922">
                  <c:v>0.6703935185141745</c:v>
                </c:pt>
                <c:pt idx="57923">
                  <c:v>0.67040509259095415</c:v>
                </c:pt>
                <c:pt idx="57924">
                  <c:v>0.67041666666773381</c:v>
                </c:pt>
                <c:pt idx="57925">
                  <c:v>0.6704282407372375</c:v>
                </c:pt>
                <c:pt idx="57926">
                  <c:v>0.67043981481401715</c:v>
                </c:pt>
                <c:pt idx="57927">
                  <c:v>0.67045138888352085</c:v>
                </c:pt>
                <c:pt idx="57928">
                  <c:v>0.6704629629603005</c:v>
                </c:pt>
                <c:pt idx="57929">
                  <c:v>0.67047453703708015</c:v>
                </c:pt>
                <c:pt idx="57930">
                  <c:v>0.67048611110658385</c:v>
                </c:pt>
                <c:pt idx="57931">
                  <c:v>0.6704976851833635</c:v>
                </c:pt>
                <c:pt idx="57932">
                  <c:v>0.67050925926014315</c:v>
                </c:pt>
                <c:pt idx="57933">
                  <c:v>0.67052083332964685</c:v>
                </c:pt>
                <c:pt idx="57934">
                  <c:v>0.6705324074064265</c:v>
                </c:pt>
                <c:pt idx="57935">
                  <c:v>0.6705439814759302</c:v>
                </c:pt>
                <c:pt idx="57936">
                  <c:v>0.67055555555270985</c:v>
                </c:pt>
                <c:pt idx="57937">
                  <c:v>0.6705671296294895</c:v>
                </c:pt>
                <c:pt idx="57938">
                  <c:v>0.67057870369899319</c:v>
                </c:pt>
                <c:pt idx="57939">
                  <c:v>0.67059027777577285</c:v>
                </c:pt>
                <c:pt idx="57940">
                  <c:v>0.6706018518525525</c:v>
                </c:pt>
                <c:pt idx="57941">
                  <c:v>0.67061342592205619</c:v>
                </c:pt>
                <c:pt idx="57942">
                  <c:v>0.67062499999883585</c:v>
                </c:pt>
                <c:pt idx="57943">
                  <c:v>0.67063657406833954</c:v>
                </c:pt>
                <c:pt idx="57944">
                  <c:v>0.67064814814511919</c:v>
                </c:pt>
                <c:pt idx="57945">
                  <c:v>0.67065972222189885</c:v>
                </c:pt>
                <c:pt idx="57946">
                  <c:v>0.67067129629140254</c:v>
                </c:pt>
                <c:pt idx="57947">
                  <c:v>0.67068287036818219</c:v>
                </c:pt>
                <c:pt idx="57948">
                  <c:v>0.67069444444496185</c:v>
                </c:pt>
                <c:pt idx="57949">
                  <c:v>0.67070601851446554</c:v>
                </c:pt>
                <c:pt idx="57950">
                  <c:v>0.67071759259124519</c:v>
                </c:pt>
                <c:pt idx="57951">
                  <c:v>0.67072916666074889</c:v>
                </c:pt>
                <c:pt idx="57952">
                  <c:v>0.67074074073752854</c:v>
                </c:pt>
                <c:pt idx="57953">
                  <c:v>0.67075231481430819</c:v>
                </c:pt>
                <c:pt idx="57954">
                  <c:v>0.67076388888381189</c:v>
                </c:pt>
                <c:pt idx="57955">
                  <c:v>0.67077546296059154</c:v>
                </c:pt>
                <c:pt idx="57956">
                  <c:v>0.67078703703737119</c:v>
                </c:pt>
                <c:pt idx="57957">
                  <c:v>0.67079861110687489</c:v>
                </c:pt>
                <c:pt idx="57958">
                  <c:v>0.67081018518365454</c:v>
                </c:pt>
                <c:pt idx="57959">
                  <c:v>0.67082175926043419</c:v>
                </c:pt>
                <c:pt idx="57960">
                  <c:v>0.67083333332993789</c:v>
                </c:pt>
                <c:pt idx="57961">
                  <c:v>0.67084490740671754</c:v>
                </c:pt>
                <c:pt idx="57962">
                  <c:v>0.67085648147622123</c:v>
                </c:pt>
                <c:pt idx="57963">
                  <c:v>0.67086805555300089</c:v>
                </c:pt>
                <c:pt idx="57964">
                  <c:v>0.67087962962978054</c:v>
                </c:pt>
                <c:pt idx="57965">
                  <c:v>0.67089120369928423</c:v>
                </c:pt>
                <c:pt idx="57966">
                  <c:v>0.67090277777606389</c:v>
                </c:pt>
                <c:pt idx="57967">
                  <c:v>0.67091435185284354</c:v>
                </c:pt>
                <c:pt idx="57968">
                  <c:v>0.67092592592234723</c:v>
                </c:pt>
                <c:pt idx="57969">
                  <c:v>0.67093749999912689</c:v>
                </c:pt>
                <c:pt idx="57970">
                  <c:v>0.67094907406863058</c:v>
                </c:pt>
                <c:pt idx="57971">
                  <c:v>0.67096064814541023</c:v>
                </c:pt>
                <c:pt idx="57972">
                  <c:v>0.67097222222218988</c:v>
                </c:pt>
                <c:pt idx="57973">
                  <c:v>0.67098379629169358</c:v>
                </c:pt>
                <c:pt idx="57974">
                  <c:v>0.67099537036847323</c:v>
                </c:pt>
                <c:pt idx="57975">
                  <c:v>0.67100694444525288</c:v>
                </c:pt>
                <c:pt idx="57976">
                  <c:v>0.67101851851475658</c:v>
                </c:pt>
                <c:pt idx="57977">
                  <c:v>0.67103009259153623</c:v>
                </c:pt>
                <c:pt idx="57978">
                  <c:v>0.67104166666103993</c:v>
                </c:pt>
                <c:pt idx="57979">
                  <c:v>0.67105324073781958</c:v>
                </c:pt>
                <c:pt idx="57980">
                  <c:v>0.67106481481459923</c:v>
                </c:pt>
                <c:pt idx="57981">
                  <c:v>0.67107638888410293</c:v>
                </c:pt>
                <c:pt idx="57982">
                  <c:v>0.67108796296088258</c:v>
                </c:pt>
                <c:pt idx="57983">
                  <c:v>0.67109953703766223</c:v>
                </c:pt>
                <c:pt idx="57984">
                  <c:v>0.67111111110716593</c:v>
                </c:pt>
                <c:pt idx="57985">
                  <c:v>0.67112268518394558</c:v>
                </c:pt>
                <c:pt idx="57986">
                  <c:v>0.67113425925344927</c:v>
                </c:pt>
                <c:pt idx="57987">
                  <c:v>0.67114583333022892</c:v>
                </c:pt>
                <c:pt idx="57988">
                  <c:v>0.67115740740700858</c:v>
                </c:pt>
                <c:pt idx="57989">
                  <c:v>0.67116898147651227</c:v>
                </c:pt>
                <c:pt idx="57990">
                  <c:v>0.67118055555329192</c:v>
                </c:pt>
                <c:pt idx="57991">
                  <c:v>0.67119212963007158</c:v>
                </c:pt>
                <c:pt idx="57992">
                  <c:v>0.67120370369957527</c:v>
                </c:pt>
                <c:pt idx="57993">
                  <c:v>0.67121527777635492</c:v>
                </c:pt>
                <c:pt idx="57994">
                  <c:v>0.67122685185313458</c:v>
                </c:pt>
                <c:pt idx="57995">
                  <c:v>0.67123842592263827</c:v>
                </c:pt>
                <c:pt idx="57996">
                  <c:v>0.67124999999941792</c:v>
                </c:pt>
                <c:pt idx="57997">
                  <c:v>0.67126157406892162</c:v>
                </c:pt>
                <c:pt idx="57998">
                  <c:v>0.67127314814570127</c:v>
                </c:pt>
                <c:pt idx="57999">
                  <c:v>0.67128472222248092</c:v>
                </c:pt>
                <c:pt idx="58000">
                  <c:v>0.67129629629198462</c:v>
                </c:pt>
                <c:pt idx="58001">
                  <c:v>0.67130787036876427</c:v>
                </c:pt>
                <c:pt idx="58002">
                  <c:v>0.67131944444554392</c:v>
                </c:pt>
                <c:pt idx="58003">
                  <c:v>0.67133101851504762</c:v>
                </c:pt>
                <c:pt idx="58004">
                  <c:v>0.67134259259182727</c:v>
                </c:pt>
                <c:pt idx="58005">
                  <c:v>0.67135416666133096</c:v>
                </c:pt>
                <c:pt idx="58006">
                  <c:v>0.67136574073811062</c:v>
                </c:pt>
                <c:pt idx="58007">
                  <c:v>0.67137731481489027</c:v>
                </c:pt>
                <c:pt idx="58008">
                  <c:v>0.67138888888439396</c:v>
                </c:pt>
                <c:pt idx="58009">
                  <c:v>0.67140046296117362</c:v>
                </c:pt>
                <c:pt idx="58010">
                  <c:v>0.67141203703795327</c:v>
                </c:pt>
                <c:pt idx="58011">
                  <c:v>0.67142361110745696</c:v>
                </c:pt>
                <c:pt idx="58012">
                  <c:v>0.67143518518423662</c:v>
                </c:pt>
                <c:pt idx="58013">
                  <c:v>0.67144675925374031</c:v>
                </c:pt>
                <c:pt idx="58014">
                  <c:v>0.67145833333051996</c:v>
                </c:pt>
                <c:pt idx="58015">
                  <c:v>0.67146990740729962</c:v>
                </c:pt>
                <c:pt idx="58016">
                  <c:v>0.67148148147680331</c:v>
                </c:pt>
                <c:pt idx="58017">
                  <c:v>0.67149305555358296</c:v>
                </c:pt>
                <c:pt idx="58018">
                  <c:v>0.67150462963036261</c:v>
                </c:pt>
                <c:pt idx="58019">
                  <c:v>0.67151620369986631</c:v>
                </c:pt>
                <c:pt idx="58020">
                  <c:v>0.67152777777664596</c:v>
                </c:pt>
                <c:pt idx="58021">
                  <c:v>0.67153935184614966</c:v>
                </c:pt>
                <c:pt idx="58022">
                  <c:v>0.67155092592292931</c:v>
                </c:pt>
                <c:pt idx="58023">
                  <c:v>0.67156249999970896</c:v>
                </c:pt>
                <c:pt idx="58024">
                  <c:v>0.67157407406921266</c:v>
                </c:pt>
                <c:pt idx="58025">
                  <c:v>0.67158564814599231</c:v>
                </c:pt>
                <c:pt idx="58026">
                  <c:v>0.67159722222277196</c:v>
                </c:pt>
                <c:pt idx="58027">
                  <c:v>0.67160879629227566</c:v>
                </c:pt>
                <c:pt idx="58028">
                  <c:v>0.67162037036905531</c:v>
                </c:pt>
                <c:pt idx="58029">
                  <c:v>0.671631944438559</c:v>
                </c:pt>
                <c:pt idx="58030">
                  <c:v>0.67164351851533866</c:v>
                </c:pt>
                <c:pt idx="58031">
                  <c:v>0.67165509259211831</c:v>
                </c:pt>
                <c:pt idx="58032">
                  <c:v>0.671666666661622</c:v>
                </c:pt>
                <c:pt idx="58033">
                  <c:v>0.67167824073840166</c:v>
                </c:pt>
                <c:pt idx="58034">
                  <c:v>0.67168981481518131</c:v>
                </c:pt>
                <c:pt idx="58035">
                  <c:v>0.671701388884685</c:v>
                </c:pt>
                <c:pt idx="58036">
                  <c:v>0.67171296296146465</c:v>
                </c:pt>
                <c:pt idx="58037">
                  <c:v>0.67172453703824431</c:v>
                </c:pt>
                <c:pt idx="58038">
                  <c:v>0.671736111107748</c:v>
                </c:pt>
                <c:pt idx="58039">
                  <c:v>0.67174768518452765</c:v>
                </c:pt>
                <c:pt idx="58040">
                  <c:v>0.67175925925403135</c:v>
                </c:pt>
                <c:pt idx="58041">
                  <c:v>0.671770833330811</c:v>
                </c:pt>
                <c:pt idx="58042">
                  <c:v>0.67178240740759065</c:v>
                </c:pt>
                <c:pt idx="58043">
                  <c:v>0.67179398147709435</c:v>
                </c:pt>
                <c:pt idx="58044">
                  <c:v>0.671805555553874</c:v>
                </c:pt>
                <c:pt idx="58045">
                  <c:v>0.67181712963065365</c:v>
                </c:pt>
                <c:pt idx="58046">
                  <c:v>0.67182870370015735</c:v>
                </c:pt>
                <c:pt idx="58047">
                  <c:v>0.671840277776937</c:v>
                </c:pt>
                <c:pt idx="58048">
                  <c:v>0.6718518518464407</c:v>
                </c:pt>
                <c:pt idx="58049">
                  <c:v>0.67186342592322035</c:v>
                </c:pt>
                <c:pt idx="58050">
                  <c:v>0.671875</c:v>
                </c:pt>
                <c:pt idx="58051">
                  <c:v>0.67188657406950369</c:v>
                </c:pt>
                <c:pt idx="58052">
                  <c:v>0.67189814814628335</c:v>
                </c:pt>
                <c:pt idx="58053">
                  <c:v>0.671909722223063</c:v>
                </c:pt>
                <c:pt idx="58054">
                  <c:v>0.67192129629256669</c:v>
                </c:pt>
                <c:pt idx="58055">
                  <c:v>0.67193287036934635</c:v>
                </c:pt>
                <c:pt idx="58056">
                  <c:v>0.67194444443885004</c:v>
                </c:pt>
                <c:pt idx="58057">
                  <c:v>0.67195601851562969</c:v>
                </c:pt>
                <c:pt idx="58058">
                  <c:v>0.67196759259240935</c:v>
                </c:pt>
                <c:pt idx="58059">
                  <c:v>0.67197916666191304</c:v>
                </c:pt>
                <c:pt idx="58060">
                  <c:v>0.67199074073869269</c:v>
                </c:pt>
                <c:pt idx="58061">
                  <c:v>0.67200231481547235</c:v>
                </c:pt>
                <c:pt idx="58062">
                  <c:v>0.67201388888497604</c:v>
                </c:pt>
                <c:pt idx="58063">
                  <c:v>0.67202546296175569</c:v>
                </c:pt>
                <c:pt idx="58064">
                  <c:v>0.67203703703125939</c:v>
                </c:pt>
                <c:pt idx="58065">
                  <c:v>0.67204861110803904</c:v>
                </c:pt>
                <c:pt idx="58066">
                  <c:v>0.67206018518481869</c:v>
                </c:pt>
                <c:pt idx="58067">
                  <c:v>0.67207175925432239</c:v>
                </c:pt>
                <c:pt idx="58068">
                  <c:v>0.67208333333110204</c:v>
                </c:pt>
                <c:pt idx="58069">
                  <c:v>0.67209490740788169</c:v>
                </c:pt>
                <c:pt idx="58070">
                  <c:v>0.67210648147738539</c:v>
                </c:pt>
                <c:pt idx="58071">
                  <c:v>0.67211805555416504</c:v>
                </c:pt>
                <c:pt idx="58072">
                  <c:v>0.67212962963094469</c:v>
                </c:pt>
                <c:pt idx="58073">
                  <c:v>0.67214120370044839</c:v>
                </c:pt>
                <c:pt idx="58074">
                  <c:v>0.67215277777722804</c:v>
                </c:pt>
                <c:pt idx="58075">
                  <c:v>0.67216435184673173</c:v>
                </c:pt>
                <c:pt idx="58076">
                  <c:v>0.67217592592351139</c:v>
                </c:pt>
                <c:pt idx="58077">
                  <c:v>0.67218750000029104</c:v>
                </c:pt>
                <c:pt idx="58078">
                  <c:v>0.67219907406979473</c:v>
                </c:pt>
                <c:pt idx="58079">
                  <c:v>0.67221064814657439</c:v>
                </c:pt>
                <c:pt idx="58080">
                  <c:v>0.67222222222335404</c:v>
                </c:pt>
                <c:pt idx="58081">
                  <c:v>0.67223379629285773</c:v>
                </c:pt>
                <c:pt idx="58082">
                  <c:v>0.67224537036963739</c:v>
                </c:pt>
                <c:pt idx="58083">
                  <c:v>0.67225694443914108</c:v>
                </c:pt>
                <c:pt idx="58084">
                  <c:v>0.67226851851592073</c:v>
                </c:pt>
                <c:pt idx="58085">
                  <c:v>0.67228009259270038</c:v>
                </c:pt>
                <c:pt idx="58086">
                  <c:v>0.67229166666220408</c:v>
                </c:pt>
                <c:pt idx="58087">
                  <c:v>0.67230324073898373</c:v>
                </c:pt>
                <c:pt idx="58088">
                  <c:v>0.67231481481576338</c:v>
                </c:pt>
                <c:pt idx="58089">
                  <c:v>0.67232638888526708</c:v>
                </c:pt>
                <c:pt idx="58090">
                  <c:v>0.67233796296204673</c:v>
                </c:pt>
                <c:pt idx="58091">
                  <c:v>0.67234953703155043</c:v>
                </c:pt>
                <c:pt idx="58092">
                  <c:v>0.67236111110833008</c:v>
                </c:pt>
                <c:pt idx="58093">
                  <c:v>0.67237268518510973</c:v>
                </c:pt>
                <c:pt idx="58094">
                  <c:v>0.67238425925461343</c:v>
                </c:pt>
                <c:pt idx="58095">
                  <c:v>0.67239583333139308</c:v>
                </c:pt>
                <c:pt idx="58096">
                  <c:v>0.67240740740817273</c:v>
                </c:pt>
                <c:pt idx="58097">
                  <c:v>0.67241898147767643</c:v>
                </c:pt>
                <c:pt idx="58098">
                  <c:v>0.67243055555445608</c:v>
                </c:pt>
                <c:pt idx="58099">
                  <c:v>0.67244212962395977</c:v>
                </c:pt>
                <c:pt idx="58100">
                  <c:v>0.67245370370073942</c:v>
                </c:pt>
                <c:pt idx="58101">
                  <c:v>0.67246527777751908</c:v>
                </c:pt>
                <c:pt idx="58102">
                  <c:v>0.67247685184702277</c:v>
                </c:pt>
                <c:pt idx="58103">
                  <c:v>0.67248842592380242</c:v>
                </c:pt>
                <c:pt idx="58104">
                  <c:v>0.67250000000058208</c:v>
                </c:pt>
                <c:pt idx="58105">
                  <c:v>0.67251157407008577</c:v>
                </c:pt>
                <c:pt idx="58106">
                  <c:v>0.67252314814686542</c:v>
                </c:pt>
                <c:pt idx="58107">
                  <c:v>0.67253472221636912</c:v>
                </c:pt>
                <c:pt idx="58108">
                  <c:v>0.67254629629314877</c:v>
                </c:pt>
                <c:pt idx="58109">
                  <c:v>0.67255787036992842</c:v>
                </c:pt>
                <c:pt idx="58110">
                  <c:v>0.67256944443943212</c:v>
                </c:pt>
                <c:pt idx="58111">
                  <c:v>0.67258101851621177</c:v>
                </c:pt>
                <c:pt idx="58112">
                  <c:v>0.67259259259299142</c:v>
                </c:pt>
                <c:pt idx="58113">
                  <c:v>0.67260416666249512</c:v>
                </c:pt>
                <c:pt idx="58114">
                  <c:v>0.67261574073927477</c:v>
                </c:pt>
                <c:pt idx="58115">
                  <c:v>0.67262731481605442</c:v>
                </c:pt>
                <c:pt idx="58116">
                  <c:v>0.67263888888555812</c:v>
                </c:pt>
                <c:pt idx="58117">
                  <c:v>0.67265046296233777</c:v>
                </c:pt>
                <c:pt idx="58118">
                  <c:v>0.67266203703184146</c:v>
                </c:pt>
                <c:pt idx="58119">
                  <c:v>0.67267361110862112</c:v>
                </c:pt>
                <c:pt idx="58120">
                  <c:v>0.67268518518540077</c:v>
                </c:pt>
                <c:pt idx="58121">
                  <c:v>0.67269675925490446</c:v>
                </c:pt>
                <c:pt idx="58122">
                  <c:v>0.67270833333168412</c:v>
                </c:pt>
                <c:pt idx="58123">
                  <c:v>0.67271990740846377</c:v>
                </c:pt>
                <c:pt idx="58124">
                  <c:v>0.67273148147796746</c:v>
                </c:pt>
                <c:pt idx="58125">
                  <c:v>0.67274305555474712</c:v>
                </c:pt>
                <c:pt idx="58126">
                  <c:v>0.67275462962425081</c:v>
                </c:pt>
                <c:pt idx="58127">
                  <c:v>0.67276620370103046</c:v>
                </c:pt>
                <c:pt idx="58128">
                  <c:v>0.67277777777781012</c:v>
                </c:pt>
                <c:pt idx="58129">
                  <c:v>0.67278935184731381</c:v>
                </c:pt>
                <c:pt idx="58130">
                  <c:v>0.67280092592409346</c:v>
                </c:pt>
                <c:pt idx="58131">
                  <c:v>0.67281250000087311</c:v>
                </c:pt>
                <c:pt idx="58132">
                  <c:v>0.67282407407037681</c:v>
                </c:pt>
                <c:pt idx="58133">
                  <c:v>0.67283564814715646</c:v>
                </c:pt>
                <c:pt idx="58134">
                  <c:v>0.67284722221666016</c:v>
                </c:pt>
                <c:pt idx="58135">
                  <c:v>0.67285879629343981</c:v>
                </c:pt>
                <c:pt idx="58136">
                  <c:v>0.67287037037021946</c:v>
                </c:pt>
                <c:pt idx="58137">
                  <c:v>0.67288194443972316</c:v>
                </c:pt>
                <c:pt idx="58138">
                  <c:v>0.67289351851650281</c:v>
                </c:pt>
                <c:pt idx="58139">
                  <c:v>0.67290509259328246</c:v>
                </c:pt>
                <c:pt idx="58140">
                  <c:v>0.67291666666278616</c:v>
                </c:pt>
                <c:pt idx="58141">
                  <c:v>0.67292824073956581</c:v>
                </c:pt>
                <c:pt idx="58142">
                  <c:v>0.6729398148090695</c:v>
                </c:pt>
                <c:pt idx="58143">
                  <c:v>0.67295138888584916</c:v>
                </c:pt>
                <c:pt idx="58144">
                  <c:v>0.67296296296262881</c:v>
                </c:pt>
                <c:pt idx="58145">
                  <c:v>0.6729745370321325</c:v>
                </c:pt>
                <c:pt idx="58146">
                  <c:v>0.67298611110891216</c:v>
                </c:pt>
                <c:pt idx="58147">
                  <c:v>0.67299768518569181</c:v>
                </c:pt>
                <c:pt idx="58148">
                  <c:v>0.6730092592551955</c:v>
                </c:pt>
                <c:pt idx="58149">
                  <c:v>0.67302083333197515</c:v>
                </c:pt>
                <c:pt idx="58150">
                  <c:v>0.67303240740147885</c:v>
                </c:pt>
                <c:pt idx="58151">
                  <c:v>0.6730439814782585</c:v>
                </c:pt>
                <c:pt idx="58152">
                  <c:v>0.67305555555503815</c:v>
                </c:pt>
                <c:pt idx="58153">
                  <c:v>0.67306712962454185</c:v>
                </c:pt>
                <c:pt idx="58154">
                  <c:v>0.6730787037013215</c:v>
                </c:pt>
                <c:pt idx="58155">
                  <c:v>0.67309027777810115</c:v>
                </c:pt>
                <c:pt idx="58156">
                  <c:v>0.67310185184760485</c:v>
                </c:pt>
                <c:pt idx="58157">
                  <c:v>0.6731134259243845</c:v>
                </c:pt>
                <c:pt idx="58158">
                  <c:v>0.67312500000116415</c:v>
                </c:pt>
                <c:pt idx="58159">
                  <c:v>0.67313657407066785</c:v>
                </c:pt>
                <c:pt idx="58160">
                  <c:v>0.6731481481474475</c:v>
                </c:pt>
                <c:pt idx="58161">
                  <c:v>0.6731597222169512</c:v>
                </c:pt>
                <c:pt idx="58162">
                  <c:v>0.67317129629373085</c:v>
                </c:pt>
                <c:pt idx="58163">
                  <c:v>0.6731828703705105</c:v>
                </c:pt>
                <c:pt idx="58164">
                  <c:v>0.67319444444001419</c:v>
                </c:pt>
                <c:pt idx="58165">
                  <c:v>0.67320601851679385</c:v>
                </c:pt>
                <c:pt idx="58166">
                  <c:v>0.6732175925935735</c:v>
                </c:pt>
                <c:pt idx="58167">
                  <c:v>0.67322916666307719</c:v>
                </c:pt>
                <c:pt idx="58168">
                  <c:v>0.67324074073985685</c:v>
                </c:pt>
                <c:pt idx="58169">
                  <c:v>0.67325231480936054</c:v>
                </c:pt>
                <c:pt idx="58170">
                  <c:v>0.67326388888614019</c:v>
                </c:pt>
                <c:pt idx="58171">
                  <c:v>0.67327546296291985</c:v>
                </c:pt>
                <c:pt idx="58172">
                  <c:v>0.67328703703242354</c:v>
                </c:pt>
                <c:pt idx="58173">
                  <c:v>0.67329861110920319</c:v>
                </c:pt>
                <c:pt idx="58174">
                  <c:v>0.67331018518598285</c:v>
                </c:pt>
                <c:pt idx="58175">
                  <c:v>0.67332175925548654</c:v>
                </c:pt>
                <c:pt idx="58176">
                  <c:v>0.67333333333226619</c:v>
                </c:pt>
                <c:pt idx="58177">
                  <c:v>0.67334490740176989</c:v>
                </c:pt>
                <c:pt idx="58178">
                  <c:v>0.67335648147854954</c:v>
                </c:pt>
                <c:pt idx="58179">
                  <c:v>0.67336805555532919</c:v>
                </c:pt>
                <c:pt idx="58180">
                  <c:v>0.67337962962483289</c:v>
                </c:pt>
                <c:pt idx="58181">
                  <c:v>0.67339120370161254</c:v>
                </c:pt>
                <c:pt idx="58182">
                  <c:v>0.67340277777839219</c:v>
                </c:pt>
                <c:pt idx="58183">
                  <c:v>0.67341435184789589</c:v>
                </c:pt>
                <c:pt idx="58184">
                  <c:v>0.67342592592467554</c:v>
                </c:pt>
                <c:pt idx="58185">
                  <c:v>0.67343749999417923</c:v>
                </c:pt>
                <c:pt idx="58186">
                  <c:v>0.67344907407095889</c:v>
                </c:pt>
                <c:pt idx="58187">
                  <c:v>0.67346064814773854</c:v>
                </c:pt>
                <c:pt idx="58188">
                  <c:v>0.67347222221724223</c:v>
                </c:pt>
                <c:pt idx="58189">
                  <c:v>0.67348379629402189</c:v>
                </c:pt>
                <c:pt idx="58190">
                  <c:v>0.67349537037080154</c:v>
                </c:pt>
                <c:pt idx="58191">
                  <c:v>0.67350694444030523</c:v>
                </c:pt>
                <c:pt idx="58192">
                  <c:v>0.67351851851708489</c:v>
                </c:pt>
                <c:pt idx="58193">
                  <c:v>0.67353009259386454</c:v>
                </c:pt>
                <c:pt idx="58194">
                  <c:v>0.67354166666336823</c:v>
                </c:pt>
                <c:pt idx="58195">
                  <c:v>0.67355324074014788</c:v>
                </c:pt>
                <c:pt idx="58196">
                  <c:v>0.67356481480965158</c:v>
                </c:pt>
                <c:pt idx="58197">
                  <c:v>0.67357638888643123</c:v>
                </c:pt>
                <c:pt idx="58198">
                  <c:v>0.67358796296321088</c:v>
                </c:pt>
                <c:pt idx="58199">
                  <c:v>0.67359953703271458</c:v>
                </c:pt>
                <c:pt idx="58200">
                  <c:v>0.67361111110949423</c:v>
                </c:pt>
                <c:pt idx="58201">
                  <c:v>0.67362268518627388</c:v>
                </c:pt>
                <c:pt idx="58202">
                  <c:v>0.67363425925577758</c:v>
                </c:pt>
                <c:pt idx="58203">
                  <c:v>0.67364583333255723</c:v>
                </c:pt>
                <c:pt idx="58204">
                  <c:v>0.67365740740206093</c:v>
                </c:pt>
                <c:pt idx="58205">
                  <c:v>0.67366898147884058</c:v>
                </c:pt>
                <c:pt idx="58206">
                  <c:v>0.67368055555562023</c:v>
                </c:pt>
                <c:pt idx="58207">
                  <c:v>0.67369212962512393</c:v>
                </c:pt>
                <c:pt idx="58208">
                  <c:v>0.67370370370190358</c:v>
                </c:pt>
                <c:pt idx="58209">
                  <c:v>0.67371527777868323</c:v>
                </c:pt>
                <c:pt idx="58210">
                  <c:v>0.67372685184818693</c:v>
                </c:pt>
                <c:pt idx="58211">
                  <c:v>0.67373842592496658</c:v>
                </c:pt>
                <c:pt idx="58212">
                  <c:v>0.67374999999447027</c:v>
                </c:pt>
                <c:pt idx="58213">
                  <c:v>0.67376157407124992</c:v>
                </c:pt>
                <c:pt idx="58214">
                  <c:v>0.67377314814802958</c:v>
                </c:pt>
                <c:pt idx="58215">
                  <c:v>0.67378472221753327</c:v>
                </c:pt>
                <c:pt idx="58216">
                  <c:v>0.67379629629431292</c:v>
                </c:pt>
                <c:pt idx="58217">
                  <c:v>0.67380787037109258</c:v>
                </c:pt>
                <c:pt idx="58218">
                  <c:v>0.67381944444059627</c:v>
                </c:pt>
                <c:pt idx="58219">
                  <c:v>0.67383101851737592</c:v>
                </c:pt>
                <c:pt idx="58220">
                  <c:v>0.67384259258687962</c:v>
                </c:pt>
                <c:pt idx="58221">
                  <c:v>0.67385416666365927</c:v>
                </c:pt>
                <c:pt idx="58222">
                  <c:v>0.67386574074043892</c:v>
                </c:pt>
                <c:pt idx="58223">
                  <c:v>0.67387731480994262</c:v>
                </c:pt>
                <c:pt idx="58224">
                  <c:v>0.67388888888672227</c:v>
                </c:pt>
                <c:pt idx="58225">
                  <c:v>0.67390046296350192</c:v>
                </c:pt>
                <c:pt idx="58226">
                  <c:v>0.67391203703300562</c:v>
                </c:pt>
                <c:pt idx="58227">
                  <c:v>0.67392361110978527</c:v>
                </c:pt>
                <c:pt idx="58228">
                  <c:v>0.67393518517928896</c:v>
                </c:pt>
                <c:pt idx="58229">
                  <c:v>0.67394675925606862</c:v>
                </c:pt>
                <c:pt idx="58230">
                  <c:v>0.67395833333284827</c:v>
                </c:pt>
                <c:pt idx="58231">
                  <c:v>0.67396990740235196</c:v>
                </c:pt>
                <c:pt idx="58232">
                  <c:v>0.67398148147913162</c:v>
                </c:pt>
                <c:pt idx="58233">
                  <c:v>0.67399305555591127</c:v>
                </c:pt>
                <c:pt idx="58234">
                  <c:v>0.67400462962541496</c:v>
                </c:pt>
                <c:pt idx="58235">
                  <c:v>0.67401620370219462</c:v>
                </c:pt>
                <c:pt idx="58236">
                  <c:v>0.67402777777897427</c:v>
                </c:pt>
                <c:pt idx="58237">
                  <c:v>0.67403935184847796</c:v>
                </c:pt>
                <c:pt idx="58238">
                  <c:v>0.67405092592525762</c:v>
                </c:pt>
                <c:pt idx="58239">
                  <c:v>0.67406249999476131</c:v>
                </c:pt>
                <c:pt idx="58240">
                  <c:v>0.67407407407154096</c:v>
                </c:pt>
                <c:pt idx="58241">
                  <c:v>0.67408564814832062</c:v>
                </c:pt>
                <c:pt idx="58242">
                  <c:v>0.67409722221782431</c:v>
                </c:pt>
                <c:pt idx="58243">
                  <c:v>0.67410879629460396</c:v>
                </c:pt>
                <c:pt idx="58244">
                  <c:v>0.67412037037138361</c:v>
                </c:pt>
                <c:pt idx="58245">
                  <c:v>0.67413194444088731</c:v>
                </c:pt>
                <c:pt idx="58246">
                  <c:v>0.67414351851766696</c:v>
                </c:pt>
                <c:pt idx="58247">
                  <c:v>0.67415509258717066</c:v>
                </c:pt>
                <c:pt idx="58248">
                  <c:v>0.67416666666395031</c:v>
                </c:pt>
                <c:pt idx="58249">
                  <c:v>0.67417824074072996</c:v>
                </c:pt>
                <c:pt idx="58250">
                  <c:v>0.67418981481023366</c:v>
                </c:pt>
                <c:pt idx="58251">
                  <c:v>0.67420138888701331</c:v>
                </c:pt>
                <c:pt idx="58252">
                  <c:v>0.67421296296379296</c:v>
                </c:pt>
                <c:pt idx="58253">
                  <c:v>0.67422453703329666</c:v>
                </c:pt>
                <c:pt idx="58254">
                  <c:v>0.67423611111007631</c:v>
                </c:pt>
                <c:pt idx="58255">
                  <c:v>0.67424768517958</c:v>
                </c:pt>
                <c:pt idx="58256">
                  <c:v>0.67425925925635966</c:v>
                </c:pt>
                <c:pt idx="58257">
                  <c:v>0.67427083333313931</c:v>
                </c:pt>
                <c:pt idx="58258">
                  <c:v>0.674282407402643</c:v>
                </c:pt>
                <c:pt idx="58259">
                  <c:v>0.67429398147942265</c:v>
                </c:pt>
                <c:pt idx="58260">
                  <c:v>0.67430555555620231</c:v>
                </c:pt>
                <c:pt idx="58261">
                  <c:v>0.674317129625706</c:v>
                </c:pt>
                <c:pt idx="58262">
                  <c:v>0.67432870370248565</c:v>
                </c:pt>
                <c:pt idx="58263">
                  <c:v>0.67434027777198935</c:v>
                </c:pt>
                <c:pt idx="58264">
                  <c:v>0.674351851848769</c:v>
                </c:pt>
                <c:pt idx="58265">
                  <c:v>0.67436342592554865</c:v>
                </c:pt>
                <c:pt idx="58266">
                  <c:v>0.67437499999505235</c:v>
                </c:pt>
                <c:pt idx="58267">
                  <c:v>0.674386574071832</c:v>
                </c:pt>
                <c:pt idx="58268">
                  <c:v>0.67439814814861165</c:v>
                </c:pt>
                <c:pt idx="58269">
                  <c:v>0.67440972221811535</c:v>
                </c:pt>
                <c:pt idx="58270">
                  <c:v>0.674421296294895</c:v>
                </c:pt>
                <c:pt idx="58271">
                  <c:v>0.67443287037167465</c:v>
                </c:pt>
                <c:pt idx="58272">
                  <c:v>0.67444444444117835</c:v>
                </c:pt>
                <c:pt idx="58273">
                  <c:v>0.674456018517958</c:v>
                </c:pt>
                <c:pt idx="58274">
                  <c:v>0.6744675925874617</c:v>
                </c:pt>
                <c:pt idx="58275">
                  <c:v>0.67447916666424135</c:v>
                </c:pt>
                <c:pt idx="58276">
                  <c:v>0.674490740741021</c:v>
                </c:pt>
                <c:pt idx="58277">
                  <c:v>0.67450231481052469</c:v>
                </c:pt>
                <c:pt idx="58278">
                  <c:v>0.67451388888730435</c:v>
                </c:pt>
                <c:pt idx="58279">
                  <c:v>0.674525462964084</c:v>
                </c:pt>
                <c:pt idx="58280">
                  <c:v>0.67453703703358769</c:v>
                </c:pt>
                <c:pt idx="58281">
                  <c:v>0.67454861111036735</c:v>
                </c:pt>
                <c:pt idx="58282">
                  <c:v>0.67456018517987104</c:v>
                </c:pt>
                <c:pt idx="58283">
                  <c:v>0.67457175925665069</c:v>
                </c:pt>
                <c:pt idx="58284">
                  <c:v>0.67458333333343035</c:v>
                </c:pt>
                <c:pt idx="58285">
                  <c:v>0.67459490740293404</c:v>
                </c:pt>
                <c:pt idx="58286">
                  <c:v>0.67460648147971369</c:v>
                </c:pt>
                <c:pt idx="58287">
                  <c:v>0.67461805555649335</c:v>
                </c:pt>
                <c:pt idx="58288">
                  <c:v>0.67462962962599704</c:v>
                </c:pt>
                <c:pt idx="58289">
                  <c:v>0.67464120370277669</c:v>
                </c:pt>
                <c:pt idx="58290">
                  <c:v>0.67465277777228039</c:v>
                </c:pt>
                <c:pt idx="58291">
                  <c:v>0.67466435184906004</c:v>
                </c:pt>
                <c:pt idx="58292">
                  <c:v>0.67467592592583969</c:v>
                </c:pt>
                <c:pt idx="58293">
                  <c:v>0.67468749999534339</c:v>
                </c:pt>
                <c:pt idx="58294">
                  <c:v>0.67469907407212304</c:v>
                </c:pt>
                <c:pt idx="58295">
                  <c:v>0.67471064814890269</c:v>
                </c:pt>
                <c:pt idx="58296">
                  <c:v>0.67472222221840639</c:v>
                </c:pt>
                <c:pt idx="58297">
                  <c:v>0.67473379629518604</c:v>
                </c:pt>
                <c:pt idx="58298">
                  <c:v>0.67474537036468973</c:v>
                </c:pt>
                <c:pt idx="58299">
                  <c:v>0.67475694444146939</c:v>
                </c:pt>
                <c:pt idx="58300">
                  <c:v>0.67476851851824904</c:v>
                </c:pt>
                <c:pt idx="58301">
                  <c:v>0.67478009258775273</c:v>
                </c:pt>
                <c:pt idx="58302">
                  <c:v>0.67479166666453239</c:v>
                </c:pt>
                <c:pt idx="58303">
                  <c:v>0.67480324074131204</c:v>
                </c:pt>
                <c:pt idx="58304">
                  <c:v>0.67481481481081573</c:v>
                </c:pt>
                <c:pt idx="58305">
                  <c:v>0.67482638888759539</c:v>
                </c:pt>
                <c:pt idx="58306">
                  <c:v>0.67483796295709908</c:v>
                </c:pt>
                <c:pt idx="58307">
                  <c:v>0.67484953703387873</c:v>
                </c:pt>
                <c:pt idx="58308">
                  <c:v>0.67486111111065838</c:v>
                </c:pt>
                <c:pt idx="58309">
                  <c:v>0.67487268518016208</c:v>
                </c:pt>
                <c:pt idx="58310">
                  <c:v>0.67488425925694173</c:v>
                </c:pt>
                <c:pt idx="58311">
                  <c:v>0.67489583333372138</c:v>
                </c:pt>
                <c:pt idx="58312">
                  <c:v>0.67490740740322508</c:v>
                </c:pt>
                <c:pt idx="58313">
                  <c:v>0.67491898148000473</c:v>
                </c:pt>
                <c:pt idx="58314">
                  <c:v>0.67493055555678438</c:v>
                </c:pt>
                <c:pt idx="58315">
                  <c:v>0.67494212962628808</c:v>
                </c:pt>
                <c:pt idx="58316">
                  <c:v>0.67495370370306773</c:v>
                </c:pt>
                <c:pt idx="58317">
                  <c:v>0.67496527777257143</c:v>
                </c:pt>
                <c:pt idx="58318">
                  <c:v>0.67497685184935108</c:v>
                </c:pt>
                <c:pt idx="58319">
                  <c:v>0.67498842592613073</c:v>
                </c:pt>
                <c:pt idx="58320">
                  <c:v>0.67499999999563443</c:v>
                </c:pt>
                <c:pt idx="58321">
                  <c:v>0.67501157407241408</c:v>
                </c:pt>
                <c:pt idx="58322">
                  <c:v>0.67502314814919373</c:v>
                </c:pt>
                <c:pt idx="58323">
                  <c:v>0.67503472221869742</c:v>
                </c:pt>
                <c:pt idx="58324">
                  <c:v>0.67504629629547708</c:v>
                </c:pt>
                <c:pt idx="58325">
                  <c:v>0.67505787036498077</c:v>
                </c:pt>
                <c:pt idx="58326">
                  <c:v>0.67506944444176042</c:v>
                </c:pt>
                <c:pt idx="58327">
                  <c:v>0.67508101851854008</c:v>
                </c:pt>
                <c:pt idx="58328">
                  <c:v>0.67509259258804377</c:v>
                </c:pt>
                <c:pt idx="58329">
                  <c:v>0.67510416666482342</c:v>
                </c:pt>
                <c:pt idx="58330">
                  <c:v>0.67511574074160308</c:v>
                </c:pt>
                <c:pt idx="58331">
                  <c:v>0.67512731481110677</c:v>
                </c:pt>
                <c:pt idx="58332">
                  <c:v>0.67513888888788642</c:v>
                </c:pt>
                <c:pt idx="58333">
                  <c:v>0.67515046295739012</c:v>
                </c:pt>
                <c:pt idx="58334">
                  <c:v>0.67516203703416977</c:v>
                </c:pt>
                <c:pt idx="58335">
                  <c:v>0.67517361111094942</c:v>
                </c:pt>
                <c:pt idx="58336">
                  <c:v>0.67518518518045312</c:v>
                </c:pt>
                <c:pt idx="58337">
                  <c:v>0.67519675925723277</c:v>
                </c:pt>
                <c:pt idx="58338">
                  <c:v>0.67520833333401242</c:v>
                </c:pt>
                <c:pt idx="58339">
                  <c:v>0.67521990740351612</c:v>
                </c:pt>
                <c:pt idx="58340">
                  <c:v>0.67523148148029577</c:v>
                </c:pt>
                <c:pt idx="58341">
                  <c:v>0.67524305554979946</c:v>
                </c:pt>
                <c:pt idx="58342">
                  <c:v>0.67525462962657912</c:v>
                </c:pt>
                <c:pt idx="58343">
                  <c:v>0.67526620370335877</c:v>
                </c:pt>
                <c:pt idx="58344">
                  <c:v>0.67527777777286246</c:v>
                </c:pt>
                <c:pt idx="58345">
                  <c:v>0.67528935184964212</c:v>
                </c:pt>
                <c:pt idx="58346">
                  <c:v>0.67530092592642177</c:v>
                </c:pt>
                <c:pt idx="58347">
                  <c:v>0.67531249999592546</c:v>
                </c:pt>
                <c:pt idx="58348">
                  <c:v>0.67532407407270512</c:v>
                </c:pt>
                <c:pt idx="58349">
                  <c:v>0.67533564814948477</c:v>
                </c:pt>
                <c:pt idx="58350">
                  <c:v>0.67534722221898846</c:v>
                </c:pt>
                <c:pt idx="58351">
                  <c:v>0.67535879629576812</c:v>
                </c:pt>
                <c:pt idx="58352">
                  <c:v>0.67537037036527181</c:v>
                </c:pt>
                <c:pt idx="58353">
                  <c:v>0.67538194444205146</c:v>
                </c:pt>
                <c:pt idx="58354">
                  <c:v>0.67539351851883112</c:v>
                </c:pt>
                <c:pt idx="58355">
                  <c:v>0.67540509258833481</c:v>
                </c:pt>
                <c:pt idx="58356">
                  <c:v>0.67541666666511446</c:v>
                </c:pt>
                <c:pt idx="58357">
                  <c:v>0.67542824074189411</c:v>
                </c:pt>
                <c:pt idx="58358">
                  <c:v>0.67543981481139781</c:v>
                </c:pt>
                <c:pt idx="58359">
                  <c:v>0.67545138888817746</c:v>
                </c:pt>
                <c:pt idx="58360">
                  <c:v>0.67546296295768116</c:v>
                </c:pt>
                <c:pt idx="58361">
                  <c:v>0.67547453703446081</c:v>
                </c:pt>
                <c:pt idx="58362">
                  <c:v>0.67548611111124046</c:v>
                </c:pt>
                <c:pt idx="58363">
                  <c:v>0.67549768518074416</c:v>
                </c:pt>
                <c:pt idx="58364">
                  <c:v>0.67550925925752381</c:v>
                </c:pt>
                <c:pt idx="58365">
                  <c:v>0.67552083333430346</c:v>
                </c:pt>
                <c:pt idx="58366">
                  <c:v>0.67553240740380716</c:v>
                </c:pt>
                <c:pt idx="58367">
                  <c:v>0.67554398148058681</c:v>
                </c:pt>
                <c:pt idx="58368">
                  <c:v>0.6755555555500905</c:v>
                </c:pt>
                <c:pt idx="58369">
                  <c:v>0.67556712962687016</c:v>
                </c:pt>
                <c:pt idx="58370">
                  <c:v>0.67557870370364981</c:v>
                </c:pt>
                <c:pt idx="58371">
                  <c:v>0.6755902777731535</c:v>
                </c:pt>
                <c:pt idx="58372">
                  <c:v>0.67560185184993315</c:v>
                </c:pt>
                <c:pt idx="58373">
                  <c:v>0.67561342592671281</c:v>
                </c:pt>
                <c:pt idx="58374">
                  <c:v>0.6756249999962165</c:v>
                </c:pt>
                <c:pt idx="58375">
                  <c:v>0.67563657407299615</c:v>
                </c:pt>
                <c:pt idx="58376">
                  <c:v>0.67564814814249985</c:v>
                </c:pt>
                <c:pt idx="58377">
                  <c:v>0.6756597222192795</c:v>
                </c:pt>
                <c:pt idx="58378">
                  <c:v>0.67567129629605915</c:v>
                </c:pt>
                <c:pt idx="58379">
                  <c:v>0.67568287036556285</c:v>
                </c:pt>
                <c:pt idx="58380">
                  <c:v>0.6756944444423425</c:v>
                </c:pt>
                <c:pt idx="58381">
                  <c:v>0.67570601851912215</c:v>
                </c:pt>
                <c:pt idx="58382">
                  <c:v>0.67571759258862585</c:v>
                </c:pt>
                <c:pt idx="58383">
                  <c:v>0.6757291666654055</c:v>
                </c:pt>
                <c:pt idx="58384">
                  <c:v>0.6757407407349092</c:v>
                </c:pt>
                <c:pt idx="58385">
                  <c:v>0.67575231481168885</c:v>
                </c:pt>
                <c:pt idx="58386">
                  <c:v>0.6757638888884685</c:v>
                </c:pt>
                <c:pt idx="58387">
                  <c:v>0.67577546295797219</c:v>
                </c:pt>
                <c:pt idx="58388">
                  <c:v>0.67578703703475185</c:v>
                </c:pt>
                <c:pt idx="58389">
                  <c:v>0.6757986111115315</c:v>
                </c:pt>
                <c:pt idx="58390">
                  <c:v>0.67581018518103519</c:v>
                </c:pt>
                <c:pt idx="58391">
                  <c:v>0.67582175925781485</c:v>
                </c:pt>
                <c:pt idx="58392">
                  <c:v>0.6758333333345945</c:v>
                </c:pt>
                <c:pt idx="58393">
                  <c:v>0.67584490740409819</c:v>
                </c:pt>
                <c:pt idx="58394">
                  <c:v>0.67585648148087785</c:v>
                </c:pt>
                <c:pt idx="58395">
                  <c:v>0.67586805555038154</c:v>
                </c:pt>
                <c:pt idx="58396">
                  <c:v>0.67587962962716119</c:v>
                </c:pt>
                <c:pt idx="58397">
                  <c:v>0.67589120370394085</c:v>
                </c:pt>
                <c:pt idx="58398">
                  <c:v>0.67590277777344454</c:v>
                </c:pt>
                <c:pt idx="58399">
                  <c:v>0.67591435185022419</c:v>
                </c:pt>
                <c:pt idx="58400">
                  <c:v>0.67592592592700385</c:v>
                </c:pt>
                <c:pt idx="58401">
                  <c:v>0.67593749999650754</c:v>
                </c:pt>
                <c:pt idx="58402">
                  <c:v>0.67594907407328719</c:v>
                </c:pt>
                <c:pt idx="58403">
                  <c:v>0.67596064814279089</c:v>
                </c:pt>
                <c:pt idx="58404">
                  <c:v>0.67597222221957054</c:v>
                </c:pt>
                <c:pt idx="58405">
                  <c:v>0.67598379629635019</c:v>
                </c:pt>
                <c:pt idx="58406">
                  <c:v>0.67599537036585389</c:v>
                </c:pt>
                <c:pt idx="58407">
                  <c:v>0.67600694444263354</c:v>
                </c:pt>
                <c:pt idx="58408">
                  <c:v>0.67601851851941319</c:v>
                </c:pt>
                <c:pt idx="58409">
                  <c:v>0.67603009258891689</c:v>
                </c:pt>
                <c:pt idx="58410">
                  <c:v>0.67604166666569654</c:v>
                </c:pt>
                <c:pt idx="58411">
                  <c:v>0.67605324073520023</c:v>
                </c:pt>
                <c:pt idx="58412">
                  <c:v>0.67606481481197989</c:v>
                </c:pt>
                <c:pt idx="58413">
                  <c:v>0.67607638888875954</c:v>
                </c:pt>
                <c:pt idx="58414">
                  <c:v>0.67608796295826323</c:v>
                </c:pt>
                <c:pt idx="58415">
                  <c:v>0.67609953703504289</c:v>
                </c:pt>
                <c:pt idx="58416">
                  <c:v>0.67611111111182254</c:v>
                </c:pt>
                <c:pt idx="58417">
                  <c:v>0.67612268518132623</c:v>
                </c:pt>
                <c:pt idx="58418">
                  <c:v>0.67613425925810589</c:v>
                </c:pt>
                <c:pt idx="58419">
                  <c:v>0.67614583332760958</c:v>
                </c:pt>
                <c:pt idx="58420">
                  <c:v>0.67615740740438923</c:v>
                </c:pt>
                <c:pt idx="58421">
                  <c:v>0.67616898148116888</c:v>
                </c:pt>
                <c:pt idx="58422">
                  <c:v>0.67618055555067258</c:v>
                </c:pt>
                <c:pt idx="58423">
                  <c:v>0.67619212962745223</c:v>
                </c:pt>
                <c:pt idx="58424">
                  <c:v>0.67620370370423188</c:v>
                </c:pt>
                <c:pt idx="58425">
                  <c:v>0.67621527777373558</c:v>
                </c:pt>
                <c:pt idx="58426">
                  <c:v>0.67622685185051523</c:v>
                </c:pt>
                <c:pt idx="58427">
                  <c:v>0.67623842592001893</c:v>
                </c:pt>
                <c:pt idx="58428">
                  <c:v>0.67624999999679858</c:v>
                </c:pt>
                <c:pt idx="58429">
                  <c:v>0.67626157407357823</c:v>
                </c:pt>
                <c:pt idx="58430">
                  <c:v>0.67627314814308193</c:v>
                </c:pt>
                <c:pt idx="58431">
                  <c:v>0.67628472221986158</c:v>
                </c:pt>
                <c:pt idx="58432">
                  <c:v>0.67629629629664123</c:v>
                </c:pt>
                <c:pt idx="58433">
                  <c:v>0.67630787036614493</c:v>
                </c:pt>
                <c:pt idx="58434">
                  <c:v>0.67631944444292458</c:v>
                </c:pt>
                <c:pt idx="58435">
                  <c:v>0.67633101851970423</c:v>
                </c:pt>
                <c:pt idx="58436">
                  <c:v>0.67634259258920792</c:v>
                </c:pt>
                <c:pt idx="58437">
                  <c:v>0.67635416666598758</c:v>
                </c:pt>
                <c:pt idx="58438">
                  <c:v>0.67636574073549127</c:v>
                </c:pt>
                <c:pt idx="58439">
                  <c:v>0.67637731481227092</c:v>
                </c:pt>
                <c:pt idx="58440">
                  <c:v>0.67638888888905058</c:v>
                </c:pt>
                <c:pt idx="58441">
                  <c:v>0.67640046295855427</c:v>
                </c:pt>
                <c:pt idx="58442">
                  <c:v>0.67641203703533392</c:v>
                </c:pt>
                <c:pt idx="58443">
                  <c:v>0.67642361111211358</c:v>
                </c:pt>
                <c:pt idx="58444">
                  <c:v>0.67643518518161727</c:v>
                </c:pt>
                <c:pt idx="58445">
                  <c:v>0.67644675925839692</c:v>
                </c:pt>
                <c:pt idx="58446">
                  <c:v>0.67645833332790062</c:v>
                </c:pt>
                <c:pt idx="58447">
                  <c:v>0.67646990740468027</c:v>
                </c:pt>
                <c:pt idx="58448">
                  <c:v>0.67648148148145992</c:v>
                </c:pt>
                <c:pt idx="58449">
                  <c:v>0.67649305555096362</c:v>
                </c:pt>
                <c:pt idx="58450">
                  <c:v>0.67650462962774327</c:v>
                </c:pt>
                <c:pt idx="58451">
                  <c:v>0.67651620370452292</c:v>
                </c:pt>
                <c:pt idx="58452">
                  <c:v>0.67652777777402662</c:v>
                </c:pt>
                <c:pt idx="58453">
                  <c:v>0.67653935185080627</c:v>
                </c:pt>
                <c:pt idx="58454">
                  <c:v>0.67655092592030996</c:v>
                </c:pt>
                <c:pt idx="58455">
                  <c:v>0.67656249999708962</c:v>
                </c:pt>
                <c:pt idx="58456">
                  <c:v>0.67657407407386927</c:v>
                </c:pt>
                <c:pt idx="58457">
                  <c:v>0.67658564814337296</c:v>
                </c:pt>
                <c:pt idx="58458">
                  <c:v>0.67659722222015262</c:v>
                </c:pt>
                <c:pt idx="58459">
                  <c:v>0.67660879629693227</c:v>
                </c:pt>
                <c:pt idx="58460">
                  <c:v>0.67662037036643596</c:v>
                </c:pt>
                <c:pt idx="58461">
                  <c:v>0.67663194444321562</c:v>
                </c:pt>
                <c:pt idx="58462">
                  <c:v>0.67664351851271931</c:v>
                </c:pt>
                <c:pt idx="58463">
                  <c:v>0.67665509258949896</c:v>
                </c:pt>
                <c:pt idx="58464">
                  <c:v>0.67666666666627862</c:v>
                </c:pt>
                <c:pt idx="58465">
                  <c:v>0.67667824073578231</c:v>
                </c:pt>
                <c:pt idx="58466">
                  <c:v>0.67668981481256196</c:v>
                </c:pt>
                <c:pt idx="58467">
                  <c:v>0.67670138888934162</c:v>
                </c:pt>
                <c:pt idx="58468">
                  <c:v>0.67671296295884531</c:v>
                </c:pt>
                <c:pt idx="58469">
                  <c:v>0.67672453703562496</c:v>
                </c:pt>
                <c:pt idx="58470">
                  <c:v>0.67673611111240461</c:v>
                </c:pt>
                <c:pt idx="58471">
                  <c:v>0.67674768518190831</c:v>
                </c:pt>
                <c:pt idx="58472">
                  <c:v>0.67675925925868796</c:v>
                </c:pt>
                <c:pt idx="58473">
                  <c:v>0.67677083332819166</c:v>
                </c:pt>
                <c:pt idx="58474">
                  <c:v>0.67678240740497131</c:v>
                </c:pt>
                <c:pt idx="58475">
                  <c:v>0.67679398148175096</c:v>
                </c:pt>
                <c:pt idx="58476">
                  <c:v>0.67680555555125466</c:v>
                </c:pt>
                <c:pt idx="58477">
                  <c:v>0.67681712962803431</c:v>
                </c:pt>
                <c:pt idx="58478">
                  <c:v>0.67682870370481396</c:v>
                </c:pt>
                <c:pt idx="58479">
                  <c:v>0.67684027777431766</c:v>
                </c:pt>
                <c:pt idx="58480">
                  <c:v>0.67685185185109731</c:v>
                </c:pt>
                <c:pt idx="58481">
                  <c:v>0.676863425920601</c:v>
                </c:pt>
                <c:pt idx="58482">
                  <c:v>0.67687499999738066</c:v>
                </c:pt>
                <c:pt idx="58483">
                  <c:v>0.67688657407416031</c:v>
                </c:pt>
                <c:pt idx="58484">
                  <c:v>0.676898148143664</c:v>
                </c:pt>
                <c:pt idx="58485">
                  <c:v>0.67690972222044365</c:v>
                </c:pt>
                <c:pt idx="58486">
                  <c:v>0.67692129629722331</c:v>
                </c:pt>
                <c:pt idx="58487">
                  <c:v>0.676932870366727</c:v>
                </c:pt>
                <c:pt idx="58488">
                  <c:v>0.67694444444350665</c:v>
                </c:pt>
                <c:pt idx="58489">
                  <c:v>0.67695601851301035</c:v>
                </c:pt>
                <c:pt idx="58490">
                  <c:v>0.67696759258979</c:v>
                </c:pt>
                <c:pt idx="58491">
                  <c:v>0.67697916666656965</c:v>
                </c:pt>
                <c:pt idx="58492">
                  <c:v>0.67699074073607335</c:v>
                </c:pt>
                <c:pt idx="58493">
                  <c:v>0.677002314812853</c:v>
                </c:pt>
                <c:pt idx="58494">
                  <c:v>0.67701388888963265</c:v>
                </c:pt>
                <c:pt idx="58495">
                  <c:v>0.67702546295913635</c:v>
                </c:pt>
                <c:pt idx="58496">
                  <c:v>0.677037037035916</c:v>
                </c:pt>
                <c:pt idx="58497">
                  <c:v>0.6770486111054197</c:v>
                </c:pt>
                <c:pt idx="58498">
                  <c:v>0.67706018518219935</c:v>
                </c:pt>
                <c:pt idx="58499">
                  <c:v>0.677071759258979</c:v>
                </c:pt>
                <c:pt idx="58500">
                  <c:v>0.67708333332848269</c:v>
                </c:pt>
                <c:pt idx="58501">
                  <c:v>0.67709490740526235</c:v>
                </c:pt>
                <c:pt idx="58502">
                  <c:v>0.677106481482042</c:v>
                </c:pt>
                <c:pt idx="58503">
                  <c:v>0.67711805555154569</c:v>
                </c:pt>
                <c:pt idx="58504">
                  <c:v>0.67712962962832535</c:v>
                </c:pt>
                <c:pt idx="58505">
                  <c:v>0.67714120369782904</c:v>
                </c:pt>
                <c:pt idx="58506">
                  <c:v>0.67715277777460869</c:v>
                </c:pt>
                <c:pt idx="58507">
                  <c:v>0.67716435185138835</c:v>
                </c:pt>
                <c:pt idx="58508">
                  <c:v>0.67717592592089204</c:v>
                </c:pt>
                <c:pt idx="58509">
                  <c:v>0.67718749999767169</c:v>
                </c:pt>
                <c:pt idx="58510">
                  <c:v>0.67719907407445135</c:v>
                </c:pt>
                <c:pt idx="58511">
                  <c:v>0.67721064814395504</c:v>
                </c:pt>
                <c:pt idx="58512">
                  <c:v>0.67722222222073469</c:v>
                </c:pt>
                <c:pt idx="58513">
                  <c:v>0.67723379629751435</c:v>
                </c:pt>
                <c:pt idx="58514">
                  <c:v>0.67724537036701804</c:v>
                </c:pt>
                <c:pt idx="58515">
                  <c:v>0.67725694444379769</c:v>
                </c:pt>
                <c:pt idx="58516">
                  <c:v>0.67726851851330139</c:v>
                </c:pt>
                <c:pt idx="58517">
                  <c:v>0.67728009259008104</c:v>
                </c:pt>
                <c:pt idx="58518">
                  <c:v>0.67729166666686069</c:v>
                </c:pt>
                <c:pt idx="58519">
                  <c:v>0.67730324073636439</c:v>
                </c:pt>
                <c:pt idx="58520">
                  <c:v>0.67731481481314404</c:v>
                </c:pt>
                <c:pt idx="58521">
                  <c:v>0.67732638888992369</c:v>
                </c:pt>
                <c:pt idx="58522">
                  <c:v>0.67733796295942739</c:v>
                </c:pt>
                <c:pt idx="58523">
                  <c:v>0.67734953703620704</c:v>
                </c:pt>
                <c:pt idx="58524">
                  <c:v>0.67736111110571073</c:v>
                </c:pt>
                <c:pt idx="58525">
                  <c:v>0.67737268518249039</c:v>
                </c:pt>
                <c:pt idx="58526">
                  <c:v>0.67738425925927004</c:v>
                </c:pt>
                <c:pt idx="58527">
                  <c:v>0.67739583332877373</c:v>
                </c:pt>
                <c:pt idx="58528">
                  <c:v>0.67740740740555339</c:v>
                </c:pt>
                <c:pt idx="58529">
                  <c:v>0.67741898148233304</c:v>
                </c:pt>
                <c:pt idx="58530">
                  <c:v>0.67743055555183673</c:v>
                </c:pt>
                <c:pt idx="58531">
                  <c:v>0.67744212962861639</c:v>
                </c:pt>
                <c:pt idx="58532">
                  <c:v>0.67745370369812008</c:v>
                </c:pt>
                <c:pt idx="58533">
                  <c:v>0.67746527777489973</c:v>
                </c:pt>
                <c:pt idx="58534">
                  <c:v>0.67747685185167938</c:v>
                </c:pt>
                <c:pt idx="58535">
                  <c:v>0.67748842592118308</c:v>
                </c:pt>
                <c:pt idx="58536">
                  <c:v>0.67749999999796273</c:v>
                </c:pt>
                <c:pt idx="58537">
                  <c:v>0.67751157407474238</c:v>
                </c:pt>
                <c:pt idx="58538">
                  <c:v>0.67752314814424608</c:v>
                </c:pt>
                <c:pt idx="58539">
                  <c:v>0.67753472222102573</c:v>
                </c:pt>
                <c:pt idx="58540">
                  <c:v>0.67754629629052943</c:v>
                </c:pt>
                <c:pt idx="58541">
                  <c:v>0.67755787036730908</c:v>
                </c:pt>
                <c:pt idx="58542">
                  <c:v>0.67756944444408873</c:v>
                </c:pt>
                <c:pt idx="58543">
                  <c:v>0.67758101851359243</c:v>
                </c:pt>
                <c:pt idx="58544">
                  <c:v>0.67759259259037208</c:v>
                </c:pt>
                <c:pt idx="58545">
                  <c:v>0.67760416666715173</c:v>
                </c:pt>
                <c:pt idx="58546">
                  <c:v>0.67761574073665543</c:v>
                </c:pt>
                <c:pt idx="58547">
                  <c:v>0.67762731481343508</c:v>
                </c:pt>
                <c:pt idx="58548">
                  <c:v>0.67763888889021473</c:v>
                </c:pt>
                <c:pt idx="58549">
                  <c:v>0.67765046295971842</c:v>
                </c:pt>
                <c:pt idx="58550">
                  <c:v>0.67766203703649808</c:v>
                </c:pt>
                <c:pt idx="58551">
                  <c:v>0.67767361110600177</c:v>
                </c:pt>
                <c:pt idx="58552">
                  <c:v>0.67768518518278142</c:v>
                </c:pt>
                <c:pt idx="58553">
                  <c:v>0.67769675925956108</c:v>
                </c:pt>
                <c:pt idx="58554">
                  <c:v>0.67770833332906477</c:v>
                </c:pt>
                <c:pt idx="58555">
                  <c:v>0.67771990740584442</c:v>
                </c:pt>
                <c:pt idx="58556">
                  <c:v>0.67773148148262408</c:v>
                </c:pt>
                <c:pt idx="58557">
                  <c:v>0.67774305555212777</c:v>
                </c:pt>
                <c:pt idx="58558">
                  <c:v>0.67775462962890742</c:v>
                </c:pt>
                <c:pt idx="58559">
                  <c:v>0.67776620369841112</c:v>
                </c:pt>
                <c:pt idx="58560">
                  <c:v>0.67777777777519077</c:v>
                </c:pt>
                <c:pt idx="58561">
                  <c:v>0.67778935185197042</c:v>
                </c:pt>
                <c:pt idx="58562">
                  <c:v>0.67780092592147412</c:v>
                </c:pt>
                <c:pt idx="58563">
                  <c:v>0.67781249999825377</c:v>
                </c:pt>
                <c:pt idx="58564">
                  <c:v>0.67782407407503342</c:v>
                </c:pt>
                <c:pt idx="58565">
                  <c:v>0.67783564814453712</c:v>
                </c:pt>
                <c:pt idx="58566">
                  <c:v>0.67784722222131677</c:v>
                </c:pt>
                <c:pt idx="58567">
                  <c:v>0.67785879629082046</c:v>
                </c:pt>
                <c:pt idx="58568">
                  <c:v>0.67787037036760012</c:v>
                </c:pt>
                <c:pt idx="58569">
                  <c:v>0.67788194444437977</c:v>
                </c:pt>
                <c:pt idx="58570">
                  <c:v>0.67789351851388346</c:v>
                </c:pt>
                <c:pt idx="58571">
                  <c:v>0.67790509259066312</c:v>
                </c:pt>
                <c:pt idx="58572">
                  <c:v>0.67791666666744277</c:v>
                </c:pt>
                <c:pt idx="58573">
                  <c:v>0.67792824073694646</c:v>
                </c:pt>
                <c:pt idx="58574">
                  <c:v>0.67793981481372612</c:v>
                </c:pt>
                <c:pt idx="58575">
                  <c:v>0.67795138888322981</c:v>
                </c:pt>
                <c:pt idx="58576">
                  <c:v>0.67796296296000946</c:v>
                </c:pt>
                <c:pt idx="58577">
                  <c:v>0.67797453703678912</c:v>
                </c:pt>
                <c:pt idx="58578">
                  <c:v>0.67798611110629281</c:v>
                </c:pt>
                <c:pt idx="58579">
                  <c:v>0.67799768518307246</c:v>
                </c:pt>
                <c:pt idx="58580">
                  <c:v>0.67800925925985212</c:v>
                </c:pt>
                <c:pt idx="58581">
                  <c:v>0.67802083332935581</c:v>
                </c:pt>
                <c:pt idx="58582">
                  <c:v>0.67803240740613546</c:v>
                </c:pt>
                <c:pt idx="58583">
                  <c:v>0.67804398147563916</c:v>
                </c:pt>
                <c:pt idx="58584">
                  <c:v>0.67805555555241881</c:v>
                </c:pt>
                <c:pt idx="58585">
                  <c:v>0.67806712962919846</c:v>
                </c:pt>
                <c:pt idx="58586">
                  <c:v>0.67807870369870216</c:v>
                </c:pt>
                <c:pt idx="58587">
                  <c:v>0.67809027777548181</c:v>
                </c:pt>
                <c:pt idx="58588">
                  <c:v>0.67810185185226146</c:v>
                </c:pt>
                <c:pt idx="58589">
                  <c:v>0.67811342592176516</c:v>
                </c:pt>
                <c:pt idx="58590">
                  <c:v>0.67812499999854481</c:v>
                </c:pt>
                <c:pt idx="58591">
                  <c:v>0.67813657407532446</c:v>
                </c:pt>
                <c:pt idx="58592">
                  <c:v>0.67814814814482816</c:v>
                </c:pt>
                <c:pt idx="58593">
                  <c:v>0.67815972222160781</c:v>
                </c:pt>
                <c:pt idx="58594">
                  <c:v>0.6781712962911115</c:v>
                </c:pt>
                <c:pt idx="58595">
                  <c:v>0.67818287036789116</c:v>
                </c:pt>
                <c:pt idx="58596">
                  <c:v>0.67819444444467081</c:v>
                </c:pt>
                <c:pt idx="58597">
                  <c:v>0.6782060185141745</c:v>
                </c:pt>
                <c:pt idx="58598">
                  <c:v>0.67821759259095415</c:v>
                </c:pt>
                <c:pt idx="58599">
                  <c:v>0.67822916666773381</c:v>
                </c:pt>
                <c:pt idx="58600">
                  <c:v>0.6782407407372375</c:v>
                </c:pt>
                <c:pt idx="58601">
                  <c:v>0.67825231481401715</c:v>
                </c:pt>
                <c:pt idx="58602">
                  <c:v>0.67826388888352085</c:v>
                </c:pt>
                <c:pt idx="58603">
                  <c:v>0.6782754629603005</c:v>
                </c:pt>
                <c:pt idx="58604">
                  <c:v>0.67828703703708015</c:v>
                </c:pt>
                <c:pt idx="58605">
                  <c:v>0.67829861110658385</c:v>
                </c:pt>
                <c:pt idx="58606">
                  <c:v>0.6783101851833635</c:v>
                </c:pt>
                <c:pt idx="58607">
                  <c:v>0.67832175926014315</c:v>
                </c:pt>
                <c:pt idx="58608">
                  <c:v>0.67833333332964685</c:v>
                </c:pt>
                <c:pt idx="58609">
                  <c:v>0.6783449074064265</c:v>
                </c:pt>
                <c:pt idx="58610">
                  <c:v>0.6783564814759302</c:v>
                </c:pt>
                <c:pt idx="58611">
                  <c:v>0.67836805555270985</c:v>
                </c:pt>
                <c:pt idx="58612">
                  <c:v>0.6783796296294895</c:v>
                </c:pt>
                <c:pt idx="58613">
                  <c:v>0.67839120369899319</c:v>
                </c:pt>
                <c:pt idx="58614">
                  <c:v>0.67840277777577285</c:v>
                </c:pt>
                <c:pt idx="58615">
                  <c:v>0.6784143518525525</c:v>
                </c:pt>
                <c:pt idx="58616">
                  <c:v>0.67842592592205619</c:v>
                </c:pt>
                <c:pt idx="58617">
                  <c:v>0.67843749999883585</c:v>
                </c:pt>
                <c:pt idx="58618">
                  <c:v>0.67844907406833954</c:v>
                </c:pt>
                <c:pt idx="58619">
                  <c:v>0.67846064814511919</c:v>
                </c:pt>
                <c:pt idx="58620">
                  <c:v>0.67847222222189885</c:v>
                </c:pt>
                <c:pt idx="58621">
                  <c:v>0.67848379629140254</c:v>
                </c:pt>
                <c:pt idx="58622">
                  <c:v>0.67849537036818219</c:v>
                </c:pt>
                <c:pt idx="58623">
                  <c:v>0.67850694444496185</c:v>
                </c:pt>
                <c:pt idx="58624">
                  <c:v>0.67851851851446554</c:v>
                </c:pt>
                <c:pt idx="58625">
                  <c:v>0.67853009259124519</c:v>
                </c:pt>
                <c:pt idx="58626">
                  <c:v>0.67854166666074889</c:v>
                </c:pt>
                <c:pt idx="58627">
                  <c:v>0.67855324073752854</c:v>
                </c:pt>
                <c:pt idx="58628">
                  <c:v>0.67856481481430819</c:v>
                </c:pt>
                <c:pt idx="58629">
                  <c:v>0.67857638888381189</c:v>
                </c:pt>
                <c:pt idx="58630">
                  <c:v>0.67858796296059154</c:v>
                </c:pt>
                <c:pt idx="58631">
                  <c:v>0.67859953703737119</c:v>
                </c:pt>
                <c:pt idx="58632">
                  <c:v>0.67861111110687489</c:v>
                </c:pt>
                <c:pt idx="58633">
                  <c:v>0.67862268518365454</c:v>
                </c:pt>
                <c:pt idx="58634">
                  <c:v>0.67863425926043419</c:v>
                </c:pt>
                <c:pt idx="58635">
                  <c:v>0.67864583332993789</c:v>
                </c:pt>
                <c:pt idx="58636">
                  <c:v>0.67865740740671754</c:v>
                </c:pt>
                <c:pt idx="58637">
                  <c:v>0.67866898147622123</c:v>
                </c:pt>
                <c:pt idx="58638">
                  <c:v>0.67868055555300089</c:v>
                </c:pt>
                <c:pt idx="58639">
                  <c:v>0.67869212962978054</c:v>
                </c:pt>
                <c:pt idx="58640">
                  <c:v>0.67870370369928423</c:v>
                </c:pt>
                <c:pt idx="58641">
                  <c:v>0.67871527777606389</c:v>
                </c:pt>
                <c:pt idx="58642">
                  <c:v>0.67872685185284354</c:v>
                </c:pt>
                <c:pt idx="58643">
                  <c:v>0.67873842592234723</c:v>
                </c:pt>
                <c:pt idx="58644">
                  <c:v>0.67874999999912689</c:v>
                </c:pt>
                <c:pt idx="58645">
                  <c:v>0.67876157406863058</c:v>
                </c:pt>
                <c:pt idx="58646">
                  <c:v>0.67877314814541023</c:v>
                </c:pt>
                <c:pt idx="58647">
                  <c:v>0.67878472222218988</c:v>
                </c:pt>
                <c:pt idx="58648">
                  <c:v>0.67879629629169358</c:v>
                </c:pt>
                <c:pt idx="58649">
                  <c:v>0.67880787036847323</c:v>
                </c:pt>
                <c:pt idx="58650">
                  <c:v>0.67881944444525288</c:v>
                </c:pt>
                <c:pt idx="58651">
                  <c:v>0.67883101851475658</c:v>
                </c:pt>
                <c:pt idx="58652">
                  <c:v>0.67884259259153623</c:v>
                </c:pt>
                <c:pt idx="58653">
                  <c:v>0.67885416666103993</c:v>
                </c:pt>
                <c:pt idx="58654">
                  <c:v>0.67886574073781958</c:v>
                </c:pt>
                <c:pt idx="58655">
                  <c:v>0.67887731481459923</c:v>
                </c:pt>
                <c:pt idx="58656">
                  <c:v>0.67888888888410293</c:v>
                </c:pt>
                <c:pt idx="58657">
                  <c:v>0.67890046296088258</c:v>
                </c:pt>
                <c:pt idx="58658">
                  <c:v>0.67891203703766223</c:v>
                </c:pt>
                <c:pt idx="58659">
                  <c:v>0.67892361110716593</c:v>
                </c:pt>
                <c:pt idx="58660">
                  <c:v>0.67893518518394558</c:v>
                </c:pt>
                <c:pt idx="58661">
                  <c:v>0.67894675925344927</c:v>
                </c:pt>
                <c:pt idx="58662">
                  <c:v>0.67895833333022892</c:v>
                </c:pt>
                <c:pt idx="58663">
                  <c:v>0.67896990740700858</c:v>
                </c:pt>
                <c:pt idx="58664">
                  <c:v>0.67898148147651227</c:v>
                </c:pt>
                <c:pt idx="58665">
                  <c:v>0.67899305555329192</c:v>
                </c:pt>
                <c:pt idx="58666">
                  <c:v>0.67900462963007158</c:v>
                </c:pt>
                <c:pt idx="58667">
                  <c:v>0.67901620369957527</c:v>
                </c:pt>
                <c:pt idx="58668">
                  <c:v>0.67902777777635492</c:v>
                </c:pt>
                <c:pt idx="58669">
                  <c:v>0.67903935185313458</c:v>
                </c:pt>
                <c:pt idx="58670">
                  <c:v>0.67905092592263827</c:v>
                </c:pt>
                <c:pt idx="58671">
                  <c:v>0.67906249999941792</c:v>
                </c:pt>
                <c:pt idx="58672">
                  <c:v>0.67907407406892162</c:v>
                </c:pt>
                <c:pt idx="58673">
                  <c:v>0.67908564814570127</c:v>
                </c:pt>
                <c:pt idx="58674">
                  <c:v>0.67909722222248092</c:v>
                </c:pt>
                <c:pt idx="58675">
                  <c:v>0.67910879629198462</c:v>
                </c:pt>
                <c:pt idx="58676">
                  <c:v>0.67912037036876427</c:v>
                </c:pt>
                <c:pt idx="58677">
                  <c:v>0.67913194444554392</c:v>
                </c:pt>
                <c:pt idx="58678">
                  <c:v>0.67914351851504762</c:v>
                </c:pt>
                <c:pt idx="58679">
                  <c:v>0.67915509259182727</c:v>
                </c:pt>
                <c:pt idx="58680">
                  <c:v>0.67916666666133096</c:v>
                </c:pt>
                <c:pt idx="58681">
                  <c:v>0.67917824073811062</c:v>
                </c:pt>
                <c:pt idx="58682">
                  <c:v>0.67918981481489027</c:v>
                </c:pt>
                <c:pt idx="58683">
                  <c:v>0.67920138888439396</c:v>
                </c:pt>
                <c:pt idx="58684">
                  <c:v>0.67921296296117362</c:v>
                </c:pt>
                <c:pt idx="58685">
                  <c:v>0.67922453703795327</c:v>
                </c:pt>
                <c:pt idx="58686">
                  <c:v>0.67923611110745696</c:v>
                </c:pt>
                <c:pt idx="58687">
                  <c:v>0.67924768518423662</c:v>
                </c:pt>
                <c:pt idx="58688">
                  <c:v>0.67925925925374031</c:v>
                </c:pt>
                <c:pt idx="58689">
                  <c:v>0.67927083333051996</c:v>
                </c:pt>
                <c:pt idx="58690">
                  <c:v>0.67928240740729962</c:v>
                </c:pt>
                <c:pt idx="58691">
                  <c:v>0.67929398147680331</c:v>
                </c:pt>
                <c:pt idx="58692">
                  <c:v>0.67930555555358296</c:v>
                </c:pt>
                <c:pt idx="58693">
                  <c:v>0.67931712963036261</c:v>
                </c:pt>
                <c:pt idx="58694">
                  <c:v>0.67932870369986631</c:v>
                </c:pt>
                <c:pt idx="58695">
                  <c:v>0.67934027777664596</c:v>
                </c:pt>
                <c:pt idx="58696">
                  <c:v>0.67935185184614966</c:v>
                </c:pt>
                <c:pt idx="58697">
                  <c:v>0.67936342592292931</c:v>
                </c:pt>
                <c:pt idx="58698">
                  <c:v>0.67937499999970896</c:v>
                </c:pt>
                <c:pt idx="58699">
                  <c:v>0.67938657406921266</c:v>
                </c:pt>
                <c:pt idx="58700">
                  <c:v>0.67939814814599231</c:v>
                </c:pt>
                <c:pt idx="58701">
                  <c:v>0.67940972222277196</c:v>
                </c:pt>
                <c:pt idx="58702">
                  <c:v>0.67942129629227566</c:v>
                </c:pt>
                <c:pt idx="58703">
                  <c:v>0.67943287036905531</c:v>
                </c:pt>
                <c:pt idx="58704">
                  <c:v>0.679444444438559</c:v>
                </c:pt>
                <c:pt idx="58705">
                  <c:v>0.67945601851533866</c:v>
                </c:pt>
                <c:pt idx="58706">
                  <c:v>0.67946759259211831</c:v>
                </c:pt>
                <c:pt idx="58707">
                  <c:v>0.679479166661622</c:v>
                </c:pt>
                <c:pt idx="58708">
                  <c:v>0.67949074073840166</c:v>
                </c:pt>
                <c:pt idx="58709">
                  <c:v>0.67950231481518131</c:v>
                </c:pt>
                <c:pt idx="58710">
                  <c:v>0.679513888884685</c:v>
                </c:pt>
                <c:pt idx="58711">
                  <c:v>0.67952546296146465</c:v>
                </c:pt>
                <c:pt idx="58712">
                  <c:v>0.67953703703824431</c:v>
                </c:pt>
                <c:pt idx="58713">
                  <c:v>0.679548611107748</c:v>
                </c:pt>
                <c:pt idx="58714">
                  <c:v>0.67956018518452765</c:v>
                </c:pt>
                <c:pt idx="58715">
                  <c:v>0.67957175925403135</c:v>
                </c:pt>
                <c:pt idx="58716">
                  <c:v>0.679583333330811</c:v>
                </c:pt>
                <c:pt idx="58717">
                  <c:v>0.67959490740759065</c:v>
                </c:pt>
                <c:pt idx="58718">
                  <c:v>0.67960648147709435</c:v>
                </c:pt>
                <c:pt idx="58719">
                  <c:v>0.679618055553874</c:v>
                </c:pt>
                <c:pt idx="58720">
                  <c:v>0.67962962963065365</c:v>
                </c:pt>
                <c:pt idx="58721">
                  <c:v>0.67964120370015735</c:v>
                </c:pt>
                <c:pt idx="58722">
                  <c:v>0.679652777776937</c:v>
                </c:pt>
                <c:pt idx="58723">
                  <c:v>0.6796643518464407</c:v>
                </c:pt>
                <c:pt idx="58724">
                  <c:v>0.67967592592322035</c:v>
                </c:pt>
                <c:pt idx="58725">
                  <c:v>0.6796875</c:v>
                </c:pt>
                <c:pt idx="58726">
                  <c:v>0.67969907406950369</c:v>
                </c:pt>
                <c:pt idx="58727">
                  <c:v>0.67971064814628335</c:v>
                </c:pt>
                <c:pt idx="58728">
                  <c:v>0.679722222223063</c:v>
                </c:pt>
                <c:pt idx="58729">
                  <c:v>0.67973379629256669</c:v>
                </c:pt>
                <c:pt idx="58730">
                  <c:v>0.67974537036934635</c:v>
                </c:pt>
                <c:pt idx="58731">
                  <c:v>0.67975694443885004</c:v>
                </c:pt>
                <c:pt idx="58732">
                  <c:v>0.67976851851562969</c:v>
                </c:pt>
                <c:pt idx="58733">
                  <c:v>0.67978009259240935</c:v>
                </c:pt>
                <c:pt idx="58734">
                  <c:v>0.67979166666191304</c:v>
                </c:pt>
                <c:pt idx="58735">
                  <c:v>0.67980324073869269</c:v>
                </c:pt>
                <c:pt idx="58736">
                  <c:v>0.67981481481547235</c:v>
                </c:pt>
                <c:pt idx="58737">
                  <c:v>0.67982638888497604</c:v>
                </c:pt>
                <c:pt idx="58738">
                  <c:v>0.67983796296175569</c:v>
                </c:pt>
                <c:pt idx="58739">
                  <c:v>0.67984953703125939</c:v>
                </c:pt>
                <c:pt idx="58740">
                  <c:v>0.67986111110803904</c:v>
                </c:pt>
                <c:pt idx="58741">
                  <c:v>0.67987268518481869</c:v>
                </c:pt>
                <c:pt idx="58742">
                  <c:v>0.67988425925432239</c:v>
                </c:pt>
                <c:pt idx="58743">
                  <c:v>0.67989583333110204</c:v>
                </c:pt>
                <c:pt idx="58744">
                  <c:v>0.67990740740788169</c:v>
                </c:pt>
                <c:pt idx="58745">
                  <c:v>0.67991898147738539</c:v>
                </c:pt>
                <c:pt idx="58746">
                  <c:v>0.67993055555416504</c:v>
                </c:pt>
                <c:pt idx="58747">
                  <c:v>0.67994212963094469</c:v>
                </c:pt>
                <c:pt idx="58748">
                  <c:v>0.67995370370044839</c:v>
                </c:pt>
                <c:pt idx="58749">
                  <c:v>0.67996527777722804</c:v>
                </c:pt>
                <c:pt idx="58750">
                  <c:v>0.67997685184673173</c:v>
                </c:pt>
                <c:pt idx="58751">
                  <c:v>0.67998842592351139</c:v>
                </c:pt>
                <c:pt idx="58752">
                  <c:v>0.68000000000029104</c:v>
                </c:pt>
                <c:pt idx="58753">
                  <c:v>0.68001157406979473</c:v>
                </c:pt>
                <c:pt idx="58754">
                  <c:v>0.68002314814657439</c:v>
                </c:pt>
                <c:pt idx="58755">
                  <c:v>0.68003472222335404</c:v>
                </c:pt>
                <c:pt idx="58756">
                  <c:v>0.68004629629285773</c:v>
                </c:pt>
                <c:pt idx="58757">
                  <c:v>0.68005787036963739</c:v>
                </c:pt>
                <c:pt idx="58758">
                  <c:v>0.68006944443914108</c:v>
                </c:pt>
                <c:pt idx="58759">
                  <c:v>0.68008101851592073</c:v>
                </c:pt>
                <c:pt idx="58760">
                  <c:v>0.68009259259270038</c:v>
                </c:pt>
                <c:pt idx="58761">
                  <c:v>0.68010416666220408</c:v>
                </c:pt>
                <c:pt idx="58762">
                  <c:v>0.68011574073898373</c:v>
                </c:pt>
                <c:pt idx="58763">
                  <c:v>0.68012731481576338</c:v>
                </c:pt>
                <c:pt idx="58764">
                  <c:v>0.68013888888526708</c:v>
                </c:pt>
                <c:pt idx="58765">
                  <c:v>0.68015046296204673</c:v>
                </c:pt>
                <c:pt idx="58766">
                  <c:v>0.68016203703155043</c:v>
                </c:pt>
                <c:pt idx="58767">
                  <c:v>0.68017361110833008</c:v>
                </c:pt>
                <c:pt idx="58768">
                  <c:v>0.68018518518510973</c:v>
                </c:pt>
                <c:pt idx="58769">
                  <c:v>0.68019675925461343</c:v>
                </c:pt>
                <c:pt idx="58770">
                  <c:v>0.68020833333139308</c:v>
                </c:pt>
                <c:pt idx="58771">
                  <c:v>0.68021990740817273</c:v>
                </c:pt>
                <c:pt idx="58772">
                  <c:v>0.68023148147767643</c:v>
                </c:pt>
                <c:pt idx="58773">
                  <c:v>0.68024305555445608</c:v>
                </c:pt>
                <c:pt idx="58774">
                  <c:v>0.68025462962395977</c:v>
                </c:pt>
                <c:pt idx="58775">
                  <c:v>0.68026620370073942</c:v>
                </c:pt>
                <c:pt idx="58776">
                  <c:v>0.68027777777751908</c:v>
                </c:pt>
                <c:pt idx="58777">
                  <c:v>0.68028935184702277</c:v>
                </c:pt>
                <c:pt idx="58778">
                  <c:v>0.68030092592380242</c:v>
                </c:pt>
                <c:pt idx="58779">
                  <c:v>0.68031250000058208</c:v>
                </c:pt>
                <c:pt idx="58780">
                  <c:v>0.68032407407008577</c:v>
                </c:pt>
                <c:pt idx="58781">
                  <c:v>0.68033564814686542</c:v>
                </c:pt>
                <c:pt idx="58782">
                  <c:v>0.68034722221636912</c:v>
                </c:pt>
                <c:pt idx="58783">
                  <c:v>0.68035879629314877</c:v>
                </c:pt>
                <c:pt idx="58784">
                  <c:v>0.68037037036992842</c:v>
                </c:pt>
                <c:pt idx="58785">
                  <c:v>0.68038194443943212</c:v>
                </c:pt>
                <c:pt idx="58786">
                  <c:v>0.68039351851621177</c:v>
                </c:pt>
                <c:pt idx="58787">
                  <c:v>0.68040509259299142</c:v>
                </c:pt>
                <c:pt idx="58788">
                  <c:v>0.68041666666249512</c:v>
                </c:pt>
                <c:pt idx="58789">
                  <c:v>0.68042824073927477</c:v>
                </c:pt>
                <c:pt idx="58790">
                  <c:v>0.68043981481605442</c:v>
                </c:pt>
                <c:pt idx="58791">
                  <c:v>0.68045138888555812</c:v>
                </c:pt>
                <c:pt idx="58792">
                  <c:v>0.68046296296233777</c:v>
                </c:pt>
                <c:pt idx="58793">
                  <c:v>0.68047453703184146</c:v>
                </c:pt>
                <c:pt idx="58794">
                  <c:v>0.68048611110862112</c:v>
                </c:pt>
                <c:pt idx="58795">
                  <c:v>0.68049768518540077</c:v>
                </c:pt>
                <c:pt idx="58796">
                  <c:v>0.68050925925490446</c:v>
                </c:pt>
                <c:pt idx="58797">
                  <c:v>0.68052083333168412</c:v>
                </c:pt>
                <c:pt idx="58798">
                  <c:v>0.68053240740846377</c:v>
                </c:pt>
                <c:pt idx="58799">
                  <c:v>0.68054398147796746</c:v>
                </c:pt>
                <c:pt idx="58800">
                  <c:v>0.68055555555474712</c:v>
                </c:pt>
                <c:pt idx="58801">
                  <c:v>0.68056712962425081</c:v>
                </c:pt>
                <c:pt idx="58802">
                  <c:v>0.68057870370103046</c:v>
                </c:pt>
                <c:pt idx="58803">
                  <c:v>0.68059027777781012</c:v>
                </c:pt>
                <c:pt idx="58804">
                  <c:v>0.68060185184731381</c:v>
                </c:pt>
                <c:pt idx="58805">
                  <c:v>0.68061342592409346</c:v>
                </c:pt>
                <c:pt idx="58806">
                  <c:v>0.68062500000087311</c:v>
                </c:pt>
                <c:pt idx="58807">
                  <c:v>0.68063657407037681</c:v>
                </c:pt>
                <c:pt idx="58808">
                  <c:v>0.68064814814715646</c:v>
                </c:pt>
                <c:pt idx="58809">
                  <c:v>0.68065972221666016</c:v>
                </c:pt>
                <c:pt idx="58810">
                  <c:v>0.68067129629343981</c:v>
                </c:pt>
                <c:pt idx="58811">
                  <c:v>0.68068287037021946</c:v>
                </c:pt>
                <c:pt idx="58812">
                  <c:v>0.68069444443972316</c:v>
                </c:pt>
                <c:pt idx="58813">
                  <c:v>0.68070601851650281</c:v>
                </c:pt>
                <c:pt idx="58814">
                  <c:v>0.68071759259328246</c:v>
                </c:pt>
                <c:pt idx="58815">
                  <c:v>0.68072916666278616</c:v>
                </c:pt>
                <c:pt idx="58816">
                  <c:v>0.68074074073956581</c:v>
                </c:pt>
                <c:pt idx="58817">
                  <c:v>0.6807523148090695</c:v>
                </c:pt>
                <c:pt idx="58818">
                  <c:v>0.68076388888584916</c:v>
                </c:pt>
                <c:pt idx="58819">
                  <c:v>0.68077546296262881</c:v>
                </c:pt>
                <c:pt idx="58820">
                  <c:v>0.6807870370321325</c:v>
                </c:pt>
                <c:pt idx="58821">
                  <c:v>0.68079861110891216</c:v>
                </c:pt>
                <c:pt idx="58822">
                  <c:v>0.68081018518569181</c:v>
                </c:pt>
                <c:pt idx="58823">
                  <c:v>0.6808217592551955</c:v>
                </c:pt>
                <c:pt idx="58824">
                  <c:v>0.68083333333197515</c:v>
                </c:pt>
                <c:pt idx="58825">
                  <c:v>0.68084490740147885</c:v>
                </c:pt>
                <c:pt idx="58826">
                  <c:v>0.6808564814782585</c:v>
                </c:pt>
                <c:pt idx="58827">
                  <c:v>0.68086805555503815</c:v>
                </c:pt>
                <c:pt idx="58828">
                  <c:v>0.68087962962454185</c:v>
                </c:pt>
                <c:pt idx="58829">
                  <c:v>0.6808912037013215</c:v>
                </c:pt>
                <c:pt idx="58830">
                  <c:v>0.68090277777810115</c:v>
                </c:pt>
                <c:pt idx="58831">
                  <c:v>0.68091435184760485</c:v>
                </c:pt>
                <c:pt idx="58832">
                  <c:v>0.6809259259243845</c:v>
                </c:pt>
                <c:pt idx="58833">
                  <c:v>0.68093750000116415</c:v>
                </c:pt>
                <c:pt idx="58834">
                  <c:v>0.68094907407066785</c:v>
                </c:pt>
                <c:pt idx="58835">
                  <c:v>0.6809606481474475</c:v>
                </c:pt>
                <c:pt idx="58836">
                  <c:v>0.6809722222169512</c:v>
                </c:pt>
                <c:pt idx="58837">
                  <c:v>0.68098379629373085</c:v>
                </c:pt>
                <c:pt idx="58838">
                  <c:v>0.6809953703705105</c:v>
                </c:pt>
                <c:pt idx="58839">
                  <c:v>0.68100694444001419</c:v>
                </c:pt>
                <c:pt idx="58840">
                  <c:v>0.68101851851679385</c:v>
                </c:pt>
                <c:pt idx="58841">
                  <c:v>0.6810300925935735</c:v>
                </c:pt>
                <c:pt idx="58842">
                  <c:v>0.68104166666307719</c:v>
                </c:pt>
                <c:pt idx="58843">
                  <c:v>0.68105324073985685</c:v>
                </c:pt>
                <c:pt idx="58844">
                  <c:v>0.68106481480936054</c:v>
                </c:pt>
                <c:pt idx="58845">
                  <c:v>0.68107638888614019</c:v>
                </c:pt>
                <c:pt idx="58846">
                  <c:v>0.68108796296291985</c:v>
                </c:pt>
                <c:pt idx="58847">
                  <c:v>0.68109953703242354</c:v>
                </c:pt>
                <c:pt idx="58848">
                  <c:v>0.68111111110920319</c:v>
                </c:pt>
                <c:pt idx="58849">
                  <c:v>0.68112268518598285</c:v>
                </c:pt>
                <c:pt idx="58850">
                  <c:v>0.68113425925548654</c:v>
                </c:pt>
                <c:pt idx="58851">
                  <c:v>0.68114583333226619</c:v>
                </c:pt>
                <c:pt idx="58852">
                  <c:v>0.68115740740176989</c:v>
                </c:pt>
                <c:pt idx="58853">
                  <c:v>0.68116898147854954</c:v>
                </c:pt>
                <c:pt idx="58854">
                  <c:v>0.68118055555532919</c:v>
                </c:pt>
                <c:pt idx="58855">
                  <c:v>0.68119212962483289</c:v>
                </c:pt>
                <c:pt idx="58856">
                  <c:v>0.68120370370161254</c:v>
                </c:pt>
                <c:pt idx="58857">
                  <c:v>0.68121527777839219</c:v>
                </c:pt>
                <c:pt idx="58858">
                  <c:v>0.68122685184789589</c:v>
                </c:pt>
                <c:pt idx="58859">
                  <c:v>0.68123842592467554</c:v>
                </c:pt>
                <c:pt idx="58860">
                  <c:v>0.68124999999417923</c:v>
                </c:pt>
                <c:pt idx="58861">
                  <c:v>0.68126157407095889</c:v>
                </c:pt>
                <c:pt idx="58862">
                  <c:v>0.68127314814773854</c:v>
                </c:pt>
                <c:pt idx="58863">
                  <c:v>0.68128472221724223</c:v>
                </c:pt>
                <c:pt idx="58864">
                  <c:v>0.68129629629402189</c:v>
                </c:pt>
                <c:pt idx="58865">
                  <c:v>0.68130787037080154</c:v>
                </c:pt>
                <c:pt idx="58866">
                  <c:v>0.68131944444030523</c:v>
                </c:pt>
                <c:pt idx="58867">
                  <c:v>0.68133101851708489</c:v>
                </c:pt>
                <c:pt idx="58868">
                  <c:v>0.68134259259386454</c:v>
                </c:pt>
                <c:pt idx="58869">
                  <c:v>0.68135416666336823</c:v>
                </c:pt>
                <c:pt idx="58870">
                  <c:v>0.68136574074014788</c:v>
                </c:pt>
                <c:pt idx="58871">
                  <c:v>0.68137731480965158</c:v>
                </c:pt>
                <c:pt idx="58872">
                  <c:v>0.68138888888643123</c:v>
                </c:pt>
                <c:pt idx="58873">
                  <c:v>0.68140046296321088</c:v>
                </c:pt>
                <c:pt idx="58874">
                  <c:v>0.68141203703271458</c:v>
                </c:pt>
                <c:pt idx="58875">
                  <c:v>0.68142361110949423</c:v>
                </c:pt>
                <c:pt idx="58876">
                  <c:v>0.68143518518627388</c:v>
                </c:pt>
                <c:pt idx="58877">
                  <c:v>0.68144675925577758</c:v>
                </c:pt>
                <c:pt idx="58878">
                  <c:v>0.68145833333255723</c:v>
                </c:pt>
                <c:pt idx="58879">
                  <c:v>0.68146990740206093</c:v>
                </c:pt>
                <c:pt idx="58880">
                  <c:v>0.68148148147884058</c:v>
                </c:pt>
                <c:pt idx="58881">
                  <c:v>0.68149305555562023</c:v>
                </c:pt>
                <c:pt idx="58882">
                  <c:v>0.68150462962512393</c:v>
                </c:pt>
                <c:pt idx="58883">
                  <c:v>0.68151620370190358</c:v>
                </c:pt>
                <c:pt idx="58884">
                  <c:v>0.68152777777868323</c:v>
                </c:pt>
                <c:pt idx="58885">
                  <c:v>0.68153935184818693</c:v>
                </c:pt>
                <c:pt idx="58886">
                  <c:v>0.68155092592496658</c:v>
                </c:pt>
                <c:pt idx="58887">
                  <c:v>0.68156249999447027</c:v>
                </c:pt>
                <c:pt idx="58888">
                  <c:v>0.68157407407124992</c:v>
                </c:pt>
                <c:pt idx="58889">
                  <c:v>0.68158564814802958</c:v>
                </c:pt>
                <c:pt idx="58890">
                  <c:v>0.68159722221753327</c:v>
                </c:pt>
                <c:pt idx="58891">
                  <c:v>0.68160879629431292</c:v>
                </c:pt>
                <c:pt idx="58892">
                  <c:v>0.68162037037109258</c:v>
                </c:pt>
                <c:pt idx="58893">
                  <c:v>0.68163194444059627</c:v>
                </c:pt>
                <c:pt idx="58894">
                  <c:v>0.68164351851737592</c:v>
                </c:pt>
                <c:pt idx="58895">
                  <c:v>0.68165509258687962</c:v>
                </c:pt>
                <c:pt idx="58896">
                  <c:v>0.68166666666365927</c:v>
                </c:pt>
                <c:pt idx="58897">
                  <c:v>0.68167824074043892</c:v>
                </c:pt>
                <c:pt idx="58898">
                  <c:v>0.68168981480994262</c:v>
                </c:pt>
                <c:pt idx="58899">
                  <c:v>0.68170138888672227</c:v>
                </c:pt>
                <c:pt idx="58900">
                  <c:v>0.68171296296350192</c:v>
                </c:pt>
                <c:pt idx="58901">
                  <c:v>0.68172453703300562</c:v>
                </c:pt>
                <c:pt idx="58902">
                  <c:v>0.68173611110978527</c:v>
                </c:pt>
                <c:pt idx="58903">
                  <c:v>0.68174768517928896</c:v>
                </c:pt>
                <c:pt idx="58904">
                  <c:v>0.68175925925606862</c:v>
                </c:pt>
                <c:pt idx="58905">
                  <c:v>0.68177083333284827</c:v>
                </c:pt>
                <c:pt idx="58906">
                  <c:v>0.68178240740235196</c:v>
                </c:pt>
                <c:pt idx="58907">
                  <c:v>0.68179398147913162</c:v>
                </c:pt>
                <c:pt idx="58908">
                  <c:v>0.68180555555591127</c:v>
                </c:pt>
                <c:pt idx="58909">
                  <c:v>0.68181712962541496</c:v>
                </c:pt>
                <c:pt idx="58910">
                  <c:v>0.68182870370219462</c:v>
                </c:pt>
                <c:pt idx="58911">
                  <c:v>0.68184027777897427</c:v>
                </c:pt>
                <c:pt idx="58912">
                  <c:v>0.68185185184847796</c:v>
                </c:pt>
                <c:pt idx="58913">
                  <c:v>0.68186342592525762</c:v>
                </c:pt>
                <c:pt idx="58914">
                  <c:v>0.68187499999476131</c:v>
                </c:pt>
                <c:pt idx="58915">
                  <c:v>0.68188657407154096</c:v>
                </c:pt>
                <c:pt idx="58916">
                  <c:v>0.68189814814832062</c:v>
                </c:pt>
                <c:pt idx="58917">
                  <c:v>0.68190972221782431</c:v>
                </c:pt>
                <c:pt idx="58918">
                  <c:v>0.68192129629460396</c:v>
                </c:pt>
                <c:pt idx="58919">
                  <c:v>0.68193287037138361</c:v>
                </c:pt>
                <c:pt idx="58920">
                  <c:v>0.68194444444088731</c:v>
                </c:pt>
                <c:pt idx="58921">
                  <c:v>0.68195601851766696</c:v>
                </c:pt>
                <c:pt idx="58922">
                  <c:v>0.68196759258717066</c:v>
                </c:pt>
                <c:pt idx="58923">
                  <c:v>0.68197916666395031</c:v>
                </c:pt>
                <c:pt idx="58924">
                  <c:v>0.68199074074072996</c:v>
                </c:pt>
                <c:pt idx="58925">
                  <c:v>0.68200231481023366</c:v>
                </c:pt>
                <c:pt idx="58926">
                  <c:v>0.68201388888701331</c:v>
                </c:pt>
                <c:pt idx="58927">
                  <c:v>0.68202546296379296</c:v>
                </c:pt>
                <c:pt idx="58928">
                  <c:v>0.68203703703329666</c:v>
                </c:pt>
                <c:pt idx="58929">
                  <c:v>0.68204861111007631</c:v>
                </c:pt>
                <c:pt idx="58930">
                  <c:v>0.68206018517958</c:v>
                </c:pt>
                <c:pt idx="58931">
                  <c:v>0.68207175925635966</c:v>
                </c:pt>
                <c:pt idx="58932">
                  <c:v>0.68208333333313931</c:v>
                </c:pt>
                <c:pt idx="58933">
                  <c:v>0.682094907402643</c:v>
                </c:pt>
                <c:pt idx="58934">
                  <c:v>0.68210648147942265</c:v>
                </c:pt>
                <c:pt idx="58935">
                  <c:v>0.68211805555620231</c:v>
                </c:pt>
                <c:pt idx="58936">
                  <c:v>0.682129629625706</c:v>
                </c:pt>
                <c:pt idx="58937">
                  <c:v>0.68214120370248565</c:v>
                </c:pt>
                <c:pt idx="58938">
                  <c:v>0.68215277777198935</c:v>
                </c:pt>
                <c:pt idx="58939">
                  <c:v>0.682164351848769</c:v>
                </c:pt>
                <c:pt idx="58940">
                  <c:v>0.68217592592554865</c:v>
                </c:pt>
                <c:pt idx="58941">
                  <c:v>0.68218749999505235</c:v>
                </c:pt>
                <c:pt idx="58942">
                  <c:v>0.682199074071832</c:v>
                </c:pt>
                <c:pt idx="58943">
                  <c:v>0.68221064814861165</c:v>
                </c:pt>
                <c:pt idx="58944">
                  <c:v>0.68222222221811535</c:v>
                </c:pt>
                <c:pt idx="58945">
                  <c:v>0.682233796294895</c:v>
                </c:pt>
                <c:pt idx="58946">
                  <c:v>0.68224537037167465</c:v>
                </c:pt>
                <c:pt idx="58947">
                  <c:v>0.68225694444117835</c:v>
                </c:pt>
                <c:pt idx="58948">
                  <c:v>0.682268518517958</c:v>
                </c:pt>
                <c:pt idx="58949">
                  <c:v>0.6822800925874617</c:v>
                </c:pt>
                <c:pt idx="58950">
                  <c:v>0.68229166666424135</c:v>
                </c:pt>
                <c:pt idx="58951">
                  <c:v>0.682303240741021</c:v>
                </c:pt>
                <c:pt idx="58952">
                  <c:v>0.68231481481052469</c:v>
                </c:pt>
                <c:pt idx="58953">
                  <c:v>0.68232638888730435</c:v>
                </c:pt>
                <c:pt idx="58954">
                  <c:v>0.682337962964084</c:v>
                </c:pt>
                <c:pt idx="58955">
                  <c:v>0.68234953703358769</c:v>
                </c:pt>
                <c:pt idx="58956">
                  <c:v>0.68236111111036735</c:v>
                </c:pt>
                <c:pt idx="58957">
                  <c:v>0.68237268517987104</c:v>
                </c:pt>
                <c:pt idx="58958">
                  <c:v>0.68238425925665069</c:v>
                </c:pt>
                <c:pt idx="58959">
                  <c:v>0.68239583333343035</c:v>
                </c:pt>
                <c:pt idx="58960">
                  <c:v>0.68240740740293404</c:v>
                </c:pt>
                <c:pt idx="58961">
                  <c:v>0.68241898147971369</c:v>
                </c:pt>
                <c:pt idx="58962">
                  <c:v>0.68243055555649335</c:v>
                </c:pt>
                <c:pt idx="58963">
                  <c:v>0.68244212962599704</c:v>
                </c:pt>
                <c:pt idx="58964">
                  <c:v>0.68245370370277669</c:v>
                </c:pt>
                <c:pt idx="58965">
                  <c:v>0.68246527777228039</c:v>
                </c:pt>
                <c:pt idx="58966">
                  <c:v>0.68247685184906004</c:v>
                </c:pt>
                <c:pt idx="58967">
                  <c:v>0.68248842592583969</c:v>
                </c:pt>
                <c:pt idx="58968">
                  <c:v>0.68249999999534339</c:v>
                </c:pt>
                <c:pt idx="58969">
                  <c:v>0.68251157407212304</c:v>
                </c:pt>
                <c:pt idx="58970">
                  <c:v>0.68252314814890269</c:v>
                </c:pt>
                <c:pt idx="58971">
                  <c:v>0.68253472221840639</c:v>
                </c:pt>
                <c:pt idx="58972">
                  <c:v>0.68254629629518604</c:v>
                </c:pt>
                <c:pt idx="58973">
                  <c:v>0.68255787036468973</c:v>
                </c:pt>
                <c:pt idx="58974">
                  <c:v>0.68256944444146939</c:v>
                </c:pt>
                <c:pt idx="58975">
                  <c:v>0.68258101851824904</c:v>
                </c:pt>
                <c:pt idx="58976">
                  <c:v>0.68259259258775273</c:v>
                </c:pt>
                <c:pt idx="58977">
                  <c:v>0.68260416666453239</c:v>
                </c:pt>
                <c:pt idx="58978">
                  <c:v>0.68261574074131204</c:v>
                </c:pt>
                <c:pt idx="58979">
                  <c:v>0.68262731481081573</c:v>
                </c:pt>
                <c:pt idx="58980">
                  <c:v>0.68263888888759539</c:v>
                </c:pt>
                <c:pt idx="58981">
                  <c:v>0.68265046295709908</c:v>
                </c:pt>
                <c:pt idx="58982">
                  <c:v>0.68266203703387873</c:v>
                </c:pt>
                <c:pt idx="58983">
                  <c:v>0.68267361111065838</c:v>
                </c:pt>
                <c:pt idx="58984">
                  <c:v>0.68268518518016208</c:v>
                </c:pt>
                <c:pt idx="58985">
                  <c:v>0.68269675925694173</c:v>
                </c:pt>
                <c:pt idx="58986">
                  <c:v>0.68270833333372138</c:v>
                </c:pt>
                <c:pt idx="58987">
                  <c:v>0.68271990740322508</c:v>
                </c:pt>
                <c:pt idx="58988">
                  <c:v>0.68273148148000473</c:v>
                </c:pt>
                <c:pt idx="58989">
                  <c:v>0.68274305555678438</c:v>
                </c:pt>
                <c:pt idx="58990">
                  <c:v>0.68275462962628808</c:v>
                </c:pt>
                <c:pt idx="58991">
                  <c:v>0.68276620370306773</c:v>
                </c:pt>
                <c:pt idx="58992">
                  <c:v>0.68277777777257143</c:v>
                </c:pt>
                <c:pt idx="58993">
                  <c:v>0.68278935184935108</c:v>
                </c:pt>
                <c:pt idx="58994">
                  <c:v>0.68280092592613073</c:v>
                </c:pt>
                <c:pt idx="58995">
                  <c:v>0.68281249999563443</c:v>
                </c:pt>
                <c:pt idx="58996">
                  <c:v>0.68282407407241408</c:v>
                </c:pt>
                <c:pt idx="58997">
                  <c:v>0.68283564814919373</c:v>
                </c:pt>
                <c:pt idx="58998">
                  <c:v>0.68284722221869742</c:v>
                </c:pt>
                <c:pt idx="58999">
                  <c:v>0.68285879629547708</c:v>
                </c:pt>
                <c:pt idx="59000">
                  <c:v>0.68287037036498077</c:v>
                </c:pt>
                <c:pt idx="59001">
                  <c:v>0.68288194444176042</c:v>
                </c:pt>
                <c:pt idx="59002">
                  <c:v>0.68289351851854008</c:v>
                </c:pt>
                <c:pt idx="59003">
                  <c:v>0.68290509258804377</c:v>
                </c:pt>
                <c:pt idx="59004">
                  <c:v>0.68291666666482342</c:v>
                </c:pt>
                <c:pt idx="59005">
                  <c:v>0.68292824074160308</c:v>
                </c:pt>
                <c:pt idx="59006">
                  <c:v>0.68293981481110677</c:v>
                </c:pt>
                <c:pt idx="59007">
                  <c:v>0.68295138888788642</c:v>
                </c:pt>
                <c:pt idx="59008">
                  <c:v>0.68296296295739012</c:v>
                </c:pt>
                <c:pt idx="59009">
                  <c:v>0.68297453703416977</c:v>
                </c:pt>
                <c:pt idx="59010">
                  <c:v>0.68298611111094942</c:v>
                </c:pt>
                <c:pt idx="59011">
                  <c:v>0.68299768518045312</c:v>
                </c:pt>
                <c:pt idx="59012">
                  <c:v>0.68300925925723277</c:v>
                </c:pt>
                <c:pt idx="59013">
                  <c:v>0.68302083333401242</c:v>
                </c:pt>
                <c:pt idx="59014">
                  <c:v>0.68303240740351612</c:v>
                </c:pt>
                <c:pt idx="59015">
                  <c:v>0.68304398148029577</c:v>
                </c:pt>
                <c:pt idx="59016">
                  <c:v>0.68305555554979946</c:v>
                </c:pt>
                <c:pt idx="59017">
                  <c:v>0.68306712962657912</c:v>
                </c:pt>
                <c:pt idx="59018">
                  <c:v>0.68307870370335877</c:v>
                </c:pt>
                <c:pt idx="59019">
                  <c:v>0.68309027777286246</c:v>
                </c:pt>
                <c:pt idx="59020">
                  <c:v>0.68310185184964212</c:v>
                </c:pt>
                <c:pt idx="59021">
                  <c:v>0.68311342592642177</c:v>
                </c:pt>
                <c:pt idx="59022">
                  <c:v>0.68312499999592546</c:v>
                </c:pt>
                <c:pt idx="59023">
                  <c:v>0.68313657407270512</c:v>
                </c:pt>
                <c:pt idx="59024">
                  <c:v>0.68314814814948477</c:v>
                </c:pt>
                <c:pt idx="59025">
                  <c:v>0.68315972221898846</c:v>
                </c:pt>
                <c:pt idx="59026">
                  <c:v>0.68317129629576812</c:v>
                </c:pt>
                <c:pt idx="59027">
                  <c:v>0.68318287036527181</c:v>
                </c:pt>
                <c:pt idx="59028">
                  <c:v>0.68319444444205146</c:v>
                </c:pt>
                <c:pt idx="59029">
                  <c:v>0.68320601851883112</c:v>
                </c:pt>
                <c:pt idx="59030">
                  <c:v>0.68321759258833481</c:v>
                </c:pt>
                <c:pt idx="59031">
                  <c:v>0.68322916666511446</c:v>
                </c:pt>
                <c:pt idx="59032">
                  <c:v>0.68324074074189411</c:v>
                </c:pt>
                <c:pt idx="59033">
                  <c:v>0.68325231481139781</c:v>
                </c:pt>
                <c:pt idx="59034">
                  <c:v>0.68326388888817746</c:v>
                </c:pt>
                <c:pt idx="59035">
                  <c:v>0.68327546295768116</c:v>
                </c:pt>
                <c:pt idx="59036">
                  <c:v>0.68328703703446081</c:v>
                </c:pt>
                <c:pt idx="59037">
                  <c:v>0.68329861111124046</c:v>
                </c:pt>
                <c:pt idx="59038">
                  <c:v>0.68331018518074416</c:v>
                </c:pt>
                <c:pt idx="59039">
                  <c:v>0.68332175925752381</c:v>
                </c:pt>
                <c:pt idx="59040">
                  <c:v>0.68333333333430346</c:v>
                </c:pt>
                <c:pt idx="59041">
                  <c:v>0.68334490740380716</c:v>
                </c:pt>
                <c:pt idx="59042">
                  <c:v>0.68335648148058681</c:v>
                </c:pt>
                <c:pt idx="59043">
                  <c:v>0.6833680555500905</c:v>
                </c:pt>
                <c:pt idx="59044">
                  <c:v>0.68337962962687016</c:v>
                </c:pt>
                <c:pt idx="59045">
                  <c:v>0.68339120370364981</c:v>
                </c:pt>
                <c:pt idx="59046">
                  <c:v>0.6834027777731535</c:v>
                </c:pt>
                <c:pt idx="59047">
                  <c:v>0.68341435184993315</c:v>
                </c:pt>
                <c:pt idx="59048">
                  <c:v>0.68342592592671281</c:v>
                </c:pt>
                <c:pt idx="59049">
                  <c:v>0.6834374999962165</c:v>
                </c:pt>
                <c:pt idx="59050">
                  <c:v>0.68344907407299615</c:v>
                </c:pt>
                <c:pt idx="59051">
                  <c:v>0.68346064814249985</c:v>
                </c:pt>
                <c:pt idx="59052">
                  <c:v>0.6834722222192795</c:v>
                </c:pt>
                <c:pt idx="59053">
                  <c:v>0.68348379629605915</c:v>
                </c:pt>
                <c:pt idx="59054">
                  <c:v>0.68349537036556285</c:v>
                </c:pt>
                <c:pt idx="59055">
                  <c:v>0.6835069444423425</c:v>
                </c:pt>
                <c:pt idx="59056">
                  <c:v>0.68351851851912215</c:v>
                </c:pt>
                <c:pt idx="59057">
                  <c:v>0.68353009258862585</c:v>
                </c:pt>
                <c:pt idx="59058">
                  <c:v>0.6835416666654055</c:v>
                </c:pt>
                <c:pt idx="59059">
                  <c:v>0.6835532407349092</c:v>
                </c:pt>
                <c:pt idx="59060">
                  <c:v>0.68356481481168885</c:v>
                </c:pt>
                <c:pt idx="59061">
                  <c:v>0.6835763888884685</c:v>
                </c:pt>
                <c:pt idx="59062">
                  <c:v>0.68358796295797219</c:v>
                </c:pt>
                <c:pt idx="59063">
                  <c:v>0.68359953703475185</c:v>
                </c:pt>
                <c:pt idx="59064">
                  <c:v>0.6836111111115315</c:v>
                </c:pt>
                <c:pt idx="59065">
                  <c:v>0.68362268518103519</c:v>
                </c:pt>
                <c:pt idx="59066">
                  <c:v>0.68363425925781485</c:v>
                </c:pt>
                <c:pt idx="59067">
                  <c:v>0.6836458333345945</c:v>
                </c:pt>
                <c:pt idx="59068">
                  <c:v>0.68365740740409819</c:v>
                </c:pt>
                <c:pt idx="59069">
                  <c:v>0.68366898148087785</c:v>
                </c:pt>
                <c:pt idx="59070">
                  <c:v>0.68368055555038154</c:v>
                </c:pt>
                <c:pt idx="59071">
                  <c:v>0.68369212962716119</c:v>
                </c:pt>
                <c:pt idx="59072">
                  <c:v>0.68370370370394085</c:v>
                </c:pt>
                <c:pt idx="59073">
                  <c:v>0.68371527777344454</c:v>
                </c:pt>
                <c:pt idx="59074">
                  <c:v>0.68372685185022419</c:v>
                </c:pt>
                <c:pt idx="59075">
                  <c:v>0.68373842592700385</c:v>
                </c:pt>
                <c:pt idx="59076">
                  <c:v>0.68374999999650754</c:v>
                </c:pt>
                <c:pt idx="59077">
                  <c:v>0.68376157407328719</c:v>
                </c:pt>
                <c:pt idx="59078">
                  <c:v>0.68377314814279089</c:v>
                </c:pt>
                <c:pt idx="59079">
                  <c:v>0.68378472221957054</c:v>
                </c:pt>
                <c:pt idx="59080">
                  <c:v>0.68379629629635019</c:v>
                </c:pt>
                <c:pt idx="59081">
                  <c:v>0.68380787036585389</c:v>
                </c:pt>
                <c:pt idx="59082">
                  <c:v>0.68381944444263354</c:v>
                </c:pt>
                <c:pt idx="59083">
                  <c:v>0.68383101851941319</c:v>
                </c:pt>
                <c:pt idx="59084">
                  <c:v>0.68384259258891689</c:v>
                </c:pt>
                <c:pt idx="59085">
                  <c:v>0.68385416666569654</c:v>
                </c:pt>
                <c:pt idx="59086">
                  <c:v>0.68386574073520023</c:v>
                </c:pt>
                <c:pt idx="59087">
                  <c:v>0.68387731481197989</c:v>
                </c:pt>
                <c:pt idx="59088">
                  <c:v>0.68388888888875954</c:v>
                </c:pt>
                <c:pt idx="59089">
                  <c:v>0.68390046295826323</c:v>
                </c:pt>
                <c:pt idx="59090">
                  <c:v>0.68391203703504289</c:v>
                </c:pt>
                <c:pt idx="59091">
                  <c:v>0.68392361111182254</c:v>
                </c:pt>
                <c:pt idx="59092">
                  <c:v>0.68393518518132623</c:v>
                </c:pt>
                <c:pt idx="59093">
                  <c:v>0.68394675925810589</c:v>
                </c:pt>
                <c:pt idx="59094">
                  <c:v>0.68395833332760958</c:v>
                </c:pt>
                <c:pt idx="59095">
                  <c:v>0.68396990740438923</c:v>
                </c:pt>
                <c:pt idx="59096">
                  <c:v>0.68398148148116888</c:v>
                </c:pt>
                <c:pt idx="59097">
                  <c:v>0.68399305555067258</c:v>
                </c:pt>
                <c:pt idx="59098">
                  <c:v>0.68400462962745223</c:v>
                </c:pt>
                <c:pt idx="59099">
                  <c:v>0.68401620370423188</c:v>
                </c:pt>
                <c:pt idx="59100">
                  <c:v>0.68402777777373558</c:v>
                </c:pt>
                <c:pt idx="59101">
                  <c:v>0.68403935185051523</c:v>
                </c:pt>
                <c:pt idx="59102">
                  <c:v>0.68405092592001893</c:v>
                </c:pt>
                <c:pt idx="59103">
                  <c:v>0.68406249999679858</c:v>
                </c:pt>
                <c:pt idx="59104">
                  <c:v>0.68407407407357823</c:v>
                </c:pt>
                <c:pt idx="59105">
                  <c:v>0.68408564814308193</c:v>
                </c:pt>
                <c:pt idx="59106">
                  <c:v>0.68409722221986158</c:v>
                </c:pt>
                <c:pt idx="59107">
                  <c:v>0.68410879629664123</c:v>
                </c:pt>
                <c:pt idx="59108">
                  <c:v>0.68412037036614493</c:v>
                </c:pt>
                <c:pt idx="59109">
                  <c:v>0.68413194444292458</c:v>
                </c:pt>
                <c:pt idx="59110">
                  <c:v>0.68414351851970423</c:v>
                </c:pt>
                <c:pt idx="59111">
                  <c:v>0.68415509258920792</c:v>
                </c:pt>
                <c:pt idx="59112">
                  <c:v>0.68416666666598758</c:v>
                </c:pt>
                <c:pt idx="59113">
                  <c:v>0.68417824073549127</c:v>
                </c:pt>
                <c:pt idx="59114">
                  <c:v>0.68418981481227092</c:v>
                </c:pt>
                <c:pt idx="59115">
                  <c:v>0.68420138888905058</c:v>
                </c:pt>
                <c:pt idx="59116">
                  <c:v>0.68421296295855427</c:v>
                </c:pt>
                <c:pt idx="59117">
                  <c:v>0.68422453703533392</c:v>
                </c:pt>
                <c:pt idx="59118">
                  <c:v>0.68423611111211358</c:v>
                </c:pt>
                <c:pt idx="59119">
                  <c:v>0.68424768518161727</c:v>
                </c:pt>
                <c:pt idx="59120">
                  <c:v>0.68425925925839692</c:v>
                </c:pt>
                <c:pt idx="59121">
                  <c:v>0.68427083332790062</c:v>
                </c:pt>
                <c:pt idx="59122">
                  <c:v>0.68428240740468027</c:v>
                </c:pt>
                <c:pt idx="59123">
                  <c:v>0.68429398148145992</c:v>
                </c:pt>
                <c:pt idx="59124">
                  <c:v>0.68430555555096362</c:v>
                </c:pt>
                <c:pt idx="59125">
                  <c:v>0.68431712962774327</c:v>
                </c:pt>
                <c:pt idx="59126">
                  <c:v>0.68432870370452292</c:v>
                </c:pt>
                <c:pt idx="59127">
                  <c:v>0.68434027777402662</c:v>
                </c:pt>
                <c:pt idx="59128">
                  <c:v>0.68435185185080627</c:v>
                </c:pt>
                <c:pt idx="59129">
                  <c:v>0.68436342592030996</c:v>
                </c:pt>
                <c:pt idx="59130">
                  <c:v>0.68437499999708962</c:v>
                </c:pt>
                <c:pt idx="59131">
                  <c:v>0.68438657407386927</c:v>
                </c:pt>
                <c:pt idx="59132">
                  <c:v>0.68439814814337296</c:v>
                </c:pt>
                <c:pt idx="59133">
                  <c:v>0.68440972222015262</c:v>
                </c:pt>
                <c:pt idx="59134">
                  <c:v>0.68442129629693227</c:v>
                </c:pt>
                <c:pt idx="59135">
                  <c:v>0.68443287036643596</c:v>
                </c:pt>
                <c:pt idx="59136">
                  <c:v>0.68444444444321562</c:v>
                </c:pt>
                <c:pt idx="59137">
                  <c:v>0.68445601851271931</c:v>
                </c:pt>
                <c:pt idx="59138">
                  <c:v>0.68446759258949896</c:v>
                </c:pt>
                <c:pt idx="59139">
                  <c:v>0.68447916666627862</c:v>
                </c:pt>
                <c:pt idx="59140">
                  <c:v>0.68449074073578231</c:v>
                </c:pt>
                <c:pt idx="59141">
                  <c:v>0.68450231481256196</c:v>
                </c:pt>
                <c:pt idx="59142">
                  <c:v>0.68451388888934162</c:v>
                </c:pt>
                <c:pt idx="59143">
                  <c:v>0.68452546295884531</c:v>
                </c:pt>
                <c:pt idx="59144">
                  <c:v>0.68453703703562496</c:v>
                </c:pt>
                <c:pt idx="59145">
                  <c:v>0.68454861111240461</c:v>
                </c:pt>
                <c:pt idx="59146">
                  <c:v>0.68456018518190831</c:v>
                </c:pt>
                <c:pt idx="59147">
                  <c:v>0.68457175925868796</c:v>
                </c:pt>
                <c:pt idx="59148">
                  <c:v>0.68458333332819166</c:v>
                </c:pt>
                <c:pt idx="59149">
                  <c:v>0.68459490740497131</c:v>
                </c:pt>
                <c:pt idx="59150">
                  <c:v>0.68460648148175096</c:v>
                </c:pt>
                <c:pt idx="59151">
                  <c:v>0.68461805555125466</c:v>
                </c:pt>
                <c:pt idx="59152">
                  <c:v>0.68462962962803431</c:v>
                </c:pt>
                <c:pt idx="59153">
                  <c:v>0.68464120370481396</c:v>
                </c:pt>
                <c:pt idx="59154">
                  <c:v>0.68465277777431766</c:v>
                </c:pt>
                <c:pt idx="59155">
                  <c:v>0.68466435185109731</c:v>
                </c:pt>
                <c:pt idx="59156">
                  <c:v>0.684675925920601</c:v>
                </c:pt>
                <c:pt idx="59157">
                  <c:v>0.68468749999738066</c:v>
                </c:pt>
                <c:pt idx="59158">
                  <c:v>0.68469907407416031</c:v>
                </c:pt>
                <c:pt idx="59159">
                  <c:v>0.684710648143664</c:v>
                </c:pt>
                <c:pt idx="59160">
                  <c:v>0.68472222222044365</c:v>
                </c:pt>
                <c:pt idx="59161">
                  <c:v>0.68473379629722331</c:v>
                </c:pt>
                <c:pt idx="59162">
                  <c:v>0.684745370366727</c:v>
                </c:pt>
                <c:pt idx="59163">
                  <c:v>0.68475694444350665</c:v>
                </c:pt>
                <c:pt idx="59164">
                  <c:v>0.68476851851301035</c:v>
                </c:pt>
                <c:pt idx="59165">
                  <c:v>0.68478009258979</c:v>
                </c:pt>
                <c:pt idx="59166">
                  <c:v>0.68479166666656965</c:v>
                </c:pt>
                <c:pt idx="59167">
                  <c:v>0.68480324073607335</c:v>
                </c:pt>
                <c:pt idx="59168">
                  <c:v>0.684814814812853</c:v>
                </c:pt>
                <c:pt idx="59169">
                  <c:v>0.68482638888963265</c:v>
                </c:pt>
                <c:pt idx="59170">
                  <c:v>0.68483796295913635</c:v>
                </c:pt>
                <c:pt idx="59171">
                  <c:v>0.684849537035916</c:v>
                </c:pt>
                <c:pt idx="59172">
                  <c:v>0.6848611111054197</c:v>
                </c:pt>
                <c:pt idx="59173">
                  <c:v>0.68487268518219935</c:v>
                </c:pt>
                <c:pt idx="59174">
                  <c:v>0.684884259258979</c:v>
                </c:pt>
                <c:pt idx="59175">
                  <c:v>0.68489583332848269</c:v>
                </c:pt>
                <c:pt idx="59176">
                  <c:v>0.68490740740526235</c:v>
                </c:pt>
                <c:pt idx="59177">
                  <c:v>0.684918981482042</c:v>
                </c:pt>
                <c:pt idx="59178">
                  <c:v>0.68493055555154569</c:v>
                </c:pt>
                <c:pt idx="59179">
                  <c:v>0.68494212962832535</c:v>
                </c:pt>
                <c:pt idx="59180">
                  <c:v>0.68495370369782904</c:v>
                </c:pt>
                <c:pt idx="59181">
                  <c:v>0.68496527777460869</c:v>
                </c:pt>
                <c:pt idx="59182">
                  <c:v>0.68497685185138835</c:v>
                </c:pt>
                <c:pt idx="59183">
                  <c:v>0.68498842592089204</c:v>
                </c:pt>
                <c:pt idx="59184">
                  <c:v>0.68499999999767169</c:v>
                </c:pt>
                <c:pt idx="59185">
                  <c:v>0.68501157407445135</c:v>
                </c:pt>
                <c:pt idx="59186">
                  <c:v>0.68502314814395504</c:v>
                </c:pt>
                <c:pt idx="59187">
                  <c:v>0.68503472222073469</c:v>
                </c:pt>
                <c:pt idx="59188">
                  <c:v>0.68504629629751435</c:v>
                </c:pt>
                <c:pt idx="59189">
                  <c:v>0.68505787036701804</c:v>
                </c:pt>
                <c:pt idx="59190">
                  <c:v>0.68506944444379769</c:v>
                </c:pt>
                <c:pt idx="59191">
                  <c:v>0.68508101851330139</c:v>
                </c:pt>
                <c:pt idx="59192">
                  <c:v>0.68509259259008104</c:v>
                </c:pt>
                <c:pt idx="59193">
                  <c:v>0.68510416666686069</c:v>
                </c:pt>
                <c:pt idx="59194">
                  <c:v>0.68511574073636439</c:v>
                </c:pt>
                <c:pt idx="59195">
                  <c:v>0.68512731481314404</c:v>
                </c:pt>
                <c:pt idx="59196">
                  <c:v>0.68513888888992369</c:v>
                </c:pt>
                <c:pt idx="59197">
                  <c:v>0.68515046295942739</c:v>
                </c:pt>
                <c:pt idx="59198">
                  <c:v>0.68516203703620704</c:v>
                </c:pt>
                <c:pt idx="59199">
                  <c:v>0.68517361110571073</c:v>
                </c:pt>
                <c:pt idx="59200">
                  <c:v>0.68518518518249039</c:v>
                </c:pt>
                <c:pt idx="59201">
                  <c:v>0.68519675925927004</c:v>
                </c:pt>
                <c:pt idx="59202">
                  <c:v>0.68520833332877373</c:v>
                </c:pt>
                <c:pt idx="59203">
                  <c:v>0.68521990740555339</c:v>
                </c:pt>
                <c:pt idx="59204">
                  <c:v>0.68523148148233304</c:v>
                </c:pt>
                <c:pt idx="59205">
                  <c:v>0.68524305555183673</c:v>
                </c:pt>
                <c:pt idx="59206">
                  <c:v>0.68525462962861639</c:v>
                </c:pt>
                <c:pt idx="59207">
                  <c:v>0.68526620369812008</c:v>
                </c:pt>
                <c:pt idx="59208">
                  <c:v>0.68527777777489973</c:v>
                </c:pt>
                <c:pt idx="59209">
                  <c:v>0.68528935185167938</c:v>
                </c:pt>
                <c:pt idx="59210">
                  <c:v>0.68530092592118308</c:v>
                </c:pt>
                <c:pt idx="59211">
                  <c:v>0.68531249999796273</c:v>
                </c:pt>
                <c:pt idx="59212">
                  <c:v>0.68532407407474238</c:v>
                </c:pt>
                <c:pt idx="59213">
                  <c:v>0.68533564814424608</c:v>
                </c:pt>
                <c:pt idx="59214">
                  <c:v>0.68534722222102573</c:v>
                </c:pt>
                <c:pt idx="59215">
                  <c:v>0.68535879629052943</c:v>
                </c:pt>
                <c:pt idx="59216">
                  <c:v>0.68537037036730908</c:v>
                </c:pt>
                <c:pt idx="59217">
                  <c:v>0.68538194444408873</c:v>
                </c:pt>
                <c:pt idx="59218">
                  <c:v>0.68539351851359243</c:v>
                </c:pt>
                <c:pt idx="59219">
                  <c:v>0.68540509259037208</c:v>
                </c:pt>
                <c:pt idx="59220">
                  <c:v>0.68541666666715173</c:v>
                </c:pt>
                <c:pt idx="59221">
                  <c:v>0.68542824073665543</c:v>
                </c:pt>
                <c:pt idx="59222">
                  <c:v>0.68543981481343508</c:v>
                </c:pt>
                <c:pt idx="59223">
                  <c:v>0.68545138889021473</c:v>
                </c:pt>
                <c:pt idx="59224">
                  <c:v>0.68546296295971842</c:v>
                </c:pt>
                <c:pt idx="59225">
                  <c:v>0.68547453703649808</c:v>
                </c:pt>
                <c:pt idx="59226">
                  <c:v>0.68548611110600177</c:v>
                </c:pt>
                <c:pt idx="59227">
                  <c:v>0.68549768518278142</c:v>
                </c:pt>
                <c:pt idx="59228">
                  <c:v>0.68550925925956108</c:v>
                </c:pt>
                <c:pt idx="59229">
                  <c:v>0.68552083332906477</c:v>
                </c:pt>
                <c:pt idx="59230">
                  <c:v>0.68553240740584442</c:v>
                </c:pt>
                <c:pt idx="59231">
                  <c:v>0.68554398148262408</c:v>
                </c:pt>
                <c:pt idx="59232">
                  <c:v>0.68555555555212777</c:v>
                </c:pt>
                <c:pt idx="59233">
                  <c:v>0.68556712962890742</c:v>
                </c:pt>
                <c:pt idx="59234">
                  <c:v>0.68557870369841112</c:v>
                </c:pt>
                <c:pt idx="59235">
                  <c:v>0.68559027777519077</c:v>
                </c:pt>
                <c:pt idx="59236">
                  <c:v>0.68560185185197042</c:v>
                </c:pt>
                <c:pt idx="59237">
                  <c:v>0.68561342592147412</c:v>
                </c:pt>
                <c:pt idx="59238">
                  <c:v>0.68562499999825377</c:v>
                </c:pt>
                <c:pt idx="59239">
                  <c:v>0.68563657407503342</c:v>
                </c:pt>
                <c:pt idx="59240">
                  <c:v>0.68564814814453712</c:v>
                </c:pt>
                <c:pt idx="59241">
                  <c:v>0.68565972222131677</c:v>
                </c:pt>
                <c:pt idx="59242">
                  <c:v>0.68567129629082046</c:v>
                </c:pt>
                <c:pt idx="59243">
                  <c:v>0.68568287036760012</c:v>
                </c:pt>
                <c:pt idx="59244">
                  <c:v>0.68569444444437977</c:v>
                </c:pt>
                <c:pt idx="59245">
                  <c:v>0.68570601851388346</c:v>
                </c:pt>
                <c:pt idx="59246">
                  <c:v>0.68571759259066312</c:v>
                </c:pt>
                <c:pt idx="59247">
                  <c:v>0.68572916666744277</c:v>
                </c:pt>
                <c:pt idx="59248">
                  <c:v>0.68574074073694646</c:v>
                </c:pt>
                <c:pt idx="59249">
                  <c:v>0.68575231481372612</c:v>
                </c:pt>
                <c:pt idx="59250">
                  <c:v>0.68576388888322981</c:v>
                </c:pt>
                <c:pt idx="59251">
                  <c:v>0.68577546296000946</c:v>
                </c:pt>
                <c:pt idx="59252">
                  <c:v>0.68578703703678912</c:v>
                </c:pt>
                <c:pt idx="59253">
                  <c:v>0.68579861110629281</c:v>
                </c:pt>
                <c:pt idx="59254">
                  <c:v>0.68581018518307246</c:v>
                </c:pt>
                <c:pt idx="59255">
                  <c:v>0.68582175925985212</c:v>
                </c:pt>
                <c:pt idx="59256">
                  <c:v>0.68583333332935581</c:v>
                </c:pt>
                <c:pt idx="59257">
                  <c:v>0.68584490740613546</c:v>
                </c:pt>
                <c:pt idx="59258">
                  <c:v>0.68585648147563916</c:v>
                </c:pt>
                <c:pt idx="59259">
                  <c:v>0.68586805555241881</c:v>
                </c:pt>
                <c:pt idx="59260">
                  <c:v>0.68587962962919846</c:v>
                </c:pt>
                <c:pt idx="59261">
                  <c:v>0.68589120369870216</c:v>
                </c:pt>
                <c:pt idx="59262">
                  <c:v>0.68590277777548181</c:v>
                </c:pt>
                <c:pt idx="59263">
                  <c:v>0.68591435185226146</c:v>
                </c:pt>
                <c:pt idx="59264">
                  <c:v>0.68592592592176516</c:v>
                </c:pt>
                <c:pt idx="59265">
                  <c:v>0.68593749999854481</c:v>
                </c:pt>
                <c:pt idx="59266">
                  <c:v>0.68594907407532446</c:v>
                </c:pt>
                <c:pt idx="59267">
                  <c:v>0.68596064814482816</c:v>
                </c:pt>
                <c:pt idx="59268">
                  <c:v>0.68597222222160781</c:v>
                </c:pt>
                <c:pt idx="59269">
                  <c:v>0.6859837962911115</c:v>
                </c:pt>
                <c:pt idx="59270">
                  <c:v>0.68599537036789116</c:v>
                </c:pt>
                <c:pt idx="59271">
                  <c:v>0.68600694444467081</c:v>
                </c:pt>
                <c:pt idx="59272">
                  <c:v>0.6860185185141745</c:v>
                </c:pt>
                <c:pt idx="59273">
                  <c:v>0.68603009259095415</c:v>
                </c:pt>
                <c:pt idx="59274">
                  <c:v>0.68604166666773381</c:v>
                </c:pt>
                <c:pt idx="59275">
                  <c:v>0.6860532407372375</c:v>
                </c:pt>
                <c:pt idx="59276">
                  <c:v>0.68606481481401715</c:v>
                </c:pt>
                <c:pt idx="59277">
                  <c:v>0.68607638888352085</c:v>
                </c:pt>
                <c:pt idx="59278">
                  <c:v>0.6860879629603005</c:v>
                </c:pt>
                <c:pt idx="59279">
                  <c:v>0.68609953703708015</c:v>
                </c:pt>
                <c:pt idx="59280">
                  <c:v>0.68611111110658385</c:v>
                </c:pt>
                <c:pt idx="59281">
                  <c:v>0.6861226851833635</c:v>
                </c:pt>
                <c:pt idx="59282">
                  <c:v>0.68613425926014315</c:v>
                </c:pt>
                <c:pt idx="59283">
                  <c:v>0.68614583332964685</c:v>
                </c:pt>
                <c:pt idx="59284">
                  <c:v>0.6861574074064265</c:v>
                </c:pt>
                <c:pt idx="59285">
                  <c:v>0.6861689814759302</c:v>
                </c:pt>
                <c:pt idx="59286">
                  <c:v>0.68618055555270985</c:v>
                </c:pt>
                <c:pt idx="59287">
                  <c:v>0.6861921296294895</c:v>
                </c:pt>
                <c:pt idx="59288">
                  <c:v>0.68620370369899319</c:v>
                </c:pt>
                <c:pt idx="59289">
                  <c:v>0.68621527777577285</c:v>
                </c:pt>
                <c:pt idx="59290">
                  <c:v>0.6862268518525525</c:v>
                </c:pt>
                <c:pt idx="59291">
                  <c:v>0.68623842592205619</c:v>
                </c:pt>
                <c:pt idx="59292">
                  <c:v>0.68624999999883585</c:v>
                </c:pt>
                <c:pt idx="59293">
                  <c:v>0.68626157406833954</c:v>
                </c:pt>
                <c:pt idx="59294">
                  <c:v>0.68627314814511919</c:v>
                </c:pt>
                <c:pt idx="59295">
                  <c:v>0.68628472222189885</c:v>
                </c:pt>
                <c:pt idx="59296">
                  <c:v>0.68629629629140254</c:v>
                </c:pt>
                <c:pt idx="59297">
                  <c:v>0.68630787036818219</c:v>
                </c:pt>
                <c:pt idx="59298">
                  <c:v>0.68631944444496185</c:v>
                </c:pt>
                <c:pt idx="59299">
                  <c:v>0.68633101851446554</c:v>
                </c:pt>
                <c:pt idx="59300">
                  <c:v>0.68634259259124519</c:v>
                </c:pt>
                <c:pt idx="59301">
                  <c:v>0.68635416666074889</c:v>
                </c:pt>
                <c:pt idx="59302">
                  <c:v>0.68636574073752854</c:v>
                </c:pt>
                <c:pt idx="59303">
                  <c:v>0.68637731481430819</c:v>
                </c:pt>
                <c:pt idx="59304">
                  <c:v>0.68638888888381189</c:v>
                </c:pt>
                <c:pt idx="59305">
                  <c:v>0.68640046296059154</c:v>
                </c:pt>
                <c:pt idx="59306">
                  <c:v>0.68641203703737119</c:v>
                </c:pt>
                <c:pt idx="59307">
                  <c:v>0.68642361110687489</c:v>
                </c:pt>
                <c:pt idx="59308">
                  <c:v>0.68643518518365454</c:v>
                </c:pt>
                <c:pt idx="59309">
                  <c:v>0.68644675926043419</c:v>
                </c:pt>
                <c:pt idx="59310">
                  <c:v>0.68645833332993789</c:v>
                </c:pt>
                <c:pt idx="59311">
                  <c:v>0.68646990740671754</c:v>
                </c:pt>
                <c:pt idx="59312">
                  <c:v>0.68648148147622123</c:v>
                </c:pt>
                <c:pt idx="59313">
                  <c:v>0.68649305555300089</c:v>
                </c:pt>
                <c:pt idx="59314">
                  <c:v>0.68650462962978054</c:v>
                </c:pt>
                <c:pt idx="59315">
                  <c:v>0.68651620369928423</c:v>
                </c:pt>
                <c:pt idx="59316">
                  <c:v>0.68652777777606389</c:v>
                </c:pt>
                <c:pt idx="59317">
                  <c:v>0.68653935185284354</c:v>
                </c:pt>
                <c:pt idx="59318">
                  <c:v>0.68655092592234723</c:v>
                </c:pt>
                <c:pt idx="59319">
                  <c:v>0.68656249999912689</c:v>
                </c:pt>
                <c:pt idx="59320">
                  <c:v>0.68657407406863058</c:v>
                </c:pt>
                <c:pt idx="59321">
                  <c:v>0.68658564814541023</c:v>
                </c:pt>
                <c:pt idx="59322">
                  <c:v>0.68659722222218988</c:v>
                </c:pt>
                <c:pt idx="59323">
                  <c:v>0.68660879629169358</c:v>
                </c:pt>
                <c:pt idx="59324">
                  <c:v>0.68662037036847323</c:v>
                </c:pt>
                <c:pt idx="59325">
                  <c:v>0.68663194444525288</c:v>
                </c:pt>
                <c:pt idx="59326">
                  <c:v>0.68664351851475658</c:v>
                </c:pt>
                <c:pt idx="59327">
                  <c:v>0.68665509259153623</c:v>
                </c:pt>
                <c:pt idx="59328">
                  <c:v>0.68666666666103993</c:v>
                </c:pt>
                <c:pt idx="59329">
                  <c:v>0.68667824073781958</c:v>
                </c:pt>
                <c:pt idx="59330">
                  <c:v>0.68668981481459923</c:v>
                </c:pt>
                <c:pt idx="59331">
                  <c:v>0.68670138888410293</c:v>
                </c:pt>
                <c:pt idx="59332">
                  <c:v>0.68671296296088258</c:v>
                </c:pt>
                <c:pt idx="59333">
                  <c:v>0.68672453703766223</c:v>
                </c:pt>
                <c:pt idx="59334">
                  <c:v>0.68673611110716593</c:v>
                </c:pt>
                <c:pt idx="59335">
                  <c:v>0.68674768518394558</c:v>
                </c:pt>
                <c:pt idx="59336">
                  <c:v>0.68675925925344927</c:v>
                </c:pt>
                <c:pt idx="59337">
                  <c:v>0.68677083333022892</c:v>
                </c:pt>
                <c:pt idx="59338">
                  <c:v>0.68678240740700858</c:v>
                </c:pt>
                <c:pt idx="59339">
                  <c:v>0.68679398147651227</c:v>
                </c:pt>
                <c:pt idx="59340">
                  <c:v>0.68680555555329192</c:v>
                </c:pt>
                <c:pt idx="59341">
                  <c:v>0.68681712963007158</c:v>
                </c:pt>
                <c:pt idx="59342">
                  <c:v>0.68682870369957527</c:v>
                </c:pt>
                <c:pt idx="59343">
                  <c:v>0.68684027777635492</c:v>
                </c:pt>
                <c:pt idx="59344">
                  <c:v>0.68685185185313458</c:v>
                </c:pt>
                <c:pt idx="59345">
                  <c:v>0.68686342592263827</c:v>
                </c:pt>
                <c:pt idx="59346">
                  <c:v>0.68687499999941792</c:v>
                </c:pt>
                <c:pt idx="59347">
                  <c:v>0.68688657406892162</c:v>
                </c:pt>
                <c:pt idx="59348">
                  <c:v>0.68689814814570127</c:v>
                </c:pt>
                <c:pt idx="59349">
                  <c:v>0.68690972222248092</c:v>
                </c:pt>
                <c:pt idx="59350">
                  <c:v>0.68692129629198462</c:v>
                </c:pt>
                <c:pt idx="59351">
                  <c:v>0.68693287036876427</c:v>
                </c:pt>
                <c:pt idx="59352">
                  <c:v>0.68694444444554392</c:v>
                </c:pt>
                <c:pt idx="59353">
                  <c:v>0.68695601851504762</c:v>
                </c:pt>
                <c:pt idx="59354">
                  <c:v>0.68696759259182727</c:v>
                </c:pt>
                <c:pt idx="59355">
                  <c:v>0.68697916666133096</c:v>
                </c:pt>
                <c:pt idx="59356">
                  <c:v>0.68699074073811062</c:v>
                </c:pt>
                <c:pt idx="59357">
                  <c:v>0.68700231481489027</c:v>
                </c:pt>
                <c:pt idx="59358">
                  <c:v>0.68701388888439396</c:v>
                </c:pt>
                <c:pt idx="59359">
                  <c:v>0.68702546296117362</c:v>
                </c:pt>
                <c:pt idx="59360">
                  <c:v>0.68703703703795327</c:v>
                </c:pt>
                <c:pt idx="59361">
                  <c:v>0.68704861110745696</c:v>
                </c:pt>
                <c:pt idx="59362">
                  <c:v>0.68706018518423662</c:v>
                </c:pt>
                <c:pt idx="59363">
                  <c:v>0.68707175925374031</c:v>
                </c:pt>
                <c:pt idx="59364">
                  <c:v>0.68708333333051996</c:v>
                </c:pt>
                <c:pt idx="59365">
                  <c:v>0.68709490740729962</c:v>
                </c:pt>
                <c:pt idx="59366">
                  <c:v>0.68710648147680331</c:v>
                </c:pt>
                <c:pt idx="59367">
                  <c:v>0.68711805555358296</c:v>
                </c:pt>
                <c:pt idx="59368">
                  <c:v>0.68712962963036261</c:v>
                </c:pt>
                <c:pt idx="59369">
                  <c:v>0.68714120369986631</c:v>
                </c:pt>
                <c:pt idx="59370">
                  <c:v>0.68715277777664596</c:v>
                </c:pt>
                <c:pt idx="59371">
                  <c:v>0.68716435184614966</c:v>
                </c:pt>
                <c:pt idx="59372">
                  <c:v>0.68717592592292931</c:v>
                </c:pt>
                <c:pt idx="59373">
                  <c:v>0.68718749999970896</c:v>
                </c:pt>
                <c:pt idx="59374">
                  <c:v>0.68719907406921266</c:v>
                </c:pt>
                <c:pt idx="59375">
                  <c:v>0.68721064814599231</c:v>
                </c:pt>
                <c:pt idx="59376">
                  <c:v>0.68722222222277196</c:v>
                </c:pt>
                <c:pt idx="59377">
                  <c:v>0.68723379629227566</c:v>
                </c:pt>
                <c:pt idx="59378">
                  <c:v>0.68724537036905531</c:v>
                </c:pt>
                <c:pt idx="59379">
                  <c:v>0.687256944438559</c:v>
                </c:pt>
                <c:pt idx="59380">
                  <c:v>0.68726851851533866</c:v>
                </c:pt>
                <c:pt idx="59381">
                  <c:v>0.68728009259211831</c:v>
                </c:pt>
                <c:pt idx="59382">
                  <c:v>0.687291666661622</c:v>
                </c:pt>
                <c:pt idx="59383">
                  <c:v>0.68730324073840166</c:v>
                </c:pt>
                <c:pt idx="59384">
                  <c:v>0.68731481481518131</c:v>
                </c:pt>
                <c:pt idx="59385">
                  <c:v>0.687326388884685</c:v>
                </c:pt>
                <c:pt idx="59386">
                  <c:v>0.68733796296146465</c:v>
                </c:pt>
                <c:pt idx="59387">
                  <c:v>0.68734953703824431</c:v>
                </c:pt>
                <c:pt idx="59388">
                  <c:v>0.687361111107748</c:v>
                </c:pt>
                <c:pt idx="59389">
                  <c:v>0.68737268518452765</c:v>
                </c:pt>
                <c:pt idx="59390">
                  <c:v>0.68738425925403135</c:v>
                </c:pt>
                <c:pt idx="59391">
                  <c:v>0.687395833330811</c:v>
                </c:pt>
                <c:pt idx="59392">
                  <c:v>0.68740740740759065</c:v>
                </c:pt>
                <c:pt idx="59393">
                  <c:v>0.68741898147709435</c:v>
                </c:pt>
                <c:pt idx="59394">
                  <c:v>0.687430555553874</c:v>
                </c:pt>
                <c:pt idx="59395">
                  <c:v>0.68744212963065365</c:v>
                </c:pt>
                <c:pt idx="59396">
                  <c:v>0.68745370370015735</c:v>
                </c:pt>
                <c:pt idx="59397">
                  <c:v>0.687465277776937</c:v>
                </c:pt>
                <c:pt idx="59398">
                  <c:v>0.6874768518464407</c:v>
                </c:pt>
                <c:pt idx="59399">
                  <c:v>0.68748842592322035</c:v>
                </c:pt>
                <c:pt idx="59400">
                  <c:v>0.6875</c:v>
                </c:pt>
                <c:pt idx="59401">
                  <c:v>0.68751157406950369</c:v>
                </c:pt>
                <c:pt idx="59402">
                  <c:v>0.68752314814628335</c:v>
                </c:pt>
                <c:pt idx="59403">
                  <c:v>0.687534722223063</c:v>
                </c:pt>
                <c:pt idx="59404">
                  <c:v>0.68754629629256669</c:v>
                </c:pt>
                <c:pt idx="59405">
                  <c:v>0.68755787036934635</c:v>
                </c:pt>
                <c:pt idx="59406">
                  <c:v>0.68756944443885004</c:v>
                </c:pt>
                <c:pt idx="59407">
                  <c:v>0.68758101851562969</c:v>
                </c:pt>
                <c:pt idx="59408">
                  <c:v>0.68759259259240935</c:v>
                </c:pt>
                <c:pt idx="59409">
                  <c:v>0.68760416666191304</c:v>
                </c:pt>
                <c:pt idx="59410">
                  <c:v>0.68761574073869269</c:v>
                </c:pt>
                <c:pt idx="59411">
                  <c:v>0.68762731481547235</c:v>
                </c:pt>
                <c:pt idx="59412">
                  <c:v>0.68763888888497604</c:v>
                </c:pt>
                <c:pt idx="59413">
                  <c:v>0.68765046296175569</c:v>
                </c:pt>
                <c:pt idx="59414">
                  <c:v>0.68766203703125939</c:v>
                </c:pt>
                <c:pt idx="59415">
                  <c:v>0.68767361110803904</c:v>
                </c:pt>
                <c:pt idx="59416">
                  <c:v>0.68768518518481869</c:v>
                </c:pt>
                <c:pt idx="59417">
                  <c:v>0.68769675925432239</c:v>
                </c:pt>
                <c:pt idx="59418">
                  <c:v>0.68770833333110204</c:v>
                </c:pt>
                <c:pt idx="59419">
                  <c:v>0.68771990740788169</c:v>
                </c:pt>
                <c:pt idx="59420">
                  <c:v>0.68773148147738539</c:v>
                </c:pt>
                <c:pt idx="59421">
                  <c:v>0.68774305555416504</c:v>
                </c:pt>
                <c:pt idx="59422">
                  <c:v>0.68775462963094469</c:v>
                </c:pt>
                <c:pt idx="59423">
                  <c:v>0.68776620370044839</c:v>
                </c:pt>
                <c:pt idx="59424">
                  <c:v>0.68777777777722804</c:v>
                </c:pt>
                <c:pt idx="59425">
                  <c:v>0.68778935184673173</c:v>
                </c:pt>
                <c:pt idx="59426">
                  <c:v>0.68780092592351139</c:v>
                </c:pt>
                <c:pt idx="59427">
                  <c:v>0.68781250000029104</c:v>
                </c:pt>
                <c:pt idx="59428">
                  <c:v>0.68782407406979473</c:v>
                </c:pt>
                <c:pt idx="59429">
                  <c:v>0.68783564814657439</c:v>
                </c:pt>
                <c:pt idx="59430">
                  <c:v>0.68784722222335404</c:v>
                </c:pt>
                <c:pt idx="59431">
                  <c:v>0.68785879629285773</c:v>
                </c:pt>
                <c:pt idx="59432">
                  <c:v>0.68787037036963739</c:v>
                </c:pt>
                <c:pt idx="59433">
                  <c:v>0.68788194443914108</c:v>
                </c:pt>
                <c:pt idx="59434">
                  <c:v>0.68789351851592073</c:v>
                </c:pt>
                <c:pt idx="59435">
                  <c:v>0.68790509259270038</c:v>
                </c:pt>
                <c:pt idx="59436">
                  <c:v>0.68791666666220408</c:v>
                </c:pt>
                <c:pt idx="59437">
                  <c:v>0.68792824073898373</c:v>
                </c:pt>
                <c:pt idx="59438">
                  <c:v>0.68793981481576338</c:v>
                </c:pt>
                <c:pt idx="59439">
                  <c:v>0.68795138888526708</c:v>
                </c:pt>
                <c:pt idx="59440">
                  <c:v>0.68796296296204673</c:v>
                </c:pt>
                <c:pt idx="59441">
                  <c:v>0.68797453703155043</c:v>
                </c:pt>
                <c:pt idx="59442">
                  <c:v>0.68798611110833008</c:v>
                </c:pt>
                <c:pt idx="59443">
                  <c:v>0.68799768518510973</c:v>
                </c:pt>
                <c:pt idx="59444">
                  <c:v>0.68800925925461343</c:v>
                </c:pt>
                <c:pt idx="59445">
                  <c:v>0.68802083333139308</c:v>
                </c:pt>
                <c:pt idx="59446">
                  <c:v>0.68803240740817273</c:v>
                </c:pt>
                <c:pt idx="59447">
                  <c:v>0.68804398147767643</c:v>
                </c:pt>
                <c:pt idx="59448">
                  <c:v>0.68805555555445608</c:v>
                </c:pt>
                <c:pt idx="59449">
                  <c:v>0.68806712962395977</c:v>
                </c:pt>
                <c:pt idx="59450">
                  <c:v>0.68807870370073942</c:v>
                </c:pt>
                <c:pt idx="59451">
                  <c:v>0.68809027777751908</c:v>
                </c:pt>
                <c:pt idx="59452">
                  <c:v>0.68810185184702277</c:v>
                </c:pt>
                <c:pt idx="59453">
                  <c:v>0.68811342592380242</c:v>
                </c:pt>
                <c:pt idx="59454">
                  <c:v>0.68812500000058208</c:v>
                </c:pt>
                <c:pt idx="59455">
                  <c:v>0.68813657407008577</c:v>
                </c:pt>
                <c:pt idx="59456">
                  <c:v>0.68814814814686542</c:v>
                </c:pt>
                <c:pt idx="59457">
                  <c:v>0.68815972221636912</c:v>
                </c:pt>
                <c:pt idx="59458">
                  <c:v>0.68817129629314877</c:v>
                </c:pt>
                <c:pt idx="59459">
                  <c:v>0.68818287036992842</c:v>
                </c:pt>
                <c:pt idx="59460">
                  <c:v>0.68819444443943212</c:v>
                </c:pt>
                <c:pt idx="59461">
                  <c:v>0.68820601851621177</c:v>
                </c:pt>
                <c:pt idx="59462">
                  <c:v>0.68821759259299142</c:v>
                </c:pt>
                <c:pt idx="59463">
                  <c:v>0.68822916666249512</c:v>
                </c:pt>
                <c:pt idx="59464">
                  <c:v>0.68824074073927477</c:v>
                </c:pt>
                <c:pt idx="59465">
                  <c:v>0.68825231481605442</c:v>
                </c:pt>
                <c:pt idx="59466">
                  <c:v>0.68826388888555812</c:v>
                </c:pt>
                <c:pt idx="59467">
                  <c:v>0.68827546296233777</c:v>
                </c:pt>
                <c:pt idx="59468">
                  <c:v>0.68828703703184146</c:v>
                </c:pt>
                <c:pt idx="59469">
                  <c:v>0.68829861110862112</c:v>
                </c:pt>
                <c:pt idx="59470">
                  <c:v>0.68831018518540077</c:v>
                </c:pt>
                <c:pt idx="59471">
                  <c:v>0.68832175925490446</c:v>
                </c:pt>
                <c:pt idx="59472">
                  <c:v>0.68833333333168412</c:v>
                </c:pt>
                <c:pt idx="59473">
                  <c:v>0.68834490740846377</c:v>
                </c:pt>
                <c:pt idx="59474">
                  <c:v>0.68835648147796746</c:v>
                </c:pt>
                <c:pt idx="59475">
                  <c:v>0.68836805555474712</c:v>
                </c:pt>
                <c:pt idx="59476">
                  <c:v>0.68837962962425081</c:v>
                </c:pt>
                <c:pt idx="59477">
                  <c:v>0.68839120370103046</c:v>
                </c:pt>
                <c:pt idx="59478">
                  <c:v>0.68840277777781012</c:v>
                </c:pt>
                <c:pt idx="59479">
                  <c:v>0.68841435184731381</c:v>
                </c:pt>
                <c:pt idx="59480">
                  <c:v>0.68842592592409346</c:v>
                </c:pt>
                <c:pt idx="59481">
                  <c:v>0.68843750000087311</c:v>
                </c:pt>
                <c:pt idx="59482">
                  <c:v>0.68844907407037681</c:v>
                </c:pt>
                <c:pt idx="59483">
                  <c:v>0.68846064814715646</c:v>
                </c:pt>
                <c:pt idx="59484">
                  <c:v>0.68847222221666016</c:v>
                </c:pt>
                <c:pt idx="59485">
                  <c:v>0.68848379629343981</c:v>
                </c:pt>
                <c:pt idx="59486">
                  <c:v>0.68849537037021946</c:v>
                </c:pt>
                <c:pt idx="59487">
                  <c:v>0.68850694443972316</c:v>
                </c:pt>
                <c:pt idx="59488">
                  <c:v>0.68851851851650281</c:v>
                </c:pt>
                <c:pt idx="59489">
                  <c:v>0.68853009259328246</c:v>
                </c:pt>
                <c:pt idx="59490">
                  <c:v>0.68854166666278616</c:v>
                </c:pt>
                <c:pt idx="59491">
                  <c:v>0.68855324073956581</c:v>
                </c:pt>
                <c:pt idx="59492">
                  <c:v>0.6885648148090695</c:v>
                </c:pt>
                <c:pt idx="59493">
                  <c:v>0.68857638888584916</c:v>
                </c:pt>
                <c:pt idx="59494">
                  <c:v>0.68858796296262881</c:v>
                </c:pt>
                <c:pt idx="59495">
                  <c:v>0.6885995370321325</c:v>
                </c:pt>
                <c:pt idx="59496">
                  <c:v>0.68861111110891216</c:v>
                </c:pt>
                <c:pt idx="59497">
                  <c:v>0.68862268518569181</c:v>
                </c:pt>
                <c:pt idx="59498">
                  <c:v>0.6886342592551955</c:v>
                </c:pt>
                <c:pt idx="59499">
                  <c:v>0.68864583333197515</c:v>
                </c:pt>
                <c:pt idx="59500">
                  <c:v>0.68865740740147885</c:v>
                </c:pt>
                <c:pt idx="59501">
                  <c:v>0.6886689814782585</c:v>
                </c:pt>
                <c:pt idx="59502">
                  <c:v>0.68868055555503815</c:v>
                </c:pt>
                <c:pt idx="59503">
                  <c:v>0.68869212962454185</c:v>
                </c:pt>
                <c:pt idx="59504">
                  <c:v>0.6887037037013215</c:v>
                </c:pt>
                <c:pt idx="59505">
                  <c:v>0.68871527777810115</c:v>
                </c:pt>
                <c:pt idx="59506">
                  <c:v>0.68872685184760485</c:v>
                </c:pt>
                <c:pt idx="59507">
                  <c:v>0.6887384259243845</c:v>
                </c:pt>
                <c:pt idx="59508">
                  <c:v>0.68875000000116415</c:v>
                </c:pt>
                <c:pt idx="59509">
                  <c:v>0.68876157407066785</c:v>
                </c:pt>
                <c:pt idx="59510">
                  <c:v>0.6887731481474475</c:v>
                </c:pt>
                <c:pt idx="59511">
                  <c:v>0.6887847222169512</c:v>
                </c:pt>
                <c:pt idx="59512">
                  <c:v>0.68879629629373085</c:v>
                </c:pt>
                <c:pt idx="59513">
                  <c:v>0.6888078703705105</c:v>
                </c:pt>
                <c:pt idx="59514">
                  <c:v>0.68881944444001419</c:v>
                </c:pt>
                <c:pt idx="59515">
                  <c:v>0.68883101851679385</c:v>
                </c:pt>
                <c:pt idx="59516">
                  <c:v>0.6888425925935735</c:v>
                </c:pt>
                <c:pt idx="59517">
                  <c:v>0.68885416666307719</c:v>
                </c:pt>
                <c:pt idx="59518">
                  <c:v>0.68886574073985685</c:v>
                </c:pt>
                <c:pt idx="59519">
                  <c:v>0.68887731480936054</c:v>
                </c:pt>
                <c:pt idx="59520">
                  <c:v>0.68888888888614019</c:v>
                </c:pt>
                <c:pt idx="59521">
                  <c:v>0.68890046296291985</c:v>
                </c:pt>
                <c:pt idx="59522">
                  <c:v>0.68891203703242354</c:v>
                </c:pt>
                <c:pt idx="59523">
                  <c:v>0.68892361110920319</c:v>
                </c:pt>
                <c:pt idx="59524">
                  <c:v>0.68893518518598285</c:v>
                </c:pt>
                <c:pt idx="59525">
                  <c:v>0.68894675925548654</c:v>
                </c:pt>
                <c:pt idx="59526">
                  <c:v>0.68895833333226619</c:v>
                </c:pt>
                <c:pt idx="59527">
                  <c:v>0.68896990740176989</c:v>
                </c:pt>
                <c:pt idx="59528">
                  <c:v>0.68898148147854954</c:v>
                </c:pt>
                <c:pt idx="59529">
                  <c:v>0.68899305555532919</c:v>
                </c:pt>
                <c:pt idx="59530">
                  <c:v>0.68900462962483289</c:v>
                </c:pt>
                <c:pt idx="59531">
                  <c:v>0.68901620370161254</c:v>
                </c:pt>
                <c:pt idx="59532">
                  <c:v>0.68902777777839219</c:v>
                </c:pt>
                <c:pt idx="59533">
                  <c:v>0.68903935184789589</c:v>
                </c:pt>
                <c:pt idx="59534">
                  <c:v>0.68905092592467554</c:v>
                </c:pt>
                <c:pt idx="59535">
                  <c:v>0.68906249999417923</c:v>
                </c:pt>
                <c:pt idx="59536">
                  <c:v>0.68907407407095889</c:v>
                </c:pt>
                <c:pt idx="59537">
                  <c:v>0.68908564814773854</c:v>
                </c:pt>
                <c:pt idx="59538">
                  <c:v>0.68909722221724223</c:v>
                </c:pt>
                <c:pt idx="59539">
                  <c:v>0.68910879629402189</c:v>
                </c:pt>
                <c:pt idx="59540">
                  <c:v>0.68912037037080154</c:v>
                </c:pt>
                <c:pt idx="59541">
                  <c:v>0.68913194444030523</c:v>
                </c:pt>
                <c:pt idx="59542">
                  <c:v>0.68914351851708489</c:v>
                </c:pt>
                <c:pt idx="59543">
                  <c:v>0.68915509259386454</c:v>
                </c:pt>
                <c:pt idx="59544">
                  <c:v>0.68916666666336823</c:v>
                </c:pt>
                <c:pt idx="59545">
                  <c:v>0.68917824074014788</c:v>
                </c:pt>
                <c:pt idx="59546">
                  <c:v>0.68918981480965158</c:v>
                </c:pt>
                <c:pt idx="59547">
                  <c:v>0.68920138888643123</c:v>
                </c:pt>
                <c:pt idx="59548">
                  <c:v>0.68921296296321088</c:v>
                </c:pt>
                <c:pt idx="59549">
                  <c:v>0.68922453703271458</c:v>
                </c:pt>
                <c:pt idx="59550">
                  <c:v>0.68923611110949423</c:v>
                </c:pt>
                <c:pt idx="59551">
                  <c:v>0.68924768518627388</c:v>
                </c:pt>
                <c:pt idx="59552">
                  <c:v>0.68925925925577758</c:v>
                </c:pt>
                <c:pt idx="59553">
                  <c:v>0.68927083333255723</c:v>
                </c:pt>
                <c:pt idx="59554">
                  <c:v>0.68928240740206093</c:v>
                </c:pt>
                <c:pt idx="59555">
                  <c:v>0.68929398147884058</c:v>
                </c:pt>
                <c:pt idx="59556">
                  <c:v>0.68930555555562023</c:v>
                </c:pt>
                <c:pt idx="59557">
                  <c:v>0.68931712962512393</c:v>
                </c:pt>
                <c:pt idx="59558">
                  <c:v>0.68932870370190358</c:v>
                </c:pt>
                <c:pt idx="59559">
                  <c:v>0.68934027777868323</c:v>
                </c:pt>
                <c:pt idx="59560">
                  <c:v>0.68935185184818693</c:v>
                </c:pt>
                <c:pt idx="59561">
                  <c:v>0.68936342592496658</c:v>
                </c:pt>
                <c:pt idx="59562">
                  <c:v>0.68937499999447027</c:v>
                </c:pt>
                <c:pt idx="59563">
                  <c:v>0.68938657407124992</c:v>
                </c:pt>
                <c:pt idx="59564">
                  <c:v>0.68939814814802958</c:v>
                </c:pt>
                <c:pt idx="59565">
                  <c:v>0.68940972221753327</c:v>
                </c:pt>
                <c:pt idx="59566">
                  <c:v>0.68942129629431292</c:v>
                </c:pt>
                <c:pt idx="59567">
                  <c:v>0.68943287037109258</c:v>
                </c:pt>
                <c:pt idx="59568">
                  <c:v>0.68944444444059627</c:v>
                </c:pt>
                <c:pt idx="59569">
                  <c:v>0.68945601851737592</c:v>
                </c:pt>
                <c:pt idx="59570">
                  <c:v>0.68946759258687962</c:v>
                </c:pt>
                <c:pt idx="59571">
                  <c:v>0.68947916666365927</c:v>
                </c:pt>
                <c:pt idx="59572">
                  <c:v>0.68949074074043892</c:v>
                </c:pt>
                <c:pt idx="59573">
                  <c:v>0.68950231480994262</c:v>
                </c:pt>
                <c:pt idx="59574">
                  <c:v>0.68951388888672227</c:v>
                </c:pt>
                <c:pt idx="59575">
                  <c:v>0.68952546296350192</c:v>
                </c:pt>
                <c:pt idx="59576">
                  <c:v>0.68953703703300562</c:v>
                </c:pt>
                <c:pt idx="59577">
                  <c:v>0.68954861110978527</c:v>
                </c:pt>
                <c:pt idx="59578">
                  <c:v>0.68956018517928896</c:v>
                </c:pt>
                <c:pt idx="59579">
                  <c:v>0.68957175925606862</c:v>
                </c:pt>
                <c:pt idx="59580">
                  <c:v>0.68958333333284827</c:v>
                </c:pt>
                <c:pt idx="59581">
                  <c:v>0.68959490740235196</c:v>
                </c:pt>
                <c:pt idx="59582">
                  <c:v>0.68960648147913162</c:v>
                </c:pt>
                <c:pt idx="59583">
                  <c:v>0.68961805555591127</c:v>
                </c:pt>
                <c:pt idx="59584">
                  <c:v>0.68962962962541496</c:v>
                </c:pt>
                <c:pt idx="59585">
                  <c:v>0.68964120370219462</c:v>
                </c:pt>
                <c:pt idx="59586">
                  <c:v>0.68965277777897427</c:v>
                </c:pt>
                <c:pt idx="59587">
                  <c:v>0.68966435184847796</c:v>
                </c:pt>
                <c:pt idx="59588">
                  <c:v>0.68967592592525762</c:v>
                </c:pt>
                <c:pt idx="59589">
                  <c:v>0.68968749999476131</c:v>
                </c:pt>
                <c:pt idx="59590">
                  <c:v>0.68969907407154096</c:v>
                </c:pt>
                <c:pt idx="59591">
                  <c:v>0.68971064814832062</c:v>
                </c:pt>
                <c:pt idx="59592">
                  <c:v>0.68972222221782431</c:v>
                </c:pt>
                <c:pt idx="59593">
                  <c:v>0.68973379629460396</c:v>
                </c:pt>
                <c:pt idx="59594">
                  <c:v>0.68974537037138361</c:v>
                </c:pt>
                <c:pt idx="59595">
                  <c:v>0.68975694444088731</c:v>
                </c:pt>
                <c:pt idx="59596">
                  <c:v>0.68976851851766696</c:v>
                </c:pt>
                <c:pt idx="59597">
                  <c:v>0.68978009258717066</c:v>
                </c:pt>
                <c:pt idx="59598">
                  <c:v>0.68979166666395031</c:v>
                </c:pt>
                <c:pt idx="59599">
                  <c:v>0.68980324074072996</c:v>
                </c:pt>
                <c:pt idx="59600">
                  <c:v>0.68981481481023366</c:v>
                </c:pt>
                <c:pt idx="59601">
                  <c:v>0.68982638888701331</c:v>
                </c:pt>
                <c:pt idx="59602">
                  <c:v>0.68983796296379296</c:v>
                </c:pt>
                <c:pt idx="59603">
                  <c:v>0.68984953703329666</c:v>
                </c:pt>
                <c:pt idx="59604">
                  <c:v>0.68986111111007631</c:v>
                </c:pt>
                <c:pt idx="59605">
                  <c:v>0.68987268517958</c:v>
                </c:pt>
                <c:pt idx="59606">
                  <c:v>0.68988425925635966</c:v>
                </c:pt>
                <c:pt idx="59607">
                  <c:v>0.68989583333313931</c:v>
                </c:pt>
                <c:pt idx="59608">
                  <c:v>0.689907407402643</c:v>
                </c:pt>
                <c:pt idx="59609">
                  <c:v>0.68991898147942265</c:v>
                </c:pt>
                <c:pt idx="59610">
                  <c:v>0.68993055555620231</c:v>
                </c:pt>
                <c:pt idx="59611">
                  <c:v>0.689942129625706</c:v>
                </c:pt>
                <c:pt idx="59612">
                  <c:v>0.68995370370248565</c:v>
                </c:pt>
                <c:pt idx="59613">
                  <c:v>0.68996527777198935</c:v>
                </c:pt>
                <c:pt idx="59614">
                  <c:v>0.689976851848769</c:v>
                </c:pt>
                <c:pt idx="59615">
                  <c:v>0.68998842592554865</c:v>
                </c:pt>
                <c:pt idx="59616">
                  <c:v>0.68999999999505235</c:v>
                </c:pt>
                <c:pt idx="59617">
                  <c:v>0.690011574071832</c:v>
                </c:pt>
                <c:pt idx="59618">
                  <c:v>0.69002314814861165</c:v>
                </c:pt>
                <c:pt idx="59619">
                  <c:v>0.69003472221811535</c:v>
                </c:pt>
                <c:pt idx="59620">
                  <c:v>0.690046296294895</c:v>
                </c:pt>
                <c:pt idx="59621">
                  <c:v>0.69005787037167465</c:v>
                </c:pt>
                <c:pt idx="59622">
                  <c:v>0.69006944444117835</c:v>
                </c:pt>
                <c:pt idx="59623">
                  <c:v>0.690081018517958</c:v>
                </c:pt>
                <c:pt idx="59624">
                  <c:v>0.6900925925874617</c:v>
                </c:pt>
                <c:pt idx="59625">
                  <c:v>0.69010416666424135</c:v>
                </c:pt>
                <c:pt idx="59626">
                  <c:v>0.690115740741021</c:v>
                </c:pt>
                <c:pt idx="59627">
                  <c:v>0.69012731481052469</c:v>
                </c:pt>
                <c:pt idx="59628">
                  <c:v>0.69013888888730435</c:v>
                </c:pt>
                <c:pt idx="59629">
                  <c:v>0.690150462964084</c:v>
                </c:pt>
                <c:pt idx="59630">
                  <c:v>0.69016203703358769</c:v>
                </c:pt>
                <c:pt idx="59631">
                  <c:v>0.69017361111036735</c:v>
                </c:pt>
                <c:pt idx="59632">
                  <c:v>0.69018518517987104</c:v>
                </c:pt>
                <c:pt idx="59633">
                  <c:v>0.69019675925665069</c:v>
                </c:pt>
                <c:pt idx="59634">
                  <c:v>0.69020833333343035</c:v>
                </c:pt>
                <c:pt idx="59635">
                  <c:v>0.69021990740293404</c:v>
                </c:pt>
                <c:pt idx="59636">
                  <c:v>0.69023148147971369</c:v>
                </c:pt>
                <c:pt idx="59637">
                  <c:v>0.69024305555649335</c:v>
                </c:pt>
                <c:pt idx="59638">
                  <c:v>0.69025462962599704</c:v>
                </c:pt>
                <c:pt idx="59639">
                  <c:v>0.69026620370277669</c:v>
                </c:pt>
                <c:pt idx="59640">
                  <c:v>0.69027777777228039</c:v>
                </c:pt>
                <c:pt idx="59641">
                  <c:v>0.69028935184906004</c:v>
                </c:pt>
                <c:pt idx="59642">
                  <c:v>0.69030092592583969</c:v>
                </c:pt>
                <c:pt idx="59643">
                  <c:v>0.69031249999534339</c:v>
                </c:pt>
                <c:pt idx="59644">
                  <c:v>0.69032407407212304</c:v>
                </c:pt>
                <c:pt idx="59645">
                  <c:v>0.69033564814890269</c:v>
                </c:pt>
                <c:pt idx="59646">
                  <c:v>0.69034722221840639</c:v>
                </c:pt>
                <c:pt idx="59647">
                  <c:v>0.69035879629518604</c:v>
                </c:pt>
                <c:pt idx="59648">
                  <c:v>0.69037037036468973</c:v>
                </c:pt>
                <c:pt idx="59649">
                  <c:v>0.69038194444146939</c:v>
                </c:pt>
                <c:pt idx="59650">
                  <c:v>0.69039351851824904</c:v>
                </c:pt>
                <c:pt idx="59651">
                  <c:v>0.69040509258775273</c:v>
                </c:pt>
                <c:pt idx="59652">
                  <c:v>0.69041666666453239</c:v>
                </c:pt>
                <c:pt idx="59653">
                  <c:v>0.69042824074131204</c:v>
                </c:pt>
                <c:pt idx="59654">
                  <c:v>0.69043981481081573</c:v>
                </c:pt>
                <c:pt idx="59655">
                  <c:v>0.69045138888759539</c:v>
                </c:pt>
                <c:pt idx="59656">
                  <c:v>0.69046296295709908</c:v>
                </c:pt>
                <c:pt idx="59657">
                  <c:v>0.69047453703387873</c:v>
                </c:pt>
                <c:pt idx="59658">
                  <c:v>0.69048611111065838</c:v>
                </c:pt>
                <c:pt idx="59659">
                  <c:v>0.69049768518016208</c:v>
                </c:pt>
                <c:pt idx="59660">
                  <c:v>0.69050925925694173</c:v>
                </c:pt>
                <c:pt idx="59661">
                  <c:v>0.69052083333372138</c:v>
                </c:pt>
                <c:pt idx="59662">
                  <c:v>0.69053240740322508</c:v>
                </c:pt>
                <c:pt idx="59663">
                  <c:v>0.69054398148000473</c:v>
                </c:pt>
                <c:pt idx="59664">
                  <c:v>0.69055555555678438</c:v>
                </c:pt>
                <c:pt idx="59665">
                  <c:v>0.69056712962628808</c:v>
                </c:pt>
                <c:pt idx="59666">
                  <c:v>0.69057870370306773</c:v>
                </c:pt>
                <c:pt idx="59667">
                  <c:v>0.69059027777257143</c:v>
                </c:pt>
                <c:pt idx="59668">
                  <c:v>0.69060185184935108</c:v>
                </c:pt>
                <c:pt idx="59669">
                  <c:v>0.69061342592613073</c:v>
                </c:pt>
                <c:pt idx="59670">
                  <c:v>0.69062499999563443</c:v>
                </c:pt>
                <c:pt idx="59671">
                  <c:v>0.69063657407241408</c:v>
                </c:pt>
                <c:pt idx="59672">
                  <c:v>0.69064814814919373</c:v>
                </c:pt>
                <c:pt idx="59673">
                  <c:v>0.69065972221869742</c:v>
                </c:pt>
                <c:pt idx="59674">
                  <c:v>0.69067129629547708</c:v>
                </c:pt>
                <c:pt idx="59675">
                  <c:v>0.69068287036498077</c:v>
                </c:pt>
                <c:pt idx="59676">
                  <c:v>0.69069444444176042</c:v>
                </c:pt>
                <c:pt idx="59677">
                  <c:v>0.69070601851854008</c:v>
                </c:pt>
                <c:pt idx="59678">
                  <c:v>0.69071759258804377</c:v>
                </c:pt>
                <c:pt idx="59679">
                  <c:v>0.69072916666482342</c:v>
                </c:pt>
                <c:pt idx="59680">
                  <c:v>0.69074074074160308</c:v>
                </c:pt>
                <c:pt idx="59681">
                  <c:v>0.69075231481110677</c:v>
                </c:pt>
                <c:pt idx="59682">
                  <c:v>0.69076388888788642</c:v>
                </c:pt>
                <c:pt idx="59683">
                  <c:v>0.69077546295739012</c:v>
                </c:pt>
                <c:pt idx="59684">
                  <c:v>0.69078703703416977</c:v>
                </c:pt>
                <c:pt idx="59685">
                  <c:v>0.69079861111094942</c:v>
                </c:pt>
                <c:pt idx="59686">
                  <c:v>0.69081018518045312</c:v>
                </c:pt>
                <c:pt idx="59687">
                  <c:v>0.69082175925723277</c:v>
                </c:pt>
                <c:pt idx="59688">
                  <c:v>0.69083333333401242</c:v>
                </c:pt>
                <c:pt idx="59689">
                  <c:v>0.69084490740351612</c:v>
                </c:pt>
                <c:pt idx="59690">
                  <c:v>0.69085648148029577</c:v>
                </c:pt>
                <c:pt idx="59691">
                  <c:v>0.69086805554979946</c:v>
                </c:pt>
                <c:pt idx="59692">
                  <c:v>0.69087962962657912</c:v>
                </c:pt>
                <c:pt idx="59693">
                  <c:v>0.69089120370335877</c:v>
                </c:pt>
                <c:pt idx="59694">
                  <c:v>0.69090277777286246</c:v>
                </c:pt>
                <c:pt idx="59695">
                  <c:v>0.69091435184964212</c:v>
                </c:pt>
                <c:pt idx="59696">
                  <c:v>0.69092592592642177</c:v>
                </c:pt>
                <c:pt idx="59697">
                  <c:v>0.69093749999592546</c:v>
                </c:pt>
                <c:pt idx="59698">
                  <c:v>0.69094907407270512</c:v>
                </c:pt>
                <c:pt idx="59699">
                  <c:v>0.69096064814948477</c:v>
                </c:pt>
                <c:pt idx="59700">
                  <c:v>0.69097222221898846</c:v>
                </c:pt>
                <c:pt idx="59701">
                  <c:v>0.69098379629576812</c:v>
                </c:pt>
                <c:pt idx="59702">
                  <c:v>0.69099537036527181</c:v>
                </c:pt>
                <c:pt idx="59703">
                  <c:v>0.69100694444205146</c:v>
                </c:pt>
                <c:pt idx="59704">
                  <c:v>0.69101851851883112</c:v>
                </c:pt>
                <c:pt idx="59705">
                  <c:v>0.69103009258833481</c:v>
                </c:pt>
                <c:pt idx="59706">
                  <c:v>0.69104166666511446</c:v>
                </c:pt>
                <c:pt idx="59707">
                  <c:v>0.69105324074189411</c:v>
                </c:pt>
                <c:pt idx="59708">
                  <c:v>0.69106481481139781</c:v>
                </c:pt>
                <c:pt idx="59709">
                  <c:v>0.69107638888817746</c:v>
                </c:pt>
                <c:pt idx="59710">
                  <c:v>0.69108796295768116</c:v>
                </c:pt>
                <c:pt idx="59711">
                  <c:v>0.69109953703446081</c:v>
                </c:pt>
                <c:pt idx="59712">
                  <c:v>0.69111111111124046</c:v>
                </c:pt>
                <c:pt idx="59713">
                  <c:v>0.69112268518074416</c:v>
                </c:pt>
                <c:pt idx="59714">
                  <c:v>0.69113425925752381</c:v>
                </c:pt>
                <c:pt idx="59715">
                  <c:v>0.69114583333430346</c:v>
                </c:pt>
                <c:pt idx="59716">
                  <c:v>0.69115740740380716</c:v>
                </c:pt>
                <c:pt idx="59717">
                  <c:v>0.69116898148058681</c:v>
                </c:pt>
                <c:pt idx="59718">
                  <c:v>0.6911805555500905</c:v>
                </c:pt>
                <c:pt idx="59719">
                  <c:v>0.69119212962687016</c:v>
                </c:pt>
                <c:pt idx="59720">
                  <c:v>0.69120370370364981</c:v>
                </c:pt>
                <c:pt idx="59721">
                  <c:v>0.6912152777731535</c:v>
                </c:pt>
                <c:pt idx="59722">
                  <c:v>0.69122685184993315</c:v>
                </c:pt>
                <c:pt idx="59723">
                  <c:v>0.69123842592671281</c:v>
                </c:pt>
                <c:pt idx="59724">
                  <c:v>0.6912499999962165</c:v>
                </c:pt>
                <c:pt idx="59725">
                  <c:v>0.69126157407299615</c:v>
                </c:pt>
                <c:pt idx="59726">
                  <c:v>0.69127314814249985</c:v>
                </c:pt>
                <c:pt idx="59727">
                  <c:v>0.6912847222192795</c:v>
                </c:pt>
                <c:pt idx="59728">
                  <c:v>0.69129629629605915</c:v>
                </c:pt>
                <c:pt idx="59729">
                  <c:v>0.69130787036556285</c:v>
                </c:pt>
                <c:pt idx="59730">
                  <c:v>0.6913194444423425</c:v>
                </c:pt>
                <c:pt idx="59731">
                  <c:v>0.69133101851912215</c:v>
                </c:pt>
                <c:pt idx="59732">
                  <c:v>0.69134259258862585</c:v>
                </c:pt>
                <c:pt idx="59733">
                  <c:v>0.6913541666654055</c:v>
                </c:pt>
                <c:pt idx="59734">
                  <c:v>0.6913657407349092</c:v>
                </c:pt>
                <c:pt idx="59735">
                  <c:v>0.69137731481168885</c:v>
                </c:pt>
                <c:pt idx="59736">
                  <c:v>0.6913888888884685</c:v>
                </c:pt>
                <c:pt idx="59737">
                  <c:v>0.69140046295797219</c:v>
                </c:pt>
                <c:pt idx="59738">
                  <c:v>0.69141203703475185</c:v>
                </c:pt>
                <c:pt idx="59739">
                  <c:v>0.6914236111115315</c:v>
                </c:pt>
                <c:pt idx="59740">
                  <c:v>0.69143518518103519</c:v>
                </c:pt>
                <c:pt idx="59741">
                  <c:v>0.69144675925781485</c:v>
                </c:pt>
                <c:pt idx="59742">
                  <c:v>0.6914583333345945</c:v>
                </c:pt>
                <c:pt idx="59743">
                  <c:v>0.69146990740409819</c:v>
                </c:pt>
                <c:pt idx="59744">
                  <c:v>0.69148148148087785</c:v>
                </c:pt>
                <c:pt idx="59745">
                  <c:v>0.69149305555038154</c:v>
                </c:pt>
                <c:pt idx="59746">
                  <c:v>0.69150462962716119</c:v>
                </c:pt>
                <c:pt idx="59747">
                  <c:v>0.69151620370394085</c:v>
                </c:pt>
                <c:pt idx="59748">
                  <c:v>0.69152777777344454</c:v>
                </c:pt>
                <c:pt idx="59749">
                  <c:v>0.69153935185022419</c:v>
                </c:pt>
                <c:pt idx="59750">
                  <c:v>0.69155092592700385</c:v>
                </c:pt>
                <c:pt idx="59751">
                  <c:v>0.69156249999650754</c:v>
                </c:pt>
                <c:pt idx="59752">
                  <c:v>0.69157407407328719</c:v>
                </c:pt>
                <c:pt idx="59753">
                  <c:v>0.69158564814279089</c:v>
                </c:pt>
                <c:pt idx="59754">
                  <c:v>0.69159722221957054</c:v>
                </c:pt>
                <c:pt idx="59755">
                  <c:v>0.69160879629635019</c:v>
                </c:pt>
                <c:pt idx="59756">
                  <c:v>0.69162037036585389</c:v>
                </c:pt>
                <c:pt idx="59757">
                  <c:v>0.69163194444263354</c:v>
                </c:pt>
                <c:pt idx="59758">
                  <c:v>0.69164351851941319</c:v>
                </c:pt>
                <c:pt idx="59759">
                  <c:v>0.69165509258891689</c:v>
                </c:pt>
                <c:pt idx="59760">
                  <c:v>0.69166666666569654</c:v>
                </c:pt>
                <c:pt idx="59761">
                  <c:v>0.69167824073520023</c:v>
                </c:pt>
                <c:pt idx="59762">
                  <c:v>0.69168981481197989</c:v>
                </c:pt>
                <c:pt idx="59763">
                  <c:v>0.69170138888875954</c:v>
                </c:pt>
                <c:pt idx="59764">
                  <c:v>0.69171296295826323</c:v>
                </c:pt>
                <c:pt idx="59765">
                  <c:v>0.69172453703504289</c:v>
                </c:pt>
                <c:pt idx="59766">
                  <c:v>0.69173611111182254</c:v>
                </c:pt>
                <c:pt idx="59767">
                  <c:v>0.69174768518132623</c:v>
                </c:pt>
                <c:pt idx="59768">
                  <c:v>0.69175925925810589</c:v>
                </c:pt>
                <c:pt idx="59769">
                  <c:v>0.69177083332760958</c:v>
                </c:pt>
                <c:pt idx="59770">
                  <c:v>0.69178240740438923</c:v>
                </c:pt>
                <c:pt idx="59771">
                  <c:v>0.69179398148116888</c:v>
                </c:pt>
                <c:pt idx="59772">
                  <c:v>0.69180555555067258</c:v>
                </c:pt>
                <c:pt idx="59773">
                  <c:v>0.69181712962745223</c:v>
                </c:pt>
                <c:pt idx="59774">
                  <c:v>0.69182870370423188</c:v>
                </c:pt>
                <c:pt idx="59775">
                  <c:v>0.69184027777373558</c:v>
                </c:pt>
                <c:pt idx="59776">
                  <c:v>0.69185185185051523</c:v>
                </c:pt>
                <c:pt idx="59777">
                  <c:v>0.69186342592001893</c:v>
                </c:pt>
                <c:pt idx="59778">
                  <c:v>0.69187499999679858</c:v>
                </c:pt>
                <c:pt idx="59779">
                  <c:v>0.69188657407357823</c:v>
                </c:pt>
                <c:pt idx="59780">
                  <c:v>0.69189814814308193</c:v>
                </c:pt>
                <c:pt idx="59781">
                  <c:v>0.69190972221986158</c:v>
                </c:pt>
                <c:pt idx="59782">
                  <c:v>0.69192129629664123</c:v>
                </c:pt>
                <c:pt idx="59783">
                  <c:v>0.69193287036614493</c:v>
                </c:pt>
                <c:pt idx="59784">
                  <c:v>0.69194444444292458</c:v>
                </c:pt>
                <c:pt idx="59785">
                  <c:v>0.69195601851970423</c:v>
                </c:pt>
                <c:pt idx="59786">
                  <c:v>0.69196759258920792</c:v>
                </c:pt>
                <c:pt idx="59787">
                  <c:v>0.69197916666598758</c:v>
                </c:pt>
                <c:pt idx="59788">
                  <c:v>0.69199074073549127</c:v>
                </c:pt>
                <c:pt idx="59789">
                  <c:v>0.69200231481227092</c:v>
                </c:pt>
                <c:pt idx="59790">
                  <c:v>0.69201388888905058</c:v>
                </c:pt>
                <c:pt idx="59791">
                  <c:v>0.69202546295855427</c:v>
                </c:pt>
                <c:pt idx="59792">
                  <c:v>0.69203703703533392</c:v>
                </c:pt>
                <c:pt idx="59793">
                  <c:v>0.69204861111211358</c:v>
                </c:pt>
                <c:pt idx="59794">
                  <c:v>0.69206018518161727</c:v>
                </c:pt>
                <c:pt idx="59795">
                  <c:v>0.69207175925839692</c:v>
                </c:pt>
                <c:pt idx="59796">
                  <c:v>0.69208333332790062</c:v>
                </c:pt>
                <c:pt idx="59797">
                  <c:v>0.69209490740468027</c:v>
                </c:pt>
                <c:pt idx="59798">
                  <c:v>0.69210648148145992</c:v>
                </c:pt>
                <c:pt idx="59799">
                  <c:v>0.69211805555096362</c:v>
                </c:pt>
                <c:pt idx="59800">
                  <c:v>0.69212962962774327</c:v>
                </c:pt>
                <c:pt idx="59801">
                  <c:v>0.69214120370452292</c:v>
                </c:pt>
                <c:pt idx="59802">
                  <c:v>0.69215277777402662</c:v>
                </c:pt>
                <c:pt idx="59803">
                  <c:v>0.69216435185080627</c:v>
                </c:pt>
                <c:pt idx="59804">
                  <c:v>0.69217592592030996</c:v>
                </c:pt>
                <c:pt idx="59805">
                  <c:v>0.69218749999708962</c:v>
                </c:pt>
                <c:pt idx="59806">
                  <c:v>0.69219907407386927</c:v>
                </c:pt>
                <c:pt idx="59807">
                  <c:v>0.69221064814337296</c:v>
                </c:pt>
                <c:pt idx="59808">
                  <c:v>0.69222222222015262</c:v>
                </c:pt>
                <c:pt idx="59809">
                  <c:v>0.69223379629693227</c:v>
                </c:pt>
                <c:pt idx="59810">
                  <c:v>0.69224537036643596</c:v>
                </c:pt>
                <c:pt idx="59811">
                  <c:v>0.69225694444321562</c:v>
                </c:pt>
                <c:pt idx="59812">
                  <c:v>0.69226851851271931</c:v>
                </c:pt>
                <c:pt idx="59813">
                  <c:v>0.69228009258949896</c:v>
                </c:pt>
                <c:pt idx="59814">
                  <c:v>0.69229166666627862</c:v>
                </c:pt>
                <c:pt idx="59815">
                  <c:v>0.69230324073578231</c:v>
                </c:pt>
                <c:pt idx="59816">
                  <c:v>0.69231481481256196</c:v>
                </c:pt>
                <c:pt idx="59817">
                  <c:v>0.69232638888934162</c:v>
                </c:pt>
                <c:pt idx="59818">
                  <c:v>0.69233796295884531</c:v>
                </c:pt>
                <c:pt idx="59819">
                  <c:v>0.69234953703562496</c:v>
                </c:pt>
                <c:pt idx="59820">
                  <c:v>0.69236111111240461</c:v>
                </c:pt>
                <c:pt idx="59821">
                  <c:v>0.69237268518190831</c:v>
                </c:pt>
                <c:pt idx="59822">
                  <c:v>0.69238425925868796</c:v>
                </c:pt>
                <c:pt idx="59823">
                  <c:v>0.69239583332819166</c:v>
                </c:pt>
                <c:pt idx="59824">
                  <c:v>0.69240740740497131</c:v>
                </c:pt>
                <c:pt idx="59825">
                  <c:v>0.69241898148175096</c:v>
                </c:pt>
                <c:pt idx="59826">
                  <c:v>0.69243055555125466</c:v>
                </c:pt>
                <c:pt idx="59827">
                  <c:v>0.69244212962803431</c:v>
                </c:pt>
                <c:pt idx="59828">
                  <c:v>0.69245370370481396</c:v>
                </c:pt>
                <c:pt idx="59829">
                  <c:v>0.69246527777431766</c:v>
                </c:pt>
                <c:pt idx="59830">
                  <c:v>0.69247685185109731</c:v>
                </c:pt>
                <c:pt idx="59831">
                  <c:v>0.692488425920601</c:v>
                </c:pt>
                <c:pt idx="59832">
                  <c:v>0.69249999999738066</c:v>
                </c:pt>
                <c:pt idx="59833">
                  <c:v>0.69251157407416031</c:v>
                </c:pt>
                <c:pt idx="59834">
                  <c:v>0.692523148143664</c:v>
                </c:pt>
                <c:pt idx="59835">
                  <c:v>0.69253472222044365</c:v>
                </c:pt>
                <c:pt idx="59836">
                  <c:v>0.69254629629722331</c:v>
                </c:pt>
                <c:pt idx="59837">
                  <c:v>0.692557870366727</c:v>
                </c:pt>
                <c:pt idx="59838">
                  <c:v>0.69256944444350665</c:v>
                </c:pt>
                <c:pt idx="59839">
                  <c:v>0.69258101851301035</c:v>
                </c:pt>
                <c:pt idx="59840">
                  <c:v>0.69259259258979</c:v>
                </c:pt>
                <c:pt idx="59841">
                  <c:v>0.69260416666656965</c:v>
                </c:pt>
                <c:pt idx="59842">
                  <c:v>0.69261574073607335</c:v>
                </c:pt>
                <c:pt idx="59843">
                  <c:v>0.692627314812853</c:v>
                </c:pt>
                <c:pt idx="59844">
                  <c:v>0.69263888888963265</c:v>
                </c:pt>
                <c:pt idx="59845">
                  <c:v>0.69265046295913635</c:v>
                </c:pt>
                <c:pt idx="59846">
                  <c:v>0.692662037035916</c:v>
                </c:pt>
                <c:pt idx="59847">
                  <c:v>0.6926736111054197</c:v>
                </c:pt>
                <c:pt idx="59848">
                  <c:v>0.69268518518219935</c:v>
                </c:pt>
                <c:pt idx="59849">
                  <c:v>0.692696759258979</c:v>
                </c:pt>
                <c:pt idx="59850">
                  <c:v>0.69270833332848269</c:v>
                </c:pt>
                <c:pt idx="59851">
                  <c:v>0.69271990740526235</c:v>
                </c:pt>
                <c:pt idx="59852">
                  <c:v>0.692731481482042</c:v>
                </c:pt>
                <c:pt idx="59853">
                  <c:v>0.69274305555154569</c:v>
                </c:pt>
                <c:pt idx="59854">
                  <c:v>0.69275462962832535</c:v>
                </c:pt>
                <c:pt idx="59855">
                  <c:v>0.69276620369782904</c:v>
                </c:pt>
                <c:pt idx="59856">
                  <c:v>0.69277777777460869</c:v>
                </c:pt>
                <c:pt idx="59857">
                  <c:v>0.69278935185138835</c:v>
                </c:pt>
                <c:pt idx="59858">
                  <c:v>0.69280092592089204</c:v>
                </c:pt>
                <c:pt idx="59859">
                  <c:v>0.69281249999767169</c:v>
                </c:pt>
                <c:pt idx="59860">
                  <c:v>0.69282407407445135</c:v>
                </c:pt>
                <c:pt idx="59861">
                  <c:v>0.69283564814395504</c:v>
                </c:pt>
                <c:pt idx="59862">
                  <c:v>0.69284722222073469</c:v>
                </c:pt>
                <c:pt idx="59863">
                  <c:v>0.69285879629751435</c:v>
                </c:pt>
                <c:pt idx="59864">
                  <c:v>0.69287037036701804</c:v>
                </c:pt>
                <c:pt idx="59865">
                  <c:v>0.69288194444379769</c:v>
                </c:pt>
                <c:pt idx="59866">
                  <c:v>0.69289351851330139</c:v>
                </c:pt>
                <c:pt idx="59867">
                  <c:v>0.69290509259008104</c:v>
                </c:pt>
                <c:pt idx="59868">
                  <c:v>0.69291666666686069</c:v>
                </c:pt>
                <c:pt idx="59869">
                  <c:v>0.69292824073636439</c:v>
                </c:pt>
                <c:pt idx="59870">
                  <c:v>0.69293981481314404</c:v>
                </c:pt>
                <c:pt idx="59871">
                  <c:v>0.69295138888992369</c:v>
                </c:pt>
                <c:pt idx="59872">
                  <c:v>0.69296296295942739</c:v>
                </c:pt>
                <c:pt idx="59873">
                  <c:v>0.69297453703620704</c:v>
                </c:pt>
                <c:pt idx="59874">
                  <c:v>0.69298611110571073</c:v>
                </c:pt>
                <c:pt idx="59875">
                  <c:v>0.69299768518249039</c:v>
                </c:pt>
                <c:pt idx="59876">
                  <c:v>0.69300925925927004</c:v>
                </c:pt>
                <c:pt idx="59877">
                  <c:v>0.69302083332877373</c:v>
                </c:pt>
                <c:pt idx="59878">
                  <c:v>0.69303240740555339</c:v>
                </c:pt>
                <c:pt idx="59879">
                  <c:v>0.69304398148233304</c:v>
                </c:pt>
                <c:pt idx="59880">
                  <c:v>0.69305555555183673</c:v>
                </c:pt>
                <c:pt idx="59881">
                  <c:v>0.69306712962861639</c:v>
                </c:pt>
                <c:pt idx="59882">
                  <c:v>0.69307870369812008</c:v>
                </c:pt>
                <c:pt idx="59883">
                  <c:v>0.69309027777489973</c:v>
                </c:pt>
                <c:pt idx="59884">
                  <c:v>0.69310185185167938</c:v>
                </c:pt>
                <c:pt idx="59885">
                  <c:v>0.69311342592118308</c:v>
                </c:pt>
                <c:pt idx="59886">
                  <c:v>0.69312499999796273</c:v>
                </c:pt>
                <c:pt idx="59887">
                  <c:v>0.69313657407474238</c:v>
                </c:pt>
                <c:pt idx="59888">
                  <c:v>0.69314814814424608</c:v>
                </c:pt>
                <c:pt idx="59889">
                  <c:v>0.69315972222102573</c:v>
                </c:pt>
                <c:pt idx="59890">
                  <c:v>0.69317129629052943</c:v>
                </c:pt>
                <c:pt idx="59891">
                  <c:v>0.69318287036730908</c:v>
                </c:pt>
                <c:pt idx="59892">
                  <c:v>0.69319444444408873</c:v>
                </c:pt>
                <c:pt idx="59893">
                  <c:v>0.69320601851359243</c:v>
                </c:pt>
                <c:pt idx="59894">
                  <c:v>0.69321759259037208</c:v>
                </c:pt>
                <c:pt idx="59895">
                  <c:v>0.69322916666715173</c:v>
                </c:pt>
                <c:pt idx="59896">
                  <c:v>0.69324074073665543</c:v>
                </c:pt>
                <c:pt idx="59897">
                  <c:v>0.69325231481343508</c:v>
                </c:pt>
                <c:pt idx="59898">
                  <c:v>0.69326388889021473</c:v>
                </c:pt>
                <c:pt idx="59899">
                  <c:v>0.69327546295971842</c:v>
                </c:pt>
                <c:pt idx="59900">
                  <c:v>0.69328703703649808</c:v>
                </c:pt>
                <c:pt idx="59901">
                  <c:v>0.69329861110600177</c:v>
                </c:pt>
                <c:pt idx="59902">
                  <c:v>0.69331018518278142</c:v>
                </c:pt>
                <c:pt idx="59903">
                  <c:v>0.69332175925956108</c:v>
                </c:pt>
                <c:pt idx="59904">
                  <c:v>0.69333333332906477</c:v>
                </c:pt>
                <c:pt idx="59905">
                  <c:v>0.69334490740584442</c:v>
                </c:pt>
                <c:pt idx="59906">
                  <c:v>0.69335648148262408</c:v>
                </c:pt>
                <c:pt idx="59907">
                  <c:v>0.69336805555212777</c:v>
                </c:pt>
                <c:pt idx="59908">
                  <c:v>0.69337962962890742</c:v>
                </c:pt>
                <c:pt idx="59909">
                  <c:v>0.69339120369841112</c:v>
                </c:pt>
                <c:pt idx="59910">
                  <c:v>0.69340277777519077</c:v>
                </c:pt>
                <c:pt idx="59911">
                  <c:v>0.69341435185197042</c:v>
                </c:pt>
                <c:pt idx="59912">
                  <c:v>0.69342592592147412</c:v>
                </c:pt>
                <c:pt idx="59913">
                  <c:v>0.69343749999825377</c:v>
                </c:pt>
                <c:pt idx="59914">
                  <c:v>0.69344907407503342</c:v>
                </c:pt>
                <c:pt idx="59915">
                  <c:v>0.69346064814453712</c:v>
                </c:pt>
                <c:pt idx="59916">
                  <c:v>0.69347222222131677</c:v>
                </c:pt>
                <c:pt idx="59917">
                  <c:v>0.69348379629082046</c:v>
                </c:pt>
                <c:pt idx="59918">
                  <c:v>0.69349537036760012</c:v>
                </c:pt>
                <c:pt idx="59919">
                  <c:v>0.69350694444437977</c:v>
                </c:pt>
                <c:pt idx="59920">
                  <c:v>0.69351851851388346</c:v>
                </c:pt>
                <c:pt idx="59921">
                  <c:v>0.69353009259066312</c:v>
                </c:pt>
                <c:pt idx="59922">
                  <c:v>0.69354166666744277</c:v>
                </c:pt>
                <c:pt idx="59923">
                  <c:v>0.69355324073694646</c:v>
                </c:pt>
                <c:pt idx="59924">
                  <c:v>0.69356481481372612</c:v>
                </c:pt>
                <c:pt idx="59925">
                  <c:v>0.69357638888322981</c:v>
                </c:pt>
                <c:pt idx="59926">
                  <c:v>0.69358796296000946</c:v>
                </c:pt>
                <c:pt idx="59927">
                  <c:v>0.69359953703678912</c:v>
                </c:pt>
                <c:pt idx="59928">
                  <c:v>0.69361111110629281</c:v>
                </c:pt>
                <c:pt idx="59929">
                  <c:v>0.69362268518307246</c:v>
                </c:pt>
                <c:pt idx="59930">
                  <c:v>0.69363425925985212</c:v>
                </c:pt>
                <c:pt idx="59931">
                  <c:v>0.69364583332935581</c:v>
                </c:pt>
                <c:pt idx="59932">
                  <c:v>0.69365740740613546</c:v>
                </c:pt>
                <c:pt idx="59933">
                  <c:v>0.69366898147563916</c:v>
                </c:pt>
                <c:pt idx="59934">
                  <c:v>0.69368055555241881</c:v>
                </c:pt>
                <c:pt idx="59935">
                  <c:v>0.69369212962919846</c:v>
                </c:pt>
                <c:pt idx="59936">
                  <c:v>0.69370370369870216</c:v>
                </c:pt>
                <c:pt idx="59937">
                  <c:v>0.69371527777548181</c:v>
                </c:pt>
                <c:pt idx="59938">
                  <c:v>0.69372685185226146</c:v>
                </c:pt>
                <c:pt idx="59939">
                  <c:v>0.69373842592176516</c:v>
                </c:pt>
                <c:pt idx="59940">
                  <c:v>0.69374999999854481</c:v>
                </c:pt>
                <c:pt idx="59941">
                  <c:v>0.69376157407532446</c:v>
                </c:pt>
                <c:pt idx="59942">
                  <c:v>0.69377314814482816</c:v>
                </c:pt>
                <c:pt idx="59943">
                  <c:v>0.69378472222160781</c:v>
                </c:pt>
                <c:pt idx="59944">
                  <c:v>0.6937962962911115</c:v>
                </c:pt>
                <c:pt idx="59945">
                  <c:v>0.69380787036789116</c:v>
                </c:pt>
                <c:pt idx="59946">
                  <c:v>0.69381944444467081</c:v>
                </c:pt>
                <c:pt idx="59947">
                  <c:v>0.6938310185141745</c:v>
                </c:pt>
                <c:pt idx="59948">
                  <c:v>0.69384259259095415</c:v>
                </c:pt>
                <c:pt idx="59949">
                  <c:v>0.69385416666773381</c:v>
                </c:pt>
                <c:pt idx="59950">
                  <c:v>0.6938657407372375</c:v>
                </c:pt>
                <c:pt idx="59951">
                  <c:v>0.69387731481401715</c:v>
                </c:pt>
                <c:pt idx="59952">
                  <c:v>0.69388888888352085</c:v>
                </c:pt>
                <c:pt idx="59953">
                  <c:v>0.6939004629603005</c:v>
                </c:pt>
                <c:pt idx="59954">
                  <c:v>0.69391203703708015</c:v>
                </c:pt>
                <c:pt idx="59955">
                  <c:v>0.69392361110658385</c:v>
                </c:pt>
                <c:pt idx="59956">
                  <c:v>0.6939351851833635</c:v>
                </c:pt>
                <c:pt idx="59957">
                  <c:v>0.69394675926014315</c:v>
                </c:pt>
                <c:pt idx="59958">
                  <c:v>0.69395833332964685</c:v>
                </c:pt>
                <c:pt idx="59959">
                  <c:v>0.6939699074064265</c:v>
                </c:pt>
                <c:pt idx="59960">
                  <c:v>0.6939814814759302</c:v>
                </c:pt>
                <c:pt idx="59961">
                  <c:v>0.69399305555270985</c:v>
                </c:pt>
                <c:pt idx="59962">
                  <c:v>0.6940046296294895</c:v>
                </c:pt>
                <c:pt idx="59963">
                  <c:v>0.69401620369899319</c:v>
                </c:pt>
                <c:pt idx="59964">
                  <c:v>0.69402777777577285</c:v>
                </c:pt>
                <c:pt idx="59965">
                  <c:v>0.6940393518525525</c:v>
                </c:pt>
                <c:pt idx="59966">
                  <c:v>0.69405092592205619</c:v>
                </c:pt>
                <c:pt idx="59967">
                  <c:v>0.69406249999883585</c:v>
                </c:pt>
                <c:pt idx="59968">
                  <c:v>0.69407407406833954</c:v>
                </c:pt>
                <c:pt idx="59969">
                  <c:v>0.69408564814511919</c:v>
                </c:pt>
                <c:pt idx="59970">
                  <c:v>0.69409722222189885</c:v>
                </c:pt>
                <c:pt idx="59971">
                  <c:v>0.69410879629140254</c:v>
                </c:pt>
                <c:pt idx="59972">
                  <c:v>0.69412037036818219</c:v>
                </c:pt>
                <c:pt idx="59973">
                  <c:v>0.69413194444496185</c:v>
                </c:pt>
                <c:pt idx="59974">
                  <c:v>0.69414351851446554</c:v>
                </c:pt>
                <c:pt idx="59975">
                  <c:v>0.69415509259124519</c:v>
                </c:pt>
                <c:pt idx="59976">
                  <c:v>0.69416666666074889</c:v>
                </c:pt>
                <c:pt idx="59977">
                  <c:v>0.69417824073752854</c:v>
                </c:pt>
                <c:pt idx="59978">
                  <c:v>0.69418981481430819</c:v>
                </c:pt>
                <c:pt idx="59979">
                  <c:v>0.69420138888381189</c:v>
                </c:pt>
                <c:pt idx="59980">
                  <c:v>0.69421296296059154</c:v>
                </c:pt>
                <c:pt idx="59981">
                  <c:v>0.69422453703737119</c:v>
                </c:pt>
                <c:pt idx="59982">
                  <c:v>0.69423611110687489</c:v>
                </c:pt>
                <c:pt idx="59983">
                  <c:v>0.69424768518365454</c:v>
                </c:pt>
                <c:pt idx="59984">
                  <c:v>0.69425925926043419</c:v>
                </c:pt>
                <c:pt idx="59985">
                  <c:v>0.69427083332993789</c:v>
                </c:pt>
                <c:pt idx="59986">
                  <c:v>0.69428240740671754</c:v>
                </c:pt>
                <c:pt idx="59987">
                  <c:v>0.69429398147622123</c:v>
                </c:pt>
                <c:pt idx="59988">
                  <c:v>0.69430555555300089</c:v>
                </c:pt>
                <c:pt idx="59989">
                  <c:v>0.69431712962978054</c:v>
                </c:pt>
                <c:pt idx="59990">
                  <c:v>0.69432870369928423</c:v>
                </c:pt>
                <c:pt idx="59991">
                  <c:v>0.69434027777606389</c:v>
                </c:pt>
                <c:pt idx="59992">
                  <c:v>0.69435185185284354</c:v>
                </c:pt>
                <c:pt idx="59993">
                  <c:v>0.69436342592234723</c:v>
                </c:pt>
                <c:pt idx="59994">
                  <c:v>0.69437499999912689</c:v>
                </c:pt>
                <c:pt idx="59995">
                  <c:v>0.69438657406863058</c:v>
                </c:pt>
                <c:pt idx="59996">
                  <c:v>0.69439814814541023</c:v>
                </c:pt>
                <c:pt idx="59997">
                  <c:v>0.69440972222218988</c:v>
                </c:pt>
                <c:pt idx="59998">
                  <c:v>0.69442129629169358</c:v>
                </c:pt>
                <c:pt idx="59999">
                  <c:v>0.69443287036847323</c:v>
                </c:pt>
              </c:numCache>
            </c:numRef>
          </c:cat>
          <c:val>
            <c:numRef>
              <c:f>V1_H1!$AA$5:$AA$60004</c:f>
              <c:numCache>
                <c:formatCode>0.00_ </c:formatCode>
                <c:ptCount val="60000"/>
                <c:pt idx="0">
                  <c:v>24.55</c:v>
                </c:pt>
                <c:pt idx="1">
                  <c:v>24.55</c:v>
                </c:pt>
                <c:pt idx="2">
                  <c:v>24.5</c:v>
                </c:pt>
                <c:pt idx="3">
                  <c:v>24.5</c:v>
                </c:pt>
                <c:pt idx="4">
                  <c:v>24.4</c:v>
                </c:pt>
                <c:pt idx="5">
                  <c:v>24.4</c:v>
                </c:pt>
                <c:pt idx="6">
                  <c:v>24.35</c:v>
                </c:pt>
                <c:pt idx="7">
                  <c:v>24.35</c:v>
                </c:pt>
                <c:pt idx="8">
                  <c:v>24.3</c:v>
                </c:pt>
                <c:pt idx="9">
                  <c:v>24.3</c:v>
                </c:pt>
                <c:pt idx="10">
                  <c:v>24.25</c:v>
                </c:pt>
                <c:pt idx="11">
                  <c:v>24.25</c:v>
                </c:pt>
                <c:pt idx="12">
                  <c:v>24.25</c:v>
                </c:pt>
                <c:pt idx="13">
                  <c:v>24.25</c:v>
                </c:pt>
                <c:pt idx="14">
                  <c:v>24.25</c:v>
                </c:pt>
                <c:pt idx="15">
                  <c:v>24.25</c:v>
                </c:pt>
                <c:pt idx="16">
                  <c:v>24.25</c:v>
                </c:pt>
                <c:pt idx="17">
                  <c:v>24.3</c:v>
                </c:pt>
                <c:pt idx="18">
                  <c:v>24.35</c:v>
                </c:pt>
                <c:pt idx="19">
                  <c:v>24.35</c:v>
                </c:pt>
                <c:pt idx="20">
                  <c:v>24.35</c:v>
                </c:pt>
                <c:pt idx="21">
                  <c:v>24.4</c:v>
                </c:pt>
                <c:pt idx="22">
                  <c:v>24.45</c:v>
                </c:pt>
                <c:pt idx="23">
                  <c:v>24.45</c:v>
                </c:pt>
                <c:pt idx="24">
                  <c:v>24.5</c:v>
                </c:pt>
                <c:pt idx="25">
                  <c:v>24.5</c:v>
                </c:pt>
                <c:pt idx="26">
                  <c:v>24.5</c:v>
                </c:pt>
                <c:pt idx="27">
                  <c:v>24.55</c:v>
                </c:pt>
                <c:pt idx="28">
                  <c:v>24.55</c:v>
                </c:pt>
                <c:pt idx="29">
                  <c:v>24.55</c:v>
                </c:pt>
                <c:pt idx="30">
                  <c:v>24.55</c:v>
                </c:pt>
                <c:pt idx="31">
                  <c:v>24.55</c:v>
                </c:pt>
                <c:pt idx="32">
                  <c:v>24.5</c:v>
                </c:pt>
                <c:pt idx="33">
                  <c:v>24.45</c:v>
                </c:pt>
                <c:pt idx="34">
                  <c:v>24.4</c:v>
                </c:pt>
                <c:pt idx="35">
                  <c:v>24.35</c:v>
                </c:pt>
                <c:pt idx="36">
                  <c:v>24.3</c:v>
                </c:pt>
                <c:pt idx="37">
                  <c:v>24.25</c:v>
                </c:pt>
                <c:pt idx="38">
                  <c:v>24.25</c:v>
                </c:pt>
                <c:pt idx="39">
                  <c:v>24.25</c:v>
                </c:pt>
                <c:pt idx="40">
                  <c:v>24.2</c:v>
                </c:pt>
                <c:pt idx="41">
                  <c:v>24.25</c:v>
                </c:pt>
                <c:pt idx="42">
                  <c:v>24.25</c:v>
                </c:pt>
                <c:pt idx="43">
                  <c:v>24.25</c:v>
                </c:pt>
                <c:pt idx="44">
                  <c:v>24.25</c:v>
                </c:pt>
                <c:pt idx="45">
                  <c:v>24.25</c:v>
                </c:pt>
                <c:pt idx="46">
                  <c:v>24.25</c:v>
                </c:pt>
                <c:pt idx="47">
                  <c:v>24.3</c:v>
                </c:pt>
                <c:pt idx="48">
                  <c:v>24.3</c:v>
                </c:pt>
                <c:pt idx="49">
                  <c:v>24.3</c:v>
                </c:pt>
                <c:pt idx="50">
                  <c:v>24.35</c:v>
                </c:pt>
                <c:pt idx="51">
                  <c:v>24.35</c:v>
                </c:pt>
                <c:pt idx="52">
                  <c:v>24.4</c:v>
                </c:pt>
                <c:pt idx="53">
                  <c:v>24.45</c:v>
                </c:pt>
                <c:pt idx="54">
                  <c:v>24.45</c:v>
                </c:pt>
                <c:pt idx="55">
                  <c:v>24.45</c:v>
                </c:pt>
                <c:pt idx="56">
                  <c:v>24.5</c:v>
                </c:pt>
                <c:pt idx="57">
                  <c:v>24.5</c:v>
                </c:pt>
                <c:pt idx="58">
                  <c:v>24.55</c:v>
                </c:pt>
                <c:pt idx="59">
                  <c:v>24.55</c:v>
                </c:pt>
                <c:pt idx="60">
                  <c:v>24.6</c:v>
                </c:pt>
                <c:pt idx="61">
                  <c:v>24.55</c:v>
                </c:pt>
                <c:pt idx="62">
                  <c:v>24.55</c:v>
                </c:pt>
                <c:pt idx="63">
                  <c:v>24.5</c:v>
                </c:pt>
                <c:pt idx="64">
                  <c:v>24.45</c:v>
                </c:pt>
                <c:pt idx="65">
                  <c:v>24.4</c:v>
                </c:pt>
                <c:pt idx="66">
                  <c:v>24.35</c:v>
                </c:pt>
                <c:pt idx="67">
                  <c:v>24.3</c:v>
                </c:pt>
                <c:pt idx="68">
                  <c:v>24.3</c:v>
                </c:pt>
                <c:pt idx="69">
                  <c:v>24.25</c:v>
                </c:pt>
                <c:pt idx="70">
                  <c:v>24.25</c:v>
                </c:pt>
                <c:pt idx="71">
                  <c:v>24.25</c:v>
                </c:pt>
                <c:pt idx="72">
                  <c:v>24.3</c:v>
                </c:pt>
                <c:pt idx="73">
                  <c:v>24.25</c:v>
                </c:pt>
                <c:pt idx="74">
                  <c:v>24.3</c:v>
                </c:pt>
                <c:pt idx="75">
                  <c:v>24.3</c:v>
                </c:pt>
                <c:pt idx="76">
                  <c:v>24.3</c:v>
                </c:pt>
                <c:pt idx="77">
                  <c:v>24.3</c:v>
                </c:pt>
                <c:pt idx="78">
                  <c:v>24.3</c:v>
                </c:pt>
                <c:pt idx="79">
                  <c:v>24.35</c:v>
                </c:pt>
                <c:pt idx="80">
                  <c:v>24.35</c:v>
                </c:pt>
                <c:pt idx="81">
                  <c:v>24.35</c:v>
                </c:pt>
                <c:pt idx="82">
                  <c:v>24.4</c:v>
                </c:pt>
                <c:pt idx="83">
                  <c:v>24.4</c:v>
                </c:pt>
                <c:pt idx="84">
                  <c:v>24.45</c:v>
                </c:pt>
                <c:pt idx="85">
                  <c:v>24.5</c:v>
                </c:pt>
                <c:pt idx="86">
                  <c:v>24.5</c:v>
                </c:pt>
                <c:pt idx="87">
                  <c:v>24.55</c:v>
                </c:pt>
                <c:pt idx="88">
                  <c:v>24.55</c:v>
                </c:pt>
                <c:pt idx="89">
                  <c:v>24.55</c:v>
                </c:pt>
                <c:pt idx="90">
                  <c:v>24.55</c:v>
                </c:pt>
                <c:pt idx="91">
                  <c:v>24.55</c:v>
                </c:pt>
                <c:pt idx="92">
                  <c:v>24.5</c:v>
                </c:pt>
                <c:pt idx="93">
                  <c:v>24.5</c:v>
                </c:pt>
                <c:pt idx="94">
                  <c:v>24.4</c:v>
                </c:pt>
                <c:pt idx="95">
                  <c:v>24.35</c:v>
                </c:pt>
                <c:pt idx="96">
                  <c:v>24.35</c:v>
                </c:pt>
                <c:pt idx="97">
                  <c:v>24.3</c:v>
                </c:pt>
                <c:pt idx="98">
                  <c:v>24.25</c:v>
                </c:pt>
                <c:pt idx="99">
                  <c:v>24.25</c:v>
                </c:pt>
                <c:pt idx="100">
                  <c:v>24.2</c:v>
                </c:pt>
                <c:pt idx="101">
                  <c:v>24.2</c:v>
                </c:pt>
                <c:pt idx="102">
                  <c:v>24.2</c:v>
                </c:pt>
                <c:pt idx="103">
                  <c:v>24.2</c:v>
                </c:pt>
                <c:pt idx="104">
                  <c:v>24.2</c:v>
                </c:pt>
                <c:pt idx="105">
                  <c:v>24.25</c:v>
                </c:pt>
                <c:pt idx="106">
                  <c:v>24.25</c:v>
                </c:pt>
                <c:pt idx="107">
                  <c:v>24.25</c:v>
                </c:pt>
                <c:pt idx="108">
                  <c:v>24.3</c:v>
                </c:pt>
                <c:pt idx="109">
                  <c:v>24.3</c:v>
                </c:pt>
                <c:pt idx="110">
                  <c:v>24.35</c:v>
                </c:pt>
                <c:pt idx="111">
                  <c:v>24.35</c:v>
                </c:pt>
                <c:pt idx="112">
                  <c:v>24.35</c:v>
                </c:pt>
                <c:pt idx="113">
                  <c:v>24.45</c:v>
                </c:pt>
                <c:pt idx="114">
                  <c:v>24.45</c:v>
                </c:pt>
                <c:pt idx="115">
                  <c:v>24.45</c:v>
                </c:pt>
                <c:pt idx="116">
                  <c:v>24.5</c:v>
                </c:pt>
                <c:pt idx="117">
                  <c:v>24.5</c:v>
                </c:pt>
                <c:pt idx="118">
                  <c:v>24.55</c:v>
                </c:pt>
                <c:pt idx="119">
                  <c:v>24.6</c:v>
                </c:pt>
                <c:pt idx="120">
                  <c:v>24.6</c:v>
                </c:pt>
                <c:pt idx="121">
                  <c:v>24.55</c:v>
                </c:pt>
                <c:pt idx="122">
                  <c:v>24.55</c:v>
                </c:pt>
                <c:pt idx="123">
                  <c:v>24.5</c:v>
                </c:pt>
                <c:pt idx="124">
                  <c:v>24.45</c:v>
                </c:pt>
                <c:pt idx="125">
                  <c:v>24.35</c:v>
                </c:pt>
                <c:pt idx="126">
                  <c:v>24.35</c:v>
                </c:pt>
                <c:pt idx="127">
                  <c:v>24.3</c:v>
                </c:pt>
                <c:pt idx="128">
                  <c:v>24.25</c:v>
                </c:pt>
                <c:pt idx="129">
                  <c:v>24.25</c:v>
                </c:pt>
                <c:pt idx="130">
                  <c:v>24.25</c:v>
                </c:pt>
                <c:pt idx="131">
                  <c:v>24.2</c:v>
                </c:pt>
                <c:pt idx="132">
                  <c:v>24.2</c:v>
                </c:pt>
                <c:pt idx="133">
                  <c:v>24.2</c:v>
                </c:pt>
                <c:pt idx="134">
                  <c:v>24.25</c:v>
                </c:pt>
                <c:pt idx="135">
                  <c:v>24.25</c:v>
                </c:pt>
                <c:pt idx="136">
                  <c:v>24.25</c:v>
                </c:pt>
                <c:pt idx="137">
                  <c:v>24.3</c:v>
                </c:pt>
                <c:pt idx="138">
                  <c:v>24.3</c:v>
                </c:pt>
                <c:pt idx="139">
                  <c:v>24.3</c:v>
                </c:pt>
                <c:pt idx="140">
                  <c:v>24.35</c:v>
                </c:pt>
                <c:pt idx="141">
                  <c:v>24.35</c:v>
                </c:pt>
                <c:pt idx="142">
                  <c:v>24.4</c:v>
                </c:pt>
                <c:pt idx="143">
                  <c:v>24.45</c:v>
                </c:pt>
                <c:pt idx="144">
                  <c:v>24.45</c:v>
                </c:pt>
                <c:pt idx="145">
                  <c:v>24.45</c:v>
                </c:pt>
                <c:pt idx="146">
                  <c:v>24.5</c:v>
                </c:pt>
                <c:pt idx="147">
                  <c:v>24.5</c:v>
                </c:pt>
                <c:pt idx="148">
                  <c:v>24.55</c:v>
                </c:pt>
                <c:pt idx="149">
                  <c:v>24.55</c:v>
                </c:pt>
                <c:pt idx="150">
                  <c:v>24.55</c:v>
                </c:pt>
                <c:pt idx="151">
                  <c:v>24.55</c:v>
                </c:pt>
                <c:pt idx="152">
                  <c:v>24.55</c:v>
                </c:pt>
                <c:pt idx="153">
                  <c:v>24.5</c:v>
                </c:pt>
                <c:pt idx="154">
                  <c:v>24.5</c:v>
                </c:pt>
                <c:pt idx="155">
                  <c:v>24.4</c:v>
                </c:pt>
                <c:pt idx="156">
                  <c:v>24.35</c:v>
                </c:pt>
                <c:pt idx="157">
                  <c:v>24.3</c:v>
                </c:pt>
                <c:pt idx="158">
                  <c:v>24.3</c:v>
                </c:pt>
                <c:pt idx="159">
                  <c:v>24.25</c:v>
                </c:pt>
                <c:pt idx="160">
                  <c:v>24.25</c:v>
                </c:pt>
                <c:pt idx="161">
                  <c:v>24.25</c:v>
                </c:pt>
                <c:pt idx="162">
                  <c:v>24.25</c:v>
                </c:pt>
                <c:pt idx="163">
                  <c:v>24.25</c:v>
                </c:pt>
                <c:pt idx="164">
                  <c:v>24.3</c:v>
                </c:pt>
                <c:pt idx="165">
                  <c:v>24.3</c:v>
                </c:pt>
                <c:pt idx="166">
                  <c:v>24.3</c:v>
                </c:pt>
                <c:pt idx="167">
                  <c:v>24.35</c:v>
                </c:pt>
                <c:pt idx="168">
                  <c:v>24.35</c:v>
                </c:pt>
                <c:pt idx="169">
                  <c:v>24.4</c:v>
                </c:pt>
                <c:pt idx="170">
                  <c:v>24.4</c:v>
                </c:pt>
                <c:pt idx="171">
                  <c:v>24.45</c:v>
                </c:pt>
                <c:pt idx="172">
                  <c:v>24.45</c:v>
                </c:pt>
                <c:pt idx="173">
                  <c:v>24.5</c:v>
                </c:pt>
                <c:pt idx="174">
                  <c:v>24.5</c:v>
                </c:pt>
                <c:pt idx="175">
                  <c:v>24.55</c:v>
                </c:pt>
                <c:pt idx="176">
                  <c:v>24.55</c:v>
                </c:pt>
                <c:pt idx="177">
                  <c:v>24.55</c:v>
                </c:pt>
                <c:pt idx="178">
                  <c:v>24.6</c:v>
                </c:pt>
                <c:pt idx="179">
                  <c:v>24.6</c:v>
                </c:pt>
                <c:pt idx="180">
                  <c:v>24.6</c:v>
                </c:pt>
                <c:pt idx="181">
                  <c:v>24.6</c:v>
                </c:pt>
                <c:pt idx="182">
                  <c:v>24.55</c:v>
                </c:pt>
                <c:pt idx="183">
                  <c:v>24.5</c:v>
                </c:pt>
                <c:pt idx="184">
                  <c:v>24.45</c:v>
                </c:pt>
                <c:pt idx="185">
                  <c:v>24.4</c:v>
                </c:pt>
                <c:pt idx="186">
                  <c:v>24.35</c:v>
                </c:pt>
                <c:pt idx="187">
                  <c:v>24.35</c:v>
                </c:pt>
                <c:pt idx="188">
                  <c:v>24.3</c:v>
                </c:pt>
                <c:pt idx="189">
                  <c:v>24.3</c:v>
                </c:pt>
                <c:pt idx="190">
                  <c:v>24.3</c:v>
                </c:pt>
                <c:pt idx="191">
                  <c:v>24.3</c:v>
                </c:pt>
                <c:pt idx="192">
                  <c:v>24.3</c:v>
                </c:pt>
                <c:pt idx="193">
                  <c:v>24.3</c:v>
                </c:pt>
                <c:pt idx="194">
                  <c:v>24.35</c:v>
                </c:pt>
                <c:pt idx="195">
                  <c:v>24.35</c:v>
                </c:pt>
                <c:pt idx="196">
                  <c:v>24.35</c:v>
                </c:pt>
                <c:pt idx="197">
                  <c:v>24.35</c:v>
                </c:pt>
                <c:pt idx="198">
                  <c:v>24.4</c:v>
                </c:pt>
                <c:pt idx="199">
                  <c:v>24.4</c:v>
                </c:pt>
                <c:pt idx="200">
                  <c:v>24.4</c:v>
                </c:pt>
                <c:pt idx="201">
                  <c:v>24.4</c:v>
                </c:pt>
                <c:pt idx="202">
                  <c:v>24.45</c:v>
                </c:pt>
                <c:pt idx="203">
                  <c:v>24.45</c:v>
                </c:pt>
                <c:pt idx="204">
                  <c:v>24.45</c:v>
                </c:pt>
                <c:pt idx="205">
                  <c:v>24.5</c:v>
                </c:pt>
                <c:pt idx="206">
                  <c:v>24.5</c:v>
                </c:pt>
                <c:pt idx="207">
                  <c:v>24.55</c:v>
                </c:pt>
                <c:pt idx="208">
                  <c:v>24.55</c:v>
                </c:pt>
                <c:pt idx="209">
                  <c:v>24.55</c:v>
                </c:pt>
                <c:pt idx="210">
                  <c:v>24.55</c:v>
                </c:pt>
                <c:pt idx="211">
                  <c:v>24.55</c:v>
                </c:pt>
                <c:pt idx="212">
                  <c:v>24.55</c:v>
                </c:pt>
                <c:pt idx="213">
                  <c:v>24.5</c:v>
                </c:pt>
                <c:pt idx="214">
                  <c:v>24.45</c:v>
                </c:pt>
                <c:pt idx="215">
                  <c:v>24.4</c:v>
                </c:pt>
                <c:pt idx="216">
                  <c:v>24.35</c:v>
                </c:pt>
                <c:pt idx="217">
                  <c:v>24.35</c:v>
                </c:pt>
                <c:pt idx="218">
                  <c:v>24.3</c:v>
                </c:pt>
                <c:pt idx="219">
                  <c:v>24.3</c:v>
                </c:pt>
                <c:pt idx="220">
                  <c:v>24.3</c:v>
                </c:pt>
                <c:pt idx="221">
                  <c:v>24.3</c:v>
                </c:pt>
                <c:pt idx="222">
                  <c:v>24.3</c:v>
                </c:pt>
                <c:pt idx="223">
                  <c:v>24.3</c:v>
                </c:pt>
                <c:pt idx="224">
                  <c:v>24.3</c:v>
                </c:pt>
                <c:pt idx="225">
                  <c:v>24.3</c:v>
                </c:pt>
                <c:pt idx="226">
                  <c:v>24.3</c:v>
                </c:pt>
                <c:pt idx="227">
                  <c:v>24.3</c:v>
                </c:pt>
                <c:pt idx="228">
                  <c:v>24.35</c:v>
                </c:pt>
                <c:pt idx="229">
                  <c:v>24.35</c:v>
                </c:pt>
                <c:pt idx="230">
                  <c:v>24.35</c:v>
                </c:pt>
                <c:pt idx="231">
                  <c:v>24.4</c:v>
                </c:pt>
                <c:pt idx="232">
                  <c:v>24.4</c:v>
                </c:pt>
                <c:pt idx="233">
                  <c:v>24.45</c:v>
                </c:pt>
                <c:pt idx="234">
                  <c:v>24.45</c:v>
                </c:pt>
                <c:pt idx="235">
                  <c:v>24.5</c:v>
                </c:pt>
                <c:pt idx="236">
                  <c:v>24.55</c:v>
                </c:pt>
                <c:pt idx="237">
                  <c:v>24.55</c:v>
                </c:pt>
                <c:pt idx="238">
                  <c:v>24.6</c:v>
                </c:pt>
                <c:pt idx="239">
                  <c:v>24.6</c:v>
                </c:pt>
                <c:pt idx="240">
                  <c:v>24.65</c:v>
                </c:pt>
                <c:pt idx="241">
                  <c:v>24.6</c:v>
                </c:pt>
                <c:pt idx="242">
                  <c:v>24.6</c:v>
                </c:pt>
                <c:pt idx="243">
                  <c:v>24.55</c:v>
                </c:pt>
                <c:pt idx="244">
                  <c:v>24.5</c:v>
                </c:pt>
                <c:pt idx="245">
                  <c:v>24.45</c:v>
                </c:pt>
                <c:pt idx="246">
                  <c:v>24.4</c:v>
                </c:pt>
                <c:pt idx="247">
                  <c:v>24.35</c:v>
                </c:pt>
                <c:pt idx="248">
                  <c:v>24.3</c:v>
                </c:pt>
                <c:pt idx="249">
                  <c:v>24.3</c:v>
                </c:pt>
                <c:pt idx="250">
                  <c:v>24.3</c:v>
                </c:pt>
                <c:pt idx="251">
                  <c:v>24.25</c:v>
                </c:pt>
                <c:pt idx="252">
                  <c:v>24.25</c:v>
                </c:pt>
                <c:pt idx="253">
                  <c:v>24.25</c:v>
                </c:pt>
                <c:pt idx="254">
                  <c:v>24.25</c:v>
                </c:pt>
                <c:pt idx="255">
                  <c:v>24.3</c:v>
                </c:pt>
                <c:pt idx="256">
                  <c:v>24.3</c:v>
                </c:pt>
                <c:pt idx="257">
                  <c:v>24.3</c:v>
                </c:pt>
                <c:pt idx="258">
                  <c:v>24.3</c:v>
                </c:pt>
                <c:pt idx="259">
                  <c:v>24.35</c:v>
                </c:pt>
                <c:pt idx="260">
                  <c:v>24.35</c:v>
                </c:pt>
                <c:pt idx="261">
                  <c:v>24.4</c:v>
                </c:pt>
                <c:pt idx="262">
                  <c:v>24.4</c:v>
                </c:pt>
                <c:pt idx="263">
                  <c:v>24.4</c:v>
                </c:pt>
                <c:pt idx="264">
                  <c:v>24.45</c:v>
                </c:pt>
                <c:pt idx="265">
                  <c:v>24.45</c:v>
                </c:pt>
                <c:pt idx="266">
                  <c:v>24.5</c:v>
                </c:pt>
                <c:pt idx="267">
                  <c:v>24.5</c:v>
                </c:pt>
                <c:pt idx="268">
                  <c:v>24.55</c:v>
                </c:pt>
                <c:pt idx="269">
                  <c:v>24.55</c:v>
                </c:pt>
                <c:pt idx="270">
                  <c:v>24.55</c:v>
                </c:pt>
                <c:pt idx="271">
                  <c:v>24.55</c:v>
                </c:pt>
                <c:pt idx="272">
                  <c:v>24.55</c:v>
                </c:pt>
                <c:pt idx="273">
                  <c:v>24.5</c:v>
                </c:pt>
                <c:pt idx="274">
                  <c:v>24.45</c:v>
                </c:pt>
                <c:pt idx="275">
                  <c:v>24.4</c:v>
                </c:pt>
                <c:pt idx="276">
                  <c:v>24.35</c:v>
                </c:pt>
                <c:pt idx="277">
                  <c:v>24.35</c:v>
                </c:pt>
                <c:pt idx="278">
                  <c:v>24.35</c:v>
                </c:pt>
                <c:pt idx="279">
                  <c:v>24.3</c:v>
                </c:pt>
                <c:pt idx="280">
                  <c:v>24.3</c:v>
                </c:pt>
                <c:pt idx="281">
                  <c:v>24.3</c:v>
                </c:pt>
                <c:pt idx="282">
                  <c:v>24.3</c:v>
                </c:pt>
                <c:pt idx="283">
                  <c:v>24.35</c:v>
                </c:pt>
                <c:pt idx="284">
                  <c:v>24.35</c:v>
                </c:pt>
                <c:pt idx="285">
                  <c:v>24.35</c:v>
                </c:pt>
                <c:pt idx="286">
                  <c:v>24.35</c:v>
                </c:pt>
                <c:pt idx="287">
                  <c:v>24.4</c:v>
                </c:pt>
                <c:pt idx="288">
                  <c:v>24.35</c:v>
                </c:pt>
                <c:pt idx="289">
                  <c:v>24.4</c:v>
                </c:pt>
                <c:pt idx="290">
                  <c:v>24.4</c:v>
                </c:pt>
                <c:pt idx="291">
                  <c:v>24.4</c:v>
                </c:pt>
                <c:pt idx="292">
                  <c:v>24.45</c:v>
                </c:pt>
                <c:pt idx="293">
                  <c:v>24.45</c:v>
                </c:pt>
                <c:pt idx="294">
                  <c:v>24.5</c:v>
                </c:pt>
                <c:pt idx="295">
                  <c:v>24.45</c:v>
                </c:pt>
                <c:pt idx="296">
                  <c:v>24.5</c:v>
                </c:pt>
                <c:pt idx="297">
                  <c:v>24.55</c:v>
                </c:pt>
                <c:pt idx="298">
                  <c:v>24.55</c:v>
                </c:pt>
                <c:pt idx="299">
                  <c:v>24.55</c:v>
                </c:pt>
                <c:pt idx="300">
                  <c:v>24.6</c:v>
                </c:pt>
                <c:pt idx="301">
                  <c:v>24.55</c:v>
                </c:pt>
                <c:pt idx="302">
                  <c:v>24.55</c:v>
                </c:pt>
                <c:pt idx="303">
                  <c:v>24.5</c:v>
                </c:pt>
                <c:pt idx="304">
                  <c:v>24.45</c:v>
                </c:pt>
                <c:pt idx="305">
                  <c:v>24.4</c:v>
                </c:pt>
                <c:pt idx="306">
                  <c:v>24.35</c:v>
                </c:pt>
                <c:pt idx="307">
                  <c:v>24.35</c:v>
                </c:pt>
                <c:pt idx="308">
                  <c:v>24.3</c:v>
                </c:pt>
                <c:pt idx="309">
                  <c:v>24.3</c:v>
                </c:pt>
                <c:pt idx="310">
                  <c:v>24.3</c:v>
                </c:pt>
                <c:pt idx="311">
                  <c:v>24.3</c:v>
                </c:pt>
                <c:pt idx="312">
                  <c:v>24.3</c:v>
                </c:pt>
                <c:pt idx="313">
                  <c:v>24.35</c:v>
                </c:pt>
                <c:pt idx="314">
                  <c:v>24.35</c:v>
                </c:pt>
                <c:pt idx="315">
                  <c:v>24.35</c:v>
                </c:pt>
                <c:pt idx="316">
                  <c:v>24.35</c:v>
                </c:pt>
                <c:pt idx="317">
                  <c:v>24.35</c:v>
                </c:pt>
                <c:pt idx="318">
                  <c:v>24.4</c:v>
                </c:pt>
                <c:pt idx="319">
                  <c:v>24.4</c:v>
                </c:pt>
                <c:pt idx="320">
                  <c:v>24.45</c:v>
                </c:pt>
                <c:pt idx="321">
                  <c:v>24.45</c:v>
                </c:pt>
                <c:pt idx="322">
                  <c:v>24.45</c:v>
                </c:pt>
                <c:pt idx="323">
                  <c:v>24.45</c:v>
                </c:pt>
                <c:pt idx="324">
                  <c:v>24.5</c:v>
                </c:pt>
                <c:pt idx="325">
                  <c:v>24.5</c:v>
                </c:pt>
                <c:pt idx="326">
                  <c:v>24.5</c:v>
                </c:pt>
                <c:pt idx="327">
                  <c:v>24.5</c:v>
                </c:pt>
                <c:pt idx="328">
                  <c:v>24.55</c:v>
                </c:pt>
                <c:pt idx="329">
                  <c:v>24.6</c:v>
                </c:pt>
                <c:pt idx="330">
                  <c:v>24.55</c:v>
                </c:pt>
                <c:pt idx="331">
                  <c:v>24.55</c:v>
                </c:pt>
                <c:pt idx="332">
                  <c:v>24.55</c:v>
                </c:pt>
                <c:pt idx="333">
                  <c:v>24.5</c:v>
                </c:pt>
                <c:pt idx="334">
                  <c:v>24.45</c:v>
                </c:pt>
                <c:pt idx="335">
                  <c:v>24.4</c:v>
                </c:pt>
                <c:pt idx="336">
                  <c:v>24.35</c:v>
                </c:pt>
                <c:pt idx="337">
                  <c:v>24.3</c:v>
                </c:pt>
                <c:pt idx="338">
                  <c:v>24.3</c:v>
                </c:pt>
                <c:pt idx="339">
                  <c:v>24.3</c:v>
                </c:pt>
                <c:pt idx="340">
                  <c:v>24.3</c:v>
                </c:pt>
                <c:pt idx="341">
                  <c:v>24.3</c:v>
                </c:pt>
                <c:pt idx="342">
                  <c:v>24.3</c:v>
                </c:pt>
                <c:pt idx="343">
                  <c:v>24.3</c:v>
                </c:pt>
                <c:pt idx="344">
                  <c:v>24.3</c:v>
                </c:pt>
                <c:pt idx="345">
                  <c:v>24.3</c:v>
                </c:pt>
                <c:pt idx="346">
                  <c:v>24.35</c:v>
                </c:pt>
                <c:pt idx="347">
                  <c:v>24.35</c:v>
                </c:pt>
                <c:pt idx="348">
                  <c:v>24.35</c:v>
                </c:pt>
                <c:pt idx="349">
                  <c:v>24.35</c:v>
                </c:pt>
                <c:pt idx="350">
                  <c:v>24.4</c:v>
                </c:pt>
                <c:pt idx="351">
                  <c:v>24.4</c:v>
                </c:pt>
                <c:pt idx="352">
                  <c:v>24.45</c:v>
                </c:pt>
                <c:pt idx="353">
                  <c:v>24.45</c:v>
                </c:pt>
                <c:pt idx="354">
                  <c:v>24.45</c:v>
                </c:pt>
                <c:pt idx="355">
                  <c:v>24.5</c:v>
                </c:pt>
                <c:pt idx="356">
                  <c:v>24.5</c:v>
                </c:pt>
                <c:pt idx="357">
                  <c:v>24.55</c:v>
                </c:pt>
                <c:pt idx="358">
                  <c:v>24.55</c:v>
                </c:pt>
                <c:pt idx="359">
                  <c:v>24.6</c:v>
                </c:pt>
                <c:pt idx="360">
                  <c:v>24.6</c:v>
                </c:pt>
                <c:pt idx="361">
                  <c:v>24.6</c:v>
                </c:pt>
                <c:pt idx="362">
                  <c:v>24.6</c:v>
                </c:pt>
                <c:pt idx="363">
                  <c:v>24.55</c:v>
                </c:pt>
                <c:pt idx="364">
                  <c:v>24.5</c:v>
                </c:pt>
                <c:pt idx="365">
                  <c:v>24.45</c:v>
                </c:pt>
                <c:pt idx="366">
                  <c:v>24.4</c:v>
                </c:pt>
                <c:pt idx="367">
                  <c:v>24.35</c:v>
                </c:pt>
                <c:pt idx="368">
                  <c:v>24.35</c:v>
                </c:pt>
                <c:pt idx="369">
                  <c:v>24.3</c:v>
                </c:pt>
                <c:pt idx="370">
                  <c:v>24.3</c:v>
                </c:pt>
                <c:pt idx="371">
                  <c:v>24.3</c:v>
                </c:pt>
                <c:pt idx="372">
                  <c:v>24.3</c:v>
                </c:pt>
                <c:pt idx="373">
                  <c:v>24.3</c:v>
                </c:pt>
                <c:pt idx="374">
                  <c:v>24.35</c:v>
                </c:pt>
                <c:pt idx="375">
                  <c:v>24.35</c:v>
                </c:pt>
                <c:pt idx="376">
                  <c:v>24.35</c:v>
                </c:pt>
                <c:pt idx="377">
                  <c:v>24.35</c:v>
                </c:pt>
                <c:pt idx="378">
                  <c:v>24.4</c:v>
                </c:pt>
                <c:pt idx="379">
                  <c:v>24.4</c:v>
                </c:pt>
                <c:pt idx="380">
                  <c:v>24.45</c:v>
                </c:pt>
                <c:pt idx="381">
                  <c:v>24.45</c:v>
                </c:pt>
                <c:pt idx="382">
                  <c:v>24.5</c:v>
                </c:pt>
                <c:pt idx="383">
                  <c:v>24.5</c:v>
                </c:pt>
                <c:pt idx="384">
                  <c:v>24.5</c:v>
                </c:pt>
                <c:pt idx="385">
                  <c:v>24.55</c:v>
                </c:pt>
                <c:pt idx="386">
                  <c:v>24.55</c:v>
                </c:pt>
                <c:pt idx="387">
                  <c:v>24.6</c:v>
                </c:pt>
                <c:pt idx="388">
                  <c:v>24.6</c:v>
                </c:pt>
                <c:pt idx="389">
                  <c:v>24.65</c:v>
                </c:pt>
                <c:pt idx="390">
                  <c:v>24.65</c:v>
                </c:pt>
                <c:pt idx="391">
                  <c:v>24.6</c:v>
                </c:pt>
                <c:pt idx="392">
                  <c:v>24.6</c:v>
                </c:pt>
                <c:pt idx="393">
                  <c:v>24.55</c:v>
                </c:pt>
                <c:pt idx="394">
                  <c:v>24.45</c:v>
                </c:pt>
                <c:pt idx="395">
                  <c:v>24.4</c:v>
                </c:pt>
                <c:pt idx="396">
                  <c:v>24.4</c:v>
                </c:pt>
                <c:pt idx="397">
                  <c:v>24.3</c:v>
                </c:pt>
                <c:pt idx="398">
                  <c:v>24.3</c:v>
                </c:pt>
                <c:pt idx="399">
                  <c:v>24.25</c:v>
                </c:pt>
                <c:pt idx="400">
                  <c:v>24.25</c:v>
                </c:pt>
                <c:pt idx="401">
                  <c:v>24.25</c:v>
                </c:pt>
                <c:pt idx="402">
                  <c:v>24.25</c:v>
                </c:pt>
                <c:pt idx="403">
                  <c:v>24.3</c:v>
                </c:pt>
                <c:pt idx="404">
                  <c:v>24.3</c:v>
                </c:pt>
                <c:pt idx="405">
                  <c:v>24.3</c:v>
                </c:pt>
                <c:pt idx="406">
                  <c:v>24.35</c:v>
                </c:pt>
                <c:pt idx="407">
                  <c:v>24.35</c:v>
                </c:pt>
                <c:pt idx="408">
                  <c:v>24.4</c:v>
                </c:pt>
                <c:pt idx="409">
                  <c:v>24.4</c:v>
                </c:pt>
                <c:pt idx="410">
                  <c:v>24.4</c:v>
                </c:pt>
                <c:pt idx="411">
                  <c:v>24.45</c:v>
                </c:pt>
                <c:pt idx="412">
                  <c:v>24.45</c:v>
                </c:pt>
                <c:pt idx="413">
                  <c:v>24.5</c:v>
                </c:pt>
                <c:pt idx="414">
                  <c:v>24.5</c:v>
                </c:pt>
                <c:pt idx="415">
                  <c:v>24.55</c:v>
                </c:pt>
                <c:pt idx="416">
                  <c:v>24.55</c:v>
                </c:pt>
                <c:pt idx="417">
                  <c:v>24.6</c:v>
                </c:pt>
                <c:pt idx="418">
                  <c:v>24.6</c:v>
                </c:pt>
                <c:pt idx="419">
                  <c:v>24.6</c:v>
                </c:pt>
                <c:pt idx="420">
                  <c:v>24.65</c:v>
                </c:pt>
                <c:pt idx="421">
                  <c:v>24.6</c:v>
                </c:pt>
                <c:pt idx="422">
                  <c:v>24.6</c:v>
                </c:pt>
                <c:pt idx="423">
                  <c:v>24.55</c:v>
                </c:pt>
                <c:pt idx="424">
                  <c:v>24.5</c:v>
                </c:pt>
                <c:pt idx="425">
                  <c:v>24.45</c:v>
                </c:pt>
                <c:pt idx="426">
                  <c:v>24.4</c:v>
                </c:pt>
                <c:pt idx="427">
                  <c:v>24.4</c:v>
                </c:pt>
                <c:pt idx="428">
                  <c:v>24.35</c:v>
                </c:pt>
                <c:pt idx="429">
                  <c:v>24.35</c:v>
                </c:pt>
                <c:pt idx="430">
                  <c:v>24.3</c:v>
                </c:pt>
                <c:pt idx="431">
                  <c:v>24.3</c:v>
                </c:pt>
                <c:pt idx="432">
                  <c:v>24.35</c:v>
                </c:pt>
                <c:pt idx="433">
                  <c:v>24.35</c:v>
                </c:pt>
                <c:pt idx="434">
                  <c:v>24.35</c:v>
                </c:pt>
                <c:pt idx="435">
                  <c:v>24.35</c:v>
                </c:pt>
                <c:pt idx="436">
                  <c:v>24.35</c:v>
                </c:pt>
                <c:pt idx="437">
                  <c:v>24.35</c:v>
                </c:pt>
                <c:pt idx="438">
                  <c:v>24.35</c:v>
                </c:pt>
                <c:pt idx="439">
                  <c:v>24.35</c:v>
                </c:pt>
                <c:pt idx="440">
                  <c:v>24.35</c:v>
                </c:pt>
                <c:pt idx="441">
                  <c:v>24.4</c:v>
                </c:pt>
                <c:pt idx="442">
                  <c:v>24.4</c:v>
                </c:pt>
                <c:pt idx="443">
                  <c:v>24.4</c:v>
                </c:pt>
                <c:pt idx="444">
                  <c:v>24.45</c:v>
                </c:pt>
                <c:pt idx="445">
                  <c:v>24.45</c:v>
                </c:pt>
                <c:pt idx="446">
                  <c:v>24.5</c:v>
                </c:pt>
                <c:pt idx="447">
                  <c:v>24.5</c:v>
                </c:pt>
                <c:pt idx="448">
                  <c:v>24.55</c:v>
                </c:pt>
                <c:pt idx="449">
                  <c:v>24.55</c:v>
                </c:pt>
                <c:pt idx="450">
                  <c:v>24.55</c:v>
                </c:pt>
                <c:pt idx="451">
                  <c:v>24.55</c:v>
                </c:pt>
                <c:pt idx="452">
                  <c:v>24.5</c:v>
                </c:pt>
                <c:pt idx="453">
                  <c:v>24.5</c:v>
                </c:pt>
                <c:pt idx="454">
                  <c:v>24.45</c:v>
                </c:pt>
                <c:pt idx="455">
                  <c:v>24.4</c:v>
                </c:pt>
                <c:pt idx="456">
                  <c:v>24.4</c:v>
                </c:pt>
                <c:pt idx="457">
                  <c:v>24.35</c:v>
                </c:pt>
                <c:pt idx="458">
                  <c:v>24.3</c:v>
                </c:pt>
                <c:pt idx="459">
                  <c:v>24.3</c:v>
                </c:pt>
                <c:pt idx="460">
                  <c:v>24.25</c:v>
                </c:pt>
                <c:pt idx="461">
                  <c:v>24.3</c:v>
                </c:pt>
                <c:pt idx="462">
                  <c:v>24.25</c:v>
                </c:pt>
                <c:pt idx="463">
                  <c:v>24.25</c:v>
                </c:pt>
                <c:pt idx="464">
                  <c:v>24.3</c:v>
                </c:pt>
                <c:pt idx="465">
                  <c:v>24.3</c:v>
                </c:pt>
                <c:pt idx="466">
                  <c:v>24.3</c:v>
                </c:pt>
                <c:pt idx="467">
                  <c:v>24.3</c:v>
                </c:pt>
                <c:pt idx="468">
                  <c:v>24.3</c:v>
                </c:pt>
                <c:pt idx="469">
                  <c:v>24.3</c:v>
                </c:pt>
                <c:pt idx="470">
                  <c:v>24.35</c:v>
                </c:pt>
                <c:pt idx="471">
                  <c:v>24.35</c:v>
                </c:pt>
                <c:pt idx="472">
                  <c:v>24.4</c:v>
                </c:pt>
                <c:pt idx="473">
                  <c:v>24.4</c:v>
                </c:pt>
                <c:pt idx="474">
                  <c:v>24.45</c:v>
                </c:pt>
                <c:pt idx="475">
                  <c:v>24.5</c:v>
                </c:pt>
                <c:pt idx="476">
                  <c:v>24.5</c:v>
                </c:pt>
                <c:pt idx="477">
                  <c:v>24.55</c:v>
                </c:pt>
                <c:pt idx="478">
                  <c:v>24.55</c:v>
                </c:pt>
                <c:pt idx="479">
                  <c:v>24.6</c:v>
                </c:pt>
                <c:pt idx="480">
                  <c:v>24.6</c:v>
                </c:pt>
                <c:pt idx="481">
                  <c:v>24.6</c:v>
                </c:pt>
                <c:pt idx="482">
                  <c:v>24.6</c:v>
                </c:pt>
                <c:pt idx="483">
                  <c:v>24.55</c:v>
                </c:pt>
                <c:pt idx="484">
                  <c:v>24.5</c:v>
                </c:pt>
                <c:pt idx="485">
                  <c:v>24.45</c:v>
                </c:pt>
                <c:pt idx="486">
                  <c:v>24.4</c:v>
                </c:pt>
                <c:pt idx="487">
                  <c:v>24.4</c:v>
                </c:pt>
                <c:pt idx="488">
                  <c:v>24.35</c:v>
                </c:pt>
                <c:pt idx="489">
                  <c:v>24.35</c:v>
                </c:pt>
                <c:pt idx="490">
                  <c:v>24.3</c:v>
                </c:pt>
                <c:pt idx="491">
                  <c:v>24.3</c:v>
                </c:pt>
                <c:pt idx="492">
                  <c:v>24.3</c:v>
                </c:pt>
                <c:pt idx="493">
                  <c:v>24.3</c:v>
                </c:pt>
                <c:pt idx="494">
                  <c:v>24.3</c:v>
                </c:pt>
                <c:pt idx="495">
                  <c:v>24.35</c:v>
                </c:pt>
                <c:pt idx="496">
                  <c:v>24.35</c:v>
                </c:pt>
                <c:pt idx="497">
                  <c:v>24.35</c:v>
                </c:pt>
                <c:pt idx="498">
                  <c:v>24.35</c:v>
                </c:pt>
                <c:pt idx="499">
                  <c:v>24.35</c:v>
                </c:pt>
                <c:pt idx="500">
                  <c:v>24.4</c:v>
                </c:pt>
                <c:pt idx="501">
                  <c:v>24.4</c:v>
                </c:pt>
                <c:pt idx="502">
                  <c:v>24.45</c:v>
                </c:pt>
                <c:pt idx="503">
                  <c:v>24.5</c:v>
                </c:pt>
                <c:pt idx="504">
                  <c:v>24.5</c:v>
                </c:pt>
                <c:pt idx="505">
                  <c:v>24.5</c:v>
                </c:pt>
                <c:pt idx="506">
                  <c:v>24.55</c:v>
                </c:pt>
                <c:pt idx="507">
                  <c:v>24.55</c:v>
                </c:pt>
                <c:pt idx="508">
                  <c:v>24.6</c:v>
                </c:pt>
                <c:pt idx="509">
                  <c:v>24.6</c:v>
                </c:pt>
                <c:pt idx="510">
                  <c:v>24.65</c:v>
                </c:pt>
                <c:pt idx="511">
                  <c:v>24.65</c:v>
                </c:pt>
                <c:pt idx="512">
                  <c:v>24.6</c:v>
                </c:pt>
                <c:pt idx="513">
                  <c:v>24.55</c:v>
                </c:pt>
                <c:pt idx="514">
                  <c:v>24.5</c:v>
                </c:pt>
                <c:pt idx="515">
                  <c:v>24.45</c:v>
                </c:pt>
                <c:pt idx="516">
                  <c:v>24.4</c:v>
                </c:pt>
                <c:pt idx="517">
                  <c:v>24.4</c:v>
                </c:pt>
                <c:pt idx="518">
                  <c:v>24.35</c:v>
                </c:pt>
                <c:pt idx="519">
                  <c:v>24.35</c:v>
                </c:pt>
                <c:pt idx="520">
                  <c:v>24.3</c:v>
                </c:pt>
                <c:pt idx="521">
                  <c:v>24.3</c:v>
                </c:pt>
                <c:pt idx="522">
                  <c:v>24.3</c:v>
                </c:pt>
                <c:pt idx="523">
                  <c:v>24.3</c:v>
                </c:pt>
                <c:pt idx="524">
                  <c:v>24.3</c:v>
                </c:pt>
                <c:pt idx="525">
                  <c:v>24.3</c:v>
                </c:pt>
                <c:pt idx="526">
                  <c:v>24.3</c:v>
                </c:pt>
                <c:pt idx="527">
                  <c:v>24.35</c:v>
                </c:pt>
                <c:pt idx="528">
                  <c:v>24.35</c:v>
                </c:pt>
                <c:pt idx="529">
                  <c:v>24.4</c:v>
                </c:pt>
                <c:pt idx="530">
                  <c:v>24.4</c:v>
                </c:pt>
                <c:pt idx="531">
                  <c:v>24.45</c:v>
                </c:pt>
                <c:pt idx="532">
                  <c:v>24.45</c:v>
                </c:pt>
                <c:pt idx="533">
                  <c:v>24.5</c:v>
                </c:pt>
                <c:pt idx="534">
                  <c:v>24.55</c:v>
                </c:pt>
                <c:pt idx="535">
                  <c:v>24.55</c:v>
                </c:pt>
                <c:pt idx="536">
                  <c:v>24.6</c:v>
                </c:pt>
                <c:pt idx="537">
                  <c:v>24.6</c:v>
                </c:pt>
                <c:pt idx="538">
                  <c:v>24.65</c:v>
                </c:pt>
                <c:pt idx="539">
                  <c:v>24.65</c:v>
                </c:pt>
                <c:pt idx="540">
                  <c:v>24.65</c:v>
                </c:pt>
                <c:pt idx="541">
                  <c:v>24.65</c:v>
                </c:pt>
                <c:pt idx="542">
                  <c:v>24.6</c:v>
                </c:pt>
                <c:pt idx="543">
                  <c:v>24.55</c:v>
                </c:pt>
                <c:pt idx="544">
                  <c:v>24.5</c:v>
                </c:pt>
                <c:pt idx="545">
                  <c:v>24.45</c:v>
                </c:pt>
                <c:pt idx="546">
                  <c:v>24.45</c:v>
                </c:pt>
                <c:pt idx="547">
                  <c:v>24.4</c:v>
                </c:pt>
                <c:pt idx="548">
                  <c:v>24.35</c:v>
                </c:pt>
                <c:pt idx="549">
                  <c:v>24.35</c:v>
                </c:pt>
                <c:pt idx="550">
                  <c:v>24.35</c:v>
                </c:pt>
                <c:pt idx="551">
                  <c:v>24.35</c:v>
                </c:pt>
                <c:pt idx="552">
                  <c:v>24.3</c:v>
                </c:pt>
                <c:pt idx="553">
                  <c:v>24.3</c:v>
                </c:pt>
                <c:pt idx="554">
                  <c:v>24.35</c:v>
                </c:pt>
                <c:pt idx="555">
                  <c:v>24.3</c:v>
                </c:pt>
                <c:pt idx="556">
                  <c:v>24.35</c:v>
                </c:pt>
                <c:pt idx="557">
                  <c:v>24.35</c:v>
                </c:pt>
                <c:pt idx="558">
                  <c:v>24.4</c:v>
                </c:pt>
                <c:pt idx="559">
                  <c:v>24.4</c:v>
                </c:pt>
                <c:pt idx="560">
                  <c:v>24.4</c:v>
                </c:pt>
                <c:pt idx="561">
                  <c:v>24.45</c:v>
                </c:pt>
                <c:pt idx="562">
                  <c:v>24.5</c:v>
                </c:pt>
                <c:pt idx="563">
                  <c:v>24.5</c:v>
                </c:pt>
                <c:pt idx="564">
                  <c:v>24.55</c:v>
                </c:pt>
                <c:pt idx="565">
                  <c:v>24.55</c:v>
                </c:pt>
                <c:pt idx="566">
                  <c:v>24.6</c:v>
                </c:pt>
                <c:pt idx="567">
                  <c:v>24.6</c:v>
                </c:pt>
                <c:pt idx="568">
                  <c:v>24.65</c:v>
                </c:pt>
                <c:pt idx="569">
                  <c:v>24.65</c:v>
                </c:pt>
                <c:pt idx="570">
                  <c:v>24.7</c:v>
                </c:pt>
                <c:pt idx="571">
                  <c:v>24.65</c:v>
                </c:pt>
                <c:pt idx="572">
                  <c:v>24.65</c:v>
                </c:pt>
                <c:pt idx="573">
                  <c:v>24.6</c:v>
                </c:pt>
                <c:pt idx="574">
                  <c:v>24.55</c:v>
                </c:pt>
                <c:pt idx="575">
                  <c:v>24.5</c:v>
                </c:pt>
                <c:pt idx="576">
                  <c:v>24.45</c:v>
                </c:pt>
                <c:pt idx="577">
                  <c:v>24.4</c:v>
                </c:pt>
                <c:pt idx="578">
                  <c:v>24.35</c:v>
                </c:pt>
                <c:pt idx="579">
                  <c:v>24.35</c:v>
                </c:pt>
                <c:pt idx="580">
                  <c:v>24.35</c:v>
                </c:pt>
                <c:pt idx="581">
                  <c:v>24.35</c:v>
                </c:pt>
                <c:pt idx="582">
                  <c:v>24.35</c:v>
                </c:pt>
                <c:pt idx="583">
                  <c:v>24.35</c:v>
                </c:pt>
                <c:pt idx="584">
                  <c:v>24.35</c:v>
                </c:pt>
                <c:pt idx="585">
                  <c:v>24.35</c:v>
                </c:pt>
                <c:pt idx="586">
                  <c:v>24.4</c:v>
                </c:pt>
                <c:pt idx="587">
                  <c:v>24.4</c:v>
                </c:pt>
                <c:pt idx="588">
                  <c:v>24.4</c:v>
                </c:pt>
                <c:pt idx="589">
                  <c:v>24.45</c:v>
                </c:pt>
                <c:pt idx="590">
                  <c:v>24.45</c:v>
                </c:pt>
                <c:pt idx="591">
                  <c:v>24.45</c:v>
                </c:pt>
                <c:pt idx="592">
                  <c:v>24.45</c:v>
                </c:pt>
                <c:pt idx="593">
                  <c:v>24.5</c:v>
                </c:pt>
                <c:pt idx="594">
                  <c:v>24.5</c:v>
                </c:pt>
                <c:pt idx="595">
                  <c:v>24.5</c:v>
                </c:pt>
                <c:pt idx="596">
                  <c:v>24.55</c:v>
                </c:pt>
                <c:pt idx="597">
                  <c:v>24.55</c:v>
                </c:pt>
                <c:pt idx="598">
                  <c:v>24.55</c:v>
                </c:pt>
                <c:pt idx="599">
                  <c:v>24.6</c:v>
                </c:pt>
                <c:pt idx="600">
                  <c:v>24.6</c:v>
                </c:pt>
                <c:pt idx="601">
                  <c:v>24.6</c:v>
                </c:pt>
                <c:pt idx="602">
                  <c:v>24.6</c:v>
                </c:pt>
                <c:pt idx="603">
                  <c:v>24.55</c:v>
                </c:pt>
                <c:pt idx="604">
                  <c:v>24.5</c:v>
                </c:pt>
                <c:pt idx="605">
                  <c:v>24.45</c:v>
                </c:pt>
                <c:pt idx="606">
                  <c:v>24.4</c:v>
                </c:pt>
                <c:pt idx="607">
                  <c:v>24.4</c:v>
                </c:pt>
                <c:pt idx="608">
                  <c:v>24.35</c:v>
                </c:pt>
                <c:pt idx="609">
                  <c:v>24.35</c:v>
                </c:pt>
                <c:pt idx="610">
                  <c:v>24.35</c:v>
                </c:pt>
                <c:pt idx="611">
                  <c:v>24.35</c:v>
                </c:pt>
                <c:pt idx="612">
                  <c:v>24.3</c:v>
                </c:pt>
                <c:pt idx="613">
                  <c:v>24.35</c:v>
                </c:pt>
                <c:pt idx="614">
                  <c:v>24.35</c:v>
                </c:pt>
                <c:pt idx="615">
                  <c:v>24.35</c:v>
                </c:pt>
                <c:pt idx="616">
                  <c:v>24.35</c:v>
                </c:pt>
                <c:pt idx="617">
                  <c:v>24.35</c:v>
                </c:pt>
                <c:pt idx="618">
                  <c:v>24.4</c:v>
                </c:pt>
                <c:pt idx="619">
                  <c:v>24.4</c:v>
                </c:pt>
                <c:pt idx="620">
                  <c:v>24.45</c:v>
                </c:pt>
                <c:pt idx="621">
                  <c:v>24.45</c:v>
                </c:pt>
                <c:pt idx="622">
                  <c:v>24.5</c:v>
                </c:pt>
                <c:pt idx="623">
                  <c:v>24.5</c:v>
                </c:pt>
                <c:pt idx="624">
                  <c:v>24.5</c:v>
                </c:pt>
                <c:pt idx="625">
                  <c:v>24.55</c:v>
                </c:pt>
                <c:pt idx="626">
                  <c:v>24.55</c:v>
                </c:pt>
                <c:pt idx="627">
                  <c:v>24.6</c:v>
                </c:pt>
                <c:pt idx="628">
                  <c:v>24.6</c:v>
                </c:pt>
                <c:pt idx="629">
                  <c:v>24.6</c:v>
                </c:pt>
                <c:pt idx="630">
                  <c:v>24.6</c:v>
                </c:pt>
                <c:pt idx="631">
                  <c:v>24.65</c:v>
                </c:pt>
                <c:pt idx="632">
                  <c:v>24.65</c:v>
                </c:pt>
                <c:pt idx="633">
                  <c:v>24.55</c:v>
                </c:pt>
                <c:pt idx="634">
                  <c:v>24.55</c:v>
                </c:pt>
                <c:pt idx="635">
                  <c:v>24.45</c:v>
                </c:pt>
                <c:pt idx="636">
                  <c:v>24.4</c:v>
                </c:pt>
                <c:pt idx="637">
                  <c:v>24.4</c:v>
                </c:pt>
                <c:pt idx="638">
                  <c:v>24.35</c:v>
                </c:pt>
                <c:pt idx="639">
                  <c:v>24.35</c:v>
                </c:pt>
                <c:pt idx="640">
                  <c:v>24.35</c:v>
                </c:pt>
                <c:pt idx="641">
                  <c:v>24.35</c:v>
                </c:pt>
                <c:pt idx="642">
                  <c:v>24.35</c:v>
                </c:pt>
                <c:pt idx="643">
                  <c:v>24.35</c:v>
                </c:pt>
                <c:pt idx="644">
                  <c:v>24.35</c:v>
                </c:pt>
                <c:pt idx="645">
                  <c:v>24.4</c:v>
                </c:pt>
                <c:pt idx="646">
                  <c:v>24.4</c:v>
                </c:pt>
                <c:pt idx="647">
                  <c:v>24.4</c:v>
                </c:pt>
                <c:pt idx="648">
                  <c:v>24.45</c:v>
                </c:pt>
                <c:pt idx="649">
                  <c:v>24.45</c:v>
                </c:pt>
                <c:pt idx="650">
                  <c:v>24.5</c:v>
                </c:pt>
                <c:pt idx="651">
                  <c:v>24.5</c:v>
                </c:pt>
                <c:pt idx="652">
                  <c:v>24.5</c:v>
                </c:pt>
                <c:pt idx="653">
                  <c:v>24.55</c:v>
                </c:pt>
                <c:pt idx="654">
                  <c:v>24.55</c:v>
                </c:pt>
                <c:pt idx="655">
                  <c:v>24.55</c:v>
                </c:pt>
                <c:pt idx="656">
                  <c:v>24.6</c:v>
                </c:pt>
                <c:pt idx="657">
                  <c:v>24.6</c:v>
                </c:pt>
                <c:pt idx="658">
                  <c:v>24.65</c:v>
                </c:pt>
                <c:pt idx="659">
                  <c:v>24.65</c:v>
                </c:pt>
                <c:pt idx="660">
                  <c:v>24.65</c:v>
                </c:pt>
                <c:pt idx="661">
                  <c:v>24.65</c:v>
                </c:pt>
                <c:pt idx="662">
                  <c:v>24.65</c:v>
                </c:pt>
                <c:pt idx="663">
                  <c:v>24.6</c:v>
                </c:pt>
                <c:pt idx="664">
                  <c:v>24.5</c:v>
                </c:pt>
                <c:pt idx="665">
                  <c:v>24.45</c:v>
                </c:pt>
                <c:pt idx="666">
                  <c:v>24.4</c:v>
                </c:pt>
                <c:pt idx="667">
                  <c:v>24.4</c:v>
                </c:pt>
                <c:pt idx="668">
                  <c:v>24.35</c:v>
                </c:pt>
                <c:pt idx="669">
                  <c:v>24.35</c:v>
                </c:pt>
                <c:pt idx="670">
                  <c:v>24.35</c:v>
                </c:pt>
                <c:pt idx="671">
                  <c:v>24.3</c:v>
                </c:pt>
                <c:pt idx="672">
                  <c:v>24.3</c:v>
                </c:pt>
                <c:pt idx="673">
                  <c:v>24.3</c:v>
                </c:pt>
                <c:pt idx="674">
                  <c:v>24.35</c:v>
                </c:pt>
                <c:pt idx="675">
                  <c:v>24.35</c:v>
                </c:pt>
                <c:pt idx="676">
                  <c:v>24.4</c:v>
                </c:pt>
                <c:pt idx="677">
                  <c:v>24.4</c:v>
                </c:pt>
                <c:pt idx="678">
                  <c:v>24.4</c:v>
                </c:pt>
                <c:pt idx="679">
                  <c:v>24.45</c:v>
                </c:pt>
                <c:pt idx="680">
                  <c:v>24.45</c:v>
                </c:pt>
                <c:pt idx="681">
                  <c:v>24.5</c:v>
                </c:pt>
                <c:pt idx="682">
                  <c:v>24.5</c:v>
                </c:pt>
                <c:pt idx="683">
                  <c:v>24.55</c:v>
                </c:pt>
                <c:pt idx="684">
                  <c:v>24.55</c:v>
                </c:pt>
                <c:pt idx="685">
                  <c:v>24.55</c:v>
                </c:pt>
                <c:pt idx="686">
                  <c:v>24.6</c:v>
                </c:pt>
                <c:pt idx="687">
                  <c:v>24.6</c:v>
                </c:pt>
                <c:pt idx="688">
                  <c:v>24.6</c:v>
                </c:pt>
                <c:pt idx="689">
                  <c:v>24.65</c:v>
                </c:pt>
                <c:pt idx="690">
                  <c:v>24.65</c:v>
                </c:pt>
                <c:pt idx="691">
                  <c:v>24.65</c:v>
                </c:pt>
                <c:pt idx="692">
                  <c:v>24.6</c:v>
                </c:pt>
                <c:pt idx="693">
                  <c:v>24.55</c:v>
                </c:pt>
                <c:pt idx="694">
                  <c:v>24.5</c:v>
                </c:pt>
                <c:pt idx="695">
                  <c:v>24.45</c:v>
                </c:pt>
                <c:pt idx="696">
                  <c:v>24.4</c:v>
                </c:pt>
                <c:pt idx="697">
                  <c:v>24.35</c:v>
                </c:pt>
                <c:pt idx="698">
                  <c:v>24.35</c:v>
                </c:pt>
                <c:pt idx="699">
                  <c:v>24.35</c:v>
                </c:pt>
                <c:pt idx="700">
                  <c:v>24.3</c:v>
                </c:pt>
                <c:pt idx="701">
                  <c:v>24.35</c:v>
                </c:pt>
                <c:pt idx="702">
                  <c:v>24.3</c:v>
                </c:pt>
                <c:pt idx="703">
                  <c:v>24.3</c:v>
                </c:pt>
                <c:pt idx="704">
                  <c:v>24.35</c:v>
                </c:pt>
                <c:pt idx="705">
                  <c:v>24.4</c:v>
                </c:pt>
                <c:pt idx="706">
                  <c:v>24.4</c:v>
                </c:pt>
                <c:pt idx="707">
                  <c:v>24.4</c:v>
                </c:pt>
                <c:pt idx="708">
                  <c:v>24.45</c:v>
                </c:pt>
                <c:pt idx="709">
                  <c:v>24.45</c:v>
                </c:pt>
                <c:pt idx="710">
                  <c:v>24.5</c:v>
                </c:pt>
                <c:pt idx="711">
                  <c:v>24.5</c:v>
                </c:pt>
                <c:pt idx="712">
                  <c:v>24.5</c:v>
                </c:pt>
                <c:pt idx="713">
                  <c:v>24.55</c:v>
                </c:pt>
                <c:pt idx="714">
                  <c:v>24.55</c:v>
                </c:pt>
                <c:pt idx="715">
                  <c:v>24.55</c:v>
                </c:pt>
                <c:pt idx="716">
                  <c:v>24.6</c:v>
                </c:pt>
                <c:pt idx="717">
                  <c:v>24.6</c:v>
                </c:pt>
                <c:pt idx="718">
                  <c:v>24.6</c:v>
                </c:pt>
                <c:pt idx="719">
                  <c:v>24.65</c:v>
                </c:pt>
                <c:pt idx="720">
                  <c:v>24.65</c:v>
                </c:pt>
                <c:pt idx="721">
                  <c:v>24.6</c:v>
                </c:pt>
                <c:pt idx="722">
                  <c:v>24.6</c:v>
                </c:pt>
                <c:pt idx="723">
                  <c:v>24.55</c:v>
                </c:pt>
                <c:pt idx="724">
                  <c:v>24.5</c:v>
                </c:pt>
                <c:pt idx="725">
                  <c:v>24.45</c:v>
                </c:pt>
                <c:pt idx="726">
                  <c:v>24.4</c:v>
                </c:pt>
                <c:pt idx="727">
                  <c:v>24.35</c:v>
                </c:pt>
                <c:pt idx="728">
                  <c:v>24.35</c:v>
                </c:pt>
                <c:pt idx="729">
                  <c:v>24.3</c:v>
                </c:pt>
                <c:pt idx="730">
                  <c:v>24.3</c:v>
                </c:pt>
                <c:pt idx="731">
                  <c:v>24.35</c:v>
                </c:pt>
                <c:pt idx="732">
                  <c:v>24.35</c:v>
                </c:pt>
                <c:pt idx="733">
                  <c:v>24.35</c:v>
                </c:pt>
                <c:pt idx="734">
                  <c:v>24.35</c:v>
                </c:pt>
                <c:pt idx="735">
                  <c:v>24.4</c:v>
                </c:pt>
                <c:pt idx="736">
                  <c:v>24.4</c:v>
                </c:pt>
                <c:pt idx="737">
                  <c:v>24.4</c:v>
                </c:pt>
                <c:pt idx="738">
                  <c:v>24.45</c:v>
                </c:pt>
                <c:pt idx="739">
                  <c:v>24.45</c:v>
                </c:pt>
                <c:pt idx="740">
                  <c:v>24.45</c:v>
                </c:pt>
                <c:pt idx="741">
                  <c:v>24.45</c:v>
                </c:pt>
                <c:pt idx="742">
                  <c:v>24.5</c:v>
                </c:pt>
                <c:pt idx="743">
                  <c:v>24.5</c:v>
                </c:pt>
                <c:pt idx="744">
                  <c:v>24.55</c:v>
                </c:pt>
                <c:pt idx="745">
                  <c:v>24.55</c:v>
                </c:pt>
                <c:pt idx="746">
                  <c:v>24.6</c:v>
                </c:pt>
                <c:pt idx="747">
                  <c:v>24.6</c:v>
                </c:pt>
                <c:pt idx="748">
                  <c:v>24.6</c:v>
                </c:pt>
                <c:pt idx="749">
                  <c:v>24.65</c:v>
                </c:pt>
                <c:pt idx="750">
                  <c:v>24.65</c:v>
                </c:pt>
                <c:pt idx="751">
                  <c:v>24.6</c:v>
                </c:pt>
                <c:pt idx="752">
                  <c:v>24.6</c:v>
                </c:pt>
                <c:pt idx="753">
                  <c:v>24.55</c:v>
                </c:pt>
                <c:pt idx="754">
                  <c:v>24.5</c:v>
                </c:pt>
                <c:pt idx="755">
                  <c:v>24.45</c:v>
                </c:pt>
                <c:pt idx="756">
                  <c:v>24.4</c:v>
                </c:pt>
                <c:pt idx="757">
                  <c:v>24.4</c:v>
                </c:pt>
                <c:pt idx="758">
                  <c:v>24.4</c:v>
                </c:pt>
                <c:pt idx="759">
                  <c:v>24.35</c:v>
                </c:pt>
                <c:pt idx="760">
                  <c:v>24.35</c:v>
                </c:pt>
                <c:pt idx="761">
                  <c:v>24.35</c:v>
                </c:pt>
                <c:pt idx="762">
                  <c:v>24.35</c:v>
                </c:pt>
                <c:pt idx="763">
                  <c:v>24.35</c:v>
                </c:pt>
                <c:pt idx="764">
                  <c:v>24.35</c:v>
                </c:pt>
                <c:pt idx="765">
                  <c:v>24.4</c:v>
                </c:pt>
                <c:pt idx="766">
                  <c:v>24.4</c:v>
                </c:pt>
                <c:pt idx="767">
                  <c:v>24.4</c:v>
                </c:pt>
                <c:pt idx="768">
                  <c:v>24.4</c:v>
                </c:pt>
                <c:pt idx="769">
                  <c:v>24.45</c:v>
                </c:pt>
                <c:pt idx="770">
                  <c:v>24.45</c:v>
                </c:pt>
                <c:pt idx="771">
                  <c:v>24.45</c:v>
                </c:pt>
                <c:pt idx="772">
                  <c:v>24.5</c:v>
                </c:pt>
                <c:pt idx="773">
                  <c:v>24.5</c:v>
                </c:pt>
                <c:pt idx="774">
                  <c:v>24.5</c:v>
                </c:pt>
                <c:pt idx="775">
                  <c:v>24.55</c:v>
                </c:pt>
                <c:pt idx="776">
                  <c:v>24.55</c:v>
                </c:pt>
                <c:pt idx="777">
                  <c:v>24.55</c:v>
                </c:pt>
                <c:pt idx="778">
                  <c:v>24.6</c:v>
                </c:pt>
                <c:pt idx="779">
                  <c:v>24.6</c:v>
                </c:pt>
                <c:pt idx="780">
                  <c:v>24.65</c:v>
                </c:pt>
                <c:pt idx="781">
                  <c:v>24.65</c:v>
                </c:pt>
                <c:pt idx="782">
                  <c:v>24.6</c:v>
                </c:pt>
                <c:pt idx="783">
                  <c:v>24.6</c:v>
                </c:pt>
                <c:pt idx="784">
                  <c:v>24.5</c:v>
                </c:pt>
                <c:pt idx="785">
                  <c:v>24.45</c:v>
                </c:pt>
                <c:pt idx="786">
                  <c:v>24.4</c:v>
                </c:pt>
                <c:pt idx="787">
                  <c:v>24.4</c:v>
                </c:pt>
                <c:pt idx="788">
                  <c:v>24.35</c:v>
                </c:pt>
                <c:pt idx="789">
                  <c:v>24.35</c:v>
                </c:pt>
                <c:pt idx="790">
                  <c:v>24.35</c:v>
                </c:pt>
                <c:pt idx="791">
                  <c:v>24.35</c:v>
                </c:pt>
                <c:pt idx="792">
                  <c:v>24.3</c:v>
                </c:pt>
                <c:pt idx="793">
                  <c:v>24.35</c:v>
                </c:pt>
                <c:pt idx="794">
                  <c:v>24.35</c:v>
                </c:pt>
                <c:pt idx="795">
                  <c:v>24.35</c:v>
                </c:pt>
                <c:pt idx="796">
                  <c:v>24.35</c:v>
                </c:pt>
                <c:pt idx="797">
                  <c:v>24.4</c:v>
                </c:pt>
                <c:pt idx="798">
                  <c:v>24.4</c:v>
                </c:pt>
                <c:pt idx="799">
                  <c:v>24.4</c:v>
                </c:pt>
                <c:pt idx="800">
                  <c:v>24.45</c:v>
                </c:pt>
                <c:pt idx="801">
                  <c:v>24.5</c:v>
                </c:pt>
                <c:pt idx="802">
                  <c:v>24.5</c:v>
                </c:pt>
                <c:pt idx="803">
                  <c:v>24.5</c:v>
                </c:pt>
                <c:pt idx="804">
                  <c:v>24.5</c:v>
                </c:pt>
                <c:pt idx="805">
                  <c:v>24.55</c:v>
                </c:pt>
                <c:pt idx="806">
                  <c:v>24.6</c:v>
                </c:pt>
                <c:pt idx="807">
                  <c:v>24.6</c:v>
                </c:pt>
                <c:pt idx="808">
                  <c:v>24.65</c:v>
                </c:pt>
                <c:pt idx="809">
                  <c:v>24.65</c:v>
                </c:pt>
                <c:pt idx="810">
                  <c:v>24.65</c:v>
                </c:pt>
                <c:pt idx="811">
                  <c:v>24.65</c:v>
                </c:pt>
                <c:pt idx="812">
                  <c:v>24.6</c:v>
                </c:pt>
                <c:pt idx="813">
                  <c:v>24.55</c:v>
                </c:pt>
                <c:pt idx="814">
                  <c:v>24.5</c:v>
                </c:pt>
                <c:pt idx="815">
                  <c:v>24.45</c:v>
                </c:pt>
                <c:pt idx="816">
                  <c:v>24.4</c:v>
                </c:pt>
                <c:pt idx="817">
                  <c:v>24.35</c:v>
                </c:pt>
                <c:pt idx="818">
                  <c:v>24.35</c:v>
                </c:pt>
                <c:pt idx="819">
                  <c:v>24.35</c:v>
                </c:pt>
                <c:pt idx="820">
                  <c:v>24.3</c:v>
                </c:pt>
                <c:pt idx="821">
                  <c:v>24.3</c:v>
                </c:pt>
                <c:pt idx="822">
                  <c:v>24.3</c:v>
                </c:pt>
                <c:pt idx="823">
                  <c:v>24.3</c:v>
                </c:pt>
                <c:pt idx="824">
                  <c:v>24.35</c:v>
                </c:pt>
                <c:pt idx="825">
                  <c:v>24.35</c:v>
                </c:pt>
                <c:pt idx="826">
                  <c:v>24.35</c:v>
                </c:pt>
                <c:pt idx="827">
                  <c:v>24.4</c:v>
                </c:pt>
                <c:pt idx="828">
                  <c:v>24.4</c:v>
                </c:pt>
                <c:pt idx="829">
                  <c:v>24.4</c:v>
                </c:pt>
                <c:pt idx="830">
                  <c:v>24.45</c:v>
                </c:pt>
                <c:pt idx="831">
                  <c:v>24.45</c:v>
                </c:pt>
                <c:pt idx="832">
                  <c:v>24.5</c:v>
                </c:pt>
                <c:pt idx="833">
                  <c:v>24.5</c:v>
                </c:pt>
                <c:pt idx="834">
                  <c:v>24.5</c:v>
                </c:pt>
                <c:pt idx="835">
                  <c:v>24.55</c:v>
                </c:pt>
                <c:pt idx="836">
                  <c:v>24.55</c:v>
                </c:pt>
                <c:pt idx="837">
                  <c:v>24.55</c:v>
                </c:pt>
                <c:pt idx="838">
                  <c:v>24.6</c:v>
                </c:pt>
                <c:pt idx="839">
                  <c:v>24.6</c:v>
                </c:pt>
                <c:pt idx="840">
                  <c:v>24.65</c:v>
                </c:pt>
                <c:pt idx="841">
                  <c:v>24.6</c:v>
                </c:pt>
                <c:pt idx="842">
                  <c:v>24.6</c:v>
                </c:pt>
                <c:pt idx="843">
                  <c:v>24.55</c:v>
                </c:pt>
                <c:pt idx="844">
                  <c:v>24.5</c:v>
                </c:pt>
                <c:pt idx="845">
                  <c:v>24.45</c:v>
                </c:pt>
                <c:pt idx="846">
                  <c:v>24.4</c:v>
                </c:pt>
                <c:pt idx="847">
                  <c:v>24.35</c:v>
                </c:pt>
                <c:pt idx="848">
                  <c:v>24.35</c:v>
                </c:pt>
                <c:pt idx="849">
                  <c:v>24.35</c:v>
                </c:pt>
                <c:pt idx="850">
                  <c:v>24.3</c:v>
                </c:pt>
                <c:pt idx="851">
                  <c:v>24.3</c:v>
                </c:pt>
                <c:pt idx="852">
                  <c:v>24.3</c:v>
                </c:pt>
                <c:pt idx="853">
                  <c:v>24.35</c:v>
                </c:pt>
                <c:pt idx="854">
                  <c:v>24.35</c:v>
                </c:pt>
                <c:pt idx="855">
                  <c:v>24.35</c:v>
                </c:pt>
                <c:pt idx="856">
                  <c:v>24.4</c:v>
                </c:pt>
                <c:pt idx="857">
                  <c:v>24.4</c:v>
                </c:pt>
                <c:pt idx="858">
                  <c:v>24.45</c:v>
                </c:pt>
                <c:pt idx="859">
                  <c:v>24.45</c:v>
                </c:pt>
                <c:pt idx="860">
                  <c:v>24.45</c:v>
                </c:pt>
                <c:pt idx="861">
                  <c:v>24.5</c:v>
                </c:pt>
                <c:pt idx="862">
                  <c:v>24.5</c:v>
                </c:pt>
                <c:pt idx="863">
                  <c:v>24.5</c:v>
                </c:pt>
                <c:pt idx="864">
                  <c:v>24.55</c:v>
                </c:pt>
                <c:pt idx="865">
                  <c:v>24.55</c:v>
                </c:pt>
                <c:pt idx="866">
                  <c:v>24.6</c:v>
                </c:pt>
                <c:pt idx="867">
                  <c:v>24.6</c:v>
                </c:pt>
                <c:pt idx="868">
                  <c:v>24.65</c:v>
                </c:pt>
                <c:pt idx="869">
                  <c:v>24.65</c:v>
                </c:pt>
                <c:pt idx="870">
                  <c:v>24.65</c:v>
                </c:pt>
                <c:pt idx="871">
                  <c:v>24.65</c:v>
                </c:pt>
                <c:pt idx="872">
                  <c:v>24.6</c:v>
                </c:pt>
                <c:pt idx="873">
                  <c:v>24.6</c:v>
                </c:pt>
                <c:pt idx="874">
                  <c:v>24.55</c:v>
                </c:pt>
                <c:pt idx="875">
                  <c:v>24.5</c:v>
                </c:pt>
                <c:pt idx="876">
                  <c:v>24.45</c:v>
                </c:pt>
                <c:pt idx="877">
                  <c:v>24.45</c:v>
                </c:pt>
                <c:pt idx="878">
                  <c:v>24.35</c:v>
                </c:pt>
                <c:pt idx="879">
                  <c:v>24.35</c:v>
                </c:pt>
                <c:pt idx="880">
                  <c:v>24.35</c:v>
                </c:pt>
                <c:pt idx="881">
                  <c:v>24.35</c:v>
                </c:pt>
                <c:pt idx="882">
                  <c:v>24.35</c:v>
                </c:pt>
                <c:pt idx="883">
                  <c:v>24.3</c:v>
                </c:pt>
                <c:pt idx="884">
                  <c:v>24.3</c:v>
                </c:pt>
                <c:pt idx="885">
                  <c:v>24.35</c:v>
                </c:pt>
                <c:pt idx="886">
                  <c:v>24.35</c:v>
                </c:pt>
                <c:pt idx="887">
                  <c:v>24.4</c:v>
                </c:pt>
                <c:pt idx="888">
                  <c:v>24.4</c:v>
                </c:pt>
                <c:pt idx="889">
                  <c:v>24.4</c:v>
                </c:pt>
                <c:pt idx="890">
                  <c:v>24.45</c:v>
                </c:pt>
                <c:pt idx="891">
                  <c:v>24.45</c:v>
                </c:pt>
                <c:pt idx="892">
                  <c:v>24.5</c:v>
                </c:pt>
                <c:pt idx="893">
                  <c:v>24.5</c:v>
                </c:pt>
                <c:pt idx="894">
                  <c:v>24.55</c:v>
                </c:pt>
                <c:pt idx="895">
                  <c:v>24.55</c:v>
                </c:pt>
                <c:pt idx="896">
                  <c:v>24.6</c:v>
                </c:pt>
                <c:pt idx="897">
                  <c:v>24.6</c:v>
                </c:pt>
                <c:pt idx="898">
                  <c:v>24.65</c:v>
                </c:pt>
                <c:pt idx="899">
                  <c:v>24.65</c:v>
                </c:pt>
                <c:pt idx="900">
                  <c:v>24.65</c:v>
                </c:pt>
                <c:pt idx="901">
                  <c:v>24.65</c:v>
                </c:pt>
                <c:pt idx="902">
                  <c:v>24.65</c:v>
                </c:pt>
                <c:pt idx="903">
                  <c:v>24.6</c:v>
                </c:pt>
                <c:pt idx="904">
                  <c:v>24.55</c:v>
                </c:pt>
                <c:pt idx="905">
                  <c:v>24.5</c:v>
                </c:pt>
                <c:pt idx="906">
                  <c:v>24.45</c:v>
                </c:pt>
                <c:pt idx="907">
                  <c:v>24.45</c:v>
                </c:pt>
                <c:pt idx="908">
                  <c:v>24.4</c:v>
                </c:pt>
                <c:pt idx="909">
                  <c:v>24.4</c:v>
                </c:pt>
                <c:pt idx="910">
                  <c:v>24.4</c:v>
                </c:pt>
                <c:pt idx="911">
                  <c:v>24.35</c:v>
                </c:pt>
                <c:pt idx="912">
                  <c:v>24.4</c:v>
                </c:pt>
                <c:pt idx="913">
                  <c:v>24.35</c:v>
                </c:pt>
                <c:pt idx="914">
                  <c:v>24.4</c:v>
                </c:pt>
                <c:pt idx="915">
                  <c:v>24.4</c:v>
                </c:pt>
                <c:pt idx="916">
                  <c:v>24.4</c:v>
                </c:pt>
                <c:pt idx="917">
                  <c:v>24.45</c:v>
                </c:pt>
                <c:pt idx="918">
                  <c:v>24.45</c:v>
                </c:pt>
                <c:pt idx="919">
                  <c:v>24.45</c:v>
                </c:pt>
                <c:pt idx="920">
                  <c:v>24.5</c:v>
                </c:pt>
                <c:pt idx="921">
                  <c:v>24.5</c:v>
                </c:pt>
                <c:pt idx="922">
                  <c:v>24.5</c:v>
                </c:pt>
                <c:pt idx="923">
                  <c:v>24.5</c:v>
                </c:pt>
                <c:pt idx="924">
                  <c:v>24.55</c:v>
                </c:pt>
                <c:pt idx="925">
                  <c:v>24.55</c:v>
                </c:pt>
                <c:pt idx="926">
                  <c:v>24.6</c:v>
                </c:pt>
                <c:pt idx="927">
                  <c:v>24.6</c:v>
                </c:pt>
                <c:pt idx="928">
                  <c:v>24.6</c:v>
                </c:pt>
                <c:pt idx="929">
                  <c:v>24.65</c:v>
                </c:pt>
                <c:pt idx="930">
                  <c:v>24.65</c:v>
                </c:pt>
                <c:pt idx="931">
                  <c:v>24.65</c:v>
                </c:pt>
                <c:pt idx="932">
                  <c:v>24.65</c:v>
                </c:pt>
                <c:pt idx="933">
                  <c:v>24.6</c:v>
                </c:pt>
                <c:pt idx="934">
                  <c:v>24.55</c:v>
                </c:pt>
                <c:pt idx="935">
                  <c:v>24.45</c:v>
                </c:pt>
                <c:pt idx="936">
                  <c:v>24.45</c:v>
                </c:pt>
                <c:pt idx="937">
                  <c:v>24.4</c:v>
                </c:pt>
                <c:pt idx="938">
                  <c:v>24.4</c:v>
                </c:pt>
                <c:pt idx="939">
                  <c:v>24.35</c:v>
                </c:pt>
                <c:pt idx="940">
                  <c:v>24.35</c:v>
                </c:pt>
                <c:pt idx="941">
                  <c:v>24.35</c:v>
                </c:pt>
                <c:pt idx="942">
                  <c:v>24.35</c:v>
                </c:pt>
                <c:pt idx="943">
                  <c:v>24.35</c:v>
                </c:pt>
                <c:pt idx="944">
                  <c:v>24.4</c:v>
                </c:pt>
                <c:pt idx="945">
                  <c:v>24.4</c:v>
                </c:pt>
                <c:pt idx="946">
                  <c:v>24.4</c:v>
                </c:pt>
                <c:pt idx="947">
                  <c:v>24.4</c:v>
                </c:pt>
                <c:pt idx="948">
                  <c:v>24.45</c:v>
                </c:pt>
                <c:pt idx="949">
                  <c:v>24.45</c:v>
                </c:pt>
                <c:pt idx="950">
                  <c:v>24.45</c:v>
                </c:pt>
                <c:pt idx="951">
                  <c:v>24.5</c:v>
                </c:pt>
                <c:pt idx="952">
                  <c:v>24.5</c:v>
                </c:pt>
                <c:pt idx="953">
                  <c:v>24.55</c:v>
                </c:pt>
                <c:pt idx="954">
                  <c:v>24.55</c:v>
                </c:pt>
                <c:pt idx="955">
                  <c:v>24.6</c:v>
                </c:pt>
                <c:pt idx="956">
                  <c:v>24.6</c:v>
                </c:pt>
                <c:pt idx="957">
                  <c:v>24.65</c:v>
                </c:pt>
                <c:pt idx="958">
                  <c:v>24.65</c:v>
                </c:pt>
                <c:pt idx="959">
                  <c:v>24.65</c:v>
                </c:pt>
                <c:pt idx="960">
                  <c:v>24.7</c:v>
                </c:pt>
                <c:pt idx="961">
                  <c:v>24.7</c:v>
                </c:pt>
                <c:pt idx="962">
                  <c:v>24.65</c:v>
                </c:pt>
                <c:pt idx="963">
                  <c:v>24.6</c:v>
                </c:pt>
                <c:pt idx="964">
                  <c:v>24.55</c:v>
                </c:pt>
                <c:pt idx="965">
                  <c:v>24.5</c:v>
                </c:pt>
                <c:pt idx="966">
                  <c:v>24.45</c:v>
                </c:pt>
                <c:pt idx="967">
                  <c:v>24.45</c:v>
                </c:pt>
                <c:pt idx="968">
                  <c:v>24.45</c:v>
                </c:pt>
                <c:pt idx="969">
                  <c:v>24.4</c:v>
                </c:pt>
                <c:pt idx="970">
                  <c:v>24.4</c:v>
                </c:pt>
                <c:pt idx="971">
                  <c:v>24.35</c:v>
                </c:pt>
                <c:pt idx="972">
                  <c:v>24.4</c:v>
                </c:pt>
                <c:pt idx="973">
                  <c:v>24.4</c:v>
                </c:pt>
                <c:pt idx="974">
                  <c:v>24.35</c:v>
                </c:pt>
                <c:pt idx="975">
                  <c:v>24.35</c:v>
                </c:pt>
                <c:pt idx="976">
                  <c:v>24.4</c:v>
                </c:pt>
                <c:pt idx="977">
                  <c:v>24.4</c:v>
                </c:pt>
                <c:pt idx="978">
                  <c:v>24.45</c:v>
                </c:pt>
                <c:pt idx="979">
                  <c:v>24.45</c:v>
                </c:pt>
                <c:pt idx="980">
                  <c:v>24.45</c:v>
                </c:pt>
                <c:pt idx="981">
                  <c:v>24.5</c:v>
                </c:pt>
                <c:pt idx="982">
                  <c:v>24.5</c:v>
                </c:pt>
                <c:pt idx="983">
                  <c:v>24.5</c:v>
                </c:pt>
                <c:pt idx="984">
                  <c:v>24.55</c:v>
                </c:pt>
                <c:pt idx="985">
                  <c:v>24.6</c:v>
                </c:pt>
                <c:pt idx="986">
                  <c:v>24.6</c:v>
                </c:pt>
                <c:pt idx="987">
                  <c:v>24.65</c:v>
                </c:pt>
                <c:pt idx="988">
                  <c:v>24.65</c:v>
                </c:pt>
                <c:pt idx="989">
                  <c:v>24.65</c:v>
                </c:pt>
                <c:pt idx="990">
                  <c:v>24.65</c:v>
                </c:pt>
                <c:pt idx="991">
                  <c:v>24.65</c:v>
                </c:pt>
                <c:pt idx="992">
                  <c:v>24.65</c:v>
                </c:pt>
                <c:pt idx="993">
                  <c:v>24.6</c:v>
                </c:pt>
                <c:pt idx="994">
                  <c:v>24.55</c:v>
                </c:pt>
                <c:pt idx="995">
                  <c:v>24.5</c:v>
                </c:pt>
                <c:pt idx="996">
                  <c:v>24.5</c:v>
                </c:pt>
                <c:pt idx="997">
                  <c:v>24.45</c:v>
                </c:pt>
                <c:pt idx="998">
                  <c:v>24.4</c:v>
                </c:pt>
                <c:pt idx="999">
                  <c:v>24.4</c:v>
                </c:pt>
                <c:pt idx="1000">
                  <c:v>24.35</c:v>
                </c:pt>
                <c:pt idx="1001">
                  <c:v>24.35</c:v>
                </c:pt>
                <c:pt idx="1002">
                  <c:v>24.35</c:v>
                </c:pt>
                <c:pt idx="1003">
                  <c:v>24.35</c:v>
                </c:pt>
                <c:pt idx="1004">
                  <c:v>24.4</c:v>
                </c:pt>
                <c:pt idx="1005">
                  <c:v>24.4</c:v>
                </c:pt>
                <c:pt idx="1006">
                  <c:v>24.45</c:v>
                </c:pt>
                <c:pt idx="1007">
                  <c:v>24.45</c:v>
                </c:pt>
                <c:pt idx="1008">
                  <c:v>24.45</c:v>
                </c:pt>
                <c:pt idx="1009">
                  <c:v>24.5</c:v>
                </c:pt>
                <c:pt idx="1010">
                  <c:v>24.5</c:v>
                </c:pt>
                <c:pt idx="1011">
                  <c:v>24.5</c:v>
                </c:pt>
                <c:pt idx="1012">
                  <c:v>24.55</c:v>
                </c:pt>
                <c:pt idx="1013">
                  <c:v>24.55</c:v>
                </c:pt>
                <c:pt idx="1014">
                  <c:v>24.6</c:v>
                </c:pt>
                <c:pt idx="1015">
                  <c:v>24.65</c:v>
                </c:pt>
                <c:pt idx="1016">
                  <c:v>24.65</c:v>
                </c:pt>
                <c:pt idx="1017">
                  <c:v>24.65</c:v>
                </c:pt>
                <c:pt idx="1018">
                  <c:v>24.65</c:v>
                </c:pt>
                <c:pt idx="1019">
                  <c:v>24.7</c:v>
                </c:pt>
                <c:pt idx="1020">
                  <c:v>24.7</c:v>
                </c:pt>
                <c:pt idx="1021">
                  <c:v>24.65</c:v>
                </c:pt>
                <c:pt idx="1022">
                  <c:v>24.65</c:v>
                </c:pt>
                <c:pt idx="1023">
                  <c:v>24.55</c:v>
                </c:pt>
                <c:pt idx="1024">
                  <c:v>24.55</c:v>
                </c:pt>
                <c:pt idx="1025">
                  <c:v>24.45</c:v>
                </c:pt>
                <c:pt idx="1026">
                  <c:v>24.4</c:v>
                </c:pt>
                <c:pt idx="1027">
                  <c:v>24.4</c:v>
                </c:pt>
                <c:pt idx="1028">
                  <c:v>24.4</c:v>
                </c:pt>
                <c:pt idx="1029">
                  <c:v>24.4</c:v>
                </c:pt>
                <c:pt idx="1030">
                  <c:v>24.35</c:v>
                </c:pt>
                <c:pt idx="1031">
                  <c:v>24.35</c:v>
                </c:pt>
                <c:pt idx="1032">
                  <c:v>24.4</c:v>
                </c:pt>
                <c:pt idx="1033">
                  <c:v>24.4</c:v>
                </c:pt>
                <c:pt idx="1034">
                  <c:v>24.4</c:v>
                </c:pt>
                <c:pt idx="1035">
                  <c:v>24.4</c:v>
                </c:pt>
                <c:pt idx="1036">
                  <c:v>24.4</c:v>
                </c:pt>
                <c:pt idx="1037">
                  <c:v>24.45</c:v>
                </c:pt>
                <c:pt idx="1038">
                  <c:v>24.5</c:v>
                </c:pt>
                <c:pt idx="1039">
                  <c:v>24.5</c:v>
                </c:pt>
                <c:pt idx="1040">
                  <c:v>24.5</c:v>
                </c:pt>
                <c:pt idx="1041">
                  <c:v>24.55</c:v>
                </c:pt>
                <c:pt idx="1042">
                  <c:v>24.55</c:v>
                </c:pt>
                <c:pt idx="1043">
                  <c:v>24.55</c:v>
                </c:pt>
                <c:pt idx="1044">
                  <c:v>24.6</c:v>
                </c:pt>
                <c:pt idx="1045">
                  <c:v>24.65</c:v>
                </c:pt>
                <c:pt idx="1046">
                  <c:v>24.65</c:v>
                </c:pt>
                <c:pt idx="1047">
                  <c:v>24.65</c:v>
                </c:pt>
                <c:pt idx="1048">
                  <c:v>24.7</c:v>
                </c:pt>
                <c:pt idx="1049">
                  <c:v>24.7</c:v>
                </c:pt>
                <c:pt idx="1050">
                  <c:v>24.7</c:v>
                </c:pt>
                <c:pt idx="1051">
                  <c:v>24.7</c:v>
                </c:pt>
                <c:pt idx="1052">
                  <c:v>24.7</c:v>
                </c:pt>
                <c:pt idx="1053">
                  <c:v>24.6</c:v>
                </c:pt>
                <c:pt idx="1054">
                  <c:v>24.6</c:v>
                </c:pt>
                <c:pt idx="1055">
                  <c:v>24.55</c:v>
                </c:pt>
                <c:pt idx="1056">
                  <c:v>24.5</c:v>
                </c:pt>
                <c:pt idx="1057">
                  <c:v>24.45</c:v>
                </c:pt>
                <c:pt idx="1058">
                  <c:v>24.4</c:v>
                </c:pt>
                <c:pt idx="1059">
                  <c:v>24.4</c:v>
                </c:pt>
                <c:pt idx="1060">
                  <c:v>24.4</c:v>
                </c:pt>
                <c:pt idx="1061">
                  <c:v>24.35</c:v>
                </c:pt>
                <c:pt idx="1062">
                  <c:v>24.35</c:v>
                </c:pt>
                <c:pt idx="1063">
                  <c:v>24.35</c:v>
                </c:pt>
                <c:pt idx="1064">
                  <c:v>24.35</c:v>
                </c:pt>
                <c:pt idx="1065">
                  <c:v>24.4</c:v>
                </c:pt>
                <c:pt idx="1066">
                  <c:v>24.4</c:v>
                </c:pt>
                <c:pt idx="1067">
                  <c:v>24.4</c:v>
                </c:pt>
                <c:pt idx="1068">
                  <c:v>24.45</c:v>
                </c:pt>
                <c:pt idx="1069">
                  <c:v>24.45</c:v>
                </c:pt>
                <c:pt idx="1070">
                  <c:v>24.5</c:v>
                </c:pt>
                <c:pt idx="1071">
                  <c:v>24.55</c:v>
                </c:pt>
                <c:pt idx="1072">
                  <c:v>24.55</c:v>
                </c:pt>
                <c:pt idx="1073">
                  <c:v>24.55</c:v>
                </c:pt>
                <c:pt idx="1074">
                  <c:v>24.55</c:v>
                </c:pt>
                <c:pt idx="1075">
                  <c:v>24.6</c:v>
                </c:pt>
                <c:pt idx="1076">
                  <c:v>24.65</c:v>
                </c:pt>
                <c:pt idx="1077">
                  <c:v>24.65</c:v>
                </c:pt>
                <c:pt idx="1078">
                  <c:v>24.7</c:v>
                </c:pt>
                <c:pt idx="1079">
                  <c:v>24.7</c:v>
                </c:pt>
                <c:pt idx="1080">
                  <c:v>24.7</c:v>
                </c:pt>
                <c:pt idx="1081">
                  <c:v>24.7</c:v>
                </c:pt>
                <c:pt idx="1082">
                  <c:v>24.65</c:v>
                </c:pt>
                <c:pt idx="1083">
                  <c:v>24.6</c:v>
                </c:pt>
                <c:pt idx="1084">
                  <c:v>24.5</c:v>
                </c:pt>
                <c:pt idx="1085">
                  <c:v>24.5</c:v>
                </c:pt>
                <c:pt idx="1086">
                  <c:v>24.45</c:v>
                </c:pt>
                <c:pt idx="1087">
                  <c:v>24.4</c:v>
                </c:pt>
                <c:pt idx="1088">
                  <c:v>24.4</c:v>
                </c:pt>
                <c:pt idx="1089">
                  <c:v>24.4</c:v>
                </c:pt>
                <c:pt idx="1090">
                  <c:v>24.4</c:v>
                </c:pt>
                <c:pt idx="1091">
                  <c:v>24.4</c:v>
                </c:pt>
                <c:pt idx="1092">
                  <c:v>24.4</c:v>
                </c:pt>
                <c:pt idx="1093">
                  <c:v>24.4</c:v>
                </c:pt>
                <c:pt idx="1094">
                  <c:v>24.4</c:v>
                </c:pt>
                <c:pt idx="1095">
                  <c:v>24.45</c:v>
                </c:pt>
                <c:pt idx="1096">
                  <c:v>24.45</c:v>
                </c:pt>
                <c:pt idx="1097">
                  <c:v>24.5</c:v>
                </c:pt>
                <c:pt idx="1098">
                  <c:v>24.5</c:v>
                </c:pt>
                <c:pt idx="1099">
                  <c:v>24.5</c:v>
                </c:pt>
                <c:pt idx="1100">
                  <c:v>24.55</c:v>
                </c:pt>
                <c:pt idx="1101">
                  <c:v>24.55</c:v>
                </c:pt>
                <c:pt idx="1102">
                  <c:v>24.55</c:v>
                </c:pt>
                <c:pt idx="1103">
                  <c:v>24.6</c:v>
                </c:pt>
                <c:pt idx="1104">
                  <c:v>24.6</c:v>
                </c:pt>
                <c:pt idx="1105">
                  <c:v>24.6</c:v>
                </c:pt>
                <c:pt idx="1106">
                  <c:v>24.65</c:v>
                </c:pt>
                <c:pt idx="1107">
                  <c:v>24.65</c:v>
                </c:pt>
                <c:pt idx="1108">
                  <c:v>24.65</c:v>
                </c:pt>
                <c:pt idx="1109">
                  <c:v>24.65</c:v>
                </c:pt>
                <c:pt idx="1110">
                  <c:v>24.7</c:v>
                </c:pt>
                <c:pt idx="1111">
                  <c:v>24.65</c:v>
                </c:pt>
                <c:pt idx="1112">
                  <c:v>24.65</c:v>
                </c:pt>
                <c:pt idx="1113">
                  <c:v>24.6</c:v>
                </c:pt>
                <c:pt idx="1114">
                  <c:v>24.55</c:v>
                </c:pt>
                <c:pt idx="1115">
                  <c:v>24.5</c:v>
                </c:pt>
                <c:pt idx="1116">
                  <c:v>24.45</c:v>
                </c:pt>
                <c:pt idx="1117">
                  <c:v>24.45</c:v>
                </c:pt>
                <c:pt idx="1118">
                  <c:v>24.4</c:v>
                </c:pt>
                <c:pt idx="1119">
                  <c:v>24.4</c:v>
                </c:pt>
                <c:pt idx="1120">
                  <c:v>24.4</c:v>
                </c:pt>
                <c:pt idx="1121">
                  <c:v>24.35</c:v>
                </c:pt>
                <c:pt idx="1122">
                  <c:v>24.35</c:v>
                </c:pt>
                <c:pt idx="1123">
                  <c:v>24.35</c:v>
                </c:pt>
                <c:pt idx="1124">
                  <c:v>24.35</c:v>
                </c:pt>
                <c:pt idx="1125">
                  <c:v>24.4</c:v>
                </c:pt>
                <c:pt idx="1126">
                  <c:v>24.4</c:v>
                </c:pt>
                <c:pt idx="1127">
                  <c:v>24.4</c:v>
                </c:pt>
                <c:pt idx="1128">
                  <c:v>24.4</c:v>
                </c:pt>
                <c:pt idx="1129">
                  <c:v>24.45</c:v>
                </c:pt>
                <c:pt idx="1130">
                  <c:v>24.45</c:v>
                </c:pt>
                <c:pt idx="1131">
                  <c:v>24.5</c:v>
                </c:pt>
                <c:pt idx="1132">
                  <c:v>24.5</c:v>
                </c:pt>
                <c:pt idx="1133">
                  <c:v>24.55</c:v>
                </c:pt>
                <c:pt idx="1134">
                  <c:v>24.55</c:v>
                </c:pt>
                <c:pt idx="1135">
                  <c:v>24.6</c:v>
                </c:pt>
                <c:pt idx="1136">
                  <c:v>24.6</c:v>
                </c:pt>
                <c:pt idx="1137">
                  <c:v>24.6</c:v>
                </c:pt>
                <c:pt idx="1138">
                  <c:v>24.65</c:v>
                </c:pt>
                <c:pt idx="1139">
                  <c:v>24.65</c:v>
                </c:pt>
                <c:pt idx="1140">
                  <c:v>24.7</c:v>
                </c:pt>
                <c:pt idx="1141">
                  <c:v>24.65</c:v>
                </c:pt>
                <c:pt idx="1142">
                  <c:v>24.65</c:v>
                </c:pt>
                <c:pt idx="1143">
                  <c:v>24.6</c:v>
                </c:pt>
                <c:pt idx="1144">
                  <c:v>24.55</c:v>
                </c:pt>
                <c:pt idx="1145">
                  <c:v>24.5</c:v>
                </c:pt>
                <c:pt idx="1146">
                  <c:v>24.45</c:v>
                </c:pt>
                <c:pt idx="1147">
                  <c:v>24.45</c:v>
                </c:pt>
                <c:pt idx="1148">
                  <c:v>24.4</c:v>
                </c:pt>
                <c:pt idx="1149">
                  <c:v>24.35</c:v>
                </c:pt>
                <c:pt idx="1150">
                  <c:v>24.35</c:v>
                </c:pt>
                <c:pt idx="1151">
                  <c:v>24.35</c:v>
                </c:pt>
                <c:pt idx="1152">
                  <c:v>24.35</c:v>
                </c:pt>
                <c:pt idx="1153">
                  <c:v>24.35</c:v>
                </c:pt>
                <c:pt idx="1154">
                  <c:v>24.35</c:v>
                </c:pt>
                <c:pt idx="1155">
                  <c:v>24.35</c:v>
                </c:pt>
                <c:pt idx="1156">
                  <c:v>24.4</c:v>
                </c:pt>
                <c:pt idx="1157">
                  <c:v>24.4</c:v>
                </c:pt>
                <c:pt idx="1158">
                  <c:v>24.4</c:v>
                </c:pt>
                <c:pt idx="1159">
                  <c:v>24.45</c:v>
                </c:pt>
                <c:pt idx="1160">
                  <c:v>24.45</c:v>
                </c:pt>
                <c:pt idx="1161">
                  <c:v>24.45</c:v>
                </c:pt>
                <c:pt idx="1162">
                  <c:v>24.5</c:v>
                </c:pt>
                <c:pt idx="1163">
                  <c:v>24.5</c:v>
                </c:pt>
                <c:pt idx="1164">
                  <c:v>24.55</c:v>
                </c:pt>
                <c:pt idx="1165">
                  <c:v>24.6</c:v>
                </c:pt>
                <c:pt idx="1166">
                  <c:v>24.6</c:v>
                </c:pt>
                <c:pt idx="1167">
                  <c:v>24.65</c:v>
                </c:pt>
                <c:pt idx="1168">
                  <c:v>24.65</c:v>
                </c:pt>
                <c:pt idx="1169">
                  <c:v>24.7</c:v>
                </c:pt>
                <c:pt idx="1170">
                  <c:v>24.7</c:v>
                </c:pt>
                <c:pt idx="1171">
                  <c:v>24.7</c:v>
                </c:pt>
                <c:pt idx="1172">
                  <c:v>24.7</c:v>
                </c:pt>
                <c:pt idx="1173">
                  <c:v>24.65</c:v>
                </c:pt>
                <c:pt idx="1174">
                  <c:v>24.6</c:v>
                </c:pt>
                <c:pt idx="1175">
                  <c:v>24.55</c:v>
                </c:pt>
                <c:pt idx="1176">
                  <c:v>24.5</c:v>
                </c:pt>
                <c:pt idx="1177">
                  <c:v>24.5</c:v>
                </c:pt>
                <c:pt idx="1178">
                  <c:v>24.45</c:v>
                </c:pt>
                <c:pt idx="1179">
                  <c:v>24.4</c:v>
                </c:pt>
                <c:pt idx="1180">
                  <c:v>24.4</c:v>
                </c:pt>
                <c:pt idx="1181">
                  <c:v>24.4</c:v>
                </c:pt>
                <c:pt idx="1182">
                  <c:v>24.4</c:v>
                </c:pt>
                <c:pt idx="1183">
                  <c:v>24.4</c:v>
                </c:pt>
                <c:pt idx="1184">
                  <c:v>24.4</c:v>
                </c:pt>
                <c:pt idx="1185">
                  <c:v>24.4</c:v>
                </c:pt>
                <c:pt idx="1186">
                  <c:v>24.4</c:v>
                </c:pt>
                <c:pt idx="1187">
                  <c:v>24.4</c:v>
                </c:pt>
                <c:pt idx="1188">
                  <c:v>24.45</c:v>
                </c:pt>
                <c:pt idx="1189">
                  <c:v>24.45</c:v>
                </c:pt>
                <c:pt idx="1190">
                  <c:v>24.45</c:v>
                </c:pt>
                <c:pt idx="1191">
                  <c:v>24.45</c:v>
                </c:pt>
                <c:pt idx="1192">
                  <c:v>24.5</c:v>
                </c:pt>
                <c:pt idx="1193">
                  <c:v>24.5</c:v>
                </c:pt>
                <c:pt idx="1194">
                  <c:v>24.55</c:v>
                </c:pt>
                <c:pt idx="1195">
                  <c:v>24.55</c:v>
                </c:pt>
                <c:pt idx="1196">
                  <c:v>24.6</c:v>
                </c:pt>
                <c:pt idx="1197">
                  <c:v>24.6</c:v>
                </c:pt>
                <c:pt idx="1198">
                  <c:v>24.65</c:v>
                </c:pt>
                <c:pt idx="1199">
                  <c:v>24.65</c:v>
                </c:pt>
                <c:pt idx="1200">
                  <c:v>24.7</c:v>
                </c:pt>
                <c:pt idx="1201">
                  <c:v>24.7</c:v>
                </c:pt>
                <c:pt idx="1202">
                  <c:v>24.65</c:v>
                </c:pt>
                <c:pt idx="1203">
                  <c:v>24.65</c:v>
                </c:pt>
                <c:pt idx="1204">
                  <c:v>24.6</c:v>
                </c:pt>
                <c:pt idx="1205">
                  <c:v>24.55</c:v>
                </c:pt>
                <c:pt idx="1206">
                  <c:v>24.5</c:v>
                </c:pt>
                <c:pt idx="1207">
                  <c:v>24.5</c:v>
                </c:pt>
                <c:pt idx="1208">
                  <c:v>24.45</c:v>
                </c:pt>
                <c:pt idx="1209">
                  <c:v>24.45</c:v>
                </c:pt>
                <c:pt idx="1210">
                  <c:v>24.4</c:v>
                </c:pt>
                <c:pt idx="1211">
                  <c:v>24.4</c:v>
                </c:pt>
                <c:pt idx="1212">
                  <c:v>24.4</c:v>
                </c:pt>
                <c:pt idx="1213">
                  <c:v>24.4</c:v>
                </c:pt>
                <c:pt idx="1214">
                  <c:v>24.4</c:v>
                </c:pt>
                <c:pt idx="1215">
                  <c:v>24.4</c:v>
                </c:pt>
                <c:pt idx="1216">
                  <c:v>24.4</c:v>
                </c:pt>
                <c:pt idx="1217">
                  <c:v>24.45</c:v>
                </c:pt>
                <c:pt idx="1218">
                  <c:v>24.45</c:v>
                </c:pt>
                <c:pt idx="1219">
                  <c:v>24.5</c:v>
                </c:pt>
                <c:pt idx="1220">
                  <c:v>24.45</c:v>
                </c:pt>
                <c:pt idx="1221">
                  <c:v>24.5</c:v>
                </c:pt>
                <c:pt idx="1222">
                  <c:v>24.5</c:v>
                </c:pt>
                <c:pt idx="1223">
                  <c:v>24.5</c:v>
                </c:pt>
                <c:pt idx="1224">
                  <c:v>24.55</c:v>
                </c:pt>
                <c:pt idx="1225">
                  <c:v>24.6</c:v>
                </c:pt>
                <c:pt idx="1226">
                  <c:v>24.6</c:v>
                </c:pt>
                <c:pt idx="1227">
                  <c:v>24.65</c:v>
                </c:pt>
                <c:pt idx="1228">
                  <c:v>24.65</c:v>
                </c:pt>
                <c:pt idx="1229">
                  <c:v>24.65</c:v>
                </c:pt>
                <c:pt idx="1230">
                  <c:v>24.7</c:v>
                </c:pt>
                <c:pt idx="1231">
                  <c:v>24.65</c:v>
                </c:pt>
                <c:pt idx="1232">
                  <c:v>24.65</c:v>
                </c:pt>
                <c:pt idx="1233">
                  <c:v>24.6</c:v>
                </c:pt>
                <c:pt idx="1234">
                  <c:v>24.6</c:v>
                </c:pt>
                <c:pt idx="1235">
                  <c:v>24.55</c:v>
                </c:pt>
                <c:pt idx="1236">
                  <c:v>24.45</c:v>
                </c:pt>
                <c:pt idx="1237">
                  <c:v>24.45</c:v>
                </c:pt>
                <c:pt idx="1238">
                  <c:v>24.4</c:v>
                </c:pt>
                <c:pt idx="1239">
                  <c:v>24.4</c:v>
                </c:pt>
                <c:pt idx="1240">
                  <c:v>24.4</c:v>
                </c:pt>
                <c:pt idx="1241">
                  <c:v>24.35</c:v>
                </c:pt>
                <c:pt idx="1242">
                  <c:v>24.4</c:v>
                </c:pt>
                <c:pt idx="1243">
                  <c:v>24.4</c:v>
                </c:pt>
                <c:pt idx="1244">
                  <c:v>24.45</c:v>
                </c:pt>
                <c:pt idx="1245">
                  <c:v>24.45</c:v>
                </c:pt>
                <c:pt idx="1246">
                  <c:v>24.45</c:v>
                </c:pt>
                <c:pt idx="1247">
                  <c:v>24.5</c:v>
                </c:pt>
                <c:pt idx="1248">
                  <c:v>24.5</c:v>
                </c:pt>
                <c:pt idx="1249">
                  <c:v>24.55</c:v>
                </c:pt>
                <c:pt idx="1250">
                  <c:v>24.55</c:v>
                </c:pt>
                <c:pt idx="1251">
                  <c:v>24.55</c:v>
                </c:pt>
                <c:pt idx="1252">
                  <c:v>24.6</c:v>
                </c:pt>
                <c:pt idx="1253">
                  <c:v>24.6</c:v>
                </c:pt>
                <c:pt idx="1254">
                  <c:v>24.65</c:v>
                </c:pt>
                <c:pt idx="1255">
                  <c:v>24.65</c:v>
                </c:pt>
                <c:pt idx="1256">
                  <c:v>24.65</c:v>
                </c:pt>
                <c:pt idx="1257">
                  <c:v>24.65</c:v>
                </c:pt>
                <c:pt idx="1258">
                  <c:v>24.7</c:v>
                </c:pt>
                <c:pt idx="1259">
                  <c:v>24.7</c:v>
                </c:pt>
                <c:pt idx="1260">
                  <c:v>24.7</c:v>
                </c:pt>
                <c:pt idx="1261">
                  <c:v>24.7</c:v>
                </c:pt>
                <c:pt idx="1262">
                  <c:v>24.7</c:v>
                </c:pt>
                <c:pt idx="1263">
                  <c:v>24.6</c:v>
                </c:pt>
                <c:pt idx="1264">
                  <c:v>24.6</c:v>
                </c:pt>
                <c:pt idx="1265">
                  <c:v>24.55</c:v>
                </c:pt>
                <c:pt idx="1266">
                  <c:v>24.5</c:v>
                </c:pt>
                <c:pt idx="1267">
                  <c:v>24.4</c:v>
                </c:pt>
                <c:pt idx="1268">
                  <c:v>24.4</c:v>
                </c:pt>
                <c:pt idx="1269">
                  <c:v>24.4</c:v>
                </c:pt>
                <c:pt idx="1270">
                  <c:v>24.35</c:v>
                </c:pt>
                <c:pt idx="1271">
                  <c:v>24.35</c:v>
                </c:pt>
                <c:pt idx="1272">
                  <c:v>24.4</c:v>
                </c:pt>
                <c:pt idx="1273">
                  <c:v>24.4</c:v>
                </c:pt>
                <c:pt idx="1274">
                  <c:v>24.4</c:v>
                </c:pt>
                <c:pt idx="1275">
                  <c:v>24.4</c:v>
                </c:pt>
                <c:pt idx="1276">
                  <c:v>24.4</c:v>
                </c:pt>
                <c:pt idx="1277">
                  <c:v>24.45</c:v>
                </c:pt>
                <c:pt idx="1278">
                  <c:v>24.45</c:v>
                </c:pt>
                <c:pt idx="1279">
                  <c:v>24.45</c:v>
                </c:pt>
                <c:pt idx="1280">
                  <c:v>24.45</c:v>
                </c:pt>
                <c:pt idx="1281">
                  <c:v>24.5</c:v>
                </c:pt>
                <c:pt idx="1282">
                  <c:v>24.5</c:v>
                </c:pt>
                <c:pt idx="1283">
                  <c:v>24.55</c:v>
                </c:pt>
                <c:pt idx="1284">
                  <c:v>24.55</c:v>
                </c:pt>
                <c:pt idx="1285">
                  <c:v>24.55</c:v>
                </c:pt>
                <c:pt idx="1286">
                  <c:v>24.6</c:v>
                </c:pt>
                <c:pt idx="1287">
                  <c:v>24.6</c:v>
                </c:pt>
                <c:pt idx="1288">
                  <c:v>24.65</c:v>
                </c:pt>
                <c:pt idx="1289">
                  <c:v>24.65</c:v>
                </c:pt>
                <c:pt idx="1290">
                  <c:v>24.65</c:v>
                </c:pt>
                <c:pt idx="1291">
                  <c:v>24.65</c:v>
                </c:pt>
                <c:pt idx="1292">
                  <c:v>24.65</c:v>
                </c:pt>
                <c:pt idx="1293">
                  <c:v>24.6</c:v>
                </c:pt>
                <c:pt idx="1294">
                  <c:v>24.55</c:v>
                </c:pt>
                <c:pt idx="1295">
                  <c:v>24.5</c:v>
                </c:pt>
                <c:pt idx="1296">
                  <c:v>24.45</c:v>
                </c:pt>
                <c:pt idx="1297">
                  <c:v>24.45</c:v>
                </c:pt>
                <c:pt idx="1298">
                  <c:v>24.4</c:v>
                </c:pt>
                <c:pt idx="1299">
                  <c:v>24.4</c:v>
                </c:pt>
                <c:pt idx="1300">
                  <c:v>24.4</c:v>
                </c:pt>
                <c:pt idx="1301">
                  <c:v>24.45</c:v>
                </c:pt>
                <c:pt idx="1302">
                  <c:v>24.4</c:v>
                </c:pt>
                <c:pt idx="1303">
                  <c:v>24.4</c:v>
                </c:pt>
                <c:pt idx="1304">
                  <c:v>24.45</c:v>
                </c:pt>
                <c:pt idx="1305">
                  <c:v>24.45</c:v>
                </c:pt>
                <c:pt idx="1306">
                  <c:v>24.45</c:v>
                </c:pt>
                <c:pt idx="1307">
                  <c:v>24.5</c:v>
                </c:pt>
                <c:pt idx="1308">
                  <c:v>24.5</c:v>
                </c:pt>
                <c:pt idx="1309">
                  <c:v>24.5</c:v>
                </c:pt>
                <c:pt idx="1310">
                  <c:v>24.55</c:v>
                </c:pt>
                <c:pt idx="1311">
                  <c:v>24.55</c:v>
                </c:pt>
                <c:pt idx="1312">
                  <c:v>24.55</c:v>
                </c:pt>
                <c:pt idx="1313">
                  <c:v>24.6</c:v>
                </c:pt>
                <c:pt idx="1314">
                  <c:v>24.6</c:v>
                </c:pt>
                <c:pt idx="1315">
                  <c:v>24.65</c:v>
                </c:pt>
                <c:pt idx="1316">
                  <c:v>24.65</c:v>
                </c:pt>
                <c:pt idx="1317">
                  <c:v>24.7</c:v>
                </c:pt>
                <c:pt idx="1318">
                  <c:v>24.7</c:v>
                </c:pt>
                <c:pt idx="1319">
                  <c:v>24.7</c:v>
                </c:pt>
                <c:pt idx="1320">
                  <c:v>24.7</c:v>
                </c:pt>
                <c:pt idx="1321">
                  <c:v>24.7</c:v>
                </c:pt>
                <c:pt idx="1322">
                  <c:v>24.65</c:v>
                </c:pt>
                <c:pt idx="1323">
                  <c:v>24.65</c:v>
                </c:pt>
                <c:pt idx="1324">
                  <c:v>24.6</c:v>
                </c:pt>
                <c:pt idx="1325">
                  <c:v>24.55</c:v>
                </c:pt>
                <c:pt idx="1326">
                  <c:v>24.5</c:v>
                </c:pt>
                <c:pt idx="1327">
                  <c:v>24.45</c:v>
                </c:pt>
                <c:pt idx="1328">
                  <c:v>24.45</c:v>
                </c:pt>
                <c:pt idx="1329">
                  <c:v>24.4</c:v>
                </c:pt>
                <c:pt idx="1330">
                  <c:v>24.4</c:v>
                </c:pt>
                <c:pt idx="1331">
                  <c:v>24.4</c:v>
                </c:pt>
                <c:pt idx="1332">
                  <c:v>24.4</c:v>
                </c:pt>
                <c:pt idx="1333">
                  <c:v>24.4</c:v>
                </c:pt>
                <c:pt idx="1334">
                  <c:v>24.4</c:v>
                </c:pt>
                <c:pt idx="1335">
                  <c:v>24.4</c:v>
                </c:pt>
                <c:pt idx="1336">
                  <c:v>24.4</c:v>
                </c:pt>
                <c:pt idx="1337">
                  <c:v>24.4</c:v>
                </c:pt>
                <c:pt idx="1338">
                  <c:v>24.45</c:v>
                </c:pt>
                <c:pt idx="1339">
                  <c:v>24.45</c:v>
                </c:pt>
                <c:pt idx="1340">
                  <c:v>24.5</c:v>
                </c:pt>
                <c:pt idx="1341">
                  <c:v>24.5</c:v>
                </c:pt>
                <c:pt idx="1342">
                  <c:v>24.5</c:v>
                </c:pt>
                <c:pt idx="1343">
                  <c:v>24.55</c:v>
                </c:pt>
                <c:pt idx="1344">
                  <c:v>24.6</c:v>
                </c:pt>
                <c:pt idx="1345">
                  <c:v>24.6</c:v>
                </c:pt>
                <c:pt idx="1346">
                  <c:v>24.65</c:v>
                </c:pt>
                <c:pt idx="1347">
                  <c:v>24.7</c:v>
                </c:pt>
                <c:pt idx="1348">
                  <c:v>24.7</c:v>
                </c:pt>
                <c:pt idx="1349">
                  <c:v>24.75</c:v>
                </c:pt>
                <c:pt idx="1350">
                  <c:v>24.8</c:v>
                </c:pt>
                <c:pt idx="1351">
                  <c:v>24.75</c:v>
                </c:pt>
                <c:pt idx="1352">
                  <c:v>24.7</c:v>
                </c:pt>
                <c:pt idx="1353">
                  <c:v>24.7</c:v>
                </c:pt>
                <c:pt idx="1354">
                  <c:v>24.7</c:v>
                </c:pt>
                <c:pt idx="1355">
                  <c:v>24.6</c:v>
                </c:pt>
                <c:pt idx="1356">
                  <c:v>24.55</c:v>
                </c:pt>
                <c:pt idx="1357">
                  <c:v>24.55</c:v>
                </c:pt>
                <c:pt idx="1358">
                  <c:v>24.5</c:v>
                </c:pt>
                <c:pt idx="1359">
                  <c:v>24.5</c:v>
                </c:pt>
                <c:pt idx="1360">
                  <c:v>24.5</c:v>
                </c:pt>
                <c:pt idx="1361">
                  <c:v>24.45</c:v>
                </c:pt>
                <c:pt idx="1362">
                  <c:v>24.45</c:v>
                </c:pt>
                <c:pt idx="1363">
                  <c:v>24.45</c:v>
                </c:pt>
                <c:pt idx="1364">
                  <c:v>24.45</c:v>
                </c:pt>
                <c:pt idx="1365">
                  <c:v>24.5</c:v>
                </c:pt>
                <c:pt idx="1366">
                  <c:v>24.5</c:v>
                </c:pt>
                <c:pt idx="1367">
                  <c:v>24.5</c:v>
                </c:pt>
                <c:pt idx="1368">
                  <c:v>24.55</c:v>
                </c:pt>
                <c:pt idx="1369">
                  <c:v>24.55</c:v>
                </c:pt>
                <c:pt idx="1370">
                  <c:v>24.55</c:v>
                </c:pt>
                <c:pt idx="1371">
                  <c:v>24.6</c:v>
                </c:pt>
                <c:pt idx="1372">
                  <c:v>24.6</c:v>
                </c:pt>
                <c:pt idx="1373">
                  <c:v>24.65</c:v>
                </c:pt>
                <c:pt idx="1374">
                  <c:v>24.65</c:v>
                </c:pt>
                <c:pt idx="1375">
                  <c:v>24.7</c:v>
                </c:pt>
                <c:pt idx="1376">
                  <c:v>24.7</c:v>
                </c:pt>
                <c:pt idx="1377">
                  <c:v>24.75</c:v>
                </c:pt>
                <c:pt idx="1378">
                  <c:v>24.75</c:v>
                </c:pt>
                <c:pt idx="1379">
                  <c:v>24.8</c:v>
                </c:pt>
                <c:pt idx="1380">
                  <c:v>24.8</c:v>
                </c:pt>
                <c:pt idx="1381">
                  <c:v>24.8</c:v>
                </c:pt>
                <c:pt idx="1382">
                  <c:v>24.75</c:v>
                </c:pt>
                <c:pt idx="1383">
                  <c:v>24.7</c:v>
                </c:pt>
                <c:pt idx="1384">
                  <c:v>24.65</c:v>
                </c:pt>
                <c:pt idx="1385">
                  <c:v>24.6</c:v>
                </c:pt>
                <c:pt idx="1386">
                  <c:v>24.55</c:v>
                </c:pt>
                <c:pt idx="1387">
                  <c:v>24.5</c:v>
                </c:pt>
                <c:pt idx="1388">
                  <c:v>24.45</c:v>
                </c:pt>
                <c:pt idx="1389">
                  <c:v>24.45</c:v>
                </c:pt>
                <c:pt idx="1390">
                  <c:v>24.4</c:v>
                </c:pt>
                <c:pt idx="1391">
                  <c:v>24.45</c:v>
                </c:pt>
                <c:pt idx="1392">
                  <c:v>24.45</c:v>
                </c:pt>
                <c:pt idx="1393">
                  <c:v>24.45</c:v>
                </c:pt>
                <c:pt idx="1394">
                  <c:v>24.45</c:v>
                </c:pt>
                <c:pt idx="1395">
                  <c:v>24.45</c:v>
                </c:pt>
                <c:pt idx="1396">
                  <c:v>24.45</c:v>
                </c:pt>
                <c:pt idx="1397">
                  <c:v>24.5</c:v>
                </c:pt>
                <c:pt idx="1398">
                  <c:v>24.5</c:v>
                </c:pt>
                <c:pt idx="1399">
                  <c:v>24.55</c:v>
                </c:pt>
                <c:pt idx="1400">
                  <c:v>24.6</c:v>
                </c:pt>
                <c:pt idx="1401">
                  <c:v>24.6</c:v>
                </c:pt>
                <c:pt idx="1402">
                  <c:v>24.6</c:v>
                </c:pt>
                <c:pt idx="1403">
                  <c:v>24.65</c:v>
                </c:pt>
                <c:pt idx="1404">
                  <c:v>24.7</c:v>
                </c:pt>
                <c:pt idx="1405">
                  <c:v>24.7</c:v>
                </c:pt>
                <c:pt idx="1406">
                  <c:v>24.7</c:v>
                </c:pt>
                <c:pt idx="1407">
                  <c:v>24.75</c:v>
                </c:pt>
                <c:pt idx="1408">
                  <c:v>24.8</c:v>
                </c:pt>
                <c:pt idx="1409">
                  <c:v>24.8</c:v>
                </c:pt>
                <c:pt idx="1410">
                  <c:v>24.8</c:v>
                </c:pt>
                <c:pt idx="1411">
                  <c:v>24.8</c:v>
                </c:pt>
                <c:pt idx="1412">
                  <c:v>24.8</c:v>
                </c:pt>
                <c:pt idx="1413">
                  <c:v>24.75</c:v>
                </c:pt>
                <c:pt idx="1414">
                  <c:v>24.7</c:v>
                </c:pt>
                <c:pt idx="1415">
                  <c:v>24.65</c:v>
                </c:pt>
                <c:pt idx="1416">
                  <c:v>24.6</c:v>
                </c:pt>
                <c:pt idx="1417">
                  <c:v>24.55</c:v>
                </c:pt>
                <c:pt idx="1418">
                  <c:v>24.5</c:v>
                </c:pt>
                <c:pt idx="1419">
                  <c:v>24.5</c:v>
                </c:pt>
                <c:pt idx="1420">
                  <c:v>24.5</c:v>
                </c:pt>
                <c:pt idx="1421">
                  <c:v>24.45</c:v>
                </c:pt>
                <c:pt idx="1422">
                  <c:v>24.45</c:v>
                </c:pt>
                <c:pt idx="1423">
                  <c:v>24.45</c:v>
                </c:pt>
                <c:pt idx="1424">
                  <c:v>24.45</c:v>
                </c:pt>
                <c:pt idx="1425">
                  <c:v>24.45</c:v>
                </c:pt>
                <c:pt idx="1426">
                  <c:v>24.45</c:v>
                </c:pt>
                <c:pt idx="1427">
                  <c:v>24.5</c:v>
                </c:pt>
                <c:pt idx="1428">
                  <c:v>24.55</c:v>
                </c:pt>
                <c:pt idx="1429">
                  <c:v>24.55</c:v>
                </c:pt>
                <c:pt idx="1430">
                  <c:v>24.6</c:v>
                </c:pt>
                <c:pt idx="1431">
                  <c:v>24.6</c:v>
                </c:pt>
                <c:pt idx="1432">
                  <c:v>24.65</c:v>
                </c:pt>
                <c:pt idx="1433">
                  <c:v>24.65</c:v>
                </c:pt>
                <c:pt idx="1434">
                  <c:v>24.7</c:v>
                </c:pt>
                <c:pt idx="1435">
                  <c:v>24.7</c:v>
                </c:pt>
                <c:pt idx="1436">
                  <c:v>24.75</c:v>
                </c:pt>
                <c:pt idx="1437">
                  <c:v>24.75</c:v>
                </c:pt>
                <c:pt idx="1438">
                  <c:v>24.75</c:v>
                </c:pt>
                <c:pt idx="1439">
                  <c:v>24.8</c:v>
                </c:pt>
                <c:pt idx="1440">
                  <c:v>24.85</c:v>
                </c:pt>
                <c:pt idx="1441">
                  <c:v>24.8</c:v>
                </c:pt>
                <c:pt idx="1442">
                  <c:v>24.8</c:v>
                </c:pt>
                <c:pt idx="1443">
                  <c:v>24.75</c:v>
                </c:pt>
                <c:pt idx="1444">
                  <c:v>24.65</c:v>
                </c:pt>
                <c:pt idx="1445">
                  <c:v>24.6</c:v>
                </c:pt>
                <c:pt idx="1446">
                  <c:v>24.6</c:v>
                </c:pt>
                <c:pt idx="1447">
                  <c:v>24.55</c:v>
                </c:pt>
                <c:pt idx="1448">
                  <c:v>24.5</c:v>
                </c:pt>
                <c:pt idx="1449">
                  <c:v>24.5</c:v>
                </c:pt>
                <c:pt idx="1450">
                  <c:v>24.45</c:v>
                </c:pt>
                <c:pt idx="1451">
                  <c:v>24.45</c:v>
                </c:pt>
                <c:pt idx="1452">
                  <c:v>24.45</c:v>
                </c:pt>
                <c:pt idx="1453">
                  <c:v>24.45</c:v>
                </c:pt>
                <c:pt idx="1454">
                  <c:v>24.45</c:v>
                </c:pt>
                <c:pt idx="1455">
                  <c:v>24.45</c:v>
                </c:pt>
                <c:pt idx="1456">
                  <c:v>24.5</c:v>
                </c:pt>
                <c:pt idx="1457">
                  <c:v>24.5</c:v>
                </c:pt>
                <c:pt idx="1458">
                  <c:v>24.5</c:v>
                </c:pt>
                <c:pt idx="1459">
                  <c:v>24.55</c:v>
                </c:pt>
                <c:pt idx="1460">
                  <c:v>24.55</c:v>
                </c:pt>
                <c:pt idx="1461">
                  <c:v>24.55</c:v>
                </c:pt>
                <c:pt idx="1462">
                  <c:v>24.6</c:v>
                </c:pt>
                <c:pt idx="1463">
                  <c:v>24.6</c:v>
                </c:pt>
                <c:pt idx="1464">
                  <c:v>24.65</c:v>
                </c:pt>
                <c:pt idx="1465">
                  <c:v>24.65</c:v>
                </c:pt>
                <c:pt idx="1466">
                  <c:v>24.7</c:v>
                </c:pt>
                <c:pt idx="1467">
                  <c:v>24.7</c:v>
                </c:pt>
                <c:pt idx="1468">
                  <c:v>24.75</c:v>
                </c:pt>
                <c:pt idx="1469">
                  <c:v>24.75</c:v>
                </c:pt>
                <c:pt idx="1470">
                  <c:v>24.75</c:v>
                </c:pt>
                <c:pt idx="1471">
                  <c:v>24.75</c:v>
                </c:pt>
                <c:pt idx="1472">
                  <c:v>24.75</c:v>
                </c:pt>
                <c:pt idx="1473">
                  <c:v>24.7</c:v>
                </c:pt>
                <c:pt idx="1474">
                  <c:v>24.65</c:v>
                </c:pt>
                <c:pt idx="1475">
                  <c:v>24.6</c:v>
                </c:pt>
                <c:pt idx="1476">
                  <c:v>24.5</c:v>
                </c:pt>
                <c:pt idx="1477">
                  <c:v>24.5</c:v>
                </c:pt>
                <c:pt idx="1478">
                  <c:v>24.45</c:v>
                </c:pt>
                <c:pt idx="1479">
                  <c:v>24.45</c:v>
                </c:pt>
                <c:pt idx="1480">
                  <c:v>24.45</c:v>
                </c:pt>
                <c:pt idx="1481">
                  <c:v>24.4</c:v>
                </c:pt>
                <c:pt idx="1482">
                  <c:v>24.4</c:v>
                </c:pt>
                <c:pt idx="1483">
                  <c:v>24.4</c:v>
                </c:pt>
                <c:pt idx="1484">
                  <c:v>24.4</c:v>
                </c:pt>
                <c:pt idx="1485">
                  <c:v>24.45</c:v>
                </c:pt>
                <c:pt idx="1486">
                  <c:v>24.45</c:v>
                </c:pt>
                <c:pt idx="1487">
                  <c:v>24.45</c:v>
                </c:pt>
                <c:pt idx="1488">
                  <c:v>24.45</c:v>
                </c:pt>
                <c:pt idx="1489">
                  <c:v>24.5</c:v>
                </c:pt>
                <c:pt idx="1490">
                  <c:v>24.5</c:v>
                </c:pt>
                <c:pt idx="1491">
                  <c:v>24.55</c:v>
                </c:pt>
                <c:pt idx="1492">
                  <c:v>24.55</c:v>
                </c:pt>
                <c:pt idx="1493">
                  <c:v>24.55</c:v>
                </c:pt>
                <c:pt idx="1494">
                  <c:v>24.6</c:v>
                </c:pt>
                <c:pt idx="1495">
                  <c:v>24.6</c:v>
                </c:pt>
                <c:pt idx="1496">
                  <c:v>24.6</c:v>
                </c:pt>
                <c:pt idx="1497">
                  <c:v>24.65</c:v>
                </c:pt>
                <c:pt idx="1498">
                  <c:v>24.65</c:v>
                </c:pt>
                <c:pt idx="1499">
                  <c:v>24.7</c:v>
                </c:pt>
                <c:pt idx="1500">
                  <c:v>24.7</c:v>
                </c:pt>
                <c:pt idx="1501">
                  <c:v>24.65</c:v>
                </c:pt>
                <c:pt idx="1502">
                  <c:v>24.7</c:v>
                </c:pt>
                <c:pt idx="1503">
                  <c:v>24.6</c:v>
                </c:pt>
                <c:pt idx="1504">
                  <c:v>24.6</c:v>
                </c:pt>
                <c:pt idx="1505">
                  <c:v>24.5</c:v>
                </c:pt>
                <c:pt idx="1506">
                  <c:v>24.45</c:v>
                </c:pt>
                <c:pt idx="1507">
                  <c:v>24.45</c:v>
                </c:pt>
                <c:pt idx="1508">
                  <c:v>24.4</c:v>
                </c:pt>
                <c:pt idx="1509">
                  <c:v>24.35</c:v>
                </c:pt>
                <c:pt idx="1510">
                  <c:v>24.35</c:v>
                </c:pt>
                <c:pt idx="1511">
                  <c:v>24.35</c:v>
                </c:pt>
                <c:pt idx="1512">
                  <c:v>24.35</c:v>
                </c:pt>
                <c:pt idx="1513">
                  <c:v>24.35</c:v>
                </c:pt>
                <c:pt idx="1514">
                  <c:v>24.35</c:v>
                </c:pt>
                <c:pt idx="1515">
                  <c:v>24.4</c:v>
                </c:pt>
                <c:pt idx="1516">
                  <c:v>24.4</c:v>
                </c:pt>
                <c:pt idx="1517">
                  <c:v>24.4</c:v>
                </c:pt>
                <c:pt idx="1518">
                  <c:v>24.4</c:v>
                </c:pt>
                <c:pt idx="1519">
                  <c:v>24.45</c:v>
                </c:pt>
                <c:pt idx="1520">
                  <c:v>24.5</c:v>
                </c:pt>
                <c:pt idx="1521">
                  <c:v>24.5</c:v>
                </c:pt>
                <c:pt idx="1522">
                  <c:v>24.5</c:v>
                </c:pt>
                <c:pt idx="1523">
                  <c:v>24.55</c:v>
                </c:pt>
                <c:pt idx="1524">
                  <c:v>24.55</c:v>
                </c:pt>
                <c:pt idx="1525">
                  <c:v>24.6</c:v>
                </c:pt>
                <c:pt idx="1526">
                  <c:v>24.6</c:v>
                </c:pt>
                <c:pt idx="1527">
                  <c:v>24.65</c:v>
                </c:pt>
                <c:pt idx="1528">
                  <c:v>24.65</c:v>
                </c:pt>
                <c:pt idx="1529">
                  <c:v>24.7</c:v>
                </c:pt>
                <c:pt idx="1530">
                  <c:v>24.7</c:v>
                </c:pt>
                <c:pt idx="1531">
                  <c:v>24.7</c:v>
                </c:pt>
                <c:pt idx="1532">
                  <c:v>24.7</c:v>
                </c:pt>
                <c:pt idx="1533">
                  <c:v>24.65</c:v>
                </c:pt>
                <c:pt idx="1534">
                  <c:v>24.6</c:v>
                </c:pt>
                <c:pt idx="1535">
                  <c:v>24.55</c:v>
                </c:pt>
                <c:pt idx="1536">
                  <c:v>24.5</c:v>
                </c:pt>
                <c:pt idx="1537">
                  <c:v>24.5</c:v>
                </c:pt>
                <c:pt idx="1538">
                  <c:v>24.45</c:v>
                </c:pt>
                <c:pt idx="1539">
                  <c:v>24.45</c:v>
                </c:pt>
                <c:pt idx="1540">
                  <c:v>24.45</c:v>
                </c:pt>
                <c:pt idx="1541">
                  <c:v>24.4</c:v>
                </c:pt>
                <c:pt idx="1542">
                  <c:v>24.4</c:v>
                </c:pt>
                <c:pt idx="1543">
                  <c:v>24.4</c:v>
                </c:pt>
                <c:pt idx="1544">
                  <c:v>24.4</c:v>
                </c:pt>
                <c:pt idx="1545">
                  <c:v>24.45</c:v>
                </c:pt>
                <c:pt idx="1546">
                  <c:v>24.45</c:v>
                </c:pt>
                <c:pt idx="1547">
                  <c:v>24.45</c:v>
                </c:pt>
                <c:pt idx="1548">
                  <c:v>24.45</c:v>
                </c:pt>
                <c:pt idx="1549">
                  <c:v>24.5</c:v>
                </c:pt>
                <c:pt idx="1550">
                  <c:v>24.5</c:v>
                </c:pt>
                <c:pt idx="1551">
                  <c:v>24.5</c:v>
                </c:pt>
                <c:pt idx="1552">
                  <c:v>24.55</c:v>
                </c:pt>
                <c:pt idx="1553">
                  <c:v>24.55</c:v>
                </c:pt>
                <c:pt idx="1554">
                  <c:v>24.6</c:v>
                </c:pt>
                <c:pt idx="1555">
                  <c:v>24.6</c:v>
                </c:pt>
                <c:pt idx="1556">
                  <c:v>24.6</c:v>
                </c:pt>
                <c:pt idx="1557">
                  <c:v>24.65</c:v>
                </c:pt>
                <c:pt idx="1558">
                  <c:v>24.7</c:v>
                </c:pt>
                <c:pt idx="1559">
                  <c:v>24.7</c:v>
                </c:pt>
                <c:pt idx="1560">
                  <c:v>24.7</c:v>
                </c:pt>
                <c:pt idx="1561">
                  <c:v>24.7</c:v>
                </c:pt>
                <c:pt idx="1562">
                  <c:v>24.7</c:v>
                </c:pt>
                <c:pt idx="1563">
                  <c:v>24.65</c:v>
                </c:pt>
                <c:pt idx="1564">
                  <c:v>24.65</c:v>
                </c:pt>
                <c:pt idx="1565">
                  <c:v>24.55</c:v>
                </c:pt>
                <c:pt idx="1566">
                  <c:v>24.5</c:v>
                </c:pt>
                <c:pt idx="1567">
                  <c:v>24.45</c:v>
                </c:pt>
                <c:pt idx="1568">
                  <c:v>24.4</c:v>
                </c:pt>
                <c:pt idx="1569">
                  <c:v>24.45</c:v>
                </c:pt>
                <c:pt idx="1570">
                  <c:v>24.4</c:v>
                </c:pt>
                <c:pt idx="1571">
                  <c:v>24.4</c:v>
                </c:pt>
                <c:pt idx="1572">
                  <c:v>24.4</c:v>
                </c:pt>
                <c:pt idx="1573">
                  <c:v>24.4</c:v>
                </c:pt>
                <c:pt idx="1574">
                  <c:v>24.4</c:v>
                </c:pt>
                <c:pt idx="1575">
                  <c:v>24.45</c:v>
                </c:pt>
                <c:pt idx="1576">
                  <c:v>24.45</c:v>
                </c:pt>
                <c:pt idx="1577">
                  <c:v>24.45</c:v>
                </c:pt>
                <c:pt idx="1578">
                  <c:v>24.45</c:v>
                </c:pt>
                <c:pt idx="1579">
                  <c:v>24.5</c:v>
                </c:pt>
                <c:pt idx="1580">
                  <c:v>24.5</c:v>
                </c:pt>
                <c:pt idx="1581">
                  <c:v>24.5</c:v>
                </c:pt>
                <c:pt idx="1582">
                  <c:v>24.55</c:v>
                </c:pt>
                <c:pt idx="1583">
                  <c:v>24.6</c:v>
                </c:pt>
                <c:pt idx="1584">
                  <c:v>24.6</c:v>
                </c:pt>
                <c:pt idx="1585">
                  <c:v>24.6</c:v>
                </c:pt>
                <c:pt idx="1586">
                  <c:v>24.65</c:v>
                </c:pt>
                <c:pt idx="1587">
                  <c:v>24.65</c:v>
                </c:pt>
                <c:pt idx="1588">
                  <c:v>24.7</c:v>
                </c:pt>
                <c:pt idx="1589">
                  <c:v>24.7</c:v>
                </c:pt>
                <c:pt idx="1590">
                  <c:v>24.75</c:v>
                </c:pt>
                <c:pt idx="1591">
                  <c:v>24.75</c:v>
                </c:pt>
                <c:pt idx="1592">
                  <c:v>24.75</c:v>
                </c:pt>
                <c:pt idx="1593">
                  <c:v>24.7</c:v>
                </c:pt>
                <c:pt idx="1594">
                  <c:v>24.65</c:v>
                </c:pt>
                <c:pt idx="1595">
                  <c:v>24.6</c:v>
                </c:pt>
                <c:pt idx="1596">
                  <c:v>24.55</c:v>
                </c:pt>
                <c:pt idx="1597">
                  <c:v>24.5</c:v>
                </c:pt>
                <c:pt idx="1598">
                  <c:v>24.5</c:v>
                </c:pt>
                <c:pt idx="1599">
                  <c:v>24.45</c:v>
                </c:pt>
                <c:pt idx="1600">
                  <c:v>24.45</c:v>
                </c:pt>
                <c:pt idx="1601">
                  <c:v>24.45</c:v>
                </c:pt>
                <c:pt idx="1602">
                  <c:v>24.45</c:v>
                </c:pt>
                <c:pt idx="1603">
                  <c:v>24.5</c:v>
                </c:pt>
                <c:pt idx="1604">
                  <c:v>24.5</c:v>
                </c:pt>
                <c:pt idx="1605">
                  <c:v>24.5</c:v>
                </c:pt>
                <c:pt idx="1606">
                  <c:v>24.5</c:v>
                </c:pt>
                <c:pt idx="1607">
                  <c:v>24.55</c:v>
                </c:pt>
                <c:pt idx="1608">
                  <c:v>24.55</c:v>
                </c:pt>
                <c:pt idx="1609">
                  <c:v>24.6</c:v>
                </c:pt>
                <c:pt idx="1610">
                  <c:v>24.6</c:v>
                </c:pt>
                <c:pt idx="1611">
                  <c:v>24.6</c:v>
                </c:pt>
                <c:pt idx="1612">
                  <c:v>24.65</c:v>
                </c:pt>
                <c:pt idx="1613">
                  <c:v>24.65</c:v>
                </c:pt>
                <c:pt idx="1614">
                  <c:v>24.65</c:v>
                </c:pt>
                <c:pt idx="1615">
                  <c:v>24.7</c:v>
                </c:pt>
                <c:pt idx="1616">
                  <c:v>24.75</c:v>
                </c:pt>
                <c:pt idx="1617">
                  <c:v>24.75</c:v>
                </c:pt>
                <c:pt idx="1618">
                  <c:v>24.8</c:v>
                </c:pt>
                <c:pt idx="1619">
                  <c:v>24.8</c:v>
                </c:pt>
                <c:pt idx="1620">
                  <c:v>24.8</c:v>
                </c:pt>
                <c:pt idx="1621">
                  <c:v>24.8</c:v>
                </c:pt>
                <c:pt idx="1622">
                  <c:v>24.75</c:v>
                </c:pt>
                <c:pt idx="1623">
                  <c:v>24.75</c:v>
                </c:pt>
                <c:pt idx="1624">
                  <c:v>24.7</c:v>
                </c:pt>
                <c:pt idx="1625">
                  <c:v>24.65</c:v>
                </c:pt>
                <c:pt idx="1626">
                  <c:v>24.6</c:v>
                </c:pt>
                <c:pt idx="1627">
                  <c:v>24.55</c:v>
                </c:pt>
                <c:pt idx="1628">
                  <c:v>24.55</c:v>
                </c:pt>
                <c:pt idx="1629">
                  <c:v>24.5</c:v>
                </c:pt>
                <c:pt idx="1630">
                  <c:v>24.5</c:v>
                </c:pt>
                <c:pt idx="1631">
                  <c:v>24.5</c:v>
                </c:pt>
                <c:pt idx="1632">
                  <c:v>24.5</c:v>
                </c:pt>
                <c:pt idx="1633">
                  <c:v>24.5</c:v>
                </c:pt>
                <c:pt idx="1634">
                  <c:v>24.55</c:v>
                </c:pt>
                <c:pt idx="1635">
                  <c:v>24.55</c:v>
                </c:pt>
                <c:pt idx="1636">
                  <c:v>24.55</c:v>
                </c:pt>
                <c:pt idx="1637">
                  <c:v>24.55</c:v>
                </c:pt>
                <c:pt idx="1638">
                  <c:v>24.6</c:v>
                </c:pt>
                <c:pt idx="1639">
                  <c:v>24.6</c:v>
                </c:pt>
                <c:pt idx="1640">
                  <c:v>24.6</c:v>
                </c:pt>
                <c:pt idx="1641">
                  <c:v>24.6</c:v>
                </c:pt>
                <c:pt idx="1642">
                  <c:v>24.65</c:v>
                </c:pt>
                <c:pt idx="1643">
                  <c:v>24.65</c:v>
                </c:pt>
                <c:pt idx="1644">
                  <c:v>24.65</c:v>
                </c:pt>
                <c:pt idx="1645">
                  <c:v>24.7</c:v>
                </c:pt>
                <c:pt idx="1646">
                  <c:v>24.7</c:v>
                </c:pt>
                <c:pt idx="1647">
                  <c:v>24.75</c:v>
                </c:pt>
                <c:pt idx="1648">
                  <c:v>24.75</c:v>
                </c:pt>
                <c:pt idx="1649">
                  <c:v>24.75</c:v>
                </c:pt>
                <c:pt idx="1650">
                  <c:v>24.75</c:v>
                </c:pt>
                <c:pt idx="1651">
                  <c:v>24.75</c:v>
                </c:pt>
                <c:pt idx="1652">
                  <c:v>24.7</c:v>
                </c:pt>
                <c:pt idx="1653">
                  <c:v>24.65</c:v>
                </c:pt>
                <c:pt idx="1654">
                  <c:v>24.65</c:v>
                </c:pt>
                <c:pt idx="1655">
                  <c:v>24.6</c:v>
                </c:pt>
                <c:pt idx="1656">
                  <c:v>24.55</c:v>
                </c:pt>
                <c:pt idx="1657">
                  <c:v>24.5</c:v>
                </c:pt>
                <c:pt idx="1658">
                  <c:v>24.5</c:v>
                </c:pt>
                <c:pt idx="1659">
                  <c:v>24.5</c:v>
                </c:pt>
                <c:pt idx="1660">
                  <c:v>24.5</c:v>
                </c:pt>
                <c:pt idx="1661">
                  <c:v>24.5</c:v>
                </c:pt>
                <c:pt idx="1662">
                  <c:v>24.5</c:v>
                </c:pt>
                <c:pt idx="1663">
                  <c:v>24.5</c:v>
                </c:pt>
                <c:pt idx="1664">
                  <c:v>24.5</c:v>
                </c:pt>
                <c:pt idx="1665">
                  <c:v>24.5</c:v>
                </c:pt>
                <c:pt idx="1666">
                  <c:v>24.55</c:v>
                </c:pt>
                <c:pt idx="1667">
                  <c:v>24.55</c:v>
                </c:pt>
                <c:pt idx="1668">
                  <c:v>24.55</c:v>
                </c:pt>
                <c:pt idx="1669">
                  <c:v>24.6</c:v>
                </c:pt>
                <c:pt idx="1670">
                  <c:v>24.6</c:v>
                </c:pt>
                <c:pt idx="1671">
                  <c:v>24.65</c:v>
                </c:pt>
                <c:pt idx="1672">
                  <c:v>24.65</c:v>
                </c:pt>
                <c:pt idx="1673">
                  <c:v>24.65</c:v>
                </c:pt>
                <c:pt idx="1674">
                  <c:v>24.7</c:v>
                </c:pt>
                <c:pt idx="1675">
                  <c:v>24.75</c:v>
                </c:pt>
                <c:pt idx="1676">
                  <c:v>24.75</c:v>
                </c:pt>
                <c:pt idx="1677">
                  <c:v>24.75</c:v>
                </c:pt>
                <c:pt idx="1678">
                  <c:v>24.8</c:v>
                </c:pt>
                <c:pt idx="1679">
                  <c:v>24.8</c:v>
                </c:pt>
                <c:pt idx="1680">
                  <c:v>24.8</c:v>
                </c:pt>
                <c:pt idx="1681">
                  <c:v>24.8</c:v>
                </c:pt>
                <c:pt idx="1682">
                  <c:v>24.8</c:v>
                </c:pt>
                <c:pt idx="1683">
                  <c:v>24.75</c:v>
                </c:pt>
                <c:pt idx="1684">
                  <c:v>24.75</c:v>
                </c:pt>
                <c:pt idx="1685">
                  <c:v>24.65</c:v>
                </c:pt>
                <c:pt idx="1686">
                  <c:v>24.6</c:v>
                </c:pt>
                <c:pt idx="1687">
                  <c:v>24.55</c:v>
                </c:pt>
                <c:pt idx="1688">
                  <c:v>24.55</c:v>
                </c:pt>
                <c:pt idx="1689">
                  <c:v>24.5</c:v>
                </c:pt>
                <c:pt idx="1690">
                  <c:v>24.5</c:v>
                </c:pt>
                <c:pt idx="1691">
                  <c:v>24.5</c:v>
                </c:pt>
                <c:pt idx="1692">
                  <c:v>24.45</c:v>
                </c:pt>
                <c:pt idx="1693">
                  <c:v>24.45</c:v>
                </c:pt>
                <c:pt idx="1694">
                  <c:v>24.45</c:v>
                </c:pt>
                <c:pt idx="1695">
                  <c:v>24.45</c:v>
                </c:pt>
                <c:pt idx="1696">
                  <c:v>24.45</c:v>
                </c:pt>
                <c:pt idx="1697">
                  <c:v>24.5</c:v>
                </c:pt>
                <c:pt idx="1698">
                  <c:v>24.5</c:v>
                </c:pt>
                <c:pt idx="1699">
                  <c:v>24.45</c:v>
                </c:pt>
                <c:pt idx="1700">
                  <c:v>24.5</c:v>
                </c:pt>
                <c:pt idx="1701">
                  <c:v>24.55</c:v>
                </c:pt>
                <c:pt idx="1702">
                  <c:v>24.55</c:v>
                </c:pt>
                <c:pt idx="1703">
                  <c:v>24.55</c:v>
                </c:pt>
                <c:pt idx="1704">
                  <c:v>24.6</c:v>
                </c:pt>
                <c:pt idx="1705">
                  <c:v>24.6</c:v>
                </c:pt>
                <c:pt idx="1706">
                  <c:v>24.65</c:v>
                </c:pt>
                <c:pt idx="1707">
                  <c:v>24.65</c:v>
                </c:pt>
                <c:pt idx="1708">
                  <c:v>24.7</c:v>
                </c:pt>
                <c:pt idx="1709">
                  <c:v>24.75</c:v>
                </c:pt>
                <c:pt idx="1710">
                  <c:v>24.75</c:v>
                </c:pt>
                <c:pt idx="1711">
                  <c:v>24.8</c:v>
                </c:pt>
                <c:pt idx="1712">
                  <c:v>24.7</c:v>
                </c:pt>
                <c:pt idx="1713">
                  <c:v>24.7</c:v>
                </c:pt>
                <c:pt idx="1714">
                  <c:v>24.7</c:v>
                </c:pt>
                <c:pt idx="1715">
                  <c:v>24.6</c:v>
                </c:pt>
                <c:pt idx="1716">
                  <c:v>24.55</c:v>
                </c:pt>
                <c:pt idx="1717">
                  <c:v>24.5</c:v>
                </c:pt>
                <c:pt idx="1718">
                  <c:v>24.5</c:v>
                </c:pt>
                <c:pt idx="1719">
                  <c:v>24.45</c:v>
                </c:pt>
                <c:pt idx="1720">
                  <c:v>24.45</c:v>
                </c:pt>
                <c:pt idx="1721">
                  <c:v>24.45</c:v>
                </c:pt>
                <c:pt idx="1722">
                  <c:v>24.45</c:v>
                </c:pt>
                <c:pt idx="1723">
                  <c:v>24.45</c:v>
                </c:pt>
                <c:pt idx="1724">
                  <c:v>24.45</c:v>
                </c:pt>
                <c:pt idx="1725">
                  <c:v>24.45</c:v>
                </c:pt>
                <c:pt idx="1726">
                  <c:v>24.45</c:v>
                </c:pt>
                <c:pt idx="1727">
                  <c:v>24.5</c:v>
                </c:pt>
                <c:pt idx="1728">
                  <c:v>24.45</c:v>
                </c:pt>
                <c:pt idx="1729">
                  <c:v>24.5</c:v>
                </c:pt>
                <c:pt idx="1730">
                  <c:v>24.55</c:v>
                </c:pt>
                <c:pt idx="1731">
                  <c:v>24.55</c:v>
                </c:pt>
                <c:pt idx="1732">
                  <c:v>24.6</c:v>
                </c:pt>
                <c:pt idx="1733">
                  <c:v>24.6</c:v>
                </c:pt>
                <c:pt idx="1734">
                  <c:v>24.65</c:v>
                </c:pt>
                <c:pt idx="1735">
                  <c:v>24.7</c:v>
                </c:pt>
                <c:pt idx="1736">
                  <c:v>24.7</c:v>
                </c:pt>
                <c:pt idx="1737">
                  <c:v>24.75</c:v>
                </c:pt>
                <c:pt idx="1738">
                  <c:v>24.75</c:v>
                </c:pt>
                <c:pt idx="1739">
                  <c:v>24.8</c:v>
                </c:pt>
                <c:pt idx="1740">
                  <c:v>24.75</c:v>
                </c:pt>
                <c:pt idx="1741">
                  <c:v>24.75</c:v>
                </c:pt>
                <c:pt idx="1742">
                  <c:v>24.7</c:v>
                </c:pt>
                <c:pt idx="1743">
                  <c:v>24.7</c:v>
                </c:pt>
                <c:pt idx="1744">
                  <c:v>24.6</c:v>
                </c:pt>
                <c:pt idx="1745">
                  <c:v>24.6</c:v>
                </c:pt>
                <c:pt idx="1746">
                  <c:v>24.5</c:v>
                </c:pt>
                <c:pt idx="1747">
                  <c:v>24.5</c:v>
                </c:pt>
                <c:pt idx="1748">
                  <c:v>24.45</c:v>
                </c:pt>
                <c:pt idx="1749">
                  <c:v>24.45</c:v>
                </c:pt>
                <c:pt idx="1750">
                  <c:v>24.45</c:v>
                </c:pt>
                <c:pt idx="1751">
                  <c:v>24.45</c:v>
                </c:pt>
                <c:pt idx="1752">
                  <c:v>24.45</c:v>
                </c:pt>
                <c:pt idx="1753">
                  <c:v>24.45</c:v>
                </c:pt>
                <c:pt idx="1754">
                  <c:v>24.45</c:v>
                </c:pt>
                <c:pt idx="1755">
                  <c:v>24.45</c:v>
                </c:pt>
                <c:pt idx="1756">
                  <c:v>24.5</c:v>
                </c:pt>
                <c:pt idx="1757">
                  <c:v>24.5</c:v>
                </c:pt>
                <c:pt idx="1758">
                  <c:v>24.55</c:v>
                </c:pt>
                <c:pt idx="1759">
                  <c:v>24.55</c:v>
                </c:pt>
                <c:pt idx="1760">
                  <c:v>24.6</c:v>
                </c:pt>
                <c:pt idx="1761">
                  <c:v>24.6</c:v>
                </c:pt>
                <c:pt idx="1762">
                  <c:v>24.65</c:v>
                </c:pt>
                <c:pt idx="1763">
                  <c:v>24.65</c:v>
                </c:pt>
                <c:pt idx="1764">
                  <c:v>24.65</c:v>
                </c:pt>
                <c:pt idx="1765">
                  <c:v>24.7</c:v>
                </c:pt>
                <c:pt idx="1766">
                  <c:v>24.7</c:v>
                </c:pt>
                <c:pt idx="1767">
                  <c:v>24.75</c:v>
                </c:pt>
                <c:pt idx="1768">
                  <c:v>24.75</c:v>
                </c:pt>
                <c:pt idx="1769">
                  <c:v>24.75</c:v>
                </c:pt>
                <c:pt idx="1770">
                  <c:v>24.8</c:v>
                </c:pt>
                <c:pt idx="1771">
                  <c:v>24.8</c:v>
                </c:pt>
                <c:pt idx="1772">
                  <c:v>24.75</c:v>
                </c:pt>
                <c:pt idx="1773">
                  <c:v>24.7</c:v>
                </c:pt>
                <c:pt idx="1774">
                  <c:v>24.65</c:v>
                </c:pt>
                <c:pt idx="1775">
                  <c:v>24.6</c:v>
                </c:pt>
                <c:pt idx="1776">
                  <c:v>24.55</c:v>
                </c:pt>
                <c:pt idx="1777">
                  <c:v>24.5</c:v>
                </c:pt>
                <c:pt idx="1778">
                  <c:v>24.5</c:v>
                </c:pt>
                <c:pt idx="1779">
                  <c:v>24.45</c:v>
                </c:pt>
                <c:pt idx="1780">
                  <c:v>24.45</c:v>
                </c:pt>
                <c:pt idx="1781">
                  <c:v>24.45</c:v>
                </c:pt>
                <c:pt idx="1782">
                  <c:v>24.45</c:v>
                </c:pt>
                <c:pt idx="1783">
                  <c:v>24.45</c:v>
                </c:pt>
                <c:pt idx="1784">
                  <c:v>24.45</c:v>
                </c:pt>
                <c:pt idx="1785">
                  <c:v>24.5</c:v>
                </c:pt>
                <c:pt idx="1786">
                  <c:v>24.5</c:v>
                </c:pt>
                <c:pt idx="1787">
                  <c:v>24.55</c:v>
                </c:pt>
                <c:pt idx="1788">
                  <c:v>24.55</c:v>
                </c:pt>
                <c:pt idx="1789">
                  <c:v>24.55</c:v>
                </c:pt>
                <c:pt idx="1790">
                  <c:v>24.6</c:v>
                </c:pt>
                <c:pt idx="1791">
                  <c:v>24.6</c:v>
                </c:pt>
                <c:pt idx="1792">
                  <c:v>24.6</c:v>
                </c:pt>
                <c:pt idx="1793">
                  <c:v>24.65</c:v>
                </c:pt>
                <c:pt idx="1794">
                  <c:v>24.65</c:v>
                </c:pt>
                <c:pt idx="1795">
                  <c:v>24.65</c:v>
                </c:pt>
                <c:pt idx="1796">
                  <c:v>24.7</c:v>
                </c:pt>
                <c:pt idx="1797">
                  <c:v>24.7</c:v>
                </c:pt>
                <c:pt idx="1798">
                  <c:v>24.7</c:v>
                </c:pt>
                <c:pt idx="1799">
                  <c:v>24.7</c:v>
                </c:pt>
                <c:pt idx="1800">
                  <c:v>24.75</c:v>
                </c:pt>
                <c:pt idx="1801">
                  <c:v>24.7</c:v>
                </c:pt>
                <c:pt idx="1802">
                  <c:v>24.7</c:v>
                </c:pt>
                <c:pt idx="1803">
                  <c:v>24.65</c:v>
                </c:pt>
                <c:pt idx="1804">
                  <c:v>24.6</c:v>
                </c:pt>
                <c:pt idx="1805">
                  <c:v>24.55</c:v>
                </c:pt>
                <c:pt idx="1806">
                  <c:v>24.5</c:v>
                </c:pt>
                <c:pt idx="1807">
                  <c:v>24.45</c:v>
                </c:pt>
                <c:pt idx="1808">
                  <c:v>24.45</c:v>
                </c:pt>
                <c:pt idx="1809">
                  <c:v>24.4</c:v>
                </c:pt>
                <c:pt idx="1810">
                  <c:v>24.4</c:v>
                </c:pt>
                <c:pt idx="1811">
                  <c:v>24.4</c:v>
                </c:pt>
                <c:pt idx="1812">
                  <c:v>24.4</c:v>
                </c:pt>
                <c:pt idx="1813">
                  <c:v>24.4</c:v>
                </c:pt>
                <c:pt idx="1814">
                  <c:v>24.4</c:v>
                </c:pt>
                <c:pt idx="1815">
                  <c:v>24.45</c:v>
                </c:pt>
                <c:pt idx="1816">
                  <c:v>24.45</c:v>
                </c:pt>
                <c:pt idx="1817">
                  <c:v>24.45</c:v>
                </c:pt>
                <c:pt idx="1818">
                  <c:v>24.5</c:v>
                </c:pt>
                <c:pt idx="1819">
                  <c:v>24.5</c:v>
                </c:pt>
                <c:pt idx="1820">
                  <c:v>24.55</c:v>
                </c:pt>
                <c:pt idx="1821">
                  <c:v>24.55</c:v>
                </c:pt>
                <c:pt idx="1822">
                  <c:v>24.55</c:v>
                </c:pt>
                <c:pt idx="1823">
                  <c:v>24.55</c:v>
                </c:pt>
                <c:pt idx="1824">
                  <c:v>24.6</c:v>
                </c:pt>
                <c:pt idx="1825">
                  <c:v>24.6</c:v>
                </c:pt>
                <c:pt idx="1826">
                  <c:v>24.65</c:v>
                </c:pt>
                <c:pt idx="1827">
                  <c:v>24.65</c:v>
                </c:pt>
                <c:pt idx="1828">
                  <c:v>24.7</c:v>
                </c:pt>
                <c:pt idx="1829">
                  <c:v>24.7</c:v>
                </c:pt>
                <c:pt idx="1830">
                  <c:v>24.8</c:v>
                </c:pt>
                <c:pt idx="1831">
                  <c:v>24.75</c:v>
                </c:pt>
                <c:pt idx="1832">
                  <c:v>24.75</c:v>
                </c:pt>
                <c:pt idx="1833">
                  <c:v>24.7</c:v>
                </c:pt>
                <c:pt idx="1834">
                  <c:v>24.7</c:v>
                </c:pt>
                <c:pt idx="1835">
                  <c:v>24.65</c:v>
                </c:pt>
                <c:pt idx="1836">
                  <c:v>24.6</c:v>
                </c:pt>
                <c:pt idx="1837">
                  <c:v>24.6</c:v>
                </c:pt>
                <c:pt idx="1838">
                  <c:v>24.55</c:v>
                </c:pt>
                <c:pt idx="1839">
                  <c:v>24.55</c:v>
                </c:pt>
                <c:pt idx="1840">
                  <c:v>24.5</c:v>
                </c:pt>
                <c:pt idx="1841">
                  <c:v>24.55</c:v>
                </c:pt>
                <c:pt idx="1842">
                  <c:v>24.5</c:v>
                </c:pt>
                <c:pt idx="1843">
                  <c:v>24.5</c:v>
                </c:pt>
                <c:pt idx="1844">
                  <c:v>24.5</c:v>
                </c:pt>
                <c:pt idx="1845">
                  <c:v>24.55</c:v>
                </c:pt>
                <c:pt idx="1846">
                  <c:v>24.55</c:v>
                </c:pt>
                <c:pt idx="1847">
                  <c:v>24.55</c:v>
                </c:pt>
                <c:pt idx="1848">
                  <c:v>24.55</c:v>
                </c:pt>
                <c:pt idx="1849">
                  <c:v>24.6</c:v>
                </c:pt>
                <c:pt idx="1850">
                  <c:v>24.6</c:v>
                </c:pt>
                <c:pt idx="1851">
                  <c:v>24.65</c:v>
                </c:pt>
                <c:pt idx="1852">
                  <c:v>24.65</c:v>
                </c:pt>
                <c:pt idx="1853">
                  <c:v>24.65</c:v>
                </c:pt>
                <c:pt idx="1854">
                  <c:v>24.7</c:v>
                </c:pt>
                <c:pt idx="1855">
                  <c:v>24.7</c:v>
                </c:pt>
                <c:pt idx="1856">
                  <c:v>24.75</c:v>
                </c:pt>
                <c:pt idx="1857">
                  <c:v>24.75</c:v>
                </c:pt>
                <c:pt idx="1858">
                  <c:v>24.8</c:v>
                </c:pt>
                <c:pt idx="1859">
                  <c:v>24.8</c:v>
                </c:pt>
                <c:pt idx="1860">
                  <c:v>24.85</c:v>
                </c:pt>
                <c:pt idx="1861">
                  <c:v>24.8</c:v>
                </c:pt>
                <c:pt idx="1862">
                  <c:v>24.8</c:v>
                </c:pt>
                <c:pt idx="1863">
                  <c:v>24.75</c:v>
                </c:pt>
                <c:pt idx="1864">
                  <c:v>24.7</c:v>
                </c:pt>
                <c:pt idx="1865">
                  <c:v>24.65</c:v>
                </c:pt>
                <c:pt idx="1866">
                  <c:v>24.6</c:v>
                </c:pt>
                <c:pt idx="1867">
                  <c:v>24.6</c:v>
                </c:pt>
                <c:pt idx="1868">
                  <c:v>24.55</c:v>
                </c:pt>
                <c:pt idx="1869">
                  <c:v>24.5</c:v>
                </c:pt>
                <c:pt idx="1870">
                  <c:v>24.5</c:v>
                </c:pt>
                <c:pt idx="1871">
                  <c:v>24.45</c:v>
                </c:pt>
                <c:pt idx="1872">
                  <c:v>24.45</c:v>
                </c:pt>
                <c:pt idx="1873">
                  <c:v>24.45</c:v>
                </c:pt>
                <c:pt idx="1874">
                  <c:v>24.45</c:v>
                </c:pt>
                <c:pt idx="1875">
                  <c:v>24.5</c:v>
                </c:pt>
                <c:pt idx="1876">
                  <c:v>24.5</c:v>
                </c:pt>
                <c:pt idx="1877">
                  <c:v>24.5</c:v>
                </c:pt>
                <c:pt idx="1878">
                  <c:v>24.5</c:v>
                </c:pt>
                <c:pt idx="1879">
                  <c:v>24.55</c:v>
                </c:pt>
                <c:pt idx="1880">
                  <c:v>24.55</c:v>
                </c:pt>
                <c:pt idx="1881">
                  <c:v>24.6</c:v>
                </c:pt>
                <c:pt idx="1882">
                  <c:v>24.65</c:v>
                </c:pt>
                <c:pt idx="1883">
                  <c:v>24.65</c:v>
                </c:pt>
                <c:pt idx="1884">
                  <c:v>24.7</c:v>
                </c:pt>
                <c:pt idx="1885">
                  <c:v>24.75</c:v>
                </c:pt>
                <c:pt idx="1886">
                  <c:v>24.75</c:v>
                </c:pt>
                <c:pt idx="1887">
                  <c:v>24.75</c:v>
                </c:pt>
                <c:pt idx="1888">
                  <c:v>24.8</c:v>
                </c:pt>
                <c:pt idx="1889">
                  <c:v>24.8</c:v>
                </c:pt>
                <c:pt idx="1890">
                  <c:v>24.85</c:v>
                </c:pt>
                <c:pt idx="1891">
                  <c:v>24.85</c:v>
                </c:pt>
                <c:pt idx="1892">
                  <c:v>24.8</c:v>
                </c:pt>
                <c:pt idx="1893">
                  <c:v>24.75</c:v>
                </c:pt>
                <c:pt idx="1894">
                  <c:v>24.7</c:v>
                </c:pt>
                <c:pt idx="1895">
                  <c:v>24.65</c:v>
                </c:pt>
                <c:pt idx="1896">
                  <c:v>24.6</c:v>
                </c:pt>
                <c:pt idx="1897">
                  <c:v>24.55</c:v>
                </c:pt>
                <c:pt idx="1898">
                  <c:v>24.55</c:v>
                </c:pt>
                <c:pt idx="1899">
                  <c:v>24.55</c:v>
                </c:pt>
                <c:pt idx="1900">
                  <c:v>24.5</c:v>
                </c:pt>
                <c:pt idx="1901">
                  <c:v>24.5</c:v>
                </c:pt>
                <c:pt idx="1902">
                  <c:v>24.5</c:v>
                </c:pt>
                <c:pt idx="1903">
                  <c:v>24.5</c:v>
                </c:pt>
                <c:pt idx="1904">
                  <c:v>24.5</c:v>
                </c:pt>
                <c:pt idx="1905">
                  <c:v>24.55</c:v>
                </c:pt>
                <c:pt idx="1906">
                  <c:v>24.55</c:v>
                </c:pt>
                <c:pt idx="1907">
                  <c:v>24.55</c:v>
                </c:pt>
                <c:pt idx="1908">
                  <c:v>24.55</c:v>
                </c:pt>
                <c:pt idx="1909">
                  <c:v>24.6</c:v>
                </c:pt>
                <c:pt idx="1910">
                  <c:v>24.6</c:v>
                </c:pt>
                <c:pt idx="1911">
                  <c:v>24.6</c:v>
                </c:pt>
                <c:pt idx="1912">
                  <c:v>24.65</c:v>
                </c:pt>
                <c:pt idx="1913">
                  <c:v>24.65</c:v>
                </c:pt>
                <c:pt idx="1914">
                  <c:v>24.65</c:v>
                </c:pt>
                <c:pt idx="1915">
                  <c:v>24.65</c:v>
                </c:pt>
                <c:pt idx="1916">
                  <c:v>24.7</c:v>
                </c:pt>
                <c:pt idx="1917">
                  <c:v>24.7</c:v>
                </c:pt>
                <c:pt idx="1918">
                  <c:v>24.7</c:v>
                </c:pt>
                <c:pt idx="1919">
                  <c:v>24.75</c:v>
                </c:pt>
                <c:pt idx="1920">
                  <c:v>24.75</c:v>
                </c:pt>
                <c:pt idx="1921">
                  <c:v>24.75</c:v>
                </c:pt>
                <c:pt idx="1922">
                  <c:v>24.75</c:v>
                </c:pt>
                <c:pt idx="1923">
                  <c:v>24.7</c:v>
                </c:pt>
                <c:pt idx="1924">
                  <c:v>24.7</c:v>
                </c:pt>
                <c:pt idx="1925">
                  <c:v>24.6</c:v>
                </c:pt>
                <c:pt idx="1926">
                  <c:v>24.6</c:v>
                </c:pt>
                <c:pt idx="1927">
                  <c:v>24.55</c:v>
                </c:pt>
                <c:pt idx="1928">
                  <c:v>24.5</c:v>
                </c:pt>
                <c:pt idx="1929">
                  <c:v>24.5</c:v>
                </c:pt>
                <c:pt idx="1930">
                  <c:v>24.5</c:v>
                </c:pt>
                <c:pt idx="1931">
                  <c:v>24.5</c:v>
                </c:pt>
                <c:pt idx="1932">
                  <c:v>24.5</c:v>
                </c:pt>
                <c:pt idx="1933">
                  <c:v>24.55</c:v>
                </c:pt>
                <c:pt idx="1934">
                  <c:v>24.5</c:v>
                </c:pt>
                <c:pt idx="1935">
                  <c:v>24.55</c:v>
                </c:pt>
                <c:pt idx="1936">
                  <c:v>24.55</c:v>
                </c:pt>
                <c:pt idx="1937">
                  <c:v>24.55</c:v>
                </c:pt>
                <c:pt idx="1938">
                  <c:v>24.6</c:v>
                </c:pt>
                <c:pt idx="1939">
                  <c:v>24.6</c:v>
                </c:pt>
                <c:pt idx="1940">
                  <c:v>24.65</c:v>
                </c:pt>
                <c:pt idx="1941">
                  <c:v>24.65</c:v>
                </c:pt>
                <c:pt idx="1942">
                  <c:v>24.65</c:v>
                </c:pt>
                <c:pt idx="1943">
                  <c:v>24.7</c:v>
                </c:pt>
                <c:pt idx="1944">
                  <c:v>24.7</c:v>
                </c:pt>
                <c:pt idx="1945">
                  <c:v>24.7</c:v>
                </c:pt>
                <c:pt idx="1946">
                  <c:v>24.7</c:v>
                </c:pt>
                <c:pt idx="1947">
                  <c:v>24.75</c:v>
                </c:pt>
                <c:pt idx="1948">
                  <c:v>24.75</c:v>
                </c:pt>
                <c:pt idx="1949">
                  <c:v>24.75</c:v>
                </c:pt>
                <c:pt idx="1950">
                  <c:v>24.75</c:v>
                </c:pt>
                <c:pt idx="1951">
                  <c:v>24.75</c:v>
                </c:pt>
                <c:pt idx="1952">
                  <c:v>24.75</c:v>
                </c:pt>
                <c:pt idx="1953">
                  <c:v>24.7</c:v>
                </c:pt>
                <c:pt idx="1954">
                  <c:v>24.65</c:v>
                </c:pt>
                <c:pt idx="1955">
                  <c:v>24.65</c:v>
                </c:pt>
                <c:pt idx="1956">
                  <c:v>24.6</c:v>
                </c:pt>
                <c:pt idx="1957">
                  <c:v>24.6</c:v>
                </c:pt>
                <c:pt idx="1958">
                  <c:v>24.55</c:v>
                </c:pt>
                <c:pt idx="1959">
                  <c:v>24.55</c:v>
                </c:pt>
                <c:pt idx="1960">
                  <c:v>24.55</c:v>
                </c:pt>
                <c:pt idx="1961">
                  <c:v>24.5</c:v>
                </c:pt>
                <c:pt idx="1962">
                  <c:v>24.5</c:v>
                </c:pt>
                <c:pt idx="1963">
                  <c:v>24.5</c:v>
                </c:pt>
                <c:pt idx="1964">
                  <c:v>24.5</c:v>
                </c:pt>
                <c:pt idx="1965">
                  <c:v>24.55</c:v>
                </c:pt>
                <c:pt idx="1966">
                  <c:v>24.55</c:v>
                </c:pt>
                <c:pt idx="1967">
                  <c:v>24.55</c:v>
                </c:pt>
                <c:pt idx="1968">
                  <c:v>24.55</c:v>
                </c:pt>
                <c:pt idx="1969">
                  <c:v>24.55</c:v>
                </c:pt>
                <c:pt idx="1970">
                  <c:v>24.6</c:v>
                </c:pt>
                <c:pt idx="1971">
                  <c:v>24.6</c:v>
                </c:pt>
                <c:pt idx="1972">
                  <c:v>24.65</c:v>
                </c:pt>
                <c:pt idx="1973">
                  <c:v>24.65</c:v>
                </c:pt>
                <c:pt idx="1974">
                  <c:v>24.65</c:v>
                </c:pt>
                <c:pt idx="1975">
                  <c:v>24.65</c:v>
                </c:pt>
                <c:pt idx="1976">
                  <c:v>24.7</c:v>
                </c:pt>
                <c:pt idx="1977">
                  <c:v>24.7</c:v>
                </c:pt>
                <c:pt idx="1978">
                  <c:v>24.75</c:v>
                </c:pt>
                <c:pt idx="1979">
                  <c:v>24.75</c:v>
                </c:pt>
                <c:pt idx="1980">
                  <c:v>24.75</c:v>
                </c:pt>
                <c:pt idx="1981">
                  <c:v>24.75</c:v>
                </c:pt>
                <c:pt idx="1982">
                  <c:v>24.75</c:v>
                </c:pt>
                <c:pt idx="1983">
                  <c:v>24.7</c:v>
                </c:pt>
                <c:pt idx="1984">
                  <c:v>24.65</c:v>
                </c:pt>
                <c:pt idx="1985">
                  <c:v>24.6</c:v>
                </c:pt>
                <c:pt idx="1986">
                  <c:v>24.55</c:v>
                </c:pt>
                <c:pt idx="1987">
                  <c:v>24.55</c:v>
                </c:pt>
                <c:pt idx="1988">
                  <c:v>24.5</c:v>
                </c:pt>
                <c:pt idx="1989">
                  <c:v>24.45</c:v>
                </c:pt>
                <c:pt idx="1990">
                  <c:v>24.45</c:v>
                </c:pt>
                <c:pt idx="1991">
                  <c:v>24.45</c:v>
                </c:pt>
                <c:pt idx="1992">
                  <c:v>24.45</c:v>
                </c:pt>
                <c:pt idx="1993">
                  <c:v>24.45</c:v>
                </c:pt>
                <c:pt idx="1994">
                  <c:v>24.5</c:v>
                </c:pt>
                <c:pt idx="1995">
                  <c:v>24.5</c:v>
                </c:pt>
                <c:pt idx="1996">
                  <c:v>24.5</c:v>
                </c:pt>
                <c:pt idx="1997">
                  <c:v>24.5</c:v>
                </c:pt>
                <c:pt idx="1998">
                  <c:v>24.5</c:v>
                </c:pt>
                <c:pt idx="1999">
                  <c:v>24.55</c:v>
                </c:pt>
                <c:pt idx="2000">
                  <c:v>24.55</c:v>
                </c:pt>
                <c:pt idx="2001">
                  <c:v>24.6</c:v>
                </c:pt>
                <c:pt idx="2002">
                  <c:v>24.6</c:v>
                </c:pt>
                <c:pt idx="2003">
                  <c:v>24.65</c:v>
                </c:pt>
                <c:pt idx="2004">
                  <c:v>24.65</c:v>
                </c:pt>
                <c:pt idx="2005">
                  <c:v>24.7</c:v>
                </c:pt>
                <c:pt idx="2006">
                  <c:v>24.7</c:v>
                </c:pt>
                <c:pt idx="2007">
                  <c:v>24.75</c:v>
                </c:pt>
                <c:pt idx="2008">
                  <c:v>24.75</c:v>
                </c:pt>
                <c:pt idx="2009">
                  <c:v>24.8</c:v>
                </c:pt>
                <c:pt idx="2010">
                  <c:v>24.8</c:v>
                </c:pt>
                <c:pt idx="2011">
                  <c:v>24.8</c:v>
                </c:pt>
                <c:pt idx="2012">
                  <c:v>24.75</c:v>
                </c:pt>
                <c:pt idx="2013">
                  <c:v>24.75</c:v>
                </c:pt>
                <c:pt idx="2014">
                  <c:v>24.7</c:v>
                </c:pt>
                <c:pt idx="2015">
                  <c:v>24.65</c:v>
                </c:pt>
                <c:pt idx="2016">
                  <c:v>24.6</c:v>
                </c:pt>
                <c:pt idx="2017">
                  <c:v>24.55</c:v>
                </c:pt>
                <c:pt idx="2018">
                  <c:v>24.55</c:v>
                </c:pt>
                <c:pt idx="2019">
                  <c:v>24.55</c:v>
                </c:pt>
                <c:pt idx="2020">
                  <c:v>24.5</c:v>
                </c:pt>
                <c:pt idx="2021">
                  <c:v>24.5</c:v>
                </c:pt>
                <c:pt idx="2022">
                  <c:v>24.5</c:v>
                </c:pt>
                <c:pt idx="2023">
                  <c:v>24.5</c:v>
                </c:pt>
                <c:pt idx="2024">
                  <c:v>24.55</c:v>
                </c:pt>
                <c:pt idx="2025">
                  <c:v>24.55</c:v>
                </c:pt>
                <c:pt idx="2026">
                  <c:v>24.55</c:v>
                </c:pt>
                <c:pt idx="2027">
                  <c:v>24.55</c:v>
                </c:pt>
                <c:pt idx="2028">
                  <c:v>24.6</c:v>
                </c:pt>
                <c:pt idx="2029">
                  <c:v>24.6</c:v>
                </c:pt>
                <c:pt idx="2030">
                  <c:v>24.6</c:v>
                </c:pt>
                <c:pt idx="2031">
                  <c:v>24.65</c:v>
                </c:pt>
                <c:pt idx="2032">
                  <c:v>24.65</c:v>
                </c:pt>
                <c:pt idx="2033">
                  <c:v>24.65</c:v>
                </c:pt>
                <c:pt idx="2034">
                  <c:v>24.65</c:v>
                </c:pt>
                <c:pt idx="2035">
                  <c:v>24.65</c:v>
                </c:pt>
                <c:pt idx="2036">
                  <c:v>24.7</c:v>
                </c:pt>
                <c:pt idx="2037">
                  <c:v>24.7</c:v>
                </c:pt>
                <c:pt idx="2038">
                  <c:v>24.75</c:v>
                </c:pt>
                <c:pt idx="2039">
                  <c:v>24.75</c:v>
                </c:pt>
                <c:pt idx="2040">
                  <c:v>24.8</c:v>
                </c:pt>
                <c:pt idx="2041">
                  <c:v>24.8</c:v>
                </c:pt>
                <c:pt idx="2042">
                  <c:v>24.75</c:v>
                </c:pt>
                <c:pt idx="2043">
                  <c:v>24.7</c:v>
                </c:pt>
                <c:pt idx="2044">
                  <c:v>24.65</c:v>
                </c:pt>
                <c:pt idx="2045">
                  <c:v>24.65</c:v>
                </c:pt>
                <c:pt idx="2046">
                  <c:v>24.6</c:v>
                </c:pt>
                <c:pt idx="2047">
                  <c:v>24.55</c:v>
                </c:pt>
                <c:pt idx="2048">
                  <c:v>24.6</c:v>
                </c:pt>
                <c:pt idx="2049">
                  <c:v>24.55</c:v>
                </c:pt>
                <c:pt idx="2050">
                  <c:v>24.55</c:v>
                </c:pt>
                <c:pt idx="2051">
                  <c:v>24.55</c:v>
                </c:pt>
                <c:pt idx="2052">
                  <c:v>24.55</c:v>
                </c:pt>
                <c:pt idx="2053">
                  <c:v>24.55</c:v>
                </c:pt>
                <c:pt idx="2054">
                  <c:v>24.55</c:v>
                </c:pt>
                <c:pt idx="2055">
                  <c:v>24.55</c:v>
                </c:pt>
                <c:pt idx="2056">
                  <c:v>24.6</c:v>
                </c:pt>
                <c:pt idx="2057">
                  <c:v>24.6</c:v>
                </c:pt>
                <c:pt idx="2058">
                  <c:v>24.6</c:v>
                </c:pt>
                <c:pt idx="2059">
                  <c:v>24.65</c:v>
                </c:pt>
                <c:pt idx="2060">
                  <c:v>24.65</c:v>
                </c:pt>
                <c:pt idx="2061">
                  <c:v>24.65</c:v>
                </c:pt>
                <c:pt idx="2062">
                  <c:v>24.7</c:v>
                </c:pt>
                <c:pt idx="2063">
                  <c:v>24.7</c:v>
                </c:pt>
                <c:pt idx="2064">
                  <c:v>24.75</c:v>
                </c:pt>
                <c:pt idx="2065">
                  <c:v>24.75</c:v>
                </c:pt>
                <c:pt idx="2066">
                  <c:v>24.75</c:v>
                </c:pt>
                <c:pt idx="2067">
                  <c:v>24.75</c:v>
                </c:pt>
                <c:pt idx="2068">
                  <c:v>24.8</c:v>
                </c:pt>
                <c:pt idx="2069">
                  <c:v>24.8</c:v>
                </c:pt>
                <c:pt idx="2070">
                  <c:v>24.8</c:v>
                </c:pt>
                <c:pt idx="2071">
                  <c:v>24.75</c:v>
                </c:pt>
                <c:pt idx="2072">
                  <c:v>24.75</c:v>
                </c:pt>
                <c:pt idx="2073">
                  <c:v>24.7</c:v>
                </c:pt>
                <c:pt idx="2074">
                  <c:v>24.65</c:v>
                </c:pt>
                <c:pt idx="2075">
                  <c:v>24.6</c:v>
                </c:pt>
                <c:pt idx="2076">
                  <c:v>24.6</c:v>
                </c:pt>
                <c:pt idx="2077">
                  <c:v>24.55</c:v>
                </c:pt>
                <c:pt idx="2078">
                  <c:v>24.55</c:v>
                </c:pt>
                <c:pt idx="2079">
                  <c:v>24.55</c:v>
                </c:pt>
                <c:pt idx="2080">
                  <c:v>24.5</c:v>
                </c:pt>
                <c:pt idx="2081">
                  <c:v>24.5</c:v>
                </c:pt>
                <c:pt idx="2082">
                  <c:v>24.55</c:v>
                </c:pt>
                <c:pt idx="2083">
                  <c:v>24.55</c:v>
                </c:pt>
                <c:pt idx="2084">
                  <c:v>24.55</c:v>
                </c:pt>
                <c:pt idx="2085">
                  <c:v>24.55</c:v>
                </c:pt>
                <c:pt idx="2086">
                  <c:v>24.55</c:v>
                </c:pt>
                <c:pt idx="2087">
                  <c:v>24.6</c:v>
                </c:pt>
                <c:pt idx="2088">
                  <c:v>24.6</c:v>
                </c:pt>
                <c:pt idx="2089">
                  <c:v>24.6</c:v>
                </c:pt>
                <c:pt idx="2090">
                  <c:v>24.65</c:v>
                </c:pt>
                <c:pt idx="2091">
                  <c:v>24.65</c:v>
                </c:pt>
                <c:pt idx="2092">
                  <c:v>24.65</c:v>
                </c:pt>
                <c:pt idx="2093">
                  <c:v>24.65</c:v>
                </c:pt>
                <c:pt idx="2094">
                  <c:v>24.7</c:v>
                </c:pt>
                <c:pt idx="2095">
                  <c:v>24.7</c:v>
                </c:pt>
                <c:pt idx="2096">
                  <c:v>24.75</c:v>
                </c:pt>
                <c:pt idx="2097">
                  <c:v>24.75</c:v>
                </c:pt>
                <c:pt idx="2098">
                  <c:v>24.75</c:v>
                </c:pt>
                <c:pt idx="2099">
                  <c:v>24.8</c:v>
                </c:pt>
                <c:pt idx="2100">
                  <c:v>24.8</c:v>
                </c:pt>
                <c:pt idx="2101">
                  <c:v>24.75</c:v>
                </c:pt>
                <c:pt idx="2102">
                  <c:v>24.75</c:v>
                </c:pt>
                <c:pt idx="2103">
                  <c:v>24.7</c:v>
                </c:pt>
                <c:pt idx="2104">
                  <c:v>24.65</c:v>
                </c:pt>
                <c:pt idx="2105">
                  <c:v>24.6</c:v>
                </c:pt>
                <c:pt idx="2106">
                  <c:v>24.55</c:v>
                </c:pt>
                <c:pt idx="2107">
                  <c:v>24.55</c:v>
                </c:pt>
                <c:pt idx="2108">
                  <c:v>24.5</c:v>
                </c:pt>
                <c:pt idx="2109">
                  <c:v>24.45</c:v>
                </c:pt>
                <c:pt idx="2110">
                  <c:v>24.45</c:v>
                </c:pt>
                <c:pt idx="2111">
                  <c:v>24.45</c:v>
                </c:pt>
                <c:pt idx="2112">
                  <c:v>24.45</c:v>
                </c:pt>
                <c:pt idx="2113">
                  <c:v>24.5</c:v>
                </c:pt>
                <c:pt idx="2114">
                  <c:v>24.5</c:v>
                </c:pt>
                <c:pt idx="2115">
                  <c:v>24.5</c:v>
                </c:pt>
                <c:pt idx="2116">
                  <c:v>24.5</c:v>
                </c:pt>
                <c:pt idx="2117">
                  <c:v>24.55</c:v>
                </c:pt>
                <c:pt idx="2118">
                  <c:v>24.55</c:v>
                </c:pt>
                <c:pt idx="2119">
                  <c:v>24.55</c:v>
                </c:pt>
                <c:pt idx="2120">
                  <c:v>24.6</c:v>
                </c:pt>
                <c:pt idx="2121">
                  <c:v>24.6</c:v>
                </c:pt>
                <c:pt idx="2122">
                  <c:v>24.65</c:v>
                </c:pt>
                <c:pt idx="2123">
                  <c:v>24.7</c:v>
                </c:pt>
                <c:pt idx="2124">
                  <c:v>24.75</c:v>
                </c:pt>
                <c:pt idx="2125">
                  <c:v>24.7</c:v>
                </c:pt>
                <c:pt idx="2126">
                  <c:v>24.75</c:v>
                </c:pt>
                <c:pt idx="2127">
                  <c:v>24.8</c:v>
                </c:pt>
                <c:pt idx="2128">
                  <c:v>24.8</c:v>
                </c:pt>
                <c:pt idx="2129">
                  <c:v>24.8</c:v>
                </c:pt>
                <c:pt idx="2130">
                  <c:v>24.85</c:v>
                </c:pt>
                <c:pt idx="2131">
                  <c:v>24.85</c:v>
                </c:pt>
                <c:pt idx="2132">
                  <c:v>24.8</c:v>
                </c:pt>
                <c:pt idx="2133">
                  <c:v>24.8</c:v>
                </c:pt>
                <c:pt idx="2134">
                  <c:v>24.75</c:v>
                </c:pt>
                <c:pt idx="2135">
                  <c:v>24.7</c:v>
                </c:pt>
                <c:pt idx="2136">
                  <c:v>24.65</c:v>
                </c:pt>
                <c:pt idx="2137">
                  <c:v>24.6</c:v>
                </c:pt>
                <c:pt idx="2138">
                  <c:v>24.55</c:v>
                </c:pt>
                <c:pt idx="2139">
                  <c:v>24.55</c:v>
                </c:pt>
                <c:pt idx="2140">
                  <c:v>24.55</c:v>
                </c:pt>
                <c:pt idx="2141">
                  <c:v>24.55</c:v>
                </c:pt>
                <c:pt idx="2142">
                  <c:v>24.55</c:v>
                </c:pt>
                <c:pt idx="2143">
                  <c:v>24.55</c:v>
                </c:pt>
                <c:pt idx="2144">
                  <c:v>24.55</c:v>
                </c:pt>
                <c:pt idx="2145">
                  <c:v>24.55</c:v>
                </c:pt>
                <c:pt idx="2146">
                  <c:v>24.55</c:v>
                </c:pt>
                <c:pt idx="2147">
                  <c:v>24.6</c:v>
                </c:pt>
                <c:pt idx="2148">
                  <c:v>24.6</c:v>
                </c:pt>
                <c:pt idx="2149">
                  <c:v>24.6</c:v>
                </c:pt>
                <c:pt idx="2150">
                  <c:v>24.6</c:v>
                </c:pt>
                <c:pt idx="2151">
                  <c:v>24.65</c:v>
                </c:pt>
                <c:pt idx="2152">
                  <c:v>24.65</c:v>
                </c:pt>
                <c:pt idx="2153">
                  <c:v>24.65</c:v>
                </c:pt>
                <c:pt idx="2154">
                  <c:v>24.65</c:v>
                </c:pt>
                <c:pt idx="2155">
                  <c:v>24.65</c:v>
                </c:pt>
                <c:pt idx="2156">
                  <c:v>24.7</c:v>
                </c:pt>
                <c:pt idx="2157">
                  <c:v>24.7</c:v>
                </c:pt>
                <c:pt idx="2158">
                  <c:v>24.75</c:v>
                </c:pt>
                <c:pt idx="2159">
                  <c:v>24.75</c:v>
                </c:pt>
                <c:pt idx="2160">
                  <c:v>24.75</c:v>
                </c:pt>
                <c:pt idx="2161">
                  <c:v>24.8</c:v>
                </c:pt>
                <c:pt idx="2162">
                  <c:v>24.75</c:v>
                </c:pt>
                <c:pt idx="2163">
                  <c:v>24.7</c:v>
                </c:pt>
                <c:pt idx="2164">
                  <c:v>24.7</c:v>
                </c:pt>
                <c:pt idx="2165">
                  <c:v>24.7</c:v>
                </c:pt>
                <c:pt idx="2166">
                  <c:v>24.65</c:v>
                </c:pt>
                <c:pt idx="2167">
                  <c:v>24.6</c:v>
                </c:pt>
                <c:pt idx="2168">
                  <c:v>24.6</c:v>
                </c:pt>
                <c:pt idx="2169">
                  <c:v>24.55</c:v>
                </c:pt>
                <c:pt idx="2170">
                  <c:v>24.55</c:v>
                </c:pt>
                <c:pt idx="2171">
                  <c:v>24.55</c:v>
                </c:pt>
                <c:pt idx="2172">
                  <c:v>24.55</c:v>
                </c:pt>
                <c:pt idx="2173">
                  <c:v>24.55</c:v>
                </c:pt>
                <c:pt idx="2174">
                  <c:v>24.5</c:v>
                </c:pt>
                <c:pt idx="2175">
                  <c:v>24.55</c:v>
                </c:pt>
                <c:pt idx="2176">
                  <c:v>24.55</c:v>
                </c:pt>
                <c:pt idx="2177">
                  <c:v>24.55</c:v>
                </c:pt>
                <c:pt idx="2178">
                  <c:v>24.6</c:v>
                </c:pt>
                <c:pt idx="2179">
                  <c:v>24.6</c:v>
                </c:pt>
                <c:pt idx="2180">
                  <c:v>24.6</c:v>
                </c:pt>
                <c:pt idx="2181">
                  <c:v>24.6</c:v>
                </c:pt>
                <c:pt idx="2182">
                  <c:v>24.6</c:v>
                </c:pt>
                <c:pt idx="2183">
                  <c:v>24.65</c:v>
                </c:pt>
                <c:pt idx="2184">
                  <c:v>24.65</c:v>
                </c:pt>
                <c:pt idx="2185">
                  <c:v>24.7</c:v>
                </c:pt>
                <c:pt idx="2186">
                  <c:v>24.7</c:v>
                </c:pt>
                <c:pt idx="2187">
                  <c:v>24.7</c:v>
                </c:pt>
                <c:pt idx="2188">
                  <c:v>24.75</c:v>
                </c:pt>
                <c:pt idx="2189">
                  <c:v>24.75</c:v>
                </c:pt>
                <c:pt idx="2190">
                  <c:v>24.8</c:v>
                </c:pt>
                <c:pt idx="2191">
                  <c:v>24.75</c:v>
                </c:pt>
                <c:pt idx="2192">
                  <c:v>24.75</c:v>
                </c:pt>
                <c:pt idx="2193">
                  <c:v>24.7</c:v>
                </c:pt>
                <c:pt idx="2194">
                  <c:v>24.65</c:v>
                </c:pt>
                <c:pt idx="2195">
                  <c:v>24.6</c:v>
                </c:pt>
                <c:pt idx="2196">
                  <c:v>24.55</c:v>
                </c:pt>
                <c:pt idx="2197">
                  <c:v>24.55</c:v>
                </c:pt>
                <c:pt idx="2198">
                  <c:v>24.5</c:v>
                </c:pt>
                <c:pt idx="2199">
                  <c:v>24.5</c:v>
                </c:pt>
                <c:pt idx="2200">
                  <c:v>24.5</c:v>
                </c:pt>
                <c:pt idx="2201">
                  <c:v>24.5</c:v>
                </c:pt>
                <c:pt idx="2202">
                  <c:v>24.5</c:v>
                </c:pt>
                <c:pt idx="2203">
                  <c:v>24.5</c:v>
                </c:pt>
                <c:pt idx="2204">
                  <c:v>24.55</c:v>
                </c:pt>
                <c:pt idx="2205">
                  <c:v>24.55</c:v>
                </c:pt>
                <c:pt idx="2206">
                  <c:v>24.55</c:v>
                </c:pt>
                <c:pt idx="2207">
                  <c:v>24.6</c:v>
                </c:pt>
                <c:pt idx="2208">
                  <c:v>24.6</c:v>
                </c:pt>
                <c:pt idx="2209">
                  <c:v>24.6</c:v>
                </c:pt>
                <c:pt idx="2210">
                  <c:v>24.65</c:v>
                </c:pt>
                <c:pt idx="2211">
                  <c:v>24.7</c:v>
                </c:pt>
                <c:pt idx="2212">
                  <c:v>24.7</c:v>
                </c:pt>
                <c:pt idx="2213">
                  <c:v>24.7</c:v>
                </c:pt>
                <c:pt idx="2214">
                  <c:v>24.7</c:v>
                </c:pt>
                <c:pt idx="2215">
                  <c:v>24.75</c:v>
                </c:pt>
                <c:pt idx="2216">
                  <c:v>24.75</c:v>
                </c:pt>
                <c:pt idx="2217">
                  <c:v>24.75</c:v>
                </c:pt>
                <c:pt idx="2218">
                  <c:v>24.75</c:v>
                </c:pt>
                <c:pt idx="2219">
                  <c:v>24.8</c:v>
                </c:pt>
                <c:pt idx="2220">
                  <c:v>24.8</c:v>
                </c:pt>
                <c:pt idx="2221">
                  <c:v>24.8</c:v>
                </c:pt>
                <c:pt idx="2222">
                  <c:v>24.75</c:v>
                </c:pt>
                <c:pt idx="2223">
                  <c:v>24.7</c:v>
                </c:pt>
                <c:pt idx="2224">
                  <c:v>24.7</c:v>
                </c:pt>
                <c:pt idx="2225">
                  <c:v>24.65</c:v>
                </c:pt>
                <c:pt idx="2226">
                  <c:v>24.55</c:v>
                </c:pt>
                <c:pt idx="2227">
                  <c:v>24.55</c:v>
                </c:pt>
                <c:pt idx="2228">
                  <c:v>24.5</c:v>
                </c:pt>
                <c:pt idx="2229">
                  <c:v>24.5</c:v>
                </c:pt>
                <c:pt idx="2230">
                  <c:v>24.5</c:v>
                </c:pt>
                <c:pt idx="2231">
                  <c:v>24.5</c:v>
                </c:pt>
                <c:pt idx="2232">
                  <c:v>24.45</c:v>
                </c:pt>
                <c:pt idx="2233">
                  <c:v>24.5</c:v>
                </c:pt>
                <c:pt idx="2234">
                  <c:v>24.5</c:v>
                </c:pt>
                <c:pt idx="2235">
                  <c:v>24.5</c:v>
                </c:pt>
                <c:pt idx="2236">
                  <c:v>24.5</c:v>
                </c:pt>
                <c:pt idx="2237">
                  <c:v>24.5</c:v>
                </c:pt>
                <c:pt idx="2238">
                  <c:v>24.5</c:v>
                </c:pt>
                <c:pt idx="2239">
                  <c:v>24.55</c:v>
                </c:pt>
                <c:pt idx="2240">
                  <c:v>24.55</c:v>
                </c:pt>
                <c:pt idx="2241">
                  <c:v>24.55</c:v>
                </c:pt>
                <c:pt idx="2242">
                  <c:v>24.65</c:v>
                </c:pt>
                <c:pt idx="2243">
                  <c:v>24.65</c:v>
                </c:pt>
                <c:pt idx="2244">
                  <c:v>24.65</c:v>
                </c:pt>
                <c:pt idx="2245">
                  <c:v>24.7</c:v>
                </c:pt>
                <c:pt idx="2246">
                  <c:v>24.7</c:v>
                </c:pt>
                <c:pt idx="2247">
                  <c:v>24.8</c:v>
                </c:pt>
                <c:pt idx="2248">
                  <c:v>24.8</c:v>
                </c:pt>
                <c:pt idx="2249">
                  <c:v>24.85</c:v>
                </c:pt>
                <c:pt idx="2250">
                  <c:v>24.85</c:v>
                </c:pt>
                <c:pt idx="2251">
                  <c:v>24.8</c:v>
                </c:pt>
                <c:pt idx="2252">
                  <c:v>24.8</c:v>
                </c:pt>
                <c:pt idx="2253">
                  <c:v>24.75</c:v>
                </c:pt>
                <c:pt idx="2254">
                  <c:v>24.65</c:v>
                </c:pt>
                <c:pt idx="2255">
                  <c:v>24.65</c:v>
                </c:pt>
                <c:pt idx="2256">
                  <c:v>24.55</c:v>
                </c:pt>
                <c:pt idx="2257">
                  <c:v>24.5</c:v>
                </c:pt>
                <c:pt idx="2258">
                  <c:v>24.5</c:v>
                </c:pt>
                <c:pt idx="2259">
                  <c:v>24.5</c:v>
                </c:pt>
                <c:pt idx="2260">
                  <c:v>24.45</c:v>
                </c:pt>
                <c:pt idx="2261">
                  <c:v>24.45</c:v>
                </c:pt>
                <c:pt idx="2262">
                  <c:v>24.5</c:v>
                </c:pt>
                <c:pt idx="2263">
                  <c:v>24.5</c:v>
                </c:pt>
                <c:pt idx="2264">
                  <c:v>24.5</c:v>
                </c:pt>
                <c:pt idx="2265">
                  <c:v>24.5</c:v>
                </c:pt>
                <c:pt idx="2266">
                  <c:v>24.5</c:v>
                </c:pt>
                <c:pt idx="2267">
                  <c:v>24.55</c:v>
                </c:pt>
                <c:pt idx="2268">
                  <c:v>24.6</c:v>
                </c:pt>
                <c:pt idx="2269">
                  <c:v>24.6</c:v>
                </c:pt>
                <c:pt idx="2270">
                  <c:v>24.65</c:v>
                </c:pt>
                <c:pt idx="2271">
                  <c:v>24.6</c:v>
                </c:pt>
                <c:pt idx="2272">
                  <c:v>24.65</c:v>
                </c:pt>
                <c:pt idx="2273">
                  <c:v>24.7</c:v>
                </c:pt>
                <c:pt idx="2274">
                  <c:v>24.7</c:v>
                </c:pt>
                <c:pt idx="2275">
                  <c:v>24.75</c:v>
                </c:pt>
                <c:pt idx="2276">
                  <c:v>24.75</c:v>
                </c:pt>
                <c:pt idx="2277">
                  <c:v>24.75</c:v>
                </c:pt>
                <c:pt idx="2278">
                  <c:v>24.8</c:v>
                </c:pt>
                <c:pt idx="2279">
                  <c:v>24.85</c:v>
                </c:pt>
                <c:pt idx="2280">
                  <c:v>24.85</c:v>
                </c:pt>
                <c:pt idx="2281">
                  <c:v>24.85</c:v>
                </c:pt>
                <c:pt idx="2282">
                  <c:v>24.8</c:v>
                </c:pt>
                <c:pt idx="2283">
                  <c:v>24.75</c:v>
                </c:pt>
                <c:pt idx="2284">
                  <c:v>24.7</c:v>
                </c:pt>
                <c:pt idx="2285">
                  <c:v>24.65</c:v>
                </c:pt>
                <c:pt idx="2286">
                  <c:v>24.65</c:v>
                </c:pt>
                <c:pt idx="2287">
                  <c:v>24.6</c:v>
                </c:pt>
                <c:pt idx="2288">
                  <c:v>24.55</c:v>
                </c:pt>
                <c:pt idx="2289">
                  <c:v>24.5</c:v>
                </c:pt>
                <c:pt idx="2290">
                  <c:v>24.5</c:v>
                </c:pt>
                <c:pt idx="2291">
                  <c:v>24.5</c:v>
                </c:pt>
                <c:pt idx="2292">
                  <c:v>24.5</c:v>
                </c:pt>
                <c:pt idx="2293">
                  <c:v>24.5</c:v>
                </c:pt>
                <c:pt idx="2294">
                  <c:v>24.5</c:v>
                </c:pt>
                <c:pt idx="2295">
                  <c:v>24.5</c:v>
                </c:pt>
                <c:pt idx="2296">
                  <c:v>24.55</c:v>
                </c:pt>
                <c:pt idx="2297">
                  <c:v>24.55</c:v>
                </c:pt>
                <c:pt idx="2298">
                  <c:v>24.6</c:v>
                </c:pt>
                <c:pt idx="2299">
                  <c:v>24.65</c:v>
                </c:pt>
                <c:pt idx="2300">
                  <c:v>24.65</c:v>
                </c:pt>
                <c:pt idx="2301">
                  <c:v>24.65</c:v>
                </c:pt>
                <c:pt idx="2302">
                  <c:v>24.7</c:v>
                </c:pt>
                <c:pt idx="2303">
                  <c:v>24.7</c:v>
                </c:pt>
                <c:pt idx="2304">
                  <c:v>24.75</c:v>
                </c:pt>
                <c:pt idx="2305">
                  <c:v>24.75</c:v>
                </c:pt>
                <c:pt idx="2306">
                  <c:v>24.8</c:v>
                </c:pt>
                <c:pt idx="2307">
                  <c:v>24.8</c:v>
                </c:pt>
                <c:pt idx="2308">
                  <c:v>24.8</c:v>
                </c:pt>
                <c:pt idx="2309">
                  <c:v>24.85</c:v>
                </c:pt>
                <c:pt idx="2310">
                  <c:v>24.85</c:v>
                </c:pt>
                <c:pt idx="2311">
                  <c:v>24.85</c:v>
                </c:pt>
                <c:pt idx="2312">
                  <c:v>24.8</c:v>
                </c:pt>
                <c:pt idx="2313">
                  <c:v>24.75</c:v>
                </c:pt>
                <c:pt idx="2314">
                  <c:v>24.75</c:v>
                </c:pt>
                <c:pt idx="2315">
                  <c:v>24.7</c:v>
                </c:pt>
                <c:pt idx="2316">
                  <c:v>24.6</c:v>
                </c:pt>
                <c:pt idx="2317">
                  <c:v>24.6</c:v>
                </c:pt>
                <c:pt idx="2318">
                  <c:v>24.6</c:v>
                </c:pt>
                <c:pt idx="2319">
                  <c:v>24.55</c:v>
                </c:pt>
                <c:pt idx="2320">
                  <c:v>24.55</c:v>
                </c:pt>
                <c:pt idx="2321">
                  <c:v>24.55</c:v>
                </c:pt>
                <c:pt idx="2322">
                  <c:v>24.55</c:v>
                </c:pt>
                <c:pt idx="2323">
                  <c:v>24.6</c:v>
                </c:pt>
                <c:pt idx="2324">
                  <c:v>24.55</c:v>
                </c:pt>
                <c:pt idx="2325">
                  <c:v>24.6</c:v>
                </c:pt>
                <c:pt idx="2326">
                  <c:v>24.6</c:v>
                </c:pt>
                <c:pt idx="2327">
                  <c:v>24.6</c:v>
                </c:pt>
                <c:pt idx="2328">
                  <c:v>24.65</c:v>
                </c:pt>
                <c:pt idx="2329">
                  <c:v>24.65</c:v>
                </c:pt>
                <c:pt idx="2330">
                  <c:v>24.65</c:v>
                </c:pt>
                <c:pt idx="2331">
                  <c:v>24.7</c:v>
                </c:pt>
                <c:pt idx="2332">
                  <c:v>24.7</c:v>
                </c:pt>
                <c:pt idx="2333">
                  <c:v>24.75</c:v>
                </c:pt>
                <c:pt idx="2334">
                  <c:v>24.75</c:v>
                </c:pt>
                <c:pt idx="2335">
                  <c:v>24.8</c:v>
                </c:pt>
                <c:pt idx="2336">
                  <c:v>24.8</c:v>
                </c:pt>
                <c:pt idx="2337">
                  <c:v>24.8</c:v>
                </c:pt>
                <c:pt idx="2338">
                  <c:v>24.85</c:v>
                </c:pt>
                <c:pt idx="2339">
                  <c:v>24.85</c:v>
                </c:pt>
                <c:pt idx="2340">
                  <c:v>24.9</c:v>
                </c:pt>
                <c:pt idx="2341">
                  <c:v>24.9</c:v>
                </c:pt>
                <c:pt idx="2342">
                  <c:v>24.85</c:v>
                </c:pt>
                <c:pt idx="2343">
                  <c:v>24.8</c:v>
                </c:pt>
                <c:pt idx="2344">
                  <c:v>24.8</c:v>
                </c:pt>
                <c:pt idx="2345">
                  <c:v>24.75</c:v>
                </c:pt>
                <c:pt idx="2346">
                  <c:v>24.65</c:v>
                </c:pt>
                <c:pt idx="2347">
                  <c:v>24.65</c:v>
                </c:pt>
                <c:pt idx="2348">
                  <c:v>24.6</c:v>
                </c:pt>
                <c:pt idx="2349">
                  <c:v>24.55</c:v>
                </c:pt>
                <c:pt idx="2350">
                  <c:v>24.55</c:v>
                </c:pt>
                <c:pt idx="2351">
                  <c:v>24.55</c:v>
                </c:pt>
                <c:pt idx="2352">
                  <c:v>24.55</c:v>
                </c:pt>
                <c:pt idx="2353">
                  <c:v>24.5</c:v>
                </c:pt>
                <c:pt idx="2354">
                  <c:v>24.55</c:v>
                </c:pt>
                <c:pt idx="2355">
                  <c:v>24.5</c:v>
                </c:pt>
                <c:pt idx="2356">
                  <c:v>24.5</c:v>
                </c:pt>
                <c:pt idx="2357">
                  <c:v>24.55</c:v>
                </c:pt>
                <c:pt idx="2358">
                  <c:v>24.55</c:v>
                </c:pt>
                <c:pt idx="2359">
                  <c:v>24.55</c:v>
                </c:pt>
                <c:pt idx="2360">
                  <c:v>24.6</c:v>
                </c:pt>
                <c:pt idx="2361">
                  <c:v>24.6</c:v>
                </c:pt>
                <c:pt idx="2362">
                  <c:v>24.65</c:v>
                </c:pt>
                <c:pt idx="2363">
                  <c:v>24.65</c:v>
                </c:pt>
                <c:pt idx="2364">
                  <c:v>24.7</c:v>
                </c:pt>
                <c:pt idx="2365">
                  <c:v>24.7</c:v>
                </c:pt>
                <c:pt idx="2366">
                  <c:v>24.75</c:v>
                </c:pt>
                <c:pt idx="2367">
                  <c:v>24.75</c:v>
                </c:pt>
                <c:pt idx="2368">
                  <c:v>24.75</c:v>
                </c:pt>
                <c:pt idx="2369">
                  <c:v>24.8</c:v>
                </c:pt>
                <c:pt idx="2370">
                  <c:v>24.8</c:v>
                </c:pt>
                <c:pt idx="2371">
                  <c:v>24.8</c:v>
                </c:pt>
                <c:pt idx="2372">
                  <c:v>24.8</c:v>
                </c:pt>
                <c:pt idx="2373">
                  <c:v>24.75</c:v>
                </c:pt>
                <c:pt idx="2374">
                  <c:v>24.7</c:v>
                </c:pt>
                <c:pt idx="2375">
                  <c:v>24.65</c:v>
                </c:pt>
                <c:pt idx="2376">
                  <c:v>24.6</c:v>
                </c:pt>
                <c:pt idx="2377">
                  <c:v>24.6</c:v>
                </c:pt>
                <c:pt idx="2378">
                  <c:v>24.55</c:v>
                </c:pt>
                <c:pt idx="2379">
                  <c:v>24.55</c:v>
                </c:pt>
                <c:pt idx="2380">
                  <c:v>24.55</c:v>
                </c:pt>
                <c:pt idx="2381">
                  <c:v>24.55</c:v>
                </c:pt>
                <c:pt idx="2382">
                  <c:v>24.55</c:v>
                </c:pt>
                <c:pt idx="2383">
                  <c:v>24.55</c:v>
                </c:pt>
                <c:pt idx="2384">
                  <c:v>24.55</c:v>
                </c:pt>
                <c:pt idx="2385">
                  <c:v>24.6</c:v>
                </c:pt>
                <c:pt idx="2386">
                  <c:v>24.6</c:v>
                </c:pt>
                <c:pt idx="2387">
                  <c:v>24.6</c:v>
                </c:pt>
                <c:pt idx="2388">
                  <c:v>24.6</c:v>
                </c:pt>
                <c:pt idx="2389">
                  <c:v>24.65</c:v>
                </c:pt>
                <c:pt idx="2390">
                  <c:v>24.65</c:v>
                </c:pt>
                <c:pt idx="2391">
                  <c:v>24.65</c:v>
                </c:pt>
                <c:pt idx="2392">
                  <c:v>24.65</c:v>
                </c:pt>
                <c:pt idx="2393">
                  <c:v>24.7</c:v>
                </c:pt>
                <c:pt idx="2394">
                  <c:v>24.7</c:v>
                </c:pt>
                <c:pt idx="2395">
                  <c:v>24.7</c:v>
                </c:pt>
                <c:pt idx="2396">
                  <c:v>24.75</c:v>
                </c:pt>
                <c:pt idx="2397">
                  <c:v>24.75</c:v>
                </c:pt>
                <c:pt idx="2398">
                  <c:v>24.75</c:v>
                </c:pt>
                <c:pt idx="2399">
                  <c:v>24.8</c:v>
                </c:pt>
                <c:pt idx="2400">
                  <c:v>24.8</c:v>
                </c:pt>
                <c:pt idx="2401">
                  <c:v>24.8</c:v>
                </c:pt>
                <c:pt idx="2402">
                  <c:v>24.75</c:v>
                </c:pt>
                <c:pt idx="2403">
                  <c:v>24.75</c:v>
                </c:pt>
                <c:pt idx="2404">
                  <c:v>24.7</c:v>
                </c:pt>
                <c:pt idx="2405">
                  <c:v>24.65</c:v>
                </c:pt>
                <c:pt idx="2406">
                  <c:v>24.6</c:v>
                </c:pt>
                <c:pt idx="2407">
                  <c:v>24.55</c:v>
                </c:pt>
                <c:pt idx="2408">
                  <c:v>24.55</c:v>
                </c:pt>
                <c:pt idx="2409">
                  <c:v>24.5</c:v>
                </c:pt>
                <c:pt idx="2410">
                  <c:v>24.5</c:v>
                </c:pt>
                <c:pt idx="2411">
                  <c:v>24.5</c:v>
                </c:pt>
                <c:pt idx="2412">
                  <c:v>24.5</c:v>
                </c:pt>
                <c:pt idx="2413">
                  <c:v>24.5</c:v>
                </c:pt>
                <c:pt idx="2414">
                  <c:v>24.5</c:v>
                </c:pt>
                <c:pt idx="2415">
                  <c:v>24.5</c:v>
                </c:pt>
                <c:pt idx="2416">
                  <c:v>24.5</c:v>
                </c:pt>
                <c:pt idx="2417">
                  <c:v>24.55</c:v>
                </c:pt>
                <c:pt idx="2418">
                  <c:v>24.55</c:v>
                </c:pt>
                <c:pt idx="2419">
                  <c:v>24.55</c:v>
                </c:pt>
                <c:pt idx="2420">
                  <c:v>24.6</c:v>
                </c:pt>
                <c:pt idx="2421">
                  <c:v>24.6</c:v>
                </c:pt>
                <c:pt idx="2422">
                  <c:v>24.65</c:v>
                </c:pt>
                <c:pt idx="2423">
                  <c:v>24.65</c:v>
                </c:pt>
                <c:pt idx="2424">
                  <c:v>24.7</c:v>
                </c:pt>
                <c:pt idx="2425">
                  <c:v>24.7</c:v>
                </c:pt>
                <c:pt idx="2426">
                  <c:v>24.75</c:v>
                </c:pt>
                <c:pt idx="2427">
                  <c:v>24.8</c:v>
                </c:pt>
                <c:pt idx="2428">
                  <c:v>24.8</c:v>
                </c:pt>
                <c:pt idx="2429">
                  <c:v>24.85</c:v>
                </c:pt>
                <c:pt idx="2430">
                  <c:v>24.85</c:v>
                </c:pt>
                <c:pt idx="2431">
                  <c:v>24.85</c:v>
                </c:pt>
                <c:pt idx="2432">
                  <c:v>24.8</c:v>
                </c:pt>
                <c:pt idx="2433">
                  <c:v>24.8</c:v>
                </c:pt>
                <c:pt idx="2434">
                  <c:v>24.75</c:v>
                </c:pt>
                <c:pt idx="2435">
                  <c:v>24.7</c:v>
                </c:pt>
                <c:pt idx="2436">
                  <c:v>24.7</c:v>
                </c:pt>
                <c:pt idx="2437">
                  <c:v>24.65</c:v>
                </c:pt>
                <c:pt idx="2438">
                  <c:v>24.6</c:v>
                </c:pt>
                <c:pt idx="2439">
                  <c:v>24.6</c:v>
                </c:pt>
                <c:pt idx="2440">
                  <c:v>24.55</c:v>
                </c:pt>
                <c:pt idx="2441">
                  <c:v>24.55</c:v>
                </c:pt>
                <c:pt idx="2442">
                  <c:v>24.55</c:v>
                </c:pt>
                <c:pt idx="2443">
                  <c:v>24.5</c:v>
                </c:pt>
                <c:pt idx="2444">
                  <c:v>24.55</c:v>
                </c:pt>
                <c:pt idx="2445">
                  <c:v>24.55</c:v>
                </c:pt>
                <c:pt idx="2446">
                  <c:v>24.55</c:v>
                </c:pt>
                <c:pt idx="2447">
                  <c:v>24.55</c:v>
                </c:pt>
                <c:pt idx="2448">
                  <c:v>24.6</c:v>
                </c:pt>
                <c:pt idx="2449">
                  <c:v>24.6</c:v>
                </c:pt>
                <c:pt idx="2450">
                  <c:v>24.6</c:v>
                </c:pt>
                <c:pt idx="2451">
                  <c:v>24.65</c:v>
                </c:pt>
                <c:pt idx="2452">
                  <c:v>24.65</c:v>
                </c:pt>
                <c:pt idx="2453">
                  <c:v>24.7</c:v>
                </c:pt>
                <c:pt idx="2454">
                  <c:v>24.7</c:v>
                </c:pt>
                <c:pt idx="2455">
                  <c:v>24.75</c:v>
                </c:pt>
                <c:pt idx="2456">
                  <c:v>24.75</c:v>
                </c:pt>
                <c:pt idx="2457">
                  <c:v>24.8</c:v>
                </c:pt>
                <c:pt idx="2458">
                  <c:v>24.8</c:v>
                </c:pt>
                <c:pt idx="2459">
                  <c:v>24.85</c:v>
                </c:pt>
                <c:pt idx="2460">
                  <c:v>24.85</c:v>
                </c:pt>
                <c:pt idx="2461">
                  <c:v>24.85</c:v>
                </c:pt>
                <c:pt idx="2462">
                  <c:v>24.8</c:v>
                </c:pt>
                <c:pt idx="2463">
                  <c:v>24.8</c:v>
                </c:pt>
                <c:pt idx="2464">
                  <c:v>24.7</c:v>
                </c:pt>
                <c:pt idx="2465">
                  <c:v>24.7</c:v>
                </c:pt>
                <c:pt idx="2466">
                  <c:v>24.65</c:v>
                </c:pt>
                <c:pt idx="2467">
                  <c:v>24.6</c:v>
                </c:pt>
                <c:pt idx="2468">
                  <c:v>24.6</c:v>
                </c:pt>
                <c:pt idx="2469">
                  <c:v>24.6</c:v>
                </c:pt>
                <c:pt idx="2470">
                  <c:v>24.55</c:v>
                </c:pt>
                <c:pt idx="2471">
                  <c:v>24.55</c:v>
                </c:pt>
                <c:pt idx="2472">
                  <c:v>24.5</c:v>
                </c:pt>
                <c:pt idx="2473">
                  <c:v>24.5</c:v>
                </c:pt>
                <c:pt idx="2474">
                  <c:v>24.5</c:v>
                </c:pt>
                <c:pt idx="2475">
                  <c:v>24.5</c:v>
                </c:pt>
                <c:pt idx="2476">
                  <c:v>24.55</c:v>
                </c:pt>
                <c:pt idx="2477">
                  <c:v>24.55</c:v>
                </c:pt>
                <c:pt idx="2478">
                  <c:v>24.55</c:v>
                </c:pt>
                <c:pt idx="2479">
                  <c:v>24.6</c:v>
                </c:pt>
                <c:pt idx="2480">
                  <c:v>24.6</c:v>
                </c:pt>
                <c:pt idx="2481">
                  <c:v>24.65</c:v>
                </c:pt>
                <c:pt idx="2482">
                  <c:v>24.65</c:v>
                </c:pt>
                <c:pt idx="2483">
                  <c:v>24.65</c:v>
                </c:pt>
                <c:pt idx="2484">
                  <c:v>24.7</c:v>
                </c:pt>
                <c:pt idx="2485">
                  <c:v>24.7</c:v>
                </c:pt>
                <c:pt idx="2486">
                  <c:v>24.75</c:v>
                </c:pt>
                <c:pt idx="2487">
                  <c:v>24.8</c:v>
                </c:pt>
                <c:pt idx="2488">
                  <c:v>24.8</c:v>
                </c:pt>
                <c:pt idx="2489">
                  <c:v>24.85</c:v>
                </c:pt>
                <c:pt idx="2490">
                  <c:v>24.85</c:v>
                </c:pt>
                <c:pt idx="2491">
                  <c:v>24.85</c:v>
                </c:pt>
                <c:pt idx="2492">
                  <c:v>24.85</c:v>
                </c:pt>
                <c:pt idx="2493">
                  <c:v>24.8</c:v>
                </c:pt>
                <c:pt idx="2494">
                  <c:v>24.75</c:v>
                </c:pt>
                <c:pt idx="2495">
                  <c:v>24.7</c:v>
                </c:pt>
                <c:pt idx="2496">
                  <c:v>24.65</c:v>
                </c:pt>
                <c:pt idx="2497">
                  <c:v>24.65</c:v>
                </c:pt>
                <c:pt idx="2498">
                  <c:v>24.6</c:v>
                </c:pt>
                <c:pt idx="2499">
                  <c:v>24.55</c:v>
                </c:pt>
                <c:pt idx="2500">
                  <c:v>24.55</c:v>
                </c:pt>
                <c:pt idx="2501">
                  <c:v>24.55</c:v>
                </c:pt>
                <c:pt idx="2502">
                  <c:v>24.5</c:v>
                </c:pt>
                <c:pt idx="2503">
                  <c:v>24.5</c:v>
                </c:pt>
                <c:pt idx="2504">
                  <c:v>24.5</c:v>
                </c:pt>
                <c:pt idx="2505">
                  <c:v>24.5</c:v>
                </c:pt>
                <c:pt idx="2506">
                  <c:v>24.55</c:v>
                </c:pt>
                <c:pt idx="2507">
                  <c:v>24.55</c:v>
                </c:pt>
                <c:pt idx="2508">
                  <c:v>24.55</c:v>
                </c:pt>
                <c:pt idx="2509">
                  <c:v>24.6</c:v>
                </c:pt>
                <c:pt idx="2510">
                  <c:v>24.6</c:v>
                </c:pt>
                <c:pt idx="2511">
                  <c:v>24.65</c:v>
                </c:pt>
                <c:pt idx="2512">
                  <c:v>24.65</c:v>
                </c:pt>
                <c:pt idx="2513">
                  <c:v>24.7</c:v>
                </c:pt>
                <c:pt idx="2514">
                  <c:v>24.7</c:v>
                </c:pt>
                <c:pt idx="2515">
                  <c:v>24.75</c:v>
                </c:pt>
                <c:pt idx="2516">
                  <c:v>24.75</c:v>
                </c:pt>
                <c:pt idx="2517">
                  <c:v>24.8</c:v>
                </c:pt>
                <c:pt idx="2518">
                  <c:v>24.85</c:v>
                </c:pt>
                <c:pt idx="2519">
                  <c:v>24.85</c:v>
                </c:pt>
                <c:pt idx="2520">
                  <c:v>24.85</c:v>
                </c:pt>
                <c:pt idx="2521">
                  <c:v>24.85</c:v>
                </c:pt>
                <c:pt idx="2522">
                  <c:v>24.85</c:v>
                </c:pt>
                <c:pt idx="2523">
                  <c:v>24.8</c:v>
                </c:pt>
                <c:pt idx="2524">
                  <c:v>24.75</c:v>
                </c:pt>
                <c:pt idx="2525">
                  <c:v>24.7</c:v>
                </c:pt>
                <c:pt idx="2526">
                  <c:v>24.65</c:v>
                </c:pt>
                <c:pt idx="2527">
                  <c:v>24.6</c:v>
                </c:pt>
                <c:pt idx="2528">
                  <c:v>24.6</c:v>
                </c:pt>
                <c:pt idx="2529">
                  <c:v>24.6</c:v>
                </c:pt>
                <c:pt idx="2530">
                  <c:v>24.55</c:v>
                </c:pt>
                <c:pt idx="2531">
                  <c:v>24.55</c:v>
                </c:pt>
                <c:pt idx="2532">
                  <c:v>24.55</c:v>
                </c:pt>
                <c:pt idx="2533">
                  <c:v>24.55</c:v>
                </c:pt>
                <c:pt idx="2534">
                  <c:v>24.55</c:v>
                </c:pt>
                <c:pt idx="2535">
                  <c:v>24.55</c:v>
                </c:pt>
                <c:pt idx="2536">
                  <c:v>24.55</c:v>
                </c:pt>
                <c:pt idx="2537">
                  <c:v>24.55</c:v>
                </c:pt>
                <c:pt idx="2538">
                  <c:v>24.55</c:v>
                </c:pt>
                <c:pt idx="2539">
                  <c:v>24.6</c:v>
                </c:pt>
                <c:pt idx="2540">
                  <c:v>24.6</c:v>
                </c:pt>
                <c:pt idx="2541">
                  <c:v>24.65</c:v>
                </c:pt>
                <c:pt idx="2542">
                  <c:v>24.65</c:v>
                </c:pt>
                <c:pt idx="2543">
                  <c:v>24.65</c:v>
                </c:pt>
                <c:pt idx="2544">
                  <c:v>24.7</c:v>
                </c:pt>
                <c:pt idx="2545">
                  <c:v>24.75</c:v>
                </c:pt>
                <c:pt idx="2546">
                  <c:v>24.75</c:v>
                </c:pt>
                <c:pt idx="2547">
                  <c:v>24.8</c:v>
                </c:pt>
                <c:pt idx="2548">
                  <c:v>24.85</c:v>
                </c:pt>
                <c:pt idx="2549">
                  <c:v>24.85</c:v>
                </c:pt>
                <c:pt idx="2550">
                  <c:v>24.85</c:v>
                </c:pt>
                <c:pt idx="2551">
                  <c:v>24.85</c:v>
                </c:pt>
                <c:pt idx="2552">
                  <c:v>24.85</c:v>
                </c:pt>
                <c:pt idx="2553">
                  <c:v>24.8</c:v>
                </c:pt>
                <c:pt idx="2554">
                  <c:v>24.8</c:v>
                </c:pt>
                <c:pt idx="2555">
                  <c:v>24.75</c:v>
                </c:pt>
                <c:pt idx="2556">
                  <c:v>24.65</c:v>
                </c:pt>
                <c:pt idx="2557">
                  <c:v>24.65</c:v>
                </c:pt>
                <c:pt idx="2558">
                  <c:v>24.6</c:v>
                </c:pt>
                <c:pt idx="2559">
                  <c:v>24.6</c:v>
                </c:pt>
                <c:pt idx="2560">
                  <c:v>24.6</c:v>
                </c:pt>
                <c:pt idx="2561">
                  <c:v>24.55</c:v>
                </c:pt>
                <c:pt idx="2562">
                  <c:v>24.55</c:v>
                </c:pt>
                <c:pt idx="2563">
                  <c:v>24.55</c:v>
                </c:pt>
                <c:pt idx="2564">
                  <c:v>24.55</c:v>
                </c:pt>
                <c:pt idx="2565">
                  <c:v>24.6</c:v>
                </c:pt>
                <c:pt idx="2566">
                  <c:v>24.6</c:v>
                </c:pt>
                <c:pt idx="2567">
                  <c:v>24.65</c:v>
                </c:pt>
                <c:pt idx="2568">
                  <c:v>24.65</c:v>
                </c:pt>
                <c:pt idx="2569">
                  <c:v>24.65</c:v>
                </c:pt>
                <c:pt idx="2570">
                  <c:v>24.7</c:v>
                </c:pt>
                <c:pt idx="2571">
                  <c:v>24.7</c:v>
                </c:pt>
                <c:pt idx="2572">
                  <c:v>24.7</c:v>
                </c:pt>
                <c:pt idx="2573">
                  <c:v>24.7</c:v>
                </c:pt>
                <c:pt idx="2574">
                  <c:v>24.75</c:v>
                </c:pt>
                <c:pt idx="2575">
                  <c:v>24.75</c:v>
                </c:pt>
                <c:pt idx="2576">
                  <c:v>24.75</c:v>
                </c:pt>
                <c:pt idx="2577">
                  <c:v>24.8</c:v>
                </c:pt>
                <c:pt idx="2578">
                  <c:v>24.8</c:v>
                </c:pt>
                <c:pt idx="2579">
                  <c:v>24.8</c:v>
                </c:pt>
                <c:pt idx="2580">
                  <c:v>24.85</c:v>
                </c:pt>
                <c:pt idx="2581">
                  <c:v>24.85</c:v>
                </c:pt>
                <c:pt idx="2582">
                  <c:v>24.8</c:v>
                </c:pt>
                <c:pt idx="2583">
                  <c:v>24.75</c:v>
                </c:pt>
                <c:pt idx="2584">
                  <c:v>24.75</c:v>
                </c:pt>
                <c:pt idx="2585">
                  <c:v>24.7</c:v>
                </c:pt>
                <c:pt idx="2586">
                  <c:v>24.6</c:v>
                </c:pt>
                <c:pt idx="2587">
                  <c:v>24.6</c:v>
                </c:pt>
                <c:pt idx="2588">
                  <c:v>24.55</c:v>
                </c:pt>
                <c:pt idx="2589">
                  <c:v>24.55</c:v>
                </c:pt>
                <c:pt idx="2590">
                  <c:v>24.55</c:v>
                </c:pt>
                <c:pt idx="2591">
                  <c:v>24.55</c:v>
                </c:pt>
                <c:pt idx="2592">
                  <c:v>24.55</c:v>
                </c:pt>
                <c:pt idx="2593">
                  <c:v>24.6</c:v>
                </c:pt>
                <c:pt idx="2594">
                  <c:v>24.6</c:v>
                </c:pt>
                <c:pt idx="2595">
                  <c:v>24.6</c:v>
                </c:pt>
                <c:pt idx="2596">
                  <c:v>24.6</c:v>
                </c:pt>
                <c:pt idx="2597">
                  <c:v>24.6</c:v>
                </c:pt>
                <c:pt idx="2598">
                  <c:v>24.65</c:v>
                </c:pt>
                <c:pt idx="2599">
                  <c:v>24.65</c:v>
                </c:pt>
                <c:pt idx="2600">
                  <c:v>24.7</c:v>
                </c:pt>
                <c:pt idx="2601">
                  <c:v>24.7</c:v>
                </c:pt>
                <c:pt idx="2602">
                  <c:v>24.75</c:v>
                </c:pt>
                <c:pt idx="2603">
                  <c:v>24.75</c:v>
                </c:pt>
                <c:pt idx="2604">
                  <c:v>24.8</c:v>
                </c:pt>
                <c:pt idx="2605">
                  <c:v>24.8</c:v>
                </c:pt>
                <c:pt idx="2606">
                  <c:v>24.85</c:v>
                </c:pt>
                <c:pt idx="2607">
                  <c:v>24.85</c:v>
                </c:pt>
                <c:pt idx="2608">
                  <c:v>24.85</c:v>
                </c:pt>
                <c:pt idx="2609">
                  <c:v>24.85</c:v>
                </c:pt>
                <c:pt idx="2610">
                  <c:v>24.9</c:v>
                </c:pt>
                <c:pt idx="2611">
                  <c:v>24.85</c:v>
                </c:pt>
                <c:pt idx="2612">
                  <c:v>24.85</c:v>
                </c:pt>
                <c:pt idx="2613">
                  <c:v>24.75</c:v>
                </c:pt>
                <c:pt idx="2614">
                  <c:v>24.7</c:v>
                </c:pt>
                <c:pt idx="2615">
                  <c:v>24.65</c:v>
                </c:pt>
                <c:pt idx="2616">
                  <c:v>24.6</c:v>
                </c:pt>
                <c:pt idx="2617">
                  <c:v>24.6</c:v>
                </c:pt>
                <c:pt idx="2618">
                  <c:v>24.55</c:v>
                </c:pt>
                <c:pt idx="2619">
                  <c:v>24.5</c:v>
                </c:pt>
                <c:pt idx="2620">
                  <c:v>24.5</c:v>
                </c:pt>
                <c:pt idx="2621">
                  <c:v>24.5</c:v>
                </c:pt>
                <c:pt idx="2622">
                  <c:v>24.55</c:v>
                </c:pt>
                <c:pt idx="2623">
                  <c:v>24.5</c:v>
                </c:pt>
                <c:pt idx="2624">
                  <c:v>24.5</c:v>
                </c:pt>
                <c:pt idx="2625">
                  <c:v>24.55</c:v>
                </c:pt>
                <c:pt idx="2626">
                  <c:v>24.6</c:v>
                </c:pt>
                <c:pt idx="2627">
                  <c:v>24.6</c:v>
                </c:pt>
                <c:pt idx="2628">
                  <c:v>24.65</c:v>
                </c:pt>
                <c:pt idx="2629">
                  <c:v>24.65</c:v>
                </c:pt>
                <c:pt idx="2630">
                  <c:v>24.65</c:v>
                </c:pt>
                <c:pt idx="2631">
                  <c:v>24.7</c:v>
                </c:pt>
                <c:pt idx="2632">
                  <c:v>24.7</c:v>
                </c:pt>
                <c:pt idx="2633">
                  <c:v>24.75</c:v>
                </c:pt>
                <c:pt idx="2634">
                  <c:v>24.75</c:v>
                </c:pt>
                <c:pt idx="2635">
                  <c:v>24.75</c:v>
                </c:pt>
                <c:pt idx="2636">
                  <c:v>24.8</c:v>
                </c:pt>
                <c:pt idx="2637">
                  <c:v>24.8</c:v>
                </c:pt>
                <c:pt idx="2638">
                  <c:v>24.8</c:v>
                </c:pt>
                <c:pt idx="2639">
                  <c:v>24.85</c:v>
                </c:pt>
                <c:pt idx="2640">
                  <c:v>24.9</c:v>
                </c:pt>
                <c:pt idx="2641">
                  <c:v>24.85</c:v>
                </c:pt>
                <c:pt idx="2642">
                  <c:v>24.85</c:v>
                </c:pt>
                <c:pt idx="2643">
                  <c:v>24.8</c:v>
                </c:pt>
                <c:pt idx="2644">
                  <c:v>24.75</c:v>
                </c:pt>
                <c:pt idx="2645">
                  <c:v>24.7</c:v>
                </c:pt>
                <c:pt idx="2646">
                  <c:v>24.7</c:v>
                </c:pt>
                <c:pt idx="2647">
                  <c:v>24.65</c:v>
                </c:pt>
                <c:pt idx="2648">
                  <c:v>24.6</c:v>
                </c:pt>
                <c:pt idx="2649">
                  <c:v>24.55</c:v>
                </c:pt>
                <c:pt idx="2650">
                  <c:v>24.55</c:v>
                </c:pt>
                <c:pt idx="2651">
                  <c:v>24.5</c:v>
                </c:pt>
                <c:pt idx="2652">
                  <c:v>24.55</c:v>
                </c:pt>
                <c:pt idx="2653">
                  <c:v>24.5</c:v>
                </c:pt>
                <c:pt idx="2654">
                  <c:v>24.5</c:v>
                </c:pt>
                <c:pt idx="2655">
                  <c:v>24.55</c:v>
                </c:pt>
                <c:pt idx="2656">
                  <c:v>24.55</c:v>
                </c:pt>
                <c:pt idx="2657">
                  <c:v>24.55</c:v>
                </c:pt>
                <c:pt idx="2658">
                  <c:v>24.55</c:v>
                </c:pt>
                <c:pt idx="2659">
                  <c:v>24.55</c:v>
                </c:pt>
                <c:pt idx="2660">
                  <c:v>24.6</c:v>
                </c:pt>
                <c:pt idx="2661">
                  <c:v>24.6</c:v>
                </c:pt>
                <c:pt idx="2662">
                  <c:v>24.65</c:v>
                </c:pt>
                <c:pt idx="2663">
                  <c:v>24.65</c:v>
                </c:pt>
                <c:pt idx="2664">
                  <c:v>24.7</c:v>
                </c:pt>
                <c:pt idx="2665">
                  <c:v>24.75</c:v>
                </c:pt>
                <c:pt idx="2666">
                  <c:v>24.75</c:v>
                </c:pt>
                <c:pt idx="2667">
                  <c:v>24.8</c:v>
                </c:pt>
                <c:pt idx="2668">
                  <c:v>24.8</c:v>
                </c:pt>
                <c:pt idx="2669">
                  <c:v>24.85</c:v>
                </c:pt>
                <c:pt idx="2670">
                  <c:v>24.85</c:v>
                </c:pt>
                <c:pt idx="2671">
                  <c:v>24.85</c:v>
                </c:pt>
                <c:pt idx="2672">
                  <c:v>24.8</c:v>
                </c:pt>
                <c:pt idx="2673">
                  <c:v>24.8</c:v>
                </c:pt>
                <c:pt idx="2674">
                  <c:v>24.75</c:v>
                </c:pt>
                <c:pt idx="2675">
                  <c:v>24.7</c:v>
                </c:pt>
                <c:pt idx="2676">
                  <c:v>24.65</c:v>
                </c:pt>
                <c:pt idx="2677">
                  <c:v>24.6</c:v>
                </c:pt>
                <c:pt idx="2678">
                  <c:v>24.6</c:v>
                </c:pt>
                <c:pt idx="2679">
                  <c:v>24.6</c:v>
                </c:pt>
                <c:pt idx="2680">
                  <c:v>24.55</c:v>
                </c:pt>
                <c:pt idx="2681">
                  <c:v>24.55</c:v>
                </c:pt>
                <c:pt idx="2682">
                  <c:v>24.55</c:v>
                </c:pt>
                <c:pt idx="2683">
                  <c:v>24.55</c:v>
                </c:pt>
                <c:pt idx="2684">
                  <c:v>24.5</c:v>
                </c:pt>
                <c:pt idx="2685">
                  <c:v>24.5</c:v>
                </c:pt>
                <c:pt idx="2686">
                  <c:v>24.55</c:v>
                </c:pt>
                <c:pt idx="2687">
                  <c:v>24.55</c:v>
                </c:pt>
                <c:pt idx="2688">
                  <c:v>24.6</c:v>
                </c:pt>
                <c:pt idx="2689">
                  <c:v>24.6</c:v>
                </c:pt>
                <c:pt idx="2690">
                  <c:v>24.6</c:v>
                </c:pt>
                <c:pt idx="2691">
                  <c:v>24.65</c:v>
                </c:pt>
                <c:pt idx="2692">
                  <c:v>24.65</c:v>
                </c:pt>
                <c:pt idx="2693">
                  <c:v>24.7</c:v>
                </c:pt>
                <c:pt idx="2694">
                  <c:v>24.7</c:v>
                </c:pt>
                <c:pt idx="2695">
                  <c:v>24.75</c:v>
                </c:pt>
                <c:pt idx="2696">
                  <c:v>24.75</c:v>
                </c:pt>
                <c:pt idx="2697">
                  <c:v>24.8</c:v>
                </c:pt>
                <c:pt idx="2698">
                  <c:v>24.85</c:v>
                </c:pt>
                <c:pt idx="2699">
                  <c:v>24.85</c:v>
                </c:pt>
                <c:pt idx="2700">
                  <c:v>24.85</c:v>
                </c:pt>
                <c:pt idx="2701">
                  <c:v>24.9</c:v>
                </c:pt>
                <c:pt idx="2702">
                  <c:v>24.85</c:v>
                </c:pt>
                <c:pt idx="2703">
                  <c:v>24.8</c:v>
                </c:pt>
                <c:pt idx="2704">
                  <c:v>24.75</c:v>
                </c:pt>
                <c:pt idx="2705">
                  <c:v>24.7</c:v>
                </c:pt>
                <c:pt idx="2706">
                  <c:v>24.65</c:v>
                </c:pt>
                <c:pt idx="2707">
                  <c:v>24.65</c:v>
                </c:pt>
                <c:pt idx="2708">
                  <c:v>24.6</c:v>
                </c:pt>
                <c:pt idx="2709">
                  <c:v>24.55</c:v>
                </c:pt>
                <c:pt idx="2710">
                  <c:v>24.55</c:v>
                </c:pt>
                <c:pt idx="2711">
                  <c:v>24.6</c:v>
                </c:pt>
                <c:pt idx="2712">
                  <c:v>24.55</c:v>
                </c:pt>
                <c:pt idx="2713">
                  <c:v>24.55</c:v>
                </c:pt>
                <c:pt idx="2714">
                  <c:v>24.55</c:v>
                </c:pt>
                <c:pt idx="2715">
                  <c:v>24.55</c:v>
                </c:pt>
                <c:pt idx="2716">
                  <c:v>24.6</c:v>
                </c:pt>
                <c:pt idx="2717">
                  <c:v>24.6</c:v>
                </c:pt>
                <c:pt idx="2718">
                  <c:v>24.6</c:v>
                </c:pt>
                <c:pt idx="2719">
                  <c:v>24.6</c:v>
                </c:pt>
                <c:pt idx="2720">
                  <c:v>24.6</c:v>
                </c:pt>
                <c:pt idx="2721">
                  <c:v>24.65</c:v>
                </c:pt>
                <c:pt idx="2722">
                  <c:v>24.65</c:v>
                </c:pt>
                <c:pt idx="2723">
                  <c:v>24.7</c:v>
                </c:pt>
                <c:pt idx="2724">
                  <c:v>24.7</c:v>
                </c:pt>
                <c:pt idx="2725">
                  <c:v>24.75</c:v>
                </c:pt>
                <c:pt idx="2726">
                  <c:v>24.75</c:v>
                </c:pt>
                <c:pt idx="2727">
                  <c:v>24.8</c:v>
                </c:pt>
                <c:pt idx="2728">
                  <c:v>24.8</c:v>
                </c:pt>
                <c:pt idx="2729">
                  <c:v>24.85</c:v>
                </c:pt>
                <c:pt idx="2730">
                  <c:v>24.85</c:v>
                </c:pt>
                <c:pt idx="2731">
                  <c:v>24.85</c:v>
                </c:pt>
                <c:pt idx="2732">
                  <c:v>24.8</c:v>
                </c:pt>
                <c:pt idx="2733">
                  <c:v>24.8</c:v>
                </c:pt>
                <c:pt idx="2734">
                  <c:v>24.75</c:v>
                </c:pt>
                <c:pt idx="2735">
                  <c:v>24.7</c:v>
                </c:pt>
                <c:pt idx="2736">
                  <c:v>24.65</c:v>
                </c:pt>
                <c:pt idx="2737">
                  <c:v>24.65</c:v>
                </c:pt>
                <c:pt idx="2738">
                  <c:v>24.6</c:v>
                </c:pt>
                <c:pt idx="2739">
                  <c:v>24.6</c:v>
                </c:pt>
                <c:pt idx="2740">
                  <c:v>24.6</c:v>
                </c:pt>
                <c:pt idx="2741">
                  <c:v>24.6</c:v>
                </c:pt>
                <c:pt idx="2742">
                  <c:v>24.6</c:v>
                </c:pt>
                <c:pt idx="2743">
                  <c:v>24.6</c:v>
                </c:pt>
                <c:pt idx="2744">
                  <c:v>24.6</c:v>
                </c:pt>
                <c:pt idx="2745">
                  <c:v>24.6</c:v>
                </c:pt>
                <c:pt idx="2746">
                  <c:v>24.65</c:v>
                </c:pt>
                <c:pt idx="2747">
                  <c:v>24.65</c:v>
                </c:pt>
                <c:pt idx="2748">
                  <c:v>24.65</c:v>
                </c:pt>
                <c:pt idx="2749">
                  <c:v>24.7</c:v>
                </c:pt>
                <c:pt idx="2750">
                  <c:v>24.7</c:v>
                </c:pt>
                <c:pt idx="2751">
                  <c:v>24.75</c:v>
                </c:pt>
                <c:pt idx="2752">
                  <c:v>24.75</c:v>
                </c:pt>
                <c:pt idx="2753">
                  <c:v>24.8</c:v>
                </c:pt>
                <c:pt idx="2754">
                  <c:v>24.8</c:v>
                </c:pt>
                <c:pt idx="2755">
                  <c:v>24.8</c:v>
                </c:pt>
                <c:pt idx="2756">
                  <c:v>24.8</c:v>
                </c:pt>
                <c:pt idx="2757">
                  <c:v>24.85</c:v>
                </c:pt>
                <c:pt idx="2758">
                  <c:v>24.85</c:v>
                </c:pt>
                <c:pt idx="2759">
                  <c:v>24.9</c:v>
                </c:pt>
                <c:pt idx="2760">
                  <c:v>24.9</c:v>
                </c:pt>
                <c:pt idx="2761">
                  <c:v>24.9</c:v>
                </c:pt>
                <c:pt idx="2762">
                  <c:v>24.85</c:v>
                </c:pt>
                <c:pt idx="2763">
                  <c:v>24.8</c:v>
                </c:pt>
                <c:pt idx="2764">
                  <c:v>24.75</c:v>
                </c:pt>
                <c:pt idx="2765">
                  <c:v>24.7</c:v>
                </c:pt>
                <c:pt idx="2766">
                  <c:v>24.65</c:v>
                </c:pt>
                <c:pt idx="2767">
                  <c:v>24.6</c:v>
                </c:pt>
                <c:pt idx="2768">
                  <c:v>24.55</c:v>
                </c:pt>
                <c:pt idx="2769">
                  <c:v>24.55</c:v>
                </c:pt>
                <c:pt idx="2770">
                  <c:v>24.55</c:v>
                </c:pt>
                <c:pt idx="2771">
                  <c:v>24.55</c:v>
                </c:pt>
                <c:pt idx="2772">
                  <c:v>24.55</c:v>
                </c:pt>
                <c:pt idx="2773">
                  <c:v>24.55</c:v>
                </c:pt>
                <c:pt idx="2774">
                  <c:v>24.6</c:v>
                </c:pt>
                <c:pt idx="2775">
                  <c:v>24.6</c:v>
                </c:pt>
                <c:pt idx="2776">
                  <c:v>24.6</c:v>
                </c:pt>
                <c:pt idx="2777">
                  <c:v>24.65</c:v>
                </c:pt>
                <c:pt idx="2778">
                  <c:v>24.65</c:v>
                </c:pt>
                <c:pt idx="2779">
                  <c:v>24.7</c:v>
                </c:pt>
                <c:pt idx="2780">
                  <c:v>24.7</c:v>
                </c:pt>
                <c:pt idx="2781">
                  <c:v>24.75</c:v>
                </c:pt>
                <c:pt idx="2782">
                  <c:v>24.75</c:v>
                </c:pt>
                <c:pt idx="2783">
                  <c:v>24.8</c:v>
                </c:pt>
                <c:pt idx="2784">
                  <c:v>24.8</c:v>
                </c:pt>
                <c:pt idx="2785">
                  <c:v>24.8</c:v>
                </c:pt>
                <c:pt idx="2786">
                  <c:v>24.85</c:v>
                </c:pt>
                <c:pt idx="2787">
                  <c:v>24.85</c:v>
                </c:pt>
                <c:pt idx="2788">
                  <c:v>24.9</c:v>
                </c:pt>
                <c:pt idx="2789">
                  <c:v>24.9</c:v>
                </c:pt>
                <c:pt idx="2790">
                  <c:v>24.95</c:v>
                </c:pt>
                <c:pt idx="2791">
                  <c:v>24.9</c:v>
                </c:pt>
                <c:pt idx="2792">
                  <c:v>24.9</c:v>
                </c:pt>
                <c:pt idx="2793">
                  <c:v>24.85</c:v>
                </c:pt>
                <c:pt idx="2794">
                  <c:v>24.8</c:v>
                </c:pt>
                <c:pt idx="2795">
                  <c:v>24.75</c:v>
                </c:pt>
                <c:pt idx="2796">
                  <c:v>24.7</c:v>
                </c:pt>
                <c:pt idx="2797">
                  <c:v>24.65</c:v>
                </c:pt>
                <c:pt idx="2798">
                  <c:v>24.65</c:v>
                </c:pt>
                <c:pt idx="2799">
                  <c:v>24.6</c:v>
                </c:pt>
                <c:pt idx="2800">
                  <c:v>24.6</c:v>
                </c:pt>
                <c:pt idx="2801">
                  <c:v>24.6</c:v>
                </c:pt>
                <c:pt idx="2802">
                  <c:v>24.6</c:v>
                </c:pt>
                <c:pt idx="2803">
                  <c:v>24.6</c:v>
                </c:pt>
                <c:pt idx="2804">
                  <c:v>24.55</c:v>
                </c:pt>
                <c:pt idx="2805">
                  <c:v>24.55</c:v>
                </c:pt>
                <c:pt idx="2806">
                  <c:v>24.6</c:v>
                </c:pt>
                <c:pt idx="2807">
                  <c:v>24.6</c:v>
                </c:pt>
                <c:pt idx="2808">
                  <c:v>24.6</c:v>
                </c:pt>
                <c:pt idx="2809">
                  <c:v>24.6</c:v>
                </c:pt>
                <c:pt idx="2810">
                  <c:v>24.65</c:v>
                </c:pt>
                <c:pt idx="2811">
                  <c:v>24.65</c:v>
                </c:pt>
                <c:pt idx="2812">
                  <c:v>24.7</c:v>
                </c:pt>
                <c:pt idx="2813">
                  <c:v>24.7</c:v>
                </c:pt>
                <c:pt idx="2814">
                  <c:v>24.75</c:v>
                </c:pt>
                <c:pt idx="2815">
                  <c:v>24.75</c:v>
                </c:pt>
                <c:pt idx="2816">
                  <c:v>24.8</c:v>
                </c:pt>
                <c:pt idx="2817">
                  <c:v>24.8</c:v>
                </c:pt>
                <c:pt idx="2818">
                  <c:v>24.85</c:v>
                </c:pt>
                <c:pt idx="2819">
                  <c:v>24.9</c:v>
                </c:pt>
                <c:pt idx="2820">
                  <c:v>24.9</c:v>
                </c:pt>
                <c:pt idx="2821">
                  <c:v>24.9</c:v>
                </c:pt>
                <c:pt idx="2822">
                  <c:v>24.85</c:v>
                </c:pt>
                <c:pt idx="2823">
                  <c:v>24.85</c:v>
                </c:pt>
                <c:pt idx="2824">
                  <c:v>24.8</c:v>
                </c:pt>
                <c:pt idx="2825">
                  <c:v>24.75</c:v>
                </c:pt>
                <c:pt idx="2826">
                  <c:v>24.7</c:v>
                </c:pt>
                <c:pt idx="2827">
                  <c:v>24.7</c:v>
                </c:pt>
                <c:pt idx="2828">
                  <c:v>24.65</c:v>
                </c:pt>
                <c:pt idx="2829">
                  <c:v>24.65</c:v>
                </c:pt>
                <c:pt idx="2830">
                  <c:v>24.6</c:v>
                </c:pt>
                <c:pt idx="2831">
                  <c:v>24.6</c:v>
                </c:pt>
                <c:pt idx="2832">
                  <c:v>24.6</c:v>
                </c:pt>
                <c:pt idx="2833">
                  <c:v>24.6</c:v>
                </c:pt>
                <c:pt idx="2834">
                  <c:v>24.65</c:v>
                </c:pt>
                <c:pt idx="2835">
                  <c:v>24.65</c:v>
                </c:pt>
                <c:pt idx="2836">
                  <c:v>24.65</c:v>
                </c:pt>
                <c:pt idx="2837">
                  <c:v>24.65</c:v>
                </c:pt>
                <c:pt idx="2838">
                  <c:v>24.65</c:v>
                </c:pt>
                <c:pt idx="2839">
                  <c:v>24.7</c:v>
                </c:pt>
                <c:pt idx="2840">
                  <c:v>24.7</c:v>
                </c:pt>
                <c:pt idx="2841">
                  <c:v>24.75</c:v>
                </c:pt>
                <c:pt idx="2842">
                  <c:v>24.75</c:v>
                </c:pt>
                <c:pt idx="2843">
                  <c:v>24.8</c:v>
                </c:pt>
                <c:pt idx="2844">
                  <c:v>24.8</c:v>
                </c:pt>
                <c:pt idx="2845">
                  <c:v>24.8</c:v>
                </c:pt>
                <c:pt idx="2846">
                  <c:v>24.85</c:v>
                </c:pt>
                <c:pt idx="2847">
                  <c:v>24.85</c:v>
                </c:pt>
                <c:pt idx="2848">
                  <c:v>24.9</c:v>
                </c:pt>
                <c:pt idx="2849">
                  <c:v>24.9</c:v>
                </c:pt>
                <c:pt idx="2850">
                  <c:v>24.9</c:v>
                </c:pt>
                <c:pt idx="2851">
                  <c:v>24.9</c:v>
                </c:pt>
                <c:pt idx="2852">
                  <c:v>24.85</c:v>
                </c:pt>
                <c:pt idx="2853">
                  <c:v>24.8</c:v>
                </c:pt>
                <c:pt idx="2854">
                  <c:v>24.75</c:v>
                </c:pt>
                <c:pt idx="2855">
                  <c:v>24.7</c:v>
                </c:pt>
                <c:pt idx="2856">
                  <c:v>24.65</c:v>
                </c:pt>
                <c:pt idx="2857">
                  <c:v>24.6</c:v>
                </c:pt>
                <c:pt idx="2858">
                  <c:v>24.6</c:v>
                </c:pt>
                <c:pt idx="2859">
                  <c:v>24.55</c:v>
                </c:pt>
                <c:pt idx="2860">
                  <c:v>24.55</c:v>
                </c:pt>
                <c:pt idx="2861">
                  <c:v>24.55</c:v>
                </c:pt>
                <c:pt idx="2862">
                  <c:v>24.55</c:v>
                </c:pt>
                <c:pt idx="2863">
                  <c:v>24.55</c:v>
                </c:pt>
                <c:pt idx="2864">
                  <c:v>24.55</c:v>
                </c:pt>
                <c:pt idx="2865">
                  <c:v>24.6</c:v>
                </c:pt>
                <c:pt idx="2866">
                  <c:v>24.6</c:v>
                </c:pt>
                <c:pt idx="2867">
                  <c:v>24.6</c:v>
                </c:pt>
                <c:pt idx="2868">
                  <c:v>24.65</c:v>
                </c:pt>
                <c:pt idx="2869">
                  <c:v>24.7</c:v>
                </c:pt>
                <c:pt idx="2870">
                  <c:v>24.7</c:v>
                </c:pt>
                <c:pt idx="2871">
                  <c:v>24.75</c:v>
                </c:pt>
                <c:pt idx="2872">
                  <c:v>24.75</c:v>
                </c:pt>
                <c:pt idx="2873">
                  <c:v>24.8</c:v>
                </c:pt>
                <c:pt idx="2874">
                  <c:v>24.8</c:v>
                </c:pt>
                <c:pt idx="2875">
                  <c:v>24.8</c:v>
                </c:pt>
                <c:pt idx="2876">
                  <c:v>24.85</c:v>
                </c:pt>
                <c:pt idx="2877">
                  <c:v>24.85</c:v>
                </c:pt>
                <c:pt idx="2878">
                  <c:v>24.9</c:v>
                </c:pt>
                <c:pt idx="2879">
                  <c:v>24.9</c:v>
                </c:pt>
                <c:pt idx="2880">
                  <c:v>24.9</c:v>
                </c:pt>
                <c:pt idx="2881">
                  <c:v>24.9</c:v>
                </c:pt>
                <c:pt idx="2882">
                  <c:v>24.85</c:v>
                </c:pt>
                <c:pt idx="2883">
                  <c:v>24.8</c:v>
                </c:pt>
                <c:pt idx="2884">
                  <c:v>24.75</c:v>
                </c:pt>
                <c:pt idx="2885">
                  <c:v>24.7</c:v>
                </c:pt>
                <c:pt idx="2886">
                  <c:v>24.65</c:v>
                </c:pt>
                <c:pt idx="2887">
                  <c:v>24.6</c:v>
                </c:pt>
                <c:pt idx="2888">
                  <c:v>24.6</c:v>
                </c:pt>
                <c:pt idx="2889">
                  <c:v>24.55</c:v>
                </c:pt>
                <c:pt idx="2890">
                  <c:v>24.55</c:v>
                </c:pt>
                <c:pt idx="2891">
                  <c:v>24.55</c:v>
                </c:pt>
                <c:pt idx="2892">
                  <c:v>24.55</c:v>
                </c:pt>
                <c:pt idx="2893">
                  <c:v>24.55</c:v>
                </c:pt>
                <c:pt idx="2894">
                  <c:v>24.55</c:v>
                </c:pt>
                <c:pt idx="2895">
                  <c:v>24.55</c:v>
                </c:pt>
                <c:pt idx="2896">
                  <c:v>24.6</c:v>
                </c:pt>
                <c:pt idx="2897">
                  <c:v>24.6</c:v>
                </c:pt>
                <c:pt idx="2898">
                  <c:v>24.6</c:v>
                </c:pt>
                <c:pt idx="2899">
                  <c:v>24.65</c:v>
                </c:pt>
                <c:pt idx="2900">
                  <c:v>24.65</c:v>
                </c:pt>
                <c:pt idx="2901">
                  <c:v>24.7</c:v>
                </c:pt>
                <c:pt idx="2902">
                  <c:v>24.7</c:v>
                </c:pt>
                <c:pt idx="2903">
                  <c:v>24.75</c:v>
                </c:pt>
                <c:pt idx="2904">
                  <c:v>24.8</c:v>
                </c:pt>
                <c:pt idx="2905">
                  <c:v>24.8</c:v>
                </c:pt>
                <c:pt idx="2906">
                  <c:v>24.85</c:v>
                </c:pt>
                <c:pt idx="2907">
                  <c:v>24.85</c:v>
                </c:pt>
                <c:pt idx="2908">
                  <c:v>24.9</c:v>
                </c:pt>
                <c:pt idx="2909">
                  <c:v>24.9</c:v>
                </c:pt>
                <c:pt idx="2910">
                  <c:v>24.9</c:v>
                </c:pt>
                <c:pt idx="2911">
                  <c:v>24.9</c:v>
                </c:pt>
                <c:pt idx="2912">
                  <c:v>24.9</c:v>
                </c:pt>
                <c:pt idx="2913">
                  <c:v>24.85</c:v>
                </c:pt>
                <c:pt idx="2914">
                  <c:v>24.75</c:v>
                </c:pt>
                <c:pt idx="2915">
                  <c:v>24.7</c:v>
                </c:pt>
                <c:pt idx="2916">
                  <c:v>24.65</c:v>
                </c:pt>
                <c:pt idx="2917">
                  <c:v>24.65</c:v>
                </c:pt>
                <c:pt idx="2918">
                  <c:v>24.6</c:v>
                </c:pt>
                <c:pt idx="2919">
                  <c:v>24.6</c:v>
                </c:pt>
                <c:pt idx="2920">
                  <c:v>24.55</c:v>
                </c:pt>
                <c:pt idx="2921">
                  <c:v>24.55</c:v>
                </c:pt>
                <c:pt idx="2922">
                  <c:v>24.55</c:v>
                </c:pt>
                <c:pt idx="2923">
                  <c:v>24.6</c:v>
                </c:pt>
                <c:pt idx="2924">
                  <c:v>24.6</c:v>
                </c:pt>
                <c:pt idx="2925">
                  <c:v>24.6</c:v>
                </c:pt>
                <c:pt idx="2926">
                  <c:v>24.6</c:v>
                </c:pt>
                <c:pt idx="2927">
                  <c:v>24.6</c:v>
                </c:pt>
                <c:pt idx="2928">
                  <c:v>24.65</c:v>
                </c:pt>
                <c:pt idx="2929">
                  <c:v>24.65</c:v>
                </c:pt>
                <c:pt idx="2930">
                  <c:v>24.7</c:v>
                </c:pt>
                <c:pt idx="2931">
                  <c:v>24.7</c:v>
                </c:pt>
                <c:pt idx="2932">
                  <c:v>24.7</c:v>
                </c:pt>
                <c:pt idx="2933">
                  <c:v>24.75</c:v>
                </c:pt>
                <c:pt idx="2934">
                  <c:v>24.75</c:v>
                </c:pt>
                <c:pt idx="2935">
                  <c:v>24.8</c:v>
                </c:pt>
                <c:pt idx="2936">
                  <c:v>24.8</c:v>
                </c:pt>
                <c:pt idx="2937">
                  <c:v>24.85</c:v>
                </c:pt>
                <c:pt idx="2938">
                  <c:v>24.85</c:v>
                </c:pt>
                <c:pt idx="2939">
                  <c:v>24.85</c:v>
                </c:pt>
                <c:pt idx="2940">
                  <c:v>24.9</c:v>
                </c:pt>
                <c:pt idx="2941">
                  <c:v>24.9</c:v>
                </c:pt>
                <c:pt idx="2942">
                  <c:v>24.85</c:v>
                </c:pt>
                <c:pt idx="2943">
                  <c:v>24.8</c:v>
                </c:pt>
                <c:pt idx="2944">
                  <c:v>24.8</c:v>
                </c:pt>
                <c:pt idx="2945">
                  <c:v>24.7</c:v>
                </c:pt>
                <c:pt idx="2946">
                  <c:v>24.7</c:v>
                </c:pt>
                <c:pt idx="2947">
                  <c:v>24.65</c:v>
                </c:pt>
                <c:pt idx="2948">
                  <c:v>24.6</c:v>
                </c:pt>
                <c:pt idx="2949">
                  <c:v>24.6</c:v>
                </c:pt>
                <c:pt idx="2950">
                  <c:v>24.55</c:v>
                </c:pt>
                <c:pt idx="2951">
                  <c:v>24.55</c:v>
                </c:pt>
                <c:pt idx="2952">
                  <c:v>24.6</c:v>
                </c:pt>
                <c:pt idx="2953">
                  <c:v>24.6</c:v>
                </c:pt>
                <c:pt idx="2954">
                  <c:v>24.6</c:v>
                </c:pt>
                <c:pt idx="2955">
                  <c:v>24.6</c:v>
                </c:pt>
                <c:pt idx="2956">
                  <c:v>24.6</c:v>
                </c:pt>
                <c:pt idx="2957">
                  <c:v>24.65</c:v>
                </c:pt>
                <c:pt idx="2958">
                  <c:v>24.65</c:v>
                </c:pt>
                <c:pt idx="2959">
                  <c:v>24.65</c:v>
                </c:pt>
                <c:pt idx="2960">
                  <c:v>24.7</c:v>
                </c:pt>
                <c:pt idx="2961">
                  <c:v>24.7</c:v>
                </c:pt>
                <c:pt idx="2962">
                  <c:v>24.7</c:v>
                </c:pt>
                <c:pt idx="2963">
                  <c:v>24.7</c:v>
                </c:pt>
                <c:pt idx="2964">
                  <c:v>24.7</c:v>
                </c:pt>
                <c:pt idx="2965">
                  <c:v>24.75</c:v>
                </c:pt>
                <c:pt idx="2966">
                  <c:v>24.75</c:v>
                </c:pt>
                <c:pt idx="2967">
                  <c:v>24.75</c:v>
                </c:pt>
                <c:pt idx="2968">
                  <c:v>24.8</c:v>
                </c:pt>
                <c:pt idx="2969">
                  <c:v>24.8</c:v>
                </c:pt>
                <c:pt idx="2970">
                  <c:v>24.85</c:v>
                </c:pt>
                <c:pt idx="2971">
                  <c:v>24.85</c:v>
                </c:pt>
                <c:pt idx="2972">
                  <c:v>24.85</c:v>
                </c:pt>
                <c:pt idx="2973">
                  <c:v>24.8</c:v>
                </c:pt>
                <c:pt idx="2974">
                  <c:v>24.75</c:v>
                </c:pt>
                <c:pt idx="2975">
                  <c:v>24.7</c:v>
                </c:pt>
                <c:pt idx="2976">
                  <c:v>24.7</c:v>
                </c:pt>
                <c:pt idx="2977">
                  <c:v>24.65</c:v>
                </c:pt>
                <c:pt idx="2978">
                  <c:v>24.6</c:v>
                </c:pt>
                <c:pt idx="2979">
                  <c:v>24.6</c:v>
                </c:pt>
                <c:pt idx="2980">
                  <c:v>24.6</c:v>
                </c:pt>
                <c:pt idx="2981">
                  <c:v>24.6</c:v>
                </c:pt>
                <c:pt idx="2982">
                  <c:v>24.6</c:v>
                </c:pt>
                <c:pt idx="2983">
                  <c:v>24.6</c:v>
                </c:pt>
                <c:pt idx="2984">
                  <c:v>24.6</c:v>
                </c:pt>
                <c:pt idx="2985">
                  <c:v>24.6</c:v>
                </c:pt>
                <c:pt idx="2986">
                  <c:v>24.6</c:v>
                </c:pt>
                <c:pt idx="2987">
                  <c:v>24.6</c:v>
                </c:pt>
                <c:pt idx="2988">
                  <c:v>24.6</c:v>
                </c:pt>
                <c:pt idx="2989">
                  <c:v>24.6</c:v>
                </c:pt>
                <c:pt idx="2990">
                  <c:v>24.65</c:v>
                </c:pt>
                <c:pt idx="2991">
                  <c:v>24.65</c:v>
                </c:pt>
                <c:pt idx="2992">
                  <c:v>24.65</c:v>
                </c:pt>
                <c:pt idx="2993">
                  <c:v>24.7</c:v>
                </c:pt>
                <c:pt idx="2994">
                  <c:v>24.7</c:v>
                </c:pt>
                <c:pt idx="2995">
                  <c:v>24.75</c:v>
                </c:pt>
                <c:pt idx="2996">
                  <c:v>24.75</c:v>
                </c:pt>
                <c:pt idx="2997">
                  <c:v>24.8</c:v>
                </c:pt>
                <c:pt idx="2998">
                  <c:v>24.8</c:v>
                </c:pt>
                <c:pt idx="2999">
                  <c:v>24.85</c:v>
                </c:pt>
                <c:pt idx="3000">
                  <c:v>24.85</c:v>
                </c:pt>
                <c:pt idx="3001">
                  <c:v>24.85</c:v>
                </c:pt>
                <c:pt idx="3002">
                  <c:v>24.85</c:v>
                </c:pt>
                <c:pt idx="3003">
                  <c:v>24.8</c:v>
                </c:pt>
                <c:pt idx="3004">
                  <c:v>24.8</c:v>
                </c:pt>
                <c:pt idx="3005">
                  <c:v>24.75</c:v>
                </c:pt>
                <c:pt idx="3006">
                  <c:v>24.7</c:v>
                </c:pt>
                <c:pt idx="3007">
                  <c:v>24.7</c:v>
                </c:pt>
                <c:pt idx="3008">
                  <c:v>24.65</c:v>
                </c:pt>
                <c:pt idx="3009">
                  <c:v>24.65</c:v>
                </c:pt>
                <c:pt idx="3010">
                  <c:v>24.6</c:v>
                </c:pt>
                <c:pt idx="3011">
                  <c:v>24.6</c:v>
                </c:pt>
                <c:pt idx="3012">
                  <c:v>24.6</c:v>
                </c:pt>
                <c:pt idx="3013">
                  <c:v>24.6</c:v>
                </c:pt>
                <c:pt idx="3014">
                  <c:v>24.6</c:v>
                </c:pt>
                <c:pt idx="3015">
                  <c:v>24.6</c:v>
                </c:pt>
                <c:pt idx="3016">
                  <c:v>24.6</c:v>
                </c:pt>
                <c:pt idx="3017">
                  <c:v>24.6</c:v>
                </c:pt>
                <c:pt idx="3018">
                  <c:v>24.6</c:v>
                </c:pt>
                <c:pt idx="3019">
                  <c:v>24.65</c:v>
                </c:pt>
                <c:pt idx="3020">
                  <c:v>24.65</c:v>
                </c:pt>
                <c:pt idx="3021">
                  <c:v>24.7</c:v>
                </c:pt>
                <c:pt idx="3022">
                  <c:v>24.7</c:v>
                </c:pt>
                <c:pt idx="3023">
                  <c:v>24.7</c:v>
                </c:pt>
                <c:pt idx="3024">
                  <c:v>24.75</c:v>
                </c:pt>
                <c:pt idx="3025">
                  <c:v>24.75</c:v>
                </c:pt>
                <c:pt idx="3026">
                  <c:v>24.8</c:v>
                </c:pt>
                <c:pt idx="3027">
                  <c:v>24.8</c:v>
                </c:pt>
                <c:pt idx="3028">
                  <c:v>24.85</c:v>
                </c:pt>
                <c:pt idx="3029">
                  <c:v>24.85</c:v>
                </c:pt>
                <c:pt idx="3030">
                  <c:v>24.85</c:v>
                </c:pt>
                <c:pt idx="3031">
                  <c:v>24.85</c:v>
                </c:pt>
                <c:pt idx="3032">
                  <c:v>24.85</c:v>
                </c:pt>
                <c:pt idx="3033">
                  <c:v>24.8</c:v>
                </c:pt>
                <c:pt idx="3034">
                  <c:v>24.75</c:v>
                </c:pt>
                <c:pt idx="3035">
                  <c:v>24.7</c:v>
                </c:pt>
                <c:pt idx="3036">
                  <c:v>24.7</c:v>
                </c:pt>
                <c:pt idx="3037">
                  <c:v>24.65</c:v>
                </c:pt>
                <c:pt idx="3038">
                  <c:v>24.6</c:v>
                </c:pt>
                <c:pt idx="3039">
                  <c:v>24.6</c:v>
                </c:pt>
                <c:pt idx="3040">
                  <c:v>24.6</c:v>
                </c:pt>
                <c:pt idx="3041">
                  <c:v>24.6</c:v>
                </c:pt>
                <c:pt idx="3042">
                  <c:v>24.6</c:v>
                </c:pt>
                <c:pt idx="3043">
                  <c:v>24.6</c:v>
                </c:pt>
                <c:pt idx="3044">
                  <c:v>24.6</c:v>
                </c:pt>
                <c:pt idx="3045">
                  <c:v>24.6</c:v>
                </c:pt>
                <c:pt idx="3046">
                  <c:v>24.6</c:v>
                </c:pt>
                <c:pt idx="3047">
                  <c:v>24.6</c:v>
                </c:pt>
                <c:pt idx="3048">
                  <c:v>24.65</c:v>
                </c:pt>
                <c:pt idx="3049">
                  <c:v>24.65</c:v>
                </c:pt>
                <c:pt idx="3050">
                  <c:v>24.7</c:v>
                </c:pt>
                <c:pt idx="3051">
                  <c:v>24.7</c:v>
                </c:pt>
                <c:pt idx="3052">
                  <c:v>24.75</c:v>
                </c:pt>
                <c:pt idx="3053">
                  <c:v>24.75</c:v>
                </c:pt>
                <c:pt idx="3054">
                  <c:v>24.8</c:v>
                </c:pt>
                <c:pt idx="3055">
                  <c:v>24.8</c:v>
                </c:pt>
                <c:pt idx="3056">
                  <c:v>24.85</c:v>
                </c:pt>
                <c:pt idx="3057">
                  <c:v>24.85</c:v>
                </c:pt>
                <c:pt idx="3058">
                  <c:v>24.9</c:v>
                </c:pt>
                <c:pt idx="3059">
                  <c:v>24.95</c:v>
                </c:pt>
                <c:pt idx="3060">
                  <c:v>24.95</c:v>
                </c:pt>
                <c:pt idx="3061">
                  <c:v>24.95</c:v>
                </c:pt>
                <c:pt idx="3062">
                  <c:v>24.9</c:v>
                </c:pt>
                <c:pt idx="3063">
                  <c:v>24.9</c:v>
                </c:pt>
                <c:pt idx="3064">
                  <c:v>24.85</c:v>
                </c:pt>
                <c:pt idx="3065">
                  <c:v>24.8</c:v>
                </c:pt>
                <c:pt idx="3066">
                  <c:v>24.75</c:v>
                </c:pt>
                <c:pt idx="3067">
                  <c:v>24.7</c:v>
                </c:pt>
                <c:pt idx="3068">
                  <c:v>24.65</c:v>
                </c:pt>
                <c:pt idx="3069">
                  <c:v>24.6</c:v>
                </c:pt>
                <c:pt idx="3070">
                  <c:v>24.6</c:v>
                </c:pt>
                <c:pt idx="3071">
                  <c:v>24.6</c:v>
                </c:pt>
                <c:pt idx="3072">
                  <c:v>24.6</c:v>
                </c:pt>
                <c:pt idx="3073">
                  <c:v>24.65</c:v>
                </c:pt>
                <c:pt idx="3074">
                  <c:v>24.65</c:v>
                </c:pt>
                <c:pt idx="3075">
                  <c:v>24.65</c:v>
                </c:pt>
                <c:pt idx="3076">
                  <c:v>24.65</c:v>
                </c:pt>
                <c:pt idx="3077">
                  <c:v>24.65</c:v>
                </c:pt>
                <c:pt idx="3078">
                  <c:v>24.7</c:v>
                </c:pt>
                <c:pt idx="3079">
                  <c:v>24.7</c:v>
                </c:pt>
                <c:pt idx="3080">
                  <c:v>24.7</c:v>
                </c:pt>
                <c:pt idx="3081">
                  <c:v>24.7</c:v>
                </c:pt>
                <c:pt idx="3082">
                  <c:v>24.75</c:v>
                </c:pt>
                <c:pt idx="3083">
                  <c:v>24.75</c:v>
                </c:pt>
                <c:pt idx="3084">
                  <c:v>24.8</c:v>
                </c:pt>
                <c:pt idx="3085">
                  <c:v>24.8</c:v>
                </c:pt>
                <c:pt idx="3086">
                  <c:v>24.85</c:v>
                </c:pt>
                <c:pt idx="3087">
                  <c:v>24.85</c:v>
                </c:pt>
                <c:pt idx="3088">
                  <c:v>24.9</c:v>
                </c:pt>
                <c:pt idx="3089">
                  <c:v>24.9</c:v>
                </c:pt>
                <c:pt idx="3090">
                  <c:v>24.9</c:v>
                </c:pt>
                <c:pt idx="3091">
                  <c:v>24.9</c:v>
                </c:pt>
                <c:pt idx="3092">
                  <c:v>24.85</c:v>
                </c:pt>
                <c:pt idx="3093">
                  <c:v>24.85</c:v>
                </c:pt>
                <c:pt idx="3094">
                  <c:v>24.8</c:v>
                </c:pt>
                <c:pt idx="3095">
                  <c:v>24.75</c:v>
                </c:pt>
                <c:pt idx="3096">
                  <c:v>24.7</c:v>
                </c:pt>
                <c:pt idx="3097">
                  <c:v>24.65</c:v>
                </c:pt>
                <c:pt idx="3098">
                  <c:v>24.65</c:v>
                </c:pt>
                <c:pt idx="3099">
                  <c:v>24.6</c:v>
                </c:pt>
                <c:pt idx="3100">
                  <c:v>24.6</c:v>
                </c:pt>
                <c:pt idx="3101">
                  <c:v>24.6</c:v>
                </c:pt>
                <c:pt idx="3102">
                  <c:v>24.6</c:v>
                </c:pt>
                <c:pt idx="3103">
                  <c:v>24.6</c:v>
                </c:pt>
                <c:pt idx="3104">
                  <c:v>24.6</c:v>
                </c:pt>
                <c:pt idx="3105">
                  <c:v>24.6</c:v>
                </c:pt>
                <c:pt idx="3106">
                  <c:v>24.65</c:v>
                </c:pt>
                <c:pt idx="3107">
                  <c:v>24.65</c:v>
                </c:pt>
                <c:pt idx="3108">
                  <c:v>24.65</c:v>
                </c:pt>
                <c:pt idx="3109">
                  <c:v>24.65</c:v>
                </c:pt>
                <c:pt idx="3110">
                  <c:v>24.7</c:v>
                </c:pt>
                <c:pt idx="3111">
                  <c:v>24.7</c:v>
                </c:pt>
                <c:pt idx="3112">
                  <c:v>24.75</c:v>
                </c:pt>
                <c:pt idx="3113">
                  <c:v>24.75</c:v>
                </c:pt>
                <c:pt idx="3114">
                  <c:v>24.8</c:v>
                </c:pt>
                <c:pt idx="3115">
                  <c:v>24.8</c:v>
                </c:pt>
                <c:pt idx="3116">
                  <c:v>24.8</c:v>
                </c:pt>
                <c:pt idx="3117">
                  <c:v>24.85</c:v>
                </c:pt>
                <c:pt idx="3118">
                  <c:v>24.85</c:v>
                </c:pt>
                <c:pt idx="3119">
                  <c:v>24.85</c:v>
                </c:pt>
                <c:pt idx="3120">
                  <c:v>24.9</c:v>
                </c:pt>
                <c:pt idx="3121">
                  <c:v>24.85</c:v>
                </c:pt>
                <c:pt idx="3122">
                  <c:v>24.85</c:v>
                </c:pt>
                <c:pt idx="3123">
                  <c:v>24.8</c:v>
                </c:pt>
                <c:pt idx="3124">
                  <c:v>24.75</c:v>
                </c:pt>
                <c:pt idx="3125">
                  <c:v>24.7</c:v>
                </c:pt>
                <c:pt idx="3126">
                  <c:v>24.65</c:v>
                </c:pt>
                <c:pt idx="3127">
                  <c:v>24.6</c:v>
                </c:pt>
                <c:pt idx="3128">
                  <c:v>24.6</c:v>
                </c:pt>
                <c:pt idx="3129">
                  <c:v>24.6</c:v>
                </c:pt>
                <c:pt idx="3130">
                  <c:v>24.6</c:v>
                </c:pt>
                <c:pt idx="3131">
                  <c:v>24.55</c:v>
                </c:pt>
                <c:pt idx="3132">
                  <c:v>24.55</c:v>
                </c:pt>
                <c:pt idx="3133">
                  <c:v>24.55</c:v>
                </c:pt>
                <c:pt idx="3134">
                  <c:v>24.55</c:v>
                </c:pt>
                <c:pt idx="3135">
                  <c:v>24.55</c:v>
                </c:pt>
                <c:pt idx="3136">
                  <c:v>24.6</c:v>
                </c:pt>
                <c:pt idx="3137">
                  <c:v>24.6</c:v>
                </c:pt>
                <c:pt idx="3138">
                  <c:v>24.6</c:v>
                </c:pt>
                <c:pt idx="3139">
                  <c:v>24.65</c:v>
                </c:pt>
                <c:pt idx="3140">
                  <c:v>24.65</c:v>
                </c:pt>
                <c:pt idx="3141">
                  <c:v>24.7</c:v>
                </c:pt>
                <c:pt idx="3142">
                  <c:v>24.7</c:v>
                </c:pt>
                <c:pt idx="3143">
                  <c:v>24.7</c:v>
                </c:pt>
                <c:pt idx="3144">
                  <c:v>24.75</c:v>
                </c:pt>
                <c:pt idx="3145">
                  <c:v>24.75</c:v>
                </c:pt>
                <c:pt idx="3146">
                  <c:v>24.8</c:v>
                </c:pt>
                <c:pt idx="3147">
                  <c:v>24.8</c:v>
                </c:pt>
                <c:pt idx="3148">
                  <c:v>24.85</c:v>
                </c:pt>
                <c:pt idx="3149">
                  <c:v>24.85</c:v>
                </c:pt>
                <c:pt idx="3150">
                  <c:v>24.85</c:v>
                </c:pt>
                <c:pt idx="3151">
                  <c:v>24.85</c:v>
                </c:pt>
                <c:pt idx="3152">
                  <c:v>24.85</c:v>
                </c:pt>
                <c:pt idx="3153">
                  <c:v>24.8</c:v>
                </c:pt>
                <c:pt idx="3154">
                  <c:v>24.8</c:v>
                </c:pt>
                <c:pt idx="3155">
                  <c:v>24.7</c:v>
                </c:pt>
                <c:pt idx="3156">
                  <c:v>24.7</c:v>
                </c:pt>
                <c:pt idx="3157">
                  <c:v>24.65</c:v>
                </c:pt>
                <c:pt idx="3158">
                  <c:v>24.65</c:v>
                </c:pt>
                <c:pt idx="3159">
                  <c:v>24.6</c:v>
                </c:pt>
                <c:pt idx="3160">
                  <c:v>24.6</c:v>
                </c:pt>
                <c:pt idx="3161">
                  <c:v>24.6</c:v>
                </c:pt>
                <c:pt idx="3162">
                  <c:v>24.6</c:v>
                </c:pt>
                <c:pt idx="3163">
                  <c:v>24.6</c:v>
                </c:pt>
                <c:pt idx="3164">
                  <c:v>24.6</c:v>
                </c:pt>
                <c:pt idx="3165">
                  <c:v>24.65</c:v>
                </c:pt>
                <c:pt idx="3166">
                  <c:v>24.65</c:v>
                </c:pt>
                <c:pt idx="3167">
                  <c:v>24.65</c:v>
                </c:pt>
                <c:pt idx="3168">
                  <c:v>24.65</c:v>
                </c:pt>
                <c:pt idx="3169">
                  <c:v>24.7</c:v>
                </c:pt>
                <c:pt idx="3170">
                  <c:v>24.7</c:v>
                </c:pt>
                <c:pt idx="3171">
                  <c:v>24.75</c:v>
                </c:pt>
                <c:pt idx="3172">
                  <c:v>24.75</c:v>
                </c:pt>
                <c:pt idx="3173">
                  <c:v>24.8</c:v>
                </c:pt>
                <c:pt idx="3174">
                  <c:v>24.8</c:v>
                </c:pt>
                <c:pt idx="3175">
                  <c:v>24.85</c:v>
                </c:pt>
                <c:pt idx="3176">
                  <c:v>24.85</c:v>
                </c:pt>
                <c:pt idx="3177">
                  <c:v>24.85</c:v>
                </c:pt>
                <c:pt idx="3178">
                  <c:v>24.85</c:v>
                </c:pt>
                <c:pt idx="3179">
                  <c:v>24.9</c:v>
                </c:pt>
                <c:pt idx="3180">
                  <c:v>24.9</c:v>
                </c:pt>
                <c:pt idx="3181">
                  <c:v>24.85</c:v>
                </c:pt>
                <c:pt idx="3182">
                  <c:v>24.85</c:v>
                </c:pt>
                <c:pt idx="3183">
                  <c:v>24.8</c:v>
                </c:pt>
                <c:pt idx="3184">
                  <c:v>24.7</c:v>
                </c:pt>
                <c:pt idx="3185">
                  <c:v>24.7</c:v>
                </c:pt>
                <c:pt idx="3186">
                  <c:v>24.65</c:v>
                </c:pt>
                <c:pt idx="3187">
                  <c:v>24.6</c:v>
                </c:pt>
                <c:pt idx="3188">
                  <c:v>24.6</c:v>
                </c:pt>
                <c:pt idx="3189">
                  <c:v>24.6</c:v>
                </c:pt>
                <c:pt idx="3190">
                  <c:v>24.6</c:v>
                </c:pt>
                <c:pt idx="3191">
                  <c:v>24.55</c:v>
                </c:pt>
                <c:pt idx="3192">
                  <c:v>24.55</c:v>
                </c:pt>
                <c:pt idx="3193">
                  <c:v>24.55</c:v>
                </c:pt>
                <c:pt idx="3194">
                  <c:v>24.6</c:v>
                </c:pt>
                <c:pt idx="3195">
                  <c:v>24.6</c:v>
                </c:pt>
                <c:pt idx="3196">
                  <c:v>24.6</c:v>
                </c:pt>
                <c:pt idx="3197">
                  <c:v>24.6</c:v>
                </c:pt>
                <c:pt idx="3198">
                  <c:v>24.65</c:v>
                </c:pt>
                <c:pt idx="3199">
                  <c:v>24.65</c:v>
                </c:pt>
                <c:pt idx="3200">
                  <c:v>24.7</c:v>
                </c:pt>
                <c:pt idx="3201">
                  <c:v>24.75</c:v>
                </c:pt>
                <c:pt idx="3202">
                  <c:v>24.75</c:v>
                </c:pt>
                <c:pt idx="3203">
                  <c:v>24.75</c:v>
                </c:pt>
                <c:pt idx="3204">
                  <c:v>24.8</c:v>
                </c:pt>
                <c:pt idx="3205">
                  <c:v>24.8</c:v>
                </c:pt>
                <c:pt idx="3206">
                  <c:v>24.85</c:v>
                </c:pt>
                <c:pt idx="3207">
                  <c:v>24.85</c:v>
                </c:pt>
                <c:pt idx="3208">
                  <c:v>24.85</c:v>
                </c:pt>
                <c:pt idx="3209">
                  <c:v>24.9</c:v>
                </c:pt>
                <c:pt idx="3210">
                  <c:v>24.9</c:v>
                </c:pt>
                <c:pt idx="3211">
                  <c:v>24.9</c:v>
                </c:pt>
                <c:pt idx="3212">
                  <c:v>24.9</c:v>
                </c:pt>
                <c:pt idx="3213">
                  <c:v>24.8</c:v>
                </c:pt>
                <c:pt idx="3214">
                  <c:v>24.75</c:v>
                </c:pt>
                <c:pt idx="3215">
                  <c:v>24.7</c:v>
                </c:pt>
                <c:pt idx="3216">
                  <c:v>24.65</c:v>
                </c:pt>
                <c:pt idx="3217">
                  <c:v>24.6</c:v>
                </c:pt>
                <c:pt idx="3218">
                  <c:v>24.6</c:v>
                </c:pt>
                <c:pt idx="3219">
                  <c:v>24.55</c:v>
                </c:pt>
                <c:pt idx="3220">
                  <c:v>24.55</c:v>
                </c:pt>
                <c:pt idx="3221">
                  <c:v>24.55</c:v>
                </c:pt>
                <c:pt idx="3222">
                  <c:v>24.6</c:v>
                </c:pt>
                <c:pt idx="3223">
                  <c:v>24.6</c:v>
                </c:pt>
                <c:pt idx="3224">
                  <c:v>24.6</c:v>
                </c:pt>
                <c:pt idx="3225">
                  <c:v>24.6</c:v>
                </c:pt>
                <c:pt idx="3226">
                  <c:v>24.65</c:v>
                </c:pt>
                <c:pt idx="3227">
                  <c:v>24.65</c:v>
                </c:pt>
                <c:pt idx="3228">
                  <c:v>24.7</c:v>
                </c:pt>
                <c:pt idx="3229">
                  <c:v>24.7</c:v>
                </c:pt>
                <c:pt idx="3230">
                  <c:v>24.7</c:v>
                </c:pt>
                <c:pt idx="3231">
                  <c:v>24.75</c:v>
                </c:pt>
                <c:pt idx="3232">
                  <c:v>24.75</c:v>
                </c:pt>
                <c:pt idx="3233">
                  <c:v>24.8</c:v>
                </c:pt>
                <c:pt idx="3234">
                  <c:v>24.8</c:v>
                </c:pt>
                <c:pt idx="3235">
                  <c:v>24.85</c:v>
                </c:pt>
                <c:pt idx="3236">
                  <c:v>24.85</c:v>
                </c:pt>
                <c:pt idx="3237">
                  <c:v>24.9</c:v>
                </c:pt>
                <c:pt idx="3238">
                  <c:v>24.9</c:v>
                </c:pt>
                <c:pt idx="3239">
                  <c:v>24.9</c:v>
                </c:pt>
                <c:pt idx="3240">
                  <c:v>24.9</c:v>
                </c:pt>
                <c:pt idx="3241">
                  <c:v>24.9</c:v>
                </c:pt>
                <c:pt idx="3242">
                  <c:v>24.85</c:v>
                </c:pt>
                <c:pt idx="3243">
                  <c:v>24.85</c:v>
                </c:pt>
                <c:pt idx="3244">
                  <c:v>24.8</c:v>
                </c:pt>
                <c:pt idx="3245">
                  <c:v>24.75</c:v>
                </c:pt>
                <c:pt idx="3246">
                  <c:v>24.7</c:v>
                </c:pt>
                <c:pt idx="3247">
                  <c:v>24.65</c:v>
                </c:pt>
                <c:pt idx="3248">
                  <c:v>24.6</c:v>
                </c:pt>
                <c:pt idx="3249">
                  <c:v>24.6</c:v>
                </c:pt>
                <c:pt idx="3250">
                  <c:v>24.6</c:v>
                </c:pt>
                <c:pt idx="3251">
                  <c:v>24.6</c:v>
                </c:pt>
                <c:pt idx="3252">
                  <c:v>24.6</c:v>
                </c:pt>
                <c:pt idx="3253">
                  <c:v>24.6</c:v>
                </c:pt>
                <c:pt idx="3254">
                  <c:v>24.6</c:v>
                </c:pt>
                <c:pt idx="3255">
                  <c:v>24.6</c:v>
                </c:pt>
                <c:pt idx="3256">
                  <c:v>24.6</c:v>
                </c:pt>
                <c:pt idx="3257">
                  <c:v>24.6</c:v>
                </c:pt>
                <c:pt idx="3258">
                  <c:v>24.6</c:v>
                </c:pt>
                <c:pt idx="3259">
                  <c:v>24.65</c:v>
                </c:pt>
                <c:pt idx="3260">
                  <c:v>24.7</c:v>
                </c:pt>
                <c:pt idx="3261">
                  <c:v>24.7</c:v>
                </c:pt>
                <c:pt idx="3262">
                  <c:v>24.7</c:v>
                </c:pt>
                <c:pt idx="3263">
                  <c:v>24.75</c:v>
                </c:pt>
                <c:pt idx="3264">
                  <c:v>24.75</c:v>
                </c:pt>
                <c:pt idx="3265">
                  <c:v>24.8</c:v>
                </c:pt>
                <c:pt idx="3266">
                  <c:v>24.8</c:v>
                </c:pt>
                <c:pt idx="3267">
                  <c:v>24.85</c:v>
                </c:pt>
                <c:pt idx="3268">
                  <c:v>24.9</c:v>
                </c:pt>
                <c:pt idx="3269">
                  <c:v>24.95</c:v>
                </c:pt>
                <c:pt idx="3270">
                  <c:v>24.95</c:v>
                </c:pt>
                <c:pt idx="3271">
                  <c:v>24.95</c:v>
                </c:pt>
                <c:pt idx="3272">
                  <c:v>24.9</c:v>
                </c:pt>
                <c:pt idx="3273">
                  <c:v>24.85</c:v>
                </c:pt>
                <c:pt idx="3274">
                  <c:v>24.8</c:v>
                </c:pt>
                <c:pt idx="3275">
                  <c:v>24.75</c:v>
                </c:pt>
                <c:pt idx="3276">
                  <c:v>24.75</c:v>
                </c:pt>
                <c:pt idx="3277">
                  <c:v>24.7</c:v>
                </c:pt>
                <c:pt idx="3278">
                  <c:v>24.65</c:v>
                </c:pt>
                <c:pt idx="3279">
                  <c:v>24.6</c:v>
                </c:pt>
                <c:pt idx="3280">
                  <c:v>24.6</c:v>
                </c:pt>
                <c:pt idx="3281">
                  <c:v>24.6</c:v>
                </c:pt>
                <c:pt idx="3282">
                  <c:v>24.6</c:v>
                </c:pt>
                <c:pt idx="3283">
                  <c:v>24.6</c:v>
                </c:pt>
                <c:pt idx="3284">
                  <c:v>24.6</c:v>
                </c:pt>
                <c:pt idx="3285">
                  <c:v>24.6</c:v>
                </c:pt>
                <c:pt idx="3286">
                  <c:v>24.6</c:v>
                </c:pt>
                <c:pt idx="3287">
                  <c:v>24.65</c:v>
                </c:pt>
                <c:pt idx="3288">
                  <c:v>24.65</c:v>
                </c:pt>
                <c:pt idx="3289">
                  <c:v>24.7</c:v>
                </c:pt>
                <c:pt idx="3290">
                  <c:v>24.7</c:v>
                </c:pt>
                <c:pt idx="3291">
                  <c:v>24.7</c:v>
                </c:pt>
                <c:pt idx="3292">
                  <c:v>24.75</c:v>
                </c:pt>
                <c:pt idx="3293">
                  <c:v>24.75</c:v>
                </c:pt>
                <c:pt idx="3294">
                  <c:v>24.8</c:v>
                </c:pt>
                <c:pt idx="3295">
                  <c:v>24.8</c:v>
                </c:pt>
                <c:pt idx="3296">
                  <c:v>24.85</c:v>
                </c:pt>
                <c:pt idx="3297">
                  <c:v>24.85</c:v>
                </c:pt>
                <c:pt idx="3298">
                  <c:v>24.85</c:v>
                </c:pt>
                <c:pt idx="3299">
                  <c:v>24.9</c:v>
                </c:pt>
                <c:pt idx="3300">
                  <c:v>24.9</c:v>
                </c:pt>
                <c:pt idx="3301">
                  <c:v>24.9</c:v>
                </c:pt>
                <c:pt idx="3302">
                  <c:v>24.85</c:v>
                </c:pt>
                <c:pt idx="3303">
                  <c:v>24.85</c:v>
                </c:pt>
                <c:pt idx="3304">
                  <c:v>24.75</c:v>
                </c:pt>
                <c:pt idx="3305">
                  <c:v>24.7</c:v>
                </c:pt>
                <c:pt idx="3306">
                  <c:v>24.65</c:v>
                </c:pt>
                <c:pt idx="3307">
                  <c:v>24.6</c:v>
                </c:pt>
                <c:pt idx="3308">
                  <c:v>24.55</c:v>
                </c:pt>
                <c:pt idx="3309">
                  <c:v>24.55</c:v>
                </c:pt>
                <c:pt idx="3310">
                  <c:v>24.55</c:v>
                </c:pt>
                <c:pt idx="3311">
                  <c:v>24.55</c:v>
                </c:pt>
                <c:pt idx="3312">
                  <c:v>24.55</c:v>
                </c:pt>
                <c:pt idx="3313">
                  <c:v>24.55</c:v>
                </c:pt>
                <c:pt idx="3314">
                  <c:v>24.55</c:v>
                </c:pt>
                <c:pt idx="3315">
                  <c:v>24.55</c:v>
                </c:pt>
                <c:pt idx="3316">
                  <c:v>24.55</c:v>
                </c:pt>
                <c:pt idx="3317">
                  <c:v>24.6</c:v>
                </c:pt>
                <c:pt idx="3318">
                  <c:v>24.6</c:v>
                </c:pt>
                <c:pt idx="3319">
                  <c:v>24.65</c:v>
                </c:pt>
                <c:pt idx="3320">
                  <c:v>24.65</c:v>
                </c:pt>
                <c:pt idx="3321">
                  <c:v>24.65</c:v>
                </c:pt>
                <c:pt idx="3322">
                  <c:v>24.7</c:v>
                </c:pt>
                <c:pt idx="3323">
                  <c:v>24.7</c:v>
                </c:pt>
                <c:pt idx="3324">
                  <c:v>24.75</c:v>
                </c:pt>
                <c:pt idx="3325">
                  <c:v>24.75</c:v>
                </c:pt>
                <c:pt idx="3326">
                  <c:v>24.8</c:v>
                </c:pt>
                <c:pt idx="3327">
                  <c:v>24.8</c:v>
                </c:pt>
                <c:pt idx="3328">
                  <c:v>24.8</c:v>
                </c:pt>
                <c:pt idx="3329">
                  <c:v>24.85</c:v>
                </c:pt>
                <c:pt idx="3330">
                  <c:v>24.9</c:v>
                </c:pt>
                <c:pt idx="3331">
                  <c:v>24.85</c:v>
                </c:pt>
                <c:pt idx="3332">
                  <c:v>24.85</c:v>
                </c:pt>
                <c:pt idx="3333">
                  <c:v>24.8</c:v>
                </c:pt>
                <c:pt idx="3334">
                  <c:v>24.75</c:v>
                </c:pt>
                <c:pt idx="3335">
                  <c:v>24.7</c:v>
                </c:pt>
                <c:pt idx="3336">
                  <c:v>24.7</c:v>
                </c:pt>
                <c:pt idx="3337">
                  <c:v>24.65</c:v>
                </c:pt>
                <c:pt idx="3338">
                  <c:v>24.65</c:v>
                </c:pt>
                <c:pt idx="3339">
                  <c:v>24.6</c:v>
                </c:pt>
                <c:pt idx="3340">
                  <c:v>24.6</c:v>
                </c:pt>
                <c:pt idx="3341">
                  <c:v>24.6</c:v>
                </c:pt>
                <c:pt idx="3342">
                  <c:v>24.6</c:v>
                </c:pt>
                <c:pt idx="3343">
                  <c:v>24.6</c:v>
                </c:pt>
                <c:pt idx="3344">
                  <c:v>24.6</c:v>
                </c:pt>
                <c:pt idx="3345">
                  <c:v>24.6</c:v>
                </c:pt>
                <c:pt idx="3346">
                  <c:v>24.6</c:v>
                </c:pt>
                <c:pt idx="3347">
                  <c:v>24.6</c:v>
                </c:pt>
                <c:pt idx="3348">
                  <c:v>24.65</c:v>
                </c:pt>
                <c:pt idx="3349">
                  <c:v>24.65</c:v>
                </c:pt>
                <c:pt idx="3350">
                  <c:v>24.65</c:v>
                </c:pt>
                <c:pt idx="3351">
                  <c:v>24.7</c:v>
                </c:pt>
                <c:pt idx="3352">
                  <c:v>24.7</c:v>
                </c:pt>
                <c:pt idx="3353">
                  <c:v>24.7</c:v>
                </c:pt>
                <c:pt idx="3354">
                  <c:v>24.75</c:v>
                </c:pt>
                <c:pt idx="3355">
                  <c:v>24.75</c:v>
                </c:pt>
                <c:pt idx="3356">
                  <c:v>24.8</c:v>
                </c:pt>
                <c:pt idx="3357">
                  <c:v>24.8</c:v>
                </c:pt>
                <c:pt idx="3358">
                  <c:v>24.85</c:v>
                </c:pt>
                <c:pt idx="3359">
                  <c:v>24.85</c:v>
                </c:pt>
                <c:pt idx="3360">
                  <c:v>24.9</c:v>
                </c:pt>
                <c:pt idx="3361">
                  <c:v>24.9</c:v>
                </c:pt>
                <c:pt idx="3362">
                  <c:v>24.85</c:v>
                </c:pt>
                <c:pt idx="3363">
                  <c:v>24.8</c:v>
                </c:pt>
                <c:pt idx="3364">
                  <c:v>24.75</c:v>
                </c:pt>
                <c:pt idx="3365">
                  <c:v>24.7</c:v>
                </c:pt>
                <c:pt idx="3366">
                  <c:v>24.65</c:v>
                </c:pt>
                <c:pt idx="3367">
                  <c:v>24.65</c:v>
                </c:pt>
                <c:pt idx="3368">
                  <c:v>24.6</c:v>
                </c:pt>
                <c:pt idx="3369">
                  <c:v>24.6</c:v>
                </c:pt>
                <c:pt idx="3370">
                  <c:v>24.6</c:v>
                </c:pt>
                <c:pt idx="3371">
                  <c:v>24.55</c:v>
                </c:pt>
                <c:pt idx="3372">
                  <c:v>24.55</c:v>
                </c:pt>
                <c:pt idx="3373">
                  <c:v>24.55</c:v>
                </c:pt>
                <c:pt idx="3374">
                  <c:v>24.55</c:v>
                </c:pt>
                <c:pt idx="3375">
                  <c:v>24.6</c:v>
                </c:pt>
                <c:pt idx="3376">
                  <c:v>24.6</c:v>
                </c:pt>
                <c:pt idx="3377">
                  <c:v>24.6</c:v>
                </c:pt>
                <c:pt idx="3378">
                  <c:v>24.65</c:v>
                </c:pt>
                <c:pt idx="3379">
                  <c:v>24.65</c:v>
                </c:pt>
                <c:pt idx="3380">
                  <c:v>24.65</c:v>
                </c:pt>
                <c:pt idx="3381">
                  <c:v>24.7</c:v>
                </c:pt>
                <c:pt idx="3382">
                  <c:v>24.7</c:v>
                </c:pt>
                <c:pt idx="3383">
                  <c:v>24.75</c:v>
                </c:pt>
                <c:pt idx="3384">
                  <c:v>24.75</c:v>
                </c:pt>
                <c:pt idx="3385">
                  <c:v>24.8</c:v>
                </c:pt>
                <c:pt idx="3386">
                  <c:v>24.8</c:v>
                </c:pt>
                <c:pt idx="3387">
                  <c:v>24.8</c:v>
                </c:pt>
                <c:pt idx="3388">
                  <c:v>24.85</c:v>
                </c:pt>
                <c:pt idx="3389">
                  <c:v>24.9</c:v>
                </c:pt>
                <c:pt idx="3390">
                  <c:v>24.9</c:v>
                </c:pt>
                <c:pt idx="3391">
                  <c:v>24.9</c:v>
                </c:pt>
                <c:pt idx="3392">
                  <c:v>24.85</c:v>
                </c:pt>
                <c:pt idx="3393">
                  <c:v>24.85</c:v>
                </c:pt>
                <c:pt idx="3394">
                  <c:v>24.8</c:v>
                </c:pt>
                <c:pt idx="3395">
                  <c:v>24.7</c:v>
                </c:pt>
                <c:pt idx="3396">
                  <c:v>24.7</c:v>
                </c:pt>
                <c:pt idx="3397">
                  <c:v>24.65</c:v>
                </c:pt>
                <c:pt idx="3398">
                  <c:v>24.65</c:v>
                </c:pt>
                <c:pt idx="3399">
                  <c:v>24.6</c:v>
                </c:pt>
                <c:pt idx="3400">
                  <c:v>24.65</c:v>
                </c:pt>
                <c:pt idx="3401">
                  <c:v>24.6</c:v>
                </c:pt>
                <c:pt idx="3402">
                  <c:v>24.6</c:v>
                </c:pt>
                <c:pt idx="3403">
                  <c:v>24.6</c:v>
                </c:pt>
                <c:pt idx="3404">
                  <c:v>24.65</c:v>
                </c:pt>
                <c:pt idx="3405">
                  <c:v>24.65</c:v>
                </c:pt>
                <c:pt idx="3406">
                  <c:v>24.65</c:v>
                </c:pt>
                <c:pt idx="3407">
                  <c:v>24.7</c:v>
                </c:pt>
                <c:pt idx="3408">
                  <c:v>24.7</c:v>
                </c:pt>
                <c:pt idx="3409">
                  <c:v>24.7</c:v>
                </c:pt>
                <c:pt idx="3410">
                  <c:v>24.75</c:v>
                </c:pt>
                <c:pt idx="3411">
                  <c:v>24.75</c:v>
                </c:pt>
                <c:pt idx="3412">
                  <c:v>24.75</c:v>
                </c:pt>
                <c:pt idx="3413">
                  <c:v>24.8</c:v>
                </c:pt>
                <c:pt idx="3414">
                  <c:v>24.8</c:v>
                </c:pt>
                <c:pt idx="3415">
                  <c:v>24.8</c:v>
                </c:pt>
                <c:pt idx="3416">
                  <c:v>24.85</c:v>
                </c:pt>
                <c:pt idx="3417">
                  <c:v>24.85</c:v>
                </c:pt>
                <c:pt idx="3418">
                  <c:v>24.9</c:v>
                </c:pt>
                <c:pt idx="3419">
                  <c:v>24.9</c:v>
                </c:pt>
                <c:pt idx="3420">
                  <c:v>24.9</c:v>
                </c:pt>
                <c:pt idx="3421">
                  <c:v>24.9</c:v>
                </c:pt>
                <c:pt idx="3422">
                  <c:v>24.85</c:v>
                </c:pt>
                <c:pt idx="3423">
                  <c:v>24.8</c:v>
                </c:pt>
                <c:pt idx="3424">
                  <c:v>24.75</c:v>
                </c:pt>
                <c:pt idx="3425">
                  <c:v>24.75</c:v>
                </c:pt>
                <c:pt idx="3426">
                  <c:v>24.7</c:v>
                </c:pt>
                <c:pt idx="3427">
                  <c:v>24.65</c:v>
                </c:pt>
                <c:pt idx="3428">
                  <c:v>24.65</c:v>
                </c:pt>
                <c:pt idx="3429">
                  <c:v>24.6</c:v>
                </c:pt>
                <c:pt idx="3430">
                  <c:v>24.55</c:v>
                </c:pt>
                <c:pt idx="3431">
                  <c:v>24.55</c:v>
                </c:pt>
                <c:pt idx="3432">
                  <c:v>24.6</c:v>
                </c:pt>
                <c:pt idx="3433">
                  <c:v>24.6</c:v>
                </c:pt>
                <c:pt idx="3434">
                  <c:v>24.6</c:v>
                </c:pt>
                <c:pt idx="3435">
                  <c:v>24.65</c:v>
                </c:pt>
                <c:pt idx="3436">
                  <c:v>24.65</c:v>
                </c:pt>
                <c:pt idx="3437">
                  <c:v>24.65</c:v>
                </c:pt>
                <c:pt idx="3438">
                  <c:v>24.7</c:v>
                </c:pt>
                <c:pt idx="3439">
                  <c:v>24.7</c:v>
                </c:pt>
                <c:pt idx="3440">
                  <c:v>24.75</c:v>
                </c:pt>
                <c:pt idx="3441">
                  <c:v>24.75</c:v>
                </c:pt>
                <c:pt idx="3442">
                  <c:v>24.75</c:v>
                </c:pt>
                <c:pt idx="3443">
                  <c:v>24.8</c:v>
                </c:pt>
                <c:pt idx="3444">
                  <c:v>24.85</c:v>
                </c:pt>
                <c:pt idx="3445">
                  <c:v>24.85</c:v>
                </c:pt>
                <c:pt idx="3446">
                  <c:v>24.85</c:v>
                </c:pt>
                <c:pt idx="3447">
                  <c:v>24.9</c:v>
                </c:pt>
                <c:pt idx="3448">
                  <c:v>24.9</c:v>
                </c:pt>
                <c:pt idx="3449">
                  <c:v>24.9</c:v>
                </c:pt>
                <c:pt idx="3450">
                  <c:v>24.9</c:v>
                </c:pt>
                <c:pt idx="3451">
                  <c:v>24.9</c:v>
                </c:pt>
                <c:pt idx="3452">
                  <c:v>24.9</c:v>
                </c:pt>
                <c:pt idx="3453">
                  <c:v>24.8</c:v>
                </c:pt>
                <c:pt idx="3454">
                  <c:v>24.8</c:v>
                </c:pt>
                <c:pt idx="3455">
                  <c:v>24.75</c:v>
                </c:pt>
                <c:pt idx="3456">
                  <c:v>24.75</c:v>
                </c:pt>
                <c:pt idx="3457">
                  <c:v>24.65</c:v>
                </c:pt>
                <c:pt idx="3458">
                  <c:v>24.65</c:v>
                </c:pt>
                <c:pt idx="3459">
                  <c:v>24.6</c:v>
                </c:pt>
                <c:pt idx="3460">
                  <c:v>24.6</c:v>
                </c:pt>
                <c:pt idx="3461">
                  <c:v>24.6</c:v>
                </c:pt>
                <c:pt idx="3462">
                  <c:v>24.6</c:v>
                </c:pt>
                <c:pt idx="3463">
                  <c:v>24.6</c:v>
                </c:pt>
                <c:pt idx="3464">
                  <c:v>24.65</c:v>
                </c:pt>
                <c:pt idx="3465">
                  <c:v>24.65</c:v>
                </c:pt>
                <c:pt idx="3466">
                  <c:v>24.65</c:v>
                </c:pt>
                <c:pt idx="3467">
                  <c:v>24.65</c:v>
                </c:pt>
                <c:pt idx="3468">
                  <c:v>24.7</c:v>
                </c:pt>
                <c:pt idx="3469">
                  <c:v>24.7</c:v>
                </c:pt>
                <c:pt idx="3470">
                  <c:v>24.75</c:v>
                </c:pt>
                <c:pt idx="3471">
                  <c:v>24.75</c:v>
                </c:pt>
                <c:pt idx="3472">
                  <c:v>24.8</c:v>
                </c:pt>
                <c:pt idx="3473">
                  <c:v>24.85</c:v>
                </c:pt>
                <c:pt idx="3474">
                  <c:v>24.85</c:v>
                </c:pt>
                <c:pt idx="3475">
                  <c:v>24.9</c:v>
                </c:pt>
                <c:pt idx="3476">
                  <c:v>24.9</c:v>
                </c:pt>
                <c:pt idx="3477">
                  <c:v>24.9</c:v>
                </c:pt>
                <c:pt idx="3478">
                  <c:v>24.95</c:v>
                </c:pt>
                <c:pt idx="3479">
                  <c:v>24.95</c:v>
                </c:pt>
                <c:pt idx="3480">
                  <c:v>24.95</c:v>
                </c:pt>
                <c:pt idx="3481">
                  <c:v>24.95</c:v>
                </c:pt>
                <c:pt idx="3482">
                  <c:v>24.9</c:v>
                </c:pt>
                <c:pt idx="3483">
                  <c:v>24.9</c:v>
                </c:pt>
                <c:pt idx="3484">
                  <c:v>24.85</c:v>
                </c:pt>
                <c:pt idx="3485">
                  <c:v>24.75</c:v>
                </c:pt>
                <c:pt idx="3486">
                  <c:v>24.75</c:v>
                </c:pt>
                <c:pt idx="3487">
                  <c:v>24.7</c:v>
                </c:pt>
                <c:pt idx="3488">
                  <c:v>24.65</c:v>
                </c:pt>
                <c:pt idx="3489">
                  <c:v>24.65</c:v>
                </c:pt>
                <c:pt idx="3490">
                  <c:v>24.6</c:v>
                </c:pt>
                <c:pt idx="3491">
                  <c:v>24.6</c:v>
                </c:pt>
                <c:pt idx="3492">
                  <c:v>24.6</c:v>
                </c:pt>
                <c:pt idx="3493">
                  <c:v>24.6</c:v>
                </c:pt>
                <c:pt idx="3494">
                  <c:v>24.6</c:v>
                </c:pt>
                <c:pt idx="3495">
                  <c:v>24.6</c:v>
                </c:pt>
                <c:pt idx="3496">
                  <c:v>24.65</c:v>
                </c:pt>
                <c:pt idx="3497">
                  <c:v>24.65</c:v>
                </c:pt>
                <c:pt idx="3498">
                  <c:v>24.65</c:v>
                </c:pt>
                <c:pt idx="3499">
                  <c:v>24.7</c:v>
                </c:pt>
                <c:pt idx="3500">
                  <c:v>24.75</c:v>
                </c:pt>
                <c:pt idx="3501">
                  <c:v>24.75</c:v>
                </c:pt>
                <c:pt idx="3502">
                  <c:v>24.8</c:v>
                </c:pt>
                <c:pt idx="3503">
                  <c:v>24.8</c:v>
                </c:pt>
                <c:pt idx="3504">
                  <c:v>24.85</c:v>
                </c:pt>
                <c:pt idx="3505">
                  <c:v>24.85</c:v>
                </c:pt>
                <c:pt idx="3506">
                  <c:v>24.9</c:v>
                </c:pt>
                <c:pt idx="3507">
                  <c:v>24.95</c:v>
                </c:pt>
                <c:pt idx="3508">
                  <c:v>24.95</c:v>
                </c:pt>
                <c:pt idx="3509">
                  <c:v>24.95</c:v>
                </c:pt>
                <c:pt idx="3510">
                  <c:v>25</c:v>
                </c:pt>
                <c:pt idx="3511">
                  <c:v>24.95</c:v>
                </c:pt>
                <c:pt idx="3512">
                  <c:v>24.95</c:v>
                </c:pt>
                <c:pt idx="3513">
                  <c:v>24.9</c:v>
                </c:pt>
                <c:pt idx="3514">
                  <c:v>24.85</c:v>
                </c:pt>
                <c:pt idx="3515">
                  <c:v>24.8</c:v>
                </c:pt>
                <c:pt idx="3516">
                  <c:v>24.75</c:v>
                </c:pt>
                <c:pt idx="3517">
                  <c:v>24.7</c:v>
                </c:pt>
                <c:pt idx="3518">
                  <c:v>24.65</c:v>
                </c:pt>
                <c:pt idx="3519">
                  <c:v>24.65</c:v>
                </c:pt>
                <c:pt idx="3520">
                  <c:v>24.65</c:v>
                </c:pt>
                <c:pt idx="3521">
                  <c:v>24.6</c:v>
                </c:pt>
                <c:pt idx="3522">
                  <c:v>24.65</c:v>
                </c:pt>
                <c:pt idx="3523">
                  <c:v>24.6</c:v>
                </c:pt>
                <c:pt idx="3524">
                  <c:v>24.65</c:v>
                </c:pt>
                <c:pt idx="3525">
                  <c:v>24.65</c:v>
                </c:pt>
                <c:pt idx="3526">
                  <c:v>24.65</c:v>
                </c:pt>
                <c:pt idx="3527">
                  <c:v>24.65</c:v>
                </c:pt>
                <c:pt idx="3528">
                  <c:v>24.7</c:v>
                </c:pt>
                <c:pt idx="3529">
                  <c:v>24.7</c:v>
                </c:pt>
                <c:pt idx="3530">
                  <c:v>24.7</c:v>
                </c:pt>
                <c:pt idx="3531">
                  <c:v>24.7</c:v>
                </c:pt>
                <c:pt idx="3532">
                  <c:v>24.75</c:v>
                </c:pt>
                <c:pt idx="3533">
                  <c:v>24.8</c:v>
                </c:pt>
                <c:pt idx="3534">
                  <c:v>24.8</c:v>
                </c:pt>
                <c:pt idx="3535">
                  <c:v>24.8</c:v>
                </c:pt>
                <c:pt idx="3536">
                  <c:v>24.85</c:v>
                </c:pt>
                <c:pt idx="3537">
                  <c:v>24.85</c:v>
                </c:pt>
                <c:pt idx="3538">
                  <c:v>24.9</c:v>
                </c:pt>
                <c:pt idx="3539">
                  <c:v>24.9</c:v>
                </c:pt>
                <c:pt idx="3540">
                  <c:v>24.95</c:v>
                </c:pt>
                <c:pt idx="3541">
                  <c:v>24.9</c:v>
                </c:pt>
                <c:pt idx="3542">
                  <c:v>24.85</c:v>
                </c:pt>
                <c:pt idx="3543">
                  <c:v>24.85</c:v>
                </c:pt>
                <c:pt idx="3544">
                  <c:v>24.8</c:v>
                </c:pt>
                <c:pt idx="3545">
                  <c:v>24.8</c:v>
                </c:pt>
                <c:pt idx="3546">
                  <c:v>24.7</c:v>
                </c:pt>
                <c:pt idx="3547">
                  <c:v>24.7</c:v>
                </c:pt>
                <c:pt idx="3548">
                  <c:v>24.65</c:v>
                </c:pt>
                <c:pt idx="3549">
                  <c:v>24.65</c:v>
                </c:pt>
                <c:pt idx="3550">
                  <c:v>24.6</c:v>
                </c:pt>
                <c:pt idx="3551">
                  <c:v>24.6</c:v>
                </c:pt>
                <c:pt idx="3552">
                  <c:v>24.6</c:v>
                </c:pt>
                <c:pt idx="3553">
                  <c:v>24.6</c:v>
                </c:pt>
                <c:pt idx="3554">
                  <c:v>24.6</c:v>
                </c:pt>
                <c:pt idx="3555">
                  <c:v>24.6</c:v>
                </c:pt>
                <c:pt idx="3556">
                  <c:v>24.6</c:v>
                </c:pt>
                <c:pt idx="3557">
                  <c:v>24.65</c:v>
                </c:pt>
                <c:pt idx="3558">
                  <c:v>24.7</c:v>
                </c:pt>
                <c:pt idx="3559">
                  <c:v>24.7</c:v>
                </c:pt>
                <c:pt idx="3560">
                  <c:v>24.7</c:v>
                </c:pt>
                <c:pt idx="3561">
                  <c:v>24.75</c:v>
                </c:pt>
                <c:pt idx="3562">
                  <c:v>24.8</c:v>
                </c:pt>
                <c:pt idx="3563">
                  <c:v>24.8</c:v>
                </c:pt>
                <c:pt idx="3564">
                  <c:v>24.85</c:v>
                </c:pt>
                <c:pt idx="3565">
                  <c:v>24.85</c:v>
                </c:pt>
                <c:pt idx="3566">
                  <c:v>24.9</c:v>
                </c:pt>
                <c:pt idx="3567">
                  <c:v>24.95</c:v>
                </c:pt>
                <c:pt idx="3568">
                  <c:v>24.95</c:v>
                </c:pt>
                <c:pt idx="3569">
                  <c:v>24.95</c:v>
                </c:pt>
                <c:pt idx="3570">
                  <c:v>24.95</c:v>
                </c:pt>
                <c:pt idx="3571">
                  <c:v>24.95</c:v>
                </c:pt>
                <c:pt idx="3572">
                  <c:v>24.95</c:v>
                </c:pt>
                <c:pt idx="3573">
                  <c:v>24.9</c:v>
                </c:pt>
                <c:pt idx="3574">
                  <c:v>24.85</c:v>
                </c:pt>
                <c:pt idx="3575">
                  <c:v>24.8</c:v>
                </c:pt>
                <c:pt idx="3576">
                  <c:v>24.7</c:v>
                </c:pt>
                <c:pt idx="3577">
                  <c:v>24.7</c:v>
                </c:pt>
                <c:pt idx="3578">
                  <c:v>24.65</c:v>
                </c:pt>
                <c:pt idx="3579">
                  <c:v>24.6</c:v>
                </c:pt>
                <c:pt idx="3580">
                  <c:v>24.6</c:v>
                </c:pt>
                <c:pt idx="3581">
                  <c:v>24.6</c:v>
                </c:pt>
                <c:pt idx="3582">
                  <c:v>24.6</c:v>
                </c:pt>
                <c:pt idx="3583">
                  <c:v>24.6</c:v>
                </c:pt>
                <c:pt idx="3584">
                  <c:v>24.65</c:v>
                </c:pt>
                <c:pt idx="3585">
                  <c:v>24.65</c:v>
                </c:pt>
                <c:pt idx="3586">
                  <c:v>24.65</c:v>
                </c:pt>
                <c:pt idx="3587">
                  <c:v>24.65</c:v>
                </c:pt>
                <c:pt idx="3588">
                  <c:v>24.7</c:v>
                </c:pt>
                <c:pt idx="3589">
                  <c:v>24.7</c:v>
                </c:pt>
                <c:pt idx="3590">
                  <c:v>24.7</c:v>
                </c:pt>
                <c:pt idx="3591">
                  <c:v>24.75</c:v>
                </c:pt>
                <c:pt idx="3592">
                  <c:v>24.8</c:v>
                </c:pt>
                <c:pt idx="3593">
                  <c:v>24.8</c:v>
                </c:pt>
                <c:pt idx="3594">
                  <c:v>24.85</c:v>
                </c:pt>
                <c:pt idx="3595">
                  <c:v>24.85</c:v>
                </c:pt>
                <c:pt idx="3596">
                  <c:v>24.9</c:v>
                </c:pt>
                <c:pt idx="3597">
                  <c:v>24.95</c:v>
                </c:pt>
                <c:pt idx="3598">
                  <c:v>24.95</c:v>
                </c:pt>
                <c:pt idx="3599">
                  <c:v>24.95</c:v>
                </c:pt>
                <c:pt idx="3600">
                  <c:v>24.95</c:v>
                </c:pt>
                <c:pt idx="3601">
                  <c:v>24.95</c:v>
                </c:pt>
                <c:pt idx="3602">
                  <c:v>24.95</c:v>
                </c:pt>
                <c:pt idx="3603">
                  <c:v>24.9</c:v>
                </c:pt>
                <c:pt idx="3604">
                  <c:v>24.85</c:v>
                </c:pt>
                <c:pt idx="3605">
                  <c:v>24.8</c:v>
                </c:pt>
                <c:pt idx="3606">
                  <c:v>24.75</c:v>
                </c:pt>
                <c:pt idx="3607">
                  <c:v>24.7</c:v>
                </c:pt>
                <c:pt idx="3608">
                  <c:v>24.7</c:v>
                </c:pt>
                <c:pt idx="3609">
                  <c:v>24.65</c:v>
                </c:pt>
                <c:pt idx="3610">
                  <c:v>24.6</c:v>
                </c:pt>
                <c:pt idx="3611">
                  <c:v>24.6</c:v>
                </c:pt>
                <c:pt idx="3612">
                  <c:v>24.6</c:v>
                </c:pt>
                <c:pt idx="3613">
                  <c:v>24.6</c:v>
                </c:pt>
                <c:pt idx="3614">
                  <c:v>24.6</c:v>
                </c:pt>
                <c:pt idx="3615">
                  <c:v>24.65</c:v>
                </c:pt>
                <c:pt idx="3616">
                  <c:v>24.65</c:v>
                </c:pt>
                <c:pt idx="3617">
                  <c:v>24.65</c:v>
                </c:pt>
                <c:pt idx="3618">
                  <c:v>24.65</c:v>
                </c:pt>
                <c:pt idx="3619">
                  <c:v>24.7</c:v>
                </c:pt>
                <c:pt idx="3620">
                  <c:v>24.7</c:v>
                </c:pt>
                <c:pt idx="3621">
                  <c:v>24.75</c:v>
                </c:pt>
                <c:pt idx="3622">
                  <c:v>24.75</c:v>
                </c:pt>
                <c:pt idx="3623">
                  <c:v>24.8</c:v>
                </c:pt>
                <c:pt idx="3624">
                  <c:v>24.8</c:v>
                </c:pt>
                <c:pt idx="3625">
                  <c:v>24.8</c:v>
                </c:pt>
                <c:pt idx="3626">
                  <c:v>24.85</c:v>
                </c:pt>
                <c:pt idx="3627">
                  <c:v>24.85</c:v>
                </c:pt>
                <c:pt idx="3628">
                  <c:v>24.9</c:v>
                </c:pt>
                <c:pt idx="3629">
                  <c:v>24.9</c:v>
                </c:pt>
                <c:pt idx="3630">
                  <c:v>24.9</c:v>
                </c:pt>
                <c:pt idx="3631">
                  <c:v>24.9</c:v>
                </c:pt>
                <c:pt idx="3632">
                  <c:v>24.85</c:v>
                </c:pt>
                <c:pt idx="3633">
                  <c:v>24.85</c:v>
                </c:pt>
                <c:pt idx="3634">
                  <c:v>24.75</c:v>
                </c:pt>
                <c:pt idx="3635">
                  <c:v>24.75</c:v>
                </c:pt>
                <c:pt idx="3636">
                  <c:v>24.65</c:v>
                </c:pt>
                <c:pt idx="3637">
                  <c:v>24.65</c:v>
                </c:pt>
                <c:pt idx="3638">
                  <c:v>24.65</c:v>
                </c:pt>
                <c:pt idx="3639">
                  <c:v>24.6</c:v>
                </c:pt>
                <c:pt idx="3640">
                  <c:v>24.6</c:v>
                </c:pt>
                <c:pt idx="3641">
                  <c:v>24.6</c:v>
                </c:pt>
                <c:pt idx="3642">
                  <c:v>24.6</c:v>
                </c:pt>
                <c:pt idx="3643">
                  <c:v>24.6</c:v>
                </c:pt>
                <c:pt idx="3644">
                  <c:v>24.6</c:v>
                </c:pt>
                <c:pt idx="3645">
                  <c:v>24.65</c:v>
                </c:pt>
                <c:pt idx="3646">
                  <c:v>24.65</c:v>
                </c:pt>
                <c:pt idx="3647">
                  <c:v>24.65</c:v>
                </c:pt>
                <c:pt idx="3648">
                  <c:v>24.7</c:v>
                </c:pt>
                <c:pt idx="3649">
                  <c:v>24.7</c:v>
                </c:pt>
                <c:pt idx="3650">
                  <c:v>24.75</c:v>
                </c:pt>
                <c:pt idx="3651">
                  <c:v>24.75</c:v>
                </c:pt>
                <c:pt idx="3652">
                  <c:v>24.75</c:v>
                </c:pt>
                <c:pt idx="3653">
                  <c:v>24.8</c:v>
                </c:pt>
                <c:pt idx="3654">
                  <c:v>24.8</c:v>
                </c:pt>
                <c:pt idx="3655">
                  <c:v>24.85</c:v>
                </c:pt>
                <c:pt idx="3656">
                  <c:v>24.85</c:v>
                </c:pt>
                <c:pt idx="3657">
                  <c:v>24.9</c:v>
                </c:pt>
                <c:pt idx="3658">
                  <c:v>24.9</c:v>
                </c:pt>
                <c:pt idx="3659">
                  <c:v>24.9</c:v>
                </c:pt>
                <c:pt idx="3660">
                  <c:v>24.95</c:v>
                </c:pt>
                <c:pt idx="3661">
                  <c:v>24.95</c:v>
                </c:pt>
                <c:pt idx="3662">
                  <c:v>24.95</c:v>
                </c:pt>
                <c:pt idx="3663">
                  <c:v>24.9</c:v>
                </c:pt>
                <c:pt idx="3664">
                  <c:v>24.85</c:v>
                </c:pt>
                <c:pt idx="3665">
                  <c:v>24.8</c:v>
                </c:pt>
                <c:pt idx="3666">
                  <c:v>24.7</c:v>
                </c:pt>
                <c:pt idx="3667">
                  <c:v>24.7</c:v>
                </c:pt>
                <c:pt idx="3668">
                  <c:v>24.7</c:v>
                </c:pt>
                <c:pt idx="3669">
                  <c:v>24.65</c:v>
                </c:pt>
                <c:pt idx="3670">
                  <c:v>24.65</c:v>
                </c:pt>
                <c:pt idx="3671">
                  <c:v>24.6</c:v>
                </c:pt>
                <c:pt idx="3672">
                  <c:v>24.6</c:v>
                </c:pt>
                <c:pt idx="3673">
                  <c:v>24.6</c:v>
                </c:pt>
                <c:pt idx="3674">
                  <c:v>24.6</c:v>
                </c:pt>
                <c:pt idx="3675">
                  <c:v>24.6</c:v>
                </c:pt>
                <c:pt idx="3676">
                  <c:v>24.65</c:v>
                </c:pt>
                <c:pt idx="3677">
                  <c:v>24.65</c:v>
                </c:pt>
                <c:pt idx="3678">
                  <c:v>24.65</c:v>
                </c:pt>
                <c:pt idx="3679">
                  <c:v>24.7</c:v>
                </c:pt>
                <c:pt idx="3680">
                  <c:v>24.7</c:v>
                </c:pt>
                <c:pt idx="3681">
                  <c:v>24.7</c:v>
                </c:pt>
                <c:pt idx="3682">
                  <c:v>24.75</c:v>
                </c:pt>
                <c:pt idx="3683">
                  <c:v>24.75</c:v>
                </c:pt>
                <c:pt idx="3684">
                  <c:v>24.8</c:v>
                </c:pt>
                <c:pt idx="3685">
                  <c:v>24.85</c:v>
                </c:pt>
                <c:pt idx="3686">
                  <c:v>24.85</c:v>
                </c:pt>
                <c:pt idx="3687">
                  <c:v>24.9</c:v>
                </c:pt>
                <c:pt idx="3688">
                  <c:v>24.9</c:v>
                </c:pt>
                <c:pt idx="3689">
                  <c:v>24.95</c:v>
                </c:pt>
                <c:pt idx="3690">
                  <c:v>24.95</c:v>
                </c:pt>
                <c:pt idx="3691">
                  <c:v>24.95</c:v>
                </c:pt>
                <c:pt idx="3692">
                  <c:v>24.9</c:v>
                </c:pt>
                <c:pt idx="3693">
                  <c:v>24.9</c:v>
                </c:pt>
                <c:pt idx="3694">
                  <c:v>24.85</c:v>
                </c:pt>
                <c:pt idx="3695">
                  <c:v>24.8</c:v>
                </c:pt>
                <c:pt idx="3696">
                  <c:v>24.75</c:v>
                </c:pt>
                <c:pt idx="3697">
                  <c:v>24.7</c:v>
                </c:pt>
                <c:pt idx="3698">
                  <c:v>24.65</c:v>
                </c:pt>
                <c:pt idx="3699">
                  <c:v>24.65</c:v>
                </c:pt>
                <c:pt idx="3700">
                  <c:v>24.6</c:v>
                </c:pt>
                <c:pt idx="3701">
                  <c:v>24.6</c:v>
                </c:pt>
                <c:pt idx="3702">
                  <c:v>24.6</c:v>
                </c:pt>
                <c:pt idx="3703">
                  <c:v>24.6</c:v>
                </c:pt>
                <c:pt idx="3704">
                  <c:v>24.6</c:v>
                </c:pt>
                <c:pt idx="3705">
                  <c:v>24.6</c:v>
                </c:pt>
                <c:pt idx="3706">
                  <c:v>24.65</c:v>
                </c:pt>
                <c:pt idx="3707">
                  <c:v>24.65</c:v>
                </c:pt>
                <c:pt idx="3708">
                  <c:v>24.7</c:v>
                </c:pt>
                <c:pt idx="3709">
                  <c:v>24.7</c:v>
                </c:pt>
                <c:pt idx="3710">
                  <c:v>24.75</c:v>
                </c:pt>
                <c:pt idx="3711">
                  <c:v>24.8</c:v>
                </c:pt>
                <c:pt idx="3712">
                  <c:v>24.8</c:v>
                </c:pt>
                <c:pt idx="3713">
                  <c:v>24.85</c:v>
                </c:pt>
                <c:pt idx="3714">
                  <c:v>24.85</c:v>
                </c:pt>
                <c:pt idx="3715">
                  <c:v>24.85</c:v>
                </c:pt>
                <c:pt idx="3716">
                  <c:v>24.9</c:v>
                </c:pt>
                <c:pt idx="3717">
                  <c:v>24.9</c:v>
                </c:pt>
                <c:pt idx="3718">
                  <c:v>24.95</c:v>
                </c:pt>
                <c:pt idx="3719">
                  <c:v>24.95</c:v>
                </c:pt>
                <c:pt idx="3720">
                  <c:v>25</c:v>
                </c:pt>
                <c:pt idx="3721">
                  <c:v>24.95</c:v>
                </c:pt>
                <c:pt idx="3722">
                  <c:v>24.95</c:v>
                </c:pt>
                <c:pt idx="3723">
                  <c:v>24.9</c:v>
                </c:pt>
                <c:pt idx="3724">
                  <c:v>24.85</c:v>
                </c:pt>
                <c:pt idx="3725">
                  <c:v>24.8</c:v>
                </c:pt>
                <c:pt idx="3726">
                  <c:v>24.75</c:v>
                </c:pt>
                <c:pt idx="3727">
                  <c:v>24.7</c:v>
                </c:pt>
                <c:pt idx="3728">
                  <c:v>24.65</c:v>
                </c:pt>
                <c:pt idx="3729">
                  <c:v>24.65</c:v>
                </c:pt>
                <c:pt idx="3730">
                  <c:v>24.65</c:v>
                </c:pt>
                <c:pt idx="3731">
                  <c:v>24.6</c:v>
                </c:pt>
                <c:pt idx="3732">
                  <c:v>24.6</c:v>
                </c:pt>
                <c:pt idx="3733">
                  <c:v>24.6</c:v>
                </c:pt>
                <c:pt idx="3734">
                  <c:v>24.6</c:v>
                </c:pt>
                <c:pt idx="3735">
                  <c:v>24.65</c:v>
                </c:pt>
                <c:pt idx="3736">
                  <c:v>24.65</c:v>
                </c:pt>
                <c:pt idx="3737">
                  <c:v>24.7</c:v>
                </c:pt>
                <c:pt idx="3738">
                  <c:v>24.7</c:v>
                </c:pt>
                <c:pt idx="3739">
                  <c:v>24.7</c:v>
                </c:pt>
                <c:pt idx="3740">
                  <c:v>24.75</c:v>
                </c:pt>
                <c:pt idx="3741">
                  <c:v>24.75</c:v>
                </c:pt>
                <c:pt idx="3742">
                  <c:v>24.8</c:v>
                </c:pt>
                <c:pt idx="3743">
                  <c:v>24.8</c:v>
                </c:pt>
                <c:pt idx="3744">
                  <c:v>24.85</c:v>
                </c:pt>
                <c:pt idx="3745">
                  <c:v>24.85</c:v>
                </c:pt>
                <c:pt idx="3746">
                  <c:v>24.9</c:v>
                </c:pt>
                <c:pt idx="3747">
                  <c:v>24.95</c:v>
                </c:pt>
                <c:pt idx="3748">
                  <c:v>24.95</c:v>
                </c:pt>
                <c:pt idx="3749">
                  <c:v>24.95</c:v>
                </c:pt>
                <c:pt idx="3750">
                  <c:v>24.95</c:v>
                </c:pt>
                <c:pt idx="3751">
                  <c:v>24.95</c:v>
                </c:pt>
                <c:pt idx="3752">
                  <c:v>24.9</c:v>
                </c:pt>
                <c:pt idx="3753">
                  <c:v>24.85</c:v>
                </c:pt>
                <c:pt idx="3754">
                  <c:v>24.8</c:v>
                </c:pt>
                <c:pt idx="3755">
                  <c:v>24.8</c:v>
                </c:pt>
                <c:pt idx="3756">
                  <c:v>24.7</c:v>
                </c:pt>
                <c:pt idx="3757">
                  <c:v>24.7</c:v>
                </c:pt>
                <c:pt idx="3758">
                  <c:v>24.65</c:v>
                </c:pt>
                <c:pt idx="3759">
                  <c:v>24.6</c:v>
                </c:pt>
                <c:pt idx="3760">
                  <c:v>24.6</c:v>
                </c:pt>
                <c:pt idx="3761">
                  <c:v>24.6</c:v>
                </c:pt>
                <c:pt idx="3762">
                  <c:v>24.6</c:v>
                </c:pt>
                <c:pt idx="3763">
                  <c:v>24.65</c:v>
                </c:pt>
                <c:pt idx="3764">
                  <c:v>24.65</c:v>
                </c:pt>
                <c:pt idx="3765">
                  <c:v>24.65</c:v>
                </c:pt>
                <c:pt idx="3766">
                  <c:v>24.65</c:v>
                </c:pt>
                <c:pt idx="3767">
                  <c:v>24.7</c:v>
                </c:pt>
                <c:pt idx="3768">
                  <c:v>24.7</c:v>
                </c:pt>
                <c:pt idx="3769">
                  <c:v>24.7</c:v>
                </c:pt>
                <c:pt idx="3770">
                  <c:v>24.75</c:v>
                </c:pt>
                <c:pt idx="3771">
                  <c:v>24.8</c:v>
                </c:pt>
                <c:pt idx="3772">
                  <c:v>24.8</c:v>
                </c:pt>
                <c:pt idx="3773">
                  <c:v>24.8</c:v>
                </c:pt>
                <c:pt idx="3774">
                  <c:v>24.85</c:v>
                </c:pt>
                <c:pt idx="3775">
                  <c:v>24.9</c:v>
                </c:pt>
                <c:pt idx="3776">
                  <c:v>24.9</c:v>
                </c:pt>
                <c:pt idx="3777">
                  <c:v>24.9</c:v>
                </c:pt>
                <c:pt idx="3778">
                  <c:v>24.95</c:v>
                </c:pt>
                <c:pt idx="3779">
                  <c:v>24.95</c:v>
                </c:pt>
                <c:pt idx="3780">
                  <c:v>25</c:v>
                </c:pt>
                <c:pt idx="3781">
                  <c:v>25</c:v>
                </c:pt>
                <c:pt idx="3782">
                  <c:v>24.95</c:v>
                </c:pt>
                <c:pt idx="3783">
                  <c:v>24.9</c:v>
                </c:pt>
                <c:pt idx="3784">
                  <c:v>24.85</c:v>
                </c:pt>
                <c:pt idx="3785">
                  <c:v>24.8</c:v>
                </c:pt>
                <c:pt idx="3786">
                  <c:v>24.75</c:v>
                </c:pt>
                <c:pt idx="3787">
                  <c:v>24.75</c:v>
                </c:pt>
                <c:pt idx="3788">
                  <c:v>24.7</c:v>
                </c:pt>
                <c:pt idx="3789">
                  <c:v>24.7</c:v>
                </c:pt>
                <c:pt idx="3790">
                  <c:v>24.7</c:v>
                </c:pt>
                <c:pt idx="3791">
                  <c:v>24.7</c:v>
                </c:pt>
                <c:pt idx="3792">
                  <c:v>24.7</c:v>
                </c:pt>
                <c:pt idx="3793">
                  <c:v>24.7</c:v>
                </c:pt>
                <c:pt idx="3794">
                  <c:v>24.7</c:v>
                </c:pt>
                <c:pt idx="3795">
                  <c:v>24.7</c:v>
                </c:pt>
                <c:pt idx="3796">
                  <c:v>24.7</c:v>
                </c:pt>
                <c:pt idx="3797">
                  <c:v>24.7</c:v>
                </c:pt>
                <c:pt idx="3798">
                  <c:v>24.7</c:v>
                </c:pt>
                <c:pt idx="3799">
                  <c:v>24.75</c:v>
                </c:pt>
                <c:pt idx="3800">
                  <c:v>24.75</c:v>
                </c:pt>
                <c:pt idx="3801">
                  <c:v>24.75</c:v>
                </c:pt>
                <c:pt idx="3802">
                  <c:v>24.8</c:v>
                </c:pt>
                <c:pt idx="3803">
                  <c:v>24.8</c:v>
                </c:pt>
                <c:pt idx="3804">
                  <c:v>24.8</c:v>
                </c:pt>
                <c:pt idx="3805">
                  <c:v>24.8</c:v>
                </c:pt>
                <c:pt idx="3806">
                  <c:v>24.85</c:v>
                </c:pt>
                <c:pt idx="3807">
                  <c:v>24.9</c:v>
                </c:pt>
                <c:pt idx="3808">
                  <c:v>24.9</c:v>
                </c:pt>
                <c:pt idx="3809">
                  <c:v>24.95</c:v>
                </c:pt>
                <c:pt idx="3810">
                  <c:v>24.95</c:v>
                </c:pt>
                <c:pt idx="3811">
                  <c:v>24.95</c:v>
                </c:pt>
                <c:pt idx="3812">
                  <c:v>24.95</c:v>
                </c:pt>
                <c:pt idx="3813">
                  <c:v>24.9</c:v>
                </c:pt>
                <c:pt idx="3814">
                  <c:v>24.9</c:v>
                </c:pt>
                <c:pt idx="3815">
                  <c:v>24.85</c:v>
                </c:pt>
                <c:pt idx="3816">
                  <c:v>24.8</c:v>
                </c:pt>
                <c:pt idx="3817">
                  <c:v>24.75</c:v>
                </c:pt>
                <c:pt idx="3818">
                  <c:v>24.75</c:v>
                </c:pt>
                <c:pt idx="3819">
                  <c:v>24.75</c:v>
                </c:pt>
                <c:pt idx="3820">
                  <c:v>24.75</c:v>
                </c:pt>
                <c:pt idx="3821">
                  <c:v>24.75</c:v>
                </c:pt>
                <c:pt idx="3822">
                  <c:v>24.7</c:v>
                </c:pt>
                <c:pt idx="3823">
                  <c:v>24.7</c:v>
                </c:pt>
                <c:pt idx="3824">
                  <c:v>24.7</c:v>
                </c:pt>
                <c:pt idx="3825">
                  <c:v>24.7</c:v>
                </c:pt>
                <c:pt idx="3826">
                  <c:v>24.7</c:v>
                </c:pt>
                <c:pt idx="3827">
                  <c:v>24.75</c:v>
                </c:pt>
                <c:pt idx="3828">
                  <c:v>24.75</c:v>
                </c:pt>
                <c:pt idx="3829">
                  <c:v>24.8</c:v>
                </c:pt>
                <c:pt idx="3830">
                  <c:v>24.8</c:v>
                </c:pt>
                <c:pt idx="3831">
                  <c:v>24.8</c:v>
                </c:pt>
                <c:pt idx="3832">
                  <c:v>24.8</c:v>
                </c:pt>
                <c:pt idx="3833">
                  <c:v>24.85</c:v>
                </c:pt>
                <c:pt idx="3834">
                  <c:v>24.9</c:v>
                </c:pt>
                <c:pt idx="3835">
                  <c:v>24.9</c:v>
                </c:pt>
                <c:pt idx="3836">
                  <c:v>24.9</c:v>
                </c:pt>
                <c:pt idx="3837">
                  <c:v>24.95</c:v>
                </c:pt>
                <c:pt idx="3838">
                  <c:v>24.95</c:v>
                </c:pt>
                <c:pt idx="3839">
                  <c:v>25</c:v>
                </c:pt>
                <c:pt idx="3840">
                  <c:v>25</c:v>
                </c:pt>
                <c:pt idx="3841">
                  <c:v>25</c:v>
                </c:pt>
                <c:pt idx="3842">
                  <c:v>24.95</c:v>
                </c:pt>
                <c:pt idx="3843">
                  <c:v>24.9</c:v>
                </c:pt>
                <c:pt idx="3844">
                  <c:v>24.85</c:v>
                </c:pt>
                <c:pt idx="3845">
                  <c:v>24.8</c:v>
                </c:pt>
                <c:pt idx="3846">
                  <c:v>24.75</c:v>
                </c:pt>
                <c:pt idx="3847">
                  <c:v>24.7</c:v>
                </c:pt>
                <c:pt idx="3848">
                  <c:v>24.7</c:v>
                </c:pt>
                <c:pt idx="3849">
                  <c:v>24.65</c:v>
                </c:pt>
                <c:pt idx="3850">
                  <c:v>24.65</c:v>
                </c:pt>
                <c:pt idx="3851">
                  <c:v>24.65</c:v>
                </c:pt>
                <c:pt idx="3852">
                  <c:v>24.65</c:v>
                </c:pt>
                <c:pt idx="3853">
                  <c:v>24.65</c:v>
                </c:pt>
                <c:pt idx="3854">
                  <c:v>24.65</c:v>
                </c:pt>
                <c:pt idx="3855">
                  <c:v>24.7</c:v>
                </c:pt>
                <c:pt idx="3856">
                  <c:v>24.7</c:v>
                </c:pt>
                <c:pt idx="3857">
                  <c:v>24.7</c:v>
                </c:pt>
                <c:pt idx="3858">
                  <c:v>24.75</c:v>
                </c:pt>
                <c:pt idx="3859">
                  <c:v>24.75</c:v>
                </c:pt>
                <c:pt idx="3860">
                  <c:v>24.8</c:v>
                </c:pt>
                <c:pt idx="3861">
                  <c:v>24.8</c:v>
                </c:pt>
                <c:pt idx="3862">
                  <c:v>24.85</c:v>
                </c:pt>
                <c:pt idx="3863">
                  <c:v>24.85</c:v>
                </c:pt>
                <c:pt idx="3864">
                  <c:v>24.85</c:v>
                </c:pt>
                <c:pt idx="3865">
                  <c:v>24.9</c:v>
                </c:pt>
                <c:pt idx="3866">
                  <c:v>24.9</c:v>
                </c:pt>
                <c:pt idx="3867">
                  <c:v>24.95</c:v>
                </c:pt>
                <c:pt idx="3868">
                  <c:v>24.95</c:v>
                </c:pt>
                <c:pt idx="3869">
                  <c:v>24.95</c:v>
                </c:pt>
                <c:pt idx="3870">
                  <c:v>25</c:v>
                </c:pt>
                <c:pt idx="3871">
                  <c:v>25</c:v>
                </c:pt>
                <c:pt idx="3872">
                  <c:v>24.95</c:v>
                </c:pt>
                <c:pt idx="3873">
                  <c:v>24.9</c:v>
                </c:pt>
                <c:pt idx="3874">
                  <c:v>24.85</c:v>
                </c:pt>
                <c:pt idx="3875">
                  <c:v>24.8</c:v>
                </c:pt>
                <c:pt idx="3876">
                  <c:v>24.8</c:v>
                </c:pt>
                <c:pt idx="3877">
                  <c:v>24.75</c:v>
                </c:pt>
                <c:pt idx="3878">
                  <c:v>24.7</c:v>
                </c:pt>
                <c:pt idx="3879">
                  <c:v>24.7</c:v>
                </c:pt>
                <c:pt idx="3880">
                  <c:v>24.7</c:v>
                </c:pt>
                <c:pt idx="3881">
                  <c:v>24.7</c:v>
                </c:pt>
                <c:pt idx="3882">
                  <c:v>24.65</c:v>
                </c:pt>
                <c:pt idx="3883">
                  <c:v>24.7</c:v>
                </c:pt>
                <c:pt idx="3884">
                  <c:v>24.7</c:v>
                </c:pt>
                <c:pt idx="3885">
                  <c:v>24.7</c:v>
                </c:pt>
                <c:pt idx="3886">
                  <c:v>24.7</c:v>
                </c:pt>
                <c:pt idx="3887">
                  <c:v>24.7</c:v>
                </c:pt>
                <c:pt idx="3888">
                  <c:v>24.7</c:v>
                </c:pt>
                <c:pt idx="3889">
                  <c:v>24.75</c:v>
                </c:pt>
                <c:pt idx="3890">
                  <c:v>24.75</c:v>
                </c:pt>
                <c:pt idx="3891">
                  <c:v>24.75</c:v>
                </c:pt>
                <c:pt idx="3892">
                  <c:v>24.8</c:v>
                </c:pt>
                <c:pt idx="3893">
                  <c:v>24.8</c:v>
                </c:pt>
                <c:pt idx="3894">
                  <c:v>24.85</c:v>
                </c:pt>
                <c:pt idx="3895">
                  <c:v>24.9</c:v>
                </c:pt>
                <c:pt idx="3896">
                  <c:v>24.9</c:v>
                </c:pt>
                <c:pt idx="3897">
                  <c:v>24.9</c:v>
                </c:pt>
                <c:pt idx="3898">
                  <c:v>24.95</c:v>
                </c:pt>
                <c:pt idx="3899">
                  <c:v>24.95</c:v>
                </c:pt>
                <c:pt idx="3900">
                  <c:v>25</c:v>
                </c:pt>
                <c:pt idx="3901">
                  <c:v>25</c:v>
                </c:pt>
                <c:pt idx="3902">
                  <c:v>24.95</c:v>
                </c:pt>
                <c:pt idx="3903">
                  <c:v>24.9</c:v>
                </c:pt>
                <c:pt idx="3904">
                  <c:v>24.9</c:v>
                </c:pt>
                <c:pt idx="3905">
                  <c:v>24.8</c:v>
                </c:pt>
                <c:pt idx="3906">
                  <c:v>24.8</c:v>
                </c:pt>
                <c:pt idx="3907">
                  <c:v>24.75</c:v>
                </c:pt>
                <c:pt idx="3908">
                  <c:v>24.7</c:v>
                </c:pt>
                <c:pt idx="3909">
                  <c:v>24.7</c:v>
                </c:pt>
                <c:pt idx="3910">
                  <c:v>24.65</c:v>
                </c:pt>
                <c:pt idx="3911">
                  <c:v>24.65</c:v>
                </c:pt>
                <c:pt idx="3912">
                  <c:v>24.65</c:v>
                </c:pt>
                <c:pt idx="3913">
                  <c:v>24.65</c:v>
                </c:pt>
                <c:pt idx="3914">
                  <c:v>24.7</c:v>
                </c:pt>
                <c:pt idx="3915">
                  <c:v>24.7</c:v>
                </c:pt>
                <c:pt idx="3916">
                  <c:v>24.7</c:v>
                </c:pt>
                <c:pt idx="3917">
                  <c:v>24.7</c:v>
                </c:pt>
                <c:pt idx="3918">
                  <c:v>24.7</c:v>
                </c:pt>
                <c:pt idx="3919">
                  <c:v>24.75</c:v>
                </c:pt>
                <c:pt idx="3920">
                  <c:v>24.75</c:v>
                </c:pt>
                <c:pt idx="3921">
                  <c:v>24.75</c:v>
                </c:pt>
                <c:pt idx="3922">
                  <c:v>24.8</c:v>
                </c:pt>
                <c:pt idx="3923">
                  <c:v>24.8</c:v>
                </c:pt>
                <c:pt idx="3924">
                  <c:v>24.85</c:v>
                </c:pt>
                <c:pt idx="3925">
                  <c:v>24.85</c:v>
                </c:pt>
                <c:pt idx="3926">
                  <c:v>24.85</c:v>
                </c:pt>
                <c:pt idx="3927">
                  <c:v>24.9</c:v>
                </c:pt>
                <c:pt idx="3928">
                  <c:v>24.95</c:v>
                </c:pt>
                <c:pt idx="3929">
                  <c:v>24.95</c:v>
                </c:pt>
                <c:pt idx="3930">
                  <c:v>24.95</c:v>
                </c:pt>
                <c:pt idx="3931">
                  <c:v>24.95</c:v>
                </c:pt>
                <c:pt idx="3932">
                  <c:v>24.9</c:v>
                </c:pt>
                <c:pt idx="3933">
                  <c:v>24.85</c:v>
                </c:pt>
                <c:pt idx="3934">
                  <c:v>24.8</c:v>
                </c:pt>
                <c:pt idx="3935">
                  <c:v>24.75</c:v>
                </c:pt>
                <c:pt idx="3936">
                  <c:v>24.7</c:v>
                </c:pt>
                <c:pt idx="3937">
                  <c:v>24.7</c:v>
                </c:pt>
                <c:pt idx="3938">
                  <c:v>24.65</c:v>
                </c:pt>
                <c:pt idx="3939">
                  <c:v>24.65</c:v>
                </c:pt>
                <c:pt idx="3940">
                  <c:v>24.65</c:v>
                </c:pt>
                <c:pt idx="3941">
                  <c:v>24.65</c:v>
                </c:pt>
                <c:pt idx="3942">
                  <c:v>24.65</c:v>
                </c:pt>
                <c:pt idx="3943">
                  <c:v>24.65</c:v>
                </c:pt>
                <c:pt idx="3944">
                  <c:v>24.65</c:v>
                </c:pt>
                <c:pt idx="3945">
                  <c:v>24.65</c:v>
                </c:pt>
                <c:pt idx="3946">
                  <c:v>24.65</c:v>
                </c:pt>
                <c:pt idx="3947">
                  <c:v>24.7</c:v>
                </c:pt>
                <c:pt idx="3948">
                  <c:v>24.75</c:v>
                </c:pt>
                <c:pt idx="3949">
                  <c:v>24.75</c:v>
                </c:pt>
                <c:pt idx="3950">
                  <c:v>24.75</c:v>
                </c:pt>
                <c:pt idx="3951">
                  <c:v>24.8</c:v>
                </c:pt>
                <c:pt idx="3952">
                  <c:v>24.8</c:v>
                </c:pt>
                <c:pt idx="3953">
                  <c:v>24.8</c:v>
                </c:pt>
                <c:pt idx="3954">
                  <c:v>24.85</c:v>
                </c:pt>
                <c:pt idx="3955">
                  <c:v>24.85</c:v>
                </c:pt>
                <c:pt idx="3956">
                  <c:v>24.9</c:v>
                </c:pt>
                <c:pt idx="3957">
                  <c:v>24.9</c:v>
                </c:pt>
                <c:pt idx="3958">
                  <c:v>24.95</c:v>
                </c:pt>
                <c:pt idx="3959">
                  <c:v>24.95</c:v>
                </c:pt>
                <c:pt idx="3960">
                  <c:v>24.95</c:v>
                </c:pt>
                <c:pt idx="3961">
                  <c:v>24.95</c:v>
                </c:pt>
                <c:pt idx="3962">
                  <c:v>24.9</c:v>
                </c:pt>
                <c:pt idx="3963">
                  <c:v>24.9</c:v>
                </c:pt>
                <c:pt idx="3964">
                  <c:v>24.85</c:v>
                </c:pt>
                <c:pt idx="3965">
                  <c:v>24.75</c:v>
                </c:pt>
                <c:pt idx="3966">
                  <c:v>24.7</c:v>
                </c:pt>
                <c:pt idx="3967">
                  <c:v>24.7</c:v>
                </c:pt>
                <c:pt idx="3968">
                  <c:v>24.65</c:v>
                </c:pt>
                <c:pt idx="3969">
                  <c:v>24.65</c:v>
                </c:pt>
                <c:pt idx="3970">
                  <c:v>24.6</c:v>
                </c:pt>
                <c:pt idx="3971">
                  <c:v>24.6</c:v>
                </c:pt>
                <c:pt idx="3972">
                  <c:v>24.6</c:v>
                </c:pt>
                <c:pt idx="3973">
                  <c:v>24.6</c:v>
                </c:pt>
                <c:pt idx="3974">
                  <c:v>24.6</c:v>
                </c:pt>
                <c:pt idx="3975">
                  <c:v>24.6</c:v>
                </c:pt>
                <c:pt idx="3976">
                  <c:v>24.65</c:v>
                </c:pt>
                <c:pt idx="3977">
                  <c:v>24.65</c:v>
                </c:pt>
                <c:pt idx="3978">
                  <c:v>24.65</c:v>
                </c:pt>
                <c:pt idx="3979">
                  <c:v>24.7</c:v>
                </c:pt>
                <c:pt idx="3980">
                  <c:v>24.7</c:v>
                </c:pt>
                <c:pt idx="3981">
                  <c:v>24.7</c:v>
                </c:pt>
                <c:pt idx="3982">
                  <c:v>24.75</c:v>
                </c:pt>
                <c:pt idx="3983">
                  <c:v>24.75</c:v>
                </c:pt>
                <c:pt idx="3984">
                  <c:v>24.8</c:v>
                </c:pt>
                <c:pt idx="3985">
                  <c:v>24.8</c:v>
                </c:pt>
                <c:pt idx="3986">
                  <c:v>24.85</c:v>
                </c:pt>
                <c:pt idx="3987">
                  <c:v>24.85</c:v>
                </c:pt>
                <c:pt idx="3988">
                  <c:v>24.9</c:v>
                </c:pt>
                <c:pt idx="3989">
                  <c:v>24.9</c:v>
                </c:pt>
                <c:pt idx="3990">
                  <c:v>24.9</c:v>
                </c:pt>
                <c:pt idx="3991">
                  <c:v>24.9</c:v>
                </c:pt>
                <c:pt idx="3992">
                  <c:v>24.9</c:v>
                </c:pt>
                <c:pt idx="3993">
                  <c:v>24.85</c:v>
                </c:pt>
                <c:pt idx="3994">
                  <c:v>24.8</c:v>
                </c:pt>
                <c:pt idx="3995">
                  <c:v>24.75</c:v>
                </c:pt>
                <c:pt idx="3996">
                  <c:v>24.7</c:v>
                </c:pt>
                <c:pt idx="3997">
                  <c:v>24.65</c:v>
                </c:pt>
                <c:pt idx="3998">
                  <c:v>24.65</c:v>
                </c:pt>
                <c:pt idx="3999">
                  <c:v>24.6</c:v>
                </c:pt>
                <c:pt idx="4000">
                  <c:v>24.6</c:v>
                </c:pt>
                <c:pt idx="4001">
                  <c:v>24.6</c:v>
                </c:pt>
                <c:pt idx="4002">
                  <c:v>24.6</c:v>
                </c:pt>
                <c:pt idx="4003">
                  <c:v>24.65</c:v>
                </c:pt>
                <c:pt idx="4004">
                  <c:v>24.65</c:v>
                </c:pt>
                <c:pt idx="4005">
                  <c:v>24.65</c:v>
                </c:pt>
                <c:pt idx="4006">
                  <c:v>24.65</c:v>
                </c:pt>
                <c:pt idx="4007">
                  <c:v>24.65</c:v>
                </c:pt>
                <c:pt idx="4008">
                  <c:v>24.65</c:v>
                </c:pt>
                <c:pt idx="4009">
                  <c:v>24.7</c:v>
                </c:pt>
                <c:pt idx="4010">
                  <c:v>24.7</c:v>
                </c:pt>
                <c:pt idx="4011">
                  <c:v>24.7</c:v>
                </c:pt>
                <c:pt idx="4012">
                  <c:v>24.7</c:v>
                </c:pt>
                <c:pt idx="4013">
                  <c:v>24.75</c:v>
                </c:pt>
                <c:pt idx="4014">
                  <c:v>24.8</c:v>
                </c:pt>
                <c:pt idx="4015">
                  <c:v>24.8</c:v>
                </c:pt>
                <c:pt idx="4016">
                  <c:v>24.8</c:v>
                </c:pt>
                <c:pt idx="4017">
                  <c:v>24.8</c:v>
                </c:pt>
                <c:pt idx="4018">
                  <c:v>24.85</c:v>
                </c:pt>
                <c:pt idx="4019">
                  <c:v>24.85</c:v>
                </c:pt>
                <c:pt idx="4020">
                  <c:v>24.9</c:v>
                </c:pt>
                <c:pt idx="4021">
                  <c:v>24.9</c:v>
                </c:pt>
                <c:pt idx="4022">
                  <c:v>24.9</c:v>
                </c:pt>
                <c:pt idx="4023">
                  <c:v>24.8</c:v>
                </c:pt>
                <c:pt idx="4024">
                  <c:v>24.8</c:v>
                </c:pt>
                <c:pt idx="4025">
                  <c:v>24.75</c:v>
                </c:pt>
                <c:pt idx="4026">
                  <c:v>24.7</c:v>
                </c:pt>
                <c:pt idx="4027">
                  <c:v>24.65</c:v>
                </c:pt>
                <c:pt idx="4028">
                  <c:v>24.65</c:v>
                </c:pt>
                <c:pt idx="4029">
                  <c:v>24.6</c:v>
                </c:pt>
                <c:pt idx="4030">
                  <c:v>24.6</c:v>
                </c:pt>
                <c:pt idx="4031">
                  <c:v>24.6</c:v>
                </c:pt>
                <c:pt idx="4032">
                  <c:v>24.6</c:v>
                </c:pt>
                <c:pt idx="4033">
                  <c:v>24.6</c:v>
                </c:pt>
                <c:pt idx="4034">
                  <c:v>24.6</c:v>
                </c:pt>
                <c:pt idx="4035">
                  <c:v>24.65</c:v>
                </c:pt>
                <c:pt idx="4036">
                  <c:v>24.65</c:v>
                </c:pt>
                <c:pt idx="4037">
                  <c:v>24.65</c:v>
                </c:pt>
                <c:pt idx="4038">
                  <c:v>24.7</c:v>
                </c:pt>
                <c:pt idx="4039">
                  <c:v>24.7</c:v>
                </c:pt>
                <c:pt idx="4040">
                  <c:v>24.7</c:v>
                </c:pt>
                <c:pt idx="4041">
                  <c:v>24.7</c:v>
                </c:pt>
                <c:pt idx="4042">
                  <c:v>24.75</c:v>
                </c:pt>
                <c:pt idx="4043">
                  <c:v>24.75</c:v>
                </c:pt>
                <c:pt idx="4044">
                  <c:v>24.8</c:v>
                </c:pt>
                <c:pt idx="4045">
                  <c:v>24.8</c:v>
                </c:pt>
                <c:pt idx="4046">
                  <c:v>24.85</c:v>
                </c:pt>
                <c:pt idx="4047">
                  <c:v>24.85</c:v>
                </c:pt>
                <c:pt idx="4048">
                  <c:v>24.9</c:v>
                </c:pt>
                <c:pt idx="4049">
                  <c:v>24.9</c:v>
                </c:pt>
                <c:pt idx="4050">
                  <c:v>24.9</c:v>
                </c:pt>
                <c:pt idx="4051">
                  <c:v>24.9</c:v>
                </c:pt>
                <c:pt idx="4052">
                  <c:v>24.9</c:v>
                </c:pt>
                <c:pt idx="4053">
                  <c:v>24.9</c:v>
                </c:pt>
                <c:pt idx="4054">
                  <c:v>24.8</c:v>
                </c:pt>
                <c:pt idx="4055">
                  <c:v>24.8</c:v>
                </c:pt>
                <c:pt idx="4056">
                  <c:v>24.75</c:v>
                </c:pt>
                <c:pt idx="4057">
                  <c:v>24.7</c:v>
                </c:pt>
                <c:pt idx="4058">
                  <c:v>24.65</c:v>
                </c:pt>
                <c:pt idx="4059">
                  <c:v>24.65</c:v>
                </c:pt>
                <c:pt idx="4060">
                  <c:v>24.6</c:v>
                </c:pt>
                <c:pt idx="4061">
                  <c:v>24.6</c:v>
                </c:pt>
                <c:pt idx="4062">
                  <c:v>24.55</c:v>
                </c:pt>
                <c:pt idx="4063">
                  <c:v>24.55</c:v>
                </c:pt>
                <c:pt idx="4064">
                  <c:v>24.55</c:v>
                </c:pt>
                <c:pt idx="4065">
                  <c:v>24.6</c:v>
                </c:pt>
                <c:pt idx="4066">
                  <c:v>24.6</c:v>
                </c:pt>
                <c:pt idx="4067">
                  <c:v>24.6</c:v>
                </c:pt>
                <c:pt idx="4068">
                  <c:v>24.65</c:v>
                </c:pt>
                <c:pt idx="4069">
                  <c:v>24.65</c:v>
                </c:pt>
                <c:pt idx="4070">
                  <c:v>24.7</c:v>
                </c:pt>
                <c:pt idx="4071">
                  <c:v>24.7</c:v>
                </c:pt>
                <c:pt idx="4072">
                  <c:v>24.75</c:v>
                </c:pt>
                <c:pt idx="4073">
                  <c:v>24.75</c:v>
                </c:pt>
                <c:pt idx="4074">
                  <c:v>24.75</c:v>
                </c:pt>
                <c:pt idx="4075">
                  <c:v>24.8</c:v>
                </c:pt>
                <c:pt idx="4076">
                  <c:v>24.85</c:v>
                </c:pt>
                <c:pt idx="4077">
                  <c:v>24.85</c:v>
                </c:pt>
                <c:pt idx="4078">
                  <c:v>24.9</c:v>
                </c:pt>
                <c:pt idx="4079">
                  <c:v>24.9</c:v>
                </c:pt>
                <c:pt idx="4080">
                  <c:v>24.95</c:v>
                </c:pt>
                <c:pt idx="4081">
                  <c:v>24.95</c:v>
                </c:pt>
                <c:pt idx="4082">
                  <c:v>24.9</c:v>
                </c:pt>
                <c:pt idx="4083">
                  <c:v>24.85</c:v>
                </c:pt>
                <c:pt idx="4084">
                  <c:v>24.8</c:v>
                </c:pt>
                <c:pt idx="4085">
                  <c:v>24.75</c:v>
                </c:pt>
                <c:pt idx="4086">
                  <c:v>24.7</c:v>
                </c:pt>
                <c:pt idx="4087">
                  <c:v>24.65</c:v>
                </c:pt>
                <c:pt idx="4088">
                  <c:v>24.6</c:v>
                </c:pt>
                <c:pt idx="4089">
                  <c:v>24.6</c:v>
                </c:pt>
                <c:pt idx="4090">
                  <c:v>24.6</c:v>
                </c:pt>
                <c:pt idx="4091">
                  <c:v>24.6</c:v>
                </c:pt>
                <c:pt idx="4092">
                  <c:v>24.6</c:v>
                </c:pt>
                <c:pt idx="4093">
                  <c:v>24.6</c:v>
                </c:pt>
                <c:pt idx="4094">
                  <c:v>24.6</c:v>
                </c:pt>
                <c:pt idx="4095">
                  <c:v>24.6</c:v>
                </c:pt>
                <c:pt idx="4096">
                  <c:v>24.6</c:v>
                </c:pt>
                <c:pt idx="4097">
                  <c:v>24.65</c:v>
                </c:pt>
                <c:pt idx="4098">
                  <c:v>24.65</c:v>
                </c:pt>
                <c:pt idx="4099">
                  <c:v>24.7</c:v>
                </c:pt>
                <c:pt idx="4100">
                  <c:v>24.7</c:v>
                </c:pt>
                <c:pt idx="4101">
                  <c:v>24.75</c:v>
                </c:pt>
                <c:pt idx="4102">
                  <c:v>24.75</c:v>
                </c:pt>
                <c:pt idx="4103">
                  <c:v>24.8</c:v>
                </c:pt>
                <c:pt idx="4104">
                  <c:v>24.8</c:v>
                </c:pt>
                <c:pt idx="4105">
                  <c:v>24.8</c:v>
                </c:pt>
                <c:pt idx="4106">
                  <c:v>24.85</c:v>
                </c:pt>
                <c:pt idx="4107">
                  <c:v>24.85</c:v>
                </c:pt>
                <c:pt idx="4108">
                  <c:v>24.9</c:v>
                </c:pt>
                <c:pt idx="4109">
                  <c:v>24.9</c:v>
                </c:pt>
                <c:pt idx="4110">
                  <c:v>24.95</c:v>
                </c:pt>
                <c:pt idx="4111">
                  <c:v>24.9</c:v>
                </c:pt>
                <c:pt idx="4112">
                  <c:v>24.9</c:v>
                </c:pt>
                <c:pt idx="4113">
                  <c:v>24.85</c:v>
                </c:pt>
                <c:pt idx="4114">
                  <c:v>24.8</c:v>
                </c:pt>
                <c:pt idx="4115">
                  <c:v>24.75</c:v>
                </c:pt>
                <c:pt idx="4116">
                  <c:v>24.7</c:v>
                </c:pt>
                <c:pt idx="4117">
                  <c:v>24.65</c:v>
                </c:pt>
                <c:pt idx="4118">
                  <c:v>24.6</c:v>
                </c:pt>
                <c:pt idx="4119">
                  <c:v>24.6</c:v>
                </c:pt>
                <c:pt idx="4120">
                  <c:v>24.6</c:v>
                </c:pt>
                <c:pt idx="4121">
                  <c:v>24.6</c:v>
                </c:pt>
                <c:pt idx="4122">
                  <c:v>24.6</c:v>
                </c:pt>
                <c:pt idx="4123">
                  <c:v>24.6</c:v>
                </c:pt>
                <c:pt idx="4124">
                  <c:v>24.6</c:v>
                </c:pt>
                <c:pt idx="4125">
                  <c:v>24.6</c:v>
                </c:pt>
                <c:pt idx="4126">
                  <c:v>24.6</c:v>
                </c:pt>
                <c:pt idx="4127">
                  <c:v>24.6</c:v>
                </c:pt>
                <c:pt idx="4128">
                  <c:v>24.65</c:v>
                </c:pt>
                <c:pt idx="4129">
                  <c:v>24.65</c:v>
                </c:pt>
                <c:pt idx="4130">
                  <c:v>24.7</c:v>
                </c:pt>
                <c:pt idx="4131">
                  <c:v>24.7</c:v>
                </c:pt>
                <c:pt idx="4132">
                  <c:v>24.7</c:v>
                </c:pt>
                <c:pt idx="4133">
                  <c:v>24.75</c:v>
                </c:pt>
                <c:pt idx="4134">
                  <c:v>24.75</c:v>
                </c:pt>
                <c:pt idx="4135">
                  <c:v>24.8</c:v>
                </c:pt>
                <c:pt idx="4136">
                  <c:v>24.8</c:v>
                </c:pt>
                <c:pt idx="4137">
                  <c:v>24.85</c:v>
                </c:pt>
                <c:pt idx="4138">
                  <c:v>24.85</c:v>
                </c:pt>
                <c:pt idx="4139">
                  <c:v>24.9</c:v>
                </c:pt>
                <c:pt idx="4140">
                  <c:v>24.9</c:v>
                </c:pt>
                <c:pt idx="4141">
                  <c:v>24.85</c:v>
                </c:pt>
                <c:pt idx="4142">
                  <c:v>24.85</c:v>
                </c:pt>
                <c:pt idx="4143">
                  <c:v>24.85</c:v>
                </c:pt>
                <c:pt idx="4144">
                  <c:v>24.75</c:v>
                </c:pt>
                <c:pt idx="4145">
                  <c:v>24.75</c:v>
                </c:pt>
                <c:pt idx="4146">
                  <c:v>24.7</c:v>
                </c:pt>
                <c:pt idx="4147">
                  <c:v>24.6</c:v>
                </c:pt>
                <c:pt idx="4148">
                  <c:v>24.6</c:v>
                </c:pt>
                <c:pt idx="4149">
                  <c:v>24.55</c:v>
                </c:pt>
                <c:pt idx="4150">
                  <c:v>24.55</c:v>
                </c:pt>
                <c:pt idx="4151">
                  <c:v>24.55</c:v>
                </c:pt>
                <c:pt idx="4152">
                  <c:v>24.6</c:v>
                </c:pt>
                <c:pt idx="4153">
                  <c:v>24.6</c:v>
                </c:pt>
                <c:pt idx="4154">
                  <c:v>24.6</c:v>
                </c:pt>
                <c:pt idx="4155">
                  <c:v>24.6</c:v>
                </c:pt>
                <c:pt idx="4156">
                  <c:v>24.6</c:v>
                </c:pt>
                <c:pt idx="4157">
                  <c:v>24.65</c:v>
                </c:pt>
                <c:pt idx="4158">
                  <c:v>24.65</c:v>
                </c:pt>
                <c:pt idx="4159">
                  <c:v>24.65</c:v>
                </c:pt>
                <c:pt idx="4160">
                  <c:v>24.7</c:v>
                </c:pt>
                <c:pt idx="4161">
                  <c:v>24.7</c:v>
                </c:pt>
                <c:pt idx="4162">
                  <c:v>24.75</c:v>
                </c:pt>
                <c:pt idx="4163">
                  <c:v>24.75</c:v>
                </c:pt>
                <c:pt idx="4164">
                  <c:v>24.8</c:v>
                </c:pt>
                <c:pt idx="4165">
                  <c:v>24.8</c:v>
                </c:pt>
                <c:pt idx="4166">
                  <c:v>24.8</c:v>
                </c:pt>
                <c:pt idx="4167">
                  <c:v>24.8</c:v>
                </c:pt>
                <c:pt idx="4168">
                  <c:v>24.85</c:v>
                </c:pt>
                <c:pt idx="4169">
                  <c:v>24.85</c:v>
                </c:pt>
                <c:pt idx="4170">
                  <c:v>24.85</c:v>
                </c:pt>
                <c:pt idx="4171">
                  <c:v>24.85</c:v>
                </c:pt>
                <c:pt idx="4172">
                  <c:v>24.85</c:v>
                </c:pt>
                <c:pt idx="4173">
                  <c:v>24.85</c:v>
                </c:pt>
                <c:pt idx="4174">
                  <c:v>24.8</c:v>
                </c:pt>
                <c:pt idx="4175">
                  <c:v>24.75</c:v>
                </c:pt>
                <c:pt idx="4176">
                  <c:v>24.65</c:v>
                </c:pt>
                <c:pt idx="4177">
                  <c:v>24.6</c:v>
                </c:pt>
                <c:pt idx="4178">
                  <c:v>24.55</c:v>
                </c:pt>
                <c:pt idx="4179">
                  <c:v>24.55</c:v>
                </c:pt>
                <c:pt idx="4180">
                  <c:v>24.55</c:v>
                </c:pt>
                <c:pt idx="4181">
                  <c:v>24.55</c:v>
                </c:pt>
                <c:pt idx="4182">
                  <c:v>24.55</c:v>
                </c:pt>
                <c:pt idx="4183">
                  <c:v>24.6</c:v>
                </c:pt>
                <c:pt idx="4184">
                  <c:v>24.6</c:v>
                </c:pt>
                <c:pt idx="4185">
                  <c:v>24.6</c:v>
                </c:pt>
                <c:pt idx="4186">
                  <c:v>24.6</c:v>
                </c:pt>
                <c:pt idx="4187">
                  <c:v>24.65</c:v>
                </c:pt>
                <c:pt idx="4188">
                  <c:v>24.65</c:v>
                </c:pt>
                <c:pt idx="4189">
                  <c:v>24.65</c:v>
                </c:pt>
                <c:pt idx="4190">
                  <c:v>24.7</c:v>
                </c:pt>
                <c:pt idx="4191">
                  <c:v>24.7</c:v>
                </c:pt>
                <c:pt idx="4192">
                  <c:v>24.75</c:v>
                </c:pt>
                <c:pt idx="4193">
                  <c:v>24.75</c:v>
                </c:pt>
                <c:pt idx="4194">
                  <c:v>24.75</c:v>
                </c:pt>
                <c:pt idx="4195">
                  <c:v>24.8</c:v>
                </c:pt>
                <c:pt idx="4196">
                  <c:v>24.8</c:v>
                </c:pt>
                <c:pt idx="4197">
                  <c:v>24.85</c:v>
                </c:pt>
                <c:pt idx="4198">
                  <c:v>24.85</c:v>
                </c:pt>
                <c:pt idx="4199">
                  <c:v>24.85</c:v>
                </c:pt>
                <c:pt idx="4200">
                  <c:v>24.85</c:v>
                </c:pt>
                <c:pt idx="4201">
                  <c:v>24.85</c:v>
                </c:pt>
                <c:pt idx="4202">
                  <c:v>24.85</c:v>
                </c:pt>
                <c:pt idx="4203">
                  <c:v>24.8</c:v>
                </c:pt>
                <c:pt idx="4204">
                  <c:v>24.8</c:v>
                </c:pt>
                <c:pt idx="4205">
                  <c:v>24.75</c:v>
                </c:pt>
                <c:pt idx="4206">
                  <c:v>24.7</c:v>
                </c:pt>
                <c:pt idx="4207">
                  <c:v>24.7</c:v>
                </c:pt>
                <c:pt idx="4208">
                  <c:v>24.65</c:v>
                </c:pt>
                <c:pt idx="4209">
                  <c:v>24.6</c:v>
                </c:pt>
                <c:pt idx="4210">
                  <c:v>24.6</c:v>
                </c:pt>
                <c:pt idx="4211">
                  <c:v>24.6</c:v>
                </c:pt>
                <c:pt idx="4212">
                  <c:v>24.6</c:v>
                </c:pt>
                <c:pt idx="4213">
                  <c:v>24.6</c:v>
                </c:pt>
                <c:pt idx="4214">
                  <c:v>24.6</c:v>
                </c:pt>
                <c:pt idx="4215">
                  <c:v>24.6</c:v>
                </c:pt>
                <c:pt idx="4216">
                  <c:v>24.6</c:v>
                </c:pt>
                <c:pt idx="4217">
                  <c:v>24.65</c:v>
                </c:pt>
                <c:pt idx="4218">
                  <c:v>24.65</c:v>
                </c:pt>
                <c:pt idx="4219">
                  <c:v>24.7</c:v>
                </c:pt>
                <c:pt idx="4220">
                  <c:v>24.7</c:v>
                </c:pt>
                <c:pt idx="4221">
                  <c:v>24.7</c:v>
                </c:pt>
                <c:pt idx="4222">
                  <c:v>24.75</c:v>
                </c:pt>
                <c:pt idx="4223">
                  <c:v>24.75</c:v>
                </c:pt>
                <c:pt idx="4224">
                  <c:v>24.8</c:v>
                </c:pt>
                <c:pt idx="4225">
                  <c:v>24.8</c:v>
                </c:pt>
                <c:pt idx="4226">
                  <c:v>24.8</c:v>
                </c:pt>
                <c:pt idx="4227">
                  <c:v>24.85</c:v>
                </c:pt>
                <c:pt idx="4228">
                  <c:v>24.85</c:v>
                </c:pt>
                <c:pt idx="4229">
                  <c:v>24.9</c:v>
                </c:pt>
                <c:pt idx="4230">
                  <c:v>24.9</c:v>
                </c:pt>
                <c:pt idx="4231">
                  <c:v>24.9</c:v>
                </c:pt>
                <c:pt idx="4232">
                  <c:v>24.85</c:v>
                </c:pt>
                <c:pt idx="4233">
                  <c:v>24.8</c:v>
                </c:pt>
                <c:pt idx="4234">
                  <c:v>24.8</c:v>
                </c:pt>
                <c:pt idx="4235">
                  <c:v>24.75</c:v>
                </c:pt>
                <c:pt idx="4236">
                  <c:v>24.7</c:v>
                </c:pt>
                <c:pt idx="4237">
                  <c:v>24.65</c:v>
                </c:pt>
                <c:pt idx="4238">
                  <c:v>24.6</c:v>
                </c:pt>
                <c:pt idx="4239">
                  <c:v>24.6</c:v>
                </c:pt>
                <c:pt idx="4240">
                  <c:v>24.55</c:v>
                </c:pt>
                <c:pt idx="4241">
                  <c:v>24.55</c:v>
                </c:pt>
                <c:pt idx="4242">
                  <c:v>24.6</c:v>
                </c:pt>
                <c:pt idx="4243">
                  <c:v>24.55</c:v>
                </c:pt>
                <c:pt idx="4244">
                  <c:v>24.55</c:v>
                </c:pt>
                <c:pt idx="4245">
                  <c:v>24.6</c:v>
                </c:pt>
                <c:pt idx="4246">
                  <c:v>24.6</c:v>
                </c:pt>
                <c:pt idx="4247">
                  <c:v>24.6</c:v>
                </c:pt>
                <c:pt idx="4248">
                  <c:v>24.65</c:v>
                </c:pt>
                <c:pt idx="4249">
                  <c:v>24.65</c:v>
                </c:pt>
                <c:pt idx="4250">
                  <c:v>24.7</c:v>
                </c:pt>
                <c:pt idx="4251">
                  <c:v>24.7</c:v>
                </c:pt>
                <c:pt idx="4252">
                  <c:v>24.7</c:v>
                </c:pt>
                <c:pt idx="4253">
                  <c:v>24.75</c:v>
                </c:pt>
                <c:pt idx="4254">
                  <c:v>24.75</c:v>
                </c:pt>
                <c:pt idx="4255">
                  <c:v>24.8</c:v>
                </c:pt>
                <c:pt idx="4256">
                  <c:v>24.8</c:v>
                </c:pt>
                <c:pt idx="4257">
                  <c:v>24.8</c:v>
                </c:pt>
                <c:pt idx="4258">
                  <c:v>24.85</c:v>
                </c:pt>
                <c:pt idx="4259">
                  <c:v>24.85</c:v>
                </c:pt>
                <c:pt idx="4260">
                  <c:v>24.9</c:v>
                </c:pt>
                <c:pt idx="4261">
                  <c:v>24.9</c:v>
                </c:pt>
                <c:pt idx="4262">
                  <c:v>24.85</c:v>
                </c:pt>
                <c:pt idx="4263">
                  <c:v>24.8</c:v>
                </c:pt>
                <c:pt idx="4264">
                  <c:v>24.75</c:v>
                </c:pt>
                <c:pt idx="4265">
                  <c:v>24.75</c:v>
                </c:pt>
                <c:pt idx="4266">
                  <c:v>24.7</c:v>
                </c:pt>
                <c:pt idx="4267">
                  <c:v>24.65</c:v>
                </c:pt>
                <c:pt idx="4268">
                  <c:v>24.65</c:v>
                </c:pt>
                <c:pt idx="4269">
                  <c:v>24.6</c:v>
                </c:pt>
                <c:pt idx="4270">
                  <c:v>24.6</c:v>
                </c:pt>
                <c:pt idx="4271">
                  <c:v>24.6</c:v>
                </c:pt>
                <c:pt idx="4272">
                  <c:v>24.6</c:v>
                </c:pt>
                <c:pt idx="4273">
                  <c:v>24.6</c:v>
                </c:pt>
                <c:pt idx="4274">
                  <c:v>24.6</c:v>
                </c:pt>
                <c:pt idx="4275">
                  <c:v>24.6</c:v>
                </c:pt>
                <c:pt idx="4276">
                  <c:v>24.6</c:v>
                </c:pt>
                <c:pt idx="4277">
                  <c:v>24.6</c:v>
                </c:pt>
                <c:pt idx="4278">
                  <c:v>24.6</c:v>
                </c:pt>
                <c:pt idx="4279">
                  <c:v>24.65</c:v>
                </c:pt>
                <c:pt idx="4280">
                  <c:v>24.65</c:v>
                </c:pt>
                <c:pt idx="4281">
                  <c:v>24.7</c:v>
                </c:pt>
                <c:pt idx="4282">
                  <c:v>24.7</c:v>
                </c:pt>
                <c:pt idx="4283">
                  <c:v>24.75</c:v>
                </c:pt>
                <c:pt idx="4284">
                  <c:v>24.75</c:v>
                </c:pt>
                <c:pt idx="4285">
                  <c:v>24.75</c:v>
                </c:pt>
                <c:pt idx="4286">
                  <c:v>24.8</c:v>
                </c:pt>
                <c:pt idx="4287">
                  <c:v>24.8</c:v>
                </c:pt>
                <c:pt idx="4288">
                  <c:v>24.8</c:v>
                </c:pt>
                <c:pt idx="4289">
                  <c:v>24.85</c:v>
                </c:pt>
                <c:pt idx="4290">
                  <c:v>24.85</c:v>
                </c:pt>
                <c:pt idx="4291">
                  <c:v>24.85</c:v>
                </c:pt>
                <c:pt idx="4292">
                  <c:v>24.85</c:v>
                </c:pt>
                <c:pt idx="4293">
                  <c:v>24.8</c:v>
                </c:pt>
                <c:pt idx="4294">
                  <c:v>24.7</c:v>
                </c:pt>
                <c:pt idx="4295">
                  <c:v>24.7</c:v>
                </c:pt>
                <c:pt idx="4296">
                  <c:v>24.65</c:v>
                </c:pt>
                <c:pt idx="4297">
                  <c:v>24.6</c:v>
                </c:pt>
                <c:pt idx="4298">
                  <c:v>24.6</c:v>
                </c:pt>
                <c:pt idx="4299">
                  <c:v>24.55</c:v>
                </c:pt>
                <c:pt idx="4300">
                  <c:v>24.55</c:v>
                </c:pt>
                <c:pt idx="4301">
                  <c:v>24.5</c:v>
                </c:pt>
                <c:pt idx="4302">
                  <c:v>24.55</c:v>
                </c:pt>
                <c:pt idx="4303">
                  <c:v>24.55</c:v>
                </c:pt>
                <c:pt idx="4304">
                  <c:v>24.55</c:v>
                </c:pt>
                <c:pt idx="4305">
                  <c:v>24.55</c:v>
                </c:pt>
                <c:pt idx="4306">
                  <c:v>24.6</c:v>
                </c:pt>
                <c:pt idx="4307">
                  <c:v>24.6</c:v>
                </c:pt>
                <c:pt idx="4308">
                  <c:v>24.65</c:v>
                </c:pt>
                <c:pt idx="4309">
                  <c:v>24.65</c:v>
                </c:pt>
                <c:pt idx="4310">
                  <c:v>24.7</c:v>
                </c:pt>
                <c:pt idx="4311">
                  <c:v>24.7</c:v>
                </c:pt>
                <c:pt idx="4312">
                  <c:v>24.7</c:v>
                </c:pt>
                <c:pt idx="4313">
                  <c:v>24.75</c:v>
                </c:pt>
                <c:pt idx="4314">
                  <c:v>24.75</c:v>
                </c:pt>
                <c:pt idx="4315">
                  <c:v>24.8</c:v>
                </c:pt>
                <c:pt idx="4316">
                  <c:v>24.8</c:v>
                </c:pt>
                <c:pt idx="4317">
                  <c:v>24.8</c:v>
                </c:pt>
                <c:pt idx="4318">
                  <c:v>24.8</c:v>
                </c:pt>
                <c:pt idx="4319">
                  <c:v>24.8</c:v>
                </c:pt>
                <c:pt idx="4320">
                  <c:v>24.85</c:v>
                </c:pt>
                <c:pt idx="4321">
                  <c:v>24.8</c:v>
                </c:pt>
                <c:pt idx="4322">
                  <c:v>24.8</c:v>
                </c:pt>
                <c:pt idx="4323">
                  <c:v>24.75</c:v>
                </c:pt>
                <c:pt idx="4324">
                  <c:v>24.7</c:v>
                </c:pt>
                <c:pt idx="4325">
                  <c:v>24.65</c:v>
                </c:pt>
                <c:pt idx="4326">
                  <c:v>24.65</c:v>
                </c:pt>
                <c:pt idx="4327">
                  <c:v>24.6</c:v>
                </c:pt>
                <c:pt idx="4328">
                  <c:v>24.6</c:v>
                </c:pt>
                <c:pt idx="4329">
                  <c:v>24.55</c:v>
                </c:pt>
                <c:pt idx="4330">
                  <c:v>24.55</c:v>
                </c:pt>
                <c:pt idx="4331">
                  <c:v>24.55</c:v>
                </c:pt>
                <c:pt idx="4332">
                  <c:v>24.5</c:v>
                </c:pt>
                <c:pt idx="4333">
                  <c:v>24.55</c:v>
                </c:pt>
                <c:pt idx="4334">
                  <c:v>24.55</c:v>
                </c:pt>
                <c:pt idx="4335">
                  <c:v>24.55</c:v>
                </c:pt>
                <c:pt idx="4336">
                  <c:v>24.55</c:v>
                </c:pt>
                <c:pt idx="4337">
                  <c:v>24.6</c:v>
                </c:pt>
                <c:pt idx="4338">
                  <c:v>24.6</c:v>
                </c:pt>
                <c:pt idx="4339">
                  <c:v>24.65</c:v>
                </c:pt>
                <c:pt idx="4340">
                  <c:v>24.65</c:v>
                </c:pt>
                <c:pt idx="4341">
                  <c:v>24.65</c:v>
                </c:pt>
                <c:pt idx="4342">
                  <c:v>24.7</c:v>
                </c:pt>
                <c:pt idx="4343">
                  <c:v>24.7</c:v>
                </c:pt>
                <c:pt idx="4344">
                  <c:v>24.75</c:v>
                </c:pt>
                <c:pt idx="4345">
                  <c:v>24.75</c:v>
                </c:pt>
                <c:pt idx="4346">
                  <c:v>24.8</c:v>
                </c:pt>
                <c:pt idx="4347">
                  <c:v>24.8</c:v>
                </c:pt>
                <c:pt idx="4348">
                  <c:v>24.85</c:v>
                </c:pt>
                <c:pt idx="4349">
                  <c:v>24.85</c:v>
                </c:pt>
                <c:pt idx="4350">
                  <c:v>24.85</c:v>
                </c:pt>
                <c:pt idx="4351">
                  <c:v>24.85</c:v>
                </c:pt>
                <c:pt idx="4352">
                  <c:v>24.8</c:v>
                </c:pt>
                <c:pt idx="4353">
                  <c:v>24.8</c:v>
                </c:pt>
                <c:pt idx="4354">
                  <c:v>24.7</c:v>
                </c:pt>
                <c:pt idx="4355">
                  <c:v>24.65</c:v>
                </c:pt>
                <c:pt idx="4356">
                  <c:v>24.6</c:v>
                </c:pt>
                <c:pt idx="4357">
                  <c:v>24.55</c:v>
                </c:pt>
                <c:pt idx="4358">
                  <c:v>24.55</c:v>
                </c:pt>
                <c:pt idx="4359">
                  <c:v>24.55</c:v>
                </c:pt>
                <c:pt idx="4360">
                  <c:v>24.55</c:v>
                </c:pt>
                <c:pt idx="4361">
                  <c:v>24.5</c:v>
                </c:pt>
                <c:pt idx="4362">
                  <c:v>24.5</c:v>
                </c:pt>
                <c:pt idx="4363">
                  <c:v>24.5</c:v>
                </c:pt>
                <c:pt idx="4364">
                  <c:v>24.55</c:v>
                </c:pt>
                <c:pt idx="4365">
                  <c:v>24.55</c:v>
                </c:pt>
                <c:pt idx="4366">
                  <c:v>24.6</c:v>
                </c:pt>
                <c:pt idx="4367">
                  <c:v>24.6</c:v>
                </c:pt>
                <c:pt idx="4368">
                  <c:v>24.6</c:v>
                </c:pt>
                <c:pt idx="4369">
                  <c:v>24.65</c:v>
                </c:pt>
                <c:pt idx="4370">
                  <c:v>24.65</c:v>
                </c:pt>
                <c:pt idx="4371">
                  <c:v>24.7</c:v>
                </c:pt>
                <c:pt idx="4372">
                  <c:v>24.7</c:v>
                </c:pt>
                <c:pt idx="4373">
                  <c:v>24.7</c:v>
                </c:pt>
                <c:pt idx="4374">
                  <c:v>24.75</c:v>
                </c:pt>
                <c:pt idx="4375">
                  <c:v>24.75</c:v>
                </c:pt>
                <c:pt idx="4376">
                  <c:v>24.8</c:v>
                </c:pt>
                <c:pt idx="4377">
                  <c:v>24.8</c:v>
                </c:pt>
                <c:pt idx="4378">
                  <c:v>24.85</c:v>
                </c:pt>
                <c:pt idx="4379">
                  <c:v>24.85</c:v>
                </c:pt>
                <c:pt idx="4380">
                  <c:v>24.85</c:v>
                </c:pt>
                <c:pt idx="4381">
                  <c:v>24.85</c:v>
                </c:pt>
                <c:pt idx="4382">
                  <c:v>24.85</c:v>
                </c:pt>
                <c:pt idx="4383">
                  <c:v>24.8</c:v>
                </c:pt>
                <c:pt idx="4384">
                  <c:v>24.75</c:v>
                </c:pt>
                <c:pt idx="4385">
                  <c:v>24.7</c:v>
                </c:pt>
                <c:pt idx="4386">
                  <c:v>24.6</c:v>
                </c:pt>
                <c:pt idx="4387">
                  <c:v>24.6</c:v>
                </c:pt>
                <c:pt idx="4388">
                  <c:v>24.55</c:v>
                </c:pt>
                <c:pt idx="4389">
                  <c:v>24.55</c:v>
                </c:pt>
                <c:pt idx="4390">
                  <c:v>24.5</c:v>
                </c:pt>
                <c:pt idx="4391">
                  <c:v>24.5</c:v>
                </c:pt>
                <c:pt idx="4392">
                  <c:v>24.5</c:v>
                </c:pt>
                <c:pt idx="4393">
                  <c:v>24.5</c:v>
                </c:pt>
                <c:pt idx="4394">
                  <c:v>24.55</c:v>
                </c:pt>
                <c:pt idx="4395">
                  <c:v>24.55</c:v>
                </c:pt>
                <c:pt idx="4396">
                  <c:v>24.55</c:v>
                </c:pt>
                <c:pt idx="4397">
                  <c:v>24.6</c:v>
                </c:pt>
                <c:pt idx="4398">
                  <c:v>24.6</c:v>
                </c:pt>
                <c:pt idx="4399">
                  <c:v>24.6</c:v>
                </c:pt>
                <c:pt idx="4400">
                  <c:v>24.6</c:v>
                </c:pt>
                <c:pt idx="4401">
                  <c:v>24.65</c:v>
                </c:pt>
                <c:pt idx="4402">
                  <c:v>24.65</c:v>
                </c:pt>
                <c:pt idx="4403">
                  <c:v>24.7</c:v>
                </c:pt>
                <c:pt idx="4404">
                  <c:v>24.7</c:v>
                </c:pt>
                <c:pt idx="4405">
                  <c:v>24.7</c:v>
                </c:pt>
                <c:pt idx="4406">
                  <c:v>24.75</c:v>
                </c:pt>
                <c:pt idx="4407">
                  <c:v>24.75</c:v>
                </c:pt>
                <c:pt idx="4408">
                  <c:v>24.8</c:v>
                </c:pt>
                <c:pt idx="4409">
                  <c:v>24.8</c:v>
                </c:pt>
                <c:pt idx="4410">
                  <c:v>24.85</c:v>
                </c:pt>
                <c:pt idx="4411">
                  <c:v>24.8</c:v>
                </c:pt>
                <c:pt idx="4412">
                  <c:v>24.8</c:v>
                </c:pt>
                <c:pt idx="4413">
                  <c:v>24.75</c:v>
                </c:pt>
                <c:pt idx="4414">
                  <c:v>24.7</c:v>
                </c:pt>
                <c:pt idx="4415">
                  <c:v>24.7</c:v>
                </c:pt>
                <c:pt idx="4416">
                  <c:v>24.65</c:v>
                </c:pt>
                <c:pt idx="4417">
                  <c:v>24.6</c:v>
                </c:pt>
                <c:pt idx="4418">
                  <c:v>24.55</c:v>
                </c:pt>
                <c:pt idx="4419">
                  <c:v>24.55</c:v>
                </c:pt>
                <c:pt idx="4420">
                  <c:v>24.5</c:v>
                </c:pt>
                <c:pt idx="4421">
                  <c:v>24.55</c:v>
                </c:pt>
                <c:pt idx="4422">
                  <c:v>24.55</c:v>
                </c:pt>
                <c:pt idx="4423">
                  <c:v>24.55</c:v>
                </c:pt>
                <c:pt idx="4424">
                  <c:v>24.55</c:v>
                </c:pt>
                <c:pt idx="4425">
                  <c:v>24.55</c:v>
                </c:pt>
                <c:pt idx="4426">
                  <c:v>24.55</c:v>
                </c:pt>
                <c:pt idx="4427">
                  <c:v>24.6</c:v>
                </c:pt>
                <c:pt idx="4428">
                  <c:v>24.6</c:v>
                </c:pt>
                <c:pt idx="4429">
                  <c:v>24.65</c:v>
                </c:pt>
                <c:pt idx="4430">
                  <c:v>24.65</c:v>
                </c:pt>
                <c:pt idx="4431">
                  <c:v>24.65</c:v>
                </c:pt>
                <c:pt idx="4432">
                  <c:v>24.65</c:v>
                </c:pt>
                <c:pt idx="4433">
                  <c:v>24.7</c:v>
                </c:pt>
                <c:pt idx="4434">
                  <c:v>24.7</c:v>
                </c:pt>
                <c:pt idx="4435">
                  <c:v>24.75</c:v>
                </c:pt>
                <c:pt idx="4436">
                  <c:v>24.75</c:v>
                </c:pt>
                <c:pt idx="4437">
                  <c:v>24.8</c:v>
                </c:pt>
                <c:pt idx="4438">
                  <c:v>24.8</c:v>
                </c:pt>
                <c:pt idx="4439">
                  <c:v>24.85</c:v>
                </c:pt>
                <c:pt idx="4440">
                  <c:v>24.85</c:v>
                </c:pt>
                <c:pt idx="4441">
                  <c:v>24.85</c:v>
                </c:pt>
                <c:pt idx="4442">
                  <c:v>24.8</c:v>
                </c:pt>
                <c:pt idx="4443">
                  <c:v>24.75</c:v>
                </c:pt>
                <c:pt idx="4444">
                  <c:v>24.7</c:v>
                </c:pt>
                <c:pt idx="4445">
                  <c:v>24.7</c:v>
                </c:pt>
                <c:pt idx="4446">
                  <c:v>24.65</c:v>
                </c:pt>
                <c:pt idx="4447">
                  <c:v>24.6</c:v>
                </c:pt>
                <c:pt idx="4448">
                  <c:v>24.6</c:v>
                </c:pt>
                <c:pt idx="4449">
                  <c:v>24.55</c:v>
                </c:pt>
                <c:pt idx="4450">
                  <c:v>24.55</c:v>
                </c:pt>
                <c:pt idx="4451">
                  <c:v>24.5</c:v>
                </c:pt>
                <c:pt idx="4452">
                  <c:v>24.5</c:v>
                </c:pt>
                <c:pt idx="4453">
                  <c:v>24.55</c:v>
                </c:pt>
                <c:pt idx="4454">
                  <c:v>24.55</c:v>
                </c:pt>
                <c:pt idx="4455">
                  <c:v>24.55</c:v>
                </c:pt>
                <c:pt idx="4456">
                  <c:v>24.55</c:v>
                </c:pt>
                <c:pt idx="4457">
                  <c:v>24.6</c:v>
                </c:pt>
                <c:pt idx="4458">
                  <c:v>24.65</c:v>
                </c:pt>
                <c:pt idx="4459">
                  <c:v>24.65</c:v>
                </c:pt>
                <c:pt idx="4460">
                  <c:v>24.7</c:v>
                </c:pt>
                <c:pt idx="4461">
                  <c:v>24.7</c:v>
                </c:pt>
                <c:pt idx="4462">
                  <c:v>24.75</c:v>
                </c:pt>
                <c:pt idx="4463">
                  <c:v>24.75</c:v>
                </c:pt>
                <c:pt idx="4464">
                  <c:v>24.8</c:v>
                </c:pt>
                <c:pt idx="4465">
                  <c:v>24.8</c:v>
                </c:pt>
                <c:pt idx="4466">
                  <c:v>24.8</c:v>
                </c:pt>
                <c:pt idx="4467">
                  <c:v>24.8</c:v>
                </c:pt>
                <c:pt idx="4468">
                  <c:v>24.85</c:v>
                </c:pt>
                <c:pt idx="4469">
                  <c:v>24.85</c:v>
                </c:pt>
                <c:pt idx="4470">
                  <c:v>24.85</c:v>
                </c:pt>
                <c:pt idx="4471">
                  <c:v>24.85</c:v>
                </c:pt>
                <c:pt idx="4472">
                  <c:v>24.85</c:v>
                </c:pt>
                <c:pt idx="4473">
                  <c:v>24.8</c:v>
                </c:pt>
                <c:pt idx="4474">
                  <c:v>24.75</c:v>
                </c:pt>
                <c:pt idx="4475">
                  <c:v>24.7</c:v>
                </c:pt>
                <c:pt idx="4476">
                  <c:v>24.65</c:v>
                </c:pt>
                <c:pt idx="4477">
                  <c:v>24.6</c:v>
                </c:pt>
                <c:pt idx="4478">
                  <c:v>24.6</c:v>
                </c:pt>
                <c:pt idx="4479">
                  <c:v>24.6</c:v>
                </c:pt>
                <c:pt idx="4480">
                  <c:v>24.55</c:v>
                </c:pt>
                <c:pt idx="4481">
                  <c:v>24.55</c:v>
                </c:pt>
                <c:pt idx="4482">
                  <c:v>24.55</c:v>
                </c:pt>
                <c:pt idx="4483">
                  <c:v>24.55</c:v>
                </c:pt>
                <c:pt idx="4484">
                  <c:v>24.6</c:v>
                </c:pt>
                <c:pt idx="4485">
                  <c:v>24.6</c:v>
                </c:pt>
                <c:pt idx="4486">
                  <c:v>24.6</c:v>
                </c:pt>
                <c:pt idx="4487">
                  <c:v>24.65</c:v>
                </c:pt>
                <c:pt idx="4488">
                  <c:v>24.65</c:v>
                </c:pt>
                <c:pt idx="4489">
                  <c:v>24.65</c:v>
                </c:pt>
                <c:pt idx="4490">
                  <c:v>24.7</c:v>
                </c:pt>
                <c:pt idx="4491">
                  <c:v>24.7</c:v>
                </c:pt>
                <c:pt idx="4492">
                  <c:v>24.75</c:v>
                </c:pt>
                <c:pt idx="4493">
                  <c:v>24.75</c:v>
                </c:pt>
                <c:pt idx="4494">
                  <c:v>24.8</c:v>
                </c:pt>
                <c:pt idx="4495">
                  <c:v>24.8</c:v>
                </c:pt>
                <c:pt idx="4496">
                  <c:v>24.85</c:v>
                </c:pt>
                <c:pt idx="4497">
                  <c:v>24.85</c:v>
                </c:pt>
                <c:pt idx="4498">
                  <c:v>24.9</c:v>
                </c:pt>
                <c:pt idx="4499">
                  <c:v>24.9</c:v>
                </c:pt>
                <c:pt idx="4500">
                  <c:v>24.9</c:v>
                </c:pt>
                <c:pt idx="4501">
                  <c:v>24.9</c:v>
                </c:pt>
                <c:pt idx="4502">
                  <c:v>24.9</c:v>
                </c:pt>
                <c:pt idx="4503">
                  <c:v>24.85</c:v>
                </c:pt>
                <c:pt idx="4504">
                  <c:v>24.8</c:v>
                </c:pt>
                <c:pt idx="4505">
                  <c:v>24.75</c:v>
                </c:pt>
                <c:pt idx="4506">
                  <c:v>24.7</c:v>
                </c:pt>
                <c:pt idx="4507">
                  <c:v>24.65</c:v>
                </c:pt>
                <c:pt idx="4508">
                  <c:v>24.6</c:v>
                </c:pt>
                <c:pt idx="4509">
                  <c:v>24.55</c:v>
                </c:pt>
                <c:pt idx="4510">
                  <c:v>24.55</c:v>
                </c:pt>
                <c:pt idx="4511">
                  <c:v>24.55</c:v>
                </c:pt>
                <c:pt idx="4512">
                  <c:v>24.55</c:v>
                </c:pt>
                <c:pt idx="4513">
                  <c:v>24.55</c:v>
                </c:pt>
                <c:pt idx="4514">
                  <c:v>24.55</c:v>
                </c:pt>
                <c:pt idx="4515">
                  <c:v>24.55</c:v>
                </c:pt>
                <c:pt idx="4516">
                  <c:v>24.55</c:v>
                </c:pt>
                <c:pt idx="4517">
                  <c:v>24.6</c:v>
                </c:pt>
                <c:pt idx="4518">
                  <c:v>24.6</c:v>
                </c:pt>
                <c:pt idx="4519">
                  <c:v>24.6</c:v>
                </c:pt>
                <c:pt idx="4520">
                  <c:v>24.65</c:v>
                </c:pt>
                <c:pt idx="4521">
                  <c:v>24.65</c:v>
                </c:pt>
                <c:pt idx="4522">
                  <c:v>24.7</c:v>
                </c:pt>
                <c:pt idx="4523">
                  <c:v>24.7</c:v>
                </c:pt>
                <c:pt idx="4524">
                  <c:v>24.75</c:v>
                </c:pt>
                <c:pt idx="4525">
                  <c:v>24.8</c:v>
                </c:pt>
                <c:pt idx="4526">
                  <c:v>24.8</c:v>
                </c:pt>
                <c:pt idx="4527">
                  <c:v>24.85</c:v>
                </c:pt>
                <c:pt idx="4528">
                  <c:v>24.85</c:v>
                </c:pt>
                <c:pt idx="4529">
                  <c:v>24.9</c:v>
                </c:pt>
                <c:pt idx="4530">
                  <c:v>24.9</c:v>
                </c:pt>
                <c:pt idx="4531">
                  <c:v>24.9</c:v>
                </c:pt>
                <c:pt idx="4532">
                  <c:v>24.85</c:v>
                </c:pt>
                <c:pt idx="4533">
                  <c:v>24.8</c:v>
                </c:pt>
                <c:pt idx="4534">
                  <c:v>24.8</c:v>
                </c:pt>
                <c:pt idx="4535">
                  <c:v>24.7</c:v>
                </c:pt>
                <c:pt idx="4536">
                  <c:v>24.65</c:v>
                </c:pt>
                <c:pt idx="4537">
                  <c:v>24.65</c:v>
                </c:pt>
                <c:pt idx="4538">
                  <c:v>24.6</c:v>
                </c:pt>
                <c:pt idx="4539">
                  <c:v>24.6</c:v>
                </c:pt>
                <c:pt idx="4540">
                  <c:v>24.6</c:v>
                </c:pt>
                <c:pt idx="4541">
                  <c:v>24.55</c:v>
                </c:pt>
                <c:pt idx="4542">
                  <c:v>24.55</c:v>
                </c:pt>
                <c:pt idx="4543">
                  <c:v>24.55</c:v>
                </c:pt>
                <c:pt idx="4544">
                  <c:v>24.55</c:v>
                </c:pt>
                <c:pt idx="4545">
                  <c:v>24.55</c:v>
                </c:pt>
                <c:pt idx="4546">
                  <c:v>24.55</c:v>
                </c:pt>
                <c:pt idx="4547">
                  <c:v>24.55</c:v>
                </c:pt>
                <c:pt idx="4548">
                  <c:v>24.6</c:v>
                </c:pt>
                <c:pt idx="4549">
                  <c:v>24.6</c:v>
                </c:pt>
                <c:pt idx="4550">
                  <c:v>24.65</c:v>
                </c:pt>
                <c:pt idx="4551">
                  <c:v>24.65</c:v>
                </c:pt>
                <c:pt idx="4552">
                  <c:v>24.7</c:v>
                </c:pt>
                <c:pt idx="4553">
                  <c:v>24.7</c:v>
                </c:pt>
                <c:pt idx="4554">
                  <c:v>24.7</c:v>
                </c:pt>
                <c:pt idx="4555">
                  <c:v>24.75</c:v>
                </c:pt>
                <c:pt idx="4556">
                  <c:v>24.8</c:v>
                </c:pt>
                <c:pt idx="4557">
                  <c:v>24.8</c:v>
                </c:pt>
                <c:pt idx="4558">
                  <c:v>24.8</c:v>
                </c:pt>
                <c:pt idx="4559">
                  <c:v>24.85</c:v>
                </c:pt>
                <c:pt idx="4560">
                  <c:v>24.85</c:v>
                </c:pt>
                <c:pt idx="4561">
                  <c:v>24.85</c:v>
                </c:pt>
                <c:pt idx="4562">
                  <c:v>24.85</c:v>
                </c:pt>
                <c:pt idx="4563">
                  <c:v>24.8</c:v>
                </c:pt>
                <c:pt idx="4564">
                  <c:v>24.75</c:v>
                </c:pt>
                <c:pt idx="4565">
                  <c:v>24.7</c:v>
                </c:pt>
                <c:pt idx="4566">
                  <c:v>24.65</c:v>
                </c:pt>
                <c:pt idx="4567">
                  <c:v>24.6</c:v>
                </c:pt>
                <c:pt idx="4568">
                  <c:v>24.55</c:v>
                </c:pt>
                <c:pt idx="4569">
                  <c:v>24.55</c:v>
                </c:pt>
                <c:pt idx="4570">
                  <c:v>24.55</c:v>
                </c:pt>
                <c:pt idx="4571">
                  <c:v>24.55</c:v>
                </c:pt>
                <c:pt idx="4572">
                  <c:v>24.6</c:v>
                </c:pt>
                <c:pt idx="4573">
                  <c:v>24.6</c:v>
                </c:pt>
                <c:pt idx="4574">
                  <c:v>24.6</c:v>
                </c:pt>
                <c:pt idx="4575">
                  <c:v>24.6</c:v>
                </c:pt>
                <c:pt idx="4576">
                  <c:v>24.6</c:v>
                </c:pt>
                <c:pt idx="4577">
                  <c:v>24.65</c:v>
                </c:pt>
                <c:pt idx="4578">
                  <c:v>24.65</c:v>
                </c:pt>
                <c:pt idx="4579">
                  <c:v>24.65</c:v>
                </c:pt>
                <c:pt idx="4580">
                  <c:v>24.65</c:v>
                </c:pt>
                <c:pt idx="4581">
                  <c:v>24.7</c:v>
                </c:pt>
                <c:pt idx="4582">
                  <c:v>24.7</c:v>
                </c:pt>
                <c:pt idx="4583">
                  <c:v>24.75</c:v>
                </c:pt>
                <c:pt idx="4584">
                  <c:v>24.75</c:v>
                </c:pt>
                <c:pt idx="4585">
                  <c:v>24.8</c:v>
                </c:pt>
                <c:pt idx="4586">
                  <c:v>24.85</c:v>
                </c:pt>
                <c:pt idx="4587">
                  <c:v>24.85</c:v>
                </c:pt>
                <c:pt idx="4588">
                  <c:v>24.85</c:v>
                </c:pt>
                <c:pt idx="4589">
                  <c:v>24.9</c:v>
                </c:pt>
                <c:pt idx="4590">
                  <c:v>24.9</c:v>
                </c:pt>
                <c:pt idx="4591">
                  <c:v>24.9</c:v>
                </c:pt>
                <c:pt idx="4592">
                  <c:v>24.85</c:v>
                </c:pt>
                <c:pt idx="4593">
                  <c:v>24.8</c:v>
                </c:pt>
                <c:pt idx="4594">
                  <c:v>24.75</c:v>
                </c:pt>
                <c:pt idx="4595">
                  <c:v>24.7</c:v>
                </c:pt>
                <c:pt idx="4596">
                  <c:v>24.65</c:v>
                </c:pt>
                <c:pt idx="4597">
                  <c:v>24.6</c:v>
                </c:pt>
                <c:pt idx="4598">
                  <c:v>24.6</c:v>
                </c:pt>
                <c:pt idx="4599">
                  <c:v>24.6</c:v>
                </c:pt>
                <c:pt idx="4600">
                  <c:v>24.55</c:v>
                </c:pt>
                <c:pt idx="4601">
                  <c:v>24.55</c:v>
                </c:pt>
                <c:pt idx="4602">
                  <c:v>24.55</c:v>
                </c:pt>
                <c:pt idx="4603">
                  <c:v>24.55</c:v>
                </c:pt>
                <c:pt idx="4604">
                  <c:v>24.6</c:v>
                </c:pt>
                <c:pt idx="4605">
                  <c:v>24.6</c:v>
                </c:pt>
                <c:pt idx="4606">
                  <c:v>24.6</c:v>
                </c:pt>
                <c:pt idx="4607">
                  <c:v>24.65</c:v>
                </c:pt>
                <c:pt idx="4608">
                  <c:v>24.65</c:v>
                </c:pt>
                <c:pt idx="4609">
                  <c:v>24.65</c:v>
                </c:pt>
                <c:pt idx="4610">
                  <c:v>24.65</c:v>
                </c:pt>
                <c:pt idx="4611">
                  <c:v>24.65</c:v>
                </c:pt>
                <c:pt idx="4612">
                  <c:v>24.7</c:v>
                </c:pt>
                <c:pt idx="4613">
                  <c:v>24.7</c:v>
                </c:pt>
                <c:pt idx="4614">
                  <c:v>24.75</c:v>
                </c:pt>
                <c:pt idx="4615">
                  <c:v>24.75</c:v>
                </c:pt>
                <c:pt idx="4616">
                  <c:v>24.75</c:v>
                </c:pt>
                <c:pt idx="4617">
                  <c:v>24.8</c:v>
                </c:pt>
                <c:pt idx="4618">
                  <c:v>24.8</c:v>
                </c:pt>
                <c:pt idx="4619">
                  <c:v>24.8</c:v>
                </c:pt>
                <c:pt idx="4620">
                  <c:v>24.8</c:v>
                </c:pt>
                <c:pt idx="4621">
                  <c:v>24.8</c:v>
                </c:pt>
                <c:pt idx="4622">
                  <c:v>24.8</c:v>
                </c:pt>
                <c:pt idx="4623">
                  <c:v>24.75</c:v>
                </c:pt>
                <c:pt idx="4624">
                  <c:v>24.7</c:v>
                </c:pt>
                <c:pt idx="4625">
                  <c:v>24.65</c:v>
                </c:pt>
                <c:pt idx="4626">
                  <c:v>24.65</c:v>
                </c:pt>
                <c:pt idx="4627">
                  <c:v>24.65</c:v>
                </c:pt>
                <c:pt idx="4628">
                  <c:v>24.6</c:v>
                </c:pt>
                <c:pt idx="4629">
                  <c:v>24.6</c:v>
                </c:pt>
                <c:pt idx="4630">
                  <c:v>24.6</c:v>
                </c:pt>
                <c:pt idx="4631">
                  <c:v>24.55</c:v>
                </c:pt>
                <c:pt idx="4632">
                  <c:v>24.55</c:v>
                </c:pt>
                <c:pt idx="4633">
                  <c:v>24.55</c:v>
                </c:pt>
                <c:pt idx="4634">
                  <c:v>24.55</c:v>
                </c:pt>
                <c:pt idx="4635">
                  <c:v>24.55</c:v>
                </c:pt>
                <c:pt idx="4636">
                  <c:v>24.55</c:v>
                </c:pt>
                <c:pt idx="4637">
                  <c:v>24.55</c:v>
                </c:pt>
                <c:pt idx="4638">
                  <c:v>24.6</c:v>
                </c:pt>
                <c:pt idx="4639">
                  <c:v>24.6</c:v>
                </c:pt>
                <c:pt idx="4640">
                  <c:v>24.6</c:v>
                </c:pt>
                <c:pt idx="4641">
                  <c:v>24.65</c:v>
                </c:pt>
                <c:pt idx="4642">
                  <c:v>24.65</c:v>
                </c:pt>
                <c:pt idx="4643">
                  <c:v>24.65</c:v>
                </c:pt>
                <c:pt idx="4644">
                  <c:v>24.7</c:v>
                </c:pt>
                <c:pt idx="4645">
                  <c:v>24.7</c:v>
                </c:pt>
                <c:pt idx="4646">
                  <c:v>24.7</c:v>
                </c:pt>
                <c:pt idx="4647">
                  <c:v>24.75</c:v>
                </c:pt>
                <c:pt idx="4648">
                  <c:v>24.75</c:v>
                </c:pt>
                <c:pt idx="4649">
                  <c:v>24.8</c:v>
                </c:pt>
                <c:pt idx="4650">
                  <c:v>24.8</c:v>
                </c:pt>
                <c:pt idx="4651">
                  <c:v>24.8</c:v>
                </c:pt>
                <c:pt idx="4652">
                  <c:v>24.8</c:v>
                </c:pt>
                <c:pt idx="4653">
                  <c:v>24.75</c:v>
                </c:pt>
                <c:pt idx="4654">
                  <c:v>24.7</c:v>
                </c:pt>
                <c:pt idx="4655">
                  <c:v>24.7</c:v>
                </c:pt>
                <c:pt idx="4656">
                  <c:v>24.6</c:v>
                </c:pt>
                <c:pt idx="4657">
                  <c:v>24.55</c:v>
                </c:pt>
                <c:pt idx="4658">
                  <c:v>24.55</c:v>
                </c:pt>
                <c:pt idx="4659">
                  <c:v>24.55</c:v>
                </c:pt>
                <c:pt idx="4660">
                  <c:v>24.55</c:v>
                </c:pt>
                <c:pt idx="4661">
                  <c:v>24.55</c:v>
                </c:pt>
                <c:pt idx="4662">
                  <c:v>24.5</c:v>
                </c:pt>
                <c:pt idx="4663">
                  <c:v>24.55</c:v>
                </c:pt>
                <c:pt idx="4664">
                  <c:v>24.55</c:v>
                </c:pt>
                <c:pt idx="4665">
                  <c:v>24.55</c:v>
                </c:pt>
                <c:pt idx="4666">
                  <c:v>24.55</c:v>
                </c:pt>
                <c:pt idx="4667">
                  <c:v>24.6</c:v>
                </c:pt>
                <c:pt idx="4668">
                  <c:v>24.6</c:v>
                </c:pt>
                <c:pt idx="4669">
                  <c:v>24.6</c:v>
                </c:pt>
                <c:pt idx="4670">
                  <c:v>24.6</c:v>
                </c:pt>
                <c:pt idx="4671">
                  <c:v>24.65</c:v>
                </c:pt>
                <c:pt idx="4672">
                  <c:v>24.65</c:v>
                </c:pt>
                <c:pt idx="4673">
                  <c:v>24.65</c:v>
                </c:pt>
                <c:pt idx="4674">
                  <c:v>24.7</c:v>
                </c:pt>
                <c:pt idx="4675">
                  <c:v>24.7</c:v>
                </c:pt>
                <c:pt idx="4676">
                  <c:v>24.7</c:v>
                </c:pt>
                <c:pt idx="4677">
                  <c:v>24.75</c:v>
                </c:pt>
                <c:pt idx="4678">
                  <c:v>24.8</c:v>
                </c:pt>
                <c:pt idx="4679">
                  <c:v>24.8</c:v>
                </c:pt>
                <c:pt idx="4680">
                  <c:v>24.8</c:v>
                </c:pt>
                <c:pt idx="4681">
                  <c:v>24.8</c:v>
                </c:pt>
                <c:pt idx="4682">
                  <c:v>24.75</c:v>
                </c:pt>
                <c:pt idx="4683">
                  <c:v>24.75</c:v>
                </c:pt>
                <c:pt idx="4684">
                  <c:v>24.75</c:v>
                </c:pt>
                <c:pt idx="4685">
                  <c:v>24.7</c:v>
                </c:pt>
                <c:pt idx="4686">
                  <c:v>24.65</c:v>
                </c:pt>
                <c:pt idx="4687">
                  <c:v>24.6</c:v>
                </c:pt>
                <c:pt idx="4688">
                  <c:v>24.55</c:v>
                </c:pt>
                <c:pt idx="4689">
                  <c:v>24.55</c:v>
                </c:pt>
                <c:pt idx="4690">
                  <c:v>24.55</c:v>
                </c:pt>
                <c:pt idx="4691">
                  <c:v>24.55</c:v>
                </c:pt>
                <c:pt idx="4692">
                  <c:v>24.55</c:v>
                </c:pt>
                <c:pt idx="4693">
                  <c:v>24.5</c:v>
                </c:pt>
                <c:pt idx="4694">
                  <c:v>24.5</c:v>
                </c:pt>
                <c:pt idx="4695">
                  <c:v>24.55</c:v>
                </c:pt>
                <c:pt idx="4696">
                  <c:v>24.55</c:v>
                </c:pt>
                <c:pt idx="4697">
                  <c:v>24.55</c:v>
                </c:pt>
                <c:pt idx="4698">
                  <c:v>24.6</c:v>
                </c:pt>
                <c:pt idx="4699">
                  <c:v>24.6</c:v>
                </c:pt>
                <c:pt idx="4700">
                  <c:v>24.6</c:v>
                </c:pt>
                <c:pt idx="4701">
                  <c:v>24.6</c:v>
                </c:pt>
                <c:pt idx="4702">
                  <c:v>24.65</c:v>
                </c:pt>
                <c:pt idx="4703">
                  <c:v>24.65</c:v>
                </c:pt>
                <c:pt idx="4704">
                  <c:v>24.7</c:v>
                </c:pt>
                <c:pt idx="4705">
                  <c:v>24.7</c:v>
                </c:pt>
                <c:pt idx="4706">
                  <c:v>24.7</c:v>
                </c:pt>
                <c:pt idx="4707">
                  <c:v>24.75</c:v>
                </c:pt>
                <c:pt idx="4708">
                  <c:v>24.75</c:v>
                </c:pt>
                <c:pt idx="4709">
                  <c:v>24.8</c:v>
                </c:pt>
                <c:pt idx="4710">
                  <c:v>24.8</c:v>
                </c:pt>
                <c:pt idx="4711">
                  <c:v>24.8</c:v>
                </c:pt>
                <c:pt idx="4712">
                  <c:v>24.75</c:v>
                </c:pt>
                <c:pt idx="4713">
                  <c:v>24.7</c:v>
                </c:pt>
                <c:pt idx="4714">
                  <c:v>24.7</c:v>
                </c:pt>
                <c:pt idx="4715">
                  <c:v>24.6</c:v>
                </c:pt>
                <c:pt idx="4716">
                  <c:v>24.6</c:v>
                </c:pt>
                <c:pt idx="4717">
                  <c:v>24.6</c:v>
                </c:pt>
                <c:pt idx="4718">
                  <c:v>24.55</c:v>
                </c:pt>
                <c:pt idx="4719">
                  <c:v>24.55</c:v>
                </c:pt>
                <c:pt idx="4720">
                  <c:v>24.55</c:v>
                </c:pt>
                <c:pt idx="4721">
                  <c:v>24.55</c:v>
                </c:pt>
                <c:pt idx="4722">
                  <c:v>24.55</c:v>
                </c:pt>
                <c:pt idx="4723">
                  <c:v>24.55</c:v>
                </c:pt>
                <c:pt idx="4724">
                  <c:v>24.55</c:v>
                </c:pt>
                <c:pt idx="4725">
                  <c:v>24.55</c:v>
                </c:pt>
                <c:pt idx="4726">
                  <c:v>24.55</c:v>
                </c:pt>
                <c:pt idx="4727">
                  <c:v>24.55</c:v>
                </c:pt>
                <c:pt idx="4728">
                  <c:v>24.6</c:v>
                </c:pt>
                <c:pt idx="4729">
                  <c:v>24.6</c:v>
                </c:pt>
                <c:pt idx="4730">
                  <c:v>24.6</c:v>
                </c:pt>
                <c:pt idx="4731">
                  <c:v>24.6</c:v>
                </c:pt>
                <c:pt idx="4732">
                  <c:v>24.65</c:v>
                </c:pt>
                <c:pt idx="4733">
                  <c:v>24.65</c:v>
                </c:pt>
                <c:pt idx="4734">
                  <c:v>24.65</c:v>
                </c:pt>
                <c:pt idx="4735">
                  <c:v>24.7</c:v>
                </c:pt>
                <c:pt idx="4736">
                  <c:v>24.7</c:v>
                </c:pt>
                <c:pt idx="4737">
                  <c:v>24.75</c:v>
                </c:pt>
                <c:pt idx="4738">
                  <c:v>24.75</c:v>
                </c:pt>
                <c:pt idx="4739">
                  <c:v>24.8</c:v>
                </c:pt>
                <c:pt idx="4740">
                  <c:v>24.8</c:v>
                </c:pt>
                <c:pt idx="4741">
                  <c:v>24.8</c:v>
                </c:pt>
                <c:pt idx="4742">
                  <c:v>24.8</c:v>
                </c:pt>
                <c:pt idx="4743">
                  <c:v>24.75</c:v>
                </c:pt>
                <c:pt idx="4744">
                  <c:v>24.7</c:v>
                </c:pt>
                <c:pt idx="4745">
                  <c:v>24.65</c:v>
                </c:pt>
                <c:pt idx="4746">
                  <c:v>24.6</c:v>
                </c:pt>
                <c:pt idx="4747">
                  <c:v>24.6</c:v>
                </c:pt>
                <c:pt idx="4748">
                  <c:v>24.55</c:v>
                </c:pt>
                <c:pt idx="4749">
                  <c:v>24.55</c:v>
                </c:pt>
                <c:pt idx="4750">
                  <c:v>24.55</c:v>
                </c:pt>
                <c:pt idx="4751">
                  <c:v>24.55</c:v>
                </c:pt>
                <c:pt idx="4752">
                  <c:v>24.55</c:v>
                </c:pt>
                <c:pt idx="4753">
                  <c:v>24.55</c:v>
                </c:pt>
                <c:pt idx="4754">
                  <c:v>24.55</c:v>
                </c:pt>
                <c:pt idx="4755">
                  <c:v>24.55</c:v>
                </c:pt>
                <c:pt idx="4756">
                  <c:v>24.55</c:v>
                </c:pt>
                <c:pt idx="4757">
                  <c:v>24.55</c:v>
                </c:pt>
                <c:pt idx="4758">
                  <c:v>24.6</c:v>
                </c:pt>
                <c:pt idx="4759">
                  <c:v>24.6</c:v>
                </c:pt>
                <c:pt idx="4760">
                  <c:v>24.6</c:v>
                </c:pt>
                <c:pt idx="4761">
                  <c:v>24.6</c:v>
                </c:pt>
                <c:pt idx="4762">
                  <c:v>24.65</c:v>
                </c:pt>
                <c:pt idx="4763">
                  <c:v>24.65</c:v>
                </c:pt>
                <c:pt idx="4764">
                  <c:v>24.7</c:v>
                </c:pt>
                <c:pt idx="4765">
                  <c:v>24.7</c:v>
                </c:pt>
                <c:pt idx="4766">
                  <c:v>24.7</c:v>
                </c:pt>
                <c:pt idx="4767">
                  <c:v>24.75</c:v>
                </c:pt>
                <c:pt idx="4768">
                  <c:v>24.75</c:v>
                </c:pt>
                <c:pt idx="4769">
                  <c:v>24.8</c:v>
                </c:pt>
                <c:pt idx="4770">
                  <c:v>24.8</c:v>
                </c:pt>
                <c:pt idx="4771">
                  <c:v>24.8</c:v>
                </c:pt>
                <c:pt idx="4772">
                  <c:v>24.75</c:v>
                </c:pt>
                <c:pt idx="4773">
                  <c:v>24.7</c:v>
                </c:pt>
                <c:pt idx="4774">
                  <c:v>24.65</c:v>
                </c:pt>
                <c:pt idx="4775">
                  <c:v>24.65</c:v>
                </c:pt>
                <c:pt idx="4776">
                  <c:v>24.6</c:v>
                </c:pt>
                <c:pt idx="4777">
                  <c:v>24.6</c:v>
                </c:pt>
                <c:pt idx="4778">
                  <c:v>24.55</c:v>
                </c:pt>
                <c:pt idx="4779">
                  <c:v>24.55</c:v>
                </c:pt>
                <c:pt idx="4780">
                  <c:v>24.5</c:v>
                </c:pt>
                <c:pt idx="4781">
                  <c:v>24.5</c:v>
                </c:pt>
                <c:pt idx="4782">
                  <c:v>24.5</c:v>
                </c:pt>
                <c:pt idx="4783">
                  <c:v>24.5</c:v>
                </c:pt>
                <c:pt idx="4784">
                  <c:v>24.55</c:v>
                </c:pt>
                <c:pt idx="4785">
                  <c:v>24.55</c:v>
                </c:pt>
                <c:pt idx="4786">
                  <c:v>24.55</c:v>
                </c:pt>
                <c:pt idx="4787">
                  <c:v>24.55</c:v>
                </c:pt>
                <c:pt idx="4788">
                  <c:v>24.6</c:v>
                </c:pt>
                <c:pt idx="4789">
                  <c:v>24.6</c:v>
                </c:pt>
                <c:pt idx="4790">
                  <c:v>24.6</c:v>
                </c:pt>
                <c:pt idx="4791">
                  <c:v>24.65</c:v>
                </c:pt>
                <c:pt idx="4792">
                  <c:v>24.65</c:v>
                </c:pt>
                <c:pt idx="4793">
                  <c:v>24.65</c:v>
                </c:pt>
                <c:pt idx="4794">
                  <c:v>24.7</c:v>
                </c:pt>
                <c:pt idx="4795">
                  <c:v>24.7</c:v>
                </c:pt>
                <c:pt idx="4796">
                  <c:v>24.75</c:v>
                </c:pt>
                <c:pt idx="4797">
                  <c:v>24.75</c:v>
                </c:pt>
                <c:pt idx="4798">
                  <c:v>24.8</c:v>
                </c:pt>
                <c:pt idx="4799">
                  <c:v>24.8</c:v>
                </c:pt>
                <c:pt idx="4800">
                  <c:v>24.8</c:v>
                </c:pt>
                <c:pt idx="4801">
                  <c:v>24.8</c:v>
                </c:pt>
                <c:pt idx="4802">
                  <c:v>24.75</c:v>
                </c:pt>
                <c:pt idx="4803">
                  <c:v>24.7</c:v>
                </c:pt>
                <c:pt idx="4804">
                  <c:v>24.65</c:v>
                </c:pt>
                <c:pt idx="4805">
                  <c:v>24.6</c:v>
                </c:pt>
                <c:pt idx="4806">
                  <c:v>24.55</c:v>
                </c:pt>
                <c:pt idx="4807">
                  <c:v>24.55</c:v>
                </c:pt>
                <c:pt idx="4808">
                  <c:v>24.5</c:v>
                </c:pt>
                <c:pt idx="4809">
                  <c:v>24.5</c:v>
                </c:pt>
                <c:pt idx="4810">
                  <c:v>24.5</c:v>
                </c:pt>
                <c:pt idx="4811">
                  <c:v>24.45</c:v>
                </c:pt>
                <c:pt idx="4812">
                  <c:v>24.45</c:v>
                </c:pt>
                <c:pt idx="4813">
                  <c:v>24.45</c:v>
                </c:pt>
                <c:pt idx="4814">
                  <c:v>24.5</c:v>
                </c:pt>
                <c:pt idx="4815">
                  <c:v>24.5</c:v>
                </c:pt>
                <c:pt idx="4816">
                  <c:v>24.5</c:v>
                </c:pt>
                <c:pt idx="4817">
                  <c:v>24.55</c:v>
                </c:pt>
                <c:pt idx="4818">
                  <c:v>24.55</c:v>
                </c:pt>
                <c:pt idx="4819">
                  <c:v>24.55</c:v>
                </c:pt>
                <c:pt idx="4820">
                  <c:v>24.6</c:v>
                </c:pt>
                <c:pt idx="4821">
                  <c:v>24.6</c:v>
                </c:pt>
                <c:pt idx="4822">
                  <c:v>24.65</c:v>
                </c:pt>
                <c:pt idx="4823">
                  <c:v>24.65</c:v>
                </c:pt>
                <c:pt idx="4824">
                  <c:v>24.7</c:v>
                </c:pt>
                <c:pt idx="4825">
                  <c:v>24.7</c:v>
                </c:pt>
                <c:pt idx="4826">
                  <c:v>24.75</c:v>
                </c:pt>
                <c:pt idx="4827">
                  <c:v>24.75</c:v>
                </c:pt>
                <c:pt idx="4828">
                  <c:v>24.75</c:v>
                </c:pt>
                <c:pt idx="4829">
                  <c:v>24.8</c:v>
                </c:pt>
                <c:pt idx="4830">
                  <c:v>24.8</c:v>
                </c:pt>
                <c:pt idx="4831">
                  <c:v>24.8</c:v>
                </c:pt>
                <c:pt idx="4832">
                  <c:v>24.75</c:v>
                </c:pt>
                <c:pt idx="4833">
                  <c:v>24.7</c:v>
                </c:pt>
                <c:pt idx="4834">
                  <c:v>24.65</c:v>
                </c:pt>
                <c:pt idx="4835">
                  <c:v>24.6</c:v>
                </c:pt>
                <c:pt idx="4836">
                  <c:v>24.55</c:v>
                </c:pt>
                <c:pt idx="4837">
                  <c:v>24.55</c:v>
                </c:pt>
                <c:pt idx="4838">
                  <c:v>24.5</c:v>
                </c:pt>
                <c:pt idx="4839">
                  <c:v>24.5</c:v>
                </c:pt>
                <c:pt idx="4840">
                  <c:v>24.45</c:v>
                </c:pt>
                <c:pt idx="4841">
                  <c:v>24.5</c:v>
                </c:pt>
                <c:pt idx="4842">
                  <c:v>24.5</c:v>
                </c:pt>
                <c:pt idx="4843">
                  <c:v>24.5</c:v>
                </c:pt>
                <c:pt idx="4844">
                  <c:v>24.5</c:v>
                </c:pt>
                <c:pt idx="4845">
                  <c:v>24.5</c:v>
                </c:pt>
                <c:pt idx="4846">
                  <c:v>24.55</c:v>
                </c:pt>
                <c:pt idx="4847">
                  <c:v>24.55</c:v>
                </c:pt>
                <c:pt idx="4848">
                  <c:v>24.55</c:v>
                </c:pt>
                <c:pt idx="4849">
                  <c:v>24.6</c:v>
                </c:pt>
                <c:pt idx="4850">
                  <c:v>24.6</c:v>
                </c:pt>
                <c:pt idx="4851">
                  <c:v>24.65</c:v>
                </c:pt>
                <c:pt idx="4852">
                  <c:v>24.65</c:v>
                </c:pt>
                <c:pt idx="4853">
                  <c:v>24.7</c:v>
                </c:pt>
                <c:pt idx="4854">
                  <c:v>24.7</c:v>
                </c:pt>
                <c:pt idx="4855">
                  <c:v>24.7</c:v>
                </c:pt>
                <c:pt idx="4856">
                  <c:v>24.75</c:v>
                </c:pt>
                <c:pt idx="4857">
                  <c:v>24.75</c:v>
                </c:pt>
                <c:pt idx="4858">
                  <c:v>24.8</c:v>
                </c:pt>
                <c:pt idx="4859">
                  <c:v>24.8</c:v>
                </c:pt>
                <c:pt idx="4860">
                  <c:v>24.8</c:v>
                </c:pt>
                <c:pt idx="4861">
                  <c:v>24.8</c:v>
                </c:pt>
                <c:pt idx="4862">
                  <c:v>24.75</c:v>
                </c:pt>
                <c:pt idx="4863">
                  <c:v>24.7</c:v>
                </c:pt>
                <c:pt idx="4864">
                  <c:v>24.65</c:v>
                </c:pt>
                <c:pt idx="4865">
                  <c:v>24.6</c:v>
                </c:pt>
                <c:pt idx="4866">
                  <c:v>24.6</c:v>
                </c:pt>
                <c:pt idx="4867">
                  <c:v>24.55</c:v>
                </c:pt>
                <c:pt idx="4868">
                  <c:v>24.55</c:v>
                </c:pt>
                <c:pt idx="4869">
                  <c:v>24.5</c:v>
                </c:pt>
                <c:pt idx="4870">
                  <c:v>24.5</c:v>
                </c:pt>
                <c:pt idx="4871">
                  <c:v>24.5</c:v>
                </c:pt>
                <c:pt idx="4872">
                  <c:v>24.5</c:v>
                </c:pt>
                <c:pt idx="4873">
                  <c:v>24.5</c:v>
                </c:pt>
                <c:pt idx="4874">
                  <c:v>24.5</c:v>
                </c:pt>
                <c:pt idx="4875">
                  <c:v>24.55</c:v>
                </c:pt>
                <c:pt idx="4876">
                  <c:v>24.55</c:v>
                </c:pt>
                <c:pt idx="4877">
                  <c:v>24.6</c:v>
                </c:pt>
                <c:pt idx="4878">
                  <c:v>24.65</c:v>
                </c:pt>
                <c:pt idx="4879">
                  <c:v>24.65</c:v>
                </c:pt>
                <c:pt idx="4880">
                  <c:v>24.65</c:v>
                </c:pt>
                <c:pt idx="4881">
                  <c:v>24.7</c:v>
                </c:pt>
                <c:pt idx="4882">
                  <c:v>24.7</c:v>
                </c:pt>
                <c:pt idx="4883">
                  <c:v>24.7</c:v>
                </c:pt>
                <c:pt idx="4884">
                  <c:v>24.75</c:v>
                </c:pt>
                <c:pt idx="4885">
                  <c:v>24.75</c:v>
                </c:pt>
                <c:pt idx="4886">
                  <c:v>24.75</c:v>
                </c:pt>
                <c:pt idx="4887">
                  <c:v>24.75</c:v>
                </c:pt>
                <c:pt idx="4888">
                  <c:v>24.8</c:v>
                </c:pt>
                <c:pt idx="4889">
                  <c:v>24.8</c:v>
                </c:pt>
                <c:pt idx="4890">
                  <c:v>24.8</c:v>
                </c:pt>
                <c:pt idx="4891">
                  <c:v>24.8</c:v>
                </c:pt>
                <c:pt idx="4892">
                  <c:v>24.8</c:v>
                </c:pt>
                <c:pt idx="4893">
                  <c:v>24.75</c:v>
                </c:pt>
                <c:pt idx="4894">
                  <c:v>24.7</c:v>
                </c:pt>
                <c:pt idx="4895">
                  <c:v>24.65</c:v>
                </c:pt>
                <c:pt idx="4896">
                  <c:v>24.6</c:v>
                </c:pt>
                <c:pt idx="4897">
                  <c:v>24.55</c:v>
                </c:pt>
                <c:pt idx="4898">
                  <c:v>24.55</c:v>
                </c:pt>
                <c:pt idx="4899">
                  <c:v>24.55</c:v>
                </c:pt>
                <c:pt idx="4900">
                  <c:v>24.5</c:v>
                </c:pt>
                <c:pt idx="4901">
                  <c:v>24.55</c:v>
                </c:pt>
                <c:pt idx="4902">
                  <c:v>24.5</c:v>
                </c:pt>
                <c:pt idx="4903">
                  <c:v>24.55</c:v>
                </c:pt>
                <c:pt idx="4904">
                  <c:v>24.55</c:v>
                </c:pt>
                <c:pt idx="4905">
                  <c:v>24.55</c:v>
                </c:pt>
                <c:pt idx="4906">
                  <c:v>24.55</c:v>
                </c:pt>
                <c:pt idx="4907">
                  <c:v>24.6</c:v>
                </c:pt>
                <c:pt idx="4908">
                  <c:v>24.6</c:v>
                </c:pt>
                <c:pt idx="4909">
                  <c:v>24.6</c:v>
                </c:pt>
                <c:pt idx="4910">
                  <c:v>24.6</c:v>
                </c:pt>
                <c:pt idx="4911">
                  <c:v>24.6</c:v>
                </c:pt>
                <c:pt idx="4912">
                  <c:v>24.65</c:v>
                </c:pt>
                <c:pt idx="4913">
                  <c:v>24.65</c:v>
                </c:pt>
                <c:pt idx="4914">
                  <c:v>24.7</c:v>
                </c:pt>
                <c:pt idx="4915">
                  <c:v>24.7</c:v>
                </c:pt>
                <c:pt idx="4916">
                  <c:v>24.7</c:v>
                </c:pt>
                <c:pt idx="4917">
                  <c:v>24.75</c:v>
                </c:pt>
                <c:pt idx="4918">
                  <c:v>24.75</c:v>
                </c:pt>
                <c:pt idx="4919">
                  <c:v>24.75</c:v>
                </c:pt>
                <c:pt idx="4920">
                  <c:v>24.8</c:v>
                </c:pt>
                <c:pt idx="4921">
                  <c:v>24.75</c:v>
                </c:pt>
                <c:pt idx="4922">
                  <c:v>24.75</c:v>
                </c:pt>
                <c:pt idx="4923">
                  <c:v>24.75</c:v>
                </c:pt>
                <c:pt idx="4924">
                  <c:v>24.7</c:v>
                </c:pt>
                <c:pt idx="4925">
                  <c:v>24.6</c:v>
                </c:pt>
                <c:pt idx="4926">
                  <c:v>24.6</c:v>
                </c:pt>
                <c:pt idx="4927">
                  <c:v>24.55</c:v>
                </c:pt>
                <c:pt idx="4928">
                  <c:v>24.5</c:v>
                </c:pt>
                <c:pt idx="4929">
                  <c:v>24.5</c:v>
                </c:pt>
                <c:pt idx="4930">
                  <c:v>24.5</c:v>
                </c:pt>
                <c:pt idx="4931">
                  <c:v>24.5</c:v>
                </c:pt>
                <c:pt idx="4932">
                  <c:v>24.5</c:v>
                </c:pt>
                <c:pt idx="4933">
                  <c:v>24.5</c:v>
                </c:pt>
                <c:pt idx="4934">
                  <c:v>24.55</c:v>
                </c:pt>
                <c:pt idx="4935">
                  <c:v>24.55</c:v>
                </c:pt>
                <c:pt idx="4936">
                  <c:v>24.55</c:v>
                </c:pt>
                <c:pt idx="4937">
                  <c:v>24.55</c:v>
                </c:pt>
                <c:pt idx="4938">
                  <c:v>24.6</c:v>
                </c:pt>
                <c:pt idx="4939">
                  <c:v>24.6</c:v>
                </c:pt>
                <c:pt idx="4940">
                  <c:v>24.6</c:v>
                </c:pt>
                <c:pt idx="4941">
                  <c:v>24.6</c:v>
                </c:pt>
                <c:pt idx="4942">
                  <c:v>24.65</c:v>
                </c:pt>
                <c:pt idx="4943">
                  <c:v>24.65</c:v>
                </c:pt>
                <c:pt idx="4944">
                  <c:v>24.65</c:v>
                </c:pt>
                <c:pt idx="4945">
                  <c:v>24.7</c:v>
                </c:pt>
                <c:pt idx="4946">
                  <c:v>24.7</c:v>
                </c:pt>
                <c:pt idx="4947">
                  <c:v>24.7</c:v>
                </c:pt>
                <c:pt idx="4948">
                  <c:v>24.75</c:v>
                </c:pt>
                <c:pt idx="4949">
                  <c:v>24.8</c:v>
                </c:pt>
                <c:pt idx="4950">
                  <c:v>24.8</c:v>
                </c:pt>
                <c:pt idx="4951">
                  <c:v>24.8</c:v>
                </c:pt>
                <c:pt idx="4952">
                  <c:v>24.8</c:v>
                </c:pt>
                <c:pt idx="4953">
                  <c:v>24.75</c:v>
                </c:pt>
                <c:pt idx="4954">
                  <c:v>24.75</c:v>
                </c:pt>
                <c:pt idx="4955">
                  <c:v>24.7</c:v>
                </c:pt>
                <c:pt idx="4956">
                  <c:v>24.6</c:v>
                </c:pt>
                <c:pt idx="4957">
                  <c:v>24.6</c:v>
                </c:pt>
                <c:pt idx="4958">
                  <c:v>24.55</c:v>
                </c:pt>
                <c:pt idx="4959">
                  <c:v>24.55</c:v>
                </c:pt>
                <c:pt idx="4960">
                  <c:v>24.55</c:v>
                </c:pt>
                <c:pt idx="4961">
                  <c:v>24.55</c:v>
                </c:pt>
                <c:pt idx="4962">
                  <c:v>24.5</c:v>
                </c:pt>
                <c:pt idx="4963">
                  <c:v>24.5</c:v>
                </c:pt>
                <c:pt idx="4964">
                  <c:v>24.55</c:v>
                </c:pt>
                <c:pt idx="4965">
                  <c:v>24.55</c:v>
                </c:pt>
                <c:pt idx="4966">
                  <c:v>24.55</c:v>
                </c:pt>
                <c:pt idx="4967">
                  <c:v>24.55</c:v>
                </c:pt>
                <c:pt idx="4968">
                  <c:v>24.55</c:v>
                </c:pt>
                <c:pt idx="4969">
                  <c:v>24.55</c:v>
                </c:pt>
                <c:pt idx="4970">
                  <c:v>24.6</c:v>
                </c:pt>
                <c:pt idx="4971">
                  <c:v>24.6</c:v>
                </c:pt>
                <c:pt idx="4972">
                  <c:v>24.6</c:v>
                </c:pt>
                <c:pt idx="4973">
                  <c:v>24.65</c:v>
                </c:pt>
                <c:pt idx="4974">
                  <c:v>24.65</c:v>
                </c:pt>
                <c:pt idx="4975">
                  <c:v>24.7</c:v>
                </c:pt>
                <c:pt idx="4976">
                  <c:v>24.75</c:v>
                </c:pt>
                <c:pt idx="4977">
                  <c:v>24.75</c:v>
                </c:pt>
                <c:pt idx="4978">
                  <c:v>24.8</c:v>
                </c:pt>
                <c:pt idx="4979">
                  <c:v>24.8</c:v>
                </c:pt>
                <c:pt idx="4980">
                  <c:v>24.8</c:v>
                </c:pt>
                <c:pt idx="4981">
                  <c:v>24.85</c:v>
                </c:pt>
                <c:pt idx="4982">
                  <c:v>24.85</c:v>
                </c:pt>
                <c:pt idx="4983">
                  <c:v>24.75</c:v>
                </c:pt>
                <c:pt idx="4984">
                  <c:v>24.75</c:v>
                </c:pt>
                <c:pt idx="4985">
                  <c:v>24.7</c:v>
                </c:pt>
                <c:pt idx="4986">
                  <c:v>24.6</c:v>
                </c:pt>
                <c:pt idx="4987">
                  <c:v>24.6</c:v>
                </c:pt>
                <c:pt idx="4988">
                  <c:v>24.55</c:v>
                </c:pt>
                <c:pt idx="4989">
                  <c:v>24.5</c:v>
                </c:pt>
                <c:pt idx="4990">
                  <c:v>24.5</c:v>
                </c:pt>
                <c:pt idx="4991">
                  <c:v>24.45</c:v>
                </c:pt>
                <c:pt idx="4992">
                  <c:v>24.45</c:v>
                </c:pt>
                <c:pt idx="4993">
                  <c:v>24.45</c:v>
                </c:pt>
                <c:pt idx="4994">
                  <c:v>24.45</c:v>
                </c:pt>
                <c:pt idx="4995">
                  <c:v>24.5</c:v>
                </c:pt>
                <c:pt idx="4996">
                  <c:v>24.5</c:v>
                </c:pt>
                <c:pt idx="4997">
                  <c:v>24.55</c:v>
                </c:pt>
                <c:pt idx="4998">
                  <c:v>24.55</c:v>
                </c:pt>
                <c:pt idx="4999">
                  <c:v>24.55</c:v>
                </c:pt>
                <c:pt idx="5000">
                  <c:v>24.6</c:v>
                </c:pt>
                <c:pt idx="5001">
                  <c:v>24.6</c:v>
                </c:pt>
                <c:pt idx="5002">
                  <c:v>24.65</c:v>
                </c:pt>
                <c:pt idx="5003">
                  <c:v>24.7</c:v>
                </c:pt>
                <c:pt idx="5004">
                  <c:v>24.7</c:v>
                </c:pt>
                <c:pt idx="5005">
                  <c:v>24.75</c:v>
                </c:pt>
                <c:pt idx="5006">
                  <c:v>24.75</c:v>
                </c:pt>
                <c:pt idx="5007">
                  <c:v>24.8</c:v>
                </c:pt>
                <c:pt idx="5008">
                  <c:v>24.8</c:v>
                </c:pt>
                <c:pt idx="5009">
                  <c:v>24.8</c:v>
                </c:pt>
                <c:pt idx="5010">
                  <c:v>24.8</c:v>
                </c:pt>
                <c:pt idx="5011">
                  <c:v>24.8</c:v>
                </c:pt>
                <c:pt idx="5012">
                  <c:v>24.75</c:v>
                </c:pt>
                <c:pt idx="5013">
                  <c:v>24.75</c:v>
                </c:pt>
                <c:pt idx="5014">
                  <c:v>24.7</c:v>
                </c:pt>
                <c:pt idx="5015">
                  <c:v>24.6</c:v>
                </c:pt>
                <c:pt idx="5016">
                  <c:v>24.55</c:v>
                </c:pt>
                <c:pt idx="5017">
                  <c:v>24.5</c:v>
                </c:pt>
                <c:pt idx="5018">
                  <c:v>24.45</c:v>
                </c:pt>
                <c:pt idx="5019">
                  <c:v>24.45</c:v>
                </c:pt>
                <c:pt idx="5020">
                  <c:v>24.45</c:v>
                </c:pt>
                <c:pt idx="5021">
                  <c:v>24.45</c:v>
                </c:pt>
                <c:pt idx="5022">
                  <c:v>24.45</c:v>
                </c:pt>
                <c:pt idx="5023">
                  <c:v>24.5</c:v>
                </c:pt>
                <c:pt idx="5024">
                  <c:v>24.5</c:v>
                </c:pt>
                <c:pt idx="5025">
                  <c:v>24.5</c:v>
                </c:pt>
                <c:pt idx="5026">
                  <c:v>24.5</c:v>
                </c:pt>
                <c:pt idx="5027">
                  <c:v>24.55</c:v>
                </c:pt>
                <c:pt idx="5028">
                  <c:v>24.55</c:v>
                </c:pt>
                <c:pt idx="5029">
                  <c:v>24.6</c:v>
                </c:pt>
                <c:pt idx="5030">
                  <c:v>24.6</c:v>
                </c:pt>
                <c:pt idx="5031">
                  <c:v>24.65</c:v>
                </c:pt>
                <c:pt idx="5032">
                  <c:v>24.65</c:v>
                </c:pt>
                <c:pt idx="5033">
                  <c:v>24.7</c:v>
                </c:pt>
                <c:pt idx="5034">
                  <c:v>24.7</c:v>
                </c:pt>
                <c:pt idx="5035">
                  <c:v>24.7</c:v>
                </c:pt>
                <c:pt idx="5036">
                  <c:v>24.7</c:v>
                </c:pt>
                <c:pt idx="5037">
                  <c:v>24.75</c:v>
                </c:pt>
                <c:pt idx="5038">
                  <c:v>24.8</c:v>
                </c:pt>
                <c:pt idx="5039">
                  <c:v>24.8</c:v>
                </c:pt>
                <c:pt idx="5040">
                  <c:v>24.8</c:v>
                </c:pt>
                <c:pt idx="5041">
                  <c:v>24.8</c:v>
                </c:pt>
                <c:pt idx="5042">
                  <c:v>24.75</c:v>
                </c:pt>
                <c:pt idx="5043">
                  <c:v>24.75</c:v>
                </c:pt>
                <c:pt idx="5044">
                  <c:v>24.65</c:v>
                </c:pt>
                <c:pt idx="5045">
                  <c:v>24.65</c:v>
                </c:pt>
                <c:pt idx="5046">
                  <c:v>24.55</c:v>
                </c:pt>
                <c:pt idx="5047">
                  <c:v>24.55</c:v>
                </c:pt>
                <c:pt idx="5048">
                  <c:v>24.5</c:v>
                </c:pt>
                <c:pt idx="5049">
                  <c:v>24.5</c:v>
                </c:pt>
                <c:pt idx="5050">
                  <c:v>24.5</c:v>
                </c:pt>
                <c:pt idx="5051">
                  <c:v>24.5</c:v>
                </c:pt>
                <c:pt idx="5052">
                  <c:v>24.5</c:v>
                </c:pt>
                <c:pt idx="5053">
                  <c:v>24.5</c:v>
                </c:pt>
                <c:pt idx="5054">
                  <c:v>24.5</c:v>
                </c:pt>
                <c:pt idx="5055">
                  <c:v>24.5</c:v>
                </c:pt>
                <c:pt idx="5056">
                  <c:v>24.55</c:v>
                </c:pt>
                <c:pt idx="5057">
                  <c:v>24.55</c:v>
                </c:pt>
                <c:pt idx="5058">
                  <c:v>24.6</c:v>
                </c:pt>
                <c:pt idx="5059">
                  <c:v>24.6</c:v>
                </c:pt>
                <c:pt idx="5060">
                  <c:v>24.6</c:v>
                </c:pt>
                <c:pt idx="5061">
                  <c:v>24.65</c:v>
                </c:pt>
                <c:pt idx="5062">
                  <c:v>24.65</c:v>
                </c:pt>
                <c:pt idx="5063">
                  <c:v>24.65</c:v>
                </c:pt>
                <c:pt idx="5064">
                  <c:v>24.7</c:v>
                </c:pt>
                <c:pt idx="5065">
                  <c:v>24.7</c:v>
                </c:pt>
                <c:pt idx="5066">
                  <c:v>24.75</c:v>
                </c:pt>
                <c:pt idx="5067">
                  <c:v>24.75</c:v>
                </c:pt>
                <c:pt idx="5068">
                  <c:v>24.8</c:v>
                </c:pt>
                <c:pt idx="5069">
                  <c:v>24.8</c:v>
                </c:pt>
                <c:pt idx="5070">
                  <c:v>24.8</c:v>
                </c:pt>
                <c:pt idx="5071">
                  <c:v>24.8</c:v>
                </c:pt>
                <c:pt idx="5072">
                  <c:v>24.75</c:v>
                </c:pt>
                <c:pt idx="5073">
                  <c:v>24.7</c:v>
                </c:pt>
                <c:pt idx="5074">
                  <c:v>24.65</c:v>
                </c:pt>
                <c:pt idx="5075">
                  <c:v>24.6</c:v>
                </c:pt>
                <c:pt idx="5076">
                  <c:v>24.55</c:v>
                </c:pt>
                <c:pt idx="5077">
                  <c:v>24.55</c:v>
                </c:pt>
                <c:pt idx="5078">
                  <c:v>24.55</c:v>
                </c:pt>
                <c:pt idx="5079">
                  <c:v>24.5</c:v>
                </c:pt>
                <c:pt idx="5080">
                  <c:v>24.5</c:v>
                </c:pt>
                <c:pt idx="5081">
                  <c:v>24.5</c:v>
                </c:pt>
                <c:pt idx="5082">
                  <c:v>24.5</c:v>
                </c:pt>
                <c:pt idx="5083">
                  <c:v>24.55</c:v>
                </c:pt>
                <c:pt idx="5084">
                  <c:v>24.55</c:v>
                </c:pt>
                <c:pt idx="5085">
                  <c:v>24.55</c:v>
                </c:pt>
                <c:pt idx="5086">
                  <c:v>24.55</c:v>
                </c:pt>
                <c:pt idx="5087">
                  <c:v>24.55</c:v>
                </c:pt>
                <c:pt idx="5088">
                  <c:v>24.6</c:v>
                </c:pt>
                <c:pt idx="5089">
                  <c:v>24.6</c:v>
                </c:pt>
                <c:pt idx="5090">
                  <c:v>24.65</c:v>
                </c:pt>
                <c:pt idx="5091">
                  <c:v>24.65</c:v>
                </c:pt>
                <c:pt idx="5092">
                  <c:v>24.65</c:v>
                </c:pt>
                <c:pt idx="5093">
                  <c:v>24.7</c:v>
                </c:pt>
                <c:pt idx="5094">
                  <c:v>24.7</c:v>
                </c:pt>
                <c:pt idx="5095">
                  <c:v>24.7</c:v>
                </c:pt>
                <c:pt idx="5096">
                  <c:v>24.7</c:v>
                </c:pt>
                <c:pt idx="5097">
                  <c:v>24.75</c:v>
                </c:pt>
                <c:pt idx="5098">
                  <c:v>24.75</c:v>
                </c:pt>
                <c:pt idx="5099">
                  <c:v>24.75</c:v>
                </c:pt>
                <c:pt idx="5100">
                  <c:v>24.8</c:v>
                </c:pt>
                <c:pt idx="5101">
                  <c:v>24.8</c:v>
                </c:pt>
                <c:pt idx="5102">
                  <c:v>24.75</c:v>
                </c:pt>
                <c:pt idx="5103">
                  <c:v>24.7</c:v>
                </c:pt>
                <c:pt idx="5104">
                  <c:v>24.65</c:v>
                </c:pt>
                <c:pt idx="5105">
                  <c:v>24.65</c:v>
                </c:pt>
                <c:pt idx="5106">
                  <c:v>24.6</c:v>
                </c:pt>
                <c:pt idx="5107">
                  <c:v>24.55</c:v>
                </c:pt>
                <c:pt idx="5108">
                  <c:v>24.55</c:v>
                </c:pt>
                <c:pt idx="5109">
                  <c:v>24.55</c:v>
                </c:pt>
                <c:pt idx="5110">
                  <c:v>24.55</c:v>
                </c:pt>
                <c:pt idx="5111">
                  <c:v>24.5</c:v>
                </c:pt>
                <c:pt idx="5112">
                  <c:v>24.5</c:v>
                </c:pt>
                <c:pt idx="5113">
                  <c:v>24.5</c:v>
                </c:pt>
                <c:pt idx="5114">
                  <c:v>24.55</c:v>
                </c:pt>
                <c:pt idx="5115">
                  <c:v>24.55</c:v>
                </c:pt>
                <c:pt idx="5116">
                  <c:v>24.55</c:v>
                </c:pt>
                <c:pt idx="5117">
                  <c:v>24.55</c:v>
                </c:pt>
                <c:pt idx="5118">
                  <c:v>24.55</c:v>
                </c:pt>
                <c:pt idx="5119">
                  <c:v>24.6</c:v>
                </c:pt>
                <c:pt idx="5120">
                  <c:v>24.55</c:v>
                </c:pt>
                <c:pt idx="5121">
                  <c:v>24.6</c:v>
                </c:pt>
                <c:pt idx="5122">
                  <c:v>24.6</c:v>
                </c:pt>
                <c:pt idx="5123">
                  <c:v>24.65</c:v>
                </c:pt>
                <c:pt idx="5124">
                  <c:v>24.65</c:v>
                </c:pt>
                <c:pt idx="5125">
                  <c:v>24.7</c:v>
                </c:pt>
                <c:pt idx="5126">
                  <c:v>24.7</c:v>
                </c:pt>
                <c:pt idx="5127">
                  <c:v>24.7</c:v>
                </c:pt>
                <c:pt idx="5128">
                  <c:v>24.75</c:v>
                </c:pt>
                <c:pt idx="5129">
                  <c:v>24.8</c:v>
                </c:pt>
                <c:pt idx="5130">
                  <c:v>24.8</c:v>
                </c:pt>
                <c:pt idx="5131">
                  <c:v>24.8</c:v>
                </c:pt>
                <c:pt idx="5132">
                  <c:v>24.75</c:v>
                </c:pt>
                <c:pt idx="5133">
                  <c:v>24.75</c:v>
                </c:pt>
                <c:pt idx="5134">
                  <c:v>24.7</c:v>
                </c:pt>
                <c:pt idx="5135">
                  <c:v>24.65</c:v>
                </c:pt>
                <c:pt idx="5136">
                  <c:v>24.6</c:v>
                </c:pt>
                <c:pt idx="5137">
                  <c:v>24.55</c:v>
                </c:pt>
                <c:pt idx="5138">
                  <c:v>24.55</c:v>
                </c:pt>
                <c:pt idx="5139">
                  <c:v>24.5</c:v>
                </c:pt>
                <c:pt idx="5140">
                  <c:v>24.55</c:v>
                </c:pt>
                <c:pt idx="5141">
                  <c:v>24.55</c:v>
                </c:pt>
                <c:pt idx="5142">
                  <c:v>24.55</c:v>
                </c:pt>
                <c:pt idx="5143">
                  <c:v>24.5</c:v>
                </c:pt>
                <c:pt idx="5144">
                  <c:v>24.5</c:v>
                </c:pt>
                <c:pt idx="5145">
                  <c:v>24.5</c:v>
                </c:pt>
                <c:pt idx="5146">
                  <c:v>24.5</c:v>
                </c:pt>
                <c:pt idx="5147">
                  <c:v>24.5</c:v>
                </c:pt>
                <c:pt idx="5148">
                  <c:v>24.55</c:v>
                </c:pt>
                <c:pt idx="5149">
                  <c:v>24.55</c:v>
                </c:pt>
                <c:pt idx="5150">
                  <c:v>24.6</c:v>
                </c:pt>
                <c:pt idx="5151">
                  <c:v>24.6</c:v>
                </c:pt>
                <c:pt idx="5152">
                  <c:v>24.6</c:v>
                </c:pt>
                <c:pt idx="5153">
                  <c:v>24.65</c:v>
                </c:pt>
                <c:pt idx="5154">
                  <c:v>24.65</c:v>
                </c:pt>
                <c:pt idx="5155">
                  <c:v>24.7</c:v>
                </c:pt>
                <c:pt idx="5156">
                  <c:v>24.7</c:v>
                </c:pt>
                <c:pt idx="5157">
                  <c:v>24.75</c:v>
                </c:pt>
                <c:pt idx="5158">
                  <c:v>24.75</c:v>
                </c:pt>
                <c:pt idx="5159">
                  <c:v>24.8</c:v>
                </c:pt>
                <c:pt idx="5160">
                  <c:v>24.8</c:v>
                </c:pt>
                <c:pt idx="5161">
                  <c:v>24.8</c:v>
                </c:pt>
                <c:pt idx="5162">
                  <c:v>24.8</c:v>
                </c:pt>
                <c:pt idx="5163">
                  <c:v>24.75</c:v>
                </c:pt>
                <c:pt idx="5164">
                  <c:v>24.7</c:v>
                </c:pt>
                <c:pt idx="5165">
                  <c:v>24.65</c:v>
                </c:pt>
                <c:pt idx="5166">
                  <c:v>24.6</c:v>
                </c:pt>
                <c:pt idx="5167">
                  <c:v>24.55</c:v>
                </c:pt>
                <c:pt idx="5168">
                  <c:v>24.55</c:v>
                </c:pt>
                <c:pt idx="5169">
                  <c:v>24.5</c:v>
                </c:pt>
                <c:pt idx="5170">
                  <c:v>24.5</c:v>
                </c:pt>
                <c:pt idx="5171">
                  <c:v>24.5</c:v>
                </c:pt>
                <c:pt idx="5172">
                  <c:v>24.45</c:v>
                </c:pt>
                <c:pt idx="5173">
                  <c:v>24.5</c:v>
                </c:pt>
                <c:pt idx="5174">
                  <c:v>24.5</c:v>
                </c:pt>
                <c:pt idx="5175">
                  <c:v>24.5</c:v>
                </c:pt>
                <c:pt idx="5176">
                  <c:v>24.5</c:v>
                </c:pt>
                <c:pt idx="5177">
                  <c:v>24.5</c:v>
                </c:pt>
                <c:pt idx="5178">
                  <c:v>24.55</c:v>
                </c:pt>
                <c:pt idx="5179">
                  <c:v>24.55</c:v>
                </c:pt>
                <c:pt idx="5180">
                  <c:v>24.55</c:v>
                </c:pt>
                <c:pt idx="5181">
                  <c:v>24.6</c:v>
                </c:pt>
                <c:pt idx="5182">
                  <c:v>24.6</c:v>
                </c:pt>
                <c:pt idx="5183">
                  <c:v>24.65</c:v>
                </c:pt>
                <c:pt idx="5184">
                  <c:v>24.65</c:v>
                </c:pt>
                <c:pt idx="5185">
                  <c:v>24.7</c:v>
                </c:pt>
                <c:pt idx="5186">
                  <c:v>24.7</c:v>
                </c:pt>
                <c:pt idx="5187">
                  <c:v>24.75</c:v>
                </c:pt>
                <c:pt idx="5188">
                  <c:v>24.8</c:v>
                </c:pt>
                <c:pt idx="5189">
                  <c:v>24.8</c:v>
                </c:pt>
                <c:pt idx="5190">
                  <c:v>24.8</c:v>
                </c:pt>
                <c:pt idx="5191">
                  <c:v>24.8</c:v>
                </c:pt>
                <c:pt idx="5192">
                  <c:v>24.8</c:v>
                </c:pt>
                <c:pt idx="5193">
                  <c:v>24.75</c:v>
                </c:pt>
                <c:pt idx="5194">
                  <c:v>24.7</c:v>
                </c:pt>
                <c:pt idx="5195">
                  <c:v>24.65</c:v>
                </c:pt>
                <c:pt idx="5196">
                  <c:v>24.6</c:v>
                </c:pt>
                <c:pt idx="5197">
                  <c:v>24.55</c:v>
                </c:pt>
                <c:pt idx="5198">
                  <c:v>24.5</c:v>
                </c:pt>
                <c:pt idx="5199">
                  <c:v>24.5</c:v>
                </c:pt>
                <c:pt idx="5200">
                  <c:v>24.45</c:v>
                </c:pt>
                <c:pt idx="5201">
                  <c:v>24.45</c:v>
                </c:pt>
                <c:pt idx="5202">
                  <c:v>24.45</c:v>
                </c:pt>
                <c:pt idx="5203">
                  <c:v>24.5</c:v>
                </c:pt>
                <c:pt idx="5204">
                  <c:v>24.5</c:v>
                </c:pt>
                <c:pt idx="5205">
                  <c:v>24.5</c:v>
                </c:pt>
                <c:pt idx="5206">
                  <c:v>24.5</c:v>
                </c:pt>
                <c:pt idx="5207">
                  <c:v>24.55</c:v>
                </c:pt>
                <c:pt idx="5208">
                  <c:v>24.55</c:v>
                </c:pt>
                <c:pt idx="5209">
                  <c:v>24.6</c:v>
                </c:pt>
                <c:pt idx="5210">
                  <c:v>24.6</c:v>
                </c:pt>
                <c:pt idx="5211">
                  <c:v>24.65</c:v>
                </c:pt>
                <c:pt idx="5212">
                  <c:v>24.65</c:v>
                </c:pt>
                <c:pt idx="5213">
                  <c:v>24.7</c:v>
                </c:pt>
                <c:pt idx="5214">
                  <c:v>24.7</c:v>
                </c:pt>
                <c:pt idx="5215">
                  <c:v>24.75</c:v>
                </c:pt>
                <c:pt idx="5216">
                  <c:v>24.75</c:v>
                </c:pt>
                <c:pt idx="5217">
                  <c:v>24.8</c:v>
                </c:pt>
                <c:pt idx="5218">
                  <c:v>24.8</c:v>
                </c:pt>
                <c:pt idx="5219">
                  <c:v>24.8</c:v>
                </c:pt>
                <c:pt idx="5220">
                  <c:v>24.85</c:v>
                </c:pt>
                <c:pt idx="5221">
                  <c:v>24.8</c:v>
                </c:pt>
                <c:pt idx="5222">
                  <c:v>24.8</c:v>
                </c:pt>
                <c:pt idx="5223">
                  <c:v>24.75</c:v>
                </c:pt>
                <c:pt idx="5224">
                  <c:v>24.7</c:v>
                </c:pt>
                <c:pt idx="5225">
                  <c:v>24.65</c:v>
                </c:pt>
                <c:pt idx="5226">
                  <c:v>24.6</c:v>
                </c:pt>
                <c:pt idx="5227">
                  <c:v>24.55</c:v>
                </c:pt>
                <c:pt idx="5228">
                  <c:v>24.55</c:v>
                </c:pt>
                <c:pt idx="5229">
                  <c:v>24.5</c:v>
                </c:pt>
                <c:pt idx="5230">
                  <c:v>24.5</c:v>
                </c:pt>
                <c:pt idx="5231">
                  <c:v>24.5</c:v>
                </c:pt>
                <c:pt idx="5232">
                  <c:v>24.5</c:v>
                </c:pt>
                <c:pt idx="5233">
                  <c:v>24.5</c:v>
                </c:pt>
                <c:pt idx="5234">
                  <c:v>24.5</c:v>
                </c:pt>
                <c:pt idx="5235">
                  <c:v>24.5</c:v>
                </c:pt>
                <c:pt idx="5236">
                  <c:v>24.55</c:v>
                </c:pt>
                <c:pt idx="5237">
                  <c:v>24.55</c:v>
                </c:pt>
                <c:pt idx="5238">
                  <c:v>24.6</c:v>
                </c:pt>
                <c:pt idx="5239">
                  <c:v>24.6</c:v>
                </c:pt>
                <c:pt idx="5240">
                  <c:v>24.65</c:v>
                </c:pt>
                <c:pt idx="5241">
                  <c:v>24.65</c:v>
                </c:pt>
                <c:pt idx="5242">
                  <c:v>24.7</c:v>
                </c:pt>
                <c:pt idx="5243">
                  <c:v>24.7</c:v>
                </c:pt>
                <c:pt idx="5244">
                  <c:v>24.75</c:v>
                </c:pt>
                <c:pt idx="5245">
                  <c:v>24.75</c:v>
                </c:pt>
                <c:pt idx="5246">
                  <c:v>24.75</c:v>
                </c:pt>
                <c:pt idx="5247">
                  <c:v>24.8</c:v>
                </c:pt>
                <c:pt idx="5248">
                  <c:v>24.8</c:v>
                </c:pt>
                <c:pt idx="5249">
                  <c:v>24.8</c:v>
                </c:pt>
                <c:pt idx="5250">
                  <c:v>24.85</c:v>
                </c:pt>
                <c:pt idx="5251">
                  <c:v>24.8</c:v>
                </c:pt>
                <c:pt idx="5252">
                  <c:v>24.75</c:v>
                </c:pt>
                <c:pt idx="5253">
                  <c:v>24.7</c:v>
                </c:pt>
                <c:pt idx="5254">
                  <c:v>24.65</c:v>
                </c:pt>
                <c:pt idx="5255">
                  <c:v>24.6</c:v>
                </c:pt>
                <c:pt idx="5256">
                  <c:v>24.6</c:v>
                </c:pt>
                <c:pt idx="5257">
                  <c:v>24.55</c:v>
                </c:pt>
                <c:pt idx="5258">
                  <c:v>24.55</c:v>
                </c:pt>
                <c:pt idx="5259">
                  <c:v>24.5</c:v>
                </c:pt>
                <c:pt idx="5260">
                  <c:v>24.5</c:v>
                </c:pt>
                <c:pt idx="5261">
                  <c:v>24.5</c:v>
                </c:pt>
                <c:pt idx="5262">
                  <c:v>24.5</c:v>
                </c:pt>
                <c:pt idx="5263">
                  <c:v>24.5</c:v>
                </c:pt>
                <c:pt idx="5264">
                  <c:v>24.5</c:v>
                </c:pt>
                <c:pt idx="5265">
                  <c:v>24.55</c:v>
                </c:pt>
                <c:pt idx="5266">
                  <c:v>24.55</c:v>
                </c:pt>
                <c:pt idx="5267">
                  <c:v>24.55</c:v>
                </c:pt>
                <c:pt idx="5268">
                  <c:v>24.6</c:v>
                </c:pt>
                <c:pt idx="5269">
                  <c:v>24.6</c:v>
                </c:pt>
                <c:pt idx="5270">
                  <c:v>24.65</c:v>
                </c:pt>
                <c:pt idx="5271">
                  <c:v>24.65</c:v>
                </c:pt>
                <c:pt idx="5272">
                  <c:v>24.7</c:v>
                </c:pt>
                <c:pt idx="5273">
                  <c:v>24.7</c:v>
                </c:pt>
                <c:pt idx="5274">
                  <c:v>24.7</c:v>
                </c:pt>
                <c:pt idx="5275">
                  <c:v>24.75</c:v>
                </c:pt>
                <c:pt idx="5276">
                  <c:v>24.75</c:v>
                </c:pt>
                <c:pt idx="5277">
                  <c:v>24.75</c:v>
                </c:pt>
                <c:pt idx="5278">
                  <c:v>24.8</c:v>
                </c:pt>
                <c:pt idx="5279">
                  <c:v>24.8</c:v>
                </c:pt>
                <c:pt idx="5280">
                  <c:v>24.8</c:v>
                </c:pt>
                <c:pt idx="5281">
                  <c:v>24.8</c:v>
                </c:pt>
                <c:pt idx="5282">
                  <c:v>24.75</c:v>
                </c:pt>
                <c:pt idx="5283">
                  <c:v>24.7</c:v>
                </c:pt>
                <c:pt idx="5284">
                  <c:v>24.65</c:v>
                </c:pt>
                <c:pt idx="5285">
                  <c:v>24.6</c:v>
                </c:pt>
                <c:pt idx="5286">
                  <c:v>24.55</c:v>
                </c:pt>
                <c:pt idx="5287">
                  <c:v>24.55</c:v>
                </c:pt>
                <c:pt idx="5288">
                  <c:v>24.5</c:v>
                </c:pt>
                <c:pt idx="5289">
                  <c:v>24.5</c:v>
                </c:pt>
                <c:pt idx="5290">
                  <c:v>24.5</c:v>
                </c:pt>
                <c:pt idx="5291">
                  <c:v>24.5</c:v>
                </c:pt>
                <c:pt idx="5292">
                  <c:v>24.5</c:v>
                </c:pt>
                <c:pt idx="5293">
                  <c:v>24.5</c:v>
                </c:pt>
                <c:pt idx="5294">
                  <c:v>24.5</c:v>
                </c:pt>
                <c:pt idx="5295">
                  <c:v>24.55</c:v>
                </c:pt>
                <c:pt idx="5296">
                  <c:v>24.55</c:v>
                </c:pt>
                <c:pt idx="5297">
                  <c:v>24.55</c:v>
                </c:pt>
                <c:pt idx="5298">
                  <c:v>24.6</c:v>
                </c:pt>
                <c:pt idx="5299">
                  <c:v>24.6</c:v>
                </c:pt>
                <c:pt idx="5300">
                  <c:v>24.65</c:v>
                </c:pt>
                <c:pt idx="5301">
                  <c:v>24.65</c:v>
                </c:pt>
                <c:pt idx="5302">
                  <c:v>24.65</c:v>
                </c:pt>
                <c:pt idx="5303">
                  <c:v>24.7</c:v>
                </c:pt>
                <c:pt idx="5304">
                  <c:v>24.7</c:v>
                </c:pt>
                <c:pt idx="5305">
                  <c:v>24.75</c:v>
                </c:pt>
                <c:pt idx="5306">
                  <c:v>24.75</c:v>
                </c:pt>
                <c:pt idx="5307">
                  <c:v>24.75</c:v>
                </c:pt>
                <c:pt idx="5308">
                  <c:v>24.8</c:v>
                </c:pt>
                <c:pt idx="5309">
                  <c:v>24.8</c:v>
                </c:pt>
                <c:pt idx="5310">
                  <c:v>24.85</c:v>
                </c:pt>
                <c:pt idx="5311">
                  <c:v>24.8</c:v>
                </c:pt>
                <c:pt idx="5312">
                  <c:v>24.8</c:v>
                </c:pt>
                <c:pt idx="5313">
                  <c:v>24.75</c:v>
                </c:pt>
                <c:pt idx="5314">
                  <c:v>24.7</c:v>
                </c:pt>
                <c:pt idx="5315">
                  <c:v>24.65</c:v>
                </c:pt>
                <c:pt idx="5316">
                  <c:v>24.6</c:v>
                </c:pt>
                <c:pt idx="5317">
                  <c:v>24.55</c:v>
                </c:pt>
                <c:pt idx="5318">
                  <c:v>24.55</c:v>
                </c:pt>
                <c:pt idx="5319">
                  <c:v>24.5</c:v>
                </c:pt>
                <c:pt idx="5320">
                  <c:v>24.45</c:v>
                </c:pt>
                <c:pt idx="5321">
                  <c:v>24.5</c:v>
                </c:pt>
                <c:pt idx="5322">
                  <c:v>24.5</c:v>
                </c:pt>
                <c:pt idx="5323">
                  <c:v>24.5</c:v>
                </c:pt>
                <c:pt idx="5324">
                  <c:v>24.5</c:v>
                </c:pt>
                <c:pt idx="5325">
                  <c:v>24.5</c:v>
                </c:pt>
                <c:pt idx="5326">
                  <c:v>24.5</c:v>
                </c:pt>
                <c:pt idx="5327">
                  <c:v>24.55</c:v>
                </c:pt>
                <c:pt idx="5328">
                  <c:v>24.55</c:v>
                </c:pt>
                <c:pt idx="5329">
                  <c:v>24.6</c:v>
                </c:pt>
                <c:pt idx="5330">
                  <c:v>24.6</c:v>
                </c:pt>
                <c:pt idx="5331">
                  <c:v>24.65</c:v>
                </c:pt>
                <c:pt idx="5332">
                  <c:v>24.65</c:v>
                </c:pt>
                <c:pt idx="5333">
                  <c:v>24.7</c:v>
                </c:pt>
                <c:pt idx="5334">
                  <c:v>24.7</c:v>
                </c:pt>
                <c:pt idx="5335">
                  <c:v>24.75</c:v>
                </c:pt>
                <c:pt idx="5336">
                  <c:v>24.75</c:v>
                </c:pt>
                <c:pt idx="5337">
                  <c:v>24.8</c:v>
                </c:pt>
                <c:pt idx="5338">
                  <c:v>24.8</c:v>
                </c:pt>
                <c:pt idx="5339">
                  <c:v>24.8</c:v>
                </c:pt>
                <c:pt idx="5340">
                  <c:v>24.8</c:v>
                </c:pt>
                <c:pt idx="5341">
                  <c:v>24.8</c:v>
                </c:pt>
                <c:pt idx="5342">
                  <c:v>24.8</c:v>
                </c:pt>
                <c:pt idx="5343">
                  <c:v>24.75</c:v>
                </c:pt>
                <c:pt idx="5344">
                  <c:v>24.7</c:v>
                </c:pt>
                <c:pt idx="5345">
                  <c:v>24.65</c:v>
                </c:pt>
                <c:pt idx="5346">
                  <c:v>24.55</c:v>
                </c:pt>
                <c:pt idx="5347">
                  <c:v>24.55</c:v>
                </c:pt>
                <c:pt idx="5348">
                  <c:v>24.5</c:v>
                </c:pt>
                <c:pt idx="5349">
                  <c:v>24.5</c:v>
                </c:pt>
                <c:pt idx="5350">
                  <c:v>24.5</c:v>
                </c:pt>
                <c:pt idx="5351">
                  <c:v>24.45</c:v>
                </c:pt>
                <c:pt idx="5352">
                  <c:v>24.45</c:v>
                </c:pt>
                <c:pt idx="5353">
                  <c:v>24.5</c:v>
                </c:pt>
                <c:pt idx="5354">
                  <c:v>24.5</c:v>
                </c:pt>
                <c:pt idx="5355">
                  <c:v>24.45</c:v>
                </c:pt>
                <c:pt idx="5356">
                  <c:v>24.5</c:v>
                </c:pt>
                <c:pt idx="5357">
                  <c:v>24.5</c:v>
                </c:pt>
                <c:pt idx="5358">
                  <c:v>24.5</c:v>
                </c:pt>
                <c:pt idx="5359">
                  <c:v>24.55</c:v>
                </c:pt>
                <c:pt idx="5360">
                  <c:v>24.6</c:v>
                </c:pt>
                <c:pt idx="5361">
                  <c:v>24.6</c:v>
                </c:pt>
                <c:pt idx="5362">
                  <c:v>24.65</c:v>
                </c:pt>
                <c:pt idx="5363">
                  <c:v>24.65</c:v>
                </c:pt>
                <c:pt idx="5364">
                  <c:v>24.65</c:v>
                </c:pt>
                <c:pt idx="5365">
                  <c:v>24.7</c:v>
                </c:pt>
                <c:pt idx="5366">
                  <c:v>24.7</c:v>
                </c:pt>
                <c:pt idx="5367">
                  <c:v>24.7</c:v>
                </c:pt>
                <c:pt idx="5368">
                  <c:v>24.75</c:v>
                </c:pt>
                <c:pt idx="5369">
                  <c:v>24.8</c:v>
                </c:pt>
                <c:pt idx="5370">
                  <c:v>24.8</c:v>
                </c:pt>
                <c:pt idx="5371">
                  <c:v>24.8</c:v>
                </c:pt>
                <c:pt idx="5372">
                  <c:v>24.75</c:v>
                </c:pt>
                <c:pt idx="5373">
                  <c:v>24.75</c:v>
                </c:pt>
                <c:pt idx="5374">
                  <c:v>24.7</c:v>
                </c:pt>
                <c:pt idx="5375">
                  <c:v>24.65</c:v>
                </c:pt>
                <c:pt idx="5376">
                  <c:v>24.55</c:v>
                </c:pt>
                <c:pt idx="5377">
                  <c:v>24.5</c:v>
                </c:pt>
                <c:pt idx="5378">
                  <c:v>24.5</c:v>
                </c:pt>
                <c:pt idx="5379">
                  <c:v>24.45</c:v>
                </c:pt>
                <c:pt idx="5380">
                  <c:v>24.45</c:v>
                </c:pt>
                <c:pt idx="5381">
                  <c:v>24.4</c:v>
                </c:pt>
                <c:pt idx="5382">
                  <c:v>24.45</c:v>
                </c:pt>
                <c:pt idx="5383">
                  <c:v>24.45</c:v>
                </c:pt>
                <c:pt idx="5384">
                  <c:v>24.45</c:v>
                </c:pt>
                <c:pt idx="5385">
                  <c:v>24.45</c:v>
                </c:pt>
                <c:pt idx="5386">
                  <c:v>24.5</c:v>
                </c:pt>
                <c:pt idx="5387">
                  <c:v>24.55</c:v>
                </c:pt>
                <c:pt idx="5388">
                  <c:v>24.5</c:v>
                </c:pt>
                <c:pt idx="5389">
                  <c:v>24.55</c:v>
                </c:pt>
                <c:pt idx="5390">
                  <c:v>24.55</c:v>
                </c:pt>
                <c:pt idx="5391">
                  <c:v>24.6</c:v>
                </c:pt>
                <c:pt idx="5392">
                  <c:v>24.6</c:v>
                </c:pt>
                <c:pt idx="5393">
                  <c:v>24.65</c:v>
                </c:pt>
                <c:pt idx="5394">
                  <c:v>24.7</c:v>
                </c:pt>
                <c:pt idx="5395">
                  <c:v>24.7</c:v>
                </c:pt>
                <c:pt idx="5396">
                  <c:v>24.7</c:v>
                </c:pt>
                <c:pt idx="5397">
                  <c:v>24.75</c:v>
                </c:pt>
                <c:pt idx="5398">
                  <c:v>24.75</c:v>
                </c:pt>
                <c:pt idx="5399">
                  <c:v>24.8</c:v>
                </c:pt>
                <c:pt idx="5400">
                  <c:v>24.8</c:v>
                </c:pt>
                <c:pt idx="5401">
                  <c:v>24.8</c:v>
                </c:pt>
                <c:pt idx="5402">
                  <c:v>24.8</c:v>
                </c:pt>
                <c:pt idx="5403">
                  <c:v>24.75</c:v>
                </c:pt>
                <c:pt idx="5404">
                  <c:v>24.7</c:v>
                </c:pt>
                <c:pt idx="5405">
                  <c:v>24.6</c:v>
                </c:pt>
                <c:pt idx="5406">
                  <c:v>24.55</c:v>
                </c:pt>
                <c:pt idx="5407">
                  <c:v>24.5</c:v>
                </c:pt>
                <c:pt idx="5408">
                  <c:v>24.5</c:v>
                </c:pt>
                <c:pt idx="5409">
                  <c:v>24.45</c:v>
                </c:pt>
                <c:pt idx="5410">
                  <c:v>24.5</c:v>
                </c:pt>
                <c:pt idx="5411">
                  <c:v>24.45</c:v>
                </c:pt>
                <c:pt idx="5412">
                  <c:v>24.45</c:v>
                </c:pt>
                <c:pt idx="5413">
                  <c:v>24.45</c:v>
                </c:pt>
                <c:pt idx="5414">
                  <c:v>24.45</c:v>
                </c:pt>
                <c:pt idx="5415">
                  <c:v>24.5</c:v>
                </c:pt>
                <c:pt idx="5416">
                  <c:v>24.5</c:v>
                </c:pt>
                <c:pt idx="5417">
                  <c:v>24.55</c:v>
                </c:pt>
                <c:pt idx="5418">
                  <c:v>24.55</c:v>
                </c:pt>
                <c:pt idx="5419">
                  <c:v>24.6</c:v>
                </c:pt>
                <c:pt idx="5420">
                  <c:v>24.6</c:v>
                </c:pt>
                <c:pt idx="5421">
                  <c:v>24.6</c:v>
                </c:pt>
                <c:pt idx="5422">
                  <c:v>24.65</c:v>
                </c:pt>
                <c:pt idx="5423">
                  <c:v>24.65</c:v>
                </c:pt>
                <c:pt idx="5424">
                  <c:v>24.7</c:v>
                </c:pt>
                <c:pt idx="5425">
                  <c:v>24.7</c:v>
                </c:pt>
                <c:pt idx="5426">
                  <c:v>24.75</c:v>
                </c:pt>
                <c:pt idx="5427">
                  <c:v>24.75</c:v>
                </c:pt>
                <c:pt idx="5428">
                  <c:v>24.8</c:v>
                </c:pt>
                <c:pt idx="5429">
                  <c:v>24.8</c:v>
                </c:pt>
                <c:pt idx="5430">
                  <c:v>24.8</c:v>
                </c:pt>
                <c:pt idx="5431">
                  <c:v>24.8</c:v>
                </c:pt>
                <c:pt idx="5432">
                  <c:v>24.75</c:v>
                </c:pt>
                <c:pt idx="5433">
                  <c:v>24.7</c:v>
                </c:pt>
                <c:pt idx="5434">
                  <c:v>24.65</c:v>
                </c:pt>
                <c:pt idx="5435">
                  <c:v>24.6</c:v>
                </c:pt>
                <c:pt idx="5436">
                  <c:v>24.55</c:v>
                </c:pt>
                <c:pt idx="5437">
                  <c:v>24.55</c:v>
                </c:pt>
                <c:pt idx="5438">
                  <c:v>24.5</c:v>
                </c:pt>
                <c:pt idx="5439">
                  <c:v>24.5</c:v>
                </c:pt>
                <c:pt idx="5440">
                  <c:v>24.5</c:v>
                </c:pt>
                <c:pt idx="5441">
                  <c:v>24.5</c:v>
                </c:pt>
                <c:pt idx="5442">
                  <c:v>24.5</c:v>
                </c:pt>
                <c:pt idx="5443">
                  <c:v>24.5</c:v>
                </c:pt>
                <c:pt idx="5444">
                  <c:v>24.5</c:v>
                </c:pt>
                <c:pt idx="5445">
                  <c:v>24.55</c:v>
                </c:pt>
                <c:pt idx="5446">
                  <c:v>24.55</c:v>
                </c:pt>
                <c:pt idx="5447">
                  <c:v>24.55</c:v>
                </c:pt>
                <c:pt idx="5448">
                  <c:v>24.6</c:v>
                </c:pt>
                <c:pt idx="5449">
                  <c:v>24.6</c:v>
                </c:pt>
                <c:pt idx="5450">
                  <c:v>24.65</c:v>
                </c:pt>
                <c:pt idx="5451">
                  <c:v>24.65</c:v>
                </c:pt>
                <c:pt idx="5452">
                  <c:v>24.65</c:v>
                </c:pt>
                <c:pt idx="5453">
                  <c:v>24.7</c:v>
                </c:pt>
                <c:pt idx="5454">
                  <c:v>24.7</c:v>
                </c:pt>
                <c:pt idx="5455">
                  <c:v>24.7</c:v>
                </c:pt>
                <c:pt idx="5456">
                  <c:v>24.75</c:v>
                </c:pt>
                <c:pt idx="5457">
                  <c:v>24.75</c:v>
                </c:pt>
                <c:pt idx="5458">
                  <c:v>24.75</c:v>
                </c:pt>
                <c:pt idx="5459">
                  <c:v>24.75</c:v>
                </c:pt>
                <c:pt idx="5460">
                  <c:v>24.75</c:v>
                </c:pt>
                <c:pt idx="5461">
                  <c:v>24.75</c:v>
                </c:pt>
                <c:pt idx="5462">
                  <c:v>24.75</c:v>
                </c:pt>
                <c:pt idx="5463">
                  <c:v>24.7</c:v>
                </c:pt>
                <c:pt idx="5464">
                  <c:v>24.65</c:v>
                </c:pt>
                <c:pt idx="5465">
                  <c:v>24.6</c:v>
                </c:pt>
                <c:pt idx="5466">
                  <c:v>24.55</c:v>
                </c:pt>
                <c:pt idx="5467">
                  <c:v>24.55</c:v>
                </c:pt>
                <c:pt idx="5468">
                  <c:v>24.5</c:v>
                </c:pt>
                <c:pt idx="5469">
                  <c:v>24.5</c:v>
                </c:pt>
                <c:pt idx="5470">
                  <c:v>24.5</c:v>
                </c:pt>
                <c:pt idx="5471">
                  <c:v>24.5</c:v>
                </c:pt>
                <c:pt idx="5472">
                  <c:v>24.5</c:v>
                </c:pt>
                <c:pt idx="5473">
                  <c:v>24.5</c:v>
                </c:pt>
                <c:pt idx="5474">
                  <c:v>24.5</c:v>
                </c:pt>
                <c:pt idx="5475">
                  <c:v>24.5</c:v>
                </c:pt>
                <c:pt idx="5476">
                  <c:v>24.55</c:v>
                </c:pt>
                <c:pt idx="5477">
                  <c:v>24.55</c:v>
                </c:pt>
                <c:pt idx="5478">
                  <c:v>24.55</c:v>
                </c:pt>
                <c:pt idx="5479">
                  <c:v>24.6</c:v>
                </c:pt>
                <c:pt idx="5480">
                  <c:v>24.6</c:v>
                </c:pt>
                <c:pt idx="5481">
                  <c:v>24.65</c:v>
                </c:pt>
                <c:pt idx="5482">
                  <c:v>24.65</c:v>
                </c:pt>
                <c:pt idx="5483">
                  <c:v>24.7</c:v>
                </c:pt>
                <c:pt idx="5484">
                  <c:v>24.7</c:v>
                </c:pt>
                <c:pt idx="5485">
                  <c:v>24.7</c:v>
                </c:pt>
                <c:pt idx="5486">
                  <c:v>24.75</c:v>
                </c:pt>
                <c:pt idx="5487">
                  <c:v>24.75</c:v>
                </c:pt>
                <c:pt idx="5488">
                  <c:v>24.8</c:v>
                </c:pt>
                <c:pt idx="5489">
                  <c:v>24.8</c:v>
                </c:pt>
                <c:pt idx="5490">
                  <c:v>24.8</c:v>
                </c:pt>
                <c:pt idx="5491">
                  <c:v>24.8</c:v>
                </c:pt>
                <c:pt idx="5492">
                  <c:v>24.8</c:v>
                </c:pt>
                <c:pt idx="5493">
                  <c:v>24.7</c:v>
                </c:pt>
                <c:pt idx="5494">
                  <c:v>24.65</c:v>
                </c:pt>
                <c:pt idx="5495">
                  <c:v>24.65</c:v>
                </c:pt>
                <c:pt idx="5496">
                  <c:v>24.6</c:v>
                </c:pt>
                <c:pt idx="5497">
                  <c:v>24.55</c:v>
                </c:pt>
                <c:pt idx="5498">
                  <c:v>24.55</c:v>
                </c:pt>
                <c:pt idx="5499">
                  <c:v>24.5</c:v>
                </c:pt>
                <c:pt idx="5500">
                  <c:v>24.5</c:v>
                </c:pt>
                <c:pt idx="5501">
                  <c:v>24.5</c:v>
                </c:pt>
                <c:pt idx="5502">
                  <c:v>24.5</c:v>
                </c:pt>
                <c:pt idx="5503">
                  <c:v>24.5</c:v>
                </c:pt>
                <c:pt idx="5504">
                  <c:v>24.5</c:v>
                </c:pt>
                <c:pt idx="5505">
                  <c:v>24.5</c:v>
                </c:pt>
                <c:pt idx="5506">
                  <c:v>24.5</c:v>
                </c:pt>
                <c:pt idx="5507">
                  <c:v>24.5</c:v>
                </c:pt>
                <c:pt idx="5508">
                  <c:v>24.55</c:v>
                </c:pt>
                <c:pt idx="5509">
                  <c:v>24.55</c:v>
                </c:pt>
                <c:pt idx="5510">
                  <c:v>24.6</c:v>
                </c:pt>
                <c:pt idx="5511">
                  <c:v>24.6</c:v>
                </c:pt>
                <c:pt idx="5512">
                  <c:v>24.65</c:v>
                </c:pt>
                <c:pt idx="5513">
                  <c:v>24.65</c:v>
                </c:pt>
                <c:pt idx="5514">
                  <c:v>24.7</c:v>
                </c:pt>
                <c:pt idx="5515">
                  <c:v>24.7</c:v>
                </c:pt>
                <c:pt idx="5516">
                  <c:v>24.75</c:v>
                </c:pt>
                <c:pt idx="5517">
                  <c:v>24.75</c:v>
                </c:pt>
                <c:pt idx="5518">
                  <c:v>24.8</c:v>
                </c:pt>
                <c:pt idx="5519">
                  <c:v>24.8</c:v>
                </c:pt>
                <c:pt idx="5520">
                  <c:v>24.85</c:v>
                </c:pt>
                <c:pt idx="5521">
                  <c:v>24.85</c:v>
                </c:pt>
                <c:pt idx="5522">
                  <c:v>24.8</c:v>
                </c:pt>
                <c:pt idx="5523">
                  <c:v>24.75</c:v>
                </c:pt>
                <c:pt idx="5524">
                  <c:v>24.7</c:v>
                </c:pt>
                <c:pt idx="5525">
                  <c:v>24.65</c:v>
                </c:pt>
                <c:pt idx="5526">
                  <c:v>24.6</c:v>
                </c:pt>
                <c:pt idx="5527">
                  <c:v>24.6</c:v>
                </c:pt>
                <c:pt idx="5528">
                  <c:v>24.55</c:v>
                </c:pt>
                <c:pt idx="5529">
                  <c:v>24.55</c:v>
                </c:pt>
                <c:pt idx="5530">
                  <c:v>24.5</c:v>
                </c:pt>
                <c:pt idx="5531">
                  <c:v>24.5</c:v>
                </c:pt>
                <c:pt idx="5532">
                  <c:v>24.5</c:v>
                </c:pt>
                <c:pt idx="5533">
                  <c:v>24.5</c:v>
                </c:pt>
                <c:pt idx="5534">
                  <c:v>24.5</c:v>
                </c:pt>
                <c:pt idx="5535">
                  <c:v>24.55</c:v>
                </c:pt>
                <c:pt idx="5536">
                  <c:v>24.55</c:v>
                </c:pt>
                <c:pt idx="5537">
                  <c:v>24.55</c:v>
                </c:pt>
                <c:pt idx="5538">
                  <c:v>24.55</c:v>
                </c:pt>
                <c:pt idx="5539">
                  <c:v>24.55</c:v>
                </c:pt>
                <c:pt idx="5540">
                  <c:v>24.6</c:v>
                </c:pt>
                <c:pt idx="5541">
                  <c:v>24.6</c:v>
                </c:pt>
                <c:pt idx="5542">
                  <c:v>24.6</c:v>
                </c:pt>
                <c:pt idx="5543">
                  <c:v>24.65</c:v>
                </c:pt>
                <c:pt idx="5544">
                  <c:v>24.65</c:v>
                </c:pt>
                <c:pt idx="5545">
                  <c:v>24.7</c:v>
                </c:pt>
                <c:pt idx="5546">
                  <c:v>24.7</c:v>
                </c:pt>
                <c:pt idx="5547">
                  <c:v>24.7</c:v>
                </c:pt>
                <c:pt idx="5548">
                  <c:v>24.75</c:v>
                </c:pt>
                <c:pt idx="5549">
                  <c:v>24.8</c:v>
                </c:pt>
                <c:pt idx="5550">
                  <c:v>24.8</c:v>
                </c:pt>
                <c:pt idx="5551">
                  <c:v>24.8</c:v>
                </c:pt>
                <c:pt idx="5552">
                  <c:v>24.75</c:v>
                </c:pt>
                <c:pt idx="5553">
                  <c:v>24.7</c:v>
                </c:pt>
                <c:pt idx="5554">
                  <c:v>24.7</c:v>
                </c:pt>
                <c:pt idx="5555">
                  <c:v>24.65</c:v>
                </c:pt>
                <c:pt idx="5556">
                  <c:v>24.6</c:v>
                </c:pt>
                <c:pt idx="5557">
                  <c:v>24.55</c:v>
                </c:pt>
                <c:pt idx="5558">
                  <c:v>24.55</c:v>
                </c:pt>
                <c:pt idx="5559">
                  <c:v>24.5</c:v>
                </c:pt>
                <c:pt idx="5560">
                  <c:v>24.5</c:v>
                </c:pt>
                <c:pt idx="5561">
                  <c:v>24.5</c:v>
                </c:pt>
                <c:pt idx="5562">
                  <c:v>24.5</c:v>
                </c:pt>
                <c:pt idx="5563">
                  <c:v>24.5</c:v>
                </c:pt>
                <c:pt idx="5564">
                  <c:v>24.5</c:v>
                </c:pt>
                <c:pt idx="5565">
                  <c:v>24.5</c:v>
                </c:pt>
                <c:pt idx="5566">
                  <c:v>24.55</c:v>
                </c:pt>
                <c:pt idx="5567">
                  <c:v>24.55</c:v>
                </c:pt>
                <c:pt idx="5568">
                  <c:v>24.55</c:v>
                </c:pt>
                <c:pt idx="5569">
                  <c:v>24.6</c:v>
                </c:pt>
                <c:pt idx="5570">
                  <c:v>24.6</c:v>
                </c:pt>
                <c:pt idx="5571">
                  <c:v>24.6</c:v>
                </c:pt>
                <c:pt idx="5572">
                  <c:v>24.65</c:v>
                </c:pt>
                <c:pt idx="5573">
                  <c:v>24.65</c:v>
                </c:pt>
                <c:pt idx="5574">
                  <c:v>24.65</c:v>
                </c:pt>
                <c:pt idx="5575">
                  <c:v>24.7</c:v>
                </c:pt>
                <c:pt idx="5576">
                  <c:v>24.7</c:v>
                </c:pt>
                <c:pt idx="5577">
                  <c:v>24.75</c:v>
                </c:pt>
                <c:pt idx="5578">
                  <c:v>24.75</c:v>
                </c:pt>
                <c:pt idx="5579">
                  <c:v>24.8</c:v>
                </c:pt>
                <c:pt idx="5580">
                  <c:v>24.8</c:v>
                </c:pt>
                <c:pt idx="5581">
                  <c:v>24.8</c:v>
                </c:pt>
                <c:pt idx="5582">
                  <c:v>24.8</c:v>
                </c:pt>
                <c:pt idx="5583">
                  <c:v>24.75</c:v>
                </c:pt>
                <c:pt idx="5584">
                  <c:v>24.7</c:v>
                </c:pt>
                <c:pt idx="5585">
                  <c:v>24.65</c:v>
                </c:pt>
                <c:pt idx="5586">
                  <c:v>24.6</c:v>
                </c:pt>
                <c:pt idx="5587">
                  <c:v>24.55</c:v>
                </c:pt>
                <c:pt idx="5588">
                  <c:v>24.55</c:v>
                </c:pt>
                <c:pt idx="5589">
                  <c:v>24.5</c:v>
                </c:pt>
                <c:pt idx="5590">
                  <c:v>24.5</c:v>
                </c:pt>
                <c:pt idx="5591">
                  <c:v>24.45</c:v>
                </c:pt>
                <c:pt idx="5592">
                  <c:v>24.45</c:v>
                </c:pt>
                <c:pt idx="5593">
                  <c:v>24.45</c:v>
                </c:pt>
                <c:pt idx="5594">
                  <c:v>24.5</c:v>
                </c:pt>
                <c:pt idx="5595">
                  <c:v>24.5</c:v>
                </c:pt>
                <c:pt idx="5596">
                  <c:v>24.5</c:v>
                </c:pt>
                <c:pt idx="5597">
                  <c:v>24.5</c:v>
                </c:pt>
                <c:pt idx="5598">
                  <c:v>24.55</c:v>
                </c:pt>
                <c:pt idx="5599">
                  <c:v>24.55</c:v>
                </c:pt>
                <c:pt idx="5600">
                  <c:v>24.55</c:v>
                </c:pt>
                <c:pt idx="5601">
                  <c:v>24.55</c:v>
                </c:pt>
                <c:pt idx="5602">
                  <c:v>24.6</c:v>
                </c:pt>
                <c:pt idx="5603">
                  <c:v>24.6</c:v>
                </c:pt>
                <c:pt idx="5604">
                  <c:v>24.65</c:v>
                </c:pt>
                <c:pt idx="5605">
                  <c:v>24.65</c:v>
                </c:pt>
                <c:pt idx="5606">
                  <c:v>24.7</c:v>
                </c:pt>
                <c:pt idx="5607">
                  <c:v>24.7</c:v>
                </c:pt>
                <c:pt idx="5608">
                  <c:v>24.75</c:v>
                </c:pt>
                <c:pt idx="5609">
                  <c:v>24.75</c:v>
                </c:pt>
                <c:pt idx="5610">
                  <c:v>24.8</c:v>
                </c:pt>
                <c:pt idx="5611">
                  <c:v>24.8</c:v>
                </c:pt>
                <c:pt idx="5612">
                  <c:v>24.75</c:v>
                </c:pt>
                <c:pt idx="5613">
                  <c:v>24.75</c:v>
                </c:pt>
                <c:pt idx="5614">
                  <c:v>24.7</c:v>
                </c:pt>
                <c:pt idx="5615">
                  <c:v>24.65</c:v>
                </c:pt>
                <c:pt idx="5616">
                  <c:v>24.6</c:v>
                </c:pt>
                <c:pt idx="5617">
                  <c:v>24.55</c:v>
                </c:pt>
                <c:pt idx="5618">
                  <c:v>24.55</c:v>
                </c:pt>
                <c:pt idx="5619">
                  <c:v>24.5</c:v>
                </c:pt>
                <c:pt idx="5620">
                  <c:v>24.5</c:v>
                </c:pt>
                <c:pt idx="5621">
                  <c:v>24.5</c:v>
                </c:pt>
                <c:pt idx="5622">
                  <c:v>24.5</c:v>
                </c:pt>
                <c:pt idx="5623">
                  <c:v>24.5</c:v>
                </c:pt>
                <c:pt idx="5624">
                  <c:v>24.5</c:v>
                </c:pt>
                <c:pt idx="5625">
                  <c:v>24.5</c:v>
                </c:pt>
                <c:pt idx="5626">
                  <c:v>24.5</c:v>
                </c:pt>
                <c:pt idx="5627">
                  <c:v>24.5</c:v>
                </c:pt>
                <c:pt idx="5628">
                  <c:v>24.5</c:v>
                </c:pt>
                <c:pt idx="5629">
                  <c:v>24.5</c:v>
                </c:pt>
                <c:pt idx="5630">
                  <c:v>24.55</c:v>
                </c:pt>
                <c:pt idx="5631">
                  <c:v>24.55</c:v>
                </c:pt>
                <c:pt idx="5632">
                  <c:v>24.6</c:v>
                </c:pt>
                <c:pt idx="5633">
                  <c:v>24.6</c:v>
                </c:pt>
                <c:pt idx="5634">
                  <c:v>24.65</c:v>
                </c:pt>
                <c:pt idx="5635">
                  <c:v>24.7</c:v>
                </c:pt>
                <c:pt idx="5636">
                  <c:v>24.7</c:v>
                </c:pt>
                <c:pt idx="5637">
                  <c:v>24.7</c:v>
                </c:pt>
                <c:pt idx="5638">
                  <c:v>24.75</c:v>
                </c:pt>
                <c:pt idx="5639">
                  <c:v>24.75</c:v>
                </c:pt>
                <c:pt idx="5640">
                  <c:v>24.75</c:v>
                </c:pt>
                <c:pt idx="5641">
                  <c:v>24.75</c:v>
                </c:pt>
                <c:pt idx="5642">
                  <c:v>24.75</c:v>
                </c:pt>
                <c:pt idx="5643">
                  <c:v>24.7</c:v>
                </c:pt>
                <c:pt idx="5644">
                  <c:v>24.65</c:v>
                </c:pt>
                <c:pt idx="5645">
                  <c:v>24.65</c:v>
                </c:pt>
                <c:pt idx="5646">
                  <c:v>24.6</c:v>
                </c:pt>
                <c:pt idx="5647">
                  <c:v>24.55</c:v>
                </c:pt>
                <c:pt idx="5648">
                  <c:v>24.5</c:v>
                </c:pt>
                <c:pt idx="5649">
                  <c:v>24.5</c:v>
                </c:pt>
                <c:pt idx="5650">
                  <c:v>24.45</c:v>
                </c:pt>
                <c:pt idx="5651">
                  <c:v>24.45</c:v>
                </c:pt>
                <c:pt idx="5652">
                  <c:v>24.45</c:v>
                </c:pt>
                <c:pt idx="5653">
                  <c:v>24.45</c:v>
                </c:pt>
                <c:pt idx="5654">
                  <c:v>24.45</c:v>
                </c:pt>
                <c:pt idx="5655">
                  <c:v>24.5</c:v>
                </c:pt>
                <c:pt idx="5656">
                  <c:v>24.5</c:v>
                </c:pt>
                <c:pt idx="5657">
                  <c:v>24.5</c:v>
                </c:pt>
                <c:pt idx="5658">
                  <c:v>24.55</c:v>
                </c:pt>
                <c:pt idx="5659">
                  <c:v>24.55</c:v>
                </c:pt>
                <c:pt idx="5660">
                  <c:v>24.6</c:v>
                </c:pt>
                <c:pt idx="5661">
                  <c:v>24.6</c:v>
                </c:pt>
                <c:pt idx="5662">
                  <c:v>24.6</c:v>
                </c:pt>
                <c:pt idx="5663">
                  <c:v>24.65</c:v>
                </c:pt>
                <c:pt idx="5664">
                  <c:v>24.65</c:v>
                </c:pt>
                <c:pt idx="5665">
                  <c:v>24.7</c:v>
                </c:pt>
                <c:pt idx="5666">
                  <c:v>24.75</c:v>
                </c:pt>
                <c:pt idx="5667">
                  <c:v>24.75</c:v>
                </c:pt>
                <c:pt idx="5668">
                  <c:v>24.75</c:v>
                </c:pt>
                <c:pt idx="5669">
                  <c:v>24.8</c:v>
                </c:pt>
                <c:pt idx="5670">
                  <c:v>24.8</c:v>
                </c:pt>
                <c:pt idx="5671">
                  <c:v>24.75</c:v>
                </c:pt>
                <c:pt idx="5672">
                  <c:v>24.75</c:v>
                </c:pt>
                <c:pt idx="5673">
                  <c:v>24.7</c:v>
                </c:pt>
                <c:pt idx="5674">
                  <c:v>24.65</c:v>
                </c:pt>
                <c:pt idx="5675">
                  <c:v>24.55</c:v>
                </c:pt>
                <c:pt idx="5676">
                  <c:v>24.55</c:v>
                </c:pt>
                <c:pt idx="5677">
                  <c:v>24.5</c:v>
                </c:pt>
                <c:pt idx="5678">
                  <c:v>24.45</c:v>
                </c:pt>
                <c:pt idx="5679">
                  <c:v>24.45</c:v>
                </c:pt>
                <c:pt idx="5680">
                  <c:v>24.45</c:v>
                </c:pt>
                <c:pt idx="5681">
                  <c:v>24.45</c:v>
                </c:pt>
                <c:pt idx="5682">
                  <c:v>24.45</c:v>
                </c:pt>
                <c:pt idx="5683">
                  <c:v>24.45</c:v>
                </c:pt>
                <c:pt idx="5684">
                  <c:v>24.45</c:v>
                </c:pt>
                <c:pt idx="5685">
                  <c:v>24.45</c:v>
                </c:pt>
                <c:pt idx="5686">
                  <c:v>24.5</c:v>
                </c:pt>
                <c:pt idx="5687">
                  <c:v>24.5</c:v>
                </c:pt>
                <c:pt idx="5688">
                  <c:v>24.5</c:v>
                </c:pt>
                <c:pt idx="5689">
                  <c:v>24.55</c:v>
                </c:pt>
                <c:pt idx="5690">
                  <c:v>24.55</c:v>
                </c:pt>
                <c:pt idx="5691">
                  <c:v>24.6</c:v>
                </c:pt>
                <c:pt idx="5692">
                  <c:v>24.6</c:v>
                </c:pt>
                <c:pt idx="5693">
                  <c:v>24.65</c:v>
                </c:pt>
                <c:pt idx="5694">
                  <c:v>24.65</c:v>
                </c:pt>
                <c:pt idx="5695">
                  <c:v>24.7</c:v>
                </c:pt>
                <c:pt idx="5696">
                  <c:v>24.7</c:v>
                </c:pt>
                <c:pt idx="5697">
                  <c:v>24.75</c:v>
                </c:pt>
                <c:pt idx="5698">
                  <c:v>24.75</c:v>
                </c:pt>
                <c:pt idx="5699">
                  <c:v>24.75</c:v>
                </c:pt>
                <c:pt idx="5700">
                  <c:v>24.75</c:v>
                </c:pt>
                <c:pt idx="5701">
                  <c:v>24.8</c:v>
                </c:pt>
                <c:pt idx="5702">
                  <c:v>24.75</c:v>
                </c:pt>
                <c:pt idx="5703">
                  <c:v>24.7</c:v>
                </c:pt>
                <c:pt idx="5704">
                  <c:v>24.65</c:v>
                </c:pt>
                <c:pt idx="5705">
                  <c:v>24.6</c:v>
                </c:pt>
                <c:pt idx="5706">
                  <c:v>24.6</c:v>
                </c:pt>
                <c:pt idx="5707">
                  <c:v>24.5</c:v>
                </c:pt>
                <c:pt idx="5708">
                  <c:v>24.5</c:v>
                </c:pt>
                <c:pt idx="5709">
                  <c:v>24.5</c:v>
                </c:pt>
                <c:pt idx="5710">
                  <c:v>24.45</c:v>
                </c:pt>
                <c:pt idx="5711">
                  <c:v>24.45</c:v>
                </c:pt>
                <c:pt idx="5712">
                  <c:v>24.45</c:v>
                </c:pt>
                <c:pt idx="5713">
                  <c:v>24.45</c:v>
                </c:pt>
                <c:pt idx="5714">
                  <c:v>24.45</c:v>
                </c:pt>
                <c:pt idx="5715">
                  <c:v>24.45</c:v>
                </c:pt>
                <c:pt idx="5716">
                  <c:v>24.45</c:v>
                </c:pt>
                <c:pt idx="5717">
                  <c:v>24.5</c:v>
                </c:pt>
                <c:pt idx="5718">
                  <c:v>24.5</c:v>
                </c:pt>
                <c:pt idx="5719">
                  <c:v>24.5</c:v>
                </c:pt>
                <c:pt idx="5720">
                  <c:v>24.55</c:v>
                </c:pt>
                <c:pt idx="5721">
                  <c:v>24.55</c:v>
                </c:pt>
                <c:pt idx="5722">
                  <c:v>24.6</c:v>
                </c:pt>
                <c:pt idx="5723">
                  <c:v>24.6</c:v>
                </c:pt>
                <c:pt idx="5724">
                  <c:v>24.6</c:v>
                </c:pt>
                <c:pt idx="5725">
                  <c:v>24.65</c:v>
                </c:pt>
                <c:pt idx="5726">
                  <c:v>24.65</c:v>
                </c:pt>
                <c:pt idx="5727">
                  <c:v>24.7</c:v>
                </c:pt>
                <c:pt idx="5728">
                  <c:v>24.7</c:v>
                </c:pt>
                <c:pt idx="5729">
                  <c:v>24.75</c:v>
                </c:pt>
                <c:pt idx="5730">
                  <c:v>24.75</c:v>
                </c:pt>
                <c:pt idx="5731">
                  <c:v>24.75</c:v>
                </c:pt>
                <c:pt idx="5732">
                  <c:v>24.7</c:v>
                </c:pt>
                <c:pt idx="5733">
                  <c:v>24.65</c:v>
                </c:pt>
                <c:pt idx="5734">
                  <c:v>24.65</c:v>
                </c:pt>
                <c:pt idx="5735">
                  <c:v>24.6</c:v>
                </c:pt>
                <c:pt idx="5736">
                  <c:v>24.5</c:v>
                </c:pt>
                <c:pt idx="5737">
                  <c:v>24.5</c:v>
                </c:pt>
                <c:pt idx="5738">
                  <c:v>24.45</c:v>
                </c:pt>
                <c:pt idx="5739">
                  <c:v>24.45</c:v>
                </c:pt>
                <c:pt idx="5740">
                  <c:v>24.45</c:v>
                </c:pt>
                <c:pt idx="5741">
                  <c:v>24.45</c:v>
                </c:pt>
                <c:pt idx="5742">
                  <c:v>24.45</c:v>
                </c:pt>
                <c:pt idx="5743">
                  <c:v>24.5</c:v>
                </c:pt>
                <c:pt idx="5744">
                  <c:v>24.5</c:v>
                </c:pt>
                <c:pt idx="5745">
                  <c:v>24.5</c:v>
                </c:pt>
                <c:pt idx="5746">
                  <c:v>24.5</c:v>
                </c:pt>
                <c:pt idx="5747">
                  <c:v>24.5</c:v>
                </c:pt>
                <c:pt idx="5748">
                  <c:v>24.55</c:v>
                </c:pt>
                <c:pt idx="5749">
                  <c:v>24.6</c:v>
                </c:pt>
                <c:pt idx="5750">
                  <c:v>24.6</c:v>
                </c:pt>
                <c:pt idx="5751">
                  <c:v>24.6</c:v>
                </c:pt>
                <c:pt idx="5752">
                  <c:v>24.65</c:v>
                </c:pt>
                <c:pt idx="5753">
                  <c:v>24.7</c:v>
                </c:pt>
                <c:pt idx="5754">
                  <c:v>24.7</c:v>
                </c:pt>
                <c:pt idx="5755">
                  <c:v>24.75</c:v>
                </c:pt>
                <c:pt idx="5756">
                  <c:v>24.75</c:v>
                </c:pt>
                <c:pt idx="5757">
                  <c:v>24.75</c:v>
                </c:pt>
                <c:pt idx="5758">
                  <c:v>24.75</c:v>
                </c:pt>
                <c:pt idx="5759">
                  <c:v>24.8</c:v>
                </c:pt>
                <c:pt idx="5760">
                  <c:v>24.8</c:v>
                </c:pt>
                <c:pt idx="5761">
                  <c:v>24.75</c:v>
                </c:pt>
                <c:pt idx="5762">
                  <c:v>24.8</c:v>
                </c:pt>
                <c:pt idx="5763">
                  <c:v>24.75</c:v>
                </c:pt>
                <c:pt idx="5764">
                  <c:v>24.7</c:v>
                </c:pt>
                <c:pt idx="5765">
                  <c:v>24.65</c:v>
                </c:pt>
                <c:pt idx="5766">
                  <c:v>24.6</c:v>
                </c:pt>
                <c:pt idx="5767">
                  <c:v>24.55</c:v>
                </c:pt>
                <c:pt idx="5768">
                  <c:v>24.5</c:v>
                </c:pt>
                <c:pt idx="5769">
                  <c:v>24.5</c:v>
                </c:pt>
                <c:pt idx="5770">
                  <c:v>24.5</c:v>
                </c:pt>
                <c:pt idx="5771">
                  <c:v>24.45</c:v>
                </c:pt>
                <c:pt idx="5772">
                  <c:v>24.45</c:v>
                </c:pt>
                <c:pt idx="5773">
                  <c:v>24.5</c:v>
                </c:pt>
                <c:pt idx="5774">
                  <c:v>24.5</c:v>
                </c:pt>
                <c:pt idx="5775">
                  <c:v>24.5</c:v>
                </c:pt>
                <c:pt idx="5776">
                  <c:v>24.5</c:v>
                </c:pt>
                <c:pt idx="5777">
                  <c:v>24.55</c:v>
                </c:pt>
                <c:pt idx="5778">
                  <c:v>24.55</c:v>
                </c:pt>
                <c:pt idx="5779">
                  <c:v>24.6</c:v>
                </c:pt>
                <c:pt idx="5780">
                  <c:v>24.6</c:v>
                </c:pt>
                <c:pt idx="5781">
                  <c:v>24.6</c:v>
                </c:pt>
                <c:pt idx="5782">
                  <c:v>24.65</c:v>
                </c:pt>
                <c:pt idx="5783">
                  <c:v>24.65</c:v>
                </c:pt>
                <c:pt idx="5784">
                  <c:v>24.7</c:v>
                </c:pt>
                <c:pt idx="5785">
                  <c:v>24.7</c:v>
                </c:pt>
                <c:pt idx="5786">
                  <c:v>24.75</c:v>
                </c:pt>
                <c:pt idx="5787">
                  <c:v>24.75</c:v>
                </c:pt>
                <c:pt idx="5788">
                  <c:v>24.75</c:v>
                </c:pt>
                <c:pt idx="5789">
                  <c:v>24.8</c:v>
                </c:pt>
                <c:pt idx="5790">
                  <c:v>24.8</c:v>
                </c:pt>
                <c:pt idx="5791">
                  <c:v>24.8</c:v>
                </c:pt>
                <c:pt idx="5792">
                  <c:v>24.8</c:v>
                </c:pt>
                <c:pt idx="5793">
                  <c:v>24.75</c:v>
                </c:pt>
                <c:pt idx="5794">
                  <c:v>24.7</c:v>
                </c:pt>
                <c:pt idx="5795">
                  <c:v>24.65</c:v>
                </c:pt>
                <c:pt idx="5796">
                  <c:v>24.6</c:v>
                </c:pt>
                <c:pt idx="5797">
                  <c:v>24.55</c:v>
                </c:pt>
                <c:pt idx="5798">
                  <c:v>24.5</c:v>
                </c:pt>
                <c:pt idx="5799">
                  <c:v>24.5</c:v>
                </c:pt>
                <c:pt idx="5800">
                  <c:v>24.5</c:v>
                </c:pt>
                <c:pt idx="5801">
                  <c:v>24.45</c:v>
                </c:pt>
                <c:pt idx="5802">
                  <c:v>24.45</c:v>
                </c:pt>
                <c:pt idx="5803">
                  <c:v>24.5</c:v>
                </c:pt>
                <c:pt idx="5804">
                  <c:v>24.45</c:v>
                </c:pt>
                <c:pt idx="5805">
                  <c:v>24.5</c:v>
                </c:pt>
                <c:pt idx="5806">
                  <c:v>24.5</c:v>
                </c:pt>
                <c:pt idx="5807">
                  <c:v>24.55</c:v>
                </c:pt>
                <c:pt idx="5808">
                  <c:v>24.55</c:v>
                </c:pt>
                <c:pt idx="5809">
                  <c:v>24.55</c:v>
                </c:pt>
                <c:pt idx="5810">
                  <c:v>24.55</c:v>
                </c:pt>
                <c:pt idx="5811">
                  <c:v>24.6</c:v>
                </c:pt>
                <c:pt idx="5812">
                  <c:v>24.65</c:v>
                </c:pt>
                <c:pt idx="5813">
                  <c:v>24.65</c:v>
                </c:pt>
                <c:pt idx="5814">
                  <c:v>24.65</c:v>
                </c:pt>
                <c:pt idx="5815">
                  <c:v>24.65</c:v>
                </c:pt>
                <c:pt idx="5816">
                  <c:v>24.7</c:v>
                </c:pt>
                <c:pt idx="5817">
                  <c:v>24.7</c:v>
                </c:pt>
                <c:pt idx="5818">
                  <c:v>24.75</c:v>
                </c:pt>
                <c:pt idx="5819">
                  <c:v>24.8</c:v>
                </c:pt>
                <c:pt idx="5820">
                  <c:v>24.75</c:v>
                </c:pt>
                <c:pt idx="5821">
                  <c:v>24.75</c:v>
                </c:pt>
                <c:pt idx="5822">
                  <c:v>24.75</c:v>
                </c:pt>
                <c:pt idx="5823">
                  <c:v>24.7</c:v>
                </c:pt>
                <c:pt idx="5824">
                  <c:v>24.65</c:v>
                </c:pt>
                <c:pt idx="5825">
                  <c:v>24.6</c:v>
                </c:pt>
                <c:pt idx="5826">
                  <c:v>24.55</c:v>
                </c:pt>
                <c:pt idx="5827">
                  <c:v>24.5</c:v>
                </c:pt>
                <c:pt idx="5828">
                  <c:v>24.5</c:v>
                </c:pt>
                <c:pt idx="5829">
                  <c:v>24.45</c:v>
                </c:pt>
                <c:pt idx="5830">
                  <c:v>24.45</c:v>
                </c:pt>
                <c:pt idx="5831">
                  <c:v>24.45</c:v>
                </c:pt>
                <c:pt idx="5832">
                  <c:v>24.45</c:v>
                </c:pt>
                <c:pt idx="5833">
                  <c:v>24.45</c:v>
                </c:pt>
                <c:pt idx="5834">
                  <c:v>24.45</c:v>
                </c:pt>
                <c:pt idx="5835">
                  <c:v>24.45</c:v>
                </c:pt>
                <c:pt idx="5836">
                  <c:v>24.55</c:v>
                </c:pt>
                <c:pt idx="5837">
                  <c:v>24.55</c:v>
                </c:pt>
                <c:pt idx="5838">
                  <c:v>24.55</c:v>
                </c:pt>
                <c:pt idx="5839">
                  <c:v>24.55</c:v>
                </c:pt>
                <c:pt idx="5840">
                  <c:v>24.6</c:v>
                </c:pt>
                <c:pt idx="5841">
                  <c:v>24.6</c:v>
                </c:pt>
                <c:pt idx="5842">
                  <c:v>24.6</c:v>
                </c:pt>
                <c:pt idx="5843">
                  <c:v>24.65</c:v>
                </c:pt>
                <c:pt idx="5844">
                  <c:v>24.65</c:v>
                </c:pt>
                <c:pt idx="5845">
                  <c:v>24.7</c:v>
                </c:pt>
                <c:pt idx="5846">
                  <c:v>24.7</c:v>
                </c:pt>
                <c:pt idx="5847">
                  <c:v>24.7</c:v>
                </c:pt>
                <c:pt idx="5848">
                  <c:v>24.75</c:v>
                </c:pt>
                <c:pt idx="5849">
                  <c:v>24.75</c:v>
                </c:pt>
                <c:pt idx="5850">
                  <c:v>24.75</c:v>
                </c:pt>
                <c:pt idx="5851">
                  <c:v>24.75</c:v>
                </c:pt>
                <c:pt idx="5852">
                  <c:v>24.75</c:v>
                </c:pt>
                <c:pt idx="5853">
                  <c:v>24.7</c:v>
                </c:pt>
                <c:pt idx="5854">
                  <c:v>24.65</c:v>
                </c:pt>
                <c:pt idx="5855">
                  <c:v>24.6</c:v>
                </c:pt>
                <c:pt idx="5856">
                  <c:v>24.55</c:v>
                </c:pt>
                <c:pt idx="5857">
                  <c:v>24.5</c:v>
                </c:pt>
                <c:pt idx="5858">
                  <c:v>24.5</c:v>
                </c:pt>
                <c:pt idx="5859">
                  <c:v>24.5</c:v>
                </c:pt>
                <c:pt idx="5860">
                  <c:v>24.45</c:v>
                </c:pt>
                <c:pt idx="5861">
                  <c:v>24.45</c:v>
                </c:pt>
                <c:pt idx="5862">
                  <c:v>24.45</c:v>
                </c:pt>
                <c:pt idx="5863">
                  <c:v>24.45</c:v>
                </c:pt>
                <c:pt idx="5864">
                  <c:v>24.45</c:v>
                </c:pt>
                <c:pt idx="5865">
                  <c:v>24.5</c:v>
                </c:pt>
                <c:pt idx="5866">
                  <c:v>24.5</c:v>
                </c:pt>
                <c:pt idx="5867">
                  <c:v>24.5</c:v>
                </c:pt>
                <c:pt idx="5868">
                  <c:v>24.5</c:v>
                </c:pt>
                <c:pt idx="5869">
                  <c:v>24.55</c:v>
                </c:pt>
                <c:pt idx="5870">
                  <c:v>24.55</c:v>
                </c:pt>
                <c:pt idx="5871">
                  <c:v>24.55</c:v>
                </c:pt>
                <c:pt idx="5872">
                  <c:v>24.6</c:v>
                </c:pt>
                <c:pt idx="5873">
                  <c:v>24.6</c:v>
                </c:pt>
                <c:pt idx="5874">
                  <c:v>24.65</c:v>
                </c:pt>
                <c:pt idx="5875">
                  <c:v>24.65</c:v>
                </c:pt>
                <c:pt idx="5876">
                  <c:v>24.65</c:v>
                </c:pt>
                <c:pt idx="5877">
                  <c:v>24.7</c:v>
                </c:pt>
                <c:pt idx="5878">
                  <c:v>24.7</c:v>
                </c:pt>
                <c:pt idx="5879">
                  <c:v>24.75</c:v>
                </c:pt>
                <c:pt idx="5880">
                  <c:v>24.75</c:v>
                </c:pt>
                <c:pt idx="5881">
                  <c:v>24.75</c:v>
                </c:pt>
                <c:pt idx="5882">
                  <c:v>24.75</c:v>
                </c:pt>
                <c:pt idx="5883">
                  <c:v>24.7</c:v>
                </c:pt>
                <c:pt idx="5884">
                  <c:v>24.65</c:v>
                </c:pt>
                <c:pt idx="5885">
                  <c:v>24.6</c:v>
                </c:pt>
                <c:pt idx="5886">
                  <c:v>24.55</c:v>
                </c:pt>
                <c:pt idx="5887">
                  <c:v>24.55</c:v>
                </c:pt>
                <c:pt idx="5888">
                  <c:v>24.5</c:v>
                </c:pt>
                <c:pt idx="5889">
                  <c:v>24.5</c:v>
                </c:pt>
                <c:pt idx="5890">
                  <c:v>24.45</c:v>
                </c:pt>
                <c:pt idx="5891">
                  <c:v>24.45</c:v>
                </c:pt>
                <c:pt idx="5892">
                  <c:v>24.45</c:v>
                </c:pt>
                <c:pt idx="5893">
                  <c:v>24.45</c:v>
                </c:pt>
                <c:pt idx="5894">
                  <c:v>24.45</c:v>
                </c:pt>
                <c:pt idx="5895">
                  <c:v>24.5</c:v>
                </c:pt>
                <c:pt idx="5896">
                  <c:v>24.5</c:v>
                </c:pt>
                <c:pt idx="5897">
                  <c:v>24.5</c:v>
                </c:pt>
                <c:pt idx="5898">
                  <c:v>24.5</c:v>
                </c:pt>
                <c:pt idx="5899">
                  <c:v>24.55</c:v>
                </c:pt>
                <c:pt idx="5900">
                  <c:v>24.55</c:v>
                </c:pt>
                <c:pt idx="5901">
                  <c:v>24.6</c:v>
                </c:pt>
                <c:pt idx="5902">
                  <c:v>24.6</c:v>
                </c:pt>
                <c:pt idx="5903">
                  <c:v>24.6</c:v>
                </c:pt>
                <c:pt idx="5904">
                  <c:v>24.65</c:v>
                </c:pt>
                <c:pt idx="5905">
                  <c:v>24.65</c:v>
                </c:pt>
                <c:pt idx="5906">
                  <c:v>24.65</c:v>
                </c:pt>
                <c:pt idx="5907">
                  <c:v>24.65</c:v>
                </c:pt>
                <c:pt idx="5908">
                  <c:v>24.7</c:v>
                </c:pt>
                <c:pt idx="5909">
                  <c:v>24.7</c:v>
                </c:pt>
                <c:pt idx="5910">
                  <c:v>24.75</c:v>
                </c:pt>
                <c:pt idx="5911">
                  <c:v>24.7</c:v>
                </c:pt>
                <c:pt idx="5912">
                  <c:v>24.7</c:v>
                </c:pt>
                <c:pt idx="5913">
                  <c:v>24.65</c:v>
                </c:pt>
                <c:pt idx="5914">
                  <c:v>24.6</c:v>
                </c:pt>
                <c:pt idx="5915">
                  <c:v>24.55</c:v>
                </c:pt>
                <c:pt idx="5916">
                  <c:v>24.5</c:v>
                </c:pt>
                <c:pt idx="5917">
                  <c:v>24.45</c:v>
                </c:pt>
                <c:pt idx="5918">
                  <c:v>24.45</c:v>
                </c:pt>
                <c:pt idx="5919">
                  <c:v>24.45</c:v>
                </c:pt>
                <c:pt idx="5920">
                  <c:v>24.4</c:v>
                </c:pt>
                <c:pt idx="5921">
                  <c:v>24.45</c:v>
                </c:pt>
                <c:pt idx="5922">
                  <c:v>24.45</c:v>
                </c:pt>
                <c:pt idx="5923">
                  <c:v>24.4</c:v>
                </c:pt>
                <c:pt idx="5924">
                  <c:v>24.45</c:v>
                </c:pt>
                <c:pt idx="5925">
                  <c:v>24.45</c:v>
                </c:pt>
                <c:pt idx="5926">
                  <c:v>24.45</c:v>
                </c:pt>
                <c:pt idx="5927">
                  <c:v>24.5</c:v>
                </c:pt>
                <c:pt idx="5928">
                  <c:v>24.5</c:v>
                </c:pt>
                <c:pt idx="5929">
                  <c:v>24.5</c:v>
                </c:pt>
                <c:pt idx="5930">
                  <c:v>24.55</c:v>
                </c:pt>
                <c:pt idx="5931">
                  <c:v>24.55</c:v>
                </c:pt>
                <c:pt idx="5932">
                  <c:v>24.55</c:v>
                </c:pt>
                <c:pt idx="5933">
                  <c:v>24.6</c:v>
                </c:pt>
                <c:pt idx="5934">
                  <c:v>24.6</c:v>
                </c:pt>
                <c:pt idx="5935">
                  <c:v>24.6</c:v>
                </c:pt>
                <c:pt idx="5936">
                  <c:v>24.65</c:v>
                </c:pt>
                <c:pt idx="5937">
                  <c:v>24.7</c:v>
                </c:pt>
                <c:pt idx="5938">
                  <c:v>24.7</c:v>
                </c:pt>
                <c:pt idx="5939">
                  <c:v>24.75</c:v>
                </c:pt>
                <c:pt idx="5940">
                  <c:v>24.75</c:v>
                </c:pt>
                <c:pt idx="5941">
                  <c:v>24.75</c:v>
                </c:pt>
                <c:pt idx="5942">
                  <c:v>24.7</c:v>
                </c:pt>
                <c:pt idx="5943">
                  <c:v>24.65</c:v>
                </c:pt>
                <c:pt idx="5944">
                  <c:v>24.6</c:v>
                </c:pt>
                <c:pt idx="5945">
                  <c:v>24.6</c:v>
                </c:pt>
                <c:pt idx="5946">
                  <c:v>24.55</c:v>
                </c:pt>
                <c:pt idx="5947">
                  <c:v>24.55</c:v>
                </c:pt>
                <c:pt idx="5948">
                  <c:v>24.5</c:v>
                </c:pt>
                <c:pt idx="5949">
                  <c:v>24.5</c:v>
                </c:pt>
                <c:pt idx="5950">
                  <c:v>24.45</c:v>
                </c:pt>
                <c:pt idx="5951">
                  <c:v>24.45</c:v>
                </c:pt>
                <c:pt idx="5952">
                  <c:v>24.45</c:v>
                </c:pt>
                <c:pt idx="5953">
                  <c:v>24.45</c:v>
                </c:pt>
                <c:pt idx="5954">
                  <c:v>24.45</c:v>
                </c:pt>
                <c:pt idx="5955">
                  <c:v>24.5</c:v>
                </c:pt>
                <c:pt idx="5956">
                  <c:v>24.5</c:v>
                </c:pt>
                <c:pt idx="5957">
                  <c:v>24.5</c:v>
                </c:pt>
                <c:pt idx="5958">
                  <c:v>24.5</c:v>
                </c:pt>
                <c:pt idx="5959">
                  <c:v>24.55</c:v>
                </c:pt>
                <c:pt idx="5960">
                  <c:v>24.55</c:v>
                </c:pt>
                <c:pt idx="5961">
                  <c:v>24.55</c:v>
                </c:pt>
                <c:pt idx="5962">
                  <c:v>24.55</c:v>
                </c:pt>
                <c:pt idx="5963">
                  <c:v>24.6</c:v>
                </c:pt>
                <c:pt idx="5964">
                  <c:v>24.6</c:v>
                </c:pt>
                <c:pt idx="5965">
                  <c:v>24.65</c:v>
                </c:pt>
                <c:pt idx="5966">
                  <c:v>24.65</c:v>
                </c:pt>
                <c:pt idx="5967">
                  <c:v>24.65</c:v>
                </c:pt>
                <c:pt idx="5968">
                  <c:v>24.7</c:v>
                </c:pt>
                <c:pt idx="5969">
                  <c:v>24.7</c:v>
                </c:pt>
                <c:pt idx="5970">
                  <c:v>24.75</c:v>
                </c:pt>
                <c:pt idx="5971">
                  <c:v>24.7</c:v>
                </c:pt>
                <c:pt idx="5972">
                  <c:v>24.7</c:v>
                </c:pt>
                <c:pt idx="5973">
                  <c:v>24.65</c:v>
                </c:pt>
                <c:pt idx="5974">
                  <c:v>24.6</c:v>
                </c:pt>
                <c:pt idx="5975">
                  <c:v>24.55</c:v>
                </c:pt>
                <c:pt idx="5976">
                  <c:v>24.55</c:v>
                </c:pt>
                <c:pt idx="5977">
                  <c:v>24.5</c:v>
                </c:pt>
                <c:pt idx="5978">
                  <c:v>24.45</c:v>
                </c:pt>
                <c:pt idx="5979">
                  <c:v>24.45</c:v>
                </c:pt>
                <c:pt idx="5980">
                  <c:v>24.45</c:v>
                </c:pt>
                <c:pt idx="5981">
                  <c:v>24.4</c:v>
                </c:pt>
                <c:pt idx="5982">
                  <c:v>24.45</c:v>
                </c:pt>
                <c:pt idx="5983">
                  <c:v>24.45</c:v>
                </c:pt>
                <c:pt idx="5984">
                  <c:v>24.45</c:v>
                </c:pt>
                <c:pt idx="5985">
                  <c:v>24.5</c:v>
                </c:pt>
                <c:pt idx="5986">
                  <c:v>24.5</c:v>
                </c:pt>
                <c:pt idx="5987">
                  <c:v>24.55</c:v>
                </c:pt>
                <c:pt idx="5988">
                  <c:v>24.55</c:v>
                </c:pt>
                <c:pt idx="5989">
                  <c:v>24.55</c:v>
                </c:pt>
                <c:pt idx="5990">
                  <c:v>24.6</c:v>
                </c:pt>
                <c:pt idx="5991">
                  <c:v>24.6</c:v>
                </c:pt>
                <c:pt idx="5992">
                  <c:v>24.6</c:v>
                </c:pt>
                <c:pt idx="5993">
                  <c:v>24.65</c:v>
                </c:pt>
                <c:pt idx="5994">
                  <c:v>24.65</c:v>
                </c:pt>
                <c:pt idx="5995">
                  <c:v>24.7</c:v>
                </c:pt>
                <c:pt idx="5996">
                  <c:v>24.65</c:v>
                </c:pt>
                <c:pt idx="5997">
                  <c:v>24.7</c:v>
                </c:pt>
                <c:pt idx="5998">
                  <c:v>24.7</c:v>
                </c:pt>
                <c:pt idx="5999">
                  <c:v>24.75</c:v>
                </c:pt>
                <c:pt idx="6000">
                  <c:v>24.75</c:v>
                </c:pt>
                <c:pt idx="6001">
                  <c:v>24.75</c:v>
                </c:pt>
                <c:pt idx="6002">
                  <c:v>24.7</c:v>
                </c:pt>
                <c:pt idx="6003">
                  <c:v>24.7</c:v>
                </c:pt>
                <c:pt idx="6004">
                  <c:v>24.65</c:v>
                </c:pt>
                <c:pt idx="6005">
                  <c:v>24.6</c:v>
                </c:pt>
                <c:pt idx="6006">
                  <c:v>24.55</c:v>
                </c:pt>
                <c:pt idx="6007">
                  <c:v>24.55</c:v>
                </c:pt>
                <c:pt idx="6008">
                  <c:v>24.5</c:v>
                </c:pt>
                <c:pt idx="6009">
                  <c:v>24.5</c:v>
                </c:pt>
                <c:pt idx="6010">
                  <c:v>24.5</c:v>
                </c:pt>
                <c:pt idx="6011">
                  <c:v>24.5</c:v>
                </c:pt>
                <c:pt idx="6012">
                  <c:v>24.5</c:v>
                </c:pt>
                <c:pt idx="6013">
                  <c:v>24.5</c:v>
                </c:pt>
                <c:pt idx="6014">
                  <c:v>24.5</c:v>
                </c:pt>
                <c:pt idx="6015">
                  <c:v>24.5</c:v>
                </c:pt>
                <c:pt idx="6016">
                  <c:v>24.55</c:v>
                </c:pt>
                <c:pt idx="6017">
                  <c:v>24.55</c:v>
                </c:pt>
                <c:pt idx="6018">
                  <c:v>24.55</c:v>
                </c:pt>
                <c:pt idx="6019">
                  <c:v>24.6</c:v>
                </c:pt>
                <c:pt idx="6020">
                  <c:v>24.6</c:v>
                </c:pt>
                <c:pt idx="6021">
                  <c:v>24.6</c:v>
                </c:pt>
                <c:pt idx="6022">
                  <c:v>24.65</c:v>
                </c:pt>
                <c:pt idx="6023">
                  <c:v>24.65</c:v>
                </c:pt>
                <c:pt idx="6024">
                  <c:v>24.65</c:v>
                </c:pt>
                <c:pt idx="6025">
                  <c:v>24.7</c:v>
                </c:pt>
                <c:pt idx="6026">
                  <c:v>24.7</c:v>
                </c:pt>
                <c:pt idx="6027">
                  <c:v>24.7</c:v>
                </c:pt>
                <c:pt idx="6028">
                  <c:v>24.75</c:v>
                </c:pt>
                <c:pt idx="6029">
                  <c:v>24.75</c:v>
                </c:pt>
                <c:pt idx="6030">
                  <c:v>24.8</c:v>
                </c:pt>
                <c:pt idx="6031">
                  <c:v>24.75</c:v>
                </c:pt>
                <c:pt idx="6032">
                  <c:v>24.75</c:v>
                </c:pt>
                <c:pt idx="6033">
                  <c:v>24.7</c:v>
                </c:pt>
                <c:pt idx="6034">
                  <c:v>24.65</c:v>
                </c:pt>
                <c:pt idx="6035">
                  <c:v>24.6</c:v>
                </c:pt>
                <c:pt idx="6036">
                  <c:v>24.55</c:v>
                </c:pt>
                <c:pt idx="6037">
                  <c:v>24.5</c:v>
                </c:pt>
                <c:pt idx="6038">
                  <c:v>24.5</c:v>
                </c:pt>
                <c:pt idx="6039">
                  <c:v>24.45</c:v>
                </c:pt>
                <c:pt idx="6040">
                  <c:v>24.45</c:v>
                </c:pt>
                <c:pt idx="6041">
                  <c:v>24.45</c:v>
                </c:pt>
                <c:pt idx="6042">
                  <c:v>24.45</c:v>
                </c:pt>
                <c:pt idx="6043">
                  <c:v>24.45</c:v>
                </c:pt>
                <c:pt idx="6044">
                  <c:v>24.45</c:v>
                </c:pt>
                <c:pt idx="6045">
                  <c:v>24.45</c:v>
                </c:pt>
                <c:pt idx="6046">
                  <c:v>24.5</c:v>
                </c:pt>
                <c:pt idx="6047">
                  <c:v>24.5</c:v>
                </c:pt>
                <c:pt idx="6048">
                  <c:v>24.55</c:v>
                </c:pt>
                <c:pt idx="6049">
                  <c:v>24.55</c:v>
                </c:pt>
                <c:pt idx="6050">
                  <c:v>24.6</c:v>
                </c:pt>
                <c:pt idx="6051">
                  <c:v>24.6</c:v>
                </c:pt>
                <c:pt idx="6052">
                  <c:v>24.65</c:v>
                </c:pt>
                <c:pt idx="6053">
                  <c:v>24.65</c:v>
                </c:pt>
                <c:pt idx="6054">
                  <c:v>24.65</c:v>
                </c:pt>
                <c:pt idx="6055">
                  <c:v>24.7</c:v>
                </c:pt>
                <c:pt idx="6056">
                  <c:v>24.7</c:v>
                </c:pt>
                <c:pt idx="6057">
                  <c:v>24.75</c:v>
                </c:pt>
                <c:pt idx="6058">
                  <c:v>24.75</c:v>
                </c:pt>
                <c:pt idx="6059">
                  <c:v>24.8</c:v>
                </c:pt>
                <c:pt idx="6060">
                  <c:v>24.8</c:v>
                </c:pt>
                <c:pt idx="6061">
                  <c:v>24.8</c:v>
                </c:pt>
                <c:pt idx="6062">
                  <c:v>24.75</c:v>
                </c:pt>
                <c:pt idx="6063">
                  <c:v>24.75</c:v>
                </c:pt>
                <c:pt idx="6064">
                  <c:v>24.7</c:v>
                </c:pt>
                <c:pt idx="6065">
                  <c:v>24.65</c:v>
                </c:pt>
                <c:pt idx="6066">
                  <c:v>24.55</c:v>
                </c:pt>
                <c:pt idx="6067">
                  <c:v>24.55</c:v>
                </c:pt>
                <c:pt idx="6068">
                  <c:v>24.5</c:v>
                </c:pt>
                <c:pt idx="6069">
                  <c:v>24.5</c:v>
                </c:pt>
                <c:pt idx="6070">
                  <c:v>24.45</c:v>
                </c:pt>
                <c:pt idx="6071">
                  <c:v>24.45</c:v>
                </c:pt>
                <c:pt idx="6072">
                  <c:v>24.45</c:v>
                </c:pt>
                <c:pt idx="6073">
                  <c:v>24.5</c:v>
                </c:pt>
                <c:pt idx="6074">
                  <c:v>24.5</c:v>
                </c:pt>
                <c:pt idx="6075">
                  <c:v>24.5</c:v>
                </c:pt>
                <c:pt idx="6076">
                  <c:v>24.5</c:v>
                </c:pt>
                <c:pt idx="6077">
                  <c:v>24.5</c:v>
                </c:pt>
                <c:pt idx="6078">
                  <c:v>24.5</c:v>
                </c:pt>
                <c:pt idx="6079">
                  <c:v>24.55</c:v>
                </c:pt>
                <c:pt idx="6080">
                  <c:v>24.55</c:v>
                </c:pt>
                <c:pt idx="6081">
                  <c:v>24.6</c:v>
                </c:pt>
                <c:pt idx="6082">
                  <c:v>24.6</c:v>
                </c:pt>
                <c:pt idx="6083">
                  <c:v>24.65</c:v>
                </c:pt>
                <c:pt idx="6084">
                  <c:v>24.65</c:v>
                </c:pt>
                <c:pt idx="6085">
                  <c:v>24.65</c:v>
                </c:pt>
                <c:pt idx="6086">
                  <c:v>24.7</c:v>
                </c:pt>
                <c:pt idx="6087">
                  <c:v>24.7</c:v>
                </c:pt>
                <c:pt idx="6088">
                  <c:v>24.7</c:v>
                </c:pt>
                <c:pt idx="6089">
                  <c:v>24.75</c:v>
                </c:pt>
                <c:pt idx="6090">
                  <c:v>24.75</c:v>
                </c:pt>
                <c:pt idx="6091">
                  <c:v>24.75</c:v>
                </c:pt>
                <c:pt idx="6092">
                  <c:v>24.75</c:v>
                </c:pt>
                <c:pt idx="6093">
                  <c:v>24.7</c:v>
                </c:pt>
                <c:pt idx="6094">
                  <c:v>24.65</c:v>
                </c:pt>
                <c:pt idx="6095">
                  <c:v>24.6</c:v>
                </c:pt>
                <c:pt idx="6096">
                  <c:v>24.6</c:v>
                </c:pt>
                <c:pt idx="6097">
                  <c:v>24.55</c:v>
                </c:pt>
                <c:pt idx="6098">
                  <c:v>24.5</c:v>
                </c:pt>
                <c:pt idx="6099">
                  <c:v>24.5</c:v>
                </c:pt>
                <c:pt idx="6100">
                  <c:v>24.5</c:v>
                </c:pt>
                <c:pt idx="6101">
                  <c:v>24.45</c:v>
                </c:pt>
                <c:pt idx="6102">
                  <c:v>24.5</c:v>
                </c:pt>
                <c:pt idx="6103">
                  <c:v>24.5</c:v>
                </c:pt>
                <c:pt idx="6104">
                  <c:v>24.5</c:v>
                </c:pt>
                <c:pt idx="6105">
                  <c:v>24.5</c:v>
                </c:pt>
                <c:pt idx="6106">
                  <c:v>24.5</c:v>
                </c:pt>
                <c:pt idx="6107">
                  <c:v>24.55</c:v>
                </c:pt>
                <c:pt idx="6108">
                  <c:v>24.55</c:v>
                </c:pt>
                <c:pt idx="6109">
                  <c:v>24.55</c:v>
                </c:pt>
                <c:pt idx="6110">
                  <c:v>24.6</c:v>
                </c:pt>
                <c:pt idx="6111">
                  <c:v>24.6</c:v>
                </c:pt>
                <c:pt idx="6112">
                  <c:v>24.6</c:v>
                </c:pt>
                <c:pt idx="6113">
                  <c:v>24.65</c:v>
                </c:pt>
                <c:pt idx="6114">
                  <c:v>24.65</c:v>
                </c:pt>
                <c:pt idx="6115">
                  <c:v>24.7</c:v>
                </c:pt>
                <c:pt idx="6116">
                  <c:v>24.7</c:v>
                </c:pt>
                <c:pt idx="6117">
                  <c:v>24.75</c:v>
                </c:pt>
                <c:pt idx="6118">
                  <c:v>24.75</c:v>
                </c:pt>
                <c:pt idx="6119">
                  <c:v>24.75</c:v>
                </c:pt>
                <c:pt idx="6120">
                  <c:v>24.8</c:v>
                </c:pt>
                <c:pt idx="6121">
                  <c:v>24.8</c:v>
                </c:pt>
                <c:pt idx="6122">
                  <c:v>24.75</c:v>
                </c:pt>
                <c:pt idx="6123">
                  <c:v>24.7</c:v>
                </c:pt>
                <c:pt idx="6124">
                  <c:v>24.65</c:v>
                </c:pt>
                <c:pt idx="6125">
                  <c:v>24.6</c:v>
                </c:pt>
                <c:pt idx="6126">
                  <c:v>24.55</c:v>
                </c:pt>
                <c:pt idx="6127">
                  <c:v>24.55</c:v>
                </c:pt>
                <c:pt idx="6128">
                  <c:v>24.5</c:v>
                </c:pt>
                <c:pt idx="6129">
                  <c:v>24.5</c:v>
                </c:pt>
                <c:pt idx="6130">
                  <c:v>24.5</c:v>
                </c:pt>
                <c:pt idx="6131">
                  <c:v>24.45</c:v>
                </c:pt>
                <c:pt idx="6132">
                  <c:v>24.45</c:v>
                </c:pt>
                <c:pt idx="6133">
                  <c:v>24.45</c:v>
                </c:pt>
                <c:pt idx="6134">
                  <c:v>24.45</c:v>
                </c:pt>
                <c:pt idx="6135">
                  <c:v>24.45</c:v>
                </c:pt>
                <c:pt idx="6136">
                  <c:v>24.45</c:v>
                </c:pt>
                <c:pt idx="6137">
                  <c:v>24.5</c:v>
                </c:pt>
                <c:pt idx="6138">
                  <c:v>24.5</c:v>
                </c:pt>
                <c:pt idx="6139">
                  <c:v>24.5</c:v>
                </c:pt>
                <c:pt idx="6140">
                  <c:v>24.55</c:v>
                </c:pt>
                <c:pt idx="6141">
                  <c:v>24.55</c:v>
                </c:pt>
                <c:pt idx="6142">
                  <c:v>24.55</c:v>
                </c:pt>
                <c:pt idx="6143">
                  <c:v>24.6</c:v>
                </c:pt>
                <c:pt idx="6144">
                  <c:v>24.6</c:v>
                </c:pt>
                <c:pt idx="6145">
                  <c:v>24.65</c:v>
                </c:pt>
                <c:pt idx="6146">
                  <c:v>24.65</c:v>
                </c:pt>
                <c:pt idx="6147">
                  <c:v>24.7</c:v>
                </c:pt>
                <c:pt idx="6148">
                  <c:v>24.7</c:v>
                </c:pt>
                <c:pt idx="6149">
                  <c:v>24.7</c:v>
                </c:pt>
                <c:pt idx="6150">
                  <c:v>24.75</c:v>
                </c:pt>
                <c:pt idx="6151">
                  <c:v>24.75</c:v>
                </c:pt>
                <c:pt idx="6152">
                  <c:v>24.7</c:v>
                </c:pt>
                <c:pt idx="6153">
                  <c:v>24.65</c:v>
                </c:pt>
                <c:pt idx="6154">
                  <c:v>24.65</c:v>
                </c:pt>
                <c:pt idx="6155">
                  <c:v>24.6</c:v>
                </c:pt>
                <c:pt idx="6156">
                  <c:v>24.55</c:v>
                </c:pt>
                <c:pt idx="6157">
                  <c:v>24.55</c:v>
                </c:pt>
                <c:pt idx="6158">
                  <c:v>24.5</c:v>
                </c:pt>
                <c:pt idx="6159">
                  <c:v>24.5</c:v>
                </c:pt>
                <c:pt idx="6160">
                  <c:v>24.5</c:v>
                </c:pt>
                <c:pt idx="6161">
                  <c:v>24.45</c:v>
                </c:pt>
                <c:pt idx="6162">
                  <c:v>24.45</c:v>
                </c:pt>
                <c:pt idx="6163">
                  <c:v>24.45</c:v>
                </c:pt>
                <c:pt idx="6164">
                  <c:v>24.45</c:v>
                </c:pt>
                <c:pt idx="6165">
                  <c:v>24.5</c:v>
                </c:pt>
                <c:pt idx="6166">
                  <c:v>24.5</c:v>
                </c:pt>
                <c:pt idx="6167">
                  <c:v>24.5</c:v>
                </c:pt>
                <c:pt idx="6168">
                  <c:v>24.5</c:v>
                </c:pt>
                <c:pt idx="6169">
                  <c:v>24.5</c:v>
                </c:pt>
                <c:pt idx="6170">
                  <c:v>24.55</c:v>
                </c:pt>
                <c:pt idx="6171">
                  <c:v>24.55</c:v>
                </c:pt>
                <c:pt idx="6172">
                  <c:v>24.55</c:v>
                </c:pt>
                <c:pt idx="6173">
                  <c:v>24.6</c:v>
                </c:pt>
                <c:pt idx="6174">
                  <c:v>24.6</c:v>
                </c:pt>
                <c:pt idx="6175">
                  <c:v>24.65</c:v>
                </c:pt>
                <c:pt idx="6176">
                  <c:v>24.65</c:v>
                </c:pt>
                <c:pt idx="6177">
                  <c:v>24.65</c:v>
                </c:pt>
                <c:pt idx="6178">
                  <c:v>24.7</c:v>
                </c:pt>
                <c:pt idx="6179">
                  <c:v>24.75</c:v>
                </c:pt>
                <c:pt idx="6180">
                  <c:v>24.75</c:v>
                </c:pt>
                <c:pt idx="6181">
                  <c:v>24.75</c:v>
                </c:pt>
                <c:pt idx="6182">
                  <c:v>24.75</c:v>
                </c:pt>
                <c:pt idx="6183">
                  <c:v>24.7</c:v>
                </c:pt>
                <c:pt idx="6184">
                  <c:v>24.65</c:v>
                </c:pt>
                <c:pt idx="6185">
                  <c:v>24.6</c:v>
                </c:pt>
                <c:pt idx="6186">
                  <c:v>24.55</c:v>
                </c:pt>
                <c:pt idx="6187">
                  <c:v>24.55</c:v>
                </c:pt>
                <c:pt idx="6188">
                  <c:v>24.5</c:v>
                </c:pt>
                <c:pt idx="6189">
                  <c:v>24.5</c:v>
                </c:pt>
                <c:pt idx="6190">
                  <c:v>24.5</c:v>
                </c:pt>
                <c:pt idx="6191">
                  <c:v>24.5</c:v>
                </c:pt>
                <c:pt idx="6192">
                  <c:v>24.5</c:v>
                </c:pt>
                <c:pt idx="6193">
                  <c:v>24.5</c:v>
                </c:pt>
                <c:pt idx="6194">
                  <c:v>24.5</c:v>
                </c:pt>
                <c:pt idx="6195">
                  <c:v>24.5</c:v>
                </c:pt>
                <c:pt idx="6196">
                  <c:v>24.5</c:v>
                </c:pt>
                <c:pt idx="6197">
                  <c:v>24.5</c:v>
                </c:pt>
                <c:pt idx="6198">
                  <c:v>24.55</c:v>
                </c:pt>
                <c:pt idx="6199">
                  <c:v>24.55</c:v>
                </c:pt>
                <c:pt idx="6200">
                  <c:v>24.6</c:v>
                </c:pt>
                <c:pt idx="6201">
                  <c:v>24.6</c:v>
                </c:pt>
                <c:pt idx="6202">
                  <c:v>24.65</c:v>
                </c:pt>
                <c:pt idx="6203">
                  <c:v>24.65</c:v>
                </c:pt>
                <c:pt idx="6204">
                  <c:v>24.7</c:v>
                </c:pt>
                <c:pt idx="6205">
                  <c:v>24.7</c:v>
                </c:pt>
                <c:pt idx="6206">
                  <c:v>24.7</c:v>
                </c:pt>
                <c:pt idx="6207">
                  <c:v>24.75</c:v>
                </c:pt>
                <c:pt idx="6208">
                  <c:v>24.75</c:v>
                </c:pt>
                <c:pt idx="6209">
                  <c:v>24.8</c:v>
                </c:pt>
                <c:pt idx="6210">
                  <c:v>24.8</c:v>
                </c:pt>
                <c:pt idx="6211">
                  <c:v>24.8</c:v>
                </c:pt>
                <c:pt idx="6212">
                  <c:v>24.75</c:v>
                </c:pt>
                <c:pt idx="6213">
                  <c:v>24.7</c:v>
                </c:pt>
                <c:pt idx="6214">
                  <c:v>24.65</c:v>
                </c:pt>
                <c:pt idx="6215">
                  <c:v>24.6</c:v>
                </c:pt>
                <c:pt idx="6216">
                  <c:v>24.55</c:v>
                </c:pt>
                <c:pt idx="6217">
                  <c:v>24.5</c:v>
                </c:pt>
                <c:pt idx="6218">
                  <c:v>24.5</c:v>
                </c:pt>
                <c:pt idx="6219">
                  <c:v>24.5</c:v>
                </c:pt>
                <c:pt idx="6220">
                  <c:v>24.45</c:v>
                </c:pt>
                <c:pt idx="6221">
                  <c:v>24.45</c:v>
                </c:pt>
                <c:pt idx="6222">
                  <c:v>24.45</c:v>
                </c:pt>
                <c:pt idx="6223">
                  <c:v>24.45</c:v>
                </c:pt>
                <c:pt idx="6224">
                  <c:v>24.45</c:v>
                </c:pt>
                <c:pt idx="6225">
                  <c:v>24.45</c:v>
                </c:pt>
                <c:pt idx="6226">
                  <c:v>24.45</c:v>
                </c:pt>
                <c:pt idx="6227">
                  <c:v>24.45</c:v>
                </c:pt>
                <c:pt idx="6228">
                  <c:v>24.5</c:v>
                </c:pt>
                <c:pt idx="6229">
                  <c:v>24.5</c:v>
                </c:pt>
                <c:pt idx="6230">
                  <c:v>24.55</c:v>
                </c:pt>
                <c:pt idx="6231">
                  <c:v>24.55</c:v>
                </c:pt>
                <c:pt idx="6232">
                  <c:v>24.55</c:v>
                </c:pt>
                <c:pt idx="6233">
                  <c:v>24.6</c:v>
                </c:pt>
                <c:pt idx="6234">
                  <c:v>24.6</c:v>
                </c:pt>
                <c:pt idx="6235">
                  <c:v>24.65</c:v>
                </c:pt>
                <c:pt idx="6236">
                  <c:v>24.65</c:v>
                </c:pt>
                <c:pt idx="6237">
                  <c:v>24.7</c:v>
                </c:pt>
                <c:pt idx="6238">
                  <c:v>24.7</c:v>
                </c:pt>
                <c:pt idx="6239">
                  <c:v>24.75</c:v>
                </c:pt>
                <c:pt idx="6240">
                  <c:v>24.75</c:v>
                </c:pt>
                <c:pt idx="6241">
                  <c:v>24.75</c:v>
                </c:pt>
                <c:pt idx="6242">
                  <c:v>24.75</c:v>
                </c:pt>
                <c:pt idx="6243">
                  <c:v>24.7</c:v>
                </c:pt>
                <c:pt idx="6244">
                  <c:v>24.65</c:v>
                </c:pt>
                <c:pt idx="6245">
                  <c:v>24.65</c:v>
                </c:pt>
                <c:pt idx="6246">
                  <c:v>24.6</c:v>
                </c:pt>
                <c:pt idx="6247">
                  <c:v>24.55</c:v>
                </c:pt>
                <c:pt idx="6248">
                  <c:v>24.5</c:v>
                </c:pt>
                <c:pt idx="6249">
                  <c:v>24.5</c:v>
                </c:pt>
                <c:pt idx="6250">
                  <c:v>24.5</c:v>
                </c:pt>
                <c:pt idx="6251">
                  <c:v>24.45</c:v>
                </c:pt>
                <c:pt idx="6252">
                  <c:v>24.45</c:v>
                </c:pt>
                <c:pt idx="6253">
                  <c:v>24.45</c:v>
                </c:pt>
                <c:pt idx="6254">
                  <c:v>24.45</c:v>
                </c:pt>
                <c:pt idx="6255">
                  <c:v>24.5</c:v>
                </c:pt>
                <c:pt idx="6256">
                  <c:v>24.5</c:v>
                </c:pt>
                <c:pt idx="6257">
                  <c:v>24.5</c:v>
                </c:pt>
                <c:pt idx="6258">
                  <c:v>24.55</c:v>
                </c:pt>
                <c:pt idx="6259">
                  <c:v>24.55</c:v>
                </c:pt>
                <c:pt idx="6260">
                  <c:v>24.55</c:v>
                </c:pt>
                <c:pt idx="6261">
                  <c:v>24.6</c:v>
                </c:pt>
                <c:pt idx="6262">
                  <c:v>24.6</c:v>
                </c:pt>
                <c:pt idx="6263">
                  <c:v>24.6</c:v>
                </c:pt>
                <c:pt idx="6264">
                  <c:v>24.65</c:v>
                </c:pt>
                <c:pt idx="6265">
                  <c:v>24.65</c:v>
                </c:pt>
                <c:pt idx="6266">
                  <c:v>24.7</c:v>
                </c:pt>
                <c:pt idx="6267">
                  <c:v>24.7</c:v>
                </c:pt>
                <c:pt idx="6268">
                  <c:v>24.75</c:v>
                </c:pt>
                <c:pt idx="6269">
                  <c:v>24.75</c:v>
                </c:pt>
                <c:pt idx="6270">
                  <c:v>24.75</c:v>
                </c:pt>
                <c:pt idx="6271">
                  <c:v>24.75</c:v>
                </c:pt>
                <c:pt idx="6272">
                  <c:v>24.75</c:v>
                </c:pt>
                <c:pt idx="6273">
                  <c:v>24.7</c:v>
                </c:pt>
                <c:pt idx="6274">
                  <c:v>24.6</c:v>
                </c:pt>
                <c:pt idx="6275">
                  <c:v>24.6</c:v>
                </c:pt>
                <c:pt idx="6276">
                  <c:v>24.5</c:v>
                </c:pt>
                <c:pt idx="6277">
                  <c:v>24.45</c:v>
                </c:pt>
                <c:pt idx="6278">
                  <c:v>24.45</c:v>
                </c:pt>
                <c:pt idx="6279">
                  <c:v>24.45</c:v>
                </c:pt>
                <c:pt idx="6280">
                  <c:v>24.4</c:v>
                </c:pt>
                <c:pt idx="6281">
                  <c:v>24.4</c:v>
                </c:pt>
                <c:pt idx="6282">
                  <c:v>24.4</c:v>
                </c:pt>
                <c:pt idx="6283">
                  <c:v>24.4</c:v>
                </c:pt>
                <c:pt idx="6284">
                  <c:v>24.45</c:v>
                </c:pt>
                <c:pt idx="6285">
                  <c:v>24.45</c:v>
                </c:pt>
                <c:pt idx="6286">
                  <c:v>24.45</c:v>
                </c:pt>
                <c:pt idx="6287">
                  <c:v>24.5</c:v>
                </c:pt>
                <c:pt idx="6288">
                  <c:v>24.5</c:v>
                </c:pt>
                <c:pt idx="6289">
                  <c:v>24.55</c:v>
                </c:pt>
                <c:pt idx="6290">
                  <c:v>24.55</c:v>
                </c:pt>
                <c:pt idx="6291">
                  <c:v>24.6</c:v>
                </c:pt>
                <c:pt idx="6292">
                  <c:v>24.6</c:v>
                </c:pt>
                <c:pt idx="6293">
                  <c:v>24.65</c:v>
                </c:pt>
                <c:pt idx="6294">
                  <c:v>24.65</c:v>
                </c:pt>
                <c:pt idx="6295">
                  <c:v>24.7</c:v>
                </c:pt>
                <c:pt idx="6296">
                  <c:v>24.7</c:v>
                </c:pt>
                <c:pt idx="6297">
                  <c:v>24.75</c:v>
                </c:pt>
                <c:pt idx="6298">
                  <c:v>24.75</c:v>
                </c:pt>
                <c:pt idx="6299">
                  <c:v>24.75</c:v>
                </c:pt>
                <c:pt idx="6300">
                  <c:v>24.75</c:v>
                </c:pt>
                <c:pt idx="6301">
                  <c:v>24.75</c:v>
                </c:pt>
                <c:pt idx="6302">
                  <c:v>24.75</c:v>
                </c:pt>
                <c:pt idx="6303">
                  <c:v>24.7</c:v>
                </c:pt>
                <c:pt idx="6304">
                  <c:v>24.65</c:v>
                </c:pt>
                <c:pt idx="6305">
                  <c:v>24.6</c:v>
                </c:pt>
                <c:pt idx="6306">
                  <c:v>24.55</c:v>
                </c:pt>
                <c:pt idx="6307">
                  <c:v>24.5</c:v>
                </c:pt>
                <c:pt idx="6308">
                  <c:v>24.45</c:v>
                </c:pt>
                <c:pt idx="6309">
                  <c:v>24.45</c:v>
                </c:pt>
                <c:pt idx="6310">
                  <c:v>24.45</c:v>
                </c:pt>
                <c:pt idx="6311">
                  <c:v>24.45</c:v>
                </c:pt>
                <c:pt idx="6312">
                  <c:v>24.4</c:v>
                </c:pt>
                <c:pt idx="6313">
                  <c:v>24.4</c:v>
                </c:pt>
                <c:pt idx="6314">
                  <c:v>24.4</c:v>
                </c:pt>
                <c:pt idx="6315">
                  <c:v>24.4</c:v>
                </c:pt>
                <c:pt idx="6316">
                  <c:v>24.45</c:v>
                </c:pt>
                <c:pt idx="6317">
                  <c:v>24.45</c:v>
                </c:pt>
                <c:pt idx="6318">
                  <c:v>24.45</c:v>
                </c:pt>
                <c:pt idx="6319">
                  <c:v>24.5</c:v>
                </c:pt>
                <c:pt idx="6320">
                  <c:v>24.5</c:v>
                </c:pt>
                <c:pt idx="6321">
                  <c:v>24.55</c:v>
                </c:pt>
                <c:pt idx="6322">
                  <c:v>24.55</c:v>
                </c:pt>
                <c:pt idx="6323">
                  <c:v>24.6</c:v>
                </c:pt>
                <c:pt idx="6324">
                  <c:v>24.65</c:v>
                </c:pt>
                <c:pt idx="6325">
                  <c:v>24.65</c:v>
                </c:pt>
                <c:pt idx="6326">
                  <c:v>24.7</c:v>
                </c:pt>
                <c:pt idx="6327">
                  <c:v>24.7</c:v>
                </c:pt>
                <c:pt idx="6328">
                  <c:v>24.75</c:v>
                </c:pt>
                <c:pt idx="6329">
                  <c:v>24.75</c:v>
                </c:pt>
                <c:pt idx="6330">
                  <c:v>24.75</c:v>
                </c:pt>
                <c:pt idx="6331">
                  <c:v>24.75</c:v>
                </c:pt>
                <c:pt idx="6332">
                  <c:v>24.7</c:v>
                </c:pt>
                <c:pt idx="6333">
                  <c:v>24.7</c:v>
                </c:pt>
                <c:pt idx="6334">
                  <c:v>24.65</c:v>
                </c:pt>
                <c:pt idx="6335">
                  <c:v>24.6</c:v>
                </c:pt>
                <c:pt idx="6336">
                  <c:v>24.55</c:v>
                </c:pt>
                <c:pt idx="6337">
                  <c:v>24.5</c:v>
                </c:pt>
                <c:pt idx="6338">
                  <c:v>24.45</c:v>
                </c:pt>
                <c:pt idx="6339">
                  <c:v>24.45</c:v>
                </c:pt>
                <c:pt idx="6340">
                  <c:v>24.4</c:v>
                </c:pt>
                <c:pt idx="6341">
                  <c:v>24.4</c:v>
                </c:pt>
                <c:pt idx="6342">
                  <c:v>24.4</c:v>
                </c:pt>
                <c:pt idx="6343">
                  <c:v>24.4</c:v>
                </c:pt>
                <c:pt idx="6344">
                  <c:v>24.4</c:v>
                </c:pt>
                <c:pt idx="6345">
                  <c:v>24.45</c:v>
                </c:pt>
                <c:pt idx="6346">
                  <c:v>24.45</c:v>
                </c:pt>
                <c:pt idx="6347">
                  <c:v>24.45</c:v>
                </c:pt>
                <c:pt idx="6348">
                  <c:v>24.45</c:v>
                </c:pt>
                <c:pt idx="6349">
                  <c:v>24.5</c:v>
                </c:pt>
                <c:pt idx="6350">
                  <c:v>24.5</c:v>
                </c:pt>
                <c:pt idx="6351">
                  <c:v>24.55</c:v>
                </c:pt>
                <c:pt idx="6352">
                  <c:v>24.55</c:v>
                </c:pt>
                <c:pt idx="6353">
                  <c:v>24.6</c:v>
                </c:pt>
                <c:pt idx="6354">
                  <c:v>24.65</c:v>
                </c:pt>
                <c:pt idx="6355">
                  <c:v>24.65</c:v>
                </c:pt>
                <c:pt idx="6356">
                  <c:v>24.7</c:v>
                </c:pt>
                <c:pt idx="6357">
                  <c:v>24.7</c:v>
                </c:pt>
                <c:pt idx="6358">
                  <c:v>24.75</c:v>
                </c:pt>
                <c:pt idx="6359">
                  <c:v>24.75</c:v>
                </c:pt>
                <c:pt idx="6360">
                  <c:v>24.75</c:v>
                </c:pt>
                <c:pt idx="6361">
                  <c:v>24.75</c:v>
                </c:pt>
                <c:pt idx="6362">
                  <c:v>24.7</c:v>
                </c:pt>
                <c:pt idx="6363">
                  <c:v>24.65</c:v>
                </c:pt>
                <c:pt idx="6364">
                  <c:v>24.65</c:v>
                </c:pt>
                <c:pt idx="6365">
                  <c:v>24.55</c:v>
                </c:pt>
                <c:pt idx="6366">
                  <c:v>24.5</c:v>
                </c:pt>
                <c:pt idx="6367">
                  <c:v>24.45</c:v>
                </c:pt>
                <c:pt idx="6368">
                  <c:v>24.45</c:v>
                </c:pt>
                <c:pt idx="6369">
                  <c:v>24.4</c:v>
                </c:pt>
                <c:pt idx="6370">
                  <c:v>24.4</c:v>
                </c:pt>
                <c:pt idx="6371">
                  <c:v>24.4</c:v>
                </c:pt>
                <c:pt idx="6372">
                  <c:v>24.4</c:v>
                </c:pt>
                <c:pt idx="6373">
                  <c:v>24.45</c:v>
                </c:pt>
                <c:pt idx="6374">
                  <c:v>24.45</c:v>
                </c:pt>
                <c:pt idx="6375">
                  <c:v>24.45</c:v>
                </c:pt>
                <c:pt idx="6376">
                  <c:v>24.5</c:v>
                </c:pt>
                <c:pt idx="6377">
                  <c:v>24.5</c:v>
                </c:pt>
                <c:pt idx="6378">
                  <c:v>24.5</c:v>
                </c:pt>
                <c:pt idx="6379">
                  <c:v>24.55</c:v>
                </c:pt>
                <c:pt idx="6380">
                  <c:v>24.55</c:v>
                </c:pt>
                <c:pt idx="6381">
                  <c:v>24.6</c:v>
                </c:pt>
                <c:pt idx="6382">
                  <c:v>24.6</c:v>
                </c:pt>
                <c:pt idx="6383">
                  <c:v>24.65</c:v>
                </c:pt>
                <c:pt idx="6384">
                  <c:v>24.65</c:v>
                </c:pt>
                <c:pt idx="6385">
                  <c:v>24.7</c:v>
                </c:pt>
                <c:pt idx="6386">
                  <c:v>24.7</c:v>
                </c:pt>
                <c:pt idx="6387">
                  <c:v>24.75</c:v>
                </c:pt>
                <c:pt idx="6388">
                  <c:v>24.75</c:v>
                </c:pt>
                <c:pt idx="6389">
                  <c:v>24.75</c:v>
                </c:pt>
                <c:pt idx="6390">
                  <c:v>24.75</c:v>
                </c:pt>
                <c:pt idx="6391">
                  <c:v>24.75</c:v>
                </c:pt>
                <c:pt idx="6392">
                  <c:v>24.75</c:v>
                </c:pt>
                <c:pt idx="6393">
                  <c:v>24.7</c:v>
                </c:pt>
                <c:pt idx="6394">
                  <c:v>24.65</c:v>
                </c:pt>
                <c:pt idx="6395">
                  <c:v>24.55</c:v>
                </c:pt>
                <c:pt idx="6396">
                  <c:v>24.55</c:v>
                </c:pt>
                <c:pt idx="6397">
                  <c:v>24.5</c:v>
                </c:pt>
                <c:pt idx="6398">
                  <c:v>24.5</c:v>
                </c:pt>
                <c:pt idx="6399">
                  <c:v>24.45</c:v>
                </c:pt>
                <c:pt idx="6400">
                  <c:v>24.4</c:v>
                </c:pt>
                <c:pt idx="6401">
                  <c:v>24.45</c:v>
                </c:pt>
                <c:pt idx="6402">
                  <c:v>24.4</c:v>
                </c:pt>
                <c:pt idx="6403">
                  <c:v>24.45</c:v>
                </c:pt>
                <c:pt idx="6404">
                  <c:v>24.45</c:v>
                </c:pt>
                <c:pt idx="6405">
                  <c:v>24.45</c:v>
                </c:pt>
                <c:pt idx="6406">
                  <c:v>24.5</c:v>
                </c:pt>
                <c:pt idx="6407">
                  <c:v>24.5</c:v>
                </c:pt>
                <c:pt idx="6408">
                  <c:v>24.5</c:v>
                </c:pt>
                <c:pt idx="6409">
                  <c:v>24.55</c:v>
                </c:pt>
                <c:pt idx="6410">
                  <c:v>24.55</c:v>
                </c:pt>
                <c:pt idx="6411">
                  <c:v>24.6</c:v>
                </c:pt>
                <c:pt idx="6412">
                  <c:v>24.6</c:v>
                </c:pt>
                <c:pt idx="6413">
                  <c:v>24.6</c:v>
                </c:pt>
                <c:pt idx="6414">
                  <c:v>24.65</c:v>
                </c:pt>
                <c:pt idx="6415">
                  <c:v>24.7</c:v>
                </c:pt>
                <c:pt idx="6416">
                  <c:v>24.7</c:v>
                </c:pt>
                <c:pt idx="6417">
                  <c:v>24.7</c:v>
                </c:pt>
                <c:pt idx="6418">
                  <c:v>24.7</c:v>
                </c:pt>
                <c:pt idx="6419">
                  <c:v>24.7</c:v>
                </c:pt>
                <c:pt idx="6420">
                  <c:v>24.75</c:v>
                </c:pt>
                <c:pt idx="6421">
                  <c:v>24.7</c:v>
                </c:pt>
                <c:pt idx="6422">
                  <c:v>24.7</c:v>
                </c:pt>
                <c:pt idx="6423">
                  <c:v>24.65</c:v>
                </c:pt>
                <c:pt idx="6424">
                  <c:v>24.65</c:v>
                </c:pt>
                <c:pt idx="6425">
                  <c:v>24.55</c:v>
                </c:pt>
                <c:pt idx="6426">
                  <c:v>24.5</c:v>
                </c:pt>
                <c:pt idx="6427">
                  <c:v>24.5</c:v>
                </c:pt>
                <c:pt idx="6428">
                  <c:v>24.45</c:v>
                </c:pt>
                <c:pt idx="6429">
                  <c:v>24.45</c:v>
                </c:pt>
                <c:pt idx="6430">
                  <c:v>24.45</c:v>
                </c:pt>
                <c:pt idx="6431">
                  <c:v>24.45</c:v>
                </c:pt>
                <c:pt idx="6432">
                  <c:v>24.45</c:v>
                </c:pt>
                <c:pt idx="6433">
                  <c:v>24.45</c:v>
                </c:pt>
                <c:pt idx="6434">
                  <c:v>24.45</c:v>
                </c:pt>
                <c:pt idx="6435">
                  <c:v>24.5</c:v>
                </c:pt>
                <c:pt idx="6436">
                  <c:v>24.5</c:v>
                </c:pt>
                <c:pt idx="6437">
                  <c:v>24.5</c:v>
                </c:pt>
                <c:pt idx="6438">
                  <c:v>24.5</c:v>
                </c:pt>
                <c:pt idx="6439">
                  <c:v>24.55</c:v>
                </c:pt>
                <c:pt idx="6440">
                  <c:v>24.55</c:v>
                </c:pt>
                <c:pt idx="6441">
                  <c:v>24.55</c:v>
                </c:pt>
                <c:pt idx="6442">
                  <c:v>24.6</c:v>
                </c:pt>
                <c:pt idx="6443">
                  <c:v>24.65</c:v>
                </c:pt>
                <c:pt idx="6444">
                  <c:v>24.65</c:v>
                </c:pt>
                <c:pt idx="6445">
                  <c:v>24.7</c:v>
                </c:pt>
                <c:pt idx="6446">
                  <c:v>24.7</c:v>
                </c:pt>
                <c:pt idx="6447">
                  <c:v>24.7</c:v>
                </c:pt>
                <c:pt idx="6448">
                  <c:v>24.75</c:v>
                </c:pt>
                <c:pt idx="6449">
                  <c:v>24.75</c:v>
                </c:pt>
                <c:pt idx="6450">
                  <c:v>24.8</c:v>
                </c:pt>
                <c:pt idx="6451">
                  <c:v>24.75</c:v>
                </c:pt>
                <c:pt idx="6452">
                  <c:v>24.75</c:v>
                </c:pt>
                <c:pt idx="6453">
                  <c:v>24.7</c:v>
                </c:pt>
                <c:pt idx="6454">
                  <c:v>24.65</c:v>
                </c:pt>
                <c:pt idx="6455">
                  <c:v>24.6</c:v>
                </c:pt>
                <c:pt idx="6456">
                  <c:v>24.55</c:v>
                </c:pt>
                <c:pt idx="6457">
                  <c:v>24.5</c:v>
                </c:pt>
                <c:pt idx="6458">
                  <c:v>24.5</c:v>
                </c:pt>
                <c:pt idx="6459">
                  <c:v>24.5</c:v>
                </c:pt>
                <c:pt idx="6460">
                  <c:v>24.45</c:v>
                </c:pt>
                <c:pt idx="6461">
                  <c:v>24.45</c:v>
                </c:pt>
                <c:pt idx="6462">
                  <c:v>24.45</c:v>
                </c:pt>
                <c:pt idx="6463">
                  <c:v>24.5</c:v>
                </c:pt>
                <c:pt idx="6464">
                  <c:v>24.5</c:v>
                </c:pt>
                <c:pt idx="6465">
                  <c:v>24.5</c:v>
                </c:pt>
                <c:pt idx="6466">
                  <c:v>24.55</c:v>
                </c:pt>
                <c:pt idx="6467">
                  <c:v>24.55</c:v>
                </c:pt>
                <c:pt idx="6468">
                  <c:v>24.55</c:v>
                </c:pt>
                <c:pt idx="6469">
                  <c:v>24.6</c:v>
                </c:pt>
                <c:pt idx="6470">
                  <c:v>24.6</c:v>
                </c:pt>
                <c:pt idx="6471">
                  <c:v>24.6</c:v>
                </c:pt>
                <c:pt idx="6472">
                  <c:v>24.65</c:v>
                </c:pt>
                <c:pt idx="6473">
                  <c:v>24.65</c:v>
                </c:pt>
                <c:pt idx="6474">
                  <c:v>24.7</c:v>
                </c:pt>
                <c:pt idx="6475">
                  <c:v>24.7</c:v>
                </c:pt>
                <c:pt idx="6476">
                  <c:v>24.7</c:v>
                </c:pt>
                <c:pt idx="6477">
                  <c:v>24.75</c:v>
                </c:pt>
                <c:pt idx="6478">
                  <c:v>24.75</c:v>
                </c:pt>
                <c:pt idx="6479">
                  <c:v>24.75</c:v>
                </c:pt>
                <c:pt idx="6480">
                  <c:v>24.8</c:v>
                </c:pt>
                <c:pt idx="6481">
                  <c:v>24.8</c:v>
                </c:pt>
                <c:pt idx="6482">
                  <c:v>24.75</c:v>
                </c:pt>
                <c:pt idx="6483">
                  <c:v>24.7</c:v>
                </c:pt>
                <c:pt idx="6484">
                  <c:v>24.65</c:v>
                </c:pt>
                <c:pt idx="6485">
                  <c:v>24.65</c:v>
                </c:pt>
                <c:pt idx="6486">
                  <c:v>24.55</c:v>
                </c:pt>
                <c:pt idx="6487">
                  <c:v>24.5</c:v>
                </c:pt>
                <c:pt idx="6488">
                  <c:v>24.5</c:v>
                </c:pt>
                <c:pt idx="6489">
                  <c:v>24.45</c:v>
                </c:pt>
                <c:pt idx="6490">
                  <c:v>24.45</c:v>
                </c:pt>
                <c:pt idx="6491">
                  <c:v>24.45</c:v>
                </c:pt>
                <c:pt idx="6492">
                  <c:v>24.45</c:v>
                </c:pt>
                <c:pt idx="6493">
                  <c:v>24.45</c:v>
                </c:pt>
                <c:pt idx="6494">
                  <c:v>24.5</c:v>
                </c:pt>
                <c:pt idx="6495">
                  <c:v>24.5</c:v>
                </c:pt>
                <c:pt idx="6496">
                  <c:v>24.5</c:v>
                </c:pt>
                <c:pt idx="6497">
                  <c:v>24.55</c:v>
                </c:pt>
                <c:pt idx="6498">
                  <c:v>24.55</c:v>
                </c:pt>
                <c:pt idx="6499">
                  <c:v>24.55</c:v>
                </c:pt>
                <c:pt idx="6500">
                  <c:v>24.55</c:v>
                </c:pt>
                <c:pt idx="6501">
                  <c:v>24.6</c:v>
                </c:pt>
                <c:pt idx="6502">
                  <c:v>24.6</c:v>
                </c:pt>
                <c:pt idx="6503">
                  <c:v>24.65</c:v>
                </c:pt>
                <c:pt idx="6504">
                  <c:v>24.65</c:v>
                </c:pt>
                <c:pt idx="6505">
                  <c:v>24.65</c:v>
                </c:pt>
                <c:pt idx="6506">
                  <c:v>24.7</c:v>
                </c:pt>
                <c:pt idx="6507">
                  <c:v>24.7</c:v>
                </c:pt>
                <c:pt idx="6508">
                  <c:v>24.75</c:v>
                </c:pt>
                <c:pt idx="6509">
                  <c:v>24.75</c:v>
                </c:pt>
                <c:pt idx="6510">
                  <c:v>24.75</c:v>
                </c:pt>
                <c:pt idx="6511">
                  <c:v>24.75</c:v>
                </c:pt>
                <c:pt idx="6512">
                  <c:v>24.7</c:v>
                </c:pt>
                <c:pt idx="6513">
                  <c:v>24.65</c:v>
                </c:pt>
                <c:pt idx="6514">
                  <c:v>24.65</c:v>
                </c:pt>
                <c:pt idx="6515">
                  <c:v>24.6</c:v>
                </c:pt>
                <c:pt idx="6516">
                  <c:v>24.55</c:v>
                </c:pt>
                <c:pt idx="6517">
                  <c:v>24.5</c:v>
                </c:pt>
                <c:pt idx="6518">
                  <c:v>24.5</c:v>
                </c:pt>
                <c:pt idx="6519">
                  <c:v>24.5</c:v>
                </c:pt>
                <c:pt idx="6520">
                  <c:v>24.45</c:v>
                </c:pt>
                <c:pt idx="6521">
                  <c:v>24.45</c:v>
                </c:pt>
                <c:pt idx="6522">
                  <c:v>24.5</c:v>
                </c:pt>
                <c:pt idx="6523">
                  <c:v>24.5</c:v>
                </c:pt>
                <c:pt idx="6524">
                  <c:v>24.5</c:v>
                </c:pt>
                <c:pt idx="6525">
                  <c:v>24.5</c:v>
                </c:pt>
                <c:pt idx="6526">
                  <c:v>24.5</c:v>
                </c:pt>
                <c:pt idx="6527">
                  <c:v>24.5</c:v>
                </c:pt>
                <c:pt idx="6528">
                  <c:v>24.55</c:v>
                </c:pt>
                <c:pt idx="6529">
                  <c:v>24.55</c:v>
                </c:pt>
                <c:pt idx="6530">
                  <c:v>24.55</c:v>
                </c:pt>
                <c:pt idx="6531">
                  <c:v>24.55</c:v>
                </c:pt>
                <c:pt idx="6532">
                  <c:v>24.55</c:v>
                </c:pt>
                <c:pt idx="6533">
                  <c:v>24.6</c:v>
                </c:pt>
                <c:pt idx="6534">
                  <c:v>24.6</c:v>
                </c:pt>
                <c:pt idx="6535">
                  <c:v>24.65</c:v>
                </c:pt>
                <c:pt idx="6536">
                  <c:v>24.65</c:v>
                </c:pt>
                <c:pt idx="6537">
                  <c:v>24.7</c:v>
                </c:pt>
                <c:pt idx="6538">
                  <c:v>24.7</c:v>
                </c:pt>
                <c:pt idx="6539">
                  <c:v>24.7</c:v>
                </c:pt>
                <c:pt idx="6540">
                  <c:v>24.75</c:v>
                </c:pt>
                <c:pt idx="6541">
                  <c:v>24.75</c:v>
                </c:pt>
                <c:pt idx="6542">
                  <c:v>24.75</c:v>
                </c:pt>
                <c:pt idx="6543">
                  <c:v>24.7</c:v>
                </c:pt>
                <c:pt idx="6544">
                  <c:v>24.65</c:v>
                </c:pt>
                <c:pt idx="6545">
                  <c:v>24.65</c:v>
                </c:pt>
                <c:pt idx="6546">
                  <c:v>24.6</c:v>
                </c:pt>
                <c:pt idx="6547">
                  <c:v>24.55</c:v>
                </c:pt>
                <c:pt idx="6548">
                  <c:v>24.5</c:v>
                </c:pt>
                <c:pt idx="6549">
                  <c:v>24.5</c:v>
                </c:pt>
                <c:pt idx="6550">
                  <c:v>24.5</c:v>
                </c:pt>
                <c:pt idx="6551">
                  <c:v>24.45</c:v>
                </c:pt>
                <c:pt idx="6552">
                  <c:v>24.45</c:v>
                </c:pt>
                <c:pt idx="6553">
                  <c:v>24.45</c:v>
                </c:pt>
                <c:pt idx="6554">
                  <c:v>24.45</c:v>
                </c:pt>
                <c:pt idx="6555">
                  <c:v>24.45</c:v>
                </c:pt>
                <c:pt idx="6556">
                  <c:v>24.45</c:v>
                </c:pt>
                <c:pt idx="6557">
                  <c:v>24.5</c:v>
                </c:pt>
                <c:pt idx="6558">
                  <c:v>24.5</c:v>
                </c:pt>
                <c:pt idx="6559">
                  <c:v>24.5</c:v>
                </c:pt>
                <c:pt idx="6560">
                  <c:v>24.5</c:v>
                </c:pt>
                <c:pt idx="6561">
                  <c:v>24.5</c:v>
                </c:pt>
                <c:pt idx="6562">
                  <c:v>24.55</c:v>
                </c:pt>
                <c:pt idx="6563">
                  <c:v>24.55</c:v>
                </c:pt>
                <c:pt idx="6564">
                  <c:v>24.6</c:v>
                </c:pt>
                <c:pt idx="6565">
                  <c:v>24.6</c:v>
                </c:pt>
                <c:pt idx="6566">
                  <c:v>24.65</c:v>
                </c:pt>
                <c:pt idx="6567">
                  <c:v>24.7</c:v>
                </c:pt>
                <c:pt idx="6568">
                  <c:v>24.7</c:v>
                </c:pt>
                <c:pt idx="6569">
                  <c:v>24.75</c:v>
                </c:pt>
                <c:pt idx="6570">
                  <c:v>24.75</c:v>
                </c:pt>
                <c:pt idx="6571">
                  <c:v>24.75</c:v>
                </c:pt>
                <c:pt idx="6572">
                  <c:v>24.75</c:v>
                </c:pt>
                <c:pt idx="6573">
                  <c:v>24.7</c:v>
                </c:pt>
                <c:pt idx="6574">
                  <c:v>24.65</c:v>
                </c:pt>
                <c:pt idx="6575">
                  <c:v>24.6</c:v>
                </c:pt>
                <c:pt idx="6576">
                  <c:v>24.55</c:v>
                </c:pt>
                <c:pt idx="6577">
                  <c:v>24.5</c:v>
                </c:pt>
                <c:pt idx="6578">
                  <c:v>24.45</c:v>
                </c:pt>
                <c:pt idx="6579">
                  <c:v>24.45</c:v>
                </c:pt>
                <c:pt idx="6580">
                  <c:v>24.45</c:v>
                </c:pt>
                <c:pt idx="6581">
                  <c:v>24.4</c:v>
                </c:pt>
                <c:pt idx="6582">
                  <c:v>24.4</c:v>
                </c:pt>
                <c:pt idx="6583">
                  <c:v>24.4</c:v>
                </c:pt>
                <c:pt idx="6584">
                  <c:v>24.4</c:v>
                </c:pt>
                <c:pt idx="6585">
                  <c:v>24.4</c:v>
                </c:pt>
                <c:pt idx="6586">
                  <c:v>24.45</c:v>
                </c:pt>
                <c:pt idx="6587">
                  <c:v>24.45</c:v>
                </c:pt>
                <c:pt idx="6588">
                  <c:v>24.5</c:v>
                </c:pt>
                <c:pt idx="6589">
                  <c:v>24.5</c:v>
                </c:pt>
                <c:pt idx="6590">
                  <c:v>24.55</c:v>
                </c:pt>
                <c:pt idx="6591">
                  <c:v>24.55</c:v>
                </c:pt>
                <c:pt idx="6592">
                  <c:v>24.6</c:v>
                </c:pt>
                <c:pt idx="6593">
                  <c:v>24.6</c:v>
                </c:pt>
                <c:pt idx="6594">
                  <c:v>24.6</c:v>
                </c:pt>
                <c:pt idx="6595">
                  <c:v>24.65</c:v>
                </c:pt>
                <c:pt idx="6596">
                  <c:v>24.65</c:v>
                </c:pt>
                <c:pt idx="6597">
                  <c:v>24.65</c:v>
                </c:pt>
                <c:pt idx="6598">
                  <c:v>24.7</c:v>
                </c:pt>
                <c:pt idx="6599">
                  <c:v>24.7</c:v>
                </c:pt>
                <c:pt idx="6600">
                  <c:v>24.7</c:v>
                </c:pt>
                <c:pt idx="6601">
                  <c:v>24.7</c:v>
                </c:pt>
                <c:pt idx="6602">
                  <c:v>24.7</c:v>
                </c:pt>
                <c:pt idx="6603">
                  <c:v>24.65</c:v>
                </c:pt>
                <c:pt idx="6604">
                  <c:v>24.55</c:v>
                </c:pt>
                <c:pt idx="6605">
                  <c:v>24.55</c:v>
                </c:pt>
                <c:pt idx="6606">
                  <c:v>24.5</c:v>
                </c:pt>
                <c:pt idx="6607">
                  <c:v>24.45</c:v>
                </c:pt>
                <c:pt idx="6608">
                  <c:v>24.45</c:v>
                </c:pt>
                <c:pt idx="6609">
                  <c:v>24.45</c:v>
                </c:pt>
                <c:pt idx="6610">
                  <c:v>24.45</c:v>
                </c:pt>
                <c:pt idx="6611">
                  <c:v>24.45</c:v>
                </c:pt>
                <c:pt idx="6612">
                  <c:v>24.45</c:v>
                </c:pt>
                <c:pt idx="6613">
                  <c:v>24.45</c:v>
                </c:pt>
                <c:pt idx="6614">
                  <c:v>24.45</c:v>
                </c:pt>
                <c:pt idx="6615">
                  <c:v>24.45</c:v>
                </c:pt>
                <c:pt idx="6616">
                  <c:v>24.5</c:v>
                </c:pt>
                <c:pt idx="6617">
                  <c:v>24.5</c:v>
                </c:pt>
                <c:pt idx="6618">
                  <c:v>24.5</c:v>
                </c:pt>
                <c:pt idx="6619">
                  <c:v>24.5</c:v>
                </c:pt>
                <c:pt idx="6620">
                  <c:v>24.55</c:v>
                </c:pt>
                <c:pt idx="6621">
                  <c:v>24.55</c:v>
                </c:pt>
                <c:pt idx="6622">
                  <c:v>24.6</c:v>
                </c:pt>
                <c:pt idx="6623">
                  <c:v>24.6</c:v>
                </c:pt>
                <c:pt idx="6624">
                  <c:v>24.6</c:v>
                </c:pt>
                <c:pt idx="6625">
                  <c:v>24.65</c:v>
                </c:pt>
                <c:pt idx="6626">
                  <c:v>24.65</c:v>
                </c:pt>
                <c:pt idx="6627">
                  <c:v>24.65</c:v>
                </c:pt>
                <c:pt idx="6628">
                  <c:v>24.65</c:v>
                </c:pt>
                <c:pt idx="6629">
                  <c:v>24.7</c:v>
                </c:pt>
                <c:pt idx="6630">
                  <c:v>24.7</c:v>
                </c:pt>
                <c:pt idx="6631">
                  <c:v>24.7</c:v>
                </c:pt>
                <c:pt idx="6632">
                  <c:v>24.7</c:v>
                </c:pt>
                <c:pt idx="6633">
                  <c:v>24.65</c:v>
                </c:pt>
                <c:pt idx="6634">
                  <c:v>24.6</c:v>
                </c:pt>
                <c:pt idx="6635">
                  <c:v>24.5</c:v>
                </c:pt>
                <c:pt idx="6636">
                  <c:v>24.5</c:v>
                </c:pt>
                <c:pt idx="6637">
                  <c:v>24.5</c:v>
                </c:pt>
                <c:pt idx="6638">
                  <c:v>24.45</c:v>
                </c:pt>
                <c:pt idx="6639">
                  <c:v>24.4</c:v>
                </c:pt>
                <c:pt idx="6640">
                  <c:v>24.4</c:v>
                </c:pt>
                <c:pt idx="6641">
                  <c:v>24.4</c:v>
                </c:pt>
                <c:pt idx="6642">
                  <c:v>24.4</c:v>
                </c:pt>
                <c:pt idx="6643">
                  <c:v>24.4</c:v>
                </c:pt>
                <c:pt idx="6644">
                  <c:v>24.4</c:v>
                </c:pt>
                <c:pt idx="6645">
                  <c:v>24.4</c:v>
                </c:pt>
                <c:pt idx="6646">
                  <c:v>24.45</c:v>
                </c:pt>
                <c:pt idx="6647">
                  <c:v>24.45</c:v>
                </c:pt>
                <c:pt idx="6648">
                  <c:v>24.45</c:v>
                </c:pt>
                <c:pt idx="6649">
                  <c:v>24.5</c:v>
                </c:pt>
                <c:pt idx="6650">
                  <c:v>24.5</c:v>
                </c:pt>
                <c:pt idx="6651">
                  <c:v>24.5</c:v>
                </c:pt>
                <c:pt idx="6652">
                  <c:v>24.55</c:v>
                </c:pt>
                <c:pt idx="6653">
                  <c:v>24.55</c:v>
                </c:pt>
                <c:pt idx="6654">
                  <c:v>24.6</c:v>
                </c:pt>
                <c:pt idx="6655">
                  <c:v>24.6</c:v>
                </c:pt>
                <c:pt idx="6656">
                  <c:v>24.65</c:v>
                </c:pt>
                <c:pt idx="6657">
                  <c:v>24.7</c:v>
                </c:pt>
                <c:pt idx="6658">
                  <c:v>24.7</c:v>
                </c:pt>
                <c:pt idx="6659">
                  <c:v>24.75</c:v>
                </c:pt>
                <c:pt idx="6660">
                  <c:v>24.75</c:v>
                </c:pt>
                <c:pt idx="6661">
                  <c:v>24.75</c:v>
                </c:pt>
                <c:pt idx="6662">
                  <c:v>24.7</c:v>
                </c:pt>
                <c:pt idx="6663">
                  <c:v>24.65</c:v>
                </c:pt>
                <c:pt idx="6664">
                  <c:v>24.65</c:v>
                </c:pt>
                <c:pt idx="6665">
                  <c:v>24.6</c:v>
                </c:pt>
                <c:pt idx="6666">
                  <c:v>24.55</c:v>
                </c:pt>
                <c:pt idx="6667">
                  <c:v>24.5</c:v>
                </c:pt>
                <c:pt idx="6668">
                  <c:v>24.45</c:v>
                </c:pt>
                <c:pt idx="6669">
                  <c:v>24.45</c:v>
                </c:pt>
                <c:pt idx="6670">
                  <c:v>24.4</c:v>
                </c:pt>
                <c:pt idx="6671">
                  <c:v>24.4</c:v>
                </c:pt>
                <c:pt idx="6672">
                  <c:v>24.4</c:v>
                </c:pt>
                <c:pt idx="6673">
                  <c:v>24.4</c:v>
                </c:pt>
                <c:pt idx="6674">
                  <c:v>24.4</c:v>
                </c:pt>
                <c:pt idx="6675">
                  <c:v>24.4</c:v>
                </c:pt>
                <c:pt idx="6676">
                  <c:v>24.4</c:v>
                </c:pt>
                <c:pt idx="6677">
                  <c:v>24.45</c:v>
                </c:pt>
                <c:pt idx="6678">
                  <c:v>24.45</c:v>
                </c:pt>
                <c:pt idx="6679">
                  <c:v>24.45</c:v>
                </c:pt>
                <c:pt idx="6680">
                  <c:v>24.5</c:v>
                </c:pt>
                <c:pt idx="6681">
                  <c:v>24.5</c:v>
                </c:pt>
                <c:pt idx="6682">
                  <c:v>24.55</c:v>
                </c:pt>
                <c:pt idx="6683">
                  <c:v>24.55</c:v>
                </c:pt>
                <c:pt idx="6684">
                  <c:v>24.55</c:v>
                </c:pt>
                <c:pt idx="6685">
                  <c:v>24.6</c:v>
                </c:pt>
                <c:pt idx="6686">
                  <c:v>24.6</c:v>
                </c:pt>
                <c:pt idx="6687">
                  <c:v>24.65</c:v>
                </c:pt>
                <c:pt idx="6688">
                  <c:v>24.65</c:v>
                </c:pt>
                <c:pt idx="6689">
                  <c:v>24.7</c:v>
                </c:pt>
                <c:pt idx="6690">
                  <c:v>24.7</c:v>
                </c:pt>
                <c:pt idx="6691">
                  <c:v>24.7</c:v>
                </c:pt>
                <c:pt idx="6692">
                  <c:v>24.7</c:v>
                </c:pt>
                <c:pt idx="6693">
                  <c:v>24.65</c:v>
                </c:pt>
                <c:pt idx="6694">
                  <c:v>24.6</c:v>
                </c:pt>
                <c:pt idx="6695">
                  <c:v>24.55</c:v>
                </c:pt>
                <c:pt idx="6696">
                  <c:v>24.5</c:v>
                </c:pt>
                <c:pt idx="6697">
                  <c:v>24.45</c:v>
                </c:pt>
                <c:pt idx="6698">
                  <c:v>24.45</c:v>
                </c:pt>
                <c:pt idx="6699">
                  <c:v>24.45</c:v>
                </c:pt>
                <c:pt idx="6700">
                  <c:v>24.45</c:v>
                </c:pt>
                <c:pt idx="6701">
                  <c:v>24.45</c:v>
                </c:pt>
                <c:pt idx="6702">
                  <c:v>24.45</c:v>
                </c:pt>
                <c:pt idx="6703">
                  <c:v>24.45</c:v>
                </c:pt>
                <c:pt idx="6704">
                  <c:v>24.45</c:v>
                </c:pt>
                <c:pt idx="6705">
                  <c:v>24.45</c:v>
                </c:pt>
                <c:pt idx="6706">
                  <c:v>24.45</c:v>
                </c:pt>
                <c:pt idx="6707">
                  <c:v>24.45</c:v>
                </c:pt>
                <c:pt idx="6708">
                  <c:v>24.5</c:v>
                </c:pt>
                <c:pt idx="6709">
                  <c:v>24.5</c:v>
                </c:pt>
                <c:pt idx="6710">
                  <c:v>24.5</c:v>
                </c:pt>
                <c:pt idx="6711">
                  <c:v>24.55</c:v>
                </c:pt>
                <c:pt idx="6712">
                  <c:v>24.55</c:v>
                </c:pt>
                <c:pt idx="6713">
                  <c:v>24.6</c:v>
                </c:pt>
                <c:pt idx="6714">
                  <c:v>24.6</c:v>
                </c:pt>
                <c:pt idx="6715">
                  <c:v>24.6</c:v>
                </c:pt>
                <c:pt idx="6716">
                  <c:v>24.65</c:v>
                </c:pt>
                <c:pt idx="6717">
                  <c:v>24.65</c:v>
                </c:pt>
                <c:pt idx="6718">
                  <c:v>24.65</c:v>
                </c:pt>
                <c:pt idx="6719">
                  <c:v>24.7</c:v>
                </c:pt>
                <c:pt idx="6720">
                  <c:v>24.7</c:v>
                </c:pt>
                <c:pt idx="6721">
                  <c:v>24.7</c:v>
                </c:pt>
                <c:pt idx="6722">
                  <c:v>24.7</c:v>
                </c:pt>
                <c:pt idx="6723">
                  <c:v>24.7</c:v>
                </c:pt>
                <c:pt idx="6724">
                  <c:v>24.65</c:v>
                </c:pt>
                <c:pt idx="6725">
                  <c:v>24.6</c:v>
                </c:pt>
                <c:pt idx="6726">
                  <c:v>24.5</c:v>
                </c:pt>
                <c:pt idx="6727">
                  <c:v>24.5</c:v>
                </c:pt>
                <c:pt idx="6728">
                  <c:v>24.5</c:v>
                </c:pt>
                <c:pt idx="6729">
                  <c:v>24.45</c:v>
                </c:pt>
                <c:pt idx="6730">
                  <c:v>24.45</c:v>
                </c:pt>
                <c:pt idx="6731">
                  <c:v>24.45</c:v>
                </c:pt>
                <c:pt idx="6732">
                  <c:v>24.45</c:v>
                </c:pt>
                <c:pt idx="6733">
                  <c:v>24.4</c:v>
                </c:pt>
                <c:pt idx="6734">
                  <c:v>24.45</c:v>
                </c:pt>
                <c:pt idx="6735">
                  <c:v>24.45</c:v>
                </c:pt>
                <c:pt idx="6736">
                  <c:v>24.5</c:v>
                </c:pt>
                <c:pt idx="6737">
                  <c:v>24.5</c:v>
                </c:pt>
                <c:pt idx="6738">
                  <c:v>24.5</c:v>
                </c:pt>
                <c:pt idx="6739">
                  <c:v>24.55</c:v>
                </c:pt>
                <c:pt idx="6740">
                  <c:v>24.55</c:v>
                </c:pt>
                <c:pt idx="6741">
                  <c:v>24.6</c:v>
                </c:pt>
                <c:pt idx="6742">
                  <c:v>24.6</c:v>
                </c:pt>
                <c:pt idx="6743">
                  <c:v>24.6</c:v>
                </c:pt>
                <c:pt idx="6744">
                  <c:v>24.65</c:v>
                </c:pt>
                <c:pt idx="6745">
                  <c:v>24.65</c:v>
                </c:pt>
                <c:pt idx="6746">
                  <c:v>24.7</c:v>
                </c:pt>
                <c:pt idx="6747">
                  <c:v>24.7</c:v>
                </c:pt>
                <c:pt idx="6748">
                  <c:v>24.75</c:v>
                </c:pt>
                <c:pt idx="6749">
                  <c:v>24.75</c:v>
                </c:pt>
                <c:pt idx="6750">
                  <c:v>24.75</c:v>
                </c:pt>
                <c:pt idx="6751">
                  <c:v>24.75</c:v>
                </c:pt>
                <c:pt idx="6752">
                  <c:v>24.75</c:v>
                </c:pt>
                <c:pt idx="6753">
                  <c:v>24.7</c:v>
                </c:pt>
                <c:pt idx="6754">
                  <c:v>24.65</c:v>
                </c:pt>
                <c:pt idx="6755">
                  <c:v>24.6</c:v>
                </c:pt>
                <c:pt idx="6756">
                  <c:v>24.55</c:v>
                </c:pt>
                <c:pt idx="6757">
                  <c:v>24.55</c:v>
                </c:pt>
                <c:pt idx="6758">
                  <c:v>24.5</c:v>
                </c:pt>
                <c:pt idx="6759">
                  <c:v>24.45</c:v>
                </c:pt>
                <c:pt idx="6760">
                  <c:v>24.45</c:v>
                </c:pt>
                <c:pt idx="6761">
                  <c:v>24.45</c:v>
                </c:pt>
                <c:pt idx="6762">
                  <c:v>24.45</c:v>
                </c:pt>
                <c:pt idx="6763">
                  <c:v>24.45</c:v>
                </c:pt>
                <c:pt idx="6764">
                  <c:v>24.45</c:v>
                </c:pt>
                <c:pt idx="6765">
                  <c:v>24.45</c:v>
                </c:pt>
                <c:pt idx="6766">
                  <c:v>24.45</c:v>
                </c:pt>
                <c:pt idx="6767">
                  <c:v>24.5</c:v>
                </c:pt>
                <c:pt idx="6768">
                  <c:v>24.5</c:v>
                </c:pt>
                <c:pt idx="6769">
                  <c:v>24.5</c:v>
                </c:pt>
                <c:pt idx="6770">
                  <c:v>24.55</c:v>
                </c:pt>
                <c:pt idx="6771">
                  <c:v>24.55</c:v>
                </c:pt>
                <c:pt idx="6772">
                  <c:v>24.55</c:v>
                </c:pt>
                <c:pt idx="6773">
                  <c:v>24.6</c:v>
                </c:pt>
                <c:pt idx="6774">
                  <c:v>24.6</c:v>
                </c:pt>
                <c:pt idx="6775">
                  <c:v>24.65</c:v>
                </c:pt>
                <c:pt idx="6776">
                  <c:v>24.65</c:v>
                </c:pt>
                <c:pt idx="6777">
                  <c:v>24.7</c:v>
                </c:pt>
                <c:pt idx="6778">
                  <c:v>24.7</c:v>
                </c:pt>
                <c:pt idx="6779">
                  <c:v>24.7</c:v>
                </c:pt>
                <c:pt idx="6780">
                  <c:v>24.75</c:v>
                </c:pt>
                <c:pt idx="6781">
                  <c:v>24.75</c:v>
                </c:pt>
                <c:pt idx="6782">
                  <c:v>24.7</c:v>
                </c:pt>
                <c:pt idx="6783">
                  <c:v>24.7</c:v>
                </c:pt>
                <c:pt idx="6784">
                  <c:v>24.65</c:v>
                </c:pt>
                <c:pt idx="6785">
                  <c:v>24.55</c:v>
                </c:pt>
                <c:pt idx="6786">
                  <c:v>24.55</c:v>
                </c:pt>
                <c:pt idx="6787">
                  <c:v>24.5</c:v>
                </c:pt>
                <c:pt idx="6788">
                  <c:v>24.45</c:v>
                </c:pt>
                <c:pt idx="6789">
                  <c:v>24.4</c:v>
                </c:pt>
                <c:pt idx="6790">
                  <c:v>24.4</c:v>
                </c:pt>
                <c:pt idx="6791">
                  <c:v>24.4</c:v>
                </c:pt>
                <c:pt idx="6792">
                  <c:v>24.4</c:v>
                </c:pt>
                <c:pt idx="6793">
                  <c:v>24.4</c:v>
                </c:pt>
                <c:pt idx="6794">
                  <c:v>24.4</c:v>
                </c:pt>
                <c:pt idx="6795">
                  <c:v>24.45</c:v>
                </c:pt>
                <c:pt idx="6796">
                  <c:v>24.45</c:v>
                </c:pt>
                <c:pt idx="6797">
                  <c:v>24.45</c:v>
                </c:pt>
                <c:pt idx="6798">
                  <c:v>24.5</c:v>
                </c:pt>
                <c:pt idx="6799">
                  <c:v>24.5</c:v>
                </c:pt>
                <c:pt idx="6800">
                  <c:v>24.55</c:v>
                </c:pt>
                <c:pt idx="6801">
                  <c:v>24.55</c:v>
                </c:pt>
                <c:pt idx="6802">
                  <c:v>24.6</c:v>
                </c:pt>
                <c:pt idx="6803">
                  <c:v>24.6</c:v>
                </c:pt>
                <c:pt idx="6804">
                  <c:v>24.65</c:v>
                </c:pt>
                <c:pt idx="6805">
                  <c:v>24.65</c:v>
                </c:pt>
                <c:pt idx="6806">
                  <c:v>24.65</c:v>
                </c:pt>
                <c:pt idx="6807">
                  <c:v>24.7</c:v>
                </c:pt>
                <c:pt idx="6808">
                  <c:v>24.7</c:v>
                </c:pt>
                <c:pt idx="6809">
                  <c:v>24.75</c:v>
                </c:pt>
                <c:pt idx="6810">
                  <c:v>24.75</c:v>
                </c:pt>
                <c:pt idx="6811">
                  <c:v>24.75</c:v>
                </c:pt>
                <c:pt idx="6812">
                  <c:v>24.7</c:v>
                </c:pt>
                <c:pt idx="6813">
                  <c:v>24.65</c:v>
                </c:pt>
                <c:pt idx="6814">
                  <c:v>24.6</c:v>
                </c:pt>
                <c:pt idx="6815">
                  <c:v>24.55</c:v>
                </c:pt>
                <c:pt idx="6816">
                  <c:v>24.5</c:v>
                </c:pt>
                <c:pt idx="6817">
                  <c:v>24.45</c:v>
                </c:pt>
                <c:pt idx="6818">
                  <c:v>24.45</c:v>
                </c:pt>
                <c:pt idx="6819">
                  <c:v>24.45</c:v>
                </c:pt>
                <c:pt idx="6820">
                  <c:v>24.4</c:v>
                </c:pt>
                <c:pt idx="6821">
                  <c:v>24.4</c:v>
                </c:pt>
                <c:pt idx="6822">
                  <c:v>24.4</c:v>
                </c:pt>
                <c:pt idx="6823">
                  <c:v>24.4</c:v>
                </c:pt>
                <c:pt idx="6824">
                  <c:v>24.4</c:v>
                </c:pt>
                <c:pt idx="6825">
                  <c:v>24.45</c:v>
                </c:pt>
                <c:pt idx="6826">
                  <c:v>24.45</c:v>
                </c:pt>
                <c:pt idx="6827">
                  <c:v>24.45</c:v>
                </c:pt>
                <c:pt idx="6828">
                  <c:v>24.5</c:v>
                </c:pt>
                <c:pt idx="6829">
                  <c:v>24.5</c:v>
                </c:pt>
                <c:pt idx="6830">
                  <c:v>24.55</c:v>
                </c:pt>
                <c:pt idx="6831">
                  <c:v>24.55</c:v>
                </c:pt>
                <c:pt idx="6832">
                  <c:v>24.55</c:v>
                </c:pt>
                <c:pt idx="6833">
                  <c:v>24.6</c:v>
                </c:pt>
                <c:pt idx="6834">
                  <c:v>24.6</c:v>
                </c:pt>
                <c:pt idx="6835">
                  <c:v>24.65</c:v>
                </c:pt>
                <c:pt idx="6836">
                  <c:v>24.65</c:v>
                </c:pt>
                <c:pt idx="6837">
                  <c:v>24.65</c:v>
                </c:pt>
                <c:pt idx="6838">
                  <c:v>24.7</c:v>
                </c:pt>
                <c:pt idx="6839">
                  <c:v>24.75</c:v>
                </c:pt>
                <c:pt idx="6840">
                  <c:v>24.75</c:v>
                </c:pt>
                <c:pt idx="6841">
                  <c:v>24.75</c:v>
                </c:pt>
                <c:pt idx="6842">
                  <c:v>24.7</c:v>
                </c:pt>
                <c:pt idx="6843">
                  <c:v>24.7</c:v>
                </c:pt>
                <c:pt idx="6844">
                  <c:v>24.6</c:v>
                </c:pt>
                <c:pt idx="6845">
                  <c:v>24.55</c:v>
                </c:pt>
                <c:pt idx="6846">
                  <c:v>24.55</c:v>
                </c:pt>
                <c:pt idx="6847">
                  <c:v>24.5</c:v>
                </c:pt>
                <c:pt idx="6848">
                  <c:v>24.5</c:v>
                </c:pt>
                <c:pt idx="6849">
                  <c:v>24.45</c:v>
                </c:pt>
                <c:pt idx="6850">
                  <c:v>24.45</c:v>
                </c:pt>
                <c:pt idx="6851">
                  <c:v>24.4</c:v>
                </c:pt>
                <c:pt idx="6852">
                  <c:v>24.4</c:v>
                </c:pt>
                <c:pt idx="6853">
                  <c:v>24.4</c:v>
                </c:pt>
                <c:pt idx="6854">
                  <c:v>24.4</c:v>
                </c:pt>
                <c:pt idx="6855">
                  <c:v>24.4</c:v>
                </c:pt>
                <c:pt idx="6856">
                  <c:v>24.45</c:v>
                </c:pt>
                <c:pt idx="6857">
                  <c:v>24.45</c:v>
                </c:pt>
                <c:pt idx="6858">
                  <c:v>24.45</c:v>
                </c:pt>
                <c:pt idx="6859">
                  <c:v>24.45</c:v>
                </c:pt>
                <c:pt idx="6860">
                  <c:v>24.5</c:v>
                </c:pt>
                <c:pt idx="6861">
                  <c:v>24.5</c:v>
                </c:pt>
                <c:pt idx="6862">
                  <c:v>24.5</c:v>
                </c:pt>
                <c:pt idx="6863">
                  <c:v>24.55</c:v>
                </c:pt>
                <c:pt idx="6864">
                  <c:v>24.6</c:v>
                </c:pt>
                <c:pt idx="6865">
                  <c:v>24.65</c:v>
                </c:pt>
                <c:pt idx="6866">
                  <c:v>24.65</c:v>
                </c:pt>
                <c:pt idx="6867">
                  <c:v>24.7</c:v>
                </c:pt>
                <c:pt idx="6868">
                  <c:v>24.7</c:v>
                </c:pt>
                <c:pt idx="6869">
                  <c:v>24.7</c:v>
                </c:pt>
                <c:pt idx="6870">
                  <c:v>24.75</c:v>
                </c:pt>
                <c:pt idx="6871">
                  <c:v>24.75</c:v>
                </c:pt>
                <c:pt idx="6872">
                  <c:v>24.75</c:v>
                </c:pt>
                <c:pt idx="6873">
                  <c:v>24.7</c:v>
                </c:pt>
                <c:pt idx="6874">
                  <c:v>24.65</c:v>
                </c:pt>
                <c:pt idx="6875">
                  <c:v>24.55</c:v>
                </c:pt>
                <c:pt idx="6876">
                  <c:v>24.55</c:v>
                </c:pt>
                <c:pt idx="6877">
                  <c:v>24.5</c:v>
                </c:pt>
                <c:pt idx="6878">
                  <c:v>24.45</c:v>
                </c:pt>
                <c:pt idx="6879">
                  <c:v>24.45</c:v>
                </c:pt>
                <c:pt idx="6880">
                  <c:v>24.4</c:v>
                </c:pt>
                <c:pt idx="6881">
                  <c:v>24.4</c:v>
                </c:pt>
                <c:pt idx="6882">
                  <c:v>24.4</c:v>
                </c:pt>
                <c:pt idx="6883">
                  <c:v>24.4</c:v>
                </c:pt>
                <c:pt idx="6884">
                  <c:v>24.45</c:v>
                </c:pt>
                <c:pt idx="6885">
                  <c:v>24.45</c:v>
                </c:pt>
                <c:pt idx="6886">
                  <c:v>24.45</c:v>
                </c:pt>
                <c:pt idx="6887">
                  <c:v>24.45</c:v>
                </c:pt>
                <c:pt idx="6888">
                  <c:v>24.45</c:v>
                </c:pt>
                <c:pt idx="6889">
                  <c:v>24.5</c:v>
                </c:pt>
                <c:pt idx="6890">
                  <c:v>24.5</c:v>
                </c:pt>
                <c:pt idx="6891">
                  <c:v>24.5</c:v>
                </c:pt>
                <c:pt idx="6892">
                  <c:v>24.55</c:v>
                </c:pt>
                <c:pt idx="6893">
                  <c:v>24.55</c:v>
                </c:pt>
                <c:pt idx="6894">
                  <c:v>24.6</c:v>
                </c:pt>
                <c:pt idx="6895">
                  <c:v>24.6</c:v>
                </c:pt>
                <c:pt idx="6896">
                  <c:v>24.65</c:v>
                </c:pt>
                <c:pt idx="6897">
                  <c:v>24.65</c:v>
                </c:pt>
                <c:pt idx="6898">
                  <c:v>24.7</c:v>
                </c:pt>
                <c:pt idx="6899">
                  <c:v>24.7</c:v>
                </c:pt>
                <c:pt idx="6900">
                  <c:v>24.7</c:v>
                </c:pt>
                <c:pt idx="6901">
                  <c:v>24.7</c:v>
                </c:pt>
                <c:pt idx="6902">
                  <c:v>24.7</c:v>
                </c:pt>
                <c:pt idx="6903">
                  <c:v>24.65</c:v>
                </c:pt>
                <c:pt idx="6904">
                  <c:v>24.65</c:v>
                </c:pt>
                <c:pt idx="6905">
                  <c:v>24.6</c:v>
                </c:pt>
                <c:pt idx="6906">
                  <c:v>24.55</c:v>
                </c:pt>
                <c:pt idx="6907">
                  <c:v>24.5</c:v>
                </c:pt>
                <c:pt idx="6908">
                  <c:v>24.45</c:v>
                </c:pt>
                <c:pt idx="6909">
                  <c:v>24.45</c:v>
                </c:pt>
                <c:pt idx="6910">
                  <c:v>24.45</c:v>
                </c:pt>
                <c:pt idx="6911">
                  <c:v>24.45</c:v>
                </c:pt>
                <c:pt idx="6912">
                  <c:v>24.45</c:v>
                </c:pt>
                <c:pt idx="6913">
                  <c:v>24.45</c:v>
                </c:pt>
                <c:pt idx="6914">
                  <c:v>24.45</c:v>
                </c:pt>
                <c:pt idx="6915">
                  <c:v>24.45</c:v>
                </c:pt>
                <c:pt idx="6916">
                  <c:v>24.45</c:v>
                </c:pt>
                <c:pt idx="6917">
                  <c:v>24.45</c:v>
                </c:pt>
                <c:pt idx="6918">
                  <c:v>24.5</c:v>
                </c:pt>
                <c:pt idx="6919">
                  <c:v>24.5</c:v>
                </c:pt>
                <c:pt idx="6920">
                  <c:v>24.5</c:v>
                </c:pt>
                <c:pt idx="6921">
                  <c:v>24.55</c:v>
                </c:pt>
                <c:pt idx="6922">
                  <c:v>24.55</c:v>
                </c:pt>
                <c:pt idx="6923">
                  <c:v>24.6</c:v>
                </c:pt>
                <c:pt idx="6924">
                  <c:v>24.6</c:v>
                </c:pt>
                <c:pt idx="6925">
                  <c:v>24.6</c:v>
                </c:pt>
                <c:pt idx="6926">
                  <c:v>24.65</c:v>
                </c:pt>
                <c:pt idx="6927">
                  <c:v>24.65</c:v>
                </c:pt>
                <c:pt idx="6928">
                  <c:v>24.7</c:v>
                </c:pt>
                <c:pt idx="6929">
                  <c:v>24.75</c:v>
                </c:pt>
                <c:pt idx="6930">
                  <c:v>24.75</c:v>
                </c:pt>
                <c:pt idx="6931">
                  <c:v>24.75</c:v>
                </c:pt>
                <c:pt idx="6932">
                  <c:v>24.7</c:v>
                </c:pt>
                <c:pt idx="6933">
                  <c:v>24.7</c:v>
                </c:pt>
                <c:pt idx="6934">
                  <c:v>24.6</c:v>
                </c:pt>
                <c:pt idx="6935">
                  <c:v>24.55</c:v>
                </c:pt>
                <c:pt idx="6936">
                  <c:v>24.5</c:v>
                </c:pt>
                <c:pt idx="6937">
                  <c:v>24.5</c:v>
                </c:pt>
                <c:pt idx="6938">
                  <c:v>24.45</c:v>
                </c:pt>
                <c:pt idx="6939">
                  <c:v>24.45</c:v>
                </c:pt>
                <c:pt idx="6940">
                  <c:v>24.4</c:v>
                </c:pt>
                <c:pt idx="6941">
                  <c:v>24.4</c:v>
                </c:pt>
                <c:pt idx="6942">
                  <c:v>24.4</c:v>
                </c:pt>
                <c:pt idx="6943">
                  <c:v>24.4</c:v>
                </c:pt>
                <c:pt idx="6944">
                  <c:v>24.4</c:v>
                </c:pt>
                <c:pt idx="6945">
                  <c:v>24.4</c:v>
                </c:pt>
                <c:pt idx="6946">
                  <c:v>24.45</c:v>
                </c:pt>
                <c:pt idx="6947">
                  <c:v>24.45</c:v>
                </c:pt>
                <c:pt idx="6948">
                  <c:v>24.5</c:v>
                </c:pt>
                <c:pt idx="6949">
                  <c:v>24.5</c:v>
                </c:pt>
                <c:pt idx="6950">
                  <c:v>24.55</c:v>
                </c:pt>
                <c:pt idx="6951">
                  <c:v>24.55</c:v>
                </c:pt>
                <c:pt idx="6952">
                  <c:v>24.6</c:v>
                </c:pt>
                <c:pt idx="6953">
                  <c:v>24.65</c:v>
                </c:pt>
                <c:pt idx="6954">
                  <c:v>24.65</c:v>
                </c:pt>
                <c:pt idx="6955">
                  <c:v>24.65</c:v>
                </c:pt>
                <c:pt idx="6956">
                  <c:v>24.7</c:v>
                </c:pt>
                <c:pt idx="6957">
                  <c:v>24.7</c:v>
                </c:pt>
                <c:pt idx="6958">
                  <c:v>24.7</c:v>
                </c:pt>
                <c:pt idx="6959">
                  <c:v>24.75</c:v>
                </c:pt>
                <c:pt idx="6960">
                  <c:v>24.75</c:v>
                </c:pt>
                <c:pt idx="6961">
                  <c:v>24.75</c:v>
                </c:pt>
                <c:pt idx="6962">
                  <c:v>24.75</c:v>
                </c:pt>
                <c:pt idx="6963">
                  <c:v>24.7</c:v>
                </c:pt>
                <c:pt idx="6964">
                  <c:v>24.65</c:v>
                </c:pt>
                <c:pt idx="6965">
                  <c:v>24.6</c:v>
                </c:pt>
                <c:pt idx="6966">
                  <c:v>24.55</c:v>
                </c:pt>
                <c:pt idx="6967">
                  <c:v>24.5</c:v>
                </c:pt>
                <c:pt idx="6968">
                  <c:v>24.5</c:v>
                </c:pt>
                <c:pt idx="6969">
                  <c:v>24.45</c:v>
                </c:pt>
                <c:pt idx="6970">
                  <c:v>24.45</c:v>
                </c:pt>
                <c:pt idx="6971">
                  <c:v>24.45</c:v>
                </c:pt>
                <c:pt idx="6972">
                  <c:v>24.45</c:v>
                </c:pt>
                <c:pt idx="6973">
                  <c:v>24.45</c:v>
                </c:pt>
                <c:pt idx="6974">
                  <c:v>24.45</c:v>
                </c:pt>
                <c:pt idx="6975">
                  <c:v>24.45</c:v>
                </c:pt>
                <c:pt idx="6976">
                  <c:v>24.5</c:v>
                </c:pt>
                <c:pt idx="6977">
                  <c:v>24.5</c:v>
                </c:pt>
                <c:pt idx="6978">
                  <c:v>24.5</c:v>
                </c:pt>
                <c:pt idx="6979">
                  <c:v>24.5</c:v>
                </c:pt>
                <c:pt idx="6980">
                  <c:v>24.55</c:v>
                </c:pt>
                <c:pt idx="6981">
                  <c:v>24.5</c:v>
                </c:pt>
                <c:pt idx="6982">
                  <c:v>24.55</c:v>
                </c:pt>
                <c:pt idx="6983">
                  <c:v>24.55</c:v>
                </c:pt>
                <c:pt idx="6984">
                  <c:v>24.55</c:v>
                </c:pt>
                <c:pt idx="6985">
                  <c:v>24.6</c:v>
                </c:pt>
                <c:pt idx="6986">
                  <c:v>24.65</c:v>
                </c:pt>
                <c:pt idx="6987">
                  <c:v>24.65</c:v>
                </c:pt>
                <c:pt idx="6988">
                  <c:v>24.7</c:v>
                </c:pt>
                <c:pt idx="6989">
                  <c:v>24.7</c:v>
                </c:pt>
                <c:pt idx="6990">
                  <c:v>24.75</c:v>
                </c:pt>
                <c:pt idx="6991">
                  <c:v>24.75</c:v>
                </c:pt>
                <c:pt idx="6992">
                  <c:v>24.75</c:v>
                </c:pt>
                <c:pt idx="6993">
                  <c:v>24.7</c:v>
                </c:pt>
                <c:pt idx="6994">
                  <c:v>24.65</c:v>
                </c:pt>
                <c:pt idx="6995">
                  <c:v>24.65</c:v>
                </c:pt>
                <c:pt idx="6996">
                  <c:v>24.6</c:v>
                </c:pt>
                <c:pt idx="6997">
                  <c:v>24.5</c:v>
                </c:pt>
                <c:pt idx="6998">
                  <c:v>24.55</c:v>
                </c:pt>
                <c:pt idx="6999">
                  <c:v>24.55</c:v>
                </c:pt>
                <c:pt idx="7000">
                  <c:v>24.5</c:v>
                </c:pt>
                <c:pt idx="7001">
                  <c:v>24.5</c:v>
                </c:pt>
                <c:pt idx="7002">
                  <c:v>24.45</c:v>
                </c:pt>
                <c:pt idx="7003">
                  <c:v>24.45</c:v>
                </c:pt>
                <c:pt idx="7004">
                  <c:v>24.45</c:v>
                </c:pt>
                <c:pt idx="7005">
                  <c:v>24.45</c:v>
                </c:pt>
                <c:pt idx="7006">
                  <c:v>24.5</c:v>
                </c:pt>
                <c:pt idx="7007">
                  <c:v>24.5</c:v>
                </c:pt>
                <c:pt idx="7008">
                  <c:v>24.5</c:v>
                </c:pt>
                <c:pt idx="7009">
                  <c:v>24.55</c:v>
                </c:pt>
                <c:pt idx="7010">
                  <c:v>24.5</c:v>
                </c:pt>
                <c:pt idx="7011">
                  <c:v>24.55</c:v>
                </c:pt>
                <c:pt idx="7012">
                  <c:v>24.55</c:v>
                </c:pt>
                <c:pt idx="7013">
                  <c:v>24.6</c:v>
                </c:pt>
                <c:pt idx="7014">
                  <c:v>24.6</c:v>
                </c:pt>
                <c:pt idx="7015">
                  <c:v>24.65</c:v>
                </c:pt>
                <c:pt idx="7016">
                  <c:v>24.65</c:v>
                </c:pt>
                <c:pt idx="7017">
                  <c:v>24.65</c:v>
                </c:pt>
                <c:pt idx="7018">
                  <c:v>24.7</c:v>
                </c:pt>
                <c:pt idx="7019">
                  <c:v>24.7</c:v>
                </c:pt>
                <c:pt idx="7020">
                  <c:v>24.75</c:v>
                </c:pt>
                <c:pt idx="7021">
                  <c:v>24.75</c:v>
                </c:pt>
                <c:pt idx="7022">
                  <c:v>24.7</c:v>
                </c:pt>
                <c:pt idx="7023">
                  <c:v>24.7</c:v>
                </c:pt>
                <c:pt idx="7024">
                  <c:v>24.65</c:v>
                </c:pt>
                <c:pt idx="7025">
                  <c:v>24.55</c:v>
                </c:pt>
                <c:pt idx="7026">
                  <c:v>24.5</c:v>
                </c:pt>
                <c:pt idx="7027">
                  <c:v>24.5</c:v>
                </c:pt>
                <c:pt idx="7028">
                  <c:v>24.45</c:v>
                </c:pt>
                <c:pt idx="7029">
                  <c:v>24.45</c:v>
                </c:pt>
                <c:pt idx="7030">
                  <c:v>24.45</c:v>
                </c:pt>
                <c:pt idx="7031">
                  <c:v>24.45</c:v>
                </c:pt>
                <c:pt idx="7032">
                  <c:v>24.45</c:v>
                </c:pt>
                <c:pt idx="7033">
                  <c:v>24.45</c:v>
                </c:pt>
                <c:pt idx="7034">
                  <c:v>24.45</c:v>
                </c:pt>
                <c:pt idx="7035">
                  <c:v>24.45</c:v>
                </c:pt>
                <c:pt idx="7036">
                  <c:v>24.45</c:v>
                </c:pt>
                <c:pt idx="7037">
                  <c:v>24.5</c:v>
                </c:pt>
                <c:pt idx="7038">
                  <c:v>24.5</c:v>
                </c:pt>
                <c:pt idx="7039">
                  <c:v>24.55</c:v>
                </c:pt>
                <c:pt idx="7040">
                  <c:v>24.55</c:v>
                </c:pt>
                <c:pt idx="7041">
                  <c:v>24.55</c:v>
                </c:pt>
                <c:pt idx="7042">
                  <c:v>24.6</c:v>
                </c:pt>
                <c:pt idx="7043">
                  <c:v>24.6</c:v>
                </c:pt>
                <c:pt idx="7044">
                  <c:v>24.6</c:v>
                </c:pt>
                <c:pt idx="7045">
                  <c:v>24.65</c:v>
                </c:pt>
                <c:pt idx="7046">
                  <c:v>24.65</c:v>
                </c:pt>
                <c:pt idx="7047">
                  <c:v>24.7</c:v>
                </c:pt>
                <c:pt idx="7048">
                  <c:v>24.7</c:v>
                </c:pt>
                <c:pt idx="7049">
                  <c:v>24.7</c:v>
                </c:pt>
                <c:pt idx="7050">
                  <c:v>24.75</c:v>
                </c:pt>
                <c:pt idx="7051">
                  <c:v>24.7</c:v>
                </c:pt>
                <c:pt idx="7052">
                  <c:v>24.7</c:v>
                </c:pt>
                <c:pt idx="7053">
                  <c:v>24.65</c:v>
                </c:pt>
                <c:pt idx="7054">
                  <c:v>24.6</c:v>
                </c:pt>
                <c:pt idx="7055">
                  <c:v>24.6</c:v>
                </c:pt>
                <c:pt idx="7056">
                  <c:v>24.5</c:v>
                </c:pt>
                <c:pt idx="7057">
                  <c:v>24.45</c:v>
                </c:pt>
                <c:pt idx="7058">
                  <c:v>24.45</c:v>
                </c:pt>
                <c:pt idx="7059">
                  <c:v>24.4</c:v>
                </c:pt>
                <c:pt idx="7060">
                  <c:v>24.4</c:v>
                </c:pt>
                <c:pt idx="7061">
                  <c:v>24.4</c:v>
                </c:pt>
                <c:pt idx="7062">
                  <c:v>24.4</c:v>
                </c:pt>
                <c:pt idx="7063">
                  <c:v>24.45</c:v>
                </c:pt>
                <c:pt idx="7064">
                  <c:v>24.45</c:v>
                </c:pt>
                <c:pt idx="7065">
                  <c:v>24.45</c:v>
                </c:pt>
                <c:pt idx="7066">
                  <c:v>24.45</c:v>
                </c:pt>
                <c:pt idx="7067">
                  <c:v>24.5</c:v>
                </c:pt>
                <c:pt idx="7068">
                  <c:v>24.5</c:v>
                </c:pt>
                <c:pt idx="7069">
                  <c:v>24.5</c:v>
                </c:pt>
                <c:pt idx="7070">
                  <c:v>24.55</c:v>
                </c:pt>
                <c:pt idx="7071">
                  <c:v>24.55</c:v>
                </c:pt>
                <c:pt idx="7072">
                  <c:v>24.6</c:v>
                </c:pt>
                <c:pt idx="7073">
                  <c:v>24.6</c:v>
                </c:pt>
                <c:pt idx="7074">
                  <c:v>24.6</c:v>
                </c:pt>
                <c:pt idx="7075">
                  <c:v>24.65</c:v>
                </c:pt>
                <c:pt idx="7076">
                  <c:v>24.65</c:v>
                </c:pt>
                <c:pt idx="7077">
                  <c:v>24.7</c:v>
                </c:pt>
                <c:pt idx="7078">
                  <c:v>24.7</c:v>
                </c:pt>
                <c:pt idx="7079">
                  <c:v>24.75</c:v>
                </c:pt>
                <c:pt idx="7080">
                  <c:v>24.75</c:v>
                </c:pt>
                <c:pt idx="7081">
                  <c:v>24.75</c:v>
                </c:pt>
                <c:pt idx="7082">
                  <c:v>24.7</c:v>
                </c:pt>
                <c:pt idx="7083">
                  <c:v>24.7</c:v>
                </c:pt>
                <c:pt idx="7084">
                  <c:v>24.65</c:v>
                </c:pt>
                <c:pt idx="7085">
                  <c:v>24.6</c:v>
                </c:pt>
                <c:pt idx="7086">
                  <c:v>24.6</c:v>
                </c:pt>
                <c:pt idx="7087">
                  <c:v>24.5</c:v>
                </c:pt>
                <c:pt idx="7088">
                  <c:v>24.5</c:v>
                </c:pt>
                <c:pt idx="7089">
                  <c:v>24.45</c:v>
                </c:pt>
                <c:pt idx="7090">
                  <c:v>24.45</c:v>
                </c:pt>
                <c:pt idx="7091">
                  <c:v>24.4</c:v>
                </c:pt>
                <c:pt idx="7092">
                  <c:v>24.4</c:v>
                </c:pt>
                <c:pt idx="7093">
                  <c:v>24.4</c:v>
                </c:pt>
                <c:pt idx="7094">
                  <c:v>24.4</c:v>
                </c:pt>
                <c:pt idx="7095">
                  <c:v>24.45</c:v>
                </c:pt>
                <c:pt idx="7096">
                  <c:v>24.45</c:v>
                </c:pt>
                <c:pt idx="7097">
                  <c:v>24.45</c:v>
                </c:pt>
                <c:pt idx="7098">
                  <c:v>24.5</c:v>
                </c:pt>
                <c:pt idx="7099">
                  <c:v>24.5</c:v>
                </c:pt>
                <c:pt idx="7100">
                  <c:v>24.55</c:v>
                </c:pt>
                <c:pt idx="7101">
                  <c:v>24.55</c:v>
                </c:pt>
                <c:pt idx="7102">
                  <c:v>24.55</c:v>
                </c:pt>
                <c:pt idx="7103">
                  <c:v>24.6</c:v>
                </c:pt>
                <c:pt idx="7104">
                  <c:v>24.6</c:v>
                </c:pt>
                <c:pt idx="7105">
                  <c:v>24.65</c:v>
                </c:pt>
                <c:pt idx="7106">
                  <c:v>24.65</c:v>
                </c:pt>
                <c:pt idx="7107">
                  <c:v>24.65</c:v>
                </c:pt>
                <c:pt idx="7108">
                  <c:v>24.7</c:v>
                </c:pt>
                <c:pt idx="7109">
                  <c:v>24.7</c:v>
                </c:pt>
                <c:pt idx="7110">
                  <c:v>24.7</c:v>
                </c:pt>
                <c:pt idx="7111">
                  <c:v>24.7</c:v>
                </c:pt>
                <c:pt idx="7112">
                  <c:v>24.7</c:v>
                </c:pt>
                <c:pt idx="7113">
                  <c:v>24.65</c:v>
                </c:pt>
                <c:pt idx="7114">
                  <c:v>24.6</c:v>
                </c:pt>
                <c:pt idx="7115">
                  <c:v>24.55</c:v>
                </c:pt>
                <c:pt idx="7116">
                  <c:v>24.55</c:v>
                </c:pt>
                <c:pt idx="7117">
                  <c:v>24.5</c:v>
                </c:pt>
                <c:pt idx="7118">
                  <c:v>24.45</c:v>
                </c:pt>
                <c:pt idx="7119">
                  <c:v>24.45</c:v>
                </c:pt>
                <c:pt idx="7120">
                  <c:v>24.4</c:v>
                </c:pt>
                <c:pt idx="7121">
                  <c:v>24.4</c:v>
                </c:pt>
                <c:pt idx="7122">
                  <c:v>24.4</c:v>
                </c:pt>
                <c:pt idx="7123">
                  <c:v>24.45</c:v>
                </c:pt>
                <c:pt idx="7124">
                  <c:v>24.45</c:v>
                </c:pt>
                <c:pt idx="7125">
                  <c:v>24.45</c:v>
                </c:pt>
                <c:pt idx="7126">
                  <c:v>24.45</c:v>
                </c:pt>
                <c:pt idx="7127">
                  <c:v>24.5</c:v>
                </c:pt>
                <c:pt idx="7128">
                  <c:v>24.5</c:v>
                </c:pt>
                <c:pt idx="7129">
                  <c:v>24.55</c:v>
                </c:pt>
                <c:pt idx="7130">
                  <c:v>24.55</c:v>
                </c:pt>
                <c:pt idx="7131">
                  <c:v>24.55</c:v>
                </c:pt>
                <c:pt idx="7132">
                  <c:v>24.6</c:v>
                </c:pt>
                <c:pt idx="7133">
                  <c:v>24.6</c:v>
                </c:pt>
                <c:pt idx="7134">
                  <c:v>24.65</c:v>
                </c:pt>
                <c:pt idx="7135">
                  <c:v>24.65</c:v>
                </c:pt>
                <c:pt idx="7136">
                  <c:v>24.65</c:v>
                </c:pt>
                <c:pt idx="7137">
                  <c:v>24.7</c:v>
                </c:pt>
                <c:pt idx="7138">
                  <c:v>24.7</c:v>
                </c:pt>
                <c:pt idx="7139">
                  <c:v>24.75</c:v>
                </c:pt>
                <c:pt idx="7140">
                  <c:v>24.75</c:v>
                </c:pt>
                <c:pt idx="7141">
                  <c:v>24.75</c:v>
                </c:pt>
                <c:pt idx="7142">
                  <c:v>24.7</c:v>
                </c:pt>
                <c:pt idx="7143">
                  <c:v>24.7</c:v>
                </c:pt>
                <c:pt idx="7144">
                  <c:v>24.65</c:v>
                </c:pt>
                <c:pt idx="7145">
                  <c:v>24.6</c:v>
                </c:pt>
                <c:pt idx="7146">
                  <c:v>24.5</c:v>
                </c:pt>
                <c:pt idx="7147">
                  <c:v>24.5</c:v>
                </c:pt>
                <c:pt idx="7148">
                  <c:v>24.45</c:v>
                </c:pt>
                <c:pt idx="7149">
                  <c:v>24.45</c:v>
                </c:pt>
                <c:pt idx="7150">
                  <c:v>24.4</c:v>
                </c:pt>
                <c:pt idx="7151">
                  <c:v>24.4</c:v>
                </c:pt>
                <c:pt idx="7152">
                  <c:v>24.4</c:v>
                </c:pt>
                <c:pt idx="7153">
                  <c:v>24.45</c:v>
                </c:pt>
                <c:pt idx="7154">
                  <c:v>24.45</c:v>
                </c:pt>
                <c:pt idx="7155">
                  <c:v>24.45</c:v>
                </c:pt>
                <c:pt idx="7156">
                  <c:v>24.5</c:v>
                </c:pt>
                <c:pt idx="7157">
                  <c:v>24.5</c:v>
                </c:pt>
                <c:pt idx="7158">
                  <c:v>24.5</c:v>
                </c:pt>
                <c:pt idx="7159">
                  <c:v>24.5</c:v>
                </c:pt>
                <c:pt idx="7160">
                  <c:v>24.55</c:v>
                </c:pt>
                <c:pt idx="7161">
                  <c:v>24.6</c:v>
                </c:pt>
                <c:pt idx="7162">
                  <c:v>24.6</c:v>
                </c:pt>
                <c:pt idx="7163">
                  <c:v>24.6</c:v>
                </c:pt>
                <c:pt idx="7164">
                  <c:v>24.65</c:v>
                </c:pt>
                <c:pt idx="7165">
                  <c:v>24.65</c:v>
                </c:pt>
                <c:pt idx="7166">
                  <c:v>24.7</c:v>
                </c:pt>
                <c:pt idx="7167">
                  <c:v>24.7</c:v>
                </c:pt>
                <c:pt idx="7168">
                  <c:v>24.7</c:v>
                </c:pt>
                <c:pt idx="7169">
                  <c:v>24.7</c:v>
                </c:pt>
                <c:pt idx="7170">
                  <c:v>24.75</c:v>
                </c:pt>
                <c:pt idx="7171">
                  <c:v>24.7</c:v>
                </c:pt>
                <c:pt idx="7172">
                  <c:v>24.7</c:v>
                </c:pt>
                <c:pt idx="7173">
                  <c:v>24.65</c:v>
                </c:pt>
                <c:pt idx="7174">
                  <c:v>24.6</c:v>
                </c:pt>
                <c:pt idx="7175">
                  <c:v>24.55</c:v>
                </c:pt>
                <c:pt idx="7176">
                  <c:v>24.55</c:v>
                </c:pt>
                <c:pt idx="7177">
                  <c:v>24.45</c:v>
                </c:pt>
                <c:pt idx="7178">
                  <c:v>24.45</c:v>
                </c:pt>
                <c:pt idx="7179">
                  <c:v>24.45</c:v>
                </c:pt>
                <c:pt idx="7180">
                  <c:v>24.45</c:v>
                </c:pt>
                <c:pt idx="7181">
                  <c:v>24.4</c:v>
                </c:pt>
                <c:pt idx="7182">
                  <c:v>24.4</c:v>
                </c:pt>
                <c:pt idx="7183">
                  <c:v>24.4</c:v>
                </c:pt>
                <c:pt idx="7184">
                  <c:v>24.45</c:v>
                </c:pt>
                <c:pt idx="7185">
                  <c:v>24.45</c:v>
                </c:pt>
                <c:pt idx="7186">
                  <c:v>24.45</c:v>
                </c:pt>
                <c:pt idx="7187">
                  <c:v>24.5</c:v>
                </c:pt>
                <c:pt idx="7188">
                  <c:v>24.5</c:v>
                </c:pt>
                <c:pt idx="7189">
                  <c:v>24.55</c:v>
                </c:pt>
                <c:pt idx="7190">
                  <c:v>24.55</c:v>
                </c:pt>
                <c:pt idx="7191">
                  <c:v>24.55</c:v>
                </c:pt>
                <c:pt idx="7192">
                  <c:v>24.6</c:v>
                </c:pt>
                <c:pt idx="7193">
                  <c:v>24.6</c:v>
                </c:pt>
                <c:pt idx="7194">
                  <c:v>24.65</c:v>
                </c:pt>
                <c:pt idx="7195">
                  <c:v>24.65</c:v>
                </c:pt>
                <c:pt idx="7196">
                  <c:v>24.65</c:v>
                </c:pt>
                <c:pt idx="7197">
                  <c:v>24.7</c:v>
                </c:pt>
                <c:pt idx="7198">
                  <c:v>24.7</c:v>
                </c:pt>
                <c:pt idx="7199">
                  <c:v>24.75</c:v>
                </c:pt>
                <c:pt idx="7200">
                  <c:v>24.75</c:v>
                </c:pt>
                <c:pt idx="7201">
                  <c:v>24.7</c:v>
                </c:pt>
                <c:pt idx="7202">
                  <c:v>24.7</c:v>
                </c:pt>
                <c:pt idx="7203">
                  <c:v>24.65</c:v>
                </c:pt>
                <c:pt idx="7204">
                  <c:v>24.65</c:v>
                </c:pt>
                <c:pt idx="7205">
                  <c:v>24.55</c:v>
                </c:pt>
                <c:pt idx="7206">
                  <c:v>24.5</c:v>
                </c:pt>
                <c:pt idx="7207">
                  <c:v>24.45</c:v>
                </c:pt>
                <c:pt idx="7208">
                  <c:v>24.4</c:v>
                </c:pt>
                <c:pt idx="7209">
                  <c:v>24.4</c:v>
                </c:pt>
                <c:pt idx="7210">
                  <c:v>24.4</c:v>
                </c:pt>
                <c:pt idx="7211">
                  <c:v>24.4</c:v>
                </c:pt>
                <c:pt idx="7212">
                  <c:v>24.4</c:v>
                </c:pt>
                <c:pt idx="7213">
                  <c:v>24.4</c:v>
                </c:pt>
                <c:pt idx="7214">
                  <c:v>24.4</c:v>
                </c:pt>
                <c:pt idx="7215">
                  <c:v>24.4</c:v>
                </c:pt>
                <c:pt idx="7216">
                  <c:v>24.4</c:v>
                </c:pt>
                <c:pt idx="7217">
                  <c:v>24.45</c:v>
                </c:pt>
                <c:pt idx="7218">
                  <c:v>24.45</c:v>
                </c:pt>
                <c:pt idx="7219">
                  <c:v>24.45</c:v>
                </c:pt>
                <c:pt idx="7220">
                  <c:v>24.5</c:v>
                </c:pt>
                <c:pt idx="7221">
                  <c:v>24.5</c:v>
                </c:pt>
                <c:pt idx="7222">
                  <c:v>24.55</c:v>
                </c:pt>
                <c:pt idx="7223">
                  <c:v>24.55</c:v>
                </c:pt>
                <c:pt idx="7224">
                  <c:v>24.55</c:v>
                </c:pt>
                <c:pt idx="7225">
                  <c:v>24.6</c:v>
                </c:pt>
                <c:pt idx="7226">
                  <c:v>24.6</c:v>
                </c:pt>
                <c:pt idx="7227">
                  <c:v>24.65</c:v>
                </c:pt>
                <c:pt idx="7228">
                  <c:v>24.65</c:v>
                </c:pt>
                <c:pt idx="7229">
                  <c:v>24.7</c:v>
                </c:pt>
                <c:pt idx="7230">
                  <c:v>24.7</c:v>
                </c:pt>
                <c:pt idx="7231">
                  <c:v>24.7</c:v>
                </c:pt>
                <c:pt idx="7232">
                  <c:v>24.65</c:v>
                </c:pt>
                <c:pt idx="7233">
                  <c:v>24.65</c:v>
                </c:pt>
                <c:pt idx="7234">
                  <c:v>24.6</c:v>
                </c:pt>
                <c:pt idx="7235">
                  <c:v>24.5</c:v>
                </c:pt>
                <c:pt idx="7236">
                  <c:v>24.5</c:v>
                </c:pt>
                <c:pt idx="7237">
                  <c:v>24.45</c:v>
                </c:pt>
                <c:pt idx="7238">
                  <c:v>24.45</c:v>
                </c:pt>
                <c:pt idx="7239">
                  <c:v>24.4</c:v>
                </c:pt>
                <c:pt idx="7240">
                  <c:v>24.4</c:v>
                </c:pt>
                <c:pt idx="7241">
                  <c:v>24.4</c:v>
                </c:pt>
                <c:pt idx="7242">
                  <c:v>24.4</c:v>
                </c:pt>
                <c:pt idx="7243">
                  <c:v>24.4</c:v>
                </c:pt>
                <c:pt idx="7244">
                  <c:v>24.4</c:v>
                </c:pt>
                <c:pt idx="7245">
                  <c:v>24.4</c:v>
                </c:pt>
                <c:pt idx="7246">
                  <c:v>24.4</c:v>
                </c:pt>
                <c:pt idx="7247">
                  <c:v>24.45</c:v>
                </c:pt>
                <c:pt idx="7248">
                  <c:v>24.45</c:v>
                </c:pt>
                <c:pt idx="7249">
                  <c:v>24.45</c:v>
                </c:pt>
                <c:pt idx="7250">
                  <c:v>24.5</c:v>
                </c:pt>
                <c:pt idx="7251">
                  <c:v>24.5</c:v>
                </c:pt>
                <c:pt idx="7252">
                  <c:v>24.55</c:v>
                </c:pt>
                <c:pt idx="7253">
                  <c:v>24.55</c:v>
                </c:pt>
                <c:pt idx="7254">
                  <c:v>24.55</c:v>
                </c:pt>
                <c:pt idx="7255">
                  <c:v>24.6</c:v>
                </c:pt>
                <c:pt idx="7256">
                  <c:v>24.6</c:v>
                </c:pt>
                <c:pt idx="7257">
                  <c:v>24.6</c:v>
                </c:pt>
                <c:pt idx="7258">
                  <c:v>24.65</c:v>
                </c:pt>
                <c:pt idx="7259">
                  <c:v>24.65</c:v>
                </c:pt>
                <c:pt idx="7260">
                  <c:v>24.65</c:v>
                </c:pt>
                <c:pt idx="7261">
                  <c:v>24.65</c:v>
                </c:pt>
                <c:pt idx="7262">
                  <c:v>24.65</c:v>
                </c:pt>
                <c:pt idx="7263">
                  <c:v>24.65</c:v>
                </c:pt>
                <c:pt idx="7264">
                  <c:v>24.55</c:v>
                </c:pt>
                <c:pt idx="7265">
                  <c:v>24.55</c:v>
                </c:pt>
                <c:pt idx="7266">
                  <c:v>24.5</c:v>
                </c:pt>
                <c:pt idx="7267">
                  <c:v>24.45</c:v>
                </c:pt>
                <c:pt idx="7268">
                  <c:v>24.45</c:v>
                </c:pt>
                <c:pt idx="7269">
                  <c:v>24.4</c:v>
                </c:pt>
                <c:pt idx="7270">
                  <c:v>24.4</c:v>
                </c:pt>
                <c:pt idx="7271">
                  <c:v>24.4</c:v>
                </c:pt>
                <c:pt idx="7272">
                  <c:v>24.4</c:v>
                </c:pt>
                <c:pt idx="7273">
                  <c:v>24.4</c:v>
                </c:pt>
                <c:pt idx="7274">
                  <c:v>24.4</c:v>
                </c:pt>
                <c:pt idx="7275">
                  <c:v>24.45</c:v>
                </c:pt>
                <c:pt idx="7276">
                  <c:v>24.45</c:v>
                </c:pt>
                <c:pt idx="7277">
                  <c:v>24.45</c:v>
                </c:pt>
                <c:pt idx="7278">
                  <c:v>24.5</c:v>
                </c:pt>
                <c:pt idx="7279">
                  <c:v>24.5</c:v>
                </c:pt>
                <c:pt idx="7280">
                  <c:v>24.55</c:v>
                </c:pt>
                <c:pt idx="7281">
                  <c:v>24.55</c:v>
                </c:pt>
                <c:pt idx="7282">
                  <c:v>24.55</c:v>
                </c:pt>
                <c:pt idx="7283">
                  <c:v>24.55</c:v>
                </c:pt>
                <c:pt idx="7284">
                  <c:v>24.6</c:v>
                </c:pt>
                <c:pt idx="7285">
                  <c:v>24.6</c:v>
                </c:pt>
                <c:pt idx="7286">
                  <c:v>24.65</c:v>
                </c:pt>
                <c:pt idx="7287">
                  <c:v>24.65</c:v>
                </c:pt>
                <c:pt idx="7288">
                  <c:v>24.65</c:v>
                </c:pt>
                <c:pt idx="7289">
                  <c:v>24.7</c:v>
                </c:pt>
                <c:pt idx="7290">
                  <c:v>24.7</c:v>
                </c:pt>
                <c:pt idx="7291">
                  <c:v>24.7</c:v>
                </c:pt>
                <c:pt idx="7292">
                  <c:v>24.7</c:v>
                </c:pt>
                <c:pt idx="7293">
                  <c:v>24.65</c:v>
                </c:pt>
                <c:pt idx="7294">
                  <c:v>24.6</c:v>
                </c:pt>
                <c:pt idx="7295">
                  <c:v>24.6</c:v>
                </c:pt>
                <c:pt idx="7296">
                  <c:v>24.5</c:v>
                </c:pt>
                <c:pt idx="7297">
                  <c:v>24.45</c:v>
                </c:pt>
                <c:pt idx="7298">
                  <c:v>24.45</c:v>
                </c:pt>
                <c:pt idx="7299">
                  <c:v>24.45</c:v>
                </c:pt>
                <c:pt idx="7300">
                  <c:v>24.4</c:v>
                </c:pt>
                <c:pt idx="7301">
                  <c:v>24.4</c:v>
                </c:pt>
                <c:pt idx="7302">
                  <c:v>24.4</c:v>
                </c:pt>
                <c:pt idx="7303">
                  <c:v>24.4</c:v>
                </c:pt>
                <c:pt idx="7304">
                  <c:v>24.4</c:v>
                </c:pt>
                <c:pt idx="7305">
                  <c:v>24.45</c:v>
                </c:pt>
                <c:pt idx="7306">
                  <c:v>24.45</c:v>
                </c:pt>
                <c:pt idx="7307">
                  <c:v>24.45</c:v>
                </c:pt>
                <c:pt idx="7308">
                  <c:v>24.45</c:v>
                </c:pt>
                <c:pt idx="7309">
                  <c:v>24.45</c:v>
                </c:pt>
                <c:pt idx="7310">
                  <c:v>24.45</c:v>
                </c:pt>
                <c:pt idx="7311">
                  <c:v>24.5</c:v>
                </c:pt>
                <c:pt idx="7312">
                  <c:v>24.5</c:v>
                </c:pt>
                <c:pt idx="7313">
                  <c:v>24.55</c:v>
                </c:pt>
                <c:pt idx="7314">
                  <c:v>24.55</c:v>
                </c:pt>
                <c:pt idx="7315">
                  <c:v>24.55</c:v>
                </c:pt>
                <c:pt idx="7316">
                  <c:v>24.6</c:v>
                </c:pt>
                <c:pt idx="7317">
                  <c:v>24.6</c:v>
                </c:pt>
                <c:pt idx="7318">
                  <c:v>24.65</c:v>
                </c:pt>
                <c:pt idx="7319">
                  <c:v>24.65</c:v>
                </c:pt>
                <c:pt idx="7320">
                  <c:v>24.65</c:v>
                </c:pt>
                <c:pt idx="7321">
                  <c:v>24.65</c:v>
                </c:pt>
                <c:pt idx="7322">
                  <c:v>24.65</c:v>
                </c:pt>
                <c:pt idx="7323">
                  <c:v>24.6</c:v>
                </c:pt>
                <c:pt idx="7324">
                  <c:v>24.55</c:v>
                </c:pt>
                <c:pt idx="7325">
                  <c:v>24.5</c:v>
                </c:pt>
                <c:pt idx="7326">
                  <c:v>24.45</c:v>
                </c:pt>
                <c:pt idx="7327">
                  <c:v>24.45</c:v>
                </c:pt>
                <c:pt idx="7328">
                  <c:v>24.4</c:v>
                </c:pt>
                <c:pt idx="7329">
                  <c:v>24.4</c:v>
                </c:pt>
                <c:pt idx="7330">
                  <c:v>24.35</c:v>
                </c:pt>
                <c:pt idx="7331">
                  <c:v>24.4</c:v>
                </c:pt>
                <c:pt idx="7332">
                  <c:v>24.4</c:v>
                </c:pt>
                <c:pt idx="7333">
                  <c:v>24.4</c:v>
                </c:pt>
                <c:pt idx="7334">
                  <c:v>24.4</c:v>
                </c:pt>
                <c:pt idx="7335">
                  <c:v>24.4</c:v>
                </c:pt>
                <c:pt idx="7336">
                  <c:v>24.4</c:v>
                </c:pt>
                <c:pt idx="7337">
                  <c:v>24.4</c:v>
                </c:pt>
                <c:pt idx="7338">
                  <c:v>24.4</c:v>
                </c:pt>
                <c:pt idx="7339">
                  <c:v>24.45</c:v>
                </c:pt>
                <c:pt idx="7340">
                  <c:v>24.45</c:v>
                </c:pt>
                <c:pt idx="7341">
                  <c:v>24.5</c:v>
                </c:pt>
                <c:pt idx="7342">
                  <c:v>24.5</c:v>
                </c:pt>
                <c:pt idx="7343">
                  <c:v>24.55</c:v>
                </c:pt>
                <c:pt idx="7344">
                  <c:v>24.55</c:v>
                </c:pt>
                <c:pt idx="7345">
                  <c:v>24.6</c:v>
                </c:pt>
                <c:pt idx="7346">
                  <c:v>24.6</c:v>
                </c:pt>
                <c:pt idx="7347">
                  <c:v>24.6</c:v>
                </c:pt>
                <c:pt idx="7348">
                  <c:v>24.65</c:v>
                </c:pt>
                <c:pt idx="7349">
                  <c:v>24.7</c:v>
                </c:pt>
                <c:pt idx="7350">
                  <c:v>24.7</c:v>
                </c:pt>
                <c:pt idx="7351">
                  <c:v>24.7</c:v>
                </c:pt>
                <c:pt idx="7352">
                  <c:v>24.65</c:v>
                </c:pt>
                <c:pt idx="7353">
                  <c:v>24.65</c:v>
                </c:pt>
                <c:pt idx="7354">
                  <c:v>24.6</c:v>
                </c:pt>
                <c:pt idx="7355">
                  <c:v>24.55</c:v>
                </c:pt>
                <c:pt idx="7356">
                  <c:v>24.5</c:v>
                </c:pt>
                <c:pt idx="7357">
                  <c:v>24.45</c:v>
                </c:pt>
                <c:pt idx="7358">
                  <c:v>24.45</c:v>
                </c:pt>
                <c:pt idx="7359">
                  <c:v>24.4</c:v>
                </c:pt>
                <c:pt idx="7360">
                  <c:v>24.4</c:v>
                </c:pt>
                <c:pt idx="7361">
                  <c:v>24.4</c:v>
                </c:pt>
                <c:pt idx="7362">
                  <c:v>24.4</c:v>
                </c:pt>
                <c:pt idx="7363">
                  <c:v>24.4</c:v>
                </c:pt>
                <c:pt idx="7364">
                  <c:v>24.4</c:v>
                </c:pt>
                <c:pt idx="7365">
                  <c:v>24.4</c:v>
                </c:pt>
                <c:pt idx="7366">
                  <c:v>24.45</c:v>
                </c:pt>
                <c:pt idx="7367">
                  <c:v>24.45</c:v>
                </c:pt>
                <c:pt idx="7368">
                  <c:v>24.45</c:v>
                </c:pt>
                <c:pt idx="7369">
                  <c:v>24.5</c:v>
                </c:pt>
                <c:pt idx="7370">
                  <c:v>24.5</c:v>
                </c:pt>
                <c:pt idx="7371">
                  <c:v>24.55</c:v>
                </c:pt>
                <c:pt idx="7372">
                  <c:v>24.55</c:v>
                </c:pt>
                <c:pt idx="7373">
                  <c:v>24.55</c:v>
                </c:pt>
                <c:pt idx="7374">
                  <c:v>24.6</c:v>
                </c:pt>
                <c:pt idx="7375">
                  <c:v>24.6</c:v>
                </c:pt>
                <c:pt idx="7376">
                  <c:v>24.6</c:v>
                </c:pt>
                <c:pt idx="7377">
                  <c:v>24.65</c:v>
                </c:pt>
                <c:pt idx="7378">
                  <c:v>24.65</c:v>
                </c:pt>
                <c:pt idx="7379">
                  <c:v>24.7</c:v>
                </c:pt>
                <c:pt idx="7380">
                  <c:v>24.7</c:v>
                </c:pt>
                <c:pt idx="7381">
                  <c:v>24.7</c:v>
                </c:pt>
                <c:pt idx="7382">
                  <c:v>24.65</c:v>
                </c:pt>
                <c:pt idx="7383">
                  <c:v>24.65</c:v>
                </c:pt>
                <c:pt idx="7384">
                  <c:v>24.6</c:v>
                </c:pt>
                <c:pt idx="7385">
                  <c:v>24.55</c:v>
                </c:pt>
                <c:pt idx="7386">
                  <c:v>24.5</c:v>
                </c:pt>
                <c:pt idx="7387">
                  <c:v>24.45</c:v>
                </c:pt>
                <c:pt idx="7388">
                  <c:v>24.4</c:v>
                </c:pt>
                <c:pt idx="7389">
                  <c:v>24.4</c:v>
                </c:pt>
                <c:pt idx="7390">
                  <c:v>24.4</c:v>
                </c:pt>
                <c:pt idx="7391">
                  <c:v>24.4</c:v>
                </c:pt>
                <c:pt idx="7392">
                  <c:v>24.4</c:v>
                </c:pt>
                <c:pt idx="7393">
                  <c:v>24.35</c:v>
                </c:pt>
                <c:pt idx="7394">
                  <c:v>24.4</c:v>
                </c:pt>
                <c:pt idx="7395">
                  <c:v>24.4</c:v>
                </c:pt>
                <c:pt idx="7396">
                  <c:v>24.4</c:v>
                </c:pt>
                <c:pt idx="7397">
                  <c:v>24.45</c:v>
                </c:pt>
                <c:pt idx="7398">
                  <c:v>24.45</c:v>
                </c:pt>
                <c:pt idx="7399">
                  <c:v>24.45</c:v>
                </c:pt>
                <c:pt idx="7400">
                  <c:v>24.45</c:v>
                </c:pt>
                <c:pt idx="7401">
                  <c:v>24.5</c:v>
                </c:pt>
                <c:pt idx="7402">
                  <c:v>24.5</c:v>
                </c:pt>
                <c:pt idx="7403">
                  <c:v>24.55</c:v>
                </c:pt>
                <c:pt idx="7404">
                  <c:v>24.55</c:v>
                </c:pt>
                <c:pt idx="7405">
                  <c:v>24.6</c:v>
                </c:pt>
                <c:pt idx="7406">
                  <c:v>24.6</c:v>
                </c:pt>
                <c:pt idx="7407">
                  <c:v>24.6</c:v>
                </c:pt>
                <c:pt idx="7408">
                  <c:v>24.65</c:v>
                </c:pt>
                <c:pt idx="7409">
                  <c:v>24.65</c:v>
                </c:pt>
                <c:pt idx="7410">
                  <c:v>24.7</c:v>
                </c:pt>
                <c:pt idx="7411">
                  <c:v>24.65</c:v>
                </c:pt>
                <c:pt idx="7412">
                  <c:v>24.65</c:v>
                </c:pt>
                <c:pt idx="7413">
                  <c:v>24.6</c:v>
                </c:pt>
                <c:pt idx="7414">
                  <c:v>24.55</c:v>
                </c:pt>
                <c:pt idx="7415">
                  <c:v>24.5</c:v>
                </c:pt>
                <c:pt idx="7416">
                  <c:v>24.45</c:v>
                </c:pt>
                <c:pt idx="7417">
                  <c:v>24.45</c:v>
                </c:pt>
                <c:pt idx="7418">
                  <c:v>24.4</c:v>
                </c:pt>
                <c:pt idx="7419">
                  <c:v>24.4</c:v>
                </c:pt>
                <c:pt idx="7420">
                  <c:v>24.4</c:v>
                </c:pt>
                <c:pt idx="7421">
                  <c:v>24.4</c:v>
                </c:pt>
                <c:pt idx="7422">
                  <c:v>24.4</c:v>
                </c:pt>
                <c:pt idx="7423">
                  <c:v>24.4</c:v>
                </c:pt>
                <c:pt idx="7424">
                  <c:v>24.45</c:v>
                </c:pt>
                <c:pt idx="7425">
                  <c:v>24.45</c:v>
                </c:pt>
                <c:pt idx="7426">
                  <c:v>24.45</c:v>
                </c:pt>
                <c:pt idx="7427">
                  <c:v>24.45</c:v>
                </c:pt>
                <c:pt idx="7428">
                  <c:v>24.5</c:v>
                </c:pt>
                <c:pt idx="7429">
                  <c:v>24.5</c:v>
                </c:pt>
                <c:pt idx="7430">
                  <c:v>24.5</c:v>
                </c:pt>
                <c:pt idx="7431">
                  <c:v>24.55</c:v>
                </c:pt>
                <c:pt idx="7432">
                  <c:v>24.55</c:v>
                </c:pt>
                <c:pt idx="7433">
                  <c:v>24.55</c:v>
                </c:pt>
                <c:pt idx="7434">
                  <c:v>24.55</c:v>
                </c:pt>
                <c:pt idx="7435">
                  <c:v>24.6</c:v>
                </c:pt>
                <c:pt idx="7436">
                  <c:v>24.6</c:v>
                </c:pt>
                <c:pt idx="7437">
                  <c:v>24.65</c:v>
                </c:pt>
                <c:pt idx="7438">
                  <c:v>24.65</c:v>
                </c:pt>
                <c:pt idx="7439">
                  <c:v>24.65</c:v>
                </c:pt>
                <c:pt idx="7440">
                  <c:v>24.7</c:v>
                </c:pt>
                <c:pt idx="7441">
                  <c:v>24.7</c:v>
                </c:pt>
                <c:pt idx="7442">
                  <c:v>24.65</c:v>
                </c:pt>
                <c:pt idx="7443">
                  <c:v>24.6</c:v>
                </c:pt>
                <c:pt idx="7444">
                  <c:v>24.55</c:v>
                </c:pt>
                <c:pt idx="7445">
                  <c:v>24.5</c:v>
                </c:pt>
                <c:pt idx="7446">
                  <c:v>24.5</c:v>
                </c:pt>
                <c:pt idx="7447">
                  <c:v>24.45</c:v>
                </c:pt>
                <c:pt idx="7448">
                  <c:v>24.45</c:v>
                </c:pt>
                <c:pt idx="7449">
                  <c:v>24.4</c:v>
                </c:pt>
                <c:pt idx="7450">
                  <c:v>24.4</c:v>
                </c:pt>
                <c:pt idx="7451">
                  <c:v>24.4</c:v>
                </c:pt>
                <c:pt idx="7452">
                  <c:v>24.4</c:v>
                </c:pt>
                <c:pt idx="7453">
                  <c:v>24.4</c:v>
                </c:pt>
                <c:pt idx="7454">
                  <c:v>24.4</c:v>
                </c:pt>
                <c:pt idx="7455">
                  <c:v>24.45</c:v>
                </c:pt>
                <c:pt idx="7456">
                  <c:v>24.45</c:v>
                </c:pt>
                <c:pt idx="7457">
                  <c:v>24.45</c:v>
                </c:pt>
                <c:pt idx="7458">
                  <c:v>24.45</c:v>
                </c:pt>
                <c:pt idx="7459">
                  <c:v>24.45</c:v>
                </c:pt>
                <c:pt idx="7460">
                  <c:v>24.5</c:v>
                </c:pt>
                <c:pt idx="7461">
                  <c:v>24.5</c:v>
                </c:pt>
                <c:pt idx="7462">
                  <c:v>24.5</c:v>
                </c:pt>
                <c:pt idx="7463">
                  <c:v>24.55</c:v>
                </c:pt>
                <c:pt idx="7464">
                  <c:v>24.55</c:v>
                </c:pt>
                <c:pt idx="7465">
                  <c:v>24.6</c:v>
                </c:pt>
                <c:pt idx="7466">
                  <c:v>24.6</c:v>
                </c:pt>
                <c:pt idx="7467">
                  <c:v>24.6</c:v>
                </c:pt>
                <c:pt idx="7468">
                  <c:v>24.65</c:v>
                </c:pt>
                <c:pt idx="7469">
                  <c:v>24.7</c:v>
                </c:pt>
                <c:pt idx="7470">
                  <c:v>24.65</c:v>
                </c:pt>
                <c:pt idx="7471">
                  <c:v>24.65</c:v>
                </c:pt>
                <c:pt idx="7472">
                  <c:v>24.65</c:v>
                </c:pt>
                <c:pt idx="7473">
                  <c:v>24.65</c:v>
                </c:pt>
                <c:pt idx="7474">
                  <c:v>24.6</c:v>
                </c:pt>
                <c:pt idx="7475">
                  <c:v>24.55</c:v>
                </c:pt>
                <c:pt idx="7476">
                  <c:v>24.55</c:v>
                </c:pt>
                <c:pt idx="7477">
                  <c:v>24.5</c:v>
                </c:pt>
                <c:pt idx="7478">
                  <c:v>24.45</c:v>
                </c:pt>
                <c:pt idx="7479">
                  <c:v>24.45</c:v>
                </c:pt>
                <c:pt idx="7480">
                  <c:v>24.4</c:v>
                </c:pt>
                <c:pt idx="7481">
                  <c:v>24.45</c:v>
                </c:pt>
                <c:pt idx="7482">
                  <c:v>24.4</c:v>
                </c:pt>
                <c:pt idx="7483">
                  <c:v>24.45</c:v>
                </c:pt>
                <c:pt idx="7484">
                  <c:v>24.45</c:v>
                </c:pt>
                <c:pt idx="7485">
                  <c:v>24.45</c:v>
                </c:pt>
                <c:pt idx="7486">
                  <c:v>24.45</c:v>
                </c:pt>
                <c:pt idx="7487">
                  <c:v>24.5</c:v>
                </c:pt>
                <c:pt idx="7488">
                  <c:v>24.5</c:v>
                </c:pt>
                <c:pt idx="7489">
                  <c:v>24.5</c:v>
                </c:pt>
                <c:pt idx="7490">
                  <c:v>24.55</c:v>
                </c:pt>
                <c:pt idx="7491">
                  <c:v>24.55</c:v>
                </c:pt>
                <c:pt idx="7492">
                  <c:v>24.6</c:v>
                </c:pt>
                <c:pt idx="7493">
                  <c:v>24.6</c:v>
                </c:pt>
                <c:pt idx="7494">
                  <c:v>24.6</c:v>
                </c:pt>
                <c:pt idx="7495">
                  <c:v>24.65</c:v>
                </c:pt>
                <c:pt idx="7496">
                  <c:v>24.65</c:v>
                </c:pt>
                <c:pt idx="7497">
                  <c:v>24.65</c:v>
                </c:pt>
                <c:pt idx="7498">
                  <c:v>24.7</c:v>
                </c:pt>
                <c:pt idx="7499">
                  <c:v>24.7</c:v>
                </c:pt>
                <c:pt idx="7500">
                  <c:v>24.75</c:v>
                </c:pt>
                <c:pt idx="7501">
                  <c:v>24.75</c:v>
                </c:pt>
                <c:pt idx="7502">
                  <c:v>24.7</c:v>
                </c:pt>
                <c:pt idx="7503">
                  <c:v>24.65</c:v>
                </c:pt>
                <c:pt idx="7504">
                  <c:v>24.65</c:v>
                </c:pt>
                <c:pt idx="7505">
                  <c:v>24.6</c:v>
                </c:pt>
                <c:pt idx="7506">
                  <c:v>24.55</c:v>
                </c:pt>
                <c:pt idx="7507">
                  <c:v>24.5</c:v>
                </c:pt>
                <c:pt idx="7508">
                  <c:v>24.5</c:v>
                </c:pt>
                <c:pt idx="7509">
                  <c:v>24.45</c:v>
                </c:pt>
                <c:pt idx="7510">
                  <c:v>24.4</c:v>
                </c:pt>
                <c:pt idx="7511">
                  <c:v>24.4</c:v>
                </c:pt>
                <c:pt idx="7512">
                  <c:v>24.4</c:v>
                </c:pt>
                <c:pt idx="7513">
                  <c:v>24.45</c:v>
                </c:pt>
                <c:pt idx="7514">
                  <c:v>24.45</c:v>
                </c:pt>
                <c:pt idx="7515">
                  <c:v>24.45</c:v>
                </c:pt>
                <c:pt idx="7516">
                  <c:v>24.45</c:v>
                </c:pt>
                <c:pt idx="7517">
                  <c:v>24.5</c:v>
                </c:pt>
                <c:pt idx="7518">
                  <c:v>24.5</c:v>
                </c:pt>
                <c:pt idx="7519">
                  <c:v>24.5</c:v>
                </c:pt>
                <c:pt idx="7520">
                  <c:v>24.55</c:v>
                </c:pt>
                <c:pt idx="7521">
                  <c:v>24.55</c:v>
                </c:pt>
                <c:pt idx="7522">
                  <c:v>24.6</c:v>
                </c:pt>
                <c:pt idx="7523">
                  <c:v>24.6</c:v>
                </c:pt>
                <c:pt idx="7524">
                  <c:v>24.65</c:v>
                </c:pt>
                <c:pt idx="7525">
                  <c:v>24.65</c:v>
                </c:pt>
                <c:pt idx="7526">
                  <c:v>24.65</c:v>
                </c:pt>
                <c:pt idx="7527">
                  <c:v>24.7</c:v>
                </c:pt>
                <c:pt idx="7528">
                  <c:v>24.7</c:v>
                </c:pt>
                <c:pt idx="7529">
                  <c:v>24.7</c:v>
                </c:pt>
                <c:pt idx="7530">
                  <c:v>24.75</c:v>
                </c:pt>
                <c:pt idx="7531">
                  <c:v>24.75</c:v>
                </c:pt>
                <c:pt idx="7532">
                  <c:v>24.7</c:v>
                </c:pt>
                <c:pt idx="7533">
                  <c:v>24.65</c:v>
                </c:pt>
                <c:pt idx="7534">
                  <c:v>24.6</c:v>
                </c:pt>
                <c:pt idx="7535">
                  <c:v>24.55</c:v>
                </c:pt>
                <c:pt idx="7536">
                  <c:v>24.5</c:v>
                </c:pt>
                <c:pt idx="7537">
                  <c:v>24.45</c:v>
                </c:pt>
                <c:pt idx="7538">
                  <c:v>24.45</c:v>
                </c:pt>
                <c:pt idx="7539">
                  <c:v>24.4</c:v>
                </c:pt>
                <c:pt idx="7540">
                  <c:v>24.4</c:v>
                </c:pt>
                <c:pt idx="7541">
                  <c:v>24.4</c:v>
                </c:pt>
                <c:pt idx="7542">
                  <c:v>24.4</c:v>
                </c:pt>
                <c:pt idx="7543">
                  <c:v>24.4</c:v>
                </c:pt>
                <c:pt idx="7544">
                  <c:v>24.4</c:v>
                </c:pt>
                <c:pt idx="7545">
                  <c:v>24.4</c:v>
                </c:pt>
                <c:pt idx="7546">
                  <c:v>24.45</c:v>
                </c:pt>
                <c:pt idx="7547">
                  <c:v>24.4</c:v>
                </c:pt>
                <c:pt idx="7548">
                  <c:v>24.45</c:v>
                </c:pt>
                <c:pt idx="7549">
                  <c:v>24.45</c:v>
                </c:pt>
                <c:pt idx="7550">
                  <c:v>24.5</c:v>
                </c:pt>
                <c:pt idx="7551">
                  <c:v>24.55</c:v>
                </c:pt>
                <c:pt idx="7552">
                  <c:v>24.55</c:v>
                </c:pt>
                <c:pt idx="7553">
                  <c:v>24.55</c:v>
                </c:pt>
                <c:pt idx="7554">
                  <c:v>24.6</c:v>
                </c:pt>
                <c:pt idx="7555">
                  <c:v>24.65</c:v>
                </c:pt>
                <c:pt idx="7556">
                  <c:v>24.65</c:v>
                </c:pt>
                <c:pt idx="7557">
                  <c:v>24.65</c:v>
                </c:pt>
                <c:pt idx="7558">
                  <c:v>24.7</c:v>
                </c:pt>
                <c:pt idx="7559">
                  <c:v>24.75</c:v>
                </c:pt>
                <c:pt idx="7560">
                  <c:v>24.75</c:v>
                </c:pt>
                <c:pt idx="7561">
                  <c:v>24.7</c:v>
                </c:pt>
                <c:pt idx="7562">
                  <c:v>24.7</c:v>
                </c:pt>
                <c:pt idx="7563">
                  <c:v>24.65</c:v>
                </c:pt>
                <c:pt idx="7564">
                  <c:v>24.6</c:v>
                </c:pt>
                <c:pt idx="7565">
                  <c:v>24.55</c:v>
                </c:pt>
                <c:pt idx="7566">
                  <c:v>24.5</c:v>
                </c:pt>
                <c:pt idx="7567">
                  <c:v>24.45</c:v>
                </c:pt>
                <c:pt idx="7568">
                  <c:v>24.45</c:v>
                </c:pt>
                <c:pt idx="7569">
                  <c:v>24.45</c:v>
                </c:pt>
                <c:pt idx="7570">
                  <c:v>24.4</c:v>
                </c:pt>
                <c:pt idx="7571">
                  <c:v>24.4</c:v>
                </c:pt>
                <c:pt idx="7572">
                  <c:v>24.4</c:v>
                </c:pt>
                <c:pt idx="7573">
                  <c:v>24.4</c:v>
                </c:pt>
                <c:pt idx="7574">
                  <c:v>24.4</c:v>
                </c:pt>
                <c:pt idx="7575">
                  <c:v>24.4</c:v>
                </c:pt>
                <c:pt idx="7576">
                  <c:v>24.4</c:v>
                </c:pt>
                <c:pt idx="7577">
                  <c:v>24.45</c:v>
                </c:pt>
                <c:pt idx="7578">
                  <c:v>24.45</c:v>
                </c:pt>
                <c:pt idx="7579">
                  <c:v>24.45</c:v>
                </c:pt>
                <c:pt idx="7580">
                  <c:v>24.5</c:v>
                </c:pt>
                <c:pt idx="7581">
                  <c:v>24.5</c:v>
                </c:pt>
                <c:pt idx="7582">
                  <c:v>24.55</c:v>
                </c:pt>
                <c:pt idx="7583">
                  <c:v>24.6</c:v>
                </c:pt>
                <c:pt idx="7584">
                  <c:v>24.6</c:v>
                </c:pt>
                <c:pt idx="7585">
                  <c:v>24.6</c:v>
                </c:pt>
                <c:pt idx="7586">
                  <c:v>24.65</c:v>
                </c:pt>
                <c:pt idx="7587">
                  <c:v>24.65</c:v>
                </c:pt>
                <c:pt idx="7588">
                  <c:v>24.7</c:v>
                </c:pt>
                <c:pt idx="7589">
                  <c:v>24.7</c:v>
                </c:pt>
                <c:pt idx="7590">
                  <c:v>24.7</c:v>
                </c:pt>
                <c:pt idx="7591">
                  <c:v>24.7</c:v>
                </c:pt>
                <c:pt idx="7592">
                  <c:v>24.65</c:v>
                </c:pt>
                <c:pt idx="7593">
                  <c:v>24.6</c:v>
                </c:pt>
                <c:pt idx="7594">
                  <c:v>24.55</c:v>
                </c:pt>
                <c:pt idx="7595">
                  <c:v>24.5</c:v>
                </c:pt>
                <c:pt idx="7596">
                  <c:v>24.45</c:v>
                </c:pt>
                <c:pt idx="7597">
                  <c:v>24.45</c:v>
                </c:pt>
                <c:pt idx="7598">
                  <c:v>24.4</c:v>
                </c:pt>
                <c:pt idx="7599">
                  <c:v>24.35</c:v>
                </c:pt>
                <c:pt idx="7600">
                  <c:v>24.35</c:v>
                </c:pt>
                <c:pt idx="7601">
                  <c:v>24.35</c:v>
                </c:pt>
                <c:pt idx="7602">
                  <c:v>24.35</c:v>
                </c:pt>
                <c:pt idx="7603">
                  <c:v>24.35</c:v>
                </c:pt>
                <c:pt idx="7604">
                  <c:v>24.35</c:v>
                </c:pt>
                <c:pt idx="7605">
                  <c:v>24.4</c:v>
                </c:pt>
                <c:pt idx="7606">
                  <c:v>24.4</c:v>
                </c:pt>
                <c:pt idx="7607">
                  <c:v>24.4</c:v>
                </c:pt>
                <c:pt idx="7608">
                  <c:v>24.45</c:v>
                </c:pt>
                <c:pt idx="7609">
                  <c:v>24.45</c:v>
                </c:pt>
                <c:pt idx="7610">
                  <c:v>24.5</c:v>
                </c:pt>
                <c:pt idx="7611">
                  <c:v>24.5</c:v>
                </c:pt>
                <c:pt idx="7612">
                  <c:v>24.5</c:v>
                </c:pt>
                <c:pt idx="7613">
                  <c:v>24.55</c:v>
                </c:pt>
                <c:pt idx="7614">
                  <c:v>24.6</c:v>
                </c:pt>
                <c:pt idx="7615">
                  <c:v>24.6</c:v>
                </c:pt>
                <c:pt idx="7616">
                  <c:v>24.65</c:v>
                </c:pt>
                <c:pt idx="7617">
                  <c:v>24.65</c:v>
                </c:pt>
                <c:pt idx="7618">
                  <c:v>24.7</c:v>
                </c:pt>
                <c:pt idx="7619">
                  <c:v>24.7</c:v>
                </c:pt>
                <c:pt idx="7620">
                  <c:v>24.7</c:v>
                </c:pt>
                <c:pt idx="7621">
                  <c:v>24.7</c:v>
                </c:pt>
                <c:pt idx="7622">
                  <c:v>24.7</c:v>
                </c:pt>
                <c:pt idx="7623">
                  <c:v>24.65</c:v>
                </c:pt>
                <c:pt idx="7624">
                  <c:v>24.6</c:v>
                </c:pt>
                <c:pt idx="7625">
                  <c:v>24.55</c:v>
                </c:pt>
                <c:pt idx="7626">
                  <c:v>24.5</c:v>
                </c:pt>
                <c:pt idx="7627">
                  <c:v>24.45</c:v>
                </c:pt>
                <c:pt idx="7628">
                  <c:v>24.45</c:v>
                </c:pt>
                <c:pt idx="7629">
                  <c:v>24.4</c:v>
                </c:pt>
                <c:pt idx="7630">
                  <c:v>24.4</c:v>
                </c:pt>
                <c:pt idx="7631">
                  <c:v>24.4</c:v>
                </c:pt>
                <c:pt idx="7632">
                  <c:v>24.4</c:v>
                </c:pt>
                <c:pt idx="7633">
                  <c:v>24.35</c:v>
                </c:pt>
                <c:pt idx="7634">
                  <c:v>24.4</c:v>
                </c:pt>
                <c:pt idx="7635">
                  <c:v>24.4</c:v>
                </c:pt>
                <c:pt idx="7636">
                  <c:v>24.4</c:v>
                </c:pt>
                <c:pt idx="7637">
                  <c:v>24.45</c:v>
                </c:pt>
                <c:pt idx="7638">
                  <c:v>24.45</c:v>
                </c:pt>
                <c:pt idx="7639">
                  <c:v>24.45</c:v>
                </c:pt>
                <c:pt idx="7640">
                  <c:v>24.5</c:v>
                </c:pt>
                <c:pt idx="7641">
                  <c:v>24.5</c:v>
                </c:pt>
                <c:pt idx="7642">
                  <c:v>24.55</c:v>
                </c:pt>
                <c:pt idx="7643">
                  <c:v>24.55</c:v>
                </c:pt>
                <c:pt idx="7644">
                  <c:v>24.6</c:v>
                </c:pt>
                <c:pt idx="7645">
                  <c:v>24.6</c:v>
                </c:pt>
                <c:pt idx="7646">
                  <c:v>24.65</c:v>
                </c:pt>
                <c:pt idx="7647">
                  <c:v>24.65</c:v>
                </c:pt>
                <c:pt idx="7648">
                  <c:v>24.7</c:v>
                </c:pt>
                <c:pt idx="7649">
                  <c:v>24.7</c:v>
                </c:pt>
                <c:pt idx="7650">
                  <c:v>24.7</c:v>
                </c:pt>
                <c:pt idx="7651">
                  <c:v>24.7</c:v>
                </c:pt>
                <c:pt idx="7652">
                  <c:v>24.7</c:v>
                </c:pt>
                <c:pt idx="7653">
                  <c:v>24.65</c:v>
                </c:pt>
                <c:pt idx="7654">
                  <c:v>24.6</c:v>
                </c:pt>
                <c:pt idx="7655">
                  <c:v>24.55</c:v>
                </c:pt>
                <c:pt idx="7656">
                  <c:v>24.5</c:v>
                </c:pt>
                <c:pt idx="7657">
                  <c:v>24.45</c:v>
                </c:pt>
                <c:pt idx="7658">
                  <c:v>24.45</c:v>
                </c:pt>
                <c:pt idx="7659">
                  <c:v>24.45</c:v>
                </c:pt>
                <c:pt idx="7660">
                  <c:v>24.4</c:v>
                </c:pt>
                <c:pt idx="7661">
                  <c:v>24.4</c:v>
                </c:pt>
                <c:pt idx="7662">
                  <c:v>24.4</c:v>
                </c:pt>
                <c:pt idx="7663">
                  <c:v>24.4</c:v>
                </c:pt>
                <c:pt idx="7664">
                  <c:v>24.4</c:v>
                </c:pt>
                <c:pt idx="7665">
                  <c:v>24.4</c:v>
                </c:pt>
                <c:pt idx="7666">
                  <c:v>24.4</c:v>
                </c:pt>
                <c:pt idx="7667">
                  <c:v>24.45</c:v>
                </c:pt>
                <c:pt idx="7668">
                  <c:v>24.45</c:v>
                </c:pt>
                <c:pt idx="7669">
                  <c:v>24.5</c:v>
                </c:pt>
                <c:pt idx="7670">
                  <c:v>24.5</c:v>
                </c:pt>
                <c:pt idx="7671">
                  <c:v>24.55</c:v>
                </c:pt>
                <c:pt idx="7672">
                  <c:v>24.55</c:v>
                </c:pt>
                <c:pt idx="7673">
                  <c:v>24.55</c:v>
                </c:pt>
                <c:pt idx="7674">
                  <c:v>24.6</c:v>
                </c:pt>
                <c:pt idx="7675">
                  <c:v>24.6</c:v>
                </c:pt>
                <c:pt idx="7676">
                  <c:v>24.65</c:v>
                </c:pt>
                <c:pt idx="7677">
                  <c:v>24.65</c:v>
                </c:pt>
                <c:pt idx="7678">
                  <c:v>24.7</c:v>
                </c:pt>
                <c:pt idx="7679">
                  <c:v>24.7</c:v>
                </c:pt>
                <c:pt idx="7680">
                  <c:v>24.75</c:v>
                </c:pt>
                <c:pt idx="7681">
                  <c:v>24.75</c:v>
                </c:pt>
                <c:pt idx="7682">
                  <c:v>24.7</c:v>
                </c:pt>
                <c:pt idx="7683">
                  <c:v>24.7</c:v>
                </c:pt>
                <c:pt idx="7684">
                  <c:v>24.65</c:v>
                </c:pt>
                <c:pt idx="7685">
                  <c:v>24.6</c:v>
                </c:pt>
                <c:pt idx="7686">
                  <c:v>24.55</c:v>
                </c:pt>
                <c:pt idx="7687">
                  <c:v>24.55</c:v>
                </c:pt>
                <c:pt idx="7688">
                  <c:v>24.5</c:v>
                </c:pt>
                <c:pt idx="7689">
                  <c:v>24.45</c:v>
                </c:pt>
                <c:pt idx="7690">
                  <c:v>24.45</c:v>
                </c:pt>
                <c:pt idx="7691">
                  <c:v>24.45</c:v>
                </c:pt>
                <c:pt idx="7692">
                  <c:v>24.45</c:v>
                </c:pt>
                <c:pt idx="7693">
                  <c:v>24.45</c:v>
                </c:pt>
                <c:pt idx="7694">
                  <c:v>24.45</c:v>
                </c:pt>
                <c:pt idx="7695">
                  <c:v>24.45</c:v>
                </c:pt>
                <c:pt idx="7696">
                  <c:v>24.45</c:v>
                </c:pt>
                <c:pt idx="7697">
                  <c:v>24.45</c:v>
                </c:pt>
                <c:pt idx="7698">
                  <c:v>24.5</c:v>
                </c:pt>
                <c:pt idx="7699">
                  <c:v>24.5</c:v>
                </c:pt>
                <c:pt idx="7700">
                  <c:v>24.5</c:v>
                </c:pt>
                <c:pt idx="7701">
                  <c:v>24.55</c:v>
                </c:pt>
                <c:pt idx="7702">
                  <c:v>24.55</c:v>
                </c:pt>
                <c:pt idx="7703">
                  <c:v>24.6</c:v>
                </c:pt>
                <c:pt idx="7704">
                  <c:v>24.6</c:v>
                </c:pt>
                <c:pt idx="7705">
                  <c:v>24.6</c:v>
                </c:pt>
                <c:pt idx="7706">
                  <c:v>24.6</c:v>
                </c:pt>
                <c:pt idx="7707">
                  <c:v>24.65</c:v>
                </c:pt>
                <c:pt idx="7708">
                  <c:v>24.7</c:v>
                </c:pt>
                <c:pt idx="7709">
                  <c:v>24.7</c:v>
                </c:pt>
                <c:pt idx="7710">
                  <c:v>24.7</c:v>
                </c:pt>
                <c:pt idx="7711">
                  <c:v>24.7</c:v>
                </c:pt>
                <c:pt idx="7712">
                  <c:v>24.7</c:v>
                </c:pt>
                <c:pt idx="7713">
                  <c:v>24.65</c:v>
                </c:pt>
                <c:pt idx="7714">
                  <c:v>24.6</c:v>
                </c:pt>
                <c:pt idx="7715">
                  <c:v>24.55</c:v>
                </c:pt>
                <c:pt idx="7716">
                  <c:v>24.5</c:v>
                </c:pt>
                <c:pt idx="7717">
                  <c:v>24.45</c:v>
                </c:pt>
                <c:pt idx="7718">
                  <c:v>24.4</c:v>
                </c:pt>
                <c:pt idx="7719">
                  <c:v>24.4</c:v>
                </c:pt>
                <c:pt idx="7720">
                  <c:v>24.4</c:v>
                </c:pt>
                <c:pt idx="7721">
                  <c:v>24.4</c:v>
                </c:pt>
                <c:pt idx="7722">
                  <c:v>24.4</c:v>
                </c:pt>
                <c:pt idx="7723">
                  <c:v>24.4</c:v>
                </c:pt>
                <c:pt idx="7724">
                  <c:v>24.4</c:v>
                </c:pt>
                <c:pt idx="7725">
                  <c:v>24.4</c:v>
                </c:pt>
                <c:pt idx="7726">
                  <c:v>24.4</c:v>
                </c:pt>
                <c:pt idx="7727">
                  <c:v>24.45</c:v>
                </c:pt>
                <c:pt idx="7728">
                  <c:v>24.45</c:v>
                </c:pt>
                <c:pt idx="7729">
                  <c:v>24.45</c:v>
                </c:pt>
                <c:pt idx="7730">
                  <c:v>24.5</c:v>
                </c:pt>
                <c:pt idx="7731">
                  <c:v>24.5</c:v>
                </c:pt>
                <c:pt idx="7732">
                  <c:v>24.55</c:v>
                </c:pt>
                <c:pt idx="7733">
                  <c:v>24.55</c:v>
                </c:pt>
                <c:pt idx="7734">
                  <c:v>24.6</c:v>
                </c:pt>
                <c:pt idx="7735">
                  <c:v>24.6</c:v>
                </c:pt>
                <c:pt idx="7736">
                  <c:v>24.6</c:v>
                </c:pt>
                <c:pt idx="7737">
                  <c:v>24.65</c:v>
                </c:pt>
                <c:pt idx="7738">
                  <c:v>24.65</c:v>
                </c:pt>
                <c:pt idx="7739">
                  <c:v>24.7</c:v>
                </c:pt>
                <c:pt idx="7740">
                  <c:v>24.7</c:v>
                </c:pt>
                <c:pt idx="7741">
                  <c:v>24.7</c:v>
                </c:pt>
                <c:pt idx="7742">
                  <c:v>24.7</c:v>
                </c:pt>
                <c:pt idx="7743">
                  <c:v>24.65</c:v>
                </c:pt>
                <c:pt idx="7744">
                  <c:v>24.6</c:v>
                </c:pt>
                <c:pt idx="7745">
                  <c:v>24.55</c:v>
                </c:pt>
                <c:pt idx="7746">
                  <c:v>24.5</c:v>
                </c:pt>
                <c:pt idx="7747">
                  <c:v>24.5</c:v>
                </c:pt>
                <c:pt idx="7748">
                  <c:v>24.45</c:v>
                </c:pt>
                <c:pt idx="7749">
                  <c:v>24.45</c:v>
                </c:pt>
                <c:pt idx="7750">
                  <c:v>24.4</c:v>
                </c:pt>
                <c:pt idx="7751">
                  <c:v>24.4</c:v>
                </c:pt>
                <c:pt idx="7752">
                  <c:v>24.4</c:v>
                </c:pt>
                <c:pt idx="7753">
                  <c:v>24.4</c:v>
                </c:pt>
                <c:pt idx="7754">
                  <c:v>24.45</c:v>
                </c:pt>
                <c:pt idx="7755">
                  <c:v>24.45</c:v>
                </c:pt>
                <c:pt idx="7756">
                  <c:v>24.45</c:v>
                </c:pt>
                <c:pt idx="7757">
                  <c:v>24.45</c:v>
                </c:pt>
                <c:pt idx="7758">
                  <c:v>24.5</c:v>
                </c:pt>
                <c:pt idx="7759">
                  <c:v>24.5</c:v>
                </c:pt>
                <c:pt idx="7760">
                  <c:v>24.5</c:v>
                </c:pt>
                <c:pt idx="7761">
                  <c:v>24.55</c:v>
                </c:pt>
                <c:pt idx="7762">
                  <c:v>24.55</c:v>
                </c:pt>
                <c:pt idx="7763">
                  <c:v>24.6</c:v>
                </c:pt>
                <c:pt idx="7764">
                  <c:v>24.6</c:v>
                </c:pt>
                <c:pt idx="7765">
                  <c:v>24.65</c:v>
                </c:pt>
                <c:pt idx="7766">
                  <c:v>24.65</c:v>
                </c:pt>
                <c:pt idx="7767">
                  <c:v>24.7</c:v>
                </c:pt>
                <c:pt idx="7768">
                  <c:v>24.7</c:v>
                </c:pt>
                <c:pt idx="7769">
                  <c:v>24.7</c:v>
                </c:pt>
                <c:pt idx="7770">
                  <c:v>24.7</c:v>
                </c:pt>
                <c:pt idx="7771">
                  <c:v>24.7</c:v>
                </c:pt>
                <c:pt idx="7772">
                  <c:v>24.65</c:v>
                </c:pt>
                <c:pt idx="7773">
                  <c:v>24.65</c:v>
                </c:pt>
                <c:pt idx="7774">
                  <c:v>24.55</c:v>
                </c:pt>
                <c:pt idx="7775">
                  <c:v>24.6</c:v>
                </c:pt>
                <c:pt idx="7776">
                  <c:v>24.5</c:v>
                </c:pt>
                <c:pt idx="7777">
                  <c:v>24.45</c:v>
                </c:pt>
                <c:pt idx="7778">
                  <c:v>24.45</c:v>
                </c:pt>
                <c:pt idx="7779">
                  <c:v>24.4</c:v>
                </c:pt>
                <c:pt idx="7780">
                  <c:v>24.4</c:v>
                </c:pt>
                <c:pt idx="7781">
                  <c:v>24.4</c:v>
                </c:pt>
                <c:pt idx="7782">
                  <c:v>24.4</c:v>
                </c:pt>
                <c:pt idx="7783">
                  <c:v>24.4</c:v>
                </c:pt>
                <c:pt idx="7784">
                  <c:v>24.4</c:v>
                </c:pt>
                <c:pt idx="7785">
                  <c:v>24.4</c:v>
                </c:pt>
                <c:pt idx="7786">
                  <c:v>24.4</c:v>
                </c:pt>
                <c:pt idx="7787">
                  <c:v>24.4</c:v>
                </c:pt>
                <c:pt idx="7788">
                  <c:v>24.45</c:v>
                </c:pt>
                <c:pt idx="7789">
                  <c:v>24.45</c:v>
                </c:pt>
                <c:pt idx="7790">
                  <c:v>24.5</c:v>
                </c:pt>
                <c:pt idx="7791">
                  <c:v>24.5</c:v>
                </c:pt>
                <c:pt idx="7792">
                  <c:v>24.5</c:v>
                </c:pt>
                <c:pt idx="7793">
                  <c:v>24.55</c:v>
                </c:pt>
                <c:pt idx="7794">
                  <c:v>24.6</c:v>
                </c:pt>
                <c:pt idx="7795">
                  <c:v>24.6</c:v>
                </c:pt>
                <c:pt idx="7796">
                  <c:v>24.65</c:v>
                </c:pt>
                <c:pt idx="7797">
                  <c:v>24.65</c:v>
                </c:pt>
                <c:pt idx="7798">
                  <c:v>24.7</c:v>
                </c:pt>
                <c:pt idx="7799">
                  <c:v>24.7</c:v>
                </c:pt>
                <c:pt idx="7800">
                  <c:v>24.7</c:v>
                </c:pt>
                <c:pt idx="7801">
                  <c:v>24.7</c:v>
                </c:pt>
                <c:pt idx="7802">
                  <c:v>24.7</c:v>
                </c:pt>
                <c:pt idx="7803">
                  <c:v>24.7</c:v>
                </c:pt>
                <c:pt idx="7804">
                  <c:v>24.65</c:v>
                </c:pt>
                <c:pt idx="7805">
                  <c:v>24.55</c:v>
                </c:pt>
                <c:pt idx="7806">
                  <c:v>24.5</c:v>
                </c:pt>
                <c:pt idx="7807">
                  <c:v>24.5</c:v>
                </c:pt>
                <c:pt idx="7808">
                  <c:v>24.5</c:v>
                </c:pt>
                <c:pt idx="7809">
                  <c:v>24.45</c:v>
                </c:pt>
                <c:pt idx="7810">
                  <c:v>24.45</c:v>
                </c:pt>
                <c:pt idx="7811">
                  <c:v>24.4</c:v>
                </c:pt>
                <c:pt idx="7812">
                  <c:v>24.4</c:v>
                </c:pt>
                <c:pt idx="7813">
                  <c:v>24.4</c:v>
                </c:pt>
                <c:pt idx="7814">
                  <c:v>24.4</c:v>
                </c:pt>
                <c:pt idx="7815">
                  <c:v>24.4</c:v>
                </c:pt>
                <c:pt idx="7816">
                  <c:v>24.4</c:v>
                </c:pt>
                <c:pt idx="7817">
                  <c:v>24.45</c:v>
                </c:pt>
                <c:pt idx="7818">
                  <c:v>24.45</c:v>
                </c:pt>
                <c:pt idx="7819">
                  <c:v>24.45</c:v>
                </c:pt>
                <c:pt idx="7820">
                  <c:v>24.45</c:v>
                </c:pt>
                <c:pt idx="7821">
                  <c:v>24.5</c:v>
                </c:pt>
                <c:pt idx="7822">
                  <c:v>24.55</c:v>
                </c:pt>
                <c:pt idx="7823">
                  <c:v>24.55</c:v>
                </c:pt>
                <c:pt idx="7824">
                  <c:v>24.55</c:v>
                </c:pt>
                <c:pt idx="7825">
                  <c:v>24.6</c:v>
                </c:pt>
                <c:pt idx="7826">
                  <c:v>24.6</c:v>
                </c:pt>
                <c:pt idx="7827">
                  <c:v>24.65</c:v>
                </c:pt>
                <c:pt idx="7828">
                  <c:v>24.65</c:v>
                </c:pt>
                <c:pt idx="7829">
                  <c:v>24.65</c:v>
                </c:pt>
                <c:pt idx="7830">
                  <c:v>24.7</c:v>
                </c:pt>
                <c:pt idx="7831">
                  <c:v>24.7</c:v>
                </c:pt>
                <c:pt idx="7832">
                  <c:v>24.65</c:v>
                </c:pt>
                <c:pt idx="7833">
                  <c:v>24.65</c:v>
                </c:pt>
                <c:pt idx="7834">
                  <c:v>24.6</c:v>
                </c:pt>
                <c:pt idx="7835">
                  <c:v>24.55</c:v>
                </c:pt>
                <c:pt idx="7836">
                  <c:v>24.5</c:v>
                </c:pt>
                <c:pt idx="7837">
                  <c:v>24.45</c:v>
                </c:pt>
                <c:pt idx="7838">
                  <c:v>24.4</c:v>
                </c:pt>
                <c:pt idx="7839">
                  <c:v>24.4</c:v>
                </c:pt>
                <c:pt idx="7840">
                  <c:v>24.35</c:v>
                </c:pt>
                <c:pt idx="7841">
                  <c:v>24.35</c:v>
                </c:pt>
                <c:pt idx="7842">
                  <c:v>24.4</c:v>
                </c:pt>
                <c:pt idx="7843">
                  <c:v>24.4</c:v>
                </c:pt>
                <c:pt idx="7844">
                  <c:v>24.4</c:v>
                </c:pt>
                <c:pt idx="7845">
                  <c:v>24.4</c:v>
                </c:pt>
                <c:pt idx="7846">
                  <c:v>24.4</c:v>
                </c:pt>
                <c:pt idx="7847">
                  <c:v>24.45</c:v>
                </c:pt>
                <c:pt idx="7848">
                  <c:v>24.45</c:v>
                </c:pt>
                <c:pt idx="7849">
                  <c:v>24.45</c:v>
                </c:pt>
                <c:pt idx="7850">
                  <c:v>24.5</c:v>
                </c:pt>
                <c:pt idx="7851">
                  <c:v>24.55</c:v>
                </c:pt>
                <c:pt idx="7852">
                  <c:v>24.55</c:v>
                </c:pt>
                <c:pt idx="7853">
                  <c:v>24.6</c:v>
                </c:pt>
                <c:pt idx="7854">
                  <c:v>24.6</c:v>
                </c:pt>
                <c:pt idx="7855">
                  <c:v>24.6</c:v>
                </c:pt>
                <c:pt idx="7856">
                  <c:v>24.65</c:v>
                </c:pt>
                <c:pt idx="7857">
                  <c:v>24.65</c:v>
                </c:pt>
                <c:pt idx="7858">
                  <c:v>24.7</c:v>
                </c:pt>
                <c:pt idx="7859">
                  <c:v>24.7</c:v>
                </c:pt>
                <c:pt idx="7860">
                  <c:v>24.7</c:v>
                </c:pt>
                <c:pt idx="7861">
                  <c:v>24.7</c:v>
                </c:pt>
                <c:pt idx="7862">
                  <c:v>24.7</c:v>
                </c:pt>
                <c:pt idx="7863">
                  <c:v>24.65</c:v>
                </c:pt>
                <c:pt idx="7864">
                  <c:v>24.6</c:v>
                </c:pt>
                <c:pt idx="7865">
                  <c:v>24.55</c:v>
                </c:pt>
                <c:pt idx="7866">
                  <c:v>24.5</c:v>
                </c:pt>
                <c:pt idx="7867">
                  <c:v>24.45</c:v>
                </c:pt>
                <c:pt idx="7868">
                  <c:v>24.45</c:v>
                </c:pt>
                <c:pt idx="7869">
                  <c:v>24.4</c:v>
                </c:pt>
                <c:pt idx="7870">
                  <c:v>24.4</c:v>
                </c:pt>
                <c:pt idx="7871">
                  <c:v>24.4</c:v>
                </c:pt>
                <c:pt idx="7872">
                  <c:v>24.4</c:v>
                </c:pt>
                <c:pt idx="7873">
                  <c:v>24.4</c:v>
                </c:pt>
                <c:pt idx="7874">
                  <c:v>24.4</c:v>
                </c:pt>
                <c:pt idx="7875">
                  <c:v>24.4</c:v>
                </c:pt>
                <c:pt idx="7876">
                  <c:v>24.45</c:v>
                </c:pt>
                <c:pt idx="7877">
                  <c:v>24.45</c:v>
                </c:pt>
                <c:pt idx="7878">
                  <c:v>24.45</c:v>
                </c:pt>
                <c:pt idx="7879">
                  <c:v>24.45</c:v>
                </c:pt>
                <c:pt idx="7880">
                  <c:v>24.5</c:v>
                </c:pt>
                <c:pt idx="7881">
                  <c:v>24.5</c:v>
                </c:pt>
                <c:pt idx="7882">
                  <c:v>24.55</c:v>
                </c:pt>
                <c:pt idx="7883">
                  <c:v>24.55</c:v>
                </c:pt>
                <c:pt idx="7884">
                  <c:v>24.6</c:v>
                </c:pt>
                <c:pt idx="7885">
                  <c:v>24.6</c:v>
                </c:pt>
                <c:pt idx="7886">
                  <c:v>24.65</c:v>
                </c:pt>
                <c:pt idx="7887">
                  <c:v>24.65</c:v>
                </c:pt>
                <c:pt idx="7888">
                  <c:v>24.7</c:v>
                </c:pt>
                <c:pt idx="7889">
                  <c:v>24.7</c:v>
                </c:pt>
                <c:pt idx="7890">
                  <c:v>24.7</c:v>
                </c:pt>
                <c:pt idx="7891">
                  <c:v>24.7</c:v>
                </c:pt>
                <c:pt idx="7892">
                  <c:v>24.7</c:v>
                </c:pt>
                <c:pt idx="7893">
                  <c:v>24.65</c:v>
                </c:pt>
                <c:pt idx="7894">
                  <c:v>24.6</c:v>
                </c:pt>
                <c:pt idx="7895">
                  <c:v>24.55</c:v>
                </c:pt>
                <c:pt idx="7896">
                  <c:v>24.5</c:v>
                </c:pt>
                <c:pt idx="7897">
                  <c:v>24.45</c:v>
                </c:pt>
                <c:pt idx="7898">
                  <c:v>24.4</c:v>
                </c:pt>
                <c:pt idx="7899">
                  <c:v>24.4</c:v>
                </c:pt>
                <c:pt idx="7900">
                  <c:v>24.4</c:v>
                </c:pt>
                <c:pt idx="7901">
                  <c:v>24.35</c:v>
                </c:pt>
                <c:pt idx="7902">
                  <c:v>24.35</c:v>
                </c:pt>
                <c:pt idx="7903">
                  <c:v>24.35</c:v>
                </c:pt>
                <c:pt idx="7904">
                  <c:v>24.35</c:v>
                </c:pt>
                <c:pt idx="7905">
                  <c:v>24.4</c:v>
                </c:pt>
                <c:pt idx="7906">
                  <c:v>24.4</c:v>
                </c:pt>
                <c:pt idx="7907">
                  <c:v>24.4</c:v>
                </c:pt>
                <c:pt idx="7908">
                  <c:v>24.45</c:v>
                </c:pt>
                <c:pt idx="7909">
                  <c:v>24.45</c:v>
                </c:pt>
                <c:pt idx="7910">
                  <c:v>24.45</c:v>
                </c:pt>
                <c:pt idx="7911">
                  <c:v>24.5</c:v>
                </c:pt>
                <c:pt idx="7912">
                  <c:v>24.5</c:v>
                </c:pt>
                <c:pt idx="7913">
                  <c:v>24.55</c:v>
                </c:pt>
                <c:pt idx="7914">
                  <c:v>24.55</c:v>
                </c:pt>
                <c:pt idx="7915">
                  <c:v>24.6</c:v>
                </c:pt>
                <c:pt idx="7916">
                  <c:v>24.6</c:v>
                </c:pt>
                <c:pt idx="7917">
                  <c:v>24.65</c:v>
                </c:pt>
                <c:pt idx="7918">
                  <c:v>24.65</c:v>
                </c:pt>
                <c:pt idx="7919">
                  <c:v>24.65</c:v>
                </c:pt>
                <c:pt idx="7920">
                  <c:v>24.7</c:v>
                </c:pt>
                <c:pt idx="7921">
                  <c:v>24.7</c:v>
                </c:pt>
                <c:pt idx="7922">
                  <c:v>24.65</c:v>
                </c:pt>
                <c:pt idx="7923">
                  <c:v>24.65</c:v>
                </c:pt>
                <c:pt idx="7924">
                  <c:v>24.65</c:v>
                </c:pt>
                <c:pt idx="7925">
                  <c:v>24.6</c:v>
                </c:pt>
                <c:pt idx="7926">
                  <c:v>24.55</c:v>
                </c:pt>
                <c:pt idx="7927">
                  <c:v>24.5</c:v>
                </c:pt>
                <c:pt idx="7928">
                  <c:v>24.45</c:v>
                </c:pt>
                <c:pt idx="7929">
                  <c:v>24.45</c:v>
                </c:pt>
                <c:pt idx="7930">
                  <c:v>24.45</c:v>
                </c:pt>
                <c:pt idx="7931">
                  <c:v>24.45</c:v>
                </c:pt>
                <c:pt idx="7932">
                  <c:v>24.4</c:v>
                </c:pt>
                <c:pt idx="7933">
                  <c:v>24.4</c:v>
                </c:pt>
                <c:pt idx="7934">
                  <c:v>24.4</c:v>
                </c:pt>
                <c:pt idx="7935">
                  <c:v>24.4</c:v>
                </c:pt>
                <c:pt idx="7936">
                  <c:v>24.4</c:v>
                </c:pt>
                <c:pt idx="7937">
                  <c:v>24.45</c:v>
                </c:pt>
                <c:pt idx="7938">
                  <c:v>24.45</c:v>
                </c:pt>
                <c:pt idx="7939">
                  <c:v>24.45</c:v>
                </c:pt>
                <c:pt idx="7940">
                  <c:v>24.5</c:v>
                </c:pt>
                <c:pt idx="7941">
                  <c:v>24.5</c:v>
                </c:pt>
                <c:pt idx="7942">
                  <c:v>24.5</c:v>
                </c:pt>
                <c:pt idx="7943">
                  <c:v>24.55</c:v>
                </c:pt>
                <c:pt idx="7944">
                  <c:v>24.55</c:v>
                </c:pt>
                <c:pt idx="7945">
                  <c:v>24.6</c:v>
                </c:pt>
                <c:pt idx="7946">
                  <c:v>24.6</c:v>
                </c:pt>
                <c:pt idx="7947">
                  <c:v>24.65</c:v>
                </c:pt>
                <c:pt idx="7948">
                  <c:v>24.65</c:v>
                </c:pt>
                <c:pt idx="7949">
                  <c:v>24.65</c:v>
                </c:pt>
                <c:pt idx="7950">
                  <c:v>24.65</c:v>
                </c:pt>
                <c:pt idx="7951">
                  <c:v>24.7</c:v>
                </c:pt>
                <c:pt idx="7952">
                  <c:v>24.65</c:v>
                </c:pt>
                <c:pt idx="7953">
                  <c:v>24.6</c:v>
                </c:pt>
                <c:pt idx="7954">
                  <c:v>24.55</c:v>
                </c:pt>
                <c:pt idx="7955">
                  <c:v>24.5</c:v>
                </c:pt>
                <c:pt idx="7956">
                  <c:v>24.45</c:v>
                </c:pt>
                <c:pt idx="7957">
                  <c:v>24.45</c:v>
                </c:pt>
                <c:pt idx="7958">
                  <c:v>24.4</c:v>
                </c:pt>
                <c:pt idx="7959">
                  <c:v>24.4</c:v>
                </c:pt>
                <c:pt idx="7960">
                  <c:v>24.35</c:v>
                </c:pt>
                <c:pt idx="7961">
                  <c:v>24.35</c:v>
                </c:pt>
                <c:pt idx="7962">
                  <c:v>24.35</c:v>
                </c:pt>
                <c:pt idx="7963">
                  <c:v>24.35</c:v>
                </c:pt>
                <c:pt idx="7964">
                  <c:v>24.4</c:v>
                </c:pt>
                <c:pt idx="7965">
                  <c:v>24.4</c:v>
                </c:pt>
                <c:pt idx="7966">
                  <c:v>24.4</c:v>
                </c:pt>
                <c:pt idx="7967">
                  <c:v>24.4</c:v>
                </c:pt>
                <c:pt idx="7968">
                  <c:v>24.45</c:v>
                </c:pt>
                <c:pt idx="7969">
                  <c:v>24.45</c:v>
                </c:pt>
                <c:pt idx="7970">
                  <c:v>24.5</c:v>
                </c:pt>
                <c:pt idx="7971">
                  <c:v>24.5</c:v>
                </c:pt>
                <c:pt idx="7972">
                  <c:v>24.55</c:v>
                </c:pt>
                <c:pt idx="7973">
                  <c:v>24.55</c:v>
                </c:pt>
                <c:pt idx="7974">
                  <c:v>24.6</c:v>
                </c:pt>
                <c:pt idx="7975">
                  <c:v>24.6</c:v>
                </c:pt>
                <c:pt idx="7976">
                  <c:v>24.65</c:v>
                </c:pt>
                <c:pt idx="7977">
                  <c:v>24.65</c:v>
                </c:pt>
                <c:pt idx="7978">
                  <c:v>24.7</c:v>
                </c:pt>
                <c:pt idx="7979">
                  <c:v>24.7</c:v>
                </c:pt>
                <c:pt idx="7980">
                  <c:v>24.75</c:v>
                </c:pt>
                <c:pt idx="7981">
                  <c:v>24.75</c:v>
                </c:pt>
                <c:pt idx="7982">
                  <c:v>24.7</c:v>
                </c:pt>
                <c:pt idx="7983">
                  <c:v>24.65</c:v>
                </c:pt>
                <c:pt idx="7984">
                  <c:v>24.6</c:v>
                </c:pt>
                <c:pt idx="7985">
                  <c:v>24.55</c:v>
                </c:pt>
                <c:pt idx="7986">
                  <c:v>24.5</c:v>
                </c:pt>
                <c:pt idx="7987">
                  <c:v>24.45</c:v>
                </c:pt>
                <c:pt idx="7988">
                  <c:v>24.45</c:v>
                </c:pt>
                <c:pt idx="7989">
                  <c:v>24.4</c:v>
                </c:pt>
                <c:pt idx="7990">
                  <c:v>24.4</c:v>
                </c:pt>
                <c:pt idx="7991">
                  <c:v>24.4</c:v>
                </c:pt>
                <c:pt idx="7992">
                  <c:v>24.4</c:v>
                </c:pt>
                <c:pt idx="7993">
                  <c:v>24.4</c:v>
                </c:pt>
                <c:pt idx="7994">
                  <c:v>24.4</c:v>
                </c:pt>
                <c:pt idx="7995">
                  <c:v>24.4</c:v>
                </c:pt>
                <c:pt idx="7996">
                  <c:v>24.4</c:v>
                </c:pt>
                <c:pt idx="7997">
                  <c:v>24.4</c:v>
                </c:pt>
                <c:pt idx="7998">
                  <c:v>24.4</c:v>
                </c:pt>
                <c:pt idx="7999">
                  <c:v>24.45</c:v>
                </c:pt>
                <c:pt idx="8000">
                  <c:v>24.45</c:v>
                </c:pt>
                <c:pt idx="8001">
                  <c:v>24.5</c:v>
                </c:pt>
                <c:pt idx="8002">
                  <c:v>24.5</c:v>
                </c:pt>
                <c:pt idx="8003">
                  <c:v>24.55</c:v>
                </c:pt>
                <c:pt idx="8004">
                  <c:v>24.55</c:v>
                </c:pt>
                <c:pt idx="8005">
                  <c:v>24.6</c:v>
                </c:pt>
                <c:pt idx="8006">
                  <c:v>24.6</c:v>
                </c:pt>
                <c:pt idx="8007">
                  <c:v>24.6</c:v>
                </c:pt>
                <c:pt idx="8008">
                  <c:v>24.65</c:v>
                </c:pt>
                <c:pt idx="8009">
                  <c:v>24.65</c:v>
                </c:pt>
                <c:pt idx="8010">
                  <c:v>24.65</c:v>
                </c:pt>
                <c:pt idx="8011">
                  <c:v>24.65</c:v>
                </c:pt>
                <c:pt idx="8012">
                  <c:v>24.65</c:v>
                </c:pt>
                <c:pt idx="8013">
                  <c:v>24.6</c:v>
                </c:pt>
                <c:pt idx="8014">
                  <c:v>24.55</c:v>
                </c:pt>
                <c:pt idx="8015">
                  <c:v>24.5</c:v>
                </c:pt>
                <c:pt idx="8016">
                  <c:v>24.5</c:v>
                </c:pt>
                <c:pt idx="8017">
                  <c:v>24.45</c:v>
                </c:pt>
                <c:pt idx="8018">
                  <c:v>24.4</c:v>
                </c:pt>
                <c:pt idx="8019">
                  <c:v>24.4</c:v>
                </c:pt>
                <c:pt idx="8020">
                  <c:v>24.4</c:v>
                </c:pt>
                <c:pt idx="8021">
                  <c:v>24.4</c:v>
                </c:pt>
                <c:pt idx="8022">
                  <c:v>24.4</c:v>
                </c:pt>
                <c:pt idx="8023">
                  <c:v>24.4</c:v>
                </c:pt>
                <c:pt idx="8024">
                  <c:v>24.4</c:v>
                </c:pt>
                <c:pt idx="8025">
                  <c:v>24.45</c:v>
                </c:pt>
                <c:pt idx="8026">
                  <c:v>24.45</c:v>
                </c:pt>
                <c:pt idx="8027">
                  <c:v>24.45</c:v>
                </c:pt>
                <c:pt idx="8028">
                  <c:v>24.5</c:v>
                </c:pt>
                <c:pt idx="8029">
                  <c:v>24.5</c:v>
                </c:pt>
                <c:pt idx="8030">
                  <c:v>24.5</c:v>
                </c:pt>
                <c:pt idx="8031">
                  <c:v>24.55</c:v>
                </c:pt>
                <c:pt idx="8032">
                  <c:v>24.55</c:v>
                </c:pt>
                <c:pt idx="8033">
                  <c:v>24.55</c:v>
                </c:pt>
                <c:pt idx="8034">
                  <c:v>24.6</c:v>
                </c:pt>
                <c:pt idx="8035">
                  <c:v>24.6</c:v>
                </c:pt>
                <c:pt idx="8036">
                  <c:v>24.6</c:v>
                </c:pt>
                <c:pt idx="8037">
                  <c:v>24.65</c:v>
                </c:pt>
                <c:pt idx="8038">
                  <c:v>24.65</c:v>
                </c:pt>
                <c:pt idx="8039">
                  <c:v>24.7</c:v>
                </c:pt>
                <c:pt idx="8040">
                  <c:v>24.7</c:v>
                </c:pt>
                <c:pt idx="8041">
                  <c:v>24.7</c:v>
                </c:pt>
                <c:pt idx="8042">
                  <c:v>24.65</c:v>
                </c:pt>
                <c:pt idx="8043">
                  <c:v>24.65</c:v>
                </c:pt>
                <c:pt idx="8044">
                  <c:v>24.55</c:v>
                </c:pt>
                <c:pt idx="8045">
                  <c:v>24.5</c:v>
                </c:pt>
                <c:pt idx="8046">
                  <c:v>24.45</c:v>
                </c:pt>
                <c:pt idx="8047">
                  <c:v>24.45</c:v>
                </c:pt>
                <c:pt idx="8048">
                  <c:v>24.4</c:v>
                </c:pt>
                <c:pt idx="8049">
                  <c:v>24.4</c:v>
                </c:pt>
                <c:pt idx="8050">
                  <c:v>24.4</c:v>
                </c:pt>
                <c:pt idx="8051">
                  <c:v>24.35</c:v>
                </c:pt>
                <c:pt idx="8052">
                  <c:v>24.4</c:v>
                </c:pt>
                <c:pt idx="8053">
                  <c:v>24.4</c:v>
                </c:pt>
                <c:pt idx="8054">
                  <c:v>24.4</c:v>
                </c:pt>
                <c:pt idx="8055">
                  <c:v>24.4</c:v>
                </c:pt>
                <c:pt idx="8056">
                  <c:v>24.45</c:v>
                </c:pt>
                <c:pt idx="8057">
                  <c:v>24.45</c:v>
                </c:pt>
                <c:pt idx="8058">
                  <c:v>24.45</c:v>
                </c:pt>
                <c:pt idx="8059">
                  <c:v>24.5</c:v>
                </c:pt>
                <c:pt idx="8060">
                  <c:v>24.5</c:v>
                </c:pt>
                <c:pt idx="8061">
                  <c:v>24.5</c:v>
                </c:pt>
                <c:pt idx="8062">
                  <c:v>24.55</c:v>
                </c:pt>
                <c:pt idx="8063">
                  <c:v>24.55</c:v>
                </c:pt>
                <c:pt idx="8064">
                  <c:v>24.6</c:v>
                </c:pt>
                <c:pt idx="8065">
                  <c:v>24.6</c:v>
                </c:pt>
                <c:pt idx="8066">
                  <c:v>24.65</c:v>
                </c:pt>
                <c:pt idx="8067">
                  <c:v>24.65</c:v>
                </c:pt>
                <c:pt idx="8068">
                  <c:v>24.7</c:v>
                </c:pt>
                <c:pt idx="8069">
                  <c:v>24.7</c:v>
                </c:pt>
                <c:pt idx="8070">
                  <c:v>24.75</c:v>
                </c:pt>
                <c:pt idx="8071">
                  <c:v>24.7</c:v>
                </c:pt>
                <c:pt idx="8072">
                  <c:v>24.7</c:v>
                </c:pt>
                <c:pt idx="8073">
                  <c:v>24.65</c:v>
                </c:pt>
                <c:pt idx="8074">
                  <c:v>24.6</c:v>
                </c:pt>
                <c:pt idx="8075">
                  <c:v>24.6</c:v>
                </c:pt>
                <c:pt idx="8076">
                  <c:v>24.55</c:v>
                </c:pt>
                <c:pt idx="8077">
                  <c:v>24.5</c:v>
                </c:pt>
                <c:pt idx="8078">
                  <c:v>24.45</c:v>
                </c:pt>
                <c:pt idx="8079">
                  <c:v>24.45</c:v>
                </c:pt>
                <c:pt idx="8080">
                  <c:v>24.45</c:v>
                </c:pt>
                <c:pt idx="8081">
                  <c:v>24.45</c:v>
                </c:pt>
                <c:pt idx="8082">
                  <c:v>24.4</c:v>
                </c:pt>
                <c:pt idx="8083">
                  <c:v>24.4</c:v>
                </c:pt>
                <c:pt idx="8084">
                  <c:v>24.4</c:v>
                </c:pt>
                <c:pt idx="8085">
                  <c:v>24.4</c:v>
                </c:pt>
                <c:pt idx="8086">
                  <c:v>24.45</c:v>
                </c:pt>
                <c:pt idx="8087">
                  <c:v>24.45</c:v>
                </c:pt>
                <c:pt idx="8088">
                  <c:v>24.45</c:v>
                </c:pt>
                <c:pt idx="8089">
                  <c:v>24.45</c:v>
                </c:pt>
                <c:pt idx="8090">
                  <c:v>24.5</c:v>
                </c:pt>
                <c:pt idx="8091">
                  <c:v>24.5</c:v>
                </c:pt>
                <c:pt idx="8092">
                  <c:v>24.5</c:v>
                </c:pt>
                <c:pt idx="8093">
                  <c:v>24.55</c:v>
                </c:pt>
                <c:pt idx="8094">
                  <c:v>24.55</c:v>
                </c:pt>
                <c:pt idx="8095">
                  <c:v>24.55</c:v>
                </c:pt>
                <c:pt idx="8096">
                  <c:v>24.6</c:v>
                </c:pt>
                <c:pt idx="8097">
                  <c:v>24.6</c:v>
                </c:pt>
                <c:pt idx="8098">
                  <c:v>24.65</c:v>
                </c:pt>
                <c:pt idx="8099">
                  <c:v>24.65</c:v>
                </c:pt>
                <c:pt idx="8100">
                  <c:v>24.7</c:v>
                </c:pt>
                <c:pt idx="8101">
                  <c:v>24.65</c:v>
                </c:pt>
                <c:pt idx="8102">
                  <c:v>24.65</c:v>
                </c:pt>
                <c:pt idx="8103">
                  <c:v>24.65</c:v>
                </c:pt>
                <c:pt idx="8104">
                  <c:v>24.55</c:v>
                </c:pt>
                <c:pt idx="8105">
                  <c:v>24.5</c:v>
                </c:pt>
                <c:pt idx="8106">
                  <c:v>24.5</c:v>
                </c:pt>
                <c:pt idx="8107">
                  <c:v>24.5</c:v>
                </c:pt>
                <c:pt idx="8108">
                  <c:v>24.45</c:v>
                </c:pt>
                <c:pt idx="8109">
                  <c:v>24.4</c:v>
                </c:pt>
                <c:pt idx="8110">
                  <c:v>24.4</c:v>
                </c:pt>
                <c:pt idx="8111">
                  <c:v>24.4</c:v>
                </c:pt>
                <c:pt idx="8112">
                  <c:v>24.4</c:v>
                </c:pt>
                <c:pt idx="8113">
                  <c:v>24.4</c:v>
                </c:pt>
                <c:pt idx="8114">
                  <c:v>24.4</c:v>
                </c:pt>
                <c:pt idx="8115">
                  <c:v>24.4</c:v>
                </c:pt>
                <c:pt idx="8116">
                  <c:v>24.45</c:v>
                </c:pt>
                <c:pt idx="8117">
                  <c:v>24.45</c:v>
                </c:pt>
                <c:pt idx="8118">
                  <c:v>24.5</c:v>
                </c:pt>
                <c:pt idx="8119">
                  <c:v>24.5</c:v>
                </c:pt>
                <c:pt idx="8120">
                  <c:v>24.5</c:v>
                </c:pt>
                <c:pt idx="8121">
                  <c:v>24.55</c:v>
                </c:pt>
                <c:pt idx="8122">
                  <c:v>24.55</c:v>
                </c:pt>
                <c:pt idx="8123">
                  <c:v>24.6</c:v>
                </c:pt>
                <c:pt idx="8124">
                  <c:v>24.6</c:v>
                </c:pt>
                <c:pt idx="8125">
                  <c:v>24.65</c:v>
                </c:pt>
                <c:pt idx="8126">
                  <c:v>24.65</c:v>
                </c:pt>
                <c:pt idx="8127">
                  <c:v>24.65</c:v>
                </c:pt>
                <c:pt idx="8128">
                  <c:v>24.7</c:v>
                </c:pt>
                <c:pt idx="8129">
                  <c:v>24.7</c:v>
                </c:pt>
                <c:pt idx="8130">
                  <c:v>24.75</c:v>
                </c:pt>
                <c:pt idx="8131">
                  <c:v>24.7</c:v>
                </c:pt>
                <c:pt idx="8132">
                  <c:v>24.7</c:v>
                </c:pt>
                <c:pt idx="8133">
                  <c:v>24.65</c:v>
                </c:pt>
                <c:pt idx="8134">
                  <c:v>24.6</c:v>
                </c:pt>
                <c:pt idx="8135">
                  <c:v>24.55</c:v>
                </c:pt>
                <c:pt idx="8136">
                  <c:v>24.5</c:v>
                </c:pt>
                <c:pt idx="8137">
                  <c:v>24.45</c:v>
                </c:pt>
                <c:pt idx="8138">
                  <c:v>24.4</c:v>
                </c:pt>
                <c:pt idx="8139">
                  <c:v>24.4</c:v>
                </c:pt>
                <c:pt idx="8140">
                  <c:v>24.4</c:v>
                </c:pt>
                <c:pt idx="8141">
                  <c:v>24.4</c:v>
                </c:pt>
                <c:pt idx="8142">
                  <c:v>24.4</c:v>
                </c:pt>
                <c:pt idx="8143">
                  <c:v>24.45</c:v>
                </c:pt>
                <c:pt idx="8144">
                  <c:v>24.4</c:v>
                </c:pt>
                <c:pt idx="8145">
                  <c:v>24.4</c:v>
                </c:pt>
                <c:pt idx="8146">
                  <c:v>24.45</c:v>
                </c:pt>
                <c:pt idx="8147">
                  <c:v>24.45</c:v>
                </c:pt>
                <c:pt idx="8148">
                  <c:v>24.45</c:v>
                </c:pt>
                <c:pt idx="8149">
                  <c:v>24.45</c:v>
                </c:pt>
                <c:pt idx="8150">
                  <c:v>24.5</c:v>
                </c:pt>
                <c:pt idx="8151">
                  <c:v>24.5</c:v>
                </c:pt>
                <c:pt idx="8152">
                  <c:v>24.55</c:v>
                </c:pt>
                <c:pt idx="8153">
                  <c:v>24.55</c:v>
                </c:pt>
                <c:pt idx="8154">
                  <c:v>24.6</c:v>
                </c:pt>
                <c:pt idx="8155">
                  <c:v>24.6</c:v>
                </c:pt>
                <c:pt idx="8156">
                  <c:v>24.6</c:v>
                </c:pt>
                <c:pt idx="8157">
                  <c:v>24.65</c:v>
                </c:pt>
                <c:pt idx="8158">
                  <c:v>24.65</c:v>
                </c:pt>
                <c:pt idx="8159">
                  <c:v>24.65</c:v>
                </c:pt>
                <c:pt idx="8160">
                  <c:v>24.65</c:v>
                </c:pt>
                <c:pt idx="8161">
                  <c:v>24.65</c:v>
                </c:pt>
                <c:pt idx="8162">
                  <c:v>24.65</c:v>
                </c:pt>
                <c:pt idx="8163">
                  <c:v>24.6</c:v>
                </c:pt>
                <c:pt idx="8164">
                  <c:v>24.55</c:v>
                </c:pt>
                <c:pt idx="8165">
                  <c:v>24.55</c:v>
                </c:pt>
                <c:pt idx="8166">
                  <c:v>24.45</c:v>
                </c:pt>
                <c:pt idx="8167">
                  <c:v>24.4</c:v>
                </c:pt>
                <c:pt idx="8168">
                  <c:v>24.4</c:v>
                </c:pt>
                <c:pt idx="8169">
                  <c:v>24.35</c:v>
                </c:pt>
                <c:pt idx="8170">
                  <c:v>24.4</c:v>
                </c:pt>
                <c:pt idx="8171">
                  <c:v>24.35</c:v>
                </c:pt>
                <c:pt idx="8172">
                  <c:v>24.35</c:v>
                </c:pt>
                <c:pt idx="8173">
                  <c:v>24.4</c:v>
                </c:pt>
                <c:pt idx="8174">
                  <c:v>24.4</c:v>
                </c:pt>
                <c:pt idx="8175">
                  <c:v>24.45</c:v>
                </c:pt>
                <c:pt idx="8176">
                  <c:v>24.4</c:v>
                </c:pt>
                <c:pt idx="8177">
                  <c:v>24.45</c:v>
                </c:pt>
                <c:pt idx="8178">
                  <c:v>24.45</c:v>
                </c:pt>
                <c:pt idx="8179">
                  <c:v>24.45</c:v>
                </c:pt>
                <c:pt idx="8180">
                  <c:v>24.5</c:v>
                </c:pt>
                <c:pt idx="8181">
                  <c:v>24.5</c:v>
                </c:pt>
                <c:pt idx="8182">
                  <c:v>24.55</c:v>
                </c:pt>
                <c:pt idx="8183">
                  <c:v>24.55</c:v>
                </c:pt>
                <c:pt idx="8184">
                  <c:v>24.55</c:v>
                </c:pt>
                <c:pt idx="8185">
                  <c:v>24.6</c:v>
                </c:pt>
                <c:pt idx="8186">
                  <c:v>24.6</c:v>
                </c:pt>
                <c:pt idx="8187">
                  <c:v>24.6</c:v>
                </c:pt>
                <c:pt idx="8188">
                  <c:v>24.65</c:v>
                </c:pt>
                <c:pt idx="8189">
                  <c:v>24.65</c:v>
                </c:pt>
                <c:pt idx="8190">
                  <c:v>24.65</c:v>
                </c:pt>
                <c:pt idx="8191">
                  <c:v>24.65</c:v>
                </c:pt>
                <c:pt idx="8192">
                  <c:v>24.6</c:v>
                </c:pt>
                <c:pt idx="8193">
                  <c:v>24.6</c:v>
                </c:pt>
                <c:pt idx="8194">
                  <c:v>24.55</c:v>
                </c:pt>
                <c:pt idx="8195">
                  <c:v>24.5</c:v>
                </c:pt>
                <c:pt idx="8196">
                  <c:v>24.5</c:v>
                </c:pt>
                <c:pt idx="8197">
                  <c:v>24.45</c:v>
                </c:pt>
                <c:pt idx="8198">
                  <c:v>24.35</c:v>
                </c:pt>
                <c:pt idx="8199">
                  <c:v>24.35</c:v>
                </c:pt>
                <c:pt idx="8200">
                  <c:v>24.35</c:v>
                </c:pt>
                <c:pt idx="8201">
                  <c:v>24.35</c:v>
                </c:pt>
                <c:pt idx="8202">
                  <c:v>24.35</c:v>
                </c:pt>
                <c:pt idx="8203">
                  <c:v>24.4</c:v>
                </c:pt>
                <c:pt idx="8204">
                  <c:v>24.4</c:v>
                </c:pt>
                <c:pt idx="8205">
                  <c:v>24.4</c:v>
                </c:pt>
                <c:pt idx="8206">
                  <c:v>24.4</c:v>
                </c:pt>
                <c:pt idx="8207">
                  <c:v>24.4</c:v>
                </c:pt>
                <c:pt idx="8208">
                  <c:v>24.4</c:v>
                </c:pt>
                <c:pt idx="8209">
                  <c:v>24.4</c:v>
                </c:pt>
                <c:pt idx="8210">
                  <c:v>24.45</c:v>
                </c:pt>
                <c:pt idx="8211">
                  <c:v>24.45</c:v>
                </c:pt>
                <c:pt idx="8212">
                  <c:v>24.5</c:v>
                </c:pt>
                <c:pt idx="8213">
                  <c:v>24.5</c:v>
                </c:pt>
                <c:pt idx="8214">
                  <c:v>24.5</c:v>
                </c:pt>
                <c:pt idx="8215">
                  <c:v>24.5</c:v>
                </c:pt>
                <c:pt idx="8216">
                  <c:v>24.55</c:v>
                </c:pt>
                <c:pt idx="8217">
                  <c:v>24.55</c:v>
                </c:pt>
                <c:pt idx="8218">
                  <c:v>24.6</c:v>
                </c:pt>
                <c:pt idx="8219">
                  <c:v>24.65</c:v>
                </c:pt>
                <c:pt idx="8220">
                  <c:v>24.65</c:v>
                </c:pt>
                <c:pt idx="8221">
                  <c:v>24.65</c:v>
                </c:pt>
                <c:pt idx="8222">
                  <c:v>24.65</c:v>
                </c:pt>
                <c:pt idx="8223">
                  <c:v>24.65</c:v>
                </c:pt>
                <c:pt idx="8224">
                  <c:v>24.6</c:v>
                </c:pt>
                <c:pt idx="8225">
                  <c:v>24.55</c:v>
                </c:pt>
                <c:pt idx="8226">
                  <c:v>24.5</c:v>
                </c:pt>
                <c:pt idx="8227">
                  <c:v>24.45</c:v>
                </c:pt>
                <c:pt idx="8228">
                  <c:v>24.4</c:v>
                </c:pt>
                <c:pt idx="8229">
                  <c:v>24.4</c:v>
                </c:pt>
                <c:pt idx="8230">
                  <c:v>24.4</c:v>
                </c:pt>
                <c:pt idx="8231">
                  <c:v>24.4</c:v>
                </c:pt>
                <c:pt idx="8232">
                  <c:v>24.4</c:v>
                </c:pt>
                <c:pt idx="8233">
                  <c:v>24.4</c:v>
                </c:pt>
                <c:pt idx="8234">
                  <c:v>24.4</c:v>
                </c:pt>
                <c:pt idx="8235">
                  <c:v>24.4</c:v>
                </c:pt>
                <c:pt idx="8236">
                  <c:v>24.4</c:v>
                </c:pt>
                <c:pt idx="8237">
                  <c:v>24.4</c:v>
                </c:pt>
                <c:pt idx="8238">
                  <c:v>24.45</c:v>
                </c:pt>
                <c:pt idx="8239">
                  <c:v>24.45</c:v>
                </c:pt>
                <c:pt idx="8240">
                  <c:v>24.45</c:v>
                </c:pt>
                <c:pt idx="8241">
                  <c:v>24.5</c:v>
                </c:pt>
                <c:pt idx="8242">
                  <c:v>24.5</c:v>
                </c:pt>
                <c:pt idx="8243">
                  <c:v>24.5</c:v>
                </c:pt>
                <c:pt idx="8244">
                  <c:v>24.5</c:v>
                </c:pt>
                <c:pt idx="8245">
                  <c:v>24.55</c:v>
                </c:pt>
                <c:pt idx="8246">
                  <c:v>24.6</c:v>
                </c:pt>
                <c:pt idx="8247">
                  <c:v>24.55</c:v>
                </c:pt>
                <c:pt idx="8248">
                  <c:v>24.6</c:v>
                </c:pt>
                <c:pt idx="8249">
                  <c:v>24.65</c:v>
                </c:pt>
                <c:pt idx="8250">
                  <c:v>24.65</c:v>
                </c:pt>
                <c:pt idx="8251">
                  <c:v>24.7</c:v>
                </c:pt>
                <c:pt idx="8252">
                  <c:v>24.65</c:v>
                </c:pt>
                <c:pt idx="8253">
                  <c:v>24.6</c:v>
                </c:pt>
                <c:pt idx="8254">
                  <c:v>24.6</c:v>
                </c:pt>
                <c:pt idx="8255">
                  <c:v>24.55</c:v>
                </c:pt>
                <c:pt idx="8256">
                  <c:v>24.5</c:v>
                </c:pt>
                <c:pt idx="8257">
                  <c:v>24.45</c:v>
                </c:pt>
                <c:pt idx="8258">
                  <c:v>24.45</c:v>
                </c:pt>
                <c:pt idx="8259">
                  <c:v>24.45</c:v>
                </c:pt>
                <c:pt idx="8260">
                  <c:v>24.4</c:v>
                </c:pt>
                <c:pt idx="8261">
                  <c:v>24.4</c:v>
                </c:pt>
                <c:pt idx="8262">
                  <c:v>24.4</c:v>
                </c:pt>
                <c:pt idx="8263">
                  <c:v>24.4</c:v>
                </c:pt>
                <c:pt idx="8264">
                  <c:v>24.4</c:v>
                </c:pt>
                <c:pt idx="8265">
                  <c:v>24.4</c:v>
                </c:pt>
                <c:pt idx="8266">
                  <c:v>24.45</c:v>
                </c:pt>
                <c:pt idx="8267">
                  <c:v>24.45</c:v>
                </c:pt>
                <c:pt idx="8268">
                  <c:v>24.45</c:v>
                </c:pt>
                <c:pt idx="8269">
                  <c:v>24.5</c:v>
                </c:pt>
                <c:pt idx="8270">
                  <c:v>24.5</c:v>
                </c:pt>
                <c:pt idx="8271">
                  <c:v>24.5</c:v>
                </c:pt>
                <c:pt idx="8272">
                  <c:v>24.55</c:v>
                </c:pt>
                <c:pt idx="8273">
                  <c:v>24.55</c:v>
                </c:pt>
                <c:pt idx="8274">
                  <c:v>24.55</c:v>
                </c:pt>
                <c:pt idx="8275">
                  <c:v>24.6</c:v>
                </c:pt>
                <c:pt idx="8276">
                  <c:v>24.6</c:v>
                </c:pt>
                <c:pt idx="8277">
                  <c:v>24.65</c:v>
                </c:pt>
                <c:pt idx="8278">
                  <c:v>24.65</c:v>
                </c:pt>
                <c:pt idx="8279">
                  <c:v>24.7</c:v>
                </c:pt>
                <c:pt idx="8280">
                  <c:v>24.7</c:v>
                </c:pt>
                <c:pt idx="8281">
                  <c:v>24.7</c:v>
                </c:pt>
                <c:pt idx="8282">
                  <c:v>24.7</c:v>
                </c:pt>
                <c:pt idx="8283">
                  <c:v>24.65</c:v>
                </c:pt>
                <c:pt idx="8284">
                  <c:v>24.6</c:v>
                </c:pt>
                <c:pt idx="8285">
                  <c:v>24.55</c:v>
                </c:pt>
                <c:pt idx="8286">
                  <c:v>24.5</c:v>
                </c:pt>
                <c:pt idx="8287">
                  <c:v>24.45</c:v>
                </c:pt>
                <c:pt idx="8288">
                  <c:v>24.45</c:v>
                </c:pt>
                <c:pt idx="8289">
                  <c:v>24.4</c:v>
                </c:pt>
                <c:pt idx="8290">
                  <c:v>24.4</c:v>
                </c:pt>
                <c:pt idx="8291">
                  <c:v>24.4</c:v>
                </c:pt>
                <c:pt idx="8292">
                  <c:v>24.35</c:v>
                </c:pt>
                <c:pt idx="8293">
                  <c:v>24.4</c:v>
                </c:pt>
                <c:pt idx="8294">
                  <c:v>24.4</c:v>
                </c:pt>
                <c:pt idx="8295">
                  <c:v>24.4</c:v>
                </c:pt>
                <c:pt idx="8296">
                  <c:v>24.4</c:v>
                </c:pt>
                <c:pt idx="8297">
                  <c:v>24.45</c:v>
                </c:pt>
                <c:pt idx="8298">
                  <c:v>24.45</c:v>
                </c:pt>
                <c:pt idx="8299">
                  <c:v>24.45</c:v>
                </c:pt>
                <c:pt idx="8300">
                  <c:v>24.5</c:v>
                </c:pt>
                <c:pt idx="8301">
                  <c:v>24.5</c:v>
                </c:pt>
                <c:pt idx="8302">
                  <c:v>24.55</c:v>
                </c:pt>
                <c:pt idx="8303">
                  <c:v>24.55</c:v>
                </c:pt>
                <c:pt idx="8304">
                  <c:v>24.6</c:v>
                </c:pt>
                <c:pt idx="8305">
                  <c:v>24.6</c:v>
                </c:pt>
                <c:pt idx="8306">
                  <c:v>24.6</c:v>
                </c:pt>
                <c:pt idx="8307">
                  <c:v>24.65</c:v>
                </c:pt>
                <c:pt idx="8308">
                  <c:v>24.7</c:v>
                </c:pt>
                <c:pt idx="8309">
                  <c:v>24.7</c:v>
                </c:pt>
                <c:pt idx="8310">
                  <c:v>24.75</c:v>
                </c:pt>
                <c:pt idx="8311">
                  <c:v>24.7</c:v>
                </c:pt>
                <c:pt idx="8312">
                  <c:v>24.7</c:v>
                </c:pt>
                <c:pt idx="8313">
                  <c:v>24.65</c:v>
                </c:pt>
                <c:pt idx="8314">
                  <c:v>24.6</c:v>
                </c:pt>
                <c:pt idx="8315">
                  <c:v>24.55</c:v>
                </c:pt>
                <c:pt idx="8316">
                  <c:v>24.5</c:v>
                </c:pt>
                <c:pt idx="8317">
                  <c:v>24.5</c:v>
                </c:pt>
                <c:pt idx="8318">
                  <c:v>24.45</c:v>
                </c:pt>
                <c:pt idx="8319">
                  <c:v>24.45</c:v>
                </c:pt>
                <c:pt idx="8320">
                  <c:v>24.4</c:v>
                </c:pt>
                <c:pt idx="8321">
                  <c:v>24.4</c:v>
                </c:pt>
                <c:pt idx="8322">
                  <c:v>24.4</c:v>
                </c:pt>
                <c:pt idx="8323">
                  <c:v>24.4</c:v>
                </c:pt>
                <c:pt idx="8324">
                  <c:v>24.4</c:v>
                </c:pt>
                <c:pt idx="8325">
                  <c:v>24.4</c:v>
                </c:pt>
                <c:pt idx="8326">
                  <c:v>24.4</c:v>
                </c:pt>
                <c:pt idx="8327">
                  <c:v>24.45</c:v>
                </c:pt>
                <c:pt idx="8328">
                  <c:v>24.45</c:v>
                </c:pt>
                <c:pt idx="8329">
                  <c:v>24.45</c:v>
                </c:pt>
                <c:pt idx="8330">
                  <c:v>24.5</c:v>
                </c:pt>
                <c:pt idx="8331">
                  <c:v>24.5</c:v>
                </c:pt>
                <c:pt idx="8332">
                  <c:v>24.55</c:v>
                </c:pt>
                <c:pt idx="8333">
                  <c:v>24.55</c:v>
                </c:pt>
                <c:pt idx="8334">
                  <c:v>24.6</c:v>
                </c:pt>
                <c:pt idx="8335">
                  <c:v>24.65</c:v>
                </c:pt>
                <c:pt idx="8336">
                  <c:v>24.65</c:v>
                </c:pt>
                <c:pt idx="8337">
                  <c:v>24.65</c:v>
                </c:pt>
                <c:pt idx="8338">
                  <c:v>24.65</c:v>
                </c:pt>
                <c:pt idx="8339">
                  <c:v>24.7</c:v>
                </c:pt>
                <c:pt idx="8340">
                  <c:v>24.7</c:v>
                </c:pt>
                <c:pt idx="8341">
                  <c:v>24.7</c:v>
                </c:pt>
                <c:pt idx="8342">
                  <c:v>24.7</c:v>
                </c:pt>
                <c:pt idx="8343">
                  <c:v>24.65</c:v>
                </c:pt>
                <c:pt idx="8344">
                  <c:v>24.6</c:v>
                </c:pt>
                <c:pt idx="8345">
                  <c:v>24.55</c:v>
                </c:pt>
                <c:pt idx="8346">
                  <c:v>24.5</c:v>
                </c:pt>
                <c:pt idx="8347">
                  <c:v>24.45</c:v>
                </c:pt>
                <c:pt idx="8348">
                  <c:v>24.4</c:v>
                </c:pt>
                <c:pt idx="8349">
                  <c:v>24.4</c:v>
                </c:pt>
                <c:pt idx="8350">
                  <c:v>24.4</c:v>
                </c:pt>
                <c:pt idx="8351">
                  <c:v>24.35</c:v>
                </c:pt>
                <c:pt idx="8352">
                  <c:v>24.35</c:v>
                </c:pt>
                <c:pt idx="8353">
                  <c:v>24.35</c:v>
                </c:pt>
                <c:pt idx="8354">
                  <c:v>24.35</c:v>
                </c:pt>
                <c:pt idx="8355">
                  <c:v>24.4</c:v>
                </c:pt>
                <c:pt idx="8356">
                  <c:v>24.4</c:v>
                </c:pt>
                <c:pt idx="8357">
                  <c:v>24.4</c:v>
                </c:pt>
                <c:pt idx="8358">
                  <c:v>24.4</c:v>
                </c:pt>
                <c:pt idx="8359">
                  <c:v>24.45</c:v>
                </c:pt>
                <c:pt idx="8360">
                  <c:v>24.45</c:v>
                </c:pt>
                <c:pt idx="8361">
                  <c:v>24.5</c:v>
                </c:pt>
                <c:pt idx="8362">
                  <c:v>24.5</c:v>
                </c:pt>
                <c:pt idx="8363">
                  <c:v>24.55</c:v>
                </c:pt>
                <c:pt idx="8364">
                  <c:v>24.55</c:v>
                </c:pt>
                <c:pt idx="8365">
                  <c:v>24.6</c:v>
                </c:pt>
                <c:pt idx="8366">
                  <c:v>24.6</c:v>
                </c:pt>
                <c:pt idx="8367">
                  <c:v>24.65</c:v>
                </c:pt>
                <c:pt idx="8368">
                  <c:v>24.65</c:v>
                </c:pt>
                <c:pt idx="8369">
                  <c:v>24.7</c:v>
                </c:pt>
                <c:pt idx="8370">
                  <c:v>24.7</c:v>
                </c:pt>
                <c:pt idx="8371">
                  <c:v>24.7</c:v>
                </c:pt>
                <c:pt idx="8372">
                  <c:v>24.65</c:v>
                </c:pt>
                <c:pt idx="8373">
                  <c:v>24.65</c:v>
                </c:pt>
                <c:pt idx="8374">
                  <c:v>24.6</c:v>
                </c:pt>
                <c:pt idx="8375">
                  <c:v>24.55</c:v>
                </c:pt>
                <c:pt idx="8376">
                  <c:v>24.5</c:v>
                </c:pt>
                <c:pt idx="8377">
                  <c:v>24.45</c:v>
                </c:pt>
                <c:pt idx="8378">
                  <c:v>24.45</c:v>
                </c:pt>
                <c:pt idx="8379">
                  <c:v>24.4</c:v>
                </c:pt>
                <c:pt idx="8380">
                  <c:v>24.4</c:v>
                </c:pt>
                <c:pt idx="8381">
                  <c:v>24.35</c:v>
                </c:pt>
                <c:pt idx="8382">
                  <c:v>24.35</c:v>
                </c:pt>
                <c:pt idx="8383">
                  <c:v>24.35</c:v>
                </c:pt>
                <c:pt idx="8384">
                  <c:v>24.4</c:v>
                </c:pt>
                <c:pt idx="8385">
                  <c:v>24.4</c:v>
                </c:pt>
                <c:pt idx="8386">
                  <c:v>24.4</c:v>
                </c:pt>
                <c:pt idx="8387">
                  <c:v>24.4</c:v>
                </c:pt>
                <c:pt idx="8388">
                  <c:v>24.45</c:v>
                </c:pt>
                <c:pt idx="8389">
                  <c:v>24.45</c:v>
                </c:pt>
                <c:pt idx="8390">
                  <c:v>24.45</c:v>
                </c:pt>
                <c:pt idx="8391">
                  <c:v>24.5</c:v>
                </c:pt>
                <c:pt idx="8392">
                  <c:v>24.5</c:v>
                </c:pt>
                <c:pt idx="8393">
                  <c:v>24.55</c:v>
                </c:pt>
                <c:pt idx="8394">
                  <c:v>24.55</c:v>
                </c:pt>
                <c:pt idx="8395">
                  <c:v>24.6</c:v>
                </c:pt>
                <c:pt idx="8396">
                  <c:v>24.6</c:v>
                </c:pt>
                <c:pt idx="8397">
                  <c:v>24.65</c:v>
                </c:pt>
                <c:pt idx="8398">
                  <c:v>24.65</c:v>
                </c:pt>
                <c:pt idx="8399">
                  <c:v>24.65</c:v>
                </c:pt>
                <c:pt idx="8400">
                  <c:v>24.7</c:v>
                </c:pt>
                <c:pt idx="8401">
                  <c:v>24.7</c:v>
                </c:pt>
                <c:pt idx="8402">
                  <c:v>24.65</c:v>
                </c:pt>
                <c:pt idx="8403">
                  <c:v>24.65</c:v>
                </c:pt>
                <c:pt idx="8404">
                  <c:v>24.6</c:v>
                </c:pt>
                <c:pt idx="8405">
                  <c:v>24.55</c:v>
                </c:pt>
                <c:pt idx="8406">
                  <c:v>24.5</c:v>
                </c:pt>
                <c:pt idx="8407">
                  <c:v>24.5</c:v>
                </c:pt>
                <c:pt idx="8408">
                  <c:v>24.45</c:v>
                </c:pt>
                <c:pt idx="8409">
                  <c:v>24.45</c:v>
                </c:pt>
                <c:pt idx="8410">
                  <c:v>24.4</c:v>
                </c:pt>
                <c:pt idx="8411">
                  <c:v>24.4</c:v>
                </c:pt>
                <c:pt idx="8412">
                  <c:v>24.4</c:v>
                </c:pt>
                <c:pt idx="8413">
                  <c:v>24.4</c:v>
                </c:pt>
                <c:pt idx="8414">
                  <c:v>24.4</c:v>
                </c:pt>
                <c:pt idx="8415">
                  <c:v>24.4</c:v>
                </c:pt>
                <c:pt idx="8416">
                  <c:v>24.4</c:v>
                </c:pt>
                <c:pt idx="8417">
                  <c:v>24.4</c:v>
                </c:pt>
                <c:pt idx="8418">
                  <c:v>24.4</c:v>
                </c:pt>
                <c:pt idx="8419">
                  <c:v>24.45</c:v>
                </c:pt>
                <c:pt idx="8420">
                  <c:v>24.45</c:v>
                </c:pt>
                <c:pt idx="8421">
                  <c:v>24.45</c:v>
                </c:pt>
                <c:pt idx="8422">
                  <c:v>24.5</c:v>
                </c:pt>
                <c:pt idx="8423">
                  <c:v>24.5</c:v>
                </c:pt>
                <c:pt idx="8424">
                  <c:v>24.55</c:v>
                </c:pt>
                <c:pt idx="8425">
                  <c:v>24.55</c:v>
                </c:pt>
                <c:pt idx="8426">
                  <c:v>24.6</c:v>
                </c:pt>
                <c:pt idx="8427">
                  <c:v>24.6</c:v>
                </c:pt>
                <c:pt idx="8428">
                  <c:v>24.65</c:v>
                </c:pt>
                <c:pt idx="8429">
                  <c:v>24.65</c:v>
                </c:pt>
                <c:pt idx="8430">
                  <c:v>24.7</c:v>
                </c:pt>
                <c:pt idx="8431">
                  <c:v>24.7</c:v>
                </c:pt>
                <c:pt idx="8432">
                  <c:v>24.65</c:v>
                </c:pt>
                <c:pt idx="8433">
                  <c:v>24.65</c:v>
                </c:pt>
                <c:pt idx="8434">
                  <c:v>24.55</c:v>
                </c:pt>
                <c:pt idx="8435">
                  <c:v>24.5</c:v>
                </c:pt>
                <c:pt idx="8436">
                  <c:v>24.45</c:v>
                </c:pt>
                <c:pt idx="8437">
                  <c:v>24.45</c:v>
                </c:pt>
                <c:pt idx="8438">
                  <c:v>24.4</c:v>
                </c:pt>
                <c:pt idx="8439">
                  <c:v>24.4</c:v>
                </c:pt>
                <c:pt idx="8440">
                  <c:v>24.4</c:v>
                </c:pt>
                <c:pt idx="8441">
                  <c:v>24.35</c:v>
                </c:pt>
                <c:pt idx="8442">
                  <c:v>24.35</c:v>
                </c:pt>
                <c:pt idx="8443">
                  <c:v>24.35</c:v>
                </c:pt>
                <c:pt idx="8444">
                  <c:v>24.35</c:v>
                </c:pt>
                <c:pt idx="8445">
                  <c:v>24.35</c:v>
                </c:pt>
                <c:pt idx="8446">
                  <c:v>24.4</c:v>
                </c:pt>
                <c:pt idx="8447">
                  <c:v>24.4</c:v>
                </c:pt>
                <c:pt idx="8448">
                  <c:v>24.4</c:v>
                </c:pt>
                <c:pt idx="8449">
                  <c:v>24.4</c:v>
                </c:pt>
                <c:pt idx="8450">
                  <c:v>24.45</c:v>
                </c:pt>
                <c:pt idx="8451">
                  <c:v>24.45</c:v>
                </c:pt>
                <c:pt idx="8452">
                  <c:v>24.5</c:v>
                </c:pt>
                <c:pt idx="8453">
                  <c:v>24.5</c:v>
                </c:pt>
                <c:pt idx="8454">
                  <c:v>24.55</c:v>
                </c:pt>
                <c:pt idx="8455">
                  <c:v>24.55</c:v>
                </c:pt>
                <c:pt idx="8456">
                  <c:v>24.6</c:v>
                </c:pt>
                <c:pt idx="8457">
                  <c:v>24.6</c:v>
                </c:pt>
                <c:pt idx="8458">
                  <c:v>24.65</c:v>
                </c:pt>
                <c:pt idx="8459">
                  <c:v>24.65</c:v>
                </c:pt>
                <c:pt idx="8460">
                  <c:v>24.7</c:v>
                </c:pt>
                <c:pt idx="8461">
                  <c:v>24.65</c:v>
                </c:pt>
                <c:pt idx="8462">
                  <c:v>24.65</c:v>
                </c:pt>
                <c:pt idx="8463">
                  <c:v>24.6</c:v>
                </c:pt>
                <c:pt idx="8464">
                  <c:v>24.55</c:v>
                </c:pt>
                <c:pt idx="8465">
                  <c:v>24.5</c:v>
                </c:pt>
                <c:pt idx="8466">
                  <c:v>24.45</c:v>
                </c:pt>
                <c:pt idx="8467">
                  <c:v>24.4</c:v>
                </c:pt>
                <c:pt idx="8468">
                  <c:v>24.4</c:v>
                </c:pt>
                <c:pt idx="8469">
                  <c:v>24.35</c:v>
                </c:pt>
                <c:pt idx="8470">
                  <c:v>24.35</c:v>
                </c:pt>
                <c:pt idx="8471">
                  <c:v>24.35</c:v>
                </c:pt>
                <c:pt idx="8472">
                  <c:v>24.35</c:v>
                </c:pt>
                <c:pt idx="8473">
                  <c:v>24.35</c:v>
                </c:pt>
                <c:pt idx="8474">
                  <c:v>24.35</c:v>
                </c:pt>
                <c:pt idx="8475">
                  <c:v>24.35</c:v>
                </c:pt>
                <c:pt idx="8476">
                  <c:v>24.35</c:v>
                </c:pt>
                <c:pt idx="8477">
                  <c:v>24.4</c:v>
                </c:pt>
                <c:pt idx="8478">
                  <c:v>24.4</c:v>
                </c:pt>
                <c:pt idx="8479">
                  <c:v>24.4</c:v>
                </c:pt>
                <c:pt idx="8480">
                  <c:v>24.45</c:v>
                </c:pt>
                <c:pt idx="8481">
                  <c:v>24.45</c:v>
                </c:pt>
                <c:pt idx="8482">
                  <c:v>24.5</c:v>
                </c:pt>
                <c:pt idx="8483">
                  <c:v>24.5</c:v>
                </c:pt>
                <c:pt idx="8484">
                  <c:v>24.55</c:v>
                </c:pt>
                <c:pt idx="8485">
                  <c:v>24.55</c:v>
                </c:pt>
                <c:pt idx="8486">
                  <c:v>24.6</c:v>
                </c:pt>
                <c:pt idx="8487">
                  <c:v>24.6</c:v>
                </c:pt>
                <c:pt idx="8488">
                  <c:v>24.65</c:v>
                </c:pt>
                <c:pt idx="8489">
                  <c:v>24.65</c:v>
                </c:pt>
                <c:pt idx="8490">
                  <c:v>24.7</c:v>
                </c:pt>
                <c:pt idx="8491">
                  <c:v>24.65</c:v>
                </c:pt>
                <c:pt idx="8492">
                  <c:v>24.65</c:v>
                </c:pt>
                <c:pt idx="8493">
                  <c:v>24.6</c:v>
                </c:pt>
                <c:pt idx="8494">
                  <c:v>24.55</c:v>
                </c:pt>
                <c:pt idx="8495">
                  <c:v>24.5</c:v>
                </c:pt>
                <c:pt idx="8496">
                  <c:v>24.45</c:v>
                </c:pt>
                <c:pt idx="8497">
                  <c:v>24.4</c:v>
                </c:pt>
                <c:pt idx="8498">
                  <c:v>24.35</c:v>
                </c:pt>
                <c:pt idx="8499">
                  <c:v>24.35</c:v>
                </c:pt>
                <c:pt idx="8500">
                  <c:v>24.3</c:v>
                </c:pt>
                <c:pt idx="8501">
                  <c:v>24.3</c:v>
                </c:pt>
                <c:pt idx="8502">
                  <c:v>24.3</c:v>
                </c:pt>
                <c:pt idx="8503">
                  <c:v>24.35</c:v>
                </c:pt>
                <c:pt idx="8504">
                  <c:v>24.35</c:v>
                </c:pt>
                <c:pt idx="8505">
                  <c:v>24.35</c:v>
                </c:pt>
                <c:pt idx="8506">
                  <c:v>24.4</c:v>
                </c:pt>
                <c:pt idx="8507">
                  <c:v>24.4</c:v>
                </c:pt>
                <c:pt idx="8508">
                  <c:v>24.4</c:v>
                </c:pt>
                <c:pt idx="8509">
                  <c:v>24.4</c:v>
                </c:pt>
                <c:pt idx="8510">
                  <c:v>24.45</c:v>
                </c:pt>
                <c:pt idx="8511">
                  <c:v>24.5</c:v>
                </c:pt>
                <c:pt idx="8512">
                  <c:v>24.5</c:v>
                </c:pt>
                <c:pt idx="8513">
                  <c:v>24.55</c:v>
                </c:pt>
                <c:pt idx="8514">
                  <c:v>24.55</c:v>
                </c:pt>
                <c:pt idx="8515">
                  <c:v>24.6</c:v>
                </c:pt>
                <c:pt idx="8516">
                  <c:v>24.6</c:v>
                </c:pt>
                <c:pt idx="8517">
                  <c:v>24.6</c:v>
                </c:pt>
                <c:pt idx="8518">
                  <c:v>24.65</c:v>
                </c:pt>
                <c:pt idx="8519">
                  <c:v>24.7</c:v>
                </c:pt>
                <c:pt idx="8520">
                  <c:v>24.7</c:v>
                </c:pt>
                <c:pt idx="8521">
                  <c:v>24.7</c:v>
                </c:pt>
                <c:pt idx="8522">
                  <c:v>24.7</c:v>
                </c:pt>
                <c:pt idx="8523">
                  <c:v>24.65</c:v>
                </c:pt>
                <c:pt idx="8524">
                  <c:v>24.6</c:v>
                </c:pt>
                <c:pt idx="8525">
                  <c:v>24.55</c:v>
                </c:pt>
                <c:pt idx="8526">
                  <c:v>24.5</c:v>
                </c:pt>
                <c:pt idx="8527">
                  <c:v>24.5</c:v>
                </c:pt>
                <c:pt idx="8528">
                  <c:v>24.45</c:v>
                </c:pt>
                <c:pt idx="8529">
                  <c:v>24.4</c:v>
                </c:pt>
                <c:pt idx="8530">
                  <c:v>24.4</c:v>
                </c:pt>
                <c:pt idx="8531">
                  <c:v>24.4</c:v>
                </c:pt>
                <c:pt idx="8532">
                  <c:v>24.4</c:v>
                </c:pt>
                <c:pt idx="8533">
                  <c:v>24.4</c:v>
                </c:pt>
                <c:pt idx="8534">
                  <c:v>24.4</c:v>
                </c:pt>
                <c:pt idx="8535">
                  <c:v>24.4</c:v>
                </c:pt>
                <c:pt idx="8536">
                  <c:v>24.4</c:v>
                </c:pt>
                <c:pt idx="8537">
                  <c:v>24.4</c:v>
                </c:pt>
                <c:pt idx="8538">
                  <c:v>24.45</c:v>
                </c:pt>
                <c:pt idx="8539">
                  <c:v>24.45</c:v>
                </c:pt>
                <c:pt idx="8540">
                  <c:v>24.45</c:v>
                </c:pt>
                <c:pt idx="8541">
                  <c:v>24.45</c:v>
                </c:pt>
                <c:pt idx="8542">
                  <c:v>24.5</c:v>
                </c:pt>
                <c:pt idx="8543">
                  <c:v>24.5</c:v>
                </c:pt>
                <c:pt idx="8544">
                  <c:v>24.55</c:v>
                </c:pt>
                <c:pt idx="8545">
                  <c:v>24.55</c:v>
                </c:pt>
                <c:pt idx="8546">
                  <c:v>24.55</c:v>
                </c:pt>
                <c:pt idx="8547">
                  <c:v>24.6</c:v>
                </c:pt>
                <c:pt idx="8548">
                  <c:v>24.6</c:v>
                </c:pt>
                <c:pt idx="8549">
                  <c:v>24.65</c:v>
                </c:pt>
                <c:pt idx="8550">
                  <c:v>24.65</c:v>
                </c:pt>
                <c:pt idx="8551">
                  <c:v>24.65</c:v>
                </c:pt>
                <c:pt idx="8552">
                  <c:v>24.6</c:v>
                </c:pt>
                <c:pt idx="8553">
                  <c:v>24.6</c:v>
                </c:pt>
                <c:pt idx="8554">
                  <c:v>24.55</c:v>
                </c:pt>
                <c:pt idx="8555">
                  <c:v>24.5</c:v>
                </c:pt>
                <c:pt idx="8556">
                  <c:v>24.45</c:v>
                </c:pt>
                <c:pt idx="8557">
                  <c:v>24.45</c:v>
                </c:pt>
                <c:pt idx="8558">
                  <c:v>24.4</c:v>
                </c:pt>
                <c:pt idx="8559">
                  <c:v>24.4</c:v>
                </c:pt>
                <c:pt idx="8560">
                  <c:v>24.4</c:v>
                </c:pt>
                <c:pt idx="8561">
                  <c:v>24.4</c:v>
                </c:pt>
                <c:pt idx="8562">
                  <c:v>24.4</c:v>
                </c:pt>
                <c:pt idx="8563">
                  <c:v>24.4</c:v>
                </c:pt>
                <c:pt idx="8564">
                  <c:v>24.4</c:v>
                </c:pt>
                <c:pt idx="8565">
                  <c:v>24.4</c:v>
                </c:pt>
                <c:pt idx="8566">
                  <c:v>24.4</c:v>
                </c:pt>
                <c:pt idx="8567">
                  <c:v>24.4</c:v>
                </c:pt>
                <c:pt idx="8568">
                  <c:v>24.45</c:v>
                </c:pt>
                <c:pt idx="8569">
                  <c:v>24.45</c:v>
                </c:pt>
                <c:pt idx="8570">
                  <c:v>24.5</c:v>
                </c:pt>
                <c:pt idx="8571">
                  <c:v>24.5</c:v>
                </c:pt>
                <c:pt idx="8572">
                  <c:v>24.5</c:v>
                </c:pt>
                <c:pt idx="8573">
                  <c:v>24.55</c:v>
                </c:pt>
                <c:pt idx="8574">
                  <c:v>24.55</c:v>
                </c:pt>
                <c:pt idx="8575">
                  <c:v>24.6</c:v>
                </c:pt>
                <c:pt idx="8576">
                  <c:v>24.6</c:v>
                </c:pt>
                <c:pt idx="8577">
                  <c:v>24.6</c:v>
                </c:pt>
                <c:pt idx="8578">
                  <c:v>24.65</c:v>
                </c:pt>
                <c:pt idx="8579">
                  <c:v>24.65</c:v>
                </c:pt>
                <c:pt idx="8580">
                  <c:v>24.65</c:v>
                </c:pt>
                <c:pt idx="8581">
                  <c:v>24.7</c:v>
                </c:pt>
                <c:pt idx="8582">
                  <c:v>24.65</c:v>
                </c:pt>
                <c:pt idx="8583">
                  <c:v>24.65</c:v>
                </c:pt>
                <c:pt idx="8584">
                  <c:v>24.6</c:v>
                </c:pt>
                <c:pt idx="8585">
                  <c:v>24.55</c:v>
                </c:pt>
                <c:pt idx="8586">
                  <c:v>24.5</c:v>
                </c:pt>
                <c:pt idx="8587">
                  <c:v>24.5</c:v>
                </c:pt>
                <c:pt idx="8588">
                  <c:v>24.45</c:v>
                </c:pt>
                <c:pt idx="8589">
                  <c:v>24.45</c:v>
                </c:pt>
                <c:pt idx="8590">
                  <c:v>24.45</c:v>
                </c:pt>
                <c:pt idx="8591">
                  <c:v>24.45</c:v>
                </c:pt>
                <c:pt idx="8592">
                  <c:v>24.45</c:v>
                </c:pt>
                <c:pt idx="8593">
                  <c:v>24.45</c:v>
                </c:pt>
                <c:pt idx="8594">
                  <c:v>24.45</c:v>
                </c:pt>
                <c:pt idx="8595">
                  <c:v>24.45</c:v>
                </c:pt>
                <c:pt idx="8596">
                  <c:v>24.45</c:v>
                </c:pt>
                <c:pt idx="8597">
                  <c:v>24.45</c:v>
                </c:pt>
                <c:pt idx="8598">
                  <c:v>24.45</c:v>
                </c:pt>
                <c:pt idx="8599">
                  <c:v>24.5</c:v>
                </c:pt>
                <c:pt idx="8600">
                  <c:v>24.5</c:v>
                </c:pt>
                <c:pt idx="8601">
                  <c:v>24.5</c:v>
                </c:pt>
                <c:pt idx="8602">
                  <c:v>24.55</c:v>
                </c:pt>
                <c:pt idx="8603">
                  <c:v>24.55</c:v>
                </c:pt>
                <c:pt idx="8604">
                  <c:v>24.6</c:v>
                </c:pt>
                <c:pt idx="8605">
                  <c:v>24.6</c:v>
                </c:pt>
                <c:pt idx="8606">
                  <c:v>24.65</c:v>
                </c:pt>
                <c:pt idx="8607">
                  <c:v>24.65</c:v>
                </c:pt>
                <c:pt idx="8608">
                  <c:v>24.7</c:v>
                </c:pt>
                <c:pt idx="8609">
                  <c:v>24.7</c:v>
                </c:pt>
                <c:pt idx="8610">
                  <c:v>24.7</c:v>
                </c:pt>
                <c:pt idx="8611">
                  <c:v>24.7</c:v>
                </c:pt>
                <c:pt idx="8612">
                  <c:v>24.7</c:v>
                </c:pt>
                <c:pt idx="8613">
                  <c:v>24.65</c:v>
                </c:pt>
                <c:pt idx="8614">
                  <c:v>24.6</c:v>
                </c:pt>
                <c:pt idx="8615">
                  <c:v>24.55</c:v>
                </c:pt>
                <c:pt idx="8616">
                  <c:v>24.5</c:v>
                </c:pt>
                <c:pt idx="8617">
                  <c:v>24.45</c:v>
                </c:pt>
                <c:pt idx="8618">
                  <c:v>24.4</c:v>
                </c:pt>
                <c:pt idx="8619">
                  <c:v>24.4</c:v>
                </c:pt>
                <c:pt idx="8620">
                  <c:v>24.4</c:v>
                </c:pt>
                <c:pt idx="8621">
                  <c:v>24.35</c:v>
                </c:pt>
                <c:pt idx="8622">
                  <c:v>24.35</c:v>
                </c:pt>
                <c:pt idx="8623">
                  <c:v>24.4</c:v>
                </c:pt>
                <c:pt idx="8624">
                  <c:v>24.35</c:v>
                </c:pt>
                <c:pt idx="8625">
                  <c:v>24.4</c:v>
                </c:pt>
                <c:pt idx="8626">
                  <c:v>24.4</c:v>
                </c:pt>
                <c:pt idx="8627">
                  <c:v>24.4</c:v>
                </c:pt>
                <c:pt idx="8628">
                  <c:v>24.4</c:v>
                </c:pt>
                <c:pt idx="8629">
                  <c:v>24.45</c:v>
                </c:pt>
                <c:pt idx="8630">
                  <c:v>24.45</c:v>
                </c:pt>
                <c:pt idx="8631">
                  <c:v>24.5</c:v>
                </c:pt>
                <c:pt idx="8632">
                  <c:v>24.5</c:v>
                </c:pt>
                <c:pt idx="8633">
                  <c:v>24.55</c:v>
                </c:pt>
                <c:pt idx="8634">
                  <c:v>24.55</c:v>
                </c:pt>
                <c:pt idx="8635">
                  <c:v>24.6</c:v>
                </c:pt>
                <c:pt idx="8636">
                  <c:v>24.6</c:v>
                </c:pt>
                <c:pt idx="8637">
                  <c:v>24.65</c:v>
                </c:pt>
                <c:pt idx="8638">
                  <c:v>24.65</c:v>
                </c:pt>
                <c:pt idx="8639">
                  <c:v>24.7</c:v>
                </c:pt>
                <c:pt idx="8640">
                  <c:v>24.7</c:v>
                </c:pt>
                <c:pt idx="8641">
                  <c:v>24.7</c:v>
                </c:pt>
                <c:pt idx="8642">
                  <c:v>24.7</c:v>
                </c:pt>
                <c:pt idx="8643">
                  <c:v>24.65</c:v>
                </c:pt>
                <c:pt idx="8644">
                  <c:v>24.6</c:v>
                </c:pt>
                <c:pt idx="8645">
                  <c:v>24.6</c:v>
                </c:pt>
                <c:pt idx="8646">
                  <c:v>24.5</c:v>
                </c:pt>
                <c:pt idx="8647">
                  <c:v>24.45</c:v>
                </c:pt>
                <c:pt idx="8648">
                  <c:v>24.45</c:v>
                </c:pt>
                <c:pt idx="8649">
                  <c:v>24.4</c:v>
                </c:pt>
                <c:pt idx="8650">
                  <c:v>24.4</c:v>
                </c:pt>
                <c:pt idx="8651">
                  <c:v>24.4</c:v>
                </c:pt>
                <c:pt idx="8652">
                  <c:v>24.4</c:v>
                </c:pt>
                <c:pt idx="8653">
                  <c:v>24.4</c:v>
                </c:pt>
                <c:pt idx="8654">
                  <c:v>24.4</c:v>
                </c:pt>
                <c:pt idx="8655">
                  <c:v>24.4</c:v>
                </c:pt>
                <c:pt idx="8656">
                  <c:v>24.4</c:v>
                </c:pt>
                <c:pt idx="8657">
                  <c:v>24.45</c:v>
                </c:pt>
                <c:pt idx="8658">
                  <c:v>24.45</c:v>
                </c:pt>
                <c:pt idx="8659">
                  <c:v>24.45</c:v>
                </c:pt>
                <c:pt idx="8660">
                  <c:v>24.5</c:v>
                </c:pt>
                <c:pt idx="8661">
                  <c:v>24.5</c:v>
                </c:pt>
                <c:pt idx="8662">
                  <c:v>24.5</c:v>
                </c:pt>
                <c:pt idx="8663">
                  <c:v>24.55</c:v>
                </c:pt>
                <c:pt idx="8664">
                  <c:v>24.55</c:v>
                </c:pt>
                <c:pt idx="8665">
                  <c:v>24.6</c:v>
                </c:pt>
                <c:pt idx="8666">
                  <c:v>24.6</c:v>
                </c:pt>
                <c:pt idx="8667">
                  <c:v>24.6</c:v>
                </c:pt>
                <c:pt idx="8668">
                  <c:v>24.65</c:v>
                </c:pt>
                <c:pt idx="8669">
                  <c:v>24.65</c:v>
                </c:pt>
                <c:pt idx="8670">
                  <c:v>24.65</c:v>
                </c:pt>
                <c:pt idx="8671">
                  <c:v>24.65</c:v>
                </c:pt>
                <c:pt idx="8672">
                  <c:v>24.65</c:v>
                </c:pt>
                <c:pt idx="8673">
                  <c:v>24.6</c:v>
                </c:pt>
                <c:pt idx="8674">
                  <c:v>24.55</c:v>
                </c:pt>
                <c:pt idx="8675">
                  <c:v>24.5</c:v>
                </c:pt>
                <c:pt idx="8676">
                  <c:v>24.45</c:v>
                </c:pt>
                <c:pt idx="8677">
                  <c:v>24.45</c:v>
                </c:pt>
                <c:pt idx="8678">
                  <c:v>24.4</c:v>
                </c:pt>
                <c:pt idx="8679">
                  <c:v>24.35</c:v>
                </c:pt>
                <c:pt idx="8680">
                  <c:v>24.35</c:v>
                </c:pt>
                <c:pt idx="8681">
                  <c:v>24.35</c:v>
                </c:pt>
                <c:pt idx="8682">
                  <c:v>24.35</c:v>
                </c:pt>
                <c:pt idx="8683">
                  <c:v>24.4</c:v>
                </c:pt>
                <c:pt idx="8684">
                  <c:v>24.4</c:v>
                </c:pt>
                <c:pt idx="8685">
                  <c:v>24.4</c:v>
                </c:pt>
                <c:pt idx="8686">
                  <c:v>24.4</c:v>
                </c:pt>
                <c:pt idx="8687">
                  <c:v>24.4</c:v>
                </c:pt>
                <c:pt idx="8688">
                  <c:v>24.45</c:v>
                </c:pt>
                <c:pt idx="8689">
                  <c:v>24.45</c:v>
                </c:pt>
                <c:pt idx="8690">
                  <c:v>24.5</c:v>
                </c:pt>
                <c:pt idx="8691">
                  <c:v>24.5</c:v>
                </c:pt>
                <c:pt idx="8692">
                  <c:v>24.5</c:v>
                </c:pt>
                <c:pt idx="8693">
                  <c:v>24.55</c:v>
                </c:pt>
                <c:pt idx="8694">
                  <c:v>24.55</c:v>
                </c:pt>
                <c:pt idx="8695">
                  <c:v>24.6</c:v>
                </c:pt>
                <c:pt idx="8696">
                  <c:v>24.6</c:v>
                </c:pt>
                <c:pt idx="8697">
                  <c:v>24.65</c:v>
                </c:pt>
                <c:pt idx="8698">
                  <c:v>24.65</c:v>
                </c:pt>
                <c:pt idx="8699">
                  <c:v>24.65</c:v>
                </c:pt>
                <c:pt idx="8700">
                  <c:v>24.65</c:v>
                </c:pt>
                <c:pt idx="8701">
                  <c:v>24.65</c:v>
                </c:pt>
                <c:pt idx="8702">
                  <c:v>24.65</c:v>
                </c:pt>
                <c:pt idx="8703">
                  <c:v>24.6</c:v>
                </c:pt>
                <c:pt idx="8704">
                  <c:v>24.55</c:v>
                </c:pt>
                <c:pt idx="8705">
                  <c:v>24.5</c:v>
                </c:pt>
                <c:pt idx="8706">
                  <c:v>24.45</c:v>
                </c:pt>
                <c:pt idx="8707">
                  <c:v>24.4</c:v>
                </c:pt>
                <c:pt idx="8708">
                  <c:v>24.4</c:v>
                </c:pt>
                <c:pt idx="8709">
                  <c:v>24.4</c:v>
                </c:pt>
                <c:pt idx="8710">
                  <c:v>24.4</c:v>
                </c:pt>
                <c:pt idx="8711">
                  <c:v>24.35</c:v>
                </c:pt>
                <c:pt idx="8712">
                  <c:v>24.35</c:v>
                </c:pt>
                <c:pt idx="8713">
                  <c:v>24.35</c:v>
                </c:pt>
                <c:pt idx="8714">
                  <c:v>24.35</c:v>
                </c:pt>
                <c:pt idx="8715">
                  <c:v>24.35</c:v>
                </c:pt>
                <c:pt idx="8716">
                  <c:v>24.4</c:v>
                </c:pt>
                <c:pt idx="8717">
                  <c:v>24.45</c:v>
                </c:pt>
                <c:pt idx="8718">
                  <c:v>24.45</c:v>
                </c:pt>
                <c:pt idx="8719">
                  <c:v>24.45</c:v>
                </c:pt>
                <c:pt idx="8720">
                  <c:v>24.45</c:v>
                </c:pt>
                <c:pt idx="8721">
                  <c:v>24.5</c:v>
                </c:pt>
                <c:pt idx="8722">
                  <c:v>24.5</c:v>
                </c:pt>
                <c:pt idx="8723">
                  <c:v>24.55</c:v>
                </c:pt>
                <c:pt idx="8724">
                  <c:v>24.55</c:v>
                </c:pt>
                <c:pt idx="8725">
                  <c:v>24.6</c:v>
                </c:pt>
                <c:pt idx="8726">
                  <c:v>24.6</c:v>
                </c:pt>
                <c:pt idx="8727">
                  <c:v>24.65</c:v>
                </c:pt>
                <c:pt idx="8728">
                  <c:v>24.65</c:v>
                </c:pt>
                <c:pt idx="8729">
                  <c:v>24.65</c:v>
                </c:pt>
                <c:pt idx="8730">
                  <c:v>24.65</c:v>
                </c:pt>
                <c:pt idx="8731">
                  <c:v>24.65</c:v>
                </c:pt>
                <c:pt idx="8732">
                  <c:v>24.65</c:v>
                </c:pt>
                <c:pt idx="8733">
                  <c:v>24.6</c:v>
                </c:pt>
                <c:pt idx="8734">
                  <c:v>24.55</c:v>
                </c:pt>
                <c:pt idx="8735">
                  <c:v>24.5</c:v>
                </c:pt>
                <c:pt idx="8736">
                  <c:v>24.45</c:v>
                </c:pt>
                <c:pt idx="8737">
                  <c:v>24.35</c:v>
                </c:pt>
                <c:pt idx="8738">
                  <c:v>24.35</c:v>
                </c:pt>
                <c:pt idx="8739">
                  <c:v>24.35</c:v>
                </c:pt>
                <c:pt idx="8740">
                  <c:v>24.35</c:v>
                </c:pt>
                <c:pt idx="8741">
                  <c:v>24.35</c:v>
                </c:pt>
                <c:pt idx="8742">
                  <c:v>24.35</c:v>
                </c:pt>
                <c:pt idx="8743">
                  <c:v>24.35</c:v>
                </c:pt>
                <c:pt idx="8744">
                  <c:v>24.35</c:v>
                </c:pt>
                <c:pt idx="8745">
                  <c:v>24.4</c:v>
                </c:pt>
                <c:pt idx="8746">
                  <c:v>24.4</c:v>
                </c:pt>
                <c:pt idx="8747">
                  <c:v>24.4</c:v>
                </c:pt>
                <c:pt idx="8748">
                  <c:v>24.45</c:v>
                </c:pt>
                <c:pt idx="8749">
                  <c:v>24.45</c:v>
                </c:pt>
                <c:pt idx="8750">
                  <c:v>24.5</c:v>
                </c:pt>
                <c:pt idx="8751">
                  <c:v>24.5</c:v>
                </c:pt>
                <c:pt idx="8752">
                  <c:v>24.5</c:v>
                </c:pt>
                <c:pt idx="8753">
                  <c:v>24.55</c:v>
                </c:pt>
                <c:pt idx="8754">
                  <c:v>24.6</c:v>
                </c:pt>
                <c:pt idx="8755">
                  <c:v>24.6</c:v>
                </c:pt>
                <c:pt idx="8756">
                  <c:v>24.6</c:v>
                </c:pt>
                <c:pt idx="8757">
                  <c:v>24.65</c:v>
                </c:pt>
                <c:pt idx="8758">
                  <c:v>24.65</c:v>
                </c:pt>
                <c:pt idx="8759">
                  <c:v>24.65</c:v>
                </c:pt>
                <c:pt idx="8760">
                  <c:v>24.65</c:v>
                </c:pt>
                <c:pt idx="8761">
                  <c:v>24.65</c:v>
                </c:pt>
                <c:pt idx="8762">
                  <c:v>24.65</c:v>
                </c:pt>
                <c:pt idx="8763">
                  <c:v>24.6</c:v>
                </c:pt>
                <c:pt idx="8764">
                  <c:v>24.6</c:v>
                </c:pt>
                <c:pt idx="8765">
                  <c:v>24.5</c:v>
                </c:pt>
                <c:pt idx="8766">
                  <c:v>24.45</c:v>
                </c:pt>
                <c:pt idx="8767">
                  <c:v>24.4</c:v>
                </c:pt>
                <c:pt idx="8768">
                  <c:v>24.4</c:v>
                </c:pt>
                <c:pt idx="8769">
                  <c:v>24.35</c:v>
                </c:pt>
                <c:pt idx="8770">
                  <c:v>24.35</c:v>
                </c:pt>
                <c:pt idx="8771">
                  <c:v>24.35</c:v>
                </c:pt>
                <c:pt idx="8772">
                  <c:v>24.35</c:v>
                </c:pt>
                <c:pt idx="8773">
                  <c:v>24.4</c:v>
                </c:pt>
                <c:pt idx="8774">
                  <c:v>24.4</c:v>
                </c:pt>
                <c:pt idx="8775">
                  <c:v>24.4</c:v>
                </c:pt>
                <c:pt idx="8776">
                  <c:v>24.4</c:v>
                </c:pt>
                <c:pt idx="8777">
                  <c:v>24.45</c:v>
                </c:pt>
                <c:pt idx="8778">
                  <c:v>24.45</c:v>
                </c:pt>
                <c:pt idx="8779">
                  <c:v>24.5</c:v>
                </c:pt>
                <c:pt idx="8780">
                  <c:v>24.5</c:v>
                </c:pt>
                <c:pt idx="8781">
                  <c:v>24.55</c:v>
                </c:pt>
                <c:pt idx="8782">
                  <c:v>24.55</c:v>
                </c:pt>
                <c:pt idx="8783">
                  <c:v>24.55</c:v>
                </c:pt>
                <c:pt idx="8784">
                  <c:v>24.6</c:v>
                </c:pt>
                <c:pt idx="8785">
                  <c:v>24.6</c:v>
                </c:pt>
                <c:pt idx="8786">
                  <c:v>24.6</c:v>
                </c:pt>
                <c:pt idx="8787">
                  <c:v>24.65</c:v>
                </c:pt>
                <c:pt idx="8788">
                  <c:v>24.65</c:v>
                </c:pt>
                <c:pt idx="8789">
                  <c:v>24.65</c:v>
                </c:pt>
                <c:pt idx="8790">
                  <c:v>24.65</c:v>
                </c:pt>
                <c:pt idx="8791">
                  <c:v>24.65</c:v>
                </c:pt>
                <c:pt idx="8792">
                  <c:v>24.65</c:v>
                </c:pt>
                <c:pt idx="8793">
                  <c:v>24.6</c:v>
                </c:pt>
                <c:pt idx="8794">
                  <c:v>24.55</c:v>
                </c:pt>
                <c:pt idx="8795">
                  <c:v>24.5</c:v>
                </c:pt>
                <c:pt idx="8796">
                  <c:v>24.45</c:v>
                </c:pt>
                <c:pt idx="8797">
                  <c:v>24.45</c:v>
                </c:pt>
                <c:pt idx="8798">
                  <c:v>24.4</c:v>
                </c:pt>
                <c:pt idx="8799">
                  <c:v>24.4</c:v>
                </c:pt>
                <c:pt idx="8800">
                  <c:v>24.4</c:v>
                </c:pt>
                <c:pt idx="8801">
                  <c:v>24.35</c:v>
                </c:pt>
                <c:pt idx="8802">
                  <c:v>24.35</c:v>
                </c:pt>
                <c:pt idx="8803">
                  <c:v>24.4</c:v>
                </c:pt>
                <c:pt idx="8804">
                  <c:v>24.4</c:v>
                </c:pt>
                <c:pt idx="8805">
                  <c:v>24.4</c:v>
                </c:pt>
                <c:pt idx="8806">
                  <c:v>24.4</c:v>
                </c:pt>
                <c:pt idx="8807">
                  <c:v>24.45</c:v>
                </c:pt>
                <c:pt idx="8808">
                  <c:v>24.45</c:v>
                </c:pt>
                <c:pt idx="8809">
                  <c:v>24.45</c:v>
                </c:pt>
                <c:pt idx="8810">
                  <c:v>24.5</c:v>
                </c:pt>
                <c:pt idx="8811">
                  <c:v>24.5</c:v>
                </c:pt>
                <c:pt idx="8812">
                  <c:v>24.55</c:v>
                </c:pt>
                <c:pt idx="8813">
                  <c:v>24.55</c:v>
                </c:pt>
                <c:pt idx="8814">
                  <c:v>24.6</c:v>
                </c:pt>
                <c:pt idx="8815">
                  <c:v>24.6</c:v>
                </c:pt>
                <c:pt idx="8816">
                  <c:v>24.65</c:v>
                </c:pt>
                <c:pt idx="8817">
                  <c:v>24.65</c:v>
                </c:pt>
                <c:pt idx="8818">
                  <c:v>24.65</c:v>
                </c:pt>
                <c:pt idx="8819">
                  <c:v>24.65</c:v>
                </c:pt>
                <c:pt idx="8820">
                  <c:v>24.7</c:v>
                </c:pt>
                <c:pt idx="8821">
                  <c:v>24.65</c:v>
                </c:pt>
                <c:pt idx="8822">
                  <c:v>24.65</c:v>
                </c:pt>
                <c:pt idx="8823">
                  <c:v>24.6</c:v>
                </c:pt>
                <c:pt idx="8824">
                  <c:v>24.6</c:v>
                </c:pt>
                <c:pt idx="8825">
                  <c:v>24.5</c:v>
                </c:pt>
                <c:pt idx="8826">
                  <c:v>24.45</c:v>
                </c:pt>
                <c:pt idx="8827">
                  <c:v>24.45</c:v>
                </c:pt>
                <c:pt idx="8828">
                  <c:v>24.4</c:v>
                </c:pt>
                <c:pt idx="8829">
                  <c:v>24.4</c:v>
                </c:pt>
                <c:pt idx="8830">
                  <c:v>24.35</c:v>
                </c:pt>
                <c:pt idx="8831">
                  <c:v>24.35</c:v>
                </c:pt>
                <c:pt idx="8832">
                  <c:v>24.35</c:v>
                </c:pt>
                <c:pt idx="8833">
                  <c:v>24.35</c:v>
                </c:pt>
                <c:pt idx="8834">
                  <c:v>24.4</c:v>
                </c:pt>
                <c:pt idx="8835">
                  <c:v>24.4</c:v>
                </c:pt>
                <c:pt idx="8836">
                  <c:v>24.4</c:v>
                </c:pt>
                <c:pt idx="8837">
                  <c:v>24.4</c:v>
                </c:pt>
                <c:pt idx="8838">
                  <c:v>24.45</c:v>
                </c:pt>
                <c:pt idx="8839">
                  <c:v>24.5</c:v>
                </c:pt>
                <c:pt idx="8840">
                  <c:v>24.5</c:v>
                </c:pt>
                <c:pt idx="8841">
                  <c:v>24.5</c:v>
                </c:pt>
                <c:pt idx="8842">
                  <c:v>24.55</c:v>
                </c:pt>
                <c:pt idx="8843">
                  <c:v>24.55</c:v>
                </c:pt>
                <c:pt idx="8844">
                  <c:v>24.55</c:v>
                </c:pt>
                <c:pt idx="8845">
                  <c:v>24.6</c:v>
                </c:pt>
                <c:pt idx="8846">
                  <c:v>24.6</c:v>
                </c:pt>
                <c:pt idx="8847">
                  <c:v>24.6</c:v>
                </c:pt>
                <c:pt idx="8848">
                  <c:v>24.65</c:v>
                </c:pt>
                <c:pt idx="8849">
                  <c:v>24.65</c:v>
                </c:pt>
                <c:pt idx="8850">
                  <c:v>24.65</c:v>
                </c:pt>
                <c:pt idx="8851">
                  <c:v>24.65</c:v>
                </c:pt>
                <c:pt idx="8852">
                  <c:v>24.65</c:v>
                </c:pt>
                <c:pt idx="8853">
                  <c:v>24.6</c:v>
                </c:pt>
                <c:pt idx="8854">
                  <c:v>24.55</c:v>
                </c:pt>
                <c:pt idx="8855">
                  <c:v>24.5</c:v>
                </c:pt>
                <c:pt idx="8856">
                  <c:v>24.45</c:v>
                </c:pt>
                <c:pt idx="8857">
                  <c:v>24.4</c:v>
                </c:pt>
                <c:pt idx="8858">
                  <c:v>24.4</c:v>
                </c:pt>
                <c:pt idx="8859">
                  <c:v>24.35</c:v>
                </c:pt>
                <c:pt idx="8860">
                  <c:v>24.35</c:v>
                </c:pt>
                <c:pt idx="8861">
                  <c:v>24.35</c:v>
                </c:pt>
                <c:pt idx="8862">
                  <c:v>24.35</c:v>
                </c:pt>
                <c:pt idx="8863">
                  <c:v>24.35</c:v>
                </c:pt>
                <c:pt idx="8864">
                  <c:v>24.35</c:v>
                </c:pt>
                <c:pt idx="8865">
                  <c:v>24.35</c:v>
                </c:pt>
                <c:pt idx="8866">
                  <c:v>24.35</c:v>
                </c:pt>
                <c:pt idx="8867">
                  <c:v>24.35</c:v>
                </c:pt>
                <c:pt idx="8868">
                  <c:v>24.4</c:v>
                </c:pt>
                <c:pt idx="8869">
                  <c:v>24.4</c:v>
                </c:pt>
                <c:pt idx="8870">
                  <c:v>24.45</c:v>
                </c:pt>
                <c:pt idx="8871">
                  <c:v>24.45</c:v>
                </c:pt>
                <c:pt idx="8872">
                  <c:v>24.5</c:v>
                </c:pt>
                <c:pt idx="8873">
                  <c:v>24.5</c:v>
                </c:pt>
                <c:pt idx="8874">
                  <c:v>24.5</c:v>
                </c:pt>
                <c:pt idx="8875">
                  <c:v>24.55</c:v>
                </c:pt>
                <c:pt idx="8876">
                  <c:v>24.6</c:v>
                </c:pt>
                <c:pt idx="8877">
                  <c:v>24.6</c:v>
                </c:pt>
                <c:pt idx="8878">
                  <c:v>24.65</c:v>
                </c:pt>
                <c:pt idx="8879">
                  <c:v>24.65</c:v>
                </c:pt>
                <c:pt idx="8880">
                  <c:v>24.65</c:v>
                </c:pt>
                <c:pt idx="8881">
                  <c:v>24.65</c:v>
                </c:pt>
                <c:pt idx="8882">
                  <c:v>24.65</c:v>
                </c:pt>
                <c:pt idx="8883">
                  <c:v>24.6</c:v>
                </c:pt>
                <c:pt idx="8884">
                  <c:v>24.6</c:v>
                </c:pt>
                <c:pt idx="8885">
                  <c:v>24.5</c:v>
                </c:pt>
                <c:pt idx="8886">
                  <c:v>24.45</c:v>
                </c:pt>
                <c:pt idx="8887">
                  <c:v>24.4</c:v>
                </c:pt>
                <c:pt idx="8888">
                  <c:v>24.4</c:v>
                </c:pt>
                <c:pt idx="8889">
                  <c:v>24.35</c:v>
                </c:pt>
                <c:pt idx="8890">
                  <c:v>24.35</c:v>
                </c:pt>
                <c:pt idx="8891">
                  <c:v>24.35</c:v>
                </c:pt>
                <c:pt idx="8892">
                  <c:v>24.35</c:v>
                </c:pt>
                <c:pt idx="8893">
                  <c:v>24.35</c:v>
                </c:pt>
                <c:pt idx="8894">
                  <c:v>24.35</c:v>
                </c:pt>
                <c:pt idx="8895">
                  <c:v>24.35</c:v>
                </c:pt>
                <c:pt idx="8896">
                  <c:v>24.35</c:v>
                </c:pt>
                <c:pt idx="8897">
                  <c:v>24.4</c:v>
                </c:pt>
                <c:pt idx="8898">
                  <c:v>24.4</c:v>
                </c:pt>
                <c:pt idx="8899">
                  <c:v>24.45</c:v>
                </c:pt>
                <c:pt idx="8900">
                  <c:v>24.45</c:v>
                </c:pt>
                <c:pt idx="8901">
                  <c:v>24.45</c:v>
                </c:pt>
                <c:pt idx="8902">
                  <c:v>24.5</c:v>
                </c:pt>
                <c:pt idx="8903">
                  <c:v>24.5</c:v>
                </c:pt>
                <c:pt idx="8904">
                  <c:v>24.55</c:v>
                </c:pt>
                <c:pt idx="8905">
                  <c:v>24.55</c:v>
                </c:pt>
                <c:pt idx="8906">
                  <c:v>24.6</c:v>
                </c:pt>
                <c:pt idx="8907">
                  <c:v>24.6</c:v>
                </c:pt>
                <c:pt idx="8908">
                  <c:v>24.65</c:v>
                </c:pt>
                <c:pt idx="8909">
                  <c:v>24.65</c:v>
                </c:pt>
                <c:pt idx="8910">
                  <c:v>24.7</c:v>
                </c:pt>
                <c:pt idx="8911">
                  <c:v>24.7</c:v>
                </c:pt>
                <c:pt idx="8912">
                  <c:v>24.65</c:v>
                </c:pt>
                <c:pt idx="8913">
                  <c:v>24.65</c:v>
                </c:pt>
                <c:pt idx="8914">
                  <c:v>24.6</c:v>
                </c:pt>
                <c:pt idx="8915">
                  <c:v>24.55</c:v>
                </c:pt>
                <c:pt idx="8916">
                  <c:v>24.5</c:v>
                </c:pt>
                <c:pt idx="8917">
                  <c:v>24.4</c:v>
                </c:pt>
                <c:pt idx="8918">
                  <c:v>24.4</c:v>
                </c:pt>
                <c:pt idx="8919">
                  <c:v>24.4</c:v>
                </c:pt>
                <c:pt idx="8920">
                  <c:v>24.35</c:v>
                </c:pt>
                <c:pt idx="8921">
                  <c:v>24.35</c:v>
                </c:pt>
                <c:pt idx="8922">
                  <c:v>24.35</c:v>
                </c:pt>
                <c:pt idx="8923">
                  <c:v>24.35</c:v>
                </c:pt>
                <c:pt idx="8924">
                  <c:v>24.35</c:v>
                </c:pt>
                <c:pt idx="8925">
                  <c:v>24.35</c:v>
                </c:pt>
                <c:pt idx="8926">
                  <c:v>24.4</c:v>
                </c:pt>
                <c:pt idx="8927">
                  <c:v>24.4</c:v>
                </c:pt>
                <c:pt idx="8928">
                  <c:v>24.4</c:v>
                </c:pt>
                <c:pt idx="8929">
                  <c:v>24.45</c:v>
                </c:pt>
                <c:pt idx="8930">
                  <c:v>24.45</c:v>
                </c:pt>
                <c:pt idx="8931">
                  <c:v>24.5</c:v>
                </c:pt>
                <c:pt idx="8932">
                  <c:v>24.5</c:v>
                </c:pt>
                <c:pt idx="8933">
                  <c:v>24.55</c:v>
                </c:pt>
                <c:pt idx="8934">
                  <c:v>24.6</c:v>
                </c:pt>
                <c:pt idx="8935">
                  <c:v>24.6</c:v>
                </c:pt>
                <c:pt idx="8936">
                  <c:v>24.6</c:v>
                </c:pt>
                <c:pt idx="8937">
                  <c:v>24.65</c:v>
                </c:pt>
                <c:pt idx="8938">
                  <c:v>24.65</c:v>
                </c:pt>
                <c:pt idx="8939">
                  <c:v>24.7</c:v>
                </c:pt>
                <c:pt idx="8940">
                  <c:v>24.7</c:v>
                </c:pt>
                <c:pt idx="8941">
                  <c:v>24.7</c:v>
                </c:pt>
                <c:pt idx="8942">
                  <c:v>24.65</c:v>
                </c:pt>
                <c:pt idx="8943">
                  <c:v>24.6</c:v>
                </c:pt>
                <c:pt idx="8944">
                  <c:v>24.55</c:v>
                </c:pt>
                <c:pt idx="8945">
                  <c:v>24.5</c:v>
                </c:pt>
                <c:pt idx="8946">
                  <c:v>24.45</c:v>
                </c:pt>
                <c:pt idx="8947">
                  <c:v>24.4</c:v>
                </c:pt>
                <c:pt idx="8948">
                  <c:v>24.4</c:v>
                </c:pt>
                <c:pt idx="8949">
                  <c:v>24.35</c:v>
                </c:pt>
                <c:pt idx="8950">
                  <c:v>24.35</c:v>
                </c:pt>
                <c:pt idx="8951">
                  <c:v>24.35</c:v>
                </c:pt>
                <c:pt idx="8952">
                  <c:v>24.35</c:v>
                </c:pt>
                <c:pt idx="8953">
                  <c:v>24.35</c:v>
                </c:pt>
                <c:pt idx="8954">
                  <c:v>24.4</c:v>
                </c:pt>
                <c:pt idx="8955">
                  <c:v>24.4</c:v>
                </c:pt>
                <c:pt idx="8956">
                  <c:v>24.4</c:v>
                </c:pt>
                <c:pt idx="8957">
                  <c:v>24.45</c:v>
                </c:pt>
                <c:pt idx="8958">
                  <c:v>24.45</c:v>
                </c:pt>
                <c:pt idx="8959">
                  <c:v>24.45</c:v>
                </c:pt>
                <c:pt idx="8960">
                  <c:v>24.5</c:v>
                </c:pt>
                <c:pt idx="8961">
                  <c:v>24.5</c:v>
                </c:pt>
                <c:pt idx="8962">
                  <c:v>24.55</c:v>
                </c:pt>
                <c:pt idx="8963">
                  <c:v>24.55</c:v>
                </c:pt>
                <c:pt idx="8964">
                  <c:v>24.55</c:v>
                </c:pt>
                <c:pt idx="8965">
                  <c:v>24.6</c:v>
                </c:pt>
                <c:pt idx="8966">
                  <c:v>24.6</c:v>
                </c:pt>
                <c:pt idx="8967">
                  <c:v>24.6</c:v>
                </c:pt>
                <c:pt idx="8968">
                  <c:v>24.65</c:v>
                </c:pt>
                <c:pt idx="8969">
                  <c:v>24.65</c:v>
                </c:pt>
                <c:pt idx="8970">
                  <c:v>24.65</c:v>
                </c:pt>
                <c:pt idx="8971">
                  <c:v>24.65</c:v>
                </c:pt>
                <c:pt idx="8972">
                  <c:v>24.6</c:v>
                </c:pt>
                <c:pt idx="8973">
                  <c:v>24.6</c:v>
                </c:pt>
                <c:pt idx="8974">
                  <c:v>24.55</c:v>
                </c:pt>
                <c:pt idx="8975">
                  <c:v>24.5</c:v>
                </c:pt>
                <c:pt idx="8976">
                  <c:v>24.45</c:v>
                </c:pt>
                <c:pt idx="8977">
                  <c:v>24.45</c:v>
                </c:pt>
                <c:pt idx="8978">
                  <c:v>24.45</c:v>
                </c:pt>
                <c:pt idx="8979">
                  <c:v>24.4</c:v>
                </c:pt>
                <c:pt idx="8980">
                  <c:v>24.4</c:v>
                </c:pt>
                <c:pt idx="8981">
                  <c:v>24.4</c:v>
                </c:pt>
                <c:pt idx="8982">
                  <c:v>24.4</c:v>
                </c:pt>
                <c:pt idx="8983">
                  <c:v>24.4</c:v>
                </c:pt>
                <c:pt idx="8984">
                  <c:v>24.4</c:v>
                </c:pt>
                <c:pt idx="8985">
                  <c:v>24.4</c:v>
                </c:pt>
                <c:pt idx="8986">
                  <c:v>24.4</c:v>
                </c:pt>
                <c:pt idx="8987">
                  <c:v>24.45</c:v>
                </c:pt>
                <c:pt idx="8988">
                  <c:v>24.45</c:v>
                </c:pt>
                <c:pt idx="8989">
                  <c:v>24.45</c:v>
                </c:pt>
                <c:pt idx="8990">
                  <c:v>24.45</c:v>
                </c:pt>
                <c:pt idx="8991">
                  <c:v>24.45</c:v>
                </c:pt>
                <c:pt idx="8992">
                  <c:v>24.5</c:v>
                </c:pt>
                <c:pt idx="8993">
                  <c:v>24.5</c:v>
                </c:pt>
                <c:pt idx="8994">
                  <c:v>24.55</c:v>
                </c:pt>
                <c:pt idx="8995">
                  <c:v>24.55</c:v>
                </c:pt>
                <c:pt idx="8996">
                  <c:v>24.6</c:v>
                </c:pt>
                <c:pt idx="8997">
                  <c:v>24.6</c:v>
                </c:pt>
                <c:pt idx="8998">
                  <c:v>24.6</c:v>
                </c:pt>
                <c:pt idx="8999">
                  <c:v>24.65</c:v>
                </c:pt>
                <c:pt idx="9000">
                  <c:v>24.65</c:v>
                </c:pt>
                <c:pt idx="9001">
                  <c:v>24.65</c:v>
                </c:pt>
                <c:pt idx="9002">
                  <c:v>24.65</c:v>
                </c:pt>
                <c:pt idx="9003">
                  <c:v>24.6</c:v>
                </c:pt>
                <c:pt idx="9004">
                  <c:v>24.6</c:v>
                </c:pt>
                <c:pt idx="9005">
                  <c:v>24.55</c:v>
                </c:pt>
                <c:pt idx="9006">
                  <c:v>24.5</c:v>
                </c:pt>
                <c:pt idx="9007">
                  <c:v>24.5</c:v>
                </c:pt>
                <c:pt idx="9008">
                  <c:v>24.45</c:v>
                </c:pt>
                <c:pt idx="9009">
                  <c:v>24.45</c:v>
                </c:pt>
                <c:pt idx="9010">
                  <c:v>24.4</c:v>
                </c:pt>
                <c:pt idx="9011">
                  <c:v>24.4</c:v>
                </c:pt>
                <c:pt idx="9012">
                  <c:v>24.4</c:v>
                </c:pt>
                <c:pt idx="9013">
                  <c:v>24.4</c:v>
                </c:pt>
                <c:pt idx="9014">
                  <c:v>24.4</c:v>
                </c:pt>
                <c:pt idx="9015">
                  <c:v>24.4</c:v>
                </c:pt>
                <c:pt idx="9016">
                  <c:v>24.4</c:v>
                </c:pt>
                <c:pt idx="9017">
                  <c:v>24.4</c:v>
                </c:pt>
                <c:pt idx="9018">
                  <c:v>24.4</c:v>
                </c:pt>
                <c:pt idx="9019">
                  <c:v>24.45</c:v>
                </c:pt>
                <c:pt idx="9020">
                  <c:v>24.45</c:v>
                </c:pt>
                <c:pt idx="9021">
                  <c:v>24.45</c:v>
                </c:pt>
                <c:pt idx="9022">
                  <c:v>24.5</c:v>
                </c:pt>
                <c:pt idx="9023">
                  <c:v>24.5</c:v>
                </c:pt>
                <c:pt idx="9024">
                  <c:v>24.55</c:v>
                </c:pt>
                <c:pt idx="9025">
                  <c:v>24.6</c:v>
                </c:pt>
                <c:pt idx="9026">
                  <c:v>24.6</c:v>
                </c:pt>
                <c:pt idx="9027">
                  <c:v>24.65</c:v>
                </c:pt>
                <c:pt idx="9028">
                  <c:v>24.65</c:v>
                </c:pt>
                <c:pt idx="9029">
                  <c:v>24.7</c:v>
                </c:pt>
                <c:pt idx="9030">
                  <c:v>24.7</c:v>
                </c:pt>
                <c:pt idx="9031">
                  <c:v>24.7</c:v>
                </c:pt>
                <c:pt idx="9032">
                  <c:v>24.7</c:v>
                </c:pt>
                <c:pt idx="9033">
                  <c:v>24.65</c:v>
                </c:pt>
                <c:pt idx="9034">
                  <c:v>24.6</c:v>
                </c:pt>
                <c:pt idx="9035">
                  <c:v>24.55</c:v>
                </c:pt>
                <c:pt idx="9036">
                  <c:v>24.5</c:v>
                </c:pt>
                <c:pt idx="9037">
                  <c:v>24.45</c:v>
                </c:pt>
                <c:pt idx="9038">
                  <c:v>24.4</c:v>
                </c:pt>
                <c:pt idx="9039">
                  <c:v>24.4</c:v>
                </c:pt>
                <c:pt idx="9040">
                  <c:v>24.4</c:v>
                </c:pt>
                <c:pt idx="9041">
                  <c:v>24.35</c:v>
                </c:pt>
                <c:pt idx="9042">
                  <c:v>24.35</c:v>
                </c:pt>
                <c:pt idx="9043">
                  <c:v>24.35</c:v>
                </c:pt>
                <c:pt idx="9044">
                  <c:v>24.35</c:v>
                </c:pt>
                <c:pt idx="9045">
                  <c:v>24.35</c:v>
                </c:pt>
                <c:pt idx="9046">
                  <c:v>24.4</c:v>
                </c:pt>
                <c:pt idx="9047">
                  <c:v>24.4</c:v>
                </c:pt>
                <c:pt idx="9048">
                  <c:v>24.4</c:v>
                </c:pt>
                <c:pt idx="9049">
                  <c:v>24.45</c:v>
                </c:pt>
                <c:pt idx="9050">
                  <c:v>24.45</c:v>
                </c:pt>
                <c:pt idx="9051">
                  <c:v>24.5</c:v>
                </c:pt>
                <c:pt idx="9052">
                  <c:v>24.5</c:v>
                </c:pt>
                <c:pt idx="9053">
                  <c:v>24.55</c:v>
                </c:pt>
                <c:pt idx="9054">
                  <c:v>24.6</c:v>
                </c:pt>
                <c:pt idx="9055">
                  <c:v>24.6</c:v>
                </c:pt>
                <c:pt idx="9056">
                  <c:v>24.6</c:v>
                </c:pt>
                <c:pt idx="9057">
                  <c:v>24.65</c:v>
                </c:pt>
                <c:pt idx="9058">
                  <c:v>24.65</c:v>
                </c:pt>
                <c:pt idx="9059">
                  <c:v>24.7</c:v>
                </c:pt>
                <c:pt idx="9060">
                  <c:v>24.7</c:v>
                </c:pt>
                <c:pt idx="9061">
                  <c:v>24.65</c:v>
                </c:pt>
                <c:pt idx="9062">
                  <c:v>24.65</c:v>
                </c:pt>
                <c:pt idx="9063">
                  <c:v>24.6</c:v>
                </c:pt>
                <c:pt idx="9064">
                  <c:v>24.55</c:v>
                </c:pt>
                <c:pt idx="9065">
                  <c:v>24.55</c:v>
                </c:pt>
                <c:pt idx="9066">
                  <c:v>24.5</c:v>
                </c:pt>
                <c:pt idx="9067">
                  <c:v>24.45</c:v>
                </c:pt>
                <c:pt idx="9068">
                  <c:v>24.4</c:v>
                </c:pt>
                <c:pt idx="9069">
                  <c:v>24.35</c:v>
                </c:pt>
                <c:pt idx="9070">
                  <c:v>24.35</c:v>
                </c:pt>
                <c:pt idx="9071">
                  <c:v>24.35</c:v>
                </c:pt>
                <c:pt idx="9072">
                  <c:v>24.35</c:v>
                </c:pt>
                <c:pt idx="9073">
                  <c:v>24.35</c:v>
                </c:pt>
                <c:pt idx="9074">
                  <c:v>24.4</c:v>
                </c:pt>
                <c:pt idx="9075">
                  <c:v>24.4</c:v>
                </c:pt>
                <c:pt idx="9076">
                  <c:v>24.45</c:v>
                </c:pt>
                <c:pt idx="9077">
                  <c:v>24.45</c:v>
                </c:pt>
                <c:pt idx="9078">
                  <c:v>24.45</c:v>
                </c:pt>
                <c:pt idx="9079">
                  <c:v>24.5</c:v>
                </c:pt>
                <c:pt idx="9080">
                  <c:v>24.5</c:v>
                </c:pt>
                <c:pt idx="9081">
                  <c:v>24.5</c:v>
                </c:pt>
                <c:pt idx="9082">
                  <c:v>24.55</c:v>
                </c:pt>
                <c:pt idx="9083">
                  <c:v>24.55</c:v>
                </c:pt>
                <c:pt idx="9084">
                  <c:v>24.55</c:v>
                </c:pt>
                <c:pt idx="9085">
                  <c:v>24.6</c:v>
                </c:pt>
                <c:pt idx="9086">
                  <c:v>24.6</c:v>
                </c:pt>
                <c:pt idx="9087">
                  <c:v>24.6</c:v>
                </c:pt>
                <c:pt idx="9088">
                  <c:v>24.6</c:v>
                </c:pt>
                <c:pt idx="9089">
                  <c:v>24.65</c:v>
                </c:pt>
                <c:pt idx="9090">
                  <c:v>24.65</c:v>
                </c:pt>
                <c:pt idx="9091">
                  <c:v>24.65</c:v>
                </c:pt>
                <c:pt idx="9092">
                  <c:v>24.6</c:v>
                </c:pt>
                <c:pt idx="9093">
                  <c:v>24.6</c:v>
                </c:pt>
                <c:pt idx="9094">
                  <c:v>24.55</c:v>
                </c:pt>
                <c:pt idx="9095">
                  <c:v>24.5</c:v>
                </c:pt>
                <c:pt idx="9096">
                  <c:v>24.45</c:v>
                </c:pt>
                <c:pt idx="9097">
                  <c:v>24.45</c:v>
                </c:pt>
                <c:pt idx="9098">
                  <c:v>24.45</c:v>
                </c:pt>
                <c:pt idx="9099">
                  <c:v>24.45</c:v>
                </c:pt>
                <c:pt idx="9100">
                  <c:v>24.4</c:v>
                </c:pt>
                <c:pt idx="9101">
                  <c:v>24.4</c:v>
                </c:pt>
                <c:pt idx="9102">
                  <c:v>24.4</c:v>
                </c:pt>
                <c:pt idx="9103">
                  <c:v>24.4</c:v>
                </c:pt>
                <c:pt idx="9104">
                  <c:v>24.4</c:v>
                </c:pt>
                <c:pt idx="9105">
                  <c:v>24.4</c:v>
                </c:pt>
                <c:pt idx="9106">
                  <c:v>24.45</c:v>
                </c:pt>
                <c:pt idx="9107">
                  <c:v>24.45</c:v>
                </c:pt>
                <c:pt idx="9108">
                  <c:v>24.45</c:v>
                </c:pt>
                <c:pt idx="9109">
                  <c:v>24.5</c:v>
                </c:pt>
                <c:pt idx="9110">
                  <c:v>24.45</c:v>
                </c:pt>
                <c:pt idx="9111">
                  <c:v>24.45</c:v>
                </c:pt>
                <c:pt idx="9112">
                  <c:v>24.5</c:v>
                </c:pt>
                <c:pt idx="9113">
                  <c:v>24.5</c:v>
                </c:pt>
                <c:pt idx="9114">
                  <c:v>24.5</c:v>
                </c:pt>
                <c:pt idx="9115">
                  <c:v>24.55</c:v>
                </c:pt>
                <c:pt idx="9116">
                  <c:v>24.55</c:v>
                </c:pt>
                <c:pt idx="9117">
                  <c:v>24.6</c:v>
                </c:pt>
                <c:pt idx="9118">
                  <c:v>24.6</c:v>
                </c:pt>
                <c:pt idx="9119">
                  <c:v>24.65</c:v>
                </c:pt>
                <c:pt idx="9120">
                  <c:v>24.65</c:v>
                </c:pt>
                <c:pt idx="9121">
                  <c:v>24.65</c:v>
                </c:pt>
                <c:pt idx="9122">
                  <c:v>24.65</c:v>
                </c:pt>
                <c:pt idx="9123">
                  <c:v>24.65</c:v>
                </c:pt>
                <c:pt idx="9124">
                  <c:v>24.6</c:v>
                </c:pt>
                <c:pt idx="9125">
                  <c:v>24.55</c:v>
                </c:pt>
                <c:pt idx="9126">
                  <c:v>24.5</c:v>
                </c:pt>
                <c:pt idx="9127">
                  <c:v>24.45</c:v>
                </c:pt>
                <c:pt idx="9128">
                  <c:v>24.45</c:v>
                </c:pt>
                <c:pt idx="9129">
                  <c:v>24.4</c:v>
                </c:pt>
                <c:pt idx="9130">
                  <c:v>24.4</c:v>
                </c:pt>
                <c:pt idx="9131">
                  <c:v>24.4</c:v>
                </c:pt>
                <c:pt idx="9132">
                  <c:v>24.4</c:v>
                </c:pt>
                <c:pt idx="9133">
                  <c:v>24.4</c:v>
                </c:pt>
                <c:pt idx="9134">
                  <c:v>24.4</c:v>
                </c:pt>
                <c:pt idx="9135">
                  <c:v>24.4</c:v>
                </c:pt>
                <c:pt idx="9136">
                  <c:v>24.4</c:v>
                </c:pt>
                <c:pt idx="9137">
                  <c:v>24.4</c:v>
                </c:pt>
                <c:pt idx="9138">
                  <c:v>24.4</c:v>
                </c:pt>
                <c:pt idx="9139">
                  <c:v>24.4</c:v>
                </c:pt>
                <c:pt idx="9140">
                  <c:v>24.45</c:v>
                </c:pt>
                <c:pt idx="9141">
                  <c:v>24.45</c:v>
                </c:pt>
                <c:pt idx="9142">
                  <c:v>24.45</c:v>
                </c:pt>
                <c:pt idx="9143">
                  <c:v>24.5</c:v>
                </c:pt>
                <c:pt idx="9144">
                  <c:v>24.55</c:v>
                </c:pt>
                <c:pt idx="9145">
                  <c:v>24.55</c:v>
                </c:pt>
                <c:pt idx="9146">
                  <c:v>24.55</c:v>
                </c:pt>
                <c:pt idx="9147">
                  <c:v>24.6</c:v>
                </c:pt>
                <c:pt idx="9148">
                  <c:v>24.65</c:v>
                </c:pt>
                <c:pt idx="9149">
                  <c:v>24.7</c:v>
                </c:pt>
                <c:pt idx="9150">
                  <c:v>24.7</c:v>
                </c:pt>
                <c:pt idx="9151">
                  <c:v>24.7</c:v>
                </c:pt>
                <c:pt idx="9152">
                  <c:v>24.7</c:v>
                </c:pt>
                <c:pt idx="9153">
                  <c:v>24.65</c:v>
                </c:pt>
                <c:pt idx="9154">
                  <c:v>24.6</c:v>
                </c:pt>
                <c:pt idx="9155">
                  <c:v>24.55</c:v>
                </c:pt>
                <c:pt idx="9156">
                  <c:v>24.5</c:v>
                </c:pt>
                <c:pt idx="9157">
                  <c:v>24.45</c:v>
                </c:pt>
                <c:pt idx="9158">
                  <c:v>24.45</c:v>
                </c:pt>
                <c:pt idx="9159">
                  <c:v>24.4</c:v>
                </c:pt>
                <c:pt idx="9160">
                  <c:v>24.4</c:v>
                </c:pt>
                <c:pt idx="9161">
                  <c:v>24.4</c:v>
                </c:pt>
                <c:pt idx="9162">
                  <c:v>24.4</c:v>
                </c:pt>
                <c:pt idx="9163">
                  <c:v>24.4</c:v>
                </c:pt>
                <c:pt idx="9164">
                  <c:v>24.4</c:v>
                </c:pt>
                <c:pt idx="9165">
                  <c:v>24.4</c:v>
                </c:pt>
                <c:pt idx="9166">
                  <c:v>24.4</c:v>
                </c:pt>
                <c:pt idx="9167">
                  <c:v>24.4</c:v>
                </c:pt>
                <c:pt idx="9168">
                  <c:v>24.45</c:v>
                </c:pt>
                <c:pt idx="9169">
                  <c:v>24.45</c:v>
                </c:pt>
                <c:pt idx="9170">
                  <c:v>24.5</c:v>
                </c:pt>
                <c:pt idx="9171">
                  <c:v>24.5</c:v>
                </c:pt>
                <c:pt idx="9172">
                  <c:v>24.5</c:v>
                </c:pt>
                <c:pt idx="9173">
                  <c:v>24.55</c:v>
                </c:pt>
                <c:pt idx="9174">
                  <c:v>24.55</c:v>
                </c:pt>
                <c:pt idx="9175">
                  <c:v>24.6</c:v>
                </c:pt>
                <c:pt idx="9176">
                  <c:v>24.65</c:v>
                </c:pt>
                <c:pt idx="9177">
                  <c:v>24.65</c:v>
                </c:pt>
                <c:pt idx="9178">
                  <c:v>24.7</c:v>
                </c:pt>
                <c:pt idx="9179">
                  <c:v>24.7</c:v>
                </c:pt>
                <c:pt idx="9180">
                  <c:v>24.7</c:v>
                </c:pt>
                <c:pt idx="9181">
                  <c:v>24.7</c:v>
                </c:pt>
                <c:pt idx="9182">
                  <c:v>24.7</c:v>
                </c:pt>
                <c:pt idx="9183">
                  <c:v>24.65</c:v>
                </c:pt>
                <c:pt idx="9184">
                  <c:v>24.6</c:v>
                </c:pt>
                <c:pt idx="9185">
                  <c:v>24.55</c:v>
                </c:pt>
                <c:pt idx="9186">
                  <c:v>24.5</c:v>
                </c:pt>
                <c:pt idx="9187">
                  <c:v>24.45</c:v>
                </c:pt>
                <c:pt idx="9188">
                  <c:v>24.4</c:v>
                </c:pt>
                <c:pt idx="9189">
                  <c:v>24.4</c:v>
                </c:pt>
                <c:pt idx="9190">
                  <c:v>24.35</c:v>
                </c:pt>
                <c:pt idx="9191">
                  <c:v>24.35</c:v>
                </c:pt>
                <c:pt idx="9192">
                  <c:v>24.35</c:v>
                </c:pt>
                <c:pt idx="9193">
                  <c:v>24.35</c:v>
                </c:pt>
                <c:pt idx="9194">
                  <c:v>24.35</c:v>
                </c:pt>
                <c:pt idx="9195">
                  <c:v>24.4</c:v>
                </c:pt>
                <c:pt idx="9196">
                  <c:v>24.4</c:v>
                </c:pt>
                <c:pt idx="9197">
                  <c:v>24.4</c:v>
                </c:pt>
                <c:pt idx="9198">
                  <c:v>24.45</c:v>
                </c:pt>
                <c:pt idx="9199">
                  <c:v>24.45</c:v>
                </c:pt>
                <c:pt idx="9200">
                  <c:v>24.5</c:v>
                </c:pt>
                <c:pt idx="9201">
                  <c:v>24.5</c:v>
                </c:pt>
                <c:pt idx="9202">
                  <c:v>24.55</c:v>
                </c:pt>
                <c:pt idx="9203">
                  <c:v>24.55</c:v>
                </c:pt>
                <c:pt idx="9204">
                  <c:v>24.6</c:v>
                </c:pt>
                <c:pt idx="9205">
                  <c:v>24.55</c:v>
                </c:pt>
                <c:pt idx="9206">
                  <c:v>24.6</c:v>
                </c:pt>
                <c:pt idx="9207">
                  <c:v>24.65</c:v>
                </c:pt>
                <c:pt idx="9208">
                  <c:v>24.65</c:v>
                </c:pt>
                <c:pt idx="9209">
                  <c:v>24.65</c:v>
                </c:pt>
                <c:pt idx="9210">
                  <c:v>24.7</c:v>
                </c:pt>
                <c:pt idx="9211">
                  <c:v>24.65</c:v>
                </c:pt>
                <c:pt idx="9212">
                  <c:v>24.65</c:v>
                </c:pt>
                <c:pt idx="9213">
                  <c:v>24.6</c:v>
                </c:pt>
                <c:pt idx="9214">
                  <c:v>24.6</c:v>
                </c:pt>
                <c:pt idx="9215">
                  <c:v>24.5</c:v>
                </c:pt>
                <c:pt idx="9216">
                  <c:v>24.45</c:v>
                </c:pt>
                <c:pt idx="9217">
                  <c:v>24.4</c:v>
                </c:pt>
                <c:pt idx="9218">
                  <c:v>24.4</c:v>
                </c:pt>
                <c:pt idx="9219">
                  <c:v>24.4</c:v>
                </c:pt>
                <c:pt idx="9220">
                  <c:v>24.35</c:v>
                </c:pt>
                <c:pt idx="9221">
                  <c:v>24.35</c:v>
                </c:pt>
                <c:pt idx="9222">
                  <c:v>24.35</c:v>
                </c:pt>
                <c:pt idx="9223">
                  <c:v>24.4</c:v>
                </c:pt>
                <c:pt idx="9224">
                  <c:v>24.4</c:v>
                </c:pt>
                <c:pt idx="9225">
                  <c:v>24.4</c:v>
                </c:pt>
                <c:pt idx="9226">
                  <c:v>24.45</c:v>
                </c:pt>
                <c:pt idx="9227">
                  <c:v>24.45</c:v>
                </c:pt>
                <c:pt idx="9228">
                  <c:v>24.45</c:v>
                </c:pt>
                <c:pt idx="9229">
                  <c:v>24.5</c:v>
                </c:pt>
                <c:pt idx="9230">
                  <c:v>24.5</c:v>
                </c:pt>
                <c:pt idx="9231">
                  <c:v>24.5</c:v>
                </c:pt>
                <c:pt idx="9232">
                  <c:v>24.5</c:v>
                </c:pt>
                <c:pt idx="9233">
                  <c:v>24.55</c:v>
                </c:pt>
                <c:pt idx="9234">
                  <c:v>24.55</c:v>
                </c:pt>
                <c:pt idx="9235">
                  <c:v>24.6</c:v>
                </c:pt>
                <c:pt idx="9236">
                  <c:v>24.6</c:v>
                </c:pt>
                <c:pt idx="9237">
                  <c:v>24.65</c:v>
                </c:pt>
                <c:pt idx="9238">
                  <c:v>24.65</c:v>
                </c:pt>
                <c:pt idx="9239">
                  <c:v>24.7</c:v>
                </c:pt>
                <c:pt idx="9240">
                  <c:v>24.65</c:v>
                </c:pt>
                <c:pt idx="9241">
                  <c:v>24.7</c:v>
                </c:pt>
                <c:pt idx="9242">
                  <c:v>24.65</c:v>
                </c:pt>
                <c:pt idx="9243">
                  <c:v>24.6</c:v>
                </c:pt>
                <c:pt idx="9244">
                  <c:v>24.55</c:v>
                </c:pt>
                <c:pt idx="9245">
                  <c:v>24.5</c:v>
                </c:pt>
                <c:pt idx="9246">
                  <c:v>24.45</c:v>
                </c:pt>
                <c:pt idx="9247">
                  <c:v>24.45</c:v>
                </c:pt>
                <c:pt idx="9248">
                  <c:v>24.4</c:v>
                </c:pt>
                <c:pt idx="9249">
                  <c:v>24.4</c:v>
                </c:pt>
                <c:pt idx="9250">
                  <c:v>24.4</c:v>
                </c:pt>
                <c:pt idx="9251">
                  <c:v>24.4</c:v>
                </c:pt>
                <c:pt idx="9252">
                  <c:v>24.4</c:v>
                </c:pt>
                <c:pt idx="9253">
                  <c:v>24.4</c:v>
                </c:pt>
                <c:pt idx="9254">
                  <c:v>24.4</c:v>
                </c:pt>
                <c:pt idx="9255">
                  <c:v>24.45</c:v>
                </c:pt>
                <c:pt idx="9256">
                  <c:v>24.45</c:v>
                </c:pt>
                <c:pt idx="9257">
                  <c:v>24.45</c:v>
                </c:pt>
                <c:pt idx="9258">
                  <c:v>24.45</c:v>
                </c:pt>
                <c:pt idx="9259">
                  <c:v>24.45</c:v>
                </c:pt>
                <c:pt idx="9260">
                  <c:v>24.5</c:v>
                </c:pt>
                <c:pt idx="9261">
                  <c:v>24.5</c:v>
                </c:pt>
                <c:pt idx="9262">
                  <c:v>24.5</c:v>
                </c:pt>
                <c:pt idx="9263">
                  <c:v>24.55</c:v>
                </c:pt>
                <c:pt idx="9264">
                  <c:v>24.55</c:v>
                </c:pt>
                <c:pt idx="9265">
                  <c:v>24.55</c:v>
                </c:pt>
                <c:pt idx="9266">
                  <c:v>24.6</c:v>
                </c:pt>
                <c:pt idx="9267">
                  <c:v>24.6</c:v>
                </c:pt>
                <c:pt idx="9268">
                  <c:v>24.6</c:v>
                </c:pt>
                <c:pt idx="9269">
                  <c:v>24.65</c:v>
                </c:pt>
                <c:pt idx="9270">
                  <c:v>24.65</c:v>
                </c:pt>
                <c:pt idx="9271">
                  <c:v>24.65</c:v>
                </c:pt>
                <c:pt idx="9272">
                  <c:v>24.65</c:v>
                </c:pt>
                <c:pt idx="9273">
                  <c:v>24.6</c:v>
                </c:pt>
                <c:pt idx="9274">
                  <c:v>24.55</c:v>
                </c:pt>
                <c:pt idx="9275">
                  <c:v>24.55</c:v>
                </c:pt>
                <c:pt idx="9276">
                  <c:v>24.5</c:v>
                </c:pt>
                <c:pt idx="9277">
                  <c:v>24.45</c:v>
                </c:pt>
                <c:pt idx="9278">
                  <c:v>24.45</c:v>
                </c:pt>
                <c:pt idx="9279">
                  <c:v>24.4</c:v>
                </c:pt>
                <c:pt idx="9280">
                  <c:v>24.4</c:v>
                </c:pt>
                <c:pt idx="9281">
                  <c:v>24.4</c:v>
                </c:pt>
                <c:pt idx="9282">
                  <c:v>24.4</c:v>
                </c:pt>
                <c:pt idx="9283">
                  <c:v>24.35</c:v>
                </c:pt>
                <c:pt idx="9284">
                  <c:v>24.4</c:v>
                </c:pt>
                <c:pt idx="9285">
                  <c:v>24.4</c:v>
                </c:pt>
                <c:pt idx="9286">
                  <c:v>24.4</c:v>
                </c:pt>
                <c:pt idx="9287">
                  <c:v>24.4</c:v>
                </c:pt>
                <c:pt idx="9288">
                  <c:v>24.4</c:v>
                </c:pt>
                <c:pt idx="9289">
                  <c:v>24.45</c:v>
                </c:pt>
                <c:pt idx="9290">
                  <c:v>24.45</c:v>
                </c:pt>
                <c:pt idx="9291">
                  <c:v>24.45</c:v>
                </c:pt>
                <c:pt idx="9292">
                  <c:v>24.45</c:v>
                </c:pt>
                <c:pt idx="9293">
                  <c:v>24.5</c:v>
                </c:pt>
                <c:pt idx="9294">
                  <c:v>24.5</c:v>
                </c:pt>
                <c:pt idx="9295">
                  <c:v>24.5</c:v>
                </c:pt>
                <c:pt idx="9296">
                  <c:v>24.55</c:v>
                </c:pt>
                <c:pt idx="9297">
                  <c:v>24.55</c:v>
                </c:pt>
                <c:pt idx="9298">
                  <c:v>24.6</c:v>
                </c:pt>
                <c:pt idx="9299">
                  <c:v>24.6</c:v>
                </c:pt>
                <c:pt idx="9300">
                  <c:v>24.65</c:v>
                </c:pt>
                <c:pt idx="9301">
                  <c:v>24.65</c:v>
                </c:pt>
                <c:pt idx="9302">
                  <c:v>24.6</c:v>
                </c:pt>
                <c:pt idx="9303">
                  <c:v>24.6</c:v>
                </c:pt>
                <c:pt idx="9304">
                  <c:v>24.55</c:v>
                </c:pt>
                <c:pt idx="9305">
                  <c:v>24.55</c:v>
                </c:pt>
                <c:pt idx="9306">
                  <c:v>24.45</c:v>
                </c:pt>
                <c:pt idx="9307">
                  <c:v>24.45</c:v>
                </c:pt>
                <c:pt idx="9308">
                  <c:v>24.4</c:v>
                </c:pt>
                <c:pt idx="9309">
                  <c:v>24.4</c:v>
                </c:pt>
                <c:pt idx="9310">
                  <c:v>24.4</c:v>
                </c:pt>
                <c:pt idx="9311">
                  <c:v>24.4</c:v>
                </c:pt>
                <c:pt idx="9312">
                  <c:v>24.4</c:v>
                </c:pt>
                <c:pt idx="9313">
                  <c:v>24.4</c:v>
                </c:pt>
                <c:pt idx="9314">
                  <c:v>24.4</c:v>
                </c:pt>
                <c:pt idx="9315">
                  <c:v>24.4</c:v>
                </c:pt>
                <c:pt idx="9316">
                  <c:v>24.4</c:v>
                </c:pt>
                <c:pt idx="9317">
                  <c:v>24.4</c:v>
                </c:pt>
                <c:pt idx="9318">
                  <c:v>24.4</c:v>
                </c:pt>
                <c:pt idx="9319">
                  <c:v>24.4</c:v>
                </c:pt>
                <c:pt idx="9320">
                  <c:v>24.4</c:v>
                </c:pt>
                <c:pt idx="9321">
                  <c:v>24.45</c:v>
                </c:pt>
                <c:pt idx="9322">
                  <c:v>24.45</c:v>
                </c:pt>
                <c:pt idx="9323">
                  <c:v>24.5</c:v>
                </c:pt>
                <c:pt idx="9324">
                  <c:v>24.55</c:v>
                </c:pt>
                <c:pt idx="9325">
                  <c:v>24.5</c:v>
                </c:pt>
                <c:pt idx="9326">
                  <c:v>24.6</c:v>
                </c:pt>
                <c:pt idx="9327">
                  <c:v>24.6</c:v>
                </c:pt>
                <c:pt idx="9328">
                  <c:v>24.6</c:v>
                </c:pt>
                <c:pt idx="9329">
                  <c:v>24.65</c:v>
                </c:pt>
                <c:pt idx="9330">
                  <c:v>24.65</c:v>
                </c:pt>
                <c:pt idx="9331">
                  <c:v>24.65</c:v>
                </c:pt>
                <c:pt idx="9332">
                  <c:v>24.65</c:v>
                </c:pt>
                <c:pt idx="9333">
                  <c:v>24.6</c:v>
                </c:pt>
                <c:pt idx="9334">
                  <c:v>24.55</c:v>
                </c:pt>
                <c:pt idx="9335">
                  <c:v>24.5</c:v>
                </c:pt>
                <c:pt idx="9336">
                  <c:v>24.45</c:v>
                </c:pt>
                <c:pt idx="9337">
                  <c:v>24.45</c:v>
                </c:pt>
                <c:pt idx="9338">
                  <c:v>24.4</c:v>
                </c:pt>
                <c:pt idx="9339">
                  <c:v>24.4</c:v>
                </c:pt>
                <c:pt idx="9340">
                  <c:v>24.35</c:v>
                </c:pt>
                <c:pt idx="9341">
                  <c:v>24.35</c:v>
                </c:pt>
                <c:pt idx="9342">
                  <c:v>24.35</c:v>
                </c:pt>
                <c:pt idx="9343">
                  <c:v>24.35</c:v>
                </c:pt>
                <c:pt idx="9344">
                  <c:v>24.35</c:v>
                </c:pt>
                <c:pt idx="9345">
                  <c:v>24.35</c:v>
                </c:pt>
                <c:pt idx="9346">
                  <c:v>24.35</c:v>
                </c:pt>
                <c:pt idx="9347">
                  <c:v>24.35</c:v>
                </c:pt>
                <c:pt idx="9348">
                  <c:v>24.35</c:v>
                </c:pt>
                <c:pt idx="9349">
                  <c:v>24.4</c:v>
                </c:pt>
                <c:pt idx="9350">
                  <c:v>24.4</c:v>
                </c:pt>
                <c:pt idx="9351">
                  <c:v>24.45</c:v>
                </c:pt>
                <c:pt idx="9352">
                  <c:v>24.45</c:v>
                </c:pt>
                <c:pt idx="9353">
                  <c:v>24.5</c:v>
                </c:pt>
                <c:pt idx="9354">
                  <c:v>24.55</c:v>
                </c:pt>
                <c:pt idx="9355">
                  <c:v>24.55</c:v>
                </c:pt>
                <c:pt idx="9356">
                  <c:v>24.6</c:v>
                </c:pt>
                <c:pt idx="9357">
                  <c:v>24.6</c:v>
                </c:pt>
                <c:pt idx="9358">
                  <c:v>24.6</c:v>
                </c:pt>
                <c:pt idx="9359">
                  <c:v>24.65</c:v>
                </c:pt>
                <c:pt idx="9360">
                  <c:v>24.7</c:v>
                </c:pt>
                <c:pt idx="9361">
                  <c:v>24.7</c:v>
                </c:pt>
                <c:pt idx="9362">
                  <c:v>24.65</c:v>
                </c:pt>
                <c:pt idx="9363">
                  <c:v>24.6</c:v>
                </c:pt>
                <c:pt idx="9364">
                  <c:v>24.55</c:v>
                </c:pt>
                <c:pt idx="9365">
                  <c:v>24.55</c:v>
                </c:pt>
                <c:pt idx="9366">
                  <c:v>24.45</c:v>
                </c:pt>
                <c:pt idx="9367">
                  <c:v>24.45</c:v>
                </c:pt>
                <c:pt idx="9368">
                  <c:v>24.4</c:v>
                </c:pt>
                <c:pt idx="9369">
                  <c:v>24.35</c:v>
                </c:pt>
                <c:pt idx="9370">
                  <c:v>24.35</c:v>
                </c:pt>
                <c:pt idx="9371">
                  <c:v>24.4</c:v>
                </c:pt>
                <c:pt idx="9372">
                  <c:v>24.35</c:v>
                </c:pt>
                <c:pt idx="9373">
                  <c:v>24.35</c:v>
                </c:pt>
                <c:pt idx="9374">
                  <c:v>24.35</c:v>
                </c:pt>
                <c:pt idx="9375">
                  <c:v>24.35</c:v>
                </c:pt>
                <c:pt idx="9376">
                  <c:v>24.4</c:v>
                </c:pt>
                <c:pt idx="9377">
                  <c:v>24.4</c:v>
                </c:pt>
                <c:pt idx="9378">
                  <c:v>24.45</c:v>
                </c:pt>
                <c:pt idx="9379">
                  <c:v>24.4</c:v>
                </c:pt>
                <c:pt idx="9380">
                  <c:v>24.45</c:v>
                </c:pt>
                <c:pt idx="9381">
                  <c:v>24.5</c:v>
                </c:pt>
                <c:pt idx="9382">
                  <c:v>24.55</c:v>
                </c:pt>
                <c:pt idx="9383">
                  <c:v>24.55</c:v>
                </c:pt>
                <c:pt idx="9384">
                  <c:v>24.6</c:v>
                </c:pt>
                <c:pt idx="9385">
                  <c:v>24.6</c:v>
                </c:pt>
                <c:pt idx="9386">
                  <c:v>24.6</c:v>
                </c:pt>
                <c:pt idx="9387">
                  <c:v>24.65</c:v>
                </c:pt>
                <c:pt idx="9388">
                  <c:v>24.65</c:v>
                </c:pt>
                <c:pt idx="9389">
                  <c:v>24.7</c:v>
                </c:pt>
                <c:pt idx="9390">
                  <c:v>24.7</c:v>
                </c:pt>
                <c:pt idx="9391">
                  <c:v>24.7</c:v>
                </c:pt>
                <c:pt idx="9392">
                  <c:v>24.7</c:v>
                </c:pt>
                <c:pt idx="9393">
                  <c:v>24.7</c:v>
                </c:pt>
                <c:pt idx="9394">
                  <c:v>24.65</c:v>
                </c:pt>
                <c:pt idx="9395">
                  <c:v>24.6</c:v>
                </c:pt>
                <c:pt idx="9396">
                  <c:v>24.5</c:v>
                </c:pt>
                <c:pt idx="9397">
                  <c:v>24.45</c:v>
                </c:pt>
                <c:pt idx="9398">
                  <c:v>24.45</c:v>
                </c:pt>
                <c:pt idx="9399">
                  <c:v>24.4</c:v>
                </c:pt>
                <c:pt idx="9400">
                  <c:v>24.4</c:v>
                </c:pt>
                <c:pt idx="9401">
                  <c:v>24.4</c:v>
                </c:pt>
                <c:pt idx="9402">
                  <c:v>24.4</c:v>
                </c:pt>
                <c:pt idx="9403">
                  <c:v>24.4</c:v>
                </c:pt>
                <c:pt idx="9404">
                  <c:v>24.4</c:v>
                </c:pt>
                <c:pt idx="9405">
                  <c:v>24.4</c:v>
                </c:pt>
                <c:pt idx="9406">
                  <c:v>24.4</c:v>
                </c:pt>
                <c:pt idx="9407">
                  <c:v>24.4</c:v>
                </c:pt>
                <c:pt idx="9408">
                  <c:v>24.4</c:v>
                </c:pt>
                <c:pt idx="9409">
                  <c:v>24.45</c:v>
                </c:pt>
                <c:pt idx="9410">
                  <c:v>24.5</c:v>
                </c:pt>
                <c:pt idx="9411">
                  <c:v>24.5</c:v>
                </c:pt>
                <c:pt idx="9412">
                  <c:v>24.5</c:v>
                </c:pt>
                <c:pt idx="9413">
                  <c:v>24.55</c:v>
                </c:pt>
                <c:pt idx="9414">
                  <c:v>24.55</c:v>
                </c:pt>
                <c:pt idx="9415">
                  <c:v>24.6</c:v>
                </c:pt>
                <c:pt idx="9416">
                  <c:v>24.65</c:v>
                </c:pt>
                <c:pt idx="9417">
                  <c:v>24.65</c:v>
                </c:pt>
                <c:pt idx="9418">
                  <c:v>24.65</c:v>
                </c:pt>
                <c:pt idx="9419">
                  <c:v>24.7</c:v>
                </c:pt>
                <c:pt idx="9420">
                  <c:v>24.7</c:v>
                </c:pt>
                <c:pt idx="9421">
                  <c:v>24.7</c:v>
                </c:pt>
                <c:pt idx="9422">
                  <c:v>24.7</c:v>
                </c:pt>
                <c:pt idx="9423">
                  <c:v>24.65</c:v>
                </c:pt>
                <c:pt idx="9424">
                  <c:v>24.6</c:v>
                </c:pt>
                <c:pt idx="9425">
                  <c:v>24.55</c:v>
                </c:pt>
                <c:pt idx="9426">
                  <c:v>24.45</c:v>
                </c:pt>
                <c:pt idx="9427">
                  <c:v>24.45</c:v>
                </c:pt>
                <c:pt idx="9428">
                  <c:v>24.4</c:v>
                </c:pt>
                <c:pt idx="9429">
                  <c:v>24.35</c:v>
                </c:pt>
                <c:pt idx="9430">
                  <c:v>24.35</c:v>
                </c:pt>
                <c:pt idx="9431">
                  <c:v>24.35</c:v>
                </c:pt>
                <c:pt idx="9432">
                  <c:v>24.35</c:v>
                </c:pt>
                <c:pt idx="9433">
                  <c:v>24.35</c:v>
                </c:pt>
                <c:pt idx="9434">
                  <c:v>24.35</c:v>
                </c:pt>
                <c:pt idx="9435">
                  <c:v>24.4</c:v>
                </c:pt>
                <c:pt idx="9436">
                  <c:v>24.4</c:v>
                </c:pt>
                <c:pt idx="9437">
                  <c:v>24.4</c:v>
                </c:pt>
                <c:pt idx="9438">
                  <c:v>24.45</c:v>
                </c:pt>
                <c:pt idx="9439">
                  <c:v>24.45</c:v>
                </c:pt>
                <c:pt idx="9440">
                  <c:v>24.45</c:v>
                </c:pt>
                <c:pt idx="9441">
                  <c:v>24.5</c:v>
                </c:pt>
                <c:pt idx="9442">
                  <c:v>24.5</c:v>
                </c:pt>
                <c:pt idx="9443">
                  <c:v>24.55</c:v>
                </c:pt>
                <c:pt idx="9444">
                  <c:v>24.55</c:v>
                </c:pt>
                <c:pt idx="9445">
                  <c:v>24.6</c:v>
                </c:pt>
                <c:pt idx="9446">
                  <c:v>24.6</c:v>
                </c:pt>
                <c:pt idx="9447">
                  <c:v>24.65</c:v>
                </c:pt>
                <c:pt idx="9448">
                  <c:v>24.65</c:v>
                </c:pt>
                <c:pt idx="9449">
                  <c:v>24.7</c:v>
                </c:pt>
                <c:pt idx="9450">
                  <c:v>24.7</c:v>
                </c:pt>
                <c:pt idx="9451">
                  <c:v>24.7</c:v>
                </c:pt>
                <c:pt idx="9452">
                  <c:v>24.65</c:v>
                </c:pt>
                <c:pt idx="9453">
                  <c:v>24.6</c:v>
                </c:pt>
                <c:pt idx="9454">
                  <c:v>24.6</c:v>
                </c:pt>
                <c:pt idx="9455">
                  <c:v>24.5</c:v>
                </c:pt>
                <c:pt idx="9456">
                  <c:v>24.5</c:v>
                </c:pt>
                <c:pt idx="9457">
                  <c:v>24.4</c:v>
                </c:pt>
                <c:pt idx="9458">
                  <c:v>24.4</c:v>
                </c:pt>
                <c:pt idx="9459">
                  <c:v>24.4</c:v>
                </c:pt>
                <c:pt idx="9460">
                  <c:v>24.35</c:v>
                </c:pt>
                <c:pt idx="9461">
                  <c:v>24.35</c:v>
                </c:pt>
                <c:pt idx="9462">
                  <c:v>24.35</c:v>
                </c:pt>
                <c:pt idx="9463">
                  <c:v>24.35</c:v>
                </c:pt>
                <c:pt idx="9464">
                  <c:v>24.35</c:v>
                </c:pt>
                <c:pt idx="9465">
                  <c:v>24.35</c:v>
                </c:pt>
                <c:pt idx="9466">
                  <c:v>24.4</c:v>
                </c:pt>
                <c:pt idx="9467">
                  <c:v>24.4</c:v>
                </c:pt>
                <c:pt idx="9468">
                  <c:v>24.45</c:v>
                </c:pt>
                <c:pt idx="9469">
                  <c:v>24.45</c:v>
                </c:pt>
                <c:pt idx="9470">
                  <c:v>24.5</c:v>
                </c:pt>
                <c:pt idx="9471">
                  <c:v>24.5</c:v>
                </c:pt>
                <c:pt idx="9472">
                  <c:v>24.55</c:v>
                </c:pt>
                <c:pt idx="9473">
                  <c:v>24.55</c:v>
                </c:pt>
                <c:pt idx="9474">
                  <c:v>24.55</c:v>
                </c:pt>
                <c:pt idx="9475">
                  <c:v>24.6</c:v>
                </c:pt>
                <c:pt idx="9476">
                  <c:v>24.6</c:v>
                </c:pt>
                <c:pt idx="9477">
                  <c:v>24.65</c:v>
                </c:pt>
                <c:pt idx="9478">
                  <c:v>24.65</c:v>
                </c:pt>
                <c:pt idx="9479">
                  <c:v>24.65</c:v>
                </c:pt>
                <c:pt idx="9480">
                  <c:v>24.7</c:v>
                </c:pt>
                <c:pt idx="9481">
                  <c:v>24.65</c:v>
                </c:pt>
                <c:pt idx="9482">
                  <c:v>24.65</c:v>
                </c:pt>
                <c:pt idx="9483">
                  <c:v>24.65</c:v>
                </c:pt>
                <c:pt idx="9484">
                  <c:v>24.55</c:v>
                </c:pt>
                <c:pt idx="9485">
                  <c:v>24.45</c:v>
                </c:pt>
                <c:pt idx="9486">
                  <c:v>24.45</c:v>
                </c:pt>
                <c:pt idx="9487">
                  <c:v>24.4</c:v>
                </c:pt>
                <c:pt idx="9488">
                  <c:v>24.35</c:v>
                </c:pt>
                <c:pt idx="9489">
                  <c:v>24.35</c:v>
                </c:pt>
                <c:pt idx="9490">
                  <c:v>24.35</c:v>
                </c:pt>
                <c:pt idx="9491">
                  <c:v>24.3</c:v>
                </c:pt>
                <c:pt idx="9492">
                  <c:v>24.35</c:v>
                </c:pt>
                <c:pt idx="9493">
                  <c:v>24.35</c:v>
                </c:pt>
                <c:pt idx="9494">
                  <c:v>24.35</c:v>
                </c:pt>
                <c:pt idx="9495">
                  <c:v>24.35</c:v>
                </c:pt>
                <c:pt idx="9496">
                  <c:v>24.4</c:v>
                </c:pt>
                <c:pt idx="9497">
                  <c:v>24.4</c:v>
                </c:pt>
                <c:pt idx="9498">
                  <c:v>24.4</c:v>
                </c:pt>
                <c:pt idx="9499">
                  <c:v>24.45</c:v>
                </c:pt>
                <c:pt idx="9500">
                  <c:v>24.45</c:v>
                </c:pt>
                <c:pt idx="9501">
                  <c:v>24.5</c:v>
                </c:pt>
                <c:pt idx="9502">
                  <c:v>24.5</c:v>
                </c:pt>
                <c:pt idx="9503">
                  <c:v>24.55</c:v>
                </c:pt>
                <c:pt idx="9504">
                  <c:v>24.55</c:v>
                </c:pt>
                <c:pt idx="9505">
                  <c:v>24.55</c:v>
                </c:pt>
                <c:pt idx="9506">
                  <c:v>24.6</c:v>
                </c:pt>
                <c:pt idx="9507">
                  <c:v>24.6</c:v>
                </c:pt>
                <c:pt idx="9508">
                  <c:v>24.6</c:v>
                </c:pt>
                <c:pt idx="9509">
                  <c:v>24.65</c:v>
                </c:pt>
                <c:pt idx="9510">
                  <c:v>24.65</c:v>
                </c:pt>
                <c:pt idx="9511">
                  <c:v>24.65</c:v>
                </c:pt>
                <c:pt idx="9512">
                  <c:v>24.65</c:v>
                </c:pt>
                <c:pt idx="9513">
                  <c:v>24.6</c:v>
                </c:pt>
                <c:pt idx="9514">
                  <c:v>24.55</c:v>
                </c:pt>
                <c:pt idx="9515">
                  <c:v>24.5</c:v>
                </c:pt>
                <c:pt idx="9516">
                  <c:v>24.45</c:v>
                </c:pt>
                <c:pt idx="9517">
                  <c:v>24.4</c:v>
                </c:pt>
                <c:pt idx="9518">
                  <c:v>24.35</c:v>
                </c:pt>
                <c:pt idx="9519">
                  <c:v>24.35</c:v>
                </c:pt>
                <c:pt idx="9520">
                  <c:v>24.35</c:v>
                </c:pt>
                <c:pt idx="9521">
                  <c:v>24.3</c:v>
                </c:pt>
                <c:pt idx="9522">
                  <c:v>24.3</c:v>
                </c:pt>
                <c:pt idx="9523">
                  <c:v>24.3</c:v>
                </c:pt>
                <c:pt idx="9524">
                  <c:v>24.3</c:v>
                </c:pt>
                <c:pt idx="9525">
                  <c:v>24.35</c:v>
                </c:pt>
                <c:pt idx="9526">
                  <c:v>24.35</c:v>
                </c:pt>
                <c:pt idx="9527">
                  <c:v>24.35</c:v>
                </c:pt>
                <c:pt idx="9528">
                  <c:v>24.4</c:v>
                </c:pt>
                <c:pt idx="9529">
                  <c:v>24.4</c:v>
                </c:pt>
                <c:pt idx="9530">
                  <c:v>24.4</c:v>
                </c:pt>
                <c:pt idx="9531">
                  <c:v>24.45</c:v>
                </c:pt>
                <c:pt idx="9532">
                  <c:v>24.5</c:v>
                </c:pt>
                <c:pt idx="9533">
                  <c:v>24.5</c:v>
                </c:pt>
                <c:pt idx="9534">
                  <c:v>24.55</c:v>
                </c:pt>
                <c:pt idx="9535">
                  <c:v>24.6</c:v>
                </c:pt>
                <c:pt idx="9536">
                  <c:v>24.6</c:v>
                </c:pt>
                <c:pt idx="9537">
                  <c:v>24.6</c:v>
                </c:pt>
                <c:pt idx="9538">
                  <c:v>24.6</c:v>
                </c:pt>
                <c:pt idx="9539">
                  <c:v>24.7</c:v>
                </c:pt>
                <c:pt idx="9540">
                  <c:v>24.65</c:v>
                </c:pt>
                <c:pt idx="9541">
                  <c:v>24.65</c:v>
                </c:pt>
                <c:pt idx="9542">
                  <c:v>24.65</c:v>
                </c:pt>
                <c:pt idx="9543">
                  <c:v>24.6</c:v>
                </c:pt>
                <c:pt idx="9544">
                  <c:v>24.55</c:v>
                </c:pt>
                <c:pt idx="9545">
                  <c:v>24.5</c:v>
                </c:pt>
                <c:pt idx="9546">
                  <c:v>24.45</c:v>
                </c:pt>
                <c:pt idx="9547">
                  <c:v>24.45</c:v>
                </c:pt>
                <c:pt idx="9548">
                  <c:v>24.4</c:v>
                </c:pt>
                <c:pt idx="9549">
                  <c:v>24.35</c:v>
                </c:pt>
                <c:pt idx="9550">
                  <c:v>24.35</c:v>
                </c:pt>
                <c:pt idx="9551">
                  <c:v>24.35</c:v>
                </c:pt>
                <c:pt idx="9552">
                  <c:v>24.35</c:v>
                </c:pt>
                <c:pt idx="9553">
                  <c:v>24.35</c:v>
                </c:pt>
                <c:pt idx="9554">
                  <c:v>24.35</c:v>
                </c:pt>
                <c:pt idx="9555">
                  <c:v>24.35</c:v>
                </c:pt>
                <c:pt idx="9556">
                  <c:v>24.35</c:v>
                </c:pt>
                <c:pt idx="9557">
                  <c:v>24.35</c:v>
                </c:pt>
                <c:pt idx="9558">
                  <c:v>24.4</c:v>
                </c:pt>
                <c:pt idx="9559">
                  <c:v>24.4</c:v>
                </c:pt>
                <c:pt idx="9560">
                  <c:v>24.4</c:v>
                </c:pt>
                <c:pt idx="9561">
                  <c:v>24.45</c:v>
                </c:pt>
                <c:pt idx="9562">
                  <c:v>24.45</c:v>
                </c:pt>
                <c:pt idx="9563">
                  <c:v>24.45</c:v>
                </c:pt>
                <c:pt idx="9564">
                  <c:v>24.5</c:v>
                </c:pt>
                <c:pt idx="9565">
                  <c:v>24.5</c:v>
                </c:pt>
                <c:pt idx="9566">
                  <c:v>24.55</c:v>
                </c:pt>
                <c:pt idx="9567">
                  <c:v>24.55</c:v>
                </c:pt>
                <c:pt idx="9568">
                  <c:v>24.6</c:v>
                </c:pt>
                <c:pt idx="9569">
                  <c:v>24.6</c:v>
                </c:pt>
                <c:pt idx="9570">
                  <c:v>24.6</c:v>
                </c:pt>
                <c:pt idx="9571">
                  <c:v>24.65</c:v>
                </c:pt>
                <c:pt idx="9572">
                  <c:v>24.6</c:v>
                </c:pt>
                <c:pt idx="9573">
                  <c:v>24.6</c:v>
                </c:pt>
                <c:pt idx="9574">
                  <c:v>24.5</c:v>
                </c:pt>
                <c:pt idx="9575">
                  <c:v>24.5</c:v>
                </c:pt>
                <c:pt idx="9576">
                  <c:v>24.45</c:v>
                </c:pt>
                <c:pt idx="9577">
                  <c:v>24.4</c:v>
                </c:pt>
                <c:pt idx="9578">
                  <c:v>24.4</c:v>
                </c:pt>
                <c:pt idx="9579">
                  <c:v>24.35</c:v>
                </c:pt>
                <c:pt idx="9580">
                  <c:v>24.35</c:v>
                </c:pt>
                <c:pt idx="9581">
                  <c:v>24.35</c:v>
                </c:pt>
                <c:pt idx="9582">
                  <c:v>24.35</c:v>
                </c:pt>
                <c:pt idx="9583">
                  <c:v>24.35</c:v>
                </c:pt>
                <c:pt idx="9584">
                  <c:v>24.35</c:v>
                </c:pt>
                <c:pt idx="9585">
                  <c:v>24.35</c:v>
                </c:pt>
                <c:pt idx="9586">
                  <c:v>24.4</c:v>
                </c:pt>
                <c:pt idx="9587">
                  <c:v>24.4</c:v>
                </c:pt>
                <c:pt idx="9588">
                  <c:v>24.4</c:v>
                </c:pt>
                <c:pt idx="9589">
                  <c:v>24.45</c:v>
                </c:pt>
                <c:pt idx="9590">
                  <c:v>24.45</c:v>
                </c:pt>
                <c:pt idx="9591">
                  <c:v>24.5</c:v>
                </c:pt>
                <c:pt idx="9592">
                  <c:v>24.5</c:v>
                </c:pt>
                <c:pt idx="9593">
                  <c:v>24.55</c:v>
                </c:pt>
                <c:pt idx="9594">
                  <c:v>24.55</c:v>
                </c:pt>
                <c:pt idx="9595">
                  <c:v>24.6</c:v>
                </c:pt>
                <c:pt idx="9596">
                  <c:v>24.6</c:v>
                </c:pt>
                <c:pt idx="9597">
                  <c:v>24.65</c:v>
                </c:pt>
                <c:pt idx="9598">
                  <c:v>24.65</c:v>
                </c:pt>
                <c:pt idx="9599">
                  <c:v>24.65</c:v>
                </c:pt>
                <c:pt idx="9600">
                  <c:v>24.65</c:v>
                </c:pt>
                <c:pt idx="9601">
                  <c:v>24.65</c:v>
                </c:pt>
                <c:pt idx="9602">
                  <c:v>24.65</c:v>
                </c:pt>
                <c:pt idx="9603">
                  <c:v>24.6</c:v>
                </c:pt>
                <c:pt idx="9604">
                  <c:v>24.55</c:v>
                </c:pt>
                <c:pt idx="9605">
                  <c:v>24.5</c:v>
                </c:pt>
                <c:pt idx="9606">
                  <c:v>24.45</c:v>
                </c:pt>
                <c:pt idx="9607">
                  <c:v>24.45</c:v>
                </c:pt>
                <c:pt idx="9608">
                  <c:v>24.4</c:v>
                </c:pt>
                <c:pt idx="9609">
                  <c:v>24.35</c:v>
                </c:pt>
                <c:pt idx="9610">
                  <c:v>24.35</c:v>
                </c:pt>
                <c:pt idx="9611">
                  <c:v>24.35</c:v>
                </c:pt>
                <c:pt idx="9612">
                  <c:v>24.35</c:v>
                </c:pt>
                <c:pt idx="9613">
                  <c:v>24.35</c:v>
                </c:pt>
                <c:pt idx="9614">
                  <c:v>24.4</c:v>
                </c:pt>
                <c:pt idx="9615">
                  <c:v>24.4</c:v>
                </c:pt>
                <c:pt idx="9616">
                  <c:v>24.4</c:v>
                </c:pt>
                <c:pt idx="9617">
                  <c:v>24.4</c:v>
                </c:pt>
                <c:pt idx="9618">
                  <c:v>24.45</c:v>
                </c:pt>
                <c:pt idx="9619">
                  <c:v>24.5</c:v>
                </c:pt>
                <c:pt idx="9620">
                  <c:v>24.5</c:v>
                </c:pt>
                <c:pt idx="9621">
                  <c:v>24.5</c:v>
                </c:pt>
                <c:pt idx="9622">
                  <c:v>24.55</c:v>
                </c:pt>
                <c:pt idx="9623">
                  <c:v>24.55</c:v>
                </c:pt>
                <c:pt idx="9624">
                  <c:v>24.55</c:v>
                </c:pt>
                <c:pt idx="9625">
                  <c:v>24.55</c:v>
                </c:pt>
                <c:pt idx="9626">
                  <c:v>24.6</c:v>
                </c:pt>
                <c:pt idx="9627">
                  <c:v>24.65</c:v>
                </c:pt>
                <c:pt idx="9628">
                  <c:v>24.65</c:v>
                </c:pt>
                <c:pt idx="9629">
                  <c:v>24.65</c:v>
                </c:pt>
                <c:pt idx="9630">
                  <c:v>24.65</c:v>
                </c:pt>
                <c:pt idx="9631">
                  <c:v>24.65</c:v>
                </c:pt>
                <c:pt idx="9632">
                  <c:v>24.65</c:v>
                </c:pt>
                <c:pt idx="9633">
                  <c:v>24.6</c:v>
                </c:pt>
                <c:pt idx="9634">
                  <c:v>24.55</c:v>
                </c:pt>
                <c:pt idx="9635">
                  <c:v>24.5</c:v>
                </c:pt>
                <c:pt idx="9636">
                  <c:v>24.45</c:v>
                </c:pt>
                <c:pt idx="9637">
                  <c:v>24.4</c:v>
                </c:pt>
                <c:pt idx="9638">
                  <c:v>24.4</c:v>
                </c:pt>
                <c:pt idx="9639">
                  <c:v>24.4</c:v>
                </c:pt>
                <c:pt idx="9640">
                  <c:v>24.4</c:v>
                </c:pt>
                <c:pt idx="9641">
                  <c:v>24.35</c:v>
                </c:pt>
                <c:pt idx="9642">
                  <c:v>24.35</c:v>
                </c:pt>
                <c:pt idx="9643">
                  <c:v>24.4</c:v>
                </c:pt>
                <c:pt idx="9644">
                  <c:v>24.4</c:v>
                </c:pt>
                <c:pt idx="9645">
                  <c:v>24.4</c:v>
                </c:pt>
                <c:pt idx="9646">
                  <c:v>24.4</c:v>
                </c:pt>
                <c:pt idx="9647">
                  <c:v>24.45</c:v>
                </c:pt>
                <c:pt idx="9648">
                  <c:v>24.45</c:v>
                </c:pt>
                <c:pt idx="9649">
                  <c:v>24.45</c:v>
                </c:pt>
                <c:pt idx="9650">
                  <c:v>24.5</c:v>
                </c:pt>
                <c:pt idx="9651">
                  <c:v>24.5</c:v>
                </c:pt>
                <c:pt idx="9652">
                  <c:v>24.5</c:v>
                </c:pt>
                <c:pt idx="9653">
                  <c:v>24.55</c:v>
                </c:pt>
                <c:pt idx="9654">
                  <c:v>24.55</c:v>
                </c:pt>
                <c:pt idx="9655">
                  <c:v>24.55</c:v>
                </c:pt>
                <c:pt idx="9656">
                  <c:v>24.6</c:v>
                </c:pt>
                <c:pt idx="9657">
                  <c:v>24.6</c:v>
                </c:pt>
                <c:pt idx="9658">
                  <c:v>24.65</c:v>
                </c:pt>
                <c:pt idx="9659">
                  <c:v>24.65</c:v>
                </c:pt>
                <c:pt idx="9660">
                  <c:v>24.65</c:v>
                </c:pt>
                <c:pt idx="9661">
                  <c:v>24.65</c:v>
                </c:pt>
                <c:pt idx="9662">
                  <c:v>24.65</c:v>
                </c:pt>
                <c:pt idx="9663">
                  <c:v>24.6</c:v>
                </c:pt>
                <c:pt idx="9664">
                  <c:v>24.55</c:v>
                </c:pt>
                <c:pt idx="9665">
                  <c:v>24.5</c:v>
                </c:pt>
                <c:pt idx="9666">
                  <c:v>24.5</c:v>
                </c:pt>
                <c:pt idx="9667">
                  <c:v>24.45</c:v>
                </c:pt>
                <c:pt idx="9668">
                  <c:v>24.45</c:v>
                </c:pt>
                <c:pt idx="9669">
                  <c:v>24.4</c:v>
                </c:pt>
                <c:pt idx="9670">
                  <c:v>24.4</c:v>
                </c:pt>
                <c:pt idx="9671">
                  <c:v>24.4</c:v>
                </c:pt>
                <c:pt idx="9672">
                  <c:v>24.4</c:v>
                </c:pt>
                <c:pt idx="9673">
                  <c:v>24.4</c:v>
                </c:pt>
                <c:pt idx="9674">
                  <c:v>24.4</c:v>
                </c:pt>
                <c:pt idx="9675">
                  <c:v>24.4</c:v>
                </c:pt>
                <c:pt idx="9676">
                  <c:v>24.45</c:v>
                </c:pt>
                <c:pt idx="9677">
                  <c:v>24.45</c:v>
                </c:pt>
                <c:pt idx="9678">
                  <c:v>24.45</c:v>
                </c:pt>
                <c:pt idx="9679">
                  <c:v>24.5</c:v>
                </c:pt>
                <c:pt idx="9680">
                  <c:v>24.5</c:v>
                </c:pt>
                <c:pt idx="9681">
                  <c:v>24.5</c:v>
                </c:pt>
                <c:pt idx="9682">
                  <c:v>24.55</c:v>
                </c:pt>
                <c:pt idx="9683">
                  <c:v>24.55</c:v>
                </c:pt>
                <c:pt idx="9684">
                  <c:v>24.6</c:v>
                </c:pt>
                <c:pt idx="9685">
                  <c:v>24.6</c:v>
                </c:pt>
                <c:pt idx="9686">
                  <c:v>24.6</c:v>
                </c:pt>
                <c:pt idx="9687">
                  <c:v>24.65</c:v>
                </c:pt>
                <c:pt idx="9688">
                  <c:v>24.65</c:v>
                </c:pt>
                <c:pt idx="9689">
                  <c:v>24.65</c:v>
                </c:pt>
                <c:pt idx="9690">
                  <c:v>24.65</c:v>
                </c:pt>
                <c:pt idx="9691">
                  <c:v>24.65</c:v>
                </c:pt>
                <c:pt idx="9692">
                  <c:v>24.65</c:v>
                </c:pt>
                <c:pt idx="9693">
                  <c:v>24.6</c:v>
                </c:pt>
                <c:pt idx="9694">
                  <c:v>24.55</c:v>
                </c:pt>
                <c:pt idx="9695">
                  <c:v>24.5</c:v>
                </c:pt>
                <c:pt idx="9696">
                  <c:v>24.45</c:v>
                </c:pt>
                <c:pt idx="9697">
                  <c:v>24.4</c:v>
                </c:pt>
                <c:pt idx="9698">
                  <c:v>24.4</c:v>
                </c:pt>
                <c:pt idx="9699">
                  <c:v>24.4</c:v>
                </c:pt>
                <c:pt idx="9700">
                  <c:v>24.35</c:v>
                </c:pt>
                <c:pt idx="9701">
                  <c:v>24.35</c:v>
                </c:pt>
                <c:pt idx="9702">
                  <c:v>24.35</c:v>
                </c:pt>
                <c:pt idx="9703">
                  <c:v>24.35</c:v>
                </c:pt>
                <c:pt idx="9704">
                  <c:v>24.35</c:v>
                </c:pt>
                <c:pt idx="9705">
                  <c:v>24.4</c:v>
                </c:pt>
                <c:pt idx="9706">
                  <c:v>24.4</c:v>
                </c:pt>
                <c:pt idx="9707">
                  <c:v>24.4</c:v>
                </c:pt>
                <c:pt idx="9708">
                  <c:v>24.45</c:v>
                </c:pt>
                <c:pt idx="9709">
                  <c:v>24.45</c:v>
                </c:pt>
                <c:pt idx="9710">
                  <c:v>24.45</c:v>
                </c:pt>
                <c:pt idx="9711">
                  <c:v>24.5</c:v>
                </c:pt>
                <c:pt idx="9712">
                  <c:v>24.5</c:v>
                </c:pt>
                <c:pt idx="9713">
                  <c:v>24.5</c:v>
                </c:pt>
                <c:pt idx="9714">
                  <c:v>24.55</c:v>
                </c:pt>
                <c:pt idx="9715">
                  <c:v>24.55</c:v>
                </c:pt>
                <c:pt idx="9716">
                  <c:v>24.55</c:v>
                </c:pt>
                <c:pt idx="9717">
                  <c:v>24.6</c:v>
                </c:pt>
                <c:pt idx="9718">
                  <c:v>24.6</c:v>
                </c:pt>
                <c:pt idx="9719">
                  <c:v>24.6</c:v>
                </c:pt>
                <c:pt idx="9720">
                  <c:v>24.65</c:v>
                </c:pt>
                <c:pt idx="9721">
                  <c:v>24.65</c:v>
                </c:pt>
                <c:pt idx="9722">
                  <c:v>24.6</c:v>
                </c:pt>
                <c:pt idx="9723">
                  <c:v>24.6</c:v>
                </c:pt>
                <c:pt idx="9724">
                  <c:v>24.55</c:v>
                </c:pt>
                <c:pt idx="9725">
                  <c:v>24.5</c:v>
                </c:pt>
                <c:pt idx="9726">
                  <c:v>24.45</c:v>
                </c:pt>
                <c:pt idx="9727">
                  <c:v>24.4</c:v>
                </c:pt>
                <c:pt idx="9728">
                  <c:v>24.4</c:v>
                </c:pt>
                <c:pt idx="9729">
                  <c:v>24.4</c:v>
                </c:pt>
                <c:pt idx="9730">
                  <c:v>24.35</c:v>
                </c:pt>
                <c:pt idx="9731">
                  <c:v>24.4</c:v>
                </c:pt>
                <c:pt idx="9732">
                  <c:v>24.4</c:v>
                </c:pt>
                <c:pt idx="9733">
                  <c:v>24.35</c:v>
                </c:pt>
                <c:pt idx="9734">
                  <c:v>24.35</c:v>
                </c:pt>
                <c:pt idx="9735">
                  <c:v>24.35</c:v>
                </c:pt>
                <c:pt idx="9736">
                  <c:v>24.4</c:v>
                </c:pt>
                <c:pt idx="9737">
                  <c:v>24.4</c:v>
                </c:pt>
                <c:pt idx="9738">
                  <c:v>24.4</c:v>
                </c:pt>
                <c:pt idx="9739">
                  <c:v>24.45</c:v>
                </c:pt>
                <c:pt idx="9740">
                  <c:v>24.45</c:v>
                </c:pt>
                <c:pt idx="9741">
                  <c:v>24.45</c:v>
                </c:pt>
                <c:pt idx="9742">
                  <c:v>24.5</c:v>
                </c:pt>
                <c:pt idx="9743">
                  <c:v>24.5</c:v>
                </c:pt>
                <c:pt idx="9744">
                  <c:v>24.5</c:v>
                </c:pt>
                <c:pt idx="9745">
                  <c:v>24.55</c:v>
                </c:pt>
                <c:pt idx="9746">
                  <c:v>24.55</c:v>
                </c:pt>
                <c:pt idx="9747">
                  <c:v>24.6</c:v>
                </c:pt>
                <c:pt idx="9748">
                  <c:v>24.6</c:v>
                </c:pt>
                <c:pt idx="9749">
                  <c:v>24.6</c:v>
                </c:pt>
                <c:pt idx="9750">
                  <c:v>24.65</c:v>
                </c:pt>
                <c:pt idx="9751">
                  <c:v>24.65</c:v>
                </c:pt>
                <c:pt idx="9752">
                  <c:v>24.6</c:v>
                </c:pt>
                <c:pt idx="9753">
                  <c:v>24.55</c:v>
                </c:pt>
                <c:pt idx="9754">
                  <c:v>24.55</c:v>
                </c:pt>
                <c:pt idx="9755">
                  <c:v>24.5</c:v>
                </c:pt>
                <c:pt idx="9756">
                  <c:v>24.45</c:v>
                </c:pt>
                <c:pt idx="9757">
                  <c:v>24.4</c:v>
                </c:pt>
                <c:pt idx="9758">
                  <c:v>24.35</c:v>
                </c:pt>
                <c:pt idx="9759">
                  <c:v>24.35</c:v>
                </c:pt>
                <c:pt idx="9760">
                  <c:v>24.35</c:v>
                </c:pt>
                <c:pt idx="9761">
                  <c:v>24.35</c:v>
                </c:pt>
                <c:pt idx="9762">
                  <c:v>24.35</c:v>
                </c:pt>
                <c:pt idx="9763">
                  <c:v>24.35</c:v>
                </c:pt>
                <c:pt idx="9764">
                  <c:v>24.35</c:v>
                </c:pt>
                <c:pt idx="9765">
                  <c:v>24.35</c:v>
                </c:pt>
                <c:pt idx="9766">
                  <c:v>24.4</c:v>
                </c:pt>
                <c:pt idx="9767">
                  <c:v>24.4</c:v>
                </c:pt>
                <c:pt idx="9768">
                  <c:v>24.4</c:v>
                </c:pt>
                <c:pt idx="9769">
                  <c:v>24.45</c:v>
                </c:pt>
                <c:pt idx="9770">
                  <c:v>24.45</c:v>
                </c:pt>
                <c:pt idx="9771">
                  <c:v>24.45</c:v>
                </c:pt>
                <c:pt idx="9772">
                  <c:v>24.5</c:v>
                </c:pt>
                <c:pt idx="9773">
                  <c:v>24.5</c:v>
                </c:pt>
                <c:pt idx="9774">
                  <c:v>24.55</c:v>
                </c:pt>
                <c:pt idx="9775">
                  <c:v>24.55</c:v>
                </c:pt>
                <c:pt idx="9776">
                  <c:v>24.6</c:v>
                </c:pt>
                <c:pt idx="9777">
                  <c:v>24.6</c:v>
                </c:pt>
                <c:pt idx="9778">
                  <c:v>24.6</c:v>
                </c:pt>
                <c:pt idx="9779">
                  <c:v>24.65</c:v>
                </c:pt>
                <c:pt idx="9780">
                  <c:v>24.65</c:v>
                </c:pt>
                <c:pt idx="9781">
                  <c:v>24.65</c:v>
                </c:pt>
                <c:pt idx="9782">
                  <c:v>24.6</c:v>
                </c:pt>
                <c:pt idx="9783">
                  <c:v>24.55</c:v>
                </c:pt>
                <c:pt idx="9784">
                  <c:v>24.5</c:v>
                </c:pt>
                <c:pt idx="9785">
                  <c:v>24.5</c:v>
                </c:pt>
                <c:pt idx="9786">
                  <c:v>24.45</c:v>
                </c:pt>
                <c:pt idx="9787">
                  <c:v>24.35</c:v>
                </c:pt>
                <c:pt idx="9788">
                  <c:v>24.35</c:v>
                </c:pt>
                <c:pt idx="9789">
                  <c:v>24.35</c:v>
                </c:pt>
                <c:pt idx="9790">
                  <c:v>24.35</c:v>
                </c:pt>
                <c:pt idx="9791">
                  <c:v>24.35</c:v>
                </c:pt>
                <c:pt idx="9792">
                  <c:v>24.3</c:v>
                </c:pt>
                <c:pt idx="9793">
                  <c:v>24.35</c:v>
                </c:pt>
                <c:pt idx="9794">
                  <c:v>24.35</c:v>
                </c:pt>
                <c:pt idx="9795">
                  <c:v>24.35</c:v>
                </c:pt>
                <c:pt idx="9796">
                  <c:v>24.35</c:v>
                </c:pt>
                <c:pt idx="9797">
                  <c:v>24.4</c:v>
                </c:pt>
                <c:pt idx="9798">
                  <c:v>24.4</c:v>
                </c:pt>
                <c:pt idx="9799">
                  <c:v>24.4</c:v>
                </c:pt>
                <c:pt idx="9800">
                  <c:v>24.45</c:v>
                </c:pt>
                <c:pt idx="9801">
                  <c:v>24.45</c:v>
                </c:pt>
                <c:pt idx="9802">
                  <c:v>24.45</c:v>
                </c:pt>
                <c:pt idx="9803">
                  <c:v>24.5</c:v>
                </c:pt>
                <c:pt idx="9804">
                  <c:v>24.5</c:v>
                </c:pt>
                <c:pt idx="9805">
                  <c:v>24.55</c:v>
                </c:pt>
                <c:pt idx="9806">
                  <c:v>24.55</c:v>
                </c:pt>
                <c:pt idx="9807">
                  <c:v>24.6</c:v>
                </c:pt>
                <c:pt idx="9808">
                  <c:v>24.6</c:v>
                </c:pt>
                <c:pt idx="9809">
                  <c:v>24.65</c:v>
                </c:pt>
                <c:pt idx="9810">
                  <c:v>24.65</c:v>
                </c:pt>
                <c:pt idx="9811">
                  <c:v>24.65</c:v>
                </c:pt>
                <c:pt idx="9812">
                  <c:v>24.6</c:v>
                </c:pt>
                <c:pt idx="9813">
                  <c:v>24.6</c:v>
                </c:pt>
                <c:pt idx="9814">
                  <c:v>24.55</c:v>
                </c:pt>
                <c:pt idx="9815">
                  <c:v>24.45</c:v>
                </c:pt>
                <c:pt idx="9816">
                  <c:v>24.45</c:v>
                </c:pt>
                <c:pt idx="9817">
                  <c:v>24.4</c:v>
                </c:pt>
                <c:pt idx="9818">
                  <c:v>24.4</c:v>
                </c:pt>
                <c:pt idx="9819">
                  <c:v>24.35</c:v>
                </c:pt>
                <c:pt idx="9820">
                  <c:v>24.35</c:v>
                </c:pt>
                <c:pt idx="9821">
                  <c:v>24.35</c:v>
                </c:pt>
                <c:pt idx="9822">
                  <c:v>24.35</c:v>
                </c:pt>
                <c:pt idx="9823">
                  <c:v>24.35</c:v>
                </c:pt>
                <c:pt idx="9824">
                  <c:v>24.4</c:v>
                </c:pt>
                <c:pt idx="9825">
                  <c:v>24.4</c:v>
                </c:pt>
                <c:pt idx="9826">
                  <c:v>24.45</c:v>
                </c:pt>
                <c:pt idx="9827">
                  <c:v>24.45</c:v>
                </c:pt>
                <c:pt idx="9828">
                  <c:v>24.45</c:v>
                </c:pt>
                <c:pt idx="9829">
                  <c:v>24.5</c:v>
                </c:pt>
                <c:pt idx="9830">
                  <c:v>24.5</c:v>
                </c:pt>
                <c:pt idx="9831">
                  <c:v>24.5</c:v>
                </c:pt>
                <c:pt idx="9832">
                  <c:v>24.5</c:v>
                </c:pt>
                <c:pt idx="9833">
                  <c:v>24.55</c:v>
                </c:pt>
                <c:pt idx="9834">
                  <c:v>24.55</c:v>
                </c:pt>
                <c:pt idx="9835">
                  <c:v>24.6</c:v>
                </c:pt>
                <c:pt idx="9836">
                  <c:v>24.6</c:v>
                </c:pt>
                <c:pt idx="9837">
                  <c:v>24.65</c:v>
                </c:pt>
                <c:pt idx="9838">
                  <c:v>24.65</c:v>
                </c:pt>
                <c:pt idx="9839">
                  <c:v>24.65</c:v>
                </c:pt>
                <c:pt idx="9840">
                  <c:v>24.65</c:v>
                </c:pt>
                <c:pt idx="9841">
                  <c:v>24.65</c:v>
                </c:pt>
                <c:pt idx="9842">
                  <c:v>24.65</c:v>
                </c:pt>
                <c:pt idx="9843">
                  <c:v>24.6</c:v>
                </c:pt>
                <c:pt idx="9844">
                  <c:v>24.6</c:v>
                </c:pt>
                <c:pt idx="9845">
                  <c:v>24.55</c:v>
                </c:pt>
                <c:pt idx="9846">
                  <c:v>24.5</c:v>
                </c:pt>
                <c:pt idx="9847">
                  <c:v>24.45</c:v>
                </c:pt>
                <c:pt idx="9848">
                  <c:v>24.4</c:v>
                </c:pt>
                <c:pt idx="9849">
                  <c:v>24.4</c:v>
                </c:pt>
                <c:pt idx="9850">
                  <c:v>24.4</c:v>
                </c:pt>
                <c:pt idx="9851">
                  <c:v>24.4</c:v>
                </c:pt>
                <c:pt idx="9852">
                  <c:v>24.4</c:v>
                </c:pt>
                <c:pt idx="9853">
                  <c:v>24.4</c:v>
                </c:pt>
                <c:pt idx="9854">
                  <c:v>24.4</c:v>
                </c:pt>
                <c:pt idx="9855">
                  <c:v>24.4</c:v>
                </c:pt>
                <c:pt idx="9856">
                  <c:v>24.4</c:v>
                </c:pt>
                <c:pt idx="9857">
                  <c:v>24.45</c:v>
                </c:pt>
                <c:pt idx="9858">
                  <c:v>24.45</c:v>
                </c:pt>
                <c:pt idx="9859">
                  <c:v>24.45</c:v>
                </c:pt>
                <c:pt idx="9860">
                  <c:v>24.5</c:v>
                </c:pt>
                <c:pt idx="9861">
                  <c:v>24.5</c:v>
                </c:pt>
                <c:pt idx="9862">
                  <c:v>24.55</c:v>
                </c:pt>
                <c:pt idx="9863">
                  <c:v>24.55</c:v>
                </c:pt>
                <c:pt idx="9864">
                  <c:v>24.55</c:v>
                </c:pt>
                <c:pt idx="9865">
                  <c:v>24.6</c:v>
                </c:pt>
                <c:pt idx="9866">
                  <c:v>24.6</c:v>
                </c:pt>
                <c:pt idx="9867">
                  <c:v>24.6</c:v>
                </c:pt>
                <c:pt idx="9868">
                  <c:v>24.65</c:v>
                </c:pt>
                <c:pt idx="9869">
                  <c:v>24.65</c:v>
                </c:pt>
                <c:pt idx="9870">
                  <c:v>24.7</c:v>
                </c:pt>
                <c:pt idx="9871">
                  <c:v>24.7</c:v>
                </c:pt>
                <c:pt idx="9872">
                  <c:v>24.65</c:v>
                </c:pt>
                <c:pt idx="9873">
                  <c:v>24.6</c:v>
                </c:pt>
                <c:pt idx="9874">
                  <c:v>24.55</c:v>
                </c:pt>
                <c:pt idx="9875">
                  <c:v>24.5</c:v>
                </c:pt>
                <c:pt idx="9876">
                  <c:v>24.45</c:v>
                </c:pt>
                <c:pt idx="9877">
                  <c:v>24.4</c:v>
                </c:pt>
                <c:pt idx="9878">
                  <c:v>24.4</c:v>
                </c:pt>
                <c:pt idx="9879">
                  <c:v>24.4</c:v>
                </c:pt>
                <c:pt idx="9880">
                  <c:v>24.35</c:v>
                </c:pt>
                <c:pt idx="9881">
                  <c:v>24.35</c:v>
                </c:pt>
                <c:pt idx="9882">
                  <c:v>24.4</c:v>
                </c:pt>
                <c:pt idx="9883">
                  <c:v>24.4</c:v>
                </c:pt>
                <c:pt idx="9884">
                  <c:v>24.4</c:v>
                </c:pt>
                <c:pt idx="9885">
                  <c:v>24.4</c:v>
                </c:pt>
                <c:pt idx="9886">
                  <c:v>24.4</c:v>
                </c:pt>
                <c:pt idx="9887">
                  <c:v>24.45</c:v>
                </c:pt>
                <c:pt idx="9888">
                  <c:v>24.45</c:v>
                </c:pt>
                <c:pt idx="9889">
                  <c:v>24.5</c:v>
                </c:pt>
                <c:pt idx="9890">
                  <c:v>24.5</c:v>
                </c:pt>
                <c:pt idx="9891">
                  <c:v>24.5</c:v>
                </c:pt>
                <c:pt idx="9892">
                  <c:v>24.55</c:v>
                </c:pt>
                <c:pt idx="9893">
                  <c:v>24.55</c:v>
                </c:pt>
                <c:pt idx="9894">
                  <c:v>24.55</c:v>
                </c:pt>
                <c:pt idx="9895">
                  <c:v>24.6</c:v>
                </c:pt>
                <c:pt idx="9896">
                  <c:v>24.6</c:v>
                </c:pt>
                <c:pt idx="9897">
                  <c:v>24.6</c:v>
                </c:pt>
                <c:pt idx="9898">
                  <c:v>24.65</c:v>
                </c:pt>
                <c:pt idx="9899">
                  <c:v>24.65</c:v>
                </c:pt>
                <c:pt idx="9900">
                  <c:v>24.65</c:v>
                </c:pt>
                <c:pt idx="9901">
                  <c:v>24.65</c:v>
                </c:pt>
                <c:pt idx="9902">
                  <c:v>24.65</c:v>
                </c:pt>
                <c:pt idx="9903">
                  <c:v>24.65</c:v>
                </c:pt>
                <c:pt idx="9904">
                  <c:v>24.55</c:v>
                </c:pt>
                <c:pt idx="9905">
                  <c:v>24.5</c:v>
                </c:pt>
                <c:pt idx="9906">
                  <c:v>24.45</c:v>
                </c:pt>
                <c:pt idx="9907">
                  <c:v>24.45</c:v>
                </c:pt>
                <c:pt idx="9908">
                  <c:v>24.4</c:v>
                </c:pt>
                <c:pt idx="9909">
                  <c:v>24.4</c:v>
                </c:pt>
                <c:pt idx="9910">
                  <c:v>24.4</c:v>
                </c:pt>
                <c:pt idx="9911">
                  <c:v>24.4</c:v>
                </c:pt>
                <c:pt idx="9912">
                  <c:v>24.4</c:v>
                </c:pt>
                <c:pt idx="9913">
                  <c:v>24.4</c:v>
                </c:pt>
                <c:pt idx="9914">
                  <c:v>24.4</c:v>
                </c:pt>
                <c:pt idx="9915">
                  <c:v>24.4</c:v>
                </c:pt>
                <c:pt idx="9916">
                  <c:v>24.4</c:v>
                </c:pt>
                <c:pt idx="9917">
                  <c:v>24.45</c:v>
                </c:pt>
                <c:pt idx="9918">
                  <c:v>24.45</c:v>
                </c:pt>
                <c:pt idx="9919">
                  <c:v>24.45</c:v>
                </c:pt>
                <c:pt idx="9920">
                  <c:v>24.5</c:v>
                </c:pt>
                <c:pt idx="9921">
                  <c:v>24.5</c:v>
                </c:pt>
                <c:pt idx="9922">
                  <c:v>24.5</c:v>
                </c:pt>
                <c:pt idx="9923">
                  <c:v>24.55</c:v>
                </c:pt>
                <c:pt idx="9924">
                  <c:v>24.6</c:v>
                </c:pt>
                <c:pt idx="9925">
                  <c:v>24.6</c:v>
                </c:pt>
                <c:pt idx="9926">
                  <c:v>24.6</c:v>
                </c:pt>
                <c:pt idx="9927">
                  <c:v>24.65</c:v>
                </c:pt>
                <c:pt idx="9928">
                  <c:v>24.65</c:v>
                </c:pt>
                <c:pt idx="9929">
                  <c:v>24.7</c:v>
                </c:pt>
                <c:pt idx="9930">
                  <c:v>24.7</c:v>
                </c:pt>
                <c:pt idx="9931">
                  <c:v>24.7</c:v>
                </c:pt>
                <c:pt idx="9932">
                  <c:v>24.65</c:v>
                </c:pt>
                <c:pt idx="9933">
                  <c:v>24.6</c:v>
                </c:pt>
                <c:pt idx="9934">
                  <c:v>24.55</c:v>
                </c:pt>
                <c:pt idx="9935">
                  <c:v>24.5</c:v>
                </c:pt>
                <c:pt idx="9936">
                  <c:v>24.45</c:v>
                </c:pt>
                <c:pt idx="9937">
                  <c:v>24.4</c:v>
                </c:pt>
                <c:pt idx="9938">
                  <c:v>24.4</c:v>
                </c:pt>
                <c:pt idx="9939">
                  <c:v>24.35</c:v>
                </c:pt>
                <c:pt idx="9940">
                  <c:v>24.35</c:v>
                </c:pt>
                <c:pt idx="9941">
                  <c:v>24.35</c:v>
                </c:pt>
                <c:pt idx="9942">
                  <c:v>24.35</c:v>
                </c:pt>
                <c:pt idx="9943">
                  <c:v>24.35</c:v>
                </c:pt>
                <c:pt idx="9944">
                  <c:v>24.4</c:v>
                </c:pt>
                <c:pt idx="9945">
                  <c:v>24.4</c:v>
                </c:pt>
                <c:pt idx="9946">
                  <c:v>24.4</c:v>
                </c:pt>
                <c:pt idx="9947">
                  <c:v>24.4</c:v>
                </c:pt>
                <c:pt idx="9948">
                  <c:v>24.45</c:v>
                </c:pt>
                <c:pt idx="9949">
                  <c:v>24.45</c:v>
                </c:pt>
                <c:pt idx="9950">
                  <c:v>24.5</c:v>
                </c:pt>
                <c:pt idx="9951">
                  <c:v>24.5</c:v>
                </c:pt>
                <c:pt idx="9952">
                  <c:v>24.5</c:v>
                </c:pt>
                <c:pt idx="9953">
                  <c:v>24.55</c:v>
                </c:pt>
                <c:pt idx="9954">
                  <c:v>24.55</c:v>
                </c:pt>
                <c:pt idx="9955">
                  <c:v>24.55</c:v>
                </c:pt>
                <c:pt idx="9956">
                  <c:v>24.6</c:v>
                </c:pt>
                <c:pt idx="9957">
                  <c:v>24.6</c:v>
                </c:pt>
                <c:pt idx="9958">
                  <c:v>24.6</c:v>
                </c:pt>
                <c:pt idx="9959">
                  <c:v>24.65</c:v>
                </c:pt>
                <c:pt idx="9960">
                  <c:v>24.65</c:v>
                </c:pt>
                <c:pt idx="9961">
                  <c:v>24.65</c:v>
                </c:pt>
                <c:pt idx="9962">
                  <c:v>24.6</c:v>
                </c:pt>
                <c:pt idx="9963">
                  <c:v>24.55</c:v>
                </c:pt>
                <c:pt idx="9964">
                  <c:v>24.5</c:v>
                </c:pt>
                <c:pt idx="9965">
                  <c:v>24.5</c:v>
                </c:pt>
                <c:pt idx="9966">
                  <c:v>24.45</c:v>
                </c:pt>
                <c:pt idx="9967">
                  <c:v>24.4</c:v>
                </c:pt>
                <c:pt idx="9968">
                  <c:v>24.35</c:v>
                </c:pt>
                <c:pt idx="9969">
                  <c:v>24.35</c:v>
                </c:pt>
                <c:pt idx="9970">
                  <c:v>24.35</c:v>
                </c:pt>
                <c:pt idx="9971">
                  <c:v>24.35</c:v>
                </c:pt>
                <c:pt idx="9972">
                  <c:v>24.35</c:v>
                </c:pt>
                <c:pt idx="9973">
                  <c:v>24.35</c:v>
                </c:pt>
                <c:pt idx="9974">
                  <c:v>24.35</c:v>
                </c:pt>
                <c:pt idx="9975">
                  <c:v>24.4</c:v>
                </c:pt>
                <c:pt idx="9976">
                  <c:v>24.4</c:v>
                </c:pt>
                <c:pt idx="9977">
                  <c:v>24.4</c:v>
                </c:pt>
                <c:pt idx="9978">
                  <c:v>24.45</c:v>
                </c:pt>
                <c:pt idx="9979">
                  <c:v>24.45</c:v>
                </c:pt>
                <c:pt idx="9980">
                  <c:v>24.45</c:v>
                </c:pt>
                <c:pt idx="9981">
                  <c:v>24.5</c:v>
                </c:pt>
                <c:pt idx="9982">
                  <c:v>24.5</c:v>
                </c:pt>
                <c:pt idx="9983">
                  <c:v>24.5</c:v>
                </c:pt>
                <c:pt idx="9984">
                  <c:v>24.55</c:v>
                </c:pt>
                <c:pt idx="9985">
                  <c:v>24.55</c:v>
                </c:pt>
                <c:pt idx="9986">
                  <c:v>24.55</c:v>
                </c:pt>
                <c:pt idx="9987">
                  <c:v>24.6</c:v>
                </c:pt>
                <c:pt idx="9988">
                  <c:v>24.6</c:v>
                </c:pt>
                <c:pt idx="9989">
                  <c:v>24.6</c:v>
                </c:pt>
                <c:pt idx="9990">
                  <c:v>24.65</c:v>
                </c:pt>
                <c:pt idx="9991">
                  <c:v>24.6</c:v>
                </c:pt>
                <c:pt idx="9992">
                  <c:v>24.6</c:v>
                </c:pt>
                <c:pt idx="9993">
                  <c:v>24.55</c:v>
                </c:pt>
                <c:pt idx="9994">
                  <c:v>24.5</c:v>
                </c:pt>
                <c:pt idx="9995">
                  <c:v>24.45</c:v>
                </c:pt>
                <c:pt idx="9996">
                  <c:v>24.45</c:v>
                </c:pt>
                <c:pt idx="9997">
                  <c:v>24.4</c:v>
                </c:pt>
                <c:pt idx="9998">
                  <c:v>24.35</c:v>
                </c:pt>
                <c:pt idx="9999">
                  <c:v>24.35</c:v>
                </c:pt>
                <c:pt idx="10000">
                  <c:v>24.35</c:v>
                </c:pt>
                <c:pt idx="10001">
                  <c:v>24.35</c:v>
                </c:pt>
                <c:pt idx="10002">
                  <c:v>24.35</c:v>
                </c:pt>
                <c:pt idx="10003">
                  <c:v>24.35</c:v>
                </c:pt>
                <c:pt idx="10004">
                  <c:v>24.35</c:v>
                </c:pt>
                <c:pt idx="10005">
                  <c:v>24.4</c:v>
                </c:pt>
                <c:pt idx="10006">
                  <c:v>24.4</c:v>
                </c:pt>
                <c:pt idx="10007">
                  <c:v>24.4</c:v>
                </c:pt>
                <c:pt idx="10008">
                  <c:v>24.4</c:v>
                </c:pt>
                <c:pt idx="10009">
                  <c:v>24.45</c:v>
                </c:pt>
                <c:pt idx="10010">
                  <c:v>24.45</c:v>
                </c:pt>
                <c:pt idx="10011">
                  <c:v>24.5</c:v>
                </c:pt>
                <c:pt idx="10012">
                  <c:v>24.5</c:v>
                </c:pt>
                <c:pt idx="10013">
                  <c:v>24.55</c:v>
                </c:pt>
                <c:pt idx="10014">
                  <c:v>24.55</c:v>
                </c:pt>
                <c:pt idx="10015">
                  <c:v>24.55</c:v>
                </c:pt>
                <c:pt idx="10016">
                  <c:v>24.6</c:v>
                </c:pt>
                <c:pt idx="10017">
                  <c:v>24.6</c:v>
                </c:pt>
                <c:pt idx="10018">
                  <c:v>24.6</c:v>
                </c:pt>
                <c:pt idx="10019">
                  <c:v>24.65</c:v>
                </c:pt>
                <c:pt idx="10020">
                  <c:v>24.65</c:v>
                </c:pt>
                <c:pt idx="10021">
                  <c:v>24.65</c:v>
                </c:pt>
                <c:pt idx="10022">
                  <c:v>24.6</c:v>
                </c:pt>
                <c:pt idx="10023">
                  <c:v>24.6</c:v>
                </c:pt>
                <c:pt idx="10024">
                  <c:v>24.55</c:v>
                </c:pt>
                <c:pt idx="10025">
                  <c:v>24.5</c:v>
                </c:pt>
                <c:pt idx="10026">
                  <c:v>24.45</c:v>
                </c:pt>
                <c:pt idx="10027">
                  <c:v>24.4</c:v>
                </c:pt>
                <c:pt idx="10028">
                  <c:v>24.4</c:v>
                </c:pt>
                <c:pt idx="10029">
                  <c:v>24.35</c:v>
                </c:pt>
                <c:pt idx="10030">
                  <c:v>24.35</c:v>
                </c:pt>
                <c:pt idx="10031">
                  <c:v>24.3</c:v>
                </c:pt>
                <c:pt idx="10032">
                  <c:v>24.3</c:v>
                </c:pt>
                <c:pt idx="10033">
                  <c:v>24.3</c:v>
                </c:pt>
                <c:pt idx="10034">
                  <c:v>24.35</c:v>
                </c:pt>
                <c:pt idx="10035">
                  <c:v>24.35</c:v>
                </c:pt>
                <c:pt idx="10036">
                  <c:v>24.35</c:v>
                </c:pt>
                <c:pt idx="10037">
                  <c:v>24.35</c:v>
                </c:pt>
                <c:pt idx="10038">
                  <c:v>24.4</c:v>
                </c:pt>
                <c:pt idx="10039">
                  <c:v>24.4</c:v>
                </c:pt>
                <c:pt idx="10040">
                  <c:v>24.4</c:v>
                </c:pt>
                <c:pt idx="10041">
                  <c:v>24.45</c:v>
                </c:pt>
                <c:pt idx="10042">
                  <c:v>24.45</c:v>
                </c:pt>
                <c:pt idx="10043">
                  <c:v>24.5</c:v>
                </c:pt>
                <c:pt idx="10044">
                  <c:v>24.55</c:v>
                </c:pt>
                <c:pt idx="10045">
                  <c:v>24.55</c:v>
                </c:pt>
                <c:pt idx="10046">
                  <c:v>24.6</c:v>
                </c:pt>
                <c:pt idx="10047">
                  <c:v>24.6</c:v>
                </c:pt>
                <c:pt idx="10048">
                  <c:v>24.6</c:v>
                </c:pt>
                <c:pt idx="10049">
                  <c:v>24.65</c:v>
                </c:pt>
                <c:pt idx="10050">
                  <c:v>24.65</c:v>
                </c:pt>
                <c:pt idx="10051">
                  <c:v>24.65</c:v>
                </c:pt>
                <c:pt idx="10052">
                  <c:v>24.65</c:v>
                </c:pt>
                <c:pt idx="10053">
                  <c:v>24.65</c:v>
                </c:pt>
                <c:pt idx="10054">
                  <c:v>24.6</c:v>
                </c:pt>
                <c:pt idx="10055">
                  <c:v>24.55</c:v>
                </c:pt>
                <c:pt idx="10056">
                  <c:v>24.5</c:v>
                </c:pt>
                <c:pt idx="10057">
                  <c:v>24.45</c:v>
                </c:pt>
                <c:pt idx="10058">
                  <c:v>24.4</c:v>
                </c:pt>
                <c:pt idx="10059">
                  <c:v>24.4</c:v>
                </c:pt>
                <c:pt idx="10060">
                  <c:v>24.35</c:v>
                </c:pt>
                <c:pt idx="10061">
                  <c:v>24.35</c:v>
                </c:pt>
                <c:pt idx="10062">
                  <c:v>24.35</c:v>
                </c:pt>
                <c:pt idx="10063">
                  <c:v>24.35</c:v>
                </c:pt>
                <c:pt idx="10064">
                  <c:v>24.35</c:v>
                </c:pt>
                <c:pt idx="10065">
                  <c:v>24.35</c:v>
                </c:pt>
                <c:pt idx="10066">
                  <c:v>24.4</c:v>
                </c:pt>
                <c:pt idx="10067">
                  <c:v>24.4</c:v>
                </c:pt>
                <c:pt idx="10068">
                  <c:v>24.4</c:v>
                </c:pt>
                <c:pt idx="10069">
                  <c:v>24.4</c:v>
                </c:pt>
                <c:pt idx="10070">
                  <c:v>24.45</c:v>
                </c:pt>
                <c:pt idx="10071">
                  <c:v>24.45</c:v>
                </c:pt>
                <c:pt idx="10072">
                  <c:v>24.5</c:v>
                </c:pt>
                <c:pt idx="10073">
                  <c:v>24.5</c:v>
                </c:pt>
                <c:pt idx="10074">
                  <c:v>24.55</c:v>
                </c:pt>
                <c:pt idx="10075">
                  <c:v>24.55</c:v>
                </c:pt>
                <c:pt idx="10076">
                  <c:v>24.55</c:v>
                </c:pt>
                <c:pt idx="10077">
                  <c:v>24.6</c:v>
                </c:pt>
                <c:pt idx="10078">
                  <c:v>24.6</c:v>
                </c:pt>
                <c:pt idx="10079">
                  <c:v>24.65</c:v>
                </c:pt>
                <c:pt idx="10080">
                  <c:v>24.65</c:v>
                </c:pt>
                <c:pt idx="10081">
                  <c:v>24.65</c:v>
                </c:pt>
                <c:pt idx="10082">
                  <c:v>24.65</c:v>
                </c:pt>
                <c:pt idx="10083">
                  <c:v>24.6</c:v>
                </c:pt>
                <c:pt idx="10084">
                  <c:v>24.6</c:v>
                </c:pt>
                <c:pt idx="10085">
                  <c:v>24.55</c:v>
                </c:pt>
                <c:pt idx="10086">
                  <c:v>24.5</c:v>
                </c:pt>
                <c:pt idx="10087">
                  <c:v>24.5</c:v>
                </c:pt>
                <c:pt idx="10088">
                  <c:v>24.45</c:v>
                </c:pt>
                <c:pt idx="10089">
                  <c:v>24.4</c:v>
                </c:pt>
                <c:pt idx="10090">
                  <c:v>24.4</c:v>
                </c:pt>
                <c:pt idx="10091">
                  <c:v>24.4</c:v>
                </c:pt>
                <c:pt idx="10092">
                  <c:v>24.4</c:v>
                </c:pt>
                <c:pt idx="10093">
                  <c:v>24.4</c:v>
                </c:pt>
                <c:pt idx="10094">
                  <c:v>24.4</c:v>
                </c:pt>
                <c:pt idx="10095">
                  <c:v>24.4</c:v>
                </c:pt>
                <c:pt idx="10096">
                  <c:v>24.4</c:v>
                </c:pt>
                <c:pt idx="10097">
                  <c:v>24.4</c:v>
                </c:pt>
                <c:pt idx="10098">
                  <c:v>24.45</c:v>
                </c:pt>
                <c:pt idx="10099">
                  <c:v>24.45</c:v>
                </c:pt>
                <c:pt idx="10100">
                  <c:v>24.45</c:v>
                </c:pt>
                <c:pt idx="10101">
                  <c:v>24.5</c:v>
                </c:pt>
                <c:pt idx="10102">
                  <c:v>24.5</c:v>
                </c:pt>
                <c:pt idx="10103">
                  <c:v>24.5</c:v>
                </c:pt>
                <c:pt idx="10104">
                  <c:v>24.55</c:v>
                </c:pt>
                <c:pt idx="10105">
                  <c:v>24.55</c:v>
                </c:pt>
                <c:pt idx="10106">
                  <c:v>24.55</c:v>
                </c:pt>
                <c:pt idx="10107">
                  <c:v>24.6</c:v>
                </c:pt>
                <c:pt idx="10108">
                  <c:v>24.65</c:v>
                </c:pt>
                <c:pt idx="10109">
                  <c:v>24.65</c:v>
                </c:pt>
                <c:pt idx="10110">
                  <c:v>24.7</c:v>
                </c:pt>
                <c:pt idx="10111">
                  <c:v>24.7</c:v>
                </c:pt>
                <c:pt idx="10112">
                  <c:v>24.65</c:v>
                </c:pt>
                <c:pt idx="10113">
                  <c:v>24.65</c:v>
                </c:pt>
                <c:pt idx="10114">
                  <c:v>24.6</c:v>
                </c:pt>
                <c:pt idx="10115">
                  <c:v>24.55</c:v>
                </c:pt>
                <c:pt idx="10116">
                  <c:v>24.5</c:v>
                </c:pt>
                <c:pt idx="10117">
                  <c:v>24.45</c:v>
                </c:pt>
                <c:pt idx="10118">
                  <c:v>24.45</c:v>
                </c:pt>
                <c:pt idx="10119">
                  <c:v>24.45</c:v>
                </c:pt>
                <c:pt idx="10120">
                  <c:v>24.4</c:v>
                </c:pt>
                <c:pt idx="10121">
                  <c:v>24.35</c:v>
                </c:pt>
                <c:pt idx="10122">
                  <c:v>24.35</c:v>
                </c:pt>
                <c:pt idx="10123">
                  <c:v>24.35</c:v>
                </c:pt>
                <c:pt idx="10124">
                  <c:v>24.35</c:v>
                </c:pt>
                <c:pt idx="10125">
                  <c:v>24.35</c:v>
                </c:pt>
                <c:pt idx="10126">
                  <c:v>24.35</c:v>
                </c:pt>
                <c:pt idx="10127">
                  <c:v>24.4</c:v>
                </c:pt>
                <c:pt idx="10128">
                  <c:v>24.4</c:v>
                </c:pt>
                <c:pt idx="10129">
                  <c:v>24.4</c:v>
                </c:pt>
                <c:pt idx="10130">
                  <c:v>24.45</c:v>
                </c:pt>
                <c:pt idx="10131">
                  <c:v>24.45</c:v>
                </c:pt>
                <c:pt idx="10132">
                  <c:v>24.5</c:v>
                </c:pt>
                <c:pt idx="10133">
                  <c:v>24.55</c:v>
                </c:pt>
                <c:pt idx="10134">
                  <c:v>24.55</c:v>
                </c:pt>
                <c:pt idx="10135">
                  <c:v>24.55</c:v>
                </c:pt>
                <c:pt idx="10136">
                  <c:v>24.6</c:v>
                </c:pt>
                <c:pt idx="10137">
                  <c:v>24.6</c:v>
                </c:pt>
                <c:pt idx="10138">
                  <c:v>24.65</c:v>
                </c:pt>
                <c:pt idx="10139">
                  <c:v>24.65</c:v>
                </c:pt>
                <c:pt idx="10140">
                  <c:v>24.7</c:v>
                </c:pt>
                <c:pt idx="10141">
                  <c:v>24.7</c:v>
                </c:pt>
                <c:pt idx="10142">
                  <c:v>24.7</c:v>
                </c:pt>
                <c:pt idx="10143">
                  <c:v>24.65</c:v>
                </c:pt>
                <c:pt idx="10144">
                  <c:v>24.6</c:v>
                </c:pt>
                <c:pt idx="10145">
                  <c:v>24.55</c:v>
                </c:pt>
                <c:pt idx="10146">
                  <c:v>24.5</c:v>
                </c:pt>
                <c:pt idx="10147">
                  <c:v>24.5</c:v>
                </c:pt>
                <c:pt idx="10148">
                  <c:v>24.45</c:v>
                </c:pt>
                <c:pt idx="10149">
                  <c:v>24.4</c:v>
                </c:pt>
                <c:pt idx="10150">
                  <c:v>24.4</c:v>
                </c:pt>
                <c:pt idx="10151">
                  <c:v>24.4</c:v>
                </c:pt>
                <c:pt idx="10152">
                  <c:v>24.4</c:v>
                </c:pt>
                <c:pt idx="10153">
                  <c:v>24.4</c:v>
                </c:pt>
                <c:pt idx="10154">
                  <c:v>24.4</c:v>
                </c:pt>
                <c:pt idx="10155">
                  <c:v>24.4</c:v>
                </c:pt>
                <c:pt idx="10156">
                  <c:v>24.4</c:v>
                </c:pt>
                <c:pt idx="10157">
                  <c:v>24.45</c:v>
                </c:pt>
                <c:pt idx="10158">
                  <c:v>24.45</c:v>
                </c:pt>
                <c:pt idx="10159">
                  <c:v>24.45</c:v>
                </c:pt>
                <c:pt idx="10160">
                  <c:v>24.45</c:v>
                </c:pt>
                <c:pt idx="10161">
                  <c:v>24.5</c:v>
                </c:pt>
                <c:pt idx="10162">
                  <c:v>24.5</c:v>
                </c:pt>
                <c:pt idx="10163">
                  <c:v>24.5</c:v>
                </c:pt>
                <c:pt idx="10164">
                  <c:v>24.55</c:v>
                </c:pt>
                <c:pt idx="10165">
                  <c:v>24.55</c:v>
                </c:pt>
                <c:pt idx="10166">
                  <c:v>24.55</c:v>
                </c:pt>
                <c:pt idx="10167">
                  <c:v>24.6</c:v>
                </c:pt>
                <c:pt idx="10168">
                  <c:v>24.65</c:v>
                </c:pt>
                <c:pt idx="10169">
                  <c:v>24.65</c:v>
                </c:pt>
                <c:pt idx="10170">
                  <c:v>24.65</c:v>
                </c:pt>
                <c:pt idx="10171">
                  <c:v>24.65</c:v>
                </c:pt>
                <c:pt idx="10172">
                  <c:v>24.65</c:v>
                </c:pt>
                <c:pt idx="10173">
                  <c:v>24.6</c:v>
                </c:pt>
                <c:pt idx="10174">
                  <c:v>24.55</c:v>
                </c:pt>
                <c:pt idx="10175">
                  <c:v>24.5</c:v>
                </c:pt>
                <c:pt idx="10176">
                  <c:v>24.45</c:v>
                </c:pt>
                <c:pt idx="10177">
                  <c:v>24.45</c:v>
                </c:pt>
                <c:pt idx="10178">
                  <c:v>24.4</c:v>
                </c:pt>
                <c:pt idx="10179">
                  <c:v>24.4</c:v>
                </c:pt>
                <c:pt idx="10180">
                  <c:v>24.35</c:v>
                </c:pt>
                <c:pt idx="10181">
                  <c:v>24.35</c:v>
                </c:pt>
                <c:pt idx="10182">
                  <c:v>24.35</c:v>
                </c:pt>
                <c:pt idx="10183">
                  <c:v>24.35</c:v>
                </c:pt>
                <c:pt idx="10184">
                  <c:v>24.35</c:v>
                </c:pt>
                <c:pt idx="10185">
                  <c:v>24.35</c:v>
                </c:pt>
                <c:pt idx="10186">
                  <c:v>24.4</c:v>
                </c:pt>
                <c:pt idx="10187">
                  <c:v>24.4</c:v>
                </c:pt>
                <c:pt idx="10188">
                  <c:v>24.4</c:v>
                </c:pt>
                <c:pt idx="10189">
                  <c:v>24.45</c:v>
                </c:pt>
                <c:pt idx="10190">
                  <c:v>24.45</c:v>
                </c:pt>
                <c:pt idx="10191">
                  <c:v>24.5</c:v>
                </c:pt>
                <c:pt idx="10192">
                  <c:v>24.5</c:v>
                </c:pt>
                <c:pt idx="10193">
                  <c:v>24.55</c:v>
                </c:pt>
                <c:pt idx="10194">
                  <c:v>24.55</c:v>
                </c:pt>
                <c:pt idx="10195">
                  <c:v>24.55</c:v>
                </c:pt>
                <c:pt idx="10196">
                  <c:v>24.55</c:v>
                </c:pt>
                <c:pt idx="10197">
                  <c:v>24.65</c:v>
                </c:pt>
                <c:pt idx="10198">
                  <c:v>24.65</c:v>
                </c:pt>
                <c:pt idx="10199">
                  <c:v>24.65</c:v>
                </c:pt>
                <c:pt idx="10200">
                  <c:v>24.65</c:v>
                </c:pt>
                <c:pt idx="10201">
                  <c:v>24.65</c:v>
                </c:pt>
                <c:pt idx="10202">
                  <c:v>24.65</c:v>
                </c:pt>
                <c:pt idx="10203">
                  <c:v>24.6</c:v>
                </c:pt>
                <c:pt idx="10204">
                  <c:v>24.6</c:v>
                </c:pt>
                <c:pt idx="10205">
                  <c:v>24.5</c:v>
                </c:pt>
                <c:pt idx="10206">
                  <c:v>24.45</c:v>
                </c:pt>
                <c:pt idx="10207">
                  <c:v>24.4</c:v>
                </c:pt>
                <c:pt idx="10208">
                  <c:v>24.4</c:v>
                </c:pt>
                <c:pt idx="10209">
                  <c:v>24.35</c:v>
                </c:pt>
                <c:pt idx="10210">
                  <c:v>24.35</c:v>
                </c:pt>
                <c:pt idx="10211">
                  <c:v>24.35</c:v>
                </c:pt>
                <c:pt idx="10212">
                  <c:v>24.35</c:v>
                </c:pt>
                <c:pt idx="10213">
                  <c:v>24.35</c:v>
                </c:pt>
                <c:pt idx="10214">
                  <c:v>24.35</c:v>
                </c:pt>
                <c:pt idx="10215">
                  <c:v>24.35</c:v>
                </c:pt>
                <c:pt idx="10216">
                  <c:v>24.4</c:v>
                </c:pt>
                <c:pt idx="10217">
                  <c:v>24.4</c:v>
                </c:pt>
                <c:pt idx="10218">
                  <c:v>24.4</c:v>
                </c:pt>
                <c:pt idx="10219">
                  <c:v>24.45</c:v>
                </c:pt>
                <c:pt idx="10220">
                  <c:v>24.45</c:v>
                </c:pt>
                <c:pt idx="10221">
                  <c:v>24.5</c:v>
                </c:pt>
                <c:pt idx="10222">
                  <c:v>24.55</c:v>
                </c:pt>
                <c:pt idx="10223">
                  <c:v>24.55</c:v>
                </c:pt>
                <c:pt idx="10224">
                  <c:v>24.6</c:v>
                </c:pt>
                <c:pt idx="10225">
                  <c:v>24.55</c:v>
                </c:pt>
                <c:pt idx="10226">
                  <c:v>24.6</c:v>
                </c:pt>
                <c:pt idx="10227">
                  <c:v>24.6</c:v>
                </c:pt>
                <c:pt idx="10228">
                  <c:v>24.65</c:v>
                </c:pt>
                <c:pt idx="10229">
                  <c:v>24.65</c:v>
                </c:pt>
                <c:pt idx="10230">
                  <c:v>24.7</c:v>
                </c:pt>
                <c:pt idx="10231">
                  <c:v>24.7</c:v>
                </c:pt>
                <c:pt idx="10232">
                  <c:v>24.65</c:v>
                </c:pt>
                <c:pt idx="10233">
                  <c:v>24.6</c:v>
                </c:pt>
                <c:pt idx="10234">
                  <c:v>24.55</c:v>
                </c:pt>
                <c:pt idx="10235">
                  <c:v>24.5</c:v>
                </c:pt>
                <c:pt idx="10236">
                  <c:v>24.45</c:v>
                </c:pt>
                <c:pt idx="10237">
                  <c:v>24.4</c:v>
                </c:pt>
                <c:pt idx="10238">
                  <c:v>24.4</c:v>
                </c:pt>
                <c:pt idx="10239">
                  <c:v>24.35</c:v>
                </c:pt>
                <c:pt idx="10240">
                  <c:v>24.35</c:v>
                </c:pt>
                <c:pt idx="10241">
                  <c:v>24.35</c:v>
                </c:pt>
                <c:pt idx="10242">
                  <c:v>24.3</c:v>
                </c:pt>
                <c:pt idx="10243">
                  <c:v>24.35</c:v>
                </c:pt>
                <c:pt idx="10244">
                  <c:v>24.35</c:v>
                </c:pt>
                <c:pt idx="10245">
                  <c:v>24.4</c:v>
                </c:pt>
                <c:pt idx="10246">
                  <c:v>24.4</c:v>
                </c:pt>
                <c:pt idx="10247">
                  <c:v>24.4</c:v>
                </c:pt>
                <c:pt idx="10248">
                  <c:v>24.4</c:v>
                </c:pt>
                <c:pt idx="10249">
                  <c:v>24.45</c:v>
                </c:pt>
                <c:pt idx="10250">
                  <c:v>24.45</c:v>
                </c:pt>
                <c:pt idx="10251">
                  <c:v>24.5</c:v>
                </c:pt>
                <c:pt idx="10252">
                  <c:v>24.5</c:v>
                </c:pt>
                <c:pt idx="10253">
                  <c:v>24.55</c:v>
                </c:pt>
                <c:pt idx="10254">
                  <c:v>24.55</c:v>
                </c:pt>
                <c:pt idx="10255">
                  <c:v>24.6</c:v>
                </c:pt>
                <c:pt idx="10256">
                  <c:v>24.6</c:v>
                </c:pt>
                <c:pt idx="10257">
                  <c:v>24.6</c:v>
                </c:pt>
                <c:pt idx="10258">
                  <c:v>24.6</c:v>
                </c:pt>
                <c:pt idx="10259">
                  <c:v>24.65</c:v>
                </c:pt>
                <c:pt idx="10260">
                  <c:v>24.65</c:v>
                </c:pt>
                <c:pt idx="10261">
                  <c:v>24.65</c:v>
                </c:pt>
                <c:pt idx="10262">
                  <c:v>24.6</c:v>
                </c:pt>
                <c:pt idx="10263">
                  <c:v>24.55</c:v>
                </c:pt>
                <c:pt idx="10264">
                  <c:v>24.5</c:v>
                </c:pt>
                <c:pt idx="10265">
                  <c:v>24.5</c:v>
                </c:pt>
                <c:pt idx="10266">
                  <c:v>24.45</c:v>
                </c:pt>
                <c:pt idx="10267">
                  <c:v>24.4</c:v>
                </c:pt>
                <c:pt idx="10268">
                  <c:v>24.35</c:v>
                </c:pt>
                <c:pt idx="10269">
                  <c:v>24.35</c:v>
                </c:pt>
                <c:pt idx="10270">
                  <c:v>24.35</c:v>
                </c:pt>
                <c:pt idx="10271">
                  <c:v>24.3</c:v>
                </c:pt>
                <c:pt idx="10272">
                  <c:v>24.3</c:v>
                </c:pt>
                <c:pt idx="10273">
                  <c:v>24.3</c:v>
                </c:pt>
                <c:pt idx="10274">
                  <c:v>24.3</c:v>
                </c:pt>
                <c:pt idx="10275">
                  <c:v>24.3</c:v>
                </c:pt>
                <c:pt idx="10276">
                  <c:v>24.3</c:v>
                </c:pt>
                <c:pt idx="10277">
                  <c:v>24.35</c:v>
                </c:pt>
                <c:pt idx="10278">
                  <c:v>24.35</c:v>
                </c:pt>
                <c:pt idx="10279">
                  <c:v>24.4</c:v>
                </c:pt>
                <c:pt idx="10280">
                  <c:v>24.4</c:v>
                </c:pt>
                <c:pt idx="10281">
                  <c:v>24.4</c:v>
                </c:pt>
                <c:pt idx="10282">
                  <c:v>24.45</c:v>
                </c:pt>
                <c:pt idx="10283">
                  <c:v>24.45</c:v>
                </c:pt>
                <c:pt idx="10284">
                  <c:v>24.5</c:v>
                </c:pt>
                <c:pt idx="10285">
                  <c:v>24.5</c:v>
                </c:pt>
                <c:pt idx="10286">
                  <c:v>24.5</c:v>
                </c:pt>
                <c:pt idx="10287">
                  <c:v>24.55</c:v>
                </c:pt>
                <c:pt idx="10288">
                  <c:v>24.55</c:v>
                </c:pt>
                <c:pt idx="10289">
                  <c:v>24.6</c:v>
                </c:pt>
                <c:pt idx="10290">
                  <c:v>24.6</c:v>
                </c:pt>
                <c:pt idx="10291">
                  <c:v>24.6</c:v>
                </c:pt>
                <c:pt idx="10292">
                  <c:v>24.6</c:v>
                </c:pt>
                <c:pt idx="10293">
                  <c:v>24.6</c:v>
                </c:pt>
                <c:pt idx="10294">
                  <c:v>24.55</c:v>
                </c:pt>
                <c:pt idx="10295">
                  <c:v>24.5</c:v>
                </c:pt>
                <c:pt idx="10296">
                  <c:v>24.45</c:v>
                </c:pt>
                <c:pt idx="10297">
                  <c:v>24.4</c:v>
                </c:pt>
                <c:pt idx="10298">
                  <c:v>24.35</c:v>
                </c:pt>
                <c:pt idx="10299">
                  <c:v>24.35</c:v>
                </c:pt>
                <c:pt idx="10300">
                  <c:v>24.35</c:v>
                </c:pt>
                <c:pt idx="10301">
                  <c:v>24.35</c:v>
                </c:pt>
                <c:pt idx="10302">
                  <c:v>24.35</c:v>
                </c:pt>
                <c:pt idx="10303">
                  <c:v>24.35</c:v>
                </c:pt>
                <c:pt idx="10304">
                  <c:v>24.35</c:v>
                </c:pt>
                <c:pt idx="10305">
                  <c:v>24.4</c:v>
                </c:pt>
                <c:pt idx="10306">
                  <c:v>24.4</c:v>
                </c:pt>
                <c:pt idx="10307">
                  <c:v>24.4</c:v>
                </c:pt>
                <c:pt idx="10308">
                  <c:v>24.4</c:v>
                </c:pt>
                <c:pt idx="10309">
                  <c:v>24.4</c:v>
                </c:pt>
                <c:pt idx="10310">
                  <c:v>24.45</c:v>
                </c:pt>
                <c:pt idx="10311">
                  <c:v>24.45</c:v>
                </c:pt>
                <c:pt idx="10312">
                  <c:v>24.45</c:v>
                </c:pt>
                <c:pt idx="10313">
                  <c:v>24.5</c:v>
                </c:pt>
                <c:pt idx="10314">
                  <c:v>24.5</c:v>
                </c:pt>
                <c:pt idx="10315">
                  <c:v>24.55</c:v>
                </c:pt>
                <c:pt idx="10316">
                  <c:v>24.55</c:v>
                </c:pt>
                <c:pt idx="10317">
                  <c:v>24.55</c:v>
                </c:pt>
                <c:pt idx="10318">
                  <c:v>24.6</c:v>
                </c:pt>
                <c:pt idx="10319">
                  <c:v>24.6</c:v>
                </c:pt>
                <c:pt idx="10320">
                  <c:v>24.6</c:v>
                </c:pt>
                <c:pt idx="10321">
                  <c:v>24.65</c:v>
                </c:pt>
                <c:pt idx="10322">
                  <c:v>24.6</c:v>
                </c:pt>
                <c:pt idx="10323">
                  <c:v>24.6</c:v>
                </c:pt>
                <c:pt idx="10324">
                  <c:v>24.55</c:v>
                </c:pt>
                <c:pt idx="10325">
                  <c:v>24.5</c:v>
                </c:pt>
                <c:pt idx="10326">
                  <c:v>24.45</c:v>
                </c:pt>
                <c:pt idx="10327">
                  <c:v>24.4</c:v>
                </c:pt>
                <c:pt idx="10328">
                  <c:v>24.4</c:v>
                </c:pt>
                <c:pt idx="10329">
                  <c:v>24.35</c:v>
                </c:pt>
                <c:pt idx="10330">
                  <c:v>24.35</c:v>
                </c:pt>
                <c:pt idx="10331">
                  <c:v>24.3</c:v>
                </c:pt>
                <c:pt idx="10332">
                  <c:v>24.35</c:v>
                </c:pt>
                <c:pt idx="10333">
                  <c:v>24.35</c:v>
                </c:pt>
                <c:pt idx="10334">
                  <c:v>24.35</c:v>
                </c:pt>
                <c:pt idx="10335">
                  <c:v>24.35</c:v>
                </c:pt>
                <c:pt idx="10336">
                  <c:v>24.35</c:v>
                </c:pt>
                <c:pt idx="10337">
                  <c:v>24.4</c:v>
                </c:pt>
                <c:pt idx="10338">
                  <c:v>24.4</c:v>
                </c:pt>
                <c:pt idx="10339">
                  <c:v>24.4</c:v>
                </c:pt>
                <c:pt idx="10340">
                  <c:v>24.45</c:v>
                </c:pt>
                <c:pt idx="10341">
                  <c:v>24.45</c:v>
                </c:pt>
                <c:pt idx="10342">
                  <c:v>24.45</c:v>
                </c:pt>
                <c:pt idx="10343">
                  <c:v>24.5</c:v>
                </c:pt>
                <c:pt idx="10344">
                  <c:v>24.5</c:v>
                </c:pt>
                <c:pt idx="10345">
                  <c:v>24.5</c:v>
                </c:pt>
                <c:pt idx="10346">
                  <c:v>24.5</c:v>
                </c:pt>
                <c:pt idx="10347">
                  <c:v>24.55</c:v>
                </c:pt>
                <c:pt idx="10348">
                  <c:v>24.55</c:v>
                </c:pt>
                <c:pt idx="10349">
                  <c:v>24.6</c:v>
                </c:pt>
                <c:pt idx="10350">
                  <c:v>24.6</c:v>
                </c:pt>
                <c:pt idx="10351">
                  <c:v>24.6</c:v>
                </c:pt>
                <c:pt idx="10352">
                  <c:v>24.55</c:v>
                </c:pt>
                <c:pt idx="10353">
                  <c:v>24.55</c:v>
                </c:pt>
                <c:pt idx="10354">
                  <c:v>24.5</c:v>
                </c:pt>
                <c:pt idx="10355">
                  <c:v>24.45</c:v>
                </c:pt>
                <c:pt idx="10356">
                  <c:v>24.4</c:v>
                </c:pt>
                <c:pt idx="10357">
                  <c:v>24.4</c:v>
                </c:pt>
                <c:pt idx="10358">
                  <c:v>24.35</c:v>
                </c:pt>
                <c:pt idx="10359">
                  <c:v>24.35</c:v>
                </c:pt>
                <c:pt idx="10360">
                  <c:v>24.35</c:v>
                </c:pt>
                <c:pt idx="10361">
                  <c:v>24.35</c:v>
                </c:pt>
                <c:pt idx="10362">
                  <c:v>24.35</c:v>
                </c:pt>
                <c:pt idx="10363">
                  <c:v>24.35</c:v>
                </c:pt>
                <c:pt idx="10364">
                  <c:v>24.35</c:v>
                </c:pt>
                <c:pt idx="10365">
                  <c:v>24.35</c:v>
                </c:pt>
                <c:pt idx="10366">
                  <c:v>24.4</c:v>
                </c:pt>
                <c:pt idx="10367">
                  <c:v>24.4</c:v>
                </c:pt>
                <c:pt idx="10368">
                  <c:v>24.4</c:v>
                </c:pt>
                <c:pt idx="10369">
                  <c:v>24.4</c:v>
                </c:pt>
                <c:pt idx="10370">
                  <c:v>24.45</c:v>
                </c:pt>
                <c:pt idx="10371">
                  <c:v>24.45</c:v>
                </c:pt>
                <c:pt idx="10372">
                  <c:v>24.5</c:v>
                </c:pt>
                <c:pt idx="10373">
                  <c:v>24.5</c:v>
                </c:pt>
                <c:pt idx="10374">
                  <c:v>24.5</c:v>
                </c:pt>
                <c:pt idx="10375">
                  <c:v>24.55</c:v>
                </c:pt>
                <c:pt idx="10376">
                  <c:v>24.55</c:v>
                </c:pt>
                <c:pt idx="10377">
                  <c:v>24.6</c:v>
                </c:pt>
                <c:pt idx="10378">
                  <c:v>24.6</c:v>
                </c:pt>
                <c:pt idx="10379">
                  <c:v>24.6</c:v>
                </c:pt>
                <c:pt idx="10380">
                  <c:v>24.6</c:v>
                </c:pt>
                <c:pt idx="10381">
                  <c:v>24.6</c:v>
                </c:pt>
                <c:pt idx="10382">
                  <c:v>24.6</c:v>
                </c:pt>
                <c:pt idx="10383">
                  <c:v>24.6</c:v>
                </c:pt>
                <c:pt idx="10384">
                  <c:v>24.5</c:v>
                </c:pt>
                <c:pt idx="10385">
                  <c:v>24.5</c:v>
                </c:pt>
                <c:pt idx="10386">
                  <c:v>24.4</c:v>
                </c:pt>
                <c:pt idx="10387">
                  <c:v>24.4</c:v>
                </c:pt>
                <c:pt idx="10388">
                  <c:v>24.35</c:v>
                </c:pt>
                <c:pt idx="10389">
                  <c:v>24.3</c:v>
                </c:pt>
                <c:pt idx="10390">
                  <c:v>24.3</c:v>
                </c:pt>
                <c:pt idx="10391">
                  <c:v>24.3</c:v>
                </c:pt>
                <c:pt idx="10392">
                  <c:v>24.35</c:v>
                </c:pt>
                <c:pt idx="10393">
                  <c:v>24.35</c:v>
                </c:pt>
                <c:pt idx="10394">
                  <c:v>24.35</c:v>
                </c:pt>
                <c:pt idx="10395">
                  <c:v>24.35</c:v>
                </c:pt>
                <c:pt idx="10396">
                  <c:v>24.4</c:v>
                </c:pt>
                <c:pt idx="10397">
                  <c:v>24.4</c:v>
                </c:pt>
                <c:pt idx="10398">
                  <c:v>24.4</c:v>
                </c:pt>
                <c:pt idx="10399">
                  <c:v>24.4</c:v>
                </c:pt>
                <c:pt idx="10400">
                  <c:v>24.45</c:v>
                </c:pt>
                <c:pt idx="10401">
                  <c:v>24.45</c:v>
                </c:pt>
                <c:pt idx="10402">
                  <c:v>24.5</c:v>
                </c:pt>
                <c:pt idx="10403">
                  <c:v>24.5</c:v>
                </c:pt>
                <c:pt idx="10404">
                  <c:v>24.55</c:v>
                </c:pt>
                <c:pt idx="10405">
                  <c:v>24.55</c:v>
                </c:pt>
                <c:pt idx="10406">
                  <c:v>24.55</c:v>
                </c:pt>
                <c:pt idx="10407">
                  <c:v>24.6</c:v>
                </c:pt>
                <c:pt idx="10408">
                  <c:v>24.6</c:v>
                </c:pt>
                <c:pt idx="10409">
                  <c:v>24.65</c:v>
                </c:pt>
                <c:pt idx="10410">
                  <c:v>24.65</c:v>
                </c:pt>
                <c:pt idx="10411">
                  <c:v>24.65</c:v>
                </c:pt>
                <c:pt idx="10412">
                  <c:v>24.6</c:v>
                </c:pt>
                <c:pt idx="10413">
                  <c:v>24.6</c:v>
                </c:pt>
                <c:pt idx="10414">
                  <c:v>24.55</c:v>
                </c:pt>
                <c:pt idx="10415">
                  <c:v>24.5</c:v>
                </c:pt>
                <c:pt idx="10416">
                  <c:v>24.4</c:v>
                </c:pt>
                <c:pt idx="10417">
                  <c:v>24.4</c:v>
                </c:pt>
                <c:pt idx="10418">
                  <c:v>24.35</c:v>
                </c:pt>
                <c:pt idx="10419">
                  <c:v>24.35</c:v>
                </c:pt>
                <c:pt idx="10420">
                  <c:v>24.3</c:v>
                </c:pt>
                <c:pt idx="10421">
                  <c:v>24.3</c:v>
                </c:pt>
                <c:pt idx="10422">
                  <c:v>24.3</c:v>
                </c:pt>
                <c:pt idx="10423">
                  <c:v>24.3</c:v>
                </c:pt>
                <c:pt idx="10424">
                  <c:v>24.3</c:v>
                </c:pt>
                <c:pt idx="10425">
                  <c:v>24.35</c:v>
                </c:pt>
                <c:pt idx="10426">
                  <c:v>24.35</c:v>
                </c:pt>
                <c:pt idx="10427">
                  <c:v>24.35</c:v>
                </c:pt>
                <c:pt idx="10428">
                  <c:v>24.4</c:v>
                </c:pt>
                <c:pt idx="10429">
                  <c:v>24.4</c:v>
                </c:pt>
                <c:pt idx="10430">
                  <c:v>24.45</c:v>
                </c:pt>
                <c:pt idx="10431">
                  <c:v>24.45</c:v>
                </c:pt>
                <c:pt idx="10432">
                  <c:v>24.5</c:v>
                </c:pt>
                <c:pt idx="10433">
                  <c:v>24.5</c:v>
                </c:pt>
                <c:pt idx="10434">
                  <c:v>24.5</c:v>
                </c:pt>
                <c:pt idx="10435">
                  <c:v>24.55</c:v>
                </c:pt>
                <c:pt idx="10436">
                  <c:v>24.6</c:v>
                </c:pt>
                <c:pt idx="10437">
                  <c:v>24.6</c:v>
                </c:pt>
                <c:pt idx="10438">
                  <c:v>24.6</c:v>
                </c:pt>
                <c:pt idx="10439">
                  <c:v>24.6</c:v>
                </c:pt>
                <c:pt idx="10440">
                  <c:v>24.65</c:v>
                </c:pt>
                <c:pt idx="10441">
                  <c:v>24.65</c:v>
                </c:pt>
                <c:pt idx="10442">
                  <c:v>24.6</c:v>
                </c:pt>
                <c:pt idx="10443">
                  <c:v>24.6</c:v>
                </c:pt>
                <c:pt idx="10444">
                  <c:v>24.55</c:v>
                </c:pt>
                <c:pt idx="10445">
                  <c:v>24.45</c:v>
                </c:pt>
                <c:pt idx="10446">
                  <c:v>24.45</c:v>
                </c:pt>
                <c:pt idx="10447">
                  <c:v>24.4</c:v>
                </c:pt>
                <c:pt idx="10448">
                  <c:v>24.35</c:v>
                </c:pt>
                <c:pt idx="10449">
                  <c:v>24.35</c:v>
                </c:pt>
                <c:pt idx="10450">
                  <c:v>24.3</c:v>
                </c:pt>
                <c:pt idx="10451">
                  <c:v>24.3</c:v>
                </c:pt>
                <c:pt idx="10452">
                  <c:v>24.3</c:v>
                </c:pt>
                <c:pt idx="10453">
                  <c:v>24.3</c:v>
                </c:pt>
                <c:pt idx="10454">
                  <c:v>24.35</c:v>
                </c:pt>
                <c:pt idx="10455">
                  <c:v>24.35</c:v>
                </c:pt>
                <c:pt idx="10456">
                  <c:v>24.35</c:v>
                </c:pt>
                <c:pt idx="10457">
                  <c:v>24.35</c:v>
                </c:pt>
                <c:pt idx="10458">
                  <c:v>24.35</c:v>
                </c:pt>
                <c:pt idx="10459">
                  <c:v>24.4</c:v>
                </c:pt>
                <c:pt idx="10460">
                  <c:v>24.4</c:v>
                </c:pt>
                <c:pt idx="10461">
                  <c:v>24.45</c:v>
                </c:pt>
                <c:pt idx="10462">
                  <c:v>24.45</c:v>
                </c:pt>
                <c:pt idx="10463">
                  <c:v>24.5</c:v>
                </c:pt>
                <c:pt idx="10464">
                  <c:v>24.5</c:v>
                </c:pt>
                <c:pt idx="10465">
                  <c:v>24.55</c:v>
                </c:pt>
                <c:pt idx="10466">
                  <c:v>24.55</c:v>
                </c:pt>
                <c:pt idx="10467">
                  <c:v>24.55</c:v>
                </c:pt>
                <c:pt idx="10468">
                  <c:v>24.6</c:v>
                </c:pt>
                <c:pt idx="10469">
                  <c:v>24.6</c:v>
                </c:pt>
                <c:pt idx="10470">
                  <c:v>24.65</c:v>
                </c:pt>
                <c:pt idx="10471">
                  <c:v>24.65</c:v>
                </c:pt>
                <c:pt idx="10472">
                  <c:v>24.65</c:v>
                </c:pt>
                <c:pt idx="10473">
                  <c:v>24.55</c:v>
                </c:pt>
                <c:pt idx="10474">
                  <c:v>24.55</c:v>
                </c:pt>
                <c:pt idx="10475">
                  <c:v>24.5</c:v>
                </c:pt>
                <c:pt idx="10476">
                  <c:v>24.4</c:v>
                </c:pt>
                <c:pt idx="10477">
                  <c:v>24.4</c:v>
                </c:pt>
                <c:pt idx="10478">
                  <c:v>24.4</c:v>
                </c:pt>
                <c:pt idx="10479">
                  <c:v>24.35</c:v>
                </c:pt>
                <c:pt idx="10480">
                  <c:v>24.35</c:v>
                </c:pt>
                <c:pt idx="10481">
                  <c:v>24.35</c:v>
                </c:pt>
                <c:pt idx="10482">
                  <c:v>24.35</c:v>
                </c:pt>
                <c:pt idx="10483">
                  <c:v>24.3</c:v>
                </c:pt>
                <c:pt idx="10484">
                  <c:v>24.35</c:v>
                </c:pt>
                <c:pt idx="10485">
                  <c:v>24.35</c:v>
                </c:pt>
                <c:pt idx="10486">
                  <c:v>24.35</c:v>
                </c:pt>
                <c:pt idx="10487">
                  <c:v>24.4</c:v>
                </c:pt>
                <c:pt idx="10488">
                  <c:v>24.4</c:v>
                </c:pt>
                <c:pt idx="10489">
                  <c:v>24.4</c:v>
                </c:pt>
                <c:pt idx="10490">
                  <c:v>24.4</c:v>
                </c:pt>
                <c:pt idx="10491">
                  <c:v>24.45</c:v>
                </c:pt>
                <c:pt idx="10492">
                  <c:v>24.45</c:v>
                </c:pt>
                <c:pt idx="10493">
                  <c:v>24.5</c:v>
                </c:pt>
                <c:pt idx="10494">
                  <c:v>24.5</c:v>
                </c:pt>
                <c:pt idx="10495">
                  <c:v>24.5</c:v>
                </c:pt>
                <c:pt idx="10496">
                  <c:v>24.55</c:v>
                </c:pt>
                <c:pt idx="10497">
                  <c:v>24.6</c:v>
                </c:pt>
                <c:pt idx="10498">
                  <c:v>24.65</c:v>
                </c:pt>
                <c:pt idx="10499">
                  <c:v>24.65</c:v>
                </c:pt>
                <c:pt idx="10500">
                  <c:v>24.65</c:v>
                </c:pt>
                <c:pt idx="10501">
                  <c:v>24.65</c:v>
                </c:pt>
                <c:pt idx="10502">
                  <c:v>24.65</c:v>
                </c:pt>
                <c:pt idx="10503">
                  <c:v>24.6</c:v>
                </c:pt>
                <c:pt idx="10504">
                  <c:v>24.55</c:v>
                </c:pt>
                <c:pt idx="10505">
                  <c:v>24.5</c:v>
                </c:pt>
                <c:pt idx="10506">
                  <c:v>24.45</c:v>
                </c:pt>
                <c:pt idx="10507">
                  <c:v>24.4</c:v>
                </c:pt>
                <c:pt idx="10508">
                  <c:v>24.4</c:v>
                </c:pt>
                <c:pt idx="10509">
                  <c:v>24.35</c:v>
                </c:pt>
                <c:pt idx="10510">
                  <c:v>24.4</c:v>
                </c:pt>
                <c:pt idx="10511">
                  <c:v>24.35</c:v>
                </c:pt>
                <c:pt idx="10512">
                  <c:v>24.35</c:v>
                </c:pt>
                <c:pt idx="10513">
                  <c:v>24.35</c:v>
                </c:pt>
                <c:pt idx="10514">
                  <c:v>24.35</c:v>
                </c:pt>
                <c:pt idx="10515">
                  <c:v>24.35</c:v>
                </c:pt>
                <c:pt idx="10516">
                  <c:v>24.4</c:v>
                </c:pt>
                <c:pt idx="10517">
                  <c:v>24.35</c:v>
                </c:pt>
                <c:pt idx="10518">
                  <c:v>24.4</c:v>
                </c:pt>
                <c:pt idx="10519">
                  <c:v>24.4</c:v>
                </c:pt>
                <c:pt idx="10520">
                  <c:v>24.45</c:v>
                </c:pt>
                <c:pt idx="10521">
                  <c:v>24.45</c:v>
                </c:pt>
                <c:pt idx="10522">
                  <c:v>24.5</c:v>
                </c:pt>
                <c:pt idx="10523">
                  <c:v>24.55</c:v>
                </c:pt>
                <c:pt idx="10524">
                  <c:v>24.55</c:v>
                </c:pt>
                <c:pt idx="10525">
                  <c:v>24.6</c:v>
                </c:pt>
                <c:pt idx="10526">
                  <c:v>24.6</c:v>
                </c:pt>
                <c:pt idx="10527">
                  <c:v>24.6</c:v>
                </c:pt>
                <c:pt idx="10528">
                  <c:v>24.65</c:v>
                </c:pt>
                <c:pt idx="10529">
                  <c:v>24.65</c:v>
                </c:pt>
                <c:pt idx="10530">
                  <c:v>24.65</c:v>
                </c:pt>
                <c:pt idx="10531">
                  <c:v>24.65</c:v>
                </c:pt>
                <c:pt idx="10532">
                  <c:v>24.65</c:v>
                </c:pt>
                <c:pt idx="10533">
                  <c:v>24.6</c:v>
                </c:pt>
                <c:pt idx="10534">
                  <c:v>24.55</c:v>
                </c:pt>
                <c:pt idx="10535">
                  <c:v>24.5</c:v>
                </c:pt>
                <c:pt idx="10536">
                  <c:v>24.4</c:v>
                </c:pt>
                <c:pt idx="10537">
                  <c:v>24.4</c:v>
                </c:pt>
                <c:pt idx="10538">
                  <c:v>24.35</c:v>
                </c:pt>
                <c:pt idx="10539">
                  <c:v>24.35</c:v>
                </c:pt>
                <c:pt idx="10540">
                  <c:v>24.35</c:v>
                </c:pt>
                <c:pt idx="10541">
                  <c:v>24.35</c:v>
                </c:pt>
                <c:pt idx="10542">
                  <c:v>24.3</c:v>
                </c:pt>
                <c:pt idx="10543">
                  <c:v>24.35</c:v>
                </c:pt>
                <c:pt idx="10544">
                  <c:v>24.35</c:v>
                </c:pt>
                <c:pt idx="10545">
                  <c:v>24.35</c:v>
                </c:pt>
                <c:pt idx="10546">
                  <c:v>24.35</c:v>
                </c:pt>
                <c:pt idx="10547">
                  <c:v>24.35</c:v>
                </c:pt>
                <c:pt idx="10548">
                  <c:v>24.4</c:v>
                </c:pt>
                <c:pt idx="10549">
                  <c:v>24.45</c:v>
                </c:pt>
                <c:pt idx="10550">
                  <c:v>24.45</c:v>
                </c:pt>
                <c:pt idx="10551">
                  <c:v>24.45</c:v>
                </c:pt>
                <c:pt idx="10552">
                  <c:v>24.45</c:v>
                </c:pt>
                <c:pt idx="10553">
                  <c:v>24.5</c:v>
                </c:pt>
                <c:pt idx="10554">
                  <c:v>24.5</c:v>
                </c:pt>
                <c:pt idx="10555">
                  <c:v>24.55</c:v>
                </c:pt>
                <c:pt idx="10556">
                  <c:v>24.55</c:v>
                </c:pt>
                <c:pt idx="10557">
                  <c:v>24.6</c:v>
                </c:pt>
                <c:pt idx="10558">
                  <c:v>24.6</c:v>
                </c:pt>
                <c:pt idx="10559">
                  <c:v>24.65</c:v>
                </c:pt>
                <c:pt idx="10560">
                  <c:v>24.65</c:v>
                </c:pt>
                <c:pt idx="10561">
                  <c:v>24.65</c:v>
                </c:pt>
                <c:pt idx="10562">
                  <c:v>24.6</c:v>
                </c:pt>
                <c:pt idx="10563">
                  <c:v>24.55</c:v>
                </c:pt>
                <c:pt idx="10564">
                  <c:v>24.55</c:v>
                </c:pt>
                <c:pt idx="10565">
                  <c:v>24.5</c:v>
                </c:pt>
                <c:pt idx="10566">
                  <c:v>24.5</c:v>
                </c:pt>
                <c:pt idx="10567">
                  <c:v>24.45</c:v>
                </c:pt>
                <c:pt idx="10568">
                  <c:v>24.4</c:v>
                </c:pt>
                <c:pt idx="10569">
                  <c:v>24.4</c:v>
                </c:pt>
                <c:pt idx="10570">
                  <c:v>24.4</c:v>
                </c:pt>
                <c:pt idx="10571">
                  <c:v>24.35</c:v>
                </c:pt>
                <c:pt idx="10572">
                  <c:v>24.35</c:v>
                </c:pt>
                <c:pt idx="10573">
                  <c:v>24.35</c:v>
                </c:pt>
                <c:pt idx="10574">
                  <c:v>24.35</c:v>
                </c:pt>
                <c:pt idx="10575">
                  <c:v>24.35</c:v>
                </c:pt>
                <c:pt idx="10576">
                  <c:v>24.4</c:v>
                </c:pt>
                <c:pt idx="10577">
                  <c:v>24.4</c:v>
                </c:pt>
                <c:pt idx="10578">
                  <c:v>24.4</c:v>
                </c:pt>
                <c:pt idx="10579">
                  <c:v>24.4</c:v>
                </c:pt>
                <c:pt idx="10580">
                  <c:v>24.45</c:v>
                </c:pt>
                <c:pt idx="10581">
                  <c:v>24.45</c:v>
                </c:pt>
                <c:pt idx="10582">
                  <c:v>24.45</c:v>
                </c:pt>
                <c:pt idx="10583">
                  <c:v>24.45</c:v>
                </c:pt>
                <c:pt idx="10584">
                  <c:v>24.5</c:v>
                </c:pt>
                <c:pt idx="10585">
                  <c:v>24.5</c:v>
                </c:pt>
                <c:pt idx="10586">
                  <c:v>24.55</c:v>
                </c:pt>
                <c:pt idx="10587">
                  <c:v>24.55</c:v>
                </c:pt>
                <c:pt idx="10588">
                  <c:v>24.55</c:v>
                </c:pt>
                <c:pt idx="10589">
                  <c:v>24.6</c:v>
                </c:pt>
                <c:pt idx="10590">
                  <c:v>24.6</c:v>
                </c:pt>
                <c:pt idx="10591">
                  <c:v>24.6</c:v>
                </c:pt>
                <c:pt idx="10592">
                  <c:v>24.6</c:v>
                </c:pt>
                <c:pt idx="10593">
                  <c:v>24.6</c:v>
                </c:pt>
                <c:pt idx="10594">
                  <c:v>24.55</c:v>
                </c:pt>
                <c:pt idx="10595">
                  <c:v>24.5</c:v>
                </c:pt>
                <c:pt idx="10596">
                  <c:v>24.45</c:v>
                </c:pt>
                <c:pt idx="10597">
                  <c:v>24.4</c:v>
                </c:pt>
                <c:pt idx="10598">
                  <c:v>24.4</c:v>
                </c:pt>
                <c:pt idx="10599">
                  <c:v>24.35</c:v>
                </c:pt>
                <c:pt idx="10600">
                  <c:v>24.35</c:v>
                </c:pt>
                <c:pt idx="10601">
                  <c:v>24.35</c:v>
                </c:pt>
                <c:pt idx="10602">
                  <c:v>24.35</c:v>
                </c:pt>
                <c:pt idx="10603">
                  <c:v>24.35</c:v>
                </c:pt>
                <c:pt idx="10604">
                  <c:v>24.35</c:v>
                </c:pt>
                <c:pt idx="10605">
                  <c:v>24.35</c:v>
                </c:pt>
                <c:pt idx="10606">
                  <c:v>24.35</c:v>
                </c:pt>
                <c:pt idx="10607">
                  <c:v>24.35</c:v>
                </c:pt>
                <c:pt idx="10608">
                  <c:v>24.35</c:v>
                </c:pt>
                <c:pt idx="10609">
                  <c:v>24.4</c:v>
                </c:pt>
                <c:pt idx="10610">
                  <c:v>24.4</c:v>
                </c:pt>
                <c:pt idx="10611">
                  <c:v>24.4</c:v>
                </c:pt>
                <c:pt idx="10612">
                  <c:v>24.45</c:v>
                </c:pt>
                <c:pt idx="10613">
                  <c:v>24.45</c:v>
                </c:pt>
                <c:pt idx="10614">
                  <c:v>24.5</c:v>
                </c:pt>
                <c:pt idx="10615">
                  <c:v>24.5</c:v>
                </c:pt>
                <c:pt idx="10616">
                  <c:v>24.55</c:v>
                </c:pt>
                <c:pt idx="10617">
                  <c:v>24.55</c:v>
                </c:pt>
                <c:pt idx="10618">
                  <c:v>24.6</c:v>
                </c:pt>
                <c:pt idx="10619">
                  <c:v>24.6</c:v>
                </c:pt>
                <c:pt idx="10620">
                  <c:v>24.6</c:v>
                </c:pt>
                <c:pt idx="10621">
                  <c:v>24.65</c:v>
                </c:pt>
                <c:pt idx="10622">
                  <c:v>24.65</c:v>
                </c:pt>
                <c:pt idx="10623">
                  <c:v>24.6</c:v>
                </c:pt>
                <c:pt idx="10624">
                  <c:v>24.55</c:v>
                </c:pt>
                <c:pt idx="10625">
                  <c:v>24.5</c:v>
                </c:pt>
                <c:pt idx="10626">
                  <c:v>24.45</c:v>
                </c:pt>
                <c:pt idx="10627">
                  <c:v>24.45</c:v>
                </c:pt>
                <c:pt idx="10628">
                  <c:v>24.4</c:v>
                </c:pt>
                <c:pt idx="10629">
                  <c:v>24.4</c:v>
                </c:pt>
                <c:pt idx="10630">
                  <c:v>24.4</c:v>
                </c:pt>
                <c:pt idx="10631">
                  <c:v>24.35</c:v>
                </c:pt>
                <c:pt idx="10632">
                  <c:v>24.35</c:v>
                </c:pt>
                <c:pt idx="10633">
                  <c:v>24.35</c:v>
                </c:pt>
                <c:pt idx="10634">
                  <c:v>24.35</c:v>
                </c:pt>
                <c:pt idx="10635">
                  <c:v>24.35</c:v>
                </c:pt>
                <c:pt idx="10636">
                  <c:v>24.35</c:v>
                </c:pt>
                <c:pt idx="10637">
                  <c:v>24.35</c:v>
                </c:pt>
                <c:pt idx="10638">
                  <c:v>24.35</c:v>
                </c:pt>
                <c:pt idx="10639">
                  <c:v>24.4</c:v>
                </c:pt>
                <c:pt idx="10640">
                  <c:v>24.4</c:v>
                </c:pt>
                <c:pt idx="10641">
                  <c:v>24.45</c:v>
                </c:pt>
                <c:pt idx="10642">
                  <c:v>24.45</c:v>
                </c:pt>
                <c:pt idx="10643">
                  <c:v>24.5</c:v>
                </c:pt>
                <c:pt idx="10644">
                  <c:v>24.5</c:v>
                </c:pt>
                <c:pt idx="10645">
                  <c:v>24.5</c:v>
                </c:pt>
                <c:pt idx="10646">
                  <c:v>24.55</c:v>
                </c:pt>
                <c:pt idx="10647">
                  <c:v>24.55</c:v>
                </c:pt>
                <c:pt idx="10648">
                  <c:v>24.6</c:v>
                </c:pt>
                <c:pt idx="10649">
                  <c:v>24.6</c:v>
                </c:pt>
                <c:pt idx="10650">
                  <c:v>24.65</c:v>
                </c:pt>
                <c:pt idx="10651">
                  <c:v>24.65</c:v>
                </c:pt>
                <c:pt idx="10652">
                  <c:v>24.65</c:v>
                </c:pt>
                <c:pt idx="10653">
                  <c:v>24.6</c:v>
                </c:pt>
                <c:pt idx="10654">
                  <c:v>24.6</c:v>
                </c:pt>
                <c:pt idx="10655">
                  <c:v>24.5</c:v>
                </c:pt>
                <c:pt idx="10656">
                  <c:v>24.45</c:v>
                </c:pt>
                <c:pt idx="10657">
                  <c:v>24.45</c:v>
                </c:pt>
                <c:pt idx="10658">
                  <c:v>24.4</c:v>
                </c:pt>
                <c:pt idx="10659">
                  <c:v>24.4</c:v>
                </c:pt>
                <c:pt idx="10660">
                  <c:v>24.35</c:v>
                </c:pt>
                <c:pt idx="10661">
                  <c:v>24.35</c:v>
                </c:pt>
                <c:pt idx="10662">
                  <c:v>24.35</c:v>
                </c:pt>
                <c:pt idx="10663">
                  <c:v>24.3</c:v>
                </c:pt>
                <c:pt idx="10664">
                  <c:v>24.3</c:v>
                </c:pt>
                <c:pt idx="10665">
                  <c:v>24.35</c:v>
                </c:pt>
                <c:pt idx="10666">
                  <c:v>24.35</c:v>
                </c:pt>
                <c:pt idx="10667">
                  <c:v>24.35</c:v>
                </c:pt>
                <c:pt idx="10668">
                  <c:v>24.35</c:v>
                </c:pt>
                <c:pt idx="10669">
                  <c:v>24.4</c:v>
                </c:pt>
                <c:pt idx="10670">
                  <c:v>24.4</c:v>
                </c:pt>
                <c:pt idx="10671">
                  <c:v>24.4</c:v>
                </c:pt>
                <c:pt idx="10672">
                  <c:v>24.45</c:v>
                </c:pt>
                <c:pt idx="10673">
                  <c:v>24.45</c:v>
                </c:pt>
                <c:pt idx="10674">
                  <c:v>24.5</c:v>
                </c:pt>
                <c:pt idx="10675">
                  <c:v>24.5</c:v>
                </c:pt>
                <c:pt idx="10676">
                  <c:v>24.55</c:v>
                </c:pt>
                <c:pt idx="10677">
                  <c:v>24.55</c:v>
                </c:pt>
                <c:pt idx="10678">
                  <c:v>24.6</c:v>
                </c:pt>
                <c:pt idx="10679">
                  <c:v>24.65</c:v>
                </c:pt>
                <c:pt idx="10680">
                  <c:v>24.65</c:v>
                </c:pt>
                <c:pt idx="10681">
                  <c:v>24.65</c:v>
                </c:pt>
                <c:pt idx="10682">
                  <c:v>24.65</c:v>
                </c:pt>
                <c:pt idx="10683">
                  <c:v>24.6</c:v>
                </c:pt>
                <c:pt idx="10684">
                  <c:v>24.55</c:v>
                </c:pt>
                <c:pt idx="10685">
                  <c:v>24.55</c:v>
                </c:pt>
                <c:pt idx="10686">
                  <c:v>24.5</c:v>
                </c:pt>
                <c:pt idx="10687">
                  <c:v>24.45</c:v>
                </c:pt>
                <c:pt idx="10688">
                  <c:v>24.4</c:v>
                </c:pt>
                <c:pt idx="10689">
                  <c:v>24.4</c:v>
                </c:pt>
                <c:pt idx="10690">
                  <c:v>24.4</c:v>
                </c:pt>
                <c:pt idx="10691">
                  <c:v>24.35</c:v>
                </c:pt>
                <c:pt idx="10692">
                  <c:v>24.35</c:v>
                </c:pt>
                <c:pt idx="10693">
                  <c:v>24.35</c:v>
                </c:pt>
                <c:pt idx="10694">
                  <c:v>24.35</c:v>
                </c:pt>
                <c:pt idx="10695">
                  <c:v>24.35</c:v>
                </c:pt>
                <c:pt idx="10696">
                  <c:v>24.35</c:v>
                </c:pt>
                <c:pt idx="10697">
                  <c:v>24.35</c:v>
                </c:pt>
                <c:pt idx="10698">
                  <c:v>24.4</c:v>
                </c:pt>
                <c:pt idx="10699">
                  <c:v>24.4</c:v>
                </c:pt>
                <c:pt idx="10700">
                  <c:v>24.4</c:v>
                </c:pt>
                <c:pt idx="10701">
                  <c:v>24.45</c:v>
                </c:pt>
                <c:pt idx="10702">
                  <c:v>24.45</c:v>
                </c:pt>
                <c:pt idx="10703">
                  <c:v>24.5</c:v>
                </c:pt>
                <c:pt idx="10704">
                  <c:v>24.5</c:v>
                </c:pt>
                <c:pt idx="10705">
                  <c:v>24.5</c:v>
                </c:pt>
                <c:pt idx="10706">
                  <c:v>24.55</c:v>
                </c:pt>
                <c:pt idx="10707">
                  <c:v>24.55</c:v>
                </c:pt>
                <c:pt idx="10708">
                  <c:v>24.6</c:v>
                </c:pt>
                <c:pt idx="10709">
                  <c:v>24.6</c:v>
                </c:pt>
                <c:pt idx="10710">
                  <c:v>24.6</c:v>
                </c:pt>
                <c:pt idx="10711">
                  <c:v>24.6</c:v>
                </c:pt>
                <c:pt idx="10712">
                  <c:v>24.6</c:v>
                </c:pt>
                <c:pt idx="10713">
                  <c:v>24.6</c:v>
                </c:pt>
                <c:pt idx="10714">
                  <c:v>24.55</c:v>
                </c:pt>
                <c:pt idx="10715">
                  <c:v>24.5</c:v>
                </c:pt>
                <c:pt idx="10716">
                  <c:v>24.45</c:v>
                </c:pt>
                <c:pt idx="10717">
                  <c:v>24.4</c:v>
                </c:pt>
                <c:pt idx="10718">
                  <c:v>24.4</c:v>
                </c:pt>
                <c:pt idx="10719">
                  <c:v>24.4</c:v>
                </c:pt>
                <c:pt idx="10720">
                  <c:v>24.35</c:v>
                </c:pt>
                <c:pt idx="10721">
                  <c:v>24.35</c:v>
                </c:pt>
                <c:pt idx="10722">
                  <c:v>24.35</c:v>
                </c:pt>
                <c:pt idx="10723">
                  <c:v>24.35</c:v>
                </c:pt>
                <c:pt idx="10724">
                  <c:v>24.35</c:v>
                </c:pt>
                <c:pt idx="10725">
                  <c:v>24.4</c:v>
                </c:pt>
                <c:pt idx="10726">
                  <c:v>24.4</c:v>
                </c:pt>
                <c:pt idx="10727">
                  <c:v>24.4</c:v>
                </c:pt>
                <c:pt idx="10728">
                  <c:v>24.4</c:v>
                </c:pt>
                <c:pt idx="10729">
                  <c:v>24.4</c:v>
                </c:pt>
                <c:pt idx="10730">
                  <c:v>24.4</c:v>
                </c:pt>
                <c:pt idx="10731">
                  <c:v>24.45</c:v>
                </c:pt>
                <c:pt idx="10732">
                  <c:v>24.45</c:v>
                </c:pt>
                <c:pt idx="10733">
                  <c:v>24.45</c:v>
                </c:pt>
                <c:pt idx="10734">
                  <c:v>24.5</c:v>
                </c:pt>
                <c:pt idx="10735">
                  <c:v>24.5</c:v>
                </c:pt>
                <c:pt idx="10736">
                  <c:v>24.5</c:v>
                </c:pt>
                <c:pt idx="10737">
                  <c:v>24.55</c:v>
                </c:pt>
                <c:pt idx="10738">
                  <c:v>24.55</c:v>
                </c:pt>
                <c:pt idx="10739">
                  <c:v>24.55</c:v>
                </c:pt>
                <c:pt idx="10740">
                  <c:v>24.6</c:v>
                </c:pt>
                <c:pt idx="10741">
                  <c:v>24.6</c:v>
                </c:pt>
                <c:pt idx="10742">
                  <c:v>24.55</c:v>
                </c:pt>
                <c:pt idx="10743">
                  <c:v>24.55</c:v>
                </c:pt>
                <c:pt idx="10744">
                  <c:v>24.5</c:v>
                </c:pt>
                <c:pt idx="10745">
                  <c:v>24.45</c:v>
                </c:pt>
                <c:pt idx="10746">
                  <c:v>24.4</c:v>
                </c:pt>
                <c:pt idx="10747">
                  <c:v>24.4</c:v>
                </c:pt>
                <c:pt idx="10748">
                  <c:v>24.35</c:v>
                </c:pt>
                <c:pt idx="10749">
                  <c:v>24.35</c:v>
                </c:pt>
                <c:pt idx="10750">
                  <c:v>24.35</c:v>
                </c:pt>
                <c:pt idx="10751">
                  <c:v>24.3</c:v>
                </c:pt>
                <c:pt idx="10752">
                  <c:v>24.3</c:v>
                </c:pt>
                <c:pt idx="10753">
                  <c:v>24.3</c:v>
                </c:pt>
                <c:pt idx="10754">
                  <c:v>24.3</c:v>
                </c:pt>
                <c:pt idx="10755">
                  <c:v>24.35</c:v>
                </c:pt>
                <c:pt idx="10756">
                  <c:v>24.35</c:v>
                </c:pt>
                <c:pt idx="10757">
                  <c:v>24.35</c:v>
                </c:pt>
                <c:pt idx="10758">
                  <c:v>24.35</c:v>
                </c:pt>
                <c:pt idx="10759">
                  <c:v>24.4</c:v>
                </c:pt>
                <c:pt idx="10760">
                  <c:v>24.4</c:v>
                </c:pt>
                <c:pt idx="10761">
                  <c:v>24.4</c:v>
                </c:pt>
                <c:pt idx="10762">
                  <c:v>24.45</c:v>
                </c:pt>
                <c:pt idx="10763">
                  <c:v>24.5</c:v>
                </c:pt>
                <c:pt idx="10764">
                  <c:v>24.5</c:v>
                </c:pt>
                <c:pt idx="10765">
                  <c:v>24.5</c:v>
                </c:pt>
                <c:pt idx="10766">
                  <c:v>24.55</c:v>
                </c:pt>
                <c:pt idx="10767">
                  <c:v>24.55</c:v>
                </c:pt>
                <c:pt idx="10768">
                  <c:v>24.6</c:v>
                </c:pt>
                <c:pt idx="10769">
                  <c:v>24.65</c:v>
                </c:pt>
                <c:pt idx="10770">
                  <c:v>24.65</c:v>
                </c:pt>
                <c:pt idx="10771">
                  <c:v>24.65</c:v>
                </c:pt>
                <c:pt idx="10772">
                  <c:v>24.65</c:v>
                </c:pt>
                <c:pt idx="10773">
                  <c:v>24.6</c:v>
                </c:pt>
                <c:pt idx="10774">
                  <c:v>24.55</c:v>
                </c:pt>
                <c:pt idx="10775">
                  <c:v>24.5</c:v>
                </c:pt>
                <c:pt idx="10776">
                  <c:v>24.45</c:v>
                </c:pt>
                <c:pt idx="10777">
                  <c:v>24.45</c:v>
                </c:pt>
                <c:pt idx="10778">
                  <c:v>24.4</c:v>
                </c:pt>
                <c:pt idx="10779">
                  <c:v>24.35</c:v>
                </c:pt>
                <c:pt idx="10780">
                  <c:v>24.35</c:v>
                </c:pt>
                <c:pt idx="10781">
                  <c:v>24.35</c:v>
                </c:pt>
                <c:pt idx="10782">
                  <c:v>24.3</c:v>
                </c:pt>
                <c:pt idx="10783">
                  <c:v>24.35</c:v>
                </c:pt>
                <c:pt idx="10784">
                  <c:v>24.3</c:v>
                </c:pt>
                <c:pt idx="10785">
                  <c:v>24.3</c:v>
                </c:pt>
                <c:pt idx="10786">
                  <c:v>24.35</c:v>
                </c:pt>
                <c:pt idx="10787">
                  <c:v>24.35</c:v>
                </c:pt>
                <c:pt idx="10788">
                  <c:v>24.35</c:v>
                </c:pt>
                <c:pt idx="10789">
                  <c:v>24.4</c:v>
                </c:pt>
                <c:pt idx="10790">
                  <c:v>24.4</c:v>
                </c:pt>
                <c:pt idx="10791">
                  <c:v>24.45</c:v>
                </c:pt>
                <c:pt idx="10792">
                  <c:v>24.45</c:v>
                </c:pt>
                <c:pt idx="10793">
                  <c:v>24.5</c:v>
                </c:pt>
                <c:pt idx="10794">
                  <c:v>24.5</c:v>
                </c:pt>
                <c:pt idx="10795">
                  <c:v>24.55</c:v>
                </c:pt>
                <c:pt idx="10796">
                  <c:v>24.55</c:v>
                </c:pt>
                <c:pt idx="10797">
                  <c:v>24.55</c:v>
                </c:pt>
                <c:pt idx="10798">
                  <c:v>24.6</c:v>
                </c:pt>
                <c:pt idx="10799">
                  <c:v>24.6</c:v>
                </c:pt>
                <c:pt idx="10800">
                  <c:v>24.6</c:v>
                </c:pt>
                <c:pt idx="10801">
                  <c:v>24.6</c:v>
                </c:pt>
                <c:pt idx="10802">
                  <c:v>24.6</c:v>
                </c:pt>
                <c:pt idx="10803">
                  <c:v>24.55</c:v>
                </c:pt>
                <c:pt idx="10804">
                  <c:v>24.55</c:v>
                </c:pt>
                <c:pt idx="10805">
                  <c:v>24.5</c:v>
                </c:pt>
                <c:pt idx="10806">
                  <c:v>24.45</c:v>
                </c:pt>
                <c:pt idx="10807">
                  <c:v>24.4</c:v>
                </c:pt>
                <c:pt idx="10808">
                  <c:v>24.35</c:v>
                </c:pt>
                <c:pt idx="10809">
                  <c:v>24.35</c:v>
                </c:pt>
                <c:pt idx="10810">
                  <c:v>24.35</c:v>
                </c:pt>
                <c:pt idx="10811">
                  <c:v>24.35</c:v>
                </c:pt>
                <c:pt idx="10812">
                  <c:v>24.3</c:v>
                </c:pt>
                <c:pt idx="10813">
                  <c:v>24.3</c:v>
                </c:pt>
                <c:pt idx="10814">
                  <c:v>24.35</c:v>
                </c:pt>
                <c:pt idx="10815">
                  <c:v>24.35</c:v>
                </c:pt>
                <c:pt idx="10816">
                  <c:v>24.35</c:v>
                </c:pt>
                <c:pt idx="10817">
                  <c:v>24.4</c:v>
                </c:pt>
                <c:pt idx="10818">
                  <c:v>24.4</c:v>
                </c:pt>
                <c:pt idx="10819">
                  <c:v>24.45</c:v>
                </c:pt>
                <c:pt idx="10820">
                  <c:v>24.45</c:v>
                </c:pt>
                <c:pt idx="10821">
                  <c:v>24.45</c:v>
                </c:pt>
                <c:pt idx="10822">
                  <c:v>24.5</c:v>
                </c:pt>
                <c:pt idx="10823">
                  <c:v>24.5</c:v>
                </c:pt>
                <c:pt idx="10824">
                  <c:v>24.55</c:v>
                </c:pt>
                <c:pt idx="10825">
                  <c:v>24.55</c:v>
                </c:pt>
                <c:pt idx="10826">
                  <c:v>24.6</c:v>
                </c:pt>
                <c:pt idx="10827">
                  <c:v>24.6</c:v>
                </c:pt>
                <c:pt idx="10828">
                  <c:v>24.6</c:v>
                </c:pt>
                <c:pt idx="10829">
                  <c:v>24.65</c:v>
                </c:pt>
                <c:pt idx="10830">
                  <c:v>24.65</c:v>
                </c:pt>
                <c:pt idx="10831">
                  <c:v>24.65</c:v>
                </c:pt>
                <c:pt idx="10832">
                  <c:v>24.6</c:v>
                </c:pt>
                <c:pt idx="10833">
                  <c:v>24.55</c:v>
                </c:pt>
                <c:pt idx="10834">
                  <c:v>24.5</c:v>
                </c:pt>
                <c:pt idx="10835">
                  <c:v>24.5</c:v>
                </c:pt>
                <c:pt idx="10836">
                  <c:v>24.45</c:v>
                </c:pt>
                <c:pt idx="10837">
                  <c:v>24.4</c:v>
                </c:pt>
                <c:pt idx="10838">
                  <c:v>24.35</c:v>
                </c:pt>
                <c:pt idx="10839">
                  <c:v>24.35</c:v>
                </c:pt>
                <c:pt idx="10840">
                  <c:v>24.3</c:v>
                </c:pt>
                <c:pt idx="10841">
                  <c:v>24.3</c:v>
                </c:pt>
                <c:pt idx="10842">
                  <c:v>24.3</c:v>
                </c:pt>
                <c:pt idx="10843">
                  <c:v>24.3</c:v>
                </c:pt>
                <c:pt idx="10844">
                  <c:v>24.3</c:v>
                </c:pt>
                <c:pt idx="10845">
                  <c:v>24.35</c:v>
                </c:pt>
                <c:pt idx="10846">
                  <c:v>24.35</c:v>
                </c:pt>
                <c:pt idx="10847">
                  <c:v>24.35</c:v>
                </c:pt>
                <c:pt idx="10848">
                  <c:v>24.4</c:v>
                </c:pt>
                <c:pt idx="10849">
                  <c:v>24.4</c:v>
                </c:pt>
                <c:pt idx="10850">
                  <c:v>24.4</c:v>
                </c:pt>
                <c:pt idx="10851">
                  <c:v>24.45</c:v>
                </c:pt>
                <c:pt idx="10852">
                  <c:v>24.45</c:v>
                </c:pt>
                <c:pt idx="10853">
                  <c:v>24.5</c:v>
                </c:pt>
                <c:pt idx="10854">
                  <c:v>24.5</c:v>
                </c:pt>
                <c:pt idx="10855">
                  <c:v>24.55</c:v>
                </c:pt>
                <c:pt idx="10856">
                  <c:v>24.55</c:v>
                </c:pt>
                <c:pt idx="10857">
                  <c:v>24.6</c:v>
                </c:pt>
                <c:pt idx="10858">
                  <c:v>24.6</c:v>
                </c:pt>
                <c:pt idx="10859">
                  <c:v>24.65</c:v>
                </c:pt>
                <c:pt idx="10860">
                  <c:v>24.65</c:v>
                </c:pt>
                <c:pt idx="10861">
                  <c:v>24.65</c:v>
                </c:pt>
                <c:pt idx="10862">
                  <c:v>24.6</c:v>
                </c:pt>
                <c:pt idx="10863">
                  <c:v>24.6</c:v>
                </c:pt>
                <c:pt idx="10864">
                  <c:v>24.55</c:v>
                </c:pt>
                <c:pt idx="10865">
                  <c:v>24.5</c:v>
                </c:pt>
                <c:pt idx="10866">
                  <c:v>24.45</c:v>
                </c:pt>
                <c:pt idx="10867">
                  <c:v>24.4</c:v>
                </c:pt>
                <c:pt idx="10868">
                  <c:v>24.35</c:v>
                </c:pt>
                <c:pt idx="10869">
                  <c:v>24.35</c:v>
                </c:pt>
                <c:pt idx="10870">
                  <c:v>24.35</c:v>
                </c:pt>
                <c:pt idx="10871">
                  <c:v>24.35</c:v>
                </c:pt>
                <c:pt idx="10872">
                  <c:v>24.3</c:v>
                </c:pt>
                <c:pt idx="10873">
                  <c:v>24.3</c:v>
                </c:pt>
                <c:pt idx="10874">
                  <c:v>24.3</c:v>
                </c:pt>
                <c:pt idx="10875">
                  <c:v>24.3</c:v>
                </c:pt>
                <c:pt idx="10876">
                  <c:v>24.35</c:v>
                </c:pt>
                <c:pt idx="10877">
                  <c:v>24.35</c:v>
                </c:pt>
                <c:pt idx="10878">
                  <c:v>24.35</c:v>
                </c:pt>
                <c:pt idx="10879">
                  <c:v>24.4</c:v>
                </c:pt>
                <c:pt idx="10880">
                  <c:v>24.4</c:v>
                </c:pt>
                <c:pt idx="10881">
                  <c:v>24.45</c:v>
                </c:pt>
                <c:pt idx="10882">
                  <c:v>24.45</c:v>
                </c:pt>
                <c:pt idx="10883">
                  <c:v>24.5</c:v>
                </c:pt>
                <c:pt idx="10884">
                  <c:v>24.5</c:v>
                </c:pt>
                <c:pt idx="10885">
                  <c:v>24.55</c:v>
                </c:pt>
                <c:pt idx="10886">
                  <c:v>24.55</c:v>
                </c:pt>
                <c:pt idx="10887">
                  <c:v>24.6</c:v>
                </c:pt>
                <c:pt idx="10888">
                  <c:v>24.6</c:v>
                </c:pt>
                <c:pt idx="10889">
                  <c:v>24.65</c:v>
                </c:pt>
                <c:pt idx="10890">
                  <c:v>24.65</c:v>
                </c:pt>
                <c:pt idx="10891">
                  <c:v>24.65</c:v>
                </c:pt>
                <c:pt idx="10892">
                  <c:v>24.6</c:v>
                </c:pt>
                <c:pt idx="10893">
                  <c:v>24.6</c:v>
                </c:pt>
                <c:pt idx="10894">
                  <c:v>24.55</c:v>
                </c:pt>
                <c:pt idx="10895">
                  <c:v>24.5</c:v>
                </c:pt>
                <c:pt idx="10896">
                  <c:v>24.45</c:v>
                </c:pt>
                <c:pt idx="10897">
                  <c:v>24.4</c:v>
                </c:pt>
                <c:pt idx="10898">
                  <c:v>24.4</c:v>
                </c:pt>
                <c:pt idx="10899">
                  <c:v>24.35</c:v>
                </c:pt>
                <c:pt idx="10900">
                  <c:v>24.35</c:v>
                </c:pt>
                <c:pt idx="10901">
                  <c:v>24.35</c:v>
                </c:pt>
                <c:pt idx="10902">
                  <c:v>24.35</c:v>
                </c:pt>
                <c:pt idx="10903">
                  <c:v>24.35</c:v>
                </c:pt>
                <c:pt idx="10904">
                  <c:v>24.35</c:v>
                </c:pt>
                <c:pt idx="10905">
                  <c:v>24.35</c:v>
                </c:pt>
                <c:pt idx="10906">
                  <c:v>24.35</c:v>
                </c:pt>
                <c:pt idx="10907">
                  <c:v>24.4</c:v>
                </c:pt>
                <c:pt idx="10908">
                  <c:v>24.4</c:v>
                </c:pt>
                <c:pt idx="10909">
                  <c:v>24.4</c:v>
                </c:pt>
                <c:pt idx="10910">
                  <c:v>24.45</c:v>
                </c:pt>
                <c:pt idx="10911">
                  <c:v>24.45</c:v>
                </c:pt>
                <c:pt idx="10912">
                  <c:v>24.45</c:v>
                </c:pt>
                <c:pt idx="10913">
                  <c:v>24.5</c:v>
                </c:pt>
                <c:pt idx="10914">
                  <c:v>24.5</c:v>
                </c:pt>
                <c:pt idx="10915">
                  <c:v>24.55</c:v>
                </c:pt>
                <c:pt idx="10916">
                  <c:v>24.55</c:v>
                </c:pt>
                <c:pt idx="10917">
                  <c:v>24.55</c:v>
                </c:pt>
                <c:pt idx="10918">
                  <c:v>24.6</c:v>
                </c:pt>
                <c:pt idx="10919">
                  <c:v>24.65</c:v>
                </c:pt>
                <c:pt idx="10920">
                  <c:v>24.65</c:v>
                </c:pt>
                <c:pt idx="10921">
                  <c:v>24.65</c:v>
                </c:pt>
                <c:pt idx="10922">
                  <c:v>24.65</c:v>
                </c:pt>
                <c:pt idx="10923">
                  <c:v>24.6</c:v>
                </c:pt>
                <c:pt idx="10924">
                  <c:v>24.55</c:v>
                </c:pt>
                <c:pt idx="10925">
                  <c:v>24.5</c:v>
                </c:pt>
                <c:pt idx="10926">
                  <c:v>24.45</c:v>
                </c:pt>
                <c:pt idx="10927">
                  <c:v>24.4</c:v>
                </c:pt>
                <c:pt idx="10928">
                  <c:v>24.4</c:v>
                </c:pt>
                <c:pt idx="10929">
                  <c:v>24.35</c:v>
                </c:pt>
                <c:pt idx="10930">
                  <c:v>24.35</c:v>
                </c:pt>
                <c:pt idx="10931">
                  <c:v>24.35</c:v>
                </c:pt>
                <c:pt idx="10932">
                  <c:v>24.35</c:v>
                </c:pt>
                <c:pt idx="10933">
                  <c:v>24.35</c:v>
                </c:pt>
                <c:pt idx="10934">
                  <c:v>24.35</c:v>
                </c:pt>
                <c:pt idx="10935">
                  <c:v>24.35</c:v>
                </c:pt>
                <c:pt idx="10936">
                  <c:v>24.35</c:v>
                </c:pt>
                <c:pt idx="10937">
                  <c:v>24.4</c:v>
                </c:pt>
                <c:pt idx="10938">
                  <c:v>24.4</c:v>
                </c:pt>
                <c:pt idx="10939">
                  <c:v>24.4</c:v>
                </c:pt>
                <c:pt idx="10940">
                  <c:v>24.45</c:v>
                </c:pt>
                <c:pt idx="10941">
                  <c:v>24.45</c:v>
                </c:pt>
                <c:pt idx="10942">
                  <c:v>24.5</c:v>
                </c:pt>
                <c:pt idx="10943">
                  <c:v>24.5</c:v>
                </c:pt>
                <c:pt idx="10944">
                  <c:v>24.5</c:v>
                </c:pt>
                <c:pt idx="10945">
                  <c:v>24.55</c:v>
                </c:pt>
                <c:pt idx="10946">
                  <c:v>24.55</c:v>
                </c:pt>
                <c:pt idx="10947">
                  <c:v>24.55</c:v>
                </c:pt>
                <c:pt idx="10948">
                  <c:v>24.6</c:v>
                </c:pt>
                <c:pt idx="10949">
                  <c:v>24.6</c:v>
                </c:pt>
                <c:pt idx="10950">
                  <c:v>24.6</c:v>
                </c:pt>
                <c:pt idx="10951">
                  <c:v>24.6</c:v>
                </c:pt>
                <c:pt idx="10952">
                  <c:v>24.6</c:v>
                </c:pt>
                <c:pt idx="10953">
                  <c:v>24.55</c:v>
                </c:pt>
                <c:pt idx="10954">
                  <c:v>24.5</c:v>
                </c:pt>
                <c:pt idx="10955">
                  <c:v>24.45</c:v>
                </c:pt>
                <c:pt idx="10956">
                  <c:v>24.4</c:v>
                </c:pt>
                <c:pt idx="10957">
                  <c:v>24.35</c:v>
                </c:pt>
                <c:pt idx="10958">
                  <c:v>24.35</c:v>
                </c:pt>
                <c:pt idx="10959">
                  <c:v>24.3</c:v>
                </c:pt>
                <c:pt idx="10960">
                  <c:v>24.3</c:v>
                </c:pt>
                <c:pt idx="10961">
                  <c:v>24.3</c:v>
                </c:pt>
                <c:pt idx="10962">
                  <c:v>24.35</c:v>
                </c:pt>
                <c:pt idx="10963">
                  <c:v>24.35</c:v>
                </c:pt>
                <c:pt idx="10964">
                  <c:v>24.35</c:v>
                </c:pt>
                <c:pt idx="10965">
                  <c:v>24.35</c:v>
                </c:pt>
                <c:pt idx="10966">
                  <c:v>24.35</c:v>
                </c:pt>
                <c:pt idx="10967">
                  <c:v>24.35</c:v>
                </c:pt>
                <c:pt idx="10968">
                  <c:v>24.4</c:v>
                </c:pt>
                <c:pt idx="10969">
                  <c:v>24.4</c:v>
                </c:pt>
                <c:pt idx="10970">
                  <c:v>24.45</c:v>
                </c:pt>
                <c:pt idx="10971">
                  <c:v>24.45</c:v>
                </c:pt>
                <c:pt idx="10972">
                  <c:v>24.5</c:v>
                </c:pt>
                <c:pt idx="10973">
                  <c:v>24.5</c:v>
                </c:pt>
                <c:pt idx="10974">
                  <c:v>24.55</c:v>
                </c:pt>
                <c:pt idx="10975">
                  <c:v>24.55</c:v>
                </c:pt>
                <c:pt idx="10976">
                  <c:v>24.55</c:v>
                </c:pt>
                <c:pt idx="10977">
                  <c:v>24.6</c:v>
                </c:pt>
                <c:pt idx="10978">
                  <c:v>24.6</c:v>
                </c:pt>
                <c:pt idx="10979">
                  <c:v>24.6</c:v>
                </c:pt>
                <c:pt idx="10980">
                  <c:v>24.65</c:v>
                </c:pt>
                <c:pt idx="10981">
                  <c:v>24.65</c:v>
                </c:pt>
                <c:pt idx="10982">
                  <c:v>24.6</c:v>
                </c:pt>
                <c:pt idx="10983">
                  <c:v>24.55</c:v>
                </c:pt>
                <c:pt idx="10984">
                  <c:v>24.55</c:v>
                </c:pt>
                <c:pt idx="10985">
                  <c:v>24.45</c:v>
                </c:pt>
                <c:pt idx="10986">
                  <c:v>24.4</c:v>
                </c:pt>
                <c:pt idx="10987">
                  <c:v>24.35</c:v>
                </c:pt>
                <c:pt idx="10988">
                  <c:v>24.35</c:v>
                </c:pt>
                <c:pt idx="10989">
                  <c:v>24.35</c:v>
                </c:pt>
                <c:pt idx="10990">
                  <c:v>24.3</c:v>
                </c:pt>
                <c:pt idx="10991">
                  <c:v>24.3</c:v>
                </c:pt>
                <c:pt idx="10992">
                  <c:v>24.3</c:v>
                </c:pt>
                <c:pt idx="10993">
                  <c:v>24.3</c:v>
                </c:pt>
                <c:pt idx="10994">
                  <c:v>24.3</c:v>
                </c:pt>
                <c:pt idx="10995">
                  <c:v>24.3</c:v>
                </c:pt>
                <c:pt idx="10996">
                  <c:v>24.35</c:v>
                </c:pt>
                <c:pt idx="10997">
                  <c:v>24.35</c:v>
                </c:pt>
                <c:pt idx="10998">
                  <c:v>24.4</c:v>
                </c:pt>
                <c:pt idx="10999">
                  <c:v>24.4</c:v>
                </c:pt>
                <c:pt idx="11000">
                  <c:v>24.4</c:v>
                </c:pt>
                <c:pt idx="11001">
                  <c:v>24.45</c:v>
                </c:pt>
                <c:pt idx="11002">
                  <c:v>24.5</c:v>
                </c:pt>
                <c:pt idx="11003">
                  <c:v>24.5</c:v>
                </c:pt>
                <c:pt idx="11004">
                  <c:v>24.5</c:v>
                </c:pt>
                <c:pt idx="11005">
                  <c:v>24.55</c:v>
                </c:pt>
                <c:pt idx="11006">
                  <c:v>24.55</c:v>
                </c:pt>
                <c:pt idx="11007">
                  <c:v>24.6</c:v>
                </c:pt>
                <c:pt idx="11008">
                  <c:v>24.6</c:v>
                </c:pt>
                <c:pt idx="11009">
                  <c:v>24.6</c:v>
                </c:pt>
                <c:pt idx="11010">
                  <c:v>24.65</c:v>
                </c:pt>
                <c:pt idx="11011">
                  <c:v>24.6</c:v>
                </c:pt>
                <c:pt idx="11012">
                  <c:v>24.6</c:v>
                </c:pt>
                <c:pt idx="11013">
                  <c:v>24.55</c:v>
                </c:pt>
                <c:pt idx="11014">
                  <c:v>24.5</c:v>
                </c:pt>
                <c:pt idx="11015">
                  <c:v>24.45</c:v>
                </c:pt>
                <c:pt idx="11016">
                  <c:v>24.4</c:v>
                </c:pt>
                <c:pt idx="11017">
                  <c:v>24.4</c:v>
                </c:pt>
                <c:pt idx="11018">
                  <c:v>24.35</c:v>
                </c:pt>
                <c:pt idx="11019">
                  <c:v>24.35</c:v>
                </c:pt>
                <c:pt idx="11020">
                  <c:v>24.35</c:v>
                </c:pt>
                <c:pt idx="11021">
                  <c:v>24.3</c:v>
                </c:pt>
                <c:pt idx="11022">
                  <c:v>24.3</c:v>
                </c:pt>
                <c:pt idx="11023">
                  <c:v>24.3</c:v>
                </c:pt>
                <c:pt idx="11024">
                  <c:v>24.3</c:v>
                </c:pt>
                <c:pt idx="11025">
                  <c:v>24.35</c:v>
                </c:pt>
                <c:pt idx="11026">
                  <c:v>24.35</c:v>
                </c:pt>
                <c:pt idx="11027">
                  <c:v>24.35</c:v>
                </c:pt>
                <c:pt idx="11028">
                  <c:v>24.4</c:v>
                </c:pt>
                <c:pt idx="11029">
                  <c:v>24.4</c:v>
                </c:pt>
                <c:pt idx="11030">
                  <c:v>24.4</c:v>
                </c:pt>
                <c:pt idx="11031">
                  <c:v>24.45</c:v>
                </c:pt>
                <c:pt idx="11032">
                  <c:v>24.45</c:v>
                </c:pt>
                <c:pt idx="11033">
                  <c:v>24.5</c:v>
                </c:pt>
                <c:pt idx="11034">
                  <c:v>24.5</c:v>
                </c:pt>
                <c:pt idx="11035">
                  <c:v>24.5</c:v>
                </c:pt>
                <c:pt idx="11036">
                  <c:v>24.55</c:v>
                </c:pt>
                <c:pt idx="11037">
                  <c:v>24.55</c:v>
                </c:pt>
                <c:pt idx="11038">
                  <c:v>24.6</c:v>
                </c:pt>
                <c:pt idx="11039">
                  <c:v>24.6</c:v>
                </c:pt>
                <c:pt idx="11040">
                  <c:v>24.65</c:v>
                </c:pt>
                <c:pt idx="11041">
                  <c:v>24.65</c:v>
                </c:pt>
                <c:pt idx="11042">
                  <c:v>24.6</c:v>
                </c:pt>
                <c:pt idx="11043">
                  <c:v>24.6</c:v>
                </c:pt>
                <c:pt idx="11044">
                  <c:v>24.55</c:v>
                </c:pt>
                <c:pt idx="11045">
                  <c:v>24.5</c:v>
                </c:pt>
                <c:pt idx="11046">
                  <c:v>24.45</c:v>
                </c:pt>
                <c:pt idx="11047">
                  <c:v>24.4</c:v>
                </c:pt>
                <c:pt idx="11048">
                  <c:v>24.35</c:v>
                </c:pt>
                <c:pt idx="11049">
                  <c:v>24.35</c:v>
                </c:pt>
                <c:pt idx="11050">
                  <c:v>24.35</c:v>
                </c:pt>
                <c:pt idx="11051">
                  <c:v>24.35</c:v>
                </c:pt>
                <c:pt idx="11052">
                  <c:v>24.35</c:v>
                </c:pt>
                <c:pt idx="11053">
                  <c:v>24.35</c:v>
                </c:pt>
                <c:pt idx="11054">
                  <c:v>24.35</c:v>
                </c:pt>
                <c:pt idx="11055">
                  <c:v>24.4</c:v>
                </c:pt>
                <c:pt idx="11056">
                  <c:v>24.4</c:v>
                </c:pt>
                <c:pt idx="11057">
                  <c:v>24.4</c:v>
                </c:pt>
                <c:pt idx="11058">
                  <c:v>24.4</c:v>
                </c:pt>
                <c:pt idx="11059">
                  <c:v>24.4</c:v>
                </c:pt>
                <c:pt idx="11060">
                  <c:v>24.45</c:v>
                </c:pt>
                <c:pt idx="11061">
                  <c:v>24.45</c:v>
                </c:pt>
                <c:pt idx="11062">
                  <c:v>24.5</c:v>
                </c:pt>
                <c:pt idx="11063">
                  <c:v>24.5</c:v>
                </c:pt>
                <c:pt idx="11064">
                  <c:v>24.5</c:v>
                </c:pt>
                <c:pt idx="11065">
                  <c:v>24.55</c:v>
                </c:pt>
                <c:pt idx="11066">
                  <c:v>24.55</c:v>
                </c:pt>
                <c:pt idx="11067">
                  <c:v>24.55</c:v>
                </c:pt>
                <c:pt idx="11068">
                  <c:v>24.55</c:v>
                </c:pt>
                <c:pt idx="11069">
                  <c:v>24.6</c:v>
                </c:pt>
                <c:pt idx="11070">
                  <c:v>24.6</c:v>
                </c:pt>
                <c:pt idx="11071">
                  <c:v>24.6</c:v>
                </c:pt>
                <c:pt idx="11072">
                  <c:v>24.6</c:v>
                </c:pt>
                <c:pt idx="11073">
                  <c:v>24.55</c:v>
                </c:pt>
                <c:pt idx="11074">
                  <c:v>24.5</c:v>
                </c:pt>
                <c:pt idx="11075">
                  <c:v>24.45</c:v>
                </c:pt>
                <c:pt idx="11076">
                  <c:v>24.45</c:v>
                </c:pt>
                <c:pt idx="11077">
                  <c:v>24.4</c:v>
                </c:pt>
                <c:pt idx="11078">
                  <c:v>24.35</c:v>
                </c:pt>
                <c:pt idx="11079">
                  <c:v>24.35</c:v>
                </c:pt>
                <c:pt idx="11080">
                  <c:v>24.3</c:v>
                </c:pt>
                <c:pt idx="11081">
                  <c:v>24.3</c:v>
                </c:pt>
                <c:pt idx="11082">
                  <c:v>24.3</c:v>
                </c:pt>
                <c:pt idx="11083">
                  <c:v>24.35</c:v>
                </c:pt>
                <c:pt idx="11084">
                  <c:v>24.35</c:v>
                </c:pt>
                <c:pt idx="11085">
                  <c:v>24.35</c:v>
                </c:pt>
                <c:pt idx="11086">
                  <c:v>24.35</c:v>
                </c:pt>
                <c:pt idx="11087">
                  <c:v>24.4</c:v>
                </c:pt>
                <c:pt idx="11088">
                  <c:v>24.4</c:v>
                </c:pt>
                <c:pt idx="11089">
                  <c:v>24.4</c:v>
                </c:pt>
                <c:pt idx="11090">
                  <c:v>24.45</c:v>
                </c:pt>
                <c:pt idx="11091">
                  <c:v>24.45</c:v>
                </c:pt>
                <c:pt idx="11092">
                  <c:v>24.45</c:v>
                </c:pt>
                <c:pt idx="11093">
                  <c:v>24.5</c:v>
                </c:pt>
                <c:pt idx="11094">
                  <c:v>24.5</c:v>
                </c:pt>
                <c:pt idx="11095">
                  <c:v>24.5</c:v>
                </c:pt>
                <c:pt idx="11096">
                  <c:v>24.5</c:v>
                </c:pt>
                <c:pt idx="11097">
                  <c:v>24.5</c:v>
                </c:pt>
                <c:pt idx="11098">
                  <c:v>24.55</c:v>
                </c:pt>
                <c:pt idx="11099">
                  <c:v>24.6</c:v>
                </c:pt>
                <c:pt idx="11100">
                  <c:v>24.6</c:v>
                </c:pt>
                <c:pt idx="11101">
                  <c:v>24.6</c:v>
                </c:pt>
                <c:pt idx="11102">
                  <c:v>24.6</c:v>
                </c:pt>
                <c:pt idx="11103">
                  <c:v>24.55</c:v>
                </c:pt>
                <c:pt idx="11104">
                  <c:v>24.5</c:v>
                </c:pt>
                <c:pt idx="11105">
                  <c:v>24.45</c:v>
                </c:pt>
                <c:pt idx="11106">
                  <c:v>24.4</c:v>
                </c:pt>
                <c:pt idx="11107">
                  <c:v>24.35</c:v>
                </c:pt>
                <c:pt idx="11108">
                  <c:v>24.35</c:v>
                </c:pt>
                <c:pt idx="11109">
                  <c:v>24.35</c:v>
                </c:pt>
                <c:pt idx="11110">
                  <c:v>24.35</c:v>
                </c:pt>
                <c:pt idx="11111">
                  <c:v>24.35</c:v>
                </c:pt>
                <c:pt idx="11112">
                  <c:v>24.35</c:v>
                </c:pt>
                <c:pt idx="11113">
                  <c:v>24.35</c:v>
                </c:pt>
                <c:pt idx="11114">
                  <c:v>24.35</c:v>
                </c:pt>
                <c:pt idx="11115">
                  <c:v>24.35</c:v>
                </c:pt>
                <c:pt idx="11116">
                  <c:v>24.4</c:v>
                </c:pt>
                <c:pt idx="11117">
                  <c:v>24.4</c:v>
                </c:pt>
                <c:pt idx="11118">
                  <c:v>24.4</c:v>
                </c:pt>
                <c:pt idx="11119">
                  <c:v>24.45</c:v>
                </c:pt>
                <c:pt idx="11120">
                  <c:v>24.45</c:v>
                </c:pt>
                <c:pt idx="11121">
                  <c:v>24.45</c:v>
                </c:pt>
                <c:pt idx="11122">
                  <c:v>24.5</c:v>
                </c:pt>
                <c:pt idx="11123">
                  <c:v>24.5</c:v>
                </c:pt>
                <c:pt idx="11124">
                  <c:v>24.5</c:v>
                </c:pt>
                <c:pt idx="11125">
                  <c:v>24.55</c:v>
                </c:pt>
                <c:pt idx="11126">
                  <c:v>24.55</c:v>
                </c:pt>
                <c:pt idx="11127">
                  <c:v>24.55</c:v>
                </c:pt>
                <c:pt idx="11128">
                  <c:v>24.6</c:v>
                </c:pt>
                <c:pt idx="11129">
                  <c:v>24.6</c:v>
                </c:pt>
                <c:pt idx="11130">
                  <c:v>24.65</c:v>
                </c:pt>
                <c:pt idx="11131">
                  <c:v>24.6</c:v>
                </c:pt>
                <c:pt idx="11132">
                  <c:v>24.6</c:v>
                </c:pt>
                <c:pt idx="11133">
                  <c:v>24.6</c:v>
                </c:pt>
                <c:pt idx="11134">
                  <c:v>24.55</c:v>
                </c:pt>
                <c:pt idx="11135">
                  <c:v>24.5</c:v>
                </c:pt>
                <c:pt idx="11136">
                  <c:v>24.45</c:v>
                </c:pt>
                <c:pt idx="11137">
                  <c:v>24.4</c:v>
                </c:pt>
                <c:pt idx="11138">
                  <c:v>24.4</c:v>
                </c:pt>
                <c:pt idx="11139">
                  <c:v>24.35</c:v>
                </c:pt>
                <c:pt idx="11140">
                  <c:v>24.35</c:v>
                </c:pt>
                <c:pt idx="11141">
                  <c:v>24.35</c:v>
                </c:pt>
                <c:pt idx="11142">
                  <c:v>24.35</c:v>
                </c:pt>
                <c:pt idx="11143">
                  <c:v>24.35</c:v>
                </c:pt>
                <c:pt idx="11144">
                  <c:v>24.4</c:v>
                </c:pt>
                <c:pt idx="11145">
                  <c:v>24.35</c:v>
                </c:pt>
                <c:pt idx="11146">
                  <c:v>24.4</c:v>
                </c:pt>
                <c:pt idx="11147">
                  <c:v>24.4</c:v>
                </c:pt>
                <c:pt idx="11148">
                  <c:v>24.4</c:v>
                </c:pt>
                <c:pt idx="11149">
                  <c:v>24.4</c:v>
                </c:pt>
                <c:pt idx="11150">
                  <c:v>24.4</c:v>
                </c:pt>
                <c:pt idx="11151">
                  <c:v>24.45</c:v>
                </c:pt>
                <c:pt idx="11152">
                  <c:v>24.45</c:v>
                </c:pt>
                <c:pt idx="11153">
                  <c:v>24.45</c:v>
                </c:pt>
                <c:pt idx="11154">
                  <c:v>24.5</c:v>
                </c:pt>
                <c:pt idx="11155">
                  <c:v>24.5</c:v>
                </c:pt>
                <c:pt idx="11156">
                  <c:v>24.55</c:v>
                </c:pt>
                <c:pt idx="11157">
                  <c:v>24.55</c:v>
                </c:pt>
                <c:pt idx="11158">
                  <c:v>24.55</c:v>
                </c:pt>
                <c:pt idx="11159">
                  <c:v>24.6</c:v>
                </c:pt>
                <c:pt idx="11160">
                  <c:v>24.6</c:v>
                </c:pt>
                <c:pt idx="11161">
                  <c:v>24.6</c:v>
                </c:pt>
                <c:pt idx="11162">
                  <c:v>24.6</c:v>
                </c:pt>
                <c:pt idx="11163">
                  <c:v>24.55</c:v>
                </c:pt>
                <c:pt idx="11164">
                  <c:v>24.5</c:v>
                </c:pt>
                <c:pt idx="11165">
                  <c:v>24.5</c:v>
                </c:pt>
                <c:pt idx="11166">
                  <c:v>24.45</c:v>
                </c:pt>
                <c:pt idx="11167">
                  <c:v>24.4</c:v>
                </c:pt>
                <c:pt idx="11168">
                  <c:v>24.35</c:v>
                </c:pt>
                <c:pt idx="11169">
                  <c:v>24.35</c:v>
                </c:pt>
                <c:pt idx="11170">
                  <c:v>24.3</c:v>
                </c:pt>
                <c:pt idx="11171">
                  <c:v>24.3</c:v>
                </c:pt>
                <c:pt idx="11172">
                  <c:v>24.35</c:v>
                </c:pt>
                <c:pt idx="11173">
                  <c:v>24.35</c:v>
                </c:pt>
                <c:pt idx="11174">
                  <c:v>24.35</c:v>
                </c:pt>
                <c:pt idx="11175">
                  <c:v>24.35</c:v>
                </c:pt>
                <c:pt idx="11176">
                  <c:v>24.35</c:v>
                </c:pt>
                <c:pt idx="11177">
                  <c:v>24.4</c:v>
                </c:pt>
                <c:pt idx="11178">
                  <c:v>24.4</c:v>
                </c:pt>
                <c:pt idx="11179">
                  <c:v>24.4</c:v>
                </c:pt>
                <c:pt idx="11180">
                  <c:v>24.45</c:v>
                </c:pt>
                <c:pt idx="11181">
                  <c:v>24.45</c:v>
                </c:pt>
                <c:pt idx="11182">
                  <c:v>24.45</c:v>
                </c:pt>
                <c:pt idx="11183">
                  <c:v>24.5</c:v>
                </c:pt>
                <c:pt idx="11184">
                  <c:v>24.5</c:v>
                </c:pt>
                <c:pt idx="11185">
                  <c:v>24.5</c:v>
                </c:pt>
                <c:pt idx="11186">
                  <c:v>24.55</c:v>
                </c:pt>
                <c:pt idx="11187">
                  <c:v>24.55</c:v>
                </c:pt>
                <c:pt idx="11188">
                  <c:v>24.55</c:v>
                </c:pt>
                <c:pt idx="11189">
                  <c:v>24.6</c:v>
                </c:pt>
                <c:pt idx="11190">
                  <c:v>24.6</c:v>
                </c:pt>
                <c:pt idx="11191">
                  <c:v>24.6</c:v>
                </c:pt>
                <c:pt idx="11192">
                  <c:v>24.6</c:v>
                </c:pt>
                <c:pt idx="11193">
                  <c:v>24.55</c:v>
                </c:pt>
                <c:pt idx="11194">
                  <c:v>24.55</c:v>
                </c:pt>
                <c:pt idx="11195">
                  <c:v>24.5</c:v>
                </c:pt>
                <c:pt idx="11196">
                  <c:v>24.45</c:v>
                </c:pt>
                <c:pt idx="11197">
                  <c:v>24.4</c:v>
                </c:pt>
                <c:pt idx="11198">
                  <c:v>24.4</c:v>
                </c:pt>
                <c:pt idx="11199">
                  <c:v>24.4</c:v>
                </c:pt>
                <c:pt idx="11200">
                  <c:v>24.35</c:v>
                </c:pt>
                <c:pt idx="11201">
                  <c:v>24.35</c:v>
                </c:pt>
                <c:pt idx="11202">
                  <c:v>24.35</c:v>
                </c:pt>
                <c:pt idx="11203">
                  <c:v>24.35</c:v>
                </c:pt>
                <c:pt idx="11204">
                  <c:v>24.4</c:v>
                </c:pt>
                <c:pt idx="11205">
                  <c:v>24.4</c:v>
                </c:pt>
                <c:pt idx="11206">
                  <c:v>24.4</c:v>
                </c:pt>
                <c:pt idx="11207">
                  <c:v>24.4</c:v>
                </c:pt>
                <c:pt idx="11208">
                  <c:v>24.4</c:v>
                </c:pt>
                <c:pt idx="11209">
                  <c:v>24.4</c:v>
                </c:pt>
                <c:pt idx="11210">
                  <c:v>24.4</c:v>
                </c:pt>
                <c:pt idx="11211">
                  <c:v>24.45</c:v>
                </c:pt>
                <c:pt idx="11212">
                  <c:v>24.45</c:v>
                </c:pt>
                <c:pt idx="11213">
                  <c:v>24.45</c:v>
                </c:pt>
                <c:pt idx="11214">
                  <c:v>24.5</c:v>
                </c:pt>
                <c:pt idx="11215">
                  <c:v>24.5</c:v>
                </c:pt>
                <c:pt idx="11216">
                  <c:v>24.55</c:v>
                </c:pt>
                <c:pt idx="11217">
                  <c:v>24.55</c:v>
                </c:pt>
                <c:pt idx="11218">
                  <c:v>24.6</c:v>
                </c:pt>
                <c:pt idx="11219">
                  <c:v>24.6</c:v>
                </c:pt>
                <c:pt idx="11220">
                  <c:v>24.6</c:v>
                </c:pt>
                <c:pt idx="11221">
                  <c:v>24.6</c:v>
                </c:pt>
                <c:pt idx="11222">
                  <c:v>24.6</c:v>
                </c:pt>
                <c:pt idx="11223">
                  <c:v>24.55</c:v>
                </c:pt>
                <c:pt idx="11224">
                  <c:v>24.5</c:v>
                </c:pt>
                <c:pt idx="11225">
                  <c:v>24.45</c:v>
                </c:pt>
                <c:pt idx="11226">
                  <c:v>24.45</c:v>
                </c:pt>
                <c:pt idx="11227">
                  <c:v>24.4</c:v>
                </c:pt>
                <c:pt idx="11228">
                  <c:v>24.4</c:v>
                </c:pt>
                <c:pt idx="11229">
                  <c:v>24.35</c:v>
                </c:pt>
                <c:pt idx="11230">
                  <c:v>24.35</c:v>
                </c:pt>
                <c:pt idx="11231">
                  <c:v>24.35</c:v>
                </c:pt>
                <c:pt idx="11232">
                  <c:v>24.35</c:v>
                </c:pt>
                <c:pt idx="11233">
                  <c:v>24.3</c:v>
                </c:pt>
                <c:pt idx="11234">
                  <c:v>24.3</c:v>
                </c:pt>
                <c:pt idx="11235">
                  <c:v>24.3</c:v>
                </c:pt>
                <c:pt idx="11236">
                  <c:v>24.35</c:v>
                </c:pt>
                <c:pt idx="11237">
                  <c:v>24.35</c:v>
                </c:pt>
                <c:pt idx="11238">
                  <c:v>24.4</c:v>
                </c:pt>
                <c:pt idx="11239">
                  <c:v>24.4</c:v>
                </c:pt>
                <c:pt idx="11240">
                  <c:v>24.4</c:v>
                </c:pt>
                <c:pt idx="11241">
                  <c:v>24.45</c:v>
                </c:pt>
                <c:pt idx="11242">
                  <c:v>24.45</c:v>
                </c:pt>
                <c:pt idx="11243">
                  <c:v>24.5</c:v>
                </c:pt>
                <c:pt idx="11244">
                  <c:v>24.55</c:v>
                </c:pt>
                <c:pt idx="11245">
                  <c:v>24.55</c:v>
                </c:pt>
                <c:pt idx="11246">
                  <c:v>24.6</c:v>
                </c:pt>
                <c:pt idx="11247">
                  <c:v>24.6</c:v>
                </c:pt>
                <c:pt idx="11248">
                  <c:v>24.65</c:v>
                </c:pt>
                <c:pt idx="11249">
                  <c:v>24.65</c:v>
                </c:pt>
                <c:pt idx="11250">
                  <c:v>24.7</c:v>
                </c:pt>
                <c:pt idx="11251">
                  <c:v>24.7</c:v>
                </c:pt>
                <c:pt idx="11252">
                  <c:v>24.7</c:v>
                </c:pt>
                <c:pt idx="11253">
                  <c:v>24.65</c:v>
                </c:pt>
                <c:pt idx="11254">
                  <c:v>24.6</c:v>
                </c:pt>
                <c:pt idx="11255">
                  <c:v>24.55</c:v>
                </c:pt>
                <c:pt idx="11256">
                  <c:v>24.45</c:v>
                </c:pt>
                <c:pt idx="11257">
                  <c:v>24.45</c:v>
                </c:pt>
                <c:pt idx="11258">
                  <c:v>24.4</c:v>
                </c:pt>
                <c:pt idx="11259">
                  <c:v>24.4</c:v>
                </c:pt>
                <c:pt idx="11260">
                  <c:v>24.35</c:v>
                </c:pt>
                <c:pt idx="11261">
                  <c:v>24.35</c:v>
                </c:pt>
                <c:pt idx="11262">
                  <c:v>24.35</c:v>
                </c:pt>
                <c:pt idx="11263">
                  <c:v>24.35</c:v>
                </c:pt>
                <c:pt idx="11264">
                  <c:v>24.35</c:v>
                </c:pt>
                <c:pt idx="11265">
                  <c:v>24.35</c:v>
                </c:pt>
                <c:pt idx="11266">
                  <c:v>24.35</c:v>
                </c:pt>
                <c:pt idx="11267">
                  <c:v>24.4</c:v>
                </c:pt>
                <c:pt idx="11268">
                  <c:v>24.4</c:v>
                </c:pt>
                <c:pt idx="11269">
                  <c:v>24.4</c:v>
                </c:pt>
                <c:pt idx="11270">
                  <c:v>24.45</c:v>
                </c:pt>
                <c:pt idx="11271">
                  <c:v>24.45</c:v>
                </c:pt>
                <c:pt idx="11272">
                  <c:v>24.45</c:v>
                </c:pt>
                <c:pt idx="11273">
                  <c:v>24.5</c:v>
                </c:pt>
                <c:pt idx="11274">
                  <c:v>24.5</c:v>
                </c:pt>
                <c:pt idx="11275">
                  <c:v>24.55</c:v>
                </c:pt>
                <c:pt idx="11276">
                  <c:v>24.55</c:v>
                </c:pt>
                <c:pt idx="11277">
                  <c:v>24.6</c:v>
                </c:pt>
                <c:pt idx="11278">
                  <c:v>24.6</c:v>
                </c:pt>
                <c:pt idx="11279">
                  <c:v>24.65</c:v>
                </c:pt>
                <c:pt idx="11280">
                  <c:v>24.7</c:v>
                </c:pt>
                <c:pt idx="11281">
                  <c:v>24.7</c:v>
                </c:pt>
                <c:pt idx="11282">
                  <c:v>24.7</c:v>
                </c:pt>
                <c:pt idx="11283">
                  <c:v>24.65</c:v>
                </c:pt>
                <c:pt idx="11284">
                  <c:v>24.6</c:v>
                </c:pt>
                <c:pt idx="11285">
                  <c:v>24.6</c:v>
                </c:pt>
                <c:pt idx="11286">
                  <c:v>24.55</c:v>
                </c:pt>
                <c:pt idx="11287">
                  <c:v>24.5</c:v>
                </c:pt>
                <c:pt idx="11288">
                  <c:v>24.45</c:v>
                </c:pt>
                <c:pt idx="11289">
                  <c:v>24.4</c:v>
                </c:pt>
                <c:pt idx="11290">
                  <c:v>24.4</c:v>
                </c:pt>
                <c:pt idx="11291">
                  <c:v>24.35</c:v>
                </c:pt>
                <c:pt idx="11292">
                  <c:v>24.35</c:v>
                </c:pt>
                <c:pt idx="11293">
                  <c:v>24.35</c:v>
                </c:pt>
                <c:pt idx="11294">
                  <c:v>24.35</c:v>
                </c:pt>
                <c:pt idx="11295">
                  <c:v>24.4</c:v>
                </c:pt>
                <c:pt idx="11296">
                  <c:v>24.4</c:v>
                </c:pt>
                <c:pt idx="11297">
                  <c:v>24.4</c:v>
                </c:pt>
                <c:pt idx="11298">
                  <c:v>24.4</c:v>
                </c:pt>
                <c:pt idx="11299">
                  <c:v>24.45</c:v>
                </c:pt>
                <c:pt idx="11300">
                  <c:v>24.45</c:v>
                </c:pt>
                <c:pt idx="11301">
                  <c:v>24.45</c:v>
                </c:pt>
                <c:pt idx="11302">
                  <c:v>24.5</c:v>
                </c:pt>
                <c:pt idx="11303">
                  <c:v>24.55</c:v>
                </c:pt>
                <c:pt idx="11304">
                  <c:v>24.55</c:v>
                </c:pt>
                <c:pt idx="11305">
                  <c:v>24.6</c:v>
                </c:pt>
                <c:pt idx="11306">
                  <c:v>24.6</c:v>
                </c:pt>
                <c:pt idx="11307">
                  <c:v>24.65</c:v>
                </c:pt>
                <c:pt idx="11308">
                  <c:v>24.65</c:v>
                </c:pt>
                <c:pt idx="11309">
                  <c:v>24.7</c:v>
                </c:pt>
                <c:pt idx="11310">
                  <c:v>24.75</c:v>
                </c:pt>
                <c:pt idx="11311">
                  <c:v>24.75</c:v>
                </c:pt>
                <c:pt idx="11312">
                  <c:v>24.75</c:v>
                </c:pt>
                <c:pt idx="11313">
                  <c:v>24.7</c:v>
                </c:pt>
                <c:pt idx="11314">
                  <c:v>24.65</c:v>
                </c:pt>
                <c:pt idx="11315">
                  <c:v>24.6</c:v>
                </c:pt>
                <c:pt idx="11316">
                  <c:v>24.6</c:v>
                </c:pt>
                <c:pt idx="11317">
                  <c:v>24.55</c:v>
                </c:pt>
                <c:pt idx="11318">
                  <c:v>24.5</c:v>
                </c:pt>
                <c:pt idx="11319">
                  <c:v>24.5</c:v>
                </c:pt>
                <c:pt idx="11320">
                  <c:v>24.45</c:v>
                </c:pt>
                <c:pt idx="11321">
                  <c:v>24.45</c:v>
                </c:pt>
                <c:pt idx="11322">
                  <c:v>24.45</c:v>
                </c:pt>
                <c:pt idx="11323">
                  <c:v>24.45</c:v>
                </c:pt>
                <c:pt idx="11324">
                  <c:v>24.45</c:v>
                </c:pt>
                <c:pt idx="11325">
                  <c:v>24.45</c:v>
                </c:pt>
                <c:pt idx="11326">
                  <c:v>24.5</c:v>
                </c:pt>
                <c:pt idx="11327">
                  <c:v>24.5</c:v>
                </c:pt>
                <c:pt idx="11328">
                  <c:v>24.5</c:v>
                </c:pt>
                <c:pt idx="11329">
                  <c:v>24.5</c:v>
                </c:pt>
                <c:pt idx="11330">
                  <c:v>24.5</c:v>
                </c:pt>
                <c:pt idx="11331">
                  <c:v>24.55</c:v>
                </c:pt>
                <c:pt idx="11332">
                  <c:v>24.55</c:v>
                </c:pt>
                <c:pt idx="11333">
                  <c:v>24.6</c:v>
                </c:pt>
                <c:pt idx="11334">
                  <c:v>24.6</c:v>
                </c:pt>
                <c:pt idx="11335">
                  <c:v>24.6</c:v>
                </c:pt>
                <c:pt idx="11336">
                  <c:v>24.65</c:v>
                </c:pt>
                <c:pt idx="11337">
                  <c:v>24.7</c:v>
                </c:pt>
                <c:pt idx="11338">
                  <c:v>24.7</c:v>
                </c:pt>
                <c:pt idx="11339">
                  <c:v>24.7</c:v>
                </c:pt>
                <c:pt idx="11340">
                  <c:v>24.75</c:v>
                </c:pt>
                <c:pt idx="11341">
                  <c:v>24.75</c:v>
                </c:pt>
                <c:pt idx="11342">
                  <c:v>24.75</c:v>
                </c:pt>
                <c:pt idx="11343">
                  <c:v>24.65</c:v>
                </c:pt>
                <c:pt idx="11344">
                  <c:v>24.6</c:v>
                </c:pt>
                <c:pt idx="11345">
                  <c:v>24.55</c:v>
                </c:pt>
                <c:pt idx="11346">
                  <c:v>24.5</c:v>
                </c:pt>
                <c:pt idx="11347">
                  <c:v>24.45</c:v>
                </c:pt>
                <c:pt idx="11348">
                  <c:v>24.4</c:v>
                </c:pt>
                <c:pt idx="11349">
                  <c:v>24.45</c:v>
                </c:pt>
                <c:pt idx="11350">
                  <c:v>24.45</c:v>
                </c:pt>
                <c:pt idx="11351">
                  <c:v>24.4</c:v>
                </c:pt>
                <c:pt idx="11352">
                  <c:v>24.4</c:v>
                </c:pt>
                <c:pt idx="11353">
                  <c:v>24.4</c:v>
                </c:pt>
                <c:pt idx="11354">
                  <c:v>24.45</c:v>
                </c:pt>
                <c:pt idx="11355">
                  <c:v>24.45</c:v>
                </c:pt>
                <c:pt idx="11356">
                  <c:v>24.45</c:v>
                </c:pt>
                <c:pt idx="11357">
                  <c:v>24.45</c:v>
                </c:pt>
                <c:pt idx="11358">
                  <c:v>24.5</c:v>
                </c:pt>
                <c:pt idx="11359">
                  <c:v>24.5</c:v>
                </c:pt>
                <c:pt idx="11360">
                  <c:v>24.55</c:v>
                </c:pt>
                <c:pt idx="11361">
                  <c:v>24.55</c:v>
                </c:pt>
                <c:pt idx="11362">
                  <c:v>24.6</c:v>
                </c:pt>
                <c:pt idx="11363">
                  <c:v>24.6</c:v>
                </c:pt>
                <c:pt idx="11364">
                  <c:v>24.65</c:v>
                </c:pt>
                <c:pt idx="11365">
                  <c:v>24.65</c:v>
                </c:pt>
                <c:pt idx="11366">
                  <c:v>24.65</c:v>
                </c:pt>
                <c:pt idx="11367">
                  <c:v>24.7</c:v>
                </c:pt>
                <c:pt idx="11368">
                  <c:v>24.7</c:v>
                </c:pt>
                <c:pt idx="11369">
                  <c:v>24.75</c:v>
                </c:pt>
                <c:pt idx="11370">
                  <c:v>24.75</c:v>
                </c:pt>
                <c:pt idx="11371">
                  <c:v>24.75</c:v>
                </c:pt>
                <c:pt idx="11372">
                  <c:v>24.7</c:v>
                </c:pt>
                <c:pt idx="11373">
                  <c:v>24.7</c:v>
                </c:pt>
                <c:pt idx="11374">
                  <c:v>24.65</c:v>
                </c:pt>
                <c:pt idx="11375">
                  <c:v>24.6</c:v>
                </c:pt>
                <c:pt idx="11376">
                  <c:v>24.55</c:v>
                </c:pt>
                <c:pt idx="11377">
                  <c:v>24.5</c:v>
                </c:pt>
                <c:pt idx="11378">
                  <c:v>24.5</c:v>
                </c:pt>
                <c:pt idx="11379">
                  <c:v>24.5</c:v>
                </c:pt>
                <c:pt idx="11380">
                  <c:v>24.5</c:v>
                </c:pt>
                <c:pt idx="11381">
                  <c:v>24.5</c:v>
                </c:pt>
                <c:pt idx="11382">
                  <c:v>24.45</c:v>
                </c:pt>
                <c:pt idx="11383">
                  <c:v>24.45</c:v>
                </c:pt>
                <c:pt idx="11384">
                  <c:v>24.5</c:v>
                </c:pt>
                <c:pt idx="11385">
                  <c:v>24.5</c:v>
                </c:pt>
                <c:pt idx="11386">
                  <c:v>24.5</c:v>
                </c:pt>
                <c:pt idx="11387">
                  <c:v>24.5</c:v>
                </c:pt>
                <c:pt idx="11388">
                  <c:v>24.5</c:v>
                </c:pt>
                <c:pt idx="11389">
                  <c:v>24.5</c:v>
                </c:pt>
                <c:pt idx="11390">
                  <c:v>24.5</c:v>
                </c:pt>
                <c:pt idx="11391">
                  <c:v>24.55</c:v>
                </c:pt>
                <c:pt idx="11392">
                  <c:v>24.55</c:v>
                </c:pt>
                <c:pt idx="11393">
                  <c:v>24.55</c:v>
                </c:pt>
                <c:pt idx="11394">
                  <c:v>24.6</c:v>
                </c:pt>
                <c:pt idx="11395">
                  <c:v>24.6</c:v>
                </c:pt>
                <c:pt idx="11396">
                  <c:v>24.6</c:v>
                </c:pt>
                <c:pt idx="11397">
                  <c:v>24.65</c:v>
                </c:pt>
                <c:pt idx="11398">
                  <c:v>24.65</c:v>
                </c:pt>
                <c:pt idx="11399">
                  <c:v>24.7</c:v>
                </c:pt>
                <c:pt idx="11400">
                  <c:v>24.7</c:v>
                </c:pt>
                <c:pt idx="11401">
                  <c:v>24.7</c:v>
                </c:pt>
                <c:pt idx="11402">
                  <c:v>24.7</c:v>
                </c:pt>
                <c:pt idx="11403">
                  <c:v>24.65</c:v>
                </c:pt>
                <c:pt idx="11404">
                  <c:v>24.6</c:v>
                </c:pt>
                <c:pt idx="11405">
                  <c:v>24.55</c:v>
                </c:pt>
                <c:pt idx="11406">
                  <c:v>24.5</c:v>
                </c:pt>
                <c:pt idx="11407">
                  <c:v>24.45</c:v>
                </c:pt>
                <c:pt idx="11408">
                  <c:v>24.45</c:v>
                </c:pt>
                <c:pt idx="11409">
                  <c:v>24.4</c:v>
                </c:pt>
                <c:pt idx="11410">
                  <c:v>24.4</c:v>
                </c:pt>
                <c:pt idx="11411">
                  <c:v>24.35</c:v>
                </c:pt>
                <c:pt idx="11412">
                  <c:v>24.35</c:v>
                </c:pt>
                <c:pt idx="11413">
                  <c:v>24.4</c:v>
                </c:pt>
                <c:pt idx="11414">
                  <c:v>24.35</c:v>
                </c:pt>
                <c:pt idx="11415">
                  <c:v>24.4</c:v>
                </c:pt>
                <c:pt idx="11416">
                  <c:v>24.4</c:v>
                </c:pt>
                <c:pt idx="11417">
                  <c:v>24.4</c:v>
                </c:pt>
                <c:pt idx="11418">
                  <c:v>24.45</c:v>
                </c:pt>
                <c:pt idx="11419">
                  <c:v>24.45</c:v>
                </c:pt>
                <c:pt idx="11420">
                  <c:v>24.5</c:v>
                </c:pt>
                <c:pt idx="11421">
                  <c:v>24.5</c:v>
                </c:pt>
                <c:pt idx="11422">
                  <c:v>24.5</c:v>
                </c:pt>
                <c:pt idx="11423">
                  <c:v>24.55</c:v>
                </c:pt>
                <c:pt idx="11424">
                  <c:v>24.55</c:v>
                </c:pt>
                <c:pt idx="11425">
                  <c:v>24.6</c:v>
                </c:pt>
                <c:pt idx="11426">
                  <c:v>24.6</c:v>
                </c:pt>
                <c:pt idx="11427">
                  <c:v>24.65</c:v>
                </c:pt>
                <c:pt idx="11428">
                  <c:v>24.65</c:v>
                </c:pt>
                <c:pt idx="11429">
                  <c:v>24.7</c:v>
                </c:pt>
                <c:pt idx="11430">
                  <c:v>24.7</c:v>
                </c:pt>
                <c:pt idx="11431">
                  <c:v>24.7</c:v>
                </c:pt>
                <c:pt idx="11432">
                  <c:v>24.7</c:v>
                </c:pt>
                <c:pt idx="11433">
                  <c:v>24.65</c:v>
                </c:pt>
                <c:pt idx="11434">
                  <c:v>24.65</c:v>
                </c:pt>
                <c:pt idx="11435">
                  <c:v>24.6</c:v>
                </c:pt>
                <c:pt idx="11436">
                  <c:v>24.55</c:v>
                </c:pt>
                <c:pt idx="11437">
                  <c:v>24.5</c:v>
                </c:pt>
                <c:pt idx="11438">
                  <c:v>24.5</c:v>
                </c:pt>
                <c:pt idx="11439">
                  <c:v>24.45</c:v>
                </c:pt>
                <c:pt idx="11440">
                  <c:v>24.45</c:v>
                </c:pt>
                <c:pt idx="11441">
                  <c:v>24.45</c:v>
                </c:pt>
                <c:pt idx="11442">
                  <c:v>24.45</c:v>
                </c:pt>
                <c:pt idx="11443">
                  <c:v>24.45</c:v>
                </c:pt>
                <c:pt idx="11444">
                  <c:v>24.45</c:v>
                </c:pt>
                <c:pt idx="11445">
                  <c:v>24.4</c:v>
                </c:pt>
                <c:pt idx="11446">
                  <c:v>24.45</c:v>
                </c:pt>
                <c:pt idx="11447">
                  <c:v>24.45</c:v>
                </c:pt>
                <c:pt idx="11448">
                  <c:v>24.45</c:v>
                </c:pt>
                <c:pt idx="11449">
                  <c:v>24.5</c:v>
                </c:pt>
                <c:pt idx="11450">
                  <c:v>24.5</c:v>
                </c:pt>
                <c:pt idx="11451">
                  <c:v>24.5</c:v>
                </c:pt>
                <c:pt idx="11452">
                  <c:v>24.55</c:v>
                </c:pt>
                <c:pt idx="11453">
                  <c:v>24.55</c:v>
                </c:pt>
                <c:pt idx="11454">
                  <c:v>24.6</c:v>
                </c:pt>
                <c:pt idx="11455">
                  <c:v>24.6</c:v>
                </c:pt>
                <c:pt idx="11456">
                  <c:v>24.65</c:v>
                </c:pt>
                <c:pt idx="11457">
                  <c:v>24.65</c:v>
                </c:pt>
                <c:pt idx="11458">
                  <c:v>24.7</c:v>
                </c:pt>
                <c:pt idx="11459">
                  <c:v>24.75</c:v>
                </c:pt>
                <c:pt idx="11460">
                  <c:v>24.75</c:v>
                </c:pt>
                <c:pt idx="11461">
                  <c:v>24.75</c:v>
                </c:pt>
                <c:pt idx="11462">
                  <c:v>24.75</c:v>
                </c:pt>
                <c:pt idx="11463">
                  <c:v>24.7</c:v>
                </c:pt>
                <c:pt idx="11464">
                  <c:v>24.7</c:v>
                </c:pt>
                <c:pt idx="11465">
                  <c:v>24.65</c:v>
                </c:pt>
                <c:pt idx="11466">
                  <c:v>24.6</c:v>
                </c:pt>
                <c:pt idx="11467">
                  <c:v>24.55</c:v>
                </c:pt>
                <c:pt idx="11468">
                  <c:v>24.5</c:v>
                </c:pt>
                <c:pt idx="11469">
                  <c:v>24.5</c:v>
                </c:pt>
                <c:pt idx="11470">
                  <c:v>24.5</c:v>
                </c:pt>
                <c:pt idx="11471">
                  <c:v>24.45</c:v>
                </c:pt>
                <c:pt idx="11472">
                  <c:v>24.45</c:v>
                </c:pt>
                <c:pt idx="11473">
                  <c:v>24.45</c:v>
                </c:pt>
                <c:pt idx="11474">
                  <c:v>24.45</c:v>
                </c:pt>
                <c:pt idx="11475">
                  <c:v>24.45</c:v>
                </c:pt>
                <c:pt idx="11476">
                  <c:v>24.45</c:v>
                </c:pt>
                <c:pt idx="11477">
                  <c:v>24.5</c:v>
                </c:pt>
                <c:pt idx="11478">
                  <c:v>24.5</c:v>
                </c:pt>
                <c:pt idx="11479">
                  <c:v>24.5</c:v>
                </c:pt>
                <c:pt idx="11480">
                  <c:v>24.55</c:v>
                </c:pt>
                <c:pt idx="11481">
                  <c:v>24.55</c:v>
                </c:pt>
                <c:pt idx="11482">
                  <c:v>24.55</c:v>
                </c:pt>
                <c:pt idx="11483">
                  <c:v>24.6</c:v>
                </c:pt>
                <c:pt idx="11484">
                  <c:v>24.6</c:v>
                </c:pt>
                <c:pt idx="11485">
                  <c:v>24.6</c:v>
                </c:pt>
                <c:pt idx="11486">
                  <c:v>24.65</c:v>
                </c:pt>
                <c:pt idx="11487">
                  <c:v>24.65</c:v>
                </c:pt>
                <c:pt idx="11488">
                  <c:v>24.7</c:v>
                </c:pt>
                <c:pt idx="11489">
                  <c:v>24.75</c:v>
                </c:pt>
                <c:pt idx="11490">
                  <c:v>24.75</c:v>
                </c:pt>
                <c:pt idx="11491">
                  <c:v>24.75</c:v>
                </c:pt>
                <c:pt idx="11492">
                  <c:v>24.75</c:v>
                </c:pt>
                <c:pt idx="11493">
                  <c:v>24.7</c:v>
                </c:pt>
                <c:pt idx="11494">
                  <c:v>24.7</c:v>
                </c:pt>
                <c:pt idx="11495">
                  <c:v>24.65</c:v>
                </c:pt>
                <c:pt idx="11496">
                  <c:v>24.6</c:v>
                </c:pt>
                <c:pt idx="11497">
                  <c:v>24.55</c:v>
                </c:pt>
                <c:pt idx="11498">
                  <c:v>24.5</c:v>
                </c:pt>
                <c:pt idx="11499">
                  <c:v>24.5</c:v>
                </c:pt>
                <c:pt idx="11500">
                  <c:v>24.5</c:v>
                </c:pt>
                <c:pt idx="11501">
                  <c:v>24.5</c:v>
                </c:pt>
                <c:pt idx="11502">
                  <c:v>24.5</c:v>
                </c:pt>
                <c:pt idx="11503">
                  <c:v>24.45</c:v>
                </c:pt>
                <c:pt idx="11504">
                  <c:v>24.45</c:v>
                </c:pt>
                <c:pt idx="11505">
                  <c:v>24.5</c:v>
                </c:pt>
                <c:pt idx="11506">
                  <c:v>24.5</c:v>
                </c:pt>
                <c:pt idx="11507">
                  <c:v>24.5</c:v>
                </c:pt>
                <c:pt idx="11508">
                  <c:v>24.5</c:v>
                </c:pt>
                <c:pt idx="11509">
                  <c:v>24.5</c:v>
                </c:pt>
                <c:pt idx="11510">
                  <c:v>24.55</c:v>
                </c:pt>
                <c:pt idx="11511">
                  <c:v>24.55</c:v>
                </c:pt>
                <c:pt idx="11512">
                  <c:v>24.55</c:v>
                </c:pt>
                <c:pt idx="11513">
                  <c:v>24.6</c:v>
                </c:pt>
                <c:pt idx="11514">
                  <c:v>24.6</c:v>
                </c:pt>
                <c:pt idx="11515">
                  <c:v>24.6</c:v>
                </c:pt>
                <c:pt idx="11516">
                  <c:v>24.65</c:v>
                </c:pt>
                <c:pt idx="11517">
                  <c:v>24.7</c:v>
                </c:pt>
                <c:pt idx="11518">
                  <c:v>24.7</c:v>
                </c:pt>
                <c:pt idx="11519">
                  <c:v>24.7</c:v>
                </c:pt>
                <c:pt idx="11520">
                  <c:v>24.75</c:v>
                </c:pt>
                <c:pt idx="11521">
                  <c:v>24.75</c:v>
                </c:pt>
                <c:pt idx="11522">
                  <c:v>24.7</c:v>
                </c:pt>
                <c:pt idx="11523">
                  <c:v>24.65</c:v>
                </c:pt>
                <c:pt idx="11524">
                  <c:v>24.65</c:v>
                </c:pt>
                <c:pt idx="11525">
                  <c:v>24.6</c:v>
                </c:pt>
                <c:pt idx="11526">
                  <c:v>24.5</c:v>
                </c:pt>
                <c:pt idx="11527">
                  <c:v>24.45</c:v>
                </c:pt>
                <c:pt idx="11528">
                  <c:v>24.45</c:v>
                </c:pt>
                <c:pt idx="11529">
                  <c:v>24.45</c:v>
                </c:pt>
                <c:pt idx="11530">
                  <c:v>24.4</c:v>
                </c:pt>
                <c:pt idx="11531">
                  <c:v>24.4</c:v>
                </c:pt>
                <c:pt idx="11532">
                  <c:v>24.4</c:v>
                </c:pt>
                <c:pt idx="11533">
                  <c:v>24.4</c:v>
                </c:pt>
                <c:pt idx="11534">
                  <c:v>24.4</c:v>
                </c:pt>
                <c:pt idx="11535">
                  <c:v>24.4</c:v>
                </c:pt>
                <c:pt idx="11536">
                  <c:v>24.4</c:v>
                </c:pt>
                <c:pt idx="11537">
                  <c:v>24.4</c:v>
                </c:pt>
                <c:pt idx="11538">
                  <c:v>24.45</c:v>
                </c:pt>
                <c:pt idx="11539">
                  <c:v>24.45</c:v>
                </c:pt>
                <c:pt idx="11540">
                  <c:v>24.5</c:v>
                </c:pt>
                <c:pt idx="11541">
                  <c:v>24.5</c:v>
                </c:pt>
                <c:pt idx="11542">
                  <c:v>24.55</c:v>
                </c:pt>
                <c:pt idx="11543">
                  <c:v>24.6</c:v>
                </c:pt>
                <c:pt idx="11544">
                  <c:v>24.6</c:v>
                </c:pt>
                <c:pt idx="11545">
                  <c:v>24.65</c:v>
                </c:pt>
                <c:pt idx="11546">
                  <c:v>24.65</c:v>
                </c:pt>
                <c:pt idx="11547">
                  <c:v>24.7</c:v>
                </c:pt>
                <c:pt idx="11548">
                  <c:v>24.7</c:v>
                </c:pt>
                <c:pt idx="11549">
                  <c:v>24.75</c:v>
                </c:pt>
                <c:pt idx="11550">
                  <c:v>24.75</c:v>
                </c:pt>
                <c:pt idx="11551">
                  <c:v>24.75</c:v>
                </c:pt>
                <c:pt idx="11552">
                  <c:v>24.75</c:v>
                </c:pt>
                <c:pt idx="11553">
                  <c:v>24.7</c:v>
                </c:pt>
                <c:pt idx="11554">
                  <c:v>24.65</c:v>
                </c:pt>
                <c:pt idx="11555">
                  <c:v>24.65</c:v>
                </c:pt>
                <c:pt idx="11556">
                  <c:v>24.55</c:v>
                </c:pt>
                <c:pt idx="11557">
                  <c:v>24.55</c:v>
                </c:pt>
                <c:pt idx="11558">
                  <c:v>24.45</c:v>
                </c:pt>
                <c:pt idx="11559">
                  <c:v>24.45</c:v>
                </c:pt>
                <c:pt idx="11560">
                  <c:v>24.4</c:v>
                </c:pt>
                <c:pt idx="11561">
                  <c:v>24.4</c:v>
                </c:pt>
                <c:pt idx="11562">
                  <c:v>24.4</c:v>
                </c:pt>
                <c:pt idx="11563">
                  <c:v>24.4</c:v>
                </c:pt>
                <c:pt idx="11564">
                  <c:v>24.4</c:v>
                </c:pt>
                <c:pt idx="11565">
                  <c:v>24.4</c:v>
                </c:pt>
                <c:pt idx="11566">
                  <c:v>24.45</c:v>
                </c:pt>
                <c:pt idx="11567">
                  <c:v>24.45</c:v>
                </c:pt>
                <c:pt idx="11568">
                  <c:v>24.5</c:v>
                </c:pt>
                <c:pt idx="11569">
                  <c:v>24.5</c:v>
                </c:pt>
                <c:pt idx="11570">
                  <c:v>24.55</c:v>
                </c:pt>
                <c:pt idx="11571">
                  <c:v>24.55</c:v>
                </c:pt>
                <c:pt idx="11572">
                  <c:v>24.55</c:v>
                </c:pt>
                <c:pt idx="11573">
                  <c:v>24.6</c:v>
                </c:pt>
                <c:pt idx="11574">
                  <c:v>24.65</c:v>
                </c:pt>
                <c:pt idx="11575">
                  <c:v>24.65</c:v>
                </c:pt>
                <c:pt idx="11576">
                  <c:v>24.7</c:v>
                </c:pt>
                <c:pt idx="11577">
                  <c:v>24.7</c:v>
                </c:pt>
                <c:pt idx="11578">
                  <c:v>24.75</c:v>
                </c:pt>
                <c:pt idx="11579">
                  <c:v>24.75</c:v>
                </c:pt>
                <c:pt idx="11580">
                  <c:v>24.75</c:v>
                </c:pt>
                <c:pt idx="11581">
                  <c:v>24.75</c:v>
                </c:pt>
                <c:pt idx="11582">
                  <c:v>24.75</c:v>
                </c:pt>
                <c:pt idx="11583">
                  <c:v>24.7</c:v>
                </c:pt>
                <c:pt idx="11584">
                  <c:v>24.65</c:v>
                </c:pt>
                <c:pt idx="11585">
                  <c:v>24.65</c:v>
                </c:pt>
                <c:pt idx="11586">
                  <c:v>24.6</c:v>
                </c:pt>
                <c:pt idx="11587">
                  <c:v>24.55</c:v>
                </c:pt>
                <c:pt idx="11588">
                  <c:v>24.55</c:v>
                </c:pt>
                <c:pt idx="11589">
                  <c:v>24.5</c:v>
                </c:pt>
                <c:pt idx="11590">
                  <c:v>24.5</c:v>
                </c:pt>
                <c:pt idx="11591">
                  <c:v>24.45</c:v>
                </c:pt>
                <c:pt idx="11592">
                  <c:v>24.45</c:v>
                </c:pt>
                <c:pt idx="11593">
                  <c:v>24.45</c:v>
                </c:pt>
                <c:pt idx="11594">
                  <c:v>24.45</c:v>
                </c:pt>
                <c:pt idx="11595">
                  <c:v>24.45</c:v>
                </c:pt>
                <c:pt idx="11596">
                  <c:v>24.45</c:v>
                </c:pt>
                <c:pt idx="11597">
                  <c:v>24.5</c:v>
                </c:pt>
                <c:pt idx="11598">
                  <c:v>24.5</c:v>
                </c:pt>
                <c:pt idx="11599">
                  <c:v>24.5</c:v>
                </c:pt>
                <c:pt idx="11600">
                  <c:v>24.5</c:v>
                </c:pt>
                <c:pt idx="11601">
                  <c:v>24.55</c:v>
                </c:pt>
                <c:pt idx="11602">
                  <c:v>24.55</c:v>
                </c:pt>
                <c:pt idx="11603">
                  <c:v>24.55</c:v>
                </c:pt>
                <c:pt idx="11604">
                  <c:v>24.6</c:v>
                </c:pt>
                <c:pt idx="11605">
                  <c:v>24.6</c:v>
                </c:pt>
                <c:pt idx="11606">
                  <c:v>24.65</c:v>
                </c:pt>
                <c:pt idx="11607">
                  <c:v>24.65</c:v>
                </c:pt>
                <c:pt idx="11608">
                  <c:v>24.65</c:v>
                </c:pt>
                <c:pt idx="11609">
                  <c:v>24.7</c:v>
                </c:pt>
                <c:pt idx="11610">
                  <c:v>24.7</c:v>
                </c:pt>
                <c:pt idx="11611">
                  <c:v>24.7</c:v>
                </c:pt>
                <c:pt idx="11612">
                  <c:v>24.7</c:v>
                </c:pt>
                <c:pt idx="11613">
                  <c:v>24.65</c:v>
                </c:pt>
                <c:pt idx="11614">
                  <c:v>24.6</c:v>
                </c:pt>
                <c:pt idx="11615">
                  <c:v>24.55</c:v>
                </c:pt>
                <c:pt idx="11616">
                  <c:v>24.5</c:v>
                </c:pt>
                <c:pt idx="11617">
                  <c:v>24.5</c:v>
                </c:pt>
                <c:pt idx="11618">
                  <c:v>24.5</c:v>
                </c:pt>
                <c:pt idx="11619">
                  <c:v>24.5</c:v>
                </c:pt>
                <c:pt idx="11620">
                  <c:v>24.45</c:v>
                </c:pt>
                <c:pt idx="11621">
                  <c:v>24.45</c:v>
                </c:pt>
                <c:pt idx="11622">
                  <c:v>24.45</c:v>
                </c:pt>
                <c:pt idx="11623">
                  <c:v>24.45</c:v>
                </c:pt>
                <c:pt idx="11624">
                  <c:v>24.5</c:v>
                </c:pt>
                <c:pt idx="11625">
                  <c:v>24.5</c:v>
                </c:pt>
                <c:pt idx="11626">
                  <c:v>24.5</c:v>
                </c:pt>
                <c:pt idx="11627">
                  <c:v>24.5</c:v>
                </c:pt>
                <c:pt idx="11628">
                  <c:v>24.5</c:v>
                </c:pt>
                <c:pt idx="11629">
                  <c:v>24.55</c:v>
                </c:pt>
                <c:pt idx="11630">
                  <c:v>24.55</c:v>
                </c:pt>
                <c:pt idx="11631">
                  <c:v>24.55</c:v>
                </c:pt>
                <c:pt idx="11632">
                  <c:v>24.6</c:v>
                </c:pt>
                <c:pt idx="11633">
                  <c:v>24.6</c:v>
                </c:pt>
                <c:pt idx="11634">
                  <c:v>24.6</c:v>
                </c:pt>
                <c:pt idx="11635">
                  <c:v>24.65</c:v>
                </c:pt>
                <c:pt idx="11636">
                  <c:v>24.65</c:v>
                </c:pt>
                <c:pt idx="11637">
                  <c:v>24.65</c:v>
                </c:pt>
                <c:pt idx="11638">
                  <c:v>24.7</c:v>
                </c:pt>
                <c:pt idx="11639">
                  <c:v>24.75</c:v>
                </c:pt>
                <c:pt idx="11640">
                  <c:v>24.75</c:v>
                </c:pt>
                <c:pt idx="11641">
                  <c:v>24.75</c:v>
                </c:pt>
                <c:pt idx="11642">
                  <c:v>24.75</c:v>
                </c:pt>
                <c:pt idx="11643">
                  <c:v>24.7</c:v>
                </c:pt>
                <c:pt idx="11644">
                  <c:v>24.65</c:v>
                </c:pt>
                <c:pt idx="11645">
                  <c:v>24.65</c:v>
                </c:pt>
                <c:pt idx="11646">
                  <c:v>24.6</c:v>
                </c:pt>
                <c:pt idx="11647">
                  <c:v>24.55</c:v>
                </c:pt>
                <c:pt idx="11648">
                  <c:v>24.55</c:v>
                </c:pt>
                <c:pt idx="11649">
                  <c:v>24.5</c:v>
                </c:pt>
                <c:pt idx="11650">
                  <c:v>24.45</c:v>
                </c:pt>
                <c:pt idx="11651">
                  <c:v>24.45</c:v>
                </c:pt>
                <c:pt idx="11652">
                  <c:v>24.45</c:v>
                </c:pt>
                <c:pt idx="11653">
                  <c:v>24.45</c:v>
                </c:pt>
                <c:pt idx="11654">
                  <c:v>24.45</c:v>
                </c:pt>
                <c:pt idx="11655">
                  <c:v>24.45</c:v>
                </c:pt>
                <c:pt idx="11656">
                  <c:v>24.45</c:v>
                </c:pt>
                <c:pt idx="11657">
                  <c:v>24.45</c:v>
                </c:pt>
                <c:pt idx="11658">
                  <c:v>24.5</c:v>
                </c:pt>
                <c:pt idx="11659">
                  <c:v>24.5</c:v>
                </c:pt>
                <c:pt idx="11660">
                  <c:v>24.5</c:v>
                </c:pt>
                <c:pt idx="11661">
                  <c:v>24.5</c:v>
                </c:pt>
                <c:pt idx="11662">
                  <c:v>24.55</c:v>
                </c:pt>
                <c:pt idx="11663">
                  <c:v>24.55</c:v>
                </c:pt>
                <c:pt idx="11664">
                  <c:v>24.6</c:v>
                </c:pt>
                <c:pt idx="11665">
                  <c:v>24.6</c:v>
                </c:pt>
                <c:pt idx="11666">
                  <c:v>24.65</c:v>
                </c:pt>
                <c:pt idx="11667">
                  <c:v>24.65</c:v>
                </c:pt>
                <c:pt idx="11668">
                  <c:v>24.7</c:v>
                </c:pt>
                <c:pt idx="11669">
                  <c:v>24.75</c:v>
                </c:pt>
                <c:pt idx="11670">
                  <c:v>24.75</c:v>
                </c:pt>
                <c:pt idx="11671">
                  <c:v>24.75</c:v>
                </c:pt>
                <c:pt idx="11672">
                  <c:v>24.75</c:v>
                </c:pt>
                <c:pt idx="11673">
                  <c:v>24.7</c:v>
                </c:pt>
                <c:pt idx="11674">
                  <c:v>24.65</c:v>
                </c:pt>
                <c:pt idx="11675">
                  <c:v>24.6</c:v>
                </c:pt>
                <c:pt idx="11676">
                  <c:v>24.6</c:v>
                </c:pt>
                <c:pt idx="11677">
                  <c:v>24.55</c:v>
                </c:pt>
                <c:pt idx="11678">
                  <c:v>24.5</c:v>
                </c:pt>
                <c:pt idx="11679">
                  <c:v>24.5</c:v>
                </c:pt>
                <c:pt idx="11680">
                  <c:v>24.5</c:v>
                </c:pt>
                <c:pt idx="11681">
                  <c:v>24.45</c:v>
                </c:pt>
                <c:pt idx="11682">
                  <c:v>24.45</c:v>
                </c:pt>
                <c:pt idx="11683">
                  <c:v>24.45</c:v>
                </c:pt>
                <c:pt idx="11684">
                  <c:v>24.45</c:v>
                </c:pt>
                <c:pt idx="11685">
                  <c:v>24.45</c:v>
                </c:pt>
                <c:pt idx="11686">
                  <c:v>24.5</c:v>
                </c:pt>
                <c:pt idx="11687">
                  <c:v>24.5</c:v>
                </c:pt>
                <c:pt idx="11688">
                  <c:v>24.5</c:v>
                </c:pt>
                <c:pt idx="11689">
                  <c:v>24.5</c:v>
                </c:pt>
                <c:pt idx="11690">
                  <c:v>24.55</c:v>
                </c:pt>
                <c:pt idx="11691">
                  <c:v>24.55</c:v>
                </c:pt>
                <c:pt idx="11692">
                  <c:v>24.6</c:v>
                </c:pt>
                <c:pt idx="11693">
                  <c:v>24.6</c:v>
                </c:pt>
                <c:pt idx="11694">
                  <c:v>24.65</c:v>
                </c:pt>
                <c:pt idx="11695">
                  <c:v>24.65</c:v>
                </c:pt>
                <c:pt idx="11696">
                  <c:v>24.7</c:v>
                </c:pt>
                <c:pt idx="11697">
                  <c:v>24.7</c:v>
                </c:pt>
                <c:pt idx="11698">
                  <c:v>24.7</c:v>
                </c:pt>
                <c:pt idx="11699">
                  <c:v>24.75</c:v>
                </c:pt>
                <c:pt idx="11700">
                  <c:v>24.75</c:v>
                </c:pt>
                <c:pt idx="11701">
                  <c:v>24.75</c:v>
                </c:pt>
                <c:pt idx="11702">
                  <c:v>24.75</c:v>
                </c:pt>
                <c:pt idx="11703">
                  <c:v>24.75</c:v>
                </c:pt>
                <c:pt idx="11704">
                  <c:v>24.7</c:v>
                </c:pt>
                <c:pt idx="11705">
                  <c:v>24.6</c:v>
                </c:pt>
                <c:pt idx="11706">
                  <c:v>24.55</c:v>
                </c:pt>
                <c:pt idx="11707">
                  <c:v>24.55</c:v>
                </c:pt>
                <c:pt idx="11708">
                  <c:v>24.5</c:v>
                </c:pt>
                <c:pt idx="11709">
                  <c:v>24.5</c:v>
                </c:pt>
                <c:pt idx="11710">
                  <c:v>24.5</c:v>
                </c:pt>
                <c:pt idx="11711">
                  <c:v>24.45</c:v>
                </c:pt>
                <c:pt idx="11712">
                  <c:v>24.45</c:v>
                </c:pt>
                <c:pt idx="11713">
                  <c:v>24.4</c:v>
                </c:pt>
                <c:pt idx="11714">
                  <c:v>24.4</c:v>
                </c:pt>
                <c:pt idx="11715">
                  <c:v>24.4</c:v>
                </c:pt>
                <c:pt idx="11716">
                  <c:v>24.4</c:v>
                </c:pt>
                <c:pt idx="11717">
                  <c:v>24.45</c:v>
                </c:pt>
                <c:pt idx="11718">
                  <c:v>24.45</c:v>
                </c:pt>
                <c:pt idx="11719">
                  <c:v>24.5</c:v>
                </c:pt>
                <c:pt idx="11720">
                  <c:v>24.5</c:v>
                </c:pt>
                <c:pt idx="11721">
                  <c:v>24.5</c:v>
                </c:pt>
                <c:pt idx="11722">
                  <c:v>24.55</c:v>
                </c:pt>
                <c:pt idx="11723">
                  <c:v>24.55</c:v>
                </c:pt>
                <c:pt idx="11724">
                  <c:v>24.6</c:v>
                </c:pt>
                <c:pt idx="11725">
                  <c:v>24.6</c:v>
                </c:pt>
                <c:pt idx="11726">
                  <c:v>24.65</c:v>
                </c:pt>
                <c:pt idx="11727">
                  <c:v>24.65</c:v>
                </c:pt>
                <c:pt idx="11728">
                  <c:v>24.7</c:v>
                </c:pt>
                <c:pt idx="11729">
                  <c:v>24.7</c:v>
                </c:pt>
                <c:pt idx="11730">
                  <c:v>24.75</c:v>
                </c:pt>
                <c:pt idx="11731">
                  <c:v>24.75</c:v>
                </c:pt>
                <c:pt idx="11732">
                  <c:v>24.75</c:v>
                </c:pt>
                <c:pt idx="11733">
                  <c:v>24.7</c:v>
                </c:pt>
                <c:pt idx="11734">
                  <c:v>24.65</c:v>
                </c:pt>
                <c:pt idx="11735">
                  <c:v>24.65</c:v>
                </c:pt>
                <c:pt idx="11736">
                  <c:v>24.55</c:v>
                </c:pt>
                <c:pt idx="11737">
                  <c:v>24.55</c:v>
                </c:pt>
                <c:pt idx="11738">
                  <c:v>24.55</c:v>
                </c:pt>
                <c:pt idx="11739">
                  <c:v>24.5</c:v>
                </c:pt>
                <c:pt idx="11740">
                  <c:v>24.5</c:v>
                </c:pt>
                <c:pt idx="11741">
                  <c:v>24.5</c:v>
                </c:pt>
                <c:pt idx="11742">
                  <c:v>24.5</c:v>
                </c:pt>
                <c:pt idx="11743">
                  <c:v>24.45</c:v>
                </c:pt>
                <c:pt idx="11744">
                  <c:v>24.5</c:v>
                </c:pt>
                <c:pt idx="11745">
                  <c:v>24.5</c:v>
                </c:pt>
                <c:pt idx="11746">
                  <c:v>24.5</c:v>
                </c:pt>
                <c:pt idx="11747">
                  <c:v>24.5</c:v>
                </c:pt>
                <c:pt idx="11748">
                  <c:v>24.55</c:v>
                </c:pt>
                <c:pt idx="11749">
                  <c:v>24.55</c:v>
                </c:pt>
                <c:pt idx="11750">
                  <c:v>24.6</c:v>
                </c:pt>
                <c:pt idx="11751">
                  <c:v>24.6</c:v>
                </c:pt>
                <c:pt idx="11752">
                  <c:v>24.6</c:v>
                </c:pt>
                <c:pt idx="11753">
                  <c:v>24.65</c:v>
                </c:pt>
                <c:pt idx="11754">
                  <c:v>24.65</c:v>
                </c:pt>
                <c:pt idx="11755">
                  <c:v>24.6</c:v>
                </c:pt>
                <c:pt idx="11756">
                  <c:v>24.65</c:v>
                </c:pt>
                <c:pt idx="11757">
                  <c:v>24.7</c:v>
                </c:pt>
                <c:pt idx="11758">
                  <c:v>24.7</c:v>
                </c:pt>
                <c:pt idx="11759">
                  <c:v>24.7</c:v>
                </c:pt>
                <c:pt idx="11760">
                  <c:v>24.75</c:v>
                </c:pt>
                <c:pt idx="11761">
                  <c:v>24.75</c:v>
                </c:pt>
                <c:pt idx="11762">
                  <c:v>24.7</c:v>
                </c:pt>
                <c:pt idx="11763">
                  <c:v>24.7</c:v>
                </c:pt>
                <c:pt idx="11764">
                  <c:v>24.65</c:v>
                </c:pt>
                <c:pt idx="11765">
                  <c:v>24.6</c:v>
                </c:pt>
                <c:pt idx="11766">
                  <c:v>24.55</c:v>
                </c:pt>
                <c:pt idx="11767">
                  <c:v>24.55</c:v>
                </c:pt>
                <c:pt idx="11768">
                  <c:v>24.5</c:v>
                </c:pt>
                <c:pt idx="11769">
                  <c:v>24.45</c:v>
                </c:pt>
                <c:pt idx="11770">
                  <c:v>24.45</c:v>
                </c:pt>
                <c:pt idx="11771">
                  <c:v>24.45</c:v>
                </c:pt>
                <c:pt idx="11772">
                  <c:v>24.5</c:v>
                </c:pt>
                <c:pt idx="11773">
                  <c:v>24.5</c:v>
                </c:pt>
                <c:pt idx="11774">
                  <c:v>24.5</c:v>
                </c:pt>
                <c:pt idx="11775">
                  <c:v>24.5</c:v>
                </c:pt>
                <c:pt idx="11776">
                  <c:v>24.5</c:v>
                </c:pt>
                <c:pt idx="11777">
                  <c:v>24.55</c:v>
                </c:pt>
                <c:pt idx="11778">
                  <c:v>24.55</c:v>
                </c:pt>
                <c:pt idx="11779">
                  <c:v>24.6</c:v>
                </c:pt>
                <c:pt idx="11780">
                  <c:v>24.6</c:v>
                </c:pt>
                <c:pt idx="11781">
                  <c:v>24.6</c:v>
                </c:pt>
                <c:pt idx="11782">
                  <c:v>24.6</c:v>
                </c:pt>
                <c:pt idx="11783">
                  <c:v>24.65</c:v>
                </c:pt>
                <c:pt idx="11784">
                  <c:v>24.65</c:v>
                </c:pt>
                <c:pt idx="11785">
                  <c:v>24.7</c:v>
                </c:pt>
                <c:pt idx="11786">
                  <c:v>24.7</c:v>
                </c:pt>
                <c:pt idx="11787">
                  <c:v>24.7</c:v>
                </c:pt>
                <c:pt idx="11788">
                  <c:v>24.7</c:v>
                </c:pt>
                <c:pt idx="11789">
                  <c:v>24.7</c:v>
                </c:pt>
                <c:pt idx="11790">
                  <c:v>24.75</c:v>
                </c:pt>
                <c:pt idx="11791">
                  <c:v>24.75</c:v>
                </c:pt>
                <c:pt idx="11792">
                  <c:v>24.75</c:v>
                </c:pt>
                <c:pt idx="11793">
                  <c:v>24.7</c:v>
                </c:pt>
                <c:pt idx="11794">
                  <c:v>24.65</c:v>
                </c:pt>
                <c:pt idx="11795">
                  <c:v>24.6</c:v>
                </c:pt>
                <c:pt idx="11796">
                  <c:v>24.55</c:v>
                </c:pt>
                <c:pt idx="11797">
                  <c:v>24.5</c:v>
                </c:pt>
                <c:pt idx="11798">
                  <c:v>24.5</c:v>
                </c:pt>
                <c:pt idx="11799">
                  <c:v>24.5</c:v>
                </c:pt>
                <c:pt idx="11800">
                  <c:v>24.5</c:v>
                </c:pt>
                <c:pt idx="11801">
                  <c:v>24.5</c:v>
                </c:pt>
                <c:pt idx="11802">
                  <c:v>24.55</c:v>
                </c:pt>
                <c:pt idx="11803">
                  <c:v>24.5</c:v>
                </c:pt>
                <c:pt idx="11804">
                  <c:v>24.5</c:v>
                </c:pt>
                <c:pt idx="11805">
                  <c:v>24.55</c:v>
                </c:pt>
                <c:pt idx="11806">
                  <c:v>24.55</c:v>
                </c:pt>
                <c:pt idx="11807">
                  <c:v>24.55</c:v>
                </c:pt>
                <c:pt idx="11808">
                  <c:v>24.55</c:v>
                </c:pt>
                <c:pt idx="11809">
                  <c:v>24.6</c:v>
                </c:pt>
                <c:pt idx="11810">
                  <c:v>24.6</c:v>
                </c:pt>
                <c:pt idx="11811">
                  <c:v>24.6</c:v>
                </c:pt>
                <c:pt idx="11812">
                  <c:v>24.65</c:v>
                </c:pt>
                <c:pt idx="11813">
                  <c:v>24.65</c:v>
                </c:pt>
                <c:pt idx="11814">
                  <c:v>24.65</c:v>
                </c:pt>
                <c:pt idx="11815">
                  <c:v>24.65</c:v>
                </c:pt>
                <c:pt idx="11816">
                  <c:v>24.7</c:v>
                </c:pt>
                <c:pt idx="11817">
                  <c:v>24.7</c:v>
                </c:pt>
                <c:pt idx="11818">
                  <c:v>24.75</c:v>
                </c:pt>
                <c:pt idx="11819">
                  <c:v>24.75</c:v>
                </c:pt>
                <c:pt idx="11820">
                  <c:v>24.75</c:v>
                </c:pt>
                <c:pt idx="11821">
                  <c:v>24.8</c:v>
                </c:pt>
                <c:pt idx="11822">
                  <c:v>24.75</c:v>
                </c:pt>
                <c:pt idx="11823">
                  <c:v>24.75</c:v>
                </c:pt>
                <c:pt idx="11824">
                  <c:v>24.7</c:v>
                </c:pt>
                <c:pt idx="11825">
                  <c:v>24.65</c:v>
                </c:pt>
                <c:pt idx="11826">
                  <c:v>24.6</c:v>
                </c:pt>
                <c:pt idx="11827">
                  <c:v>24.55</c:v>
                </c:pt>
                <c:pt idx="11828">
                  <c:v>24.55</c:v>
                </c:pt>
                <c:pt idx="11829">
                  <c:v>24.5</c:v>
                </c:pt>
                <c:pt idx="11830">
                  <c:v>24.5</c:v>
                </c:pt>
                <c:pt idx="11831">
                  <c:v>24.5</c:v>
                </c:pt>
                <c:pt idx="11832">
                  <c:v>24.5</c:v>
                </c:pt>
                <c:pt idx="11833">
                  <c:v>24.5</c:v>
                </c:pt>
                <c:pt idx="11834">
                  <c:v>24.55</c:v>
                </c:pt>
                <c:pt idx="11835">
                  <c:v>24.55</c:v>
                </c:pt>
                <c:pt idx="11836">
                  <c:v>24.55</c:v>
                </c:pt>
                <c:pt idx="11837">
                  <c:v>24.55</c:v>
                </c:pt>
                <c:pt idx="11838">
                  <c:v>24.6</c:v>
                </c:pt>
                <c:pt idx="11839">
                  <c:v>24.6</c:v>
                </c:pt>
                <c:pt idx="11840">
                  <c:v>24.65</c:v>
                </c:pt>
                <c:pt idx="11841">
                  <c:v>24.65</c:v>
                </c:pt>
                <c:pt idx="11842">
                  <c:v>24.7</c:v>
                </c:pt>
                <c:pt idx="11843">
                  <c:v>24.7</c:v>
                </c:pt>
                <c:pt idx="11844">
                  <c:v>24.75</c:v>
                </c:pt>
                <c:pt idx="11845">
                  <c:v>24.75</c:v>
                </c:pt>
                <c:pt idx="11846">
                  <c:v>24.75</c:v>
                </c:pt>
                <c:pt idx="11847">
                  <c:v>24.8</c:v>
                </c:pt>
                <c:pt idx="11848">
                  <c:v>24.8</c:v>
                </c:pt>
                <c:pt idx="11849">
                  <c:v>24.85</c:v>
                </c:pt>
                <c:pt idx="11850">
                  <c:v>24.85</c:v>
                </c:pt>
                <c:pt idx="11851">
                  <c:v>24.85</c:v>
                </c:pt>
                <c:pt idx="11852">
                  <c:v>24.85</c:v>
                </c:pt>
                <c:pt idx="11853">
                  <c:v>24.8</c:v>
                </c:pt>
                <c:pt idx="11854">
                  <c:v>24.75</c:v>
                </c:pt>
                <c:pt idx="11855">
                  <c:v>24.7</c:v>
                </c:pt>
                <c:pt idx="11856">
                  <c:v>24.65</c:v>
                </c:pt>
                <c:pt idx="11857">
                  <c:v>24.6</c:v>
                </c:pt>
                <c:pt idx="11858">
                  <c:v>24.6</c:v>
                </c:pt>
                <c:pt idx="11859">
                  <c:v>24.55</c:v>
                </c:pt>
                <c:pt idx="11860">
                  <c:v>24.55</c:v>
                </c:pt>
                <c:pt idx="11861">
                  <c:v>24.5</c:v>
                </c:pt>
                <c:pt idx="11862">
                  <c:v>24.5</c:v>
                </c:pt>
                <c:pt idx="11863">
                  <c:v>24.5</c:v>
                </c:pt>
                <c:pt idx="11864">
                  <c:v>24.5</c:v>
                </c:pt>
                <c:pt idx="11865">
                  <c:v>24.5</c:v>
                </c:pt>
                <c:pt idx="11866">
                  <c:v>24.5</c:v>
                </c:pt>
                <c:pt idx="11867">
                  <c:v>24.5</c:v>
                </c:pt>
                <c:pt idx="11868">
                  <c:v>24.5</c:v>
                </c:pt>
                <c:pt idx="11869">
                  <c:v>24.55</c:v>
                </c:pt>
                <c:pt idx="11870">
                  <c:v>24.55</c:v>
                </c:pt>
                <c:pt idx="11871">
                  <c:v>24.6</c:v>
                </c:pt>
                <c:pt idx="11872">
                  <c:v>24.6</c:v>
                </c:pt>
                <c:pt idx="11873">
                  <c:v>24.65</c:v>
                </c:pt>
                <c:pt idx="11874">
                  <c:v>24.65</c:v>
                </c:pt>
                <c:pt idx="11875">
                  <c:v>24.7</c:v>
                </c:pt>
                <c:pt idx="11876">
                  <c:v>24.7</c:v>
                </c:pt>
                <c:pt idx="11877">
                  <c:v>24.75</c:v>
                </c:pt>
                <c:pt idx="11878">
                  <c:v>24.75</c:v>
                </c:pt>
                <c:pt idx="11879">
                  <c:v>24.8</c:v>
                </c:pt>
                <c:pt idx="11880">
                  <c:v>24.8</c:v>
                </c:pt>
                <c:pt idx="11881">
                  <c:v>24.85</c:v>
                </c:pt>
                <c:pt idx="11882">
                  <c:v>24.85</c:v>
                </c:pt>
                <c:pt idx="11883">
                  <c:v>24.8</c:v>
                </c:pt>
                <c:pt idx="11884">
                  <c:v>24.7</c:v>
                </c:pt>
                <c:pt idx="11885">
                  <c:v>24.7</c:v>
                </c:pt>
                <c:pt idx="11886">
                  <c:v>24.6</c:v>
                </c:pt>
                <c:pt idx="11887">
                  <c:v>24.55</c:v>
                </c:pt>
                <c:pt idx="11888">
                  <c:v>24.55</c:v>
                </c:pt>
                <c:pt idx="11889">
                  <c:v>24.5</c:v>
                </c:pt>
                <c:pt idx="11890">
                  <c:v>24.45</c:v>
                </c:pt>
                <c:pt idx="11891">
                  <c:v>24.45</c:v>
                </c:pt>
                <c:pt idx="11892">
                  <c:v>24.45</c:v>
                </c:pt>
                <c:pt idx="11893">
                  <c:v>24.5</c:v>
                </c:pt>
                <c:pt idx="11894">
                  <c:v>24.5</c:v>
                </c:pt>
                <c:pt idx="11895">
                  <c:v>24.5</c:v>
                </c:pt>
                <c:pt idx="11896">
                  <c:v>24.5</c:v>
                </c:pt>
                <c:pt idx="11897">
                  <c:v>24.5</c:v>
                </c:pt>
                <c:pt idx="11898">
                  <c:v>24.55</c:v>
                </c:pt>
                <c:pt idx="11899">
                  <c:v>24.55</c:v>
                </c:pt>
                <c:pt idx="11900">
                  <c:v>24.6</c:v>
                </c:pt>
                <c:pt idx="11901">
                  <c:v>24.6</c:v>
                </c:pt>
                <c:pt idx="11902">
                  <c:v>24.65</c:v>
                </c:pt>
                <c:pt idx="11903">
                  <c:v>24.65</c:v>
                </c:pt>
                <c:pt idx="11904">
                  <c:v>24.7</c:v>
                </c:pt>
                <c:pt idx="11905">
                  <c:v>24.7</c:v>
                </c:pt>
                <c:pt idx="11906">
                  <c:v>24.75</c:v>
                </c:pt>
                <c:pt idx="11907">
                  <c:v>24.75</c:v>
                </c:pt>
                <c:pt idx="11908">
                  <c:v>24.75</c:v>
                </c:pt>
                <c:pt idx="11909">
                  <c:v>24.75</c:v>
                </c:pt>
                <c:pt idx="11910">
                  <c:v>24.8</c:v>
                </c:pt>
                <c:pt idx="11911">
                  <c:v>24.8</c:v>
                </c:pt>
                <c:pt idx="11912">
                  <c:v>24.75</c:v>
                </c:pt>
                <c:pt idx="11913">
                  <c:v>24.75</c:v>
                </c:pt>
                <c:pt idx="11914">
                  <c:v>24.65</c:v>
                </c:pt>
                <c:pt idx="11915">
                  <c:v>24.6</c:v>
                </c:pt>
                <c:pt idx="11916">
                  <c:v>24.6</c:v>
                </c:pt>
                <c:pt idx="11917">
                  <c:v>24.55</c:v>
                </c:pt>
                <c:pt idx="11918">
                  <c:v>24.5</c:v>
                </c:pt>
                <c:pt idx="11919">
                  <c:v>24.45</c:v>
                </c:pt>
                <c:pt idx="11920">
                  <c:v>24.45</c:v>
                </c:pt>
                <c:pt idx="11921">
                  <c:v>24.45</c:v>
                </c:pt>
                <c:pt idx="11922">
                  <c:v>24.45</c:v>
                </c:pt>
                <c:pt idx="11923">
                  <c:v>24.45</c:v>
                </c:pt>
                <c:pt idx="11924">
                  <c:v>24.45</c:v>
                </c:pt>
                <c:pt idx="11925">
                  <c:v>24.5</c:v>
                </c:pt>
                <c:pt idx="11926">
                  <c:v>24.5</c:v>
                </c:pt>
                <c:pt idx="11927">
                  <c:v>24.55</c:v>
                </c:pt>
                <c:pt idx="11928">
                  <c:v>24.55</c:v>
                </c:pt>
                <c:pt idx="11929">
                  <c:v>24.6</c:v>
                </c:pt>
                <c:pt idx="11930">
                  <c:v>24.65</c:v>
                </c:pt>
                <c:pt idx="11931">
                  <c:v>24.6</c:v>
                </c:pt>
                <c:pt idx="11932">
                  <c:v>24.65</c:v>
                </c:pt>
                <c:pt idx="11933">
                  <c:v>24.7</c:v>
                </c:pt>
                <c:pt idx="11934">
                  <c:v>24.7</c:v>
                </c:pt>
                <c:pt idx="11935">
                  <c:v>24.7</c:v>
                </c:pt>
                <c:pt idx="11936">
                  <c:v>24.75</c:v>
                </c:pt>
                <c:pt idx="11937">
                  <c:v>24.75</c:v>
                </c:pt>
                <c:pt idx="11938">
                  <c:v>24.75</c:v>
                </c:pt>
                <c:pt idx="11939">
                  <c:v>24.75</c:v>
                </c:pt>
                <c:pt idx="11940">
                  <c:v>24.8</c:v>
                </c:pt>
                <c:pt idx="11941">
                  <c:v>24.8</c:v>
                </c:pt>
                <c:pt idx="11942">
                  <c:v>24.75</c:v>
                </c:pt>
                <c:pt idx="11943">
                  <c:v>24.7</c:v>
                </c:pt>
                <c:pt idx="11944">
                  <c:v>24.65</c:v>
                </c:pt>
                <c:pt idx="11945">
                  <c:v>24.6</c:v>
                </c:pt>
                <c:pt idx="11946">
                  <c:v>24.55</c:v>
                </c:pt>
                <c:pt idx="11947">
                  <c:v>24.55</c:v>
                </c:pt>
                <c:pt idx="11948">
                  <c:v>24.5</c:v>
                </c:pt>
                <c:pt idx="11949">
                  <c:v>24.5</c:v>
                </c:pt>
                <c:pt idx="11950">
                  <c:v>24.5</c:v>
                </c:pt>
                <c:pt idx="11951">
                  <c:v>24.5</c:v>
                </c:pt>
                <c:pt idx="11952">
                  <c:v>24.5</c:v>
                </c:pt>
                <c:pt idx="11953">
                  <c:v>24.5</c:v>
                </c:pt>
                <c:pt idx="11954">
                  <c:v>24.55</c:v>
                </c:pt>
                <c:pt idx="11955">
                  <c:v>24.55</c:v>
                </c:pt>
                <c:pt idx="11956">
                  <c:v>24.55</c:v>
                </c:pt>
                <c:pt idx="11957">
                  <c:v>24.6</c:v>
                </c:pt>
                <c:pt idx="11958">
                  <c:v>24.6</c:v>
                </c:pt>
                <c:pt idx="11959">
                  <c:v>24.6</c:v>
                </c:pt>
                <c:pt idx="11960">
                  <c:v>24.65</c:v>
                </c:pt>
                <c:pt idx="11961">
                  <c:v>24.6</c:v>
                </c:pt>
                <c:pt idx="11962">
                  <c:v>24.65</c:v>
                </c:pt>
                <c:pt idx="11963">
                  <c:v>24.65</c:v>
                </c:pt>
                <c:pt idx="11964">
                  <c:v>24.7</c:v>
                </c:pt>
                <c:pt idx="11965">
                  <c:v>24.65</c:v>
                </c:pt>
                <c:pt idx="11966">
                  <c:v>24.7</c:v>
                </c:pt>
                <c:pt idx="11967">
                  <c:v>24.7</c:v>
                </c:pt>
                <c:pt idx="11968">
                  <c:v>24.7</c:v>
                </c:pt>
                <c:pt idx="11969">
                  <c:v>24.75</c:v>
                </c:pt>
                <c:pt idx="11970">
                  <c:v>24.75</c:v>
                </c:pt>
                <c:pt idx="11971">
                  <c:v>24.75</c:v>
                </c:pt>
                <c:pt idx="11972">
                  <c:v>24.75</c:v>
                </c:pt>
                <c:pt idx="11973">
                  <c:v>24.7</c:v>
                </c:pt>
                <c:pt idx="11974">
                  <c:v>24.7</c:v>
                </c:pt>
                <c:pt idx="11975">
                  <c:v>24.65</c:v>
                </c:pt>
                <c:pt idx="11976">
                  <c:v>24.6</c:v>
                </c:pt>
                <c:pt idx="11977">
                  <c:v>24.6</c:v>
                </c:pt>
                <c:pt idx="11978">
                  <c:v>24.6</c:v>
                </c:pt>
                <c:pt idx="11979">
                  <c:v>24.55</c:v>
                </c:pt>
                <c:pt idx="11980">
                  <c:v>24.55</c:v>
                </c:pt>
                <c:pt idx="11981">
                  <c:v>24.55</c:v>
                </c:pt>
                <c:pt idx="11982">
                  <c:v>24.55</c:v>
                </c:pt>
                <c:pt idx="11983">
                  <c:v>24.55</c:v>
                </c:pt>
                <c:pt idx="11984">
                  <c:v>24.5</c:v>
                </c:pt>
                <c:pt idx="11985">
                  <c:v>24.55</c:v>
                </c:pt>
                <c:pt idx="11986">
                  <c:v>24.55</c:v>
                </c:pt>
                <c:pt idx="11987">
                  <c:v>24.55</c:v>
                </c:pt>
                <c:pt idx="11988">
                  <c:v>24.55</c:v>
                </c:pt>
                <c:pt idx="11989">
                  <c:v>24.55</c:v>
                </c:pt>
                <c:pt idx="11990">
                  <c:v>24.55</c:v>
                </c:pt>
                <c:pt idx="11991">
                  <c:v>24.6</c:v>
                </c:pt>
                <c:pt idx="11992">
                  <c:v>24.6</c:v>
                </c:pt>
                <c:pt idx="11993">
                  <c:v>24.6</c:v>
                </c:pt>
                <c:pt idx="11994">
                  <c:v>24.65</c:v>
                </c:pt>
                <c:pt idx="11995">
                  <c:v>24.65</c:v>
                </c:pt>
                <c:pt idx="11996">
                  <c:v>24.65</c:v>
                </c:pt>
                <c:pt idx="11997">
                  <c:v>24.7</c:v>
                </c:pt>
                <c:pt idx="11998">
                  <c:v>24.75</c:v>
                </c:pt>
                <c:pt idx="11999">
                  <c:v>24.75</c:v>
                </c:pt>
                <c:pt idx="12000">
                  <c:v>24.75</c:v>
                </c:pt>
                <c:pt idx="12001">
                  <c:v>24.8</c:v>
                </c:pt>
                <c:pt idx="12002">
                  <c:v>24.8</c:v>
                </c:pt>
                <c:pt idx="12003">
                  <c:v>24.75</c:v>
                </c:pt>
                <c:pt idx="12004">
                  <c:v>24.7</c:v>
                </c:pt>
                <c:pt idx="12005">
                  <c:v>24.7</c:v>
                </c:pt>
                <c:pt idx="12006">
                  <c:v>24.65</c:v>
                </c:pt>
                <c:pt idx="12007">
                  <c:v>24.6</c:v>
                </c:pt>
                <c:pt idx="12008">
                  <c:v>24.55</c:v>
                </c:pt>
                <c:pt idx="12009">
                  <c:v>24.55</c:v>
                </c:pt>
                <c:pt idx="12010">
                  <c:v>24.55</c:v>
                </c:pt>
                <c:pt idx="12011">
                  <c:v>24.55</c:v>
                </c:pt>
                <c:pt idx="12012">
                  <c:v>24.55</c:v>
                </c:pt>
                <c:pt idx="12013">
                  <c:v>24.55</c:v>
                </c:pt>
                <c:pt idx="12014">
                  <c:v>24.55</c:v>
                </c:pt>
                <c:pt idx="12015">
                  <c:v>24.55</c:v>
                </c:pt>
                <c:pt idx="12016">
                  <c:v>24.55</c:v>
                </c:pt>
                <c:pt idx="12017">
                  <c:v>24.6</c:v>
                </c:pt>
                <c:pt idx="12018">
                  <c:v>24.6</c:v>
                </c:pt>
                <c:pt idx="12019">
                  <c:v>24.6</c:v>
                </c:pt>
                <c:pt idx="12020">
                  <c:v>24.6</c:v>
                </c:pt>
                <c:pt idx="12021">
                  <c:v>24.65</c:v>
                </c:pt>
                <c:pt idx="12022">
                  <c:v>24.65</c:v>
                </c:pt>
                <c:pt idx="12023">
                  <c:v>24.65</c:v>
                </c:pt>
                <c:pt idx="12024">
                  <c:v>24.65</c:v>
                </c:pt>
                <c:pt idx="12025">
                  <c:v>24.65</c:v>
                </c:pt>
                <c:pt idx="12026">
                  <c:v>24.7</c:v>
                </c:pt>
                <c:pt idx="12027">
                  <c:v>24.7</c:v>
                </c:pt>
                <c:pt idx="12028">
                  <c:v>24.75</c:v>
                </c:pt>
                <c:pt idx="12029">
                  <c:v>24.75</c:v>
                </c:pt>
                <c:pt idx="12030">
                  <c:v>24.8</c:v>
                </c:pt>
                <c:pt idx="12031">
                  <c:v>24.8</c:v>
                </c:pt>
                <c:pt idx="12032">
                  <c:v>24.75</c:v>
                </c:pt>
                <c:pt idx="12033">
                  <c:v>24.75</c:v>
                </c:pt>
                <c:pt idx="12034">
                  <c:v>24.7</c:v>
                </c:pt>
                <c:pt idx="12035">
                  <c:v>24.65</c:v>
                </c:pt>
                <c:pt idx="12036">
                  <c:v>24.6</c:v>
                </c:pt>
                <c:pt idx="12037">
                  <c:v>24.6</c:v>
                </c:pt>
                <c:pt idx="12038">
                  <c:v>24.55</c:v>
                </c:pt>
                <c:pt idx="12039">
                  <c:v>24.55</c:v>
                </c:pt>
                <c:pt idx="12040">
                  <c:v>24.5</c:v>
                </c:pt>
                <c:pt idx="12041">
                  <c:v>24.5</c:v>
                </c:pt>
                <c:pt idx="12042">
                  <c:v>24.55</c:v>
                </c:pt>
                <c:pt idx="12043">
                  <c:v>24.55</c:v>
                </c:pt>
                <c:pt idx="12044">
                  <c:v>24.55</c:v>
                </c:pt>
                <c:pt idx="12045">
                  <c:v>24.55</c:v>
                </c:pt>
                <c:pt idx="12046">
                  <c:v>24.55</c:v>
                </c:pt>
                <c:pt idx="12047">
                  <c:v>24.55</c:v>
                </c:pt>
                <c:pt idx="12048">
                  <c:v>24.6</c:v>
                </c:pt>
                <c:pt idx="12049">
                  <c:v>24.6</c:v>
                </c:pt>
                <c:pt idx="12050">
                  <c:v>24.6</c:v>
                </c:pt>
                <c:pt idx="12051">
                  <c:v>24.6</c:v>
                </c:pt>
                <c:pt idx="12052">
                  <c:v>24.65</c:v>
                </c:pt>
                <c:pt idx="12053">
                  <c:v>24.65</c:v>
                </c:pt>
                <c:pt idx="12054">
                  <c:v>24.65</c:v>
                </c:pt>
                <c:pt idx="12055">
                  <c:v>24.7</c:v>
                </c:pt>
                <c:pt idx="12056">
                  <c:v>24.7</c:v>
                </c:pt>
                <c:pt idx="12057">
                  <c:v>24.7</c:v>
                </c:pt>
                <c:pt idx="12058">
                  <c:v>24.75</c:v>
                </c:pt>
                <c:pt idx="12059">
                  <c:v>24.75</c:v>
                </c:pt>
                <c:pt idx="12060">
                  <c:v>24.8</c:v>
                </c:pt>
                <c:pt idx="12061">
                  <c:v>24.8</c:v>
                </c:pt>
                <c:pt idx="12062">
                  <c:v>24.8</c:v>
                </c:pt>
                <c:pt idx="12063">
                  <c:v>24.75</c:v>
                </c:pt>
                <c:pt idx="12064">
                  <c:v>24.75</c:v>
                </c:pt>
                <c:pt idx="12065">
                  <c:v>24.7</c:v>
                </c:pt>
                <c:pt idx="12066">
                  <c:v>24.65</c:v>
                </c:pt>
                <c:pt idx="12067">
                  <c:v>24.6</c:v>
                </c:pt>
                <c:pt idx="12068">
                  <c:v>24.6</c:v>
                </c:pt>
                <c:pt idx="12069">
                  <c:v>24.6</c:v>
                </c:pt>
                <c:pt idx="12070">
                  <c:v>24.55</c:v>
                </c:pt>
                <c:pt idx="12071">
                  <c:v>24.55</c:v>
                </c:pt>
                <c:pt idx="12072">
                  <c:v>24.55</c:v>
                </c:pt>
                <c:pt idx="12073">
                  <c:v>24.55</c:v>
                </c:pt>
                <c:pt idx="12074">
                  <c:v>24.55</c:v>
                </c:pt>
                <c:pt idx="12075">
                  <c:v>24.55</c:v>
                </c:pt>
                <c:pt idx="12076">
                  <c:v>24.55</c:v>
                </c:pt>
                <c:pt idx="12077">
                  <c:v>24.55</c:v>
                </c:pt>
                <c:pt idx="12078">
                  <c:v>24.55</c:v>
                </c:pt>
                <c:pt idx="12079">
                  <c:v>24.6</c:v>
                </c:pt>
                <c:pt idx="12080">
                  <c:v>24.6</c:v>
                </c:pt>
                <c:pt idx="12081">
                  <c:v>24.6</c:v>
                </c:pt>
                <c:pt idx="12082">
                  <c:v>24.6</c:v>
                </c:pt>
                <c:pt idx="12083">
                  <c:v>24.65</c:v>
                </c:pt>
                <c:pt idx="12084">
                  <c:v>24.65</c:v>
                </c:pt>
                <c:pt idx="12085">
                  <c:v>24.7</c:v>
                </c:pt>
                <c:pt idx="12086">
                  <c:v>24.7</c:v>
                </c:pt>
                <c:pt idx="12087">
                  <c:v>24.75</c:v>
                </c:pt>
                <c:pt idx="12088">
                  <c:v>24.75</c:v>
                </c:pt>
                <c:pt idx="12089">
                  <c:v>24.8</c:v>
                </c:pt>
                <c:pt idx="12090">
                  <c:v>24.85</c:v>
                </c:pt>
                <c:pt idx="12091">
                  <c:v>24.85</c:v>
                </c:pt>
                <c:pt idx="12092">
                  <c:v>24.85</c:v>
                </c:pt>
                <c:pt idx="12093">
                  <c:v>24.85</c:v>
                </c:pt>
                <c:pt idx="12094">
                  <c:v>24.8</c:v>
                </c:pt>
                <c:pt idx="12095">
                  <c:v>24.75</c:v>
                </c:pt>
                <c:pt idx="12096">
                  <c:v>24.7</c:v>
                </c:pt>
                <c:pt idx="12097">
                  <c:v>24.6</c:v>
                </c:pt>
                <c:pt idx="12098">
                  <c:v>24.6</c:v>
                </c:pt>
                <c:pt idx="12099">
                  <c:v>24.55</c:v>
                </c:pt>
                <c:pt idx="12100">
                  <c:v>24.55</c:v>
                </c:pt>
                <c:pt idx="12101">
                  <c:v>24.5</c:v>
                </c:pt>
                <c:pt idx="12102">
                  <c:v>24.5</c:v>
                </c:pt>
                <c:pt idx="12103">
                  <c:v>24.5</c:v>
                </c:pt>
                <c:pt idx="12104">
                  <c:v>24.5</c:v>
                </c:pt>
                <c:pt idx="12105">
                  <c:v>24.55</c:v>
                </c:pt>
                <c:pt idx="12106">
                  <c:v>24.5</c:v>
                </c:pt>
                <c:pt idx="12107">
                  <c:v>24.55</c:v>
                </c:pt>
                <c:pt idx="12108">
                  <c:v>24.55</c:v>
                </c:pt>
                <c:pt idx="12109">
                  <c:v>24.55</c:v>
                </c:pt>
                <c:pt idx="12110">
                  <c:v>24.6</c:v>
                </c:pt>
                <c:pt idx="12111">
                  <c:v>24.6</c:v>
                </c:pt>
                <c:pt idx="12112">
                  <c:v>24.65</c:v>
                </c:pt>
                <c:pt idx="12113">
                  <c:v>24.65</c:v>
                </c:pt>
                <c:pt idx="12114">
                  <c:v>24.7</c:v>
                </c:pt>
                <c:pt idx="12115">
                  <c:v>24.75</c:v>
                </c:pt>
                <c:pt idx="12116">
                  <c:v>24.75</c:v>
                </c:pt>
                <c:pt idx="12117">
                  <c:v>24.75</c:v>
                </c:pt>
                <c:pt idx="12118">
                  <c:v>24.8</c:v>
                </c:pt>
                <c:pt idx="12119">
                  <c:v>24.8</c:v>
                </c:pt>
                <c:pt idx="12120">
                  <c:v>24.85</c:v>
                </c:pt>
                <c:pt idx="12121">
                  <c:v>24.85</c:v>
                </c:pt>
                <c:pt idx="12122">
                  <c:v>24.85</c:v>
                </c:pt>
                <c:pt idx="12123">
                  <c:v>24.8</c:v>
                </c:pt>
                <c:pt idx="12124">
                  <c:v>24.75</c:v>
                </c:pt>
                <c:pt idx="12125">
                  <c:v>24.75</c:v>
                </c:pt>
                <c:pt idx="12126">
                  <c:v>24.65</c:v>
                </c:pt>
                <c:pt idx="12127">
                  <c:v>24.6</c:v>
                </c:pt>
                <c:pt idx="12128">
                  <c:v>24.6</c:v>
                </c:pt>
                <c:pt idx="12129">
                  <c:v>24.55</c:v>
                </c:pt>
                <c:pt idx="12130">
                  <c:v>24.55</c:v>
                </c:pt>
                <c:pt idx="12131">
                  <c:v>24.55</c:v>
                </c:pt>
                <c:pt idx="12132">
                  <c:v>24.55</c:v>
                </c:pt>
                <c:pt idx="12133">
                  <c:v>24.55</c:v>
                </c:pt>
                <c:pt idx="12134">
                  <c:v>24.55</c:v>
                </c:pt>
                <c:pt idx="12135">
                  <c:v>24.55</c:v>
                </c:pt>
                <c:pt idx="12136">
                  <c:v>24.55</c:v>
                </c:pt>
                <c:pt idx="12137">
                  <c:v>24.55</c:v>
                </c:pt>
                <c:pt idx="12138">
                  <c:v>24.55</c:v>
                </c:pt>
                <c:pt idx="12139">
                  <c:v>24.6</c:v>
                </c:pt>
                <c:pt idx="12140">
                  <c:v>24.6</c:v>
                </c:pt>
                <c:pt idx="12141">
                  <c:v>24.65</c:v>
                </c:pt>
                <c:pt idx="12142">
                  <c:v>24.7</c:v>
                </c:pt>
                <c:pt idx="12143">
                  <c:v>24.7</c:v>
                </c:pt>
                <c:pt idx="12144">
                  <c:v>24.7</c:v>
                </c:pt>
                <c:pt idx="12145">
                  <c:v>24.7</c:v>
                </c:pt>
                <c:pt idx="12146">
                  <c:v>24.75</c:v>
                </c:pt>
                <c:pt idx="12147">
                  <c:v>24.75</c:v>
                </c:pt>
                <c:pt idx="12148">
                  <c:v>24.8</c:v>
                </c:pt>
                <c:pt idx="12149">
                  <c:v>24.8</c:v>
                </c:pt>
                <c:pt idx="12150">
                  <c:v>24.8</c:v>
                </c:pt>
                <c:pt idx="12151">
                  <c:v>24.8</c:v>
                </c:pt>
                <c:pt idx="12152">
                  <c:v>24.8</c:v>
                </c:pt>
                <c:pt idx="12153">
                  <c:v>24.75</c:v>
                </c:pt>
                <c:pt idx="12154">
                  <c:v>24.7</c:v>
                </c:pt>
                <c:pt idx="12155">
                  <c:v>24.65</c:v>
                </c:pt>
                <c:pt idx="12156">
                  <c:v>24.6</c:v>
                </c:pt>
                <c:pt idx="12157">
                  <c:v>24.6</c:v>
                </c:pt>
                <c:pt idx="12158">
                  <c:v>24.55</c:v>
                </c:pt>
                <c:pt idx="12159">
                  <c:v>24.5</c:v>
                </c:pt>
                <c:pt idx="12160">
                  <c:v>24.55</c:v>
                </c:pt>
                <c:pt idx="12161">
                  <c:v>24.5</c:v>
                </c:pt>
                <c:pt idx="12162">
                  <c:v>24.5</c:v>
                </c:pt>
                <c:pt idx="12163">
                  <c:v>24.5</c:v>
                </c:pt>
                <c:pt idx="12164">
                  <c:v>24.5</c:v>
                </c:pt>
                <c:pt idx="12165">
                  <c:v>24.5</c:v>
                </c:pt>
                <c:pt idx="12166">
                  <c:v>24.5</c:v>
                </c:pt>
                <c:pt idx="12167">
                  <c:v>24.55</c:v>
                </c:pt>
                <c:pt idx="12168">
                  <c:v>24.55</c:v>
                </c:pt>
                <c:pt idx="12169">
                  <c:v>24.55</c:v>
                </c:pt>
                <c:pt idx="12170">
                  <c:v>24.6</c:v>
                </c:pt>
                <c:pt idx="12171">
                  <c:v>24.6</c:v>
                </c:pt>
                <c:pt idx="12172">
                  <c:v>24.65</c:v>
                </c:pt>
                <c:pt idx="12173">
                  <c:v>24.7</c:v>
                </c:pt>
                <c:pt idx="12174">
                  <c:v>24.7</c:v>
                </c:pt>
                <c:pt idx="12175">
                  <c:v>24.7</c:v>
                </c:pt>
                <c:pt idx="12176">
                  <c:v>24.75</c:v>
                </c:pt>
                <c:pt idx="12177">
                  <c:v>24.8</c:v>
                </c:pt>
                <c:pt idx="12178">
                  <c:v>24.8</c:v>
                </c:pt>
                <c:pt idx="12179">
                  <c:v>24.8</c:v>
                </c:pt>
                <c:pt idx="12180">
                  <c:v>24.85</c:v>
                </c:pt>
                <c:pt idx="12181">
                  <c:v>24.85</c:v>
                </c:pt>
                <c:pt idx="12182">
                  <c:v>24.85</c:v>
                </c:pt>
                <c:pt idx="12183">
                  <c:v>24.8</c:v>
                </c:pt>
                <c:pt idx="12184">
                  <c:v>24.75</c:v>
                </c:pt>
                <c:pt idx="12185">
                  <c:v>24.7</c:v>
                </c:pt>
                <c:pt idx="12186">
                  <c:v>24.65</c:v>
                </c:pt>
                <c:pt idx="12187">
                  <c:v>24.55</c:v>
                </c:pt>
                <c:pt idx="12188">
                  <c:v>24.55</c:v>
                </c:pt>
                <c:pt idx="12189">
                  <c:v>24.5</c:v>
                </c:pt>
                <c:pt idx="12190">
                  <c:v>24.5</c:v>
                </c:pt>
                <c:pt idx="12191">
                  <c:v>24.5</c:v>
                </c:pt>
                <c:pt idx="12192">
                  <c:v>24.5</c:v>
                </c:pt>
                <c:pt idx="12193">
                  <c:v>24.5</c:v>
                </c:pt>
                <c:pt idx="12194">
                  <c:v>24.45</c:v>
                </c:pt>
                <c:pt idx="12195">
                  <c:v>24.5</c:v>
                </c:pt>
                <c:pt idx="12196">
                  <c:v>24.5</c:v>
                </c:pt>
                <c:pt idx="12197">
                  <c:v>24.5</c:v>
                </c:pt>
                <c:pt idx="12198">
                  <c:v>24.55</c:v>
                </c:pt>
                <c:pt idx="12199">
                  <c:v>24.55</c:v>
                </c:pt>
                <c:pt idx="12200">
                  <c:v>24.6</c:v>
                </c:pt>
                <c:pt idx="12201">
                  <c:v>24.6</c:v>
                </c:pt>
                <c:pt idx="12202">
                  <c:v>24.65</c:v>
                </c:pt>
                <c:pt idx="12203">
                  <c:v>24.65</c:v>
                </c:pt>
                <c:pt idx="12204">
                  <c:v>24.7</c:v>
                </c:pt>
                <c:pt idx="12205">
                  <c:v>24.7</c:v>
                </c:pt>
                <c:pt idx="12206">
                  <c:v>24.75</c:v>
                </c:pt>
                <c:pt idx="12207">
                  <c:v>24.8</c:v>
                </c:pt>
                <c:pt idx="12208">
                  <c:v>24.8</c:v>
                </c:pt>
                <c:pt idx="12209">
                  <c:v>24.8</c:v>
                </c:pt>
                <c:pt idx="12210">
                  <c:v>24.8</c:v>
                </c:pt>
                <c:pt idx="12211">
                  <c:v>24.8</c:v>
                </c:pt>
                <c:pt idx="12212">
                  <c:v>24.8</c:v>
                </c:pt>
                <c:pt idx="12213">
                  <c:v>24.75</c:v>
                </c:pt>
                <c:pt idx="12214">
                  <c:v>24.7</c:v>
                </c:pt>
                <c:pt idx="12215">
                  <c:v>24.65</c:v>
                </c:pt>
                <c:pt idx="12216">
                  <c:v>24.6</c:v>
                </c:pt>
                <c:pt idx="12217">
                  <c:v>24.55</c:v>
                </c:pt>
                <c:pt idx="12218">
                  <c:v>24.55</c:v>
                </c:pt>
                <c:pt idx="12219">
                  <c:v>24.5</c:v>
                </c:pt>
                <c:pt idx="12220">
                  <c:v>24.5</c:v>
                </c:pt>
                <c:pt idx="12221">
                  <c:v>24.45</c:v>
                </c:pt>
                <c:pt idx="12222">
                  <c:v>24.5</c:v>
                </c:pt>
                <c:pt idx="12223">
                  <c:v>24.5</c:v>
                </c:pt>
                <c:pt idx="12224">
                  <c:v>24.5</c:v>
                </c:pt>
                <c:pt idx="12225">
                  <c:v>24.55</c:v>
                </c:pt>
                <c:pt idx="12226">
                  <c:v>24.55</c:v>
                </c:pt>
                <c:pt idx="12227">
                  <c:v>24.55</c:v>
                </c:pt>
                <c:pt idx="12228">
                  <c:v>24.6</c:v>
                </c:pt>
                <c:pt idx="12229">
                  <c:v>24.6</c:v>
                </c:pt>
                <c:pt idx="12230">
                  <c:v>24.6</c:v>
                </c:pt>
                <c:pt idx="12231">
                  <c:v>24.65</c:v>
                </c:pt>
                <c:pt idx="12232">
                  <c:v>24.65</c:v>
                </c:pt>
                <c:pt idx="12233">
                  <c:v>24.7</c:v>
                </c:pt>
                <c:pt idx="12234">
                  <c:v>24.7</c:v>
                </c:pt>
                <c:pt idx="12235">
                  <c:v>24.75</c:v>
                </c:pt>
                <c:pt idx="12236">
                  <c:v>24.75</c:v>
                </c:pt>
                <c:pt idx="12237">
                  <c:v>24.8</c:v>
                </c:pt>
                <c:pt idx="12238">
                  <c:v>24.8</c:v>
                </c:pt>
                <c:pt idx="12239">
                  <c:v>24.85</c:v>
                </c:pt>
                <c:pt idx="12240">
                  <c:v>24.85</c:v>
                </c:pt>
                <c:pt idx="12241">
                  <c:v>24.85</c:v>
                </c:pt>
                <c:pt idx="12242">
                  <c:v>24.85</c:v>
                </c:pt>
                <c:pt idx="12243">
                  <c:v>24.8</c:v>
                </c:pt>
                <c:pt idx="12244">
                  <c:v>24.8</c:v>
                </c:pt>
                <c:pt idx="12245">
                  <c:v>24.7</c:v>
                </c:pt>
                <c:pt idx="12246">
                  <c:v>24.65</c:v>
                </c:pt>
                <c:pt idx="12247">
                  <c:v>24.6</c:v>
                </c:pt>
                <c:pt idx="12248">
                  <c:v>24.6</c:v>
                </c:pt>
                <c:pt idx="12249">
                  <c:v>24.55</c:v>
                </c:pt>
                <c:pt idx="12250">
                  <c:v>24.5</c:v>
                </c:pt>
                <c:pt idx="12251">
                  <c:v>24.5</c:v>
                </c:pt>
                <c:pt idx="12252">
                  <c:v>24.5</c:v>
                </c:pt>
                <c:pt idx="12253">
                  <c:v>24.5</c:v>
                </c:pt>
                <c:pt idx="12254">
                  <c:v>24.5</c:v>
                </c:pt>
                <c:pt idx="12255">
                  <c:v>24.5</c:v>
                </c:pt>
                <c:pt idx="12256">
                  <c:v>24.5</c:v>
                </c:pt>
                <c:pt idx="12257">
                  <c:v>24.55</c:v>
                </c:pt>
                <c:pt idx="12258">
                  <c:v>24.55</c:v>
                </c:pt>
                <c:pt idx="12259">
                  <c:v>24.6</c:v>
                </c:pt>
                <c:pt idx="12260">
                  <c:v>24.65</c:v>
                </c:pt>
                <c:pt idx="12261">
                  <c:v>24.65</c:v>
                </c:pt>
                <c:pt idx="12262">
                  <c:v>24.7</c:v>
                </c:pt>
                <c:pt idx="12263">
                  <c:v>24.7</c:v>
                </c:pt>
                <c:pt idx="12264">
                  <c:v>24.75</c:v>
                </c:pt>
                <c:pt idx="12265">
                  <c:v>24.75</c:v>
                </c:pt>
                <c:pt idx="12266">
                  <c:v>24.8</c:v>
                </c:pt>
                <c:pt idx="12267">
                  <c:v>24.8</c:v>
                </c:pt>
                <c:pt idx="12268">
                  <c:v>24.85</c:v>
                </c:pt>
                <c:pt idx="12269">
                  <c:v>24.85</c:v>
                </c:pt>
                <c:pt idx="12270">
                  <c:v>24.85</c:v>
                </c:pt>
                <c:pt idx="12271">
                  <c:v>24.85</c:v>
                </c:pt>
                <c:pt idx="12272">
                  <c:v>24.85</c:v>
                </c:pt>
                <c:pt idx="12273">
                  <c:v>24.8</c:v>
                </c:pt>
                <c:pt idx="12274">
                  <c:v>24.75</c:v>
                </c:pt>
                <c:pt idx="12275">
                  <c:v>24.7</c:v>
                </c:pt>
                <c:pt idx="12276">
                  <c:v>24.65</c:v>
                </c:pt>
                <c:pt idx="12277">
                  <c:v>24.6</c:v>
                </c:pt>
                <c:pt idx="12278">
                  <c:v>24.55</c:v>
                </c:pt>
                <c:pt idx="12279">
                  <c:v>24.55</c:v>
                </c:pt>
                <c:pt idx="12280">
                  <c:v>24.55</c:v>
                </c:pt>
                <c:pt idx="12281">
                  <c:v>24.55</c:v>
                </c:pt>
                <c:pt idx="12282">
                  <c:v>24.55</c:v>
                </c:pt>
                <c:pt idx="12283">
                  <c:v>24.55</c:v>
                </c:pt>
                <c:pt idx="12284">
                  <c:v>24.55</c:v>
                </c:pt>
                <c:pt idx="12285">
                  <c:v>24.55</c:v>
                </c:pt>
                <c:pt idx="12286">
                  <c:v>24.55</c:v>
                </c:pt>
                <c:pt idx="12287">
                  <c:v>24.6</c:v>
                </c:pt>
                <c:pt idx="12288">
                  <c:v>24.6</c:v>
                </c:pt>
                <c:pt idx="12289">
                  <c:v>24.65</c:v>
                </c:pt>
                <c:pt idx="12290">
                  <c:v>24.65</c:v>
                </c:pt>
                <c:pt idx="12291">
                  <c:v>24.7</c:v>
                </c:pt>
                <c:pt idx="12292">
                  <c:v>24.7</c:v>
                </c:pt>
                <c:pt idx="12293">
                  <c:v>24.7</c:v>
                </c:pt>
                <c:pt idx="12294">
                  <c:v>24.75</c:v>
                </c:pt>
                <c:pt idx="12295">
                  <c:v>24.75</c:v>
                </c:pt>
                <c:pt idx="12296">
                  <c:v>24.8</c:v>
                </c:pt>
                <c:pt idx="12297">
                  <c:v>24.8</c:v>
                </c:pt>
                <c:pt idx="12298">
                  <c:v>24.85</c:v>
                </c:pt>
                <c:pt idx="12299">
                  <c:v>24.85</c:v>
                </c:pt>
                <c:pt idx="12300">
                  <c:v>24.9</c:v>
                </c:pt>
                <c:pt idx="12301">
                  <c:v>24.9</c:v>
                </c:pt>
                <c:pt idx="12302">
                  <c:v>24.85</c:v>
                </c:pt>
                <c:pt idx="12303">
                  <c:v>24.85</c:v>
                </c:pt>
                <c:pt idx="12304">
                  <c:v>24.8</c:v>
                </c:pt>
                <c:pt idx="12305">
                  <c:v>24.75</c:v>
                </c:pt>
                <c:pt idx="12306">
                  <c:v>24.7</c:v>
                </c:pt>
                <c:pt idx="12307">
                  <c:v>24.65</c:v>
                </c:pt>
                <c:pt idx="12308">
                  <c:v>24.6</c:v>
                </c:pt>
                <c:pt idx="12309">
                  <c:v>24.6</c:v>
                </c:pt>
                <c:pt idx="12310">
                  <c:v>24.6</c:v>
                </c:pt>
                <c:pt idx="12311">
                  <c:v>24.6</c:v>
                </c:pt>
                <c:pt idx="12312">
                  <c:v>24.55</c:v>
                </c:pt>
                <c:pt idx="12313">
                  <c:v>24.6</c:v>
                </c:pt>
                <c:pt idx="12314">
                  <c:v>24.6</c:v>
                </c:pt>
                <c:pt idx="12315">
                  <c:v>24.6</c:v>
                </c:pt>
                <c:pt idx="12316">
                  <c:v>24.6</c:v>
                </c:pt>
                <c:pt idx="12317">
                  <c:v>24.6</c:v>
                </c:pt>
                <c:pt idx="12318">
                  <c:v>24.6</c:v>
                </c:pt>
                <c:pt idx="12319">
                  <c:v>24.65</c:v>
                </c:pt>
                <c:pt idx="12320">
                  <c:v>24.65</c:v>
                </c:pt>
                <c:pt idx="12321">
                  <c:v>24.65</c:v>
                </c:pt>
                <c:pt idx="12322">
                  <c:v>24.7</c:v>
                </c:pt>
                <c:pt idx="12323">
                  <c:v>24.7</c:v>
                </c:pt>
                <c:pt idx="12324">
                  <c:v>24.7</c:v>
                </c:pt>
                <c:pt idx="12325">
                  <c:v>24.7</c:v>
                </c:pt>
                <c:pt idx="12326">
                  <c:v>24.75</c:v>
                </c:pt>
                <c:pt idx="12327">
                  <c:v>24.75</c:v>
                </c:pt>
                <c:pt idx="12328">
                  <c:v>24.8</c:v>
                </c:pt>
                <c:pt idx="12329">
                  <c:v>24.8</c:v>
                </c:pt>
                <c:pt idx="12330">
                  <c:v>24.8</c:v>
                </c:pt>
                <c:pt idx="12331">
                  <c:v>24.8</c:v>
                </c:pt>
                <c:pt idx="12332">
                  <c:v>24.8</c:v>
                </c:pt>
                <c:pt idx="12333">
                  <c:v>24.75</c:v>
                </c:pt>
                <c:pt idx="12334">
                  <c:v>24.7</c:v>
                </c:pt>
                <c:pt idx="12335">
                  <c:v>24.65</c:v>
                </c:pt>
                <c:pt idx="12336">
                  <c:v>24.65</c:v>
                </c:pt>
                <c:pt idx="12337">
                  <c:v>24.65</c:v>
                </c:pt>
                <c:pt idx="12338">
                  <c:v>24.6</c:v>
                </c:pt>
                <c:pt idx="12339">
                  <c:v>24.55</c:v>
                </c:pt>
                <c:pt idx="12340">
                  <c:v>24.55</c:v>
                </c:pt>
                <c:pt idx="12341">
                  <c:v>24.55</c:v>
                </c:pt>
                <c:pt idx="12342">
                  <c:v>24.55</c:v>
                </c:pt>
                <c:pt idx="12343">
                  <c:v>24.55</c:v>
                </c:pt>
                <c:pt idx="12344">
                  <c:v>24.55</c:v>
                </c:pt>
                <c:pt idx="12345">
                  <c:v>24.6</c:v>
                </c:pt>
                <c:pt idx="12346">
                  <c:v>24.6</c:v>
                </c:pt>
                <c:pt idx="12347">
                  <c:v>24.65</c:v>
                </c:pt>
                <c:pt idx="12348">
                  <c:v>24.65</c:v>
                </c:pt>
                <c:pt idx="12349">
                  <c:v>24.65</c:v>
                </c:pt>
                <c:pt idx="12350">
                  <c:v>24.65</c:v>
                </c:pt>
                <c:pt idx="12351">
                  <c:v>24.7</c:v>
                </c:pt>
                <c:pt idx="12352">
                  <c:v>24.7</c:v>
                </c:pt>
                <c:pt idx="12353">
                  <c:v>24.75</c:v>
                </c:pt>
                <c:pt idx="12354">
                  <c:v>24.75</c:v>
                </c:pt>
                <c:pt idx="12355">
                  <c:v>24.75</c:v>
                </c:pt>
                <c:pt idx="12356">
                  <c:v>24.8</c:v>
                </c:pt>
                <c:pt idx="12357">
                  <c:v>24.8</c:v>
                </c:pt>
                <c:pt idx="12358">
                  <c:v>24.8</c:v>
                </c:pt>
                <c:pt idx="12359">
                  <c:v>24.8</c:v>
                </c:pt>
                <c:pt idx="12360">
                  <c:v>24.85</c:v>
                </c:pt>
                <c:pt idx="12361">
                  <c:v>24.85</c:v>
                </c:pt>
                <c:pt idx="12362">
                  <c:v>24.85</c:v>
                </c:pt>
                <c:pt idx="12363">
                  <c:v>24.8</c:v>
                </c:pt>
                <c:pt idx="12364">
                  <c:v>24.75</c:v>
                </c:pt>
                <c:pt idx="12365">
                  <c:v>24.7</c:v>
                </c:pt>
                <c:pt idx="12366">
                  <c:v>24.65</c:v>
                </c:pt>
                <c:pt idx="12367">
                  <c:v>24.6</c:v>
                </c:pt>
                <c:pt idx="12368">
                  <c:v>24.6</c:v>
                </c:pt>
                <c:pt idx="12369">
                  <c:v>24.6</c:v>
                </c:pt>
                <c:pt idx="12370">
                  <c:v>24.55</c:v>
                </c:pt>
                <c:pt idx="12371">
                  <c:v>24.55</c:v>
                </c:pt>
                <c:pt idx="12372">
                  <c:v>24.55</c:v>
                </c:pt>
                <c:pt idx="12373">
                  <c:v>24.5</c:v>
                </c:pt>
                <c:pt idx="12374">
                  <c:v>24.55</c:v>
                </c:pt>
                <c:pt idx="12375">
                  <c:v>24.55</c:v>
                </c:pt>
                <c:pt idx="12376">
                  <c:v>24.55</c:v>
                </c:pt>
                <c:pt idx="12377">
                  <c:v>24.6</c:v>
                </c:pt>
                <c:pt idx="12378">
                  <c:v>24.6</c:v>
                </c:pt>
                <c:pt idx="12379">
                  <c:v>24.6</c:v>
                </c:pt>
                <c:pt idx="12380">
                  <c:v>24.65</c:v>
                </c:pt>
                <c:pt idx="12381">
                  <c:v>24.65</c:v>
                </c:pt>
                <c:pt idx="12382">
                  <c:v>24.65</c:v>
                </c:pt>
                <c:pt idx="12383">
                  <c:v>24.65</c:v>
                </c:pt>
                <c:pt idx="12384">
                  <c:v>24.7</c:v>
                </c:pt>
                <c:pt idx="12385">
                  <c:v>24.75</c:v>
                </c:pt>
                <c:pt idx="12386">
                  <c:v>24.75</c:v>
                </c:pt>
                <c:pt idx="12387">
                  <c:v>24.8</c:v>
                </c:pt>
                <c:pt idx="12388">
                  <c:v>24.8</c:v>
                </c:pt>
                <c:pt idx="12389">
                  <c:v>24.85</c:v>
                </c:pt>
                <c:pt idx="12390">
                  <c:v>24.85</c:v>
                </c:pt>
                <c:pt idx="12391">
                  <c:v>24.85</c:v>
                </c:pt>
                <c:pt idx="12392">
                  <c:v>24.85</c:v>
                </c:pt>
                <c:pt idx="12393">
                  <c:v>24.85</c:v>
                </c:pt>
                <c:pt idx="12394">
                  <c:v>24.8</c:v>
                </c:pt>
                <c:pt idx="12395">
                  <c:v>24.75</c:v>
                </c:pt>
                <c:pt idx="12396">
                  <c:v>24.7</c:v>
                </c:pt>
                <c:pt idx="12397">
                  <c:v>24.65</c:v>
                </c:pt>
                <c:pt idx="12398">
                  <c:v>24.65</c:v>
                </c:pt>
                <c:pt idx="12399">
                  <c:v>24.6</c:v>
                </c:pt>
                <c:pt idx="12400">
                  <c:v>24.6</c:v>
                </c:pt>
                <c:pt idx="12401">
                  <c:v>24.55</c:v>
                </c:pt>
                <c:pt idx="12402">
                  <c:v>24.55</c:v>
                </c:pt>
                <c:pt idx="12403">
                  <c:v>24.55</c:v>
                </c:pt>
                <c:pt idx="12404">
                  <c:v>24.55</c:v>
                </c:pt>
                <c:pt idx="12405">
                  <c:v>24.6</c:v>
                </c:pt>
                <c:pt idx="12406">
                  <c:v>24.6</c:v>
                </c:pt>
                <c:pt idx="12407">
                  <c:v>24.6</c:v>
                </c:pt>
                <c:pt idx="12408">
                  <c:v>24.6</c:v>
                </c:pt>
                <c:pt idx="12409">
                  <c:v>24.65</c:v>
                </c:pt>
                <c:pt idx="12410">
                  <c:v>24.65</c:v>
                </c:pt>
                <c:pt idx="12411">
                  <c:v>24.7</c:v>
                </c:pt>
                <c:pt idx="12412">
                  <c:v>24.7</c:v>
                </c:pt>
                <c:pt idx="12413">
                  <c:v>24.75</c:v>
                </c:pt>
                <c:pt idx="12414">
                  <c:v>24.75</c:v>
                </c:pt>
                <c:pt idx="12415">
                  <c:v>24.75</c:v>
                </c:pt>
                <c:pt idx="12416">
                  <c:v>24.8</c:v>
                </c:pt>
                <c:pt idx="12417">
                  <c:v>24.8</c:v>
                </c:pt>
                <c:pt idx="12418">
                  <c:v>24.8</c:v>
                </c:pt>
                <c:pt idx="12419">
                  <c:v>24.85</c:v>
                </c:pt>
                <c:pt idx="12420">
                  <c:v>24.85</c:v>
                </c:pt>
                <c:pt idx="12421">
                  <c:v>24.85</c:v>
                </c:pt>
                <c:pt idx="12422">
                  <c:v>24.85</c:v>
                </c:pt>
                <c:pt idx="12423">
                  <c:v>24.8</c:v>
                </c:pt>
                <c:pt idx="12424">
                  <c:v>24.75</c:v>
                </c:pt>
                <c:pt idx="12425">
                  <c:v>24.65</c:v>
                </c:pt>
                <c:pt idx="12426">
                  <c:v>24.65</c:v>
                </c:pt>
                <c:pt idx="12427">
                  <c:v>24.6</c:v>
                </c:pt>
                <c:pt idx="12428">
                  <c:v>24.6</c:v>
                </c:pt>
                <c:pt idx="12429">
                  <c:v>24.55</c:v>
                </c:pt>
                <c:pt idx="12430">
                  <c:v>24.55</c:v>
                </c:pt>
                <c:pt idx="12431">
                  <c:v>24.55</c:v>
                </c:pt>
                <c:pt idx="12432">
                  <c:v>24.55</c:v>
                </c:pt>
                <c:pt idx="12433">
                  <c:v>24.55</c:v>
                </c:pt>
                <c:pt idx="12434">
                  <c:v>24.55</c:v>
                </c:pt>
                <c:pt idx="12435">
                  <c:v>24.55</c:v>
                </c:pt>
                <c:pt idx="12436">
                  <c:v>24.55</c:v>
                </c:pt>
                <c:pt idx="12437">
                  <c:v>24.55</c:v>
                </c:pt>
                <c:pt idx="12438">
                  <c:v>24.6</c:v>
                </c:pt>
                <c:pt idx="12439">
                  <c:v>24.6</c:v>
                </c:pt>
                <c:pt idx="12440">
                  <c:v>24.65</c:v>
                </c:pt>
                <c:pt idx="12441">
                  <c:v>24.65</c:v>
                </c:pt>
                <c:pt idx="12442">
                  <c:v>24.65</c:v>
                </c:pt>
                <c:pt idx="12443">
                  <c:v>24.65</c:v>
                </c:pt>
                <c:pt idx="12444">
                  <c:v>24.7</c:v>
                </c:pt>
                <c:pt idx="12445">
                  <c:v>24.7</c:v>
                </c:pt>
                <c:pt idx="12446">
                  <c:v>24.75</c:v>
                </c:pt>
                <c:pt idx="12447">
                  <c:v>24.75</c:v>
                </c:pt>
                <c:pt idx="12448">
                  <c:v>24.75</c:v>
                </c:pt>
                <c:pt idx="12449">
                  <c:v>24.8</c:v>
                </c:pt>
                <c:pt idx="12450">
                  <c:v>24.8</c:v>
                </c:pt>
                <c:pt idx="12451">
                  <c:v>24.8</c:v>
                </c:pt>
                <c:pt idx="12452">
                  <c:v>24.8</c:v>
                </c:pt>
                <c:pt idx="12453">
                  <c:v>24.75</c:v>
                </c:pt>
                <c:pt idx="12454">
                  <c:v>24.8</c:v>
                </c:pt>
                <c:pt idx="12455">
                  <c:v>24.75</c:v>
                </c:pt>
                <c:pt idx="12456">
                  <c:v>24.65</c:v>
                </c:pt>
                <c:pt idx="12457">
                  <c:v>24.65</c:v>
                </c:pt>
                <c:pt idx="12458">
                  <c:v>24.6</c:v>
                </c:pt>
                <c:pt idx="12459">
                  <c:v>24.55</c:v>
                </c:pt>
                <c:pt idx="12460">
                  <c:v>24.55</c:v>
                </c:pt>
                <c:pt idx="12461">
                  <c:v>24.55</c:v>
                </c:pt>
                <c:pt idx="12462">
                  <c:v>24.55</c:v>
                </c:pt>
                <c:pt idx="12463">
                  <c:v>24.5</c:v>
                </c:pt>
                <c:pt idx="12464">
                  <c:v>24.5</c:v>
                </c:pt>
                <c:pt idx="12465">
                  <c:v>24.55</c:v>
                </c:pt>
                <c:pt idx="12466">
                  <c:v>24.55</c:v>
                </c:pt>
                <c:pt idx="12467">
                  <c:v>24.55</c:v>
                </c:pt>
                <c:pt idx="12468">
                  <c:v>24.6</c:v>
                </c:pt>
                <c:pt idx="12469">
                  <c:v>24.65</c:v>
                </c:pt>
                <c:pt idx="12470">
                  <c:v>24.7</c:v>
                </c:pt>
                <c:pt idx="12471">
                  <c:v>24.7</c:v>
                </c:pt>
                <c:pt idx="12472">
                  <c:v>24.7</c:v>
                </c:pt>
                <c:pt idx="12473">
                  <c:v>24.75</c:v>
                </c:pt>
                <c:pt idx="12474">
                  <c:v>24.75</c:v>
                </c:pt>
                <c:pt idx="12475">
                  <c:v>24.8</c:v>
                </c:pt>
                <c:pt idx="12476">
                  <c:v>24.8</c:v>
                </c:pt>
                <c:pt idx="12477">
                  <c:v>24.8</c:v>
                </c:pt>
                <c:pt idx="12478">
                  <c:v>24.85</c:v>
                </c:pt>
                <c:pt idx="12479">
                  <c:v>24.85</c:v>
                </c:pt>
                <c:pt idx="12480">
                  <c:v>24.85</c:v>
                </c:pt>
                <c:pt idx="12481">
                  <c:v>24.85</c:v>
                </c:pt>
                <c:pt idx="12482">
                  <c:v>24.85</c:v>
                </c:pt>
                <c:pt idx="12483">
                  <c:v>24.8</c:v>
                </c:pt>
                <c:pt idx="12484">
                  <c:v>24.8</c:v>
                </c:pt>
                <c:pt idx="12485">
                  <c:v>24.7</c:v>
                </c:pt>
                <c:pt idx="12486">
                  <c:v>24.65</c:v>
                </c:pt>
                <c:pt idx="12487">
                  <c:v>24.6</c:v>
                </c:pt>
                <c:pt idx="12488">
                  <c:v>24.6</c:v>
                </c:pt>
                <c:pt idx="12489">
                  <c:v>24.55</c:v>
                </c:pt>
                <c:pt idx="12490">
                  <c:v>24.5</c:v>
                </c:pt>
                <c:pt idx="12491">
                  <c:v>24.5</c:v>
                </c:pt>
                <c:pt idx="12492">
                  <c:v>24.5</c:v>
                </c:pt>
                <c:pt idx="12493">
                  <c:v>24.5</c:v>
                </c:pt>
                <c:pt idx="12494">
                  <c:v>24.5</c:v>
                </c:pt>
                <c:pt idx="12495">
                  <c:v>24.5</c:v>
                </c:pt>
                <c:pt idx="12496">
                  <c:v>24.55</c:v>
                </c:pt>
                <c:pt idx="12497">
                  <c:v>24.55</c:v>
                </c:pt>
                <c:pt idx="12498">
                  <c:v>24.6</c:v>
                </c:pt>
                <c:pt idx="12499">
                  <c:v>24.6</c:v>
                </c:pt>
                <c:pt idx="12500">
                  <c:v>24.6</c:v>
                </c:pt>
                <c:pt idx="12501">
                  <c:v>24.65</c:v>
                </c:pt>
                <c:pt idx="12502">
                  <c:v>24.65</c:v>
                </c:pt>
                <c:pt idx="12503">
                  <c:v>24.65</c:v>
                </c:pt>
                <c:pt idx="12504">
                  <c:v>24.7</c:v>
                </c:pt>
                <c:pt idx="12505">
                  <c:v>24.7</c:v>
                </c:pt>
                <c:pt idx="12506">
                  <c:v>24.75</c:v>
                </c:pt>
                <c:pt idx="12507">
                  <c:v>24.8</c:v>
                </c:pt>
                <c:pt idx="12508">
                  <c:v>24.85</c:v>
                </c:pt>
                <c:pt idx="12509">
                  <c:v>24.85</c:v>
                </c:pt>
                <c:pt idx="12510">
                  <c:v>24.85</c:v>
                </c:pt>
                <c:pt idx="12511">
                  <c:v>24.85</c:v>
                </c:pt>
                <c:pt idx="12512">
                  <c:v>24.85</c:v>
                </c:pt>
                <c:pt idx="12513">
                  <c:v>24.8</c:v>
                </c:pt>
                <c:pt idx="12514">
                  <c:v>24.75</c:v>
                </c:pt>
                <c:pt idx="12515">
                  <c:v>24.7</c:v>
                </c:pt>
                <c:pt idx="12516">
                  <c:v>24.7</c:v>
                </c:pt>
                <c:pt idx="12517">
                  <c:v>24.65</c:v>
                </c:pt>
                <c:pt idx="12518">
                  <c:v>24.6</c:v>
                </c:pt>
                <c:pt idx="12519">
                  <c:v>24.55</c:v>
                </c:pt>
                <c:pt idx="12520">
                  <c:v>24.55</c:v>
                </c:pt>
                <c:pt idx="12521">
                  <c:v>24.55</c:v>
                </c:pt>
                <c:pt idx="12522">
                  <c:v>24.55</c:v>
                </c:pt>
                <c:pt idx="12523">
                  <c:v>24.55</c:v>
                </c:pt>
                <c:pt idx="12524">
                  <c:v>24.55</c:v>
                </c:pt>
                <c:pt idx="12525">
                  <c:v>24.55</c:v>
                </c:pt>
                <c:pt idx="12526">
                  <c:v>24.55</c:v>
                </c:pt>
                <c:pt idx="12527">
                  <c:v>24.55</c:v>
                </c:pt>
                <c:pt idx="12528">
                  <c:v>24.6</c:v>
                </c:pt>
                <c:pt idx="12529">
                  <c:v>24.6</c:v>
                </c:pt>
                <c:pt idx="12530">
                  <c:v>24.6</c:v>
                </c:pt>
                <c:pt idx="12531">
                  <c:v>24.65</c:v>
                </c:pt>
                <c:pt idx="12532">
                  <c:v>24.65</c:v>
                </c:pt>
                <c:pt idx="12533">
                  <c:v>24.65</c:v>
                </c:pt>
                <c:pt idx="12534">
                  <c:v>24.7</c:v>
                </c:pt>
                <c:pt idx="12535">
                  <c:v>24.7</c:v>
                </c:pt>
                <c:pt idx="12536">
                  <c:v>24.75</c:v>
                </c:pt>
                <c:pt idx="12537">
                  <c:v>24.75</c:v>
                </c:pt>
                <c:pt idx="12538">
                  <c:v>24.8</c:v>
                </c:pt>
                <c:pt idx="12539">
                  <c:v>24.8</c:v>
                </c:pt>
                <c:pt idx="12540">
                  <c:v>24.85</c:v>
                </c:pt>
                <c:pt idx="12541">
                  <c:v>24.85</c:v>
                </c:pt>
                <c:pt idx="12542">
                  <c:v>24.8</c:v>
                </c:pt>
                <c:pt idx="12543">
                  <c:v>24.75</c:v>
                </c:pt>
                <c:pt idx="12544">
                  <c:v>24.7</c:v>
                </c:pt>
                <c:pt idx="12545">
                  <c:v>24.65</c:v>
                </c:pt>
                <c:pt idx="12546">
                  <c:v>24.65</c:v>
                </c:pt>
                <c:pt idx="12547">
                  <c:v>24.6</c:v>
                </c:pt>
                <c:pt idx="12548">
                  <c:v>24.55</c:v>
                </c:pt>
                <c:pt idx="12549">
                  <c:v>24.6</c:v>
                </c:pt>
                <c:pt idx="12550">
                  <c:v>24.55</c:v>
                </c:pt>
                <c:pt idx="12551">
                  <c:v>24.55</c:v>
                </c:pt>
                <c:pt idx="12552">
                  <c:v>24.55</c:v>
                </c:pt>
                <c:pt idx="12553">
                  <c:v>24.55</c:v>
                </c:pt>
                <c:pt idx="12554">
                  <c:v>24.55</c:v>
                </c:pt>
                <c:pt idx="12555">
                  <c:v>24.55</c:v>
                </c:pt>
                <c:pt idx="12556">
                  <c:v>24.55</c:v>
                </c:pt>
                <c:pt idx="12557">
                  <c:v>24.6</c:v>
                </c:pt>
                <c:pt idx="12558">
                  <c:v>24.6</c:v>
                </c:pt>
                <c:pt idx="12559">
                  <c:v>24.65</c:v>
                </c:pt>
                <c:pt idx="12560">
                  <c:v>24.65</c:v>
                </c:pt>
                <c:pt idx="12561">
                  <c:v>24.7</c:v>
                </c:pt>
                <c:pt idx="12562">
                  <c:v>24.7</c:v>
                </c:pt>
                <c:pt idx="12563">
                  <c:v>24.75</c:v>
                </c:pt>
                <c:pt idx="12564">
                  <c:v>24.75</c:v>
                </c:pt>
                <c:pt idx="12565">
                  <c:v>24.8</c:v>
                </c:pt>
                <c:pt idx="12566">
                  <c:v>24.8</c:v>
                </c:pt>
                <c:pt idx="12567">
                  <c:v>24.85</c:v>
                </c:pt>
                <c:pt idx="12568">
                  <c:v>24.85</c:v>
                </c:pt>
                <c:pt idx="12569">
                  <c:v>24.85</c:v>
                </c:pt>
                <c:pt idx="12570">
                  <c:v>24.9</c:v>
                </c:pt>
                <c:pt idx="12571">
                  <c:v>24.85</c:v>
                </c:pt>
                <c:pt idx="12572">
                  <c:v>24.9</c:v>
                </c:pt>
                <c:pt idx="12573">
                  <c:v>24.85</c:v>
                </c:pt>
                <c:pt idx="12574">
                  <c:v>24.8</c:v>
                </c:pt>
                <c:pt idx="12575">
                  <c:v>24.75</c:v>
                </c:pt>
                <c:pt idx="12576">
                  <c:v>24.75</c:v>
                </c:pt>
                <c:pt idx="12577">
                  <c:v>24.7</c:v>
                </c:pt>
                <c:pt idx="12578">
                  <c:v>24.65</c:v>
                </c:pt>
                <c:pt idx="12579">
                  <c:v>24.65</c:v>
                </c:pt>
                <c:pt idx="12580">
                  <c:v>24.6</c:v>
                </c:pt>
                <c:pt idx="12581">
                  <c:v>24.6</c:v>
                </c:pt>
                <c:pt idx="12582">
                  <c:v>24.65</c:v>
                </c:pt>
                <c:pt idx="12583">
                  <c:v>24.6</c:v>
                </c:pt>
                <c:pt idx="12584">
                  <c:v>24.6</c:v>
                </c:pt>
                <c:pt idx="12585">
                  <c:v>24.6</c:v>
                </c:pt>
                <c:pt idx="12586">
                  <c:v>24.65</c:v>
                </c:pt>
                <c:pt idx="12587">
                  <c:v>24.65</c:v>
                </c:pt>
                <c:pt idx="12588">
                  <c:v>24.65</c:v>
                </c:pt>
                <c:pt idx="12589">
                  <c:v>24.7</c:v>
                </c:pt>
                <c:pt idx="12590">
                  <c:v>24.65</c:v>
                </c:pt>
                <c:pt idx="12591">
                  <c:v>24.7</c:v>
                </c:pt>
                <c:pt idx="12592">
                  <c:v>24.75</c:v>
                </c:pt>
                <c:pt idx="12593">
                  <c:v>24.75</c:v>
                </c:pt>
                <c:pt idx="12594">
                  <c:v>24.75</c:v>
                </c:pt>
                <c:pt idx="12595">
                  <c:v>24.8</c:v>
                </c:pt>
                <c:pt idx="12596">
                  <c:v>24.8</c:v>
                </c:pt>
                <c:pt idx="12597">
                  <c:v>24.8</c:v>
                </c:pt>
                <c:pt idx="12598">
                  <c:v>24.85</c:v>
                </c:pt>
                <c:pt idx="12599">
                  <c:v>24.85</c:v>
                </c:pt>
                <c:pt idx="12600">
                  <c:v>24.85</c:v>
                </c:pt>
                <c:pt idx="12601">
                  <c:v>24.85</c:v>
                </c:pt>
                <c:pt idx="12602">
                  <c:v>24.85</c:v>
                </c:pt>
                <c:pt idx="12603">
                  <c:v>24.8</c:v>
                </c:pt>
                <c:pt idx="12604">
                  <c:v>24.8</c:v>
                </c:pt>
                <c:pt idx="12605">
                  <c:v>24.75</c:v>
                </c:pt>
                <c:pt idx="12606">
                  <c:v>24.7</c:v>
                </c:pt>
                <c:pt idx="12607">
                  <c:v>24.65</c:v>
                </c:pt>
                <c:pt idx="12608">
                  <c:v>24.65</c:v>
                </c:pt>
                <c:pt idx="12609">
                  <c:v>24.55</c:v>
                </c:pt>
                <c:pt idx="12610">
                  <c:v>24.55</c:v>
                </c:pt>
                <c:pt idx="12611">
                  <c:v>24.5</c:v>
                </c:pt>
                <c:pt idx="12612">
                  <c:v>24.5</c:v>
                </c:pt>
                <c:pt idx="12613">
                  <c:v>24.5</c:v>
                </c:pt>
                <c:pt idx="12614">
                  <c:v>24.55</c:v>
                </c:pt>
                <c:pt idx="12615">
                  <c:v>24.55</c:v>
                </c:pt>
                <c:pt idx="12616">
                  <c:v>24.6</c:v>
                </c:pt>
                <c:pt idx="12617">
                  <c:v>24.6</c:v>
                </c:pt>
                <c:pt idx="12618">
                  <c:v>24.65</c:v>
                </c:pt>
                <c:pt idx="12619">
                  <c:v>24.65</c:v>
                </c:pt>
                <c:pt idx="12620">
                  <c:v>24.7</c:v>
                </c:pt>
                <c:pt idx="12621">
                  <c:v>24.7</c:v>
                </c:pt>
                <c:pt idx="12622">
                  <c:v>24.7</c:v>
                </c:pt>
                <c:pt idx="12623">
                  <c:v>24.75</c:v>
                </c:pt>
                <c:pt idx="12624">
                  <c:v>24.75</c:v>
                </c:pt>
                <c:pt idx="12625">
                  <c:v>24.8</c:v>
                </c:pt>
                <c:pt idx="12626">
                  <c:v>24.8</c:v>
                </c:pt>
                <c:pt idx="12627">
                  <c:v>24.8</c:v>
                </c:pt>
                <c:pt idx="12628">
                  <c:v>24.85</c:v>
                </c:pt>
                <c:pt idx="12629">
                  <c:v>24.85</c:v>
                </c:pt>
                <c:pt idx="12630">
                  <c:v>24.9</c:v>
                </c:pt>
                <c:pt idx="12631">
                  <c:v>24.9</c:v>
                </c:pt>
                <c:pt idx="12632">
                  <c:v>24.9</c:v>
                </c:pt>
                <c:pt idx="12633">
                  <c:v>24.85</c:v>
                </c:pt>
                <c:pt idx="12634">
                  <c:v>24.85</c:v>
                </c:pt>
                <c:pt idx="12635">
                  <c:v>24.75</c:v>
                </c:pt>
                <c:pt idx="12636">
                  <c:v>24.7</c:v>
                </c:pt>
                <c:pt idx="12637">
                  <c:v>24.65</c:v>
                </c:pt>
                <c:pt idx="12638">
                  <c:v>24.6</c:v>
                </c:pt>
                <c:pt idx="12639">
                  <c:v>24.6</c:v>
                </c:pt>
                <c:pt idx="12640">
                  <c:v>24.6</c:v>
                </c:pt>
                <c:pt idx="12641">
                  <c:v>24.6</c:v>
                </c:pt>
                <c:pt idx="12642">
                  <c:v>24.65</c:v>
                </c:pt>
                <c:pt idx="12643">
                  <c:v>24.6</c:v>
                </c:pt>
                <c:pt idx="12644">
                  <c:v>24.6</c:v>
                </c:pt>
                <c:pt idx="12645">
                  <c:v>24.6</c:v>
                </c:pt>
                <c:pt idx="12646">
                  <c:v>24.6</c:v>
                </c:pt>
                <c:pt idx="12647">
                  <c:v>24.6</c:v>
                </c:pt>
                <c:pt idx="12648">
                  <c:v>24.65</c:v>
                </c:pt>
                <c:pt idx="12649">
                  <c:v>24.65</c:v>
                </c:pt>
                <c:pt idx="12650">
                  <c:v>24.7</c:v>
                </c:pt>
                <c:pt idx="12651">
                  <c:v>24.7</c:v>
                </c:pt>
                <c:pt idx="12652">
                  <c:v>24.7</c:v>
                </c:pt>
                <c:pt idx="12653">
                  <c:v>24.7</c:v>
                </c:pt>
                <c:pt idx="12654">
                  <c:v>24.7</c:v>
                </c:pt>
                <c:pt idx="12655">
                  <c:v>24.75</c:v>
                </c:pt>
                <c:pt idx="12656">
                  <c:v>24.75</c:v>
                </c:pt>
                <c:pt idx="12657">
                  <c:v>24.75</c:v>
                </c:pt>
                <c:pt idx="12658">
                  <c:v>24.8</c:v>
                </c:pt>
                <c:pt idx="12659">
                  <c:v>24.85</c:v>
                </c:pt>
                <c:pt idx="12660">
                  <c:v>24.8</c:v>
                </c:pt>
                <c:pt idx="12661">
                  <c:v>24.8</c:v>
                </c:pt>
                <c:pt idx="12662">
                  <c:v>24.8</c:v>
                </c:pt>
                <c:pt idx="12663">
                  <c:v>24.75</c:v>
                </c:pt>
                <c:pt idx="12664">
                  <c:v>24.7</c:v>
                </c:pt>
                <c:pt idx="12665">
                  <c:v>24.7</c:v>
                </c:pt>
                <c:pt idx="12666">
                  <c:v>24.65</c:v>
                </c:pt>
                <c:pt idx="12667">
                  <c:v>24.6</c:v>
                </c:pt>
                <c:pt idx="12668">
                  <c:v>24.55</c:v>
                </c:pt>
                <c:pt idx="12669">
                  <c:v>24.55</c:v>
                </c:pt>
                <c:pt idx="12670">
                  <c:v>24.55</c:v>
                </c:pt>
                <c:pt idx="12671">
                  <c:v>24.55</c:v>
                </c:pt>
                <c:pt idx="12672">
                  <c:v>24.55</c:v>
                </c:pt>
                <c:pt idx="12673">
                  <c:v>24.55</c:v>
                </c:pt>
                <c:pt idx="12674">
                  <c:v>24.55</c:v>
                </c:pt>
                <c:pt idx="12675">
                  <c:v>24.55</c:v>
                </c:pt>
                <c:pt idx="12676">
                  <c:v>24.55</c:v>
                </c:pt>
                <c:pt idx="12677">
                  <c:v>24.6</c:v>
                </c:pt>
                <c:pt idx="12678">
                  <c:v>24.6</c:v>
                </c:pt>
                <c:pt idx="12679">
                  <c:v>24.6</c:v>
                </c:pt>
                <c:pt idx="12680">
                  <c:v>24.6</c:v>
                </c:pt>
                <c:pt idx="12681">
                  <c:v>24.65</c:v>
                </c:pt>
                <c:pt idx="12682">
                  <c:v>24.65</c:v>
                </c:pt>
                <c:pt idx="12683">
                  <c:v>24.7</c:v>
                </c:pt>
                <c:pt idx="12684">
                  <c:v>24.7</c:v>
                </c:pt>
                <c:pt idx="12685">
                  <c:v>24.75</c:v>
                </c:pt>
                <c:pt idx="12686">
                  <c:v>24.75</c:v>
                </c:pt>
                <c:pt idx="12687">
                  <c:v>24.8</c:v>
                </c:pt>
                <c:pt idx="12688">
                  <c:v>24.8</c:v>
                </c:pt>
                <c:pt idx="12689">
                  <c:v>24.85</c:v>
                </c:pt>
                <c:pt idx="12690">
                  <c:v>24.85</c:v>
                </c:pt>
                <c:pt idx="12691">
                  <c:v>24.85</c:v>
                </c:pt>
                <c:pt idx="12692">
                  <c:v>24.85</c:v>
                </c:pt>
                <c:pt idx="12693">
                  <c:v>24.8</c:v>
                </c:pt>
                <c:pt idx="12694">
                  <c:v>24.8</c:v>
                </c:pt>
                <c:pt idx="12695">
                  <c:v>24.7</c:v>
                </c:pt>
                <c:pt idx="12696">
                  <c:v>24.7</c:v>
                </c:pt>
                <c:pt idx="12697">
                  <c:v>24.7</c:v>
                </c:pt>
                <c:pt idx="12698">
                  <c:v>24.65</c:v>
                </c:pt>
                <c:pt idx="12699">
                  <c:v>24.65</c:v>
                </c:pt>
                <c:pt idx="12700">
                  <c:v>24.6</c:v>
                </c:pt>
                <c:pt idx="12701">
                  <c:v>24.65</c:v>
                </c:pt>
                <c:pt idx="12702">
                  <c:v>24.6</c:v>
                </c:pt>
                <c:pt idx="12703">
                  <c:v>24.6</c:v>
                </c:pt>
                <c:pt idx="12704">
                  <c:v>24.6</c:v>
                </c:pt>
                <c:pt idx="12705">
                  <c:v>24.6</c:v>
                </c:pt>
                <c:pt idx="12706">
                  <c:v>24.6</c:v>
                </c:pt>
                <c:pt idx="12707">
                  <c:v>24.6</c:v>
                </c:pt>
                <c:pt idx="12708">
                  <c:v>24.6</c:v>
                </c:pt>
                <c:pt idx="12709">
                  <c:v>24.65</c:v>
                </c:pt>
                <c:pt idx="12710">
                  <c:v>24.65</c:v>
                </c:pt>
                <c:pt idx="12711">
                  <c:v>24.65</c:v>
                </c:pt>
                <c:pt idx="12712">
                  <c:v>24.7</c:v>
                </c:pt>
                <c:pt idx="12713">
                  <c:v>24.7</c:v>
                </c:pt>
                <c:pt idx="12714">
                  <c:v>24.7</c:v>
                </c:pt>
                <c:pt idx="12715">
                  <c:v>24.75</c:v>
                </c:pt>
                <c:pt idx="12716">
                  <c:v>24.75</c:v>
                </c:pt>
                <c:pt idx="12717">
                  <c:v>24.8</c:v>
                </c:pt>
                <c:pt idx="12718">
                  <c:v>24.8</c:v>
                </c:pt>
                <c:pt idx="12719">
                  <c:v>24.85</c:v>
                </c:pt>
                <c:pt idx="12720">
                  <c:v>24.85</c:v>
                </c:pt>
                <c:pt idx="12721">
                  <c:v>24.85</c:v>
                </c:pt>
                <c:pt idx="12722">
                  <c:v>24.85</c:v>
                </c:pt>
                <c:pt idx="12723">
                  <c:v>24.8</c:v>
                </c:pt>
                <c:pt idx="12724">
                  <c:v>24.8</c:v>
                </c:pt>
                <c:pt idx="12725">
                  <c:v>24.75</c:v>
                </c:pt>
                <c:pt idx="12726">
                  <c:v>24.7</c:v>
                </c:pt>
                <c:pt idx="12727">
                  <c:v>24.65</c:v>
                </c:pt>
                <c:pt idx="12728">
                  <c:v>24.6</c:v>
                </c:pt>
                <c:pt idx="12729">
                  <c:v>24.6</c:v>
                </c:pt>
                <c:pt idx="12730">
                  <c:v>24.6</c:v>
                </c:pt>
                <c:pt idx="12731">
                  <c:v>24.6</c:v>
                </c:pt>
                <c:pt idx="12732">
                  <c:v>24.6</c:v>
                </c:pt>
                <c:pt idx="12733">
                  <c:v>24.6</c:v>
                </c:pt>
                <c:pt idx="12734">
                  <c:v>24.55</c:v>
                </c:pt>
                <c:pt idx="12735">
                  <c:v>24.6</c:v>
                </c:pt>
                <c:pt idx="12736">
                  <c:v>24.6</c:v>
                </c:pt>
                <c:pt idx="12737">
                  <c:v>24.6</c:v>
                </c:pt>
                <c:pt idx="12738">
                  <c:v>24.6</c:v>
                </c:pt>
                <c:pt idx="12739">
                  <c:v>24.6</c:v>
                </c:pt>
                <c:pt idx="12740">
                  <c:v>24.65</c:v>
                </c:pt>
                <c:pt idx="12741">
                  <c:v>24.65</c:v>
                </c:pt>
                <c:pt idx="12742">
                  <c:v>24.7</c:v>
                </c:pt>
                <c:pt idx="12743">
                  <c:v>24.7</c:v>
                </c:pt>
                <c:pt idx="12744">
                  <c:v>24.75</c:v>
                </c:pt>
                <c:pt idx="12745">
                  <c:v>24.75</c:v>
                </c:pt>
                <c:pt idx="12746">
                  <c:v>24.75</c:v>
                </c:pt>
                <c:pt idx="12747">
                  <c:v>24.8</c:v>
                </c:pt>
                <c:pt idx="12748">
                  <c:v>24.8</c:v>
                </c:pt>
                <c:pt idx="12749">
                  <c:v>24.85</c:v>
                </c:pt>
                <c:pt idx="12750">
                  <c:v>24.85</c:v>
                </c:pt>
                <c:pt idx="12751">
                  <c:v>24.85</c:v>
                </c:pt>
                <c:pt idx="12752">
                  <c:v>24.85</c:v>
                </c:pt>
                <c:pt idx="12753">
                  <c:v>24.8</c:v>
                </c:pt>
                <c:pt idx="12754">
                  <c:v>24.75</c:v>
                </c:pt>
                <c:pt idx="12755">
                  <c:v>24.7</c:v>
                </c:pt>
                <c:pt idx="12756">
                  <c:v>24.7</c:v>
                </c:pt>
                <c:pt idx="12757">
                  <c:v>24.7</c:v>
                </c:pt>
                <c:pt idx="12758">
                  <c:v>24.65</c:v>
                </c:pt>
                <c:pt idx="12759">
                  <c:v>24.6</c:v>
                </c:pt>
                <c:pt idx="12760">
                  <c:v>24.6</c:v>
                </c:pt>
                <c:pt idx="12761">
                  <c:v>24.55</c:v>
                </c:pt>
                <c:pt idx="12762">
                  <c:v>24.6</c:v>
                </c:pt>
                <c:pt idx="12763">
                  <c:v>24.55</c:v>
                </c:pt>
                <c:pt idx="12764">
                  <c:v>24.55</c:v>
                </c:pt>
                <c:pt idx="12765">
                  <c:v>24.55</c:v>
                </c:pt>
                <c:pt idx="12766">
                  <c:v>24.6</c:v>
                </c:pt>
                <c:pt idx="12767">
                  <c:v>24.6</c:v>
                </c:pt>
                <c:pt idx="12768">
                  <c:v>24.6</c:v>
                </c:pt>
                <c:pt idx="12769">
                  <c:v>24.65</c:v>
                </c:pt>
                <c:pt idx="12770">
                  <c:v>24.65</c:v>
                </c:pt>
                <c:pt idx="12771">
                  <c:v>24.7</c:v>
                </c:pt>
                <c:pt idx="12772">
                  <c:v>24.7</c:v>
                </c:pt>
                <c:pt idx="12773">
                  <c:v>24.75</c:v>
                </c:pt>
                <c:pt idx="12774">
                  <c:v>24.75</c:v>
                </c:pt>
                <c:pt idx="12775">
                  <c:v>24.75</c:v>
                </c:pt>
                <c:pt idx="12776">
                  <c:v>24.8</c:v>
                </c:pt>
                <c:pt idx="12777">
                  <c:v>24.8</c:v>
                </c:pt>
                <c:pt idx="12778">
                  <c:v>24.8</c:v>
                </c:pt>
                <c:pt idx="12779">
                  <c:v>24.85</c:v>
                </c:pt>
                <c:pt idx="12780">
                  <c:v>24.85</c:v>
                </c:pt>
                <c:pt idx="12781">
                  <c:v>24.85</c:v>
                </c:pt>
                <c:pt idx="12782">
                  <c:v>24.85</c:v>
                </c:pt>
                <c:pt idx="12783">
                  <c:v>24.85</c:v>
                </c:pt>
                <c:pt idx="12784">
                  <c:v>24.8</c:v>
                </c:pt>
                <c:pt idx="12785">
                  <c:v>24.75</c:v>
                </c:pt>
                <c:pt idx="12786">
                  <c:v>24.65</c:v>
                </c:pt>
                <c:pt idx="12787">
                  <c:v>24.65</c:v>
                </c:pt>
                <c:pt idx="12788">
                  <c:v>24.6</c:v>
                </c:pt>
                <c:pt idx="12789">
                  <c:v>24.6</c:v>
                </c:pt>
                <c:pt idx="12790">
                  <c:v>24.55</c:v>
                </c:pt>
                <c:pt idx="12791">
                  <c:v>24.55</c:v>
                </c:pt>
                <c:pt idx="12792">
                  <c:v>24.55</c:v>
                </c:pt>
                <c:pt idx="12793">
                  <c:v>24.55</c:v>
                </c:pt>
                <c:pt idx="12794">
                  <c:v>24.55</c:v>
                </c:pt>
                <c:pt idx="12795">
                  <c:v>24.55</c:v>
                </c:pt>
                <c:pt idx="12796">
                  <c:v>24.55</c:v>
                </c:pt>
                <c:pt idx="12797">
                  <c:v>24.55</c:v>
                </c:pt>
                <c:pt idx="12798">
                  <c:v>24.55</c:v>
                </c:pt>
                <c:pt idx="12799">
                  <c:v>24.6</c:v>
                </c:pt>
                <c:pt idx="12800">
                  <c:v>24.6</c:v>
                </c:pt>
                <c:pt idx="12801">
                  <c:v>24.65</c:v>
                </c:pt>
                <c:pt idx="12802">
                  <c:v>24.65</c:v>
                </c:pt>
                <c:pt idx="12803">
                  <c:v>24.7</c:v>
                </c:pt>
                <c:pt idx="12804">
                  <c:v>24.7</c:v>
                </c:pt>
                <c:pt idx="12805">
                  <c:v>24.75</c:v>
                </c:pt>
                <c:pt idx="12806">
                  <c:v>24.75</c:v>
                </c:pt>
                <c:pt idx="12807">
                  <c:v>24.8</c:v>
                </c:pt>
                <c:pt idx="12808">
                  <c:v>24.8</c:v>
                </c:pt>
                <c:pt idx="12809">
                  <c:v>24.85</c:v>
                </c:pt>
                <c:pt idx="12810">
                  <c:v>24.85</c:v>
                </c:pt>
                <c:pt idx="12811">
                  <c:v>24.85</c:v>
                </c:pt>
                <c:pt idx="12812">
                  <c:v>24.85</c:v>
                </c:pt>
                <c:pt idx="12813">
                  <c:v>24.85</c:v>
                </c:pt>
                <c:pt idx="12814">
                  <c:v>24.8</c:v>
                </c:pt>
                <c:pt idx="12815">
                  <c:v>24.75</c:v>
                </c:pt>
                <c:pt idx="12816">
                  <c:v>24.7</c:v>
                </c:pt>
                <c:pt idx="12817">
                  <c:v>24.65</c:v>
                </c:pt>
                <c:pt idx="12818">
                  <c:v>24.65</c:v>
                </c:pt>
                <c:pt idx="12819">
                  <c:v>24.6</c:v>
                </c:pt>
                <c:pt idx="12820">
                  <c:v>24.6</c:v>
                </c:pt>
                <c:pt idx="12821">
                  <c:v>24.55</c:v>
                </c:pt>
                <c:pt idx="12822">
                  <c:v>24.55</c:v>
                </c:pt>
                <c:pt idx="12823">
                  <c:v>24.55</c:v>
                </c:pt>
                <c:pt idx="12824">
                  <c:v>24.55</c:v>
                </c:pt>
                <c:pt idx="12825">
                  <c:v>24.55</c:v>
                </c:pt>
                <c:pt idx="12826">
                  <c:v>24.55</c:v>
                </c:pt>
                <c:pt idx="12827">
                  <c:v>24.55</c:v>
                </c:pt>
                <c:pt idx="12828">
                  <c:v>24.6</c:v>
                </c:pt>
                <c:pt idx="12829">
                  <c:v>24.6</c:v>
                </c:pt>
                <c:pt idx="12830">
                  <c:v>24.6</c:v>
                </c:pt>
                <c:pt idx="12831">
                  <c:v>24.65</c:v>
                </c:pt>
                <c:pt idx="12832">
                  <c:v>24.65</c:v>
                </c:pt>
                <c:pt idx="12833">
                  <c:v>24.7</c:v>
                </c:pt>
                <c:pt idx="12834">
                  <c:v>24.7</c:v>
                </c:pt>
                <c:pt idx="12835">
                  <c:v>24.75</c:v>
                </c:pt>
                <c:pt idx="12836">
                  <c:v>24.8</c:v>
                </c:pt>
                <c:pt idx="12837">
                  <c:v>24.8</c:v>
                </c:pt>
                <c:pt idx="12838">
                  <c:v>24.85</c:v>
                </c:pt>
                <c:pt idx="12839">
                  <c:v>24.85</c:v>
                </c:pt>
                <c:pt idx="12840">
                  <c:v>24.9</c:v>
                </c:pt>
                <c:pt idx="12841">
                  <c:v>24.9</c:v>
                </c:pt>
                <c:pt idx="12842">
                  <c:v>24.9</c:v>
                </c:pt>
                <c:pt idx="12843">
                  <c:v>24.85</c:v>
                </c:pt>
                <c:pt idx="12844">
                  <c:v>24.8</c:v>
                </c:pt>
                <c:pt idx="12845">
                  <c:v>24.75</c:v>
                </c:pt>
                <c:pt idx="12846">
                  <c:v>24.7</c:v>
                </c:pt>
                <c:pt idx="12847">
                  <c:v>24.7</c:v>
                </c:pt>
                <c:pt idx="12848">
                  <c:v>24.65</c:v>
                </c:pt>
                <c:pt idx="12849">
                  <c:v>24.65</c:v>
                </c:pt>
                <c:pt idx="12850">
                  <c:v>24.6</c:v>
                </c:pt>
                <c:pt idx="12851">
                  <c:v>24.6</c:v>
                </c:pt>
                <c:pt idx="12852">
                  <c:v>24.6</c:v>
                </c:pt>
                <c:pt idx="12853">
                  <c:v>24.6</c:v>
                </c:pt>
                <c:pt idx="12854">
                  <c:v>24.6</c:v>
                </c:pt>
                <c:pt idx="12855">
                  <c:v>24.6</c:v>
                </c:pt>
                <c:pt idx="12856">
                  <c:v>24.65</c:v>
                </c:pt>
                <c:pt idx="12857">
                  <c:v>24.65</c:v>
                </c:pt>
                <c:pt idx="12858">
                  <c:v>24.65</c:v>
                </c:pt>
                <c:pt idx="12859">
                  <c:v>24.65</c:v>
                </c:pt>
                <c:pt idx="12860">
                  <c:v>24.65</c:v>
                </c:pt>
                <c:pt idx="12861">
                  <c:v>24.65</c:v>
                </c:pt>
                <c:pt idx="12862">
                  <c:v>24.7</c:v>
                </c:pt>
                <c:pt idx="12863">
                  <c:v>24.7</c:v>
                </c:pt>
                <c:pt idx="12864">
                  <c:v>24.7</c:v>
                </c:pt>
                <c:pt idx="12865">
                  <c:v>24.75</c:v>
                </c:pt>
                <c:pt idx="12866">
                  <c:v>24.75</c:v>
                </c:pt>
                <c:pt idx="12867">
                  <c:v>24.8</c:v>
                </c:pt>
                <c:pt idx="12868">
                  <c:v>24.8</c:v>
                </c:pt>
                <c:pt idx="12869">
                  <c:v>24.8</c:v>
                </c:pt>
                <c:pt idx="12870">
                  <c:v>24.85</c:v>
                </c:pt>
                <c:pt idx="12871">
                  <c:v>24.85</c:v>
                </c:pt>
                <c:pt idx="12872">
                  <c:v>24.85</c:v>
                </c:pt>
                <c:pt idx="12873">
                  <c:v>24.8</c:v>
                </c:pt>
                <c:pt idx="12874">
                  <c:v>24.8</c:v>
                </c:pt>
                <c:pt idx="12875">
                  <c:v>24.75</c:v>
                </c:pt>
                <c:pt idx="12876">
                  <c:v>24.75</c:v>
                </c:pt>
                <c:pt idx="12877">
                  <c:v>24.7</c:v>
                </c:pt>
                <c:pt idx="12878">
                  <c:v>24.65</c:v>
                </c:pt>
                <c:pt idx="12879">
                  <c:v>24.6</c:v>
                </c:pt>
                <c:pt idx="12880">
                  <c:v>24.6</c:v>
                </c:pt>
                <c:pt idx="12881">
                  <c:v>24.65</c:v>
                </c:pt>
                <c:pt idx="12882">
                  <c:v>24.6</c:v>
                </c:pt>
                <c:pt idx="12883">
                  <c:v>24.6</c:v>
                </c:pt>
                <c:pt idx="12884">
                  <c:v>24.65</c:v>
                </c:pt>
                <c:pt idx="12885">
                  <c:v>24.65</c:v>
                </c:pt>
                <c:pt idx="12886">
                  <c:v>24.65</c:v>
                </c:pt>
                <c:pt idx="12887">
                  <c:v>24.65</c:v>
                </c:pt>
                <c:pt idx="12888">
                  <c:v>24.65</c:v>
                </c:pt>
                <c:pt idx="12889">
                  <c:v>24.65</c:v>
                </c:pt>
                <c:pt idx="12890">
                  <c:v>24.65</c:v>
                </c:pt>
                <c:pt idx="12891">
                  <c:v>24.65</c:v>
                </c:pt>
                <c:pt idx="12892">
                  <c:v>24.7</c:v>
                </c:pt>
                <c:pt idx="12893">
                  <c:v>24.75</c:v>
                </c:pt>
                <c:pt idx="12894">
                  <c:v>24.75</c:v>
                </c:pt>
                <c:pt idx="12895">
                  <c:v>24.8</c:v>
                </c:pt>
                <c:pt idx="12896">
                  <c:v>24.8</c:v>
                </c:pt>
                <c:pt idx="12897">
                  <c:v>24.8</c:v>
                </c:pt>
                <c:pt idx="12898">
                  <c:v>24.85</c:v>
                </c:pt>
                <c:pt idx="12899">
                  <c:v>24.85</c:v>
                </c:pt>
                <c:pt idx="12900">
                  <c:v>24.9</c:v>
                </c:pt>
                <c:pt idx="12901">
                  <c:v>24.9</c:v>
                </c:pt>
                <c:pt idx="12902">
                  <c:v>24.9</c:v>
                </c:pt>
                <c:pt idx="12903">
                  <c:v>24.85</c:v>
                </c:pt>
                <c:pt idx="12904">
                  <c:v>24.8</c:v>
                </c:pt>
                <c:pt idx="12905">
                  <c:v>24.75</c:v>
                </c:pt>
                <c:pt idx="12906">
                  <c:v>24.7</c:v>
                </c:pt>
                <c:pt idx="12907">
                  <c:v>24.7</c:v>
                </c:pt>
                <c:pt idx="12908">
                  <c:v>24.65</c:v>
                </c:pt>
                <c:pt idx="12909">
                  <c:v>24.6</c:v>
                </c:pt>
                <c:pt idx="12910">
                  <c:v>24.6</c:v>
                </c:pt>
                <c:pt idx="12911">
                  <c:v>24.55</c:v>
                </c:pt>
                <c:pt idx="12912">
                  <c:v>24.55</c:v>
                </c:pt>
                <c:pt idx="12913">
                  <c:v>24.55</c:v>
                </c:pt>
                <c:pt idx="12914">
                  <c:v>24.55</c:v>
                </c:pt>
                <c:pt idx="12915">
                  <c:v>24.55</c:v>
                </c:pt>
                <c:pt idx="12916">
                  <c:v>24.55</c:v>
                </c:pt>
                <c:pt idx="12917">
                  <c:v>24.55</c:v>
                </c:pt>
                <c:pt idx="12918">
                  <c:v>24.6</c:v>
                </c:pt>
                <c:pt idx="12919">
                  <c:v>24.6</c:v>
                </c:pt>
                <c:pt idx="12920">
                  <c:v>24.65</c:v>
                </c:pt>
                <c:pt idx="12921">
                  <c:v>24.65</c:v>
                </c:pt>
                <c:pt idx="12922">
                  <c:v>24.7</c:v>
                </c:pt>
                <c:pt idx="12923">
                  <c:v>24.7</c:v>
                </c:pt>
                <c:pt idx="12924">
                  <c:v>24.7</c:v>
                </c:pt>
                <c:pt idx="12925">
                  <c:v>24.75</c:v>
                </c:pt>
                <c:pt idx="12926">
                  <c:v>24.75</c:v>
                </c:pt>
                <c:pt idx="12927">
                  <c:v>24.75</c:v>
                </c:pt>
                <c:pt idx="12928">
                  <c:v>24.8</c:v>
                </c:pt>
                <c:pt idx="12929">
                  <c:v>24.85</c:v>
                </c:pt>
                <c:pt idx="12930">
                  <c:v>24.85</c:v>
                </c:pt>
                <c:pt idx="12931">
                  <c:v>24.85</c:v>
                </c:pt>
                <c:pt idx="12932">
                  <c:v>24.85</c:v>
                </c:pt>
                <c:pt idx="12933">
                  <c:v>24.8</c:v>
                </c:pt>
                <c:pt idx="12934">
                  <c:v>24.75</c:v>
                </c:pt>
                <c:pt idx="12935">
                  <c:v>24.7</c:v>
                </c:pt>
                <c:pt idx="12936">
                  <c:v>24.65</c:v>
                </c:pt>
                <c:pt idx="12937">
                  <c:v>24.65</c:v>
                </c:pt>
                <c:pt idx="12938">
                  <c:v>24.6</c:v>
                </c:pt>
                <c:pt idx="12939">
                  <c:v>24.6</c:v>
                </c:pt>
                <c:pt idx="12940">
                  <c:v>24.6</c:v>
                </c:pt>
                <c:pt idx="12941">
                  <c:v>24.55</c:v>
                </c:pt>
                <c:pt idx="12942">
                  <c:v>24.55</c:v>
                </c:pt>
                <c:pt idx="12943">
                  <c:v>24.55</c:v>
                </c:pt>
                <c:pt idx="12944">
                  <c:v>24.55</c:v>
                </c:pt>
                <c:pt idx="12945">
                  <c:v>24.55</c:v>
                </c:pt>
                <c:pt idx="12946">
                  <c:v>24.55</c:v>
                </c:pt>
                <c:pt idx="12947">
                  <c:v>24.6</c:v>
                </c:pt>
                <c:pt idx="12948">
                  <c:v>24.6</c:v>
                </c:pt>
                <c:pt idx="12949">
                  <c:v>24.6</c:v>
                </c:pt>
                <c:pt idx="12950">
                  <c:v>24.65</c:v>
                </c:pt>
                <c:pt idx="12951">
                  <c:v>24.65</c:v>
                </c:pt>
                <c:pt idx="12952">
                  <c:v>24.7</c:v>
                </c:pt>
                <c:pt idx="12953">
                  <c:v>24.7</c:v>
                </c:pt>
                <c:pt idx="12954">
                  <c:v>24.75</c:v>
                </c:pt>
                <c:pt idx="12955">
                  <c:v>24.8</c:v>
                </c:pt>
                <c:pt idx="12956">
                  <c:v>24.8</c:v>
                </c:pt>
                <c:pt idx="12957">
                  <c:v>24.85</c:v>
                </c:pt>
                <c:pt idx="12958">
                  <c:v>24.85</c:v>
                </c:pt>
                <c:pt idx="12959">
                  <c:v>24.9</c:v>
                </c:pt>
                <c:pt idx="12960">
                  <c:v>24.9</c:v>
                </c:pt>
                <c:pt idx="12961">
                  <c:v>24.9</c:v>
                </c:pt>
                <c:pt idx="12962">
                  <c:v>24.9</c:v>
                </c:pt>
                <c:pt idx="12963">
                  <c:v>24.85</c:v>
                </c:pt>
                <c:pt idx="12964">
                  <c:v>24.8</c:v>
                </c:pt>
                <c:pt idx="12965">
                  <c:v>24.75</c:v>
                </c:pt>
                <c:pt idx="12966">
                  <c:v>24.75</c:v>
                </c:pt>
                <c:pt idx="12967">
                  <c:v>24.7</c:v>
                </c:pt>
                <c:pt idx="12968">
                  <c:v>24.65</c:v>
                </c:pt>
                <c:pt idx="12969">
                  <c:v>24.6</c:v>
                </c:pt>
                <c:pt idx="12970">
                  <c:v>24.6</c:v>
                </c:pt>
                <c:pt idx="12971">
                  <c:v>24.55</c:v>
                </c:pt>
                <c:pt idx="12972">
                  <c:v>24.55</c:v>
                </c:pt>
                <c:pt idx="12973">
                  <c:v>24.55</c:v>
                </c:pt>
                <c:pt idx="12974">
                  <c:v>24.55</c:v>
                </c:pt>
                <c:pt idx="12975">
                  <c:v>24.55</c:v>
                </c:pt>
                <c:pt idx="12976">
                  <c:v>24.55</c:v>
                </c:pt>
                <c:pt idx="12977">
                  <c:v>24.6</c:v>
                </c:pt>
                <c:pt idx="12978">
                  <c:v>24.6</c:v>
                </c:pt>
                <c:pt idx="12979">
                  <c:v>24.6</c:v>
                </c:pt>
                <c:pt idx="12980">
                  <c:v>24.65</c:v>
                </c:pt>
                <c:pt idx="12981">
                  <c:v>24.65</c:v>
                </c:pt>
                <c:pt idx="12982">
                  <c:v>24.7</c:v>
                </c:pt>
                <c:pt idx="12983">
                  <c:v>24.7</c:v>
                </c:pt>
                <c:pt idx="12984">
                  <c:v>24.7</c:v>
                </c:pt>
                <c:pt idx="12985">
                  <c:v>24.75</c:v>
                </c:pt>
                <c:pt idx="12986">
                  <c:v>24.75</c:v>
                </c:pt>
                <c:pt idx="12987">
                  <c:v>24.8</c:v>
                </c:pt>
                <c:pt idx="12988">
                  <c:v>24.8</c:v>
                </c:pt>
                <c:pt idx="12989">
                  <c:v>24.85</c:v>
                </c:pt>
                <c:pt idx="12990">
                  <c:v>24.9</c:v>
                </c:pt>
                <c:pt idx="12991">
                  <c:v>24.9</c:v>
                </c:pt>
                <c:pt idx="12992">
                  <c:v>24.9</c:v>
                </c:pt>
                <c:pt idx="12993">
                  <c:v>24.9</c:v>
                </c:pt>
                <c:pt idx="12994">
                  <c:v>24.85</c:v>
                </c:pt>
                <c:pt idx="12995">
                  <c:v>24.8</c:v>
                </c:pt>
                <c:pt idx="12996">
                  <c:v>24.75</c:v>
                </c:pt>
                <c:pt idx="12997">
                  <c:v>24.7</c:v>
                </c:pt>
                <c:pt idx="12998">
                  <c:v>24.65</c:v>
                </c:pt>
                <c:pt idx="12999">
                  <c:v>24.65</c:v>
                </c:pt>
                <c:pt idx="13000">
                  <c:v>24.6</c:v>
                </c:pt>
                <c:pt idx="13001">
                  <c:v>24.6</c:v>
                </c:pt>
                <c:pt idx="13002">
                  <c:v>24.6</c:v>
                </c:pt>
                <c:pt idx="13003">
                  <c:v>24.55</c:v>
                </c:pt>
                <c:pt idx="13004">
                  <c:v>24.55</c:v>
                </c:pt>
                <c:pt idx="13005">
                  <c:v>24.55</c:v>
                </c:pt>
                <c:pt idx="13006">
                  <c:v>24.6</c:v>
                </c:pt>
                <c:pt idx="13007">
                  <c:v>24.6</c:v>
                </c:pt>
                <c:pt idx="13008">
                  <c:v>24.6</c:v>
                </c:pt>
                <c:pt idx="13009">
                  <c:v>24.6</c:v>
                </c:pt>
                <c:pt idx="13010">
                  <c:v>24.65</c:v>
                </c:pt>
                <c:pt idx="13011">
                  <c:v>24.65</c:v>
                </c:pt>
                <c:pt idx="13012">
                  <c:v>24.7</c:v>
                </c:pt>
                <c:pt idx="13013">
                  <c:v>24.7</c:v>
                </c:pt>
                <c:pt idx="13014">
                  <c:v>24.75</c:v>
                </c:pt>
                <c:pt idx="13015">
                  <c:v>24.75</c:v>
                </c:pt>
                <c:pt idx="13016">
                  <c:v>24.8</c:v>
                </c:pt>
                <c:pt idx="13017">
                  <c:v>24.8</c:v>
                </c:pt>
                <c:pt idx="13018">
                  <c:v>24.85</c:v>
                </c:pt>
                <c:pt idx="13019">
                  <c:v>24.85</c:v>
                </c:pt>
                <c:pt idx="13020">
                  <c:v>24.9</c:v>
                </c:pt>
                <c:pt idx="13021">
                  <c:v>24.9</c:v>
                </c:pt>
                <c:pt idx="13022">
                  <c:v>24.85</c:v>
                </c:pt>
                <c:pt idx="13023">
                  <c:v>24.85</c:v>
                </c:pt>
                <c:pt idx="13024">
                  <c:v>24.8</c:v>
                </c:pt>
                <c:pt idx="13025">
                  <c:v>24.8</c:v>
                </c:pt>
                <c:pt idx="13026">
                  <c:v>24.75</c:v>
                </c:pt>
                <c:pt idx="13027">
                  <c:v>24.7</c:v>
                </c:pt>
                <c:pt idx="13028">
                  <c:v>24.65</c:v>
                </c:pt>
                <c:pt idx="13029">
                  <c:v>24.6</c:v>
                </c:pt>
                <c:pt idx="13030">
                  <c:v>24.6</c:v>
                </c:pt>
                <c:pt idx="13031">
                  <c:v>24.6</c:v>
                </c:pt>
                <c:pt idx="13032">
                  <c:v>24.55</c:v>
                </c:pt>
                <c:pt idx="13033">
                  <c:v>24.55</c:v>
                </c:pt>
                <c:pt idx="13034">
                  <c:v>24.55</c:v>
                </c:pt>
                <c:pt idx="13035">
                  <c:v>24.55</c:v>
                </c:pt>
                <c:pt idx="13036">
                  <c:v>24.55</c:v>
                </c:pt>
                <c:pt idx="13037">
                  <c:v>24.6</c:v>
                </c:pt>
                <c:pt idx="13038">
                  <c:v>24.6</c:v>
                </c:pt>
                <c:pt idx="13039">
                  <c:v>24.6</c:v>
                </c:pt>
                <c:pt idx="13040">
                  <c:v>24.65</c:v>
                </c:pt>
                <c:pt idx="13041">
                  <c:v>24.65</c:v>
                </c:pt>
                <c:pt idx="13042">
                  <c:v>24.75</c:v>
                </c:pt>
                <c:pt idx="13043">
                  <c:v>24.8</c:v>
                </c:pt>
                <c:pt idx="13044">
                  <c:v>24.8</c:v>
                </c:pt>
                <c:pt idx="13045">
                  <c:v>24.8</c:v>
                </c:pt>
                <c:pt idx="13046">
                  <c:v>24.85</c:v>
                </c:pt>
                <c:pt idx="13047">
                  <c:v>24.85</c:v>
                </c:pt>
                <c:pt idx="13048">
                  <c:v>24.9</c:v>
                </c:pt>
                <c:pt idx="13049">
                  <c:v>24.9</c:v>
                </c:pt>
                <c:pt idx="13050">
                  <c:v>24.95</c:v>
                </c:pt>
                <c:pt idx="13051">
                  <c:v>24.9</c:v>
                </c:pt>
                <c:pt idx="13052">
                  <c:v>24.85</c:v>
                </c:pt>
                <c:pt idx="13053">
                  <c:v>24.8</c:v>
                </c:pt>
                <c:pt idx="13054">
                  <c:v>24.75</c:v>
                </c:pt>
                <c:pt idx="13055">
                  <c:v>24.75</c:v>
                </c:pt>
                <c:pt idx="13056">
                  <c:v>24.65</c:v>
                </c:pt>
                <c:pt idx="13057">
                  <c:v>24.6</c:v>
                </c:pt>
                <c:pt idx="13058">
                  <c:v>24.55</c:v>
                </c:pt>
                <c:pt idx="13059">
                  <c:v>24.55</c:v>
                </c:pt>
                <c:pt idx="13060">
                  <c:v>24.55</c:v>
                </c:pt>
                <c:pt idx="13061">
                  <c:v>24.55</c:v>
                </c:pt>
                <c:pt idx="13062">
                  <c:v>24.55</c:v>
                </c:pt>
                <c:pt idx="13063">
                  <c:v>24.6</c:v>
                </c:pt>
                <c:pt idx="13064">
                  <c:v>24.55</c:v>
                </c:pt>
                <c:pt idx="13065">
                  <c:v>24.6</c:v>
                </c:pt>
                <c:pt idx="13066">
                  <c:v>24.6</c:v>
                </c:pt>
                <c:pt idx="13067">
                  <c:v>24.6</c:v>
                </c:pt>
                <c:pt idx="13068">
                  <c:v>24.65</c:v>
                </c:pt>
                <c:pt idx="13069">
                  <c:v>24.65</c:v>
                </c:pt>
                <c:pt idx="13070">
                  <c:v>24.65</c:v>
                </c:pt>
                <c:pt idx="13071">
                  <c:v>24.7</c:v>
                </c:pt>
                <c:pt idx="13072">
                  <c:v>24.7</c:v>
                </c:pt>
                <c:pt idx="13073">
                  <c:v>24.75</c:v>
                </c:pt>
                <c:pt idx="13074">
                  <c:v>24.8</c:v>
                </c:pt>
                <c:pt idx="13075">
                  <c:v>24.8</c:v>
                </c:pt>
                <c:pt idx="13076">
                  <c:v>24.85</c:v>
                </c:pt>
                <c:pt idx="13077">
                  <c:v>24.85</c:v>
                </c:pt>
                <c:pt idx="13078">
                  <c:v>24.9</c:v>
                </c:pt>
                <c:pt idx="13079">
                  <c:v>24.9</c:v>
                </c:pt>
                <c:pt idx="13080">
                  <c:v>24.95</c:v>
                </c:pt>
                <c:pt idx="13081">
                  <c:v>24.95</c:v>
                </c:pt>
                <c:pt idx="13082">
                  <c:v>24.9</c:v>
                </c:pt>
                <c:pt idx="13083">
                  <c:v>24.85</c:v>
                </c:pt>
                <c:pt idx="13084">
                  <c:v>24.8</c:v>
                </c:pt>
                <c:pt idx="13085">
                  <c:v>24.75</c:v>
                </c:pt>
                <c:pt idx="13086">
                  <c:v>24.75</c:v>
                </c:pt>
                <c:pt idx="13087">
                  <c:v>24.7</c:v>
                </c:pt>
                <c:pt idx="13088">
                  <c:v>24.65</c:v>
                </c:pt>
                <c:pt idx="13089">
                  <c:v>24.65</c:v>
                </c:pt>
                <c:pt idx="13090">
                  <c:v>24.6</c:v>
                </c:pt>
                <c:pt idx="13091">
                  <c:v>24.6</c:v>
                </c:pt>
                <c:pt idx="13092">
                  <c:v>24.6</c:v>
                </c:pt>
                <c:pt idx="13093">
                  <c:v>24.6</c:v>
                </c:pt>
                <c:pt idx="13094">
                  <c:v>24.6</c:v>
                </c:pt>
                <c:pt idx="13095">
                  <c:v>24.65</c:v>
                </c:pt>
                <c:pt idx="13096">
                  <c:v>24.65</c:v>
                </c:pt>
                <c:pt idx="13097">
                  <c:v>24.65</c:v>
                </c:pt>
                <c:pt idx="13098">
                  <c:v>24.7</c:v>
                </c:pt>
                <c:pt idx="13099">
                  <c:v>24.7</c:v>
                </c:pt>
                <c:pt idx="13100">
                  <c:v>24.7</c:v>
                </c:pt>
                <c:pt idx="13101">
                  <c:v>24.75</c:v>
                </c:pt>
                <c:pt idx="13102">
                  <c:v>24.75</c:v>
                </c:pt>
                <c:pt idx="13103">
                  <c:v>24.75</c:v>
                </c:pt>
                <c:pt idx="13104">
                  <c:v>24.8</c:v>
                </c:pt>
                <c:pt idx="13105">
                  <c:v>24.8</c:v>
                </c:pt>
                <c:pt idx="13106">
                  <c:v>24.8</c:v>
                </c:pt>
                <c:pt idx="13107">
                  <c:v>24.8</c:v>
                </c:pt>
                <c:pt idx="13108">
                  <c:v>24.85</c:v>
                </c:pt>
                <c:pt idx="13109">
                  <c:v>24.85</c:v>
                </c:pt>
                <c:pt idx="13110">
                  <c:v>24.9</c:v>
                </c:pt>
                <c:pt idx="13111">
                  <c:v>24.85</c:v>
                </c:pt>
                <c:pt idx="13112">
                  <c:v>24.85</c:v>
                </c:pt>
                <c:pt idx="13113">
                  <c:v>24.8</c:v>
                </c:pt>
                <c:pt idx="13114">
                  <c:v>24.8</c:v>
                </c:pt>
                <c:pt idx="13115">
                  <c:v>24.75</c:v>
                </c:pt>
                <c:pt idx="13116">
                  <c:v>24.7</c:v>
                </c:pt>
                <c:pt idx="13117">
                  <c:v>24.65</c:v>
                </c:pt>
                <c:pt idx="13118">
                  <c:v>24.65</c:v>
                </c:pt>
                <c:pt idx="13119">
                  <c:v>24.6</c:v>
                </c:pt>
                <c:pt idx="13120">
                  <c:v>24.6</c:v>
                </c:pt>
                <c:pt idx="13121">
                  <c:v>24.6</c:v>
                </c:pt>
                <c:pt idx="13122">
                  <c:v>24.6</c:v>
                </c:pt>
                <c:pt idx="13123">
                  <c:v>24.6</c:v>
                </c:pt>
                <c:pt idx="13124">
                  <c:v>24.65</c:v>
                </c:pt>
                <c:pt idx="13125">
                  <c:v>24.65</c:v>
                </c:pt>
                <c:pt idx="13126">
                  <c:v>24.65</c:v>
                </c:pt>
                <c:pt idx="13127">
                  <c:v>24.65</c:v>
                </c:pt>
                <c:pt idx="13128">
                  <c:v>24.65</c:v>
                </c:pt>
                <c:pt idx="13129">
                  <c:v>24.7</c:v>
                </c:pt>
                <c:pt idx="13130">
                  <c:v>24.7</c:v>
                </c:pt>
                <c:pt idx="13131">
                  <c:v>24.75</c:v>
                </c:pt>
                <c:pt idx="13132">
                  <c:v>24.75</c:v>
                </c:pt>
                <c:pt idx="13133">
                  <c:v>24.75</c:v>
                </c:pt>
                <c:pt idx="13134">
                  <c:v>24.8</c:v>
                </c:pt>
                <c:pt idx="13135">
                  <c:v>24.8</c:v>
                </c:pt>
                <c:pt idx="13136">
                  <c:v>24.85</c:v>
                </c:pt>
                <c:pt idx="13137">
                  <c:v>24.85</c:v>
                </c:pt>
                <c:pt idx="13138">
                  <c:v>24.9</c:v>
                </c:pt>
                <c:pt idx="13139">
                  <c:v>24.9</c:v>
                </c:pt>
                <c:pt idx="13140">
                  <c:v>24.95</c:v>
                </c:pt>
                <c:pt idx="13141">
                  <c:v>24.9</c:v>
                </c:pt>
                <c:pt idx="13142">
                  <c:v>24.9</c:v>
                </c:pt>
                <c:pt idx="13143">
                  <c:v>24.85</c:v>
                </c:pt>
                <c:pt idx="13144">
                  <c:v>24.8</c:v>
                </c:pt>
                <c:pt idx="13145">
                  <c:v>24.8</c:v>
                </c:pt>
                <c:pt idx="13146">
                  <c:v>24.75</c:v>
                </c:pt>
                <c:pt idx="13147">
                  <c:v>24.75</c:v>
                </c:pt>
                <c:pt idx="13148">
                  <c:v>24.7</c:v>
                </c:pt>
                <c:pt idx="13149">
                  <c:v>24.65</c:v>
                </c:pt>
                <c:pt idx="13150">
                  <c:v>24.65</c:v>
                </c:pt>
                <c:pt idx="13151">
                  <c:v>24.6</c:v>
                </c:pt>
                <c:pt idx="13152">
                  <c:v>24.6</c:v>
                </c:pt>
                <c:pt idx="13153">
                  <c:v>24.6</c:v>
                </c:pt>
                <c:pt idx="13154">
                  <c:v>24.6</c:v>
                </c:pt>
                <c:pt idx="13155">
                  <c:v>24.6</c:v>
                </c:pt>
                <c:pt idx="13156">
                  <c:v>24.6</c:v>
                </c:pt>
                <c:pt idx="13157">
                  <c:v>24.6</c:v>
                </c:pt>
                <c:pt idx="13158">
                  <c:v>24.65</c:v>
                </c:pt>
                <c:pt idx="13159">
                  <c:v>24.65</c:v>
                </c:pt>
                <c:pt idx="13160">
                  <c:v>24.7</c:v>
                </c:pt>
                <c:pt idx="13161">
                  <c:v>24.7</c:v>
                </c:pt>
                <c:pt idx="13162">
                  <c:v>24.75</c:v>
                </c:pt>
                <c:pt idx="13163">
                  <c:v>24.75</c:v>
                </c:pt>
                <c:pt idx="13164">
                  <c:v>24.75</c:v>
                </c:pt>
                <c:pt idx="13165">
                  <c:v>24.8</c:v>
                </c:pt>
                <c:pt idx="13166">
                  <c:v>24.85</c:v>
                </c:pt>
                <c:pt idx="13167">
                  <c:v>24.85</c:v>
                </c:pt>
                <c:pt idx="13168">
                  <c:v>24.9</c:v>
                </c:pt>
                <c:pt idx="13169">
                  <c:v>24.9</c:v>
                </c:pt>
                <c:pt idx="13170">
                  <c:v>24.95</c:v>
                </c:pt>
                <c:pt idx="13171">
                  <c:v>24.95</c:v>
                </c:pt>
                <c:pt idx="13172">
                  <c:v>24.95</c:v>
                </c:pt>
                <c:pt idx="13173">
                  <c:v>24.9</c:v>
                </c:pt>
                <c:pt idx="13174">
                  <c:v>24.85</c:v>
                </c:pt>
                <c:pt idx="13175">
                  <c:v>24.8</c:v>
                </c:pt>
                <c:pt idx="13176">
                  <c:v>24.75</c:v>
                </c:pt>
                <c:pt idx="13177">
                  <c:v>24.7</c:v>
                </c:pt>
                <c:pt idx="13178">
                  <c:v>24.65</c:v>
                </c:pt>
                <c:pt idx="13179">
                  <c:v>24.65</c:v>
                </c:pt>
                <c:pt idx="13180">
                  <c:v>24.65</c:v>
                </c:pt>
                <c:pt idx="13181">
                  <c:v>24.6</c:v>
                </c:pt>
                <c:pt idx="13182">
                  <c:v>24.6</c:v>
                </c:pt>
                <c:pt idx="13183">
                  <c:v>24.6</c:v>
                </c:pt>
                <c:pt idx="13184">
                  <c:v>24.65</c:v>
                </c:pt>
                <c:pt idx="13185">
                  <c:v>24.65</c:v>
                </c:pt>
                <c:pt idx="13186">
                  <c:v>24.65</c:v>
                </c:pt>
                <c:pt idx="13187">
                  <c:v>24.7</c:v>
                </c:pt>
                <c:pt idx="13188">
                  <c:v>24.7</c:v>
                </c:pt>
                <c:pt idx="13189">
                  <c:v>24.7</c:v>
                </c:pt>
                <c:pt idx="13190">
                  <c:v>24.75</c:v>
                </c:pt>
                <c:pt idx="13191">
                  <c:v>24.75</c:v>
                </c:pt>
                <c:pt idx="13192">
                  <c:v>24.75</c:v>
                </c:pt>
                <c:pt idx="13193">
                  <c:v>24.8</c:v>
                </c:pt>
                <c:pt idx="13194">
                  <c:v>24.8</c:v>
                </c:pt>
                <c:pt idx="13195">
                  <c:v>24.85</c:v>
                </c:pt>
                <c:pt idx="13196">
                  <c:v>24.85</c:v>
                </c:pt>
                <c:pt idx="13197">
                  <c:v>24.9</c:v>
                </c:pt>
                <c:pt idx="13198">
                  <c:v>24.9</c:v>
                </c:pt>
                <c:pt idx="13199">
                  <c:v>24.9</c:v>
                </c:pt>
                <c:pt idx="13200">
                  <c:v>24.95</c:v>
                </c:pt>
                <c:pt idx="13201">
                  <c:v>24.95</c:v>
                </c:pt>
                <c:pt idx="13202">
                  <c:v>24.95</c:v>
                </c:pt>
                <c:pt idx="13203">
                  <c:v>24.9</c:v>
                </c:pt>
                <c:pt idx="13204">
                  <c:v>24.85</c:v>
                </c:pt>
                <c:pt idx="13205">
                  <c:v>24.8</c:v>
                </c:pt>
                <c:pt idx="13206">
                  <c:v>24.75</c:v>
                </c:pt>
                <c:pt idx="13207">
                  <c:v>24.7</c:v>
                </c:pt>
                <c:pt idx="13208">
                  <c:v>24.7</c:v>
                </c:pt>
                <c:pt idx="13209">
                  <c:v>24.65</c:v>
                </c:pt>
                <c:pt idx="13210">
                  <c:v>24.65</c:v>
                </c:pt>
                <c:pt idx="13211">
                  <c:v>24.6</c:v>
                </c:pt>
                <c:pt idx="13212">
                  <c:v>24.6</c:v>
                </c:pt>
                <c:pt idx="13213">
                  <c:v>24.6</c:v>
                </c:pt>
                <c:pt idx="13214">
                  <c:v>24.6</c:v>
                </c:pt>
                <c:pt idx="13215">
                  <c:v>24.6</c:v>
                </c:pt>
                <c:pt idx="13216">
                  <c:v>24.6</c:v>
                </c:pt>
                <c:pt idx="13217">
                  <c:v>24.6</c:v>
                </c:pt>
                <c:pt idx="13218">
                  <c:v>24.65</c:v>
                </c:pt>
                <c:pt idx="13219">
                  <c:v>24.65</c:v>
                </c:pt>
                <c:pt idx="13220">
                  <c:v>24.65</c:v>
                </c:pt>
                <c:pt idx="13221">
                  <c:v>24.65</c:v>
                </c:pt>
                <c:pt idx="13222">
                  <c:v>24.7</c:v>
                </c:pt>
                <c:pt idx="13223">
                  <c:v>24.7</c:v>
                </c:pt>
                <c:pt idx="13224">
                  <c:v>24.7</c:v>
                </c:pt>
                <c:pt idx="13225">
                  <c:v>24.75</c:v>
                </c:pt>
                <c:pt idx="13226">
                  <c:v>24.8</c:v>
                </c:pt>
                <c:pt idx="13227">
                  <c:v>24.8</c:v>
                </c:pt>
                <c:pt idx="13228">
                  <c:v>24.85</c:v>
                </c:pt>
                <c:pt idx="13229">
                  <c:v>24.85</c:v>
                </c:pt>
                <c:pt idx="13230">
                  <c:v>24.85</c:v>
                </c:pt>
                <c:pt idx="13231">
                  <c:v>24.9</c:v>
                </c:pt>
                <c:pt idx="13232">
                  <c:v>24.85</c:v>
                </c:pt>
                <c:pt idx="13233">
                  <c:v>24.85</c:v>
                </c:pt>
                <c:pt idx="13234">
                  <c:v>24.8</c:v>
                </c:pt>
                <c:pt idx="13235">
                  <c:v>24.75</c:v>
                </c:pt>
                <c:pt idx="13236">
                  <c:v>24.7</c:v>
                </c:pt>
                <c:pt idx="13237">
                  <c:v>24.7</c:v>
                </c:pt>
                <c:pt idx="13238">
                  <c:v>24.65</c:v>
                </c:pt>
                <c:pt idx="13239">
                  <c:v>24.6</c:v>
                </c:pt>
                <c:pt idx="13240">
                  <c:v>24.6</c:v>
                </c:pt>
                <c:pt idx="13241">
                  <c:v>24.6</c:v>
                </c:pt>
                <c:pt idx="13242">
                  <c:v>24.6</c:v>
                </c:pt>
                <c:pt idx="13243">
                  <c:v>24.55</c:v>
                </c:pt>
                <c:pt idx="13244">
                  <c:v>24.6</c:v>
                </c:pt>
                <c:pt idx="13245">
                  <c:v>24.55</c:v>
                </c:pt>
                <c:pt idx="13246">
                  <c:v>24.55</c:v>
                </c:pt>
                <c:pt idx="13247">
                  <c:v>24.6</c:v>
                </c:pt>
                <c:pt idx="13248">
                  <c:v>24.6</c:v>
                </c:pt>
                <c:pt idx="13249">
                  <c:v>24.6</c:v>
                </c:pt>
                <c:pt idx="13250">
                  <c:v>24.65</c:v>
                </c:pt>
                <c:pt idx="13251">
                  <c:v>24.65</c:v>
                </c:pt>
                <c:pt idx="13252">
                  <c:v>24.7</c:v>
                </c:pt>
                <c:pt idx="13253">
                  <c:v>24.7</c:v>
                </c:pt>
                <c:pt idx="13254">
                  <c:v>24.75</c:v>
                </c:pt>
                <c:pt idx="13255">
                  <c:v>24.75</c:v>
                </c:pt>
                <c:pt idx="13256">
                  <c:v>24.8</c:v>
                </c:pt>
                <c:pt idx="13257">
                  <c:v>24.85</c:v>
                </c:pt>
                <c:pt idx="13258">
                  <c:v>24.85</c:v>
                </c:pt>
                <c:pt idx="13259">
                  <c:v>24.9</c:v>
                </c:pt>
                <c:pt idx="13260">
                  <c:v>24.9</c:v>
                </c:pt>
                <c:pt idx="13261">
                  <c:v>24.9</c:v>
                </c:pt>
                <c:pt idx="13262">
                  <c:v>24.9</c:v>
                </c:pt>
                <c:pt idx="13263">
                  <c:v>24.85</c:v>
                </c:pt>
                <c:pt idx="13264">
                  <c:v>24.85</c:v>
                </c:pt>
                <c:pt idx="13265">
                  <c:v>24.8</c:v>
                </c:pt>
                <c:pt idx="13266">
                  <c:v>24.75</c:v>
                </c:pt>
                <c:pt idx="13267">
                  <c:v>24.7</c:v>
                </c:pt>
                <c:pt idx="13268">
                  <c:v>24.65</c:v>
                </c:pt>
                <c:pt idx="13269">
                  <c:v>24.65</c:v>
                </c:pt>
                <c:pt idx="13270">
                  <c:v>24.6</c:v>
                </c:pt>
                <c:pt idx="13271">
                  <c:v>24.6</c:v>
                </c:pt>
                <c:pt idx="13272">
                  <c:v>24.6</c:v>
                </c:pt>
                <c:pt idx="13273">
                  <c:v>24.6</c:v>
                </c:pt>
                <c:pt idx="13274">
                  <c:v>24.6</c:v>
                </c:pt>
                <c:pt idx="13275">
                  <c:v>24.65</c:v>
                </c:pt>
                <c:pt idx="13276">
                  <c:v>24.65</c:v>
                </c:pt>
                <c:pt idx="13277">
                  <c:v>24.65</c:v>
                </c:pt>
                <c:pt idx="13278">
                  <c:v>24.65</c:v>
                </c:pt>
                <c:pt idx="13279">
                  <c:v>24.7</c:v>
                </c:pt>
                <c:pt idx="13280">
                  <c:v>24.7</c:v>
                </c:pt>
                <c:pt idx="13281">
                  <c:v>24.75</c:v>
                </c:pt>
                <c:pt idx="13282">
                  <c:v>24.75</c:v>
                </c:pt>
                <c:pt idx="13283">
                  <c:v>24.75</c:v>
                </c:pt>
                <c:pt idx="13284">
                  <c:v>24.8</c:v>
                </c:pt>
                <c:pt idx="13285">
                  <c:v>24.8</c:v>
                </c:pt>
                <c:pt idx="13286">
                  <c:v>24.85</c:v>
                </c:pt>
                <c:pt idx="13287">
                  <c:v>24.85</c:v>
                </c:pt>
                <c:pt idx="13288">
                  <c:v>24.85</c:v>
                </c:pt>
                <c:pt idx="13289">
                  <c:v>24.85</c:v>
                </c:pt>
                <c:pt idx="13290">
                  <c:v>24.85</c:v>
                </c:pt>
                <c:pt idx="13291">
                  <c:v>24.9</c:v>
                </c:pt>
                <c:pt idx="13292">
                  <c:v>24.85</c:v>
                </c:pt>
                <c:pt idx="13293">
                  <c:v>24.8</c:v>
                </c:pt>
                <c:pt idx="13294">
                  <c:v>24.75</c:v>
                </c:pt>
                <c:pt idx="13295">
                  <c:v>24.75</c:v>
                </c:pt>
                <c:pt idx="13296">
                  <c:v>24.7</c:v>
                </c:pt>
                <c:pt idx="13297">
                  <c:v>24.65</c:v>
                </c:pt>
                <c:pt idx="13298">
                  <c:v>24.65</c:v>
                </c:pt>
                <c:pt idx="13299">
                  <c:v>24.65</c:v>
                </c:pt>
                <c:pt idx="13300">
                  <c:v>24.6</c:v>
                </c:pt>
                <c:pt idx="13301">
                  <c:v>24.6</c:v>
                </c:pt>
                <c:pt idx="13302">
                  <c:v>24.6</c:v>
                </c:pt>
                <c:pt idx="13303">
                  <c:v>24.6</c:v>
                </c:pt>
                <c:pt idx="13304">
                  <c:v>24.6</c:v>
                </c:pt>
                <c:pt idx="13305">
                  <c:v>24.65</c:v>
                </c:pt>
                <c:pt idx="13306">
                  <c:v>24.65</c:v>
                </c:pt>
                <c:pt idx="13307">
                  <c:v>24.7</c:v>
                </c:pt>
                <c:pt idx="13308">
                  <c:v>24.7</c:v>
                </c:pt>
                <c:pt idx="13309">
                  <c:v>24.7</c:v>
                </c:pt>
                <c:pt idx="13310">
                  <c:v>24.7</c:v>
                </c:pt>
                <c:pt idx="13311">
                  <c:v>24.75</c:v>
                </c:pt>
                <c:pt idx="13312">
                  <c:v>24.75</c:v>
                </c:pt>
                <c:pt idx="13313">
                  <c:v>24.8</c:v>
                </c:pt>
                <c:pt idx="13314">
                  <c:v>24.8</c:v>
                </c:pt>
                <c:pt idx="13315">
                  <c:v>24.8</c:v>
                </c:pt>
                <c:pt idx="13316">
                  <c:v>24.85</c:v>
                </c:pt>
                <c:pt idx="13317">
                  <c:v>24.85</c:v>
                </c:pt>
                <c:pt idx="13318">
                  <c:v>24.85</c:v>
                </c:pt>
                <c:pt idx="13319">
                  <c:v>24.85</c:v>
                </c:pt>
                <c:pt idx="13320">
                  <c:v>24.9</c:v>
                </c:pt>
                <c:pt idx="13321">
                  <c:v>24.85</c:v>
                </c:pt>
                <c:pt idx="13322">
                  <c:v>24.85</c:v>
                </c:pt>
                <c:pt idx="13323">
                  <c:v>24.85</c:v>
                </c:pt>
                <c:pt idx="13324">
                  <c:v>24.8</c:v>
                </c:pt>
                <c:pt idx="13325">
                  <c:v>24.8</c:v>
                </c:pt>
                <c:pt idx="13326">
                  <c:v>24.7</c:v>
                </c:pt>
                <c:pt idx="13327">
                  <c:v>24.7</c:v>
                </c:pt>
                <c:pt idx="13328">
                  <c:v>24.7</c:v>
                </c:pt>
                <c:pt idx="13329">
                  <c:v>24.65</c:v>
                </c:pt>
                <c:pt idx="13330">
                  <c:v>24.7</c:v>
                </c:pt>
                <c:pt idx="13331">
                  <c:v>24.65</c:v>
                </c:pt>
                <c:pt idx="13332">
                  <c:v>24.65</c:v>
                </c:pt>
                <c:pt idx="13333">
                  <c:v>24.7</c:v>
                </c:pt>
                <c:pt idx="13334">
                  <c:v>24.7</c:v>
                </c:pt>
                <c:pt idx="13335">
                  <c:v>24.7</c:v>
                </c:pt>
                <c:pt idx="13336">
                  <c:v>24.7</c:v>
                </c:pt>
                <c:pt idx="13337">
                  <c:v>24.75</c:v>
                </c:pt>
                <c:pt idx="13338">
                  <c:v>24.75</c:v>
                </c:pt>
                <c:pt idx="13339">
                  <c:v>24.75</c:v>
                </c:pt>
                <c:pt idx="13340">
                  <c:v>24.75</c:v>
                </c:pt>
                <c:pt idx="13341">
                  <c:v>24.75</c:v>
                </c:pt>
                <c:pt idx="13342">
                  <c:v>24.75</c:v>
                </c:pt>
                <c:pt idx="13343">
                  <c:v>24.8</c:v>
                </c:pt>
                <c:pt idx="13344">
                  <c:v>24.8</c:v>
                </c:pt>
                <c:pt idx="13345">
                  <c:v>24.8</c:v>
                </c:pt>
                <c:pt idx="13346">
                  <c:v>24.8</c:v>
                </c:pt>
                <c:pt idx="13347">
                  <c:v>24.85</c:v>
                </c:pt>
                <c:pt idx="13348">
                  <c:v>24.9</c:v>
                </c:pt>
                <c:pt idx="13349">
                  <c:v>24.9</c:v>
                </c:pt>
                <c:pt idx="13350">
                  <c:v>24.95</c:v>
                </c:pt>
                <c:pt idx="13351">
                  <c:v>24.9</c:v>
                </c:pt>
                <c:pt idx="13352">
                  <c:v>24.9</c:v>
                </c:pt>
                <c:pt idx="13353">
                  <c:v>24.9</c:v>
                </c:pt>
                <c:pt idx="13354">
                  <c:v>24.85</c:v>
                </c:pt>
                <c:pt idx="13355">
                  <c:v>24.8</c:v>
                </c:pt>
                <c:pt idx="13356">
                  <c:v>24.8</c:v>
                </c:pt>
                <c:pt idx="13357">
                  <c:v>24.75</c:v>
                </c:pt>
                <c:pt idx="13358">
                  <c:v>24.7</c:v>
                </c:pt>
                <c:pt idx="13359">
                  <c:v>24.7</c:v>
                </c:pt>
                <c:pt idx="13360">
                  <c:v>24.65</c:v>
                </c:pt>
                <c:pt idx="13361">
                  <c:v>24.65</c:v>
                </c:pt>
                <c:pt idx="13362">
                  <c:v>24.6</c:v>
                </c:pt>
                <c:pt idx="13363">
                  <c:v>24.6</c:v>
                </c:pt>
                <c:pt idx="13364">
                  <c:v>24.6</c:v>
                </c:pt>
                <c:pt idx="13365">
                  <c:v>24.6</c:v>
                </c:pt>
                <c:pt idx="13366">
                  <c:v>24.6</c:v>
                </c:pt>
                <c:pt idx="13367">
                  <c:v>24.65</c:v>
                </c:pt>
                <c:pt idx="13368">
                  <c:v>24.65</c:v>
                </c:pt>
                <c:pt idx="13369">
                  <c:v>24.65</c:v>
                </c:pt>
                <c:pt idx="13370">
                  <c:v>24.65</c:v>
                </c:pt>
                <c:pt idx="13371">
                  <c:v>24.7</c:v>
                </c:pt>
                <c:pt idx="13372">
                  <c:v>24.7</c:v>
                </c:pt>
                <c:pt idx="13373">
                  <c:v>24.75</c:v>
                </c:pt>
                <c:pt idx="13374">
                  <c:v>24.8</c:v>
                </c:pt>
                <c:pt idx="13375">
                  <c:v>24.8</c:v>
                </c:pt>
                <c:pt idx="13376">
                  <c:v>24.85</c:v>
                </c:pt>
                <c:pt idx="13377">
                  <c:v>24.85</c:v>
                </c:pt>
                <c:pt idx="13378">
                  <c:v>24.9</c:v>
                </c:pt>
                <c:pt idx="13379">
                  <c:v>24.9</c:v>
                </c:pt>
                <c:pt idx="13380">
                  <c:v>24.9</c:v>
                </c:pt>
                <c:pt idx="13381">
                  <c:v>24.95</c:v>
                </c:pt>
                <c:pt idx="13382">
                  <c:v>24.9</c:v>
                </c:pt>
                <c:pt idx="13383">
                  <c:v>24.9</c:v>
                </c:pt>
                <c:pt idx="13384">
                  <c:v>24.8</c:v>
                </c:pt>
                <c:pt idx="13385">
                  <c:v>24.8</c:v>
                </c:pt>
                <c:pt idx="13386">
                  <c:v>24.7</c:v>
                </c:pt>
                <c:pt idx="13387">
                  <c:v>24.7</c:v>
                </c:pt>
                <c:pt idx="13388">
                  <c:v>24.65</c:v>
                </c:pt>
                <c:pt idx="13389">
                  <c:v>24.6</c:v>
                </c:pt>
                <c:pt idx="13390">
                  <c:v>24.6</c:v>
                </c:pt>
                <c:pt idx="13391">
                  <c:v>24.6</c:v>
                </c:pt>
                <c:pt idx="13392">
                  <c:v>24.6</c:v>
                </c:pt>
                <c:pt idx="13393">
                  <c:v>24.6</c:v>
                </c:pt>
                <c:pt idx="13394">
                  <c:v>24.6</c:v>
                </c:pt>
                <c:pt idx="13395">
                  <c:v>24.65</c:v>
                </c:pt>
                <c:pt idx="13396">
                  <c:v>24.65</c:v>
                </c:pt>
                <c:pt idx="13397">
                  <c:v>24.65</c:v>
                </c:pt>
                <c:pt idx="13398">
                  <c:v>24.7</c:v>
                </c:pt>
                <c:pt idx="13399">
                  <c:v>24.7</c:v>
                </c:pt>
                <c:pt idx="13400">
                  <c:v>24.75</c:v>
                </c:pt>
                <c:pt idx="13401">
                  <c:v>24.75</c:v>
                </c:pt>
                <c:pt idx="13402">
                  <c:v>24.8</c:v>
                </c:pt>
                <c:pt idx="13403">
                  <c:v>24.8</c:v>
                </c:pt>
                <c:pt idx="13404">
                  <c:v>24.85</c:v>
                </c:pt>
                <c:pt idx="13405">
                  <c:v>24.85</c:v>
                </c:pt>
                <c:pt idx="13406">
                  <c:v>24.85</c:v>
                </c:pt>
                <c:pt idx="13407">
                  <c:v>24.85</c:v>
                </c:pt>
                <c:pt idx="13408">
                  <c:v>24.9</c:v>
                </c:pt>
                <c:pt idx="13409">
                  <c:v>24.9</c:v>
                </c:pt>
                <c:pt idx="13410">
                  <c:v>24.95</c:v>
                </c:pt>
                <c:pt idx="13411">
                  <c:v>24.95</c:v>
                </c:pt>
                <c:pt idx="13412">
                  <c:v>24.9</c:v>
                </c:pt>
                <c:pt idx="13413">
                  <c:v>24.85</c:v>
                </c:pt>
                <c:pt idx="13414">
                  <c:v>24.8</c:v>
                </c:pt>
                <c:pt idx="13415">
                  <c:v>24.75</c:v>
                </c:pt>
                <c:pt idx="13416">
                  <c:v>24.75</c:v>
                </c:pt>
                <c:pt idx="13417">
                  <c:v>24.7</c:v>
                </c:pt>
                <c:pt idx="13418">
                  <c:v>24.65</c:v>
                </c:pt>
                <c:pt idx="13419">
                  <c:v>24.65</c:v>
                </c:pt>
                <c:pt idx="13420">
                  <c:v>24.6</c:v>
                </c:pt>
                <c:pt idx="13421">
                  <c:v>24.6</c:v>
                </c:pt>
                <c:pt idx="13422">
                  <c:v>24.55</c:v>
                </c:pt>
                <c:pt idx="13423">
                  <c:v>24.6</c:v>
                </c:pt>
                <c:pt idx="13424">
                  <c:v>24.6</c:v>
                </c:pt>
                <c:pt idx="13425">
                  <c:v>24.6</c:v>
                </c:pt>
                <c:pt idx="13426">
                  <c:v>24.65</c:v>
                </c:pt>
                <c:pt idx="13427">
                  <c:v>24.65</c:v>
                </c:pt>
                <c:pt idx="13428">
                  <c:v>24.65</c:v>
                </c:pt>
                <c:pt idx="13429">
                  <c:v>24.7</c:v>
                </c:pt>
                <c:pt idx="13430">
                  <c:v>24.7</c:v>
                </c:pt>
                <c:pt idx="13431">
                  <c:v>24.7</c:v>
                </c:pt>
                <c:pt idx="13432">
                  <c:v>24.75</c:v>
                </c:pt>
                <c:pt idx="13433">
                  <c:v>24.75</c:v>
                </c:pt>
                <c:pt idx="13434">
                  <c:v>24.8</c:v>
                </c:pt>
                <c:pt idx="13435">
                  <c:v>24.8</c:v>
                </c:pt>
                <c:pt idx="13436">
                  <c:v>24.85</c:v>
                </c:pt>
                <c:pt idx="13437">
                  <c:v>24.85</c:v>
                </c:pt>
                <c:pt idx="13438">
                  <c:v>24.9</c:v>
                </c:pt>
                <c:pt idx="13439">
                  <c:v>24.9</c:v>
                </c:pt>
                <c:pt idx="13440">
                  <c:v>24.95</c:v>
                </c:pt>
                <c:pt idx="13441">
                  <c:v>24.95</c:v>
                </c:pt>
                <c:pt idx="13442">
                  <c:v>24.95</c:v>
                </c:pt>
                <c:pt idx="13443">
                  <c:v>24.9</c:v>
                </c:pt>
                <c:pt idx="13444">
                  <c:v>24.85</c:v>
                </c:pt>
                <c:pt idx="13445">
                  <c:v>24.8</c:v>
                </c:pt>
                <c:pt idx="13446">
                  <c:v>24.75</c:v>
                </c:pt>
                <c:pt idx="13447">
                  <c:v>24.7</c:v>
                </c:pt>
                <c:pt idx="13448">
                  <c:v>24.7</c:v>
                </c:pt>
                <c:pt idx="13449">
                  <c:v>24.7</c:v>
                </c:pt>
                <c:pt idx="13450">
                  <c:v>24.7</c:v>
                </c:pt>
                <c:pt idx="13451">
                  <c:v>24.65</c:v>
                </c:pt>
                <c:pt idx="13452">
                  <c:v>24.65</c:v>
                </c:pt>
                <c:pt idx="13453">
                  <c:v>24.65</c:v>
                </c:pt>
                <c:pt idx="13454">
                  <c:v>24.65</c:v>
                </c:pt>
                <c:pt idx="13455">
                  <c:v>24.65</c:v>
                </c:pt>
                <c:pt idx="13456">
                  <c:v>24.65</c:v>
                </c:pt>
                <c:pt idx="13457">
                  <c:v>24.65</c:v>
                </c:pt>
                <c:pt idx="13458">
                  <c:v>24.65</c:v>
                </c:pt>
                <c:pt idx="13459">
                  <c:v>24.65</c:v>
                </c:pt>
                <c:pt idx="13460">
                  <c:v>24.7</c:v>
                </c:pt>
                <c:pt idx="13461">
                  <c:v>24.65</c:v>
                </c:pt>
                <c:pt idx="13462">
                  <c:v>24.7</c:v>
                </c:pt>
                <c:pt idx="13463">
                  <c:v>24.75</c:v>
                </c:pt>
                <c:pt idx="13464">
                  <c:v>24.75</c:v>
                </c:pt>
                <c:pt idx="13465">
                  <c:v>24.8</c:v>
                </c:pt>
                <c:pt idx="13466">
                  <c:v>24.8</c:v>
                </c:pt>
                <c:pt idx="13467">
                  <c:v>24.85</c:v>
                </c:pt>
                <c:pt idx="13468">
                  <c:v>24.85</c:v>
                </c:pt>
                <c:pt idx="13469">
                  <c:v>24.9</c:v>
                </c:pt>
                <c:pt idx="13470">
                  <c:v>24.9</c:v>
                </c:pt>
                <c:pt idx="13471">
                  <c:v>24.9</c:v>
                </c:pt>
                <c:pt idx="13472">
                  <c:v>24.9</c:v>
                </c:pt>
                <c:pt idx="13473">
                  <c:v>24.85</c:v>
                </c:pt>
                <c:pt idx="13474">
                  <c:v>24.8</c:v>
                </c:pt>
                <c:pt idx="13475">
                  <c:v>24.75</c:v>
                </c:pt>
                <c:pt idx="13476">
                  <c:v>24.7</c:v>
                </c:pt>
                <c:pt idx="13477">
                  <c:v>24.65</c:v>
                </c:pt>
                <c:pt idx="13478">
                  <c:v>24.65</c:v>
                </c:pt>
                <c:pt idx="13479">
                  <c:v>24.65</c:v>
                </c:pt>
                <c:pt idx="13480">
                  <c:v>24.65</c:v>
                </c:pt>
                <c:pt idx="13481">
                  <c:v>24.65</c:v>
                </c:pt>
                <c:pt idx="13482">
                  <c:v>24.7</c:v>
                </c:pt>
                <c:pt idx="13483">
                  <c:v>24.65</c:v>
                </c:pt>
                <c:pt idx="13484">
                  <c:v>24.65</c:v>
                </c:pt>
                <c:pt idx="13485">
                  <c:v>24.65</c:v>
                </c:pt>
                <c:pt idx="13486">
                  <c:v>24.65</c:v>
                </c:pt>
                <c:pt idx="13487">
                  <c:v>24.65</c:v>
                </c:pt>
                <c:pt idx="13488">
                  <c:v>24.7</c:v>
                </c:pt>
                <c:pt idx="13489">
                  <c:v>24.7</c:v>
                </c:pt>
                <c:pt idx="13490">
                  <c:v>24.7</c:v>
                </c:pt>
                <c:pt idx="13491">
                  <c:v>24.7</c:v>
                </c:pt>
                <c:pt idx="13492">
                  <c:v>24.75</c:v>
                </c:pt>
                <c:pt idx="13493">
                  <c:v>24.75</c:v>
                </c:pt>
                <c:pt idx="13494">
                  <c:v>24.75</c:v>
                </c:pt>
                <c:pt idx="13495">
                  <c:v>24.8</c:v>
                </c:pt>
                <c:pt idx="13496">
                  <c:v>24.8</c:v>
                </c:pt>
                <c:pt idx="13497">
                  <c:v>24.8</c:v>
                </c:pt>
                <c:pt idx="13498">
                  <c:v>24.8</c:v>
                </c:pt>
                <c:pt idx="13499">
                  <c:v>24.85</c:v>
                </c:pt>
                <c:pt idx="13500">
                  <c:v>24.85</c:v>
                </c:pt>
                <c:pt idx="13501">
                  <c:v>24.85</c:v>
                </c:pt>
                <c:pt idx="13502">
                  <c:v>24.85</c:v>
                </c:pt>
                <c:pt idx="13503">
                  <c:v>24.8</c:v>
                </c:pt>
                <c:pt idx="13504">
                  <c:v>24.8</c:v>
                </c:pt>
                <c:pt idx="13505">
                  <c:v>24.75</c:v>
                </c:pt>
                <c:pt idx="13506">
                  <c:v>24.7</c:v>
                </c:pt>
                <c:pt idx="13507">
                  <c:v>24.7</c:v>
                </c:pt>
                <c:pt idx="13508">
                  <c:v>24.65</c:v>
                </c:pt>
                <c:pt idx="13509">
                  <c:v>24.65</c:v>
                </c:pt>
                <c:pt idx="13510">
                  <c:v>24.65</c:v>
                </c:pt>
                <c:pt idx="13511">
                  <c:v>24.6</c:v>
                </c:pt>
                <c:pt idx="13512">
                  <c:v>24.6</c:v>
                </c:pt>
                <c:pt idx="13513">
                  <c:v>24.65</c:v>
                </c:pt>
                <c:pt idx="13514">
                  <c:v>24.6</c:v>
                </c:pt>
                <c:pt idx="13515">
                  <c:v>24.6</c:v>
                </c:pt>
                <c:pt idx="13516">
                  <c:v>24.6</c:v>
                </c:pt>
                <c:pt idx="13517">
                  <c:v>24.65</c:v>
                </c:pt>
                <c:pt idx="13518">
                  <c:v>24.6</c:v>
                </c:pt>
                <c:pt idx="13519">
                  <c:v>24.65</c:v>
                </c:pt>
                <c:pt idx="13520">
                  <c:v>24.65</c:v>
                </c:pt>
                <c:pt idx="13521">
                  <c:v>24.7</c:v>
                </c:pt>
                <c:pt idx="13522">
                  <c:v>24.7</c:v>
                </c:pt>
                <c:pt idx="13523">
                  <c:v>24.7</c:v>
                </c:pt>
                <c:pt idx="13524">
                  <c:v>24.75</c:v>
                </c:pt>
                <c:pt idx="13525">
                  <c:v>24.8</c:v>
                </c:pt>
                <c:pt idx="13526">
                  <c:v>24.85</c:v>
                </c:pt>
                <c:pt idx="13527">
                  <c:v>24.85</c:v>
                </c:pt>
                <c:pt idx="13528">
                  <c:v>24.9</c:v>
                </c:pt>
                <c:pt idx="13529">
                  <c:v>24.95</c:v>
                </c:pt>
                <c:pt idx="13530">
                  <c:v>24.95</c:v>
                </c:pt>
                <c:pt idx="13531">
                  <c:v>24.95</c:v>
                </c:pt>
                <c:pt idx="13532">
                  <c:v>24.95</c:v>
                </c:pt>
                <c:pt idx="13533">
                  <c:v>24.9</c:v>
                </c:pt>
                <c:pt idx="13534">
                  <c:v>24.9</c:v>
                </c:pt>
                <c:pt idx="13535">
                  <c:v>24.8</c:v>
                </c:pt>
                <c:pt idx="13536">
                  <c:v>24.7</c:v>
                </c:pt>
                <c:pt idx="13537">
                  <c:v>24.7</c:v>
                </c:pt>
                <c:pt idx="13538">
                  <c:v>24.65</c:v>
                </c:pt>
                <c:pt idx="13539">
                  <c:v>24.6</c:v>
                </c:pt>
                <c:pt idx="13540">
                  <c:v>24.6</c:v>
                </c:pt>
                <c:pt idx="13541">
                  <c:v>24.6</c:v>
                </c:pt>
                <c:pt idx="13542">
                  <c:v>24.55</c:v>
                </c:pt>
                <c:pt idx="13543">
                  <c:v>24.55</c:v>
                </c:pt>
                <c:pt idx="13544">
                  <c:v>24.6</c:v>
                </c:pt>
                <c:pt idx="13545">
                  <c:v>24.6</c:v>
                </c:pt>
                <c:pt idx="13546">
                  <c:v>24.6</c:v>
                </c:pt>
                <c:pt idx="13547">
                  <c:v>24.6</c:v>
                </c:pt>
                <c:pt idx="13548">
                  <c:v>24.65</c:v>
                </c:pt>
                <c:pt idx="13549">
                  <c:v>24.65</c:v>
                </c:pt>
                <c:pt idx="13550">
                  <c:v>24.7</c:v>
                </c:pt>
                <c:pt idx="13551">
                  <c:v>24.7</c:v>
                </c:pt>
                <c:pt idx="13552">
                  <c:v>24.7</c:v>
                </c:pt>
                <c:pt idx="13553">
                  <c:v>24.75</c:v>
                </c:pt>
                <c:pt idx="13554">
                  <c:v>24.75</c:v>
                </c:pt>
                <c:pt idx="13555">
                  <c:v>24.8</c:v>
                </c:pt>
                <c:pt idx="13556">
                  <c:v>24.8</c:v>
                </c:pt>
                <c:pt idx="13557">
                  <c:v>24.85</c:v>
                </c:pt>
                <c:pt idx="13558">
                  <c:v>24.85</c:v>
                </c:pt>
                <c:pt idx="13559">
                  <c:v>24.9</c:v>
                </c:pt>
                <c:pt idx="13560">
                  <c:v>24.95</c:v>
                </c:pt>
                <c:pt idx="13561">
                  <c:v>24.95</c:v>
                </c:pt>
                <c:pt idx="13562">
                  <c:v>24.95</c:v>
                </c:pt>
                <c:pt idx="13563">
                  <c:v>24.9</c:v>
                </c:pt>
                <c:pt idx="13564">
                  <c:v>24.85</c:v>
                </c:pt>
                <c:pt idx="13565">
                  <c:v>24.85</c:v>
                </c:pt>
                <c:pt idx="13566">
                  <c:v>24.75</c:v>
                </c:pt>
                <c:pt idx="13567">
                  <c:v>24.75</c:v>
                </c:pt>
                <c:pt idx="13568">
                  <c:v>24.7</c:v>
                </c:pt>
                <c:pt idx="13569">
                  <c:v>24.65</c:v>
                </c:pt>
                <c:pt idx="13570">
                  <c:v>24.65</c:v>
                </c:pt>
                <c:pt idx="13571">
                  <c:v>24.65</c:v>
                </c:pt>
                <c:pt idx="13572">
                  <c:v>24.65</c:v>
                </c:pt>
                <c:pt idx="13573">
                  <c:v>24.65</c:v>
                </c:pt>
                <c:pt idx="13574">
                  <c:v>24.6</c:v>
                </c:pt>
                <c:pt idx="13575">
                  <c:v>24.6</c:v>
                </c:pt>
                <c:pt idx="13576">
                  <c:v>24.65</c:v>
                </c:pt>
                <c:pt idx="13577">
                  <c:v>24.65</c:v>
                </c:pt>
                <c:pt idx="13578">
                  <c:v>24.65</c:v>
                </c:pt>
                <c:pt idx="13579">
                  <c:v>24.7</c:v>
                </c:pt>
                <c:pt idx="13580">
                  <c:v>24.7</c:v>
                </c:pt>
                <c:pt idx="13581">
                  <c:v>24.75</c:v>
                </c:pt>
                <c:pt idx="13582">
                  <c:v>24.75</c:v>
                </c:pt>
                <c:pt idx="13583">
                  <c:v>24.8</c:v>
                </c:pt>
                <c:pt idx="13584">
                  <c:v>24.8</c:v>
                </c:pt>
                <c:pt idx="13585">
                  <c:v>24.8</c:v>
                </c:pt>
                <c:pt idx="13586">
                  <c:v>24.85</c:v>
                </c:pt>
                <c:pt idx="13587">
                  <c:v>24.9</c:v>
                </c:pt>
                <c:pt idx="13588">
                  <c:v>24.9</c:v>
                </c:pt>
                <c:pt idx="13589">
                  <c:v>24.95</c:v>
                </c:pt>
                <c:pt idx="13590">
                  <c:v>24.95</c:v>
                </c:pt>
                <c:pt idx="13591">
                  <c:v>25</c:v>
                </c:pt>
                <c:pt idx="13592">
                  <c:v>24.95</c:v>
                </c:pt>
                <c:pt idx="13593">
                  <c:v>24.9</c:v>
                </c:pt>
                <c:pt idx="13594">
                  <c:v>24.9</c:v>
                </c:pt>
                <c:pt idx="13595">
                  <c:v>24.85</c:v>
                </c:pt>
                <c:pt idx="13596">
                  <c:v>24.75</c:v>
                </c:pt>
                <c:pt idx="13597">
                  <c:v>24.7</c:v>
                </c:pt>
                <c:pt idx="13598">
                  <c:v>24.7</c:v>
                </c:pt>
                <c:pt idx="13599">
                  <c:v>24.65</c:v>
                </c:pt>
                <c:pt idx="13600">
                  <c:v>24.65</c:v>
                </c:pt>
                <c:pt idx="13601">
                  <c:v>24.6</c:v>
                </c:pt>
                <c:pt idx="13602">
                  <c:v>24.6</c:v>
                </c:pt>
                <c:pt idx="13603">
                  <c:v>24.6</c:v>
                </c:pt>
                <c:pt idx="13604">
                  <c:v>24.6</c:v>
                </c:pt>
                <c:pt idx="13605">
                  <c:v>24.6</c:v>
                </c:pt>
                <c:pt idx="13606">
                  <c:v>24.6</c:v>
                </c:pt>
                <c:pt idx="13607">
                  <c:v>24.6</c:v>
                </c:pt>
                <c:pt idx="13608">
                  <c:v>24.65</c:v>
                </c:pt>
                <c:pt idx="13609">
                  <c:v>24.7</c:v>
                </c:pt>
                <c:pt idx="13610">
                  <c:v>24.7</c:v>
                </c:pt>
                <c:pt idx="13611">
                  <c:v>24.75</c:v>
                </c:pt>
                <c:pt idx="13612">
                  <c:v>24.75</c:v>
                </c:pt>
                <c:pt idx="13613">
                  <c:v>24.75</c:v>
                </c:pt>
                <c:pt idx="13614">
                  <c:v>24.8</c:v>
                </c:pt>
                <c:pt idx="13615">
                  <c:v>24.8</c:v>
                </c:pt>
                <c:pt idx="13616">
                  <c:v>24.8</c:v>
                </c:pt>
                <c:pt idx="13617">
                  <c:v>24.85</c:v>
                </c:pt>
                <c:pt idx="13618">
                  <c:v>24.9</c:v>
                </c:pt>
                <c:pt idx="13619">
                  <c:v>24.9</c:v>
                </c:pt>
                <c:pt idx="13620">
                  <c:v>24.95</c:v>
                </c:pt>
                <c:pt idx="13621">
                  <c:v>24.95</c:v>
                </c:pt>
                <c:pt idx="13622">
                  <c:v>24.9</c:v>
                </c:pt>
                <c:pt idx="13623">
                  <c:v>24.85</c:v>
                </c:pt>
                <c:pt idx="13624">
                  <c:v>24.85</c:v>
                </c:pt>
                <c:pt idx="13625">
                  <c:v>24.7</c:v>
                </c:pt>
                <c:pt idx="13626">
                  <c:v>24.7</c:v>
                </c:pt>
                <c:pt idx="13627">
                  <c:v>24.7</c:v>
                </c:pt>
                <c:pt idx="13628">
                  <c:v>24.65</c:v>
                </c:pt>
                <c:pt idx="13629">
                  <c:v>24.6</c:v>
                </c:pt>
                <c:pt idx="13630">
                  <c:v>24.6</c:v>
                </c:pt>
                <c:pt idx="13631">
                  <c:v>24.6</c:v>
                </c:pt>
                <c:pt idx="13632">
                  <c:v>24.65</c:v>
                </c:pt>
                <c:pt idx="13633">
                  <c:v>24.65</c:v>
                </c:pt>
                <c:pt idx="13634">
                  <c:v>24.65</c:v>
                </c:pt>
                <c:pt idx="13635">
                  <c:v>24.65</c:v>
                </c:pt>
                <c:pt idx="13636">
                  <c:v>24.7</c:v>
                </c:pt>
                <c:pt idx="13637">
                  <c:v>24.7</c:v>
                </c:pt>
                <c:pt idx="13638">
                  <c:v>24.7</c:v>
                </c:pt>
                <c:pt idx="13639">
                  <c:v>24.7</c:v>
                </c:pt>
                <c:pt idx="13640">
                  <c:v>24.75</c:v>
                </c:pt>
                <c:pt idx="13641">
                  <c:v>24.75</c:v>
                </c:pt>
                <c:pt idx="13642">
                  <c:v>24.8</c:v>
                </c:pt>
                <c:pt idx="13643">
                  <c:v>24.8</c:v>
                </c:pt>
                <c:pt idx="13644">
                  <c:v>24.8</c:v>
                </c:pt>
                <c:pt idx="13645">
                  <c:v>24.8</c:v>
                </c:pt>
                <c:pt idx="13646">
                  <c:v>24.85</c:v>
                </c:pt>
                <c:pt idx="13647">
                  <c:v>24.85</c:v>
                </c:pt>
                <c:pt idx="13648">
                  <c:v>24.9</c:v>
                </c:pt>
                <c:pt idx="13649">
                  <c:v>24.9</c:v>
                </c:pt>
                <c:pt idx="13650">
                  <c:v>24.95</c:v>
                </c:pt>
                <c:pt idx="13651">
                  <c:v>24.95</c:v>
                </c:pt>
                <c:pt idx="13652">
                  <c:v>24.9</c:v>
                </c:pt>
                <c:pt idx="13653">
                  <c:v>24.9</c:v>
                </c:pt>
                <c:pt idx="13654">
                  <c:v>24.85</c:v>
                </c:pt>
                <c:pt idx="13655">
                  <c:v>24.8</c:v>
                </c:pt>
                <c:pt idx="13656">
                  <c:v>24.75</c:v>
                </c:pt>
                <c:pt idx="13657">
                  <c:v>24.7</c:v>
                </c:pt>
                <c:pt idx="13658">
                  <c:v>24.65</c:v>
                </c:pt>
                <c:pt idx="13659">
                  <c:v>24.65</c:v>
                </c:pt>
                <c:pt idx="13660">
                  <c:v>24.65</c:v>
                </c:pt>
                <c:pt idx="13661">
                  <c:v>24.65</c:v>
                </c:pt>
                <c:pt idx="13662">
                  <c:v>24.65</c:v>
                </c:pt>
                <c:pt idx="13663">
                  <c:v>24.65</c:v>
                </c:pt>
                <c:pt idx="13664">
                  <c:v>24.65</c:v>
                </c:pt>
                <c:pt idx="13665">
                  <c:v>24.65</c:v>
                </c:pt>
                <c:pt idx="13666">
                  <c:v>24.7</c:v>
                </c:pt>
                <c:pt idx="13667">
                  <c:v>24.7</c:v>
                </c:pt>
                <c:pt idx="13668">
                  <c:v>24.7</c:v>
                </c:pt>
                <c:pt idx="13669">
                  <c:v>24.7</c:v>
                </c:pt>
                <c:pt idx="13670">
                  <c:v>24.75</c:v>
                </c:pt>
                <c:pt idx="13671">
                  <c:v>24.75</c:v>
                </c:pt>
                <c:pt idx="13672">
                  <c:v>24.75</c:v>
                </c:pt>
                <c:pt idx="13673">
                  <c:v>24.8</c:v>
                </c:pt>
                <c:pt idx="13674">
                  <c:v>24.8</c:v>
                </c:pt>
                <c:pt idx="13675">
                  <c:v>24.85</c:v>
                </c:pt>
                <c:pt idx="13676">
                  <c:v>24.9</c:v>
                </c:pt>
                <c:pt idx="13677">
                  <c:v>24.9</c:v>
                </c:pt>
                <c:pt idx="13678">
                  <c:v>24.9</c:v>
                </c:pt>
                <c:pt idx="13679">
                  <c:v>24.95</c:v>
                </c:pt>
                <c:pt idx="13680">
                  <c:v>24.95</c:v>
                </c:pt>
                <c:pt idx="13681">
                  <c:v>24.95</c:v>
                </c:pt>
                <c:pt idx="13682">
                  <c:v>24.95</c:v>
                </c:pt>
                <c:pt idx="13683">
                  <c:v>24.95</c:v>
                </c:pt>
                <c:pt idx="13684">
                  <c:v>24.9</c:v>
                </c:pt>
                <c:pt idx="13685">
                  <c:v>24.85</c:v>
                </c:pt>
                <c:pt idx="13686">
                  <c:v>24.8</c:v>
                </c:pt>
                <c:pt idx="13687">
                  <c:v>24.75</c:v>
                </c:pt>
                <c:pt idx="13688">
                  <c:v>24.7</c:v>
                </c:pt>
                <c:pt idx="13689">
                  <c:v>24.7</c:v>
                </c:pt>
                <c:pt idx="13690">
                  <c:v>24.7</c:v>
                </c:pt>
                <c:pt idx="13691">
                  <c:v>24.7</c:v>
                </c:pt>
                <c:pt idx="13692">
                  <c:v>24.7</c:v>
                </c:pt>
                <c:pt idx="13693">
                  <c:v>24.7</c:v>
                </c:pt>
                <c:pt idx="13694">
                  <c:v>24.7</c:v>
                </c:pt>
                <c:pt idx="13695">
                  <c:v>24.7</c:v>
                </c:pt>
                <c:pt idx="13696">
                  <c:v>24.7</c:v>
                </c:pt>
                <c:pt idx="13697">
                  <c:v>24.7</c:v>
                </c:pt>
                <c:pt idx="13698">
                  <c:v>24.7</c:v>
                </c:pt>
                <c:pt idx="13699">
                  <c:v>24.75</c:v>
                </c:pt>
                <c:pt idx="13700">
                  <c:v>24.75</c:v>
                </c:pt>
                <c:pt idx="13701">
                  <c:v>24.8</c:v>
                </c:pt>
                <c:pt idx="13702">
                  <c:v>24.8</c:v>
                </c:pt>
                <c:pt idx="13703">
                  <c:v>24.85</c:v>
                </c:pt>
                <c:pt idx="13704">
                  <c:v>24.85</c:v>
                </c:pt>
                <c:pt idx="13705">
                  <c:v>24.85</c:v>
                </c:pt>
                <c:pt idx="13706">
                  <c:v>24.9</c:v>
                </c:pt>
                <c:pt idx="13707">
                  <c:v>24.9</c:v>
                </c:pt>
                <c:pt idx="13708">
                  <c:v>24.9</c:v>
                </c:pt>
                <c:pt idx="13709">
                  <c:v>24.95</c:v>
                </c:pt>
                <c:pt idx="13710">
                  <c:v>24.95</c:v>
                </c:pt>
                <c:pt idx="13711">
                  <c:v>24.95</c:v>
                </c:pt>
                <c:pt idx="13712">
                  <c:v>24.9</c:v>
                </c:pt>
                <c:pt idx="13713">
                  <c:v>24.9</c:v>
                </c:pt>
                <c:pt idx="13714">
                  <c:v>24.85</c:v>
                </c:pt>
                <c:pt idx="13715">
                  <c:v>24.8</c:v>
                </c:pt>
                <c:pt idx="13716">
                  <c:v>24.7</c:v>
                </c:pt>
                <c:pt idx="13717">
                  <c:v>24.7</c:v>
                </c:pt>
                <c:pt idx="13718">
                  <c:v>24.65</c:v>
                </c:pt>
                <c:pt idx="13719">
                  <c:v>24.65</c:v>
                </c:pt>
                <c:pt idx="13720">
                  <c:v>24.7</c:v>
                </c:pt>
                <c:pt idx="13721">
                  <c:v>24.65</c:v>
                </c:pt>
                <c:pt idx="13722">
                  <c:v>24.65</c:v>
                </c:pt>
                <c:pt idx="13723">
                  <c:v>24.65</c:v>
                </c:pt>
                <c:pt idx="13724">
                  <c:v>24.7</c:v>
                </c:pt>
                <c:pt idx="13725">
                  <c:v>24.7</c:v>
                </c:pt>
                <c:pt idx="13726">
                  <c:v>24.7</c:v>
                </c:pt>
                <c:pt idx="13727">
                  <c:v>24.7</c:v>
                </c:pt>
                <c:pt idx="13728">
                  <c:v>24.7</c:v>
                </c:pt>
                <c:pt idx="13729">
                  <c:v>24.75</c:v>
                </c:pt>
                <c:pt idx="13730">
                  <c:v>24.75</c:v>
                </c:pt>
                <c:pt idx="13731">
                  <c:v>24.8</c:v>
                </c:pt>
                <c:pt idx="13732">
                  <c:v>24.8</c:v>
                </c:pt>
                <c:pt idx="13733">
                  <c:v>24.85</c:v>
                </c:pt>
                <c:pt idx="13734">
                  <c:v>24.85</c:v>
                </c:pt>
                <c:pt idx="13735">
                  <c:v>24.85</c:v>
                </c:pt>
                <c:pt idx="13736">
                  <c:v>24.9</c:v>
                </c:pt>
                <c:pt idx="13737">
                  <c:v>24.9</c:v>
                </c:pt>
                <c:pt idx="13738">
                  <c:v>24.95</c:v>
                </c:pt>
                <c:pt idx="13739">
                  <c:v>24.95</c:v>
                </c:pt>
                <c:pt idx="13740">
                  <c:v>24.95</c:v>
                </c:pt>
                <c:pt idx="13741">
                  <c:v>24.95</c:v>
                </c:pt>
                <c:pt idx="13742">
                  <c:v>24.9</c:v>
                </c:pt>
                <c:pt idx="13743">
                  <c:v>24.85</c:v>
                </c:pt>
                <c:pt idx="13744">
                  <c:v>24.85</c:v>
                </c:pt>
                <c:pt idx="13745">
                  <c:v>24.8</c:v>
                </c:pt>
                <c:pt idx="13746">
                  <c:v>24.8</c:v>
                </c:pt>
                <c:pt idx="13747">
                  <c:v>24.7</c:v>
                </c:pt>
                <c:pt idx="13748">
                  <c:v>24.65</c:v>
                </c:pt>
                <c:pt idx="13749">
                  <c:v>24.7</c:v>
                </c:pt>
                <c:pt idx="13750">
                  <c:v>24.65</c:v>
                </c:pt>
                <c:pt idx="13751">
                  <c:v>24.6</c:v>
                </c:pt>
                <c:pt idx="13752">
                  <c:v>24.6</c:v>
                </c:pt>
                <c:pt idx="13753">
                  <c:v>24.6</c:v>
                </c:pt>
                <c:pt idx="13754">
                  <c:v>24.65</c:v>
                </c:pt>
                <c:pt idx="13755">
                  <c:v>24.65</c:v>
                </c:pt>
                <c:pt idx="13756">
                  <c:v>24.65</c:v>
                </c:pt>
                <c:pt idx="13757">
                  <c:v>24.7</c:v>
                </c:pt>
                <c:pt idx="13758">
                  <c:v>24.7</c:v>
                </c:pt>
                <c:pt idx="13759">
                  <c:v>24.75</c:v>
                </c:pt>
                <c:pt idx="13760">
                  <c:v>24.75</c:v>
                </c:pt>
                <c:pt idx="13761">
                  <c:v>24.75</c:v>
                </c:pt>
                <c:pt idx="13762">
                  <c:v>24.8</c:v>
                </c:pt>
                <c:pt idx="13763">
                  <c:v>24.8</c:v>
                </c:pt>
                <c:pt idx="13764">
                  <c:v>24.8</c:v>
                </c:pt>
                <c:pt idx="13765">
                  <c:v>24.85</c:v>
                </c:pt>
                <c:pt idx="13766">
                  <c:v>24.85</c:v>
                </c:pt>
                <c:pt idx="13767">
                  <c:v>24.85</c:v>
                </c:pt>
                <c:pt idx="13768">
                  <c:v>24.9</c:v>
                </c:pt>
                <c:pt idx="13769">
                  <c:v>24.9</c:v>
                </c:pt>
                <c:pt idx="13770">
                  <c:v>24.9</c:v>
                </c:pt>
                <c:pt idx="13771">
                  <c:v>24.9</c:v>
                </c:pt>
                <c:pt idx="13772">
                  <c:v>24.9</c:v>
                </c:pt>
                <c:pt idx="13773">
                  <c:v>24.85</c:v>
                </c:pt>
                <c:pt idx="13774">
                  <c:v>24.85</c:v>
                </c:pt>
                <c:pt idx="13775">
                  <c:v>24.75</c:v>
                </c:pt>
                <c:pt idx="13776">
                  <c:v>24.7</c:v>
                </c:pt>
                <c:pt idx="13777">
                  <c:v>24.65</c:v>
                </c:pt>
                <c:pt idx="13778">
                  <c:v>24.6</c:v>
                </c:pt>
                <c:pt idx="13779">
                  <c:v>24.6</c:v>
                </c:pt>
                <c:pt idx="13780">
                  <c:v>24.6</c:v>
                </c:pt>
                <c:pt idx="13781">
                  <c:v>24.6</c:v>
                </c:pt>
                <c:pt idx="13782">
                  <c:v>24.6</c:v>
                </c:pt>
                <c:pt idx="13783">
                  <c:v>24.55</c:v>
                </c:pt>
                <c:pt idx="13784">
                  <c:v>24.6</c:v>
                </c:pt>
                <c:pt idx="13785">
                  <c:v>24.6</c:v>
                </c:pt>
                <c:pt idx="13786">
                  <c:v>24.6</c:v>
                </c:pt>
                <c:pt idx="13787">
                  <c:v>24.6</c:v>
                </c:pt>
                <c:pt idx="13788">
                  <c:v>24.65</c:v>
                </c:pt>
                <c:pt idx="13789">
                  <c:v>24.65</c:v>
                </c:pt>
                <c:pt idx="13790">
                  <c:v>24.7</c:v>
                </c:pt>
                <c:pt idx="13791">
                  <c:v>24.75</c:v>
                </c:pt>
                <c:pt idx="13792">
                  <c:v>24.75</c:v>
                </c:pt>
                <c:pt idx="13793">
                  <c:v>24.8</c:v>
                </c:pt>
                <c:pt idx="13794">
                  <c:v>24.8</c:v>
                </c:pt>
                <c:pt idx="13795">
                  <c:v>24.85</c:v>
                </c:pt>
                <c:pt idx="13796">
                  <c:v>24.85</c:v>
                </c:pt>
                <c:pt idx="13797">
                  <c:v>24.9</c:v>
                </c:pt>
                <c:pt idx="13798">
                  <c:v>24.9</c:v>
                </c:pt>
                <c:pt idx="13799">
                  <c:v>24.9</c:v>
                </c:pt>
                <c:pt idx="13800">
                  <c:v>24.95</c:v>
                </c:pt>
                <c:pt idx="13801">
                  <c:v>24.95</c:v>
                </c:pt>
                <c:pt idx="13802">
                  <c:v>24.9</c:v>
                </c:pt>
                <c:pt idx="13803">
                  <c:v>24.9</c:v>
                </c:pt>
                <c:pt idx="13804">
                  <c:v>24.85</c:v>
                </c:pt>
                <c:pt idx="13805">
                  <c:v>24.75</c:v>
                </c:pt>
                <c:pt idx="13806">
                  <c:v>24.75</c:v>
                </c:pt>
                <c:pt idx="13807">
                  <c:v>24.7</c:v>
                </c:pt>
                <c:pt idx="13808">
                  <c:v>24.65</c:v>
                </c:pt>
                <c:pt idx="13809">
                  <c:v>24.6</c:v>
                </c:pt>
                <c:pt idx="13810">
                  <c:v>24.6</c:v>
                </c:pt>
                <c:pt idx="13811">
                  <c:v>24.6</c:v>
                </c:pt>
                <c:pt idx="13812">
                  <c:v>24.6</c:v>
                </c:pt>
                <c:pt idx="13813">
                  <c:v>24.65</c:v>
                </c:pt>
                <c:pt idx="13814">
                  <c:v>24.65</c:v>
                </c:pt>
                <c:pt idx="13815">
                  <c:v>24.7</c:v>
                </c:pt>
                <c:pt idx="13816">
                  <c:v>24.65</c:v>
                </c:pt>
                <c:pt idx="13817">
                  <c:v>24.7</c:v>
                </c:pt>
                <c:pt idx="13818">
                  <c:v>24.7</c:v>
                </c:pt>
                <c:pt idx="13819">
                  <c:v>24.7</c:v>
                </c:pt>
                <c:pt idx="13820">
                  <c:v>24.75</c:v>
                </c:pt>
                <c:pt idx="13821">
                  <c:v>24.75</c:v>
                </c:pt>
                <c:pt idx="13822">
                  <c:v>24.8</c:v>
                </c:pt>
                <c:pt idx="13823">
                  <c:v>24.8</c:v>
                </c:pt>
                <c:pt idx="13824">
                  <c:v>24.8</c:v>
                </c:pt>
                <c:pt idx="13825">
                  <c:v>24.8</c:v>
                </c:pt>
                <c:pt idx="13826">
                  <c:v>24.8</c:v>
                </c:pt>
                <c:pt idx="13827">
                  <c:v>24.85</c:v>
                </c:pt>
                <c:pt idx="13828">
                  <c:v>24.85</c:v>
                </c:pt>
                <c:pt idx="13829">
                  <c:v>24.9</c:v>
                </c:pt>
                <c:pt idx="13830">
                  <c:v>24.9</c:v>
                </c:pt>
                <c:pt idx="13831">
                  <c:v>24.95</c:v>
                </c:pt>
                <c:pt idx="13832">
                  <c:v>24.9</c:v>
                </c:pt>
                <c:pt idx="13833">
                  <c:v>24.9</c:v>
                </c:pt>
                <c:pt idx="13834">
                  <c:v>24.85</c:v>
                </c:pt>
                <c:pt idx="13835">
                  <c:v>24.8</c:v>
                </c:pt>
                <c:pt idx="13836">
                  <c:v>24.8</c:v>
                </c:pt>
                <c:pt idx="13837">
                  <c:v>24.75</c:v>
                </c:pt>
                <c:pt idx="13838">
                  <c:v>24.7</c:v>
                </c:pt>
                <c:pt idx="13839">
                  <c:v>24.7</c:v>
                </c:pt>
                <c:pt idx="13840">
                  <c:v>24.7</c:v>
                </c:pt>
                <c:pt idx="13841">
                  <c:v>24.65</c:v>
                </c:pt>
                <c:pt idx="13842">
                  <c:v>24.65</c:v>
                </c:pt>
                <c:pt idx="13843">
                  <c:v>24.65</c:v>
                </c:pt>
                <c:pt idx="13844">
                  <c:v>24.65</c:v>
                </c:pt>
                <c:pt idx="13845">
                  <c:v>24.65</c:v>
                </c:pt>
                <c:pt idx="13846">
                  <c:v>24.65</c:v>
                </c:pt>
                <c:pt idx="13847">
                  <c:v>24.65</c:v>
                </c:pt>
                <c:pt idx="13848">
                  <c:v>24.65</c:v>
                </c:pt>
                <c:pt idx="13849">
                  <c:v>24.65</c:v>
                </c:pt>
                <c:pt idx="13850">
                  <c:v>24.7</c:v>
                </c:pt>
                <c:pt idx="13851">
                  <c:v>24.7</c:v>
                </c:pt>
                <c:pt idx="13852">
                  <c:v>24.75</c:v>
                </c:pt>
                <c:pt idx="13853">
                  <c:v>24.75</c:v>
                </c:pt>
                <c:pt idx="13854">
                  <c:v>24.8</c:v>
                </c:pt>
                <c:pt idx="13855">
                  <c:v>24.85</c:v>
                </c:pt>
                <c:pt idx="13856">
                  <c:v>24.85</c:v>
                </c:pt>
                <c:pt idx="13857">
                  <c:v>24.9</c:v>
                </c:pt>
                <c:pt idx="13858">
                  <c:v>24.95</c:v>
                </c:pt>
                <c:pt idx="13859">
                  <c:v>24.95</c:v>
                </c:pt>
                <c:pt idx="13860">
                  <c:v>24.95</c:v>
                </c:pt>
                <c:pt idx="13861">
                  <c:v>25</c:v>
                </c:pt>
                <c:pt idx="13862">
                  <c:v>24.95</c:v>
                </c:pt>
                <c:pt idx="13863">
                  <c:v>24.95</c:v>
                </c:pt>
                <c:pt idx="13864">
                  <c:v>24.85</c:v>
                </c:pt>
                <c:pt idx="13865">
                  <c:v>24.8</c:v>
                </c:pt>
                <c:pt idx="13866">
                  <c:v>24.75</c:v>
                </c:pt>
                <c:pt idx="13867">
                  <c:v>24.7</c:v>
                </c:pt>
                <c:pt idx="13868">
                  <c:v>24.65</c:v>
                </c:pt>
                <c:pt idx="13869">
                  <c:v>24.65</c:v>
                </c:pt>
                <c:pt idx="13870">
                  <c:v>24.6</c:v>
                </c:pt>
                <c:pt idx="13871">
                  <c:v>24.65</c:v>
                </c:pt>
                <c:pt idx="13872">
                  <c:v>24.65</c:v>
                </c:pt>
                <c:pt idx="13873">
                  <c:v>24.6</c:v>
                </c:pt>
                <c:pt idx="13874">
                  <c:v>24.6</c:v>
                </c:pt>
                <c:pt idx="13875">
                  <c:v>24.65</c:v>
                </c:pt>
                <c:pt idx="13876">
                  <c:v>24.65</c:v>
                </c:pt>
                <c:pt idx="13877">
                  <c:v>24.7</c:v>
                </c:pt>
                <c:pt idx="13878">
                  <c:v>24.7</c:v>
                </c:pt>
                <c:pt idx="13879">
                  <c:v>24.75</c:v>
                </c:pt>
                <c:pt idx="13880">
                  <c:v>24.75</c:v>
                </c:pt>
                <c:pt idx="13881">
                  <c:v>24.75</c:v>
                </c:pt>
                <c:pt idx="13882">
                  <c:v>24.8</c:v>
                </c:pt>
                <c:pt idx="13883">
                  <c:v>24.8</c:v>
                </c:pt>
                <c:pt idx="13884">
                  <c:v>24.85</c:v>
                </c:pt>
                <c:pt idx="13885">
                  <c:v>24.85</c:v>
                </c:pt>
                <c:pt idx="13886">
                  <c:v>24.85</c:v>
                </c:pt>
                <c:pt idx="13887">
                  <c:v>24.9</c:v>
                </c:pt>
                <c:pt idx="13888">
                  <c:v>24.9</c:v>
                </c:pt>
                <c:pt idx="13889">
                  <c:v>24.9</c:v>
                </c:pt>
                <c:pt idx="13890">
                  <c:v>24.9</c:v>
                </c:pt>
                <c:pt idx="13891">
                  <c:v>24.9</c:v>
                </c:pt>
                <c:pt idx="13892">
                  <c:v>24.9</c:v>
                </c:pt>
                <c:pt idx="13893">
                  <c:v>24.85</c:v>
                </c:pt>
                <c:pt idx="13894">
                  <c:v>24.8</c:v>
                </c:pt>
                <c:pt idx="13895">
                  <c:v>24.8</c:v>
                </c:pt>
                <c:pt idx="13896">
                  <c:v>24.7</c:v>
                </c:pt>
                <c:pt idx="13897">
                  <c:v>24.7</c:v>
                </c:pt>
                <c:pt idx="13898">
                  <c:v>24.7</c:v>
                </c:pt>
                <c:pt idx="13899">
                  <c:v>24.65</c:v>
                </c:pt>
                <c:pt idx="13900">
                  <c:v>24.65</c:v>
                </c:pt>
                <c:pt idx="13901">
                  <c:v>24.65</c:v>
                </c:pt>
                <c:pt idx="13902">
                  <c:v>24.65</c:v>
                </c:pt>
                <c:pt idx="13903">
                  <c:v>24.65</c:v>
                </c:pt>
                <c:pt idx="13904">
                  <c:v>24.65</c:v>
                </c:pt>
                <c:pt idx="13905">
                  <c:v>24.65</c:v>
                </c:pt>
                <c:pt idx="13906">
                  <c:v>24.65</c:v>
                </c:pt>
                <c:pt idx="13907">
                  <c:v>24.7</c:v>
                </c:pt>
                <c:pt idx="13908">
                  <c:v>24.7</c:v>
                </c:pt>
                <c:pt idx="13909">
                  <c:v>24.7</c:v>
                </c:pt>
                <c:pt idx="13910">
                  <c:v>24.7</c:v>
                </c:pt>
                <c:pt idx="13911">
                  <c:v>24.75</c:v>
                </c:pt>
                <c:pt idx="13912">
                  <c:v>24.75</c:v>
                </c:pt>
                <c:pt idx="13913">
                  <c:v>24.75</c:v>
                </c:pt>
                <c:pt idx="13914">
                  <c:v>24.8</c:v>
                </c:pt>
                <c:pt idx="13915">
                  <c:v>24.8</c:v>
                </c:pt>
                <c:pt idx="13916">
                  <c:v>24.8</c:v>
                </c:pt>
                <c:pt idx="13917">
                  <c:v>24.85</c:v>
                </c:pt>
                <c:pt idx="13918">
                  <c:v>24.85</c:v>
                </c:pt>
                <c:pt idx="13919">
                  <c:v>24.9</c:v>
                </c:pt>
                <c:pt idx="13920">
                  <c:v>24.9</c:v>
                </c:pt>
                <c:pt idx="13921">
                  <c:v>24.9</c:v>
                </c:pt>
                <c:pt idx="13922">
                  <c:v>24.9</c:v>
                </c:pt>
                <c:pt idx="13923">
                  <c:v>24.9</c:v>
                </c:pt>
                <c:pt idx="13924">
                  <c:v>24.8</c:v>
                </c:pt>
                <c:pt idx="13925">
                  <c:v>24.8</c:v>
                </c:pt>
                <c:pt idx="13926">
                  <c:v>24.75</c:v>
                </c:pt>
                <c:pt idx="13927">
                  <c:v>24.7</c:v>
                </c:pt>
                <c:pt idx="13928">
                  <c:v>24.7</c:v>
                </c:pt>
                <c:pt idx="13929">
                  <c:v>24.65</c:v>
                </c:pt>
                <c:pt idx="13930">
                  <c:v>24.65</c:v>
                </c:pt>
                <c:pt idx="13931">
                  <c:v>24.65</c:v>
                </c:pt>
                <c:pt idx="13932">
                  <c:v>24.65</c:v>
                </c:pt>
                <c:pt idx="13933">
                  <c:v>24.65</c:v>
                </c:pt>
                <c:pt idx="13934">
                  <c:v>24.65</c:v>
                </c:pt>
                <c:pt idx="13935">
                  <c:v>24.7</c:v>
                </c:pt>
                <c:pt idx="13936">
                  <c:v>24.7</c:v>
                </c:pt>
                <c:pt idx="13937">
                  <c:v>24.75</c:v>
                </c:pt>
                <c:pt idx="13938">
                  <c:v>24.75</c:v>
                </c:pt>
                <c:pt idx="13939">
                  <c:v>24.75</c:v>
                </c:pt>
                <c:pt idx="13940">
                  <c:v>24.75</c:v>
                </c:pt>
                <c:pt idx="13941">
                  <c:v>24.8</c:v>
                </c:pt>
                <c:pt idx="13942">
                  <c:v>24.8</c:v>
                </c:pt>
                <c:pt idx="13943">
                  <c:v>24.85</c:v>
                </c:pt>
                <c:pt idx="13944">
                  <c:v>24.85</c:v>
                </c:pt>
                <c:pt idx="13945">
                  <c:v>24.85</c:v>
                </c:pt>
                <c:pt idx="13946">
                  <c:v>24.9</c:v>
                </c:pt>
                <c:pt idx="13947">
                  <c:v>24.9</c:v>
                </c:pt>
                <c:pt idx="13948">
                  <c:v>24.95</c:v>
                </c:pt>
                <c:pt idx="13949">
                  <c:v>24.95</c:v>
                </c:pt>
                <c:pt idx="13950">
                  <c:v>24.95</c:v>
                </c:pt>
                <c:pt idx="13951">
                  <c:v>25</c:v>
                </c:pt>
                <c:pt idx="13952">
                  <c:v>24.95</c:v>
                </c:pt>
                <c:pt idx="13953">
                  <c:v>24.9</c:v>
                </c:pt>
                <c:pt idx="13954">
                  <c:v>24.85</c:v>
                </c:pt>
                <c:pt idx="13955">
                  <c:v>24.85</c:v>
                </c:pt>
                <c:pt idx="13956">
                  <c:v>24.8</c:v>
                </c:pt>
                <c:pt idx="13957">
                  <c:v>24.7</c:v>
                </c:pt>
                <c:pt idx="13958">
                  <c:v>24.65</c:v>
                </c:pt>
                <c:pt idx="13959">
                  <c:v>24.6</c:v>
                </c:pt>
                <c:pt idx="13960">
                  <c:v>24.6</c:v>
                </c:pt>
                <c:pt idx="13961">
                  <c:v>24.6</c:v>
                </c:pt>
                <c:pt idx="13962">
                  <c:v>24.6</c:v>
                </c:pt>
                <c:pt idx="13963">
                  <c:v>24.6</c:v>
                </c:pt>
                <c:pt idx="13964">
                  <c:v>24.6</c:v>
                </c:pt>
                <c:pt idx="13965">
                  <c:v>24.65</c:v>
                </c:pt>
                <c:pt idx="13966">
                  <c:v>24.65</c:v>
                </c:pt>
                <c:pt idx="13967">
                  <c:v>24.65</c:v>
                </c:pt>
                <c:pt idx="13968">
                  <c:v>24.7</c:v>
                </c:pt>
                <c:pt idx="13969">
                  <c:v>24.7</c:v>
                </c:pt>
                <c:pt idx="13970">
                  <c:v>24.75</c:v>
                </c:pt>
                <c:pt idx="13971">
                  <c:v>24.8</c:v>
                </c:pt>
                <c:pt idx="13972">
                  <c:v>24.8</c:v>
                </c:pt>
                <c:pt idx="13973">
                  <c:v>24.8</c:v>
                </c:pt>
                <c:pt idx="13974">
                  <c:v>24.85</c:v>
                </c:pt>
                <c:pt idx="13975">
                  <c:v>24.9</c:v>
                </c:pt>
                <c:pt idx="13976">
                  <c:v>24.9</c:v>
                </c:pt>
                <c:pt idx="13977">
                  <c:v>24.9</c:v>
                </c:pt>
                <c:pt idx="13978">
                  <c:v>24.9</c:v>
                </c:pt>
                <c:pt idx="13979">
                  <c:v>24.95</c:v>
                </c:pt>
                <c:pt idx="13980">
                  <c:v>25</c:v>
                </c:pt>
                <c:pt idx="13981">
                  <c:v>25</c:v>
                </c:pt>
                <c:pt idx="13982">
                  <c:v>24.95</c:v>
                </c:pt>
                <c:pt idx="13983">
                  <c:v>24.95</c:v>
                </c:pt>
                <c:pt idx="13984">
                  <c:v>24.9</c:v>
                </c:pt>
                <c:pt idx="13985">
                  <c:v>24.85</c:v>
                </c:pt>
                <c:pt idx="13986">
                  <c:v>24.8</c:v>
                </c:pt>
                <c:pt idx="13987">
                  <c:v>24.8</c:v>
                </c:pt>
                <c:pt idx="13988">
                  <c:v>24.75</c:v>
                </c:pt>
                <c:pt idx="13989">
                  <c:v>24.7</c:v>
                </c:pt>
                <c:pt idx="13990">
                  <c:v>24.7</c:v>
                </c:pt>
                <c:pt idx="13991">
                  <c:v>24.7</c:v>
                </c:pt>
                <c:pt idx="13992">
                  <c:v>24.65</c:v>
                </c:pt>
                <c:pt idx="13993">
                  <c:v>24.65</c:v>
                </c:pt>
                <c:pt idx="13994">
                  <c:v>24.7</c:v>
                </c:pt>
                <c:pt idx="13995">
                  <c:v>24.7</c:v>
                </c:pt>
                <c:pt idx="13996">
                  <c:v>24.7</c:v>
                </c:pt>
                <c:pt idx="13997">
                  <c:v>24.7</c:v>
                </c:pt>
                <c:pt idx="13998">
                  <c:v>24.75</c:v>
                </c:pt>
                <c:pt idx="13999">
                  <c:v>24.75</c:v>
                </c:pt>
                <c:pt idx="14000">
                  <c:v>24.75</c:v>
                </c:pt>
                <c:pt idx="14001">
                  <c:v>24.8</c:v>
                </c:pt>
                <c:pt idx="14002">
                  <c:v>24.8</c:v>
                </c:pt>
                <c:pt idx="14003">
                  <c:v>24.8</c:v>
                </c:pt>
                <c:pt idx="14004">
                  <c:v>24.8</c:v>
                </c:pt>
                <c:pt idx="14005">
                  <c:v>24.8</c:v>
                </c:pt>
                <c:pt idx="14006">
                  <c:v>24.85</c:v>
                </c:pt>
                <c:pt idx="14007">
                  <c:v>24.85</c:v>
                </c:pt>
                <c:pt idx="14008">
                  <c:v>24.85</c:v>
                </c:pt>
                <c:pt idx="14009">
                  <c:v>24.9</c:v>
                </c:pt>
                <c:pt idx="14010">
                  <c:v>24.9</c:v>
                </c:pt>
                <c:pt idx="14011">
                  <c:v>24.9</c:v>
                </c:pt>
                <c:pt idx="14012">
                  <c:v>24.9</c:v>
                </c:pt>
                <c:pt idx="14013">
                  <c:v>24.9</c:v>
                </c:pt>
                <c:pt idx="14014">
                  <c:v>24.85</c:v>
                </c:pt>
                <c:pt idx="14015">
                  <c:v>24.8</c:v>
                </c:pt>
                <c:pt idx="14016">
                  <c:v>24.75</c:v>
                </c:pt>
                <c:pt idx="14017">
                  <c:v>24.7</c:v>
                </c:pt>
                <c:pt idx="14018">
                  <c:v>24.7</c:v>
                </c:pt>
                <c:pt idx="14019">
                  <c:v>24.7</c:v>
                </c:pt>
                <c:pt idx="14020">
                  <c:v>24.65</c:v>
                </c:pt>
                <c:pt idx="14021">
                  <c:v>24.65</c:v>
                </c:pt>
                <c:pt idx="14022">
                  <c:v>24.65</c:v>
                </c:pt>
                <c:pt idx="14023">
                  <c:v>24.65</c:v>
                </c:pt>
                <c:pt idx="14024">
                  <c:v>24.65</c:v>
                </c:pt>
                <c:pt idx="14025">
                  <c:v>24.65</c:v>
                </c:pt>
                <c:pt idx="14026">
                  <c:v>24.65</c:v>
                </c:pt>
                <c:pt idx="14027">
                  <c:v>24.65</c:v>
                </c:pt>
                <c:pt idx="14028">
                  <c:v>24.7</c:v>
                </c:pt>
                <c:pt idx="14029">
                  <c:v>24.7</c:v>
                </c:pt>
                <c:pt idx="14030">
                  <c:v>24.75</c:v>
                </c:pt>
                <c:pt idx="14031">
                  <c:v>24.75</c:v>
                </c:pt>
                <c:pt idx="14032">
                  <c:v>24.8</c:v>
                </c:pt>
                <c:pt idx="14033">
                  <c:v>24.8</c:v>
                </c:pt>
                <c:pt idx="14034">
                  <c:v>24.85</c:v>
                </c:pt>
                <c:pt idx="14035">
                  <c:v>24.9</c:v>
                </c:pt>
                <c:pt idx="14036">
                  <c:v>24.9</c:v>
                </c:pt>
                <c:pt idx="14037">
                  <c:v>24.95</c:v>
                </c:pt>
                <c:pt idx="14038">
                  <c:v>24.95</c:v>
                </c:pt>
                <c:pt idx="14039">
                  <c:v>25</c:v>
                </c:pt>
                <c:pt idx="14040">
                  <c:v>25</c:v>
                </c:pt>
                <c:pt idx="14041">
                  <c:v>25</c:v>
                </c:pt>
                <c:pt idx="14042">
                  <c:v>25</c:v>
                </c:pt>
                <c:pt idx="14043">
                  <c:v>24.95</c:v>
                </c:pt>
                <c:pt idx="14044">
                  <c:v>24.9</c:v>
                </c:pt>
                <c:pt idx="14045">
                  <c:v>24.85</c:v>
                </c:pt>
                <c:pt idx="14046">
                  <c:v>24.75</c:v>
                </c:pt>
                <c:pt idx="14047">
                  <c:v>24.75</c:v>
                </c:pt>
                <c:pt idx="14048">
                  <c:v>24.65</c:v>
                </c:pt>
                <c:pt idx="14049">
                  <c:v>24.65</c:v>
                </c:pt>
                <c:pt idx="14050">
                  <c:v>24.6</c:v>
                </c:pt>
                <c:pt idx="14051">
                  <c:v>24.6</c:v>
                </c:pt>
                <c:pt idx="14052">
                  <c:v>24.6</c:v>
                </c:pt>
                <c:pt idx="14053">
                  <c:v>24.6</c:v>
                </c:pt>
                <c:pt idx="14054">
                  <c:v>24.65</c:v>
                </c:pt>
                <c:pt idx="14055">
                  <c:v>24.65</c:v>
                </c:pt>
                <c:pt idx="14056">
                  <c:v>24.65</c:v>
                </c:pt>
                <c:pt idx="14057">
                  <c:v>24.65</c:v>
                </c:pt>
                <c:pt idx="14058">
                  <c:v>24.7</c:v>
                </c:pt>
                <c:pt idx="14059">
                  <c:v>24.7</c:v>
                </c:pt>
                <c:pt idx="14060">
                  <c:v>24.75</c:v>
                </c:pt>
                <c:pt idx="14061">
                  <c:v>24.75</c:v>
                </c:pt>
                <c:pt idx="14062">
                  <c:v>24.8</c:v>
                </c:pt>
                <c:pt idx="14063">
                  <c:v>24.8</c:v>
                </c:pt>
                <c:pt idx="14064">
                  <c:v>24.85</c:v>
                </c:pt>
                <c:pt idx="14065">
                  <c:v>24.85</c:v>
                </c:pt>
                <c:pt idx="14066">
                  <c:v>24.85</c:v>
                </c:pt>
                <c:pt idx="14067">
                  <c:v>24.9</c:v>
                </c:pt>
                <c:pt idx="14068">
                  <c:v>24.9</c:v>
                </c:pt>
                <c:pt idx="14069">
                  <c:v>24.9</c:v>
                </c:pt>
                <c:pt idx="14070">
                  <c:v>24.95</c:v>
                </c:pt>
                <c:pt idx="14071">
                  <c:v>24.95</c:v>
                </c:pt>
                <c:pt idx="14072">
                  <c:v>24.95</c:v>
                </c:pt>
                <c:pt idx="14073">
                  <c:v>24.9</c:v>
                </c:pt>
                <c:pt idx="14074">
                  <c:v>24.85</c:v>
                </c:pt>
                <c:pt idx="14075">
                  <c:v>24.8</c:v>
                </c:pt>
                <c:pt idx="14076">
                  <c:v>24.75</c:v>
                </c:pt>
                <c:pt idx="14077">
                  <c:v>24.75</c:v>
                </c:pt>
                <c:pt idx="14078">
                  <c:v>24.7</c:v>
                </c:pt>
                <c:pt idx="14079">
                  <c:v>24.7</c:v>
                </c:pt>
                <c:pt idx="14080">
                  <c:v>24.7</c:v>
                </c:pt>
                <c:pt idx="14081">
                  <c:v>24.65</c:v>
                </c:pt>
                <c:pt idx="14082">
                  <c:v>24.7</c:v>
                </c:pt>
                <c:pt idx="14083">
                  <c:v>24.7</c:v>
                </c:pt>
                <c:pt idx="14084">
                  <c:v>24.7</c:v>
                </c:pt>
                <c:pt idx="14085">
                  <c:v>24.7</c:v>
                </c:pt>
                <c:pt idx="14086">
                  <c:v>24.7</c:v>
                </c:pt>
                <c:pt idx="14087">
                  <c:v>24.75</c:v>
                </c:pt>
                <c:pt idx="14088">
                  <c:v>24.75</c:v>
                </c:pt>
                <c:pt idx="14089">
                  <c:v>24.75</c:v>
                </c:pt>
                <c:pt idx="14090">
                  <c:v>24.75</c:v>
                </c:pt>
                <c:pt idx="14091">
                  <c:v>24.75</c:v>
                </c:pt>
                <c:pt idx="14092">
                  <c:v>24.8</c:v>
                </c:pt>
                <c:pt idx="14093">
                  <c:v>24.8</c:v>
                </c:pt>
                <c:pt idx="14094">
                  <c:v>24.85</c:v>
                </c:pt>
                <c:pt idx="14095">
                  <c:v>24.85</c:v>
                </c:pt>
                <c:pt idx="14096">
                  <c:v>24.85</c:v>
                </c:pt>
                <c:pt idx="14097">
                  <c:v>24.85</c:v>
                </c:pt>
                <c:pt idx="14098">
                  <c:v>24.9</c:v>
                </c:pt>
                <c:pt idx="14099">
                  <c:v>24.95</c:v>
                </c:pt>
                <c:pt idx="14100">
                  <c:v>24.95</c:v>
                </c:pt>
                <c:pt idx="14101">
                  <c:v>24.95</c:v>
                </c:pt>
                <c:pt idx="14102">
                  <c:v>24.95</c:v>
                </c:pt>
                <c:pt idx="14103">
                  <c:v>24.9</c:v>
                </c:pt>
                <c:pt idx="14104">
                  <c:v>24.85</c:v>
                </c:pt>
                <c:pt idx="14105">
                  <c:v>24.85</c:v>
                </c:pt>
                <c:pt idx="14106">
                  <c:v>24.75</c:v>
                </c:pt>
                <c:pt idx="14107">
                  <c:v>24.7</c:v>
                </c:pt>
                <c:pt idx="14108">
                  <c:v>24.7</c:v>
                </c:pt>
                <c:pt idx="14109">
                  <c:v>24.65</c:v>
                </c:pt>
                <c:pt idx="14110">
                  <c:v>24.65</c:v>
                </c:pt>
                <c:pt idx="14111">
                  <c:v>24.65</c:v>
                </c:pt>
                <c:pt idx="14112">
                  <c:v>24.6</c:v>
                </c:pt>
                <c:pt idx="14113">
                  <c:v>24.65</c:v>
                </c:pt>
                <c:pt idx="14114">
                  <c:v>24.65</c:v>
                </c:pt>
                <c:pt idx="14115">
                  <c:v>24.65</c:v>
                </c:pt>
                <c:pt idx="14116">
                  <c:v>24.65</c:v>
                </c:pt>
                <c:pt idx="14117">
                  <c:v>24.7</c:v>
                </c:pt>
                <c:pt idx="14118">
                  <c:v>24.7</c:v>
                </c:pt>
                <c:pt idx="14119">
                  <c:v>24.7</c:v>
                </c:pt>
                <c:pt idx="14120">
                  <c:v>24.75</c:v>
                </c:pt>
                <c:pt idx="14121">
                  <c:v>24.75</c:v>
                </c:pt>
                <c:pt idx="14122">
                  <c:v>24.8</c:v>
                </c:pt>
                <c:pt idx="14123">
                  <c:v>24.8</c:v>
                </c:pt>
                <c:pt idx="14124">
                  <c:v>24.85</c:v>
                </c:pt>
                <c:pt idx="14125">
                  <c:v>24.85</c:v>
                </c:pt>
                <c:pt idx="14126">
                  <c:v>24.9</c:v>
                </c:pt>
                <c:pt idx="14127">
                  <c:v>24.9</c:v>
                </c:pt>
                <c:pt idx="14128">
                  <c:v>24.9</c:v>
                </c:pt>
                <c:pt idx="14129">
                  <c:v>24.95</c:v>
                </c:pt>
                <c:pt idx="14130">
                  <c:v>25</c:v>
                </c:pt>
                <c:pt idx="14131">
                  <c:v>25</c:v>
                </c:pt>
                <c:pt idx="14132">
                  <c:v>25</c:v>
                </c:pt>
                <c:pt idx="14133">
                  <c:v>24.95</c:v>
                </c:pt>
                <c:pt idx="14134">
                  <c:v>24.9</c:v>
                </c:pt>
                <c:pt idx="14135">
                  <c:v>24.85</c:v>
                </c:pt>
                <c:pt idx="14136">
                  <c:v>24.8</c:v>
                </c:pt>
                <c:pt idx="14137">
                  <c:v>24.75</c:v>
                </c:pt>
                <c:pt idx="14138">
                  <c:v>24.7</c:v>
                </c:pt>
                <c:pt idx="14139">
                  <c:v>24.7</c:v>
                </c:pt>
                <c:pt idx="14140">
                  <c:v>24.65</c:v>
                </c:pt>
                <c:pt idx="14141">
                  <c:v>24.65</c:v>
                </c:pt>
                <c:pt idx="14142">
                  <c:v>24.65</c:v>
                </c:pt>
                <c:pt idx="14143">
                  <c:v>24.65</c:v>
                </c:pt>
                <c:pt idx="14144">
                  <c:v>24.65</c:v>
                </c:pt>
                <c:pt idx="14145">
                  <c:v>24.65</c:v>
                </c:pt>
                <c:pt idx="14146">
                  <c:v>24.65</c:v>
                </c:pt>
                <c:pt idx="14147">
                  <c:v>24.7</c:v>
                </c:pt>
                <c:pt idx="14148">
                  <c:v>24.7</c:v>
                </c:pt>
                <c:pt idx="14149">
                  <c:v>24.7</c:v>
                </c:pt>
                <c:pt idx="14150">
                  <c:v>24.7</c:v>
                </c:pt>
                <c:pt idx="14151">
                  <c:v>24.75</c:v>
                </c:pt>
                <c:pt idx="14152">
                  <c:v>24.75</c:v>
                </c:pt>
                <c:pt idx="14153">
                  <c:v>24.8</c:v>
                </c:pt>
                <c:pt idx="14154">
                  <c:v>24.8</c:v>
                </c:pt>
                <c:pt idx="14155">
                  <c:v>24.85</c:v>
                </c:pt>
                <c:pt idx="14156">
                  <c:v>24.85</c:v>
                </c:pt>
                <c:pt idx="14157">
                  <c:v>24.9</c:v>
                </c:pt>
                <c:pt idx="14158">
                  <c:v>24.9</c:v>
                </c:pt>
                <c:pt idx="14159">
                  <c:v>24.9</c:v>
                </c:pt>
                <c:pt idx="14160">
                  <c:v>24.95</c:v>
                </c:pt>
                <c:pt idx="14161">
                  <c:v>24.95</c:v>
                </c:pt>
                <c:pt idx="14162">
                  <c:v>24.9</c:v>
                </c:pt>
                <c:pt idx="14163">
                  <c:v>24.9</c:v>
                </c:pt>
                <c:pt idx="14164">
                  <c:v>24.85</c:v>
                </c:pt>
                <c:pt idx="14165">
                  <c:v>24.8</c:v>
                </c:pt>
                <c:pt idx="14166">
                  <c:v>24.75</c:v>
                </c:pt>
                <c:pt idx="14167">
                  <c:v>24.7</c:v>
                </c:pt>
                <c:pt idx="14168">
                  <c:v>24.7</c:v>
                </c:pt>
                <c:pt idx="14169">
                  <c:v>24.65</c:v>
                </c:pt>
                <c:pt idx="14170">
                  <c:v>24.65</c:v>
                </c:pt>
                <c:pt idx="14171">
                  <c:v>24.65</c:v>
                </c:pt>
                <c:pt idx="14172">
                  <c:v>24.65</c:v>
                </c:pt>
                <c:pt idx="14173">
                  <c:v>24.65</c:v>
                </c:pt>
                <c:pt idx="14174">
                  <c:v>24.65</c:v>
                </c:pt>
                <c:pt idx="14175">
                  <c:v>24.7</c:v>
                </c:pt>
                <c:pt idx="14176">
                  <c:v>24.7</c:v>
                </c:pt>
                <c:pt idx="14177">
                  <c:v>24.7</c:v>
                </c:pt>
                <c:pt idx="14178">
                  <c:v>24.75</c:v>
                </c:pt>
                <c:pt idx="14179">
                  <c:v>24.75</c:v>
                </c:pt>
                <c:pt idx="14180">
                  <c:v>24.75</c:v>
                </c:pt>
                <c:pt idx="14181">
                  <c:v>24.8</c:v>
                </c:pt>
                <c:pt idx="14182">
                  <c:v>24.8</c:v>
                </c:pt>
                <c:pt idx="14183">
                  <c:v>24.85</c:v>
                </c:pt>
                <c:pt idx="14184">
                  <c:v>24.85</c:v>
                </c:pt>
                <c:pt idx="14185">
                  <c:v>24.85</c:v>
                </c:pt>
                <c:pt idx="14186">
                  <c:v>24.9</c:v>
                </c:pt>
                <c:pt idx="14187">
                  <c:v>24.9</c:v>
                </c:pt>
                <c:pt idx="14188">
                  <c:v>24.9</c:v>
                </c:pt>
                <c:pt idx="14189">
                  <c:v>24.95</c:v>
                </c:pt>
                <c:pt idx="14190">
                  <c:v>24.95</c:v>
                </c:pt>
                <c:pt idx="14191">
                  <c:v>24.95</c:v>
                </c:pt>
                <c:pt idx="14192">
                  <c:v>24.9</c:v>
                </c:pt>
                <c:pt idx="14193">
                  <c:v>24.9</c:v>
                </c:pt>
                <c:pt idx="14194">
                  <c:v>24.85</c:v>
                </c:pt>
                <c:pt idx="14195">
                  <c:v>24.8</c:v>
                </c:pt>
                <c:pt idx="14196">
                  <c:v>24.75</c:v>
                </c:pt>
                <c:pt idx="14197">
                  <c:v>24.7</c:v>
                </c:pt>
                <c:pt idx="14198">
                  <c:v>24.7</c:v>
                </c:pt>
                <c:pt idx="14199">
                  <c:v>24.65</c:v>
                </c:pt>
                <c:pt idx="14200">
                  <c:v>24.65</c:v>
                </c:pt>
                <c:pt idx="14201">
                  <c:v>24.65</c:v>
                </c:pt>
                <c:pt idx="14202">
                  <c:v>24.65</c:v>
                </c:pt>
                <c:pt idx="14203">
                  <c:v>24.65</c:v>
                </c:pt>
                <c:pt idx="14204">
                  <c:v>24.65</c:v>
                </c:pt>
                <c:pt idx="14205">
                  <c:v>24.65</c:v>
                </c:pt>
                <c:pt idx="14206">
                  <c:v>24.65</c:v>
                </c:pt>
                <c:pt idx="14207">
                  <c:v>24.7</c:v>
                </c:pt>
                <c:pt idx="14208">
                  <c:v>24.7</c:v>
                </c:pt>
                <c:pt idx="14209">
                  <c:v>24.7</c:v>
                </c:pt>
                <c:pt idx="14210">
                  <c:v>24.75</c:v>
                </c:pt>
                <c:pt idx="14211">
                  <c:v>24.75</c:v>
                </c:pt>
                <c:pt idx="14212">
                  <c:v>24.75</c:v>
                </c:pt>
                <c:pt idx="14213">
                  <c:v>24.8</c:v>
                </c:pt>
                <c:pt idx="14214">
                  <c:v>24.85</c:v>
                </c:pt>
                <c:pt idx="14215">
                  <c:v>24.85</c:v>
                </c:pt>
                <c:pt idx="14216">
                  <c:v>24.85</c:v>
                </c:pt>
                <c:pt idx="14217">
                  <c:v>24.9</c:v>
                </c:pt>
                <c:pt idx="14218">
                  <c:v>24.95</c:v>
                </c:pt>
                <c:pt idx="14219">
                  <c:v>25</c:v>
                </c:pt>
                <c:pt idx="14220">
                  <c:v>24.95</c:v>
                </c:pt>
                <c:pt idx="14221">
                  <c:v>25</c:v>
                </c:pt>
                <c:pt idx="14222">
                  <c:v>25</c:v>
                </c:pt>
                <c:pt idx="14223">
                  <c:v>25</c:v>
                </c:pt>
                <c:pt idx="14224">
                  <c:v>24.9</c:v>
                </c:pt>
                <c:pt idx="14225">
                  <c:v>24.9</c:v>
                </c:pt>
                <c:pt idx="14226">
                  <c:v>24.8</c:v>
                </c:pt>
                <c:pt idx="14227">
                  <c:v>24.75</c:v>
                </c:pt>
                <c:pt idx="14228">
                  <c:v>24.7</c:v>
                </c:pt>
                <c:pt idx="14229">
                  <c:v>24.65</c:v>
                </c:pt>
                <c:pt idx="14230">
                  <c:v>24.65</c:v>
                </c:pt>
                <c:pt idx="14231">
                  <c:v>24.65</c:v>
                </c:pt>
                <c:pt idx="14232">
                  <c:v>24.65</c:v>
                </c:pt>
                <c:pt idx="14233">
                  <c:v>24.65</c:v>
                </c:pt>
                <c:pt idx="14234">
                  <c:v>24.65</c:v>
                </c:pt>
                <c:pt idx="14235">
                  <c:v>24.65</c:v>
                </c:pt>
                <c:pt idx="14236">
                  <c:v>24.65</c:v>
                </c:pt>
                <c:pt idx="14237">
                  <c:v>24.7</c:v>
                </c:pt>
                <c:pt idx="14238">
                  <c:v>24.7</c:v>
                </c:pt>
                <c:pt idx="14239">
                  <c:v>24.75</c:v>
                </c:pt>
                <c:pt idx="14240">
                  <c:v>24.75</c:v>
                </c:pt>
                <c:pt idx="14241">
                  <c:v>24.75</c:v>
                </c:pt>
                <c:pt idx="14242">
                  <c:v>24.8</c:v>
                </c:pt>
                <c:pt idx="14243">
                  <c:v>24.8</c:v>
                </c:pt>
                <c:pt idx="14244">
                  <c:v>24.85</c:v>
                </c:pt>
                <c:pt idx="14245">
                  <c:v>24.9</c:v>
                </c:pt>
                <c:pt idx="14246">
                  <c:v>24.9</c:v>
                </c:pt>
                <c:pt idx="14247">
                  <c:v>24.95</c:v>
                </c:pt>
                <c:pt idx="14248">
                  <c:v>24.95</c:v>
                </c:pt>
                <c:pt idx="14249">
                  <c:v>25</c:v>
                </c:pt>
                <c:pt idx="14250">
                  <c:v>25</c:v>
                </c:pt>
                <c:pt idx="14251">
                  <c:v>25</c:v>
                </c:pt>
                <c:pt idx="14252">
                  <c:v>24.95</c:v>
                </c:pt>
                <c:pt idx="14253">
                  <c:v>24.95</c:v>
                </c:pt>
                <c:pt idx="14254">
                  <c:v>24.9</c:v>
                </c:pt>
                <c:pt idx="14255">
                  <c:v>24.85</c:v>
                </c:pt>
                <c:pt idx="14256">
                  <c:v>24.8</c:v>
                </c:pt>
                <c:pt idx="14257">
                  <c:v>24.75</c:v>
                </c:pt>
                <c:pt idx="14258">
                  <c:v>24.7</c:v>
                </c:pt>
                <c:pt idx="14259">
                  <c:v>24.65</c:v>
                </c:pt>
                <c:pt idx="14260">
                  <c:v>24.65</c:v>
                </c:pt>
                <c:pt idx="14261">
                  <c:v>24.65</c:v>
                </c:pt>
                <c:pt idx="14262">
                  <c:v>24.65</c:v>
                </c:pt>
                <c:pt idx="14263">
                  <c:v>24.65</c:v>
                </c:pt>
                <c:pt idx="14264">
                  <c:v>24.65</c:v>
                </c:pt>
                <c:pt idx="14265">
                  <c:v>24.7</c:v>
                </c:pt>
                <c:pt idx="14266">
                  <c:v>24.7</c:v>
                </c:pt>
                <c:pt idx="14267">
                  <c:v>24.7</c:v>
                </c:pt>
                <c:pt idx="14268">
                  <c:v>24.75</c:v>
                </c:pt>
                <c:pt idx="14269">
                  <c:v>24.75</c:v>
                </c:pt>
                <c:pt idx="14270">
                  <c:v>24.8</c:v>
                </c:pt>
                <c:pt idx="14271">
                  <c:v>24.8</c:v>
                </c:pt>
                <c:pt idx="14272">
                  <c:v>24.85</c:v>
                </c:pt>
                <c:pt idx="14273">
                  <c:v>24.85</c:v>
                </c:pt>
                <c:pt idx="14274">
                  <c:v>24.9</c:v>
                </c:pt>
                <c:pt idx="14275">
                  <c:v>24.9</c:v>
                </c:pt>
                <c:pt idx="14276">
                  <c:v>24.9</c:v>
                </c:pt>
                <c:pt idx="14277">
                  <c:v>24.95</c:v>
                </c:pt>
                <c:pt idx="14278">
                  <c:v>24.95</c:v>
                </c:pt>
                <c:pt idx="14279">
                  <c:v>24.95</c:v>
                </c:pt>
                <c:pt idx="14280">
                  <c:v>25</c:v>
                </c:pt>
                <c:pt idx="14281">
                  <c:v>25</c:v>
                </c:pt>
                <c:pt idx="14282">
                  <c:v>25</c:v>
                </c:pt>
                <c:pt idx="14283">
                  <c:v>24.95</c:v>
                </c:pt>
                <c:pt idx="14284">
                  <c:v>24.9</c:v>
                </c:pt>
                <c:pt idx="14285">
                  <c:v>24.8</c:v>
                </c:pt>
                <c:pt idx="14286">
                  <c:v>24.8</c:v>
                </c:pt>
                <c:pt idx="14287">
                  <c:v>24.8</c:v>
                </c:pt>
                <c:pt idx="14288">
                  <c:v>24.75</c:v>
                </c:pt>
                <c:pt idx="14289">
                  <c:v>24.75</c:v>
                </c:pt>
                <c:pt idx="14290">
                  <c:v>24.7</c:v>
                </c:pt>
                <c:pt idx="14291">
                  <c:v>24.75</c:v>
                </c:pt>
                <c:pt idx="14292">
                  <c:v>24.7</c:v>
                </c:pt>
                <c:pt idx="14293">
                  <c:v>24.7</c:v>
                </c:pt>
                <c:pt idx="14294">
                  <c:v>24.7</c:v>
                </c:pt>
                <c:pt idx="14295">
                  <c:v>24.7</c:v>
                </c:pt>
                <c:pt idx="14296">
                  <c:v>24.75</c:v>
                </c:pt>
                <c:pt idx="14297">
                  <c:v>24.75</c:v>
                </c:pt>
                <c:pt idx="14298">
                  <c:v>24.75</c:v>
                </c:pt>
                <c:pt idx="14299">
                  <c:v>24.75</c:v>
                </c:pt>
                <c:pt idx="14300">
                  <c:v>24.8</c:v>
                </c:pt>
                <c:pt idx="14301">
                  <c:v>24.75</c:v>
                </c:pt>
                <c:pt idx="14302">
                  <c:v>24.8</c:v>
                </c:pt>
                <c:pt idx="14303">
                  <c:v>24.8</c:v>
                </c:pt>
                <c:pt idx="14304">
                  <c:v>24.8</c:v>
                </c:pt>
                <c:pt idx="14305">
                  <c:v>24.85</c:v>
                </c:pt>
                <c:pt idx="14306">
                  <c:v>24.85</c:v>
                </c:pt>
                <c:pt idx="14307">
                  <c:v>24.9</c:v>
                </c:pt>
                <c:pt idx="14308">
                  <c:v>24.9</c:v>
                </c:pt>
                <c:pt idx="14309">
                  <c:v>24.9</c:v>
                </c:pt>
                <c:pt idx="14310">
                  <c:v>24.95</c:v>
                </c:pt>
                <c:pt idx="14311">
                  <c:v>24.95</c:v>
                </c:pt>
                <c:pt idx="14312">
                  <c:v>24.95</c:v>
                </c:pt>
                <c:pt idx="14313">
                  <c:v>24.95</c:v>
                </c:pt>
                <c:pt idx="14314">
                  <c:v>24.9</c:v>
                </c:pt>
                <c:pt idx="14315">
                  <c:v>24.85</c:v>
                </c:pt>
                <c:pt idx="14316">
                  <c:v>24.8</c:v>
                </c:pt>
                <c:pt idx="14317">
                  <c:v>24.75</c:v>
                </c:pt>
                <c:pt idx="14318">
                  <c:v>24.75</c:v>
                </c:pt>
                <c:pt idx="14319">
                  <c:v>24.7</c:v>
                </c:pt>
                <c:pt idx="14320">
                  <c:v>24.7</c:v>
                </c:pt>
                <c:pt idx="14321">
                  <c:v>24.7</c:v>
                </c:pt>
                <c:pt idx="14322">
                  <c:v>24.7</c:v>
                </c:pt>
                <c:pt idx="14323">
                  <c:v>24.7</c:v>
                </c:pt>
                <c:pt idx="14324">
                  <c:v>24.7</c:v>
                </c:pt>
                <c:pt idx="14325">
                  <c:v>24.75</c:v>
                </c:pt>
                <c:pt idx="14326">
                  <c:v>24.75</c:v>
                </c:pt>
                <c:pt idx="14327">
                  <c:v>24.75</c:v>
                </c:pt>
                <c:pt idx="14328">
                  <c:v>24.75</c:v>
                </c:pt>
                <c:pt idx="14329">
                  <c:v>24.8</c:v>
                </c:pt>
                <c:pt idx="14330">
                  <c:v>24.8</c:v>
                </c:pt>
                <c:pt idx="14331">
                  <c:v>24.85</c:v>
                </c:pt>
                <c:pt idx="14332">
                  <c:v>24.85</c:v>
                </c:pt>
                <c:pt idx="14333">
                  <c:v>24.85</c:v>
                </c:pt>
                <c:pt idx="14334">
                  <c:v>24.9</c:v>
                </c:pt>
                <c:pt idx="14335">
                  <c:v>24.9</c:v>
                </c:pt>
                <c:pt idx="14336">
                  <c:v>24.95</c:v>
                </c:pt>
                <c:pt idx="14337">
                  <c:v>24.95</c:v>
                </c:pt>
                <c:pt idx="14338">
                  <c:v>25</c:v>
                </c:pt>
                <c:pt idx="14339">
                  <c:v>25</c:v>
                </c:pt>
                <c:pt idx="14340">
                  <c:v>25</c:v>
                </c:pt>
                <c:pt idx="14341">
                  <c:v>25</c:v>
                </c:pt>
                <c:pt idx="14342">
                  <c:v>25</c:v>
                </c:pt>
                <c:pt idx="14343">
                  <c:v>24.95</c:v>
                </c:pt>
                <c:pt idx="14344">
                  <c:v>24.9</c:v>
                </c:pt>
                <c:pt idx="14345">
                  <c:v>24.85</c:v>
                </c:pt>
                <c:pt idx="14346">
                  <c:v>24.8</c:v>
                </c:pt>
                <c:pt idx="14347">
                  <c:v>24.8</c:v>
                </c:pt>
                <c:pt idx="14348">
                  <c:v>24.7</c:v>
                </c:pt>
                <c:pt idx="14349">
                  <c:v>24.7</c:v>
                </c:pt>
                <c:pt idx="14350">
                  <c:v>24.65</c:v>
                </c:pt>
                <c:pt idx="14351">
                  <c:v>24.65</c:v>
                </c:pt>
                <c:pt idx="14352">
                  <c:v>24.65</c:v>
                </c:pt>
                <c:pt idx="14353">
                  <c:v>24.65</c:v>
                </c:pt>
                <c:pt idx="14354">
                  <c:v>24.7</c:v>
                </c:pt>
                <c:pt idx="14355">
                  <c:v>24.7</c:v>
                </c:pt>
                <c:pt idx="14356">
                  <c:v>24.7</c:v>
                </c:pt>
                <c:pt idx="14357">
                  <c:v>24.75</c:v>
                </c:pt>
                <c:pt idx="14358">
                  <c:v>24.75</c:v>
                </c:pt>
                <c:pt idx="14359">
                  <c:v>24.75</c:v>
                </c:pt>
                <c:pt idx="14360">
                  <c:v>24.75</c:v>
                </c:pt>
                <c:pt idx="14361">
                  <c:v>24.75</c:v>
                </c:pt>
                <c:pt idx="14362">
                  <c:v>24.8</c:v>
                </c:pt>
                <c:pt idx="14363">
                  <c:v>24.85</c:v>
                </c:pt>
                <c:pt idx="14364">
                  <c:v>24.85</c:v>
                </c:pt>
                <c:pt idx="14365">
                  <c:v>24.9</c:v>
                </c:pt>
                <c:pt idx="14366">
                  <c:v>24.9</c:v>
                </c:pt>
                <c:pt idx="14367">
                  <c:v>24.95</c:v>
                </c:pt>
                <c:pt idx="14368">
                  <c:v>24.95</c:v>
                </c:pt>
                <c:pt idx="14369">
                  <c:v>25</c:v>
                </c:pt>
                <c:pt idx="14370">
                  <c:v>25</c:v>
                </c:pt>
                <c:pt idx="14371">
                  <c:v>25.05</c:v>
                </c:pt>
                <c:pt idx="14372">
                  <c:v>25</c:v>
                </c:pt>
                <c:pt idx="14373">
                  <c:v>24.95</c:v>
                </c:pt>
                <c:pt idx="14374">
                  <c:v>24.95</c:v>
                </c:pt>
                <c:pt idx="14375">
                  <c:v>24.9</c:v>
                </c:pt>
                <c:pt idx="14376">
                  <c:v>24.85</c:v>
                </c:pt>
                <c:pt idx="14377">
                  <c:v>24.8</c:v>
                </c:pt>
                <c:pt idx="14378">
                  <c:v>24.75</c:v>
                </c:pt>
                <c:pt idx="14379">
                  <c:v>24.75</c:v>
                </c:pt>
                <c:pt idx="14380">
                  <c:v>24.75</c:v>
                </c:pt>
                <c:pt idx="14381">
                  <c:v>24.75</c:v>
                </c:pt>
                <c:pt idx="14382">
                  <c:v>24.75</c:v>
                </c:pt>
                <c:pt idx="14383">
                  <c:v>24.75</c:v>
                </c:pt>
                <c:pt idx="14384">
                  <c:v>24.75</c:v>
                </c:pt>
                <c:pt idx="14385">
                  <c:v>24.8</c:v>
                </c:pt>
                <c:pt idx="14386">
                  <c:v>24.8</c:v>
                </c:pt>
                <c:pt idx="14387">
                  <c:v>24.8</c:v>
                </c:pt>
                <c:pt idx="14388">
                  <c:v>24.8</c:v>
                </c:pt>
                <c:pt idx="14389">
                  <c:v>24.8</c:v>
                </c:pt>
                <c:pt idx="14390">
                  <c:v>24.85</c:v>
                </c:pt>
                <c:pt idx="14391">
                  <c:v>24.85</c:v>
                </c:pt>
                <c:pt idx="14392">
                  <c:v>24.9</c:v>
                </c:pt>
                <c:pt idx="14393">
                  <c:v>24.9</c:v>
                </c:pt>
                <c:pt idx="14394">
                  <c:v>24.95</c:v>
                </c:pt>
                <c:pt idx="14395">
                  <c:v>24.95</c:v>
                </c:pt>
                <c:pt idx="14396">
                  <c:v>24.95</c:v>
                </c:pt>
                <c:pt idx="14397">
                  <c:v>25</c:v>
                </c:pt>
                <c:pt idx="14398">
                  <c:v>25</c:v>
                </c:pt>
                <c:pt idx="14399">
                  <c:v>25.05</c:v>
                </c:pt>
                <c:pt idx="14400">
                  <c:v>25.05</c:v>
                </c:pt>
                <c:pt idx="14401">
                  <c:v>25.05</c:v>
                </c:pt>
                <c:pt idx="14402">
                  <c:v>25</c:v>
                </c:pt>
                <c:pt idx="14403">
                  <c:v>25</c:v>
                </c:pt>
                <c:pt idx="14404">
                  <c:v>24.95</c:v>
                </c:pt>
                <c:pt idx="14405">
                  <c:v>24.9</c:v>
                </c:pt>
                <c:pt idx="14406">
                  <c:v>24.85</c:v>
                </c:pt>
                <c:pt idx="14407">
                  <c:v>24.85</c:v>
                </c:pt>
                <c:pt idx="14408">
                  <c:v>24.8</c:v>
                </c:pt>
                <c:pt idx="14409">
                  <c:v>24.75</c:v>
                </c:pt>
                <c:pt idx="14410">
                  <c:v>24.75</c:v>
                </c:pt>
                <c:pt idx="14411">
                  <c:v>24.7</c:v>
                </c:pt>
                <c:pt idx="14412">
                  <c:v>24.7</c:v>
                </c:pt>
                <c:pt idx="14413">
                  <c:v>24.7</c:v>
                </c:pt>
                <c:pt idx="14414">
                  <c:v>24.7</c:v>
                </c:pt>
                <c:pt idx="14415">
                  <c:v>24.7</c:v>
                </c:pt>
                <c:pt idx="14416">
                  <c:v>24.7</c:v>
                </c:pt>
                <c:pt idx="14417">
                  <c:v>24.7</c:v>
                </c:pt>
                <c:pt idx="14418">
                  <c:v>24.7</c:v>
                </c:pt>
                <c:pt idx="14419">
                  <c:v>24.7</c:v>
                </c:pt>
                <c:pt idx="14420">
                  <c:v>24.75</c:v>
                </c:pt>
                <c:pt idx="14421">
                  <c:v>24.75</c:v>
                </c:pt>
                <c:pt idx="14422">
                  <c:v>24.8</c:v>
                </c:pt>
                <c:pt idx="14423">
                  <c:v>24.8</c:v>
                </c:pt>
                <c:pt idx="14424">
                  <c:v>24.85</c:v>
                </c:pt>
                <c:pt idx="14425">
                  <c:v>24.9</c:v>
                </c:pt>
                <c:pt idx="14426">
                  <c:v>24.9</c:v>
                </c:pt>
                <c:pt idx="14427">
                  <c:v>24.9</c:v>
                </c:pt>
                <c:pt idx="14428">
                  <c:v>24.95</c:v>
                </c:pt>
                <c:pt idx="14429">
                  <c:v>24.95</c:v>
                </c:pt>
                <c:pt idx="14430">
                  <c:v>24.95</c:v>
                </c:pt>
                <c:pt idx="14431">
                  <c:v>24.95</c:v>
                </c:pt>
                <c:pt idx="14432">
                  <c:v>24.95</c:v>
                </c:pt>
                <c:pt idx="14433">
                  <c:v>24.95</c:v>
                </c:pt>
                <c:pt idx="14434">
                  <c:v>24.9</c:v>
                </c:pt>
                <c:pt idx="14435">
                  <c:v>24.85</c:v>
                </c:pt>
                <c:pt idx="14436">
                  <c:v>24.8</c:v>
                </c:pt>
                <c:pt idx="14437">
                  <c:v>24.75</c:v>
                </c:pt>
                <c:pt idx="14438">
                  <c:v>24.7</c:v>
                </c:pt>
                <c:pt idx="14439">
                  <c:v>24.7</c:v>
                </c:pt>
                <c:pt idx="14440">
                  <c:v>24.65</c:v>
                </c:pt>
                <c:pt idx="14441">
                  <c:v>24.65</c:v>
                </c:pt>
                <c:pt idx="14442">
                  <c:v>24.65</c:v>
                </c:pt>
                <c:pt idx="14443">
                  <c:v>24.65</c:v>
                </c:pt>
                <c:pt idx="14444">
                  <c:v>24.7</c:v>
                </c:pt>
                <c:pt idx="14445">
                  <c:v>24.7</c:v>
                </c:pt>
                <c:pt idx="14446">
                  <c:v>24.7</c:v>
                </c:pt>
                <c:pt idx="14447">
                  <c:v>24.7</c:v>
                </c:pt>
                <c:pt idx="14448">
                  <c:v>24.75</c:v>
                </c:pt>
                <c:pt idx="14449">
                  <c:v>24.75</c:v>
                </c:pt>
                <c:pt idx="14450">
                  <c:v>24.75</c:v>
                </c:pt>
                <c:pt idx="14451">
                  <c:v>24.8</c:v>
                </c:pt>
                <c:pt idx="14452">
                  <c:v>24.8</c:v>
                </c:pt>
                <c:pt idx="14453">
                  <c:v>24.85</c:v>
                </c:pt>
                <c:pt idx="14454">
                  <c:v>24.85</c:v>
                </c:pt>
                <c:pt idx="14455">
                  <c:v>24.9</c:v>
                </c:pt>
                <c:pt idx="14456">
                  <c:v>24.95</c:v>
                </c:pt>
                <c:pt idx="14457">
                  <c:v>24.95</c:v>
                </c:pt>
                <c:pt idx="14458">
                  <c:v>25</c:v>
                </c:pt>
                <c:pt idx="14459">
                  <c:v>25</c:v>
                </c:pt>
                <c:pt idx="14460">
                  <c:v>25.05</c:v>
                </c:pt>
                <c:pt idx="14461">
                  <c:v>25.05</c:v>
                </c:pt>
                <c:pt idx="14462">
                  <c:v>25</c:v>
                </c:pt>
                <c:pt idx="14463">
                  <c:v>24.95</c:v>
                </c:pt>
                <c:pt idx="14464">
                  <c:v>24.95</c:v>
                </c:pt>
                <c:pt idx="14465">
                  <c:v>24.9</c:v>
                </c:pt>
                <c:pt idx="14466">
                  <c:v>24.85</c:v>
                </c:pt>
                <c:pt idx="14467">
                  <c:v>24.8</c:v>
                </c:pt>
                <c:pt idx="14468">
                  <c:v>24.75</c:v>
                </c:pt>
                <c:pt idx="14469">
                  <c:v>24.75</c:v>
                </c:pt>
                <c:pt idx="14470">
                  <c:v>24.7</c:v>
                </c:pt>
                <c:pt idx="14471">
                  <c:v>24.7</c:v>
                </c:pt>
                <c:pt idx="14472">
                  <c:v>24.7</c:v>
                </c:pt>
                <c:pt idx="14473">
                  <c:v>24.7</c:v>
                </c:pt>
                <c:pt idx="14474">
                  <c:v>24.7</c:v>
                </c:pt>
                <c:pt idx="14475">
                  <c:v>24.7</c:v>
                </c:pt>
                <c:pt idx="14476">
                  <c:v>24.7</c:v>
                </c:pt>
                <c:pt idx="14477">
                  <c:v>24.7</c:v>
                </c:pt>
                <c:pt idx="14478">
                  <c:v>24.7</c:v>
                </c:pt>
                <c:pt idx="14479">
                  <c:v>24.75</c:v>
                </c:pt>
                <c:pt idx="14480">
                  <c:v>24.75</c:v>
                </c:pt>
                <c:pt idx="14481">
                  <c:v>24.8</c:v>
                </c:pt>
                <c:pt idx="14482">
                  <c:v>24.8</c:v>
                </c:pt>
                <c:pt idx="14483">
                  <c:v>24.85</c:v>
                </c:pt>
                <c:pt idx="14484">
                  <c:v>24.85</c:v>
                </c:pt>
                <c:pt idx="14485">
                  <c:v>24.85</c:v>
                </c:pt>
                <c:pt idx="14486">
                  <c:v>24.9</c:v>
                </c:pt>
                <c:pt idx="14487">
                  <c:v>24.95</c:v>
                </c:pt>
                <c:pt idx="14488">
                  <c:v>24.95</c:v>
                </c:pt>
                <c:pt idx="14489">
                  <c:v>25</c:v>
                </c:pt>
                <c:pt idx="14490">
                  <c:v>25</c:v>
                </c:pt>
                <c:pt idx="14491">
                  <c:v>25</c:v>
                </c:pt>
                <c:pt idx="14492">
                  <c:v>24.95</c:v>
                </c:pt>
                <c:pt idx="14493">
                  <c:v>24.95</c:v>
                </c:pt>
                <c:pt idx="14494">
                  <c:v>24.9</c:v>
                </c:pt>
                <c:pt idx="14495">
                  <c:v>24.85</c:v>
                </c:pt>
                <c:pt idx="14496">
                  <c:v>24.8</c:v>
                </c:pt>
                <c:pt idx="14497">
                  <c:v>24.8</c:v>
                </c:pt>
                <c:pt idx="14498">
                  <c:v>24.75</c:v>
                </c:pt>
                <c:pt idx="14499">
                  <c:v>24.75</c:v>
                </c:pt>
                <c:pt idx="14500">
                  <c:v>24.75</c:v>
                </c:pt>
                <c:pt idx="14501">
                  <c:v>24.7</c:v>
                </c:pt>
                <c:pt idx="14502">
                  <c:v>24.7</c:v>
                </c:pt>
                <c:pt idx="14503">
                  <c:v>24.75</c:v>
                </c:pt>
                <c:pt idx="14504">
                  <c:v>24.75</c:v>
                </c:pt>
                <c:pt idx="14505">
                  <c:v>24.75</c:v>
                </c:pt>
                <c:pt idx="14506">
                  <c:v>24.75</c:v>
                </c:pt>
                <c:pt idx="14507">
                  <c:v>24.8</c:v>
                </c:pt>
                <c:pt idx="14508">
                  <c:v>24.8</c:v>
                </c:pt>
                <c:pt idx="14509">
                  <c:v>24.85</c:v>
                </c:pt>
                <c:pt idx="14510">
                  <c:v>24.85</c:v>
                </c:pt>
                <c:pt idx="14511">
                  <c:v>24.85</c:v>
                </c:pt>
                <c:pt idx="14512">
                  <c:v>24.85</c:v>
                </c:pt>
                <c:pt idx="14513">
                  <c:v>24.9</c:v>
                </c:pt>
                <c:pt idx="14514">
                  <c:v>24.9</c:v>
                </c:pt>
                <c:pt idx="14515">
                  <c:v>24.95</c:v>
                </c:pt>
                <c:pt idx="14516">
                  <c:v>24.95</c:v>
                </c:pt>
                <c:pt idx="14517">
                  <c:v>25</c:v>
                </c:pt>
                <c:pt idx="14518">
                  <c:v>25</c:v>
                </c:pt>
                <c:pt idx="14519">
                  <c:v>25.05</c:v>
                </c:pt>
                <c:pt idx="14520">
                  <c:v>25.05</c:v>
                </c:pt>
                <c:pt idx="14521">
                  <c:v>25.05</c:v>
                </c:pt>
                <c:pt idx="14522">
                  <c:v>25.05</c:v>
                </c:pt>
                <c:pt idx="14523">
                  <c:v>25</c:v>
                </c:pt>
                <c:pt idx="14524">
                  <c:v>25</c:v>
                </c:pt>
                <c:pt idx="14525">
                  <c:v>24.9</c:v>
                </c:pt>
                <c:pt idx="14526">
                  <c:v>24.9</c:v>
                </c:pt>
                <c:pt idx="14527">
                  <c:v>24.85</c:v>
                </c:pt>
                <c:pt idx="14528">
                  <c:v>24.8</c:v>
                </c:pt>
                <c:pt idx="14529">
                  <c:v>24.8</c:v>
                </c:pt>
                <c:pt idx="14530">
                  <c:v>24.75</c:v>
                </c:pt>
                <c:pt idx="14531">
                  <c:v>24.75</c:v>
                </c:pt>
                <c:pt idx="14532">
                  <c:v>24.75</c:v>
                </c:pt>
                <c:pt idx="14533">
                  <c:v>24.75</c:v>
                </c:pt>
                <c:pt idx="14534">
                  <c:v>24.75</c:v>
                </c:pt>
                <c:pt idx="14535">
                  <c:v>24.75</c:v>
                </c:pt>
                <c:pt idx="14536">
                  <c:v>24.75</c:v>
                </c:pt>
                <c:pt idx="14537">
                  <c:v>24.75</c:v>
                </c:pt>
                <c:pt idx="14538">
                  <c:v>24.75</c:v>
                </c:pt>
                <c:pt idx="14539">
                  <c:v>24.8</c:v>
                </c:pt>
                <c:pt idx="14540">
                  <c:v>24.8</c:v>
                </c:pt>
                <c:pt idx="14541">
                  <c:v>24.85</c:v>
                </c:pt>
                <c:pt idx="14542">
                  <c:v>24.85</c:v>
                </c:pt>
                <c:pt idx="14543">
                  <c:v>24.9</c:v>
                </c:pt>
                <c:pt idx="14544">
                  <c:v>24.85</c:v>
                </c:pt>
                <c:pt idx="14545">
                  <c:v>24.9</c:v>
                </c:pt>
                <c:pt idx="14546">
                  <c:v>24.95</c:v>
                </c:pt>
                <c:pt idx="14547">
                  <c:v>24.95</c:v>
                </c:pt>
                <c:pt idx="14548">
                  <c:v>25</c:v>
                </c:pt>
                <c:pt idx="14549">
                  <c:v>25</c:v>
                </c:pt>
                <c:pt idx="14550">
                  <c:v>25.05</c:v>
                </c:pt>
                <c:pt idx="14551">
                  <c:v>25.05</c:v>
                </c:pt>
                <c:pt idx="14552">
                  <c:v>25.05</c:v>
                </c:pt>
                <c:pt idx="14553">
                  <c:v>25.05</c:v>
                </c:pt>
                <c:pt idx="14554">
                  <c:v>24.95</c:v>
                </c:pt>
                <c:pt idx="14555">
                  <c:v>24.9</c:v>
                </c:pt>
                <c:pt idx="14556">
                  <c:v>24.85</c:v>
                </c:pt>
                <c:pt idx="14557">
                  <c:v>24.85</c:v>
                </c:pt>
                <c:pt idx="14558">
                  <c:v>24.85</c:v>
                </c:pt>
                <c:pt idx="14559">
                  <c:v>24.8</c:v>
                </c:pt>
                <c:pt idx="14560">
                  <c:v>24.75</c:v>
                </c:pt>
                <c:pt idx="14561">
                  <c:v>24.75</c:v>
                </c:pt>
                <c:pt idx="14562">
                  <c:v>24.75</c:v>
                </c:pt>
                <c:pt idx="14563">
                  <c:v>24.75</c:v>
                </c:pt>
                <c:pt idx="14564">
                  <c:v>24.75</c:v>
                </c:pt>
                <c:pt idx="14565">
                  <c:v>24.8</c:v>
                </c:pt>
                <c:pt idx="14566">
                  <c:v>24.8</c:v>
                </c:pt>
                <c:pt idx="14567">
                  <c:v>24.8</c:v>
                </c:pt>
                <c:pt idx="14568">
                  <c:v>24.8</c:v>
                </c:pt>
                <c:pt idx="14569">
                  <c:v>24.85</c:v>
                </c:pt>
                <c:pt idx="14570">
                  <c:v>24.85</c:v>
                </c:pt>
                <c:pt idx="14571">
                  <c:v>24.85</c:v>
                </c:pt>
                <c:pt idx="14572">
                  <c:v>24.9</c:v>
                </c:pt>
                <c:pt idx="14573">
                  <c:v>24.9</c:v>
                </c:pt>
                <c:pt idx="14574">
                  <c:v>24.9</c:v>
                </c:pt>
                <c:pt idx="14575">
                  <c:v>24.9</c:v>
                </c:pt>
                <c:pt idx="14576">
                  <c:v>24.95</c:v>
                </c:pt>
                <c:pt idx="14577">
                  <c:v>24.95</c:v>
                </c:pt>
                <c:pt idx="14578">
                  <c:v>24.95</c:v>
                </c:pt>
                <c:pt idx="14579">
                  <c:v>24.95</c:v>
                </c:pt>
                <c:pt idx="14580">
                  <c:v>25</c:v>
                </c:pt>
                <c:pt idx="14581">
                  <c:v>25</c:v>
                </c:pt>
                <c:pt idx="14582">
                  <c:v>25</c:v>
                </c:pt>
                <c:pt idx="14583">
                  <c:v>24.95</c:v>
                </c:pt>
                <c:pt idx="14584">
                  <c:v>24.9</c:v>
                </c:pt>
                <c:pt idx="14585">
                  <c:v>24.85</c:v>
                </c:pt>
                <c:pt idx="14586">
                  <c:v>24.8</c:v>
                </c:pt>
                <c:pt idx="14587">
                  <c:v>24.75</c:v>
                </c:pt>
                <c:pt idx="14588">
                  <c:v>24.75</c:v>
                </c:pt>
                <c:pt idx="14589">
                  <c:v>24.75</c:v>
                </c:pt>
                <c:pt idx="14590">
                  <c:v>24.75</c:v>
                </c:pt>
                <c:pt idx="14591">
                  <c:v>24.75</c:v>
                </c:pt>
                <c:pt idx="14592">
                  <c:v>24.75</c:v>
                </c:pt>
                <c:pt idx="14593">
                  <c:v>24.75</c:v>
                </c:pt>
                <c:pt idx="14594">
                  <c:v>24.75</c:v>
                </c:pt>
                <c:pt idx="14595">
                  <c:v>24.75</c:v>
                </c:pt>
                <c:pt idx="14596">
                  <c:v>24.75</c:v>
                </c:pt>
                <c:pt idx="14597">
                  <c:v>24.8</c:v>
                </c:pt>
                <c:pt idx="14598">
                  <c:v>24.8</c:v>
                </c:pt>
                <c:pt idx="14599">
                  <c:v>24.8</c:v>
                </c:pt>
                <c:pt idx="14600">
                  <c:v>24.8</c:v>
                </c:pt>
                <c:pt idx="14601">
                  <c:v>24.85</c:v>
                </c:pt>
                <c:pt idx="14602">
                  <c:v>24.85</c:v>
                </c:pt>
                <c:pt idx="14603">
                  <c:v>24.9</c:v>
                </c:pt>
                <c:pt idx="14604">
                  <c:v>24.9</c:v>
                </c:pt>
                <c:pt idx="14605">
                  <c:v>24.95</c:v>
                </c:pt>
                <c:pt idx="14606">
                  <c:v>24.95</c:v>
                </c:pt>
                <c:pt idx="14607">
                  <c:v>24.95</c:v>
                </c:pt>
                <c:pt idx="14608">
                  <c:v>24.95</c:v>
                </c:pt>
                <c:pt idx="14609">
                  <c:v>25</c:v>
                </c:pt>
                <c:pt idx="14610">
                  <c:v>25.05</c:v>
                </c:pt>
                <c:pt idx="14611">
                  <c:v>25.05</c:v>
                </c:pt>
                <c:pt idx="14612">
                  <c:v>25.05</c:v>
                </c:pt>
                <c:pt idx="14613">
                  <c:v>25</c:v>
                </c:pt>
                <c:pt idx="14614">
                  <c:v>24.95</c:v>
                </c:pt>
                <c:pt idx="14615">
                  <c:v>24.9</c:v>
                </c:pt>
                <c:pt idx="14616">
                  <c:v>24.85</c:v>
                </c:pt>
                <c:pt idx="14617">
                  <c:v>24.8</c:v>
                </c:pt>
                <c:pt idx="14618">
                  <c:v>24.8</c:v>
                </c:pt>
                <c:pt idx="14619">
                  <c:v>24.75</c:v>
                </c:pt>
                <c:pt idx="14620">
                  <c:v>24.75</c:v>
                </c:pt>
                <c:pt idx="14621">
                  <c:v>24.7</c:v>
                </c:pt>
                <c:pt idx="14622">
                  <c:v>24.7</c:v>
                </c:pt>
                <c:pt idx="14623">
                  <c:v>24.7</c:v>
                </c:pt>
                <c:pt idx="14624">
                  <c:v>24.7</c:v>
                </c:pt>
                <c:pt idx="14625">
                  <c:v>24.7</c:v>
                </c:pt>
                <c:pt idx="14626">
                  <c:v>24.7</c:v>
                </c:pt>
                <c:pt idx="14627">
                  <c:v>24.7</c:v>
                </c:pt>
                <c:pt idx="14628">
                  <c:v>24.75</c:v>
                </c:pt>
                <c:pt idx="14629">
                  <c:v>24.75</c:v>
                </c:pt>
                <c:pt idx="14630">
                  <c:v>24.75</c:v>
                </c:pt>
                <c:pt idx="14631">
                  <c:v>24.75</c:v>
                </c:pt>
                <c:pt idx="14632">
                  <c:v>24.8</c:v>
                </c:pt>
                <c:pt idx="14633">
                  <c:v>24.8</c:v>
                </c:pt>
                <c:pt idx="14634">
                  <c:v>24.8</c:v>
                </c:pt>
                <c:pt idx="14635">
                  <c:v>24.85</c:v>
                </c:pt>
                <c:pt idx="14636">
                  <c:v>24.85</c:v>
                </c:pt>
                <c:pt idx="14637">
                  <c:v>24.9</c:v>
                </c:pt>
                <c:pt idx="14638">
                  <c:v>24.95</c:v>
                </c:pt>
                <c:pt idx="14639">
                  <c:v>24.95</c:v>
                </c:pt>
                <c:pt idx="14640">
                  <c:v>24.95</c:v>
                </c:pt>
                <c:pt idx="14641">
                  <c:v>24.95</c:v>
                </c:pt>
                <c:pt idx="14642">
                  <c:v>24.95</c:v>
                </c:pt>
                <c:pt idx="14643">
                  <c:v>24.95</c:v>
                </c:pt>
                <c:pt idx="14644">
                  <c:v>24.95</c:v>
                </c:pt>
                <c:pt idx="14645">
                  <c:v>24.85</c:v>
                </c:pt>
                <c:pt idx="14646">
                  <c:v>24.8</c:v>
                </c:pt>
                <c:pt idx="14647">
                  <c:v>24.75</c:v>
                </c:pt>
                <c:pt idx="14648">
                  <c:v>24.7</c:v>
                </c:pt>
                <c:pt idx="14649">
                  <c:v>24.7</c:v>
                </c:pt>
                <c:pt idx="14650">
                  <c:v>24.65</c:v>
                </c:pt>
                <c:pt idx="14651">
                  <c:v>24.7</c:v>
                </c:pt>
                <c:pt idx="14652">
                  <c:v>24.65</c:v>
                </c:pt>
                <c:pt idx="14653">
                  <c:v>24.65</c:v>
                </c:pt>
                <c:pt idx="14654">
                  <c:v>24.65</c:v>
                </c:pt>
                <c:pt idx="14655">
                  <c:v>24.7</c:v>
                </c:pt>
                <c:pt idx="14656">
                  <c:v>24.7</c:v>
                </c:pt>
                <c:pt idx="14657">
                  <c:v>24.7</c:v>
                </c:pt>
                <c:pt idx="14658">
                  <c:v>24.75</c:v>
                </c:pt>
                <c:pt idx="14659">
                  <c:v>24.75</c:v>
                </c:pt>
                <c:pt idx="14660">
                  <c:v>24.75</c:v>
                </c:pt>
                <c:pt idx="14661">
                  <c:v>24.8</c:v>
                </c:pt>
                <c:pt idx="14662">
                  <c:v>24.8</c:v>
                </c:pt>
                <c:pt idx="14663">
                  <c:v>24.85</c:v>
                </c:pt>
                <c:pt idx="14664">
                  <c:v>24.85</c:v>
                </c:pt>
                <c:pt idx="14665">
                  <c:v>24.9</c:v>
                </c:pt>
                <c:pt idx="14666">
                  <c:v>24.9</c:v>
                </c:pt>
                <c:pt idx="14667">
                  <c:v>24.9</c:v>
                </c:pt>
                <c:pt idx="14668">
                  <c:v>24.95</c:v>
                </c:pt>
                <c:pt idx="14669">
                  <c:v>24.95</c:v>
                </c:pt>
                <c:pt idx="14670">
                  <c:v>24.95</c:v>
                </c:pt>
                <c:pt idx="14671">
                  <c:v>24.95</c:v>
                </c:pt>
                <c:pt idx="14672">
                  <c:v>24.95</c:v>
                </c:pt>
                <c:pt idx="14673">
                  <c:v>24.9</c:v>
                </c:pt>
                <c:pt idx="14674">
                  <c:v>24.85</c:v>
                </c:pt>
                <c:pt idx="14675">
                  <c:v>24.8</c:v>
                </c:pt>
                <c:pt idx="14676">
                  <c:v>24.75</c:v>
                </c:pt>
                <c:pt idx="14677">
                  <c:v>24.75</c:v>
                </c:pt>
                <c:pt idx="14678">
                  <c:v>24.7</c:v>
                </c:pt>
                <c:pt idx="14679">
                  <c:v>24.65</c:v>
                </c:pt>
                <c:pt idx="14680">
                  <c:v>24.65</c:v>
                </c:pt>
                <c:pt idx="14681">
                  <c:v>24.65</c:v>
                </c:pt>
                <c:pt idx="14682">
                  <c:v>24.65</c:v>
                </c:pt>
                <c:pt idx="14683">
                  <c:v>24.65</c:v>
                </c:pt>
                <c:pt idx="14684">
                  <c:v>24.65</c:v>
                </c:pt>
                <c:pt idx="14685">
                  <c:v>24.7</c:v>
                </c:pt>
                <c:pt idx="14686">
                  <c:v>24.7</c:v>
                </c:pt>
                <c:pt idx="14687">
                  <c:v>24.7</c:v>
                </c:pt>
                <c:pt idx="14688">
                  <c:v>24.75</c:v>
                </c:pt>
                <c:pt idx="14689">
                  <c:v>24.75</c:v>
                </c:pt>
                <c:pt idx="14690">
                  <c:v>24.75</c:v>
                </c:pt>
                <c:pt idx="14691">
                  <c:v>24.75</c:v>
                </c:pt>
                <c:pt idx="14692">
                  <c:v>24.8</c:v>
                </c:pt>
                <c:pt idx="14693">
                  <c:v>24.85</c:v>
                </c:pt>
                <c:pt idx="14694">
                  <c:v>24.85</c:v>
                </c:pt>
                <c:pt idx="14695">
                  <c:v>24.85</c:v>
                </c:pt>
                <c:pt idx="14696">
                  <c:v>24.9</c:v>
                </c:pt>
                <c:pt idx="14697">
                  <c:v>24.95</c:v>
                </c:pt>
                <c:pt idx="14698">
                  <c:v>24.95</c:v>
                </c:pt>
                <c:pt idx="14699">
                  <c:v>24.95</c:v>
                </c:pt>
                <c:pt idx="14700">
                  <c:v>24.95</c:v>
                </c:pt>
                <c:pt idx="14701">
                  <c:v>24.95</c:v>
                </c:pt>
                <c:pt idx="14702">
                  <c:v>24.95</c:v>
                </c:pt>
                <c:pt idx="14703">
                  <c:v>24.95</c:v>
                </c:pt>
                <c:pt idx="14704">
                  <c:v>24.9</c:v>
                </c:pt>
                <c:pt idx="14705">
                  <c:v>24.85</c:v>
                </c:pt>
                <c:pt idx="14706">
                  <c:v>24.8</c:v>
                </c:pt>
                <c:pt idx="14707">
                  <c:v>24.75</c:v>
                </c:pt>
                <c:pt idx="14708">
                  <c:v>24.7</c:v>
                </c:pt>
                <c:pt idx="14709">
                  <c:v>24.7</c:v>
                </c:pt>
                <c:pt idx="14710">
                  <c:v>24.65</c:v>
                </c:pt>
                <c:pt idx="14711">
                  <c:v>24.65</c:v>
                </c:pt>
                <c:pt idx="14712">
                  <c:v>24.65</c:v>
                </c:pt>
                <c:pt idx="14713">
                  <c:v>24.7</c:v>
                </c:pt>
                <c:pt idx="14714">
                  <c:v>24.7</c:v>
                </c:pt>
                <c:pt idx="14715">
                  <c:v>24.7</c:v>
                </c:pt>
                <c:pt idx="14716">
                  <c:v>24.7</c:v>
                </c:pt>
                <c:pt idx="14717">
                  <c:v>24.7</c:v>
                </c:pt>
                <c:pt idx="14718">
                  <c:v>24.75</c:v>
                </c:pt>
                <c:pt idx="14719">
                  <c:v>24.75</c:v>
                </c:pt>
                <c:pt idx="14720">
                  <c:v>24.75</c:v>
                </c:pt>
                <c:pt idx="14721">
                  <c:v>24.75</c:v>
                </c:pt>
                <c:pt idx="14722">
                  <c:v>24.8</c:v>
                </c:pt>
                <c:pt idx="14723">
                  <c:v>24.8</c:v>
                </c:pt>
                <c:pt idx="14724">
                  <c:v>24.8</c:v>
                </c:pt>
                <c:pt idx="14725">
                  <c:v>24.85</c:v>
                </c:pt>
                <c:pt idx="14726">
                  <c:v>24.85</c:v>
                </c:pt>
                <c:pt idx="14727">
                  <c:v>24.9</c:v>
                </c:pt>
                <c:pt idx="14728">
                  <c:v>24.9</c:v>
                </c:pt>
                <c:pt idx="14729">
                  <c:v>24.95</c:v>
                </c:pt>
                <c:pt idx="14730">
                  <c:v>24.95</c:v>
                </c:pt>
                <c:pt idx="14731">
                  <c:v>24.95</c:v>
                </c:pt>
                <c:pt idx="14732">
                  <c:v>24.95</c:v>
                </c:pt>
                <c:pt idx="14733">
                  <c:v>24.9</c:v>
                </c:pt>
                <c:pt idx="14734">
                  <c:v>24.85</c:v>
                </c:pt>
                <c:pt idx="14735">
                  <c:v>24.85</c:v>
                </c:pt>
                <c:pt idx="14736">
                  <c:v>24.8</c:v>
                </c:pt>
                <c:pt idx="14737">
                  <c:v>24.75</c:v>
                </c:pt>
                <c:pt idx="14738">
                  <c:v>24.7</c:v>
                </c:pt>
                <c:pt idx="14739">
                  <c:v>24.7</c:v>
                </c:pt>
                <c:pt idx="14740">
                  <c:v>24.7</c:v>
                </c:pt>
                <c:pt idx="14741">
                  <c:v>24.7</c:v>
                </c:pt>
                <c:pt idx="14742">
                  <c:v>24.7</c:v>
                </c:pt>
                <c:pt idx="14743">
                  <c:v>24.65</c:v>
                </c:pt>
                <c:pt idx="14744">
                  <c:v>24.65</c:v>
                </c:pt>
                <c:pt idx="14745">
                  <c:v>24.65</c:v>
                </c:pt>
                <c:pt idx="14746">
                  <c:v>24.7</c:v>
                </c:pt>
                <c:pt idx="14747">
                  <c:v>24.7</c:v>
                </c:pt>
                <c:pt idx="14748">
                  <c:v>24.75</c:v>
                </c:pt>
                <c:pt idx="14749">
                  <c:v>24.75</c:v>
                </c:pt>
                <c:pt idx="14750">
                  <c:v>24.8</c:v>
                </c:pt>
                <c:pt idx="14751">
                  <c:v>24.8</c:v>
                </c:pt>
                <c:pt idx="14752">
                  <c:v>24.8</c:v>
                </c:pt>
                <c:pt idx="14753">
                  <c:v>24.85</c:v>
                </c:pt>
                <c:pt idx="14754">
                  <c:v>24.85</c:v>
                </c:pt>
                <c:pt idx="14755">
                  <c:v>24.9</c:v>
                </c:pt>
                <c:pt idx="14756">
                  <c:v>24.9</c:v>
                </c:pt>
                <c:pt idx="14757">
                  <c:v>24.9</c:v>
                </c:pt>
                <c:pt idx="14758">
                  <c:v>24.95</c:v>
                </c:pt>
                <c:pt idx="14759">
                  <c:v>24.95</c:v>
                </c:pt>
                <c:pt idx="14760">
                  <c:v>25</c:v>
                </c:pt>
                <c:pt idx="14761">
                  <c:v>25</c:v>
                </c:pt>
                <c:pt idx="14762">
                  <c:v>24.95</c:v>
                </c:pt>
                <c:pt idx="14763">
                  <c:v>24.95</c:v>
                </c:pt>
                <c:pt idx="14764">
                  <c:v>24.9</c:v>
                </c:pt>
                <c:pt idx="14765">
                  <c:v>24.9</c:v>
                </c:pt>
                <c:pt idx="14766">
                  <c:v>24.8</c:v>
                </c:pt>
                <c:pt idx="14767">
                  <c:v>24.75</c:v>
                </c:pt>
                <c:pt idx="14768">
                  <c:v>24.7</c:v>
                </c:pt>
                <c:pt idx="14769">
                  <c:v>24.7</c:v>
                </c:pt>
                <c:pt idx="14770">
                  <c:v>24.7</c:v>
                </c:pt>
                <c:pt idx="14771">
                  <c:v>24.65</c:v>
                </c:pt>
                <c:pt idx="14772">
                  <c:v>24.65</c:v>
                </c:pt>
                <c:pt idx="14773">
                  <c:v>24.65</c:v>
                </c:pt>
                <c:pt idx="14774">
                  <c:v>24.65</c:v>
                </c:pt>
                <c:pt idx="14775">
                  <c:v>24.65</c:v>
                </c:pt>
                <c:pt idx="14776">
                  <c:v>24.7</c:v>
                </c:pt>
                <c:pt idx="14777">
                  <c:v>24.7</c:v>
                </c:pt>
                <c:pt idx="14778">
                  <c:v>24.7</c:v>
                </c:pt>
                <c:pt idx="14779">
                  <c:v>24.75</c:v>
                </c:pt>
                <c:pt idx="14780">
                  <c:v>24.75</c:v>
                </c:pt>
                <c:pt idx="14781">
                  <c:v>24.8</c:v>
                </c:pt>
                <c:pt idx="14782">
                  <c:v>24.8</c:v>
                </c:pt>
                <c:pt idx="14783">
                  <c:v>24.8</c:v>
                </c:pt>
                <c:pt idx="14784">
                  <c:v>24.85</c:v>
                </c:pt>
                <c:pt idx="14785">
                  <c:v>24.85</c:v>
                </c:pt>
                <c:pt idx="14786">
                  <c:v>24.9</c:v>
                </c:pt>
                <c:pt idx="14787">
                  <c:v>24.9</c:v>
                </c:pt>
                <c:pt idx="14788">
                  <c:v>24.95</c:v>
                </c:pt>
                <c:pt idx="14789">
                  <c:v>24.95</c:v>
                </c:pt>
                <c:pt idx="14790">
                  <c:v>25</c:v>
                </c:pt>
                <c:pt idx="14791">
                  <c:v>25</c:v>
                </c:pt>
                <c:pt idx="14792">
                  <c:v>24.95</c:v>
                </c:pt>
                <c:pt idx="14793">
                  <c:v>24.95</c:v>
                </c:pt>
                <c:pt idx="14794">
                  <c:v>24.9</c:v>
                </c:pt>
                <c:pt idx="14795">
                  <c:v>24.85</c:v>
                </c:pt>
                <c:pt idx="14796">
                  <c:v>24.8</c:v>
                </c:pt>
                <c:pt idx="14797">
                  <c:v>24.75</c:v>
                </c:pt>
                <c:pt idx="14798">
                  <c:v>24.75</c:v>
                </c:pt>
                <c:pt idx="14799">
                  <c:v>24.7</c:v>
                </c:pt>
                <c:pt idx="14800">
                  <c:v>24.7</c:v>
                </c:pt>
                <c:pt idx="14801">
                  <c:v>24.7</c:v>
                </c:pt>
                <c:pt idx="14802">
                  <c:v>24.7</c:v>
                </c:pt>
                <c:pt idx="14803">
                  <c:v>24.7</c:v>
                </c:pt>
                <c:pt idx="14804">
                  <c:v>24.65</c:v>
                </c:pt>
                <c:pt idx="14805">
                  <c:v>24.65</c:v>
                </c:pt>
                <c:pt idx="14806">
                  <c:v>24.65</c:v>
                </c:pt>
                <c:pt idx="14807">
                  <c:v>24.7</c:v>
                </c:pt>
                <c:pt idx="14808">
                  <c:v>24.7</c:v>
                </c:pt>
                <c:pt idx="14809">
                  <c:v>24.7</c:v>
                </c:pt>
                <c:pt idx="14810">
                  <c:v>24.75</c:v>
                </c:pt>
                <c:pt idx="14811">
                  <c:v>24.75</c:v>
                </c:pt>
                <c:pt idx="14812">
                  <c:v>24.8</c:v>
                </c:pt>
                <c:pt idx="14813">
                  <c:v>24.8</c:v>
                </c:pt>
                <c:pt idx="14814">
                  <c:v>24.8</c:v>
                </c:pt>
                <c:pt idx="14815">
                  <c:v>24.8</c:v>
                </c:pt>
                <c:pt idx="14816">
                  <c:v>24.85</c:v>
                </c:pt>
                <c:pt idx="14817">
                  <c:v>24.9</c:v>
                </c:pt>
                <c:pt idx="14818">
                  <c:v>24.9</c:v>
                </c:pt>
                <c:pt idx="14819">
                  <c:v>24.95</c:v>
                </c:pt>
                <c:pt idx="14820">
                  <c:v>24.95</c:v>
                </c:pt>
                <c:pt idx="14821">
                  <c:v>24.95</c:v>
                </c:pt>
                <c:pt idx="14822">
                  <c:v>24.95</c:v>
                </c:pt>
                <c:pt idx="14823">
                  <c:v>24.9</c:v>
                </c:pt>
                <c:pt idx="14824">
                  <c:v>24.85</c:v>
                </c:pt>
                <c:pt idx="14825">
                  <c:v>24.85</c:v>
                </c:pt>
                <c:pt idx="14826">
                  <c:v>24.8</c:v>
                </c:pt>
                <c:pt idx="14827">
                  <c:v>24.75</c:v>
                </c:pt>
                <c:pt idx="14828">
                  <c:v>24.7</c:v>
                </c:pt>
                <c:pt idx="14829">
                  <c:v>24.7</c:v>
                </c:pt>
                <c:pt idx="14830">
                  <c:v>24.7</c:v>
                </c:pt>
                <c:pt idx="14831">
                  <c:v>24.7</c:v>
                </c:pt>
                <c:pt idx="14832">
                  <c:v>24.7</c:v>
                </c:pt>
                <c:pt idx="14833">
                  <c:v>24.65</c:v>
                </c:pt>
                <c:pt idx="14834">
                  <c:v>24.65</c:v>
                </c:pt>
                <c:pt idx="14835">
                  <c:v>24.7</c:v>
                </c:pt>
                <c:pt idx="14836">
                  <c:v>24.65</c:v>
                </c:pt>
                <c:pt idx="14837">
                  <c:v>24.7</c:v>
                </c:pt>
                <c:pt idx="14838">
                  <c:v>24.7</c:v>
                </c:pt>
                <c:pt idx="14839">
                  <c:v>24.75</c:v>
                </c:pt>
                <c:pt idx="14840">
                  <c:v>24.75</c:v>
                </c:pt>
                <c:pt idx="14841">
                  <c:v>24.75</c:v>
                </c:pt>
                <c:pt idx="14842">
                  <c:v>24.75</c:v>
                </c:pt>
                <c:pt idx="14843">
                  <c:v>24.8</c:v>
                </c:pt>
                <c:pt idx="14844">
                  <c:v>24.8</c:v>
                </c:pt>
                <c:pt idx="14845">
                  <c:v>24.85</c:v>
                </c:pt>
                <c:pt idx="14846">
                  <c:v>24.85</c:v>
                </c:pt>
                <c:pt idx="14847">
                  <c:v>24.9</c:v>
                </c:pt>
                <c:pt idx="14848">
                  <c:v>24.9</c:v>
                </c:pt>
                <c:pt idx="14849">
                  <c:v>24.95</c:v>
                </c:pt>
                <c:pt idx="14850">
                  <c:v>24.95</c:v>
                </c:pt>
                <c:pt idx="14851">
                  <c:v>24.95</c:v>
                </c:pt>
                <c:pt idx="14852">
                  <c:v>24.95</c:v>
                </c:pt>
                <c:pt idx="14853">
                  <c:v>24.95</c:v>
                </c:pt>
                <c:pt idx="14854">
                  <c:v>24.85</c:v>
                </c:pt>
                <c:pt idx="14855">
                  <c:v>24.85</c:v>
                </c:pt>
                <c:pt idx="14856">
                  <c:v>24.8</c:v>
                </c:pt>
                <c:pt idx="14857">
                  <c:v>24.75</c:v>
                </c:pt>
                <c:pt idx="14858">
                  <c:v>24.75</c:v>
                </c:pt>
                <c:pt idx="14859">
                  <c:v>24.7</c:v>
                </c:pt>
                <c:pt idx="14860">
                  <c:v>24.7</c:v>
                </c:pt>
                <c:pt idx="14861">
                  <c:v>24.65</c:v>
                </c:pt>
                <c:pt idx="14862">
                  <c:v>24.65</c:v>
                </c:pt>
                <c:pt idx="14863">
                  <c:v>24.65</c:v>
                </c:pt>
                <c:pt idx="14864">
                  <c:v>24.65</c:v>
                </c:pt>
                <c:pt idx="14865">
                  <c:v>24.65</c:v>
                </c:pt>
                <c:pt idx="14866">
                  <c:v>24.65</c:v>
                </c:pt>
                <c:pt idx="14867">
                  <c:v>24.65</c:v>
                </c:pt>
                <c:pt idx="14868">
                  <c:v>24.7</c:v>
                </c:pt>
                <c:pt idx="14869">
                  <c:v>24.7</c:v>
                </c:pt>
                <c:pt idx="14870">
                  <c:v>24.7</c:v>
                </c:pt>
                <c:pt idx="14871">
                  <c:v>24.75</c:v>
                </c:pt>
                <c:pt idx="14872">
                  <c:v>24.8</c:v>
                </c:pt>
                <c:pt idx="14873">
                  <c:v>24.75</c:v>
                </c:pt>
                <c:pt idx="14874">
                  <c:v>24.8</c:v>
                </c:pt>
                <c:pt idx="14875">
                  <c:v>24.8</c:v>
                </c:pt>
                <c:pt idx="14876">
                  <c:v>24.85</c:v>
                </c:pt>
                <c:pt idx="14877">
                  <c:v>24.9</c:v>
                </c:pt>
                <c:pt idx="14878">
                  <c:v>24.9</c:v>
                </c:pt>
                <c:pt idx="14879">
                  <c:v>24.9</c:v>
                </c:pt>
                <c:pt idx="14880">
                  <c:v>24.95</c:v>
                </c:pt>
                <c:pt idx="14881">
                  <c:v>24.9</c:v>
                </c:pt>
                <c:pt idx="14882">
                  <c:v>24.9</c:v>
                </c:pt>
                <c:pt idx="14883">
                  <c:v>24.85</c:v>
                </c:pt>
                <c:pt idx="14884">
                  <c:v>24.8</c:v>
                </c:pt>
                <c:pt idx="14885">
                  <c:v>24.8</c:v>
                </c:pt>
                <c:pt idx="14886">
                  <c:v>24.75</c:v>
                </c:pt>
                <c:pt idx="14887">
                  <c:v>24.7</c:v>
                </c:pt>
                <c:pt idx="14888">
                  <c:v>24.65</c:v>
                </c:pt>
                <c:pt idx="14889">
                  <c:v>24.65</c:v>
                </c:pt>
                <c:pt idx="14890">
                  <c:v>24.65</c:v>
                </c:pt>
                <c:pt idx="14891">
                  <c:v>24.65</c:v>
                </c:pt>
                <c:pt idx="14892">
                  <c:v>24.65</c:v>
                </c:pt>
                <c:pt idx="14893">
                  <c:v>24.65</c:v>
                </c:pt>
                <c:pt idx="14894">
                  <c:v>24.65</c:v>
                </c:pt>
                <c:pt idx="14895">
                  <c:v>24.7</c:v>
                </c:pt>
                <c:pt idx="14896">
                  <c:v>24.65</c:v>
                </c:pt>
                <c:pt idx="14897">
                  <c:v>24.65</c:v>
                </c:pt>
                <c:pt idx="14898">
                  <c:v>24.7</c:v>
                </c:pt>
                <c:pt idx="14899">
                  <c:v>24.7</c:v>
                </c:pt>
                <c:pt idx="14900">
                  <c:v>24.75</c:v>
                </c:pt>
                <c:pt idx="14901">
                  <c:v>24.75</c:v>
                </c:pt>
                <c:pt idx="14902">
                  <c:v>24.8</c:v>
                </c:pt>
                <c:pt idx="14903">
                  <c:v>24.75</c:v>
                </c:pt>
                <c:pt idx="14904">
                  <c:v>24.8</c:v>
                </c:pt>
                <c:pt idx="14905">
                  <c:v>24.85</c:v>
                </c:pt>
                <c:pt idx="14906">
                  <c:v>24.85</c:v>
                </c:pt>
                <c:pt idx="14907">
                  <c:v>24.85</c:v>
                </c:pt>
                <c:pt idx="14908">
                  <c:v>24.9</c:v>
                </c:pt>
                <c:pt idx="14909">
                  <c:v>24.9</c:v>
                </c:pt>
                <c:pt idx="14910">
                  <c:v>24.9</c:v>
                </c:pt>
                <c:pt idx="14911">
                  <c:v>24.9</c:v>
                </c:pt>
                <c:pt idx="14912">
                  <c:v>24.9</c:v>
                </c:pt>
                <c:pt idx="14913">
                  <c:v>24.85</c:v>
                </c:pt>
                <c:pt idx="14914">
                  <c:v>24.8</c:v>
                </c:pt>
                <c:pt idx="14915">
                  <c:v>24.75</c:v>
                </c:pt>
                <c:pt idx="14916">
                  <c:v>24.7</c:v>
                </c:pt>
                <c:pt idx="14917">
                  <c:v>24.65</c:v>
                </c:pt>
                <c:pt idx="14918">
                  <c:v>24.65</c:v>
                </c:pt>
                <c:pt idx="14919">
                  <c:v>24.6</c:v>
                </c:pt>
                <c:pt idx="14920">
                  <c:v>24.6</c:v>
                </c:pt>
                <c:pt idx="14921">
                  <c:v>24.6</c:v>
                </c:pt>
                <c:pt idx="14922">
                  <c:v>24.6</c:v>
                </c:pt>
                <c:pt idx="14923">
                  <c:v>24.6</c:v>
                </c:pt>
                <c:pt idx="14924">
                  <c:v>24.65</c:v>
                </c:pt>
                <c:pt idx="14925">
                  <c:v>24.6</c:v>
                </c:pt>
                <c:pt idx="14926">
                  <c:v>24.65</c:v>
                </c:pt>
                <c:pt idx="14927">
                  <c:v>24.65</c:v>
                </c:pt>
                <c:pt idx="14928">
                  <c:v>24.65</c:v>
                </c:pt>
                <c:pt idx="14929">
                  <c:v>24.65</c:v>
                </c:pt>
                <c:pt idx="14930">
                  <c:v>24.7</c:v>
                </c:pt>
                <c:pt idx="14931">
                  <c:v>24.7</c:v>
                </c:pt>
                <c:pt idx="14932">
                  <c:v>24.7</c:v>
                </c:pt>
                <c:pt idx="14933">
                  <c:v>24.75</c:v>
                </c:pt>
                <c:pt idx="14934">
                  <c:v>24.75</c:v>
                </c:pt>
                <c:pt idx="14935">
                  <c:v>24.8</c:v>
                </c:pt>
                <c:pt idx="14936">
                  <c:v>24.8</c:v>
                </c:pt>
                <c:pt idx="14937">
                  <c:v>24.85</c:v>
                </c:pt>
                <c:pt idx="14938">
                  <c:v>24.85</c:v>
                </c:pt>
                <c:pt idx="14939">
                  <c:v>24.85</c:v>
                </c:pt>
                <c:pt idx="14940">
                  <c:v>24.9</c:v>
                </c:pt>
                <c:pt idx="14941">
                  <c:v>24.9</c:v>
                </c:pt>
                <c:pt idx="14942">
                  <c:v>24.85</c:v>
                </c:pt>
                <c:pt idx="14943">
                  <c:v>24.85</c:v>
                </c:pt>
                <c:pt idx="14944">
                  <c:v>24.8</c:v>
                </c:pt>
                <c:pt idx="14945">
                  <c:v>24.75</c:v>
                </c:pt>
                <c:pt idx="14946">
                  <c:v>24.7</c:v>
                </c:pt>
                <c:pt idx="14947">
                  <c:v>24.7</c:v>
                </c:pt>
                <c:pt idx="14948">
                  <c:v>24.7</c:v>
                </c:pt>
                <c:pt idx="14949">
                  <c:v>24.65</c:v>
                </c:pt>
                <c:pt idx="14950">
                  <c:v>24.65</c:v>
                </c:pt>
                <c:pt idx="14951">
                  <c:v>24.6</c:v>
                </c:pt>
                <c:pt idx="14952">
                  <c:v>24.6</c:v>
                </c:pt>
                <c:pt idx="14953">
                  <c:v>24.6</c:v>
                </c:pt>
                <c:pt idx="14954">
                  <c:v>24.65</c:v>
                </c:pt>
                <c:pt idx="14955">
                  <c:v>24.65</c:v>
                </c:pt>
                <c:pt idx="14956">
                  <c:v>24.65</c:v>
                </c:pt>
                <c:pt idx="14957">
                  <c:v>24.65</c:v>
                </c:pt>
                <c:pt idx="14958">
                  <c:v>24.65</c:v>
                </c:pt>
                <c:pt idx="14959">
                  <c:v>24.65</c:v>
                </c:pt>
                <c:pt idx="14960">
                  <c:v>24.7</c:v>
                </c:pt>
                <c:pt idx="14961">
                  <c:v>24.7</c:v>
                </c:pt>
                <c:pt idx="14962">
                  <c:v>24.7</c:v>
                </c:pt>
                <c:pt idx="14963">
                  <c:v>24.75</c:v>
                </c:pt>
                <c:pt idx="14964">
                  <c:v>24.75</c:v>
                </c:pt>
                <c:pt idx="14965">
                  <c:v>24.8</c:v>
                </c:pt>
                <c:pt idx="14966">
                  <c:v>24.8</c:v>
                </c:pt>
                <c:pt idx="14967">
                  <c:v>24.85</c:v>
                </c:pt>
                <c:pt idx="14968">
                  <c:v>24.85</c:v>
                </c:pt>
                <c:pt idx="14969">
                  <c:v>24.9</c:v>
                </c:pt>
                <c:pt idx="14970">
                  <c:v>24.9</c:v>
                </c:pt>
                <c:pt idx="14971">
                  <c:v>24.9</c:v>
                </c:pt>
                <c:pt idx="14972">
                  <c:v>24.9</c:v>
                </c:pt>
                <c:pt idx="14973">
                  <c:v>24.9</c:v>
                </c:pt>
                <c:pt idx="14974">
                  <c:v>24.85</c:v>
                </c:pt>
                <c:pt idx="14975">
                  <c:v>24.8</c:v>
                </c:pt>
                <c:pt idx="14976">
                  <c:v>24.75</c:v>
                </c:pt>
                <c:pt idx="14977">
                  <c:v>24.75</c:v>
                </c:pt>
                <c:pt idx="14978">
                  <c:v>24.7</c:v>
                </c:pt>
                <c:pt idx="14979">
                  <c:v>24.7</c:v>
                </c:pt>
                <c:pt idx="14980">
                  <c:v>24.65</c:v>
                </c:pt>
                <c:pt idx="14981">
                  <c:v>24.65</c:v>
                </c:pt>
                <c:pt idx="14982">
                  <c:v>24.65</c:v>
                </c:pt>
                <c:pt idx="14983">
                  <c:v>24.65</c:v>
                </c:pt>
                <c:pt idx="14984">
                  <c:v>24.65</c:v>
                </c:pt>
                <c:pt idx="14985">
                  <c:v>24.65</c:v>
                </c:pt>
                <c:pt idx="14986">
                  <c:v>24.65</c:v>
                </c:pt>
                <c:pt idx="14987">
                  <c:v>24.65</c:v>
                </c:pt>
                <c:pt idx="14988">
                  <c:v>24.65</c:v>
                </c:pt>
                <c:pt idx="14989">
                  <c:v>24.65</c:v>
                </c:pt>
                <c:pt idx="14990">
                  <c:v>24.7</c:v>
                </c:pt>
                <c:pt idx="14991">
                  <c:v>24.7</c:v>
                </c:pt>
                <c:pt idx="14992">
                  <c:v>24.75</c:v>
                </c:pt>
                <c:pt idx="14993">
                  <c:v>24.75</c:v>
                </c:pt>
                <c:pt idx="14994">
                  <c:v>24.75</c:v>
                </c:pt>
                <c:pt idx="14995">
                  <c:v>24.8</c:v>
                </c:pt>
                <c:pt idx="14996">
                  <c:v>24.8</c:v>
                </c:pt>
                <c:pt idx="14997">
                  <c:v>24.85</c:v>
                </c:pt>
                <c:pt idx="14998">
                  <c:v>24.85</c:v>
                </c:pt>
                <c:pt idx="14999">
                  <c:v>24.9</c:v>
                </c:pt>
                <c:pt idx="15000">
                  <c:v>24.9</c:v>
                </c:pt>
                <c:pt idx="15001">
                  <c:v>24.9</c:v>
                </c:pt>
                <c:pt idx="15002">
                  <c:v>24.9</c:v>
                </c:pt>
                <c:pt idx="15003">
                  <c:v>24.85</c:v>
                </c:pt>
                <c:pt idx="15004">
                  <c:v>24.85</c:v>
                </c:pt>
                <c:pt idx="15005">
                  <c:v>24.8</c:v>
                </c:pt>
                <c:pt idx="15006">
                  <c:v>24.75</c:v>
                </c:pt>
                <c:pt idx="15007">
                  <c:v>24.7</c:v>
                </c:pt>
                <c:pt idx="15008">
                  <c:v>24.65</c:v>
                </c:pt>
                <c:pt idx="15009">
                  <c:v>24.6</c:v>
                </c:pt>
                <c:pt idx="15010">
                  <c:v>24.6</c:v>
                </c:pt>
                <c:pt idx="15011">
                  <c:v>24.6</c:v>
                </c:pt>
                <c:pt idx="15012">
                  <c:v>24.6</c:v>
                </c:pt>
                <c:pt idx="15013">
                  <c:v>24.6</c:v>
                </c:pt>
                <c:pt idx="15014">
                  <c:v>24.6</c:v>
                </c:pt>
                <c:pt idx="15015">
                  <c:v>24.65</c:v>
                </c:pt>
                <c:pt idx="15016">
                  <c:v>24.65</c:v>
                </c:pt>
                <c:pt idx="15017">
                  <c:v>24.65</c:v>
                </c:pt>
                <c:pt idx="15018">
                  <c:v>24.65</c:v>
                </c:pt>
                <c:pt idx="15019">
                  <c:v>24.7</c:v>
                </c:pt>
                <c:pt idx="15020">
                  <c:v>24.7</c:v>
                </c:pt>
                <c:pt idx="15021">
                  <c:v>24.75</c:v>
                </c:pt>
                <c:pt idx="15022">
                  <c:v>24.75</c:v>
                </c:pt>
                <c:pt idx="15023">
                  <c:v>24.75</c:v>
                </c:pt>
                <c:pt idx="15024">
                  <c:v>24.8</c:v>
                </c:pt>
                <c:pt idx="15025">
                  <c:v>24.8</c:v>
                </c:pt>
                <c:pt idx="15026">
                  <c:v>24.85</c:v>
                </c:pt>
                <c:pt idx="15027">
                  <c:v>24.85</c:v>
                </c:pt>
                <c:pt idx="15028">
                  <c:v>24.9</c:v>
                </c:pt>
                <c:pt idx="15029">
                  <c:v>24.9</c:v>
                </c:pt>
                <c:pt idx="15030">
                  <c:v>24.9</c:v>
                </c:pt>
                <c:pt idx="15031">
                  <c:v>24.9</c:v>
                </c:pt>
                <c:pt idx="15032">
                  <c:v>24.9</c:v>
                </c:pt>
                <c:pt idx="15033">
                  <c:v>24.85</c:v>
                </c:pt>
                <c:pt idx="15034">
                  <c:v>24.8</c:v>
                </c:pt>
                <c:pt idx="15035">
                  <c:v>24.75</c:v>
                </c:pt>
                <c:pt idx="15036">
                  <c:v>24.7</c:v>
                </c:pt>
                <c:pt idx="15037">
                  <c:v>24.65</c:v>
                </c:pt>
                <c:pt idx="15038">
                  <c:v>24.65</c:v>
                </c:pt>
                <c:pt idx="15039">
                  <c:v>24.65</c:v>
                </c:pt>
                <c:pt idx="15040">
                  <c:v>24.6</c:v>
                </c:pt>
                <c:pt idx="15041">
                  <c:v>24.6</c:v>
                </c:pt>
                <c:pt idx="15042">
                  <c:v>24.6</c:v>
                </c:pt>
                <c:pt idx="15043">
                  <c:v>24.6</c:v>
                </c:pt>
                <c:pt idx="15044">
                  <c:v>24.6</c:v>
                </c:pt>
                <c:pt idx="15045">
                  <c:v>24.6</c:v>
                </c:pt>
                <c:pt idx="15046">
                  <c:v>24.6</c:v>
                </c:pt>
                <c:pt idx="15047">
                  <c:v>24.65</c:v>
                </c:pt>
                <c:pt idx="15048">
                  <c:v>24.65</c:v>
                </c:pt>
                <c:pt idx="15049">
                  <c:v>24.7</c:v>
                </c:pt>
                <c:pt idx="15050">
                  <c:v>24.7</c:v>
                </c:pt>
                <c:pt idx="15051">
                  <c:v>24.75</c:v>
                </c:pt>
                <c:pt idx="15052">
                  <c:v>24.75</c:v>
                </c:pt>
                <c:pt idx="15053">
                  <c:v>24.8</c:v>
                </c:pt>
                <c:pt idx="15054">
                  <c:v>24.8</c:v>
                </c:pt>
                <c:pt idx="15055">
                  <c:v>24.85</c:v>
                </c:pt>
                <c:pt idx="15056">
                  <c:v>24.85</c:v>
                </c:pt>
                <c:pt idx="15057">
                  <c:v>24.9</c:v>
                </c:pt>
                <c:pt idx="15058">
                  <c:v>24.9</c:v>
                </c:pt>
                <c:pt idx="15059">
                  <c:v>24.9</c:v>
                </c:pt>
                <c:pt idx="15060">
                  <c:v>24.95</c:v>
                </c:pt>
                <c:pt idx="15061">
                  <c:v>24.9</c:v>
                </c:pt>
                <c:pt idx="15062">
                  <c:v>24.9</c:v>
                </c:pt>
                <c:pt idx="15063">
                  <c:v>24.85</c:v>
                </c:pt>
                <c:pt idx="15064">
                  <c:v>24.8</c:v>
                </c:pt>
                <c:pt idx="15065">
                  <c:v>24.75</c:v>
                </c:pt>
                <c:pt idx="15066">
                  <c:v>24.7</c:v>
                </c:pt>
                <c:pt idx="15067">
                  <c:v>24.65</c:v>
                </c:pt>
                <c:pt idx="15068">
                  <c:v>24.65</c:v>
                </c:pt>
                <c:pt idx="15069">
                  <c:v>24.65</c:v>
                </c:pt>
                <c:pt idx="15070">
                  <c:v>24.6</c:v>
                </c:pt>
                <c:pt idx="15071">
                  <c:v>24.6</c:v>
                </c:pt>
                <c:pt idx="15072">
                  <c:v>24.6</c:v>
                </c:pt>
                <c:pt idx="15073">
                  <c:v>24.65</c:v>
                </c:pt>
                <c:pt idx="15074">
                  <c:v>24.65</c:v>
                </c:pt>
                <c:pt idx="15075">
                  <c:v>24.65</c:v>
                </c:pt>
                <c:pt idx="15076">
                  <c:v>24.65</c:v>
                </c:pt>
                <c:pt idx="15077">
                  <c:v>24.65</c:v>
                </c:pt>
                <c:pt idx="15078">
                  <c:v>24.65</c:v>
                </c:pt>
                <c:pt idx="15079">
                  <c:v>24.65</c:v>
                </c:pt>
                <c:pt idx="15080">
                  <c:v>24.7</c:v>
                </c:pt>
                <c:pt idx="15081">
                  <c:v>24.7</c:v>
                </c:pt>
                <c:pt idx="15082">
                  <c:v>24.75</c:v>
                </c:pt>
                <c:pt idx="15083">
                  <c:v>24.75</c:v>
                </c:pt>
                <c:pt idx="15084">
                  <c:v>24.75</c:v>
                </c:pt>
                <c:pt idx="15085">
                  <c:v>24.8</c:v>
                </c:pt>
                <c:pt idx="15086">
                  <c:v>24.8</c:v>
                </c:pt>
                <c:pt idx="15087">
                  <c:v>24.85</c:v>
                </c:pt>
                <c:pt idx="15088">
                  <c:v>24.85</c:v>
                </c:pt>
                <c:pt idx="15089">
                  <c:v>24.9</c:v>
                </c:pt>
                <c:pt idx="15090">
                  <c:v>24.95</c:v>
                </c:pt>
                <c:pt idx="15091">
                  <c:v>24.95</c:v>
                </c:pt>
                <c:pt idx="15092">
                  <c:v>24.95</c:v>
                </c:pt>
                <c:pt idx="15093">
                  <c:v>24.9</c:v>
                </c:pt>
                <c:pt idx="15094">
                  <c:v>24.85</c:v>
                </c:pt>
                <c:pt idx="15095">
                  <c:v>24.8</c:v>
                </c:pt>
                <c:pt idx="15096">
                  <c:v>24.75</c:v>
                </c:pt>
                <c:pt idx="15097">
                  <c:v>24.7</c:v>
                </c:pt>
                <c:pt idx="15098">
                  <c:v>24.65</c:v>
                </c:pt>
                <c:pt idx="15099">
                  <c:v>24.65</c:v>
                </c:pt>
                <c:pt idx="15100">
                  <c:v>24.6</c:v>
                </c:pt>
                <c:pt idx="15101">
                  <c:v>24.65</c:v>
                </c:pt>
                <c:pt idx="15102">
                  <c:v>24.6</c:v>
                </c:pt>
                <c:pt idx="15103">
                  <c:v>24.6</c:v>
                </c:pt>
                <c:pt idx="15104">
                  <c:v>24.6</c:v>
                </c:pt>
                <c:pt idx="15105">
                  <c:v>24.6</c:v>
                </c:pt>
                <c:pt idx="15106">
                  <c:v>24.6</c:v>
                </c:pt>
                <c:pt idx="15107">
                  <c:v>24.65</c:v>
                </c:pt>
                <c:pt idx="15108">
                  <c:v>24.65</c:v>
                </c:pt>
                <c:pt idx="15109">
                  <c:v>24.65</c:v>
                </c:pt>
                <c:pt idx="15110">
                  <c:v>24.7</c:v>
                </c:pt>
                <c:pt idx="15111">
                  <c:v>24.7</c:v>
                </c:pt>
                <c:pt idx="15112">
                  <c:v>24.7</c:v>
                </c:pt>
                <c:pt idx="15113">
                  <c:v>24.75</c:v>
                </c:pt>
                <c:pt idx="15114">
                  <c:v>24.75</c:v>
                </c:pt>
                <c:pt idx="15115">
                  <c:v>24.75</c:v>
                </c:pt>
                <c:pt idx="15116">
                  <c:v>24.8</c:v>
                </c:pt>
                <c:pt idx="15117">
                  <c:v>24.8</c:v>
                </c:pt>
                <c:pt idx="15118">
                  <c:v>24.85</c:v>
                </c:pt>
                <c:pt idx="15119">
                  <c:v>24.85</c:v>
                </c:pt>
                <c:pt idx="15120">
                  <c:v>24.9</c:v>
                </c:pt>
                <c:pt idx="15121">
                  <c:v>24.9</c:v>
                </c:pt>
                <c:pt idx="15122">
                  <c:v>24.85</c:v>
                </c:pt>
                <c:pt idx="15123">
                  <c:v>24.85</c:v>
                </c:pt>
                <c:pt idx="15124">
                  <c:v>24.8</c:v>
                </c:pt>
                <c:pt idx="15125">
                  <c:v>24.75</c:v>
                </c:pt>
                <c:pt idx="15126">
                  <c:v>24.75</c:v>
                </c:pt>
                <c:pt idx="15127">
                  <c:v>24.7</c:v>
                </c:pt>
                <c:pt idx="15128">
                  <c:v>24.65</c:v>
                </c:pt>
                <c:pt idx="15129">
                  <c:v>24.65</c:v>
                </c:pt>
                <c:pt idx="15130">
                  <c:v>24.65</c:v>
                </c:pt>
                <c:pt idx="15131">
                  <c:v>24.6</c:v>
                </c:pt>
                <c:pt idx="15132">
                  <c:v>24.65</c:v>
                </c:pt>
                <c:pt idx="15133">
                  <c:v>24.65</c:v>
                </c:pt>
                <c:pt idx="15134">
                  <c:v>24.6</c:v>
                </c:pt>
                <c:pt idx="15135">
                  <c:v>24.6</c:v>
                </c:pt>
                <c:pt idx="15136">
                  <c:v>24.6</c:v>
                </c:pt>
                <c:pt idx="15137">
                  <c:v>24.65</c:v>
                </c:pt>
                <c:pt idx="15138">
                  <c:v>24.65</c:v>
                </c:pt>
                <c:pt idx="15139">
                  <c:v>24.65</c:v>
                </c:pt>
                <c:pt idx="15140">
                  <c:v>24.7</c:v>
                </c:pt>
                <c:pt idx="15141">
                  <c:v>24.7</c:v>
                </c:pt>
                <c:pt idx="15142">
                  <c:v>24.75</c:v>
                </c:pt>
                <c:pt idx="15143">
                  <c:v>24.75</c:v>
                </c:pt>
                <c:pt idx="15144">
                  <c:v>24.8</c:v>
                </c:pt>
                <c:pt idx="15145">
                  <c:v>24.8</c:v>
                </c:pt>
                <c:pt idx="15146">
                  <c:v>24.85</c:v>
                </c:pt>
                <c:pt idx="15147">
                  <c:v>24.85</c:v>
                </c:pt>
                <c:pt idx="15148">
                  <c:v>24.85</c:v>
                </c:pt>
                <c:pt idx="15149">
                  <c:v>24.9</c:v>
                </c:pt>
                <c:pt idx="15150">
                  <c:v>24.9</c:v>
                </c:pt>
                <c:pt idx="15151">
                  <c:v>24.9</c:v>
                </c:pt>
                <c:pt idx="15152">
                  <c:v>24.9</c:v>
                </c:pt>
                <c:pt idx="15153">
                  <c:v>24.85</c:v>
                </c:pt>
                <c:pt idx="15154">
                  <c:v>24.8</c:v>
                </c:pt>
                <c:pt idx="15155">
                  <c:v>24.75</c:v>
                </c:pt>
                <c:pt idx="15156">
                  <c:v>24.75</c:v>
                </c:pt>
                <c:pt idx="15157">
                  <c:v>24.7</c:v>
                </c:pt>
                <c:pt idx="15158">
                  <c:v>24.65</c:v>
                </c:pt>
                <c:pt idx="15159">
                  <c:v>24.65</c:v>
                </c:pt>
                <c:pt idx="15160">
                  <c:v>24.65</c:v>
                </c:pt>
                <c:pt idx="15161">
                  <c:v>24.6</c:v>
                </c:pt>
                <c:pt idx="15162">
                  <c:v>24.6</c:v>
                </c:pt>
                <c:pt idx="15163">
                  <c:v>24.6</c:v>
                </c:pt>
                <c:pt idx="15164">
                  <c:v>24.6</c:v>
                </c:pt>
                <c:pt idx="15165">
                  <c:v>24.6</c:v>
                </c:pt>
                <c:pt idx="15166">
                  <c:v>24.6</c:v>
                </c:pt>
                <c:pt idx="15167">
                  <c:v>24.65</c:v>
                </c:pt>
                <c:pt idx="15168">
                  <c:v>24.65</c:v>
                </c:pt>
                <c:pt idx="15169">
                  <c:v>24.65</c:v>
                </c:pt>
                <c:pt idx="15170">
                  <c:v>24.65</c:v>
                </c:pt>
                <c:pt idx="15171">
                  <c:v>24.7</c:v>
                </c:pt>
                <c:pt idx="15172">
                  <c:v>24.7</c:v>
                </c:pt>
                <c:pt idx="15173">
                  <c:v>24.7</c:v>
                </c:pt>
                <c:pt idx="15174">
                  <c:v>24.75</c:v>
                </c:pt>
                <c:pt idx="15175">
                  <c:v>24.75</c:v>
                </c:pt>
                <c:pt idx="15176">
                  <c:v>24.8</c:v>
                </c:pt>
                <c:pt idx="15177">
                  <c:v>24.8</c:v>
                </c:pt>
                <c:pt idx="15178">
                  <c:v>24.8</c:v>
                </c:pt>
                <c:pt idx="15179">
                  <c:v>24.85</c:v>
                </c:pt>
                <c:pt idx="15180">
                  <c:v>24.85</c:v>
                </c:pt>
                <c:pt idx="15181">
                  <c:v>24.85</c:v>
                </c:pt>
                <c:pt idx="15182">
                  <c:v>24.85</c:v>
                </c:pt>
                <c:pt idx="15183">
                  <c:v>24.85</c:v>
                </c:pt>
                <c:pt idx="15184">
                  <c:v>24.8</c:v>
                </c:pt>
                <c:pt idx="15185">
                  <c:v>24.75</c:v>
                </c:pt>
                <c:pt idx="15186">
                  <c:v>24.7</c:v>
                </c:pt>
                <c:pt idx="15187">
                  <c:v>24.65</c:v>
                </c:pt>
                <c:pt idx="15188">
                  <c:v>24.65</c:v>
                </c:pt>
                <c:pt idx="15189">
                  <c:v>24.65</c:v>
                </c:pt>
                <c:pt idx="15190">
                  <c:v>24.6</c:v>
                </c:pt>
                <c:pt idx="15191">
                  <c:v>24.6</c:v>
                </c:pt>
                <c:pt idx="15192">
                  <c:v>24.6</c:v>
                </c:pt>
                <c:pt idx="15193">
                  <c:v>24.6</c:v>
                </c:pt>
                <c:pt idx="15194">
                  <c:v>24.65</c:v>
                </c:pt>
                <c:pt idx="15195">
                  <c:v>24.65</c:v>
                </c:pt>
                <c:pt idx="15196">
                  <c:v>24.65</c:v>
                </c:pt>
                <c:pt idx="15197">
                  <c:v>24.65</c:v>
                </c:pt>
                <c:pt idx="15198">
                  <c:v>24.65</c:v>
                </c:pt>
                <c:pt idx="15199">
                  <c:v>24.7</c:v>
                </c:pt>
                <c:pt idx="15200">
                  <c:v>24.7</c:v>
                </c:pt>
                <c:pt idx="15201">
                  <c:v>24.75</c:v>
                </c:pt>
                <c:pt idx="15202">
                  <c:v>24.75</c:v>
                </c:pt>
                <c:pt idx="15203">
                  <c:v>24.75</c:v>
                </c:pt>
                <c:pt idx="15204">
                  <c:v>24.8</c:v>
                </c:pt>
                <c:pt idx="15205">
                  <c:v>24.8</c:v>
                </c:pt>
                <c:pt idx="15206">
                  <c:v>24.85</c:v>
                </c:pt>
                <c:pt idx="15207">
                  <c:v>24.85</c:v>
                </c:pt>
                <c:pt idx="15208">
                  <c:v>24.85</c:v>
                </c:pt>
                <c:pt idx="15209">
                  <c:v>24.9</c:v>
                </c:pt>
                <c:pt idx="15210">
                  <c:v>24.9</c:v>
                </c:pt>
                <c:pt idx="15211">
                  <c:v>24.9</c:v>
                </c:pt>
                <c:pt idx="15212">
                  <c:v>24.85</c:v>
                </c:pt>
                <c:pt idx="15213">
                  <c:v>24.85</c:v>
                </c:pt>
                <c:pt idx="15214">
                  <c:v>24.8</c:v>
                </c:pt>
                <c:pt idx="15215">
                  <c:v>24.75</c:v>
                </c:pt>
                <c:pt idx="15216">
                  <c:v>24.7</c:v>
                </c:pt>
                <c:pt idx="15217">
                  <c:v>24.65</c:v>
                </c:pt>
                <c:pt idx="15218">
                  <c:v>24.65</c:v>
                </c:pt>
                <c:pt idx="15219">
                  <c:v>24.6</c:v>
                </c:pt>
                <c:pt idx="15220">
                  <c:v>24.6</c:v>
                </c:pt>
                <c:pt idx="15221">
                  <c:v>24.6</c:v>
                </c:pt>
                <c:pt idx="15222">
                  <c:v>24.6</c:v>
                </c:pt>
                <c:pt idx="15223">
                  <c:v>24.6</c:v>
                </c:pt>
                <c:pt idx="15224">
                  <c:v>24.6</c:v>
                </c:pt>
                <c:pt idx="15225">
                  <c:v>24.6</c:v>
                </c:pt>
                <c:pt idx="15226">
                  <c:v>24.65</c:v>
                </c:pt>
                <c:pt idx="15227">
                  <c:v>24.65</c:v>
                </c:pt>
                <c:pt idx="15228">
                  <c:v>24.7</c:v>
                </c:pt>
                <c:pt idx="15229">
                  <c:v>24.7</c:v>
                </c:pt>
                <c:pt idx="15230">
                  <c:v>24.7</c:v>
                </c:pt>
                <c:pt idx="15231">
                  <c:v>24.75</c:v>
                </c:pt>
                <c:pt idx="15232">
                  <c:v>24.75</c:v>
                </c:pt>
                <c:pt idx="15233">
                  <c:v>24.75</c:v>
                </c:pt>
                <c:pt idx="15234">
                  <c:v>24.8</c:v>
                </c:pt>
                <c:pt idx="15235">
                  <c:v>24.8</c:v>
                </c:pt>
                <c:pt idx="15236">
                  <c:v>24.85</c:v>
                </c:pt>
                <c:pt idx="15237">
                  <c:v>24.85</c:v>
                </c:pt>
                <c:pt idx="15238">
                  <c:v>24.9</c:v>
                </c:pt>
                <c:pt idx="15239">
                  <c:v>24.9</c:v>
                </c:pt>
                <c:pt idx="15240">
                  <c:v>24.9</c:v>
                </c:pt>
                <c:pt idx="15241">
                  <c:v>24.95</c:v>
                </c:pt>
                <c:pt idx="15242">
                  <c:v>24.95</c:v>
                </c:pt>
                <c:pt idx="15243">
                  <c:v>24.9</c:v>
                </c:pt>
                <c:pt idx="15244">
                  <c:v>24.85</c:v>
                </c:pt>
                <c:pt idx="15245">
                  <c:v>24.8</c:v>
                </c:pt>
                <c:pt idx="15246">
                  <c:v>24.75</c:v>
                </c:pt>
                <c:pt idx="15247">
                  <c:v>24.75</c:v>
                </c:pt>
                <c:pt idx="15248">
                  <c:v>24.7</c:v>
                </c:pt>
                <c:pt idx="15249">
                  <c:v>24.65</c:v>
                </c:pt>
                <c:pt idx="15250">
                  <c:v>24.65</c:v>
                </c:pt>
                <c:pt idx="15251">
                  <c:v>24.65</c:v>
                </c:pt>
                <c:pt idx="15252">
                  <c:v>24.65</c:v>
                </c:pt>
                <c:pt idx="15253">
                  <c:v>24.65</c:v>
                </c:pt>
                <c:pt idx="15254">
                  <c:v>24.65</c:v>
                </c:pt>
                <c:pt idx="15255">
                  <c:v>24.65</c:v>
                </c:pt>
                <c:pt idx="15256">
                  <c:v>24.65</c:v>
                </c:pt>
                <c:pt idx="15257">
                  <c:v>24.65</c:v>
                </c:pt>
                <c:pt idx="15258">
                  <c:v>24.7</c:v>
                </c:pt>
                <c:pt idx="15259">
                  <c:v>24.7</c:v>
                </c:pt>
                <c:pt idx="15260">
                  <c:v>24.7</c:v>
                </c:pt>
                <c:pt idx="15261">
                  <c:v>24.75</c:v>
                </c:pt>
                <c:pt idx="15262">
                  <c:v>24.75</c:v>
                </c:pt>
                <c:pt idx="15263">
                  <c:v>24.8</c:v>
                </c:pt>
                <c:pt idx="15264">
                  <c:v>24.8</c:v>
                </c:pt>
                <c:pt idx="15265">
                  <c:v>24.8</c:v>
                </c:pt>
                <c:pt idx="15266">
                  <c:v>24.85</c:v>
                </c:pt>
                <c:pt idx="15267">
                  <c:v>24.85</c:v>
                </c:pt>
                <c:pt idx="15268">
                  <c:v>24.9</c:v>
                </c:pt>
                <c:pt idx="15269">
                  <c:v>24.9</c:v>
                </c:pt>
                <c:pt idx="15270">
                  <c:v>24.95</c:v>
                </c:pt>
                <c:pt idx="15271">
                  <c:v>24.95</c:v>
                </c:pt>
                <c:pt idx="15272">
                  <c:v>24.95</c:v>
                </c:pt>
                <c:pt idx="15273">
                  <c:v>24.9</c:v>
                </c:pt>
                <c:pt idx="15274">
                  <c:v>24.9</c:v>
                </c:pt>
                <c:pt idx="15275">
                  <c:v>24.85</c:v>
                </c:pt>
                <c:pt idx="15276">
                  <c:v>24.8</c:v>
                </c:pt>
                <c:pt idx="15277">
                  <c:v>24.75</c:v>
                </c:pt>
                <c:pt idx="15278">
                  <c:v>24.75</c:v>
                </c:pt>
                <c:pt idx="15279">
                  <c:v>24.7</c:v>
                </c:pt>
                <c:pt idx="15280">
                  <c:v>24.65</c:v>
                </c:pt>
                <c:pt idx="15281">
                  <c:v>24.7</c:v>
                </c:pt>
                <c:pt idx="15282">
                  <c:v>24.65</c:v>
                </c:pt>
                <c:pt idx="15283">
                  <c:v>24.65</c:v>
                </c:pt>
                <c:pt idx="15284">
                  <c:v>24.65</c:v>
                </c:pt>
                <c:pt idx="15285">
                  <c:v>24.65</c:v>
                </c:pt>
                <c:pt idx="15286">
                  <c:v>24.65</c:v>
                </c:pt>
                <c:pt idx="15287">
                  <c:v>24.65</c:v>
                </c:pt>
                <c:pt idx="15288">
                  <c:v>24.65</c:v>
                </c:pt>
                <c:pt idx="15289">
                  <c:v>24.7</c:v>
                </c:pt>
                <c:pt idx="15290">
                  <c:v>24.7</c:v>
                </c:pt>
                <c:pt idx="15291">
                  <c:v>24.75</c:v>
                </c:pt>
                <c:pt idx="15292">
                  <c:v>24.75</c:v>
                </c:pt>
                <c:pt idx="15293">
                  <c:v>24.8</c:v>
                </c:pt>
                <c:pt idx="15294">
                  <c:v>24.8</c:v>
                </c:pt>
                <c:pt idx="15295">
                  <c:v>24.85</c:v>
                </c:pt>
                <c:pt idx="15296">
                  <c:v>24.85</c:v>
                </c:pt>
                <c:pt idx="15297">
                  <c:v>24.85</c:v>
                </c:pt>
                <c:pt idx="15298">
                  <c:v>24.9</c:v>
                </c:pt>
                <c:pt idx="15299">
                  <c:v>24.95</c:v>
                </c:pt>
                <c:pt idx="15300">
                  <c:v>24.95</c:v>
                </c:pt>
                <c:pt idx="15301">
                  <c:v>24.95</c:v>
                </c:pt>
                <c:pt idx="15302">
                  <c:v>24.95</c:v>
                </c:pt>
                <c:pt idx="15303">
                  <c:v>24.9</c:v>
                </c:pt>
                <c:pt idx="15304">
                  <c:v>24.85</c:v>
                </c:pt>
                <c:pt idx="15305">
                  <c:v>24.8</c:v>
                </c:pt>
                <c:pt idx="15306">
                  <c:v>24.75</c:v>
                </c:pt>
                <c:pt idx="15307">
                  <c:v>24.7</c:v>
                </c:pt>
                <c:pt idx="15308">
                  <c:v>24.7</c:v>
                </c:pt>
                <c:pt idx="15309">
                  <c:v>24.65</c:v>
                </c:pt>
                <c:pt idx="15310">
                  <c:v>24.65</c:v>
                </c:pt>
                <c:pt idx="15311">
                  <c:v>24.65</c:v>
                </c:pt>
                <c:pt idx="15312">
                  <c:v>24.6</c:v>
                </c:pt>
                <c:pt idx="15313">
                  <c:v>24.6</c:v>
                </c:pt>
                <c:pt idx="15314">
                  <c:v>24.6</c:v>
                </c:pt>
                <c:pt idx="15315">
                  <c:v>24.65</c:v>
                </c:pt>
                <c:pt idx="15316">
                  <c:v>24.65</c:v>
                </c:pt>
                <c:pt idx="15317">
                  <c:v>24.65</c:v>
                </c:pt>
                <c:pt idx="15318">
                  <c:v>24.7</c:v>
                </c:pt>
                <c:pt idx="15319">
                  <c:v>24.7</c:v>
                </c:pt>
                <c:pt idx="15320">
                  <c:v>24.7</c:v>
                </c:pt>
                <c:pt idx="15321">
                  <c:v>24.75</c:v>
                </c:pt>
                <c:pt idx="15322">
                  <c:v>24.75</c:v>
                </c:pt>
                <c:pt idx="15323">
                  <c:v>24.75</c:v>
                </c:pt>
                <c:pt idx="15324">
                  <c:v>24.8</c:v>
                </c:pt>
                <c:pt idx="15325">
                  <c:v>24.8</c:v>
                </c:pt>
                <c:pt idx="15326">
                  <c:v>24.85</c:v>
                </c:pt>
                <c:pt idx="15327">
                  <c:v>24.85</c:v>
                </c:pt>
                <c:pt idx="15328">
                  <c:v>24.85</c:v>
                </c:pt>
                <c:pt idx="15329">
                  <c:v>24.9</c:v>
                </c:pt>
                <c:pt idx="15330">
                  <c:v>24.9</c:v>
                </c:pt>
                <c:pt idx="15331">
                  <c:v>24.9</c:v>
                </c:pt>
                <c:pt idx="15332">
                  <c:v>24.9</c:v>
                </c:pt>
                <c:pt idx="15333">
                  <c:v>24.85</c:v>
                </c:pt>
                <c:pt idx="15334">
                  <c:v>24.8</c:v>
                </c:pt>
                <c:pt idx="15335">
                  <c:v>24.75</c:v>
                </c:pt>
                <c:pt idx="15336">
                  <c:v>24.7</c:v>
                </c:pt>
                <c:pt idx="15337">
                  <c:v>24.65</c:v>
                </c:pt>
                <c:pt idx="15338">
                  <c:v>24.6</c:v>
                </c:pt>
                <c:pt idx="15339">
                  <c:v>24.6</c:v>
                </c:pt>
                <c:pt idx="15340">
                  <c:v>24.6</c:v>
                </c:pt>
                <c:pt idx="15341">
                  <c:v>24.6</c:v>
                </c:pt>
                <c:pt idx="15342">
                  <c:v>24.55</c:v>
                </c:pt>
                <c:pt idx="15343">
                  <c:v>24.6</c:v>
                </c:pt>
                <c:pt idx="15344">
                  <c:v>24.6</c:v>
                </c:pt>
                <c:pt idx="15345">
                  <c:v>24.6</c:v>
                </c:pt>
                <c:pt idx="15346">
                  <c:v>24.65</c:v>
                </c:pt>
                <c:pt idx="15347">
                  <c:v>24.65</c:v>
                </c:pt>
                <c:pt idx="15348">
                  <c:v>24.65</c:v>
                </c:pt>
                <c:pt idx="15349">
                  <c:v>24.65</c:v>
                </c:pt>
                <c:pt idx="15350">
                  <c:v>24.7</c:v>
                </c:pt>
                <c:pt idx="15351">
                  <c:v>24.7</c:v>
                </c:pt>
                <c:pt idx="15352">
                  <c:v>24.75</c:v>
                </c:pt>
                <c:pt idx="15353">
                  <c:v>24.75</c:v>
                </c:pt>
                <c:pt idx="15354">
                  <c:v>24.75</c:v>
                </c:pt>
                <c:pt idx="15355">
                  <c:v>24.8</c:v>
                </c:pt>
                <c:pt idx="15356">
                  <c:v>24.8</c:v>
                </c:pt>
                <c:pt idx="15357">
                  <c:v>24.8</c:v>
                </c:pt>
                <c:pt idx="15358">
                  <c:v>24.85</c:v>
                </c:pt>
                <c:pt idx="15359">
                  <c:v>24.85</c:v>
                </c:pt>
                <c:pt idx="15360">
                  <c:v>24.9</c:v>
                </c:pt>
                <c:pt idx="15361">
                  <c:v>24.9</c:v>
                </c:pt>
                <c:pt idx="15362">
                  <c:v>24.85</c:v>
                </c:pt>
                <c:pt idx="15363">
                  <c:v>24.85</c:v>
                </c:pt>
                <c:pt idx="15364">
                  <c:v>24.8</c:v>
                </c:pt>
                <c:pt idx="15365">
                  <c:v>24.75</c:v>
                </c:pt>
                <c:pt idx="15366">
                  <c:v>24.7</c:v>
                </c:pt>
                <c:pt idx="15367">
                  <c:v>24.7</c:v>
                </c:pt>
                <c:pt idx="15368">
                  <c:v>24.65</c:v>
                </c:pt>
                <c:pt idx="15369">
                  <c:v>24.65</c:v>
                </c:pt>
                <c:pt idx="15370">
                  <c:v>24.65</c:v>
                </c:pt>
                <c:pt idx="15371">
                  <c:v>24.65</c:v>
                </c:pt>
                <c:pt idx="15372">
                  <c:v>24.65</c:v>
                </c:pt>
                <c:pt idx="15373">
                  <c:v>24.65</c:v>
                </c:pt>
                <c:pt idx="15374">
                  <c:v>24.65</c:v>
                </c:pt>
                <c:pt idx="15375">
                  <c:v>24.65</c:v>
                </c:pt>
                <c:pt idx="15376">
                  <c:v>24.65</c:v>
                </c:pt>
                <c:pt idx="15377">
                  <c:v>24.65</c:v>
                </c:pt>
                <c:pt idx="15378">
                  <c:v>24.65</c:v>
                </c:pt>
                <c:pt idx="15379">
                  <c:v>24.7</c:v>
                </c:pt>
                <c:pt idx="15380">
                  <c:v>24.7</c:v>
                </c:pt>
                <c:pt idx="15381">
                  <c:v>24.7</c:v>
                </c:pt>
                <c:pt idx="15382">
                  <c:v>24.7</c:v>
                </c:pt>
                <c:pt idx="15383">
                  <c:v>24.75</c:v>
                </c:pt>
                <c:pt idx="15384">
                  <c:v>24.75</c:v>
                </c:pt>
                <c:pt idx="15385">
                  <c:v>24.8</c:v>
                </c:pt>
                <c:pt idx="15386">
                  <c:v>24.8</c:v>
                </c:pt>
                <c:pt idx="15387">
                  <c:v>24.8</c:v>
                </c:pt>
                <c:pt idx="15388">
                  <c:v>24.85</c:v>
                </c:pt>
                <c:pt idx="15389">
                  <c:v>24.85</c:v>
                </c:pt>
                <c:pt idx="15390">
                  <c:v>24.9</c:v>
                </c:pt>
                <c:pt idx="15391">
                  <c:v>24.9</c:v>
                </c:pt>
                <c:pt idx="15392">
                  <c:v>24.9</c:v>
                </c:pt>
                <c:pt idx="15393">
                  <c:v>24.85</c:v>
                </c:pt>
                <c:pt idx="15394">
                  <c:v>24.85</c:v>
                </c:pt>
                <c:pt idx="15395">
                  <c:v>24.8</c:v>
                </c:pt>
                <c:pt idx="15396">
                  <c:v>24.75</c:v>
                </c:pt>
                <c:pt idx="15397">
                  <c:v>24.7</c:v>
                </c:pt>
                <c:pt idx="15398">
                  <c:v>24.65</c:v>
                </c:pt>
                <c:pt idx="15399">
                  <c:v>24.65</c:v>
                </c:pt>
                <c:pt idx="15400">
                  <c:v>24.6</c:v>
                </c:pt>
                <c:pt idx="15401">
                  <c:v>24.6</c:v>
                </c:pt>
                <c:pt idx="15402">
                  <c:v>24.6</c:v>
                </c:pt>
                <c:pt idx="15403">
                  <c:v>24.6</c:v>
                </c:pt>
                <c:pt idx="15404">
                  <c:v>24.6</c:v>
                </c:pt>
                <c:pt idx="15405">
                  <c:v>24.65</c:v>
                </c:pt>
                <c:pt idx="15406">
                  <c:v>24.65</c:v>
                </c:pt>
                <c:pt idx="15407">
                  <c:v>24.65</c:v>
                </c:pt>
                <c:pt idx="15408">
                  <c:v>24.65</c:v>
                </c:pt>
                <c:pt idx="15409">
                  <c:v>24.65</c:v>
                </c:pt>
                <c:pt idx="15410">
                  <c:v>24.7</c:v>
                </c:pt>
                <c:pt idx="15411">
                  <c:v>24.7</c:v>
                </c:pt>
                <c:pt idx="15412">
                  <c:v>24.75</c:v>
                </c:pt>
                <c:pt idx="15413">
                  <c:v>24.75</c:v>
                </c:pt>
                <c:pt idx="15414">
                  <c:v>24.75</c:v>
                </c:pt>
                <c:pt idx="15415">
                  <c:v>24.75</c:v>
                </c:pt>
                <c:pt idx="15416">
                  <c:v>24.8</c:v>
                </c:pt>
                <c:pt idx="15417">
                  <c:v>24.8</c:v>
                </c:pt>
                <c:pt idx="15418">
                  <c:v>24.85</c:v>
                </c:pt>
                <c:pt idx="15419">
                  <c:v>24.85</c:v>
                </c:pt>
                <c:pt idx="15420">
                  <c:v>24.9</c:v>
                </c:pt>
                <c:pt idx="15421">
                  <c:v>24.9</c:v>
                </c:pt>
                <c:pt idx="15422">
                  <c:v>24.85</c:v>
                </c:pt>
                <c:pt idx="15423">
                  <c:v>24.85</c:v>
                </c:pt>
                <c:pt idx="15424">
                  <c:v>24.8</c:v>
                </c:pt>
                <c:pt idx="15425">
                  <c:v>24.8</c:v>
                </c:pt>
                <c:pt idx="15426">
                  <c:v>24.7</c:v>
                </c:pt>
                <c:pt idx="15427">
                  <c:v>24.65</c:v>
                </c:pt>
                <c:pt idx="15428">
                  <c:v>24.65</c:v>
                </c:pt>
                <c:pt idx="15429">
                  <c:v>24.6</c:v>
                </c:pt>
                <c:pt idx="15430">
                  <c:v>24.6</c:v>
                </c:pt>
                <c:pt idx="15431">
                  <c:v>24.6</c:v>
                </c:pt>
                <c:pt idx="15432">
                  <c:v>24.6</c:v>
                </c:pt>
                <c:pt idx="15433">
                  <c:v>24.6</c:v>
                </c:pt>
                <c:pt idx="15434">
                  <c:v>24.6</c:v>
                </c:pt>
                <c:pt idx="15435">
                  <c:v>24.6</c:v>
                </c:pt>
                <c:pt idx="15436">
                  <c:v>24.6</c:v>
                </c:pt>
                <c:pt idx="15437">
                  <c:v>24.65</c:v>
                </c:pt>
                <c:pt idx="15438">
                  <c:v>24.65</c:v>
                </c:pt>
                <c:pt idx="15439">
                  <c:v>24.65</c:v>
                </c:pt>
                <c:pt idx="15440">
                  <c:v>24.7</c:v>
                </c:pt>
                <c:pt idx="15441">
                  <c:v>24.7</c:v>
                </c:pt>
                <c:pt idx="15442">
                  <c:v>24.75</c:v>
                </c:pt>
                <c:pt idx="15443">
                  <c:v>24.75</c:v>
                </c:pt>
                <c:pt idx="15444">
                  <c:v>24.8</c:v>
                </c:pt>
                <c:pt idx="15445">
                  <c:v>24.8</c:v>
                </c:pt>
                <c:pt idx="15446">
                  <c:v>24.85</c:v>
                </c:pt>
                <c:pt idx="15447">
                  <c:v>24.85</c:v>
                </c:pt>
                <c:pt idx="15448">
                  <c:v>24.9</c:v>
                </c:pt>
                <c:pt idx="15449">
                  <c:v>24.9</c:v>
                </c:pt>
                <c:pt idx="15450">
                  <c:v>24.9</c:v>
                </c:pt>
                <c:pt idx="15451">
                  <c:v>24.9</c:v>
                </c:pt>
                <c:pt idx="15452">
                  <c:v>24.9</c:v>
                </c:pt>
                <c:pt idx="15453">
                  <c:v>24.85</c:v>
                </c:pt>
                <c:pt idx="15454">
                  <c:v>24.8</c:v>
                </c:pt>
                <c:pt idx="15455">
                  <c:v>24.75</c:v>
                </c:pt>
                <c:pt idx="15456">
                  <c:v>24.7</c:v>
                </c:pt>
                <c:pt idx="15457">
                  <c:v>24.65</c:v>
                </c:pt>
                <c:pt idx="15458">
                  <c:v>24.65</c:v>
                </c:pt>
                <c:pt idx="15459">
                  <c:v>24.6</c:v>
                </c:pt>
                <c:pt idx="15460">
                  <c:v>24.6</c:v>
                </c:pt>
                <c:pt idx="15461">
                  <c:v>24.6</c:v>
                </c:pt>
                <c:pt idx="15462">
                  <c:v>24.6</c:v>
                </c:pt>
                <c:pt idx="15463">
                  <c:v>24.6</c:v>
                </c:pt>
                <c:pt idx="15464">
                  <c:v>24.6</c:v>
                </c:pt>
                <c:pt idx="15465">
                  <c:v>24.6</c:v>
                </c:pt>
                <c:pt idx="15466">
                  <c:v>24.6</c:v>
                </c:pt>
                <c:pt idx="15467">
                  <c:v>24.6</c:v>
                </c:pt>
                <c:pt idx="15468">
                  <c:v>24.6</c:v>
                </c:pt>
                <c:pt idx="15469">
                  <c:v>24.65</c:v>
                </c:pt>
                <c:pt idx="15470">
                  <c:v>24.65</c:v>
                </c:pt>
                <c:pt idx="15471">
                  <c:v>24.7</c:v>
                </c:pt>
                <c:pt idx="15472">
                  <c:v>24.7</c:v>
                </c:pt>
                <c:pt idx="15473">
                  <c:v>24.75</c:v>
                </c:pt>
                <c:pt idx="15474">
                  <c:v>24.75</c:v>
                </c:pt>
                <c:pt idx="15475">
                  <c:v>24.8</c:v>
                </c:pt>
                <c:pt idx="15476">
                  <c:v>24.8</c:v>
                </c:pt>
                <c:pt idx="15477">
                  <c:v>24.85</c:v>
                </c:pt>
                <c:pt idx="15478">
                  <c:v>24.85</c:v>
                </c:pt>
                <c:pt idx="15479">
                  <c:v>24.85</c:v>
                </c:pt>
                <c:pt idx="15480">
                  <c:v>24.9</c:v>
                </c:pt>
                <c:pt idx="15481">
                  <c:v>24.9</c:v>
                </c:pt>
                <c:pt idx="15482">
                  <c:v>24.9</c:v>
                </c:pt>
                <c:pt idx="15483">
                  <c:v>24.85</c:v>
                </c:pt>
                <c:pt idx="15484">
                  <c:v>24.8</c:v>
                </c:pt>
                <c:pt idx="15485">
                  <c:v>24.75</c:v>
                </c:pt>
                <c:pt idx="15486">
                  <c:v>24.7</c:v>
                </c:pt>
                <c:pt idx="15487">
                  <c:v>24.65</c:v>
                </c:pt>
                <c:pt idx="15488">
                  <c:v>24.65</c:v>
                </c:pt>
                <c:pt idx="15489">
                  <c:v>24.6</c:v>
                </c:pt>
                <c:pt idx="15490">
                  <c:v>24.6</c:v>
                </c:pt>
                <c:pt idx="15491">
                  <c:v>24.6</c:v>
                </c:pt>
                <c:pt idx="15492">
                  <c:v>24.55</c:v>
                </c:pt>
                <c:pt idx="15493">
                  <c:v>24.6</c:v>
                </c:pt>
                <c:pt idx="15494">
                  <c:v>24.55</c:v>
                </c:pt>
                <c:pt idx="15495">
                  <c:v>24.6</c:v>
                </c:pt>
                <c:pt idx="15496">
                  <c:v>24.6</c:v>
                </c:pt>
                <c:pt idx="15497">
                  <c:v>24.6</c:v>
                </c:pt>
                <c:pt idx="15498">
                  <c:v>24.65</c:v>
                </c:pt>
                <c:pt idx="15499">
                  <c:v>24.65</c:v>
                </c:pt>
                <c:pt idx="15500">
                  <c:v>24.65</c:v>
                </c:pt>
                <c:pt idx="15501">
                  <c:v>24.7</c:v>
                </c:pt>
                <c:pt idx="15502">
                  <c:v>24.7</c:v>
                </c:pt>
                <c:pt idx="15503">
                  <c:v>24.75</c:v>
                </c:pt>
                <c:pt idx="15504">
                  <c:v>24.75</c:v>
                </c:pt>
                <c:pt idx="15505">
                  <c:v>24.8</c:v>
                </c:pt>
                <c:pt idx="15506">
                  <c:v>24.8</c:v>
                </c:pt>
                <c:pt idx="15507">
                  <c:v>24.85</c:v>
                </c:pt>
                <c:pt idx="15508">
                  <c:v>24.85</c:v>
                </c:pt>
                <c:pt idx="15509">
                  <c:v>24.9</c:v>
                </c:pt>
                <c:pt idx="15510">
                  <c:v>24.9</c:v>
                </c:pt>
                <c:pt idx="15511">
                  <c:v>24.9</c:v>
                </c:pt>
                <c:pt idx="15512">
                  <c:v>24.9</c:v>
                </c:pt>
                <c:pt idx="15513">
                  <c:v>24.85</c:v>
                </c:pt>
                <c:pt idx="15514">
                  <c:v>24.8</c:v>
                </c:pt>
                <c:pt idx="15515">
                  <c:v>24.75</c:v>
                </c:pt>
                <c:pt idx="15516">
                  <c:v>24.7</c:v>
                </c:pt>
                <c:pt idx="15517">
                  <c:v>24.65</c:v>
                </c:pt>
                <c:pt idx="15518">
                  <c:v>24.6</c:v>
                </c:pt>
                <c:pt idx="15519">
                  <c:v>24.6</c:v>
                </c:pt>
                <c:pt idx="15520">
                  <c:v>24.6</c:v>
                </c:pt>
                <c:pt idx="15521">
                  <c:v>24.6</c:v>
                </c:pt>
                <c:pt idx="15522">
                  <c:v>24.6</c:v>
                </c:pt>
                <c:pt idx="15523">
                  <c:v>24.6</c:v>
                </c:pt>
                <c:pt idx="15524">
                  <c:v>24.6</c:v>
                </c:pt>
                <c:pt idx="15525">
                  <c:v>24.6</c:v>
                </c:pt>
                <c:pt idx="15526">
                  <c:v>24.65</c:v>
                </c:pt>
                <c:pt idx="15527">
                  <c:v>24.65</c:v>
                </c:pt>
                <c:pt idx="15528">
                  <c:v>24.65</c:v>
                </c:pt>
                <c:pt idx="15529">
                  <c:v>24.7</c:v>
                </c:pt>
                <c:pt idx="15530">
                  <c:v>24.7</c:v>
                </c:pt>
                <c:pt idx="15531">
                  <c:v>24.7</c:v>
                </c:pt>
                <c:pt idx="15532">
                  <c:v>24.7</c:v>
                </c:pt>
                <c:pt idx="15533">
                  <c:v>24.75</c:v>
                </c:pt>
                <c:pt idx="15534">
                  <c:v>24.75</c:v>
                </c:pt>
                <c:pt idx="15535">
                  <c:v>24.75</c:v>
                </c:pt>
                <c:pt idx="15536">
                  <c:v>24.8</c:v>
                </c:pt>
                <c:pt idx="15537">
                  <c:v>24.8</c:v>
                </c:pt>
                <c:pt idx="15538">
                  <c:v>24.85</c:v>
                </c:pt>
                <c:pt idx="15539">
                  <c:v>24.85</c:v>
                </c:pt>
                <c:pt idx="15540">
                  <c:v>24.9</c:v>
                </c:pt>
                <c:pt idx="15541">
                  <c:v>24.85</c:v>
                </c:pt>
                <c:pt idx="15542">
                  <c:v>24.85</c:v>
                </c:pt>
                <c:pt idx="15543">
                  <c:v>24.85</c:v>
                </c:pt>
                <c:pt idx="15544">
                  <c:v>24.8</c:v>
                </c:pt>
                <c:pt idx="15545">
                  <c:v>24.75</c:v>
                </c:pt>
                <c:pt idx="15546">
                  <c:v>24.7</c:v>
                </c:pt>
                <c:pt idx="15547">
                  <c:v>24.7</c:v>
                </c:pt>
                <c:pt idx="15548">
                  <c:v>24.65</c:v>
                </c:pt>
                <c:pt idx="15549">
                  <c:v>24.65</c:v>
                </c:pt>
                <c:pt idx="15550">
                  <c:v>24.65</c:v>
                </c:pt>
                <c:pt idx="15551">
                  <c:v>24.65</c:v>
                </c:pt>
                <c:pt idx="15552">
                  <c:v>24.6</c:v>
                </c:pt>
                <c:pt idx="15553">
                  <c:v>24.65</c:v>
                </c:pt>
                <c:pt idx="15554">
                  <c:v>24.65</c:v>
                </c:pt>
                <c:pt idx="15555">
                  <c:v>24.65</c:v>
                </c:pt>
                <c:pt idx="15556">
                  <c:v>24.65</c:v>
                </c:pt>
                <c:pt idx="15557">
                  <c:v>24.65</c:v>
                </c:pt>
                <c:pt idx="15558">
                  <c:v>24.65</c:v>
                </c:pt>
                <c:pt idx="15559">
                  <c:v>24.7</c:v>
                </c:pt>
                <c:pt idx="15560">
                  <c:v>24.7</c:v>
                </c:pt>
                <c:pt idx="15561">
                  <c:v>24.75</c:v>
                </c:pt>
                <c:pt idx="15562">
                  <c:v>24.75</c:v>
                </c:pt>
                <c:pt idx="15563">
                  <c:v>24.8</c:v>
                </c:pt>
                <c:pt idx="15564">
                  <c:v>24.8</c:v>
                </c:pt>
                <c:pt idx="15565">
                  <c:v>24.8</c:v>
                </c:pt>
                <c:pt idx="15566">
                  <c:v>24.85</c:v>
                </c:pt>
                <c:pt idx="15567">
                  <c:v>24.85</c:v>
                </c:pt>
                <c:pt idx="15568">
                  <c:v>24.9</c:v>
                </c:pt>
                <c:pt idx="15569">
                  <c:v>24.9</c:v>
                </c:pt>
                <c:pt idx="15570">
                  <c:v>24.9</c:v>
                </c:pt>
                <c:pt idx="15571">
                  <c:v>24.9</c:v>
                </c:pt>
                <c:pt idx="15572">
                  <c:v>24.9</c:v>
                </c:pt>
                <c:pt idx="15573">
                  <c:v>24.8</c:v>
                </c:pt>
                <c:pt idx="15574">
                  <c:v>24.8</c:v>
                </c:pt>
                <c:pt idx="15575">
                  <c:v>24.8</c:v>
                </c:pt>
                <c:pt idx="15576">
                  <c:v>24.7</c:v>
                </c:pt>
                <c:pt idx="15577">
                  <c:v>24.7</c:v>
                </c:pt>
                <c:pt idx="15578">
                  <c:v>24.6</c:v>
                </c:pt>
                <c:pt idx="15579">
                  <c:v>24.6</c:v>
                </c:pt>
                <c:pt idx="15580">
                  <c:v>24.6</c:v>
                </c:pt>
                <c:pt idx="15581">
                  <c:v>24.6</c:v>
                </c:pt>
                <c:pt idx="15582">
                  <c:v>24.6</c:v>
                </c:pt>
                <c:pt idx="15583">
                  <c:v>24.6</c:v>
                </c:pt>
                <c:pt idx="15584">
                  <c:v>24.55</c:v>
                </c:pt>
                <c:pt idx="15585">
                  <c:v>24.6</c:v>
                </c:pt>
                <c:pt idx="15586">
                  <c:v>24.6</c:v>
                </c:pt>
                <c:pt idx="15587">
                  <c:v>24.6</c:v>
                </c:pt>
                <c:pt idx="15588">
                  <c:v>24.65</c:v>
                </c:pt>
                <c:pt idx="15589">
                  <c:v>24.65</c:v>
                </c:pt>
                <c:pt idx="15590">
                  <c:v>24.65</c:v>
                </c:pt>
                <c:pt idx="15591">
                  <c:v>24.7</c:v>
                </c:pt>
                <c:pt idx="15592">
                  <c:v>24.7</c:v>
                </c:pt>
                <c:pt idx="15593">
                  <c:v>24.75</c:v>
                </c:pt>
                <c:pt idx="15594">
                  <c:v>24.75</c:v>
                </c:pt>
                <c:pt idx="15595">
                  <c:v>24.8</c:v>
                </c:pt>
                <c:pt idx="15596">
                  <c:v>24.8</c:v>
                </c:pt>
                <c:pt idx="15597">
                  <c:v>24.85</c:v>
                </c:pt>
                <c:pt idx="15598">
                  <c:v>24.85</c:v>
                </c:pt>
                <c:pt idx="15599">
                  <c:v>24.9</c:v>
                </c:pt>
                <c:pt idx="15600">
                  <c:v>24.9</c:v>
                </c:pt>
                <c:pt idx="15601">
                  <c:v>24.9</c:v>
                </c:pt>
                <c:pt idx="15602">
                  <c:v>24.85</c:v>
                </c:pt>
                <c:pt idx="15603">
                  <c:v>24.85</c:v>
                </c:pt>
                <c:pt idx="15604">
                  <c:v>24.8</c:v>
                </c:pt>
                <c:pt idx="15605">
                  <c:v>24.75</c:v>
                </c:pt>
                <c:pt idx="15606">
                  <c:v>24.7</c:v>
                </c:pt>
                <c:pt idx="15607">
                  <c:v>24.7</c:v>
                </c:pt>
                <c:pt idx="15608">
                  <c:v>24.65</c:v>
                </c:pt>
                <c:pt idx="15609">
                  <c:v>24.6</c:v>
                </c:pt>
                <c:pt idx="15610">
                  <c:v>24.6</c:v>
                </c:pt>
                <c:pt idx="15611">
                  <c:v>24.6</c:v>
                </c:pt>
                <c:pt idx="15612">
                  <c:v>24.55</c:v>
                </c:pt>
                <c:pt idx="15613">
                  <c:v>24.55</c:v>
                </c:pt>
                <c:pt idx="15614">
                  <c:v>24.55</c:v>
                </c:pt>
                <c:pt idx="15615">
                  <c:v>24.55</c:v>
                </c:pt>
                <c:pt idx="15616">
                  <c:v>24.6</c:v>
                </c:pt>
                <c:pt idx="15617">
                  <c:v>24.6</c:v>
                </c:pt>
                <c:pt idx="15618">
                  <c:v>24.6</c:v>
                </c:pt>
                <c:pt idx="15619">
                  <c:v>24.6</c:v>
                </c:pt>
                <c:pt idx="15620">
                  <c:v>24.6</c:v>
                </c:pt>
                <c:pt idx="15621">
                  <c:v>24.65</c:v>
                </c:pt>
                <c:pt idx="15622">
                  <c:v>24.65</c:v>
                </c:pt>
                <c:pt idx="15623">
                  <c:v>24.7</c:v>
                </c:pt>
                <c:pt idx="15624">
                  <c:v>24.75</c:v>
                </c:pt>
                <c:pt idx="15625">
                  <c:v>24.75</c:v>
                </c:pt>
                <c:pt idx="15626">
                  <c:v>24.75</c:v>
                </c:pt>
                <c:pt idx="15627">
                  <c:v>24.8</c:v>
                </c:pt>
                <c:pt idx="15628">
                  <c:v>24.8</c:v>
                </c:pt>
                <c:pt idx="15629">
                  <c:v>24.85</c:v>
                </c:pt>
                <c:pt idx="15630">
                  <c:v>24.9</c:v>
                </c:pt>
                <c:pt idx="15631">
                  <c:v>24.85</c:v>
                </c:pt>
                <c:pt idx="15632">
                  <c:v>24.85</c:v>
                </c:pt>
                <c:pt idx="15633">
                  <c:v>24.9</c:v>
                </c:pt>
                <c:pt idx="15634">
                  <c:v>24.85</c:v>
                </c:pt>
                <c:pt idx="15635">
                  <c:v>24.75</c:v>
                </c:pt>
                <c:pt idx="15636">
                  <c:v>24.7</c:v>
                </c:pt>
                <c:pt idx="15637">
                  <c:v>24.65</c:v>
                </c:pt>
                <c:pt idx="15638">
                  <c:v>24.65</c:v>
                </c:pt>
                <c:pt idx="15639">
                  <c:v>24.6</c:v>
                </c:pt>
                <c:pt idx="15640">
                  <c:v>24.6</c:v>
                </c:pt>
                <c:pt idx="15641">
                  <c:v>24.6</c:v>
                </c:pt>
                <c:pt idx="15642">
                  <c:v>24.6</c:v>
                </c:pt>
                <c:pt idx="15643">
                  <c:v>24.65</c:v>
                </c:pt>
                <c:pt idx="15644">
                  <c:v>24.6</c:v>
                </c:pt>
                <c:pt idx="15645">
                  <c:v>24.6</c:v>
                </c:pt>
                <c:pt idx="15646">
                  <c:v>24.6</c:v>
                </c:pt>
                <c:pt idx="15647">
                  <c:v>24.6</c:v>
                </c:pt>
                <c:pt idx="15648">
                  <c:v>24.65</c:v>
                </c:pt>
                <c:pt idx="15649">
                  <c:v>24.65</c:v>
                </c:pt>
                <c:pt idx="15650">
                  <c:v>24.65</c:v>
                </c:pt>
                <c:pt idx="15651">
                  <c:v>24.65</c:v>
                </c:pt>
                <c:pt idx="15652">
                  <c:v>24.7</c:v>
                </c:pt>
                <c:pt idx="15653">
                  <c:v>24.7</c:v>
                </c:pt>
                <c:pt idx="15654">
                  <c:v>24.7</c:v>
                </c:pt>
                <c:pt idx="15655">
                  <c:v>24.75</c:v>
                </c:pt>
                <c:pt idx="15656">
                  <c:v>24.75</c:v>
                </c:pt>
                <c:pt idx="15657">
                  <c:v>24.8</c:v>
                </c:pt>
                <c:pt idx="15658">
                  <c:v>24.8</c:v>
                </c:pt>
                <c:pt idx="15659">
                  <c:v>24.85</c:v>
                </c:pt>
                <c:pt idx="15660">
                  <c:v>24.85</c:v>
                </c:pt>
                <c:pt idx="15661">
                  <c:v>24.85</c:v>
                </c:pt>
                <c:pt idx="15662">
                  <c:v>24.85</c:v>
                </c:pt>
                <c:pt idx="15663">
                  <c:v>24.85</c:v>
                </c:pt>
                <c:pt idx="15664">
                  <c:v>24.8</c:v>
                </c:pt>
                <c:pt idx="15665">
                  <c:v>24.75</c:v>
                </c:pt>
                <c:pt idx="15666">
                  <c:v>24.7</c:v>
                </c:pt>
                <c:pt idx="15667">
                  <c:v>24.65</c:v>
                </c:pt>
                <c:pt idx="15668">
                  <c:v>24.65</c:v>
                </c:pt>
                <c:pt idx="15669">
                  <c:v>24.6</c:v>
                </c:pt>
                <c:pt idx="15670">
                  <c:v>24.6</c:v>
                </c:pt>
                <c:pt idx="15671">
                  <c:v>24.55</c:v>
                </c:pt>
                <c:pt idx="15672">
                  <c:v>24.6</c:v>
                </c:pt>
                <c:pt idx="15673">
                  <c:v>24.6</c:v>
                </c:pt>
                <c:pt idx="15674">
                  <c:v>24.6</c:v>
                </c:pt>
                <c:pt idx="15675">
                  <c:v>24.6</c:v>
                </c:pt>
                <c:pt idx="15676">
                  <c:v>24.65</c:v>
                </c:pt>
                <c:pt idx="15677">
                  <c:v>24.6</c:v>
                </c:pt>
                <c:pt idx="15678">
                  <c:v>24.65</c:v>
                </c:pt>
                <c:pt idx="15679">
                  <c:v>24.65</c:v>
                </c:pt>
                <c:pt idx="15680">
                  <c:v>24.65</c:v>
                </c:pt>
                <c:pt idx="15681">
                  <c:v>24.7</c:v>
                </c:pt>
                <c:pt idx="15682">
                  <c:v>24.7</c:v>
                </c:pt>
                <c:pt idx="15683">
                  <c:v>24.75</c:v>
                </c:pt>
                <c:pt idx="15684">
                  <c:v>24.75</c:v>
                </c:pt>
                <c:pt idx="15685">
                  <c:v>24.8</c:v>
                </c:pt>
                <c:pt idx="15686">
                  <c:v>24.8</c:v>
                </c:pt>
                <c:pt idx="15687">
                  <c:v>24.8</c:v>
                </c:pt>
                <c:pt idx="15688">
                  <c:v>24.85</c:v>
                </c:pt>
                <c:pt idx="15689">
                  <c:v>24.85</c:v>
                </c:pt>
                <c:pt idx="15690">
                  <c:v>24.9</c:v>
                </c:pt>
                <c:pt idx="15691">
                  <c:v>24.85</c:v>
                </c:pt>
                <c:pt idx="15692">
                  <c:v>24.85</c:v>
                </c:pt>
                <c:pt idx="15693">
                  <c:v>24.85</c:v>
                </c:pt>
                <c:pt idx="15694">
                  <c:v>24.75</c:v>
                </c:pt>
                <c:pt idx="15695">
                  <c:v>24.75</c:v>
                </c:pt>
                <c:pt idx="15696">
                  <c:v>24.65</c:v>
                </c:pt>
                <c:pt idx="15697">
                  <c:v>24.65</c:v>
                </c:pt>
                <c:pt idx="15698">
                  <c:v>24.6</c:v>
                </c:pt>
                <c:pt idx="15699">
                  <c:v>24.6</c:v>
                </c:pt>
                <c:pt idx="15700">
                  <c:v>24.6</c:v>
                </c:pt>
                <c:pt idx="15701">
                  <c:v>24.6</c:v>
                </c:pt>
                <c:pt idx="15702">
                  <c:v>24.55</c:v>
                </c:pt>
                <c:pt idx="15703">
                  <c:v>24.6</c:v>
                </c:pt>
                <c:pt idx="15704">
                  <c:v>24.6</c:v>
                </c:pt>
                <c:pt idx="15705">
                  <c:v>24.6</c:v>
                </c:pt>
                <c:pt idx="15706">
                  <c:v>24.6</c:v>
                </c:pt>
                <c:pt idx="15707">
                  <c:v>24.65</c:v>
                </c:pt>
                <c:pt idx="15708">
                  <c:v>24.65</c:v>
                </c:pt>
                <c:pt idx="15709">
                  <c:v>24.65</c:v>
                </c:pt>
                <c:pt idx="15710">
                  <c:v>24.65</c:v>
                </c:pt>
                <c:pt idx="15711">
                  <c:v>24.7</c:v>
                </c:pt>
                <c:pt idx="15712">
                  <c:v>24.7</c:v>
                </c:pt>
                <c:pt idx="15713">
                  <c:v>24.75</c:v>
                </c:pt>
                <c:pt idx="15714">
                  <c:v>24.75</c:v>
                </c:pt>
                <c:pt idx="15715">
                  <c:v>24.8</c:v>
                </c:pt>
                <c:pt idx="15716">
                  <c:v>24.8</c:v>
                </c:pt>
                <c:pt idx="15717">
                  <c:v>24.85</c:v>
                </c:pt>
                <c:pt idx="15718">
                  <c:v>24.85</c:v>
                </c:pt>
                <c:pt idx="15719">
                  <c:v>24.85</c:v>
                </c:pt>
                <c:pt idx="15720">
                  <c:v>24.85</c:v>
                </c:pt>
                <c:pt idx="15721">
                  <c:v>24.85</c:v>
                </c:pt>
                <c:pt idx="15722">
                  <c:v>24.85</c:v>
                </c:pt>
                <c:pt idx="15723">
                  <c:v>24.8</c:v>
                </c:pt>
                <c:pt idx="15724">
                  <c:v>24.75</c:v>
                </c:pt>
                <c:pt idx="15725">
                  <c:v>24.75</c:v>
                </c:pt>
                <c:pt idx="15726">
                  <c:v>24.7</c:v>
                </c:pt>
                <c:pt idx="15727">
                  <c:v>24.65</c:v>
                </c:pt>
                <c:pt idx="15728">
                  <c:v>24.65</c:v>
                </c:pt>
                <c:pt idx="15729">
                  <c:v>24.6</c:v>
                </c:pt>
                <c:pt idx="15730">
                  <c:v>24.6</c:v>
                </c:pt>
                <c:pt idx="15731">
                  <c:v>24.6</c:v>
                </c:pt>
                <c:pt idx="15732">
                  <c:v>24.6</c:v>
                </c:pt>
                <c:pt idx="15733">
                  <c:v>24.6</c:v>
                </c:pt>
                <c:pt idx="15734">
                  <c:v>24.6</c:v>
                </c:pt>
                <c:pt idx="15735">
                  <c:v>24.65</c:v>
                </c:pt>
                <c:pt idx="15736">
                  <c:v>24.65</c:v>
                </c:pt>
                <c:pt idx="15737">
                  <c:v>24.65</c:v>
                </c:pt>
                <c:pt idx="15738">
                  <c:v>24.7</c:v>
                </c:pt>
                <c:pt idx="15739">
                  <c:v>24.7</c:v>
                </c:pt>
                <c:pt idx="15740">
                  <c:v>24.7</c:v>
                </c:pt>
                <c:pt idx="15741">
                  <c:v>24.75</c:v>
                </c:pt>
                <c:pt idx="15742">
                  <c:v>24.75</c:v>
                </c:pt>
                <c:pt idx="15743">
                  <c:v>24.75</c:v>
                </c:pt>
                <c:pt idx="15744">
                  <c:v>24.8</c:v>
                </c:pt>
                <c:pt idx="15745">
                  <c:v>24.8</c:v>
                </c:pt>
                <c:pt idx="15746">
                  <c:v>24.85</c:v>
                </c:pt>
                <c:pt idx="15747">
                  <c:v>24.85</c:v>
                </c:pt>
                <c:pt idx="15748">
                  <c:v>24.85</c:v>
                </c:pt>
                <c:pt idx="15749">
                  <c:v>24.9</c:v>
                </c:pt>
                <c:pt idx="15750">
                  <c:v>24.9</c:v>
                </c:pt>
                <c:pt idx="15751">
                  <c:v>24.95</c:v>
                </c:pt>
                <c:pt idx="15752">
                  <c:v>24.9</c:v>
                </c:pt>
                <c:pt idx="15753">
                  <c:v>24.85</c:v>
                </c:pt>
                <c:pt idx="15754">
                  <c:v>24.85</c:v>
                </c:pt>
                <c:pt idx="15755">
                  <c:v>24.8</c:v>
                </c:pt>
                <c:pt idx="15756">
                  <c:v>24.75</c:v>
                </c:pt>
                <c:pt idx="15757">
                  <c:v>24.7</c:v>
                </c:pt>
                <c:pt idx="15758">
                  <c:v>24.65</c:v>
                </c:pt>
                <c:pt idx="15759">
                  <c:v>24.65</c:v>
                </c:pt>
                <c:pt idx="15760">
                  <c:v>24.65</c:v>
                </c:pt>
                <c:pt idx="15761">
                  <c:v>24.65</c:v>
                </c:pt>
                <c:pt idx="15762">
                  <c:v>24.65</c:v>
                </c:pt>
                <c:pt idx="15763">
                  <c:v>24.6</c:v>
                </c:pt>
                <c:pt idx="15764">
                  <c:v>24.65</c:v>
                </c:pt>
                <c:pt idx="15765">
                  <c:v>24.65</c:v>
                </c:pt>
                <c:pt idx="15766">
                  <c:v>24.65</c:v>
                </c:pt>
                <c:pt idx="15767">
                  <c:v>24.65</c:v>
                </c:pt>
                <c:pt idx="15768">
                  <c:v>24.65</c:v>
                </c:pt>
                <c:pt idx="15769">
                  <c:v>24.65</c:v>
                </c:pt>
                <c:pt idx="15770">
                  <c:v>24.7</c:v>
                </c:pt>
                <c:pt idx="15771">
                  <c:v>24.75</c:v>
                </c:pt>
                <c:pt idx="15772">
                  <c:v>24.75</c:v>
                </c:pt>
                <c:pt idx="15773">
                  <c:v>24.75</c:v>
                </c:pt>
                <c:pt idx="15774">
                  <c:v>24.8</c:v>
                </c:pt>
                <c:pt idx="15775">
                  <c:v>24.8</c:v>
                </c:pt>
                <c:pt idx="15776">
                  <c:v>24.8</c:v>
                </c:pt>
                <c:pt idx="15777">
                  <c:v>24.8</c:v>
                </c:pt>
                <c:pt idx="15778">
                  <c:v>24.85</c:v>
                </c:pt>
                <c:pt idx="15779">
                  <c:v>24.85</c:v>
                </c:pt>
                <c:pt idx="15780">
                  <c:v>24.85</c:v>
                </c:pt>
                <c:pt idx="15781">
                  <c:v>24.9</c:v>
                </c:pt>
                <c:pt idx="15782">
                  <c:v>24.85</c:v>
                </c:pt>
                <c:pt idx="15783">
                  <c:v>24.8</c:v>
                </c:pt>
                <c:pt idx="15784">
                  <c:v>24.8</c:v>
                </c:pt>
                <c:pt idx="15785">
                  <c:v>24.7</c:v>
                </c:pt>
                <c:pt idx="15786">
                  <c:v>24.7</c:v>
                </c:pt>
                <c:pt idx="15787">
                  <c:v>24.65</c:v>
                </c:pt>
                <c:pt idx="15788">
                  <c:v>24.6</c:v>
                </c:pt>
                <c:pt idx="15789">
                  <c:v>24.6</c:v>
                </c:pt>
                <c:pt idx="15790">
                  <c:v>24.6</c:v>
                </c:pt>
                <c:pt idx="15791">
                  <c:v>24.6</c:v>
                </c:pt>
                <c:pt idx="15792">
                  <c:v>24.6</c:v>
                </c:pt>
                <c:pt idx="15793">
                  <c:v>24.6</c:v>
                </c:pt>
                <c:pt idx="15794">
                  <c:v>24.6</c:v>
                </c:pt>
                <c:pt idx="15795">
                  <c:v>24.6</c:v>
                </c:pt>
                <c:pt idx="15796">
                  <c:v>24.6</c:v>
                </c:pt>
                <c:pt idx="15797">
                  <c:v>24.6</c:v>
                </c:pt>
                <c:pt idx="15798">
                  <c:v>24.6</c:v>
                </c:pt>
                <c:pt idx="15799">
                  <c:v>24.65</c:v>
                </c:pt>
                <c:pt idx="15800">
                  <c:v>24.65</c:v>
                </c:pt>
                <c:pt idx="15801">
                  <c:v>24.7</c:v>
                </c:pt>
                <c:pt idx="15802">
                  <c:v>24.7</c:v>
                </c:pt>
                <c:pt idx="15803">
                  <c:v>24.7</c:v>
                </c:pt>
                <c:pt idx="15804">
                  <c:v>24.75</c:v>
                </c:pt>
                <c:pt idx="15805">
                  <c:v>24.75</c:v>
                </c:pt>
                <c:pt idx="15806">
                  <c:v>24.75</c:v>
                </c:pt>
                <c:pt idx="15807">
                  <c:v>24.8</c:v>
                </c:pt>
                <c:pt idx="15808">
                  <c:v>24.8</c:v>
                </c:pt>
                <c:pt idx="15809">
                  <c:v>24.8</c:v>
                </c:pt>
                <c:pt idx="15810">
                  <c:v>24.85</c:v>
                </c:pt>
                <c:pt idx="15811">
                  <c:v>24.85</c:v>
                </c:pt>
                <c:pt idx="15812">
                  <c:v>24.8</c:v>
                </c:pt>
                <c:pt idx="15813">
                  <c:v>24.8</c:v>
                </c:pt>
                <c:pt idx="15814">
                  <c:v>24.75</c:v>
                </c:pt>
                <c:pt idx="15815">
                  <c:v>24.7</c:v>
                </c:pt>
                <c:pt idx="15816">
                  <c:v>24.65</c:v>
                </c:pt>
                <c:pt idx="15817">
                  <c:v>24.65</c:v>
                </c:pt>
                <c:pt idx="15818">
                  <c:v>24.6</c:v>
                </c:pt>
                <c:pt idx="15819">
                  <c:v>24.6</c:v>
                </c:pt>
                <c:pt idx="15820">
                  <c:v>24.6</c:v>
                </c:pt>
                <c:pt idx="15821">
                  <c:v>24.6</c:v>
                </c:pt>
                <c:pt idx="15822">
                  <c:v>24.55</c:v>
                </c:pt>
                <c:pt idx="15823">
                  <c:v>24.6</c:v>
                </c:pt>
                <c:pt idx="15824">
                  <c:v>24.6</c:v>
                </c:pt>
                <c:pt idx="15825">
                  <c:v>24.6</c:v>
                </c:pt>
                <c:pt idx="15826">
                  <c:v>24.6</c:v>
                </c:pt>
                <c:pt idx="15827">
                  <c:v>24.6</c:v>
                </c:pt>
                <c:pt idx="15828">
                  <c:v>24.65</c:v>
                </c:pt>
                <c:pt idx="15829">
                  <c:v>24.65</c:v>
                </c:pt>
                <c:pt idx="15830">
                  <c:v>24.65</c:v>
                </c:pt>
                <c:pt idx="15831">
                  <c:v>24.7</c:v>
                </c:pt>
                <c:pt idx="15832">
                  <c:v>24.7</c:v>
                </c:pt>
                <c:pt idx="15833">
                  <c:v>24.7</c:v>
                </c:pt>
                <c:pt idx="15834">
                  <c:v>24.75</c:v>
                </c:pt>
                <c:pt idx="15835">
                  <c:v>24.75</c:v>
                </c:pt>
                <c:pt idx="15836">
                  <c:v>24.8</c:v>
                </c:pt>
                <c:pt idx="15837">
                  <c:v>24.8</c:v>
                </c:pt>
                <c:pt idx="15838">
                  <c:v>24.85</c:v>
                </c:pt>
                <c:pt idx="15839">
                  <c:v>24.85</c:v>
                </c:pt>
                <c:pt idx="15840">
                  <c:v>24.85</c:v>
                </c:pt>
                <c:pt idx="15841">
                  <c:v>24.9</c:v>
                </c:pt>
                <c:pt idx="15842">
                  <c:v>24.85</c:v>
                </c:pt>
                <c:pt idx="15843">
                  <c:v>24.8</c:v>
                </c:pt>
                <c:pt idx="15844">
                  <c:v>24.8</c:v>
                </c:pt>
                <c:pt idx="15845">
                  <c:v>24.75</c:v>
                </c:pt>
                <c:pt idx="15846">
                  <c:v>24.7</c:v>
                </c:pt>
                <c:pt idx="15847">
                  <c:v>24.65</c:v>
                </c:pt>
                <c:pt idx="15848">
                  <c:v>24.6</c:v>
                </c:pt>
                <c:pt idx="15849">
                  <c:v>24.6</c:v>
                </c:pt>
                <c:pt idx="15850">
                  <c:v>24.6</c:v>
                </c:pt>
                <c:pt idx="15851">
                  <c:v>24.6</c:v>
                </c:pt>
                <c:pt idx="15852">
                  <c:v>24.55</c:v>
                </c:pt>
                <c:pt idx="15853">
                  <c:v>24.55</c:v>
                </c:pt>
                <c:pt idx="15854">
                  <c:v>24.55</c:v>
                </c:pt>
                <c:pt idx="15855">
                  <c:v>24.55</c:v>
                </c:pt>
                <c:pt idx="15856">
                  <c:v>24.55</c:v>
                </c:pt>
                <c:pt idx="15857">
                  <c:v>24.6</c:v>
                </c:pt>
                <c:pt idx="15858">
                  <c:v>24.6</c:v>
                </c:pt>
                <c:pt idx="15859">
                  <c:v>24.6</c:v>
                </c:pt>
                <c:pt idx="15860">
                  <c:v>24.65</c:v>
                </c:pt>
                <c:pt idx="15861">
                  <c:v>24.65</c:v>
                </c:pt>
                <c:pt idx="15862">
                  <c:v>24.7</c:v>
                </c:pt>
                <c:pt idx="15863">
                  <c:v>24.7</c:v>
                </c:pt>
                <c:pt idx="15864">
                  <c:v>24.75</c:v>
                </c:pt>
                <c:pt idx="15865">
                  <c:v>24.75</c:v>
                </c:pt>
                <c:pt idx="15866">
                  <c:v>24.8</c:v>
                </c:pt>
                <c:pt idx="15867">
                  <c:v>24.8</c:v>
                </c:pt>
                <c:pt idx="15868">
                  <c:v>24.85</c:v>
                </c:pt>
                <c:pt idx="15869">
                  <c:v>24.85</c:v>
                </c:pt>
                <c:pt idx="15870">
                  <c:v>24.85</c:v>
                </c:pt>
                <c:pt idx="15871">
                  <c:v>24.9</c:v>
                </c:pt>
                <c:pt idx="15872">
                  <c:v>24.85</c:v>
                </c:pt>
                <c:pt idx="15873">
                  <c:v>24.85</c:v>
                </c:pt>
                <c:pt idx="15874">
                  <c:v>24.8</c:v>
                </c:pt>
                <c:pt idx="15875">
                  <c:v>24.75</c:v>
                </c:pt>
                <c:pt idx="15876">
                  <c:v>24.7</c:v>
                </c:pt>
                <c:pt idx="15877">
                  <c:v>24.65</c:v>
                </c:pt>
                <c:pt idx="15878">
                  <c:v>24.65</c:v>
                </c:pt>
                <c:pt idx="15879">
                  <c:v>24.6</c:v>
                </c:pt>
                <c:pt idx="15880">
                  <c:v>24.6</c:v>
                </c:pt>
                <c:pt idx="15881">
                  <c:v>24.55</c:v>
                </c:pt>
                <c:pt idx="15882">
                  <c:v>24.55</c:v>
                </c:pt>
                <c:pt idx="15883">
                  <c:v>24.55</c:v>
                </c:pt>
                <c:pt idx="15884">
                  <c:v>24.55</c:v>
                </c:pt>
                <c:pt idx="15885">
                  <c:v>24.55</c:v>
                </c:pt>
                <c:pt idx="15886">
                  <c:v>24.6</c:v>
                </c:pt>
                <c:pt idx="15887">
                  <c:v>24.6</c:v>
                </c:pt>
                <c:pt idx="15888">
                  <c:v>24.6</c:v>
                </c:pt>
                <c:pt idx="15889">
                  <c:v>24.65</c:v>
                </c:pt>
                <c:pt idx="15890">
                  <c:v>24.65</c:v>
                </c:pt>
                <c:pt idx="15891">
                  <c:v>24.65</c:v>
                </c:pt>
                <c:pt idx="15892">
                  <c:v>24.7</c:v>
                </c:pt>
                <c:pt idx="15893">
                  <c:v>24.7</c:v>
                </c:pt>
                <c:pt idx="15894">
                  <c:v>24.75</c:v>
                </c:pt>
                <c:pt idx="15895">
                  <c:v>24.75</c:v>
                </c:pt>
                <c:pt idx="15896">
                  <c:v>24.8</c:v>
                </c:pt>
                <c:pt idx="15897">
                  <c:v>24.8</c:v>
                </c:pt>
                <c:pt idx="15898">
                  <c:v>24.85</c:v>
                </c:pt>
                <c:pt idx="15899">
                  <c:v>24.85</c:v>
                </c:pt>
                <c:pt idx="15900">
                  <c:v>24.85</c:v>
                </c:pt>
                <c:pt idx="15901">
                  <c:v>24.9</c:v>
                </c:pt>
                <c:pt idx="15902">
                  <c:v>24.85</c:v>
                </c:pt>
                <c:pt idx="15903">
                  <c:v>24.8</c:v>
                </c:pt>
                <c:pt idx="15904">
                  <c:v>24.75</c:v>
                </c:pt>
                <c:pt idx="15905">
                  <c:v>24.75</c:v>
                </c:pt>
                <c:pt idx="15906">
                  <c:v>24.65</c:v>
                </c:pt>
                <c:pt idx="15907">
                  <c:v>24.65</c:v>
                </c:pt>
                <c:pt idx="15908">
                  <c:v>24.6</c:v>
                </c:pt>
                <c:pt idx="15909">
                  <c:v>24.6</c:v>
                </c:pt>
                <c:pt idx="15910">
                  <c:v>24.6</c:v>
                </c:pt>
                <c:pt idx="15911">
                  <c:v>24.6</c:v>
                </c:pt>
                <c:pt idx="15912">
                  <c:v>24.6</c:v>
                </c:pt>
                <c:pt idx="15913">
                  <c:v>24.6</c:v>
                </c:pt>
                <c:pt idx="15914">
                  <c:v>24.6</c:v>
                </c:pt>
                <c:pt idx="15915">
                  <c:v>24.6</c:v>
                </c:pt>
                <c:pt idx="15916">
                  <c:v>24.6</c:v>
                </c:pt>
                <c:pt idx="15917">
                  <c:v>24.6</c:v>
                </c:pt>
                <c:pt idx="15918">
                  <c:v>24.6</c:v>
                </c:pt>
                <c:pt idx="15919">
                  <c:v>24.65</c:v>
                </c:pt>
                <c:pt idx="15920">
                  <c:v>24.65</c:v>
                </c:pt>
                <c:pt idx="15921">
                  <c:v>24.65</c:v>
                </c:pt>
                <c:pt idx="15922">
                  <c:v>24.7</c:v>
                </c:pt>
                <c:pt idx="15923">
                  <c:v>24.7</c:v>
                </c:pt>
                <c:pt idx="15924">
                  <c:v>24.75</c:v>
                </c:pt>
                <c:pt idx="15925">
                  <c:v>24.75</c:v>
                </c:pt>
                <c:pt idx="15926">
                  <c:v>24.75</c:v>
                </c:pt>
                <c:pt idx="15927">
                  <c:v>24.8</c:v>
                </c:pt>
                <c:pt idx="15928">
                  <c:v>24.8</c:v>
                </c:pt>
                <c:pt idx="15929">
                  <c:v>24.85</c:v>
                </c:pt>
                <c:pt idx="15930">
                  <c:v>24.85</c:v>
                </c:pt>
                <c:pt idx="15931">
                  <c:v>24.85</c:v>
                </c:pt>
                <c:pt idx="15932">
                  <c:v>24.85</c:v>
                </c:pt>
                <c:pt idx="15933">
                  <c:v>24.8</c:v>
                </c:pt>
                <c:pt idx="15934">
                  <c:v>24.8</c:v>
                </c:pt>
                <c:pt idx="15935">
                  <c:v>24.7</c:v>
                </c:pt>
                <c:pt idx="15936">
                  <c:v>24.7</c:v>
                </c:pt>
                <c:pt idx="15937">
                  <c:v>24.65</c:v>
                </c:pt>
                <c:pt idx="15938">
                  <c:v>24.6</c:v>
                </c:pt>
                <c:pt idx="15939">
                  <c:v>24.6</c:v>
                </c:pt>
                <c:pt idx="15940">
                  <c:v>24.6</c:v>
                </c:pt>
                <c:pt idx="15941">
                  <c:v>24.6</c:v>
                </c:pt>
                <c:pt idx="15942">
                  <c:v>24.6</c:v>
                </c:pt>
                <c:pt idx="15943">
                  <c:v>24.6</c:v>
                </c:pt>
                <c:pt idx="15944">
                  <c:v>24.6</c:v>
                </c:pt>
                <c:pt idx="15945">
                  <c:v>24.6</c:v>
                </c:pt>
                <c:pt idx="15946">
                  <c:v>24.65</c:v>
                </c:pt>
                <c:pt idx="15947">
                  <c:v>24.65</c:v>
                </c:pt>
                <c:pt idx="15948">
                  <c:v>24.65</c:v>
                </c:pt>
                <c:pt idx="15949">
                  <c:v>24.65</c:v>
                </c:pt>
                <c:pt idx="15950">
                  <c:v>24.7</c:v>
                </c:pt>
                <c:pt idx="15951">
                  <c:v>24.7</c:v>
                </c:pt>
                <c:pt idx="15952">
                  <c:v>24.7</c:v>
                </c:pt>
                <c:pt idx="15953">
                  <c:v>24.75</c:v>
                </c:pt>
                <c:pt idx="15954">
                  <c:v>24.75</c:v>
                </c:pt>
                <c:pt idx="15955">
                  <c:v>24.75</c:v>
                </c:pt>
                <c:pt idx="15956">
                  <c:v>24.8</c:v>
                </c:pt>
                <c:pt idx="15957">
                  <c:v>24.8</c:v>
                </c:pt>
                <c:pt idx="15958">
                  <c:v>24.8</c:v>
                </c:pt>
                <c:pt idx="15959">
                  <c:v>24.85</c:v>
                </c:pt>
                <c:pt idx="15960">
                  <c:v>24.85</c:v>
                </c:pt>
                <c:pt idx="15961">
                  <c:v>24.85</c:v>
                </c:pt>
                <c:pt idx="15962">
                  <c:v>24.85</c:v>
                </c:pt>
                <c:pt idx="15963">
                  <c:v>24.8</c:v>
                </c:pt>
                <c:pt idx="15964">
                  <c:v>24.75</c:v>
                </c:pt>
                <c:pt idx="15965">
                  <c:v>24.75</c:v>
                </c:pt>
                <c:pt idx="15966">
                  <c:v>24.7</c:v>
                </c:pt>
                <c:pt idx="15967">
                  <c:v>24.65</c:v>
                </c:pt>
                <c:pt idx="15968">
                  <c:v>24.6</c:v>
                </c:pt>
                <c:pt idx="15969">
                  <c:v>24.6</c:v>
                </c:pt>
                <c:pt idx="15970">
                  <c:v>24.55</c:v>
                </c:pt>
                <c:pt idx="15971">
                  <c:v>24.55</c:v>
                </c:pt>
                <c:pt idx="15972">
                  <c:v>24.55</c:v>
                </c:pt>
                <c:pt idx="15973">
                  <c:v>24.55</c:v>
                </c:pt>
                <c:pt idx="15974">
                  <c:v>24.55</c:v>
                </c:pt>
                <c:pt idx="15975">
                  <c:v>24.6</c:v>
                </c:pt>
                <c:pt idx="15976">
                  <c:v>24.6</c:v>
                </c:pt>
                <c:pt idx="15977">
                  <c:v>24.6</c:v>
                </c:pt>
                <c:pt idx="15978">
                  <c:v>24.65</c:v>
                </c:pt>
                <c:pt idx="15979">
                  <c:v>24.65</c:v>
                </c:pt>
                <c:pt idx="15980">
                  <c:v>24.7</c:v>
                </c:pt>
                <c:pt idx="15981">
                  <c:v>24.7</c:v>
                </c:pt>
                <c:pt idx="15982">
                  <c:v>24.75</c:v>
                </c:pt>
                <c:pt idx="15983">
                  <c:v>24.75</c:v>
                </c:pt>
                <c:pt idx="15984">
                  <c:v>24.75</c:v>
                </c:pt>
                <c:pt idx="15985">
                  <c:v>24.8</c:v>
                </c:pt>
                <c:pt idx="15986">
                  <c:v>24.8</c:v>
                </c:pt>
                <c:pt idx="15987">
                  <c:v>24.85</c:v>
                </c:pt>
                <c:pt idx="15988">
                  <c:v>24.85</c:v>
                </c:pt>
                <c:pt idx="15989">
                  <c:v>24.85</c:v>
                </c:pt>
                <c:pt idx="15990">
                  <c:v>24.85</c:v>
                </c:pt>
                <c:pt idx="15991">
                  <c:v>24.85</c:v>
                </c:pt>
                <c:pt idx="15992">
                  <c:v>24.85</c:v>
                </c:pt>
                <c:pt idx="15993">
                  <c:v>24.8</c:v>
                </c:pt>
                <c:pt idx="15994">
                  <c:v>24.8</c:v>
                </c:pt>
                <c:pt idx="15995">
                  <c:v>24.75</c:v>
                </c:pt>
                <c:pt idx="15996">
                  <c:v>24.7</c:v>
                </c:pt>
                <c:pt idx="15997">
                  <c:v>24.65</c:v>
                </c:pt>
                <c:pt idx="15998">
                  <c:v>24.6</c:v>
                </c:pt>
                <c:pt idx="15999">
                  <c:v>24.6</c:v>
                </c:pt>
                <c:pt idx="16000">
                  <c:v>24.55</c:v>
                </c:pt>
                <c:pt idx="16001">
                  <c:v>24.55</c:v>
                </c:pt>
                <c:pt idx="16002">
                  <c:v>24.55</c:v>
                </c:pt>
                <c:pt idx="16003">
                  <c:v>24.55</c:v>
                </c:pt>
                <c:pt idx="16004">
                  <c:v>24.55</c:v>
                </c:pt>
                <c:pt idx="16005">
                  <c:v>24.6</c:v>
                </c:pt>
                <c:pt idx="16006">
                  <c:v>24.6</c:v>
                </c:pt>
                <c:pt idx="16007">
                  <c:v>24.6</c:v>
                </c:pt>
                <c:pt idx="16008">
                  <c:v>24.6</c:v>
                </c:pt>
                <c:pt idx="16009">
                  <c:v>24.65</c:v>
                </c:pt>
                <c:pt idx="16010">
                  <c:v>24.65</c:v>
                </c:pt>
                <c:pt idx="16011">
                  <c:v>24.7</c:v>
                </c:pt>
                <c:pt idx="16012">
                  <c:v>24.7</c:v>
                </c:pt>
                <c:pt idx="16013">
                  <c:v>24.7</c:v>
                </c:pt>
                <c:pt idx="16014">
                  <c:v>24.75</c:v>
                </c:pt>
                <c:pt idx="16015">
                  <c:v>24.75</c:v>
                </c:pt>
                <c:pt idx="16016">
                  <c:v>24.75</c:v>
                </c:pt>
                <c:pt idx="16017">
                  <c:v>24.8</c:v>
                </c:pt>
                <c:pt idx="16018">
                  <c:v>24.85</c:v>
                </c:pt>
                <c:pt idx="16019">
                  <c:v>24.85</c:v>
                </c:pt>
                <c:pt idx="16020">
                  <c:v>24.9</c:v>
                </c:pt>
                <c:pt idx="16021">
                  <c:v>24.9</c:v>
                </c:pt>
                <c:pt idx="16022">
                  <c:v>24.85</c:v>
                </c:pt>
                <c:pt idx="16023">
                  <c:v>24.85</c:v>
                </c:pt>
                <c:pt idx="16024">
                  <c:v>24.8</c:v>
                </c:pt>
                <c:pt idx="16025">
                  <c:v>24.75</c:v>
                </c:pt>
                <c:pt idx="16026">
                  <c:v>24.7</c:v>
                </c:pt>
                <c:pt idx="16027">
                  <c:v>24.65</c:v>
                </c:pt>
                <c:pt idx="16028">
                  <c:v>24.65</c:v>
                </c:pt>
                <c:pt idx="16029">
                  <c:v>24.6</c:v>
                </c:pt>
                <c:pt idx="16030">
                  <c:v>24.6</c:v>
                </c:pt>
                <c:pt idx="16031">
                  <c:v>24.6</c:v>
                </c:pt>
                <c:pt idx="16032">
                  <c:v>24.6</c:v>
                </c:pt>
                <c:pt idx="16033">
                  <c:v>24.6</c:v>
                </c:pt>
                <c:pt idx="16034">
                  <c:v>24.6</c:v>
                </c:pt>
                <c:pt idx="16035">
                  <c:v>24.6</c:v>
                </c:pt>
                <c:pt idx="16036">
                  <c:v>24.6</c:v>
                </c:pt>
                <c:pt idx="16037">
                  <c:v>24.6</c:v>
                </c:pt>
                <c:pt idx="16038">
                  <c:v>24.6</c:v>
                </c:pt>
                <c:pt idx="16039">
                  <c:v>24.65</c:v>
                </c:pt>
                <c:pt idx="16040">
                  <c:v>24.65</c:v>
                </c:pt>
                <c:pt idx="16041">
                  <c:v>24.65</c:v>
                </c:pt>
                <c:pt idx="16042">
                  <c:v>24.7</c:v>
                </c:pt>
                <c:pt idx="16043">
                  <c:v>24.7</c:v>
                </c:pt>
                <c:pt idx="16044">
                  <c:v>24.7</c:v>
                </c:pt>
                <c:pt idx="16045">
                  <c:v>24.75</c:v>
                </c:pt>
                <c:pt idx="16046">
                  <c:v>24.75</c:v>
                </c:pt>
                <c:pt idx="16047">
                  <c:v>24.8</c:v>
                </c:pt>
                <c:pt idx="16048">
                  <c:v>24.8</c:v>
                </c:pt>
                <c:pt idx="16049">
                  <c:v>24.8</c:v>
                </c:pt>
                <c:pt idx="16050">
                  <c:v>24.85</c:v>
                </c:pt>
                <c:pt idx="16051">
                  <c:v>24.85</c:v>
                </c:pt>
                <c:pt idx="16052">
                  <c:v>24.8</c:v>
                </c:pt>
                <c:pt idx="16053">
                  <c:v>24.8</c:v>
                </c:pt>
                <c:pt idx="16054">
                  <c:v>24.75</c:v>
                </c:pt>
                <c:pt idx="16055">
                  <c:v>24.7</c:v>
                </c:pt>
                <c:pt idx="16056">
                  <c:v>24.7</c:v>
                </c:pt>
                <c:pt idx="16057">
                  <c:v>24.65</c:v>
                </c:pt>
                <c:pt idx="16058">
                  <c:v>24.65</c:v>
                </c:pt>
                <c:pt idx="16059">
                  <c:v>24.6</c:v>
                </c:pt>
                <c:pt idx="16060">
                  <c:v>24.6</c:v>
                </c:pt>
                <c:pt idx="16061">
                  <c:v>24.6</c:v>
                </c:pt>
                <c:pt idx="16062">
                  <c:v>24.55</c:v>
                </c:pt>
                <c:pt idx="16063">
                  <c:v>24.55</c:v>
                </c:pt>
                <c:pt idx="16064">
                  <c:v>24.55</c:v>
                </c:pt>
                <c:pt idx="16065">
                  <c:v>24.55</c:v>
                </c:pt>
                <c:pt idx="16066">
                  <c:v>24.55</c:v>
                </c:pt>
                <c:pt idx="16067">
                  <c:v>24.6</c:v>
                </c:pt>
                <c:pt idx="16068">
                  <c:v>24.6</c:v>
                </c:pt>
                <c:pt idx="16069">
                  <c:v>24.6</c:v>
                </c:pt>
                <c:pt idx="16070">
                  <c:v>24.6</c:v>
                </c:pt>
                <c:pt idx="16071">
                  <c:v>24.65</c:v>
                </c:pt>
                <c:pt idx="16072">
                  <c:v>24.65</c:v>
                </c:pt>
                <c:pt idx="16073">
                  <c:v>24.7</c:v>
                </c:pt>
                <c:pt idx="16074">
                  <c:v>24.7</c:v>
                </c:pt>
                <c:pt idx="16075">
                  <c:v>24.7</c:v>
                </c:pt>
                <c:pt idx="16076">
                  <c:v>24.75</c:v>
                </c:pt>
                <c:pt idx="16077">
                  <c:v>24.75</c:v>
                </c:pt>
                <c:pt idx="16078">
                  <c:v>24.8</c:v>
                </c:pt>
                <c:pt idx="16079">
                  <c:v>24.8</c:v>
                </c:pt>
                <c:pt idx="16080">
                  <c:v>24.85</c:v>
                </c:pt>
                <c:pt idx="16081">
                  <c:v>24.8</c:v>
                </c:pt>
                <c:pt idx="16082">
                  <c:v>24.8</c:v>
                </c:pt>
                <c:pt idx="16083">
                  <c:v>24.8</c:v>
                </c:pt>
                <c:pt idx="16084">
                  <c:v>24.75</c:v>
                </c:pt>
                <c:pt idx="16085">
                  <c:v>24.7</c:v>
                </c:pt>
                <c:pt idx="16086">
                  <c:v>24.65</c:v>
                </c:pt>
                <c:pt idx="16087">
                  <c:v>24.6</c:v>
                </c:pt>
                <c:pt idx="16088">
                  <c:v>24.55</c:v>
                </c:pt>
                <c:pt idx="16089">
                  <c:v>24.55</c:v>
                </c:pt>
                <c:pt idx="16090">
                  <c:v>24.55</c:v>
                </c:pt>
                <c:pt idx="16091">
                  <c:v>24.55</c:v>
                </c:pt>
                <c:pt idx="16092">
                  <c:v>24.5</c:v>
                </c:pt>
                <c:pt idx="16093">
                  <c:v>24.55</c:v>
                </c:pt>
                <c:pt idx="16094">
                  <c:v>24.55</c:v>
                </c:pt>
                <c:pt idx="16095">
                  <c:v>24.55</c:v>
                </c:pt>
                <c:pt idx="16096">
                  <c:v>24.55</c:v>
                </c:pt>
                <c:pt idx="16097">
                  <c:v>24.55</c:v>
                </c:pt>
                <c:pt idx="16098">
                  <c:v>24.55</c:v>
                </c:pt>
                <c:pt idx="16099">
                  <c:v>24.6</c:v>
                </c:pt>
                <c:pt idx="16100">
                  <c:v>24.6</c:v>
                </c:pt>
                <c:pt idx="16101">
                  <c:v>24.6</c:v>
                </c:pt>
                <c:pt idx="16102">
                  <c:v>24.65</c:v>
                </c:pt>
                <c:pt idx="16103">
                  <c:v>24.65</c:v>
                </c:pt>
                <c:pt idx="16104">
                  <c:v>24.7</c:v>
                </c:pt>
                <c:pt idx="16105">
                  <c:v>24.7</c:v>
                </c:pt>
                <c:pt idx="16106">
                  <c:v>24.75</c:v>
                </c:pt>
                <c:pt idx="16107">
                  <c:v>24.75</c:v>
                </c:pt>
                <c:pt idx="16108">
                  <c:v>24.8</c:v>
                </c:pt>
                <c:pt idx="16109">
                  <c:v>24.8</c:v>
                </c:pt>
                <c:pt idx="16110">
                  <c:v>24.85</c:v>
                </c:pt>
                <c:pt idx="16111">
                  <c:v>24.85</c:v>
                </c:pt>
                <c:pt idx="16112">
                  <c:v>24.85</c:v>
                </c:pt>
                <c:pt idx="16113">
                  <c:v>24.8</c:v>
                </c:pt>
                <c:pt idx="16114">
                  <c:v>24.8</c:v>
                </c:pt>
                <c:pt idx="16115">
                  <c:v>24.7</c:v>
                </c:pt>
                <c:pt idx="16116">
                  <c:v>24.7</c:v>
                </c:pt>
                <c:pt idx="16117">
                  <c:v>24.65</c:v>
                </c:pt>
                <c:pt idx="16118">
                  <c:v>24.6</c:v>
                </c:pt>
                <c:pt idx="16119">
                  <c:v>24.55</c:v>
                </c:pt>
                <c:pt idx="16120">
                  <c:v>24.55</c:v>
                </c:pt>
                <c:pt idx="16121">
                  <c:v>24.5</c:v>
                </c:pt>
                <c:pt idx="16122">
                  <c:v>24.5</c:v>
                </c:pt>
                <c:pt idx="16123">
                  <c:v>24.55</c:v>
                </c:pt>
                <c:pt idx="16124">
                  <c:v>24.55</c:v>
                </c:pt>
                <c:pt idx="16125">
                  <c:v>24.55</c:v>
                </c:pt>
                <c:pt idx="16126">
                  <c:v>24.55</c:v>
                </c:pt>
                <c:pt idx="16127">
                  <c:v>24.55</c:v>
                </c:pt>
                <c:pt idx="16128">
                  <c:v>24.55</c:v>
                </c:pt>
                <c:pt idx="16129">
                  <c:v>24.6</c:v>
                </c:pt>
                <c:pt idx="16130">
                  <c:v>24.6</c:v>
                </c:pt>
                <c:pt idx="16131">
                  <c:v>24.65</c:v>
                </c:pt>
                <c:pt idx="16132">
                  <c:v>24.65</c:v>
                </c:pt>
                <c:pt idx="16133">
                  <c:v>24.65</c:v>
                </c:pt>
                <c:pt idx="16134">
                  <c:v>24.7</c:v>
                </c:pt>
                <c:pt idx="16135">
                  <c:v>24.7</c:v>
                </c:pt>
                <c:pt idx="16136">
                  <c:v>24.7</c:v>
                </c:pt>
                <c:pt idx="16137">
                  <c:v>24.7</c:v>
                </c:pt>
                <c:pt idx="16138">
                  <c:v>24.75</c:v>
                </c:pt>
                <c:pt idx="16139">
                  <c:v>24.8</c:v>
                </c:pt>
                <c:pt idx="16140">
                  <c:v>24.8</c:v>
                </c:pt>
                <c:pt idx="16141">
                  <c:v>24.8</c:v>
                </c:pt>
                <c:pt idx="16142">
                  <c:v>24.8</c:v>
                </c:pt>
                <c:pt idx="16143">
                  <c:v>24.8</c:v>
                </c:pt>
                <c:pt idx="16144">
                  <c:v>24.75</c:v>
                </c:pt>
                <c:pt idx="16145">
                  <c:v>24.7</c:v>
                </c:pt>
                <c:pt idx="16146">
                  <c:v>24.7</c:v>
                </c:pt>
                <c:pt idx="16147">
                  <c:v>24.65</c:v>
                </c:pt>
                <c:pt idx="16148">
                  <c:v>24.6</c:v>
                </c:pt>
                <c:pt idx="16149">
                  <c:v>24.6</c:v>
                </c:pt>
                <c:pt idx="16150">
                  <c:v>24.55</c:v>
                </c:pt>
                <c:pt idx="16151">
                  <c:v>24.55</c:v>
                </c:pt>
                <c:pt idx="16152">
                  <c:v>24.55</c:v>
                </c:pt>
                <c:pt idx="16153">
                  <c:v>24.55</c:v>
                </c:pt>
                <c:pt idx="16154">
                  <c:v>24.55</c:v>
                </c:pt>
                <c:pt idx="16155">
                  <c:v>24.6</c:v>
                </c:pt>
                <c:pt idx="16156">
                  <c:v>24.6</c:v>
                </c:pt>
                <c:pt idx="16157">
                  <c:v>24.6</c:v>
                </c:pt>
                <c:pt idx="16158">
                  <c:v>24.65</c:v>
                </c:pt>
                <c:pt idx="16159">
                  <c:v>24.65</c:v>
                </c:pt>
                <c:pt idx="16160">
                  <c:v>24.7</c:v>
                </c:pt>
                <c:pt idx="16161">
                  <c:v>24.7</c:v>
                </c:pt>
                <c:pt idx="16162">
                  <c:v>24.7</c:v>
                </c:pt>
                <c:pt idx="16163">
                  <c:v>24.75</c:v>
                </c:pt>
                <c:pt idx="16164">
                  <c:v>24.7</c:v>
                </c:pt>
                <c:pt idx="16165">
                  <c:v>24.75</c:v>
                </c:pt>
                <c:pt idx="16166">
                  <c:v>24.75</c:v>
                </c:pt>
                <c:pt idx="16167">
                  <c:v>24.8</c:v>
                </c:pt>
                <c:pt idx="16168">
                  <c:v>24.8</c:v>
                </c:pt>
                <c:pt idx="16169">
                  <c:v>24.8</c:v>
                </c:pt>
                <c:pt idx="16170">
                  <c:v>24.85</c:v>
                </c:pt>
                <c:pt idx="16171">
                  <c:v>24.85</c:v>
                </c:pt>
                <c:pt idx="16172">
                  <c:v>24.8</c:v>
                </c:pt>
                <c:pt idx="16173">
                  <c:v>24.8</c:v>
                </c:pt>
                <c:pt idx="16174">
                  <c:v>24.75</c:v>
                </c:pt>
                <c:pt idx="16175">
                  <c:v>24.75</c:v>
                </c:pt>
                <c:pt idx="16176">
                  <c:v>24.7</c:v>
                </c:pt>
                <c:pt idx="16177">
                  <c:v>24.65</c:v>
                </c:pt>
                <c:pt idx="16178">
                  <c:v>24.6</c:v>
                </c:pt>
                <c:pt idx="16179">
                  <c:v>24.55</c:v>
                </c:pt>
                <c:pt idx="16180">
                  <c:v>24.6</c:v>
                </c:pt>
                <c:pt idx="16181">
                  <c:v>24.55</c:v>
                </c:pt>
                <c:pt idx="16182">
                  <c:v>24.55</c:v>
                </c:pt>
                <c:pt idx="16183">
                  <c:v>24.55</c:v>
                </c:pt>
                <c:pt idx="16184">
                  <c:v>24.55</c:v>
                </c:pt>
                <c:pt idx="16185">
                  <c:v>24.6</c:v>
                </c:pt>
                <c:pt idx="16186">
                  <c:v>24.6</c:v>
                </c:pt>
                <c:pt idx="16187">
                  <c:v>24.6</c:v>
                </c:pt>
                <c:pt idx="16188">
                  <c:v>24.6</c:v>
                </c:pt>
                <c:pt idx="16189">
                  <c:v>24.6</c:v>
                </c:pt>
                <c:pt idx="16190">
                  <c:v>24.65</c:v>
                </c:pt>
                <c:pt idx="16191">
                  <c:v>24.65</c:v>
                </c:pt>
                <c:pt idx="16192">
                  <c:v>24.7</c:v>
                </c:pt>
                <c:pt idx="16193">
                  <c:v>24.7</c:v>
                </c:pt>
                <c:pt idx="16194">
                  <c:v>24.7</c:v>
                </c:pt>
                <c:pt idx="16195">
                  <c:v>24.75</c:v>
                </c:pt>
                <c:pt idx="16196">
                  <c:v>24.75</c:v>
                </c:pt>
                <c:pt idx="16197">
                  <c:v>24.75</c:v>
                </c:pt>
                <c:pt idx="16198">
                  <c:v>24.8</c:v>
                </c:pt>
                <c:pt idx="16199">
                  <c:v>24.8</c:v>
                </c:pt>
                <c:pt idx="16200">
                  <c:v>24.85</c:v>
                </c:pt>
                <c:pt idx="16201">
                  <c:v>24.85</c:v>
                </c:pt>
                <c:pt idx="16202">
                  <c:v>24.8</c:v>
                </c:pt>
                <c:pt idx="16203">
                  <c:v>24.8</c:v>
                </c:pt>
                <c:pt idx="16204">
                  <c:v>24.75</c:v>
                </c:pt>
                <c:pt idx="16205">
                  <c:v>24.7</c:v>
                </c:pt>
                <c:pt idx="16206">
                  <c:v>24.65</c:v>
                </c:pt>
                <c:pt idx="16207">
                  <c:v>24.65</c:v>
                </c:pt>
                <c:pt idx="16208">
                  <c:v>24.6</c:v>
                </c:pt>
                <c:pt idx="16209">
                  <c:v>24.6</c:v>
                </c:pt>
                <c:pt idx="16210">
                  <c:v>24.55</c:v>
                </c:pt>
                <c:pt idx="16211">
                  <c:v>24.55</c:v>
                </c:pt>
                <c:pt idx="16212">
                  <c:v>24.55</c:v>
                </c:pt>
                <c:pt idx="16213">
                  <c:v>24.55</c:v>
                </c:pt>
                <c:pt idx="16214">
                  <c:v>24.55</c:v>
                </c:pt>
                <c:pt idx="16215">
                  <c:v>24.55</c:v>
                </c:pt>
                <c:pt idx="16216">
                  <c:v>24.55</c:v>
                </c:pt>
                <c:pt idx="16217">
                  <c:v>24.55</c:v>
                </c:pt>
                <c:pt idx="16218">
                  <c:v>24.55</c:v>
                </c:pt>
                <c:pt idx="16219">
                  <c:v>24.6</c:v>
                </c:pt>
                <c:pt idx="16220">
                  <c:v>24.6</c:v>
                </c:pt>
                <c:pt idx="16221">
                  <c:v>24.65</c:v>
                </c:pt>
                <c:pt idx="16222">
                  <c:v>24.65</c:v>
                </c:pt>
                <c:pt idx="16223">
                  <c:v>24.65</c:v>
                </c:pt>
                <c:pt idx="16224">
                  <c:v>24.7</c:v>
                </c:pt>
                <c:pt idx="16225">
                  <c:v>24.7</c:v>
                </c:pt>
                <c:pt idx="16226">
                  <c:v>24.75</c:v>
                </c:pt>
                <c:pt idx="16227">
                  <c:v>24.75</c:v>
                </c:pt>
                <c:pt idx="16228">
                  <c:v>24.8</c:v>
                </c:pt>
                <c:pt idx="16229">
                  <c:v>24.85</c:v>
                </c:pt>
                <c:pt idx="16230">
                  <c:v>24.85</c:v>
                </c:pt>
                <c:pt idx="16231">
                  <c:v>24.85</c:v>
                </c:pt>
                <c:pt idx="16232">
                  <c:v>24.85</c:v>
                </c:pt>
                <c:pt idx="16233">
                  <c:v>24.8</c:v>
                </c:pt>
                <c:pt idx="16234">
                  <c:v>24.75</c:v>
                </c:pt>
                <c:pt idx="16235">
                  <c:v>24.7</c:v>
                </c:pt>
                <c:pt idx="16236">
                  <c:v>24.7</c:v>
                </c:pt>
                <c:pt idx="16237">
                  <c:v>24.65</c:v>
                </c:pt>
                <c:pt idx="16238">
                  <c:v>24.6</c:v>
                </c:pt>
                <c:pt idx="16239">
                  <c:v>24.6</c:v>
                </c:pt>
                <c:pt idx="16240">
                  <c:v>24.55</c:v>
                </c:pt>
                <c:pt idx="16241">
                  <c:v>24.55</c:v>
                </c:pt>
                <c:pt idx="16242">
                  <c:v>24.55</c:v>
                </c:pt>
                <c:pt idx="16243">
                  <c:v>24.55</c:v>
                </c:pt>
                <c:pt idx="16244">
                  <c:v>24.55</c:v>
                </c:pt>
                <c:pt idx="16245">
                  <c:v>24.55</c:v>
                </c:pt>
                <c:pt idx="16246">
                  <c:v>24.55</c:v>
                </c:pt>
                <c:pt idx="16247">
                  <c:v>24.55</c:v>
                </c:pt>
                <c:pt idx="16248">
                  <c:v>24.55</c:v>
                </c:pt>
                <c:pt idx="16249">
                  <c:v>24.55</c:v>
                </c:pt>
                <c:pt idx="16250">
                  <c:v>24.6</c:v>
                </c:pt>
                <c:pt idx="16251">
                  <c:v>24.6</c:v>
                </c:pt>
                <c:pt idx="16252">
                  <c:v>24.65</c:v>
                </c:pt>
                <c:pt idx="16253">
                  <c:v>24.65</c:v>
                </c:pt>
                <c:pt idx="16254">
                  <c:v>24.65</c:v>
                </c:pt>
                <c:pt idx="16255">
                  <c:v>24.7</c:v>
                </c:pt>
                <c:pt idx="16256">
                  <c:v>24.7</c:v>
                </c:pt>
                <c:pt idx="16257">
                  <c:v>24.75</c:v>
                </c:pt>
                <c:pt idx="16258">
                  <c:v>24.75</c:v>
                </c:pt>
                <c:pt idx="16259">
                  <c:v>24.8</c:v>
                </c:pt>
                <c:pt idx="16260">
                  <c:v>24.8</c:v>
                </c:pt>
                <c:pt idx="16261">
                  <c:v>24.85</c:v>
                </c:pt>
                <c:pt idx="16262">
                  <c:v>24.8</c:v>
                </c:pt>
                <c:pt idx="16263">
                  <c:v>24.8</c:v>
                </c:pt>
                <c:pt idx="16264">
                  <c:v>24.75</c:v>
                </c:pt>
                <c:pt idx="16265">
                  <c:v>24.7</c:v>
                </c:pt>
                <c:pt idx="16266">
                  <c:v>24.65</c:v>
                </c:pt>
                <c:pt idx="16267">
                  <c:v>24.6</c:v>
                </c:pt>
                <c:pt idx="16268">
                  <c:v>24.6</c:v>
                </c:pt>
                <c:pt idx="16269">
                  <c:v>24.6</c:v>
                </c:pt>
                <c:pt idx="16270">
                  <c:v>24.55</c:v>
                </c:pt>
                <c:pt idx="16271">
                  <c:v>24.55</c:v>
                </c:pt>
                <c:pt idx="16272">
                  <c:v>24.5</c:v>
                </c:pt>
                <c:pt idx="16273">
                  <c:v>24.5</c:v>
                </c:pt>
                <c:pt idx="16274">
                  <c:v>24.5</c:v>
                </c:pt>
                <c:pt idx="16275">
                  <c:v>24.5</c:v>
                </c:pt>
                <c:pt idx="16276">
                  <c:v>24.5</c:v>
                </c:pt>
                <c:pt idx="16277">
                  <c:v>24.55</c:v>
                </c:pt>
                <c:pt idx="16278">
                  <c:v>24.55</c:v>
                </c:pt>
                <c:pt idx="16279">
                  <c:v>24.6</c:v>
                </c:pt>
                <c:pt idx="16280">
                  <c:v>24.6</c:v>
                </c:pt>
                <c:pt idx="16281">
                  <c:v>24.6</c:v>
                </c:pt>
                <c:pt idx="16282">
                  <c:v>24.65</c:v>
                </c:pt>
                <c:pt idx="16283">
                  <c:v>24.65</c:v>
                </c:pt>
                <c:pt idx="16284">
                  <c:v>24.7</c:v>
                </c:pt>
                <c:pt idx="16285">
                  <c:v>24.7</c:v>
                </c:pt>
                <c:pt idx="16286">
                  <c:v>24.75</c:v>
                </c:pt>
                <c:pt idx="16287">
                  <c:v>24.8</c:v>
                </c:pt>
                <c:pt idx="16288">
                  <c:v>24.8</c:v>
                </c:pt>
                <c:pt idx="16289">
                  <c:v>24.8</c:v>
                </c:pt>
                <c:pt idx="16290">
                  <c:v>24.85</c:v>
                </c:pt>
                <c:pt idx="16291">
                  <c:v>24.85</c:v>
                </c:pt>
                <c:pt idx="16292">
                  <c:v>24.8</c:v>
                </c:pt>
                <c:pt idx="16293">
                  <c:v>24.8</c:v>
                </c:pt>
                <c:pt idx="16294">
                  <c:v>24.75</c:v>
                </c:pt>
                <c:pt idx="16295">
                  <c:v>24.7</c:v>
                </c:pt>
                <c:pt idx="16296">
                  <c:v>24.65</c:v>
                </c:pt>
                <c:pt idx="16297">
                  <c:v>24.6</c:v>
                </c:pt>
                <c:pt idx="16298">
                  <c:v>24.6</c:v>
                </c:pt>
                <c:pt idx="16299">
                  <c:v>24.6</c:v>
                </c:pt>
                <c:pt idx="16300">
                  <c:v>24.55</c:v>
                </c:pt>
                <c:pt idx="16301">
                  <c:v>24.55</c:v>
                </c:pt>
                <c:pt idx="16302">
                  <c:v>24.55</c:v>
                </c:pt>
                <c:pt idx="16303">
                  <c:v>24.55</c:v>
                </c:pt>
                <c:pt idx="16304">
                  <c:v>24.55</c:v>
                </c:pt>
                <c:pt idx="16305">
                  <c:v>24.55</c:v>
                </c:pt>
                <c:pt idx="16306">
                  <c:v>24.55</c:v>
                </c:pt>
                <c:pt idx="16307">
                  <c:v>24.55</c:v>
                </c:pt>
                <c:pt idx="16308">
                  <c:v>24.6</c:v>
                </c:pt>
                <c:pt idx="16309">
                  <c:v>24.6</c:v>
                </c:pt>
                <c:pt idx="16310">
                  <c:v>24.65</c:v>
                </c:pt>
                <c:pt idx="16311">
                  <c:v>24.65</c:v>
                </c:pt>
                <c:pt idx="16312">
                  <c:v>24.65</c:v>
                </c:pt>
                <c:pt idx="16313">
                  <c:v>24.7</c:v>
                </c:pt>
                <c:pt idx="16314">
                  <c:v>24.7</c:v>
                </c:pt>
                <c:pt idx="16315">
                  <c:v>24.75</c:v>
                </c:pt>
                <c:pt idx="16316">
                  <c:v>24.75</c:v>
                </c:pt>
                <c:pt idx="16317">
                  <c:v>24.75</c:v>
                </c:pt>
                <c:pt idx="16318">
                  <c:v>24.8</c:v>
                </c:pt>
                <c:pt idx="16319">
                  <c:v>24.8</c:v>
                </c:pt>
                <c:pt idx="16320">
                  <c:v>24.85</c:v>
                </c:pt>
                <c:pt idx="16321">
                  <c:v>24.8</c:v>
                </c:pt>
                <c:pt idx="16322">
                  <c:v>24.8</c:v>
                </c:pt>
                <c:pt idx="16323">
                  <c:v>24.75</c:v>
                </c:pt>
                <c:pt idx="16324">
                  <c:v>24.7</c:v>
                </c:pt>
                <c:pt idx="16325">
                  <c:v>24.65</c:v>
                </c:pt>
                <c:pt idx="16326">
                  <c:v>24.6</c:v>
                </c:pt>
                <c:pt idx="16327">
                  <c:v>24.6</c:v>
                </c:pt>
                <c:pt idx="16328">
                  <c:v>24.55</c:v>
                </c:pt>
                <c:pt idx="16329">
                  <c:v>24.5</c:v>
                </c:pt>
                <c:pt idx="16330">
                  <c:v>24.5</c:v>
                </c:pt>
                <c:pt idx="16331">
                  <c:v>24.5</c:v>
                </c:pt>
                <c:pt idx="16332">
                  <c:v>24.55</c:v>
                </c:pt>
                <c:pt idx="16333">
                  <c:v>24.55</c:v>
                </c:pt>
                <c:pt idx="16334">
                  <c:v>24.55</c:v>
                </c:pt>
                <c:pt idx="16335">
                  <c:v>24.55</c:v>
                </c:pt>
                <c:pt idx="16336">
                  <c:v>24.55</c:v>
                </c:pt>
                <c:pt idx="16337">
                  <c:v>24.55</c:v>
                </c:pt>
                <c:pt idx="16338">
                  <c:v>24.6</c:v>
                </c:pt>
                <c:pt idx="16339">
                  <c:v>24.6</c:v>
                </c:pt>
                <c:pt idx="16340">
                  <c:v>24.6</c:v>
                </c:pt>
                <c:pt idx="16341">
                  <c:v>24.65</c:v>
                </c:pt>
                <c:pt idx="16342">
                  <c:v>24.65</c:v>
                </c:pt>
                <c:pt idx="16343">
                  <c:v>24.7</c:v>
                </c:pt>
                <c:pt idx="16344">
                  <c:v>24.7</c:v>
                </c:pt>
                <c:pt idx="16345">
                  <c:v>24.7</c:v>
                </c:pt>
                <c:pt idx="16346">
                  <c:v>24.75</c:v>
                </c:pt>
                <c:pt idx="16347">
                  <c:v>24.75</c:v>
                </c:pt>
                <c:pt idx="16348">
                  <c:v>24.8</c:v>
                </c:pt>
                <c:pt idx="16349">
                  <c:v>24.8</c:v>
                </c:pt>
                <c:pt idx="16350">
                  <c:v>24.85</c:v>
                </c:pt>
                <c:pt idx="16351">
                  <c:v>24.85</c:v>
                </c:pt>
                <c:pt idx="16352">
                  <c:v>24.8</c:v>
                </c:pt>
                <c:pt idx="16353">
                  <c:v>24.8</c:v>
                </c:pt>
                <c:pt idx="16354">
                  <c:v>24.75</c:v>
                </c:pt>
                <c:pt idx="16355">
                  <c:v>24.7</c:v>
                </c:pt>
                <c:pt idx="16356">
                  <c:v>24.65</c:v>
                </c:pt>
                <c:pt idx="16357">
                  <c:v>24.6</c:v>
                </c:pt>
                <c:pt idx="16358">
                  <c:v>24.6</c:v>
                </c:pt>
                <c:pt idx="16359">
                  <c:v>24.55</c:v>
                </c:pt>
                <c:pt idx="16360">
                  <c:v>24.55</c:v>
                </c:pt>
                <c:pt idx="16361">
                  <c:v>24.55</c:v>
                </c:pt>
                <c:pt idx="16362">
                  <c:v>24.55</c:v>
                </c:pt>
                <c:pt idx="16363">
                  <c:v>24.55</c:v>
                </c:pt>
                <c:pt idx="16364">
                  <c:v>24.55</c:v>
                </c:pt>
                <c:pt idx="16365">
                  <c:v>24.55</c:v>
                </c:pt>
                <c:pt idx="16366">
                  <c:v>24.55</c:v>
                </c:pt>
                <c:pt idx="16367">
                  <c:v>24.55</c:v>
                </c:pt>
                <c:pt idx="16368">
                  <c:v>24.55</c:v>
                </c:pt>
                <c:pt idx="16369">
                  <c:v>24.55</c:v>
                </c:pt>
                <c:pt idx="16370">
                  <c:v>24.6</c:v>
                </c:pt>
                <c:pt idx="16371">
                  <c:v>24.6</c:v>
                </c:pt>
                <c:pt idx="16372">
                  <c:v>24.65</c:v>
                </c:pt>
                <c:pt idx="16373">
                  <c:v>24.65</c:v>
                </c:pt>
                <c:pt idx="16374">
                  <c:v>24.65</c:v>
                </c:pt>
                <c:pt idx="16375">
                  <c:v>24.7</c:v>
                </c:pt>
                <c:pt idx="16376">
                  <c:v>24.7</c:v>
                </c:pt>
                <c:pt idx="16377">
                  <c:v>24.75</c:v>
                </c:pt>
                <c:pt idx="16378">
                  <c:v>24.75</c:v>
                </c:pt>
                <c:pt idx="16379">
                  <c:v>24.8</c:v>
                </c:pt>
                <c:pt idx="16380">
                  <c:v>24.8</c:v>
                </c:pt>
                <c:pt idx="16381">
                  <c:v>24.8</c:v>
                </c:pt>
                <c:pt idx="16382">
                  <c:v>24.8</c:v>
                </c:pt>
                <c:pt idx="16383">
                  <c:v>24.75</c:v>
                </c:pt>
                <c:pt idx="16384">
                  <c:v>24.7</c:v>
                </c:pt>
                <c:pt idx="16385">
                  <c:v>24.65</c:v>
                </c:pt>
                <c:pt idx="16386">
                  <c:v>24.65</c:v>
                </c:pt>
                <c:pt idx="16387">
                  <c:v>24.6</c:v>
                </c:pt>
                <c:pt idx="16388">
                  <c:v>24.6</c:v>
                </c:pt>
                <c:pt idx="16389">
                  <c:v>24.55</c:v>
                </c:pt>
                <c:pt idx="16390">
                  <c:v>24.55</c:v>
                </c:pt>
                <c:pt idx="16391">
                  <c:v>24.5</c:v>
                </c:pt>
                <c:pt idx="16392">
                  <c:v>24.5</c:v>
                </c:pt>
                <c:pt idx="16393">
                  <c:v>24.5</c:v>
                </c:pt>
                <c:pt idx="16394">
                  <c:v>24.5</c:v>
                </c:pt>
                <c:pt idx="16395">
                  <c:v>24.55</c:v>
                </c:pt>
                <c:pt idx="16396">
                  <c:v>24.55</c:v>
                </c:pt>
                <c:pt idx="16397">
                  <c:v>24.55</c:v>
                </c:pt>
                <c:pt idx="16398">
                  <c:v>24.55</c:v>
                </c:pt>
                <c:pt idx="16399">
                  <c:v>24.6</c:v>
                </c:pt>
                <c:pt idx="16400">
                  <c:v>24.6</c:v>
                </c:pt>
                <c:pt idx="16401">
                  <c:v>24.65</c:v>
                </c:pt>
                <c:pt idx="16402">
                  <c:v>24.65</c:v>
                </c:pt>
                <c:pt idx="16403">
                  <c:v>24.7</c:v>
                </c:pt>
                <c:pt idx="16404">
                  <c:v>24.7</c:v>
                </c:pt>
                <c:pt idx="16405">
                  <c:v>24.75</c:v>
                </c:pt>
                <c:pt idx="16406">
                  <c:v>24.75</c:v>
                </c:pt>
                <c:pt idx="16407">
                  <c:v>24.8</c:v>
                </c:pt>
                <c:pt idx="16408">
                  <c:v>24.8</c:v>
                </c:pt>
                <c:pt idx="16409">
                  <c:v>24.8</c:v>
                </c:pt>
                <c:pt idx="16410">
                  <c:v>24.85</c:v>
                </c:pt>
                <c:pt idx="16411">
                  <c:v>24.85</c:v>
                </c:pt>
                <c:pt idx="16412">
                  <c:v>24.8</c:v>
                </c:pt>
                <c:pt idx="16413">
                  <c:v>24.8</c:v>
                </c:pt>
                <c:pt idx="16414">
                  <c:v>24.7</c:v>
                </c:pt>
                <c:pt idx="16415">
                  <c:v>24.7</c:v>
                </c:pt>
                <c:pt idx="16416">
                  <c:v>24.65</c:v>
                </c:pt>
                <c:pt idx="16417">
                  <c:v>24.6</c:v>
                </c:pt>
                <c:pt idx="16418">
                  <c:v>24.55</c:v>
                </c:pt>
                <c:pt idx="16419">
                  <c:v>24.55</c:v>
                </c:pt>
                <c:pt idx="16420">
                  <c:v>24.5</c:v>
                </c:pt>
                <c:pt idx="16421">
                  <c:v>24.55</c:v>
                </c:pt>
                <c:pt idx="16422">
                  <c:v>24.5</c:v>
                </c:pt>
                <c:pt idx="16423">
                  <c:v>24.5</c:v>
                </c:pt>
                <c:pt idx="16424">
                  <c:v>24.5</c:v>
                </c:pt>
                <c:pt idx="16425">
                  <c:v>24.55</c:v>
                </c:pt>
                <c:pt idx="16426">
                  <c:v>24.55</c:v>
                </c:pt>
                <c:pt idx="16427">
                  <c:v>24.55</c:v>
                </c:pt>
                <c:pt idx="16428">
                  <c:v>24.55</c:v>
                </c:pt>
                <c:pt idx="16429">
                  <c:v>24.6</c:v>
                </c:pt>
                <c:pt idx="16430">
                  <c:v>24.6</c:v>
                </c:pt>
                <c:pt idx="16431">
                  <c:v>24.6</c:v>
                </c:pt>
                <c:pt idx="16432">
                  <c:v>24.65</c:v>
                </c:pt>
                <c:pt idx="16433">
                  <c:v>24.65</c:v>
                </c:pt>
                <c:pt idx="16434">
                  <c:v>24.7</c:v>
                </c:pt>
                <c:pt idx="16435">
                  <c:v>24.7</c:v>
                </c:pt>
                <c:pt idx="16436">
                  <c:v>24.75</c:v>
                </c:pt>
                <c:pt idx="16437">
                  <c:v>24.75</c:v>
                </c:pt>
                <c:pt idx="16438">
                  <c:v>24.75</c:v>
                </c:pt>
                <c:pt idx="16439">
                  <c:v>24.8</c:v>
                </c:pt>
                <c:pt idx="16440">
                  <c:v>24.8</c:v>
                </c:pt>
                <c:pt idx="16441">
                  <c:v>24.8</c:v>
                </c:pt>
                <c:pt idx="16442">
                  <c:v>24.8</c:v>
                </c:pt>
                <c:pt idx="16443">
                  <c:v>24.8</c:v>
                </c:pt>
                <c:pt idx="16444">
                  <c:v>24.75</c:v>
                </c:pt>
                <c:pt idx="16445">
                  <c:v>24.7</c:v>
                </c:pt>
                <c:pt idx="16446">
                  <c:v>24.65</c:v>
                </c:pt>
                <c:pt idx="16447">
                  <c:v>24.6</c:v>
                </c:pt>
                <c:pt idx="16448">
                  <c:v>24.55</c:v>
                </c:pt>
                <c:pt idx="16449">
                  <c:v>24.55</c:v>
                </c:pt>
                <c:pt idx="16450">
                  <c:v>24.55</c:v>
                </c:pt>
                <c:pt idx="16451">
                  <c:v>24.5</c:v>
                </c:pt>
                <c:pt idx="16452">
                  <c:v>24.5</c:v>
                </c:pt>
                <c:pt idx="16453">
                  <c:v>24.5</c:v>
                </c:pt>
                <c:pt idx="16454">
                  <c:v>24.5</c:v>
                </c:pt>
                <c:pt idx="16455">
                  <c:v>24.55</c:v>
                </c:pt>
                <c:pt idx="16456">
                  <c:v>24.55</c:v>
                </c:pt>
                <c:pt idx="16457">
                  <c:v>24.55</c:v>
                </c:pt>
                <c:pt idx="16458">
                  <c:v>24.55</c:v>
                </c:pt>
                <c:pt idx="16459">
                  <c:v>24.6</c:v>
                </c:pt>
                <c:pt idx="16460">
                  <c:v>24.6</c:v>
                </c:pt>
                <c:pt idx="16461">
                  <c:v>24.6</c:v>
                </c:pt>
                <c:pt idx="16462">
                  <c:v>24.65</c:v>
                </c:pt>
                <c:pt idx="16463">
                  <c:v>24.65</c:v>
                </c:pt>
                <c:pt idx="16464">
                  <c:v>24.7</c:v>
                </c:pt>
                <c:pt idx="16465">
                  <c:v>24.7</c:v>
                </c:pt>
                <c:pt idx="16466">
                  <c:v>24.7</c:v>
                </c:pt>
                <c:pt idx="16467">
                  <c:v>24.75</c:v>
                </c:pt>
                <c:pt idx="16468">
                  <c:v>24.75</c:v>
                </c:pt>
                <c:pt idx="16469">
                  <c:v>24.8</c:v>
                </c:pt>
                <c:pt idx="16470">
                  <c:v>24.8</c:v>
                </c:pt>
                <c:pt idx="16471">
                  <c:v>24.8</c:v>
                </c:pt>
                <c:pt idx="16472">
                  <c:v>24.8</c:v>
                </c:pt>
                <c:pt idx="16473">
                  <c:v>24.75</c:v>
                </c:pt>
                <c:pt idx="16474">
                  <c:v>24.75</c:v>
                </c:pt>
                <c:pt idx="16475">
                  <c:v>24.7</c:v>
                </c:pt>
                <c:pt idx="16476">
                  <c:v>24.6</c:v>
                </c:pt>
                <c:pt idx="16477">
                  <c:v>24.6</c:v>
                </c:pt>
                <c:pt idx="16478">
                  <c:v>24.55</c:v>
                </c:pt>
                <c:pt idx="16479">
                  <c:v>24.55</c:v>
                </c:pt>
                <c:pt idx="16480">
                  <c:v>24.55</c:v>
                </c:pt>
                <c:pt idx="16481">
                  <c:v>24.55</c:v>
                </c:pt>
                <c:pt idx="16482">
                  <c:v>24.5</c:v>
                </c:pt>
                <c:pt idx="16483">
                  <c:v>24.5</c:v>
                </c:pt>
                <c:pt idx="16484">
                  <c:v>24.55</c:v>
                </c:pt>
                <c:pt idx="16485">
                  <c:v>24.55</c:v>
                </c:pt>
                <c:pt idx="16486">
                  <c:v>24.55</c:v>
                </c:pt>
                <c:pt idx="16487">
                  <c:v>24.6</c:v>
                </c:pt>
                <c:pt idx="16488">
                  <c:v>24.6</c:v>
                </c:pt>
                <c:pt idx="16489">
                  <c:v>24.6</c:v>
                </c:pt>
                <c:pt idx="16490">
                  <c:v>24.6</c:v>
                </c:pt>
                <c:pt idx="16491">
                  <c:v>24.65</c:v>
                </c:pt>
                <c:pt idx="16492">
                  <c:v>24.65</c:v>
                </c:pt>
                <c:pt idx="16493">
                  <c:v>24.65</c:v>
                </c:pt>
                <c:pt idx="16494">
                  <c:v>24.7</c:v>
                </c:pt>
                <c:pt idx="16495">
                  <c:v>24.7</c:v>
                </c:pt>
                <c:pt idx="16496">
                  <c:v>24.75</c:v>
                </c:pt>
                <c:pt idx="16497">
                  <c:v>24.75</c:v>
                </c:pt>
                <c:pt idx="16498">
                  <c:v>24.75</c:v>
                </c:pt>
                <c:pt idx="16499">
                  <c:v>24.8</c:v>
                </c:pt>
                <c:pt idx="16500">
                  <c:v>24.8</c:v>
                </c:pt>
                <c:pt idx="16501">
                  <c:v>24.8</c:v>
                </c:pt>
                <c:pt idx="16502">
                  <c:v>24.75</c:v>
                </c:pt>
                <c:pt idx="16503">
                  <c:v>24.75</c:v>
                </c:pt>
                <c:pt idx="16504">
                  <c:v>24.7</c:v>
                </c:pt>
                <c:pt idx="16505">
                  <c:v>24.65</c:v>
                </c:pt>
                <c:pt idx="16506">
                  <c:v>24.65</c:v>
                </c:pt>
                <c:pt idx="16507">
                  <c:v>24.6</c:v>
                </c:pt>
                <c:pt idx="16508">
                  <c:v>24.55</c:v>
                </c:pt>
                <c:pt idx="16509">
                  <c:v>24.55</c:v>
                </c:pt>
                <c:pt idx="16510">
                  <c:v>24.5</c:v>
                </c:pt>
                <c:pt idx="16511">
                  <c:v>24.5</c:v>
                </c:pt>
                <c:pt idx="16512">
                  <c:v>24.5</c:v>
                </c:pt>
                <c:pt idx="16513">
                  <c:v>24.55</c:v>
                </c:pt>
                <c:pt idx="16514">
                  <c:v>24.55</c:v>
                </c:pt>
                <c:pt idx="16515">
                  <c:v>24.55</c:v>
                </c:pt>
                <c:pt idx="16516">
                  <c:v>24.55</c:v>
                </c:pt>
                <c:pt idx="16517">
                  <c:v>24.55</c:v>
                </c:pt>
                <c:pt idx="16518">
                  <c:v>24.6</c:v>
                </c:pt>
                <c:pt idx="16519">
                  <c:v>24.6</c:v>
                </c:pt>
                <c:pt idx="16520">
                  <c:v>24.6</c:v>
                </c:pt>
                <c:pt idx="16521">
                  <c:v>24.65</c:v>
                </c:pt>
                <c:pt idx="16522">
                  <c:v>24.65</c:v>
                </c:pt>
                <c:pt idx="16523">
                  <c:v>24.7</c:v>
                </c:pt>
                <c:pt idx="16524">
                  <c:v>24.7</c:v>
                </c:pt>
                <c:pt idx="16525">
                  <c:v>24.75</c:v>
                </c:pt>
                <c:pt idx="16526">
                  <c:v>24.75</c:v>
                </c:pt>
                <c:pt idx="16527">
                  <c:v>24.75</c:v>
                </c:pt>
                <c:pt idx="16528">
                  <c:v>24.8</c:v>
                </c:pt>
                <c:pt idx="16529">
                  <c:v>24.8</c:v>
                </c:pt>
                <c:pt idx="16530">
                  <c:v>24.85</c:v>
                </c:pt>
                <c:pt idx="16531">
                  <c:v>24.8</c:v>
                </c:pt>
                <c:pt idx="16532">
                  <c:v>24.8</c:v>
                </c:pt>
                <c:pt idx="16533">
                  <c:v>24.8</c:v>
                </c:pt>
                <c:pt idx="16534">
                  <c:v>24.75</c:v>
                </c:pt>
                <c:pt idx="16535">
                  <c:v>24.7</c:v>
                </c:pt>
                <c:pt idx="16536">
                  <c:v>24.65</c:v>
                </c:pt>
                <c:pt idx="16537">
                  <c:v>24.6</c:v>
                </c:pt>
                <c:pt idx="16538">
                  <c:v>24.55</c:v>
                </c:pt>
                <c:pt idx="16539">
                  <c:v>24.55</c:v>
                </c:pt>
                <c:pt idx="16540">
                  <c:v>24.55</c:v>
                </c:pt>
                <c:pt idx="16541">
                  <c:v>24.5</c:v>
                </c:pt>
                <c:pt idx="16542">
                  <c:v>24.5</c:v>
                </c:pt>
                <c:pt idx="16543">
                  <c:v>24.5</c:v>
                </c:pt>
                <c:pt idx="16544">
                  <c:v>24.5</c:v>
                </c:pt>
                <c:pt idx="16545">
                  <c:v>24.5</c:v>
                </c:pt>
                <c:pt idx="16546">
                  <c:v>24.5</c:v>
                </c:pt>
                <c:pt idx="16547">
                  <c:v>24.55</c:v>
                </c:pt>
                <c:pt idx="16548">
                  <c:v>24.55</c:v>
                </c:pt>
                <c:pt idx="16549">
                  <c:v>24.55</c:v>
                </c:pt>
                <c:pt idx="16550">
                  <c:v>24.6</c:v>
                </c:pt>
                <c:pt idx="16551">
                  <c:v>24.6</c:v>
                </c:pt>
                <c:pt idx="16552">
                  <c:v>24.65</c:v>
                </c:pt>
                <c:pt idx="16553">
                  <c:v>24.65</c:v>
                </c:pt>
                <c:pt idx="16554">
                  <c:v>24.7</c:v>
                </c:pt>
                <c:pt idx="16555">
                  <c:v>24.7</c:v>
                </c:pt>
                <c:pt idx="16556">
                  <c:v>24.75</c:v>
                </c:pt>
                <c:pt idx="16557">
                  <c:v>24.75</c:v>
                </c:pt>
                <c:pt idx="16558">
                  <c:v>24.75</c:v>
                </c:pt>
                <c:pt idx="16559">
                  <c:v>24.8</c:v>
                </c:pt>
                <c:pt idx="16560">
                  <c:v>24.8</c:v>
                </c:pt>
                <c:pt idx="16561">
                  <c:v>24.8</c:v>
                </c:pt>
                <c:pt idx="16562">
                  <c:v>24.8</c:v>
                </c:pt>
                <c:pt idx="16563">
                  <c:v>24.75</c:v>
                </c:pt>
                <c:pt idx="16564">
                  <c:v>24.7</c:v>
                </c:pt>
                <c:pt idx="16565">
                  <c:v>24.65</c:v>
                </c:pt>
                <c:pt idx="16566">
                  <c:v>24.65</c:v>
                </c:pt>
                <c:pt idx="16567">
                  <c:v>24.6</c:v>
                </c:pt>
                <c:pt idx="16568">
                  <c:v>24.55</c:v>
                </c:pt>
                <c:pt idx="16569">
                  <c:v>24.55</c:v>
                </c:pt>
                <c:pt idx="16570">
                  <c:v>24.5</c:v>
                </c:pt>
                <c:pt idx="16571">
                  <c:v>24.5</c:v>
                </c:pt>
                <c:pt idx="16572">
                  <c:v>24.5</c:v>
                </c:pt>
                <c:pt idx="16573">
                  <c:v>24.5</c:v>
                </c:pt>
                <c:pt idx="16574">
                  <c:v>24.5</c:v>
                </c:pt>
                <c:pt idx="16575">
                  <c:v>24.55</c:v>
                </c:pt>
                <c:pt idx="16576">
                  <c:v>24.55</c:v>
                </c:pt>
                <c:pt idx="16577">
                  <c:v>24.6</c:v>
                </c:pt>
                <c:pt idx="16578">
                  <c:v>24.6</c:v>
                </c:pt>
                <c:pt idx="16579">
                  <c:v>24.6</c:v>
                </c:pt>
                <c:pt idx="16580">
                  <c:v>24.6</c:v>
                </c:pt>
                <c:pt idx="16581">
                  <c:v>24.65</c:v>
                </c:pt>
                <c:pt idx="16582">
                  <c:v>24.65</c:v>
                </c:pt>
                <c:pt idx="16583">
                  <c:v>24.7</c:v>
                </c:pt>
                <c:pt idx="16584">
                  <c:v>24.7</c:v>
                </c:pt>
                <c:pt idx="16585">
                  <c:v>24.7</c:v>
                </c:pt>
                <c:pt idx="16586">
                  <c:v>24.75</c:v>
                </c:pt>
                <c:pt idx="16587">
                  <c:v>24.75</c:v>
                </c:pt>
                <c:pt idx="16588">
                  <c:v>24.8</c:v>
                </c:pt>
                <c:pt idx="16589">
                  <c:v>24.8</c:v>
                </c:pt>
                <c:pt idx="16590">
                  <c:v>24.8</c:v>
                </c:pt>
                <c:pt idx="16591">
                  <c:v>24.8</c:v>
                </c:pt>
                <c:pt idx="16592">
                  <c:v>24.8</c:v>
                </c:pt>
                <c:pt idx="16593">
                  <c:v>24.75</c:v>
                </c:pt>
                <c:pt idx="16594">
                  <c:v>24.7</c:v>
                </c:pt>
                <c:pt idx="16595">
                  <c:v>24.7</c:v>
                </c:pt>
                <c:pt idx="16596">
                  <c:v>24.65</c:v>
                </c:pt>
                <c:pt idx="16597">
                  <c:v>24.6</c:v>
                </c:pt>
                <c:pt idx="16598">
                  <c:v>24.55</c:v>
                </c:pt>
                <c:pt idx="16599">
                  <c:v>24.5</c:v>
                </c:pt>
                <c:pt idx="16600">
                  <c:v>24.5</c:v>
                </c:pt>
                <c:pt idx="16601">
                  <c:v>24.5</c:v>
                </c:pt>
                <c:pt idx="16602">
                  <c:v>24.5</c:v>
                </c:pt>
                <c:pt idx="16603">
                  <c:v>24.5</c:v>
                </c:pt>
                <c:pt idx="16604">
                  <c:v>24.5</c:v>
                </c:pt>
                <c:pt idx="16605">
                  <c:v>24.5</c:v>
                </c:pt>
                <c:pt idx="16606">
                  <c:v>24.5</c:v>
                </c:pt>
                <c:pt idx="16607">
                  <c:v>24.5</c:v>
                </c:pt>
                <c:pt idx="16608">
                  <c:v>24.55</c:v>
                </c:pt>
                <c:pt idx="16609">
                  <c:v>24.55</c:v>
                </c:pt>
                <c:pt idx="16610">
                  <c:v>24.6</c:v>
                </c:pt>
                <c:pt idx="16611">
                  <c:v>24.6</c:v>
                </c:pt>
                <c:pt idx="16612">
                  <c:v>24.6</c:v>
                </c:pt>
                <c:pt idx="16613">
                  <c:v>24.65</c:v>
                </c:pt>
                <c:pt idx="16614">
                  <c:v>24.65</c:v>
                </c:pt>
                <c:pt idx="16615">
                  <c:v>24.7</c:v>
                </c:pt>
                <c:pt idx="16616">
                  <c:v>24.7</c:v>
                </c:pt>
                <c:pt idx="16617">
                  <c:v>24.7</c:v>
                </c:pt>
                <c:pt idx="16618">
                  <c:v>24.75</c:v>
                </c:pt>
                <c:pt idx="16619">
                  <c:v>24.75</c:v>
                </c:pt>
                <c:pt idx="16620">
                  <c:v>24.8</c:v>
                </c:pt>
                <c:pt idx="16621">
                  <c:v>24.8</c:v>
                </c:pt>
                <c:pt idx="16622">
                  <c:v>24.8</c:v>
                </c:pt>
                <c:pt idx="16623">
                  <c:v>24.75</c:v>
                </c:pt>
                <c:pt idx="16624">
                  <c:v>24.75</c:v>
                </c:pt>
                <c:pt idx="16625">
                  <c:v>24.7</c:v>
                </c:pt>
                <c:pt idx="16626">
                  <c:v>24.65</c:v>
                </c:pt>
                <c:pt idx="16627">
                  <c:v>24.6</c:v>
                </c:pt>
                <c:pt idx="16628">
                  <c:v>24.6</c:v>
                </c:pt>
                <c:pt idx="16629">
                  <c:v>24.55</c:v>
                </c:pt>
                <c:pt idx="16630">
                  <c:v>24.5</c:v>
                </c:pt>
                <c:pt idx="16631">
                  <c:v>24.55</c:v>
                </c:pt>
                <c:pt idx="16632">
                  <c:v>24.55</c:v>
                </c:pt>
                <c:pt idx="16633">
                  <c:v>24.5</c:v>
                </c:pt>
                <c:pt idx="16634">
                  <c:v>24.5</c:v>
                </c:pt>
                <c:pt idx="16635">
                  <c:v>24.5</c:v>
                </c:pt>
                <c:pt idx="16636">
                  <c:v>24.55</c:v>
                </c:pt>
                <c:pt idx="16637">
                  <c:v>24.55</c:v>
                </c:pt>
                <c:pt idx="16638">
                  <c:v>24.55</c:v>
                </c:pt>
                <c:pt idx="16639">
                  <c:v>24.55</c:v>
                </c:pt>
                <c:pt idx="16640">
                  <c:v>24.6</c:v>
                </c:pt>
                <c:pt idx="16641">
                  <c:v>24.6</c:v>
                </c:pt>
                <c:pt idx="16642">
                  <c:v>24.6</c:v>
                </c:pt>
                <c:pt idx="16643">
                  <c:v>24.65</c:v>
                </c:pt>
                <c:pt idx="16644">
                  <c:v>24.65</c:v>
                </c:pt>
                <c:pt idx="16645">
                  <c:v>24.65</c:v>
                </c:pt>
                <c:pt idx="16646">
                  <c:v>24.7</c:v>
                </c:pt>
                <c:pt idx="16647">
                  <c:v>24.7</c:v>
                </c:pt>
                <c:pt idx="16648">
                  <c:v>24.75</c:v>
                </c:pt>
                <c:pt idx="16649">
                  <c:v>24.75</c:v>
                </c:pt>
                <c:pt idx="16650">
                  <c:v>24.8</c:v>
                </c:pt>
                <c:pt idx="16651">
                  <c:v>24.8</c:v>
                </c:pt>
                <c:pt idx="16652">
                  <c:v>24.8</c:v>
                </c:pt>
                <c:pt idx="16653">
                  <c:v>24.75</c:v>
                </c:pt>
                <c:pt idx="16654">
                  <c:v>24.7</c:v>
                </c:pt>
                <c:pt idx="16655">
                  <c:v>24.65</c:v>
                </c:pt>
                <c:pt idx="16656">
                  <c:v>24.6</c:v>
                </c:pt>
                <c:pt idx="16657">
                  <c:v>24.6</c:v>
                </c:pt>
                <c:pt idx="16658">
                  <c:v>24.6</c:v>
                </c:pt>
                <c:pt idx="16659">
                  <c:v>24.55</c:v>
                </c:pt>
                <c:pt idx="16660">
                  <c:v>24.55</c:v>
                </c:pt>
                <c:pt idx="16661">
                  <c:v>24.55</c:v>
                </c:pt>
                <c:pt idx="16662">
                  <c:v>24.55</c:v>
                </c:pt>
                <c:pt idx="16663">
                  <c:v>24.55</c:v>
                </c:pt>
                <c:pt idx="16664">
                  <c:v>24.5</c:v>
                </c:pt>
                <c:pt idx="16665">
                  <c:v>24.55</c:v>
                </c:pt>
                <c:pt idx="16666">
                  <c:v>24.55</c:v>
                </c:pt>
                <c:pt idx="16667">
                  <c:v>24.55</c:v>
                </c:pt>
                <c:pt idx="16668">
                  <c:v>24.6</c:v>
                </c:pt>
                <c:pt idx="16669">
                  <c:v>24.6</c:v>
                </c:pt>
                <c:pt idx="16670">
                  <c:v>24.6</c:v>
                </c:pt>
                <c:pt idx="16671">
                  <c:v>24.6</c:v>
                </c:pt>
                <c:pt idx="16672">
                  <c:v>24.65</c:v>
                </c:pt>
                <c:pt idx="16673">
                  <c:v>24.65</c:v>
                </c:pt>
                <c:pt idx="16674">
                  <c:v>24.7</c:v>
                </c:pt>
                <c:pt idx="16675">
                  <c:v>24.7</c:v>
                </c:pt>
                <c:pt idx="16676">
                  <c:v>24.7</c:v>
                </c:pt>
                <c:pt idx="16677">
                  <c:v>24.75</c:v>
                </c:pt>
                <c:pt idx="16678">
                  <c:v>24.75</c:v>
                </c:pt>
                <c:pt idx="16679">
                  <c:v>24.75</c:v>
                </c:pt>
                <c:pt idx="16680">
                  <c:v>24.8</c:v>
                </c:pt>
                <c:pt idx="16681">
                  <c:v>24.8</c:v>
                </c:pt>
                <c:pt idx="16682">
                  <c:v>24.8</c:v>
                </c:pt>
                <c:pt idx="16683">
                  <c:v>24.75</c:v>
                </c:pt>
                <c:pt idx="16684">
                  <c:v>24.75</c:v>
                </c:pt>
                <c:pt idx="16685">
                  <c:v>24.7</c:v>
                </c:pt>
                <c:pt idx="16686">
                  <c:v>24.65</c:v>
                </c:pt>
                <c:pt idx="16687">
                  <c:v>24.6</c:v>
                </c:pt>
                <c:pt idx="16688">
                  <c:v>24.6</c:v>
                </c:pt>
                <c:pt idx="16689">
                  <c:v>24.55</c:v>
                </c:pt>
                <c:pt idx="16690">
                  <c:v>24.55</c:v>
                </c:pt>
                <c:pt idx="16691">
                  <c:v>24.55</c:v>
                </c:pt>
                <c:pt idx="16692">
                  <c:v>24.55</c:v>
                </c:pt>
                <c:pt idx="16693">
                  <c:v>24.55</c:v>
                </c:pt>
                <c:pt idx="16694">
                  <c:v>24.55</c:v>
                </c:pt>
                <c:pt idx="16695">
                  <c:v>24.55</c:v>
                </c:pt>
                <c:pt idx="16696">
                  <c:v>24.55</c:v>
                </c:pt>
                <c:pt idx="16697">
                  <c:v>24.55</c:v>
                </c:pt>
                <c:pt idx="16698">
                  <c:v>24.6</c:v>
                </c:pt>
                <c:pt idx="16699">
                  <c:v>24.6</c:v>
                </c:pt>
                <c:pt idx="16700">
                  <c:v>24.6</c:v>
                </c:pt>
                <c:pt idx="16701">
                  <c:v>24.6</c:v>
                </c:pt>
                <c:pt idx="16702">
                  <c:v>24.65</c:v>
                </c:pt>
                <c:pt idx="16703">
                  <c:v>24.65</c:v>
                </c:pt>
                <c:pt idx="16704">
                  <c:v>24.7</c:v>
                </c:pt>
                <c:pt idx="16705">
                  <c:v>24.7</c:v>
                </c:pt>
                <c:pt idx="16706">
                  <c:v>24.7</c:v>
                </c:pt>
                <c:pt idx="16707">
                  <c:v>24.75</c:v>
                </c:pt>
                <c:pt idx="16708">
                  <c:v>24.75</c:v>
                </c:pt>
                <c:pt idx="16709">
                  <c:v>24.8</c:v>
                </c:pt>
                <c:pt idx="16710">
                  <c:v>24.8</c:v>
                </c:pt>
                <c:pt idx="16711">
                  <c:v>24.8</c:v>
                </c:pt>
                <c:pt idx="16712">
                  <c:v>24.8</c:v>
                </c:pt>
                <c:pt idx="16713">
                  <c:v>24.75</c:v>
                </c:pt>
                <c:pt idx="16714">
                  <c:v>24.7</c:v>
                </c:pt>
                <c:pt idx="16715">
                  <c:v>24.7</c:v>
                </c:pt>
                <c:pt idx="16716">
                  <c:v>24.65</c:v>
                </c:pt>
                <c:pt idx="16717">
                  <c:v>24.6</c:v>
                </c:pt>
                <c:pt idx="16718">
                  <c:v>24.55</c:v>
                </c:pt>
                <c:pt idx="16719">
                  <c:v>24.55</c:v>
                </c:pt>
                <c:pt idx="16720">
                  <c:v>24.55</c:v>
                </c:pt>
                <c:pt idx="16721">
                  <c:v>24.55</c:v>
                </c:pt>
                <c:pt idx="16722">
                  <c:v>24.55</c:v>
                </c:pt>
                <c:pt idx="16723">
                  <c:v>24.55</c:v>
                </c:pt>
                <c:pt idx="16724">
                  <c:v>24.55</c:v>
                </c:pt>
                <c:pt idx="16725">
                  <c:v>24.55</c:v>
                </c:pt>
                <c:pt idx="16726">
                  <c:v>24.55</c:v>
                </c:pt>
                <c:pt idx="16727">
                  <c:v>24.55</c:v>
                </c:pt>
                <c:pt idx="16728">
                  <c:v>24.55</c:v>
                </c:pt>
                <c:pt idx="16729">
                  <c:v>24.6</c:v>
                </c:pt>
                <c:pt idx="16730">
                  <c:v>24.6</c:v>
                </c:pt>
                <c:pt idx="16731">
                  <c:v>24.65</c:v>
                </c:pt>
                <c:pt idx="16732">
                  <c:v>24.65</c:v>
                </c:pt>
                <c:pt idx="16733">
                  <c:v>24.7</c:v>
                </c:pt>
                <c:pt idx="16734">
                  <c:v>24.7</c:v>
                </c:pt>
                <c:pt idx="16735">
                  <c:v>24.75</c:v>
                </c:pt>
                <c:pt idx="16736">
                  <c:v>24.75</c:v>
                </c:pt>
                <c:pt idx="16737">
                  <c:v>24.8</c:v>
                </c:pt>
                <c:pt idx="16738">
                  <c:v>24.8</c:v>
                </c:pt>
                <c:pt idx="16739">
                  <c:v>24.85</c:v>
                </c:pt>
                <c:pt idx="16740">
                  <c:v>24.85</c:v>
                </c:pt>
                <c:pt idx="16741">
                  <c:v>24.85</c:v>
                </c:pt>
                <c:pt idx="16742">
                  <c:v>24.85</c:v>
                </c:pt>
                <c:pt idx="16743">
                  <c:v>24.8</c:v>
                </c:pt>
                <c:pt idx="16744">
                  <c:v>24.75</c:v>
                </c:pt>
                <c:pt idx="16745">
                  <c:v>24.7</c:v>
                </c:pt>
                <c:pt idx="16746">
                  <c:v>24.65</c:v>
                </c:pt>
                <c:pt idx="16747">
                  <c:v>24.6</c:v>
                </c:pt>
                <c:pt idx="16748">
                  <c:v>24.55</c:v>
                </c:pt>
                <c:pt idx="16749">
                  <c:v>24.55</c:v>
                </c:pt>
                <c:pt idx="16750">
                  <c:v>24.5</c:v>
                </c:pt>
                <c:pt idx="16751">
                  <c:v>24.5</c:v>
                </c:pt>
                <c:pt idx="16752">
                  <c:v>24.5</c:v>
                </c:pt>
                <c:pt idx="16753">
                  <c:v>24.5</c:v>
                </c:pt>
                <c:pt idx="16754">
                  <c:v>24.5</c:v>
                </c:pt>
                <c:pt idx="16755">
                  <c:v>24.55</c:v>
                </c:pt>
                <c:pt idx="16756">
                  <c:v>24.55</c:v>
                </c:pt>
                <c:pt idx="16757">
                  <c:v>24.55</c:v>
                </c:pt>
                <c:pt idx="16758">
                  <c:v>24.55</c:v>
                </c:pt>
                <c:pt idx="16759">
                  <c:v>24.6</c:v>
                </c:pt>
                <c:pt idx="16760">
                  <c:v>24.6</c:v>
                </c:pt>
                <c:pt idx="16761">
                  <c:v>24.65</c:v>
                </c:pt>
                <c:pt idx="16762">
                  <c:v>24.65</c:v>
                </c:pt>
                <c:pt idx="16763">
                  <c:v>24.7</c:v>
                </c:pt>
                <c:pt idx="16764">
                  <c:v>24.7</c:v>
                </c:pt>
                <c:pt idx="16765">
                  <c:v>24.7</c:v>
                </c:pt>
                <c:pt idx="16766">
                  <c:v>24.75</c:v>
                </c:pt>
                <c:pt idx="16767">
                  <c:v>24.75</c:v>
                </c:pt>
                <c:pt idx="16768">
                  <c:v>24.8</c:v>
                </c:pt>
                <c:pt idx="16769">
                  <c:v>24.8</c:v>
                </c:pt>
                <c:pt idx="16770">
                  <c:v>24.8</c:v>
                </c:pt>
                <c:pt idx="16771">
                  <c:v>24.85</c:v>
                </c:pt>
                <c:pt idx="16772">
                  <c:v>24.8</c:v>
                </c:pt>
                <c:pt idx="16773">
                  <c:v>24.8</c:v>
                </c:pt>
                <c:pt idx="16774">
                  <c:v>24.75</c:v>
                </c:pt>
                <c:pt idx="16775">
                  <c:v>24.75</c:v>
                </c:pt>
                <c:pt idx="16776">
                  <c:v>24.65</c:v>
                </c:pt>
                <c:pt idx="16777">
                  <c:v>24.6</c:v>
                </c:pt>
                <c:pt idx="16778">
                  <c:v>24.6</c:v>
                </c:pt>
                <c:pt idx="16779">
                  <c:v>24.55</c:v>
                </c:pt>
                <c:pt idx="16780">
                  <c:v>24.55</c:v>
                </c:pt>
                <c:pt idx="16781">
                  <c:v>24.55</c:v>
                </c:pt>
                <c:pt idx="16782">
                  <c:v>24.55</c:v>
                </c:pt>
                <c:pt idx="16783">
                  <c:v>24.55</c:v>
                </c:pt>
                <c:pt idx="16784">
                  <c:v>24.55</c:v>
                </c:pt>
                <c:pt idx="16785">
                  <c:v>24.55</c:v>
                </c:pt>
                <c:pt idx="16786">
                  <c:v>24.55</c:v>
                </c:pt>
                <c:pt idx="16787">
                  <c:v>24.6</c:v>
                </c:pt>
                <c:pt idx="16788">
                  <c:v>24.6</c:v>
                </c:pt>
                <c:pt idx="16789">
                  <c:v>24.6</c:v>
                </c:pt>
                <c:pt idx="16790">
                  <c:v>24.6</c:v>
                </c:pt>
                <c:pt idx="16791">
                  <c:v>24.65</c:v>
                </c:pt>
                <c:pt idx="16792">
                  <c:v>24.65</c:v>
                </c:pt>
                <c:pt idx="16793">
                  <c:v>24.65</c:v>
                </c:pt>
                <c:pt idx="16794">
                  <c:v>24.7</c:v>
                </c:pt>
                <c:pt idx="16795">
                  <c:v>24.7</c:v>
                </c:pt>
                <c:pt idx="16796">
                  <c:v>24.75</c:v>
                </c:pt>
                <c:pt idx="16797">
                  <c:v>24.75</c:v>
                </c:pt>
                <c:pt idx="16798">
                  <c:v>24.75</c:v>
                </c:pt>
                <c:pt idx="16799">
                  <c:v>24.75</c:v>
                </c:pt>
                <c:pt idx="16800">
                  <c:v>24.8</c:v>
                </c:pt>
                <c:pt idx="16801">
                  <c:v>24.8</c:v>
                </c:pt>
                <c:pt idx="16802">
                  <c:v>24.8</c:v>
                </c:pt>
                <c:pt idx="16803">
                  <c:v>24.75</c:v>
                </c:pt>
                <c:pt idx="16804">
                  <c:v>24.75</c:v>
                </c:pt>
                <c:pt idx="16805">
                  <c:v>24.7</c:v>
                </c:pt>
                <c:pt idx="16806">
                  <c:v>24.65</c:v>
                </c:pt>
                <c:pt idx="16807">
                  <c:v>24.6</c:v>
                </c:pt>
                <c:pt idx="16808">
                  <c:v>24.55</c:v>
                </c:pt>
                <c:pt idx="16809">
                  <c:v>24.55</c:v>
                </c:pt>
                <c:pt idx="16810">
                  <c:v>24.55</c:v>
                </c:pt>
                <c:pt idx="16811">
                  <c:v>24.55</c:v>
                </c:pt>
                <c:pt idx="16812">
                  <c:v>24.55</c:v>
                </c:pt>
                <c:pt idx="16813">
                  <c:v>24.55</c:v>
                </c:pt>
                <c:pt idx="16814">
                  <c:v>24.55</c:v>
                </c:pt>
                <c:pt idx="16815">
                  <c:v>24.6</c:v>
                </c:pt>
                <c:pt idx="16816">
                  <c:v>24.55</c:v>
                </c:pt>
                <c:pt idx="16817">
                  <c:v>24.6</c:v>
                </c:pt>
                <c:pt idx="16818">
                  <c:v>24.6</c:v>
                </c:pt>
                <c:pt idx="16819">
                  <c:v>24.6</c:v>
                </c:pt>
                <c:pt idx="16820">
                  <c:v>24.65</c:v>
                </c:pt>
                <c:pt idx="16821">
                  <c:v>24.65</c:v>
                </c:pt>
                <c:pt idx="16822">
                  <c:v>24.65</c:v>
                </c:pt>
                <c:pt idx="16823">
                  <c:v>24.7</c:v>
                </c:pt>
                <c:pt idx="16824">
                  <c:v>24.7</c:v>
                </c:pt>
                <c:pt idx="16825">
                  <c:v>24.75</c:v>
                </c:pt>
                <c:pt idx="16826">
                  <c:v>24.75</c:v>
                </c:pt>
                <c:pt idx="16827">
                  <c:v>24.75</c:v>
                </c:pt>
                <c:pt idx="16828">
                  <c:v>24.8</c:v>
                </c:pt>
                <c:pt idx="16829">
                  <c:v>24.8</c:v>
                </c:pt>
                <c:pt idx="16830">
                  <c:v>24.85</c:v>
                </c:pt>
                <c:pt idx="16831">
                  <c:v>24.85</c:v>
                </c:pt>
                <c:pt idx="16832">
                  <c:v>24.85</c:v>
                </c:pt>
                <c:pt idx="16833">
                  <c:v>24.8</c:v>
                </c:pt>
                <c:pt idx="16834">
                  <c:v>24.75</c:v>
                </c:pt>
                <c:pt idx="16835">
                  <c:v>24.7</c:v>
                </c:pt>
                <c:pt idx="16836">
                  <c:v>24.7</c:v>
                </c:pt>
                <c:pt idx="16837">
                  <c:v>24.6</c:v>
                </c:pt>
                <c:pt idx="16838">
                  <c:v>24.55</c:v>
                </c:pt>
                <c:pt idx="16839">
                  <c:v>24.55</c:v>
                </c:pt>
                <c:pt idx="16840">
                  <c:v>24.55</c:v>
                </c:pt>
                <c:pt idx="16841">
                  <c:v>24.5</c:v>
                </c:pt>
                <c:pt idx="16842">
                  <c:v>24.5</c:v>
                </c:pt>
                <c:pt idx="16843">
                  <c:v>24.5</c:v>
                </c:pt>
                <c:pt idx="16844">
                  <c:v>24.5</c:v>
                </c:pt>
                <c:pt idx="16845">
                  <c:v>24.5</c:v>
                </c:pt>
                <c:pt idx="16846">
                  <c:v>24.5</c:v>
                </c:pt>
                <c:pt idx="16847">
                  <c:v>24.55</c:v>
                </c:pt>
                <c:pt idx="16848">
                  <c:v>24.55</c:v>
                </c:pt>
                <c:pt idx="16849">
                  <c:v>24.55</c:v>
                </c:pt>
                <c:pt idx="16850">
                  <c:v>24.6</c:v>
                </c:pt>
                <c:pt idx="16851">
                  <c:v>24.6</c:v>
                </c:pt>
                <c:pt idx="16852">
                  <c:v>24.65</c:v>
                </c:pt>
                <c:pt idx="16853">
                  <c:v>24.7</c:v>
                </c:pt>
                <c:pt idx="16854">
                  <c:v>24.7</c:v>
                </c:pt>
                <c:pt idx="16855">
                  <c:v>24.75</c:v>
                </c:pt>
                <c:pt idx="16856">
                  <c:v>24.75</c:v>
                </c:pt>
                <c:pt idx="16857">
                  <c:v>24.8</c:v>
                </c:pt>
                <c:pt idx="16858">
                  <c:v>24.8</c:v>
                </c:pt>
                <c:pt idx="16859">
                  <c:v>24.8</c:v>
                </c:pt>
                <c:pt idx="16860">
                  <c:v>24.85</c:v>
                </c:pt>
                <c:pt idx="16861">
                  <c:v>24.85</c:v>
                </c:pt>
                <c:pt idx="16862">
                  <c:v>24.8</c:v>
                </c:pt>
                <c:pt idx="16863">
                  <c:v>24.8</c:v>
                </c:pt>
                <c:pt idx="16864">
                  <c:v>24.75</c:v>
                </c:pt>
                <c:pt idx="16865">
                  <c:v>24.65</c:v>
                </c:pt>
                <c:pt idx="16866">
                  <c:v>24.6</c:v>
                </c:pt>
                <c:pt idx="16867">
                  <c:v>24.6</c:v>
                </c:pt>
                <c:pt idx="16868">
                  <c:v>24.55</c:v>
                </c:pt>
                <c:pt idx="16869">
                  <c:v>24.5</c:v>
                </c:pt>
                <c:pt idx="16870">
                  <c:v>24.5</c:v>
                </c:pt>
                <c:pt idx="16871">
                  <c:v>24.5</c:v>
                </c:pt>
                <c:pt idx="16872">
                  <c:v>24.5</c:v>
                </c:pt>
                <c:pt idx="16873">
                  <c:v>24.5</c:v>
                </c:pt>
                <c:pt idx="16874">
                  <c:v>24.5</c:v>
                </c:pt>
                <c:pt idx="16875">
                  <c:v>24.5</c:v>
                </c:pt>
                <c:pt idx="16876">
                  <c:v>24.5</c:v>
                </c:pt>
                <c:pt idx="16877">
                  <c:v>24.55</c:v>
                </c:pt>
                <c:pt idx="16878">
                  <c:v>24.55</c:v>
                </c:pt>
                <c:pt idx="16879">
                  <c:v>24.6</c:v>
                </c:pt>
                <c:pt idx="16880">
                  <c:v>24.6</c:v>
                </c:pt>
                <c:pt idx="16881">
                  <c:v>24.6</c:v>
                </c:pt>
                <c:pt idx="16882">
                  <c:v>24.6</c:v>
                </c:pt>
                <c:pt idx="16883">
                  <c:v>24.6</c:v>
                </c:pt>
                <c:pt idx="16884">
                  <c:v>24.65</c:v>
                </c:pt>
                <c:pt idx="16885">
                  <c:v>24.65</c:v>
                </c:pt>
                <c:pt idx="16886">
                  <c:v>24.7</c:v>
                </c:pt>
                <c:pt idx="16887">
                  <c:v>24.7</c:v>
                </c:pt>
                <c:pt idx="16888">
                  <c:v>24.7</c:v>
                </c:pt>
                <c:pt idx="16889">
                  <c:v>24.75</c:v>
                </c:pt>
                <c:pt idx="16890">
                  <c:v>24.8</c:v>
                </c:pt>
                <c:pt idx="16891">
                  <c:v>24.8</c:v>
                </c:pt>
                <c:pt idx="16892">
                  <c:v>24.8</c:v>
                </c:pt>
                <c:pt idx="16893">
                  <c:v>24.75</c:v>
                </c:pt>
                <c:pt idx="16894">
                  <c:v>24.7</c:v>
                </c:pt>
                <c:pt idx="16895">
                  <c:v>24.7</c:v>
                </c:pt>
                <c:pt idx="16896">
                  <c:v>24.6</c:v>
                </c:pt>
                <c:pt idx="16897">
                  <c:v>24.6</c:v>
                </c:pt>
                <c:pt idx="16898">
                  <c:v>24.55</c:v>
                </c:pt>
                <c:pt idx="16899">
                  <c:v>24.5</c:v>
                </c:pt>
                <c:pt idx="16900">
                  <c:v>24.5</c:v>
                </c:pt>
                <c:pt idx="16901">
                  <c:v>24.5</c:v>
                </c:pt>
                <c:pt idx="16902">
                  <c:v>24.5</c:v>
                </c:pt>
                <c:pt idx="16903">
                  <c:v>24.5</c:v>
                </c:pt>
                <c:pt idx="16904">
                  <c:v>24.5</c:v>
                </c:pt>
                <c:pt idx="16905">
                  <c:v>24.5</c:v>
                </c:pt>
                <c:pt idx="16906">
                  <c:v>24.55</c:v>
                </c:pt>
                <c:pt idx="16907">
                  <c:v>24.55</c:v>
                </c:pt>
                <c:pt idx="16908">
                  <c:v>24.6</c:v>
                </c:pt>
                <c:pt idx="16909">
                  <c:v>24.6</c:v>
                </c:pt>
                <c:pt idx="16910">
                  <c:v>24.6</c:v>
                </c:pt>
                <c:pt idx="16911">
                  <c:v>24.6</c:v>
                </c:pt>
                <c:pt idx="16912">
                  <c:v>24.65</c:v>
                </c:pt>
                <c:pt idx="16913">
                  <c:v>24.65</c:v>
                </c:pt>
                <c:pt idx="16914">
                  <c:v>24.7</c:v>
                </c:pt>
                <c:pt idx="16915">
                  <c:v>24.7</c:v>
                </c:pt>
                <c:pt idx="16916">
                  <c:v>24.7</c:v>
                </c:pt>
                <c:pt idx="16917">
                  <c:v>24.75</c:v>
                </c:pt>
                <c:pt idx="16918">
                  <c:v>24.75</c:v>
                </c:pt>
                <c:pt idx="16919">
                  <c:v>24.75</c:v>
                </c:pt>
                <c:pt idx="16920">
                  <c:v>24.75</c:v>
                </c:pt>
                <c:pt idx="16921">
                  <c:v>24.75</c:v>
                </c:pt>
                <c:pt idx="16922">
                  <c:v>24.75</c:v>
                </c:pt>
                <c:pt idx="16923">
                  <c:v>24.75</c:v>
                </c:pt>
                <c:pt idx="16924">
                  <c:v>24.7</c:v>
                </c:pt>
                <c:pt idx="16925">
                  <c:v>24.65</c:v>
                </c:pt>
                <c:pt idx="16926">
                  <c:v>24.6</c:v>
                </c:pt>
                <c:pt idx="16927">
                  <c:v>24.55</c:v>
                </c:pt>
                <c:pt idx="16928">
                  <c:v>24.55</c:v>
                </c:pt>
                <c:pt idx="16929">
                  <c:v>24.5</c:v>
                </c:pt>
                <c:pt idx="16930">
                  <c:v>24.5</c:v>
                </c:pt>
                <c:pt idx="16931">
                  <c:v>24.5</c:v>
                </c:pt>
                <c:pt idx="16932">
                  <c:v>24.5</c:v>
                </c:pt>
                <c:pt idx="16933">
                  <c:v>24.5</c:v>
                </c:pt>
                <c:pt idx="16934">
                  <c:v>24.5</c:v>
                </c:pt>
                <c:pt idx="16935">
                  <c:v>24.55</c:v>
                </c:pt>
                <c:pt idx="16936">
                  <c:v>24.55</c:v>
                </c:pt>
                <c:pt idx="16937">
                  <c:v>24.55</c:v>
                </c:pt>
                <c:pt idx="16938">
                  <c:v>24.55</c:v>
                </c:pt>
                <c:pt idx="16939">
                  <c:v>24.6</c:v>
                </c:pt>
                <c:pt idx="16940">
                  <c:v>24.6</c:v>
                </c:pt>
                <c:pt idx="16941">
                  <c:v>24.65</c:v>
                </c:pt>
                <c:pt idx="16942">
                  <c:v>24.65</c:v>
                </c:pt>
                <c:pt idx="16943">
                  <c:v>24.7</c:v>
                </c:pt>
                <c:pt idx="16944">
                  <c:v>24.7</c:v>
                </c:pt>
                <c:pt idx="16945">
                  <c:v>24.7</c:v>
                </c:pt>
                <c:pt idx="16946">
                  <c:v>24.75</c:v>
                </c:pt>
                <c:pt idx="16947">
                  <c:v>24.75</c:v>
                </c:pt>
                <c:pt idx="16948">
                  <c:v>24.8</c:v>
                </c:pt>
                <c:pt idx="16949">
                  <c:v>24.8</c:v>
                </c:pt>
                <c:pt idx="16950">
                  <c:v>24.8</c:v>
                </c:pt>
                <c:pt idx="16951">
                  <c:v>24.8</c:v>
                </c:pt>
                <c:pt idx="16952">
                  <c:v>24.8</c:v>
                </c:pt>
                <c:pt idx="16953">
                  <c:v>24.75</c:v>
                </c:pt>
                <c:pt idx="16954">
                  <c:v>24.7</c:v>
                </c:pt>
                <c:pt idx="16955">
                  <c:v>24.65</c:v>
                </c:pt>
                <c:pt idx="16956">
                  <c:v>24.6</c:v>
                </c:pt>
                <c:pt idx="16957">
                  <c:v>24.55</c:v>
                </c:pt>
                <c:pt idx="16958">
                  <c:v>24.55</c:v>
                </c:pt>
                <c:pt idx="16959">
                  <c:v>24.55</c:v>
                </c:pt>
                <c:pt idx="16960">
                  <c:v>24.55</c:v>
                </c:pt>
                <c:pt idx="16961">
                  <c:v>24.5</c:v>
                </c:pt>
                <c:pt idx="16962">
                  <c:v>24.5</c:v>
                </c:pt>
                <c:pt idx="16963">
                  <c:v>24.5</c:v>
                </c:pt>
                <c:pt idx="16964">
                  <c:v>24.5</c:v>
                </c:pt>
                <c:pt idx="16965">
                  <c:v>24.5</c:v>
                </c:pt>
                <c:pt idx="16966">
                  <c:v>24.55</c:v>
                </c:pt>
                <c:pt idx="16967">
                  <c:v>24.55</c:v>
                </c:pt>
                <c:pt idx="16968">
                  <c:v>24.55</c:v>
                </c:pt>
                <c:pt idx="16969">
                  <c:v>24.6</c:v>
                </c:pt>
                <c:pt idx="16970">
                  <c:v>24.6</c:v>
                </c:pt>
                <c:pt idx="16971">
                  <c:v>24.65</c:v>
                </c:pt>
                <c:pt idx="16972">
                  <c:v>24.65</c:v>
                </c:pt>
                <c:pt idx="16973">
                  <c:v>24.65</c:v>
                </c:pt>
                <c:pt idx="16974">
                  <c:v>24.7</c:v>
                </c:pt>
                <c:pt idx="16975">
                  <c:v>24.7</c:v>
                </c:pt>
                <c:pt idx="16976">
                  <c:v>24.75</c:v>
                </c:pt>
                <c:pt idx="16977">
                  <c:v>24.75</c:v>
                </c:pt>
                <c:pt idx="16978">
                  <c:v>24.8</c:v>
                </c:pt>
                <c:pt idx="16979">
                  <c:v>24.8</c:v>
                </c:pt>
                <c:pt idx="16980">
                  <c:v>24.85</c:v>
                </c:pt>
                <c:pt idx="16981">
                  <c:v>24.85</c:v>
                </c:pt>
                <c:pt idx="16982">
                  <c:v>24.85</c:v>
                </c:pt>
                <c:pt idx="16983">
                  <c:v>24.8</c:v>
                </c:pt>
                <c:pt idx="16984">
                  <c:v>24.75</c:v>
                </c:pt>
                <c:pt idx="16985">
                  <c:v>24.7</c:v>
                </c:pt>
                <c:pt idx="16986">
                  <c:v>24.65</c:v>
                </c:pt>
                <c:pt idx="16987">
                  <c:v>24.6</c:v>
                </c:pt>
                <c:pt idx="16988">
                  <c:v>24.6</c:v>
                </c:pt>
                <c:pt idx="16989">
                  <c:v>24.55</c:v>
                </c:pt>
                <c:pt idx="16990">
                  <c:v>24.55</c:v>
                </c:pt>
                <c:pt idx="16991">
                  <c:v>24.55</c:v>
                </c:pt>
                <c:pt idx="16992">
                  <c:v>24.55</c:v>
                </c:pt>
                <c:pt idx="16993">
                  <c:v>24.5</c:v>
                </c:pt>
                <c:pt idx="16994">
                  <c:v>24.55</c:v>
                </c:pt>
                <c:pt idx="16995">
                  <c:v>24.5</c:v>
                </c:pt>
                <c:pt idx="16996">
                  <c:v>24.55</c:v>
                </c:pt>
                <c:pt idx="16997">
                  <c:v>24.6</c:v>
                </c:pt>
                <c:pt idx="16998">
                  <c:v>24.6</c:v>
                </c:pt>
                <c:pt idx="16999">
                  <c:v>24.6</c:v>
                </c:pt>
                <c:pt idx="17000">
                  <c:v>24.6</c:v>
                </c:pt>
                <c:pt idx="17001">
                  <c:v>24.65</c:v>
                </c:pt>
                <c:pt idx="17002">
                  <c:v>24.6</c:v>
                </c:pt>
                <c:pt idx="17003">
                  <c:v>24.65</c:v>
                </c:pt>
                <c:pt idx="17004">
                  <c:v>24.65</c:v>
                </c:pt>
                <c:pt idx="17005">
                  <c:v>24.7</c:v>
                </c:pt>
                <c:pt idx="17006">
                  <c:v>24.7</c:v>
                </c:pt>
                <c:pt idx="17007">
                  <c:v>24.7</c:v>
                </c:pt>
                <c:pt idx="17008">
                  <c:v>24.75</c:v>
                </c:pt>
                <c:pt idx="17009">
                  <c:v>24.75</c:v>
                </c:pt>
                <c:pt idx="17010">
                  <c:v>24.8</c:v>
                </c:pt>
                <c:pt idx="17011">
                  <c:v>24.8</c:v>
                </c:pt>
                <c:pt idx="17012">
                  <c:v>24.75</c:v>
                </c:pt>
                <c:pt idx="17013">
                  <c:v>24.75</c:v>
                </c:pt>
                <c:pt idx="17014">
                  <c:v>24.7</c:v>
                </c:pt>
                <c:pt idx="17015">
                  <c:v>24.65</c:v>
                </c:pt>
                <c:pt idx="17016">
                  <c:v>24.6</c:v>
                </c:pt>
                <c:pt idx="17017">
                  <c:v>24.55</c:v>
                </c:pt>
                <c:pt idx="17018">
                  <c:v>24.55</c:v>
                </c:pt>
                <c:pt idx="17019">
                  <c:v>24.5</c:v>
                </c:pt>
                <c:pt idx="17020">
                  <c:v>24.5</c:v>
                </c:pt>
                <c:pt idx="17021">
                  <c:v>24.5</c:v>
                </c:pt>
                <c:pt idx="17022">
                  <c:v>24.5</c:v>
                </c:pt>
                <c:pt idx="17023">
                  <c:v>24.5</c:v>
                </c:pt>
                <c:pt idx="17024">
                  <c:v>24.5</c:v>
                </c:pt>
                <c:pt idx="17025">
                  <c:v>24.5</c:v>
                </c:pt>
                <c:pt idx="17026">
                  <c:v>24.5</c:v>
                </c:pt>
                <c:pt idx="17027">
                  <c:v>24.5</c:v>
                </c:pt>
                <c:pt idx="17028">
                  <c:v>24.55</c:v>
                </c:pt>
                <c:pt idx="17029">
                  <c:v>24.55</c:v>
                </c:pt>
                <c:pt idx="17030">
                  <c:v>24.6</c:v>
                </c:pt>
                <c:pt idx="17031">
                  <c:v>24.6</c:v>
                </c:pt>
                <c:pt idx="17032">
                  <c:v>24.6</c:v>
                </c:pt>
                <c:pt idx="17033">
                  <c:v>24.65</c:v>
                </c:pt>
                <c:pt idx="17034">
                  <c:v>24.6</c:v>
                </c:pt>
                <c:pt idx="17035">
                  <c:v>24.65</c:v>
                </c:pt>
                <c:pt idx="17036">
                  <c:v>24.7</c:v>
                </c:pt>
                <c:pt idx="17037">
                  <c:v>24.7</c:v>
                </c:pt>
                <c:pt idx="17038">
                  <c:v>24.7</c:v>
                </c:pt>
                <c:pt idx="17039">
                  <c:v>24.75</c:v>
                </c:pt>
                <c:pt idx="17040">
                  <c:v>24.75</c:v>
                </c:pt>
                <c:pt idx="17041">
                  <c:v>24.75</c:v>
                </c:pt>
                <c:pt idx="17042">
                  <c:v>24.75</c:v>
                </c:pt>
                <c:pt idx="17043">
                  <c:v>24.75</c:v>
                </c:pt>
                <c:pt idx="17044">
                  <c:v>24.7</c:v>
                </c:pt>
                <c:pt idx="17045">
                  <c:v>24.65</c:v>
                </c:pt>
                <c:pt idx="17046">
                  <c:v>24.6</c:v>
                </c:pt>
                <c:pt idx="17047">
                  <c:v>24.6</c:v>
                </c:pt>
                <c:pt idx="17048">
                  <c:v>24.55</c:v>
                </c:pt>
                <c:pt idx="17049">
                  <c:v>24.5</c:v>
                </c:pt>
                <c:pt idx="17050">
                  <c:v>24.5</c:v>
                </c:pt>
                <c:pt idx="17051">
                  <c:v>24.5</c:v>
                </c:pt>
                <c:pt idx="17052">
                  <c:v>24.5</c:v>
                </c:pt>
                <c:pt idx="17053">
                  <c:v>24.5</c:v>
                </c:pt>
                <c:pt idx="17054">
                  <c:v>24.5</c:v>
                </c:pt>
                <c:pt idx="17055">
                  <c:v>24.5</c:v>
                </c:pt>
                <c:pt idx="17056">
                  <c:v>24.55</c:v>
                </c:pt>
                <c:pt idx="17057">
                  <c:v>24.55</c:v>
                </c:pt>
                <c:pt idx="17058">
                  <c:v>24.55</c:v>
                </c:pt>
                <c:pt idx="17059">
                  <c:v>24.55</c:v>
                </c:pt>
                <c:pt idx="17060">
                  <c:v>24.55</c:v>
                </c:pt>
                <c:pt idx="17061">
                  <c:v>24.6</c:v>
                </c:pt>
                <c:pt idx="17062">
                  <c:v>24.6</c:v>
                </c:pt>
                <c:pt idx="17063">
                  <c:v>24.6</c:v>
                </c:pt>
                <c:pt idx="17064">
                  <c:v>24.65</c:v>
                </c:pt>
                <c:pt idx="17065">
                  <c:v>24.65</c:v>
                </c:pt>
                <c:pt idx="17066">
                  <c:v>24.65</c:v>
                </c:pt>
                <c:pt idx="17067">
                  <c:v>24.7</c:v>
                </c:pt>
                <c:pt idx="17068">
                  <c:v>24.7</c:v>
                </c:pt>
                <c:pt idx="17069">
                  <c:v>24.75</c:v>
                </c:pt>
                <c:pt idx="17070">
                  <c:v>24.75</c:v>
                </c:pt>
                <c:pt idx="17071">
                  <c:v>24.75</c:v>
                </c:pt>
                <c:pt idx="17072">
                  <c:v>24.75</c:v>
                </c:pt>
                <c:pt idx="17073">
                  <c:v>24.75</c:v>
                </c:pt>
                <c:pt idx="17074">
                  <c:v>24.7</c:v>
                </c:pt>
                <c:pt idx="17075">
                  <c:v>24.65</c:v>
                </c:pt>
                <c:pt idx="17076">
                  <c:v>24.6</c:v>
                </c:pt>
                <c:pt idx="17077">
                  <c:v>24.55</c:v>
                </c:pt>
                <c:pt idx="17078">
                  <c:v>24.55</c:v>
                </c:pt>
                <c:pt idx="17079">
                  <c:v>24.5</c:v>
                </c:pt>
                <c:pt idx="17080">
                  <c:v>24.5</c:v>
                </c:pt>
                <c:pt idx="17081">
                  <c:v>24.5</c:v>
                </c:pt>
                <c:pt idx="17082">
                  <c:v>24.5</c:v>
                </c:pt>
                <c:pt idx="17083">
                  <c:v>24.5</c:v>
                </c:pt>
                <c:pt idx="17084">
                  <c:v>24.5</c:v>
                </c:pt>
                <c:pt idx="17085">
                  <c:v>24.5</c:v>
                </c:pt>
                <c:pt idx="17086">
                  <c:v>24.5</c:v>
                </c:pt>
                <c:pt idx="17087">
                  <c:v>24.5</c:v>
                </c:pt>
                <c:pt idx="17088">
                  <c:v>24.5</c:v>
                </c:pt>
                <c:pt idx="17089">
                  <c:v>24.55</c:v>
                </c:pt>
                <c:pt idx="17090">
                  <c:v>24.55</c:v>
                </c:pt>
                <c:pt idx="17091">
                  <c:v>24.55</c:v>
                </c:pt>
                <c:pt idx="17092">
                  <c:v>24.6</c:v>
                </c:pt>
                <c:pt idx="17093">
                  <c:v>24.6</c:v>
                </c:pt>
                <c:pt idx="17094">
                  <c:v>24.65</c:v>
                </c:pt>
                <c:pt idx="17095">
                  <c:v>24.65</c:v>
                </c:pt>
                <c:pt idx="17096">
                  <c:v>24.7</c:v>
                </c:pt>
                <c:pt idx="17097">
                  <c:v>24.7</c:v>
                </c:pt>
                <c:pt idx="17098">
                  <c:v>24.7</c:v>
                </c:pt>
                <c:pt idx="17099">
                  <c:v>24.75</c:v>
                </c:pt>
                <c:pt idx="17100">
                  <c:v>24.75</c:v>
                </c:pt>
                <c:pt idx="17101">
                  <c:v>24.75</c:v>
                </c:pt>
                <c:pt idx="17102">
                  <c:v>24.75</c:v>
                </c:pt>
                <c:pt idx="17103">
                  <c:v>24.7</c:v>
                </c:pt>
                <c:pt idx="17104">
                  <c:v>24.65</c:v>
                </c:pt>
                <c:pt idx="17105">
                  <c:v>24.6</c:v>
                </c:pt>
                <c:pt idx="17106">
                  <c:v>24.55</c:v>
                </c:pt>
                <c:pt idx="17107">
                  <c:v>24.55</c:v>
                </c:pt>
                <c:pt idx="17108">
                  <c:v>24.5</c:v>
                </c:pt>
                <c:pt idx="17109">
                  <c:v>24.5</c:v>
                </c:pt>
                <c:pt idx="17110">
                  <c:v>24.5</c:v>
                </c:pt>
                <c:pt idx="17111">
                  <c:v>24.5</c:v>
                </c:pt>
                <c:pt idx="17112">
                  <c:v>24.5</c:v>
                </c:pt>
                <c:pt idx="17113">
                  <c:v>24.5</c:v>
                </c:pt>
                <c:pt idx="17114">
                  <c:v>24.5</c:v>
                </c:pt>
                <c:pt idx="17115">
                  <c:v>24.5</c:v>
                </c:pt>
                <c:pt idx="17116">
                  <c:v>24.55</c:v>
                </c:pt>
                <c:pt idx="17117">
                  <c:v>24.55</c:v>
                </c:pt>
                <c:pt idx="17118">
                  <c:v>24.55</c:v>
                </c:pt>
                <c:pt idx="17119">
                  <c:v>24.55</c:v>
                </c:pt>
                <c:pt idx="17120">
                  <c:v>24.6</c:v>
                </c:pt>
                <c:pt idx="17121">
                  <c:v>24.6</c:v>
                </c:pt>
                <c:pt idx="17122">
                  <c:v>24.6</c:v>
                </c:pt>
                <c:pt idx="17123">
                  <c:v>24.6</c:v>
                </c:pt>
                <c:pt idx="17124">
                  <c:v>24.65</c:v>
                </c:pt>
                <c:pt idx="17125">
                  <c:v>24.65</c:v>
                </c:pt>
                <c:pt idx="17126">
                  <c:v>24.65</c:v>
                </c:pt>
                <c:pt idx="17127">
                  <c:v>24.7</c:v>
                </c:pt>
                <c:pt idx="17128">
                  <c:v>24.7</c:v>
                </c:pt>
                <c:pt idx="17129">
                  <c:v>24.75</c:v>
                </c:pt>
                <c:pt idx="17130">
                  <c:v>24.75</c:v>
                </c:pt>
                <c:pt idx="17131">
                  <c:v>24.75</c:v>
                </c:pt>
                <c:pt idx="17132">
                  <c:v>24.75</c:v>
                </c:pt>
                <c:pt idx="17133">
                  <c:v>24.7</c:v>
                </c:pt>
                <c:pt idx="17134">
                  <c:v>24.65</c:v>
                </c:pt>
                <c:pt idx="17135">
                  <c:v>24.6</c:v>
                </c:pt>
                <c:pt idx="17136">
                  <c:v>24.55</c:v>
                </c:pt>
                <c:pt idx="17137">
                  <c:v>24.55</c:v>
                </c:pt>
                <c:pt idx="17138">
                  <c:v>24.5</c:v>
                </c:pt>
                <c:pt idx="17139">
                  <c:v>24.5</c:v>
                </c:pt>
                <c:pt idx="17140">
                  <c:v>24.5</c:v>
                </c:pt>
                <c:pt idx="17141">
                  <c:v>24.45</c:v>
                </c:pt>
                <c:pt idx="17142">
                  <c:v>24.45</c:v>
                </c:pt>
                <c:pt idx="17143">
                  <c:v>24.45</c:v>
                </c:pt>
                <c:pt idx="17144">
                  <c:v>24.45</c:v>
                </c:pt>
                <c:pt idx="17145">
                  <c:v>24.45</c:v>
                </c:pt>
                <c:pt idx="17146">
                  <c:v>24.5</c:v>
                </c:pt>
                <c:pt idx="17147">
                  <c:v>24.5</c:v>
                </c:pt>
                <c:pt idx="17148">
                  <c:v>24.5</c:v>
                </c:pt>
                <c:pt idx="17149">
                  <c:v>24.55</c:v>
                </c:pt>
                <c:pt idx="17150">
                  <c:v>24.55</c:v>
                </c:pt>
                <c:pt idx="17151">
                  <c:v>24.55</c:v>
                </c:pt>
                <c:pt idx="17152">
                  <c:v>24.6</c:v>
                </c:pt>
                <c:pt idx="17153">
                  <c:v>24.6</c:v>
                </c:pt>
                <c:pt idx="17154">
                  <c:v>24.65</c:v>
                </c:pt>
                <c:pt idx="17155">
                  <c:v>24.65</c:v>
                </c:pt>
                <c:pt idx="17156">
                  <c:v>24.65</c:v>
                </c:pt>
                <c:pt idx="17157">
                  <c:v>24.7</c:v>
                </c:pt>
                <c:pt idx="17158">
                  <c:v>24.75</c:v>
                </c:pt>
                <c:pt idx="17159">
                  <c:v>24.75</c:v>
                </c:pt>
                <c:pt idx="17160">
                  <c:v>24.75</c:v>
                </c:pt>
                <c:pt idx="17161">
                  <c:v>24.75</c:v>
                </c:pt>
                <c:pt idx="17162">
                  <c:v>24.75</c:v>
                </c:pt>
                <c:pt idx="17163">
                  <c:v>24.75</c:v>
                </c:pt>
                <c:pt idx="17164">
                  <c:v>24.7</c:v>
                </c:pt>
                <c:pt idx="17165">
                  <c:v>24.65</c:v>
                </c:pt>
                <c:pt idx="17166">
                  <c:v>24.6</c:v>
                </c:pt>
                <c:pt idx="17167">
                  <c:v>24.55</c:v>
                </c:pt>
                <c:pt idx="17168">
                  <c:v>24.55</c:v>
                </c:pt>
                <c:pt idx="17169">
                  <c:v>24.5</c:v>
                </c:pt>
                <c:pt idx="17170">
                  <c:v>24.5</c:v>
                </c:pt>
                <c:pt idx="17171">
                  <c:v>24.5</c:v>
                </c:pt>
                <c:pt idx="17172">
                  <c:v>24.5</c:v>
                </c:pt>
                <c:pt idx="17173">
                  <c:v>24.5</c:v>
                </c:pt>
                <c:pt idx="17174">
                  <c:v>24.55</c:v>
                </c:pt>
                <c:pt idx="17175">
                  <c:v>24.5</c:v>
                </c:pt>
                <c:pt idx="17176">
                  <c:v>24.5</c:v>
                </c:pt>
                <c:pt idx="17177">
                  <c:v>24.55</c:v>
                </c:pt>
                <c:pt idx="17178">
                  <c:v>24.55</c:v>
                </c:pt>
                <c:pt idx="17179">
                  <c:v>24.55</c:v>
                </c:pt>
                <c:pt idx="17180">
                  <c:v>24.6</c:v>
                </c:pt>
                <c:pt idx="17181">
                  <c:v>24.6</c:v>
                </c:pt>
                <c:pt idx="17182">
                  <c:v>24.6</c:v>
                </c:pt>
                <c:pt idx="17183">
                  <c:v>24.65</c:v>
                </c:pt>
                <c:pt idx="17184">
                  <c:v>24.65</c:v>
                </c:pt>
                <c:pt idx="17185">
                  <c:v>24.65</c:v>
                </c:pt>
                <c:pt idx="17186">
                  <c:v>24.7</c:v>
                </c:pt>
                <c:pt idx="17187">
                  <c:v>24.7</c:v>
                </c:pt>
                <c:pt idx="17188">
                  <c:v>24.7</c:v>
                </c:pt>
                <c:pt idx="17189">
                  <c:v>24.75</c:v>
                </c:pt>
                <c:pt idx="17190">
                  <c:v>24.75</c:v>
                </c:pt>
                <c:pt idx="17191">
                  <c:v>24.75</c:v>
                </c:pt>
                <c:pt idx="17192">
                  <c:v>24.75</c:v>
                </c:pt>
                <c:pt idx="17193">
                  <c:v>24.7</c:v>
                </c:pt>
                <c:pt idx="17194">
                  <c:v>24.7</c:v>
                </c:pt>
                <c:pt idx="17195">
                  <c:v>24.65</c:v>
                </c:pt>
                <c:pt idx="17196">
                  <c:v>24.6</c:v>
                </c:pt>
                <c:pt idx="17197">
                  <c:v>24.55</c:v>
                </c:pt>
                <c:pt idx="17198">
                  <c:v>24.5</c:v>
                </c:pt>
                <c:pt idx="17199">
                  <c:v>24.5</c:v>
                </c:pt>
                <c:pt idx="17200">
                  <c:v>24.45</c:v>
                </c:pt>
                <c:pt idx="17201">
                  <c:v>24.5</c:v>
                </c:pt>
                <c:pt idx="17202">
                  <c:v>24.5</c:v>
                </c:pt>
                <c:pt idx="17203">
                  <c:v>24.5</c:v>
                </c:pt>
                <c:pt idx="17204">
                  <c:v>24.5</c:v>
                </c:pt>
                <c:pt idx="17205">
                  <c:v>24.5</c:v>
                </c:pt>
                <c:pt idx="17206">
                  <c:v>24.55</c:v>
                </c:pt>
                <c:pt idx="17207">
                  <c:v>24.55</c:v>
                </c:pt>
                <c:pt idx="17208">
                  <c:v>24.55</c:v>
                </c:pt>
                <c:pt idx="17209">
                  <c:v>24.6</c:v>
                </c:pt>
                <c:pt idx="17210">
                  <c:v>24.6</c:v>
                </c:pt>
                <c:pt idx="17211">
                  <c:v>24.6</c:v>
                </c:pt>
                <c:pt idx="17212">
                  <c:v>24.65</c:v>
                </c:pt>
                <c:pt idx="17213">
                  <c:v>24.65</c:v>
                </c:pt>
                <c:pt idx="17214">
                  <c:v>24.7</c:v>
                </c:pt>
                <c:pt idx="17215">
                  <c:v>24.7</c:v>
                </c:pt>
                <c:pt idx="17216">
                  <c:v>24.7</c:v>
                </c:pt>
                <c:pt idx="17217">
                  <c:v>24.75</c:v>
                </c:pt>
                <c:pt idx="17218">
                  <c:v>24.75</c:v>
                </c:pt>
                <c:pt idx="17219">
                  <c:v>24.75</c:v>
                </c:pt>
                <c:pt idx="17220">
                  <c:v>24.75</c:v>
                </c:pt>
                <c:pt idx="17221">
                  <c:v>24.8</c:v>
                </c:pt>
                <c:pt idx="17222">
                  <c:v>24.75</c:v>
                </c:pt>
                <c:pt idx="17223">
                  <c:v>24.75</c:v>
                </c:pt>
                <c:pt idx="17224">
                  <c:v>24.7</c:v>
                </c:pt>
                <c:pt idx="17225">
                  <c:v>24.65</c:v>
                </c:pt>
                <c:pt idx="17226">
                  <c:v>24.6</c:v>
                </c:pt>
                <c:pt idx="17227">
                  <c:v>24.55</c:v>
                </c:pt>
                <c:pt idx="17228">
                  <c:v>24.55</c:v>
                </c:pt>
                <c:pt idx="17229">
                  <c:v>24.5</c:v>
                </c:pt>
                <c:pt idx="17230">
                  <c:v>24.5</c:v>
                </c:pt>
                <c:pt idx="17231">
                  <c:v>24.5</c:v>
                </c:pt>
                <c:pt idx="17232">
                  <c:v>24.45</c:v>
                </c:pt>
                <c:pt idx="17233">
                  <c:v>24.5</c:v>
                </c:pt>
                <c:pt idx="17234">
                  <c:v>24.5</c:v>
                </c:pt>
                <c:pt idx="17235">
                  <c:v>24.5</c:v>
                </c:pt>
                <c:pt idx="17236">
                  <c:v>24.5</c:v>
                </c:pt>
                <c:pt idx="17237">
                  <c:v>24.55</c:v>
                </c:pt>
                <c:pt idx="17238">
                  <c:v>24.55</c:v>
                </c:pt>
                <c:pt idx="17239">
                  <c:v>24.55</c:v>
                </c:pt>
                <c:pt idx="17240">
                  <c:v>24.6</c:v>
                </c:pt>
                <c:pt idx="17241">
                  <c:v>24.6</c:v>
                </c:pt>
                <c:pt idx="17242">
                  <c:v>24.65</c:v>
                </c:pt>
                <c:pt idx="17243">
                  <c:v>24.65</c:v>
                </c:pt>
                <c:pt idx="17244">
                  <c:v>24.7</c:v>
                </c:pt>
                <c:pt idx="17245">
                  <c:v>24.7</c:v>
                </c:pt>
                <c:pt idx="17246">
                  <c:v>24.75</c:v>
                </c:pt>
                <c:pt idx="17247">
                  <c:v>24.75</c:v>
                </c:pt>
                <c:pt idx="17248">
                  <c:v>24.75</c:v>
                </c:pt>
                <c:pt idx="17249">
                  <c:v>24.8</c:v>
                </c:pt>
                <c:pt idx="17250">
                  <c:v>24.8</c:v>
                </c:pt>
                <c:pt idx="17251">
                  <c:v>24.8</c:v>
                </c:pt>
                <c:pt idx="17252">
                  <c:v>24.8</c:v>
                </c:pt>
                <c:pt idx="17253">
                  <c:v>24.75</c:v>
                </c:pt>
                <c:pt idx="17254">
                  <c:v>24.7</c:v>
                </c:pt>
                <c:pt idx="17255">
                  <c:v>24.65</c:v>
                </c:pt>
                <c:pt idx="17256">
                  <c:v>24.6</c:v>
                </c:pt>
                <c:pt idx="17257">
                  <c:v>24.55</c:v>
                </c:pt>
                <c:pt idx="17258">
                  <c:v>24.5</c:v>
                </c:pt>
                <c:pt idx="17259">
                  <c:v>24.5</c:v>
                </c:pt>
                <c:pt idx="17260">
                  <c:v>24.5</c:v>
                </c:pt>
                <c:pt idx="17261">
                  <c:v>24.45</c:v>
                </c:pt>
                <c:pt idx="17262">
                  <c:v>24.5</c:v>
                </c:pt>
                <c:pt idx="17263">
                  <c:v>24.5</c:v>
                </c:pt>
                <c:pt idx="17264">
                  <c:v>24.5</c:v>
                </c:pt>
                <c:pt idx="17265">
                  <c:v>24.5</c:v>
                </c:pt>
                <c:pt idx="17266">
                  <c:v>24.5</c:v>
                </c:pt>
                <c:pt idx="17267">
                  <c:v>24.55</c:v>
                </c:pt>
                <c:pt idx="17268">
                  <c:v>24.55</c:v>
                </c:pt>
                <c:pt idx="17269">
                  <c:v>24.6</c:v>
                </c:pt>
                <c:pt idx="17270">
                  <c:v>24.6</c:v>
                </c:pt>
                <c:pt idx="17271">
                  <c:v>24.6</c:v>
                </c:pt>
                <c:pt idx="17272">
                  <c:v>24.65</c:v>
                </c:pt>
                <c:pt idx="17273">
                  <c:v>24.65</c:v>
                </c:pt>
                <c:pt idx="17274">
                  <c:v>24.7</c:v>
                </c:pt>
                <c:pt idx="17275">
                  <c:v>24.7</c:v>
                </c:pt>
                <c:pt idx="17276">
                  <c:v>24.7</c:v>
                </c:pt>
                <c:pt idx="17277">
                  <c:v>24.75</c:v>
                </c:pt>
                <c:pt idx="17278">
                  <c:v>24.75</c:v>
                </c:pt>
                <c:pt idx="17279">
                  <c:v>24.75</c:v>
                </c:pt>
                <c:pt idx="17280">
                  <c:v>24.8</c:v>
                </c:pt>
                <c:pt idx="17281">
                  <c:v>24.8</c:v>
                </c:pt>
                <c:pt idx="17282">
                  <c:v>24.75</c:v>
                </c:pt>
                <c:pt idx="17283">
                  <c:v>24.75</c:v>
                </c:pt>
                <c:pt idx="17284">
                  <c:v>24.7</c:v>
                </c:pt>
                <c:pt idx="17285">
                  <c:v>24.65</c:v>
                </c:pt>
                <c:pt idx="17286">
                  <c:v>24.6</c:v>
                </c:pt>
                <c:pt idx="17287">
                  <c:v>24.6</c:v>
                </c:pt>
                <c:pt idx="17288">
                  <c:v>24.55</c:v>
                </c:pt>
                <c:pt idx="17289">
                  <c:v>24.5</c:v>
                </c:pt>
                <c:pt idx="17290">
                  <c:v>24.5</c:v>
                </c:pt>
                <c:pt idx="17291">
                  <c:v>24.5</c:v>
                </c:pt>
                <c:pt idx="17292">
                  <c:v>24.5</c:v>
                </c:pt>
                <c:pt idx="17293">
                  <c:v>24.5</c:v>
                </c:pt>
                <c:pt idx="17294">
                  <c:v>24.55</c:v>
                </c:pt>
                <c:pt idx="17295">
                  <c:v>24.55</c:v>
                </c:pt>
                <c:pt idx="17296">
                  <c:v>24.55</c:v>
                </c:pt>
                <c:pt idx="17297">
                  <c:v>24.55</c:v>
                </c:pt>
                <c:pt idx="17298">
                  <c:v>24.55</c:v>
                </c:pt>
                <c:pt idx="17299">
                  <c:v>24.6</c:v>
                </c:pt>
                <c:pt idx="17300">
                  <c:v>24.6</c:v>
                </c:pt>
                <c:pt idx="17301">
                  <c:v>24.6</c:v>
                </c:pt>
                <c:pt idx="17302">
                  <c:v>24.65</c:v>
                </c:pt>
                <c:pt idx="17303">
                  <c:v>24.65</c:v>
                </c:pt>
                <c:pt idx="17304">
                  <c:v>24.7</c:v>
                </c:pt>
                <c:pt idx="17305">
                  <c:v>24.7</c:v>
                </c:pt>
                <c:pt idx="17306">
                  <c:v>24.7</c:v>
                </c:pt>
                <c:pt idx="17307">
                  <c:v>24.75</c:v>
                </c:pt>
                <c:pt idx="17308">
                  <c:v>24.75</c:v>
                </c:pt>
                <c:pt idx="17309">
                  <c:v>24.75</c:v>
                </c:pt>
                <c:pt idx="17310">
                  <c:v>24.8</c:v>
                </c:pt>
                <c:pt idx="17311">
                  <c:v>24.8</c:v>
                </c:pt>
                <c:pt idx="17312">
                  <c:v>24.75</c:v>
                </c:pt>
                <c:pt idx="17313">
                  <c:v>24.75</c:v>
                </c:pt>
                <c:pt idx="17314">
                  <c:v>24.7</c:v>
                </c:pt>
                <c:pt idx="17315">
                  <c:v>24.65</c:v>
                </c:pt>
                <c:pt idx="17316">
                  <c:v>24.6</c:v>
                </c:pt>
                <c:pt idx="17317">
                  <c:v>24.6</c:v>
                </c:pt>
                <c:pt idx="17318">
                  <c:v>24.55</c:v>
                </c:pt>
                <c:pt idx="17319">
                  <c:v>24.55</c:v>
                </c:pt>
                <c:pt idx="17320">
                  <c:v>24.5</c:v>
                </c:pt>
                <c:pt idx="17321">
                  <c:v>24.5</c:v>
                </c:pt>
                <c:pt idx="17322">
                  <c:v>24.5</c:v>
                </c:pt>
                <c:pt idx="17323">
                  <c:v>24.5</c:v>
                </c:pt>
                <c:pt idx="17324">
                  <c:v>24.55</c:v>
                </c:pt>
                <c:pt idx="17325">
                  <c:v>24.55</c:v>
                </c:pt>
                <c:pt idx="17326">
                  <c:v>24.55</c:v>
                </c:pt>
                <c:pt idx="17327">
                  <c:v>24.55</c:v>
                </c:pt>
                <c:pt idx="17328">
                  <c:v>24.6</c:v>
                </c:pt>
                <c:pt idx="17329">
                  <c:v>24.6</c:v>
                </c:pt>
                <c:pt idx="17330">
                  <c:v>24.6</c:v>
                </c:pt>
                <c:pt idx="17331">
                  <c:v>24.6</c:v>
                </c:pt>
                <c:pt idx="17332">
                  <c:v>24.65</c:v>
                </c:pt>
                <c:pt idx="17333">
                  <c:v>24.65</c:v>
                </c:pt>
                <c:pt idx="17334">
                  <c:v>24.7</c:v>
                </c:pt>
                <c:pt idx="17335">
                  <c:v>24.7</c:v>
                </c:pt>
                <c:pt idx="17336">
                  <c:v>24.7</c:v>
                </c:pt>
                <c:pt idx="17337">
                  <c:v>24.7</c:v>
                </c:pt>
                <c:pt idx="17338">
                  <c:v>24.75</c:v>
                </c:pt>
                <c:pt idx="17339">
                  <c:v>24.75</c:v>
                </c:pt>
                <c:pt idx="17340">
                  <c:v>24.75</c:v>
                </c:pt>
                <c:pt idx="17341">
                  <c:v>24.8</c:v>
                </c:pt>
                <c:pt idx="17342">
                  <c:v>24.8</c:v>
                </c:pt>
                <c:pt idx="17343">
                  <c:v>24.75</c:v>
                </c:pt>
                <c:pt idx="17344">
                  <c:v>24.7</c:v>
                </c:pt>
                <c:pt idx="17345">
                  <c:v>24.65</c:v>
                </c:pt>
                <c:pt idx="17346">
                  <c:v>24.6</c:v>
                </c:pt>
                <c:pt idx="17347">
                  <c:v>24.55</c:v>
                </c:pt>
                <c:pt idx="17348">
                  <c:v>24.55</c:v>
                </c:pt>
                <c:pt idx="17349">
                  <c:v>24.5</c:v>
                </c:pt>
                <c:pt idx="17350">
                  <c:v>24.55</c:v>
                </c:pt>
                <c:pt idx="17351">
                  <c:v>24.5</c:v>
                </c:pt>
                <c:pt idx="17352">
                  <c:v>24.5</c:v>
                </c:pt>
                <c:pt idx="17353">
                  <c:v>24.55</c:v>
                </c:pt>
                <c:pt idx="17354">
                  <c:v>24.5</c:v>
                </c:pt>
                <c:pt idx="17355">
                  <c:v>24.55</c:v>
                </c:pt>
                <c:pt idx="17356">
                  <c:v>24.55</c:v>
                </c:pt>
                <c:pt idx="17357">
                  <c:v>24.55</c:v>
                </c:pt>
                <c:pt idx="17358">
                  <c:v>24.55</c:v>
                </c:pt>
                <c:pt idx="17359">
                  <c:v>24.6</c:v>
                </c:pt>
                <c:pt idx="17360">
                  <c:v>24.6</c:v>
                </c:pt>
                <c:pt idx="17361">
                  <c:v>24.6</c:v>
                </c:pt>
                <c:pt idx="17362">
                  <c:v>24.6</c:v>
                </c:pt>
                <c:pt idx="17363">
                  <c:v>24.65</c:v>
                </c:pt>
                <c:pt idx="17364">
                  <c:v>24.65</c:v>
                </c:pt>
                <c:pt idx="17365">
                  <c:v>24.65</c:v>
                </c:pt>
                <c:pt idx="17366">
                  <c:v>24.7</c:v>
                </c:pt>
                <c:pt idx="17367">
                  <c:v>24.7</c:v>
                </c:pt>
                <c:pt idx="17368">
                  <c:v>24.7</c:v>
                </c:pt>
                <c:pt idx="17369">
                  <c:v>24.75</c:v>
                </c:pt>
                <c:pt idx="17370">
                  <c:v>24.75</c:v>
                </c:pt>
                <c:pt idx="17371">
                  <c:v>24.75</c:v>
                </c:pt>
                <c:pt idx="17372">
                  <c:v>24.75</c:v>
                </c:pt>
                <c:pt idx="17373">
                  <c:v>24.75</c:v>
                </c:pt>
                <c:pt idx="17374">
                  <c:v>24.7</c:v>
                </c:pt>
                <c:pt idx="17375">
                  <c:v>24.65</c:v>
                </c:pt>
                <c:pt idx="17376">
                  <c:v>24.6</c:v>
                </c:pt>
                <c:pt idx="17377">
                  <c:v>24.6</c:v>
                </c:pt>
                <c:pt idx="17378">
                  <c:v>24.55</c:v>
                </c:pt>
                <c:pt idx="17379">
                  <c:v>24.5</c:v>
                </c:pt>
                <c:pt idx="17380">
                  <c:v>24.5</c:v>
                </c:pt>
                <c:pt idx="17381">
                  <c:v>24.5</c:v>
                </c:pt>
                <c:pt idx="17382">
                  <c:v>24.5</c:v>
                </c:pt>
                <c:pt idx="17383">
                  <c:v>24.5</c:v>
                </c:pt>
                <c:pt idx="17384">
                  <c:v>24.55</c:v>
                </c:pt>
                <c:pt idx="17385">
                  <c:v>24.55</c:v>
                </c:pt>
                <c:pt idx="17386">
                  <c:v>24.55</c:v>
                </c:pt>
                <c:pt idx="17387">
                  <c:v>24.55</c:v>
                </c:pt>
                <c:pt idx="17388">
                  <c:v>24.55</c:v>
                </c:pt>
                <c:pt idx="17389">
                  <c:v>24.55</c:v>
                </c:pt>
                <c:pt idx="17390">
                  <c:v>24.6</c:v>
                </c:pt>
                <c:pt idx="17391">
                  <c:v>24.6</c:v>
                </c:pt>
                <c:pt idx="17392">
                  <c:v>24.6</c:v>
                </c:pt>
                <c:pt idx="17393">
                  <c:v>24.65</c:v>
                </c:pt>
                <c:pt idx="17394">
                  <c:v>24.65</c:v>
                </c:pt>
                <c:pt idx="17395">
                  <c:v>24.7</c:v>
                </c:pt>
                <c:pt idx="17396">
                  <c:v>24.7</c:v>
                </c:pt>
                <c:pt idx="17397">
                  <c:v>24.7</c:v>
                </c:pt>
                <c:pt idx="17398">
                  <c:v>24.75</c:v>
                </c:pt>
                <c:pt idx="17399">
                  <c:v>24.75</c:v>
                </c:pt>
                <c:pt idx="17400">
                  <c:v>24.75</c:v>
                </c:pt>
                <c:pt idx="17401">
                  <c:v>24.75</c:v>
                </c:pt>
                <c:pt idx="17402">
                  <c:v>24.75</c:v>
                </c:pt>
                <c:pt idx="17403">
                  <c:v>24.75</c:v>
                </c:pt>
                <c:pt idx="17404">
                  <c:v>24.7</c:v>
                </c:pt>
                <c:pt idx="17405">
                  <c:v>24.65</c:v>
                </c:pt>
                <c:pt idx="17406">
                  <c:v>24.6</c:v>
                </c:pt>
                <c:pt idx="17407">
                  <c:v>24.55</c:v>
                </c:pt>
                <c:pt idx="17408">
                  <c:v>24.55</c:v>
                </c:pt>
                <c:pt idx="17409">
                  <c:v>24.5</c:v>
                </c:pt>
                <c:pt idx="17410">
                  <c:v>24.55</c:v>
                </c:pt>
                <c:pt idx="17411">
                  <c:v>24.5</c:v>
                </c:pt>
                <c:pt idx="17412">
                  <c:v>24.5</c:v>
                </c:pt>
                <c:pt idx="17413">
                  <c:v>24.5</c:v>
                </c:pt>
                <c:pt idx="17414">
                  <c:v>24.5</c:v>
                </c:pt>
                <c:pt idx="17415">
                  <c:v>24.55</c:v>
                </c:pt>
                <c:pt idx="17416">
                  <c:v>24.55</c:v>
                </c:pt>
                <c:pt idx="17417">
                  <c:v>24.55</c:v>
                </c:pt>
                <c:pt idx="17418">
                  <c:v>24.55</c:v>
                </c:pt>
                <c:pt idx="17419">
                  <c:v>24.6</c:v>
                </c:pt>
                <c:pt idx="17420">
                  <c:v>24.6</c:v>
                </c:pt>
                <c:pt idx="17421">
                  <c:v>24.6</c:v>
                </c:pt>
                <c:pt idx="17422">
                  <c:v>24.65</c:v>
                </c:pt>
                <c:pt idx="17423">
                  <c:v>24.65</c:v>
                </c:pt>
                <c:pt idx="17424">
                  <c:v>24.65</c:v>
                </c:pt>
                <c:pt idx="17425">
                  <c:v>24.7</c:v>
                </c:pt>
                <c:pt idx="17426">
                  <c:v>24.7</c:v>
                </c:pt>
                <c:pt idx="17427">
                  <c:v>24.75</c:v>
                </c:pt>
                <c:pt idx="17428">
                  <c:v>24.8</c:v>
                </c:pt>
                <c:pt idx="17429">
                  <c:v>24.8</c:v>
                </c:pt>
                <c:pt idx="17430">
                  <c:v>24.8</c:v>
                </c:pt>
                <c:pt idx="17431">
                  <c:v>24.8</c:v>
                </c:pt>
                <c:pt idx="17432">
                  <c:v>24.8</c:v>
                </c:pt>
                <c:pt idx="17433">
                  <c:v>24.75</c:v>
                </c:pt>
                <c:pt idx="17434">
                  <c:v>24.75</c:v>
                </c:pt>
                <c:pt idx="17435">
                  <c:v>24.7</c:v>
                </c:pt>
                <c:pt idx="17436">
                  <c:v>24.6</c:v>
                </c:pt>
                <c:pt idx="17437">
                  <c:v>24.6</c:v>
                </c:pt>
                <c:pt idx="17438">
                  <c:v>24.55</c:v>
                </c:pt>
                <c:pt idx="17439">
                  <c:v>24.55</c:v>
                </c:pt>
                <c:pt idx="17440">
                  <c:v>24.5</c:v>
                </c:pt>
                <c:pt idx="17441">
                  <c:v>24.5</c:v>
                </c:pt>
                <c:pt idx="17442">
                  <c:v>24.5</c:v>
                </c:pt>
                <c:pt idx="17443">
                  <c:v>24.5</c:v>
                </c:pt>
                <c:pt idx="17444">
                  <c:v>24.5</c:v>
                </c:pt>
                <c:pt idx="17445">
                  <c:v>24.5</c:v>
                </c:pt>
                <c:pt idx="17446">
                  <c:v>24.5</c:v>
                </c:pt>
                <c:pt idx="17447">
                  <c:v>24.5</c:v>
                </c:pt>
                <c:pt idx="17448">
                  <c:v>24.55</c:v>
                </c:pt>
                <c:pt idx="17449">
                  <c:v>24.55</c:v>
                </c:pt>
                <c:pt idx="17450">
                  <c:v>24.55</c:v>
                </c:pt>
                <c:pt idx="17451">
                  <c:v>24.6</c:v>
                </c:pt>
                <c:pt idx="17452">
                  <c:v>24.65</c:v>
                </c:pt>
                <c:pt idx="17453">
                  <c:v>24.65</c:v>
                </c:pt>
                <c:pt idx="17454">
                  <c:v>24.7</c:v>
                </c:pt>
                <c:pt idx="17455">
                  <c:v>24.7</c:v>
                </c:pt>
                <c:pt idx="17456">
                  <c:v>24.7</c:v>
                </c:pt>
                <c:pt idx="17457">
                  <c:v>24.75</c:v>
                </c:pt>
                <c:pt idx="17458">
                  <c:v>24.75</c:v>
                </c:pt>
                <c:pt idx="17459">
                  <c:v>24.8</c:v>
                </c:pt>
                <c:pt idx="17460">
                  <c:v>24.8</c:v>
                </c:pt>
                <c:pt idx="17461">
                  <c:v>24.8</c:v>
                </c:pt>
                <c:pt idx="17462">
                  <c:v>24.8</c:v>
                </c:pt>
                <c:pt idx="17463">
                  <c:v>24.75</c:v>
                </c:pt>
                <c:pt idx="17464">
                  <c:v>24.7</c:v>
                </c:pt>
                <c:pt idx="17465">
                  <c:v>24.7</c:v>
                </c:pt>
                <c:pt idx="17466">
                  <c:v>24.65</c:v>
                </c:pt>
                <c:pt idx="17467">
                  <c:v>24.65</c:v>
                </c:pt>
                <c:pt idx="17468">
                  <c:v>24.6</c:v>
                </c:pt>
                <c:pt idx="17469">
                  <c:v>24.55</c:v>
                </c:pt>
                <c:pt idx="17470">
                  <c:v>24.55</c:v>
                </c:pt>
                <c:pt idx="17471">
                  <c:v>24.5</c:v>
                </c:pt>
                <c:pt idx="17472">
                  <c:v>24.5</c:v>
                </c:pt>
                <c:pt idx="17473">
                  <c:v>24.5</c:v>
                </c:pt>
                <c:pt idx="17474">
                  <c:v>24.5</c:v>
                </c:pt>
                <c:pt idx="17475">
                  <c:v>24.5</c:v>
                </c:pt>
                <c:pt idx="17476">
                  <c:v>24.55</c:v>
                </c:pt>
                <c:pt idx="17477">
                  <c:v>24.55</c:v>
                </c:pt>
                <c:pt idx="17478">
                  <c:v>24.55</c:v>
                </c:pt>
                <c:pt idx="17479">
                  <c:v>24.55</c:v>
                </c:pt>
                <c:pt idx="17480">
                  <c:v>24.6</c:v>
                </c:pt>
                <c:pt idx="17481">
                  <c:v>24.6</c:v>
                </c:pt>
                <c:pt idx="17482">
                  <c:v>24.65</c:v>
                </c:pt>
                <c:pt idx="17483">
                  <c:v>24.65</c:v>
                </c:pt>
                <c:pt idx="17484">
                  <c:v>24.7</c:v>
                </c:pt>
                <c:pt idx="17485">
                  <c:v>24.7</c:v>
                </c:pt>
                <c:pt idx="17486">
                  <c:v>24.7</c:v>
                </c:pt>
                <c:pt idx="17487">
                  <c:v>24.7</c:v>
                </c:pt>
                <c:pt idx="17488">
                  <c:v>24.75</c:v>
                </c:pt>
                <c:pt idx="17489">
                  <c:v>24.75</c:v>
                </c:pt>
                <c:pt idx="17490">
                  <c:v>24.75</c:v>
                </c:pt>
                <c:pt idx="17491">
                  <c:v>24.75</c:v>
                </c:pt>
                <c:pt idx="17492">
                  <c:v>24.75</c:v>
                </c:pt>
                <c:pt idx="17493">
                  <c:v>24.75</c:v>
                </c:pt>
                <c:pt idx="17494">
                  <c:v>24.7</c:v>
                </c:pt>
                <c:pt idx="17495">
                  <c:v>24.65</c:v>
                </c:pt>
                <c:pt idx="17496">
                  <c:v>24.6</c:v>
                </c:pt>
                <c:pt idx="17497">
                  <c:v>24.55</c:v>
                </c:pt>
                <c:pt idx="17498">
                  <c:v>24.55</c:v>
                </c:pt>
                <c:pt idx="17499">
                  <c:v>24.5</c:v>
                </c:pt>
                <c:pt idx="17500">
                  <c:v>24.5</c:v>
                </c:pt>
                <c:pt idx="17501">
                  <c:v>24.45</c:v>
                </c:pt>
                <c:pt idx="17502">
                  <c:v>24.45</c:v>
                </c:pt>
                <c:pt idx="17503">
                  <c:v>24.45</c:v>
                </c:pt>
                <c:pt idx="17504">
                  <c:v>24.45</c:v>
                </c:pt>
                <c:pt idx="17505">
                  <c:v>24.45</c:v>
                </c:pt>
                <c:pt idx="17506">
                  <c:v>24.5</c:v>
                </c:pt>
                <c:pt idx="17507">
                  <c:v>24.5</c:v>
                </c:pt>
                <c:pt idx="17508">
                  <c:v>24.55</c:v>
                </c:pt>
                <c:pt idx="17509">
                  <c:v>24.55</c:v>
                </c:pt>
                <c:pt idx="17510">
                  <c:v>24.55</c:v>
                </c:pt>
                <c:pt idx="17511">
                  <c:v>24.6</c:v>
                </c:pt>
                <c:pt idx="17512">
                  <c:v>24.6</c:v>
                </c:pt>
                <c:pt idx="17513">
                  <c:v>24.65</c:v>
                </c:pt>
                <c:pt idx="17514">
                  <c:v>24.65</c:v>
                </c:pt>
                <c:pt idx="17515">
                  <c:v>24.7</c:v>
                </c:pt>
                <c:pt idx="17516">
                  <c:v>24.7</c:v>
                </c:pt>
                <c:pt idx="17517">
                  <c:v>24.75</c:v>
                </c:pt>
                <c:pt idx="17518">
                  <c:v>24.75</c:v>
                </c:pt>
                <c:pt idx="17519">
                  <c:v>24.8</c:v>
                </c:pt>
                <c:pt idx="17520">
                  <c:v>24.8</c:v>
                </c:pt>
                <c:pt idx="17521">
                  <c:v>24.8</c:v>
                </c:pt>
                <c:pt idx="17522">
                  <c:v>24.8</c:v>
                </c:pt>
                <c:pt idx="17523">
                  <c:v>24.75</c:v>
                </c:pt>
                <c:pt idx="17524">
                  <c:v>24.7</c:v>
                </c:pt>
                <c:pt idx="17525">
                  <c:v>24.65</c:v>
                </c:pt>
                <c:pt idx="17526">
                  <c:v>24.6</c:v>
                </c:pt>
                <c:pt idx="17527">
                  <c:v>24.55</c:v>
                </c:pt>
                <c:pt idx="17528">
                  <c:v>24.5</c:v>
                </c:pt>
                <c:pt idx="17529">
                  <c:v>24.5</c:v>
                </c:pt>
                <c:pt idx="17530">
                  <c:v>24.5</c:v>
                </c:pt>
                <c:pt idx="17531">
                  <c:v>24.5</c:v>
                </c:pt>
                <c:pt idx="17532">
                  <c:v>24.5</c:v>
                </c:pt>
                <c:pt idx="17533">
                  <c:v>24.5</c:v>
                </c:pt>
                <c:pt idx="17534">
                  <c:v>24.45</c:v>
                </c:pt>
                <c:pt idx="17535">
                  <c:v>24.5</c:v>
                </c:pt>
                <c:pt idx="17536">
                  <c:v>24.5</c:v>
                </c:pt>
                <c:pt idx="17537">
                  <c:v>24.5</c:v>
                </c:pt>
                <c:pt idx="17538">
                  <c:v>24.5</c:v>
                </c:pt>
                <c:pt idx="17539">
                  <c:v>24.55</c:v>
                </c:pt>
                <c:pt idx="17540">
                  <c:v>24.55</c:v>
                </c:pt>
                <c:pt idx="17541">
                  <c:v>24.55</c:v>
                </c:pt>
                <c:pt idx="17542">
                  <c:v>24.6</c:v>
                </c:pt>
                <c:pt idx="17543">
                  <c:v>24.6</c:v>
                </c:pt>
                <c:pt idx="17544">
                  <c:v>24.65</c:v>
                </c:pt>
                <c:pt idx="17545">
                  <c:v>24.65</c:v>
                </c:pt>
                <c:pt idx="17546">
                  <c:v>24.7</c:v>
                </c:pt>
                <c:pt idx="17547">
                  <c:v>24.7</c:v>
                </c:pt>
                <c:pt idx="17548">
                  <c:v>24.75</c:v>
                </c:pt>
                <c:pt idx="17549">
                  <c:v>24.75</c:v>
                </c:pt>
                <c:pt idx="17550">
                  <c:v>24.75</c:v>
                </c:pt>
                <c:pt idx="17551">
                  <c:v>24.75</c:v>
                </c:pt>
                <c:pt idx="17552">
                  <c:v>24.75</c:v>
                </c:pt>
                <c:pt idx="17553">
                  <c:v>24.7</c:v>
                </c:pt>
                <c:pt idx="17554">
                  <c:v>24.7</c:v>
                </c:pt>
                <c:pt idx="17555">
                  <c:v>24.6</c:v>
                </c:pt>
                <c:pt idx="17556">
                  <c:v>24.55</c:v>
                </c:pt>
                <c:pt idx="17557">
                  <c:v>24.5</c:v>
                </c:pt>
                <c:pt idx="17558">
                  <c:v>24.5</c:v>
                </c:pt>
                <c:pt idx="17559">
                  <c:v>24.5</c:v>
                </c:pt>
                <c:pt idx="17560">
                  <c:v>24.5</c:v>
                </c:pt>
                <c:pt idx="17561">
                  <c:v>24.45</c:v>
                </c:pt>
                <c:pt idx="17562">
                  <c:v>24.45</c:v>
                </c:pt>
                <c:pt idx="17563">
                  <c:v>24.45</c:v>
                </c:pt>
                <c:pt idx="17564">
                  <c:v>24.45</c:v>
                </c:pt>
                <c:pt idx="17565">
                  <c:v>24.5</c:v>
                </c:pt>
                <c:pt idx="17566">
                  <c:v>24.5</c:v>
                </c:pt>
                <c:pt idx="17567">
                  <c:v>24.5</c:v>
                </c:pt>
                <c:pt idx="17568">
                  <c:v>24.55</c:v>
                </c:pt>
                <c:pt idx="17569">
                  <c:v>24.55</c:v>
                </c:pt>
                <c:pt idx="17570">
                  <c:v>24.6</c:v>
                </c:pt>
                <c:pt idx="17571">
                  <c:v>24.6</c:v>
                </c:pt>
                <c:pt idx="17572">
                  <c:v>24.6</c:v>
                </c:pt>
                <c:pt idx="17573">
                  <c:v>24.6</c:v>
                </c:pt>
                <c:pt idx="17574">
                  <c:v>24.65</c:v>
                </c:pt>
                <c:pt idx="17575">
                  <c:v>24.65</c:v>
                </c:pt>
                <c:pt idx="17576">
                  <c:v>24.7</c:v>
                </c:pt>
                <c:pt idx="17577">
                  <c:v>24.7</c:v>
                </c:pt>
                <c:pt idx="17578">
                  <c:v>24.75</c:v>
                </c:pt>
                <c:pt idx="17579">
                  <c:v>24.75</c:v>
                </c:pt>
                <c:pt idx="17580">
                  <c:v>24.75</c:v>
                </c:pt>
                <c:pt idx="17581">
                  <c:v>24.75</c:v>
                </c:pt>
                <c:pt idx="17582">
                  <c:v>24.75</c:v>
                </c:pt>
                <c:pt idx="17583">
                  <c:v>24.75</c:v>
                </c:pt>
                <c:pt idx="17584">
                  <c:v>24.7</c:v>
                </c:pt>
                <c:pt idx="17585">
                  <c:v>24.65</c:v>
                </c:pt>
                <c:pt idx="17586">
                  <c:v>24.6</c:v>
                </c:pt>
                <c:pt idx="17587">
                  <c:v>24.55</c:v>
                </c:pt>
                <c:pt idx="17588">
                  <c:v>24.5</c:v>
                </c:pt>
                <c:pt idx="17589">
                  <c:v>24.45</c:v>
                </c:pt>
                <c:pt idx="17590">
                  <c:v>24.45</c:v>
                </c:pt>
                <c:pt idx="17591">
                  <c:v>24.45</c:v>
                </c:pt>
                <c:pt idx="17592">
                  <c:v>24.45</c:v>
                </c:pt>
                <c:pt idx="17593">
                  <c:v>24.45</c:v>
                </c:pt>
                <c:pt idx="17594">
                  <c:v>24.45</c:v>
                </c:pt>
                <c:pt idx="17595">
                  <c:v>24.45</c:v>
                </c:pt>
                <c:pt idx="17596">
                  <c:v>24.45</c:v>
                </c:pt>
                <c:pt idx="17597">
                  <c:v>24.5</c:v>
                </c:pt>
                <c:pt idx="17598">
                  <c:v>24.5</c:v>
                </c:pt>
                <c:pt idx="17599">
                  <c:v>24.5</c:v>
                </c:pt>
                <c:pt idx="17600">
                  <c:v>24.55</c:v>
                </c:pt>
                <c:pt idx="17601">
                  <c:v>24.55</c:v>
                </c:pt>
                <c:pt idx="17602">
                  <c:v>24.6</c:v>
                </c:pt>
                <c:pt idx="17603">
                  <c:v>24.6</c:v>
                </c:pt>
                <c:pt idx="17604">
                  <c:v>24.65</c:v>
                </c:pt>
                <c:pt idx="17605">
                  <c:v>24.65</c:v>
                </c:pt>
                <c:pt idx="17606">
                  <c:v>24.65</c:v>
                </c:pt>
                <c:pt idx="17607">
                  <c:v>24.7</c:v>
                </c:pt>
                <c:pt idx="17608">
                  <c:v>24.7</c:v>
                </c:pt>
                <c:pt idx="17609">
                  <c:v>24.75</c:v>
                </c:pt>
                <c:pt idx="17610">
                  <c:v>24.75</c:v>
                </c:pt>
                <c:pt idx="17611">
                  <c:v>24.8</c:v>
                </c:pt>
                <c:pt idx="17612">
                  <c:v>24.75</c:v>
                </c:pt>
                <c:pt idx="17613">
                  <c:v>24.75</c:v>
                </c:pt>
                <c:pt idx="17614">
                  <c:v>24.7</c:v>
                </c:pt>
                <c:pt idx="17615">
                  <c:v>24.65</c:v>
                </c:pt>
                <c:pt idx="17616">
                  <c:v>24.6</c:v>
                </c:pt>
                <c:pt idx="17617">
                  <c:v>24.55</c:v>
                </c:pt>
                <c:pt idx="17618">
                  <c:v>24.5</c:v>
                </c:pt>
                <c:pt idx="17619">
                  <c:v>24.5</c:v>
                </c:pt>
                <c:pt idx="17620">
                  <c:v>24.45</c:v>
                </c:pt>
                <c:pt idx="17621">
                  <c:v>24.45</c:v>
                </c:pt>
                <c:pt idx="17622">
                  <c:v>24.45</c:v>
                </c:pt>
                <c:pt idx="17623">
                  <c:v>24.45</c:v>
                </c:pt>
                <c:pt idx="17624">
                  <c:v>24.45</c:v>
                </c:pt>
                <c:pt idx="17625">
                  <c:v>24.45</c:v>
                </c:pt>
                <c:pt idx="17626">
                  <c:v>24.5</c:v>
                </c:pt>
                <c:pt idx="17627">
                  <c:v>24.5</c:v>
                </c:pt>
                <c:pt idx="17628">
                  <c:v>24.5</c:v>
                </c:pt>
                <c:pt idx="17629">
                  <c:v>24.55</c:v>
                </c:pt>
                <c:pt idx="17630">
                  <c:v>24.55</c:v>
                </c:pt>
                <c:pt idx="17631">
                  <c:v>24.6</c:v>
                </c:pt>
                <c:pt idx="17632">
                  <c:v>24.6</c:v>
                </c:pt>
                <c:pt idx="17633">
                  <c:v>24.6</c:v>
                </c:pt>
                <c:pt idx="17634">
                  <c:v>24.65</c:v>
                </c:pt>
                <c:pt idx="17635">
                  <c:v>24.65</c:v>
                </c:pt>
                <c:pt idx="17636">
                  <c:v>24.65</c:v>
                </c:pt>
                <c:pt idx="17637">
                  <c:v>24.7</c:v>
                </c:pt>
                <c:pt idx="17638">
                  <c:v>24.7</c:v>
                </c:pt>
                <c:pt idx="17639">
                  <c:v>24.7</c:v>
                </c:pt>
                <c:pt idx="17640">
                  <c:v>24.75</c:v>
                </c:pt>
                <c:pt idx="17641">
                  <c:v>24.75</c:v>
                </c:pt>
                <c:pt idx="17642">
                  <c:v>24.7</c:v>
                </c:pt>
                <c:pt idx="17643">
                  <c:v>24.7</c:v>
                </c:pt>
                <c:pt idx="17644">
                  <c:v>24.65</c:v>
                </c:pt>
                <c:pt idx="17645">
                  <c:v>24.6</c:v>
                </c:pt>
                <c:pt idx="17646">
                  <c:v>24.55</c:v>
                </c:pt>
                <c:pt idx="17647">
                  <c:v>24.5</c:v>
                </c:pt>
                <c:pt idx="17648">
                  <c:v>24.5</c:v>
                </c:pt>
                <c:pt idx="17649">
                  <c:v>24.5</c:v>
                </c:pt>
                <c:pt idx="17650">
                  <c:v>24.45</c:v>
                </c:pt>
                <c:pt idx="17651">
                  <c:v>24.45</c:v>
                </c:pt>
                <c:pt idx="17652">
                  <c:v>24.45</c:v>
                </c:pt>
                <c:pt idx="17653">
                  <c:v>24.45</c:v>
                </c:pt>
                <c:pt idx="17654">
                  <c:v>24.45</c:v>
                </c:pt>
                <c:pt idx="17655">
                  <c:v>24.5</c:v>
                </c:pt>
                <c:pt idx="17656">
                  <c:v>24.5</c:v>
                </c:pt>
                <c:pt idx="17657">
                  <c:v>24.5</c:v>
                </c:pt>
                <c:pt idx="17658">
                  <c:v>24.5</c:v>
                </c:pt>
                <c:pt idx="17659">
                  <c:v>24.55</c:v>
                </c:pt>
                <c:pt idx="17660">
                  <c:v>24.55</c:v>
                </c:pt>
                <c:pt idx="17661">
                  <c:v>24.6</c:v>
                </c:pt>
                <c:pt idx="17662">
                  <c:v>24.6</c:v>
                </c:pt>
                <c:pt idx="17663">
                  <c:v>24.6</c:v>
                </c:pt>
                <c:pt idx="17664">
                  <c:v>24.65</c:v>
                </c:pt>
                <c:pt idx="17665">
                  <c:v>24.65</c:v>
                </c:pt>
                <c:pt idx="17666">
                  <c:v>24.65</c:v>
                </c:pt>
                <c:pt idx="17667">
                  <c:v>24.7</c:v>
                </c:pt>
                <c:pt idx="17668">
                  <c:v>24.7</c:v>
                </c:pt>
                <c:pt idx="17669">
                  <c:v>24.75</c:v>
                </c:pt>
                <c:pt idx="17670">
                  <c:v>24.75</c:v>
                </c:pt>
                <c:pt idx="17671">
                  <c:v>24.75</c:v>
                </c:pt>
                <c:pt idx="17672">
                  <c:v>24.75</c:v>
                </c:pt>
                <c:pt idx="17673">
                  <c:v>24.7</c:v>
                </c:pt>
                <c:pt idx="17674">
                  <c:v>24.7</c:v>
                </c:pt>
                <c:pt idx="17675">
                  <c:v>24.65</c:v>
                </c:pt>
                <c:pt idx="17676">
                  <c:v>24.55</c:v>
                </c:pt>
                <c:pt idx="17677">
                  <c:v>24.55</c:v>
                </c:pt>
                <c:pt idx="17678">
                  <c:v>24.55</c:v>
                </c:pt>
                <c:pt idx="17679">
                  <c:v>24.55</c:v>
                </c:pt>
                <c:pt idx="17680">
                  <c:v>24.5</c:v>
                </c:pt>
                <c:pt idx="17681">
                  <c:v>24.5</c:v>
                </c:pt>
                <c:pt idx="17682">
                  <c:v>24.5</c:v>
                </c:pt>
                <c:pt idx="17683">
                  <c:v>24.5</c:v>
                </c:pt>
                <c:pt idx="17684">
                  <c:v>24.55</c:v>
                </c:pt>
                <c:pt idx="17685">
                  <c:v>24.55</c:v>
                </c:pt>
                <c:pt idx="17686">
                  <c:v>24.55</c:v>
                </c:pt>
                <c:pt idx="17687">
                  <c:v>24.55</c:v>
                </c:pt>
                <c:pt idx="17688">
                  <c:v>24.55</c:v>
                </c:pt>
                <c:pt idx="17689">
                  <c:v>24.6</c:v>
                </c:pt>
                <c:pt idx="17690">
                  <c:v>24.6</c:v>
                </c:pt>
                <c:pt idx="17691">
                  <c:v>24.6</c:v>
                </c:pt>
                <c:pt idx="17692">
                  <c:v>24.65</c:v>
                </c:pt>
                <c:pt idx="17693">
                  <c:v>24.65</c:v>
                </c:pt>
                <c:pt idx="17694">
                  <c:v>24.7</c:v>
                </c:pt>
                <c:pt idx="17695">
                  <c:v>24.7</c:v>
                </c:pt>
                <c:pt idx="17696">
                  <c:v>24.7</c:v>
                </c:pt>
                <c:pt idx="17697">
                  <c:v>24.75</c:v>
                </c:pt>
                <c:pt idx="17698">
                  <c:v>24.75</c:v>
                </c:pt>
                <c:pt idx="17699">
                  <c:v>24.8</c:v>
                </c:pt>
                <c:pt idx="17700">
                  <c:v>24.8</c:v>
                </c:pt>
                <c:pt idx="17701">
                  <c:v>24.8</c:v>
                </c:pt>
                <c:pt idx="17702">
                  <c:v>24.8</c:v>
                </c:pt>
                <c:pt idx="17703">
                  <c:v>24.75</c:v>
                </c:pt>
                <c:pt idx="17704">
                  <c:v>24.7</c:v>
                </c:pt>
                <c:pt idx="17705">
                  <c:v>24.65</c:v>
                </c:pt>
                <c:pt idx="17706">
                  <c:v>24.6</c:v>
                </c:pt>
                <c:pt idx="17707">
                  <c:v>24.55</c:v>
                </c:pt>
                <c:pt idx="17708">
                  <c:v>24.55</c:v>
                </c:pt>
                <c:pt idx="17709">
                  <c:v>24.5</c:v>
                </c:pt>
                <c:pt idx="17710">
                  <c:v>24.5</c:v>
                </c:pt>
                <c:pt idx="17711">
                  <c:v>24.5</c:v>
                </c:pt>
                <c:pt idx="17712">
                  <c:v>24.5</c:v>
                </c:pt>
                <c:pt idx="17713">
                  <c:v>24.5</c:v>
                </c:pt>
                <c:pt idx="17714">
                  <c:v>24.5</c:v>
                </c:pt>
                <c:pt idx="17715">
                  <c:v>24.5</c:v>
                </c:pt>
                <c:pt idx="17716">
                  <c:v>24.5</c:v>
                </c:pt>
                <c:pt idx="17717">
                  <c:v>24.55</c:v>
                </c:pt>
                <c:pt idx="17718">
                  <c:v>24.55</c:v>
                </c:pt>
                <c:pt idx="17719">
                  <c:v>24.6</c:v>
                </c:pt>
                <c:pt idx="17720">
                  <c:v>24.6</c:v>
                </c:pt>
                <c:pt idx="17721">
                  <c:v>24.65</c:v>
                </c:pt>
                <c:pt idx="17722">
                  <c:v>24.65</c:v>
                </c:pt>
                <c:pt idx="17723">
                  <c:v>24.65</c:v>
                </c:pt>
                <c:pt idx="17724">
                  <c:v>24.7</c:v>
                </c:pt>
                <c:pt idx="17725">
                  <c:v>24.65</c:v>
                </c:pt>
                <c:pt idx="17726">
                  <c:v>24.7</c:v>
                </c:pt>
                <c:pt idx="17727">
                  <c:v>24.7</c:v>
                </c:pt>
                <c:pt idx="17728">
                  <c:v>24.75</c:v>
                </c:pt>
                <c:pt idx="17729">
                  <c:v>24.75</c:v>
                </c:pt>
                <c:pt idx="17730">
                  <c:v>24.75</c:v>
                </c:pt>
                <c:pt idx="17731">
                  <c:v>24.8</c:v>
                </c:pt>
                <c:pt idx="17732">
                  <c:v>24.75</c:v>
                </c:pt>
                <c:pt idx="17733">
                  <c:v>24.75</c:v>
                </c:pt>
                <c:pt idx="17734">
                  <c:v>24.7</c:v>
                </c:pt>
                <c:pt idx="17735">
                  <c:v>24.65</c:v>
                </c:pt>
                <c:pt idx="17736">
                  <c:v>24.6</c:v>
                </c:pt>
                <c:pt idx="17737">
                  <c:v>24.6</c:v>
                </c:pt>
                <c:pt idx="17738">
                  <c:v>24.55</c:v>
                </c:pt>
                <c:pt idx="17739">
                  <c:v>24.55</c:v>
                </c:pt>
                <c:pt idx="17740">
                  <c:v>24.55</c:v>
                </c:pt>
                <c:pt idx="17741">
                  <c:v>24.5</c:v>
                </c:pt>
                <c:pt idx="17742">
                  <c:v>24.5</c:v>
                </c:pt>
                <c:pt idx="17743">
                  <c:v>24.5</c:v>
                </c:pt>
                <c:pt idx="17744">
                  <c:v>24.5</c:v>
                </c:pt>
                <c:pt idx="17745">
                  <c:v>24.5</c:v>
                </c:pt>
                <c:pt idx="17746">
                  <c:v>24.5</c:v>
                </c:pt>
                <c:pt idx="17747">
                  <c:v>24.55</c:v>
                </c:pt>
                <c:pt idx="17748">
                  <c:v>24.55</c:v>
                </c:pt>
                <c:pt idx="17749">
                  <c:v>24.55</c:v>
                </c:pt>
                <c:pt idx="17750">
                  <c:v>24.6</c:v>
                </c:pt>
                <c:pt idx="17751">
                  <c:v>24.6</c:v>
                </c:pt>
                <c:pt idx="17752">
                  <c:v>24.65</c:v>
                </c:pt>
                <c:pt idx="17753">
                  <c:v>24.65</c:v>
                </c:pt>
                <c:pt idx="17754">
                  <c:v>24.65</c:v>
                </c:pt>
                <c:pt idx="17755">
                  <c:v>24.7</c:v>
                </c:pt>
                <c:pt idx="17756">
                  <c:v>24.65</c:v>
                </c:pt>
                <c:pt idx="17757">
                  <c:v>24.7</c:v>
                </c:pt>
                <c:pt idx="17758">
                  <c:v>24.7</c:v>
                </c:pt>
                <c:pt idx="17759">
                  <c:v>24.7</c:v>
                </c:pt>
                <c:pt idx="17760">
                  <c:v>24.75</c:v>
                </c:pt>
                <c:pt idx="17761">
                  <c:v>24.8</c:v>
                </c:pt>
                <c:pt idx="17762">
                  <c:v>24.75</c:v>
                </c:pt>
                <c:pt idx="17763">
                  <c:v>24.75</c:v>
                </c:pt>
                <c:pt idx="17764">
                  <c:v>24.7</c:v>
                </c:pt>
                <c:pt idx="17765">
                  <c:v>24.65</c:v>
                </c:pt>
                <c:pt idx="17766">
                  <c:v>24.6</c:v>
                </c:pt>
                <c:pt idx="17767">
                  <c:v>24.55</c:v>
                </c:pt>
                <c:pt idx="17768">
                  <c:v>24.55</c:v>
                </c:pt>
                <c:pt idx="17769">
                  <c:v>24.55</c:v>
                </c:pt>
                <c:pt idx="17770">
                  <c:v>24.5</c:v>
                </c:pt>
                <c:pt idx="17771">
                  <c:v>24.5</c:v>
                </c:pt>
                <c:pt idx="17772">
                  <c:v>24.5</c:v>
                </c:pt>
                <c:pt idx="17773">
                  <c:v>24.55</c:v>
                </c:pt>
                <c:pt idx="17774">
                  <c:v>24.5</c:v>
                </c:pt>
                <c:pt idx="17775">
                  <c:v>24.55</c:v>
                </c:pt>
                <c:pt idx="17776">
                  <c:v>24.55</c:v>
                </c:pt>
                <c:pt idx="17777">
                  <c:v>24.55</c:v>
                </c:pt>
                <c:pt idx="17778">
                  <c:v>24.6</c:v>
                </c:pt>
                <c:pt idx="17779">
                  <c:v>24.6</c:v>
                </c:pt>
                <c:pt idx="17780">
                  <c:v>24.6</c:v>
                </c:pt>
                <c:pt idx="17781">
                  <c:v>24.65</c:v>
                </c:pt>
                <c:pt idx="17782">
                  <c:v>24.65</c:v>
                </c:pt>
                <c:pt idx="17783">
                  <c:v>24.65</c:v>
                </c:pt>
                <c:pt idx="17784">
                  <c:v>24.7</c:v>
                </c:pt>
                <c:pt idx="17785">
                  <c:v>24.7</c:v>
                </c:pt>
                <c:pt idx="17786">
                  <c:v>24.7</c:v>
                </c:pt>
                <c:pt idx="17787">
                  <c:v>24.75</c:v>
                </c:pt>
                <c:pt idx="17788">
                  <c:v>24.75</c:v>
                </c:pt>
                <c:pt idx="17789">
                  <c:v>24.8</c:v>
                </c:pt>
                <c:pt idx="17790">
                  <c:v>24.8</c:v>
                </c:pt>
                <c:pt idx="17791">
                  <c:v>24.8</c:v>
                </c:pt>
                <c:pt idx="17792">
                  <c:v>24.8</c:v>
                </c:pt>
                <c:pt idx="17793">
                  <c:v>24.75</c:v>
                </c:pt>
                <c:pt idx="17794">
                  <c:v>24.7</c:v>
                </c:pt>
                <c:pt idx="17795">
                  <c:v>24.65</c:v>
                </c:pt>
                <c:pt idx="17796">
                  <c:v>24.65</c:v>
                </c:pt>
                <c:pt idx="17797">
                  <c:v>24.6</c:v>
                </c:pt>
                <c:pt idx="17798">
                  <c:v>24.55</c:v>
                </c:pt>
                <c:pt idx="17799">
                  <c:v>24.55</c:v>
                </c:pt>
                <c:pt idx="17800">
                  <c:v>24.5</c:v>
                </c:pt>
                <c:pt idx="17801">
                  <c:v>24.5</c:v>
                </c:pt>
                <c:pt idx="17802">
                  <c:v>24.5</c:v>
                </c:pt>
                <c:pt idx="17803">
                  <c:v>24.5</c:v>
                </c:pt>
                <c:pt idx="17804">
                  <c:v>24.5</c:v>
                </c:pt>
                <c:pt idx="17805">
                  <c:v>24.5</c:v>
                </c:pt>
                <c:pt idx="17806">
                  <c:v>24.5</c:v>
                </c:pt>
                <c:pt idx="17807">
                  <c:v>24.55</c:v>
                </c:pt>
                <c:pt idx="17808">
                  <c:v>24.6</c:v>
                </c:pt>
                <c:pt idx="17809">
                  <c:v>24.55</c:v>
                </c:pt>
                <c:pt idx="17810">
                  <c:v>24.6</c:v>
                </c:pt>
                <c:pt idx="17811">
                  <c:v>24.6</c:v>
                </c:pt>
                <c:pt idx="17812">
                  <c:v>24.6</c:v>
                </c:pt>
                <c:pt idx="17813">
                  <c:v>24.65</c:v>
                </c:pt>
                <c:pt idx="17814">
                  <c:v>24.65</c:v>
                </c:pt>
                <c:pt idx="17815">
                  <c:v>24.7</c:v>
                </c:pt>
                <c:pt idx="17816">
                  <c:v>24.7</c:v>
                </c:pt>
                <c:pt idx="17817">
                  <c:v>24.7</c:v>
                </c:pt>
                <c:pt idx="17818">
                  <c:v>24.75</c:v>
                </c:pt>
                <c:pt idx="17819">
                  <c:v>24.8</c:v>
                </c:pt>
                <c:pt idx="17820">
                  <c:v>24.8</c:v>
                </c:pt>
                <c:pt idx="17821">
                  <c:v>24.8</c:v>
                </c:pt>
                <c:pt idx="17822">
                  <c:v>24.75</c:v>
                </c:pt>
                <c:pt idx="17823">
                  <c:v>24.75</c:v>
                </c:pt>
                <c:pt idx="17824">
                  <c:v>24.7</c:v>
                </c:pt>
                <c:pt idx="17825">
                  <c:v>24.65</c:v>
                </c:pt>
                <c:pt idx="17826">
                  <c:v>24.6</c:v>
                </c:pt>
                <c:pt idx="17827">
                  <c:v>24.55</c:v>
                </c:pt>
                <c:pt idx="17828">
                  <c:v>24.55</c:v>
                </c:pt>
                <c:pt idx="17829">
                  <c:v>24.5</c:v>
                </c:pt>
                <c:pt idx="17830">
                  <c:v>24.5</c:v>
                </c:pt>
                <c:pt idx="17831">
                  <c:v>24.45</c:v>
                </c:pt>
                <c:pt idx="17832">
                  <c:v>24.5</c:v>
                </c:pt>
                <c:pt idx="17833">
                  <c:v>24.5</c:v>
                </c:pt>
                <c:pt idx="17834">
                  <c:v>24.5</c:v>
                </c:pt>
                <c:pt idx="17835">
                  <c:v>24.5</c:v>
                </c:pt>
                <c:pt idx="17836">
                  <c:v>24.5</c:v>
                </c:pt>
                <c:pt idx="17837">
                  <c:v>24.55</c:v>
                </c:pt>
                <c:pt idx="17838">
                  <c:v>24.55</c:v>
                </c:pt>
                <c:pt idx="17839">
                  <c:v>24.55</c:v>
                </c:pt>
                <c:pt idx="17840">
                  <c:v>24.6</c:v>
                </c:pt>
                <c:pt idx="17841">
                  <c:v>24.6</c:v>
                </c:pt>
                <c:pt idx="17842">
                  <c:v>24.6</c:v>
                </c:pt>
                <c:pt idx="17843">
                  <c:v>24.65</c:v>
                </c:pt>
                <c:pt idx="17844">
                  <c:v>24.65</c:v>
                </c:pt>
                <c:pt idx="17845">
                  <c:v>24.65</c:v>
                </c:pt>
                <c:pt idx="17846">
                  <c:v>24.7</c:v>
                </c:pt>
                <c:pt idx="17847">
                  <c:v>24.7</c:v>
                </c:pt>
                <c:pt idx="17848">
                  <c:v>24.75</c:v>
                </c:pt>
                <c:pt idx="17849">
                  <c:v>24.75</c:v>
                </c:pt>
                <c:pt idx="17850">
                  <c:v>24.75</c:v>
                </c:pt>
                <c:pt idx="17851">
                  <c:v>24.75</c:v>
                </c:pt>
                <c:pt idx="17852">
                  <c:v>24.75</c:v>
                </c:pt>
                <c:pt idx="17853">
                  <c:v>24.7</c:v>
                </c:pt>
                <c:pt idx="17854">
                  <c:v>24.7</c:v>
                </c:pt>
                <c:pt idx="17855">
                  <c:v>24.65</c:v>
                </c:pt>
                <c:pt idx="17856">
                  <c:v>24.6</c:v>
                </c:pt>
                <c:pt idx="17857">
                  <c:v>24.55</c:v>
                </c:pt>
                <c:pt idx="17858">
                  <c:v>24.55</c:v>
                </c:pt>
                <c:pt idx="17859">
                  <c:v>24.5</c:v>
                </c:pt>
                <c:pt idx="17860">
                  <c:v>24.5</c:v>
                </c:pt>
                <c:pt idx="17861">
                  <c:v>24.5</c:v>
                </c:pt>
                <c:pt idx="17862">
                  <c:v>24.5</c:v>
                </c:pt>
                <c:pt idx="17863">
                  <c:v>24.5</c:v>
                </c:pt>
                <c:pt idx="17864">
                  <c:v>24.5</c:v>
                </c:pt>
                <c:pt idx="17865">
                  <c:v>24.5</c:v>
                </c:pt>
                <c:pt idx="17866">
                  <c:v>24.5</c:v>
                </c:pt>
                <c:pt idx="17867">
                  <c:v>24.55</c:v>
                </c:pt>
                <c:pt idx="17868">
                  <c:v>24.55</c:v>
                </c:pt>
                <c:pt idx="17869">
                  <c:v>24.55</c:v>
                </c:pt>
                <c:pt idx="17870">
                  <c:v>24.55</c:v>
                </c:pt>
                <c:pt idx="17871">
                  <c:v>24.6</c:v>
                </c:pt>
                <c:pt idx="17872">
                  <c:v>24.6</c:v>
                </c:pt>
                <c:pt idx="17873">
                  <c:v>24.65</c:v>
                </c:pt>
                <c:pt idx="17874">
                  <c:v>24.65</c:v>
                </c:pt>
                <c:pt idx="17875">
                  <c:v>24.65</c:v>
                </c:pt>
                <c:pt idx="17876">
                  <c:v>24.7</c:v>
                </c:pt>
                <c:pt idx="17877">
                  <c:v>24.7</c:v>
                </c:pt>
                <c:pt idx="17878">
                  <c:v>24.7</c:v>
                </c:pt>
                <c:pt idx="17879">
                  <c:v>24.75</c:v>
                </c:pt>
                <c:pt idx="17880">
                  <c:v>24.75</c:v>
                </c:pt>
                <c:pt idx="17881">
                  <c:v>24.75</c:v>
                </c:pt>
                <c:pt idx="17882">
                  <c:v>24.75</c:v>
                </c:pt>
                <c:pt idx="17883">
                  <c:v>24.7</c:v>
                </c:pt>
                <c:pt idx="17884">
                  <c:v>24.65</c:v>
                </c:pt>
                <c:pt idx="17885">
                  <c:v>24.6</c:v>
                </c:pt>
                <c:pt idx="17886">
                  <c:v>24.55</c:v>
                </c:pt>
                <c:pt idx="17887">
                  <c:v>24.55</c:v>
                </c:pt>
                <c:pt idx="17888">
                  <c:v>24.5</c:v>
                </c:pt>
                <c:pt idx="17889">
                  <c:v>24.5</c:v>
                </c:pt>
                <c:pt idx="17890">
                  <c:v>24.5</c:v>
                </c:pt>
                <c:pt idx="17891">
                  <c:v>24.45</c:v>
                </c:pt>
                <c:pt idx="17892">
                  <c:v>24.5</c:v>
                </c:pt>
                <c:pt idx="17893">
                  <c:v>24.5</c:v>
                </c:pt>
                <c:pt idx="17894">
                  <c:v>24.5</c:v>
                </c:pt>
                <c:pt idx="17895">
                  <c:v>24.5</c:v>
                </c:pt>
                <c:pt idx="17896">
                  <c:v>24.5</c:v>
                </c:pt>
                <c:pt idx="17897">
                  <c:v>24.5</c:v>
                </c:pt>
                <c:pt idx="17898">
                  <c:v>24.55</c:v>
                </c:pt>
                <c:pt idx="17899">
                  <c:v>24.55</c:v>
                </c:pt>
                <c:pt idx="17900">
                  <c:v>24.55</c:v>
                </c:pt>
                <c:pt idx="17901">
                  <c:v>24.6</c:v>
                </c:pt>
                <c:pt idx="17902">
                  <c:v>24.6</c:v>
                </c:pt>
                <c:pt idx="17903">
                  <c:v>24.65</c:v>
                </c:pt>
                <c:pt idx="17904">
                  <c:v>24.65</c:v>
                </c:pt>
                <c:pt idx="17905">
                  <c:v>24.7</c:v>
                </c:pt>
                <c:pt idx="17906">
                  <c:v>24.7</c:v>
                </c:pt>
                <c:pt idx="17907">
                  <c:v>24.7</c:v>
                </c:pt>
                <c:pt idx="17908">
                  <c:v>24.75</c:v>
                </c:pt>
                <c:pt idx="17909">
                  <c:v>24.75</c:v>
                </c:pt>
                <c:pt idx="17910">
                  <c:v>24.8</c:v>
                </c:pt>
                <c:pt idx="17911">
                  <c:v>24.8</c:v>
                </c:pt>
                <c:pt idx="17912">
                  <c:v>24.75</c:v>
                </c:pt>
                <c:pt idx="17913">
                  <c:v>24.75</c:v>
                </c:pt>
                <c:pt idx="17914">
                  <c:v>24.7</c:v>
                </c:pt>
                <c:pt idx="17915">
                  <c:v>24.7</c:v>
                </c:pt>
                <c:pt idx="17916">
                  <c:v>24.65</c:v>
                </c:pt>
                <c:pt idx="17917">
                  <c:v>24.6</c:v>
                </c:pt>
                <c:pt idx="17918">
                  <c:v>24.55</c:v>
                </c:pt>
                <c:pt idx="17919">
                  <c:v>24.5</c:v>
                </c:pt>
                <c:pt idx="17920">
                  <c:v>24.5</c:v>
                </c:pt>
                <c:pt idx="17921">
                  <c:v>24.5</c:v>
                </c:pt>
                <c:pt idx="17922">
                  <c:v>24.5</c:v>
                </c:pt>
                <c:pt idx="17923">
                  <c:v>24.5</c:v>
                </c:pt>
                <c:pt idx="17924">
                  <c:v>24.45</c:v>
                </c:pt>
                <c:pt idx="17925">
                  <c:v>24.5</c:v>
                </c:pt>
                <c:pt idx="17926">
                  <c:v>24.5</c:v>
                </c:pt>
                <c:pt idx="17927">
                  <c:v>24.5</c:v>
                </c:pt>
                <c:pt idx="17928">
                  <c:v>24.5</c:v>
                </c:pt>
                <c:pt idx="17929">
                  <c:v>24.55</c:v>
                </c:pt>
                <c:pt idx="17930">
                  <c:v>24.55</c:v>
                </c:pt>
                <c:pt idx="17931">
                  <c:v>24.55</c:v>
                </c:pt>
                <c:pt idx="17932">
                  <c:v>24.55</c:v>
                </c:pt>
                <c:pt idx="17933">
                  <c:v>24.6</c:v>
                </c:pt>
                <c:pt idx="17934">
                  <c:v>24.65</c:v>
                </c:pt>
                <c:pt idx="17935">
                  <c:v>24.65</c:v>
                </c:pt>
                <c:pt idx="17936">
                  <c:v>24.65</c:v>
                </c:pt>
                <c:pt idx="17937">
                  <c:v>24.7</c:v>
                </c:pt>
                <c:pt idx="17938">
                  <c:v>24.75</c:v>
                </c:pt>
                <c:pt idx="17939">
                  <c:v>24.75</c:v>
                </c:pt>
                <c:pt idx="17940">
                  <c:v>24.8</c:v>
                </c:pt>
                <c:pt idx="17941">
                  <c:v>24.8</c:v>
                </c:pt>
                <c:pt idx="17942">
                  <c:v>24.75</c:v>
                </c:pt>
                <c:pt idx="17943">
                  <c:v>24.75</c:v>
                </c:pt>
                <c:pt idx="17944">
                  <c:v>24.7</c:v>
                </c:pt>
                <c:pt idx="17945">
                  <c:v>24.65</c:v>
                </c:pt>
                <c:pt idx="17946">
                  <c:v>24.6</c:v>
                </c:pt>
                <c:pt idx="17947">
                  <c:v>24.55</c:v>
                </c:pt>
                <c:pt idx="17948">
                  <c:v>24.55</c:v>
                </c:pt>
                <c:pt idx="17949">
                  <c:v>24.55</c:v>
                </c:pt>
                <c:pt idx="17950">
                  <c:v>24.5</c:v>
                </c:pt>
                <c:pt idx="17951">
                  <c:v>24.5</c:v>
                </c:pt>
                <c:pt idx="17952">
                  <c:v>24.45</c:v>
                </c:pt>
                <c:pt idx="17953">
                  <c:v>24.45</c:v>
                </c:pt>
                <c:pt idx="17954">
                  <c:v>24.45</c:v>
                </c:pt>
                <c:pt idx="17955">
                  <c:v>24.45</c:v>
                </c:pt>
                <c:pt idx="17956">
                  <c:v>24.45</c:v>
                </c:pt>
                <c:pt idx="17957">
                  <c:v>24.5</c:v>
                </c:pt>
                <c:pt idx="17958">
                  <c:v>24.5</c:v>
                </c:pt>
                <c:pt idx="17959">
                  <c:v>24.55</c:v>
                </c:pt>
                <c:pt idx="17960">
                  <c:v>24.55</c:v>
                </c:pt>
                <c:pt idx="17961">
                  <c:v>24.55</c:v>
                </c:pt>
                <c:pt idx="17962">
                  <c:v>24.6</c:v>
                </c:pt>
                <c:pt idx="17963">
                  <c:v>24.6</c:v>
                </c:pt>
                <c:pt idx="17964">
                  <c:v>24.65</c:v>
                </c:pt>
                <c:pt idx="17965">
                  <c:v>24.65</c:v>
                </c:pt>
                <c:pt idx="17966">
                  <c:v>24.7</c:v>
                </c:pt>
                <c:pt idx="17967">
                  <c:v>24.7</c:v>
                </c:pt>
                <c:pt idx="17968">
                  <c:v>24.75</c:v>
                </c:pt>
                <c:pt idx="17969">
                  <c:v>24.75</c:v>
                </c:pt>
                <c:pt idx="17970">
                  <c:v>24.75</c:v>
                </c:pt>
                <c:pt idx="17971">
                  <c:v>24.8</c:v>
                </c:pt>
                <c:pt idx="17972">
                  <c:v>24.75</c:v>
                </c:pt>
                <c:pt idx="17973">
                  <c:v>24.75</c:v>
                </c:pt>
                <c:pt idx="17974">
                  <c:v>24.7</c:v>
                </c:pt>
                <c:pt idx="17975">
                  <c:v>24.65</c:v>
                </c:pt>
                <c:pt idx="17976">
                  <c:v>24.6</c:v>
                </c:pt>
                <c:pt idx="17977">
                  <c:v>24.55</c:v>
                </c:pt>
                <c:pt idx="17978">
                  <c:v>24.5</c:v>
                </c:pt>
                <c:pt idx="17979">
                  <c:v>24.5</c:v>
                </c:pt>
                <c:pt idx="17980">
                  <c:v>24.45</c:v>
                </c:pt>
                <c:pt idx="17981">
                  <c:v>24.45</c:v>
                </c:pt>
                <c:pt idx="17982">
                  <c:v>24.45</c:v>
                </c:pt>
                <c:pt idx="17983">
                  <c:v>24.45</c:v>
                </c:pt>
                <c:pt idx="17984">
                  <c:v>24.45</c:v>
                </c:pt>
                <c:pt idx="17985">
                  <c:v>24.45</c:v>
                </c:pt>
                <c:pt idx="17986">
                  <c:v>24.5</c:v>
                </c:pt>
                <c:pt idx="17987">
                  <c:v>24.5</c:v>
                </c:pt>
                <c:pt idx="17988">
                  <c:v>24.5</c:v>
                </c:pt>
                <c:pt idx="17989">
                  <c:v>24.55</c:v>
                </c:pt>
                <c:pt idx="17990">
                  <c:v>24.55</c:v>
                </c:pt>
                <c:pt idx="17991">
                  <c:v>24.55</c:v>
                </c:pt>
                <c:pt idx="17992">
                  <c:v>24.6</c:v>
                </c:pt>
                <c:pt idx="17993">
                  <c:v>24.6</c:v>
                </c:pt>
                <c:pt idx="17994">
                  <c:v>24.65</c:v>
                </c:pt>
                <c:pt idx="17995">
                  <c:v>24.65</c:v>
                </c:pt>
                <c:pt idx="17996">
                  <c:v>24.7</c:v>
                </c:pt>
                <c:pt idx="17997">
                  <c:v>24.7</c:v>
                </c:pt>
                <c:pt idx="17998">
                  <c:v>24.75</c:v>
                </c:pt>
                <c:pt idx="17999">
                  <c:v>24.75</c:v>
                </c:pt>
                <c:pt idx="18000">
                  <c:v>24.8</c:v>
                </c:pt>
                <c:pt idx="18001">
                  <c:v>24.8</c:v>
                </c:pt>
                <c:pt idx="18002">
                  <c:v>24.8</c:v>
                </c:pt>
                <c:pt idx="18003">
                  <c:v>24.75</c:v>
                </c:pt>
                <c:pt idx="18004">
                  <c:v>24.7</c:v>
                </c:pt>
                <c:pt idx="18005">
                  <c:v>24.65</c:v>
                </c:pt>
                <c:pt idx="18006">
                  <c:v>24.6</c:v>
                </c:pt>
                <c:pt idx="18007">
                  <c:v>24.55</c:v>
                </c:pt>
                <c:pt idx="18008">
                  <c:v>24.5</c:v>
                </c:pt>
                <c:pt idx="18009">
                  <c:v>24.5</c:v>
                </c:pt>
                <c:pt idx="18010">
                  <c:v>24.5</c:v>
                </c:pt>
                <c:pt idx="18011">
                  <c:v>24.45</c:v>
                </c:pt>
                <c:pt idx="18012">
                  <c:v>24.45</c:v>
                </c:pt>
                <c:pt idx="18013">
                  <c:v>24.45</c:v>
                </c:pt>
                <c:pt idx="18014">
                  <c:v>24.45</c:v>
                </c:pt>
                <c:pt idx="18015">
                  <c:v>24.45</c:v>
                </c:pt>
                <c:pt idx="18016">
                  <c:v>24.5</c:v>
                </c:pt>
                <c:pt idx="18017">
                  <c:v>24.5</c:v>
                </c:pt>
                <c:pt idx="18018">
                  <c:v>24.5</c:v>
                </c:pt>
                <c:pt idx="18019">
                  <c:v>24.5</c:v>
                </c:pt>
                <c:pt idx="18020">
                  <c:v>24.55</c:v>
                </c:pt>
                <c:pt idx="18021">
                  <c:v>24.55</c:v>
                </c:pt>
                <c:pt idx="18022">
                  <c:v>24.6</c:v>
                </c:pt>
                <c:pt idx="18023">
                  <c:v>24.6</c:v>
                </c:pt>
                <c:pt idx="18024">
                  <c:v>24.65</c:v>
                </c:pt>
                <c:pt idx="18025">
                  <c:v>24.65</c:v>
                </c:pt>
                <c:pt idx="18026">
                  <c:v>24.7</c:v>
                </c:pt>
                <c:pt idx="18027">
                  <c:v>24.7</c:v>
                </c:pt>
                <c:pt idx="18028">
                  <c:v>24.75</c:v>
                </c:pt>
                <c:pt idx="18029">
                  <c:v>24.75</c:v>
                </c:pt>
                <c:pt idx="18030">
                  <c:v>24.8</c:v>
                </c:pt>
                <c:pt idx="18031">
                  <c:v>24.8</c:v>
                </c:pt>
                <c:pt idx="18032">
                  <c:v>24.8</c:v>
                </c:pt>
                <c:pt idx="18033">
                  <c:v>24.75</c:v>
                </c:pt>
                <c:pt idx="18034">
                  <c:v>24.65</c:v>
                </c:pt>
                <c:pt idx="18035">
                  <c:v>24.6</c:v>
                </c:pt>
                <c:pt idx="18036">
                  <c:v>24.55</c:v>
                </c:pt>
                <c:pt idx="18037">
                  <c:v>24.5</c:v>
                </c:pt>
                <c:pt idx="18038">
                  <c:v>24.5</c:v>
                </c:pt>
                <c:pt idx="18039">
                  <c:v>24.45</c:v>
                </c:pt>
                <c:pt idx="18040">
                  <c:v>24.45</c:v>
                </c:pt>
                <c:pt idx="18041">
                  <c:v>24.45</c:v>
                </c:pt>
                <c:pt idx="18042">
                  <c:v>24.4</c:v>
                </c:pt>
                <c:pt idx="18043">
                  <c:v>24.4</c:v>
                </c:pt>
                <c:pt idx="18044">
                  <c:v>24.45</c:v>
                </c:pt>
                <c:pt idx="18045">
                  <c:v>24.45</c:v>
                </c:pt>
                <c:pt idx="18046">
                  <c:v>24.45</c:v>
                </c:pt>
                <c:pt idx="18047">
                  <c:v>24.5</c:v>
                </c:pt>
                <c:pt idx="18048">
                  <c:v>24.5</c:v>
                </c:pt>
                <c:pt idx="18049">
                  <c:v>24.5</c:v>
                </c:pt>
                <c:pt idx="18050">
                  <c:v>24.55</c:v>
                </c:pt>
                <c:pt idx="18051">
                  <c:v>24.55</c:v>
                </c:pt>
                <c:pt idx="18052">
                  <c:v>24.6</c:v>
                </c:pt>
                <c:pt idx="18053">
                  <c:v>24.6</c:v>
                </c:pt>
                <c:pt idx="18054">
                  <c:v>24.65</c:v>
                </c:pt>
                <c:pt idx="18055">
                  <c:v>24.65</c:v>
                </c:pt>
                <c:pt idx="18056">
                  <c:v>24.7</c:v>
                </c:pt>
                <c:pt idx="18057">
                  <c:v>24.7</c:v>
                </c:pt>
                <c:pt idx="18058">
                  <c:v>24.7</c:v>
                </c:pt>
                <c:pt idx="18059">
                  <c:v>24.75</c:v>
                </c:pt>
                <c:pt idx="18060">
                  <c:v>24.75</c:v>
                </c:pt>
                <c:pt idx="18061">
                  <c:v>24.75</c:v>
                </c:pt>
                <c:pt idx="18062">
                  <c:v>24.75</c:v>
                </c:pt>
                <c:pt idx="18063">
                  <c:v>24.7</c:v>
                </c:pt>
                <c:pt idx="18064">
                  <c:v>24.7</c:v>
                </c:pt>
                <c:pt idx="18065">
                  <c:v>24.65</c:v>
                </c:pt>
                <c:pt idx="18066">
                  <c:v>24.6</c:v>
                </c:pt>
                <c:pt idx="18067">
                  <c:v>24.55</c:v>
                </c:pt>
                <c:pt idx="18068">
                  <c:v>24.5</c:v>
                </c:pt>
                <c:pt idx="18069">
                  <c:v>24.5</c:v>
                </c:pt>
                <c:pt idx="18070">
                  <c:v>24.5</c:v>
                </c:pt>
                <c:pt idx="18071">
                  <c:v>24.45</c:v>
                </c:pt>
                <c:pt idx="18072">
                  <c:v>24.45</c:v>
                </c:pt>
                <c:pt idx="18073">
                  <c:v>24.45</c:v>
                </c:pt>
                <c:pt idx="18074">
                  <c:v>24.45</c:v>
                </c:pt>
                <c:pt idx="18075">
                  <c:v>24.45</c:v>
                </c:pt>
                <c:pt idx="18076">
                  <c:v>24.45</c:v>
                </c:pt>
                <c:pt idx="18077">
                  <c:v>24.5</c:v>
                </c:pt>
                <c:pt idx="18078">
                  <c:v>24.5</c:v>
                </c:pt>
                <c:pt idx="18079">
                  <c:v>24.55</c:v>
                </c:pt>
                <c:pt idx="18080">
                  <c:v>24.6</c:v>
                </c:pt>
                <c:pt idx="18081">
                  <c:v>24.6</c:v>
                </c:pt>
                <c:pt idx="18082">
                  <c:v>24.6</c:v>
                </c:pt>
                <c:pt idx="18083">
                  <c:v>24.6</c:v>
                </c:pt>
                <c:pt idx="18084">
                  <c:v>24.65</c:v>
                </c:pt>
                <c:pt idx="18085">
                  <c:v>24.7</c:v>
                </c:pt>
                <c:pt idx="18086">
                  <c:v>24.7</c:v>
                </c:pt>
                <c:pt idx="18087">
                  <c:v>24.7</c:v>
                </c:pt>
                <c:pt idx="18088">
                  <c:v>24.75</c:v>
                </c:pt>
                <c:pt idx="18089">
                  <c:v>24.75</c:v>
                </c:pt>
                <c:pt idx="18090">
                  <c:v>24.75</c:v>
                </c:pt>
                <c:pt idx="18091">
                  <c:v>24.75</c:v>
                </c:pt>
                <c:pt idx="18092">
                  <c:v>24.75</c:v>
                </c:pt>
                <c:pt idx="18093">
                  <c:v>24.7</c:v>
                </c:pt>
                <c:pt idx="18094">
                  <c:v>24.65</c:v>
                </c:pt>
                <c:pt idx="18095">
                  <c:v>24.65</c:v>
                </c:pt>
                <c:pt idx="18096">
                  <c:v>24.6</c:v>
                </c:pt>
                <c:pt idx="18097">
                  <c:v>24.55</c:v>
                </c:pt>
                <c:pt idx="18098">
                  <c:v>24.5</c:v>
                </c:pt>
                <c:pt idx="18099">
                  <c:v>24.45</c:v>
                </c:pt>
                <c:pt idx="18100">
                  <c:v>24.45</c:v>
                </c:pt>
                <c:pt idx="18101">
                  <c:v>24.45</c:v>
                </c:pt>
                <c:pt idx="18102">
                  <c:v>24.45</c:v>
                </c:pt>
                <c:pt idx="18103">
                  <c:v>24.45</c:v>
                </c:pt>
                <c:pt idx="18104">
                  <c:v>24.45</c:v>
                </c:pt>
                <c:pt idx="18105">
                  <c:v>24.45</c:v>
                </c:pt>
                <c:pt idx="18106">
                  <c:v>24.45</c:v>
                </c:pt>
                <c:pt idx="18107">
                  <c:v>24.5</c:v>
                </c:pt>
                <c:pt idx="18108">
                  <c:v>24.5</c:v>
                </c:pt>
                <c:pt idx="18109">
                  <c:v>24.5</c:v>
                </c:pt>
                <c:pt idx="18110">
                  <c:v>24.55</c:v>
                </c:pt>
                <c:pt idx="18111">
                  <c:v>24.55</c:v>
                </c:pt>
                <c:pt idx="18112">
                  <c:v>24.6</c:v>
                </c:pt>
                <c:pt idx="18113">
                  <c:v>24.6</c:v>
                </c:pt>
                <c:pt idx="18114">
                  <c:v>24.65</c:v>
                </c:pt>
                <c:pt idx="18115">
                  <c:v>24.7</c:v>
                </c:pt>
                <c:pt idx="18116">
                  <c:v>24.7</c:v>
                </c:pt>
                <c:pt idx="18117">
                  <c:v>24.75</c:v>
                </c:pt>
                <c:pt idx="18118">
                  <c:v>24.75</c:v>
                </c:pt>
                <c:pt idx="18119">
                  <c:v>24.75</c:v>
                </c:pt>
                <c:pt idx="18120">
                  <c:v>24.75</c:v>
                </c:pt>
                <c:pt idx="18121">
                  <c:v>24.75</c:v>
                </c:pt>
                <c:pt idx="18122">
                  <c:v>24.75</c:v>
                </c:pt>
                <c:pt idx="18123">
                  <c:v>24.75</c:v>
                </c:pt>
                <c:pt idx="18124">
                  <c:v>24.7</c:v>
                </c:pt>
                <c:pt idx="18125">
                  <c:v>24.65</c:v>
                </c:pt>
                <c:pt idx="18126">
                  <c:v>24.6</c:v>
                </c:pt>
                <c:pt idx="18127">
                  <c:v>24.55</c:v>
                </c:pt>
                <c:pt idx="18128">
                  <c:v>24.5</c:v>
                </c:pt>
                <c:pt idx="18129">
                  <c:v>24.5</c:v>
                </c:pt>
                <c:pt idx="18130">
                  <c:v>24.45</c:v>
                </c:pt>
                <c:pt idx="18131">
                  <c:v>24.45</c:v>
                </c:pt>
                <c:pt idx="18132">
                  <c:v>24.5</c:v>
                </c:pt>
                <c:pt idx="18133">
                  <c:v>24.45</c:v>
                </c:pt>
                <c:pt idx="18134">
                  <c:v>24.5</c:v>
                </c:pt>
                <c:pt idx="18135">
                  <c:v>24.45</c:v>
                </c:pt>
                <c:pt idx="18136">
                  <c:v>24.5</c:v>
                </c:pt>
                <c:pt idx="18137">
                  <c:v>24.5</c:v>
                </c:pt>
                <c:pt idx="18138">
                  <c:v>24.5</c:v>
                </c:pt>
                <c:pt idx="18139">
                  <c:v>24.5</c:v>
                </c:pt>
                <c:pt idx="18140">
                  <c:v>24.55</c:v>
                </c:pt>
                <c:pt idx="18141">
                  <c:v>24.55</c:v>
                </c:pt>
                <c:pt idx="18142">
                  <c:v>24.6</c:v>
                </c:pt>
                <c:pt idx="18143">
                  <c:v>24.6</c:v>
                </c:pt>
                <c:pt idx="18144">
                  <c:v>24.65</c:v>
                </c:pt>
                <c:pt idx="18145">
                  <c:v>24.65</c:v>
                </c:pt>
                <c:pt idx="18146">
                  <c:v>24.7</c:v>
                </c:pt>
                <c:pt idx="18147">
                  <c:v>24.7</c:v>
                </c:pt>
                <c:pt idx="18148">
                  <c:v>24.75</c:v>
                </c:pt>
                <c:pt idx="18149">
                  <c:v>24.75</c:v>
                </c:pt>
                <c:pt idx="18150">
                  <c:v>24.8</c:v>
                </c:pt>
                <c:pt idx="18151">
                  <c:v>24.8</c:v>
                </c:pt>
                <c:pt idx="18152">
                  <c:v>24.75</c:v>
                </c:pt>
                <c:pt idx="18153">
                  <c:v>24.75</c:v>
                </c:pt>
                <c:pt idx="18154">
                  <c:v>24.7</c:v>
                </c:pt>
                <c:pt idx="18155">
                  <c:v>24.65</c:v>
                </c:pt>
                <c:pt idx="18156">
                  <c:v>24.65</c:v>
                </c:pt>
                <c:pt idx="18157">
                  <c:v>24.55</c:v>
                </c:pt>
                <c:pt idx="18158">
                  <c:v>24.55</c:v>
                </c:pt>
                <c:pt idx="18159">
                  <c:v>24.5</c:v>
                </c:pt>
                <c:pt idx="18160">
                  <c:v>24.5</c:v>
                </c:pt>
                <c:pt idx="18161">
                  <c:v>24.45</c:v>
                </c:pt>
                <c:pt idx="18162">
                  <c:v>24.45</c:v>
                </c:pt>
                <c:pt idx="18163">
                  <c:v>24.45</c:v>
                </c:pt>
                <c:pt idx="18164">
                  <c:v>24.45</c:v>
                </c:pt>
                <c:pt idx="18165">
                  <c:v>24.45</c:v>
                </c:pt>
                <c:pt idx="18166">
                  <c:v>24.5</c:v>
                </c:pt>
                <c:pt idx="18167">
                  <c:v>24.5</c:v>
                </c:pt>
                <c:pt idx="18168">
                  <c:v>24.5</c:v>
                </c:pt>
                <c:pt idx="18169">
                  <c:v>24.5</c:v>
                </c:pt>
                <c:pt idx="18170">
                  <c:v>24.55</c:v>
                </c:pt>
                <c:pt idx="18171">
                  <c:v>24.55</c:v>
                </c:pt>
                <c:pt idx="18172">
                  <c:v>24.6</c:v>
                </c:pt>
                <c:pt idx="18173">
                  <c:v>24.6</c:v>
                </c:pt>
                <c:pt idx="18174">
                  <c:v>24.65</c:v>
                </c:pt>
                <c:pt idx="18175">
                  <c:v>24.65</c:v>
                </c:pt>
                <c:pt idx="18176">
                  <c:v>24.65</c:v>
                </c:pt>
                <c:pt idx="18177">
                  <c:v>24.7</c:v>
                </c:pt>
                <c:pt idx="18178">
                  <c:v>24.75</c:v>
                </c:pt>
                <c:pt idx="18179">
                  <c:v>24.75</c:v>
                </c:pt>
                <c:pt idx="18180">
                  <c:v>24.8</c:v>
                </c:pt>
                <c:pt idx="18181">
                  <c:v>24.8</c:v>
                </c:pt>
                <c:pt idx="18182">
                  <c:v>24.75</c:v>
                </c:pt>
                <c:pt idx="18183">
                  <c:v>24.75</c:v>
                </c:pt>
                <c:pt idx="18184">
                  <c:v>24.7</c:v>
                </c:pt>
                <c:pt idx="18185">
                  <c:v>24.65</c:v>
                </c:pt>
                <c:pt idx="18186">
                  <c:v>24.6</c:v>
                </c:pt>
                <c:pt idx="18187">
                  <c:v>24.55</c:v>
                </c:pt>
                <c:pt idx="18188">
                  <c:v>24.55</c:v>
                </c:pt>
                <c:pt idx="18189">
                  <c:v>24.5</c:v>
                </c:pt>
                <c:pt idx="18190">
                  <c:v>24.5</c:v>
                </c:pt>
                <c:pt idx="18191">
                  <c:v>24.45</c:v>
                </c:pt>
                <c:pt idx="18192">
                  <c:v>24.5</c:v>
                </c:pt>
                <c:pt idx="18193">
                  <c:v>24.45</c:v>
                </c:pt>
                <c:pt idx="18194">
                  <c:v>24.45</c:v>
                </c:pt>
                <c:pt idx="18195">
                  <c:v>24.45</c:v>
                </c:pt>
                <c:pt idx="18196">
                  <c:v>24.5</c:v>
                </c:pt>
                <c:pt idx="18197">
                  <c:v>24.5</c:v>
                </c:pt>
                <c:pt idx="18198">
                  <c:v>24.5</c:v>
                </c:pt>
                <c:pt idx="18199">
                  <c:v>24.5</c:v>
                </c:pt>
                <c:pt idx="18200">
                  <c:v>24.55</c:v>
                </c:pt>
                <c:pt idx="18201">
                  <c:v>24.55</c:v>
                </c:pt>
                <c:pt idx="18202">
                  <c:v>24.6</c:v>
                </c:pt>
                <c:pt idx="18203">
                  <c:v>24.6</c:v>
                </c:pt>
                <c:pt idx="18204">
                  <c:v>24.6</c:v>
                </c:pt>
                <c:pt idx="18205">
                  <c:v>24.65</c:v>
                </c:pt>
                <c:pt idx="18206">
                  <c:v>24.65</c:v>
                </c:pt>
                <c:pt idx="18207">
                  <c:v>24.7</c:v>
                </c:pt>
                <c:pt idx="18208">
                  <c:v>24.7</c:v>
                </c:pt>
                <c:pt idx="18209">
                  <c:v>24.7</c:v>
                </c:pt>
                <c:pt idx="18210">
                  <c:v>24.75</c:v>
                </c:pt>
                <c:pt idx="18211">
                  <c:v>24.75</c:v>
                </c:pt>
                <c:pt idx="18212">
                  <c:v>24.75</c:v>
                </c:pt>
                <c:pt idx="18213">
                  <c:v>24.7</c:v>
                </c:pt>
                <c:pt idx="18214">
                  <c:v>24.65</c:v>
                </c:pt>
                <c:pt idx="18215">
                  <c:v>24.65</c:v>
                </c:pt>
                <c:pt idx="18216">
                  <c:v>24.6</c:v>
                </c:pt>
                <c:pt idx="18217">
                  <c:v>24.55</c:v>
                </c:pt>
                <c:pt idx="18218">
                  <c:v>24.5</c:v>
                </c:pt>
                <c:pt idx="18219">
                  <c:v>24.45</c:v>
                </c:pt>
                <c:pt idx="18220">
                  <c:v>24.45</c:v>
                </c:pt>
                <c:pt idx="18221">
                  <c:v>24.45</c:v>
                </c:pt>
                <c:pt idx="18222">
                  <c:v>24.45</c:v>
                </c:pt>
                <c:pt idx="18223">
                  <c:v>24.45</c:v>
                </c:pt>
                <c:pt idx="18224">
                  <c:v>24.45</c:v>
                </c:pt>
                <c:pt idx="18225">
                  <c:v>24.5</c:v>
                </c:pt>
                <c:pt idx="18226">
                  <c:v>24.5</c:v>
                </c:pt>
                <c:pt idx="18227">
                  <c:v>24.5</c:v>
                </c:pt>
                <c:pt idx="18228">
                  <c:v>24.5</c:v>
                </c:pt>
                <c:pt idx="18229">
                  <c:v>24.55</c:v>
                </c:pt>
                <c:pt idx="18230">
                  <c:v>24.55</c:v>
                </c:pt>
                <c:pt idx="18231">
                  <c:v>24.6</c:v>
                </c:pt>
                <c:pt idx="18232">
                  <c:v>24.6</c:v>
                </c:pt>
                <c:pt idx="18233">
                  <c:v>24.6</c:v>
                </c:pt>
                <c:pt idx="18234">
                  <c:v>24.65</c:v>
                </c:pt>
                <c:pt idx="18235">
                  <c:v>24.65</c:v>
                </c:pt>
                <c:pt idx="18236">
                  <c:v>24.7</c:v>
                </c:pt>
                <c:pt idx="18237">
                  <c:v>24.7</c:v>
                </c:pt>
                <c:pt idx="18238">
                  <c:v>24.75</c:v>
                </c:pt>
                <c:pt idx="18239">
                  <c:v>24.75</c:v>
                </c:pt>
                <c:pt idx="18240">
                  <c:v>24.75</c:v>
                </c:pt>
                <c:pt idx="18241">
                  <c:v>24.8</c:v>
                </c:pt>
                <c:pt idx="18242">
                  <c:v>24.75</c:v>
                </c:pt>
                <c:pt idx="18243">
                  <c:v>24.75</c:v>
                </c:pt>
                <c:pt idx="18244">
                  <c:v>24.7</c:v>
                </c:pt>
                <c:pt idx="18245">
                  <c:v>24.65</c:v>
                </c:pt>
                <c:pt idx="18246">
                  <c:v>24.6</c:v>
                </c:pt>
                <c:pt idx="18247">
                  <c:v>24.55</c:v>
                </c:pt>
                <c:pt idx="18248">
                  <c:v>24.55</c:v>
                </c:pt>
                <c:pt idx="18249">
                  <c:v>24.5</c:v>
                </c:pt>
                <c:pt idx="18250">
                  <c:v>24.5</c:v>
                </c:pt>
                <c:pt idx="18251">
                  <c:v>24.5</c:v>
                </c:pt>
                <c:pt idx="18252">
                  <c:v>24.45</c:v>
                </c:pt>
                <c:pt idx="18253">
                  <c:v>24.45</c:v>
                </c:pt>
                <c:pt idx="18254">
                  <c:v>24.45</c:v>
                </c:pt>
                <c:pt idx="18255">
                  <c:v>24.45</c:v>
                </c:pt>
                <c:pt idx="18256">
                  <c:v>24.45</c:v>
                </c:pt>
                <c:pt idx="18257">
                  <c:v>24.45</c:v>
                </c:pt>
                <c:pt idx="18258">
                  <c:v>24.5</c:v>
                </c:pt>
                <c:pt idx="18259">
                  <c:v>24.5</c:v>
                </c:pt>
                <c:pt idx="18260">
                  <c:v>24.5</c:v>
                </c:pt>
                <c:pt idx="18261">
                  <c:v>24.55</c:v>
                </c:pt>
                <c:pt idx="18262">
                  <c:v>24.55</c:v>
                </c:pt>
                <c:pt idx="18263">
                  <c:v>24.6</c:v>
                </c:pt>
                <c:pt idx="18264">
                  <c:v>24.6</c:v>
                </c:pt>
                <c:pt idx="18265">
                  <c:v>24.65</c:v>
                </c:pt>
                <c:pt idx="18266">
                  <c:v>24.65</c:v>
                </c:pt>
                <c:pt idx="18267">
                  <c:v>24.65</c:v>
                </c:pt>
                <c:pt idx="18268">
                  <c:v>24.7</c:v>
                </c:pt>
                <c:pt idx="18269">
                  <c:v>24.7</c:v>
                </c:pt>
                <c:pt idx="18270">
                  <c:v>24.75</c:v>
                </c:pt>
                <c:pt idx="18271">
                  <c:v>24.75</c:v>
                </c:pt>
                <c:pt idx="18272">
                  <c:v>24.75</c:v>
                </c:pt>
                <c:pt idx="18273">
                  <c:v>24.75</c:v>
                </c:pt>
                <c:pt idx="18274">
                  <c:v>24.7</c:v>
                </c:pt>
                <c:pt idx="18275">
                  <c:v>24.65</c:v>
                </c:pt>
                <c:pt idx="18276">
                  <c:v>24.6</c:v>
                </c:pt>
                <c:pt idx="18277">
                  <c:v>24.55</c:v>
                </c:pt>
                <c:pt idx="18278">
                  <c:v>24.55</c:v>
                </c:pt>
                <c:pt idx="18279">
                  <c:v>24.5</c:v>
                </c:pt>
                <c:pt idx="18280">
                  <c:v>24.5</c:v>
                </c:pt>
                <c:pt idx="18281">
                  <c:v>24.45</c:v>
                </c:pt>
                <c:pt idx="18282">
                  <c:v>24.45</c:v>
                </c:pt>
                <c:pt idx="18283">
                  <c:v>24.45</c:v>
                </c:pt>
                <c:pt idx="18284">
                  <c:v>24.45</c:v>
                </c:pt>
                <c:pt idx="18285">
                  <c:v>24.45</c:v>
                </c:pt>
                <c:pt idx="18286">
                  <c:v>24.45</c:v>
                </c:pt>
                <c:pt idx="18287">
                  <c:v>24.5</c:v>
                </c:pt>
                <c:pt idx="18288">
                  <c:v>24.5</c:v>
                </c:pt>
                <c:pt idx="18289">
                  <c:v>24.5</c:v>
                </c:pt>
                <c:pt idx="18290">
                  <c:v>24.55</c:v>
                </c:pt>
                <c:pt idx="18291">
                  <c:v>24.55</c:v>
                </c:pt>
                <c:pt idx="18292">
                  <c:v>24.55</c:v>
                </c:pt>
                <c:pt idx="18293">
                  <c:v>24.6</c:v>
                </c:pt>
                <c:pt idx="18294">
                  <c:v>24.6</c:v>
                </c:pt>
                <c:pt idx="18295">
                  <c:v>24.65</c:v>
                </c:pt>
                <c:pt idx="18296">
                  <c:v>24.65</c:v>
                </c:pt>
                <c:pt idx="18297">
                  <c:v>24.7</c:v>
                </c:pt>
                <c:pt idx="18298">
                  <c:v>24.7</c:v>
                </c:pt>
                <c:pt idx="18299">
                  <c:v>24.75</c:v>
                </c:pt>
                <c:pt idx="18300">
                  <c:v>24.75</c:v>
                </c:pt>
                <c:pt idx="18301">
                  <c:v>24.75</c:v>
                </c:pt>
                <c:pt idx="18302">
                  <c:v>24.75</c:v>
                </c:pt>
                <c:pt idx="18303">
                  <c:v>24.75</c:v>
                </c:pt>
                <c:pt idx="18304">
                  <c:v>24.7</c:v>
                </c:pt>
                <c:pt idx="18305">
                  <c:v>24.65</c:v>
                </c:pt>
                <c:pt idx="18306">
                  <c:v>24.6</c:v>
                </c:pt>
                <c:pt idx="18307">
                  <c:v>24.55</c:v>
                </c:pt>
                <c:pt idx="18308">
                  <c:v>24.55</c:v>
                </c:pt>
                <c:pt idx="18309">
                  <c:v>24.55</c:v>
                </c:pt>
                <c:pt idx="18310">
                  <c:v>24.5</c:v>
                </c:pt>
                <c:pt idx="18311">
                  <c:v>24.5</c:v>
                </c:pt>
                <c:pt idx="18312">
                  <c:v>24.5</c:v>
                </c:pt>
                <c:pt idx="18313">
                  <c:v>24.5</c:v>
                </c:pt>
                <c:pt idx="18314">
                  <c:v>24.45</c:v>
                </c:pt>
                <c:pt idx="18315">
                  <c:v>24.5</c:v>
                </c:pt>
                <c:pt idx="18316">
                  <c:v>24.5</c:v>
                </c:pt>
                <c:pt idx="18317">
                  <c:v>24.5</c:v>
                </c:pt>
                <c:pt idx="18318">
                  <c:v>24.5</c:v>
                </c:pt>
                <c:pt idx="18319">
                  <c:v>24.5</c:v>
                </c:pt>
                <c:pt idx="18320">
                  <c:v>24.55</c:v>
                </c:pt>
                <c:pt idx="18321">
                  <c:v>24.55</c:v>
                </c:pt>
                <c:pt idx="18322">
                  <c:v>24.55</c:v>
                </c:pt>
                <c:pt idx="18323">
                  <c:v>24.55</c:v>
                </c:pt>
                <c:pt idx="18324">
                  <c:v>24.6</c:v>
                </c:pt>
                <c:pt idx="18325">
                  <c:v>24.6</c:v>
                </c:pt>
                <c:pt idx="18326">
                  <c:v>24.65</c:v>
                </c:pt>
                <c:pt idx="18327">
                  <c:v>24.65</c:v>
                </c:pt>
                <c:pt idx="18328">
                  <c:v>24.7</c:v>
                </c:pt>
                <c:pt idx="18329">
                  <c:v>24.7</c:v>
                </c:pt>
                <c:pt idx="18330">
                  <c:v>24.75</c:v>
                </c:pt>
                <c:pt idx="18331">
                  <c:v>24.75</c:v>
                </c:pt>
                <c:pt idx="18332">
                  <c:v>24.75</c:v>
                </c:pt>
                <c:pt idx="18333">
                  <c:v>24.7</c:v>
                </c:pt>
                <c:pt idx="18334">
                  <c:v>24.7</c:v>
                </c:pt>
                <c:pt idx="18335">
                  <c:v>24.6</c:v>
                </c:pt>
                <c:pt idx="18336">
                  <c:v>24.6</c:v>
                </c:pt>
                <c:pt idx="18337">
                  <c:v>24.55</c:v>
                </c:pt>
                <c:pt idx="18338">
                  <c:v>24.5</c:v>
                </c:pt>
                <c:pt idx="18339">
                  <c:v>24.5</c:v>
                </c:pt>
                <c:pt idx="18340">
                  <c:v>24.45</c:v>
                </c:pt>
                <c:pt idx="18341">
                  <c:v>24.45</c:v>
                </c:pt>
                <c:pt idx="18342">
                  <c:v>24.45</c:v>
                </c:pt>
                <c:pt idx="18343">
                  <c:v>24.45</c:v>
                </c:pt>
                <c:pt idx="18344">
                  <c:v>24.45</c:v>
                </c:pt>
                <c:pt idx="18345">
                  <c:v>24.5</c:v>
                </c:pt>
                <c:pt idx="18346">
                  <c:v>24.5</c:v>
                </c:pt>
                <c:pt idx="18347">
                  <c:v>24.5</c:v>
                </c:pt>
                <c:pt idx="18348">
                  <c:v>24.5</c:v>
                </c:pt>
                <c:pt idx="18349">
                  <c:v>24.5</c:v>
                </c:pt>
                <c:pt idx="18350">
                  <c:v>24.5</c:v>
                </c:pt>
                <c:pt idx="18351">
                  <c:v>24.55</c:v>
                </c:pt>
                <c:pt idx="18352">
                  <c:v>24.55</c:v>
                </c:pt>
                <c:pt idx="18353">
                  <c:v>24.55</c:v>
                </c:pt>
                <c:pt idx="18354">
                  <c:v>24.6</c:v>
                </c:pt>
                <c:pt idx="18355">
                  <c:v>24.6</c:v>
                </c:pt>
                <c:pt idx="18356">
                  <c:v>24.6</c:v>
                </c:pt>
                <c:pt idx="18357">
                  <c:v>24.65</c:v>
                </c:pt>
                <c:pt idx="18358">
                  <c:v>24.65</c:v>
                </c:pt>
                <c:pt idx="18359">
                  <c:v>24.7</c:v>
                </c:pt>
                <c:pt idx="18360">
                  <c:v>24.7</c:v>
                </c:pt>
                <c:pt idx="18361">
                  <c:v>24.7</c:v>
                </c:pt>
                <c:pt idx="18362">
                  <c:v>24.7</c:v>
                </c:pt>
                <c:pt idx="18363">
                  <c:v>24.7</c:v>
                </c:pt>
                <c:pt idx="18364">
                  <c:v>24.65</c:v>
                </c:pt>
                <c:pt idx="18365">
                  <c:v>24.6</c:v>
                </c:pt>
                <c:pt idx="18366">
                  <c:v>24.55</c:v>
                </c:pt>
                <c:pt idx="18367">
                  <c:v>24.5</c:v>
                </c:pt>
                <c:pt idx="18368">
                  <c:v>24.5</c:v>
                </c:pt>
                <c:pt idx="18369">
                  <c:v>24.5</c:v>
                </c:pt>
                <c:pt idx="18370">
                  <c:v>24.45</c:v>
                </c:pt>
                <c:pt idx="18371">
                  <c:v>24.45</c:v>
                </c:pt>
                <c:pt idx="18372">
                  <c:v>24.5</c:v>
                </c:pt>
                <c:pt idx="18373">
                  <c:v>24.45</c:v>
                </c:pt>
                <c:pt idx="18374">
                  <c:v>24.45</c:v>
                </c:pt>
                <c:pt idx="18375">
                  <c:v>24.45</c:v>
                </c:pt>
                <c:pt idx="18376">
                  <c:v>24.45</c:v>
                </c:pt>
                <c:pt idx="18377">
                  <c:v>24.5</c:v>
                </c:pt>
                <c:pt idx="18378">
                  <c:v>24.5</c:v>
                </c:pt>
                <c:pt idx="18379">
                  <c:v>24.5</c:v>
                </c:pt>
                <c:pt idx="18380">
                  <c:v>24.55</c:v>
                </c:pt>
                <c:pt idx="18381">
                  <c:v>24.55</c:v>
                </c:pt>
                <c:pt idx="18382">
                  <c:v>24.55</c:v>
                </c:pt>
                <c:pt idx="18383">
                  <c:v>24.6</c:v>
                </c:pt>
                <c:pt idx="18384">
                  <c:v>24.6</c:v>
                </c:pt>
                <c:pt idx="18385">
                  <c:v>24.6</c:v>
                </c:pt>
                <c:pt idx="18386">
                  <c:v>24.65</c:v>
                </c:pt>
                <c:pt idx="18387">
                  <c:v>24.65</c:v>
                </c:pt>
                <c:pt idx="18388">
                  <c:v>24.7</c:v>
                </c:pt>
                <c:pt idx="18389">
                  <c:v>24.7</c:v>
                </c:pt>
                <c:pt idx="18390">
                  <c:v>24.7</c:v>
                </c:pt>
                <c:pt idx="18391">
                  <c:v>24.7</c:v>
                </c:pt>
                <c:pt idx="18392">
                  <c:v>24.7</c:v>
                </c:pt>
                <c:pt idx="18393">
                  <c:v>24.65</c:v>
                </c:pt>
                <c:pt idx="18394">
                  <c:v>24.65</c:v>
                </c:pt>
                <c:pt idx="18395">
                  <c:v>24.6</c:v>
                </c:pt>
                <c:pt idx="18396">
                  <c:v>24.55</c:v>
                </c:pt>
                <c:pt idx="18397">
                  <c:v>24.5</c:v>
                </c:pt>
                <c:pt idx="18398">
                  <c:v>24.45</c:v>
                </c:pt>
                <c:pt idx="18399">
                  <c:v>24.45</c:v>
                </c:pt>
                <c:pt idx="18400">
                  <c:v>24.45</c:v>
                </c:pt>
                <c:pt idx="18401">
                  <c:v>24.4</c:v>
                </c:pt>
                <c:pt idx="18402">
                  <c:v>24.4</c:v>
                </c:pt>
                <c:pt idx="18403">
                  <c:v>24.4</c:v>
                </c:pt>
                <c:pt idx="18404">
                  <c:v>24.45</c:v>
                </c:pt>
                <c:pt idx="18405">
                  <c:v>24.4</c:v>
                </c:pt>
                <c:pt idx="18406">
                  <c:v>24.45</c:v>
                </c:pt>
                <c:pt idx="18407">
                  <c:v>24.45</c:v>
                </c:pt>
                <c:pt idx="18408">
                  <c:v>24.45</c:v>
                </c:pt>
                <c:pt idx="18409">
                  <c:v>24.5</c:v>
                </c:pt>
                <c:pt idx="18410">
                  <c:v>24.5</c:v>
                </c:pt>
                <c:pt idx="18411">
                  <c:v>24.5</c:v>
                </c:pt>
                <c:pt idx="18412">
                  <c:v>24.55</c:v>
                </c:pt>
                <c:pt idx="18413">
                  <c:v>24.55</c:v>
                </c:pt>
                <c:pt idx="18414">
                  <c:v>24.6</c:v>
                </c:pt>
                <c:pt idx="18415">
                  <c:v>24.6</c:v>
                </c:pt>
                <c:pt idx="18416">
                  <c:v>24.65</c:v>
                </c:pt>
                <c:pt idx="18417">
                  <c:v>24.65</c:v>
                </c:pt>
                <c:pt idx="18418">
                  <c:v>24.7</c:v>
                </c:pt>
                <c:pt idx="18419">
                  <c:v>24.7</c:v>
                </c:pt>
                <c:pt idx="18420">
                  <c:v>24.75</c:v>
                </c:pt>
                <c:pt idx="18421">
                  <c:v>24.75</c:v>
                </c:pt>
                <c:pt idx="18422">
                  <c:v>24.75</c:v>
                </c:pt>
                <c:pt idx="18423">
                  <c:v>24.7</c:v>
                </c:pt>
                <c:pt idx="18424">
                  <c:v>24.65</c:v>
                </c:pt>
                <c:pt idx="18425">
                  <c:v>24.6</c:v>
                </c:pt>
                <c:pt idx="18426">
                  <c:v>24.55</c:v>
                </c:pt>
                <c:pt idx="18427">
                  <c:v>24.5</c:v>
                </c:pt>
                <c:pt idx="18428">
                  <c:v>24.5</c:v>
                </c:pt>
                <c:pt idx="18429">
                  <c:v>24.45</c:v>
                </c:pt>
                <c:pt idx="18430">
                  <c:v>24.45</c:v>
                </c:pt>
                <c:pt idx="18431">
                  <c:v>24.45</c:v>
                </c:pt>
                <c:pt idx="18432">
                  <c:v>24.45</c:v>
                </c:pt>
                <c:pt idx="18433">
                  <c:v>24.45</c:v>
                </c:pt>
                <c:pt idx="18434">
                  <c:v>24.45</c:v>
                </c:pt>
                <c:pt idx="18435">
                  <c:v>24.45</c:v>
                </c:pt>
                <c:pt idx="18436">
                  <c:v>24.45</c:v>
                </c:pt>
                <c:pt idx="18437">
                  <c:v>24.45</c:v>
                </c:pt>
                <c:pt idx="18438">
                  <c:v>24.5</c:v>
                </c:pt>
                <c:pt idx="18439">
                  <c:v>24.5</c:v>
                </c:pt>
                <c:pt idx="18440">
                  <c:v>24.5</c:v>
                </c:pt>
                <c:pt idx="18441">
                  <c:v>24.55</c:v>
                </c:pt>
                <c:pt idx="18442">
                  <c:v>24.55</c:v>
                </c:pt>
                <c:pt idx="18443">
                  <c:v>24.55</c:v>
                </c:pt>
                <c:pt idx="18444">
                  <c:v>24.6</c:v>
                </c:pt>
                <c:pt idx="18445">
                  <c:v>24.6</c:v>
                </c:pt>
                <c:pt idx="18446">
                  <c:v>24.6</c:v>
                </c:pt>
                <c:pt idx="18447">
                  <c:v>24.65</c:v>
                </c:pt>
                <c:pt idx="18448">
                  <c:v>24.65</c:v>
                </c:pt>
                <c:pt idx="18449">
                  <c:v>24.65</c:v>
                </c:pt>
                <c:pt idx="18450">
                  <c:v>24.7</c:v>
                </c:pt>
                <c:pt idx="18451">
                  <c:v>24.7</c:v>
                </c:pt>
                <c:pt idx="18452">
                  <c:v>24.65</c:v>
                </c:pt>
                <c:pt idx="18453">
                  <c:v>24.65</c:v>
                </c:pt>
                <c:pt idx="18454">
                  <c:v>24.6</c:v>
                </c:pt>
                <c:pt idx="18455">
                  <c:v>24.55</c:v>
                </c:pt>
                <c:pt idx="18456">
                  <c:v>24.55</c:v>
                </c:pt>
                <c:pt idx="18457">
                  <c:v>24.5</c:v>
                </c:pt>
                <c:pt idx="18458">
                  <c:v>24.45</c:v>
                </c:pt>
                <c:pt idx="18459">
                  <c:v>24.45</c:v>
                </c:pt>
                <c:pt idx="18460">
                  <c:v>24.4</c:v>
                </c:pt>
                <c:pt idx="18461">
                  <c:v>24.4</c:v>
                </c:pt>
                <c:pt idx="18462">
                  <c:v>24.4</c:v>
                </c:pt>
                <c:pt idx="18463">
                  <c:v>24.4</c:v>
                </c:pt>
                <c:pt idx="18464">
                  <c:v>24.4</c:v>
                </c:pt>
                <c:pt idx="18465">
                  <c:v>24.45</c:v>
                </c:pt>
                <c:pt idx="18466">
                  <c:v>24.45</c:v>
                </c:pt>
                <c:pt idx="18467">
                  <c:v>24.45</c:v>
                </c:pt>
                <c:pt idx="18468">
                  <c:v>24.5</c:v>
                </c:pt>
                <c:pt idx="18469">
                  <c:v>24.5</c:v>
                </c:pt>
                <c:pt idx="18470">
                  <c:v>24.5</c:v>
                </c:pt>
                <c:pt idx="18471">
                  <c:v>24.55</c:v>
                </c:pt>
                <c:pt idx="18472">
                  <c:v>24.55</c:v>
                </c:pt>
                <c:pt idx="18473">
                  <c:v>24.55</c:v>
                </c:pt>
                <c:pt idx="18474">
                  <c:v>24.6</c:v>
                </c:pt>
                <c:pt idx="18475">
                  <c:v>24.6</c:v>
                </c:pt>
                <c:pt idx="18476">
                  <c:v>24.65</c:v>
                </c:pt>
                <c:pt idx="18477">
                  <c:v>24.65</c:v>
                </c:pt>
                <c:pt idx="18478">
                  <c:v>24.7</c:v>
                </c:pt>
                <c:pt idx="18479">
                  <c:v>24.7</c:v>
                </c:pt>
                <c:pt idx="18480">
                  <c:v>24.7</c:v>
                </c:pt>
                <c:pt idx="18481">
                  <c:v>24.7</c:v>
                </c:pt>
                <c:pt idx="18482">
                  <c:v>24.7</c:v>
                </c:pt>
                <c:pt idx="18483">
                  <c:v>24.7</c:v>
                </c:pt>
                <c:pt idx="18484">
                  <c:v>24.65</c:v>
                </c:pt>
                <c:pt idx="18485">
                  <c:v>24.6</c:v>
                </c:pt>
                <c:pt idx="18486">
                  <c:v>24.5</c:v>
                </c:pt>
                <c:pt idx="18487">
                  <c:v>24.5</c:v>
                </c:pt>
                <c:pt idx="18488">
                  <c:v>24.45</c:v>
                </c:pt>
                <c:pt idx="18489">
                  <c:v>24.4</c:v>
                </c:pt>
                <c:pt idx="18490">
                  <c:v>24.4</c:v>
                </c:pt>
                <c:pt idx="18491">
                  <c:v>24.4</c:v>
                </c:pt>
                <c:pt idx="18492">
                  <c:v>24.4</c:v>
                </c:pt>
                <c:pt idx="18493">
                  <c:v>24.4</c:v>
                </c:pt>
                <c:pt idx="18494">
                  <c:v>24.4</c:v>
                </c:pt>
                <c:pt idx="18495">
                  <c:v>24.4</c:v>
                </c:pt>
                <c:pt idx="18496">
                  <c:v>24.4</c:v>
                </c:pt>
                <c:pt idx="18497">
                  <c:v>24.45</c:v>
                </c:pt>
                <c:pt idx="18498">
                  <c:v>24.45</c:v>
                </c:pt>
                <c:pt idx="18499">
                  <c:v>24.5</c:v>
                </c:pt>
                <c:pt idx="18500">
                  <c:v>24.5</c:v>
                </c:pt>
                <c:pt idx="18501">
                  <c:v>24.5</c:v>
                </c:pt>
                <c:pt idx="18502">
                  <c:v>24.55</c:v>
                </c:pt>
                <c:pt idx="18503">
                  <c:v>24.55</c:v>
                </c:pt>
                <c:pt idx="18504">
                  <c:v>24.6</c:v>
                </c:pt>
                <c:pt idx="18505">
                  <c:v>24.6</c:v>
                </c:pt>
                <c:pt idx="18506">
                  <c:v>24.65</c:v>
                </c:pt>
                <c:pt idx="18507">
                  <c:v>24.7</c:v>
                </c:pt>
                <c:pt idx="18508">
                  <c:v>24.7</c:v>
                </c:pt>
                <c:pt idx="18509">
                  <c:v>24.7</c:v>
                </c:pt>
                <c:pt idx="18510">
                  <c:v>24.75</c:v>
                </c:pt>
                <c:pt idx="18511">
                  <c:v>24.75</c:v>
                </c:pt>
                <c:pt idx="18512">
                  <c:v>24.75</c:v>
                </c:pt>
                <c:pt idx="18513">
                  <c:v>24.7</c:v>
                </c:pt>
                <c:pt idx="18514">
                  <c:v>24.65</c:v>
                </c:pt>
                <c:pt idx="18515">
                  <c:v>24.65</c:v>
                </c:pt>
                <c:pt idx="18516">
                  <c:v>24.6</c:v>
                </c:pt>
                <c:pt idx="18517">
                  <c:v>24.55</c:v>
                </c:pt>
                <c:pt idx="18518">
                  <c:v>24.5</c:v>
                </c:pt>
                <c:pt idx="18519">
                  <c:v>24.5</c:v>
                </c:pt>
                <c:pt idx="18520">
                  <c:v>24.45</c:v>
                </c:pt>
                <c:pt idx="18521">
                  <c:v>24.45</c:v>
                </c:pt>
                <c:pt idx="18522">
                  <c:v>24.45</c:v>
                </c:pt>
                <c:pt idx="18523">
                  <c:v>24.45</c:v>
                </c:pt>
                <c:pt idx="18524">
                  <c:v>24.45</c:v>
                </c:pt>
                <c:pt idx="18525">
                  <c:v>24.45</c:v>
                </c:pt>
                <c:pt idx="18526">
                  <c:v>24.45</c:v>
                </c:pt>
                <c:pt idx="18527">
                  <c:v>24.45</c:v>
                </c:pt>
                <c:pt idx="18528">
                  <c:v>24.45</c:v>
                </c:pt>
                <c:pt idx="18529">
                  <c:v>24.5</c:v>
                </c:pt>
                <c:pt idx="18530">
                  <c:v>24.5</c:v>
                </c:pt>
                <c:pt idx="18531">
                  <c:v>24.55</c:v>
                </c:pt>
                <c:pt idx="18532">
                  <c:v>24.55</c:v>
                </c:pt>
                <c:pt idx="18533">
                  <c:v>24.6</c:v>
                </c:pt>
                <c:pt idx="18534">
                  <c:v>24.6</c:v>
                </c:pt>
                <c:pt idx="18535">
                  <c:v>24.6</c:v>
                </c:pt>
                <c:pt idx="18536">
                  <c:v>24.65</c:v>
                </c:pt>
                <c:pt idx="18537">
                  <c:v>24.65</c:v>
                </c:pt>
                <c:pt idx="18538">
                  <c:v>24.7</c:v>
                </c:pt>
                <c:pt idx="18539">
                  <c:v>24.7</c:v>
                </c:pt>
                <c:pt idx="18540">
                  <c:v>24.75</c:v>
                </c:pt>
                <c:pt idx="18541">
                  <c:v>24.75</c:v>
                </c:pt>
                <c:pt idx="18542">
                  <c:v>24.75</c:v>
                </c:pt>
                <c:pt idx="18543">
                  <c:v>24.7</c:v>
                </c:pt>
                <c:pt idx="18544">
                  <c:v>24.7</c:v>
                </c:pt>
                <c:pt idx="18545">
                  <c:v>24.65</c:v>
                </c:pt>
                <c:pt idx="18546">
                  <c:v>24.6</c:v>
                </c:pt>
                <c:pt idx="18547">
                  <c:v>24.55</c:v>
                </c:pt>
                <c:pt idx="18548">
                  <c:v>24.5</c:v>
                </c:pt>
                <c:pt idx="18549">
                  <c:v>24.5</c:v>
                </c:pt>
                <c:pt idx="18550">
                  <c:v>24.5</c:v>
                </c:pt>
                <c:pt idx="18551">
                  <c:v>24.5</c:v>
                </c:pt>
                <c:pt idx="18552">
                  <c:v>24.45</c:v>
                </c:pt>
                <c:pt idx="18553">
                  <c:v>24.45</c:v>
                </c:pt>
                <c:pt idx="18554">
                  <c:v>24.5</c:v>
                </c:pt>
                <c:pt idx="18555">
                  <c:v>24.5</c:v>
                </c:pt>
                <c:pt idx="18556">
                  <c:v>24.5</c:v>
                </c:pt>
                <c:pt idx="18557">
                  <c:v>24.5</c:v>
                </c:pt>
                <c:pt idx="18558">
                  <c:v>24.5</c:v>
                </c:pt>
                <c:pt idx="18559">
                  <c:v>24.55</c:v>
                </c:pt>
                <c:pt idx="18560">
                  <c:v>24.55</c:v>
                </c:pt>
                <c:pt idx="18561">
                  <c:v>24.6</c:v>
                </c:pt>
                <c:pt idx="18562">
                  <c:v>24.6</c:v>
                </c:pt>
                <c:pt idx="18563">
                  <c:v>24.6</c:v>
                </c:pt>
                <c:pt idx="18564">
                  <c:v>24.65</c:v>
                </c:pt>
                <c:pt idx="18565">
                  <c:v>24.65</c:v>
                </c:pt>
                <c:pt idx="18566">
                  <c:v>24.65</c:v>
                </c:pt>
                <c:pt idx="18567">
                  <c:v>24.7</c:v>
                </c:pt>
                <c:pt idx="18568">
                  <c:v>24.7</c:v>
                </c:pt>
                <c:pt idx="18569">
                  <c:v>24.7</c:v>
                </c:pt>
                <c:pt idx="18570">
                  <c:v>24.75</c:v>
                </c:pt>
                <c:pt idx="18571">
                  <c:v>24.75</c:v>
                </c:pt>
                <c:pt idx="18572">
                  <c:v>24.7</c:v>
                </c:pt>
                <c:pt idx="18573">
                  <c:v>24.7</c:v>
                </c:pt>
                <c:pt idx="18574">
                  <c:v>24.65</c:v>
                </c:pt>
                <c:pt idx="18575">
                  <c:v>24.6</c:v>
                </c:pt>
                <c:pt idx="18576">
                  <c:v>24.55</c:v>
                </c:pt>
                <c:pt idx="18577">
                  <c:v>24.5</c:v>
                </c:pt>
                <c:pt idx="18578">
                  <c:v>24.5</c:v>
                </c:pt>
                <c:pt idx="18579">
                  <c:v>24.45</c:v>
                </c:pt>
                <c:pt idx="18580">
                  <c:v>24.45</c:v>
                </c:pt>
                <c:pt idx="18581">
                  <c:v>24.45</c:v>
                </c:pt>
                <c:pt idx="18582">
                  <c:v>24.45</c:v>
                </c:pt>
                <c:pt idx="18583">
                  <c:v>24.45</c:v>
                </c:pt>
                <c:pt idx="18584">
                  <c:v>24.45</c:v>
                </c:pt>
                <c:pt idx="18585">
                  <c:v>24.45</c:v>
                </c:pt>
                <c:pt idx="18586">
                  <c:v>24.45</c:v>
                </c:pt>
                <c:pt idx="18587">
                  <c:v>24.5</c:v>
                </c:pt>
                <c:pt idx="18588">
                  <c:v>24.5</c:v>
                </c:pt>
                <c:pt idx="18589">
                  <c:v>24.55</c:v>
                </c:pt>
                <c:pt idx="18590">
                  <c:v>24.55</c:v>
                </c:pt>
                <c:pt idx="18591">
                  <c:v>24.55</c:v>
                </c:pt>
                <c:pt idx="18592">
                  <c:v>24.6</c:v>
                </c:pt>
                <c:pt idx="18593">
                  <c:v>24.6</c:v>
                </c:pt>
                <c:pt idx="18594">
                  <c:v>24.6</c:v>
                </c:pt>
                <c:pt idx="18595">
                  <c:v>24.65</c:v>
                </c:pt>
                <c:pt idx="18596">
                  <c:v>24.7</c:v>
                </c:pt>
                <c:pt idx="18597">
                  <c:v>24.7</c:v>
                </c:pt>
                <c:pt idx="18598">
                  <c:v>24.7</c:v>
                </c:pt>
                <c:pt idx="18599">
                  <c:v>24.7</c:v>
                </c:pt>
                <c:pt idx="18600">
                  <c:v>24.75</c:v>
                </c:pt>
                <c:pt idx="18601">
                  <c:v>24.75</c:v>
                </c:pt>
                <c:pt idx="18602">
                  <c:v>24.7</c:v>
                </c:pt>
                <c:pt idx="18603">
                  <c:v>24.7</c:v>
                </c:pt>
                <c:pt idx="18604">
                  <c:v>24.65</c:v>
                </c:pt>
                <c:pt idx="18605">
                  <c:v>24.6</c:v>
                </c:pt>
                <c:pt idx="18606">
                  <c:v>24.55</c:v>
                </c:pt>
                <c:pt idx="18607">
                  <c:v>24.5</c:v>
                </c:pt>
                <c:pt idx="18608">
                  <c:v>24.5</c:v>
                </c:pt>
                <c:pt idx="18609">
                  <c:v>24.45</c:v>
                </c:pt>
                <c:pt idx="18610">
                  <c:v>24.45</c:v>
                </c:pt>
                <c:pt idx="18611">
                  <c:v>24.4</c:v>
                </c:pt>
                <c:pt idx="18612">
                  <c:v>24.4</c:v>
                </c:pt>
                <c:pt idx="18613">
                  <c:v>24.4</c:v>
                </c:pt>
                <c:pt idx="18614">
                  <c:v>24.4</c:v>
                </c:pt>
                <c:pt idx="18615">
                  <c:v>24.4</c:v>
                </c:pt>
                <c:pt idx="18616">
                  <c:v>24.45</c:v>
                </c:pt>
                <c:pt idx="18617">
                  <c:v>24.45</c:v>
                </c:pt>
                <c:pt idx="18618">
                  <c:v>24.5</c:v>
                </c:pt>
                <c:pt idx="18619">
                  <c:v>24.5</c:v>
                </c:pt>
                <c:pt idx="18620">
                  <c:v>24.5</c:v>
                </c:pt>
                <c:pt idx="18621">
                  <c:v>24.5</c:v>
                </c:pt>
                <c:pt idx="18622">
                  <c:v>24.55</c:v>
                </c:pt>
                <c:pt idx="18623">
                  <c:v>24.6</c:v>
                </c:pt>
                <c:pt idx="18624">
                  <c:v>24.6</c:v>
                </c:pt>
                <c:pt idx="18625">
                  <c:v>24.65</c:v>
                </c:pt>
                <c:pt idx="18626">
                  <c:v>24.65</c:v>
                </c:pt>
                <c:pt idx="18627">
                  <c:v>24.7</c:v>
                </c:pt>
                <c:pt idx="18628">
                  <c:v>24.7</c:v>
                </c:pt>
                <c:pt idx="18629">
                  <c:v>24.75</c:v>
                </c:pt>
                <c:pt idx="18630">
                  <c:v>24.75</c:v>
                </c:pt>
                <c:pt idx="18631">
                  <c:v>24.75</c:v>
                </c:pt>
                <c:pt idx="18632">
                  <c:v>24.75</c:v>
                </c:pt>
                <c:pt idx="18633">
                  <c:v>24.7</c:v>
                </c:pt>
                <c:pt idx="18634">
                  <c:v>24.7</c:v>
                </c:pt>
                <c:pt idx="18635">
                  <c:v>24.65</c:v>
                </c:pt>
                <c:pt idx="18636">
                  <c:v>24.6</c:v>
                </c:pt>
                <c:pt idx="18637">
                  <c:v>24.55</c:v>
                </c:pt>
                <c:pt idx="18638">
                  <c:v>24.5</c:v>
                </c:pt>
                <c:pt idx="18639">
                  <c:v>24.45</c:v>
                </c:pt>
                <c:pt idx="18640">
                  <c:v>24.45</c:v>
                </c:pt>
                <c:pt idx="18641">
                  <c:v>24.45</c:v>
                </c:pt>
                <c:pt idx="18642">
                  <c:v>24.45</c:v>
                </c:pt>
                <c:pt idx="18643">
                  <c:v>24.45</c:v>
                </c:pt>
                <c:pt idx="18644">
                  <c:v>24.45</c:v>
                </c:pt>
                <c:pt idx="18645">
                  <c:v>24.45</c:v>
                </c:pt>
                <c:pt idx="18646">
                  <c:v>24.45</c:v>
                </c:pt>
                <c:pt idx="18647">
                  <c:v>24.45</c:v>
                </c:pt>
                <c:pt idx="18648">
                  <c:v>24.5</c:v>
                </c:pt>
                <c:pt idx="18649">
                  <c:v>24.5</c:v>
                </c:pt>
                <c:pt idx="18650">
                  <c:v>24.5</c:v>
                </c:pt>
                <c:pt idx="18651">
                  <c:v>24.55</c:v>
                </c:pt>
                <c:pt idx="18652">
                  <c:v>24.55</c:v>
                </c:pt>
                <c:pt idx="18653">
                  <c:v>24.55</c:v>
                </c:pt>
                <c:pt idx="18654">
                  <c:v>24.6</c:v>
                </c:pt>
                <c:pt idx="18655">
                  <c:v>24.6</c:v>
                </c:pt>
                <c:pt idx="18656">
                  <c:v>24.65</c:v>
                </c:pt>
                <c:pt idx="18657">
                  <c:v>24.65</c:v>
                </c:pt>
                <c:pt idx="18658">
                  <c:v>24.7</c:v>
                </c:pt>
                <c:pt idx="18659">
                  <c:v>24.7</c:v>
                </c:pt>
                <c:pt idx="18660">
                  <c:v>24.75</c:v>
                </c:pt>
                <c:pt idx="18661">
                  <c:v>24.75</c:v>
                </c:pt>
                <c:pt idx="18662">
                  <c:v>24.75</c:v>
                </c:pt>
                <c:pt idx="18663">
                  <c:v>24.7</c:v>
                </c:pt>
                <c:pt idx="18664">
                  <c:v>24.65</c:v>
                </c:pt>
                <c:pt idx="18665">
                  <c:v>24.6</c:v>
                </c:pt>
                <c:pt idx="18666">
                  <c:v>24.55</c:v>
                </c:pt>
                <c:pt idx="18667">
                  <c:v>24.55</c:v>
                </c:pt>
                <c:pt idx="18668">
                  <c:v>24.5</c:v>
                </c:pt>
                <c:pt idx="18669">
                  <c:v>24.45</c:v>
                </c:pt>
                <c:pt idx="18670">
                  <c:v>24.45</c:v>
                </c:pt>
                <c:pt idx="18671">
                  <c:v>24.45</c:v>
                </c:pt>
                <c:pt idx="18672">
                  <c:v>24.45</c:v>
                </c:pt>
                <c:pt idx="18673">
                  <c:v>24.45</c:v>
                </c:pt>
                <c:pt idx="18674">
                  <c:v>24.45</c:v>
                </c:pt>
                <c:pt idx="18675">
                  <c:v>24.45</c:v>
                </c:pt>
                <c:pt idx="18676">
                  <c:v>24.5</c:v>
                </c:pt>
                <c:pt idx="18677">
                  <c:v>24.5</c:v>
                </c:pt>
                <c:pt idx="18678">
                  <c:v>24.5</c:v>
                </c:pt>
                <c:pt idx="18679">
                  <c:v>24.5</c:v>
                </c:pt>
                <c:pt idx="18680">
                  <c:v>24.5</c:v>
                </c:pt>
                <c:pt idx="18681">
                  <c:v>24.55</c:v>
                </c:pt>
                <c:pt idx="18682">
                  <c:v>24.55</c:v>
                </c:pt>
                <c:pt idx="18683">
                  <c:v>24.55</c:v>
                </c:pt>
                <c:pt idx="18684">
                  <c:v>24.6</c:v>
                </c:pt>
                <c:pt idx="18685">
                  <c:v>24.6</c:v>
                </c:pt>
                <c:pt idx="18686">
                  <c:v>24.65</c:v>
                </c:pt>
                <c:pt idx="18687">
                  <c:v>24.65</c:v>
                </c:pt>
                <c:pt idx="18688">
                  <c:v>24.65</c:v>
                </c:pt>
                <c:pt idx="18689">
                  <c:v>24.7</c:v>
                </c:pt>
                <c:pt idx="18690">
                  <c:v>24.7</c:v>
                </c:pt>
                <c:pt idx="18691">
                  <c:v>24.75</c:v>
                </c:pt>
                <c:pt idx="18692">
                  <c:v>24.7</c:v>
                </c:pt>
                <c:pt idx="18693">
                  <c:v>24.7</c:v>
                </c:pt>
                <c:pt idx="18694">
                  <c:v>24.7</c:v>
                </c:pt>
                <c:pt idx="18695">
                  <c:v>24.6</c:v>
                </c:pt>
                <c:pt idx="18696">
                  <c:v>24.55</c:v>
                </c:pt>
                <c:pt idx="18697">
                  <c:v>24.55</c:v>
                </c:pt>
                <c:pt idx="18698">
                  <c:v>24.5</c:v>
                </c:pt>
                <c:pt idx="18699">
                  <c:v>24.5</c:v>
                </c:pt>
                <c:pt idx="18700">
                  <c:v>24.45</c:v>
                </c:pt>
                <c:pt idx="18701">
                  <c:v>24.5</c:v>
                </c:pt>
                <c:pt idx="18702">
                  <c:v>24.5</c:v>
                </c:pt>
                <c:pt idx="18703">
                  <c:v>24.45</c:v>
                </c:pt>
                <c:pt idx="18704">
                  <c:v>24.45</c:v>
                </c:pt>
                <c:pt idx="18705">
                  <c:v>24.5</c:v>
                </c:pt>
                <c:pt idx="18706">
                  <c:v>24.5</c:v>
                </c:pt>
                <c:pt idx="18707">
                  <c:v>24.5</c:v>
                </c:pt>
                <c:pt idx="18708">
                  <c:v>24.5</c:v>
                </c:pt>
                <c:pt idx="18709">
                  <c:v>24.55</c:v>
                </c:pt>
                <c:pt idx="18710">
                  <c:v>24.55</c:v>
                </c:pt>
                <c:pt idx="18711">
                  <c:v>24.55</c:v>
                </c:pt>
                <c:pt idx="18712">
                  <c:v>24.6</c:v>
                </c:pt>
                <c:pt idx="18713">
                  <c:v>24.6</c:v>
                </c:pt>
                <c:pt idx="18714">
                  <c:v>24.6</c:v>
                </c:pt>
                <c:pt idx="18715">
                  <c:v>24.6</c:v>
                </c:pt>
                <c:pt idx="18716">
                  <c:v>24.65</c:v>
                </c:pt>
                <c:pt idx="18717">
                  <c:v>24.65</c:v>
                </c:pt>
                <c:pt idx="18718">
                  <c:v>24.65</c:v>
                </c:pt>
                <c:pt idx="18719">
                  <c:v>24.7</c:v>
                </c:pt>
                <c:pt idx="18720">
                  <c:v>24.7</c:v>
                </c:pt>
                <c:pt idx="18721">
                  <c:v>24.7</c:v>
                </c:pt>
                <c:pt idx="18722">
                  <c:v>24.7</c:v>
                </c:pt>
                <c:pt idx="18723">
                  <c:v>24.7</c:v>
                </c:pt>
                <c:pt idx="18724">
                  <c:v>24.65</c:v>
                </c:pt>
                <c:pt idx="18725">
                  <c:v>24.6</c:v>
                </c:pt>
                <c:pt idx="18726">
                  <c:v>24.55</c:v>
                </c:pt>
                <c:pt idx="18727">
                  <c:v>24.55</c:v>
                </c:pt>
                <c:pt idx="18728">
                  <c:v>24.5</c:v>
                </c:pt>
                <c:pt idx="18729">
                  <c:v>24.5</c:v>
                </c:pt>
                <c:pt idx="18730">
                  <c:v>24.5</c:v>
                </c:pt>
                <c:pt idx="18731">
                  <c:v>24.5</c:v>
                </c:pt>
                <c:pt idx="18732">
                  <c:v>24.5</c:v>
                </c:pt>
                <c:pt idx="18733">
                  <c:v>24.5</c:v>
                </c:pt>
                <c:pt idx="18734">
                  <c:v>24.5</c:v>
                </c:pt>
                <c:pt idx="18735">
                  <c:v>24.5</c:v>
                </c:pt>
                <c:pt idx="18736">
                  <c:v>24.5</c:v>
                </c:pt>
                <c:pt idx="18737">
                  <c:v>24.5</c:v>
                </c:pt>
                <c:pt idx="18738">
                  <c:v>24.5</c:v>
                </c:pt>
                <c:pt idx="18739">
                  <c:v>24.55</c:v>
                </c:pt>
                <c:pt idx="18740">
                  <c:v>24.55</c:v>
                </c:pt>
                <c:pt idx="18741">
                  <c:v>24.6</c:v>
                </c:pt>
                <c:pt idx="18742">
                  <c:v>24.6</c:v>
                </c:pt>
                <c:pt idx="18743">
                  <c:v>24.6</c:v>
                </c:pt>
                <c:pt idx="18744">
                  <c:v>24.65</c:v>
                </c:pt>
                <c:pt idx="18745">
                  <c:v>24.65</c:v>
                </c:pt>
                <c:pt idx="18746">
                  <c:v>24.65</c:v>
                </c:pt>
                <c:pt idx="18747">
                  <c:v>24.7</c:v>
                </c:pt>
                <c:pt idx="18748">
                  <c:v>24.7</c:v>
                </c:pt>
                <c:pt idx="18749">
                  <c:v>24.75</c:v>
                </c:pt>
                <c:pt idx="18750">
                  <c:v>24.75</c:v>
                </c:pt>
                <c:pt idx="18751">
                  <c:v>24.75</c:v>
                </c:pt>
                <c:pt idx="18752">
                  <c:v>24.7</c:v>
                </c:pt>
                <c:pt idx="18753">
                  <c:v>24.65</c:v>
                </c:pt>
                <c:pt idx="18754">
                  <c:v>24.65</c:v>
                </c:pt>
                <c:pt idx="18755">
                  <c:v>24.6</c:v>
                </c:pt>
                <c:pt idx="18756">
                  <c:v>24.55</c:v>
                </c:pt>
                <c:pt idx="18757">
                  <c:v>24.5</c:v>
                </c:pt>
                <c:pt idx="18758">
                  <c:v>24.45</c:v>
                </c:pt>
                <c:pt idx="18759">
                  <c:v>24.45</c:v>
                </c:pt>
                <c:pt idx="18760">
                  <c:v>24.45</c:v>
                </c:pt>
                <c:pt idx="18761">
                  <c:v>24.45</c:v>
                </c:pt>
                <c:pt idx="18762">
                  <c:v>24.4</c:v>
                </c:pt>
                <c:pt idx="18763">
                  <c:v>24.4</c:v>
                </c:pt>
                <c:pt idx="18764">
                  <c:v>24.45</c:v>
                </c:pt>
                <c:pt idx="18765">
                  <c:v>24.45</c:v>
                </c:pt>
                <c:pt idx="18766">
                  <c:v>24.45</c:v>
                </c:pt>
                <c:pt idx="18767">
                  <c:v>24.5</c:v>
                </c:pt>
                <c:pt idx="18768">
                  <c:v>24.5</c:v>
                </c:pt>
                <c:pt idx="18769">
                  <c:v>24.5</c:v>
                </c:pt>
                <c:pt idx="18770">
                  <c:v>24.55</c:v>
                </c:pt>
                <c:pt idx="18771">
                  <c:v>24.55</c:v>
                </c:pt>
                <c:pt idx="18772">
                  <c:v>24.6</c:v>
                </c:pt>
                <c:pt idx="18773">
                  <c:v>24.6</c:v>
                </c:pt>
                <c:pt idx="18774">
                  <c:v>24.65</c:v>
                </c:pt>
                <c:pt idx="18775">
                  <c:v>24.65</c:v>
                </c:pt>
                <c:pt idx="18776">
                  <c:v>24.65</c:v>
                </c:pt>
                <c:pt idx="18777">
                  <c:v>24.7</c:v>
                </c:pt>
                <c:pt idx="18778">
                  <c:v>24.7</c:v>
                </c:pt>
                <c:pt idx="18779">
                  <c:v>24.7</c:v>
                </c:pt>
                <c:pt idx="18780">
                  <c:v>24.75</c:v>
                </c:pt>
                <c:pt idx="18781">
                  <c:v>24.75</c:v>
                </c:pt>
                <c:pt idx="18782">
                  <c:v>24.7</c:v>
                </c:pt>
                <c:pt idx="18783">
                  <c:v>24.7</c:v>
                </c:pt>
                <c:pt idx="18784">
                  <c:v>24.7</c:v>
                </c:pt>
                <c:pt idx="18785">
                  <c:v>24.6</c:v>
                </c:pt>
                <c:pt idx="18786">
                  <c:v>24.6</c:v>
                </c:pt>
                <c:pt idx="18787">
                  <c:v>24.55</c:v>
                </c:pt>
                <c:pt idx="18788">
                  <c:v>24.5</c:v>
                </c:pt>
                <c:pt idx="18789">
                  <c:v>24.45</c:v>
                </c:pt>
                <c:pt idx="18790">
                  <c:v>24.45</c:v>
                </c:pt>
                <c:pt idx="18791">
                  <c:v>24.45</c:v>
                </c:pt>
                <c:pt idx="18792">
                  <c:v>24.4</c:v>
                </c:pt>
                <c:pt idx="18793">
                  <c:v>24.4</c:v>
                </c:pt>
                <c:pt idx="18794">
                  <c:v>24.4</c:v>
                </c:pt>
                <c:pt idx="18795">
                  <c:v>24.45</c:v>
                </c:pt>
                <c:pt idx="18796">
                  <c:v>24.45</c:v>
                </c:pt>
                <c:pt idx="18797">
                  <c:v>24.45</c:v>
                </c:pt>
                <c:pt idx="18798">
                  <c:v>24.5</c:v>
                </c:pt>
                <c:pt idx="18799">
                  <c:v>24.5</c:v>
                </c:pt>
                <c:pt idx="18800">
                  <c:v>24.55</c:v>
                </c:pt>
                <c:pt idx="18801">
                  <c:v>24.55</c:v>
                </c:pt>
                <c:pt idx="18802">
                  <c:v>24.6</c:v>
                </c:pt>
                <c:pt idx="18803">
                  <c:v>24.6</c:v>
                </c:pt>
                <c:pt idx="18804">
                  <c:v>24.6</c:v>
                </c:pt>
                <c:pt idx="18805">
                  <c:v>24.65</c:v>
                </c:pt>
                <c:pt idx="18806">
                  <c:v>24.65</c:v>
                </c:pt>
                <c:pt idx="18807">
                  <c:v>24.7</c:v>
                </c:pt>
                <c:pt idx="18808">
                  <c:v>24.7</c:v>
                </c:pt>
                <c:pt idx="18809">
                  <c:v>24.7</c:v>
                </c:pt>
                <c:pt idx="18810">
                  <c:v>24.75</c:v>
                </c:pt>
                <c:pt idx="18811">
                  <c:v>24.75</c:v>
                </c:pt>
                <c:pt idx="18812">
                  <c:v>24.7</c:v>
                </c:pt>
                <c:pt idx="18813">
                  <c:v>24.7</c:v>
                </c:pt>
                <c:pt idx="18814">
                  <c:v>24.65</c:v>
                </c:pt>
                <c:pt idx="18815">
                  <c:v>24.6</c:v>
                </c:pt>
                <c:pt idx="18816">
                  <c:v>24.55</c:v>
                </c:pt>
                <c:pt idx="18817">
                  <c:v>24.5</c:v>
                </c:pt>
                <c:pt idx="18818">
                  <c:v>24.5</c:v>
                </c:pt>
                <c:pt idx="18819">
                  <c:v>24.4</c:v>
                </c:pt>
                <c:pt idx="18820">
                  <c:v>24.45</c:v>
                </c:pt>
                <c:pt idx="18821">
                  <c:v>24.4</c:v>
                </c:pt>
                <c:pt idx="18822">
                  <c:v>24.4</c:v>
                </c:pt>
                <c:pt idx="18823">
                  <c:v>24.45</c:v>
                </c:pt>
                <c:pt idx="18824">
                  <c:v>24.4</c:v>
                </c:pt>
                <c:pt idx="18825">
                  <c:v>24.45</c:v>
                </c:pt>
                <c:pt idx="18826">
                  <c:v>24.45</c:v>
                </c:pt>
                <c:pt idx="18827">
                  <c:v>24.5</c:v>
                </c:pt>
                <c:pt idx="18828">
                  <c:v>24.5</c:v>
                </c:pt>
                <c:pt idx="18829">
                  <c:v>24.55</c:v>
                </c:pt>
                <c:pt idx="18830">
                  <c:v>24.5</c:v>
                </c:pt>
                <c:pt idx="18831">
                  <c:v>24.55</c:v>
                </c:pt>
                <c:pt idx="18832">
                  <c:v>24.55</c:v>
                </c:pt>
                <c:pt idx="18833">
                  <c:v>24.6</c:v>
                </c:pt>
                <c:pt idx="18834">
                  <c:v>24.65</c:v>
                </c:pt>
                <c:pt idx="18835">
                  <c:v>24.65</c:v>
                </c:pt>
                <c:pt idx="18836">
                  <c:v>24.65</c:v>
                </c:pt>
                <c:pt idx="18837">
                  <c:v>24.65</c:v>
                </c:pt>
                <c:pt idx="18838">
                  <c:v>24.7</c:v>
                </c:pt>
                <c:pt idx="18839">
                  <c:v>24.7</c:v>
                </c:pt>
                <c:pt idx="18840">
                  <c:v>24.75</c:v>
                </c:pt>
                <c:pt idx="18841">
                  <c:v>24.75</c:v>
                </c:pt>
                <c:pt idx="18842">
                  <c:v>24.7</c:v>
                </c:pt>
                <c:pt idx="18843">
                  <c:v>24.7</c:v>
                </c:pt>
                <c:pt idx="18844">
                  <c:v>24.65</c:v>
                </c:pt>
                <c:pt idx="18845">
                  <c:v>24.6</c:v>
                </c:pt>
                <c:pt idx="18846">
                  <c:v>24.55</c:v>
                </c:pt>
                <c:pt idx="18847">
                  <c:v>24.5</c:v>
                </c:pt>
                <c:pt idx="18848">
                  <c:v>24.5</c:v>
                </c:pt>
                <c:pt idx="18849">
                  <c:v>24.45</c:v>
                </c:pt>
                <c:pt idx="18850">
                  <c:v>24.45</c:v>
                </c:pt>
                <c:pt idx="18851">
                  <c:v>24.4</c:v>
                </c:pt>
                <c:pt idx="18852">
                  <c:v>24.4</c:v>
                </c:pt>
                <c:pt idx="18853">
                  <c:v>24.4</c:v>
                </c:pt>
                <c:pt idx="18854">
                  <c:v>24.45</c:v>
                </c:pt>
                <c:pt idx="18855">
                  <c:v>24.4</c:v>
                </c:pt>
                <c:pt idx="18856">
                  <c:v>24.45</c:v>
                </c:pt>
                <c:pt idx="18857">
                  <c:v>24.45</c:v>
                </c:pt>
                <c:pt idx="18858">
                  <c:v>24.45</c:v>
                </c:pt>
                <c:pt idx="18859">
                  <c:v>24.45</c:v>
                </c:pt>
                <c:pt idx="18860">
                  <c:v>24.5</c:v>
                </c:pt>
                <c:pt idx="18861">
                  <c:v>24.5</c:v>
                </c:pt>
                <c:pt idx="18862">
                  <c:v>24.55</c:v>
                </c:pt>
                <c:pt idx="18863">
                  <c:v>24.55</c:v>
                </c:pt>
                <c:pt idx="18864">
                  <c:v>24.6</c:v>
                </c:pt>
                <c:pt idx="18865">
                  <c:v>24.6</c:v>
                </c:pt>
                <c:pt idx="18866">
                  <c:v>24.65</c:v>
                </c:pt>
                <c:pt idx="18867">
                  <c:v>24.65</c:v>
                </c:pt>
                <c:pt idx="18868">
                  <c:v>24.7</c:v>
                </c:pt>
                <c:pt idx="18869">
                  <c:v>24.7</c:v>
                </c:pt>
                <c:pt idx="18870">
                  <c:v>24.75</c:v>
                </c:pt>
                <c:pt idx="18871">
                  <c:v>24.75</c:v>
                </c:pt>
                <c:pt idx="18872">
                  <c:v>24.7</c:v>
                </c:pt>
                <c:pt idx="18873">
                  <c:v>24.7</c:v>
                </c:pt>
                <c:pt idx="18874">
                  <c:v>24.65</c:v>
                </c:pt>
                <c:pt idx="18875">
                  <c:v>24.6</c:v>
                </c:pt>
                <c:pt idx="18876">
                  <c:v>24.55</c:v>
                </c:pt>
                <c:pt idx="18877">
                  <c:v>24.5</c:v>
                </c:pt>
                <c:pt idx="18878">
                  <c:v>24.5</c:v>
                </c:pt>
                <c:pt idx="18879">
                  <c:v>24.45</c:v>
                </c:pt>
                <c:pt idx="18880">
                  <c:v>24.45</c:v>
                </c:pt>
                <c:pt idx="18881">
                  <c:v>24.45</c:v>
                </c:pt>
                <c:pt idx="18882">
                  <c:v>24.4</c:v>
                </c:pt>
                <c:pt idx="18883">
                  <c:v>24.45</c:v>
                </c:pt>
                <c:pt idx="18884">
                  <c:v>24.45</c:v>
                </c:pt>
                <c:pt idx="18885">
                  <c:v>24.45</c:v>
                </c:pt>
                <c:pt idx="18886">
                  <c:v>24.45</c:v>
                </c:pt>
                <c:pt idx="18887">
                  <c:v>24.45</c:v>
                </c:pt>
                <c:pt idx="18888">
                  <c:v>24.45</c:v>
                </c:pt>
                <c:pt idx="18889">
                  <c:v>24.5</c:v>
                </c:pt>
                <c:pt idx="18890">
                  <c:v>24.5</c:v>
                </c:pt>
                <c:pt idx="18891">
                  <c:v>24.5</c:v>
                </c:pt>
                <c:pt idx="18892">
                  <c:v>24.55</c:v>
                </c:pt>
                <c:pt idx="18893">
                  <c:v>24.55</c:v>
                </c:pt>
                <c:pt idx="18894">
                  <c:v>24.55</c:v>
                </c:pt>
                <c:pt idx="18895">
                  <c:v>24.6</c:v>
                </c:pt>
                <c:pt idx="18896">
                  <c:v>24.6</c:v>
                </c:pt>
                <c:pt idx="18897">
                  <c:v>24.65</c:v>
                </c:pt>
                <c:pt idx="18898">
                  <c:v>24.7</c:v>
                </c:pt>
                <c:pt idx="18899">
                  <c:v>24.7</c:v>
                </c:pt>
                <c:pt idx="18900">
                  <c:v>24.7</c:v>
                </c:pt>
                <c:pt idx="18901">
                  <c:v>24.7</c:v>
                </c:pt>
                <c:pt idx="18902">
                  <c:v>24.7</c:v>
                </c:pt>
                <c:pt idx="18903">
                  <c:v>24.7</c:v>
                </c:pt>
                <c:pt idx="18904">
                  <c:v>24.65</c:v>
                </c:pt>
                <c:pt idx="18905">
                  <c:v>24.6</c:v>
                </c:pt>
                <c:pt idx="18906">
                  <c:v>24.55</c:v>
                </c:pt>
                <c:pt idx="18907">
                  <c:v>24.55</c:v>
                </c:pt>
                <c:pt idx="18908">
                  <c:v>24.5</c:v>
                </c:pt>
                <c:pt idx="18909">
                  <c:v>24.5</c:v>
                </c:pt>
                <c:pt idx="18910">
                  <c:v>24.45</c:v>
                </c:pt>
                <c:pt idx="18911">
                  <c:v>24.45</c:v>
                </c:pt>
                <c:pt idx="18912">
                  <c:v>24.45</c:v>
                </c:pt>
                <c:pt idx="18913">
                  <c:v>24.45</c:v>
                </c:pt>
                <c:pt idx="18914">
                  <c:v>24.45</c:v>
                </c:pt>
                <c:pt idx="18915">
                  <c:v>24.45</c:v>
                </c:pt>
                <c:pt idx="18916">
                  <c:v>24.45</c:v>
                </c:pt>
                <c:pt idx="18917">
                  <c:v>24.45</c:v>
                </c:pt>
                <c:pt idx="18918">
                  <c:v>24.45</c:v>
                </c:pt>
                <c:pt idx="18919">
                  <c:v>24.5</c:v>
                </c:pt>
                <c:pt idx="18920">
                  <c:v>24.5</c:v>
                </c:pt>
                <c:pt idx="18921">
                  <c:v>24.5</c:v>
                </c:pt>
                <c:pt idx="18922">
                  <c:v>24.55</c:v>
                </c:pt>
                <c:pt idx="18923">
                  <c:v>24.55</c:v>
                </c:pt>
                <c:pt idx="18924">
                  <c:v>24.6</c:v>
                </c:pt>
                <c:pt idx="18925">
                  <c:v>24.6</c:v>
                </c:pt>
                <c:pt idx="18926">
                  <c:v>24.65</c:v>
                </c:pt>
                <c:pt idx="18927">
                  <c:v>24.65</c:v>
                </c:pt>
                <c:pt idx="18928">
                  <c:v>24.7</c:v>
                </c:pt>
                <c:pt idx="18929">
                  <c:v>24.7</c:v>
                </c:pt>
                <c:pt idx="18930">
                  <c:v>24.7</c:v>
                </c:pt>
                <c:pt idx="18931">
                  <c:v>24.75</c:v>
                </c:pt>
                <c:pt idx="18932">
                  <c:v>24.7</c:v>
                </c:pt>
                <c:pt idx="18933">
                  <c:v>24.7</c:v>
                </c:pt>
                <c:pt idx="18934">
                  <c:v>24.6</c:v>
                </c:pt>
                <c:pt idx="18935">
                  <c:v>24.6</c:v>
                </c:pt>
                <c:pt idx="18936">
                  <c:v>24.55</c:v>
                </c:pt>
                <c:pt idx="18937">
                  <c:v>24.5</c:v>
                </c:pt>
                <c:pt idx="18938">
                  <c:v>24.45</c:v>
                </c:pt>
                <c:pt idx="18939">
                  <c:v>24.45</c:v>
                </c:pt>
                <c:pt idx="18940">
                  <c:v>24.4</c:v>
                </c:pt>
                <c:pt idx="18941">
                  <c:v>24.4</c:v>
                </c:pt>
                <c:pt idx="18942">
                  <c:v>24.4</c:v>
                </c:pt>
                <c:pt idx="18943">
                  <c:v>24.4</c:v>
                </c:pt>
                <c:pt idx="18944">
                  <c:v>24.4</c:v>
                </c:pt>
                <c:pt idx="18945">
                  <c:v>24.4</c:v>
                </c:pt>
                <c:pt idx="18946">
                  <c:v>24.4</c:v>
                </c:pt>
                <c:pt idx="18947">
                  <c:v>24.45</c:v>
                </c:pt>
                <c:pt idx="18948">
                  <c:v>24.45</c:v>
                </c:pt>
                <c:pt idx="18949">
                  <c:v>24.5</c:v>
                </c:pt>
                <c:pt idx="18950">
                  <c:v>24.5</c:v>
                </c:pt>
                <c:pt idx="18951">
                  <c:v>24.55</c:v>
                </c:pt>
                <c:pt idx="18952">
                  <c:v>24.55</c:v>
                </c:pt>
                <c:pt idx="18953">
                  <c:v>24.6</c:v>
                </c:pt>
                <c:pt idx="18954">
                  <c:v>24.6</c:v>
                </c:pt>
                <c:pt idx="18955">
                  <c:v>24.65</c:v>
                </c:pt>
                <c:pt idx="18956">
                  <c:v>24.65</c:v>
                </c:pt>
                <c:pt idx="18957">
                  <c:v>24.65</c:v>
                </c:pt>
                <c:pt idx="18958">
                  <c:v>24.7</c:v>
                </c:pt>
                <c:pt idx="18959">
                  <c:v>24.7</c:v>
                </c:pt>
                <c:pt idx="18960">
                  <c:v>24.7</c:v>
                </c:pt>
                <c:pt idx="18961">
                  <c:v>24.7</c:v>
                </c:pt>
                <c:pt idx="18962">
                  <c:v>24.7</c:v>
                </c:pt>
                <c:pt idx="18963">
                  <c:v>24.7</c:v>
                </c:pt>
                <c:pt idx="18964">
                  <c:v>24.65</c:v>
                </c:pt>
                <c:pt idx="18965">
                  <c:v>24.6</c:v>
                </c:pt>
                <c:pt idx="18966">
                  <c:v>24.55</c:v>
                </c:pt>
                <c:pt idx="18967">
                  <c:v>24.5</c:v>
                </c:pt>
                <c:pt idx="18968">
                  <c:v>24.45</c:v>
                </c:pt>
                <c:pt idx="18969">
                  <c:v>24.45</c:v>
                </c:pt>
                <c:pt idx="18970">
                  <c:v>24.45</c:v>
                </c:pt>
                <c:pt idx="18971">
                  <c:v>24.4</c:v>
                </c:pt>
                <c:pt idx="18972">
                  <c:v>24.4</c:v>
                </c:pt>
                <c:pt idx="18973">
                  <c:v>24.4</c:v>
                </c:pt>
                <c:pt idx="18974">
                  <c:v>24.4</c:v>
                </c:pt>
                <c:pt idx="18975">
                  <c:v>24.4</c:v>
                </c:pt>
                <c:pt idx="18976">
                  <c:v>24.45</c:v>
                </c:pt>
                <c:pt idx="18977">
                  <c:v>24.45</c:v>
                </c:pt>
                <c:pt idx="18978">
                  <c:v>24.45</c:v>
                </c:pt>
                <c:pt idx="18979">
                  <c:v>24.5</c:v>
                </c:pt>
                <c:pt idx="18980">
                  <c:v>24.5</c:v>
                </c:pt>
                <c:pt idx="18981">
                  <c:v>24.55</c:v>
                </c:pt>
                <c:pt idx="18982">
                  <c:v>24.55</c:v>
                </c:pt>
                <c:pt idx="18983">
                  <c:v>24.55</c:v>
                </c:pt>
                <c:pt idx="18984">
                  <c:v>24.6</c:v>
                </c:pt>
                <c:pt idx="18985">
                  <c:v>24.6</c:v>
                </c:pt>
                <c:pt idx="18986">
                  <c:v>24.65</c:v>
                </c:pt>
                <c:pt idx="18987">
                  <c:v>24.65</c:v>
                </c:pt>
                <c:pt idx="18988">
                  <c:v>24.65</c:v>
                </c:pt>
                <c:pt idx="18989">
                  <c:v>24.7</c:v>
                </c:pt>
                <c:pt idx="18990">
                  <c:v>24.7</c:v>
                </c:pt>
                <c:pt idx="18991">
                  <c:v>24.7</c:v>
                </c:pt>
                <c:pt idx="18992">
                  <c:v>24.7</c:v>
                </c:pt>
                <c:pt idx="18993">
                  <c:v>24.65</c:v>
                </c:pt>
                <c:pt idx="18994">
                  <c:v>24.6</c:v>
                </c:pt>
                <c:pt idx="18995">
                  <c:v>24.55</c:v>
                </c:pt>
                <c:pt idx="18996">
                  <c:v>24.55</c:v>
                </c:pt>
                <c:pt idx="18997">
                  <c:v>24.5</c:v>
                </c:pt>
                <c:pt idx="18998">
                  <c:v>24.45</c:v>
                </c:pt>
                <c:pt idx="18999">
                  <c:v>24.45</c:v>
                </c:pt>
                <c:pt idx="19000">
                  <c:v>24.4</c:v>
                </c:pt>
                <c:pt idx="19001">
                  <c:v>24.4</c:v>
                </c:pt>
                <c:pt idx="19002">
                  <c:v>24.4</c:v>
                </c:pt>
                <c:pt idx="19003">
                  <c:v>24.4</c:v>
                </c:pt>
                <c:pt idx="19004">
                  <c:v>24.4</c:v>
                </c:pt>
                <c:pt idx="19005">
                  <c:v>24.45</c:v>
                </c:pt>
                <c:pt idx="19006">
                  <c:v>24.45</c:v>
                </c:pt>
                <c:pt idx="19007">
                  <c:v>24.5</c:v>
                </c:pt>
                <c:pt idx="19008">
                  <c:v>24.5</c:v>
                </c:pt>
                <c:pt idx="19009">
                  <c:v>24.5</c:v>
                </c:pt>
                <c:pt idx="19010">
                  <c:v>24.55</c:v>
                </c:pt>
                <c:pt idx="19011">
                  <c:v>24.55</c:v>
                </c:pt>
                <c:pt idx="19012">
                  <c:v>24.6</c:v>
                </c:pt>
                <c:pt idx="19013">
                  <c:v>24.6</c:v>
                </c:pt>
                <c:pt idx="19014">
                  <c:v>24.6</c:v>
                </c:pt>
                <c:pt idx="19015">
                  <c:v>24.65</c:v>
                </c:pt>
                <c:pt idx="19016">
                  <c:v>24.65</c:v>
                </c:pt>
                <c:pt idx="19017">
                  <c:v>24.7</c:v>
                </c:pt>
                <c:pt idx="19018">
                  <c:v>24.7</c:v>
                </c:pt>
                <c:pt idx="19019">
                  <c:v>24.7</c:v>
                </c:pt>
                <c:pt idx="19020">
                  <c:v>24.75</c:v>
                </c:pt>
                <c:pt idx="19021">
                  <c:v>24.7</c:v>
                </c:pt>
                <c:pt idx="19022">
                  <c:v>24.7</c:v>
                </c:pt>
                <c:pt idx="19023">
                  <c:v>24.65</c:v>
                </c:pt>
                <c:pt idx="19024">
                  <c:v>24.65</c:v>
                </c:pt>
                <c:pt idx="19025">
                  <c:v>24.6</c:v>
                </c:pt>
                <c:pt idx="19026">
                  <c:v>24.55</c:v>
                </c:pt>
                <c:pt idx="19027">
                  <c:v>24.45</c:v>
                </c:pt>
                <c:pt idx="19028">
                  <c:v>24.45</c:v>
                </c:pt>
                <c:pt idx="19029">
                  <c:v>24.45</c:v>
                </c:pt>
                <c:pt idx="19030">
                  <c:v>24.4</c:v>
                </c:pt>
                <c:pt idx="19031">
                  <c:v>24.4</c:v>
                </c:pt>
                <c:pt idx="19032">
                  <c:v>24.4</c:v>
                </c:pt>
                <c:pt idx="19033">
                  <c:v>24.4</c:v>
                </c:pt>
                <c:pt idx="19034">
                  <c:v>24.4</c:v>
                </c:pt>
                <c:pt idx="19035">
                  <c:v>24.45</c:v>
                </c:pt>
                <c:pt idx="19036">
                  <c:v>24.45</c:v>
                </c:pt>
                <c:pt idx="19037">
                  <c:v>24.45</c:v>
                </c:pt>
                <c:pt idx="19038">
                  <c:v>24.45</c:v>
                </c:pt>
                <c:pt idx="19039">
                  <c:v>24.5</c:v>
                </c:pt>
                <c:pt idx="19040">
                  <c:v>24.5</c:v>
                </c:pt>
                <c:pt idx="19041">
                  <c:v>24.55</c:v>
                </c:pt>
                <c:pt idx="19042">
                  <c:v>24.55</c:v>
                </c:pt>
                <c:pt idx="19043">
                  <c:v>24.55</c:v>
                </c:pt>
                <c:pt idx="19044">
                  <c:v>24.6</c:v>
                </c:pt>
                <c:pt idx="19045">
                  <c:v>24.6</c:v>
                </c:pt>
                <c:pt idx="19046">
                  <c:v>24.65</c:v>
                </c:pt>
                <c:pt idx="19047">
                  <c:v>24.65</c:v>
                </c:pt>
                <c:pt idx="19048">
                  <c:v>24.65</c:v>
                </c:pt>
                <c:pt idx="19049">
                  <c:v>24.7</c:v>
                </c:pt>
                <c:pt idx="19050">
                  <c:v>24.7</c:v>
                </c:pt>
                <c:pt idx="19051">
                  <c:v>24.7</c:v>
                </c:pt>
                <c:pt idx="19052">
                  <c:v>24.7</c:v>
                </c:pt>
                <c:pt idx="19053">
                  <c:v>24.7</c:v>
                </c:pt>
                <c:pt idx="19054">
                  <c:v>24.65</c:v>
                </c:pt>
                <c:pt idx="19055">
                  <c:v>24.6</c:v>
                </c:pt>
                <c:pt idx="19056">
                  <c:v>24.55</c:v>
                </c:pt>
                <c:pt idx="19057">
                  <c:v>24.5</c:v>
                </c:pt>
                <c:pt idx="19058">
                  <c:v>24.45</c:v>
                </c:pt>
                <c:pt idx="19059">
                  <c:v>24.45</c:v>
                </c:pt>
                <c:pt idx="19060">
                  <c:v>24.45</c:v>
                </c:pt>
                <c:pt idx="19061">
                  <c:v>24.45</c:v>
                </c:pt>
                <c:pt idx="19062">
                  <c:v>24.45</c:v>
                </c:pt>
                <c:pt idx="19063">
                  <c:v>24.45</c:v>
                </c:pt>
                <c:pt idx="19064">
                  <c:v>24.45</c:v>
                </c:pt>
                <c:pt idx="19065">
                  <c:v>24.45</c:v>
                </c:pt>
                <c:pt idx="19066">
                  <c:v>24.5</c:v>
                </c:pt>
                <c:pt idx="19067">
                  <c:v>24.5</c:v>
                </c:pt>
                <c:pt idx="19068">
                  <c:v>24.5</c:v>
                </c:pt>
                <c:pt idx="19069">
                  <c:v>24.55</c:v>
                </c:pt>
                <c:pt idx="19070">
                  <c:v>24.55</c:v>
                </c:pt>
                <c:pt idx="19071">
                  <c:v>24.55</c:v>
                </c:pt>
                <c:pt idx="19072">
                  <c:v>24.6</c:v>
                </c:pt>
                <c:pt idx="19073">
                  <c:v>24.6</c:v>
                </c:pt>
                <c:pt idx="19074">
                  <c:v>24.6</c:v>
                </c:pt>
                <c:pt idx="19075">
                  <c:v>24.65</c:v>
                </c:pt>
                <c:pt idx="19076">
                  <c:v>24.65</c:v>
                </c:pt>
                <c:pt idx="19077">
                  <c:v>24.65</c:v>
                </c:pt>
                <c:pt idx="19078">
                  <c:v>24.7</c:v>
                </c:pt>
                <c:pt idx="19079">
                  <c:v>24.7</c:v>
                </c:pt>
                <c:pt idx="19080">
                  <c:v>24.7</c:v>
                </c:pt>
                <c:pt idx="19081">
                  <c:v>24.7</c:v>
                </c:pt>
                <c:pt idx="19082">
                  <c:v>24.7</c:v>
                </c:pt>
                <c:pt idx="19083">
                  <c:v>24.7</c:v>
                </c:pt>
                <c:pt idx="19084">
                  <c:v>24.65</c:v>
                </c:pt>
                <c:pt idx="19085">
                  <c:v>24.6</c:v>
                </c:pt>
                <c:pt idx="19086">
                  <c:v>24.55</c:v>
                </c:pt>
                <c:pt idx="19087">
                  <c:v>24.5</c:v>
                </c:pt>
                <c:pt idx="19088">
                  <c:v>24.5</c:v>
                </c:pt>
                <c:pt idx="19089">
                  <c:v>24.45</c:v>
                </c:pt>
                <c:pt idx="19090">
                  <c:v>24.45</c:v>
                </c:pt>
                <c:pt idx="19091">
                  <c:v>24.45</c:v>
                </c:pt>
                <c:pt idx="19092">
                  <c:v>24.45</c:v>
                </c:pt>
                <c:pt idx="19093">
                  <c:v>24.45</c:v>
                </c:pt>
                <c:pt idx="19094">
                  <c:v>24.45</c:v>
                </c:pt>
                <c:pt idx="19095">
                  <c:v>24.45</c:v>
                </c:pt>
                <c:pt idx="19096">
                  <c:v>24.45</c:v>
                </c:pt>
                <c:pt idx="19097">
                  <c:v>24.5</c:v>
                </c:pt>
                <c:pt idx="19098">
                  <c:v>24.5</c:v>
                </c:pt>
                <c:pt idx="19099">
                  <c:v>24.5</c:v>
                </c:pt>
                <c:pt idx="19100">
                  <c:v>24.55</c:v>
                </c:pt>
                <c:pt idx="19101">
                  <c:v>24.55</c:v>
                </c:pt>
                <c:pt idx="19102">
                  <c:v>24.55</c:v>
                </c:pt>
                <c:pt idx="19103">
                  <c:v>24.55</c:v>
                </c:pt>
                <c:pt idx="19104">
                  <c:v>24.6</c:v>
                </c:pt>
                <c:pt idx="19105">
                  <c:v>24.6</c:v>
                </c:pt>
                <c:pt idx="19106">
                  <c:v>24.65</c:v>
                </c:pt>
                <c:pt idx="19107">
                  <c:v>24.65</c:v>
                </c:pt>
                <c:pt idx="19108">
                  <c:v>24.7</c:v>
                </c:pt>
                <c:pt idx="19109">
                  <c:v>24.7</c:v>
                </c:pt>
                <c:pt idx="19110">
                  <c:v>24.7</c:v>
                </c:pt>
                <c:pt idx="19111">
                  <c:v>24.75</c:v>
                </c:pt>
                <c:pt idx="19112">
                  <c:v>24.75</c:v>
                </c:pt>
                <c:pt idx="19113">
                  <c:v>24.7</c:v>
                </c:pt>
                <c:pt idx="19114">
                  <c:v>24.65</c:v>
                </c:pt>
                <c:pt idx="19115">
                  <c:v>24.6</c:v>
                </c:pt>
                <c:pt idx="19116">
                  <c:v>24.55</c:v>
                </c:pt>
                <c:pt idx="19117">
                  <c:v>24.55</c:v>
                </c:pt>
                <c:pt idx="19118">
                  <c:v>24.5</c:v>
                </c:pt>
                <c:pt idx="19119">
                  <c:v>24.5</c:v>
                </c:pt>
                <c:pt idx="19120">
                  <c:v>24.45</c:v>
                </c:pt>
                <c:pt idx="19121">
                  <c:v>24.45</c:v>
                </c:pt>
                <c:pt idx="19122">
                  <c:v>24.45</c:v>
                </c:pt>
                <c:pt idx="19123">
                  <c:v>24.45</c:v>
                </c:pt>
                <c:pt idx="19124">
                  <c:v>24.45</c:v>
                </c:pt>
                <c:pt idx="19125">
                  <c:v>24.45</c:v>
                </c:pt>
                <c:pt idx="19126">
                  <c:v>24.45</c:v>
                </c:pt>
                <c:pt idx="19127">
                  <c:v>24.45</c:v>
                </c:pt>
                <c:pt idx="19128">
                  <c:v>24.5</c:v>
                </c:pt>
                <c:pt idx="19129">
                  <c:v>24.5</c:v>
                </c:pt>
                <c:pt idx="19130">
                  <c:v>24.5</c:v>
                </c:pt>
                <c:pt idx="19131">
                  <c:v>24.55</c:v>
                </c:pt>
                <c:pt idx="19132">
                  <c:v>24.55</c:v>
                </c:pt>
                <c:pt idx="19133">
                  <c:v>24.55</c:v>
                </c:pt>
                <c:pt idx="19134">
                  <c:v>24.6</c:v>
                </c:pt>
                <c:pt idx="19135">
                  <c:v>24.6</c:v>
                </c:pt>
                <c:pt idx="19136">
                  <c:v>24.6</c:v>
                </c:pt>
                <c:pt idx="19137">
                  <c:v>24.65</c:v>
                </c:pt>
                <c:pt idx="19138">
                  <c:v>24.65</c:v>
                </c:pt>
                <c:pt idx="19139">
                  <c:v>24.7</c:v>
                </c:pt>
                <c:pt idx="19140">
                  <c:v>24.7</c:v>
                </c:pt>
                <c:pt idx="19141">
                  <c:v>24.7</c:v>
                </c:pt>
                <c:pt idx="19142">
                  <c:v>24.7</c:v>
                </c:pt>
                <c:pt idx="19143">
                  <c:v>24.7</c:v>
                </c:pt>
                <c:pt idx="19144">
                  <c:v>24.65</c:v>
                </c:pt>
                <c:pt idx="19145">
                  <c:v>24.6</c:v>
                </c:pt>
                <c:pt idx="19146">
                  <c:v>24.55</c:v>
                </c:pt>
                <c:pt idx="19147">
                  <c:v>24.5</c:v>
                </c:pt>
                <c:pt idx="19148">
                  <c:v>24.5</c:v>
                </c:pt>
                <c:pt idx="19149">
                  <c:v>24.45</c:v>
                </c:pt>
                <c:pt idx="19150">
                  <c:v>24.45</c:v>
                </c:pt>
                <c:pt idx="19151">
                  <c:v>24.45</c:v>
                </c:pt>
                <c:pt idx="19152">
                  <c:v>24.45</c:v>
                </c:pt>
                <c:pt idx="19153">
                  <c:v>24.45</c:v>
                </c:pt>
                <c:pt idx="19154">
                  <c:v>24.45</c:v>
                </c:pt>
                <c:pt idx="19155">
                  <c:v>24.45</c:v>
                </c:pt>
                <c:pt idx="19156">
                  <c:v>24.45</c:v>
                </c:pt>
                <c:pt idx="19157">
                  <c:v>24.45</c:v>
                </c:pt>
                <c:pt idx="19158">
                  <c:v>24.5</c:v>
                </c:pt>
                <c:pt idx="19159">
                  <c:v>24.5</c:v>
                </c:pt>
                <c:pt idx="19160">
                  <c:v>24.5</c:v>
                </c:pt>
                <c:pt idx="19161">
                  <c:v>24.55</c:v>
                </c:pt>
                <c:pt idx="19162">
                  <c:v>24.55</c:v>
                </c:pt>
                <c:pt idx="19163">
                  <c:v>24.55</c:v>
                </c:pt>
                <c:pt idx="19164">
                  <c:v>24.6</c:v>
                </c:pt>
                <c:pt idx="19165">
                  <c:v>24.6</c:v>
                </c:pt>
                <c:pt idx="19166">
                  <c:v>24.6</c:v>
                </c:pt>
                <c:pt idx="19167">
                  <c:v>24.65</c:v>
                </c:pt>
                <c:pt idx="19168">
                  <c:v>24.7</c:v>
                </c:pt>
                <c:pt idx="19169">
                  <c:v>24.7</c:v>
                </c:pt>
                <c:pt idx="19170">
                  <c:v>24.7</c:v>
                </c:pt>
                <c:pt idx="19171">
                  <c:v>24.75</c:v>
                </c:pt>
                <c:pt idx="19172">
                  <c:v>24.75</c:v>
                </c:pt>
                <c:pt idx="19173">
                  <c:v>24.75</c:v>
                </c:pt>
                <c:pt idx="19174">
                  <c:v>24.65</c:v>
                </c:pt>
                <c:pt idx="19175">
                  <c:v>24.6</c:v>
                </c:pt>
                <c:pt idx="19176">
                  <c:v>24.6</c:v>
                </c:pt>
                <c:pt idx="19177">
                  <c:v>24.55</c:v>
                </c:pt>
                <c:pt idx="19178">
                  <c:v>24.5</c:v>
                </c:pt>
                <c:pt idx="19179">
                  <c:v>24.5</c:v>
                </c:pt>
                <c:pt idx="19180">
                  <c:v>24.45</c:v>
                </c:pt>
                <c:pt idx="19181">
                  <c:v>24.45</c:v>
                </c:pt>
                <c:pt idx="19182">
                  <c:v>24.45</c:v>
                </c:pt>
                <c:pt idx="19183">
                  <c:v>24.45</c:v>
                </c:pt>
                <c:pt idx="19184">
                  <c:v>24.45</c:v>
                </c:pt>
                <c:pt idx="19185">
                  <c:v>24.45</c:v>
                </c:pt>
                <c:pt idx="19186">
                  <c:v>24.45</c:v>
                </c:pt>
                <c:pt idx="19187">
                  <c:v>24.45</c:v>
                </c:pt>
                <c:pt idx="19188">
                  <c:v>24.5</c:v>
                </c:pt>
                <c:pt idx="19189">
                  <c:v>24.5</c:v>
                </c:pt>
                <c:pt idx="19190">
                  <c:v>24.5</c:v>
                </c:pt>
                <c:pt idx="19191">
                  <c:v>24.5</c:v>
                </c:pt>
                <c:pt idx="19192">
                  <c:v>24.55</c:v>
                </c:pt>
                <c:pt idx="19193">
                  <c:v>24.55</c:v>
                </c:pt>
                <c:pt idx="19194">
                  <c:v>24.6</c:v>
                </c:pt>
                <c:pt idx="19195">
                  <c:v>24.6</c:v>
                </c:pt>
                <c:pt idx="19196">
                  <c:v>24.65</c:v>
                </c:pt>
                <c:pt idx="19197">
                  <c:v>24.65</c:v>
                </c:pt>
                <c:pt idx="19198">
                  <c:v>24.65</c:v>
                </c:pt>
                <c:pt idx="19199">
                  <c:v>24.7</c:v>
                </c:pt>
                <c:pt idx="19200">
                  <c:v>24.7</c:v>
                </c:pt>
                <c:pt idx="19201">
                  <c:v>24.7</c:v>
                </c:pt>
                <c:pt idx="19202">
                  <c:v>24.7</c:v>
                </c:pt>
                <c:pt idx="19203">
                  <c:v>24.65</c:v>
                </c:pt>
                <c:pt idx="19204">
                  <c:v>24.65</c:v>
                </c:pt>
                <c:pt idx="19205">
                  <c:v>24.55</c:v>
                </c:pt>
                <c:pt idx="19206">
                  <c:v>24.5</c:v>
                </c:pt>
                <c:pt idx="19207">
                  <c:v>24.5</c:v>
                </c:pt>
                <c:pt idx="19208">
                  <c:v>24.45</c:v>
                </c:pt>
                <c:pt idx="19209">
                  <c:v>24.45</c:v>
                </c:pt>
                <c:pt idx="19210">
                  <c:v>24.45</c:v>
                </c:pt>
                <c:pt idx="19211">
                  <c:v>24.45</c:v>
                </c:pt>
                <c:pt idx="19212">
                  <c:v>24.45</c:v>
                </c:pt>
                <c:pt idx="19213">
                  <c:v>24.45</c:v>
                </c:pt>
                <c:pt idx="19214">
                  <c:v>24.45</c:v>
                </c:pt>
                <c:pt idx="19215">
                  <c:v>24.45</c:v>
                </c:pt>
                <c:pt idx="19216">
                  <c:v>24.45</c:v>
                </c:pt>
                <c:pt idx="19217">
                  <c:v>24.45</c:v>
                </c:pt>
                <c:pt idx="19218">
                  <c:v>24.5</c:v>
                </c:pt>
                <c:pt idx="19219">
                  <c:v>24.5</c:v>
                </c:pt>
                <c:pt idx="19220">
                  <c:v>24.55</c:v>
                </c:pt>
                <c:pt idx="19221">
                  <c:v>24.55</c:v>
                </c:pt>
                <c:pt idx="19222">
                  <c:v>24.55</c:v>
                </c:pt>
                <c:pt idx="19223">
                  <c:v>24.6</c:v>
                </c:pt>
                <c:pt idx="19224">
                  <c:v>24.6</c:v>
                </c:pt>
                <c:pt idx="19225">
                  <c:v>24.65</c:v>
                </c:pt>
                <c:pt idx="19226">
                  <c:v>24.65</c:v>
                </c:pt>
                <c:pt idx="19227">
                  <c:v>24.65</c:v>
                </c:pt>
                <c:pt idx="19228">
                  <c:v>24.7</c:v>
                </c:pt>
                <c:pt idx="19229">
                  <c:v>24.7</c:v>
                </c:pt>
                <c:pt idx="19230">
                  <c:v>24.75</c:v>
                </c:pt>
                <c:pt idx="19231">
                  <c:v>24.75</c:v>
                </c:pt>
                <c:pt idx="19232">
                  <c:v>24.75</c:v>
                </c:pt>
                <c:pt idx="19233">
                  <c:v>24.75</c:v>
                </c:pt>
                <c:pt idx="19234">
                  <c:v>24.7</c:v>
                </c:pt>
                <c:pt idx="19235">
                  <c:v>24.65</c:v>
                </c:pt>
                <c:pt idx="19236">
                  <c:v>24.55</c:v>
                </c:pt>
                <c:pt idx="19237">
                  <c:v>24.55</c:v>
                </c:pt>
                <c:pt idx="19238">
                  <c:v>24.5</c:v>
                </c:pt>
                <c:pt idx="19239">
                  <c:v>24.5</c:v>
                </c:pt>
                <c:pt idx="19240">
                  <c:v>24.5</c:v>
                </c:pt>
                <c:pt idx="19241">
                  <c:v>24.5</c:v>
                </c:pt>
                <c:pt idx="19242">
                  <c:v>24.45</c:v>
                </c:pt>
                <c:pt idx="19243">
                  <c:v>24.45</c:v>
                </c:pt>
                <c:pt idx="19244">
                  <c:v>24.5</c:v>
                </c:pt>
                <c:pt idx="19245">
                  <c:v>24.5</c:v>
                </c:pt>
                <c:pt idx="19246">
                  <c:v>24.5</c:v>
                </c:pt>
                <c:pt idx="19247">
                  <c:v>24.5</c:v>
                </c:pt>
                <c:pt idx="19248">
                  <c:v>24.5</c:v>
                </c:pt>
                <c:pt idx="19249">
                  <c:v>24.55</c:v>
                </c:pt>
                <c:pt idx="19250">
                  <c:v>24.55</c:v>
                </c:pt>
                <c:pt idx="19251">
                  <c:v>24.55</c:v>
                </c:pt>
                <c:pt idx="19252">
                  <c:v>24.6</c:v>
                </c:pt>
                <c:pt idx="19253">
                  <c:v>24.6</c:v>
                </c:pt>
                <c:pt idx="19254">
                  <c:v>24.6</c:v>
                </c:pt>
                <c:pt idx="19255">
                  <c:v>24.6</c:v>
                </c:pt>
                <c:pt idx="19256">
                  <c:v>24.6</c:v>
                </c:pt>
                <c:pt idx="19257">
                  <c:v>24.65</c:v>
                </c:pt>
                <c:pt idx="19258">
                  <c:v>24.65</c:v>
                </c:pt>
                <c:pt idx="19259">
                  <c:v>24.65</c:v>
                </c:pt>
                <c:pt idx="19260">
                  <c:v>24.7</c:v>
                </c:pt>
                <c:pt idx="19261">
                  <c:v>24.7</c:v>
                </c:pt>
                <c:pt idx="19262">
                  <c:v>24.7</c:v>
                </c:pt>
                <c:pt idx="19263">
                  <c:v>24.65</c:v>
                </c:pt>
                <c:pt idx="19264">
                  <c:v>24.6</c:v>
                </c:pt>
                <c:pt idx="19265">
                  <c:v>24.6</c:v>
                </c:pt>
                <c:pt idx="19266">
                  <c:v>24.55</c:v>
                </c:pt>
                <c:pt idx="19267">
                  <c:v>24.55</c:v>
                </c:pt>
                <c:pt idx="19268">
                  <c:v>24.5</c:v>
                </c:pt>
                <c:pt idx="19269">
                  <c:v>24.45</c:v>
                </c:pt>
                <c:pt idx="19270">
                  <c:v>24.45</c:v>
                </c:pt>
                <c:pt idx="19271">
                  <c:v>24.45</c:v>
                </c:pt>
                <c:pt idx="19272">
                  <c:v>24.45</c:v>
                </c:pt>
                <c:pt idx="19273">
                  <c:v>24.45</c:v>
                </c:pt>
                <c:pt idx="19274">
                  <c:v>24.45</c:v>
                </c:pt>
                <c:pt idx="19275">
                  <c:v>24.45</c:v>
                </c:pt>
                <c:pt idx="19276">
                  <c:v>24.45</c:v>
                </c:pt>
                <c:pt idx="19277">
                  <c:v>24.5</c:v>
                </c:pt>
                <c:pt idx="19278">
                  <c:v>24.5</c:v>
                </c:pt>
                <c:pt idx="19279">
                  <c:v>24.5</c:v>
                </c:pt>
                <c:pt idx="19280">
                  <c:v>24.55</c:v>
                </c:pt>
                <c:pt idx="19281">
                  <c:v>24.55</c:v>
                </c:pt>
                <c:pt idx="19282">
                  <c:v>24.55</c:v>
                </c:pt>
                <c:pt idx="19283">
                  <c:v>24.6</c:v>
                </c:pt>
                <c:pt idx="19284">
                  <c:v>24.6</c:v>
                </c:pt>
                <c:pt idx="19285">
                  <c:v>24.65</c:v>
                </c:pt>
                <c:pt idx="19286">
                  <c:v>24.65</c:v>
                </c:pt>
                <c:pt idx="19287">
                  <c:v>24.7</c:v>
                </c:pt>
                <c:pt idx="19288">
                  <c:v>24.7</c:v>
                </c:pt>
                <c:pt idx="19289">
                  <c:v>24.7</c:v>
                </c:pt>
                <c:pt idx="19290">
                  <c:v>24.75</c:v>
                </c:pt>
                <c:pt idx="19291">
                  <c:v>24.75</c:v>
                </c:pt>
                <c:pt idx="19292">
                  <c:v>24.75</c:v>
                </c:pt>
                <c:pt idx="19293">
                  <c:v>24.75</c:v>
                </c:pt>
                <c:pt idx="19294">
                  <c:v>24.65</c:v>
                </c:pt>
                <c:pt idx="19295">
                  <c:v>24.6</c:v>
                </c:pt>
                <c:pt idx="19296">
                  <c:v>24.55</c:v>
                </c:pt>
                <c:pt idx="19297">
                  <c:v>24.5</c:v>
                </c:pt>
                <c:pt idx="19298">
                  <c:v>24.45</c:v>
                </c:pt>
                <c:pt idx="19299">
                  <c:v>24.45</c:v>
                </c:pt>
                <c:pt idx="19300">
                  <c:v>24.45</c:v>
                </c:pt>
                <c:pt idx="19301">
                  <c:v>24.4</c:v>
                </c:pt>
                <c:pt idx="19302">
                  <c:v>24.4</c:v>
                </c:pt>
                <c:pt idx="19303">
                  <c:v>24.4</c:v>
                </c:pt>
                <c:pt idx="19304">
                  <c:v>24.4</c:v>
                </c:pt>
                <c:pt idx="19305">
                  <c:v>24.4</c:v>
                </c:pt>
                <c:pt idx="19306">
                  <c:v>24.45</c:v>
                </c:pt>
                <c:pt idx="19307">
                  <c:v>24.45</c:v>
                </c:pt>
                <c:pt idx="19308">
                  <c:v>24.45</c:v>
                </c:pt>
                <c:pt idx="19309">
                  <c:v>24.45</c:v>
                </c:pt>
                <c:pt idx="19310">
                  <c:v>24.5</c:v>
                </c:pt>
                <c:pt idx="19311">
                  <c:v>24.5</c:v>
                </c:pt>
                <c:pt idx="19312">
                  <c:v>24.55</c:v>
                </c:pt>
                <c:pt idx="19313">
                  <c:v>24.55</c:v>
                </c:pt>
                <c:pt idx="19314">
                  <c:v>24.6</c:v>
                </c:pt>
                <c:pt idx="19315">
                  <c:v>24.6</c:v>
                </c:pt>
                <c:pt idx="19316">
                  <c:v>24.65</c:v>
                </c:pt>
                <c:pt idx="19317">
                  <c:v>24.65</c:v>
                </c:pt>
                <c:pt idx="19318">
                  <c:v>24.7</c:v>
                </c:pt>
                <c:pt idx="19319">
                  <c:v>24.7</c:v>
                </c:pt>
                <c:pt idx="19320">
                  <c:v>24.7</c:v>
                </c:pt>
                <c:pt idx="19321">
                  <c:v>24.75</c:v>
                </c:pt>
                <c:pt idx="19322">
                  <c:v>24.7</c:v>
                </c:pt>
                <c:pt idx="19323">
                  <c:v>24.7</c:v>
                </c:pt>
                <c:pt idx="19324">
                  <c:v>24.65</c:v>
                </c:pt>
                <c:pt idx="19325">
                  <c:v>24.6</c:v>
                </c:pt>
                <c:pt idx="19326">
                  <c:v>24.55</c:v>
                </c:pt>
                <c:pt idx="19327">
                  <c:v>24.55</c:v>
                </c:pt>
                <c:pt idx="19328">
                  <c:v>24.5</c:v>
                </c:pt>
                <c:pt idx="19329">
                  <c:v>24.45</c:v>
                </c:pt>
                <c:pt idx="19330">
                  <c:v>24.45</c:v>
                </c:pt>
                <c:pt idx="19331">
                  <c:v>24.45</c:v>
                </c:pt>
                <c:pt idx="19332">
                  <c:v>24.45</c:v>
                </c:pt>
                <c:pt idx="19333">
                  <c:v>24.45</c:v>
                </c:pt>
                <c:pt idx="19334">
                  <c:v>24.45</c:v>
                </c:pt>
                <c:pt idx="19335">
                  <c:v>24.45</c:v>
                </c:pt>
                <c:pt idx="19336">
                  <c:v>24.45</c:v>
                </c:pt>
                <c:pt idx="19337">
                  <c:v>24.5</c:v>
                </c:pt>
                <c:pt idx="19338">
                  <c:v>24.5</c:v>
                </c:pt>
                <c:pt idx="19339">
                  <c:v>24.5</c:v>
                </c:pt>
                <c:pt idx="19340">
                  <c:v>24.5</c:v>
                </c:pt>
                <c:pt idx="19341">
                  <c:v>24.55</c:v>
                </c:pt>
                <c:pt idx="19342">
                  <c:v>24.55</c:v>
                </c:pt>
                <c:pt idx="19343">
                  <c:v>24.6</c:v>
                </c:pt>
                <c:pt idx="19344">
                  <c:v>24.6</c:v>
                </c:pt>
                <c:pt idx="19345">
                  <c:v>24.65</c:v>
                </c:pt>
                <c:pt idx="19346">
                  <c:v>24.65</c:v>
                </c:pt>
                <c:pt idx="19347">
                  <c:v>24.65</c:v>
                </c:pt>
                <c:pt idx="19348">
                  <c:v>24.7</c:v>
                </c:pt>
                <c:pt idx="19349">
                  <c:v>24.7</c:v>
                </c:pt>
                <c:pt idx="19350">
                  <c:v>24.7</c:v>
                </c:pt>
                <c:pt idx="19351">
                  <c:v>24.7</c:v>
                </c:pt>
                <c:pt idx="19352">
                  <c:v>24.7</c:v>
                </c:pt>
                <c:pt idx="19353">
                  <c:v>24.65</c:v>
                </c:pt>
                <c:pt idx="19354">
                  <c:v>24.65</c:v>
                </c:pt>
                <c:pt idx="19355">
                  <c:v>24.6</c:v>
                </c:pt>
                <c:pt idx="19356">
                  <c:v>24.55</c:v>
                </c:pt>
                <c:pt idx="19357">
                  <c:v>24.5</c:v>
                </c:pt>
                <c:pt idx="19358">
                  <c:v>24.45</c:v>
                </c:pt>
                <c:pt idx="19359">
                  <c:v>24.45</c:v>
                </c:pt>
                <c:pt idx="19360">
                  <c:v>24.45</c:v>
                </c:pt>
                <c:pt idx="19361">
                  <c:v>24.4</c:v>
                </c:pt>
                <c:pt idx="19362">
                  <c:v>24.4</c:v>
                </c:pt>
                <c:pt idx="19363">
                  <c:v>24.4</c:v>
                </c:pt>
                <c:pt idx="19364">
                  <c:v>24.4</c:v>
                </c:pt>
                <c:pt idx="19365">
                  <c:v>24.4</c:v>
                </c:pt>
                <c:pt idx="19366">
                  <c:v>24.4</c:v>
                </c:pt>
                <c:pt idx="19367">
                  <c:v>24.45</c:v>
                </c:pt>
                <c:pt idx="19368">
                  <c:v>24.45</c:v>
                </c:pt>
                <c:pt idx="19369">
                  <c:v>24.45</c:v>
                </c:pt>
                <c:pt idx="19370">
                  <c:v>24.5</c:v>
                </c:pt>
                <c:pt idx="19371">
                  <c:v>24.5</c:v>
                </c:pt>
                <c:pt idx="19372">
                  <c:v>24.5</c:v>
                </c:pt>
                <c:pt idx="19373">
                  <c:v>24.55</c:v>
                </c:pt>
                <c:pt idx="19374">
                  <c:v>24.55</c:v>
                </c:pt>
                <c:pt idx="19375">
                  <c:v>24.6</c:v>
                </c:pt>
                <c:pt idx="19376">
                  <c:v>24.6</c:v>
                </c:pt>
                <c:pt idx="19377">
                  <c:v>24.6</c:v>
                </c:pt>
                <c:pt idx="19378">
                  <c:v>24.65</c:v>
                </c:pt>
                <c:pt idx="19379">
                  <c:v>24.7</c:v>
                </c:pt>
                <c:pt idx="19380">
                  <c:v>24.7</c:v>
                </c:pt>
                <c:pt idx="19381">
                  <c:v>24.7</c:v>
                </c:pt>
                <c:pt idx="19382">
                  <c:v>24.7</c:v>
                </c:pt>
                <c:pt idx="19383">
                  <c:v>24.65</c:v>
                </c:pt>
                <c:pt idx="19384">
                  <c:v>24.6</c:v>
                </c:pt>
                <c:pt idx="19385">
                  <c:v>24.6</c:v>
                </c:pt>
                <c:pt idx="19386">
                  <c:v>24.55</c:v>
                </c:pt>
                <c:pt idx="19387">
                  <c:v>24.5</c:v>
                </c:pt>
                <c:pt idx="19388">
                  <c:v>24.5</c:v>
                </c:pt>
                <c:pt idx="19389">
                  <c:v>24.45</c:v>
                </c:pt>
                <c:pt idx="19390">
                  <c:v>24.45</c:v>
                </c:pt>
                <c:pt idx="19391">
                  <c:v>24.45</c:v>
                </c:pt>
                <c:pt idx="19392">
                  <c:v>24.45</c:v>
                </c:pt>
                <c:pt idx="19393">
                  <c:v>24.45</c:v>
                </c:pt>
                <c:pt idx="19394">
                  <c:v>24.45</c:v>
                </c:pt>
                <c:pt idx="19395">
                  <c:v>24.45</c:v>
                </c:pt>
                <c:pt idx="19396">
                  <c:v>24.5</c:v>
                </c:pt>
                <c:pt idx="19397">
                  <c:v>24.5</c:v>
                </c:pt>
                <c:pt idx="19398">
                  <c:v>24.5</c:v>
                </c:pt>
                <c:pt idx="19399">
                  <c:v>24.5</c:v>
                </c:pt>
                <c:pt idx="19400">
                  <c:v>24.55</c:v>
                </c:pt>
                <c:pt idx="19401">
                  <c:v>24.55</c:v>
                </c:pt>
                <c:pt idx="19402">
                  <c:v>24.55</c:v>
                </c:pt>
                <c:pt idx="19403">
                  <c:v>24.55</c:v>
                </c:pt>
                <c:pt idx="19404">
                  <c:v>24.6</c:v>
                </c:pt>
                <c:pt idx="19405">
                  <c:v>24.6</c:v>
                </c:pt>
                <c:pt idx="19406">
                  <c:v>24.6</c:v>
                </c:pt>
                <c:pt idx="19407">
                  <c:v>24.65</c:v>
                </c:pt>
                <c:pt idx="19408">
                  <c:v>24.65</c:v>
                </c:pt>
                <c:pt idx="19409">
                  <c:v>24.7</c:v>
                </c:pt>
                <c:pt idx="19410">
                  <c:v>24.7</c:v>
                </c:pt>
                <c:pt idx="19411">
                  <c:v>24.7</c:v>
                </c:pt>
                <c:pt idx="19412">
                  <c:v>24.7</c:v>
                </c:pt>
                <c:pt idx="19413">
                  <c:v>24.65</c:v>
                </c:pt>
                <c:pt idx="19414">
                  <c:v>24.6</c:v>
                </c:pt>
                <c:pt idx="19415">
                  <c:v>24.55</c:v>
                </c:pt>
                <c:pt idx="19416">
                  <c:v>24.55</c:v>
                </c:pt>
                <c:pt idx="19417">
                  <c:v>24.5</c:v>
                </c:pt>
                <c:pt idx="19418">
                  <c:v>24.5</c:v>
                </c:pt>
                <c:pt idx="19419">
                  <c:v>24.5</c:v>
                </c:pt>
                <c:pt idx="19420">
                  <c:v>24.45</c:v>
                </c:pt>
                <c:pt idx="19421">
                  <c:v>24.45</c:v>
                </c:pt>
                <c:pt idx="19422">
                  <c:v>24.45</c:v>
                </c:pt>
                <c:pt idx="19423">
                  <c:v>24.45</c:v>
                </c:pt>
                <c:pt idx="19424">
                  <c:v>24.45</c:v>
                </c:pt>
                <c:pt idx="19425">
                  <c:v>24.45</c:v>
                </c:pt>
                <c:pt idx="19426">
                  <c:v>24.45</c:v>
                </c:pt>
                <c:pt idx="19427">
                  <c:v>24.5</c:v>
                </c:pt>
                <c:pt idx="19428">
                  <c:v>24.5</c:v>
                </c:pt>
                <c:pt idx="19429">
                  <c:v>24.55</c:v>
                </c:pt>
                <c:pt idx="19430">
                  <c:v>24.55</c:v>
                </c:pt>
                <c:pt idx="19431">
                  <c:v>24.55</c:v>
                </c:pt>
                <c:pt idx="19432">
                  <c:v>24.55</c:v>
                </c:pt>
                <c:pt idx="19433">
                  <c:v>24.6</c:v>
                </c:pt>
                <c:pt idx="19434">
                  <c:v>24.6</c:v>
                </c:pt>
                <c:pt idx="19435">
                  <c:v>24.65</c:v>
                </c:pt>
                <c:pt idx="19436">
                  <c:v>24.65</c:v>
                </c:pt>
                <c:pt idx="19437">
                  <c:v>24.65</c:v>
                </c:pt>
                <c:pt idx="19438">
                  <c:v>24.7</c:v>
                </c:pt>
                <c:pt idx="19439">
                  <c:v>24.7</c:v>
                </c:pt>
                <c:pt idx="19440">
                  <c:v>24.75</c:v>
                </c:pt>
                <c:pt idx="19441">
                  <c:v>24.75</c:v>
                </c:pt>
                <c:pt idx="19442">
                  <c:v>24.7</c:v>
                </c:pt>
                <c:pt idx="19443">
                  <c:v>24.7</c:v>
                </c:pt>
                <c:pt idx="19444">
                  <c:v>24.65</c:v>
                </c:pt>
                <c:pt idx="19445">
                  <c:v>24.6</c:v>
                </c:pt>
                <c:pt idx="19446">
                  <c:v>24.55</c:v>
                </c:pt>
                <c:pt idx="19447">
                  <c:v>24.5</c:v>
                </c:pt>
                <c:pt idx="19448">
                  <c:v>24.5</c:v>
                </c:pt>
                <c:pt idx="19449">
                  <c:v>24.5</c:v>
                </c:pt>
                <c:pt idx="19450">
                  <c:v>24.45</c:v>
                </c:pt>
                <c:pt idx="19451">
                  <c:v>24.45</c:v>
                </c:pt>
                <c:pt idx="19452">
                  <c:v>24.4</c:v>
                </c:pt>
                <c:pt idx="19453">
                  <c:v>24.45</c:v>
                </c:pt>
                <c:pt idx="19454">
                  <c:v>24.45</c:v>
                </c:pt>
                <c:pt idx="19455">
                  <c:v>24.45</c:v>
                </c:pt>
                <c:pt idx="19456">
                  <c:v>24.45</c:v>
                </c:pt>
                <c:pt idx="19457">
                  <c:v>24.45</c:v>
                </c:pt>
                <c:pt idx="19458">
                  <c:v>24.5</c:v>
                </c:pt>
                <c:pt idx="19459">
                  <c:v>24.5</c:v>
                </c:pt>
                <c:pt idx="19460">
                  <c:v>24.5</c:v>
                </c:pt>
                <c:pt idx="19461">
                  <c:v>24.5</c:v>
                </c:pt>
                <c:pt idx="19462">
                  <c:v>24.55</c:v>
                </c:pt>
                <c:pt idx="19463">
                  <c:v>24.55</c:v>
                </c:pt>
                <c:pt idx="19464">
                  <c:v>24.55</c:v>
                </c:pt>
                <c:pt idx="19465">
                  <c:v>24.6</c:v>
                </c:pt>
                <c:pt idx="19466">
                  <c:v>24.6</c:v>
                </c:pt>
                <c:pt idx="19467">
                  <c:v>24.65</c:v>
                </c:pt>
                <c:pt idx="19468">
                  <c:v>24.65</c:v>
                </c:pt>
                <c:pt idx="19469">
                  <c:v>24.65</c:v>
                </c:pt>
                <c:pt idx="19470">
                  <c:v>24.7</c:v>
                </c:pt>
                <c:pt idx="19471">
                  <c:v>24.7</c:v>
                </c:pt>
                <c:pt idx="19472">
                  <c:v>24.7</c:v>
                </c:pt>
                <c:pt idx="19473">
                  <c:v>24.65</c:v>
                </c:pt>
                <c:pt idx="19474">
                  <c:v>24.65</c:v>
                </c:pt>
                <c:pt idx="19475">
                  <c:v>24.6</c:v>
                </c:pt>
                <c:pt idx="19476">
                  <c:v>24.55</c:v>
                </c:pt>
                <c:pt idx="19477">
                  <c:v>24.5</c:v>
                </c:pt>
                <c:pt idx="19478">
                  <c:v>24.5</c:v>
                </c:pt>
                <c:pt idx="19479">
                  <c:v>24.45</c:v>
                </c:pt>
                <c:pt idx="19480">
                  <c:v>24.45</c:v>
                </c:pt>
                <c:pt idx="19481">
                  <c:v>24.45</c:v>
                </c:pt>
                <c:pt idx="19482">
                  <c:v>24.45</c:v>
                </c:pt>
                <c:pt idx="19483">
                  <c:v>24.45</c:v>
                </c:pt>
                <c:pt idx="19484">
                  <c:v>24.45</c:v>
                </c:pt>
                <c:pt idx="19485">
                  <c:v>24.45</c:v>
                </c:pt>
                <c:pt idx="19486">
                  <c:v>24.5</c:v>
                </c:pt>
                <c:pt idx="19487">
                  <c:v>24.5</c:v>
                </c:pt>
                <c:pt idx="19488">
                  <c:v>24.5</c:v>
                </c:pt>
                <c:pt idx="19489">
                  <c:v>24.5</c:v>
                </c:pt>
                <c:pt idx="19490">
                  <c:v>24.55</c:v>
                </c:pt>
                <c:pt idx="19491">
                  <c:v>24.55</c:v>
                </c:pt>
                <c:pt idx="19492">
                  <c:v>24.55</c:v>
                </c:pt>
                <c:pt idx="19493">
                  <c:v>24.6</c:v>
                </c:pt>
                <c:pt idx="19494">
                  <c:v>24.6</c:v>
                </c:pt>
                <c:pt idx="19495">
                  <c:v>24.6</c:v>
                </c:pt>
                <c:pt idx="19496">
                  <c:v>24.65</c:v>
                </c:pt>
                <c:pt idx="19497">
                  <c:v>24.65</c:v>
                </c:pt>
                <c:pt idx="19498">
                  <c:v>24.65</c:v>
                </c:pt>
                <c:pt idx="19499">
                  <c:v>24.7</c:v>
                </c:pt>
                <c:pt idx="19500">
                  <c:v>24.7</c:v>
                </c:pt>
                <c:pt idx="19501">
                  <c:v>24.7</c:v>
                </c:pt>
                <c:pt idx="19502">
                  <c:v>24.7</c:v>
                </c:pt>
                <c:pt idx="19503">
                  <c:v>24.65</c:v>
                </c:pt>
                <c:pt idx="19504">
                  <c:v>24.6</c:v>
                </c:pt>
                <c:pt idx="19505">
                  <c:v>24.55</c:v>
                </c:pt>
                <c:pt idx="19506">
                  <c:v>24.55</c:v>
                </c:pt>
                <c:pt idx="19507">
                  <c:v>24.5</c:v>
                </c:pt>
                <c:pt idx="19508">
                  <c:v>24.45</c:v>
                </c:pt>
                <c:pt idx="19509">
                  <c:v>24.45</c:v>
                </c:pt>
                <c:pt idx="19510">
                  <c:v>24.45</c:v>
                </c:pt>
                <c:pt idx="19511">
                  <c:v>24.45</c:v>
                </c:pt>
                <c:pt idx="19512">
                  <c:v>24.45</c:v>
                </c:pt>
                <c:pt idx="19513">
                  <c:v>24.45</c:v>
                </c:pt>
                <c:pt idx="19514">
                  <c:v>24.45</c:v>
                </c:pt>
                <c:pt idx="19515">
                  <c:v>24.5</c:v>
                </c:pt>
                <c:pt idx="19516">
                  <c:v>24.5</c:v>
                </c:pt>
                <c:pt idx="19517">
                  <c:v>24.5</c:v>
                </c:pt>
                <c:pt idx="19518">
                  <c:v>24.5</c:v>
                </c:pt>
                <c:pt idx="19519">
                  <c:v>24.55</c:v>
                </c:pt>
                <c:pt idx="19520">
                  <c:v>24.55</c:v>
                </c:pt>
                <c:pt idx="19521">
                  <c:v>24.55</c:v>
                </c:pt>
                <c:pt idx="19522">
                  <c:v>24.6</c:v>
                </c:pt>
                <c:pt idx="19523">
                  <c:v>24.6</c:v>
                </c:pt>
                <c:pt idx="19524">
                  <c:v>24.6</c:v>
                </c:pt>
                <c:pt idx="19525">
                  <c:v>24.65</c:v>
                </c:pt>
                <c:pt idx="19526">
                  <c:v>24.65</c:v>
                </c:pt>
                <c:pt idx="19527">
                  <c:v>24.7</c:v>
                </c:pt>
                <c:pt idx="19528">
                  <c:v>24.7</c:v>
                </c:pt>
                <c:pt idx="19529">
                  <c:v>24.7</c:v>
                </c:pt>
                <c:pt idx="19530">
                  <c:v>24.75</c:v>
                </c:pt>
                <c:pt idx="19531">
                  <c:v>24.75</c:v>
                </c:pt>
                <c:pt idx="19532">
                  <c:v>24.7</c:v>
                </c:pt>
                <c:pt idx="19533">
                  <c:v>24.7</c:v>
                </c:pt>
                <c:pt idx="19534">
                  <c:v>24.65</c:v>
                </c:pt>
                <c:pt idx="19535">
                  <c:v>24.6</c:v>
                </c:pt>
                <c:pt idx="19536">
                  <c:v>24.55</c:v>
                </c:pt>
                <c:pt idx="19537">
                  <c:v>24.5</c:v>
                </c:pt>
                <c:pt idx="19538">
                  <c:v>24.5</c:v>
                </c:pt>
                <c:pt idx="19539">
                  <c:v>24.45</c:v>
                </c:pt>
                <c:pt idx="19540">
                  <c:v>24.45</c:v>
                </c:pt>
                <c:pt idx="19541">
                  <c:v>24.45</c:v>
                </c:pt>
                <c:pt idx="19542">
                  <c:v>24.4</c:v>
                </c:pt>
                <c:pt idx="19543">
                  <c:v>24.4</c:v>
                </c:pt>
                <c:pt idx="19544">
                  <c:v>24.4</c:v>
                </c:pt>
                <c:pt idx="19545">
                  <c:v>24.45</c:v>
                </c:pt>
                <c:pt idx="19546">
                  <c:v>24.45</c:v>
                </c:pt>
                <c:pt idx="19547">
                  <c:v>24.45</c:v>
                </c:pt>
                <c:pt idx="19548">
                  <c:v>24.45</c:v>
                </c:pt>
                <c:pt idx="19549">
                  <c:v>24.45</c:v>
                </c:pt>
                <c:pt idx="19550">
                  <c:v>24.5</c:v>
                </c:pt>
                <c:pt idx="19551">
                  <c:v>24.5</c:v>
                </c:pt>
                <c:pt idx="19552">
                  <c:v>24.55</c:v>
                </c:pt>
                <c:pt idx="19553">
                  <c:v>24.55</c:v>
                </c:pt>
                <c:pt idx="19554">
                  <c:v>24.55</c:v>
                </c:pt>
                <c:pt idx="19555">
                  <c:v>24.6</c:v>
                </c:pt>
                <c:pt idx="19556">
                  <c:v>24.65</c:v>
                </c:pt>
                <c:pt idx="19557">
                  <c:v>24.65</c:v>
                </c:pt>
                <c:pt idx="19558">
                  <c:v>24.65</c:v>
                </c:pt>
                <c:pt idx="19559">
                  <c:v>24.7</c:v>
                </c:pt>
                <c:pt idx="19560">
                  <c:v>24.7</c:v>
                </c:pt>
                <c:pt idx="19561">
                  <c:v>24.7</c:v>
                </c:pt>
                <c:pt idx="19562">
                  <c:v>24.7</c:v>
                </c:pt>
                <c:pt idx="19563">
                  <c:v>24.7</c:v>
                </c:pt>
                <c:pt idx="19564">
                  <c:v>24.65</c:v>
                </c:pt>
                <c:pt idx="19565">
                  <c:v>24.6</c:v>
                </c:pt>
                <c:pt idx="19566">
                  <c:v>24.55</c:v>
                </c:pt>
                <c:pt idx="19567">
                  <c:v>24.5</c:v>
                </c:pt>
                <c:pt idx="19568">
                  <c:v>24.5</c:v>
                </c:pt>
                <c:pt idx="19569">
                  <c:v>24.5</c:v>
                </c:pt>
                <c:pt idx="19570">
                  <c:v>24.45</c:v>
                </c:pt>
                <c:pt idx="19571">
                  <c:v>24.45</c:v>
                </c:pt>
                <c:pt idx="19572">
                  <c:v>24.45</c:v>
                </c:pt>
                <c:pt idx="19573">
                  <c:v>24.45</c:v>
                </c:pt>
                <c:pt idx="19574">
                  <c:v>24.45</c:v>
                </c:pt>
                <c:pt idx="19575">
                  <c:v>24.45</c:v>
                </c:pt>
                <c:pt idx="19576">
                  <c:v>24.45</c:v>
                </c:pt>
                <c:pt idx="19577">
                  <c:v>24.5</c:v>
                </c:pt>
                <c:pt idx="19578">
                  <c:v>24.5</c:v>
                </c:pt>
                <c:pt idx="19579">
                  <c:v>24.5</c:v>
                </c:pt>
                <c:pt idx="19580">
                  <c:v>24.5</c:v>
                </c:pt>
                <c:pt idx="19581">
                  <c:v>24.55</c:v>
                </c:pt>
                <c:pt idx="19582">
                  <c:v>24.55</c:v>
                </c:pt>
                <c:pt idx="19583">
                  <c:v>24.55</c:v>
                </c:pt>
                <c:pt idx="19584">
                  <c:v>24.55</c:v>
                </c:pt>
                <c:pt idx="19585">
                  <c:v>24.6</c:v>
                </c:pt>
                <c:pt idx="19586">
                  <c:v>24.6</c:v>
                </c:pt>
                <c:pt idx="19587">
                  <c:v>24.65</c:v>
                </c:pt>
                <c:pt idx="19588">
                  <c:v>24.65</c:v>
                </c:pt>
                <c:pt idx="19589">
                  <c:v>24.7</c:v>
                </c:pt>
                <c:pt idx="19590">
                  <c:v>24.7</c:v>
                </c:pt>
                <c:pt idx="19591">
                  <c:v>24.7</c:v>
                </c:pt>
                <c:pt idx="19592">
                  <c:v>24.7</c:v>
                </c:pt>
                <c:pt idx="19593">
                  <c:v>24.65</c:v>
                </c:pt>
                <c:pt idx="19594">
                  <c:v>24.65</c:v>
                </c:pt>
                <c:pt idx="19595">
                  <c:v>24.6</c:v>
                </c:pt>
                <c:pt idx="19596">
                  <c:v>24.5</c:v>
                </c:pt>
                <c:pt idx="19597">
                  <c:v>24.45</c:v>
                </c:pt>
                <c:pt idx="19598">
                  <c:v>24.45</c:v>
                </c:pt>
                <c:pt idx="19599">
                  <c:v>24.45</c:v>
                </c:pt>
                <c:pt idx="19600">
                  <c:v>24.45</c:v>
                </c:pt>
                <c:pt idx="19601">
                  <c:v>24.4</c:v>
                </c:pt>
                <c:pt idx="19602">
                  <c:v>24.4</c:v>
                </c:pt>
                <c:pt idx="19603">
                  <c:v>24.45</c:v>
                </c:pt>
                <c:pt idx="19604">
                  <c:v>24.4</c:v>
                </c:pt>
                <c:pt idx="19605">
                  <c:v>24.4</c:v>
                </c:pt>
                <c:pt idx="19606">
                  <c:v>24.45</c:v>
                </c:pt>
                <c:pt idx="19607">
                  <c:v>24.45</c:v>
                </c:pt>
                <c:pt idx="19608">
                  <c:v>24.45</c:v>
                </c:pt>
                <c:pt idx="19609">
                  <c:v>24.5</c:v>
                </c:pt>
                <c:pt idx="19610">
                  <c:v>24.5</c:v>
                </c:pt>
                <c:pt idx="19611">
                  <c:v>24.5</c:v>
                </c:pt>
                <c:pt idx="19612">
                  <c:v>24.55</c:v>
                </c:pt>
                <c:pt idx="19613">
                  <c:v>24.55</c:v>
                </c:pt>
                <c:pt idx="19614">
                  <c:v>24.55</c:v>
                </c:pt>
                <c:pt idx="19615">
                  <c:v>24.6</c:v>
                </c:pt>
                <c:pt idx="19616">
                  <c:v>24.6</c:v>
                </c:pt>
                <c:pt idx="19617">
                  <c:v>24.6</c:v>
                </c:pt>
                <c:pt idx="19618">
                  <c:v>24.65</c:v>
                </c:pt>
                <c:pt idx="19619">
                  <c:v>24.7</c:v>
                </c:pt>
                <c:pt idx="19620">
                  <c:v>24.7</c:v>
                </c:pt>
                <c:pt idx="19621">
                  <c:v>24.75</c:v>
                </c:pt>
                <c:pt idx="19622">
                  <c:v>24.7</c:v>
                </c:pt>
                <c:pt idx="19623">
                  <c:v>24.7</c:v>
                </c:pt>
                <c:pt idx="19624">
                  <c:v>24.65</c:v>
                </c:pt>
                <c:pt idx="19625">
                  <c:v>24.55</c:v>
                </c:pt>
                <c:pt idx="19626">
                  <c:v>24.5</c:v>
                </c:pt>
                <c:pt idx="19627">
                  <c:v>24.5</c:v>
                </c:pt>
                <c:pt idx="19628">
                  <c:v>24.45</c:v>
                </c:pt>
                <c:pt idx="19629">
                  <c:v>24.45</c:v>
                </c:pt>
                <c:pt idx="19630">
                  <c:v>24.4</c:v>
                </c:pt>
                <c:pt idx="19631">
                  <c:v>24.45</c:v>
                </c:pt>
                <c:pt idx="19632">
                  <c:v>24.45</c:v>
                </c:pt>
                <c:pt idx="19633">
                  <c:v>24.45</c:v>
                </c:pt>
                <c:pt idx="19634">
                  <c:v>24.45</c:v>
                </c:pt>
                <c:pt idx="19635">
                  <c:v>24.45</c:v>
                </c:pt>
                <c:pt idx="19636">
                  <c:v>24.5</c:v>
                </c:pt>
                <c:pt idx="19637">
                  <c:v>24.45</c:v>
                </c:pt>
                <c:pt idx="19638">
                  <c:v>24.5</c:v>
                </c:pt>
                <c:pt idx="19639">
                  <c:v>24.5</c:v>
                </c:pt>
                <c:pt idx="19640">
                  <c:v>24.55</c:v>
                </c:pt>
                <c:pt idx="19641">
                  <c:v>24.55</c:v>
                </c:pt>
                <c:pt idx="19642">
                  <c:v>24.55</c:v>
                </c:pt>
                <c:pt idx="19643">
                  <c:v>24.6</c:v>
                </c:pt>
                <c:pt idx="19644">
                  <c:v>24.6</c:v>
                </c:pt>
                <c:pt idx="19645">
                  <c:v>24.6</c:v>
                </c:pt>
                <c:pt idx="19646">
                  <c:v>24.65</c:v>
                </c:pt>
                <c:pt idx="19647">
                  <c:v>24.65</c:v>
                </c:pt>
                <c:pt idx="19648">
                  <c:v>24.7</c:v>
                </c:pt>
                <c:pt idx="19649">
                  <c:v>24.7</c:v>
                </c:pt>
                <c:pt idx="19650">
                  <c:v>24.7</c:v>
                </c:pt>
                <c:pt idx="19651">
                  <c:v>24.75</c:v>
                </c:pt>
                <c:pt idx="19652">
                  <c:v>24.7</c:v>
                </c:pt>
                <c:pt idx="19653">
                  <c:v>24.65</c:v>
                </c:pt>
                <c:pt idx="19654">
                  <c:v>24.6</c:v>
                </c:pt>
                <c:pt idx="19655">
                  <c:v>24.6</c:v>
                </c:pt>
                <c:pt idx="19656">
                  <c:v>24.55</c:v>
                </c:pt>
                <c:pt idx="19657">
                  <c:v>24.5</c:v>
                </c:pt>
                <c:pt idx="19658">
                  <c:v>24.45</c:v>
                </c:pt>
                <c:pt idx="19659">
                  <c:v>24.45</c:v>
                </c:pt>
                <c:pt idx="19660">
                  <c:v>24.45</c:v>
                </c:pt>
                <c:pt idx="19661">
                  <c:v>24.45</c:v>
                </c:pt>
                <c:pt idx="19662">
                  <c:v>24.45</c:v>
                </c:pt>
                <c:pt idx="19663">
                  <c:v>24.45</c:v>
                </c:pt>
                <c:pt idx="19664">
                  <c:v>24.45</c:v>
                </c:pt>
                <c:pt idx="19665">
                  <c:v>24.4</c:v>
                </c:pt>
                <c:pt idx="19666">
                  <c:v>24.45</c:v>
                </c:pt>
                <c:pt idx="19667">
                  <c:v>24.45</c:v>
                </c:pt>
                <c:pt idx="19668">
                  <c:v>24.45</c:v>
                </c:pt>
                <c:pt idx="19669">
                  <c:v>24.5</c:v>
                </c:pt>
                <c:pt idx="19670">
                  <c:v>24.5</c:v>
                </c:pt>
                <c:pt idx="19671">
                  <c:v>24.55</c:v>
                </c:pt>
                <c:pt idx="19672">
                  <c:v>24.55</c:v>
                </c:pt>
                <c:pt idx="19673">
                  <c:v>24.6</c:v>
                </c:pt>
                <c:pt idx="19674">
                  <c:v>24.6</c:v>
                </c:pt>
                <c:pt idx="19675">
                  <c:v>24.6</c:v>
                </c:pt>
                <c:pt idx="19676">
                  <c:v>24.65</c:v>
                </c:pt>
                <c:pt idx="19677">
                  <c:v>24.7</c:v>
                </c:pt>
                <c:pt idx="19678">
                  <c:v>24.7</c:v>
                </c:pt>
                <c:pt idx="19679">
                  <c:v>24.75</c:v>
                </c:pt>
                <c:pt idx="19680">
                  <c:v>24.7</c:v>
                </c:pt>
                <c:pt idx="19681">
                  <c:v>24.7</c:v>
                </c:pt>
                <c:pt idx="19682">
                  <c:v>24.7</c:v>
                </c:pt>
                <c:pt idx="19683">
                  <c:v>24.65</c:v>
                </c:pt>
                <c:pt idx="19684">
                  <c:v>24.65</c:v>
                </c:pt>
                <c:pt idx="19685">
                  <c:v>24.6</c:v>
                </c:pt>
                <c:pt idx="19686">
                  <c:v>24.55</c:v>
                </c:pt>
                <c:pt idx="19687">
                  <c:v>24.5</c:v>
                </c:pt>
                <c:pt idx="19688">
                  <c:v>24.45</c:v>
                </c:pt>
                <c:pt idx="19689">
                  <c:v>24.45</c:v>
                </c:pt>
                <c:pt idx="19690">
                  <c:v>24.45</c:v>
                </c:pt>
                <c:pt idx="19691">
                  <c:v>24.4</c:v>
                </c:pt>
                <c:pt idx="19692">
                  <c:v>24.45</c:v>
                </c:pt>
                <c:pt idx="19693">
                  <c:v>24.45</c:v>
                </c:pt>
                <c:pt idx="19694">
                  <c:v>24.45</c:v>
                </c:pt>
                <c:pt idx="19695">
                  <c:v>24.45</c:v>
                </c:pt>
                <c:pt idx="19696">
                  <c:v>24.45</c:v>
                </c:pt>
                <c:pt idx="19697">
                  <c:v>24.45</c:v>
                </c:pt>
                <c:pt idx="19698">
                  <c:v>24.45</c:v>
                </c:pt>
                <c:pt idx="19699">
                  <c:v>24.5</c:v>
                </c:pt>
                <c:pt idx="19700">
                  <c:v>24.5</c:v>
                </c:pt>
                <c:pt idx="19701">
                  <c:v>24.5</c:v>
                </c:pt>
                <c:pt idx="19702">
                  <c:v>24.55</c:v>
                </c:pt>
                <c:pt idx="19703">
                  <c:v>24.55</c:v>
                </c:pt>
                <c:pt idx="19704">
                  <c:v>24.6</c:v>
                </c:pt>
                <c:pt idx="19705">
                  <c:v>24.6</c:v>
                </c:pt>
                <c:pt idx="19706">
                  <c:v>24.6</c:v>
                </c:pt>
                <c:pt idx="19707">
                  <c:v>24.6</c:v>
                </c:pt>
                <c:pt idx="19708">
                  <c:v>24.65</c:v>
                </c:pt>
                <c:pt idx="19709">
                  <c:v>24.7</c:v>
                </c:pt>
                <c:pt idx="19710">
                  <c:v>24.7</c:v>
                </c:pt>
                <c:pt idx="19711">
                  <c:v>24.7</c:v>
                </c:pt>
                <c:pt idx="19712">
                  <c:v>24.7</c:v>
                </c:pt>
                <c:pt idx="19713">
                  <c:v>24.7</c:v>
                </c:pt>
                <c:pt idx="19714">
                  <c:v>24.6</c:v>
                </c:pt>
                <c:pt idx="19715">
                  <c:v>24.6</c:v>
                </c:pt>
                <c:pt idx="19716">
                  <c:v>24.55</c:v>
                </c:pt>
                <c:pt idx="19717">
                  <c:v>24.5</c:v>
                </c:pt>
                <c:pt idx="19718">
                  <c:v>24.5</c:v>
                </c:pt>
                <c:pt idx="19719">
                  <c:v>24.45</c:v>
                </c:pt>
                <c:pt idx="19720">
                  <c:v>24.45</c:v>
                </c:pt>
                <c:pt idx="19721">
                  <c:v>24.4</c:v>
                </c:pt>
                <c:pt idx="19722">
                  <c:v>24.4</c:v>
                </c:pt>
                <c:pt idx="19723">
                  <c:v>24.4</c:v>
                </c:pt>
                <c:pt idx="19724">
                  <c:v>24.4</c:v>
                </c:pt>
                <c:pt idx="19725">
                  <c:v>24.45</c:v>
                </c:pt>
                <c:pt idx="19726">
                  <c:v>24.45</c:v>
                </c:pt>
                <c:pt idx="19727">
                  <c:v>24.5</c:v>
                </c:pt>
                <c:pt idx="19728">
                  <c:v>24.45</c:v>
                </c:pt>
                <c:pt idx="19729">
                  <c:v>24.5</c:v>
                </c:pt>
                <c:pt idx="19730">
                  <c:v>24.55</c:v>
                </c:pt>
                <c:pt idx="19731">
                  <c:v>24.55</c:v>
                </c:pt>
                <c:pt idx="19732">
                  <c:v>24.55</c:v>
                </c:pt>
                <c:pt idx="19733">
                  <c:v>24.55</c:v>
                </c:pt>
                <c:pt idx="19734">
                  <c:v>24.6</c:v>
                </c:pt>
                <c:pt idx="19735">
                  <c:v>24.6</c:v>
                </c:pt>
                <c:pt idx="19736">
                  <c:v>24.6</c:v>
                </c:pt>
                <c:pt idx="19737">
                  <c:v>24.65</c:v>
                </c:pt>
                <c:pt idx="19738">
                  <c:v>24.7</c:v>
                </c:pt>
                <c:pt idx="19739">
                  <c:v>24.7</c:v>
                </c:pt>
                <c:pt idx="19740">
                  <c:v>24.7</c:v>
                </c:pt>
                <c:pt idx="19741">
                  <c:v>24.7</c:v>
                </c:pt>
                <c:pt idx="19742">
                  <c:v>24.7</c:v>
                </c:pt>
                <c:pt idx="19743">
                  <c:v>24.7</c:v>
                </c:pt>
                <c:pt idx="19744">
                  <c:v>24.65</c:v>
                </c:pt>
                <c:pt idx="19745">
                  <c:v>24.55</c:v>
                </c:pt>
                <c:pt idx="19746">
                  <c:v>24.55</c:v>
                </c:pt>
                <c:pt idx="19747">
                  <c:v>24.55</c:v>
                </c:pt>
                <c:pt idx="19748">
                  <c:v>24.5</c:v>
                </c:pt>
                <c:pt idx="19749">
                  <c:v>24.45</c:v>
                </c:pt>
                <c:pt idx="19750">
                  <c:v>24.45</c:v>
                </c:pt>
                <c:pt idx="19751">
                  <c:v>24.45</c:v>
                </c:pt>
                <c:pt idx="19752">
                  <c:v>24.4</c:v>
                </c:pt>
                <c:pt idx="19753">
                  <c:v>24.45</c:v>
                </c:pt>
                <c:pt idx="19754">
                  <c:v>24.45</c:v>
                </c:pt>
                <c:pt idx="19755">
                  <c:v>24.45</c:v>
                </c:pt>
                <c:pt idx="19756">
                  <c:v>24.45</c:v>
                </c:pt>
                <c:pt idx="19757">
                  <c:v>24.45</c:v>
                </c:pt>
                <c:pt idx="19758">
                  <c:v>24.5</c:v>
                </c:pt>
                <c:pt idx="19759">
                  <c:v>24.5</c:v>
                </c:pt>
                <c:pt idx="19760">
                  <c:v>24.5</c:v>
                </c:pt>
                <c:pt idx="19761">
                  <c:v>24.55</c:v>
                </c:pt>
                <c:pt idx="19762">
                  <c:v>24.55</c:v>
                </c:pt>
                <c:pt idx="19763">
                  <c:v>24.55</c:v>
                </c:pt>
                <c:pt idx="19764">
                  <c:v>24.6</c:v>
                </c:pt>
                <c:pt idx="19765">
                  <c:v>24.65</c:v>
                </c:pt>
                <c:pt idx="19766">
                  <c:v>24.65</c:v>
                </c:pt>
                <c:pt idx="19767">
                  <c:v>24.65</c:v>
                </c:pt>
                <c:pt idx="19768">
                  <c:v>24.7</c:v>
                </c:pt>
                <c:pt idx="19769">
                  <c:v>24.7</c:v>
                </c:pt>
                <c:pt idx="19770">
                  <c:v>24.7</c:v>
                </c:pt>
                <c:pt idx="19771">
                  <c:v>24.7</c:v>
                </c:pt>
                <c:pt idx="19772">
                  <c:v>24.7</c:v>
                </c:pt>
                <c:pt idx="19773">
                  <c:v>24.65</c:v>
                </c:pt>
                <c:pt idx="19774">
                  <c:v>24.65</c:v>
                </c:pt>
                <c:pt idx="19775">
                  <c:v>24.6</c:v>
                </c:pt>
                <c:pt idx="19776">
                  <c:v>24.5</c:v>
                </c:pt>
                <c:pt idx="19777">
                  <c:v>24.45</c:v>
                </c:pt>
                <c:pt idx="19778">
                  <c:v>24.45</c:v>
                </c:pt>
                <c:pt idx="19779">
                  <c:v>24.45</c:v>
                </c:pt>
                <c:pt idx="19780">
                  <c:v>24.45</c:v>
                </c:pt>
                <c:pt idx="19781">
                  <c:v>24.4</c:v>
                </c:pt>
                <c:pt idx="19782">
                  <c:v>24.4</c:v>
                </c:pt>
                <c:pt idx="19783">
                  <c:v>24.4</c:v>
                </c:pt>
                <c:pt idx="19784">
                  <c:v>24.4</c:v>
                </c:pt>
                <c:pt idx="19785">
                  <c:v>24.45</c:v>
                </c:pt>
                <c:pt idx="19786">
                  <c:v>24.45</c:v>
                </c:pt>
                <c:pt idx="19787">
                  <c:v>24.45</c:v>
                </c:pt>
                <c:pt idx="19788">
                  <c:v>24.45</c:v>
                </c:pt>
                <c:pt idx="19789">
                  <c:v>24.5</c:v>
                </c:pt>
                <c:pt idx="19790">
                  <c:v>24.5</c:v>
                </c:pt>
                <c:pt idx="19791">
                  <c:v>24.55</c:v>
                </c:pt>
                <c:pt idx="19792">
                  <c:v>24.55</c:v>
                </c:pt>
                <c:pt idx="19793">
                  <c:v>24.6</c:v>
                </c:pt>
                <c:pt idx="19794">
                  <c:v>24.6</c:v>
                </c:pt>
                <c:pt idx="19795">
                  <c:v>24.6</c:v>
                </c:pt>
                <c:pt idx="19796">
                  <c:v>24.65</c:v>
                </c:pt>
                <c:pt idx="19797">
                  <c:v>24.7</c:v>
                </c:pt>
                <c:pt idx="19798">
                  <c:v>24.7</c:v>
                </c:pt>
                <c:pt idx="19799">
                  <c:v>24.7</c:v>
                </c:pt>
                <c:pt idx="19800">
                  <c:v>24.75</c:v>
                </c:pt>
                <c:pt idx="19801">
                  <c:v>24.75</c:v>
                </c:pt>
                <c:pt idx="19802">
                  <c:v>24.75</c:v>
                </c:pt>
                <c:pt idx="19803">
                  <c:v>24.7</c:v>
                </c:pt>
                <c:pt idx="19804">
                  <c:v>24.7</c:v>
                </c:pt>
                <c:pt idx="19805">
                  <c:v>24.6</c:v>
                </c:pt>
                <c:pt idx="19806">
                  <c:v>24.55</c:v>
                </c:pt>
                <c:pt idx="19807">
                  <c:v>24.5</c:v>
                </c:pt>
                <c:pt idx="19808">
                  <c:v>24.45</c:v>
                </c:pt>
                <c:pt idx="19809">
                  <c:v>24.45</c:v>
                </c:pt>
                <c:pt idx="19810">
                  <c:v>24.45</c:v>
                </c:pt>
                <c:pt idx="19811">
                  <c:v>24.4</c:v>
                </c:pt>
                <c:pt idx="19812">
                  <c:v>24.4</c:v>
                </c:pt>
                <c:pt idx="19813">
                  <c:v>24.45</c:v>
                </c:pt>
                <c:pt idx="19814">
                  <c:v>24.45</c:v>
                </c:pt>
                <c:pt idx="19815">
                  <c:v>24.45</c:v>
                </c:pt>
                <c:pt idx="19816">
                  <c:v>24.45</c:v>
                </c:pt>
                <c:pt idx="19817">
                  <c:v>24.45</c:v>
                </c:pt>
                <c:pt idx="19818">
                  <c:v>24.5</c:v>
                </c:pt>
                <c:pt idx="19819">
                  <c:v>24.5</c:v>
                </c:pt>
                <c:pt idx="19820">
                  <c:v>24.55</c:v>
                </c:pt>
                <c:pt idx="19821">
                  <c:v>24.55</c:v>
                </c:pt>
                <c:pt idx="19822">
                  <c:v>24.55</c:v>
                </c:pt>
                <c:pt idx="19823">
                  <c:v>24.6</c:v>
                </c:pt>
                <c:pt idx="19824">
                  <c:v>24.6</c:v>
                </c:pt>
                <c:pt idx="19825">
                  <c:v>24.65</c:v>
                </c:pt>
                <c:pt idx="19826">
                  <c:v>24.65</c:v>
                </c:pt>
                <c:pt idx="19827">
                  <c:v>24.65</c:v>
                </c:pt>
                <c:pt idx="19828">
                  <c:v>24.65</c:v>
                </c:pt>
                <c:pt idx="19829">
                  <c:v>24.7</c:v>
                </c:pt>
                <c:pt idx="19830">
                  <c:v>24.7</c:v>
                </c:pt>
                <c:pt idx="19831">
                  <c:v>24.7</c:v>
                </c:pt>
                <c:pt idx="19832">
                  <c:v>24.65</c:v>
                </c:pt>
                <c:pt idx="19833">
                  <c:v>24.65</c:v>
                </c:pt>
                <c:pt idx="19834">
                  <c:v>24.6</c:v>
                </c:pt>
                <c:pt idx="19835">
                  <c:v>24.55</c:v>
                </c:pt>
                <c:pt idx="19836">
                  <c:v>24.5</c:v>
                </c:pt>
                <c:pt idx="19837">
                  <c:v>24.45</c:v>
                </c:pt>
                <c:pt idx="19838">
                  <c:v>24.45</c:v>
                </c:pt>
                <c:pt idx="19839">
                  <c:v>24.4</c:v>
                </c:pt>
                <c:pt idx="19840">
                  <c:v>24.4</c:v>
                </c:pt>
                <c:pt idx="19841">
                  <c:v>24.4</c:v>
                </c:pt>
                <c:pt idx="19842">
                  <c:v>24.4</c:v>
                </c:pt>
                <c:pt idx="19843">
                  <c:v>24.4</c:v>
                </c:pt>
                <c:pt idx="19844">
                  <c:v>24.4</c:v>
                </c:pt>
                <c:pt idx="19845">
                  <c:v>24.4</c:v>
                </c:pt>
                <c:pt idx="19846">
                  <c:v>24.4</c:v>
                </c:pt>
                <c:pt idx="19847">
                  <c:v>24.45</c:v>
                </c:pt>
                <c:pt idx="19848">
                  <c:v>24.45</c:v>
                </c:pt>
                <c:pt idx="19849">
                  <c:v>24.45</c:v>
                </c:pt>
                <c:pt idx="19850">
                  <c:v>24.45</c:v>
                </c:pt>
                <c:pt idx="19851">
                  <c:v>24.5</c:v>
                </c:pt>
                <c:pt idx="19852">
                  <c:v>24.5</c:v>
                </c:pt>
                <c:pt idx="19853">
                  <c:v>24.55</c:v>
                </c:pt>
                <c:pt idx="19854">
                  <c:v>24.55</c:v>
                </c:pt>
                <c:pt idx="19855">
                  <c:v>24.6</c:v>
                </c:pt>
                <c:pt idx="19856">
                  <c:v>24.6</c:v>
                </c:pt>
                <c:pt idx="19857">
                  <c:v>24.6</c:v>
                </c:pt>
                <c:pt idx="19858">
                  <c:v>24.65</c:v>
                </c:pt>
                <c:pt idx="19859">
                  <c:v>24.65</c:v>
                </c:pt>
                <c:pt idx="19860">
                  <c:v>24.7</c:v>
                </c:pt>
                <c:pt idx="19861">
                  <c:v>24.7</c:v>
                </c:pt>
                <c:pt idx="19862">
                  <c:v>24.65</c:v>
                </c:pt>
                <c:pt idx="19863">
                  <c:v>24.65</c:v>
                </c:pt>
                <c:pt idx="19864">
                  <c:v>24.6</c:v>
                </c:pt>
                <c:pt idx="19865">
                  <c:v>24.55</c:v>
                </c:pt>
                <c:pt idx="19866">
                  <c:v>24.5</c:v>
                </c:pt>
                <c:pt idx="19867">
                  <c:v>24.45</c:v>
                </c:pt>
                <c:pt idx="19868">
                  <c:v>24.4</c:v>
                </c:pt>
                <c:pt idx="19869">
                  <c:v>24.4</c:v>
                </c:pt>
                <c:pt idx="19870">
                  <c:v>24.4</c:v>
                </c:pt>
                <c:pt idx="19871">
                  <c:v>24.35</c:v>
                </c:pt>
                <c:pt idx="19872">
                  <c:v>24.4</c:v>
                </c:pt>
                <c:pt idx="19873">
                  <c:v>24.4</c:v>
                </c:pt>
                <c:pt idx="19874">
                  <c:v>24.4</c:v>
                </c:pt>
                <c:pt idx="19875">
                  <c:v>24.4</c:v>
                </c:pt>
                <c:pt idx="19876">
                  <c:v>24.45</c:v>
                </c:pt>
                <c:pt idx="19877">
                  <c:v>24.45</c:v>
                </c:pt>
                <c:pt idx="19878">
                  <c:v>24.45</c:v>
                </c:pt>
                <c:pt idx="19879">
                  <c:v>24.5</c:v>
                </c:pt>
                <c:pt idx="19880">
                  <c:v>24.5</c:v>
                </c:pt>
                <c:pt idx="19881">
                  <c:v>24.55</c:v>
                </c:pt>
                <c:pt idx="19882">
                  <c:v>24.5</c:v>
                </c:pt>
                <c:pt idx="19883">
                  <c:v>24.55</c:v>
                </c:pt>
                <c:pt idx="19884">
                  <c:v>24.55</c:v>
                </c:pt>
                <c:pt idx="19885">
                  <c:v>24.6</c:v>
                </c:pt>
                <c:pt idx="19886">
                  <c:v>24.6</c:v>
                </c:pt>
                <c:pt idx="19887">
                  <c:v>24.6</c:v>
                </c:pt>
                <c:pt idx="19888">
                  <c:v>24.65</c:v>
                </c:pt>
                <c:pt idx="19889">
                  <c:v>24.65</c:v>
                </c:pt>
                <c:pt idx="19890">
                  <c:v>24.65</c:v>
                </c:pt>
                <c:pt idx="19891">
                  <c:v>24.65</c:v>
                </c:pt>
                <c:pt idx="19892">
                  <c:v>24.65</c:v>
                </c:pt>
                <c:pt idx="19893">
                  <c:v>24.6</c:v>
                </c:pt>
                <c:pt idx="19894">
                  <c:v>24.55</c:v>
                </c:pt>
                <c:pt idx="19895">
                  <c:v>24.55</c:v>
                </c:pt>
                <c:pt idx="19896">
                  <c:v>24.5</c:v>
                </c:pt>
                <c:pt idx="19897">
                  <c:v>24.45</c:v>
                </c:pt>
                <c:pt idx="19898">
                  <c:v>24.4</c:v>
                </c:pt>
                <c:pt idx="19899">
                  <c:v>24.4</c:v>
                </c:pt>
                <c:pt idx="19900">
                  <c:v>24.4</c:v>
                </c:pt>
                <c:pt idx="19901">
                  <c:v>24.4</c:v>
                </c:pt>
                <c:pt idx="19902">
                  <c:v>24.4</c:v>
                </c:pt>
                <c:pt idx="19903">
                  <c:v>24.4</c:v>
                </c:pt>
                <c:pt idx="19904">
                  <c:v>24.4</c:v>
                </c:pt>
                <c:pt idx="19905">
                  <c:v>24.4</c:v>
                </c:pt>
                <c:pt idx="19906">
                  <c:v>24.45</c:v>
                </c:pt>
                <c:pt idx="19907">
                  <c:v>24.45</c:v>
                </c:pt>
                <c:pt idx="19908">
                  <c:v>24.45</c:v>
                </c:pt>
                <c:pt idx="19909">
                  <c:v>24.5</c:v>
                </c:pt>
                <c:pt idx="19910">
                  <c:v>24.5</c:v>
                </c:pt>
                <c:pt idx="19911">
                  <c:v>24.5</c:v>
                </c:pt>
                <c:pt idx="19912">
                  <c:v>24.55</c:v>
                </c:pt>
                <c:pt idx="19913">
                  <c:v>24.55</c:v>
                </c:pt>
                <c:pt idx="19914">
                  <c:v>24.55</c:v>
                </c:pt>
                <c:pt idx="19915">
                  <c:v>24.55</c:v>
                </c:pt>
                <c:pt idx="19916">
                  <c:v>24.6</c:v>
                </c:pt>
                <c:pt idx="19917">
                  <c:v>24.6</c:v>
                </c:pt>
                <c:pt idx="19918">
                  <c:v>24.65</c:v>
                </c:pt>
                <c:pt idx="19919">
                  <c:v>24.65</c:v>
                </c:pt>
                <c:pt idx="19920">
                  <c:v>24.65</c:v>
                </c:pt>
                <c:pt idx="19921">
                  <c:v>24.65</c:v>
                </c:pt>
                <c:pt idx="19922">
                  <c:v>24.65</c:v>
                </c:pt>
                <c:pt idx="19923">
                  <c:v>24.65</c:v>
                </c:pt>
                <c:pt idx="19924">
                  <c:v>24.6</c:v>
                </c:pt>
                <c:pt idx="19925">
                  <c:v>24.55</c:v>
                </c:pt>
                <c:pt idx="19926">
                  <c:v>24.5</c:v>
                </c:pt>
                <c:pt idx="19927">
                  <c:v>24.5</c:v>
                </c:pt>
                <c:pt idx="19928">
                  <c:v>24.45</c:v>
                </c:pt>
                <c:pt idx="19929">
                  <c:v>24.4</c:v>
                </c:pt>
                <c:pt idx="19930">
                  <c:v>24.4</c:v>
                </c:pt>
                <c:pt idx="19931">
                  <c:v>24.4</c:v>
                </c:pt>
                <c:pt idx="19932">
                  <c:v>24.4</c:v>
                </c:pt>
                <c:pt idx="19933">
                  <c:v>24.4</c:v>
                </c:pt>
                <c:pt idx="19934">
                  <c:v>24.4</c:v>
                </c:pt>
                <c:pt idx="19935">
                  <c:v>24.4</c:v>
                </c:pt>
                <c:pt idx="19936">
                  <c:v>24.45</c:v>
                </c:pt>
                <c:pt idx="19937">
                  <c:v>24.45</c:v>
                </c:pt>
                <c:pt idx="19938">
                  <c:v>24.45</c:v>
                </c:pt>
                <c:pt idx="19939">
                  <c:v>24.45</c:v>
                </c:pt>
                <c:pt idx="19940">
                  <c:v>24.5</c:v>
                </c:pt>
                <c:pt idx="19941">
                  <c:v>24.5</c:v>
                </c:pt>
                <c:pt idx="19942">
                  <c:v>24.5</c:v>
                </c:pt>
                <c:pt idx="19943">
                  <c:v>24.55</c:v>
                </c:pt>
                <c:pt idx="19944">
                  <c:v>24.6</c:v>
                </c:pt>
                <c:pt idx="19945">
                  <c:v>24.6</c:v>
                </c:pt>
                <c:pt idx="19946">
                  <c:v>24.6</c:v>
                </c:pt>
                <c:pt idx="19947">
                  <c:v>24.65</c:v>
                </c:pt>
                <c:pt idx="19948">
                  <c:v>24.65</c:v>
                </c:pt>
                <c:pt idx="19949">
                  <c:v>24.65</c:v>
                </c:pt>
                <c:pt idx="19950">
                  <c:v>24.7</c:v>
                </c:pt>
                <c:pt idx="19951">
                  <c:v>24.7</c:v>
                </c:pt>
                <c:pt idx="19952">
                  <c:v>24.65</c:v>
                </c:pt>
                <c:pt idx="19953">
                  <c:v>24.65</c:v>
                </c:pt>
                <c:pt idx="19954">
                  <c:v>24.6</c:v>
                </c:pt>
                <c:pt idx="19955">
                  <c:v>24.55</c:v>
                </c:pt>
                <c:pt idx="19956">
                  <c:v>24.5</c:v>
                </c:pt>
                <c:pt idx="19957">
                  <c:v>24.45</c:v>
                </c:pt>
                <c:pt idx="19958">
                  <c:v>24.45</c:v>
                </c:pt>
                <c:pt idx="19959">
                  <c:v>24.4</c:v>
                </c:pt>
                <c:pt idx="19960">
                  <c:v>24.4</c:v>
                </c:pt>
                <c:pt idx="19961">
                  <c:v>24.4</c:v>
                </c:pt>
                <c:pt idx="19962">
                  <c:v>24.45</c:v>
                </c:pt>
                <c:pt idx="19963">
                  <c:v>24.4</c:v>
                </c:pt>
                <c:pt idx="19964">
                  <c:v>24.45</c:v>
                </c:pt>
                <c:pt idx="19965">
                  <c:v>24.4</c:v>
                </c:pt>
                <c:pt idx="19966">
                  <c:v>24.4</c:v>
                </c:pt>
                <c:pt idx="19967">
                  <c:v>24.45</c:v>
                </c:pt>
                <c:pt idx="19968">
                  <c:v>24.45</c:v>
                </c:pt>
                <c:pt idx="19969">
                  <c:v>24.5</c:v>
                </c:pt>
                <c:pt idx="19970">
                  <c:v>24.5</c:v>
                </c:pt>
                <c:pt idx="19971">
                  <c:v>24.55</c:v>
                </c:pt>
                <c:pt idx="19972">
                  <c:v>24.55</c:v>
                </c:pt>
                <c:pt idx="19973">
                  <c:v>24.55</c:v>
                </c:pt>
                <c:pt idx="19974">
                  <c:v>24.55</c:v>
                </c:pt>
                <c:pt idx="19975">
                  <c:v>24.55</c:v>
                </c:pt>
                <c:pt idx="19976">
                  <c:v>24.6</c:v>
                </c:pt>
                <c:pt idx="19977">
                  <c:v>24.6</c:v>
                </c:pt>
                <c:pt idx="19978">
                  <c:v>24.65</c:v>
                </c:pt>
                <c:pt idx="19979">
                  <c:v>24.65</c:v>
                </c:pt>
                <c:pt idx="19980">
                  <c:v>24.7</c:v>
                </c:pt>
                <c:pt idx="19981">
                  <c:v>24.7</c:v>
                </c:pt>
                <c:pt idx="19982">
                  <c:v>24.65</c:v>
                </c:pt>
                <c:pt idx="19983">
                  <c:v>24.65</c:v>
                </c:pt>
                <c:pt idx="19984">
                  <c:v>24.6</c:v>
                </c:pt>
                <c:pt idx="19985">
                  <c:v>24.55</c:v>
                </c:pt>
                <c:pt idx="19986">
                  <c:v>24.5</c:v>
                </c:pt>
                <c:pt idx="19987">
                  <c:v>24.45</c:v>
                </c:pt>
                <c:pt idx="19988">
                  <c:v>24.45</c:v>
                </c:pt>
                <c:pt idx="19989">
                  <c:v>24.45</c:v>
                </c:pt>
                <c:pt idx="19990">
                  <c:v>24.4</c:v>
                </c:pt>
                <c:pt idx="19991">
                  <c:v>24.4</c:v>
                </c:pt>
                <c:pt idx="19992">
                  <c:v>24.4</c:v>
                </c:pt>
                <c:pt idx="19993">
                  <c:v>24.4</c:v>
                </c:pt>
                <c:pt idx="19994">
                  <c:v>24.4</c:v>
                </c:pt>
                <c:pt idx="19995">
                  <c:v>24.4</c:v>
                </c:pt>
                <c:pt idx="19996">
                  <c:v>24.4</c:v>
                </c:pt>
                <c:pt idx="19997">
                  <c:v>24.45</c:v>
                </c:pt>
                <c:pt idx="19998">
                  <c:v>24.45</c:v>
                </c:pt>
                <c:pt idx="19999">
                  <c:v>24.45</c:v>
                </c:pt>
                <c:pt idx="20000">
                  <c:v>24.45</c:v>
                </c:pt>
                <c:pt idx="20001">
                  <c:v>24.5</c:v>
                </c:pt>
                <c:pt idx="20002">
                  <c:v>24.55</c:v>
                </c:pt>
                <c:pt idx="20003">
                  <c:v>24.55</c:v>
                </c:pt>
                <c:pt idx="20004">
                  <c:v>24.6</c:v>
                </c:pt>
                <c:pt idx="20005">
                  <c:v>24.6</c:v>
                </c:pt>
                <c:pt idx="20006">
                  <c:v>24.6</c:v>
                </c:pt>
                <c:pt idx="20007">
                  <c:v>24.65</c:v>
                </c:pt>
                <c:pt idx="20008">
                  <c:v>24.65</c:v>
                </c:pt>
                <c:pt idx="20009">
                  <c:v>24.7</c:v>
                </c:pt>
                <c:pt idx="20010">
                  <c:v>24.7</c:v>
                </c:pt>
                <c:pt idx="20011">
                  <c:v>24.7</c:v>
                </c:pt>
                <c:pt idx="20012">
                  <c:v>24.7</c:v>
                </c:pt>
                <c:pt idx="20013">
                  <c:v>24.65</c:v>
                </c:pt>
                <c:pt idx="20014">
                  <c:v>24.65</c:v>
                </c:pt>
                <c:pt idx="20015">
                  <c:v>24.6</c:v>
                </c:pt>
                <c:pt idx="20016">
                  <c:v>24.55</c:v>
                </c:pt>
                <c:pt idx="20017">
                  <c:v>24.5</c:v>
                </c:pt>
                <c:pt idx="20018">
                  <c:v>24.45</c:v>
                </c:pt>
                <c:pt idx="20019">
                  <c:v>24.4</c:v>
                </c:pt>
                <c:pt idx="20020">
                  <c:v>24.4</c:v>
                </c:pt>
                <c:pt idx="20021">
                  <c:v>24.4</c:v>
                </c:pt>
                <c:pt idx="20022">
                  <c:v>24.4</c:v>
                </c:pt>
                <c:pt idx="20023">
                  <c:v>24.4</c:v>
                </c:pt>
                <c:pt idx="20024">
                  <c:v>24.4</c:v>
                </c:pt>
                <c:pt idx="20025">
                  <c:v>24.4</c:v>
                </c:pt>
                <c:pt idx="20026">
                  <c:v>24.4</c:v>
                </c:pt>
                <c:pt idx="20027">
                  <c:v>24.45</c:v>
                </c:pt>
                <c:pt idx="20028">
                  <c:v>24.45</c:v>
                </c:pt>
                <c:pt idx="20029">
                  <c:v>24.45</c:v>
                </c:pt>
                <c:pt idx="20030">
                  <c:v>24.45</c:v>
                </c:pt>
                <c:pt idx="20031">
                  <c:v>24.5</c:v>
                </c:pt>
                <c:pt idx="20032">
                  <c:v>24.5</c:v>
                </c:pt>
                <c:pt idx="20033">
                  <c:v>24.55</c:v>
                </c:pt>
                <c:pt idx="20034">
                  <c:v>24.6</c:v>
                </c:pt>
                <c:pt idx="20035">
                  <c:v>24.6</c:v>
                </c:pt>
                <c:pt idx="20036">
                  <c:v>24.6</c:v>
                </c:pt>
                <c:pt idx="20037">
                  <c:v>24.65</c:v>
                </c:pt>
                <c:pt idx="20038">
                  <c:v>24.65</c:v>
                </c:pt>
                <c:pt idx="20039">
                  <c:v>24.7</c:v>
                </c:pt>
                <c:pt idx="20040">
                  <c:v>24.7</c:v>
                </c:pt>
                <c:pt idx="20041">
                  <c:v>24.7</c:v>
                </c:pt>
                <c:pt idx="20042">
                  <c:v>24.7</c:v>
                </c:pt>
                <c:pt idx="20043">
                  <c:v>24.7</c:v>
                </c:pt>
                <c:pt idx="20044">
                  <c:v>24.65</c:v>
                </c:pt>
                <c:pt idx="20045">
                  <c:v>24.55</c:v>
                </c:pt>
                <c:pt idx="20046">
                  <c:v>24.5</c:v>
                </c:pt>
                <c:pt idx="20047">
                  <c:v>24.5</c:v>
                </c:pt>
                <c:pt idx="20048">
                  <c:v>24.5</c:v>
                </c:pt>
                <c:pt idx="20049">
                  <c:v>24.45</c:v>
                </c:pt>
                <c:pt idx="20050">
                  <c:v>24.45</c:v>
                </c:pt>
                <c:pt idx="20051">
                  <c:v>24.4</c:v>
                </c:pt>
                <c:pt idx="20052">
                  <c:v>24.4</c:v>
                </c:pt>
                <c:pt idx="20053">
                  <c:v>24.4</c:v>
                </c:pt>
                <c:pt idx="20054">
                  <c:v>24.4</c:v>
                </c:pt>
                <c:pt idx="20055">
                  <c:v>24.4</c:v>
                </c:pt>
                <c:pt idx="20056">
                  <c:v>24.4</c:v>
                </c:pt>
                <c:pt idx="20057">
                  <c:v>24.45</c:v>
                </c:pt>
                <c:pt idx="20058">
                  <c:v>24.45</c:v>
                </c:pt>
                <c:pt idx="20059">
                  <c:v>24.45</c:v>
                </c:pt>
                <c:pt idx="20060">
                  <c:v>24.5</c:v>
                </c:pt>
                <c:pt idx="20061">
                  <c:v>24.5</c:v>
                </c:pt>
                <c:pt idx="20062">
                  <c:v>24.5</c:v>
                </c:pt>
                <c:pt idx="20063">
                  <c:v>24.55</c:v>
                </c:pt>
                <c:pt idx="20064">
                  <c:v>24.55</c:v>
                </c:pt>
                <c:pt idx="20065">
                  <c:v>24.55</c:v>
                </c:pt>
                <c:pt idx="20066">
                  <c:v>24.55</c:v>
                </c:pt>
                <c:pt idx="20067">
                  <c:v>24.6</c:v>
                </c:pt>
                <c:pt idx="20068">
                  <c:v>24.65</c:v>
                </c:pt>
                <c:pt idx="20069">
                  <c:v>24.65</c:v>
                </c:pt>
                <c:pt idx="20070">
                  <c:v>24.7</c:v>
                </c:pt>
                <c:pt idx="20071">
                  <c:v>24.7</c:v>
                </c:pt>
                <c:pt idx="20072">
                  <c:v>24.65</c:v>
                </c:pt>
                <c:pt idx="20073">
                  <c:v>24.6</c:v>
                </c:pt>
                <c:pt idx="20074">
                  <c:v>24.55</c:v>
                </c:pt>
                <c:pt idx="20075">
                  <c:v>24.55</c:v>
                </c:pt>
                <c:pt idx="20076">
                  <c:v>24.55</c:v>
                </c:pt>
                <c:pt idx="20077">
                  <c:v>24.45</c:v>
                </c:pt>
                <c:pt idx="20078">
                  <c:v>24.45</c:v>
                </c:pt>
                <c:pt idx="20079">
                  <c:v>24.45</c:v>
                </c:pt>
                <c:pt idx="20080">
                  <c:v>24.45</c:v>
                </c:pt>
                <c:pt idx="20081">
                  <c:v>24.4</c:v>
                </c:pt>
                <c:pt idx="20082">
                  <c:v>24.45</c:v>
                </c:pt>
                <c:pt idx="20083">
                  <c:v>24.4</c:v>
                </c:pt>
                <c:pt idx="20084">
                  <c:v>24.45</c:v>
                </c:pt>
                <c:pt idx="20085">
                  <c:v>24.45</c:v>
                </c:pt>
                <c:pt idx="20086">
                  <c:v>24.45</c:v>
                </c:pt>
                <c:pt idx="20087">
                  <c:v>24.5</c:v>
                </c:pt>
                <c:pt idx="20088">
                  <c:v>24.5</c:v>
                </c:pt>
                <c:pt idx="20089">
                  <c:v>24.5</c:v>
                </c:pt>
                <c:pt idx="20090">
                  <c:v>24.5</c:v>
                </c:pt>
                <c:pt idx="20091">
                  <c:v>24.55</c:v>
                </c:pt>
                <c:pt idx="20092">
                  <c:v>24.55</c:v>
                </c:pt>
                <c:pt idx="20093">
                  <c:v>24.55</c:v>
                </c:pt>
                <c:pt idx="20094">
                  <c:v>24.55</c:v>
                </c:pt>
                <c:pt idx="20095">
                  <c:v>24.6</c:v>
                </c:pt>
                <c:pt idx="20096">
                  <c:v>24.6</c:v>
                </c:pt>
                <c:pt idx="20097">
                  <c:v>24.65</c:v>
                </c:pt>
                <c:pt idx="20098">
                  <c:v>24.65</c:v>
                </c:pt>
                <c:pt idx="20099">
                  <c:v>24.7</c:v>
                </c:pt>
                <c:pt idx="20100">
                  <c:v>24.7</c:v>
                </c:pt>
                <c:pt idx="20101">
                  <c:v>24.7</c:v>
                </c:pt>
                <c:pt idx="20102">
                  <c:v>24.7</c:v>
                </c:pt>
                <c:pt idx="20103">
                  <c:v>24.65</c:v>
                </c:pt>
                <c:pt idx="20104">
                  <c:v>24.6</c:v>
                </c:pt>
                <c:pt idx="20105">
                  <c:v>24.55</c:v>
                </c:pt>
                <c:pt idx="20106">
                  <c:v>24.5</c:v>
                </c:pt>
                <c:pt idx="20107">
                  <c:v>24.45</c:v>
                </c:pt>
                <c:pt idx="20108">
                  <c:v>24.45</c:v>
                </c:pt>
                <c:pt idx="20109">
                  <c:v>24.45</c:v>
                </c:pt>
                <c:pt idx="20110">
                  <c:v>24.45</c:v>
                </c:pt>
                <c:pt idx="20111">
                  <c:v>24.45</c:v>
                </c:pt>
                <c:pt idx="20112">
                  <c:v>24.4</c:v>
                </c:pt>
                <c:pt idx="20113">
                  <c:v>24.4</c:v>
                </c:pt>
                <c:pt idx="20114">
                  <c:v>24.4</c:v>
                </c:pt>
                <c:pt idx="20115">
                  <c:v>24.45</c:v>
                </c:pt>
                <c:pt idx="20116">
                  <c:v>24.45</c:v>
                </c:pt>
                <c:pt idx="20117">
                  <c:v>24.45</c:v>
                </c:pt>
                <c:pt idx="20118">
                  <c:v>24.5</c:v>
                </c:pt>
                <c:pt idx="20119">
                  <c:v>24.5</c:v>
                </c:pt>
                <c:pt idx="20120">
                  <c:v>24.5</c:v>
                </c:pt>
                <c:pt idx="20121">
                  <c:v>24.5</c:v>
                </c:pt>
                <c:pt idx="20122">
                  <c:v>24.55</c:v>
                </c:pt>
                <c:pt idx="20123">
                  <c:v>24.55</c:v>
                </c:pt>
                <c:pt idx="20124">
                  <c:v>24.6</c:v>
                </c:pt>
                <c:pt idx="20125">
                  <c:v>24.6</c:v>
                </c:pt>
                <c:pt idx="20126">
                  <c:v>24.6</c:v>
                </c:pt>
                <c:pt idx="20127">
                  <c:v>24.65</c:v>
                </c:pt>
                <c:pt idx="20128">
                  <c:v>24.65</c:v>
                </c:pt>
                <c:pt idx="20129">
                  <c:v>24.65</c:v>
                </c:pt>
                <c:pt idx="20130">
                  <c:v>24.7</c:v>
                </c:pt>
                <c:pt idx="20131">
                  <c:v>24.7</c:v>
                </c:pt>
                <c:pt idx="20132">
                  <c:v>24.7</c:v>
                </c:pt>
                <c:pt idx="20133">
                  <c:v>24.65</c:v>
                </c:pt>
                <c:pt idx="20134">
                  <c:v>24.6</c:v>
                </c:pt>
                <c:pt idx="20135">
                  <c:v>24.55</c:v>
                </c:pt>
                <c:pt idx="20136">
                  <c:v>24.5</c:v>
                </c:pt>
                <c:pt idx="20137">
                  <c:v>24.45</c:v>
                </c:pt>
                <c:pt idx="20138">
                  <c:v>24.45</c:v>
                </c:pt>
                <c:pt idx="20139">
                  <c:v>24.4</c:v>
                </c:pt>
                <c:pt idx="20140">
                  <c:v>24.4</c:v>
                </c:pt>
                <c:pt idx="20141">
                  <c:v>24.4</c:v>
                </c:pt>
                <c:pt idx="20142">
                  <c:v>24.4</c:v>
                </c:pt>
                <c:pt idx="20143">
                  <c:v>24.45</c:v>
                </c:pt>
                <c:pt idx="20144">
                  <c:v>24.45</c:v>
                </c:pt>
                <c:pt idx="20145">
                  <c:v>24.45</c:v>
                </c:pt>
                <c:pt idx="20146">
                  <c:v>24.45</c:v>
                </c:pt>
                <c:pt idx="20147">
                  <c:v>24.5</c:v>
                </c:pt>
                <c:pt idx="20148">
                  <c:v>24.5</c:v>
                </c:pt>
                <c:pt idx="20149">
                  <c:v>24.5</c:v>
                </c:pt>
                <c:pt idx="20150">
                  <c:v>24.55</c:v>
                </c:pt>
                <c:pt idx="20151">
                  <c:v>24.55</c:v>
                </c:pt>
                <c:pt idx="20152">
                  <c:v>24.6</c:v>
                </c:pt>
                <c:pt idx="20153">
                  <c:v>24.6</c:v>
                </c:pt>
                <c:pt idx="20154">
                  <c:v>24.6</c:v>
                </c:pt>
                <c:pt idx="20155">
                  <c:v>24.65</c:v>
                </c:pt>
                <c:pt idx="20156">
                  <c:v>24.65</c:v>
                </c:pt>
                <c:pt idx="20157">
                  <c:v>24.65</c:v>
                </c:pt>
                <c:pt idx="20158">
                  <c:v>24.7</c:v>
                </c:pt>
                <c:pt idx="20159">
                  <c:v>24.7</c:v>
                </c:pt>
                <c:pt idx="20160">
                  <c:v>24.7</c:v>
                </c:pt>
                <c:pt idx="20161">
                  <c:v>24.7</c:v>
                </c:pt>
                <c:pt idx="20162">
                  <c:v>24.7</c:v>
                </c:pt>
                <c:pt idx="20163">
                  <c:v>24.65</c:v>
                </c:pt>
                <c:pt idx="20164">
                  <c:v>24.65</c:v>
                </c:pt>
                <c:pt idx="20165">
                  <c:v>24.6</c:v>
                </c:pt>
                <c:pt idx="20166">
                  <c:v>24.55</c:v>
                </c:pt>
                <c:pt idx="20167">
                  <c:v>24.5</c:v>
                </c:pt>
                <c:pt idx="20168">
                  <c:v>24.45</c:v>
                </c:pt>
                <c:pt idx="20169">
                  <c:v>24.45</c:v>
                </c:pt>
                <c:pt idx="20170">
                  <c:v>24.45</c:v>
                </c:pt>
                <c:pt idx="20171">
                  <c:v>24.45</c:v>
                </c:pt>
                <c:pt idx="20172">
                  <c:v>24.45</c:v>
                </c:pt>
                <c:pt idx="20173">
                  <c:v>24.45</c:v>
                </c:pt>
                <c:pt idx="20174">
                  <c:v>24.45</c:v>
                </c:pt>
                <c:pt idx="20175">
                  <c:v>24.45</c:v>
                </c:pt>
                <c:pt idx="20176">
                  <c:v>24.45</c:v>
                </c:pt>
                <c:pt idx="20177">
                  <c:v>24.45</c:v>
                </c:pt>
                <c:pt idx="20178">
                  <c:v>24.5</c:v>
                </c:pt>
                <c:pt idx="20179">
                  <c:v>24.5</c:v>
                </c:pt>
                <c:pt idx="20180">
                  <c:v>24.55</c:v>
                </c:pt>
                <c:pt idx="20181">
                  <c:v>24.55</c:v>
                </c:pt>
                <c:pt idx="20182">
                  <c:v>24.55</c:v>
                </c:pt>
                <c:pt idx="20183">
                  <c:v>24.6</c:v>
                </c:pt>
                <c:pt idx="20184">
                  <c:v>24.6</c:v>
                </c:pt>
                <c:pt idx="20185">
                  <c:v>24.6</c:v>
                </c:pt>
                <c:pt idx="20186">
                  <c:v>24.65</c:v>
                </c:pt>
                <c:pt idx="20187">
                  <c:v>24.65</c:v>
                </c:pt>
                <c:pt idx="20188">
                  <c:v>24.7</c:v>
                </c:pt>
                <c:pt idx="20189">
                  <c:v>24.7</c:v>
                </c:pt>
                <c:pt idx="20190">
                  <c:v>24.7</c:v>
                </c:pt>
                <c:pt idx="20191">
                  <c:v>24.7</c:v>
                </c:pt>
                <c:pt idx="20192">
                  <c:v>24.7</c:v>
                </c:pt>
                <c:pt idx="20193">
                  <c:v>24.7</c:v>
                </c:pt>
                <c:pt idx="20194">
                  <c:v>24.65</c:v>
                </c:pt>
                <c:pt idx="20195">
                  <c:v>24.6</c:v>
                </c:pt>
                <c:pt idx="20196">
                  <c:v>24.55</c:v>
                </c:pt>
                <c:pt idx="20197">
                  <c:v>24.5</c:v>
                </c:pt>
                <c:pt idx="20198">
                  <c:v>24.5</c:v>
                </c:pt>
                <c:pt idx="20199">
                  <c:v>24.45</c:v>
                </c:pt>
                <c:pt idx="20200">
                  <c:v>24.45</c:v>
                </c:pt>
                <c:pt idx="20201">
                  <c:v>24.45</c:v>
                </c:pt>
                <c:pt idx="20202">
                  <c:v>24.45</c:v>
                </c:pt>
                <c:pt idx="20203">
                  <c:v>24.45</c:v>
                </c:pt>
                <c:pt idx="20204">
                  <c:v>24.45</c:v>
                </c:pt>
                <c:pt idx="20205">
                  <c:v>24.45</c:v>
                </c:pt>
                <c:pt idx="20206">
                  <c:v>24.5</c:v>
                </c:pt>
                <c:pt idx="20207">
                  <c:v>24.5</c:v>
                </c:pt>
                <c:pt idx="20208">
                  <c:v>24.5</c:v>
                </c:pt>
                <c:pt idx="20209">
                  <c:v>24.5</c:v>
                </c:pt>
                <c:pt idx="20210">
                  <c:v>24.55</c:v>
                </c:pt>
                <c:pt idx="20211">
                  <c:v>24.55</c:v>
                </c:pt>
                <c:pt idx="20212">
                  <c:v>24.6</c:v>
                </c:pt>
                <c:pt idx="20213">
                  <c:v>24.6</c:v>
                </c:pt>
                <c:pt idx="20214">
                  <c:v>24.65</c:v>
                </c:pt>
                <c:pt idx="20215">
                  <c:v>24.65</c:v>
                </c:pt>
                <c:pt idx="20216">
                  <c:v>24.65</c:v>
                </c:pt>
                <c:pt idx="20217">
                  <c:v>24.7</c:v>
                </c:pt>
                <c:pt idx="20218">
                  <c:v>24.7</c:v>
                </c:pt>
                <c:pt idx="20219">
                  <c:v>24.7</c:v>
                </c:pt>
                <c:pt idx="20220">
                  <c:v>24.75</c:v>
                </c:pt>
                <c:pt idx="20221">
                  <c:v>24.75</c:v>
                </c:pt>
                <c:pt idx="20222">
                  <c:v>24.7</c:v>
                </c:pt>
                <c:pt idx="20223">
                  <c:v>24.7</c:v>
                </c:pt>
                <c:pt idx="20224">
                  <c:v>24.65</c:v>
                </c:pt>
                <c:pt idx="20225">
                  <c:v>24.6</c:v>
                </c:pt>
                <c:pt idx="20226">
                  <c:v>24.55</c:v>
                </c:pt>
                <c:pt idx="20227">
                  <c:v>24.55</c:v>
                </c:pt>
                <c:pt idx="20228">
                  <c:v>24.5</c:v>
                </c:pt>
                <c:pt idx="20229">
                  <c:v>24.5</c:v>
                </c:pt>
                <c:pt idx="20230">
                  <c:v>24.5</c:v>
                </c:pt>
                <c:pt idx="20231">
                  <c:v>24.45</c:v>
                </c:pt>
                <c:pt idx="20232">
                  <c:v>24.45</c:v>
                </c:pt>
                <c:pt idx="20233">
                  <c:v>24.45</c:v>
                </c:pt>
                <c:pt idx="20234">
                  <c:v>24.45</c:v>
                </c:pt>
                <c:pt idx="20235">
                  <c:v>24.5</c:v>
                </c:pt>
                <c:pt idx="20236">
                  <c:v>24.5</c:v>
                </c:pt>
                <c:pt idx="20237">
                  <c:v>24.5</c:v>
                </c:pt>
                <c:pt idx="20238">
                  <c:v>24.5</c:v>
                </c:pt>
                <c:pt idx="20239">
                  <c:v>24.5</c:v>
                </c:pt>
                <c:pt idx="20240">
                  <c:v>24.55</c:v>
                </c:pt>
                <c:pt idx="20241">
                  <c:v>24.55</c:v>
                </c:pt>
                <c:pt idx="20242">
                  <c:v>24.55</c:v>
                </c:pt>
                <c:pt idx="20243">
                  <c:v>24.55</c:v>
                </c:pt>
                <c:pt idx="20244">
                  <c:v>24.6</c:v>
                </c:pt>
                <c:pt idx="20245">
                  <c:v>24.6</c:v>
                </c:pt>
                <c:pt idx="20246">
                  <c:v>24.65</c:v>
                </c:pt>
                <c:pt idx="20247">
                  <c:v>24.6</c:v>
                </c:pt>
                <c:pt idx="20248">
                  <c:v>24.65</c:v>
                </c:pt>
                <c:pt idx="20249">
                  <c:v>24.7</c:v>
                </c:pt>
                <c:pt idx="20250">
                  <c:v>24.7</c:v>
                </c:pt>
                <c:pt idx="20251">
                  <c:v>24.75</c:v>
                </c:pt>
                <c:pt idx="20252">
                  <c:v>24.75</c:v>
                </c:pt>
                <c:pt idx="20253">
                  <c:v>24.65</c:v>
                </c:pt>
                <c:pt idx="20254">
                  <c:v>24.65</c:v>
                </c:pt>
                <c:pt idx="20255">
                  <c:v>24.65</c:v>
                </c:pt>
                <c:pt idx="20256">
                  <c:v>24.55</c:v>
                </c:pt>
                <c:pt idx="20257">
                  <c:v>24.55</c:v>
                </c:pt>
                <c:pt idx="20258">
                  <c:v>24.5</c:v>
                </c:pt>
                <c:pt idx="20259">
                  <c:v>24.45</c:v>
                </c:pt>
                <c:pt idx="20260">
                  <c:v>24.45</c:v>
                </c:pt>
                <c:pt idx="20261">
                  <c:v>24.45</c:v>
                </c:pt>
                <c:pt idx="20262">
                  <c:v>24.4</c:v>
                </c:pt>
                <c:pt idx="20263">
                  <c:v>24.45</c:v>
                </c:pt>
                <c:pt idx="20264">
                  <c:v>24.45</c:v>
                </c:pt>
                <c:pt idx="20265">
                  <c:v>24.45</c:v>
                </c:pt>
                <c:pt idx="20266">
                  <c:v>24.5</c:v>
                </c:pt>
                <c:pt idx="20267">
                  <c:v>24.5</c:v>
                </c:pt>
                <c:pt idx="20268">
                  <c:v>24.5</c:v>
                </c:pt>
                <c:pt idx="20269">
                  <c:v>24.5</c:v>
                </c:pt>
                <c:pt idx="20270">
                  <c:v>24.5</c:v>
                </c:pt>
                <c:pt idx="20271">
                  <c:v>24.55</c:v>
                </c:pt>
                <c:pt idx="20272">
                  <c:v>24.55</c:v>
                </c:pt>
                <c:pt idx="20273">
                  <c:v>24.55</c:v>
                </c:pt>
                <c:pt idx="20274">
                  <c:v>24.55</c:v>
                </c:pt>
                <c:pt idx="20275">
                  <c:v>24.6</c:v>
                </c:pt>
                <c:pt idx="20276">
                  <c:v>24.6</c:v>
                </c:pt>
                <c:pt idx="20277">
                  <c:v>24.65</c:v>
                </c:pt>
                <c:pt idx="20278">
                  <c:v>24.65</c:v>
                </c:pt>
                <c:pt idx="20279">
                  <c:v>24.65</c:v>
                </c:pt>
                <c:pt idx="20280">
                  <c:v>24.7</c:v>
                </c:pt>
                <c:pt idx="20281">
                  <c:v>24.7</c:v>
                </c:pt>
                <c:pt idx="20282">
                  <c:v>24.7</c:v>
                </c:pt>
                <c:pt idx="20283">
                  <c:v>24.65</c:v>
                </c:pt>
                <c:pt idx="20284">
                  <c:v>24.65</c:v>
                </c:pt>
                <c:pt idx="20285">
                  <c:v>24.6</c:v>
                </c:pt>
                <c:pt idx="20286">
                  <c:v>24.55</c:v>
                </c:pt>
                <c:pt idx="20287">
                  <c:v>24.5</c:v>
                </c:pt>
                <c:pt idx="20288">
                  <c:v>24.5</c:v>
                </c:pt>
                <c:pt idx="20289">
                  <c:v>24.5</c:v>
                </c:pt>
                <c:pt idx="20290">
                  <c:v>24.45</c:v>
                </c:pt>
                <c:pt idx="20291">
                  <c:v>24.45</c:v>
                </c:pt>
                <c:pt idx="20292">
                  <c:v>24.45</c:v>
                </c:pt>
                <c:pt idx="20293">
                  <c:v>24.45</c:v>
                </c:pt>
                <c:pt idx="20294">
                  <c:v>24.45</c:v>
                </c:pt>
                <c:pt idx="20295">
                  <c:v>24.45</c:v>
                </c:pt>
                <c:pt idx="20296">
                  <c:v>24.45</c:v>
                </c:pt>
                <c:pt idx="20297">
                  <c:v>24.45</c:v>
                </c:pt>
                <c:pt idx="20298">
                  <c:v>24.5</c:v>
                </c:pt>
                <c:pt idx="20299">
                  <c:v>24.5</c:v>
                </c:pt>
                <c:pt idx="20300">
                  <c:v>24.5</c:v>
                </c:pt>
                <c:pt idx="20301">
                  <c:v>24.5</c:v>
                </c:pt>
                <c:pt idx="20302">
                  <c:v>24.55</c:v>
                </c:pt>
                <c:pt idx="20303">
                  <c:v>24.55</c:v>
                </c:pt>
                <c:pt idx="20304">
                  <c:v>24.55</c:v>
                </c:pt>
                <c:pt idx="20305">
                  <c:v>24.6</c:v>
                </c:pt>
                <c:pt idx="20306">
                  <c:v>24.6</c:v>
                </c:pt>
                <c:pt idx="20307">
                  <c:v>24.65</c:v>
                </c:pt>
                <c:pt idx="20308">
                  <c:v>24.65</c:v>
                </c:pt>
                <c:pt idx="20309">
                  <c:v>24.65</c:v>
                </c:pt>
                <c:pt idx="20310">
                  <c:v>24.7</c:v>
                </c:pt>
                <c:pt idx="20311">
                  <c:v>24.7</c:v>
                </c:pt>
                <c:pt idx="20312">
                  <c:v>24.7</c:v>
                </c:pt>
                <c:pt idx="20313">
                  <c:v>24.65</c:v>
                </c:pt>
                <c:pt idx="20314">
                  <c:v>24.65</c:v>
                </c:pt>
                <c:pt idx="20315">
                  <c:v>24.65</c:v>
                </c:pt>
                <c:pt idx="20316">
                  <c:v>24.55</c:v>
                </c:pt>
                <c:pt idx="20317">
                  <c:v>24.5</c:v>
                </c:pt>
                <c:pt idx="20318">
                  <c:v>24.45</c:v>
                </c:pt>
                <c:pt idx="20319">
                  <c:v>24.45</c:v>
                </c:pt>
                <c:pt idx="20320">
                  <c:v>24.4</c:v>
                </c:pt>
                <c:pt idx="20321">
                  <c:v>24.4</c:v>
                </c:pt>
                <c:pt idx="20322">
                  <c:v>24.4</c:v>
                </c:pt>
                <c:pt idx="20323">
                  <c:v>24.4</c:v>
                </c:pt>
                <c:pt idx="20324">
                  <c:v>24.4</c:v>
                </c:pt>
                <c:pt idx="20325">
                  <c:v>24.4</c:v>
                </c:pt>
                <c:pt idx="20326">
                  <c:v>24.45</c:v>
                </c:pt>
                <c:pt idx="20327">
                  <c:v>24.45</c:v>
                </c:pt>
                <c:pt idx="20328">
                  <c:v>24.45</c:v>
                </c:pt>
                <c:pt idx="20329">
                  <c:v>24.5</c:v>
                </c:pt>
                <c:pt idx="20330">
                  <c:v>24.5</c:v>
                </c:pt>
                <c:pt idx="20331">
                  <c:v>24.5</c:v>
                </c:pt>
                <c:pt idx="20332">
                  <c:v>24.55</c:v>
                </c:pt>
                <c:pt idx="20333">
                  <c:v>24.55</c:v>
                </c:pt>
                <c:pt idx="20334">
                  <c:v>24.6</c:v>
                </c:pt>
                <c:pt idx="20335">
                  <c:v>24.6</c:v>
                </c:pt>
                <c:pt idx="20336">
                  <c:v>24.65</c:v>
                </c:pt>
                <c:pt idx="20337">
                  <c:v>24.65</c:v>
                </c:pt>
                <c:pt idx="20338">
                  <c:v>24.7</c:v>
                </c:pt>
                <c:pt idx="20339">
                  <c:v>24.7</c:v>
                </c:pt>
                <c:pt idx="20340">
                  <c:v>24.7</c:v>
                </c:pt>
                <c:pt idx="20341">
                  <c:v>24.7</c:v>
                </c:pt>
                <c:pt idx="20342">
                  <c:v>24.7</c:v>
                </c:pt>
                <c:pt idx="20343">
                  <c:v>24.7</c:v>
                </c:pt>
                <c:pt idx="20344">
                  <c:v>24.65</c:v>
                </c:pt>
                <c:pt idx="20345">
                  <c:v>24.6</c:v>
                </c:pt>
                <c:pt idx="20346">
                  <c:v>24.55</c:v>
                </c:pt>
                <c:pt idx="20347">
                  <c:v>24.5</c:v>
                </c:pt>
                <c:pt idx="20348">
                  <c:v>24.45</c:v>
                </c:pt>
                <c:pt idx="20349">
                  <c:v>24.45</c:v>
                </c:pt>
                <c:pt idx="20350">
                  <c:v>24.45</c:v>
                </c:pt>
                <c:pt idx="20351">
                  <c:v>24.45</c:v>
                </c:pt>
                <c:pt idx="20352">
                  <c:v>24.4</c:v>
                </c:pt>
                <c:pt idx="20353">
                  <c:v>24.45</c:v>
                </c:pt>
                <c:pt idx="20354">
                  <c:v>24.45</c:v>
                </c:pt>
                <c:pt idx="20355">
                  <c:v>24.45</c:v>
                </c:pt>
                <c:pt idx="20356">
                  <c:v>24.45</c:v>
                </c:pt>
                <c:pt idx="20357">
                  <c:v>24.45</c:v>
                </c:pt>
                <c:pt idx="20358">
                  <c:v>24.5</c:v>
                </c:pt>
                <c:pt idx="20359">
                  <c:v>24.5</c:v>
                </c:pt>
                <c:pt idx="20360">
                  <c:v>24.5</c:v>
                </c:pt>
                <c:pt idx="20361">
                  <c:v>24.55</c:v>
                </c:pt>
                <c:pt idx="20362">
                  <c:v>24.55</c:v>
                </c:pt>
                <c:pt idx="20363">
                  <c:v>24.55</c:v>
                </c:pt>
                <c:pt idx="20364">
                  <c:v>24.6</c:v>
                </c:pt>
                <c:pt idx="20365">
                  <c:v>24.6</c:v>
                </c:pt>
                <c:pt idx="20366">
                  <c:v>24.6</c:v>
                </c:pt>
                <c:pt idx="20367">
                  <c:v>24.65</c:v>
                </c:pt>
                <c:pt idx="20368">
                  <c:v>24.65</c:v>
                </c:pt>
                <c:pt idx="20369">
                  <c:v>24.65</c:v>
                </c:pt>
                <c:pt idx="20370">
                  <c:v>24.65</c:v>
                </c:pt>
                <c:pt idx="20371">
                  <c:v>24.7</c:v>
                </c:pt>
                <c:pt idx="20372">
                  <c:v>24.7</c:v>
                </c:pt>
                <c:pt idx="20373">
                  <c:v>24.65</c:v>
                </c:pt>
                <c:pt idx="20374">
                  <c:v>24.6</c:v>
                </c:pt>
                <c:pt idx="20375">
                  <c:v>24.55</c:v>
                </c:pt>
                <c:pt idx="20376">
                  <c:v>24.5</c:v>
                </c:pt>
                <c:pt idx="20377">
                  <c:v>24.5</c:v>
                </c:pt>
                <c:pt idx="20378">
                  <c:v>24.45</c:v>
                </c:pt>
                <c:pt idx="20379">
                  <c:v>24.45</c:v>
                </c:pt>
                <c:pt idx="20380">
                  <c:v>24.4</c:v>
                </c:pt>
                <c:pt idx="20381">
                  <c:v>24.4</c:v>
                </c:pt>
                <c:pt idx="20382">
                  <c:v>24.45</c:v>
                </c:pt>
                <c:pt idx="20383">
                  <c:v>24.4</c:v>
                </c:pt>
                <c:pt idx="20384">
                  <c:v>24.45</c:v>
                </c:pt>
                <c:pt idx="20385">
                  <c:v>24.45</c:v>
                </c:pt>
                <c:pt idx="20386">
                  <c:v>24.45</c:v>
                </c:pt>
                <c:pt idx="20387">
                  <c:v>24.5</c:v>
                </c:pt>
                <c:pt idx="20388">
                  <c:v>24.5</c:v>
                </c:pt>
                <c:pt idx="20389">
                  <c:v>24.5</c:v>
                </c:pt>
                <c:pt idx="20390">
                  <c:v>24.5</c:v>
                </c:pt>
                <c:pt idx="20391">
                  <c:v>24.55</c:v>
                </c:pt>
                <c:pt idx="20392">
                  <c:v>24.55</c:v>
                </c:pt>
                <c:pt idx="20393">
                  <c:v>24.55</c:v>
                </c:pt>
                <c:pt idx="20394">
                  <c:v>24.6</c:v>
                </c:pt>
                <c:pt idx="20395">
                  <c:v>24.6</c:v>
                </c:pt>
                <c:pt idx="20396">
                  <c:v>24.6</c:v>
                </c:pt>
                <c:pt idx="20397">
                  <c:v>24.65</c:v>
                </c:pt>
                <c:pt idx="20398">
                  <c:v>24.65</c:v>
                </c:pt>
                <c:pt idx="20399">
                  <c:v>24.7</c:v>
                </c:pt>
                <c:pt idx="20400">
                  <c:v>24.7</c:v>
                </c:pt>
                <c:pt idx="20401">
                  <c:v>24.7</c:v>
                </c:pt>
                <c:pt idx="20402">
                  <c:v>24.7</c:v>
                </c:pt>
                <c:pt idx="20403">
                  <c:v>24.65</c:v>
                </c:pt>
                <c:pt idx="20404">
                  <c:v>24.6</c:v>
                </c:pt>
                <c:pt idx="20405">
                  <c:v>24.55</c:v>
                </c:pt>
                <c:pt idx="20406">
                  <c:v>24.5</c:v>
                </c:pt>
                <c:pt idx="20407">
                  <c:v>24.45</c:v>
                </c:pt>
                <c:pt idx="20408">
                  <c:v>24.45</c:v>
                </c:pt>
                <c:pt idx="20409">
                  <c:v>24.4</c:v>
                </c:pt>
                <c:pt idx="20410">
                  <c:v>24.4</c:v>
                </c:pt>
                <c:pt idx="20411">
                  <c:v>24.4</c:v>
                </c:pt>
                <c:pt idx="20412">
                  <c:v>24.4</c:v>
                </c:pt>
                <c:pt idx="20413">
                  <c:v>24.4</c:v>
                </c:pt>
                <c:pt idx="20414">
                  <c:v>24.4</c:v>
                </c:pt>
                <c:pt idx="20415">
                  <c:v>24.45</c:v>
                </c:pt>
                <c:pt idx="20416">
                  <c:v>24.45</c:v>
                </c:pt>
                <c:pt idx="20417">
                  <c:v>24.45</c:v>
                </c:pt>
                <c:pt idx="20418">
                  <c:v>24.45</c:v>
                </c:pt>
                <c:pt idx="20419">
                  <c:v>24.5</c:v>
                </c:pt>
                <c:pt idx="20420">
                  <c:v>24.5</c:v>
                </c:pt>
                <c:pt idx="20421">
                  <c:v>24.55</c:v>
                </c:pt>
                <c:pt idx="20422">
                  <c:v>24.55</c:v>
                </c:pt>
                <c:pt idx="20423">
                  <c:v>24.6</c:v>
                </c:pt>
                <c:pt idx="20424">
                  <c:v>24.6</c:v>
                </c:pt>
                <c:pt idx="20425">
                  <c:v>24.6</c:v>
                </c:pt>
                <c:pt idx="20426">
                  <c:v>24.65</c:v>
                </c:pt>
                <c:pt idx="20427">
                  <c:v>24.65</c:v>
                </c:pt>
                <c:pt idx="20428">
                  <c:v>24.7</c:v>
                </c:pt>
                <c:pt idx="20429">
                  <c:v>24.7</c:v>
                </c:pt>
                <c:pt idx="20430">
                  <c:v>24.7</c:v>
                </c:pt>
                <c:pt idx="20431">
                  <c:v>24.7</c:v>
                </c:pt>
                <c:pt idx="20432">
                  <c:v>24.7</c:v>
                </c:pt>
                <c:pt idx="20433">
                  <c:v>24.7</c:v>
                </c:pt>
                <c:pt idx="20434">
                  <c:v>24.65</c:v>
                </c:pt>
                <c:pt idx="20435">
                  <c:v>24.6</c:v>
                </c:pt>
                <c:pt idx="20436">
                  <c:v>24.55</c:v>
                </c:pt>
                <c:pt idx="20437">
                  <c:v>24.5</c:v>
                </c:pt>
                <c:pt idx="20438">
                  <c:v>24.45</c:v>
                </c:pt>
                <c:pt idx="20439">
                  <c:v>24.45</c:v>
                </c:pt>
                <c:pt idx="20440">
                  <c:v>24.45</c:v>
                </c:pt>
                <c:pt idx="20441">
                  <c:v>24.4</c:v>
                </c:pt>
                <c:pt idx="20442">
                  <c:v>24.4</c:v>
                </c:pt>
                <c:pt idx="20443">
                  <c:v>24.4</c:v>
                </c:pt>
                <c:pt idx="20444">
                  <c:v>24.4</c:v>
                </c:pt>
                <c:pt idx="20445">
                  <c:v>24.4</c:v>
                </c:pt>
                <c:pt idx="20446">
                  <c:v>24.4</c:v>
                </c:pt>
                <c:pt idx="20447">
                  <c:v>24.45</c:v>
                </c:pt>
                <c:pt idx="20448">
                  <c:v>24.45</c:v>
                </c:pt>
                <c:pt idx="20449">
                  <c:v>24.45</c:v>
                </c:pt>
                <c:pt idx="20450">
                  <c:v>24.5</c:v>
                </c:pt>
                <c:pt idx="20451">
                  <c:v>24.5</c:v>
                </c:pt>
                <c:pt idx="20452">
                  <c:v>24.55</c:v>
                </c:pt>
                <c:pt idx="20453">
                  <c:v>24.55</c:v>
                </c:pt>
                <c:pt idx="20454">
                  <c:v>24.6</c:v>
                </c:pt>
                <c:pt idx="20455">
                  <c:v>24.6</c:v>
                </c:pt>
                <c:pt idx="20456">
                  <c:v>24.6</c:v>
                </c:pt>
                <c:pt idx="20457">
                  <c:v>24.65</c:v>
                </c:pt>
                <c:pt idx="20458">
                  <c:v>24.65</c:v>
                </c:pt>
                <c:pt idx="20459">
                  <c:v>24.7</c:v>
                </c:pt>
                <c:pt idx="20460">
                  <c:v>24.75</c:v>
                </c:pt>
                <c:pt idx="20461">
                  <c:v>24.7</c:v>
                </c:pt>
                <c:pt idx="20462">
                  <c:v>24.7</c:v>
                </c:pt>
                <c:pt idx="20463">
                  <c:v>24.7</c:v>
                </c:pt>
                <c:pt idx="20464">
                  <c:v>24.65</c:v>
                </c:pt>
                <c:pt idx="20465">
                  <c:v>24.6</c:v>
                </c:pt>
                <c:pt idx="20466">
                  <c:v>24.55</c:v>
                </c:pt>
                <c:pt idx="20467">
                  <c:v>24.5</c:v>
                </c:pt>
                <c:pt idx="20468">
                  <c:v>24.45</c:v>
                </c:pt>
                <c:pt idx="20469">
                  <c:v>24.45</c:v>
                </c:pt>
                <c:pt idx="20470">
                  <c:v>24.4</c:v>
                </c:pt>
                <c:pt idx="20471">
                  <c:v>24.4</c:v>
                </c:pt>
                <c:pt idx="20472">
                  <c:v>24.4</c:v>
                </c:pt>
                <c:pt idx="20473">
                  <c:v>24.4</c:v>
                </c:pt>
                <c:pt idx="20474">
                  <c:v>24.4</c:v>
                </c:pt>
                <c:pt idx="20475">
                  <c:v>24.4</c:v>
                </c:pt>
                <c:pt idx="20476">
                  <c:v>24.4</c:v>
                </c:pt>
                <c:pt idx="20477">
                  <c:v>24.45</c:v>
                </c:pt>
                <c:pt idx="20478">
                  <c:v>24.45</c:v>
                </c:pt>
                <c:pt idx="20479">
                  <c:v>24.45</c:v>
                </c:pt>
                <c:pt idx="20480">
                  <c:v>24.5</c:v>
                </c:pt>
                <c:pt idx="20481">
                  <c:v>24.5</c:v>
                </c:pt>
                <c:pt idx="20482">
                  <c:v>24.5</c:v>
                </c:pt>
                <c:pt idx="20483">
                  <c:v>24.55</c:v>
                </c:pt>
                <c:pt idx="20484">
                  <c:v>24.55</c:v>
                </c:pt>
                <c:pt idx="20485">
                  <c:v>24.6</c:v>
                </c:pt>
                <c:pt idx="20486">
                  <c:v>24.6</c:v>
                </c:pt>
                <c:pt idx="20487">
                  <c:v>24.65</c:v>
                </c:pt>
                <c:pt idx="20488">
                  <c:v>24.65</c:v>
                </c:pt>
                <c:pt idx="20489">
                  <c:v>24.7</c:v>
                </c:pt>
                <c:pt idx="20490">
                  <c:v>24.7</c:v>
                </c:pt>
                <c:pt idx="20491">
                  <c:v>24.7</c:v>
                </c:pt>
                <c:pt idx="20492">
                  <c:v>24.7</c:v>
                </c:pt>
                <c:pt idx="20493">
                  <c:v>24.65</c:v>
                </c:pt>
                <c:pt idx="20494">
                  <c:v>24.6</c:v>
                </c:pt>
                <c:pt idx="20495">
                  <c:v>24.55</c:v>
                </c:pt>
                <c:pt idx="20496">
                  <c:v>24.5</c:v>
                </c:pt>
                <c:pt idx="20497">
                  <c:v>24.5</c:v>
                </c:pt>
                <c:pt idx="20498">
                  <c:v>24.45</c:v>
                </c:pt>
                <c:pt idx="20499">
                  <c:v>24.45</c:v>
                </c:pt>
                <c:pt idx="20500">
                  <c:v>24.45</c:v>
                </c:pt>
                <c:pt idx="20501">
                  <c:v>24.45</c:v>
                </c:pt>
                <c:pt idx="20502">
                  <c:v>24.4</c:v>
                </c:pt>
                <c:pt idx="20503">
                  <c:v>24.4</c:v>
                </c:pt>
                <c:pt idx="20504">
                  <c:v>24.4</c:v>
                </c:pt>
                <c:pt idx="20505">
                  <c:v>24.4</c:v>
                </c:pt>
                <c:pt idx="20506">
                  <c:v>24.4</c:v>
                </c:pt>
                <c:pt idx="20507">
                  <c:v>24.45</c:v>
                </c:pt>
                <c:pt idx="20508">
                  <c:v>24.45</c:v>
                </c:pt>
                <c:pt idx="20509">
                  <c:v>24.45</c:v>
                </c:pt>
                <c:pt idx="20510">
                  <c:v>24.5</c:v>
                </c:pt>
                <c:pt idx="20511">
                  <c:v>24.5</c:v>
                </c:pt>
                <c:pt idx="20512">
                  <c:v>24.55</c:v>
                </c:pt>
                <c:pt idx="20513">
                  <c:v>24.55</c:v>
                </c:pt>
                <c:pt idx="20514">
                  <c:v>24.55</c:v>
                </c:pt>
                <c:pt idx="20515">
                  <c:v>24.6</c:v>
                </c:pt>
                <c:pt idx="20516">
                  <c:v>24.6</c:v>
                </c:pt>
                <c:pt idx="20517">
                  <c:v>24.6</c:v>
                </c:pt>
                <c:pt idx="20518">
                  <c:v>24.65</c:v>
                </c:pt>
                <c:pt idx="20519">
                  <c:v>24.65</c:v>
                </c:pt>
                <c:pt idx="20520">
                  <c:v>24.7</c:v>
                </c:pt>
                <c:pt idx="20521">
                  <c:v>24.7</c:v>
                </c:pt>
                <c:pt idx="20522">
                  <c:v>24.65</c:v>
                </c:pt>
                <c:pt idx="20523">
                  <c:v>24.65</c:v>
                </c:pt>
                <c:pt idx="20524">
                  <c:v>24.65</c:v>
                </c:pt>
                <c:pt idx="20525">
                  <c:v>24.55</c:v>
                </c:pt>
                <c:pt idx="20526">
                  <c:v>24.5</c:v>
                </c:pt>
                <c:pt idx="20527">
                  <c:v>24.45</c:v>
                </c:pt>
                <c:pt idx="20528">
                  <c:v>24.45</c:v>
                </c:pt>
                <c:pt idx="20529">
                  <c:v>24.45</c:v>
                </c:pt>
                <c:pt idx="20530">
                  <c:v>24.4</c:v>
                </c:pt>
                <c:pt idx="20531">
                  <c:v>24.4</c:v>
                </c:pt>
                <c:pt idx="20532">
                  <c:v>24.4</c:v>
                </c:pt>
                <c:pt idx="20533">
                  <c:v>24.4</c:v>
                </c:pt>
                <c:pt idx="20534">
                  <c:v>24.4</c:v>
                </c:pt>
                <c:pt idx="20535">
                  <c:v>24.4</c:v>
                </c:pt>
                <c:pt idx="20536">
                  <c:v>24.4</c:v>
                </c:pt>
                <c:pt idx="20537">
                  <c:v>24.4</c:v>
                </c:pt>
                <c:pt idx="20538">
                  <c:v>24.45</c:v>
                </c:pt>
                <c:pt idx="20539">
                  <c:v>24.45</c:v>
                </c:pt>
                <c:pt idx="20540">
                  <c:v>24.5</c:v>
                </c:pt>
                <c:pt idx="20541">
                  <c:v>24.5</c:v>
                </c:pt>
                <c:pt idx="20542">
                  <c:v>24.55</c:v>
                </c:pt>
                <c:pt idx="20543">
                  <c:v>24.55</c:v>
                </c:pt>
                <c:pt idx="20544">
                  <c:v>24.55</c:v>
                </c:pt>
                <c:pt idx="20545">
                  <c:v>24.6</c:v>
                </c:pt>
                <c:pt idx="20546">
                  <c:v>24.6</c:v>
                </c:pt>
                <c:pt idx="20547">
                  <c:v>24.65</c:v>
                </c:pt>
                <c:pt idx="20548">
                  <c:v>24.65</c:v>
                </c:pt>
                <c:pt idx="20549">
                  <c:v>24.65</c:v>
                </c:pt>
                <c:pt idx="20550">
                  <c:v>24.7</c:v>
                </c:pt>
                <c:pt idx="20551">
                  <c:v>24.7</c:v>
                </c:pt>
                <c:pt idx="20552">
                  <c:v>24.7</c:v>
                </c:pt>
                <c:pt idx="20553">
                  <c:v>24.65</c:v>
                </c:pt>
                <c:pt idx="20554">
                  <c:v>24.6</c:v>
                </c:pt>
                <c:pt idx="20555">
                  <c:v>24.6</c:v>
                </c:pt>
                <c:pt idx="20556">
                  <c:v>24.5</c:v>
                </c:pt>
                <c:pt idx="20557">
                  <c:v>24.5</c:v>
                </c:pt>
                <c:pt idx="20558">
                  <c:v>24.45</c:v>
                </c:pt>
                <c:pt idx="20559">
                  <c:v>24.45</c:v>
                </c:pt>
                <c:pt idx="20560">
                  <c:v>24.45</c:v>
                </c:pt>
                <c:pt idx="20561">
                  <c:v>24.45</c:v>
                </c:pt>
                <c:pt idx="20562">
                  <c:v>24.4</c:v>
                </c:pt>
                <c:pt idx="20563">
                  <c:v>24.45</c:v>
                </c:pt>
                <c:pt idx="20564">
                  <c:v>24.45</c:v>
                </c:pt>
                <c:pt idx="20565">
                  <c:v>24.45</c:v>
                </c:pt>
                <c:pt idx="20566">
                  <c:v>24.45</c:v>
                </c:pt>
                <c:pt idx="20567">
                  <c:v>24.5</c:v>
                </c:pt>
                <c:pt idx="20568">
                  <c:v>24.5</c:v>
                </c:pt>
                <c:pt idx="20569">
                  <c:v>24.5</c:v>
                </c:pt>
                <c:pt idx="20570">
                  <c:v>24.55</c:v>
                </c:pt>
                <c:pt idx="20571">
                  <c:v>24.55</c:v>
                </c:pt>
                <c:pt idx="20572">
                  <c:v>24.55</c:v>
                </c:pt>
                <c:pt idx="20573">
                  <c:v>24.55</c:v>
                </c:pt>
                <c:pt idx="20574">
                  <c:v>24.6</c:v>
                </c:pt>
                <c:pt idx="20575">
                  <c:v>24.6</c:v>
                </c:pt>
                <c:pt idx="20576">
                  <c:v>24.65</c:v>
                </c:pt>
                <c:pt idx="20577">
                  <c:v>24.65</c:v>
                </c:pt>
                <c:pt idx="20578">
                  <c:v>24.65</c:v>
                </c:pt>
                <c:pt idx="20579">
                  <c:v>24.65</c:v>
                </c:pt>
                <c:pt idx="20580">
                  <c:v>24.7</c:v>
                </c:pt>
                <c:pt idx="20581">
                  <c:v>24.7</c:v>
                </c:pt>
                <c:pt idx="20582">
                  <c:v>24.65</c:v>
                </c:pt>
                <c:pt idx="20583">
                  <c:v>24.65</c:v>
                </c:pt>
                <c:pt idx="20584">
                  <c:v>24.6</c:v>
                </c:pt>
                <c:pt idx="20585">
                  <c:v>24.55</c:v>
                </c:pt>
                <c:pt idx="20586">
                  <c:v>24.5</c:v>
                </c:pt>
                <c:pt idx="20587">
                  <c:v>24.5</c:v>
                </c:pt>
                <c:pt idx="20588">
                  <c:v>24.45</c:v>
                </c:pt>
                <c:pt idx="20589">
                  <c:v>24.45</c:v>
                </c:pt>
                <c:pt idx="20590">
                  <c:v>24.45</c:v>
                </c:pt>
                <c:pt idx="20591">
                  <c:v>24.45</c:v>
                </c:pt>
                <c:pt idx="20592">
                  <c:v>24.45</c:v>
                </c:pt>
                <c:pt idx="20593">
                  <c:v>24.45</c:v>
                </c:pt>
                <c:pt idx="20594">
                  <c:v>24.45</c:v>
                </c:pt>
                <c:pt idx="20595">
                  <c:v>24.45</c:v>
                </c:pt>
                <c:pt idx="20596">
                  <c:v>24.45</c:v>
                </c:pt>
                <c:pt idx="20597">
                  <c:v>24.45</c:v>
                </c:pt>
                <c:pt idx="20598">
                  <c:v>24.5</c:v>
                </c:pt>
                <c:pt idx="20599">
                  <c:v>24.5</c:v>
                </c:pt>
                <c:pt idx="20600">
                  <c:v>24.5</c:v>
                </c:pt>
                <c:pt idx="20601">
                  <c:v>24.55</c:v>
                </c:pt>
                <c:pt idx="20602">
                  <c:v>24.55</c:v>
                </c:pt>
                <c:pt idx="20603">
                  <c:v>24.55</c:v>
                </c:pt>
                <c:pt idx="20604">
                  <c:v>24.6</c:v>
                </c:pt>
                <c:pt idx="20605">
                  <c:v>24.6</c:v>
                </c:pt>
                <c:pt idx="20606">
                  <c:v>24.65</c:v>
                </c:pt>
                <c:pt idx="20607">
                  <c:v>24.65</c:v>
                </c:pt>
                <c:pt idx="20608">
                  <c:v>24.7</c:v>
                </c:pt>
                <c:pt idx="20609">
                  <c:v>24.7</c:v>
                </c:pt>
                <c:pt idx="20610">
                  <c:v>24.7</c:v>
                </c:pt>
                <c:pt idx="20611">
                  <c:v>24.7</c:v>
                </c:pt>
                <c:pt idx="20612">
                  <c:v>24.65</c:v>
                </c:pt>
                <c:pt idx="20613">
                  <c:v>24.65</c:v>
                </c:pt>
                <c:pt idx="20614">
                  <c:v>24.6</c:v>
                </c:pt>
                <c:pt idx="20615">
                  <c:v>24.55</c:v>
                </c:pt>
                <c:pt idx="20616">
                  <c:v>24.5</c:v>
                </c:pt>
                <c:pt idx="20617">
                  <c:v>24.5</c:v>
                </c:pt>
                <c:pt idx="20618">
                  <c:v>24.45</c:v>
                </c:pt>
                <c:pt idx="20619">
                  <c:v>24.45</c:v>
                </c:pt>
                <c:pt idx="20620">
                  <c:v>24.4</c:v>
                </c:pt>
                <c:pt idx="20621">
                  <c:v>24.4</c:v>
                </c:pt>
                <c:pt idx="20622">
                  <c:v>24.4</c:v>
                </c:pt>
                <c:pt idx="20623">
                  <c:v>24.4</c:v>
                </c:pt>
                <c:pt idx="20624">
                  <c:v>24.4</c:v>
                </c:pt>
                <c:pt idx="20625">
                  <c:v>24.45</c:v>
                </c:pt>
                <c:pt idx="20626">
                  <c:v>24.45</c:v>
                </c:pt>
                <c:pt idx="20627">
                  <c:v>24.45</c:v>
                </c:pt>
                <c:pt idx="20628">
                  <c:v>24.5</c:v>
                </c:pt>
                <c:pt idx="20629">
                  <c:v>24.5</c:v>
                </c:pt>
                <c:pt idx="20630">
                  <c:v>24.5</c:v>
                </c:pt>
                <c:pt idx="20631">
                  <c:v>24.55</c:v>
                </c:pt>
                <c:pt idx="20632">
                  <c:v>24.55</c:v>
                </c:pt>
                <c:pt idx="20633">
                  <c:v>24.6</c:v>
                </c:pt>
                <c:pt idx="20634">
                  <c:v>24.6</c:v>
                </c:pt>
                <c:pt idx="20635">
                  <c:v>24.6</c:v>
                </c:pt>
                <c:pt idx="20636">
                  <c:v>24.65</c:v>
                </c:pt>
                <c:pt idx="20637">
                  <c:v>24.65</c:v>
                </c:pt>
                <c:pt idx="20638">
                  <c:v>24.7</c:v>
                </c:pt>
                <c:pt idx="20639">
                  <c:v>24.7</c:v>
                </c:pt>
                <c:pt idx="20640">
                  <c:v>24.7</c:v>
                </c:pt>
                <c:pt idx="20641">
                  <c:v>24.7</c:v>
                </c:pt>
                <c:pt idx="20642">
                  <c:v>24.7</c:v>
                </c:pt>
                <c:pt idx="20643">
                  <c:v>24.7</c:v>
                </c:pt>
                <c:pt idx="20644">
                  <c:v>24.65</c:v>
                </c:pt>
                <c:pt idx="20645">
                  <c:v>24.6</c:v>
                </c:pt>
                <c:pt idx="20646">
                  <c:v>24.55</c:v>
                </c:pt>
                <c:pt idx="20647">
                  <c:v>24.5</c:v>
                </c:pt>
                <c:pt idx="20648">
                  <c:v>24.45</c:v>
                </c:pt>
                <c:pt idx="20649">
                  <c:v>24.45</c:v>
                </c:pt>
                <c:pt idx="20650">
                  <c:v>24.45</c:v>
                </c:pt>
                <c:pt idx="20651">
                  <c:v>24.45</c:v>
                </c:pt>
                <c:pt idx="20652">
                  <c:v>24.45</c:v>
                </c:pt>
                <c:pt idx="20653">
                  <c:v>24.45</c:v>
                </c:pt>
                <c:pt idx="20654">
                  <c:v>24.45</c:v>
                </c:pt>
                <c:pt idx="20655">
                  <c:v>24.45</c:v>
                </c:pt>
                <c:pt idx="20656">
                  <c:v>24.45</c:v>
                </c:pt>
                <c:pt idx="20657">
                  <c:v>24.5</c:v>
                </c:pt>
                <c:pt idx="20658">
                  <c:v>24.5</c:v>
                </c:pt>
                <c:pt idx="20659">
                  <c:v>24.5</c:v>
                </c:pt>
                <c:pt idx="20660">
                  <c:v>24.5</c:v>
                </c:pt>
                <c:pt idx="20661">
                  <c:v>24.55</c:v>
                </c:pt>
                <c:pt idx="20662">
                  <c:v>24.55</c:v>
                </c:pt>
                <c:pt idx="20663">
                  <c:v>24.55</c:v>
                </c:pt>
                <c:pt idx="20664">
                  <c:v>24.6</c:v>
                </c:pt>
                <c:pt idx="20665">
                  <c:v>24.6</c:v>
                </c:pt>
                <c:pt idx="20666">
                  <c:v>24.65</c:v>
                </c:pt>
                <c:pt idx="20667">
                  <c:v>24.65</c:v>
                </c:pt>
                <c:pt idx="20668">
                  <c:v>24.65</c:v>
                </c:pt>
                <c:pt idx="20669">
                  <c:v>24.7</c:v>
                </c:pt>
                <c:pt idx="20670">
                  <c:v>24.7</c:v>
                </c:pt>
                <c:pt idx="20671">
                  <c:v>24.7</c:v>
                </c:pt>
                <c:pt idx="20672">
                  <c:v>24.7</c:v>
                </c:pt>
                <c:pt idx="20673">
                  <c:v>24.65</c:v>
                </c:pt>
                <c:pt idx="20674">
                  <c:v>24.6</c:v>
                </c:pt>
                <c:pt idx="20675">
                  <c:v>24.6</c:v>
                </c:pt>
                <c:pt idx="20676">
                  <c:v>24.55</c:v>
                </c:pt>
                <c:pt idx="20677">
                  <c:v>24.5</c:v>
                </c:pt>
                <c:pt idx="20678">
                  <c:v>24.45</c:v>
                </c:pt>
                <c:pt idx="20679">
                  <c:v>24.45</c:v>
                </c:pt>
                <c:pt idx="20680">
                  <c:v>24.45</c:v>
                </c:pt>
                <c:pt idx="20681">
                  <c:v>24.45</c:v>
                </c:pt>
                <c:pt idx="20682">
                  <c:v>24.4</c:v>
                </c:pt>
                <c:pt idx="20683">
                  <c:v>24.4</c:v>
                </c:pt>
                <c:pt idx="20684">
                  <c:v>24.45</c:v>
                </c:pt>
                <c:pt idx="20685">
                  <c:v>24.45</c:v>
                </c:pt>
                <c:pt idx="20686">
                  <c:v>24.45</c:v>
                </c:pt>
                <c:pt idx="20687">
                  <c:v>24.45</c:v>
                </c:pt>
                <c:pt idx="20688">
                  <c:v>24.5</c:v>
                </c:pt>
                <c:pt idx="20689">
                  <c:v>24.5</c:v>
                </c:pt>
                <c:pt idx="20690">
                  <c:v>24.5</c:v>
                </c:pt>
                <c:pt idx="20691">
                  <c:v>24.55</c:v>
                </c:pt>
                <c:pt idx="20692">
                  <c:v>24.55</c:v>
                </c:pt>
                <c:pt idx="20693">
                  <c:v>24.55</c:v>
                </c:pt>
                <c:pt idx="20694">
                  <c:v>24.6</c:v>
                </c:pt>
                <c:pt idx="20695">
                  <c:v>24.6</c:v>
                </c:pt>
                <c:pt idx="20696">
                  <c:v>24.65</c:v>
                </c:pt>
                <c:pt idx="20697">
                  <c:v>24.65</c:v>
                </c:pt>
                <c:pt idx="20698">
                  <c:v>24.7</c:v>
                </c:pt>
                <c:pt idx="20699">
                  <c:v>24.7</c:v>
                </c:pt>
                <c:pt idx="20700">
                  <c:v>24.7</c:v>
                </c:pt>
                <c:pt idx="20701">
                  <c:v>24.7</c:v>
                </c:pt>
                <c:pt idx="20702">
                  <c:v>24.7</c:v>
                </c:pt>
                <c:pt idx="20703">
                  <c:v>24.65</c:v>
                </c:pt>
                <c:pt idx="20704">
                  <c:v>24.6</c:v>
                </c:pt>
                <c:pt idx="20705">
                  <c:v>24.6</c:v>
                </c:pt>
                <c:pt idx="20706">
                  <c:v>24.55</c:v>
                </c:pt>
                <c:pt idx="20707">
                  <c:v>24.45</c:v>
                </c:pt>
                <c:pt idx="20708">
                  <c:v>24.45</c:v>
                </c:pt>
                <c:pt idx="20709">
                  <c:v>24.4</c:v>
                </c:pt>
                <c:pt idx="20710">
                  <c:v>24.4</c:v>
                </c:pt>
                <c:pt idx="20711">
                  <c:v>24.4</c:v>
                </c:pt>
                <c:pt idx="20712">
                  <c:v>24.4</c:v>
                </c:pt>
                <c:pt idx="20713">
                  <c:v>24.4</c:v>
                </c:pt>
                <c:pt idx="20714">
                  <c:v>24.45</c:v>
                </c:pt>
                <c:pt idx="20715">
                  <c:v>24.45</c:v>
                </c:pt>
                <c:pt idx="20716">
                  <c:v>24.45</c:v>
                </c:pt>
                <c:pt idx="20717">
                  <c:v>24.45</c:v>
                </c:pt>
                <c:pt idx="20718">
                  <c:v>24.5</c:v>
                </c:pt>
                <c:pt idx="20719">
                  <c:v>24.5</c:v>
                </c:pt>
                <c:pt idx="20720">
                  <c:v>24.5</c:v>
                </c:pt>
                <c:pt idx="20721">
                  <c:v>24.55</c:v>
                </c:pt>
                <c:pt idx="20722">
                  <c:v>24.55</c:v>
                </c:pt>
                <c:pt idx="20723">
                  <c:v>24.55</c:v>
                </c:pt>
                <c:pt idx="20724">
                  <c:v>24.6</c:v>
                </c:pt>
                <c:pt idx="20725">
                  <c:v>24.6</c:v>
                </c:pt>
                <c:pt idx="20726">
                  <c:v>24.65</c:v>
                </c:pt>
                <c:pt idx="20727">
                  <c:v>24.65</c:v>
                </c:pt>
                <c:pt idx="20728">
                  <c:v>24.65</c:v>
                </c:pt>
                <c:pt idx="20729">
                  <c:v>24.7</c:v>
                </c:pt>
                <c:pt idx="20730">
                  <c:v>24.7</c:v>
                </c:pt>
                <c:pt idx="20731">
                  <c:v>24.7</c:v>
                </c:pt>
                <c:pt idx="20732">
                  <c:v>24.7</c:v>
                </c:pt>
                <c:pt idx="20733">
                  <c:v>24.65</c:v>
                </c:pt>
                <c:pt idx="20734">
                  <c:v>24.6</c:v>
                </c:pt>
                <c:pt idx="20735">
                  <c:v>24.6</c:v>
                </c:pt>
                <c:pt idx="20736">
                  <c:v>24.55</c:v>
                </c:pt>
                <c:pt idx="20737">
                  <c:v>24.5</c:v>
                </c:pt>
                <c:pt idx="20738">
                  <c:v>24.5</c:v>
                </c:pt>
                <c:pt idx="20739">
                  <c:v>24.45</c:v>
                </c:pt>
                <c:pt idx="20740">
                  <c:v>24.45</c:v>
                </c:pt>
                <c:pt idx="20741">
                  <c:v>24.45</c:v>
                </c:pt>
                <c:pt idx="20742">
                  <c:v>24.45</c:v>
                </c:pt>
                <c:pt idx="20743">
                  <c:v>24.45</c:v>
                </c:pt>
                <c:pt idx="20744">
                  <c:v>24.45</c:v>
                </c:pt>
                <c:pt idx="20745">
                  <c:v>24.45</c:v>
                </c:pt>
                <c:pt idx="20746">
                  <c:v>24.45</c:v>
                </c:pt>
                <c:pt idx="20747">
                  <c:v>24.5</c:v>
                </c:pt>
                <c:pt idx="20748">
                  <c:v>24.5</c:v>
                </c:pt>
                <c:pt idx="20749">
                  <c:v>24.5</c:v>
                </c:pt>
                <c:pt idx="20750">
                  <c:v>24.55</c:v>
                </c:pt>
                <c:pt idx="20751">
                  <c:v>24.55</c:v>
                </c:pt>
                <c:pt idx="20752">
                  <c:v>24.6</c:v>
                </c:pt>
                <c:pt idx="20753">
                  <c:v>24.6</c:v>
                </c:pt>
                <c:pt idx="20754">
                  <c:v>24.6</c:v>
                </c:pt>
                <c:pt idx="20755">
                  <c:v>24.65</c:v>
                </c:pt>
                <c:pt idx="20756">
                  <c:v>24.65</c:v>
                </c:pt>
                <c:pt idx="20757">
                  <c:v>24.7</c:v>
                </c:pt>
                <c:pt idx="20758">
                  <c:v>24.7</c:v>
                </c:pt>
                <c:pt idx="20759">
                  <c:v>24.7</c:v>
                </c:pt>
                <c:pt idx="20760">
                  <c:v>24.7</c:v>
                </c:pt>
                <c:pt idx="20761">
                  <c:v>24.7</c:v>
                </c:pt>
                <c:pt idx="20762">
                  <c:v>24.7</c:v>
                </c:pt>
                <c:pt idx="20763">
                  <c:v>24.7</c:v>
                </c:pt>
                <c:pt idx="20764">
                  <c:v>24.65</c:v>
                </c:pt>
                <c:pt idx="20765">
                  <c:v>24.6</c:v>
                </c:pt>
                <c:pt idx="20766">
                  <c:v>24.55</c:v>
                </c:pt>
                <c:pt idx="20767">
                  <c:v>24.5</c:v>
                </c:pt>
                <c:pt idx="20768">
                  <c:v>24.5</c:v>
                </c:pt>
                <c:pt idx="20769">
                  <c:v>24.45</c:v>
                </c:pt>
                <c:pt idx="20770">
                  <c:v>24.45</c:v>
                </c:pt>
                <c:pt idx="20771">
                  <c:v>24.45</c:v>
                </c:pt>
                <c:pt idx="20772">
                  <c:v>24.45</c:v>
                </c:pt>
                <c:pt idx="20773">
                  <c:v>24.45</c:v>
                </c:pt>
                <c:pt idx="20774">
                  <c:v>24.45</c:v>
                </c:pt>
                <c:pt idx="20775">
                  <c:v>24.45</c:v>
                </c:pt>
                <c:pt idx="20776">
                  <c:v>24.45</c:v>
                </c:pt>
                <c:pt idx="20777">
                  <c:v>24.5</c:v>
                </c:pt>
                <c:pt idx="20778">
                  <c:v>24.5</c:v>
                </c:pt>
                <c:pt idx="20779">
                  <c:v>24.5</c:v>
                </c:pt>
                <c:pt idx="20780">
                  <c:v>24.55</c:v>
                </c:pt>
                <c:pt idx="20781">
                  <c:v>24.55</c:v>
                </c:pt>
                <c:pt idx="20782">
                  <c:v>24.6</c:v>
                </c:pt>
                <c:pt idx="20783">
                  <c:v>24.6</c:v>
                </c:pt>
                <c:pt idx="20784">
                  <c:v>24.6</c:v>
                </c:pt>
                <c:pt idx="20785">
                  <c:v>24.65</c:v>
                </c:pt>
                <c:pt idx="20786">
                  <c:v>24.65</c:v>
                </c:pt>
                <c:pt idx="20787">
                  <c:v>24.7</c:v>
                </c:pt>
                <c:pt idx="20788">
                  <c:v>24.7</c:v>
                </c:pt>
                <c:pt idx="20789">
                  <c:v>24.7</c:v>
                </c:pt>
                <c:pt idx="20790">
                  <c:v>24.75</c:v>
                </c:pt>
                <c:pt idx="20791">
                  <c:v>24.75</c:v>
                </c:pt>
                <c:pt idx="20792">
                  <c:v>24.7</c:v>
                </c:pt>
                <c:pt idx="20793">
                  <c:v>24.7</c:v>
                </c:pt>
                <c:pt idx="20794">
                  <c:v>24.65</c:v>
                </c:pt>
                <c:pt idx="20795">
                  <c:v>24.6</c:v>
                </c:pt>
                <c:pt idx="20796">
                  <c:v>24.55</c:v>
                </c:pt>
                <c:pt idx="20797">
                  <c:v>24.5</c:v>
                </c:pt>
                <c:pt idx="20798">
                  <c:v>24.5</c:v>
                </c:pt>
                <c:pt idx="20799">
                  <c:v>24.45</c:v>
                </c:pt>
                <c:pt idx="20800">
                  <c:v>24.45</c:v>
                </c:pt>
                <c:pt idx="20801">
                  <c:v>24.4</c:v>
                </c:pt>
                <c:pt idx="20802">
                  <c:v>24.4</c:v>
                </c:pt>
                <c:pt idx="20803">
                  <c:v>24.4</c:v>
                </c:pt>
                <c:pt idx="20804">
                  <c:v>24.4</c:v>
                </c:pt>
                <c:pt idx="20805">
                  <c:v>24.45</c:v>
                </c:pt>
                <c:pt idx="20806">
                  <c:v>24.45</c:v>
                </c:pt>
                <c:pt idx="20807">
                  <c:v>24.45</c:v>
                </c:pt>
                <c:pt idx="20808">
                  <c:v>24.5</c:v>
                </c:pt>
                <c:pt idx="20809">
                  <c:v>24.5</c:v>
                </c:pt>
                <c:pt idx="20810">
                  <c:v>24.5</c:v>
                </c:pt>
                <c:pt idx="20811">
                  <c:v>24.55</c:v>
                </c:pt>
                <c:pt idx="20812">
                  <c:v>24.55</c:v>
                </c:pt>
                <c:pt idx="20813">
                  <c:v>24.6</c:v>
                </c:pt>
                <c:pt idx="20814">
                  <c:v>24.6</c:v>
                </c:pt>
                <c:pt idx="20815">
                  <c:v>24.6</c:v>
                </c:pt>
                <c:pt idx="20816">
                  <c:v>24.65</c:v>
                </c:pt>
                <c:pt idx="20817">
                  <c:v>24.65</c:v>
                </c:pt>
                <c:pt idx="20818">
                  <c:v>24.7</c:v>
                </c:pt>
                <c:pt idx="20819">
                  <c:v>24.7</c:v>
                </c:pt>
                <c:pt idx="20820">
                  <c:v>24.75</c:v>
                </c:pt>
                <c:pt idx="20821">
                  <c:v>24.75</c:v>
                </c:pt>
                <c:pt idx="20822">
                  <c:v>24.7</c:v>
                </c:pt>
                <c:pt idx="20823">
                  <c:v>24.7</c:v>
                </c:pt>
                <c:pt idx="20824">
                  <c:v>24.65</c:v>
                </c:pt>
                <c:pt idx="20825">
                  <c:v>24.6</c:v>
                </c:pt>
                <c:pt idx="20826">
                  <c:v>24.55</c:v>
                </c:pt>
                <c:pt idx="20827">
                  <c:v>24.5</c:v>
                </c:pt>
                <c:pt idx="20828">
                  <c:v>24.5</c:v>
                </c:pt>
                <c:pt idx="20829">
                  <c:v>24.45</c:v>
                </c:pt>
                <c:pt idx="20830">
                  <c:v>24.45</c:v>
                </c:pt>
                <c:pt idx="20831">
                  <c:v>24.45</c:v>
                </c:pt>
                <c:pt idx="20832">
                  <c:v>24.4</c:v>
                </c:pt>
                <c:pt idx="20833">
                  <c:v>24.45</c:v>
                </c:pt>
                <c:pt idx="20834">
                  <c:v>24.4</c:v>
                </c:pt>
                <c:pt idx="20835">
                  <c:v>24.45</c:v>
                </c:pt>
                <c:pt idx="20836">
                  <c:v>24.45</c:v>
                </c:pt>
                <c:pt idx="20837">
                  <c:v>24.45</c:v>
                </c:pt>
                <c:pt idx="20838">
                  <c:v>24.5</c:v>
                </c:pt>
                <c:pt idx="20839">
                  <c:v>24.5</c:v>
                </c:pt>
                <c:pt idx="20840">
                  <c:v>24.5</c:v>
                </c:pt>
                <c:pt idx="20841">
                  <c:v>24.55</c:v>
                </c:pt>
                <c:pt idx="20842">
                  <c:v>24.55</c:v>
                </c:pt>
                <c:pt idx="20843">
                  <c:v>24.55</c:v>
                </c:pt>
                <c:pt idx="20844">
                  <c:v>24.6</c:v>
                </c:pt>
                <c:pt idx="20845">
                  <c:v>24.65</c:v>
                </c:pt>
                <c:pt idx="20846">
                  <c:v>24.65</c:v>
                </c:pt>
                <c:pt idx="20847">
                  <c:v>24.65</c:v>
                </c:pt>
                <c:pt idx="20848">
                  <c:v>24.7</c:v>
                </c:pt>
                <c:pt idx="20849">
                  <c:v>24.7</c:v>
                </c:pt>
                <c:pt idx="20850">
                  <c:v>24.7</c:v>
                </c:pt>
                <c:pt idx="20851">
                  <c:v>24.7</c:v>
                </c:pt>
                <c:pt idx="20852">
                  <c:v>24.7</c:v>
                </c:pt>
                <c:pt idx="20853">
                  <c:v>24.65</c:v>
                </c:pt>
                <c:pt idx="20854">
                  <c:v>24.65</c:v>
                </c:pt>
                <c:pt idx="20855">
                  <c:v>24.55</c:v>
                </c:pt>
                <c:pt idx="20856">
                  <c:v>24.55</c:v>
                </c:pt>
                <c:pt idx="20857">
                  <c:v>24.5</c:v>
                </c:pt>
                <c:pt idx="20858">
                  <c:v>24.45</c:v>
                </c:pt>
                <c:pt idx="20859">
                  <c:v>24.45</c:v>
                </c:pt>
                <c:pt idx="20860">
                  <c:v>24.4</c:v>
                </c:pt>
                <c:pt idx="20861">
                  <c:v>24.4</c:v>
                </c:pt>
                <c:pt idx="20862">
                  <c:v>24.4</c:v>
                </c:pt>
                <c:pt idx="20863">
                  <c:v>24.4</c:v>
                </c:pt>
                <c:pt idx="20864">
                  <c:v>24.4</c:v>
                </c:pt>
                <c:pt idx="20865">
                  <c:v>24.4</c:v>
                </c:pt>
                <c:pt idx="20866">
                  <c:v>24.4</c:v>
                </c:pt>
                <c:pt idx="20867">
                  <c:v>24.45</c:v>
                </c:pt>
                <c:pt idx="20868">
                  <c:v>24.45</c:v>
                </c:pt>
                <c:pt idx="20869">
                  <c:v>24.45</c:v>
                </c:pt>
                <c:pt idx="20870">
                  <c:v>24.45</c:v>
                </c:pt>
                <c:pt idx="20871">
                  <c:v>24.5</c:v>
                </c:pt>
                <c:pt idx="20872">
                  <c:v>24.5</c:v>
                </c:pt>
                <c:pt idx="20873">
                  <c:v>24.55</c:v>
                </c:pt>
                <c:pt idx="20874">
                  <c:v>24.55</c:v>
                </c:pt>
                <c:pt idx="20875">
                  <c:v>24.55</c:v>
                </c:pt>
                <c:pt idx="20876">
                  <c:v>24.6</c:v>
                </c:pt>
                <c:pt idx="20877">
                  <c:v>24.6</c:v>
                </c:pt>
                <c:pt idx="20878">
                  <c:v>24.6</c:v>
                </c:pt>
                <c:pt idx="20879">
                  <c:v>24.65</c:v>
                </c:pt>
                <c:pt idx="20880">
                  <c:v>24.7</c:v>
                </c:pt>
                <c:pt idx="20881">
                  <c:v>24.65</c:v>
                </c:pt>
                <c:pt idx="20882">
                  <c:v>24.65</c:v>
                </c:pt>
                <c:pt idx="20883">
                  <c:v>24.65</c:v>
                </c:pt>
                <c:pt idx="20884">
                  <c:v>24.6</c:v>
                </c:pt>
                <c:pt idx="20885">
                  <c:v>24.6</c:v>
                </c:pt>
                <c:pt idx="20886">
                  <c:v>24.55</c:v>
                </c:pt>
                <c:pt idx="20887">
                  <c:v>24.55</c:v>
                </c:pt>
                <c:pt idx="20888">
                  <c:v>24.5</c:v>
                </c:pt>
                <c:pt idx="20889">
                  <c:v>24.45</c:v>
                </c:pt>
                <c:pt idx="20890">
                  <c:v>24.45</c:v>
                </c:pt>
                <c:pt idx="20891">
                  <c:v>24.45</c:v>
                </c:pt>
                <c:pt idx="20892">
                  <c:v>24.45</c:v>
                </c:pt>
                <c:pt idx="20893">
                  <c:v>24.45</c:v>
                </c:pt>
                <c:pt idx="20894">
                  <c:v>24.45</c:v>
                </c:pt>
                <c:pt idx="20895">
                  <c:v>24.45</c:v>
                </c:pt>
                <c:pt idx="20896">
                  <c:v>24.45</c:v>
                </c:pt>
                <c:pt idx="20897">
                  <c:v>24.5</c:v>
                </c:pt>
                <c:pt idx="20898">
                  <c:v>24.5</c:v>
                </c:pt>
                <c:pt idx="20899">
                  <c:v>24.5</c:v>
                </c:pt>
                <c:pt idx="20900">
                  <c:v>24.5</c:v>
                </c:pt>
                <c:pt idx="20901">
                  <c:v>24.5</c:v>
                </c:pt>
                <c:pt idx="20902">
                  <c:v>24.55</c:v>
                </c:pt>
                <c:pt idx="20903">
                  <c:v>24.55</c:v>
                </c:pt>
                <c:pt idx="20904">
                  <c:v>24.55</c:v>
                </c:pt>
                <c:pt idx="20905">
                  <c:v>24.55</c:v>
                </c:pt>
                <c:pt idx="20906">
                  <c:v>24.6</c:v>
                </c:pt>
                <c:pt idx="20907">
                  <c:v>24.6</c:v>
                </c:pt>
                <c:pt idx="20908">
                  <c:v>24.65</c:v>
                </c:pt>
                <c:pt idx="20909">
                  <c:v>24.65</c:v>
                </c:pt>
                <c:pt idx="20910">
                  <c:v>24.65</c:v>
                </c:pt>
                <c:pt idx="20911">
                  <c:v>24.7</c:v>
                </c:pt>
                <c:pt idx="20912">
                  <c:v>24.65</c:v>
                </c:pt>
                <c:pt idx="20913">
                  <c:v>24.65</c:v>
                </c:pt>
                <c:pt idx="20914">
                  <c:v>24.65</c:v>
                </c:pt>
                <c:pt idx="20915">
                  <c:v>24.6</c:v>
                </c:pt>
                <c:pt idx="20916">
                  <c:v>24.55</c:v>
                </c:pt>
                <c:pt idx="20917">
                  <c:v>24.55</c:v>
                </c:pt>
                <c:pt idx="20918">
                  <c:v>24.5</c:v>
                </c:pt>
                <c:pt idx="20919">
                  <c:v>24.45</c:v>
                </c:pt>
                <c:pt idx="20920">
                  <c:v>24.45</c:v>
                </c:pt>
                <c:pt idx="20921">
                  <c:v>24.45</c:v>
                </c:pt>
                <c:pt idx="20922">
                  <c:v>24.45</c:v>
                </c:pt>
                <c:pt idx="20923">
                  <c:v>24.45</c:v>
                </c:pt>
                <c:pt idx="20924">
                  <c:v>24.45</c:v>
                </c:pt>
                <c:pt idx="20925">
                  <c:v>24.45</c:v>
                </c:pt>
                <c:pt idx="20926">
                  <c:v>24.45</c:v>
                </c:pt>
                <c:pt idx="20927">
                  <c:v>24.45</c:v>
                </c:pt>
                <c:pt idx="20928">
                  <c:v>24.5</c:v>
                </c:pt>
                <c:pt idx="20929">
                  <c:v>24.5</c:v>
                </c:pt>
                <c:pt idx="20930">
                  <c:v>24.5</c:v>
                </c:pt>
                <c:pt idx="20931">
                  <c:v>24.55</c:v>
                </c:pt>
                <c:pt idx="20932">
                  <c:v>24.55</c:v>
                </c:pt>
                <c:pt idx="20933">
                  <c:v>24.55</c:v>
                </c:pt>
                <c:pt idx="20934">
                  <c:v>24.6</c:v>
                </c:pt>
                <c:pt idx="20935">
                  <c:v>24.6</c:v>
                </c:pt>
                <c:pt idx="20936">
                  <c:v>24.6</c:v>
                </c:pt>
                <c:pt idx="20937">
                  <c:v>24.6</c:v>
                </c:pt>
                <c:pt idx="20938">
                  <c:v>24.65</c:v>
                </c:pt>
                <c:pt idx="20939">
                  <c:v>24.65</c:v>
                </c:pt>
                <c:pt idx="20940">
                  <c:v>24.7</c:v>
                </c:pt>
                <c:pt idx="20941">
                  <c:v>24.7</c:v>
                </c:pt>
                <c:pt idx="20942">
                  <c:v>24.7</c:v>
                </c:pt>
                <c:pt idx="20943">
                  <c:v>24.65</c:v>
                </c:pt>
                <c:pt idx="20944">
                  <c:v>24.6</c:v>
                </c:pt>
                <c:pt idx="20945">
                  <c:v>24.55</c:v>
                </c:pt>
                <c:pt idx="20946">
                  <c:v>24.5</c:v>
                </c:pt>
                <c:pt idx="20947">
                  <c:v>24.5</c:v>
                </c:pt>
                <c:pt idx="20948">
                  <c:v>24.45</c:v>
                </c:pt>
                <c:pt idx="20949">
                  <c:v>24.45</c:v>
                </c:pt>
                <c:pt idx="20950">
                  <c:v>24.4</c:v>
                </c:pt>
                <c:pt idx="20951">
                  <c:v>24.4</c:v>
                </c:pt>
                <c:pt idx="20952">
                  <c:v>24.4</c:v>
                </c:pt>
                <c:pt idx="20953">
                  <c:v>24.4</c:v>
                </c:pt>
                <c:pt idx="20954">
                  <c:v>24.4</c:v>
                </c:pt>
                <c:pt idx="20955">
                  <c:v>24.4</c:v>
                </c:pt>
                <c:pt idx="20956">
                  <c:v>24.45</c:v>
                </c:pt>
                <c:pt idx="20957">
                  <c:v>24.45</c:v>
                </c:pt>
                <c:pt idx="20958">
                  <c:v>24.45</c:v>
                </c:pt>
                <c:pt idx="20959">
                  <c:v>24.45</c:v>
                </c:pt>
                <c:pt idx="20960">
                  <c:v>24.45</c:v>
                </c:pt>
                <c:pt idx="20961">
                  <c:v>24.5</c:v>
                </c:pt>
                <c:pt idx="20962">
                  <c:v>24.5</c:v>
                </c:pt>
                <c:pt idx="20963">
                  <c:v>24.55</c:v>
                </c:pt>
                <c:pt idx="20964">
                  <c:v>24.55</c:v>
                </c:pt>
                <c:pt idx="20965">
                  <c:v>24.55</c:v>
                </c:pt>
                <c:pt idx="20966">
                  <c:v>24.6</c:v>
                </c:pt>
                <c:pt idx="20967">
                  <c:v>24.6</c:v>
                </c:pt>
                <c:pt idx="20968">
                  <c:v>24.65</c:v>
                </c:pt>
                <c:pt idx="20969">
                  <c:v>24.65</c:v>
                </c:pt>
                <c:pt idx="20970">
                  <c:v>24.7</c:v>
                </c:pt>
                <c:pt idx="20971">
                  <c:v>24.7</c:v>
                </c:pt>
                <c:pt idx="20972">
                  <c:v>24.7</c:v>
                </c:pt>
                <c:pt idx="20973">
                  <c:v>24.7</c:v>
                </c:pt>
                <c:pt idx="20974">
                  <c:v>24.65</c:v>
                </c:pt>
                <c:pt idx="20975">
                  <c:v>24.6</c:v>
                </c:pt>
                <c:pt idx="20976">
                  <c:v>24.55</c:v>
                </c:pt>
                <c:pt idx="20977">
                  <c:v>24.5</c:v>
                </c:pt>
                <c:pt idx="20978">
                  <c:v>24.5</c:v>
                </c:pt>
                <c:pt idx="20979">
                  <c:v>24.45</c:v>
                </c:pt>
                <c:pt idx="20980">
                  <c:v>24.45</c:v>
                </c:pt>
                <c:pt idx="20981">
                  <c:v>24.4</c:v>
                </c:pt>
                <c:pt idx="20982">
                  <c:v>24.4</c:v>
                </c:pt>
                <c:pt idx="20983">
                  <c:v>24.4</c:v>
                </c:pt>
                <c:pt idx="20984">
                  <c:v>24.4</c:v>
                </c:pt>
                <c:pt idx="20985">
                  <c:v>24.4</c:v>
                </c:pt>
                <c:pt idx="20986">
                  <c:v>24.4</c:v>
                </c:pt>
                <c:pt idx="20987">
                  <c:v>24.4</c:v>
                </c:pt>
                <c:pt idx="20988">
                  <c:v>24.4</c:v>
                </c:pt>
                <c:pt idx="20989">
                  <c:v>24.45</c:v>
                </c:pt>
                <c:pt idx="20990">
                  <c:v>24.45</c:v>
                </c:pt>
                <c:pt idx="20991">
                  <c:v>24.45</c:v>
                </c:pt>
                <c:pt idx="20992">
                  <c:v>24.5</c:v>
                </c:pt>
                <c:pt idx="20993">
                  <c:v>24.55</c:v>
                </c:pt>
                <c:pt idx="20994">
                  <c:v>24.55</c:v>
                </c:pt>
                <c:pt idx="20995">
                  <c:v>24.55</c:v>
                </c:pt>
                <c:pt idx="20996">
                  <c:v>24.6</c:v>
                </c:pt>
                <c:pt idx="20997">
                  <c:v>24.6</c:v>
                </c:pt>
                <c:pt idx="20998">
                  <c:v>24.65</c:v>
                </c:pt>
                <c:pt idx="20999">
                  <c:v>24.7</c:v>
                </c:pt>
                <c:pt idx="21000">
                  <c:v>24.7</c:v>
                </c:pt>
                <c:pt idx="21001">
                  <c:v>24.7</c:v>
                </c:pt>
                <c:pt idx="21002">
                  <c:v>24.7</c:v>
                </c:pt>
                <c:pt idx="21003">
                  <c:v>24.65</c:v>
                </c:pt>
                <c:pt idx="21004">
                  <c:v>24.65</c:v>
                </c:pt>
                <c:pt idx="21005">
                  <c:v>24.55</c:v>
                </c:pt>
                <c:pt idx="21006">
                  <c:v>24.55</c:v>
                </c:pt>
                <c:pt idx="21007">
                  <c:v>24.5</c:v>
                </c:pt>
                <c:pt idx="21008">
                  <c:v>24.5</c:v>
                </c:pt>
                <c:pt idx="21009">
                  <c:v>24.45</c:v>
                </c:pt>
                <c:pt idx="21010">
                  <c:v>24.45</c:v>
                </c:pt>
                <c:pt idx="21011">
                  <c:v>24.4</c:v>
                </c:pt>
                <c:pt idx="21012">
                  <c:v>24.4</c:v>
                </c:pt>
                <c:pt idx="21013">
                  <c:v>24.4</c:v>
                </c:pt>
                <c:pt idx="21014">
                  <c:v>24.4</c:v>
                </c:pt>
                <c:pt idx="21015">
                  <c:v>24.45</c:v>
                </c:pt>
                <c:pt idx="21016">
                  <c:v>24.45</c:v>
                </c:pt>
                <c:pt idx="21017">
                  <c:v>24.45</c:v>
                </c:pt>
                <c:pt idx="21018">
                  <c:v>24.45</c:v>
                </c:pt>
                <c:pt idx="21019">
                  <c:v>24.45</c:v>
                </c:pt>
                <c:pt idx="21020">
                  <c:v>24.45</c:v>
                </c:pt>
                <c:pt idx="21021">
                  <c:v>24.5</c:v>
                </c:pt>
                <c:pt idx="21022">
                  <c:v>24.5</c:v>
                </c:pt>
                <c:pt idx="21023">
                  <c:v>24.55</c:v>
                </c:pt>
                <c:pt idx="21024">
                  <c:v>24.55</c:v>
                </c:pt>
                <c:pt idx="21025">
                  <c:v>24.6</c:v>
                </c:pt>
                <c:pt idx="21026">
                  <c:v>24.6</c:v>
                </c:pt>
                <c:pt idx="21027">
                  <c:v>24.65</c:v>
                </c:pt>
                <c:pt idx="21028">
                  <c:v>24.65</c:v>
                </c:pt>
                <c:pt idx="21029">
                  <c:v>24.7</c:v>
                </c:pt>
                <c:pt idx="21030">
                  <c:v>24.7</c:v>
                </c:pt>
                <c:pt idx="21031">
                  <c:v>24.7</c:v>
                </c:pt>
                <c:pt idx="21032">
                  <c:v>24.7</c:v>
                </c:pt>
                <c:pt idx="21033">
                  <c:v>24.7</c:v>
                </c:pt>
                <c:pt idx="21034">
                  <c:v>24.65</c:v>
                </c:pt>
                <c:pt idx="21035">
                  <c:v>24.6</c:v>
                </c:pt>
                <c:pt idx="21036">
                  <c:v>24.55</c:v>
                </c:pt>
                <c:pt idx="21037">
                  <c:v>24.5</c:v>
                </c:pt>
                <c:pt idx="21038">
                  <c:v>24.5</c:v>
                </c:pt>
                <c:pt idx="21039">
                  <c:v>24.45</c:v>
                </c:pt>
                <c:pt idx="21040">
                  <c:v>24.45</c:v>
                </c:pt>
                <c:pt idx="21041">
                  <c:v>24.4</c:v>
                </c:pt>
                <c:pt idx="21042">
                  <c:v>24.4</c:v>
                </c:pt>
                <c:pt idx="21043">
                  <c:v>24.4</c:v>
                </c:pt>
                <c:pt idx="21044">
                  <c:v>24.45</c:v>
                </c:pt>
                <c:pt idx="21045">
                  <c:v>24.45</c:v>
                </c:pt>
                <c:pt idx="21046">
                  <c:v>24.45</c:v>
                </c:pt>
                <c:pt idx="21047">
                  <c:v>24.45</c:v>
                </c:pt>
                <c:pt idx="21048">
                  <c:v>24.5</c:v>
                </c:pt>
                <c:pt idx="21049">
                  <c:v>24.5</c:v>
                </c:pt>
                <c:pt idx="21050">
                  <c:v>24.5</c:v>
                </c:pt>
                <c:pt idx="21051">
                  <c:v>24.5</c:v>
                </c:pt>
                <c:pt idx="21052">
                  <c:v>24.55</c:v>
                </c:pt>
                <c:pt idx="21053">
                  <c:v>24.55</c:v>
                </c:pt>
                <c:pt idx="21054">
                  <c:v>24.6</c:v>
                </c:pt>
                <c:pt idx="21055">
                  <c:v>24.6</c:v>
                </c:pt>
                <c:pt idx="21056">
                  <c:v>24.65</c:v>
                </c:pt>
                <c:pt idx="21057">
                  <c:v>24.65</c:v>
                </c:pt>
                <c:pt idx="21058">
                  <c:v>24.65</c:v>
                </c:pt>
                <c:pt idx="21059">
                  <c:v>24.7</c:v>
                </c:pt>
                <c:pt idx="21060">
                  <c:v>24.7</c:v>
                </c:pt>
                <c:pt idx="21061">
                  <c:v>24.75</c:v>
                </c:pt>
                <c:pt idx="21062">
                  <c:v>24.7</c:v>
                </c:pt>
                <c:pt idx="21063">
                  <c:v>24.65</c:v>
                </c:pt>
                <c:pt idx="21064">
                  <c:v>24.65</c:v>
                </c:pt>
                <c:pt idx="21065">
                  <c:v>24.6</c:v>
                </c:pt>
                <c:pt idx="21066">
                  <c:v>24.55</c:v>
                </c:pt>
                <c:pt idx="21067">
                  <c:v>24.55</c:v>
                </c:pt>
                <c:pt idx="21068">
                  <c:v>24.5</c:v>
                </c:pt>
                <c:pt idx="21069">
                  <c:v>24.45</c:v>
                </c:pt>
                <c:pt idx="21070">
                  <c:v>24.45</c:v>
                </c:pt>
                <c:pt idx="21071">
                  <c:v>24.45</c:v>
                </c:pt>
                <c:pt idx="21072">
                  <c:v>24.45</c:v>
                </c:pt>
                <c:pt idx="21073">
                  <c:v>24.45</c:v>
                </c:pt>
                <c:pt idx="21074">
                  <c:v>24.45</c:v>
                </c:pt>
                <c:pt idx="21075">
                  <c:v>24.45</c:v>
                </c:pt>
                <c:pt idx="21076">
                  <c:v>24.45</c:v>
                </c:pt>
                <c:pt idx="21077">
                  <c:v>24.45</c:v>
                </c:pt>
                <c:pt idx="21078">
                  <c:v>24.45</c:v>
                </c:pt>
                <c:pt idx="21079">
                  <c:v>24.45</c:v>
                </c:pt>
                <c:pt idx="21080">
                  <c:v>24.5</c:v>
                </c:pt>
                <c:pt idx="21081">
                  <c:v>24.5</c:v>
                </c:pt>
                <c:pt idx="21082">
                  <c:v>24.55</c:v>
                </c:pt>
                <c:pt idx="21083">
                  <c:v>24.55</c:v>
                </c:pt>
                <c:pt idx="21084">
                  <c:v>24.55</c:v>
                </c:pt>
                <c:pt idx="21085">
                  <c:v>24.6</c:v>
                </c:pt>
                <c:pt idx="21086">
                  <c:v>24.6</c:v>
                </c:pt>
                <c:pt idx="21087">
                  <c:v>24.65</c:v>
                </c:pt>
                <c:pt idx="21088">
                  <c:v>24.65</c:v>
                </c:pt>
                <c:pt idx="21089">
                  <c:v>24.7</c:v>
                </c:pt>
                <c:pt idx="21090">
                  <c:v>24.7</c:v>
                </c:pt>
                <c:pt idx="21091">
                  <c:v>24.7</c:v>
                </c:pt>
                <c:pt idx="21092">
                  <c:v>24.7</c:v>
                </c:pt>
                <c:pt idx="21093">
                  <c:v>24.7</c:v>
                </c:pt>
                <c:pt idx="21094">
                  <c:v>24.65</c:v>
                </c:pt>
                <c:pt idx="21095">
                  <c:v>24.6</c:v>
                </c:pt>
                <c:pt idx="21096">
                  <c:v>24.6</c:v>
                </c:pt>
                <c:pt idx="21097">
                  <c:v>24.5</c:v>
                </c:pt>
                <c:pt idx="21098">
                  <c:v>24.5</c:v>
                </c:pt>
                <c:pt idx="21099">
                  <c:v>24.5</c:v>
                </c:pt>
                <c:pt idx="21100">
                  <c:v>24.45</c:v>
                </c:pt>
                <c:pt idx="21101">
                  <c:v>24.45</c:v>
                </c:pt>
                <c:pt idx="21102">
                  <c:v>24.45</c:v>
                </c:pt>
                <c:pt idx="21103">
                  <c:v>24.45</c:v>
                </c:pt>
                <c:pt idx="21104">
                  <c:v>24.45</c:v>
                </c:pt>
                <c:pt idx="21105">
                  <c:v>24.45</c:v>
                </c:pt>
                <c:pt idx="21106">
                  <c:v>24.45</c:v>
                </c:pt>
                <c:pt idx="21107">
                  <c:v>24.45</c:v>
                </c:pt>
                <c:pt idx="21108">
                  <c:v>24.5</c:v>
                </c:pt>
                <c:pt idx="21109">
                  <c:v>24.5</c:v>
                </c:pt>
                <c:pt idx="21110">
                  <c:v>24.5</c:v>
                </c:pt>
                <c:pt idx="21111">
                  <c:v>24.5</c:v>
                </c:pt>
                <c:pt idx="21112">
                  <c:v>24.55</c:v>
                </c:pt>
                <c:pt idx="21113">
                  <c:v>24.55</c:v>
                </c:pt>
                <c:pt idx="21114">
                  <c:v>24.55</c:v>
                </c:pt>
                <c:pt idx="21115">
                  <c:v>24.6</c:v>
                </c:pt>
                <c:pt idx="21116">
                  <c:v>24.6</c:v>
                </c:pt>
                <c:pt idx="21117">
                  <c:v>24.65</c:v>
                </c:pt>
                <c:pt idx="21118">
                  <c:v>24.65</c:v>
                </c:pt>
                <c:pt idx="21119">
                  <c:v>24.7</c:v>
                </c:pt>
                <c:pt idx="21120">
                  <c:v>24.7</c:v>
                </c:pt>
                <c:pt idx="21121">
                  <c:v>24.75</c:v>
                </c:pt>
                <c:pt idx="21122">
                  <c:v>24.7</c:v>
                </c:pt>
                <c:pt idx="21123">
                  <c:v>24.7</c:v>
                </c:pt>
                <c:pt idx="21124">
                  <c:v>24.65</c:v>
                </c:pt>
                <c:pt idx="21125">
                  <c:v>24.6</c:v>
                </c:pt>
                <c:pt idx="21126">
                  <c:v>24.55</c:v>
                </c:pt>
                <c:pt idx="21127">
                  <c:v>24.55</c:v>
                </c:pt>
                <c:pt idx="21128">
                  <c:v>24.5</c:v>
                </c:pt>
                <c:pt idx="21129">
                  <c:v>24.5</c:v>
                </c:pt>
                <c:pt idx="21130">
                  <c:v>24.45</c:v>
                </c:pt>
                <c:pt idx="21131">
                  <c:v>24.45</c:v>
                </c:pt>
                <c:pt idx="21132">
                  <c:v>24.45</c:v>
                </c:pt>
                <c:pt idx="21133">
                  <c:v>24.45</c:v>
                </c:pt>
                <c:pt idx="21134">
                  <c:v>24.45</c:v>
                </c:pt>
                <c:pt idx="21135">
                  <c:v>24.45</c:v>
                </c:pt>
                <c:pt idx="21136">
                  <c:v>24.45</c:v>
                </c:pt>
                <c:pt idx="21137">
                  <c:v>24.45</c:v>
                </c:pt>
                <c:pt idx="21138">
                  <c:v>24.5</c:v>
                </c:pt>
                <c:pt idx="21139">
                  <c:v>24.5</c:v>
                </c:pt>
                <c:pt idx="21140">
                  <c:v>24.5</c:v>
                </c:pt>
                <c:pt idx="21141">
                  <c:v>24.5</c:v>
                </c:pt>
                <c:pt idx="21142">
                  <c:v>24.55</c:v>
                </c:pt>
                <c:pt idx="21143">
                  <c:v>24.55</c:v>
                </c:pt>
                <c:pt idx="21144">
                  <c:v>24.6</c:v>
                </c:pt>
                <c:pt idx="21145">
                  <c:v>24.6</c:v>
                </c:pt>
                <c:pt idx="21146">
                  <c:v>24.6</c:v>
                </c:pt>
                <c:pt idx="21147">
                  <c:v>24.65</c:v>
                </c:pt>
                <c:pt idx="21148">
                  <c:v>24.65</c:v>
                </c:pt>
                <c:pt idx="21149">
                  <c:v>24.7</c:v>
                </c:pt>
                <c:pt idx="21150">
                  <c:v>24.7</c:v>
                </c:pt>
                <c:pt idx="21151">
                  <c:v>24.7</c:v>
                </c:pt>
                <c:pt idx="21152">
                  <c:v>24.75</c:v>
                </c:pt>
                <c:pt idx="21153">
                  <c:v>24.7</c:v>
                </c:pt>
                <c:pt idx="21154">
                  <c:v>24.65</c:v>
                </c:pt>
                <c:pt idx="21155">
                  <c:v>24.6</c:v>
                </c:pt>
                <c:pt idx="21156">
                  <c:v>24.55</c:v>
                </c:pt>
                <c:pt idx="21157">
                  <c:v>24.55</c:v>
                </c:pt>
                <c:pt idx="21158">
                  <c:v>24.5</c:v>
                </c:pt>
                <c:pt idx="21159">
                  <c:v>24.5</c:v>
                </c:pt>
                <c:pt idx="21160">
                  <c:v>24.45</c:v>
                </c:pt>
                <c:pt idx="21161">
                  <c:v>24.45</c:v>
                </c:pt>
                <c:pt idx="21162">
                  <c:v>24.45</c:v>
                </c:pt>
                <c:pt idx="21163">
                  <c:v>24.45</c:v>
                </c:pt>
                <c:pt idx="21164">
                  <c:v>24.45</c:v>
                </c:pt>
                <c:pt idx="21165">
                  <c:v>24.45</c:v>
                </c:pt>
                <c:pt idx="21166">
                  <c:v>24.45</c:v>
                </c:pt>
                <c:pt idx="21167">
                  <c:v>24.45</c:v>
                </c:pt>
                <c:pt idx="21168">
                  <c:v>24.5</c:v>
                </c:pt>
                <c:pt idx="21169">
                  <c:v>24.5</c:v>
                </c:pt>
                <c:pt idx="21170">
                  <c:v>24.5</c:v>
                </c:pt>
                <c:pt idx="21171">
                  <c:v>24.55</c:v>
                </c:pt>
                <c:pt idx="21172">
                  <c:v>24.55</c:v>
                </c:pt>
                <c:pt idx="21173">
                  <c:v>24.55</c:v>
                </c:pt>
                <c:pt idx="21174">
                  <c:v>24.6</c:v>
                </c:pt>
                <c:pt idx="21175">
                  <c:v>24.6</c:v>
                </c:pt>
                <c:pt idx="21176">
                  <c:v>24.65</c:v>
                </c:pt>
                <c:pt idx="21177">
                  <c:v>24.65</c:v>
                </c:pt>
                <c:pt idx="21178">
                  <c:v>24.65</c:v>
                </c:pt>
                <c:pt idx="21179">
                  <c:v>24.7</c:v>
                </c:pt>
                <c:pt idx="21180">
                  <c:v>24.7</c:v>
                </c:pt>
                <c:pt idx="21181">
                  <c:v>24.7</c:v>
                </c:pt>
                <c:pt idx="21182">
                  <c:v>24.7</c:v>
                </c:pt>
                <c:pt idx="21183">
                  <c:v>24.7</c:v>
                </c:pt>
                <c:pt idx="21184">
                  <c:v>24.65</c:v>
                </c:pt>
                <c:pt idx="21185">
                  <c:v>24.6</c:v>
                </c:pt>
                <c:pt idx="21186">
                  <c:v>24.55</c:v>
                </c:pt>
                <c:pt idx="21187">
                  <c:v>24.5</c:v>
                </c:pt>
                <c:pt idx="21188">
                  <c:v>24.5</c:v>
                </c:pt>
                <c:pt idx="21189">
                  <c:v>24.45</c:v>
                </c:pt>
                <c:pt idx="21190">
                  <c:v>24.45</c:v>
                </c:pt>
                <c:pt idx="21191">
                  <c:v>24.45</c:v>
                </c:pt>
                <c:pt idx="21192">
                  <c:v>24.45</c:v>
                </c:pt>
                <c:pt idx="21193">
                  <c:v>24.45</c:v>
                </c:pt>
                <c:pt idx="21194">
                  <c:v>24.45</c:v>
                </c:pt>
                <c:pt idx="21195">
                  <c:v>24.4</c:v>
                </c:pt>
                <c:pt idx="21196">
                  <c:v>24.45</c:v>
                </c:pt>
                <c:pt idx="21197">
                  <c:v>24.45</c:v>
                </c:pt>
                <c:pt idx="21198">
                  <c:v>24.45</c:v>
                </c:pt>
                <c:pt idx="21199">
                  <c:v>24.5</c:v>
                </c:pt>
                <c:pt idx="21200">
                  <c:v>24.5</c:v>
                </c:pt>
                <c:pt idx="21201">
                  <c:v>24.5</c:v>
                </c:pt>
                <c:pt idx="21202">
                  <c:v>24.5</c:v>
                </c:pt>
                <c:pt idx="21203">
                  <c:v>24.55</c:v>
                </c:pt>
                <c:pt idx="21204">
                  <c:v>24.55</c:v>
                </c:pt>
                <c:pt idx="21205">
                  <c:v>24.6</c:v>
                </c:pt>
                <c:pt idx="21206">
                  <c:v>24.6</c:v>
                </c:pt>
                <c:pt idx="21207">
                  <c:v>24.65</c:v>
                </c:pt>
                <c:pt idx="21208">
                  <c:v>24.65</c:v>
                </c:pt>
                <c:pt idx="21209">
                  <c:v>24.7</c:v>
                </c:pt>
                <c:pt idx="21210">
                  <c:v>24.7</c:v>
                </c:pt>
                <c:pt idx="21211">
                  <c:v>24.7</c:v>
                </c:pt>
                <c:pt idx="21212">
                  <c:v>24.7</c:v>
                </c:pt>
                <c:pt idx="21213">
                  <c:v>24.7</c:v>
                </c:pt>
                <c:pt idx="21214">
                  <c:v>24.65</c:v>
                </c:pt>
                <c:pt idx="21215">
                  <c:v>24.6</c:v>
                </c:pt>
                <c:pt idx="21216">
                  <c:v>24.55</c:v>
                </c:pt>
                <c:pt idx="21217">
                  <c:v>24.5</c:v>
                </c:pt>
                <c:pt idx="21218">
                  <c:v>24.5</c:v>
                </c:pt>
                <c:pt idx="21219">
                  <c:v>24.45</c:v>
                </c:pt>
                <c:pt idx="21220">
                  <c:v>24.45</c:v>
                </c:pt>
                <c:pt idx="21221">
                  <c:v>24.45</c:v>
                </c:pt>
                <c:pt idx="21222">
                  <c:v>24.45</c:v>
                </c:pt>
                <c:pt idx="21223">
                  <c:v>24.45</c:v>
                </c:pt>
                <c:pt idx="21224">
                  <c:v>24.45</c:v>
                </c:pt>
                <c:pt idx="21225">
                  <c:v>24.45</c:v>
                </c:pt>
                <c:pt idx="21226">
                  <c:v>24.45</c:v>
                </c:pt>
                <c:pt idx="21227">
                  <c:v>24.45</c:v>
                </c:pt>
                <c:pt idx="21228">
                  <c:v>24.5</c:v>
                </c:pt>
                <c:pt idx="21229">
                  <c:v>24.5</c:v>
                </c:pt>
                <c:pt idx="21230">
                  <c:v>24.5</c:v>
                </c:pt>
                <c:pt idx="21231">
                  <c:v>24.5</c:v>
                </c:pt>
                <c:pt idx="21232">
                  <c:v>24.55</c:v>
                </c:pt>
                <c:pt idx="21233">
                  <c:v>24.55</c:v>
                </c:pt>
                <c:pt idx="21234">
                  <c:v>24.6</c:v>
                </c:pt>
                <c:pt idx="21235">
                  <c:v>24.6</c:v>
                </c:pt>
                <c:pt idx="21236">
                  <c:v>24.6</c:v>
                </c:pt>
                <c:pt idx="21237">
                  <c:v>24.65</c:v>
                </c:pt>
                <c:pt idx="21238">
                  <c:v>24.65</c:v>
                </c:pt>
                <c:pt idx="21239">
                  <c:v>24.7</c:v>
                </c:pt>
                <c:pt idx="21240">
                  <c:v>24.7</c:v>
                </c:pt>
                <c:pt idx="21241">
                  <c:v>24.7</c:v>
                </c:pt>
                <c:pt idx="21242">
                  <c:v>24.7</c:v>
                </c:pt>
                <c:pt idx="21243">
                  <c:v>24.7</c:v>
                </c:pt>
                <c:pt idx="21244">
                  <c:v>24.65</c:v>
                </c:pt>
                <c:pt idx="21245">
                  <c:v>24.6</c:v>
                </c:pt>
                <c:pt idx="21246">
                  <c:v>24.5</c:v>
                </c:pt>
                <c:pt idx="21247">
                  <c:v>24.5</c:v>
                </c:pt>
                <c:pt idx="21248">
                  <c:v>24.45</c:v>
                </c:pt>
                <c:pt idx="21249">
                  <c:v>24.45</c:v>
                </c:pt>
                <c:pt idx="21250">
                  <c:v>24.4</c:v>
                </c:pt>
                <c:pt idx="21251">
                  <c:v>24.4</c:v>
                </c:pt>
                <c:pt idx="21252">
                  <c:v>24.4</c:v>
                </c:pt>
                <c:pt idx="21253">
                  <c:v>24.4</c:v>
                </c:pt>
                <c:pt idx="21254">
                  <c:v>24.4</c:v>
                </c:pt>
                <c:pt idx="21255">
                  <c:v>24.4</c:v>
                </c:pt>
                <c:pt idx="21256">
                  <c:v>24.4</c:v>
                </c:pt>
                <c:pt idx="21257">
                  <c:v>24.4</c:v>
                </c:pt>
                <c:pt idx="21258">
                  <c:v>24.45</c:v>
                </c:pt>
                <c:pt idx="21259">
                  <c:v>24.45</c:v>
                </c:pt>
                <c:pt idx="21260">
                  <c:v>24.45</c:v>
                </c:pt>
                <c:pt idx="21261">
                  <c:v>24.45</c:v>
                </c:pt>
                <c:pt idx="21262">
                  <c:v>24.5</c:v>
                </c:pt>
                <c:pt idx="21263">
                  <c:v>24.55</c:v>
                </c:pt>
                <c:pt idx="21264">
                  <c:v>24.55</c:v>
                </c:pt>
                <c:pt idx="21265">
                  <c:v>24.6</c:v>
                </c:pt>
                <c:pt idx="21266">
                  <c:v>24.6</c:v>
                </c:pt>
                <c:pt idx="21267">
                  <c:v>24.65</c:v>
                </c:pt>
                <c:pt idx="21268">
                  <c:v>24.65</c:v>
                </c:pt>
                <c:pt idx="21269">
                  <c:v>24.7</c:v>
                </c:pt>
                <c:pt idx="21270">
                  <c:v>24.7</c:v>
                </c:pt>
                <c:pt idx="21271">
                  <c:v>24.7</c:v>
                </c:pt>
                <c:pt idx="21272">
                  <c:v>24.7</c:v>
                </c:pt>
                <c:pt idx="21273">
                  <c:v>24.7</c:v>
                </c:pt>
                <c:pt idx="21274">
                  <c:v>24.65</c:v>
                </c:pt>
                <c:pt idx="21275">
                  <c:v>24.6</c:v>
                </c:pt>
                <c:pt idx="21276">
                  <c:v>24.55</c:v>
                </c:pt>
                <c:pt idx="21277">
                  <c:v>24.5</c:v>
                </c:pt>
                <c:pt idx="21278">
                  <c:v>24.45</c:v>
                </c:pt>
                <c:pt idx="21279">
                  <c:v>24.45</c:v>
                </c:pt>
                <c:pt idx="21280">
                  <c:v>24.45</c:v>
                </c:pt>
                <c:pt idx="21281">
                  <c:v>24.45</c:v>
                </c:pt>
                <c:pt idx="21282">
                  <c:v>24.4</c:v>
                </c:pt>
                <c:pt idx="21283">
                  <c:v>24.4</c:v>
                </c:pt>
                <c:pt idx="21284">
                  <c:v>24.4</c:v>
                </c:pt>
                <c:pt idx="21285">
                  <c:v>24.4</c:v>
                </c:pt>
                <c:pt idx="21286">
                  <c:v>24.45</c:v>
                </c:pt>
                <c:pt idx="21287">
                  <c:v>24.45</c:v>
                </c:pt>
                <c:pt idx="21288">
                  <c:v>24.45</c:v>
                </c:pt>
                <c:pt idx="21289">
                  <c:v>24.45</c:v>
                </c:pt>
                <c:pt idx="21290">
                  <c:v>24.5</c:v>
                </c:pt>
                <c:pt idx="21291">
                  <c:v>24.5</c:v>
                </c:pt>
                <c:pt idx="21292">
                  <c:v>24.5</c:v>
                </c:pt>
                <c:pt idx="21293">
                  <c:v>24.55</c:v>
                </c:pt>
                <c:pt idx="21294">
                  <c:v>24.55</c:v>
                </c:pt>
                <c:pt idx="21295">
                  <c:v>24.6</c:v>
                </c:pt>
                <c:pt idx="21296">
                  <c:v>24.65</c:v>
                </c:pt>
                <c:pt idx="21297">
                  <c:v>24.65</c:v>
                </c:pt>
                <c:pt idx="21298">
                  <c:v>24.65</c:v>
                </c:pt>
                <c:pt idx="21299">
                  <c:v>24.7</c:v>
                </c:pt>
                <c:pt idx="21300">
                  <c:v>24.7</c:v>
                </c:pt>
                <c:pt idx="21301">
                  <c:v>24.7</c:v>
                </c:pt>
                <c:pt idx="21302">
                  <c:v>24.7</c:v>
                </c:pt>
                <c:pt idx="21303">
                  <c:v>24.7</c:v>
                </c:pt>
                <c:pt idx="21304">
                  <c:v>24.65</c:v>
                </c:pt>
                <c:pt idx="21305">
                  <c:v>24.6</c:v>
                </c:pt>
                <c:pt idx="21306">
                  <c:v>24.55</c:v>
                </c:pt>
                <c:pt idx="21307">
                  <c:v>24.5</c:v>
                </c:pt>
                <c:pt idx="21308">
                  <c:v>24.5</c:v>
                </c:pt>
                <c:pt idx="21309">
                  <c:v>24.45</c:v>
                </c:pt>
                <c:pt idx="21310">
                  <c:v>24.45</c:v>
                </c:pt>
                <c:pt idx="21311">
                  <c:v>24.4</c:v>
                </c:pt>
                <c:pt idx="21312">
                  <c:v>24.4</c:v>
                </c:pt>
                <c:pt idx="21313">
                  <c:v>24.4</c:v>
                </c:pt>
                <c:pt idx="21314">
                  <c:v>24.4</c:v>
                </c:pt>
                <c:pt idx="21315">
                  <c:v>24.4</c:v>
                </c:pt>
                <c:pt idx="21316">
                  <c:v>24.4</c:v>
                </c:pt>
                <c:pt idx="21317">
                  <c:v>24.45</c:v>
                </c:pt>
                <c:pt idx="21318">
                  <c:v>24.45</c:v>
                </c:pt>
                <c:pt idx="21319">
                  <c:v>24.45</c:v>
                </c:pt>
                <c:pt idx="21320">
                  <c:v>24.45</c:v>
                </c:pt>
                <c:pt idx="21321">
                  <c:v>24.5</c:v>
                </c:pt>
                <c:pt idx="21322">
                  <c:v>24.5</c:v>
                </c:pt>
                <c:pt idx="21323">
                  <c:v>24.55</c:v>
                </c:pt>
                <c:pt idx="21324">
                  <c:v>24.55</c:v>
                </c:pt>
                <c:pt idx="21325">
                  <c:v>24.6</c:v>
                </c:pt>
                <c:pt idx="21326">
                  <c:v>24.6</c:v>
                </c:pt>
                <c:pt idx="21327">
                  <c:v>24.65</c:v>
                </c:pt>
                <c:pt idx="21328">
                  <c:v>24.65</c:v>
                </c:pt>
                <c:pt idx="21329">
                  <c:v>24.7</c:v>
                </c:pt>
                <c:pt idx="21330">
                  <c:v>24.7</c:v>
                </c:pt>
                <c:pt idx="21331">
                  <c:v>24.7</c:v>
                </c:pt>
                <c:pt idx="21332">
                  <c:v>24.7</c:v>
                </c:pt>
                <c:pt idx="21333">
                  <c:v>24.7</c:v>
                </c:pt>
                <c:pt idx="21334">
                  <c:v>24.65</c:v>
                </c:pt>
                <c:pt idx="21335">
                  <c:v>24.6</c:v>
                </c:pt>
                <c:pt idx="21336">
                  <c:v>24.55</c:v>
                </c:pt>
                <c:pt idx="21337">
                  <c:v>24.55</c:v>
                </c:pt>
                <c:pt idx="21338">
                  <c:v>24.5</c:v>
                </c:pt>
                <c:pt idx="21339">
                  <c:v>24.5</c:v>
                </c:pt>
                <c:pt idx="21340">
                  <c:v>24.45</c:v>
                </c:pt>
                <c:pt idx="21341">
                  <c:v>24.45</c:v>
                </c:pt>
                <c:pt idx="21342">
                  <c:v>24.45</c:v>
                </c:pt>
                <c:pt idx="21343">
                  <c:v>24.4</c:v>
                </c:pt>
                <c:pt idx="21344">
                  <c:v>24.45</c:v>
                </c:pt>
                <c:pt idx="21345">
                  <c:v>24.45</c:v>
                </c:pt>
                <c:pt idx="21346">
                  <c:v>24.45</c:v>
                </c:pt>
                <c:pt idx="21347">
                  <c:v>24.45</c:v>
                </c:pt>
                <c:pt idx="21348">
                  <c:v>24.45</c:v>
                </c:pt>
                <c:pt idx="21349">
                  <c:v>24.45</c:v>
                </c:pt>
                <c:pt idx="21350">
                  <c:v>24.5</c:v>
                </c:pt>
                <c:pt idx="21351">
                  <c:v>24.5</c:v>
                </c:pt>
                <c:pt idx="21352">
                  <c:v>24.5</c:v>
                </c:pt>
                <c:pt idx="21353">
                  <c:v>24.55</c:v>
                </c:pt>
                <c:pt idx="21354">
                  <c:v>24.55</c:v>
                </c:pt>
                <c:pt idx="21355">
                  <c:v>24.6</c:v>
                </c:pt>
                <c:pt idx="21356">
                  <c:v>24.6</c:v>
                </c:pt>
                <c:pt idx="21357">
                  <c:v>24.65</c:v>
                </c:pt>
                <c:pt idx="21358">
                  <c:v>24.65</c:v>
                </c:pt>
                <c:pt idx="21359">
                  <c:v>24.65</c:v>
                </c:pt>
                <c:pt idx="21360">
                  <c:v>24.65</c:v>
                </c:pt>
                <c:pt idx="21361">
                  <c:v>24.65</c:v>
                </c:pt>
                <c:pt idx="21362">
                  <c:v>24.65</c:v>
                </c:pt>
                <c:pt idx="21363">
                  <c:v>24.65</c:v>
                </c:pt>
                <c:pt idx="21364">
                  <c:v>24.6</c:v>
                </c:pt>
                <c:pt idx="21365">
                  <c:v>24.55</c:v>
                </c:pt>
                <c:pt idx="21366">
                  <c:v>24.5</c:v>
                </c:pt>
                <c:pt idx="21367">
                  <c:v>24.5</c:v>
                </c:pt>
                <c:pt idx="21368">
                  <c:v>24.45</c:v>
                </c:pt>
                <c:pt idx="21369">
                  <c:v>24.4</c:v>
                </c:pt>
                <c:pt idx="21370">
                  <c:v>24.4</c:v>
                </c:pt>
                <c:pt idx="21371">
                  <c:v>24.4</c:v>
                </c:pt>
                <c:pt idx="21372">
                  <c:v>24.4</c:v>
                </c:pt>
                <c:pt idx="21373">
                  <c:v>24.4</c:v>
                </c:pt>
                <c:pt idx="21374">
                  <c:v>24.4</c:v>
                </c:pt>
                <c:pt idx="21375">
                  <c:v>24.4</c:v>
                </c:pt>
                <c:pt idx="21376">
                  <c:v>24.45</c:v>
                </c:pt>
                <c:pt idx="21377">
                  <c:v>24.45</c:v>
                </c:pt>
                <c:pt idx="21378">
                  <c:v>24.45</c:v>
                </c:pt>
                <c:pt idx="21379">
                  <c:v>24.45</c:v>
                </c:pt>
                <c:pt idx="21380">
                  <c:v>24.5</c:v>
                </c:pt>
                <c:pt idx="21381">
                  <c:v>24.5</c:v>
                </c:pt>
                <c:pt idx="21382">
                  <c:v>24.55</c:v>
                </c:pt>
                <c:pt idx="21383">
                  <c:v>24.55</c:v>
                </c:pt>
                <c:pt idx="21384">
                  <c:v>24.55</c:v>
                </c:pt>
                <c:pt idx="21385">
                  <c:v>24.6</c:v>
                </c:pt>
                <c:pt idx="21386">
                  <c:v>24.6</c:v>
                </c:pt>
                <c:pt idx="21387">
                  <c:v>24.65</c:v>
                </c:pt>
                <c:pt idx="21388">
                  <c:v>24.65</c:v>
                </c:pt>
                <c:pt idx="21389">
                  <c:v>24.7</c:v>
                </c:pt>
                <c:pt idx="21390">
                  <c:v>24.7</c:v>
                </c:pt>
                <c:pt idx="21391">
                  <c:v>24.7</c:v>
                </c:pt>
                <c:pt idx="21392">
                  <c:v>24.7</c:v>
                </c:pt>
                <c:pt idx="21393">
                  <c:v>24.7</c:v>
                </c:pt>
                <c:pt idx="21394">
                  <c:v>24.65</c:v>
                </c:pt>
                <c:pt idx="21395">
                  <c:v>24.6</c:v>
                </c:pt>
                <c:pt idx="21396">
                  <c:v>24.55</c:v>
                </c:pt>
                <c:pt idx="21397">
                  <c:v>24.55</c:v>
                </c:pt>
                <c:pt idx="21398">
                  <c:v>24.5</c:v>
                </c:pt>
                <c:pt idx="21399">
                  <c:v>24.5</c:v>
                </c:pt>
                <c:pt idx="21400">
                  <c:v>24.45</c:v>
                </c:pt>
                <c:pt idx="21401">
                  <c:v>24.45</c:v>
                </c:pt>
                <c:pt idx="21402">
                  <c:v>24.45</c:v>
                </c:pt>
                <c:pt idx="21403">
                  <c:v>24.45</c:v>
                </c:pt>
                <c:pt idx="21404">
                  <c:v>24.45</c:v>
                </c:pt>
                <c:pt idx="21405">
                  <c:v>24.45</c:v>
                </c:pt>
                <c:pt idx="21406">
                  <c:v>24.45</c:v>
                </c:pt>
                <c:pt idx="21407">
                  <c:v>24.45</c:v>
                </c:pt>
                <c:pt idx="21408">
                  <c:v>24.45</c:v>
                </c:pt>
                <c:pt idx="21409">
                  <c:v>24.45</c:v>
                </c:pt>
                <c:pt idx="21410">
                  <c:v>24.5</c:v>
                </c:pt>
                <c:pt idx="21411">
                  <c:v>24.5</c:v>
                </c:pt>
                <c:pt idx="21412">
                  <c:v>24.55</c:v>
                </c:pt>
                <c:pt idx="21413">
                  <c:v>24.55</c:v>
                </c:pt>
                <c:pt idx="21414">
                  <c:v>24.55</c:v>
                </c:pt>
                <c:pt idx="21415">
                  <c:v>24.6</c:v>
                </c:pt>
                <c:pt idx="21416">
                  <c:v>24.6</c:v>
                </c:pt>
                <c:pt idx="21417">
                  <c:v>24.65</c:v>
                </c:pt>
                <c:pt idx="21418">
                  <c:v>24.65</c:v>
                </c:pt>
                <c:pt idx="21419">
                  <c:v>24.65</c:v>
                </c:pt>
                <c:pt idx="21420">
                  <c:v>24.7</c:v>
                </c:pt>
                <c:pt idx="21421">
                  <c:v>24.7</c:v>
                </c:pt>
                <c:pt idx="21422">
                  <c:v>24.7</c:v>
                </c:pt>
                <c:pt idx="21423">
                  <c:v>24.7</c:v>
                </c:pt>
                <c:pt idx="21424">
                  <c:v>24.65</c:v>
                </c:pt>
                <c:pt idx="21425">
                  <c:v>24.6</c:v>
                </c:pt>
                <c:pt idx="21426">
                  <c:v>24.55</c:v>
                </c:pt>
                <c:pt idx="21427">
                  <c:v>24.5</c:v>
                </c:pt>
                <c:pt idx="21428">
                  <c:v>24.5</c:v>
                </c:pt>
                <c:pt idx="21429">
                  <c:v>24.45</c:v>
                </c:pt>
                <c:pt idx="21430">
                  <c:v>24.45</c:v>
                </c:pt>
                <c:pt idx="21431">
                  <c:v>24.4</c:v>
                </c:pt>
                <c:pt idx="21432">
                  <c:v>24.4</c:v>
                </c:pt>
                <c:pt idx="21433">
                  <c:v>24.4</c:v>
                </c:pt>
                <c:pt idx="21434">
                  <c:v>24.4</c:v>
                </c:pt>
                <c:pt idx="21435">
                  <c:v>24.4</c:v>
                </c:pt>
                <c:pt idx="21436">
                  <c:v>24.45</c:v>
                </c:pt>
                <c:pt idx="21437">
                  <c:v>24.45</c:v>
                </c:pt>
                <c:pt idx="21438">
                  <c:v>24.45</c:v>
                </c:pt>
                <c:pt idx="21439">
                  <c:v>24.45</c:v>
                </c:pt>
                <c:pt idx="21440">
                  <c:v>24.5</c:v>
                </c:pt>
                <c:pt idx="21441">
                  <c:v>24.5</c:v>
                </c:pt>
                <c:pt idx="21442">
                  <c:v>24.5</c:v>
                </c:pt>
                <c:pt idx="21443">
                  <c:v>24.55</c:v>
                </c:pt>
                <c:pt idx="21444">
                  <c:v>24.55</c:v>
                </c:pt>
                <c:pt idx="21445">
                  <c:v>24.6</c:v>
                </c:pt>
                <c:pt idx="21446">
                  <c:v>24.6</c:v>
                </c:pt>
                <c:pt idx="21447">
                  <c:v>24.65</c:v>
                </c:pt>
                <c:pt idx="21448">
                  <c:v>24.65</c:v>
                </c:pt>
                <c:pt idx="21449">
                  <c:v>24.65</c:v>
                </c:pt>
                <c:pt idx="21450">
                  <c:v>24.7</c:v>
                </c:pt>
                <c:pt idx="21451">
                  <c:v>24.7</c:v>
                </c:pt>
                <c:pt idx="21452">
                  <c:v>24.7</c:v>
                </c:pt>
                <c:pt idx="21453">
                  <c:v>24.65</c:v>
                </c:pt>
                <c:pt idx="21454">
                  <c:v>24.6</c:v>
                </c:pt>
                <c:pt idx="21455">
                  <c:v>24.55</c:v>
                </c:pt>
                <c:pt idx="21456">
                  <c:v>24.5</c:v>
                </c:pt>
                <c:pt idx="21457">
                  <c:v>24.5</c:v>
                </c:pt>
                <c:pt idx="21458">
                  <c:v>24.45</c:v>
                </c:pt>
                <c:pt idx="21459">
                  <c:v>24.45</c:v>
                </c:pt>
                <c:pt idx="21460">
                  <c:v>24.4</c:v>
                </c:pt>
                <c:pt idx="21461">
                  <c:v>24.4</c:v>
                </c:pt>
                <c:pt idx="21462">
                  <c:v>24.4</c:v>
                </c:pt>
                <c:pt idx="21463">
                  <c:v>24.45</c:v>
                </c:pt>
                <c:pt idx="21464">
                  <c:v>24.45</c:v>
                </c:pt>
                <c:pt idx="21465">
                  <c:v>24.45</c:v>
                </c:pt>
                <c:pt idx="21466">
                  <c:v>24.45</c:v>
                </c:pt>
                <c:pt idx="21467">
                  <c:v>24.45</c:v>
                </c:pt>
                <c:pt idx="21468">
                  <c:v>24.5</c:v>
                </c:pt>
                <c:pt idx="21469">
                  <c:v>24.5</c:v>
                </c:pt>
                <c:pt idx="21470">
                  <c:v>24.5</c:v>
                </c:pt>
                <c:pt idx="21471">
                  <c:v>24.55</c:v>
                </c:pt>
                <c:pt idx="21472">
                  <c:v>24.55</c:v>
                </c:pt>
                <c:pt idx="21473">
                  <c:v>24.6</c:v>
                </c:pt>
                <c:pt idx="21474">
                  <c:v>24.6</c:v>
                </c:pt>
                <c:pt idx="21475">
                  <c:v>24.6</c:v>
                </c:pt>
                <c:pt idx="21476">
                  <c:v>24.65</c:v>
                </c:pt>
                <c:pt idx="21477">
                  <c:v>24.65</c:v>
                </c:pt>
                <c:pt idx="21478">
                  <c:v>24.65</c:v>
                </c:pt>
                <c:pt idx="21479">
                  <c:v>24.65</c:v>
                </c:pt>
                <c:pt idx="21480">
                  <c:v>24.7</c:v>
                </c:pt>
                <c:pt idx="21481">
                  <c:v>24.7</c:v>
                </c:pt>
                <c:pt idx="21482">
                  <c:v>24.7</c:v>
                </c:pt>
                <c:pt idx="21483">
                  <c:v>24.65</c:v>
                </c:pt>
                <c:pt idx="21484">
                  <c:v>24.6</c:v>
                </c:pt>
                <c:pt idx="21485">
                  <c:v>24.6</c:v>
                </c:pt>
                <c:pt idx="21486">
                  <c:v>24.55</c:v>
                </c:pt>
                <c:pt idx="21487">
                  <c:v>24.5</c:v>
                </c:pt>
                <c:pt idx="21488">
                  <c:v>24.5</c:v>
                </c:pt>
                <c:pt idx="21489">
                  <c:v>24.45</c:v>
                </c:pt>
                <c:pt idx="21490">
                  <c:v>24.45</c:v>
                </c:pt>
                <c:pt idx="21491">
                  <c:v>24.45</c:v>
                </c:pt>
                <c:pt idx="21492">
                  <c:v>24.45</c:v>
                </c:pt>
                <c:pt idx="21493">
                  <c:v>24.45</c:v>
                </c:pt>
                <c:pt idx="21494">
                  <c:v>24.45</c:v>
                </c:pt>
                <c:pt idx="21495">
                  <c:v>24.45</c:v>
                </c:pt>
                <c:pt idx="21496">
                  <c:v>24.45</c:v>
                </c:pt>
                <c:pt idx="21497">
                  <c:v>24.5</c:v>
                </c:pt>
                <c:pt idx="21498">
                  <c:v>24.5</c:v>
                </c:pt>
                <c:pt idx="21499">
                  <c:v>24.5</c:v>
                </c:pt>
                <c:pt idx="21500">
                  <c:v>24.5</c:v>
                </c:pt>
                <c:pt idx="21501">
                  <c:v>24.55</c:v>
                </c:pt>
                <c:pt idx="21502">
                  <c:v>24.55</c:v>
                </c:pt>
                <c:pt idx="21503">
                  <c:v>24.6</c:v>
                </c:pt>
                <c:pt idx="21504">
                  <c:v>24.6</c:v>
                </c:pt>
                <c:pt idx="21505">
                  <c:v>24.6</c:v>
                </c:pt>
                <c:pt idx="21506">
                  <c:v>24.6</c:v>
                </c:pt>
                <c:pt idx="21507">
                  <c:v>24.65</c:v>
                </c:pt>
                <c:pt idx="21508">
                  <c:v>24.65</c:v>
                </c:pt>
                <c:pt idx="21509">
                  <c:v>24.65</c:v>
                </c:pt>
                <c:pt idx="21510">
                  <c:v>24.65</c:v>
                </c:pt>
                <c:pt idx="21511">
                  <c:v>24.7</c:v>
                </c:pt>
                <c:pt idx="21512">
                  <c:v>24.65</c:v>
                </c:pt>
                <c:pt idx="21513">
                  <c:v>24.65</c:v>
                </c:pt>
                <c:pt idx="21514">
                  <c:v>24.6</c:v>
                </c:pt>
                <c:pt idx="21515">
                  <c:v>24.55</c:v>
                </c:pt>
                <c:pt idx="21516">
                  <c:v>24.5</c:v>
                </c:pt>
                <c:pt idx="21517">
                  <c:v>24.5</c:v>
                </c:pt>
                <c:pt idx="21518">
                  <c:v>24.45</c:v>
                </c:pt>
                <c:pt idx="21519">
                  <c:v>24.45</c:v>
                </c:pt>
                <c:pt idx="21520">
                  <c:v>24.45</c:v>
                </c:pt>
                <c:pt idx="21521">
                  <c:v>24.45</c:v>
                </c:pt>
                <c:pt idx="21522">
                  <c:v>24.45</c:v>
                </c:pt>
                <c:pt idx="21523">
                  <c:v>24.45</c:v>
                </c:pt>
                <c:pt idx="21524">
                  <c:v>24.45</c:v>
                </c:pt>
                <c:pt idx="21525">
                  <c:v>24.45</c:v>
                </c:pt>
                <c:pt idx="21526">
                  <c:v>24.45</c:v>
                </c:pt>
                <c:pt idx="21527">
                  <c:v>24.5</c:v>
                </c:pt>
                <c:pt idx="21528">
                  <c:v>24.5</c:v>
                </c:pt>
                <c:pt idx="21529">
                  <c:v>24.5</c:v>
                </c:pt>
                <c:pt idx="21530">
                  <c:v>24.5</c:v>
                </c:pt>
                <c:pt idx="21531">
                  <c:v>24.55</c:v>
                </c:pt>
                <c:pt idx="21532">
                  <c:v>24.55</c:v>
                </c:pt>
                <c:pt idx="21533">
                  <c:v>24.55</c:v>
                </c:pt>
                <c:pt idx="21534">
                  <c:v>24.55</c:v>
                </c:pt>
                <c:pt idx="21535">
                  <c:v>24.6</c:v>
                </c:pt>
                <c:pt idx="21536">
                  <c:v>24.65</c:v>
                </c:pt>
                <c:pt idx="21537">
                  <c:v>24.65</c:v>
                </c:pt>
                <c:pt idx="21538">
                  <c:v>24.65</c:v>
                </c:pt>
                <c:pt idx="21539">
                  <c:v>24.7</c:v>
                </c:pt>
                <c:pt idx="21540">
                  <c:v>24.7</c:v>
                </c:pt>
                <c:pt idx="21541">
                  <c:v>24.7</c:v>
                </c:pt>
                <c:pt idx="21542">
                  <c:v>24.7</c:v>
                </c:pt>
                <c:pt idx="21543">
                  <c:v>24.65</c:v>
                </c:pt>
                <c:pt idx="21544">
                  <c:v>24.65</c:v>
                </c:pt>
                <c:pt idx="21545">
                  <c:v>24.55</c:v>
                </c:pt>
                <c:pt idx="21546">
                  <c:v>24.5</c:v>
                </c:pt>
                <c:pt idx="21547">
                  <c:v>24.5</c:v>
                </c:pt>
                <c:pt idx="21548">
                  <c:v>24.45</c:v>
                </c:pt>
                <c:pt idx="21549">
                  <c:v>24.4</c:v>
                </c:pt>
                <c:pt idx="21550">
                  <c:v>24.4</c:v>
                </c:pt>
                <c:pt idx="21551">
                  <c:v>24.45</c:v>
                </c:pt>
                <c:pt idx="21552">
                  <c:v>24.4</c:v>
                </c:pt>
                <c:pt idx="21553">
                  <c:v>24.4</c:v>
                </c:pt>
                <c:pt idx="21554">
                  <c:v>24.4</c:v>
                </c:pt>
                <c:pt idx="21555">
                  <c:v>24.4</c:v>
                </c:pt>
                <c:pt idx="21556">
                  <c:v>24.4</c:v>
                </c:pt>
                <c:pt idx="21557">
                  <c:v>24.45</c:v>
                </c:pt>
                <c:pt idx="21558">
                  <c:v>24.45</c:v>
                </c:pt>
                <c:pt idx="21559">
                  <c:v>24.45</c:v>
                </c:pt>
                <c:pt idx="21560">
                  <c:v>24.5</c:v>
                </c:pt>
                <c:pt idx="21561">
                  <c:v>24.5</c:v>
                </c:pt>
                <c:pt idx="21562">
                  <c:v>24.5</c:v>
                </c:pt>
                <c:pt idx="21563">
                  <c:v>24.55</c:v>
                </c:pt>
                <c:pt idx="21564">
                  <c:v>24.55</c:v>
                </c:pt>
                <c:pt idx="21565">
                  <c:v>24.6</c:v>
                </c:pt>
                <c:pt idx="21566">
                  <c:v>24.6</c:v>
                </c:pt>
                <c:pt idx="21567">
                  <c:v>24.6</c:v>
                </c:pt>
                <c:pt idx="21568">
                  <c:v>24.65</c:v>
                </c:pt>
                <c:pt idx="21569">
                  <c:v>24.65</c:v>
                </c:pt>
                <c:pt idx="21570">
                  <c:v>24.7</c:v>
                </c:pt>
                <c:pt idx="21571">
                  <c:v>24.7</c:v>
                </c:pt>
                <c:pt idx="21572">
                  <c:v>24.7</c:v>
                </c:pt>
                <c:pt idx="21573">
                  <c:v>24.65</c:v>
                </c:pt>
                <c:pt idx="21574">
                  <c:v>24.6</c:v>
                </c:pt>
                <c:pt idx="21575">
                  <c:v>24.6</c:v>
                </c:pt>
                <c:pt idx="21576">
                  <c:v>24.5</c:v>
                </c:pt>
                <c:pt idx="21577">
                  <c:v>24.5</c:v>
                </c:pt>
                <c:pt idx="21578">
                  <c:v>24.45</c:v>
                </c:pt>
                <c:pt idx="21579">
                  <c:v>24.45</c:v>
                </c:pt>
                <c:pt idx="21580">
                  <c:v>24.45</c:v>
                </c:pt>
                <c:pt idx="21581">
                  <c:v>24.4</c:v>
                </c:pt>
                <c:pt idx="21582">
                  <c:v>24.45</c:v>
                </c:pt>
                <c:pt idx="21583">
                  <c:v>24.45</c:v>
                </c:pt>
                <c:pt idx="21584">
                  <c:v>24.45</c:v>
                </c:pt>
                <c:pt idx="21585">
                  <c:v>24.45</c:v>
                </c:pt>
                <c:pt idx="21586">
                  <c:v>24.45</c:v>
                </c:pt>
                <c:pt idx="21587">
                  <c:v>24.45</c:v>
                </c:pt>
                <c:pt idx="21588">
                  <c:v>24.5</c:v>
                </c:pt>
                <c:pt idx="21589">
                  <c:v>24.5</c:v>
                </c:pt>
                <c:pt idx="21590">
                  <c:v>24.5</c:v>
                </c:pt>
                <c:pt idx="21591">
                  <c:v>24.5</c:v>
                </c:pt>
                <c:pt idx="21592">
                  <c:v>24.55</c:v>
                </c:pt>
                <c:pt idx="21593">
                  <c:v>24.55</c:v>
                </c:pt>
                <c:pt idx="21594">
                  <c:v>24.55</c:v>
                </c:pt>
                <c:pt idx="21595">
                  <c:v>24.55</c:v>
                </c:pt>
                <c:pt idx="21596">
                  <c:v>24.6</c:v>
                </c:pt>
                <c:pt idx="21597">
                  <c:v>24.6</c:v>
                </c:pt>
                <c:pt idx="21598">
                  <c:v>24.6</c:v>
                </c:pt>
                <c:pt idx="21599">
                  <c:v>24.65</c:v>
                </c:pt>
                <c:pt idx="21600">
                  <c:v>24.65</c:v>
                </c:pt>
                <c:pt idx="21601">
                  <c:v>24.65</c:v>
                </c:pt>
                <c:pt idx="21602">
                  <c:v>24.65</c:v>
                </c:pt>
                <c:pt idx="21603">
                  <c:v>24.65</c:v>
                </c:pt>
                <c:pt idx="21604">
                  <c:v>24.6</c:v>
                </c:pt>
                <c:pt idx="21605">
                  <c:v>24.55</c:v>
                </c:pt>
                <c:pt idx="21606">
                  <c:v>24.5</c:v>
                </c:pt>
                <c:pt idx="21607">
                  <c:v>24.45</c:v>
                </c:pt>
                <c:pt idx="21608">
                  <c:v>24.45</c:v>
                </c:pt>
                <c:pt idx="21609">
                  <c:v>24.4</c:v>
                </c:pt>
                <c:pt idx="21610">
                  <c:v>24.4</c:v>
                </c:pt>
                <c:pt idx="21611">
                  <c:v>24.4</c:v>
                </c:pt>
                <c:pt idx="21612">
                  <c:v>24.4</c:v>
                </c:pt>
                <c:pt idx="21613">
                  <c:v>24.4</c:v>
                </c:pt>
                <c:pt idx="21614">
                  <c:v>24.4</c:v>
                </c:pt>
                <c:pt idx="21615">
                  <c:v>24.4</c:v>
                </c:pt>
                <c:pt idx="21616">
                  <c:v>24.45</c:v>
                </c:pt>
                <c:pt idx="21617">
                  <c:v>24.45</c:v>
                </c:pt>
                <c:pt idx="21618">
                  <c:v>24.45</c:v>
                </c:pt>
                <c:pt idx="21619">
                  <c:v>24.5</c:v>
                </c:pt>
                <c:pt idx="21620">
                  <c:v>24.5</c:v>
                </c:pt>
                <c:pt idx="21621">
                  <c:v>24.5</c:v>
                </c:pt>
                <c:pt idx="21622">
                  <c:v>24.5</c:v>
                </c:pt>
                <c:pt idx="21623">
                  <c:v>24.5</c:v>
                </c:pt>
                <c:pt idx="21624">
                  <c:v>24.55</c:v>
                </c:pt>
                <c:pt idx="21625">
                  <c:v>24.55</c:v>
                </c:pt>
                <c:pt idx="21626">
                  <c:v>24.55</c:v>
                </c:pt>
                <c:pt idx="21627">
                  <c:v>24.6</c:v>
                </c:pt>
                <c:pt idx="21628">
                  <c:v>24.6</c:v>
                </c:pt>
                <c:pt idx="21629">
                  <c:v>24.65</c:v>
                </c:pt>
                <c:pt idx="21630">
                  <c:v>24.65</c:v>
                </c:pt>
                <c:pt idx="21631">
                  <c:v>24.65</c:v>
                </c:pt>
                <c:pt idx="21632">
                  <c:v>24.65</c:v>
                </c:pt>
                <c:pt idx="21633">
                  <c:v>24.6</c:v>
                </c:pt>
                <c:pt idx="21634">
                  <c:v>24.6</c:v>
                </c:pt>
                <c:pt idx="21635">
                  <c:v>24.55</c:v>
                </c:pt>
                <c:pt idx="21636">
                  <c:v>24.5</c:v>
                </c:pt>
                <c:pt idx="21637">
                  <c:v>24.45</c:v>
                </c:pt>
                <c:pt idx="21638">
                  <c:v>24.45</c:v>
                </c:pt>
                <c:pt idx="21639">
                  <c:v>24.4</c:v>
                </c:pt>
                <c:pt idx="21640">
                  <c:v>24.35</c:v>
                </c:pt>
                <c:pt idx="21641">
                  <c:v>24.35</c:v>
                </c:pt>
                <c:pt idx="21642">
                  <c:v>24.35</c:v>
                </c:pt>
                <c:pt idx="21643">
                  <c:v>24.35</c:v>
                </c:pt>
                <c:pt idx="21644">
                  <c:v>24.4</c:v>
                </c:pt>
                <c:pt idx="21645">
                  <c:v>24.4</c:v>
                </c:pt>
                <c:pt idx="21646">
                  <c:v>24.4</c:v>
                </c:pt>
                <c:pt idx="21647">
                  <c:v>24.4</c:v>
                </c:pt>
                <c:pt idx="21648">
                  <c:v>24.4</c:v>
                </c:pt>
                <c:pt idx="21649">
                  <c:v>24.45</c:v>
                </c:pt>
                <c:pt idx="21650">
                  <c:v>24.5</c:v>
                </c:pt>
                <c:pt idx="21651">
                  <c:v>24.5</c:v>
                </c:pt>
                <c:pt idx="21652">
                  <c:v>24.5</c:v>
                </c:pt>
                <c:pt idx="21653">
                  <c:v>24.55</c:v>
                </c:pt>
                <c:pt idx="21654">
                  <c:v>24.55</c:v>
                </c:pt>
                <c:pt idx="21655">
                  <c:v>24.6</c:v>
                </c:pt>
                <c:pt idx="21656">
                  <c:v>24.6</c:v>
                </c:pt>
                <c:pt idx="21657">
                  <c:v>24.6</c:v>
                </c:pt>
                <c:pt idx="21658">
                  <c:v>24.65</c:v>
                </c:pt>
                <c:pt idx="21659">
                  <c:v>24.65</c:v>
                </c:pt>
                <c:pt idx="21660">
                  <c:v>24.7</c:v>
                </c:pt>
                <c:pt idx="21661">
                  <c:v>24.7</c:v>
                </c:pt>
                <c:pt idx="21662">
                  <c:v>24.7</c:v>
                </c:pt>
                <c:pt idx="21663">
                  <c:v>24.65</c:v>
                </c:pt>
                <c:pt idx="21664">
                  <c:v>24.6</c:v>
                </c:pt>
                <c:pt idx="21665">
                  <c:v>24.55</c:v>
                </c:pt>
                <c:pt idx="21666">
                  <c:v>24.5</c:v>
                </c:pt>
                <c:pt idx="21667">
                  <c:v>24.45</c:v>
                </c:pt>
                <c:pt idx="21668">
                  <c:v>24.45</c:v>
                </c:pt>
                <c:pt idx="21669">
                  <c:v>24.4</c:v>
                </c:pt>
                <c:pt idx="21670">
                  <c:v>24.4</c:v>
                </c:pt>
                <c:pt idx="21671">
                  <c:v>24.4</c:v>
                </c:pt>
                <c:pt idx="21672">
                  <c:v>24.4</c:v>
                </c:pt>
                <c:pt idx="21673">
                  <c:v>24.4</c:v>
                </c:pt>
                <c:pt idx="21674">
                  <c:v>24.4</c:v>
                </c:pt>
                <c:pt idx="21675">
                  <c:v>24.4</c:v>
                </c:pt>
                <c:pt idx="21676">
                  <c:v>24.4</c:v>
                </c:pt>
                <c:pt idx="21677">
                  <c:v>24.4</c:v>
                </c:pt>
                <c:pt idx="21678">
                  <c:v>24.4</c:v>
                </c:pt>
                <c:pt idx="21679">
                  <c:v>24.45</c:v>
                </c:pt>
                <c:pt idx="21680">
                  <c:v>24.45</c:v>
                </c:pt>
                <c:pt idx="21681">
                  <c:v>24.5</c:v>
                </c:pt>
                <c:pt idx="21682">
                  <c:v>24.5</c:v>
                </c:pt>
                <c:pt idx="21683">
                  <c:v>24.5</c:v>
                </c:pt>
                <c:pt idx="21684">
                  <c:v>24.55</c:v>
                </c:pt>
                <c:pt idx="21685">
                  <c:v>24.55</c:v>
                </c:pt>
                <c:pt idx="21686">
                  <c:v>24.6</c:v>
                </c:pt>
                <c:pt idx="21687">
                  <c:v>24.6</c:v>
                </c:pt>
                <c:pt idx="21688">
                  <c:v>24.6</c:v>
                </c:pt>
                <c:pt idx="21689">
                  <c:v>24.65</c:v>
                </c:pt>
                <c:pt idx="21690">
                  <c:v>24.65</c:v>
                </c:pt>
                <c:pt idx="21691">
                  <c:v>24.7</c:v>
                </c:pt>
                <c:pt idx="21692">
                  <c:v>24.65</c:v>
                </c:pt>
                <c:pt idx="21693">
                  <c:v>24.65</c:v>
                </c:pt>
                <c:pt idx="21694">
                  <c:v>24.6</c:v>
                </c:pt>
                <c:pt idx="21695">
                  <c:v>24.6</c:v>
                </c:pt>
                <c:pt idx="21696">
                  <c:v>24.55</c:v>
                </c:pt>
                <c:pt idx="21697">
                  <c:v>24.5</c:v>
                </c:pt>
                <c:pt idx="21698">
                  <c:v>24.5</c:v>
                </c:pt>
                <c:pt idx="21699">
                  <c:v>24.45</c:v>
                </c:pt>
                <c:pt idx="21700">
                  <c:v>24.45</c:v>
                </c:pt>
                <c:pt idx="21701">
                  <c:v>24.4</c:v>
                </c:pt>
                <c:pt idx="21702">
                  <c:v>24.4</c:v>
                </c:pt>
                <c:pt idx="21703">
                  <c:v>24.45</c:v>
                </c:pt>
                <c:pt idx="21704">
                  <c:v>24.45</c:v>
                </c:pt>
                <c:pt idx="21705">
                  <c:v>24.45</c:v>
                </c:pt>
                <c:pt idx="21706">
                  <c:v>24.45</c:v>
                </c:pt>
                <c:pt idx="21707">
                  <c:v>24.45</c:v>
                </c:pt>
                <c:pt idx="21708">
                  <c:v>24.45</c:v>
                </c:pt>
                <c:pt idx="21709">
                  <c:v>24.45</c:v>
                </c:pt>
                <c:pt idx="21710">
                  <c:v>24.45</c:v>
                </c:pt>
                <c:pt idx="21711">
                  <c:v>24.5</c:v>
                </c:pt>
                <c:pt idx="21712">
                  <c:v>24.5</c:v>
                </c:pt>
                <c:pt idx="21713">
                  <c:v>24.5</c:v>
                </c:pt>
                <c:pt idx="21714">
                  <c:v>24.55</c:v>
                </c:pt>
                <c:pt idx="21715">
                  <c:v>24.55</c:v>
                </c:pt>
                <c:pt idx="21716">
                  <c:v>24.6</c:v>
                </c:pt>
                <c:pt idx="21717">
                  <c:v>24.6</c:v>
                </c:pt>
                <c:pt idx="21718">
                  <c:v>24.6</c:v>
                </c:pt>
                <c:pt idx="21719">
                  <c:v>24.65</c:v>
                </c:pt>
                <c:pt idx="21720">
                  <c:v>24.65</c:v>
                </c:pt>
                <c:pt idx="21721">
                  <c:v>24.65</c:v>
                </c:pt>
                <c:pt idx="21722">
                  <c:v>24.65</c:v>
                </c:pt>
                <c:pt idx="21723">
                  <c:v>24.65</c:v>
                </c:pt>
                <c:pt idx="21724">
                  <c:v>24.6</c:v>
                </c:pt>
                <c:pt idx="21725">
                  <c:v>24.55</c:v>
                </c:pt>
                <c:pt idx="21726">
                  <c:v>24.5</c:v>
                </c:pt>
                <c:pt idx="21727">
                  <c:v>24.45</c:v>
                </c:pt>
                <c:pt idx="21728">
                  <c:v>24.45</c:v>
                </c:pt>
                <c:pt idx="21729">
                  <c:v>24.4</c:v>
                </c:pt>
                <c:pt idx="21730">
                  <c:v>24.4</c:v>
                </c:pt>
                <c:pt idx="21731">
                  <c:v>24.35</c:v>
                </c:pt>
                <c:pt idx="21732">
                  <c:v>24.35</c:v>
                </c:pt>
                <c:pt idx="21733">
                  <c:v>24.35</c:v>
                </c:pt>
                <c:pt idx="21734">
                  <c:v>24.4</c:v>
                </c:pt>
                <c:pt idx="21735">
                  <c:v>24.4</c:v>
                </c:pt>
                <c:pt idx="21736">
                  <c:v>24.4</c:v>
                </c:pt>
                <c:pt idx="21737">
                  <c:v>24.45</c:v>
                </c:pt>
                <c:pt idx="21738">
                  <c:v>24.45</c:v>
                </c:pt>
                <c:pt idx="21739">
                  <c:v>24.5</c:v>
                </c:pt>
                <c:pt idx="21740">
                  <c:v>24.5</c:v>
                </c:pt>
                <c:pt idx="21741">
                  <c:v>24.5</c:v>
                </c:pt>
                <c:pt idx="21742">
                  <c:v>24.55</c:v>
                </c:pt>
                <c:pt idx="21743">
                  <c:v>24.55</c:v>
                </c:pt>
                <c:pt idx="21744">
                  <c:v>24.6</c:v>
                </c:pt>
                <c:pt idx="21745">
                  <c:v>24.6</c:v>
                </c:pt>
                <c:pt idx="21746">
                  <c:v>24.6</c:v>
                </c:pt>
                <c:pt idx="21747">
                  <c:v>24.65</c:v>
                </c:pt>
                <c:pt idx="21748">
                  <c:v>24.65</c:v>
                </c:pt>
                <c:pt idx="21749">
                  <c:v>24.65</c:v>
                </c:pt>
                <c:pt idx="21750">
                  <c:v>24.65</c:v>
                </c:pt>
                <c:pt idx="21751">
                  <c:v>24.65</c:v>
                </c:pt>
                <c:pt idx="21752">
                  <c:v>24.65</c:v>
                </c:pt>
                <c:pt idx="21753">
                  <c:v>24.65</c:v>
                </c:pt>
                <c:pt idx="21754">
                  <c:v>24.6</c:v>
                </c:pt>
                <c:pt idx="21755">
                  <c:v>24.55</c:v>
                </c:pt>
                <c:pt idx="21756">
                  <c:v>24.5</c:v>
                </c:pt>
                <c:pt idx="21757">
                  <c:v>24.45</c:v>
                </c:pt>
                <c:pt idx="21758">
                  <c:v>24.4</c:v>
                </c:pt>
                <c:pt idx="21759">
                  <c:v>24.4</c:v>
                </c:pt>
                <c:pt idx="21760">
                  <c:v>24.4</c:v>
                </c:pt>
                <c:pt idx="21761">
                  <c:v>24.4</c:v>
                </c:pt>
                <c:pt idx="21762">
                  <c:v>24.4</c:v>
                </c:pt>
                <c:pt idx="21763">
                  <c:v>24.35</c:v>
                </c:pt>
                <c:pt idx="21764">
                  <c:v>24.4</c:v>
                </c:pt>
                <c:pt idx="21765">
                  <c:v>24.4</c:v>
                </c:pt>
                <c:pt idx="21766">
                  <c:v>24.4</c:v>
                </c:pt>
                <c:pt idx="21767">
                  <c:v>24.4</c:v>
                </c:pt>
                <c:pt idx="21768">
                  <c:v>24.4</c:v>
                </c:pt>
                <c:pt idx="21769">
                  <c:v>24.45</c:v>
                </c:pt>
                <c:pt idx="21770">
                  <c:v>24.45</c:v>
                </c:pt>
                <c:pt idx="21771">
                  <c:v>24.45</c:v>
                </c:pt>
                <c:pt idx="21772">
                  <c:v>24.5</c:v>
                </c:pt>
                <c:pt idx="21773">
                  <c:v>24.5</c:v>
                </c:pt>
                <c:pt idx="21774">
                  <c:v>24.55</c:v>
                </c:pt>
                <c:pt idx="21775">
                  <c:v>24.55</c:v>
                </c:pt>
                <c:pt idx="21776">
                  <c:v>24.6</c:v>
                </c:pt>
                <c:pt idx="21777">
                  <c:v>24.6</c:v>
                </c:pt>
                <c:pt idx="21778">
                  <c:v>24.65</c:v>
                </c:pt>
                <c:pt idx="21779">
                  <c:v>24.65</c:v>
                </c:pt>
                <c:pt idx="21780">
                  <c:v>24.65</c:v>
                </c:pt>
                <c:pt idx="21781">
                  <c:v>24.7</c:v>
                </c:pt>
                <c:pt idx="21782">
                  <c:v>24.7</c:v>
                </c:pt>
                <c:pt idx="21783">
                  <c:v>24.65</c:v>
                </c:pt>
                <c:pt idx="21784">
                  <c:v>24.65</c:v>
                </c:pt>
                <c:pt idx="21785">
                  <c:v>24.55</c:v>
                </c:pt>
                <c:pt idx="21786">
                  <c:v>24.5</c:v>
                </c:pt>
                <c:pt idx="21787">
                  <c:v>24.5</c:v>
                </c:pt>
                <c:pt idx="21788">
                  <c:v>24.45</c:v>
                </c:pt>
                <c:pt idx="21789">
                  <c:v>24.4</c:v>
                </c:pt>
                <c:pt idx="21790">
                  <c:v>24.4</c:v>
                </c:pt>
                <c:pt idx="21791">
                  <c:v>24.4</c:v>
                </c:pt>
                <c:pt idx="21792">
                  <c:v>24.4</c:v>
                </c:pt>
                <c:pt idx="21793">
                  <c:v>24.4</c:v>
                </c:pt>
                <c:pt idx="21794">
                  <c:v>24.4</c:v>
                </c:pt>
                <c:pt idx="21795">
                  <c:v>24.4</c:v>
                </c:pt>
                <c:pt idx="21796">
                  <c:v>24.4</c:v>
                </c:pt>
                <c:pt idx="21797">
                  <c:v>24.4</c:v>
                </c:pt>
                <c:pt idx="21798">
                  <c:v>24.4</c:v>
                </c:pt>
                <c:pt idx="21799">
                  <c:v>24.45</c:v>
                </c:pt>
                <c:pt idx="21800">
                  <c:v>24.45</c:v>
                </c:pt>
                <c:pt idx="21801">
                  <c:v>24.45</c:v>
                </c:pt>
                <c:pt idx="21802">
                  <c:v>24.5</c:v>
                </c:pt>
                <c:pt idx="21803">
                  <c:v>24.5</c:v>
                </c:pt>
                <c:pt idx="21804">
                  <c:v>24.55</c:v>
                </c:pt>
                <c:pt idx="21805">
                  <c:v>24.55</c:v>
                </c:pt>
                <c:pt idx="21806">
                  <c:v>24.6</c:v>
                </c:pt>
                <c:pt idx="21807">
                  <c:v>24.6</c:v>
                </c:pt>
                <c:pt idx="21808">
                  <c:v>24.6</c:v>
                </c:pt>
                <c:pt idx="21809">
                  <c:v>24.65</c:v>
                </c:pt>
                <c:pt idx="21810">
                  <c:v>24.65</c:v>
                </c:pt>
                <c:pt idx="21811">
                  <c:v>24.65</c:v>
                </c:pt>
                <c:pt idx="21812">
                  <c:v>24.65</c:v>
                </c:pt>
                <c:pt idx="21813">
                  <c:v>24.65</c:v>
                </c:pt>
                <c:pt idx="21814">
                  <c:v>24.6</c:v>
                </c:pt>
                <c:pt idx="21815">
                  <c:v>24.6</c:v>
                </c:pt>
                <c:pt idx="21816">
                  <c:v>24.55</c:v>
                </c:pt>
                <c:pt idx="21817">
                  <c:v>24.5</c:v>
                </c:pt>
                <c:pt idx="21818">
                  <c:v>24.45</c:v>
                </c:pt>
                <c:pt idx="21819">
                  <c:v>24.45</c:v>
                </c:pt>
                <c:pt idx="21820">
                  <c:v>24.4</c:v>
                </c:pt>
                <c:pt idx="21821">
                  <c:v>24.4</c:v>
                </c:pt>
                <c:pt idx="21822">
                  <c:v>24.4</c:v>
                </c:pt>
                <c:pt idx="21823">
                  <c:v>24.4</c:v>
                </c:pt>
                <c:pt idx="21824">
                  <c:v>24.4</c:v>
                </c:pt>
                <c:pt idx="21825">
                  <c:v>24.4</c:v>
                </c:pt>
                <c:pt idx="21826">
                  <c:v>24.4</c:v>
                </c:pt>
                <c:pt idx="21827">
                  <c:v>24.4</c:v>
                </c:pt>
                <c:pt idx="21828">
                  <c:v>24.45</c:v>
                </c:pt>
                <c:pt idx="21829">
                  <c:v>24.45</c:v>
                </c:pt>
                <c:pt idx="21830">
                  <c:v>24.45</c:v>
                </c:pt>
                <c:pt idx="21831">
                  <c:v>24.5</c:v>
                </c:pt>
                <c:pt idx="21832">
                  <c:v>24.5</c:v>
                </c:pt>
                <c:pt idx="21833">
                  <c:v>24.5</c:v>
                </c:pt>
                <c:pt idx="21834">
                  <c:v>24.55</c:v>
                </c:pt>
                <c:pt idx="21835">
                  <c:v>24.55</c:v>
                </c:pt>
                <c:pt idx="21836">
                  <c:v>24.6</c:v>
                </c:pt>
                <c:pt idx="21837">
                  <c:v>24.6</c:v>
                </c:pt>
                <c:pt idx="21838">
                  <c:v>24.6</c:v>
                </c:pt>
                <c:pt idx="21839">
                  <c:v>24.65</c:v>
                </c:pt>
                <c:pt idx="21840">
                  <c:v>24.65</c:v>
                </c:pt>
                <c:pt idx="21841">
                  <c:v>24.7</c:v>
                </c:pt>
                <c:pt idx="21842">
                  <c:v>24.65</c:v>
                </c:pt>
                <c:pt idx="21843">
                  <c:v>24.65</c:v>
                </c:pt>
                <c:pt idx="21844">
                  <c:v>24.6</c:v>
                </c:pt>
                <c:pt idx="21845">
                  <c:v>24.55</c:v>
                </c:pt>
                <c:pt idx="21846">
                  <c:v>24.5</c:v>
                </c:pt>
                <c:pt idx="21847">
                  <c:v>24.5</c:v>
                </c:pt>
                <c:pt idx="21848">
                  <c:v>24.45</c:v>
                </c:pt>
                <c:pt idx="21849">
                  <c:v>24.45</c:v>
                </c:pt>
                <c:pt idx="21850">
                  <c:v>24.4</c:v>
                </c:pt>
                <c:pt idx="21851">
                  <c:v>24.4</c:v>
                </c:pt>
                <c:pt idx="21852">
                  <c:v>24.4</c:v>
                </c:pt>
                <c:pt idx="21853">
                  <c:v>24.4</c:v>
                </c:pt>
                <c:pt idx="21854">
                  <c:v>24.4</c:v>
                </c:pt>
                <c:pt idx="21855">
                  <c:v>24.4</c:v>
                </c:pt>
                <c:pt idx="21856">
                  <c:v>24.4</c:v>
                </c:pt>
                <c:pt idx="21857">
                  <c:v>24.4</c:v>
                </c:pt>
                <c:pt idx="21858">
                  <c:v>24.45</c:v>
                </c:pt>
                <c:pt idx="21859">
                  <c:v>24.45</c:v>
                </c:pt>
                <c:pt idx="21860">
                  <c:v>24.45</c:v>
                </c:pt>
                <c:pt idx="21861">
                  <c:v>24.5</c:v>
                </c:pt>
                <c:pt idx="21862">
                  <c:v>24.5</c:v>
                </c:pt>
                <c:pt idx="21863">
                  <c:v>24.5</c:v>
                </c:pt>
                <c:pt idx="21864">
                  <c:v>24.5</c:v>
                </c:pt>
                <c:pt idx="21865">
                  <c:v>24.55</c:v>
                </c:pt>
                <c:pt idx="21866">
                  <c:v>24.55</c:v>
                </c:pt>
                <c:pt idx="21867">
                  <c:v>24.55</c:v>
                </c:pt>
                <c:pt idx="21868">
                  <c:v>24.6</c:v>
                </c:pt>
                <c:pt idx="21869">
                  <c:v>24.65</c:v>
                </c:pt>
                <c:pt idx="21870">
                  <c:v>24.65</c:v>
                </c:pt>
                <c:pt idx="21871">
                  <c:v>24.7</c:v>
                </c:pt>
                <c:pt idx="21872">
                  <c:v>24.7</c:v>
                </c:pt>
                <c:pt idx="21873">
                  <c:v>24.65</c:v>
                </c:pt>
                <c:pt idx="21874">
                  <c:v>24.6</c:v>
                </c:pt>
                <c:pt idx="21875">
                  <c:v>24.55</c:v>
                </c:pt>
                <c:pt idx="21876">
                  <c:v>24.5</c:v>
                </c:pt>
                <c:pt idx="21877">
                  <c:v>24.5</c:v>
                </c:pt>
                <c:pt idx="21878">
                  <c:v>24.45</c:v>
                </c:pt>
                <c:pt idx="21879">
                  <c:v>24.45</c:v>
                </c:pt>
                <c:pt idx="21880">
                  <c:v>24.4</c:v>
                </c:pt>
                <c:pt idx="21881">
                  <c:v>24.4</c:v>
                </c:pt>
                <c:pt idx="21882">
                  <c:v>24.4</c:v>
                </c:pt>
                <c:pt idx="21883">
                  <c:v>24.4</c:v>
                </c:pt>
                <c:pt idx="21884">
                  <c:v>24.4</c:v>
                </c:pt>
                <c:pt idx="21885">
                  <c:v>24.45</c:v>
                </c:pt>
                <c:pt idx="21886">
                  <c:v>24.45</c:v>
                </c:pt>
                <c:pt idx="21887">
                  <c:v>24.45</c:v>
                </c:pt>
                <c:pt idx="21888">
                  <c:v>24.45</c:v>
                </c:pt>
                <c:pt idx="21889">
                  <c:v>24.45</c:v>
                </c:pt>
                <c:pt idx="21890">
                  <c:v>24.5</c:v>
                </c:pt>
                <c:pt idx="21891">
                  <c:v>24.5</c:v>
                </c:pt>
                <c:pt idx="21892">
                  <c:v>24.5</c:v>
                </c:pt>
                <c:pt idx="21893">
                  <c:v>24.5</c:v>
                </c:pt>
                <c:pt idx="21894">
                  <c:v>24.55</c:v>
                </c:pt>
                <c:pt idx="21895">
                  <c:v>24.55</c:v>
                </c:pt>
                <c:pt idx="21896">
                  <c:v>24.6</c:v>
                </c:pt>
                <c:pt idx="21897">
                  <c:v>24.6</c:v>
                </c:pt>
                <c:pt idx="21898">
                  <c:v>24.6</c:v>
                </c:pt>
                <c:pt idx="21899">
                  <c:v>24.65</c:v>
                </c:pt>
                <c:pt idx="21900">
                  <c:v>24.65</c:v>
                </c:pt>
                <c:pt idx="21901">
                  <c:v>24.65</c:v>
                </c:pt>
                <c:pt idx="21902">
                  <c:v>24.65</c:v>
                </c:pt>
                <c:pt idx="21903">
                  <c:v>24.6</c:v>
                </c:pt>
                <c:pt idx="21904">
                  <c:v>24.6</c:v>
                </c:pt>
                <c:pt idx="21905">
                  <c:v>24.55</c:v>
                </c:pt>
                <c:pt idx="21906">
                  <c:v>24.55</c:v>
                </c:pt>
                <c:pt idx="21907">
                  <c:v>24.5</c:v>
                </c:pt>
                <c:pt idx="21908">
                  <c:v>24.45</c:v>
                </c:pt>
                <c:pt idx="21909">
                  <c:v>24.45</c:v>
                </c:pt>
                <c:pt idx="21910">
                  <c:v>24.45</c:v>
                </c:pt>
                <c:pt idx="21911">
                  <c:v>24.45</c:v>
                </c:pt>
                <c:pt idx="21912">
                  <c:v>24.4</c:v>
                </c:pt>
                <c:pt idx="21913">
                  <c:v>24.45</c:v>
                </c:pt>
                <c:pt idx="21914">
                  <c:v>24.45</c:v>
                </c:pt>
                <c:pt idx="21915">
                  <c:v>24.45</c:v>
                </c:pt>
                <c:pt idx="21916">
                  <c:v>24.45</c:v>
                </c:pt>
                <c:pt idx="21917">
                  <c:v>24.45</c:v>
                </c:pt>
                <c:pt idx="21918">
                  <c:v>24.45</c:v>
                </c:pt>
                <c:pt idx="21919">
                  <c:v>24.5</c:v>
                </c:pt>
                <c:pt idx="21920">
                  <c:v>24.5</c:v>
                </c:pt>
                <c:pt idx="21921">
                  <c:v>24.5</c:v>
                </c:pt>
                <c:pt idx="21922">
                  <c:v>24.55</c:v>
                </c:pt>
                <c:pt idx="21923">
                  <c:v>24.55</c:v>
                </c:pt>
                <c:pt idx="21924">
                  <c:v>24.6</c:v>
                </c:pt>
                <c:pt idx="21925">
                  <c:v>24.6</c:v>
                </c:pt>
                <c:pt idx="21926">
                  <c:v>24.65</c:v>
                </c:pt>
                <c:pt idx="21927">
                  <c:v>24.65</c:v>
                </c:pt>
                <c:pt idx="21928">
                  <c:v>24.65</c:v>
                </c:pt>
                <c:pt idx="21929">
                  <c:v>24.65</c:v>
                </c:pt>
                <c:pt idx="21930">
                  <c:v>24.65</c:v>
                </c:pt>
                <c:pt idx="21931">
                  <c:v>24.7</c:v>
                </c:pt>
                <c:pt idx="21932">
                  <c:v>24.7</c:v>
                </c:pt>
                <c:pt idx="21933">
                  <c:v>24.65</c:v>
                </c:pt>
                <c:pt idx="21934">
                  <c:v>24.6</c:v>
                </c:pt>
                <c:pt idx="21935">
                  <c:v>24.6</c:v>
                </c:pt>
                <c:pt idx="21936">
                  <c:v>24.5</c:v>
                </c:pt>
                <c:pt idx="21937">
                  <c:v>24.5</c:v>
                </c:pt>
                <c:pt idx="21938">
                  <c:v>24.45</c:v>
                </c:pt>
                <c:pt idx="21939">
                  <c:v>24.4</c:v>
                </c:pt>
                <c:pt idx="21940">
                  <c:v>24.4</c:v>
                </c:pt>
                <c:pt idx="21941">
                  <c:v>24.4</c:v>
                </c:pt>
                <c:pt idx="21942">
                  <c:v>24.4</c:v>
                </c:pt>
                <c:pt idx="21943">
                  <c:v>24.4</c:v>
                </c:pt>
                <c:pt idx="21944">
                  <c:v>24.4</c:v>
                </c:pt>
                <c:pt idx="21945">
                  <c:v>24.4</c:v>
                </c:pt>
                <c:pt idx="21946">
                  <c:v>24.45</c:v>
                </c:pt>
                <c:pt idx="21947">
                  <c:v>24.45</c:v>
                </c:pt>
                <c:pt idx="21948">
                  <c:v>24.45</c:v>
                </c:pt>
                <c:pt idx="21949">
                  <c:v>24.5</c:v>
                </c:pt>
                <c:pt idx="21950">
                  <c:v>24.5</c:v>
                </c:pt>
                <c:pt idx="21951">
                  <c:v>24.5</c:v>
                </c:pt>
                <c:pt idx="21952">
                  <c:v>24.5</c:v>
                </c:pt>
                <c:pt idx="21953">
                  <c:v>24.5</c:v>
                </c:pt>
                <c:pt idx="21954">
                  <c:v>24.55</c:v>
                </c:pt>
                <c:pt idx="21955">
                  <c:v>24.6</c:v>
                </c:pt>
                <c:pt idx="21956">
                  <c:v>24.6</c:v>
                </c:pt>
                <c:pt idx="21957">
                  <c:v>24.6</c:v>
                </c:pt>
                <c:pt idx="21958">
                  <c:v>24.6</c:v>
                </c:pt>
                <c:pt idx="21959">
                  <c:v>24.65</c:v>
                </c:pt>
                <c:pt idx="21960">
                  <c:v>24.65</c:v>
                </c:pt>
                <c:pt idx="21961">
                  <c:v>24.7</c:v>
                </c:pt>
                <c:pt idx="21962">
                  <c:v>24.65</c:v>
                </c:pt>
                <c:pt idx="21963">
                  <c:v>24.65</c:v>
                </c:pt>
                <c:pt idx="21964">
                  <c:v>24.6</c:v>
                </c:pt>
                <c:pt idx="21965">
                  <c:v>24.55</c:v>
                </c:pt>
                <c:pt idx="21966">
                  <c:v>24.5</c:v>
                </c:pt>
                <c:pt idx="21967">
                  <c:v>24.45</c:v>
                </c:pt>
                <c:pt idx="21968">
                  <c:v>24.45</c:v>
                </c:pt>
                <c:pt idx="21969">
                  <c:v>24.4</c:v>
                </c:pt>
                <c:pt idx="21970">
                  <c:v>24.4</c:v>
                </c:pt>
                <c:pt idx="21971">
                  <c:v>24.4</c:v>
                </c:pt>
                <c:pt idx="21972">
                  <c:v>24.4</c:v>
                </c:pt>
                <c:pt idx="21973">
                  <c:v>24.35</c:v>
                </c:pt>
                <c:pt idx="21974">
                  <c:v>24.4</c:v>
                </c:pt>
                <c:pt idx="21975">
                  <c:v>24.4</c:v>
                </c:pt>
                <c:pt idx="21976">
                  <c:v>24.4</c:v>
                </c:pt>
                <c:pt idx="21977">
                  <c:v>24.4</c:v>
                </c:pt>
                <c:pt idx="21978">
                  <c:v>24.45</c:v>
                </c:pt>
                <c:pt idx="21979">
                  <c:v>24.45</c:v>
                </c:pt>
                <c:pt idx="21980">
                  <c:v>24.5</c:v>
                </c:pt>
                <c:pt idx="21981">
                  <c:v>24.5</c:v>
                </c:pt>
                <c:pt idx="21982">
                  <c:v>24.55</c:v>
                </c:pt>
                <c:pt idx="21983">
                  <c:v>24.55</c:v>
                </c:pt>
                <c:pt idx="21984">
                  <c:v>24.6</c:v>
                </c:pt>
                <c:pt idx="21985">
                  <c:v>24.6</c:v>
                </c:pt>
                <c:pt idx="21986">
                  <c:v>24.6</c:v>
                </c:pt>
                <c:pt idx="21987">
                  <c:v>24.65</c:v>
                </c:pt>
                <c:pt idx="21988">
                  <c:v>24.65</c:v>
                </c:pt>
                <c:pt idx="21989">
                  <c:v>24.7</c:v>
                </c:pt>
                <c:pt idx="21990">
                  <c:v>24.7</c:v>
                </c:pt>
                <c:pt idx="21991">
                  <c:v>24.7</c:v>
                </c:pt>
                <c:pt idx="21992">
                  <c:v>24.7</c:v>
                </c:pt>
                <c:pt idx="21993">
                  <c:v>24.65</c:v>
                </c:pt>
                <c:pt idx="21994">
                  <c:v>24.6</c:v>
                </c:pt>
                <c:pt idx="21995">
                  <c:v>24.55</c:v>
                </c:pt>
                <c:pt idx="21996">
                  <c:v>24.55</c:v>
                </c:pt>
                <c:pt idx="21997">
                  <c:v>24.5</c:v>
                </c:pt>
                <c:pt idx="21998">
                  <c:v>24.5</c:v>
                </c:pt>
                <c:pt idx="21999">
                  <c:v>24.45</c:v>
                </c:pt>
                <c:pt idx="22000">
                  <c:v>24.4</c:v>
                </c:pt>
                <c:pt idx="22001">
                  <c:v>24.4</c:v>
                </c:pt>
                <c:pt idx="22002">
                  <c:v>24.4</c:v>
                </c:pt>
                <c:pt idx="22003">
                  <c:v>24.4</c:v>
                </c:pt>
                <c:pt idx="22004">
                  <c:v>24.4</c:v>
                </c:pt>
                <c:pt idx="22005">
                  <c:v>24.45</c:v>
                </c:pt>
                <c:pt idx="22006">
                  <c:v>24.45</c:v>
                </c:pt>
                <c:pt idx="22007">
                  <c:v>24.45</c:v>
                </c:pt>
                <c:pt idx="22008">
                  <c:v>24.45</c:v>
                </c:pt>
                <c:pt idx="22009">
                  <c:v>24.45</c:v>
                </c:pt>
                <c:pt idx="22010">
                  <c:v>24.5</c:v>
                </c:pt>
                <c:pt idx="22011">
                  <c:v>24.5</c:v>
                </c:pt>
                <c:pt idx="22012">
                  <c:v>24.5</c:v>
                </c:pt>
                <c:pt idx="22013">
                  <c:v>24.55</c:v>
                </c:pt>
                <c:pt idx="22014">
                  <c:v>24.55</c:v>
                </c:pt>
                <c:pt idx="22015">
                  <c:v>24.55</c:v>
                </c:pt>
                <c:pt idx="22016">
                  <c:v>24.6</c:v>
                </c:pt>
                <c:pt idx="22017">
                  <c:v>24.6</c:v>
                </c:pt>
                <c:pt idx="22018">
                  <c:v>24.6</c:v>
                </c:pt>
                <c:pt idx="22019">
                  <c:v>24.65</c:v>
                </c:pt>
                <c:pt idx="22020">
                  <c:v>24.65</c:v>
                </c:pt>
                <c:pt idx="22021">
                  <c:v>24.7</c:v>
                </c:pt>
                <c:pt idx="22022">
                  <c:v>24.65</c:v>
                </c:pt>
                <c:pt idx="22023">
                  <c:v>24.65</c:v>
                </c:pt>
                <c:pt idx="22024">
                  <c:v>24.6</c:v>
                </c:pt>
                <c:pt idx="22025">
                  <c:v>24.55</c:v>
                </c:pt>
                <c:pt idx="22026">
                  <c:v>24.55</c:v>
                </c:pt>
                <c:pt idx="22027">
                  <c:v>24.5</c:v>
                </c:pt>
                <c:pt idx="22028">
                  <c:v>24.45</c:v>
                </c:pt>
                <c:pt idx="22029">
                  <c:v>24.45</c:v>
                </c:pt>
                <c:pt idx="22030">
                  <c:v>24.45</c:v>
                </c:pt>
                <c:pt idx="22031">
                  <c:v>24.45</c:v>
                </c:pt>
                <c:pt idx="22032">
                  <c:v>24.45</c:v>
                </c:pt>
                <c:pt idx="22033">
                  <c:v>24.45</c:v>
                </c:pt>
                <c:pt idx="22034">
                  <c:v>24.45</c:v>
                </c:pt>
                <c:pt idx="22035">
                  <c:v>24.45</c:v>
                </c:pt>
                <c:pt idx="22036">
                  <c:v>24.45</c:v>
                </c:pt>
                <c:pt idx="22037">
                  <c:v>24.5</c:v>
                </c:pt>
                <c:pt idx="22038">
                  <c:v>24.5</c:v>
                </c:pt>
                <c:pt idx="22039">
                  <c:v>24.5</c:v>
                </c:pt>
                <c:pt idx="22040">
                  <c:v>24.5</c:v>
                </c:pt>
                <c:pt idx="22041">
                  <c:v>24.55</c:v>
                </c:pt>
                <c:pt idx="22042">
                  <c:v>24.55</c:v>
                </c:pt>
                <c:pt idx="22043">
                  <c:v>24.55</c:v>
                </c:pt>
                <c:pt idx="22044">
                  <c:v>24.6</c:v>
                </c:pt>
                <c:pt idx="22045">
                  <c:v>24.6</c:v>
                </c:pt>
                <c:pt idx="22046">
                  <c:v>24.65</c:v>
                </c:pt>
                <c:pt idx="22047">
                  <c:v>24.65</c:v>
                </c:pt>
                <c:pt idx="22048">
                  <c:v>24.7</c:v>
                </c:pt>
                <c:pt idx="22049">
                  <c:v>24.7</c:v>
                </c:pt>
                <c:pt idx="22050">
                  <c:v>24.7</c:v>
                </c:pt>
                <c:pt idx="22051">
                  <c:v>24.7</c:v>
                </c:pt>
                <c:pt idx="22052">
                  <c:v>24.7</c:v>
                </c:pt>
                <c:pt idx="22053">
                  <c:v>24.65</c:v>
                </c:pt>
                <c:pt idx="22054">
                  <c:v>24.65</c:v>
                </c:pt>
                <c:pt idx="22055">
                  <c:v>24.6</c:v>
                </c:pt>
                <c:pt idx="22056">
                  <c:v>24.6</c:v>
                </c:pt>
                <c:pt idx="22057">
                  <c:v>24.5</c:v>
                </c:pt>
                <c:pt idx="22058">
                  <c:v>24.45</c:v>
                </c:pt>
                <c:pt idx="22059">
                  <c:v>24.45</c:v>
                </c:pt>
                <c:pt idx="22060">
                  <c:v>24.4</c:v>
                </c:pt>
                <c:pt idx="22061">
                  <c:v>24.4</c:v>
                </c:pt>
                <c:pt idx="22062">
                  <c:v>24.4</c:v>
                </c:pt>
                <c:pt idx="22063">
                  <c:v>24.4</c:v>
                </c:pt>
                <c:pt idx="22064">
                  <c:v>24.4</c:v>
                </c:pt>
                <c:pt idx="22065">
                  <c:v>24.4</c:v>
                </c:pt>
                <c:pt idx="22066">
                  <c:v>24.4</c:v>
                </c:pt>
                <c:pt idx="22067">
                  <c:v>24.4</c:v>
                </c:pt>
                <c:pt idx="22068">
                  <c:v>24.4</c:v>
                </c:pt>
                <c:pt idx="22069">
                  <c:v>24.45</c:v>
                </c:pt>
                <c:pt idx="22070">
                  <c:v>24.45</c:v>
                </c:pt>
                <c:pt idx="22071">
                  <c:v>24.5</c:v>
                </c:pt>
                <c:pt idx="22072">
                  <c:v>24.5</c:v>
                </c:pt>
                <c:pt idx="22073">
                  <c:v>24.55</c:v>
                </c:pt>
                <c:pt idx="22074">
                  <c:v>24.55</c:v>
                </c:pt>
                <c:pt idx="22075">
                  <c:v>24.55</c:v>
                </c:pt>
                <c:pt idx="22076">
                  <c:v>24.6</c:v>
                </c:pt>
                <c:pt idx="22077">
                  <c:v>24.6</c:v>
                </c:pt>
                <c:pt idx="22078">
                  <c:v>24.65</c:v>
                </c:pt>
                <c:pt idx="22079">
                  <c:v>24.7</c:v>
                </c:pt>
                <c:pt idx="22080">
                  <c:v>24.7</c:v>
                </c:pt>
                <c:pt idx="22081">
                  <c:v>24.7</c:v>
                </c:pt>
                <c:pt idx="22082">
                  <c:v>24.7</c:v>
                </c:pt>
                <c:pt idx="22083">
                  <c:v>24.7</c:v>
                </c:pt>
                <c:pt idx="22084">
                  <c:v>24.65</c:v>
                </c:pt>
                <c:pt idx="22085">
                  <c:v>24.6</c:v>
                </c:pt>
                <c:pt idx="22086">
                  <c:v>24.55</c:v>
                </c:pt>
                <c:pt idx="22087">
                  <c:v>24.5</c:v>
                </c:pt>
                <c:pt idx="22088">
                  <c:v>24.45</c:v>
                </c:pt>
                <c:pt idx="22089">
                  <c:v>24.45</c:v>
                </c:pt>
                <c:pt idx="22090">
                  <c:v>24.4</c:v>
                </c:pt>
                <c:pt idx="22091">
                  <c:v>24.4</c:v>
                </c:pt>
                <c:pt idx="22092">
                  <c:v>24.4</c:v>
                </c:pt>
                <c:pt idx="22093">
                  <c:v>24.4</c:v>
                </c:pt>
                <c:pt idx="22094">
                  <c:v>24.4</c:v>
                </c:pt>
                <c:pt idx="22095">
                  <c:v>24.4</c:v>
                </c:pt>
                <c:pt idx="22096">
                  <c:v>24.4</c:v>
                </c:pt>
                <c:pt idx="22097">
                  <c:v>24.4</c:v>
                </c:pt>
                <c:pt idx="22098">
                  <c:v>24.4</c:v>
                </c:pt>
                <c:pt idx="22099">
                  <c:v>24.45</c:v>
                </c:pt>
                <c:pt idx="22100">
                  <c:v>24.45</c:v>
                </c:pt>
                <c:pt idx="22101">
                  <c:v>24.45</c:v>
                </c:pt>
                <c:pt idx="22102">
                  <c:v>24.5</c:v>
                </c:pt>
                <c:pt idx="22103">
                  <c:v>24.5</c:v>
                </c:pt>
                <c:pt idx="22104">
                  <c:v>24.55</c:v>
                </c:pt>
                <c:pt idx="22105">
                  <c:v>24.55</c:v>
                </c:pt>
                <c:pt idx="22106">
                  <c:v>24.55</c:v>
                </c:pt>
                <c:pt idx="22107">
                  <c:v>24.6</c:v>
                </c:pt>
                <c:pt idx="22108">
                  <c:v>24.65</c:v>
                </c:pt>
                <c:pt idx="22109">
                  <c:v>24.65</c:v>
                </c:pt>
                <c:pt idx="22110">
                  <c:v>24.65</c:v>
                </c:pt>
                <c:pt idx="22111">
                  <c:v>24.7</c:v>
                </c:pt>
                <c:pt idx="22112">
                  <c:v>24.7</c:v>
                </c:pt>
                <c:pt idx="22113">
                  <c:v>24.65</c:v>
                </c:pt>
                <c:pt idx="22114">
                  <c:v>24.6</c:v>
                </c:pt>
                <c:pt idx="22115">
                  <c:v>24.6</c:v>
                </c:pt>
                <c:pt idx="22116">
                  <c:v>24.55</c:v>
                </c:pt>
                <c:pt idx="22117">
                  <c:v>24.5</c:v>
                </c:pt>
                <c:pt idx="22118">
                  <c:v>24.45</c:v>
                </c:pt>
                <c:pt idx="22119">
                  <c:v>24.4</c:v>
                </c:pt>
                <c:pt idx="22120">
                  <c:v>24.4</c:v>
                </c:pt>
                <c:pt idx="22121">
                  <c:v>24.4</c:v>
                </c:pt>
                <c:pt idx="22122">
                  <c:v>24.35</c:v>
                </c:pt>
                <c:pt idx="22123">
                  <c:v>24.35</c:v>
                </c:pt>
                <c:pt idx="22124">
                  <c:v>24.4</c:v>
                </c:pt>
                <c:pt idx="22125">
                  <c:v>24.4</c:v>
                </c:pt>
                <c:pt idx="22126">
                  <c:v>24.4</c:v>
                </c:pt>
                <c:pt idx="22127">
                  <c:v>24.4</c:v>
                </c:pt>
                <c:pt idx="22128">
                  <c:v>24.4</c:v>
                </c:pt>
                <c:pt idx="22129">
                  <c:v>24.45</c:v>
                </c:pt>
                <c:pt idx="22130">
                  <c:v>24.45</c:v>
                </c:pt>
                <c:pt idx="22131">
                  <c:v>24.45</c:v>
                </c:pt>
                <c:pt idx="22132">
                  <c:v>24.5</c:v>
                </c:pt>
                <c:pt idx="22133">
                  <c:v>24.5</c:v>
                </c:pt>
                <c:pt idx="22134">
                  <c:v>24.55</c:v>
                </c:pt>
                <c:pt idx="22135">
                  <c:v>24.55</c:v>
                </c:pt>
                <c:pt idx="22136">
                  <c:v>24.6</c:v>
                </c:pt>
                <c:pt idx="22137">
                  <c:v>24.6</c:v>
                </c:pt>
                <c:pt idx="22138">
                  <c:v>24.65</c:v>
                </c:pt>
                <c:pt idx="22139">
                  <c:v>24.65</c:v>
                </c:pt>
                <c:pt idx="22140">
                  <c:v>24.65</c:v>
                </c:pt>
                <c:pt idx="22141">
                  <c:v>24.65</c:v>
                </c:pt>
                <c:pt idx="22142">
                  <c:v>24.65</c:v>
                </c:pt>
                <c:pt idx="22143">
                  <c:v>24.6</c:v>
                </c:pt>
                <c:pt idx="22144">
                  <c:v>24.6</c:v>
                </c:pt>
                <c:pt idx="22145">
                  <c:v>24.55</c:v>
                </c:pt>
                <c:pt idx="22146">
                  <c:v>24.5</c:v>
                </c:pt>
                <c:pt idx="22147">
                  <c:v>24.45</c:v>
                </c:pt>
                <c:pt idx="22148">
                  <c:v>24.4</c:v>
                </c:pt>
                <c:pt idx="22149">
                  <c:v>24.4</c:v>
                </c:pt>
                <c:pt idx="22150">
                  <c:v>24.4</c:v>
                </c:pt>
                <c:pt idx="22151">
                  <c:v>24.4</c:v>
                </c:pt>
                <c:pt idx="22152">
                  <c:v>24.4</c:v>
                </c:pt>
                <c:pt idx="22153">
                  <c:v>24.4</c:v>
                </c:pt>
                <c:pt idx="22154">
                  <c:v>24.4</c:v>
                </c:pt>
                <c:pt idx="22155">
                  <c:v>24.4</c:v>
                </c:pt>
                <c:pt idx="22156">
                  <c:v>24.4</c:v>
                </c:pt>
                <c:pt idx="22157">
                  <c:v>24.45</c:v>
                </c:pt>
                <c:pt idx="22158">
                  <c:v>24.4</c:v>
                </c:pt>
                <c:pt idx="22159">
                  <c:v>24.45</c:v>
                </c:pt>
                <c:pt idx="22160">
                  <c:v>24.45</c:v>
                </c:pt>
                <c:pt idx="22161">
                  <c:v>24.45</c:v>
                </c:pt>
                <c:pt idx="22162">
                  <c:v>24.55</c:v>
                </c:pt>
                <c:pt idx="22163">
                  <c:v>24.5</c:v>
                </c:pt>
                <c:pt idx="22164">
                  <c:v>24.55</c:v>
                </c:pt>
                <c:pt idx="22165">
                  <c:v>24.55</c:v>
                </c:pt>
                <c:pt idx="22166">
                  <c:v>24.6</c:v>
                </c:pt>
                <c:pt idx="22167">
                  <c:v>24.6</c:v>
                </c:pt>
                <c:pt idx="22168">
                  <c:v>24.65</c:v>
                </c:pt>
                <c:pt idx="22169">
                  <c:v>24.65</c:v>
                </c:pt>
                <c:pt idx="22170">
                  <c:v>24.7</c:v>
                </c:pt>
                <c:pt idx="22171">
                  <c:v>24.7</c:v>
                </c:pt>
                <c:pt idx="22172">
                  <c:v>24.65</c:v>
                </c:pt>
                <c:pt idx="22173">
                  <c:v>24.65</c:v>
                </c:pt>
                <c:pt idx="22174">
                  <c:v>24.6</c:v>
                </c:pt>
                <c:pt idx="22175">
                  <c:v>24.5</c:v>
                </c:pt>
                <c:pt idx="22176">
                  <c:v>24.45</c:v>
                </c:pt>
                <c:pt idx="22177">
                  <c:v>24.45</c:v>
                </c:pt>
                <c:pt idx="22178">
                  <c:v>24.4</c:v>
                </c:pt>
                <c:pt idx="22179">
                  <c:v>24.4</c:v>
                </c:pt>
                <c:pt idx="22180">
                  <c:v>24.4</c:v>
                </c:pt>
                <c:pt idx="22181">
                  <c:v>24.4</c:v>
                </c:pt>
                <c:pt idx="22182">
                  <c:v>24.4</c:v>
                </c:pt>
                <c:pt idx="22183">
                  <c:v>24.4</c:v>
                </c:pt>
                <c:pt idx="22184">
                  <c:v>24.4</c:v>
                </c:pt>
                <c:pt idx="22185">
                  <c:v>24.4</c:v>
                </c:pt>
                <c:pt idx="22186">
                  <c:v>24.4</c:v>
                </c:pt>
                <c:pt idx="22187">
                  <c:v>24.4</c:v>
                </c:pt>
                <c:pt idx="22188">
                  <c:v>24.45</c:v>
                </c:pt>
                <c:pt idx="22189">
                  <c:v>24.45</c:v>
                </c:pt>
                <c:pt idx="22190">
                  <c:v>24.45</c:v>
                </c:pt>
                <c:pt idx="22191">
                  <c:v>24.5</c:v>
                </c:pt>
                <c:pt idx="22192">
                  <c:v>24.5</c:v>
                </c:pt>
                <c:pt idx="22193">
                  <c:v>24.5</c:v>
                </c:pt>
                <c:pt idx="22194">
                  <c:v>24.6</c:v>
                </c:pt>
                <c:pt idx="22195">
                  <c:v>24.6</c:v>
                </c:pt>
                <c:pt idx="22196">
                  <c:v>24.6</c:v>
                </c:pt>
                <c:pt idx="22197">
                  <c:v>24.6</c:v>
                </c:pt>
                <c:pt idx="22198">
                  <c:v>24.65</c:v>
                </c:pt>
                <c:pt idx="22199">
                  <c:v>24.65</c:v>
                </c:pt>
                <c:pt idx="22200">
                  <c:v>24.7</c:v>
                </c:pt>
                <c:pt idx="22201">
                  <c:v>24.7</c:v>
                </c:pt>
                <c:pt idx="22202">
                  <c:v>24.65</c:v>
                </c:pt>
                <c:pt idx="22203">
                  <c:v>24.65</c:v>
                </c:pt>
                <c:pt idx="22204">
                  <c:v>24.6</c:v>
                </c:pt>
                <c:pt idx="22205">
                  <c:v>24.6</c:v>
                </c:pt>
                <c:pt idx="22206">
                  <c:v>24.55</c:v>
                </c:pt>
                <c:pt idx="22207">
                  <c:v>24.5</c:v>
                </c:pt>
                <c:pt idx="22208">
                  <c:v>24.45</c:v>
                </c:pt>
                <c:pt idx="22209">
                  <c:v>24.45</c:v>
                </c:pt>
                <c:pt idx="22210">
                  <c:v>24.4</c:v>
                </c:pt>
                <c:pt idx="22211">
                  <c:v>24.45</c:v>
                </c:pt>
                <c:pt idx="22212">
                  <c:v>24.4</c:v>
                </c:pt>
                <c:pt idx="22213">
                  <c:v>24.4</c:v>
                </c:pt>
                <c:pt idx="22214">
                  <c:v>24.4</c:v>
                </c:pt>
                <c:pt idx="22215">
                  <c:v>24.4</c:v>
                </c:pt>
                <c:pt idx="22216">
                  <c:v>24.4</c:v>
                </c:pt>
                <c:pt idx="22217">
                  <c:v>24.45</c:v>
                </c:pt>
                <c:pt idx="22218">
                  <c:v>24.45</c:v>
                </c:pt>
                <c:pt idx="22219">
                  <c:v>24.45</c:v>
                </c:pt>
                <c:pt idx="22220">
                  <c:v>24.45</c:v>
                </c:pt>
                <c:pt idx="22221">
                  <c:v>24.45</c:v>
                </c:pt>
                <c:pt idx="22222">
                  <c:v>24.5</c:v>
                </c:pt>
                <c:pt idx="22223">
                  <c:v>24.5</c:v>
                </c:pt>
                <c:pt idx="22224">
                  <c:v>24.55</c:v>
                </c:pt>
                <c:pt idx="22225">
                  <c:v>24.55</c:v>
                </c:pt>
                <c:pt idx="22226">
                  <c:v>24.55</c:v>
                </c:pt>
                <c:pt idx="22227">
                  <c:v>24.6</c:v>
                </c:pt>
                <c:pt idx="22228">
                  <c:v>24.6</c:v>
                </c:pt>
                <c:pt idx="22229">
                  <c:v>24.6</c:v>
                </c:pt>
                <c:pt idx="22230">
                  <c:v>24.65</c:v>
                </c:pt>
                <c:pt idx="22231">
                  <c:v>24.65</c:v>
                </c:pt>
                <c:pt idx="22232">
                  <c:v>24.65</c:v>
                </c:pt>
                <c:pt idx="22233">
                  <c:v>24.6</c:v>
                </c:pt>
                <c:pt idx="22234">
                  <c:v>24.6</c:v>
                </c:pt>
                <c:pt idx="22235">
                  <c:v>24.55</c:v>
                </c:pt>
                <c:pt idx="22236">
                  <c:v>24.5</c:v>
                </c:pt>
                <c:pt idx="22237">
                  <c:v>24.45</c:v>
                </c:pt>
                <c:pt idx="22238">
                  <c:v>24.4</c:v>
                </c:pt>
                <c:pt idx="22239">
                  <c:v>24.4</c:v>
                </c:pt>
                <c:pt idx="22240">
                  <c:v>24.4</c:v>
                </c:pt>
                <c:pt idx="22241">
                  <c:v>24.4</c:v>
                </c:pt>
                <c:pt idx="22242">
                  <c:v>24.4</c:v>
                </c:pt>
                <c:pt idx="22243">
                  <c:v>24.4</c:v>
                </c:pt>
                <c:pt idx="22244">
                  <c:v>24.4</c:v>
                </c:pt>
                <c:pt idx="22245">
                  <c:v>24.4</c:v>
                </c:pt>
                <c:pt idx="22246">
                  <c:v>24.45</c:v>
                </c:pt>
                <c:pt idx="22247">
                  <c:v>24.45</c:v>
                </c:pt>
                <c:pt idx="22248">
                  <c:v>24.45</c:v>
                </c:pt>
                <c:pt idx="22249">
                  <c:v>24.5</c:v>
                </c:pt>
                <c:pt idx="22250">
                  <c:v>24.5</c:v>
                </c:pt>
                <c:pt idx="22251">
                  <c:v>24.5</c:v>
                </c:pt>
                <c:pt idx="22252">
                  <c:v>24.55</c:v>
                </c:pt>
                <c:pt idx="22253">
                  <c:v>24.55</c:v>
                </c:pt>
                <c:pt idx="22254">
                  <c:v>24.55</c:v>
                </c:pt>
                <c:pt idx="22255">
                  <c:v>24.55</c:v>
                </c:pt>
                <c:pt idx="22256">
                  <c:v>24.6</c:v>
                </c:pt>
                <c:pt idx="22257">
                  <c:v>24.6</c:v>
                </c:pt>
                <c:pt idx="22258">
                  <c:v>24.6</c:v>
                </c:pt>
                <c:pt idx="22259">
                  <c:v>24.65</c:v>
                </c:pt>
                <c:pt idx="22260">
                  <c:v>24.65</c:v>
                </c:pt>
                <c:pt idx="22261">
                  <c:v>24.65</c:v>
                </c:pt>
                <c:pt idx="22262">
                  <c:v>24.65</c:v>
                </c:pt>
                <c:pt idx="22263">
                  <c:v>24.65</c:v>
                </c:pt>
                <c:pt idx="22264">
                  <c:v>24.6</c:v>
                </c:pt>
                <c:pt idx="22265">
                  <c:v>24.55</c:v>
                </c:pt>
                <c:pt idx="22266">
                  <c:v>24.55</c:v>
                </c:pt>
                <c:pt idx="22267">
                  <c:v>24.5</c:v>
                </c:pt>
                <c:pt idx="22268">
                  <c:v>24.45</c:v>
                </c:pt>
                <c:pt idx="22269">
                  <c:v>24.45</c:v>
                </c:pt>
                <c:pt idx="22270">
                  <c:v>24.4</c:v>
                </c:pt>
                <c:pt idx="22271">
                  <c:v>24.4</c:v>
                </c:pt>
                <c:pt idx="22272">
                  <c:v>24.4</c:v>
                </c:pt>
                <c:pt idx="22273">
                  <c:v>24.4</c:v>
                </c:pt>
                <c:pt idx="22274">
                  <c:v>24.4</c:v>
                </c:pt>
                <c:pt idx="22275">
                  <c:v>24.4</c:v>
                </c:pt>
                <c:pt idx="22276">
                  <c:v>24.4</c:v>
                </c:pt>
                <c:pt idx="22277">
                  <c:v>24.45</c:v>
                </c:pt>
                <c:pt idx="22278">
                  <c:v>24.45</c:v>
                </c:pt>
                <c:pt idx="22279">
                  <c:v>24.45</c:v>
                </c:pt>
                <c:pt idx="22280">
                  <c:v>24.5</c:v>
                </c:pt>
                <c:pt idx="22281">
                  <c:v>24.5</c:v>
                </c:pt>
                <c:pt idx="22282">
                  <c:v>24.5</c:v>
                </c:pt>
                <c:pt idx="22283">
                  <c:v>24.55</c:v>
                </c:pt>
                <c:pt idx="22284">
                  <c:v>24.55</c:v>
                </c:pt>
                <c:pt idx="22285">
                  <c:v>24.6</c:v>
                </c:pt>
                <c:pt idx="22286">
                  <c:v>24.6</c:v>
                </c:pt>
                <c:pt idx="22287">
                  <c:v>24.6</c:v>
                </c:pt>
                <c:pt idx="22288">
                  <c:v>24.65</c:v>
                </c:pt>
                <c:pt idx="22289">
                  <c:v>24.65</c:v>
                </c:pt>
                <c:pt idx="22290">
                  <c:v>24.65</c:v>
                </c:pt>
                <c:pt idx="22291">
                  <c:v>24.65</c:v>
                </c:pt>
                <c:pt idx="22292">
                  <c:v>24.65</c:v>
                </c:pt>
                <c:pt idx="22293">
                  <c:v>24.65</c:v>
                </c:pt>
                <c:pt idx="22294">
                  <c:v>24.6</c:v>
                </c:pt>
                <c:pt idx="22295">
                  <c:v>24.55</c:v>
                </c:pt>
                <c:pt idx="22296">
                  <c:v>24.5</c:v>
                </c:pt>
                <c:pt idx="22297">
                  <c:v>24.5</c:v>
                </c:pt>
                <c:pt idx="22298">
                  <c:v>24.45</c:v>
                </c:pt>
                <c:pt idx="22299">
                  <c:v>24.4</c:v>
                </c:pt>
                <c:pt idx="22300">
                  <c:v>24.4</c:v>
                </c:pt>
                <c:pt idx="22301">
                  <c:v>24.4</c:v>
                </c:pt>
                <c:pt idx="22302">
                  <c:v>24.4</c:v>
                </c:pt>
                <c:pt idx="22303">
                  <c:v>24.4</c:v>
                </c:pt>
                <c:pt idx="22304">
                  <c:v>24.4</c:v>
                </c:pt>
                <c:pt idx="22305">
                  <c:v>24.4</c:v>
                </c:pt>
                <c:pt idx="22306">
                  <c:v>24.4</c:v>
                </c:pt>
                <c:pt idx="22307">
                  <c:v>24.45</c:v>
                </c:pt>
                <c:pt idx="22308">
                  <c:v>24.45</c:v>
                </c:pt>
                <c:pt idx="22309">
                  <c:v>24.45</c:v>
                </c:pt>
                <c:pt idx="22310">
                  <c:v>24.5</c:v>
                </c:pt>
                <c:pt idx="22311">
                  <c:v>24.5</c:v>
                </c:pt>
                <c:pt idx="22312">
                  <c:v>24.5</c:v>
                </c:pt>
                <c:pt idx="22313">
                  <c:v>24.55</c:v>
                </c:pt>
                <c:pt idx="22314">
                  <c:v>24.55</c:v>
                </c:pt>
                <c:pt idx="22315">
                  <c:v>24.6</c:v>
                </c:pt>
                <c:pt idx="22316">
                  <c:v>24.6</c:v>
                </c:pt>
                <c:pt idx="22317">
                  <c:v>24.65</c:v>
                </c:pt>
                <c:pt idx="22318">
                  <c:v>24.65</c:v>
                </c:pt>
                <c:pt idx="22319">
                  <c:v>24.65</c:v>
                </c:pt>
                <c:pt idx="22320">
                  <c:v>24.7</c:v>
                </c:pt>
                <c:pt idx="22321">
                  <c:v>24.7</c:v>
                </c:pt>
                <c:pt idx="22322">
                  <c:v>24.7</c:v>
                </c:pt>
                <c:pt idx="22323">
                  <c:v>24.65</c:v>
                </c:pt>
                <c:pt idx="22324">
                  <c:v>24.65</c:v>
                </c:pt>
                <c:pt idx="22325">
                  <c:v>24.6</c:v>
                </c:pt>
                <c:pt idx="22326">
                  <c:v>24.55</c:v>
                </c:pt>
                <c:pt idx="22327">
                  <c:v>24.5</c:v>
                </c:pt>
                <c:pt idx="22328">
                  <c:v>24.45</c:v>
                </c:pt>
                <c:pt idx="22329">
                  <c:v>24.45</c:v>
                </c:pt>
                <c:pt idx="22330">
                  <c:v>24.4</c:v>
                </c:pt>
                <c:pt idx="22331">
                  <c:v>24.4</c:v>
                </c:pt>
                <c:pt idx="22332">
                  <c:v>24.4</c:v>
                </c:pt>
                <c:pt idx="22333">
                  <c:v>24.4</c:v>
                </c:pt>
                <c:pt idx="22334">
                  <c:v>24.4</c:v>
                </c:pt>
                <c:pt idx="22335">
                  <c:v>24.4</c:v>
                </c:pt>
                <c:pt idx="22336">
                  <c:v>24.4</c:v>
                </c:pt>
                <c:pt idx="22337">
                  <c:v>24.4</c:v>
                </c:pt>
                <c:pt idx="22338">
                  <c:v>24.45</c:v>
                </c:pt>
                <c:pt idx="22339">
                  <c:v>24.45</c:v>
                </c:pt>
                <c:pt idx="22340">
                  <c:v>24.5</c:v>
                </c:pt>
                <c:pt idx="22341">
                  <c:v>24.5</c:v>
                </c:pt>
                <c:pt idx="22342">
                  <c:v>24.5</c:v>
                </c:pt>
                <c:pt idx="22343">
                  <c:v>24.55</c:v>
                </c:pt>
                <c:pt idx="22344">
                  <c:v>24.55</c:v>
                </c:pt>
                <c:pt idx="22345">
                  <c:v>24.6</c:v>
                </c:pt>
                <c:pt idx="22346">
                  <c:v>24.6</c:v>
                </c:pt>
                <c:pt idx="22347">
                  <c:v>24.65</c:v>
                </c:pt>
                <c:pt idx="22348">
                  <c:v>24.65</c:v>
                </c:pt>
                <c:pt idx="22349">
                  <c:v>24.7</c:v>
                </c:pt>
                <c:pt idx="22350">
                  <c:v>24.7</c:v>
                </c:pt>
                <c:pt idx="22351">
                  <c:v>24.7</c:v>
                </c:pt>
                <c:pt idx="22352">
                  <c:v>24.7</c:v>
                </c:pt>
                <c:pt idx="22353">
                  <c:v>24.65</c:v>
                </c:pt>
                <c:pt idx="22354">
                  <c:v>24.65</c:v>
                </c:pt>
                <c:pt idx="22355">
                  <c:v>24.55</c:v>
                </c:pt>
                <c:pt idx="22356">
                  <c:v>24.55</c:v>
                </c:pt>
                <c:pt idx="22357">
                  <c:v>24.5</c:v>
                </c:pt>
                <c:pt idx="22358">
                  <c:v>24.45</c:v>
                </c:pt>
                <c:pt idx="22359">
                  <c:v>24.4</c:v>
                </c:pt>
                <c:pt idx="22360">
                  <c:v>24.4</c:v>
                </c:pt>
                <c:pt idx="22361">
                  <c:v>24.4</c:v>
                </c:pt>
                <c:pt idx="22362">
                  <c:v>24.4</c:v>
                </c:pt>
                <c:pt idx="22363">
                  <c:v>24.4</c:v>
                </c:pt>
                <c:pt idx="22364">
                  <c:v>24.4</c:v>
                </c:pt>
                <c:pt idx="22365">
                  <c:v>24.4</c:v>
                </c:pt>
                <c:pt idx="22366">
                  <c:v>24.4</c:v>
                </c:pt>
                <c:pt idx="22367">
                  <c:v>24.45</c:v>
                </c:pt>
                <c:pt idx="22368">
                  <c:v>24.45</c:v>
                </c:pt>
                <c:pt idx="22369">
                  <c:v>24.45</c:v>
                </c:pt>
                <c:pt idx="22370">
                  <c:v>24.5</c:v>
                </c:pt>
                <c:pt idx="22371">
                  <c:v>24.5</c:v>
                </c:pt>
                <c:pt idx="22372">
                  <c:v>24.55</c:v>
                </c:pt>
                <c:pt idx="22373">
                  <c:v>24.55</c:v>
                </c:pt>
                <c:pt idx="22374">
                  <c:v>24.55</c:v>
                </c:pt>
                <c:pt idx="22375">
                  <c:v>24.6</c:v>
                </c:pt>
                <c:pt idx="22376">
                  <c:v>24.6</c:v>
                </c:pt>
                <c:pt idx="22377">
                  <c:v>24.65</c:v>
                </c:pt>
                <c:pt idx="22378">
                  <c:v>24.65</c:v>
                </c:pt>
                <c:pt idx="22379">
                  <c:v>24.65</c:v>
                </c:pt>
                <c:pt idx="22380">
                  <c:v>24.65</c:v>
                </c:pt>
                <c:pt idx="22381">
                  <c:v>24.65</c:v>
                </c:pt>
                <c:pt idx="22382">
                  <c:v>24.65</c:v>
                </c:pt>
                <c:pt idx="22383">
                  <c:v>24.6</c:v>
                </c:pt>
                <c:pt idx="22384">
                  <c:v>24.6</c:v>
                </c:pt>
                <c:pt idx="22385">
                  <c:v>24.55</c:v>
                </c:pt>
                <c:pt idx="22386">
                  <c:v>24.5</c:v>
                </c:pt>
                <c:pt idx="22387">
                  <c:v>24.45</c:v>
                </c:pt>
                <c:pt idx="22388">
                  <c:v>24.45</c:v>
                </c:pt>
                <c:pt idx="22389">
                  <c:v>24.4</c:v>
                </c:pt>
                <c:pt idx="22390">
                  <c:v>24.4</c:v>
                </c:pt>
                <c:pt idx="22391">
                  <c:v>24.4</c:v>
                </c:pt>
                <c:pt idx="22392">
                  <c:v>24.4</c:v>
                </c:pt>
                <c:pt idx="22393">
                  <c:v>24.4</c:v>
                </c:pt>
                <c:pt idx="22394">
                  <c:v>24.4</c:v>
                </c:pt>
                <c:pt idx="22395">
                  <c:v>24.4</c:v>
                </c:pt>
                <c:pt idx="22396">
                  <c:v>24.4</c:v>
                </c:pt>
                <c:pt idx="22397">
                  <c:v>24.45</c:v>
                </c:pt>
                <c:pt idx="22398">
                  <c:v>24.45</c:v>
                </c:pt>
                <c:pt idx="22399">
                  <c:v>24.5</c:v>
                </c:pt>
                <c:pt idx="22400">
                  <c:v>24.5</c:v>
                </c:pt>
                <c:pt idx="22401">
                  <c:v>24.5</c:v>
                </c:pt>
                <c:pt idx="22402">
                  <c:v>24.55</c:v>
                </c:pt>
                <c:pt idx="22403">
                  <c:v>24.55</c:v>
                </c:pt>
                <c:pt idx="22404">
                  <c:v>24.6</c:v>
                </c:pt>
                <c:pt idx="22405">
                  <c:v>24.6</c:v>
                </c:pt>
                <c:pt idx="22406">
                  <c:v>24.6</c:v>
                </c:pt>
                <c:pt idx="22407">
                  <c:v>24.65</c:v>
                </c:pt>
                <c:pt idx="22408">
                  <c:v>24.65</c:v>
                </c:pt>
                <c:pt idx="22409">
                  <c:v>24.65</c:v>
                </c:pt>
                <c:pt idx="22410">
                  <c:v>24.7</c:v>
                </c:pt>
                <c:pt idx="22411">
                  <c:v>24.7</c:v>
                </c:pt>
                <c:pt idx="22412">
                  <c:v>24.7</c:v>
                </c:pt>
                <c:pt idx="22413">
                  <c:v>24.65</c:v>
                </c:pt>
                <c:pt idx="22414">
                  <c:v>24.6</c:v>
                </c:pt>
                <c:pt idx="22415">
                  <c:v>24.55</c:v>
                </c:pt>
                <c:pt idx="22416">
                  <c:v>24.55</c:v>
                </c:pt>
                <c:pt idx="22417">
                  <c:v>24.5</c:v>
                </c:pt>
                <c:pt idx="22418">
                  <c:v>24.5</c:v>
                </c:pt>
                <c:pt idx="22419">
                  <c:v>24.45</c:v>
                </c:pt>
                <c:pt idx="22420">
                  <c:v>24.4</c:v>
                </c:pt>
                <c:pt idx="22421">
                  <c:v>24.4</c:v>
                </c:pt>
                <c:pt idx="22422">
                  <c:v>24.4</c:v>
                </c:pt>
                <c:pt idx="22423">
                  <c:v>24.4</c:v>
                </c:pt>
                <c:pt idx="22424">
                  <c:v>24.4</c:v>
                </c:pt>
                <c:pt idx="22425">
                  <c:v>24.4</c:v>
                </c:pt>
                <c:pt idx="22426">
                  <c:v>24.4</c:v>
                </c:pt>
                <c:pt idx="22427">
                  <c:v>24.4</c:v>
                </c:pt>
                <c:pt idx="22428">
                  <c:v>24.4</c:v>
                </c:pt>
                <c:pt idx="22429">
                  <c:v>24.45</c:v>
                </c:pt>
                <c:pt idx="22430">
                  <c:v>24.45</c:v>
                </c:pt>
                <c:pt idx="22431">
                  <c:v>24.5</c:v>
                </c:pt>
                <c:pt idx="22432">
                  <c:v>24.5</c:v>
                </c:pt>
                <c:pt idx="22433">
                  <c:v>24.55</c:v>
                </c:pt>
                <c:pt idx="22434">
                  <c:v>24.55</c:v>
                </c:pt>
                <c:pt idx="22435">
                  <c:v>24.6</c:v>
                </c:pt>
                <c:pt idx="22436">
                  <c:v>24.6</c:v>
                </c:pt>
                <c:pt idx="22437">
                  <c:v>24.65</c:v>
                </c:pt>
                <c:pt idx="22438">
                  <c:v>24.65</c:v>
                </c:pt>
                <c:pt idx="22439">
                  <c:v>24.65</c:v>
                </c:pt>
                <c:pt idx="22440">
                  <c:v>24.7</c:v>
                </c:pt>
                <c:pt idx="22441">
                  <c:v>24.7</c:v>
                </c:pt>
                <c:pt idx="22442">
                  <c:v>24.7</c:v>
                </c:pt>
                <c:pt idx="22443">
                  <c:v>24.65</c:v>
                </c:pt>
                <c:pt idx="22444">
                  <c:v>24.6</c:v>
                </c:pt>
                <c:pt idx="22445">
                  <c:v>24.6</c:v>
                </c:pt>
                <c:pt idx="22446">
                  <c:v>24.5</c:v>
                </c:pt>
                <c:pt idx="22447">
                  <c:v>24.45</c:v>
                </c:pt>
                <c:pt idx="22448">
                  <c:v>24.45</c:v>
                </c:pt>
                <c:pt idx="22449">
                  <c:v>24.4</c:v>
                </c:pt>
                <c:pt idx="22450">
                  <c:v>24.4</c:v>
                </c:pt>
                <c:pt idx="22451">
                  <c:v>24.4</c:v>
                </c:pt>
                <c:pt idx="22452">
                  <c:v>24.4</c:v>
                </c:pt>
                <c:pt idx="22453">
                  <c:v>24.4</c:v>
                </c:pt>
                <c:pt idx="22454">
                  <c:v>24.4</c:v>
                </c:pt>
                <c:pt idx="22455">
                  <c:v>24.4</c:v>
                </c:pt>
                <c:pt idx="22456">
                  <c:v>24.4</c:v>
                </c:pt>
                <c:pt idx="22457">
                  <c:v>24.4</c:v>
                </c:pt>
                <c:pt idx="22458">
                  <c:v>24.45</c:v>
                </c:pt>
                <c:pt idx="22459">
                  <c:v>24.45</c:v>
                </c:pt>
                <c:pt idx="22460">
                  <c:v>24.5</c:v>
                </c:pt>
                <c:pt idx="22461">
                  <c:v>24.5</c:v>
                </c:pt>
                <c:pt idx="22462">
                  <c:v>24.55</c:v>
                </c:pt>
                <c:pt idx="22463">
                  <c:v>24.55</c:v>
                </c:pt>
                <c:pt idx="22464">
                  <c:v>24.55</c:v>
                </c:pt>
                <c:pt idx="22465">
                  <c:v>24.6</c:v>
                </c:pt>
                <c:pt idx="22466">
                  <c:v>24.6</c:v>
                </c:pt>
                <c:pt idx="22467">
                  <c:v>24.6</c:v>
                </c:pt>
                <c:pt idx="22468">
                  <c:v>24.65</c:v>
                </c:pt>
                <c:pt idx="22469">
                  <c:v>24.65</c:v>
                </c:pt>
                <c:pt idx="22470">
                  <c:v>24.7</c:v>
                </c:pt>
                <c:pt idx="22471">
                  <c:v>24.7</c:v>
                </c:pt>
                <c:pt idx="22472">
                  <c:v>24.7</c:v>
                </c:pt>
                <c:pt idx="22473">
                  <c:v>24.65</c:v>
                </c:pt>
                <c:pt idx="22474">
                  <c:v>24.6</c:v>
                </c:pt>
                <c:pt idx="22475">
                  <c:v>24.55</c:v>
                </c:pt>
                <c:pt idx="22476">
                  <c:v>24.5</c:v>
                </c:pt>
                <c:pt idx="22477">
                  <c:v>24.5</c:v>
                </c:pt>
                <c:pt idx="22478">
                  <c:v>24.45</c:v>
                </c:pt>
                <c:pt idx="22479">
                  <c:v>24.45</c:v>
                </c:pt>
                <c:pt idx="22480">
                  <c:v>24.4</c:v>
                </c:pt>
                <c:pt idx="22481">
                  <c:v>24.4</c:v>
                </c:pt>
                <c:pt idx="22482">
                  <c:v>24.4</c:v>
                </c:pt>
                <c:pt idx="22483">
                  <c:v>24.4</c:v>
                </c:pt>
                <c:pt idx="22484">
                  <c:v>24.4</c:v>
                </c:pt>
                <c:pt idx="22485">
                  <c:v>24.4</c:v>
                </c:pt>
                <c:pt idx="22486">
                  <c:v>24.4</c:v>
                </c:pt>
                <c:pt idx="22487">
                  <c:v>24.4</c:v>
                </c:pt>
                <c:pt idx="22488">
                  <c:v>24.45</c:v>
                </c:pt>
                <c:pt idx="22489">
                  <c:v>24.45</c:v>
                </c:pt>
                <c:pt idx="22490">
                  <c:v>24.45</c:v>
                </c:pt>
                <c:pt idx="22491">
                  <c:v>24.45</c:v>
                </c:pt>
                <c:pt idx="22492">
                  <c:v>24.5</c:v>
                </c:pt>
                <c:pt idx="22493">
                  <c:v>24.5</c:v>
                </c:pt>
                <c:pt idx="22494">
                  <c:v>24.55</c:v>
                </c:pt>
                <c:pt idx="22495">
                  <c:v>24.55</c:v>
                </c:pt>
                <c:pt idx="22496">
                  <c:v>24.55</c:v>
                </c:pt>
                <c:pt idx="22497">
                  <c:v>24.6</c:v>
                </c:pt>
                <c:pt idx="22498">
                  <c:v>24.6</c:v>
                </c:pt>
                <c:pt idx="22499">
                  <c:v>24.65</c:v>
                </c:pt>
                <c:pt idx="22500">
                  <c:v>24.65</c:v>
                </c:pt>
                <c:pt idx="22501">
                  <c:v>24.65</c:v>
                </c:pt>
                <c:pt idx="22502">
                  <c:v>24.65</c:v>
                </c:pt>
                <c:pt idx="22503">
                  <c:v>24.6</c:v>
                </c:pt>
                <c:pt idx="22504">
                  <c:v>24.6</c:v>
                </c:pt>
                <c:pt idx="22505">
                  <c:v>24.55</c:v>
                </c:pt>
                <c:pt idx="22506">
                  <c:v>24.5</c:v>
                </c:pt>
                <c:pt idx="22507">
                  <c:v>24.45</c:v>
                </c:pt>
                <c:pt idx="22508">
                  <c:v>24.45</c:v>
                </c:pt>
                <c:pt idx="22509">
                  <c:v>24.45</c:v>
                </c:pt>
                <c:pt idx="22510">
                  <c:v>24.45</c:v>
                </c:pt>
                <c:pt idx="22511">
                  <c:v>24.4</c:v>
                </c:pt>
                <c:pt idx="22512">
                  <c:v>24.4</c:v>
                </c:pt>
                <c:pt idx="22513">
                  <c:v>24.4</c:v>
                </c:pt>
                <c:pt idx="22514">
                  <c:v>24.4</c:v>
                </c:pt>
                <c:pt idx="22515">
                  <c:v>24.45</c:v>
                </c:pt>
                <c:pt idx="22516">
                  <c:v>24.45</c:v>
                </c:pt>
                <c:pt idx="22517">
                  <c:v>24.45</c:v>
                </c:pt>
                <c:pt idx="22518">
                  <c:v>24.45</c:v>
                </c:pt>
                <c:pt idx="22519">
                  <c:v>24.45</c:v>
                </c:pt>
                <c:pt idx="22520">
                  <c:v>24.5</c:v>
                </c:pt>
                <c:pt idx="22521">
                  <c:v>24.5</c:v>
                </c:pt>
                <c:pt idx="22522">
                  <c:v>24.5</c:v>
                </c:pt>
                <c:pt idx="22523">
                  <c:v>24.55</c:v>
                </c:pt>
                <c:pt idx="22524">
                  <c:v>24.55</c:v>
                </c:pt>
                <c:pt idx="22525">
                  <c:v>24.55</c:v>
                </c:pt>
                <c:pt idx="22526">
                  <c:v>24.6</c:v>
                </c:pt>
                <c:pt idx="22527">
                  <c:v>24.6</c:v>
                </c:pt>
                <c:pt idx="22528">
                  <c:v>24.65</c:v>
                </c:pt>
                <c:pt idx="22529">
                  <c:v>24.65</c:v>
                </c:pt>
                <c:pt idx="22530">
                  <c:v>24.65</c:v>
                </c:pt>
                <c:pt idx="22531">
                  <c:v>24.7</c:v>
                </c:pt>
                <c:pt idx="22532">
                  <c:v>24.65</c:v>
                </c:pt>
                <c:pt idx="22533">
                  <c:v>24.6</c:v>
                </c:pt>
                <c:pt idx="22534">
                  <c:v>24.55</c:v>
                </c:pt>
                <c:pt idx="22535">
                  <c:v>24.5</c:v>
                </c:pt>
                <c:pt idx="22536">
                  <c:v>24.45</c:v>
                </c:pt>
                <c:pt idx="22537">
                  <c:v>24.4</c:v>
                </c:pt>
                <c:pt idx="22538">
                  <c:v>24.4</c:v>
                </c:pt>
                <c:pt idx="22539">
                  <c:v>24.35</c:v>
                </c:pt>
                <c:pt idx="22540">
                  <c:v>24.35</c:v>
                </c:pt>
                <c:pt idx="22541">
                  <c:v>24.35</c:v>
                </c:pt>
                <c:pt idx="22542">
                  <c:v>24.35</c:v>
                </c:pt>
                <c:pt idx="22543">
                  <c:v>24.35</c:v>
                </c:pt>
                <c:pt idx="22544">
                  <c:v>24.4</c:v>
                </c:pt>
                <c:pt idx="22545">
                  <c:v>24.4</c:v>
                </c:pt>
                <c:pt idx="22546">
                  <c:v>24.4</c:v>
                </c:pt>
                <c:pt idx="22547">
                  <c:v>24.45</c:v>
                </c:pt>
                <c:pt idx="22548">
                  <c:v>24.45</c:v>
                </c:pt>
                <c:pt idx="22549">
                  <c:v>24.45</c:v>
                </c:pt>
                <c:pt idx="22550">
                  <c:v>24.5</c:v>
                </c:pt>
                <c:pt idx="22551">
                  <c:v>24.5</c:v>
                </c:pt>
                <c:pt idx="22552">
                  <c:v>24.5</c:v>
                </c:pt>
                <c:pt idx="22553">
                  <c:v>24.55</c:v>
                </c:pt>
                <c:pt idx="22554">
                  <c:v>24.55</c:v>
                </c:pt>
                <c:pt idx="22555">
                  <c:v>24.6</c:v>
                </c:pt>
                <c:pt idx="22556">
                  <c:v>24.6</c:v>
                </c:pt>
                <c:pt idx="22557">
                  <c:v>24.65</c:v>
                </c:pt>
                <c:pt idx="22558">
                  <c:v>24.65</c:v>
                </c:pt>
                <c:pt idx="22559">
                  <c:v>24.7</c:v>
                </c:pt>
                <c:pt idx="22560">
                  <c:v>24.7</c:v>
                </c:pt>
                <c:pt idx="22561">
                  <c:v>24.7</c:v>
                </c:pt>
                <c:pt idx="22562">
                  <c:v>24.7</c:v>
                </c:pt>
                <c:pt idx="22563">
                  <c:v>24.65</c:v>
                </c:pt>
                <c:pt idx="22564">
                  <c:v>24.6</c:v>
                </c:pt>
                <c:pt idx="22565">
                  <c:v>24.55</c:v>
                </c:pt>
                <c:pt idx="22566">
                  <c:v>24.55</c:v>
                </c:pt>
                <c:pt idx="22567">
                  <c:v>24.5</c:v>
                </c:pt>
                <c:pt idx="22568">
                  <c:v>24.45</c:v>
                </c:pt>
                <c:pt idx="22569">
                  <c:v>24.45</c:v>
                </c:pt>
                <c:pt idx="22570">
                  <c:v>24.4</c:v>
                </c:pt>
                <c:pt idx="22571">
                  <c:v>24.4</c:v>
                </c:pt>
                <c:pt idx="22572">
                  <c:v>24.4</c:v>
                </c:pt>
                <c:pt idx="22573">
                  <c:v>24.4</c:v>
                </c:pt>
                <c:pt idx="22574">
                  <c:v>24.4</c:v>
                </c:pt>
                <c:pt idx="22575">
                  <c:v>24.4</c:v>
                </c:pt>
                <c:pt idx="22576">
                  <c:v>24.4</c:v>
                </c:pt>
                <c:pt idx="22577">
                  <c:v>24.45</c:v>
                </c:pt>
                <c:pt idx="22578">
                  <c:v>24.45</c:v>
                </c:pt>
                <c:pt idx="22579">
                  <c:v>24.45</c:v>
                </c:pt>
                <c:pt idx="22580">
                  <c:v>24.45</c:v>
                </c:pt>
                <c:pt idx="22581">
                  <c:v>24.5</c:v>
                </c:pt>
                <c:pt idx="22582">
                  <c:v>24.5</c:v>
                </c:pt>
                <c:pt idx="22583">
                  <c:v>24.5</c:v>
                </c:pt>
                <c:pt idx="22584">
                  <c:v>24.55</c:v>
                </c:pt>
                <c:pt idx="22585">
                  <c:v>24.55</c:v>
                </c:pt>
                <c:pt idx="22586">
                  <c:v>24.55</c:v>
                </c:pt>
                <c:pt idx="22587">
                  <c:v>24.6</c:v>
                </c:pt>
                <c:pt idx="22588">
                  <c:v>24.6</c:v>
                </c:pt>
                <c:pt idx="22589">
                  <c:v>24.65</c:v>
                </c:pt>
                <c:pt idx="22590">
                  <c:v>24.65</c:v>
                </c:pt>
                <c:pt idx="22591">
                  <c:v>24.65</c:v>
                </c:pt>
                <c:pt idx="22592">
                  <c:v>24.65</c:v>
                </c:pt>
                <c:pt idx="22593">
                  <c:v>24.6</c:v>
                </c:pt>
                <c:pt idx="22594">
                  <c:v>24.6</c:v>
                </c:pt>
                <c:pt idx="22595">
                  <c:v>24.55</c:v>
                </c:pt>
                <c:pt idx="22596">
                  <c:v>24.5</c:v>
                </c:pt>
                <c:pt idx="22597">
                  <c:v>24.45</c:v>
                </c:pt>
                <c:pt idx="22598">
                  <c:v>24.45</c:v>
                </c:pt>
                <c:pt idx="22599">
                  <c:v>24.4</c:v>
                </c:pt>
                <c:pt idx="22600">
                  <c:v>24.4</c:v>
                </c:pt>
                <c:pt idx="22601">
                  <c:v>24.4</c:v>
                </c:pt>
                <c:pt idx="22602">
                  <c:v>24.35</c:v>
                </c:pt>
                <c:pt idx="22603">
                  <c:v>24.35</c:v>
                </c:pt>
                <c:pt idx="22604">
                  <c:v>24.4</c:v>
                </c:pt>
                <c:pt idx="22605">
                  <c:v>24.4</c:v>
                </c:pt>
                <c:pt idx="22606">
                  <c:v>24.4</c:v>
                </c:pt>
                <c:pt idx="22607">
                  <c:v>24.4</c:v>
                </c:pt>
                <c:pt idx="22608">
                  <c:v>24.4</c:v>
                </c:pt>
                <c:pt idx="22609">
                  <c:v>24.45</c:v>
                </c:pt>
                <c:pt idx="22610">
                  <c:v>24.45</c:v>
                </c:pt>
                <c:pt idx="22611">
                  <c:v>24.45</c:v>
                </c:pt>
                <c:pt idx="22612">
                  <c:v>24.5</c:v>
                </c:pt>
                <c:pt idx="22613">
                  <c:v>24.5</c:v>
                </c:pt>
                <c:pt idx="22614">
                  <c:v>24.5</c:v>
                </c:pt>
                <c:pt idx="22615">
                  <c:v>24.55</c:v>
                </c:pt>
                <c:pt idx="22616">
                  <c:v>24.55</c:v>
                </c:pt>
                <c:pt idx="22617">
                  <c:v>24.6</c:v>
                </c:pt>
                <c:pt idx="22618">
                  <c:v>24.6</c:v>
                </c:pt>
                <c:pt idx="22619">
                  <c:v>24.65</c:v>
                </c:pt>
                <c:pt idx="22620">
                  <c:v>24.65</c:v>
                </c:pt>
                <c:pt idx="22621">
                  <c:v>24.65</c:v>
                </c:pt>
                <c:pt idx="22622">
                  <c:v>24.7</c:v>
                </c:pt>
                <c:pt idx="22623">
                  <c:v>24.65</c:v>
                </c:pt>
                <c:pt idx="22624">
                  <c:v>24.6</c:v>
                </c:pt>
                <c:pt idx="22625">
                  <c:v>24.55</c:v>
                </c:pt>
                <c:pt idx="22626">
                  <c:v>24.5</c:v>
                </c:pt>
                <c:pt idx="22627">
                  <c:v>24.5</c:v>
                </c:pt>
                <c:pt idx="22628">
                  <c:v>24.45</c:v>
                </c:pt>
                <c:pt idx="22629">
                  <c:v>24.45</c:v>
                </c:pt>
                <c:pt idx="22630">
                  <c:v>24.4</c:v>
                </c:pt>
                <c:pt idx="22631">
                  <c:v>24.4</c:v>
                </c:pt>
                <c:pt idx="22632">
                  <c:v>24.4</c:v>
                </c:pt>
                <c:pt idx="22633">
                  <c:v>24.4</c:v>
                </c:pt>
                <c:pt idx="22634">
                  <c:v>24.4</c:v>
                </c:pt>
                <c:pt idx="22635">
                  <c:v>24.4</c:v>
                </c:pt>
                <c:pt idx="22636">
                  <c:v>24.4</c:v>
                </c:pt>
                <c:pt idx="22637">
                  <c:v>24.4</c:v>
                </c:pt>
                <c:pt idx="22638">
                  <c:v>24.4</c:v>
                </c:pt>
                <c:pt idx="22639">
                  <c:v>24.45</c:v>
                </c:pt>
                <c:pt idx="22640">
                  <c:v>24.45</c:v>
                </c:pt>
                <c:pt idx="22641">
                  <c:v>24.45</c:v>
                </c:pt>
                <c:pt idx="22642">
                  <c:v>24.5</c:v>
                </c:pt>
                <c:pt idx="22643">
                  <c:v>24.5</c:v>
                </c:pt>
                <c:pt idx="22644">
                  <c:v>24.5</c:v>
                </c:pt>
                <c:pt idx="22645">
                  <c:v>24.55</c:v>
                </c:pt>
                <c:pt idx="22646">
                  <c:v>24.55</c:v>
                </c:pt>
                <c:pt idx="22647">
                  <c:v>24.55</c:v>
                </c:pt>
                <c:pt idx="22648">
                  <c:v>24.6</c:v>
                </c:pt>
                <c:pt idx="22649">
                  <c:v>24.6</c:v>
                </c:pt>
                <c:pt idx="22650">
                  <c:v>24.65</c:v>
                </c:pt>
                <c:pt idx="22651">
                  <c:v>24.65</c:v>
                </c:pt>
                <c:pt idx="22652">
                  <c:v>24.65</c:v>
                </c:pt>
                <c:pt idx="22653">
                  <c:v>24.6</c:v>
                </c:pt>
                <c:pt idx="22654">
                  <c:v>24.6</c:v>
                </c:pt>
                <c:pt idx="22655">
                  <c:v>24.55</c:v>
                </c:pt>
                <c:pt idx="22656">
                  <c:v>24.5</c:v>
                </c:pt>
                <c:pt idx="22657">
                  <c:v>24.45</c:v>
                </c:pt>
                <c:pt idx="22658">
                  <c:v>24.45</c:v>
                </c:pt>
                <c:pt idx="22659">
                  <c:v>24.45</c:v>
                </c:pt>
                <c:pt idx="22660">
                  <c:v>24.45</c:v>
                </c:pt>
                <c:pt idx="22661">
                  <c:v>24.4</c:v>
                </c:pt>
                <c:pt idx="22662">
                  <c:v>24.4</c:v>
                </c:pt>
                <c:pt idx="22663">
                  <c:v>24.4</c:v>
                </c:pt>
                <c:pt idx="22664">
                  <c:v>24.4</c:v>
                </c:pt>
                <c:pt idx="22665">
                  <c:v>24.4</c:v>
                </c:pt>
                <c:pt idx="22666">
                  <c:v>24.4</c:v>
                </c:pt>
                <c:pt idx="22667">
                  <c:v>24.45</c:v>
                </c:pt>
                <c:pt idx="22668">
                  <c:v>24.45</c:v>
                </c:pt>
                <c:pt idx="22669">
                  <c:v>24.45</c:v>
                </c:pt>
                <c:pt idx="22670">
                  <c:v>24.45</c:v>
                </c:pt>
                <c:pt idx="22671">
                  <c:v>24.5</c:v>
                </c:pt>
                <c:pt idx="22672">
                  <c:v>24.5</c:v>
                </c:pt>
                <c:pt idx="22673">
                  <c:v>24.5</c:v>
                </c:pt>
                <c:pt idx="22674">
                  <c:v>24.55</c:v>
                </c:pt>
                <c:pt idx="22675">
                  <c:v>24.55</c:v>
                </c:pt>
                <c:pt idx="22676">
                  <c:v>24.55</c:v>
                </c:pt>
                <c:pt idx="22677">
                  <c:v>24.6</c:v>
                </c:pt>
                <c:pt idx="22678">
                  <c:v>24.6</c:v>
                </c:pt>
                <c:pt idx="22679">
                  <c:v>24.65</c:v>
                </c:pt>
                <c:pt idx="22680">
                  <c:v>24.65</c:v>
                </c:pt>
                <c:pt idx="22681">
                  <c:v>24.7</c:v>
                </c:pt>
                <c:pt idx="22682">
                  <c:v>24.65</c:v>
                </c:pt>
                <c:pt idx="22683">
                  <c:v>24.65</c:v>
                </c:pt>
                <c:pt idx="22684">
                  <c:v>24.6</c:v>
                </c:pt>
                <c:pt idx="22685">
                  <c:v>24.55</c:v>
                </c:pt>
                <c:pt idx="22686">
                  <c:v>24.5</c:v>
                </c:pt>
                <c:pt idx="22687">
                  <c:v>24.5</c:v>
                </c:pt>
                <c:pt idx="22688">
                  <c:v>24.45</c:v>
                </c:pt>
                <c:pt idx="22689">
                  <c:v>24.45</c:v>
                </c:pt>
                <c:pt idx="22690">
                  <c:v>24.45</c:v>
                </c:pt>
                <c:pt idx="22691">
                  <c:v>24.4</c:v>
                </c:pt>
                <c:pt idx="22692">
                  <c:v>24.4</c:v>
                </c:pt>
                <c:pt idx="22693">
                  <c:v>24.4</c:v>
                </c:pt>
                <c:pt idx="22694">
                  <c:v>24.4</c:v>
                </c:pt>
                <c:pt idx="22695">
                  <c:v>24.45</c:v>
                </c:pt>
                <c:pt idx="22696">
                  <c:v>24.45</c:v>
                </c:pt>
                <c:pt idx="22697">
                  <c:v>24.45</c:v>
                </c:pt>
                <c:pt idx="22698">
                  <c:v>24.45</c:v>
                </c:pt>
                <c:pt idx="22699">
                  <c:v>24.45</c:v>
                </c:pt>
                <c:pt idx="22700">
                  <c:v>24.5</c:v>
                </c:pt>
                <c:pt idx="22701">
                  <c:v>24.5</c:v>
                </c:pt>
                <c:pt idx="22702">
                  <c:v>24.55</c:v>
                </c:pt>
                <c:pt idx="22703">
                  <c:v>24.55</c:v>
                </c:pt>
                <c:pt idx="22704">
                  <c:v>24.55</c:v>
                </c:pt>
                <c:pt idx="22705">
                  <c:v>24.6</c:v>
                </c:pt>
                <c:pt idx="22706">
                  <c:v>24.6</c:v>
                </c:pt>
                <c:pt idx="22707">
                  <c:v>24.6</c:v>
                </c:pt>
                <c:pt idx="22708">
                  <c:v>24.65</c:v>
                </c:pt>
                <c:pt idx="22709">
                  <c:v>24.65</c:v>
                </c:pt>
                <c:pt idx="22710">
                  <c:v>24.7</c:v>
                </c:pt>
                <c:pt idx="22711">
                  <c:v>24.7</c:v>
                </c:pt>
                <c:pt idx="22712">
                  <c:v>24.65</c:v>
                </c:pt>
                <c:pt idx="22713">
                  <c:v>24.65</c:v>
                </c:pt>
                <c:pt idx="22714">
                  <c:v>24.6</c:v>
                </c:pt>
                <c:pt idx="22715">
                  <c:v>24.55</c:v>
                </c:pt>
                <c:pt idx="22716">
                  <c:v>24.5</c:v>
                </c:pt>
                <c:pt idx="22717">
                  <c:v>24.45</c:v>
                </c:pt>
                <c:pt idx="22718">
                  <c:v>24.45</c:v>
                </c:pt>
                <c:pt idx="22719">
                  <c:v>24.4</c:v>
                </c:pt>
                <c:pt idx="22720">
                  <c:v>24.4</c:v>
                </c:pt>
                <c:pt idx="22721">
                  <c:v>24.4</c:v>
                </c:pt>
                <c:pt idx="22722">
                  <c:v>24.4</c:v>
                </c:pt>
                <c:pt idx="22723">
                  <c:v>24.4</c:v>
                </c:pt>
                <c:pt idx="22724">
                  <c:v>24.4</c:v>
                </c:pt>
                <c:pt idx="22725">
                  <c:v>24.4</c:v>
                </c:pt>
                <c:pt idx="22726">
                  <c:v>24.4</c:v>
                </c:pt>
                <c:pt idx="22727">
                  <c:v>24.4</c:v>
                </c:pt>
                <c:pt idx="22728">
                  <c:v>24.45</c:v>
                </c:pt>
                <c:pt idx="22729">
                  <c:v>24.45</c:v>
                </c:pt>
                <c:pt idx="22730">
                  <c:v>24.45</c:v>
                </c:pt>
                <c:pt idx="22731">
                  <c:v>24.5</c:v>
                </c:pt>
                <c:pt idx="22732">
                  <c:v>24.5</c:v>
                </c:pt>
                <c:pt idx="22733">
                  <c:v>24.55</c:v>
                </c:pt>
                <c:pt idx="22734">
                  <c:v>24.55</c:v>
                </c:pt>
                <c:pt idx="22735">
                  <c:v>24.55</c:v>
                </c:pt>
                <c:pt idx="22736">
                  <c:v>24.6</c:v>
                </c:pt>
                <c:pt idx="22737">
                  <c:v>24.6</c:v>
                </c:pt>
                <c:pt idx="22738">
                  <c:v>24.65</c:v>
                </c:pt>
                <c:pt idx="22739">
                  <c:v>24.65</c:v>
                </c:pt>
                <c:pt idx="22740">
                  <c:v>24.65</c:v>
                </c:pt>
                <c:pt idx="22741">
                  <c:v>24.7</c:v>
                </c:pt>
                <c:pt idx="22742">
                  <c:v>24.65</c:v>
                </c:pt>
                <c:pt idx="22743">
                  <c:v>24.65</c:v>
                </c:pt>
                <c:pt idx="22744">
                  <c:v>24.6</c:v>
                </c:pt>
                <c:pt idx="22745">
                  <c:v>24.55</c:v>
                </c:pt>
                <c:pt idx="22746">
                  <c:v>24.5</c:v>
                </c:pt>
                <c:pt idx="22747">
                  <c:v>24.5</c:v>
                </c:pt>
                <c:pt idx="22748">
                  <c:v>24.45</c:v>
                </c:pt>
                <c:pt idx="22749">
                  <c:v>24.45</c:v>
                </c:pt>
                <c:pt idx="22750">
                  <c:v>24.45</c:v>
                </c:pt>
                <c:pt idx="22751">
                  <c:v>24.4</c:v>
                </c:pt>
                <c:pt idx="22752">
                  <c:v>24.4</c:v>
                </c:pt>
                <c:pt idx="22753">
                  <c:v>24.4</c:v>
                </c:pt>
                <c:pt idx="22754">
                  <c:v>24.4</c:v>
                </c:pt>
                <c:pt idx="22755">
                  <c:v>24.4</c:v>
                </c:pt>
                <c:pt idx="22756">
                  <c:v>24.4</c:v>
                </c:pt>
                <c:pt idx="22757">
                  <c:v>24.45</c:v>
                </c:pt>
                <c:pt idx="22758">
                  <c:v>24.45</c:v>
                </c:pt>
                <c:pt idx="22759">
                  <c:v>24.45</c:v>
                </c:pt>
                <c:pt idx="22760">
                  <c:v>24.5</c:v>
                </c:pt>
                <c:pt idx="22761">
                  <c:v>24.5</c:v>
                </c:pt>
                <c:pt idx="22762">
                  <c:v>24.5</c:v>
                </c:pt>
                <c:pt idx="22763">
                  <c:v>24.55</c:v>
                </c:pt>
                <c:pt idx="22764">
                  <c:v>24.55</c:v>
                </c:pt>
                <c:pt idx="22765">
                  <c:v>24.6</c:v>
                </c:pt>
                <c:pt idx="22766">
                  <c:v>24.6</c:v>
                </c:pt>
                <c:pt idx="22767">
                  <c:v>24.6</c:v>
                </c:pt>
                <c:pt idx="22768">
                  <c:v>24.65</c:v>
                </c:pt>
                <c:pt idx="22769">
                  <c:v>24.65</c:v>
                </c:pt>
                <c:pt idx="22770">
                  <c:v>24.7</c:v>
                </c:pt>
                <c:pt idx="22771">
                  <c:v>24.7</c:v>
                </c:pt>
                <c:pt idx="22772">
                  <c:v>24.7</c:v>
                </c:pt>
                <c:pt idx="22773">
                  <c:v>24.65</c:v>
                </c:pt>
                <c:pt idx="22774">
                  <c:v>24.6</c:v>
                </c:pt>
                <c:pt idx="22775">
                  <c:v>24.6</c:v>
                </c:pt>
                <c:pt idx="22776">
                  <c:v>24.55</c:v>
                </c:pt>
                <c:pt idx="22777">
                  <c:v>24.5</c:v>
                </c:pt>
                <c:pt idx="22778">
                  <c:v>24.45</c:v>
                </c:pt>
                <c:pt idx="22779">
                  <c:v>24.45</c:v>
                </c:pt>
                <c:pt idx="22780">
                  <c:v>24.4</c:v>
                </c:pt>
                <c:pt idx="22781">
                  <c:v>24.4</c:v>
                </c:pt>
                <c:pt idx="22782">
                  <c:v>24.4</c:v>
                </c:pt>
                <c:pt idx="22783">
                  <c:v>24.4</c:v>
                </c:pt>
                <c:pt idx="22784">
                  <c:v>24.4</c:v>
                </c:pt>
                <c:pt idx="22785">
                  <c:v>24.4</c:v>
                </c:pt>
                <c:pt idx="22786">
                  <c:v>24.45</c:v>
                </c:pt>
                <c:pt idx="22787">
                  <c:v>24.45</c:v>
                </c:pt>
                <c:pt idx="22788">
                  <c:v>24.45</c:v>
                </c:pt>
                <c:pt idx="22789">
                  <c:v>24.5</c:v>
                </c:pt>
                <c:pt idx="22790">
                  <c:v>24.5</c:v>
                </c:pt>
                <c:pt idx="22791">
                  <c:v>24.5</c:v>
                </c:pt>
                <c:pt idx="22792">
                  <c:v>24.55</c:v>
                </c:pt>
                <c:pt idx="22793">
                  <c:v>24.55</c:v>
                </c:pt>
                <c:pt idx="22794">
                  <c:v>24.6</c:v>
                </c:pt>
                <c:pt idx="22795">
                  <c:v>24.6</c:v>
                </c:pt>
                <c:pt idx="22796">
                  <c:v>24.6</c:v>
                </c:pt>
                <c:pt idx="22797">
                  <c:v>24.65</c:v>
                </c:pt>
                <c:pt idx="22798">
                  <c:v>24.65</c:v>
                </c:pt>
                <c:pt idx="22799">
                  <c:v>24.65</c:v>
                </c:pt>
                <c:pt idx="22800">
                  <c:v>24.7</c:v>
                </c:pt>
                <c:pt idx="22801">
                  <c:v>24.7</c:v>
                </c:pt>
                <c:pt idx="22802">
                  <c:v>24.7</c:v>
                </c:pt>
                <c:pt idx="22803">
                  <c:v>24.65</c:v>
                </c:pt>
                <c:pt idx="22804">
                  <c:v>24.6</c:v>
                </c:pt>
                <c:pt idx="22805">
                  <c:v>24.6</c:v>
                </c:pt>
                <c:pt idx="22806">
                  <c:v>24.55</c:v>
                </c:pt>
                <c:pt idx="22807">
                  <c:v>24.5</c:v>
                </c:pt>
                <c:pt idx="22808">
                  <c:v>24.5</c:v>
                </c:pt>
                <c:pt idx="22809">
                  <c:v>24.45</c:v>
                </c:pt>
                <c:pt idx="22810">
                  <c:v>24.4</c:v>
                </c:pt>
                <c:pt idx="22811">
                  <c:v>24.4</c:v>
                </c:pt>
                <c:pt idx="22812">
                  <c:v>24.4</c:v>
                </c:pt>
                <c:pt idx="22813">
                  <c:v>24.4</c:v>
                </c:pt>
                <c:pt idx="22814">
                  <c:v>24.35</c:v>
                </c:pt>
                <c:pt idx="22815">
                  <c:v>24.35</c:v>
                </c:pt>
                <c:pt idx="22816">
                  <c:v>24.4</c:v>
                </c:pt>
                <c:pt idx="22817">
                  <c:v>24.4</c:v>
                </c:pt>
                <c:pt idx="22818">
                  <c:v>24.4</c:v>
                </c:pt>
                <c:pt idx="22819">
                  <c:v>24.4</c:v>
                </c:pt>
                <c:pt idx="22820">
                  <c:v>24.45</c:v>
                </c:pt>
                <c:pt idx="22821">
                  <c:v>24.5</c:v>
                </c:pt>
                <c:pt idx="22822">
                  <c:v>24.5</c:v>
                </c:pt>
                <c:pt idx="22823">
                  <c:v>24.5</c:v>
                </c:pt>
                <c:pt idx="22824">
                  <c:v>24.5</c:v>
                </c:pt>
                <c:pt idx="22825">
                  <c:v>24.55</c:v>
                </c:pt>
                <c:pt idx="22826">
                  <c:v>24.55</c:v>
                </c:pt>
                <c:pt idx="22827">
                  <c:v>24.6</c:v>
                </c:pt>
                <c:pt idx="22828">
                  <c:v>24.6</c:v>
                </c:pt>
                <c:pt idx="22829">
                  <c:v>24.65</c:v>
                </c:pt>
                <c:pt idx="22830">
                  <c:v>24.65</c:v>
                </c:pt>
                <c:pt idx="22831">
                  <c:v>24.65</c:v>
                </c:pt>
                <c:pt idx="22832">
                  <c:v>24.65</c:v>
                </c:pt>
                <c:pt idx="22833">
                  <c:v>24.65</c:v>
                </c:pt>
                <c:pt idx="22834">
                  <c:v>24.6</c:v>
                </c:pt>
                <c:pt idx="22835">
                  <c:v>24.55</c:v>
                </c:pt>
                <c:pt idx="22836">
                  <c:v>24.5</c:v>
                </c:pt>
                <c:pt idx="22837">
                  <c:v>24.45</c:v>
                </c:pt>
                <c:pt idx="22838">
                  <c:v>24.45</c:v>
                </c:pt>
                <c:pt idx="22839">
                  <c:v>24.4</c:v>
                </c:pt>
                <c:pt idx="22840">
                  <c:v>24.4</c:v>
                </c:pt>
                <c:pt idx="22841">
                  <c:v>24.4</c:v>
                </c:pt>
                <c:pt idx="22842">
                  <c:v>24.4</c:v>
                </c:pt>
                <c:pt idx="22843">
                  <c:v>24.4</c:v>
                </c:pt>
                <c:pt idx="22844">
                  <c:v>24.4</c:v>
                </c:pt>
                <c:pt idx="22845">
                  <c:v>24.4</c:v>
                </c:pt>
                <c:pt idx="22846">
                  <c:v>24.4</c:v>
                </c:pt>
                <c:pt idx="22847">
                  <c:v>24.45</c:v>
                </c:pt>
                <c:pt idx="22848">
                  <c:v>24.45</c:v>
                </c:pt>
                <c:pt idx="22849">
                  <c:v>24.45</c:v>
                </c:pt>
                <c:pt idx="22850">
                  <c:v>24.5</c:v>
                </c:pt>
                <c:pt idx="22851">
                  <c:v>24.5</c:v>
                </c:pt>
                <c:pt idx="22852">
                  <c:v>24.5</c:v>
                </c:pt>
                <c:pt idx="22853">
                  <c:v>24.55</c:v>
                </c:pt>
                <c:pt idx="22854">
                  <c:v>24.55</c:v>
                </c:pt>
                <c:pt idx="22855">
                  <c:v>24.55</c:v>
                </c:pt>
                <c:pt idx="22856">
                  <c:v>24.6</c:v>
                </c:pt>
                <c:pt idx="22857">
                  <c:v>24.6</c:v>
                </c:pt>
                <c:pt idx="22858">
                  <c:v>24.6</c:v>
                </c:pt>
                <c:pt idx="22859">
                  <c:v>24.65</c:v>
                </c:pt>
                <c:pt idx="22860">
                  <c:v>24.65</c:v>
                </c:pt>
                <c:pt idx="22861">
                  <c:v>24.65</c:v>
                </c:pt>
                <c:pt idx="22862">
                  <c:v>24.6</c:v>
                </c:pt>
                <c:pt idx="22863">
                  <c:v>24.6</c:v>
                </c:pt>
                <c:pt idx="22864">
                  <c:v>24.55</c:v>
                </c:pt>
                <c:pt idx="22865">
                  <c:v>24.5</c:v>
                </c:pt>
                <c:pt idx="22866">
                  <c:v>24.5</c:v>
                </c:pt>
                <c:pt idx="22867">
                  <c:v>24.45</c:v>
                </c:pt>
                <c:pt idx="22868">
                  <c:v>24.4</c:v>
                </c:pt>
                <c:pt idx="22869">
                  <c:v>24.4</c:v>
                </c:pt>
                <c:pt idx="22870">
                  <c:v>24.4</c:v>
                </c:pt>
                <c:pt idx="22871">
                  <c:v>24.35</c:v>
                </c:pt>
                <c:pt idx="22872">
                  <c:v>24.35</c:v>
                </c:pt>
                <c:pt idx="22873">
                  <c:v>24.35</c:v>
                </c:pt>
                <c:pt idx="22874">
                  <c:v>24.4</c:v>
                </c:pt>
                <c:pt idx="22875">
                  <c:v>24.4</c:v>
                </c:pt>
                <c:pt idx="22876">
                  <c:v>24.4</c:v>
                </c:pt>
                <c:pt idx="22877">
                  <c:v>24.4</c:v>
                </c:pt>
                <c:pt idx="22878">
                  <c:v>24.4</c:v>
                </c:pt>
                <c:pt idx="22879">
                  <c:v>24.45</c:v>
                </c:pt>
                <c:pt idx="22880">
                  <c:v>24.45</c:v>
                </c:pt>
                <c:pt idx="22881">
                  <c:v>24.45</c:v>
                </c:pt>
                <c:pt idx="22882">
                  <c:v>24.5</c:v>
                </c:pt>
                <c:pt idx="22883">
                  <c:v>24.5</c:v>
                </c:pt>
                <c:pt idx="22884">
                  <c:v>24.5</c:v>
                </c:pt>
                <c:pt idx="22885">
                  <c:v>24.55</c:v>
                </c:pt>
                <c:pt idx="22886">
                  <c:v>24.55</c:v>
                </c:pt>
                <c:pt idx="22887">
                  <c:v>24.6</c:v>
                </c:pt>
                <c:pt idx="22888">
                  <c:v>24.6</c:v>
                </c:pt>
                <c:pt idx="22889">
                  <c:v>24.65</c:v>
                </c:pt>
                <c:pt idx="22890">
                  <c:v>24.65</c:v>
                </c:pt>
                <c:pt idx="22891">
                  <c:v>24.7</c:v>
                </c:pt>
                <c:pt idx="22892">
                  <c:v>24.7</c:v>
                </c:pt>
                <c:pt idx="22893">
                  <c:v>24.65</c:v>
                </c:pt>
                <c:pt idx="22894">
                  <c:v>24.65</c:v>
                </c:pt>
                <c:pt idx="22895">
                  <c:v>24.55</c:v>
                </c:pt>
                <c:pt idx="22896">
                  <c:v>24.55</c:v>
                </c:pt>
                <c:pt idx="22897">
                  <c:v>24.5</c:v>
                </c:pt>
                <c:pt idx="22898">
                  <c:v>24.5</c:v>
                </c:pt>
                <c:pt idx="22899">
                  <c:v>24.45</c:v>
                </c:pt>
                <c:pt idx="22900">
                  <c:v>24.45</c:v>
                </c:pt>
                <c:pt idx="22901">
                  <c:v>24.4</c:v>
                </c:pt>
                <c:pt idx="22902">
                  <c:v>24.4</c:v>
                </c:pt>
                <c:pt idx="22903">
                  <c:v>24.4</c:v>
                </c:pt>
                <c:pt idx="22904">
                  <c:v>24.4</c:v>
                </c:pt>
                <c:pt idx="22905">
                  <c:v>24.4</c:v>
                </c:pt>
                <c:pt idx="22906">
                  <c:v>24.4</c:v>
                </c:pt>
                <c:pt idx="22907">
                  <c:v>24.4</c:v>
                </c:pt>
                <c:pt idx="22908">
                  <c:v>24.45</c:v>
                </c:pt>
                <c:pt idx="22909">
                  <c:v>24.45</c:v>
                </c:pt>
                <c:pt idx="22910">
                  <c:v>24.45</c:v>
                </c:pt>
                <c:pt idx="22911">
                  <c:v>24.45</c:v>
                </c:pt>
                <c:pt idx="22912">
                  <c:v>24.5</c:v>
                </c:pt>
                <c:pt idx="22913">
                  <c:v>24.5</c:v>
                </c:pt>
                <c:pt idx="22914">
                  <c:v>24.5</c:v>
                </c:pt>
                <c:pt idx="22915">
                  <c:v>24.55</c:v>
                </c:pt>
                <c:pt idx="22916">
                  <c:v>24.55</c:v>
                </c:pt>
                <c:pt idx="22917">
                  <c:v>24.6</c:v>
                </c:pt>
                <c:pt idx="22918">
                  <c:v>24.6</c:v>
                </c:pt>
                <c:pt idx="22919">
                  <c:v>24.65</c:v>
                </c:pt>
                <c:pt idx="22920">
                  <c:v>24.65</c:v>
                </c:pt>
                <c:pt idx="22921">
                  <c:v>24.65</c:v>
                </c:pt>
                <c:pt idx="22922">
                  <c:v>24.65</c:v>
                </c:pt>
                <c:pt idx="22923">
                  <c:v>24.6</c:v>
                </c:pt>
                <c:pt idx="22924">
                  <c:v>24.6</c:v>
                </c:pt>
                <c:pt idx="22925">
                  <c:v>24.5</c:v>
                </c:pt>
                <c:pt idx="22926">
                  <c:v>24.45</c:v>
                </c:pt>
                <c:pt idx="22927">
                  <c:v>24.45</c:v>
                </c:pt>
                <c:pt idx="22928">
                  <c:v>24.45</c:v>
                </c:pt>
                <c:pt idx="22929">
                  <c:v>24.4</c:v>
                </c:pt>
                <c:pt idx="22930">
                  <c:v>24.4</c:v>
                </c:pt>
                <c:pt idx="22931">
                  <c:v>24.4</c:v>
                </c:pt>
                <c:pt idx="22932">
                  <c:v>24.4</c:v>
                </c:pt>
                <c:pt idx="22933">
                  <c:v>24.4</c:v>
                </c:pt>
                <c:pt idx="22934">
                  <c:v>24.4</c:v>
                </c:pt>
                <c:pt idx="22935">
                  <c:v>24.4</c:v>
                </c:pt>
                <c:pt idx="22936">
                  <c:v>24.45</c:v>
                </c:pt>
                <c:pt idx="22937">
                  <c:v>24.45</c:v>
                </c:pt>
                <c:pt idx="22938">
                  <c:v>24.45</c:v>
                </c:pt>
                <c:pt idx="22939">
                  <c:v>24.45</c:v>
                </c:pt>
                <c:pt idx="22940">
                  <c:v>24.5</c:v>
                </c:pt>
                <c:pt idx="22941">
                  <c:v>24.5</c:v>
                </c:pt>
                <c:pt idx="22942">
                  <c:v>24.5</c:v>
                </c:pt>
                <c:pt idx="22943">
                  <c:v>24.5</c:v>
                </c:pt>
                <c:pt idx="22944">
                  <c:v>24.55</c:v>
                </c:pt>
                <c:pt idx="22945">
                  <c:v>24.6</c:v>
                </c:pt>
                <c:pt idx="22946">
                  <c:v>24.6</c:v>
                </c:pt>
                <c:pt idx="22947">
                  <c:v>24.6</c:v>
                </c:pt>
                <c:pt idx="22948">
                  <c:v>24.6</c:v>
                </c:pt>
                <c:pt idx="22949">
                  <c:v>24.65</c:v>
                </c:pt>
                <c:pt idx="22950">
                  <c:v>24.65</c:v>
                </c:pt>
                <c:pt idx="22951">
                  <c:v>24.65</c:v>
                </c:pt>
                <c:pt idx="22952">
                  <c:v>24.65</c:v>
                </c:pt>
                <c:pt idx="22953">
                  <c:v>24.6</c:v>
                </c:pt>
                <c:pt idx="22954">
                  <c:v>24.6</c:v>
                </c:pt>
                <c:pt idx="22955">
                  <c:v>24.55</c:v>
                </c:pt>
                <c:pt idx="22956">
                  <c:v>24.5</c:v>
                </c:pt>
                <c:pt idx="22957">
                  <c:v>24.5</c:v>
                </c:pt>
                <c:pt idx="22958">
                  <c:v>24.45</c:v>
                </c:pt>
                <c:pt idx="22959">
                  <c:v>24.4</c:v>
                </c:pt>
                <c:pt idx="22960">
                  <c:v>24.4</c:v>
                </c:pt>
                <c:pt idx="22961">
                  <c:v>24.4</c:v>
                </c:pt>
                <c:pt idx="22962">
                  <c:v>24.4</c:v>
                </c:pt>
                <c:pt idx="22963">
                  <c:v>24.4</c:v>
                </c:pt>
                <c:pt idx="22964">
                  <c:v>24.4</c:v>
                </c:pt>
                <c:pt idx="22965">
                  <c:v>24.35</c:v>
                </c:pt>
                <c:pt idx="22966">
                  <c:v>24.45</c:v>
                </c:pt>
                <c:pt idx="22967">
                  <c:v>24.4</c:v>
                </c:pt>
                <c:pt idx="22968">
                  <c:v>24.45</c:v>
                </c:pt>
                <c:pt idx="22969">
                  <c:v>24.45</c:v>
                </c:pt>
                <c:pt idx="22970">
                  <c:v>24.5</c:v>
                </c:pt>
                <c:pt idx="22971">
                  <c:v>24.5</c:v>
                </c:pt>
                <c:pt idx="22972">
                  <c:v>24.55</c:v>
                </c:pt>
                <c:pt idx="22973">
                  <c:v>24.55</c:v>
                </c:pt>
                <c:pt idx="22974">
                  <c:v>24.55</c:v>
                </c:pt>
                <c:pt idx="22975">
                  <c:v>24.6</c:v>
                </c:pt>
                <c:pt idx="22976">
                  <c:v>24.6</c:v>
                </c:pt>
                <c:pt idx="22977">
                  <c:v>24.65</c:v>
                </c:pt>
                <c:pt idx="22978">
                  <c:v>24.65</c:v>
                </c:pt>
                <c:pt idx="22979">
                  <c:v>24.65</c:v>
                </c:pt>
                <c:pt idx="22980">
                  <c:v>24.7</c:v>
                </c:pt>
                <c:pt idx="22981">
                  <c:v>24.65</c:v>
                </c:pt>
                <c:pt idx="22982">
                  <c:v>24.65</c:v>
                </c:pt>
                <c:pt idx="22983">
                  <c:v>24.6</c:v>
                </c:pt>
                <c:pt idx="22984">
                  <c:v>24.6</c:v>
                </c:pt>
                <c:pt idx="22985">
                  <c:v>24.5</c:v>
                </c:pt>
                <c:pt idx="22986">
                  <c:v>24.45</c:v>
                </c:pt>
                <c:pt idx="22987">
                  <c:v>24.45</c:v>
                </c:pt>
                <c:pt idx="22988">
                  <c:v>24.4</c:v>
                </c:pt>
                <c:pt idx="22989">
                  <c:v>24.4</c:v>
                </c:pt>
                <c:pt idx="22990">
                  <c:v>24.35</c:v>
                </c:pt>
                <c:pt idx="22991">
                  <c:v>24.35</c:v>
                </c:pt>
                <c:pt idx="22992">
                  <c:v>24.4</c:v>
                </c:pt>
                <c:pt idx="22993">
                  <c:v>24.4</c:v>
                </c:pt>
                <c:pt idx="22994">
                  <c:v>24.4</c:v>
                </c:pt>
                <c:pt idx="22995">
                  <c:v>24.4</c:v>
                </c:pt>
                <c:pt idx="22996">
                  <c:v>24.4</c:v>
                </c:pt>
                <c:pt idx="22997">
                  <c:v>24.45</c:v>
                </c:pt>
                <c:pt idx="22998">
                  <c:v>24.45</c:v>
                </c:pt>
                <c:pt idx="22999">
                  <c:v>24.5</c:v>
                </c:pt>
                <c:pt idx="23000">
                  <c:v>24.5</c:v>
                </c:pt>
                <c:pt idx="23001">
                  <c:v>24.5</c:v>
                </c:pt>
                <c:pt idx="23002">
                  <c:v>24.55</c:v>
                </c:pt>
                <c:pt idx="23003">
                  <c:v>24.55</c:v>
                </c:pt>
                <c:pt idx="23004">
                  <c:v>24.55</c:v>
                </c:pt>
                <c:pt idx="23005">
                  <c:v>24.6</c:v>
                </c:pt>
                <c:pt idx="23006">
                  <c:v>24.6</c:v>
                </c:pt>
                <c:pt idx="23007">
                  <c:v>24.65</c:v>
                </c:pt>
                <c:pt idx="23008">
                  <c:v>24.65</c:v>
                </c:pt>
                <c:pt idx="23009">
                  <c:v>24.65</c:v>
                </c:pt>
                <c:pt idx="23010">
                  <c:v>24.65</c:v>
                </c:pt>
                <c:pt idx="23011">
                  <c:v>24.65</c:v>
                </c:pt>
                <c:pt idx="23012">
                  <c:v>24.65</c:v>
                </c:pt>
                <c:pt idx="23013">
                  <c:v>24.65</c:v>
                </c:pt>
                <c:pt idx="23014">
                  <c:v>24.6</c:v>
                </c:pt>
                <c:pt idx="23015">
                  <c:v>24.55</c:v>
                </c:pt>
                <c:pt idx="23016">
                  <c:v>24.55</c:v>
                </c:pt>
                <c:pt idx="23017">
                  <c:v>24.5</c:v>
                </c:pt>
                <c:pt idx="23018">
                  <c:v>24.5</c:v>
                </c:pt>
                <c:pt idx="23019">
                  <c:v>24.45</c:v>
                </c:pt>
                <c:pt idx="23020">
                  <c:v>24.45</c:v>
                </c:pt>
                <c:pt idx="23021">
                  <c:v>24.4</c:v>
                </c:pt>
                <c:pt idx="23022">
                  <c:v>24.4</c:v>
                </c:pt>
                <c:pt idx="23023">
                  <c:v>24.4</c:v>
                </c:pt>
                <c:pt idx="23024">
                  <c:v>24.4</c:v>
                </c:pt>
                <c:pt idx="23025">
                  <c:v>24.45</c:v>
                </c:pt>
                <c:pt idx="23026">
                  <c:v>24.4</c:v>
                </c:pt>
                <c:pt idx="23027">
                  <c:v>24.45</c:v>
                </c:pt>
                <c:pt idx="23028">
                  <c:v>24.45</c:v>
                </c:pt>
                <c:pt idx="23029">
                  <c:v>24.5</c:v>
                </c:pt>
                <c:pt idx="23030">
                  <c:v>24.5</c:v>
                </c:pt>
                <c:pt idx="23031">
                  <c:v>24.5</c:v>
                </c:pt>
                <c:pt idx="23032">
                  <c:v>24.5</c:v>
                </c:pt>
                <c:pt idx="23033">
                  <c:v>24.55</c:v>
                </c:pt>
                <c:pt idx="23034">
                  <c:v>24.55</c:v>
                </c:pt>
                <c:pt idx="23035">
                  <c:v>24.6</c:v>
                </c:pt>
                <c:pt idx="23036">
                  <c:v>24.6</c:v>
                </c:pt>
                <c:pt idx="23037">
                  <c:v>24.6</c:v>
                </c:pt>
                <c:pt idx="23038">
                  <c:v>24.65</c:v>
                </c:pt>
                <c:pt idx="23039">
                  <c:v>24.65</c:v>
                </c:pt>
                <c:pt idx="23040">
                  <c:v>24.7</c:v>
                </c:pt>
                <c:pt idx="23041">
                  <c:v>24.65</c:v>
                </c:pt>
                <c:pt idx="23042">
                  <c:v>24.65</c:v>
                </c:pt>
                <c:pt idx="23043">
                  <c:v>24.65</c:v>
                </c:pt>
                <c:pt idx="23044">
                  <c:v>24.6</c:v>
                </c:pt>
                <c:pt idx="23045">
                  <c:v>24.55</c:v>
                </c:pt>
                <c:pt idx="23046">
                  <c:v>24.5</c:v>
                </c:pt>
                <c:pt idx="23047">
                  <c:v>24.45</c:v>
                </c:pt>
                <c:pt idx="23048">
                  <c:v>24.45</c:v>
                </c:pt>
                <c:pt idx="23049">
                  <c:v>24.4</c:v>
                </c:pt>
                <c:pt idx="23050">
                  <c:v>24.4</c:v>
                </c:pt>
                <c:pt idx="23051">
                  <c:v>24.4</c:v>
                </c:pt>
                <c:pt idx="23052">
                  <c:v>24.4</c:v>
                </c:pt>
                <c:pt idx="23053">
                  <c:v>24.4</c:v>
                </c:pt>
                <c:pt idx="23054">
                  <c:v>24.4</c:v>
                </c:pt>
                <c:pt idx="23055">
                  <c:v>24.4</c:v>
                </c:pt>
                <c:pt idx="23056">
                  <c:v>24.4</c:v>
                </c:pt>
                <c:pt idx="23057">
                  <c:v>24.4</c:v>
                </c:pt>
                <c:pt idx="23058">
                  <c:v>24.45</c:v>
                </c:pt>
                <c:pt idx="23059">
                  <c:v>24.45</c:v>
                </c:pt>
                <c:pt idx="23060">
                  <c:v>24.45</c:v>
                </c:pt>
                <c:pt idx="23061">
                  <c:v>24.5</c:v>
                </c:pt>
                <c:pt idx="23062">
                  <c:v>24.5</c:v>
                </c:pt>
                <c:pt idx="23063">
                  <c:v>24.55</c:v>
                </c:pt>
                <c:pt idx="23064">
                  <c:v>24.55</c:v>
                </c:pt>
                <c:pt idx="23065">
                  <c:v>24.55</c:v>
                </c:pt>
                <c:pt idx="23066">
                  <c:v>24.6</c:v>
                </c:pt>
                <c:pt idx="23067">
                  <c:v>24.6</c:v>
                </c:pt>
                <c:pt idx="23068">
                  <c:v>24.6</c:v>
                </c:pt>
                <c:pt idx="23069">
                  <c:v>24.65</c:v>
                </c:pt>
                <c:pt idx="23070">
                  <c:v>24.65</c:v>
                </c:pt>
                <c:pt idx="23071">
                  <c:v>24.65</c:v>
                </c:pt>
                <c:pt idx="23072">
                  <c:v>24.65</c:v>
                </c:pt>
                <c:pt idx="23073">
                  <c:v>24.6</c:v>
                </c:pt>
                <c:pt idx="23074">
                  <c:v>24.6</c:v>
                </c:pt>
                <c:pt idx="23075">
                  <c:v>24.6</c:v>
                </c:pt>
                <c:pt idx="23076">
                  <c:v>24.5</c:v>
                </c:pt>
                <c:pt idx="23077">
                  <c:v>24.5</c:v>
                </c:pt>
                <c:pt idx="23078">
                  <c:v>24.45</c:v>
                </c:pt>
                <c:pt idx="23079">
                  <c:v>24.45</c:v>
                </c:pt>
                <c:pt idx="23080">
                  <c:v>24.4</c:v>
                </c:pt>
                <c:pt idx="23081">
                  <c:v>24.4</c:v>
                </c:pt>
                <c:pt idx="23082">
                  <c:v>24.4</c:v>
                </c:pt>
                <c:pt idx="23083">
                  <c:v>24.4</c:v>
                </c:pt>
                <c:pt idx="23084">
                  <c:v>24.4</c:v>
                </c:pt>
                <c:pt idx="23085">
                  <c:v>24.45</c:v>
                </c:pt>
                <c:pt idx="23086">
                  <c:v>24.45</c:v>
                </c:pt>
                <c:pt idx="23087">
                  <c:v>24.45</c:v>
                </c:pt>
                <c:pt idx="23088">
                  <c:v>24.45</c:v>
                </c:pt>
                <c:pt idx="23089">
                  <c:v>24.45</c:v>
                </c:pt>
                <c:pt idx="23090">
                  <c:v>24.5</c:v>
                </c:pt>
                <c:pt idx="23091">
                  <c:v>24.5</c:v>
                </c:pt>
                <c:pt idx="23092">
                  <c:v>24.5</c:v>
                </c:pt>
                <c:pt idx="23093">
                  <c:v>24.55</c:v>
                </c:pt>
                <c:pt idx="23094">
                  <c:v>24.55</c:v>
                </c:pt>
                <c:pt idx="23095">
                  <c:v>24.6</c:v>
                </c:pt>
                <c:pt idx="23096">
                  <c:v>24.6</c:v>
                </c:pt>
                <c:pt idx="23097">
                  <c:v>24.6</c:v>
                </c:pt>
                <c:pt idx="23098">
                  <c:v>24.6</c:v>
                </c:pt>
                <c:pt idx="23099">
                  <c:v>24.65</c:v>
                </c:pt>
                <c:pt idx="23100">
                  <c:v>24.65</c:v>
                </c:pt>
                <c:pt idx="23101">
                  <c:v>24.65</c:v>
                </c:pt>
                <c:pt idx="23102">
                  <c:v>24.65</c:v>
                </c:pt>
                <c:pt idx="23103">
                  <c:v>24.6</c:v>
                </c:pt>
                <c:pt idx="23104">
                  <c:v>24.55</c:v>
                </c:pt>
                <c:pt idx="23105">
                  <c:v>24.55</c:v>
                </c:pt>
                <c:pt idx="23106">
                  <c:v>24.5</c:v>
                </c:pt>
                <c:pt idx="23107">
                  <c:v>24.5</c:v>
                </c:pt>
                <c:pt idx="23108">
                  <c:v>24.45</c:v>
                </c:pt>
                <c:pt idx="23109">
                  <c:v>24.45</c:v>
                </c:pt>
                <c:pt idx="23110">
                  <c:v>24.4</c:v>
                </c:pt>
                <c:pt idx="23111">
                  <c:v>24.4</c:v>
                </c:pt>
                <c:pt idx="23112">
                  <c:v>24.4</c:v>
                </c:pt>
                <c:pt idx="23113">
                  <c:v>24.4</c:v>
                </c:pt>
                <c:pt idx="23114">
                  <c:v>24.4</c:v>
                </c:pt>
                <c:pt idx="23115">
                  <c:v>24.4</c:v>
                </c:pt>
                <c:pt idx="23116">
                  <c:v>24.4</c:v>
                </c:pt>
                <c:pt idx="23117">
                  <c:v>24.4</c:v>
                </c:pt>
                <c:pt idx="23118">
                  <c:v>24.45</c:v>
                </c:pt>
                <c:pt idx="23119">
                  <c:v>24.45</c:v>
                </c:pt>
                <c:pt idx="23120">
                  <c:v>24.45</c:v>
                </c:pt>
                <c:pt idx="23121">
                  <c:v>24.5</c:v>
                </c:pt>
                <c:pt idx="23122">
                  <c:v>24.5</c:v>
                </c:pt>
                <c:pt idx="23123">
                  <c:v>24.5</c:v>
                </c:pt>
                <c:pt idx="23124">
                  <c:v>24.55</c:v>
                </c:pt>
                <c:pt idx="23125">
                  <c:v>24.55</c:v>
                </c:pt>
                <c:pt idx="23126">
                  <c:v>24.6</c:v>
                </c:pt>
                <c:pt idx="23127">
                  <c:v>24.6</c:v>
                </c:pt>
                <c:pt idx="23128">
                  <c:v>24.6</c:v>
                </c:pt>
                <c:pt idx="23129">
                  <c:v>24.65</c:v>
                </c:pt>
                <c:pt idx="23130">
                  <c:v>24.65</c:v>
                </c:pt>
                <c:pt idx="23131">
                  <c:v>24.65</c:v>
                </c:pt>
                <c:pt idx="23132">
                  <c:v>24.65</c:v>
                </c:pt>
                <c:pt idx="23133">
                  <c:v>24.6</c:v>
                </c:pt>
                <c:pt idx="23134">
                  <c:v>24.6</c:v>
                </c:pt>
                <c:pt idx="23135">
                  <c:v>24.55</c:v>
                </c:pt>
                <c:pt idx="23136">
                  <c:v>24.5</c:v>
                </c:pt>
                <c:pt idx="23137">
                  <c:v>24.45</c:v>
                </c:pt>
                <c:pt idx="23138">
                  <c:v>24.45</c:v>
                </c:pt>
                <c:pt idx="23139">
                  <c:v>24.4</c:v>
                </c:pt>
                <c:pt idx="23140">
                  <c:v>24.4</c:v>
                </c:pt>
                <c:pt idx="23141">
                  <c:v>24.4</c:v>
                </c:pt>
                <c:pt idx="23142">
                  <c:v>24.4</c:v>
                </c:pt>
                <c:pt idx="23143">
                  <c:v>24.4</c:v>
                </c:pt>
                <c:pt idx="23144">
                  <c:v>24.4</c:v>
                </c:pt>
                <c:pt idx="23145">
                  <c:v>24.4</c:v>
                </c:pt>
                <c:pt idx="23146">
                  <c:v>24.45</c:v>
                </c:pt>
                <c:pt idx="23147">
                  <c:v>24.45</c:v>
                </c:pt>
                <c:pt idx="23148">
                  <c:v>24.45</c:v>
                </c:pt>
                <c:pt idx="23149">
                  <c:v>24.45</c:v>
                </c:pt>
                <c:pt idx="23150">
                  <c:v>24.5</c:v>
                </c:pt>
                <c:pt idx="23151">
                  <c:v>24.5</c:v>
                </c:pt>
                <c:pt idx="23152">
                  <c:v>24.55</c:v>
                </c:pt>
                <c:pt idx="23153">
                  <c:v>24.55</c:v>
                </c:pt>
                <c:pt idx="23154">
                  <c:v>24.55</c:v>
                </c:pt>
                <c:pt idx="23155">
                  <c:v>24.6</c:v>
                </c:pt>
                <c:pt idx="23156">
                  <c:v>24.6</c:v>
                </c:pt>
                <c:pt idx="23157">
                  <c:v>24.6</c:v>
                </c:pt>
                <c:pt idx="23158">
                  <c:v>24.6</c:v>
                </c:pt>
                <c:pt idx="23159">
                  <c:v>24.65</c:v>
                </c:pt>
                <c:pt idx="23160">
                  <c:v>24.65</c:v>
                </c:pt>
                <c:pt idx="23161">
                  <c:v>24.65</c:v>
                </c:pt>
                <c:pt idx="23162">
                  <c:v>24.65</c:v>
                </c:pt>
                <c:pt idx="23163">
                  <c:v>24.6</c:v>
                </c:pt>
                <c:pt idx="23164">
                  <c:v>24.55</c:v>
                </c:pt>
                <c:pt idx="23165">
                  <c:v>24.5</c:v>
                </c:pt>
                <c:pt idx="23166">
                  <c:v>24.5</c:v>
                </c:pt>
                <c:pt idx="23167">
                  <c:v>24.45</c:v>
                </c:pt>
                <c:pt idx="23168">
                  <c:v>24.4</c:v>
                </c:pt>
                <c:pt idx="23169">
                  <c:v>24.4</c:v>
                </c:pt>
                <c:pt idx="23170">
                  <c:v>24.35</c:v>
                </c:pt>
                <c:pt idx="23171">
                  <c:v>24.35</c:v>
                </c:pt>
                <c:pt idx="23172">
                  <c:v>24.35</c:v>
                </c:pt>
                <c:pt idx="23173">
                  <c:v>24.35</c:v>
                </c:pt>
                <c:pt idx="23174">
                  <c:v>24.35</c:v>
                </c:pt>
                <c:pt idx="23175">
                  <c:v>24.35</c:v>
                </c:pt>
                <c:pt idx="23176">
                  <c:v>24.35</c:v>
                </c:pt>
                <c:pt idx="23177">
                  <c:v>24.4</c:v>
                </c:pt>
                <c:pt idx="23178">
                  <c:v>24.4</c:v>
                </c:pt>
                <c:pt idx="23179">
                  <c:v>24.4</c:v>
                </c:pt>
                <c:pt idx="23180">
                  <c:v>24.4</c:v>
                </c:pt>
                <c:pt idx="23181">
                  <c:v>24.45</c:v>
                </c:pt>
                <c:pt idx="23182">
                  <c:v>24.45</c:v>
                </c:pt>
                <c:pt idx="23183">
                  <c:v>24.5</c:v>
                </c:pt>
                <c:pt idx="23184">
                  <c:v>24.5</c:v>
                </c:pt>
                <c:pt idx="23185">
                  <c:v>24.5</c:v>
                </c:pt>
                <c:pt idx="23186">
                  <c:v>24.55</c:v>
                </c:pt>
                <c:pt idx="23187">
                  <c:v>24.55</c:v>
                </c:pt>
                <c:pt idx="23188">
                  <c:v>24.6</c:v>
                </c:pt>
                <c:pt idx="23189">
                  <c:v>24.65</c:v>
                </c:pt>
                <c:pt idx="23190">
                  <c:v>24.65</c:v>
                </c:pt>
                <c:pt idx="23191">
                  <c:v>24.65</c:v>
                </c:pt>
                <c:pt idx="23192">
                  <c:v>24.65</c:v>
                </c:pt>
                <c:pt idx="23193">
                  <c:v>24.65</c:v>
                </c:pt>
                <c:pt idx="23194">
                  <c:v>24.6</c:v>
                </c:pt>
                <c:pt idx="23195">
                  <c:v>24.55</c:v>
                </c:pt>
                <c:pt idx="23196">
                  <c:v>24.5</c:v>
                </c:pt>
                <c:pt idx="23197">
                  <c:v>24.5</c:v>
                </c:pt>
                <c:pt idx="23198">
                  <c:v>24.45</c:v>
                </c:pt>
                <c:pt idx="23199">
                  <c:v>24.45</c:v>
                </c:pt>
                <c:pt idx="23200">
                  <c:v>24.45</c:v>
                </c:pt>
                <c:pt idx="23201">
                  <c:v>24.4</c:v>
                </c:pt>
                <c:pt idx="23202">
                  <c:v>24.4</c:v>
                </c:pt>
                <c:pt idx="23203">
                  <c:v>24.4</c:v>
                </c:pt>
                <c:pt idx="23204">
                  <c:v>24.4</c:v>
                </c:pt>
                <c:pt idx="23205">
                  <c:v>24.4</c:v>
                </c:pt>
                <c:pt idx="23206">
                  <c:v>24.4</c:v>
                </c:pt>
                <c:pt idx="23207">
                  <c:v>24.45</c:v>
                </c:pt>
                <c:pt idx="23208">
                  <c:v>24.45</c:v>
                </c:pt>
                <c:pt idx="23209">
                  <c:v>24.45</c:v>
                </c:pt>
                <c:pt idx="23210">
                  <c:v>24.5</c:v>
                </c:pt>
                <c:pt idx="23211">
                  <c:v>24.5</c:v>
                </c:pt>
                <c:pt idx="23212">
                  <c:v>24.5</c:v>
                </c:pt>
                <c:pt idx="23213">
                  <c:v>24.5</c:v>
                </c:pt>
                <c:pt idx="23214">
                  <c:v>24.5</c:v>
                </c:pt>
                <c:pt idx="23215">
                  <c:v>24.55</c:v>
                </c:pt>
                <c:pt idx="23216">
                  <c:v>24.55</c:v>
                </c:pt>
                <c:pt idx="23217">
                  <c:v>24.55</c:v>
                </c:pt>
                <c:pt idx="23218">
                  <c:v>24.6</c:v>
                </c:pt>
                <c:pt idx="23219">
                  <c:v>24.6</c:v>
                </c:pt>
                <c:pt idx="23220">
                  <c:v>24.65</c:v>
                </c:pt>
                <c:pt idx="23221">
                  <c:v>24.65</c:v>
                </c:pt>
                <c:pt idx="23222">
                  <c:v>24.65</c:v>
                </c:pt>
                <c:pt idx="23223">
                  <c:v>24.65</c:v>
                </c:pt>
                <c:pt idx="23224">
                  <c:v>24.6</c:v>
                </c:pt>
                <c:pt idx="23225">
                  <c:v>24.55</c:v>
                </c:pt>
                <c:pt idx="23226">
                  <c:v>24.5</c:v>
                </c:pt>
                <c:pt idx="23227">
                  <c:v>24.45</c:v>
                </c:pt>
                <c:pt idx="23228">
                  <c:v>24.45</c:v>
                </c:pt>
                <c:pt idx="23229">
                  <c:v>24.4</c:v>
                </c:pt>
                <c:pt idx="23230">
                  <c:v>24.4</c:v>
                </c:pt>
                <c:pt idx="23231">
                  <c:v>24.4</c:v>
                </c:pt>
                <c:pt idx="23232">
                  <c:v>24.4</c:v>
                </c:pt>
                <c:pt idx="23233">
                  <c:v>24.4</c:v>
                </c:pt>
                <c:pt idx="23234">
                  <c:v>24.4</c:v>
                </c:pt>
                <c:pt idx="23235">
                  <c:v>24.4</c:v>
                </c:pt>
                <c:pt idx="23236">
                  <c:v>24.4</c:v>
                </c:pt>
                <c:pt idx="23237">
                  <c:v>24.4</c:v>
                </c:pt>
                <c:pt idx="23238">
                  <c:v>24.45</c:v>
                </c:pt>
                <c:pt idx="23239">
                  <c:v>24.45</c:v>
                </c:pt>
                <c:pt idx="23240">
                  <c:v>24.45</c:v>
                </c:pt>
                <c:pt idx="23241">
                  <c:v>24.5</c:v>
                </c:pt>
                <c:pt idx="23242">
                  <c:v>24.5</c:v>
                </c:pt>
                <c:pt idx="23243">
                  <c:v>24.5</c:v>
                </c:pt>
                <c:pt idx="23244">
                  <c:v>24.55</c:v>
                </c:pt>
                <c:pt idx="23245">
                  <c:v>24.55</c:v>
                </c:pt>
                <c:pt idx="23246">
                  <c:v>24.6</c:v>
                </c:pt>
                <c:pt idx="23247">
                  <c:v>24.6</c:v>
                </c:pt>
                <c:pt idx="23248">
                  <c:v>24.6</c:v>
                </c:pt>
                <c:pt idx="23249">
                  <c:v>24.65</c:v>
                </c:pt>
                <c:pt idx="23250">
                  <c:v>24.65</c:v>
                </c:pt>
                <c:pt idx="23251">
                  <c:v>24.65</c:v>
                </c:pt>
                <c:pt idx="23252">
                  <c:v>24.65</c:v>
                </c:pt>
                <c:pt idx="23253">
                  <c:v>24.6</c:v>
                </c:pt>
                <c:pt idx="23254">
                  <c:v>24.6</c:v>
                </c:pt>
                <c:pt idx="23255">
                  <c:v>24.55</c:v>
                </c:pt>
                <c:pt idx="23256">
                  <c:v>24.5</c:v>
                </c:pt>
                <c:pt idx="23257">
                  <c:v>24.45</c:v>
                </c:pt>
                <c:pt idx="23258">
                  <c:v>24.45</c:v>
                </c:pt>
                <c:pt idx="23259">
                  <c:v>24.4</c:v>
                </c:pt>
                <c:pt idx="23260">
                  <c:v>24.4</c:v>
                </c:pt>
                <c:pt idx="23261">
                  <c:v>24.4</c:v>
                </c:pt>
                <c:pt idx="23262">
                  <c:v>24.4</c:v>
                </c:pt>
                <c:pt idx="23263">
                  <c:v>24.35</c:v>
                </c:pt>
                <c:pt idx="23264">
                  <c:v>24.4</c:v>
                </c:pt>
                <c:pt idx="23265">
                  <c:v>24.4</c:v>
                </c:pt>
                <c:pt idx="23266">
                  <c:v>24.4</c:v>
                </c:pt>
                <c:pt idx="23267">
                  <c:v>24.4</c:v>
                </c:pt>
                <c:pt idx="23268">
                  <c:v>24.4</c:v>
                </c:pt>
                <c:pt idx="23269">
                  <c:v>24.4</c:v>
                </c:pt>
                <c:pt idx="23270">
                  <c:v>24.4</c:v>
                </c:pt>
                <c:pt idx="23271">
                  <c:v>24.45</c:v>
                </c:pt>
                <c:pt idx="23272">
                  <c:v>24.45</c:v>
                </c:pt>
                <c:pt idx="23273">
                  <c:v>24.45</c:v>
                </c:pt>
                <c:pt idx="23274">
                  <c:v>24.5</c:v>
                </c:pt>
                <c:pt idx="23275">
                  <c:v>24.5</c:v>
                </c:pt>
                <c:pt idx="23276">
                  <c:v>24.55</c:v>
                </c:pt>
                <c:pt idx="23277">
                  <c:v>24.55</c:v>
                </c:pt>
                <c:pt idx="23278">
                  <c:v>24.6</c:v>
                </c:pt>
                <c:pt idx="23279">
                  <c:v>24.6</c:v>
                </c:pt>
                <c:pt idx="23280">
                  <c:v>24.6</c:v>
                </c:pt>
                <c:pt idx="23281">
                  <c:v>24.65</c:v>
                </c:pt>
                <c:pt idx="23282">
                  <c:v>24.6</c:v>
                </c:pt>
                <c:pt idx="23283">
                  <c:v>24.6</c:v>
                </c:pt>
                <c:pt idx="23284">
                  <c:v>24.6</c:v>
                </c:pt>
                <c:pt idx="23285">
                  <c:v>24.55</c:v>
                </c:pt>
                <c:pt idx="23286">
                  <c:v>24.5</c:v>
                </c:pt>
                <c:pt idx="23287">
                  <c:v>24.45</c:v>
                </c:pt>
                <c:pt idx="23288">
                  <c:v>24.45</c:v>
                </c:pt>
                <c:pt idx="23289">
                  <c:v>24.4</c:v>
                </c:pt>
                <c:pt idx="23290">
                  <c:v>24.4</c:v>
                </c:pt>
                <c:pt idx="23291">
                  <c:v>24.4</c:v>
                </c:pt>
                <c:pt idx="23292">
                  <c:v>24.4</c:v>
                </c:pt>
                <c:pt idx="23293">
                  <c:v>24.4</c:v>
                </c:pt>
                <c:pt idx="23294">
                  <c:v>24.4</c:v>
                </c:pt>
                <c:pt idx="23295">
                  <c:v>24.4</c:v>
                </c:pt>
                <c:pt idx="23296">
                  <c:v>24.4</c:v>
                </c:pt>
                <c:pt idx="23297">
                  <c:v>24.4</c:v>
                </c:pt>
                <c:pt idx="23298">
                  <c:v>24.4</c:v>
                </c:pt>
                <c:pt idx="23299">
                  <c:v>24.4</c:v>
                </c:pt>
                <c:pt idx="23300">
                  <c:v>24.45</c:v>
                </c:pt>
                <c:pt idx="23301">
                  <c:v>24.45</c:v>
                </c:pt>
                <c:pt idx="23302">
                  <c:v>24.5</c:v>
                </c:pt>
                <c:pt idx="23303">
                  <c:v>24.5</c:v>
                </c:pt>
                <c:pt idx="23304">
                  <c:v>24.5</c:v>
                </c:pt>
                <c:pt idx="23305">
                  <c:v>24.55</c:v>
                </c:pt>
                <c:pt idx="23306">
                  <c:v>24.55</c:v>
                </c:pt>
                <c:pt idx="23307">
                  <c:v>24.6</c:v>
                </c:pt>
                <c:pt idx="23308">
                  <c:v>24.6</c:v>
                </c:pt>
                <c:pt idx="23309">
                  <c:v>24.65</c:v>
                </c:pt>
                <c:pt idx="23310">
                  <c:v>24.7</c:v>
                </c:pt>
                <c:pt idx="23311">
                  <c:v>24.7</c:v>
                </c:pt>
                <c:pt idx="23312">
                  <c:v>24.65</c:v>
                </c:pt>
                <c:pt idx="23313">
                  <c:v>24.65</c:v>
                </c:pt>
                <c:pt idx="23314">
                  <c:v>24.6</c:v>
                </c:pt>
                <c:pt idx="23315">
                  <c:v>24.55</c:v>
                </c:pt>
                <c:pt idx="23316">
                  <c:v>24.5</c:v>
                </c:pt>
                <c:pt idx="23317">
                  <c:v>24.5</c:v>
                </c:pt>
                <c:pt idx="23318">
                  <c:v>24.45</c:v>
                </c:pt>
                <c:pt idx="23319">
                  <c:v>24.4</c:v>
                </c:pt>
                <c:pt idx="23320">
                  <c:v>24.4</c:v>
                </c:pt>
                <c:pt idx="23321">
                  <c:v>24.4</c:v>
                </c:pt>
                <c:pt idx="23322">
                  <c:v>24.4</c:v>
                </c:pt>
                <c:pt idx="23323">
                  <c:v>24.35</c:v>
                </c:pt>
                <c:pt idx="23324">
                  <c:v>24.4</c:v>
                </c:pt>
                <c:pt idx="23325">
                  <c:v>24.4</c:v>
                </c:pt>
                <c:pt idx="23326">
                  <c:v>24.4</c:v>
                </c:pt>
                <c:pt idx="23327">
                  <c:v>24.4</c:v>
                </c:pt>
                <c:pt idx="23328">
                  <c:v>24.4</c:v>
                </c:pt>
                <c:pt idx="23329">
                  <c:v>24.45</c:v>
                </c:pt>
                <c:pt idx="23330">
                  <c:v>24.45</c:v>
                </c:pt>
                <c:pt idx="23331">
                  <c:v>24.5</c:v>
                </c:pt>
                <c:pt idx="23332">
                  <c:v>24.5</c:v>
                </c:pt>
                <c:pt idx="23333">
                  <c:v>24.55</c:v>
                </c:pt>
                <c:pt idx="23334">
                  <c:v>24.55</c:v>
                </c:pt>
                <c:pt idx="23335">
                  <c:v>24.6</c:v>
                </c:pt>
                <c:pt idx="23336">
                  <c:v>24.6</c:v>
                </c:pt>
                <c:pt idx="23337">
                  <c:v>24.6</c:v>
                </c:pt>
                <c:pt idx="23338">
                  <c:v>24.65</c:v>
                </c:pt>
                <c:pt idx="23339">
                  <c:v>24.65</c:v>
                </c:pt>
                <c:pt idx="23340">
                  <c:v>24.7</c:v>
                </c:pt>
                <c:pt idx="23341">
                  <c:v>24.7</c:v>
                </c:pt>
                <c:pt idx="23342">
                  <c:v>24.7</c:v>
                </c:pt>
                <c:pt idx="23343">
                  <c:v>24.65</c:v>
                </c:pt>
                <c:pt idx="23344">
                  <c:v>24.6</c:v>
                </c:pt>
                <c:pt idx="23345">
                  <c:v>24.55</c:v>
                </c:pt>
                <c:pt idx="23346">
                  <c:v>24.5</c:v>
                </c:pt>
                <c:pt idx="23347">
                  <c:v>24.45</c:v>
                </c:pt>
                <c:pt idx="23348">
                  <c:v>24.45</c:v>
                </c:pt>
                <c:pt idx="23349">
                  <c:v>24.4</c:v>
                </c:pt>
                <c:pt idx="23350">
                  <c:v>24.4</c:v>
                </c:pt>
                <c:pt idx="23351">
                  <c:v>24.4</c:v>
                </c:pt>
                <c:pt idx="23352">
                  <c:v>24.4</c:v>
                </c:pt>
                <c:pt idx="23353">
                  <c:v>24.4</c:v>
                </c:pt>
                <c:pt idx="23354">
                  <c:v>24.4</c:v>
                </c:pt>
                <c:pt idx="23355">
                  <c:v>24.4</c:v>
                </c:pt>
                <c:pt idx="23356">
                  <c:v>24.4</c:v>
                </c:pt>
                <c:pt idx="23357">
                  <c:v>24.4</c:v>
                </c:pt>
                <c:pt idx="23358">
                  <c:v>24.4</c:v>
                </c:pt>
                <c:pt idx="23359">
                  <c:v>24.45</c:v>
                </c:pt>
                <c:pt idx="23360">
                  <c:v>24.45</c:v>
                </c:pt>
                <c:pt idx="23361">
                  <c:v>24.45</c:v>
                </c:pt>
                <c:pt idx="23362">
                  <c:v>24.5</c:v>
                </c:pt>
                <c:pt idx="23363">
                  <c:v>24.5</c:v>
                </c:pt>
                <c:pt idx="23364">
                  <c:v>24.55</c:v>
                </c:pt>
                <c:pt idx="23365">
                  <c:v>24.55</c:v>
                </c:pt>
                <c:pt idx="23366">
                  <c:v>24.6</c:v>
                </c:pt>
                <c:pt idx="23367">
                  <c:v>24.6</c:v>
                </c:pt>
                <c:pt idx="23368">
                  <c:v>24.65</c:v>
                </c:pt>
                <c:pt idx="23369">
                  <c:v>24.65</c:v>
                </c:pt>
                <c:pt idx="23370">
                  <c:v>24.65</c:v>
                </c:pt>
                <c:pt idx="23371">
                  <c:v>24.7</c:v>
                </c:pt>
                <c:pt idx="23372">
                  <c:v>24.65</c:v>
                </c:pt>
                <c:pt idx="23373">
                  <c:v>24.65</c:v>
                </c:pt>
                <c:pt idx="23374">
                  <c:v>24.6</c:v>
                </c:pt>
                <c:pt idx="23375">
                  <c:v>24.55</c:v>
                </c:pt>
                <c:pt idx="23376">
                  <c:v>24.5</c:v>
                </c:pt>
                <c:pt idx="23377">
                  <c:v>24.5</c:v>
                </c:pt>
                <c:pt idx="23378">
                  <c:v>24.45</c:v>
                </c:pt>
                <c:pt idx="23379">
                  <c:v>24.45</c:v>
                </c:pt>
                <c:pt idx="23380">
                  <c:v>24.4</c:v>
                </c:pt>
                <c:pt idx="23381">
                  <c:v>24.4</c:v>
                </c:pt>
                <c:pt idx="23382">
                  <c:v>24.35</c:v>
                </c:pt>
                <c:pt idx="23383">
                  <c:v>24.35</c:v>
                </c:pt>
                <c:pt idx="23384">
                  <c:v>24.35</c:v>
                </c:pt>
                <c:pt idx="23385">
                  <c:v>24.4</c:v>
                </c:pt>
                <c:pt idx="23386">
                  <c:v>24.4</c:v>
                </c:pt>
                <c:pt idx="23387">
                  <c:v>24.4</c:v>
                </c:pt>
                <c:pt idx="23388">
                  <c:v>24.4</c:v>
                </c:pt>
                <c:pt idx="23389">
                  <c:v>24.4</c:v>
                </c:pt>
                <c:pt idx="23390">
                  <c:v>24.45</c:v>
                </c:pt>
                <c:pt idx="23391">
                  <c:v>24.45</c:v>
                </c:pt>
                <c:pt idx="23392">
                  <c:v>24.5</c:v>
                </c:pt>
                <c:pt idx="23393">
                  <c:v>24.5</c:v>
                </c:pt>
                <c:pt idx="23394">
                  <c:v>24.55</c:v>
                </c:pt>
                <c:pt idx="23395">
                  <c:v>24.55</c:v>
                </c:pt>
                <c:pt idx="23396">
                  <c:v>24.6</c:v>
                </c:pt>
                <c:pt idx="23397">
                  <c:v>24.65</c:v>
                </c:pt>
                <c:pt idx="23398">
                  <c:v>24.65</c:v>
                </c:pt>
                <c:pt idx="23399">
                  <c:v>24.65</c:v>
                </c:pt>
                <c:pt idx="23400">
                  <c:v>24.65</c:v>
                </c:pt>
                <c:pt idx="23401">
                  <c:v>24.7</c:v>
                </c:pt>
                <c:pt idx="23402">
                  <c:v>24.65</c:v>
                </c:pt>
                <c:pt idx="23403">
                  <c:v>24.65</c:v>
                </c:pt>
                <c:pt idx="23404">
                  <c:v>24.6</c:v>
                </c:pt>
                <c:pt idx="23405">
                  <c:v>24.55</c:v>
                </c:pt>
                <c:pt idx="23406">
                  <c:v>24.5</c:v>
                </c:pt>
                <c:pt idx="23407">
                  <c:v>24.45</c:v>
                </c:pt>
                <c:pt idx="23408">
                  <c:v>24.45</c:v>
                </c:pt>
                <c:pt idx="23409">
                  <c:v>24.4</c:v>
                </c:pt>
                <c:pt idx="23410">
                  <c:v>24.4</c:v>
                </c:pt>
                <c:pt idx="23411">
                  <c:v>24.35</c:v>
                </c:pt>
                <c:pt idx="23412">
                  <c:v>24.35</c:v>
                </c:pt>
                <c:pt idx="23413">
                  <c:v>24.35</c:v>
                </c:pt>
                <c:pt idx="23414">
                  <c:v>24.35</c:v>
                </c:pt>
                <c:pt idx="23415">
                  <c:v>24.35</c:v>
                </c:pt>
                <c:pt idx="23416">
                  <c:v>24.4</c:v>
                </c:pt>
                <c:pt idx="23417">
                  <c:v>24.4</c:v>
                </c:pt>
                <c:pt idx="23418">
                  <c:v>24.4</c:v>
                </c:pt>
                <c:pt idx="23419">
                  <c:v>24.45</c:v>
                </c:pt>
                <c:pt idx="23420">
                  <c:v>24.45</c:v>
                </c:pt>
                <c:pt idx="23421">
                  <c:v>24.45</c:v>
                </c:pt>
                <c:pt idx="23422">
                  <c:v>24.5</c:v>
                </c:pt>
                <c:pt idx="23423">
                  <c:v>24.5</c:v>
                </c:pt>
                <c:pt idx="23424">
                  <c:v>24.55</c:v>
                </c:pt>
                <c:pt idx="23425">
                  <c:v>24.55</c:v>
                </c:pt>
                <c:pt idx="23426">
                  <c:v>24.6</c:v>
                </c:pt>
                <c:pt idx="23427">
                  <c:v>24.6</c:v>
                </c:pt>
                <c:pt idx="23428">
                  <c:v>24.65</c:v>
                </c:pt>
                <c:pt idx="23429">
                  <c:v>24.65</c:v>
                </c:pt>
                <c:pt idx="23430">
                  <c:v>24.65</c:v>
                </c:pt>
                <c:pt idx="23431">
                  <c:v>24.65</c:v>
                </c:pt>
                <c:pt idx="23432">
                  <c:v>24.65</c:v>
                </c:pt>
                <c:pt idx="23433">
                  <c:v>24.65</c:v>
                </c:pt>
                <c:pt idx="23434">
                  <c:v>24.6</c:v>
                </c:pt>
                <c:pt idx="23435">
                  <c:v>24.55</c:v>
                </c:pt>
                <c:pt idx="23436">
                  <c:v>24.5</c:v>
                </c:pt>
                <c:pt idx="23437">
                  <c:v>24.45</c:v>
                </c:pt>
                <c:pt idx="23438">
                  <c:v>24.45</c:v>
                </c:pt>
                <c:pt idx="23439">
                  <c:v>24.4</c:v>
                </c:pt>
                <c:pt idx="23440">
                  <c:v>24.4</c:v>
                </c:pt>
                <c:pt idx="23441">
                  <c:v>24.35</c:v>
                </c:pt>
                <c:pt idx="23442">
                  <c:v>24.35</c:v>
                </c:pt>
                <c:pt idx="23443">
                  <c:v>24.35</c:v>
                </c:pt>
                <c:pt idx="23444">
                  <c:v>24.35</c:v>
                </c:pt>
                <c:pt idx="23445">
                  <c:v>24.35</c:v>
                </c:pt>
                <c:pt idx="23446">
                  <c:v>24.4</c:v>
                </c:pt>
                <c:pt idx="23447">
                  <c:v>24.4</c:v>
                </c:pt>
                <c:pt idx="23448">
                  <c:v>24.45</c:v>
                </c:pt>
                <c:pt idx="23449">
                  <c:v>24.45</c:v>
                </c:pt>
                <c:pt idx="23450">
                  <c:v>24.45</c:v>
                </c:pt>
                <c:pt idx="23451">
                  <c:v>24.5</c:v>
                </c:pt>
                <c:pt idx="23452">
                  <c:v>24.5</c:v>
                </c:pt>
                <c:pt idx="23453">
                  <c:v>24.55</c:v>
                </c:pt>
                <c:pt idx="23454">
                  <c:v>24.55</c:v>
                </c:pt>
                <c:pt idx="23455">
                  <c:v>24.55</c:v>
                </c:pt>
                <c:pt idx="23456">
                  <c:v>24.6</c:v>
                </c:pt>
                <c:pt idx="23457">
                  <c:v>24.65</c:v>
                </c:pt>
                <c:pt idx="23458">
                  <c:v>24.65</c:v>
                </c:pt>
                <c:pt idx="23459">
                  <c:v>24.65</c:v>
                </c:pt>
                <c:pt idx="23460">
                  <c:v>24.65</c:v>
                </c:pt>
                <c:pt idx="23461">
                  <c:v>24.65</c:v>
                </c:pt>
                <c:pt idx="23462">
                  <c:v>24.65</c:v>
                </c:pt>
                <c:pt idx="23463">
                  <c:v>24.6</c:v>
                </c:pt>
                <c:pt idx="23464">
                  <c:v>24.6</c:v>
                </c:pt>
                <c:pt idx="23465">
                  <c:v>24.5</c:v>
                </c:pt>
                <c:pt idx="23466">
                  <c:v>24.5</c:v>
                </c:pt>
                <c:pt idx="23467">
                  <c:v>24.45</c:v>
                </c:pt>
                <c:pt idx="23468">
                  <c:v>24.4</c:v>
                </c:pt>
                <c:pt idx="23469">
                  <c:v>24.4</c:v>
                </c:pt>
                <c:pt idx="23470">
                  <c:v>24.35</c:v>
                </c:pt>
                <c:pt idx="23471">
                  <c:v>24.35</c:v>
                </c:pt>
                <c:pt idx="23472">
                  <c:v>24.35</c:v>
                </c:pt>
                <c:pt idx="23473">
                  <c:v>24.35</c:v>
                </c:pt>
                <c:pt idx="23474">
                  <c:v>24.4</c:v>
                </c:pt>
                <c:pt idx="23475">
                  <c:v>24.4</c:v>
                </c:pt>
                <c:pt idx="23476">
                  <c:v>24.4</c:v>
                </c:pt>
                <c:pt idx="23477">
                  <c:v>24.4</c:v>
                </c:pt>
                <c:pt idx="23478">
                  <c:v>24.45</c:v>
                </c:pt>
                <c:pt idx="23479">
                  <c:v>24.45</c:v>
                </c:pt>
                <c:pt idx="23480">
                  <c:v>24.45</c:v>
                </c:pt>
                <c:pt idx="23481">
                  <c:v>24.5</c:v>
                </c:pt>
                <c:pt idx="23482">
                  <c:v>24.5</c:v>
                </c:pt>
                <c:pt idx="23483">
                  <c:v>24.55</c:v>
                </c:pt>
                <c:pt idx="23484">
                  <c:v>24.55</c:v>
                </c:pt>
                <c:pt idx="23485">
                  <c:v>24.6</c:v>
                </c:pt>
                <c:pt idx="23486">
                  <c:v>24.6</c:v>
                </c:pt>
                <c:pt idx="23487">
                  <c:v>24.6</c:v>
                </c:pt>
                <c:pt idx="23488">
                  <c:v>24.65</c:v>
                </c:pt>
                <c:pt idx="23489">
                  <c:v>24.65</c:v>
                </c:pt>
                <c:pt idx="23490">
                  <c:v>24.7</c:v>
                </c:pt>
                <c:pt idx="23491">
                  <c:v>24.7</c:v>
                </c:pt>
                <c:pt idx="23492">
                  <c:v>24.65</c:v>
                </c:pt>
                <c:pt idx="23493">
                  <c:v>24.65</c:v>
                </c:pt>
                <c:pt idx="23494">
                  <c:v>24.65</c:v>
                </c:pt>
                <c:pt idx="23495">
                  <c:v>24.55</c:v>
                </c:pt>
                <c:pt idx="23496">
                  <c:v>24.5</c:v>
                </c:pt>
                <c:pt idx="23497">
                  <c:v>24.45</c:v>
                </c:pt>
                <c:pt idx="23498">
                  <c:v>24.45</c:v>
                </c:pt>
                <c:pt idx="23499">
                  <c:v>24.4</c:v>
                </c:pt>
                <c:pt idx="23500">
                  <c:v>24.4</c:v>
                </c:pt>
                <c:pt idx="23501">
                  <c:v>24.4</c:v>
                </c:pt>
                <c:pt idx="23502">
                  <c:v>24.4</c:v>
                </c:pt>
                <c:pt idx="23503">
                  <c:v>24.4</c:v>
                </c:pt>
                <c:pt idx="23504">
                  <c:v>24.4</c:v>
                </c:pt>
                <c:pt idx="23505">
                  <c:v>24.4</c:v>
                </c:pt>
                <c:pt idx="23506">
                  <c:v>24.4</c:v>
                </c:pt>
                <c:pt idx="23507">
                  <c:v>24.4</c:v>
                </c:pt>
                <c:pt idx="23508">
                  <c:v>24.45</c:v>
                </c:pt>
                <c:pt idx="23509">
                  <c:v>24.45</c:v>
                </c:pt>
                <c:pt idx="23510">
                  <c:v>24.5</c:v>
                </c:pt>
                <c:pt idx="23511">
                  <c:v>24.5</c:v>
                </c:pt>
                <c:pt idx="23512">
                  <c:v>24.5</c:v>
                </c:pt>
                <c:pt idx="23513">
                  <c:v>24.55</c:v>
                </c:pt>
                <c:pt idx="23514">
                  <c:v>24.55</c:v>
                </c:pt>
                <c:pt idx="23515">
                  <c:v>24.55</c:v>
                </c:pt>
                <c:pt idx="23516">
                  <c:v>24.6</c:v>
                </c:pt>
                <c:pt idx="23517">
                  <c:v>24.6</c:v>
                </c:pt>
                <c:pt idx="23518">
                  <c:v>24.65</c:v>
                </c:pt>
                <c:pt idx="23519">
                  <c:v>24.65</c:v>
                </c:pt>
                <c:pt idx="23520">
                  <c:v>24.7</c:v>
                </c:pt>
                <c:pt idx="23521">
                  <c:v>24.7</c:v>
                </c:pt>
                <c:pt idx="23522">
                  <c:v>24.7</c:v>
                </c:pt>
                <c:pt idx="23523">
                  <c:v>24.65</c:v>
                </c:pt>
                <c:pt idx="23524">
                  <c:v>24.65</c:v>
                </c:pt>
                <c:pt idx="23525">
                  <c:v>24.55</c:v>
                </c:pt>
                <c:pt idx="23526">
                  <c:v>24.55</c:v>
                </c:pt>
                <c:pt idx="23527">
                  <c:v>24.5</c:v>
                </c:pt>
                <c:pt idx="23528">
                  <c:v>24.45</c:v>
                </c:pt>
                <c:pt idx="23529">
                  <c:v>24.45</c:v>
                </c:pt>
                <c:pt idx="23530">
                  <c:v>24.4</c:v>
                </c:pt>
                <c:pt idx="23531">
                  <c:v>24.4</c:v>
                </c:pt>
                <c:pt idx="23532">
                  <c:v>24.4</c:v>
                </c:pt>
                <c:pt idx="23533">
                  <c:v>24.4</c:v>
                </c:pt>
                <c:pt idx="23534">
                  <c:v>24.4</c:v>
                </c:pt>
                <c:pt idx="23535">
                  <c:v>24.4</c:v>
                </c:pt>
                <c:pt idx="23536">
                  <c:v>24.4</c:v>
                </c:pt>
                <c:pt idx="23537">
                  <c:v>24.4</c:v>
                </c:pt>
                <c:pt idx="23538">
                  <c:v>24.45</c:v>
                </c:pt>
                <c:pt idx="23539">
                  <c:v>24.45</c:v>
                </c:pt>
                <c:pt idx="23540">
                  <c:v>24.5</c:v>
                </c:pt>
                <c:pt idx="23541">
                  <c:v>24.5</c:v>
                </c:pt>
                <c:pt idx="23542">
                  <c:v>24.5</c:v>
                </c:pt>
                <c:pt idx="23543">
                  <c:v>24.55</c:v>
                </c:pt>
                <c:pt idx="23544">
                  <c:v>24.55</c:v>
                </c:pt>
                <c:pt idx="23545">
                  <c:v>24.6</c:v>
                </c:pt>
                <c:pt idx="23546">
                  <c:v>24.6</c:v>
                </c:pt>
                <c:pt idx="23547">
                  <c:v>24.6</c:v>
                </c:pt>
                <c:pt idx="23548">
                  <c:v>24.65</c:v>
                </c:pt>
                <c:pt idx="23549">
                  <c:v>24.65</c:v>
                </c:pt>
                <c:pt idx="23550">
                  <c:v>24.65</c:v>
                </c:pt>
                <c:pt idx="23551">
                  <c:v>24.65</c:v>
                </c:pt>
                <c:pt idx="23552">
                  <c:v>24.65</c:v>
                </c:pt>
                <c:pt idx="23553">
                  <c:v>24.6</c:v>
                </c:pt>
                <c:pt idx="23554">
                  <c:v>24.6</c:v>
                </c:pt>
                <c:pt idx="23555">
                  <c:v>24.55</c:v>
                </c:pt>
                <c:pt idx="23556">
                  <c:v>24.5</c:v>
                </c:pt>
                <c:pt idx="23557">
                  <c:v>24.45</c:v>
                </c:pt>
                <c:pt idx="23558">
                  <c:v>24.4</c:v>
                </c:pt>
                <c:pt idx="23559">
                  <c:v>24.4</c:v>
                </c:pt>
                <c:pt idx="23560">
                  <c:v>24.35</c:v>
                </c:pt>
                <c:pt idx="23561">
                  <c:v>24.35</c:v>
                </c:pt>
                <c:pt idx="23562">
                  <c:v>24.35</c:v>
                </c:pt>
                <c:pt idx="23563">
                  <c:v>24.35</c:v>
                </c:pt>
                <c:pt idx="23564">
                  <c:v>24.35</c:v>
                </c:pt>
                <c:pt idx="23565">
                  <c:v>24.35</c:v>
                </c:pt>
                <c:pt idx="23566">
                  <c:v>24.35</c:v>
                </c:pt>
                <c:pt idx="23567">
                  <c:v>24.4</c:v>
                </c:pt>
                <c:pt idx="23568">
                  <c:v>24.4</c:v>
                </c:pt>
                <c:pt idx="23569">
                  <c:v>24.4</c:v>
                </c:pt>
                <c:pt idx="23570">
                  <c:v>24.45</c:v>
                </c:pt>
                <c:pt idx="23571">
                  <c:v>24.45</c:v>
                </c:pt>
                <c:pt idx="23572">
                  <c:v>24.5</c:v>
                </c:pt>
                <c:pt idx="23573">
                  <c:v>24.5</c:v>
                </c:pt>
                <c:pt idx="23574">
                  <c:v>24.5</c:v>
                </c:pt>
                <c:pt idx="23575">
                  <c:v>24.55</c:v>
                </c:pt>
                <c:pt idx="23576">
                  <c:v>24.55</c:v>
                </c:pt>
                <c:pt idx="23577">
                  <c:v>24.6</c:v>
                </c:pt>
                <c:pt idx="23578">
                  <c:v>24.6</c:v>
                </c:pt>
                <c:pt idx="23579">
                  <c:v>24.65</c:v>
                </c:pt>
                <c:pt idx="23580">
                  <c:v>24.65</c:v>
                </c:pt>
                <c:pt idx="23581">
                  <c:v>24.7</c:v>
                </c:pt>
                <c:pt idx="23582">
                  <c:v>24.65</c:v>
                </c:pt>
                <c:pt idx="23583">
                  <c:v>24.65</c:v>
                </c:pt>
                <c:pt idx="23584">
                  <c:v>24.6</c:v>
                </c:pt>
                <c:pt idx="23585">
                  <c:v>24.6</c:v>
                </c:pt>
                <c:pt idx="23586">
                  <c:v>24.5</c:v>
                </c:pt>
                <c:pt idx="23587">
                  <c:v>24.5</c:v>
                </c:pt>
                <c:pt idx="23588">
                  <c:v>24.45</c:v>
                </c:pt>
                <c:pt idx="23589">
                  <c:v>24.4</c:v>
                </c:pt>
                <c:pt idx="23590">
                  <c:v>24.4</c:v>
                </c:pt>
                <c:pt idx="23591">
                  <c:v>24.4</c:v>
                </c:pt>
                <c:pt idx="23592">
                  <c:v>24.35</c:v>
                </c:pt>
                <c:pt idx="23593">
                  <c:v>24.35</c:v>
                </c:pt>
                <c:pt idx="23594">
                  <c:v>24.35</c:v>
                </c:pt>
                <c:pt idx="23595">
                  <c:v>24.4</c:v>
                </c:pt>
                <c:pt idx="23596">
                  <c:v>24.4</c:v>
                </c:pt>
                <c:pt idx="23597">
                  <c:v>24.4</c:v>
                </c:pt>
                <c:pt idx="23598">
                  <c:v>24.4</c:v>
                </c:pt>
                <c:pt idx="23599">
                  <c:v>24.45</c:v>
                </c:pt>
                <c:pt idx="23600">
                  <c:v>24.45</c:v>
                </c:pt>
                <c:pt idx="23601">
                  <c:v>24.5</c:v>
                </c:pt>
                <c:pt idx="23602">
                  <c:v>24.5</c:v>
                </c:pt>
                <c:pt idx="23603">
                  <c:v>24.55</c:v>
                </c:pt>
                <c:pt idx="23604">
                  <c:v>24.55</c:v>
                </c:pt>
                <c:pt idx="23605">
                  <c:v>24.55</c:v>
                </c:pt>
                <c:pt idx="23606">
                  <c:v>24.6</c:v>
                </c:pt>
                <c:pt idx="23607">
                  <c:v>24.6</c:v>
                </c:pt>
                <c:pt idx="23608">
                  <c:v>24.65</c:v>
                </c:pt>
                <c:pt idx="23609">
                  <c:v>24.65</c:v>
                </c:pt>
                <c:pt idx="23610">
                  <c:v>24.65</c:v>
                </c:pt>
                <c:pt idx="23611">
                  <c:v>24.65</c:v>
                </c:pt>
                <c:pt idx="23612">
                  <c:v>24.65</c:v>
                </c:pt>
                <c:pt idx="23613">
                  <c:v>24.65</c:v>
                </c:pt>
                <c:pt idx="23614">
                  <c:v>24.6</c:v>
                </c:pt>
                <c:pt idx="23615">
                  <c:v>24.55</c:v>
                </c:pt>
                <c:pt idx="23616">
                  <c:v>24.5</c:v>
                </c:pt>
                <c:pt idx="23617">
                  <c:v>24.45</c:v>
                </c:pt>
                <c:pt idx="23618">
                  <c:v>24.45</c:v>
                </c:pt>
                <c:pt idx="23619">
                  <c:v>24.4</c:v>
                </c:pt>
                <c:pt idx="23620">
                  <c:v>24.4</c:v>
                </c:pt>
                <c:pt idx="23621">
                  <c:v>24.4</c:v>
                </c:pt>
                <c:pt idx="23622">
                  <c:v>24.4</c:v>
                </c:pt>
                <c:pt idx="23623">
                  <c:v>24.4</c:v>
                </c:pt>
                <c:pt idx="23624">
                  <c:v>24.4</c:v>
                </c:pt>
                <c:pt idx="23625">
                  <c:v>24.4</c:v>
                </c:pt>
                <c:pt idx="23626">
                  <c:v>24.4</c:v>
                </c:pt>
                <c:pt idx="23627">
                  <c:v>24.4</c:v>
                </c:pt>
                <c:pt idx="23628">
                  <c:v>24.4</c:v>
                </c:pt>
                <c:pt idx="23629">
                  <c:v>24.4</c:v>
                </c:pt>
                <c:pt idx="23630">
                  <c:v>24.45</c:v>
                </c:pt>
                <c:pt idx="23631">
                  <c:v>24.45</c:v>
                </c:pt>
                <c:pt idx="23632">
                  <c:v>24.45</c:v>
                </c:pt>
                <c:pt idx="23633">
                  <c:v>24.5</c:v>
                </c:pt>
                <c:pt idx="23634">
                  <c:v>24.5</c:v>
                </c:pt>
                <c:pt idx="23635">
                  <c:v>24.55</c:v>
                </c:pt>
                <c:pt idx="23636">
                  <c:v>24.55</c:v>
                </c:pt>
                <c:pt idx="23637">
                  <c:v>24.55</c:v>
                </c:pt>
                <c:pt idx="23638">
                  <c:v>24.6</c:v>
                </c:pt>
                <c:pt idx="23639">
                  <c:v>24.6</c:v>
                </c:pt>
                <c:pt idx="23640">
                  <c:v>24.65</c:v>
                </c:pt>
                <c:pt idx="23641">
                  <c:v>24.65</c:v>
                </c:pt>
                <c:pt idx="23642">
                  <c:v>24.65</c:v>
                </c:pt>
                <c:pt idx="23643">
                  <c:v>24.6</c:v>
                </c:pt>
                <c:pt idx="23644">
                  <c:v>24.55</c:v>
                </c:pt>
                <c:pt idx="23645">
                  <c:v>24.55</c:v>
                </c:pt>
                <c:pt idx="23646">
                  <c:v>24.5</c:v>
                </c:pt>
                <c:pt idx="23647">
                  <c:v>24.45</c:v>
                </c:pt>
                <c:pt idx="23648">
                  <c:v>24.4</c:v>
                </c:pt>
                <c:pt idx="23649">
                  <c:v>24.4</c:v>
                </c:pt>
                <c:pt idx="23650">
                  <c:v>24.4</c:v>
                </c:pt>
                <c:pt idx="23651">
                  <c:v>24.4</c:v>
                </c:pt>
                <c:pt idx="23652">
                  <c:v>24.4</c:v>
                </c:pt>
                <c:pt idx="23653">
                  <c:v>24.4</c:v>
                </c:pt>
                <c:pt idx="23654">
                  <c:v>24.4</c:v>
                </c:pt>
                <c:pt idx="23655">
                  <c:v>24.4</c:v>
                </c:pt>
                <c:pt idx="23656">
                  <c:v>24.4</c:v>
                </c:pt>
                <c:pt idx="23657">
                  <c:v>24.45</c:v>
                </c:pt>
                <c:pt idx="23658">
                  <c:v>24.45</c:v>
                </c:pt>
                <c:pt idx="23659">
                  <c:v>24.45</c:v>
                </c:pt>
                <c:pt idx="23660">
                  <c:v>24.5</c:v>
                </c:pt>
                <c:pt idx="23661">
                  <c:v>24.5</c:v>
                </c:pt>
                <c:pt idx="23662">
                  <c:v>24.55</c:v>
                </c:pt>
                <c:pt idx="23663">
                  <c:v>24.55</c:v>
                </c:pt>
                <c:pt idx="23664">
                  <c:v>24.55</c:v>
                </c:pt>
                <c:pt idx="23665">
                  <c:v>24.6</c:v>
                </c:pt>
                <c:pt idx="23666">
                  <c:v>24.6</c:v>
                </c:pt>
                <c:pt idx="23667">
                  <c:v>24.6</c:v>
                </c:pt>
                <c:pt idx="23668">
                  <c:v>24.65</c:v>
                </c:pt>
                <c:pt idx="23669">
                  <c:v>24.65</c:v>
                </c:pt>
                <c:pt idx="23670">
                  <c:v>24.65</c:v>
                </c:pt>
                <c:pt idx="23671">
                  <c:v>24.65</c:v>
                </c:pt>
                <c:pt idx="23672">
                  <c:v>24.65</c:v>
                </c:pt>
                <c:pt idx="23673">
                  <c:v>24.6</c:v>
                </c:pt>
                <c:pt idx="23674">
                  <c:v>24.55</c:v>
                </c:pt>
                <c:pt idx="23675">
                  <c:v>24.55</c:v>
                </c:pt>
                <c:pt idx="23676">
                  <c:v>24.5</c:v>
                </c:pt>
                <c:pt idx="23677">
                  <c:v>24.45</c:v>
                </c:pt>
                <c:pt idx="23678">
                  <c:v>24.4</c:v>
                </c:pt>
                <c:pt idx="23679">
                  <c:v>24.4</c:v>
                </c:pt>
                <c:pt idx="23680">
                  <c:v>24.35</c:v>
                </c:pt>
                <c:pt idx="23681">
                  <c:v>24.35</c:v>
                </c:pt>
                <c:pt idx="23682">
                  <c:v>24.35</c:v>
                </c:pt>
                <c:pt idx="23683">
                  <c:v>24.35</c:v>
                </c:pt>
                <c:pt idx="23684">
                  <c:v>24.35</c:v>
                </c:pt>
                <c:pt idx="23685">
                  <c:v>24.4</c:v>
                </c:pt>
                <c:pt idx="23686">
                  <c:v>24.4</c:v>
                </c:pt>
                <c:pt idx="23687">
                  <c:v>24.4</c:v>
                </c:pt>
                <c:pt idx="23688">
                  <c:v>24.4</c:v>
                </c:pt>
                <c:pt idx="23689">
                  <c:v>24.4</c:v>
                </c:pt>
                <c:pt idx="23690">
                  <c:v>24.45</c:v>
                </c:pt>
                <c:pt idx="23691">
                  <c:v>24.45</c:v>
                </c:pt>
                <c:pt idx="23692">
                  <c:v>24.5</c:v>
                </c:pt>
                <c:pt idx="23693">
                  <c:v>24.5</c:v>
                </c:pt>
                <c:pt idx="23694">
                  <c:v>24.5</c:v>
                </c:pt>
                <c:pt idx="23695">
                  <c:v>24.55</c:v>
                </c:pt>
                <c:pt idx="23696">
                  <c:v>24.55</c:v>
                </c:pt>
                <c:pt idx="23697">
                  <c:v>24.6</c:v>
                </c:pt>
                <c:pt idx="23698">
                  <c:v>24.6</c:v>
                </c:pt>
                <c:pt idx="23699">
                  <c:v>24.65</c:v>
                </c:pt>
                <c:pt idx="23700">
                  <c:v>24.65</c:v>
                </c:pt>
                <c:pt idx="23701">
                  <c:v>24.65</c:v>
                </c:pt>
                <c:pt idx="23702">
                  <c:v>24.65</c:v>
                </c:pt>
                <c:pt idx="23703">
                  <c:v>24.65</c:v>
                </c:pt>
                <c:pt idx="23704">
                  <c:v>24.6</c:v>
                </c:pt>
                <c:pt idx="23705">
                  <c:v>24.55</c:v>
                </c:pt>
                <c:pt idx="23706">
                  <c:v>24.5</c:v>
                </c:pt>
                <c:pt idx="23707">
                  <c:v>24.5</c:v>
                </c:pt>
                <c:pt idx="23708">
                  <c:v>24.45</c:v>
                </c:pt>
                <c:pt idx="23709">
                  <c:v>24.4</c:v>
                </c:pt>
                <c:pt idx="23710">
                  <c:v>24.4</c:v>
                </c:pt>
                <c:pt idx="23711">
                  <c:v>24.4</c:v>
                </c:pt>
                <c:pt idx="23712">
                  <c:v>24.4</c:v>
                </c:pt>
                <c:pt idx="23713">
                  <c:v>24.4</c:v>
                </c:pt>
                <c:pt idx="23714">
                  <c:v>24.4</c:v>
                </c:pt>
                <c:pt idx="23715">
                  <c:v>24.4</c:v>
                </c:pt>
                <c:pt idx="23716">
                  <c:v>24.4</c:v>
                </c:pt>
                <c:pt idx="23717">
                  <c:v>24.45</c:v>
                </c:pt>
                <c:pt idx="23718">
                  <c:v>24.45</c:v>
                </c:pt>
                <c:pt idx="23719">
                  <c:v>24.45</c:v>
                </c:pt>
                <c:pt idx="23720">
                  <c:v>24.45</c:v>
                </c:pt>
                <c:pt idx="23721">
                  <c:v>24.45</c:v>
                </c:pt>
                <c:pt idx="23722">
                  <c:v>24.5</c:v>
                </c:pt>
                <c:pt idx="23723">
                  <c:v>24.5</c:v>
                </c:pt>
                <c:pt idx="23724">
                  <c:v>24.55</c:v>
                </c:pt>
                <c:pt idx="23725">
                  <c:v>24.55</c:v>
                </c:pt>
                <c:pt idx="23726">
                  <c:v>24.55</c:v>
                </c:pt>
                <c:pt idx="23727">
                  <c:v>24.6</c:v>
                </c:pt>
                <c:pt idx="23728">
                  <c:v>24.6</c:v>
                </c:pt>
                <c:pt idx="23729">
                  <c:v>24.65</c:v>
                </c:pt>
                <c:pt idx="23730">
                  <c:v>24.65</c:v>
                </c:pt>
                <c:pt idx="23731">
                  <c:v>24.7</c:v>
                </c:pt>
                <c:pt idx="23732">
                  <c:v>24.65</c:v>
                </c:pt>
                <c:pt idx="23733">
                  <c:v>24.65</c:v>
                </c:pt>
                <c:pt idx="23734">
                  <c:v>24.6</c:v>
                </c:pt>
                <c:pt idx="23735">
                  <c:v>24.6</c:v>
                </c:pt>
                <c:pt idx="23736">
                  <c:v>24.55</c:v>
                </c:pt>
                <c:pt idx="23737">
                  <c:v>24.5</c:v>
                </c:pt>
                <c:pt idx="23738">
                  <c:v>24.45</c:v>
                </c:pt>
                <c:pt idx="23739">
                  <c:v>24.45</c:v>
                </c:pt>
                <c:pt idx="23740">
                  <c:v>24.4</c:v>
                </c:pt>
                <c:pt idx="23741">
                  <c:v>24.4</c:v>
                </c:pt>
                <c:pt idx="23742">
                  <c:v>24.4</c:v>
                </c:pt>
                <c:pt idx="23743">
                  <c:v>24.4</c:v>
                </c:pt>
                <c:pt idx="23744">
                  <c:v>24.4</c:v>
                </c:pt>
                <c:pt idx="23745">
                  <c:v>24.4</c:v>
                </c:pt>
                <c:pt idx="23746">
                  <c:v>24.4</c:v>
                </c:pt>
                <c:pt idx="23747">
                  <c:v>24.4</c:v>
                </c:pt>
                <c:pt idx="23748">
                  <c:v>24.4</c:v>
                </c:pt>
                <c:pt idx="23749">
                  <c:v>24.45</c:v>
                </c:pt>
                <c:pt idx="23750">
                  <c:v>24.45</c:v>
                </c:pt>
                <c:pt idx="23751">
                  <c:v>24.45</c:v>
                </c:pt>
                <c:pt idx="23752">
                  <c:v>24.5</c:v>
                </c:pt>
                <c:pt idx="23753">
                  <c:v>24.5</c:v>
                </c:pt>
                <c:pt idx="23754">
                  <c:v>24.55</c:v>
                </c:pt>
                <c:pt idx="23755">
                  <c:v>24.55</c:v>
                </c:pt>
                <c:pt idx="23756">
                  <c:v>24.6</c:v>
                </c:pt>
                <c:pt idx="23757">
                  <c:v>24.6</c:v>
                </c:pt>
                <c:pt idx="23758">
                  <c:v>24.65</c:v>
                </c:pt>
                <c:pt idx="23759">
                  <c:v>24.65</c:v>
                </c:pt>
                <c:pt idx="23760">
                  <c:v>24.7</c:v>
                </c:pt>
                <c:pt idx="23761">
                  <c:v>24.7</c:v>
                </c:pt>
                <c:pt idx="23762">
                  <c:v>24.65</c:v>
                </c:pt>
                <c:pt idx="23763">
                  <c:v>24.65</c:v>
                </c:pt>
                <c:pt idx="23764">
                  <c:v>24.6</c:v>
                </c:pt>
                <c:pt idx="23765">
                  <c:v>24.55</c:v>
                </c:pt>
                <c:pt idx="23766">
                  <c:v>24.55</c:v>
                </c:pt>
                <c:pt idx="23767">
                  <c:v>24.5</c:v>
                </c:pt>
                <c:pt idx="23768">
                  <c:v>24.45</c:v>
                </c:pt>
                <c:pt idx="23769">
                  <c:v>24.45</c:v>
                </c:pt>
                <c:pt idx="23770">
                  <c:v>24.4</c:v>
                </c:pt>
                <c:pt idx="23771">
                  <c:v>24.4</c:v>
                </c:pt>
                <c:pt idx="23772">
                  <c:v>24.35</c:v>
                </c:pt>
                <c:pt idx="23773">
                  <c:v>24.35</c:v>
                </c:pt>
                <c:pt idx="23774">
                  <c:v>24.35</c:v>
                </c:pt>
                <c:pt idx="23775">
                  <c:v>24.35</c:v>
                </c:pt>
                <c:pt idx="23776">
                  <c:v>24.4</c:v>
                </c:pt>
                <c:pt idx="23777">
                  <c:v>24.4</c:v>
                </c:pt>
                <c:pt idx="23778">
                  <c:v>24.4</c:v>
                </c:pt>
                <c:pt idx="23779">
                  <c:v>24.45</c:v>
                </c:pt>
                <c:pt idx="23780">
                  <c:v>24.45</c:v>
                </c:pt>
                <c:pt idx="23781">
                  <c:v>24.5</c:v>
                </c:pt>
                <c:pt idx="23782">
                  <c:v>24.5</c:v>
                </c:pt>
                <c:pt idx="23783">
                  <c:v>24.55</c:v>
                </c:pt>
                <c:pt idx="23784">
                  <c:v>24.55</c:v>
                </c:pt>
                <c:pt idx="23785">
                  <c:v>24.55</c:v>
                </c:pt>
                <c:pt idx="23786">
                  <c:v>24.6</c:v>
                </c:pt>
                <c:pt idx="23787">
                  <c:v>24.6</c:v>
                </c:pt>
                <c:pt idx="23788">
                  <c:v>24.65</c:v>
                </c:pt>
                <c:pt idx="23789">
                  <c:v>24.65</c:v>
                </c:pt>
                <c:pt idx="23790">
                  <c:v>24.7</c:v>
                </c:pt>
                <c:pt idx="23791">
                  <c:v>24.7</c:v>
                </c:pt>
                <c:pt idx="23792">
                  <c:v>24.7</c:v>
                </c:pt>
                <c:pt idx="23793">
                  <c:v>24.65</c:v>
                </c:pt>
                <c:pt idx="23794">
                  <c:v>24.6</c:v>
                </c:pt>
                <c:pt idx="23795">
                  <c:v>24.6</c:v>
                </c:pt>
                <c:pt idx="23796">
                  <c:v>24.55</c:v>
                </c:pt>
                <c:pt idx="23797">
                  <c:v>24.5</c:v>
                </c:pt>
                <c:pt idx="23798">
                  <c:v>24.5</c:v>
                </c:pt>
                <c:pt idx="23799">
                  <c:v>24.45</c:v>
                </c:pt>
                <c:pt idx="23800">
                  <c:v>24.45</c:v>
                </c:pt>
                <c:pt idx="23801">
                  <c:v>24.45</c:v>
                </c:pt>
                <c:pt idx="23802">
                  <c:v>24.4</c:v>
                </c:pt>
                <c:pt idx="23803">
                  <c:v>24.4</c:v>
                </c:pt>
                <c:pt idx="23804">
                  <c:v>24.4</c:v>
                </c:pt>
                <c:pt idx="23805">
                  <c:v>24.45</c:v>
                </c:pt>
                <c:pt idx="23806">
                  <c:v>24.45</c:v>
                </c:pt>
                <c:pt idx="23807">
                  <c:v>24.45</c:v>
                </c:pt>
                <c:pt idx="23808">
                  <c:v>24.45</c:v>
                </c:pt>
                <c:pt idx="23809">
                  <c:v>24.45</c:v>
                </c:pt>
                <c:pt idx="23810">
                  <c:v>24.5</c:v>
                </c:pt>
                <c:pt idx="23811">
                  <c:v>24.5</c:v>
                </c:pt>
                <c:pt idx="23812">
                  <c:v>24.55</c:v>
                </c:pt>
                <c:pt idx="23813">
                  <c:v>24.55</c:v>
                </c:pt>
                <c:pt idx="23814">
                  <c:v>24.55</c:v>
                </c:pt>
                <c:pt idx="23815">
                  <c:v>24.6</c:v>
                </c:pt>
                <c:pt idx="23816">
                  <c:v>24.6</c:v>
                </c:pt>
                <c:pt idx="23817">
                  <c:v>24.6</c:v>
                </c:pt>
                <c:pt idx="23818">
                  <c:v>24.6</c:v>
                </c:pt>
                <c:pt idx="23819">
                  <c:v>24.65</c:v>
                </c:pt>
                <c:pt idx="23820">
                  <c:v>24.65</c:v>
                </c:pt>
                <c:pt idx="23821">
                  <c:v>24.65</c:v>
                </c:pt>
                <c:pt idx="23822">
                  <c:v>24.65</c:v>
                </c:pt>
                <c:pt idx="23823">
                  <c:v>24.65</c:v>
                </c:pt>
                <c:pt idx="23824">
                  <c:v>24.6</c:v>
                </c:pt>
                <c:pt idx="23825">
                  <c:v>24.55</c:v>
                </c:pt>
                <c:pt idx="23826">
                  <c:v>24.5</c:v>
                </c:pt>
                <c:pt idx="23827">
                  <c:v>24.5</c:v>
                </c:pt>
                <c:pt idx="23828">
                  <c:v>24.45</c:v>
                </c:pt>
                <c:pt idx="23829">
                  <c:v>24.4</c:v>
                </c:pt>
                <c:pt idx="23830">
                  <c:v>24.4</c:v>
                </c:pt>
                <c:pt idx="23831">
                  <c:v>24.4</c:v>
                </c:pt>
                <c:pt idx="23832">
                  <c:v>24.4</c:v>
                </c:pt>
                <c:pt idx="23833">
                  <c:v>24.4</c:v>
                </c:pt>
                <c:pt idx="23834">
                  <c:v>24.4</c:v>
                </c:pt>
                <c:pt idx="23835">
                  <c:v>24.4</c:v>
                </c:pt>
                <c:pt idx="23836">
                  <c:v>24.4</c:v>
                </c:pt>
                <c:pt idx="23837">
                  <c:v>24.45</c:v>
                </c:pt>
                <c:pt idx="23838">
                  <c:v>24.45</c:v>
                </c:pt>
                <c:pt idx="23839">
                  <c:v>24.45</c:v>
                </c:pt>
                <c:pt idx="23840">
                  <c:v>24.5</c:v>
                </c:pt>
                <c:pt idx="23841">
                  <c:v>24.5</c:v>
                </c:pt>
                <c:pt idx="23842">
                  <c:v>24.5</c:v>
                </c:pt>
                <c:pt idx="23843">
                  <c:v>24.55</c:v>
                </c:pt>
                <c:pt idx="23844">
                  <c:v>24.55</c:v>
                </c:pt>
                <c:pt idx="23845">
                  <c:v>24.55</c:v>
                </c:pt>
                <c:pt idx="23846">
                  <c:v>24.6</c:v>
                </c:pt>
                <c:pt idx="23847">
                  <c:v>24.6</c:v>
                </c:pt>
                <c:pt idx="23848">
                  <c:v>24.6</c:v>
                </c:pt>
                <c:pt idx="23849">
                  <c:v>24.65</c:v>
                </c:pt>
                <c:pt idx="23850">
                  <c:v>24.65</c:v>
                </c:pt>
                <c:pt idx="23851">
                  <c:v>24.65</c:v>
                </c:pt>
                <c:pt idx="23852">
                  <c:v>24.65</c:v>
                </c:pt>
                <c:pt idx="23853">
                  <c:v>24.65</c:v>
                </c:pt>
                <c:pt idx="23854">
                  <c:v>24.6</c:v>
                </c:pt>
                <c:pt idx="23855">
                  <c:v>24.55</c:v>
                </c:pt>
                <c:pt idx="23856">
                  <c:v>24.5</c:v>
                </c:pt>
                <c:pt idx="23857">
                  <c:v>24.45</c:v>
                </c:pt>
                <c:pt idx="23858">
                  <c:v>24.45</c:v>
                </c:pt>
                <c:pt idx="23859">
                  <c:v>24.4</c:v>
                </c:pt>
                <c:pt idx="23860">
                  <c:v>24.4</c:v>
                </c:pt>
                <c:pt idx="23861">
                  <c:v>24.4</c:v>
                </c:pt>
                <c:pt idx="23862">
                  <c:v>24.4</c:v>
                </c:pt>
                <c:pt idx="23863">
                  <c:v>24.4</c:v>
                </c:pt>
                <c:pt idx="23864">
                  <c:v>24.4</c:v>
                </c:pt>
                <c:pt idx="23865">
                  <c:v>24.4</c:v>
                </c:pt>
                <c:pt idx="23866">
                  <c:v>24.4</c:v>
                </c:pt>
                <c:pt idx="23867">
                  <c:v>24.4</c:v>
                </c:pt>
                <c:pt idx="23868">
                  <c:v>24.45</c:v>
                </c:pt>
                <c:pt idx="23869">
                  <c:v>24.45</c:v>
                </c:pt>
                <c:pt idx="23870">
                  <c:v>24.45</c:v>
                </c:pt>
                <c:pt idx="23871">
                  <c:v>24.5</c:v>
                </c:pt>
                <c:pt idx="23872">
                  <c:v>24.5</c:v>
                </c:pt>
                <c:pt idx="23873">
                  <c:v>24.55</c:v>
                </c:pt>
                <c:pt idx="23874">
                  <c:v>24.55</c:v>
                </c:pt>
                <c:pt idx="23875">
                  <c:v>24.6</c:v>
                </c:pt>
                <c:pt idx="23876">
                  <c:v>24.6</c:v>
                </c:pt>
                <c:pt idx="23877">
                  <c:v>24.6</c:v>
                </c:pt>
                <c:pt idx="23878">
                  <c:v>24.65</c:v>
                </c:pt>
                <c:pt idx="23879">
                  <c:v>24.65</c:v>
                </c:pt>
                <c:pt idx="23880">
                  <c:v>24.7</c:v>
                </c:pt>
                <c:pt idx="23881">
                  <c:v>24.7</c:v>
                </c:pt>
                <c:pt idx="23882">
                  <c:v>24.65</c:v>
                </c:pt>
                <c:pt idx="23883">
                  <c:v>24.65</c:v>
                </c:pt>
                <c:pt idx="23884">
                  <c:v>24.6</c:v>
                </c:pt>
                <c:pt idx="23885">
                  <c:v>24.55</c:v>
                </c:pt>
                <c:pt idx="23886">
                  <c:v>24.5</c:v>
                </c:pt>
                <c:pt idx="23887">
                  <c:v>24.45</c:v>
                </c:pt>
                <c:pt idx="23888">
                  <c:v>24.45</c:v>
                </c:pt>
                <c:pt idx="23889">
                  <c:v>24.4</c:v>
                </c:pt>
                <c:pt idx="23890">
                  <c:v>24.4</c:v>
                </c:pt>
                <c:pt idx="23891">
                  <c:v>24.4</c:v>
                </c:pt>
                <c:pt idx="23892">
                  <c:v>24.35</c:v>
                </c:pt>
                <c:pt idx="23893">
                  <c:v>24.35</c:v>
                </c:pt>
                <c:pt idx="23894">
                  <c:v>24.35</c:v>
                </c:pt>
                <c:pt idx="23895">
                  <c:v>24.4</c:v>
                </c:pt>
                <c:pt idx="23896">
                  <c:v>24.4</c:v>
                </c:pt>
                <c:pt idx="23897">
                  <c:v>24.4</c:v>
                </c:pt>
                <c:pt idx="23898">
                  <c:v>24.4</c:v>
                </c:pt>
                <c:pt idx="23899">
                  <c:v>24.45</c:v>
                </c:pt>
                <c:pt idx="23900">
                  <c:v>24.45</c:v>
                </c:pt>
                <c:pt idx="23901">
                  <c:v>24.45</c:v>
                </c:pt>
                <c:pt idx="23902">
                  <c:v>24.5</c:v>
                </c:pt>
                <c:pt idx="23903">
                  <c:v>24.5</c:v>
                </c:pt>
                <c:pt idx="23904">
                  <c:v>24.5</c:v>
                </c:pt>
                <c:pt idx="23905">
                  <c:v>24.55</c:v>
                </c:pt>
                <c:pt idx="23906">
                  <c:v>24.6</c:v>
                </c:pt>
                <c:pt idx="23907">
                  <c:v>24.6</c:v>
                </c:pt>
                <c:pt idx="23908">
                  <c:v>24.65</c:v>
                </c:pt>
                <c:pt idx="23909">
                  <c:v>24.65</c:v>
                </c:pt>
                <c:pt idx="23910">
                  <c:v>24.65</c:v>
                </c:pt>
                <c:pt idx="23911">
                  <c:v>24.65</c:v>
                </c:pt>
                <c:pt idx="23912">
                  <c:v>24.7</c:v>
                </c:pt>
                <c:pt idx="23913">
                  <c:v>24.65</c:v>
                </c:pt>
                <c:pt idx="23914">
                  <c:v>24.65</c:v>
                </c:pt>
                <c:pt idx="23915">
                  <c:v>24.6</c:v>
                </c:pt>
                <c:pt idx="23916">
                  <c:v>24.55</c:v>
                </c:pt>
                <c:pt idx="23917">
                  <c:v>24.5</c:v>
                </c:pt>
                <c:pt idx="23918">
                  <c:v>24.45</c:v>
                </c:pt>
                <c:pt idx="23919">
                  <c:v>24.45</c:v>
                </c:pt>
                <c:pt idx="23920">
                  <c:v>24.4</c:v>
                </c:pt>
                <c:pt idx="23921">
                  <c:v>24.4</c:v>
                </c:pt>
                <c:pt idx="23922">
                  <c:v>24.4</c:v>
                </c:pt>
                <c:pt idx="23923">
                  <c:v>24.4</c:v>
                </c:pt>
                <c:pt idx="23924">
                  <c:v>24.4</c:v>
                </c:pt>
                <c:pt idx="23925">
                  <c:v>24.4</c:v>
                </c:pt>
                <c:pt idx="23926">
                  <c:v>24.4</c:v>
                </c:pt>
                <c:pt idx="23927">
                  <c:v>24.4</c:v>
                </c:pt>
                <c:pt idx="23928">
                  <c:v>24.4</c:v>
                </c:pt>
                <c:pt idx="23929">
                  <c:v>24.45</c:v>
                </c:pt>
                <c:pt idx="23930">
                  <c:v>24.45</c:v>
                </c:pt>
                <c:pt idx="23931">
                  <c:v>24.45</c:v>
                </c:pt>
                <c:pt idx="23932">
                  <c:v>24.5</c:v>
                </c:pt>
                <c:pt idx="23933">
                  <c:v>24.5</c:v>
                </c:pt>
                <c:pt idx="23934">
                  <c:v>24.5</c:v>
                </c:pt>
                <c:pt idx="23935">
                  <c:v>24.55</c:v>
                </c:pt>
                <c:pt idx="23936">
                  <c:v>24.55</c:v>
                </c:pt>
                <c:pt idx="23937">
                  <c:v>24.6</c:v>
                </c:pt>
                <c:pt idx="23938">
                  <c:v>24.6</c:v>
                </c:pt>
                <c:pt idx="23939">
                  <c:v>24.65</c:v>
                </c:pt>
                <c:pt idx="23940">
                  <c:v>24.65</c:v>
                </c:pt>
                <c:pt idx="23941">
                  <c:v>24.65</c:v>
                </c:pt>
                <c:pt idx="23942">
                  <c:v>24.65</c:v>
                </c:pt>
                <c:pt idx="23943">
                  <c:v>24.65</c:v>
                </c:pt>
                <c:pt idx="23944">
                  <c:v>24.6</c:v>
                </c:pt>
                <c:pt idx="23945">
                  <c:v>24.55</c:v>
                </c:pt>
                <c:pt idx="23946">
                  <c:v>24.55</c:v>
                </c:pt>
                <c:pt idx="23947">
                  <c:v>24.5</c:v>
                </c:pt>
                <c:pt idx="23948">
                  <c:v>24.45</c:v>
                </c:pt>
                <c:pt idx="23949">
                  <c:v>24.45</c:v>
                </c:pt>
                <c:pt idx="23950">
                  <c:v>24.4</c:v>
                </c:pt>
                <c:pt idx="23951">
                  <c:v>24.4</c:v>
                </c:pt>
                <c:pt idx="23952">
                  <c:v>24.4</c:v>
                </c:pt>
                <c:pt idx="23953">
                  <c:v>24.4</c:v>
                </c:pt>
                <c:pt idx="23954">
                  <c:v>24.4</c:v>
                </c:pt>
                <c:pt idx="23955">
                  <c:v>24.4</c:v>
                </c:pt>
                <c:pt idx="23956">
                  <c:v>24.4</c:v>
                </c:pt>
                <c:pt idx="23957">
                  <c:v>24.4</c:v>
                </c:pt>
                <c:pt idx="23958">
                  <c:v>24.4</c:v>
                </c:pt>
                <c:pt idx="23959">
                  <c:v>24.4</c:v>
                </c:pt>
                <c:pt idx="23960">
                  <c:v>24.4</c:v>
                </c:pt>
                <c:pt idx="23961">
                  <c:v>24.45</c:v>
                </c:pt>
                <c:pt idx="23962">
                  <c:v>24.45</c:v>
                </c:pt>
                <c:pt idx="23963">
                  <c:v>24.5</c:v>
                </c:pt>
                <c:pt idx="23964">
                  <c:v>24.5</c:v>
                </c:pt>
                <c:pt idx="23965">
                  <c:v>24.5</c:v>
                </c:pt>
                <c:pt idx="23966">
                  <c:v>24.55</c:v>
                </c:pt>
                <c:pt idx="23967">
                  <c:v>24.55</c:v>
                </c:pt>
                <c:pt idx="23968">
                  <c:v>24.6</c:v>
                </c:pt>
                <c:pt idx="23969">
                  <c:v>24.6</c:v>
                </c:pt>
                <c:pt idx="23970">
                  <c:v>24.6</c:v>
                </c:pt>
                <c:pt idx="23971">
                  <c:v>24.6</c:v>
                </c:pt>
                <c:pt idx="23972">
                  <c:v>24.6</c:v>
                </c:pt>
                <c:pt idx="23973">
                  <c:v>24.6</c:v>
                </c:pt>
                <c:pt idx="23974">
                  <c:v>24.55</c:v>
                </c:pt>
                <c:pt idx="23975">
                  <c:v>24.5</c:v>
                </c:pt>
                <c:pt idx="23976">
                  <c:v>24.45</c:v>
                </c:pt>
                <c:pt idx="23977">
                  <c:v>24.45</c:v>
                </c:pt>
                <c:pt idx="23978">
                  <c:v>24.45</c:v>
                </c:pt>
                <c:pt idx="23979">
                  <c:v>24.4</c:v>
                </c:pt>
                <c:pt idx="23980">
                  <c:v>24.4</c:v>
                </c:pt>
                <c:pt idx="23981">
                  <c:v>24.35</c:v>
                </c:pt>
                <c:pt idx="23982">
                  <c:v>24.35</c:v>
                </c:pt>
                <c:pt idx="23983">
                  <c:v>24.35</c:v>
                </c:pt>
                <c:pt idx="23984">
                  <c:v>24.35</c:v>
                </c:pt>
                <c:pt idx="23985">
                  <c:v>24.35</c:v>
                </c:pt>
                <c:pt idx="23986">
                  <c:v>24.4</c:v>
                </c:pt>
                <c:pt idx="23987">
                  <c:v>24.4</c:v>
                </c:pt>
                <c:pt idx="23988">
                  <c:v>24.4</c:v>
                </c:pt>
                <c:pt idx="23989">
                  <c:v>24.4</c:v>
                </c:pt>
                <c:pt idx="23990">
                  <c:v>24.45</c:v>
                </c:pt>
                <c:pt idx="23991">
                  <c:v>24.45</c:v>
                </c:pt>
                <c:pt idx="23992">
                  <c:v>24.5</c:v>
                </c:pt>
                <c:pt idx="23993">
                  <c:v>24.5</c:v>
                </c:pt>
                <c:pt idx="23994">
                  <c:v>24.5</c:v>
                </c:pt>
                <c:pt idx="23995">
                  <c:v>24.55</c:v>
                </c:pt>
                <c:pt idx="23996">
                  <c:v>24.55</c:v>
                </c:pt>
                <c:pt idx="23997">
                  <c:v>24.55</c:v>
                </c:pt>
                <c:pt idx="23998">
                  <c:v>24.6</c:v>
                </c:pt>
                <c:pt idx="23999">
                  <c:v>24.6</c:v>
                </c:pt>
                <c:pt idx="24000">
                  <c:v>24.65</c:v>
                </c:pt>
                <c:pt idx="24001">
                  <c:v>24.65</c:v>
                </c:pt>
                <c:pt idx="24002">
                  <c:v>24.65</c:v>
                </c:pt>
                <c:pt idx="24003">
                  <c:v>24.65</c:v>
                </c:pt>
                <c:pt idx="24004">
                  <c:v>24.6</c:v>
                </c:pt>
                <c:pt idx="24005">
                  <c:v>24.55</c:v>
                </c:pt>
                <c:pt idx="24006">
                  <c:v>24.55</c:v>
                </c:pt>
                <c:pt idx="24007">
                  <c:v>24.5</c:v>
                </c:pt>
                <c:pt idx="24008">
                  <c:v>24.5</c:v>
                </c:pt>
                <c:pt idx="24009">
                  <c:v>24.45</c:v>
                </c:pt>
                <c:pt idx="24010">
                  <c:v>24.4</c:v>
                </c:pt>
                <c:pt idx="24011">
                  <c:v>24.4</c:v>
                </c:pt>
                <c:pt idx="24012">
                  <c:v>24.4</c:v>
                </c:pt>
                <c:pt idx="24013">
                  <c:v>24.4</c:v>
                </c:pt>
                <c:pt idx="24014">
                  <c:v>24.4</c:v>
                </c:pt>
                <c:pt idx="24015">
                  <c:v>24.45</c:v>
                </c:pt>
                <c:pt idx="24016">
                  <c:v>24.45</c:v>
                </c:pt>
                <c:pt idx="24017">
                  <c:v>24.45</c:v>
                </c:pt>
                <c:pt idx="24018">
                  <c:v>24.45</c:v>
                </c:pt>
                <c:pt idx="24019">
                  <c:v>24.45</c:v>
                </c:pt>
                <c:pt idx="24020">
                  <c:v>24.5</c:v>
                </c:pt>
                <c:pt idx="24021">
                  <c:v>24.5</c:v>
                </c:pt>
                <c:pt idx="24022">
                  <c:v>24.5</c:v>
                </c:pt>
                <c:pt idx="24023">
                  <c:v>24.55</c:v>
                </c:pt>
                <c:pt idx="24024">
                  <c:v>24.55</c:v>
                </c:pt>
                <c:pt idx="24025">
                  <c:v>24.6</c:v>
                </c:pt>
                <c:pt idx="24026">
                  <c:v>24.6</c:v>
                </c:pt>
                <c:pt idx="24027">
                  <c:v>24.6</c:v>
                </c:pt>
                <c:pt idx="24028">
                  <c:v>24.65</c:v>
                </c:pt>
                <c:pt idx="24029">
                  <c:v>24.65</c:v>
                </c:pt>
                <c:pt idx="24030">
                  <c:v>24.65</c:v>
                </c:pt>
                <c:pt idx="24031">
                  <c:v>24.65</c:v>
                </c:pt>
                <c:pt idx="24032">
                  <c:v>24.65</c:v>
                </c:pt>
                <c:pt idx="24033">
                  <c:v>24.65</c:v>
                </c:pt>
                <c:pt idx="24034">
                  <c:v>24.6</c:v>
                </c:pt>
                <c:pt idx="24035">
                  <c:v>24.55</c:v>
                </c:pt>
                <c:pt idx="24036">
                  <c:v>24.5</c:v>
                </c:pt>
                <c:pt idx="24037">
                  <c:v>24.45</c:v>
                </c:pt>
                <c:pt idx="24038">
                  <c:v>24.45</c:v>
                </c:pt>
                <c:pt idx="24039">
                  <c:v>24.4</c:v>
                </c:pt>
                <c:pt idx="24040">
                  <c:v>24.4</c:v>
                </c:pt>
                <c:pt idx="24041">
                  <c:v>24.4</c:v>
                </c:pt>
                <c:pt idx="24042">
                  <c:v>24.35</c:v>
                </c:pt>
                <c:pt idx="24043">
                  <c:v>24.35</c:v>
                </c:pt>
                <c:pt idx="24044">
                  <c:v>24.4</c:v>
                </c:pt>
                <c:pt idx="24045">
                  <c:v>24.4</c:v>
                </c:pt>
                <c:pt idx="24046">
                  <c:v>24.4</c:v>
                </c:pt>
                <c:pt idx="24047">
                  <c:v>24.4</c:v>
                </c:pt>
                <c:pt idx="24048">
                  <c:v>24.4</c:v>
                </c:pt>
                <c:pt idx="24049">
                  <c:v>24.45</c:v>
                </c:pt>
                <c:pt idx="24050">
                  <c:v>24.45</c:v>
                </c:pt>
                <c:pt idx="24051">
                  <c:v>24.5</c:v>
                </c:pt>
                <c:pt idx="24052">
                  <c:v>24.5</c:v>
                </c:pt>
                <c:pt idx="24053">
                  <c:v>24.5</c:v>
                </c:pt>
                <c:pt idx="24054">
                  <c:v>24.55</c:v>
                </c:pt>
                <c:pt idx="24055">
                  <c:v>24.55</c:v>
                </c:pt>
                <c:pt idx="24056">
                  <c:v>24.55</c:v>
                </c:pt>
                <c:pt idx="24057">
                  <c:v>24.6</c:v>
                </c:pt>
                <c:pt idx="24058">
                  <c:v>24.6</c:v>
                </c:pt>
                <c:pt idx="24059">
                  <c:v>24.65</c:v>
                </c:pt>
                <c:pt idx="24060">
                  <c:v>24.65</c:v>
                </c:pt>
                <c:pt idx="24061">
                  <c:v>24.7</c:v>
                </c:pt>
                <c:pt idx="24062">
                  <c:v>24.7</c:v>
                </c:pt>
                <c:pt idx="24063">
                  <c:v>24.65</c:v>
                </c:pt>
                <c:pt idx="24064">
                  <c:v>24.6</c:v>
                </c:pt>
                <c:pt idx="24065">
                  <c:v>24.6</c:v>
                </c:pt>
                <c:pt idx="24066">
                  <c:v>24.55</c:v>
                </c:pt>
                <c:pt idx="24067">
                  <c:v>24.5</c:v>
                </c:pt>
                <c:pt idx="24068">
                  <c:v>24.5</c:v>
                </c:pt>
                <c:pt idx="24069">
                  <c:v>24.45</c:v>
                </c:pt>
                <c:pt idx="24070">
                  <c:v>24.45</c:v>
                </c:pt>
                <c:pt idx="24071">
                  <c:v>24.45</c:v>
                </c:pt>
                <c:pt idx="24072">
                  <c:v>24.45</c:v>
                </c:pt>
                <c:pt idx="24073">
                  <c:v>24.45</c:v>
                </c:pt>
                <c:pt idx="24074">
                  <c:v>24.4</c:v>
                </c:pt>
                <c:pt idx="24075">
                  <c:v>24.45</c:v>
                </c:pt>
                <c:pt idx="24076">
                  <c:v>24.45</c:v>
                </c:pt>
                <c:pt idx="24077">
                  <c:v>24.45</c:v>
                </c:pt>
                <c:pt idx="24078">
                  <c:v>24.45</c:v>
                </c:pt>
                <c:pt idx="24079">
                  <c:v>24.45</c:v>
                </c:pt>
                <c:pt idx="24080">
                  <c:v>24.45</c:v>
                </c:pt>
                <c:pt idx="24081">
                  <c:v>24.5</c:v>
                </c:pt>
                <c:pt idx="24082">
                  <c:v>24.5</c:v>
                </c:pt>
                <c:pt idx="24083">
                  <c:v>24.5</c:v>
                </c:pt>
                <c:pt idx="24084">
                  <c:v>24.55</c:v>
                </c:pt>
                <c:pt idx="24085">
                  <c:v>24.55</c:v>
                </c:pt>
                <c:pt idx="24086">
                  <c:v>24.6</c:v>
                </c:pt>
                <c:pt idx="24087">
                  <c:v>24.6</c:v>
                </c:pt>
                <c:pt idx="24088">
                  <c:v>24.65</c:v>
                </c:pt>
                <c:pt idx="24089">
                  <c:v>24.65</c:v>
                </c:pt>
                <c:pt idx="24090">
                  <c:v>24.65</c:v>
                </c:pt>
                <c:pt idx="24091">
                  <c:v>24.7</c:v>
                </c:pt>
                <c:pt idx="24092">
                  <c:v>24.7</c:v>
                </c:pt>
                <c:pt idx="24093">
                  <c:v>24.65</c:v>
                </c:pt>
                <c:pt idx="24094">
                  <c:v>24.6</c:v>
                </c:pt>
                <c:pt idx="24095">
                  <c:v>24.6</c:v>
                </c:pt>
                <c:pt idx="24096">
                  <c:v>24.55</c:v>
                </c:pt>
                <c:pt idx="24097">
                  <c:v>24.5</c:v>
                </c:pt>
                <c:pt idx="24098">
                  <c:v>24.5</c:v>
                </c:pt>
                <c:pt idx="24099">
                  <c:v>24.45</c:v>
                </c:pt>
                <c:pt idx="24100">
                  <c:v>24.45</c:v>
                </c:pt>
                <c:pt idx="24101">
                  <c:v>24.45</c:v>
                </c:pt>
                <c:pt idx="24102">
                  <c:v>24.45</c:v>
                </c:pt>
                <c:pt idx="24103">
                  <c:v>24.45</c:v>
                </c:pt>
                <c:pt idx="24104">
                  <c:v>24.45</c:v>
                </c:pt>
                <c:pt idx="24105">
                  <c:v>24.45</c:v>
                </c:pt>
                <c:pt idx="24106">
                  <c:v>24.45</c:v>
                </c:pt>
                <c:pt idx="24107">
                  <c:v>24.45</c:v>
                </c:pt>
                <c:pt idx="24108">
                  <c:v>24.45</c:v>
                </c:pt>
                <c:pt idx="24109">
                  <c:v>24.45</c:v>
                </c:pt>
                <c:pt idx="24110">
                  <c:v>24.45</c:v>
                </c:pt>
                <c:pt idx="24111">
                  <c:v>24.5</c:v>
                </c:pt>
                <c:pt idx="24112">
                  <c:v>24.5</c:v>
                </c:pt>
                <c:pt idx="24113">
                  <c:v>24.5</c:v>
                </c:pt>
                <c:pt idx="24114">
                  <c:v>24.55</c:v>
                </c:pt>
                <c:pt idx="24115">
                  <c:v>24.55</c:v>
                </c:pt>
                <c:pt idx="24116">
                  <c:v>24.55</c:v>
                </c:pt>
                <c:pt idx="24117">
                  <c:v>24.6</c:v>
                </c:pt>
                <c:pt idx="24118">
                  <c:v>24.6</c:v>
                </c:pt>
                <c:pt idx="24119">
                  <c:v>24.6</c:v>
                </c:pt>
                <c:pt idx="24120">
                  <c:v>24.65</c:v>
                </c:pt>
                <c:pt idx="24121">
                  <c:v>24.65</c:v>
                </c:pt>
                <c:pt idx="24122">
                  <c:v>24.65</c:v>
                </c:pt>
                <c:pt idx="24123">
                  <c:v>24.65</c:v>
                </c:pt>
                <c:pt idx="24124">
                  <c:v>24.6</c:v>
                </c:pt>
                <c:pt idx="24125">
                  <c:v>24.55</c:v>
                </c:pt>
                <c:pt idx="24126">
                  <c:v>24.5</c:v>
                </c:pt>
                <c:pt idx="24127">
                  <c:v>24.45</c:v>
                </c:pt>
                <c:pt idx="24128">
                  <c:v>24.45</c:v>
                </c:pt>
                <c:pt idx="24129">
                  <c:v>24.45</c:v>
                </c:pt>
                <c:pt idx="24130">
                  <c:v>24.4</c:v>
                </c:pt>
                <c:pt idx="24131">
                  <c:v>24.4</c:v>
                </c:pt>
                <c:pt idx="24132">
                  <c:v>24.4</c:v>
                </c:pt>
                <c:pt idx="24133">
                  <c:v>24.4</c:v>
                </c:pt>
                <c:pt idx="24134">
                  <c:v>24.4</c:v>
                </c:pt>
                <c:pt idx="24135">
                  <c:v>24.4</c:v>
                </c:pt>
                <c:pt idx="24136">
                  <c:v>24.4</c:v>
                </c:pt>
                <c:pt idx="24137">
                  <c:v>24.45</c:v>
                </c:pt>
                <c:pt idx="24138">
                  <c:v>24.45</c:v>
                </c:pt>
                <c:pt idx="24139">
                  <c:v>24.45</c:v>
                </c:pt>
                <c:pt idx="24140">
                  <c:v>24.45</c:v>
                </c:pt>
                <c:pt idx="24141">
                  <c:v>24.5</c:v>
                </c:pt>
                <c:pt idx="24142">
                  <c:v>24.5</c:v>
                </c:pt>
                <c:pt idx="24143">
                  <c:v>24.55</c:v>
                </c:pt>
                <c:pt idx="24144">
                  <c:v>24.55</c:v>
                </c:pt>
                <c:pt idx="24145">
                  <c:v>24.55</c:v>
                </c:pt>
                <c:pt idx="24146">
                  <c:v>24.6</c:v>
                </c:pt>
                <c:pt idx="24147">
                  <c:v>24.6</c:v>
                </c:pt>
                <c:pt idx="24148">
                  <c:v>24.65</c:v>
                </c:pt>
                <c:pt idx="24149">
                  <c:v>24.65</c:v>
                </c:pt>
                <c:pt idx="24150">
                  <c:v>24.7</c:v>
                </c:pt>
                <c:pt idx="24151">
                  <c:v>24.7</c:v>
                </c:pt>
                <c:pt idx="24152">
                  <c:v>24.7</c:v>
                </c:pt>
                <c:pt idx="24153">
                  <c:v>24.65</c:v>
                </c:pt>
                <c:pt idx="24154">
                  <c:v>24.6</c:v>
                </c:pt>
                <c:pt idx="24155">
                  <c:v>24.6</c:v>
                </c:pt>
                <c:pt idx="24156">
                  <c:v>24.55</c:v>
                </c:pt>
                <c:pt idx="24157">
                  <c:v>24.5</c:v>
                </c:pt>
                <c:pt idx="24158">
                  <c:v>24.45</c:v>
                </c:pt>
                <c:pt idx="24159">
                  <c:v>24.45</c:v>
                </c:pt>
                <c:pt idx="24160">
                  <c:v>24.4</c:v>
                </c:pt>
                <c:pt idx="24161">
                  <c:v>24.4</c:v>
                </c:pt>
                <c:pt idx="24162">
                  <c:v>24.4</c:v>
                </c:pt>
                <c:pt idx="24163">
                  <c:v>24.4</c:v>
                </c:pt>
                <c:pt idx="24164">
                  <c:v>24.4</c:v>
                </c:pt>
                <c:pt idx="24165">
                  <c:v>24.4</c:v>
                </c:pt>
                <c:pt idx="24166">
                  <c:v>24.4</c:v>
                </c:pt>
                <c:pt idx="24167">
                  <c:v>24.4</c:v>
                </c:pt>
                <c:pt idx="24168">
                  <c:v>24.45</c:v>
                </c:pt>
                <c:pt idx="24169">
                  <c:v>24.45</c:v>
                </c:pt>
                <c:pt idx="24170">
                  <c:v>24.45</c:v>
                </c:pt>
                <c:pt idx="24171">
                  <c:v>24.45</c:v>
                </c:pt>
                <c:pt idx="24172">
                  <c:v>24.5</c:v>
                </c:pt>
                <c:pt idx="24173">
                  <c:v>24.5</c:v>
                </c:pt>
                <c:pt idx="24174">
                  <c:v>24.5</c:v>
                </c:pt>
                <c:pt idx="24175">
                  <c:v>24.55</c:v>
                </c:pt>
                <c:pt idx="24176">
                  <c:v>24.55</c:v>
                </c:pt>
                <c:pt idx="24177">
                  <c:v>24.6</c:v>
                </c:pt>
                <c:pt idx="24178">
                  <c:v>24.6</c:v>
                </c:pt>
                <c:pt idx="24179">
                  <c:v>24.6</c:v>
                </c:pt>
                <c:pt idx="24180">
                  <c:v>24.65</c:v>
                </c:pt>
                <c:pt idx="24181">
                  <c:v>24.65</c:v>
                </c:pt>
                <c:pt idx="24182">
                  <c:v>24.65</c:v>
                </c:pt>
                <c:pt idx="24183">
                  <c:v>24.6</c:v>
                </c:pt>
                <c:pt idx="24184">
                  <c:v>24.6</c:v>
                </c:pt>
                <c:pt idx="24185">
                  <c:v>24.55</c:v>
                </c:pt>
                <c:pt idx="24186">
                  <c:v>24.5</c:v>
                </c:pt>
                <c:pt idx="24187">
                  <c:v>24.45</c:v>
                </c:pt>
                <c:pt idx="24188">
                  <c:v>24.4</c:v>
                </c:pt>
                <c:pt idx="24189">
                  <c:v>24.4</c:v>
                </c:pt>
                <c:pt idx="24190">
                  <c:v>24.4</c:v>
                </c:pt>
                <c:pt idx="24191">
                  <c:v>24.4</c:v>
                </c:pt>
                <c:pt idx="24192">
                  <c:v>24.4</c:v>
                </c:pt>
                <c:pt idx="24193">
                  <c:v>24.4</c:v>
                </c:pt>
                <c:pt idx="24194">
                  <c:v>24.4</c:v>
                </c:pt>
                <c:pt idx="24195">
                  <c:v>24.4</c:v>
                </c:pt>
                <c:pt idx="24196">
                  <c:v>24.4</c:v>
                </c:pt>
                <c:pt idx="24197">
                  <c:v>24.4</c:v>
                </c:pt>
                <c:pt idx="24198">
                  <c:v>24.45</c:v>
                </c:pt>
                <c:pt idx="24199">
                  <c:v>24.45</c:v>
                </c:pt>
                <c:pt idx="24200">
                  <c:v>24.5</c:v>
                </c:pt>
                <c:pt idx="24201">
                  <c:v>24.5</c:v>
                </c:pt>
                <c:pt idx="24202">
                  <c:v>24.5</c:v>
                </c:pt>
                <c:pt idx="24203">
                  <c:v>24.55</c:v>
                </c:pt>
                <c:pt idx="24204">
                  <c:v>24.55</c:v>
                </c:pt>
                <c:pt idx="24205">
                  <c:v>24.55</c:v>
                </c:pt>
                <c:pt idx="24206">
                  <c:v>24.6</c:v>
                </c:pt>
                <c:pt idx="24207">
                  <c:v>24.6</c:v>
                </c:pt>
                <c:pt idx="24208">
                  <c:v>24.6</c:v>
                </c:pt>
                <c:pt idx="24209">
                  <c:v>24.65</c:v>
                </c:pt>
                <c:pt idx="24210">
                  <c:v>24.65</c:v>
                </c:pt>
                <c:pt idx="24211">
                  <c:v>24.7</c:v>
                </c:pt>
                <c:pt idx="24212">
                  <c:v>24.65</c:v>
                </c:pt>
                <c:pt idx="24213">
                  <c:v>24.65</c:v>
                </c:pt>
                <c:pt idx="24214">
                  <c:v>24.6</c:v>
                </c:pt>
                <c:pt idx="24215">
                  <c:v>24.55</c:v>
                </c:pt>
                <c:pt idx="24216">
                  <c:v>24.5</c:v>
                </c:pt>
                <c:pt idx="24217">
                  <c:v>24.5</c:v>
                </c:pt>
                <c:pt idx="24218">
                  <c:v>24.45</c:v>
                </c:pt>
                <c:pt idx="24219">
                  <c:v>24.4</c:v>
                </c:pt>
                <c:pt idx="24220">
                  <c:v>24.4</c:v>
                </c:pt>
                <c:pt idx="24221">
                  <c:v>24.4</c:v>
                </c:pt>
                <c:pt idx="24222">
                  <c:v>24.4</c:v>
                </c:pt>
                <c:pt idx="24223">
                  <c:v>24.4</c:v>
                </c:pt>
                <c:pt idx="24224">
                  <c:v>24.4</c:v>
                </c:pt>
                <c:pt idx="24225">
                  <c:v>24.4</c:v>
                </c:pt>
                <c:pt idx="24226">
                  <c:v>24.4</c:v>
                </c:pt>
                <c:pt idx="24227">
                  <c:v>24.4</c:v>
                </c:pt>
                <c:pt idx="24228">
                  <c:v>24.45</c:v>
                </c:pt>
                <c:pt idx="24229">
                  <c:v>24.45</c:v>
                </c:pt>
                <c:pt idx="24230">
                  <c:v>24.45</c:v>
                </c:pt>
                <c:pt idx="24231">
                  <c:v>24.5</c:v>
                </c:pt>
                <c:pt idx="24232">
                  <c:v>24.5</c:v>
                </c:pt>
                <c:pt idx="24233">
                  <c:v>24.5</c:v>
                </c:pt>
                <c:pt idx="24234">
                  <c:v>24.55</c:v>
                </c:pt>
                <c:pt idx="24235">
                  <c:v>24.55</c:v>
                </c:pt>
                <c:pt idx="24236">
                  <c:v>24.6</c:v>
                </c:pt>
                <c:pt idx="24237">
                  <c:v>24.6</c:v>
                </c:pt>
                <c:pt idx="24238">
                  <c:v>24.65</c:v>
                </c:pt>
                <c:pt idx="24239">
                  <c:v>24.65</c:v>
                </c:pt>
                <c:pt idx="24240">
                  <c:v>24.65</c:v>
                </c:pt>
                <c:pt idx="24241">
                  <c:v>24.7</c:v>
                </c:pt>
                <c:pt idx="24242">
                  <c:v>24.65</c:v>
                </c:pt>
                <c:pt idx="24243">
                  <c:v>24.65</c:v>
                </c:pt>
                <c:pt idx="24244">
                  <c:v>24.6</c:v>
                </c:pt>
                <c:pt idx="24245">
                  <c:v>24.55</c:v>
                </c:pt>
                <c:pt idx="24246">
                  <c:v>24.5</c:v>
                </c:pt>
                <c:pt idx="24247">
                  <c:v>24.5</c:v>
                </c:pt>
                <c:pt idx="24248">
                  <c:v>24.45</c:v>
                </c:pt>
                <c:pt idx="24249">
                  <c:v>24.4</c:v>
                </c:pt>
                <c:pt idx="24250">
                  <c:v>24.4</c:v>
                </c:pt>
                <c:pt idx="24251">
                  <c:v>24.4</c:v>
                </c:pt>
                <c:pt idx="24252">
                  <c:v>24.4</c:v>
                </c:pt>
                <c:pt idx="24253">
                  <c:v>24.4</c:v>
                </c:pt>
                <c:pt idx="24254">
                  <c:v>24.4</c:v>
                </c:pt>
                <c:pt idx="24255">
                  <c:v>24.4</c:v>
                </c:pt>
                <c:pt idx="24256">
                  <c:v>24.4</c:v>
                </c:pt>
                <c:pt idx="24257">
                  <c:v>24.4</c:v>
                </c:pt>
                <c:pt idx="24258">
                  <c:v>24.45</c:v>
                </c:pt>
                <c:pt idx="24259">
                  <c:v>24.45</c:v>
                </c:pt>
                <c:pt idx="24260">
                  <c:v>24.5</c:v>
                </c:pt>
                <c:pt idx="24261">
                  <c:v>24.5</c:v>
                </c:pt>
                <c:pt idx="24262">
                  <c:v>24.5</c:v>
                </c:pt>
                <c:pt idx="24263">
                  <c:v>24.55</c:v>
                </c:pt>
                <c:pt idx="24264">
                  <c:v>24.55</c:v>
                </c:pt>
                <c:pt idx="24265">
                  <c:v>24.6</c:v>
                </c:pt>
                <c:pt idx="24266">
                  <c:v>24.6</c:v>
                </c:pt>
                <c:pt idx="24267">
                  <c:v>24.6</c:v>
                </c:pt>
                <c:pt idx="24268">
                  <c:v>24.65</c:v>
                </c:pt>
                <c:pt idx="24269">
                  <c:v>24.65</c:v>
                </c:pt>
                <c:pt idx="24270">
                  <c:v>24.65</c:v>
                </c:pt>
                <c:pt idx="24271">
                  <c:v>24.65</c:v>
                </c:pt>
                <c:pt idx="24272">
                  <c:v>24.65</c:v>
                </c:pt>
                <c:pt idx="24273">
                  <c:v>24.65</c:v>
                </c:pt>
                <c:pt idx="24274">
                  <c:v>24.6</c:v>
                </c:pt>
                <c:pt idx="24275">
                  <c:v>24.55</c:v>
                </c:pt>
                <c:pt idx="24276">
                  <c:v>24.5</c:v>
                </c:pt>
                <c:pt idx="24277">
                  <c:v>24.45</c:v>
                </c:pt>
                <c:pt idx="24278">
                  <c:v>24.4</c:v>
                </c:pt>
                <c:pt idx="24279">
                  <c:v>24.4</c:v>
                </c:pt>
                <c:pt idx="24280">
                  <c:v>24.4</c:v>
                </c:pt>
                <c:pt idx="24281">
                  <c:v>24.35</c:v>
                </c:pt>
                <c:pt idx="24282">
                  <c:v>24.4</c:v>
                </c:pt>
                <c:pt idx="24283">
                  <c:v>24.4</c:v>
                </c:pt>
                <c:pt idx="24284">
                  <c:v>24.4</c:v>
                </c:pt>
                <c:pt idx="24285">
                  <c:v>24.4</c:v>
                </c:pt>
                <c:pt idx="24286">
                  <c:v>24.4</c:v>
                </c:pt>
                <c:pt idx="24287">
                  <c:v>24.4</c:v>
                </c:pt>
                <c:pt idx="24288">
                  <c:v>24.4</c:v>
                </c:pt>
                <c:pt idx="24289">
                  <c:v>24.45</c:v>
                </c:pt>
                <c:pt idx="24290">
                  <c:v>24.45</c:v>
                </c:pt>
                <c:pt idx="24291">
                  <c:v>24.45</c:v>
                </c:pt>
                <c:pt idx="24292">
                  <c:v>24.5</c:v>
                </c:pt>
                <c:pt idx="24293">
                  <c:v>24.5</c:v>
                </c:pt>
                <c:pt idx="24294">
                  <c:v>24.5</c:v>
                </c:pt>
                <c:pt idx="24295">
                  <c:v>24.55</c:v>
                </c:pt>
                <c:pt idx="24296">
                  <c:v>24.55</c:v>
                </c:pt>
                <c:pt idx="24297">
                  <c:v>24.55</c:v>
                </c:pt>
                <c:pt idx="24298">
                  <c:v>24.6</c:v>
                </c:pt>
                <c:pt idx="24299">
                  <c:v>24.6</c:v>
                </c:pt>
                <c:pt idx="24300">
                  <c:v>24.65</c:v>
                </c:pt>
                <c:pt idx="24301">
                  <c:v>24.65</c:v>
                </c:pt>
                <c:pt idx="24302">
                  <c:v>24.65</c:v>
                </c:pt>
                <c:pt idx="24303">
                  <c:v>24.6</c:v>
                </c:pt>
                <c:pt idx="24304">
                  <c:v>24.55</c:v>
                </c:pt>
                <c:pt idx="24305">
                  <c:v>24.55</c:v>
                </c:pt>
                <c:pt idx="24306">
                  <c:v>24.5</c:v>
                </c:pt>
                <c:pt idx="24307">
                  <c:v>24.5</c:v>
                </c:pt>
                <c:pt idx="24308">
                  <c:v>24.45</c:v>
                </c:pt>
                <c:pt idx="24309">
                  <c:v>24.4</c:v>
                </c:pt>
                <c:pt idx="24310">
                  <c:v>24.4</c:v>
                </c:pt>
                <c:pt idx="24311">
                  <c:v>24.4</c:v>
                </c:pt>
                <c:pt idx="24312">
                  <c:v>24.4</c:v>
                </c:pt>
                <c:pt idx="24313">
                  <c:v>24.4</c:v>
                </c:pt>
                <c:pt idx="24314">
                  <c:v>24.4</c:v>
                </c:pt>
                <c:pt idx="24315">
                  <c:v>24.4</c:v>
                </c:pt>
                <c:pt idx="24316">
                  <c:v>24.4</c:v>
                </c:pt>
                <c:pt idx="24317">
                  <c:v>24.4</c:v>
                </c:pt>
                <c:pt idx="24318">
                  <c:v>24.45</c:v>
                </c:pt>
                <c:pt idx="24319">
                  <c:v>24.45</c:v>
                </c:pt>
                <c:pt idx="24320">
                  <c:v>24.45</c:v>
                </c:pt>
                <c:pt idx="24321">
                  <c:v>24.45</c:v>
                </c:pt>
                <c:pt idx="24322">
                  <c:v>24.45</c:v>
                </c:pt>
                <c:pt idx="24323">
                  <c:v>24.5</c:v>
                </c:pt>
                <c:pt idx="24324">
                  <c:v>24.5</c:v>
                </c:pt>
                <c:pt idx="24325">
                  <c:v>24.5</c:v>
                </c:pt>
                <c:pt idx="24326">
                  <c:v>24.55</c:v>
                </c:pt>
                <c:pt idx="24327">
                  <c:v>24.6</c:v>
                </c:pt>
                <c:pt idx="24328">
                  <c:v>24.6</c:v>
                </c:pt>
                <c:pt idx="24329">
                  <c:v>24.6</c:v>
                </c:pt>
                <c:pt idx="24330">
                  <c:v>24.6</c:v>
                </c:pt>
                <c:pt idx="24331">
                  <c:v>24.65</c:v>
                </c:pt>
                <c:pt idx="24332">
                  <c:v>24.65</c:v>
                </c:pt>
                <c:pt idx="24333">
                  <c:v>24.65</c:v>
                </c:pt>
                <c:pt idx="24334">
                  <c:v>24.6</c:v>
                </c:pt>
                <c:pt idx="24335">
                  <c:v>24.55</c:v>
                </c:pt>
                <c:pt idx="24336">
                  <c:v>24.5</c:v>
                </c:pt>
                <c:pt idx="24337">
                  <c:v>24.5</c:v>
                </c:pt>
                <c:pt idx="24338">
                  <c:v>24.45</c:v>
                </c:pt>
                <c:pt idx="24339">
                  <c:v>24.45</c:v>
                </c:pt>
                <c:pt idx="24340">
                  <c:v>24.4</c:v>
                </c:pt>
                <c:pt idx="24341">
                  <c:v>24.4</c:v>
                </c:pt>
                <c:pt idx="24342">
                  <c:v>24.4</c:v>
                </c:pt>
                <c:pt idx="24343">
                  <c:v>24.4</c:v>
                </c:pt>
                <c:pt idx="24344">
                  <c:v>24.4</c:v>
                </c:pt>
                <c:pt idx="24345">
                  <c:v>24.4</c:v>
                </c:pt>
                <c:pt idx="24346">
                  <c:v>24.4</c:v>
                </c:pt>
                <c:pt idx="24347">
                  <c:v>24.45</c:v>
                </c:pt>
                <c:pt idx="24348">
                  <c:v>24.45</c:v>
                </c:pt>
                <c:pt idx="24349">
                  <c:v>24.45</c:v>
                </c:pt>
                <c:pt idx="24350">
                  <c:v>24.5</c:v>
                </c:pt>
                <c:pt idx="24351">
                  <c:v>24.5</c:v>
                </c:pt>
                <c:pt idx="24352">
                  <c:v>24.5</c:v>
                </c:pt>
                <c:pt idx="24353">
                  <c:v>24.5</c:v>
                </c:pt>
                <c:pt idx="24354">
                  <c:v>24.55</c:v>
                </c:pt>
                <c:pt idx="24355">
                  <c:v>24.55</c:v>
                </c:pt>
                <c:pt idx="24356">
                  <c:v>24.55</c:v>
                </c:pt>
                <c:pt idx="24357">
                  <c:v>24.6</c:v>
                </c:pt>
                <c:pt idx="24358">
                  <c:v>24.6</c:v>
                </c:pt>
                <c:pt idx="24359">
                  <c:v>24.65</c:v>
                </c:pt>
                <c:pt idx="24360">
                  <c:v>24.65</c:v>
                </c:pt>
                <c:pt idx="24361">
                  <c:v>24.65</c:v>
                </c:pt>
                <c:pt idx="24362">
                  <c:v>24.65</c:v>
                </c:pt>
                <c:pt idx="24363">
                  <c:v>24.65</c:v>
                </c:pt>
                <c:pt idx="24364">
                  <c:v>24.6</c:v>
                </c:pt>
                <c:pt idx="24365">
                  <c:v>24.6</c:v>
                </c:pt>
                <c:pt idx="24366">
                  <c:v>24.55</c:v>
                </c:pt>
                <c:pt idx="24367">
                  <c:v>24.5</c:v>
                </c:pt>
                <c:pt idx="24368">
                  <c:v>24.45</c:v>
                </c:pt>
                <c:pt idx="24369">
                  <c:v>24.45</c:v>
                </c:pt>
                <c:pt idx="24370">
                  <c:v>24.45</c:v>
                </c:pt>
                <c:pt idx="24371">
                  <c:v>24.4</c:v>
                </c:pt>
                <c:pt idx="24372">
                  <c:v>24.4</c:v>
                </c:pt>
                <c:pt idx="24373">
                  <c:v>24.4</c:v>
                </c:pt>
                <c:pt idx="24374">
                  <c:v>24.4</c:v>
                </c:pt>
                <c:pt idx="24375">
                  <c:v>24.4</c:v>
                </c:pt>
                <c:pt idx="24376">
                  <c:v>24.4</c:v>
                </c:pt>
                <c:pt idx="24377">
                  <c:v>24.4</c:v>
                </c:pt>
                <c:pt idx="24378">
                  <c:v>24.45</c:v>
                </c:pt>
                <c:pt idx="24379">
                  <c:v>24.45</c:v>
                </c:pt>
                <c:pt idx="24380">
                  <c:v>24.45</c:v>
                </c:pt>
                <c:pt idx="24381">
                  <c:v>24.5</c:v>
                </c:pt>
                <c:pt idx="24382">
                  <c:v>24.5</c:v>
                </c:pt>
                <c:pt idx="24383">
                  <c:v>24.5</c:v>
                </c:pt>
                <c:pt idx="24384">
                  <c:v>24.55</c:v>
                </c:pt>
                <c:pt idx="24385">
                  <c:v>24.55</c:v>
                </c:pt>
                <c:pt idx="24386">
                  <c:v>24.55</c:v>
                </c:pt>
                <c:pt idx="24387">
                  <c:v>24.6</c:v>
                </c:pt>
                <c:pt idx="24388">
                  <c:v>24.6</c:v>
                </c:pt>
                <c:pt idx="24389">
                  <c:v>24.65</c:v>
                </c:pt>
                <c:pt idx="24390">
                  <c:v>24.65</c:v>
                </c:pt>
                <c:pt idx="24391">
                  <c:v>24.7</c:v>
                </c:pt>
                <c:pt idx="24392">
                  <c:v>24.7</c:v>
                </c:pt>
                <c:pt idx="24393">
                  <c:v>24.65</c:v>
                </c:pt>
                <c:pt idx="24394">
                  <c:v>24.6</c:v>
                </c:pt>
                <c:pt idx="24395">
                  <c:v>24.6</c:v>
                </c:pt>
                <c:pt idx="24396">
                  <c:v>24.55</c:v>
                </c:pt>
                <c:pt idx="24397">
                  <c:v>24.5</c:v>
                </c:pt>
                <c:pt idx="24398">
                  <c:v>24.45</c:v>
                </c:pt>
                <c:pt idx="24399">
                  <c:v>24.45</c:v>
                </c:pt>
                <c:pt idx="24400">
                  <c:v>24.45</c:v>
                </c:pt>
                <c:pt idx="24401">
                  <c:v>24.4</c:v>
                </c:pt>
                <c:pt idx="24402">
                  <c:v>24.4</c:v>
                </c:pt>
                <c:pt idx="24403">
                  <c:v>24.4</c:v>
                </c:pt>
                <c:pt idx="24404">
                  <c:v>24.4</c:v>
                </c:pt>
                <c:pt idx="24405">
                  <c:v>24.4</c:v>
                </c:pt>
                <c:pt idx="24406">
                  <c:v>24.4</c:v>
                </c:pt>
                <c:pt idx="24407">
                  <c:v>24.45</c:v>
                </c:pt>
                <c:pt idx="24408">
                  <c:v>24.45</c:v>
                </c:pt>
                <c:pt idx="24409">
                  <c:v>24.45</c:v>
                </c:pt>
                <c:pt idx="24410">
                  <c:v>24.45</c:v>
                </c:pt>
                <c:pt idx="24411">
                  <c:v>24.5</c:v>
                </c:pt>
                <c:pt idx="24412">
                  <c:v>24.5</c:v>
                </c:pt>
                <c:pt idx="24413">
                  <c:v>24.55</c:v>
                </c:pt>
                <c:pt idx="24414">
                  <c:v>24.55</c:v>
                </c:pt>
                <c:pt idx="24415">
                  <c:v>24.55</c:v>
                </c:pt>
                <c:pt idx="24416">
                  <c:v>24.6</c:v>
                </c:pt>
                <c:pt idx="24417">
                  <c:v>24.65</c:v>
                </c:pt>
                <c:pt idx="24418">
                  <c:v>24.65</c:v>
                </c:pt>
                <c:pt idx="24419">
                  <c:v>24.7</c:v>
                </c:pt>
                <c:pt idx="24420">
                  <c:v>24.7</c:v>
                </c:pt>
                <c:pt idx="24421">
                  <c:v>24.7</c:v>
                </c:pt>
                <c:pt idx="24422">
                  <c:v>24.7</c:v>
                </c:pt>
                <c:pt idx="24423">
                  <c:v>24.7</c:v>
                </c:pt>
                <c:pt idx="24424">
                  <c:v>24.65</c:v>
                </c:pt>
                <c:pt idx="24425">
                  <c:v>24.6</c:v>
                </c:pt>
                <c:pt idx="24426">
                  <c:v>24.55</c:v>
                </c:pt>
                <c:pt idx="24427">
                  <c:v>24.5</c:v>
                </c:pt>
                <c:pt idx="24428">
                  <c:v>24.5</c:v>
                </c:pt>
                <c:pt idx="24429">
                  <c:v>24.45</c:v>
                </c:pt>
                <c:pt idx="24430">
                  <c:v>24.4</c:v>
                </c:pt>
                <c:pt idx="24431">
                  <c:v>24.4</c:v>
                </c:pt>
                <c:pt idx="24432">
                  <c:v>24.4</c:v>
                </c:pt>
                <c:pt idx="24433">
                  <c:v>24.4</c:v>
                </c:pt>
                <c:pt idx="24434">
                  <c:v>24.4</c:v>
                </c:pt>
                <c:pt idx="24435">
                  <c:v>24.4</c:v>
                </c:pt>
                <c:pt idx="24436">
                  <c:v>24.4</c:v>
                </c:pt>
                <c:pt idx="24437">
                  <c:v>24.45</c:v>
                </c:pt>
                <c:pt idx="24438">
                  <c:v>24.45</c:v>
                </c:pt>
                <c:pt idx="24439">
                  <c:v>24.45</c:v>
                </c:pt>
                <c:pt idx="24440">
                  <c:v>24.45</c:v>
                </c:pt>
                <c:pt idx="24441">
                  <c:v>24.5</c:v>
                </c:pt>
                <c:pt idx="24442">
                  <c:v>24.5</c:v>
                </c:pt>
                <c:pt idx="24443">
                  <c:v>24.55</c:v>
                </c:pt>
                <c:pt idx="24444">
                  <c:v>24.55</c:v>
                </c:pt>
                <c:pt idx="24445">
                  <c:v>24.6</c:v>
                </c:pt>
                <c:pt idx="24446">
                  <c:v>24.6</c:v>
                </c:pt>
                <c:pt idx="24447">
                  <c:v>24.65</c:v>
                </c:pt>
                <c:pt idx="24448">
                  <c:v>24.65</c:v>
                </c:pt>
                <c:pt idx="24449">
                  <c:v>24.65</c:v>
                </c:pt>
                <c:pt idx="24450">
                  <c:v>24.7</c:v>
                </c:pt>
                <c:pt idx="24451">
                  <c:v>24.7</c:v>
                </c:pt>
                <c:pt idx="24452">
                  <c:v>24.7</c:v>
                </c:pt>
                <c:pt idx="24453">
                  <c:v>24.65</c:v>
                </c:pt>
                <c:pt idx="24454">
                  <c:v>24.65</c:v>
                </c:pt>
                <c:pt idx="24455">
                  <c:v>24.6</c:v>
                </c:pt>
                <c:pt idx="24456">
                  <c:v>24.55</c:v>
                </c:pt>
                <c:pt idx="24457">
                  <c:v>24.5</c:v>
                </c:pt>
                <c:pt idx="24458">
                  <c:v>24.45</c:v>
                </c:pt>
                <c:pt idx="24459">
                  <c:v>24.45</c:v>
                </c:pt>
                <c:pt idx="24460">
                  <c:v>24.4</c:v>
                </c:pt>
                <c:pt idx="24461">
                  <c:v>24.4</c:v>
                </c:pt>
                <c:pt idx="24462">
                  <c:v>24.4</c:v>
                </c:pt>
                <c:pt idx="24463">
                  <c:v>24.35</c:v>
                </c:pt>
                <c:pt idx="24464">
                  <c:v>24.4</c:v>
                </c:pt>
                <c:pt idx="24465">
                  <c:v>24.4</c:v>
                </c:pt>
                <c:pt idx="24466">
                  <c:v>24.45</c:v>
                </c:pt>
                <c:pt idx="24467">
                  <c:v>24.4</c:v>
                </c:pt>
                <c:pt idx="24468">
                  <c:v>24.45</c:v>
                </c:pt>
                <c:pt idx="24469">
                  <c:v>24.45</c:v>
                </c:pt>
                <c:pt idx="24470">
                  <c:v>24.45</c:v>
                </c:pt>
                <c:pt idx="24471">
                  <c:v>24.5</c:v>
                </c:pt>
                <c:pt idx="24472">
                  <c:v>24.5</c:v>
                </c:pt>
                <c:pt idx="24473">
                  <c:v>24.55</c:v>
                </c:pt>
                <c:pt idx="24474">
                  <c:v>24.55</c:v>
                </c:pt>
                <c:pt idx="24475">
                  <c:v>24.55</c:v>
                </c:pt>
                <c:pt idx="24476">
                  <c:v>24.6</c:v>
                </c:pt>
                <c:pt idx="24477">
                  <c:v>24.6</c:v>
                </c:pt>
                <c:pt idx="24478">
                  <c:v>24.65</c:v>
                </c:pt>
                <c:pt idx="24479">
                  <c:v>24.65</c:v>
                </c:pt>
                <c:pt idx="24480">
                  <c:v>24.7</c:v>
                </c:pt>
                <c:pt idx="24481">
                  <c:v>24.7</c:v>
                </c:pt>
                <c:pt idx="24482">
                  <c:v>24.7</c:v>
                </c:pt>
                <c:pt idx="24483">
                  <c:v>24.65</c:v>
                </c:pt>
                <c:pt idx="24484">
                  <c:v>24.6</c:v>
                </c:pt>
                <c:pt idx="24485">
                  <c:v>24.55</c:v>
                </c:pt>
                <c:pt idx="24486">
                  <c:v>24.55</c:v>
                </c:pt>
                <c:pt idx="24487">
                  <c:v>24.5</c:v>
                </c:pt>
                <c:pt idx="24488">
                  <c:v>24.45</c:v>
                </c:pt>
                <c:pt idx="24489">
                  <c:v>24.45</c:v>
                </c:pt>
                <c:pt idx="24490">
                  <c:v>24.4</c:v>
                </c:pt>
                <c:pt idx="24491">
                  <c:v>24.4</c:v>
                </c:pt>
                <c:pt idx="24492">
                  <c:v>24.35</c:v>
                </c:pt>
                <c:pt idx="24493">
                  <c:v>24.35</c:v>
                </c:pt>
                <c:pt idx="24494">
                  <c:v>24.35</c:v>
                </c:pt>
                <c:pt idx="24495">
                  <c:v>24.35</c:v>
                </c:pt>
                <c:pt idx="24496">
                  <c:v>24.35</c:v>
                </c:pt>
                <c:pt idx="24497">
                  <c:v>24.4</c:v>
                </c:pt>
                <c:pt idx="24498">
                  <c:v>24.4</c:v>
                </c:pt>
                <c:pt idx="24499">
                  <c:v>24.45</c:v>
                </c:pt>
                <c:pt idx="24500">
                  <c:v>24.45</c:v>
                </c:pt>
                <c:pt idx="24501">
                  <c:v>24.5</c:v>
                </c:pt>
                <c:pt idx="24502">
                  <c:v>24.5</c:v>
                </c:pt>
                <c:pt idx="24503">
                  <c:v>24.5</c:v>
                </c:pt>
                <c:pt idx="24504">
                  <c:v>24.55</c:v>
                </c:pt>
                <c:pt idx="24505">
                  <c:v>24.55</c:v>
                </c:pt>
                <c:pt idx="24506">
                  <c:v>24.6</c:v>
                </c:pt>
                <c:pt idx="24507">
                  <c:v>24.6</c:v>
                </c:pt>
                <c:pt idx="24508">
                  <c:v>24.6</c:v>
                </c:pt>
                <c:pt idx="24509">
                  <c:v>24.65</c:v>
                </c:pt>
                <c:pt idx="24510">
                  <c:v>24.65</c:v>
                </c:pt>
                <c:pt idx="24511">
                  <c:v>24.7</c:v>
                </c:pt>
                <c:pt idx="24512">
                  <c:v>24.7</c:v>
                </c:pt>
                <c:pt idx="24513">
                  <c:v>24.65</c:v>
                </c:pt>
                <c:pt idx="24514">
                  <c:v>24.6</c:v>
                </c:pt>
                <c:pt idx="24515">
                  <c:v>24.55</c:v>
                </c:pt>
                <c:pt idx="24516">
                  <c:v>24.5</c:v>
                </c:pt>
                <c:pt idx="24517">
                  <c:v>24.5</c:v>
                </c:pt>
                <c:pt idx="24518">
                  <c:v>24.45</c:v>
                </c:pt>
                <c:pt idx="24519">
                  <c:v>24.45</c:v>
                </c:pt>
                <c:pt idx="24520">
                  <c:v>24.4</c:v>
                </c:pt>
                <c:pt idx="24521">
                  <c:v>24.4</c:v>
                </c:pt>
                <c:pt idx="24522">
                  <c:v>24.4</c:v>
                </c:pt>
                <c:pt idx="24523">
                  <c:v>24.4</c:v>
                </c:pt>
                <c:pt idx="24524">
                  <c:v>24.4</c:v>
                </c:pt>
                <c:pt idx="24525">
                  <c:v>24.4</c:v>
                </c:pt>
                <c:pt idx="24526">
                  <c:v>24.4</c:v>
                </c:pt>
                <c:pt idx="24527">
                  <c:v>24.4</c:v>
                </c:pt>
                <c:pt idx="24528">
                  <c:v>24.4</c:v>
                </c:pt>
                <c:pt idx="24529">
                  <c:v>24.45</c:v>
                </c:pt>
                <c:pt idx="24530">
                  <c:v>24.45</c:v>
                </c:pt>
                <c:pt idx="24531">
                  <c:v>24.45</c:v>
                </c:pt>
                <c:pt idx="24532">
                  <c:v>24.45</c:v>
                </c:pt>
                <c:pt idx="24533">
                  <c:v>24.5</c:v>
                </c:pt>
                <c:pt idx="24534">
                  <c:v>24.5</c:v>
                </c:pt>
                <c:pt idx="24535">
                  <c:v>24.55</c:v>
                </c:pt>
                <c:pt idx="24536">
                  <c:v>24.55</c:v>
                </c:pt>
                <c:pt idx="24537">
                  <c:v>24.6</c:v>
                </c:pt>
                <c:pt idx="24538">
                  <c:v>24.6</c:v>
                </c:pt>
                <c:pt idx="24539">
                  <c:v>24.65</c:v>
                </c:pt>
                <c:pt idx="24540">
                  <c:v>24.65</c:v>
                </c:pt>
                <c:pt idx="24541">
                  <c:v>24.65</c:v>
                </c:pt>
                <c:pt idx="24542">
                  <c:v>24.65</c:v>
                </c:pt>
                <c:pt idx="24543">
                  <c:v>24.65</c:v>
                </c:pt>
                <c:pt idx="24544">
                  <c:v>24.65</c:v>
                </c:pt>
                <c:pt idx="24545">
                  <c:v>24.6</c:v>
                </c:pt>
                <c:pt idx="24546">
                  <c:v>24.5</c:v>
                </c:pt>
                <c:pt idx="24547">
                  <c:v>24.45</c:v>
                </c:pt>
                <c:pt idx="24548">
                  <c:v>24.45</c:v>
                </c:pt>
                <c:pt idx="24549">
                  <c:v>24.45</c:v>
                </c:pt>
                <c:pt idx="24550">
                  <c:v>24.4</c:v>
                </c:pt>
                <c:pt idx="24551">
                  <c:v>24.4</c:v>
                </c:pt>
                <c:pt idx="24552">
                  <c:v>24.4</c:v>
                </c:pt>
                <c:pt idx="24553">
                  <c:v>24.4</c:v>
                </c:pt>
                <c:pt idx="24554">
                  <c:v>24.4</c:v>
                </c:pt>
                <c:pt idx="24555">
                  <c:v>24.45</c:v>
                </c:pt>
                <c:pt idx="24556">
                  <c:v>24.45</c:v>
                </c:pt>
                <c:pt idx="24557">
                  <c:v>24.45</c:v>
                </c:pt>
                <c:pt idx="24558">
                  <c:v>24.45</c:v>
                </c:pt>
                <c:pt idx="24559">
                  <c:v>24.45</c:v>
                </c:pt>
                <c:pt idx="24560">
                  <c:v>24.45</c:v>
                </c:pt>
                <c:pt idx="24561">
                  <c:v>24.5</c:v>
                </c:pt>
                <c:pt idx="24562">
                  <c:v>24.45</c:v>
                </c:pt>
                <c:pt idx="24563">
                  <c:v>24.5</c:v>
                </c:pt>
                <c:pt idx="24564">
                  <c:v>24.5</c:v>
                </c:pt>
                <c:pt idx="24565">
                  <c:v>24.5</c:v>
                </c:pt>
                <c:pt idx="24566">
                  <c:v>24.55</c:v>
                </c:pt>
                <c:pt idx="24567">
                  <c:v>24.55</c:v>
                </c:pt>
                <c:pt idx="24568">
                  <c:v>24.6</c:v>
                </c:pt>
                <c:pt idx="24569">
                  <c:v>24.6</c:v>
                </c:pt>
                <c:pt idx="24570">
                  <c:v>24.6</c:v>
                </c:pt>
                <c:pt idx="24571">
                  <c:v>24.6</c:v>
                </c:pt>
                <c:pt idx="24572">
                  <c:v>24.65</c:v>
                </c:pt>
                <c:pt idx="24573">
                  <c:v>24.6</c:v>
                </c:pt>
                <c:pt idx="24574">
                  <c:v>24.6</c:v>
                </c:pt>
                <c:pt idx="24575">
                  <c:v>24.55</c:v>
                </c:pt>
                <c:pt idx="24576">
                  <c:v>24.5</c:v>
                </c:pt>
                <c:pt idx="24577">
                  <c:v>24.45</c:v>
                </c:pt>
                <c:pt idx="24578">
                  <c:v>24.4</c:v>
                </c:pt>
                <c:pt idx="24579">
                  <c:v>24.45</c:v>
                </c:pt>
                <c:pt idx="24580">
                  <c:v>24.4</c:v>
                </c:pt>
                <c:pt idx="24581">
                  <c:v>24.4</c:v>
                </c:pt>
                <c:pt idx="24582">
                  <c:v>24.4</c:v>
                </c:pt>
                <c:pt idx="24583">
                  <c:v>24.4</c:v>
                </c:pt>
                <c:pt idx="24584">
                  <c:v>24.4</c:v>
                </c:pt>
                <c:pt idx="24585">
                  <c:v>24.4</c:v>
                </c:pt>
                <c:pt idx="24586">
                  <c:v>24.4</c:v>
                </c:pt>
                <c:pt idx="24587">
                  <c:v>24.45</c:v>
                </c:pt>
                <c:pt idx="24588">
                  <c:v>24.45</c:v>
                </c:pt>
                <c:pt idx="24589">
                  <c:v>24.45</c:v>
                </c:pt>
                <c:pt idx="24590">
                  <c:v>24.45</c:v>
                </c:pt>
                <c:pt idx="24591">
                  <c:v>24.45</c:v>
                </c:pt>
                <c:pt idx="24592">
                  <c:v>24.5</c:v>
                </c:pt>
                <c:pt idx="24593">
                  <c:v>24.5</c:v>
                </c:pt>
                <c:pt idx="24594">
                  <c:v>24.5</c:v>
                </c:pt>
                <c:pt idx="24595">
                  <c:v>24.55</c:v>
                </c:pt>
                <c:pt idx="24596">
                  <c:v>24.55</c:v>
                </c:pt>
                <c:pt idx="24597">
                  <c:v>24.6</c:v>
                </c:pt>
                <c:pt idx="24598">
                  <c:v>24.6</c:v>
                </c:pt>
                <c:pt idx="24599">
                  <c:v>24.6</c:v>
                </c:pt>
                <c:pt idx="24600">
                  <c:v>24.65</c:v>
                </c:pt>
                <c:pt idx="24601">
                  <c:v>24.65</c:v>
                </c:pt>
                <c:pt idx="24602">
                  <c:v>24.65</c:v>
                </c:pt>
                <c:pt idx="24603">
                  <c:v>24.6</c:v>
                </c:pt>
                <c:pt idx="24604">
                  <c:v>24.6</c:v>
                </c:pt>
                <c:pt idx="24605">
                  <c:v>24.55</c:v>
                </c:pt>
                <c:pt idx="24606">
                  <c:v>24.5</c:v>
                </c:pt>
                <c:pt idx="24607">
                  <c:v>24.45</c:v>
                </c:pt>
                <c:pt idx="24608">
                  <c:v>24.4</c:v>
                </c:pt>
                <c:pt idx="24609">
                  <c:v>24.4</c:v>
                </c:pt>
                <c:pt idx="24610">
                  <c:v>24.35</c:v>
                </c:pt>
                <c:pt idx="24611">
                  <c:v>24.35</c:v>
                </c:pt>
                <c:pt idx="24612">
                  <c:v>24.35</c:v>
                </c:pt>
                <c:pt idx="24613">
                  <c:v>24.35</c:v>
                </c:pt>
                <c:pt idx="24614">
                  <c:v>24.35</c:v>
                </c:pt>
                <c:pt idx="24615">
                  <c:v>24.35</c:v>
                </c:pt>
                <c:pt idx="24616">
                  <c:v>24.35</c:v>
                </c:pt>
                <c:pt idx="24617">
                  <c:v>24.4</c:v>
                </c:pt>
                <c:pt idx="24618">
                  <c:v>24.4</c:v>
                </c:pt>
                <c:pt idx="24619">
                  <c:v>24.4</c:v>
                </c:pt>
                <c:pt idx="24620">
                  <c:v>24.4</c:v>
                </c:pt>
                <c:pt idx="24621">
                  <c:v>24.4</c:v>
                </c:pt>
                <c:pt idx="24622">
                  <c:v>24.45</c:v>
                </c:pt>
                <c:pt idx="24623">
                  <c:v>24.45</c:v>
                </c:pt>
                <c:pt idx="24624">
                  <c:v>24.45</c:v>
                </c:pt>
                <c:pt idx="24625">
                  <c:v>24.5</c:v>
                </c:pt>
                <c:pt idx="24626">
                  <c:v>24.5</c:v>
                </c:pt>
                <c:pt idx="24627">
                  <c:v>24.55</c:v>
                </c:pt>
                <c:pt idx="24628">
                  <c:v>24.55</c:v>
                </c:pt>
                <c:pt idx="24629">
                  <c:v>24.6</c:v>
                </c:pt>
                <c:pt idx="24630">
                  <c:v>24.6</c:v>
                </c:pt>
                <c:pt idx="24631">
                  <c:v>24.6</c:v>
                </c:pt>
                <c:pt idx="24632">
                  <c:v>24.6</c:v>
                </c:pt>
                <c:pt idx="24633">
                  <c:v>24.6</c:v>
                </c:pt>
                <c:pt idx="24634">
                  <c:v>24.55</c:v>
                </c:pt>
                <c:pt idx="24635">
                  <c:v>24.5</c:v>
                </c:pt>
                <c:pt idx="24636">
                  <c:v>24.5</c:v>
                </c:pt>
                <c:pt idx="24637">
                  <c:v>24.45</c:v>
                </c:pt>
                <c:pt idx="24638">
                  <c:v>24.4</c:v>
                </c:pt>
                <c:pt idx="24639">
                  <c:v>24.4</c:v>
                </c:pt>
                <c:pt idx="24640">
                  <c:v>24.4</c:v>
                </c:pt>
                <c:pt idx="24641">
                  <c:v>24.35</c:v>
                </c:pt>
                <c:pt idx="24642">
                  <c:v>24.35</c:v>
                </c:pt>
                <c:pt idx="24643">
                  <c:v>24.35</c:v>
                </c:pt>
                <c:pt idx="24644">
                  <c:v>24.35</c:v>
                </c:pt>
                <c:pt idx="24645">
                  <c:v>24.35</c:v>
                </c:pt>
                <c:pt idx="24646">
                  <c:v>24.35</c:v>
                </c:pt>
                <c:pt idx="24647">
                  <c:v>24.4</c:v>
                </c:pt>
                <c:pt idx="24648">
                  <c:v>24.4</c:v>
                </c:pt>
                <c:pt idx="24649">
                  <c:v>24.4</c:v>
                </c:pt>
                <c:pt idx="24650">
                  <c:v>24.45</c:v>
                </c:pt>
                <c:pt idx="24651">
                  <c:v>24.45</c:v>
                </c:pt>
                <c:pt idx="24652">
                  <c:v>24.5</c:v>
                </c:pt>
                <c:pt idx="24653">
                  <c:v>24.5</c:v>
                </c:pt>
                <c:pt idx="24654">
                  <c:v>24.5</c:v>
                </c:pt>
                <c:pt idx="24655">
                  <c:v>24.55</c:v>
                </c:pt>
                <c:pt idx="24656">
                  <c:v>24.55</c:v>
                </c:pt>
                <c:pt idx="24657">
                  <c:v>24.6</c:v>
                </c:pt>
                <c:pt idx="24658">
                  <c:v>24.6</c:v>
                </c:pt>
                <c:pt idx="24659">
                  <c:v>24.6</c:v>
                </c:pt>
                <c:pt idx="24660">
                  <c:v>24.6</c:v>
                </c:pt>
                <c:pt idx="24661">
                  <c:v>24.65</c:v>
                </c:pt>
                <c:pt idx="24662">
                  <c:v>24.6</c:v>
                </c:pt>
                <c:pt idx="24663">
                  <c:v>24.6</c:v>
                </c:pt>
                <c:pt idx="24664">
                  <c:v>24.6</c:v>
                </c:pt>
                <c:pt idx="24665">
                  <c:v>24.5</c:v>
                </c:pt>
                <c:pt idx="24666">
                  <c:v>24.45</c:v>
                </c:pt>
                <c:pt idx="24667">
                  <c:v>24.45</c:v>
                </c:pt>
                <c:pt idx="24668">
                  <c:v>24.4</c:v>
                </c:pt>
                <c:pt idx="24669">
                  <c:v>24.35</c:v>
                </c:pt>
                <c:pt idx="24670">
                  <c:v>24.35</c:v>
                </c:pt>
                <c:pt idx="24671">
                  <c:v>24.35</c:v>
                </c:pt>
                <c:pt idx="24672">
                  <c:v>24.35</c:v>
                </c:pt>
                <c:pt idx="24673">
                  <c:v>24.35</c:v>
                </c:pt>
                <c:pt idx="24674">
                  <c:v>24.35</c:v>
                </c:pt>
                <c:pt idx="24675">
                  <c:v>24.35</c:v>
                </c:pt>
                <c:pt idx="24676">
                  <c:v>24.4</c:v>
                </c:pt>
                <c:pt idx="24677">
                  <c:v>24.4</c:v>
                </c:pt>
                <c:pt idx="24678">
                  <c:v>24.4</c:v>
                </c:pt>
                <c:pt idx="24679">
                  <c:v>24.4</c:v>
                </c:pt>
                <c:pt idx="24680">
                  <c:v>24.45</c:v>
                </c:pt>
                <c:pt idx="24681">
                  <c:v>24.45</c:v>
                </c:pt>
                <c:pt idx="24682">
                  <c:v>24.5</c:v>
                </c:pt>
                <c:pt idx="24683">
                  <c:v>24.5</c:v>
                </c:pt>
                <c:pt idx="24684">
                  <c:v>24.55</c:v>
                </c:pt>
                <c:pt idx="24685">
                  <c:v>24.55</c:v>
                </c:pt>
                <c:pt idx="24686">
                  <c:v>24.55</c:v>
                </c:pt>
                <c:pt idx="24687">
                  <c:v>24.6</c:v>
                </c:pt>
                <c:pt idx="24688">
                  <c:v>24.6</c:v>
                </c:pt>
                <c:pt idx="24689">
                  <c:v>24.65</c:v>
                </c:pt>
                <c:pt idx="24690">
                  <c:v>24.65</c:v>
                </c:pt>
                <c:pt idx="24691">
                  <c:v>24.65</c:v>
                </c:pt>
                <c:pt idx="24692">
                  <c:v>24.65</c:v>
                </c:pt>
                <c:pt idx="24693">
                  <c:v>24.65</c:v>
                </c:pt>
                <c:pt idx="24694">
                  <c:v>24.6</c:v>
                </c:pt>
                <c:pt idx="24695">
                  <c:v>24.55</c:v>
                </c:pt>
                <c:pt idx="24696">
                  <c:v>24.5</c:v>
                </c:pt>
                <c:pt idx="24697">
                  <c:v>24.45</c:v>
                </c:pt>
                <c:pt idx="24698">
                  <c:v>24.4</c:v>
                </c:pt>
                <c:pt idx="24699">
                  <c:v>24.4</c:v>
                </c:pt>
                <c:pt idx="24700">
                  <c:v>24.35</c:v>
                </c:pt>
                <c:pt idx="24701">
                  <c:v>24.35</c:v>
                </c:pt>
                <c:pt idx="24702">
                  <c:v>24.35</c:v>
                </c:pt>
                <c:pt idx="24703">
                  <c:v>24.35</c:v>
                </c:pt>
                <c:pt idx="24704">
                  <c:v>24.35</c:v>
                </c:pt>
                <c:pt idx="24705">
                  <c:v>24.4</c:v>
                </c:pt>
                <c:pt idx="24706">
                  <c:v>24.35</c:v>
                </c:pt>
                <c:pt idx="24707">
                  <c:v>24.35</c:v>
                </c:pt>
                <c:pt idx="24708">
                  <c:v>24.4</c:v>
                </c:pt>
                <c:pt idx="24709">
                  <c:v>24.4</c:v>
                </c:pt>
                <c:pt idx="24710">
                  <c:v>24.4</c:v>
                </c:pt>
                <c:pt idx="24711">
                  <c:v>24.45</c:v>
                </c:pt>
                <c:pt idx="24712">
                  <c:v>24.45</c:v>
                </c:pt>
                <c:pt idx="24713">
                  <c:v>24.5</c:v>
                </c:pt>
                <c:pt idx="24714">
                  <c:v>24.5</c:v>
                </c:pt>
                <c:pt idx="24715">
                  <c:v>24.55</c:v>
                </c:pt>
                <c:pt idx="24716">
                  <c:v>24.55</c:v>
                </c:pt>
                <c:pt idx="24717">
                  <c:v>24.55</c:v>
                </c:pt>
                <c:pt idx="24718">
                  <c:v>24.6</c:v>
                </c:pt>
                <c:pt idx="24719">
                  <c:v>24.6</c:v>
                </c:pt>
                <c:pt idx="24720">
                  <c:v>24.65</c:v>
                </c:pt>
                <c:pt idx="24721">
                  <c:v>24.65</c:v>
                </c:pt>
                <c:pt idx="24722">
                  <c:v>24.65</c:v>
                </c:pt>
                <c:pt idx="24723">
                  <c:v>24.65</c:v>
                </c:pt>
                <c:pt idx="24724">
                  <c:v>24.6</c:v>
                </c:pt>
                <c:pt idx="24725">
                  <c:v>24.55</c:v>
                </c:pt>
                <c:pt idx="24726">
                  <c:v>24.5</c:v>
                </c:pt>
                <c:pt idx="24727">
                  <c:v>24.45</c:v>
                </c:pt>
                <c:pt idx="24728">
                  <c:v>24.45</c:v>
                </c:pt>
                <c:pt idx="24729">
                  <c:v>24.4</c:v>
                </c:pt>
                <c:pt idx="24730">
                  <c:v>24.4</c:v>
                </c:pt>
                <c:pt idx="24731">
                  <c:v>24.4</c:v>
                </c:pt>
                <c:pt idx="24732">
                  <c:v>24.4</c:v>
                </c:pt>
                <c:pt idx="24733">
                  <c:v>24.4</c:v>
                </c:pt>
                <c:pt idx="24734">
                  <c:v>24.4</c:v>
                </c:pt>
                <c:pt idx="24735">
                  <c:v>24.4</c:v>
                </c:pt>
                <c:pt idx="24736">
                  <c:v>24.4</c:v>
                </c:pt>
                <c:pt idx="24737">
                  <c:v>24.4</c:v>
                </c:pt>
                <c:pt idx="24738">
                  <c:v>24.4</c:v>
                </c:pt>
                <c:pt idx="24739">
                  <c:v>24.4</c:v>
                </c:pt>
                <c:pt idx="24740">
                  <c:v>24.4</c:v>
                </c:pt>
                <c:pt idx="24741">
                  <c:v>24.45</c:v>
                </c:pt>
                <c:pt idx="24742">
                  <c:v>24.45</c:v>
                </c:pt>
                <c:pt idx="24743">
                  <c:v>24.45</c:v>
                </c:pt>
                <c:pt idx="24744">
                  <c:v>24.5</c:v>
                </c:pt>
                <c:pt idx="24745">
                  <c:v>24.5</c:v>
                </c:pt>
                <c:pt idx="24746">
                  <c:v>24.55</c:v>
                </c:pt>
                <c:pt idx="24747">
                  <c:v>24.55</c:v>
                </c:pt>
                <c:pt idx="24748">
                  <c:v>24.55</c:v>
                </c:pt>
                <c:pt idx="24749">
                  <c:v>24.6</c:v>
                </c:pt>
                <c:pt idx="24750">
                  <c:v>24.6</c:v>
                </c:pt>
                <c:pt idx="24751">
                  <c:v>24.6</c:v>
                </c:pt>
                <c:pt idx="24752">
                  <c:v>24.6</c:v>
                </c:pt>
                <c:pt idx="24753">
                  <c:v>24.6</c:v>
                </c:pt>
                <c:pt idx="24754">
                  <c:v>24.55</c:v>
                </c:pt>
                <c:pt idx="24755">
                  <c:v>24.55</c:v>
                </c:pt>
                <c:pt idx="24756">
                  <c:v>24.5</c:v>
                </c:pt>
                <c:pt idx="24757">
                  <c:v>24.45</c:v>
                </c:pt>
                <c:pt idx="24758">
                  <c:v>24.4</c:v>
                </c:pt>
                <c:pt idx="24759">
                  <c:v>24.4</c:v>
                </c:pt>
                <c:pt idx="24760">
                  <c:v>24.4</c:v>
                </c:pt>
                <c:pt idx="24761">
                  <c:v>24.4</c:v>
                </c:pt>
                <c:pt idx="24762">
                  <c:v>24.4</c:v>
                </c:pt>
                <c:pt idx="24763">
                  <c:v>24.4</c:v>
                </c:pt>
                <c:pt idx="24764">
                  <c:v>24.4</c:v>
                </c:pt>
                <c:pt idx="24765">
                  <c:v>24.4</c:v>
                </c:pt>
                <c:pt idx="24766">
                  <c:v>24.4</c:v>
                </c:pt>
                <c:pt idx="24767">
                  <c:v>24.4</c:v>
                </c:pt>
                <c:pt idx="24768">
                  <c:v>24.4</c:v>
                </c:pt>
                <c:pt idx="24769">
                  <c:v>24.45</c:v>
                </c:pt>
                <c:pt idx="24770">
                  <c:v>24.45</c:v>
                </c:pt>
                <c:pt idx="24771">
                  <c:v>24.45</c:v>
                </c:pt>
                <c:pt idx="24772">
                  <c:v>24.5</c:v>
                </c:pt>
                <c:pt idx="24773">
                  <c:v>24.5</c:v>
                </c:pt>
                <c:pt idx="24774">
                  <c:v>24.55</c:v>
                </c:pt>
                <c:pt idx="24775">
                  <c:v>24.55</c:v>
                </c:pt>
                <c:pt idx="24776">
                  <c:v>24.55</c:v>
                </c:pt>
                <c:pt idx="24777">
                  <c:v>24.6</c:v>
                </c:pt>
                <c:pt idx="24778">
                  <c:v>24.6</c:v>
                </c:pt>
                <c:pt idx="24779">
                  <c:v>24.65</c:v>
                </c:pt>
                <c:pt idx="24780">
                  <c:v>24.65</c:v>
                </c:pt>
                <c:pt idx="24781">
                  <c:v>24.65</c:v>
                </c:pt>
                <c:pt idx="24782">
                  <c:v>24.65</c:v>
                </c:pt>
                <c:pt idx="24783">
                  <c:v>24.65</c:v>
                </c:pt>
                <c:pt idx="24784">
                  <c:v>24.6</c:v>
                </c:pt>
                <c:pt idx="24785">
                  <c:v>24.6</c:v>
                </c:pt>
                <c:pt idx="24786">
                  <c:v>24.5</c:v>
                </c:pt>
                <c:pt idx="24787">
                  <c:v>24.5</c:v>
                </c:pt>
                <c:pt idx="24788">
                  <c:v>24.45</c:v>
                </c:pt>
                <c:pt idx="24789">
                  <c:v>24.45</c:v>
                </c:pt>
                <c:pt idx="24790">
                  <c:v>24.4</c:v>
                </c:pt>
                <c:pt idx="24791">
                  <c:v>24.4</c:v>
                </c:pt>
                <c:pt idx="24792">
                  <c:v>24.4</c:v>
                </c:pt>
                <c:pt idx="24793">
                  <c:v>24.4</c:v>
                </c:pt>
                <c:pt idx="24794">
                  <c:v>24.4</c:v>
                </c:pt>
                <c:pt idx="24795">
                  <c:v>24.4</c:v>
                </c:pt>
                <c:pt idx="24796">
                  <c:v>24.4</c:v>
                </c:pt>
                <c:pt idx="24797">
                  <c:v>24.4</c:v>
                </c:pt>
                <c:pt idx="24798">
                  <c:v>24.45</c:v>
                </c:pt>
                <c:pt idx="24799">
                  <c:v>24.45</c:v>
                </c:pt>
                <c:pt idx="24800">
                  <c:v>24.45</c:v>
                </c:pt>
                <c:pt idx="24801">
                  <c:v>24.45</c:v>
                </c:pt>
                <c:pt idx="24802">
                  <c:v>24.45</c:v>
                </c:pt>
                <c:pt idx="24803">
                  <c:v>24.5</c:v>
                </c:pt>
                <c:pt idx="24804">
                  <c:v>24.5</c:v>
                </c:pt>
                <c:pt idx="24805">
                  <c:v>24.55</c:v>
                </c:pt>
                <c:pt idx="24806">
                  <c:v>24.55</c:v>
                </c:pt>
                <c:pt idx="24807">
                  <c:v>24.55</c:v>
                </c:pt>
                <c:pt idx="24808">
                  <c:v>24.6</c:v>
                </c:pt>
                <c:pt idx="24809">
                  <c:v>24.6</c:v>
                </c:pt>
                <c:pt idx="24810">
                  <c:v>24.65</c:v>
                </c:pt>
                <c:pt idx="24811">
                  <c:v>24.65</c:v>
                </c:pt>
                <c:pt idx="24812">
                  <c:v>24.65</c:v>
                </c:pt>
                <c:pt idx="24813">
                  <c:v>24.6</c:v>
                </c:pt>
                <c:pt idx="24814">
                  <c:v>24.6</c:v>
                </c:pt>
                <c:pt idx="24815">
                  <c:v>24.55</c:v>
                </c:pt>
                <c:pt idx="24816">
                  <c:v>24.5</c:v>
                </c:pt>
                <c:pt idx="24817">
                  <c:v>24.45</c:v>
                </c:pt>
                <c:pt idx="24818">
                  <c:v>24.4</c:v>
                </c:pt>
                <c:pt idx="24819">
                  <c:v>24.4</c:v>
                </c:pt>
                <c:pt idx="24820">
                  <c:v>24.4</c:v>
                </c:pt>
                <c:pt idx="24821">
                  <c:v>24.4</c:v>
                </c:pt>
                <c:pt idx="24822">
                  <c:v>24.4</c:v>
                </c:pt>
                <c:pt idx="24823">
                  <c:v>24.35</c:v>
                </c:pt>
                <c:pt idx="24824">
                  <c:v>24.4</c:v>
                </c:pt>
                <c:pt idx="24825">
                  <c:v>24.4</c:v>
                </c:pt>
                <c:pt idx="24826">
                  <c:v>24.4</c:v>
                </c:pt>
                <c:pt idx="24827">
                  <c:v>24.4</c:v>
                </c:pt>
                <c:pt idx="24828">
                  <c:v>24.45</c:v>
                </c:pt>
                <c:pt idx="24829">
                  <c:v>24.45</c:v>
                </c:pt>
                <c:pt idx="24830">
                  <c:v>24.45</c:v>
                </c:pt>
                <c:pt idx="24831">
                  <c:v>24.45</c:v>
                </c:pt>
                <c:pt idx="24832">
                  <c:v>24.45</c:v>
                </c:pt>
                <c:pt idx="24833">
                  <c:v>24.5</c:v>
                </c:pt>
                <c:pt idx="24834">
                  <c:v>24.5</c:v>
                </c:pt>
                <c:pt idx="24835">
                  <c:v>24.55</c:v>
                </c:pt>
                <c:pt idx="24836">
                  <c:v>24.55</c:v>
                </c:pt>
                <c:pt idx="24837">
                  <c:v>24.55</c:v>
                </c:pt>
                <c:pt idx="24838">
                  <c:v>24.6</c:v>
                </c:pt>
                <c:pt idx="24839">
                  <c:v>24.65</c:v>
                </c:pt>
                <c:pt idx="24840">
                  <c:v>24.65</c:v>
                </c:pt>
                <c:pt idx="24841">
                  <c:v>24.65</c:v>
                </c:pt>
                <c:pt idx="24842">
                  <c:v>24.65</c:v>
                </c:pt>
                <c:pt idx="24843">
                  <c:v>24.6</c:v>
                </c:pt>
                <c:pt idx="24844">
                  <c:v>24.6</c:v>
                </c:pt>
                <c:pt idx="24845">
                  <c:v>24.55</c:v>
                </c:pt>
                <c:pt idx="24846">
                  <c:v>24.5</c:v>
                </c:pt>
                <c:pt idx="24847">
                  <c:v>24.5</c:v>
                </c:pt>
                <c:pt idx="24848">
                  <c:v>24.5</c:v>
                </c:pt>
                <c:pt idx="24849">
                  <c:v>24.5</c:v>
                </c:pt>
                <c:pt idx="24850">
                  <c:v>24.4</c:v>
                </c:pt>
                <c:pt idx="24851">
                  <c:v>24.4</c:v>
                </c:pt>
                <c:pt idx="24852">
                  <c:v>24.4</c:v>
                </c:pt>
                <c:pt idx="24853">
                  <c:v>24.4</c:v>
                </c:pt>
                <c:pt idx="24854">
                  <c:v>24.4</c:v>
                </c:pt>
                <c:pt idx="24855">
                  <c:v>24.45</c:v>
                </c:pt>
                <c:pt idx="24856">
                  <c:v>24.45</c:v>
                </c:pt>
                <c:pt idx="24857">
                  <c:v>24.45</c:v>
                </c:pt>
                <c:pt idx="24858">
                  <c:v>24.45</c:v>
                </c:pt>
                <c:pt idx="24859">
                  <c:v>24.45</c:v>
                </c:pt>
                <c:pt idx="24860">
                  <c:v>24.45</c:v>
                </c:pt>
                <c:pt idx="24861">
                  <c:v>24.45</c:v>
                </c:pt>
                <c:pt idx="24862">
                  <c:v>24.5</c:v>
                </c:pt>
                <c:pt idx="24863">
                  <c:v>24.5</c:v>
                </c:pt>
                <c:pt idx="24864">
                  <c:v>24.5</c:v>
                </c:pt>
                <c:pt idx="24865">
                  <c:v>24.5</c:v>
                </c:pt>
                <c:pt idx="24866">
                  <c:v>24.55</c:v>
                </c:pt>
                <c:pt idx="24867">
                  <c:v>24.6</c:v>
                </c:pt>
                <c:pt idx="24868">
                  <c:v>24.6</c:v>
                </c:pt>
                <c:pt idx="24869">
                  <c:v>24.65</c:v>
                </c:pt>
                <c:pt idx="24870">
                  <c:v>24.65</c:v>
                </c:pt>
                <c:pt idx="24871">
                  <c:v>24.65</c:v>
                </c:pt>
                <c:pt idx="24872">
                  <c:v>24.65</c:v>
                </c:pt>
                <c:pt idx="24873">
                  <c:v>24.65</c:v>
                </c:pt>
                <c:pt idx="24874">
                  <c:v>24.6</c:v>
                </c:pt>
                <c:pt idx="24875">
                  <c:v>24.55</c:v>
                </c:pt>
                <c:pt idx="24876">
                  <c:v>24.5</c:v>
                </c:pt>
                <c:pt idx="24877">
                  <c:v>24.45</c:v>
                </c:pt>
                <c:pt idx="24878">
                  <c:v>24.4</c:v>
                </c:pt>
                <c:pt idx="24879">
                  <c:v>24.4</c:v>
                </c:pt>
                <c:pt idx="24880">
                  <c:v>24.4</c:v>
                </c:pt>
                <c:pt idx="24881">
                  <c:v>24.4</c:v>
                </c:pt>
                <c:pt idx="24882">
                  <c:v>24.4</c:v>
                </c:pt>
                <c:pt idx="24883">
                  <c:v>24.4</c:v>
                </c:pt>
                <c:pt idx="24884">
                  <c:v>24.4</c:v>
                </c:pt>
                <c:pt idx="24885">
                  <c:v>24.35</c:v>
                </c:pt>
                <c:pt idx="24886">
                  <c:v>24.35</c:v>
                </c:pt>
                <c:pt idx="24887">
                  <c:v>24.4</c:v>
                </c:pt>
                <c:pt idx="24888">
                  <c:v>24.4</c:v>
                </c:pt>
                <c:pt idx="24889">
                  <c:v>24.4</c:v>
                </c:pt>
                <c:pt idx="24890">
                  <c:v>24.4</c:v>
                </c:pt>
                <c:pt idx="24891">
                  <c:v>24.45</c:v>
                </c:pt>
                <c:pt idx="24892">
                  <c:v>24.45</c:v>
                </c:pt>
                <c:pt idx="24893">
                  <c:v>24.5</c:v>
                </c:pt>
                <c:pt idx="24894">
                  <c:v>24.5</c:v>
                </c:pt>
                <c:pt idx="24895">
                  <c:v>24.55</c:v>
                </c:pt>
                <c:pt idx="24896">
                  <c:v>24.55</c:v>
                </c:pt>
                <c:pt idx="24897">
                  <c:v>24.6</c:v>
                </c:pt>
                <c:pt idx="24898">
                  <c:v>24.6</c:v>
                </c:pt>
                <c:pt idx="24899">
                  <c:v>24.65</c:v>
                </c:pt>
                <c:pt idx="24900">
                  <c:v>24.65</c:v>
                </c:pt>
                <c:pt idx="24901">
                  <c:v>24.65</c:v>
                </c:pt>
                <c:pt idx="24902">
                  <c:v>24.65</c:v>
                </c:pt>
                <c:pt idx="24903">
                  <c:v>24.65</c:v>
                </c:pt>
                <c:pt idx="24904">
                  <c:v>24.6</c:v>
                </c:pt>
                <c:pt idx="24905">
                  <c:v>24.55</c:v>
                </c:pt>
                <c:pt idx="24906">
                  <c:v>24.55</c:v>
                </c:pt>
                <c:pt idx="24907">
                  <c:v>24.45</c:v>
                </c:pt>
                <c:pt idx="24908">
                  <c:v>24.45</c:v>
                </c:pt>
                <c:pt idx="24909">
                  <c:v>24.4</c:v>
                </c:pt>
                <c:pt idx="24910">
                  <c:v>24.4</c:v>
                </c:pt>
                <c:pt idx="24911">
                  <c:v>24.4</c:v>
                </c:pt>
                <c:pt idx="24912">
                  <c:v>24.35</c:v>
                </c:pt>
                <c:pt idx="24913">
                  <c:v>24.35</c:v>
                </c:pt>
                <c:pt idx="24914">
                  <c:v>24.35</c:v>
                </c:pt>
                <c:pt idx="24915">
                  <c:v>24.35</c:v>
                </c:pt>
                <c:pt idx="24916">
                  <c:v>24.4</c:v>
                </c:pt>
                <c:pt idx="24917">
                  <c:v>24.4</c:v>
                </c:pt>
                <c:pt idx="24918">
                  <c:v>24.4</c:v>
                </c:pt>
                <c:pt idx="24919">
                  <c:v>24.4</c:v>
                </c:pt>
                <c:pt idx="24920">
                  <c:v>24.45</c:v>
                </c:pt>
                <c:pt idx="24921">
                  <c:v>24.45</c:v>
                </c:pt>
                <c:pt idx="24922">
                  <c:v>24.5</c:v>
                </c:pt>
                <c:pt idx="24923">
                  <c:v>24.55</c:v>
                </c:pt>
                <c:pt idx="24924">
                  <c:v>24.55</c:v>
                </c:pt>
                <c:pt idx="24925">
                  <c:v>24.55</c:v>
                </c:pt>
                <c:pt idx="24926">
                  <c:v>24.6</c:v>
                </c:pt>
                <c:pt idx="24927">
                  <c:v>24.6</c:v>
                </c:pt>
                <c:pt idx="24928">
                  <c:v>24.65</c:v>
                </c:pt>
                <c:pt idx="24929">
                  <c:v>24.65</c:v>
                </c:pt>
                <c:pt idx="24930">
                  <c:v>24.7</c:v>
                </c:pt>
                <c:pt idx="24931">
                  <c:v>24.7</c:v>
                </c:pt>
                <c:pt idx="24932">
                  <c:v>24.65</c:v>
                </c:pt>
                <c:pt idx="24933">
                  <c:v>24.65</c:v>
                </c:pt>
                <c:pt idx="24934">
                  <c:v>24.6</c:v>
                </c:pt>
                <c:pt idx="24935">
                  <c:v>24.55</c:v>
                </c:pt>
                <c:pt idx="24936">
                  <c:v>24.5</c:v>
                </c:pt>
                <c:pt idx="24937">
                  <c:v>24.45</c:v>
                </c:pt>
                <c:pt idx="24938">
                  <c:v>24.45</c:v>
                </c:pt>
                <c:pt idx="24939">
                  <c:v>24.4</c:v>
                </c:pt>
                <c:pt idx="24940">
                  <c:v>24.4</c:v>
                </c:pt>
                <c:pt idx="24941">
                  <c:v>24.4</c:v>
                </c:pt>
                <c:pt idx="24942">
                  <c:v>24.4</c:v>
                </c:pt>
                <c:pt idx="24943">
                  <c:v>24.4</c:v>
                </c:pt>
                <c:pt idx="24944">
                  <c:v>24.4</c:v>
                </c:pt>
                <c:pt idx="24945">
                  <c:v>24.4</c:v>
                </c:pt>
                <c:pt idx="24946">
                  <c:v>24.4</c:v>
                </c:pt>
                <c:pt idx="24947">
                  <c:v>24.45</c:v>
                </c:pt>
                <c:pt idx="24948">
                  <c:v>24.45</c:v>
                </c:pt>
                <c:pt idx="24949">
                  <c:v>24.45</c:v>
                </c:pt>
                <c:pt idx="24950">
                  <c:v>24.5</c:v>
                </c:pt>
                <c:pt idx="24951">
                  <c:v>24.5</c:v>
                </c:pt>
                <c:pt idx="24952">
                  <c:v>24.5</c:v>
                </c:pt>
                <c:pt idx="24953">
                  <c:v>24.55</c:v>
                </c:pt>
                <c:pt idx="24954">
                  <c:v>24.55</c:v>
                </c:pt>
                <c:pt idx="24955">
                  <c:v>24.6</c:v>
                </c:pt>
                <c:pt idx="24956">
                  <c:v>24.6</c:v>
                </c:pt>
                <c:pt idx="24957">
                  <c:v>24.65</c:v>
                </c:pt>
                <c:pt idx="24958">
                  <c:v>24.65</c:v>
                </c:pt>
                <c:pt idx="24959">
                  <c:v>24.65</c:v>
                </c:pt>
                <c:pt idx="24960">
                  <c:v>24.65</c:v>
                </c:pt>
                <c:pt idx="24961">
                  <c:v>24.7</c:v>
                </c:pt>
                <c:pt idx="24962">
                  <c:v>24.65</c:v>
                </c:pt>
                <c:pt idx="24963">
                  <c:v>24.65</c:v>
                </c:pt>
                <c:pt idx="24964">
                  <c:v>24.6</c:v>
                </c:pt>
                <c:pt idx="24965">
                  <c:v>24.6</c:v>
                </c:pt>
                <c:pt idx="24966">
                  <c:v>24.55</c:v>
                </c:pt>
                <c:pt idx="24967">
                  <c:v>24.5</c:v>
                </c:pt>
                <c:pt idx="24968">
                  <c:v>24.45</c:v>
                </c:pt>
                <c:pt idx="24969">
                  <c:v>24.4</c:v>
                </c:pt>
                <c:pt idx="24970">
                  <c:v>24.4</c:v>
                </c:pt>
                <c:pt idx="24971">
                  <c:v>24.35</c:v>
                </c:pt>
                <c:pt idx="24972">
                  <c:v>24.35</c:v>
                </c:pt>
                <c:pt idx="24973">
                  <c:v>24.35</c:v>
                </c:pt>
                <c:pt idx="24974">
                  <c:v>24.35</c:v>
                </c:pt>
                <c:pt idx="24975">
                  <c:v>24.4</c:v>
                </c:pt>
                <c:pt idx="24976">
                  <c:v>24.4</c:v>
                </c:pt>
                <c:pt idx="24977">
                  <c:v>24.4</c:v>
                </c:pt>
                <c:pt idx="24978">
                  <c:v>24.4</c:v>
                </c:pt>
                <c:pt idx="24979">
                  <c:v>24.45</c:v>
                </c:pt>
                <c:pt idx="24980">
                  <c:v>24.45</c:v>
                </c:pt>
                <c:pt idx="24981">
                  <c:v>24.45</c:v>
                </c:pt>
                <c:pt idx="24982">
                  <c:v>24.5</c:v>
                </c:pt>
                <c:pt idx="24983">
                  <c:v>24.55</c:v>
                </c:pt>
                <c:pt idx="24984">
                  <c:v>24.55</c:v>
                </c:pt>
                <c:pt idx="24985">
                  <c:v>24.55</c:v>
                </c:pt>
                <c:pt idx="24986">
                  <c:v>24.6</c:v>
                </c:pt>
                <c:pt idx="24987">
                  <c:v>24.6</c:v>
                </c:pt>
                <c:pt idx="24988">
                  <c:v>24.65</c:v>
                </c:pt>
                <c:pt idx="24989">
                  <c:v>24.65</c:v>
                </c:pt>
                <c:pt idx="24990">
                  <c:v>24.65</c:v>
                </c:pt>
                <c:pt idx="24991">
                  <c:v>24.65</c:v>
                </c:pt>
                <c:pt idx="24992">
                  <c:v>24.65</c:v>
                </c:pt>
                <c:pt idx="24993">
                  <c:v>24.65</c:v>
                </c:pt>
                <c:pt idx="24994">
                  <c:v>24.6</c:v>
                </c:pt>
                <c:pt idx="24995">
                  <c:v>24.55</c:v>
                </c:pt>
                <c:pt idx="24996">
                  <c:v>24.5</c:v>
                </c:pt>
                <c:pt idx="24997">
                  <c:v>24.45</c:v>
                </c:pt>
                <c:pt idx="24998">
                  <c:v>24.4</c:v>
                </c:pt>
                <c:pt idx="24999">
                  <c:v>24.35</c:v>
                </c:pt>
                <c:pt idx="25000">
                  <c:v>24.35</c:v>
                </c:pt>
                <c:pt idx="25001">
                  <c:v>24.35</c:v>
                </c:pt>
                <c:pt idx="25002">
                  <c:v>24.35</c:v>
                </c:pt>
                <c:pt idx="25003">
                  <c:v>24.35</c:v>
                </c:pt>
                <c:pt idx="25004">
                  <c:v>24.35</c:v>
                </c:pt>
                <c:pt idx="25005">
                  <c:v>24.4</c:v>
                </c:pt>
                <c:pt idx="25006">
                  <c:v>24.4</c:v>
                </c:pt>
                <c:pt idx="25007">
                  <c:v>24.4</c:v>
                </c:pt>
                <c:pt idx="25008">
                  <c:v>24.4</c:v>
                </c:pt>
                <c:pt idx="25009">
                  <c:v>24.4</c:v>
                </c:pt>
                <c:pt idx="25010">
                  <c:v>24.45</c:v>
                </c:pt>
                <c:pt idx="25011">
                  <c:v>24.5</c:v>
                </c:pt>
                <c:pt idx="25012">
                  <c:v>24.5</c:v>
                </c:pt>
                <c:pt idx="25013">
                  <c:v>24.55</c:v>
                </c:pt>
                <c:pt idx="25014">
                  <c:v>24.55</c:v>
                </c:pt>
                <c:pt idx="25015">
                  <c:v>24.55</c:v>
                </c:pt>
                <c:pt idx="25016">
                  <c:v>24.6</c:v>
                </c:pt>
                <c:pt idx="25017">
                  <c:v>24.6</c:v>
                </c:pt>
                <c:pt idx="25018">
                  <c:v>24.6</c:v>
                </c:pt>
                <c:pt idx="25019">
                  <c:v>24.65</c:v>
                </c:pt>
                <c:pt idx="25020">
                  <c:v>24.65</c:v>
                </c:pt>
                <c:pt idx="25021">
                  <c:v>24.65</c:v>
                </c:pt>
                <c:pt idx="25022">
                  <c:v>24.65</c:v>
                </c:pt>
                <c:pt idx="25023">
                  <c:v>24.65</c:v>
                </c:pt>
                <c:pt idx="25024">
                  <c:v>24.6</c:v>
                </c:pt>
                <c:pt idx="25025">
                  <c:v>24.55</c:v>
                </c:pt>
                <c:pt idx="25026">
                  <c:v>24.5</c:v>
                </c:pt>
                <c:pt idx="25027">
                  <c:v>24.45</c:v>
                </c:pt>
                <c:pt idx="25028">
                  <c:v>24.45</c:v>
                </c:pt>
                <c:pt idx="25029">
                  <c:v>24.4</c:v>
                </c:pt>
                <c:pt idx="25030">
                  <c:v>24.35</c:v>
                </c:pt>
                <c:pt idx="25031">
                  <c:v>24.35</c:v>
                </c:pt>
                <c:pt idx="25032">
                  <c:v>24.35</c:v>
                </c:pt>
                <c:pt idx="25033">
                  <c:v>24.35</c:v>
                </c:pt>
                <c:pt idx="25034">
                  <c:v>24.35</c:v>
                </c:pt>
                <c:pt idx="25035">
                  <c:v>24.35</c:v>
                </c:pt>
                <c:pt idx="25036">
                  <c:v>24.35</c:v>
                </c:pt>
                <c:pt idx="25037">
                  <c:v>24.4</c:v>
                </c:pt>
                <c:pt idx="25038">
                  <c:v>24.4</c:v>
                </c:pt>
                <c:pt idx="25039">
                  <c:v>24.45</c:v>
                </c:pt>
                <c:pt idx="25040">
                  <c:v>24.45</c:v>
                </c:pt>
                <c:pt idx="25041">
                  <c:v>24.45</c:v>
                </c:pt>
                <c:pt idx="25042">
                  <c:v>24.5</c:v>
                </c:pt>
                <c:pt idx="25043">
                  <c:v>24.5</c:v>
                </c:pt>
                <c:pt idx="25044">
                  <c:v>24.55</c:v>
                </c:pt>
                <c:pt idx="25045">
                  <c:v>24.55</c:v>
                </c:pt>
                <c:pt idx="25046">
                  <c:v>24.55</c:v>
                </c:pt>
                <c:pt idx="25047">
                  <c:v>24.6</c:v>
                </c:pt>
                <c:pt idx="25048">
                  <c:v>24.6</c:v>
                </c:pt>
                <c:pt idx="25049">
                  <c:v>24.65</c:v>
                </c:pt>
                <c:pt idx="25050">
                  <c:v>24.65</c:v>
                </c:pt>
                <c:pt idx="25051">
                  <c:v>24.65</c:v>
                </c:pt>
                <c:pt idx="25052">
                  <c:v>24.65</c:v>
                </c:pt>
                <c:pt idx="25053">
                  <c:v>24.6</c:v>
                </c:pt>
                <c:pt idx="25054">
                  <c:v>24.55</c:v>
                </c:pt>
                <c:pt idx="25055">
                  <c:v>24.5</c:v>
                </c:pt>
                <c:pt idx="25056">
                  <c:v>24.45</c:v>
                </c:pt>
                <c:pt idx="25057">
                  <c:v>24.45</c:v>
                </c:pt>
                <c:pt idx="25058">
                  <c:v>24.4</c:v>
                </c:pt>
                <c:pt idx="25059">
                  <c:v>24.4</c:v>
                </c:pt>
                <c:pt idx="25060">
                  <c:v>24.35</c:v>
                </c:pt>
                <c:pt idx="25061">
                  <c:v>24.35</c:v>
                </c:pt>
                <c:pt idx="25062">
                  <c:v>24.35</c:v>
                </c:pt>
                <c:pt idx="25063">
                  <c:v>24.35</c:v>
                </c:pt>
                <c:pt idx="25064">
                  <c:v>24.35</c:v>
                </c:pt>
                <c:pt idx="25065">
                  <c:v>24.35</c:v>
                </c:pt>
                <c:pt idx="25066">
                  <c:v>24.4</c:v>
                </c:pt>
                <c:pt idx="25067">
                  <c:v>24.4</c:v>
                </c:pt>
                <c:pt idx="25068">
                  <c:v>24.4</c:v>
                </c:pt>
                <c:pt idx="25069">
                  <c:v>24.45</c:v>
                </c:pt>
                <c:pt idx="25070">
                  <c:v>24.45</c:v>
                </c:pt>
                <c:pt idx="25071">
                  <c:v>24.5</c:v>
                </c:pt>
                <c:pt idx="25072">
                  <c:v>24.5</c:v>
                </c:pt>
                <c:pt idx="25073">
                  <c:v>24.5</c:v>
                </c:pt>
                <c:pt idx="25074">
                  <c:v>24.55</c:v>
                </c:pt>
                <c:pt idx="25075">
                  <c:v>24.55</c:v>
                </c:pt>
                <c:pt idx="25076">
                  <c:v>24.55</c:v>
                </c:pt>
                <c:pt idx="25077">
                  <c:v>24.6</c:v>
                </c:pt>
                <c:pt idx="25078">
                  <c:v>24.6</c:v>
                </c:pt>
                <c:pt idx="25079">
                  <c:v>24.6</c:v>
                </c:pt>
                <c:pt idx="25080">
                  <c:v>24.65</c:v>
                </c:pt>
                <c:pt idx="25081">
                  <c:v>24.6</c:v>
                </c:pt>
                <c:pt idx="25082">
                  <c:v>24.6</c:v>
                </c:pt>
                <c:pt idx="25083">
                  <c:v>24.6</c:v>
                </c:pt>
                <c:pt idx="25084">
                  <c:v>24.55</c:v>
                </c:pt>
                <c:pt idx="25085">
                  <c:v>24.5</c:v>
                </c:pt>
                <c:pt idx="25086">
                  <c:v>24.45</c:v>
                </c:pt>
                <c:pt idx="25087">
                  <c:v>24.45</c:v>
                </c:pt>
                <c:pt idx="25088">
                  <c:v>24.4</c:v>
                </c:pt>
                <c:pt idx="25089">
                  <c:v>24.35</c:v>
                </c:pt>
                <c:pt idx="25090">
                  <c:v>24.35</c:v>
                </c:pt>
                <c:pt idx="25091">
                  <c:v>24.35</c:v>
                </c:pt>
                <c:pt idx="25092">
                  <c:v>24.35</c:v>
                </c:pt>
                <c:pt idx="25093">
                  <c:v>24.35</c:v>
                </c:pt>
                <c:pt idx="25094">
                  <c:v>24.35</c:v>
                </c:pt>
                <c:pt idx="25095">
                  <c:v>24.35</c:v>
                </c:pt>
                <c:pt idx="25096">
                  <c:v>24.4</c:v>
                </c:pt>
                <c:pt idx="25097">
                  <c:v>24.4</c:v>
                </c:pt>
                <c:pt idx="25098">
                  <c:v>24.4</c:v>
                </c:pt>
                <c:pt idx="25099">
                  <c:v>24.45</c:v>
                </c:pt>
                <c:pt idx="25100">
                  <c:v>24.45</c:v>
                </c:pt>
                <c:pt idx="25101">
                  <c:v>24.45</c:v>
                </c:pt>
                <c:pt idx="25102">
                  <c:v>24.5</c:v>
                </c:pt>
                <c:pt idx="25103">
                  <c:v>24.5</c:v>
                </c:pt>
                <c:pt idx="25104">
                  <c:v>24.55</c:v>
                </c:pt>
                <c:pt idx="25105">
                  <c:v>24.55</c:v>
                </c:pt>
                <c:pt idx="25106">
                  <c:v>24.55</c:v>
                </c:pt>
                <c:pt idx="25107">
                  <c:v>24.55</c:v>
                </c:pt>
                <c:pt idx="25108">
                  <c:v>24.6</c:v>
                </c:pt>
                <c:pt idx="25109">
                  <c:v>24.6</c:v>
                </c:pt>
                <c:pt idx="25110">
                  <c:v>24.6</c:v>
                </c:pt>
                <c:pt idx="25111">
                  <c:v>24.6</c:v>
                </c:pt>
                <c:pt idx="25112">
                  <c:v>24.6</c:v>
                </c:pt>
                <c:pt idx="25113">
                  <c:v>24.6</c:v>
                </c:pt>
                <c:pt idx="25114">
                  <c:v>24.55</c:v>
                </c:pt>
                <c:pt idx="25115">
                  <c:v>24.55</c:v>
                </c:pt>
                <c:pt idx="25116">
                  <c:v>24.5</c:v>
                </c:pt>
                <c:pt idx="25117">
                  <c:v>24.45</c:v>
                </c:pt>
                <c:pt idx="25118">
                  <c:v>24.4</c:v>
                </c:pt>
                <c:pt idx="25119">
                  <c:v>24.4</c:v>
                </c:pt>
                <c:pt idx="25120">
                  <c:v>24.35</c:v>
                </c:pt>
                <c:pt idx="25121">
                  <c:v>24.35</c:v>
                </c:pt>
                <c:pt idx="25122">
                  <c:v>24.35</c:v>
                </c:pt>
                <c:pt idx="25123">
                  <c:v>24.35</c:v>
                </c:pt>
                <c:pt idx="25124">
                  <c:v>24.4</c:v>
                </c:pt>
                <c:pt idx="25125">
                  <c:v>24.4</c:v>
                </c:pt>
                <c:pt idx="25126">
                  <c:v>24.4</c:v>
                </c:pt>
                <c:pt idx="25127">
                  <c:v>24.4</c:v>
                </c:pt>
                <c:pt idx="25128">
                  <c:v>24.4</c:v>
                </c:pt>
                <c:pt idx="25129">
                  <c:v>24.45</c:v>
                </c:pt>
                <c:pt idx="25130">
                  <c:v>24.45</c:v>
                </c:pt>
                <c:pt idx="25131">
                  <c:v>24.45</c:v>
                </c:pt>
                <c:pt idx="25132">
                  <c:v>24.45</c:v>
                </c:pt>
                <c:pt idx="25133">
                  <c:v>24.5</c:v>
                </c:pt>
                <c:pt idx="25134">
                  <c:v>24.5</c:v>
                </c:pt>
                <c:pt idx="25135">
                  <c:v>24.5</c:v>
                </c:pt>
                <c:pt idx="25136">
                  <c:v>24.55</c:v>
                </c:pt>
                <c:pt idx="25137">
                  <c:v>24.55</c:v>
                </c:pt>
                <c:pt idx="25138">
                  <c:v>24.55</c:v>
                </c:pt>
                <c:pt idx="25139">
                  <c:v>24.6</c:v>
                </c:pt>
                <c:pt idx="25140">
                  <c:v>24.6</c:v>
                </c:pt>
                <c:pt idx="25141">
                  <c:v>24.6</c:v>
                </c:pt>
                <c:pt idx="25142">
                  <c:v>24.6</c:v>
                </c:pt>
                <c:pt idx="25143">
                  <c:v>24.6</c:v>
                </c:pt>
                <c:pt idx="25144">
                  <c:v>24.55</c:v>
                </c:pt>
                <c:pt idx="25145">
                  <c:v>24.5</c:v>
                </c:pt>
                <c:pt idx="25146">
                  <c:v>24.45</c:v>
                </c:pt>
                <c:pt idx="25147">
                  <c:v>24.4</c:v>
                </c:pt>
                <c:pt idx="25148">
                  <c:v>24.4</c:v>
                </c:pt>
                <c:pt idx="25149">
                  <c:v>24.35</c:v>
                </c:pt>
                <c:pt idx="25150">
                  <c:v>24.35</c:v>
                </c:pt>
                <c:pt idx="25151">
                  <c:v>24.3</c:v>
                </c:pt>
                <c:pt idx="25152">
                  <c:v>24.35</c:v>
                </c:pt>
                <c:pt idx="25153">
                  <c:v>24.35</c:v>
                </c:pt>
                <c:pt idx="25154">
                  <c:v>24.35</c:v>
                </c:pt>
                <c:pt idx="25155">
                  <c:v>24.35</c:v>
                </c:pt>
                <c:pt idx="25156">
                  <c:v>24.35</c:v>
                </c:pt>
                <c:pt idx="25157">
                  <c:v>24.35</c:v>
                </c:pt>
                <c:pt idx="25158">
                  <c:v>24.4</c:v>
                </c:pt>
                <c:pt idx="25159">
                  <c:v>24.4</c:v>
                </c:pt>
                <c:pt idx="25160">
                  <c:v>24.4</c:v>
                </c:pt>
                <c:pt idx="25161">
                  <c:v>24.45</c:v>
                </c:pt>
                <c:pt idx="25162">
                  <c:v>24.45</c:v>
                </c:pt>
                <c:pt idx="25163">
                  <c:v>24.5</c:v>
                </c:pt>
                <c:pt idx="25164">
                  <c:v>24.5</c:v>
                </c:pt>
                <c:pt idx="25165">
                  <c:v>24.55</c:v>
                </c:pt>
                <c:pt idx="25166">
                  <c:v>24.55</c:v>
                </c:pt>
                <c:pt idx="25167">
                  <c:v>24.55</c:v>
                </c:pt>
                <c:pt idx="25168">
                  <c:v>24.6</c:v>
                </c:pt>
                <c:pt idx="25169">
                  <c:v>24.6</c:v>
                </c:pt>
                <c:pt idx="25170">
                  <c:v>24.65</c:v>
                </c:pt>
                <c:pt idx="25171">
                  <c:v>24.65</c:v>
                </c:pt>
                <c:pt idx="25172">
                  <c:v>24.65</c:v>
                </c:pt>
                <c:pt idx="25173">
                  <c:v>24.6</c:v>
                </c:pt>
                <c:pt idx="25174">
                  <c:v>24.55</c:v>
                </c:pt>
                <c:pt idx="25175">
                  <c:v>24.55</c:v>
                </c:pt>
                <c:pt idx="25176">
                  <c:v>24.55</c:v>
                </c:pt>
                <c:pt idx="25177">
                  <c:v>24.5</c:v>
                </c:pt>
                <c:pt idx="25178">
                  <c:v>24.45</c:v>
                </c:pt>
                <c:pt idx="25179">
                  <c:v>24.4</c:v>
                </c:pt>
                <c:pt idx="25180">
                  <c:v>24.4</c:v>
                </c:pt>
                <c:pt idx="25181">
                  <c:v>24.35</c:v>
                </c:pt>
                <c:pt idx="25182">
                  <c:v>24.35</c:v>
                </c:pt>
                <c:pt idx="25183">
                  <c:v>24.35</c:v>
                </c:pt>
                <c:pt idx="25184">
                  <c:v>24.35</c:v>
                </c:pt>
                <c:pt idx="25185">
                  <c:v>24.35</c:v>
                </c:pt>
                <c:pt idx="25186">
                  <c:v>24.35</c:v>
                </c:pt>
                <c:pt idx="25187">
                  <c:v>24.35</c:v>
                </c:pt>
                <c:pt idx="25188">
                  <c:v>24.4</c:v>
                </c:pt>
                <c:pt idx="25189">
                  <c:v>24.4</c:v>
                </c:pt>
                <c:pt idx="25190">
                  <c:v>24.4</c:v>
                </c:pt>
                <c:pt idx="25191">
                  <c:v>24.45</c:v>
                </c:pt>
                <c:pt idx="25192">
                  <c:v>24.45</c:v>
                </c:pt>
                <c:pt idx="25193">
                  <c:v>24.5</c:v>
                </c:pt>
                <c:pt idx="25194">
                  <c:v>24.5</c:v>
                </c:pt>
                <c:pt idx="25195">
                  <c:v>24.55</c:v>
                </c:pt>
                <c:pt idx="25196">
                  <c:v>24.55</c:v>
                </c:pt>
                <c:pt idx="25197">
                  <c:v>24.6</c:v>
                </c:pt>
                <c:pt idx="25198">
                  <c:v>24.6</c:v>
                </c:pt>
                <c:pt idx="25199">
                  <c:v>24.65</c:v>
                </c:pt>
                <c:pt idx="25200">
                  <c:v>24.65</c:v>
                </c:pt>
                <c:pt idx="25201">
                  <c:v>24.65</c:v>
                </c:pt>
                <c:pt idx="25202">
                  <c:v>24.65</c:v>
                </c:pt>
                <c:pt idx="25203">
                  <c:v>24.65</c:v>
                </c:pt>
                <c:pt idx="25204">
                  <c:v>24.6</c:v>
                </c:pt>
                <c:pt idx="25205">
                  <c:v>24.55</c:v>
                </c:pt>
                <c:pt idx="25206">
                  <c:v>24.5</c:v>
                </c:pt>
                <c:pt idx="25207">
                  <c:v>24.45</c:v>
                </c:pt>
                <c:pt idx="25208">
                  <c:v>24.4</c:v>
                </c:pt>
                <c:pt idx="25209">
                  <c:v>24.35</c:v>
                </c:pt>
                <c:pt idx="25210">
                  <c:v>24.35</c:v>
                </c:pt>
                <c:pt idx="25211">
                  <c:v>24.35</c:v>
                </c:pt>
                <c:pt idx="25212">
                  <c:v>24.35</c:v>
                </c:pt>
                <c:pt idx="25213">
                  <c:v>24.35</c:v>
                </c:pt>
                <c:pt idx="25214">
                  <c:v>24.35</c:v>
                </c:pt>
                <c:pt idx="25215">
                  <c:v>24.35</c:v>
                </c:pt>
                <c:pt idx="25216">
                  <c:v>24.4</c:v>
                </c:pt>
                <c:pt idx="25217">
                  <c:v>24.4</c:v>
                </c:pt>
                <c:pt idx="25218">
                  <c:v>24.4</c:v>
                </c:pt>
                <c:pt idx="25219">
                  <c:v>24.4</c:v>
                </c:pt>
                <c:pt idx="25220">
                  <c:v>24.45</c:v>
                </c:pt>
                <c:pt idx="25221">
                  <c:v>24.45</c:v>
                </c:pt>
                <c:pt idx="25222">
                  <c:v>24.5</c:v>
                </c:pt>
                <c:pt idx="25223">
                  <c:v>24.5</c:v>
                </c:pt>
                <c:pt idx="25224">
                  <c:v>24.55</c:v>
                </c:pt>
                <c:pt idx="25225">
                  <c:v>24.55</c:v>
                </c:pt>
                <c:pt idx="25226">
                  <c:v>24.6</c:v>
                </c:pt>
                <c:pt idx="25227">
                  <c:v>24.6</c:v>
                </c:pt>
                <c:pt idx="25228">
                  <c:v>24.6</c:v>
                </c:pt>
                <c:pt idx="25229">
                  <c:v>24.6</c:v>
                </c:pt>
                <c:pt idx="25230">
                  <c:v>24.65</c:v>
                </c:pt>
                <c:pt idx="25231">
                  <c:v>24.65</c:v>
                </c:pt>
                <c:pt idx="25232">
                  <c:v>24.65</c:v>
                </c:pt>
                <c:pt idx="25233">
                  <c:v>24.6</c:v>
                </c:pt>
                <c:pt idx="25234">
                  <c:v>24.6</c:v>
                </c:pt>
                <c:pt idx="25235">
                  <c:v>24.55</c:v>
                </c:pt>
                <c:pt idx="25236">
                  <c:v>24.5</c:v>
                </c:pt>
                <c:pt idx="25237">
                  <c:v>24.45</c:v>
                </c:pt>
                <c:pt idx="25238">
                  <c:v>24.4</c:v>
                </c:pt>
                <c:pt idx="25239">
                  <c:v>24.4</c:v>
                </c:pt>
                <c:pt idx="25240">
                  <c:v>24.35</c:v>
                </c:pt>
                <c:pt idx="25241">
                  <c:v>24.35</c:v>
                </c:pt>
                <c:pt idx="25242">
                  <c:v>24.35</c:v>
                </c:pt>
                <c:pt idx="25243">
                  <c:v>24.35</c:v>
                </c:pt>
                <c:pt idx="25244">
                  <c:v>24.35</c:v>
                </c:pt>
                <c:pt idx="25245">
                  <c:v>24.35</c:v>
                </c:pt>
                <c:pt idx="25246">
                  <c:v>24.35</c:v>
                </c:pt>
                <c:pt idx="25247">
                  <c:v>24.35</c:v>
                </c:pt>
                <c:pt idx="25248">
                  <c:v>24.35</c:v>
                </c:pt>
                <c:pt idx="25249">
                  <c:v>24.4</c:v>
                </c:pt>
                <c:pt idx="25250">
                  <c:v>24.4</c:v>
                </c:pt>
                <c:pt idx="25251">
                  <c:v>24.4</c:v>
                </c:pt>
                <c:pt idx="25252">
                  <c:v>24.45</c:v>
                </c:pt>
                <c:pt idx="25253">
                  <c:v>24.5</c:v>
                </c:pt>
                <c:pt idx="25254">
                  <c:v>24.5</c:v>
                </c:pt>
                <c:pt idx="25255">
                  <c:v>24.5</c:v>
                </c:pt>
                <c:pt idx="25256">
                  <c:v>24.55</c:v>
                </c:pt>
                <c:pt idx="25257">
                  <c:v>24.6</c:v>
                </c:pt>
                <c:pt idx="25258">
                  <c:v>24.6</c:v>
                </c:pt>
                <c:pt idx="25259">
                  <c:v>24.6</c:v>
                </c:pt>
                <c:pt idx="25260">
                  <c:v>24.65</c:v>
                </c:pt>
                <c:pt idx="25261">
                  <c:v>24.65</c:v>
                </c:pt>
                <c:pt idx="25262">
                  <c:v>24.65</c:v>
                </c:pt>
                <c:pt idx="25263">
                  <c:v>24.6</c:v>
                </c:pt>
                <c:pt idx="25264">
                  <c:v>24.6</c:v>
                </c:pt>
                <c:pt idx="25265">
                  <c:v>24.55</c:v>
                </c:pt>
                <c:pt idx="25266">
                  <c:v>24.5</c:v>
                </c:pt>
                <c:pt idx="25267">
                  <c:v>24.45</c:v>
                </c:pt>
                <c:pt idx="25268">
                  <c:v>24.4</c:v>
                </c:pt>
                <c:pt idx="25269">
                  <c:v>24.4</c:v>
                </c:pt>
                <c:pt idx="25270">
                  <c:v>24.35</c:v>
                </c:pt>
                <c:pt idx="25271">
                  <c:v>24.35</c:v>
                </c:pt>
                <c:pt idx="25272">
                  <c:v>24.35</c:v>
                </c:pt>
                <c:pt idx="25273">
                  <c:v>24.35</c:v>
                </c:pt>
                <c:pt idx="25274">
                  <c:v>24.35</c:v>
                </c:pt>
                <c:pt idx="25275">
                  <c:v>24.35</c:v>
                </c:pt>
                <c:pt idx="25276">
                  <c:v>24.35</c:v>
                </c:pt>
                <c:pt idx="25277">
                  <c:v>24.35</c:v>
                </c:pt>
                <c:pt idx="25278">
                  <c:v>24.35</c:v>
                </c:pt>
                <c:pt idx="25279">
                  <c:v>24.35</c:v>
                </c:pt>
                <c:pt idx="25280">
                  <c:v>24.4</c:v>
                </c:pt>
                <c:pt idx="25281">
                  <c:v>24.4</c:v>
                </c:pt>
                <c:pt idx="25282">
                  <c:v>24.45</c:v>
                </c:pt>
                <c:pt idx="25283">
                  <c:v>24.45</c:v>
                </c:pt>
                <c:pt idx="25284">
                  <c:v>24.5</c:v>
                </c:pt>
                <c:pt idx="25285">
                  <c:v>24.5</c:v>
                </c:pt>
                <c:pt idx="25286">
                  <c:v>24.55</c:v>
                </c:pt>
                <c:pt idx="25287">
                  <c:v>24.55</c:v>
                </c:pt>
                <c:pt idx="25288">
                  <c:v>24.6</c:v>
                </c:pt>
                <c:pt idx="25289">
                  <c:v>24.6</c:v>
                </c:pt>
                <c:pt idx="25290">
                  <c:v>24.6</c:v>
                </c:pt>
                <c:pt idx="25291">
                  <c:v>24.6</c:v>
                </c:pt>
                <c:pt idx="25292">
                  <c:v>24.6</c:v>
                </c:pt>
                <c:pt idx="25293">
                  <c:v>24.6</c:v>
                </c:pt>
                <c:pt idx="25294">
                  <c:v>24.55</c:v>
                </c:pt>
                <c:pt idx="25295">
                  <c:v>24.5</c:v>
                </c:pt>
                <c:pt idx="25296">
                  <c:v>24.5</c:v>
                </c:pt>
                <c:pt idx="25297">
                  <c:v>24.45</c:v>
                </c:pt>
                <c:pt idx="25298">
                  <c:v>24.4</c:v>
                </c:pt>
                <c:pt idx="25299">
                  <c:v>24.35</c:v>
                </c:pt>
                <c:pt idx="25300">
                  <c:v>24.35</c:v>
                </c:pt>
                <c:pt idx="25301">
                  <c:v>24.35</c:v>
                </c:pt>
                <c:pt idx="25302">
                  <c:v>24.3</c:v>
                </c:pt>
                <c:pt idx="25303">
                  <c:v>24.3</c:v>
                </c:pt>
                <c:pt idx="25304">
                  <c:v>24.3</c:v>
                </c:pt>
                <c:pt idx="25305">
                  <c:v>24.3</c:v>
                </c:pt>
                <c:pt idx="25306">
                  <c:v>24.35</c:v>
                </c:pt>
                <c:pt idx="25307">
                  <c:v>24.35</c:v>
                </c:pt>
                <c:pt idx="25308">
                  <c:v>24.35</c:v>
                </c:pt>
                <c:pt idx="25309">
                  <c:v>24.4</c:v>
                </c:pt>
                <c:pt idx="25310">
                  <c:v>24.4</c:v>
                </c:pt>
                <c:pt idx="25311">
                  <c:v>24.45</c:v>
                </c:pt>
                <c:pt idx="25312">
                  <c:v>24.45</c:v>
                </c:pt>
                <c:pt idx="25313">
                  <c:v>24.45</c:v>
                </c:pt>
                <c:pt idx="25314">
                  <c:v>24.5</c:v>
                </c:pt>
                <c:pt idx="25315">
                  <c:v>24.55</c:v>
                </c:pt>
                <c:pt idx="25316">
                  <c:v>24.55</c:v>
                </c:pt>
                <c:pt idx="25317">
                  <c:v>24.55</c:v>
                </c:pt>
                <c:pt idx="25318">
                  <c:v>24.6</c:v>
                </c:pt>
                <c:pt idx="25319">
                  <c:v>24.6</c:v>
                </c:pt>
                <c:pt idx="25320">
                  <c:v>24.6</c:v>
                </c:pt>
                <c:pt idx="25321">
                  <c:v>24.65</c:v>
                </c:pt>
                <c:pt idx="25322">
                  <c:v>24.65</c:v>
                </c:pt>
                <c:pt idx="25323">
                  <c:v>24.6</c:v>
                </c:pt>
                <c:pt idx="25324">
                  <c:v>24.6</c:v>
                </c:pt>
                <c:pt idx="25325">
                  <c:v>24.55</c:v>
                </c:pt>
                <c:pt idx="25326">
                  <c:v>24.5</c:v>
                </c:pt>
                <c:pt idx="25327">
                  <c:v>24.45</c:v>
                </c:pt>
                <c:pt idx="25328">
                  <c:v>24.4</c:v>
                </c:pt>
                <c:pt idx="25329">
                  <c:v>24.35</c:v>
                </c:pt>
                <c:pt idx="25330">
                  <c:v>24.35</c:v>
                </c:pt>
                <c:pt idx="25331">
                  <c:v>24.35</c:v>
                </c:pt>
                <c:pt idx="25332">
                  <c:v>24.35</c:v>
                </c:pt>
                <c:pt idx="25333">
                  <c:v>24.35</c:v>
                </c:pt>
                <c:pt idx="25334">
                  <c:v>24.35</c:v>
                </c:pt>
                <c:pt idx="25335">
                  <c:v>24.35</c:v>
                </c:pt>
                <c:pt idx="25336">
                  <c:v>24.4</c:v>
                </c:pt>
                <c:pt idx="25337">
                  <c:v>24.35</c:v>
                </c:pt>
                <c:pt idx="25338">
                  <c:v>24.4</c:v>
                </c:pt>
                <c:pt idx="25339">
                  <c:v>24.4</c:v>
                </c:pt>
                <c:pt idx="25340">
                  <c:v>24.4</c:v>
                </c:pt>
                <c:pt idx="25341">
                  <c:v>24.45</c:v>
                </c:pt>
                <c:pt idx="25342">
                  <c:v>24.45</c:v>
                </c:pt>
                <c:pt idx="25343">
                  <c:v>24.5</c:v>
                </c:pt>
                <c:pt idx="25344">
                  <c:v>24.5</c:v>
                </c:pt>
                <c:pt idx="25345">
                  <c:v>24.5</c:v>
                </c:pt>
                <c:pt idx="25346">
                  <c:v>24.5</c:v>
                </c:pt>
                <c:pt idx="25347">
                  <c:v>24.55</c:v>
                </c:pt>
                <c:pt idx="25348">
                  <c:v>24.6</c:v>
                </c:pt>
                <c:pt idx="25349">
                  <c:v>24.6</c:v>
                </c:pt>
                <c:pt idx="25350">
                  <c:v>24.65</c:v>
                </c:pt>
                <c:pt idx="25351">
                  <c:v>24.65</c:v>
                </c:pt>
                <c:pt idx="25352">
                  <c:v>24.65</c:v>
                </c:pt>
                <c:pt idx="25353">
                  <c:v>24.65</c:v>
                </c:pt>
                <c:pt idx="25354">
                  <c:v>24.6</c:v>
                </c:pt>
                <c:pt idx="25355">
                  <c:v>24.55</c:v>
                </c:pt>
                <c:pt idx="25356">
                  <c:v>24.5</c:v>
                </c:pt>
                <c:pt idx="25357">
                  <c:v>24.5</c:v>
                </c:pt>
                <c:pt idx="25358">
                  <c:v>24.45</c:v>
                </c:pt>
                <c:pt idx="25359">
                  <c:v>24.45</c:v>
                </c:pt>
                <c:pt idx="25360">
                  <c:v>24.4</c:v>
                </c:pt>
                <c:pt idx="25361">
                  <c:v>24.4</c:v>
                </c:pt>
                <c:pt idx="25362">
                  <c:v>24.35</c:v>
                </c:pt>
                <c:pt idx="25363">
                  <c:v>24.35</c:v>
                </c:pt>
                <c:pt idx="25364">
                  <c:v>24.4</c:v>
                </c:pt>
                <c:pt idx="25365">
                  <c:v>24.4</c:v>
                </c:pt>
                <c:pt idx="25366">
                  <c:v>24.4</c:v>
                </c:pt>
                <c:pt idx="25367">
                  <c:v>24.4</c:v>
                </c:pt>
                <c:pt idx="25368">
                  <c:v>24.4</c:v>
                </c:pt>
                <c:pt idx="25369">
                  <c:v>24.4</c:v>
                </c:pt>
                <c:pt idx="25370">
                  <c:v>24.45</c:v>
                </c:pt>
                <c:pt idx="25371">
                  <c:v>24.45</c:v>
                </c:pt>
                <c:pt idx="25372">
                  <c:v>24.45</c:v>
                </c:pt>
                <c:pt idx="25373">
                  <c:v>24.5</c:v>
                </c:pt>
                <c:pt idx="25374">
                  <c:v>24.5</c:v>
                </c:pt>
                <c:pt idx="25375">
                  <c:v>24.5</c:v>
                </c:pt>
                <c:pt idx="25376">
                  <c:v>24.55</c:v>
                </c:pt>
                <c:pt idx="25377">
                  <c:v>24.55</c:v>
                </c:pt>
                <c:pt idx="25378">
                  <c:v>24.6</c:v>
                </c:pt>
                <c:pt idx="25379">
                  <c:v>24.6</c:v>
                </c:pt>
                <c:pt idx="25380">
                  <c:v>24.6</c:v>
                </c:pt>
                <c:pt idx="25381">
                  <c:v>24.65</c:v>
                </c:pt>
                <c:pt idx="25382">
                  <c:v>24.65</c:v>
                </c:pt>
                <c:pt idx="25383">
                  <c:v>24.6</c:v>
                </c:pt>
                <c:pt idx="25384">
                  <c:v>24.55</c:v>
                </c:pt>
                <c:pt idx="25385">
                  <c:v>24.55</c:v>
                </c:pt>
                <c:pt idx="25386">
                  <c:v>24.5</c:v>
                </c:pt>
                <c:pt idx="25387">
                  <c:v>24.45</c:v>
                </c:pt>
                <c:pt idx="25388">
                  <c:v>24.4</c:v>
                </c:pt>
                <c:pt idx="25389">
                  <c:v>24.4</c:v>
                </c:pt>
                <c:pt idx="25390">
                  <c:v>24.35</c:v>
                </c:pt>
                <c:pt idx="25391">
                  <c:v>24.4</c:v>
                </c:pt>
                <c:pt idx="25392">
                  <c:v>24.35</c:v>
                </c:pt>
                <c:pt idx="25393">
                  <c:v>24.35</c:v>
                </c:pt>
                <c:pt idx="25394">
                  <c:v>24.35</c:v>
                </c:pt>
                <c:pt idx="25395">
                  <c:v>24.4</c:v>
                </c:pt>
                <c:pt idx="25396">
                  <c:v>24.4</c:v>
                </c:pt>
                <c:pt idx="25397">
                  <c:v>24.4</c:v>
                </c:pt>
                <c:pt idx="25398">
                  <c:v>24.4</c:v>
                </c:pt>
                <c:pt idx="25399">
                  <c:v>24.4</c:v>
                </c:pt>
                <c:pt idx="25400">
                  <c:v>24.4</c:v>
                </c:pt>
                <c:pt idx="25401">
                  <c:v>24.45</c:v>
                </c:pt>
                <c:pt idx="25402">
                  <c:v>24.45</c:v>
                </c:pt>
                <c:pt idx="25403">
                  <c:v>24.5</c:v>
                </c:pt>
                <c:pt idx="25404">
                  <c:v>24.5</c:v>
                </c:pt>
                <c:pt idx="25405">
                  <c:v>24.5</c:v>
                </c:pt>
                <c:pt idx="25406">
                  <c:v>24.55</c:v>
                </c:pt>
                <c:pt idx="25407">
                  <c:v>24.55</c:v>
                </c:pt>
                <c:pt idx="25408">
                  <c:v>24.6</c:v>
                </c:pt>
                <c:pt idx="25409">
                  <c:v>24.6</c:v>
                </c:pt>
                <c:pt idx="25410">
                  <c:v>24.6</c:v>
                </c:pt>
                <c:pt idx="25411">
                  <c:v>24.65</c:v>
                </c:pt>
                <c:pt idx="25412">
                  <c:v>24.6</c:v>
                </c:pt>
                <c:pt idx="25413">
                  <c:v>24.6</c:v>
                </c:pt>
                <c:pt idx="25414">
                  <c:v>24.55</c:v>
                </c:pt>
                <c:pt idx="25415">
                  <c:v>24.55</c:v>
                </c:pt>
                <c:pt idx="25416">
                  <c:v>24.45</c:v>
                </c:pt>
                <c:pt idx="25417">
                  <c:v>24.45</c:v>
                </c:pt>
                <c:pt idx="25418">
                  <c:v>24.4</c:v>
                </c:pt>
                <c:pt idx="25419">
                  <c:v>24.4</c:v>
                </c:pt>
                <c:pt idx="25420">
                  <c:v>24.4</c:v>
                </c:pt>
                <c:pt idx="25421">
                  <c:v>24.4</c:v>
                </c:pt>
                <c:pt idx="25422">
                  <c:v>24.4</c:v>
                </c:pt>
                <c:pt idx="25423">
                  <c:v>24.4</c:v>
                </c:pt>
                <c:pt idx="25424">
                  <c:v>24.4</c:v>
                </c:pt>
                <c:pt idx="25425">
                  <c:v>24.4</c:v>
                </c:pt>
                <c:pt idx="25426">
                  <c:v>24.4</c:v>
                </c:pt>
                <c:pt idx="25427">
                  <c:v>24.4</c:v>
                </c:pt>
                <c:pt idx="25428">
                  <c:v>24.45</c:v>
                </c:pt>
                <c:pt idx="25429">
                  <c:v>24.45</c:v>
                </c:pt>
                <c:pt idx="25430">
                  <c:v>24.45</c:v>
                </c:pt>
                <c:pt idx="25431">
                  <c:v>24.45</c:v>
                </c:pt>
                <c:pt idx="25432">
                  <c:v>24.5</c:v>
                </c:pt>
                <c:pt idx="25433">
                  <c:v>24.5</c:v>
                </c:pt>
                <c:pt idx="25434">
                  <c:v>24.55</c:v>
                </c:pt>
                <c:pt idx="25435">
                  <c:v>24.55</c:v>
                </c:pt>
                <c:pt idx="25436">
                  <c:v>24.55</c:v>
                </c:pt>
                <c:pt idx="25437">
                  <c:v>24.6</c:v>
                </c:pt>
                <c:pt idx="25438">
                  <c:v>24.6</c:v>
                </c:pt>
                <c:pt idx="25439">
                  <c:v>24.6</c:v>
                </c:pt>
                <c:pt idx="25440">
                  <c:v>24.65</c:v>
                </c:pt>
                <c:pt idx="25441">
                  <c:v>24.65</c:v>
                </c:pt>
                <c:pt idx="25442">
                  <c:v>24.65</c:v>
                </c:pt>
                <c:pt idx="25443">
                  <c:v>24.6</c:v>
                </c:pt>
                <c:pt idx="25444">
                  <c:v>24.6</c:v>
                </c:pt>
                <c:pt idx="25445">
                  <c:v>24.55</c:v>
                </c:pt>
                <c:pt idx="25446">
                  <c:v>24.5</c:v>
                </c:pt>
                <c:pt idx="25447">
                  <c:v>24.45</c:v>
                </c:pt>
                <c:pt idx="25448">
                  <c:v>24.45</c:v>
                </c:pt>
                <c:pt idx="25449">
                  <c:v>24.4</c:v>
                </c:pt>
                <c:pt idx="25450">
                  <c:v>24.4</c:v>
                </c:pt>
                <c:pt idx="25451">
                  <c:v>24.4</c:v>
                </c:pt>
                <c:pt idx="25452">
                  <c:v>24.4</c:v>
                </c:pt>
                <c:pt idx="25453">
                  <c:v>24.4</c:v>
                </c:pt>
                <c:pt idx="25454">
                  <c:v>24.4</c:v>
                </c:pt>
                <c:pt idx="25455">
                  <c:v>24.4</c:v>
                </c:pt>
                <c:pt idx="25456">
                  <c:v>24.4</c:v>
                </c:pt>
                <c:pt idx="25457">
                  <c:v>24.45</c:v>
                </c:pt>
                <c:pt idx="25458">
                  <c:v>24.45</c:v>
                </c:pt>
                <c:pt idx="25459">
                  <c:v>24.45</c:v>
                </c:pt>
                <c:pt idx="25460">
                  <c:v>24.5</c:v>
                </c:pt>
                <c:pt idx="25461">
                  <c:v>24.5</c:v>
                </c:pt>
                <c:pt idx="25462">
                  <c:v>24.5</c:v>
                </c:pt>
                <c:pt idx="25463">
                  <c:v>24.55</c:v>
                </c:pt>
                <c:pt idx="25464">
                  <c:v>24.55</c:v>
                </c:pt>
                <c:pt idx="25465">
                  <c:v>24.55</c:v>
                </c:pt>
                <c:pt idx="25466">
                  <c:v>24.6</c:v>
                </c:pt>
                <c:pt idx="25467">
                  <c:v>24.6</c:v>
                </c:pt>
                <c:pt idx="25468">
                  <c:v>24.65</c:v>
                </c:pt>
                <c:pt idx="25469">
                  <c:v>24.65</c:v>
                </c:pt>
                <c:pt idx="25470">
                  <c:v>24.65</c:v>
                </c:pt>
                <c:pt idx="25471">
                  <c:v>24.7</c:v>
                </c:pt>
                <c:pt idx="25472">
                  <c:v>24.65</c:v>
                </c:pt>
                <c:pt idx="25473">
                  <c:v>24.65</c:v>
                </c:pt>
                <c:pt idx="25474">
                  <c:v>24.6</c:v>
                </c:pt>
                <c:pt idx="25475">
                  <c:v>24.6</c:v>
                </c:pt>
                <c:pt idx="25476">
                  <c:v>24.55</c:v>
                </c:pt>
                <c:pt idx="25477">
                  <c:v>24.5</c:v>
                </c:pt>
                <c:pt idx="25478">
                  <c:v>24.45</c:v>
                </c:pt>
                <c:pt idx="25479">
                  <c:v>24.45</c:v>
                </c:pt>
                <c:pt idx="25480">
                  <c:v>24.4</c:v>
                </c:pt>
                <c:pt idx="25481">
                  <c:v>24.4</c:v>
                </c:pt>
                <c:pt idx="25482">
                  <c:v>24.4</c:v>
                </c:pt>
                <c:pt idx="25483">
                  <c:v>24.4</c:v>
                </c:pt>
                <c:pt idx="25484">
                  <c:v>24.4</c:v>
                </c:pt>
                <c:pt idx="25485">
                  <c:v>24.35</c:v>
                </c:pt>
                <c:pt idx="25486">
                  <c:v>24.4</c:v>
                </c:pt>
                <c:pt idx="25487">
                  <c:v>24.4</c:v>
                </c:pt>
                <c:pt idx="25488">
                  <c:v>24.4</c:v>
                </c:pt>
                <c:pt idx="25489">
                  <c:v>24.4</c:v>
                </c:pt>
                <c:pt idx="25490">
                  <c:v>24.45</c:v>
                </c:pt>
                <c:pt idx="25491">
                  <c:v>24.45</c:v>
                </c:pt>
                <c:pt idx="25492">
                  <c:v>24.5</c:v>
                </c:pt>
                <c:pt idx="25493">
                  <c:v>24.5</c:v>
                </c:pt>
                <c:pt idx="25494">
                  <c:v>24.5</c:v>
                </c:pt>
                <c:pt idx="25495">
                  <c:v>24.55</c:v>
                </c:pt>
                <c:pt idx="25496">
                  <c:v>24.55</c:v>
                </c:pt>
                <c:pt idx="25497">
                  <c:v>24.6</c:v>
                </c:pt>
                <c:pt idx="25498">
                  <c:v>24.6</c:v>
                </c:pt>
                <c:pt idx="25499">
                  <c:v>24.6</c:v>
                </c:pt>
                <c:pt idx="25500">
                  <c:v>24.65</c:v>
                </c:pt>
                <c:pt idx="25501">
                  <c:v>24.65</c:v>
                </c:pt>
                <c:pt idx="25502">
                  <c:v>24.6</c:v>
                </c:pt>
                <c:pt idx="25503">
                  <c:v>24.6</c:v>
                </c:pt>
                <c:pt idx="25504">
                  <c:v>24.55</c:v>
                </c:pt>
                <c:pt idx="25505">
                  <c:v>24.55</c:v>
                </c:pt>
                <c:pt idx="25506">
                  <c:v>24.5</c:v>
                </c:pt>
                <c:pt idx="25507">
                  <c:v>24.45</c:v>
                </c:pt>
                <c:pt idx="25508">
                  <c:v>24.45</c:v>
                </c:pt>
                <c:pt idx="25509">
                  <c:v>24.4</c:v>
                </c:pt>
                <c:pt idx="25510">
                  <c:v>24.4</c:v>
                </c:pt>
                <c:pt idx="25511">
                  <c:v>24.4</c:v>
                </c:pt>
                <c:pt idx="25512">
                  <c:v>24.4</c:v>
                </c:pt>
                <c:pt idx="25513">
                  <c:v>24.4</c:v>
                </c:pt>
                <c:pt idx="25514">
                  <c:v>24.4</c:v>
                </c:pt>
                <c:pt idx="25515">
                  <c:v>24.4</c:v>
                </c:pt>
                <c:pt idx="25516">
                  <c:v>24.4</c:v>
                </c:pt>
                <c:pt idx="25517">
                  <c:v>24.4</c:v>
                </c:pt>
                <c:pt idx="25518">
                  <c:v>24.45</c:v>
                </c:pt>
                <c:pt idx="25519">
                  <c:v>24.45</c:v>
                </c:pt>
                <c:pt idx="25520">
                  <c:v>24.45</c:v>
                </c:pt>
                <c:pt idx="25521">
                  <c:v>24.5</c:v>
                </c:pt>
                <c:pt idx="25522">
                  <c:v>24.5</c:v>
                </c:pt>
                <c:pt idx="25523">
                  <c:v>24.5</c:v>
                </c:pt>
                <c:pt idx="25524">
                  <c:v>24.55</c:v>
                </c:pt>
                <c:pt idx="25525">
                  <c:v>24.55</c:v>
                </c:pt>
                <c:pt idx="25526">
                  <c:v>24.55</c:v>
                </c:pt>
                <c:pt idx="25527">
                  <c:v>24.6</c:v>
                </c:pt>
                <c:pt idx="25528">
                  <c:v>24.6</c:v>
                </c:pt>
                <c:pt idx="25529">
                  <c:v>24.6</c:v>
                </c:pt>
                <c:pt idx="25530">
                  <c:v>24.6</c:v>
                </c:pt>
                <c:pt idx="25531">
                  <c:v>24.65</c:v>
                </c:pt>
                <c:pt idx="25532">
                  <c:v>24.6</c:v>
                </c:pt>
                <c:pt idx="25533">
                  <c:v>24.6</c:v>
                </c:pt>
                <c:pt idx="25534">
                  <c:v>24.55</c:v>
                </c:pt>
                <c:pt idx="25535">
                  <c:v>24.5</c:v>
                </c:pt>
                <c:pt idx="25536">
                  <c:v>24.45</c:v>
                </c:pt>
                <c:pt idx="25537">
                  <c:v>24.45</c:v>
                </c:pt>
                <c:pt idx="25538">
                  <c:v>24.4</c:v>
                </c:pt>
                <c:pt idx="25539">
                  <c:v>24.35</c:v>
                </c:pt>
                <c:pt idx="25540">
                  <c:v>24.4</c:v>
                </c:pt>
                <c:pt idx="25541">
                  <c:v>24.35</c:v>
                </c:pt>
                <c:pt idx="25542">
                  <c:v>24.35</c:v>
                </c:pt>
                <c:pt idx="25543">
                  <c:v>24.4</c:v>
                </c:pt>
                <c:pt idx="25544">
                  <c:v>24.4</c:v>
                </c:pt>
                <c:pt idx="25545">
                  <c:v>24.4</c:v>
                </c:pt>
                <c:pt idx="25546">
                  <c:v>24.4</c:v>
                </c:pt>
                <c:pt idx="25547">
                  <c:v>24.4</c:v>
                </c:pt>
                <c:pt idx="25548">
                  <c:v>24.45</c:v>
                </c:pt>
                <c:pt idx="25549">
                  <c:v>24.45</c:v>
                </c:pt>
                <c:pt idx="25550">
                  <c:v>24.45</c:v>
                </c:pt>
                <c:pt idx="25551">
                  <c:v>24.5</c:v>
                </c:pt>
                <c:pt idx="25552">
                  <c:v>24.5</c:v>
                </c:pt>
                <c:pt idx="25553">
                  <c:v>24.5</c:v>
                </c:pt>
                <c:pt idx="25554">
                  <c:v>24.55</c:v>
                </c:pt>
                <c:pt idx="25555">
                  <c:v>24.55</c:v>
                </c:pt>
                <c:pt idx="25556">
                  <c:v>24.6</c:v>
                </c:pt>
                <c:pt idx="25557">
                  <c:v>24.6</c:v>
                </c:pt>
                <c:pt idx="25558">
                  <c:v>24.6</c:v>
                </c:pt>
                <c:pt idx="25559">
                  <c:v>24.6</c:v>
                </c:pt>
                <c:pt idx="25560">
                  <c:v>24.65</c:v>
                </c:pt>
                <c:pt idx="25561">
                  <c:v>24.65</c:v>
                </c:pt>
                <c:pt idx="25562">
                  <c:v>24.6</c:v>
                </c:pt>
                <c:pt idx="25563">
                  <c:v>24.6</c:v>
                </c:pt>
                <c:pt idx="25564">
                  <c:v>24.55</c:v>
                </c:pt>
                <c:pt idx="25565">
                  <c:v>24.55</c:v>
                </c:pt>
                <c:pt idx="25566">
                  <c:v>24.5</c:v>
                </c:pt>
                <c:pt idx="25567">
                  <c:v>24.45</c:v>
                </c:pt>
                <c:pt idx="25568">
                  <c:v>24.45</c:v>
                </c:pt>
                <c:pt idx="25569">
                  <c:v>24.4</c:v>
                </c:pt>
                <c:pt idx="25570">
                  <c:v>24.4</c:v>
                </c:pt>
                <c:pt idx="25571">
                  <c:v>24.4</c:v>
                </c:pt>
                <c:pt idx="25572">
                  <c:v>24.35</c:v>
                </c:pt>
                <c:pt idx="25573">
                  <c:v>24.35</c:v>
                </c:pt>
                <c:pt idx="25574">
                  <c:v>24.35</c:v>
                </c:pt>
                <c:pt idx="25575">
                  <c:v>24.4</c:v>
                </c:pt>
                <c:pt idx="25576">
                  <c:v>24.4</c:v>
                </c:pt>
                <c:pt idx="25577">
                  <c:v>24.4</c:v>
                </c:pt>
                <c:pt idx="25578">
                  <c:v>24.45</c:v>
                </c:pt>
                <c:pt idx="25579">
                  <c:v>24.45</c:v>
                </c:pt>
                <c:pt idx="25580">
                  <c:v>24.45</c:v>
                </c:pt>
                <c:pt idx="25581">
                  <c:v>24.5</c:v>
                </c:pt>
                <c:pt idx="25582">
                  <c:v>24.5</c:v>
                </c:pt>
                <c:pt idx="25583">
                  <c:v>24.55</c:v>
                </c:pt>
                <c:pt idx="25584">
                  <c:v>24.55</c:v>
                </c:pt>
                <c:pt idx="25585">
                  <c:v>24.55</c:v>
                </c:pt>
                <c:pt idx="25586">
                  <c:v>24.6</c:v>
                </c:pt>
                <c:pt idx="25587">
                  <c:v>24.6</c:v>
                </c:pt>
                <c:pt idx="25588">
                  <c:v>24.65</c:v>
                </c:pt>
                <c:pt idx="25589">
                  <c:v>24.65</c:v>
                </c:pt>
                <c:pt idx="25590">
                  <c:v>24.65</c:v>
                </c:pt>
                <c:pt idx="25591">
                  <c:v>24.7</c:v>
                </c:pt>
                <c:pt idx="25592">
                  <c:v>24.65</c:v>
                </c:pt>
                <c:pt idx="25593">
                  <c:v>24.65</c:v>
                </c:pt>
                <c:pt idx="25594">
                  <c:v>24.6</c:v>
                </c:pt>
                <c:pt idx="25595">
                  <c:v>24.55</c:v>
                </c:pt>
                <c:pt idx="25596">
                  <c:v>24.5</c:v>
                </c:pt>
                <c:pt idx="25597">
                  <c:v>24.5</c:v>
                </c:pt>
                <c:pt idx="25598">
                  <c:v>24.45</c:v>
                </c:pt>
                <c:pt idx="25599">
                  <c:v>24.45</c:v>
                </c:pt>
                <c:pt idx="25600">
                  <c:v>24.45</c:v>
                </c:pt>
                <c:pt idx="25601">
                  <c:v>24.4</c:v>
                </c:pt>
                <c:pt idx="25602">
                  <c:v>24.4</c:v>
                </c:pt>
                <c:pt idx="25603">
                  <c:v>24.4</c:v>
                </c:pt>
                <c:pt idx="25604">
                  <c:v>24.4</c:v>
                </c:pt>
                <c:pt idx="25605">
                  <c:v>24.4</c:v>
                </c:pt>
                <c:pt idx="25606">
                  <c:v>24.4</c:v>
                </c:pt>
                <c:pt idx="25607">
                  <c:v>24.4</c:v>
                </c:pt>
                <c:pt idx="25608">
                  <c:v>24.4</c:v>
                </c:pt>
                <c:pt idx="25609">
                  <c:v>24.4</c:v>
                </c:pt>
                <c:pt idx="25610">
                  <c:v>24.45</c:v>
                </c:pt>
                <c:pt idx="25611">
                  <c:v>24.45</c:v>
                </c:pt>
                <c:pt idx="25612">
                  <c:v>24.45</c:v>
                </c:pt>
                <c:pt idx="25613">
                  <c:v>24.5</c:v>
                </c:pt>
                <c:pt idx="25614">
                  <c:v>24.5</c:v>
                </c:pt>
                <c:pt idx="25615">
                  <c:v>24.55</c:v>
                </c:pt>
                <c:pt idx="25616">
                  <c:v>24.55</c:v>
                </c:pt>
                <c:pt idx="25617">
                  <c:v>24.6</c:v>
                </c:pt>
                <c:pt idx="25618">
                  <c:v>24.6</c:v>
                </c:pt>
                <c:pt idx="25619">
                  <c:v>24.65</c:v>
                </c:pt>
                <c:pt idx="25620">
                  <c:v>24.65</c:v>
                </c:pt>
                <c:pt idx="25621">
                  <c:v>24.65</c:v>
                </c:pt>
                <c:pt idx="25622">
                  <c:v>24.65</c:v>
                </c:pt>
                <c:pt idx="25623">
                  <c:v>24.65</c:v>
                </c:pt>
                <c:pt idx="25624">
                  <c:v>24.6</c:v>
                </c:pt>
                <c:pt idx="25625">
                  <c:v>24.55</c:v>
                </c:pt>
                <c:pt idx="25626">
                  <c:v>24.55</c:v>
                </c:pt>
                <c:pt idx="25627">
                  <c:v>24.5</c:v>
                </c:pt>
                <c:pt idx="25628">
                  <c:v>24.45</c:v>
                </c:pt>
                <c:pt idx="25629">
                  <c:v>24.45</c:v>
                </c:pt>
                <c:pt idx="25630">
                  <c:v>24.4</c:v>
                </c:pt>
                <c:pt idx="25631">
                  <c:v>24.4</c:v>
                </c:pt>
                <c:pt idx="25632">
                  <c:v>24.4</c:v>
                </c:pt>
                <c:pt idx="25633">
                  <c:v>24.4</c:v>
                </c:pt>
                <c:pt idx="25634">
                  <c:v>24.35</c:v>
                </c:pt>
                <c:pt idx="25635">
                  <c:v>24.4</c:v>
                </c:pt>
                <c:pt idx="25636">
                  <c:v>24.4</c:v>
                </c:pt>
                <c:pt idx="25637">
                  <c:v>24.4</c:v>
                </c:pt>
                <c:pt idx="25638">
                  <c:v>24.4</c:v>
                </c:pt>
                <c:pt idx="25639">
                  <c:v>24.4</c:v>
                </c:pt>
                <c:pt idx="25640">
                  <c:v>24.45</c:v>
                </c:pt>
                <c:pt idx="25641">
                  <c:v>24.45</c:v>
                </c:pt>
                <c:pt idx="25642">
                  <c:v>24.5</c:v>
                </c:pt>
                <c:pt idx="25643">
                  <c:v>24.5</c:v>
                </c:pt>
                <c:pt idx="25644">
                  <c:v>24.55</c:v>
                </c:pt>
                <c:pt idx="25645">
                  <c:v>24.55</c:v>
                </c:pt>
                <c:pt idx="25646">
                  <c:v>24.6</c:v>
                </c:pt>
                <c:pt idx="25647">
                  <c:v>24.6</c:v>
                </c:pt>
                <c:pt idx="25648">
                  <c:v>24.6</c:v>
                </c:pt>
                <c:pt idx="25649">
                  <c:v>24.65</c:v>
                </c:pt>
                <c:pt idx="25650">
                  <c:v>24.65</c:v>
                </c:pt>
                <c:pt idx="25651">
                  <c:v>24.65</c:v>
                </c:pt>
                <c:pt idx="25652">
                  <c:v>24.65</c:v>
                </c:pt>
                <c:pt idx="25653">
                  <c:v>24.65</c:v>
                </c:pt>
                <c:pt idx="25654">
                  <c:v>24.6</c:v>
                </c:pt>
                <c:pt idx="25655">
                  <c:v>24.55</c:v>
                </c:pt>
                <c:pt idx="25656">
                  <c:v>24.55</c:v>
                </c:pt>
                <c:pt idx="25657">
                  <c:v>24.5</c:v>
                </c:pt>
                <c:pt idx="25658">
                  <c:v>24.45</c:v>
                </c:pt>
                <c:pt idx="25659">
                  <c:v>24.4</c:v>
                </c:pt>
                <c:pt idx="25660">
                  <c:v>24.4</c:v>
                </c:pt>
                <c:pt idx="25661">
                  <c:v>24.35</c:v>
                </c:pt>
                <c:pt idx="25662">
                  <c:v>24.35</c:v>
                </c:pt>
                <c:pt idx="25663">
                  <c:v>24.35</c:v>
                </c:pt>
                <c:pt idx="25664">
                  <c:v>24.35</c:v>
                </c:pt>
                <c:pt idx="25665">
                  <c:v>24.35</c:v>
                </c:pt>
                <c:pt idx="25666">
                  <c:v>24.35</c:v>
                </c:pt>
                <c:pt idx="25667">
                  <c:v>24.4</c:v>
                </c:pt>
                <c:pt idx="25668">
                  <c:v>24.4</c:v>
                </c:pt>
                <c:pt idx="25669">
                  <c:v>24.4</c:v>
                </c:pt>
                <c:pt idx="25670">
                  <c:v>24.45</c:v>
                </c:pt>
                <c:pt idx="25671">
                  <c:v>24.45</c:v>
                </c:pt>
                <c:pt idx="25672">
                  <c:v>24.45</c:v>
                </c:pt>
                <c:pt idx="25673">
                  <c:v>24.5</c:v>
                </c:pt>
                <c:pt idx="25674">
                  <c:v>24.5</c:v>
                </c:pt>
                <c:pt idx="25675">
                  <c:v>24.55</c:v>
                </c:pt>
                <c:pt idx="25676">
                  <c:v>24.55</c:v>
                </c:pt>
                <c:pt idx="25677">
                  <c:v>24.6</c:v>
                </c:pt>
                <c:pt idx="25678">
                  <c:v>24.6</c:v>
                </c:pt>
                <c:pt idx="25679">
                  <c:v>24.65</c:v>
                </c:pt>
                <c:pt idx="25680">
                  <c:v>24.65</c:v>
                </c:pt>
                <c:pt idx="25681">
                  <c:v>24.65</c:v>
                </c:pt>
                <c:pt idx="25682">
                  <c:v>24.65</c:v>
                </c:pt>
                <c:pt idx="25683">
                  <c:v>24.6</c:v>
                </c:pt>
                <c:pt idx="25684">
                  <c:v>24.6</c:v>
                </c:pt>
                <c:pt idx="25685">
                  <c:v>24.55</c:v>
                </c:pt>
                <c:pt idx="25686">
                  <c:v>24.5</c:v>
                </c:pt>
                <c:pt idx="25687">
                  <c:v>24.45</c:v>
                </c:pt>
                <c:pt idx="25688">
                  <c:v>24.4</c:v>
                </c:pt>
                <c:pt idx="25689">
                  <c:v>24.4</c:v>
                </c:pt>
                <c:pt idx="25690">
                  <c:v>24.35</c:v>
                </c:pt>
                <c:pt idx="25691">
                  <c:v>24.35</c:v>
                </c:pt>
                <c:pt idx="25692">
                  <c:v>24.35</c:v>
                </c:pt>
                <c:pt idx="25693">
                  <c:v>24.35</c:v>
                </c:pt>
                <c:pt idx="25694">
                  <c:v>24.35</c:v>
                </c:pt>
                <c:pt idx="25695">
                  <c:v>24.35</c:v>
                </c:pt>
                <c:pt idx="25696">
                  <c:v>24.35</c:v>
                </c:pt>
                <c:pt idx="25697">
                  <c:v>24.4</c:v>
                </c:pt>
                <c:pt idx="25698">
                  <c:v>24.4</c:v>
                </c:pt>
                <c:pt idx="25699">
                  <c:v>24.45</c:v>
                </c:pt>
                <c:pt idx="25700">
                  <c:v>24.45</c:v>
                </c:pt>
                <c:pt idx="25701">
                  <c:v>24.45</c:v>
                </c:pt>
                <c:pt idx="25702">
                  <c:v>24.5</c:v>
                </c:pt>
                <c:pt idx="25703">
                  <c:v>24.5</c:v>
                </c:pt>
                <c:pt idx="25704">
                  <c:v>24.5</c:v>
                </c:pt>
                <c:pt idx="25705">
                  <c:v>24.55</c:v>
                </c:pt>
                <c:pt idx="25706">
                  <c:v>24.6</c:v>
                </c:pt>
                <c:pt idx="25707">
                  <c:v>24.6</c:v>
                </c:pt>
                <c:pt idx="25708">
                  <c:v>24.6</c:v>
                </c:pt>
                <c:pt idx="25709">
                  <c:v>24.65</c:v>
                </c:pt>
                <c:pt idx="25710">
                  <c:v>24.65</c:v>
                </c:pt>
                <c:pt idx="25711">
                  <c:v>24.65</c:v>
                </c:pt>
                <c:pt idx="25712">
                  <c:v>24.65</c:v>
                </c:pt>
                <c:pt idx="25713">
                  <c:v>24.6</c:v>
                </c:pt>
                <c:pt idx="25714">
                  <c:v>24.55</c:v>
                </c:pt>
                <c:pt idx="25715">
                  <c:v>24.55</c:v>
                </c:pt>
                <c:pt idx="25716">
                  <c:v>24.45</c:v>
                </c:pt>
                <c:pt idx="25717">
                  <c:v>24.45</c:v>
                </c:pt>
                <c:pt idx="25718">
                  <c:v>24.4</c:v>
                </c:pt>
                <c:pt idx="25719">
                  <c:v>24.4</c:v>
                </c:pt>
                <c:pt idx="25720">
                  <c:v>24.35</c:v>
                </c:pt>
                <c:pt idx="25721">
                  <c:v>24.35</c:v>
                </c:pt>
                <c:pt idx="25722">
                  <c:v>24.35</c:v>
                </c:pt>
                <c:pt idx="25723">
                  <c:v>24.35</c:v>
                </c:pt>
                <c:pt idx="25724">
                  <c:v>24.35</c:v>
                </c:pt>
                <c:pt idx="25725">
                  <c:v>24.35</c:v>
                </c:pt>
                <c:pt idx="25726">
                  <c:v>24.35</c:v>
                </c:pt>
                <c:pt idx="25727">
                  <c:v>24.4</c:v>
                </c:pt>
                <c:pt idx="25728">
                  <c:v>24.4</c:v>
                </c:pt>
                <c:pt idx="25729">
                  <c:v>24.45</c:v>
                </c:pt>
                <c:pt idx="25730">
                  <c:v>24.45</c:v>
                </c:pt>
                <c:pt idx="25731">
                  <c:v>24.45</c:v>
                </c:pt>
                <c:pt idx="25732">
                  <c:v>24.5</c:v>
                </c:pt>
                <c:pt idx="25733">
                  <c:v>24.5</c:v>
                </c:pt>
                <c:pt idx="25734">
                  <c:v>24.55</c:v>
                </c:pt>
                <c:pt idx="25735">
                  <c:v>24.55</c:v>
                </c:pt>
                <c:pt idx="25736">
                  <c:v>24.6</c:v>
                </c:pt>
                <c:pt idx="25737">
                  <c:v>24.6</c:v>
                </c:pt>
                <c:pt idx="25738">
                  <c:v>24.6</c:v>
                </c:pt>
                <c:pt idx="25739">
                  <c:v>24.6</c:v>
                </c:pt>
                <c:pt idx="25740">
                  <c:v>24.65</c:v>
                </c:pt>
                <c:pt idx="25741">
                  <c:v>24.65</c:v>
                </c:pt>
                <c:pt idx="25742">
                  <c:v>24.65</c:v>
                </c:pt>
                <c:pt idx="25743">
                  <c:v>24.65</c:v>
                </c:pt>
                <c:pt idx="25744">
                  <c:v>24.6</c:v>
                </c:pt>
                <c:pt idx="25745">
                  <c:v>24.55</c:v>
                </c:pt>
                <c:pt idx="25746">
                  <c:v>24.5</c:v>
                </c:pt>
                <c:pt idx="25747">
                  <c:v>24.45</c:v>
                </c:pt>
                <c:pt idx="25748">
                  <c:v>24.4</c:v>
                </c:pt>
                <c:pt idx="25749">
                  <c:v>24.4</c:v>
                </c:pt>
                <c:pt idx="25750">
                  <c:v>24.4</c:v>
                </c:pt>
                <c:pt idx="25751">
                  <c:v>24.35</c:v>
                </c:pt>
                <c:pt idx="25752">
                  <c:v>24.35</c:v>
                </c:pt>
                <c:pt idx="25753">
                  <c:v>24.35</c:v>
                </c:pt>
                <c:pt idx="25754">
                  <c:v>24.35</c:v>
                </c:pt>
                <c:pt idx="25755">
                  <c:v>24.35</c:v>
                </c:pt>
                <c:pt idx="25756">
                  <c:v>24.35</c:v>
                </c:pt>
                <c:pt idx="25757">
                  <c:v>24.35</c:v>
                </c:pt>
                <c:pt idx="25758">
                  <c:v>24.4</c:v>
                </c:pt>
                <c:pt idx="25759">
                  <c:v>24.4</c:v>
                </c:pt>
                <c:pt idx="25760">
                  <c:v>24.4</c:v>
                </c:pt>
                <c:pt idx="25761">
                  <c:v>24.45</c:v>
                </c:pt>
                <c:pt idx="25762">
                  <c:v>24.45</c:v>
                </c:pt>
                <c:pt idx="25763">
                  <c:v>24.5</c:v>
                </c:pt>
                <c:pt idx="25764">
                  <c:v>24.5</c:v>
                </c:pt>
                <c:pt idx="25765">
                  <c:v>24.55</c:v>
                </c:pt>
                <c:pt idx="25766">
                  <c:v>24.55</c:v>
                </c:pt>
                <c:pt idx="25767">
                  <c:v>24.6</c:v>
                </c:pt>
                <c:pt idx="25768">
                  <c:v>24.6</c:v>
                </c:pt>
                <c:pt idx="25769">
                  <c:v>24.65</c:v>
                </c:pt>
                <c:pt idx="25770">
                  <c:v>24.65</c:v>
                </c:pt>
                <c:pt idx="25771">
                  <c:v>24.65</c:v>
                </c:pt>
                <c:pt idx="25772">
                  <c:v>24.65</c:v>
                </c:pt>
                <c:pt idx="25773">
                  <c:v>24.65</c:v>
                </c:pt>
                <c:pt idx="25774">
                  <c:v>24.6</c:v>
                </c:pt>
                <c:pt idx="25775">
                  <c:v>24.55</c:v>
                </c:pt>
                <c:pt idx="25776">
                  <c:v>24.5</c:v>
                </c:pt>
                <c:pt idx="25777">
                  <c:v>24.5</c:v>
                </c:pt>
                <c:pt idx="25778">
                  <c:v>24.45</c:v>
                </c:pt>
                <c:pt idx="25779">
                  <c:v>24.45</c:v>
                </c:pt>
                <c:pt idx="25780">
                  <c:v>24.4</c:v>
                </c:pt>
                <c:pt idx="25781">
                  <c:v>24.4</c:v>
                </c:pt>
                <c:pt idx="25782">
                  <c:v>24.4</c:v>
                </c:pt>
                <c:pt idx="25783">
                  <c:v>24.4</c:v>
                </c:pt>
                <c:pt idx="25784">
                  <c:v>24.4</c:v>
                </c:pt>
                <c:pt idx="25785">
                  <c:v>24.4</c:v>
                </c:pt>
                <c:pt idx="25786">
                  <c:v>24.4</c:v>
                </c:pt>
                <c:pt idx="25787">
                  <c:v>24.4</c:v>
                </c:pt>
                <c:pt idx="25788">
                  <c:v>24.4</c:v>
                </c:pt>
                <c:pt idx="25789">
                  <c:v>24.45</c:v>
                </c:pt>
                <c:pt idx="25790">
                  <c:v>24.45</c:v>
                </c:pt>
                <c:pt idx="25791">
                  <c:v>24.45</c:v>
                </c:pt>
                <c:pt idx="25792">
                  <c:v>24.45</c:v>
                </c:pt>
                <c:pt idx="25793">
                  <c:v>24.5</c:v>
                </c:pt>
                <c:pt idx="25794">
                  <c:v>24.5</c:v>
                </c:pt>
                <c:pt idx="25795">
                  <c:v>24.5</c:v>
                </c:pt>
                <c:pt idx="25796">
                  <c:v>24.5</c:v>
                </c:pt>
                <c:pt idx="25797">
                  <c:v>24.55</c:v>
                </c:pt>
                <c:pt idx="25798">
                  <c:v>24.55</c:v>
                </c:pt>
                <c:pt idx="25799">
                  <c:v>24.6</c:v>
                </c:pt>
                <c:pt idx="25800">
                  <c:v>24.6</c:v>
                </c:pt>
                <c:pt idx="25801">
                  <c:v>24.65</c:v>
                </c:pt>
                <c:pt idx="25802">
                  <c:v>24.65</c:v>
                </c:pt>
                <c:pt idx="25803">
                  <c:v>24.6</c:v>
                </c:pt>
                <c:pt idx="25804">
                  <c:v>24.6</c:v>
                </c:pt>
                <c:pt idx="25805">
                  <c:v>24.55</c:v>
                </c:pt>
                <c:pt idx="25806">
                  <c:v>24.5</c:v>
                </c:pt>
                <c:pt idx="25807">
                  <c:v>24.45</c:v>
                </c:pt>
                <c:pt idx="25808">
                  <c:v>24.45</c:v>
                </c:pt>
                <c:pt idx="25809">
                  <c:v>24.4</c:v>
                </c:pt>
                <c:pt idx="25810">
                  <c:v>24.4</c:v>
                </c:pt>
                <c:pt idx="25811">
                  <c:v>24.4</c:v>
                </c:pt>
                <c:pt idx="25812">
                  <c:v>24.4</c:v>
                </c:pt>
                <c:pt idx="25813">
                  <c:v>24.4</c:v>
                </c:pt>
                <c:pt idx="25814">
                  <c:v>24.4</c:v>
                </c:pt>
                <c:pt idx="25815">
                  <c:v>24.4</c:v>
                </c:pt>
                <c:pt idx="25816">
                  <c:v>24.4</c:v>
                </c:pt>
                <c:pt idx="25817">
                  <c:v>24.4</c:v>
                </c:pt>
                <c:pt idx="25818">
                  <c:v>24.45</c:v>
                </c:pt>
                <c:pt idx="25819">
                  <c:v>24.45</c:v>
                </c:pt>
                <c:pt idx="25820">
                  <c:v>24.45</c:v>
                </c:pt>
                <c:pt idx="25821">
                  <c:v>24.45</c:v>
                </c:pt>
                <c:pt idx="25822">
                  <c:v>24.5</c:v>
                </c:pt>
                <c:pt idx="25823">
                  <c:v>24.5</c:v>
                </c:pt>
                <c:pt idx="25824">
                  <c:v>24.5</c:v>
                </c:pt>
                <c:pt idx="25825">
                  <c:v>24.55</c:v>
                </c:pt>
                <c:pt idx="25826">
                  <c:v>24.55</c:v>
                </c:pt>
                <c:pt idx="25827">
                  <c:v>24.55</c:v>
                </c:pt>
                <c:pt idx="25828">
                  <c:v>24.6</c:v>
                </c:pt>
                <c:pt idx="25829">
                  <c:v>24.6</c:v>
                </c:pt>
                <c:pt idx="25830">
                  <c:v>24.65</c:v>
                </c:pt>
                <c:pt idx="25831">
                  <c:v>24.65</c:v>
                </c:pt>
                <c:pt idx="25832">
                  <c:v>24.6</c:v>
                </c:pt>
                <c:pt idx="25833">
                  <c:v>24.6</c:v>
                </c:pt>
                <c:pt idx="25834">
                  <c:v>24.55</c:v>
                </c:pt>
                <c:pt idx="25835">
                  <c:v>24.5</c:v>
                </c:pt>
                <c:pt idx="25836">
                  <c:v>24.45</c:v>
                </c:pt>
                <c:pt idx="25837">
                  <c:v>24.4</c:v>
                </c:pt>
                <c:pt idx="25838">
                  <c:v>24.4</c:v>
                </c:pt>
                <c:pt idx="25839">
                  <c:v>24.4</c:v>
                </c:pt>
                <c:pt idx="25840">
                  <c:v>24.4</c:v>
                </c:pt>
                <c:pt idx="25841">
                  <c:v>24.35</c:v>
                </c:pt>
                <c:pt idx="25842">
                  <c:v>24.35</c:v>
                </c:pt>
                <c:pt idx="25843">
                  <c:v>24.35</c:v>
                </c:pt>
                <c:pt idx="25844">
                  <c:v>24.4</c:v>
                </c:pt>
                <c:pt idx="25845">
                  <c:v>24.4</c:v>
                </c:pt>
                <c:pt idx="25846">
                  <c:v>24.4</c:v>
                </c:pt>
                <c:pt idx="25847">
                  <c:v>24.4</c:v>
                </c:pt>
                <c:pt idx="25848">
                  <c:v>24.4</c:v>
                </c:pt>
                <c:pt idx="25849">
                  <c:v>24.45</c:v>
                </c:pt>
                <c:pt idx="25850">
                  <c:v>24.45</c:v>
                </c:pt>
                <c:pt idx="25851">
                  <c:v>24.5</c:v>
                </c:pt>
                <c:pt idx="25852">
                  <c:v>24.5</c:v>
                </c:pt>
                <c:pt idx="25853">
                  <c:v>24.55</c:v>
                </c:pt>
                <c:pt idx="25854">
                  <c:v>24.55</c:v>
                </c:pt>
                <c:pt idx="25855">
                  <c:v>24.55</c:v>
                </c:pt>
                <c:pt idx="25856">
                  <c:v>24.6</c:v>
                </c:pt>
                <c:pt idx="25857">
                  <c:v>24.6</c:v>
                </c:pt>
                <c:pt idx="25858">
                  <c:v>24.6</c:v>
                </c:pt>
                <c:pt idx="25859">
                  <c:v>24.65</c:v>
                </c:pt>
                <c:pt idx="25860">
                  <c:v>24.65</c:v>
                </c:pt>
                <c:pt idx="25861">
                  <c:v>24.65</c:v>
                </c:pt>
                <c:pt idx="25862">
                  <c:v>24.65</c:v>
                </c:pt>
                <c:pt idx="25863">
                  <c:v>24.6</c:v>
                </c:pt>
                <c:pt idx="25864">
                  <c:v>24.6</c:v>
                </c:pt>
                <c:pt idx="25865">
                  <c:v>24.6</c:v>
                </c:pt>
                <c:pt idx="25866">
                  <c:v>24.55</c:v>
                </c:pt>
                <c:pt idx="25867">
                  <c:v>24.5</c:v>
                </c:pt>
                <c:pt idx="25868">
                  <c:v>24.45</c:v>
                </c:pt>
                <c:pt idx="25869">
                  <c:v>24.45</c:v>
                </c:pt>
                <c:pt idx="25870">
                  <c:v>24.4</c:v>
                </c:pt>
                <c:pt idx="25871">
                  <c:v>24.4</c:v>
                </c:pt>
                <c:pt idx="25872">
                  <c:v>24.4</c:v>
                </c:pt>
                <c:pt idx="25873">
                  <c:v>24.4</c:v>
                </c:pt>
                <c:pt idx="25874">
                  <c:v>24.4</c:v>
                </c:pt>
                <c:pt idx="25875">
                  <c:v>24.4</c:v>
                </c:pt>
                <c:pt idx="25876">
                  <c:v>24.4</c:v>
                </c:pt>
                <c:pt idx="25877">
                  <c:v>24.45</c:v>
                </c:pt>
                <c:pt idx="25878">
                  <c:v>24.45</c:v>
                </c:pt>
                <c:pt idx="25879">
                  <c:v>24.45</c:v>
                </c:pt>
                <c:pt idx="25880">
                  <c:v>24.45</c:v>
                </c:pt>
                <c:pt idx="25881">
                  <c:v>24.45</c:v>
                </c:pt>
                <c:pt idx="25882">
                  <c:v>24.5</c:v>
                </c:pt>
                <c:pt idx="25883">
                  <c:v>24.5</c:v>
                </c:pt>
                <c:pt idx="25884">
                  <c:v>24.5</c:v>
                </c:pt>
                <c:pt idx="25885">
                  <c:v>24.55</c:v>
                </c:pt>
                <c:pt idx="25886">
                  <c:v>24.55</c:v>
                </c:pt>
                <c:pt idx="25887">
                  <c:v>24.55</c:v>
                </c:pt>
                <c:pt idx="25888">
                  <c:v>24.6</c:v>
                </c:pt>
                <c:pt idx="25889">
                  <c:v>24.6</c:v>
                </c:pt>
                <c:pt idx="25890">
                  <c:v>24.65</c:v>
                </c:pt>
                <c:pt idx="25891">
                  <c:v>24.65</c:v>
                </c:pt>
                <c:pt idx="25892">
                  <c:v>24.65</c:v>
                </c:pt>
                <c:pt idx="25893">
                  <c:v>24.65</c:v>
                </c:pt>
                <c:pt idx="25894">
                  <c:v>24.6</c:v>
                </c:pt>
                <c:pt idx="25895">
                  <c:v>24.55</c:v>
                </c:pt>
                <c:pt idx="25896">
                  <c:v>24.55</c:v>
                </c:pt>
                <c:pt idx="25897">
                  <c:v>24.5</c:v>
                </c:pt>
                <c:pt idx="25898">
                  <c:v>24.45</c:v>
                </c:pt>
                <c:pt idx="25899">
                  <c:v>24.4</c:v>
                </c:pt>
                <c:pt idx="25900">
                  <c:v>24.4</c:v>
                </c:pt>
                <c:pt idx="25901">
                  <c:v>24.4</c:v>
                </c:pt>
                <c:pt idx="25902">
                  <c:v>24.4</c:v>
                </c:pt>
                <c:pt idx="25903">
                  <c:v>24.4</c:v>
                </c:pt>
                <c:pt idx="25904">
                  <c:v>24.4</c:v>
                </c:pt>
                <c:pt idx="25905">
                  <c:v>24.4</c:v>
                </c:pt>
                <c:pt idx="25906">
                  <c:v>24.4</c:v>
                </c:pt>
                <c:pt idx="25907">
                  <c:v>24.45</c:v>
                </c:pt>
                <c:pt idx="25908">
                  <c:v>24.45</c:v>
                </c:pt>
                <c:pt idx="25909">
                  <c:v>24.45</c:v>
                </c:pt>
                <c:pt idx="25910">
                  <c:v>24.45</c:v>
                </c:pt>
                <c:pt idx="25911">
                  <c:v>24.5</c:v>
                </c:pt>
                <c:pt idx="25912">
                  <c:v>24.5</c:v>
                </c:pt>
                <c:pt idx="25913">
                  <c:v>24.5</c:v>
                </c:pt>
                <c:pt idx="25914">
                  <c:v>24.55</c:v>
                </c:pt>
                <c:pt idx="25915">
                  <c:v>24.55</c:v>
                </c:pt>
                <c:pt idx="25916">
                  <c:v>24.6</c:v>
                </c:pt>
                <c:pt idx="25917">
                  <c:v>24.6</c:v>
                </c:pt>
                <c:pt idx="25918">
                  <c:v>24.6</c:v>
                </c:pt>
                <c:pt idx="25919">
                  <c:v>24.65</c:v>
                </c:pt>
                <c:pt idx="25920">
                  <c:v>24.65</c:v>
                </c:pt>
                <c:pt idx="25921">
                  <c:v>24.7</c:v>
                </c:pt>
                <c:pt idx="25922">
                  <c:v>24.7</c:v>
                </c:pt>
                <c:pt idx="25923">
                  <c:v>24.65</c:v>
                </c:pt>
                <c:pt idx="25924">
                  <c:v>24.6</c:v>
                </c:pt>
                <c:pt idx="25925">
                  <c:v>24.55</c:v>
                </c:pt>
                <c:pt idx="25926">
                  <c:v>24.5</c:v>
                </c:pt>
                <c:pt idx="25927">
                  <c:v>24.5</c:v>
                </c:pt>
                <c:pt idx="25928">
                  <c:v>24.45</c:v>
                </c:pt>
                <c:pt idx="25929">
                  <c:v>24.4</c:v>
                </c:pt>
                <c:pt idx="25930">
                  <c:v>24.4</c:v>
                </c:pt>
                <c:pt idx="25931">
                  <c:v>24.4</c:v>
                </c:pt>
                <c:pt idx="25932">
                  <c:v>24.35</c:v>
                </c:pt>
                <c:pt idx="25933">
                  <c:v>24.35</c:v>
                </c:pt>
                <c:pt idx="25934">
                  <c:v>24.35</c:v>
                </c:pt>
                <c:pt idx="25935">
                  <c:v>24.35</c:v>
                </c:pt>
                <c:pt idx="25936">
                  <c:v>24.35</c:v>
                </c:pt>
                <c:pt idx="25937">
                  <c:v>24.4</c:v>
                </c:pt>
                <c:pt idx="25938">
                  <c:v>24.4</c:v>
                </c:pt>
                <c:pt idx="25939">
                  <c:v>24.4</c:v>
                </c:pt>
                <c:pt idx="25940">
                  <c:v>24.4</c:v>
                </c:pt>
                <c:pt idx="25941">
                  <c:v>24.45</c:v>
                </c:pt>
                <c:pt idx="25942">
                  <c:v>24.45</c:v>
                </c:pt>
                <c:pt idx="25943">
                  <c:v>24.45</c:v>
                </c:pt>
                <c:pt idx="25944">
                  <c:v>24.5</c:v>
                </c:pt>
                <c:pt idx="25945">
                  <c:v>24.5</c:v>
                </c:pt>
                <c:pt idx="25946">
                  <c:v>24.55</c:v>
                </c:pt>
                <c:pt idx="25947">
                  <c:v>24.55</c:v>
                </c:pt>
                <c:pt idx="25948">
                  <c:v>24.55</c:v>
                </c:pt>
                <c:pt idx="25949">
                  <c:v>24.6</c:v>
                </c:pt>
                <c:pt idx="25950">
                  <c:v>24.6</c:v>
                </c:pt>
                <c:pt idx="25951">
                  <c:v>24.6</c:v>
                </c:pt>
                <c:pt idx="25952">
                  <c:v>24.65</c:v>
                </c:pt>
                <c:pt idx="25953">
                  <c:v>24.6</c:v>
                </c:pt>
                <c:pt idx="25954">
                  <c:v>24.6</c:v>
                </c:pt>
                <c:pt idx="25955">
                  <c:v>24.55</c:v>
                </c:pt>
                <c:pt idx="25956">
                  <c:v>24.5</c:v>
                </c:pt>
                <c:pt idx="25957">
                  <c:v>24.45</c:v>
                </c:pt>
                <c:pt idx="25958">
                  <c:v>24.4</c:v>
                </c:pt>
                <c:pt idx="25959">
                  <c:v>24.4</c:v>
                </c:pt>
                <c:pt idx="25960">
                  <c:v>24.4</c:v>
                </c:pt>
                <c:pt idx="25961">
                  <c:v>24.4</c:v>
                </c:pt>
                <c:pt idx="25962">
                  <c:v>24.4</c:v>
                </c:pt>
                <c:pt idx="25963">
                  <c:v>24.4</c:v>
                </c:pt>
                <c:pt idx="25964">
                  <c:v>24.4</c:v>
                </c:pt>
                <c:pt idx="25965">
                  <c:v>24.4</c:v>
                </c:pt>
                <c:pt idx="25966">
                  <c:v>24.4</c:v>
                </c:pt>
                <c:pt idx="25967">
                  <c:v>24.4</c:v>
                </c:pt>
                <c:pt idx="25968">
                  <c:v>24.4</c:v>
                </c:pt>
                <c:pt idx="25969">
                  <c:v>24.4</c:v>
                </c:pt>
                <c:pt idx="25970">
                  <c:v>24.45</c:v>
                </c:pt>
                <c:pt idx="25971">
                  <c:v>24.45</c:v>
                </c:pt>
                <c:pt idx="25972">
                  <c:v>24.45</c:v>
                </c:pt>
                <c:pt idx="25973">
                  <c:v>24.45</c:v>
                </c:pt>
                <c:pt idx="25974">
                  <c:v>24.5</c:v>
                </c:pt>
                <c:pt idx="25975">
                  <c:v>24.5</c:v>
                </c:pt>
                <c:pt idx="25976">
                  <c:v>24.55</c:v>
                </c:pt>
                <c:pt idx="25977">
                  <c:v>24.55</c:v>
                </c:pt>
                <c:pt idx="25978">
                  <c:v>24.6</c:v>
                </c:pt>
                <c:pt idx="25979">
                  <c:v>24.6</c:v>
                </c:pt>
                <c:pt idx="25980">
                  <c:v>24.6</c:v>
                </c:pt>
                <c:pt idx="25981">
                  <c:v>24.6</c:v>
                </c:pt>
                <c:pt idx="25982">
                  <c:v>24.6</c:v>
                </c:pt>
                <c:pt idx="25983">
                  <c:v>24.6</c:v>
                </c:pt>
                <c:pt idx="25984">
                  <c:v>24.55</c:v>
                </c:pt>
                <c:pt idx="25985">
                  <c:v>24.55</c:v>
                </c:pt>
                <c:pt idx="25986">
                  <c:v>24.5</c:v>
                </c:pt>
                <c:pt idx="25987">
                  <c:v>24.45</c:v>
                </c:pt>
                <c:pt idx="25988">
                  <c:v>24.45</c:v>
                </c:pt>
                <c:pt idx="25989">
                  <c:v>24.4</c:v>
                </c:pt>
                <c:pt idx="25990">
                  <c:v>24.4</c:v>
                </c:pt>
                <c:pt idx="25991">
                  <c:v>24.4</c:v>
                </c:pt>
                <c:pt idx="25992">
                  <c:v>24.4</c:v>
                </c:pt>
                <c:pt idx="25993">
                  <c:v>24.4</c:v>
                </c:pt>
                <c:pt idx="25994">
                  <c:v>24.4</c:v>
                </c:pt>
                <c:pt idx="25995">
                  <c:v>24.4</c:v>
                </c:pt>
                <c:pt idx="25996">
                  <c:v>24.4</c:v>
                </c:pt>
                <c:pt idx="25997">
                  <c:v>24.4</c:v>
                </c:pt>
                <c:pt idx="25998">
                  <c:v>24.45</c:v>
                </c:pt>
                <c:pt idx="25999">
                  <c:v>24.45</c:v>
                </c:pt>
                <c:pt idx="26000">
                  <c:v>24.45</c:v>
                </c:pt>
                <c:pt idx="26001">
                  <c:v>24.45</c:v>
                </c:pt>
                <c:pt idx="26002">
                  <c:v>24.5</c:v>
                </c:pt>
                <c:pt idx="26003">
                  <c:v>24.5</c:v>
                </c:pt>
                <c:pt idx="26004">
                  <c:v>24.5</c:v>
                </c:pt>
                <c:pt idx="26005">
                  <c:v>24.55</c:v>
                </c:pt>
                <c:pt idx="26006">
                  <c:v>24.55</c:v>
                </c:pt>
                <c:pt idx="26007">
                  <c:v>24.55</c:v>
                </c:pt>
                <c:pt idx="26008">
                  <c:v>24.55</c:v>
                </c:pt>
                <c:pt idx="26009">
                  <c:v>24.6</c:v>
                </c:pt>
                <c:pt idx="26010">
                  <c:v>24.6</c:v>
                </c:pt>
                <c:pt idx="26011">
                  <c:v>24.6</c:v>
                </c:pt>
                <c:pt idx="26012">
                  <c:v>24.6</c:v>
                </c:pt>
                <c:pt idx="26013">
                  <c:v>24.6</c:v>
                </c:pt>
                <c:pt idx="26014">
                  <c:v>24.55</c:v>
                </c:pt>
                <c:pt idx="26015">
                  <c:v>24.5</c:v>
                </c:pt>
                <c:pt idx="26016">
                  <c:v>24.45</c:v>
                </c:pt>
                <c:pt idx="26017">
                  <c:v>24.45</c:v>
                </c:pt>
                <c:pt idx="26018">
                  <c:v>24.4</c:v>
                </c:pt>
                <c:pt idx="26019">
                  <c:v>24.35</c:v>
                </c:pt>
                <c:pt idx="26020">
                  <c:v>24.35</c:v>
                </c:pt>
                <c:pt idx="26021">
                  <c:v>24.35</c:v>
                </c:pt>
                <c:pt idx="26022">
                  <c:v>24.35</c:v>
                </c:pt>
                <c:pt idx="26023">
                  <c:v>24.35</c:v>
                </c:pt>
                <c:pt idx="26024">
                  <c:v>24.4</c:v>
                </c:pt>
                <c:pt idx="26025">
                  <c:v>24.4</c:v>
                </c:pt>
                <c:pt idx="26026">
                  <c:v>24.4</c:v>
                </c:pt>
                <c:pt idx="26027">
                  <c:v>24.4</c:v>
                </c:pt>
                <c:pt idx="26028">
                  <c:v>24.45</c:v>
                </c:pt>
                <c:pt idx="26029">
                  <c:v>24.45</c:v>
                </c:pt>
                <c:pt idx="26030">
                  <c:v>24.45</c:v>
                </c:pt>
                <c:pt idx="26031">
                  <c:v>24.45</c:v>
                </c:pt>
                <c:pt idx="26032">
                  <c:v>24.5</c:v>
                </c:pt>
                <c:pt idx="26033">
                  <c:v>24.5</c:v>
                </c:pt>
                <c:pt idx="26034">
                  <c:v>24.55</c:v>
                </c:pt>
                <c:pt idx="26035">
                  <c:v>24.55</c:v>
                </c:pt>
                <c:pt idx="26036">
                  <c:v>24.55</c:v>
                </c:pt>
                <c:pt idx="26037">
                  <c:v>24.55</c:v>
                </c:pt>
                <c:pt idx="26038">
                  <c:v>24.6</c:v>
                </c:pt>
                <c:pt idx="26039">
                  <c:v>24.6</c:v>
                </c:pt>
                <c:pt idx="26040">
                  <c:v>24.6</c:v>
                </c:pt>
                <c:pt idx="26041">
                  <c:v>24.6</c:v>
                </c:pt>
                <c:pt idx="26042">
                  <c:v>24.6</c:v>
                </c:pt>
                <c:pt idx="26043">
                  <c:v>24.6</c:v>
                </c:pt>
                <c:pt idx="26044">
                  <c:v>24.55</c:v>
                </c:pt>
                <c:pt idx="26045">
                  <c:v>24.55</c:v>
                </c:pt>
                <c:pt idx="26046">
                  <c:v>24.45</c:v>
                </c:pt>
                <c:pt idx="26047">
                  <c:v>24.45</c:v>
                </c:pt>
                <c:pt idx="26048">
                  <c:v>24.4</c:v>
                </c:pt>
                <c:pt idx="26049">
                  <c:v>24.4</c:v>
                </c:pt>
                <c:pt idx="26050">
                  <c:v>24.4</c:v>
                </c:pt>
                <c:pt idx="26051">
                  <c:v>24.4</c:v>
                </c:pt>
                <c:pt idx="26052">
                  <c:v>24.35</c:v>
                </c:pt>
                <c:pt idx="26053">
                  <c:v>24.4</c:v>
                </c:pt>
                <c:pt idx="26054">
                  <c:v>24.4</c:v>
                </c:pt>
                <c:pt idx="26055">
                  <c:v>24.4</c:v>
                </c:pt>
                <c:pt idx="26056">
                  <c:v>24.4</c:v>
                </c:pt>
                <c:pt idx="26057">
                  <c:v>24.4</c:v>
                </c:pt>
                <c:pt idx="26058">
                  <c:v>24.45</c:v>
                </c:pt>
                <c:pt idx="26059">
                  <c:v>24.45</c:v>
                </c:pt>
                <c:pt idx="26060">
                  <c:v>24.45</c:v>
                </c:pt>
                <c:pt idx="26061">
                  <c:v>24.45</c:v>
                </c:pt>
                <c:pt idx="26062">
                  <c:v>24.5</c:v>
                </c:pt>
                <c:pt idx="26063">
                  <c:v>24.5</c:v>
                </c:pt>
                <c:pt idx="26064">
                  <c:v>24.55</c:v>
                </c:pt>
                <c:pt idx="26065">
                  <c:v>24.55</c:v>
                </c:pt>
                <c:pt idx="26066">
                  <c:v>24.55</c:v>
                </c:pt>
                <c:pt idx="26067">
                  <c:v>24.55</c:v>
                </c:pt>
                <c:pt idx="26068">
                  <c:v>24.6</c:v>
                </c:pt>
                <c:pt idx="26069">
                  <c:v>24.6</c:v>
                </c:pt>
                <c:pt idx="26070">
                  <c:v>24.65</c:v>
                </c:pt>
                <c:pt idx="26071">
                  <c:v>24.65</c:v>
                </c:pt>
                <c:pt idx="26072">
                  <c:v>24.6</c:v>
                </c:pt>
                <c:pt idx="26073">
                  <c:v>24.6</c:v>
                </c:pt>
                <c:pt idx="26074">
                  <c:v>24.55</c:v>
                </c:pt>
                <c:pt idx="26075">
                  <c:v>24.5</c:v>
                </c:pt>
                <c:pt idx="26076">
                  <c:v>24.45</c:v>
                </c:pt>
                <c:pt idx="26077">
                  <c:v>24.45</c:v>
                </c:pt>
                <c:pt idx="26078">
                  <c:v>24.4</c:v>
                </c:pt>
                <c:pt idx="26079">
                  <c:v>24.4</c:v>
                </c:pt>
                <c:pt idx="26080">
                  <c:v>24.4</c:v>
                </c:pt>
                <c:pt idx="26081">
                  <c:v>24.35</c:v>
                </c:pt>
                <c:pt idx="26082">
                  <c:v>24.35</c:v>
                </c:pt>
                <c:pt idx="26083">
                  <c:v>24.35</c:v>
                </c:pt>
                <c:pt idx="26084">
                  <c:v>24.35</c:v>
                </c:pt>
                <c:pt idx="26085">
                  <c:v>24.4</c:v>
                </c:pt>
                <c:pt idx="26086">
                  <c:v>24.4</c:v>
                </c:pt>
                <c:pt idx="26087">
                  <c:v>24.4</c:v>
                </c:pt>
                <c:pt idx="26088">
                  <c:v>24.4</c:v>
                </c:pt>
                <c:pt idx="26089">
                  <c:v>24.4</c:v>
                </c:pt>
                <c:pt idx="26090">
                  <c:v>24.45</c:v>
                </c:pt>
                <c:pt idx="26091">
                  <c:v>24.45</c:v>
                </c:pt>
                <c:pt idx="26092">
                  <c:v>24.5</c:v>
                </c:pt>
                <c:pt idx="26093">
                  <c:v>24.5</c:v>
                </c:pt>
                <c:pt idx="26094">
                  <c:v>24.5</c:v>
                </c:pt>
                <c:pt idx="26095">
                  <c:v>24.55</c:v>
                </c:pt>
                <c:pt idx="26096">
                  <c:v>24.55</c:v>
                </c:pt>
                <c:pt idx="26097">
                  <c:v>24.6</c:v>
                </c:pt>
                <c:pt idx="26098">
                  <c:v>24.6</c:v>
                </c:pt>
                <c:pt idx="26099">
                  <c:v>24.65</c:v>
                </c:pt>
                <c:pt idx="26100">
                  <c:v>24.65</c:v>
                </c:pt>
                <c:pt idx="26101">
                  <c:v>24.65</c:v>
                </c:pt>
                <c:pt idx="26102">
                  <c:v>24.65</c:v>
                </c:pt>
                <c:pt idx="26103">
                  <c:v>24.65</c:v>
                </c:pt>
                <c:pt idx="26104">
                  <c:v>24.65</c:v>
                </c:pt>
                <c:pt idx="26105">
                  <c:v>24.55</c:v>
                </c:pt>
                <c:pt idx="26106">
                  <c:v>24.55</c:v>
                </c:pt>
                <c:pt idx="26107">
                  <c:v>24.5</c:v>
                </c:pt>
                <c:pt idx="26108">
                  <c:v>24.5</c:v>
                </c:pt>
                <c:pt idx="26109">
                  <c:v>24.45</c:v>
                </c:pt>
                <c:pt idx="26110">
                  <c:v>24.45</c:v>
                </c:pt>
                <c:pt idx="26111">
                  <c:v>24.4</c:v>
                </c:pt>
                <c:pt idx="26112">
                  <c:v>24.4</c:v>
                </c:pt>
                <c:pt idx="26113">
                  <c:v>24.4</c:v>
                </c:pt>
                <c:pt idx="26114">
                  <c:v>24.4</c:v>
                </c:pt>
                <c:pt idx="26115">
                  <c:v>24.4</c:v>
                </c:pt>
                <c:pt idx="26116">
                  <c:v>24.4</c:v>
                </c:pt>
                <c:pt idx="26117">
                  <c:v>24.4</c:v>
                </c:pt>
                <c:pt idx="26118">
                  <c:v>24.45</c:v>
                </c:pt>
                <c:pt idx="26119">
                  <c:v>24.45</c:v>
                </c:pt>
                <c:pt idx="26120">
                  <c:v>24.45</c:v>
                </c:pt>
                <c:pt idx="26121">
                  <c:v>24.45</c:v>
                </c:pt>
                <c:pt idx="26122">
                  <c:v>24.5</c:v>
                </c:pt>
                <c:pt idx="26123">
                  <c:v>24.5</c:v>
                </c:pt>
                <c:pt idx="26124">
                  <c:v>24.55</c:v>
                </c:pt>
                <c:pt idx="26125">
                  <c:v>24.55</c:v>
                </c:pt>
                <c:pt idx="26126">
                  <c:v>24.55</c:v>
                </c:pt>
                <c:pt idx="26127">
                  <c:v>24.6</c:v>
                </c:pt>
                <c:pt idx="26128">
                  <c:v>24.6</c:v>
                </c:pt>
                <c:pt idx="26129">
                  <c:v>24.6</c:v>
                </c:pt>
                <c:pt idx="26130">
                  <c:v>24.65</c:v>
                </c:pt>
                <c:pt idx="26131">
                  <c:v>24.65</c:v>
                </c:pt>
                <c:pt idx="26132">
                  <c:v>24.65</c:v>
                </c:pt>
                <c:pt idx="26133">
                  <c:v>24.6</c:v>
                </c:pt>
                <c:pt idx="26134">
                  <c:v>24.55</c:v>
                </c:pt>
                <c:pt idx="26135">
                  <c:v>24.55</c:v>
                </c:pt>
                <c:pt idx="26136">
                  <c:v>24.5</c:v>
                </c:pt>
                <c:pt idx="26137">
                  <c:v>24.45</c:v>
                </c:pt>
                <c:pt idx="26138">
                  <c:v>24.4</c:v>
                </c:pt>
                <c:pt idx="26139">
                  <c:v>24.4</c:v>
                </c:pt>
                <c:pt idx="26140">
                  <c:v>24.35</c:v>
                </c:pt>
                <c:pt idx="26141">
                  <c:v>24.35</c:v>
                </c:pt>
                <c:pt idx="26142">
                  <c:v>24.35</c:v>
                </c:pt>
                <c:pt idx="26143">
                  <c:v>24.35</c:v>
                </c:pt>
                <c:pt idx="26144">
                  <c:v>24.35</c:v>
                </c:pt>
                <c:pt idx="26145">
                  <c:v>24.35</c:v>
                </c:pt>
                <c:pt idx="26146">
                  <c:v>24.35</c:v>
                </c:pt>
                <c:pt idx="26147">
                  <c:v>24.4</c:v>
                </c:pt>
                <c:pt idx="26148">
                  <c:v>24.4</c:v>
                </c:pt>
                <c:pt idx="26149">
                  <c:v>24.4</c:v>
                </c:pt>
                <c:pt idx="26150">
                  <c:v>24.45</c:v>
                </c:pt>
                <c:pt idx="26151">
                  <c:v>24.45</c:v>
                </c:pt>
                <c:pt idx="26152">
                  <c:v>24.45</c:v>
                </c:pt>
                <c:pt idx="26153">
                  <c:v>24.5</c:v>
                </c:pt>
                <c:pt idx="26154">
                  <c:v>24.5</c:v>
                </c:pt>
                <c:pt idx="26155">
                  <c:v>24.55</c:v>
                </c:pt>
                <c:pt idx="26156">
                  <c:v>24.55</c:v>
                </c:pt>
                <c:pt idx="26157">
                  <c:v>24.55</c:v>
                </c:pt>
                <c:pt idx="26158">
                  <c:v>24.6</c:v>
                </c:pt>
                <c:pt idx="26159">
                  <c:v>24.6</c:v>
                </c:pt>
                <c:pt idx="26160">
                  <c:v>24.6</c:v>
                </c:pt>
                <c:pt idx="26161">
                  <c:v>24.6</c:v>
                </c:pt>
                <c:pt idx="26162">
                  <c:v>24.6</c:v>
                </c:pt>
                <c:pt idx="26163">
                  <c:v>24.6</c:v>
                </c:pt>
                <c:pt idx="26164">
                  <c:v>24.55</c:v>
                </c:pt>
                <c:pt idx="26165">
                  <c:v>24.5</c:v>
                </c:pt>
                <c:pt idx="26166">
                  <c:v>24.45</c:v>
                </c:pt>
                <c:pt idx="26167">
                  <c:v>24.45</c:v>
                </c:pt>
                <c:pt idx="26168">
                  <c:v>24.4</c:v>
                </c:pt>
                <c:pt idx="26169">
                  <c:v>24.4</c:v>
                </c:pt>
                <c:pt idx="26170">
                  <c:v>24.4</c:v>
                </c:pt>
                <c:pt idx="26171">
                  <c:v>24.35</c:v>
                </c:pt>
                <c:pt idx="26172">
                  <c:v>24.4</c:v>
                </c:pt>
                <c:pt idx="26173">
                  <c:v>24.4</c:v>
                </c:pt>
                <c:pt idx="26174">
                  <c:v>24.4</c:v>
                </c:pt>
                <c:pt idx="26175">
                  <c:v>24.4</c:v>
                </c:pt>
                <c:pt idx="26176">
                  <c:v>24.4</c:v>
                </c:pt>
                <c:pt idx="26177">
                  <c:v>24.4</c:v>
                </c:pt>
                <c:pt idx="26178">
                  <c:v>24.4</c:v>
                </c:pt>
                <c:pt idx="26179">
                  <c:v>24.4</c:v>
                </c:pt>
                <c:pt idx="26180">
                  <c:v>24.45</c:v>
                </c:pt>
                <c:pt idx="26181">
                  <c:v>24.45</c:v>
                </c:pt>
                <c:pt idx="26182">
                  <c:v>24.45</c:v>
                </c:pt>
                <c:pt idx="26183">
                  <c:v>24.5</c:v>
                </c:pt>
                <c:pt idx="26184">
                  <c:v>24.5</c:v>
                </c:pt>
                <c:pt idx="26185">
                  <c:v>24.55</c:v>
                </c:pt>
                <c:pt idx="26186">
                  <c:v>24.55</c:v>
                </c:pt>
                <c:pt idx="26187">
                  <c:v>24.6</c:v>
                </c:pt>
                <c:pt idx="26188">
                  <c:v>24.6</c:v>
                </c:pt>
                <c:pt idx="26189">
                  <c:v>24.6</c:v>
                </c:pt>
                <c:pt idx="26190">
                  <c:v>24.65</c:v>
                </c:pt>
                <c:pt idx="26191">
                  <c:v>24.65</c:v>
                </c:pt>
                <c:pt idx="26192">
                  <c:v>24.65</c:v>
                </c:pt>
                <c:pt idx="26193">
                  <c:v>24.6</c:v>
                </c:pt>
                <c:pt idx="26194">
                  <c:v>24.55</c:v>
                </c:pt>
                <c:pt idx="26195">
                  <c:v>24.5</c:v>
                </c:pt>
                <c:pt idx="26196">
                  <c:v>24.45</c:v>
                </c:pt>
                <c:pt idx="26197">
                  <c:v>24.45</c:v>
                </c:pt>
                <c:pt idx="26198">
                  <c:v>24.4</c:v>
                </c:pt>
                <c:pt idx="26199">
                  <c:v>24.4</c:v>
                </c:pt>
                <c:pt idx="26200">
                  <c:v>24.4</c:v>
                </c:pt>
                <c:pt idx="26201">
                  <c:v>24.35</c:v>
                </c:pt>
                <c:pt idx="26202">
                  <c:v>24.35</c:v>
                </c:pt>
                <c:pt idx="26203">
                  <c:v>24.3</c:v>
                </c:pt>
                <c:pt idx="26204">
                  <c:v>24.35</c:v>
                </c:pt>
                <c:pt idx="26205">
                  <c:v>24.35</c:v>
                </c:pt>
                <c:pt idx="26206">
                  <c:v>24.35</c:v>
                </c:pt>
                <c:pt idx="26207">
                  <c:v>24.35</c:v>
                </c:pt>
                <c:pt idx="26208">
                  <c:v>24.35</c:v>
                </c:pt>
                <c:pt idx="26209">
                  <c:v>24.4</c:v>
                </c:pt>
                <c:pt idx="26210">
                  <c:v>24.4</c:v>
                </c:pt>
                <c:pt idx="26211">
                  <c:v>24.4</c:v>
                </c:pt>
                <c:pt idx="26212">
                  <c:v>24.45</c:v>
                </c:pt>
                <c:pt idx="26213">
                  <c:v>24.45</c:v>
                </c:pt>
                <c:pt idx="26214">
                  <c:v>24.5</c:v>
                </c:pt>
                <c:pt idx="26215">
                  <c:v>24.5</c:v>
                </c:pt>
                <c:pt idx="26216">
                  <c:v>24.55</c:v>
                </c:pt>
                <c:pt idx="26217">
                  <c:v>24.55</c:v>
                </c:pt>
                <c:pt idx="26218">
                  <c:v>24.6</c:v>
                </c:pt>
                <c:pt idx="26219">
                  <c:v>24.6</c:v>
                </c:pt>
                <c:pt idx="26220">
                  <c:v>24.65</c:v>
                </c:pt>
                <c:pt idx="26221">
                  <c:v>24.65</c:v>
                </c:pt>
                <c:pt idx="26222">
                  <c:v>24.65</c:v>
                </c:pt>
                <c:pt idx="26223">
                  <c:v>24.6</c:v>
                </c:pt>
                <c:pt idx="26224">
                  <c:v>24.55</c:v>
                </c:pt>
                <c:pt idx="26225">
                  <c:v>24.55</c:v>
                </c:pt>
                <c:pt idx="26226">
                  <c:v>24.5</c:v>
                </c:pt>
                <c:pt idx="26227">
                  <c:v>24.45</c:v>
                </c:pt>
                <c:pt idx="26228">
                  <c:v>24.4</c:v>
                </c:pt>
                <c:pt idx="26229">
                  <c:v>24.4</c:v>
                </c:pt>
                <c:pt idx="26230">
                  <c:v>24.4</c:v>
                </c:pt>
                <c:pt idx="26231">
                  <c:v>24.4</c:v>
                </c:pt>
                <c:pt idx="26232">
                  <c:v>24.4</c:v>
                </c:pt>
                <c:pt idx="26233">
                  <c:v>24.4</c:v>
                </c:pt>
                <c:pt idx="26234">
                  <c:v>24.4</c:v>
                </c:pt>
                <c:pt idx="26235">
                  <c:v>24.4</c:v>
                </c:pt>
                <c:pt idx="26236">
                  <c:v>24.4</c:v>
                </c:pt>
                <c:pt idx="26237">
                  <c:v>24.4</c:v>
                </c:pt>
                <c:pt idx="26238">
                  <c:v>24.4</c:v>
                </c:pt>
                <c:pt idx="26239">
                  <c:v>24.45</c:v>
                </c:pt>
                <c:pt idx="26240">
                  <c:v>24.45</c:v>
                </c:pt>
                <c:pt idx="26241">
                  <c:v>24.45</c:v>
                </c:pt>
                <c:pt idx="26242">
                  <c:v>24.5</c:v>
                </c:pt>
                <c:pt idx="26243">
                  <c:v>24.5</c:v>
                </c:pt>
                <c:pt idx="26244">
                  <c:v>24.5</c:v>
                </c:pt>
                <c:pt idx="26245">
                  <c:v>24.5</c:v>
                </c:pt>
                <c:pt idx="26246">
                  <c:v>24.55</c:v>
                </c:pt>
                <c:pt idx="26247">
                  <c:v>24.55</c:v>
                </c:pt>
                <c:pt idx="26248">
                  <c:v>24.55</c:v>
                </c:pt>
                <c:pt idx="26249">
                  <c:v>24.6</c:v>
                </c:pt>
                <c:pt idx="26250">
                  <c:v>24.6</c:v>
                </c:pt>
                <c:pt idx="26251">
                  <c:v>24.6</c:v>
                </c:pt>
                <c:pt idx="26252">
                  <c:v>24.6</c:v>
                </c:pt>
                <c:pt idx="26253">
                  <c:v>24.6</c:v>
                </c:pt>
                <c:pt idx="26254">
                  <c:v>24.55</c:v>
                </c:pt>
                <c:pt idx="26255">
                  <c:v>24.5</c:v>
                </c:pt>
                <c:pt idx="26256">
                  <c:v>24.5</c:v>
                </c:pt>
                <c:pt idx="26257">
                  <c:v>24.45</c:v>
                </c:pt>
                <c:pt idx="26258">
                  <c:v>24.4</c:v>
                </c:pt>
                <c:pt idx="26259">
                  <c:v>24.4</c:v>
                </c:pt>
                <c:pt idx="26260">
                  <c:v>24.4</c:v>
                </c:pt>
                <c:pt idx="26261">
                  <c:v>24.4</c:v>
                </c:pt>
                <c:pt idx="26262">
                  <c:v>24.4</c:v>
                </c:pt>
                <c:pt idx="26263">
                  <c:v>24.4</c:v>
                </c:pt>
                <c:pt idx="26264">
                  <c:v>24.4</c:v>
                </c:pt>
                <c:pt idx="26265">
                  <c:v>24.4</c:v>
                </c:pt>
                <c:pt idx="26266">
                  <c:v>24.4</c:v>
                </c:pt>
                <c:pt idx="26267">
                  <c:v>24.4</c:v>
                </c:pt>
                <c:pt idx="26268">
                  <c:v>24.4</c:v>
                </c:pt>
                <c:pt idx="26269">
                  <c:v>24.45</c:v>
                </c:pt>
                <c:pt idx="26270">
                  <c:v>24.45</c:v>
                </c:pt>
                <c:pt idx="26271">
                  <c:v>24.45</c:v>
                </c:pt>
                <c:pt idx="26272">
                  <c:v>24.5</c:v>
                </c:pt>
                <c:pt idx="26273">
                  <c:v>24.5</c:v>
                </c:pt>
                <c:pt idx="26274">
                  <c:v>24.5</c:v>
                </c:pt>
                <c:pt idx="26275">
                  <c:v>24.55</c:v>
                </c:pt>
                <c:pt idx="26276">
                  <c:v>24.55</c:v>
                </c:pt>
                <c:pt idx="26277">
                  <c:v>24.55</c:v>
                </c:pt>
                <c:pt idx="26278">
                  <c:v>24.6</c:v>
                </c:pt>
                <c:pt idx="26279">
                  <c:v>24.6</c:v>
                </c:pt>
                <c:pt idx="26280">
                  <c:v>24.6</c:v>
                </c:pt>
                <c:pt idx="26281">
                  <c:v>24.65</c:v>
                </c:pt>
                <c:pt idx="26282">
                  <c:v>24.65</c:v>
                </c:pt>
                <c:pt idx="26283">
                  <c:v>24.6</c:v>
                </c:pt>
                <c:pt idx="26284">
                  <c:v>24.6</c:v>
                </c:pt>
                <c:pt idx="26285">
                  <c:v>24.55</c:v>
                </c:pt>
                <c:pt idx="26286">
                  <c:v>24.5</c:v>
                </c:pt>
                <c:pt idx="26287">
                  <c:v>24.45</c:v>
                </c:pt>
                <c:pt idx="26288">
                  <c:v>24.4</c:v>
                </c:pt>
                <c:pt idx="26289">
                  <c:v>24.4</c:v>
                </c:pt>
                <c:pt idx="26290">
                  <c:v>24.4</c:v>
                </c:pt>
                <c:pt idx="26291">
                  <c:v>24.4</c:v>
                </c:pt>
                <c:pt idx="26292">
                  <c:v>24.4</c:v>
                </c:pt>
                <c:pt idx="26293">
                  <c:v>24.4</c:v>
                </c:pt>
                <c:pt idx="26294">
                  <c:v>24.4</c:v>
                </c:pt>
                <c:pt idx="26295">
                  <c:v>24.4</c:v>
                </c:pt>
                <c:pt idx="26296">
                  <c:v>24.4</c:v>
                </c:pt>
                <c:pt idx="26297">
                  <c:v>24.45</c:v>
                </c:pt>
                <c:pt idx="26298">
                  <c:v>24.45</c:v>
                </c:pt>
                <c:pt idx="26299">
                  <c:v>24.45</c:v>
                </c:pt>
                <c:pt idx="26300">
                  <c:v>24.45</c:v>
                </c:pt>
                <c:pt idx="26301">
                  <c:v>24.5</c:v>
                </c:pt>
                <c:pt idx="26302">
                  <c:v>24.5</c:v>
                </c:pt>
                <c:pt idx="26303">
                  <c:v>24.5</c:v>
                </c:pt>
                <c:pt idx="26304">
                  <c:v>24.5</c:v>
                </c:pt>
                <c:pt idx="26305">
                  <c:v>24.55</c:v>
                </c:pt>
                <c:pt idx="26306">
                  <c:v>24.55</c:v>
                </c:pt>
                <c:pt idx="26307">
                  <c:v>24.6</c:v>
                </c:pt>
                <c:pt idx="26308">
                  <c:v>24.6</c:v>
                </c:pt>
                <c:pt idx="26309">
                  <c:v>24.6</c:v>
                </c:pt>
                <c:pt idx="26310">
                  <c:v>24.65</c:v>
                </c:pt>
                <c:pt idx="26311">
                  <c:v>24.65</c:v>
                </c:pt>
                <c:pt idx="26312">
                  <c:v>24.65</c:v>
                </c:pt>
                <c:pt idx="26313">
                  <c:v>24.6</c:v>
                </c:pt>
                <c:pt idx="26314">
                  <c:v>24.55</c:v>
                </c:pt>
                <c:pt idx="26315">
                  <c:v>24.5</c:v>
                </c:pt>
                <c:pt idx="26316">
                  <c:v>24.5</c:v>
                </c:pt>
                <c:pt idx="26317">
                  <c:v>24.45</c:v>
                </c:pt>
                <c:pt idx="26318">
                  <c:v>24.4</c:v>
                </c:pt>
                <c:pt idx="26319">
                  <c:v>24.4</c:v>
                </c:pt>
                <c:pt idx="26320">
                  <c:v>24.35</c:v>
                </c:pt>
                <c:pt idx="26321">
                  <c:v>24.35</c:v>
                </c:pt>
                <c:pt idx="26322">
                  <c:v>24.35</c:v>
                </c:pt>
                <c:pt idx="26323">
                  <c:v>24.35</c:v>
                </c:pt>
                <c:pt idx="26324">
                  <c:v>24.35</c:v>
                </c:pt>
                <c:pt idx="26325">
                  <c:v>24.35</c:v>
                </c:pt>
                <c:pt idx="26326">
                  <c:v>24.35</c:v>
                </c:pt>
                <c:pt idx="26327">
                  <c:v>24.4</c:v>
                </c:pt>
                <c:pt idx="26328">
                  <c:v>24.4</c:v>
                </c:pt>
                <c:pt idx="26329">
                  <c:v>24.4</c:v>
                </c:pt>
                <c:pt idx="26330">
                  <c:v>24.45</c:v>
                </c:pt>
                <c:pt idx="26331">
                  <c:v>24.45</c:v>
                </c:pt>
                <c:pt idx="26332">
                  <c:v>24.5</c:v>
                </c:pt>
                <c:pt idx="26333">
                  <c:v>24.5</c:v>
                </c:pt>
                <c:pt idx="26334">
                  <c:v>24.55</c:v>
                </c:pt>
                <c:pt idx="26335">
                  <c:v>24.55</c:v>
                </c:pt>
                <c:pt idx="26336">
                  <c:v>24.6</c:v>
                </c:pt>
                <c:pt idx="26337">
                  <c:v>24.6</c:v>
                </c:pt>
                <c:pt idx="26338">
                  <c:v>24.6</c:v>
                </c:pt>
                <c:pt idx="26339">
                  <c:v>24.6</c:v>
                </c:pt>
                <c:pt idx="26340">
                  <c:v>24.65</c:v>
                </c:pt>
                <c:pt idx="26341">
                  <c:v>24.65</c:v>
                </c:pt>
                <c:pt idx="26342">
                  <c:v>24.65</c:v>
                </c:pt>
                <c:pt idx="26343">
                  <c:v>24.65</c:v>
                </c:pt>
                <c:pt idx="26344">
                  <c:v>24.6</c:v>
                </c:pt>
                <c:pt idx="26345">
                  <c:v>24.55</c:v>
                </c:pt>
                <c:pt idx="26346">
                  <c:v>24.5</c:v>
                </c:pt>
                <c:pt idx="26347">
                  <c:v>24.45</c:v>
                </c:pt>
                <c:pt idx="26348">
                  <c:v>24.4</c:v>
                </c:pt>
                <c:pt idx="26349">
                  <c:v>24.4</c:v>
                </c:pt>
                <c:pt idx="26350">
                  <c:v>24.35</c:v>
                </c:pt>
                <c:pt idx="26351">
                  <c:v>24.35</c:v>
                </c:pt>
                <c:pt idx="26352">
                  <c:v>24.35</c:v>
                </c:pt>
                <c:pt idx="26353">
                  <c:v>24.35</c:v>
                </c:pt>
                <c:pt idx="26354">
                  <c:v>24.35</c:v>
                </c:pt>
                <c:pt idx="26355">
                  <c:v>24.35</c:v>
                </c:pt>
                <c:pt idx="26356">
                  <c:v>24.35</c:v>
                </c:pt>
                <c:pt idx="26357">
                  <c:v>24.4</c:v>
                </c:pt>
                <c:pt idx="26358">
                  <c:v>24.4</c:v>
                </c:pt>
                <c:pt idx="26359">
                  <c:v>24.4</c:v>
                </c:pt>
                <c:pt idx="26360">
                  <c:v>24.45</c:v>
                </c:pt>
                <c:pt idx="26361">
                  <c:v>24.45</c:v>
                </c:pt>
                <c:pt idx="26362">
                  <c:v>24.5</c:v>
                </c:pt>
                <c:pt idx="26363">
                  <c:v>24.5</c:v>
                </c:pt>
                <c:pt idx="26364">
                  <c:v>24.5</c:v>
                </c:pt>
                <c:pt idx="26365">
                  <c:v>24.55</c:v>
                </c:pt>
                <c:pt idx="26366">
                  <c:v>24.55</c:v>
                </c:pt>
                <c:pt idx="26367">
                  <c:v>24.6</c:v>
                </c:pt>
                <c:pt idx="26368">
                  <c:v>24.6</c:v>
                </c:pt>
                <c:pt idx="26369">
                  <c:v>24.6</c:v>
                </c:pt>
                <c:pt idx="26370">
                  <c:v>24.65</c:v>
                </c:pt>
                <c:pt idx="26371">
                  <c:v>24.65</c:v>
                </c:pt>
                <c:pt idx="26372">
                  <c:v>24.65</c:v>
                </c:pt>
                <c:pt idx="26373">
                  <c:v>24.6</c:v>
                </c:pt>
                <c:pt idx="26374">
                  <c:v>24.6</c:v>
                </c:pt>
                <c:pt idx="26375">
                  <c:v>24.55</c:v>
                </c:pt>
                <c:pt idx="26376">
                  <c:v>24.5</c:v>
                </c:pt>
                <c:pt idx="26377">
                  <c:v>24.45</c:v>
                </c:pt>
                <c:pt idx="26378">
                  <c:v>24.4</c:v>
                </c:pt>
                <c:pt idx="26379">
                  <c:v>24.4</c:v>
                </c:pt>
                <c:pt idx="26380">
                  <c:v>24.4</c:v>
                </c:pt>
                <c:pt idx="26381">
                  <c:v>24.4</c:v>
                </c:pt>
                <c:pt idx="26382">
                  <c:v>24.4</c:v>
                </c:pt>
                <c:pt idx="26383">
                  <c:v>24.4</c:v>
                </c:pt>
                <c:pt idx="26384">
                  <c:v>24.4</c:v>
                </c:pt>
                <c:pt idx="26385">
                  <c:v>24.4</c:v>
                </c:pt>
                <c:pt idx="26386">
                  <c:v>24.4</c:v>
                </c:pt>
                <c:pt idx="26387">
                  <c:v>24.4</c:v>
                </c:pt>
                <c:pt idx="26388">
                  <c:v>24.4</c:v>
                </c:pt>
                <c:pt idx="26389">
                  <c:v>24.45</c:v>
                </c:pt>
                <c:pt idx="26390">
                  <c:v>24.45</c:v>
                </c:pt>
                <c:pt idx="26391">
                  <c:v>24.45</c:v>
                </c:pt>
                <c:pt idx="26392">
                  <c:v>24.5</c:v>
                </c:pt>
                <c:pt idx="26393">
                  <c:v>24.5</c:v>
                </c:pt>
                <c:pt idx="26394">
                  <c:v>24.5</c:v>
                </c:pt>
                <c:pt idx="26395">
                  <c:v>24.55</c:v>
                </c:pt>
                <c:pt idx="26396">
                  <c:v>24.55</c:v>
                </c:pt>
                <c:pt idx="26397">
                  <c:v>24.6</c:v>
                </c:pt>
                <c:pt idx="26398">
                  <c:v>24.6</c:v>
                </c:pt>
                <c:pt idx="26399">
                  <c:v>24.65</c:v>
                </c:pt>
                <c:pt idx="26400">
                  <c:v>24.65</c:v>
                </c:pt>
                <c:pt idx="26401">
                  <c:v>24.65</c:v>
                </c:pt>
                <c:pt idx="26402">
                  <c:v>24.65</c:v>
                </c:pt>
                <c:pt idx="26403">
                  <c:v>24.6</c:v>
                </c:pt>
                <c:pt idx="26404">
                  <c:v>24.55</c:v>
                </c:pt>
                <c:pt idx="26405">
                  <c:v>24.5</c:v>
                </c:pt>
                <c:pt idx="26406">
                  <c:v>24.5</c:v>
                </c:pt>
                <c:pt idx="26407">
                  <c:v>24.45</c:v>
                </c:pt>
                <c:pt idx="26408">
                  <c:v>24.4</c:v>
                </c:pt>
                <c:pt idx="26409">
                  <c:v>24.4</c:v>
                </c:pt>
                <c:pt idx="26410">
                  <c:v>24.35</c:v>
                </c:pt>
                <c:pt idx="26411">
                  <c:v>24.35</c:v>
                </c:pt>
                <c:pt idx="26412">
                  <c:v>24.35</c:v>
                </c:pt>
                <c:pt idx="26413">
                  <c:v>24.35</c:v>
                </c:pt>
                <c:pt idx="26414">
                  <c:v>24.35</c:v>
                </c:pt>
                <c:pt idx="26415">
                  <c:v>24.35</c:v>
                </c:pt>
                <c:pt idx="26416">
                  <c:v>24.35</c:v>
                </c:pt>
                <c:pt idx="26417">
                  <c:v>24.35</c:v>
                </c:pt>
                <c:pt idx="26418">
                  <c:v>24.4</c:v>
                </c:pt>
                <c:pt idx="26419">
                  <c:v>24.4</c:v>
                </c:pt>
                <c:pt idx="26420">
                  <c:v>24.4</c:v>
                </c:pt>
                <c:pt idx="26421">
                  <c:v>24.45</c:v>
                </c:pt>
                <c:pt idx="26422">
                  <c:v>24.45</c:v>
                </c:pt>
                <c:pt idx="26423">
                  <c:v>24.5</c:v>
                </c:pt>
                <c:pt idx="26424">
                  <c:v>24.5</c:v>
                </c:pt>
                <c:pt idx="26425">
                  <c:v>24.55</c:v>
                </c:pt>
                <c:pt idx="26426">
                  <c:v>24.55</c:v>
                </c:pt>
                <c:pt idx="26427">
                  <c:v>24.55</c:v>
                </c:pt>
                <c:pt idx="26428">
                  <c:v>24.6</c:v>
                </c:pt>
                <c:pt idx="26429">
                  <c:v>24.6</c:v>
                </c:pt>
                <c:pt idx="26430">
                  <c:v>24.65</c:v>
                </c:pt>
                <c:pt idx="26431">
                  <c:v>24.65</c:v>
                </c:pt>
                <c:pt idx="26432">
                  <c:v>24.65</c:v>
                </c:pt>
                <c:pt idx="26433">
                  <c:v>24.6</c:v>
                </c:pt>
                <c:pt idx="26434">
                  <c:v>24.6</c:v>
                </c:pt>
                <c:pt idx="26435">
                  <c:v>24.55</c:v>
                </c:pt>
                <c:pt idx="26436">
                  <c:v>24.5</c:v>
                </c:pt>
                <c:pt idx="26437">
                  <c:v>24.45</c:v>
                </c:pt>
                <c:pt idx="26438">
                  <c:v>24.4</c:v>
                </c:pt>
                <c:pt idx="26439">
                  <c:v>24.4</c:v>
                </c:pt>
                <c:pt idx="26440">
                  <c:v>24.4</c:v>
                </c:pt>
                <c:pt idx="26441">
                  <c:v>24.35</c:v>
                </c:pt>
                <c:pt idx="26442">
                  <c:v>24.35</c:v>
                </c:pt>
                <c:pt idx="26443">
                  <c:v>24.4</c:v>
                </c:pt>
                <c:pt idx="26444">
                  <c:v>24.4</c:v>
                </c:pt>
                <c:pt idx="26445">
                  <c:v>24.4</c:v>
                </c:pt>
                <c:pt idx="26446">
                  <c:v>24.4</c:v>
                </c:pt>
                <c:pt idx="26447">
                  <c:v>24.4</c:v>
                </c:pt>
                <c:pt idx="26448">
                  <c:v>24.45</c:v>
                </c:pt>
                <c:pt idx="26449">
                  <c:v>24.45</c:v>
                </c:pt>
                <c:pt idx="26450">
                  <c:v>24.45</c:v>
                </c:pt>
                <c:pt idx="26451">
                  <c:v>24.45</c:v>
                </c:pt>
                <c:pt idx="26452">
                  <c:v>24.5</c:v>
                </c:pt>
                <c:pt idx="26453">
                  <c:v>24.5</c:v>
                </c:pt>
                <c:pt idx="26454">
                  <c:v>24.5</c:v>
                </c:pt>
                <c:pt idx="26455">
                  <c:v>24.55</c:v>
                </c:pt>
                <c:pt idx="26456">
                  <c:v>24.55</c:v>
                </c:pt>
                <c:pt idx="26457">
                  <c:v>24.6</c:v>
                </c:pt>
                <c:pt idx="26458">
                  <c:v>24.6</c:v>
                </c:pt>
                <c:pt idx="26459">
                  <c:v>24.6</c:v>
                </c:pt>
                <c:pt idx="26460">
                  <c:v>24.65</c:v>
                </c:pt>
                <c:pt idx="26461">
                  <c:v>24.65</c:v>
                </c:pt>
                <c:pt idx="26462">
                  <c:v>24.65</c:v>
                </c:pt>
                <c:pt idx="26463">
                  <c:v>24.6</c:v>
                </c:pt>
                <c:pt idx="26464">
                  <c:v>24.55</c:v>
                </c:pt>
                <c:pt idx="26465">
                  <c:v>24.55</c:v>
                </c:pt>
                <c:pt idx="26466">
                  <c:v>24.5</c:v>
                </c:pt>
                <c:pt idx="26467">
                  <c:v>24.5</c:v>
                </c:pt>
                <c:pt idx="26468">
                  <c:v>24.45</c:v>
                </c:pt>
                <c:pt idx="26469">
                  <c:v>24.45</c:v>
                </c:pt>
                <c:pt idx="26470">
                  <c:v>24.4</c:v>
                </c:pt>
                <c:pt idx="26471">
                  <c:v>24.4</c:v>
                </c:pt>
                <c:pt idx="26472">
                  <c:v>24.4</c:v>
                </c:pt>
                <c:pt idx="26473">
                  <c:v>24.4</c:v>
                </c:pt>
                <c:pt idx="26474">
                  <c:v>24.4</c:v>
                </c:pt>
                <c:pt idx="26475">
                  <c:v>24.4</c:v>
                </c:pt>
                <c:pt idx="26476">
                  <c:v>24.4</c:v>
                </c:pt>
                <c:pt idx="26477">
                  <c:v>24.4</c:v>
                </c:pt>
                <c:pt idx="26478">
                  <c:v>24.4</c:v>
                </c:pt>
                <c:pt idx="26479">
                  <c:v>24.4</c:v>
                </c:pt>
                <c:pt idx="26480">
                  <c:v>24.45</c:v>
                </c:pt>
                <c:pt idx="26481">
                  <c:v>24.45</c:v>
                </c:pt>
                <c:pt idx="26482">
                  <c:v>24.5</c:v>
                </c:pt>
                <c:pt idx="26483">
                  <c:v>24.5</c:v>
                </c:pt>
                <c:pt idx="26484">
                  <c:v>24.5</c:v>
                </c:pt>
                <c:pt idx="26485">
                  <c:v>24.5</c:v>
                </c:pt>
                <c:pt idx="26486">
                  <c:v>24.55</c:v>
                </c:pt>
                <c:pt idx="26487">
                  <c:v>24.55</c:v>
                </c:pt>
                <c:pt idx="26488">
                  <c:v>24.6</c:v>
                </c:pt>
                <c:pt idx="26489">
                  <c:v>24.6</c:v>
                </c:pt>
                <c:pt idx="26490">
                  <c:v>24.6</c:v>
                </c:pt>
                <c:pt idx="26491">
                  <c:v>24.65</c:v>
                </c:pt>
                <c:pt idx="26492">
                  <c:v>24.65</c:v>
                </c:pt>
                <c:pt idx="26493">
                  <c:v>24.6</c:v>
                </c:pt>
                <c:pt idx="26494">
                  <c:v>24.6</c:v>
                </c:pt>
                <c:pt idx="26495">
                  <c:v>24.55</c:v>
                </c:pt>
                <c:pt idx="26496">
                  <c:v>24.5</c:v>
                </c:pt>
                <c:pt idx="26497">
                  <c:v>24.45</c:v>
                </c:pt>
                <c:pt idx="26498">
                  <c:v>24.45</c:v>
                </c:pt>
                <c:pt idx="26499">
                  <c:v>24.45</c:v>
                </c:pt>
                <c:pt idx="26500">
                  <c:v>24.4</c:v>
                </c:pt>
                <c:pt idx="26501">
                  <c:v>24.4</c:v>
                </c:pt>
                <c:pt idx="26502">
                  <c:v>24.4</c:v>
                </c:pt>
                <c:pt idx="26503">
                  <c:v>24.4</c:v>
                </c:pt>
                <c:pt idx="26504">
                  <c:v>24.4</c:v>
                </c:pt>
                <c:pt idx="26505">
                  <c:v>24.4</c:v>
                </c:pt>
                <c:pt idx="26506">
                  <c:v>24.4</c:v>
                </c:pt>
                <c:pt idx="26507">
                  <c:v>24.4</c:v>
                </c:pt>
                <c:pt idx="26508">
                  <c:v>24.4</c:v>
                </c:pt>
                <c:pt idx="26509">
                  <c:v>24.4</c:v>
                </c:pt>
                <c:pt idx="26510">
                  <c:v>24.45</c:v>
                </c:pt>
                <c:pt idx="26511">
                  <c:v>24.45</c:v>
                </c:pt>
                <c:pt idx="26512">
                  <c:v>24.45</c:v>
                </c:pt>
                <c:pt idx="26513">
                  <c:v>24.45</c:v>
                </c:pt>
                <c:pt idx="26514">
                  <c:v>24.5</c:v>
                </c:pt>
                <c:pt idx="26515">
                  <c:v>24.5</c:v>
                </c:pt>
                <c:pt idx="26516">
                  <c:v>24.5</c:v>
                </c:pt>
                <c:pt idx="26517">
                  <c:v>24.55</c:v>
                </c:pt>
                <c:pt idx="26518">
                  <c:v>24.55</c:v>
                </c:pt>
                <c:pt idx="26519">
                  <c:v>24.6</c:v>
                </c:pt>
                <c:pt idx="26520">
                  <c:v>24.6</c:v>
                </c:pt>
                <c:pt idx="26521">
                  <c:v>24.65</c:v>
                </c:pt>
                <c:pt idx="26522">
                  <c:v>24.6</c:v>
                </c:pt>
                <c:pt idx="26523">
                  <c:v>24.6</c:v>
                </c:pt>
                <c:pt idx="26524">
                  <c:v>24.55</c:v>
                </c:pt>
                <c:pt idx="26525">
                  <c:v>24.5</c:v>
                </c:pt>
                <c:pt idx="26526">
                  <c:v>24.5</c:v>
                </c:pt>
                <c:pt idx="26527">
                  <c:v>24.45</c:v>
                </c:pt>
                <c:pt idx="26528">
                  <c:v>24.45</c:v>
                </c:pt>
                <c:pt idx="26529">
                  <c:v>24.4</c:v>
                </c:pt>
                <c:pt idx="26530">
                  <c:v>24.4</c:v>
                </c:pt>
                <c:pt idx="26531">
                  <c:v>24.4</c:v>
                </c:pt>
                <c:pt idx="26532">
                  <c:v>24.4</c:v>
                </c:pt>
                <c:pt idx="26533">
                  <c:v>24.4</c:v>
                </c:pt>
                <c:pt idx="26534">
                  <c:v>24.4</c:v>
                </c:pt>
                <c:pt idx="26535">
                  <c:v>24.4</c:v>
                </c:pt>
                <c:pt idx="26536">
                  <c:v>24.4</c:v>
                </c:pt>
                <c:pt idx="26537">
                  <c:v>24.4</c:v>
                </c:pt>
                <c:pt idx="26538">
                  <c:v>24.45</c:v>
                </c:pt>
                <c:pt idx="26539">
                  <c:v>24.45</c:v>
                </c:pt>
                <c:pt idx="26540">
                  <c:v>24.45</c:v>
                </c:pt>
                <c:pt idx="26541">
                  <c:v>24.45</c:v>
                </c:pt>
                <c:pt idx="26542">
                  <c:v>24.5</c:v>
                </c:pt>
                <c:pt idx="26543">
                  <c:v>24.5</c:v>
                </c:pt>
                <c:pt idx="26544">
                  <c:v>24.55</c:v>
                </c:pt>
                <c:pt idx="26545">
                  <c:v>24.55</c:v>
                </c:pt>
                <c:pt idx="26546">
                  <c:v>24.55</c:v>
                </c:pt>
                <c:pt idx="26547">
                  <c:v>24.6</c:v>
                </c:pt>
                <c:pt idx="26548">
                  <c:v>24.6</c:v>
                </c:pt>
                <c:pt idx="26549">
                  <c:v>24.6</c:v>
                </c:pt>
                <c:pt idx="26550">
                  <c:v>24.65</c:v>
                </c:pt>
                <c:pt idx="26551">
                  <c:v>24.65</c:v>
                </c:pt>
                <c:pt idx="26552">
                  <c:v>24.65</c:v>
                </c:pt>
                <c:pt idx="26553">
                  <c:v>24.6</c:v>
                </c:pt>
                <c:pt idx="26554">
                  <c:v>24.6</c:v>
                </c:pt>
                <c:pt idx="26555">
                  <c:v>24.55</c:v>
                </c:pt>
                <c:pt idx="26556">
                  <c:v>24.5</c:v>
                </c:pt>
                <c:pt idx="26557">
                  <c:v>24.5</c:v>
                </c:pt>
                <c:pt idx="26558">
                  <c:v>24.45</c:v>
                </c:pt>
                <c:pt idx="26559">
                  <c:v>24.4</c:v>
                </c:pt>
                <c:pt idx="26560">
                  <c:v>24.4</c:v>
                </c:pt>
                <c:pt idx="26561">
                  <c:v>24.4</c:v>
                </c:pt>
                <c:pt idx="26562">
                  <c:v>24.35</c:v>
                </c:pt>
                <c:pt idx="26563">
                  <c:v>24.35</c:v>
                </c:pt>
                <c:pt idx="26564">
                  <c:v>24.4</c:v>
                </c:pt>
                <c:pt idx="26565">
                  <c:v>24.35</c:v>
                </c:pt>
                <c:pt idx="26566">
                  <c:v>24.35</c:v>
                </c:pt>
                <c:pt idx="26567">
                  <c:v>24.4</c:v>
                </c:pt>
                <c:pt idx="26568">
                  <c:v>24.4</c:v>
                </c:pt>
                <c:pt idx="26569">
                  <c:v>24.4</c:v>
                </c:pt>
                <c:pt idx="26570">
                  <c:v>24.4</c:v>
                </c:pt>
                <c:pt idx="26571">
                  <c:v>24.45</c:v>
                </c:pt>
                <c:pt idx="26572">
                  <c:v>24.45</c:v>
                </c:pt>
                <c:pt idx="26573">
                  <c:v>24.45</c:v>
                </c:pt>
                <c:pt idx="26574">
                  <c:v>24.5</c:v>
                </c:pt>
                <c:pt idx="26575">
                  <c:v>24.5</c:v>
                </c:pt>
                <c:pt idx="26576">
                  <c:v>24.55</c:v>
                </c:pt>
                <c:pt idx="26577">
                  <c:v>24.6</c:v>
                </c:pt>
                <c:pt idx="26578">
                  <c:v>24.6</c:v>
                </c:pt>
                <c:pt idx="26579">
                  <c:v>24.6</c:v>
                </c:pt>
                <c:pt idx="26580">
                  <c:v>24.65</c:v>
                </c:pt>
                <c:pt idx="26581">
                  <c:v>24.65</c:v>
                </c:pt>
                <c:pt idx="26582">
                  <c:v>24.65</c:v>
                </c:pt>
                <c:pt idx="26583">
                  <c:v>24.65</c:v>
                </c:pt>
                <c:pt idx="26584">
                  <c:v>24.6</c:v>
                </c:pt>
                <c:pt idx="26585">
                  <c:v>24.55</c:v>
                </c:pt>
                <c:pt idx="26586">
                  <c:v>24.5</c:v>
                </c:pt>
                <c:pt idx="26587">
                  <c:v>24.5</c:v>
                </c:pt>
                <c:pt idx="26588">
                  <c:v>24.45</c:v>
                </c:pt>
                <c:pt idx="26589">
                  <c:v>24.45</c:v>
                </c:pt>
                <c:pt idx="26590">
                  <c:v>24.4</c:v>
                </c:pt>
                <c:pt idx="26591">
                  <c:v>24.4</c:v>
                </c:pt>
                <c:pt idx="26592">
                  <c:v>24.4</c:v>
                </c:pt>
                <c:pt idx="26593">
                  <c:v>24.4</c:v>
                </c:pt>
                <c:pt idx="26594">
                  <c:v>24.4</c:v>
                </c:pt>
                <c:pt idx="26595">
                  <c:v>24.4</c:v>
                </c:pt>
                <c:pt idx="26596">
                  <c:v>24.4</c:v>
                </c:pt>
                <c:pt idx="26597">
                  <c:v>24.45</c:v>
                </c:pt>
                <c:pt idx="26598">
                  <c:v>24.45</c:v>
                </c:pt>
                <c:pt idx="26599">
                  <c:v>24.45</c:v>
                </c:pt>
                <c:pt idx="26600">
                  <c:v>24.45</c:v>
                </c:pt>
                <c:pt idx="26601">
                  <c:v>24.5</c:v>
                </c:pt>
                <c:pt idx="26602">
                  <c:v>24.5</c:v>
                </c:pt>
                <c:pt idx="26603">
                  <c:v>24.5</c:v>
                </c:pt>
                <c:pt idx="26604">
                  <c:v>24.55</c:v>
                </c:pt>
                <c:pt idx="26605">
                  <c:v>24.55</c:v>
                </c:pt>
                <c:pt idx="26606">
                  <c:v>24.6</c:v>
                </c:pt>
                <c:pt idx="26607">
                  <c:v>24.6</c:v>
                </c:pt>
                <c:pt idx="26608">
                  <c:v>24.6</c:v>
                </c:pt>
                <c:pt idx="26609">
                  <c:v>24.6</c:v>
                </c:pt>
                <c:pt idx="26610">
                  <c:v>24.65</c:v>
                </c:pt>
                <c:pt idx="26611">
                  <c:v>24.65</c:v>
                </c:pt>
                <c:pt idx="26612">
                  <c:v>24.65</c:v>
                </c:pt>
                <c:pt idx="26613">
                  <c:v>24.6</c:v>
                </c:pt>
                <c:pt idx="26614">
                  <c:v>24.6</c:v>
                </c:pt>
                <c:pt idx="26615">
                  <c:v>24.55</c:v>
                </c:pt>
                <c:pt idx="26616">
                  <c:v>24.55</c:v>
                </c:pt>
                <c:pt idx="26617">
                  <c:v>24.5</c:v>
                </c:pt>
                <c:pt idx="26618">
                  <c:v>24.45</c:v>
                </c:pt>
                <c:pt idx="26619">
                  <c:v>24.45</c:v>
                </c:pt>
                <c:pt idx="26620">
                  <c:v>24.4</c:v>
                </c:pt>
                <c:pt idx="26621">
                  <c:v>24.4</c:v>
                </c:pt>
                <c:pt idx="26622">
                  <c:v>24.4</c:v>
                </c:pt>
                <c:pt idx="26623">
                  <c:v>24.4</c:v>
                </c:pt>
                <c:pt idx="26624">
                  <c:v>24.4</c:v>
                </c:pt>
                <c:pt idx="26625">
                  <c:v>24.45</c:v>
                </c:pt>
                <c:pt idx="26626">
                  <c:v>24.45</c:v>
                </c:pt>
                <c:pt idx="26627">
                  <c:v>24.45</c:v>
                </c:pt>
                <c:pt idx="26628">
                  <c:v>24.45</c:v>
                </c:pt>
                <c:pt idx="26629">
                  <c:v>24.45</c:v>
                </c:pt>
                <c:pt idx="26630">
                  <c:v>24.5</c:v>
                </c:pt>
                <c:pt idx="26631">
                  <c:v>24.5</c:v>
                </c:pt>
                <c:pt idx="26632">
                  <c:v>24.5</c:v>
                </c:pt>
                <c:pt idx="26633">
                  <c:v>24.5</c:v>
                </c:pt>
                <c:pt idx="26634">
                  <c:v>24.55</c:v>
                </c:pt>
                <c:pt idx="26635">
                  <c:v>24.55</c:v>
                </c:pt>
                <c:pt idx="26636">
                  <c:v>24.55</c:v>
                </c:pt>
                <c:pt idx="26637">
                  <c:v>24.55</c:v>
                </c:pt>
                <c:pt idx="26638">
                  <c:v>24.6</c:v>
                </c:pt>
                <c:pt idx="26639">
                  <c:v>24.6</c:v>
                </c:pt>
                <c:pt idx="26640">
                  <c:v>24.65</c:v>
                </c:pt>
                <c:pt idx="26641">
                  <c:v>24.65</c:v>
                </c:pt>
                <c:pt idx="26642">
                  <c:v>24.65</c:v>
                </c:pt>
                <c:pt idx="26643">
                  <c:v>24.6</c:v>
                </c:pt>
                <c:pt idx="26644">
                  <c:v>24.6</c:v>
                </c:pt>
                <c:pt idx="26645">
                  <c:v>24.55</c:v>
                </c:pt>
                <c:pt idx="26646">
                  <c:v>24.5</c:v>
                </c:pt>
                <c:pt idx="26647">
                  <c:v>24.45</c:v>
                </c:pt>
                <c:pt idx="26648">
                  <c:v>24.45</c:v>
                </c:pt>
                <c:pt idx="26649">
                  <c:v>24.45</c:v>
                </c:pt>
                <c:pt idx="26650">
                  <c:v>24.4</c:v>
                </c:pt>
                <c:pt idx="26651">
                  <c:v>24.4</c:v>
                </c:pt>
                <c:pt idx="26652">
                  <c:v>24.4</c:v>
                </c:pt>
                <c:pt idx="26653">
                  <c:v>24.4</c:v>
                </c:pt>
                <c:pt idx="26654">
                  <c:v>24.35</c:v>
                </c:pt>
                <c:pt idx="26655">
                  <c:v>24.4</c:v>
                </c:pt>
                <c:pt idx="26656">
                  <c:v>24.4</c:v>
                </c:pt>
                <c:pt idx="26657">
                  <c:v>24.4</c:v>
                </c:pt>
                <c:pt idx="26658">
                  <c:v>24.4</c:v>
                </c:pt>
                <c:pt idx="26659">
                  <c:v>24.45</c:v>
                </c:pt>
                <c:pt idx="26660">
                  <c:v>24.45</c:v>
                </c:pt>
                <c:pt idx="26661">
                  <c:v>24.45</c:v>
                </c:pt>
                <c:pt idx="26662">
                  <c:v>24.45</c:v>
                </c:pt>
                <c:pt idx="26663">
                  <c:v>24.5</c:v>
                </c:pt>
                <c:pt idx="26664">
                  <c:v>24.5</c:v>
                </c:pt>
                <c:pt idx="26665">
                  <c:v>24.5</c:v>
                </c:pt>
                <c:pt idx="26666">
                  <c:v>24.55</c:v>
                </c:pt>
                <c:pt idx="26667">
                  <c:v>24.55</c:v>
                </c:pt>
                <c:pt idx="26668">
                  <c:v>24.55</c:v>
                </c:pt>
                <c:pt idx="26669">
                  <c:v>24.6</c:v>
                </c:pt>
                <c:pt idx="26670">
                  <c:v>24.65</c:v>
                </c:pt>
                <c:pt idx="26671">
                  <c:v>24.65</c:v>
                </c:pt>
                <c:pt idx="26672">
                  <c:v>24.65</c:v>
                </c:pt>
                <c:pt idx="26673">
                  <c:v>24.6</c:v>
                </c:pt>
                <c:pt idx="26674">
                  <c:v>24.6</c:v>
                </c:pt>
                <c:pt idx="26675">
                  <c:v>24.55</c:v>
                </c:pt>
                <c:pt idx="26676">
                  <c:v>24.5</c:v>
                </c:pt>
                <c:pt idx="26677">
                  <c:v>24.45</c:v>
                </c:pt>
                <c:pt idx="26678">
                  <c:v>24.45</c:v>
                </c:pt>
                <c:pt idx="26679">
                  <c:v>24.45</c:v>
                </c:pt>
                <c:pt idx="26680">
                  <c:v>24.4</c:v>
                </c:pt>
                <c:pt idx="26681">
                  <c:v>24.4</c:v>
                </c:pt>
                <c:pt idx="26682">
                  <c:v>24.4</c:v>
                </c:pt>
                <c:pt idx="26683">
                  <c:v>24.4</c:v>
                </c:pt>
                <c:pt idx="26684">
                  <c:v>24.4</c:v>
                </c:pt>
                <c:pt idx="26685">
                  <c:v>24.4</c:v>
                </c:pt>
                <c:pt idx="26686">
                  <c:v>24.4</c:v>
                </c:pt>
                <c:pt idx="26687">
                  <c:v>24.4</c:v>
                </c:pt>
                <c:pt idx="26688">
                  <c:v>24.45</c:v>
                </c:pt>
                <c:pt idx="26689">
                  <c:v>24.45</c:v>
                </c:pt>
                <c:pt idx="26690">
                  <c:v>24.45</c:v>
                </c:pt>
                <c:pt idx="26691">
                  <c:v>24.45</c:v>
                </c:pt>
                <c:pt idx="26692">
                  <c:v>24.5</c:v>
                </c:pt>
                <c:pt idx="26693">
                  <c:v>24.5</c:v>
                </c:pt>
                <c:pt idx="26694">
                  <c:v>24.5</c:v>
                </c:pt>
                <c:pt idx="26695">
                  <c:v>24.55</c:v>
                </c:pt>
                <c:pt idx="26696">
                  <c:v>24.55</c:v>
                </c:pt>
                <c:pt idx="26697">
                  <c:v>24.6</c:v>
                </c:pt>
                <c:pt idx="26698">
                  <c:v>24.6</c:v>
                </c:pt>
                <c:pt idx="26699">
                  <c:v>24.65</c:v>
                </c:pt>
                <c:pt idx="26700">
                  <c:v>24.65</c:v>
                </c:pt>
                <c:pt idx="26701">
                  <c:v>24.65</c:v>
                </c:pt>
                <c:pt idx="26702">
                  <c:v>24.65</c:v>
                </c:pt>
                <c:pt idx="26703">
                  <c:v>24.65</c:v>
                </c:pt>
                <c:pt idx="26704">
                  <c:v>24.6</c:v>
                </c:pt>
                <c:pt idx="26705">
                  <c:v>24.6</c:v>
                </c:pt>
                <c:pt idx="26706">
                  <c:v>24.5</c:v>
                </c:pt>
                <c:pt idx="26707">
                  <c:v>24.5</c:v>
                </c:pt>
                <c:pt idx="26708">
                  <c:v>24.45</c:v>
                </c:pt>
                <c:pt idx="26709">
                  <c:v>24.4</c:v>
                </c:pt>
                <c:pt idx="26710">
                  <c:v>24.4</c:v>
                </c:pt>
                <c:pt idx="26711">
                  <c:v>24.35</c:v>
                </c:pt>
                <c:pt idx="26712">
                  <c:v>24.35</c:v>
                </c:pt>
                <c:pt idx="26713">
                  <c:v>24.35</c:v>
                </c:pt>
                <c:pt idx="26714">
                  <c:v>24.35</c:v>
                </c:pt>
                <c:pt idx="26715">
                  <c:v>24.35</c:v>
                </c:pt>
                <c:pt idx="26716">
                  <c:v>24.4</c:v>
                </c:pt>
                <c:pt idx="26717">
                  <c:v>24.4</c:v>
                </c:pt>
                <c:pt idx="26718">
                  <c:v>24.4</c:v>
                </c:pt>
                <c:pt idx="26719">
                  <c:v>24.4</c:v>
                </c:pt>
                <c:pt idx="26720">
                  <c:v>24.45</c:v>
                </c:pt>
                <c:pt idx="26721">
                  <c:v>24.45</c:v>
                </c:pt>
                <c:pt idx="26722">
                  <c:v>24.45</c:v>
                </c:pt>
                <c:pt idx="26723">
                  <c:v>24.5</c:v>
                </c:pt>
                <c:pt idx="26724">
                  <c:v>24.5</c:v>
                </c:pt>
                <c:pt idx="26725">
                  <c:v>24.55</c:v>
                </c:pt>
                <c:pt idx="26726">
                  <c:v>24.55</c:v>
                </c:pt>
                <c:pt idx="26727">
                  <c:v>24.6</c:v>
                </c:pt>
                <c:pt idx="26728">
                  <c:v>24.6</c:v>
                </c:pt>
                <c:pt idx="26729">
                  <c:v>24.65</c:v>
                </c:pt>
                <c:pt idx="26730">
                  <c:v>24.65</c:v>
                </c:pt>
                <c:pt idx="26731">
                  <c:v>24.65</c:v>
                </c:pt>
                <c:pt idx="26732">
                  <c:v>24.65</c:v>
                </c:pt>
                <c:pt idx="26733">
                  <c:v>24.65</c:v>
                </c:pt>
                <c:pt idx="26734">
                  <c:v>24.6</c:v>
                </c:pt>
                <c:pt idx="26735">
                  <c:v>24.55</c:v>
                </c:pt>
                <c:pt idx="26736">
                  <c:v>24.5</c:v>
                </c:pt>
                <c:pt idx="26737">
                  <c:v>24.5</c:v>
                </c:pt>
                <c:pt idx="26738">
                  <c:v>24.45</c:v>
                </c:pt>
                <c:pt idx="26739">
                  <c:v>24.45</c:v>
                </c:pt>
                <c:pt idx="26740">
                  <c:v>24.4</c:v>
                </c:pt>
                <c:pt idx="26741">
                  <c:v>24.4</c:v>
                </c:pt>
                <c:pt idx="26742">
                  <c:v>24.4</c:v>
                </c:pt>
                <c:pt idx="26743">
                  <c:v>24.45</c:v>
                </c:pt>
                <c:pt idx="26744">
                  <c:v>24.4</c:v>
                </c:pt>
                <c:pt idx="26745">
                  <c:v>24.4</c:v>
                </c:pt>
                <c:pt idx="26746">
                  <c:v>24.4</c:v>
                </c:pt>
                <c:pt idx="26747">
                  <c:v>24.45</c:v>
                </c:pt>
                <c:pt idx="26748">
                  <c:v>24.45</c:v>
                </c:pt>
                <c:pt idx="26749">
                  <c:v>24.45</c:v>
                </c:pt>
                <c:pt idx="26750">
                  <c:v>24.5</c:v>
                </c:pt>
                <c:pt idx="26751">
                  <c:v>24.5</c:v>
                </c:pt>
                <c:pt idx="26752">
                  <c:v>24.5</c:v>
                </c:pt>
                <c:pt idx="26753">
                  <c:v>24.55</c:v>
                </c:pt>
                <c:pt idx="26754">
                  <c:v>24.55</c:v>
                </c:pt>
                <c:pt idx="26755">
                  <c:v>24.55</c:v>
                </c:pt>
                <c:pt idx="26756">
                  <c:v>24.6</c:v>
                </c:pt>
                <c:pt idx="26757">
                  <c:v>24.6</c:v>
                </c:pt>
                <c:pt idx="26758">
                  <c:v>24.6</c:v>
                </c:pt>
                <c:pt idx="26759">
                  <c:v>24.65</c:v>
                </c:pt>
                <c:pt idx="26760">
                  <c:v>24.65</c:v>
                </c:pt>
                <c:pt idx="26761">
                  <c:v>24.65</c:v>
                </c:pt>
                <c:pt idx="26762">
                  <c:v>24.65</c:v>
                </c:pt>
                <c:pt idx="26763">
                  <c:v>24.65</c:v>
                </c:pt>
                <c:pt idx="26764">
                  <c:v>24.55</c:v>
                </c:pt>
                <c:pt idx="26765">
                  <c:v>24.55</c:v>
                </c:pt>
                <c:pt idx="26766">
                  <c:v>24.5</c:v>
                </c:pt>
                <c:pt idx="26767">
                  <c:v>24.45</c:v>
                </c:pt>
                <c:pt idx="26768">
                  <c:v>24.4</c:v>
                </c:pt>
                <c:pt idx="26769">
                  <c:v>24.4</c:v>
                </c:pt>
                <c:pt idx="26770">
                  <c:v>24.4</c:v>
                </c:pt>
                <c:pt idx="26771">
                  <c:v>24.4</c:v>
                </c:pt>
                <c:pt idx="26772">
                  <c:v>24.4</c:v>
                </c:pt>
                <c:pt idx="26773">
                  <c:v>24.4</c:v>
                </c:pt>
                <c:pt idx="26774">
                  <c:v>24.4</c:v>
                </c:pt>
                <c:pt idx="26775">
                  <c:v>24.4</c:v>
                </c:pt>
                <c:pt idx="26776">
                  <c:v>24.4</c:v>
                </c:pt>
                <c:pt idx="26777">
                  <c:v>24.4</c:v>
                </c:pt>
                <c:pt idx="26778">
                  <c:v>24.45</c:v>
                </c:pt>
                <c:pt idx="26779">
                  <c:v>24.45</c:v>
                </c:pt>
                <c:pt idx="26780">
                  <c:v>24.45</c:v>
                </c:pt>
                <c:pt idx="26781">
                  <c:v>24.5</c:v>
                </c:pt>
                <c:pt idx="26782">
                  <c:v>24.5</c:v>
                </c:pt>
                <c:pt idx="26783">
                  <c:v>24.5</c:v>
                </c:pt>
                <c:pt idx="26784">
                  <c:v>24.55</c:v>
                </c:pt>
                <c:pt idx="26785">
                  <c:v>24.55</c:v>
                </c:pt>
                <c:pt idx="26786">
                  <c:v>24.55</c:v>
                </c:pt>
                <c:pt idx="26787">
                  <c:v>24.6</c:v>
                </c:pt>
                <c:pt idx="26788">
                  <c:v>24.6</c:v>
                </c:pt>
                <c:pt idx="26789">
                  <c:v>24.65</c:v>
                </c:pt>
                <c:pt idx="26790">
                  <c:v>24.65</c:v>
                </c:pt>
                <c:pt idx="26791">
                  <c:v>24.65</c:v>
                </c:pt>
                <c:pt idx="26792">
                  <c:v>24.65</c:v>
                </c:pt>
                <c:pt idx="26793">
                  <c:v>24.65</c:v>
                </c:pt>
                <c:pt idx="26794">
                  <c:v>24.6</c:v>
                </c:pt>
                <c:pt idx="26795">
                  <c:v>24.55</c:v>
                </c:pt>
                <c:pt idx="26796">
                  <c:v>24.55</c:v>
                </c:pt>
                <c:pt idx="26797">
                  <c:v>24.5</c:v>
                </c:pt>
                <c:pt idx="26798">
                  <c:v>24.45</c:v>
                </c:pt>
                <c:pt idx="26799">
                  <c:v>24.4</c:v>
                </c:pt>
                <c:pt idx="26800">
                  <c:v>24.4</c:v>
                </c:pt>
                <c:pt idx="26801">
                  <c:v>24.4</c:v>
                </c:pt>
                <c:pt idx="26802">
                  <c:v>24.35</c:v>
                </c:pt>
                <c:pt idx="26803">
                  <c:v>24.35</c:v>
                </c:pt>
                <c:pt idx="26804">
                  <c:v>24.35</c:v>
                </c:pt>
                <c:pt idx="26805">
                  <c:v>24.4</c:v>
                </c:pt>
                <c:pt idx="26806">
                  <c:v>24.4</c:v>
                </c:pt>
                <c:pt idx="26807">
                  <c:v>24.4</c:v>
                </c:pt>
                <c:pt idx="26808">
                  <c:v>24.4</c:v>
                </c:pt>
                <c:pt idx="26809">
                  <c:v>24.45</c:v>
                </c:pt>
                <c:pt idx="26810">
                  <c:v>24.45</c:v>
                </c:pt>
                <c:pt idx="26811">
                  <c:v>24.45</c:v>
                </c:pt>
                <c:pt idx="26812">
                  <c:v>24.5</c:v>
                </c:pt>
                <c:pt idx="26813">
                  <c:v>24.5</c:v>
                </c:pt>
                <c:pt idx="26814">
                  <c:v>24.5</c:v>
                </c:pt>
                <c:pt idx="26815">
                  <c:v>24.55</c:v>
                </c:pt>
                <c:pt idx="26816">
                  <c:v>24.55</c:v>
                </c:pt>
                <c:pt idx="26817">
                  <c:v>24.6</c:v>
                </c:pt>
                <c:pt idx="26818">
                  <c:v>24.6</c:v>
                </c:pt>
                <c:pt idx="26819">
                  <c:v>24.6</c:v>
                </c:pt>
                <c:pt idx="26820">
                  <c:v>24.6</c:v>
                </c:pt>
                <c:pt idx="26821">
                  <c:v>24.6</c:v>
                </c:pt>
                <c:pt idx="26822">
                  <c:v>24.6</c:v>
                </c:pt>
                <c:pt idx="26823">
                  <c:v>24.6</c:v>
                </c:pt>
                <c:pt idx="26824">
                  <c:v>24.55</c:v>
                </c:pt>
                <c:pt idx="26825">
                  <c:v>24.55</c:v>
                </c:pt>
                <c:pt idx="26826">
                  <c:v>24.5</c:v>
                </c:pt>
                <c:pt idx="26827">
                  <c:v>24.5</c:v>
                </c:pt>
                <c:pt idx="26828">
                  <c:v>24.45</c:v>
                </c:pt>
                <c:pt idx="26829">
                  <c:v>24.45</c:v>
                </c:pt>
                <c:pt idx="26830">
                  <c:v>24.4</c:v>
                </c:pt>
                <c:pt idx="26831">
                  <c:v>24.4</c:v>
                </c:pt>
                <c:pt idx="26832">
                  <c:v>24.4</c:v>
                </c:pt>
                <c:pt idx="26833">
                  <c:v>24.4</c:v>
                </c:pt>
                <c:pt idx="26834">
                  <c:v>24.4</c:v>
                </c:pt>
                <c:pt idx="26835">
                  <c:v>24.4</c:v>
                </c:pt>
                <c:pt idx="26836">
                  <c:v>24.4</c:v>
                </c:pt>
                <c:pt idx="26837">
                  <c:v>24.4</c:v>
                </c:pt>
                <c:pt idx="26838">
                  <c:v>24.45</c:v>
                </c:pt>
                <c:pt idx="26839">
                  <c:v>24.45</c:v>
                </c:pt>
                <c:pt idx="26840">
                  <c:v>24.45</c:v>
                </c:pt>
                <c:pt idx="26841">
                  <c:v>24.5</c:v>
                </c:pt>
                <c:pt idx="26842">
                  <c:v>24.5</c:v>
                </c:pt>
                <c:pt idx="26843">
                  <c:v>24.5</c:v>
                </c:pt>
                <c:pt idx="26844">
                  <c:v>24.55</c:v>
                </c:pt>
                <c:pt idx="26845">
                  <c:v>24.5</c:v>
                </c:pt>
                <c:pt idx="26846">
                  <c:v>24.55</c:v>
                </c:pt>
                <c:pt idx="26847">
                  <c:v>24.55</c:v>
                </c:pt>
                <c:pt idx="26848">
                  <c:v>24.55</c:v>
                </c:pt>
                <c:pt idx="26849">
                  <c:v>24.6</c:v>
                </c:pt>
                <c:pt idx="26850">
                  <c:v>24.6</c:v>
                </c:pt>
                <c:pt idx="26851">
                  <c:v>24.6</c:v>
                </c:pt>
                <c:pt idx="26852">
                  <c:v>24.6</c:v>
                </c:pt>
                <c:pt idx="26853">
                  <c:v>24.6</c:v>
                </c:pt>
                <c:pt idx="26854">
                  <c:v>24.55</c:v>
                </c:pt>
                <c:pt idx="26855">
                  <c:v>24.5</c:v>
                </c:pt>
                <c:pt idx="26856">
                  <c:v>24.45</c:v>
                </c:pt>
                <c:pt idx="26857">
                  <c:v>24.4</c:v>
                </c:pt>
                <c:pt idx="26858">
                  <c:v>24.4</c:v>
                </c:pt>
                <c:pt idx="26859">
                  <c:v>24.4</c:v>
                </c:pt>
                <c:pt idx="26860">
                  <c:v>24.4</c:v>
                </c:pt>
                <c:pt idx="26861">
                  <c:v>24.35</c:v>
                </c:pt>
                <c:pt idx="26862">
                  <c:v>24.35</c:v>
                </c:pt>
                <c:pt idx="26863">
                  <c:v>24.35</c:v>
                </c:pt>
                <c:pt idx="26864">
                  <c:v>24.35</c:v>
                </c:pt>
                <c:pt idx="26865">
                  <c:v>24.35</c:v>
                </c:pt>
                <c:pt idx="26866">
                  <c:v>24.4</c:v>
                </c:pt>
                <c:pt idx="26867">
                  <c:v>24.4</c:v>
                </c:pt>
                <c:pt idx="26868">
                  <c:v>24.4</c:v>
                </c:pt>
                <c:pt idx="26869">
                  <c:v>24.4</c:v>
                </c:pt>
                <c:pt idx="26870">
                  <c:v>24.4</c:v>
                </c:pt>
                <c:pt idx="26871">
                  <c:v>24.45</c:v>
                </c:pt>
                <c:pt idx="26872">
                  <c:v>24.45</c:v>
                </c:pt>
                <c:pt idx="26873">
                  <c:v>24.45</c:v>
                </c:pt>
                <c:pt idx="26874">
                  <c:v>24.5</c:v>
                </c:pt>
                <c:pt idx="26875">
                  <c:v>24.5</c:v>
                </c:pt>
                <c:pt idx="26876">
                  <c:v>24.5</c:v>
                </c:pt>
                <c:pt idx="26877">
                  <c:v>24.55</c:v>
                </c:pt>
                <c:pt idx="26878">
                  <c:v>24.55</c:v>
                </c:pt>
                <c:pt idx="26879">
                  <c:v>24.6</c:v>
                </c:pt>
                <c:pt idx="26880">
                  <c:v>24.6</c:v>
                </c:pt>
                <c:pt idx="26881">
                  <c:v>24.65</c:v>
                </c:pt>
                <c:pt idx="26882">
                  <c:v>24.6</c:v>
                </c:pt>
                <c:pt idx="26883">
                  <c:v>24.65</c:v>
                </c:pt>
                <c:pt idx="26884">
                  <c:v>24.6</c:v>
                </c:pt>
                <c:pt idx="26885">
                  <c:v>24.55</c:v>
                </c:pt>
                <c:pt idx="26886">
                  <c:v>24.5</c:v>
                </c:pt>
                <c:pt idx="26887">
                  <c:v>24.5</c:v>
                </c:pt>
                <c:pt idx="26888">
                  <c:v>24.45</c:v>
                </c:pt>
                <c:pt idx="26889">
                  <c:v>24.45</c:v>
                </c:pt>
                <c:pt idx="26890">
                  <c:v>24.4</c:v>
                </c:pt>
                <c:pt idx="26891">
                  <c:v>24.4</c:v>
                </c:pt>
                <c:pt idx="26892">
                  <c:v>24.4</c:v>
                </c:pt>
                <c:pt idx="26893">
                  <c:v>24.4</c:v>
                </c:pt>
                <c:pt idx="26894">
                  <c:v>24.4</c:v>
                </c:pt>
                <c:pt idx="26895">
                  <c:v>24.4</c:v>
                </c:pt>
                <c:pt idx="26896">
                  <c:v>24.4</c:v>
                </c:pt>
                <c:pt idx="26897">
                  <c:v>24.4</c:v>
                </c:pt>
                <c:pt idx="26898">
                  <c:v>24.45</c:v>
                </c:pt>
                <c:pt idx="26899">
                  <c:v>24.45</c:v>
                </c:pt>
                <c:pt idx="26900">
                  <c:v>24.45</c:v>
                </c:pt>
                <c:pt idx="26901">
                  <c:v>24.45</c:v>
                </c:pt>
                <c:pt idx="26902">
                  <c:v>24.45</c:v>
                </c:pt>
                <c:pt idx="26903">
                  <c:v>24.5</c:v>
                </c:pt>
                <c:pt idx="26904">
                  <c:v>24.5</c:v>
                </c:pt>
                <c:pt idx="26905">
                  <c:v>24.5</c:v>
                </c:pt>
                <c:pt idx="26906">
                  <c:v>24.55</c:v>
                </c:pt>
                <c:pt idx="26907">
                  <c:v>24.55</c:v>
                </c:pt>
                <c:pt idx="26908">
                  <c:v>24.55</c:v>
                </c:pt>
                <c:pt idx="26909">
                  <c:v>24.6</c:v>
                </c:pt>
                <c:pt idx="26910">
                  <c:v>24.6</c:v>
                </c:pt>
                <c:pt idx="26911">
                  <c:v>24.65</c:v>
                </c:pt>
                <c:pt idx="26912">
                  <c:v>24.6</c:v>
                </c:pt>
                <c:pt idx="26913">
                  <c:v>24.6</c:v>
                </c:pt>
                <c:pt idx="26914">
                  <c:v>24.55</c:v>
                </c:pt>
                <c:pt idx="26915">
                  <c:v>24.5</c:v>
                </c:pt>
                <c:pt idx="26916">
                  <c:v>24.5</c:v>
                </c:pt>
                <c:pt idx="26917">
                  <c:v>24.4</c:v>
                </c:pt>
                <c:pt idx="26918">
                  <c:v>24.4</c:v>
                </c:pt>
                <c:pt idx="26919">
                  <c:v>24.4</c:v>
                </c:pt>
                <c:pt idx="26920">
                  <c:v>24.35</c:v>
                </c:pt>
                <c:pt idx="26921">
                  <c:v>24.35</c:v>
                </c:pt>
                <c:pt idx="26922">
                  <c:v>24.35</c:v>
                </c:pt>
                <c:pt idx="26923">
                  <c:v>24.35</c:v>
                </c:pt>
                <c:pt idx="26924">
                  <c:v>24.35</c:v>
                </c:pt>
                <c:pt idx="26925">
                  <c:v>24.4</c:v>
                </c:pt>
                <c:pt idx="26926">
                  <c:v>24.4</c:v>
                </c:pt>
                <c:pt idx="26927">
                  <c:v>24.4</c:v>
                </c:pt>
                <c:pt idx="26928">
                  <c:v>24.4</c:v>
                </c:pt>
                <c:pt idx="26929">
                  <c:v>24.4</c:v>
                </c:pt>
                <c:pt idx="26930">
                  <c:v>24.45</c:v>
                </c:pt>
                <c:pt idx="26931">
                  <c:v>24.45</c:v>
                </c:pt>
                <c:pt idx="26932">
                  <c:v>24.45</c:v>
                </c:pt>
                <c:pt idx="26933">
                  <c:v>24.5</c:v>
                </c:pt>
                <c:pt idx="26934">
                  <c:v>24.5</c:v>
                </c:pt>
                <c:pt idx="26935">
                  <c:v>24.55</c:v>
                </c:pt>
                <c:pt idx="26936">
                  <c:v>24.55</c:v>
                </c:pt>
                <c:pt idx="26937">
                  <c:v>24.6</c:v>
                </c:pt>
                <c:pt idx="26938">
                  <c:v>24.6</c:v>
                </c:pt>
                <c:pt idx="26939">
                  <c:v>24.65</c:v>
                </c:pt>
                <c:pt idx="26940">
                  <c:v>24.65</c:v>
                </c:pt>
                <c:pt idx="26941">
                  <c:v>24.65</c:v>
                </c:pt>
                <c:pt idx="26942">
                  <c:v>24.65</c:v>
                </c:pt>
                <c:pt idx="26943">
                  <c:v>24.65</c:v>
                </c:pt>
                <c:pt idx="26944">
                  <c:v>24.6</c:v>
                </c:pt>
                <c:pt idx="26945">
                  <c:v>24.55</c:v>
                </c:pt>
                <c:pt idx="26946">
                  <c:v>24.5</c:v>
                </c:pt>
                <c:pt idx="26947">
                  <c:v>24.5</c:v>
                </c:pt>
                <c:pt idx="26948">
                  <c:v>24.45</c:v>
                </c:pt>
                <c:pt idx="26949">
                  <c:v>24.4</c:v>
                </c:pt>
                <c:pt idx="26950">
                  <c:v>24.4</c:v>
                </c:pt>
                <c:pt idx="26951">
                  <c:v>24.4</c:v>
                </c:pt>
                <c:pt idx="26952">
                  <c:v>24.35</c:v>
                </c:pt>
                <c:pt idx="26953">
                  <c:v>24.35</c:v>
                </c:pt>
                <c:pt idx="26954">
                  <c:v>24.35</c:v>
                </c:pt>
                <c:pt idx="26955">
                  <c:v>24.35</c:v>
                </c:pt>
                <c:pt idx="26956">
                  <c:v>24.35</c:v>
                </c:pt>
                <c:pt idx="26957">
                  <c:v>24.4</c:v>
                </c:pt>
                <c:pt idx="26958">
                  <c:v>24.4</c:v>
                </c:pt>
                <c:pt idx="26959">
                  <c:v>24.4</c:v>
                </c:pt>
                <c:pt idx="26960">
                  <c:v>24.45</c:v>
                </c:pt>
                <c:pt idx="26961">
                  <c:v>24.45</c:v>
                </c:pt>
                <c:pt idx="26962">
                  <c:v>24.45</c:v>
                </c:pt>
                <c:pt idx="26963">
                  <c:v>24.5</c:v>
                </c:pt>
                <c:pt idx="26964">
                  <c:v>24.5</c:v>
                </c:pt>
                <c:pt idx="26965">
                  <c:v>24.5</c:v>
                </c:pt>
                <c:pt idx="26966">
                  <c:v>24.55</c:v>
                </c:pt>
                <c:pt idx="26967">
                  <c:v>24.55</c:v>
                </c:pt>
                <c:pt idx="26968">
                  <c:v>24.6</c:v>
                </c:pt>
                <c:pt idx="26969">
                  <c:v>24.6</c:v>
                </c:pt>
                <c:pt idx="26970">
                  <c:v>24.6</c:v>
                </c:pt>
                <c:pt idx="26971">
                  <c:v>24.65</c:v>
                </c:pt>
                <c:pt idx="26972">
                  <c:v>24.6</c:v>
                </c:pt>
                <c:pt idx="26973">
                  <c:v>24.6</c:v>
                </c:pt>
                <c:pt idx="26974">
                  <c:v>24.55</c:v>
                </c:pt>
                <c:pt idx="26975">
                  <c:v>24.5</c:v>
                </c:pt>
                <c:pt idx="26976">
                  <c:v>24.5</c:v>
                </c:pt>
                <c:pt idx="26977">
                  <c:v>24.45</c:v>
                </c:pt>
                <c:pt idx="26978">
                  <c:v>24.4</c:v>
                </c:pt>
                <c:pt idx="26979">
                  <c:v>24.4</c:v>
                </c:pt>
                <c:pt idx="26980">
                  <c:v>24.35</c:v>
                </c:pt>
                <c:pt idx="26981">
                  <c:v>24.35</c:v>
                </c:pt>
                <c:pt idx="26982">
                  <c:v>24.35</c:v>
                </c:pt>
                <c:pt idx="26983">
                  <c:v>24.35</c:v>
                </c:pt>
                <c:pt idx="26984">
                  <c:v>24.35</c:v>
                </c:pt>
                <c:pt idx="26985">
                  <c:v>24.35</c:v>
                </c:pt>
                <c:pt idx="26986">
                  <c:v>24.4</c:v>
                </c:pt>
                <c:pt idx="26987">
                  <c:v>24.4</c:v>
                </c:pt>
                <c:pt idx="26988">
                  <c:v>24.4</c:v>
                </c:pt>
                <c:pt idx="26989">
                  <c:v>24.45</c:v>
                </c:pt>
                <c:pt idx="26990">
                  <c:v>24.45</c:v>
                </c:pt>
                <c:pt idx="26991">
                  <c:v>24.45</c:v>
                </c:pt>
                <c:pt idx="26992">
                  <c:v>24.5</c:v>
                </c:pt>
                <c:pt idx="26993">
                  <c:v>24.5</c:v>
                </c:pt>
                <c:pt idx="26994">
                  <c:v>24.5</c:v>
                </c:pt>
                <c:pt idx="26995">
                  <c:v>24.55</c:v>
                </c:pt>
                <c:pt idx="26996">
                  <c:v>24.6</c:v>
                </c:pt>
                <c:pt idx="26997">
                  <c:v>24.6</c:v>
                </c:pt>
                <c:pt idx="26998">
                  <c:v>24.65</c:v>
                </c:pt>
                <c:pt idx="26999">
                  <c:v>24.65</c:v>
                </c:pt>
                <c:pt idx="27000">
                  <c:v>24.65</c:v>
                </c:pt>
                <c:pt idx="27001">
                  <c:v>24.7</c:v>
                </c:pt>
                <c:pt idx="27002">
                  <c:v>24.65</c:v>
                </c:pt>
                <c:pt idx="27003">
                  <c:v>24.65</c:v>
                </c:pt>
                <c:pt idx="27004">
                  <c:v>24.6</c:v>
                </c:pt>
                <c:pt idx="27005">
                  <c:v>24.55</c:v>
                </c:pt>
                <c:pt idx="27006">
                  <c:v>24.5</c:v>
                </c:pt>
                <c:pt idx="27007">
                  <c:v>24.5</c:v>
                </c:pt>
                <c:pt idx="27008">
                  <c:v>24.45</c:v>
                </c:pt>
                <c:pt idx="27009">
                  <c:v>24.4</c:v>
                </c:pt>
                <c:pt idx="27010">
                  <c:v>24.4</c:v>
                </c:pt>
                <c:pt idx="27011">
                  <c:v>24.35</c:v>
                </c:pt>
                <c:pt idx="27012">
                  <c:v>24.35</c:v>
                </c:pt>
                <c:pt idx="27013">
                  <c:v>24.35</c:v>
                </c:pt>
                <c:pt idx="27014">
                  <c:v>24.35</c:v>
                </c:pt>
                <c:pt idx="27015">
                  <c:v>24.35</c:v>
                </c:pt>
                <c:pt idx="27016">
                  <c:v>24.4</c:v>
                </c:pt>
                <c:pt idx="27017">
                  <c:v>24.4</c:v>
                </c:pt>
                <c:pt idx="27018">
                  <c:v>24.4</c:v>
                </c:pt>
                <c:pt idx="27019">
                  <c:v>24.4</c:v>
                </c:pt>
                <c:pt idx="27020">
                  <c:v>24.45</c:v>
                </c:pt>
                <c:pt idx="27021">
                  <c:v>24.45</c:v>
                </c:pt>
                <c:pt idx="27022">
                  <c:v>24.45</c:v>
                </c:pt>
                <c:pt idx="27023">
                  <c:v>24.5</c:v>
                </c:pt>
                <c:pt idx="27024">
                  <c:v>24.5</c:v>
                </c:pt>
                <c:pt idx="27025">
                  <c:v>24.55</c:v>
                </c:pt>
                <c:pt idx="27026">
                  <c:v>24.55</c:v>
                </c:pt>
                <c:pt idx="27027">
                  <c:v>24.6</c:v>
                </c:pt>
                <c:pt idx="27028">
                  <c:v>24.6</c:v>
                </c:pt>
                <c:pt idx="27029">
                  <c:v>24.6</c:v>
                </c:pt>
                <c:pt idx="27030">
                  <c:v>24.65</c:v>
                </c:pt>
                <c:pt idx="27031">
                  <c:v>24.65</c:v>
                </c:pt>
                <c:pt idx="27032">
                  <c:v>24.65</c:v>
                </c:pt>
                <c:pt idx="27033">
                  <c:v>24.65</c:v>
                </c:pt>
                <c:pt idx="27034">
                  <c:v>24.6</c:v>
                </c:pt>
                <c:pt idx="27035">
                  <c:v>24.55</c:v>
                </c:pt>
                <c:pt idx="27036">
                  <c:v>24.5</c:v>
                </c:pt>
                <c:pt idx="27037">
                  <c:v>24.45</c:v>
                </c:pt>
                <c:pt idx="27038">
                  <c:v>24.45</c:v>
                </c:pt>
                <c:pt idx="27039">
                  <c:v>24.4</c:v>
                </c:pt>
                <c:pt idx="27040">
                  <c:v>24.4</c:v>
                </c:pt>
                <c:pt idx="27041">
                  <c:v>24.4</c:v>
                </c:pt>
                <c:pt idx="27042">
                  <c:v>24.35</c:v>
                </c:pt>
                <c:pt idx="27043">
                  <c:v>24.35</c:v>
                </c:pt>
                <c:pt idx="27044">
                  <c:v>24.35</c:v>
                </c:pt>
                <c:pt idx="27045">
                  <c:v>24.35</c:v>
                </c:pt>
                <c:pt idx="27046">
                  <c:v>24.35</c:v>
                </c:pt>
                <c:pt idx="27047">
                  <c:v>24.4</c:v>
                </c:pt>
                <c:pt idx="27048">
                  <c:v>24.4</c:v>
                </c:pt>
                <c:pt idx="27049">
                  <c:v>24.4</c:v>
                </c:pt>
                <c:pt idx="27050">
                  <c:v>24.45</c:v>
                </c:pt>
                <c:pt idx="27051">
                  <c:v>24.45</c:v>
                </c:pt>
                <c:pt idx="27052">
                  <c:v>24.45</c:v>
                </c:pt>
                <c:pt idx="27053">
                  <c:v>24.5</c:v>
                </c:pt>
                <c:pt idx="27054">
                  <c:v>24.5</c:v>
                </c:pt>
                <c:pt idx="27055">
                  <c:v>24.55</c:v>
                </c:pt>
                <c:pt idx="27056">
                  <c:v>24.55</c:v>
                </c:pt>
                <c:pt idx="27057">
                  <c:v>24.55</c:v>
                </c:pt>
                <c:pt idx="27058">
                  <c:v>24.6</c:v>
                </c:pt>
                <c:pt idx="27059">
                  <c:v>24.6</c:v>
                </c:pt>
                <c:pt idx="27060">
                  <c:v>24.65</c:v>
                </c:pt>
                <c:pt idx="27061">
                  <c:v>24.65</c:v>
                </c:pt>
                <c:pt idx="27062">
                  <c:v>24.65</c:v>
                </c:pt>
                <c:pt idx="27063">
                  <c:v>24.6</c:v>
                </c:pt>
                <c:pt idx="27064">
                  <c:v>24.6</c:v>
                </c:pt>
                <c:pt idx="27065">
                  <c:v>24.55</c:v>
                </c:pt>
                <c:pt idx="27066">
                  <c:v>24.5</c:v>
                </c:pt>
                <c:pt idx="27067">
                  <c:v>24.5</c:v>
                </c:pt>
                <c:pt idx="27068">
                  <c:v>24.45</c:v>
                </c:pt>
                <c:pt idx="27069">
                  <c:v>24.45</c:v>
                </c:pt>
                <c:pt idx="27070">
                  <c:v>24.4</c:v>
                </c:pt>
                <c:pt idx="27071">
                  <c:v>24.4</c:v>
                </c:pt>
                <c:pt idx="27072">
                  <c:v>24.4</c:v>
                </c:pt>
                <c:pt idx="27073">
                  <c:v>24.4</c:v>
                </c:pt>
                <c:pt idx="27074">
                  <c:v>24.4</c:v>
                </c:pt>
                <c:pt idx="27075">
                  <c:v>24.4</c:v>
                </c:pt>
                <c:pt idx="27076">
                  <c:v>24.4</c:v>
                </c:pt>
                <c:pt idx="27077">
                  <c:v>24.4</c:v>
                </c:pt>
                <c:pt idx="27078">
                  <c:v>24.4</c:v>
                </c:pt>
                <c:pt idx="27079">
                  <c:v>24.45</c:v>
                </c:pt>
                <c:pt idx="27080">
                  <c:v>24.45</c:v>
                </c:pt>
                <c:pt idx="27081">
                  <c:v>24.45</c:v>
                </c:pt>
                <c:pt idx="27082">
                  <c:v>24.45</c:v>
                </c:pt>
                <c:pt idx="27083">
                  <c:v>24.5</c:v>
                </c:pt>
                <c:pt idx="27084">
                  <c:v>24.5</c:v>
                </c:pt>
                <c:pt idx="27085">
                  <c:v>24.55</c:v>
                </c:pt>
                <c:pt idx="27086">
                  <c:v>24.55</c:v>
                </c:pt>
                <c:pt idx="27087">
                  <c:v>24.55</c:v>
                </c:pt>
                <c:pt idx="27088">
                  <c:v>24.6</c:v>
                </c:pt>
                <c:pt idx="27089">
                  <c:v>24.6</c:v>
                </c:pt>
                <c:pt idx="27090">
                  <c:v>24.65</c:v>
                </c:pt>
                <c:pt idx="27091">
                  <c:v>24.65</c:v>
                </c:pt>
                <c:pt idx="27092">
                  <c:v>24.65</c:v>
                </c:pt>
                <c:pt idx="27093">
                  <c:v>24.6</c:v>
                </c:pt>
                <c:pt idx="27094">
                  <c:v>24.6</c:v>
                </c:pt>
                <c:pt idx="27095">
                  <c:v>24.5</c:v>
                </c:pt>
                <c:pt idx="27096">
                  <c:v>24.5</c:v>
                </c:pt>
                <c:pt idx="27097">
                  <c:v>24.45</c:v>
                </c:pt>
                <c:pt idx="27098">
                  <c:v>24.45</c:v>
                </c:pt>
                <c:pt idx="27099">
                  <c:v>24.4</c:v>
                </c:pt>
                <c:pt idx="27100">
                  <c:v>24.4</c:v>
                </c:pt>
                <c:pt idx="27101">
                  <c:v>24.35</c:v>
                </c:pt>
                <c:pt idx="27102">
                  <c:v>24.35</c:v>
                </c:pt>
                <c:pt idx="27103">
                  <c:v>24.35</c:v>
                </c:pt>
                <c:pt idx="27104">
                  <c:v>24.35</c:v>
                </c:pt>
                <c:pt idx="27105">
                  <c:v>24.4</c:v>
                </c:pt>
                <c:pt idx="27106">
                  <c:v>24.4</c:v>
                </c:pt>
                <c:pt idx="27107">
                  <c:v>24.4</c:v>
                </c:pt>
                <c:pt idx="27108">
                  <c:v>24.4</c:v>
                </c:pt>
                <c:pt idx="27109">
                  <c:v>24.4</c:v>
                </c:pt>
                <c:pt idx="27110">
                  <c:v>24.45</c:v>
                </c:pt>
                <c:pt idx="27111">
                  <c:v>24.45</c:v>
                </c:pt>
                <c:pt idx="27112">
                  <c:v>24.45</c:v>
                </c:pt>
                <c:pt idx="27113">
                  <c:v>24.5</c:v>
                </c:pt>
                <c:pt idx="27114">
                  <c:v>24.5</c:v>
                </c:pt>
                <c:pt idx="27115">
                  <c:v>24.55</c:v>
                </c:pt>
                <c:pt idx="27116">
                  <c:v>24.55</c:v>
                </c:pt>
                <c:pt idx="27117">
                  <c:v>24.55</c:v>
                </c:pt>
                <c:pt idx="27118">
                  <c:v>24.6</c:v>
                </c:pt>
                <c:pt idx="27119">
                  <c:v>24.6</c:v>
                </c:pt>
                <c:pt idx="27120">
                  <c:v>24.6</c:v>
                </c:pt>
                <c:pt idx="27121">
                  <c:v>24.65</c:v>
                </c:pt>
                <c:pt idx="27122">
                  <c:v>24.65</c:v>
                </c:pt>
                <c:pt idx="27123">
                  <c:v>24.6</c:v>
                </c:pt>
                <c:pt idx="27124">
                  <c:v>24.55</c:v>
                </c:pt>
                <c:pt idx="27125">
                  <c:v>24.55</c:v>
                </c:pt>
                <c:pt idx="27126">
                  <c:v>24.5</c:v>
                </c:pt>
                <c:pt idx="27127">
                  <c:v>24.45</c:v>
                </c:pt>
                <c:pt idx="27128">
                  <c:v>24.4</c:v>
                </c:pt>
                <c:pt idx="27129">
                  <c:v>24.4</c:v>
                </c:pt>
                <c:pt idx="27130">
                  <c:v>24.4</c:v>
                </c:pt>
                <c:pt idx="27131">
                  <c:v>24.4</c:v>
                </c:pt>
                <c:pt idx="27132">
                  <c:v>24.35</c:v>
                </c:pt>
                <c:pt idx="27133">
                  <c:v>24.35</c:v>
                </c:pt>
                <c:pt idx="27134">
                  <c:v>24.4</c:v>
                </c:pt>
                <c:pt idx="27135">
                  <c:v>24.4</c:v>
                </c:pt>
                <c:pt idx="27136">
                  <c:v>24.4</c:v>
                </c:pt>
                <c:pt idx="27137">
                  <c:v>24.4</c:v>
                </c:pt>
                <c:pt idx="27138">
                  <c:v>24.45</c:v>
                </c:pt>
                <c:pt idx="27139">
                  <c:v>24.45</c:v>
                </c:pt>
                <c:pt idx="27140">
                  <c:v>24.45</c:v>
                </c:pt>
                <c:pt idx="27141">
                  <c:v>24.5</c:v>
                </c:pt>
                <c:pt idx="27142">
                  <c:v>24.5</c:v>
                </c:pt>
                <c:pt idx="27143">
                  <c:v>24.5</c:v>
                </c:pt>
                <c:pt idx="27144">
                  <c:v>24.55</c:v>
                </c:pt>
                <c:pt idx="27145">
                  <c:v>24.55</c:v>
                </c:pt>
                <c:pt idx="27146">
                  <c:v>24.6</c:v>
                </c:pt>
                <c:pt idx="27147">
                  <c:v>24.6</c:v>
                </c:pt>
                <c:pt idx="27148">
                  <c:v>24.6</c:v>
                </c:pt>
                <c:pt idx="27149">
                  <c:v>24.65</c:v>
                </c:pt>
                <c:pt idx="27150">
                  <c:v>24.65</c:v>
                </c:pt>
                <c:pt idx="27151">
                  <c:v>24.65</c:v>
                </c:pt>
                <c:pt idx="27152">
                  <c:v>24.65</c:v>
                </c:pt>
                <c:pt idx="27153">
                  <c:v>24.6</c:v>
                </c:pt>
                <c:pt idx="27154">
                  <c:v>24.6</c:v>
                </c:pt>
                <c:pt idx="27155">
                  <c:v>24.55</c:v>
                </c:pt>
                <c:pt idx="27156">
                  <c:v>24.5</c:v>
                </c:pt>
                <c:pt idx="27157">
                  <c:v>24.45</c:v>
                </c:pt>
                <c:pt idx="27158">
                  <c:v>24.4</c:v>
                </c:pt>
                <c:pt idx="27159">
                  <c:v>24.4</c:v>
                </c:pt>
                <c:pt idx="27160">
                  <c:v>24.35</c:v>
                </c:pt>
                <c:pt idx="27161">
                  <c:v>24.35</c:v>
                </c:pt>
                <c:pt idx="27162">
                  <c:v>24.35</c:v>
                </c:pt>
                <c:pt idx="27163">
                  <c:v>24.35</c:v>
                </c:pt>
                <c:pt idx="27164">
                  <c:v>24.4</c:v>
                </c:pt>
                <c:pt idx="27165">
                  <c:v>24.35</c:v>
                </c:pt>
                <c:pt idx="27166">
                  <c:v>24.4</c:v>
                </c:pt>
                <c:pt idx="27167">
                  <c:v>24.4</c:v>
                </c:pt>
                <c:pt idx="27168">
                  <c:v>24.4</c:v>
                </c:pt>
                <c:pt idx="27169">
                  <c:v>24.45</c:v>
                </c:pt>
                <c:pt idx="27170">
                  <c:v>24.45</c:v>
                </c:pt>
                <c:pt idx="27171">
                  <c:v>24.45</c:v>
                </c:pt>
                <c:pt idx="27172">
                  <c:v>24.5</c:v>
                </c:pt>
                <c:pt idx="27173">
                  <c:v>24.5</c:v>
                </c:pt>
                <c:pt idx="27174">
                  <c:v>24.55</c:v>
                </c:pt>
                <c:pt idx="27175">
                  <c:v>24.55</c:v>
                </c:pt>
                <c:pt idx="27176">
                  <c:v>24.55</c:v>
                </c:pt>
                <c:pt idx="27177">
                  <c:v>24.6</c:v>
                </c:pt>
                <c:pt idx="27178">
                  <c:v>24.6</c:v>
                </c:pt>
                <c:pt idx="27179">
                  <c:v>24.6</c:v>
                </c:pt>
                <c:pt idx="27180">
                  <c:v>24.65</c:v>
                </c:pt>
                <c:pt idx="27181">
                  <c:v>24.65</c:v>
                </c:pt>
                <c:pt idx="27182">
                  <c:v>24.65</c:v>
                </c:pt>
                <c:pt idx="27183">
                  <c:v>24.65</c:v>
                </c:pt>
                <c:pt idx="27184">
                  <c:v>24.6</c:v>
                </c:pt>
                <c:pt idx="27185">
                  <c:v>24.55</c:v>
                </c:pt>
                <c:pt idx="27186">
                  <c:v>24.5</c:v>
                </c:pt>
                <c:pt idx="27187">
                  <c:v>24.45</c:v>
                </c:pt>
                <c:pt idx="27188">
                  <c:v>24.4</c:v>
                </c:pt>
                <c:pt idx="27189">
                  <c:v>24.4</c:v>
                </c:pt>
                <c:pt idx="27190">
                  <c:v>24.4</c:v>
                </c:pt>
                <c:pt idx="27191">
                  <c:v>24.4</c:v>
                </c:pt>
                <c:pt idx="27192">
                  <c:v>24.4</c:v>
                </c:pt>
                <c:pt idx="27193">
                  <c:v>24.35</c:v>
                </c:pt>
                <c:pt idx="27194">
                  <c:v>24.35</c:v>
                </c:pt>
                <c:pt idx="27195">
                  <c:v>24.4</c:v>
                </c:pt>
                <c:pt idx="27196">
                  <c:v>24.4</c:v>
                </c:pt>
                <c:pt idx="27197">
                  <c:v>24.4</c:v>
                </c:pt>
                <c:pt idx="27198">
                  <c:v>24.45</c:v>
                </c:pt>
                <c:pt idx="27199">
                  <c:v>24.45</c:v>
                </c:pt>
                <c:pt idx="27200">
                  <c:v>24.45</c:v>
                </c:pt>
                <c:pt idx="27201">
                  <c:v>24.45</c:v>
                </c:pt>
                <c:pt idx="27202">
                  <c:v>24.5</c:v>
                </c:pt>
                <c:pt idx="27203">
                  <c:v>24.5</c:v>
                </c:pt>
                <c:pt idx="27204">
                  <c:v>24.55</c:v>
                </c:pt>
                <c:pt idx="27205">
                  <c:v>24.55</c:v>
                </c:pt>
                <c:pt idx="27206">
                  <c:v>24.55</c:v>
                </c:pt>
                <c:pt idx="27207">
                  <c:v>24.6</c:v>
                </c:pt>
                <c:pt idx="27208">
                  <c:v>24.6</c:v>
                </c:pt>
                <c:pt idx="27209">
                  <c:v>24.65</c:v>
                </c:pt>
                <c:pt idx="27210">
                  <c:v>24.65</c:v>
                </c:pt>
                <c:pt idx="27211">
                  <c:v>24.65</c:v>
                </c:pt>
                <c:pt idx="27212">
                  <c:v>24.65</c:v>
                </c:pt>
                <c:pt idx="27213">
                  <c:v>24.65</c:v>
                </c:pt>
                <c:pt idx="27214">
                  <c:v>24.6</c:v>
                </c:pt>
                <c:pt idx="27215">
                  <c:v>24.6</c:v>
                </c:pt>
                <c:pt idx="27216">
                  <c:v>24.55</c:v>
                </c:pt>
                <c:pt idx="27217">
                  <c:v>24.5</c:v>
                </c:pt>
                <c:pt idx="27218">
                  <c:v>24.45</c:v>
                </c:pt>
                <c:pt idx="27219">
                  <c:v>24.45</c:v>
                </c:pt>
                <c:pt idx="27220">
                  <c:v>24.4</c:v>
                </c:pt>
                <c:pt idx="27221">
                  <c:v>24.4</c:v>
                </c:pt>
                <c:pt idx="27222">
                  <c:v>24.4</c:v>
                </c:pt>
                <c:pt idx="27223">
                  <c:v>24.4</c:v>
                </c:pt>
                <c:pt idx="27224">
                  <c:v>24.4</c:v>
                </c:pt>
                <c:pt idx="27225">
                  <c:v>24.4</c:v>
                </c:pt>
                <c:pt idx="27226">
                  <c:v>24.4</c:v>
                </c:pt>
                <c:pt idx="27227">
                  <c:v>24.45</c:v>
                </c:pt>
                <c:pt idx="27228">
                  <c:v>24.45</c:v>
                </c:pt>
                <c:pt idx="27229">
                  <c:v>24.45</c:v>
                </c:pt>
                <c:pt idx="27230">
                  <c:v>24.45</c:v>
                </c:pt>
                <c:pt idx="27231">
                  <c:v>24.5</c:v>
                </c:pt>
                <c:pt idx="27232">
                  <c:v>24.5</c:v>
                </c:pt>
                <c:pt idx="27233">
                  <c:v>24.5</c:v>
                </c:pt>
                <c:pt idx="27234">
                  <c:v>24.55</c:v>
                </c:pt>
                <c:pt idx="27235">
                  <c:v>24.55</c:v>
                </c:pt>
                <c:pt idx="27236">
                  <c:v>24.6</c:v>
                </c:pt>
                <c:pt idx="27237">
                  <c:v>24.6</c:v>
                </c:pt>
                <c:pt idx="27238">
                  <c:v>24.6</c:v>
                </c:pt>
                <c:pt idx="27239">
                  <c:v>24.6</c:v>
                </c:pt>
                <c:pt idx="27240">
                  <c:v>24.65</c:v>
                </c:pt>
                <c:pt idx="27241">
                  <c:v>24.65</c:v>
                </c:pt>
                <c:pt idx="27242">
                  <c:v>24.6</c:v>
                </c:pt>
                <c:pt idx="27243">
                  <c:v>24.6</c:v>
                </c:pt>
                <c:pt idx="27244">
                  <c:v>24.6</c:v>
                </c:pt>
                <c:pt idx="27245">
                  <c:v>24.5</c:v>
                </c:pt>
                <c:pt idx="27246">
                  <c:v>24.5</c:v>
                </c:pt>
                <c:pt idx="27247">
                  <c:v>24.45</c:v>
                </c:pt>
                <c:pt idx="27248">
                  <c:v>24.45</c:v>
                </c:pt>
                <c:pt idx="27249">
                  <c:v>24.4</c:v>
                </c:pt>
                <c:pt idx="27250">
                  <c:v>24.4</c:v>
                </c:pt>
                <c:pt idx="27251">
                  <c:v>24.35</c:v>
                </c:pt>
                <c:pt idx="27252">
                  <c:v>24.35</c:v>
                </c:pt>
                <c:pt idx="27253">
                  <c:v>24.35</c:v>
                </c:pt>
                <c:pt idx="27254">
                  <c:v>24.35</c:v>
                </c:pt>
                <c:pt idx="27255">
                  <c:v>24.35</c:v>
                </c:pt>
                <c:pt idx="27256">
                  <c:v>24.4</c:v>
                </c:pt>
                <c:pt idx="27257">
                  <c:v>24.4</c:v>
                </c:pt>
                <c:pt idx="27258">
                  <c:v>24.4</c:v>
                </c:pt>
                <c:pt idx="27259">
                  <c:v>24.4</c:v>
                </c:pt>
                <c:pt idx="27260">
                  <c:v>24.45</c:v>
                </c:pt>
                <c:pt idx="27261">
                  <c:v>24.45</c:v>
                </c:pt>
                <c:pt idx="27262">
                  <c:v>24.5</c:v>
                </c:pt>
                <c:pt idx="27263">
                  <c:v>24.5</c:v>
                </c:pt>
                <c:pt idx="27264">
                  <c:v>24.55</c:v>
                </c:pt>
                <c:pt idx="27265">
                  <c:v>24.55</c:v>
                </c:pt>
                <c:pt idx="27266">
                  <c:v>24.6</c:v>
                </c:pt>
                <c:pt idx="27267">
                  <c:v>24.6</c:v>
                </c:pt>
                <c:pt idx="27268">
                  <c:v>24.6</c:v>
                </c:pt>
                <c:pt idx="27269">
                  <c:v>24.65</c:v>
                </c:pt>
                <c:pt idx="27270">
                  <c:v>24.65</c:v>
                </c:pt>
                <c:pt idx="27271">
                  <c:v>24.65</c:v>
                </c:pt>
                <c:pt idx="27272">
                  <c:v>24.65</c:v>
                </c:pt>
                <c:pt idx="27273">
                  <c:v>24.65</c:v>
                </c:pt>
                <c:pt idx="27274">
                  <c:v>24.6</c:v>
                </c:pt>
                <c:pt idx="27275">
                  <c:v>24.55</c:v>
                </c:pt>
                <c:pt idx="27276">
                  <c:v>24.5</c:v>
                </c:pt>
                <c:pt idx="27277">
                  <c:v>24.45</c:v>
                </c:pt>
                <c:pt idx="27278">
                  <c:v>24.45</c:v>
                </c:pt>
                <c:pt idx="27279">
                  <c:v>24.4</c:v>
                </c:pt>
                <c:pt idx="27280">
                  <c:v>24.4</c:v>
                </c:pt>
                <c:pt idx="27281">
                  <c:v>24.4</c:v>
                </c:pt>
                <c:pt idx="27282">
                  <c:v>24.35</c:v>
                </c:pt>
                <c:pt idx="27283">
                  <c:v>24.4</c:v>
                </c:pt>
                <c:pt idx="27284">
                  <c:v>24.4</c:v>
                </c:pt>
                <c:pt idx="27285">
                  <c:v>24.4</c:v>
                </c:pt>
                <c:pt idx="27286">
                  <c:v>24.4</c:v>
                </c:pt>
                <c:pt idx="27287">
                  <c:v>24.4</c:v>
                </c:pt>
                <c:pt idx="27288">
                  <c:v>24.4</c:v>
                </c:pt>
                <c:pt idx="27289">
                  <c:v>24.45</c:v>
                </c:pt>
                <c:pt idx="27290">
                  <c:v>24.45</c:v>
                </c:pt>
                <c:pt idx="27291">
                  <c:v>24.5</c:v>
                </c:pt>
                <c:pt idx="27292">
                  <c:v>24.5</c:v>
                </c:pt>
                <c:pt idx="27293">
                  <c:v>24.5</c:v>
                </c:pt>
                <c:pt idx="27294">
                  <c:v>24.55</c:v>
                </c:pt>
                <c:pt idx="27295">
                  <c:v>24.55</c:v>
                </c:pt>
                <c:pt idx="27296">
                  <c:v>24.55</c:v>
                </c:pt>
                <c:pt idx="27297">
                  <c:v>24.6</c:v>
                </c:pt>
                <c:pt idx="27298">
                  <c:v>24.6</c:v>
                </c:pt>
                <c:pt idx="27299">
                  <c:v>24.65</c:v>
                </c:pt>
                <c:pt idx="27300">
                  <c:v>24.65</c:v>
                </c:pt>
                <c:pt idx="27301">
                  <c:v>24.65</c:v>
                </c:pt>
                <c:pt idx="27302">
                  <c:v>24.65</c:v>
                </c:pt>
                <c:pt idx="27303">
                  <c:v>24.65</c:v>
                </c:pt>
                <c:pt idx="27304">
                  <c:v>24.6</c:v>
                </c:pt>
                <c:pt idx="27305">
                  <c:v>24.55</c:v>
                </c:pt>
                <c:pt idx="27306">
                  <c:v>24.5</c:v>
                </c:pt>
                <c:pt idx="27307">
                  <c:v>24.45</c:v>
                </c:pt>
                <c:pt idx="27308">
                  <c:v>24.4</c:v>
                </c:pt>
                <c:pt idx="27309">
                  <c:v>24.4</c:v>
                </c:pt>
                <c:pt idx="27310">
                  <c:v>24.35</c:v>
                </c:pt>
                <c:pt idx="27311">
                  <c:v>24.35</c:v>
                </c:pt>
                <c:pt idx="27312">
                  <c:v>24.35</c:v>
                </c:pt>
                <c:pt idx="27313">
                  <c:v>24.35</c:v>
                </c:pt>
                <c:pt idx="27314">
                  <c:v>24.35</c:v>
                </c:pt>
                <c:pt idx="27315">
                  <c:v>24.35</c:v>
                </c:pt>
                <c:pt idx="27316">
                  <c:v>24.35</c:v>
                </c:pt>
                <c:pt idx="27317">
                  <c:v>24.35</c:v>
                </c:pt>
                <c:pt idx="27318">
                  <c:v>24.4</c:v>
                </c:pt>
                <c:pt idx="27319">
                  <c:v>24.45</c:v>
                </c:pt>
                <c:pt idx="27320">
                  <c:v>24.45</c:v>
                </c:pt>
                <c:pt idx="27321">
                  <c:v>24.45</c:v>
                </c:pt>
                <c:pt idx="27322">
                  <c:v>24.5</c:v>
                </c:pt>
                <c:pt idx="27323">
                  <c:v>24.5</c:v>
                </c:pt>
                <c:pt idx="27324">
                  <c:v>24.5</c:v>
                </c:pt>
                <c:pt idx="27325">
                  <c:v>24.5</c:v>
                </c:pt>
                <c:pt idx="27326">
                  <c:v>24.55</c:v>
                </c:pt>
                <c:pt idx="27327">
                  <c:v>24.55</c:v>
                </c:pt>
                <c:pt idx="27328">
                  <c:v>24.55</c:v>
                </c:pt>
                <c:pt idx="27329">
                  <c:v>24.6</c:v>
                </c:pt>
                <c:pt idx="27330">
                  <c:v>24.6</c:v>
                </c:pt>
                <c:pt idx="27331">
                  <c:v>24.6</c:v>
                </c:pt>
                <c:pt idx="27332">
                  <c:v>24.6</c:v>
                </c:pt>
                <c:pt idx="27333">
                  <c:v>24.6</c:v>
                </c:pt>
                <c:pt idx="27334">
                  <c:v>24.55</c:v>
                </c:pt>
                <c:pt idx="27335">
                  <c:v>24.5</c:v>
                </c:pt>
                <c:pt idx="27336">
                  <c:v>24.5</c:v>
                </c:pt>
                <c:pt idx="27337">
                  <c:v>24.45</c:v>
                </c:pt>
                <c:pt idx="27338">
                  <c:v>24.4</c:v>
                </c:pt>
                <c:pt idx="27339">
                  <c:v>24.4</c:v>
                </c:pt>
                <c:pt idx="27340">
                  <c:v>24.4</c:v>
                </c:pt>
                <c:pt idx="27341">
                  <c:v>24.4</c:v>
                </c:pt>
                <c:pt idx="27342">
                  <c:v>24.4</c:v>
                </c:pt>
                <c:pt idx="27343">
                  <c:v>24.4</c:v>
                </c:pt>
                <c:pt idx="27344">
                  <c:v>24.4</c:v>
                </c:pt>
                <c:pt idx="27345">
                  <c:v>24.4</c:v>
                </c:pt>
                <c:pt idx="27346">
                  <c:v>24.4</c:v>
                </c:pt>
                <c:pt idx="27347">
                  <c:v>24.4</c:v>
                </c:pt>
                <c:pt idx="27348">
                  <c:v>24.45</c:v>
                </c:pt>
                <c:pt idx="27349">
                  <c:v>24.45</c:v>
                </c:pt>
                <c:pt idx="27350">
                  <c:v>24.45</c:v>
                </c:pt>
                <c:pt idx="27351">
                  <c:v>24.45</c:v>
                </c:pt>
                <c:pt idx="27352">
                  <c:v>24.5</c:v>
                </c:pt>
                <c:pt idx="27353">
                  <c:v>24.5</c:v>
                </c:pt>
                <c:pt idx="27354">
                  <c:v>24.5</c:v>
                </c:pt>
                <c:pt idx="27355">
                  <c:v>24.5</c:v>
                </c:pt>
                <c:pt idx="27356">
                  <c:v>24.55</c:v>
                </c:pt>
                <c:pt idx="27357">
                  <c:v>24.55</c:v>
                </c:pt>
                <c:pt idx="27358">
                  <c:v>24.55</c:v>
                </c:pt>
                <c:pt idx="27359">
                  <c:v>24.6</c:v>
                </c:pt>
                <c:pt idx="27360">
                  <c:v>24.6</c:v>
                </c:pt>
                <c:pt idx="27361">
                  <c:v>24.6</c:v>
                </c:pt>
                <c:pt idx="27362">
                  <c:v>24.6</c:v>
                </c:pt>
                <c:pt idx="27363">
                  <c:v>24.6</c:v>
                </c:pt>
                <c:pt idx="27364">
                  <c:v>24.55</c:v>
                </c:pt>
                <c:pt idx="27365">
                  <c:v>24.55</c:v>
                </c:pt>
                <c:pt idx="27366">
                  <c:v>24.5</c:v>
                </c:pt>
                <c:pt idx="27367">
                  <c:v>24.45</c:v>
                </c:pt>
                <c:pt idx="27368">
                  <c:v>24.4</c:v>
                </c:pt>
                <c:pt idx="27369">
                  <c:v>24.4</c:v>
                </c:pt>
                <c:pt idx="27370">
                  <c:v>24.4</c:v>
                </c:pt>
                <c:pt idx="27371">
                  <c:v>24.35</c:v>
                </c:pt>
                <c:pt idx="27372">
                  <c:v>24.35</c:v>
                </c:pt>
                <c:pt idx="27373">
                  <c:v>24.35</c:v>
                </c:pt>
                <c:pt idx="27374">
                  <c:v>24.35</c:v>
                </c:pt>
                <c:pt idx="27375">
                  <c:v>24.35</c:v>
                </c:pt>
                <c:pt idx="27376">
                  <c:v>24.4</c:v>
                </c:pt>
                <c:pt idx="27377">
                  <c:v>24.4</c:v>
                </c:pt>
                <c:pt idx="27378">
                  <c:v>24.4</c:v>
                </c:pt>
                <c:pt idx="27379">
                  <c:v>24.45</c:v>
                </c:pt>
                <c:pt idx="27380">
                  <c:v>24.45</c:v>
                </c:pt>
                <c:pt idx="27381">
                  <c:v>24.45</c:v>
                </c:pt>
                <c:pt idx="27382">
                  <c:v>24.5</c:v>
                </c:pt>
                <c:pt idx="27383">
                  <c:v>24.5</c:v>
                </c:pt>
                <c:pt idx="27384">
                  <c:v>24.55</c:v>
                </c:pt>
                <c:pt idx="27385">
                  <c:v>24.55</c:v>
                </c:pt>
                <c:pt idx="27386">
                  <c:v>24.55</c:v>
                </c:pt>
                <c:pt idx="27387">
                  <c:v>24.6</c:v>
                </c:pt>
                <c:pt idx="27388">
                  <c:v>24.6</c:v>
                </c:pt>
                <c:pt idx="27389">
                  <c:v>24.6</c:v>
                </c:pt>
                <c:pt idx="27390">
                  <c:v>24.65</c:v>
                </c:pt>
                <c:pt idx="27391">
                  <c:v>24.65</c:v>
                </c:pt>
                <c:pt idx="27392">
                  <c:v>24.65</c:v>
                </c:pt>
                <c:pt idx="27393">
                  <c:v>24.6</c:v>
                </c:pt>
                <c:pt idx="27394">
                  <c:v>24.55</c:v>
                </c:pt>
                <c:pt idx="27395">
                  <c:v>24.55</c:v>
                </c:pt>
                <c:pt idx="27396">
                  <c:v>24.5</c:v>
                </c:pt>
                <c:pt idx="27397">
                  <c:v>24.45</c:v>
                </c:pt>
                <c:pt idx="27398">
                  <c:v>24.4</c:v>
                </c:pt>
                <c:pt idx="27399">
                  <c:v>24.35</c:v>
                </c:pt>
                <c:pt idx="27400">
                  <c:v>24.35</c:v>
                </c:pt>
                <c:pt idx="27401">
                  <c:v>24.35</c:v>
                </c:pt>
                <c:pt idx="27402">
                  <c:v>24.35</c:v>
                </c:pt>
                <c:pt idx="27403">
                  <c:v>24.35</c:v>
                </c:pt>
                <c:pt idx="27404">
                  <c:v>24.35</c:v>
                </c:pt>
                <c:pt idx="27405">
                  <c:v>24.35</c:v>
                </c:pt>
                <c:pt idx="27406">
                  <c:v>24.35</c:v>
                </c:pt>
                <c:pt idx="27407">
                  <c:v>24.4</c:v>
                </c:pt>
                <c:pt idx="27408">
                  <c:v>24.4</c:v>
                </c:pt>
                <c:pt idx="27409">
                  <c:v>24.4</c:v>
                </c:pt>
                <c:pt idx="27410">
                  <c:v>24.4</c:v>
                </c:pt>
                <c:pt idx="27411">
                  <c:v>24.45</c:v>
                </c:pt>
                <c:pt idx="27412">
                  <c:v>24.45</c:v>
                </c:pt>
                <c:pt idx="27413">
                  <c:v>24.5</c:v>
                </c:pt>
                <c:pt idx="27414">
                  <c:v>24.5</c:v>
                </c:pt>
                <c:pt idx="27415">
                  <c:v>24.5</c:v>
                </c:pt>
                <c:pt idx="27416">
                  <c:v>24.55</c:v>
                </c:pt>
                <c:pt idx="27417">
                  <c:v>24.55</c:v>
                </c:pt>
                <c:pt idx="27418">
                  <c:v>24.6</c:v>
                </c:pt>
                <c:pt idx="27419">
                  <c:v>24.6</c:v>
                </c:pt>
                <c:pt idx="27420">
                  <c:v>24.6</c:v>
                </c:pt>
                <c:pt idx="27421">
                  <c:v>24.6</c:v>
                </c:pt>
                <c:pt idx="27422">
                  <c:v>24.65</c:v>
                </c:pt>
                <c:pt idx="27423">
                  <c:v>24.6</c:v>
                </c:pt>
                <c:pt idx="27424">
                  <c:v>24.55</c:v>
                </c:pt>
                <c:pt idx="27425">
                  <c:v>24.55</c:v>
                </c:pt>
                <c:pt idx="27426">
                  <c:v>24.5</c:v>
                </c:pt>
                <c:pt idx="27427">
                  <c:v>24.45</c:v>
                </c:pt>
                <c:pt idx="27428">
                  <c:v>24.45</c:v>
                </c:pt>
                <c:pt idx="27429">
                  <c:v>24.45</c:v>
                </c:pt>
                <c:pt idx="27430">
                  <c:v>24.4</c:v>
                </c:pt>
                <c:pt idx="27431">
                  <c:v>24.4</c:v>
                </c:pt>
                <c:pt idx="27432">
                  <c:v>24.4</c:v>
                </c:pt>
                <c:pt idx="27433">
                  <c:v>24.4</c:v>
                </c:pt>
                <c:pt idx="27434">
                  <c:v>24.4</c:v>
                </c:pt>
                <c:pt idx="27435">
                  <c:v>24.4</c:v>
                </c:pt>
                <c:pt idx="27436">
                  <c:v>24.4</c:v>
                </c:pt>
                <c:pt idx="27437">
                  <c:v>24.4</c:v>
                </c:pt>
                <c:pt idx="27438">
                  <c:v>24.4</c:v>
                </c:pt>
                <c:pt idx="27439">
                  <c:v>24.4</c:v>
                </c:pt>
                <c:pt idx="27440">
                  <c:v>24.45</c:v>
                </c:pt>
                <c:pt idx="27441">
                  <c:v>24.45</c:v>
                </c:pt>
                <c:pt idx="27442">
                  <c:v>24.45</c:v>
                </c:pt>
                <c:pt idx="27443">
                  <c:v>24.5</c:v>
                </c:pt>
                <c:pt idx="27444">
                  <c:v>24.5</c:v>
                </c:pt>
                <c:pt idx="27445">
                  <c:v>24.5</c:v>
                </c:pt>
                <c:pt idx="27446">
                  <c:v>24.55</c:v>
                </c:pt>
                <c:pt idx="27447">
                  <c:v>24.55</c:v>
                </c:pt>
                <c:pt idx="27448">
                  <c:v>24.6</c:v>
                </c:pt>
                <c:pt idx="27449">
                  <c:v>24.6</c:v>
                </c:pt>
                <c:pt idx="27450">
                  <c:v>24.6</c:v>
                </c:pt>
                <c:pt idx="27451">
                  <c:v>24.65</c:v>
                </c:pt>
                <c:pt idx="27452">
                  <c:v>24.65</c:v>
                </c:pt>
                <c:pt idx="27453">
                  <c:v>24.6</c:v>
                </c:pt>
                <c:pt idx="27454">
                  <c:v>24.55</c:v>
                </c:pt>
                <c:pt idx="27455">
                  <c:v>24.55</c:v>
                </c:pt>
                <c:pt idx="27456">
                  <c:v>24.55</c:v>
                </c:pt>
                <c:pt idx="27457">
                  <c:v>24.5</c:v>
                </c:pt>
                <c:pt idx="27458">
                  <c:v>24.45</c:v>
                </c:pt>
                <c:pt idx="27459">
                  <c:v>24.45</c:v>
                </c:pt>
                <c:pt idx="27460">
                  <c:v>24.4</c:v>
                </c:pt>
                <c:pt idx="27461">
                  <c:v>24.4</c:v>
                </c:pt>
                <c:pt idx="27462">
                  <c:v>24.4</c:v>
                </c:pt>
                <c:pt idx="27463">
                  <c:v>24.4</c:v>
                </c:pt>
                <c:pt idx="27464">
                  <c:v>24.4</c:v>
                </c:pt>
                <c:pt idx="27465">
                  <c:v>24.4</c:v>
                </c:pt>
                <c:pt idx="27466">
                  <c:v>24.4</c:v>
                </c:pt>
                <c:pt idx="27467">
                  <c:v>24.4</c:v>
                </c:pt>
                <c:pt idx="27468">
                  <c:v>24.4</c:v>
                </c:pt>
                <c:pt idx="27469">
                  <c:v>24.4</c:v>
                </c:pt>
                <c:pt idx="27470">
                  <c:v>24.45</c:v>
                </c:pt>
                <c:pt idx="27471">
                  <c:v>24.45</c:v>
                </c:pt>
                <c:pt idx="27472">
                  <c:v>24.45</c:v>
                </c:pt>
                <c:pt idx="27473">
                  <c:v>24.5</c:v>
                </c:pt>
                <c:pt idx="27474">
                  <c:v>24.5</c:v>
                </c:pt>
                <c:pt idx="27475">
                  <c:v>24.5</c:v>
                </c:pt>
                <c:pt idx="27476">
                  <c:v>24.55</c:v>
                </c:pt>
                <c:pt idx="27477">
                  <c:v>24.55</c:v>
                </c:pt>
                <c:pt idx="27478">
                  <c:v>24.55</c:v>
                </c:pt>
                <c:pt idx="27479">
                  <c:v>24.6</c:v>
                </c:pt>
                <c:pt idx="27480">
                  <c:v>24.6</c:v>
                </c:pt>
                <c:pt idx="27481">
                  <c:v>24.6</c:v>
                </c:pt>
                <c:pt idx="27482">
                  <c:v>24.65</c:v>
                </c:pt>
                <c:pt idx="27483">
                  <c:v>24.6</c:v>
                </c:pt>
                <c:pt idx="27484">
                  <c:v>24.6</c:v>
                </c:pt>
                <c:pt idx="27485">
                  <c:v>24.55</c:v>
                </c:pt>
                <c:pt idx="27486">
                  <c:v>24.5</c:v>
                </c:pt>
                <c:pt idx="27487">
                  <c:v>24.5</c:v>
                </c:pt>
                <c:pt idx="27488">
                  <c:v>24.45</c:v>
                </c:pt>
                <c:pt idx="27489">
                  <c:v>24.4</c:v>
                </c:pt>
                <c:pt idx="27490">
                  <c:v>24.4</c:v>
                </c:pt>
                <c:pt idx="27491">
                  <c:v>24.4</c:v>
                </c:pt>
                <c:pt idx="27492">
                  <c:v>24.4</c:v>
                </c:pt>
                <c:pt idx="27493">
                  <c:v>24.4</c:v>
                </c:pt>
                <c:pt idx="27494">
                  <c:v>24.4</c:v>
                </c:pt>
                <c:pt idx="27495">
                  <c:v>24.4</c:v>
                </c:pt>
                <c:pt idx="27496">
                  <c:v>24.4</c:v>
                </c:pt>
                <c:pt idx="27497">
                  <c:v>24.4</c:v>
                </c:pt>
                <c:pt idx="27498">
                  <c:v>24.4</c:v>
                </c:pt>
                <c:pt idx="27499">
                  <c:v>24.4</c:v>
                </c:pt>
                <c:pt idx="27500">
                  <c:v>24.45</c:v>
                </c:pt>
                <c:pt idx="27501">
                  <c:v>24.45</c:v>
                </c:pt>
                <c:pt idx="27502">
                  <c:v>24.45</c:v>
                </c:pt>
                <c:pt idx="27503">
                  <c:v>24.5</c:v>
                </c:pt>
                <c:pt idx="27504">
                  <c:v>24.5</c:v>
                </c:pt>
                <c:pt idx="27505">
                  <c:v>24.5</c:v>
                </c:pt>
                <c:pt idx="27506">
                  <c:v>24.55</c:v>
                </c:pt>
                <c:pt idx="27507">
                  <c:v>24.55</c:v>
                </c:pt>
                <c:pt idx="27508">
                  <c:v>24.6</c:v>
                </c:pt>
                <c:pt idx="27509">
                  <c:v>24.6</c:v>
                </c:pt>
                <c:pt idx="27510">
                  <c:v>24.6</c:v>
                </c:pt>
                <c:pt idx="27511">
                  <c:v>24.65</c:v>
                </c:pt>
                <c:pt idx="27512">
                  <c:v>24.65</c:v>
                </c:pt>
                <c:pt idx="27513">
                  <c:v>24.65</c:v>
                </c:pt>
                <c:pt idx="27514">
                  <c:v>24.6</c:v>
                </c:pt>
                <c:pt idx="27515">
                  <c:v>24.55</c:v>
                </c:pt>
                <c:pt idx="27516">
                  <c:v>24.5</c:v>
                </c:pt>
                <c:pt idx="27517">
                  <c:v>24.5</c:v>
                </c:pt>
                <c:pt idx="27518">
                  <c:v>24.45</c:v>
                </c:pt>
                <c:pt idx="27519">
                  <c:v>24.45</c:v>
                </c:pt>
                <c:pt idx="27520">
                  <c:v>24.4</c:v>
                </c:pt>
                <c:pt idx="27521">
                  <c:v>24.4</c:v>
                </c:pt>
                <c:pt idx="27522">
                  <c:v>24.4</c:v>
                </c:pt>
                <c:pt idx="27523">
                  <c:v>24.4</c:v>
                </c:pt>
                <c:pt idx="27524">
                  <c:v>24.4</c:v>
                </c:pt>
                <c:pt idx="27525">
                  <c:v>24.4</c:v>
                </c:pt>
                <c:pt idx="27526">
                  <c:v>24.4</c:v>
                </c:pt>
                <c:pt idx="27527">
                  <c:v>24.45</c:v>
                </c:pt>
                <c:pt idx="27528">
                  <c:v>24.45</c:v>
                </c:pt>
                <c:pt idx="27529">
                  <c:v>24.45</c:v>
                </c:pt>
                <c:pt idx="27530">
                  <c:v>24.5</c:v>
                </c:pt>
                <c:pt idx="27531">
                  <c:v>24.5</c:v>
                </c:pt>
                <c:pt idx="27532">
                  <c:v>24.5</c:v>
                </c:pt>
                <c:pt idx="27533">
                  <c:v>24.5</c:v>
                </c:pt>
                <c:pt idx="27534">
                  <c:v>24.5</c:v>
                </c:pt>
                <c:pt idx="27535">
                  <c:v>24.55</c:v>
                </c:pt>
                <c:pt idx="27536">
                  <c:v>24.55</c:v>
                </c:pt>
                <c:pt idx="27537">
                  <c:v>24.55</c:v>
                </c:pt>
                <c:pt idx="27538">
                  <c:v>24.6</c:v>
                </c:pt>
                <c:pt idx="27539">
                  <c:v>24.6</c:v>
                </c:pt>
                <c:pt idx="27540">
                  <c:v>24.6</c:v>
                </c:pt>
                <c:pt idx="27541">
                  <c:v>24.65</c:v>
                </c:pt>
                <c:pt idx="27542">
                  <c:v>24.65</c:v>
                </c:pt>
                <c:pt idx="27543">
                  <c:v>24.6</c:v>
                </c:pt>
                <c:pt idx="27544">
                  <c:v>24.6</c:v>
                </c:pt>
                <c:pt idx="27545">
                  <c:v>24.55</c:v>
                </c:pt>
                <c:pt idx="27546">
                  <c:v>24.5</c:v>
                </c:pt>
                <c:pt idx="27547">
                  <c:v>24.5</c:v>
                </c:pt>
                <c:pt idx="27548">
                  <c:v>24.45</c:v>
                </c:pt>
                <c:pt idx="27549">
                  <c:v>24.45</c:v>
                </c:pt>
                <c:pt idx="27550">
                  <c:v>24.4</c:v>
                </c:pt>
                <c:pt idx="27551">
                  <c:v>24.4</c:v>
                </c:pt>
                <c:pt idx="27552">
                  <c:v>24.4</c:v>
                </c:pt>
                <c:pt idx="27553">
                  <c:v>24.4</c:v>
                </c:pt>
                <c:pt idx="27554">
                  <c:v>24.4</c:v>
                </c:pt>
                <c:pt idx="27555">
                  <c:v>24.4</c:v>
                </c:pt>
                <c:pt idx="27556">
                  <c:v>24.4</c:v>
                </c:pt>
                <c:pt idx="27557">
                  <c:v>24.45</c:v>
                </c:pt>
                <c:pt idx="27558">
                  <c:v>24.45</c:v>
                </c:pt>
                <c:pt idx="27559">
                  <c:v>24.45</c:v>
                </c:pt>
                <c:pt idx="27560">
                  <c:v>24.5</c:v>
                </c:pt>
                <c:pt idx="27561">
                  <c:v>24.5</c:v>
                </c:pt>
                <c:pt idx="27562">
                  <c:v>24.5</c:v>
                </c:pt>
                <c:pt idx="27563">
                  <c:v>24.55</c:v>
                </c:pt>
                <c:pt idx="27564">
                  <c:v>24.55</c:v>
                </c:pt>
                <c:pt idx="27565">
                  <c:v>24.55</c:v>
                </c:pt>
                <c:pt idx="27566">
                  <c:v>24.6</c:v>
                </c:pt>
                <c:pt idx="27567">
                  <c:v>24.6</c:v>
                </c:pt>
                <c:pt idx="27568">
                  <c:v>24.65</c:v>
                </c:pt>
                <c:pt idx="27569">
                  <c:v>24.65</c:v>
                </c:pt>
                <c:pt idx="27570">
                  <c:v>24.7</c:v>
                </c:pt>
                <c:pt idx="27571">
                  <c:v>24.7</c:v>
                </c:pt>
                <c:pt idx="27572">
                  <c:v>24.65</c:v>
                </c:pt>
                <c:pt idx="27573">
                  <c:v>24.65</c:v>
                </c:pt>
                <c:pt idx="27574">
                  <c:v>24.6</c:v>
                </c:pt>
                <c:pt idx="27575">
                  <c:v>24.6</c:v>
                </c:pt>
                <c:pt idx="27576">
                  <c:v>24.55</c:v>
                </c:pt>
                <c:pt idx="27577">
                  <c:v>24.5</c:v>
                </c:pt>
                <c:pt idx="27578">
                  <c:v>24.5</c:v>
                </c:pt>
                <c:pt idx="27579">
                  <c:v>24.45</c:v>
                </c:pt>
                <c:pt idx="27580">
                  <c:v>24.4</c:v>
                </c:pt>
                <c:pt idx="27581">
                  <c:v>24.4</c:v>
                </c:pt>
                <c:pt idx="27582">
                  <c:v>24.4</c:v>
                </c:pt>
                <c:pt idx="27583">
                  <c:v>24.4</c:v>
                </c:pt>
                <c:pt idx="27584">
                  <c:v>24.4</c:v>
                </c:pt>
                <c:pt idx="27585">
                  <c:v>24.4</c:v>
                </c:pt>
                <c:pt idx="27586">
                  <c:v>24.4</c:v>
                </c:pt>
                <c:pt idx="27587">
                  <c:v>24.4</c:v>
                </c:pt>
                <c:pt idx="27588">
                  <c:v>24.4</c:v>
                </c:pt>
                <c:pt idx="27589">
                  <c:v>24.4</c:v>
                </c:pt>
                <c:pt idx="27590">
                  <c:v>24.45</c:v>
                </c:pt>
                <c:pt idx="27591">
                  <c:v>24.45</c:v>
                </c:pt>
                <c:pt idx="27592">
                  <c:v>24.45</c:v>
                </c:pt>
                <c:pt idx="27593">
                  <c:v>24.5</c:v>
                </c:pt>
                <c:pt idx="27594">
                  <c:v>24.5</c:v>
                </c:pt>
                <c:pt idx="27595">
                  <c:v>24.55</c:v>
                </c:pt>
                <c:pt idx="27596">
                  <c:v>24.55</c:v>
                </c:pt>
                <c:pt idx="27597">
                  <c:v>24.55</c:v>
                </c:pt>
                <c:pt idx="27598">
                  <c:v>24.6</c:v>
                </c:pt>
                <c:pt idx="27599">
                  <c:v>24.6</c:v>
                </c:pt>
                <c:pt idx="27600">
                  <c:v>24.65</c:v>
                </c:pt>
                <c:pt idx="27601">
                  <c:v>24.65</c:v>
                </c:pt>
                <c:pt idx="27602">
                  <c:v>24.65</c:v>
                </c:pt>
                <c:pt idx="27603">
                  <c:v>24.65</c:v>
                </c:pt>
                <c:pt idx="27604">
                  <c:v>24.6</c:v>
                </c:pt>
                <c:pt idx="27605">
                  <c:v>24.55</c:v>
                </c:pt>
                <c:pt idx="27606">
                  <c:v>24.55</c:v>
                </c:pt>
                <c:pt idx="27607">
                  <c:v>24.5</c:v>
                </c:pt>
                <c:pt idx="27608">
                  <c:v>24.45</c:v>
                </c:pt>
                <c:pt idx="27609">
                  <c:v>24.45</c:v>
                </c:pt>
                <c:pt idx="27610">
                  <c:v>24.45</c:v>
                </c:pt>
                <c:pt idx="27611">
                  <c:v>24.4</c:v>
                </c:pt>
                <c:pt idx="27612">
                  <c:v>24.4</c:v>
                </c:pt>
                <c:pt idx="27613">
                  <c:v>24.4</c:v>
                </c:pt>
                <c:pt idx="27614">
                  <c:v>24.4</c:v>
                </c:pt>
                <c:pt idx="27615">
                  <c:v>24.4</c:v>
                </c:pt>
                <c:pt idx="27616">
                  <c:v>24.4</c:v>
                </c:pt>
                <c:pt idx="27617">
                  <c:v>24.4</c:v>
                </c:pt>
                <c:pt idx="27618">
                  <c:v>24.4</c:v>
                </c:pt>
                <c:pt idx="27619">
                  <c:v>24.45</c:v>
                </c:pt>
                <c:pt idx="27620">
                  <c:v>24.45</c:v>
                </c:pt>
                <c:pt idx="27621">
                  <c:v>24.45</c:v>
                </c:pt>
                <c:pt idx="27622">
                  <c:v>24.45</c:v>
                </c:pt>
                <c:pt idx="27623">
                  <c:v>24.5</c:v>
                </c:pt>
                <c:pt idx="27624">
                  <c:v>24.5</c:v>
                </c:pt>
                <c:pt idx="27625">
                  <c:v>24.5</c:v>
                </c:pt>
                <c:pt idx="27626">
                  <c:v>24.55</c:v>
                </c:pt>
                <c:pt idx="27627">
                  <c:v>24.55</c:v>
                </c:pt>
                <c:pt idx="27628">
                  <c:v>24.6</c:v>
                </c:pt>
                <c:pt idx="27629">
                  <c:v>24.6</c:v>
                </c:pt>
                <c:pt idx="27630">
                  <c:v>24.6</c:v>
                </c:pt>
                <c:pt idx="27631">
                  <c:v>24.65</c:v>
                </c:pt>
                <c:pt idx="27632">
                  <c:v>24.65</c:v>
                </c:pt>
                <c:pt idx="27633">
                  <c:v>24.65</c:v>
                </c:pt>
                <c:pt idx="27634">
                  <c:v>24.6</c:v>
                </c:pt>
                <c:pt idx="27635">
                  <c:v>24.55</c:v>
                </c:pt>
                <c:pt idx="27636">
                  <c:v>24.5</c:v>
                </c:pt>
                <c:pt idx="27637">
                  <c:v>24.45</c:v>
                </c:pt>
                <c:pt idx="27638">
                  <c:v>24.4</c:v>
                </c:pt>
                <c:pt idx="27639">
                  <c:v>24.4</c:v>
                </c:pt>
                <c:pt idx="27640">
                  <c:v>24.35</c:v>
                </c:pt>
                <c:pt idx="27641">
                  <c:v>24.35</c:v>
                </c:pt>
                <c:pt idx="27642">
                  <c:v>24.35</c:v>
                </c:pt>
                <c:pt idx="27643">
                  <c:v>24.35</c:v>
                </c:pt>
                <c:pt idx="27644">
                  <c:v>24.35</c:v>
                </c:pt>
                <c:pt idx="27645">
                  <c:v>24.35</c:v>
                </c:pt>
                <c:pt idx="27646">
                  <c:v>24.4</c:v>
                </c:pt>
                <c:pt idx="27647">
                  <c:v>24.4</c:v>
                </c:pt>
                <c:pt idx="27648">
                  <c:v>24.4</c:v>
                </c:pt>
                <c:pt idx="27649">
                  <c:v>24.45</c:v>
                </c:pt>
                <c:pt idx="27650">
                  <c:v>24.45</c:v>
                </c:pt>
                <c:pt idx="27651">
                  <c:v>24.45</c:v>
                </c:pt>
                <c:pt idx="27652">
                  <c:v>24.5</c:v>
                </c:pt>
                <c:pt idx="27653">
                  <c:v>24.5</c:v>
                </c:pt>
                <c:pt idx="27654">
                  <c:v>24.55</c:v>
                </c:pt>
                <c:pt idx="27655">
                  <c:v>24.55</c:v>
                </c:pt>
                <c:pt idx="27656">
                  <c:v>24.55</c:v>
                </c:pt>
                <c:pt idx="27657">
                  <c:v>24.6</c:v>
                </c:pt>
                <c:pt idx="27658">
                  <c:v>24.6</c:v>
                </c:pt>
                <c:pt idx="27659">
                  <c:v>24.6</c:v>
                </c:pt>
                <c:pt idx="27660">
                  <c:v>24.65</c:v>
                </c:pt>
                <c:pt idx="27661">
                  <c:v>24.65</c:v>
                </c:pt>
                <c:pt idx="27662">
                  <c:v>24.65</c:v>
                </c:pt>
                <c:pt idx="27663">
                  <c:v>24.65</c:v>
                </c:pt>
                <c:pt idx="27664">
                  <c:v>24.6</c:v>
                </c:pt>
                <c:pt idx="27665">
                  <c:v>24.55</c:v>
                </c:pt>
                <c:pt idx="27666">
                  <c:v>24.5</c:v>
                </c:pt>
                <c:pt idx="27667">
                  <c:v>24.45</c:v>
                </c:pt>
                <c:pt idx="27668">
                  <c:v>24.45</c:v>
                </c:pt>
                <c:pt idx="27669">
                  <c:v>24.4</c:v>
                </c:pt>
                <c:pt idx="27670">
                  <c:v>24.4</c:v>
                </c:pt>
                <c:pt idx="27671">
                  <c:v>24.35</c:v>
                </c:pt>
                <c:pt idx="27672">
                  <c:v>24.35</c:v>
                </c:pt>
                <c:pt idx="27673">
                  <c:v>24.4</c:v>
                </c:pt>
                <c:pt idx="27674">
                  <c:v>24.4</c:v>
                </c:pt>
                <c:pt idx="27675">
                  <c:v>24.4</c:v>
                </c:pt>
                <c:pt idx="27676">
                  <c:v>24.4</c:v>
                </c:pt>
                <c:pt idx="27677">
                  <c:v>24.4</c:v>
                </c:pt>
                <c:pt idx="27678">
                  <c:v>24.45</c:v>
                </c:pt>
                <c:pt idx="27679">
                  <c:v>24.45</c:v>
                </c:pt>
                <c:pt idx="27680">
                  <c:v>24.45</c:v>
                </c:pt>
                <c:pt idx="27681">
                  <c:v>24.5</c:v>
                </c:pt>
                <c:pt idx="27682">
                  <c:v>24.5</c:v>
                </c:pt>
                <c:pt idx="27683">
                  <c:v>24.5</c:v>
                </c:pt>
                <c:pt idx="27684">
                  <c:v>24.55</c:v>
                </c:pt>
                <c:pt idx="27685">
                  <c:v>24.55</c:v>
                </c:pt>
                <c:pt idx="27686">
                  <c:v>24.55</c:v>
                </c:pt>
                <c:pt idx="27687">
                  <c:v>24.6</c:v>
                </c:pt>
                <c:pt idx="27688">
                  <c:v>24.6</c:v>
                </c:pt>
                <c:pt idx="27689">
                  <c:v>24.65</c:v>
                </c:pt>
                <c:pt idx="27690">
                  <c:v>24.65</c:v>
                </c:pt>
                <c:pt idx="27691">
                  <c:v>24.65</c:v>
                </c:pt>
                <c:pt idx="27692">
                  <c:v>24.65</c:v>
                </c:pt>
                <c:pt idx="27693">
                  <c:v>24.65</c:v>
                </c:pt>
                <c:pt idx="27694">
                  <c:v>24.6</c:v>
                </c:pt>
                <c:pt idx="27695">
                  <c:v>24.55</c:v>
                </c:pt>
                <c:pt idx="27696">
                  <c:v>24.45</c:v>
                </c:pt>
                <c:pt idx="27697">
                  <c:v>24.45</c:v>
                </c:pt>
                <c:pt idx="27698">
                  <c:v>24.4</c:v>
                </c:pt>
                <c:pt idx="27699">
                  <c:v>24.4</c:v>
                </c:pt>
                <c:pt idx="27700">
                  <c:v>24.35</c:v>
                </c:pt>
                <c:pt idx="27701">
                  <c:v>24.35</c:v>
                </c:pt>
                <c:pt idx="27702">
                  <c:v>24.35</c:v>
                </c:pt>
                <c:pt idx="27703">
                  <c:v>24.35</c:v>
                </c:pt>
                <c:pt idx="27704">
                  <c:v>24.35</c:v>
                </c:pt>
                <c:pt idx="27705">
                  <c:v>24.4</c:v>
                </c:pt>
                <c:pt idx="27706">
                  <c:v>24.4</c:v>
                </c:pt>
                <c:pt idx="27707">
                  <c:v>24.4</c:v>
                </c:pt>
                <c:pt idx="27708">
                  <c:v>24.4</c:v>
                </c:pt>
                <c:pt idx="27709">
                  <c:v>24.45</c:v>
                </c:pt>
                <c:pt idx="27710">
                  <c:v>24.45</c:v>
                </c:pt>
                <c:pt idx="27711">
                  <c:v>24.45</c:v>
                </c:pt>
                <c:pt idx="27712">
                  <c:v>24.5</c:v>
                </c:pt>
                <c:pt idx="27713">
                  <c:v>24.5</c:v>
                </c:pt>
                <c:pt idx="27714">
                  <c:v>24.5</c:v>
                </c:pt>
                <c:pt idx="27715">
                  <c:v>24.55</c:v>
                </c:pt>
                <c:pt idx="27716">
                  <c:v>24.55</c:v>
                </c:pt>
                <c:pt idx="27717">
                  <c:v>24.6</c:v>
                </c:pt>
                <c:pt idx="27718">
                  <c:v>24.6</c:v>
                </c:pt>
                <c:pt idx="27719">
                  <c:v>24.6</c:v>
                </c:pt>
                <c:pt idx="27720">
                  <c:v>24.65</c:v>
                </c:pt>
                <c:pt idx="27721">
                  <c:v>24.65</c:v>
                </c:pt>
                <c:pt idx="27722">
                  <c:v>24.65</c:v>
                </c:pt>
                <c:pt idx="27723">
                  <c:v>24.6</c:v>
                </c:pt>
                <c:pt idx="27724">
                  <c:v>24.55</c:v>
                </c:pt>
                <c:pt idx="27725">
                  <c:v>24.55</c:v>
                </c:pt>
                <c:pt idx="27726">
                  <c:v>24.5</c:v>
                </c:pt>
                <c:pt idx="27727">
                  <c:v>24.45</c:v>
                </c:pt>
                <c:pt idx="27728">
                  <c:v>24.4</c:v>
                </c:pt>
                <c:pt idx="27729">
                  <c:v>24.4</c:v>
                </c:pt>
                <c:pt idx="27730">
                  <c:v>24.35</c:v>
                </c:pt>
                <c:pt idx="27731">
                  <c:v>24.35</c:v>
                </c:pt>
                <c:pt idx="27732">
                  <c:v>24.35</c:v>
                </c:pt>
                <c:pt idx="27733">
                  <c:v>24.35</c:v>
                </c:pt>
                <c:pt idx="27734">
                  <c:v>24.35</c:v>
                </c:pt>
                <c:pt idx="27735">
                  <c:v>24.4</c:v>
                </c:pt>
                <c:pt idx="27736">
                  <c:v>24.4</c:v>
                </c:pt>
                <c:pt idx="27737">
                  <c:v>24.4</c:v>
                </c:pt>
                <c:pt idx="27738">
                  <c:v>24.45</c:v>
                </c:pt>
                <c:pt idx="27739">
                  <c:v>24.45</c:v>
                </c:pt>
                <c:pt idx="27740">
                  <c:v>24.45</c:v>
                </c:pt>
                <c:pt idx="27741">
                  <c:v>24.5</c:v>
                </c:pt>
                <c:pt idx="27742">
                  <c:v>24.5</c:v>
                </c:pt>
                <c:pt idx="27743">
                  <c:v>24.5</c:v>
                </c:pt>
                <c:pt idx="27744">
                  <c:v>24.55</c:v>
                </c:pt>
                <c:pt idx="27745">
                  <c:v>24.55</c:v>
                </c:pt>
                <c:pt idx="27746">
                  <c:v>24.55</c:v>
                </c:pt>
                <c:pt idx="27747">
                  <c:v>24.6</c:v>
                </c:pt>
                <c:pt idx="27748">
                  <c:v>24.65</c:v>
                </c:pt>
                <c:pt idx="27749">
                  <c:v>24.65</c:v>
                </c:pt>
                <c:pt idx="27750">
                  <c:v>24.65</c:v>
                </c:pt>
                <c:pt idx="27751">
                  <c:v>24.65</c:v>
                </c:pt>
                <c:pt idx="27752">
                  <c:v>24.65</c:v>
                </c:pt>
                <c:pt idx="27753">
                  <c:v>24.6</c:v>
                </c:pt>
                <c:pt idx="27754">
                  <c:v>24.6</c:v>
                </c:pt>
                <c:pt idx="27755">
                  <c:v>24.55</c:v>
                </c:pt>
                <c:pt idx="27756">
                  <c:v>24.5</c:v>
                </c:pt>
                <c:pt idx="27757">
                  <c:v>24.45</c:v>
                </c:pt>
                <c:pt idx="27758">
                  <c:v>24.4</c:v>
                </c:pt>
                <c:pt idx="27759">
                  <c:v>24.4</c:v>
                </c:pt>
                <c:pt idx="27760">
                  <c:v>24.35</c:v>
                </c:pt>
                <c:pt idx="27761">
                  <c:v>24.35</c:v>
                </c:pt>
                <c:pt idx="27762">
                  <c:v>24.35</c:v>
                </c:pt>
                <c:pt idx="27763">
                  <c:v>24.35</c:v>
                </c:pt>
                <c:pt idx="27764">
                  <c:v>24.35</c:v>
                </c:pt>
                <c:pt idx="27765">
                  <c:v>24.35</c:v>
                </c:pt>
                <c:pt idx="27766">
                  <c:v>24.35</c:v>
                </c:pt>
                <c:pt idx="27767">
                  <c:v>24.4</c:v>
                </c:pt>
                <c:pt idx="27768">
                  <c:v>24.4</c:v>
                </c:pt>
                <c:pt idx="27769">
                  <c:v>24.4</c:v>
                </c:pt>
                <c:pt idx="27770">
                  <c:v>24.45</c:v>
                </c:pt>
                <c:pt idx="27771">
                  <c:v>24.45</c:v>
                </c:pt>
                <c:pt idx="27772">
                  <c:v>24.45</c:v>
                </c:pt>
                <c:pt idx="27773">
                  <c:v>24.5</c:v>
                </c:pt>
                <c:pt idx="27774">
                  <c:v>24.5</c:v>
                </c:pt>
                <c:pt idx="27775">
                  <c:v>24.5</c:v>
                </c:pt>
                <c:pt idx="27776">
                  <c:v>24.55</c:v>
                </c:pt>
                <c:pt idx="27777">
                  <c:v>24.55</c:v>
                </c:pt>
                <c:pt idx="27778">
                  <c:v>24.6</c:v>
                </c:pt>
                <c:pt idx="27779">
                  <c:v>24.6</c:v>
                </c:pt>
                <c:pt idx="27780">
                  <c:v>24.65</c:v>
                </c:pt>
                <c:pt idx="27781">
                  <c:v>24.65</c:v>
                </c:pt>
                <c:pt idx="27782">
                  <c:v>24.65</c:v>
                </c:pt>
                <c:pt idx="27783">
                  <c:v>24.6</c:v>
                </c:pt>
                <c:pt idx="27784">
                  <c:v>24.6</c:v>
                </c:pt>
                <c:pt idx="27785">
                  <c:v>24.55</c:v>
                </c:pt>
                <c:pt idx="27786">
                  <c:v>24.5</c:v>
                </c:pt>
                <c:pt idx="27787">
                  <c:v>24.45</c:v>
                </c:pt>
                <c:pt idx="27788">
                  <c:v>24.4</c:v>
                </c:pt>
                <c:pt idx="27789">
                  <c:v>24.4</c:v>
                </c:pt>
                <c:pt idx="27790">
                  <c:v>24.4</c:v>
                </c:pt>
                <c:pt idx="27791">
                  <c:v>24.35</c:v>
                </c:pt>
                <c:pt idx="27792">
                  <c:v>24.35</c:v>
                </c:pt>
                <c:pt idx="27793">
                  <c:v>24.35</c:v>
                </c:pt>
                <c:pt idx="27794">
                  <c:v>24.35</c:v>
                </c:pt>
                <c:pt idx="27795">
                  <c:v>24.35</c:v>
                </c:pt>
                <c:pt idx="27796">
                  <c:v>24.35</c:v>
                </c:pt>
                <c:pt idx="27797">
                  <c:v>24.4</c:v>
                </c:pt>
                <c:pt idx="27798">
                  <c:v>24.4</c:v>
                </c:pt>
                <c:pt idx="27799">
                  <c:v>24.4</c:v>
                </c:pt>
                <c:pt idx="27800">
                  <c:v>24.4</c:v>
                </c:pt>
                <c:pt idx="27801">
                  <c:v>24.45</c:v>
                </c:pt>
                <c:pt idx="27802">
                  <c:v>24.45</c:v>
                </c:pt>
                <c:pt idx="27803">
                  <c:v>24.5</c:v>
                </c:pt>
                <c:pt idx="27804">
                  <c:v>24.5</c:v>
                </c:pt>
                <c:pt idx="27805">
                  <c:v>24.5</c:v>
                </c:pt>
                <c:pt idx="27806">
                  <c:v>24.55</c:v>
                </c:pt>
                <c:pt idx="27807">
                  <c:v>24.55</c:v>
                </c:pt>
                <c:pt idx="27808">
                  <c:v>24.6</c:v>
                </c:pt>
                <c:pt idx="27809">
                  <c:v>24.6</c:v>
                </c:pt>
                <c:pt idx="27810">
                  <c:v>24.65</c:v>
                </c:pt>
                <c:pt idx="27811">
                  <c:v>24.65</c:v>
                </c:pt>
                <c:pt idx="27812">
                  <c:v>24.65</c:v>
                </c:pt>
                <c:pt idx="27813">
                  <c:v>24.6</c:v>
                </c:pt>
                <c:pt idx="27814">
                  <c:v>24.6</c:v>
                </c:pt>
                <c:pt idx="27815">
                  <c:v>24.55</c:v>
                </c:pt>
                <c:pt idx="27816">
                  <c:v>24.5</c:v>
                </c:pt>
                <c:pt idx="27817">
                  <c:v>24.45</c:v>
                </c:pt>
                <c:pt idx="27818">
                  <c:v>24.4</c:v>
                </c:pt>
                <c:pt idx="27819">
                  <c:v>24.4</c:v>
                </c:pt>
                <c:pt idx="27820">
                  <c:v>24.4</c:v>
                </c:pt>
                <c:pt idx="27821">
                  <c:v>24.35</c:v>
                </c:pt>
                <c:pt idx="27822">
                  <c:v>24.35</c:v>
                </c:pt>
                <c:pt idx="27823">
                  <c:v>24.35</c:v>
                </c:pt>
                <c:pt idx="27824">
                  <c:v>24.35</c:v>
                </c:pt>
                <c:pt idx="27825">
                  <c:v>24.35</c:v>
                </c:pt>
                <c:pt idx="27826">
                  <c:v>24.35</c:v>
                </c:pt>
                <c:pt idx="27827">
                  <c:v>24.35</c:v>
                </c:pt>
                <c:pt idx="27828">
                  <c:v>24.4</c:v>
                </c:pt>
                <c:pt idx="27829">
                  <c:v>24.4</c:v>
                </c:pt>
                <c:pt idx="27830">
                  <c:v>24.4</c:v>
                </c:pt>
                <c:pt idx="27831">
                  <c:v>24.4</c:v>
                </c:pt>
                <c:pt idx="27832">
                  <c:v>24.45</c:v>
                </c:pt>
                <c:pt idx="27833">
                  <c:v>24.45</c:v>
                </c:pt>
                <c:pt idx="27834">
                  <c:v>24.45</c:v>
                </c:pt>
                <c:pt idx="27835">
                  <c:v>24.45</c:v>
                </c:pt>
                <c:pt idx="27836">
                  <c:v>24.55</c:v>
                </c:pt>
                <c:pt idx="27837">
                  <c:v>24.55</c:v>
                </c:pt>
                <c:pt idx="27838">
                  <c:v>24.6</c:v>
                </c:pt>
                <c:pt idx="27839">
                  <c:v>24.6</c:v>
                </c:pt>
                <c:pt idx="27840">
                  <c:v>24.6</c:v>
                </c:pt>
                <c:pt idx="27841">
                  <c:v>24.6</c:v>
                </c:pt>
                <c:pt idx="27842">
                  <c:v>24.6</c:v>
                </c:pt>
                <c:pt idx="27843">
                  <c:v>24.6</c:v>
                </c:pt>
                <c:pt idx="27844">
                  <c:v>24.55</c:v>
                </c:pt>
                <c:pt idx="27845">
                  <c:v>24.5</c:v>
                </c:pt>
                <c:pt idx="27846">
                  <c:v>24.5</c:v>
                </c:pt>
                <c:pt idx="27847">
                  <c:v>24.4</c:v>
                </c:pt>
                <c:pt idx="27848">
                  <c:v>24.4</c:v>
                </c:pt>
                <c:pt idx="27849">
                  <c:v>24.4</c:v>
                </c:pt>
                <c:pt idx="27850">
                  <c:v>24.4</c:v>
                </c:pt>
                <c:pt idx="27851">
                  <c:v>24.35</c:v>
                </c:pt>
                <c:pt idx="27852">
                  <c:v>24.35</c:v>
                </c:pt>
                <c:pt idx="27853">
                  <c:v>24.35</c:v>
                </c:pt>
                <c:pt idx="27854">
                  <c:v>24.4</c:v>
                </c:pt>
                <c:pt idx="27855">
                  <c:v>24.35</c:v>
                </c:pt>
                <c:pt idx="27856">
                  <c:v>24.35</c:v>
                </c:pt>
                <c:pt idx="27857">
                  <c:v>24.35</c:v>
                </c:pt>
                <c:pt idx="27858">
                  <c:v>24.4</c:v>
                </c:pt>
                <c:pt idx="27859">
                  <c:v>24.4</c:v>
                </c:pt>
                <c:pt idx="27860">
                  <c:v>24.45</c:v>
                </c:pt>
                <c:pt idx="27861">
                  <c:v>24.45</c:v>
                </c:pt>
                <c:pt idx="27862">
                  <c:v>24.45</c:v>
                </c:pt>
                <c:pt idx="27863">
                  <c:v>24.5</c:v>
                </c:pt>
                <c:pt idx="27864">
                  <c:v>24.5</c:v>
                </c:pt>
                <c:pt idx="27865">
                  <c:v>24.5</c:v>
                </c:pt>
                <c:pt idx="27866">
                  <c:v>24.5</c:v>
                </c:pt>
                <c:pt idx="27867">
                  <c:v>24.55</c:v>
                </c:pt>
                <c:pt idx="27868">
                  <c:v>24.55</c:v>
                </c:pt>
                <c:pt idx="27869">
                  <c:v>24.6</c:v>
                </c:pt>
                <c:pt idx="27870">
                  <c:v>24.6</c:v>
                </c:pt>
                <c:pt idx="27871">
                  <c:v>24.6</c:v>
                </c:pt>
                <c:pt idx="27872">
                  <c:v>24.55</c:v>
                </c:pt>
                <c:pt idx="27873">
                  <c:v>24.55</c:v>
                </c:pt>
                <c:pt idx="27874">
                  <c:v>24.5</c:v>
                </c:pt>
                <c:pt idx="27875">
                  <c:v>24.5</c:v>
                </c:pt>
                <c:pt idx="27876">
                  <c:v>24.5</c:v>
                </c:pt>
                <c:pt idx="27877">
                  <c:v>24.4</c:v>
                </c:pt>
                <c:pt idx="27878">
                  <c:v>24.4</c:v>
                </c:pt>
                <c:pt idx="27879">
                  <c:v>24.35</c:v>
                </c:pt>
                <c:pt idx="27880">
                  <c:v>24.35</c:v>
                </c:pt>
                <c:pt idx="27881">
                  <c:v>24.35</c:v>
                </c:pt>
                <c:pt idx="27882">
                  <c:v>24.35</c:v>
                </c:pt>
                <c:pt idx="27883">
                  <c:v>24.35</c:v>
                </c:pt>
                <c:pt idx="27884">
                  <c:v>24.35</c:v>
                </c:pt>
                <c:pt idx="27885">
                  <c:v>24.35</c:v>
                </c:pt>
                <c:pt idx="27886">
                  <c:v>24.4</c:v>
                </c:pt>
                <c:pt idx="27887">
                  <c:v>24.4</c:v>
                </c:pt>
                <c:pt idx="27888">
                  <c:v>24.4</c:v>
                </c:pt>
                <c:pt idx="27889">
                  <c:v>24.4</c:v>
                </c:pt>
                <c:pt idx="27890">
                  <c:v>24.45</c:v>
                </c:pt>
                <c:pt idx="27891">
                  <c:v>24.45</c:v>
                </c:pt>
                <c:pt idx="27892">
                  <c:v>24.5</c:v>
                </c:pt>
                <c:pt idx="27893">
                  <c:v>24.5</c:v>
                </c:pt>
                <c:pt idx="27894">
                  <c:v>24.5</c:v>
                </c:pt>
                <c:pt idx="27895">
                  <c:v>24.55</c:v>
                </c:pt>
                <c:pt idx="27896">
                  <c:v>24.55</c:v>
                </c:pt>
                <c:pt idx="27897">
                  <c:v>24.6</c:v>
                </c:pt>
                <c:pt idx="27898">
                  <c:v>24.6</c:v>
                </c:pt>
                <c:pt idx="27899">
                  <c:v>24.6</c:v>
                </c:pt>
                <c:pt idx="27900">
                  <c:v>24.65</c:v>
                </c:pt>
                <c:pt idx="27901">
                  <c:v>24.65</c:v>
                </c:pt>
                <c:pt idx="27902">
                  <c:v>24.65</c:v>
                </c:pt>
                <c:pt idx="27903">
                  <c:v>24.6</c:v>
                </c:pt>
                <c:pt idx="27904">
                  <c:v>24.6</c:v>
                </c:pt>
                <c:pt idx="27905">
                  <c:v>24.55</c:v>
                </c:pt>
                <c:pt idx="27906">
                  <c:v>24.5</c:v>
                </c:pt>
                <c:pt idx="27907">
                  <c:v>24.45</c:v>
                </c:pt>
                <c:pt idx="27908">
                  <c:v>24.4</c:v>
                </c:pt>
                <c:pt idx="27909">
                  <c:v>24.4</c:v>
                </c:pt>
                <c:pt idx="27910">
                  <c:v>24.4</c:v>
                </c:pt>
                <c:pt idx="27911">
                  <c:v>24.4</c:v>
                </c:pt>
                <c:pt idx="27912">
                  <c:v>24.4</c:v>
                </c:pt>
                <c:pt idx="27913">
                  <c:v>24.4</c:v>
                </c:pt>
                <c:pt idx="27914">
                  <c:v>24.4</c:v>
                </c:pt>
                <c:pt idx="27915">
                  <c:v>24.4</c:v>
                </c:pt>
                <c:pt idx="27916">
                  <c:v>24.4</c:v>
                </c:pt>
                <c:pt idx="27917">
                  <c:v>24.4</c:v>
                </c:pt>
                <c:pt idx="27918">
                  <c:v>24.4</c:v>
                </c:pt>
                <c:pt idx="27919">
                  <c:v>24.45</c:v>
                </c:pt>
                <c:pt idx="27920">
                  <c:v>24.45</c:v>
                </c:pt>
                <c:pt idx="27921">
                  <c:v>24.45</c:v>
                </c:pt>
                <c:pt idx="27922">
                  <c:v>24.5</c:v>
                </c:pt>
                <c:pt idx="27923">
                  <c:v>24.5</c:v>
                </c:pt>
                <c:pt idx="27924">
                  <c:v>24.5</c:v>
                </c:pt>
                <c:pt idx="27925">
                  <c:v>24.55</c:v>
                </c:pt>
                <c:pt idx="27926">
                  <c:v>24.55</c:v>
                </c:pt>
                <c:pt idx="27927">
                  <c:v>24.55</c:v>
                </c:pt>
                <c:pt idx="27928">
                  <c:v>24.6</c:v>
                </c:pt>
                <c:pt idx="27929">
                  <c:v>24.6</c:v>
                </c:pt>
                <c:pt idx="27930">
                  <c:v>24.6</c:v>
                </c:pt>
                <c:pt idx="27931">
                  <c:v>24.65</c:v>
                </c:pt>
                <c:pt idx="27932">
                  <c:v>24.6</c:v>
                </c:pt>
                <c:pt idx="27933">
                  <c:v>24.55</c:v>
                </c:pt>
                <c:pt idx="27934">
                  <c:v>24.55</c:v>
                </c:pt>
                <c:pt idx="27935">
                  <c:v>24.5</c:v>
                </c:pt>
                <c:pt idx="27936">
                  <c:v>24.45</c:v>
                </c:pt>
                <c:pt idx="27937">
                  <c:v>24.45</c:v>
                </c:pt>
                <c:pt idx="27938">
                  <c:v>24.4</c:v>
                </c:pt>
                <c:pt idx="27939">
                  <c:v>24.4</c:v>
                </c:pt>
                <c:pt idx="27940">
                  <c:v>24.35</c:v>
                </c:pt>
                <c:pt idx="27941">
                  <c:v>24.35</c:v>
                </c:pt>
                <c:pt idx="27942">
                  <c:v>24.35</c:v>
                </c:pt>
                <c:pt idx="27943">
                  <c:v>24.35</c:v>
                </c:pt>
                <c:pt idx="27944">
                  <c:v>24.35</c:v>
                </c:pt>
                <c:pt idx="27945">
                  <c:v>24.4</c:v>
                </c:pt>
                <c:pt idx="27946">
                  <c:v>24.4</c:v>
                </c:pt>
                <c:pt idx="27947">
                  <c:v>24.4</c:v>
                </c:pt>
                <c:pt idx="27948">
                  <c:v>24.4</c:v>
                </c:pt>
                <c:pt idx="27949">
                  <c:v>24.45</c:v>
                </c:pt>
                <c:pt idx="27950">
                  <c:v>24.45</c:v>
                </c:pt>
                <c:pt idx="27951">
                  <c:v>24.45</c:v>
                </c:pt>
                <c:pt idx="27952">
                  <c:v>24.45</c:v>
                </c:pt>
                <c:pt idx="27953">
                  <c:v>24.5</c:v>
                </c:pt>
                <c:pt idx="27954">
                  <c:v>24.5</c:v>
                </c:pt>
                <c:pt idx="27955">
                  <c:v>24.5</c:v>
                </c:pt>
                <c:pt idx="27956">
                  <c:v>24.55</c:v>
                </c:pt>
                <c:pt idx="27957">
                  <c:v>24.55</c:v>
                </c:pt>
                <c:pt idx="27958">
                  <c:v>24.6</c:v>
                </c:pt>
                <c:pt idx="27959">
                  <c:v>24.6</c:v>
                </c:pt>
                <c:pt idx="27960">
                  <c:v>24.65</c:v>
                </c:pt>
                <c:pt idx="27961">
                  <c:v>24.65</c:v>
                </c:pt>
                <c:pt idx="27962">
                  <c:v>24.65</c:v>
                </c:pt>
                <c:pt idx="27963">
                  <c:v>24.6</c:v>
                </c:pt>
                <c:pt idx="27964">
                  <c:v>24.6</c:v>
                </c:pt>
                <c:pt idx="27965">
                  <c:v>24.5</c:v>
                </c:pt>
                <c:pt idx="27966">
                  <c:v>24.5</c:v>
                </c:pt>
                <c:pt idx="27967">
                  <c:v>24.45</c:v>
                </c:pt>
                <c:pt idx="27968">
                  <c:v>24.4</c:v>
                </c:pt>
                <c:pt idx="27969">
                  <c:v>24.4</c:v>
                </c:pt>
                <c:pt idx="27970">
                  <c:v>24.35</c:v>
                </c:pt>
                <c:pt idx="27971">
                  <c:v>24.35</c:v>
                </c:pt>
                <c:pt idx="27972">
                  <c:v>24.3</c:v>
                </c:pt>
                <c:pt idx="27973">
                  <c:v>24.35</c:v>
                </c:pt>
                <c:pt idx="27974">
                  <c:v>24.35</c:v>
                </c:pt>
                <c:pt idx="27975">
                  <c:v>24.35</c:v>
                </c:pt>
                <c:pt idx="27976">
                  <c:v>24.35</c:v>
                </c:pt>
                <c:pt idx="27977">
                  <c:v>24.35</c:v>
                </c:pt>
                <c:pt idx="27978">
                  <c:v>24.4</c:v>
                </c:pt>
                <c:pt idx="27979">
                  <c:v>24.4</c:v>
                </c:pt>
                <c:pt idx="27980">
                  <c:v>24.45</c:v>
                </c:pt>
                <c:pt idx="27981">
                  <c:v>24.45</c:v>
                </c:pt>
                <c:pt idx="27982">
                  <c:v>24.5</c:v>
                </c:pt>
                <c:pt idx="27983">
                  <c:v>24.5</c:v>
                </c:pt>
                <c:pt idx="27984">
                  <c:v>24.5</c:v>
                </c:pt>
                <c:pt idx="27985">
                  <c:v>24.55</c:v>
                </c:pt>
                <c:pt idx="27986">
                  <c:v>24.55</c:v>
                </c:pt>
                <c:pt idx="27987">
                  <c:v>24.6</c:v>
                </c:pt>
                <c:pt idx="27988">
                  <c:v>24.6</c:v>
                </c:pt>
                <c:pt idx="27989">
                  <c:v>24.6</c:v>
                </c:pt>
                <c:pt idx="27990">
                  <c:v>24.6</c:v>
                </c:pt>
                <c:pt idx="27991">
                  <c:v>24.65</c:v>
                </c:pt>
                <c:pt idx="27992">
                  <c:v>24.6</c:v>
                </c:pt>
                <c:pt idx="27993">
                  <c:v>24.6</c:v>
                </c:pt>
                <c:pt idx="27994">
                  <c:v>24.55</c:v>
                </c:pt>
                <c:pt idx="27995">
                  <c:v>24.5</c:v>
                </c:pt>
                <c:pt idx="27996">
                  <c:v>24.45</c:v>
                </c:pt>
                <c:pt idx="27997">
                  <c:v>24.4</c:v>
                </c:pt>
                <c:pt idx="27998">
                  <c:v>24.4</c:v>
                </c:pt>
                <c:pt idx="27999">
                  <c:v>24.35</c:v>
                </c:pt>
                <c:pt idx="28000">
                  <c:v>24.35</c:v>
                </c:pt>
                <c:pt idx="28001">
                  <c:v>24.3</c:v>
                </c:pt>
                <c:pt idx="28002">
                  <c:v>24.3</c:v>
                </c:pt>
                <c:pt idx="28003">
                  <c:v>24.3</c:v>
                </c:pt>
                <c:pt idx="28004">
                  <c:v>24.35</c:v>
                </c:pt>
                <c:pt idx="28005">
                  <c:v>24.35</c:v>
                </c:pt>
                <c:pt idx="28006">
                  <c:v>24.35</c:v>
                </c:pt>
                <c:pt idx="28007">
                  <c:v>24.35</c:v>
                </c:pt>
                <c:pt idx="28008">
                  <c:v>24.35</c:v>
                </c:pt>
                <c:pt idx="28009">
                  <c:v>24.4</c:v>
                </c:pt>
                <c:pt idx="28010">
                  <c:v>24.4</c:v>
                </c:pt>
                <c:pt idx="28011">
                  <c:v>24.45</c:v>
                </c:pt>
                <c:pt idx="28012">
                  <c:v>24.45</c:v>
                </c:pt>
                <c:pt idx="28013">
                  <c:v>24.5</c:v>
                </c:pt>
                <c:pt idx="28014">
                  <c:v>24.5</c:v>
                </c:pt>
                <c:pt idx="28015">
                  <c:v>24.55</c:v>
                </c:pt>
                <c:pt idx="28016">
                  <c:v>24.55</c:v>
                </c:pt>
                <c:pt idx="28017">
                  <c:v>24.55</c:v>
                </c:pt>
                <c:pt idx="28018">
                  <c:v>24.6</c:v>
                </c:pt>
                <c:pt idx="28019">
                  <c:v>24.6</c:v>
                </c:pt>
                <c:pt idx="28020">
                  <c:v>24.65</c:v>
                </c:pt>
                <c:pt idx="28021">
                  <c:v>24.65</c:v>
                </c:pt>
                <c:pt idx="28022">
                  <c:v>24.65</c:v>
                </c:pt>
                <c:pt idx="28023">
                  <c:v>24.6</c:v>
                </c:pt>
                <c:pt idx="28024">
                  <c:v>24.55</c:v>
                </c:pt>
                <c:pt idx="28025">
                  <c:v>24.5</c:v>
                </c:pt>
                <c:pt idx="28026">
                  <c:v>24.45</c:v>
                </c:pt>
                <c:pt idx="28027">
                  <c:v>24.4</c:v>
                </c:pt>
                <c:pt idx="28028">
                  <c:v>24.4</c:v>
                </c:pt>
                <c:pt idx="28029">
                  <c:v>24.35</c:v>
                </c:pt>
                <c:pt idx="28030">
                  <c:v>24.35</c:v>
                </c:pt>
                <c:pt idx="28031">
                  <c:v>24.35</c:v>
                </c:pt>
                <c:pt idx="28032">
                  <c:v>24.3</c:v>
                </c:pt>
                <c:pt idx="28033">
                  <c:v>24.35</c:v>
                </c:pt>
                <c:pt idx="28034">
                  <c:v>24.35</c:v>
                </c:pt>
                <c:pt idx="28035">
                  <c:v>24.35</c:v>
                </c:pt>
                <c:pt idx="28036">
                  <c:v>24.35</c:v>
                </c:pt>
                <c:pt idx="28037">
                  <c:v>24.35</c:v>
                </c:pt>
                <c:pt idx="28038">
                  <c:v>24.4</c:v>
                </c:pt>
                <c:pt idx="28039">
                  <c:v>24.4</c:v>
                </c:pt>
                <c:pt idx="28040">
                  <c:v>24.45</c:v>
                </c:pt>
                <c:pt idx="28041">
                  <c:v>24.45</c:v>
                </c:pt>
                <c:pt idx="28042">
                  <c:v>24.45</c:v>
                </c:pt>
                <c:pt idx="28043">
                  <c:v>24.5</c:v>
                </c:pt>
                <c:pt idx="28044">
                  <c:v>24.5</c:v>
                </c:pt>
                <c:pt idx="28045">
                  <c:v>24.55</c:v>
                </c:pt>
                <c:pt idx="28046">
                  <c:v>24.55</c:v>
                </c:pt>
                <c:pt idx="28047">
                  <c:v>24.55</c:v>
                </c:pt>
                <c:pt idx="28048">
                  <c:v>24.6</c:v>
                </c:pt>
                <c:pt idx="28049">
                  <c:v>24.6</c:v>
                </c:pt>
                <c:pt idx="28050">
                  <c:v>24.6</c:v>
                </c:pt>
                <c:pt idx="28051">
                  <c:v>24.65</c:v>
                </c:pt>
                <c:pt idx="28052">
                  <c:v>24.6</c:v>
                </c:pt>
                <c:pt idx="28053">
                  <c:v>24.6</c:v>
                </c:pt>
                <c:pt idx="28054">
                  <c:v>24.6</c:v>
                </c:pt>
                <c:pt idx="28055">
                  <c:v>24.55</c:v>
                </c:pt>
                <c:pt idx="28056">
                  <c:v>24.5</c:v>
                </c:pt>
                <c:pt idx="28057">
                  <c:v>24.45</c:v>
                </c:pt>
                <c:pt idx="28058">
                  <c:v>24.45</c:v>
                </c:pt>
                <c:pt idx="28059">
                  <c:v>24.4</c:v>
                </c:pt>
                <c:pt idx="28060">
                  <c:v>24.35</c:v>
                </c:pt>
                <c:pt idx="28061">
                  <c:v>24.35</c:v>
                </c:pt>
                <c:pt idx="28062">
                  <c:v>24.35</c:v>
                </c:pt>
                <c:pt idx="28063">
                  <c:v>24.35</c:v>
                </c:pt>
                <c:pt idx="28064">
                  <c:v>24.35</c:v>
                </c:pt>
                <c:pt idx="28065">
                  <c:v>24.35</c:v>
                </c:pt>
                <c:pt idx="28066">
                  <c:v>24.35</c:v>
                </c:pt>
                <c:pt idx="28067">
                  <c:v>24.35</c:v>
                </c:pt>
                <c:pt idx="28068">
                  <c:v>24.35</c:v>
                </c:pt>
                <c:pt idx="28069">
                  <c:v>24.4</c:v>
                </c:pt>
                <c:pt idx="28070">
                  <c:v>24.45</c:v>
                </c:pt>
                <c:pt idx="28071">
                  <c:v>24.4</c:v>
                </c:pt>
                <c:pt idx="28072">
                  <c:v>24.45</c:v>
                </c:pt>
                <c:pt idx="28073">
                  <c:v>24.5</c:v>
                </c:pt>
                <c:pt idx="28074">
                  <c:v>24.5</c:v>
                </c:pt>
                <c:pt idx="28075">
                  <c:v>24.5</c:v>
                </c:pt>
                <c:pt idx="28076">
                  <c:v>24.55</c:v>
                </c:pt>
                <c:pt idx="28077">
                  <c:v>24.6</c:v>
                </c:pt>
                <c:pt idx="28078">
                  <c:v>24.6</c:v>
                </c:pt>
                <c:pt idx="28079">
                  <c:v>24.6</c:v>
                </c:pt>
                <c:pt idx="28080">
                  <c:v>24.6</c:v>
                </c:pt>
                <c:pt idx="28081">
                  <c:v>24.65</c:v>
                </c:pt>
                <c:pt idx="28082">
                  <c:v>24.65</c:v>
                </c:pt>
                <c:pt idx="28083">
                  <c:v>24.65</c:v>
                </c:pt>
                <c:pt idx="28084">
                  <c:v>24.6</c:v>
                </c:pt>
                <c:pt idx="28085">
                  <c:v>24.55</c:v>
                </c:pt>
                <c:pt idx="28086">
                  <c:v>24.5</c:v>
                </c:pt>
                <c:pt idx="28087">
                  <c:v>24.45</c:v>
                </c:pt>
                <c:pt idx="28088">
                  <c:v>24.45</c:v>
                </c:pt>
                <c:pt idx="28089">
                  <c:v>24.4</c:v>
                </c:pt>
                <c:pt idx="28090">
                  <c:v>24.4</c:v>
                </c:pt>
                <c:pt idx="28091">
                  <c:v>24.4</c:v>
                </c:pt>
                <c:pt idx="28092">
                  <c:v>24.4</c:v>
                </c:pt>
                <c:pt idx="28093">
                  <c:v>24.35</c:v>
                </c:pt>
                <c:pt idx="28094">
                  <c:v>24.4</c:v>
                </c:pt>
                <c:pt idx="28095">
                  <c:v>24.4</c:v>
                </c:pt>
                <c:pt idx="28096">
                  <c:v>24.4</c:v>
                </c:pt>
                <c:pt idx="28097">
                  <c:v>24.4</c:v>
                </c:pt>
                <c:pt idx="28098">
                  <c:v>24.4</c:v>
                </c:pt>
                <c:pt idx="28099">
                  <c:v>24.45</c:v>
                </c:pt>
                <c:pt idx="28100">
                  <c:v>24.45</c:v>
                </c:pt>
                <c:pt idx="28101">
                  <c:v>24.45</c:v>
                </c:pt>
                <c:pt idx="28102">
                  <c:v>24.45</c:v>
                </c:pt>
                <c:pt idx="28103">
                  <c:v>24.5</c:v>
                </c:pt>
                <c:pt idx="28104">
                  <c:v>24.5</c:v>
                </c:pt>
                <c:pt idx="28105">
                  <c:v>24.5</c:v>
                </c:pt>
                <c:pt idx="28106">
                  <c:v>24.5</c:v>
                </c:pt>
                <c:pt idx="28107">
                  <c:v>24.55</c:v>
                </c:pt>
                <c:pt idx="28108">
                  <c:v>24.55</c:v>
                </c:pt>
                <c:pt idx="28109">
                  <c:v>24.6</c:v>
                </c:pt>
                <c:pt idx="28110">
                  <c:v>24.6</c:v>
                </c:pt>
                <c:pt idx="28111">
                  <c:v>24.6</c:v>
                </c:pt>
                <c:pt idx="28112">
                  <c:v>24.6</c:v>
                </c:pt>
                <c:pt idx="28113">
                  <c:v>24.6</c:v>
                </c:pt>
                <c:pt idx="28114">
                  <c:v>24.55</c:v>
                </c:pt>
                <c:pt idx="28115">
                  <c:v>24.55</c:v>
                </c:pt>
                <c:pt idx="28116">
                  <c:v>24.5</c:v>
                </c:pt>
                <c:pt idx="28117">
                  <c:v>24.45</c:v>
                </c:pt>
                <c:pt idx="28118">
                  <c:v>24.4</c:v>
                </c:pt>
                <c:pt idx="28119">
                  <c:v>24.4</c:v>
                </c:pt>
                <c:pt idx="28120">
                  <c:v>24.4</c:v>
                </c:pt>
                <c:pt idx="28121">
                  <c:v>24.4</c:v>
                </c:pt>
                <c:pt idx="28122">
                  <c:v>24.4</c:v>
                </c:pt>
                <c:pt idx="28123">
                  <c:v>24.4</c:v>
                </c:pt>
                <c:pt idx="28124">
                  <c:v>24.35</c:v>
                </c:pt>
                <c:pt idx="28125">
                  <c:v>24.4</c:v>
                </c:pt>
                <c:pt idx="28126">
                  <c:v>24.4</c:v>
                </c:pt>
                <c:pt idx="28127">
                  <c:v>24.4</c:v>
                </c:pt>
                <c:pt idx="28128">
                  <c:v>24.4</c:v>
                </c:pt>
                <c:pt idx="28129">
                  <c:v>24.4</c:v>
                </c:pt>
                <c:pt idx="28130">
                  <c:v>24.4</c:v>
                </c:pt>
                <c:pt idx="28131">
                  <c:v>24.45</c:v>
                </c:pt>
                <c:pt idx="28132">
                  <c:v>24.45</c:v>
                </c:pt>
                <c:pt idx="28133">
                  <c:v>24.45</c:v>
                </c:pt>
                <c:pt idx="28134">
                  <c:v>24.45</c:v>
                </c:pt>
                <c:pt idx="28135">
                  <c:v>24.5</c:v>
                </c:pt>
                <c:pt idx="28136">
                  <c:v>24.5</c:v>
                </c:pt>
                <c:pt idx="28137">
                  <c:v>24.55</c:v>
                </c:pt>
                <c:pt idx="28138">
                  <c:v>24.55</c:v>
                </c:pt>
                <c:pt idx="28139">
                  <c:v>24.6</c:v>
                </c:pt>
                <c:pt idx="28140">
                  <c:v>24.6</c:v>
                </c:pt>
                <c:pt idx="28141">
                  <c:v>24.65</c:v>
                </c:pt>
                <c:pt idx="28142">
                  <c:v>24.65</c:v>
                </c:pt>
                <c:pt idx="28143">
                  <c:v>24.65</c:v>
                </c:pt>
                <c:pt idx="28144">
                  <c:v>24.6</c:v>
                </c:pt>
                <c:pt idx="28145">
                  <c:v>24.55</c:v>
                </c:pt>
                <c:pt idx="28146">
                  <c:v>24.55</c:v>
                </c:pt>
                <c:pt idx="28147">
                  <c:v>24.5</c:v>
                </c:pt>
                <c:pt idx="28148">
                  <c:v>24.45</c:v>
                </c:pt>
                <c:pt idx="28149">
                  <c:v>24.4</c:v>
                </c:pt>
                <c:pt idx="28150">
                  <c:v>24.4</c:v>
                </c:pt>
                <c:pt idx="28151">
                  <c:v>24.4</c:v>
                </c:pt>
                <c:pt idx="28152">
                  <c:v>24.35</c:v>
                </c:pt>
                <c:pt idx="28153">
                  <c:v>24.4</c:v>
                </c:pt>
                <c:pt idx="28154">
                  <c:v>24.4</c:v>
                </c:pt>
                <c:pt idx="28155">
                  <c:v>24.4</c:v>
                </c:pt>
                <c:pt idx="28156">
                  <c:v>24.4</c:v>
                </c:pt>
                <c:pt idx="28157">
                  <c:v>24.4</c:v>
                </c:pt>
                <c:pt idx="28158">
                  <c:v>24.4</c:v>
                </c:pt>
                <c:pt idx="28159">
                  <c:v>24.45</c:v>
                </c:pt>
                <c:pt idx="28160">
                  <c:v>24.45</c:v>
                </c:pt>
                <c:pt idx="28161">
                  <c:v>24.5</c:v>
                </c:pt>
                <c:pt idx="28162">
                  <c:v>24.5</c:v>
                </c:pt>
                <c:pt idx="28163">
                  <c:v>24.5</c:v>
                </c:pt>
                <c:pt idx="28164">
                  <c:v>24.5</c:v>
                </c:pt>
                <c:pt idx="28165">
                  <c:v>24.55</c:v>
                </c:pt>
                <c:pt idx="28166">
                  <c:v>24.55</c:v>
                </c:pt>
                <c:pt idx="28167">
                  <c:v>24.6</c:v>
                </c:pt>
                <c:pt idx="28168">
                  <c:v>24.6</c:v>
                </c:pt>
                <c:pt idx="28169">
                  <c:v>24.6</c:v>
                </c:pt>
                <c:pt idx="28170">
                  <c:v>24.65</c:v>
                </c:pt>
                <c:pt idx="28171">
                  <c:v>24.65</c:v>
                </c:pt>
                <c:pt idx="28172">
                  <c:v>24.65</c:v>
                </c:pt>
                <c:pt idx="28173">
                  <c:v>24.65</c:v>
                </c:pt>
                <c:pt idx="28174">
                  <c:v>24.6</c:v>
                </c:pt>
                <c:pt idx="28175">
                  <c:v>24.55</c:v>
                </c:pt>
                <c:pt idx="28176">
                  <c:v>24.5</c:v>
                </c:pt>
                <c:pt idx="28177">
                  <c:v>24.5</c:v>
                </c:pt>
                <c:pt idx="28178">
                  <c:v>24.4</c:v>
                </c:pt>
                <c:pt idx="28179">
                  <c:v>24.4</c:v>
                </c:pt>
                <c:pt idx="28180">
                  <c:v>24.4</c:v>
                </c:pt>
                <c:pt idx="28181">
                  <c:v>24.35</c:v>
                </c:pt>
                <c:pt idx="28182">
                  <c:v>24.35</c:v>
                </c:pt>
                <c:pt idx="28183">
                  <c:v>24.35</c:v>
                </c:pt>
                <c:pt idx="28184">
                  <c:v>24.35</c:v>
                </c:pt>
                <c:pt idx="28185">
                  <c:v>24.4</c:v>
                </c:pt>
                <c:pt idx="28186">
                  <c:v>24.4</c:v>
                </c:pt>
                <c:pt idx="28187">
                  <c:v>24.4</c:v>
                </c:pt>
                <c:pt idx="28188">
                  <c:v>24.4</c:v>
                </c:pt>
                <c:pt idx="28189">
                  <c:v>24.4</c:v>
                </c:pt>
                <c:pt idx="28190">
                  <c:v>24.4</c:v>
                </c:pt>
                <c:pt idx="28191">
                  <c:v>24.45</c:v>
                </c:pt>
                <c:pt idx="28192">
                  <c:v>24.45</c:v>
                </c:pt>
                <c:pt idx="28193">
                  <c:v>24.45</c:v>
                </c:pt>
                <c:pt idx="28194">
                  <c:v>24.5</c:v>
                </c:pt>
                <c:pt idx="28195">
                  <c:v>24.5</c:v>
                </c:pt>
                <c:pt idx="28196">
                  <c:v>24.5</c:v>
                </c:pt>
                <c:pt idx="28197">
                  <c:v>24.55</c:v>
                </c:pt>
                <c:pt idx="28198">
                  <c:v>24.55</c:v>
                </c:pt>
                <c:pt idx="28199">
                  <c:v>24.55</c:v>
                </c:pt>
                <c:pt idx="28200">
                  <c:v>24.6</c:v>
                </c:pt>
                <c:pt idx="28201">
                  <c:v>24.6</c:v>
                </c:pt>
                <c:pt idx="28202">
                  <c:v>24.6</c:v>
                </c:pt>
                <c:pt idx="28203">
                  <c:v>24.55</c:v>
                </c:pt>
                <c:pt idx="28204">
                  <c:v>24.55</c:v>
                </c:pt>
                <c:pt idx="28205">
                  <c:v>24.5</c:v>
                </c:pt>
                <c:pt idx="28206">
                  <c:v>24.45</c:v>
                </c:pt>
                <c:pt idx="28207">
                  <c:v>24.4</c:v>
                </c:pt>
                <c:pt idx="28208">
                  <c:v>24.4</c:v>
                </c:pt>
                <c:pt idx="28209">
                  <c:v>24.35</c:v>
                </c:pt>
                <c:pt idx="28210">
                  <c:v>24.35</c:v>
                </c:pt>
                <c:pt idx="28211">
                  <c:v>24.35</c:v>
                </c:pt>
                <c:pt idx="28212">
                  <c:v>24.35</c:v>
                </c:pt>
                <c:pt idx="28213">
                  <c:v>24.35</c:v>
                </c:pt>
                <c:pt idx="28214">
                  <c:v>24.35</c:v>
                </c:pt>
                <c:pt idx="28215">
                  <c:v>24.35</c:v>
                </c:pt>
                <c:pt idx="28216">
                  <c:v>24.4</c:v>
                </c:pt>
                <c:pt idx="28217">
                  <c:v>24.4</c:v>
                </c:pt>
                <c:pt idx="28218">
                  <c:v>24.4</c:v>
                </c:pt>
                <c:pt idx="28219">
                  <c:v>24.45</c:v>
                </c:pt>
                <c:pt idx="28220">
                  <c:v>24.45</c:v>
                </c:pt>
                <c:pt idx="28221">
                  <c:v>24.45</c:v>
                </c:pt>
                <c:pt idx="28222">
                  <c:v>24.5</c:v>
                </c:pt>
                <c:pt idx="28223">
                  <c:v>24.5</c:v>
                </c:pt>
                <c:pt idx="28224">
                  <c:v>24.5</c:v>
                </c:pt>
                <c:pt idx="28225">
                  <c:v>24.5</c:v>
                </c:pt>
                <c:pt idx="28226">
                  <c:v>24.5</c:v>
                </c:pt>
                <c:pt idx="28227">
                  <c:v>24.55</c:v>
                </c:pt>
                <c:pt idx="28228">
                  <c:v>24.55</c:v>
                </c:pt>
                <c:pt idx="28229">
                  <c:v>24.55</c:v>
                </c:pt>
                <c:pt idx="28230">
                  <c:v>24.6</c:v>
                </c:pt>
                <c:pt idx="28231">
                  <c:v>24.6</c:v>
                </c:pt>
                <c:pt idx="28232">
                  <c:v>24.6</c:v>
                </c:pt>
                <c:pt idx="28233">
                  <c:v>24.55</c:v>
                </c:pt>
                <c:pt idx="28234">
                  <c:v>24.55</c:v>
                </c:pt>
                <c:pt idx="28235">
                  <c:v>24.5</c:v>
                </c:pt>
                <c:pt idx="28236">
                  <c:v>24.5</c:v>
                </c:pt>
                <c:pt idx="28237">
                  <c:v>24.45</c:v>
                </c:pt>
                <c:pt idx="28238">
                  <c:v>24.4</c:v>
                </c:pt>
                <c:pt idx="28239">
                  <c:v>24.4</c:v>
                </c:pt>
                <c:pt idx="28240">
                  <c:v>24.4</c:v>
                </c:pt>
                <c:pt idx="28241">
                  <c:v>24.35</c:v>
                </c:pt>
                <c:pt idx="28242">
                  <c:v>24.35</c:v>
                </c:pt>
                <c:pt idx="28243">
                  <c:v>24.35</c:v>
                </c:pt>
                <c:pt idx="28244">
                  <c:v>24.35</c:v>
                </c:pt>
                <c:pt idx="28245">
                  <c:v>24.35</c:v>
                </c:pt>
                <c:pt idx="28246">
                  <c:v>24.4</c:v>
                </c:pt>
                <c:pt idx="28247">
                  <c:v>24.4</c:v>
                </c:pt>
                <c:pt idx="28248">
                  <c:v>24.4</c:v>
                </c:pt>
                <c:pt idx="28249">
                  <c:v>24.4</c:v>
                </c:pt>
                <c:pt idx="28250">
                  <c:v>24.45</c:v>
                </c:pt>
                <c:pt idx="28251">
                  <c:v>24.45</c:v>
                </c:pt>
                <c:pt idx="28252">
                  <c:v>24.45</c:v>
                </c:pt>
                <c:pt idx="28253">
                  <c:v>24.5</c:v>
                </c:pt>
                <c:pt idx="28254">
                  <c:v>24.5</c:v>
                </c:pt>
                <c:pt idx="28255">
                  <c:v>24.55</c:v>
                </c:pt>
                <c:pt idx="28256">
                  <c:v>24.55</c:v>
                </c:pt>
                <c:pt idx="28257">
                  <c:v>24.55</c:v>
                </c:pt>
                <c:pt idx="28258">
                  <c:v>24.6</c:v>
                </c:pt>
                <c:pt idx="28259">
                  <c:v>24.6</c:v>
                </c:pt>
                <c:pt idx="28260">
                  <c:v>24.65</c:v>
                </c:pt>
                <c:pt idx="28261">
                  <c:v>24.65</c:v>
                </c:pt>
                <c:pt idx="28262">
                  <c:v>24.65</c:v>
                </c:pt>
                <c:pt idx="28263">
                  <c:v>24.6</c:v>
                </c:pt>
                <c:pt idx="28264">
                  <c:v>24.55</c:v>
                </c:pt>
                <c:pt idx="28265">
                  <c:v>24.5</c:v>
                </c:pt>
                <c:pt idx="28266">
                  <c:v>24.45</c:v>
                </c:pt>
                <c:pt idx="28267">
                  <c:v>24.4</c:v>
                </c:pt>
                <c:pt idx="28268">
                  <c:v>24.4</c:v>
                </c:pt>
                <c:pt idx="28269">
                  <c:v>24.4</c:v>
                </c:pt>
                <c:pt idx="28270">
                  <c:v>24.35</c:v>
                </c:pt>
                <c:pt idx="28271">
                  <c:v>24.35</c:v>
                </c:pt>
                <c:pt idx="28272">
                  <c:v>24.35</c:v>
                </c:pt>
                <c:pt idx="28273">
                  <c:v>24.3</c:v>
                </c:pt>
                <c:pt idx="28274">
                  <c:v>24.3</c:v>
                </c:pt>
                <c:pt idx="28275">
                  <c:v>24.35</c:v>
                </c:pt>
                <c:pt idx="28276">
                  <c:v>24.35</c:v>
                </c:pt>
                <c:pt idx="28277">
                  <c:v>24.35</c:v>
                </c:pt>
                <c:pt idx="28278">
                  <c:v>24.4</c:v>
                </c:pt>
                <c:pt idx="28279">
                  <c:v>24.4</c:v>
                </c:pt>
                <c:pt idx="28280">
                  <c:v>24.4</c:v>
                </c:pt>
                <c:pt idx="28281">
                  <c:v>24.45</c:v>
                </c:pt>
                <c:pt idx="28282">
                  <c:v>24.45</c:v>
                </c:pt>
                <c:pt idx="28283">
                  <c:v>24.5</c:v>
                </c:pt>
                <c:pt idx="28284">
                  <c:v>24.5</c:v>
                </c:pt>
                <c:pt idx="28285">
                  <c:v>24.55</c:v>
                </c:pt>
                <c:pt idx="28286">
                  <c:v>24.55</c:v>
                </c:pt>
                <c:pt idx="28287">
                  <c:v>24.6</c:v>
                </c:pt>
                <c:pt idx="28288">
                  <c:v>24.6</c:v>
                </c:pt>
                <c:pt idx="28289">
                  <c:v>24.6</c:v>
                </c:pt>
                <c:pt idx="28290">
                  <c:v>24.6</c:v>
                </c:pt>
                <c:pt idx="28291">
                  <c:v>24.65</c:v>
                </c:pt>
                <c:pt idx="28292">
                  <c:v>24.65</c:v>
                </c:pt>
                <c:pt idx="28293">
                  <c:v>24.6</c:v>
                </c:pt>
                <c:pt idx="28294">
                  <c:v>24.6</c:v>
                </c:pt>
                <c:pt idx="28295">
                  <c:v>24.55</c:v>
                </c:pt>
                <c:pt idx="28296">
                  <c:v>24.5</c:v>
                </c:pt>
                <c:pt idx="28297">
                  <c:v>24.45</c:v>
                </c:pt>
                <c:pt idx="28298">
                  <c:v>24.45</c:v>
                </c:pt>
                <c:pt idx="28299">
                  <c:v>24.4</c:v>
                </c:pt>
                <c:pt idx="28300">
                  <c:v>24.4</c:v>
                </c:pt>
                <c:pt idx="28301">
                  <c:v>24.4</c:v>
                </c:pt>
                <c:pt idx="28302">
                  <c:v>24.35</c:v>
                </c:pt>
                <c:pt idx="28303">
                  <c:v>24.4</c:v>
                </c:pt>
                <c:pt idx="28304">
                  <c:v>24.4</c:v>
                </c:pt>
                <c:pt idx="28305">
                  <c:v>24.4</c:v>
                </c:pt>
                <c:pt idx="28306">
                  <c:v>24.4</c:v>
                </c:pt>
                <c:pt idx="28307">
                  <c:v>24.4</c:v>
                </c:pt>
                <c:pt idx="28308">
                  <c:v>24.4</c:v>
                </c:pt>
                <c:pt idx="28309">
                  <c:v>24.4</c:v>
                </c:pt>
                <c:pt idx="28310">
                  <c:v>24.4</c:v>
                </c:pt>
                <c:pt idx="28311">
                  <c:v>24.45</c:v>
                </c:pt>
                <c:pt idx="28312">
                  <c:v>24.45</c:v>
                </c:pt>
                <c:pt idx="28313">
                  <c:v>24.45</c:v>
                </c:pt>
                <c:pt idx="28314">
                  <c:v>24.45</c:v>
                </c:pt>
                <c:pt idx="28315">
                  <c:v>24.5</c:v>
                </c:pt>
                <c:pt idx="28316">
                  <c:v>24.5</c:v>
                </c:pt>
                <c:pt idx="28317">
                  <c:v>24.5</c:v>
                </c:pt>
                <c:pt idx="28318">
                  <c:v>24.55</c:v>
                </c:pt>
                <c:pt idx="28319">
                  <c:v>24.6</c:v>
                </c:pt>
                <c:pt idx="28320">
                  <c:v>24.6</c:v>
                </c:pt>
                <c:pt idx="28321">
                  <c:v>24.6</c:v>
                </c:pt>
                <c:pt idx="28322">
                  <c:v>24.6</c:v>
                </c:pt>
                <c:pt idx="28323">
                  <c:v>24.6</c:v>
                </c:pt>
                <c:pt idx="28324">
                  <c:v>24.55</c:v>
                </c:pt>
                <c:pt idx="28325">
                  <c:v>24.55</c:v>
                </c:pt>
                <c:pt idx="28326">
                  <c:v>24.5</c:v>
                </c:pt>
                <c:pt idx="28327">
                  <c:v>24.45</c:v>
                </c:pt>
                <c:pt idx="28328">
                  <c:v>24.4</c:v>
                </c:pt>
                <c:pt idx="28329">
                  <c:v>24.4</c:v>
                </c:pt>
                <c:pt idx="28330">
                  <c:v>24.35</c:v>
                </c:pt>
                <c:pt idx="28331">
                  <c:v>24.35</c:v>
                </c:pt>
                <c:pt idx="28332">
                  <c:v>24.35</c:v>
                </c:pt>
                <c:pt idx="28333">
                  <c:v>24.35</c:v>
                </c:pt>
                <c:pt idx="28334">
                  <c:v>24.35</c:v>
                </c:pt>
                <c:pt idx="28335">
                  <c:v>24.35</c:v>
                </c:pt>
                <c:pt idx="28336">
                  <c:v>24.35</c:v>
                </c:pt>
                <c:pt idx="28337">
                  <c:v>24.35</c:v>
                </c:pt>
                <c:pt idx="28338">
                  <c:v>24.35</c:v>
                </c:pt>
                <c:pt idx="28339">
                  <c:v>24.4</c:v>
                </c:pt>
                <c:pt idx="28340">
                  <c:v>24.4</c:v>
                </c:pt>
                <c:pt idx="28341">
                  <c:v>24.4</c:v>
                </c:pt>
                <c:pt idx="28342">
                  <c:v>24.45</c:v>
                </c:pt>
                <c:pt idx="28343">
                  <c:v>24.45</c:v>
                </c:pt>
                <c:pt idx="28344">
                  <c:v>24.45</c:v>
                </c:pt>
                <c:pt idx="28345">
                  <c:v>24.5</c:v>
                </c:pt>
                <c:pt idx="28346">
                  <c:v>24.5</c:v>
                </c:pt>
                <c:pt idx="28347">
                  <c:v>24.55</c:v>
                </c:pt>
                <c:pt idx="28348">
                  <c:v>24.55</c:v>
                </c:pt>
                <c:pt idx="28349">
                  <c:v>24.55</c:v>
                </c:pt>
                <c:pt idx="28350">
                  <c:v>24.6</c:v>
                </c:pt>
                <c:pt idx="28351">
                  <c:v>24.6</c:v>
                </c:pt>
                <c:pt idx="28352">
                  <c:v>24.6</c:v>
                </c:pt>
                <c:pt idx="28353">
                  <c:v>24.55</c:v>
                </c:pt>
                <c:pt idx="28354">
                  <c:v>24.5</c:v>
                </c:pt>
                <c:pt idx="28355">
                  <c:v>24.5</c:v>
                </c:pt>
                <c:pt idx="28356">
                  <c:v>24.4</c:v>
                </c:pt>
                <c:pt idx="28357">
                  <c:v>24.4</c:v>
                </c:pt>
                <c:pt idx="28358">
                  <c:v>24.35</c:v>
                </c:pt>
                <c:pt idx="28359">
                  <c:v>24.35</c:v>
                </c:pt>
                <c:pt idx="28360">
                  <c:v>24.3</c:v>
                </c:pt>
                <c:pt idx="28361">
                  <c:v>24.3</c:v>
                </c:pt>
                <c:pt idx="28362">
                  <c:v>24.3</c:v>
                </c:pt>
                <c:pt idx="28363">
                  <c:v>24.3</c:v>
                </c:pt>
                <c:pt idx="28364">
                  <c:v>24.3</c:v>
                </c:pt>
                <c:pt idx="28365">
                  <c:v>24.3</c:v>
                </c:pt>
                <c:pt idx="28366">
                  <c:v>24.3</c:v>
                </c:pt>
                <c:pt idx="28367">
                  <c:v>24.3</c:v>
                </c:pt>
                <c:pt idx="28368">
                  <c:v>24.35</c:v>
                </c:pt>
                <c:pt idx="28369">
                  <c:v>24.35</c:v>
                </c:pt>
                <c:pt idx="28370">
                  <c:v>24.35</c:v>
                </c:pt>
                <c:pt idx="28371">
                  <c:v>24.4</c:v>
                </c:pt>
                <c:pt idx="28372">
                  <c:v>24.4</c:v>
                </c:pt>
                <c:pt idx="28373">
                  <c:v>24.4</c:v>
                </c:pt>
                <c:pt idx="28374">
                  <c:v>24.45</c:v>
                </c:pt>
                <c:pt idx="28375">
                  <c:v>24.45</c:v>
                </c:pt>
                <c:pt idx="28376">
                  <c:v>24.5</c:v>
                </c:pt>
                <c:pt idx="28377">
                  <c:v>24.5</c:v>
                </c:pt>
                <c:pt idx="28378">
                  <c:v>24.55</c:v>
                </c:pt>
                <c:pt idx="28379">
                  <c:v>24.55</c:v>
                </c:pt>
                <c:pt idx="28380">
                  <c:v>24.55</c:v>
                </c:pt>
                <c:pt idx="28381">
                  <c:v>24.55</c:v>
                </c:pt>
                <c:pt idx="28382">
                  <c:v>24.55</c:v>
                </c:pt>
                <c:pt idx="28383">
                  <c:v>24.55</c:v>
                </c:pt>
                <c:pt idx="28384">
                  <c:v>24.5</c:v>
                </c:pt>
                <c:pt idx="28385">
                  <c:v>24.45</c:v>
                </c:pt>
                <c:pt idx="28386">
                  <c:v>24.4</c:v>
                </c:pt>
                <c:pt idx="28387">
                  <c:v>24.4</c:v>
                </c:pt>
                <c:pt idx="28388">
                  <c:v>24.35</c:v>
                </c:pt>
                <c:pt idx="28389">
                  <c:v>24.35</c:v>
                </c:pt>
                <c:pt idx="28390">
                  <c:v>24.35</c:v>
                </c:pt>
                <c:pt idx="28391">
                  <c:v>24.35</c:v>
                </c:pt>
                <c:pt idx="28392">
                  <c:v>24.35</c:v>
                </c:pt>
                <c:pt idx="28393">
                  <c:v>24.35</c:v>
                </c:pt>
                <c:pt idx="28394">
                  <c:v>24.3</c:v>
                </c:pt>
                <c:pt idx="28395">
                  <c:v>24.35</c:v>
                </c:pt>
                <c:pt idx="28396">
                  <c:v>24.35</c:v>
                </c:pt>
                <c:pt idx="28397">
                  <c:v>24.35</c:v>
                </c:pt>
                <c:pt idx="28398">
                  <c:v>24.35</c:v>
                </c:pt>
                <c:pt idx="28399">
                  <c:v>24.4</c:v>
                </c:pt>
                <c:pt idx="28400">
                  <c:v>24.4</c:v>
                </c:pt>
                <c:pt idx="28401">
                  <c:v>24.4</c:v>
                </c:pt>
                <c:pt idx="28402">
                  <c:v>24.4</c:v>
                </c:pt>
                <c:pt idx="28403">
                  <c:v>24.45</c:v>
                </c:pt>
                <c:pt idx="28404">
                  <c:v>24.45</c:v>
                </c:pt>
                <c:pt idx="28405">
                  <c:v>24.45</c:v>
                </c:pt>
                <c:pt idx="28406">
                  <c:v>24.45</c:v>
                </c:pt>
                <c:pt idx="28407">
                  <c:v>24.5</c:v>
                </c:pt>
                <c:pt idx="28408">
                  <c:v>24.55</c:v>
                </c:pt>
                <c:pt idx="28409">
                  <c:v>24.55</c:v>
                </c:pt>
                <c:pt idx="28410">
                  <c:v>24.55</c:v>
                </c:pt>
                <c:pt idx="28411">
                  <c:v>24.6</c:v>
                </c:pt>
                <c:pt idx="28412">
                  <c:v>24.55</c:v>
                </c:pt>
                <c:pt idx="28413">
                  <c:v>24.55</c:v>
                </c:pt>
                <c:pt idx="28414">
                  <c:v>24.5</c:v>
                </c:pt>
                <c:pt idx="28415">
                  <c:v>24.45</c:v>
                </c:pt>
                <c:pt idx="28416">
                  <c:v>24.4</c:v>
                </c:pt>
                <c:pt idx="28417">
                  <c:v>24.4</c:v>
                </c:pt>
                <c:pt idx="28418">
                  <c:v>24.35</c:v>
                </c:pt>
                <c:pt idx="28419">
                  <c:v>24.35</c:v>
                </c:pt>
                <c:pt idx="28420">
                  <c:v>24.35</c:v>
                </c:pt>
                <c:pt idx="28421">
                  <c:v>24.3</c:v>
                </c:pt>
                <c:pt idx="28422">
                  <c:v>24.3</c:v>
                </c:pt>
                <c:pt idx="28423">
                  <c:v>24.3</c:v>
                </c:pt>
                <c:pt idx="28424">
                  <c:v>24.35</c:v>
                </c:pt>
                <c:pt idx="28425">
                  <c:v>24.35</c:v>
                </c:pt>
                <c:pt idx="28426">
                  <c:v>24.35</c:v>
                </c:pt>
                <c:pt idx="28427">
                  <c:v>24.35</c:v>
                </c:pt>
                <c:pt idx="28428">
                  <c:v>24.35</c:v>
                </c:pt>
                <c:pt idx="28429">
                  <c:v>24.35</c:v>
                </c:pt>
                <c:pt idx="28430">
                  <c:v>24.4</c:v>
                </c:pt>
                <c:pt idx="28431">
                  <c:v>24.4</c:v>
                </c:pt>
                <c:pt idx="28432">
                  <c:v>24.4</c:v>
                </c:pt>
                <c:pt idx="28433">
                  <c:v>24.45</c:v>
                </c:pt>
                <c:pt idx="28434">
                  <c:v>24.45</c:v>
                </c:pt>
                <c:pt idx="28435">
                  <c:v>24.5</c:v>
                </c:pt>
                <c:pt idx="28436">
                  <c:v>24.5</c:v>
                </c:pt>
                <c:pt idx="28437">
                  <c:v>24.5</c:v>
                </c:pt>
                <c:pt idx="28438">
                  <c:v>24.55</c:v>
                </c:pt>
                <c:pt idx="28439">
                  <c:v>24.6</c:v>
                </c:pt>
                <c:pt idx="28440">
                  <c:v>24.6</c:v>
                </c:pt>
                <c:pt idx="28441">
                  <c:v>24.6</c:v>
                </c:pt>
                <c:pt idx="28442">
                  <c:v>24.6</c:v>
                </c:pt>
                <c:pt idx="28443">
                  <c:v>24.6</c:v>
                </c:pt>
                <c:pt idx="28444">
                  <c:v>24.55</c:v>
                </c:pt>
                <c:pt idx="28445">
                  <c:v>24.5</c:v>
                </c:pt>
                <c:pt idx="28446">
                  <c:v>24.5</c:v>
                </c:pt>
                <c:pt idx="28447">
                  <c:v>24.45</c:v>
                </c:pt>
                <c:pt idx="28448">
                  <c:v>24.4</c:v>
                </c:pt>
                <c:pt idx="28449">
                  <c:v>24.4</c:v>
                </c:pt>
                <c:pt idx="28450">
                  <c:v>24.35</c:v>
                </c:pt>
                <c:pt idx="28451">
                  <c:v>24.35</c:v>
                </c:pt>
                <c:pt idx="28452">
                  <c:v>24.35</c:v>
                </c:pt>
                <c:pt idx="28453">
                  <c:v>24.35</c:v>
                </c:pt>
                <c:pt idx="28454">
                  <c:v>24.35</c:v>
                </c:pt>
                <c:pt idx="28455">
                  <c:v>24.35</c:v>
                </c:pt>
                <c:pt idx="28456">
                  <c:v>24.35</c:v>
                </c:pt>
                <c:pt idx="28457">
                  <c:v>24.4</c:v>
                </c:pt>
                <c:pt idx="28458">
                  <c:v>24.4</c:v>
                </c:pt>
                <c:pt idx="28459">
                  <c:v>24.4</c:v>
                </c:pt>
                <c:pt idx="28460">
                  <c:v>24.4</c:v>
                </c:pt>
                <c:pt idx="28461">
                  <c:v>24.45</c:v>
                </c:pt>
                <c:pt idx="28462">
                  <c:v>24.45</c:v>
                </c:pt>
                <c:pt idx="28463">
                  <c:v>24.45</c:v>
                </c:pt>
                <c:pt idx="28464">
                  <c:v>24.45</c:v>
                </c:pt>
                <c:pt idx="28465">
                  <c:v>24.5</c:v>
                </c:pt>
                <c:pt idx="28466">
                  <c:v>24.5</c:v>
                </c:pt>
                <c:pt idx="28467">
                  <c:v>24.55</c:v>
                </c:pt>
                <c:pt idx="28468">
                  <c:v>24.55</c:v>
                </c:pt>
                <c:pt idx="28469">
                  <c:v>24.55</c:v>
                </c:pt>
                <c:pt idx="28470">
                  <c:v>24.6</c:v>
                </c:pt>
                <c:pt idx="28471">
                  <c:v>24.6</c:v>
                </c:pt>
                <c:pt idx="28472">
                  <c:v>24.6</c:v>
                </c:pt>
                <c:pt idx="28473">
                  <c:v>24.6</c:v>
                </c:pt>
                <c:pt idx="28474">
                  <c:v>24.55</c:v>
                </c:pt>
                <c:pt idx="28475">
                  <c:v>24.5</c:v>
                </c:pt>
                <c:pt idx="28476">
                  <c:v>24.45</c:v>
                </c:pt>
                <c:pt idx="28477">
                  <c:v>24.4</c:v>
                </c:pt>
                <c:pt idx="28478">
                  <c:v>24.4</c:v>
                </c:pt>
                <c:pt idx="28479">
                  <c:v>24.35</c:v>
                </c:pt>
                <c:pt idx="28480">
                  <c:v>24.35</c:v>
                </c:pt>
                <c:pt idx="28481">
                  <c:v>24.35</c:v>
                </c:pt>
                <c:pt idx="28482">
                  <c:v>24.35</c:v>
                </c:pt>
                <c:pt idx="28483">
                  <c:v>24.35</c:v>
                </c:pt>
                <c:pt idx="28484">
                  <c:v>24.35</c:v>
                </c:pt>
                <c:pt idx="28485">
                  <c:v>24.35</c:v>
                </c:pt>
                <c:pt idx="28486">
                  <c:v>24.35</c:v>
                </c:pt>
                <c:pt idx="28487">
                  <c:v>24.35</c:v>
                </c:pt>
                <c:pt idx="28488">
                  <c:v>24.35</c:v>
                </c:pt>
                <c:pt idx="28489">
                  <c:v>24.4</c:v>
                </c:pt>
                <c:pt idx="28490">
                  <c:v>24.4</c:v>
                </c:pt>
                <c:pt idx="28491">
                  <c:v>24.4</c:v>
                </c:pt>
                <c:pt idx="28492">
                  <c:v>24.45</c:v>
                </c:pt>
                <c:pt idx="28493">
                  <c:v>24.45</c:v>
                </c:pt>
                <c:pt idx="28494">
                  <c:v>24.45</c:v>
                </c:pt>
                <c:pt idx="28495">
                  <c:v>24.5</c:v>
                </c:pt>
                <c:pt idx="28496">
                  <c:v>24.5</c:v>
                </c:pt>
                <c:pt idx="28497">
                  <c:v>24.55</c:v>
                </c:pt>
                <c:pt idx="28498">
                  <c:v>24.55</c:v>
                </c:pt>
                <c:pt idx="28499">
                  <c:v>24.55</c:v>
                </c:pt>
                <c:pt idx="28500">
                  <c:v>24.55</c:v>
                </c:pt>
                <c:pt idx="28501">
                  <c:v>24.6</c:v>
                </c:pt>
                <c:pt idx="28502">
                  <c:v>24.6</c:v>
                </c:pt>
                <c:pt idx="28503">
                  <c:v>24.55</c:v>
                </c:pt>
                <c:pt idx="28504">
                  <c:v>24.55</c:v>
                </c:pt>
                <c:pt idx="28505">
                  <c:v>24.5</c:v>
                </c:pt>
                <c:pt idx="28506">
                  <c:v>24.45</c:v>
                </c:pt>
                <c:pt idx="28507">
                  <c:v>24.45</c:v>
                </c:pt>
                <c:pt idx="28508">
                  <c:v>24.4</c:v>
                </c:pt>
                <c:pt idx="28509">
                  <c:v>24.35</c:v>
                </c:pt>
                <c:pt idx="28510">
                  <c:v>24.35</c:v>
                </c:pt>
                <c:pt idx="28511">
                  <c:v>24.35</c:v>
                </c:pt>
                <c:pt idx="28512">
                  <c:v>24.3</c:v>
                </c:pt>
                <c:pt idx="28513">
                  <c:v>24.3</c:v>
                </c:pt>
                <c:pt idx="28514">
                  <c:v>24.3</c:v>
                </c:pt>
                <c:pt idx="28515">
                  <c:v>24.3</c:v>
                </c:pt>
                <c:pt idx="28516">
                  <c:v>24.3</c:v>
                </c:pt>
                <c:pt idx="28517">
                  <c:v>24.35</c:v>
                </c:pt>
                <c:pt idx="28518">
                  <c:v>24.35</c:v>
                </c:pt>
                <c:pt idx="28519">
                  <c:v>24.35</c:v>
                </c:pt>
                <c:pt idx="28520">
                  <c:v>24.4</c:v>
                </c:pt>
                <c:pt idx="28521">
                  <c:v>24.4</c:v>
                </c:pt>
                <c:pt idx="28522">
                  <c:v>24.4</c:v>
                </c:pt>
                <c:pt idx="28523">
                  <c:v>24.45</c:v>
                </c:pt>
                <c:pt idx="28524">
                  <c:v>24.45</c:v>
                </c:pt>
                <c:pt idx="28525">
                  <c:v>24.5</c:v>
                </c:pt>
                <c:pt idx="28526">
                  <c:v>24.5</c:v>
                </c:pt>
                <c:pt idx="28527">
                  <c:v>24.55</c:v>
                </c:pt>
                <c:pt idx="28528">
                  <c:v>24.55</c:v>
                </c:pt>
                <c:pt idx="28529">
                  <c:v>24.6</c:v>
                </c:pt>
                <c:pt idx="28530">
                  <c:v>24.6</c:v>
                </c:pt>
                <c:pt idx="28531">
                  <c:v>24.6</c:v>
                </c:pt>
                <c:pt idx="28532">
                  <c:v>24.6</c:v>
                </c:pt>
                <c:pt idx="28533">
                  <c:v>24.55</c:v>
                </c:pt>
                <c:pt idx="28534">
                  <c:v>24.55</c:v>
                </c:pt>
                <c:pt idx="28535">
                  <c:v>24.5</c:v>
                </c:pt>
                <c:pt idx="28536">
                  <c:v>24.45</c:v>
                </c:pt>
                <c:pt idx="28537">
                  <c:v>24.4</c:v>
                </c:pt>
                <c:pt idx="28538">
                  <c:v>24.4</c:v>
                </c:pt>
                <c:pt idx="28539">
                  <c:v>24.35</c:v>
                </c:pt>
                <c:pt idx="28540">
                  <c:v>24.35</c:v>
                </c:pt>
                <c:pt idx="28541">
                  <c:v>24.35</c:v>
                </c:pt>
                <c:pt idx="28542">
                  <c:v>24.35</c:v>
                </c:pt>
                <c:pt idx="28543">
                  <c:v>24.35</c:v>
                </c:pt>
                <c:pt idx="28544">
                  <c:v>24.35</c:v>
                </c:pt>
                <c:pt idx="28545">
                  <c:v>24.35</c:v>
                </c:pt>
                <c:pt idx="28546">
                  <c:v>24.35</c:v>
                </c:pt>
                <c:pt idx="28547">
                  <c:v>24.35</c:v>
                </c:pt>
                <c:pt idx="28548">
                  <c:v>24.35</c:v>
                </c:pt>
                <c:pt idx="28549">
                  <c:v>24.4</c:v>
                </c:pt>
                <c:pt idx="28550">
                  <c:v>24.4</c:v>
                </c:pt>
                <c:pt idx="28551">
                  <c:v>24.4</c:v>
                </c:pt>
                <c:pt idx="28552">
                  <c:v>24.4</c:v>
                </c:pt>
                <c:pt idx="28553">
                  <c:v>24.45</c:v>
                </c:pt>
                <c:pt idx="28554">
                  <c:v>24.45</c:v>
                </c:pt>
                <c:pt idx="28555">
                  <c:v>24.5</c:v>
                </c:pt>
                <c:pt idx="28556">
                  <c:v>24.5</c:v>
                </c:pt>
                <c:pt idx="28557">
                  <c:v>24.5</c:v>
                </c:pt>
                <c:pt idx="28558">
                  <c:v>24.55</c:v>
                </c:pt>
                <c:pt idx="28559">
                  <c:v>24.55</c:v>
                </c:pt>
                <c:pt idx="28560">
                  <c:v>24.6</c:v>
                </c:pt>
                <c:pt idx="28561">
                  <c:v>24.6</c:v>
                </c:pt>
                <c:pt idx="28562">
                  <c:v>24.6</c:v>
                </c:pt>
                <c:pt idx="28563">
                  <c:v>24.55</c:v>
                </c:pt>
                <c:pt idx="28564">
                  <c:v>24.5</c:v>
                </c:pt>
                <c:pt idx="28565">
                  <c:v>24.5</c:v>
                </c:pt>
                <c:pt idx="28566">
                  <c:v>24.45</c:v>
                </c:pt>
                <c:pt idx="28567">
                  <c:v>24.4</c:v>
                </c:pt>
                <c:pt idx="28568">
                  <c:v>24.35</c:v>
                </c:pt>
                <c:pt idx="28569">
                  <c:v>24.35</c:v>
                </c:pt>
                <c:pt idx="28570">
                  <c:v>24.3</c:v>
                </c:pt>
                <c:pt idx="28571">
                  <c:v>24.3</c:v>
                </c:pt>
                <c:pt idx="28572">
                  <c:v>24.3</c:v>
                </c:pt>
                <c:pt idx="28573">
                  <c:v>24.3</c:v>
                </c:pt>
                <c:pt idx="28574">
                  <c:v>24.3</c:v>
                </c:pt>
                <c:pt idx="28575">
                  <c:v>24.3</c:v>
                </c:pt>
                <c:pt idx="28576">
                  <c:v>24.35</c:v>
                </c:pt>
                <c:pt idx="28577">
                  <c:v>24.35</c:v>
                </c:pt>
                <c:pt idx="28578">
                  <c:v>24.35</c:v>
                </c:pt>
                <c:pt idx="28579">
                  <c:v>24.35</c:v>
                </c:pt>
                <c:pt idx="28580">
                  <c:v>24.35</c:v>
                </c:pt>
                <c:pt idx="28581">
                  <c:v>24.4</c:v>
                </c:pt>
                <c:pt idx="28582">
                  <c:v>24.4</c:v>
                </c:pt>
                <c:pt idx="28583">
                  <c:v>24.45</c:v>
                </c:pt>
                <c:pt idx="28584">
                  <c:v>24.45</c:v>
                </c:pt>
                <c:pt idx="28585">
                  <c:v>24.45</c:v>
                </c:pt>
                <c:pt idx="28586">
                  <c:v>24.45</c:v>
                </c:pt>
                <c:pt idx="28587">
                  <c:v>24.5</c:v>
                </c:pt>
                <c:pt idx="28588">
                  <c:v>24.55</c:v>
                </c:pt>
                <c:pt idx="28589">
                  <c:v>24.55</c:v>
                </c:pt>
                <c:pt idx="28590">
                  <c:v>24.6</c:v>
                </c:pt>
                <c:pt idx="28591">
                  <c:v>24.6</c:v>
                </c:pt>
                <c:pt idx="28592">
                  <c:v>24.6</c:v>
                </c:pt>
                <c:pt idx="28593">
                  <c:v>24.55</c:v>
                </c:pt>
                <c:pt idx="28594">
                  <c:v>24.55</c:v>
                </c:pt>
                <c:pt idx="28595">
                  <c:v>24.55</c:v>
                </c:pt>
                <c:pt idx="28596">
                  <c:v>24.5</c:v>
                </c:pt>
                <c:pt idx="28597">
                  <c:v>24.45</c:v>
                </c:pt>
                <c:pt idx="28598">
                  <c:v>24.4</c:v>
                </c:pt>
                <c:pt idx="28599">
                  <c:v>24.35</c:v>
                </c:pt>
                <c:pt idx="28600">
                  <c:v>24.35</c:v>
                </c:pt>
                <c:pt idx="28601">
                  <c:v>24.35</c:v>
                </c:pt>
                <c:pt idx="28602">
                  <c:v>24.35</c:v>
                </c:pt>
                <c:pt idx="28603">
                  <c:v>24.35</c:v>
                </c:pt>
                <c:pt idx="28604">
                  <c:v>24.35</c:v>
                </c:pt>
                <c:pt idx="28605">
                  <c:v>24.35</c:v>
                </c:pt>
                <c:pt idx="28606">
                  <c:v>24.35</c:v>
                </c:pt>
                <c:pt idx="28607">
                  <c:v>24.35</c:v>
                </c:pt>
                <c:pt idx="28608">
                  <c:v>24.4</c:v>
                </c:pt>
                <c:pt idx="28609">
                  <c:v>24.4</c:v>
                </c:pt>
                <c:pt idx="28610">
                  <c:v>24.4</c:v>
                </c:pt>
                <c:pt idx="28611">
                  <c:v>24.4</c:v>
                </c:pt>
                <c:pt idx="28612">
                  <c:v>24.45</c:v>
                </c:pt>
                <c:pt idx="28613">
                  <c:v>24.45</c:v>
                </c:pt>
                <c:pt idx="28614">
                  <c:v>24.5</c:v>
                </c:pt>
                <c:pt idx="28615">
                  <c:v>24.5</c:v>
                </c:pt>
                <c:pt idx="28616">
                  <c:v>24.55</c:v>
                </c:pt>
                <c:pt idx="28617">
                  <c:v>24.55</c:v>
                </c:pt>
                <c:pt idx="28618">
                  <c:v>24.55</c:v>
                </c:pt>
                <c:pt idx="28619">
                  <c:v>24.55</c:v>
                </c:pt>
                <c:pt idx="28620">
                  <c:v>24.6</c:v>
                </c:pt>
                <c:pt idx="28621">
                  <c:v>24.6</c:v>
                </c:pt>
                <c:pt idx="28622">
                  <c:v>24.6</c:v>
                </c:pt>
                <c:pt idx="28623">
                  <c:v>24.6</c:v>
                </c:pt>
                <c:pt idx="28624">
                  <c:v>24.55</c:v>
                </c:pt>
                <c:pt idx="28625">
                  <c:v>24.5</c:v>
                </c:pt>
                <c:pt idx="28626">
                  <c:v>24.45</c:v>
                </c:pt>
                <c:pt idx="28627">
                  <c:v>24.4</c:v>
                </c:pt>
                <c:pt idx="28628">
                  <c:v>24.4</c:v>
                </c:pt>
                <c:pt idx="28629">
                  <c:v>24.35</c:v>
                </c:pt>
                <c:pt idx="28630">
                  <c:v>24.35</c:v>
                </c:pt>
                <c:pt idx="28631">
                  <c:v>24.35</c:v>
                </c:pt>
                <c:pt idx="28632">
                  <c:v>24.35</c:v>
                </c:pt>
                <c:pt idx="28633">
                  <c:v>24.35</c:v>
                </c:pt>
                <c:pt idx="28634">
                  <c:v>24.35</c:v>
                </c:pt>
                <c:pt idx="28635">
                  <c:v>24.35</c:v>
                </c:pt>
                <c:pt idx="28636">
                  <c:v>24.35</c:v>
                </c:pt>
                <c:pt idx="28637">
                  <c:v>24.35</c:v>
                </c:pt>
                <c:pt idx="28638">
                  <c:v>24.4</c:v>
                </c:pt>
                <c:pt idx="28639">
                  <c:v>24.4</c:v>
                </c:pt>
                <c:pt idx="28640">
                  <c:v>24.4</c:v>
                </c:pt>
                <c:pt idx="28641">
                  <c:v>24.4</c:v>
                </c:pt>
                <c:pt idx="28642">
                  <c:v>24.45</c:v>
                </c:pt>
                <c:pt idx="28643">
                  <c:v>24.45</c:v>
                </c:pt>
                <c:pt idx="28644">
                  <c:v>24.45</c:v>
                </c:pt>
                <c:pt idx="28645">
                  <c:v>24.5</c:v>
                </c:pt>
                <c:pt idx="28646">
                  <c:v>24.5</c:v>
                </c:pt>
                <c:pt idx="28647">
                  <c:v>24.5</c:v>
                </c:pt>
                <c:pt idx="28648">
                  <c:v>24.55</c:v>
                </c:pt>
                <c:pt idx="28649">
                  <c:v>24.55</c:v>
                </c:pt>
                <c:pt idx="28650">
                  <c:v>24.55</c:v>
                </c:pt>
                <c:pt idx="28651">
                  <c:v>24.6</c:v>
                </c:pt>
                <c:pt idx="28652">
                  <c:v>24.6</c:v>
                </c:pt>
                <c:pt idx="28653">
                  <c:v>24.55</c:v>
                </c:pt>
                <c:pt idx="28654">
                  <c:v>24.55</c:v>
                </c:pt>
                <c:pt idx="28655">
                  <c:v>24.5</c:v>
                </c:pt>
                <c:pt idx="28656">
                  <c:v>24.45</c:v>
                </c:pt>
                <c:pt idx="28657">
                  <c:v>24.4</c:v>
                </c:pt>
                <c:pt idx="28658">
                  <c:v>24.35</c:v>
                </c:pt>
                <c:pt idx="28659">
                  <c:v>24.35</c:v>
                </c:pt>
                <c:pt idx="28660">
                  <c:v>24.35</c:v>
                </c:pt>
                <c:pt idx="28661">
                  <c:v>24.3</c:v>
                </c:pt>
                <c:pt idx="28662">
                  <c:v>24.3</c:v>
                </c:pt>
                <c:pt idx="28663">
                  <c:v>24.3</c:v>
                </c:pt>
                <c:pt idx="28664">
                  <c:v>24.35</c:v>
                </c:pt>
                <c:pt idx="28665">
                  <c:v>24.35</c:v>
                </c:pt>
                <c:pt idx="28666">
                  <c:v>24.35</c:v>
                </c:pt>
                <c:pt idx="28667">
                  <c:v>24.35</c:v>
                </c:pt>
                <c:pt idx="28668">
                  <c:v>24.35</c:v>
                </c:pt>
                <c:pt idx="28669">
                  <c:v>24.4</c:v>
                </c:pt>
                <c:pt idx="28670">
                  <c:v>24.4</c:v>
                </c:pt>
                <c:pt idx="28671">
                  <c:v>24.4</c:v>
                </c:pt>
                <c:pt idx="28672">
                  <c:v>24.45</c:v>
                </c:pt>
                <c:pt idx="28673">
                  <c:v>24.45</c:v>
                </c:pt>
                <c:pt idx="28674">
                  <c:v>24.5</c:v>
                </c:pt>
                <c:pt idx="28675">
                  <c:v>24.5</c:v>
                </c:pt>
                <c:pt idx="28676">
                  <c:v>24.55</c:v>
                </c:pt>
                <c:pt idx="28677">
                  <c:v>24.55</c:v>
                </c:pt>
                <c:pt idx="28678">
                  <c:v>24.55</c:v>
                </c:pt>
                <c:pt idx="28679">
                  <c:v>24.6</c:v>
                </c:pt>
                <c:pt idx="28680">
                  <c:v>24.6</c:v>
                </c:pt>
                <c:pt idx="28681">
                  <c:v>24.6</c:v>
                </c:pt>
                <c:pt idx="28682">
                  <c:v>24.6</c:v>
                </c:pt>
                <c:pt idx="28683">
                  <c:v>24.6</c:v>
                </c:pt>
                <c:pt idx="28684">
                  <c:v>24.55</c:v>
                </c:pt>
                <c:pt idx="28685">
                  <c:v>24.5</c:v>
                </c:pt>
                <c:pt idx="28686">
                  <c:v>24.45</c:v>
                </c:pt>
                <c:pt idx="28687">
                  <c:v>24.4</c:v>
                </c:pt>
                <c:pt idx="28688">
                  <c:v>24.4</c:v>
                </c:pt>
                <c:pt idx="28689">
                  <c:v>24.35</c:v>
                </c:pt>
                <c:pt idx="28690">
                  <c:v>24.35</c:v>
                </c:pt>
                <c:pt idx="28691">
                  <c:v>24.35</c:v>
                </c:pt>
                <c:pt idx="28692">
                  <c:v>24.3</c:v>
                </c:pt>
                <c:pt idx="28693">
                  <c:v>24.3</c:v>
                </c:pt>
                <c:pt idx="28694">
                  <c:v>24.3</c:v>
                </c:pt>
                <c:pt idx="28695">
                  <c:v>24.3</c:v>
                </c:pt>
                <c:pt idx="28696">
                  <c:v>24.3</c:v>
                </c:pt>
                <c:pt idx="28697">
                  <c:v>24.35</c:v>
                </c:pt>
                <c:pt idx="28698">
                  <c:v>24.35</c:v>
                </c:pt>
                <c:pt idx="28699">
                  <c:v>24.35</c:v>
                </c:pt>
                <c:pt idx="28700">
                  <c:v>24.4</c:v>
                </c:pt>
                <c:pt idx="28701">
                  <c:v>24.4</c:v>
                </c:pt>
                <c:pt idx="28702">
                  <c:v>24.45</c:v>
                </c:pt>
                <c:pt idx="28703">
                  <c:v>24.45</c:v>
                </c:pt>
                <c:pt idx="28704">
                  <c:v>24.5</c:v>
                </c:pt>
                <c:pt idx="28705">
                  <c:v>24.5</c:v>
                </c:pt>
                <c:pt idx="28706">
                  <c:v>24.5</c:v>
                </c:pt>
                <c:pt idx="28707">
                  <c:v>24.55</c:v>
                </c:pt>
                <c:pt idx="28708">
                  <c:v>24.55</c:v>
                </c:pt>
                <c:pt idx="28709">
                  <c:v>24.6</c:v>
                </c:pt>
                <c:pt idx="28710">
                  <c:v>24.6</c:v>
                </c:pt>
                <c:pt idx="28711">
                  <c:v>24.6</c:v>
                </c:pt>
                <c:pt idx="28712">
                  <c:v>24.6</c:v>
                </c:pt>
                <c:pt idx="28713">
                  <c:v>24.55</c:v>
                </c:pt>
                <c:pt idx="28714">
                  <c:v>24.55</c:v>
                </c:pt>
                <c:pt idx="28715">
                  <c:v>24.45</c:v>
                </c:pt>
                <c:pt idx="28716">
                  <c:v>24.4</c:v>
                </c:pt>
                <c:pt idx="28717">
                  <c:v>24.4</c:v>
                </c:pt>
                <c:pt idx="28718">
                  <c:v>24.35</c:v>
                </c:pt>
                <c:pt idx="28719">
                  <c:v>24.35</c:v>
                </c:pt>
                <c:pt idx="28720">
                  <c:v>24.3</c:v>
                </c:pt>
                <c:pt idx="28721">
                  <c:v>24.3</c:v>
                </c:pt>
                <c:pt idx="28722">
                  <c:v>24.3</c:v>
                </c:pt>
                <c:pt idx="28723">
                  <c:v>24.3</c:v>
                </c:pt>
                <c:pt idx="28724">
                  <c:v>24.3</c:v>
                </c:pt>
                <c:pt idx="28725">
                  <c:v>24.3</c:v>
                </c:pt>
                <c:pt idx="28726">
                  <c:v>24.3</c:v>
                </c:pt>
                <c:pt idx="28727">
                  <c:v>24.3</c:v>
                </c:pt>
                <c:pt idx="28728">
                  <c:v>24.3</c:v>
                </c:pt>
                <c:pt idx="28729">
                  <c:v>24.35</c:v>
                </c:pt>
                <c:pt idx="28730">
                  <c:v>24.35</c:v>
                </c:pt>
                <c:pt idx="28731">
                  <c:v>24.4</c:v>
                </c:pt>
                <c:pt idx="28732">
                  <c:v>24.4</c:v>
                </c:pt>
                <c:pt idx="28733">
                  <c:v>24.4</c:v>
                </c:pt>
                <c:pt idx="28734">
                  <c:v>24.45</c:v>
                </c:pt>
                <c:pt idx="28735">
                  <c:v>24.45</c:v>
                </c:pt>
                <c:pt idx="28736">
                  <c:v>24.5</c:v>
                </c:pt>
                <c:pt idx="28737">
                  <c:v>24.5</c:v>
                </c:pt>
                <c:pt idx="28738">
                  <c:v>24.55</c:v>
                </c:pt>
                <c:pt idx="28739">
                  <c:v>24.55</c:v>
                </c:pt>
                <c:pt idx="28740">
                  <c:v>24.6</c:v>
                </c:pt>
                <c:pt idx="28741">
                  <c:v>24.6</c:v>
                </c:pt>
                <c:pt idx="28742">
                  <c:v>24.6</c:v>
                </c:pt>
                <c:pt idx="28743">
                  <c:v>24.6</c:v>
                </c:pt>
                <c:pt idx="28744">
                  <c:v>24.55</c:v>
                </c:pt>
                <c:pt idx="28745">
                  <c:v>24.55</c:v>
                </c:pt>
                <c:pt idx="28746">
                  <c:v>24.5</c:v>
                </c:pt>
                <c:pt idx="28747">
                  <c:v>24.45</c:v>
                </c:pt>
                <c:pt idx="28748">
                  <c:v>24.4</c:v>
                </c:pt>
                <c:pt idx="28749">
                  <c:v>24.4</c:v>
                </c:pt>
                <c:pt idx="28750">
                  <c:v>24.35</c:v>
                </c:pt>
                <c:pt idx="28751">
                  <c:v>24.35</c:v>
                </c:pt>
                <c:pt idx="28752">
                  <c:v>24.35</c:v>
                </c:pt>
                <c:pt idx="28753">
                  <c:v>24.3</c:v>
                </c:pt>
                <c:pt idx="28754">
                  <c:v>24.3</c:v>
                </c:pt>
                <c:pt idx="28755">
                  <c:v>24.3</c:v>
                </c:pt>
                <c:pt idx="28756">
                  <c:v>24.3</c:v>
                </c:pt>
                <c:pt idx="28757">
                  <c:v>24.3</c:v>
                </c:pt>
                <c:pt idx="28758">
                  <c:v>24.35</c:v>
                </c:pt>
                <c:pt idx="28759">
                  <c:v>24.35</c:v>
                </c:pt>
                <c:pt idx="28760">
                  <c:v>24.35</c:v>
                </c:pt>
                <c:pt idx="28761">
                  <c:v>24.4</c:v>
                </c:pt>
                <c:pt idx="28762">
                  <c:v>24.4</c:v>
                </c:pt>
                <c:pt idx="28763">
                  <c:v>24.4</c:v>
                </c:pt>
                <c:pt idx="28764">
                  <c:v>24.45</c:v>
                </c:pt>
                <c:pt idx="28765">
                  <c:v>24.45</c:v>
                </c:pt>
                <c:pt idx="28766">
                  <c:v>24.5</c:v>
                </c:pt>
                <c:pt idx="28767">
                  <c:v>24.5</c:v>
                </c:pt>
                <c:pt idx="28768">
                  <c:v>24.55</c:v>
                </c:pt>
                <c:pt idx="28769">
                  <c:v>24.55</c:v>
                </c:pt>
                <c:pt idx="28770">
                  <c:v>24.55</c:v>
                </c:pt>
                <c:pt idx="28771">
                  <c:v>24.55</c:v>
                </c:pt>
                <c:pt idx="28772">
                  <c:v>24.6</c:v>
                </c:pt>
                <c:pt idx="28773">
                  <c:v>24.6</c:v>
                </c:pt>
                <c:pt idx="28774">
                  <c:v>24.55</c:v>
                </c:pt>
                <c:pt idx="28775">
                  <c:v>24.5</c:v>
                </c:pt>
                <c:pt idx="28776">
                  <c:v>24.45</c:v>
                </c:pt>
                <c:pt idx="28777">
                  <c:v>24.4</c:v>
                </c:pt>
                <c:pt idx="28778">
                  <c:v>24.35</c:v>
                </c:pt>
                <c:pt idx="28779">
                  <c:v>24.35</c:v>
                </c:pt>
                <c:pt idx="28780">
                  <c:v>24.35</c:v>
                </c:pt>
                <c:pt idx="28781">
                  <c:v>24.3</c:v>
                </c:pt>
                <c:pt idx="28782">
                  <c:v>24.3</c:v>
                </c:pt>
                <c:pt idx="28783">
                  <c:v>24.35</c:v>
                </c:pt>
                <c:pt idx="28784">
                  <c:v>24.35</c:v>
                </c:pt>
                <c:pt idx="28785">
                  <c:v>24.35</c:v>
                </c:pt>
                <c:pt idx="28786">
                  <c:v>24.35</c:v>
                </c:pt>
                <c:pt idx="28787">
                  <c:v>24.35</c:v>
                </c:pt>
                <c:pt idx="28788">
                  <c:v>24.35</c:v>
                </c:pt>
                <c:pt idx="28789">
                  <c:v>24.4</c:v>
                </c:pt>
                <c:pt idx="28790">
                  <c:v>24.4</c:v>
                </c:pt>
                <c:pt idx="28791">
                  <c:v>24.45</c:v>
                </c:pt>
                <c:pt idx="28792">
                  <c:v>24.45</c:v>
                </c:pt>
                <c:pt idx="28793">
                  <c:v>24.45</c:v>
                </c:pt>
                <c:pt idx="28794">
                  <c:v>24.5</c:v>
                </c:pt>
                <c:pt idx="28795">
                  <c:v>24.5</c:v>
                </c:pt>
                <c:pt idx="28796">
                  <c:v>24.5</c:v>
                </c:pt>
                <c:pt idx="28797">
                  <c:v>24.55</c:v>
                </c:pt>
                <c:pt idx="28798">
                  <c:v>24.55</c:v>
                </c:pt>
                <c:pt idx="28799">
                  <c:v>24.6</c:v>
                </c:pt>
                <c:pt idx="28800">
                  <c:v>24.6</c:v>
                </c:pt>
                <c:pt idx="28801">
                  <c:v>24.6</c:v>
                </c:pt>
                <c:pt idx="28802">
                  <c:v>24.6</c:v>
                </c:pt>
                <c:pt idx="28803">
                  <c:v>24.55</c:v>
                </c:pt>
                <c:pt idx="28804">
                  <c:v>24.55</c:v>
                </c:pt>
                <c:pt idx="28805">
                  <c:v>24.5</c:v>
                </c:pt>
                <c:pt idx="28806">
                  <c:v>24.45</c:v>
                </c:pt>
                <c:pt idx="28807">
                  <c:v>24.4</c:v>
                </c:pt>
                <c:pt idx="28808">
                  <c:v>24.35</c:v>
                </c:pt>
                <c:pt idx="28809">
                  <c:v>24.35</c:v>
                </c:pt>
                <c:pt idx="28810">
                  <c:v>24.35</c:v>
                </c:pt>
                <c:pt idx="28811">
                  <c:v>24.35</c:v>
                </c:pt>
                <c:pt idx="28812">
                  <c:v>24.35</c:v>
                </c:pt>
                <c:pt idx="28813">
                  <c:v>24.35</c:v>
                </c:pt>
                <c:pt idx="28814">
                  <c:v>24.35</c:v>
                </c:pt>
                <c:pt idx="28815">
                  <c:v>24.35</c:v>
                </c:pt>
                <c:pt idx="28816">
                  <c:v>24.35</c:v>
                </c:pt>
                <c:pt idx="28817">
                  <c:v>24.4</c:v>
                </c:pt>
                <c:pt idx="28818">
                  <c:v>24.4</c:v>
                </c:pt>
                <c:pt idx="28819">
                  <c:v>24.4</c:v>
                </c:pt>
                <c:pt idx="28820">
                  <c:v>24.45</c:v>
                </c:pt>
                <c:pt idx="28821">
                  <c:v>24.45</c:v>
                </c:pt>
                <c:pt idx="28822">
                  <c:v>24.5</c:v>
                </c:pt>
                <c:pt idx="28823">
                  <c:v>24.5</c:v>
                </c:pt>
                <c:pt idx="28824">
                  <c:v>24.5</c:v>
                </c:pt>
                <c:pt idx="28825">
                  <c:v>24.55</c:v>
                </c:pt>
                <c:pt idx="28826">
                  <c:v>24.55</c:v>
                </c:pt>
                <c:pt idx="28827">
                  <c:v>24.55</c:v>
                </c:pt>
                <c:pt idx="28828">
                  <c:v>24.55</c:v>
                </c:pt>
                <c:pt idx="28829">
                  <c:v>24.6</c:v>
                </c:pt>
                <c:pt idx="28830">
                  <c:v>24.6</c:v>
                </c:pt>
                <c:pt idx="28831">
                  <c:v>24.6</c:v>
                </c:pt>
                <c:pt idx="28832">
                  <c:v>24.6</c:v>
                </c:pt>
                <c:pt idx="28833">
                  <c:v>24.6</c:v>
                </c:pt>
                <c:pt idx="28834">
                  <c:v>24.55</c:v>
                </c:pt>
                <c:pt idx="28835">
                  <c:v>24.5</c:v>
                </c:pt>
                <c:pt idx="28836">
                  <c:v>24.5</c:v>
                </c:pt>
                <c:pt idx="28837">
                  <c:v>24.4</c:v>
                </c:pt>
                <c:pt idx="28838">
                  <c:v>24.4</c:v>
                </c:pt>
                <c:pt idx="28839">
                  <c:v>24.35</c:v>
                </c:pt>
                <c:pt idx="28840">
                  <c:v>24.35</c:v>
                </c:pt>
                <c:pt idx="28841">
                  <c:v>24.35</c:v>
                </c:pt>
                <c:pt idx="28842">
                  <c:v>24.35</c:v>
                </c:pt>
                <c:pt idx="28843">
                  <c:v>24.35</c:v>
                </c:pt>
                <c:pt idx="28844">
                  <c:v>24.35</c:v>
                </c:pt>
                <c:pt idx="28845">
                  <c:v>24.35</c:v>
                </c:pt>
                <c:pt idx="28846">
                  <c:v>24.35</c:v>
                </c:pt>
                <c:pt idx="28847">
                  <c:v>24.35</c:v>
                </c:pt>
                <c:pt idx="28848">
                  <c:v>24.35</c:v>
                </c:pt>
                <c:pt idx="28849">
                  <c:v>24.4</c:v>
                </c:pt>
                <c:pt idx="28850">
                  <c:v>24.4</c:v>
                </c:pt>
                <c:pt idx="28851">
                  <c:v>24.4</c:v>
                </c:pt>
                <c:pt idx="28852">
                  <c:v>24.45</c:v>
                </c:pt>
                <c:pt idx="28853">
                  <c:v>24.45</c:v>
                </c:pt>
                <c:pt idx="28854">
                  <c:v>24.5</c:v>
                </c:pt>
                <c:pt idx="28855">
                  <c:v>24.5</c:v>
                </c:pt>
                <c:pt idx="28856">
                  <c:v>24.55</c:v>
                </c:pt>
                <c:pt idx="28857">
                  <c:v>24.55</c:v>
                </c:pt>
                <c:pt idx="28858">
                  <c:v>24.6</c:v>
                </c:pt>
                <c:pt idx="28859">
                  <c:v>24.6</c:v>
                </c:pt>
                <c:pt idx="28860">
                  <c:v>24.65</c:v>
                </c:pt>
                <c:pt idx="28861">
                  <c:v>24.65</c:v>
                </c:pt>
                <c:pt idx="28862">
                  <c:v>24.65</c:v>
                </c:pt>
                <c:pt idx="28863">
                  <c:v>24.6</c:v>
                </c:pt>
                <c:pt idx="28864">
                  <c:v>24.55</c:v>
                </c:pt>
                <c:pt idx="28865">
                  <c:v>24.5</c:v>
                </c:pt>
                <c:pt idx="28866">
                  <c:v>24.45</c:v>
                </c:pt>
                <c:pt idx="28867">
                  <c:v>24.45</c:v>
                </c:pt>
                <c:pt idx="28868">
                  <c:v>24.4</c:v>
                </c:pt>
                <c:pt idx="28869">
                  <c:v>24.35</c:v>
                </c:pt>
                <c:pt idx="28870">
                  <c:v>24.35</c:v>
                </c:pt>
                <c:pt idx="28871">
                  <c:v>24.35</c:v>
                </c:pt>
                <c:pt idx="28872">
                  <c:v>24.3</c:v>
                </c:pt>
                <c:pt idx="28873">
                  <c:v>24.3</c:v>
                </c:pt>
                <c:pt idx="28874">
                  <c:v>24.3</c:v>
                </c:pt>
                <c:pt idx="28875">
                  <c:v>24.3</c:v>
                </c:pt>
                <c:pt idx="28876">
                  <c:v>24.35</c:v>
                </c:pt>
                <c:pt idx="28877">
                  <c:v>24.35</c:v>
                </c:pt>
                <c:pt idx="28878">
                  <c:v>24.35</c:v>
                </c:pt>
                <c:pt idx="28879">
                  <c:v>24.4</c:v>
                </c:pt>
                <c:pt idx="28880">
                  <c:v>24.4</c:v>
                </c:pt>
                <c:pt idx="28881">
                  <c:v>24.4</c:v>
                </c:pt>
                <c:pt idx="28882">
                  <c:v>24.45</c:v>
                </c:pt>
                <c:pt idx="28883">
                  <c:v>24.45</c:v>
                </c:pt>
                <c:pt idx="28884">
                  <c:v>24.5</c:v>
                </c:pt>
                <c:pt idx="28885">
                  <c:v>24.5</c:v>
                </c:pt>
                <c:pt idx="28886">
                  <c:v>24.55</c:v>
                </c:pt>
                <c:pt idx="28887">
                  <c:v>24.55</c:v>
                </c:pt>
                <c:pt idx="28888">
                  <c:v>24.6</c:v>
                </c:pt>
                <c:pt idx="28889">
                  <c:v>24.6</c:v>
                </c:pt>
                <c:pt idx="28890">
                  <c:v>24.6</c:v>
                </c:pt>
                <c:pt idx="28891">
                  <c:v>24.6</c:v>
                </c:pt>
                <c:pt idx="28892">
                  <c:v>24.6</c:v>
                </c:pt>
                <c:pt idx="28893">
                  <c:v>24.6</c:v>
                </c:pt>
                <c:pt idx="28894">
                  <c:v>24.55</c:v>
                </c:pt>
                <c:pt idx="28895">
                  <c:v>24.55</c:v>
                </c:pt>
                <c:pt idx="28896">
                  <c:v>24.5</c:v>
                </c:pt>
                <c:pt idx="28897">
                  <c:v>24.45</c:v>
                </c:pt>
                <c:pt idx="28898">
                  <c:v>24.4</c:v>
                </c:pt>
                <c:pt idx="28899">
                  <c:v>24.35</c:v>
                </c:pt>
                <c:pt idx="28900">
                  <c:v>24.35</c:v>
                </c:pt>
                <c:pt idx="28901">
                  <c:v>24.35</c:v>
                </c:pt>
                <c:pt idx="28902">
                  <c:v>24.35</c:v>
                </c:pt>
                <c:pt idx="28903">
                  <c:v>24.35</c:v>
                </c:pt>
                <c:pt idx="28904">
                  <c:v>24.35</c:v>
                </c:pt>
                <c:pt idx="28905">
                  <c:v>24.35</c:v>
                </c:pt>
                <c:pt idx="28906">
                  <c:v>24.35</c:v>
                </c:pt>
                <c:pt idx="28907">
                  <c:v>24.4</c:v>
                </c:pt>
                <c:pt idx="28908">
                  <c:v>24.4</c:v>
                </c:pt>
                <c:pt idx="28909">
                  <c:v>24.4</c:v>
                </c:pt>
                <c:pt idx="28910">
                  <c:v>24.4</c:v>
                </c:pt>
                <c:pt idx="28911">
                  <c:v>24.45</c:v>
                </c:pt>
                <c:pt idx="28912">
                  <c:v>24.45</c:v>
                </c:pt>
                <c:pt idx="28913">
                  <c:v>24.45</c:v>
                </c:pt>
                <c:pt idx="28914">
                  <c:v>24.5</c:v>
                </c:pt>
                <c:pt idx="28915">
                  <c:v>24.5</c:v>
                </c:pt>
                <c:pt idx="28916">
                  <c:v>24.55</c:v>
                </c:pt>
                <c:pt idx="28917">
                  <c:v>24.55</c:v>
                </c:pt>
                <c:pt idx="28918">
                  <c:v>24.6</c:v>
                </c:pt>
                <c:pt idx="28919">
                  <c:v>24.6</c:v>
                </c:pt>
                <c:pt idx="28920">
                  <c:v>24.6</c:v>
                </c:pt>
                <c:pt idx="28921">
                  <c:v>24.6</c:v>
                </c:pt>
                <c:pt idx="28922">
                  <c:v>24.6</c:v>
                </c:pt>
                <c:pt idx="28923">
                  <c:v>24.6</c:v>
                </c:pt>
                <c:pt idx="28924">
                  <c:v>24.55</c:v>
                </c:pt>
                <c:pt idx="28925">
                  <c:v>24.55</c:v>
                </c:pt>
                <c:pt idx="28926">
                  <c:v>24.45</c:v>
                </c:pt>
                <c:pt idx="28927">
                  <c:v>24.45</c:v>
                </c:pt>
                <c:pt idx="28928">
                  <c:v>24.4</c:v>
                </c:pt>
                <c:pt idx="28929">
                  <c:v>24.35</c:v>
                </c:pt>
                <c:pt idx="28930">
                  <c:v>24.35</c:v>
                </c:pt>
                <c:pt idx="28931">
                  <c:v>24.35</c:v>
                </c:pt>
                <c:pt idx="28932">
                  <c:v>24.35</c:v>
                </c:pt>
                <c:pt idx="28933">
                  <c:v>24.35</c:v>
                </c:pt>
                <c:pt idx="28934">
                  <c:v>24.3</c:v>
                </c:pt>
                <c:pt idx="28935">
                  <c:v>24.35</c:v>
                </c:pt>
                <c:pt idx="28936">
                  <c:v>24.35</c:v>
                </c:pt>
                <c:pt idx="28937">
                  <c:v>24.35</c:v>
                </c:pt>
                <c:pt idx="28938">
                  <c:v>24.35</c:v>
                </c:pt>
                <c:pt idx="28939">
                  <c:v>24.35</c:v>
                </c:pt>
                <c:pt idx="28940">
                  <c:v>24.35</c:v>
                </c:pt>
                <c:pt idx="28941">
                  <c:v>24.4</c:v>
                </c:pt>
                <c:pt idx="28942">
                  <c:v>24.4</c:v>
                </c:pt>
                <c:pt idx="28943">
                  <c:v>24.4</c:v>
                </c:pt>
                <c:pt idx="28944">
                  <c:v>24.45</c:v>
                </c:pt>
                <c:pt idx="28945">
                  <c:v>24.5</c:v>
                </c:pt>
                <c:pt idx="28946">
                  <c:v>24.5</c:v>
                </c:pt>
                <c:pt idx="28947">
                  <c:v>24.55</c:v>
                </c:pt>
                <c:pt idx="28948">
                  <c:v>24.55</c:v>
                </c:pt>
                <c:pt idx="28949">
                  <c:v>24.6</c:v>
                </c:pt>
                <c:pt idx="28950">
                  <c:v>24.6</c:v>
                </c:pt>
                <c:pt idx="28951">
                  <c:v>24.6</c:v>
                </c:pt>
                <c:pt idx="28952">
                  <c:v>24.6</c:v>
                </c:pt>
                <c:pt idx="28953">
                  <c:v>24.6</c:v>
                </c:pt>
                <c:pt idx="28954">
                  <c:v>24.55</c:v>
                </c:pt>
                <c:pt idx="28955">
                  <c:v>24.55</c:v>
                </c:pt>
                <c:pt idx="28956">
                  <c:v>24.5</c:v>
                </c:pt>
                <c:pt idx="28957">
                  <c:v>24.45</c:v>
                </c:pt>
                <c:pt idx="28958">
                  <c:v>24.4</c:v>
                </c:pt>
                <c:pt idx="28959">
                  <c:v>24.4</c:v>
                </c:pt>
                <c:pt idx="28960">
                  <c:v>24.35</c:v>
                </c:pt>
                <c:pt idx="28961">
                  <c:v>24.35</c:v>
                </c:pt>
                <c:pt idx="28962">
                  <c:v>24.35</c:v>
                </c:pt>
                <c:pt idx="28963">
                  <c:v>24.35</c:v>
                </c:pt>
                <c:pt idx="28964">
                  <c:v>24.35</c:v>
                </c:pt>
                <c:pt idx="28965">
                  <c:v>24.35</c:v>
                </c:pt>
                <c:pt idx="28966">
                  <c:v>24.35</c:v>
                </c:pt>
                <c:pt idx="28967">
                  <c:v>24.35</c:v>
                </c:pt>
                <c:pt idx="28968">
                  <c:v>24.35</c:v>
                </c:pt>
                <c:pt idx="28969">
                  <c:v>24.35</c:v>
                </c:pt>
                <c:pt idx="28970">
                  <c:v>24.4</c:v>
                </c:pt>
                <c:pt idx="28971">
                  <c:v>24.4</c:v>
                </c:pt>
                <c:pt idx="28972">
                  <c:v>24.4</c:v>
                </c:pt>
                <c:pt idx="28973">
                  <c:v>24.45</c:v>
                </c:pt>
                <c:pt idx="28974">
                  <c:v>24.45</c:v>
                </c:pt>
                <c:pt idx="28975">
                  <c:v>24.5</c:v>
                </c:pt>
                <c:pt idx="28976">
                  <c:v>24.5</c:v>
                </c:pt>
                <c:pt idx="28977">
                  <c:v>24.55</c:v>
                </c:pt>
                <c:pt idx="28978">
                  <c:v>24.55</c:v>
                </c:pt>
                <c:pt idx="28979">
                  <c:v>24.6</c:v>
                </c:pt>
                <c:pt idx="28980">
                  <c:v>24.6</c:v>
                </c:pt>
                <c:pt idx="28981">
                  <c:v>24.65</c:v>
                </c:pt>
                <c:pt idx="28982">
                  <c:v>24.65</c:v>
                </c:pt>
                <c:pt idx="28983">
                  <c:v>24.6</c:v>
                </c:pt>
                <c:pt idx="28984">
                  <c:v>24.6</c:v>
                </c:pt>
                <c:pt idx="28985">
                  <c:v>24.55</c:v>
                </c:pt>
                <c:pt idx="28986">
                  <c:v>24.5</c:v>
                </c:pt>
                <c:pt idx="28987">
                  <c:v>24.45</c:v>
                </c:pt>
                <c:pt idx="28988">
                  <c:v>24.4</c:v>
                </c:pt>
                <c:pt idx="28989">
                  <c:v>24.35</c:v>
                </c:pt>
                <c:pt idx="28990">
                  <c:v>24.35</c:v>
                </c:pt>
                <c:pt idx="28991">
                  <c:v>24.35</c:v>
                </c:pt>
                <c:pt idx="28992">
                  <c:v>24.35</c:v>
                </c:pt>
                <c:pt idx="28993">
                  <c:v>24.3</c:v>
                </c:pt>
                <c:pt idx="28994">
                  <c:v>24.3</c:v>
                </c:pt>
                <c:pt idx="28995">
                  <c:v>24.35</c:v>
                </c:pt>
                <c:pt idx="28996">
                  <c:v>24.35</c:v>
                </c:pt>
                <c:pt idx="28997">
                  <c:v>24.35</c:v>
                </c:pt>
                <c:pt idx="28998">
                  <c:v>24.35</c:v>
                </c:pt>
                <c:pt idx="28999">
                  <c:v>24.35</c:v>
                </c:pt>
                <c:pt idx="29000">
                  <c:v>24.4</c:v>
                </c:pt>
                <c:pt idx="29001">
                  <c:v>24.4</c:v>
                </c:pt>
                <c:pt idx="29002">
                  <c:v>24.4</c:v>
                </c:pt>
                <c:pt idx="29003">
                  <c:v>24.45</c:v>
                </c:pt>
                <c:pt idx="29004">
                  <c:v>24.45</c:v>
                </c:pt>
                <c:pt idx="29005">
                  <c:v>24.5</c:v>
                </c:pt>
                <c:pt idx="29006">
                  <c:v>24.5</c:v>
                </c:pt>
                <c:pt idx="29007">
                  <c:v>24.55</c:v>
                </c:pt>
                <c:pt idx="29008">
                  <c:v>24.55</c:v>
                </c:pt>
                <c:pt idx="29009">
                  <c:v>24.6</c:v>
                </c:pt>
                <c:pt idx="29010">
                  <c:v>24.6</c:v>
                </c:pt>
                <c:pt idx="29011">
                  <c:v>24.6</c:v>
                </c:pt>
                <c:pt idx="29012">
                  <c:v>24.6</c:v>
                </c:pt>
                <c:pt idx="29013">
                  <c:v>24.6</c:v>
                </c:pt>
                <c:pt idx="29014">
                  <c:v>24.55</c:v>
                </c:pt>
                <c:pt idx="29015">
                  <c:v>24.5</c:v>
                </c:pt>
                <c:pt idx="29016">
                  <c:v>24.5</c:v>
                </c:pt>
                <c:pt idx="29017">
                  <c:v>24.4</c:v>
                </c:pt>
                <c:pt idx="29018">
                  <c:v>24.4</c:v>
                </c:pt>
                <c:pt idx="29019">
                  <c:v>24.4</c:v>
                </c:pt>
                <c:pt idx="29020">
                  <c:v>24.35</c:v>
                </c:pt>
                <c:pt idx="29021">
                  <c:v>24.4</c:v>
                </c:pt>
                <c:pt idx="29022">
                  <c:v>24.4</c:v>
                </c:pt>
                <c:pt idx="29023">
                  <c:v>24.4</c:v>
                </c:pt>
                <c:pt idx="29024">
                  <c:v>24.4</c:v>
                </c:pt>
                <c:pt idx="29025">
                  <c:v>24.35</c:v>
                </c:pt>
                <c:pt idx="29026">
                  <c:v>24.35</c:v>
                </c:pt>
                <c:pt idx="29027">
                  <c:v>24.4</c:v>
                </c:pt>
                <c:pt idx="29028">
                  <c:v>24.4</c:v>
                </c:pt>
                <c:pt idx="29029">
                  <c:v>24.4</c:v>
                </c:pt>
                <c:pt idx="29030">
                  <c:v>24.45</c:v>
                </c:pt>
                <c:pt idx="29031">
                  <c:v>24.4</c:v>
                </c:pt>
                <c:pt idx="29032">
                  <c:v>24.45</c:v>
                </c:pt>
                <c:pt idx="29033">
                  <c:v>24.45</c:v>
                </c:pt>
                <c:pt idx="29034">
                  <c:v>24.45</c:v>
                </c:pt>
                <c:pt idx="29035">
                  <c:v>24.5</c:v>
                </c:pt>
                <c:pt idx="29036">
                  <c:v>24.5</c:v>
                </c:pt>
                <c:pt idx="29037">
                  <c:v>24.5</c:v>
                </c:pt>
                <c:pt idx="29038">
                  <c:v>24.55</c:v>
                </c:pt>
                <c:pt idx="29039">
                  <c:v>24.55</c:v>
                </c:pt>
                <c:pt idx="29040">
                  <c:v>24.6</c:v>
                </c:pt>
                <c:pt idx="29041">
                  <c:v>24.6</c:v>
                </c:pt>
                <c:pt idx="29042">
                  <c:v>24.6</c:v>
                </c:pt>
                <c:pt idx="29043">
                  <c:v>24.6</c:v>
                </c:pt>
                <c:pt idx="29044">
                  <c:v>24.6</c:v>
                </c:pt>
                <c:pt idx="29045">
                  <c:v>24.55</c:v>
                </c:pt>
                <c:pt idx="29046">
                  <c:v>24.5</c:v>
                </c:pt>
                <c:pt idx="29047">
                  <c:v>24.45</c:v>
                </c:pt>
                <c:pt idx="29048">
                  <c:v>24.4</c:v>
                </c:pt>
                <c:pt idx="29049">
                  <c:v>24.4</c:v>
                </c:pt>
                <c:pt idx="29050">
                  <c:v>24.4</c:v>
                </c:pt>
                <c:pt idx="29051">
                  <c:v>24.35</c:v>
                </c:pt>
                <c:pt idx="29052">
                  <c:v>24.35</c:v>
                </c:pt>
                <c:pt idx="29053">
                  <c:v>24.35</c:v>
                </c:pt>
                <c:pt idx="29054">
                  <c:v>24.35</c:v>
                </c:pt>
                <c:pt idx="29055">
                  <c:v>24.4</c:v>
                </c:pt>
                <c:pt idx="29056">
                  <c:v>24.4</c:v>
                </c:pt>
                <c:pt idx="29057">
                  <c:v>24.4</c:v>
                </c:pt>
                <c:pt idx="29058">
                  <c:v>24.4</c:v>
                </c:pt>
                <c:pt idx="29059">
                  <c:v>24.4</c:v>
                </c:pt>
                <c:pt idx="29060">
                  <c:v>24.45</c:v>
                </c:pt>
                <c:pt idx="29061">
                  <c:v>24.45</c:v>
                </c:pt>
                <c:pt idx="29062">
                  <c:v>24.45</c:v>
                </c:pt>
                <c:pt idx="29063">
                  <c:v>24.45</c:v>
                </c:pt>
                <c:pt idx="29064">
                  <c:v>24.5</c:v>
                </c:pt>
                <c:pt idx="29065">
                  <c:v>24.5</c:v>
                </c:pt>
                <c:pt idx="29066">
                  <c:v>24.5</c:v>
                </c:pt>
                <c:pt idx="29067">
                  <c:v>24.55</c:v>
                </c:pt>
                <c:pt idx="29068">
                  <c:v>24.55</c:v>
                </c:pt>
                <c:pt idx="29069">
                  <c:v>24.6</c:v>
                </c:pt>
                <c:pt idx="29070">
                  <c:v>24.6</c:v>
                </c:pt>
                <c:pt idx="29071">
                  <c:v>24.6</c:v>
                </c:pt>
                <c:pt idx="29072">
                  <c:v>24.6</c:v>
                </c:pt>
                <c:pt idx="29073">
                  <c:v>24.6</c:v>
                </c:pt>
                <c:pt idx="29074">
                  <c:v>24.55</c:v>
                </c:pt>
                <c:pt idx="29075">
                  <c:v>24.5</c:v>
                </c:pt>
                <c:pt idx="29076">
                  <c:v>24.5</c:v>
                </c:pt>
                <c:pt idx="29077">
                  <c:v>24.45</c:v>
                </c:pt>
                <c:pt idx="29078">
                  <c:v>24.4</c:v>
                </c:pt>
                <c:pt idx="29079">
                  <c:v>24.4</c:v>
                </c:pt>
                <c:pt idx="29080">
                  <c:v>24.35</c:v>
                </c:pt>
                <c:pt idx="29081">
                  <c:v>24.35</c:v>
                </c:pt>
                <c:pt idx="29082">
                  <c:v>24.35</c:v>
                </c:pt>
                <c:pt idx="29083">
                  <c:v>24.35</c:v>
                </c:pt>
                <c:pt idx="29084">
                  <c:v>24.4</c:v>
                </c:pt>
                <c:pt idx="29085">
                  <c:v>24.35</c:v>
                </c:pt>
                <c:pt idx="29086">
                  <c:v>24.35</c:v>
                </c:pt>
                <c:pt idx="29087">
                  <c:v>24.4</c:v>
                </c:pt>
                <c:pt idx="29088">
                  <c:v>24.4</c:v>
                </c:pt>
                <c:pt idx="29089">
                  <c:v>24.4</c:v>
                </c:pt>
                <c:pt idx="29090">
                  <c:v>24.4</c:v>
                </c:pt>
                <c:pt idx="29091">
                  <c:v>24.45</c:v>
                </c:pt>
                <c:pt idx="29092">
                  <c:v>24.45</c:v>
                </c:pt>
                <c:pt idx="29093">
                  <c:v>24.45</c:v>
                </c:pt>
                <c:pt idx="29094">
                  <c:v>24.45</c:v>
                </c:pt>
                <c:pt idx="29095">
                  <c:v>24.5</c:v>
                </c:pt>
                <c:pt idx="29096">
                  <c:v>24.5</c:v>
                </c:pt>
                <c:pt idx="29097">
                  <c:v>24.5</c:v>
                </c:pt>
                <c:pt idx="29098">
                  <c:v>24.55</c:v>
                </c:pt>
                <c:pt idx="29099">
                  <c:v>24.55</c:v>
                </c:pt>
                <c:pt idx="29100">
                  <c:v>24.6</c:v>
                </c:pt>
                <c:pt idx="29101">
                  <c:v>24.6</c:v>
                </c:pt>
                <c:pt idx="29102">
                  <c:v>24.6</c:v>
                </c:pt>
                <c:pt idx="29103">
                  <c:v>24.6</c:v>
                </c:pt>
                <c:pt idx="29104">
                  <c:v>24.55</c:v>
                </c:pt>
                <c:pt idx="29105">
                  <c:v>24.5</c:v>
                </c:pt>
                <c:pt idx="29106">
                  <c:v>24.5</c:v>
                </c:pt>
                <c:pt idx="29107">
                  <c:v>24.45</c:v>
                </c:pt>
                <c:pt idx="29108">
                  <c:v>24.45</c:v>
                </c:pt>
                <c:pt idx="29109">
                  <c:v>24.4</c:v>
                </c:pt>
                <c:pt idx="29110">
                  <c:v>24.35</c:v>
                </c:pt>
                <c:pt idx="29111">
                  <c:v>24.35</c:v>
                </c:pt>
                <c:pt idx="29112">
                  <c:v>24.35</c:v>
                </c:pt>
                <c:pt idx="29113">
                  <c:v>24.35</c:v>
                </c:pt>
                <c:pt idx="29114">
                  <c:v>24.35</c:v>
                </c:pt>
                <c:pt idx="29115">
                  <c:v>24.35</c:v>
                </c:pt>
                <c:pt idx="29116">
                  <c:v>24.35</c:v>
                </c:pt>
                <c:pt idx="29117">
                  <c:v>24.35</c:v>
                </c:pt>
                <c:pt idx="29118">
                  <c:v>24.35</c:v>
                </c:pt>
                <c:pt idx="29119">
                  <c:v>24.35</c:v>
                </c:pt>
                <c:pt idx="29120">
                  <c:v>24.4</c:v>
                </c:pt>
                <c:pt idx="29121">
                  <c:v>24.4</c:v>
                </c:pt>
                <c:pt idx="29122">
                  <c:v>24.4</c:v>
                </c:pt>
                <c:pt idx="29123">
                  <c:v>24.45</c:v>
                </c:pt>
                <c:pt idx="29124">
                  <c:v>24.45</c:v>
                </c:pt>
                <c:pt idx="29125">
                  <c:v>24.45</c:v>
                </c:pt>
                <c:pt idx="29126">
                  <c:v>24.5</c:v>
                </c:pt>
                <c:pt idx="29127">
                  <c:v>24.5</c:v>
                </c:pt>
                <c:pt idx="29128">
                  <c:v>24.55</c:v>
                </c:pt>
                <c:pt idx="29129">
                  <c:v>24.55</c:v>
                </c:pt>
                <c:pt idx="29130">
                  <c:v>24.6</c:v>
                </c:pt>
                <c:pt idx="29131">
                  <c:v>24.6</c:v>
                </c:pt>
                <c:pt idx="29132">
                  <c:v>24.6</c:v>
                </c:pt>
                <c:pt idx="29133">
                  <c:v>24.6</c:v>
                </c:pt>
                <c:pt idx="29134">
                  <c:v>24.55</c:v>
                </c:pt>
                <c:pt idx="29135">
                  <c:v>24.5</c:v>
                </c:pt>
                <c:pt idx="29136">
                  <c:v>24.45</c:v>
                </c:pt>
                <c:pt idx="29137">
                  <c:v>24.45</c:v>
                </c:pt>
                <c:pt idx="29138">
                  <c:v>24.4</c:v>
                </c:pt>
                <c:pt idx="29139">
                  <c:v>24.35</c:v>
                </c:pt>
                <c:pt idx="29140">
                  <c:v>24.35</c:v>
                </c:pt>
                <c:pt idx="29141">
                  <c:v>24.35</c:v>
                </c:pt>
                <c:pt idx="29142">
                  <c:v>24.35</c:v>
                </c:pt>
                <c:pt idx="29143">
                  <c:v>24.35</c:v>
                </c:pt>
                <c:pt idx="29144">
                  <c:v>24.35</c:v>
                </c:pt>
                <c:pt idx="29145">
                  <c:v>24.35</c:v>
                </c:pt>
                <c:pt idx="29146">
                  <c:v>24.3</c:v>
                </c:pt>
                <c:pt idx="29147">
                  <c:v>24.35</c:v>
                </c:pt>
                <c:pt idx="29148">
                  <c:v>24.35</c:v>
                </c:pt>
                <c:pt idx="29149">
                  <c:v>24.35</c:v>
                </c:pt>
                <c:pt idx="29150">
                  <c:v>24.35</c:v>
                </c:pt>
                <c:pt idx="29151">
                  <c:v>24.4</c:v>
                </c:pt>
                <c:pt idx="29152">
                  <c:v>24.4</c:v>
                </c:pt>
                <c:pt idx="29153">
                  <c:v>24.4</c:v>
                </c:pt>
                <c:pt idx="29154">
                  <c:v>24.45</c:v>
                </c:pt>
                <c:pt idx="29155">
                  <c:v>24.45</c:v>
                </c:pt>
                <c:pt idx="29156">
                  <c:v>24.5</c:v>
                </c:pt>
                <c:pt idx="29157">
                  <c:v>24.5</c:v>
                </c:pt>
                <c:pt idx="29158">
                  <c:v>24.55</c:v>
                </c:pt>
                <c:pt idx="29159">
                  <c:v>24.55</c:v>
                </c:pt>
                <c:pt idx="29160">
                  <c:v>24.6</c:v>
                </c:pt>
                <c:pt idx="29161">
                  <c:v>24.6</c:v>
                </c:pt>
                <c:pt idx="29162">
                  <c:v>24.6</c:v>
                </c:pt>
                <c:pt idx="29163">
                  <c:v>24.6</c:v>
                </c:pt>
                <c:pt idx="29164">
                  <c:v>24.6</c:v>
                </c:pt>
                <c:pt idx="29165">
                  <c:v>24.55</c:v>
                </c:pt>
                <c:pt idx="29166">
                  <c:v>24.5</c:v>
                </c:pt>
                <c:pt idx="29167">
                  <c:v>24.45</c:v>
                </c:pt>
                <c:pt idx="29168">
                  <c:v>24.4</c:v>
                </c:pt>
                <c:pt idx="29169">
                  <c:v>24.4</c:v>
                </c:pt>
                <c:pt idx="29170">
                  <c:v>24.4</c:v>
                </c:pt>
                <c:pt idx="29171">
                  <c:v>24.35</c:v>
                </c:pt>
                <c:pt idx="29172">
                  <c:v>24.35</c:v>
                </c:pt>
                <c:pt idx="29173">
                  <c:v>24.35</c:v>
                </c:pt>
                <c:pt idx="29174">
                  <c:v>24.35</c:v>
                </c:pt>
                <c:pt idx="29175">
                  <c:v>24.35</c:v>
                </c:pt>
                <c:pt idx="29176">
                  <c:v>24.35</c:v>
                </c:pt>
                <c:pt idx="29177">
                  <c:v>24.35</c:v>
                </c:pt>
                <c:pt idx="29178">
                  <c:v>24.35</c:v>
                </c:pt>
                <c:pt idx="29179">
                  <c:v>24.35</c:v>
                </c:pt>
                <c:pt idx="29180">
                  <c:v>24.4</c:v>
                </c:pt>
                <c:pt idx="29181">
                  <c:v>24.4</c:v>
                </c:pt>
                <c:pt idx="29182">
                  <c:v>24.45</c:v>
                </c:pt>
                <c:pt idx="29183">
                  <c:v>24.45</c:v>
                </c:pt>
                <c:pt idx="29184">
                  <c:v>24.45</c:v>
                </c:pt>
                <c:pt idx="29185">
                  <c:v>24.45</c:v>
                </c:pt>
                <c:pt idx="29186">
                  <c:v>24.5</c:v>
                </c:pt>
                <c:pt idx="29187">
                  <c:v>24.55</c:v>
                </c:pt>
                <c:pt idx="29188">
                  <c:v>24.55</c:v>
                </c:pt>
                <c:pt idx="29189">
                  <c:v>24.6</c:v>
                </c:pt>
                <c:pt idx="29190">
                  <c:v>24.6</c:v>
                </c:pt>
                <c:pt idx="29191">
                  <c:v>24.65</c:v>
                </c:pt>
                <c:pt idx="29192">
                  <c:v>24.6</c:v>
                </c:pt>
                <c:pt idx="29193">
                  <c:v>24.6</c:v>
                </c:pt>
                <c:pt idx="29194">
                  <c:v>24.6</c:v>
                </c:pt>
                <c:pt idx="29195">
                  <c:v>24.55</c:v>
                </c:pt>
                <c:pt idx="29196">
                  <c:v>24.5</c:v>
                </c:pt>
                <c:pt idx="29197">
                  <c:v>24.45</c:v>
                </c:pt>
                <c:pt idx="29198">
                  <c:v>24.45</c:v>
                </c:pt>
                <c:pt idx="29199">
                  <c:v>24.4</c:v>
                </c:pt>
                <c:pt idx="29200">
                  <c:v>24.35</c:v>
                </c:pt>
                <c:pt idx="29201">
                  <c:v>24.4</c:v>
                </c:pt>
                <c:pt idx="29202">
                  <c:v>24.35</c:v>
                </c:pt>
                <c:pt idx="29203">
                  <c:v>24.35</c:v>
                </c:pt>
                <c:pt idx="29204">
                  <c:v>24.35</c:v>
                </c:pt>
                <c:pt idx="29205">
                  <c:v>24.35</c:v>
                </c:pt>
                <c:pt idx="29206">
                  <c:v>24.35</c:v>
                </c:pt>
                <c:pt idx="29207">
                  <c:v>24.4</c:v>
                </c:pt>
                <c:pt idx="29208">
                  <c:v>24.4</c:v>
                </c:pt>
                <c:pt idx="29209">
                  <c:v>24.4</c:v>
                </c:pt>
                <c:pt idx="29210">
                  <c:v>24.4</c:v>
                </c:pt>
                <c:pt idx="29211">
                  <c:v>24.45</c:v>
                </c:pt>
                <c:pt idx="29212">
                  <c:v>24.45</c:v>
                </c:pt>
                <c:pt idx="29213">
                  <c:v>24.45</c:v>
                </c:pt>
                <c:pt idx="29214">
                  <c:v>24.5</c:v>
                </c:pt>
                <c:pt idx="29215">
                  <c:v>24.5</c:v>
                </c:pt>
                <c:pt idx="29216">
                  <c:v>24.5</c:v>
                </c:pt>
                <c:pt idx="29217">
                  <c:v>24.55</c:v>
                </c:pt>
                <c:pt idx="29218">
                  <c:v>24.55</c:v>
                </c:pt>
                <c:pt idx="29219">
                  <c:v>24.55</c:v>
                </c:pt>
                <c:pt idx="29220">
                  <c:v>24.6</c:v>
                </c:pt>
                <c:pt idx="29221">
                  <c:v>24.6</c:v>
                </c:pt>
                <c:pt idx="29222">
                  <c:v>24.6</c:v>
                </c:pt>
                <c:pt idx="29223">
                  <c:v>24.6</c:v>
                </c:pt>
                <c:pt idx="29224">
                  <c:v>24.55</c:v>
                </c:pt>
                <c:pt idx="29225">
                  <c:v>24.5</c:v>
                </c:pt>
                <c:pt idx="29226">
                  <c:v>24.45</c:v>
                </c:pt>
                <c:pt idx="29227">
                  <c:v>24.4</c:v>
                </c:pt>
                <c:pt idx="29228">
                  <c:v>24.4</c:v>
                </c:pt>
                <c:pt idx="29229">
                  <c:v>24.35</c:v>
                </c:pt>
                <c:pt idx="29230">
                  <c:v>24.35</c:v>
                </c:pt>
                <c:pt idx="29231">
                  <c:v>24.35</c:v>
                </c:pt>
                <c:pt idx="29232">
                  <c:v>24.35</c:v>
                </c:pt>
                <c:pt idx="29233">
                  <c:v>24.35</c:v>
                </c:pt>
                <c:pt idx="29234">
                  <c:v>24.35</c:v>
                </c:pt>
                <c:pt idx="29235">
                  <c:v>24.35</c:v>
                </c:pt>
                <c:pt idx="29236">
                  <c:v>24.35</c:v>
                </c:pt>
                <c:pt idx="29237">
                  <c:v>24.35</c:v>
                </c:pt>
                <c:pt idx="29238">
                  <c:v>24.35</c:v>
                </c:pt>
                <c:pt idx="29239">
                  <c:v>24.4</c:v>
                </c:pt>
                <c:pt idx="29240">
                  <c:v>24.4</c:v>
                </c:pt>
                <c:pt idx="29241">
                  <c:v>24.4</c:v>
                </c:pt>
                <c:pt idx="29242">
                  <c:v>24.45</c:v>
                </c:pt>
                <c:pt idx="29243">
                  <c:v>24.45</c:v>
                </c:pt>
                <c:pt idx="29244">
                  <c:v>24.5</c:v>
                </c:pt>
                <c:pt idx="29245">
                  <c:v>24.5</c:v>
                </c:pt>
                <c:pt idx="29246">
                  <c:v>24.55</c:v>
                </c:pt>
                <c:pt idx="29247">
                  <c:v>24.55</c:v>
                </c:pt>
                <c:pt idx="29248">
                  <c:v>24.55</c:v>
                </c:pt>
                <c:pt idx="29249">
                  <c:v>24.6</c:v>
                </c:pt>
                <c:pt idx="29250">
                  <c:v>24.65</c:v>
                </c:pt>
                <c:pt idx="29251">
                  <c:v>24.65</c:v>
                </c:pt>
                <c:pt idx="29252">
                  <c:v>24.65</c:v>
                </c:pt>
                <c:pt idx="29253">
                  <c:v>24.6</c:v>
                </c:pt>
                <c:pt idx="29254">
                  <c:v>24.6</c:v>
                </c:pt>
                <c:pt idx="29255">
                  <c:v>24.5</c:v>
                </c:pt>
                <c:pt idx="29256">
                  <c:v>24.5</c:v>
                </c:pt>
                <c:pt idx="29257">
                  <c:v>24.45</c:v>
                </c:pt>
                <c:pt idx="29258">
                  <c:v>24.4</c:v>
                </c:pt>
                <c:pt idx="29259">
                  <c:v>24.35</c:v>
                </c:pt>
                <c:pt idx="29260">
                  <c:v>24.35</c:v>
                </c:pt>
                <c:pt idx="29261">
                  <c:v>24.35</c:v>
                </c:pt>
                <c:pt idx="29262">
                  <c:v>24.3</c:v>
                </c:pt>
                <c:pt idx="29263">
                  <c:v>24.35</c:v>
                </c:pt>
                <c:pt idx="29264">
                  <c:v>24.35</c:v>
                </c:pt>
                <c:pt idx="29265">
                  <c:v>24.35</c:v>
                </c:pt>
                <c:pt idx="29266">
                  <c:v>24.35</c:v>
                </c:pt>
                <c:pt idx="29267">
                  <c:v>24.35</c:v>
                </c:pt>
                <c:pt idx="29268">
                  <c:v>24.35</c:v>
                </c:pt>
                <c:pt idx="29269">
                  <c:v>24.35</c:v>
                </c:pt>
                <c:pt idx="29270">
                  <c:v>24.4</c:v>
                </c:pt>
                <c:pt idx="29271">
                  <c:v>24.4</c:v>
                </c:pt>
                <c:pt idx="29272">
                  <c:v>24.45</c:v>
                </c:pt>
                <c:pt idx="29273">
                  <c:v>24.45</c:v>
                </c:pt>
                <c:pt idx="29274">
                  <c:v>24.45</c:v>
                </c:pt>
                <c:pt idx="29275">
                  <c:v>24.5</c:v>
                </c:pt>
                <c:pt idx="29276">
                  <c:v>24.5</c:v>
                </c:pt>
                <c:pt idx="29277">
                  <c:v>24.55</c:v>
                </c:pt>
                <c:pt idx="29278">
                  <c:v>24.55</c:v>
                </c:pt>
                <c:pt idx="29279">
                  <c:v>24.6</c:v>
                </c:pt>
                <c:pt idx="29280">
                  <c:v>24.6</c:v>
                </c:pt>
                <c:pt idx="29281">
                  <c:v>24.6</c:v>
                </c:pt>
                <c:pt idx="29282">
                  <c:v>24.6</c:v>
                </c:pt>
                <c:pt idx="29283">
                  <c:v>24.6</c:v>
                </c:pt>
                <c:pt idx="29284">
                  <c:v>24.55</c:v>
                </c:pt>
                <c:pt idx="29285">
                  <c:v>24.5</c:v>
                </c:pt>
                <c:pt idx="29286">
                  <c:v>24.45</c:v>
                </c:pt>
                <c:pt idx="29287">
                  <c:v>24.4</c:v>
                </c:pt>
                <c:pt idx="29288">
                  <c:v>24.35</c:v>
                </c:pt>
                <c:pt idx="29289">
                  <c:v>24.35</c:v>
                </c:pt>
                <c:pt idx="29290">
                  <c:v>24.3</c:v>
                </c:pt>
                <c:pt idx="29291">
                  <c:v>24.3</c:v>
                </c:pt>
                <c:pt idx="29292">
                  <c:v>24.3</c:v>
                </c:pt>
                <c:pt idx="29293">
                  <c:v>24.3</c:v>
                </c:pt>
                <c:pt idx="29294">
                  <c:v>24.3</c:v>
                </c:pt>
                <c:pt idx="29295">
                  <c:v>24.3</c:v>
                </c:pt>
                <c:pt idx="29296">
                  <c:v>24.3</c:v>
                </c:pt>
                <c:pt idx="29297">
                  <c:v>24.3</c:v>
                </c:pt>
                <c:pt idx="29298">
                  <c:v>24.35</c:v>
                </c:pt>
                <c:pt idx="29299">
                  <c:v>24.35</c:v>
                </c:pt>
                <c:pt idx="29300">
                  <c:v>24.4</c:v>
                </c:pt>
                <c:pt idx="29301">
                  <c:v>24.4</c:v>
                </c:pt>
                <c:pt idx="29302">
                  <c:v>24.45</c:v>
                </c:pt>
                <c:pt idx="29303">
                  <c:v>24.45</c:v>
                </c:pt>
                <c:pt idx="29304">
                  <c:v>24.45</c:v>
                </c:pt>
                <c:pt idx="29305">
                  <c:v>24.5</c:v>
                </c:pt>
                <c:pt idx="29306">
                  <c:v>24.5</c:v>
                </c:pt>
                <c:pt idx="29307">
                  <c:v>24.55</c:v>
                </c:pt>
                <c:pt idx="29308">
                  <c:v>24.55</c:v>
                </c:pt>
                <c:pt idx="29309">
                  <c:v>24.55</c:v>
                </c:pt>
                <c:pt idx="29310">
                  <c:v>24.6</c:v>
                </c:pt>
                <c:pt idx="29311">
                  <c:v>24.6</c:v>
                </c:pt>
                <c:pt idx="29312">
                  <c:v>24.6</c:v>
                </c:pt>
                <c:pt idx="29313">
                  <c:v>24.6</c:v>
                </c:pt>
                <c:pt idx="29314">
                  <c:v>24.55</c:v>
                </c:pt>
                <c:pt idx="29315">
                  <c:v>24.5</c:v>
                </c:pt>
                <c:pt idx="29316">
                  <c:v>24.45</c:v>
                </c:pt>
                <c:pt idx="29317">
                  <c:v>24.45</c:v>
                </c:pt>
                <c:pt idx="29318">
                  <c:v>24.4</c:v>
                </c:pt>
                <c:pt idx="29319">
                  <c:v>24.4</c:v>
                </c:pt>
                <c:pt idx="29320">
                  <c:v>24.4</c:v>
                </c:pt>
                <c:pt idx="29321">
                  <c:v>24.35</c:v>
                </c:pt>
                <c:pt idx="29322">
                  <c:v>24.35</c:v>
                </c:pt>
                <c:pt idx="29323">
                  <c:v>24.35</c:v>
                </c:pt>
                <c:pt idx="29324">
                  <c:v>24.35</c:v>
                </c:pt>
                <c:pt idx="29325">
                  <c:v>24.35</c:v>
                </c:pt>
                <c:pt idx="29326">
                  <c:v>24.4</c:v>
                </c:pt>
                <c:pt idx="29327">
                  <c:v>24.4</c:v>
                </c:pt>
                <c:pt idx="29328">
                  <c:v>24.4</c:v>
                </c:pt>
                <c:pt idx="29329">
                  <c:v>24.4</c:v>
                </c:pt>
                <c:pt idx="29330">
                  <c:v>24.4</c:v>
                </c:pt>
                <c:pt idx="29331">
                  <c:v>24.45</c:v>
                </c:pt>
                <c:pt idx="29332">
                  <c:v>24.45</c:v>
                </c:pt>
                <c:pt idx="29333">
                  <c:v>24.5</c:v>
                </c:pt>
                <c:pt idx="29334">
                  <c:v>24.5</c:v>
                </c:pt>
                <c:pt idx="29335">
                  <c:v>24.5</c:v>
                </c:pt>
                <c:pt idx="29336">
                  <c:v>24.55</c:v>
                </c:pt>
                <c:pt idx="29337">
                  <c:v>24.55</c:v>
                </c:pt>
                <c:pt idx="29338">
                  <c:v>24.6</c:v>
                </c:pt>
                <c:pt idx="29339">
                  <c:v>24.6</c:v>
                </c:pt>
                <c:pt idx="29340">
                  <c:v>24.6</c:v>
                </c:pt>
                <c:pt idx="29341">
                  <c:v>24.65</c:v>
                </c:pt>
                <c:pt idx="29342">
                  <c:v>24.65</c:v>
                </c:pt>
                <c:pt idx="29343">
                  <c:v>24.6</c:v>
                </c:pt>
                <c:pt idx="29344">
                  <c:v>24.6</c:v>
                </c:pt>
                <c:pt idx="29345">
                  <c:v>24.55</c:v>
                </c:pt>
                <c:pt idx="29346">
                  <c:v>24.5</c:v>
                </c:pt>
                <c:pt idx="29347">
                  <c:v>24.45</c:v>
                </c:pt>
                <c:pt idx="29348">
                  <c:v>24.4</c:v>
                </c:pt>
                <c:pt idx="29349">
                  <c:v>24.4</c:v>
                </c:pt>
                <c:pt idx="29350">
                  <c:v>24.4</c:v>
                </c:pt>
                <c:pt idx="29351">
                  <c:v>24.4</c:v>
                </c:pt>
                <c:pt idx="29352">
                  <c:v>24.4</c:v>
                </c:pt>
                <c:pt idx="29353">
                  <c:v>24.4</c:v>
                </c:pt>
                <c:pt idx="29354">
                  <c:v>24.4</c:v>
                </c:pt>
                <c:pt idx="29355">
                  <c:v>24.4</c:v>
                </c:pt>
                <c:pt idx="29356">
                  <c:v>24.4</c:v>
                </c:pt>
                <c:pt idx="29357">
                  <c:v>24.4</c:v>
                </c:pt>
                <c:pt idx="29358">
                  <c:v>24.4</c:v>
                </c:pt>
                <c:pt idx="29359">
                  <c:v>24.45</c:v>
                </c:pt>
                <c:pt idx="29360">
                  <c:v>24.45</c:v>
                </c:pt>
                <c:pt idx="29361">
                  <c:v>24.45</c:v>
                </c:pt>
                <c:pt idx="29362">
                  <c:v>24.45</c:v>
                </c:pt>
                <c:pt idx="29363">
                  <c:v>24.45</c:v>
                </c:pt>
                <c:pt idx="29364">
                  <c:v>24.5</c:v>
                </c:pt>
                <c:pt idx="29365">
                  <c:v>24.55</c:v>
                </c:pt>
                <c:pt idx="29366">
                  <c:v>24.55</c:v>
                </c:pt>
                <c:pt idx="29367">
                  <c:v>24.55</c:v>
                </c:pt>
                <c:pt idx="29368">
                  <c:v>24.55</c:v>
                </c:pt>
                <c:pt idx="29369">
                  <c:v>24.55</c:v>
                </c:pt>
                <c:pt idx="29370">
                  <c:v>24.6</c:v>
                </c:pt>
                <c:pt idx="29371">
                  <c:v>24.6</c:v>
                </c:pt>
                <c:pt idx="29372">
                  <c:v>24.6</c:v>
                </c:pt>
                <c:pt idx="29373">
                  <c:v>24.6</c:v>
                </c:pt>
                <c:pt idx="29374">
                  <c:v>24.55</c:v>
                </c:pt>
                <c:pt idx="29375">
                  <c:v>24.55</c:v>
                </c:pt>
                <c:pt idx="29376">
                  <c:v>24.5</c:v>
                </c:pt>
                <c:pt idx="29377">
                  <c:v>24.45</c:v>
                </c:pt>
                <c:pt idx="29378">
                  <c:v>24.4</c:v>
                </c:pt>
                <c:pt idx="29379">
                  <c:v>24.4</c:v>
                </c:pt>
                <c:pt idx="29380">
                  <c:v>24.35</c:v>
                </c:pt>
                <c:pt idx="29381">
                  <c:v>24.35</c:v>
                </c:pt>
                <c:pt idx="29382">
                  <c:v>24.35</c:v>
                </c:pt>
                <c:pt idx="29383">
                  <c:v>24.35</c:v>
                </c:pt>
                <c:pt idx="29384">
                  <c:v>24.35</c:v>
                </c:pt>
                <c:pt idx="29385">
                  <c:v>24.35</c:v>
                </c:pt>
                <c:pt idx="29386">
                  <c:v>24.3</c:v>
                </c:pt>
                <c:pt idx="29387">
                  <c:v>24.35</c:v>
                </c:pt>
                <c:pt idx="29388">
                  <c:v>24.35</c:v>
                </c:pt>
                <c:pt idx="29389">
                  <c:v>24.35</c:v>
                </c:pt>
                <c:pt idx="29390">
                  <c:v>24.35</c:v>
                </c:pt>
                <c:pt idx="29391">
                  <c:v>24.4</c:v>
                </c:pt>
                <c:pt idx="29392">
                  <c:v>24.4</c:v>
                </c:pt>
                <c:pt idx="29393">
                  <c:v>24.4</c:v>
                </c:pt>
                <c:pt idx="29394">
                  <c:v>24.4</c:v>
                </c:pt>
                <c:pt idx="29395">
                  <c:v>24.45</c:v>
                </c:pt>
                <c:pt idx="29396">
                  <c:v>24.45</c:v>
                </c:pt>
                <c:pt idx="29397">
                  <c:v>24.5</c:v>
                </c:pt>
                <c:pt idx="29398">
                  <c:v>24.5</c:v>
                </c:pt>
                <c:pt idx="29399">
                  <c:v>24.5</c:v>
                </c:pt>
                <c:pt idx="29400">
                  <c:v>24.55</c:v>
                </c:pt>
                <c:pt idx="29401">
                  <c:v>24.55</c:v>
                </c:pt>
                <c:pt idx="29402">
                  <c:v>24.6</c:v>
                </c:pt>
                <c:pt idx="29403">
                  <c:v>24.55</c:v>
                </c:pt>
                <c:pt idx="29404">
                  <c:v>24.6</c:v>
                </c:pt>
                <c:pt idx="29405">
                  <c:v>24.55</c:v>
                </c:pt>
                <c:pt idx="29406">
                  <c:v>24.5</c:v>
                </c:pt>
                <c:pt idx="29407">
                  <c:v>24.4</c:v>
                </c:pt>
                <c:pt idx="29408">
                  <c:v>24.4</c:v>
                </c:pt>
                <c:pt idx="29409">
                  <c:v>24.35</c:v>
                </c:pt>
                <c:pt idx="29410">
                  <c:v>24.35</c:v>
                </c:pt>
                <c:pt idx="29411">
                  <c:v>24.35</c:v>
                </c:pt>
                <c:pt idx="29412">
                  <c:v>24.35</c:v>
                </c:pt>
                <c:pt idx="29413">
                  <c:v>24.35</c:v>
                </c:pt>
                <c:pt idx="29414">
                  <c:v>24.35</c:v>
                </c:pt>
                <c:pt idx="29415">
                  <c:v>24.35</c:v>
                </c:pt>
                <c:pt idx="29416">
                  <c:v>24.3</c:v>
                </c:pt>
                <c:pt idx="29417">
                  <c:v>24.35</c:v>
                </c:pt>
                <c:pt idx="29418">
                  <c:v>24.3</c:v>
                </c:pt>
                <c:pt idx="29419">
                  <c:v>24.35</c:v>
                </c:pt>
                <c:pt idx="29420">
                  <c:v>24.35</c:v>
                </c:pt>
                <c:pt idx="29421">
                  <c:v>24.4</c:v>
                </c:pt>
                <c:pt idx="29422">
                  <c:v>24.4</c:v>
                </c:pt>
                <c:pt idx="29423">
                  <c:v>24.45</c:v>
                </c:pt>
                <c:pt idx="29424">
                  <c:v>24.45</c:v>
                </c:pt>
                <c:pt idx="29425">
                  <c:v>24.5</c:v>
                </c:pt>
                <c:pt idx="29426">
                  <c:v>24.5</c:v>
                </c:pt>
                <c:pt idx="29427">
                  <c:v>24.55</c:v>
                </c:pt>
                <c:pt idx="29428">
                  <c:v>24.55</c:v>
                </c:pt>
                <c:pt idx="29429">
                  <c:v>24.55</c:v>
                </c:pt>
                <c:pt idx="29430">
                  <c:v>24.6</c:v>
                </c:pt>
                <c:pt idx="29431">
                  <c:v>24.6</c:v>
                </c:pt>
                <c:pt idx="29432">
                  <c:v>24.6</c:v>
                </c:pt>
                <c:pt idx="29433">
                  <c:v>24.6</c:v>
                </c:pt>
                <c:pt idx="29434">
                  <c:v>24.55</c:v>
                </c:pt>
                <c:pt idx="29435">
                  <c:v>24.5</c:v>
                </c:pt>
                <c:pt idx="29436">
                  <c:v>24.45</c:v>
                </c:pt>
                <c:pt idx="29437">
                  <c:v>24.4</c:v>
                </c:pt>
                <c:pt idx="29438">
                  <c:v>24.4</c:v>
                </c:pt>
                <c:pt idx="29439">
                  <c:v>24.35</c:v>
                </c:pt>
                <c:pt idx="29440">
                  <c:v>24.35</c:v>
                </c:pt>
                <c:pt idx="29441">
                  <c:v>24.35</c:v>
                </c:pt>
                <c:pt idx="29442">
                  <c:v>24.3</c:v>
                </c:pt>
                <c:pt idx="29443">
                  <c:v>24.3</c:v>
                </c:pt>
                <c:pt idx="29444">
                  <c:v>24.3</c:v>
                </c:pt>
                <c:pt idx="29445">
                  <c:v>24.3</c:v>
                </c:pt>
                <c:pt idx="29446">
                  <c:v>24.3</c:v>
                </c:pt>
                <c:pt idx="29447">
                  <c:v>24.3</c:v>
                </c:pt>
                <c:pt idx="29448">
                  <c:v>24.35</c:v>
                </c:pt>
                <c:pt idx="29449">
                  <c:v>24.35</c:v>
                </c:pt>
                <c:pt idx="29450">
                  <c:v>24.35</c:v>
                </c:pt>
                <c:pt idx="29451">
                  <c:v>24.35</c:v>
                </c:pt>
                <c:pt idx="29452">
                  <c:v>24.4</c:v>
                </c:pt>
                <c:pt idx="29453">
                  <c:v>24.4</c:v>
                </c:pt>
                <c:pt idx="29454">
                  <c:v>24.4</c:v>
                </c:pt>
                <c:pt idx="29455">
                  <c:v>24.45</c:v>
                </c:pt>
                <c:pt idx="29456">
                  <c:v>24.45</c:v>
                </c:pt>
                <c:pt idx="29457">
                  <c:v>24.5</c:v>
                </c:pt>
                <c:pt idx="29458">
                  <c:v>24.5</c:v>
                </c:pt>
                <c:pt idx="29459">
                  <c:v>24.55</c:v>
                </c:pt>
                <c:pt idx="29460">
                  <c:v>24.55</c:v>
                </c:pt>
                <c:pt idx="29461">
                  <c:v>24.6</c:v>
                </c:pt>
                <c:pt idx="29462">
                  <c:v>24.6</c:v>
                </c:pt>
                <c:pt idx="29463">
                  <c:v>24.6</c:v>
                </c:pt>
                <c:pt idx="29464">
                  <c:v>24.55</c:v>
                </c:pt>
                <c:pt idx="29465">
                  <c:v>24.5</c:v>
                </c:pt>
                <c:pt idx="29466">
                  <c:v>24.45</c:v>
                </c:pt>
                <c:pt idx="29467">
                  <c:v>24.4</c:v>
                </c:pt>
                <c:pt idx="29468">
                  <c:v>24.4</c:v>
                </c:pt>
                <c:pt idx="29469">
                  <c:v>24.35</c:v>
                </c:pt>
                <c:pt idx="29470">
                  <c:v>24.35</c:v>
                </c:pt>
                <c:pt idx="29471">
                  <c:v>24.3</c:v>
                </c:pt>
                <c:pt idx="29472">
                  <c:v>24.3</c:v>
                </c:pt>
                <c:pt idx="29473">
                  <c:v>24.3</c:v>
                </c:pt>
                <c:pt idx="29474">
                  <c:v>24.3</c:v>
                </c:pt>
                <c:pt idx="29475">
                  <c:v>24.3</c:v>
                </c:pt>
                <c:pt idx="29476">
                  <c:v>24.3</c:v>
                </c:pt>
                <c:pt idx="29477">
                  <c:v>24.35</c:v>
                </c:pt>
                <c:pt idx="29478">
                  <c:v>24.35</c:v>
                </c:pt>
                <c:pt idx="29479">
                  <c:v>24.35</c:v>
                </c:pt>
                <c:pt idx="29480">
                  <c:v>24.35</c:v>
                </c:pt>
                <c:pt idx="29481">
                  <c:v>24.35</c:v>
                </c:pt>
                <c:pt idx="29482">
                  <c:v>24.4</c:v>
                </c:pt>
                <c:pt idx="29483">
                  <c:v>24.4</c:v>
                </c:pt>
                <c:pt idx="29484">
                  <c:v>24.45</c:v>
                </c:pt>
                <c:pt idx="29485">
                  <c:v>24.45</c:v>
                </c:pt>
                <c:pt idx="29486">
                  <c:v>24.5</c:v>
                </c:pt>
                <c:pt idx="29487">
                  <c:v>24.55</c:v>
                </c:pt>
                <c:pt idx="29488">
                  <c:v>24.55</c:v>
                </c:pt>
                <c:pt idx="29489">
                  <c:v>24.55</c:v>
                </c:pt>
                <c:pt idx="29490">
                  <c:v>24.6</c:v>
                </c:pt>
                <c:pt idx="29491">
                  <c:v>24.6</c:v>
                </c:pt>
                <c:pt idx="29492">
                  <c:v>24.6</c:v>
                </c:pt>
                <c:pt idx="29493">
                  <c:v>24.6</c:v>
                </c:pt>
                <c:pt idx="29494">
                  <c:v>24.55</c:v>
                </c:pt>
                <c:pt idx="29495">
                  <c:v>24.5</c:v>
                </c:pt>
                <c:pt idx="29496">
                  <c:v>24.45</c:v>
                </c:pt>
                <c:pt idx="29497">
                  <c:v>24.4</c:v>
                </c:pt>
                <c:pt idx="29498">
                  <c:v>24.4</c:v>
                </c:pt>
                <c:pt idx="29499">
                  <c:v>24.35</c:v>
                </c:pt>
                <c:pt idx="29500">
                  <c:v>24.35</c:v>
                </c:pt>
                <c:pt idx="29501">
                  <c:v>24.35</c:v>
                </c:pt>
                <c:pt idx="29502">
                  <c:v>24.3</c:v>
                </c:pt>
                <c:pt idx="29503">
                  <c:v>24.3</c:v>
                </c:pt>
                <c:pt idx="29504">
                  <c:v>24.3</c:v>
                </c:pt>
                <c:pt idx="29505">
                  <c:v>24.3</c:v>
                </c:pt>
                <c:pt idx="29506">
                  <c:v>24.3</c:v>
                </c:pt>
                <c:pt idx="29507">
                  <c:v>24.35</c:v>
                </c:pt>
                <c:pt idx="29508">
                  <c:v>24.35</c:v>
                </c:pt>
                <c:pt idx="29509">
                  <c:v>24.35</c:v>
                </c:pt>
                <c:pt idx="29510">
                  <c:v>24.35</c:v>
                </c:pt>
                <c:pt idx="29511">
                  <c:v>24.35</c:v>
                </c:pt>
                <c:pt idx="29512">
                  <c:v>24.4</c:v>
                </c:pt>
                <c:pt idx="29513">
                  <c:v>24.4</c:v>
                </c:pt>
                <c:pt idx="29514">
                  <c:v>24.4</c:v>
                </c:pt>
                <c:pt idx="29515">
                  <c:v>24.45</c:v>
                </c:pt>
                <c:pt idx="29516">
                  <c:v>24.45</c:v>
                </c:pt>
                <c:pt idx="29517">
                  <c:v>24.5</c:v>
                </c:pt>
                <c:pt idx="29518">
                  <c:v>24.55</c:v>
                </c:pt>
                <c:pt idx="29519">
                  <c:v>24.55</c:v>
                </c:pt>
                <c:pt idx="29520">
                  <c:v>24.6</c:v>
                </c:pt>
                <c:pt idx="29521">
                  <c:v>24.6</c:v>
                </c:pt>
                <c:pt idx="29522">
                  <c:v>24.6</c:v>
                </c:pt>
                <c:pt idx="29523">
                  <c:v>24.6</c:v>
                </c:pt>
                <c:pt idx="29524">
                  <c:v>24.55</c:v>
                </c:pt>
                <c:pt idx="29525">
                  <c:v>24.5</c:v>
                </c:pt>
                <c:pt idx="29526">
                  <c:v>24.45</c:v>
                </c:pt>
                <c:pt idx="29527">
                  <c:v>24.4</c:v>
                </c:pt>
                <c:pt idx="29528">
                  <c:v>24.4</c:v>
                </c:pt>
                <c:pt idx="29529">
                  <c:v>24.35</c:v>
                </c:pt>
                <c:pt idx="29530">
                  <c:v>24.35</c:v>
                </c:pt>
                <c:pt idx="29531">
                  <c:v>24.3</c:v>
                </c:pt>
                <c:pt idx="29532">
                  <c:v>24.3</c:v>
                </c:pt>
                <c:pt idx="29533">
                  <c:v>24.3</c:v>
                </c:pt>
                <c:pt idx="29534">
                  <c:v>24.3</c:v>
                </c:pt>
                <c:pt idx="29535">
                  <c:v>24.3</c:v>
                </c:pt>
                <c:pt idx="29536">
                  <c:v>24.3</c:v>
                </c:pt>
                <c:pt idx="29537">
                  <c:v>24.35</c:v>
                </c:pt>
                <c:pt idx="29538">
                  <c:v>24.35</c:v>
                </c:pt>
                <c:pt idx="29539">
                  <c:v>24.35</c:v>
                </c:pt>
                <c:pt idx="29540">
                  <c:v>24.35</c:v>
                </c:pt>
                <c:pt idx="29541">
                  <c:v>24.4</c:v>
                </c:pt>
                <c:pt idx="29542">
                  <c:v>24.4</c:v>
                </c:pt>
                <c:pt idx="29543">
                  <c:v>24.45</c:v>
                </c:pt>
                <c:pt idx="29544">
                  <c:v>24.45</c:v>
                </c:pt>
                <c:pt idx="29545">
                  <c:v>24.45</c:v>
                </c:pt>
                <c:pt idx="29546">
                  <c:v>24.5</c:v>
                </c:pt>
                <c:pt idx="29547">
                  <c:v>24.5</c:v>
                </c:pt>
                <c:pt idx="29548">
                  <c:v>24.55</c:v>
                </c:pt>
                <c:pt idx="29549">
                  <c:v>24.55</c:v>
                </c:pt>
                <c:pt idx="29550">
                  <c:v>24.6</c:v>
                </c:pt>
                <c:pt idx="29551">
                  <c:v>24.6</c:v>
                </c:pt>
                <c:pt idx="29552">
                  <c:v>24.55</c:v>
                </c:pt>
                <c:pt idx="29553">
                  <c:v>24.55</c:v>
                </c:pt>
                <c:pt idx="29554">
                  <c:v>24.5</c:v>
                </c:pt>
                <c:pt idx="29555">
                  <c:v>24.45</c:v>
                </c:pt>
                <c:pt idx="29556">
                  <c:v>24.45</c:v>
                </c:pt>
                <c:pt idx="29557">
                  <c:v>24.4</c:v>
                </c:pt>
                <c:pt idx="29558">
                  <c:v>24.35</c:v>
                </c:pt>
                <c:pt idx="29559">
                  <c:v>24.35</c:v>
                </c:pt>
                <c:pt idx="29560">
                  <c:v>24.35</c:v>
                </c:pt>
                <c:pt idx="29561">
                  <c:v>24.3</c:v>
                </c:pt>
                <c:pt idx="29562">
                  <c:v>24.3</c:v>
                </c:pt>
                <c:pt idx="29563">
                  <c:v>24.3</c:v>
                </c:pt>
                <c:pt idx="29564">
                  <c:v>24.3</c:v>
                </c:pt>
                <c:pt idx="29565">
                  <c:v>24.35</c:v>
                </c:pt>
                <c:pt idx="29566">
                  <c:v>24.3</c:v>
                </c:pt>
                <c:pt idx="29567">
                  <c:v>24.35</c:v>
                </c:pt>
                <c:pt idx="29568">
                  <c:v>24.35</c:v>
                </c:pt>
                <c:pt idx="29569">
                  <c:v>24.35</c:v>
                </c:pt>
                <c:pt idx="29570">
                  <c:v>24.4</c:v>
                </c:pt>
                <c:pt idx="29571">
                  <c:v>24.4</c:v>
                </c:pt>
                <c:pt idx="29572">
                  <c:v>24.45</c:v>
                </c:pt>
                <c:pt idx="29573">
                  <c:v>24.45</c:v>
                </c:pt>
                <c:pt idx="29574">
                  <c:v>24.45</c:v>
                </c:pt>
                <c:pt idx="29575">
                  <c:v>24.5</c:v>
                </c:pt>
                <c:pt idx="29576">
                  <c:v>24.5</c:v>
                </c:pt>
                <c:pt idx="29577">
                  <c:v>24.55</c:v>
                </c:pt>
                <c:pt idx="29578">
                  <c:v>24.55</c:v>
                </c:pt>
                <c:pt idx="29579">
                  <c:v>24.6</c:v>
                </c:pt>
                <c:pt idx="29580">
                  <c:v>24.6</c:v>
                </c:pt>
                <c:pt idx="29581">
                  <c:v>24.6</c:v>
                </c:pt>
                <c:pt idx="29582">
                  <c:v>24.6</c:v>
                </c:pt>
                <c:pt idx="29583">
                  <c:v>24.6</c:v>
                </c:pt>
                <c:pt idx="29584">
                  <c:v>24.55</c:v>
                </c:pt>
                <c:pt idx="29585">
                  <c:v>24.5</c:v>
                </c:pt>
                <c:pt idx="29586">
                  <c:v>24.45</c:v>
                </c:pt>
                <c:pt idx="29587">
                  <c:v>24.4</c:v>
                </c:pt>
                <c:pt idx="29588">
                  <c:v>24.35</c:v>
                </c:pt>
                <c:pt idx="29589">
                  <c:v>24.35</c:v>
                </c:pt>
                <c:pt idx="29590">
                  <c:v>24.3</c:v>
                </c:pt>
                <c:pt idx="29591">
                  <c:v>24.3</c:v>
                </c:pt>
                <c:pt idx="29592">
                  <c:v>24.3</c:v>
                </c:pt>
                <c:pt idx="29593">
                  <c:v>24.3</c:v>
                </c:pt>
                <c:pt idx="29594">
                  <c:v>24.3</c:v>
                </c:pt>
                <c:pt idx="29595">
                  <c:v>24.3</c:v>
                </c:pt>
                <c:pt idx="29596">
                  <c:v>24.3</c:v>
                </c:pt>
                <c:pt idx="29597">
                  <c:v>24.3</c:v>
                </c:pt>
                <c:pt idx="29598">
                  <c:v>24.3</c:v>
                </c:pt>
                <c:pt idx="29599">
                  <c:v>24.35</c:v>
                </c:pt>
                <c:pt idx="29600">
                  <c:v>24.35</c:v>
                </c:pt>
                <c:pt idx="29601">
                  <c:v>24.4</c:v>
                </c:pt>
                <c:pt idx="29602">
                  <c:v>24.4</c:v>
                </c:pt>
                <c:pt idx="29603">
                  <c:v>24.4</c:v>
                </c:pt>
                <c:pt idx="29604">
                  <c:v>24.45</c:v>
                </c:pt>
                <c:pt idx="29605">
                  <c:v>24.45</c:v>
                </c:pt>
                <c:pt idx="29606">
                  <c:v>24.5</c:v>
                </c:pt>
                <c:pt idx="29607">
                  <c:v>24.5</c:v>
                </c:pt>
                <c:pt idx="29608">
                  <c:v>24.5</c:v>
                </c:pt>
                <c:pt idx="29609">
                  <c:v>24.55</c:v>
                </c:pt>
                <c:pt idx="29610">
                  <c:v>24.55</c:v>
                </c:pt>
                <c:pt idx="29611">
                  <c:v>24.55</c:v>
                </c:pt>
                <c:pt idx="29612">
                  <c:v>24.55</c:v>
                </c:pt>
                <c:pt idx="29613">
                  <c:v>24.55</c:v>
                </c:pt>
                <c:pt idx="29614">
                  <c:v>24.5</c:v>
                </c:pt>
                <c:pt idx="29615">
                  <c:v>24.45</c:v>
                </c:pt>
                <c:pt idx="29616">
                  <c:v>24.45</c:v>
                </c:pt>
                <c:pt idx="29617">
                  <c:v>24.4</c:v>
                </c:pt>
                <c:pt idx="29618">
                  <c:v>24.35</c:v>
                </c:pt>
                <c:pt idx="29619">
                  <c:v>24.35</c:v>
                </c:pt>
                <c:pt idx="29620">
                  <c:v>24.35</c:v>
                </c:pt>
                <c:pt idx="29621">
                  <c:v>24.3</c:v>
                </c:pt>
                <c:pt idx="29622">
                  <c:v>24.3</c:v>
                </c:pt>
                <c:pt idx="29623">
                  <c:v>24.3</c:v>
                </c:pt>
                <c:pt idx="29624">
                  <c:v>24.3</c:v>
                </c:pt>
                <c:pt idx="29625">
                  <c:v>24.3</c:v>
                </c:pt>
                <c:pt idx="29626">
                  <c:v>24.3</c:v>
                </c:pt>
                <c:pt idx="29627">
                  <c:v>24.35</c:v>
                </c:pt>
                <c:pt idx="29628">
                  <c:v>24.35</c:v>
                </c:pt>
                <c:pt idx="29629">
                  <c:v>24.35</c:v>
                </c:pt>
                <c:pt idx="29630">
                  <c:v>24.35</c:v>
                </c:pt>
                <c:pt idx="29631">
                  <c:v>24.4</c:v>
                </c:pt>
                <c:pt idx="29632">
                  <c:v>24.4</c:v>
                </c:pt>
                <c:pt idx="29633">
                  <c:v>24.45</c:v>
                </c:pt>
                <c:pt idx="29634">
                  <c:v>24.45</c:v>
                </c:pt>
                <c:pt idx="29635">
                  <c:v>24.5</c:v>
                </c:pt>
                <c:pt idx="29636">
                  <c:v>24.5</c:v>
                </c:pt>
                <c:pt idx="29637">
                  <c:v>24.5</c:v>
                </c:pt>
                <c:pt idx="29638">
                  <c:v>24.55</c:v>
                </c:pt>
                <c:pt idx="29639">
                  <c:v>24.55</c:v>
                </c:pt>
                <c:pt idx="29640">
                  <c:v>24.6</c:v>
                </c:pt>
                <c:pt idx="29641">
                  <c:v>24.6</c:v>
                </c:pt>
                <c:pt idx="29642">
                  <c:v>24.6</c:v>
                </c:pt>
                <c:pt idx="29643">
                  <c:v>24.6</c:v>
                </c:pt>
                <c:pt idx="29644">
                  <c:v>24.55</c:v>
                </c:pt>
                <c:pt idx="29645">
                  <c:v>24.5</c:v>
                </c:pt>
                <c:pt idx="29646">
                  <c:v>24.45</c:v>
                </c:pt>
                <c:pt idx="29647">
                  <c:v>24.4</c:v>
                </c:pt>
                <c:pt idx="29648">
                  <c:v>24.35</c:v>
                </c:pt>
                <c:pt idx="29649">
                  <c:v>24.35</c:v>
                </c:pt>
                <c:pt idx="29650">
                  <c:v>24.35</c:v>
                </c:pt>
                <c:pt idx="29651">
                  <c:v>24.3</c:v>
                </c:pt>
                <c:pt idx="29652">
                  <c:v>24.3</c:v>
                </c:pt>
                <c:pt idx="29653">
                  <c:v>24.3</c:v>
                </c:pt>
                <c:pt idx="29654">
                  <c:v>24.3</c:v>
                </c:pt>
                <c:pt idx="29655">
                  <c:v>24.3</c:v>
                </c:pt>
                <c:pt idx="29656">
                  <c:v>24.35</c:v>
                </c:pt>
                <c:pt idx="29657">
                  <c:v>24.35</c:v>
                </c:pt>
                <c:pt idx="29658">
                  <c:v>24.35</c:v>
                </c:pt>
                <c:pt idx="29659">
                  <c:v>24.35</c:v>
                </c:pt>
                <c:pt idx="29660">
                  <c:v>24.4</c:v>
                </c:pt>
                <c:pt idx="29661">
                  <c:v>24.4</c:v>
                </c:pt>
                <c:pt idx="29662">
                  <c:v>24.45</c:v>
                </c:pt>
                <c:pt idx="29663">
                  <c:v>24.45</c:v>
                </c:pt>
                <c:pt idx="29664">
                  <c:v>24.5</c:v>
                </c:pt>
                <c:pt idx="29665">
                  <c:v>24.5</c:v>
                </c:pt>
                <c:pt idx="29666">
                  <c:v>24.5</c:v>
                </c:pt>
                <c:pt idx="29667">
                  <c:v>24.55</c:v>
                </c:pt>
                <c:pt idx="29668">
                  <c:v>24.55</c:v>
                </c:pt>
                <c:pt idx="29669">
                  <c:v>24.55</c:v>
                </c:pt>
                <c:pt idx="29670">
                  <c:v>24.6</c:v>
                </c:pt>
                <c:pt idx="29671">
                  <c:v>24.6</c:v>
                </c:pt>
                <c:pt idx="29672">
                  <c:v>24.6</c:v>
                </c:pt>
                <c:pt idx="29673">
                  <c:v>24.55</c:v>
                </c:pt>
                <c:pt idx="29674">
                  <c:v>24.5</c:v>
                </c:pt>
                <c:pt idx="29675">
                  <c:v>24.5</c:v>
                </c:pt>
                <c:pt idx="29676">
                  <c:v>24.45</c:v>
                </c:pt>
                <c:pt idx="29677">
                  <c:v>24.4</c:v>
                </c:pt>
                <c:pt idx="29678">
                  <c:v>24.35</c:v>
                </c:pt>
                <c:pt idx="29679">
                  <c:v>24.35</c:v>
                </c:pt>
                <c:pt idx="29680">
                  <c:v>24.3</c:v>
                </c:pt>
                <c:pt idx="29681">
                  <c:v>24.3</c:v>
                </c:pt>
                <c:pt idx="29682">
                  <c:v>24.3</c:v>
                </c:pt>
                <c:pt idx="29683">
                  <c:v>24.3</c:v>
                </c:pt>
                <c:pt idx="29684">
                  <c:v>24.3</c:v>
                </c:pt>
                <c:pt idx="29685">
                  <c:v>24.3</c:v>
                </c:pt>
                <c:pt idx="29686">
                  <c:v>24.35</c:v>
                </c:pt>
                <c:pt idx="29687">
                  <c:v>24.35</c:v>
                </c:pt>
                <c:pt idx="29688">
                  <c:v>24.35</c:v>
                </c:pt>
                <c:pt idx="29689">
                  <c:v>24.35</c:v>
                </c:pt>
                <c:pt idx="29690">
                  <c:v>24.4</c:v>
                </c:pt>
                <c:pt idx="29691">
                  <c:v>24.4</c:v>
                </c:pt>
                <c:pt idx="29692">
                  <c:v>24.45</c:v>
                </c:pt>
                <c:pt idx="29693">
                  <c:v>24.45</c:v>
                </c:pt>
                <c:pt idx="29694">
                  <c:v>24.5</c:v>
                </c:pt>
                <c:pt idx="29695">
                  <c:v>24.5</c:v>
                </c:pt>
                <c:pt idx="29696">
                  <c:v>24.5</c:v>
                </c:pt>
                <c:pt idx="29697">
                  <c:v>24.55</c:v>
                </c:pt>
                <c:pt idx="29698">
                  <c:v>24.55</c:v>
                </c:pt>
                <c:pt idx="29699">
                  <c:v>24.55</c:v>
                </c:pt>
                <c:pt idx="29700">
                  <c:v>24.6</c:v>
                </c:pt>
                <c:pt idx="29701">
                  <c:v>24.6</c:v>
                </c:pt>
                <c:pt idx="29702">
                  <c:v>24.6</c:v>
                </c:pt>
                <c:pt idx="29703">
                  <c:v>24.6</c:v>
                </c:pt>
                <c:pt idx="29704">
                  <c:v>24.55</c:v>
                </c:pt>
                <c:pt idx="29705">
                  <c:v>24.5</c:v>
                </c:pt>
                <c:pt idx="29706">
                  <c:v>24.45</c:v>
                </c:pt>
                <c:pt idx="29707">
                  <c:v>24.4</c:v>
                </c:pt>
                <c:pt idx="29708">
                  <c:v>24.35</c:v>
                </c:pt>
                <c:pt idx="29709">
                  <c:v>24.35</c:v>
                </c:pt>
                <c:pt idx="29710">
                  <c:v>24.35</c:v>
                </c:pt>
                <c:pt idx="29711">
                  <c:v>24.3</c:v>
                </c:pt>
                <c:pt idx="29712">
                  <c:v>24.3</c:v>
                </c:pt>
                <c:pt idx="29713">
                  <c:v>24.3</c:v>
                </c:pt>
                <c:pt idx="29714">
                  <c:v>24.3</c:v>
                </c:pt>
                <c:pt idx="29715">
                  <c:v>24.3</c:v>
                </c:pt>
                <c:pt idx="29716">
                  <c:v>24.3</c:v>
                </c:pt>
                <c:pt idx="29717">
                  <c:v>24.3</c:v>
                </c:pt>
                <c:pt idx="29718">
                  <c:v>24.35</c:v>
                </c:pt>
                <c:pt idx="29719">
                  <c:v>24.35</c:v>
                </c:pt>
                <c:pt idx="29720">
                  <c:v>24.35</c:v>
                </c:pt>
                <c:pt idx="29721">
                  <c:v>24.4</c:v>
                </c:pt>
                <c:pt idx="29722">
                  <c:v>24.4</c:v>
                </c:pt>
                <c:pt idx="29723">
                  <c:v>24.45</c:v>
                </c:pt>
                <c:pt idx="29724">
                  <c:v>24.45</c:v>
                </c:pt>
                <c:pt idx="29725">
                  <c:v>24.5</c:v>
                </c:pt>
                <c:pt idx="29726">
                  <c:v>24.5</c:v>
                </c:pt>
                <c:pt idx="29727">
                  <c:v>24.55</c:v>
                </c:pt>
                <c:pt idx="29728">
                  <c:v>24.55</c:v>
                </c:pt>
                <c:pt idx="29729">
                  <c:v>24.6</c:v>
                </c:pt>
                <c:pt idx="29730">
                  <c:v>24.6</c:v>
                </c:pt>
                <c:pt idx="29731">
                  <c:v>24.6</c:v>
                </c:pt>
                <c:pt idx="29732">
                  <c:v>24.6</c:v>
                </c:pt>
                <c:pt idx="29733">
                  <c:v>24.55</c:v>
                </c:pt>
                <c:pt idx="29734">
                  <c:v>24.55</c:v>
                </c:pt>
                <c:pt idx="29735">
                  <c:v>24.5</c:v>
                </c:pt>
                <c:pt idx="29736">
                  <c:v>24.45</c:v>
                </c:pt>
                <c:pt idx="29737">
                  <c:v>24.4</c:v>
                </c:pt>
                <c:pt idx="29738">
                  <c:v>24.35</c:v>
                </c:pt>
                <c:pt idx="29739">
                  <c:v>24.35</c:v>
                </c:pt>
                <c:pt idx="29740">
                  <c:v>24.3</c:v>
                </c:pt>
                <c:pt idx="29741">
                  <c:v>24.3</c:v>
                </c:pt>
                <c:pt idx="29742">
                  <c:v>24.3</c:v>
                </c:pt>
                <c:pt idx="29743">
                  <c:v>24.3</c:v>
                </c:pt>
                <c:pt idx="29744">
                  <c:v>24.3</c:v>
                </c:pt>
                <c:pt idx="29745">
                  <c:v>24.3</c:v>
                </c:pt>
                <c:pt idx="29746">
                  <c:v>24.3</c:v>
                </c:pt>
                <c:pt idx="29747">
                  <c:v>24.35</c:v>
                </c:pt>
                <c:pt idx="29748">
                  <c:v>24.35</c:v>
                </c:pt>
                <c:pt idx="29749">
                  <c:v>24.35</c:v>
                </c:pt>
                <c:pt idx="29750">
                  <c:v>24.4</c:v>
                </c:pt>
                <c:pt idx="29751">
                  <c:v>24.4</c:v>
                </c:pt>
                <c:pt idx="29752">
                  <c:v>24.4</c:v>
                </c:pt>
                <c:pt idx="29753">
                  <c:v>24.45</c:v>
                </c:pt>
                <c:pt idx="29754">
                  <c:v>24.45</c:v>
                </c:pt>
                <c:pt idx="29755">
                  <c:v>24.5</c:v>
                </c:pt>
                <c:pt idx="29756">
                  <c:v>24.5</c:v>
                </c:pt>
                <c:pt idx="29757">
                  <c:v>24.55</c:v>
                </c:pt>
                <c:pt idx="29758">
                  <c:v>24.55</c:v>
                </c:pt>
                <c:pt idx="29759">
                  <c:v>24.6</c:v>
                </c:pt>
                <c:pt idx="29760">
                  <c:v>24.6</c:v>
                </c:pt>
                <c:pt idx="29761">
                  <c:v>24.6</c:v>
                </c:pt>
                <c:pt idx="29762">
                  <c:v>24.6</c:v>
                </c:pt>
                <c:pt idx="29763">
                  <c:v>24.6</c:v>
                </c:pt>
                <c:pt idx="29764">
                  <c:v>24.55</c:v>
                </c:pt>
                <c:pt idx="29765">
                  <c:v>24.5</c:v>
                </c:pt>
                <c:pt idx="29766">
                  <c:v>24.45</c:v>
                </c:pt>
                <c:pt idx="29767">
                  <c:v>24.45</c:v>
                </c:pt>
                <c:pt idx="29768">
                  <c:v>24.4</c:v>
                </c:pt>
                <c:pt idx="29769">
                  <c:v>24.4</c:v>
                </c:pt>
                <c:pt idx="29770">
                  <c:v>24.35</c:v>
                </c:pt>
                <c:pt idx="29771">
                  <c:v>24.35</c:v>
                </c:pt>
                <c:pt idx="29772">
                  <c:v>24.35</c:v>
                </c:pt>
                <c:pt idx="29773">
                  <c:v>24.3</c:v>
                </c:pt>
                <c:pt idx="29774">
                  <c:v>24.3</c:v>
                </c:pt>
                <c:pt idx="29775">
                  <c:v>24.35</c:v>
                </c:pt>
                <c:pt idx="29776">
                  <c:v>24.35</c:v>
                </c:pt>
                <c:pt idx="29777">
                  <c:v>24.35</c:v>
                </c:pt>
                <c:pt idx="29778">
                  <c:v>24.35</c:v>
                </c:pt>
                <c:pt idx="29779">
                  <c:v>24.35</c:v>
                </c:pt>
                <c:pt idx="29780">
                  <c:v>24.4</c:v>
                </c:pt>
                <c:pt idx="29781">
                  <c:v>24.4</c:v>
                </c:pt>
                <c:pt idx="29782">
                  <c:v>24.4</c:v>
                </c:pt>
                <c:pt idx="29783">
                  <c:v>24.45</c:v>
                </c:pt>
                <c:pt idx="29784">
                  <c:v>24.45</c:v>
                </c:pt>
                <c:pt idx="29785">
                  <c:v>24.45</c:v>
                </c:pt>
                <c:pt idx="29786">
                  <c:v>24.5</c:v>
                </c:pt>
                <c:pt idx="29787">
                  <c:v>24.5</c:v>
                </c:pt>
                <c:pt idx="29788">
                  <c:v>24.55</c:v>
                </c:pt>
                <c:pt idx="29789">
                  <c:v>24.55</c:v>
                </c:pt>
                <c:pt idx="29790">
                  <c:v>24.6</c:v>
                </c:pt>
                <c:pt idx="29791">
                  <c:v>24.6</c:v>
                </c:pt>
                <c:pt idx="29792">
                  <c:v>24.6</c:v>
                </c:pt>
                <c:pt idx="29793">
                  <c:v>24.6</c:v>
                </c:pt>
                <c:pt idx="29794">
                  <c:v>24.55</c:v>
                </c:pt>
                <c:pt idx="29795">
                  <c:v>24.5</c:v>
                </c:pt>
                <c:pt idx="29796">
                  <c:v>24.5</c:v>
                </c:pt>
                <c:pt idx="29797">
                  <c:v>24.45</c:v>
                </c:pt>
                <c:pt idx="29798">
                  <c:v>24.4</c:v>
                </c:pt>
                <c:pt idx="29799">
                  <c:v>24.4</c:v>
                </c:pt>
                <c:pt idx="29800">
                  <c:v>24.4</c:v>
                </c:pt>
                <c:pt idx="29801">
                  <c:v>24.35</c:v>
                </c:pt>
                <c:pt idx="29802">
                  <c:v>24.35</c:v>
                </c:pt>
                <c:pt idx="29803">
                  <c:v>24.35</c:v>
                </c:pt>
                <c:pt idx="29804">
                  <c:v>24.35</c:v>
                </c:pt>
                <c:pt idx="29805">
                  <c:v>24.35</c:v>
                </c:pt>
                <c:pt idx="29806">
                  <c:v>24.35</c:v>
                </c:pt>
                <c:pt idx="29807">
                  <c:v>24.35</c:v>
                </c:pt>
                <c:pt idx="29808">
                  <c:v>24.4</c:v>
                </c:pt>
                <c:pt idx="29809">
                  <c:v>24.4</c:v>
                </c:pt>
                <c:pt idx="29810">
                  <c:v>24.4</c:v>
                </c:pt>
                <c:pt idx="29811">
                  <c:v>24.4</c:v>
                </c:pt>
                <c:pt idx="29812">
                  <c:v>24.45</c:v>
                </c:pt>
                <c:pt idx="29813">
                  <c:v>24.45</c:v>
                </c:pt>
                <c:pt idx="29814">
                  <c:v>24.5</c:v>
                </c:pt>
                <c:pt idx="29815">
                  <c:v>24.5</c:v>
                </c:pt>
                <c:pt idx="29816">
                  <c:v>24.55</c:v>
                </c:pt>
                <c:pt idx="29817">
                  <c:v>24.55</c:v>
                </c:pt>
                <c:pt idx="29818">
                  <c:v>24.55</c:v>
                </c:pt>
                <c:pt idx="29819">
                  <c:v>24.6</c:v>
                </c:pt>
                <c:pt idx="29820">
                  <c:v>24.6</c:v>
                </c:pt>
                <c:pt idx="29821">
                  <c:v>24.6</c:v>
                </c:pt>
                <c:pt idx="29822">
                  <c:v>24.65</c:v>
                </c:pt>
                <c:pt idx="29823">
                  <c:v>24.6</c:v>
                </c:pt>
                <c:pt idx="29824">
                  <c:v>24.6</c:v>
                </c:pt>
                <c:pt idx="29825">
                  <c:v>24.55</c:v>
                </c:pt>
                <c:pt idx="29826">
                  <c:v>24.5</c:v>
                </c:pt>
                <c:pt idx="29827">
                  <c:v>24.45</c:v>
                </c:pt>
                <c:pt idx="29828">
                  <c:v>24.4</c:v>
                </c:pt>
                <c:pt idx="29829">
                  <c:v>24.4</c:v>
                </c:pt>
                <c:pt idx="29830">
                  <c:v>24.4</c:v>
                </c:pt>
                <c:pt idx="29831">
                  <c:v>24.35</c:v>
                </c:pt>
                <c:pt idx="29832">
                  <c:v>24.35</c:v>
                </c:pt>
                <c:pt idx="29833">
                  <c:v>24.35</c:v>
                </c:pt>
                <c:pt idx="29834">
                  <c:v>24.35</c:v>
                </c:pt>
                <c:pt idx="29835">
                  <c:v>24.35</c:v>
                </c:pt>
                <c:pt idx="29836">
                  <c:v>24.4</c:v>
                </c:pt>
                <c:pt idx="29837">
                  <c:v>24.4</c:v>
                </c:pt>
                <c:pt idx="29838">
                  <c:v>24.4</c:v>
                </c:pt>
                <c:pt idx="29839">
                  <c:v>24.4</c:v>
                </c:pt>
                <c:pt idx="29840">
                  <c:v>24.45</c:v>
                </c:pt>
                <c:pt idx="29841">
                  <c:v>24.45</c:v>
                </c:pt>
                <c:pt idx="29842">
                  <c:v>24.5</c:v>
                </c:pt>
                <c:pt idx="29843">
                  <c:v>24.5</c:v>
                </c:pt>
                <c:pt idx="29844">
                  <c:v>24.5</c:v>
                </c:pt>
                <c:pt idx="29845">
                  <c:v>24.5</c:v>
                </c:pt>
                <c:pt idx="29846">
                  <c:v>24.55</c:v>
                </c:pt>
                <c:pt idx="29847">
                  <c:v>24.55</c:v>
                </c:pt>
                <c:pt idx="29848">
                  <c:v>24.6</c:v>
                </c:pt>
                <c:pt idx="29849">
                  <c:v>24.6</c:v>
                </c:pt>
                <c:pt idx="29850">
                  <c:v>24.6</c:v>
                </c:pt>
                <c:pt idx="29851">
                  <c:v>24.65</c:v>
                </c:pt>
                <c:pt idx="29852">
                  <c:v>24.6</c:v>
                </c:pt>
                <c:pt idx="29853">
                  <c:v>24.6</c:v>
                </c:pt>
                <c:pt idx="29854">
                  <c:v>24.6</c:v>
                </c:pt>
                <c:pt idx="29855">
                  <c:v>24.55</c:v>
                </c:pt>
                <c:pt idx="29856">
                  <c:v>24.5</c:v>
                </c:pt>
                <c:pt idx="29857">
                  <c:v>24.45</c:v>
                </c:pt>
                <c:pt idx="29858">
                  <c:v>24.4</c:v>
                </c:pt>
                <c:pt idx="29859">
                  <c:v>24.4</c:v>
                </c:pt>
                <c:pt idx="29860">
                  <c:v>24.35</c:v>
                </c:pt>
                <c:pt idx="29861">
                  <c:v>24.35</c:v>
                </c:pt>
                <c:pt idx="29862">
                  <c:v>24.35</c:v>
                </c:pt>
                <c:pt idx="29863">
                  <c:v>24.35</c:v>
                </c:pt>
                <c:pt idx="29864">
                  <c:v>24.35</c:v>
                </c:pt>
                <c:pt idx="29865">
                  <c:v>24.35</c:v>
                </c:pt>
                <c:pt idx="29866">
                  <c:v>24.35</c:v>
                </c:pt>
                <c:pt idx="29867">
                  <c:v>24.4</c:v>
                </c:pt>
                <c:pt idx="29868">
                  <c:v>24.4</c:v>
                </c:pt>
                <c:pt idx="29869">
                  <c:v>24.4</c:v>
                </c:pt>
                <c:pt idx="29870">
                  <c:v>24.4</c:v>
                </c:pt>
                <c:pt idx="29871">
                  <c:v>24.45</c:v>
                </c:pt>
                <c:pt idx="29872">
                  <c:v>24.45</c:v>
                </c:pt>
                <c:pt idx="29873">
                  <c:v>24.45</c:v>
                </c:pt>
                <c:pt idx="29874">
                  <c:v>24.5</c:v>
                </c:pt>
                <c:pt idx="29875">
                  <c:v>24.5</c:v>
                </c:pt>
                <c:pt idx="29876">
                  <c:v>24.55</c:v>
                </c:pt>
                <c:pt idx="29877">
                  <c:v>24.55</c:v>
                </c:pt>
                <c:pt idx="29878">
                  <c:v>24.6</c:v>
                </c:pt>
                <c:pt idx="29879">
                  <c:v>24.6</c:v>
                </c:pt>
                <c:pt idx="29880">
                  <c:v>24.6</c:v>
                </c:pt>
                <c:pt idx="29881">
                  <c:v>24.65</c:v>
                </c:pt>
                <c:pt idx="29882">
                  <c:v>24.65</c:v>
                </c:pt>
                <c:pt idx="29883">
                  <c:v>24.6</c:v>
                </c:pt>
                <c:pt idx="29884">
                  <c:v>24.55</c:v>
                </c:pt>
                <c:pt idx="29885">
                  <c:v>24.5</c:v>
                </c:pt>
                <c:pt idx="29886">
                  <c:v>24.45</c:v>
                </c:pt>
                <c:pt idx="29887">
                  <c:v>24.4</c:v>
                </c:pt>
                <c:pt idx="29888">
                  <c:v>24.4</c:v>
                </c:pt>
                <c:pt idx="29889">
                  <c:v>24.35</c:v>
                </c:pt>
                <c:pt idx="29890">
                  <c:v>24.35</c:v>
                </c:pt>
                <c:pt idx="29891">
                  <c:v>24.35</c:v>
                </c:pt>
                <c:pt idx="29892">
                  <c:v>24.35</c:v>
                </c:pt>
                <c:pt idx="29893">
                  <c:v>24.35</c:v>
                </c:pt>
                <c:pt idx="29894">
                  <c:v>24.3</c:v>
                </c:pt>
                <c:pt idx="29895">
                  <c:v>24.35</c:v>
                </c:pt>
                <c:pt idx="29896">
                  <c:v>24.35</c:v>
                </c:pt>
                <c:pt idx="29897">
                  <c:v>24.35</c:v>
                </c:pt>
                <c:pt idx="29898">
                  <c:v>24.35</c:v>
                </c:pt>
                <c:pt idx="29899">
                  <c:v>24.4</c:v>
                </c:pt>
                <c:pt idx="29900">
                  <c:v>24.4</c:v>
                </c:pt>
                <c:pt idx="29901">
                  <c:v>24.4</c:v>
                </c:pt>
                <c:pt idx="29902">
                  <c:v>24.45</c:v>
                </c:pt>
                <c:pt idx="29903">
                  <c:v>24.5</c:v>
                </c:pt>
                <c:pt idx="29904">
                  <c:v>24.5</c:v>
                </c:pt>
                <c:pt idx="29905">
                  <c:v>24.5</c:v>
                </c:pt>
                <c:pt idx="29906">
                  <c:v>24.55</c:v>
                </c:pt>
                <c:pt idx="29907">
                  <c:v>24.6</c:v>
                </c:pt>
                <c:pt idx="29908">
                  <c:v>24.55</c:v>
                </c:pt>
                <c:pt idx="29909">
                  <c:v>24.6</c:v>
                </c:pt>
                <c:pt idx="29910">
                  <c:v>24.6</c:v>
                </c:pt>
                <c:pt idx="29911">
                  <c:v>24.65</c:v>
                </c:pt>
                <c:pt idx="29912">
                  <c:v>24.6</c:v>
                </c:pt>
                <c:pt idx="29913">
                  <c:v>24.6</c:v>
                </c:pt>
                <c:pt idx="29914">
                  <c:v>24.6</c:v>
                </c:pt>
                <c:pt idx="29915">
                  <c:v>24.5</c:v>
                </c:pt>
                <c:pt idx="29916">
                  <c:v>24.5</c:v>
                </c:pt>
                <c:pt idx="29917">
                  <c:v>24.45</c:v>
                </c:pt>
                <c:pt idx="29918">
                  <c:v>24.4</c:v>
                </c:pt>
                <c:pt idx="29919">
                  <c:v>24.4</c:v>
                </c:pt>
                <c:pt idx="29920">
                  <c:v>24.35</c:v>
                </c:pt>
                <c:pt idx="29921">
                  <c:v>24.35</c:v>
                </c:pt>
                <c:pt idx="29922">
                  <c:v>24.35</c:v>
                </c:pt>
                <c:pt idx="29923">
                  <c:v>24.35</c:v>
                </c:pt>
                <c:pt idx="29924">
                  <c:v>24.3</c:v>
                </c:pt>
                <c:pt idx="29925">
                  <c:v>24.35</c:v>
                </c:pt>
                <c:pt idx="29926">
                  <c:v>24.35</c:v>
                </c:pt>
                <c:pt idx="29927">
                  <c:v>24.35</c:v>
                </c:pt>
                <c:pt idx="29928">
                  <c:v>24.35</c:v>
                </c:pt>
                <c:pt idx="29929">
                  <c:v>24.4</c:v>
                </c:pt>
                <c:pt idx="29930">
                  <c:v>24.4</c:v>
                </c:pt>
                <c:pt idx="29931">
                  <c:v>24.4</c:v>
                </c:pt>
                <c:pt idx="29932">
                  <c:v>24.45</c:v>
                </c:pt>
                <c:pt idx="29933">
                  <c:v>24.5</c:v>
                </c:pt>
                <c:pt idx="29934">
                  <c:v>24.5</c:v>
                </c:pt>
                <c:pt idx="29935">
                  <c:v>24.5</c:v>
                </c:pt>
                <c:pt idx="29936">
                  <c:v>24.55</c:v>
                </c:pt>
                <c:pt idx="29937">
                  <c:v>24.55</c:v>
                </c:pt>
                <c:pt idx="29938">
                  <c:v>24.6</c:v>
                </c:pt>
                <c:pt idx="29939">
                  <c:v>24.6</c:v>
                </c:pt>
                <c:pt idx="29940">
                  <c:v>24.65</c:v>
                </c:pt>
                <c:pt idx="29941">
                  <c:v>24.65</c:v>
                </c:pt>
                <c:pt idx="29942">
                  <c:v>24.65</c:v>
                </c:pt>
                <c:pt idx="29943">
                  <c:v>24.6</c:v>
                </c:pt>
                <c:pt idx="29944">
                  <c:v>24.55</c:v>
                </c:pt>
                <c:pt idx="29945">
                  <c:v>24.5</c:v>
                </c:pt>
                <c:pt idx="29946">
                  <c:v>24.5</c:v>
                </c:pt>
                <c:pt idx="29947">
                  <c:v>24.45</c:v>
                </c:pt>
                <c:pt idx="29948">
                  <c:v>24.4</c:v>
                </c:pt>
                <c:pt idx="29949">
                  <c:v>24.35</c:v>
                </c:pt>
                <c:pt idx="29950">
                  <c:v>24.35</c:v>
                </c:pt>
                <c:pt idx="29951">
                  <c:v>24.35</c:v>
                </c:pt>
                <c:pt idx="29952">
                  <c:v>24.3</c:v>
                </c:pt>
                <c:pt idx="29953">
                  <c:v>24.35</c:v>
                </c:pt>
                <c:pt idx="29954">
                  <c:v>24.35</c:v>
                </c:pt>
                <c:pt idx="29955">
                  <c:v>24.35</c:v>
                </c:pt>
                <c:pt idx="29956">
                  <c:v>24.35</c:v>
                </c:pt>
                <c:pt idx="29957">
                  <c:v>24.35</c:v>
                </c:pt>
                <c:pt idx="29958">
                  <c:v>24.4</c:v>
                </c:pt>
                <c:pt idx="29959">
                  <c:v>24.4</c:v>
                </c:pt>
                <c:pt idx="29960">
                  <c:v>24.4</c:v>
                </c:pt>
                <c:pt idx="29961">
                  <c:v>24.4</c:v>
                </c:pt>
                <c:pt idx="29962">
                  <c:v>24.45</c:v>
                </c:pt>
                <c:pt idx="29963">
                  <c:v>24.45</c:v>
                </c:pt>
                <c:pt idx="29964">
                  <c:v>24.5</c:v>
                </c:pt>
                <c:pt idx="29965">
                  <c:v>24.5</c:v>
                </c:pt>
                <c:pt idx="29966">
                  <c:v>24.5</c:v>
                </c:pt>
                <c:pt idx="29967">
                  <c:v>24.55</c:v>
                </c:pt>
                <c:pt idx="29968">
                  <c:v>24.55</c:v>
                </c:pt>
                <c:pt idx="29969">
                  <c:v>24.6</c:v>
                </c:pt>
                <c:pt idx="29970">
                  <c:v>24.6</c:v>
                </c:pt>
                <c:pt idx="29971">
                  <c:v>24.65</c:v>
                </c:pt>
                <c:pt idx="29972">
                  <c:v>24.6</c:v>
                </c:pt>
                <c:pt idx="29973">
                  <c:v>24.6</c:v>
                </c:pt>
                <c:pt idx="29974">
                  <c:v>24.6</c:v>
                </c:pt>
                <c:pt idx="29975">
                  <c:v>24.55</c:v>
                </c:pt>
                <c:pt idx="29976">
                  <c:v>24.5</c:v>
                </c:pt>
                <c:pt idx="29977">
                  <c:v>24.45</c:v>
                </c:pt>
                <c:pt idx="29978">
                  <c:v>24.4</c:v>
                </c:pt>
                <c:pt idx="29979">
                  <c:v>24.4</c:v>
                </c:pt>
                <c:pt idx="29980">
                  <c:v>24.4</c:v>
                </c:pt>
                <c:pt idx="29981">
                  <c:v>24.4</c:v>
                </c:pt>
                <c:pt idx="29982">
                  <c:v>24.4</c:v>
                </c:pt>
                <c:pt idx="29983">
                  <c:v>24.35</c:v>
                </c:pt>
                <c:pt idx="29984">
                  <c:v>24.35</c:v>
                </c:pt>
                <c:pt idx="29985">
                  <c:v>24.4</c:v>
                </c:pt>
                <c:pt idx="29986">
                  <c:v>24.4</c:v>
                </c:pt>
                <c:pt idx="29987">
                  <c:v>24.4</c:v>
                </c:pt>
                <c:pt idx="29988">
                  <c:v>24.4</c:v>
                </c:pt>
                <c:pt idx="29989">
                  <c:v>24.4</c:v>
                </c:pt>
                <c:pt idx="29990">
                  <c:v>24.4</c:v>
                </c:pt>
                <c:pt idx="29991">
                  <c:v>24.45</c:v>
                </c:pt>
                <c:pt idx="29992">
                  <c:v>24.45</c:v>
                </c:pt>
                <c:pt idx="29993">
                  <c:v>24.5</c:v>
                </c:pt>
                <c:pt idx="29994">
                  <c:v>24.5</c:v>
                </c:pt>
                <c:pt idx="29995">
                  <c:v>24.5</c:v>
                </c:pt>
                <c:pt idx="29996">
                  <c:v>24.55</c:v>
                </c:pt>
                <c:pt idx="29997">
                  <c:v>24.55</c:v>
                </c:pt>
                <c:pt idx="29998">
                  <c:v>24.6</c:v>
                </c:pt>
                <c:pt idx="29999">
                  <c:v>24.6</c:v>
                </c:pt>
                <c:pt idx="30000">
                  <c:v>24.6</c:v>
                </c:pt>
                <c:pt idx="30001">
                  <c:v>24.65</c:v>
                </c:pt>
                <c:pt idx="30002">
                  <c:v>24.6</c:v>
                </c:pt>
                <c:pt idx="30003">
                  <c:v>24.6</c:v>
                </c:pt>
                <c:pt idx="30004">
                  <c:v>24.55</c:v>
                </c:pt>
                <c:pt idx="30005">
                  <c:v>24.5</c:v>
                </c:pt>
                <c:pt idx="30006">
                  <c:v>24.45</c:v>
                </c:pt>
                <c:pt idx="30007">
                  <c:v>24.4</c:v>
                </c:pt>
                <c:pt idx="30008">
                  <c:v>24.4</c:v>
                </c:pt>
                <c:pt idx="30009">
                  <c:v>24.35</c:v>
                </c:pt>
                <c:pt idx="30010">
                  <c:v>24.35</c:v>
                </c:pt>
                <c:pt idx="30011">
                  <c:v>24.35</c:v>
                </c:pt>
                <c:pt idx="30012">
                  <c:v>24.35</c:v>
                </c:pt>
                <c:pt idx="30013">
                  <c:v>24.35</c:v>
                </c:pt>
                <c:pt idx="30014">
                  <c:v>24.35</c:v>
                </c:pt>
                <c:pt idx="30015">
                  <c:v>24.35</c:v>
                </c:pt>
                <c:pt idx="30016">
                  <c:v>24.35</c:v>
                </c:pt>
                <c:pt idx="30017">
                  <c:v>24.4</c:v>
                </c:pt>
                <c:pt idx="30018">
                  <c:v>24.4</c:v>
                </c:pt>
                <c:pt idx="30019">
                  <c:v>24.4</c:v>
                </c:pt>
                <c:pt idx="30020">
                  <c:v>24.4</c:v>
                </c:pt>
                <c:pt idx="30021">
                  <c:v>24.45</c:v>
                </c:pt>
                <c:pt idx="30022">
                  <c:v>24.45</c:v>
                </c:pt>
                <c:pt idx="30023">
                  <c:v>24.5</c:v>
                </c:pt>
                <c:pt idx="30024">
                  <c:v>24.5</c:v>
                </c:pt>
                <c:pt idx="30025">
                  <c:v>24.5</c:v>
                </c:pt>
                <c:pt idx="30026">
                  <c:v>24.55</c:v>
                </c:pt>
                <c:pt idx="30027">
                  <c:v>24.55</c:v>
                </c:pt>
                <c:pt idx="30028">
                  <c:v>24.6</c:v>
                </c:pt>
                <c:pt idx="30029">
                  <c:v>24.6</c:v>
                </c:pt>
                <c:pt idx="30030">
                  <c:v>24.6</c:v>
                </c:pt>
                <c:pt idx="30031">
                  <c:v>24.65</c:v>
                </c:pt>
                <c:pt idx="30032">
                  <c:v>24.6</c:v>
                </c:pt>
                <c:pt idx="30033">
                  <c:v>24.6</c:v>
                </c:pt>
                <c:pt idx="30034">
                  <c:v>24.55</c:v>
                </c:pt>
                <c:pt idx="30035">
                  <c:v>24.5</c:v>
                </c:pt>
                <c:pt idx="30036">
                  <c:v>24.45</c:v>
                </c:pt>
                <c:pt idx="30037">
                  <c:v>24.45</c:v>
                </c:pt>
                <c:pt idx="30038">
                  <c:v>24.4</c:v>
                </c:pt>
                <c:pt idx="30039">
                  <c:v>24.4</c:v>
                </c:pt>
                <c:pt idx="30040">
                  <c:v>24.35</c:v>
                </c:pt>
                <c:pt idx="30041">
                  <c:v>24.35</c:v>
                </c:pt>
                <c:pt idx="30042">
                  <c:v>24.35</c:v>
                </c:pt>
                <c:pt idx="30043">
                  <c:v>24.35</c:v>
                </c:pt>
                <c:pt idx="30044">
                  <c:v>24.35</c:v>
                </c:pt>
                <c:pt idx="30045">
                  <c:v>24.35</c:v>
                </c:pt>
                <c:pt idx="30046">
                  <c:v>24.35</c:v>
                </c:pt>
                <c:pt idx="30047">
                  <c:v>24.35</c:v>
                </c:pt>
                <c:pt idx="30048">
                  <c:v>24.35</c:v>
                </c:pt>
                <c:pt idx="30049">
                  <c:v>24.4</c:v>
                </c:pt>
                <c:pt idx="30050">
                  <c:v>24.4</c:v>
                </c:pt>
                <c:pt idx="30051">
                  <c:v>24.4</c:v>
                </c:pt>
                <c:pt idx="30052">
                  <c:v>24.45</c:v>
                </c:pt>
                <c:pt idx="30053">
                  <c:v>24.45</c:v>
                </c:pt>
                <c:pt idx="30054">
                  <c:v>24.45</c:v>
                </c:pt>
                <c:pt idx="30055">
                  <c:v>24.5</c:v>
                </c:pt>
                <c:pt idx="30056">
                  <c:v>24.5</c:v>
                </c:pt>
                <c:pt idx="30057">
                  <c:v>24.55</c:v>
                </c:pt>
                <c:pt idx="30058">
                  <c:v>24.55</c:v>
                </c:pt>
                <c:pt idx="30059">
                  <c:v>24.6</c:v>
                </c:pt>
                <c:pt idx="30060">
                  <c:v>24.6</c:v>
                </c:pt>
                <c:pt idx="30061">
                  <c:v>24.6</c:v>
                </c:pt>
                <c:pt idx="30062">
                  <c:v>24.6</c:v>
                </c:pt>
                <c:pt idx="30063">
                  <c:v>24.6</c:v>
                </c:pt>
                <c:pt idx="30064">
                  <c:v>24.6</c:v>
                </c:pt>
                <c:pt idx="30065">
                  <c:v>24.55</c:v>
                </c:pt>
                <c:pt idx="30066">
                  <c:v>24.5</c:v>
                </c:pt>
                <c:pt idx="30067">
                  <c:v>24.45</c:v>
                </c:pt>
                <c:pt idx="30068">
                  <c:v>24.4</c:v>
                </c:pt>
                <c:pt idx="30069">
                  <c:v>24.35</c:v>
                </c:pt>
                <c:pt idx="30070">
                  <c:v>24.4</c:v>
                </c:pt>
                <c:pt idx="30071">
                  <c:v>24.35</c:v>
                </c:pt>
                <c:pt idx="30072">
                  <c:v>24.35</c:v>
                </c:pt>
                <c:pt idx="30073">
                  <c:v>24.35</c:v>
                </c:pt>
                <c:pt idx="30074">
                  <c:v>24.35</c:v>
                </c:pt>
                <c:pt idx="30075">
                  <c:v>24.4</c:v>
                </c:pt>
                <c:pt idx="30076">
                  <c:v>24.35</c:v>
                </c:pt>
                <c:pt idx="30077">
                  <c:v>24.4</c:v>
                </c:pt>
                <c:pt idx="30078">
                  <c:v>24.4</c:v>
                </c:pt>
                <c:pt idx="30079">
                  <c:v>24.4</c:v>
                </c:pt>
                <c:pt idx="30080">
                  <c:v>24.4</c:v>
                </c:pt>
                <c:pt idx="30081">
                  <c:v>24.45</c:v>
                </c:pt>
                <c:pt idx="30082">
                  <c:v>24.45</c:v>
                </c:pt>
                <c:pt idx="30083">
                  <c:v>24.45</c:v>
                </c:pt>
                <c:pt idx="30084">
                  <c:v>24.5</c:v>
                </c:pt>
                <c:pt idx="30085">
                  <c:v>24.5</c:v>
                </c:pt>
                <c:pt idx="30086">
                  <c:v>24.5</c:v>
                </c:pt>
                <c:pt idx="30087">
                  <c:v>24.55</c:v>
                </c:pt>
                <c:pt idx="30088">
                  <c:v>24.55</c:v>
                </c:pt>
                <c:pt idx="30089">
                  <c:v>24.6</c:v>
                </c:pt>
                <c:pt idx="30090">
                  <c:v>24.65</c:v>
                </c:pt>
                <c:pt idx="30091">
                  <c:v>24.65</c:v>
                </c:pt>
                <c:pt idx="30092">
                  <c:v>24.6</c:v>
                </c:pt>
                <c:pt idx="30093">
                  <c:v>24.6</c:v>
                </c:pt>
                <c:pt idx="30094">
                  <c:v>24.55</c:v>
                </c:pt>
                <c:pt idx="30095">
                  <c:v>24.45</c:v>
                </c:pt>
                <c:pt idx="30096">
                  <c:v>24.45</c:v>
                </c:pt>
                <c:pt idx="30097">
                  <c:v>24.45</c:v>
                </c:pt>
                <c:pt idx="30098">
                  <c:v>24.35</c:v>
                </c:pt>
                <c:pt idx="30099">
                  <c:v>24.35</c:v>
                </c:pt>
                <c:pt idx="30100">
                  <c:v>24.35</c:v>
                </c:pt>
                <c:pt idx="30101">
                  <c:v>24.3</c:v>
                </c:pt>
                <c:pt idx="30102">
                  <c:v>24.3</c:v>
                </c:pt>
                <c:pt idx="30103">
                  <c:v>24.3</c:v>
                </c:pt>
                <c:pt idx="30104">
                  <c:v>24.3</c:v>
                </c:pt>
                <c:pt idx="30105">
                  <c:v>24.3</c:v>
                </c:pt>
                <c:pt idx="30106">
                  <c:v>24.3</c:v>
                </c:pt>
                <c:pt idx="30107">
                  <c:v>24.3</c:v>
                </c:pt>
                <c:pt idx="30108">
                  <c:v>24.35</c:v>
                </c:pt>
                <c:pt idx="30109">
                  <c:v>24.35</c:v>
                </c:pt>
                <c:pt idx="30110">
                  <c:v>24.35</c:v>
                </c:pt>
                <c:pt idx="30111">
                  <c:v>24.35</c:v>
                </c:pt>
                <c:pt idx="30112">
                  <c:v>24.4</c:v>
                </c:pt>
                <c:pt idx="30113">
                  <c:v>24.4</c:v>
                </c:pt>
                <c:pt idx="30114">
                  <c:v>24.45</c:v>
                </c:pt>
                <c:pt idx="30115">
                  <c:v>24.45</c:v>
                </c:pt>
                <c:pt idx="30116">
                  <c:v>24.5</c:v>
                </c:pt>
                <c:pt idx="30117">
                  <c:v>24.5</c:v>
                </c:pt>
                <c:pt idx="30118">
                  <c:v>24.55</c:v>
                </c:pt>
                <c:pt idx="30119">
                  <c:v>24.55</c:v>
                </c:pt>
                <c:pt idx="30120">
                  <c:v>24.6</c:v>
                </c:pt>
                <c:pt idx="30121">
                  <c:v>24.6</c:v>
                </c:pt>
                <c:pt idx="30122">
                  <c:v>24.6</c:v>
                </c:pt>
                <c:pt idx="30123">
                  <c:v>24.6</c:v>
                </c:pt>
                <c:pt idx="30124">
                  <c:v>24.55</c:v>
                </c:pt>
                <c:pt idx="30125">
                  <c:v>24.5</c:v>
                </c:pt>
                <c:pt idx="30126">
                  <c:v>24.45</c:v>
                </c:pt>
                <c:pt idx="30127">
                  <c:v>24.4</c:v>
                </c:pt>
                <c:pt idx="30128">
                  <c:v>24.4</c:v>
                </c:pt>
                <c:pt idx="30129">
                  <c:v>24.35</c:v>
                </c:pt>
                <c:pt idx="30130">
                  <c:v>24.35</c:v>
                </c:pt>
                <c:pt idx="30131">
                  <c:v>24.35</c:v>
                </c:pt>
                <c:pt idx="30132">
                  <c:v>24.3</c:v>
                </c:pt>
                <c:pt idx="30133">
                  <c:v>24.35</c:v>
                </c:pt>
                <c:pt idx="30134">
                  <c:v>24.35</c:v>
                </c:pt>
                <c:pt idx="30135">
                  <c:v>24.35</c:v>
                </c:pt>
                <c:pt idx="30136">
                  <c:v>24.35</c:v>
                </c:pt>
                <c:pt idx="30137">
                  <c:v>24.4</c:v>
                </c:pt>
                <c:pt idx="30138">
                  <c:v>24.35</c:v>
                </c:pt>
                <c:pt idx="30139">
                  <c:v>24.35</c:v>
                </c:pt>
                <c:pt idx="30140">
                  <c:v>24.4</c:v>
                </c:pt>
                <c:pt idx="30141">
                  <c:v>24.4</c:v>
                </c:pt>
                <c:pt idx="30142">
                  <c:v>24.45</c:v>
                </c:pt>
                <c:pt idx="30143">
                  <c:v>24.45</c:v>
                </c:pt>
                <c:pt idx="30144">
                  <c:v>24.45</c:v>
                </c:pt>
                <c:pt idx="30145">
                  <c:v>24.45</c:v>
                </c:pt>
                <c:pt idx="30146">
                  <c:v>24.5</c:v>
                </c:pt>
                <c:pt idx="30147">
                  <c:v>24.5</c:v>
                </c:pt>
                <c:pt idx="30148">
                  <c:v>24.5</c:v>
                </c:pt>
                <c:pt idx="30149">
                  <c:v>24.5</c:v>
                </c:pt>
                <c:pt idx="30150">
                  <c:v>24.55</c:v>
                </c:pt>
                <c:pt idx="30151">
                  <c:v>24.6</c:v>
                </c:pt>
                <c:pt idx="30152">
                  <c:v>24.55</c:v>
                </c:pt>
                <c:pt idx="30153">
                  <c:v>24.55</c:v>
                </c:pt>
                <c:pt idx="30154">
                  <c:v>24.5</c:v>
                </c:pt>
                <c:pt idx="30155">
                  <c:v>24.45</c:v>
                </c:pt>
                <c:pt idx="30156">
                  <c:v>24.4</c:v>
                </c:pt>
                <c:pt idx="30157">
                  <c:v>24.35</c:v>
                </c:pt>
                <c:pt idx="30158">
                  <c:v>24.35</c:v>
                </c:pt>
                <c:pt idx="30159">
                  <c:v>24.3</c:v>
                </c:pt>
                <c:pt idx="30160">
                  <c:v>24.3</c:v>
                </c:pt>
                <c:pt idx="30161">
                  <c:v>24.3</c:v>
                </c:pt>
                <c:pt idx="30162">
                  <c:v>24.3</c:v>
                </c:pt>
                <c:pt idx="30163">
                  <c:v>24.3</c:v>
                </c:pt>
                <c:pt idx="30164">
                  <c:v>24.3</c:v>
                </c:pt>
                <c:pt idx="30165">
                  <c:v>24.35</c:v>
                </c:pt>
                <c:pt idx="30166">
                  <c:v>24.35</c:v>
                </c:pt>
                <c:pt idx="30167">
                  <c:v>24.35</c:v>
                </c:pt>
                <c:pt idx="30168">
                  <c:v>24.4</c:v>
                </c:pt>
                <c:pt idx="30169">
                  <c:v>24.4</c:v>
                </c:pt>
                <c:pt idx="30170">
                  <c:v>24.4</c:v>
                </c:pt>
                <c:pt idx="30171">
                  <c:v>24.4</c:v>
                </c:pt>
                <c:pt idx="30172">
                  <c:v>24.4</c:v>
                </c:pt>
                <c:pt idx="30173">
                  <c:v>24.45</c:v>
                </c:pt>
                <c:pt idx="30174">
                  <c:v>24.45</c:v>
                </c:pt>
                <c:pt idx="30175">
                  <c:v>24.45</c:v>
                </c:pt>
                <c:pt idx="30176">
                  <c:v>24.5</c:v>
                </c:pt>
                <c:pt idx="30177">
                  <c:v>24.5</c:v>
                </c:pt>
                <c:pt idx="30178">
                  <c:v>24.55</c:v>
                </c:pt>
                <c:pt idx="30179">
                  <c:v>24.55</c:v>
                </c:pt>
                <c:pt idx="30180">
                  <c:v>24.6</c:v>
                </c:pt>
                <c:pt idx="30181">
                  <c:v>24.6</c:v>
                </c:pt>
                <c:pt idx="30182">
                  <c:v>24.6</c:v>
                </c:pt>
                <c:pt idx="30183">
                  <c:v>24.55</c:v>
                </c:pt>
                <c:pt idx="30184">
                  <c:v>24.5</c:v>
                </c:pt>
                <c:pt idx="30185">
                  <c:v>24.5</c:v>
                </c:pt>
                <c:pt idx="30186">
                  <c:v>24.45</c:v>
                </c:pt>
                <c:pt idx="30187">
                  <c:v>24.4</c:v>
                </c:pt>
                <c:pt idx="30188">
                  <c:v>24.35</c:v>
                </c:pt>
                <c:pt idx="30189">
                  <c:v>24.3</c:v>
                </c:pt>
                <c:pt idx="30190">
                  <c:v>24.3</c:v>
                </c:pt>
                <c:pt idx="30191">
                  <c:v>24.3</c:v>
                </c:pt>
                <c:pt idx="30192">
                  <c:v>24.3</c:v>
                </c:pt>
                <c:pt idx="30193">
                  <c:v>24.3</c:v>
                </c:pt>
                <c:pt idx="30194">
                  <c:v>24.3</c:v>
                </c:pt>
                <c:pt idx="30195">
                  <c:v>24.3</c:v>
                </c:pt>
                <c:pt idx="30196">
                  <c:v>24.3</c:v>
                </c:pt>
                <c:pt idx="30197">
                  <c:v>24.35</c:v>
                </c:pt>
                <c:pt idx="30198">
                  <c:v>24.35</c:v>
                </c:pt>
                <c:pt idx="30199">
                  <c:v>24.35</c:v>
                </c:pt>
                <c:pt idx="30200">
                  <c:v>24.4</c:v>
                </c:pt>
                <c:pt idx="30201">
                  <c:v>24.4</c:v>
                </c:pt>
                <c:pt idx="30202">
                  <c:v>24.45</c:v>
                </c:pt>
                <c:pt idx="30203">
                  <c:v>24.45</c:v>
                </c:pt>
                <c:pt idx="30204">
                  <c:v>24.45</c:v>
                </c:pt>
                <c:pt idx="30205">
                  <c:v>24.5</c:v>
                </c:pt>
                <c:pt idx="30206">
                  <c:v>24.5</c:v>
                </c:pt>
                <c:pt idx="30207">
                  <c:v>24.55</c:v>
                </c:pt>
                <c:pt idx="30208">
                  <c:v>24.55</c:v>
                </c:pt>
                <c:pt idx="30209">
                  <c:v>24.55</c:v>
                </c:pt>
                <c:pt idx="30210">
                  <c:v>24.55</c:v>
                </c:pt>
                <c:pt idx="30211">
                  <c:v>24.6</c:v>
                </c:pt>
                <c:pt idx="30212">
                  <c:v>24.55</c:v>
                </c:pt>
                <c:pt idx="30213">
                  <c:v>24.55</c:v>
                </c:pt>
                <c:pt idx="30214">
                  <c:v>24.5</c:v>
                </c:pt>
                <c:pt idx="30215">
                  <c:v>24.45</c:v>
                </c:pt>
                <c:pt idx="30216">
                  <c:v>24.4</c:v>
                </c:pt>
                <c:pt idx="30217">
                  <c:v>24.4</c:v>
                </c:pt>
                <c:pt idx="30218">
                  <c:v>24.35</c:v>
                </c:pt>
                <c:pt idx="30219">
                  <c:v>24.3</c:v>
                </c:pt>
                <c:pt idx="30220">
                  <c:v>24.3</c:v>
                </c:pt>
                <c:pt idx="30221">
                  <c:v>24.3</c:v>
                </c:pt>
                <c:pt idx="30222">
                  <c:v>24.3</c:v>
                </c:pt>
                <c:pt idx="30223">
                  <c:v>24.3</c:v>
                </c:pt>
                <c:pt idx="30224">
                  <c:v>24.3</c:v>
                </c:pt>
                <c:pt idx="30225">
                  <c:v>24.3</c:v>
                </c:pt>
                <c:pt idx="30226">
                  <c:v>24.3</c:v>
                </c:pt>
                <c:pt idx="30227">
                  <c:v>24.3</c:v>
                </c:pt>
                <c:pt idx="30228">
                  <c:v>24.3</c:v>
                </c:pt>
                <c:pt idx="30229">
                  <c:v>24.35</c:v>
                </c:pt>
                <c:pt idx="30230">
                  <c:v>24.35</c:v>
                </c:pt>
                <c:pt idx="30231">
                  <c:v>24.4</c:v>
                </c:pt>
                <c:pt idx="30232">
                  <c:v>24.4</c:v>
                </c:pt>
                <c:pt idx="30233">
                  <c:v>24.4</c:v>
                </c:pt>
                <c:pt idx="30234">
                  <c:v>24.45</c:v>
                </c:pt>
                <c:pt idx="30235">
                  <c:v>24.45</c:v>
                </c:pt>
                <c:pt idx="30236">
                  <c:v>24.5</c:v>
                </c:pt>
                <c:pt idx="30237">
                  <c:v>24.5</c:v>
                </c:pt>
                <c:pt idx="30238">
                  <c:v>24.5</c:v>
                </c:pt>
                <c:pt idx="30239">
                  <c:v>24.55</c:v>
                </c:pt>
                <c:pt idx="30240">
                  <c:v>24.55</c:v>
                </c:pt>
                <c:pt idx="30241">
                  <c:v>24.55</c:v>
                </c:pt>
                <c:pt idx="30242">
                  <c:v>24.55</c:v>
                </c:pt>
                <c:pt idx="30243">
                  <c:v>24.55</c:v>
                </c:pt>
                <c:pt idx="30244">
                  <c:v>24.55</c:v>
                </c:pt>
                <c:pt idx="30245">
                  <c:v>24.5</c:v>
                </c:pt>
                <c:pt idx="30246">
                  <c:v>24.45</c:v>
                </c:pt>
                <c:pt idx="30247">
                  <c:v>24.4</c:v>
                </c:pt>
                <c:pt idx="30248">
                  <c:v>24.35</c:v>
                </c:pt>
                <c:pt idx="30249">
                  <c:v>24.4</c:v>
                </c:pt>
                <c:pt idx="30250">
                  <c:v>24.35</c:v>
                </c:pt>
                <c:pt idx="30251">
                  <c:v>24.35</c:v>
                </c:pt>
                <c:pt idx="30252">
                  <c:v>24.35</c:v>
                </c:pt>
                <c:pt idx="30253">
                  <c:v>24.35</c:v>
                </c:pt>
                <c:pt idx="30254">
                  <c:v>24.35</c:v>
                </c:pt>
                <c:pt idx="30255">
                  <c:v>24.35</c:v>
                </c:pt>
                <c:pt idx="30256">
                  <c:v>24.35</c:v>
                </c:pt>
                <c:pt idx="30257">
                  <c:v>24.35</c:v>
                </c:pt>
                <c:pt idx="30258">
                  <c:v>24.35</c:v>
                </c:pt>
                <c:pt idx="30259">
                  <c:v>24.4</c:v>
                </c:pt>
                <c:pt idx="30260">
                  <c:v>24.4</c:v>
                </c:pt>
                <c:pt idx="30261">
                  <c:v>24.45</c:v>
                </c:pt>
                <c:pt idx="30262">
                  <c:v>24.45</c:v>
                </c:pt>
                <c:pt idx="30263">
                  <c:v>24.45</c:v>
                </c:pt>
                <c:pt idx="30264">
                  <c:v>24.5</c:v>
                </c:pt>
                <c:pt idx="30265">
                  <c:v>24.5</c:v>
                </c:pt>
                <c:pt idx="30266">
                  <c:v>24.5</c:v>
                </c:pt>
                <c:pt idx="30267">
                  <c:v>24.55</c:v>
                </c:pt>
                <c:pt idx="30268">
                  <c:v>24.55</c:v>
                </c:pt>
                <c:pt idx="30269">
                  <c:v>24.6</c:v>
                </c:pt>
                <c:pt idx="30270">
                  <c:v>24.6</c:v>
                </c:pt>
                <c:pt idx="30271">
                  <c:v>24.6</c:v>
                </c:pt>
                <c:pt idx="30272">
                  <c:v>24.6</c:v>
                </c:pt>
                <c:pt idx="30273">
                  <c:v>24.6</c:v>
                </c:pt>
                <c:pt idx="30274">
                  <c:v>24.55</c:v>
                </c:pt>
                <c:pt idx="30275">
                  <c:v>24.5</c:v>
                </c:pt>
                <c:pt idx="30276">
                  <c:v>24.5</c:v>
                </c:pt>
                <c:pt idx="30277">
                  <c:v>24.45</c:v>
                </c:pt>
                <c:pt idx="30278">
                  <c:v>24.35</c:v>
                </c:pt>
                <c:pt idx="30279">
                  <c:v>24.35</c:v>
                </c:pt>
                <c:pt idx="30280">
                  <c:v>24.35</c:v>
                </c:pt>
                <c:pt idx="30281">
                  <c:v>24.35</c:v>
                </c:pt>
                <c:pt idx="30282">
                  <c:v>24.35</c:v>
                </c:pt>
                <c:pt idx="30283">
                  <c:v>24.35</c:v>
                </c:pt>
                <c:pt idx="30284">
                  <c:v>24.35</c:v>
                </c:pt>
                <c:pt idx="30285">
                  <c:v>24.35</c:v>
                </c:pt>
                <c:pt idx="30286">
                  <c:v>24.35</c:v>
                </c:pt>
                <c:pt idx="30287">
                  <c:v>24.4</c:v>
                </c:pt>
                <c:pt idx="30288">
                  <c:v>24.4</c:v>
                </c:pt>
                <c:pt idx="30289">
                  <c:v>24.4</c:v>
                </c:pt>
                <c:pt idx="30290">
                  <c:v>24.45</c:v>
                </c:pt>
                <c:pt idx="30291">
                  <c:v>24.45</c:v>
                </c:pt>
                <c:pt idx="30292">
                  <c:v>24.45</c:v>
                </c:pt>
                <c:pt idx="30293">
                  <c:v>24.45</c:v>
                </c:pt>
                <c:pt idx="30294">
                  <c:v>24.45</c:v>
                </c:pt>
                <c:pt idx="30295">
                  <c:v>24.5</c:v>
                </c:pt>
                <c:pt idx="30296">
                  <c:v>24.55</c:v>
                </c:pt>
                <c:pt idx="30297">
                  <c:v>24.55</c:v>
                </c:pt>
                <c:pt idx="30298">
                  <c:v>24.6</c:v>
                </c:pt>
                <c:pt idx="30299">
                  <c:v>24.6</c:v>
                </c:pt>
                <c:pt idx="30300">
                  <c:v>24.6</c:v>
                </c:pt>
                <c:pt idx="30301">
                  <c:v>24.6</c:v>
                </c:pt>
                <c:pt idx="30302">
                  <c:v>24.6</c:v>
                </c:pt>
                <c:pt idx="30303">
                  <c:v>24.55</c:v>
                </c:pt>
                <c:pt idx="30304">
                  <c:v>24.55</c:v>
                </c:pt>
                <c:pt idx="30305">
                  <c:v>24.5</c:v>
                </c:pt>
                <c:pt idx="30306">
                  <c:v>24.45</c:v>
                </c:pt>
                <c:pt idx="30307">
                  <c:v>24.4</c:v>
                </c:pt>
                <c:pt idx="30308">
                  <c:v>24.35</c:v>
                </c:pt>
                <c:pt idx="30309">
                  <c:v>24.35</c:v>
                </c:pt>
                <c:pt idx="30310">
                  <c:v>24.3</c:v>
                </c:pt>
                <c:pt idx="30311">
                  <c:v>24.3</c:v>
                </c:pt>
                <c:pt idx="30312">
                  <c:v>24.35</c:v>
                </c:pt>
                <c:pt idx="30313">
                  <c:v>24.3</c:v>
                </c:pt>
                <c:pt idx="30314">
                  <c:v>24.3</c:v>
                </c:pt>
                <c:pt idx="30315">
                  <c:v>24.35</c:v>
                </c:pt>
                <c:pt idx="30316">
                  <c:v>24.35</c:v>
                </c:pt>
                <c:pt idx="30317">
                  <c:v>24.35</c:v>
                </c:pt>
                <c:pt idx="30318">
                  <c:v>24.4</c:v>
                </c:pt>
                <c:pt idx="30319">
                  <c:v>24.4</c:v>
                </c:pt>
                <c:pt idx="30320">
                  <c:v>24.4</c:v>
                </c:pt>
                <c:pt idx="30321">
                  <c:v>24.4</c:v>
                </c:pt>
                <c:pt idx="30322">
                  <c:v>24.45</c:v>
                </c:pt>
                <c:pt idx="30323">
                  <c:v>24.45</c:v>
                </c:pt>
                <c:pt idx="30324">
                  <c:v>24.5</c:v>
                </c:pt>
                <c:pt idx="30325">
                  <c:v>24.5</c:v>
                </c:pt>
                <c:pt idx="30326">
                  <c:v>24.5</c:v>
                </c:pt>
                <c:pt idx="30327">
                  <c:v>24.55</c:v>
                </c:pt>
                <c:pt idx="30328">
                  <c:v>24.55</c:v>
                </c:pt>
                <c:pt idx="30329">
                  <c:v>24.55</c:v>
                </c:pt>
                <c:pt idx="30330">
                  <c:v>24.6</c:v>
                </c:pt>
                <c:pt idx="30331">
                  <c:v>24.6</c:v>
                </c:pt>
                <c:pt idx="30332">
                  <c:v>24.6</c:v>
                </c:pt>
                <c:pt idx="30333">
                  <c:v>24.55</c:v>
                </c:pt>
                <c:pt idx="30334">
                  <c:v>24.5</c:v>
                </c:pt>
                <c:pt idx="30335">
                  <c:v>24.5</c:v>
                </c:pt>
                <c:pt idx="30336">
                  <c:v>24.45</c:v>
                </c:pt>
                <c:pt idx="30337">
                  <c:v>24.4</c:v>
                </c:pt>
                <c:pt idx="30338">
                  <c:v>24.35</c:v>
                </c:pt>
                <c:pt idx="30339">
                  <c:v>24.35</c:v>
                </c:pt>
                <c:pt idx="30340">
                  <c:v>24.3</c:v>
                </c:pt>
                <c:pt idx="30341">
                  <c:v>24.3</c:v>
                </c:pt>
                <c:pt idx="30342">
                  <c:v>24.3</c:v>
                </c:pt>
                <c:pt idx="30343">
                  <c:v>24.3</c:v>
                </c:pt>
                <c:pt idx="30344">
                  <c:v>24.35</c:v>
                </c:pt>
                <c:pt idx="30345">
                  <c:v>24.3</c:v>
                </c:pt>
                <c:pt idx="30346">
                  <c:v>24.35</c:v>
                </c:pt>
                <c:pt idx="30347">
                  <c:v>24.35</c:v>
                </c:pt>
                <c:pt idx="30348">
                  <c:v>24.4</c:v>
                </c:pt>
                <c:pt idx="30349">
                  <c:v>24.4</c:v>
                </c:pt>
                <c:pt idx="30350">
                  <c:v>24.4</c:v>
                </c:pt>
                <c:pt idx="30351">
                  <c:v>24.4</c:v>
                </c:pt>
                <c:pt idx="30352">
                  <c:v>24.45</c:v>
                </c:pt>
                <c:pt idx="30353">
                  <c:v>24.45</c:v>
                </c:pt>
                <c:pt idx="30354">
                  <c:v>24.5</c:v>
                </c:pt>
                <c:pt idx="30355">
                  <c:v>24.5</c:v>
                </c:pt>
                <c:pt idx="30356">
                  <c:v>24.55</c:v>
                </c:pt>
                <c:pt idx="30357">
                  <c:v>24.55</c:v>
                </c:pt>
                <c:pt idx="30358">
                  <c:v>24.6</c:v>
                </c:pt>
                <c:pt idx="30359">
                  <c:v>24.6</c:v>
                </c:pt>
                <c:pt idx="30360">
                  <c:v>24.6</c:v>
                </c:pt>
                <c:pt idx="30361">
                  <c:v>24.6</c:v>
                </c:pt>
                <c:pt idx="30362">
                  <c:v>24.6</c:v>
                </c:pt>
                <c:pt idx="30363">
                  <c:v>24.6</c:v>
                </c:pt>
                <c:pt idx="30364">
                  <c:v>24.55</c:v>
                </c:pt>
                <c:pt idx="30365">
                  <c:v>24.5</c:v>
                </c:pt>
                <c:pt idx="30366">
                  <c:v>24.45</c:v>
                </c:pt>
                <c:pt idx="30367">
                  <c:v>24.45</c:v>
                </c:pt>
                <c:pt idx="30368">
                  <c:v>24.35</c:v>
                </c:pt>
                <c:pt idx="30369">
                  <c:v>24.4</c:v>
                </c:pt>
                <c:pt idx="30370">
                  <c:v>24.35</c:v>
                </c:pt>
                <c:pt idx="30371">
                  <c:v>24.35</c:v>
                </c:pt>
                <c:pt idx="30372">
                  <c:v>24.35</c:v>
                </c:pt>
                <c:pt idx="30373">
                  <c:v>24.3</c:v>
                </c:pt>
                <c:pt idx="30374">
                  <c:v>24.3</c:v>
                </c:pt>
                <c:pt idx="30375">
                  <c:v>24.3</c:v>
                </c:pt>
                <c:pt idx="30376">
                  <c:v>24.35</c:v>
                </c:pt>
                <c:pt idx="30377">
                  <c:v>24.35</c:v>
                </c:pt>
                <c:pt idx="30378">
                  <c:v>24.35</c:v>
                </c:pt>
                <c:pt idx="30379">
                  <c:v>24.4</c:v>
                </c:pt>
                <c:pt idx="30380">
                  <c:v>24.4</c:v>
                </c:pt>
                <c:pt idx="30381">
                  <c:v>24.4</c:v>
                </c:pt>
                <c:pt idx="30382">
                  <c:v>24.4</c:v>
                </c:pt>
                <c:pt idx="30383">
                  <c:v>24.45</c:v>
                </c:pt>
                <c:pt idx="30384">
                  <c:v>24.45</c:v>
                </c:pt>
                <c:pt idx="30385">
                  <c:v>24.5</c:v>
                </c:pt>
                <c:pt idx="30386">
                  <c:v>24.5</c:v>
                </c:pt>
                <c:pt idx="30387">
                  <c:v>24.5</c:v>
                </c:pt>
                <c:pt idx="30388">
                  <c:v>24.55</c:v>
                </c:pt>
                <c:pt idx="30389">
                  <c:v>24.55</c:v>
                </c:pt>
                <c:pt idx="30390">
                  <c:v>24.6</c:v>
                </c:pt>
                <c:pt idx="30391">
                  <c:v>24.6</c:v>
                </c:pt>
                <c:pt idx="30392">
                  <c:v>24.6</c:v>
                </c:pt>
                <c:pt idx="30393">
                  <c:v>24.6</c:v>
                </c:pt>
                <c:pt idx="30394">
                  <c:v>24.55</c:v>
                </c:pt>
                <c:pt idx="30395">
                  <c:v>24.5</c:v>
                </c:pt>
                <c:pt idx="30396">
                  <c:v>24.5</c:v>
                </c:pt>
                <c:pt idx="30397">
                  <c:v>24.45</c:v>
                </c:pt>
                <c:pt idx="30398">
                  <c:v>24.4</c:v>
                </c:pt>
                <c:pt idx="30399">
                  <c:v>24.35</c:v>
                </c:pt>
                <c:pt idx="30400">
                  <c:v>24.35</c:v>
                </c:pt>
                <c:pt idx="30401">
                  <c:v>24.35</c:v>
                </c:pt>
                <c:pt idx="30402">
                  <c:v>24.35</c:v>
                </c:pt>
                <c:pt idx="30403">
                  <c:v>24.35</c:v>
                </c:pt>
                <c:pt idx="30404">
                  <c:v>24.35</c:v>
                </c:pt>
                <c:pt idx="30405">
                  <c:v>24.35</c:v>
                </c:pt>
                <c:pt idx="30406">
                  <c:v>24.35</c:v>
                </c:pt>
                <c:pt idx="30407">
                  <c:v>24.35</c:v>
                </c:pt>
                <c:pt idx="30408">
                  <c:v>24.35</c:v>
                </c:pt>
                <c:pt idx="30409">
                  <c:v>24.4</c:v>
                </c:pt>
                <c:pt idx="30410">
                  <c:v>24.4</c:v>
                </c:pt>
                <c:pt idx="30411">
                  <c:v>24.4</c:v>
                </c:pt>
                <c:pt idx="30412">
                  <c:v>24.45</c:v>
                </c:pt>
                <c:pt idx="30413">
                  <c:v>24.45</c:v>
                </c:pt>
                <c:pt idx="30414">
                  <c:v>24.5</c:v>
                </c:pt>
                <c:pt idx="30415">
                  <c:v>24.5</c:v>
                </c:pt>
                <c:pt idx="30416">
                  <c:v>24.5</c:v>
                </c:pt>
                <c:pt idx="30417">
                  <c:v>24.5</c:v>
                </c:pt>
                <c:pt idx="30418">
                  <c:v>24.55</c:v>
                </c:pt>
                <c:pt idx="30419">
                  <c:v>24.6</c:v>
                </c:pt>
                <c:pt idx="30420">
                  <c:v>24.6</c:v>
                </c:pt>
                <c:pt idx="30421">
                  <c:v>24.6</c:v>
                </c:pt>
                <c:pt idx="30422">
                  <c:v>24.6</c:v>
                </c:pt>
                <c:pt idx="30423">
                  <c:v>24.6</c:v>
                </c:pt>
                <c:pt idx="30424">
                  <c:v>24.55</c:v>
                </c:pt>
                <c:pt idx="30425">
                  <c:v>24.5</c:v>
                </c:pt>
                <c:pt idx="30426">
                  <c:v>24.45</c:v>
                </c:pt>
                <c:pt idx="30427">
                  <c:v>24.45</c:v>
                </c:pt>
                <c:pt idx="30428">
                  <c:v>24.4</c:v>
                </c:pt>
                <c:pt idx="30429">
                  <c:v>24.4</c:v>
                </c:pt>
                <c:pt idx="30430">
                  <c:v>24.35</c:v>
                </c:pt>
                <c:pt idx="30431">
                  <c:v>24.4</c:v>
                </c:pt>
                <c:pt idx="30432">
                  <c:v>24.35</c:v>
                </c:pt>
                <c:pt idx="30433">
                  <c:v>24.35</c:v>
                </c:pt>
                <c:pt idx="30434">
                  <c:v>24.35</c:v>
                </c:pt>
                <c:pt idx="30435">
                  <c:v>24.35</c:v>
                </c:pt>
                <c:pt idx="30436">
                  <c:v>24.4</c:v>
                </c:pt>
                <c:pt idx="30437">
                  <c:v>24.4</c:v>
                </c:pt>
                <c:pt idx="30438">
                  <c:v>24.4</c:v>
                </c:pt>
                <c:pt idx="30439">
                  <c:v>24.4</c:v>
                </c:pt>
                <c:pt idx="30440">
                  <c:v>24.4</c:v>
                </c:pt>
                <c:pt idx="30441">
                  <c:v>24.45</c:v>
                </c:pt>
                <c:pt idx="30442">
                  <c:v>24.45</c:v>
                </c:pt>
                <c:pt idx="30443">
                  <c:v>24.45</c:v>
                </c:pt>
                <c:pt idx="30444">
                  <c:v>24.45</c:v>
                </c:pt>
                <c:pt idx="30445">
                  <c:v>24.5</c:v>
                </c:pt>
                <c:pt idx="30446">
                  <c:v>24.5</c:v>
                </c:pt>
                <c:pt idx="30447">
                  <c:v>24.55</c:v>
                </c:pt>
                <c:pt idx="30448">
                  <c:v>24.55</c:v>
                </c:pt>
                <c:pt idx="30449">
                  <c:v>24.55</c:v>
                </c:pt>
                <c:pt idx="30450">
                  <c:v>24.6</c:v>
                </c:pt>
                <c:pt idx="30451">
                  <c:v>24.6</c:v>
                </c:pt>
                <c:pt idx="30452">
                  <c:v>24.6</c:v>
                </c:pt>
                <c:pt idx="30453">
                  <c:v>24.6</c:v>
                </c:pt>
                <c:pt idx="30454">
                  <c:v>24.55</c:v>
                </c:pt>
                <c:pt idx="30455">
                  <c:v>24.55</c:v>
                </c:pt>
                <c:pt idx="30456">
                  <c:v>24.5</c:v>
                </c:pt>
                <c:pt idx="30457">
                  <c:v>24.45</c:v>
                </c:pt>
                <c:pt idx="30458">
                  <c:v>24.4</c:v>
                </c:pt>
                <c:pt idx="30459">
                  <c:v>24.35</c:v>
                </c:pt>
                <c:pt idx="30460">
                  <c:v>24.35</c:v>
                </c:pt>
                <c:pt idx="30461">
                  <c:v>24.35</c:v>
                </c:pt>
                <c:pt idx="30462">
                  <c:v>24.35</c:v>
                </c:pt>
                <c:pt idx="30463">
                  <c:v>24.35</c:v>
                </c:pt>
                <c:pt idx="30464">
                  <c:v>24.35</c:v>
                </c:pt>
                <c:pt idx="30465">
                  <c:v>24.35</c:v>
                </c:pt>
                <c:pt idx="30466">
                  <c:v>24.35</c:v>
                </c:pt>
                <c:pt idx="30467">
                  <c:v>24.4</c:v>
                </c:pt>
                <c:pt idx="30468">
                  <c:v>24.4</c:v>
                </c:pt>
                <c:pt idx="30469">
                  <c:v>24.4</c:v>
                </c:pt>
                <c:pt idx="30470">
                  <c:v>24.4</c:v>
                </c:pt>
                <c:pt idx="30471">
                  <c:v>24.4</c:v>
                </c:pt>
                <c:pt idx="30472">
                  <c:v>24.45</c:v>
                </c:pt>
                <c:pt idx="30473">
                  <c:v>24.45</c:v>
                </c:pt>
                <c:pt idx="30474">
                  <c:v>24.5</c:v>
                </c:pt>
                <c:pt idx="30475">
                  <c:v>24.5</c:v>
                </c:pt>
                <c:pt idx="30476">
                  <c:v>24.5</c:v>
                </c:pt>
                <c:pt idx="30477">
                  <c:v>24.55</c:v>
                </c:pt>
                <c:pt idx="30478">
                  <c:v>24.55</c:v>
                </c:pt>
                <c:pt idx="30479">
                  <c:v>24.55</c:v>
                </c:pt>
                <c:pt idx="30480">
                  <c:v>24.6</c:v>
                </c:pt>
                <c:pt idx="30481">
                  <c:v>24.6</c:v>
                </c:pt>
                <c:pt idx="30482">
                  <c:v>24.6</c:v>
                </c:pt>
                <c:pt idx="30483">
                  <c:v>24.55</c:v>
                </c:pt>
                <c:pt idx="30484">
                  <c:v>24.55</c:v>
                </c:pt>
                <c:pt idx="30485">
                  <c:v>24.5</c:v>
                </c:pt>
                <c:pt idx="30486">
                  <c:v>24.5</c:v>
                </c:pt>
                <c:pt idx="30487">
                  <c:v>24.45</c:v>
                </c:pt>
                <c:pt idx="30488">
                  <c:v>24.4</c:v>
                </c:pt>
                <c:pt idx="30489">
                  <c:v>24.4</c:v>
                </c:pt>
                <c:pt idx="30490">
                  <c:v>24.35</c:v>
                </c:pt>
                <c:pt idx="30491">
                  <c:v>24.35</c:v>
                </c:pt>
                <c:pt idx="30492">
                  <c:v>24.35</c:v>
                </c:pt>
                <c:pt idx="30493">
                  <c:v>24.35</c:v>
                </c:pt>
                <c:pt idx="30494">
                  <c:v>24.35</c:v>
                </c:pt>
                <c:pt idx="30495">
                  <c:v>24.35</c:v>
                </c:pt>
                <c:pt idx="30496">
                  <c:v>24.4</c:v>
                </c:pt>
                <c:pt idx="30497">
                  <c:v>24.4</c:v>
                </c:pt>
                <c:pt idx="30498">
                  <c:v>24.4</c:v>
                </c:pt>
                <c:pt idx="30499">
                  <c:v>24.4</c:v>
                </c:pt>
                <c:pt idx="30500">
                  <c:v>24.45</c:v>
                </c:pt>
                <c:pt idx="30501">
                  <c:v>24.45</c:v>
                </c:pt>
                <c:pt idx="30502">
                  <c:v>24.45</c:v>
                </c:pt>
                <c:pt idx="30503">
                  <c:v>24.45</c:v>
                </c:pt>
                <c:pt idx="30504">
                  <c:v>24.5</c:v>
                </c:pt>
                <c:pt idx="30505">
                  <c:v>24.5</c:v>
                </c:pt>
                <c:pt idx="30506">
                  <c:v>24.5</c:v>
                </c:pt>
                <c:pt idx="30507">
                  <c:v>24.55</c:v>
                </c:pt>
                <c:pt idx="30508">
                  <c:v>24.55</c:v>
                </c:pt>
                <c:pt idx="30509">
                  <c:v>24.55</c:v>
                </c:pt>
                <c:pt idx="30510">
                  <c:v>24.6</c:v>
                </c:pt>
                <c:pt idx="30511">
                  <c:v>24.55</c:v>
                </c:pt>
                <c:pt idx="30512">
                  <c:v>24.6</c:v>
                </c:pt>
                <c:pt idx="30513">
                  <c:v>24.55</c:v>
                </c:pt>
                <c:pt idx="30514">
                  <c:v>24.55</c:v>
                </c:pt>
                <c:pt idx="30515">
                  <c:v>24.45</c:v>
                </c:pt>
                <c:pt idx="30516">
                  <c:v>24.45</c:v>
                </c:pt>
                <c:pt idx="30517">
                  <c:v>24.4</c:v>
                </c:pt>
                <c:pt idx="30518">
                  <c:v>24.4</c:v>
                </c:pt>
                <c:pt idx="30519">
                  <c:v>24.35</c:v>
                </c:pt>
                <c:pt idx="30520">
                  <c:v>24.4</c:v>
                </c:pt>
                <c:pt idx="30521">
                  <c:v>24.4</c:v>
                </c:pt>
                <c:pt idx="30522">
                  <c:v>24.35</c:v>
                </c:pt>
                <c:pt idx="30523">
                  <c:v>24.35</c:v>
                </c:pt>
                <c:pt idx="30524">
                  <c:v>24.35</c:v>
                </c:pt>
                <c:pt idx="30525">
                  <c:v>24.35</c:v>
                </c:pt>
                <c:pt idx="30526">
                  <c:v>24.35</c:v>
                </c:pt>
                <c:pt idx="30527">
                  <c:v>24.35</c:v>
                </c:pt>
                <c:pt idx="30528">
                  <c:v>24.4</c:v>
                </c:pt>
                <c:pt idx="30529">
                  <c:v>24.4</c:v>
                </c:pt>
                <c:pt idx="30530">
                  <c:v>24.4</c:v>
                </c:pt>
                <c:pt idx="30531">
                  <c:v>24.4</c:v>
                </c:pt>
                <c:pt idx="30532">
                  <c:v>24.45</c:v>
                </c:pt>
                <c:pt idx="30533">
                  <c:v>24.45</c:v>
                </c:pt>
                <c:pt idx="30534">
                  <c:v>24.45</c:v>
                </c:pt>
                <c:pt idx="30535">
                  <c:v>24.45</c:v>
                </c:pt>
                <c:pt idx="30536">
                  <c:v>24.5</c:v>
                </c:pt>
                <c:pt idx="30537">
                  <c:v>24.5</c:v>
                </c:pt>
                <c:pt idx="30538">
                  <c:v>24.5</c:v>
                </c:pt>
                <c:pt idx="30539">
                  <c:v>24.55</c:v>
                </c:pt>
                <c:pt idx="30540">
                  <c:v>24.55</c:v>
                </c:pt>
                <c:pt idx="30541">
                  <c:v>24.6</c:v>
                </c:pt>
                <c:pt idx="30542">
                  <c:v>24.55</c:v>
                </c:pt>
                <c:pt idx="30543">
                  <c:v>24.55</c:v>
                </c:pt>
                <c:pt idx="30544">
                  <c:v>24.55</c:v>
                </c:pt>
                <c:pt idx="30545">
                  <c:v>24.5</c:v>
                </c:pt>
                <c:pt idx="30546">
                  <c:v>24.45</c:v>
                </c:pt>
                <c:pt idx="30547">
                  <c:v>24.4</c:v>
                </c:pt>
                <c:pt idx="30548">
                  <c:v>24.4</c:v>
                </c:pt>
                <c:pt idx="30549">
                  <c:v>24.35</c:v>
                </c:pt>
                <c:pt idx="30550">
                  <c:v>24.35</c:v>
                </c:pt>
                <c:pt idx="30551">
                  <c:v>24.35</c:v>
                </c:pt>
                <c:pt idx="30552">
                  <c:v>24.35</c:v>
                </c:pt>
                <c:pt idx="30553">
                  <c:v>24.35</c:v>
                </c:pt>
                <c:pt idx="30554">
                  <c:v>24.35</c:v>
                </c:pt>
                <c:pt idx="30555">
                  <c:v>24.35</c:v>
                </c:pt>
                <c:pt idx="30556">
                  <c:v>24.4</c:v>
                </c:pt>
                <c:pt idx="30557">
                  <c:v>24.4</c:v>
                </c:pt>
                <c:pt idx="30558">
                  <c:v>24.4</c:v>
                </c:pt>
                <c:pt idx="30559">
                  <c:v>24.4</c:v>
                </c:pt>
                <c:pt idx="30560">
                  <c:v>24.4</c:v>
                </c:pt>
                <c:pt idx="30561">
                  <c:v>24.45</c:v>
                </c:pt>
                <c:pt idx="30562">
                  <c:v>24.45</c:v>
                </c:pt>
                <c:pt idx="30563">
                  <c:v>24.45</c:v>
                </c:pt>
                <c:pt idx="30564">
                  <c:v>24.45</c:v>
                </c:pt>
                <c:pt idx="30565">
                  <c:v>24.5</c:v>
                </c:pt>
                <c:pt idx="30566">
                  <c:v>24.5</c:v>
                </c:pt>
                <c:pt idx="30567">
                  <c:v>24.55</c:v>
                </c:pt>
                <c:pt idx="30568">
                  <c:v>24.55</c:v>
                </c:pt>
                <c:pt idx="30569">
                  <c:v>24.55</c:v>
                </c:pt>
                <c:pt idx="30570">
                  <c:v>24.6</c:v>
                </c:pt>
                <c:pt idx="30571">
                  <c:v>24.6</c:v>
                </c:pt>
                <c:pt idx="30572">
                  <c:v>24.6</c:v>
                </c:pt>
                <c:pt idx="30573">
                  <c:v>24.55</c:v>
                </c:pt>
                <c:pt idx="30574">
                  <c:v>24.5</c:v>
                </c:pt>
                <c:pt idx="30575">
                  <c:v>24.5</c:v>
                </c:pt>
                <c:pt idx="30576">
                  <c:v>24.45</c:v>
                </c:pt>
                <c:pt idx="30577">
                  <c:v>24.4</c:v>
                </c:pt>
                <c:pt idx="30578">
                  <c:v>24.4</c:v>
                </c:pt>
                <c:pt idx="30579">
                  <c:v>24.4</c:v>
                </c:pt>
                <c:pt idx="30580">
                  <c:v>24.35</c:v>
                </c:pt>
                <c:pt idx="30581">
                  <c:v>24.35</c:v>
                </c:pt>
                <c:pt idx="30582">
                  <c:v>24.35</c:v>
                </c:pt>
                <c:pt idx="30583">
                  <c:v>24.35</c:v>
                </c:pt>
                <c:pt idx="30584">
                  <c:v>24.35</c:v>
                </c:pt>
                <c:pt idx="30585">
                  <c:v>24.35</c:v>
                </c:pt>
                <c:pt idx="30586">
                  <c:v>24.35</c:v>
                </c:pt>
                <c:pt idx="30587">
                  <c:v>24.35</c:v>
                </c:pt>
                <c:pt idx="30588">
                  <c:v>24.35</c:v>
                </c:pt>
                <c:pt idx="30589">
                  <c:v>24.4</c:v>
                </c:pt>
                <c:pt idx="30590">
                  <c:v>24.4</c:v>
                </c:pt>
                <c:pt idx="30591">
                  <c:v>24.4</c:v>
                </c:pt>
                <c:pt idx="30592">
                  <c:v>24.45</c:v>
                </c:pt>
                <c:pt idx="30593">
                  <c:v>24.45</c:v>
                </c:pt>
                <c:pt idx="30594">
                  <c:v>24.45</c:v>
                </c:pt>
                <c:pt idx="30595">
                  <c:v>24.5</c:v>
                </c:pt>
                <c:pt idx="30596">
                  <c:v>24.5</c:v>
                </c:pt>
                <c:pt idx="30597">
                  <c:v>24.5</c:v>
                </c:pt>
                <c:pt idx="30598">
                  <c:v>24.55</c:v>
                </c:pt>
                <c:pt idx="30599">
                  <c:v>24.55</c:v>
                </c:pt>
                <c:pt idx="30600">
                  <c:v>24.6</c:v>
                </c:pt>
                <c:pt idx="30601">
                  <c:v>24.6</c:v>
                </c:pt>
                <c:pt idx="30602">
                  <c:v>24.6</c:v>
                </c:pt>
                <c:pt idx="30603">
                  <c:v>24.55</c:v>
                </c:pt>
                <c:pt idx="30604">
                  <c:v>24.55</c:v>
                </c:pt>
                <c:pt idx="30605">
                  <c:v>24.5</c:v>
                </c:pt>
                <c:pt idx="30606">
                  <c:v>24.45</c:v>
                </c:pt>
                <c:pt idx="30607">
                  <c:v>24.45</c:v>
                </c:pt>
                <c:pt idx="30608">
                  <c:v>24.4</c:v>
                </c:pt>
                <c:pt idx="30609">
                  <c:v>24.4</c:v>
                </c:pt>
                <c:pt idx="30610">
                  <c:v>24.35</c:v>
                </c:pt>
                <c:pt idx="30611">
                  <c:v>24.35</c:v>
                </c:pt>
                <c:pt idx="30612">
                  <c:v>24.35</c:v>
                </c:pt>
                <c:pt idx="30613">
                  <c:v>24.35</c:v>
                </c:pt>
                <c:pt idx="30614">
                  <c:v>24.35</c:v>
                </c:pt>
                <c:pt idx="30615">
                  <c:v>24.35</c:v>
                </c:pt>
                <c:pt idx="30616">
                  <c:v>24.35</c:v>
                </c:pt>
                <c:pt idx="30617">
                  <c:v>24.35</c:v>
                </c:pt>
                <c:pt idx="30618">
                  <c:v>24.35</c:v>
                </c:pt>
                <c:pt idx="30619">
                  <c:v>24.35</c:v>
                </c:pt>
                <c:pt idx="30620">
                  <c:v>24.4</c:v>
                </c:pt>
                <c:pt idx="30621">
                  <c:v>24.4</c:v>
                </c:pt>
                <c:pt idx="30622">
                  <c:v>24.45</c:v>
                </c:pt>
                <c:pt idx="30623">
                  <c:v>24.45</c:v>
                </c:pt>
                <c:pt idx="30624">
                  <c:v>24.45</c:v>
                </c:pt>
                <c:pt idx="30625">
                  <c:v>24.5</c:v>
                </c:pt>
                <c:pt idx="30626">
                  <c:v>24.55</c:v>
                </c:pt>
                <c:pt idx="30627">
                  <c:v>24.55</c:v>
                </c:pt>
                <c:pt idx="30628">
                  <c:v>24.55</c:v>
                </c:pt>
                <c:pt idx="30629">
                  <c:v>24.6</c:v>
                </c:pt>
                <c:pt idx="30630">
                  <c:v>24.6</c:v>
                </c:pt>
                <c:pt idx="30631">
                  <c:v>24.6</c:v>
                </c:pt>
                <c:pt idx="30632">
                  <c:v>24.6</c:v>
                </c:pt>
                <c:pt idx="30633">
                  <c:v>24.6</c:v>
                </c:pt>
                <c:pt idx="30634">
                  <c:v>24.55</c:v>
                </c:pt>
                <c:pt idx="30635">
                  <c:v>24.5</c:v>
                </c:pt>
                <c:pt idx="30636">
                  <c:v>24.45</c:v>
                </c:pt>
                <c:pt idx="30637">
                  <c:v>24.45</c:v>
                </c:pt>
                <c:pt idx="30638">
                  <c:v>24.4</c:v>
                </c:pt>
                <c:pt idx="30639">
                  <c:v>24.4</c:v>
                </c:pt>
                <c:pt idx="30640">
                  <c:v>24.4</c:v>
                </c:pt>
                <c:pt idx="30641">
                  <c:v>24.35</c:v>
                </c:pt>
                <c:pt idx="30642">
                  <c:v>24.35</c:v>
                </c:pt>
                <c:pt idx="30643">
                  <c:v>24.35</c:v>
                </c:pt>
                <c:pt idx="30644">
                  <c:v>24.35</c:v>
                </c:pt>
                <c:pt idx="30645">
                  <c:v>24.4</c:v>
                </c:pt>
                <c:pt idx="30646">
                  <c:v>24.4</c:v>
                </c:pt>
                <c:pt idx="30647">
                  <c:v>24.4</c:v>
                </c:pt>
                <c:pt idx="30648">
                  <c:v>24.4</c:v>
                </c:pt>
                <c:pt idx="30649">
                  <c:v>24.4</c:v>
                </c:pt>
                <c:pt idx="30650">
                  <c:v>24.4</c:v>
                </c:pt>
                <c:pt idx="30651">
                  <c:v>24.4</c:v>
                </c:pt>
                <c:pt idx="30652">
                  <c:v>24.45</c:v>
                </c:pt>
                <c:pt idx="30653">
                  <c:v>24.45</c:v>
                </c:pt>
                <c:pt idx="30654">
                  <c:v>24.45</c:v>
                </c:pt>
                <c:pt idx="30655">
                  <c:v>24.5</c:v>
                </c:pt>
                <c:pt idx="30656">
                  <c:v>24.5</c:v>
                </c:pt>
                <c:pt idx="30657">
                  <c:v>24.55</c:v>
                </c:pt>
                <c:pt idx="30658">
                  <c:v>24.55</c:v>
                </c:pt>
                <c:pt idx="30659">
                  <c:v>24.6</c:v>
                </c:pt>
                <c:pt idx="30660">
                  <c:v>24.6</c:v>
                </c:pt>
                <c:pt idx="30661">
                  <c:v>24.6</c:v>
                </c:pt>
                <c:pt idx="30662">
                  <c:v>24.6</c:v>
                </c:pt>
                <c:pt idx="30663">
                  <c:v>24.6</c:v>
                </c:pt>
                <c:pt idx="30664">
                  <c:v>24.55</c:v>
                </c:pt>
                <c:pt idx="30665">
                  <c:v>24.5</c:v>
                </c:pt>
                <c:pt idx="30666">
                  <c:v>24.5</c:v>
                </c:pt>
                <c:pt idx="30667">
                  <c:v>24.45</c:v>
                </c:pt>
                <c:pt idx="30668">
                  <c:v>24.4</c:v>
                </c:pt>
                <c:pt idx="30669">
                  <c:v>24.4</c:v>
                </c:pt>
                <c:pt idx="30670">
                  <c:v>24.35</c:v>
                </c:pt>
                <c:pt idx="30671">
                  <c:v>24.35</c:v>
                </c:pt>
                <c:pt idx="30672">
                  <c:v>24.35</c:v>
                </c:pt>
                <c:pt idx="30673">
                  <c:v>24.35</c:v>
                </c:pt>
                <c:pt idx="30674">
                  <c:v>24.35</c:v>
                </c:pt>
                <c:pt idx="30675">
                  <c:v>24.4</c:v>
                </c:pt>
                <c:pt idx="30676">
                  <c:v>24.4</c:v>
                </c:pt>
                <c:pt idx="30677">
                  <c:v>24.4</c:v>
                </c:pt>
                <c:pt idx="30678">
                  <c:v>24.4</c:v>
                </c:pt>
                <c:pt idx="30679">
                  <c:v>24.45</c:v>
                </c:pt>
                <c:pt idx="30680">
                  <c:v>24.45</c:v>
                </c:pt>
                <c:pt idx="30681">
                  <c:v>24.45</c:v>
                </c:pt>
                <c:pt idx="30682">
                  <c:v>24.45</c:v>
                </c:pt>
                <c:pt idx="30683">
                  <c:v>24.45</c:v>
                </c:pt>
                <c:pt idx="30684">
                  <c:v>24.5</c:v>
                </c:pt>
                <c:pt idx="30685">
                  <c:v>24.5</c:v>
                </c:pt>
                <c:pt idx="30686">
                  <c:v>24.55</c:v>
                </c:pt>
                <c:pt idx="30687">
                  <c:v>24.55</c:v>
                </c:pt>
                <c:pt idx="30688">
                  <c:v>24.55</c:v>
                </c:pt>
                <c:pt idx="30689">
                  <c:v>24.6</c:v>
                </c:pt>
                <c:pt idx="30690">
                  <c:v>24.6</c:v>
                </c:pt>
                <c:pt idx="30691">
                  <c:v>24.6</c:v>
                </c:pt>
                <c:pt idx="30692">
                  <c:v>24.6</c:v>
                </c:pt>
                <c:pt idx="30693">
                  <c:v>24.55</c:v>
                </c:pt>
                <c:pt idx="30694">
                  <c:v>24.55</c:v>
                </c:pt>
                <c:pt idx="30695">
                  <c:v>24.5</c:v>
                </c:pt>
                <c:pt idx="30696">
                  <c:v>24.45</c:v>
                </c:pt>
                <c:pt idx="30697">
                  <c:v>24.4</c:v>
                </c:pt>
                <c:pt idx="30698">
                  <c:v>24.35</c:v>
                </c:pt>
                <c:pt idx="30699">
                  <c:v>24.35</c:v>
                </c:pt>
                <c:pt idx="30700">
                  <c:v>24.35</c:v>
                </c:pt>
                <c:pt idx="30701">
                  <c:v>24.35</c:v>
                </c:pt>
                <c:pt idx="30702">
                  <c:v>24.3</c:v>
                </c:pt>
                <c:pt idx="30703">
                  <c:v>24.3</c:v>
                </c:pt>
                <c:pt idx="30704">
                  <c:v>24.3</c:v>
                </c:pt>
                <c:pt idx="30705">
                  <c:v>24.3</c:v>
                </c:pt>
                <c:pt idx="30706">
                  <c:v>24.35</c:v>
                </c:pt>
                <c:pt idx="30707">
                  <c:v>24.35</c:v>
                </c:pt>
                <c:pt idx="30708">
                  <c:v>24.35</c:v>
                </c:pt>
                <c:pt idx="30709">
                  <c:v>24.4</c:v>
                </c:pt>
                <c:pt idx="30710">
                  <c:v>24.4</c:v>
                </c:pt>
                <c:pt idx="30711">
                  <c:v>24.4</c:v>
                </c:pt>
                <c:pt idx="30712">
                  <c:v>24.45</c:v>
                </c:pt>
                <c:pt idx="30713">
                  <c:v>24.45</c:v>
                </c:pt>
                <c:pt idx="30714">
                  <c:v>24.5</c:v>
                </c:pt>
                <c:pt idx="30715">
                  <c:v>24.5</c:v>
                </c:pt>
                <c:pt idx="30716">
                  <c:v>24.5</c:v>
                </c:pt>
                <c:pt idx="30717">
                  <c:v>24.55</c:v>
                </c:pt>
                <c:pt idx="30718">
                  <c:v>24.55</c:v>
                </c:pt>
                <c:pt idx="30719">
                  <c:v>24.6</c:v>
                </c:pt>
                <c:pt idx="30720">
                  <c:v>24.6</c:v>
                </c:pt>
                <c:pt idx="30721">
                  <c:v>24.65</c:v>
                </c:pt>
                <c:pt idx="30722">
                  <c:v>24.6</c:v>
                </c:pt>
                <c:pt idx="30723">
                  <c:v>24.6</c:v>
                </c:pt>
                <c:pt idx="30724">
                  <c:v>24.55</c:v>
                </c:pt>
                <c:pt idx="30725">
                  <c:v>24.55</c:v>
                </c:pt>
                <c:pt idx="30726">
                  <c:v>24.5</c:v>
                </c:pt>
                <c:pt idx="30727">
                  <c:v>24.45</c:v>
                </c:pt>
                <c:pt idx="30728">
                  <c:v>24.4</c:v>
                </c:pt>
                <c:pt idx="30729">
                  <c:v>24.4</c:v>
                </c:pt>
                <c:pt idx="30730">
                  <c:v>24.35</c:v>
                </c:pt>
                <c:pt idx="30731">
                  <c:v>24.35</c:v>
                </c:pt>
                <c:pt idx="30732">
                  <c:v>24.35</c:v>
                </c:pt>
                <c:pt idx="30733">
                  <c:v>24.35</c:v>
                </c:pt>
                <c:pt idx="30734">
                  <c:v>24.35</c:v>
                </c:pt>
                <c:pt idx="30735">
                  <c:v>24.35</c:v>
                </c:pt>
                <c:pt idx="30736">
                  <c:v>24.35</c:v>
                </c:pt>
                <c:pt idx="30737">
                  <c:v>24.35</c:v>
                </c:pt>
                <c:pt idx="30738">
                  <c:v>24.4</c:v>
                </c:pt>
                <c:pt idx="30739">
                  <c:v>24.4</c:v>
                </c:pt>
                <c:pt idx="30740">
                  <c:v>24.4</c:v>
                </c:pt>
                <c:pt idx="30741">
                  <c:v>24.45</c:v>
                </c:pt>
                <c:pt idx="30742">
                  <c:v>24.45</c:v>
                </c:pt>
                <c:pt idx="30743">
                  <c:v>24.45</c:v>
                </c:pt>
                <c:pt idx="30744">
                  <c:v>24.45</c:v>
                </c:pt>
                <c:pt idx="30745">
                  <c:v>24.5</c:v>
                </c:pt>
                <c:pt idx="30746">
                  <c:v>24.55</c:v>
                </c:pt>
                <c:pt idx="30747">
                  <c:v>24.55</c:v>
                </c:pt>
                <c:pt idx="30748">
                  <c:v>24.6</c:v>
                </c:pt>
                <c:pt idx="30749">
                  <c:v>24.6</c:v>
                </c:pt>
                <c:pt idx="30750">
                  <c:v>24.6</c:v>
                </c:pt>
                <c:pt idx="30751">
                  <c:v>24.6</c:v>
                </c:pt>
                <c:pt idx="30752">
                  <c:v>24.6</c:v>
                </c:pt>
                <c:pt idx="30753">
                  <c:v>24.6</c:v>
                </c:pt>
                <c:pt idx="30754">
                  <c:v>24.55</c:v>
                </c:pt>
                <c:pt idx="30755">
                  <c:v>24.5</c:v>
                </c:pt>
                <c:pt idx="30756">
                  <c:v>24.45</c:v>
                </c:pt>
                <c:pt idx="30757">
                  <c:v>24.4</c:v>
                </c:pt>
                <c:pt idx="30758">
                  <c:v>24.35</c:v>
                </c:pt>
                <c:pt idx="30759">
                  <c:v>24.35</c:v>
                </c:pt>
                <c:pt idx="30760">
                  <c:v>24.3</c:v>
                </c:pt>
                <c:pt idx="30761">
                  <c:v>24.3</c:v>
                </c:pt>
                <c:pt idx="30762">
                  <c:v>24.3</c:v>
                </c:pt>
                <c:pt idx="30763">
                  <c:v>24.3</c:v>
                </c:pt>
                <c:pt idx="30764">
                  <c:v>24.35</c:v>
                </c:pt>
                <c:pt idx="30765">
                  <c:v>24.35</c:v>
                </c:pt>
                <c:pt idx="30766">
                  <c:v>24.35</c:v>
                </c:pt>
                <c:pt idx="30767">
                  <c:v>24.35</c:v>
                </c:pt>
                <c:pt idx="30768">
                  <c:v>24.4</c:v>
                </c:pt>
                <c:pt idx="30769">
                  <c:v>24.4</c:v>
                </c:pt>
                <c:pt idx="30770">
                  <c:v>24.4</c:v>
                </c:pt>
                <c:pt idx="30771">
                  <c:v>24.45</c:v>
                </c:pt>
                <c:pt idx="30772">
                  <c:v>24.45</c:v>
                </c:pt>
                <c:pt idx="30773">
                  <c:v>24.5</c:v>
                </c:pt>
                <c:pt idx="30774">
                  <c:v>24.5</c:v>
                </c:pt>
                <c:pt idx="30775">
                  <c:v>24.5</c:v>
                </c:pt>
                <c:pt idx="30776">
                  <c:v>24.55</c:v>
                </c:pt>
                <c:pt idx="30777">
                  <c:v>24.55</c:v>
                </c:pt>
                <c:pt idx="30778">
                  <c:v>24.6</c:v>
                </c:pt>
                <c:pt idx="30779">
                  <c:v>24.6</c:v>
                </c:pt>
                <c:pt idx="30780">
                  <c:v>24.6</c:v>
                </c:pt>
                <c:pt idx="30781">
                  <c:v>24.65</c:v>
                </c:pt>
                <c:pt idx="30782">
                  <c:v>24.6</c:v>
                </c:pt>
                <c:pt idx="30783">
                  <c:v>24.6</c:v>
                </c:pt>
                <c:pt idx="30784">
                  <c:v>24.55</c:v>
                </c:pt>
                <c:pt idx="30785">
                  <c:v>24.5</c:v>
                </c:pt>
                <c:pt idx="30786">
                  <c:v>24.5</c:v>
                </c:pt>
                <c:pt idx="30787">
                  <c:v>24.45</c:v>
                </c:pt>
                <c:pt idx="30788">
                  <c:v>24.4</c:v>
                </c:pt>
                <c:pt idx="30789">
                  <c:v>24.35</c:v>
                </c:pt>
                <c:pt idx="30790">
                  <c:v>24.35</c:v>
                </c:pt>
                <c:pt idx="30791">
                  <c:v>24.35</c:v>
                </c:pt>
                <c:pt idx="30792">
                  <c:v>24.3</c:v>
                </c:pt>
                <c:pt idx="30793">
                  <c:v>24.3</c:v>
                </c:pt>
                <c:pt idx="30794">
                  <c:v>24.3</c:v>
                </c:pt>
                <c:pt idx="30795">
                  <c:v>24.35</c:v>
                </c:pt>
                <c:pt idx="30796">
                  <c:v>24.35</c:v>
                </c:pt>
                <c:pt idx="30797">
                  <c:v>24.35</c:v>
                </c:pt>
                <c:pt idx="30798">
                  <c:v>24.35</c:v>
                </c:pt>
                <c:pt idx="30799">
                  <c:v>24.4</c:v>
                </c:pt>
                <c:pt idx="30800">
                  <c:v>24.4</c:v>
                </c:pt>
                <c:pt idx="30801">
                  <c:v>24.45</c:v>
                </c:pt>
                <c:pt idx="30802">
                  <c:v>24.45</c:v>
                </c:pt>
                <c:pt idx="30803">
                  <c:v>24.45</c:v>
                </c:pt>
                <c:pt idx="30804">
                  <c:v>24.5</c:v>
                </c:pt>
                <c:pt idx="30805">
                  <c:v>24.5</c:v>
                </c:pt>
                <c:pt idx="30806">
                  <c:v>24.5</c:v>
                </c:pt>
                <c:pt idx="30807">
                  <c:v>24.55</c:v>
                </c:pt>
                <c:pt idx="30808">
                  <c:v>24.55</c:v>
                </c:pt>
                <c:pt idx="30809">
                  <c:v>24.6</c:v>
                </c:pt>
                <c:pt idx="30810">
                  <c:v>24.6</c:v>
                </c:pt>
                <c:pt idx="30811">
                  <c:v>24.6</c:v>
                </c:pt>
                <c:pt idx="30812">
                  <c:v>24.6</c:v>
                </c:pt>
                <c:pt idx="30813">
                  <c:v>24.6</c:v>
                </c:pt>
                <c:pt idx="30814">
                  <c:v>24.55</c:v>
                </c:pt>
                <c:pt idx="30815">
                  <c:v>24.5</c:v>
                </c:pt>
                <c:pt idx="30816">
                  <c:v>24.45</c:v>
                </c:pt>
                <c:pt idx="30817">
                  <c:v>24.4</c:v>
                </c:pt>
                <c:pt idx="30818">
                  <c:v>24.35</c:v>
                </c:pt>
                <c:pt idx="30819">
                  <c:v>24.35</c:v>
                </c:pt>
                <c:pt idx="30820">
                  <c:v>24.35</c:v>
                </c:pt>
                <c:pt idx="30821">
                  <c:v>24.35</c:v>
                </c:pt>
                <c:pt idx="30822">
                  <c:v>24.3</c:v>
                </c:pt>
                <c:pt idx="30823">
                  <c:v>24.35</c:v>
                </c:pt>
                <c:pt idx="30824">
                  <c:v>24.35</c:v>
                </c:pt>
                <c:pt idx="30825">
                  <c:v>24.35</c:v>
                </c:pt>
                <c:pt idx="30826">
                  <c:v>24.35</c:v>
                </c:pt>
                <c:pt idx="30827">
                  <c:v>24.4</c:v>
                </c:pt>
                <c:pt idx="30828">
                  <c:v>24.4</c:v>
                </c:pt>
                <c:pt idx="30829">
                  <c:v>24.4</c:v>
                </c:pt>
                <c:pt idx="30830">
                  <c:v>24.45</c:v>
                </c:pt>
                <c:pt idx="30831">
                  <c:v>24.45</c:v>
                </c:pt>
                <c:pt idx="30832">
                  <c:v>24.45</c:v>
                </c:pt>
                <c:pt idx="30833">
                  <c:v>24.5</c:v>
                </c:pt>
                <c:pt idx="30834">
                  <c:v>24.5</c:v>
                </c:pt>
                <c:pt idx="30835">
                  <c:v>24.55</c:v>
                </c:pt>
                <c:pt idx="30836">
                  <c:v>24.55</c:v>
                </c:pt>
                <c:pt idx="30837">
                  <c:v>24.55</c:v>
                </c:pt>
                <c:pt idx="30838">
                  <c:v>24.55</c:v>
                </c:pt>
                <c:pt idx="30839">
                  <c:v>24.6</c:v>
                </c:pt>
                <c:pt idx="30840">
                  <c:v>24.6</c:v>
                </c:pt>
                <c:pt idx="30841">
                  <c:v>24.6</c:v>
                </c:pt>
                <c:pt idx="30842">
                  <c:v>24.6</c:v>
                </c:pt>
                <c:pt idx="30843">
                  <c:v>24.6</c:v>
                </c:pt>
                <c:pt idx="30844">
                  <c:v>24.55</c:v>
                </c:pt>
                <c:pt idx="30845">
                  <c:v>24.5</c:v>
                </c:pt>
                <c:pt idx="30846">
                  <c:v>24.5</c:v>
                </c:pt>
                <c:pt idx="30847">
                  <c:v>24.45</c:v>
                </c:pt>
                <c:pt idx="30848">
                  <c:v>24.4</c:v>
                </c:pt>
                <c:pt idx="30849">
                  <c:v>24.35</c:v>
                </c:pt>
                <c:pt idx="30850">
                  <c:v>24.35</c:v>
                </c:pt>
                <c:pt idx="30851">
                  <c:v>24.35</c:v>
                </c:pt>
                <c:pt idx="30852">
                  <c:v>24.35</c:v>
                </c:pt>
                <c:pt idx="30853">
                  <c:v>24.35</c:v>
                </c:pt>
                <c:pt idx="30854">
                  <c:v>24.35</c:v>
                </c:pt>
                <c:pt idx="30855">
                  <c:v>24.35</c:v>
                </c:pt>
                <c:pt idx="30856">
                  <c:v>24.35</c:v>
                </c:pt>
                <c:pt idx="30857">
                  <c:v>24.4</c:v>
                </c:pt>
                <c:pt idx="30858">
                  <c:v>24.4</c:v>
                </c:pt>
                <c:pt idx="30859">
                  <c:v>24.4</c:v>
                </c:pt>
                <c:pt idx="30860">
                  <c:v>24.45</c:v>
                </c:pt>
                <c:pt idx="30861">
                  <c:v>24.45</c:v>
                </c:pt>
                <c:pt idx="30862">
                  <c:v>24.45</c:v>
                </c:pt>
                <c:pt idx="30863">
                  <c:v>24.5</c:v>
                </c:pt>
                <c:pt idx="30864">
                  <c:v>24.5</c:v>
                </c:pt>
                <c:pt idx="30865">
                  <c:v>24.5</c:v>
                </c:pt>
                <c:pt idx="30866">
                  <c:v>24.55</c:v>
                </c:pt>
                <c:pt idx="30867">
                  <c:v>24.55</c:v>
                </c:pt>
                <c:pt idx="30868">
                  <c:v>24.55</c:v>
                </c:pt>
                <c:pt idx="30869">
                  <c:v>24.6</c:v>
                </c:pt>
                <c:pt idx="30870">
                  <c:v>24.6</c:v>
                </c:pt>
                <c:pt idx="30871">
                  <c:v>24.6</c:v>
                </c:pt>
                <c:pt idx="30872">
                  <c:v>24.6</c:v>
                </c:pt>
                <c:pt idx="30873">
                  <c:v>24.6</c:v>
                </c:pt>
                <c:pt idx="30874">
                  <c:v>24.55</c:v>
                </c:pt>
                <c:pt idx="30875">
                  <c:v>24.5</c:v>
                </c:pt>
                <c:pt idx="30876">
                  <c:v>24.45</c:v>
                </c:pt>
                <c:pt idx="30877">
                  <c:v>24.4</c:v>
                </c:pt>
                <c:pt idx="30878">
                  <c:v>24.35</c:v>
                </c:pt>
                <c:pt idx="30879">
                  <c:v>24.35</c:v>
                </c:pt>
                <c:pt idx="30880">
                  <c:v>24.35</c:v>
                </c:pt>
                <c:pt idx="30881">
                  <c:v>24.35</c:v>
                </c:pt>
                <c:pt idx="30882">
                  <c:v>24.35</c:v>
                </c:pt>
                <c:pt idx="30883">
                  <c:v>24.35</c:v>
                </c:pt>
                <c:pt idx="30884">
                  <c:v>24.35</c:v>
                </c:pt>
                <c:pt idx="30885">
                  <c:v>24.35</c:v>
                </c:pt>
                <c:pt idx="30886">
                  <c:v>24.35</c:v>
                </c:pt>
                <c:pt idx="30887">
                  <c:v>24.4</c:v>
                </c:pt>
                <c:pt idx="30888">
                  <c:v>24.4</c:v>
                </c:pt>
                <c:pt idx="30889">
                  <c:v>24.4</c:v>
                </c:pt>
                <c:pt idx="30890">
                  <c:v>24.4</c:v>
                </c:pt>
                <c:pt idx="30891">
                  <c:v>24.45</c:v>
                </c:pt>
                <c:pt idx="30892">
                  <c:v>24.45</c:v>
                </c:pt>
                <c:pt idx="30893">
                  <c:v>24.45</c:v>
                </c:pt>
                <c:pt idx="30894">
                  <c:v>24.5</c:v>
                </c:pt>
                <c:pt idx="30895">
                  <c:v>24.5</c:v>
                </c:pt>
                <c:pt idx="30896">
                  <c:v>24.5</c:v>
                </c:pt>
                <c:pt idx="30897">
                  <c:v>24.5</c:v>
                </c:pt>
                <c:pt idx="30898">
                  <c:v>24.55</c:v>
                </c:pt>
                <c:pt idx="30899">
                  <c:v>24.55</c:v>
                </c:pt>
                <c:pt idx="30900">
                  <c:v>24.55</c:v>
                </c:pt>
                <c:pt idx="30901">
                  <c:v>24.6</c:v>
                </c:pt>
                <c:pt idx="30902">
                  <c:v>24.55</c:v>
                </c:pt>
                <c:pt idx="30903">
                  <c:v>24.55</c:v>
                </c:pt>
                <c:pt idx="30904">
                  <c:v>24.5</c:v>
                </c:pt>
                <c:pt idx="30905">
                  <c:v>24.45</c:v>
                </c:pt>
                <c:pt idx="30906">
                  <c:v>24.45</c:v>
                </c:pt>
                <c:pt idx="30907">
                  <c:v>24.4</c:v>
                </c:pt>
                <c:pt idx="30908">
                  <c:v>24.4</c:v>
                </c:pt>
                <c:pt idx="30909">
                  <c:v>24.35</c:v>
                </c:pt>
                <c:pt idx="30910">
                  <c:v>24.35</c:v>
                </c:pt>
                <c:pt idx="30911">
                  <c:v>24.35</c:v>
                </c:pt>
                <c:pt idx="30912">
                  <c:v>24.3</c:v>
                </c:pt>
                <c:pt idx="30913">
                  <c:v>24.35</c:v>
                </c:pt>
                <c:pt idx="30914">
                  <c:v>24.35</c:v>
                </c:pt>
                <c:pt idx="30915">
                  <c:v>24.35</c:v>
                </c:pt>
                <c:pt idx="30916">
                  <c:v>24.35</c:v>
                </c:pt>
                <c:pt idx="30917">
                  <c:v>24.4</c:v>
                </c:pt>
                <c:pt idx="30918">
                  <c:v>24.4</c:v>
                </c:pt>
                <c:pt idx="30919">
                  <c:v>24.4</c:v>
                </c:pt>
                <c:pt idx="30920">
                  <c:v>24.45</c:v>
                </c:pt>
                <c:pt idx="30921">
                  <c:v>24.45</c:v>
                </c:pt>
                <c:pt idx="30922">
                  <c:v>24.45</c:v>
                </c:pt>
                <c:pt idx="30923">
                  <c:v>24.5</c:v>
                </c:pt>
                <c:pt idx="30924">
                  <c:v>24.5</c:v>
                </c:pt>
                <c:pt idx="30925">
                  <c:v>24.5</c:v>
                </c:pt>
                <c:pt idx="30926">
                  <c:v>24.55</c:v>
                </c:pt>
                <c:pt idx="30927">
                  <c:v>24.55</c:v>
                </c:pt>
                <c:pt idx="30928">
                  <c:v>24.6</c:v>
                </c:pt>
                <c:pt idx="30929">
                  <c:v>24.6</c:v>
                </c:pt>
                <c:pt idx="30930">
                  <c:v>24.6</c:v>
                </c:pt>
                <c:pt idx="30931">
                  <c:v>24.6</c:v>
                </c:pt>
                <c:pt idx="30932">
                  <c:v>24.6</c:v>
                </c:pt>
                <c:pt idx="30933">
                  <c:v>24.6</c:v>
                </c:pt>
                <c:pt idx="30934">
                  <c:v>24.55</c:v>
                </c:pt>
                <c:pt idx="30935">
                  <c:v>24.5</c:v>
                </c:pt>
                <c:pt idx="30936">
                  <c:v>24.45</c:v>
                </c:pt>
                <c:pt idx="30937">
                  <c:v>24.4</c:v>
                </c:pt>
                <c:pt idx="30938">
                  <c:v>24.35</c:v>
                </c:pt>
                <c:pt idx="30939">
                  <c:v>24.35</c:v>
                </c:pt>
                <c:pt idx="30940">
                  <c:v>24.35</c:v>
                </c:pt>
                <c:pt idx="30941">
                  <c:v>24.35</c:v>
                </c:pt>
                <c:pt idx="30942">
                  <c:v>24.35</c:v>
                </c:pt>
                <c:pt idx="30943">
                  <c:v>24.35</c:v>
                </c:pt>
                <c:pt idx="30944">
                  <c:v>24.35</c:v>
                </c:pt>
                <c:pt idx="30945">
                  <c:v>24.35</c:v>
                </c:pt>
                <c:pt idx="30946">
                  <c:v>24.35</c:v>
                </c:pt>
                <c:pt idx="30947">
                  <c:v>24.35</c:v>
                </c:pt>
                <c:pt idx="30948">
                  <c:v>24.4</c:v>
                </c:pt>
                <c:pt idx="30949">
                  <c:v>24.4</c:v>
                </c:pt>
                <c:pt idx="30950">
                  <c:v>24.4</c:v>
                </c:pt>
                <c:pt idx="30951">
                  <c:v>24.45</c:v>
                </c:pt>
                <c:pt idx="30952">
                  <c:v>24.45</c:v>
                </c:pt>
                <c:pt idx="30953">
                  <c:v>24.45</c:v>
                </c:pt>
                <c:pt idx="30954">
                  <c:v>24.5</c:v>
                </c:pt>
                <c:pt idx="30955">
                  <c:v>24.5</c:v>
                </c:pt>
                <c:pt idx="30956">
                  <c:v>24.5</c:v>
                </c:pt>
                <c:pt idx="30957">
                  <c:v>24.55</c:v>
                </c:pt>
                <c:pt idx="30958">
                  <c:v>24.55</c:v>
                </c:pt>
                <c:pt idx="30959">
                  <c:v>24.6</c:v>
                </c:pt>
                <c:pt idx="30960">
                  <c:v>24.6</c:v>
                </c:pt>
                <c:pt idx="30961">
                  <c:v>24.6</c:v>
                </c:pt>
                <c:pt idx="30962">
                  <c:v>24.6</c:v>
                </c:pt>
                <c:pt idx="30963">
                  <c:v>24.6</c:v>
                </c:pt>
                <c:pt idx="30964">
                  <c:v>24.55</c:v>
                </c:pt>
                <c:pt idx="30965">
                  <c:v>24.55</c:v>
                </c:pt>
                <c:pt idx="30966">
                  <c:v>24.5</c:v>
                </c:pt>
                <c:pt idx="30967">
                  <c:v>24.45</c:v>
                </c:pt>
                <c:pt idx="30968">
                  <c:v>24.4</c:v>
                </c:pt>
                <c:pt idx="30969">
                  <c:v>24.4</c:v>
                </c:pt>
                <c:pt idx="30970">
                  <c:v>24.4</c:v>
                </c:pt>
                <c:pt idx="30971">
                  <c:v>24.4</c:v>
                </c:pt>
                <c:pt idx="30972">
                  <c:v>24.4</c:v>
                </c:pt>
                <c:pt idx="30973">
                  <c:v>24.35</c:v>
                </c:pt>
                <c:pt idx="30974">
                  <c:v>24.35</c:v>
                </c:pt>
                <c:pt idx="30975">
                  <c:v>24.35</c:v>
                </c:pt>
                <c:pt idx="30976">
                  <c:v>24.35</c:v>
                </c:pt>
                <c:pt idx="30977">
                  <c:v>24.4</c:v>
                </c:pt>
                <c:pt idx="30978">
                  <c:v>24.4</c:v>
                </c:pt>
                <c:pt idx="30979">
                  <c:v>24.4</c:v>
                </c:pt>
                <c:pt idx="30980">
                  <c:v>24.4</c:v>
                </c:pt>
                <c:pt idx="30981">
                  <c:v>24.45</c:v>
                </c:pt>
                <c:pt idx="30982">
                  <c:v>24.45</c:v>
                </c:pt>
                <c:pt idx="30983">
                  <c:v>24.45</c:v>
                </c:pt>
                <c:pt idx="30984">
                  <c:v>24.5</c:v>
                </c:pt>
                <c:pt idx="30985">
                  <c:v>24.5</c:v>
                </c:pt>
                <c:pt idx="30986">
                  <c:v>24.5</c:v>
                </c:pt>
                <c:pt idx="30987">
                  <c:v>24.5</c:v>
                </c:pt>
                <c:pt idx="30988">
                  <c:v>24.55</c:v>
                </c:pt>
                <c:pt idx="30989">
                  <c:v>24.55</c:v>
                </c:pt>
                <c:pt idx="30990">
                  <c:v>24.6</c:v>
                </c:pt>
                <c:pt idx="30991">
                  <c:v>24.6</c:v>
                </c:pt>
                <c:pt idx="30992">
                  <c:v>24.55</c:v>
                </c:pt>
                <c:pt idx="30993">
                  <c:v>24.55</c:v>
                </c:pt>
                <c:pt idx="30994">
                  <c:v>24.5</c:v>
                </c:pt>
                <c:pt idx="30995">
                  <c:v>24.5</c:v>
                </c:pt>
                <c:pt idx="30996">
                  <c:v>24.45</c:v>
                </c:pt>
                <c:pt idx="30997">
                  <c:v>24.4</c:v>
                </c:pt>
                <c:pt idx="30998">
                  <c:v>24.35</c:v>
                </c:pt>
                <c:pt idx="30999">
                  <c:v>24.35</c:v>
                </c:pt>
                <c:pt idx="31000">
                  <c:v>24.3</c:v>
                </c:pt>
                <c:pt idx="31001">
                  <c:v>24.3</c:v>
                </c:pt>
                <c:pt idx="31002">
                  <c:v>24.3</c:v>
                </c:pt>
                <c:pt idx="31003">
                  <c:v>24.3</c:v>
                </c:pt>
                <c:pt idx="31004">
                  <c:v>24.3</c:v>
                </c:pt>
                <c:pt idx="31005">
                  <c:v>24.3</c:v>
                </c:pt>
                <c:pt idx="31006">
                  <c:v>24.35</c:v>
                </c:pt>
                <c:pt idx="31007">
                  <c:v>24.35</c:v>
                </c:pt>
                <c:pt idx="31008">
                  <c:v>24.4</c:v>
                </c:pt>
                <c:pt idx="31009">
                  <c:v>24.4</c:v>
                </c:pt>
                <c:pt idx="31010">
                  <c:v>24.4</c:v>
                </c:pt>
                <c:pt idx="31011">
                  <c:v>24.45</c:v>
                </c:pt>
                <c:pt idx="31012">
                  <c:v>24.45</c:v>
                </c:pt>
                <c:pt idx="31013">
                  <c:v>24.45</c:v>
                </c:pt>
                <c:pt idx="31014">
                  <c:v>24.5</c:v>
                </c:pt>
                <c:pt idx="31015">
                  <c:v>24.5</c:v>
                </c:pt>
                <c:pt idx="31016">
                  <c:v>24.5</c:v>
                </c:pt>
                <c:pt idx="31017">
                  <c:v>24.5</c:v>
                </c:pt>
                <c:pt idx="31018">
                  <c:v>24.55</c:v>
                </c:pt>
                <c:pt idx="31019">
                  <c:v>24.55</c:v>
                </c:pt>
                <c:pt idx="31020">
                  <c:v>24.55</c:v>
                </c:pt>
                <c:pt idx="31021">
                  <c:v>24.6</c:v>
                </c:pt>
                <c:pt idx="31022">
                  <c:v>24.55</c:v>
                </c:pt>
                <c:pt idx="31023">
                  <c:v>24.55</c:v>
                </c:pt>
                <c:pt idx="31024">
                  <c:v>24.5</c:v>
                </c:pt>
                <c:pt idx="31025">
                  <c:v>24.5</c:v>
                </c:pt>
                <c:pt idx="31026">
                  <c:v>24.45</c:v>
                </c:pt>
                <c:pt idx="31027">
                  <c:v>24.4</c:v>
                </c:pt>
                <c:pt idx="31028">
                  <c:v>24.4</c:v>
                </c:pt>
                <c:pt idx="31029">
                  <c:v>24.35</c:v>
                </c:pt>
                <c:pt idx="31030">
                  <c:v>24.35</c:v>
                </c:pt>
                <c:pt idx="31031">
                  <c:v>24.35</c:v>
                </c:pt>
                <c:pt idx="31032">
                  <c:v>24.35</c:v>
                </c:pt>
                <c:pt idx="31033">
                  <c:v>24.35</c:v>
                </c:pt>
                <c:pt idx="31034">
                  <c:v>24.35</c:v>
                </c:pt>
                <c:pt idx="31035">
                  <c:v>24.35</c:v>
                </c:pt>
                <c:pt idx="31036">
                  <c:v>24.35</c:v>
                </c:pt>
                <c:pt idx="31037">
                  <c:v>24.35</c:v>
                </c:pt>
                <c:pt idx="31038">
                  <c:v>24.4</c:v>
                </c:pt>
                <c:pt idx="31039">
                  <c:v>24.4</c:v>
                </c:pt>
                <c:pt idx="31040">
                  <c:v>24.4</c:v>
                </c:pt>
                <c:pt idx="31041">
                  <c:v>24.4</c:v>
                </c:pt>
                <c:pt idx="31042">
                  <c:v>24.4</c:v>
                </c:pt>
                <c:pt idx="31043">
                  <c:v>24.45</c:v>
                </c:pt>
                <c:pt idx="31044">
                  <c:v>24.45</c:v>
                </c:pt>
                <c:pt idx="31045">
                  <c:v>24.45</c:v>
                </c:pt>
                <c:pt idx="31046">
                  <c:v>24.5</c:v>
                </c:pt>
                <c:pt idx="31047">
                  <c:v>24.5</c:v>
                </c:pt>
                <c:pt idx="31048">
                  <c:v>24.55</c:v>
                </c:pt>
                <c:pt idx="31049">
                  <c:v>24.55</c:v>
                </c:pt>
                <c:pt idx="31050">
                  <c:v>24.55</c:v>
                </c:pt>
                <c:pt idx="31051">
                  <c:v>24.55</c:v>
                </c:pt>
                <c:pt idx="31052">
                  <c:v>24.55</c:v>
                </c:pt>
                <c:pt idx="31053">
                  <c:v>24.55</c:v>
                </c:pt>
                <c:pt idx="31054">
                  <c:v>24.55</c:v>
                </c:pt>
                <c:pt idx="31055">
                  <c:v>24.5</c:v>
                </c:pt>
                <c:pt idx="31056">
                  <c:v>24.45</c:v>
                </c:pt>
                <c:pt idx="31057">
                  <c:v>24.45</c:v>
                </c:pt>
                <c:pt idx="31058">
                  <c:v>24.4</c:v>
                </c:pt>
                <c:pt idx="31059">
                  <c:v>24.35</c:v>
                </c:pt>
                <c:pt idx="31060">
                  <c:v>24.35</c:v>
                </c:pt>
                <c:pt idx="31061">
                  <c:v>24.35</c:v>
                </c:pt>
                <c:pt idx="31062">
                  <c:v>24.35</c:v>
                </c:pt>
                <c:pt idx="31063">
                  <c:v>24.35</c:v>
                </c:pt>
                <c:pt idx="31064">
                  <c:v>24.35</c:v>
                </c:pt>
                <c:pt idx="31065">
                  <c:v>24.35</c:v>
                </c:pt>
                <c:pt idx="31066">
                  <c:v>24.35</c:v>
                </c:pt>
                <c:pt idx="31067">
                  <c:v>24.35</c:v>
                </c:pt>
                <c:pt idx="31068">
                  <c:v>24.35</c:v>
                </c:pt>
                <c:pt idx="31069">
                  <c:v>24.35</c:v>
                </c:pt>
                <c:pt idx="31070">
                  <c:v>24.35</c:v>
                </c:pt>
                <c:pt idx="31071">
                  <c:v>24.4</c:v>
                </c:pt>
                <c:pt idx="31072">
                  <c:v>24.4</c:v>
                </c:pt>
                <c:pt idx="31073">
                  <c:v>24.4</c:v>
                </c:pt>
                <c:pt idx="31074">
                  <c:v>24.4</c:v>
                </c:pt>
                <c:pt idx="31075">
                  <c:v>24.45</c:v>
                </c:pt>
                <c:pt idx="31076">
                  <c:v>24.45</c:v>
                </c:pt>
                <c:pt idx="31077">
                  <c:v>24.5</c:v>
                </c:pt>
                <c:pt idx="31078">
                  <c:v>24.5</c:v>
                </c:pt>
                <c:pt idx="31079">
                  <c:v>24.55</c:v>
                </c:pt>
                <c:pt idx="31080">
                  <c:v>24.55</c:v>
                </c:pt>
                <c:pt idx="31081">
                  <c:v>24.55</c:v>
                </c:pt>
                <c:pt idx="31082">
                  <c:v>24.6</c:v>
                </c:pt>
                <c:pt idx="31083">
                  <c:v>24.55</c:v>
                </c:pt>
                <c:pt idx="31084">
                  <c:v>24.55</c:v>
                </c:pt>
                <c:pt idx="31085">
                  <c:v>24.5</c:v>
                </c:pt>
                <c:pt idx="31086">
                  <c:v>24.45</c:v>
                </c:pt>
                <c:pt idx="31087">
                  <c:v>24.4</c:v>
                </c:pt>
                <c:pt idx="31088">
                  <c:v>24.4</c:v>
                </c:pt>
                <c:pt idx="31089">
                  <c:v>24.35</c:v>
                </c:pt>
                <c:pt idx="31090">
                  <c:v>24.35</c:v>
                </c:pt>
                <c:pt idx="31091">
                  <c:v>24.35</c:v>
                </c:pt>
                <c:pt idx="31092">
                  <c:v>24.3</c:v>
                </c:pt>
                <c:pt idx="31093">
                  <c:v>24.3</c:v>
                </c:pt>
                <c:pt idx="31094">
                  <c:v>24.35</c:v>
                </c:pt>
                <c:pt idx="31095">
                  <c:v>24.35</c:v>
                </c:pt>
                <c:pt idx="31096">
                  <c:v>24.35</c:v>
                </c:pt>
                <c:pt idx="31097">
                  <c:v>24.35</c:v>
                </c:pt>
                <c:pt idx="31098">
                  <c:v>24.35</c:v>
                </c:pt>
                <c:pt idx="31099">
                  <c:v>24.35</c:v>
                </c:pt>
                <c:pt idx="31100">
                  <c:v>24.35</c:v>
                </c:pt>
                <c:pt idx="31101">
                  <c:v>24.35</c:v>
                </c:pt>
                <c:pt idx="31102">
                  <c:v>24.4</c:v>
                </c:pt>
                <c:pt idx="31103">
                  <c:v>24.4</c:v>
                </c:pt>
                <c:pt idx="31104">
                  <c:v>24.45</c:v>
                </c:pt>
                <c:pt idx="31105">
                  <c:v>24.45</c:v>
                </c:pt>
                <c:pt idx="31106">
                  <c:v>24.45</c:v>
                </c:pt>
                <c:pt idx="31107">
                  <c:v>24.5</c:v>
                </c:pt>
                <c:pt idx="31108">
                  <c:v>24.5</c:v>
                </c:pt>
                <c:pt idx="31109">
                  <c:v>24.5</c:v>
                </c:pt>
                <c:pt idx="31110">
                  <c:v>24.55</c:v>
                </c:pt>
                <c:pt idx="31111">
                  <c:v>24.55</c:v>
                </c:pt>
                <c:pt idx="31112">
                  <c:v>24.55</c:v>
                </c:pt>
                <c:pt idx="31113">
                  <c:v>24.55</c:v>
                </c:pt>
                <c:pt idx="31114">
                  <c:v>24.5</c:v>
                </c:pt>
                <c:pt idx="31115">
                  <c:v>24.45</c:v>
                </c:pt>
                <c:pt idx="31116">
                  <c:v>24.45</c:v>
                </c:pt>
                <c:pt idx="31117">
                  <c:v>24.4</c:v>
                </c:pt>
                <c:pt idx="31118">
                  <c:v>24.4</c:v>
                </c:pt>
                <c:pt idx="31119">
                  <c:v>24.35</c:v>
                </c:pt>
                <c:pt idx="31120">
                  <c:v>24.35</c:v>
                </c:pt>
                <c:pt idx="31121">
                  <c:v>24.3</c:v>
                </c:pt>
                <c:pt idx="31122">
                  <c:v>24.3</c:v>
                </c:pt>
                <c:pt idx="31123">
                  <c:v>24.3</c:v>
                </c:pt>
                <c:pt idx="31124">
                  <c:v>24.3</c:v>
                </c:pt>
                <c:pt idx="31125">
                  <c:v>24.35</c:v>
                </c:pt>
                <c:pt idx="31126">
                  <c:v>24.35</c:v>
                </c:pt>
                <c:pt idx="31127">
                  <c:v>24.35</c:v>
                </c:pt>
                <c:pt idx="31128">
                  <c:v>24.35</c:v>
                </c:pt>
                <c:pt idx="31129">
                  <c:v>24.35</c:v>
                </c:pt>
                <c:pt idx="31130">
                  <c:v>24.4</c:v>
                </c:pt>
                <c:pt idx="31131">
                  <c:v>24.4</c:v>
                </c:pt>
                <c:pt idx="31132">
                  <c:v>24.4</c:v>
                </c:pt>
                <c:pt idx="31133">
                  <c:v>24.4</c:v>
                </c:pt>
                <c:pt idx="31134">
                  <c:v>24.45</c:v>
                </c:pt>
                <c:pt idx="31135">
                  <c:v>24.45</c:v>
                </c:pt>
                <c:pt idx="31136">
                  <c:v>24.45</c:v>
                </c:pt>
                <c:pt idx="31137">
                  <c:v>24.5</c:v>
                </c:pt>
                <c:pt idx="31138">
                  <c:v>24.5</c:v>
                </c:pt>
                <c:pt idx="31139">
                  <c:v>24.55</c:v>
                </c:pt>
                <c:pt idx="31140">
                  <c:v>24.55</c:v>
                </c:pt>
                <c:pt idx="31141">
                  <c:v>24.55</c:v>
                </c:pt>
                <c:pt idx="31142">
                  <c:v>24.55</c:v>
                </c:pt>
                <c:pt idx="31143">
                  <c:v>24.55</c:v>
                </c:pt>
                <c:pt idx="31144">
                  <c:v>24.5</c:v>
                </c:pt>
                <c:pt idx="31145">
                  <c:v>24.5</c:v>
                </c:pt>
                <c:pt idx="31146">
                  <c:v>24.45</c:v>
                </c:pt>
                <c:pt idx="31147">
                  <c:v>24.4</c:v>
                </c:pt>
                <c:pt idx="31148">
                  <c:v>24.4</c:v>
                </c:pt>
                <c:pt idx="31149">
                  <c:v>24.35</c:v>
                </c:pt>
                <c:pt idx="31150">
                  <c:v>24.35</c:v>
                </c:pt>
                <c:pt idx="31151">
                  <c:v>24.35</c:v>
                </c:pt>
                <c:pt idx="31152">
                  <c:v>24.3</c:v>
                </c:pt>
                <c:pt idx="31153">
                  <c:v>24.3</c:v>
                </c:pt>
                <c:pt idx="31154">
                  <c:v>24.35</c:v>
                </c:pt>
                <c:pt idx="31155">
                  <c:v>24.35</c:v>
                </c:pt>
                <c:pt idx="31156">
                  <c:v>24.35</c:v>
                </c:pt>
                <c:pt idx="31157">
                  <c:v>24.35</c:v>
                </c:pt>
                <c:pt idx="31158">
                  <c:v>24.35</c:v>
                </c:pt>
                <c:pt idx="31159">
                  <c:v>24.35</c:v>
                </c:pt>
                <c:pt idx="31160">
                  <c:v>24.35</c:v>
                </c:pt>
                <c:pt idx="31161">
                  <c:v>24.4</c:v>
                </c:pt>
                <c:pt idx="31162">
                  <c:v>24.4</c:v>
                </c:pt>
                <c:pt idx="31163">
                  <c:v>24.45</c:v>
                </c:pt>
                <c:pt idx="31164">
                  <c:v>24.45</c:v>
                </c:pt>
                <c:pt idx="31165">
                  <c:v>24.45</c:v>
                </c:pt>
                <c:pt idx="31166">
                  <c:v>24.5</c:v>
                </c:pt>
                <c:pt idx="31167">
                  <c:v>24.5</c:v>
                </c:pt>
                <c:pt idx="31168">
                  <c:v>24.5</c:v>
                </c:pt>
                <c:pt idx="31169">
                  <c:v>24.55</c:v>
                </c:pt>
                <c:pt idx="31170">
                  <c:v>24.55</c:v>
                </c:pt>
                <c:pt idx="31171">
                  <c:v>24.55</c:v>
                </c:pt>
                <c:pt idx="31172">
                  <c:v>24.55</c:v>
                </c:pt>
                <c:pt idx="31173">
                  <c:v>24.55</c:v>
                </c:pt>
                <c:pt idx="31174">
                  <c:v>24.5</c:v>
                </c:pt>
                <c:pt idx="31175">
                  <c:v>24.5</c:v>
                </c:pt>
                <c:pt idx="31176">
                  <c:v>24.45</c:v>
                </c:pt>
                <c:pt idx="31177">
                  <c:v>24.4</c:v>
                </c:pt>
                <c:pt idx="31178">
                  <c:v>24.4</c:v>
                </c:pt>
                <c:pt idx="31179">
                  <c:v>24.35</c:v>
                </c:pt>
                <c:pt idx="31180">
                  <c:v>24.35</c:v>
                </c:pt>
                <c:pt idx="31181">
                  <c:v>24.35</c:v>
                </c:pt>
                <c:pt idx="31182">
                  <c:v>24.35</c:v>
                </c:pt>
                <c:pt idx="31183">
                  <c:v>24.35</c:v>
                </c:pt>
                <c:pt idx="31184">
                  <c:v>24.35</c:v>
                </c:pt>
                <c:pt idx="31185">
                  <c:v>24.35</c:v>
                </c:pt>
                <c:pt idx="31186">
                  <c:v>24.35</c:v>
                </c:pt>
                <c:pt idx="31187">
                  <c:v>24.35</c:v>
                </c:pt>
                <c:pt idx="31188">
                  <c:v>24.35</c:v>
                </c:pt>
                <c:pt idx="31189">
                  <c:v>24.35</c:v>
                </c:pt>
                <c:pt idx="31190">
                  <c:v>24.4</c:v>
                </c:pt>
                <c:pt idx="31191">
                  <c:v>24.4</c:v>
                </c:pt>
                <c:pt idx="31192">
                  <c:v>24.45</c:v>
                </c:pt>
                <c:pt idx="31193">
                  <c:v>24.45</c:v>
                </c:pt>
                <c:pt idx="31194">
                  <c:v>24.45</c:v>
                </c:pt>
                <c:pt idx="31195">
                  <c:v>24.5</c:v>
                </c:pt>
                <c:pt idx="31196">
                  <c:v>24.5</c:v>
                </c:pt>
                <c:pt idx="31197">
                  <c:v>24.55</c:v>
                </c:pt>
                <c:pt idx="31198">
                  <c:v>24.55</c:v>
                </c:pt>
                <c:pt idx="31199">
                  <c:v>24.55</c:v>
                </c:pt>
                <c:pt idx="31200">
                  <c:v>24.6</c:v>
                </c:pt>
                <c:pt idx="31201">
                  <c:v>24.6</c:v>
                </c:pt>
                <c:pt idx="31202">
                  <c:v>24.6</c:v>
                </c:pt>
                <c:pt idx="31203">
                  <c:v>24.55</c:v>
                </c:pt>
                <c:pt idx="31204">
                  <c:v>24.55</c:v>
                </c:pt>
                <c:pt idx="31205">
                  <c:v>24.5</c:v>
                </c:pt>
                <c:pt idx="31206">
                  <c:v>24.45</c:v>
                </c:pt>
                <c:pt idx="31207">
                  <c:v>24.4</c:v>
                </c:pt>
                <c:pt idx="31208">
                  <c:v>24.4</c:v>
                </c:pt>
                <c:pt idx="31209">
                  <c:v>24.35</c:v>
                </c:pt>
                <c:pt idx="31210">
                  <c:v>24.35</c:v>
                </c:pt>
                <c:pt idx="31211">
                  <c:v>24.35</c:v>
                </c:pt>
                <c:pt idx="31212">
                  <c:v>24.3</c:v>
                </c:pt>
                <c:pt idx="31213">
                  <c:v>24.35</c:v>
                </c:pt>
                <c:pt idx="31214">
                  <c:v>24.3</c:v>
                </c:pt>
                <c:pt idx="31215">
                  <c:v>24.35</c:v>
                </c:pt>
                <c:pt idx="31216">
                  <c:v>24.3</c:v>
                </c:pt>
                <c:pt idx="31217">
                  <c:v>24.35</c:v>
                </c:pt>
                <c:pt idx="31218">
                  <c:v>24.35</c:v>
                </c:pt>
                <c:pt idx="31219">
                  <c:v>24.35</c:v>
                </c:pt>
                <c:pt idx="31220">
                  <c:v>24.35</c:v>
                </c:pt>
                <c:pt idx="31221">
                  <c:v>24.4</c:v>
                </c:pt>
                <c:pt idx="31222">
                  <c:v>24.4</c:v>
                </c:pt>
                <c:pt idx="31223">
                  <c:v>24.4</c:v>
                </c:pt>
                <c:pt idx="31224">
                  <c:v>24.45</c:v>
                </c:pt>
                <c:pt idx="31225">
                  <c:v>24.45</c:v>
                </c:pt>
                <c:pt idx="31226">
                  <c:v>24.45</c:v>
                </c:pt>
                <c:pt idx="31227">
                  <c:v>24.5</c:v>
                </c:pt>
                <c:pt idx="31228">
                  <c:v>24.5</c:v>
                </c:pt>
                <c:pt idx="31229">
                  <c:v>24.55</c:v>
                </c:pt>
                <c:pt idx="31230">
                  <c:v>24.55</c:v>
                </c:pt>
                <c:pt idx="31231">
                  <c:v>24.55</c:v>
                </c:pt>
                <c:pt idx="31232">
                  <c:v>24.55</c:v>
                </c:pt>
                <c:pt idx="31233">
                  <c:v>24.55</c:v>
                </c:pt>
                <c:pt idx="31234">
                  <c:v>24.5</c:v>
                </c:pt>
                <c:pt idx="31235">
                  <c:v>24.5</c:v>
                </c:pt>
                <c:pt idx="31236">
                  <c:v>24.45</c:v>
                </c:pt>
                <c:pt idx="31237">
                  <c:v>24.4</c:v>
                </c:pt>
                <c:pt idx="31238">
                  <c:v>24.35</c:v>
                </c:pt>
                <c:pt idx="31239">
                  <c:v>24.35</c:v>
                </c:pt>
                <c:pt idx="31240">
                  <c:v>24.3</c:v>
                </c:pt>
                <c:pt idx="31241">
                  <c:v>24.3</c:v>
                </c:pt>
                <c:pt idx="31242">
                  <c:v>24.3</c:v>
                </c:pt>
                <c:pt idx="31243">
                  <c:v>24.3</c:v>
                </c:pt>
                <c:pt idx="31244">
                  <c:v>24.3</c:v>
                </c:pt>
                <c:pt idx="31245">
                  <c:v>24.3</c:v>
                </c:pt>
                <c:pt idx="31246">
                  <c:v>24.35</c:v>
                </c:pt>
                <c:pt idx="31247">
                  <c:v>24.35</c:v>
                </c:pt>
                <c:pt idx="31248">
                  <c:v>24.35</c:v>
                </c:pt>
                <c:pt idx="31249">
                  <c:v>24.35</c:v>
                </c:pt>
                <c:pt idx="31250">
                  <c:v>24.4</c:v>
                </c:pt>
                <c:pt idx="31251">
                  <c:v>24.4</c:v>
                </c:pt>
                <c:pt idx="31252">
                  <c:v>24.4</c:v>
                </c:pt>
                <c:pt idx="31253">
                  <c:v>24.45</c:v>
                </c:pt>
                <c:pt idx="31254">
                  <c:v>24.45</c:v>
                </c:pt>
                <c:pt idx="31255">
                  <c:v>24.45</c:v>
                </c:pt>
                <c:pt idx="31256">
                  <c:v>24.5</c:v>
                </c:pt>
                <c:pt idx="31257">
                  <c:v>24.5</c:v>
                </c:pt>
                <c:pt idx="31258">
                  <c:v>24.5</c:v>
                </c:pt>
                <c:pt idx="31259">
                  <c:v>24.5</c:v>
                </c:pt>
                <c:pt idx="31260">
                  <c:v>24.55</c:v>
                </c:pt>
                <c:pt idx="31261">
                  <c:v>24.55</c:v>
                </c:pt>
                <c:pt idx="31262">
                  <c:v>24.55</c:v>
                </c:pt>
                <c:pt idx="31263">
                  <c:v>24.55</c:v>
                </c:pt>
                <c:pt idx="31264">
                  <c:v>24.5</c:v>
                </c:pt>
                <c:pt idx="31265">
                  <c:v>24.45</c:v>
                </c:pt>
                <c:pt idx="31266">
                  <c:v>24.4</c:v>
                </c:pt>
                <c:pt idx="31267">
                  <c:v>24.35</c:v>
                </c:pt>
                <c:pt idx="31268">
                  <c:v>24.35</c:v>
                </c:pt>
                <c:pt idx="31269">
                  <c:v>24.35</c:v>
                </c:pt>
                <c:pt idx="31270">
                  <c:v>24.3</c:v>
                </c:pt>
                <c:pt idx="31271">
                  <c:v>24.3</c:v>
                </c:pt>
                <c:pt idx="31272">
                  <c:v>24.3</c:v>
                </c:pt>
                <c:pt idx="31273">
                  <c:v>24.3</c:v>
                </c:pt>
                <c:pt idx="31274">
                  <c:v>24.35</c:v>
                </c:pt>
                <c:pt idx="31275">
                  <c:v>24.3</c:v>
                </c:pt>
                <c:pt idx="31276">
                  <c:v>24.35</c:v>
                </c:pt>
                <c:pt idx="31277">
                  <c:v>24.35</c:v>
                </c:pt>
                <c:pt idx="31278">
                  <c:v>24.35</c:v>
                </c:pt>
                <c:pt idx="31279">
                  <c:v>24.4</c:v>
                </c:pt>
                <c:pt idx="31280">
                  <c:v>24.4</c:v>
                </c:pt>
                <c:pt idx="31281">
                  <c:v>24.4</c:v>
                </c:pt>
                <c:pt idx="31282">
                  <c:v>24.4</c:v>
                </c:pt>
                <c:pt idx="31283">
                  <c:v>24.45</c:v>
                </c:pt>
                <c:pt idx="31284">
                  <c:v>24.45</c:v>
                </c:pt>
                <c:pt idx="31285">
                  <c:v>24.45</c:v>
                </c:pt>
                <c:pt idx="31286">
                  <c:v>24.5</c:v>
                </c:pt>
                <c:pt idx="31287">
                  <c:v>24.5</c:v>
                </c:pt>
                <c:pt idx="31288">
                  <c:v>24.55</c:v>
                </c:pt>
                <c:pt idx="31289">
                  <c:v>24.55</c:v>
                </c:pt>
                <c:pt idx="31290">
                  <c:v>24.55</c:v>
                </c:pt>
                <c:pt idx="31291">
                  <c:v>24.6</c:v>
                </c:pt>
                <c:pt idx="31292">
                  <c:v>24.55</c:v>
                </c:pt>
                <c:pt idx="31293">
                  <c:v>24.55</c:v>
                </c:pt>
                <c:pt idx="31294">
                  <c:v>24.5</c:v>
                </c:pt>
                <c:pt idx="31295">
                  <c:v>24.45</c:v>
                </c:pt>
                <c:pt idx="31296">
                  <c:v>24.45</c:v>
                </c:pt>
                <c:pt idx="31297">
                  <c:v>24.4</c:v>
                </c:pt>
                <c:pt idx="31298">
                  <c:v>24.35</c:v>
                </c:pt>
                <c:pt idx="31299">
                  <c:v>24.35</c:v>
                </c:pt>
                <c:pt idx="31300">
                  <c:v>24.3</c:v>
                </c:pt>
                <c:pt idx="31301">
                  <c:v>24.3</c:v>
                </c:pt>
                <c:pt idx="31302">
                  <c:v>24.3</c:v>
                </c:pt>
                <c:pt idx="31303">
                  <c:v>24.3</c:v>
                </c:pt>
                <c:pt idx="31304">
                  <c:v>24.3</c:v>
                </c:pt>
                <c:pt idx="31305">
                  <c:v>24.3</c:v>
                </c:pt>
                <c:pt idx="31306">
                  <c:v>24.35</c:v>
                </c:pt>
                <c:pt idx="31307">
                  <c:v>24.35</c:v>
                </c:pt>
                <c:pt idx="31308">
                  <c:v>24.35</c:v>
                </c:pt>
                <c:pt idx="31309">
                  <c:v>24.35</c:v>
                </c:pt>
                <c:pt idx="31310">
                  <c:v>24.4</c:v>
                </c:pt>
                <c:pt idx="31311">
                  <c:v>24.4</c:v>
                </c:pt>
                <c:pt idx="31312">
                  <c:v>24.45</c:v>
                </c:pt>
                <c:pt idx="31313">
                  <c:v>24.45</c:v>
                </c:pt>
                <c:pt idx="31314">
                  <c:v>24.5</c:v>
                </c:pt>
                <c:pt idx="31315">
                  <c:v>24.5</c:v>
                </c:pt>
                <c:pt idx="31316">
                  <c:v>24.5</c:v>
                </c:pt>
                <c:pt idx="31317">
                  <c:v>24.55</c:v>
                </c:pt>
                <c:pt idx="31318">
                  <c:v>24.55</c:v>
                </c:pt>
                <c:pt idx="31319">
                  <c:v>24.55</c:v>
                </c:pt>
                <c:pt idx="31320">
                  <c:v>24.6</c:v>
                </c:pt>
                <c:pt idx="31321">
                  <c:v>24.6</c:v>
                </c:pt>
                <c:pt idx="31322">
                  <c:v>24.6</c:v>
                </c:pt>
                <c:pt idx="31323">
                  <c:v>24.55</c:v>
                </c:pt>
                <c:pt idx="31324">
                  <c:v>24.5</c:v>
                </c:pt>
                <c:pt idx="31325">
                  <c:v>24.45</c:v>
                </c:pt>
                <c:pt idx="31326">
                  <c:v>24.45</c:v>
                </c:pt>
                <c:pt idx="31327">
                  <c:v>24.4</c:v>
                </c:pt>
                <c:pt idx="31328">
                  <c:v>24.35</c:v>
                </c:pt>
                <c:pt idx="31329">
                  <c:v>24.3</c:v>
                </c:pt>
                <c:pt idx="31330">
                  <c:v>24.3</c:v>
                </c:pt>
                <c:pt idx="31331">
                  <c:v>24.3</c:v>
                </c:pt>
                <c:pt idx="31332">
                  <c:v>24.3</c:v>
                </c:pt>
                <c:pt idx="31333">
                  <c:v>24.3</c:v>
                </c:pt>
                <c:pt idx="31334">
                  <c:v>24.3</c:v>
                </c:pt>
                <c:pt idx="31335">
                  <c:v>24.3</c:v>
                </c:pt>
                <c:pt idx="31336">
                  <c:v>24.35</c:v>
                </c:pt>
                <c:pt idx="31337">
                  <c:v>24.35</c:v>
                </c:pt>
                <c:pt idx="31338">
                  <c:v>24.35</c:v>
                </c:pt>
                <c:pt idx="31339">
                  <c:v>24.4</c:v>
                </c:pt>
                <c:pt idx="31340">
                  <c:v>24.4</c:v>
                </c:pt>
                <c:pt idx="31341">
                  <c:v>24.4</c:v>
                </c:pt>
                <c:pt idx="31342">
                  <c:v>24.4</c:v>
                </c:pt>
                <c:pt idx="31343">
                  <c:v>24.45</c:v>
                </c:pt>
                <c:pt idx="31344">
                  <c:v>24.45</c:v>
                </c:pt>
                <c:pt idx="31345">
                  <c:v>24.45</c:v>
                </c:pt>
                <c:pt idx="31346">
                  <c:v>24.5</c:v>
                </c:pt>
                <c:pt idx="31347">
                  <c:v>24.5</c:v>
                </c:pt>
                <c:pt idx="31348">
                  <c:v>24.55</c:v>
                </c:pt>
                <c:pt idx="31349">
                  <c:v>24.55</c:v>
                </c:pt>
                <c:pt idx="31350">
                  <c:v>24.55</c:v>
                </c:pt>
                <c:pt idx="31351">
                  <c:v>24.55</c:v>
                </c:pt>
                <c:pt idx="31352">
                  <c:v>24.55</c:v>
                </c:pt>
                <c:pt idx="31353">
                  <c:v>24.55</c:v>
                </c:pt>
                <c:pt idx="31354">
                  <c:v>24.5</c:v>
                </c:pt>
                <c:pt idx="31355">
                  <c:v>24.45</c:v>
                </c:pt>
                <c:pt idx="31356">
                  <c:v>24.4</c:v>
                </c:pt>
                <c:pt idx="31357">
                  <c:v>24.4</c:v>
                </c:pt>
                <c:pt idx="31358">
                  <c:v>24.35</c:v>
                </c:pt>
                <c:pt idx="31359">
                  <c:v>24.35</c:v>
                </c:pt>
                <c:pt idx="31360">
                  <c:v>24.3</c:v>
                </c:pt>
                <c:pt idx="31361">
                  <c:v>24.3</c:v>
                </c:pt>
                <c:pt idx="31362">
                  <c:v>24.3</c:v>
                </c:pt>
                <c:pt idx="31363">
                  <c:v>24.3</c:v>
                </c:pt>
                <c:pt idx="31364">
                  <c:v>24.3</c:v>
                </c:pt>
                <c:pt idx="31365">
                  <c:v>24.3</c:v>
                </c:pt>
                <c:pt idx="31366">
                  <c:v>24.3</c:v>
                </c:pt>
                <c:pt idx="31367">
                  <c:v>24.3</c:v>
                </c:pt>
                <c:pt idx="31368">
                  <c:v>24.3</c:v>
                </c:pt>
                <c:pt idx="31369">
                  <c:v>24.35</c:v>
                </c:pt>
                <c:pt idx="31370">
                  <c:v>24.35</c:v>
                </c:pt>
                <c:pt idx="31371">
                  <c:v>24.35</c:v>
                </c:pt>
                <c:pt idx="31372">
                  <c:v>24.4</c:v>
                </c:pt>
                <c:pt idx="31373">
                  <c:v>24.4</c:v>
                </c:pt>
                <c:pt idx="31374">
                  <c:v>24.45</c:v>
                </c:pt>
                <c:pt idx="31375">
                  <c:v>24.45</c:v>
                </c:pt>
                <c:pt idx="31376">
                  <c:v>24.45</c:v>
                </c:pt>
                <c:pt idx="31377">
                  <c:v>24.5</c:v>
                </c:pt>
                <c:pt idx="31378">
                  <c:v>24.5</c:v>
                </c:pt>
                <c:pt idx="31379">
                  <c:v>24.5</c:v>
                </c:pt>
                <c:pt idx="31380">
                  <c:v>24.55</c:v>
                </c:pt>
                <c:pt idx="31381">
                  <c:v>24.55</c:v>
                </c:pt>
                <c:pt idx="31382">
                  <c:v>24.55</c:v>
                </c:pt>
                <c:pt idx="31383">
                  <c:v>24.55</c:v>
                </c:pt>
                <c:pt idx="31384">
                  <c:v>24.5</c:v>
                </c:pt>
                <c:pt idx="31385">
                  <c:v>24.45</c:v>
                </c:pt>
                <c:pt idx="31386">
                  <c:v>24.4</c:v>
                </c:pt>
                <c:pt idx="31387">
                  <c:v>24.4</c:v>
                </c:pt>
                <c:pt idx="31388">
                  <c:v>24.4</c:v>
                </c:pt>
                <c:pt idx="31389">
                  <c:v>24.35</c:v>
                </c:pt>
                <c:pt idx="31390">
                  <c:v>24.35</c:v>
                </c:pt>
                <c:pt idx="31391">
                  <c:v>24.3</c:v>
                </c:pt>
                <c:pt idx="31392">
                  <c:v>24.3</c:v>
                </c:pt>
                <c:pt idx="31393">
                  <c:v>24.3</c:v>
                </c:pt>
                <c:pt idx="31394">
                  <c:v>24.35</c:v>
                </c:pt>
                <c:pt idx="31395">
                  <c:v>24.35</c:v>
                </c:pt>
                <c:pt idx="31396">
                  <c:v>24.35</c:v>
                </c:pt>
                <c:pt idx="31397">
                  <c:v>24.35</c:v>
                </c:pt>
                <c:pt idx="31398">
                  <c:v>24.35</c:v>
                </c:pt>
                <c:pt idx="31399">
                  <c:v>24.4</c:v>
                </c:pt>
                <c:pt idx="31400">
                  <c:v>24.4</c:v>
                </c:pt>
                <c:pt idx="31401">
                  <c:v>24.4</c:v>
                </c:pt>
                <c:pt idx="31402">
                  <c:v>24.4</c:v>
                </c:pt>
                <c:pt idx="31403">
                  <c:v>24.45</c:v>
                </c:pt>
                <c:pt idx="31404">
                  <c:v>24.45</c:v>
                </c:pt>
                <c:pt idx="31405">
                  <c:v>24.5</c:v>
                </c:pt>
                <c:pt idx="31406">
                  <c:v>24.5</c:v>
                </c:pt>
                <c:pt idx="31407">
                  <c:v>24.5</c:v>
                </c:pt>
                <c:pt idx="31408">
                  <c:v>24.55</c:v>
                </c:pt>
                <c:pt idx="31409">
                  <c:v>24.55</c:v>
                </c:pt>
                <c:pt idx="31410">
                  <c:v>24.55</c:v>
                </c:pt>
                <c:pt idx="31411">
                  <c:v>24.55</c:v>
                </c:pt>
                <c:pt idx="31412">
                  <c:v>24.55</c:v>
                </c:pt>
                <c:pt idx="31413">
                  <c:v>24.55</c:v>
                </c:pt>
                <c:pt idx="31414">
                  <c:v>24.5</c:v>
                </c:pt>
                <c:pt idx="31415">
                  <c:v>24.5</c:v>
                </c:pt>
                <c:pt idx="31416">
                  <c:v>24.5</c:v>
                </c:pt>
                <c:pt idx="31417">
                  <c:v>24.45</c:v>
                </c:pt>
                <c:pt idx="31418">
                  <c:v>24.4</c:v>
                </c:pt>
                <c:pt idx="31419">
                  <c:v>24.35</c:v>
                </c:pt>
                <c:pt idx="31420">
                  <c:v>24.35</c:v>
                </c:pt>
                <c:pt idx="31421">
                  <c:v>24.35</c:v>
                </c:pt>
                <c:pt idx="31422">
                  <c:v>24.35</c:v>
                </c:pt>
                <c:pt idx="31423">
                  <c:v>24.3</c:v>
                </c:pt>
                <c:pt idx="31424">
                  <c:v>24.35</c:v>
                </c:pt>
                <c:pt idx="31425">
                  <c:v>24.35</c:v>
                </c:pt>
                <c:pt idx="31426">
                  <c:v>24.35</c:v>
                </c:pt>
                <c:pt idx="31427">
                  <c:v>24.35</c:v>
                </c:pt>
                <c:pt idx="31428">
                  <c:v>24.35</c:v>
                </c:pt>
                <c:pt idx="31429">
                  <c:v>24.35</c:v>
                </c:pt>
                <c:pt idx="31430">
                  <c:v>24.4</c:v>
                </c:pt>
                <c:pt idx="31431">
                  <c:v>24.4</c:v>
                </c:pt>
                <c:pt idx="31432">
                  <c:v>24.4</c:v>
                </c:pt>
                <c:pt idx="31433">
                  <c:v>24.4</c:v>
                </c:pt>
                <c:pt idx="31434">
                  <c:v>24.45</c:v>
                </c:pt>
                <c:pt idx="31435">
                  <c:v>24.45</c:v>
                </c:pt>
                <c:pt idx="31436">
                  <c:v>24.45</c:v>
                </c:pt>
                <c:pt idx="31437">
                  <c:v>24.5</c:v>
                </c:pt>
                <c:pt idx="31438">
                  <c:v>24.5</c:v>
                </c:pt>
                <c:pt idx="31439">
                  <c:v>24.55</c:v>
                </c:pt>
                <c:pt idx="31440">
                  <c:v>24.55</c:v>
                </c:pt>
                <c:pt idx="31441">
                  <c:v>24.55</c:v>
                </c:pt>
                <c:pt idx="31442">
                  <c:v>24.55</c:v>
                </c:pt>
                <c:pt idx="31443">
                  <c:v>24.55</c:v>
                </c:pt>
                <c:pt idx="31444">
                  <c:v>24.55</c:v>
                </c:pt>
                <c:pt idx="31445">
                  <c:v>24.5</c:v>
                </c:pt>
                <c:pt idx="31446">
                  <c:v>24.45</c:v>
                </c:pt>
                <c:pt idx="31447">
                  <c:v>24.45</c:v>
                </c:pt>
                <c:pt idx="31448">
                  <c:v>24.4</c:v>
                </c:pt>
                <c:pt idx="31449">
                  <c:v>24.35</c:v>
                </c:pt>
                <c:pt idx="31450">
                  <c:v>24.35</c:v>
                </c:pt>
                <c:pt idx="31451">
                  <c:v>24.35</c:v>
                </c:pt>
                <c:pt idx="31452">
                  <c:v>24.35</c:v>
                </c:pt>
                <c:pt idx="31453">
                  <c:v>24.35</c:v>
                </c:pt>
                <c:pt idx="31454">
                  <c:v>24.35</c:v>
                </c:pt>
                <c:pt idx="31455">
                  <c:v>24.35</c:v>
                </c:pt>
                <c:pt idx="31456">
                  <c:v>24.35</c:v>
                </c:pt>
                <c:pt idx="31457">
                  <c:v>24.35</c:v>
                </c:pt>
                <c:pt idx="31458">
                  <c:v>24.35</c:v>
                </c:pt>
                <c:pt idx="31459">
                  <c:v>24.35</c:v>
                </c:pt>
                <c:pt idx="31460">
                  <c:v>24.35</c:v>
                </c:pt>
                <c:pt idx="31461">
                  <c:v>24.4</c:v>
                </c:pt>
                <c:pt idx="31462">
                  <c:v>24.4</c:v>
                </c:pt>
                <c:pt idx="31463">
                  <c:v>24.4</c:v>
                </c:pt>
                <c:pt idx="31464">
                  <c:v>24.4</c:v>
                </c:pt>
                <c:pt idx="31465">
                  <c:v>24.45</c:v>
                </c:pt>
                <c:pt idx="31466">
                  <c:v>24.45</c:v>
                </c:pt>
                <c:pt idx="31467">
                  <c:v>24.5</c:v>
                </c:pt>
                <c:pt idx="31468">
                  <c:v>24.5</c:v>
                </c:pt>
                <c:pt idx="31469">
                  <c:v>24.55</c:v>
                </c:pt>
                <c:pt idx="31470">
                  <c:v>24.55</c:v>
                </c:pt>
                <c:pt idx="31471">
                  <c:v>24.55</c:v>
                </c:pt>
                <c:pt idx="31472">
                  <c:v>24.55</c:v>
                </c:pt>
                <c:pt idx="31473">
                  <c:v>24.55</c:v>
                </c:pt>
                <c:pt idx="31474">
                  <c:v>24.55</c:v>
                </c:pt>
                <c:pt idx="31475">
                  <c:v>24.5</c:v>
                </c:pt>
                <c:pt idx="31476">
                  <c:v>24.45</c:v>
                </c:pt>
                <c:pt idx="31477">
                  <c:v>24.4</c:v>
                </c:pt>
                <c:pt idx="31478">
                  <c:v>24.4</c:v>
                </c:pt>
                <c:pt idx="31479">
                  <c:v>24.35</c:v>
                </c:pt>
                <c:pt idx="31480">
                  <c:v>24.35</c:v>
                </c:pt>
                <c:pt idx="31481">
                  <c:v>24.35</c:v>
                </c:pt>
                <c:pt idx="31482">
                  <c:v>24.35</c:v>
                </c:pt>
                <c:pt idx="31483">
                  <c:v>24.35</c:v>
                </c:pt>
                <c:pt idx="31484">
                  <c:v>24.3</c:v>
                </c:pt>
                <c:pt idx="31485">
                  <c:v>24.3</c:v>
                </c:pt>
                <c:pt idx="31486">
                  <c:v>24.3</c:v>
                </c:pt>
                <c:pt idx="31487">
                  <c:v>24.3</c:v>
                </c:pt>
                <c:pt idx="31488">
                  <c:v>24.35</c:v>
                </c:pt>
                <c:pt idx="31489">
                  <c:v>24.35</c:v>
                </c:pt>
                <c:pt idx="31490">
                  <c:v>24.35</c:v>
                </c:pt>
                <c:pt idx="31491">
                  <c:v>24.35</c:v>
                </c:pt>
                <c:pt idx="31492">
                  <c:v>24.4</c:v>
                </c:pt>
                <c:pt idx="31493">
                  <c:v>24.4</c:v>
                </c:pt>
                <c:pt idx="31494">
                  <c:v>24.45</c:v>
                </c:pt>
                <c:pt idx="31495">
                  <c:v>24.45</c:v>
                </c:pt>
                <c:pt idx="31496">
                  <c:v>24.45</c:v>
                </c:pt>
                <c:pt idx="31497">
                  <c:v>24.5</c:v>
                </c:pt>
                <c:pt idx="31498">
                  <c:v>24.5</c:v>
                </c:pt>
                <c:pt idx="31499">
                  <c:v>24.55</c:v>
                </c:pt>
                <c:pt idx="31500">
                  <c:v>24.55</c:v>
                </c:pt>
                <c:pt idx="31501">
                  <c:v>24.6</c:v>
                </c:pt>
                <c:pt idx="31502">
                  <c:v>24.6</c:v>
                </c:pt>
                <c:pt idx="31503">
                  <c:v>24.55</c:v>
                </c:pt>
                <c:pt idx="31504">
                  <c:v>24.55</c:v>
                </c:pt>
                <c:pt idx="31505">
                  <c:v>24.5</c:v>
                </c:pt>
                <c:pt idx="31506">
                  <c:v>24.45</c:v>
                </c:pt>
                <c:pt idx="31507">
                  <c:v>24.45</c:v>
                </c:pt>
                <c:pt idx="31508">
                  <c:v>24.4</c:v>
                </c:pt>
                <c:pt idx="31509">
                  <c:v>24.35</c:v>
                </c:pt>
                <c:pt idx="31510">
                  <c:v>24.35</c:v>
                </c:pt>
                <c:pt idx="31511">
                  <c:v>24.35</c:v>
                </c:pt>
                <c:pt idx="31512">
                  <c:v>24.35</c:v>
                </c:pt>
                <c:pt idx="31513">
                  <c:v>24.35</c:v>
                </c:pt>
                <c:pt idx="31514">
                  <c:v>24.3</c:v>
                </c:pt>
                <c:pt idx="31515">
                  <c:v>24.3</c:v>
                </c:pt>
                <c:pt idx="31516">
                  <c:v>24.3</c:v>
                </c:pt>
                <c:pt idx="31517">
                  <c:v>24.3</c:v>
                </c:pt>
                <c:pt idx="31518">
                  <c:v>24.35</c:v>
                </c:pt>
                <c:pt idx="31519">
                  <c:v>24.35</c:v>
                </c:pt>
                <c:pt idx="31520">
                  <c:v>24.35</c:v>
                </c:pt>
                <c:pt idx="31521">
                  <c:v>24.4</c:v>
                </c:pt>
                <c:pt idx="31522">
                  <c:v>24.4</c:v>
                </c:pt>
                <c:pt idx="31523">
                  <c:v>24.45</c:v>
                </c:pt>
                <c:pt idx="31524">
                  <c:v>24.45</c:v>
                </c:pt>
                <c:pt idx="31525">
                  <c:v>24.45</c:v>
                </c:pt>
                <c:pt idx="31526">
                  <c:v>24.5</c:v>
                </c:pt>
                <c:pt idx="31527">
                  <c:v>24.5</c:v>
                </c:pt>
                <c:pt idx="31528">
                  <c:v>24.55</c:v>
                </c:pt>
                <c:pt idx="31529">
                  <c:v>24.6</c:v>
                </c:pt>
                <c:pt idx="31530">
                  <c:v>24.6</c:v>
                </c:pt>
                <c:pt idx="31531">
                  <c:v>24.6</c:v>
                </c:pt>
                <c:pt idx="31532">
                  <c:v>24.6</c:v>
                </c:pt>
                <c:pt idx="31533">
                  <c:v>24.6</c:v>
                </c:pt>
                <c:pt idx="31534">
                  <c:v>24.6</c:v>
                </c:pt>
                <c:pt idx="31535">
                  <c:v>24.55</c:v>
                </c:pt>
                <c:pt idx="31536">
                  <c:v>24.5</c:v>
                </c:pt>
                <c:pt idx="31537">
                  <c:v>24.45</c:v>
                </c:pt>
                <c:pt idx="31538">
                  <c:v>24.4</c:v>
                </c:pt>
                <c:pt idx="31539">
                  <c:v>24.35</c:v>
                </c:pt>
                <c:pt idx="31540">
                  <c:v>24.35</c:v>
                </c:pt>
                <c:pt idx="31541">
                  <c:v>24.35</c:v>
                </c:pt>
                <c:pt idx="31542">
                  <c:v>24.35</c:v>
                </c:pt>
                <c:pt idx="31543">
                  <c:v>24.35</c:v>
                </c:pt>
                <c:pt idx="31544">
                  <c:v>24.3</c:v>
                </c:pt>
                <c:pt idx="31545">
                  <c:v>24.35</c:v>
                </c:pt>
                <c:pt idx="31546">
                  <c:v>24.35</c:v>
                </c:pt>
                <c:pt idx="31547">
                  <c:v>24.35</c:v>
                </c:pt>
                <c:pt idx="31548">
                  <c:v>24.35</c:v>
                </c:pt>
                <c:pt idx="31549">
                  <c:v>24.35</c:v>
                </c:pt>
                <c:pt idx="31550">
                  <c:v>24.4</c:v>
                </c:pt>
                <c:pt idx="31551">
                  <c:v>24.4</c:v>
                </c:pt>
                <c:pt idx="31552">
                  <c:v>24.4</c:v>
                </c:pt>
                <c:pt idx="31553">
                  <c:v>24.45</c:v>
                </c:pt>
                <c:pt idx="31554">
                  <c:v>24.45</c:v>
                </c:pt>
                <c:pt idx="31555">
                  <c:v>24.5</c:v>
                </c:pt>
                <c:pt idx="31556">
                  <c:v>24.5</c:v>
                </c:pt>
                <c:pt idx="31557">
                  <c:v>24.55</c:v>
                </c:pt>
                <c:pt idx="31558">
                  <c:v>24.55</c:v>
                </c:pt>
                <c:pt idx="31559">
                  <c:v>24.55</c:v>
                </c:pt>
                <c:pt idx="31560">
                  <c:v>24.6</c:v>
                </c:pt>
                <c:pt idx="31561">
                  <c:v>24.65</c:v>
                </c:pt>
                <c:pt idx="31562">
                  <c:v>24.6</c:v>
                </c:pt>
                <c:pt idx="31563">
                  <c:v>24.6</c:v>
                </c:pt>
                <c:pt idx="31564">
                  <c:v>24.55</c:v>
                </c:pt>
                <c:pt idx="31565">
                  <c:v>24.5</c:v>
                </c:pt>
                <c:pt idx="31566">
                  <c:v>24.5</c:v>
                </c:pt>
                <c:pt idx="31567">
                  <c:v>24.45</c:v>
                </c:pt>
                <c:pt idx="31568">
                  <c:v>24.4</c:v>
                </c:pt>
                <c:pt idx="31569">
                  <c:v>24.35</c:v>
                </c:pt>
                <c:pt idx="31570">
                  <c:v>24.35</c:v>
                </c:pt>
                <c:pt idx="31571">
                  <c:v>24.35</c:v>
                </c:pt>
                <c:pt idx="31572">
                  <c:v>24.35</c:v>
                </c:pt>
                <c:pt idx="31573">
                  <c:v>24.35</c:v>
                </c:pt>
                <c:pt idx="31574">
                  <c:v>24.35</c:v>
                </c:pt>
                <c:pt idx="31575">
                  <c:v>24.35</c:v>
                </c:pt>
                <c:pt idx="31576">
                  <c:v>24.3</c:v>
                </c:pt>
                <c:pt idx="31577">
                  <c:v>24.35</c:v>
                </c:pt>
                <c:pt idx="31578">
                  <c:v>24.35</c:v>
                </c:pt>
                <c:pt idx="31579">
                  <c:v>24.4</c:v>
                </c:pt>
                <c:pt idx="31580">
                  <c:v>24.4</c:v>
                </c:pt>
                <c:pt idx="31581">
                  <c:v>24.4</c:v>
                </c:pt>
                <c:pt idx="31582">
                  <c:v>24.4</c:v>
                </c:pt>
                <c:pt idx="31583">
                  <c:v>24.45</c:v>
                </c:pt>
                <c:pt idx="31584">
                  <c:v>24.45</c:v>
                </c:pt>
                <c:pt idx="31585">
                  <c:v>24.5</c:v>
                </c:pt>
                <c:pt idx="31586">
                  <c:v>24.5</c:v>
                </c:pt>
                <c:pt idx="31587">
                  <c:v>24.5</c:v>
                </c:pt>
                <c:pt idx="31588">
                  <c:v>24.55</c:v>
                </c:pt>
                <c:pt idx="31589">
                  <c:v>24.55</c:v>
                </c:pt>
                <c:pt idx="31590">
                  <c:v>24.55</c:v>
                </c:pt>
                <c:pt idx="31591">
                  <c:v>24.6</c:v>
                </c:pt>
                <c:pt idx="31592">
                  <c:v>24.6</c:v>
                </c:pt>
                <c:pt idx="31593">
                  <c:v>24.55</c:v>
                </c:pt>
                <c:pt idx="31594">
                  <c:v>24.55</c:v>
                </c:pt>
                <c:pt idx="31595">
                  <c:v>24.5</c:v>
                </c:pt>
                <c:pt idx="31596">
                  <c:v>24.45</c:v>
                </c:pt>
                <c:pt idx="31597">
                  <c:v>24.45</c:v>
                </c:pt>
                <c:pt idx="31598">
                  <c:v>24.4</c:v>
                </c:pt>
                <c:pt idx="31599">
                  <c:v>24.4</c:v>
                </c:pt>
                <c:pt idx="31600">
                  <c:v>24.35</c:v>
                </c:pt>
                <c:pt idx="31601">
                  <c:v>24.35</c:v>
                </c:pt>
                <c:pt idx="31602">
                  <c:v>24.35</c:v>
                </c:pt>
                <c:pt idx="31603">
                  <c:v>24.35</c:v>
                </c:pt>
                <c:pt idx="31604">
                  <c:v>24.35</c:v>
                </c:pt>
                <c:pt idx="31605">
                  <c:v>24.35</c:v>
                </c:pt>
                <c:pt idx="31606">
                  <c:v>24.35</c:v>
                </c:pt>
                <c:pt idx="31607">
                  <c:v>24.35</c:v>
                </c:pt>
                <c:pt idx="31608">
                  <c:v>24.4</c:v>
                </c:pt>
                <c:pt idx="31609">
                  <c:v>24.4</c:v>
                </c:pt>
                <c:pt idx="31610">
                  <c:v>24.45</c:v>
                </c:pt>
                <c:pt idx="31611">
                  <c:v>24.45</c:v>
                </c:pt>
                <c:pt idx="31612">
                  <c:v>24.45</c:v>
                </c:pt>
                <c:pt idx="31613">
                  <c:v>24.45</c:v>
                </c:pt>
                <c:pt idx="31614">
                  <c:v>24.5</c:v>
                </c:pt>
                <c:pt idx="31615">
                  <c:v>24.5</c:v>
                </c:pt>
                <c:pt idx="31616">
                  <c:v>24.5</c:v>
                </c:pt>
                <c:pt idx="31617">
                  <c:v>24.55</c:v>
                </c:pt>
                <c:pt idx="31618">
                  <c:v>24.55</c:v>
                </c:pt>
                <c:pt idx="31619">
                  <c:v>24.55</c:v>
                </c:pt>
                <c:pt idx="31620">
                  <c:v>24.6</c:v>
                </c:pt>
                <c:pt idx="31621">
                  <c:v>24.6</c:v>
                </c:pt>
                <c:pt idx="31622">
                  <c:v>24.55</c:v>
                </c:pt>
                <c:pt idx="31623">
                  <c:v>24.55</c:v>
                </c:pt>
                <c:pt idx="31624">
                  <c:v>24.5</c:v>
                </c:pt>
                <c:pt idx="31625">
                  <c:v>24.5</c:v>
                </c:pt>
                <c:pt idx="31626">
                  <c:v>24.45</c:v>
                </c:pt>
                <c:pt idx="31627">
                  <c:v>24.4</c:v>
                </c:pt>
                <c:pt idx="31628">
                  <c:v>24.35</c:v>
                </c:pt>
                <c:pt idx="31629">
                  <c:v>24.35</c:v>
                </c:pt>
                <c:pt idx="31630">
                  <c:v>24.35</c:v>
                </c:pt>
                <c:pt idx="31631">
                  <c:v>24.3</c:v>
                </c:pt>
                <c:pt idx="31632">
                  <c:v>24.3</c:v>
                </c:pt>
                <c:pt idx="31633">
                  <c:v>24.3</c:v>
                </c:pt>
                <c:pt idx="31634">
                  <c:v>24.3</c:v>
                </c:pt>
                <c:pt idx="31635">
                  <c:v>24.35</c:v>
                </c:pt>
                <c:pt idx="31636">
                  <c:v>24.35</c:v>
                </c:pt>
                <c:pt idx="31637">
                  <c:v>24.35</c:v>
                </c:pt>
                <c:pt idx="31638">
                  <c:v>24.35</c:v>
                </c:pt>
                <c:pt idx="31639">
                  <c:v>24.4</c:v>
                </c:pt>
                <c:pt idx="31640">
                  <c:v>24.4</c:v>
                </c:pt>
                <c:pt idx="31641">
                  <c:v>24.4</c:v>
                </c:pt>
                <c:pt idx="31642">
                  <c:v>24.4</c:v>
                </c:pt>
                <c:pt idx="31643">
                  <c:v>24.45</c:v>
                </c:pt>
                <c:pt idx="31644">
                  <c:v>24.45</c:v>
                </c:pt>
                <c:pt idx="31645">
                  <c:v>24.45</c:v>
                </c:pt>
                <c:pt idx="31646">
                  <c:v>24.5</c:v>
                </c:pt>
                <c:pt idx="31647">
                  <c:v>24.5</c:v>
                </c:pt>
                <c:pt idx="31648">
                  <c:v>24.5</c:v>
                </c:pt>
                <c:pt idx="31649">
                  <c:v>24.55</c:v>
                </c:pt>
                <c:pt idx="31650">
                  <c:v>24.55</c:v>
                </c:pt>
                <c:pt idx="31651">
                  <c:v>24.55</c:v>
                </c:pt>
                <c:pt idx="31652">
                  <c:v>24.55</c:v>
                </c:pt>
                <c:pt idx="31653">
                  <c:v>24.55</c:v>
                </c:pt>
                <c:pt idx="31654">
                  <c:v>24.5</c:v>
                </c:pt>
                <c:pt idx="31655">
                  <c:v>24.45</c:v>
                </c:pt>
                <c:pt idx="31656">
                  <c:v>24.45</c:v>
                </c:pt>
                <c:pt idx="31657">
                  <c:v>24.4</c:v>
                </c:pt>
                <c:pt idx="31658">
                  <c:v>24.35</c:v>
                </c:pt>
                <c:pt idx="31659">
                  <c:v>24.35</c:v>
                </c:pt>
                <c:pt idx="31660">
                  <c:v>24.35</c:v>
                </c:pt>
                <c:pt idx="31661">
                  <c:v>24.3</c:v>
                </c:pt>
                <c:pt idx="31662">
                  <c:v>24.35</c:v>
                </c:pt>
                <c:pt idx="31663">
                  <c:v>24.35</c:v>
                </c:pt>
                <c:pt idx="31664">
                  <c:v>24.3</c:v>
                </c:pt>
                <c:pt idx="31665">
                  <c:v>24.35</c:v>
                </c:pt>
                <c:pt idx="31666">
                  <c:v>24.35</c:v>
                </c:pt>
                <c:pt idx="31667">
                  <c:v>24.35</c:v>
                </c:pt>
                <c:pt idx="31668">
                  <c:v>24.35</c:v>
                </c:pt>
                <c:pt idx="31669">
                  <c:v>24.35</c:v>
                </c:pt>
                <c:pt idx="31670">
                  <c:v>24.4</c:v>
                </c:pt>
                <c:pt idx="31671">
                  <c:v>24.4</c:v>
                </c:pt>
                <c:pt idx="31672">
                  <c:v>24.4</c:v>
                </c:pt>
                <c:pt idx="31673">
                  <c:v>24.45</c:v>
                </c:pt>
                <c:pt idx="31674">
                  <c:v>24.45</c:v>
                </c:pt>
                <c:pt idx="31675">
                  <c:v>24.45</c:v>
                </c:pt>
                <c:pt idx="31676">
                  <c:v>24.45</c:v>
                </c:pt>
                <c:pt idx="31677">
                  <c:v>24.5</c:v>
                </c:pt>
                <c:pt idx="31678">
                  <c:v>24.5</c:v>
                </c:pt>
                <c:pt idx="31679">
                  <c:v>24.5</c:v>
                </c:pt>
                <c:pt idx="31680">
                  <c:v>24.55</c:v>
                </c:pt>
                <c:pt idx="31681">
                  <c:v>24.55</c:v>
                </c:pt>
                <c:pt idx="31682">
                  <c:v>24.55</c:v>
                </c:pt>
                <c:pt idx="31683">
                  <c:v>24.5</c:v>
                </c:pt>
                <c:pt idx="31684">
                  <c:v>24.45</c:v>
                </c:pt>
                <c:pt idx="31685">
                  <c:v>24.45</c:v>
                </c:pt>
                <c:pt idx="31686">
                  <c:v>24.4</c:v>
                </c:pt>
                <c:pt idx="31687">
                  <c:v>24.4</c:v>
                </c:pt>
                <c:pt idx="31688">
                  <c:v>24.35</c:v>
                </c:pt>
                <c:pt idx="31689">
                  <c:v>24.35</c:v>
                </c:pt>
                <c:pt idx="31690">
                  <c:v>24.3</c:v>
                </c:pt>
                <c:pt idx="31691">
                  <c:v>24.3</c:v>
                </c:pt>
                <c:pt idx="31692">
                  <c:v>24.3</c:v>
                </c:pt>
                <c:pt idx="31693">
                  <c:v>24.3</c:v>
                </c:pt>
                <c:pt idx="31694">
                  <c:v>24.3</c:v>
                </c:pt>
                <c:pt idx="31695">
                  <c:v>24.3</c:v>
                </c:pt>
                <c:pt idx="31696">
                  <c:v>24.3</c:v>
                </c:pt>
                <c:pt idx="31697">
                  <c:v>24.35</c:v>
                </c:pt>
                <c:pt idx="31698">
                  <c:v>24.35</c:v>
                </c:pt>
                <c:pt idx="31699">
                  <c:v>24.35</c:v>
                </c:pt>
                <c:pt idx="31700">
                  <c:v>24.4</c:v>
                </c:pt>
                <c:pt idx="31701">
                  <c:v>24.4</c:v>
                </c:pt>
                <c:pt idx="31702">
                  <c:v>24.4</c:v>
                </c:pt>
                <c:pt idx="31703">
                  <c:v>24.45</c:v>
                </c:pt>
                <c:pt idx="31704">
                  <c:v>24.45</c:v>
                </c:pt>
                <c:pt idx="31705">
                  <c:v>24.45</c:v>
                </c:pt>
                <c:pt idx="31706">
                  <c:v>24.5</c:v>
                </c:pt>
                <c:pt idx="31707">
                  <c:v>24.5</c:v>
                </c:pt>
                <c:pt idx="31708">
                  <c:v>24.5</c:v>
                </c:pt>
                <c:pt idx="31709">
                  <c:v>24.55</c:v>
                </c:pt>
                <c:pt idx="31710">
                  <c:v>24.55</c:v>
                </c:pt>
                <c:pt idx="31711">
                  <c:v>24.55</c:v>
                </c:pt>
                <c:pt idx="31712">
                  <c:v>24.55</c:v>
                </c:pt>
                <c:pt idx="31713">
                  <c:v>24.55</c:v>
                </c:pt>
                <c:pt idx="31714">
                  <c:v>24.5</c:v>
                </c:pt>
                <c:pt idx="31715">
                  <c:v>24.45</c:v>
                </c:pt>
                <c:pt idx="31716">
                  <c:v>24.4</c:v>
                </c:pt>
                <c:pt idx="31717">
                  <c:v>24.4</c:v>
                </c:pt>
                <c:pt idx="31718">
                  <c:v>24.35</c:v>
                </c:pt>
                <c:pt idx="31719">
                  <c:v>24.35</c:v>
                </c:pt>
                <c:pt idx="31720">
                  <c:v>24.35</c:v>
                </c:pt>
                <c:pt idx="31721">
                  <c:v>24.3</c:v>
                </c:pt>
                <c:pt idx="31722">
                  <c:v>24.3</c:v>
                </c:pt>
                <c:pt idx="31723">
                  <c:v>24.3</c:v>
                </c:pt>
                <c:pt idx="31724">
                  <c:v>24.35</c:v>
                </c:pt>
                <c:pt idx="31725">
                  <c:v>24.35</c:v>
                </c:pt>
                <c:pt idx="31726">
                  <c:v>24.35</c:v>
                </c:pt>
                <c:pt idx="31727">
                  <c:v>24.35</c:v>
                </c:pt>
                <c:pt idx="31728">
                  <c:v>24.35</c:v>
                </c:pt>
                <c:pt idx="31729">
                  <c:v>24.4</c:v>
                </c:pt>
                <c:pt idx="31730">
                  <c:v>24.4</c:v>
                </c:pt>
                <c:pt idx="31731">
                  <c:v>24.4</c:v>
                </c:pt>
                <c:pt idx="31732">
                  <c:v>24.4</c:v>
                </c:pt>
                <c:pt idx="31733">
                  <c:v>24.45</c:v>
                </c:pt>
                <c:pt idx="31734">
                  <c:v>24.45</c:v>
                </c:pt>
                <c:pt idx="31735">
                  <c:v>24.45</c:v>
                </c:pt>
                <c:pt idx="31736">
                  <c:v>24.5</c:v>
                </c:pt>
                <c:pt idx="31737">
                  <c:v>24.5</c:v>
                </c:pt>
                <c:pt idx="31738">
                  <c:v>24.5</c:v>
                </c:pt>
                <c:pt idx="31739">
                  <c:v>24.55</c:v>
                </c:pt>
                <c:pt idx="31740">
                  <c:v>24.55</c:v>
                </c:pt>
                <c:pt idx="31741">
                  <c:v>24.55</c:v>
                </c:pt>
                <c:pt idx="31742">
                  <c:v>24.55</c:v>
                </c:pt>
                <c:pt idx="31743">
                  <c:v>24.55</c:v>
                </c:pt>
                <c:pt idx="31744">
                  <c:v>24.5</c:v>
                </c:pt>
                <c:pt idx="31745">
                  <c:v>24.45</c:v>
                </c:pt>
                <c:pt idx="31746">
                  <c:v>24.4</c:v>
                </c:pt>
                <c:pt idx="31747">
                  <c:v>24.4</c:v>
                </c:pt>
                <c:pt idx="31748">
                  <c:v>24.35</c:v>
                </c:pt>
                <c:pt idx="31749">
                  <c:v>24.35</c:v>
                </c:pt>
                <c:pt idx="31750">
                  <c:v>24.35</c:v>
                </c:pt>
                <c:pt idx="31751">
                  <c:v>24.3</c:v>
                </c:pt>
                <c:pt idx="31752">
                  <c:v>24.35</c:v>
                </c:pt>
                <c:pt idx="31753">
                  <c:v>24.35</c:v>
                </c:pt>
                <c:pt idx="31754">
                  <c:v>24.35</c:v>
                </c:pt>
                <c:pt idx="31755">
                  <c:v>24.35</c:v>
                </c:pt>
                <c:pt idx="31756">
                  <c:v>24.35</c:v>
                </c:pt>
                <c:pt idx="31757">
                  <c:v>24.35</c:v>
                </c:pt>
                <c:pt idx="31758">
                  <c:v>24.4</c:v>
                </c:pt>
                <c:pt idx="31759">
                  <c:v>24.4</c:v>
                </c:pt>
                <c:pt idx="31760">
                  <c:v>24.4</c:v>
                </c:pt>
                <c:pt idx="31761">
                  <c:v>24.4</c:v>
                </c:pt>
                <c:pt idx="31762">
                  <c:v>24.45</c:v>
                </c:pt>
                <c:pt idx="31763">
                  <c:v>24.45</c:v>
                </c:pt>
                <c:pt idx="31764">
                  <c:v>24.45</c:v>
                </c:pt>
                <c:pt idx="31765">
                  <c:v>24.5</c:v>
                </c:pt>
                <c:pt idx="31766">
                  <c:v>24.5</c:v>
                </c:pt>
                <c:pt idx="31767">
                  <c:v>24.5</c:v>
                </c:pt>
                <c:pt idx="31768">
                  <c:v>24.55</c:v>
                </c:pt>
                <c:pt idx="31769">
                  <c:v>24.55</c:v>
                </c:pt>
                <c:pt idx="31770">
                  <c:v>24.55</c:v>
                </c:pt>
                <c:pt idx="31771">
                  <c:v>24.55</c:v>
                </c:pt>
                <c:pt idx="31772">
                  <c:v>24.55</c:v>
                </c:pt>
                <c:pt idx="31773">
                  <c:v>24.55</c:v>
                </c:pt>
                <c:pt idx="31774">
                  <c:v>24.5</c:v>
                </c:pt>
                <c:pt idx="31775">
                  <c:v>24.5</c:v>
                </c:pt>
                <c:pt idx="31776">
                  <c:v>24.45</c:v>
                </c:pt>
                <c:pt idx="31777">
                  <c:v>24.4</c:v>
                </c:pt>
                <c:pt idx="31778">
                  <c:v>24.35</c:v>
                </c:pt>
                <c:pt idx="31779">
                  <c:v>24.35</c:v>
                </c:pt>
                <c:pt idx="31780">
                  <c:v>24.3</c:v>
                </c:pt>
                <c:pt idx="31781">
                  <c:v>24.35</c:v>
                </c:pt>
                <c:pt idx="31782">
                  <c:v>24.3</c:v>
                </c:pt>
                <c:pt idx="31783">
                  <c:v>24.3</c:v>
                </c:pt>
                <c:pt idx="31784">
                  <c:v>24.3</c:v>
                </c:pt>
                <c:pt idx="31785">
                  <c:v>24.3</c:v>
                </c:pt>
                <c:pt idx="31786">
                  <c:v>24.3</c:v>
                </c:pt>
                <c:pt idx="31787">
                  <c:v>24.3</c:v>
                </c:pt>
                <c:pt idx="31788">
                  <c:v>24.35</c:v>
                </c:pt>
                <c:pt idx="31789">
                  <c:v>24.35</c:v>
                </c:pt>
                <c:pt idx="31790">
                  <c:v>24.35</c:v>
                </c:pt>
                <c:pt idx="31791">
                  <c:v>24.4</c:v>
                </c:pt>
                <c:pt idx="31792">
                  <c:v>24.4</c:v>
                </c:pt>
                <c:pt idx="31793">
                  <c:v>24.45</c:v>
                </c:pt>
                <c:pt idx="31794">
                  <c:v>24.45</c:v>
                </c:pt>
                <c:pt idx="31795">
                  <c:v>24.45</c:v>
                </c:pt>
                <c:pt idx="31796">
                  <c:v>24.5</c:v>
                </c:pt>
                <c:pt idx="31797">
                  <c:v>24.5</c:v>
                </c:pt>
                <c:pt idx="31798">
                  <c:v>24.5</c:v>
                </c:pt>
                <c:pt idx="31799">
                  <c:v>24.55</c:v>
                </c:pt>
                <c:pt idx="31800">
                  <c:v>24.55</c:v>
                </c:pt>
                <c:pt idx="31801">
                  <c:v>24.55</c:v>
                </c:pt>
                <c:pt idx="31802">
                  <c:v>24.55</c:v>
                </c:pt>
                <c:pt idx="31803">
                  <c:v>24.55</c:v>
                </c:pt>
                <c:pt idx="31804">
                  <c:v>24.5</c:v>
                </c:pt>
                <c:pt idx="31805">
                  <c:v>24.5</c:v>
                </c:pt>
                <c:pt idx="31806">
                  <c:v>24.45</c:v>
                </c:pt>
                <c:pt idx="31807">
                  <c:v>24.4</c:v>
                </c:pt>
                <c:pt idx="31808">
                  <c:v>24.35</c:v>
                </c:pt>
                <c:pt idx="31809">
                  <c:v>24.35</c:v>
                </c:pt>
                <c:pt idx="31810">
                  <c:v>24.3</c:v>
                </c:pt>
                <c:pt idx="31811">
                  <c:v>24.3</c:v>
                </c:pt>
                <c:pt idx="31812">
                  <c:v>24.3</c:v>
                </c:pt>
                <c:pt idx="31813">
                  <c:v>24.3</c:v>
                </c:pt>
                <c:pt idx="31814">
                  <c:v>24.35</c:v>
                </c:pt>
                <c:pt idx="31815">
                  <c:v>24.35</c:v>
                </c:pt>
                <c:pt idx="31816">
                  <c:v>24.35</c:v>
                </c:pt>
                <c:pt idx="31817">
                  <c:v>24.35</c:v>
                </c:pt>
                <c:pt idx="31818">
                  <c:v>24.35</c:v>
                </c:pt>
                <c:pt idx="31819">
                  <c:v>24.35</c:v>
                </c:pt>
                <c:pt idx="31820">
                  <c:v>24.4</c:v>
                </c:pt>
                <c:pt idx="31821">
                  <c:v>24.4</c:v>
                </c:pt>
                <c:pt idx="31822">
                  <c:v>24.4</c:v>
                </c:pt>
                <c:pt idx="31823">
                  <c:v>24.45</c:v>
                </c:pt>
                <c:pt idx="31824">
                  <c:v>24.45</c:v>
                </c:pt>
                <c:pt idx="31825">
                  <c:v>24.5</c:v>
                </c:pt>
                <c:pt idx="31826">
                  <c:v>24.5</c:v>
                </c:pt>
                <c:pt idx="31827">
                  <c:v>24.5</c:v>
                </c:pt>
                <c:pt idx="31828">
                  <c:v>24.55</c:v>
                </c:pt>
                <c:pt idx="31829">
                  <c:v>24.55</c:v>
                </c:pt>
                <c:pt idx="31830">
                  <c:v>24.6</c:v>
                </c:pt>
                <c:pt idx="31831">
                  <c:v>24.6</c:v>
                </c:pt>
                <c:pt idx="31832">
                  <c:v>24.6</c:v>
                </c:pt>
                <c:pt idx="31833">
                  <c:v>24.6</c:v>
                </c:pt>
                <c:pt idx="31834">
                  <c:v>24.55</c:v>
                </c:pt>
                <c:pt idx="31835">
                  <c:v>24.5</c:v>
                </c:pt>
                <c:pt idx="31836">
                  <c:v>24.4</c:v>
                </c:pt>
                <c:pt idx="31837">
                  <c:v>24.4</c:v>
                </c:pt>
                <c:pt idx="31838">
                  <c:v>24.4</c:v>
                </c:pt>
                <c:pt idx="31839">
                  <c:v>24.35</c:v>
                </c:pt>
                <c:pt idx="31840">
                  <c:v>24.3</c:v>
                </c:pt>
                <c:pt idx="31841">
                  <c:v>24.35</c:v>
                </c:pt>
                <c:pt idx="31842">
                  <c:v>24.3</c:v>
                </c:pt>
                <c:pt idx="31843">
                  <c:v>24.3</c:v>
                </c:pt>
                <c:pt idx="31844">
                  <c:v>24.3</c:v>
                </c:pt>
                <c:pt idx="31845">
                  <c:v>24.3</c:v>
                </c:pt>
                <c:pt idx="31846">
                  <c:v>24.3</c:v>
                </c:pt>
                <c:pt idx="31847">
                  <c:v>24.3</c:v>
                </c:pt>
                <c:pt idx="31848">
                  <c:v>24.3</c:v>
                </c:pt>
                <c:pt idx="31849">
                  <c:v>24.35</c:v>
                </c:pt>
                <c:pt idx="31850">
                  <c:v>24.35</c:v>
                </c:pt>
                <c:pt idx="31851">
                  <c:v>24.4</c:v>
                </c:pt>
                <c:pt idx="31852">
                  <c:v>24.4</c:v>
                </c:pt>
                <c:pt idx="31853">
                  <c:v>24.4</c:v>
                </c:pt>
                <c:pt idx="31854">
                  <c:v>24.45</c:v>
                </c:pt>
                <c:pt idx="31855">
                  <c:v>24.45</c:v>
                </c:pt>
                <c:pt idx="31856">
                  <c:v>24.5</c:v>
                </c:pt>
                <c:pt idx="31857">
                  <c:v>24.5</c:v>
                </c:pt>
                <c:pt idx="31858">
                  <c:v>24.55</c:v>
                </c:pt>
                <c:pt idx="31859">
                  <c:v>24.55</c:v>
                </c:pt>
                <c:pt idx="31860">
                  <c:v>24.55</c:v>
                </c:pt>
                <c:pt idx="31861">
                  <c:v>24.6</c:v>
                </c:pt>
                <c:pt idx="31862">
                  <c:v>24.6</c:v>
                </c:pt>
                <c:pt idx="31863">
                  <c:v>24.55</c:v>
                </c:pt>
                <c:pt idx="31864">
                  <c:v>24.55</c:v>
                </c:pt>
                <c:pt idx="31865">
                  <c:v>24.5</c:v>
                </c:pt>
                <c:pt idx="31866">
                  <c:v>24.5</c:v>
                </c:pt>
                <c:pt idx="31867">
                  <c:v>24.4</c:v>
                </c:pt>
                <c:pt idx="31868">
                  <c:v>24.4</c:v>
                </c:pt>
                <c:pt idx="31869">
                  <c:v>24.35</c:v>
                </c:pt>
                <c:pt idx="31870">
                  <c:v>24.35</c:v>
                </c:pt>
                <c:pt idx="31871">
                  <c:v>24.35</c:v>
                </c:pt>
                <c:pt idx="31872">
                  <c:v>24.35</c:v>
                </c:pt>
                <c:pt idx="31873">
                  <c:v>24.3</c:v>
                </c:pt>
                <c:pt idx="31874">
                  <c:v>24.3</c:v>
                </c:pt>
                <c:pt idx="31875">
                  <c:v>24.3</c:v>
                </c:pt>
                <c:pt idx="31876">
                  <c:v>24.3</c:v>
                </c:pt>
                <c:pt idx="31877">
                  <c:v>24.3</c:v>
                </c:pt>
                <c:pt idx="31878">
                  <c:v>24.35</c:v>
                </c:pt>
                <c:pt idx="31879">
                  <c:v>24.35</c:v>
                </c:pt>
                <c:pt idx="31880">
                  <c:v>24.35</c:v>
                </c:pt>
                <c:pt idx="31881">
                  <c:v>24.35</c:v>
                </c:pt>
                <c:pt idx="31882">
                  <c:v>24.4</c:v>
                </c:pt>
                <c:pt idx="31883">
                  <c:v>24.4</c:v>
                </c:pt>
                <c:pt idx="31884">
                  <c:v>24.45</c:v>
                </c:pt>
                <c:pt idx="31885">
                  <c:v>24.45</c:v>
                </c:pt>
                <c:pt idx="31886">
                  <c:v>24.45</c:v>
                </c:pt>
                <c:pt idx="31887">
                  <c:v>24.5</c:v>
                </c:pt>
                <c:pt idx="31888">
                  <c:v>24.5</c:v>
                </c:pt>
                <c:pt idx="31889">
                  <c:v>24.55</c:v>
                </c:pt>
                <c:pt idx="31890">
                  <c:v>24.55</c:v>
                </c:pt>
                <c:pt idx="31891">
                  <c:v>24.6</c:v>
                </c:pt>
                <c:pt idx="31892">
                  <c:v>24.6</c:v>
                </c:pt>
                <c:pt idx="31893">
                  <c:v>24.6</c:v>
                </c:pt>
                <c:pt idx="31894">
                  <c:v>24.55</c:v>
                </c:pt>
                <c:pt idx="31895">
                  <c:v>24.5</c:v>
                </c:pt>
                <c:pt idx="31896">
                  <c:v>24.45</c:v>
                </c:pt>
                <c:pt idx="31897">
                  <c:v>24.45</c:v>
                </c:pt>
                <c:pt idx="31898">
                  <c:v>24.4</c:v>
                </c:pt>
                <c:pt idx="31899">
                  <c:v>24.35</c:v>
                </c:pt>
                <c:pt idx="31900">
                  <c:v>24.35</c:v>
                </c:pt>
                <c:pt idx="31901">
                  <c:v>24.35</c:v>
                </c:pt>
                <c:pt idx="31902">
                  <c:v>24.35</c:v>
                </c:pt>
                <c:pt idx="31903">
                  <c:v>24.3</c:v>
                </c:pt>
                <c:pt idx="31904">
                  <c:v>24.3</c:v>
                </c:pt>
                <c:pt idx="31905">
                  <c:v>24.3</c:v>
                </c:pt>
                <c:pt idx="31906">
                  <c:v>24.3</c:v>
                </c:pt>
                <c:pt idx="31907">
                  <c:v>24.35</c:v>
                </c:pt>
                <c:pt idx="31908">
                  <c:v>24.35</c:v>
                </c:pt>
                <c:pt idx="31909">
                  <c:v>24.35</c:v>
                </c:pt>
                <c:pt idx="31910">
                  <c:v>24.35</c:v>
                </c:pt>
                <c:pt idx="31911">
                  <c:v>24.35</c:v>
                </c:pt>
                <c:pt idx="31912">
                  <c:v>24.4</c:v>
                </c:pt>
                <c:pt idx="31913">
                  <c:v>24.4</c:v>
                </c:pt>
                <c:pt idx="31914">
                  <c:v>24.4</c:v>
                </c:pt>
                <c:pt idx="31915">
                  <c:v>24.45</c:v>
                </c:pt>
                <c:pt idx="31916">
                  <c:v>24.45</c:v>
                </c:pt>
                <c:pt idx="31917">
                  <c:v>24.5</c:v>
                </c:pt>
                <c:pt idx="31918">
                  <c:v>24.5</c:v>
                </c:pt>
                <c:pt idx="31919">
                  <c:v>24.55</c:v>
                </c:pt>
                <c:pt idx="31920">
                  <c:v>24.55</c:v>
                </c:pt>
                <c:pt idx="31921">
                  <c:v>24.55</c:v>
                </c:pt>
                <c:pt idx="31922">
                  <c:v>24.55</c:v>
                </c:pt>
                <c:pt idx="31923">
                  <c:v>24.55</c:v>
                </c:pt>
                <c:pt idx="31924">
                  <c:v>24.5</c:v>
                </c:pt>
                <c:pt idx="31925">
                  <c:v>24.45</c:v>
                </c:pt>
                <c:pt idx="31926">
                  <c:v>24.45</c:v>
                </c:pt>
                <c:pt idx="31927">
                  <c:v>24.4</c:v>
                </c:pt>
                <c:pt idx="31928">
                  <c:v>24.35</c:v>
                </c:pt>
                <c:pt idx="31929">
                  <c:v>24.3</c:v>
                </c:pt>
                <c:pt idx="31930">
                  <c:v>24.3</c:v>
                </c:pt>
                <c:pt idx="31931">
                  <c:v>24.3</c:v>
                </c:pt>
                <c:pt idx="31932">
                  <c:v>24.3</c:v>
                </c:pt>
                <c:pt idx="31933">
                  <c:v>24.3</c:v>
                </c:pt>
                <c:pt idx="31934">
                  <c:v>24.3</c:v>
                </c:pt>
                <c:pt idx="31935">
                  <c:v>24.3</c:v>
                </c:pt>
                <c:pt idx="31936">
                  <c:v>24.35</c:v>
                </c:pt>
                <c:pt idx="31937">
                  <c:v>24.35</c:v>
                </c:pt>
                <c:pt idx="31938">
                  <c:v>24.35</c:v>
                </c:pt>
                <c:pt idx="31939">
                  <c:v>24.35</c:v>
                </c:pt>
                <c:pt idx="31940">
                  <c:v>24.35</c:v>
                </c:pt>
                <c:pt idx="31941">
                  <c:v>24.4</c:v>
                </c:pt>
                <c:pt idx="31942">
                  <c:v>24.4</c:v>
                </c:pt>
                <c:pt idx="31943">
                  <c:v>24.45</c:v>
                </c:pt>
                <c:pt idx="31944">
                  <c:v>24.45</c:v>
                </c:pt>
                <c:pt idx="31945">
                  <c:v>24.45</c:v>
                </c:pt>
                <c:pt idx="31946">
                  <c:v>24.5</c:v>
                </c:pt>
                <c:pt idx="31947">
                  <c:v>24.5</c:v>
                </c:pt>
                <c:pt idx="31948">
                  <c:v>24.55</c:v>
                </c:pt>
                <c:pt idx="31949">
                  <c:v>24.55</c:v>
                </c:pt>
                <c:pt idx="31950">
                  <c:v>24.55</c:v>
                </c:pt>
                <c:pt idx="31951">
                  <c:v>24.55</c:v>
                </c:pt>
                <c:pt idx="31952">
                  <c:v>24.55</c:v>
                </c:pt>
                <c:pt idx="31953">
                  <c:v>24.55</c:v>
                </c:pt>
                <c:pt idx="31954">
                  <c:v>24.5</c:v>
                </c:pt>
                <c:pt idx="31955">
                  <c:v>24.5</c:v>
                </c:pt>
                <c:pt idx="31956">
                  <c:v>24.45</c:v>
                </c:pt>
                <c:pt idx="31957">
                  <c:v>24.4</c:v>
                </c:pt>
                <c:pt idx="31958">
                  <c:v>24.35</c:v>
                </c:pt>
                <c:pt idx="31959">
                  <c:v>24.35</c:v>
                </c:pt>
                <c:pt idx="31960">
                  <c:v>24.3</c:v>
                </c:pt>
                <c:pt idx="31961">
                  <c:v>24.3</c:v>
                </c:pt>
                <c:pt idx="31962">
                  <c:v>24.3</c:v>
                </c:pt>
                <c:pt idx="31963">
                  <c:v>24.3</c:v>
                </c:pt>
                <c:pt idx="31964">
                  <c:v>24.3</c:v>
                </c:pt>
                <c:pt idx="31965">
                  <c:v>24.3</c:v>
                </c:pt>
                <c:pt idx="31966">
                  <c:v>24.3</c:v>
                </c:pt>
                <c:pt idx="31967">
                  <c:v>24.35</c:v>
                </c:pt>
                <c:pt idx="31968">
                  <c:v>24.35</c:v>
                </c:pt>
                <c:pt idx="31969">
                  <c:v>24.35</c:v>
                </c:pt>
                <c:pt idx="31970">
                  <c:v>24.35</c:v>
                </c:pt>
                <c:pt idx="31971">
                  <c:v>24.4</c:v>
                </c:pt>
                <c:pt idx="31972">
                  <c:v>24.4</c:v>
                </c:pt>
                <c:pt idx="31973">
                  <c:v>24.4</c:v>
                </c:pt>
                <c:pt idx="31974">
                  <c:v>24.4</c:v>
                </c:pt>
                <c:pt idx="31975">
                  <c:v>24.45</c:v>
                </c:pt>
                <c:pt idx="31976">
                  <c:v>24.45</c:v>
                </c:pt>
                <c:pt idx="31977">
                  <c:v>24.5</c:v>
                </c:pt>
                <c:pt idx="31978">
                  <c:v>24.5</c:v>
                </c:pt>
                <c:pt idx="31979">
                  <c:v>24.5</c:v>
                </c:pt>
                <c:pt idx="31980">
                  <c:v>24.55</c:v>
                </c:pt>
                <c:pt idx="31981">
                  <c:v>24.55</c:v>
                </c:pt>
                <c:pt idx="31982">
                  <c:v>24.55</c:v>
                </c:pt>
                <c:pt idx="31983">
                  <c:v>24.55</c:v>
                </c:pt>
                <c:pt idx="31984">
                  <c:v>24.5</c:v>
                </c:pt>
                <c:pt idx="31985">
                  <c:v>24.45</c:v>
                </c:pt>
                <c:pt idx="31986">
                  <c:v>24.45</c:v>
                </c:pt>
                <c:pt idx="31987">
                  <c:v>24.4</c:v>
                </c:pt>
                <c:pt idx="31988">
                  <c:v>24.35</c:v>
                </c:pt>
                <c:pt idx="31989">
                  <c:v>24.35</c:v>
                </c:pt>
                <c:pt idx="31990">
                  <c:v>24.3</c:v>
                </c:pt>
                <c:pt idx="31991">
                  <c:v>24.3</c:v>
                </c:pt>
                <c:pt idx="31992">
                  <c:v>24.3</c:v>
                </c:pt>
                <c:pt idx="31993">
                  <c:v>24.3</c:v>
                </c:pt>
                <c:pt idx="31994">
                  <c:v>24.3</c:v>
                </c:pt>
                <c:pt idx="31995">
                  <c:v>24.3</c:v>
                </c:pt>
                <c:pt idx="31996">
                  <c:v>24.3</c:v>
                </c:pt>
                <c:pt idx="31997">
                  <c:v>24.3</c:v>
                </c:pt>
                <c:pt idx="31998">
                  <c:v>24.35</c:v>
                </c:pt>
                <c:pt idx="31999">
                  <c:v>24.35</c:v>
                </c:pt>
                <c:pt idx="32000">
                  <c:v>24.35</c:v>
                </c:pt>
                <c:pt idx="32001">
                  <c:v>24.4</c:v>
                </c:pt>
                <c:pt idx="32002">
                  <c:v>24.4</c:v>
                </c:pt>
                <c:pt idx="32003">
                  <c:v>24.45</c:v>
                </c:pt>
                <c:pt idx="32004">
                  <c:v>24.45</c:v>
                </c:pt>
                <c:pt idx="32005">
                  <c:v>24.45</c:v>
                </c:pt>
                <c:pt idx="32006">
                  <c:v>24.5</c:v>
                </c:pt>
                <c:pt idx="32007">
                  <c:v>24.55</c:v>
                </c:pt>
                <c:pt idx="32008">
                  <c:v>24.55</c:v>
                </c:pt>
                <c:pt idx="32009">
                  <c:v>24.55</c:v>
                </c:pt>
                <c:pt idx="32010">
                  <c:v>24.6</c:v>
                </c:pt>
                <c:pt idx="32011">
                  <c:v>24.6</c:v>
                </c:pt>
                <c:pt idx="32012">
                  <c:v>24.6</c:v>
                </c:pt>
                <c:pt idx="32013">
                  <c:v>24.55</c:v>
                </c:pt>
                <c:pt idx="32014">
                  <c:v>24.55</c:v>
                </c:pt>
                <c:pt idx="32015">
                  <c:v>24.5</c:v>
                </c:pt>
                <c:pt idx="32016">
                  <c:v>24.45</c:v>
                </c:pt>
                <c:pt idx="32017">
                  <c:v>24.45</c:v>
                </c:pt>
                <c:pt idx="32018">
                  <c:v>24.4</c:v>
                </c:pt>
                <c:pt idx="32019">
                  <c:v>24.35</c:v>
                </c:pt>
                <c:pt idx="32020">
                  <c:v>24.35</c:v>
                </c:pt>
                <c:pt idx="32021">
                  <c:v>24.35</c:v>
                </c:pt>
                <c:pt idx="32022">
                  <c:v>24.3</c:v>
                </c:pt>
                <c:pt idx="32023">
                  <c:v>24.3</c:v>
                </c:pt>
                <c:pt idx="32024">
                  <c:v>24.3</c:v>
                </c:pt>
                <c:pt idx="32025">
                  <c:v>24.3</c:v>
                </c:pt>
                <c:pt idx="32026">
                  <c:v>24.35</c:v>
                </c:pt>
                <c:pt idx="32027">
                  <c:v>24.35</c:v>
                </c:pt>
                <c:pt idx="32028">
                  <c:v>24.35</c:v>
                </c:pt>
                <c:pt idx="32029">
                  <c:v>24.35</c:v>
                </c:pt>
                <c:pt idx="32030">
                  <c:v>24.4</c:v>
                </c:pt>
                <c:pt idx="32031">
                  <c:v>24.4</c:v>
                </c:pt>
                <c:pt idx="32032">
                  <c:v>24.4</c:v>
                </c:pt>
                <c:pt idx="32033">
                  <c:v>24.45</c:v>
                </c:pt>
                <c:pt idx="32034">
                  <c:v>24.45</c:v>
                </c:pt>
                <c:pt idx="32035">
                  <c:v>24.45</c:v>
                </c:pt>
                <c:pt idx="32036">
                  <c:v>24.5</c:v>
                </c:pt>
                <c:pt idx="32037">
                  <c:v>24.5</c:v>
                </c:pt>
                <c:pt idx="32038">
                  <c:v>24.5</c:v>
                </c:pt>
                <c:pt idx="32039">
                  <c:v>24.55</c:v>
                </c:pt>
                <c:pt idx="32040">
                  <c:v>24.6</c:v>
                </c:pt>
                <c:pt idx="32041">
                  <c:v>24.6</c:v>
                </c:pt>
                <c:pt idx="32042">
                  <c:v>24.6</c:v>
                </c:pt>
                <c:pt idx="32043">
                  <c:v>24.55</c:v>
                </c:pt>
                <c:pt idx="32044">
                  <c:v>24.55</c:v>
                </c:pt>
                <c:pt idx="32045">
                  <c:v>24.5</c:v>
                </c:pt>
                <c:pt idx="32046">
                  <c:v>24.45</c:v>
                </c:pt>
                <c:pt idx="32047">
                  <c:v>24.45</c:v>
                </c:pt>
                <c:pt idx="32048">
                  <c:v>24.4</c:v>
                </c:pt>
                <c:pt idx="32049">
                  <c:v>24.35</c:v>
                </c:pt>
                <c:pt idx="32050">
                  <c:v>24.35</c:v>
                </c:pt>
                <c:pt idx="32051">
                  <c:v>24.35</c:v>
                </c:pt>
                <c:pt idx="32052">
                  <c:v>24.35</c:v>
                </c:pt>
                <c:pt idx="32053">
                  <c:v>24.35</c:v>
                </c:pt>
                <c:pt idx="32054">
                  <c:v>24.35</c:v>
                </c:pt>
                <c:pt idx="32055">
                  <c:v>24.35</c:v>
                </c:pt>
                <c:pt idx="32056">
                  <c:v>24.35</c:v>
                </c:pt>
                <c:pt idx="32057">
                  <c:v>24.35</c:v>
                </c:pt>
                <c:pt idx="32058">
                  <c:v>24.4</c:v>
                </c:pt>
                <c:pt idx="32059">
                  <c:v>24.35</c:v>
                </c:pt>
                <c:pt idx="32060">
                  <c:v>24.4</c:v>
                </c:pt>
                <c:pt idx="32061">
                  <c:v>24.4</c:v>
                </c:pt>
                <c:pt idx="32062">
                  <c:v>24.4</c:v>
                </c:pt>
                <c:pt idx="32063">
                  <c:v>24.45</c:v>
                </c:pt>
                <c:pt idx="32064">
                  <c:v>24.45</c:v>
                </c:pt>
                <c:pt idx="32065">
                  <c:v>24.5</c:v>
                </c:pt>
                <c:pt idx="32066">
                  <c:v>24.5</c:v>
                </c:pt>
                <c:pt idx="32067">
                  <c:v>24.5</c:v>
                </c:pt>
                <c:pt idx="32068">
                  <c:v>24.55</c:v>
                </c:pt>
                <c:pt idx="32069">
                  <c:v>24.55</c:v>
                </c:pt>
                <c:pt idx="32070">
                  <c:v>24.55</c:v>
                </c:pt>
                <c:pt idx="32071">
                  <c:v>24.6</c:v>
                </c:pt>
                <c:pt idx="32072">
                  <c:v>24.6</c:v>
                </c:pt>
                <c:pt idx="32073">
                  <c:v>24.6</c:v>
                </c:pt>
                <c:pt idx="32074">
                  <c:v>24.55</c:v>
                </c:pt>
                <c:pt idx="32075">
                  <c:v>24.5</c:v>
                </c:pt>
                <c:pt idx="32076">
                  <c:v>24.45</c:v>
                </c:pt>
                <c:pt idx="32077">
                  <c:v>24.4</c:v>
                </c:pt>
                <c:pt idx="32078">
                  <c:v>24.4</c:v>
                </c:pt>
                <c:pt idx="32079">
                  <c:v>24.35</c:v>
                </c:pt>
                <c:pt idx="32080">
                  <c:v>24.35</c:v>
                </c:pt>
                <c:pt idx="32081">
                  <c:v>24.35</c:v>
                </c:pt>
                <c:pt idx="32082">
                  <c:v>24.35</c:v>
                </c:pt>
                <c:pt idx="32083">
                  <c:v>24.3</c:v>
                </c:pt>
                <c:pt idx="32084">
                  <c:v>24.35</c:v>
                </c:pt>
                <c:pt idx="32085">
                  <c:v>24.35</c:v>
                </c:pt>
                <c:pt idx="32086">
                  <c:v>24.35</c:v>
                </c:pt>
                <c:pt idx="32087">
                  <c:v>24.4</c:v>
                </c:pt>
                <c:pt idx="32088">
                  <c:v>24.4</c:v>
                </c:pt>
                <c:pt idx="32089">
                  <c:v>24.4</c:v>
                </c:pt>
                <c:pt idx="32090">
                  <c:v>24.4</c:v>
                </c:pt>
                <c:pt idx="32091">
                  <c:v>24.45</c:v>
                </c:pt>
                <c:pt idx="32092">
                  <c:v>24.45</c:v>
                </c:pt>
                <c:pt idx="32093">
                  <c:v>24.45</c:v>
                </c:pt>
                <c:pt idx="32094">
                  <c:v>24.45</c:v>
                </c:pt>
                <c:pt idx="32095">
                  <c:v>24.5</c:v>
                </c:pt>
                <c:pt idx="32096">
                  <c:v>24.5</c:v>
                </c:pt>
                <c:pt idx="32097">
                  <c:v>24.55</c:v>
                </c:pt>
                <c:pt idx="32098">
                  <c:v>24.55</c:v>
                </c:pt>
                <c:pt idx="32099">
                  <c:v>24.6</c:v>
                </c:pt>
                <c:pt idx="32100">
                  <c:v>24.6</c:v>
                </c:pt>
                <c:pt idx="32101">
                  <c:v>24.6</c:v>
                </c:pt>
                <c:pt idx="32102">
                  <c:v>24.6</c:v>
                </c:pt>
                <c:pt idx="32103">
                  <c:v>24.6</c:v>
                </c:pt>
                <c:pt idx="32104">
                  <c:v>24.55</c:v>
                </c:pt>
                <c:pt idx="32105">
                  <c:v>24.55</c:v>
                </c:pt>
                <c:pt idx="32106">
                  <c:v>24.45</c:v>
                </c:pt>
                <c:pt idx="32107">
                  <c:v>24.4</c:v>
                </c:pt>
                <c:pt idx="32108">
                  <c:v>24.35</c:v>
                </c:pt>
                <c:pt idx="32109">
                  <c:v>24.35</c:v>
                </c:pt>
                <c:pt idx="32110">
                  <c:v>24.35</c:v>
                </c:pt>
                <c:pt idx="32111">
                  <c:v>24.35</c:v>
                </c:pt>
                <c:pt idx="32112">
                  <c:v>24.3</c:v>
                </c:pt>
                <c:pt idx="32113">
                  <c:v>24.3</c:v>
                </c:pt>
                <c:pt idx="32114">
                  <c:v>24.3</c:v>
                </c:pt>
                <c:pt idx="32115">
                  <c:v>24.3</c:v>
                </c:pt>
                <c:pt idx="32116">
                  <c:v>24.3</c:v>
                </c:pt>
                <c:pt idx="32117">
                  <c:v>24.35</c:v>
                </c:pt>
                <c:pt idx="32118">
                  <c:v>24.35</c:v>
                </c:pt>
                <c:pt idx="32119">
                  <c:v>24.35</c:v>
                </c:pt>
                <c:pt idx="32120">
                  <c:v>24.4</c:v>
                </c:pt>
                <c:pt idx="32121">
                  <c:v>24.4</c:v>
                </c:pt>
                <c:pt idx="32122">
                  <c:v>24.45</c:v>
                </c:pt>
                <c:pt idx="32123">
                  <c:v>24.45</c:v>
                </c:pt>
                <c:pt idx="32124">
                  <c:v>24.5</c:v>
                </c:pt>
                <c:pt idx="32125">
                  <c:v>24.5</c:v>
                </c:pt>
                <c:pt idx="32126">
                  <c:v>24.5</c:v>
                </c:pt>
                <c:pt idx="32127">
                  <c:v>24.55</c:v>
                </c:pt>
                <c:pt idx="32128">
                  <c:v>24.55</c:v>
                </c:pt>
                <c:pt idx="32129">
                  <c:v>24.55</c:v>
                </c:pt>
                <c:pt idx="32130">
                  <c:v>24.6</c:v>
                </c:pt>
                <c:pt idx="32131">
                  <c:v>24.6</c:v>
                </c:pt>
                <c:pt idx="32132">
                  <c:v>24.6</c:v>
                </c:pt>
                <c:pt idx="32133">
                  <c:v>24.6</c:v>
                </c:pt>
                <c:pt idx="32134">
                  <c:v>24.55</c:v>
                </c:pt>
                <c:pt idx="32135">
                  <c:v>24.5</c:v>
                </c:pt>
                <c:pt idx="32136">
                  <c:v>24.45</c:v>
                </c:pt>
                <c:pt idx="32137">
                  <c:v>24.45</c:v>
                </c:pt>
                <c:pt idx="32138">
                  <c:v>24.4</c:v>
                </c:pt>
                <c:pt idx="32139">
                  <c:v>24.35</c:v>
                </c:pt>
                <c:pt idx="32140">
                  <c:v>24.35</c:v>
                </c:pt>
                <c:pt idx="32141">
                  <c:v>24.35</c:v>
                </c:pt>
                <c:pt idx="32142">
                  <c:v>24.35</c:v>
                </c:pt>
                <c:pt idx="32143">
                  <c:v>24.3</c:v>
                </c:pt>
                <c:pt idx="32144">
                  <c:v>24.3</c:v>
                </c:pt>
                <c:pt idx="32145">
                  <c:v>24.3</c:v>
                </c:pt>
                <c:pt idx="32146">
                  <c:v>24.3</c:v>
                </c:pt>
                <c:pt idx="32147">
                  <c:v>24.3</c:v>
                </c:pt>
                <c:pt idx="32148">
                  <c:v>24.35</c:v>
                </c:pt>
                <c:pt idx="32149">
                  <c:v>24.35</c:v>
                </c:pt>
                <c:pt idx="32150">
                  <c:v>24.35</c:v>
                </c:pt>
                <c:pt idx="32151">
                  <c:v>24.4</c:v>
                </c:pt>
                <c:pt idx="32152">
                  <c:v>24.4</c:v>
                </c:pt>
                <c:pt idx="32153">
                  <c:v>24.4</c:v>
                </c:pt>
                <c:pt idx="32154">
                  <c:v>24.45</c:v>
                </c:pt>
                <c:pt idx="32155">
                  <c:v>24.45</c:v>
                </c:pt>
                <c:pt idx="32156">
                  <c:v>24.45</c:v>
                </c:pt>
                <c:pt idx="32157">
                  <c:v>24.5</c:v>
                </c:pt>
                <c:pt idx="32158">
                  <c:v>24.55</c:v>
                </c:pt>
                <c:pt idx="32159">
                  <c:v>24.55</c:v>
                </c:pt>
                <c:pt idx="32160">
                  <c:v>24.55</c:v>
                </c:pt>
                <c:pt idx="32161">
                  <c:v>24.6</c:v>
                </c:pt>
                <c:pt idx="32162">
                  <c:v>24.6</c:v>
                </c:pt>
                <c:pt idx="32163">
                  <c:v>24.6</c:v>
                </c:pt>
                <c:pt idx="32164">
                  <c:v>24.55</c:v>
                </c:pt>
                <c:pt idx="32165">
                  <c:v>24.5</c:v>
                </c:pt>
                <c:pt idx="32166">
                  <c:v>24.45</c:v>
                </c:pt>
                <c:pt idx="32167">
                  <c:v>24.4</c:v>
                </c:pt>
                <c:pt idx="32168">
                  <c:v>24.4</c:v>
                </c:pt>
                <c:pt idx="32169">
                  <c:v>24.35</c:v>
                </c:pt>
                <c:pt idx="32170">
                  <c:v>24.35</c:v>
                </c:pt>
                <c:pt idx="32171">
                  <c:v>24.35</c:v>
                </c:pt>
                <c:pt idx="32172">
                  <c:v>24.3</c:v>
                </c:pt>
                <c:pt idx="32173">
                  <c:v>24.35</c:v>
                </c:pt>
                <c:pt idx="32174">
                  <c:v>24.35</c:v>
                </c:pt>
                <c:pt idx="32175">
                  <c:v>24.35</c:v>
                </c:pt>
                <c:pt idx="32176">
                  <c:v>24.35</c:v>
                </c:pt>
                <c:pt idx="32177">
                  <c:v>24.35</c:v>
                </c:pt>
                <c:pt idx="32178">
                  <c:v>24.35</c:v>
                </c:pt>
                <c:pt idx="32179">
                  <c:v>24.4</c:v>
                </c:pt>
                <c:pt idx="32180">
                  <c:v>24.4</c:v>
                </c:pt>
                <c:pt idx="32181">
                  <c:v>24.4</c:v>
                </c:pt>
                <c:pt idx="32182">
                  <c:v>24.4</c:v>
                </c:pt>
                <c:pt idx="32183">
                  <c:v>24.4</c:v>
                </c:pt>
                <c:pt idx="32184">
                  <c:v>24.4</c:v>
                </c:pt>
                <c:pt idx="32185">
                  <c:v>24.45</c:v>
                </c:pt>
                <c:pt idx="32186">
                  <c:v>24.45</c:v>
                </c:pt>
                <c:pt idx="32187">
                  <c:v>24.5</c:v>
                </c:pt>
                <c:pt idx="32188">
                  <c:v>24.5</c:v>
                </c:pt>
                <c:pt idx="32189">
                  <c:v>24.55</c:v>
                </c:pt>
                <c:pt idx="32190">
                  <c:v>24.55</c:v>
                </c:pt>
                <c:pt idx="32191">
                  <c:v>24.55</c:v>
                </c:pt>
                <c:pt idx="32192">
                  <c:v>24.55</c:v>
                </c:pt>
                <c:pt idx="32193">
                  <c:v>24.55</c:v>
                </c:pt>
                <c:pt idx="32194">
                  <c:v>24.55</c:v>
                </c:pt>
                <c:pt idx="32195">
                  <c:v>24.5</c:v>
                </c:pt>
                <c:pt idx="32196">
                  <c:v>24.45</c:v>
                </c:pt>
                <c:pt idx="32197">
                  <c:v>24.4</c:v>
                </c:pt>
                <c:pt idx="32198">
                  <c:v>24.35</c:v>
                </c:pt>
                <c:pt idx="32199">
                  <c:v>24.35</c:v>
                </c:pt>
                <c:pt idx="32200">
                  <c:v>24.35</c:v>
                </c:pt>
                <c:pt idx="32201">
                  <c:v>24.35</c:v>
                </c:pt>
                <c:pt idx="32202">
                  <c:v>24.35</c:v>
                </c:pt>
                <c:pt idx="32203">
                  <c:v>24.3</c:v>
                </c:pt>
                <c:pt idx="32204">
                  <c:v>24.3</c:v>
                </c:pt>
                <c:pt idx="32205">
                  <c:v>24.35</c:v>
                </c:pt>
                <c:pt idx="32206">
                  <c:v>24.35</c:v>
                </c:pt>
                <c:pt idx="32207">
                  <c:v>24.35</c:v>
                </c:pt>
                <c:pt idx="32208">
                  <c:v>24.35</c:v>
                </c:pt>
                <c:pt idx="32209">
                  <c:v>24.35</c:v>
                </c:pt>
                <c:pt idx="32210">
                  <c:v>24.35</c:v>
                </c:pt>
                <c:pt idx="32211">
                  <c:v>24.4</c:v>
                </c:pt>
                <c:pt idx="32212">
                  <c:v>24.4</c:v>
                </c:pt>
                <c:pt idx="32213">
                  <c:v>24.4</c:v>
                </c:pt>
                <c:pt idx="32214">
                  <c:v>24.45</c:v>
                </c:pt>
                <c:pt idx="32215">
                  <c:v>24.45</c:v>
                </c:pt>
                <c:pt idx="32216">
                  <c:v>24.45</c:v>
                </c:pt>
                <c:pt idx="32217">
                  <c:v>24.5</c:v>
                </c:pt>
                <c:pt idx="32218">
                  <c:v>24.5</c:v>
                </c:pt>
                <c:pt idx="32219">
                  <c:v>24.55</c:v>
                </c:pt>
                <c:pt idx="32220">
                  <c:v>24.6</c:v>
                </c:pt>
                <c:pt idx="32221">
                  <c:v>24.6</c:v>
                </c:pt>
                <c:pt idx="32222">
                  <c:v>24.6</c:v>
                </c:pt>
                <c:pt idx="32223">
                  <c:v>24.55</c:v>
                </c:pt>
                <c:pt idx="32224">
                  <c:v>24.55</c:v>
                </c:pt>
                <c:pt idx="32225">
                  <c:v>24.5</c:v>
                </c:pt>
                <c:pt idx="32226">
                  <c:v>24.45</c:v>
                </c:pt>
                <c:pt idx="32227">
                  <c:v>24.45</c:v>
                </c:pt>
                <c:pt idx="32228">
                  <c:v>24.4</c:v>
                </c:pt>
                <c:pt idx="32229">
                  <c:v>24.35</c:v>
                </c:pt>
                <c:pt idx="32230">
                  <c:v>24.35</c:v>
                </c:pt>
                <c:pt idx="32231">
                  <c:v>24.35</c:v>
                </c:pt>
                <c:pt idx="32232">
                  <c:v>24.3</c:v>
                </c:pt>
                <c:pt idx="32233">
                  <c:v>24.3</c:v>
                </c:pt>
                <c:pt idx="32234">
                  <c:v>24.3</c:v>
                </c:pt>
                <c:pt idx="32235">
                  <c:v>24.35</c:v>
                </c:pt>
                <c:pt idx="32236">
                  <c:v>24.3</c:v>
                </c:pt>
                <c:pt idx="32237">
                  <c:v>24.3</c:v>
                </c:pt>
                <c:pt idx="32238">
                  <c:v>24.35</c:v>
                </c:pt>
                <c:pt idx="32239">
                  <c:v>24.35</c:v>
                </c:pt>
                <c:pt idx="32240">
                  <c:v>24.35</c:v>
                </c:pt>
                <c:pt idx="32241">
                  <c:v>24.35</c:v>
                </c:pt>
                <c:pt idx="32242">
                  <c:v>24.4</c:v>
                </c:pt>
                <c:pt idx="32243">
                  <c:v>24.4</c:v>
                </c:pt>
                <c:pt idx="32244">
                  <c:v>24.4</c:v>
                </c:pt>
                <c:pt idx="32245">
                  <c:v>24.45</c:v>
                </c:pt>
                <c:pt idx="32246">
                  <c:v>24.45</c:v>
                </c:pt>
                <c:pt idx="32247">
                  <c:v>24.45</c:v>
                </c:pt>
                <c:pt idx="32248">
                  <c:v>24.5</c:v>
                </c:pt>
                <c:pt idx="32249">
                  <c:v>24.5</c:v>
                </c:pt>
                <c:pt idx="32250">
                  <c:v>24.55</c:v>
                </c:pt>
                <c:pt idx="32251">
                  <c:v>24.55</c:v>
                </c:pt>
                <c:pt idx="32252">
                  <c:v>24.55</c:v>
                </c:pt>
                <c:pt idx="32253">
                  <c:v>24.55</c:v>
                </c:pt>
                <c:pt idx="32254">
                  <c:v>24.5</c:v>
                </c:pt>
                <c:pt idx="32255">
                  <c:v>24.45</c:v>
                </c:pt>
                <c:pt idx="32256">
                  <c:v>24.45</c:v>
                </c:pt>
                <c:pt idx="32257">
                  <c:v>24.4</c:v>
                </c:pt>
                <c:pt idx="32258">
                  <c:v>24.4</c:v>
                </c:pt>
                <c:pt idx="32259">
                  <c:v>24.35</c:v>
                </c:pt>
                <c:pt idx="32260">
                  <c:v>24.35</c:v>
                </c:pt>
                <c:pt idx="32261">
                  <c:v>24.35</c:v>
                </c:pt>
                <c:pt idx="32262">
                  <c:v>24.3</c:v>
                </c:pt>
                <c:pt idx="32263">
                  <c:v>24.3</c:v>
                </c:pt>
                <c:pt idx="32264">
                  <c:v>24.3</c:v>
                </c:pt>
                <c:pt idx="32265">
                  <c:v>24.35</c:v>
                </c:pt>
                <c:pt idx="32266">
                  <c:v>24.35</c:v>
                </c:pt>
                <c:pt idx="32267">
                  <c:v>24.35</c:v>
                </c:pt>
                <c:pt idx="32268">
                  <c:v>24.35</c:v>
                </c:pt>
                <c:pt idx="32269">
                  <c:v>24.4</c:v>
                </c:pt>
                <c:pt idx="32270">
                  <c:v>24.4</c:v>
                </c:pt>
                <c:pt idx="32271">
                  <c:v>24.4</c:v>
                </c:pt>
                <c:pt idx="32272">
                  <c:v>24.4</c:v>
                </c:pt>
                <c:pt idx="32273">
                  <c:v>24.45</c:v>
                </c:pt>
                <c:pt idx="32274">
                  <c:v>24.45</c:v>
                </c:pt>
                <c:pt idx="32275">
                  <c:v>24.45</c:v>
                </c:pt>
                <c:pt idx="32276">
                  <c:v>24.45</c:v>
                </c:pt>
                <c:pt idx="32277">
                  <c:v>24.5</c:v>
                </c:pt>
                <c:pt idx="32278">
                  <c:v>24.5</c:v>
                </c:pt>
                <c:pt idx="32279">
                  <c:v>24.55</c:v>
                </c:pt>
                <c:pt idx="32280">
                  <c:v>24.55</c:v>
                </c:pt>
                <c:pt idx="32281">
                  <c:v>24.6</c:v>
                </c:pt>
                <c:pt idx="32282">
                  <c:v>24.55</c:v>
                </c:pt>
                <c:pt idx="32283">
                  <c:v>24.55</c:v>
                </c:pt>
                <c:pt idx="32284">
                  <c:v>24.5</c:v>
                </c:pt>
                <c:pt idx="32285">
                  <c:v>24.45</c:v>
                </c:pt>
                <c:pt idx="32286">
                  <c:v>24.4</c:v>
                </c:pt>
                <c:pt idx="32287">
                  <c:v>24.4</c:v>
                </c:pt>
                <c:pt idx="32288">
                  <c:v>24.4</c:v>
                </c:pt>
                <c:pt idx="32289">
                  <c:v>24.35</c:v>
                </c:pt>
                <c:pt idx="32290">
                  <c:v>24.35</c:v>
                </c:pt>
                <c:pt idx="32291">
                  <c:v>24.35</c:v>
                </c:pt>
                <c:pt idx="32292">
                  <c:v>24.35</c:v>
                </c:pt>
                <c:pt idx="32293">
                  <c:v>24.35</c:v>
                </c:pt>
                <c:pt idx="32294">
                  <c:v>24.35</c:v>
                </c:pt>
                <c:pt idx="32295">
                  <c:v>24.35</c:v>
                </c:pt>
                <c:pt idx="32296">
                  <c:v>24.35</c:v>
                </c:pt>
                <c:pt idx="32297">
                  <c:v>24.35</c:v>
                </c:pt>
                <c:pt idx="32298">
                  <c:v>24.4</c:v>
                </c:pt>
                <c:pt idx="32299">
                  <c:v>24.4</c:v>
                </c:pt>
                <c:pt idx="32300">
                  <c:v>24.4</c:v>
                </c:pt>
                <c:pt idx="32301">
                  <c:v>24.4</c:v>
                </c:pt>
                <c:pt idx="32302">
                  <c:v>24.45</c:v>
                </c:pt>
                <c:pt idx="32303">
                  <c:v>24.45</c:v>
                </c:pt>
                <c:pt idx="32304">
                  <c:v>24.45</c:v>
                </c:pt>
                <c:pt idx="32305">
                  <c:v>24.45</c:v>
                </c:pt>
                <c:pt idx="32306">
                  <c:v>24.5</c:v>
                </c:pt>
                <c:pt idx="32307">
                  <c:v>24.5</c:v>
                </c:pt>
                <c:pt idx="32308">
                  <c:v>24.5</c:v>
                </c:pt>
                <c:pt idx="32309">
                  <c:v>24.5</c:v>
                </c:pt>
                <c:pt idx="32310">
                  <c:v>24.55</c:v>
                </c:pt>
                <c:pt idx="32311">
                  <c:v>24.55</c:v>
                </c:pt>
                <c:pt idx="32312">
                  <c:v>24.55</c:v>
                </c:pt>
                <c:pt idx="32313">
                  <c:v>24.55</c:v>
                </c:pt>
                <c:pt idx="32314">
                  <c:v>24.5</c:v>
                </c:pt>
                <c:pt idx="32315">
                  <c:v>24.45</c:v>
                </c:pt>
                <c:pt idx="32316">
                  <c:v>24.45</c:v>
                </c:pt>
                <c:pt idx="32317">
                  <c:v>24.4</c:v>
                </c:pt>
                <c:pt idx="32318">
                  <c:v>24.4</c:v>
                </c:pt>
                <c:pt idx="32319">
                  <c:v>24.35</c:v>
                </c:pt>
                <c:pt idx="32320">
                  <c:v>24.35</c:v>
                </c:pt>
                <c:pt idx="32321">
                  <c:v>24.35</c:v>
                </c:pt>
                <c:pt idx="32322">
                  <c:v>24.35</c:v>
                </c:pt>
                <c:pt idx="32323">
                  <c:v>24.35</c:v>
                </c:pt>
                <c:pt idx="32324">
                  <c:v>24.35</c:v>
                </c:pt>
                <c:pt idx="32325">
                  <c:v>24.35</c:v>
                </c:pt>
                <c:pt idx="32326">
                  <c:v>24.35</c:v>
                </c:pt>
                <c:pt idx="32327">
                  <c:v>24.35</c:v>
                </c:pt>
                <c:pt idx="32328">
                  <c:v>24.4</c:v>
                </c:pt>
                <c:pt idx="32329">
                  <c:v>24.4</c:v>
                </c:pt>
                <c:pt idx="32330">
                  <c:v>24.4</c:v>
                </c:pt>
                <c:pt idx="32331">
                  <c:v>24.4</c:v>
                </c:pt>
                <c:pt idx="32332">
                  <c:v>24.45</c:v>
                </c:pt>
                <c:pt idx="32333">
                  <c:v>24.45</c:v>
                </c:pt>
                <c:pt idx="32334">
                  <c:v>24.45</c:v>
                </c:pt>
                <c:pt idx="32335">
                  <c:v>24.5</c:v>
                </c:pt>
                <c:pt idx="32336">
                  <c:v>24.5</c:v>
                </c:pt>
                <c:pt idx="32337">
                  <c:v>24.5</c:v>
                </c:pt>
                <c:pt idx="32338">
                  <c:v>24.55</c:v>
                </c:pt>
                <c:pt idx="32339">
                  <c:v>24.55</c:v>
                </c:pt>
                <c:pt idx="32340">
                  <c:v>24.6</c:v>
                </c:pt>
                <c:pt idx="32341">
                  <c:v>24.6</c:v>
                </c:pt>
                <c:pt idx="32342">
                  <c:v>24.6</c:v>
                </c:pt>
                <c:pt idx="32343">
                  <c:v>24.55</c:v>
                </c:pt>
                <c:pt idx="32344">
                  <c:v>24.55</c:v>
                </c:pt>
                <c:pt idx="32345">
                  <c:v>24.5</c:v>
                </c:pt>
                <c:pt idx="32346">
                  <c:v>24.45</c:v>
                </c:pt>
                <c:pt idx="32347">
                  <c:v>24.4</c:v>
                </c:pt>
                <c:pt idx="32348">
                  <c:v>24.35</c:v>
                </c:pt>
                <c:pt idx="32349">
                  <c:v>24.35</c:v>
                </c:pt>
                <c:pt idx="32350">
                  <c:v>24.3</c:v>
                </c:pt>
                <c:pt idx="32351">
                  <c:v>24.3</c:v>
                </c:pt>
                <c:pt idx="32352">
                  <c:v>24.3</c:v>
                </c:pt>
                <c:pt idx="32353">
                  <c:v>24.3</c:v>
                </c:pt>
                <c:pt idx="32354">
                  <c:v>24.3</c:v>
                </c:pt>
                <c:pt idx="32355">
                  <c:v>24.3</c:v>
                </c:pt>
                <c:pt idx="32356">
                  <c:v>24.35</c:v>
                </c:pt>
                <c:pt idx="32357">
                  <c:v>24.35</c:v>
                </c:pt>
                <c:pt idx="32358">
                  <c:v>24.35</c:v>
                </c:pt>
                <c:pt idx="32359">
                  <c:v>24.35</c:v>
                </c:pt>
                <c:pt idx="32360">
                  <c:v>24.4</c:v>
                </c:pt>
                <c:pt idx="32361">
                  <c:v>24.4</c:v>
                </c:pt>
                <c:pt idx="32362">
                  <c:v>24.45</c:v>
                </c:pt>
                <c:pt idx="32363">
                  <c:v>24.45</c:v>
                </c:pt>
                <c:pt idx="32364">
                  <c:v>24.45</c:v>
                </c:pt>
                <c:pt idx="32365">
                  <c:v>24.5</c:v>
                </c:pt>
                <c:pt idx="32366">
                  <c:v>24.5</c:v>
                </c:pt>
                <c:pt idx="32367">
                  <c:v>24.5</c:v>
                </c:pt>
                <c:pt idx="32368">
                  <c:v>24.55</c:v>
                </c:pt>
                <c:pt idx="32369">
                  <c:v>24.55</c:v>
                </c:pt>
                <c:pt idx="32370">
                  <c:v>24.55</c:v>
                </c:pt>
                <c:pt idx="32371">
                  <c:v>24.6</c:v>
                </c:pt>
                <c:pt idx="32372">
                  <c:v>24.6</c:v>
                </c:pt>
                <c:pt idx="32373">
                  <c:v>24.55</c:v>
                </c:pt>
                <c:pt idx="32374">
                  <c:v>24.5</c:v>
                </c:pt>
                <c:pt idx="32375">
                  <c:v>24.5</c:v>
                </c:pt>
                <c:pt idx="32376">
                  <c:v>24.5</c:v>
                </c:pt>
                <c:pt idx="32377">
                  <c:v>24.45</c:v>
                </c:pt>
                <c:pt idx="32378">
                  <c:v>24.4</c:v>
                </c:pt>
                <c:pt idx="32379">
                  <c:v>24.4</c:v>
                </c:pt>
                <c:pt idx="32380">
                  <c:v>24.4</c:v>
                </c:pt>
                <c:pt idx="32381">
                  <c:v>24.35</c:v>
                </c:pt>
                <c:pt idx="32382">
                  <c:v>24.35</c:v>
                </c:pt>
                <c:pt idx="32383">
                  <c:v>24.35</c:v>
                </c:pt>
                <c:pt idx="32384">
                  <c:v>24.3</c:v>
                </c:pt>
                <c:pt idx="32385">
                  <c:v>24.35</c:v>
                </c:pt>
                <c:pt idx="32386">
                  <c:v>24.35</c:v>
                </c:pt>
                <c:pt idx="32387">
                  <c:v>24.35</c:v>
                </c:pt>
                <c:pt idx="32388">
                  <c:v>24.35</c:v>
                </c:pt>
                <c:pt idx="32389">
                  <c:v>24.35</c:v>
                </c:pt>
                <c:pt idx="32390">
                  <c:v>24.4</c:v>
                </c:pt>
                <c:pt idx="32391">
                  <c:v>24.4</c:v>
                </c:pt>
                <c:pt idx="32392">
                  <c:v>24.45</c:v>
                </c:pt>
                <c:pt idx="32393">
                  <c:v>24.45</c:v>
                </c:pt>
                <c:pt idx="32394">
                  <c:v>24.45</c:v>
                </c:pt>
                <c:pt idx="32395">
                  <c:v>24.45</c:v>
                </c:pt>
                <c:pt idx="32396">
                  <c:v>24.45</c:v>
                </c:pt>
                <c:pt idx="32397">
                  <c:v>24.5</c:v>
                </c:pt>
                <c:pt idx="32398">
                  <c:v>24.5</c:v>
                </c:pt>
                <c:pt idx="32399">
                  <c:v>24.5</c:v>
                </c:pt>
                <c:pt idx="32400">
                  <c:v>24.55</c:v>
                </c:pt>
                <c:pt idx="32401">
                  <c:v>24.55</c:v>
                </c:pt>
                <c:pt idx="32402">
                  <c:v>24.55</c:v>
                </c:pt>
                <c:pt idx="32403">
                  <c:v>24.55</c:v>
                </c:pt>
                <c:pt idx="32404">
                  <c:v>24.5</c:v>
                </c:pt>
                <c:pt idx="32405">
                  <c:v>24.45</c:v>
                </c:pt>
                <c:pt idx="32406">
                  <c:v>24.4</c:v>
                </c:pt>
                <c:pt idx="32407">
                  <c:v>24.35</c:v>
                </c:pt>
                <c:pt idx="32408">
                  <c:v>24.35</c:v>
                </c:pt>
                <c:pt idx="32409">
                  <c:v>24.35</c:v>
                </c:pt>
                <c:pt idx="32410">
                  <c:v>24.3</c:v>
                </c:pt>
                <c:pt idx="32411">
                  <c:v>24.3</c:v>
                </c:pt>
                <c:pt idx="32412">
                  <c:v>24.3</c:v>
                </c:pt>
                <c:pt idx="32413">
                  <c:v>24.3</c:v>
                </c:pt>
                <c:pt idx="32414">
                  <c:v>24.3</c:v>
                </c:pt>
                <c:pt idx="32415">
                  <c:v>24.3</c:v>
                </c:pt>
                <c:pt idx="32416">
                  <c:v>24.3</c:v>
                </c:pt>
                <c:pt idx="32417">
                  <c:v>24.3</c:v>
                </c:pt>
                <c:pt idx="32418">
                  <c:v>24.35</c:v>
                </c:pt>
                <c:pt idx="32419">
                  <c:v>24.35</c:v>
                </c:pt>
                <c:pt idx="32420">
                  <c:v>24.35</c:v>
                </c:pt>
                <c:pt idx="32421">
                  <c:v>24.4</c:v>
                </c:pt>
                <c:pt idx="32422">
                  <c:v>24.4</c:v>
                </c:pt>
                <c:pt idx="32423">
                  <c:v>24.45</c:v>
                </c:pt>
                <c:pt idx="32424">
                  <c:v>24.45</c:v>
                </c:pt>
                <c:pt idx="32425">
                  <c:v>24.5</c:v>
                </c:pt>
                <c:pt idx="32426">
                  <c:v>24.5</c:v>
                </c:pt>
                <c:pt idx="32427">
                  <c:v>24.55</c:v>
                </c:pt>
                <c:pt idx="32428">
                  <c:v>24.55</c:v>
                </c:pt>
                <c:pt idx="32429">
                  <c:v>24.55</c:v>
                </c:pt>
                <c:pt idx="32430">
                  <c:v>24.6</c:v>
                </c:pt>
                <c:pt idx="32431">
                  <c:v>24.6</c:v>
                </c:pt>
                <c:pt idx="32432">
                  <c:v>24.6</c:v>
                </c:pt>
                <c:pt idx="32433">
                  <c:v>24.55</c:v>
                </c:pt>
                <c:pt idx="32434">
                  <c:v>24.55</c:v>
                </c:pt>
                <c:pt idx="32435">
                  <c:v>24.5</c:v>
                </c:pt>
                <c:pt idx="32436">
                  <c:v>24.45</c:v>
                </c:pt>
                <c:pt idx="32437">
                  <c:v>24.4</c:v>
                </c:pt>
                <c:pt idx="32438">
                  <c:v>24.35</c:v>
                </c:pt>
                <c:pt idx="32439">
                  <c:v>24.35</c:v>
                </c:pt>
                <c:pt idx="32440">
                  <c:v>24.3</c:v>
                </c:pt>
                <c:pt idx="32441">
                  <c:v>24.3</c:v>
                </c:pt>
                <c:pt idx="32442">
                  <c:v>24.3</c:v>
                </c:pt>
                <c:pt idx="32443">
                  <c:v>24.3</c:v>
                </c:pt>
                <c:pt idx="32444">
                  <c:v>24.3</c:v>
                </c:pt>
                <c:pt idx="32445">
                  <c:v>24.3</c:v>
                </c:pt>
                <c:pt idx="32446">
                  <c:v>24.3</c:v>
                </c:pt>
                <c:pt idx="32447">
                  <c:v>24.35</c:v>
                </c:pt>
                <c:pt idx="32448">
                  <c:v>24.35</c:v>
                </c:pt>
                <c:pt idx="32449">
                  <c:v>24.4</c:v>
                </c:pt>
                <c:pt idx="32450">
                  <c:v>24.4</c:v>
                </c:pt>
                <c:pt idx="32451">
                  <c:v>24.4</c:v>
                </c:pt>
                <c:pt idx="32452">
                  <c:v>24.4</c:v>
                </c:pt>
                <c:pt idx="32453">
                  <c:v>24.45</c:v>
                </c:pt>
                <c:pt idx="32454">
                  <c:v>24.45</c:v>
                </c:pt>
                <c:pt idx="32455">
                  <c:v>24.45</c:v>
                </c:pt>
                <c:pt idx="32456">
                  <c:v>24.5</c:v>
                </c:pt>
                <c:pt idx="32457">
                  <c:v>24.55</c:v>
                </c:pt>
                <c:pt idx="32458">
                  <c:v>24.55</c:v>
                </c:pt>
                <c:pt idx="32459">
                  <c:v>24.6</c:v>
                </c:pt>
                <c:pt idx="32460">
                  <c:v>24.6</c:v>
                </c:pt>
                <c:pt idx="32461">
                  <c:v>24.6</c:v>
                </c:pt>
                <c:pt idx="32462">
                  <c:v>24.6</c:v>
                </c:pt>
                <c:pt idx="32463">
                  <c:v>24.6</c:v>
                </c:pt>
                <c:pt idx="32464">
                  <c:v>24.55</c:v>
                </c:pt>
                <c:pt idx="32465">
                  <c:v>24.55</c:v>
                </c:pt>
                <c:pt idx="32466">
                  <c:v>24.5</c:v>
                </c:pt>
                <c:pt idx="32467">
                  <c:v>24.45</c:v>
                </c:pt>
                <c:pt idx="32468">
                  <c:v>24.4</c:v>
                </c:pt>
                <c:pt idx="32469">
                  <c:v>24.4</c:v>
                </c:pt>
                <c:pt idx="32470">
                  <c:v>24.35</c:v>
                </c:pt>
                <c:pt idx="32471">
                  <c:v>24.35</c:v>
                </c:pt>
                <c:pt idx="32472">
                  <c:v>24.35</c:v>
                </c:pt>
                <c:pt idx="32473">
                  <c:v>24.35</c:v>
                </c:pt>
                <c:pt idx="32474">
                  <c:v>24.35</c:v>
                </c:pt>
                <c:pt idx="32475">
                  <c:v>24.35</c:v>
                </c:pt>
                <c:pt idx="32476">
                  <c:v>24.35</c:v>
                </c:pt>
                <c:pt idx="32477">
                  <c:v>24.4</c:v>
                </c:pt>
                <c:pt idx="32478">
                  <c:v>24.4</c:v>
                </c:pt>
                <c:pt idx="32479">
                  <c:v>24.4</c:v>
                </c:pt>
                <c:pt idx="32480">
                  <c:v>24.4</c:v>
                </c:pt>
                <c:pt idx="32481">
                  <c:v>24.45</c:v>
                </c:pt>
                <c:pt idx="32482">
                  <c:v>24.45</c:v>
                </c:pt>
                <c:pt idx="32483">
                  <c:v>24.45</c:v>
                </c:pt>
                <c:pt idx="32484">
                  <c:v>24.5</c:v>
                </c:pt>
                <c:pt idx="32485">
                  <c:v>24.5</c:v>
                </c:pt>
                <c:pt idx="32486">
                  <c:v>24.55</c:v>
                </c:pt>
                <c:pt idx="32487">
                  <c:v>24.55</c:v>
                </c:pt>
                <c:pt idx="32488">
                  <c:v>24.55</c:v>
                </c:pt>
                <c:pt idx="32489">
                  <c:v>24.6</c:v>
                </c:pt>
                <c:pt idx="32490">
                  <c:v>24.6</c:v>
                </c:pt>
                <c:pt idx="32491">
                  <c:v>24.6</c:v>
                </c:pt>
                <c:pt idx="32492">
                  <c:v>24.6</c:v>
                </c:pt>
                <c:pt idx="32493">
                  <c:v>24.6</c:v>
                </c:pt>
                <c:pt idx="32494">
                  <c:v>24.55</c:v>
                </c:pt>
                <c:pt idx="32495">
                  <c:v>24.5</c:v>
                </c:pt>
                <c:pt idx="32496">
                  <c:v>24.5</c:v>
                </c:pt>
                <c:pt idx="32497">
                  <c:v>24.45</c:v>
                </c:pt>
                <c:pt idx="32498">
                  <c:v>24.4</c:v>
                </c:pt>
                <c:pt idx="32499">
                  <c:v>24.4</c:v>
                </c:pt>
                <c:pt idx="32500">
                  <c:v>24.4</c:v>
                </c:pt>
                <c:pt idx="32501">
                  <c:v>24.35</c:v>
                </c:pt>
                <c:pt idx="32502">
                  <c:v>24.35</c:v>
                </c:pt>
                <c:pt idx="32503">
                  <c:v>24.35</c:v>
                </c:pt>
                <c:pt idx="32504">
                  <c:v>24.35</c:v>
                </c:pt>
                <c:pt idx="32505">
                  <c:v>24.35</c:v>
                </c:pt>
                <c:pt idx="32506">
                  <c:v>24.35</c:v>
                </c:pt>
                <c:pt idx="32507">
                  <c:v>24.35</c:v>
                </c:pt>
                <c:pt idx="32508">
                  <c:v>24.35</c:v>
                </c:pt>
                <c:pt idx="32509">
                  <c:v>24.35</c:v>
                </c:pt>
                <c:pt idx="32510">
                  <c:v>24.4</c:v>
                </c:pt>
                <c:pt idx="32511">
                  <c:v>24.4</c:v>
                </c:pt>
                <c:pt idx="32512">
                  <c:v>24.4</c:v>
                </c:pt>
                <c:pt idx="32513">
                  <c:v>24.45</c:v>
                </c:pt>
                <c:pt idx="32514">
                  <c:v>24.45</c:v>
                </c:pt>
                <c:pt idx="32515">
                  <c:v>24.5</c:v>
                </c:pt>
                <c:pt idx="32516">
                  <c:v>24.5</c:v>
                </c:pt>
                <c:pt idx="32517">
                  <c:v>24.5</c:v>
                </c:pt>
                <c:pt idx="32518">
                  <c:v>24.55</c:v>
                </c:pt>
                <c:pt idx="32519">
                  <c:v>24.6</c:v>
                </c:pt>
                <c:pt idx="32520">
                  <c:v>24.6</c:v>
                </c:pt>
                <c:pt idx="32521">
                  <c:v>24.6</c:v>
                </c:pt>
                <c:pt idx="32522">
                  <c:v>24.6</c:v>
                </c:pt>
                <c:pt idx="32523">
                  <c:v>24.6</c:v>
                </c:pt>
                <c:pt idx="32524">
                  <c:v>24.55</c:v>
                </c:pt>
                <c:pt idx="32525">
                  <c:v>24.55</c:v>
                </c:pt>
                <c:pt idx="32526">
                  <c:v>24.5</c:v>
                </c:pt>
                <c:pt idx="32527">
                  <c:v>24.45</c:v>
                </c:pt>
                <c:pt idx="32528">
                  <c:v>24.45</c:v>
                </c:pt>
                <c:pt idx="32529">
                  <c:v>24.4</c:v>
                </c:pt>
                <c:pt idx="32530">
                  <c:v>24.4</c:v>
                </c:pt>
                <c:pt idx="32531">
                  <c:v>24.35</c:v>
                </c:pt>
                <c:pt idx="32532">
                  <c:v>24.35</c:v>
                </c:pt>
                <c:pt idx="32533">
                  <c:v>24.35</c:v>
                </c:pt>
                <c:pt idx="32534">
                  <c:v>24.35</c:v>
                </c:pt>
                <c:pt idx="32535">
                  <c:v>24.35</c:v>
                </c:pt>
                <c:pt idx="32536">
                  <c:v>24.35</c:v>
                </c:pt>
                <c:pt idx="32537">
                  <c:v>24.4</c:v>
                </c:pt>
                <c:pt idx="32538">
                  <c:v>24.4</c:v>
                </c:pt>
                <c:pt idx="32539">
                  <c:v>24.4</c:v>
                </c:pt>
                <c:pt idx="32540">
                  <c:v>24.4</c:v>
                </c:pt>
                <c:pt idx="32541">
                  <c:v>24.45</c:v>
                </c:pt>
                <c:pt idx="32542">
                  <c:v>24.45</c:v>
                </c:pt>
                <c:pt idx="32543">
                  <c:v>24.45</c:v>
                </c:pt>
                <c:pt idx="32544">
                  <c:v>24.45</c:v>
                </c:pt>
                <c:pt idx="32545">
                  <c:v>24.5</c:v>
                </c:pt>
                <c:pt idx="32546">
                  <c:v>24.5</c:v>
                </c:pt>
                <c:pt idx="32547">
                  <c:v>24.55</c:v>
                </c:pt>
                <c:pt idx="32548">
                  <c:v>24.55</c:v>
                </c:pt>
                <c:pt idx="32549">
                  <c:v>24.55</c:v>
                </c:pt>
                <c:pt idx="32550">
                  <c:v>24.6</c:v>
                </c:pt>
                <c:pt idx="32551">
                  <c:v>24.65</c:v>
                </c:pt>
                <c:pt idx="32552">
                  <c:v>24.65</c:v>
                </c:pt>
                <c:pt idx="32553">
                  <c:v>24.6</c:v>
                </c:pt>
                <c:pt idx="32554">
                  <c:v>24.6</c:v>
                </c:pt>
                <c:pt idx="32555">
                  <c:v>24.55</c:v>
                </c:pt>
                <c:pt idx="32556">
                  <c:v>24.5</c:v>
                </c:pt>
                <c:pt idx="32557">
                  <c:v>24.45</c:v>
                </c:pt>
                <c:pt idx="32558">
                  <c:v>24.4</c:v>
                </c:pt>
                <c:pt idx="32559">
                  <c:v>24.4</c:v>
                </c:pt>
                <c:pt idx="32560">
                  <c:v>24.35</c:v>
                </c:pt>
                <c:pt idx="32561">
                  <c:v>24.35</c:v>
                </c:pt>
                <c:pt idx="32562">
                  <c:v>24.35</c:v>
                </c:pt>
                <c:pt idx="32563">
                  <c:v>24.35</c:v>
                </c:pt>
                <c:pt idx="32564">
                  <c:v>24.35</c:v>
                </c:pt>
                <c:pt idx="32565">
                  <c:v>24.35</c:v>
                </c:pt>
                <c:pt idx="32566">
                  <c:v>24.35</c:v>
                </c:pt>
                <c:pt idx="32567">
                  <c:v>24.35</c:v>
                </c:pt>
                <c:pt idx="32568">
                  <c:v>24.35</c:v>
                </c:pt>
                <c:pt idx="32569">
                  <c:v>24.35</c:v>
                </c:pt>
                <c:pt idx="32570">
                  <c:v>24.4</c:v>
                </c:pt>
                <c:pt idx="32571">
                  <c:v>24.4</c:v>
                </c:pt>
                <c:pt idx="32572">
                  <c:v>24.4</c:v>
                </c:pt>
                <c:pt idx="32573">
                  <c:v>24.4</c:v>
                </c:pt>
                <c:pt idx="32574">
                  <c:v>24.45</c:v>
                </c:pt>
                <c:pt idx="32575">
                  <c:v>24.45</c:v>
                </c:pt>
                <c:pt idx="32576">
                  <c:v>24.5</c:v>
                </c:pt>
                <c:pt idx="32577">
                  <c:v>24.5</c:v>
                </c:pt>
                <c:pt idx="32578">
                  <c:v>24.55</c:v>
                </c:pt>
                <c:pt idx="32579">
                  <c:v>24.55</c:v>
                </c:pt>
                <c:pt idx="32580">
                  <c:v>24.55</c:v>
                </c:pt>
                <c:pt idx="32581">
                  <c:v>24.6</c:v>
                </c:pt>
                <c:pt idx="32582">
                  <c:v>24.6</c:v>
                </c:pt>
                <c:pt idx="32583">
                  <c:v>24.6</c:v>
                </c:pt>
                <c:pt idx="32584">
                  <c:v>24.55</c:v>
                </c:pt>
                <c:pt idx="32585">
                  <c:v>24.55</c:v>
                </c:pt>
                <c:pt idx="32586">
                  <c:v>24.45</c:v>
                </c:pt>
                <c:pt idx="32587">
                  <c:v>24.45</c:v>
                </c:pt>
                <c:pt idx="32588">
                  <c:v>24.4</c:v>
                </c:pt>
                <c:pt idx="32589">
                  <c:v>24.35</c:v>
                </c:pt>
                <c:pt idx="32590">
                  <c:v>24.35</c:v>
                </c:pt>
                <c:pt idx="32591">
                  <c:v>24.35</c:v>
                </c:pt>
                <c:pt idx="32592">
                  <c:v>24.35</c:v>
                </c:pt>
                <c:pt idx="32593">
                  <c:v>24.35</c:v>
                </c:pt>
                <c:pt idx="32594">
                  <c:v>24.35</c:v>
                </c:pt>
                <c:pt idx="32595">
                  <c:v>24.35</c:v>
                </c:pt>
                <c:pt idx="32596">
                  <c:v>24.35</c:v>
                </c:pt>
                <c:pt idx="32597">
                  <c:v>24.35</c:v>
                </c:pt>
                <c:pt idx="32598">
                  <c:v>24.35</c:v>
                </c:pt>
                <c:pt idx="32599">
                  <c:v>24.35</c:v>
                </c:pt>
                <c:pt idx="32600">
                  <c:v>24.4</c:v>
                </c:pt>
                <c:pt idx="32601">
                  <c:v>24.4</c:v>
                </c:pt>
                <c:pt idx="32602">
                  <c:v>24.4</c:v>
                </c:pt>
                <c:pt idx="32603">
                  <c:v>24.4</c:v>
                </c:pt>
                <c:pt idx="32604">
                  <c:v>24.45</c:v>
                </c:pt>
                <c:pt idx="32605">
                  <c:v>24.45</c:v>
                </c:pt>
                <c:pt idx="32606">
                  <c:v>24.45</c:v>
                </c:pt>
                <c:pt idx="32607">
                  <c:v>24.5</c:v>
                </c:pt>
                <c:pt idx="32608">
                  <c:v>24.5</c:v>
                </c:pt>
                <c:pt idx="32609">
                  <c:v>24.55</c:v>
                </c:pt>
                <c:pt idx="32610">
                  <c:v>24.6</c:v>
                </c:pt>
                <c:pt idx="32611">
                  <c:v>24.6</c:v>
                </c:pt>
                <c:pt idx="32612">
                  <c:v>24.6</c:v>
                </c:pt>
                <c:pt idx="32613">
                  <c:v>24.6</c:v>
                </c:pt>
                <c:pt idx="32614">
                  <c:v>24.55</c:v>
                </c:pt>
                <c:pt idx="32615">
                  <c:v>24.55</c:v>
                </c:pt>
                <c:pt idx="32616">
                  <c:v>24.45</c:v>
                </c:pt>
                <c:pt idx="32617">
                  <c:v>24.45</c:v>
                </c:pt>
                <c:pt idx="32618">
                  <c:v>24.4</c:v>
                </c:pt>
                <c:pt idx="32619">
                  <c:v>24.35</c:v>
                </c:pt>
                <c:pt idx="32620">
                  <c:v>24.35</c:v>
                </c:pt>
                <c:pt idx="32621">
                  <c:v>24.35</c:v>
                </c:pt>
                <c:pt idx="32622">
                  <c:v>24.35</c:v>
                </c:pt>
                <c:pt idx="32623">
                  <c:v>24.35</c:v>
                </c:pt>
                <c:pt idx="32624">
                  <c:v>24.35</c:v>
                </c:pt>
                <c:pt idx="32625">
                  <c:v>24.35</c:v>
                </c:pt>
                <c:pt idx="32626">
                  <c:v>24.35</c:v>
                </c:pt>
                <c:pt idx="32627">
                  <c:v>24.35</c:v>
                </c:pt>
                <c:pt idx="32628">
                  <c:v>24.35</c:v>
                </c:pt>
                <c:pt idx="32629">
                  <c:v>24.4</c:v>
                </c:pt>
                <c:pt idx="32630">
                  <c:v>24.4</c:v>
                </c:pt>
                <c:pt idx="32631">
                  <c:v>24.4</c:v>
                </c:pt>
                <c:pt idx="32632">
                  <c:v>24.4</c:v>
                </c:pt>
                <c:pt idx="32633">
                  <c:v>24.45</c:v>
                </c:pt>
                <c:pt idx="32634">
                  <c:v>24.45</c:v>
                </c:pt>
                <c:pt idx="32635">
                  <c:v>24.45</c:v>
                </c:pt>
                <c:pt idx="32636">
                  <c:v>24.5</c:v>
                </c:pt>
                <c:pt idx="32637">
                  <c:v>24.5</c:v>
                </c:pt>
                <c:pt idx="32638">
                  <c:v>24.5</c:v>
                </c:pt>
                <c:pt idx="32639">
                  <c:v>24.55</c:v>
                </c:pt>
                <c:pt idx="32640">
                  <c:v>24.55</c:v>
                </c:pt>
                <c:pt idx="32641">
                  <c:v>24.55</c:v>
                </c:pt>
                <c:pt idx="32642">
                  <c:v>24.55</c:v>
                </c:pt>
                <c:pt idx="32643">
                  <c:v>24.55</c:v>
                </c:pt>
                <c:pt idx="32644">
                  <c:v>24.55</c:v>
                </c:pt>
                <c:pt idx="32645">
                  <c:v>24.5</c:v>
                </c:pt>
                <c:pt idx="32646">
                  <c:v>24.45</c:v>
                </c:pt>
                <c:pt idx="32647">
                  <c:v>24.4</c:v>
                </c:pt>
                <c:pt idx="32648">
                  <c:v>24.4</c:v>
                </c:pt>
                <c:pt idx="32649">
                  <c:v>24.35</c:v>
                </c:pt>
                <c:pt idx="32650">
                  <c:v>24.35</c:v>
                </c:pt>
                <c:pt idx="32651">
                  <c:v>24.35</c:v>
                </c:pt>
                <c:pt idx="32652">
                  <c:v>24.35</c:v>
                </c:pt>
                <c:pt idx="32653">
                  <c:v>24.35</c:v>
                </c:pt>
                <c:pt idx="32654">
                  <c:v>24.35</c:v>
                </c:pt>
                <c:pt idx="32655">
                  <c:v>24.35</c:v>
                </c:pt>
                <c:pt idx="32656">
                  <c:v>24.35</c:v>
                </c:pt>
                <c:pt idx="32657">
                  <c:v>24.35</c:v>
                </c:pt>
                <c:pt idx="32658">
                  <c:v>24.4</c:v>
                </c:pt>
                <c:pt idx="32659">
                  <c:v>24.4</c:v>
                </c:pt>
                <c:pt idx="32660">
                  <c:v>24.4</c:v>
                </c:pt>
                <c:pt idx="32661">
                  <c:v>24.4</c:v>
                </c:pt>
                <c:pt idx="32662">
                  <c:v>24.4</c:v>
                </c:pt>
                <c:pt idx="32663">
                  <c:v>24.45</c:v>
                </c:pt>
                <c:pt idx="32664">
                  <c:v>24.45</c:v>
                </c:pt>
                <c:pt idx="32665">
                  <c:v>24.5</c:v>
                </c:pt>
                <c:pt idx="32666">
                  <c:v>24.5</c:v>
                </c:pt>
                <c:pt idx="32667">
                  <c:v>24.5</c:v>
                </c:pt>
                <c:pt idx="32668">
                  <c:v>24.55</c:v>
                </c:pt>
                <c:pt idx="32669">
                  <c:v>24.55</c:v>
                </c:pt>
                <c:pt idx="32670">
                  <c:v>24.55</c:v>
                </c:pt>
                <c:pt idx="32671">
                  <c:v>24.6</c:v>
                </c:pt>
                <c:pt idx="32672">
                  <c:v>24.6</c:v>
                </c:pt>
                <c:pt idx="32673">
                  <c:v>24.55</c:v>
                </c:pt>
                <c:pt idx="32674">
                  <c:v>24.55</c:v>
                </c:pt>
                <c:pt idx="32675">
                  <c:v>24.5</c:v>
                </c:pt>
                <c:pt idx="32676">
                  <c:v>24.45</c:v>
                </c:pt>
                <c:pt idx="32677">
                  <c:v>24.4</c:v>
                </c:pt>
                <c:pt idx="32678">
                  <c:v>24.4</c:v>
                </c:pt>
                <c:pt idx="32679">
                  <c:v>24.35</c:v>
                </c:pt>
                <c:pt idx="32680">
                  <c:v>24.35</c:v>
                </c:pt>
                <c:pt idx="32681">
                  <c:v>24.35</c:v>
                </c:pt>
                <c:pt idx="32682">
                  <c:v>24.35</c:v>
                </c:pt>
                <c:pt idx="32683">
                  <c:v>24.35</c:v>
                </c:pt>
                <c:pt idx="32684">
                  <c:v>24.35</c:v>
                </c:pt>
                <c:pt idx="32685">
                  <c:v>24.35</c:v>
                </c:pt>
                <c:pt idx="32686">
                  <c:v>24.35</c:v>
                </c:pt>
                <c:pt idx="32687">
                  <c:v>24.4</c:v>
                </c:pt>
                <c:pt idx="32688">
                  <c:v>24.4</c:v>
                </c:pt>
                <c:pt idx="32689">
                  <c:v>24.4</c:v>
                </c:pt>
                <c:pt idx="32690">
                  <c:v>24.45</c:v>
                </c:pt>
                <c:pt idx="32691">
                  <c:v>24.45</c:v>
                </c:pt>
                <c:pt idx="32692">
                  <c:v>24.45</c:v>
                </c:pt>
                <c:pt idx="32693">
                  <c:v>24.45</c:v>
                </c:pt>
                <c:pt idx="32694">
                  <c:v>24.5</c:v>
                </c:pt>
                <c:pt idx="32695">
                  <c:v>24.5</c:v>
                </c:pt>
                <c:pt idx="32696">
                  <c:v>24.5</c:v>
                </c:pt>
                <c:pt idx="32697">
                  <c:v>24.55</c:v>
                </c:pt>
                <c:pt idx="32698">
                  <c:v>24.55</c:v>
                </c:pt>
                <c:pt idx="32699">
                  <c:v>24.55</c:v>
                </c:pt>
                <c:pt idx="32700">
                  <c:v>24.6</c:v>
                </c:pt>
                <c:pt idx="32701">
                  <c:v>24.6</c:v>
                </c:pt>
                <c:pt idx="32702">
                  <c:v>24.6</c:v>
                </c:pt>
                <c:pt idx="32703">
                  <c:v>24.6</c:v>
                </c:pt>
                <c:pt idx="32704">
                  <c:v>24.55</c:v>
                </c:pt>
                <c:pt idx="32705">
                  <c:v>24.5</c:v>
                </c:pt>
                <c:pt idx="32706">
                  <c:v>24.45</c:v>
                </c:pt>
                <c:pt idx="32707">
                  <c:v>24.45</c:v>
                </c:pt>
                <c:pt idx="32708">
                  <c:v>24.4</c:v>
                </c:pt>
                <c:pt idx="32709">
                  <c:v>24.4</c:v>
                </c:pt>
                <c:pt idx="32710">
                  <c:v>24.4</c:v>
                </c:pt>
                <c:pt idx="32711">
                  <c:v>24.35</c:v>
                </c:pt>
                <c:pt idx="32712">
                  <c:v>24.35</c:v>
                </c:pt>
                <c:pt idx="32713">
                  <c:v>24.35</c:v>
                </c:pt>
                <c:pt idx="32714">
                  <c:v>24.35</c:v>
                </c:pt>
                <c:pt idx="32715">
                  <c:v>24.35</c:v>
                </c:pt>
                <c:pt idx="32716">
                  <c:v>24.35</c:v>
                </c:pt>
                <c:pt idx="32717">
                  <c:v>24.4</c:v>
                </c:pt>
                <c:pt idx="32718">
                  <c:v>24.4</c:v>
                </c:pt>
                <c:pt idx="32719">
                  <c:v>24.4</c:v>
                </c:pt>
                <c:pt idx="32720">
                  <c:v>24.4</c:v>
                </c:pt>
                <c:pt idx="32721">
                  <c:v>24.45</c:v>
                </c:pt>
                <c:pt idx="32722">
                  <c:v>24.45</c:v>
                </c:pt>
                <c:pt idx="32723">
                  <c:v>24.45</c:v>
                </c:pt>
                <c:pt idx="32724">
                  <c:v>24.5</c:v>
                </c:pt>
                <c:pt idx="32725">
                  <c:v>24.5</c:v>
                </c:pt>
                <c:pt idx="32726">
                  <c:v>24.55</c:v>
                </c:pt>
                <c:pt idx="32727">
                  <c:v>24.55</c:v>
                </c:pt>
                <c:pt idx="32728">
                  <c:v>24.55</c:v>
                </c:pt>
                <c:pt idx="32729">
                  <c:v>24.6</c:v>
                </c:pt>
                <c:pt idx="32730">
                  <c:v>24.6</c:v>
                </c:pt>
                <c:pt idx="32731">
                  <c:v>24.6</c:v>
                </c:pt>
                <c:pt idx="32732">
                  <c:v>24.6</c:v>
                </c:pt>
                <c:pt idx="32733">
                  <c:v>24.6</c:v>
                </c:pt>
                <c:pt idx="32734">
                  <c:v>24.6</c:v>
                </c:pt>
                <c:pt idx="32735">
                  <c:v>24.55</c:v>
                </c:pt>
                <c:pt idx="32736">
                  <c:v>24.5</c:v>
                </c:pt>
                <c:pt idx="32737">
                  <c:v>24.45</c:v>
                </c:pt>
                <c:pt idx="32738">
                  <c:v>24.4</c:v>
                </c:pt>
                <c:pt idx="32739">
                  <c:v>24.4</c:v>
                </c:pt>
                <c:pt idx="32740">
                  <c:v>24.4</c:v>
                </c:pt>
                <c:pt idx="32741">
                  <c:v>24.35</c:v>
                </c:pt>
                <c:pt idx="32742">
                  <c:v>24.35</c:v>
                </c:pt>
                <c:pt idx="32743">
                  <c:v>24.4</c:v>
                </c:pt>
                <c:pt idx="32744">
                  <c:v>24.4</c:v>
                </c:pt>
                <c:pt idx="32745">
                  <c:v>24.35</c:v>
                </c:pt>
                <c:pt idx="32746">
                  <c:v>24.35</c:v>
                </c:pt>
                <c:pt idx="32747">
                  <c:v>24.35</c:v>
                </c:pt>
                <c:pt idx="32748">
                  <c:v>24.4</c:v>
                </c:pt>
                <c:pt idx="32749">
                  <c:v>24.4</c:v>
                </c:pt>
                <c:pt idx="32750">
                  <c:v>24.4</c:v>
                </c:pt>
                <c:pt idx="32751">
                  <c:v>24.45</c:v>
                </c:pt>
                <c:pt idx="32752">
                  <c:v>24.45</c:v>
                </c:pt>
                <c:pt idx="32753">
                  <c:v>24.45</c:v>
                </c:pt>
                <c:pt idx="32754">
                  <c:v>24.45</c:v>
                </c:pt>
                <c:pt idx="32755">
                  <c:v>24.5</c:v>
                </c:pt>
                <c:pt idx="32756">
                  <c:v>24.5</c:v>
                </c:pt>
                <c:pt idx="32757">
                  <c:v>24.5</c:v>
                </c:pt>
                <c:pt idx="32758">
                  <c:v>24.5</c:v>
                </c:pt>
                <c:pt idx="32759">
                  <c:v>24.55</c:v>
                </c:pt>
                <c:pt idx="32760">
                  <c:v>24.55</c:v>
                </c:pt>
                <c:pt idx="32761">
                  <c:v>24.55</c:v>
                </c:pt>
                <c:pt idx="32762">
                  <c:v>24.55</c:v>
                </c:pt>
                <c:pt idx="32763">
                  <c:v>24.55</c:v>
                </c:pt>
                <c:pt idx="32764">
                  <c:v>24.55</c:v>
                </c:pt>
                <c:pt idx="32765">
                  <c:v>24.5</c:v>
                </c:pt>
                <c:pt idx="32766">
                  <c:v>24.45</c:v>
                </c:pt>
                <c:pt idx="32767">
                  <c:v>24.4</c:v>
                </c:pt>
                <c:pt idx="32768">
                  <c:v>24.4</c:v>
                </c:pt>
                <c:pt idx="32769">
                  <c:v>24.35</c:v>
                </c:pt>
                <c:pt idx="32770">
                  <c:v>24.35</c:v>
                </c:pt>
                <c:pt idx="32771">
                  <c:v>24.35</c:v>
                </c:pt>
                <c:pt idx="32772">
                  <c:v>24.35</c:v>
                </c:pt>
                <c:pt idx="32773">
                  <c:v>24.35</c:v>
                </c:pt>
                <c:pt idx="32774">
                  <c:v>24.35</c:v>
                </c:pt>
                <c:pt idx="32775">
                  <c:v>24.35</c:v>
                </c:pt>
                <c:pt idx="32776">
                  <c:v>24.35</c:v>
                </c:pt>
                <c:pt idx="32777">
                  <c:v>24.35</c:v>
                </c:pt>
                <c:pt idx="32778">
                  <c:v>24.35</c:v>
                </c:pt>
                <c:pt idx="32779">
                  <c:v>24.4</c:v>
                </c:pt>
                <c:pt idx="32780">
                  <c:v>24.4</c:v>
                </c:pt>
                <c:pt idx="32781">
                  <c:v>24.45</c:v>
                </c:pt>
                <c:pt idx="32782">
                  <c:v>24.45</c:v>
                </c:pt>
                <c:pt idx="32783">
                  <c:v>24.45</c:v>
                </c:pt>
                <c:pt idx="32784">
                  <c:v>24.5</c:v>
                </c:pt>
                <c:pt idx="32785">
                  <c:v>24.5</c:v>
                </c:pt>
                <c:pt idx="32786">
                  <c:v>24.5</c:v>
                </c:pt>
                <c:pt idx="32787">
                  <c:v>24.55</c:v>
                </c:pt>
                <c:pt idx="32788">
                  <c:v>24.55</c:v>
                </c:pt>
                <c:pt idx="32789">
                  <c:v>24.55</c:v>
                </c:pt>
                <c:pt idx="32790">
                  <c:v>24.6</c:v>
                </c:pt>
                <c:pt idx="32791">
                  <c:v>24.6</c:v>
                </c:pt>
                <c:pt idx="32792">
                  <c:v>24.6</c:v>
                </c:pt>
                <c:pt idx="32793">
                  <c:v>24.55</c:v>
                </c:pt>
                <c:pt idx="32794">
                  <c:v>24.5</c:v>
                </c:pt>
                <c:pt idx="32795">
                  <c:v>24.5</c:v>
                </c:pt>
                <c:pt idx="32796">
                  <c:v>24.45</c:v>
                </c:pt>
                <c:pt idx="32797">
                  <c:v>24.4</c:v>
                </c:pt>
                <c:pt idx="32798">
                  <c:v>24.35</c:v>
                </c:pt>
                <c:pt idx="32799">
                  <c:v>24.35</c:v>
                </c:pt>
                <c:pt idx="32800">
                  <c:v>24.35</c:v>
                </c:pt>
                <c:pt idx="32801">
                  <c:v>24.3</c:v>
                </c:pt>
                <c:pt idx="32802">
                  <c:v>24.3</c:v>
                </c:pt>
                <c:pt idx="32803">
                  <c:v>24.3</c:v>
                </c:pt>
                <c:pt idx="32804">
                  <c:v>24.3</c:v>
                </c:pt>
                <c:pt idx="32805">
                  <c:v>24.3</c:v>
                </c:pt>
                <c:pt idx="32806">
                  <c:v>24.3</c:v>
                </c:pt>
                <c:pt idx="32807">
                  <c:v>24.3</c:v>
                </c:pt>
                <c:pt idx="32808">
                  <c:v>24.35</c:v>
                </c:pt>
                <c:pt idx="32809">
                  <c:v>24.35</c:v>
                </c:pt>
                <c:pt idx="32810">
                  <c:v>24.4</c:v>
                </c:pt>
                <c:pt idx="32811">
                  <c:v>24.4</c:v>
                </c:pt>
                <c:pt idx="32812">
                  <c:v>24.4</c:v>
                </c:pt>
                <c:pt idx="32813">
                  <c:v>24.45</c:v>
                </c:pt>
                <c:pt idx="32814">
                  <c:v>24.45</c:v>
                </c:pt>
                <c:pt idx="32815">
                  <c:v>24.5</c:v>
                </c:pt>
                <c:pt idx="32816">
                  <c:v>24.5</c:v>
                </c:pt>
                <c:pt idx="32817">
                  <c:v>24.5</c:v>
                </c:pt>
                <c:pt idx="32818">
                  <c:v>24.55</c:v>
                </c:pt>
                <c:pt idx="32819">
                  <c:v>24.55</c:v>
                </c:pt>
                <c:pt idx="32820">
                  <c:v>24.6</c:v>
                </c:pt>
                <c:pt idx="32821">
                  <c:v>24.6</c:v>
                </c:pt>
                <c:pt idx="32822">
                  <c:v>24.6</c:v>
                </c:pt>
                <c:pt idx="32823">
                  <c:v>24.55</c:v>
                </c:pt>
                <c:pt idx="32824">
                  <c:v>24.55</c:v>
                </c:pt>
                <c:pt idx="32825">
                  <c:v>24.5</c:v>
                </c:pt>
                <c:pt idx="32826">
                  <c:v>24.45</c:v>
                </c:pt>
                <c:pt idx="32827">
                  <c:v>24.4</c:v>
                </c:pt>
                <c:pt idx="32828">
                  <c:v>24.4</c:v>
                </c:pt>
                <c:pt idx="32829">
                  <c:v>24.35</c:v>
                </c:pt>
                <c:pt idx="32830">
                  <c:v>24.35</c:v>
                </c:pt>
                <c:pt idx="32831">
                  <c:v>24.3</c:v>
                </c:pt>
                <c:pt idx="32832">
                  <c:v>24.3</c:v>
                </c:pt>
                <c:pt idx="32833">
                  <c:v>24.3</c:v>
                </c:pt>
                <c:pt idx="32834">
                  <c:v>24.3</c:v>
                </c:pt>
                <c:pt idx="32835">
                  <c:v>24.3</c:v>
                </c:pt>
                <c:pt idx="32836">
                  <c:v>24.35</c:v>
                </c:pt>
                <c:pt idx="32837">
                  <c:v>24.3</c:v>
                </c:pt>
                <c:pt idx="32838">
                  <c:v>24.35</c:v>
                </c:pt>
                <c:pt idx="32839">
                  <c:v>24.3</c:v>
                </c:pt>
                <c:pt idx="32840">
                  <c:v>24.35</c:v>
                </c:pt>
                <c:pt idx="32841">
                  <c:v>24.4</c:v>
                </c:pt>
                <c:pt idx="32842">
                  <c:v>24.4</c:v>
                </c:pt>
                <c:pt idx="32843">
                  <c:v>24.45</c:v>
                </c:pt>
                <c:pt idx="32844">
                  <c:v>24.45</c:v>
                </c:pt>
                <c:pt idx="32845">
                  <c:v>24.45</c:v>
                </c:pt>
                <c:pt idx="32846">
                  <c:v>24.5</c:v>
                </c:pt>
                <c:pt idx="32847">
                  <c:v>24.5</c:v>
                </c:pt>
                <c:pt idx="32848">
                  <c:v>24.55</c:v>
                </c:pt>
                <c:pt idx="32849">
                  <c:v>24.55</c:v>
                </c:pt>
                <c:pt idx="32850">
                  <c:v>24.55</c:v>
                </c:pt>
                <c:pt idx="32851">
                  <c:v>24.6</c:v>
                </c:pt>
                <c:pt idx="32852">
                  <c:v>24.6</c:v>
                </c:pt>
                <c:pt idx="32853">
                  <c:v>24.6</c:v>
                </c:pt>
                <c:pt idx="32854">
                  <c:v>24.55</c:v>
                </c:pt>
                <c:pt idx="32855">
                  <c:v>24.5</c:v>
                </c:pt>
                <c:pt idx="32856">
                  <c:v>24.45</c:v>
                </c:pt>
                <c:pt idx="32857">
                  <c:v>24.4</c:v>
                </c:pt>
                <c:pt idx="32858">
                  <c:v>24.4</c:v>
                </c:pt>
                <c:pt idx="32859">
                  <c:v>24.35</c:v>
                </c:pt>
                <c:pt idx="32860">
                  <c:v>24.35</c:v>
                </c:pt>
                <c:pt idx="32861">
                  <c:v>24.3</c:v>
                </c:pt>
                <c:pt idx="32862">
                  <c:v>24.35</c:v>
                </c:pt>
                <c:pt idx="32863">
                  <c:v>24.35</c:v>
                </c:pt>
                <c:pt idx="32864">
                  <c:v>24.35</c:v>
                </c:pt>
                <c:pt idx="32865">
                  <c:v>24.3</c:v>
                </c:pt>
                <c:pt idx="32866">
                  <c:v>24.35</c:v>
                </c:pt>
                <c:pt idx="32867">
                  <c:v>24.35</c:v>
                </c:pt>
                <c:pt idx="32868">
                  <c:v>24.4</c:v>
                </c:pt>
                <c:pt idx="32869">
                  <c:v>24.4</c:v>
                </c:pt>
                <c:pt idx="32870">
                  <c:v>24.4</c:v>
                </c:pt>
                <c:pt idx="32871">
                  <c:v>24.4</c:v>
                </c:pt>
                <c:pt idx="32872">
                  <c:v>24.45</c:v>
                </c:pt>
                <c:pt idx="32873">
                  <c:v>24.45</c:v>
                </c:pt>
                <c:pt idx="32874">
                  <c:v>24.5</c:v>
                </c:pt>
                <c:pt idx="32875">
                  <c:v>24.5</c:v>
                </c:pt>
                <c:pt idx="32876">
                  <c:v>24.55</c:v>
                </c:pt>
                <c:pt idx="32877">
                  <c:v>24.55</c:v>
                </c:pt>
                <c:pt idx="32878">
                  <c:v>24.55</c:v>
                </c:pt>
                <c:pt idx="32879">
                  <c:v>24.55</c:v>
                </c:pt>
                <c:pt idx="32880">
                  <c:v>24.6</c:v>
                </c:pt>
                <c:pt idx="32881">
                  <c:v>24.6</c:v>
                </c:pt>
                <c:pt idx="32882">
                  <c:v>24.6</c:v>
                </c:pt>
                <c:pt idx="32883">
                  <c:v>24.6</c:v>
                </c:pt>
                <c:pt idx="32884">
                  <c:v>24.55</c:v>
                </c:pt>
                <c:pt idx="32885">
                  <c:v>24.5</c:v>
                </c:pt>
                <c:pt idx="32886">
                  <c:v>24.45</c:v>
                </c:pt>
                <c:pt idx="32887">
                  <c:v>24.4</c:v>
                </c:pt>
                <c:pt idx="32888">
                  <c:v>24.4</c:v>
                </c:pt>
                <c:pt idx="32889">
                  <c:v>24.35</c:v>
                </c:pt>
                <c:pt idx="32890">
                  <c:v>24.35</c:v>
                </c:pt>
                <c:pt idx="32891">
                  <c:v>24.35</c:v>
                </c:pt>
                <c:pt idx="32892">
                  <c:v>24.35</c:v>
                </c:pt>
                <c:pt idx="32893">
                  <c:v>24.35</c:v>
                </c:pt>
                <c:pt idx="32894">
                  <c:v>24.35</c:v>
                </c:pt>
                <c:pt idx="32895">
                  <c:v>24.3</c:v>
                </c:pt>
                <c:pt idx="32896">
                  <c:v>24.3</c:v>
                </c:pt>
                <c:pt idx="32897">
                  <c:v>24.3</c:v>
                </c:pt>
                <c:pt idx="32898">
                  <c:v>24.35</c:v>
                </c:pt>
                <c:pt idx="32899">
                  <c:v>24.35</c:v>
                </c:pt>
                <c:pt idx="32900">
                  <c:v>24.4</c:v>
                </c:pt>
                <c:pt idx="32901">
                  <c:v>24.4</c:v>
                </c:pt>
                <c:pt idx="32902">
                  <c:v>24.4</c:v>
                </c:pt>
                <c:pt idx="32903">
                  <c:v>24.4</c:v>
                </c:pt>
                <c:pt idx="32904">
                  <c:v>24.45</c:v>
                </c:pt>
                <c:pt idx="32905">
                  <c:v>24.45</c:v>
                </c:pt>
                <c:pt idx="32906">
                  <c:v>24.45</c:v>
                </c:pt>
                <c:pt idx="32907">
                  <c:v>24.5</c:v>
                </c:pt>
                <c:pt idx="32908">
                  <c:v>24.5</c:v>
                </c:pt>
                <c:pt idx="32909">
                  <c:v>24.5</c:v>
                </c:pt>
                <c:pt idx="32910">
                  <c:v>24.55</c:v>
                </c:pt>
                <c:pt idx="32911">
                  <c:v>24.55</c:v>
                </c:pt>
                <c:pt idx="32912">
                  <c:v>24.55</c:v>
                </c:pt>
                <c:pt idx="32913">
                  <c:v>24.6</c:v>
                </c:pt>
                <c:pt idx="32914">
                  <c:v>24.55</c:v>
                </c:pt>
                <c:pt idx="32915">
                  <c:v>24.55</c:v>
                </c:pt>
                <c:pt idx="32916">
                  <c:v>24.45</c:v>
                </c:pt>
                <c:pt idx="32917">
                  <c:v>24.45</c:v>
                </c:pt>
                <c:pt idx="32918">
                  <c:v>24.4</c:v>
                </c:pt>
                <c:pt idx="32919">
                  <c:v>24.4</c:v>
                </c:pt>
                <c:pt idx="32920">
                  <c:v>24.35</c:v>
                </c:pt>
                <c:pt idx="32921">
                  <c:v>24.35</c:v>
                </c:pt>
                <c:pt idx="32922">
                  <c:v>24.35</c:v>
                </c:pt>
                <c:pt idx="32923">
                  <c:v>24.35</c:v>
                </c:pt>
                <c:pt idx="32924">
                  <c:v>24.35</c:v>
                </c:pt>
                <c:pt idx="32925">
                  <c:v>24.3</c:v>
                </c:pt>
                <c:pt idx="32926">
                  <c:v>24.3</c:v>
                </c:pt>
                <c:pt idx="32927">
                  <c:v>24.35</c:v>
                </c:pt>
                <c:pt idx="32928">
                  <c:v>24.35</c:v>
                </c:pt>
                <c:pt idx="32929">
                  <c:v>24.35</c:v>
                </c:pt>
                <c:pt idx="32930">
                  <c:v>24.35</c:v>
                </c:pt>
                <c:pt idx="32931">
                  <c:v>24.35</c:v>
                </c:pt>
                <c:pt idx="32932">
                  <c:v>24.4</c:v>
                </c:pt>
                <c:pt idx="32933">
                  <c:v>24.4</c:v>
                </c:pt>
                <c:pt idx="32934">
                  <c:v>24.4</c:v>
                </c:pt>
                <c:pt idx="32935">
                  <c:v>24.45</c:v>
                </c:pt>
                <c:pt idx="32936">
                  <c:v>24.45</c:v>
                </c:pt>
                <c:pt idx="32937">
                  <c:v>24.45</c:v>
                </c:pt>
                <c:pt idx="32938">
                  <c:v>24.5</c:v>
                </c:pt>
                <c:pt idx="32939">
                  <c:v>24.5</c:v>
                </c:pt>
                <c:pt idx="32940">
                  <c:v>24.55</c:v>
                </c:pt>
                <c:pt idx="32941">
                  <c:v>24.55</c:v>
                </c:pt>
                <c:pt idx="32942">
                  <c:v>24.55</c:v>
                </c:pt>
                <c:pt idx="32943">
                  <c:v>24.55</c:v>
                </c:pt>
                <c:pt idx="32944">
                  <c:v>24.5</c:v>
                </c:pt>
                <c:pt idx="32945">
                  <c:v>24.45</c:v>
                </c:pt>
                <c:pt idx="32946">
                  <c:v>24.45</c:v>
                </c:pt>
                <c:pt idx="32947">
                  <c:v>24.4</c:v>
                </c:pt>
                <c:pt idx="32948">
                  <c:v>24.35</c:v>
                </c:pt>
                <c:pt idx="32949">
                  <c:v>24.35</c:v>
                </c:pt>
                <c:pt idx="32950">
                  <c:v>24.35</c:v>
                </c:pt>
                <c:pt idx="32951">
                  <c:v>24.3</c:v>
                </c:pt>
                <c:pt idx="32952">
                  <c:v>24.3</c:v>
                </c:pt>
                <c:pt idx="32953">
                  <c:v>24.3</c:v>
                </c:pt>
                <c:pt idx="32954">
                  <c:v>24.3</c:v>
                </c:pt>
                <c:pt idx="32955">
                  <c:v>24.35</c:v>
                </c:pt>
                <c:pt idx="32956">
                  <c:v>24.35</c:v>
                </c:pt>
                <c:pt idx="32957">
                  <c:v>24.35</c:v>
                </c:pt>
                <c:pt idx="32958">
                  <c:v>24.35</c:v>
                </c:pt>
                <c:pt idx="32959">
                  <c:v>24.35</c:v>
                </c:pt>
                <c:pt idx="32960">
                  <c:v>24.4</c:v>
                </c:pt>
                <c:pt idx="32961">
                  <c:v>24.4</c:v>
                </c:pt>
                <c:pt idx="32962">
                  <c:v>24.4</c:v>
                </c:pt>
                <c:pt idx="32963">
                  <c:v>24.45</c:v>
                </c:pt>
                <c:pt idx="32964">
                  <c:v>24.45</c:v>
                </c:pt>
                <c:pt idx="32965">
                  <c:v>24.45</c:v>
                </c:pt>
                <c:pt idx="32966">
                  <c:v>24.45</c:v>
                </c:pt>
                <c:pt idx="32967">
                  <c:v>24.5</c:v>
                </c:pt>
                <c:pt idx="32968">
                  <c:v>24.5</c:v>
                </c:pt>
                <c:pt idx="32969">
                  <c:v>24.5</c:v>
                </c:pt>
                <c:pt idx="32970">
                  <c:v>24.55</c:v>
                </c:pt>
                <c:pt idx="32971">
                  <c:v>24.55</c:v>
                </c:pt>
                <c:pt idx="32972">
                  <c:v>24.6</c:v>
                </c:pt>
                <c:pt idx="32973">
                  <c:v>24.55</c:v>
                </c:pt>
                <c:pt idx="32974">
                  <c:v>24.55</c:v>
                </c:pt>
                <c:pt idx="32975">
                  <c:v>24.5</c:v>
                </c:pt>
                <c:pt idx="32976">
                  <c:v>24.5</c:v>
                </c:pt>
                <c:pt idx="32977">
                  <c:v>24.45</c:v>
                </c:pt>
                <c:pt idx="32978">
                  <c:v>24.4</c:v>
                </c:pt>
                <c:pt idx="32979">
                  <c:v>24.35</c:v>
                </c:pt>
                <c:pt idx="32980">
                  <c:v>24.35</c:v>
                </c:pt>
                <c:pt idx="32981">
                  <c:v>24.35</c:v>
                </c:pt>
                <c:pt idx="32982">
                  <c:v>24.35</c:v>
                </c:pt>
                <c:pt idx="32983">
                  <c:v>24.35</c:v>
                </c:pt>
                <c:pt idx="32984">
                  <c:v>24.3</c:v>
                </c:pt>
                <c:pt idx="32985">
                  <c:v>24.35</c:v>
                </c:pt>
                <c:pt idx="32986">
                  <c:v>24.35</c:v>
                </c:pt>
                <c:pt idx="32987">
                  <c:v>24.35</c:v>
                </c:pt>
                <c:pt idx="32988">
                  <c:v>24.35</c:v>
                </c:pt>
                <c:pt idx="32989">
                  <c:v>24.4</c:v>
                </c:pt>
                <c:pt idx="32990">
                  <c:v>24.4</c:v>
                </c:pt>
                <c:pt idx="32991">
                  <c:v>24.45</c:v>
                </c:pt>
                <c:pt idx="32992">
                  <c:v>24.45</c:v>
                </c:pt>
                <c:pt idx="32993">
                  <c:v>24.45</c:v>
                </c:pt>
                <c:pt idx="32994">
                  <c:v>24.45</c:v>
                </c:pt>
                <c:pt idx="32995">
                  <c:v>24.5</c:v>
                </c:pt>
                <c:pt idx="32996">
                  <c:v>24.5</c:v>
                </c:pt>
                <c:pt idx="32997">
                  <c:v>24.5</c:v>
                </c:pt>
                <c:pt idx="32998">
                  <c:v>24.55</c:v>
                </c:pt>
                <c:pt idx="32999">
                  <c:v>24.55</c:v>
                </c:pt>
                <c:pt idx="33000">
                  <c:v>24.6</c:v>
                </c:pt>
                <c:pt idx="33001">
                  <c:v>24.6</c:v>
                </c:pt>
                <c:pt idx="33002">
                  <c:v>24.6</c:v>
                </c:pt>
                <c:pt idx="33003">
                  <c:v>24.6</c:v>
                </c:pt>
                <c:pt idx="33004">
                  <c:v>24.55</c:v>
                </c:pt>
                <c:pt idx="33005">
                  <c:v>24.5</c:v>
                </c:pt>
                <c:pt idx="33006">
                  <c:v>24.5</c:v>
                </c:pt>
                <c:pt idx="33007">
                  <c:v>24.45</c:v>
                </c:pt>
                <c:pt idx="33008">
                  <c:v>24.4</c:v>
                </c:pt>
                <c:pt idx="33009">
                  <c:v>24.4</c:v>
                </c:pt>
                <c:pt idx="33010">
                  <c:v>24.4</c:v>
                </c:pt>
                <c:pt idx="33011">
                  <c:v>24.35</c:v>
                </c:pt>
                <c:pt idx="33012">
                  <c:v>24.35</c:v>
                </c:pt>
                <c:pt idx="33013">
                  <c:v>24.35</c:v>
                </c:pt>
                <c:pt idx="33014">
                  <c:v>24.35</c:v>
                </c:pt>
                <c:pt idx="33015">
                  <c:v>24.35</c:v>
                </c:pt>
                <c:pt idx="33016">
                  <c:v>24.35</c:v>
                </c:pt>
                <c:pt idx="33017">
                  <c:v>24.4</c:v>
                </c:pt>
                <c:pt idx="33018">
                  <c:v>24.4</c:v>
                </c:pt>
                <c:pt idx="33019">
                  <c:v>24.4</c:v>
                </c:pt>
                <c:pt idx="33020">
                  <c:v>24.4</c:v>
                </c:pt>
                <c:pt idx="33021">
                  <c:v>24.45</c:v>
                </c:pt>
                <c:pt idx="33022">
                  <c:v>24.45</c:v>
                </c:pt>
                <c:pt idx="33023">
                  <c:v>24.5</c:v>
                </c:pt>
                <c:pt idx="33024">
                  <c:v>24.5</c:v>
                </c:pt>
                <c:pt idx="33025">
                  <c:v>24.5</c:v>
                </c:pt>
                <c:pt idx="33026">
                  <c:v>24.55</c:v>
                </c:pt>
                <c:pt idx="33027">
                  <c:v>24.55</c:v>
                </c:pt>
                <c:pt idx="33028">
                  <c:v>24.6</c:v>
                </c:pt>
                <c:pt idx="33029">
                  <c:v>24.6</c:v>
                </c:pt>
                <c:pt idx="33030">
                  <c:v>24.65</c:v>
                </c:pt>
                <c:pt idx="33031">
                  <c:v>24.65</c:v>
                </c:pt>
                <c:pt idx="33032">
                  <c:v>24.65</c:v>
                </c:pt>
                <c:pt idx="33033">
                  <c:v>24.6</c:v>
                </c:pt>
                <c:pt idx="33034">
                  <c:v>24.6</c:v>
                </c:pt>
                <c:pt idx="33035">
                  <c:v>24.55</c:v>
                </c:pt>
                <c:pt idx="33036">
                  <c:v>24.5</c:v>
                </c:pt>
                <c:pt idx="33037">
                  <c:v>24.45</c:v>
                </c:pt>
                <c:pt idx="33038">
                  <c:v>24.45</c:v>
                </c:pt>
                <c:pt idx="33039">
                  <c:v>24.4</c:v>
                </c:pt>
                <c:pt idx="33040">
                  <c:v>24.35</c:v>
                </c:pt>
                <c:pt idx="33041">
                  <c:v>24.35</c:v>
                </c:pt>
                <c:pt idx="33042">
                  <c:v>24.35</c:v>
                </c:pt>
                <c:pt idx="33043">
                  <c:v>24.35</c:v>
                </c:pt>
                <c:pt idx="33044">
                  <c:v>24.35</c:v>
                </c:pt>
                <c:pt idx="33045">
                  <c:v>24.35</c:v>
                </c:pt>
                <c:pt idx="33046">
                  <c:v>24.35</c:v>
                </c:pt>
                <c:pt idx="33047">
                  <c:v>24.35</c:v>
                </c:pt>
                <c:pt idx="33048">
                  <c:v>24.4</c:v>
                </c:pt>
                <c:pt idx="33049">
                  <c:v>24.4</c:v>
                </c:pt>
                <c:pt idx="33050">
                  <c:v>24.4</c:v>
                </c:pt>
                <c:pt idx="33051">
                  <c:v>24.4</c:v>
                </c:pt>
                <c:pt idx="33052">
                  <c:v>24.45</c:v>
                </c:pt>
                <c:pt idx="33053">
                  <c:v>24.45</c:v>
                </c:pt>
                <c:pt idx="33054">
                  <c:v>24.45</c:v>
                </c:pt>
                <c:pt idx="33055">
                  <c:v>24.45</c:v>
                </c:pt>
                <c:pt idx="33056">
                  <c:v>24.5</c:v>
                </c:pt>
                <c:pt idx="33057">
                  <c:v>24.5</c:v>
                </c:pt>
                <c:pt idx="33058">
                  <c:v>24.55</c:v>
                </c:pt>
                <c:pt idx="33059">
                  <c:v>24.55</c:v>
                </c:pt>
                <c:pt idx="33060">
                  <c:v>24.6</c:v>
                </c:pt>
                <c:pt idx="33061">
                  <c:v>24.6</c:v>
                </c:pt>
                <c:pt idx="33062">
                  <c:v>24.6</c:v>
                </c:pt>
                <c:pt idx="33063">
                  <c:v>24.55</c:v>
                </c:pt>
                <c:pt idx="33064">
                  <c:v>24.55</c:v>
                </c:pt>
                <c:pt idx="33065">
                  <c:v>24.5</c:v>
                </c:pt>
                <c:pt idx="33066">
                  <c:v>24.45</c:v>
                </c:pt>
                <c:pt idx="33067">
                  <c:v>24.4</c:v>
                </c:pt>
                <c:pt idx="33068">
                  <c:v>24.4</c:v>
                </c:pt>
                <c:pt idx="33069">
                  <c:v>24.35</c:v>
                </c:pt>
                <c:pt idx="33070">
                  <c:v>24.35</c:v>
                </c:pt>
                <c:pt idx="33071">
                  <c:v>24.35</c:v>
                </c:pt>
                <c:pt idx="33072">
                  <c:v>24.3</c:v>
                </c:pt>
                <c:pt idx="33073">
                  <c:v>24.3</c:v>
                </c:pt>
                <c:pt idx="33074">
                  <c:v>24.3</c:v>
                </c:pt>
                <c:pt idx="33075">
                  <c:v>24.3</c:v>
                </c:pt>
                <c:pt idx="33076">
                  <c:v>24.3</c:v>
                </c:pt>
                <c:pt idx="33077">
                  <c:v>24.35</c:v>
                </c:pt>
                <c:pt idx="33078">
                  <c:v>24.35</c:v>
                </c:pt>
                <c:pt idx="33079">
                  <c:v>24.4</c:v>
                </c:pt>
                <c:pt idx="33080">
                  <c:v>24.4</c:v>
                </c:pt>
                <c:pt idx="33081">
                  <c:v>24.4</c:v>
                </c:pt>
                <c:pt idx="33082">
                  <c:v>24.4</c:v>
                </c:pt>
                <c:pt idx="33083">
                  <c:v>24.45</c:v>
                </c:pt>
                <c:pt idx="33084">
                  <c:v>24.45</c:v>
                </c:pt>
                <c:pt idx="33085">
                  <c:v>24.5</c:v>
                </c:pt>
                <c:pt idx="33086">
                  <c:v>24.55</c:v>
                </c:pt>
                <c:pt idx="33087">
                  <c:v>24.55</c:v>
                </c:pt>
                <c:pt idx="33088">
                  <c:v>24.55</c:v>
                </c:pt>
                <c:pt idx="33089">
                  <c:v>24.6</c:v>
                </c:pt>
                <c:pt idx="33090">
                  <c:v>24.6</c:v>
                </c:pt>
                <c:pt idx="33091">
                  <c:v>24.6</c:v>
                </c:pt>
                <c:pt idx="33092">
                  <c:v>24.55</c:v>
                </c:pt>
                <c:pt idx="33093">
                  <c:v>24.55</c:v>
                </c:pt>
                <c:pt idx="33094">
                  <c:v>24.5</c:v>
                </c:pt>
                <c:pt idx="33095">
                  <c:v>24.5</c:v>
                </c:pt>
                <c:pt idx="33096">
                  <c:v>24.45</c:v>
                </c:pt>
                <c:pt idx="33097">
                  <c:v>24.4</c:v>
                </c:pt>
                <c:pt idx="33098">
                  <c:v>24.35</c:v>
                </c:pt>
                <c:pt idx="33099">
                  <c:v>24.35</c:v>
                </c:pt>
                <c:pt idx="33100">
                  <c:v>24.3</c:v>
                </c:pt>
                <c:pt idx="33101">
                  <c:v>24.3</c:v>
                </c:pt>
                <c:pt idx="33102">
                  <c:v>24.3</c:v>
                </c:pt>
                <c:pt idx="33103">
                  <c:v>24.3</c:v>
                </c:pt>
                <c:pt idx="33104">
                  <c:v>24.3</c:v>
                </c:pt>
                <c:pt idx="33105">
                  <c:v>24.3</c:v>
                </c:pt>
                <c:pt idx="33106">
                  <c:v>24.3</c:v>
                </c:pt>
                <c:pt idx="33107">
                  <c:v>24.3</c:v>
                </c:pt>
                <c:pt idx="33108">
                  <c:v>24.35</c:v>
                </c:pt>
                <c:pt idx="33109">
                  <c:v>24.35</c:v>
                </c:pt>
                <c:pt idx="33110">
                  <c:v>24.35</c:v>
                </c:pt>
                <c:pt idx="33111">
                  <c:v>24.4</c:v>
                </c:pt>
                <c:pt idx="33112">
                  <c:v>24.4</c:v>
                </c:pt>
                <c:pt idx="33113">
                  <c:v>24.4</c:v>
                </c:pt>
                <c:pt idx="33114">
                  <c:v>24.45</c:v>
                </c:pt>
                <c:pt idx="33115">
                  <c:v>24.45</c:v>
                </c:pt>
                <c:pt idx="33116">
                  <c:v>24.5</c:v>
                </c:pt>
                <c:pt idx="33117">
                  <c:v>24.5</c:v>
                </c:pt>
                <c:pt idx="33118">
                  <c:v>24.5</c:v>
                </c:pt>
                <c:pt idx="33119">
                  <c:v>24.55</c:v>
                </c:pt>
                <c:pt idx="33120">
                  <c:v>24.55</c:v>
                </c:pt>
                <c:pt idx="33121">
                  <c:v>24.55</c:v>
                </c:pt>
                <c:pt idx="33122">
                  <c:v>24.55</c:v>
                </c:pt>
                <c:pt idx="33123">
                  <c:v>24.55</c:v>
                </c:pt>
                <c:pt idx="33124">
                  <c:v>24.5</c:v>
                </c:pt>
                <c:pt idx="33125">
                  <c:v>24.45</c:v>
                </c:pt>
                <c:pt idx="33126">
                  <c:v>24.4</c:v>
                </c:pt>
                <c:pt idx="33127">
                  <c:v>24.35</c:v>
                </c:pt>
                <c:pt idx="33128">
                  <c:v>24.35</c:v>
                </c:pt>
                <c:pt idx="33129">
                  <c:v>24.35</c:v>
                </c:pt>
                <c:pt idx="33130">
                  <c:v>24.35</c:v>
                </c:pt>
                <c:pt idx="33131">
                  <c:v>24.35</c:v>
                </c:pt>
                <c:pt idx="33132">
                  <c:v>24.35</c:v>
                </c:pt>
                <c:pt idx="33133">
                  <c:v>24.35</c:v>
                </c:pt>
                <c:pt idx="33134">
                  <c:v>24.35</c:v>
                </c:pt>
                <c:pt idx="33135">
                  <c:v>24.35</c:v>
                </c:pt>
                <c:pt idx="33136">
                  <c:v>24.35</c:v>
                </c:pt>
                <c:pt idx="33137">
                  <c:v>24.35</c:v>
                </c:pt>
                <c:pt idx="33138">
                  <c:v>24.4</c:v>
                </c:pt>
                <c:pt idx="33139">
                  <c:v>24.4</c:v>
                </c:pt>
                <c:pt idx="33140">
                  <c:v>24.4</c:v>
                </c:pt>
                <c:pt idx="33141">
                  <c:v>24.4</c:v>
                </c:pt>
                <c:pt idx="33142">
                  <c:v>24.45</c:v>
                </c:pt>
                <c:pt idx="33143">
                  <c:v>24.45</c:v>
                </c:pt>
                <c:pt idx="33144">
                  <c:v>24.45</c:v>
                </c:pt>
                <c:pt idx="33145">
                  <c:v>24.45</c:v>
                </c:pt>
                <c:pt idx="33146">
                  <c:v>24.5</c:v>
                </c:pt>
                <c:pt idx="33147">
                  <c:v>24.45</c:v>
                </c:pt>
                <c:pt idx="33148">
                  <c:v>24.5</c:v>
                </c:pt>
                <c:pt idx="33149">
                  <c:v>24.5</c:v>
                </c:pt>
                <c:pt idx="33150">
                  <c:v>24.55</c:v>
                </c:pt>
                <c:pt idx="33151">
                  <c:v>24.55</c:v>
                </c:pt>
                <c:pt idx="33152">
                  <c:v>24.55</c:v>
                </c:pt>
                <c:pt idx="33153">
                  <c:v>24.55</c:v>
                </c:pt>
                <c:pt idx="33154">
                  <c:v>24.5</c:v>
                </c:pt>
                <c:pt idx="33155">
                  <c:v>24.45</c:v>
                </c:pt>
                <c:pt idx="33156">
                  <c:v>24.45</c:v>
                </c:pt>
                <c:pt idx="33157">
                  <c:v>24.4</c:v>
                </c:pt>
                <c:pt idx="33158">
                  <c:v>24.35</c:v>
                </c:pt>
                <c:pt idx="33159">
                  <c:v>24.35</c:v>
                </c:pt>
                <c:pt idx="33160">
                  <c:v>24.3</c:v>
                </c:pt>
                <c:pt idx="33161">
                  <c:v>24.3</c:v>
                </c:pt>
                <c:pt idx="33162">
                  <c:v>24.3</c:v>
                </c:pt>
                <c:pt idx="33163">
                  <c:v>24.3</c:v>
                </c:pt>
                <c:pt idx="33164">
                  <c:v>24.3</c:v>
                </c:pt>
                <c:pt idx="33165">
                  <c:v>24.3</c:v>
                </c:pt>
                <c:pt idx="33166">
                  <c:v>24.35</c:v>
                </c:pt>
                <c:pt idx="33167">
                  <c:v>24.35</c:v>
                </c:pt>
                <c:pt idx="33168">
                  <c:v>24.35</c:v>
                </c:pt>
                <c:pt idx="33169">
                  <c:v>24.35</c:v>
                </c:pt>
                <c:pt idx="33170">
                  <c:v>24.4</c:v>
                </c:pt>
                <c:pt idx="33171">
                  <c:v>24.4</c:v>
                </c:pt>
                <c:pt idx="33172">
                  <c:v>24.4</c:v>
                </c:pt>
                <c:pt idx="33173">
                  <c:v>24.45</c:v>
                </c:pt>
                <c:pt idx="33174">
                  <c:v>24.45</c:v>
                </c:pt>
                <c:pt idx="33175">
                  <c:v>24.5</c:v>
                </c:pt>
                <c:pt idx="33176">
                  <c:v>24.5</c:v>
                </c:pt>
                <c:pt idx="33177">
                  <c:v>24.5</c:v>
                </c:pt>
                <c:pt idx="33178">
                  <c:v>24.55</c:v>
                </c:pt>
                <c:pt idx="33179">
                  <c:v>24.55</c:v>
                </c:pt>
                <c:pt idx="33180">
                  <c:v>24.55</c:v>
                </c:pt>
                <c:pt idx="33181">
                  <c:v>24.6</c:v>
                </c:pt>
                <c:pt idx="33182">
                  <c:v>24.6</c:v>
                </c:pt>
                <c:pt idx="33183">
                  <c:v>24.55</c:v>
                </c:pt>
                <c:pt idx="33184">
                  <c:v>24.55</c:v>
                </c:pt>
                <c:pt idx="33185">
                  <c:v>24.5</c:v>
                </c:pt>
                <c:pt idx="33186">
                  <c:v>24.45</c:v>
                </c:pt>
                <c:pt idx="33187">
                  <c:v>24.4</c:v>
                </c:pt>
                <c:pt idx="33188">
                  <c:v>24.4</c:v>
                </c:pt>
                <c:pt idx="33189">
                  <c:v>24.35</c:v>
                </c:pt>
                <c:pt idx="33190">
                  <c:v>24.35</c:v>
                </c:pt>
                <c:pt idx="33191">
                  <c:v>24.35</c:v>
                </c:pt>
                <c:pt idx="33192">
                  <c:v>24.35</c:v>
                </c:pt>
                <c:pt idx="33193">
                  <c:v>24.3</c:v>
                </c:pt>
                <c:pt idx="33194">
                  <c:v>24.35</c:v>
                </c:pt>
                <c:pt idx="33195">
                  <c:v>24.35</c:v>
                </c:pt>
                <c:pt idx="33196">
                  <c:v>24.35</c:v>
                </c:pt>
                <c:pt idx="33197">
                  <c:v>24.35</c:v>
                </c:pt>
                <c:pt idx="33198">
                  <c:v>24.35</c:v>
                </c:pt>
                <c:pt idx="33199">
                  <c:v>24.35</c:v>
                </c:pt>
                <c:pt idx="33200">
                  <c:v>24.4</c:v>
                </c:pt>
                <c:pt idx="33201">
                  <c:v>24.4</c:v>
                </c:pt>
                <c:pt idx="33202">
                  <c:v>24.4</c:v>
                </c:pt>
                <c:pt idx="33203">
                  <c:v>24.45</c:v>
                </c:pt>
                <c:pt idx="33204">
                  <c:v>24.45</c:v>
                </c:pt>
                <c:pt idx="33205">
                  <c:v>24.5</c:v>
                </c:pt>
                <c:pt idx="33206">
                  <c:v>24.5</c:v>
                </c:pt>
                <c:pt idx="33207">
                  <c:v>24.5</c:v>
                </c:pt>
                <c:pt idx="33208">
                  <c:v>24.5</c:v>
                </c:pt>
                <c:pt idx="33209">
                  <c:v>24.55</c:v>
                </c:pt>
                <c:pt idx="33210">
                  <c:v>24.6</c:v>
                </c:pt>
                <c:pt idx="33211">
                  <c:v>24.6</c:v>
                </c:pt>
                <c:pt idx="33212">
                  <c:v>24.6</c:v>
                </c:pt>
                <c:pt idx="33213">
                  <c:v>24.55</c:v>
                </c:pt>
                <c:pt idx="33214">
                  <c:v>24.55</c:v>
                </c:pt>
                <c:pt idx="33215">
                  <c:v>24.5</c:v>
                </c:pt>
                <c:pt idx="33216">
                  <c:v>24.45</c:v>
                </c:pt>
                <c:pt idx="33217">
                  <c:v>24.4</c:v>
                </c:pt>
                <c:pt idx="33218">
                  <c:v>24.4</c:v>
                </c:pt>
                <c:pt idx="33219">
                  <c:v>24.35</c:v>
                </c:pt>
                <c:pt idx="33220">
                  <c:v>24.35</c:v>
                </c:pt>
                <c:pt idx="33221">
                  <c:v>24.35</c:v>
                </c:pt>
                <c:pt idx="33222">
                  <c:v>24.35</c:v>
                </c:pt>
                <c:pt idx="33223">
                  <c:v>24.35</c:v>
                </c:pt>
                <c:pt idx="33224">
                  <c:v>24.35</c:v>
                </c:pt>
                <c:pt idx="33225">
                  <c:v>24.35</c:v>
                </c:pt>
                <c:pt idx="33226">
                  <c:v>24.35</c:v>
                </c:pt>
                <c:pt idx="33227">
                  <c:v>24.35</c:v>
                </c:pt>
                <c:pt idx="33228">
                  <c:v>24.4</c:v>
                </c:pt>
                <c:pt idx="33229">
                  <c:v>24.4</c:v>
                </c:pt>
                <c:pt idx="33230">
                  <c:v>24.4</c:v>
                </c:pt>
                <c:pt idx="33231">
                  <c:v>24.4</c:v>
                </c:pt>
                <c:pt idx="33232">
                  <c:v>24.45</c:v>
                </c:pt>
                <c:pt idx="33233">
                  <c:v>24.45</c:v>
                </c:pt>
                <c:pt idx="33234">
                  <c:v>24.5</c:v>
                </c:pt>
                <c:pt idx="33235">
                  <c:v>24.5</c:v>
                </c:pt>
                <c:pt idx="33236">
                  <c:v>24.5</c:v>
                </c:pt>
                <c:pt idx="33237">
                  <c:v>24.55</c:v>
                </c:pt>
                <c:pt idx="33238">
                  <c:v>24.55</c:v>
                </c:pt>
                <c:pt idx="33239">
                  <c:v>24.6</c:v>
                </c:pt>
                <c:pt idx="33240">
                  <c:v>24.6</c:v>
                </c:pt>
                <c:pt idx="33241">
                  <c:v>24.6</c:v>
                </c:pt>
                <c:pt idx="33242">
                  <c:v>24.6</c:v>
                </c:pt>
                <c:pt idx="33243">
                  <c:v>24.6</c:v>
                </c:pt>
                <c:pt idx="33244">
                  <c:v>24.6</c:v>
                </c:pt>
                <c:pt idx="33245">
                  <c:v>24.55</c:v>
                </c:pt>
                <c:pt idx="33246">
                  <c:v>24.5</c:v>
                </c:pt>
                <c:pt idx="33247">
                  <c:v>24.45</c:v>
                </c:pt>
                <c:pt idx="33248">
                  <c:v>24.4</c:v>
                </c:pt>
                <c:pt idx="33249">
                  <c:v>24.35</c:v>
                </c:pt>
                <c:pt idx="33250">
                  <c:v>24.35</c:v>
                </c:pt>
                <c:pt idx="33251">
                  <c:v>24.35</c:v>
                </c:pt>
                <c:pt idx="33252">
                  <c:v>24.35</c:v>
                </c:pt>
                <c:pt idx="33253">
                  <c:v>24.3</c:v>
                </c:pt>
                <c:pt idx="33254">
                  <c:v>24.35</c:v>
                </c:pt>
                <c:pt idx="33255">
                  <c:v>24.35</c:v>
                </c:pt>
                <c:pt idx="33256">
                  <c:v>24.35</c:v>
                </c:pt>
                <c:pt idx="33257">
                  <c:v>24.35</c:v>
                </c:pt>
                <c:pt idx="33258">
                  <c:v>24.35</c:v>
                </c:pt>
                <c:pt idx="33259">
                  <c:v>24.35</c:v>
                </c:pt>
                <c:pt idx="33260">
                  <c:v>24.4</c:v>
                </c:pt>
                <c:pt idx="33261">
                  <c:v>24.4</c:v>
                </c:pt>
                <c:pt idx="33262">
                  <c:v>24.4</c:v>
                </c:pt>
                <c:pt idx="33263">
                  <c:v>24.45</c:v>
                </c:pt>
                <c:pt idx="33264">
                  <c:v>24.45</c:v>
                </c:pt>
                <c:pt idx="33265">
                  <c:v>24.5</c:v>
                </c:pt>
                <c:pt idx="33266">
                  <c:v>24.5</c:v>
                </c:pt>
                <c:pt idx="33267">
                  <c:v>24.55</c:v>
                </c:pt>
                <c:pt idx="33268">
                  <c:v>24.55</c:v>
                </c:pt>
                <c:pt idx="33269">
                  <c:v>24.55</c:v>
                </c:pt>
                <c:pt idx="33270">
                  <c:v>24.55</c:v>
                </c:pt>
                <c:pt idx="33271">
                  <c:v>24.6</c:v>
                </c:pt>
                <c:pt idx="33272">
                  <c:v>24.6</c:v>
                </c:pt>
                <c:pt idx="33273">
                  <c:v>24.55</c:v>
                </c:pt>
                <c:pt idx="33274">
                  <c:v>24.55</c:v>
                </c:pt>
                <c:pt idx="33275">
                  <c:v>24.5</c:v>
                </c:pt>
                <c:pt idx="33276">
                  <c:v>24.45</c:v>
                </c:pt>
                <c:pt idx="33277">
                  <c:v>24.4</c:v>
                </c:pt>
                <c:pt idx="33278">
                  <c:v>24.35</c:v>
                </c:pt>
                <c:pt idx="33279">
                  <c:v>24.35</c:v>
                </c:pt>
                <c:pt idx="33280">
                  <c:v>24.35</c:v>
                </c:pt>
                <c:pt idx="33281">
                  <c:v>24.35</c:v>
                </c:pt>
                <c:pt idx="33282">
                  <c:v>24.3</c:v>
                </c:pt>
                <c:pt idx="33283">
                  <c:v>24.3</c:v>
                </c:pt>
                <c:pt idx="33284">
                  <c:v>24.3</c:v>
                </c:pt>
                <c:pt idx="33285">
                  <c:v>24.3</c:v>
                </c:pt>
                <c:pt idx="33286">
                  <c:v>24.3</c:v>
                </c:pt>
                <c:pt idx="33287">
                  <c:v>24.3</c:v>
                </c:pt>
                <c:pt idx="33288">
                  <c:v>24.35</c:v>
                </c:pt>
                <c:pt idx="33289">
                  <c:v>24.35</c:v>
                </c:pt>
                <c:pt idx="33290">
                  <c:v>24.35</c:v>
                </c:pt>
                <c:pt idx="33291">
                  <c:v>24.35</c:v>
                </c:pt>
                <c:pt idx="33292">
                  <c:v>24.4</c:v>
                </c:pt>
                <c:pt idx="33293">
                  <c:v>24.4</c:v>
                </c:pt>
                <c:pt idx="33294">
                  <c:v>24.45</c:v>
                </c:pt>
                <c:pt idx="33295">
                  <c:v>24.45</c:v>
                </c:pt>
                <c:pt idx="33296">
                  <c:v>24.5</c:v>
                </c:pt>
                <c:pt idx="33297">
                  <c:v>24.5</c:v>
                </c:pt>
                <c:pt idx="33298">
                  <c:v>24.55</c:v>
                </c:pt>
                <c:pt idx="33299">
                  <c:v>24.55</c:v>
                </c:pt>
                <c:pt idx="33300">
                  <c:v>24.6</c:v>
                </c:pt>
                <c:pt idx="33301">
                  <c:v>24.6</c:v>
                </c:pt>
                <c:pt idx="33302">
                  <c:v>24.6</c:v>
                </c:pt>
                <c:pt idx="33303">
                  <c:v>24.55</c:v>
                </c:pt>
                <c:pt idx="33304">
                  <c:v>24.55</c:v>
                </c:pt>
                <c:pt idx="33305">
                  <c:v>24.5</c:v>
                </c:pt>
                <c:pt idx="33306">
                  <c:v>24.45</c:v>
                </c:pt>
                <c:pt idx="33307">
                  <c:v>24.4</c:v>
                </c:pt>
                <c:pt idx="33308">
                  <c:v>24.4</c:v>
                </c:pt>
                <c:pt idx="33309">
                  <c:v>24.35</c:v>
                </c:pt>
                <c:pt idx="33310">
                  <c:v>24.35</c:v>
                </c:pt>
                <c:pt idx="33311">
                  <c:v>24.35</c:v>
                </c:pt>
                <c:pt idx="33312">
                  <c:v>24.3</c:v>
                </c:pt>
                <c:pt idx="33313">
                  <c:v>24.35</c:v>
                </c:pt>
                <c:pt idx="33314">
                  <c:v>24.35</c:v>
                </c:pt>
                <c:pt idx="33315">
                  <c:v>24.35</c:v>
                </c:pt>
                <c:pt idx="33316">
                  <c:v>24.35</c:v>
                </c:pt>
                <c:pt idx="33317">
                  <c:v>24.35</c:v>
                </c:pt>
                <c:pt idx="33318">
                  <c:v>24.35</c:v>
                </c:pt>
                <c:pt idx="33319">
                  <c:v>24.4</c:v>
                </c:pt>
                <c:pt idx="33320">
                  <c:v>24.4</c:v>
                </c:pt>
                <c:pt idx="33321">
                  <c:v>24.4</c:v>
                </c:pt>
                <c:pt idx="33322">
                  <c:v>24.4</c:v>
                </c:pt>
                <c:pt idx="33323">
                  <c:v>24.45</c:v>
                </c:pt>
                <c:pt idx="33324">
                  <c:v>24.45</c:v>
                </c:pt>
                <c:pt idx="33325">
                  <c:v>24.45</c:v>
                </c:pt>
                <c:pt idx="33326">
                  <c:v>24.5</c:v>
                </c:pt>
                <c:pt idx="33327">
                  <c:v>24.5</c:v>
                </c:pt>
                <c:pt idx="33328">
                  <c:v>24.5</c:v>
                </c:pt>
                <c:pt idx="33329">
                  <c:v>24.5</c:v>
                </c:pt>
                <c:pt idx="33330">
                  <c:v>24.55</c:v>
                </c:pt>
                <c:pt idx="33331">
                  <c:v>24.6</c:v>
                </c:pt>
                <c:pt idx="33332">
                  <c:v>24.6</c:v>
                </c:pt>
                <c:pt idx="33333">
                  <c:v>24.55</c:v>
                </c:pt>
                <c:pt idx="33334">
                  <c:v>24.55</c:v>
                </c:pt>
                <c:pt idx="33335">
                  <c:v>24.5</c:v>
                </c:pt>
                <c:pt idx="33336">
                  <c:v>24.45</c:v>
                </c:pt>
                <c:pt idx="33337">
                  <c:v>24.4</c:v>
                </c:pt>
                <c:pt idx="33338">
                  <c:v>24.4</c:v>
                </c:pt>
                <c:pt idx="33339">
                  <c:v>24.35</c:v>
                </c:pt>
                <c:pt idx="33340">
                  <c:v>24.35</c:v>
                </c:pt>
                <c:pt idx="33341">
                  <c:v>24.35</c:v>
                </c:pt>
                <c:pt idx="33342">
                  <c:v>24.35</c:v>
                </c:pt>
                <c:pt idx="33343">
                  <c:v>24.35</c:v>
                </c:pt>
                <c:pt idx="33344">
                  <c:v>24.35</c:v>
                </c:pt>
                <c:pt idx="33345">
                  <c:v>24.35</c:v>
                </c:pt>
                <c:pt idx="33346">
                  <c:v>24.35</c:v>
                </c:pt>
                <c:pt idx="33347">
                  <c:v>24.35</c:v>
                </c:pt>
                <c:pt idx="33348">
                  <c:v>24.35</c:v>
                </c:pt>
                <c:pt idx="33349">
                  <c:v>24.35</c:v>
                </c:pt>
                <c:pt idx="33350">
                  <c:v>24.4</c:v>
                </c:pt>
                <c:pt idx="33351">
                  <c:v>24.4</c:v>
                </c:pt>
                <c:pt idx="33352">
                  <c:v>24.4</c:v>
                </c:pt>
                <c:pt idx="33353">
                  <c:v>24.45</c:v>
                </c:pt>
                <c:pt idx="33354">
                  <c:v>24.45</c:v>
                </c:pt>
                <c:pt idx="33355">
                  <c:v>24.5</c:v>
                </c:pt>
                <c:pt idx="33356">
                  <c:v>24.5</c:v>
                </c:pt>
                <c:pt idx="33357">
                  <c:v>24.5</c:v>
                </c:pt>
                <c:pt idx="33358">
                  <c:v>24.55</c:v>
                </c:pt>
                <c:pt idx="33359">
                  <c:v>24.55</c:v>
                </c:pt>
                <c:pt idx="33360">
                  <c:v>24.55</c:v>
                </c:pt>
                <c:pt idx="33361">
                  <c:v>24.6</c:v>
                </c:pt>
                <c:pt idx="33362">
                  <c:v>24.6</c:v>
                </c:pt>
                <c:pt idx="33363">
                  <c:v>24.55</c:v>
                </c:pt>
                <c:pt idx="33364">
                  <c:v>24.55</c:v>
                </c:pt>
                <c:pt idx="33365">
                  <c:v>24.5</c:v>
                </c:pt>
                <c:pt idx="33366">
                  <c:v>24.45</c:v>
                </c:pt>
                <c:pt idx="33367">
                  <c:v>24.4</c:v>
                </c:pt>
                <c:pt idx="33368">
                  <c:v>24.4</c:v>
                </c:pt>
                <c:pt idx="33369">
                  <c:v>24.35</c:v>
                </c:pt>
                <c:pt idx="33370">
                  <c:v>24.35</c:v>
                </c:pt>
                <c:pt idx="33371">
                  <c:v>24.35</c:v>
                </c:pt>
                <c:pt idx="33372">
                  <c:v>24.35</c:v>
                </c:pt>
                <c:pt idx="33373">
                  <c:v>24.3</c:v>
                </c:pt>
                <c:pt idx="33374">
                  <c:v>24.3</c:v>
                </c:pt>
                <c:pt idx="33375">
                  <c:v>24.3</c:v>
                </c:pt>
                <c:pt idx="33376">
                  <c:v>24.3</c:v>
                </c:pt>
                <c:pt idx="33377">
                  <c:v>24.35</c:v>
                </c:pt>
                <c:pt idx="33378">
                  <c:v>24.35</c:v>
                </c:pt>
                <c:pt idx="33379">
                  <c:v>24.35</c:v>
                </c:pt>
                <c:pt idx="33380">
                  <c:v>24.35</c:v>
                </c:pt>
                <c:pt idx="33381">
                  <c:v>24.35</c:v>
                </c:pt>
                <c:pt idx="33382">
                  <c:v>24.4</c:v>
                </c:pt>
                <c:pt idx="33383">
                  <c:v>24.4</c:v>
                </c:pt>
                <c:pt idx="33384">
                  <c:v>24.45</c:v>
                </c:pt>
                <c:pt idx="33385">
                  <c:v>24.45</c:v>
                </c:pt>
                <c:pt idx="33386">
                  <c:v>24.45</c:v>
                </c:pt>
                <c:pt idx="33387">
                  <c:v>24.5</c:v>
                </c:pt>
                <c:pt idx="33388">
                  <c:v>24.5</c:v>
                </c:pt>
                <c:pt idx="33389">
                  <c:v>24.55</c:v>
                </c:pt>
                <c:pt idx="33390">
                  <c:v>24.55</c:v>
                </c:pt>
                <c:pt idx="33391">
                  <c:v>24.6</c:v>
                </c:pt>
                <c:pt idx="33392">
                  <c:v>24.55</c:v>
                </c:pt>
                <c:pt idx="33393">
                  <c:v>24.55</c:v>
                </c:pt>
                <c:pt idx="33394">
                  <c:v>24.55</c:v>
                </c:pt>
                <c:pt idx="33395">
                  <c:v>24.5</c:v>
                </c:pt>
                <c:pt idx="33396">
                  <c:v>24.45</c:v>
                </c:pt>
                <c:pt idx="33397">
                  <c:v>24.4</c:v>
                </c:pt>
                <c:pt idx="33398">
                  <c:v>24.4</c:v>
                </c:pt>
                <c:pt idx="33399">
                  <c:v>24.35</c:v>
                </c:pt>
                <c:pt idx="33400">
                  <c:v>24.35</c:v>
                </c:pt>
                <c:pt idx="33401">
                  <c:v>24.3</c:v>
                </c:pt>
                <c:pt idx="33402">
                  <c:v>24.3</c:v>
                </c:pt>
                <c:pt idx="33403">
                  <c:v>24.3</c:v>
                </c:pt>
                <c:pt idx="33404">
                  <c:v>24.3</c:v>
                </c:pt>
                <c:pt idx="33405">
                  <c:v>24.3</c:v>
                </c:pt>
                <c:pt idx="33406">
                  <c:v>24.3</c:v>
                </c:pt>
                <c:pt idx="33407">
                  <c:v>24.3</c:v>
                </c:pt>
                <c:pt idx="33408">
                  <c:v>24.35</c:v>
                </c:pt>
                <c:pt idx="33409">
                  <c:v>24.35</c:v>
                </c:pt>
                <c:pt idx="33410">
                  <c:v>24.35</c:v>
                </c:pt>
                <c:pt idx="33411">
                  <c:v>24.35</c:v>
                </c:pt>
                <c:pt idx="33412">
                  <c:v>24.4</c:v>
                </c:pt>
                <c:pt idx="33413">
                  <c:v>24.4</c:v>
                </c:pt>
                <c:pt idx="33414">
                  <c:v>24.45</c:v>
                </c:pt>
                <c:pt idx="33415">
                  <c:v>24.45</c:v>
                </c:pt>
                <c:pt idx="33416">
                  <c:v>24.5</c:v>
                </c:pt>
                <c:pt idx="33417">
                  <c:v>24.5</c:v>
                </c:pt>
                <c:pt idx="33418">
                  <c:v>24.55</c:v>
                </c:pt>
                <c:pt idx="33419">
                  <c:v>24.55</c:v>
                </c:pt>
                <c:pt idx="33420">
                  <c:v>24.6</c:v>
                </c:pt>
                <c:pt idx="33421">
                  <c:v>24.6</c:v>
                </c:pt>
                <c:pt idx="33422">
                  <c:v>24.6</c:v>
                </c:pt>
                <c:pt idx="33423">
                  <c:v>24.6</c:v>
                </c:pt>
                <c:pt idx="33424">
                  <c:v>24.55</c:v>
                </c:pt>
                <c:pt idx="33425">
                  <c:v>24.5</c:v>
                </c:pt>
                <c:pt idx="33426">
                  <c:v>24.45</c:v>
                </c:pt>
                <c:pt idx="33427">
                  <c:v>24.4</c:v>
                </c:pt>
                <c:pt idx="33428">
                  <c:v>24.4</c:v>
                </c:pt>
                <c:pt idx="33429">
                  <c:v>24.35</c:v>
                </c:pt>
                <c:pt idx="33430">
                  <c:v>24.35</c:v>
                </c:pt>
                <c:pt idx="33431">
                  <c:v>24.35</c:v>
                </c:pt>
                <c:pt idx="33432">
                  <c:v>24.35</c:v>
                </c:pt>
                <c:pt idx="33433">
                  <c:v>24.35</c:v>
                </c:pt>
                <c:pt idx="33434">
                  <c:v>24.35</c:v>
                </c:pt>
                <c:pt idx="33435">
                  <c:v>24.35</c:v>
                </c:pt>
                <c:pt idx="33436">
                  <c:v>24.35</c:v>
                </c:pt>
                <c:pt idx="33437">
                  <c:v>24.35</c:v>
                </c:pt>
                <c:pt idx="33438">
                  <c:v>24.35</c:v>
                </c:pt>
                <c:pt idx="33439">
                  <c:v>24.35</c:v>
                </c:pt>
                <c:pt idx="33440">
                  <c:v>24.35</c:v>
                </c:pt>
                <c:pt idx="33441">
                  <c:v>24.4</c:v>
                </c:pt>
                <c:pt idx="33442">
                  <c:v>24.4</c:v>
                </c:pt>
                <c:pt idx="33443">
                  <c:v>24.45</c:v>
                </c:pt>
                <c:pt idx="33444">
                  <c:v>24.45</c:v>
                </c:pt>
                <c:pt idx="33445">
                  <c:v>24.45</c:v>
                </c:pt>
                <c:pt idx="33446">
                  <c:v>24.5</c:v>
                </c:pt>
                <c:pt idx="33447">
                  <c:v>24.5</c:v>
                </c:pt>
                <c:pt idx="33448">
                  <c:v>24.55</c:v>
                </c:pt>
                <c:pt idx="33449">
                  <c:v>24.55</c:v>
                </c:pt>
                <c:pt idx="33450">
                  <c:v>24.6</c:v>
                </c:pt>
                <c:pt idx="33451">
                  <c:v>24.6</c:v>
                </c:pt>
                <c:pt idx="33452">
                  <c:v>24.6</c:v>
                </c:pt>
                <c:pt idx="33453">
                  <c:v>24.6</c:v>
                </c:pt>
                <c:pt idx="33454">
                  <c:v>24.55</c:v>
                </c:pt>
                <c:pt idx="33455">
                  <c:v>24.5</c:v>
                </c:pt>
                <c:pt idx="33456">
                  <c:v>24.5</c:v>
                </c:pt>
                <c:pt idx="33457">
                  <c:v>24.45</c:v>
                </c:pt>
                <c:pt idx="33458">
                  <c:v>24.4</c:v>
                </c:pt>
                <c:pt idx="33459">
                  <c:v>24.4</c:v>
                </c:pt>
                <c:pt idx="33460">
                  <c:v>24.35</c:v>
                </c:pt>
                <c:pt idx="33461">
                  <c:v>24.35</c:v>
                </c:pt>
                <c:pt idx="33462">
                  <c:v>24.35</c:v>
                </c:pt>
                <c:pt idx="33463">
                  <c:v>24.35</c:v>
                </c:pt>
                <c:pt idx="33464">
                  <c:v>24.35</c:v>
                </c:pt>
                <c:pt idx="33465">
                  <c:v>24.35</c:v>
                </c:pt>
                <c:pt idx="33466">
                  <c:v>24.35</c:v>
                </c:pt>
                <c:pt idx="33467">
                  <c:v>24.35</c:v>
                </c:pt>
                <c:pt idx="33468">
                  <c:v>24.35</c:v>
                </c:pt>
                <c:pt idx="33469">
                  <c:v>24.4</c:v>
                </c:pt>
                <c:pt idx="33470">
                  <c:v>24.4</c:v>
                </c:pt>
                <c:pt idx="33471">
                  <c:v>24.4</c:v>
                </c:pt>
                <c:pt idx="33472">
                  <c:v>24.45</c:v>
                </c:pt>
                <c:pt idx="33473">
                  <c:v>24.45</c:v>
                </c:pt>
                <c:pt idx="33474">
                  <c:v>24.5</c:v>
                </c:pt>
                <c:pt idx="33475">
                  <c:v>24.5</c:v>
                </c:pt>
                <c:pt idx="33476">
                  <c:v>24.55</c:v>
                </c:pt>
                <c:pt idx="33477">
                  <c:v>24.55</c:v>
                </c:pt>
                <c:pt idx="33478">
                  <c:v>24.55</c:v>
                </c:pt>
                <c:pt idx="33479">
                  <c:v>24.55</c:v>
                </c:pt>
                <c:pt idx="33480">
                  <c:v>24.6</c:v>
                </c:pt>
                <c:pt idx="33481">
                  <c:v>24.6</c:v>
                </c:pt>
                <c:pt idx="33482">
                  <c:v>24.6</c:v>
                </c:pt>
                <c:pt idx="33483">
                  <c:v>24.55</c:v>
                </c:pt>
                <c:pt idx="33484">
                  <c:v>24.55</c:v>
                </c:pt>
                <c:pt idx="33485">
                  <c:v>24.5</c:v>
                </c:pt>
                <c:pt idx="33486">
                  <c:v>24.45</c:v>
                </c:pt>
                <c:pt idx="33487">
                  <c:v>24.4</c:v>
                </c:pt>
                <c:pt idx="33488">
                  <c:v>24.35</c:v>
                </c:pt>
                <c:pt idx="33489">
                  <c:v>24.35</c:v>
                </c:pt>
                <c:pt idx="33490">
                  <c:v>24.3</c:v>
                </c:pt>
                <c:pt idx="33491">
                  <c:v>24.3</c:v>
                </c:pt>
                <c:pt idx="33492">
                  <c:v>24.3</c:v>
                </c:pt>
                <c:pt idx="33493">
                  <c:v>24.3</c:v>
                </c:pt>
                <c:pt idx="33494">
                  <c:v>24.3</c:v>
                </c:pt>
                <c:pt idx="33495">
                  <c:v>24.3</c:v>
                </c:pt>
                <c:pt idx="33496">
                  <c:v>24.3</c:v>
                </c:pt>
                <c:pt idx="33497">
                  <c:v>24.3</c:v>
                </c:pt>
                <c:pt idx="33498">
                  <c:v>24.35</c:v>
                </c:pt>
                <c:pt idx="33499">
                  <c:v>24.35</c:v>
                </c:pt>
                <c:pt idx="33500">
                  <c:v>24.35</c:v>
                </c:pt>
                <c:pt idx="33501">
                  <c:v>24.4</c:v>
                </c:pt>
                <c:pt idx="33502">
                  <c:v>24.4</c:v>
                </c:pt>
                <c:pt idx="33503">
                  <c:v>24.4</c:v>
                </c:pt>
                <c:pt idx="33504">
                  <c:v>24.45</c:v>
                </c:pt>
                <c:pt idx="33505">
                  <c:v>24.45</c:v>
                </c:pt>
                <c:pt idx="33506">
                  <c:v>24.5</c:v>
                </c:pt>
                <c:pt idx="33507">
                  <c:v>24.5</c:v>
                </c:pt>
                <c:pt idx="33508">
                  <c:v>24.55</c:v>
                </c:pt>
                <c:pt idx="33509">
                  <c:v>24.55</c:v>
                </c:pt>
                <c:pt idx="33510">
                  <c:v>24.55</c:v>
                </c:pt>
                <c:pt idx="33511">
                  <c:v>24.6</c:v>
                </c:pt>
                <c:pt idx="33512">
                  <c:v>24.6</c:v>
                </c:pt>
                <c:pt idx="33513">
                  <c:v>24.55</c:v>
                </c:pt>
                <c:pt idx="33514">
                  <c:v>24.5</c:v>
                </c:pt>
                <c:pt idx="33515">
                  <c:v>24.5</c:v>
                </c:pt>
                <c:pt idx="33516">
                  <c:v>24.45</c:v>
                </c:pt>
                <c:pt idx="33517">
                  <c:v>24.4</c:v>
                </c:pt>
                <c:pt idx="33518">
                  <c:v>24.35</c:v>
                </c:pt>
                <c:pt idx="33519">
                  <c:v>24.35</c:v>
                </c:pt>
                <c:pt idx="33520">
                  <c:v>24.35</c:v>
                </c:pt>
                <c:pt idx="33521">
                  <c:v>24.3</c:v>
                </c:pt>
                <c:pt idx="33522">
                  <c:v>24.3</c:v>
                </c:pt>
                <c:pt idx="33523">
                  <c:v>24.3</c:v>
                </c:pt>
                <c:pt idx="33524">
                  <c:v>24.35</c:v>
                </c:pt>
                <c:pt idx="33525">
                  <c:v>24.35</c:v>
                </c:pt>
                <c:pt idx="33526">
                  <c:v>24.35</c:v>
                </c:pt>
                <c:pt idx="33527">
                  <c:v>24.35</c:v>
                </c:pt>
                <c:pt idx="33528">
                  <c:v>24.4</c:v>
                </c:pt>
                <c:pt idx="33529">
                  <c:v>24.4</c:v>
                </c:pt>
                <c:pt idx="33530">
                  <c:v>24.4</c:v>
                </c:pt>
                <c:pt idx="33531">
                  <c:v>24.4</c:v>
                </c:pt>
                <c:pt idx="33532">
                  <c:v>24.45</c:v>
                </c:pt>
                <c:pt idx="33533">
                  <c:v>24.45</c:v>
                </c:pt>
                <c:pt idx="33534">
                  <c:v>24.45</c:v>
                </c:pt>
                <c:pt idx="33535">
                  <c:v>24.5</c:v>
                </c:pt>
                <c:pt idx="33536">
                  <c:v>24.5</c:v>
                </c:pt>
                <c:pt idx="33537">
                  <c:v>24.55</c:v>
                </c:pt>
                <c:pt idx="33538">
                  <c:v>24.55</c:v>
                </c:pt>
                <c:pt idx="33539">
                  <c:v>24.55</c:v>
                </c:pt>
                <c:pt idx="33540">
                  <c:v>24.55</c:v>
                </c:pt>
                <c:pt idx="33541">
                  <c:v>24.55</c:v>
                </c:pt>
                <c:pt idx="33542">
                  <c:v>24.55</c:v>
                </c:pt>
                <c:pt idx="33543">
                  <c:v>24.55</c:v>
                </c:pt>
                <c:pt idx="33544">
                  <c:v>24.5</c:v>
                </c:pt>
                <c:pt idx="33545">
                  <c:v>24.45</c:v>
                </c:pt>
                <c:pt idx="33546">
                  <c:v>24.45</c:v>
                </c:pt>
                <c:pt idx="33547">
                  <c:v>24.4</c:v>
                </c:pt>
                <c:pt idx="33548">
                  <c:v>24.35</c:v>
                </c:pt>
                <c:pt idx="33549">
                  <c:v>24.35</c:v>
                </c:pt>
                <c:pt idx="33550">
                  <c:v>24.3</c:v>
                </c:pt>
                <c:pt idx="33551">
                  <c:v>24.3</c:v>
                </c:pt>
                <c:pt idx="33552">
                  <c:v>24.3</c:v>
                </c:pt>
                <c:pt idx="33553">
                  <c:v>24.3</c:v>
                </c:pt>
                <c:pt idx="33554">
                  <c:v>24.3</c:v>
                </c:pt>
                <c:pt idx="33555">
                  <c:v>24.3</c:v>
                </c:pt>
                <c:pt idx="33556">
                  <c:v>24.35</c:v>
                </c:pt>
                <c:pt idx="33557">
                  <c:v>24.35</c:v>
                </c:pt>
                <c:pt idx="33558">
                  <c:v>24.35</c:v>
                </c:pt>
                <c:pt idx="33559">
                  <c:v>24.35</c:v>
                </c:pt>
                <c:pt idx="33560">
                  <c:v>24.4</c:v>
                </c:pt>
                <c:pt idx="33561">
                  <c:v>24.4</c:v>
                </c:pt>
                <c:pt idx="33562">
                  <c:v>24.4</c:v>
                </c:pt>
                <c:pt idx="33563">
                  <c:v>24.45</c:v>
                </c:pt>
                <c:pt idx="33564">
                  <c:v>24.45</c:v>
                </c:pt>
                <c:pt idx="33565">
                  <c:v>24.5</c:v>
                </c:pt>
                <c:pt idx="33566">
                  <c:v>24.5</c:v>
                </c:pt>
                <c:pt idx="33567">
                  <c:v>24.5</c:v>
                </c:pt>
                <c:pt idx="33568">
                  <c:v>24.55</c:v>
                </c:pt>
                <c:pt idx="33569">
                  <c:v>24.55</c:v>
                </c:pt>
                <c:pt idx="33570">
                  <c:v>24.6</c:v>
                </c:pt>
                <c:pt idx="33571">
                  <c:v>24.6</c:v>
                </c:pt>
                <c:pt idx="33572">
                  <c:v>24.6</c:v>
                </c:pt>
                <c:pt idx="33573">
                  <c:v>24.6</c:v>
                </c:pt>
                <c:pt idx="33574">
                  <c:v>24.55</c:v>
                </c:pt>
                <c:pt idx="33575">
                  <c:v>24.5</c:v>
                </c:pt>
                <c:pt idx="33576">
                  <c:v>24.45</c:v>
                </c:pt>
                <c:pt idx="33577">
                  <c:v>24.4</c:v>
                </c:pt>
                <c:pt idx="33578">
                  <c:v>24.4</c:v>
                </c:pt>
                <c:pt idx="33579">
                  <c:v>24.35</c:v>
                </c:pt>
                <c:pt idx="33580">
                  <c:v>24.35</c:v>
                </c:pt>
                <c:pt idx="33581">
                  <c:v>24.35</c:v>
                </c:pt>
                <c:pt idx="33582">
                  <c:v>24.3</c:v>
                </c:pt>
                <c:pt idx="33583">
                  <c:v>24.3</c:v>
                </c:pt>
                <c:pt idx="33584">
                  <c:v>24.3</c:v>
                </c:pt>
                <c:pt idx="33585">
                  <c:v>24.3</c:v>
                </c:pt>
                <c:pt idx="33586">
                  <c:v>24.3</c:v>
                </c:pt>
                <c:pt idx="33587">
                  <c:v>24.3</c:v>
                </c:pt>
                <c:pt idx="33588">
                  <c:v>24.35</c:v>
                </c:pt>
                <c:pt idx="33589">
                  <c:v>24.35</c:v>
                </c:pt>
                <c:pt idx="33590">
                  <c:v>24.35</c:v>
                </c:pt>
                <c:pt idx="33591">
                  <c:v>24.35</c:v>
                </c:pt>
                <c:pt idx="33592">
                  <c:v>24.4</c:v>
                </c:pt>
                <c:pt idx="33593">
                  <c:v>24.45</c:v>
                </c:pt>
                <c:pt idx="33594">
                  <c:v>24.45</c:v>
                </c:pt>
                <c:pt idx="33595">
                  <c:v>24.45</c:v>
                </c:pt>
                <c:pt idx="33596">
                  <c:v>24.5</c:v>
                </c:pt>
                <c:pt idx="33597">
                  <c:v>24.55</c:v>
                </c:pt>
                <c:pt idx="33598">
                  <c:v>24.55</c:v>
                </c:pt>
                <c:pt idx="33599">
                  <c:v>24.55</c:v>
                </c:pt>
                <c:pt idx="33600">
                  <c:v>24.6</c:v>
                </c:pt>
                <c:pt idx="33601">
                  <c:v>24.6</c:v>
                </c:pt>
                <c:pt idx="33602">
                  <c:v>24.6</c:v>
                </c:pt>
                <c:pt idx="33603">
                  <c:v>24.55</c:v>
                </c:pt>
                <c:pt idx="33604">
                  <c:v>24.55</c:v>
                </c:pt>
                <c:pt idx="33605">
                  <c:v>24.5</c:v>
                </c:pt>
                <c:pt idx="33606">
                  <c:v>24.45</c:v>
                </c:pt>
                <c:pt idx="33607">
                  <c:v>24.45</c:v>
                </c:pt>
                <c:pt idx="33608">
                  <c:v>24.4</c:v>
                </c:pt>
                <c:pt idx="33609">
                  <c:v>24.4</c:v>
                </c:pt>
                <c:pt idx="33610">
                  <c:v>24.35</c:v>
                </c:pt>
                <c:pt idx="33611">
                  <c:v>24.35</c:v>
                </c:pt>
                <c:pt idx="33612">
                  <c:v>24.35</c:v>
                </c:pt>
                <c:pt idx="33613">
                  <c:v>24.3</c:v>
                </c:pt>
                <c:pt idx="33614">
                  <c:v>24.3</c:v>
                </c:pt>
                <c:pt idx="33615">
                  <c:v>24.3</c:v>
                </c:pt>
                <c:pt idx="33616">
                  <c:v>24.3</c:v>
                </c:pt>
                <c:pt idx="33617">
                  <c:v>24.3</c:v>
                </c:pt>
                <c:pt idx="33618">
                  <c:v>24.3</c:v>
                </c:pt>
                <c:pt idx="33619">
                  <c:v>24.35</c:v>
                </c:pt>
                <c:pt idx="33620">
                  <c:v>24.35</c:v>
                </c:pt>
                <c:pt idx="33621">
                  <c:v>24.35</c:v>
                </c:pt>
                <c:pt idx="33622">
                  <c:v>24.4</c:v>
                </c:pt>
                <c:pt idx="33623">
                  <c:v>24.4</c:v>
                </c:pt>
                <c:pt idx="33624">
                  <c:v>24.45</c:v>
                </c:pt>
                <c:pt idx="33625">
                  <c:v>24.45</c:v>
                </c:pt>
                <c:pt idx="33626">
                  <c:v>24.5</c:v>
                </c:pt>
                <c:pt idx="33627">
                  <c:v>24.5</c:v>
                </c:pt>
                <c:pt idx="33628">
                  <c:v>24.55</c:v>
                </c:pt>
                <c:pt idx="33629">
                  <c:v>24.55</c:v>
                </c:pt>
                <c:pt idx="33630">
                  <c:v>24.6</c:v>
                </c:pt>
                <c:pt idx="33631">
                  <c:v>24.6</c:v>
                </c:pt>
                <c:pt idx="33632">
                  <c:v>24.6</c:v>
                </c:pt>
                <c:pt idx="33633">
                  <c:v>24.55</c:v>
                </c:pt>
                <c:pt idx="33634">
                  <c:v>24.55</c:v>
                </c:pt>
                <c:pt idx="33635">
                  <c:v>24.5</c:v>
                </c:pt>
                <c:pt idx="33636">
                  <c:v>24.5</c:v>
                </c:pt>
                <c:pt idx="33637">
                  <c:v>24.45</c:v>
                </c:pt>
                <c:pt idx="33638">
                  <c:v>24.4</c:v>
                </c:pt>
                <c:pt idx="33639">
                  <c:v>24.35</c:v>
                </c:pt>
                <c:pt idx="33640">
                  <c:v>24.3</c:v>
                </c:pt>
                <c:pt idx="33641">
                  <c:v>24.3</c:v>
                </c:pt>
                <c:pt idx="33642">
                  <c:v>24.3</c:v>
                </c:pt>
                <c:pt idx="33643">
                  <c:v>24.3</c:v>
                </c:pt>
                <c:pt idx="33644">
                  <c:v>24.3</c:v>
                </c:pt>
                <c:pt idx="33645">
                  <c:v>24.3</c:v>
                </c:pt>
                <c:pt idx="33646">
                  <c:v>24.3</c:v>
                </c:pt>
                <c:pt idx="33647">
                  <c:v>24.3</c:v>
                </c:pt>
                <c:pt idx="33648">
                  <c:v>24.3</c:v>
                </c:pt>
                <c:pt idx="33649">
                  <c:v>24.35</c:v>
                </c:pt>
                <c:pt idx="33650">
                  <c:v>24.35</c:v>
                </c:pt>
                <c:pt idx="33651">
                  <c:v>24.35</c:v>
                </c:pt>
                <c:pt idx="33652">
                  <c:v>24.4</c:v>
                </c:pt>
                <c:pt idx="33653">
                  <c:v>24.4</c:v>
                </c:pt>
                <c:pt idx="33654">
                  <c:v>24.45</c:v>
                </c:pt>
                <c:pt idx="33655">
                  <c:v>24.45</c:v>
                </c:pt>
                <c:pt idx="33656">
                  <c:v>24.45</c:v>
                </c:pt>
                <c:pt idx="33657">
                  <c:v>24.5</c:v>
                </c:pt>
                <c:pt idx="33658">
                  <c:v>24.5</c:v>
                </c:pt>
                <c:pt idx="33659">
                  <c:v>24.55</c:v>
                </c:pt>
                <c:pt idx="33660">
                  <c:v>24.55</c:v>
                </c:pt>
                <c:pt idx="33661">
                  <c:v>24.6</c:v>
                </c:pt>
                <c:pt idx="33662">
                  <c:v>24.6</c:v>
                </c:pt>
                <c:pt idx="33663">
                  <c:v>24.55</c:v>
                </c:pt>
                <c:pt idx="33664">
                  <c:v>24.55</c:v>
                </c:pt>
                <c:pt idx="33665">
                  <c:v>24.5</c:v>
                </c:pt>
                <c:pt idx="33666">
                  <c:v>24.45</c:v>
                </c:pt>
                <c:pt idx="33667">
                  <c:v>24.4</c:v>
                </c:pt>
                <c:pt idx="33668">
                  <c:v>24.35</c:v>
                </c:pt>
                <c:pt idx="33669">
                  <c:v>24.35</c:v>
                </c:pt>
                <c:pt idx="33670">
                  <c:v>24.35</c:v>
                </c:pt>
                <c:pt idx="33671">
                  <c:v>24.3</c:v>
                </c:pt>
                <c:pt idx="33672">
                  <c:v>24.3</c:v>
                </c:pt>
                <c:pt idx="33673">
                  <c:v>24.3</c:v>
                </c:pt>
                <c:pt idx="33674">
                  <c:v>24.3</c:v>
                </c:pt>
                <c:pt idx="33675">
                  <c:v>24.3</c:v>
                </c:pt>
                <c:pt idx="33676">
                  <c:v>24.3</c:v>
                </c:pt>
                <c:pt idx="33677">
                  <c:v>24.3</c:v>
                </c:pt>
                <c:pt idx="33678">
                  <c:v>24.3</c:v>
                </c:pt>
                <c:pt idx="33679">
                  <c:v>24.3</c:v>
                </c:pt>
                <c:pt idx="33680">
                  <c:v>24.35</c:v>
                </c:pt>
                <c:pt idx="33681">
                  <c:v>24.35</c:v>
                </c:pt>
                <c:pt idx="33682">
                  <c:v>24.4</c:v>
                </c:pt>
                <c:pt idx="33683">
                  <c:v>24.4</c:v>
                </c:pt>
                <c:pt idx="33684">
                  <c:v>24.4</c:v>
                </c:pt>
                <c:pt idx="33685">
                  <c:v>24.45</c:v>
                </c:pt>
                <c:pt idx="33686">
                  <c:v>24.45</c:v>
                </c:pt>
                <c:pt idx="33687">
                  <c:v>24.5</c:v>
                </c:pt>
                <c:pt idx="33688">
                  <c:v>24.5</c:v>
                </c:pt>
                <c:pt idx="33689">
                  <c:v>24.5</c:v>
                </c:pt>
                <c:pt idx="33690">
                  <c:v>24.55</c:v>
                </c:pt>
                <c:pt idx="33691">
                  <c:v>24.6</c:v>
                </c:pt>
                <c:pt idx="33692">
                  <c:v>24.6</c:v>
                </c:pt>
                <c:pt idx="33693">
                  <c:v>24.55</c:v>
                </c:pt>
                <c:pt idx="33694">
                  <c:v>24.55</c:v>
                </c:pt>
                <c:pt idx="33695">
                  <c:v>24.5</c:v>
                </c:pt>
                <c:pt idx="33696">
                  <c:v>24.45</c:v>
                </c:pt>
                <c:pt idx="33697">
                  <c:v>24.45</c:v>
                </c:pt>
                <c:pt idx="33698">
                  <c:v>24.4</c:v>
                </c:pt>
                <c:pt idx="33699">
                  <c:v>24.35</c:v>
                </c:pt>
                <c:pt idx="33700">
                  <c:v>24.35</c:v>
                </c:pt>
                <c:pt idx="33701">
                  <c:v>24.35</c:v>
                </c:pt>
                <c:pt idx="33702">
                  <c:v>24.3</c:v>
                </c:pt>
                <c:pt idx="33703">
                  <c:v>24.3</c:v>
                </c:pt>
                <c:pt idx="33704">
                  <c:v>24.3</c:v>
                </c:pt>
                <c:pt idx="33705">
                  <c:v>24.3</c:v>
                </c:pt>
                <c:pt idx="33706">
                  <c:v>24.3</c:v>
                </c:pt>
                <c:pt idx="33707">
                  <c:v>24.35</c:v>
                </c:pt>
                <c:pt idx="33708">
                  <c:v>24.35</c:v>
                </c:pt>
                <c:pt idx="33709">
                  <c:v>24.35</c:v>
                </c:pt>
                <c:pt idx="33710">
                  <c:v>24.35</c:v>
                </c:pt>
                <c:pt idx="33711">
                  <c:v>24.4</c:v>
                </c:pt>
                <c:pt idx="33712">
                  <c:v>24.4</c:v>
                </c:pt>
                <c:pt idx="33713">
                  <c:v>24.4</c:v>
                </c:pt>
                <c:pt idx="33714">
                  <c:v>24.45</c:v>
                </c:pt>
                <c:pt idx="33715">
                  <c:v>24.45</c:v>
                </c:pt>
                <c:pt idx="33716">
                  <c:v>24.5</c:v>
                </c:pt>
                <c:pt idx="33717">
                  <c:v>24.5</c:v>
                </c:pt>
                <c:pt idx="33718">
                  <c:v>24.5</c:v>
                </c:pt>
                <c:pt idx="33719">
                  <c:v>24.55</c:v>
                </c:pt>
                <c:pt idx="33720">
                  <c:v>24.55</c:v>
                </c:pt>
                <c:pt idx="33721">
                  <c:v>24.55</c:v>
                </c:pt>
                <c:pt idx="33722">
                  <c:v>24.55</c:v>
                </c:pt>
                <c:pt idx="33723">
                  <c:v>24.55</c:v>
                </c:pt>
                <c:pt idx="33724">
                  <c:v>24.55</c:v>
                </c:pt>
                <c:pt idx="33725">
                  <c:v>24.5</c:v>
                </c:pt>
                <c:pt idx="33726">
                  <c:v>24.45</c:v>
                </c:pt>
                <c:pt idx="33727">
                  <c:v>24.4</c:v>
                </c:pt>
                <c:pt idx="33728">
                  <c:v>24.35</c:v>
                </c:pt>
                <c:pt idx="33729">
                  <c:v>24.35</c:v>
                </c:pt>
                <c:pt idx="33730">
                  <c:v>24.35</c:v>
                </c:pt>
                <c:pt idx="33731">
                  <c:v>24.35</c:v>
                </c:pt>
                <c:pt idx="33732">
                  <c:v>24.35</c:v>
                </c:pt>
                <c:pt idx="33733">
                  <c:v>24.35</c:v>
                </c:pt>
                <c:pt idx="33734">
                  <c:v>24.35</c:v>
                </c:pt>
                <c:pt idx="33735">
                  <c:v>24.35</c:v>
                </c:pt>
                <c:pt idx="33736">
                  <c:v>24.35</c:v>
                </c:pt>
                <c:pt idx="33737">
                  <c:v>24.35</c:v>
                </c:pt>
                <c:pt idx="33738">
                  <c:v>24.35</c:v>
                </c:pt>
                <c:pt idx="33739">
                  <c:v>24.4</c:v>
                </c:pt>
                <c:pt idx="33740">
                  <c:v>24.4</c:v>
                </c:pt>
                <c:pt idx="33741">
                  <c:v>24.4</c:v>
                </c:pt>
                <c:pt idx="33742">
                  <c:v>24.45</c:v>
                </c:pt>
                <c:pt idx="33743">
                  <c:v>24.45</c:v>
                </c:pt>
                <c:pt idx="33744">
                  <c:v>24.45</c:v>
                </c:pt>
                <c:pt idx="33745">
                  <c:v>24.5</c:v>
                </c:pt>
                <c:pt idx="33746">
                  <c:v>24.5</c:v>
                </c:pt>
                <c:pt idx="33747">
                  <c:v>24.5</c:v>
                </c:pt>
                <c:pt idx="33748">
                  <c:v>24.55</c:v>
                </c:pt>
                <c:pt idx="33749">
                  <c:v>24.55</c:v>
                </c:pt>
                <c:pt idx="33750">
                  <c:v>24.55</c:v>
                </c:pt>
                <c:pt idx="33751">
                  <c:v>24.6</c:v>
                </c:pt>
                <c:pt idx="33752">
                  <c:v>24.6</c:v>
                </c:pt>
                <c:pt idx="33753">
                  <c:v>24.55</c:v>
                </c:pt>
                <c:pt idx="33754">
                  <c:v>24.5</c:v>
                </c:pt>
                <c:pt idx="33755">
                  <c:v>24.5</c:v>
                </c:pt>
                <c:pt idx="33756">
                  <c:v>24.45</c:v>
                </c:pt>
                <c:pt idx="33757">
                  <c:v>24.4</c:v>
                </c:pt>
                <c:pt idx="33758">
                  <c:v>24.35</c:v>
                </c:pt>
                <c:pt idx="33759">
                  <c:v>24.35</c:v>
                </c:pt>
                <c:pt idx="33760">
                  <c:v>24.35</c:v>
                </c:pt>
                <c:pt idx="33761">
                  <c:v>24.35</c:v>
                </c:pt>
                <c:pt idx="33762">
                  <c:v>24.3</c:v>
                </c:pt>
                <c:pt idx="33763">
                  <c:v>24.3</c:v>
                </c:pt>
                <c:pt idx="33764">
                  <c:v>24.3</c:v>
                </c:pt>
                <c:pt idx="33765">
                  <c:v>24.3</c:v>
                </c:pt>
                <c:pt idx="33766">
                  <c:v>24.35</c:v>
                </c:pt>
                <c:pt idx="33767">
                  <c:v>24.35</c:v>
                </c:pt>
                <c:pt idx="33768">
                  <c:v>24.35</c:v>
                </c:pt>
                <c:pt idx="33769">
                  <c:v>24.35</c:v>
                </c:pt>
                <c:pt idx="33770">
                  <c:v>24.4</c:v>
                </c:pt>
                <c:pt idx="33771">
                  <c:v>24.4</c:v>
                </c:pt>
                <c:pt idx="33772">
                  <c:v>24.45</c:v>
                </c:pt>
                <c:pt idx="33773">
                  <c:v>24.45</c:v>
                </c:pt>
                <c:pt idx="33774">
                  <c:v>24.5</c:v>
                </c:pt>
                <c:pt idx="33775">
                  <c:v>24.5</c:v>
                </c:pt>
                <c:pt idx="33776">
                  <c:v>24.5</c:v>
                </c:pt>
                <c:pt idx="33777">
                  <c:v>24.55</c:v>
                </c:pt>
                <c:pt idx="33778">
                  <c:v>24.55</c:v>
                </c:pt>
                <c:pt idx="33779">
                  <c:v>24.55</c:v>
                </c:pt>
                <c:pt idx="33780">
                  <c:v>24.6</c:v>
                </c:pt>
                <c:pt idx="33781">
                  <c:v>24.6</c:v>
                </c:pt>
                <c:pt idx="33782">
                  <c:v>24.6</c:v>
                </c:pt>
                <c:pt idx="33783">
                  <c:v>24.6</c:v>
                </c:pt>
                <c:pt idx="33784">
                  <c:v>24.55</c:v>
                </c:pt>
                <c:pt idx="33785">
                  <c:v>24.5</c:v>
                </c:pt>
                <c:pt idx="33786">
                  <c:v>24.45</c:v>
                </c:pt>
                <c:pt idx="33787">
                  <c:v>24.4</c:v>
                </c:pt>
                <c:pt idx="33788">
                  <c:v>24.35</c:v>
                </c:pt>
                <c:pt idx="33789">
                  <c:v>24.35</c:v>
                </c:pt>
                <c:pt idx="33790">
                  <c:v>24.35</c:v>
                </c:pt>
                <c:pt idx="33791">
                  <c:v>24.35</c:v>
                </c:pt>
                <c:pt idx="33792">
                  <c:v>24.3</c:v>
                </c:pt>
                <c:pt idx="33793">
                  <c:v>24.3</c:v>
                </c:pt>
                <c:pt idx="33794">
                  <c:v>24.3</c:v>
                </c:pt>
                <c:pt idx="33795">
                  <c:v>24.3</c:v>
                </c:pt>
                <c:pt idx="33796">
                  <c:v>24.3</c:v>
                </c:pt>
                <c:pt idx="33797">
                  <c:v>24.35</c:v>
                </c:pt>
                <c:pt idx="33798">
                  <c:v>24.35</c:v>
                </c:pt>
                <c:pt idx="33799">
                  <c:v>24.35</c:v>
                </c:pt>
                <c:pt idx="33800">
                  <c:v>24.35</c:v>
                </c:pt>
                <c:pt idx="33801">
                  <c:v>24.4</c:v>
                </c:pt>
                <c:pt idx="33802">
                  <c:v>24.4</c:v>
                </c:pt>
                <c:pt idx="33803">
                  <c:v>24.45</c:v>
                </c:pt>
                <c:pt idx="33804">
                  <c:v>24.45</c:v>
                </c:pt>
                <c:pt idx="33805">
                  <c:v>24.45</c:v>
                </c:pt>
                <c:pt idx="33806">
                  <c:v>24.5</c:v>
                </c:pt>
                <c:pt idx="33807">
                  <c:v>24.5</c:v>
                </c:pt>
                <c:pt idx="33808">
                  <c:v>24.5</c:v>
                </c:pt>
                <c:pt idx="33809">
                  <c:v>24.55</c:v>
                </c:pt>
                <c:pt idx="33810">
                  <c:v>24.55</c:v>
                </c:pt>
                <c:pt idx="33811">
                  <c:v>24.6</c:v>
                </c:pt>
                <c:pt idx="33812">
                  <c:v>24.55</c:v>
                </c:pt>
                <c:pt idx="33813">
                  <c:v>24.55</c:v>
                </c:pt>
                <c:pt idx="33814">
                  <c:v>24.55</c:v>
                </c:pt>
                <c:pt idx="33815">
                  <c:v>24.5</c:v>
                </c:pt>
                <c:pt idx="33816">
                  <c:v>24.45</c:v>
                </c:pt>
                <c:pt idx="33817">
                  <c:v>24.4</c:v>
                </c:pt>
                <c:pt idx="33818">
                  <c:v>24.35</c:v>
                </c:pt>
                <c:pt idx="33819">
                  <c:v>24.35</c:v>
                </c:pt>
                <c:pt idx="33820">
                  <c:v>24.3</c:v>
                </c:pt>
                <c:pt idx="33821">
                  <c:v>24.3</c:v>
                </c:pt>
                <c:pt idx="33822">
                  <c:v>24.3</c:v>
                </c:pt>
                <c:pt idx="33823">
                  <c:v>24.3</c:v>
                </c:pt>
                <c:pt idx="33824">
                  <c:v>24.3</c:v>
                </c:pt>
                <c:pt idx="33825">
                  <c:v>24.3</c:v>
                </c:pt>
                <c:pt idx="33826">
                  <c:v>24.3</c:v>
                </c:pt>
                <c:pt idx="33827">
                  <c:v>24.3</c:v>
                </c:pt>
                <c:pt idx="33828">
                  <c:v>24.35</c:v>
                </c:pt>
                <c:pt idx="33829">
                  <c:v>24.35</c:v>
                </c:pt>
                <c:pt idx="33830">
                  <c:v>24.35</c:v>
                </c:pt>
                <c:pt idx="33831">
                  <c:v>24.4</c:v>
                </c:pt>
                <c:pt idx="33832">
                  <c:v>24.4</c:v>
                </c:pt>
                <c:pt idx="33833">
                  <c:v>24.4</c:v>
                </c:pt>
                <c:pt idx="33834">
                  <c:v>24.45</c:v>
                </c:pt>
                <c:pt idx="33835">
                  <c:v>24.45</c:v>
                </c:pt>
                <c:pt idx="33836">
                  <c:v>24.5</c:v>
                </c:pt>
                <c:pt idx="33837">
                  <c:v>24.5</c:v>
                </c:pt>
                <c:pt idx="33838">
                  <c:v>24.5</c:v>
                </c:pt>
                <c:pt idx="33839">
                  <c:v>24.55</c:v>
                </c:pt>
                <c:pt idx="33840">
                  <c:v>24.55</c:v>
                </c:pt>
                <c:pt idx="33841">
                  <c:v>24.55</c:v>
                </c:pt>
                <c:pt idx="33842">
                  <c:v>24.55</c:v>
                </c:pt>
                <c:pt idx="33843">
                  <c:v>24.55</c:v>
                </c:pt>
                <c:pt idx="33844">
                  <c:v>24.5</c:v>
                </c:pt>
                <c:pt idx="33845">
                  <c:v>24.45</c:v>
                </c:pt>
                <c:pt idx="33846">
                  <c:v>24.45</c:v>
                </c:pt>
                <c:pt idx="33847">
                  <c:v>24.4</c:v>
                </c:pt>
                <c:pt idx="33848">
                  <c:v>24.4</c:v>
                </c:pt>
                <c:pt idx="33849">
                  <c:v>24.35</c:v>
                </c:pt>
                <c:pt idx="33850">
                  <c:v>24.35</c:v>
                </c:pt>
                <c:pt idx="33851">
                  <c:v>24.35</c:v>
                </c:pt>
                <c:pt idx="33852">
                  <c:v>24.35</c:v>
                </c:pt>
                <c:pt idx="33853">
                  <c:v>24.35</c:v>
                </c:pt>
                <c:pt idx="33854">
                  <c:v>24.35</c:v>
                </c:pt>
                <c:pt idx="33855">
                  <c:v>24.35</c:v>
                </c:pt>
                <c:pt idx="33856">
                  <c:v>24.35</c:v>
                </c:pt>
                <c:pt idx="33857">
                  <c:v>24.35</c:v>
                </c:pt>
                <c:pt idx="33858">
                  <c:v>24.35</c:v>
                </c:pt>
                <c:pt idx="33859">
                  <c:v>24.4</c:v>
                </c:pt>
                <c:pt idx="33860">
                  <c:v>24.4</c:v>
                </c:pt>
                <c:pt idx="33861">
                  <c:v>24.4</c:v>
                </c:pt>
                <c:pt idx="33862">
                  <c:v>24.4</c:v>
                </c:pt>
                <c:pt idx="33863">
                  <c:v>24.45</c:v>
                </c:pt>
                <c:pt idx="33864">
                  <c:v>24.45</c:v>
                </c:pt>
                <c:pt idx="33865">
                  <c:v>24.45</c:v>
                </c:pt>
                <c:pt idx="33866">
                  <c:v>24.5</c:v>
                </c:pt>
                <c:pt idx="33867">
                  <c:v>24.5</c:v>
                </c:pt>
                <c:pt idx="33868">
                  <c:v>24.55</c:v>
                </c:pt>
                <c:pt idx="33869">
                  <c:v>24.55</c:v>
                </c:pt>
                <c:pt idx="33870">
                  <c:v>24.55</c:v>
                </c:pt>
                <c:pt idx="33871">
                  <c:v>24.55</c:v>
                </c:pt>
                <c:pt idx="33872">
                  <c:v>24.6</c:v>
                </c:pt>
                <c:pt idx="33873">
                  <c:v>24.55</c:v>
                </c:pt>
                <c:pt idx="33874">
                  <c:v>24.5</c:v>
                </c:pt>
                <c:pt idx="33875">
                  <c:v>24.5</c:v>
                </c:pt>
                <c:pt idx="33876">
                  <c:v>24.45</c:v>
                </c:pt>
                <c:pt idx="33877">
                  <c:v>24.4</c:v>
                </c:pt>
                <c:pt idx="33878">
                  <c:v>24.35</c:v>
                </c:pt>
                <c:pt idx="33879">
                  <c:v>24.35</c:v>
                </c:pt>
                <c:pt idx="33880">
                  <c:v>24.35</c:v>
                </c:pt>
                <c:pt idx="33881">
                  <c:v>24.3</c:v>
                </c:pt>
                <c:pt idx="33882">
                  <c:v>24.3</c:v>
                </c:pt>
                <c:pt idx="33883">
                  <c:v>24.35</c:v>
                </c:pt>
                <c:pt idx="33884">
                  <c:v>24.35</c:v>
                </c:pt>
                <c:pt idx="33885">
                  <c:v>24.35</c:v>
                </c:pt>
                <c:pt idx="33886">
                  <c:v>24.35</c:v>
                </c:pt>
                <c:pt idx="33887">
                  <c:v>24.35</c:v>
                </c:pt>
                <c:pt idx="33888">
                  <c:v>24.35</c:v>
                </c:pt>
                <c:pt idx="33889">
                  <c:v>24.4</c:v>
                </c:pt>
                <c:pt idx="33890">
                  <c:v>24.4</c:v>
                </c:pt>
                <c:pt idx="33891">
                  <c:v>24.4</c:v>
                </c:pt>
                <c:pt idx="33892">
                  <c:v>24.4</c:v>
                </c:pt>
                <c:pt idx="33893">
                  <c:v>24.45</c:v>
                </c:pt>
                <c:pt idx="33894">
                  <c:v>24.45</c:v>
                </c:pt>
                <c:pt idx="33895">
                  <c:v>24.45</c:v>
                </c:pt>
                <c:pt idx="33896">
                  <c:v>24.5</c:v>
                </c:pt>
                <c:pt idx="33897">
                  <c:v>24.5</c:v>
                </c:pt>
                <c:pt idx="33898">
                  <c:v>24.5</c:v>
                </c:pt>
                <c:pt idx="33899">
                  <c:v>24.55</c:v>
                </c:pt>
                <c:pt idx="33900">
                  <c:v>24.55</c:v>
                </c:pt>
                <c:pt idx="33901">
                  <c:v>24.55</c:v>
                </c:pt>
                <c:pt idx="33902">
                  <c:v>24.55</c:v>
                </c:pt>
                <c:pt idx="33903">
                  <c:v>24.5</c:v>
                </c:pt>
                <c:pt idx="33904">
                  <c:v>24.5</c:v>
                </c:pt>
                <c:pt idx="33905">
                  <c:v>24.45</c:v>
                </c:pt>
                <c:pt idx="33906">
                  <c:v>24.4</c:v>
                </c:pt>
                <c:pt idx="33907">
                  <c:v>24.35</c:v>
                </c:pt>
                <c:pt idx="33908">
                  <c:v>24.35</c:v>
                </c:pt>
                <c:pt idx="33909">
                  <c:v>24.35</c:v>
                </c:pt>
                <c:pt idx="33910">
                  <c:v>24.3</c:v>
                </c:pt>
                <c:pt idx="33911">
                  <c:v>24.3</c:v>
                </c:pt>
                <c:pt idx="33912">
                  <c:v>24.3</c:v>
                </c:pt>
                <c:pt idx="33913">
                  <c:v>24.3</c:v>
                </c:pt>
                <c:pt idx="33914">
                  <c:v>24.3</c:v>
                </c:pt>
                <c:pt idx="33915">
                  <c:v>24.3</c:v>
                </c:pt>
                <c:pt idx="33916">
                  <c:v>24.3</c:v>
                </c:pt>
                <c:pt idx="33917">
                  <c:v>24.3</c:v>
                </c:pt>
                <c:pt idx="33918">
                  <c:v>24.35</c:v>
                </c:pt>
                <c:pt idx="33919">
                  <c:v>24.35</c:v>
                </c:pt>
                <c:pt idx="33920">
                  <c:v>24.4</c:v>
                </c:pt>
                <c:pt idx="33921">
                  <c:v>24.4</c:v>
                </c:pt>
                <c:pt idx="33922">
                  <c:v>24.4</c:v>
                </c:pt>
                <c:pt idx="33923">
                  <c:v>24.4</c:v>
                </c:pt>
                <c:pt idx="33924">
                  <c:v>24.45</c:v>
                </c:pt>
                <c:pt idx="33925">
                  <c:v>24.45</c:v>
                </c:pt>
                <c:pt idx="33926">
                  <c:v>24.5</c:v>
                </c:pt>
                <c:pt idx="33927">
                  <c:v>24.5</c:v>
                </c:pt>
                <c:pt idx="33928">
                  <c:v>24.55</c:v>
                </c:pt>
                <c:pt idx="33929">
                  <c:v>24.55</c:v>
                </c:pt>
                <c:pt idx="33930">
                  <c:v>24.55</c:v>
                </c:pt>
                <c:pt idx="33931">
                  <c:v>24.55</c:v>
                </c:pt>
                <c:pt idx="33932">
                  <c:v>24.55</c:v>
                </c:pt>
                <c:pt idx="33933">
                  <c:v>24.55</c:v>
                </c:pt>
                <c:pt idx="33934">
                  <c:v>24.5</c:v>
                </c:pt>
                <c:pt idx="33935">
                  <c:v>24.5</c:v>
                </c:pt>
                <c:pt idx="33936">
                  <c:v>24.45</c:v>
                </c:pt>
                <c:pt idx="33937">
                  <c:v>24.4</c:v>
                </c:pt>
                <c:pt idx="33938">
                  <c:v>24.35</c:v>
                </c:pt>
                <c:pt idx="33939">
                  <c:v>24.3</c:v>
                </c:pt>
                <c:pt idx="33940">
                  <c:v>24.3</c:v>
                </c:pt>
                <c:pt idx="33941">
                  <c:v>24.3</c:v>
                </c:pt>
                <c:pt idx="33942">
                  <c:v>24.3</c:v>
                </c:pt>
                <c:pt idx="33943">
                  <c:v>24.3</c:v>
                </c:pt>
                <c:pt idx="33944">
                  <c:v>24.3</c:v>
                </c:pt>
                <c:pt idx="33945">
                  <c:v>24.3</c:v>
                </c:pt>
                <c:pt idx="33946">
                  <c:v>24.3</c:v>
                </c:pt>
                <c:pt idx="33947">
                  <c:v>24.3</c:v>
                </c:pt>
                <c:pt idx="33948">
                  <c:v>24.35</c:v>
                </c:pt>
                <c:pt idx="33949">
                  <c:v>24.35</c:v>
                </c:pt>
                <c:pt idx="33950">
                  <c:v>24.4</c:v>
                </c:pt>
                <c:pt idx="33951">
                  <c:v>24.4</c:v>
                </c:pt>
                <c:pt idx="33952">
                  <c:v>24.4</c:v>
                </c:pt>
                <c:pt idx="33953">
                  <c:v>24.45</c:v>
                </c:pt>
                <c:pt idx="33954">
                  <c:v>24.45</c:v>
                </c:pt>
                <c:pt idx="33955">
                  <c:v>24.5</c:v>
                </c:pt>
                <c:pt idx="33956">
                  <c:v>24.5</c:v>
                </c:pt>
                <c:pt idx="33957">
                  <c:v>24.55</c:v>
                </c:pt>
                <c:pt idx="33958">
                  <c:v>24.55</c:v>
                </c:pt>
                <c:pt idx="33959">
                  <c:v>24.55</c:v>
                </c:pt>
                <c:pt idx="33960">
                  <c:v>24.6</c:v>
                </c:pt>
                <c:pt idx="33961">
                  <c:v>24.6</c:v>
                </c:pt>
                <c:pt idx="33962">
                  <c:v>24.6</c:v>
                </c:pt>
                <c:pt idx="33963">
                  <c:v>24.6</c:v>
                </c:pt>
                <c:pt idx="33964">
                  <c:v>24.55</c:v>
                </c:pt>
                <c:pt idx="33965">
                  <c:v>24.5</c:v>
                </c:pt>
                <c:pt idx="33966">
                  <c:v>24.45</c:v>
                </c:pt>
                <c:pt idx="33967">
                  <c:v>24.4</c:v>
                </c:pt>
                <c:pt idx="33968">
                  <c:v>24.4</c:v>
                </c:pt>
                <c:pt idx="33969">
                  <c:v>24.35</c:v>
                </c:pt>
                <c:pt idx="33970">
                  <c:v>24.35</c:v>
                </c:pt>
                <c:pt idx="33971">
                  <c:v>24.35</c:v>
                </c:pt>
                <c:pt idx="33972">
                  <c:v>24.35</c:v>
                </c:pt>
                <c:pt idx="33973">
                  <c:v>24.35</c:v>
                </c:pt>
                <c:pt idx="33974">
                  <c:v>24.35</c:v>
                </c:pt>
                <c:pt idx="33975">
                  <c:v>24.3</c:v>
                </c:pt>
                <c:pt idx="33976">
                  <c:v>24.35</c:v>
                </c:pt>
                <c:pt idx="33977">
                  <c:v>24.3</c:v>
                </c:pt>
                <c:pt idx="33978">
                  <c:v>24.3</c:v>
                </c:pt>
                <c:pt idx="33979">
                  <c:v>24.35</c:v>
                </c:pt>
                <c:pt idx="33980">
                  <c:v>24.35</c:v>
                </c:pt>
                <c:pt idx="33981">
                  <c:v>24.4</c:v>
                </c:pt>
                <c:pt idx="33982">
                  <c:v>24.4</c:v>
                </c:pt>
                <c:pt idx="33983">
                  <c:v>24.4</c:v>
                </c:pt>
                <c:pt idx="33984">
                  <c:v>24.45</c:v>
                </c:pt>
                <c:pt idx="33985">
                  <c:v>24.45</c:v>
                </c:pt>
                <c:pt idx="33986">
                  <c:v>24.5</c:v>
                </c:pt>
                <c:pt idx="33987">
                  <c:v>24.5</c:v>
                </c:pt>
                <c:pt idx="33988">
                  <c:v>24.5</c:v>
                </c:pt>
                <c:pt idx="33989">
                  <c:v>24.55</c:v>
                </c:pt>
                <c:pt idx="33990">
                  <c:v>24.55</c:v>
                </c:pt>
                <c:pt idx="33991">
                  <c:v>24.55</c:v>
                </c:pt>
                <c:pt idx="33992">
                  <c:v>24.55</c:v>
                </c:pt>
                <c:pt idx="33993">
                  <c:v>24.55</c:v>
                </c:pt>
                <c:pt idx="33994">
                  <c:v>24.55</c:v>
                </c:pt>
                <c:pt idx="33995">
                  <c:v>24.5</c:v>
                </c:pt>
                <c:pt idx="33996">
                  <c:v>24.45</c:v>
                </c:pt>
                <c:pt idx="33997">
                  <c:v>24.4</c:v>
                </c:pt>
                <c:pt idx="33998">
                  <c:v>24.35</c:v>
                </c:pt>
                <c:pt idx="33999">
                  <c:v>24.3</c:v>
                </c:pt>
                <c:pt idx="34000">
                  <c:v>24.35</c:v>
                </c:pt>
                <c:pt idx="34001">
                  <c:v>24.3</c:v>
                </c:pt>
                <c:pt idx="34002">
                  <c:v>24.3</c:v>
                </c:pt>
                <c:pt idx="34003">
                  <c:v>24.3</c:v>
                </c:pt>
                <c:pt idx="34004">
                  <c:v>24.3</c:v>
                </c:pt>
                <c:pt idx="34005">
                  <c:v>24.3</c:v>
                </c:pt>
                <c:pt idx="34006">
                  <c:v>24.35</c:v>
                </c:pt>
                <c:pt idx="34007">
                  <c:v>24.35</c:v>
                </c:pt>
                <c:pt idx="34008">
                  <c:v>24.4</c:v>
                </c:pt>
                <c:pt idx="34009">
                  <c:v>24.4</c:v>
                </c:pt>
                <c:pt idx="34010">
                  <c:v>24.4</c:v>
                </c:pt>
                <c:pt idx="34011">
                  <c:v>24.4</c:v>
                </c:pt>
                <c:pt idx="34012">
                  <c:v>24.45</c:v>
                </c:pt>
                <c:pt idx="34013">
                  <c:v>24.45</c:v>
                </c:pt>
                <c:pt idx="34014">
                  <c:v>24.45</c:v>
                </c:pt>
                <c:pt idx="34015">
                  <c:v>24.5</c:v>
                </c:pt>
                <c:pt idx="34016">
                  <c:v>24.5</c:v>
                </c:pt>
                <c:pt idx="34017">
                  <c:v>24.5</c:v>
                </c:pt>
                <c:pt idx="34018">
                  <c:v>24.55</c:v>
                </c:pt>
                <c:pt idx="34019">
                  <c:v>24.55</c:v>
                </c:pt>
                <c:pt idx="34020">
                  <c:v>24.55</c:v>
                </c:pt>
                <c:pt idx="34021">
                  <c:v>24.55</c:v>
                </c:pt>
                <c:pt idx="34022">
                  <c:v>24.6</c:v>
                </c:pt>
                <c:pt idx="34023">
                  <c:v>24.55</c:v>
                </c:pt>
                <c:pt idx="34024">
                  <c:v>24.5</c:v>
                </c:pt>
                <c:pt idx="34025">
                  <c:v>24.45</c:v>
                </c:pt>
                <c:pt idx="34026">
                  <c:v>24.45</c:v>
                </c:pt>
                <c:pt idx="34027">
                  <c:v>24.4</c:v>
                </c:pt>
                <c:pt idx="34028">
                  <c:v>24.35</c:v>
                </c:pt>
                <c:pt idx="34029">
                  <c:v>24.35</c:v>
                </c:pt>
                <c:pt idx="34030">
                  <c:v>24.35</c:v>
                </c:pt>
                <c:pt idx="34031">
                  <c:v>24.35</c:v>
                </c:pt>
                <c:pt idx="34032">
                  <c:v>24.3</c:v>
                </c:pt>
                <c:pt idx="34033">
                  <c:v>24.35</c:v>
                </c:pt>
                <c:pt idx="34034">
                  <c:v>24.35</c:v>
                </c:pt>
                <c:pt idx="34035">
                  <c:v>24.35</c:v>
                </c:pt>
                <c:pt idx="34036">
                  <c:v>24.3</c:v>
                </c:pt>
                <c:pt idx="34037">
                  <c:v>24.35</c:v>
                </c:pt>
                <c:pt idx="34038">
                  <c:v>24.35</c:v>
                </c:pt>
                <c:pt idx="34039">
                  <c:v>24.35</c:v>
                </c:pt>
                <c:pt idx="34040">
                  <c:v>24.4</c:v>
                </c:pt>
                <c:pt idx="34041">
                  <c:v>24.4</c:v>
                </c:pt>
                <c:pt idx="34042">
                  <c:v>24.4</c:v>
                </c:pt>
                <c:pt idx="34043">
                  <c:v>24.45</c:v>
                </c:pt>
                <c:pt idx="34044">
                  <c:v>24.45</c:v>
                </c:pt>
                <c:pt idx="34045">
                  <c:v>24.45</c:v>
                </c:pt>
                <c:pt idx="34046">
                  <c:v>24.5</c:v>
                </c:pt>
                <c:pt idx="34047">
                  <c:v>24.5</c:v>
                </c:pt>
                <c:pt idx="34048">
                  <c:v>24.5</c:v>
                </c:pt>
                <c:pt idx="34049">
                  <c:v>24.55</c:v>
                </c:pt>
                <c:pt idx="34050">
                  <c:v>24.55</c:v>
                </c:pt>
                <c:pt idx="34051">
                  <c:v>24.6</c:v>
                </c:pt>
                <c:pt idx="34052">
                  <c:v>24.6</c:v>
                </c:pt>
                <c:pt idx="34053">
                  <c:v>24.55</c:v>
                </c:pt>
                <c:pt idx="34054">
                  <c:v>24.55</c:v>
                </c:pt>
                <c:pt idx="34055">
                  <c:v>24.5</c:v>
                </c:pt>
                <c:pt idx="34056">
                  <c:v>24.45</c:v>
                </c:pt>
                <c:pt idx="34057">
                  <c:v>24.4</c:v>
                </c:pt>
                <c:pt idx="34058">
                  <c:v>24.4</c:v>
                </c:pt>
                <c:pt idx="34059">
                  <c:v>24.35</c:v>
                </c:pt>
                <c:pt idx="34060">
                  <c:v>24.35</c:v>
                </c:pt>
                <c:pt idx="34061">
                  <c:v>24.35</c:v>
                </c:pt>
                <c:pt idx="34062">
                  <c:v>24.35</c:v>
                </c:pt>
                <c:pt idx="34063">
                  <c:v>24.35</c:v>
                </c:pt>
                <c:pt idx="34064">
                  <c:v>24.3</c:v>
                </c:pt>
                <c:pt idx="34065">
                  <c:v>24.3</c:v>
                </c:pt>
                <c:pt idx="34066">
                  <c:v>24.3</c:v>
                </c:pt>
                <c:pt idx="34067">
                  <c:v>24.35</c:v>
                </c:pt>
                <c:pt idx="34068">
                  <c:v>24.35</c:v>
                </c:pt>
                <c:pt idx="34069">
                  <c:v>24.35</c:v>
                </c:pt>
                <c:pt idx="34070">
                  <c:v>24.4</c:v>
                </c:pt>
                <c:pt idx="34071">
                  <c:v>24.4</c:v>
                </c:pt>
                <c:pt idx="34072">
                  <c:v>24.4</c:v>
                </c:pt>
                <c:pt idx="34073">
                  <c:v>24.4</c:v>
                </c:pt>
                <c:pt idx="34074">
                  <c:v>24.45</c:v>
                </c:pt>
                <c:pt idx="34075">
                  <c:v>24.45</c:v>
                </c:pt>
                <c:pt idx="34076">
                  <c:v>24.5</c:v>
                </c:pt>
                <c:pt idx="34077">
                  <c:v>24.5</c:v>
                </c:pt>
                <c:pt idx="34078">
                  <c:v>24.55</c:v>
                </c:pt>
                <c:pt idx="34079">
                  <c:v>24.55</c:v>
                </c:pt>
                <c:pt idx="34080">
                  <c:v>24.6</c:v>
                </c:pt>
                <c:pt idx="34081">
                  <c:v>24.6</c:v>
                </c:pt>
                <c:pt idx="34082">
                  <c:v>24.6</c:v>
                </c:pt>
                <c:pt idx="34083">
                  <c:v>24.6</c:v>
                </c:pt>
                <c:pt idx="34084">
                  <c:v>24.55</c:v>
                </c:pt>
                <c:pt idx="34085">
                  <c:v>24.5</c:v>
                </c:pt>
                <c:pt idx="34086">
                  <c:v>24.45</c:v>
                </c:pt>
                <c:pt idx="34087">
                  <c:v>24.4</c:v>
                </c:pt>
                <c:pt idx="34088">
                  <c:v>24.4</c:v>
                </c:pt>
                <c:pt idx="34089">
                  <c:v>24.35</c:v>
                </c:pt>
                <c:pt idx="34090">
                  <c:v>24.35</c:v>
                </c:pt>
                <c:pt idx="34091">
                  <c:v>24.35</c:v>
                </c:pt>
                <c:pt idx="34092">
                  <c:v>24.35</c:v>
                </c:pt>
                <c:pt idx="34093">
                  <c:v>24.35</c:v>
                </c:pt>
                <c:pt idx="34094">
                  <c:v>24.35</c:v>
                </c:pt>
                <c:pt idx="34095">
                  <c:v>24.3</c:v>
                </c:pt>
                <c:pt idx="34096">
                  <c:v>24.3</c:v>
                </c:pt>
                <c:pt idx="34097">
                  <c:v>24.35</c:v>
                </c:pt>
                <c:pt idx="34098">
                  <c:v>24.35</c:v>
                </c:pt>
                <c:pt idx="34099">
                  <c:v>24.35</c:v>
                </c:pt>
                <c:pt idx="34100">
                  <c:v>24.35</c:v>
                </c:pt>
                <c:pt idx="34101">
                  <c:v>24.4</c:v>
                </c:pt>
                <c:pt idx="34102">
                  <c:v>24.4</c:v>
                </c:pt>
                <c:pt idx="34103">
                  <c:v>24.4</c:v>
                </c:pt>
                <c:pt idx="34104">
                  <c:v>24.45</c:v>
                </c:pt>
                <c:pt idx="34105">
                  <c:v>24.45</c:v>
                </c:pt>
                <c:pt idx="34106">
                  <c:v>24.45</c:v>
                </c:pt>
                <c:pt idx="34107">
                  <c:v>24.5</c:v>
                </c:pt>
                <c:pt idx="34108">
                  <c:v>24.5</c:v>
                </c:pt>
                <c:pt idx="34109">
                  <c:v>24.55</c:v>
                </c:pt>
                <c:pt idx="34110">
                  <c:v>24.6</c:v>
                </c:pt>
                <c:pt idx="34111">
                  <c:v>24.6</c:v>
                </c:pt>
                <c:pt idx="34112">
                  <c:v>24.6</c:v>
                </c:pt>
                <c:pt idx="34113">
                  <c:v>24.55</c:v>
                </c:pt>
                <c:pt idx="34114">
                  <c:v>24.5</c:v>
                </c:pt>
                <c:pt idx="34115">
                  <c:v>24.5</c:v>
                </c:pt>
                <c:pt idx="34116">
                  <c:v>24.45</c:v>
                </c:pt>
                <c:pt idx="34117">
                  <c:v>24.4</c:v>
                </c:pt>
                <c:pt idx="34118">
                  <c:v>24.4</c:v>
                </c:pt>
                <c:pt idx="34119">
                  <c:v>24.35</c:v>
                </c:pt>
                <c:pt idx="34120">
                  <c:v>24.35</c:v>
                </c:pt>
                <c:pt idx="34121">
                  <c:v>24.35</c:v>
                </c:pt>
                <c:pt idx="34122">
                  <c:v>24.3</c:v>
                </c:pt>
                <c:pt idx="34123">
                  <c:v>24.3</c:v>
                </c:pt>
                <c:pt idx="34124">
                  <c:v>24.3</c:v>
                </c:pt>
                <c:pt idx="34125">
                  <c:v>24.3</c:v>
                </c:pt>
                <c:pt idx="34126">
                  <c:v>24.3</c:v>
                </c:pt>
                <c:pt idx="34127">
                  <c:v>24.35</c:v>
                </c:pt>
                <c:pt idx="34128">
                  <c:v>24.35</c:v>
                </c:pt>
                <c:pt idx="34129">
                  <c:v>24.35</c:v>
                </c:pt>
                <c:pt idx="34130">
                  <c:v>24.35</c:v>
                </c:pt>
                <c:pt idx="34131">
                  <c:v>24.35</c:v>
                </c:pt>
                <c:pt idx="34132">
                  <c:v>24.4</c:v>
                </c:pt>
                <c:pt idx="34133">
                  <c:v>24.4</c:v>
                </c:pt>
                <c:pt idx="34134">
                  <c:v>24.45</c:v>
                </c:pt>
                <c:pt idx="34135">
                  <c:v>24.45</c:v>
                </c:pt>
                <c:pt idx="34136">
                  <c:v>24.5</c:v>
                </c:pt>
                <c:pt idx="34137">
                  <c:v>24.5</c:v>
                </c:pt>
                <c:pt idx="34138">
                  <c:v>24.5</c:v>
                </c:pt>
                <c:pt idx="34139">
                  <c:v>24.5</c:v>
                </c:pt>
                <c:pt idx="34140">
                  <c:v>24.5</c:v>
                </c:pt>
                <c:pt idx="34141">
                  <c:v>24.55</c:v>
                </c:pt>
                <c:pt idx="34142">
                  <c:v>24.55</c:v>
                </c:pt>
                <c:pt idx="34143">
                  <c:v>24.5</c:v>
                </c:pt>
                <c:pt idx="34144">
                  <c:v>24.5</c:v>
                </c:pt>
                <c:pt idx="34145">
                  <c:v>24.45</c:v>
                </c:pt>
                <c:pt idx="34146">
                  <c:v>24.4</c:v>
                </c:pt>
                <c:pt idx="34147">
                  <c:v>24.35</c:v>
                </c:pt>
                <c:pt idx="34148">
                  <c:v>24.35</c:v>
                </c:pt>
                <c:pt idx="34149">
                  <c:v>24.3</c:v>
                </c:pt>
                <c:pt idx="34150">
                  <c:v>24.35</c:v>
                </c:pt>
                <c:pt idx="34151">
                  <c:v>24.3</c:v>
                </c:pt>
                <c:pt idx="34152">
                  <c:v>24.3</c:v>
                </c:pt>
                <c:pt idx="34153">
                  <c:v>24.3</c:v>
                </c:pt>
                <c:pt idx="34154">
                  <c:v>24.3</c:v>
                </c:pt>
                <c:pt idx="34155">
                  <c:v>24.3</c:v>
                </c:pt>
                <c:pt idx="34156">
                  <c:v>24.3</c:v>
                </c:pt>
                <c:pt idx="34157">
                  <c:v>24.3</c:v>
                </c:pt>
                <c:pt idx="34158">
                  <c:v>24.35</c:v>
                </c:pt>
                <c:pt idx="34159">
                  <c:v>24.3</c:v>
                </c:pt>
                <c:pt idx="34160">
                  <c:v>24.35</c:v>
                </c:pt>
                <c:pt idx="34161">
                  <c:v>24.35</c:v>
                </c:pt>
                <c:pt idx="34162">
                  <c:v>24.4</c:v>
                </c:pt>
                <c:pt idx="34163">
                  <c:v>24.4</c:v>
                </c:pt>
                <c:pt idx="34164">
                  <c:v>24.4</c:v>
                </c:pt>
                <c:pt idx="34165">
                  <c:v>24.45</c:v>
                </c:pt>
                <c:pt idx="34166">
                  <c:v>24.45</c:v>
                </c:pt>
                <c:pt idx="34167">
                  <c:v>24.45</c:v>
                </c:pt>
                <c:pt idx="34168">
                  <c:v>24.5</c:v>
                </c:pt>
                <c:pt idx="34169">
                  <c:v>24.5</c:v>
                </c:pt>
                <c:pt idx="34170">
                  <c:v>24.5</c:v>
                </c:pt>
                <c:pt idx="34171">
                  <c:v>24.55</c:v>
                </c:pt>
                <c:pt idx="34172">
                  <c:v>24.55</c:v>
                </c:pt>
                <c:pt idx="34173">
                  <c:v>24.55</c:v>
                </c:pt>
                <c:pt idx="34174">
                  <c:v>24.5</c:v>
                </c:pt>
                <c:pt idx="34175">
                  <c:v>24.45</c:v>
                </c:pt>
                <c:pt idx="34176">
                  <c:v>24.45</c:v>
                </c:pt>
                <c:pt idx="34177">
                  <c:v>24.4</c:v>
                </c:pt>
                <c:pt idx="34178">
                  <c:v>24.35</c:v>
                </c:pt>
                <c:pt idx="34179">
                  <c:v>24.35</c:v>
                </c:pt>
                <c:pt idx="34180">
                  <c:v>24.3</c:v>
                </c:pt>
                <c:pt idx="34181">
                  <c:v>24.3</c:v>
                </c:pt>
                <c:pt idx="34182">
                  <c:v>24.3</c:v>
                </c:pt>
                <c:pt idx="34183">
                  <c:v>24.3</c:v>
                </c:pt>
                <c:pt idx="34184">
                  <c:v>24.25</c:v>
                </c:pt>
                <c:pt idx="34185">
                  <c:v>24.25</c:v>
                </c:pt>
                <c:pt idx="34186">
                  <c:v>24.25</c:v>
                </c:pt>
                <c:pt idx="34187">
                  <c:v>24.3</c:v>
                </c:pt>
                <c:pt idx="34188">
                  <c:v>24.3</c:v>
                </c:pt>
                <c:pt idx="34189">
                  <c:v>24.3</c:v>
                </c:pt>
                <c:pt idx="34190">
                  <c:v>24.3</c:v>
                </c:pt>
                <c:pt idx="34191">
                  <c:v>24.35</c:v>
                </c:pt>
                <c:pt idx="34192">
                  <c:v>24.35</c:v>
                </c:pt>
                <c:pt idx="34193">
                  <c:v>24.35</c:v>
                </c:pt>
                <c:pt idx="34194">
                  <c:v>24.4</c:v>
                </c:pt>
                <c:pt idx="34195">
                  <c:v>24.4</c:v>
                </c:pt>
                <c:pt idx="34196">
                  <c:v>24.45</c:v>
                </c:pt>
                <c:pt idx="34197">
                  <c:v>24.45</c:v>
                </c:pt>
                <c:pt idx="34198">
                  <c:v>24.5</c:v>
                </c:pt>
                <c:pt idx="34199">
                  <c:v>24.5</c:v>
                </c:pt>
                <c:pt idx="34200">
                  <c:v>24.55</c:v>
                </c:pt>
                <c:pt idx="34201">
                  <c:v>24.55</c:v>
                </c:pt>
                <c:pt idx="34202">
                  <c:v>24.55</c:v>
                </c:pt>
                <c:pt idx="34203">
                  <c:v>24.55</c:v>
                </c:pt>
                <c:pt idx="34204">
                  <c:v>24.55</c:v>
                </c:pt>
                <c:pt idx="34205">
                  <c:v>24.5</c:v>
                </c:pt>
                <c:pt idx="34206">
                  <c:v>24.45</c:v>
                </c:pt>
                <c:pt idx="34207">
                  <c:v>24.4</c:v>
                </c:pt>
                <c:pt idx="34208">
                  <c:v>24.35</c:v>
                </c:pt>
                <c:pt idx="34209">
                  <c:v>24.3</c:v>
                </c:pt>
                <c:pt idx="34210">
                  <c:v>24.3</c:v>
                </c:pt>
                <c:pt idx="34211">
                  <c:v>24.3</c:v>
                </c:pt>
                <c:pt idx="34212">
                  <c:v>24.3</c:v>
                </c:pt>
                <c:pt idx="34213">
                  <c:v>24.3</c:v>
                </c:pt>
                <c:pt idx="34214">
                  <c:v>24.3</c:v>
                </c:pt>
                <c:pt idx="34215">
                  <c:v>24.3</c:v>
                </c:pt>
                <c:pt idx="34216">
                  <c:v>24.3</c:v>
                </c:pt>
                <c:pt idx="34217">
                  <c:v>24.3</c:v>
                </c:pt>
                <c:pt idx="34218">
                  <c:v>24.3</c:v>
                </c:pt>
                <c:pt idx="34219">
                  <c:v>24.3</c:v>
                </c:pt>
                <c:pt idx="34220">
                  <c:v>24.35</c:v>
                </c:pt>
                <c:pt idx="34221">
                  <c:v>24.35</c:v>
                </c:pt>
                <c:pt idx="34222">
                  <c:v>24.35</c:v>
                </c:pt>
                <c:pt idx="34223">
                  <c:v>24.4</c:v>
                </c:pt>
                <c:pt idx="34224">
                  <c:v>24.4</c:v>
                </c:pt>
                <c:pt idx="34225">
                  <c:v>24.4</c:v>
                </c:pt>
                <c:pt idx="34226">
                  <c:v>24.45</c:v>
                </c:pt>
                <c:pt idx="34227">
                  <c:v>24.5</c:v>
                </c:pt>
                <c:pt idx="34228">
                  <c:v>24.5</c:v>
                </c:pt>
                <c:pt idx="34229">
                  <c:v>24.5</c:v>
                </c:pt>
                <c:pt idx="34230">
                  <c:v>24.55</c:v>
                </c:pt>
                <c:pt idx="34231">
                  <c:v>24.55</c:v>
                </c:pt>
                <c:pt idx="34232">
                  <c:v>24.55</c:v>
                </c:pt>
                <c:pt idx="34233">
                  <c:v>24.55</c:v>
                </c:pt>
                <c:pt idx="34234">
                  <c:v>24.5</c:v>
                </c:pt>
                <c:pt idx="34235">
                  <c:v>24.45</c:v>
                </c:pt>
                <c:pt idx="34236">
                  <c:v>24.45</c:v>
                </c:pt>
                <c:pt idx="34237">
                  <c:v>24.4</c:v>
                </c:pt>
                <c:pt idx="34238">
                  <c:v>24.4</c:v>
                </c:pt>
                <c:pt idx="34239">
                  <c:v>24.35</c:v>
                </c:pt>
                <c:pt idx="34240">
                  <c:v>24.35</c:v>
                </c:pt>
                <c:pt idx="34241">
                  <c:v>24.3</c:v>
                </c:pt>
                <c:pt idx="34242">
                  <c:v>24.3</c:v>
                </c:pt>
                <c:pt idx="34243">
                  <c:v>24.3</c:v>
                </c:pt>
                <c:pt idx="34244">
                  <c:v>24.3</c:v>
                </c:pt>
                <c:pt idx="34245">
                  <c:v>24.3</c:v>
                </c:pt>
                <c:pt idx="34246">
                  <c:v>24.35</c:v>
                </c:pt>
                <c:pt idx="34247">
                  <c:v>24.35</c:v>
                </c:pt>
                <c:pt idx="34248">
                  <c:v>24.35</c:v>
                </c:pt>
                <c:pt idx="34249">
                  <c:v>24.35</c:v>
                </c:pt>
                <c:pt idx="34250">
                  <c:v>24.35</c:v>
                </c:pt>
                <c:pt idx="34251">
                  <c:v>24.4</c:v>
                </c:pt>
                <c:pt idx="34252">
                  <c:v>24.4</c:v>
                </c:pt>
                <c:pt idx="34253">
                  <c:v>24.4</c:v>
                </c:pt>
                <c:pt idx="34254">
                  <c:v>24.45</c:v>
                </c:pt>
                <c:pt idx="34255">
                  <c:v>24.45</c:v>
                </c:pt>
                <c:pt idx="34256">
                  <c:v>24.5</c:v>
                </c:pt>
                <c:pt idx="34257">
                  <c:v>24.5</c:v>
                </c:pt>
                <c:pt idx="34258">
                  <c:v>24.55</c:v>
                </c:pt>
                <c:pt idx="34259">
                  <c:v>24.55</c:v>
                </c:pt>
                <c:pt idx="34260">
                  <c:v>24.55</c:v>
                </c:pt>
                <c:pt idx="34261">
                  <c:v>24.55</c:v>
                </c:pt>
                <c:pt idx="34262">
                  <c:v>24.55</c:v>
                </c:pt>
                <c:pt idx="34263">
                  <c:v>24.55</c:v>
                </c:pt>
                <c:pt idx="34264">
                  <c:v>24.55</c:v>
                </c:pt>
                <c:pt idx="34265">
                  <c:v>24.5</c:v>
                </c:pt>
                <c:pt idx="34266">
                  <c:v>24.45</c:v>
                </c:pt>
                <c:pt idx="34267">
                  <c:v>24.4</c:v>
                </c:pt>
                <c:pt idx="34268">
                  <c:v>24.35</c:v>
                </c:pt>
                <c:pt idx="34269">
                  <c:v>24.35</c:v>
                </c:pt>
                <c:pt idx="34270">
                  <c:v>24.3</c:v>
                </c:pt>
                <c:pt idx="34271">
                  <c:v>24.3</c:v>
                </c:pt>
                <c:pt idx="34272">
                  <c:v>24.3</c:v>
                </c:pt>
                <c:pt idx="34273">
                  <c:v>24.3</c:v>
                </c:pt>
                <c:pt idx="34274">
                  <c:v>24.3</c:v>
                </c:pt>
                <c:pt idx="34275">
                  <c:v>24.3</c:v>
                </c:pt>
                <c:pt idx="34276">
                  <c:v>24.35</c:v>
                </c:pt>
                <c:pt idx="34277">
                  <c:v>24.35</c:v>
                </c:pt>
                <c:pt idx="34278">
                  <c:v>24.35</c:v>
                </c:pt>
                <c:pt idx="34279">
                  <c:v>24.35</c:v>
                </c:pt>
                <c:pt idx="34280">
                  <c:v>24.4</c:v>
                </c:pt>
                <c:pt idx="34281">
                  <c:v>24.4</c:v>
                </c:pt>
                <c:pt idx="34282">
                  <c:v>24.4</c:v>
                </c:pt>
                <c:pt idx="34283">
                  <c:v>24.45</c:v>
                </c:pt>
                <c:pt idx="34284">
                  <c:v>24.45</c:v>
                </c:pt>
                <c:pt idx="34285">
                  <c:v>24.45</c:v>
                </c:pt>
                <c:pt idx="34286">
                  <c:v>24.5</c:v>
                </c:pt>
                <c:pt idx="34287">
                  <c:v>24.5</c:v>
                </c:pt>
                <c:pt idx="34288">
                  <c:v>24.5</c:v>
                </c:pt>
                <c:pt idx="34289">
                  <c:v>24.55</c:v>
                </c:pt>
                <c:pt idx="34290">
                  <c:v>24.55</c:v>
                </c:pt>
                <c:pt idx="34291">
                  <c:v>24.6</c:v>
                </c:pt>
                <c:pt idx="34292">
                  <c:v>24.6</c:v>
                </c:pt>
                <c:pt idx="34293">
                  <c:v>24.55</c:v>
                </c:pt>
                <c:pt idx="34294">
                  <c:v>24.55</c:v>
                </c:pt>
                <c:pt idx="34295">
                  <c:v>24.5</c:v>
                </c:pt>
                <c:pt idx="34296">
                  <c:v>24.45</c:v>
                </c:pt>
                <c:pt idx="34297">
                  <c:v>24.4</c:v>
                </c:pt>
                <c:pt idx="34298">
                  <c:v>24.35</c:v>
                </c:pt>
                <c:pt idx="34299">
                  <c:v>24.35</c:v>
                </c:pt>
                <c:pt idx="34300">
                  <c:v>24.3</c:v>
                </c:pt>
                <c:pt idx="34301">
                  <c:v>24.3</c:v>
                </c:pt>
                <c:pt idx="34302">
                  <c:v>24.35</c:v>
                </c:pt>
                <c:pt idx="34303">
                  <c:v>24.3</c:v>
                </c:pt>
                <c:pt idx="34304">
                  <c:v>24.3</c:v>
                </c:pt>
                <c:pt idx="34305">
                  <c:v>24.3</c:v>
                </c:pt>
                <c:pt idx="34306">
                  <c:v>24.35</c:v>
                </c:pt>
                <c:pt idx="34307">
                  <c:v>24.35</c:v>
                </c:pt>
                <c:pt idx="34308">
                  <c:v>24.35</c:v>
                </c:pt>
                <c:pt idx="34309">
                  <c:v>24.35</c:v>
                </c:pt>
                <c:pt idx="34310">
                  <c:v>24.4</c:v>
                </c:pt>
                <c:pt idx="34311">
                  <c:v>24.4</c:v>
                </c:pt>
                <c:pt idx="34312">
                  <c:v>24.4</c:v>
                </c:pt>
                <c:pt idx="34313">
                  <c:v>24.45</c:v>
                </c:pt>
                <c:pt idx="34314">
                  <c:v>24.45</c:v>
                </c:pt>
                <c:pt idx="34315">
                  <c:v>24.45</c:v>
                </c:pt>
                <c:pt idx="34316">
                  <c:v>24.45</c:v>
                </c:pt>
                <c:pt idx="34317">
                  <c:v>24.5</c:v>
                </c:pt>
                <c:pt idx="34318">
                  <c:v>24.5</c:v>
                </c:pt>
                <c:pt idx="34319">
                  <c:v>24.5</c:v>
                </c:pt>
                <c:pt idx="34320">
                  <c:v>24.5</c:v>
                </c:pt>
                <c:pt idx="34321">
                  <c:v>24.55</c:v>
                </c:pt>
                <c:pt idx="34322">
                  <c:v>24.55</c:v>
                </c:pt>
                <c:pt idx="34323">
                  <c:v>24.55</c:v>
                </c:pt>
                <c:pt idx="34324">
                  <c:v>24.5</c:v>
                </c:pt>
                <c:pt idx="34325">
                  <c:v>24.45</c:v>
                </c:pt>
                <c:pt idx="34326">
                  <c:v>24.4</c:v>
                </c:pt>
                <c:pt idx="34327">
                  <c:v>24.4</c:v>
                </c:pt>
                <c:pt idx="34328">
                  <c:v>24.35</c:v>
                </c:pt>
                <c:pt idx="34329">
                  <c:v>24.35</c:v>
                </c:pt>
                <c:pt idx="34330">
                  <c:v>24.3</c:v>
                </c:pt>
                <c:pt idx="34331">
                  <c:v>24.3</c:v>
                </c:pt>
                <c:pt idx="34332">
                  <c:v>24.3</c:v>
                </c:pt>
                <c:pt idx="34333">
                  <c:v>24.25</c:v>
                </c:pt>
                <c:pt idx="34334">
                  <c:v>24.3</c:v>
                </c:pt>
                <c:pt idx="34335">
                  <c:v>24.3</c:v>
                </c:pt>
                <c:pt idx="34336">
                  <c:v>24.3</c:v>
                </c:pt>
                <c:pt idx="34337">
                  <c:v>24.3</c:v>
                </c:pt>
                <c:pt idx="34338">
                  <c:v>24.35</c:v>
                </c:pt>
                <c:pt idx="34339">
                  <c:v>24.35</c:v>
                </c:pt>
                <c:pt idx="34340">
                  <c:v>24.35</c:v>
                </c:pt>
                <c:pt idx="34341">
                  <c:v>24.35</c:v>
                </c:pt>
                <c:pt idx="34342">
                  <c:v>24.4</c:v>
                </c:pt>
                <c:pt idx="34343">
                  <c:v>24.4</c:v>
                </c:pt>
                <c:pt idx="34344">
                  <c:v>24.4</c:v>
                </c:pt>
                <c:pt idx="34345">
                  <c:v>24.45</c:v>
                </c:pt>
                <c:pt idx="34346">
                  <c:v>24.45</c:v>
                </c:pt>
                <c:pt idx="34347">
                  <c:v>24.45</c:v>
                </c:pt>
                <c:pt idx="34348">
                  <c:v>24.5</c:v>
                </c:pt>
                <c:pt idx="34349">
                  <c:v>24.5</c:v>
                </c:pt>
                <c:pt idx="34350">
                  <c:v>24.55</c:v>
                </c:pt>
                <c:pt idx="34351">
                  <c:v>24.55</c:v>
                </c:pt>
                <c:pt idx="34352">
                  <c:v>24.55</c:v>
                </c:pt>
                <c:pt idx="34353">
                  <c:v>24.55</c:v>
                </c:pt>
                <c:pt idx="34354">
                  <c:v>24.55</c:v>
                </c:pt>
                <c:pt idx="34355">
                  <c:v>24.5</c:v>
                </c:pt>
                <c:pt idx="34356">
                  <c:v>24.45</c:v>
                </c:pt>
                <c:pt idx="34357">
                  <c:v>24.4</c:v>
                </c:pt>
                <c:pt idx="34358">
                  <c:v>24.4</c:v>
                </c:pt>
                <c:pt idx="34359">
                  <c:v>24.35</c:v>
                </c:pt>
                <c:pt idx="34360">
                  <c:v>24.35</c:v>
                </c:pt>
                <c:pt idx="34361">
                  <c:v>24.35</c:v>
                </c:pt>
                <c:pt idx="34362">
                  <c:v>24.3</c:v>
                </c:pt>
                <c:pt idx="34363">
                  <c:v>24.3</c:v>
                </c:pt>
                <c:pt idx="34364">
                  <c:v>24.3</c:v>
                </c:pt>
                <c:pt idx="34365">
                  <c:v>24.3</c:v>
                </c:pt>
                <c:pt idx="34366">
                  <c:v>24.3</c:v>
                </c:pt>
                <c:pt idx="34367">
                  <c:v>24.3</c:v>
                </c:pt>
                <c:pt idx="34368">
                  <c:v>24.3</c:v>
                </c:pt>
                <c:pt idx="34369">
                  <c:v>24.35</c:v>
                </c:pt>
                <c:pt idx="34370">
                  <c:v>24.35</c:v>
                </c:pt>
                <c:pt idx="34371">
                  <c:v>24.35</c:v>
                </c:pt>
                <c:pt idx="34372">
                  <c:v>24.4</c:v>
                </c:pt>
                <c:pt idx="34373">
                  <c:v>24.4</c:v>
                </c:pt>
                <c:pt idx="34374">
                  <c:v>24.4</c:v>
                </c:pt>
                <c:pt idx="34375">
                  <c:v>24.45</c:v>
                </c:pt>
                <c:pt idx="34376">
                  <c:v>24.45</c:v>
                </c:pt>
                <c:pt idx="34377">
                  <c:v>24.45</c:v>
                </c:pt>
                <c:pt idx="34378">
                  <c:v>24.5</c:v>
                </c:pt>
                <c:pt idx="34379">
                  <c:v>24.5</c:v>
                </c:pt>
                <c:pt idx="34380">
                  <c:v>24.55</c:v>
                </c:pt>
                <c:pt idx="34381">
                  <c:v>24.55</c:v>
                </c:pt>
                <c:pt idx="34382">
                  <c:v>24.55</c:v>
                </c:pt>
                <c:pt idx="34383">
                  <c:v>24.55</c:v>
                </c:pt>
                <c:pt idx="34384">
                  <c:v>24.5</c:v>
                </c:pt>
                <c:pt idx="34385">
                  <c:v>24.45</c:v>
                </c:pt>
                <c:pt idx="34386">
                  <c:v>24.4</c:v>
                </c:pt>
                <c:pt idx="34387">
                  <c:v>24.35</c:v>
                </c:pt>
                <c:pt idx="34388">
                  <c:v>24.35</c:v>
                </c:pt>
                <c:pt idx="34389">
                  <c:v>24.35</c:v>
                </c:pt>
                <c:pt idx="34390">
                  <c:v>24.3</c:v>
                </c:pt>
                <c:pt idx="34391">
                  <c:v>24.3</c:v>
                </c:pt>
                <c:pt idx="34392">
                  <c:v>24.3</c:v>
                </c:pt>
                <c:pt idx="34393">
                  <c:v>24.3</c:v>
                </c:pt>
                <c:pt idx="34394">
                  <c:v>24.3</c:v>
                </c:pt>
                <c:pt idx="34395">
                  <c:v>24.3</c:v>
                </c:pt>
                <c:pt idx="34396">
                  <c:v>24.3</c:v>
                </c:pt>
                <c:pt idx="34397">
                  <c:v>24.35</c:v>
                </c:pt>
                <c:pt idx="34398">
                  <c:v>24.35</c:v>
                </c:pt>
                <c:pt idx="34399">
                  <c:v>24.4</c:v>
                </c:pt>
                <c:pt idx="34400">
                  <c:v>24.4</c:v>
                </c:pt>
                <c:pt idx="34401">
                  <c:v>24.4</c:v>
                </c:pt>
                <c:pt idx="34402">
                  <c:v>24.4</c:v>
                </c:pt>
                <c:pt idx="34403">
                  <c:v>24.45</c:v>
                </c:pt>
                <c:pt idx="34404">
                  <c:v>24.45</c:v>
                </c:pt>
                <c:pt idx="34405">
                  <c:v>24.45</c:v>
                </c:pt>
                <c:pt idx="34406">
                  <c:v>24.5</c:v>
                </c:pt>
                <c:pt idx="34407">
                  <c:v>24.5</c:v>
                </c:pt>
                <c:pt idx="34408">
                  <c:v>24.5</c:v>
                </c:pt>
                <c:pt idx="34409">
                  <c:v>24.55</c:v>
                </c:pt>
                <c:pt idx="34410">
                  <c:v>24.55</c:v>
                </c:pt>
                <c:pt idx="34411">
                  <c:v>24.55</c:v>
                </c:pt>
                <c:pt idx="34412">
                  <c:v>24.55</c:v>
                </c:pt>
                <c:pt idx="34413">
                  <c:v>24.55</c:v>
                </c:pt>
                <c:pt idx="34414">
                  <c:v>24.5</c:v>
                </c:pt>
                <c:pt idx="34415">
                  <c:v>24.45</c:v>
                </c:pt>
                <c:pt idx="34416">
                  <c:v>24.45</c:v>
                </c:pt>
                <c:pt idx="34417">
                  <c:v>24.4</c:v>
                </c:pt>
                <c:pt idx="34418">
                  <c:v>24.35</c:v>
                </c:pt>
                <c:pt idx="34419">
                  <c:v>24.35</c:v>
                </c:pt>
                <c:pt idx="34420">
                  <c:v>24.3</c:v>
                </c:pt>
                <c:pt idx="34421">
                  <c:v>24.3</c:v>
                </c:pt>
                <c:pt idx="34422">
                  <c:v>24.3</c:v>
                </c:pt>
                <c:pt idx="34423">
                  <c:v>24.3</c:v>
                </c:pt>
                <c:pt idx="34424">
                  <c:v>24.3</c:v>
                </c:pt>
                <c:pt idx="34425">
                  <c:v>24.35</c:v>
                </c:pt>
                <c:pt idx="34426">
                  <c:v>24.35</c:v>
                </c:pt>
                <c:pt idx="34427">
                  <c:v>24.35</c:v>
                </c:pt>
                <c:pt idx="34428">
                  <c:v>24.35</c:v>
                </c:pt>
                <c:pt idx="34429">
                  <c:v>24.35</c:v>
                </c:pt>
                <c:pt idx="34430">
                  <c:v>24.4</c:v>
                </c:pt>
                <c:pt idx="34431">
                  <c:v>24.4</c:v>
                </c:pt>
                <c:pt idx="34432">
                  <c:v>24.4</c:v>
                </c:pt>
                <c:pt idx="34433">
                  <c:v>24.4</c:v>
                </c:pt>
                <c:pt idx="34434">
                  <c:v>24.45</c:v>
                </c:pt>
                <c:pt idx="34435">
                  <c:v>24.45</c:v>
                </c:pt>
                <c:pt idx="34436">
                  <c:v>24.45</c:v>
                </c:pt>
                <c:pt idx="34437">
                  <c:v>24.5</c:v>
                </c:pt>
                <c:pt idx="34438">
                  <c:v>24.5</c:v>
                </c:pt>
                <c:pt idx="34439">
                  <c:v>24.5</c:v>
                </c:pt>
                <c:pt idx="34440">
                  <c:v>24.55</c:v>
                </c:pt>
                <c:pt idx="34441">
                  <c:v>24.55</c:v>
                </c:pt>
                <c:pt idx="34442">
                  <c:v>24.55</c:v>
                </c:pt>
                <c:pt idx="34443">
                  <c:v>24.55</c:v>
                </c:pt>
                <c:pt idx="34444">
                  <c:v>24.5</c:v>
                </c:pt>
                <c:pt idx="34445">
                  <c:v>24.5</c:v>
                </c:pt>
                <c:pt idx="34446">
                  <c:v>24.45</c:v>
                </c:pt>
                <c:pt idx="34447">
                  <c:v>24.4</c:v>
                </c:pt>
                <c:pt idx="34448">
                  <c:v>24.35</c:v>
                </c:pt>
                <c:pt idx="34449">
                  <c:v>24.35</c:v>
                </c:pt>
                <c:pt idx="34450">
                  <c:v>24.35</c:v>
                </c:pt>
                <c:pt idx="34451">
                  <c:v>24.35</c:v>
                </c:pt>
                <c:pt idx="34452">
                  <c:v>24.35</c:v>
                </c:pt>
                <c:pt idx="34453">
                  <c:v>24.3</c:v>
                </c:pt>
                <c:pt idx="34454">
                  <c:v>24.35</c:v>
                </c:pt>
                <c:pt idx="34455">
                  <c:v>24.35</c:v>
                </c:pt>
                <c:pt idx="34456">
                  <c:v>24.35</c:v>
                </c:pt>
                <c:pt idx="34457">
                  <c:v>24.35</c:v>
                </c:pt>
                <c:pt idx="34458">
                  <c:v>24.35</c:v>
                </c:pt>
                <c:pt idx="34459">
                  <c:v>24.35</c:v>
                </c:pt>
                <c:pt idx="34460">
                  <c:v>24.35</c:v>
                </c:pt>
                <c:pt idx="34461">
                  <c:v>24.4</c:v>
                </c:pt>
                <c:pt idx="34462">
                  <c:v>24.4</c:v>
                </c:pt>
                <c:pt idx="34463">
                  <c:v>24.4</c:v>
                </c:pt>
                <c:pt idx="34464">
                  <c:v>24.45</c:v>
                </c:pt>
                <c:pt idx="34465">
                  <c:v>24.5</c:v>
                </c:pt>
                <c:pt idx="34466">
                  <c:v>24.5</c:v>
                </c:pt>
                <c:pt idx="34467">
                  <c:v>24.5</c:v>
                </c:pt>
                <c:pt idx="34468">
                  <c:v>24.55</c:v>
                </c:pt>
                <c:pt idx="34469">
                  <c:v>24.55</c:v>
                </c:pt>
                <c:pt idx="34470">
                  <c:v>24.55</c:v>
                </c:pt>
                <c:pt idx="34471">
                  <c:v>24.6</c:v>
                </c:pt>
                <c:pt idx="34472">
                  <c:v>24.55</c:v>
                </c:pt>
                <c:pt idx="34473">
                  <c:v>24.55</c:v>
                </c:pt>
                <c:pt idx="34474">
                  <c:v>24.5</c:v>
                </c:pt>
                <c:pt idx="34475">
                  <c:v>24.45</c:v>
                </c:pt>
                <c:pt idx="34476">
                  <c:v>24.4</c:v>
                </c:pt>
                <c:pt idx="34477">
                  <c:v>24.35</c:v>
                </c:pt>
                <c:pt idx="34478">
                  <c:v>24.35</c:v>
                </c:pt>
                <c:pt idx="34479">
                  <c:v>24.3</c:v>
                </c:pt>
                <c:pt idx="34480">
                  <c:v>24.3</c:v>
                </c:pt>
                <c:pt idx="34481">
                  <c:v>24.3</c:v>
                </c:pt>
                <c:pt idx="34482">
                  <c:v>24.25</c:v>
                </c:pt>
                <c:pt idx="34483">
                  <c:v>24.25</c:v>
                </c:pt>
                <c:pt idx="34484">
                  <c:v>24.3</c:v>
                </c:pt>
                <c:pt idx="34485">
                  <c:v>24.3</c:v>
                </c:pt>
                <c:pt idx="34486">
                  <c:v>24.3</c:v>
                </c:pt>
                <c:pt idx="34487">
                  <c:v>24.35</c:v>
                </c:pt>
                <c:pt idx="34488">
                  <c:v>24.35</c:v>
                </c:pt>
                <c:pt idx="34489">
                  <c:v>24.35</c:v>
                </c:pt>
                <c:pt idx="34490">
                  <c:v>24.4</c:v>
                </c:pt>
                <c:pt idx="34491">
                  <c:v>24.4</c:v>
                </c:pt>
                <c:pt idx="34492">
                  <c:v>24.45</c:v>
                </c:pt>
                <c:pt idx="34493">
                  <c:v>24.45</c:v>
                </c:pt>
                <c:pt idx="34494">
                  <c:v>24.45</c:v>
                </c:pt>
                <c:pt idx="34495">
                  <c:v>24.45</c:v>
                </c:pt>
                <c:pt idx="34496">
                  <c:v>24.5</c:v>
                </c:pt>
                <c:pt idx="34497">
                  <c:v>24.5</c:v>
                </c:pt>
                <c:pt idx="34498">
                  <c:v>24.55</c:v>
                </c:pt>
                <c:pt idx="34499">
                  <c:v>24.55</c:v>
                </c:pt>
                <c:pt idx="34500">
                  <c:v>24.6</c:v>
                </c:pt>
                <c:pt idx="34501">
                  <c:v>24.6</c:v>
                </c:pt>
                <c:pt idx="34502">
                  <c:v>24.6</c:v>
                </c:pt>
                <c:pt idx="34503">
                  <c:v>24.55</c:v>
                </c:pt>
                <c:pt idx="34504">
                  <c:v>24.55</c:v>
                </c:pt>
                <c:pt idx="34505">
                  <c:v>24.5</c:v>
                </c:pt>
                <c:pt idx="34506">
                  <c:v>24.45</c:v>
                </c:pt>
                <c:pt idx="34507">
                  <c:v>24.4</c:v>
                </c:pt>
                <c:pt idx="34508">
                  <c:v>24.4</c:v>
                </c:pt>
                <c:pt idx="34509">
                  <c:v>24.35</c:v>
                </c:pt>
                <c:pt idx="34510">
                  <c:v>24.3</c:v>
                </c:pt>
                <c:pt idx="34511">
                  <c:v>24.3</c:v>
                </c:pt>
                <c:pt idx="34512">
                  <c:v>24.3</c:v>
                </c:pt>
                <c:pt idx="34513">
                  <c:v>24.3</c:v>
                </c:pt>
                <c:pt idx="34514">
                  <c:v>24.3</c:v>
                </c:pt>
                <c:pt idx="34515">
                  <c:v>24.3</c:v>
                </c:pt>
                <c:pt idx="34516">
                  <c:v>24.3</c:v>
                </c:pt>
                <c:pt idx="34517">
                  <c:v>24.3</c:v>
                </c:pt>
                <c:pt idx="34518">
                  <c:v>24.3</c:v>
                </c:pt>
                <c:pt idx="34519">
                  <c:v>24.35</c:v>
                </c:pt>
                <c:pt idx="34520">
                  <c:v>24.35</c:v>
                </c:pt>
                <c:pt idx="34521">
                  <c:v>24.35</c:v>
                </c:pt>
                <c:pt idx="34522">
                  <c:v>24.4</c:v>
                </c:pt>
                <c:pt idx="34523">
                  <c:v>24.4</c:v>
                </c:pt>
                <c:pt idx="34524">
                  <c:v>24.45</c:v>
                </c:pt>
                <c:pt idx="34525">
                  <c:v>24.45</c:v>
                </c:pt>
                <c:pt idx="34526">
                  <c:v>24.5</c:v>
                </c:pt>
                <c:pt idx="34527">
                  <c:v>24.5</c:v>
                </c:pt>
                <c:pt idx="34528">
                  <c:v>24.55</c:v>
                </c:pt>
                <c:pt idx="34529">
                  <c:v>24.55</c:v>
                </c:pt>
                <c:pt idx="34530">
                  <c:v>24.55</c:v>
                </c:pt>
                <c:pt idx="34531">
                  <c:v>24.6</c:v>
                </c:pt>
                <c:pt idx="34532">
                  <c:v>24.55</c:v>
                </c:pt>
                <c:pt idx="34533">
                  <c:v>24.55</c:v>
                </c:pt>
                <c:pt idx="34534">
                  <c:v>24.5</c:v>
                </c:pt>
                <c:pt idx="34535">
                  <c:v>24.5</c:v>
                </c:pt>
                <c:pt idx="34536">
                  <c:v>24.45</c:v>
                </c:pt>
                <c:pt idx="34537">
                  <c:v>24.4</c:v>
                </c:pt>
                <c:pt idx="34538">
                  <c:v>24.4</c:v>
                </c:pt>
                <c:pt idx="34539">
                  <c:v>24.35</c:v>
                </c:pt>
                <c:pt idx="34540">
                  <c:v>24.35</c:v>
                </c:pt>
                <c:pt idx="34541">
                  <c:v>24.35</c:v>
                </c:pt>
                <c:pt idx="34542">
                  <c:v>24.3</c:v>
                </c:pt>
                <c:pt idx="34543">
                  <c:v>24.3</c:v>
                </c:pt>
                <c:pt idx="34544">
                  <c:v>24.3</c:v>
                </c:pt>
                <c:pt idx="34545">
                  <c:v>24.3</c:v>
                </c:pt>
                <c:pt idx="34546">
                  <c:v>24.3</c:v>
                </c:pt>
                <c:pt idx="34547">
                  <c:v>24.35</c:v>
                </c:pt>
                <c:pt idx="34548">
                  <c:v>24.35</c:v>
                </c:pt>
                <c:pt idx="34549">
                  <c:v>24.35</c:v>
                </c:pt>
                <c:pt idx="34550">
                  <c:v>24.4</c:v>
                </c:pt>
                <c:pt idx="34551">
                  <c:v>24.4</c:v>
                </c:pt>
                <c:pt idx="34552">
                  <c:v>24.4</c:v>
                </c:pt>
                <c:pt idx="34553">
                  <c:v>24.4</c:v>
                </c:pt>
                <c:pt idx="34554">
                  <c:v>24.45</c:v>
                </c:pt>
                <c:pt idx="34555">
                  <c:v>24.45</c:v>
                </c:pt>
                <c:pt idx="34556">
                  <c:v>24.45</c:v>
                </c:pt>
                <c:pt idx="34557">
                  <c:v>24.45</c:v>
                </c:pt>
                <c:pt idx="34558">
                  <c:v>24.5</c:v>
                </c:pt>
                <c:pt idx="34559">
                  <c:v>24.5</c:v>
                </c:pt>
                <c:pt idx="34560">
                  <c:v>24.5</c:v>
                </c:pt>
                <c:pt idx="34561">
                  <c:v>24.55</c:v>
                </c:pt>
                <c:pt idx="34562">
                  <c:v>24.5</c:v>
                </c:pt>
                <c:pt idx="34563">
                  <c:v>24.5</c:v>
                </c:pt>
                <c:pt idx="34564">
                  <c:v>24.5</c:v>
                </c:pt>
                <c:pt idx="34565">
                  <c:v>24.45</c:v>
                </c:pt>
                <c:pt idx="34566">
                  <c:v>24.4</c:v>
                </c:pt>
                <c:pt idx="34567">
                  <c:v>24.35</c:v>
                </c:pt>
                <c:pt idx="34568">
                  <c:v>24.3</c:v>
                </c:pt>
                <c:pt idx="34569">
                  <c:v>24.3</c:v>
                </c:pt>
                <c:pt idx="34570">
                  <c:v>24.3</c:v>
                </c:pt>
                <c:pt idx="34571">
                  <c:v>24.3</c:v>
                </c:pt>
                <c:pt idx="34572">
                  <c:v>24.25</c:v>
                </c:pt>
                <c:pt idx="34573">
                  <c:v>24.25</c:v>
                </c:pt>
                <c:pt idx="34574">
                  <c:v>24.3</c:v>
                </c:pt>
                <c:pt idx="34575">
                  <c:v>24.3</c:v>
                </c:pt>
                <c:pt idx="34576">
                  <c:v>24.3</c:v>
                </c:pt>
                <c:pt idx="34577">
                  <c:v>24.3</c:v>
                </c:pt>
                <c:pt idx="34578">
                  <c:v>24.35</c:v>
                </c:pt>
                <c:pt idx="34579">
                  <c:v>24.35</c:v>
                </c:pt>
                <c:pt idx="34580">
                  <c:v>24.35</c:v>
                </c:pt>
                <c:pt idx="34581">
                  <c:v>24.4</c:v>
                </c:pt>
                <c:pt idx="34582">
                  <c:v>24.4</c:v>
                </c:pt>
                <c:pt idx="34583">
                  <c:v>24.4</c:v>
                </c:pt>
                <c:pt idx="34584">
                  <c:v>24.4</c:v>
                </c:pt>
                <c:pt idx="34585">
                  <c:v>24.45</c:v>
                </c:pt>
                <c:pt idx="34586">
                  <c:v>24.45</c:v>
                </c:pt>
                <c:pt idx="34587">
                  <c:v>24.45</c:v>
                </c:pt>
                <c:pt idx="34588">
                  <c:v>24.5</c:v>
                </c:pt>
                <c:pt idx="34589">
                  <c:v>24.5</c:v>
                </c:pt>
                <c:pt idx="34590">
                  <c:v>24.5</c:v>
                </c:pt>
                <c:pt idx="34591">
                  <c:v>24.55</c:v>
                </c:pt>
                <c:pt idx="34592">
                  <c:v>24.55</c:v>
                </c:pt>
                <c:pt idx="34593">
                  <c:v>24.5</c:v>
                </c:pt>
                <c:pt idx="34594">
                  <c:v>24.5</c:v>
                </c:pt>
                <c:pt idx="34595">
                  <c:v>24.45</c:v>
                </c:pt>
                <c:pt idx="34596">
                  <c:v>24.4</c:v>
                </c:pt>
                <c:pt idx="34597">
                  <c:v>24.35</c:v>
                </c:pt>
                <c:pt idx="34598">
                  <c:v>24.35</c:v>
                </c:pt>
                <c:pt idx="34599">
                  <c:v>24.3</c:v>
                </c:pt>
                <c:pt idx="34600">
                  <c:v>24.3</c:v>
                </c:pt>
                <c:pt idx="34601">
                  <c:v>24.3</c:v>
                </c:pt>
                <c:pt idx="34602">
                  <c:v>24.3</c:v>
                </c:pt>
                <c:pt idx="34603">
                  <c:v>24.3</c:v>
                </c:pt>
                <c:pt idx="34604">
                  <c:v>24.3</c:v>
                </c:pt>
                <c:pt idx="34605">
                  <c:v>24.3</c:v>
                </c:pt>
                <c:pt idx="34606">
                  <c:v>24.3</c:v>
                </c:pt>
                <c:pt idx="34607">
                  <c:v>24.3</c:v>
                </c:pt>
                <c:pt idx="34608">
                  <c:v>24.3</c:v>
                </c:pt>
                <c:pt idx="34609">
                  <c:v>24.35</c:v>
                </c:pt>
                <c:pt idx="34610">
                  <c:v>24.35</c:v>
                </c:pt>
                <c:pt idx="34611">
                  <c:v>24.4</c:v>
                </c:pt>
                <c:pt idx="34612">
                  <c:v>24.4</c:v>
                </c:pt>
                <c:pt idx="34613">
                  <c:v>24.4</c:v>
                </c:pt>
                <c:pt idx="34614">
                  <c:v>24.45</c:v>
                </c:pt>
                <c:pt idx="34615">
                  <c:v>24.45</c:v>
                </c:pt>
                <c:pt idx="34616">
                  <c:v>24.45</c:v>
                </c:pt>
                <c:pt idx="34617">
                  <c:v>24.5</c:v>
                </c:pt>
                <c:pt idx="34618">
                  <c:v>24.5</c:v>
                </c:pt>
                <c:pt idx="34619">
                  <c:v>24.55</c:v>
                </c:pt>
                <c:pt idx="34620">
                  <c:v>24.55</c:v>
                </c:pt>
                <c:pt idx="34621">
                  <c:v>24.55</c:v>
                </c:pt>
                <c:pt idx="34622">
                  <c:v>24.6</c:v>
                </c:pt>
                <c:pt idx="34623">
                  <c:v>24.55</c:v>
                </c:pt>
                <c:pt idx="34624">
                  <c:v>24.5</c:v>
                </c:pt>
                <c:pt idx="34625">
                  <c:v>24.5</c:v>
                </c:pt>
                <c:pt idx="34626">
                  <c:v>24.45</c:v>
                </c:pt>
                <c:pt idx="34627">
                  <c:v>24.4</c:v>
                </c:pt>
                <c:pt idx="34628">
                  <c:v>24.35</c:v>
                </c:pt>
                <c:pt idx="34629">
                  <c:v>24.35</c:v>
                </c:pt>
                <c:pt idx="34630">
                  <c:v>24.3</c:v>
                </c:pt>
                <c:pt idx="34631">
                  <c:v>24.3</c:v>
                </c:pt>
                <c:pt idx="34632">
                  <c:v>24.3</c:v>
                </c:pt>
                <c:pt idx="34633">
                  <c:v>24.3</c:v>
                </c:pt>
                <c:pt idx="34634">
                  <c:v>24.3</c:v>
                </c:pt>
                <c:pt idx="34635">
                  <c:v>24.3</c:v>
                </c:pt>
                <c:pt idx="34636">
                  <c:v>24.3</c:v>
                </c:pt>
                <c:pt idx="34637">
                  <c:v>24.3</c:v>
                </c:pt>
                <c:pt idx="34638">
                  <c:v>24.3</c:v>
                </c:pt>
                <c:pt idx="34639">
                  <c:v>24.35</c:v>
                </c:pt>
                <c:pt idx="34640">
                  <c:v>24.35</c:v>
                </c:pt>
                <c:pt idx="34641">
                  <c:v>24.35</c:v>
                </c:pt>
                <c:pt idx="34642">
                  <c:v>24.35</c:v>
                </c:pt>
                <c:pt idx="34643">
                  <c:v>24.4</c:v>
                </c:pt>
                <c:pt idx="34644">
                  <c:v>24.4</c:v>
                </c:pt>
                <c:pt idx="34645">
                  <c:v>24.4</c:v>
                </c:pt>
                <c:pt idx="34646">
                  <c:v>24.45</c:v>
                </c:pt>
                <c:pt idx="34647">
                  <c:v>24.45</c:v>
                </c:pt>
                <c:pt idx="34648">
                  <c:v>24.5</c:v>
                </c:pt>
                <c:pt idx="34649">
                  <c:v>24.5</c:v>
                </c:pt>
                <c:pt idx="34650">
                  <c:v>24.5</c:v>
                </c:pt>
                <c:pt idx="34651">
                  <c:v>24.55</c:v>
                </c:pt>
                <c:pt idx="34652">
                  <c:v>24.55</c:v>
                </c:pt>
                <c:pt idx="34653">
                  <c:v>24.5</c:v>
                </c:pt>
                <c:pt idx="34654">
                  <c:v>24.5</c:v>
                </c:pt>
                <c:pt idx="34655">
                  <c:v>24.45</c:v>
                </c:pt>
                <c:pt idx="34656">
                  <c:v>24.4</c:v>
                </c:pt>
                <c:pt idx="34657">
                  <c:v>24.4</c:v>
                </c:pt>
                <c:pt idx="34658">
                  <c:v>24.35</c:v>
                </c:pt>
                <c:pt idx="34659">
                  <c:v>24.35</c:v>
                </c:pt>
                <c:pt idx="34660">
                  <c:v>24.35</c:v>
                </c:pt>
                <c:pt idx="34661">
                  <c:v>24.3</c:v>
                </c:pt>
                <c:pt idx="34662">
                  <c:v>24.3</c:v>
                </c:pt>
                <c:pt idx="34663">
                  <c:v>24.3</c:v>
                </c:pt>
                <c:pt idx="34664">
                  <c:v>24.3</c:v>
                </c:pt>
                <c:pt idx="34665">
                  <c:v>24.3</c:v>
                </c:pt>
                <c:pt idx="34666">
                  <c:v>24.3</c:v>
                </c:pt>
                <c:pt idx="34667">
                  <c:v>24.3</c:v>
                </c:pt>
                <c:pt idx="34668">
                  <c:v>24.3</c:v>
                </c:pt>
                <c:pt idx="34669">
                  <c:v>24.35</c:v>
                </c:pt>
                <c:pt idx="34670">
                  <c:v>24.35</c:v>
                </c:pt>
                <c:pt idx="34671">
                  <c:v>24.35</c:v>
                </c:pt>
                <c:pt idx="34672">
                  <c:v>24.4</c:v>
                </c:pt>
                <c:pt idx="34673">
                  <c:v>24.4</c:v>
                </c:pt>
                <c:pt idx="34674">
                  <c:v>24.4</c:v>
                </c:pt>
                <c:pt idx="34675">
                  <c:v>24.45</c:v>
                </c:pt>
                <c:pt idx="34676">
                  <c:v>24.45</c:v>
                </c:pt>
                <c:pt idx="34677">
                  <c:v>24.5</c:v>
                </c:pt>
                <c:pt idx="34678">
                  <c:v>24.5</c:v>
                </c:pt>
                <c:pt idx="34679">
                  <c:v>24.55</c:v>
                </c:pt>
                <c:pt idx="34680">
                  <c:v>24.55</c:v>
                </c:pt>
                <c:pt idx="34681">
                  <c:v>24.6</c:v>
                </c:pt>
                <c:pt idx="34682">
                  <c:v>24.6</c:v>
                </c:pt>
                <c:pt idx="34683">
                  <c:v>24.6</c:v>
                </c:pt>
                <c:pt idx="34684">
                  <c:v>24.55</c:v>
                </c:pt>
                <c:pt idx="34685">
                  <c:v>24.5</c:v>
                </c:pt>
                <c:pt idx="34686">
                  <c:v>24.45</c:v>
                </c:pt>
                <c:pt idx="34687">
                  <c:v>24.4</c:v>
                </c:pt>
                <c:pt idx="34688">
                  <c:v>24.4</c:v>
                </c:pt>
                <c:pt idx="34689">
                  <c:v>24.35</c:v>
                </c:pt>
                <c:pt idx="34690">
                  <c:v>24.35</c:v>
                </c:pt>
                <c:pt idx="34691">
                  <c:v>24.3</c:v>
                </c:pt>
                <c:pt idx="34692">
                  <c:v>24.3</c:v>
                </c:pt>
                <c:pt idx="34693">
                  <c:v>24.3</c:v>
                </c:pt>
                <c:pt idx="34694">
                  <c:v>24.3</c:v>
                </c:pt>
                <c:pt idx="34695">
                  <c:v>24.3</c:v>
                </c:pt>
                <c:pt idx="34696">
                  <c:v>24.35</c:v>
                </c:pt>
                <c:pt idx="34697">
                  <c:v>24.35</c:v>
                </c:pt>
                <c:pt idx="34698">
                  <c:v>24.35</c:v>
                </c:pt>
                <c:pt idx="34699">
                  <c:v>24.35</c:v>
                </c:pt>
                <c:pt idx="34700">
                  <c:v>24.35</c:v>
                </c:pt>
                <c:pt idx="34701">
                  <c:v>24.4</c:v>
                </c:pt>
                <c:pt idx="34702">
                  <c:v>24.4</c:v>
                </c:pt>
                <c:pt idx="34703">
                  <c:v>24.45</c:v>
                </c:pt>
                <c:pt idx="34704">
                  <c:v>24.45</c:v>
                </c:pt>
                <c:pt idx="34705">
                  <c:v>24.45</c:v>
                </c:pt>
                <c:pt idx="34706">
                  <c:v>24.5</c:v>
                </c:pt>
                <c:pt idx="34707">
                  <c:v>24.5</c:v>
                </c:pt>
                <c:pt idx="34708">
                  <c:v>24.5</c:v>
                </c:pt>
                <c:pt idx="34709">
                  <c:v>24.5</c:v>
                </c:pt>
                <c:pt idx="34710">
                  <c:v>24.55</c:v>
                </c:pt>
                <c:pt idx="34711">
                  <c:v>24.55</c:v>
                </c:pt>
                <c:pt idx="34712">
                  <c:v>24.55</c:v>
                </c:pt>
                <c:pt idx="34713">
                  <c:v>24.5</c:v>
                </c:pt>
                <c:pt idx="34714">
                  <c:v>24.5</c:v>
                </c:pt>
                <c:pt idx="34715">
                  <c:v>24.45</c:v>
                </c:pt>
                <c:pt idx="34716">
                  <c:v>24.4</c:v>
                </c:pt>
                <c:pt idx="34717">
                  <c:v>24.4</c:v>
                </c:pt>
                <c:pt idx="34718">
                  <c:v>24.35</c:v>
                </c:pt>
                <c:pt idx="34719">
                  <c:v>24.3</c:v>
                </c:pt>
                <c:pt idx="34720">
                  <c:v>24.3</c:v>
                </c:pt>
                <c:pt idx="34721">
                  <c:v>24.3</c:v>
                </c:pt>
                <c:pt idx="34722">
                  <c:v>24.3</c:v>
                </c:pt>
                <c:pt idx="34723">
                  <c:v>24.3</c:v>
                </c:pt>
                <c:pt idx="34724">
                  <c:v>24.3</c:v>
                </c:pt>
                <c:pt idx="34725">
                  <c:v>24.3</c:v>
                </c:pt>
                <c:pt idx="34726">
                  <c:v>24.3</c:v>
                </c:pt>
                <c:pt idx="34727">
                  <c:v>24.3</c:v>
                </c:pt>
                <c:pt idx="34728">
                  <c:v>24.35</c:v>
                </c:pt>
                <c:pt idx="34729">
                  <c:v>24.35</c:v>
                </c:pt>
                <c:pt idx="34730">
                  <c:v>24.35</c:v>
                </c:pt>
                <c:pt idx="34731">
                  <c:v>24.35</c:v>
                </c:pt>
                <c:pt idx="34732">
                  <c:v>24.4</c:v>
                </c:pt>
                <c:pt idx="34733">
                  <c:v>24.4</c:v>
                </c:pt>
                <c:pt idx="34734">
                  <c:v>24.45</c:v>
                </c:pt>
                <c:pt idx="34735">
                  <c:v>24.45</c:v>
                </c:pt>
                <c:pt idx="34736">
                  <c:v>24.45</c:v>
                </c:pt>
                <c:pt idx="34737">
                  <c:v>24.5</c:v>
                </c:pt>
                <c:pt idx="34738">
                  <c:v>24.5</c:v>
                </c:pt>
                <c:pt idx="34739">
                  <c:v>24.5</c:v>
                </c:pt>
                <c:pt idx="34740">
                  <c:v>24.55</c:v>
                </c:pt>
                <c:pt idx="34741">
                  <c:v>24.55</c:v>
                </c:pt>
                <c:pt idx="34742">
                  <c:v>24.55</c:v>
                </c:pt>
                <c:pt idx="34743">
                  <c:v>24.55</c:v>
                </c:pt>
                <c:pt idx="34744">
                  <c:v>24.5</c:v>
                </c:pt>
                <c:pt idx="34745">
                  <c:v>24.5</c:v>
                </c:pt>
                <c:pt idx="34746">
                  <c:v>24.45</c:v>
                </c:pt>
                <c:pt idx="34747">
                  <c:v>24.4</c:v>
                </c:pt>
                <c:pt idx="34748">
                  <c:v>24.35</c:v>
                </c:pt>
                <c:pt idx="34749">
                  <c:v>24.3</c:v>
                </c:pt>
                <c:pt idx="34750">
                  <c:v>24.3</c:v>
                </c:pt>
                <c:pt idx="34751">
                  <c:v>24.3</c:v>
                </c:pt>
                <c:pt idx="34752">
                  <c:v>24.3</c:v>
                </c:pt>
                <c:pt idx="34753">
                  <c:v>24.3</c:v>
                </c:pt>
                <c:pt idx="34754">
                  <c:v>24.3</c:v>
                </c:pt>
                <c:pt idx="34755">
                  <c:v>24.3</c:v>
                </c:pt>
                <c:pt idx="34756">
                  <c:v>24.3</c:v>
                </c:pt>
                <c:pt idx="34757">
                  <c:v>24.3</c:v>
                </c:pt>
                <c:pt idx="34758">
                  <c:v>24.35</c:v>
                </c:pt>
                <c:pt idx="34759">
                  <c:v>24.35</c:v>
                </c:pt>
                <c:pt idx="34760">
                  <c:v>24.35</c:v>
                </c:pt>
                <c:pt idx="34761">
                  <c:v>24.35</c:v>
                </c:pt>
                <c:pt idx="34762">
                  <c:v>24.4</c:v>
                </c:pt>
                <c:pt idx="34763">
                  <c:v>24.4</c:v>
                </c:pt>
                <c:pt idx="34764">
                  <c:v>24.4</c:v>
                </c:pt>
                <c:pt idx="34765">
                  <c:v>24.45</c:v>
                </c:pt>
                <c:pt idx="34766">
                  <c:v>24.45</c:v>
                </c:pt>
                <c:pt idx="34767">
                  <c:v>24.45</c:v>
                </c:pt>
                <c:pt idx="34768">
                  <c:v>24.45</c:v>
                </c:pt>
                <c:pt idx="34769">
                  <c:v>24.5</c:v>
                </c:pt>
                <c:pt idx="34770">
                  <c:v>24.55</c:v>
                </c:pt>
                <c:pt idx="34771">
                  <c:v>24.55</c:v>
                </c:pt>
                <c:pt idx="34772">
                  <c:v>24.55</c:v>
                </c:pt>
                <c:pt idx="34773">
                  <c:v>24.5</c:v>
                </c:pt>
                <c:pt idx="34774">
                  <c:v>24.45</c:v>
                </c:pt>
                <c:pt idx="34775">
                  <c:v>24.45</c:v>
                </c:pt>
                <c:pt idx="34776">
                  <c:v>24.4</c:v>
                </c:pt>
                <c:pt idx="34777">
                  <c:v>24.35</c:v>
                </c:pt>
                <c:pt idx="34778">
                  <c:v>24.3</c:v>
                </c:pt>
                <c:pt idx="34779">
                  <c:v>24.3</c:v>
                </c:pt>
                <c:pt idx="34780">
                  <c:v>24.3</c:v>
                </c:pt>
                <c:pt idx="34781">
                  <c:v>24.25</c:v>
                </c:pt>
                <c:pt idx="34782">
                  <c:v>24.25</c:v>
                </c:pt>
                <c:pt idx="34783">
                  <c:v>24.3</c:v>
                </c:pt>
                <c:pt idx="34784">
                  <c:v>24.3</c:v>
                </c:pt>
                <c:pt idx="34785">
                  <c:v>24.3</c:v>
                </c:pt>
                <c:pt idx="34786">
                  <c:v>24.3</c:v>
                </c:pt>
                <c:pt idx="34787">
                  <c:v>24.3</c:v>
                </c:pt>
                <c:pt idx="34788">
                  <c:v>24.3</c:v>
                </c:pt>
                <c:pt idx="34789">
                  <c:v>24.35</c:v>
                </c:pt>
                <c:pt idx="34790">
                  <c:v>24.35</c:v>
                </c:pt>
                <c:pt idx="34791">
                  <c:v>24.35</c:v>
                </c:pt>
                <c:pt idx="34792">
                  <c:v>24.4</c:v>
                </c:pt>
                <c:pt idx="34793">
                  <c:v>24.4</c:v>
                </c:pt>
                <c:pt idx="34794">
                  <c:v>24.4</c:v>
                </c:pt>
                <c:pt idx="34795">
                  <c:v>24.45</c:v>
                </c:pt>
                <c:pt idx="34796">
                  <c:v>24.45</c:v>
                </c:pt>
                <c:pt idx="34797">
                  <c:v>24.45</c:v>
                </c:pt>
                <c:pt idx="34798">
                  <c:v>24.45</c:v>
                </c:pt>
                <c:pt idx="34799">
                  <c:v>24.5</c:v>
                </c:pt>
                <c:pt idx="34800">
                  <c:v>24.5</c:v>
                </c:pt>
                <c:pt idx="34801">
                  <c:v>24.55</c:v>
                </c:pt>
                <c:pt idx="34802">
                  <c:v>24.55</c:v>
                </c:pt>
                <c:pt idx="34803">
                  <c:v>24.55</c:v>
                </c:pt>
                <c:pt idx="34804">
                  <c:v>24.5</c:v>
                </c:pt>
                <c:pt idx="34805">
                  <c:v>24.45</c:v>
                </c:pt>
                <c:pt idx="34806">
                  <c:v>24.45</c:v>
                </c:pt>
                <c:pt idx="34807">
                  <c:v>24.4</c:v>
                </c:pt>
                <c:pt idx="34808">
                  <c:v>24.35</c:v>
                </c:pt>
                <c:pt idx="34809">
                  <c:v>24.35</c:v>
                </c:pt>
                <c:pt idx="34810">
                  <c:v>24.3</c:v>
                </c:pt>
                <c:pt idx="34811">
                  <c:v>24.3</c:v>
                </c:pt>
                <c:pt idx="34812">
                  <c:v>24.3</c:v>
                </c:pt>
                <c:pt idx="34813">
                  <c:v>24.3</c:v>
                </c:pt>
                <c:pt idx="34814">
                  <c:v>24.3</c:v>
                </c:pt>
                <c:pt idx="34815">
                  <c:v>24.3</c:v>
                </c:pt>
                <c:pt idx="34816">
                  <c:v>24.3</c:v>
                </c:pt>
                <c:pt idx="34817">
                  <c:v>24.3</c:v>
                </c:pt>
                <c:pt idx="34818">
                  <c:v>24.35</c:v>
                </c:pt>
                <c:pt idx="34819">
                  <c:v>24.35</c:v>
                </c:pt>
                <c:pt idx="34820">
                  <c:v>24.35</c:v>
                </c:pt>
                <c:pt idx="34821">
                  <c:v>24.35</c:v>
                </c:pt>
                <c:pt idx="34822">
                  <c:v>24.4</c:v>
                </c:pt>
                <c:pt idx="34823">
                  <c:v>24.4</c:v>
                </c:pt>
                <c:pt idx="34824">
                  <c:v>24.4</c:v>
                </c:pt>
                <c:pt idx="34825">
                  <c:v>24.45</c:v>
                </c:pt>
                <c:pt idx="34826">
                  <c:v>24.45</c:v>
                </c:pt>
                <c:pt idx="34827">
                  <c:v>24.45</c:v>
                </c:pt>
                <c:pt idx="34828">
                  <c:v>24.5</c:v>
                </c:pt>
                <c:pt idx="34829">
                  <c:v>24.5</c:v>
                </c:pt>
                <c:pt idx="34830">
                  <c:v>24.55</c:v>
                </c:pt>
                <c:pt idx="34831">
                  <c:v>24.55</c:v>
                </c:pt>
                <c:pt idx="34832">
                  <c:v>24.55</c:v>
                </c:pt>
                <c:pt idx="34833">
                  <c:v>24.55</c:v>
                </c:pt>
                <c:pt idx="34834">
                  <c:v>24.5</c:v>
                </c:pt>
                <c:pt idx="34835">
                  <c:v>24.45</c:v>
                </c:pt>
                <c:pt idx="34836">
                  <c:v>24.4</c:v>
                </c:pt>
                <c:pt idx="34837">
                  <c:v>24.4</c:v>
                </c:pt>
                <c:pt idx="34838">
                  <c:v>24.4</c:v>
                </c:pt>
                <c:pt idx="34839">
                  <c:v>24.35</c:v>
                </c:pt>
                <c:pt idx="34840">
                  <c:v>24.35</c:v>
                </c:pt>
                <c:pt idx="34841">
                  <c:v>24.3</c:v>
                </c:pt>
                <c:pt idx="34842">
                  <c:v>24.3</c:v>
                </c:pt>
                <c:pt idx="34843">
                  <c:v>24.3</c:v>
                </c:pt>
                <c:pt idx="34844">
                  <c:v>24.3</c:v>
                </c:pt>
                <c:pt idx="34845">
                  <c:v>24.35</c:v>
                </c:pt>
                <c:pt idx="34846">
                  <c:v>24.35</c:v>
                </c:pt>
                <c:pt idx="34847">
                  <c:v>24.35</c:v>
                </c:pt>
                <c:pt idx="34848">
                  <c:v>24.35</c:v>
                </c:pt>
                <c:pt idx="34849">
                  <c:v>24.35</c:v>
                </c:pt>
                <c:pt idx="34850">
                  <c:v>24.35</c:v>
                </c:pt>
                <c:pt idx="34851">
                  <c:v>24.4</c:v>
                </c:pt>
                <c:pt idx="34852">
                  <c:v>24.4</c:v>
                </c:pt>
                <c:pt idx="34853">
                  <c:v>24.4</c:v>
                </c:pt>
                <c:pt idx="34854">
                  <c:v>24.4</c:v>
                </c:pt>
                <c:pt idx="34855">
                  <c:v>24.4</c:v>
                </c:pt>
                <c:pt idx="34856">
                  <c:v>24.45</c:v>
                </c:pt>
                <c:pt idx="34857">
                  <c:v>24.45</c:v>
                </c:pt>
                <c:pt idx="34858">
                  <c:v>24.45</c:v>
                </c:pt>
                <c:pt idx="34859">
                  <c:v>24.5</c:v>
                </c:pt>
                <c:pt idx="34860">
                  <c:v>24.5</c:v>
                </c:pt>
                <c:pt idx="34861">
                  <c:v>24.5</c:v>
                </c:pt>
                <c:pt idx="34862">
                  <c:v>24.55</c:v>
                </c:pt>
                <c:pt idx="34863">
                  <c:v>24.5</c:v>
                </c:pt>
                <c:pt idx="34864">
                  <c:v>24.5</c:v>
                </c:pt>
                <c:pt idx="34865">
                  <c:v>24.45</c:v>
                </c:pt>
                <c:pt idx="34866">
                  <c:v>24.4</c:v>
                </c:pt>
                <c:pt idx="34867">
                  <c:v>24.35</c:v>
                </c:pt>
                <c:pt idx="34868">
                  <c:v>24.35</c:v>
                </c:pt>
                <c:pt idx="34869">
                  <c:v>24.3</c:v>
                </c:pt>
                <c:pt idx="34870">
                  <c:v>24.25</c:v>
                </c:pt>
                <c:pt idx="34871">
                  <c:v>24.25</c:v>
                </c:pt>
                <c:pt idx="34872">
                  <c:v>24.25</c:v>
                </c:pt>
                <c:pt idx="34873">
                  <c:v>24.25</c:v>
                </c:pt>
                <c:pt idx="34874">
                  <c:v>24.25</c:v>
                </c:pt>
                <c:pt idx="34875">
                  <c:v>24.3</c:v>
                </c:pt>
                <c:pt idx="34876">
                  <c:v>24.3</c:v>
                </c:pt>
                <c:pt idx="34877">
                  <c:v>24.3</c:v>
                </c:pt>
                <c:pt idx="34878">
                  <c:v>24.3</c:v>
                </c:pt>
                <c:pt idx="34879">
                  <c:v>24.35</c:v>
                </c:pt>
                <c:pt idx="34880">
                  <c:v>24.35</c:v>
                </c:pt>
                <c:pt idx="34881">
                  <c:v>24.4</c:v>
                </c:pt>
                <c:pt idx="34882">
                  <c:v>24.4</c:v>
                </c:pt>
                <c:pt idx="34883">
                  <c:v>24.4</c:v>
                </c:pt>
                <c:pt idx="34884">
                  <c:v>24.45</c:v>
                </c:pt>
                <c:pt idx="34885">
                  <c:v>24.45</c:v>
                </c:pt>
                <c:pt idx="34886">
                  <c:v>24.5</c:v>
                </c:pt>
                <c:pt idx="34887">
                  <c:v>24.5</c:v>
                </c:pt>
                <c:pt idx="34888">
                  <c:v>24.5</c:v>
                </c:pt>
                <c:pt idx="34889">
                  <c:v>24.55</c:v>
                </c:pt>
                <c:pt idx="34890">
                  <c:v>24.55</c:v>
                </c:pt>
                <c:pt idx="34891">
                  <c:v>24.55</c:v>
                </c:pt>
                <c:pt idx="34892">
                  <c:v>24.55</c:v>
                </c:pt>
                <c:pt idx="34893">
                  <c:v>24.55</c:v>
                </c:pt>
                <c:pt idx="34894">
                  <c:v>24.5</c:v>
                </c:pt>
                <c:pt idx="34895">
                  <c:v>24.45</c:v>
                </c:pt>
                <c:pt idx="34896">
                  <c:v>24.4</c:v>
                </c:pt>
                <c:pt idx="34897">
                  <c:v>24.4</c:v>
                </c:pt>
                <c:pt idx="34898">
                  <c:v>24.35</c:v>
                </c:pt>
                <c:pt idx="34899">
                  <c:v>24.35</c:v>
                </c:pt>
                <c:pt idx="34900">
                  <c:v>24.3</c:v>
                </c:pt>
                <c:pt idx="34901">
                  <c:v>24.3</c:v>
                </c:pt>
                <c:pt idx="34902">
                  <c:v>24.25</c:v>
                </c:pt>
                <c:pt idx="34903">
                  <c:v>24.25</c:v>
                </c:pt>
                <c:pt idx="34904">
                  <c:v>24.3</c:v>
                </c:pt>
                <c:pt idx="34905">
                  <c:v>24.3</c:v>
                </c:pt>
                <c:pt idx="34906">
                  <c:v>24.3</c:v>
                </c:pt>
                <c:pt idx="34907">
                  <c:v>24.3</c:v>
                </c:pt>
                <c:pt idx="34908">
                  <c:v>24.3</c:v>
                </c:pt>
                <c:pt idx="34909">
                  <c:v>24.3</c:v>
                </c:pt>
                <c:pt idx="34910">
                  <c:v>24.35</c:v>
                </c:pt>
                <c:pt idx="34911">
                  <c:v>24.35</c:v>
                </c:pt>
                <c:pt idx="34912">
                  <c:v>24.4</c:v>
                </c:pt>
                <c:pt idx="34913">
                  <c:v>24.4</c:v>
                </c:pt>
                <c:pt idx="34914">
                  <c:v>24.4</c:v>
                </c:pt>
                <c:pt idx="34915">
                  <c:v>24.4</c:v>
                </c:pt>
                <c:pt idx="34916">
                  <c:v>24.45</c:v>
                </c:pt>
                <c:pt idx="34917">
                  <c:v>24.45</c:v>
                </c:pt>
                <c:pt idx="34918">
                  <c:v>24.5</c:v>
                </c:pt>
                <c:pt idx="34919">
                  <c:v>24.5</c:v>
                </c:pt>
                <c:pt idx="34920">
                  <c:v>24.55</c:v>
                </c:pt>
                <c:pt idx="34921">
                  <c:v>24.55</c:v>
                </c:pt>
                <c:pt idx="34922">
                  <c:v>24.55</c:v>
                </c:pt>
                <c:pt idx="34923">
                  <c:v>24.55</c:v>
                </c:pt>
                <c:pt idx="34924">
                  <c:v>24.5</c:v>
                </c:pt>
                <c:pt idx="34925">
                  <c:v>24.45</c:v>
                </c:pt>
                <c:pt idx="34926">
                  <c:v>24.4</c:v>
                </c:pt>
                <c:pt idx="34927">
                  <c:v>24.4</c:v>
                </c:pt>
                <c:pt idx="34928">
                  <c:v>24.4</c:v>
                </c:pt>
                <c:pt idx="34929">
                  <c:v>24.35</c:v>
                </c:pt>
                <c:pt idx="34930">
                  <c:v>24.35</c:v>
                </c:pt>
                <c:pt idx="34931">
                  <c:v>24.3</c:v>
                </c:pt>
                <c:pt idx="34932">
                  <c:v>24.3</c:v>
                </c:pt>
                <c:pt idx="34933">
                  <c:v>24.3</c:v>
                </c:pt>
                <c:pt idx="34934">
                  <c:v>24.3</c:v>
                </c:pt>
                <c:pt idx="34935">
                  <c:v>24.3</c:v>
                </c:pt>
                <c:pt idx="34936">
                  <c:v>24.3</c:v>
                </c:pt>
                <c:pt idx="34937">
                  <c:v>24.3</c:v>
                </c:pt>
                <c:pt idx="34938">
                  <c:v>24.3</c:v>
                </c:pt>
                <c:pt idx="34939">
                  <c:v>24.35</c:v>
                </c:pt>
                <c:pt idx="34940">
                  <c:v>24.35</c:v>
                </c:pt>
                <c:pt idx="34941">
                  <c:v>24.35</c:v>
                </c:pt>
                <c:pt idx="34942">
                  <c:v>24.35</c:v>
                </c:pt>
                <c:pt idx="34943">
                  <c:v>24.4</c:v>
                </c:pt>
                <c:pt idx="34944">
                  <c:v>24.4</c:v>
                </c:pt>
                <c:pt idx="34945">
                  <c:v>24.4</c:v>
                </c:pt>
                <c:pt idx="34946">
                  <c:v>24.45</c:v>
                </c:pt>
                <c:pt idx="34947">
                  <c:v>24.45</c:v>
                </c:pt>
                <c:pt idx="34948">
                  <c:v>24.5</c:v>
                </c:pt>
                <c:pt idx="34949">
                  <c:v>24.5</c:v>
                </c:pt>
                <c:pt idx="34950">
                  <c:v>24.55</c:v>
                </c:pt>
                <c:pt idx="34951">
                  <c:v>24.55</c:v>
                </c:pt>
                <c:pt idx="34952">
                  <c:v>24.55</c:v>
                </c:pt>
                <c:pt idx="34953">
                  <c:v>24.55</c:v>
                </c:pt>
                <c:pt idx="34954">
                  <c:v>24.5</c:v>
                </c:pt>
                <c:pt idx="34955">
                  <c:v>24.45</c:v>
                </c:pt>
                <c:pt idx="34956">
                  <c:v>24.45</c:v>
                </c:pt>
                <c:pt idx="34957">
                  <c:v>24.4</c:v>
                </c:pt>
                <c:pt idx="34958">
                  <c:v>24.35</c:v>
                </c:pt>
                <c:pt idx="34959">
                  <c:v>24.35</c:v>
                </c:pt>
                <c:pt idx="34960">
                  <c:v>24.3</c:v>
                </c:pt>
                <c:pt idx="34961">
                  <c:v>24.3</c:v>
                </c:pt>
                <c:pt idx="34962">
                  <c:v>24.3</c:v>
                </c:pt>
                <c:pt idx="34963">
                  <c:v>24.3</c:v>
                </c:pt>
                <c:pt idx="34964">
                  <c:v>24.3</c:v>
                </c:pt>
                <c:pt idx="34965">
                  <c:v>24.3</c:v>
                </c:pt>
                <c:pt idx="34966">
                  <c:v>24.3</c:v>
                </c:pt>
                <c:pt idx="34967">
                  <c:v>24.35</c:v>
                </c:pt>
                <c:pt idx="34968">
                  <c:v>24.35</c:v>
                </c:pt>
                <c:pt idx="34969">
                  <c:v>24.35</c:v>
                </c:pt>
                <c:pt idx="34970">
                  <c:v>24.35</c:v>
                </c:pt>
                <c:pt idx="34971">
                  <c:v>24.35</c:v>
                </c:pt>
                <c:pt idx="34972">
                  <c:v>24.4</c:v>
                </c:pt>
                <c:pt idx="34973">
                  <c:v>24.4</c:v>
                </c:pt>
                <c:pt idx="34974">
                  <c:v>24.4</c:v>
                </c:pt>
                <c:pt idx="34975">
                  <c:v>24.45</c:v>
                </c:pt>
                <c:pt idx="34976">
                  <c:v>24.45</c:v>
                </c:pt>
                <c:pt idx="34977">
                  <c:v>24.45</c:v>
                </c:pt>
                <c:pt idx="34978">
                  <c:v>24.5</c:v>
                </c:pt>
                <c:pt idx="34979">
                  <c:v>24.5</c:v>
                </c:pt>
                <c:pt idx="34980">
                  <c:v>24.5</c:v>
                </c:pt>
                <c:pt idx="34981">
                  <c:v>24.55</c:v>
                </c:pt>
                <c:pt idx="34982">
                  <c:v>24.55</c:v>
                </c:pt>
                <c:pt idx="34983">
                  <c:v>24.55</c:v>
                </c:pt>
                <c:pt idx="34984">
                  <c:v>24.5</c:v>
                </c:pt>
                <c:pt idx="34985">
                  <c:v>24.45</c:v>
                </c:pt>
                <c:pt idx="34986">
                  <c:v>24.45</c:v>
                </c:pt>
                <c:pt idx="34987">
                  <c:v>24.4</c:v>
                </c:pt>
                <c:pt idx="34988">
                  <c:v>24.35</c:v>
                </c:pt>
                <c:pt idx="34989">
                  <c:v>24.35</c:v>
                </c:pt>
                <c:pt idx="34990">
                  <c:v>24.3</c:v>
                </c:pt>
                <c:pt idx="34991">
                  <c:v>24.3</c:v>
                </c:pt>
                <c:pt idx="34992">
                  <c:v>24.3</c:v>
                </c:pt>
                <c:pt idx="34993">
                  <c:v>24.3</c:v>
                </c:pt>
                <c:pt idx="34994">
                  <c:v>24.3</c:v>
                </c:pt>
                <c:pt idx="34995">
                  <c:v>24.3</c:v>
                </c:pt>
                <c:pt idx="34996">
                  <c:v>24.3</c:v>
                </c:pt>
                <c:pt idx="34997">
                  <c:v>24.3</c:v>
                </c:pt>
                <c:pt idx="34998">
                  <c:v>24.35</c:v>
                </c:pt>
                <c:pt idx="34999">
                  <c:v>24.35</c:v>
                </c:pt>
                <c:pt idx="35000">
                  <c:v>24.35</c:v>
                </c:pt>
                <c:pt idx="35001">
                  <c:v>24.35</c:v>
                </c:pt>
                <c:pt idx="35002">
                  <c:v>24.4</c:v>
                </c:pt>
                <c:pt idx="35003">
                  <c:v>24.4</c:v>
                </c:pt>
                <c:pt idx="35004">
                  <c:v>24.4</c:v>
                </c:pt>
                <c:pt idx="35005">
                  <c:v>24.45</c:v>
                </c:pt>
                <c:pt idx="35006">
                  <c:v>24.45</c:v>
                </c:pt>
                <c:pt idx="35007">
                  <c:v>24.5</c:v>
                </c:pt>
                <c:pt idx="35008">
                  <c:v>24.5</c:v>
                </c:pt>
                <c:pt idx="35009">
                  <c:v>24.5</c:v>
                </c:pt>
                <c:pt idx="35010">
                  <c:v>24.55</c:v>
                </c:pt>
                <c:pt idx="35011">
                  <c:v>24.55</c:v>
                </c:pt>
                <c:pt idx="35012">
                  <c:v>24.55</c:v>
                </c:pt>
                <c:pt idx="35013">
                  <c:v>24.55</c:v>
                </c:pt>
                <c:pt idx="35014">
                  <c:v>24.5</c:v>
                </c:pt>
                <c:pt idx="35015">
                  <c:v>24.5</c:v>
                </c:pt>
                <c:pt idx="35016">
                  <c:v>24.4</c:v>
                </c:pt>
                <c:pt idx="35017">
                  <c:v>24.4</c:v>
                </c:pt>
                <c:pt idx="35018">
                  <c:v>24.35</c:v>
                </c:pt>
                <c:pt idx="35019">
                  <c:v>24.35</c:v>
                </c:pt>
                <c:pt idx="35020">
                  <c:v>24.3</c:v>
                </c:pt>
                <c:pt idx="35021">
                  <c:v>24.3</c:v>
                </c:pt>
                <c:pt idx="35022">
                  <c:v>24.3</c:v>
                </c:pt>
                <c:pt idx="35023">
                  <c:v>24.3</c:v>
                </c:pt>
                <c:pt idx="35024">
                  <c:v>24.3</c:v>
                </c:pt>
                <c:pt idx="35025">
                  <c:v>24.3</c:v>
                </c:pt>
                <c:pt idx="35026">
                  <c:v>24.3</c:v>
                </c:pt>
                <c:pt idx="35027">
                  <c:v>24.3</c:v>
                </c:pt>
                <c:pt idx="35028">
                  <c:v>24.3</c:v>
                </c:pt>
                <c:pt idx="35029">
                  <c:v>24.3</c:v>
                </c:pt>
                <c:pt idx="35030">
                  <c:v>24.35</c:v>
                </c:pt>
                <c:pt idx="35031">
                  <c:v>24.35</c:v>
                </c:pt>
                <c:pt idx="35032">
                  <c:v>24.35</c:v>
                </c:pt>
                <c:pt idx="35033">
                  <c:v>24.4</c:v>
                </c:pt>
                <c:pt idx="35034">
                  <c:v>24.4</c:v>
                </c:pt>
                <c:pt idx="35035">
                  <c:v>24.4</c:v>
                </c:pt>
                <c:pt idx="35036">
                  <c:v>24.45</c:v>
                </c:pt>
                <c:pt idx="35037">
                  <c:v>24.45</c:v>
                </c:pt>
                <c:pt idx="35038">
                  <c:v>24.5</c:v>
                </c:pt>
                <c:pt idx="35039">
                  <c:v>24.5</c:v>
                </c:pt>
                <c:pt idx="35040">
                  <c:v>24.5</c:v>
                </c:pt>
                <c:pt idx="35041">
                  <c:v>24.55</c:v>
                </c:pt>
                <c:pt idx="35042">
                  <c:v>24.55</c:v>
                </c:pt>
                <c:pt idx="35043">
                  <c:v>24.5</c:v>
                </c:pt>
                <c:pt idx="35044">
                  <c:v>24.5</c:v>
                </c:pt>
                <c:pt idx="35045">
                  <c:v>24.45</c:v>
                </c:pt>
                <c:pt idx="35046">
                  <c:v>24.4</c:v>
                </c:pt>
                <c:pt idx="35047">
                  <c:v>24.35</c:v>
                </c:pt>
                <c:pt idx="35048">
                  <c:v>24.35</c:v>
                </c:pt>
                <c:pt idx="35049">
                  <c:v>24.3</c:v>
                </c:pt>
                <c:pt idx="35050">
                  <c:v>24.3</c:v>
                </c:pt>
                <c:pt idx="35051">
                  <c:v>24.3</c:v>
                </c:pt>
                <c:pt idx="35052">
                  <c:v>24.3</c:v>
                </c:pt>
                <c:pt idx="35053">
                  <c:v>24.3</c:v>
                </c:pt>
                <c:pt idx="35054">
                  <c:v>24.3</c:v>
                </c:pt>
                <c:pt idx="35055">
                  <c:v>24.3</c:v>
                </c:pt>
                <c:pt idx="35056">
                  <c:v>24.3</c:v>
                </c:pt>
                <c:pt idx="35057">
                  <c:v>24.3</c:v>
                </c:pt>
                <c:pt idx="35058">
                  <c:v>24.35</c:v>
                </c:pt>
                <c:pt idx="35059">
                  <c:v>24.35</c:v>
                </c:pt>
                <c:pt idx="35060">
                  <c:v>24.35</c:v>
                </c:pt>
                <c:pt idx="35061">
                  <c:v>24.35</c:v>
                </c:pt>
                <c:pt idx="35062">
                  <c:v>24.4</c:v>
                </c:pt>
                <c:pt idx="35063">
                  <c:v>24.4</c:v>
                </c:pt>
                <c:pt idx="35064">
                  <c:v>24.4</c:v>
                </c:pt>
                <c:pt idx="35065">
                  <c:v>24.45</c:v>
                </c:pt>
                <c:pt idx="35066">
                  <c:v>24.45</c:v>
                </c:pt>
                <c:pt idx="35067">
                  <c:v>24.45</c:v>
                </c:pt>
                <c:pt idx="35068">
                  <c:v>24.5</c:v>
                </c:pt>
                <c:pt idx="35069">
                  <c:v>24.55</c:v>
                </c:pt>
                <c:pt idx="35070">
                  <c:v>24.55</c:v>
                </c:pt>
                <c:pt idx="35071">
                  <c:v>24.55</c:v>
                </c:pt>
                <c:pt idx="35072">
                  <c:v>24.55</c:v>
                </c:pt>
                <c:pt idx="35073">
                  <c:v>24.55</c:v>
                </c:pt>
                <c:pt idx="35074">
                  <c:v>24.5</c:v>
                </c:pt>
                <c:pt idx="35075">
                  <c:v>24.5</c:v>
                </c:pt>
                <c:pt idx="35076">
                  <c:v>24.4</c:v>
                </c:pt>
                <c:pt idx="35077">
                  <c:v>24.4</c:v>
                </c:pt>
                <c:pt idx="35078">
                  <c:v>24.35</c:v>
                </c:pt>
                <c:pt idx="35079">
                  <c:v>24.35</c:v>
                </c:pt>
                <c:pt idx="35080">
                  <c:v>24.35</c:v>
                </c:pt>
                <c:pt idx="35081">
                  <c:v>24.35</c:v>
                </c:pt>
                <c:pt idx="35082">
                  <c:v>24.3</c:v>
                </c:pt>
                <c:pt idx="35083">
                  <c:v>24.3</c:v>
                </c:pt>
                <c:pt idx="35084">
                  <c:v>24.3</c:v>
                </c:pt>
                <c:pt idx="35085">
                  <c:v>24.3</c:v>
                </c:pt>
                <c:pt idx="35086">
                  <c:v>24.35</c:v>
                </c:pt>
                <c:pt idx="35087">
                  <c:v>24.35</c:v>
                </c:pt>
                <c:pt idx="35088">
                  <c:v>24.35</c:v>
                </c:pt>
                <c:pt idx="35089">
                  <c:v>24.35</c:v>
                </c:pt>
                <c:pt idx="35090">
                  <c:v>24.4</c:v>
                </c:pt>
                <c:pt idx="35091">
                  <c:v>24.4</c:v>
                </c:pt>
                <c:pt idx="35092">
                  <c:v>24.4</c:v>
                </c:pt>
                <c:pt idx="35093">
                  <c:v>24.45</c:v>
                </c:pt>
                <c:pt idx="35094">
                  <c:v>24.45</c:v>
                </c:pt>
                <c:pt idx="35095">
                  <c:v>24.45</c:v>
                </c:pt>
                <c:pt idx="35096">
                  <c:v>24.5</c:v>
                </c:pt>
                <c:pt idx="35097">
                  <c:v>24.5</c:v>
                </c:pt>
                <c:pt idx="35098">
                  <c:v>24.55</c:v>
                </c:pt>
                <c:pt idx="35099">
                  <c:v>24.55</c:v>
                </c:pt>
                <c:pt idx="35100">
                  <c:v>24.55</c:v>
                </c:pt>
                <c:pt idx="35101">
                  <c:v>24.6</c:v>
                </c:pt>
                <c:pt idx="35102">
                  <c:v>24.6</c:v>
                </c:pt>
                <c:pt idx="35103">
                  <c:v>24.55</c:v>
                </c:pt>
                <c:pt idx="35104">
                  <c:v>24.55</c:v>
                </c:pt>
                <c:pt idx="35105">
                  <c:v>24.5</c:v>
                </c:pt>
                <c:pt idx="35106">
                  <c:v>24.45</c:v>
                </c:pt>
                <c:pt idx="35107">
                  <c:v>24.4</c:v>
                </c:pt>
                <c:pt idx="35108">
                  <c:v>24.35</c:v>
                </c:pt>
                <c:pt idx="35109">
                  <c:v>24.35</c:v>
                </c:pt>
                <c:pt idx="35110">
                  <c:v>24.3</c:v>
                </c:pt>
                <c:pt idx="35111">
                  <c:v>24.3</c:v>
                </c:pt>
                <c:pt idx="35112">
                  <c:v>24.3</c:v>
                </c:pt>
                <c:pt idx="35113">
                  <c:v>24.3</c:v>
                </c:pt>
                <c:pt idx="35114">
                  <c:v>24.3</c:v>
                </c:pt>
                <c:pt idx="35115">
                  <c:v>24.3</c:v>
                </c:pt>
                <c:pt idx="35116">
                  <c:v>24.3</c:v>
                </c:pt>
                <c:pt idx="35117">
                  <c:v>24.3</c:v>
                </c:pt>
                <c:pt idx="35118">
                  <c:v>24.3</c:v>
                </c:pt>
                <c:pt idx="35119">
                  <c:v>24.3</c:v>
                </c:pt>
                <c:pt idx="35120">
                  <c:v>24.35</c:v>
                </c:pt>
                <c:pt idx="35121">
                  <c:v>24.35</c:v>
                </c:pt>
                <c:pt idx="35122">
                  <c:v>24.4</c:v>
                </c:pt>
                <c:pt idx="35123">
                  <c:v>24.4</c:v>
                </c:pt>
                <c:pt idx="35124">
                  <c:v>24.45</c:v>
                </c:pt>
                <c:pt idx="35125">
                  <c:v>24.45</c:v>
                </c:pt>
                <c:pt idx="35126">
                  <c:v>24.5</c:v>
                </c:pt>
                <c:pt idx="35127">
                  <c:v>24.5</c:v>
                </c:pt>
                <c:pt idx="35128">
                  <c:v>24.5</c:v>
                </c:pt>
                <c:pt idx="35129">
                  <c:v>24.55</c:v>
                </c:pt>
                <c:pt idx="35130">
                  <c:v>24.55</c:v>
                </c:pt>
                <c:pt idx="35131">
                  <c:v>24.55</c:v>
                </c:pt>
                <c:pt idx="35132">
                  <c:v>24.55</c:v>
                </c:pt>
                <c:pt idx="35133">
                  <c:v>24.55</c:v>
                </c:pt>
                <c:pt idx="35134">
                  <c:v>24.55</c:v>
                </c:pt>
                <c:pt idx="35135">
                  <c:v>24.45</c:v>
                </c:pt>
                <c:pt idx="35136">
                  <c:v>24.4</c:v>
                </c:pt>
                <c:pt idx="35137">
                  <c:v>24.35</c:v>
                </c:pt>
                <c:pt idx="35138">
                  <c:v>24.35</c:v>
                </c:pt>
                <c:pt idx="35139">
                  <c:v>24.35</c:v>
                </c:pt>
                <c:pt idx="35140">
                  <c:v>24.3</c:v>
                </c:pt>
                <c:pt idx="35141">
                  <c:v>24.3</c:v>
                </c:pt>
                <c:pt idx="35142">
                  <c:v>24.3</c:v>
                </c:pt>
                <c:pt idx="35143">
                  <c:v>24.3</c:v>
                </c:pt>
                <c:pt idx="35144">
                  <c:v>24.3</c:v>
                </c:pt>
                <c:pt idx="35145">
                  <c:v>24.3</c:v>
                </c:pt>
                <c:pt idx="35146">
                  <c:v>24.3</c:v>
                </c:pt>
                <c:pt idx="35147">
                  <c:v>24.3</c:v>
                </c:pt>
                <c:pt idx="35148">
                  <c:v>24.35</c:v>
                </c:pt>
                <c:pt idx="35149">
                  <c:v>24.35</c:v>
                </c:pt>
                <c:pt idx="35150">
                  <c:v>24.35</c:v>
                </c:pt>
                <c:pt idx="35151">
                  <c:v>24.4</c:v>
                </c:pt>
                <c:pt idx="35152">
                  <c:v>24.4</c:v>
                </c:pt>
                <c:pt idx="35153">
                  <c:v>24.4</c:v>
                </c:pt>
                <c:pt idx="35154">
                  <c:v>24.45</c:v>
                </c:pt>
                <c:pt idx="35155">
                  <c:v>24.45</c:v>
                </c:pt>
                <c:pt idx="35156">
                  <c:v>24.45</c:v>
                </c:pt>
                <c:pt idx="35157">
                  <c:v>24.5</c:v>
                </c:pt>
                <c:pt idx="35158">
                  <c:v>24.5</c:v>
                </c:pt>
                <c:pt idx="35159">
                  <c:v>24.5</c:v>
                </c:pt>
                <c:pt idx="35160">
                  <c:v>24.55</c:v>
                </c:pt>
                <c:pt idx="35161">
                  <c:v>24.55</c:v>
                </c:pt>
                <c:pt idx="35162">
                  <c:v>24.55</c:v>
                </c:pt>
                <c:pt idx="35163">
                  <c:v>24.55</c:v>
                </c:pt>
                <c:pt idx="35164">
                  <c:v>24.5</c:v>
                </c:pt>
                <c:pt idx="35165">
                  <c:v>24.45</c:v>
                </c:pt>
                <c:pt idx="35166">
                  <c:v>24.4</c:v>
                </c:pt>
                <c:pt idx="35167">
                  <c:v>24.35</c:v>
                </c:pt>
                <c:pt idx="35168">
                  <c:v>24.3</c:v>
                </c:pt>
                <c:pt idx="35169">
                  <c:v>24.3</c:v>
                </c:pt>
                <c:pt idx="35170">
                  <c:v>24.25</c:v>
                </c:pt>
                <c:pt idx="35171">
                  <c:v>24.25</c:v>
                </c:pt>
                <c:pt idx="35172">
                  <c:v>24.25</c:v>
                </c:pt>
                <c:pt idx="35173">
                  <c:v>24.25</c:v>
                </c:pt>
                <c:pt idx="35174">
                  <c:v>24.25</c:v>
                </c:pt>
                <c:pt idx="35175">
                  <c:v>24.25</c:v>
                </c:pt>
                <c:pt idx="35176">
                  <c:v>24.3</c:v>
                </c:pt>
                <c:pt idx="35177">
                  <c:v>24.3</c:v>
                </c:pt>
                <c:pt idx="35178">
                  <c:v>24.3</c:v>
                </c:pt>
                <c:pt idx="35179">
                  <c:v>24.3</c:v>
                </c:pt>
                <c:pt idx="35180">
                  <c:v>24.35</c:v>
                </c:pt>
                <c:pt idx="35181">
                  <c:v>24.35</c:v>
                </c:pt>
                <c:pt idx="35182">
                  <c:v>24.4</c:v>
                </c:pt>
                <c:pt idx="35183">
                  <c:v>24.4</c:v>
                </c:pt>
                <c:pt idx="35184">
                  <c:v>24.4</c:v>
                </c:pt>
                <c:pt idx="35185">
                  <c:v>24.45</c:v>
                </c:pt>
                <c:pt idx="35186">
                  <c:v>24.45</c:v>
                </c:pt>
                <c:pt idx="35187">
                  <c:v>24.5</c:v>
                </c:pt>
                <c:pt idx="35188">
                  <c:v>24.5</c:v>
                </c:pt>
                <c:pt idx="35189">
                  <c:v>24.5</c:v>
                </c:pt>
                <c:pt idx="35190">
                  <c:v>24.55</c:v>
                </c:pt>
                <c:pt idx="35191">
                  <c:v>24.55</c:v>
                </c:pt>
                <c:pt idx="35192">
                  <c:v>24.55</c:v>
                </c:pt>
                <c:pt idx="35193">
                  <c:v>24.55</c:v>
                </c:pt>
                <c:pt idx="35194">
                  <c:v>24.5</c:v>
                </c:pt>
                <c:pt idx="35195">
                  <c:v>24.45</c:v>
                </c:pt>
                <c:pt idx="35196">
                  <c:v>24.4</c:v>
                </c:pt>
                <c:pt idx="35197">
                  <c:v>24.4</c:v>
                </c:pt>
                <c:pt idx="35198">
                  <c:v>24.35</c:v>
                </c:pt>
                <c:pt idx="35199">
                  <c:v>24.35</c:v>
                </c:pt>
                <c:pt idx="35200">
                  <c:v>24.3</c:v>
                </c:pt>
                <c:pt idx="35201">
                  <c:v>24.3</c:v>
                </c:pt>
                <c:pt idx="35202">
                  <c:v>24.3</c:v>
                </c:pt>
                <c:pt idx="35203">
                  <c:v>24.3</c:v>
                </c:pt>
                <c:pt idx="35204">
                  <c:v>24.3</c:v>
                </c:pt>
                <c:pt idx="35205">
                  <c:v>24.3</c:v>
                </c:pt>
                <c:pt idx="35206">
                  <c:v>24.3</c:v>
                </c:pt>
                <c:pt idx="35207">
                  <c:v>24.3</c:v>
                </c:pt>
                <c:pt idx="35208">
                  <c:v>24.3</c:v>
                </c:pt>
                <c:pt idx="35209">
                  <c:v>24.35</c:v>
                </c:pt>
                <c:pt idx="35210">
                  <c:v>24.35</c:v>
                </c:pt>
                <c:pt idx="35211">
                  <c:v>24.35</c:v>
                </c:pt>
                <c:pt idx="35212">
                  <c:v>24.35</c:v>
                </c:pt>
                <c:pt idx="35213">
                  <c:v>24.4</c:v>
                </c:pt>
                <c:pt idx="35214">
                  <c:v>24.4</c:v>
                </c:pt>
                <c:pt idx="35215">
                  <c:v>24.4</c:v>
                </c:pt>
                <c:pt idx="35216">
                  <c:v>24.45</c:v>
                </c:pt>
                <c:pt idx="35217">
                  <c:v>24.45</c:v>
                </c:pt>
                <c:pt idx="35218">
                  <c:v>24.5</c:v>
                </c:pt>
                <c:pt idx="35219">
                  <c:v>24.5</c:v>
                </c:pt>
                <c:pt idx="35220">
                  <c:v>24.55</c:v>
                </c:pt>
                <c:pt idx="35221">
                  <c:v>24.55</c:v>
                </c:pt>
                <c:pt idx="35222">
                  <c:v>24.55</c:v>
                </c:pt>
                <c:pt idx="35223">
                  <c:v>24.55</c:v>
                </c:pt>
                <c:pt idx="35224">
                  <c:v>24.5</c:v>
                </c:pt>
                <c:pt idx="35225">
                  <c:v>24.45</c:v>
                </c:pt>
                <c:pt idx="35226">
                  <c:v>24.45</c:v>
                </c:pt>
                <c:pt idx="35227">
                  <c:v>24.4</c:v>
                </c:pt>
                <c:pt idx="35228">
                  <c:v>24.35</c:v>
                </c:pt>
                <c:pt idx="35229">
                  <c:v>24.35</c:v>
                </c:pt>
                <c:pt idx="35230">
                  <c:v>24.35</c:v>
                </c:pt>
                <c:pt idx="35231">
                  <c:v>24.3</c:v>
                </c:pt>
                <c:pt idx="35232">
                  <c:v>24.3</c:v>
                </c:pt>
                <c:pt idx="35233">
                  <c:v>24.3</c:v>
                </c:pt>
                <c:pt idx="35234">
                  <c:v>24.3</c:v>
                </c:pt>
                <c:pt idx="35235">
                  <c:v>24.3</c:v>
                </c:pt>
                <c:pt idx="35236">
                  <c:v>24.3</c:v>
                </c:pt>
                <c:pt idx="35237">
                  <c:v>24.3</c:v>
                </c:pt>
                <c:pt idx="35238">
                  <c:v>24.35</c:v>
                </c:pt>
                <c:pt idx="35239">
                  <c:v>24.35</c:v>
                </c:pt>
                <c:pt idx="35240">
                  <c:v>24.35</c:v>
                </c:pt>
                <c:pt idx="35241">
                  <c:v>24.35</c:v>
                </c:pt>
                <c:pt idx="35242">
                  <c:v>24.4</c:v>
                </c:pt>
                <c:pt idx="35243">
                  <c:v>24.4</c:v>
                </c:pt>
                <c:pt idx="35244">
                  <c:v>24.45</c:v>
                </c:pt>
                <c:pt idx="35245">
                  <c:v>24.45</c:v>
                </c:pt>
                <c:pt idx="35246">
                  <c:v>24.45</c:v>
                </c:pt>
                <c:pt idx="35247">
                  <c:v>24.5</c:v>
                </c:pt>
                <c:pt idx="35248">
                  <c:v>24.5</c:v>
                </c:pt>
                <c:pt idx="35249">
                  <c:v>24.5</c:v>
                </c:pt>
                <c:pt idx="35250">
                  <c:v>24.55</c:v>
                </c:pt>
                <c:pt idx="35251">
                  <c:v>24.55</c:v>
                </c:pt>
                <c:pt idx="35252">
                  <c:v>24.55</c:v>
                </c:pt>
                <c:pt idx="35253">
                  <c:v>24.5</c:v>
                </c:pt>
                <c:pt idx="35254">
                  <c:v>24.5</c:v>
                </c:pt>
                <c:pt idx="35255">
                  <c:v>24.5</c:v>
                </c:pt>
                <c:pt idx="35256">
                  <c:v>24.4</c:v>
                </c:pt>
                <c:pt idx="35257">
                  <c:v>24.35</c:v>
                </c:pt>
                <c:pt idx="35258">
                  <c:v>24.35</c:v>
                </c:pt>
                <c:pt idx="35259">
                  <c:v>24.3</c:v>
                </c:pt>
                <c:pt idx="35260">
                  <c:v>24.3</c:v>
                </c:pt>
                <c:pt idx="35261">
                  <c:v>24.3</c:v>
                </c:pt>
                <c:pt idx="35262">
                  <c:v>24.3</c:v>
                </c:pt>
                <c:pt idx="35263">
                  <c:v>24.3</c:v>
                </c:pt>
                <c:pt idx="35264">
                  <c:v>24.3</c:v>
                </c:pt>
                <c:pt idx="35265">
                  <c:v>24.3</c:v>
                </c:pt>
                <c:pt idx="35266">
                  <c:v>24.3</c:v>
                </c:pt>
                <c:pt idx="35267">
                  <c:v>24.3</c:v>
                </c:pt>
                <c:pt idx="35268">
                  <c:v>24.35</c:v>
                </c:pt>
                <c:pt idx="35269">
                  <c:v>24.35</c:v>
                </c:pt>
                <c:pt idx="35270">
                  <c:v>24.4</c:v>
                </c:pt>
                <c:pt idx="35271">
                  <c:v>24.4</c:v>
                </c:pt>
                <c:pt idx="35272">
                  <c:v>24.45</c:v>
                </c:pt>
                <c:pt idx="35273">
                  <c:v>24.45</c:v>
                </c:pt>
                <c:pt idx="35274">
                  <c:v>24.45</c:v>
                </c:pt>
                <c:pt idx="35275">
                  <c:v>24.5</c:v>
                </c:pt>
                <c:pt idx="35276">
                  <c:v>24.5</c:v>
                </c:pt>
                <c:pt idx="35277">
                  <c:v>24.55</c:v>
                </c:pt>
                <c:pt idx="35278">
                  <c:v>24.55</c:v>
                </c:pt>
                <c:pt idx="35279">
                  <c:v>24.55</c:v>
                </c:pt>
                <c:pt idx="35280">
                  <c:v>24.6</c:v>
                </c:pt>
                <c:pt idx="35281">
                  <c:v>24.6</c:v>
                </c:pt>
                <c:pt idx="35282">
                  <c:v>24.6</c:v>
                </c:pt>
                <c:pt idx="35283">
                  <c:v>24.55</c:v>
                </c:pt>
                <c:pt idx="35284">
                  <c:v>24.55</c:v>
                </c:pt>
                <c:pt idx="35285">
                  <c:v>24.5</c:v>
                </c:pt>
                <c:pt idx="35286">
                  <c:v>24.45</c:v>
                </c:pt>
                <c:pt idx="35287">
                  <c:v>24.4</c:v>
                </c:pt>
                <c:pt idx="35288">
                  <c:v>24.35</c:v>
                </c:pt>
                <c:pt idx="35289">
                  <c:v>24.35</c:v>
                </c:pt>
                <c:pt idx="35290">
                  <c:v>24.3</c:v>
                </c:pt>
                <c:pt idx="35291">
                  <c:v>24.3</c:v>
                </c:pt>
                <c:pt idx="35292">
                  <c:v>24.3</c:v>
                </c:pt>
                <c:pt idx="35293">
                  <c:v>24.3</c:v>
                </c:pt>
                <c:pt idx="35294">
                  <c:v>24.35</c:v>
                </c:pt>
                <c:pt idx="35295">
                  <c:v>24.35</c:v>
                </c:pt>
                <c:pt idx="35296">
                  <c:v>24.35</c:v>
                </c:pt>
                <c:pt idx="35297">
                  <c:v>24.35</c:v>
                </c:pt>
                <c:pt idx="35298">
                  <c:v>24.4</c:v>
                </c:pt>
                <c:pt idx="35299">
                  <c:v>24.4</c:v>
                </c:pt>
                <c:pt idx="35300">
                  <c:v>24.4</c:v>
                </c:pt>
                <c:pt idx="35301">
                  <c:v>24.45</c:v>
                </c:pt>
                <c:pt idx="35302">
                  <c:v>24.45</c:v>
                </c:pt>
                <c:pt idx="35303">
                  <c:v>24.45</c:v>
                </c:pt>
                <c:pt idx="35304">
                  <c:v>24.5</c:v>
                </c:pt>
                <c:pt idx="35305">
                  <c:v>24.5</c:v>
                </c:pt>
                <c:pt idx="35306">
                  <c:v>24.5</c:v>
                </c:pt>
                <c:pt idx="35307">
                  <c:v>24.55</c:v>
                </c:pt>
                <c:pt idx="35308">
                  <c:v>24.55</c:v>
                </c:pt>
                <c:pt idx="35309">
                  <c:v>24.6</c:v>
                </c:pt>
                <c:pt idx="35310">
                  <c:v>24.6</c:v>
                </c:pt>
                <c:pt idx="35311">
                  <c:v>24.6</c:v>
                </c:pt>
                <c:pt idx="35312">
                  <c:v>24.65</c:v>
                </c:pt>
                <c:pt idx="35313">
                  <c:v>24.6</c:v>
                </c:pt>
                <c:pt idx="35314">
                  <c:v>24.6</c:v>
                </c:pt>
                <c:pt idx="35315">
                  <c:v>24.55</c:v>
                </c:pt>
                <c:pt idx="35316">
                  <c:v>24.5</c:v>
                </c:pt>
                <c:pt idx="35317">
                  <c:v>24.45</c:v>
                </c:pt>
                <c:pt idx="35318">
                  <c:v>24.45</c:v>
                </c:pt>
                <c:pt idx="35319">
                  <c:v>24.4</c:v>
                </c:pt>
                <c:pt idx="35320">
                  <c:v>24.4</c:v>
                </c:pt>
                <c:pt idx="35321">
                  <c:v>24.35</c:v>
                </c:pt>
                <c:pt idx="35322">
                  <c:v>24.4</c:v>
                </c:pt>
                <c:pt idx="35323">
                  <c:v>24.35</c:v>
                </c:pt>
                <c:pt idx="35324">
                  <c:v>24.4</c:v>
                </c:pt>
                <c:pt idx="35325">
                  <c:v>24.4</c:v>
                </c:pt>
                <c:pt idx="35326">
                  <c:v>24.4</c:v>
                </c:pt>
                <c:pt idx="35327">
                  <c:v>24.4</c:v>
                </c:pt>
                <c:pt idx="35328">
                  <c:v>24.45</c:v>
                </c:pt>
                <c:pt idx="35329">
                  <c:v>24.45</c:v>
                </c:pt>
                <c:pt idx="35330">
                  <c:v>24.45</c:v>
                </c:pt>
                <c:pt idx="35331">
                  <c:v>24.45</c:v>
                </c:pt>
                <c:pt idx="35332">
                  <c:v>24.5</c:v>
                </c:pt>
                <c:pt idx="35333">
                  <c:v>24.5</c:v>
                </c:pt>
                <c:pt idx="35334">
                  <c:v>24.55</c:v>
                </c:pt>
                <c:pt idx="35335">
                  <c:v>24.55</c:v>
                </c:pt>
                <c:pt idx="35336">
                  <c:v>24.55</c:v>
                </c:pt>
                <c:pt idx="35337">
                  <c:v>24.55</c:v>
                </c:pt>
                <c:pt idx="35338">
                  <c:v>24.55</c:v>
                </c:pt>
                <c:pt idx="35339">
                  <c:v>24.6</c:v>
                </c:pt>
                <c:pt idx="35340">
                  <c:v>24.6</c:v>
                </c:pt>
                <c:pt idx="35341">
                  <c:v>24.6</c:v>
                </c:pt>
                <c:pt idx="35342">
                  <c:v>24.6</c:v>
                </c:pt>
                <c:pt idx="35343">
                  <c:v>24.6</c:v>
                </c:pt>
                <c:pt idx="35344">
                  <c:v>24.55</c:v>
                </c:pt>
                <c:pt idx="35345">
                  <c:v>24.55</c:v>
                </c:pt>
                <c:pt idx="35346">
                  <c:v>24.5</c:v>
                </c:pt>
                <c:pt idx="35347">
                  <c:v>24.45</c:v>
                </c:pt>
                <c:pt idx="35348">
                  <c:v>24.45</c:v>
                </c:pt>
                <c:pt idx="35349">
                  <c:v>24.4</c:v>
                </c:pt>
                <c:pt idx="35350">
                  <c:v>24.4</c:v>
                </c:pt>
                <c:pt idx="35351">
                  <c:v>24.35</c:v>
                </c:pt>
                <c:pt idx="35352">
                  <c:v>24.35</c:v>
                </c:pt>
                <c:pt idx="35353">
                  <c:v>24.3</c:v>
                </c:pt>
                <c:pt idx="35354">
                  <c:v>24.35</c:v>
                </c:pt>
                <c:pt idx="35355">
                  <c:v>24.35</c:v>
                </c:pt>
                <c:pt idx="35356">
                  <c:v>24.35</c:v>
                </c:pt>
                <c:pt idx="35357">
                  <c:v>24.4</c:v>
                </c:pt>
                <c:pt idx="35358">
                  <c:v>24.4</c:v>
                </c:pt>
                <c:pt idx="35359">
                  <c:v>24.4</c:v>
                </c:pt>
                <c:pt idx="35360">
                  <c:v>24.45</c:v>
                </c:pt>
                <c:pt idx="35361">
                  <c:v>24.45</c:v>
                </c:pt>
                <c:pt idx="35362">
                  <c:v>24.45</c:v>
                </c:pt>
                <c:pt idx="35363">
                  <c:v>24.45</c:v>
                </c:pt>
                <c:pt idx="35364">
                  <c:v>24.5</c:v>
                </c:pt>
                <c:pt idx="35365">
                  <c:v>24.5</c:v>
                </c:pt>
                <c:pt idx="35366">
                  <c:v>24.5</c:v>
                </c:pt>
                <c:pt idx="35367">
                  <c:v>24.55</c:v>
                </c:pt>
                <c:pt idx="35368">
                  <c:v>24.55</c:v>
                </c:pt>
                <c:pt idx="35369">
                  <c:v>24.55</c:v>
                </c:pt>
                <c:pt idx="35370">
                  <c:v>24.55</c:v>
                </c:pt>
                <c:pt idx="35371">
                  <c:v>24.6</c:v>
                </c:pt>
                <c:pt idx="35372">
                  <c:v>24.6</c:v>
                </c:pt>
                <c:pt idx="35373">
                  <c:v>24.55</c:v>
                </c:pt>
                <c:pt idx="35374">
                  <c:v>24.55</c:v>
                </c:pt>
                <c:pt idx="35375">
                  <c:v>24.5</c:v>
                </c:pt>
                <c:pt idx="35376">
                  <c:v>24.45</c:v>
                </c:pt>
                <c:pt idx="35377">
                  <c:v>24.4</c:v>
                </c:pt>
                <c:pt idx="35378">
                  <c:v>24.4</c:v>
                </c:pt>
                <c:pt idx="35379">
                  <c:v>24.35</c:v>
                </c:pt>
                <c:pt idx="35380">
                  <c:v>24.35</c:v>
                </c:pt>
                <c:pt idx="35381">
                  <c:v>24.35</c:v>
                </c:pt>
                <c:pt idx="35382">
                  <c:v>24.3</c:v>
                </c:pt>
                <c:pt idx="35383">
                  <c:v>24.3</c:v>
                </c:pt>
                <c:pt idx="35384">
                  <c:v>24.3</c:v>
                </c:pt>
                <c:pt idx="35385">
                  <c:v>24.3</c:v>
                </c:pt>
                <c:pt idx="35386">
                  <c:v>24.35</c:v>
                </c:pt>
                <c:pt idx="35387">
                  <c:v>24.35</c:v>
                </c:pt>
                <c:pt idx="35388">
                  <c:v>24.35</c:v>
                </c:pt>
                <c:pt idx="35389">
                  <c:v>24.4</c:v>
                </c:pt>
                <c:pt idx="35390">
                  <c:v>24.4</c:v>
                </c:pt>
                <c:pt idx="35391">
                  <c:v>24.4</c:v>
                </c:pt>
                <c:pt idx="35392">
                  <c:v>24.45</c:v>
                </c:pt>
                <c:pt idx="35393">
                  <c:v>24.45</c:v>
                </c:pt>
                <c:pt idx="35394">
                  <c:v>24.45</c:v>
                </c:pt>
                <c:pt idx="35395">
                  <c:v>24.5</c:v>
                </c:pt>
                <c:pt idx="35396">
                  <c:v>24.5</c:v>
                </c:pt>
                <c:pt idx="35397">
                  <c:v>24.55</c:v>
                </c:pt>
                <c:pt idx="35398">
                  <c:v>24.55</c:v>
                </c:pt>
                <c:pt idx="35399">
                  <c:v>24.6</c:v>
                </c:pt>
                <c:pt idx="35400">
                  <c:v>24.6</c:v>
                </c:pt>
                <c:pt idx="35401">
                  <c:v>24.6</c:v>
                </c:pt>
                <c:pt idx="35402">
                  <c:v>24.55</c:v>
                </c:pt>
                <c:pt idx="35403">
                  <c:v>24.55</c:v>
                </c:pt>
                <c:pt idx="35404">
                  <c:v>24.55</c:v>
                </c:pt>
                <c:pt idx="35405">
                  <c:v>24.5</c:v>
                </c:pt>
                <c:pt idx="35406">
                  <c:v>24.45</c:v>
                </c:pt>
                <c:pt idx="35407">
                  <c:v>24.4</c:v>
                </c:pt>
                <c:pt idx="35408">
                  <c:v>24.35</c:v>
                </c:pt>
                <c:pt idx="35409">
                  <c:v>24.35</c:v>
                </c:pt>
                <c:pt idx="35410">
                  <c:v>24.3</c:v>
                </c:pt>
                <c:pt idx="35411">
                  <c:v>24.3</c:v>
                </c:pt>
                <c:pt idx="35412">
                  <c:v>24.3</c:v>
                </c:pt>
                <c:pt idx="35413">
                  <c:v>24.3</c:v>
                </c:pt>
                <c:pt idx="35414">
                  <c:v>24.3</c:v>
                </c:pt>
                <c:pt idx="35415">
                  <c:v>24.3</c:v>
                </c:pt>
                <c:pt idx="35416">
                  <c:v>24.3</c:v>
                </c:pt>
                <c:pt idx="35417">
                  <c:v>24.35</c:v>
                </c:pt>
                <c:pt idx="35418">
                  <c:v>24.35</c:v>
                </c:pt>
                <c:pt idx="35419">
                  <c:v>24.35</c:v>
                </c:pt>
                <c:pt idx="35420">
                  <c:v>24.4</c:v>
                </c:pt>
                <c:pt idx="35421">
                  <c:v>24.4</c:v>
                </c:pt>
                <c:pt idx="35422">
                  <c:v>24.45</c:v>
                </c:pt>
                <c:pt idx="35423">
                  <c:v>24.45</c:v>
                </c:pt>
                <c:pt idx="35424">
                  <c:v>24.45</c:v>
                </c:pt>
                <c:pt idx="35425">
                  <c:v>24.45</c:v>
                </c:pt>
                <c:pt idx="35426">
                  <c:v>24.5</c:v>
                </c:pt>
                <c:pt idx="35427">
                  <c:v>24.5</c:v>
                </c:pt>
                <c:pt idx="35428">
                  <c:v>24.55</c:v>
                </c:pt>
                <c:pt idx="35429">
                  <c:v>24.55</c:v>
                </c:pt>
                <c:pt idx="35430">
                  <c:v>24.6</c:v>
                </c:pt>
                <c:pt idx="35431">
                  <c:v>24.6</c:v>
                </c:pt>
                <c:pt idx="35432">
                  <c:v>24.6</c:v>
                </c:pt>
                <c:pt idx="35433">
                  <c:v>24.55</c:v>
                </c:pt>
                <c:pt idx="35434">
                  <c:v>24.55</c:v>
                </c:pt>
                <c:pt idx="35435">
                  <c:v>24.5</c:v>
                </c:pt>
                <c:pt idx="35436">
                  <c:v>24.45</c:v>
                </c:pt>
                <c:pt idx="35437">
                  <c:v>24.4</c:v>
                </c:pt>
                <c:pt idx="35438">
                  <c:v>24.35</c:v>
                </c:pt>
                <c:pt idx="35439">
                  <c:v>24.35</c:v>
                </c:pt>
                <c:pt idx="35440">
                  <c:v>24.3</c:v>
                </c:pt>
                <c:pt idx="35441">
                  <c:v>24.3</c:v>
                </c:pt>
                <c:pt idx="35442">
                  <c:v>24.3</c:v>
                </c:pt>
                <c:pt idx="35443">
                  <c:v>24.3</c:v>
                </c:pt>
                <c:pt idx="35444">
                  <c:v>24.3</c:v>
                </c:pt>
                <c:pt idx="35445">
                  <c:v>24.3</c:v>
                </c:pt>
                <c:pt idx="35446">
                  <c:v>24.3</c:v>
                </c:pt>
                <c:pt idx="35447">
                  <c:v>24.35</c:v>
                </c:pt>
                <c:pt idx="35448">
                  <c:v>24.35</c:v>
                </c:pt>
                <c:pt idx="35449">
                  <c:v>24.35</c:v>
                </c:pt>
                <c:pt idx="35450">
                  <c:v>24.4</c:v>
                </c:pt>
                <c:pt idx="35451">
                  <c:v>24.4</c:v>
                </c:pt>
                <c:pt idx="35452">
                  <c:v>24.4</c:v>
                </c:pt>
                <c:pt idx="35453">
                  <c:v>24.45</c:v>
                </c:pt>
                <c:pt idx="35454">
                  <c:v>24.45</c:v>
                </c:pt>
                <c:pt idx="35455">
                  <c:v>24.45</c:v>
                </c:pt>
                <c:pt idx="35456">
                  <c:v>24.5</c:v>
                </c:pt>
                <c:pt idx="35457">
                  <c:v>24.5</c:v>
                </c:pt>
                <c:pt idx="35458">
                  <c:v>24.5</c:v>
                </c:pt>
                <c:pt idx="35459">
                  <c:v>24.55</c:v>
                </c:pt>
                <c:pt idx="35460">
                  <c:v>24.55</c:v>
                </c:pt>
                <c:pt idx="35461">
                  <c:v>24.55</c:v>
                </c:pt>
                <c:pt idx="35462">
                  <c:v>24.55</c:v>
                </c:pt>
                <c:pt idx="35463">
                  <c:v>24.55</c:v>
                </c:pt>
                <c:pt idx="35464">
                  <c:v>24.55</c:v>
                </c:pt>
                <c:pt idx="35465">
                  <c:v>24.5</c:v>
                </c:pt>
                <c:pt idx="35466">
                  <c:v>24.45</c:v>
                </c:pt>
                <c:pt idx="35467">
                  <c:v>24.4</c:v>
                </c:pt>
                <c:pt idx="35468">
                  <c:v>24.35</c:v>
                </c:pt>
                <c:pt idx="35469">
                  <c:v>24.35</c:v>
                </c:pt>
                <c:pt idx="35470">
                  <c:v>24.35</c:v>
                </c:pt>
                <c:pt idx="35471">
                  <c:v>24.35</c:v>
                </c:pt>
                <c:pt idx="35472">
                  <c:v>24.35</c:v>
                </c:pt>
                <c:pt idx="35473">
                  <c:v>24.35</c:v>
                </c:pt>
                <c:pt idx="35474">
                  <c:v>24.35</c:v>
                </c:pt>
                <c:pt idx="35475">
                  <c:v>24.35</c:v>
                </c:pt>
                <c:pt idx="35476">
                  <c:v>24.35</c:v>
                </c:pt>
                <c:pt idx="35477">
                  <c:v>24.35</c:v>
                </c:pt>
                <c:pt idx="35478">
                  <c:v>24.35</c:v>
                </c:pt>
                <c:pt idx="35479">
                  <c:v>24.35</c:v>
                </c:pt>
                <c:pt idx="35480">
                  <c:v>24.35</c:v>
                </c:pt>
                <c:pt idx="35481">
                  <c:v>24.4</c:v>
                </c:pt>
                <c:pt idx="35482">
                  <c:v>24.4</c:v>
                </c:pt>
                <c:pt idx="35483">
                  <c:v>24.4</c:v>
                </c:pt>
                <c:pt idx="35484">
                  <c:v>24.4</c:v>
                </c:pt>
                <c:pt idx="35485">
                  <c:v>24.45</c:v>
                </c:pt>
                <c:pt idx="35486">
                  <c:v>24.45</c:v>
                </c:pt>
                <c:pt idx="35487">
                  <c:v>24.5</c:v>
                </c:pt>
                <c:pt idx="35488">
                  <c:v>24.5</c:v>
                </c:pt>
                <c:pt idx="35489">
                  <c:v>24.5</c:v>
                </c:pt>
                <c:pt idx="35490">
                  <c:v>24.55</c:v>
                </c:pt>
                <c:pt idx="35491">
                  <c:v>24.55</c:v>
                </c:pt>
                <c:pt idx="35492">
                  <c:v>24.55</c:v>
                </c:pt>
                <c:pt idx="35493">
                  <c:v>24.55</c:v>
                </c:pt>
                <c:pt idx="35494">
                  <c:v>24.55</c:v>
                </c:pt>
                <c:pt idx="35495">
                  <c:v>24.5</c:v>
                </c:pt>
                <c:pt idx="35496">
                  <c:v>24.45</c:v>
                </c:pt>
                <c:pt idx="35497">
                  <c:v>24.45</c:v>
                </c:pt>
                <c:pt idx="35498">
                  <c:v>24.4</c:v>
                </c:pt>
                <c:pt idx="35499">
                  <c:v>24.35</c:v>
                </c:pt>
                <c:pt idx="35500">
                  <c:v>24.35</c:v>
                </c:pt>
                <c:pt idx="35501">
                  <c:v>24.35</c:v>
                </c:pt>
                <c:pt idx="35502">
                  <c:v>24.35</c:v>
                </c:pt>
                <c:pt idx="35503">
                  <c:v>24.35</c:v>
                </c:pt>
                <c:pt idx="35504">
                  <c:v>24.35</c:v>
                </c:pt>
                <c:pt idx="35505">
                  <c:v>24.35</c:v>
                </c:pt>
                <c:pt idx="35506">
                  <c:v>24.35</c:v>
                </c:pt>
                <c:pt idx="35507">
                  <c:v>24.35</c:v>
                </c:pt>
                <c:pt idx="35508">
                  <c:v>24.4</c:v>
                </c:pt>
                <c:pt idx="35509">
                  <c:v>24.4</c:v>
                </c:pt>
                <c:pt idx="35510">
                  <c:v>24.4</c:v>
                </c:pt>
                <c:pt idx="35511">
                  <c:v>24.4</c:v>
                </c:pt>
                <c:pt idx="35512">
                  <c:v>24.45</c:v>
                </c:pt>
                <c:pt idx="35513">
                  <c:v>24.45</c:v>
                </c:pt>
                <c:pt idx="35514">
                  <c:v>24.45</c:v>
                </c:pt>
                <c:pt idx="35515">
                  <c:v>24.45</c:v>
                </c:pt>
                <c:pt idx="35516">
                  <c:v>24.45</c:v>
                </c:pt>
                <c:pt idx="35517">
                  <c:v>24.5</c:v>
                </c:pt>
                <c:pt idx="35518">
                  <c:v>24.5</c:v>
                </c:pt>
                <c:pt idx="35519">
                  <c:v>24.55</c:v>
                </c:pt>
                <c:pt idx="35520">
                  <c:v>24.55</c:v>
                </c:pt>
                <c:pt idx="35521">
                  <c:v>24.55</c:v>
                </c:pt>
                <c:pt idx="35522">
                  <c:v>24.55</c:v>
                </c:pt>
                <c:pt idx="35523">
                  <c:v>24.5</c:v>
                </c:pt>
                <c:pt idx="35524">
                  <c:v>24.5</c:v>
                </c:pt>
                <c:pt idx="35525">
                  <c:v>24.45</c:v>
                </c:pt>
                <c:pt idx="35526">
                  <c:v>24.45</c:v>
                </c:pt>
                <c:pt idx="35527">
                  <c:v>24.4</c:v>
                </c:pt>
                <c:pt idx="35528">
                  <c:v>24.35</c:v>
                </c:pt>
                <c:pt idx="35529">
                  <c:v>24.35</c:v>
                </c:pt>
                <c:pt idx="35530">
                  <c:v>24.3</c:v>
                </c:pt>
                <c:pt idx="35531">
                  <c:v>24.3</c:v>
                </c:pt>
                <c:pt idx="35532">
                  <c:v>24.3</c:v>
                </c:pt>
                <c:pt idx="35533">
                  <c:v>24.3</c:v>
                </c:pt>
                <c:pt idx="35534">
                  <c:v>24.3</c:v>
                </c:pt>
                <c:pt idx="35535">
                  <c:v>24.3</c:v>
                </c:pt>
                <c:pt idx="35536">
                  <c:v>24.35</c:v>
                </c:pt>
                <c:pt idx="35537">
                  <c:v>24.35</c:v>
                </c:pt>
                <c:pt idx="35538">
                  <c:v>24.35</c:v>
                </c:pt>
                <c:pt idx="35539">
                  <c:v>24.35</c:v>
                </c:pt>
                <c:pt idx="35540">
                  <c:v>24.4</c:v>
                </c:pt>
                <c:pt idx="35541">
                  <c:v>24.4</c:v>
                </c:pt>
                <c:pt idx="35542">
                  <c:v>24.4</c:v>
                </c:pt>
                <c:pt idx="35543">
                  <c:v>24.45</c:v>
                </c:pt>
                <c:pt idx="35544">
                  <c:v>24.45</c:v>
                </c:pt>
                <c:pt idx="35545">
                  <c:v>24.5</c:v>
                </c:pt>
                <c:pt idx="35546">
                  <c:v>24.5</c:v>
                </c:pt>
                <c:pt idx="35547">
                  <c:v>24.5</c:v>
                </c:pt>
                <c:pt idx="35548">
                  <c:v>24.5</c:v>
                </c:pt>
                <c:pt idx="35549">
                  <c:v>24.5</c:v>
                </c:pt>
                <c:pt idx="35550">
                  <c:v>24.55</c:v>
                </c:pt>
                <c:pt idx="35551">
                  <c:v>24.55</c:v>
                </c:pt>
                <c:pt idx="35552">
                  <c:v>24.55</c:v>
                </c:pt>
                <c:pt idx="35553">
                  <c:v>24.55</c:v>
                </c:pt>
                <c:pt idx="35554">
                  <c:v>24.55</c:v>
                </c:pt>
                <c:pt idx="35555">
                  <c:v>24.5</c:v>
                </c:pt>
                <c:pt idx="35556">
                  <c:v>24.45</c:v>
                </c:pt>
                <c:pt idx="35557">
                  <c:v>24.4</c:v>
                </c:pt>
                <c:pt idx="35558">
                  <c:v>24.35</c:v>
                </c:pt>
                <c:pt idx="35559">
                  <c:v>24.35</c:v>
                </c:pt>
                <c:pt idx="35560">
                  <c:v>24.35</c:v>
                </c:pt>
                <c:pt idx="35561">
                  <c:v>24.35</c:v>
                </c:pt>
                <c:pt idx="35562">
                  <c:v>24.35</c:v>
                </c:pt>
                <c:pt idx="35563">
                  <c:v>24.35</c:v>
                </c:pt>
                <c:pt idx="35564">
                  <c:v>24.35</c:v>
                </c:pt>
                <c:pt idx="35565">
                  <c:v>24.35</c:v>
                </c:pt>
                <c:pt idx="35566">
                  <c:v>24.35</c:v>
                </c:pt>
                <c:pt idx="35567">
                  <c:v>24.35</c:v>
                </c:pt>
                <c:pt idx="35568">
                  <c:v>24.4</c:v>
                </c:pt>
                <c:pt idx="35569">
                  <c:v>24.4</c:v>
                </c:pt>
                <c:pt idx="35570">
                  <c:v>24.4</c:v>
                </c:pt>
                <c:pt idx="35571">
                  <c:v>24.45</c:v>
                </c:pt>
                <c:pt idx="35572">
                  <c:v>24.45</c:v>
                </c:pt>
                <c:pt idx="35573">
                  <c:v>24.45</c:v>
                </c:pt>
                <c:pt idx="35574">
                  <c:v>24.45</c:v>
                </c:pt>
                <c:pt idx="35575">
                  <c:v>24.5</c:v>
                </c:pt>
                <c:pt idx="35576">
                  <c:v>24.5</c:v>
                </c:pt>
                <c:pt idx="35577">
                  <c:v>24.5</c:v>
                </c:pt>
                <c:pt idx="35578">
                  <c:v>24.55</c:v>
                </c:pt>
                <c:pt idx="35579">
                  <c:v>24.55</c:v>
                </c:pt>
                <c:pt idx="35580">
                  <c:v>24.6</c:v>
                </c:pt>
                <c:pt idx="35581">
                  <c:v>24.6</c:v>
                </c:pt>
                <c:pt idx="35582">
                  <c:v>24.6</c:v>
                </c:pt>
                <c:pt idx="35583">
                  <c:v>24.55</c:v>
                </c:pt>
                <c:pt idx="35584">
                  <c:v>24.55</c:v>
                </c:pt>
                <c:pt idx="35585">
                  <c:v>24.55</c:v>
                </c:pt>
                <c:pt idx="35586">
                  <c:v>24.5</c:v>
                </c:pt>
                <c:pt idx="35587">
                  <c:v>24.45</c:v>
                </c:pt>
                <c:pt idx="35588">
                  <c:v>24.4</c:v>
                </c:pt>
                <c:pt idx="35589">
                  <c:v>24.35</c:v>
                </c:pt>
                <c:pt idx="35590">
                  <c:v>24.35</c:v>
                </c:pt>
                <c:pt idx="35591">
                  <c:v>24.35</c:v>
                </c:pt>
                <c:pt idx="35592">
                  <c:v>24.3</c:v>
                </c:pt>
                <c:pt idx="35593">
                  <c:v>24.3</c:v>
                </c:pt>
                <c:pt idx="35594">
                  <c:v>24.35</c:v>
                </c:pt>
                <c:pt idx="35595">
                  <c:v>24.35</c:v>
                </c:pt>
                <c:pt idx="35596">
                  <c:v>24.35</c:v>
                </c:pt>
                <c:pt idx="35597">
                  <c:v>24.3</c:v>
                </c:pt>
                <c:pt idx="35598">
                  <c:v>24.3</c:v>
                </c:pt>
                <c:pt idx="35599">
                  <c:v>24.35</c:v>
                </c:pt>
                <c:pt idx="35600">
                  <c:v>24.35</c:v>
                </c:pt>
                <c:pt idx="35601">
                  <c:v>24.35</c:v>
                </c:pt>
                <c:pt idx="35602">
                  <c:v>24.4</c:v>
                </c:pt>
                <c:pt idx="35603">
                  <c:v>24.4</c:v>
                </c:pt>
                <c:pt idx="35604">
                  <c:v>24.4</c:v>
                </c:pt>
                <c:pt idx="35605">
                  <c:v>24.45</c:v>
                </c:pt>
                <c:pt idx="35606">
                  <c:v>24.45</c:v>
                </c:pt>
                <c:pt idx="35607">
                  <c:v>24.5</c:v>
                </c:pt>
                <c:pt idx="35608">
                  <c:v>24.5</c:v>
                </c:pt>
                <c:pt idx="35609">
                  <c:v>24.5</c:v>
                </c:pt>
                <c:pt idx="35610">
                  <c:v>24.55</c:v>
                </c:pt>
                <c:pt idx="35611">
                  <c:v>24.55</c:v>
                </c:pt>
                <c:pt idx="35612">
                  <c:v>24.55</c:v>
                </c:pt>
                <c:pt idx="35613">
                  <c:v>24.55</c:v>
                </c:pt>
                <c:pt idx="35614">
                  <c:v>24.55</c:v>
                </c:pt>
                <c:pt idx="35615">
                  <c:v>24.55</c:v>
                </c:pt>
                <c:pt idx="35616">
                  <c:v>24.45</c:v>
                </c:pt>
                <c:pt idx="35617">
                  <c:v>24.4</c:v>
                </c:pt>
                <c:pt idx="35618">
                  <c:v>24.35</c:v>
                </c:pt>
                <c:pt idx="35619">
                  <c:v>24.3</c:v>
                </c:pt>
                <c:pt idx="35620">
                  <c:v>24.35</c:v>
                </c:pt>
                <c:pt idx="35621">
                  <c:v>24.3</c:v>
                </c:pt>
                <c:pt idx="35622">
                  <c:v>24.3</c:v>
                </c:pt>
                <c:pt idx="35623">
                  <c:v>24.3</c:v>
                </c:pt>
                <c:pt idx="35624">
                  <c:v>24.3</c:v>
                </c:pt>
                <c:pt idx="35625">
                  <c:v>24.3</c:v>
                </c:pt>
                <c:pt idx="35626">
                  <c:v>24.3</c:v>
                </c:pt>
                <c:pt idx="35627">
                  <c:v>24.3</c:v>
                </c:pt>
                <c:pt idx="35628">
                  <c:v>24.35</c:v>
                </c:pt>
                <c:pt idx="35629">
                  <c:v>24.35</c:v>
                </c:pt>
                <c:pt idx="35630">
                  <c:v>24.4</c:v>
                </c:pt>
                <c:pt idx="35631">
                  <c:v>24.35</c:v>
                </c:pt>
                <c:pt idx="35632">
                  <c:v>24.4</c:v>
                </c:pt>
                <c:pt idx="35633">
                  <c:v>24.45</c:v>
                </c:pt>
                <c:pt idx="35634">
                  <c:v>24.45</c:v>
                </c:pt>
                <c:pt idx="35635">
                  <c:v>24.45</c:v>
                </c:pt>
                <c:pt idx="35636">
                  <c:v>24.5</c:v>
                </c:pt>
                <c:pt idx="35637">
                  <c:v>24.5</c:v>
                </c:pt>
                <c:pt idx="35638">
                  <c:v>24.55</c:v>
                </c:pt>
                <c:pt idx="35639">
                  <c:v>24.5</c:v>
                </c:pt>
                <c:pt idx="35640">
                  <c:v>24.55</c:v>
                </c:pt>
                <c:pt idx="35641">
                  <c:v>24.6</c:v>
                </c:pt>
                <c:pt idx="35642">
                  <c:v>24.55</c:v>
                </c:pt>
                <c:pt idx="35643">
                  <c:v>24.55</c:v>
                </c:pt>
                <c:pt idx="35644">
                  <c:v>24.55</c:v>
                </c:pt>
                <c:pt idx="35645">
                  <c:v>24.5</c:v>
                </c:pt>
                <c:pt idx="35646">
                  <c:v>24.45</c:v>
                </c:pt>
                <c:pt idx="35647">
                  <c:v>24.4</c:v>
                </c:pt>
                <c:pt idx="35648">
                  <c:v>24.35</c:v>
                </c:pt>
                <c:pt idx="35649">
                  <c:v>24.35</c:v>
                </c:pt>
                <c:pt idx="35650">
                  <c:v>24.35</c:v>
                </c:pt>
                <c:pt idx="35651">
                  <c:v>24.3</c:v>
                </c:pt>
                <c:pt idx="35652">
                  <c:v>24.3</c:v>
                </c:pt>
                <c:pt idx="35653">
                  <c:v>24.35</c:v>
                </c:pt>
                <c:pt idx="35654">
                  <c:v>24.35</c:v>
                </c:pt>
                <c:pt idx="35655">
                  <c:v>24.35</c:v>
                </c:pt>
                <c:pt idx="35656">
                  <c:v>24.35</c:v>
                </c:pt>
                <c:pt idx="35657">
                  <c:v>24.35</c:v>
                </c:pt>
                <c:pt idx="35658">
                  <c:v>24.35</c:v>
                </c:pt>
                <c:pt idx="35659">
                  <c:v>24.4</c:v>
                </c:pt>
                <c:pt idx="35660">
                  <c:v>24.4</c:v>
                </c:pt>
                <c:pt idx="35661">
                  <c:v>24.4</c:v>
                </c:pt>
                <c:pt idx="35662">
                  <c:v>24.45</c:v>
                </c:pt>
                <c:pt idx="35663">
                  <c:v>24.45</c:v>
                </c:pt>
                <c:pt idx="35664">
                  <c:v>24.45</c:v>
                </c:pt>
                <c:pt idx="35665">
                  <c:v>24.5</c:v>
                </c:pt>
                <c:pt idx="35666">
                  <c:v>24.5</c:v>
                </c:pt>
                <c:pt idx="35667">
                  <c:v>24.5</c:v>
                </c:pt>
                <c:pt idx="35668">
                  <c:v>24.55</c:v>
                </c:pt>
                <c:pt idx="35669">
                  <c:v>24.55</c:v>
                </c:pt>
                <c:pt idx="35670">
                  <c:v>24.55</c:v>
                </c:pt>
                <c:pt idx="35671">
                  <c:v>24.6</c:v>
                </c:pt>
                <c:pt idx="35672">
                  <c:v>24.6</c:v>
                </c:pt>
                <c:pt idx="35673">
                  <c:v>24.55</c:v>
                </c:pt>
                <c:pt idx="35674">
                  <c:v>24.55</c:v>
                </c:pt>
                <c:pt idx="35675">
                  <c:v>24.5</c:v>
                </c:pt>
                <c:pt idx="35676">
                  <c:v>24.45</c:v>
                </c:pt>
                <c:pt idx="35677">
                  <c:v>24.4</c:v>
                </c:pt>
                <c:pt idx="35678">
                  <c:v>24.4</c:v>
                </c:pt>
                <c:pt idx="35679">
                  <c:v>24.35</c:v>
                </c:pt>
                <c:pt idx="35680">
                  <c:v>24.35</c:v>
                </c:pt>
                <c:pt idx="35681">
                  <c:v>24.35</c:v>
                </c:pt>
                <c:pt idx="35682">
                  <c:v>24.35</c:v>
                </c:pt>
                <c:pt idx="35683">
                  <c:v>24.35</c:v>
                </c:pt>
                <c:pt idx="35684">
                  <c:v>24.35</c:v>
                </c:pt>
                <c:pt idx="35685">
                  <c:v>24.35</c:v>
                </c:pt>
                <c:pt idx="35686">
                  <c:v>24.35</c:v>
                </c:pt>
                <c:pt idx="35687">
                  <c:v>24.35</c:v>
                </c:pt>
                <c:pt idx="35688">
                  <c:v>24.4</c:v>
                </c:pt>
                <c:pt idx="35689">
                  <c:v>24.4</c:v>
                </c:pt>
                <c:pt idx="35690">
                  <c:v>24.4</c:v>
                </c:pt>
                <c:pt idx="35691">
                  <c:v>24.45</c:v>
                </c:pt>
                <c:pt idx="35692">
                  <c:v>24.45</c:v>
                </c:pt>
                <c:pt idx="35693">
                  <c:v>24.45</c:v>
                </c:pt>
                <c:pt idx="35694">
                  <c:v>24.5</c:v>
                </c:pt>
                <c:pt idx="35695">
                  <c:v>24.5</c:v>
                </c:pt>
                <c:pt idx="35696">
                  <c:v>24.55</c:v>
                </c:pt>
                <c:pt idx="35697">
                  <c:v>24.55</c:v>
                </c:pt>
                <c:pt idx="35698">
                  <c:v>24.6</c:v>
                </c:pt>
                <c:pt idx="35699">
                  <c:v>24.6</c:v>
                </c:pt>
                <c:pt idx="35700">
                  <c:v>24.6</c:v>
                </c:pt>
                <c:pt idx="35701">
                  <c:v>24.6</c:v>
                </c:pt>
                <c:pt idx="35702">
                  <c:v>24.6</c:v>
                </c:pt>
                <c:pt idx="35703">
                  <c:v>24.6</c:v>
                </c:pt>
                <c:pt idx="35704">
                  <c:v>24.55</c:v>
                </c:pt>
                <c:pt idx="35705">
                  <c:v>24.55</c:v>
                </c:pt>
                <c:pt idx="35706">
                  <c:v>24.5</c:v>
                </c:pt>
                <c:pt idx="35707">
                  <c:v>24.45</c:v>
                </c:pt>
                <c:pt idx="35708">
                  <c:v>24.4</c:v>
                </c:pt>
                <c:pt idx="35709">
                  <c:v>24.35</c:v>
                </c:pt>
                <c:pt idx="35710">
                  <c:v>24.35</c:v>
                </c:pt>
                <c:pt idx="35711">
                  <c:v>24.35</c:v>
                </c:pt>
                <c:pt idx="35712">
                  <c:v>24.35</c:v>
                </c:pt>
                <c:pt idx="35713">
                  <c:v>24.35</c:v>
                </c:pt>
                <c:pt idx="35714">
                  <c:v>24.35</c:v>
                </c:pt>
                <c:pt idx="35715">
                  <c:v>24.35</c:v>
                </c:pt>
                <c:pt idx="35716">
                  <c:v>24.35</c:v>
                </c:pt>
                <c:pt idx="35717">
                  <c:v>24.35</c:v>
                </c:pt>
                <c:pt idx="35718">
                  <c:v>24.35</c:v>
                </c:pt>
                <c:pt idx="35719">
                  <c:v>24.4</c:v>
                </c:pt>
                <c:pt idx="35720">
                  <c:v>24.4</c:v>
                </c:pt>
                <c:pt idx="35721">
                  <c:v>24.45</c:v>
                </c:pt>
                <c:pt idx="35722">
                  <c:v>24.45</c:v>
                </c:pt>
                <c:pt idx="35723">
                  <c:v>24.45</c:v>
                </c:pt>
                <c:pt idx="35724">
                  <c:v>24.5</c:v>
                </c:pt>
                <c:pt idx="35725">
                  <c:v>24.55</c:v>
                </c:pt>
                <c:pt idx="35726">
                  <c:v>24.55</c:v>
                </c:pt>
                <c:pt idx="35727">
                  <c:v>24.55</c:v>
                </c:pt>
                <c:pt idx="35728">
                  <c:v>24.6</c:v>
                </c:pt>
                <c:pt idx="35729">
                  <c:v>24.6</c:v>
                </c:pt>
                <c:pt idx="35730">
                  <c:v>24.6</c:v>
                </c:pt>
                <c:pt idx="35731">
                  <c:v>24.6</c:v>
                </c:pt>
                <c:pt idx="35732">
                  <c:v>24.6</c:v>
                </c:pt>
                <c:pt idx="35733">
                  <c:v>24.6</c:v>
                </c:pt>
                <c:pt idx="35734">
                  <c:v>24.55</c:v>
                </c:pt>
                <c:pt idx="35735">
                  <c:v>24.55</c:v>
                </c:pt>
                <c:pt idx="35736">
                  <c:v>24.5</c:v>
                </c:pt>
                <c:pt idx="35737">
                  <c:v>24.45</c:v>
                </c:pt>
                <c:pt idx="35738">
                  <c:v>24.4</c:v>
                </c:pt>
                <c:pt idx="35739">
                  <c:v>24.35</c:v>
                </c:pt>
                <c:pt idx="35740">
                  <c:v>24.35</c:v>
                </c:pt>
                <c:pt idx="35741">
                  <c:v>24.35</c:v>
                </c:pt>
                <c:pt idx="35742">
                  <c:v>24.35</c:v>
                </c:pt>
                <c:pt idx="35743">
                  <c:v>24.3</c:v>
                </c:pt>
                <c:pt idx="35744">
                  <c:v>24.3</c:v>
                </c:pt>
                <c:pt idx="35745">
                  <c:v>24.3</c:v>
                </c:pt>
                <c:pt idx="35746">
                  <c:v>24.35</c:v>
                </c:pt>
                <c:pt idx="35747">
                  <c:v>24.35</c:v>
                </c:pt>
                <c:pt idx="35748">
                  <c:v>24.35</c:v>
                </c:pt>
                <c:pt idx="35749">
                  <c:v>24.4</c:v>
                </c:pt>
                <c:pt idx="35750">
                  <c:v>24.4</c:v>
                </c:pt>
                <c:pt idx="35751">
                  <c:v>24.45</c:v>
                </c:pt>
                <c:pt idx="35752">
                  <c:v>24.45</c:v>
                </c:pt>
                <c:pt idx="35753">
                  <c:v>24.45</c:v>
                </c:pt>
                <c:pt idx="35754">
                  <c:v>24.5</c:v>
                </c:pt>
                <c:pt idx="35755">
                  <c:v>24.5</c:v>
                </c:pt>
                <c:pt idx="35756">
                  <c:v>24.5</c:v>
                </c:pt>
                <c:pt idx="35757">
                  <c:v>24.55</c:v>
                </c:pt>
                <c:pt idx="35758">
                  <c:v>24.55</c:v>
                </c:pt>
                <c:pt idx="35759">
                  <c:v>24.6</c:v>
                </c:pt>
                <c:pt idx="35760">
                  <c:v>24.6</c:v>
                </c:pt>
                <c:pt idx="35761">
                  <c:v>24.6</c:v>
                </c:pt>
                <c:pt idx="35762">
                  <c:v>24.6</c:v>
                </c:pt>
                <c:pt idx="35763">
                  <c:v>24.6</c:v>
                </c:pt>
                <c:pt idx="35764">
                  <c:v>24.55</c:v>
                </c:pt>
                <c:pt idx="35765">
                  <c:v>24.55</c:v>
                </c:pt>
                <c:pt idx="35766">
                  <c:v>24.5</c:v>
                </c:pt>
                <c:pt idx="35767">
                  <c:v>24.45</c:v>
                </c:pt>
                <c:pt idx="35768">
                  <c:v>24.4</c:v>
                </c:pt>
                <c:pt idx="35769">
                  <c:v>24.4</c:v>
                </c:pt>
                <c:pt idx="35770">
                  <c:v>24.35</c:v>
                </c:pt>
                <c:pt idx="35771">
                  <c:v>24.35</c:v>
                </c:pt>
                <c:pt idx="35772">
                  <c:v>24.35</c:v>
                </c:pt>
                <c:pt idx="35773">
                  <c:v>24.35</c:v>
                </c:pt>
                <c:pt idx="35774">
                  <c:v>24.35</c:v>
                </c:pt>
                <c:pt idx="35775">
                  <c:v>24.35</c:v>
                </c:pt>
                <c:pt idx="35776">
                  <c:v>24.35</c:v>
                </c:pt>
                <c:pt idx="35777">
                  <c:v>24.35</c:v>
                </c:pt>
                <c:pt idx="35778">
                  <c:v>24.35</c:v>
                </c:pt>
                <c:pt idx="35779">
                  <c:v>24.4</c:v>
                </c:pt>
                <c:pt idx="35780">
                  <c:v>24.4</c:v>
                </c:pt>
                <c:pt idx="35781">
                  <c:v>24.4</c:v>
                </c:pt>
                <c:pt idx="35782">
                  <c:v>24.45</c:v>
                </c:pt>
                <c:pt idx="35783">
                  <c:v>24.45</c:v>
                </c:pt>
                <c:pt idx="35784">
                  <c:v>24.45</c:v>
                </c:pt>
                <c:pt idx="35785">
                  <c:v>24.5</c:v>
                </c:pt>
                <c:pt idx="35786">
                  <c:v>24.55</c:v>
                </c:pt>
                <c:pt idx="35787">
                  <c:v>24.55</c:v>
                </c:pt>
                <c:pt idx="35788">
                  <c:v>24.55</c:v>
                </c:pt>
                <c:pt idx="35789">
                  <c:v>24.55</c:v>
                </c:pt>
                <c:pt idx="35790">
                  <c:v>24.6</c:v>
                </c:pt>
                <c:pt idx="35791">
                  <c:v>24.6</c:v>
                </c:pt>
                <c:pt idx="35792">
                  <c:v>24.6</c:v>
                </c:pt>
                <c:pt idx="35793">
                  <c:v>24.6</c:v>
                </c:pt>
                <c:pt idx="35794">
                  <c:v>24.55</c:v>
                </c:pt>
                <c:pt idx="35795">
                  <c:v>24.55</c:v>
                </c:pt>
                <c:pt idx="35796">
                  <c:v>24.5</c:v>
                </c:pt>
                <c:pt idx="35797">
                  <c:v>24.45</c:v>
                </c:pt>
                <c:pt idx="35798">
                  <c:v>24.4</c:v>
                </c:pt>
                <c:pt idx="35799">
                  <c:v>24.4</c:v>
                </c:pt>
                <c:pt idx="35800">
                  <c:v>24.35</c:v>
                </c:pt>
                <c:pt idx="35801">
                  <c:v>24.35</c:v>
                </c:pt>
                <c:pt idx="35802">
                  <c:v>24.35</c:v>
                </c:pt>
                <c:pt idx="35803">
                  <c:v>24.35</c:v>
                </c:pt>
                <c:pt idx="35804">
                  <c:v>24.35</c:v>
                </c:pt>
                <c:pt idx="35805">
                  <c:v>24.35</c:v>
                </c:pt>
                <c:pt idx="35806">
                  <c:v>24.35</c:v>
                </c:pt>
                <c:pt idx="35807">
                  <c:v>24.35</c:v>
                </c:pt>
                <c:pt idx="35808">
                  <c:v>24.35</c:v>
                </c:pt>
                <c:pt idx="35809">
                  <c:v>24.4</c:v>
                </c:pt>
                <c:pt idx="35810">
                  <c:v>24.4</c:v>
                </c:pt>
                <c:pt idx="35811">
                  <c:v>24.4</c:v>
                </c:pt>
                <c:pt idx="35812">
                  <c:v>24.45</c:v>
                </c:pt>
                <c:pt idx="35813">
                  <c:v>24.45</c:v>
                </c:pt>
                <c:pt idx="35814">
                  <c:v>24.45</c:v>
                </c:pt>
                <c:pt idx="35815">
                  <c:v>24.45</c:v>
                </c:pt>
                <c:pt idx="35816">
                  <c:v>24.5</c:v>
                </c:pt>
                <c:pt idx="35817">
                  <c:v>24.5</c:v>
                </c:pt>
                <c:pt idx="35818">
                  <c:v>24.5</c:v>
                </c:pt>
                <c:pt idx="35819">
                  <c:v>24.55</c:v>
                </c:pt>
                <c:pt idx="35820">
                  <c:v>24.55</c:v>
                </c:pt>
                <c:pt idx="35821">
                  <c:v>24.55</c:v>
                </c:pt>
                <c:pt idx="35822">
                  <c:v>24.55</c:v>
                </c:pt>
                <c:pt idx="35823">
                  <c:v>24.55</c:v>
                </c:pt>
                <c:pt idx="35824">
                  <c:v>24.55</c:v>
                </c:pt>
                <c:pt idx="35825">
                  <c:v>24.5</c:v>
                </c:pt>
                <c:pt idx="35826">
                  <c:v>24.45</c:v>
                </c:pt>
                <c:pt idx="35827">
                  <c:v>24.4</c:v>
                </c:pt>
                <c:pt idx="35828">
                  <c:v>24.4</c:v>
                </c:pt>
                <c:pt idx="35829">
                  <c:v>24.35</c:v>
                </c:pt>
                <c:pt idx="35830">
                  <c:v>24.35</c:v>
                </c:pt>
                <c:pt idx="35831">
                  <c:v>24.35</c:v>
                </c:pt>
                <c:pt idx="35832">
                  <c:v>24.35</c:v>
                </c:pt>
                <c:pt idx="35833">
                  <c:v>24.3</c:v>
                </c:pt>
                <c:pt idx="35834">
                  <c:v>24.35</c:v>
                </c:pt>
                <c:pt idx="35835">
                  <c:v>24.35</c:v>
                </c:pt>
                <c:pt idx="35836">
                  <c:v>24.35</c:v>
                </c:pt>
                <c:pt idx="35837">
                  <c:v>24.35</c:v>
                </c:pt>
                <c:pt idx="35838">
                  <c:v>24.35</c:v>
                </c:pt>
                <c:pt idx="35839">
                  <c:v>24.4</c:v>
                </c:pt>
                <c:pt idx="35840">
                  <c:v>24.4</c:v>
                </c:pt>
                <c:pt idx="35841">
                  <c:v>24.4</c:v>
                </c:pt>
                <c:pt idx="35842">
                  <c:v>24.45</c:v>
                </c:pt>
                <c:pt idx="35843">
                  <c:v>24.45</c:v>
                </c:pt>
                <c:pt idx="35844">
                  <c:v>24.45</c:v>
                </c:pt>
                <c:pt idx="35845">
                  <c:v>24.5</c:v>
                </c:pt>
                <c:pt idx="35846">
                  <c:v>24.5</c:v>
                </c:pt>
                <c:pt idx="35847">
                  <c:v>24.55</c:v>
                </c:pt>
                <c:pt idx="35848">
                  <c:v>24.55</c:v>
                </c:pt>
                <c:pt idx="35849">
                  <c:v>24.55</c:v>
                </c:pt>
                <c:pt idx="35850">
                  <c:v>24.55</c:v>
                </c:pt>
                <c:pt idx="35851">
                  <c:v>24.55</c:v>
                </c:pt>
                <c:pt idx="35852">
                  <c:v>24.55</c:v>
                </c:pt>
                <c:pt idx="35853">
                  <c:v>24.55</c:v>
                </c:pt>
                <c:pt idx="35854">
                  <c:v>24.5</c:v>
                </c:pt>
                <c:pt idx="35855">
                  <c:v>24.5</c:v>
                </c:pt>
                <c:pt idx="35856">
                  <c:v>24.45</c:v>
                </c:pt>
                <c:pt idx="35857">
                  <c:v>24.4</c:v>
                </c:pt>
                <c:pt idx="35858">
                  <c:v>24.4</c:v>
                </c:pt>
                <c:pt idx="35859">
                  <c:v>24.35</c:v>
                </c:pt>
                <c:pt idx="35860">
                  <c:v>24.35</c:v>
                </c:pt>
                <c:pt idx="35861">
                  <c:v>24.3</c:v>
                </c:pt>
                <c:pt idx="35862">
                  <c:v>24.3</c:v>
                </c:pt>
                <c:pt idx="35863">
                  <c:v>24.3</c:v>
                </c:pt>
                <c:pt idx="35864">
                  <c:v>24.3</c:v>
                </c:pt>
                <c:pt idx="35865">
                  <c:v>24.3</c:v>
                </c:pt>
                <c:pt idx="35866">
                  <c:v>24.35</c:v>
                </c:pt>
                <c:pt idx="35867">
                  <c:v>24.35</c:v>
                </c:pt>
                <c:pt idx="35868">
                  <c:v>24.35</c:v>
                </c:pt>
                <c:pt idx="35869">
                  <c:v>24.35</c:v>
                </c:pt>
                <c:pt idx="35870">
                  <c:v>24.35</c:v>
                </c:pt>
                <c:pt idx="35871">
                  <c:v>24.4</c:v>
                </c:pt>
                <c:pt idx="35872">
                  <c:v>24.4</c:v>
                </c:pt>
                <c:pt idx="35873">
                  <c:v>24.45</c:v>
                </c:pt>
                <c:pt idx="35874">
                  <c:v>24.45</c:v>
                </c:pt>
                <c:pt idx="35875">
                  <c:v>24.5</c:v>
                </c:pt>
                <c:pt idx="35876">
                  <c:v>24.5</c:v>
                </c:pt>
                <c:pt idx="35877">
                  <c:v>24.5</c:v>
                </c:pt>
                <c:pt idx="35878">
                  <c:v>24.55</c:v>
                </c:pt>
                <c:pt idx="35879">
                  <c:v>24.6</c:v>
                </c:pt>
                <c:pt idx="35880">
                  <c:v>24.6</c:v>
                </c:pt>
                <c:pt idx="35881">
                  <c:v>24.6</c:v>
                </c:pt>
                <c:pt idx="35882">
                  <c:v>24.6</c:v>
                </c:pt>
                <c:pt idx="35883">
                  <c:v>24.6</c:v>
                </c:pt>
                <c:pt idx="35884">
                  <c:v>24.6</c:v>
                </c:pt>
                <c:pt idx="35885">
                  <c:v>24.55</c:v>
                </c:pt>
                <c:pt idx="35886">
                  <c:v>24.5</c:v>
                </c:pt>
                <c:pt idx="35887">
                  <c:v>24.45</c:v>
                </c:pt>
                <c:pt idx="35888">
                  <c:v>24.4</c:v>
                </c:pt>
                <c:pt idx="35889">
                  <c:v>24.4</c:v>
                </c:pt>
                <c:pt idx="35890">
                  <c:v>24.35</c:v>
                </c:pt>
                <c:pt idx="35891">
                  <c:v>24.35</c:v>
                </c:pt>
                <c:pt idx="35892">
                  <c:v>24.35</c:v>
                </c:pt>
                <c:pt idx="35893">
                  <c:v>24.35</c:v>
                </c:pt>
                <c:pt idx="35894">
                  <c:v>24.3</c:v>
                </c:pt>
                <c:pt idx="35895">
                  <c:v>24.3</c:v>
                </c:pt>
                <c:pt idx="35896">
                  <c:v>24.35</c:v>
                </c:pt>
                <c:pt idx="35897">
                  <c:v>24.35</c:v>
                </c:pt>
                <c:pt idx="35898">
                  <c:v>24.35</c:v>
                </c:pt>
                <c:pt idx="35899">
                  <c:v>24.35</c:v>
                </c:pt>
                <c:pt idx="35900">
                  <c:v>24.4</c:v>
                </c:pt>
                <c:pt idx="35901">
                  <c:v>24.4</c:v>
                </c:pt>
                <c:pt idx="35902">
                  <c:v>24.4</c:v>
                </c:pt>
                <c:pt idx="35903">
                  <c:v>24.4</c:v>
                </c:pt>
                <c:pt idx="35904">
                  <c:v>24.45</c:v>
                </c:pt>
                <c:pt idx="35905">
                  <c:v>24.45</c:v>
                </c:pt>
                <c:pt idx="35906">
                  <c:v>24.45</c:v>
                </c:pt>
                <c:pt idx="35907">
                  <c:v>24.5</c:v>
                </c:pt>
                <c:pt idx="35908">
                  <c:v>24.5</c:v>
                </c:pt>
                <c:pt idx="35909">
                  <c:v>24.5</c:v>
                </c:pt>
                <c:pt idx="35910">
                  <c:v>24.55</c:v>
                </c:pt>
                <c:pt idx="35911">
                  <c:v>24.55</c:v>
                </c:pt>
                <c:pt idx="35912">
                  <c:v>24.55</c:v>
                </c:pt>
                <c:pt idx="35913">
                  <c:v>24.55</c:v>
                </c:pt>
                <c:pt idx="35914">
                  <c:v>24.5</c:v>
                </c:pt>
                <c:pt idx="35915">
                  <c:v>24.5</c:v>
                </c:pt>
                <c:pt idx="35916">
                  <c:v>24.45</c:v>
                </c:pt>
                <c:pt idx="35917">
                  <c:v>24.4</c:v>
                </c:pt>
                <c:pt idx="35918">
                  <c:v>24.35</c:v>
                </c:pt>
                <c:pt idx="35919">
                  <c:v>24.35</c:v>
                </c:pt>
                <c:pt idx="35920">
                  <c:v>24.35</c:v>
                </c:pt>
                <c:pt idx="35921">
                  <c:v>24.3</c:v>
                </c:pt>
                <c:pt idx="35922">
                  <c:v>24.3</c:v>
                </c:pt>
                <c:pt idx="35923">
                  <c:v>24.3</c:v>
                </c:pt>
                <c:pt idx="35924">
                  <c:v>24.3</c:v>
                </c:pt>
                <c:pt idx="35925">
                  <c:v>24.3</c:v>
                </c:pt>
                <c:pt idx="35926">
                  <c:v>24.3</c:v>
                </c:pt>
                <c:pt idx="35927">
                  <c:v>24.35</c:v>
                </c:pt>
                <c:pt idx="35928">
                  <c:v>24.35</c:v>
                </c:pt>
                <c:pt idx="35929">
                  <c:v>24.35</c:v>
                </c:pt>
                <c:pt idx="35930">
                  <c:v>24.35</c:v>
                </c:pt>
                <c:pt idx="35931">
                  <c:v>24.35</c:v>
                </c:pt>
                <c:pt idx="35932">
                  <c:v>24.4</c:v>
                </c:pt>
                <c:pt idx="35933">
                  <c:v>24.4</c:v>
                </c:pt>
                <c:pt idx="35934">
                  <c:v>24.45</c:v>
                </c:pt>
                <c:pt idx="35935">
                  <c:v>24.45</c:v>
                </c:pt>
                <c:pt idx="35936">
                  <c:v>24.5</c:v>
                </c:pt>
                <c:pt idx="35937">
                  <c:v>24.5</c:v>
                </c:pt>
                <c:pt idx="35938">
                  <c:v>24.55</c:v>
                </c:pt>
                <c:pt idx="35939">
                  <c:v>24.55</c:v>
                </c:pt>
                <c:pt idx="35940">
                  <c:v>24.55</c:v>
                </c:pt>
                <c:pt idx="35941">
                  <c:v>24.6</c:v>
                </c:pt>
                <c:pt idx="35942">
                  <c:v>24.6</c:v>
                </c:pt>
                <c:pt idx="35943">
                  <c:v>24.6</c:v>
                </c:pt>
                <c:pt idx="35944">
                  <c:v>24.55</c:v>
                </c:pt>
                <c:pt idx="35945">
                  <c:v>24.5</c:v>
                </c:pt>
                <c:pt idx="35946">
                  <c:v>24.45</c:v>
                </c:pt>
                <c:pt idx="35947">
                  <c:v>24.4</c:v>
                </c:pt>
                <c:pt idx="35948">
                  <c:v>24.4</c:v>
                </c:pt>
                <c:pt idx="35949">
                  <c:v>24.4</c:v>
                </c:pt>
                <c:pt idx="35950">
                  <c:v>24.35</c:v>
                </c:pt>
                <c:pt idx="35951">
                  <c:v>24.35</c:v>
                </c:pt>
                <c:pt idx="35952">
                  <c:v>24.35</c:v>
                </c:pt>
                <c:pt idx="35953">
                  <c:v>24.3</c:v>
                </c:pt>
                <c:pt idx="35954">
                  <c:v>24.35</c:v>
                </c:pt>
                <c:pt idx="35955">
                  <c:v>24.3</c:v>
                </c:pt>
                <c:pt idx="35956">
                  <c:v>24.35</c:v>
                </c:pt>
                <c:pt idx="35957">
                  <c:v>24.35</c:v>
                </c:pt>
                <c:pt idx="35958">
                  <c:v>24.35</c:v>
                </c:pt>
                <c:pt idx="35959">
                  <c:v>24.35</c:v>
                </c:pt>
                <c:pt idx="35960">
                  <c:v>24.35</c:v>
                </c:pt>
                <c:pt idx="35961">
                  <c:v>24.35</c:v>
                </c:pt>
                <c:pt idx="35962">
                  <c:v>24.4</c:v>
                </c:pt>
                <c:pt idx="35963">
                  <c:v>24.4</c:v>
                </c:pt>
                <c:pt idx="35964">
                  <c:v>24.45</c:v>
                </c:pt>
                <c:pt idx="35965">
                  <c:v>24.45</c:v>
                </c:pt>
                <c:pt idx="35966">
                  <c:v>24.5</c:v>
                </c:pt>
                <c:pt idx="35967">
                  <c:v>24.5</c:v>
                </c:pt>
                <c:pt idx="35968">
                  <c:v>24.55</c:v>
                </c:pt>
                <c:pt idx="35969">
                  <c:v>24.55</c:v>
                </c:pt>
                <c:pt idx="35970">
                  <c:v>24.55</c:v>
                </c:pt>
                <c:pt idx="35971">
                  <c:v>24.6</c:v>
                </c:pt>
                <c:pt idx="35972">
                  <c:v>24.6</c:v>
                </c:pt>
                <c:pt idx="35973">
                  <c:v>24.6</c:v>
                </c:pt>
                <c:pt idx="35974">
                  <c:v>24.55</c:v>
                </c:pt>
                <c:pt idx="35975">
                  <c:v>24.55</c:v>
                </c:pt>
                <c:pt idx="35976">
                  <c:v>24.5</c:v>
                </c:pt>
                <c:pt idx="35977">
                  <c:v>24.45</c:v>
                </c:pt>
                <c:pt idx="35978">
                  <c:v>24.4</c:v>
                </c:pt>
                <c:pt idx="35979">
                  <c:v>24.4</c:v>
                </c:pt>
                <c:pt idx="35980">
                  <c:v>24.35</c:v>
                </c:pt>
                <c:pt idx="35981">
                  <c:v>24.35</c:v>
                </c:pt>
                <c:pt idx="35982">
                  <c:v>24.35</c:v>
                </c:pt>
                <c:pt idx="35983">
                  <c:v>24.35</c:v>
                </c:pt>
                <c:pt idx="35984">
                  <c:v>24.35</c:v>
                </c:pt>
                <c:pt idx="35985">
                  <c:v>24.35</c:v>
                </c:pt>
                <c:pt idx="35986">
                  <c:v>24.35</c:v>
                </c:pt>
                <c:pt idx="35987">
                  <c:v>24.4</c:v>
                </c:pt>
                <c:pt idx="35988">
                  <c:v>24.4</c:v>
                </c:pt>
                <c:pt idx="35989">
                  <c:v>24.4</c:v>
                </c:pt>
                <c:pt idx="35990">
                  <c:v>24.4</c:v>
                </c:pt>
                <c:pt idx="35991">
                  <c:v>24.4</c:v>
                </c:pt>
                <c:pt idx="35992">
                  <c:v>24.45</c:v>
                </c:pt>
                <c:pt idx="35993">
                  <c:v>24.45</c:v>
                </c:pt>
                <c:pt idx="35994">
                  <c:v>24.45</c:v>
                </c:pt>
                <c:pt idx="35995">
                  <c:v>24.5</c:v>
                </c:pt>
                <c:pt idx="35996">
                  <c:v>24.5</c:v>
                </c:pt>
                <c:pt idx="35997">
                  <c:v>24.55</c:v>
                </c:pt>
                <c:pt idx="35998">
                  <c:v>24.55</c:v>
                </c:pt>
                <c:pt idx="35999">
                  <c:v>24.55</c:v>
                </c:pt>
                <c:pt idx="36000">
                  <c:v>24.6</c:v>
                </c:pt>
                <c:pt idx="36001">
                  <c:v>24.6</c:v>
                </c:pt>
                <c:pt idx="36002">
                  <c:v>24.6</c:v>
                </c:pt>
                <c:pt idx="36003">
                  <c:v>24.6</c:v>
                </c:pt>
                <c:pt idx="36004">
                  <c:v>24.55</c:v>
                </c:pt>
                <c:pt idx="36005">
                  <c:v>24.55</c:v>
                </c:pt>
                <c:pt idx="36006">
                  <c:v>24.5</c:v>
                </c:pt>
                <c:pt idx="36007">
                  <c:v>24.45</c:v>
                </c:pt>
                <c:pt idx="36008">
                  <c:v>24.4</c:v>
                </c:pt>
                <c:pt idx="36009">
                  <c:v>24.4</c:v>
                </c:pt>
                <c:pt idx="36010">
                  <c:v>24.4</c:v>
                </c:pt>
                <c:pt idx="36011">
                  <c:v>24.35</c:v>
                </c:pt>
                <c:pt idx="36012">
                  <c:v>24.35</c:v>
                </c:pt>
                <c:pt idx="36013">
                  <c:v>24.4</c:v>
                </c:pt>
                <c:pt idx="36014">
                  <c:v>24.35</c:v>
                </c:pt>
                <c:pt idx="36015">
                  <c:v>24.4</c:v>
                </c:pt>
                <c:pt idx="36016">
                  <c:v>24.4</c:v>
                </c:pt>
                <c:pt idx="36017">
                  <c:v>24.4</c:v>
                </c:pt>
                <c:pt idx="36018">
                  <c:v>24.4</c:v>
                </c:pt>
                <c:pt idx="36019">
                  <c:v>24.4</c:v>
                </c:pt>
                <c:pt idx="36020">
                  <c:v>24.45</c:v>
                </c:pt>
                <c:pt idx="36021">
                  <c:v>24.45</c:v>
                </c:pt>
                <c:pt idx="36022">
                  <c:v>24.45</c:v>
                </c:pt>
                <c:pt idx="36023">
                  <c:v>24.45</c:v>
                </c:pt>
                <c:pt idx="36024">
                  <c:v>24.5</c:v>
                </c:pt>
                <c:pt idx="36025">
                  <c:v>24.5</c:v>
                </c:pt>
                <c:pt idx="36026">
                  <c:v>24.5</c:v>
                </c:pt>
                <c:pt idx="36027">
                  <c:v>24.5</c:v>
                </c:pt>
                <c:pt idx="36028">
                  <c:v>24.55</c:v>
                </c:pt>
                <c:pt idx="36029">
                  <c:v>24.55</c:v>
                </c:pt>
                <c:pt idx="36030">
                  <c:v>24.55</c:v>
                </c:pt>
                <c:pt idx="36031">
                  <c:v>24.55</c:v>
                </c:pt>
                <c:pt idx="36032">
                  <c:v>24.6</c:v>
                </c:pt>
                <c:pt idx="36033">
                  <c:v>24.55</c:v>
                </c:pt>
                <c:pt idx="36034">
                  <c:v>24.55</c:v>
                </c:pt>
                <c:pt idx="36035">
                  <c:v>24.5</c:v>
                </c:pt>
                <c:pt idx="36036">
                  <c:v>24.45</c:v>
                </c:pt>
                <c:pt idx="36037">
                  <c:v>24.4</c:v>
                </c:pt>
                <c:pt idx="36038">
                  <c:v>24.4</c:v>
                </c:pt>
                <c:pt idx="36039">
                  <c:v>24.35</c:v>
                </c:pt>
                <c:pt idx="36040">
                  <c:v>24.35</c:v>
                </c:pt>
                <c:pt idx="36041">
                  <c:v>24.35</c:v>
                </c:pt>
                <c:pt idx="36042">
                  <c:v>24.35</c:v>
                </c:pt>
                <c:pt idx="36043">
                  <c:v>24.35</c:v>
                </c:pt>
                <c:pt idx="36044">
                  <c:v>24.35</c:v>
                </c:pt>
                <c:pt idx="36045">
                  <c:v>24.35</c:v>
                </c:pt>
                <c:pt idx="36046">
                  <c:v>24.4</c:v>
                </c:pt>
                <c:pt idx="36047">
                  <c:v>24.4</c:v>
                </c:pt>
                <c:pt idx="36048">
                  <c:v>24.4</c:v>
                </c:pt>
                <c:pt idx="36049">
                  <c:v>24.4</c:v>
                </c:pt>
                <c:pt idx="36050">
                  <c:v>24.45</c:v>
                </c:pt>
                <c:pt idx="36051">
                  <c:v>24.45</c:v>
                </c:pt>
                <c:pt idx="36052">
                  <c:v>24.45</c:v>
                </c:pt>
                <c:pt idx="36053">
                  <c:v>24.45</c:v>
                </c:pt>
                <c:pt idx="36054">
                  <c:v>24.5</c:v>
                </c:pt>
                <c:pt idx="36055">
                  <c:v>24.5</c:v>
                </c:pt>
                <c:pt idx="36056">
                  <c:v>24.5</c:v>
                </c:pt>
                <c:pt idx="36057">
                  <c:v>24.55</c:v>
                </c:pt>
                <c:pt idx="36058">
                  <c:v>24.55</c:v>
                </c:pt>
                <c:pt idx="36059">
                  <c:v>24.55</c:v>
                </c:pt>
                <c:pt idx="36060">
                  <c:v>24.55</c:v>
                </c:pt>
                <c:pt idx="36061">
                  <c:v>24.6</c:v>
                </c:pt>
                <c:pt idx="36062">
                  <c:v>24.6</c:v>
                </c:pt>
                <c:pt idx="36063">
                  <c:v>24.55</c:v>
                </c:pt>
                <c:pt idx="36064">
                  <c:v>24.55</c:v>
                </c:pt>
                <c:pt idx="36065">
                  <c:v>24.55</c:v>
                </c:pt>
                <c:pt idx="36066">
                  <c:v>24.45</c:v>
                </c:pt>
                <c:pt idx="36067">
                  <c:v>24.45</c:v>
                </c:pt>
                <c:pt idx="36068">
                  <c:v>24.45</c:v>
                </c:pt>
                <c:pt idx="36069">
                  <c:v>24.4</c:v>
                </c:pt>
                <c:pt idx="36070">
                  <c:v>24.4</c:v>
                </c:pt>
                <c:pt idx="36071">
                  <c:v>24.4</c:v>
                </c:pt>
                <c:pt idx="36072">
                  <c:v>24.35</c:v>
                </c:pt>
                <c:pt idx="36073">
                  <c:v>24.35</c:v>
                </c:pt>
                <c:pt idx="36074">
                  <c:v>24.35</c:v>
                </c:pt>
                <c:pt idx="36075">
                  <c:v>24.35</c:v>
                </c:pt>
                <c:pt idx="36076">
                  <c:v>24.35</c:v>
                </c:pt>
                <c:pt idx="36077">
                  <c:v>24.4</c:v>
                </c:pt>
                <c:pt idx="36078">
                  <c:v>24.4</c:v>
                </c:pt>
                <c:pt idx="36079">
                  <c:v>24.4</c:v>
                </c:pt>
                <c:pt idx="36080">
                  <c:v>24.4</c:v>
                </c:pt>
                <c:pt idx="36081">
                  <c:v>24.4</c:v>
                </c:pt>
                <c:pt idx="36082">
                  <c:v>24.45</c:v>
                </c:pt>
                <c:pt idx="36083">
                  <c:v>24.45</c:v>
                </c:pt>
                <c:pt idx="36084">
                  <c:v>24.45</c:v>
                </c:pt>
                <c:pt idx="36085">
                  <c:v>24.5</c:v>
                </c:pt>
                <c:pt idx="36086">
                  <c:v>24.5</c:v>
                </c:pt>
                <c:pt idx="36087">
                  <c:v>24.5</c:v>
                </c:pt>
                <c:pt idx="36088">
                  <c:v>24.55</c:v>
                </c:pt>
                <c:pt idx="36089">
                  <c:v>24.55</c:v>
                </c:pt>
                <c:pt idx="36090">
                  <c:v>24.55</c:v>
                </c:pt>
                <c:pt idx="36091">
                  <c:v>24.55</c:v>
                </c:pt>
                <c:pt idx="36092">
                  <c:v>24.55</c:v>
                </c:pt>
                <c:pt idx="36093">
                  <c:v>24.55</c:v>
                </c:pt>
                <c:pt idx="36094">
                  <c:v>24.55</c:v>
                </c:pt>
                <c:pt idx="36095">
                  <c:v>24.5</c:v>
                </c:pt>
                <c:pt idx="36096">
                  <c:v>24.45</c:v>
                </c:pt>
                <c:pt idx="36097">
                  <c:v>24.4</c:v>
                </c:pt>
                <c:pt idx="36098">
                  <c:v>24.4</c:v>
                </c:pt>
                <c:pt idx="36099">
                  <c:v>24.35</c:v>
                </c:pt>
                <c:pt idx="36100">
                  <c:v>24.35</c:v>
                </c:pt>
                <c:pt idx="36101">
                  <c:v>24.35</c:v>
                </c:pt>
                <c:pt idx="36102">
                  <c:v>24.3</c:v>
                </c:pt>
                <c:pt idx="36103">
                  <c:v>24.3</c:v>
                </c:pt>
                <c:pt idx="36104">
                  <c:v>24.35</c:v>
                </c:pt>
                <c:pt idx="36105">
                  <c:v>24.35</c:v>
                </c:pt>
                <c:pt idx="36106">
                  <c:v>24.35</c:v>
                </c:pt>
                <c:pt idx="36107">
                  <c:v>24.35</c:v>
                </c:pt>
                <c:pt idx="36108">
                  <c:v>24.35</c:v>
                </c:pt>
                <c:pt idx="36109">
                  <c:v>24.4</c:v>
                </c:pt>
                <c:pt idx="36110">
                  <c:v>24.4</c:v>
                </c:pt>
                <c:pt idx="36111">
                  <c:v>24.4</c:v>
                </c:pt>
                <c:pt idx="36112">
                  <c:v>24.45</c:v>
                </c:pt>
                <c:pt idx="36113">
                  <c:v>24.45</c:v>
                </c:pt>
                <c:pt idx="36114">
                  <c:v>24.45</c:v>
                </c:pt>
                <c:pt idx="36115">
                  <c:v>24.5</c:v>
                </c:pt>
                <c:pt idx="36116">
                  <c:v>24.5</c:v>
                </c:pt>
                <c:pt idx="36117">
                  <c:v>24.55</c:v>
                </c:pt>
                <c:pt idx="36118">
                  <c:v>24.55</c:v>
                </c:pt>
                <c:pt idx="36119">
                  <c:v>24.55</c:v>
                </c:pt>
                <c:pt idx="36120">
                  <c:v>24.55</c:v>
                </c:pt>
                <c:pt idx="36121">
                  <c:v>24.6</c:v>
                </c:pt>
                <c:pt idx="36122">
                  <c:v>24.55</c:v>
                </c:pt>
                <c:pt idx="36123">
                  <c:v>24.55</c:v>
                </c:pt>
                <c:pt idx="36124">
                  <c:v>24.5</c:v>
                </c:pt>
                <c:pt idx="36125">
                  <c:v>24.5</c:v>
                </c:pt>
                <c:pt idx="36126">
                  <c:v>24.4</c:v>
                </c:pt>
                <c:pt idx="36127">
                  <c:v>24.4</c:v>
                </c:pt>
                <c:pt idx="36128">
                  <c:v>24.35</c:v>
                </c:pt>
                <c:pt idx="36129">
                  <c:v>24.35</c:v>
                </c:pt>
                <c:pt idx="36130">
                  <c:v>24.3</c:v>
                </c:pt>
                <c:pt idx="36131">
                  <c:v>24.3</c:v>
                </c:pt>
                <c:pt idx="36132">
                  <c:v>24.35</c:v>
                </c:pt>
                <c:pt idx="36133">
                  <c:v>24.3</c:v>
                </c:pt>
                <c:pt idx="36134">
                  <c:v>24.3</c:v>
                </c:pt>
                <c:pt idx="36135">
                  <c:v>24.3</c:v>
                </c:pt>
                <c:pt idx="36136">
                  <c:v>24.3</c:v>
                </c:pt>
                <c:pt idx="36137">
                  <c:v>24.35</c:v>
                </c:pt>
                <c:pt idx="36138">
                  <c:v>24.35</c:v>
                </c:pt>
                <c:pt idx="36139">
                  <c:v>24.35</c:v>
                </c:pt>
                <c:pt idx="36140">
                  <c:v>24.4</c:v>
                </c:pt>
                <c:pt idx="36141">
                  <c:v>24.4</c:v>
                </c:pt>
                <c:pt idx="36142">
                  <c:v>24.45</c:v>
                </c:pt>
                <c:pt idx="36143">
                  <c:v>24.45</c:v>
                </c:pt>
                <c:pt idx="36144">
                  <c:v>24.45</c:v>
                </c:pt>
                <c:pt idx="36145">
                  <c:v>24.5</c:v>
                </c:pt>
                <c:pt idx="36146">
                  <c:v>24.5</c:v>
                </c:pt>
                <c:pt idx="36147">
                  <c:v>24.5</c:v>
                </c:pt>
                <c:pt idx="36148">
                  <c:v>24.55</c:v>
                </c:pt>
                <c:pt idx="36149">
                  <c:v>24.55</c:v>
                </c:pt>
                <c:pt idx="36150">
                  <c:v>24.55</c:v>
                </c:pt>
                <c:pt idx="36151">
                  <c:v>24.55</c:v>
                </c:pt>
                <c:pt idx="36152">
                  <c:v>24.6</c:v>
                </c:pt>
                <c:pt idx="36153">
                  <c:v>24.55</c:v>
                </c:pt>
                <c:pt idx="36154">
                  <c:v>24.5</c:v>
                </c:pt>
                <c:pt idx="36155">
                  <c:v>24.45</c:v>
                </c:pt>
                <c:pt idx="36156">
                  <c:v>24.45</c:v>
                </c:pt>
                <c:pt idx="36157">
                  <c:v>24.4</c:v>
                </c:pt>
                <c:pt idx="36158">
                  <c:v>24.4</c:v>
                </c:pt>
                <c:pt idx="36159">
                  <c:v>24.35</c:v>
                </c:pt>
                <c:pt idx="36160">
                  <c:v>24.35</c:v>
                </c:pt>
                <c:pt idx="36161">
                  <c:v>24.35</c:v>
                </c:pt>
                <c:pt idx="36162">
                  <c:v>24.35</c:v>
                </c:pt>
                <c:pt idx="36163">
                  <c:v>24.3</c:v>
                </c:pt>
                <c:pt idx="36164">
                  <c:v>24.35</c:v>
                </c:pt>
                <c:pt idx="36165">
                  <c:v>24.35</c:v>
                </c:pt>
                <c:pt idx="36166">
                  <c:v>24.35</c:v>
                </c:pt>
                <c:pt idx="36167">
                  <c:v>24.35</c:v>
                </c:pt>
                <c:pt idx="36168">
                  <c:v>24.35</c:v>
                </c:pt>
                <c:pt idx="36169">
                  <c:v>24.4</c:v>
                </c:pt>
                <c:pt idx="36170">
                  <c:v>24.4</c:v>
                </c:pt>
                <c:pt idx="36171">
                  <c:v>24.4</c:v>
                </c:pt>
                <c:pt idx="36172">
                  <c:v>24.45</c:v>
                </c:pt>
                <c:pt idx="36173">
                  <c:v>24.45</c:v>
                </c:pt>
                <c:pt idx="36174">
                  <c:v>24.5</c:v>
                </c:pt>
                <c:pt idx="36175">
                  <c:v>24.5</c:v>
                </c:pt>
                <c:pt idx="36176">
                  <c:v>24.5</c:v>
                </c:pt>
                <c:pt idx="36177">
                  <c:v>24.55</c:v>
                </c:pt>
                <c:pt idx="36178">
                  <c:v>24.55</c:v>
                </c:pt>
                <c:pt idx="36179">
                  <c:v>24.6</c:v>
                </c:pt>
                <c:pt idx="36180">
                  <c:v>24.6</c:v>
                </c:pt>
                <c:pt idx="36181">
                  <c:v>24.6</c:v>
                </c:pt>
                <c:pt idx="36182">
                  <c:v>24.6</c:v>
                </c:pt>
                <c:pt idx="36183">
                  <c:v>24.6</c:v>
                </c:pt>
                <c:pt idx="36184">
                  <c:v>24.55</c:v>
                </c:pt>
                <c:pt idx="36185">
                  <c:v>24.55</c:v>
                </c:pt>
                <c:pt idx="36186">
                  <c:v>24.45</c:v>
                </c:pt>
                <c:pt idx="36187">
                  <c:v>24.45</c:v>
                </c:pt>
                <c:pt idx="36188">
                  <c:v>24.4</c:v>
                </c:pt>
                <c:pt idx="36189">
                  <c:v>24.4</c:v>
                </c:pt>
                <c:pt idx="36190">
                  <c:v>24.35</c:v>
                </c:pt>
                <c:pt idx="36191">
                  <c:v>24.35</c:v>
                </c:pt>
                <c:pt idx="36192">
                  <c:v>24.35</c:v>
                </c:pt>
                <c:pt idx="36193">
                  <c:v>24.35</c:v>
                </c:pt>
                <c:pt idx="36194">
                  <c:v>24.35</c:v>
                </c:pt>
                <c:pt idx="36195">
                  <c:v>24.35</c:v>
                </c:pt>
                <c:pt idx="36196">
                  <c:v>24.35</c:v>
                </c:pt>
                <c:pt idx="36197">
                  <c:v>24.35</c:v>
                </c:pt>
                <c:pt idx="36198">
                  <c:v>24.4</c:v>
                </c:pt>
                <c:pt idx="36199">
                  <c:v>24.4</c:v>
                </c:pt>
                <c:pt idx="36200">
                  <c:v>24.4</c:v>
                </c:pt>
                <c:pt idx="36201">
                  <c:v>24.4</c:v>
                </c:pt>
                <c:pt idx="36202">
                  <c:v>24.45</c:v>
                </c:pt>
                <c:pt idx="36203">
                  <c:v>24.45</c:v>
                </c:pt>
                <c:pt idx="36204">
                  <c:v>24.45</c:v>
                </c:pt>
                <c:pt idx="36205">
                  <c:v>24.45</c:v>
                </c:pt>
                <c:pt idx="36206">
                  <c:v>24.5</c:v>
                </c:pt>
                <c:pt idx="36207">
                  <c:v>24.55</c:v>
                </c:pt>
                <c:pt idx="36208">
                  <c:v>24.55</c:v>
                </c:pt>
                <c:pt idx="36209">
                  <c:v>24.55</c:v>
                </c:pt>
                <c:pt idx="36210">
                  <c:v>24.6</c:v>
                </c:pt>
                <c:pt idx="36211">
                  <c:v>24.6</c:v>
                </c:pt>
                <c:pt idx="36212">
                  <c:v>24.6</c:v>
                </c:pt>
                <c:pt idx="36213">
                  <c:v>24.6</c:v>
                </c:pt>
                <c:pt idx="36214">
                  <c:v>24.55</c:v>
                </c:pt>
                <c:pt idx="36215">
                  <c:v>24.5</c:v>
                </c:pt>
                <c:pt idx="36216">
                  <c:v>24.5</c:v>
                </c:pt>
                <c:pt idx="36217">
                  <c:v>24.45</c:v>
                </c:pt>
                <c:pt idx="36218">
                  <c:v>24.4</c:v>
                </c:pt>
                <c:pt idx="36219">
                  <c:v>24.4</c:v>
                </c:pt>
                <c:pt idx="36220">
                  <c:v>24.4</c:v>
                </c:pt>
                <c:pt idx="36221">
                  <c:v>24.35</c:v>
                </c:pt>
                <c:pt idx="36222">
                  <c:v>24.4</c:v>
                </c:pt>
                <c:pt idx="36223">
                  <c:v>24.35</c:v>
                </c:pt>
                <c:pt idx="36224">
                  <c:v>24.35</c:v>
                </c:pt>
                <c:pt idx="36225">
                  <c:v>24.35</c:v>
                </c:pt>
                <c:pt idx="36226">
                  <c:v>24.35</c:v>
                </c:pt>
                <c:pt idx="36227">
                  <c:v>24.35</c:v>
                </c:pt>
                <c:pt idx="36228">
                  <c:v>24.35</c:v>
                </c:pt>
                <c:pt idx="36229">
                  <c:v>24.4</c:v>
                </c:pt>
                <c:pt idx="36230">
                  <c:v>24.4</c:v>
                </c:pt>
                <c:pt idx="36231">
                  <c:v>24.45</c:v>
                </c:pt>
                <c:pt idx="36232">
                  <c:v>24.45</c:v>
                </c:pt>
                <c:pt idx="36233">
                  <c:v>24.45</c:v>
                </c:pt>
                <c:pt idx="36234">
                  <c:v>24.5</c:v>
                </c:pt>
                <c:pt idx="36235">
                  <c:v>24.5</c:v>
                </c:pt>
                <c:pt idx="36236">
                  <c:v>24.5</c:v>
                </c:pt>
                <c:pt idx="36237">
                  <c:v>24.5</c:v>
                </c:pt>
                <c:pt idx="36238">
                  <c:v>24.55</c:v>
                </c:pt>
                <c:pt idx="36239">
                  <c:v>24.55</c:v>
                </c:pt>
                <c:pt idx="36240">
                  <c:v>24.6</c:v>
                </c:pt>
                <c:pt idx="36241">
                  <c:v>24.55</c:v>
                </c:pt>
                <c:pt idx="36242">
                  <c:v>24.55</c:v>
                </c:pt>
                <c:pt idx="36243">
                  <c:v>24.55</c:v>
                </c:pt>
                <c:pt idx="36244">
                  <c:v>24.55</c:v>
                </c:pt>
                <c:pt idx="36245">
                  <c:v>24.5</c:v>
                </c:pt>
                <c:pt idx="36246">
                  <c:v>24.45</c:v>
                </c:pt>
                <c:pt idx="36247">
                  <c:v>24.4</c:v>
                </c:pt>
                <c:pt idx="36248">
                  <c:v>24.35</c:v>
                </c:pt>
                <c:pt idx="36249">
                  <c:v>24.35</c:v>
                </c:pt>
                <c:pt idx="36250">
                  <c:v>24.35</c:v>
                </c:pt>
                <c:pt idx="36251">
                  <c:v>24.35</c:v>
                </c:pt>
                <c:pt idx="36252">
                  <c:v>24.35</c:v>
                </c:pt>
                <c:pt idx="36253">
                  <c:v>24.35</c:v>
                </c:pt>
                <c:pt idx="36254">
                  <c:v>24.35</c:v>
                </c:pt>
                <c:pt idx="36255">
                  <c:v>24.35</c:v>
                </c:pt>
                <c:pt idx="36256">
                  <c:v>24.4</c:v>
                </c:pt>
                <c:pt idx="36257">
                  <c:v>24.35</c:v>
                </c:pt>
                <c:pt idx="36258">
                  <c:v>24.35</c:v>
                </c:pt>
                <c:pt idx="36259">
                  <c:v>24.4</c:v>
                </c:pt>
                <c:pt idx="36260">
                  <c:v>24.4</c:v>
                </c:pt>
                <c:pt idx="36261">
                  <c:v>24.4</c:v>
                </c:pt>
                <c:pt idx="36262">
                  <c:v>24.4</c:v>
                </c:pt>
                <c:pt idx="36263">
                  <c:v>24.45</c:v>
                </c:pt>
                <c:pt idx="36264">
                  <c:v>24.45</c:v>
                </c:pt>
                <c:pt idx="36265">
                  <c:v>24.45</c:v>
                </c:pt>
                <c:pt idx="36266">
                  <c:v>24.5</c:v>
                </c:pt>
                <c:pt idx="36267">
                  <c:v>24.5</c:v>
                </c:pt>
                <c:pt idx="36268">
                  <c:v>24.5</c:v>
                </c:pt>
                <c:pt idx="36269">
                  <c:v>24.55</c:v>
                </c:pt>
                <c:pt idx="36270">
                  <c:v>24.55</c:v>
                </c:pt>
                <c:pt idx="36271">
                  <c:v>24.55</c:v>
                </c:pt>
                <c:pt idx="36272">
                  <c:v>24.55</c:v>
                </c:pt>
                <c:pt idx="36273">
                  <c:v>24.55</c:v>
                </c:pt>
                <c:pt idx="36274">
                  <c:v>24.55</c:v>
                </c:pt>
                <c:pt idx="36275">
                  <c:v>24.5</c:v>
                </c:pt>
                <c:pt idx="36276">
                  <c:v>24.45</c:v>
                </c:pt>
                <c:pt idx="36277">
                  <c:v>24.4</c:v>
                </c:pt>
                <c:pt idx="36278">
                  <c:v>24.4</c:v>
                </c:pt>
                <c:pt idx="36279">
                  <c:v>24.35</c:v>
                </c:pt>
                <c:pt idx="36280">
                  <c:v>24.35</c:v>
                </c:pt>
                <c:pt idx="36281">
                  <c:v>24.3</c:v>
                </c:pt>
                <c:pt idx="36282">
                  <c:v>24.3</c:v>
                </c:pt>
                <c:pt idx="36283">
                  <c:v>24.3</c:v>
                </c:pt>
                <c:pt idx="36284">
                  <c:v>24.3</c:v>
                </c:pt>
                <c:pt idx="36285">
                  <c:v>24.3</c:v>
                </c:pt>
                <c:pt idx="36286">
                  <c:v>24.3</c:v>
                </c:pt>
                <c:pt idx="36287">
                  <c:v>24.3</c:v>
                </c:pt>
                <c:pt idx="36288">
                  <c:v>24.35</c:v>
                </c:pt>
                <c:pt idx="36289">
                  <c:v>24.35</c:v>
                </c:pt>
                <c:pt idx="36290">
                  <c:v>24.35</c:v>
                </c:pt>
                <c:pt idx="36291">
                  <c:v>24.4</c:v>
                </c:pt>
                <c:pt idx="36292">
                  <c:v>24.45</c:v>
                </c:pt>
                <c:pt idx="36293">
                  <c:v>24.45</c:v>
                </c:pt>
                <c:pt idx="36294">
                  <c:v>24.45</c:v>
                </c:pt>
                <c:pt idx="36295">
                  <c:v>24.5</c:v>
                </c:pt>
                <c:pt idx="36296">
                  <c:v>24.5</c:v>
                </c:pt>
                <c:pt idx="36297">
                  <c:v>24.5</c:v>
                </c:pt>
                <c:pt idx="36298">
                  <c:v>24.55</c:v>
                </c:pt>
                <c:pt idx="36299">
                  <c:v>24.55</c:v>
                </c:pt>
                <c:pt idx="36300">
                  <c:v>24.6</c:v>
                </c:pt>
                <c:pt idx="36301">
                  <c:v>24.6</c:v>
                </c:pt>
                <c:pt idx="36302">
                  <c:v>24.6</c:v>
                </c:pt>
                <c:pt idx="36303">
                  <c:v>24.55</c:v>
                </c:pt>
                <c:pt idx="36304">
                  <c:v>24.55</c:v>
                </c:pt>
                <c:pt idx="36305">
                  <c:v>24.5</c:v>
                </c:pt>
                <c:pt idx="36306">
                  <c:v>24.45</c:v>
                </c:pt>
                <c:pt idx="36307">
                  <c:v>24.4</c:v>
                </c:pt>
                <c:pt idx="36308">
                  <c:v>24.35</c:v>
                </c:pt>
                <c:pt idx="36309">
                  <c:v>24.35</c:v>
                </c:pt>
                <c:pt idx="36310">
                  <c:v>24.3</c:v>
                </c:pt>
                <c:pt idx="36311">
                  <c:v>24.3</c:v>
                </c:pt>
                <c:pt idx="36312">
                  <c:v>24.3</c:v>
                </c:pt>
                <c:pt idx="36313">
                  <c:v>24.3</c:v>
                </c:pt>
                <c:pt idx="36314">
                  <c:v>24.3</c:v>
                </c:pt>
                <c:pt idx="36315">
                  <c:v>24.3</c:v>
                </c:pt>
                <c:pt idx="36316">
                  <c:v>24.3</c:v>
                </c:pt>
                <c:pt idx="36317">
                  <c:v>24.35</c:v>
                </c:pt>
                <c:pt idx="36318">
                  <c:v>24.35</c:v>
                </c:pt>
                <c:pt idx="36319">
                  <c:v>24.35</c:v>
                </c:pt>
                <c:pt idx="36320">
                  <c:v>24.4</c:v>
                </c:pt>
                <c:pt idx="36321">
                  <c:v>24.4</c:v>
                </c:pt>
                <c:pt idx="36322">
                  <c:v>24.4</c:v>
                </c:pt>
                <c:pt idx="36323">
                  <c:v>24.45</c:v>
                </c:pt>
                <c:pt idx="36324">
                  <c:v>24.45</c:v>
                </c:pt>
                <c:pt idx="36325">
                  <c:v>24.45</c:v>
                </c:pt>
                <c:pt idx="36326">
                  <c:v>24.5</c:v>
                </c:pt>
                <c:pt idx="36327">
                  <c:v>24.5</c:v>
                </c:pt>
                <c:pt idx="36328">
                  <c:v>24.55</c:v>
                </c:pt>
                <c:pt idx="36329">
                  <c:v>24.55</c:v>
                </c:pt>
                <c:pt idx="36330">
                  <c:v>24.55</c:v>
                </c:pt>
                <c:pt idx="36331">
                  <c:v>24.6</c:v>
                </c:pt>
                <c:pt idx="36332">
                  <c:v>24.6</c:v>
                </c:pt>
                <c:pt idx="36333">
                  <c:v>24.55</c:v>
                </c:pt>
                <c:pt idx="36334">
                  <c:v>24.55</c:v>
                </c:pt>
                <c:pt idx="36335">
                  <c:v>24.5</c:v>
                </c:pt>
                <c:pt idx="36336">
                  <c:v>24.45</c:v>
                </c:pt>
                <c:pt idx="36337">
                  <c:v>24.45</c:v>
                </c:pt>
                <c:pt idx="36338">
                  <c:v>24.4</c:v>
                </c:pt>
                <c:pt idx="36339">
                  <c:v>24.35</c:v>
                </c:pt>
                <c:pt idx="36340">
                  <c:v>24.35</c:v>
                </c:pt>
                <c:pt idx="36341">
                  <c:v>24.35</c:v>
                </c:pt>
                <c:pt idx="36342">
                  <c:v>24.35</c:v>
                </c:pt>
                <c:pt idx="36343">
                  <c:v>24.3</c:v>
                </c:pt>
                <c:pt idx="36344">
                  <c:v>24.35</c:v>
                </c:pt>
                <c:pt idx="36345">
                  <c:v>24.35</c:v>
                </c:pt>
                <c:pt idx="36346">
                  <c:v>24.35</c:v>
                </c:pt>
                <c:pt idx="36347">
                  <c:v>24.35</c:v>
                </c:pt>
                <c:pt idx="36348">
                  <c:v>24.35</c:v>
                </c:pt>
                <c:pt idx="36349">
                  <c:v>24.4</c:v>
                </c:pt>
                <c:pt idx="36350">
                  <c:v>24.4</c:v>
                </c:pt>
                <c:pt idx="36351">
                  <c:v>24.4</c:v>
                </c:pt>
                <c:pt idx="36352">
                  <c:v>24.4</c:v>
                </c:pt>
                <c:pt idx="36353">
                  <c:v>24.45</c:v>
                </c:pt>
                <c:pt idx="36354">
                  <c:v>24.45</c:v>
                </c:pt>
                <c:pt idx="36355">
                  <c:v>24.45</c:v>
                </c:pt>
                <c:pt idx="36356">
                  <c:v>24.5</c:v>
                </c:pt>
                <c:pt idx="36357">
                  <c:v>24.5</c:v>
                </c:pt>
                <c:pt idx="36358">
                  <c:v>24.55</c:v>
                </c:pt>
                <c:pt idx="36359">
                  <c:v>24.55</c:v>
                </c:pt>
                <c:pt idx="36360">
                  <c:v>24.55</c:v>
                </c:pt>
                <c:pt idx="36361">
                  <c:v>24.6</c:v>
                </c:pt>
                <c:pt idx="36362">
                  <c:v>24.6</c:v>
                </c:pt>
                <c:pt idx="36363">
                  <c:v>24.55</c:v>
                </c:pt>
                <c:pt idx="36364">
                  <c:v>24.55</c:v>
                </c:pt>
                <c:pt idx="36365">
                  <c:v>24.5</c:v>
                </c:pt>
                <c:pt idx="36366">
                  <c:v>24.45</c:v>
                </c:pt>
                <c:pt idx="36367">
                  <c:v>24.4</c:v>
                </c:pt>
                <c:pt idx="36368">
                  <c:v>24.4</c:v>
                </c:pt>
                <c:pt idx="36369">
                  <c:v>24.35</c:v>
                </c:pt>
                <c:pt idx="36370">
                  <c:v>24.35</c:v>
                </c:pt>
                <c:pt idx="36371">
                  <c:v>24.35</c:v>
                </c:pt>
                <c:pt idx="36372">
                  <c:v>24.35</c:v>
                </c:pt>
                <c:pt idx="36373">
                  <c:v>24.35</c:v>
                </c:pt>
                <c:pt idx="36374">
                  <c:v>24.35</c:v>
                </c:pt>
                <c:pt idx="36375">
                  <c:v>24.35</c:v>
                </c:pt>
                <c:pt idx="36376">
                  <c:v>24.35</c:v>
                </c:pt>
                <c:pt idx="36377">
                  <c:v>24.35</c:v>
                </c:pt>
                <c:pt idx="36378">
                  <c:v>24.4</c:v>
                </c:pt>
                <c:pt idx="36379">
                  <c:v>24.4</c:v>
                </c:pt>
                <c:pt idx="36380">
                  <c:v>24.4</c:v>
                </c:pt>
                <c:pt idx="36381">
                  <c:v>24.4</c:v>
                </c:pt>
                <c:pt idx="36382">
                  <c:v>24.45</c:v>
                </c:pt>
                <c:pt idx="36383">
                  <c:v>24.45</c:v>
                </c:pt>
                <c:pt idx="36384">
                  <c:v>24.45</c:v>
                </c:pt>
                <c:pt idx="36385">
                  <c:v>24.45</c:v>
                </c:pt>
                <c:pt idx="36386">
                  <c:v>24.5</c:v>
                </c:pt>
                <c:pt idx="36387">
                  <c:v>24.5</c:v>
                </c:pt>
                <c:pt idx="36388">
                  <c:v>24.5</c:v>
                </c:pt>
                <c:pt idx="36389">
                  <c:v>24.5</c:v>
                </c:pt>
                <c:pt idx="36390">
                  <c:v>24.55</c:v>
                </c:pt>
                <c:pt idx="36391">
                  <c:v>24.55</c:v>
                </c:pt>
                <c:pt idx="36392">
                  <c:v>24.55</c:v>
                </c:pt>
                <c:pt idx="36393">
                  <c:v>24.55</c:v>
                </c:pt>
                <c:pt idx="36394">
                  <c:v>24.5</c:v>
                </c:pt>
                <c:pt idx="36395">
                  <c:v>24.5</c:v>
                </c:pt>
                <c:pt idx="36396">
                  <c:v>24.45</c:v>
                </c:pt>
                <c:pt idx="36397">
                  <c:v>24.4</c:v>
                </c:pt>
                <c:pt idx="36398">
                  <c:v>24.4</c:v>
                </c:pt>
                <c:pt idx="36399">
                  <c:v>24.35</c:v>
                </c:pt>
                <c:pt idx="36400">
                  <c:v>24.3</c:v>
                </c:pt>
                <c:pt idx="36401">
                  <c:v>24.3</c:v>
                </c:pt>
                <c:pt idx="36402">
                  <c:v>24.3</c:v>
                </c:pt>
                <c:pt idx="36403">
                  <c:v>24.3</c:v>
                </c:pt>
                <c:pt idx="36404">
                  <c:v>24.35</c:v>
                </c:pt>
                <c:pt idx="36405">
                  <c:v>24.35</c:v>
                </c:pt>
                <c:pt idx="36406">
                  <c:v>24.35</c:v>
                </c:pt>
                <c:pt idx="36407">
                  <c:v>24.35</c:v>
                </c:pt>
                <c:pt idx="36408">
                  <c:v>24.35</c:v>
                </c:pt>
                <c:pt idx="36409">
                  <c:v>24.4</c:v>
                </c:pt>
                <c:pt idx="36410">
                  <c:v>24.4</c:v>
                </c:pt>
                <c:pt idx="36411">
                  <c:v>24.4</c:v>
                </c:pt>
                <c:pt idx="36412">
                  <c:v>24.4</c:v>
                </c:pt>
                <c:pt idx="36413">
                  <c:v>24.45</c:v>
                </c:pt>
                <c:pt idx="36414">
                  <c:v>24.45</c:v>
                </c:pt>
                <c:pt idx="36415">
                  <c:v>24.45</c:v>
                </c:pt>
                <c:pt idx="36416">
                  <c:v>24.45</c:v>
                </c:pt>
                <c:pt idx="36417">
                  <c:v>24.5</c:v>
                </c:pt>
                <c:pt idx="36418">
                  <c:v>24.5</c:v>
                </c:pt>
                <c:pt idx="36419">
                  <c:v>24.55</c:v>
                </c:pt>
                <c:pt idx="36420">
                  <c:v>24.55</c:v>
                </c:pt>
                <c:pt idx="36421">
                  <c:v>24.6</c:v>
                </c:pt>
                <c:pt idx="36422">
                  <c:v>24.55</c:v>
                </c:pt>
                <c:pt idx="36423">
                  <c:v>24.55</c:v>
                </c:pt>
                <c:pt idx="36424">
                  <c:v>24.55</c:v>
                </c:pt>
                <c:pt idx="36425">
                  <c:v>24.5</c:v>
                </c:pt>
                <c:pt idx="36426">
                  <c:v>24.45</c:v>
                </c:pt>
                <c:pt idx="36427">
                  <c:v>24.45</c:v>
                </c:pt>
                <c:pt idx="36428">
                  <c:v>24.4</c:v>
                </c:pt>
                <c:pt idx="36429">
                  <c:v>24.4</c:v>
                </c:pt>
                <c:pt idx="36430">
                  <c:v>24.4</c:v>
                </c:pt>
                <c:pt idx="36431">
                  <c:v>24.35</c:v>
                </c:pt>
                <c:pt idx="36432">
                  <c:v>24.35</c:v>
                </c:pt>
                <c:pt idx="36433">
                  <c:v>24.35</c:v>
                </c:pt>
                <c:pt idx="36434">
                  <c:v>24.35</c:v>
                </c:pt>
                <c:pt idx="36435">
                  <c:v>24.35</c:v>
                </c:pt>
                <c:pt idx="36436">
                  <c:v>24.35</c:v>
                </c:pt>
                <c:pt idx="36437">
                  <c:v>24.35</c:v>
                </c:pt>
                <c:pt idx="36438">
                  <c:v>24.35</c:v>
                </c:pt>
                <c:pt idx="36439">
                  <c:v>24.4</c:v>
                </c:pt>
                <c:pt idx="36440">
                  <c:v>24.4</c:v>
                </c:pt>
                <c:pt idx="36441">
                  <c:v>24.4</c:v>
                </c:pt>
                <c:pt idx="36442">
                  <c:v>24.45</c:v>
                </c:pt>
                <c:pt idx="36443">
                  <c:v>24.45</c:v>
                </c:pt>
                <c:pt idx="36444">
                  <c:v>24.45</c:v>
                </c:pt>
                <c:pt idx="36445">
                  <c:v>24.5</c:v>
                </c:pt>
                <c:pt idx="36446">
                  <c:v>24.5</c:v>
                </c:pt>
                <c:pt idx="36447">
                  <c:v>24.5</c:v>
                </c:pt>
                <c:pt idx="36448">
                  <c:v>24.55</c:v>
                </c:pt>
                <c:pt idx="36449">
                  <c:v>24.55</c:v>
                </c:pt>
                <c:pt idx="36450">
                  <c:v>24.55</c:v>
                </c:pt>
                <c:pt idx="36451">
                  <c:v>24.6</c:v>
                </c:pt>
                <c:pt idx="36452">
                  <c:v>24.6</c:v>
                </c:pt>
                <c:pt idx="36453">
                  <c:v>24.6</c:v>
                </c:pt>
                <c:pt idx="36454">
                  <c:v>24.55</c:v>
                </c:pt>
                <c:pt idx="36455">
                  <c:v>24.55</c:v>
                </c:pt>
                <c:pt idx="36456">
                  <c:v>24.5</c:v>
                </c:pt>
                <c:pt idx="36457">
                  <c:v>24.45</c:v>
                </c:pt>
                <c:pt idx="36458">
                  <c:v>24.4</c:v>
                </c:pt>
                <c:pt idx="36459">
                  <c:v>24.4</c:v>
                </c:pt>
                <c:pt idx="36460">
                  <c:v>24.35</c:v>
                </c:pt>
                <c:pt idx="36461">
                  <c:v>24.35</c:v>
                </c:pt>
                <c:pt idx="36462">
                  <c:v>24.35</c:v>
                </c:pt>
                <c:pt idx="36463">
                  <c:v>24.35</c:v>
                </c:pt>
                <c:pt idx="36464">
                  <c:v>24.35</c:v>
                </c:pt>
                <c:pt idx="36465">
                  <c:v>24.35</c:v>
                </c:pt>
                <c:pt idx="36466">
                  <c:v>24.35</c:v>
                </c:pt>
                <c:pt idx="36467">
                  <c:v>24.35</c:v>
                </c:pt>
                <c:pt idx="36468">
                  <c:v>24.35</c:v>
                </c:pt>
                <c:pt idx="36469">
                  <c:v>24.35</c:v>
                </c:pt>
                <c:pt idx="36470">
                  <c:v>24.4</c:v>
                </c:pt>
                <c:pt idx="36471">
                  <c:v>24.4</c:v>
                </c:pt>
                <c:pt idx="36472">
                  <c:v>24.45</c:v>
                </c:pt>
                <c:pt idx="36473">
                  <c:v>24.45</c:v>
                </c:pt>
                <c:pt idx="36474">
                  <c:v>24.45</c:v>
                </c:pt>
                <c:pt idx="36475">
                  <c:v>24.5</c:v>
                </c:pt>
                <c:pt idx="36476">
                  <c:v>24.5</c:v>
                </c:pt>
                <c:pt idx="36477">
                  <c:v>24.55</c:v>
                </c:pt>
                <c:pt idx="36478">
                  <c:v>24.55</c:v>
                </c:pt>
                <c:pt idx="36479">
                  <c:v>24.6</c:v>
                </c:pt>
                <c:pt idx="36480">
                  <c:v>24.6</c:v>
                </c:pt>
                <c:pt idx="36481">
                  <c:v>24.65</c:v>
                </c:pt>
                <c:pt idx="36482">
                  <c:v>24.6</c:v>
                </c:pt>
                <c:pt idx="36483">
                  <c:v>24.6</c:v>
                </c:pt>
                <c:pt idx="36484">
                  <c:v>24.55</c:v>
                </c:pt>
                <c:pt idx="36485">
                  <c:v>24.55</c:v>
                </c:pt>
                <c:pt idx="36486">
                  <c:v>24.5</c:v>
                </c:pt>
                <c:pt idx="36487">
                  <c:v>24.45</c:v>
                </c:pt>
                <c:pt idx="36488">
                  <c:v>24.45</c:v>
                </c:pt>
                <c:pt idx="36489">
                  <c:v>24.4</c:v>
                </c:pt>
                <c:pt idx="36490">
                  <c:v>24.4</c:v>
                </c:pt>
                <c:pt idx="36491">
                  <c:v>24.4</c:v>
                </c:pt>
                <c:pt idx="36492">
                  <c:v>24.4</c:v>
                </c:pt>
                <c:pt idx="36493">
                  <c:v>24.35</c:v>
                </c:pt>
                <c:pt idx="36494">
                  <c:v>24.35</c:v>
                </c:pt>
                <c:pt idx="36495">
                  <c:v>24.4</c:v>
                </c:pt>
                <c:pt idx="36496">
                  <c:v>24.35</c:v>
                </c:pt>
                <c:pt idx="36497">
                  <c:v>24.4</c:v>
                </c:pt>
                <c:pt idx="36498">
                  <c:v>24.4</c:v>
                </c:pt>
                <c:pt idx="36499">
                  <c:v>24.4</c:v>
                </c:pt>
                <c:pt idx="36500">
                  <c:v>24.45</c:v>
                </c:pt>
                <c:pt idx="36501">
                  <c:v>24.45</c:v>
                </c:pt>
                <c:pt idx="36502">
                  <c:v>24.45</c:v>
                </c:pt>
                <c:pt idx="36503">
                  <c:v>24.45</c:v>
                </c:pt>
                <c:pt idx="36504">
                  <c:v>24.45</c:v>
                </c:pt>
                <c:pt idx="36505">
                  <c:v>24.45</c:v>
                </c:pt>
                <c:pt idx="36506">
                  <c:v>24.5</c:v>
                </c:pt>
                <c:pt idx="36507">
                  <c:v>24.5</c:v>
                </c:pt>
                <c:pt idx="36508">
                  <c:v>24.5</c:v>
                </c:pt>
                <c:pt idx="36509">
                  <c:v>24.55</c:v>
                </c:pt>
                <c:pt idx="36510">
                  <c:v>24.55</c:v>
                </c:pt>
                <c:pt idx="36511">
                  <c:v>24.6</c:v>
                </c:pt>
                <c:pt idx="36512">
                  <c:v>24.6</c:v>
                </c:pt>
                <c:pt idx="36513">
                  <c:v>24.6</c:v>
                </c:pt>
                <c:pt idx="36514">
                  <c:v>24.55</c:v>
                </c:pt>
                <c:pt idx="36515">
                  <c:v>24.5</c:v>
                </c:pt>
                <c:pt idx="36516">
                  <c:v>24.5</c:v>
                </c:pt>
                <c:pt idx="36517">
                  <c:v>24.45</c:v>
                </c:pt>
                <c:pt idx="36518">
                  <c:v>24.4</c:v>
                </c:pt>
                <c:pt idx="36519">
                  <c:v>24.4</c:v>
                </c:pt>
                <c:pt idx="36520">
                  <c:v>24.35</c:v>
                </c:pt>
                <c:pt idx="36521">
                  <c:v>24.35</c:v>
                </c:pt>
                <c:pt idx="36522">
                  <c:v>24.35</c:v>
                </c:pt>
                <c:pt idx="36523">
                  <c:v>24.35</c:v>
                </c:pt>
                <c:pt idx="36524">
                  <c:v>24.35</c:v>
                </c:pt>
                <c:pt idx="36525">
                  <c:v>24.4</c:v>
                </c:pt>
                <c:pt idx="36526">
                  <c:v>24.35</c:v>
                </c:pt>
                <c:pt idx="36527">
                  <c:v>24.4</c:v>
                </c:pt>
                <c:pt idx="36528">
                  <c:v>24.4</c:v>
                </c:pt>
                <c:pt idx="36529">
                  <c:v>24.4</c:v>
                </c:pt>
                <c:pt idx="36530">
                  <c:v>24.4</c:v>
                </c:pt>
                <c:pt idx="36531">
                  <c:v>24.4</c:v>
                </c:pt>
                <c:pt idx="36532">
                  <c:v>24.4</c:v>
                </c:pt>
                <c:pt idx="36533">
                  <c:v>24.45</c:v>
                </c:pt>
                <c:pt idx="36534">
                  <c:v>24.45</c:v>
                </c:pt>
                <c:pt idx="36535">
                  <c:v>24.45</c:v>
                </c:pt>
                <c:pt idx="36536">
                  <c:v>24.5</c:v>
                </c:pt>
                <c:pt idx="36537">
                  <c:v>24.5</c:v>
                </c:pt>
                <c:pt idx="36538">
                  <c:v>24.5</c:v>
                </c:pt>
                <c:pt idx="36539">
                  <c:v>24.55</c:v>
                </c:pt>
                <c:pt idx="36540">
                  <c:v>24.55</c:v>
                </c:pt>
                <c:pt idx="36541">
                  <c:v>24.55</c:v>
                </c:pt>
                <c:pt idx="36542">
                  <c:v>24.55</c:v>
                </c:pt>
                <c:pt idx="36543">
                  <c:v>24.55</c:v>
                </c:pt>
                <c:pt idx="36544">
                  <c:v>24.5</c:v>
                </c:pt>
                <c:pt idx="36545">
                  <c:v>24.5</c:v>
                </c:pt>
                <c:pt idx="36546">
                  <c:v>24.45</c:v>
                </c:pt>
                <c:pt idx="36547">
                  <c:v>24.45</c:v>
                </c:pt>
                <c:pt idx="36548">
                  <c:v>24.4</c:v>
                </c:pt>
                <c:pt idx="36549">
                  <c:v>24.4</c:v>
                </c:pt>
                <c:pt idx="36550">
                  <c:v>24.35</c:v>
                </c:pt>
                <c:pt idx="36551">
                  <c:v>24.35</c:v>
                </c:pt>
                <c:pt idx="36552">
                  <c:v>24.35</c:v>
                </c:pt>
                <c:pt idx="36553">
                  <c:v>24.35</c:v>
                </c:pt>
                <c:pt idx="36554">
                  <c:v>24.35</c:v>
                </c:pt>
                <c:pt idx="36555">
                  <c:v>24.35</c:v>
                </c:pt>
                <c:pt idx="36556">
                  <c:v>24.35</c:v>
                </c:pt>
                <c:pt idx="36557">
                  <c:v>24.35</c:v>
                </c:pt>
                <c:pt idx="36558">
                  <c:v>24.4</c:v>
                </c:pt>
                <c:pt idx="36559">
                  <c:v>24.4</c:v>
                </c:pt>
                <c:pt idx="36560">
                  <c:v>24.4</c:v>
                </c:pt>
                <c:pt idx="36561">
                  <c:v>24.4</c:v>
                </c:pt>
                <c:pt idx="36562">
                  <c:v>24.4</c:v>
                </c:pt>
                <c:pt idx="36563">
                  <c:v>24.4</c:v>
                </c:pt>
                <c:pt idx="36564">
                  <c:v>24.45</c:v>
                </c:pt>
                <c:pt idx="36565">
                  <c:v>24.45</c:v>
                </c:pt>
                <c:pt idx="36566">
                  <c:v>24.5</c:v>
                </c:pt>
                <c:pt idx="36567">
                  <c:v>24.5</c:v>
                </c:pt>
                <c:pt idx="36568">
                  <c:v>24.5</c:v>
                </c:pt>
                <c:pt idx="36569">
                  <c:v>24.5</c:v>
                </c:pt>
                <c:pt idx="36570">
                  <c:v>24.55</c:v>
                </c:pt>
                <c:pt idx="36571">
                  <c:v>24.55</c:v>
                </c:pt>
                <c:pt idx="36572">
                  <c:v>24.55</c:v>
                </c:pt>
                <c:pt idx="36573">
                  <c:v>24.55</c:v>
                </c:pt>
                <c:pt idx="36574">
                  <c:v>24.5</c:v>
                </c:pt>
                <c:pt idx="36575">
                  <c:v>24.5</c:v>
                </c:pt>
                <c:pt idx="36576">
                  <c:v>24.45</c:v>
                </c:pt>
                <c:pt idx="36577">
                  <c:v>24.4</c:v>
                </c:pt>
                <c:pt idx="36578">
                  <c:v>24.4</c:v>
                </c:pt>
                <c:pt idx="36579">
                  <c:v>24.35</c:v>
                </c:pt>
                <c:pt idx="36580">
                  <c:v>24.35</c:v>
                </c:pt>
                <c:pt idx="36581">
                  <c:v>24.35</c:v>
                </c:pt>
                <c:pt idx="36582">
                  <c:v>24.35</c:v>
                </c:pt>
                <c:pt idx="36583">
                  <c:v>24.35</c:v>
                </c:pt>
                <c:pt idx="36584">
                  <c:v>24.35</c:v>
                </c:pt>
                <c:pt idx="36585">
                  <c:v>24.35</c:v>
                </c:pt>
                <c:pt idx="36586">
                  <c:v>24.35</c:v>
                </c:pt>
                <c:pt idx="36587">
                  <c:v>24.35</c:v>
                </c:pt>
                <c:pt idx="36588">
                  <c:v>24.35</c:v>
                </c:pt>
                <c:pt idx="36589">
                  <c:v>24.4</c:v>
                </c:pt>
                <c:pt idx="36590">
                  <c:v>24.4</c:v>
                </c:pt>
                <c:pt idx="36591">
                  <c:v>24.4</c:v>
                </c:pt>
                <c:pt idx="36592">
                  <c:v>24.45</c:v>
                </c:pt>
                <c:pt idx="36593">
                  <c:v>24.45</c:v>
                </c:pt>
                <c:pt idx="36594">
                  <c:v>24.45</c:v>
                </c:pt>
                <c:pt idx="36595">
                  <c:v>24.5</c:v>
                </c:pt>
                <c:pt idx="36596">
                  <c:v>24.5</c:v>
                </c:pt>
                <c:pt idx="36597">
                  <c:v>24.5</c:v>
                </c:pt>
                <c:pt idx="36598">
                  <c:v>24.55</c:v>
                </c:pt>
                <c:pt idx="36599">
                  <c:v>24.55</c:v>
                </c:pt>
                <c:pt idx="36600">
                  <c:v>24.55</c:v>
                </c:pt>
                <c:pt idx="36601">
                  <c:v>24.55</c:v>
                </c:pt>
                <c:pt idx="36602">
                  <c:v>24.6</c:v>
                </c:pt>
                <c:pt idx="36603">
                  <c:v>24.55</c:v>
                </c:pt>
                <c:pt idx="36604">
                  <c:v>24.5</c:v>
                </c:pt>
                <c:pt idx="36605">
                  <c:v>24.5</c:v>
                </c:pt>
                <c:pt idx="36606">
                  <c:v>24.45</c:v>
                </c:pt>
                <c:pt idx="36607">
                  <c:v>24.4</c:v>
                </c:pt>
                <c:pt idx="36608">
                  <c:v>24.35</c:v>
                </c:pt>
                <c:pt idx="36609">
                  <c:v>24.35</c:v>
                </c:pt>
                <c:pt idx="36610">
                  <c:v>24.35</c:v>
                </c:pt>
                <c:pt idx="36611">
                  <c:v>24.3</c:v>
                </c:pt>
                <c:pt idx="36612">
                  <c:v>24.3</c:v>
                </c:pt>
                <c:pt idx="36613">
                  <c:v>24.3</c:v>
                </c:pt>
                <c:pt idx="36614">
                  <c:v>24.3</c:v>
                </c:pt>
                <c:pt idx="36615">
                  <c:v>24.3</c:v>
                </c:pt>
                <c:pt idx="36616">
                  <c:v>24.3</c:v>
                </c:pt>
                <c:pt idx="36617">
                  <c:v>24.3</c:v>
                </c:pt>
                <c:pt idx="36618">
                  <c:v>24.3</c:v>
                </c:pt>
                <c:pt idx="36619">
                  <c:v>24.35</c:v>
                </c:pt>
                <c:pt idx="36620">
                  <c:v>24.35</c:v>
                </c:pt>
                <c:pt idx="36621">
                  <c:v>24.35</c:v>
                </c:pt>
                <c:pt idx="36622">
                  <c:v>24.4</c:v>
                </c:pt>
                <c:pt idx="36623">
                  <c:v>24.4</c:v>
                </c:pt>
                <c:pt idx="36624">
                  <c:v>24.45</c:v>
                </c:pt>
                <c:pt idx="36625">
                  <c:v>24.45</c:v>
                </c:pt>
                <c:pt idx="36626">
                  <c:v>24.45</c:v>
                </c:pt>
                <c:pt idx="36627">
                  <c:v>24.5</c:v>
                </c:pt>
                <c:pt idx="36628">
                  <c:v>24.5</c:v>
                </c:pt>
                <c:pt idx="36629">
                  <c:v>24.5</c:v>
                </c:pt>
                <c:pt idx="36630">
                  <c:v>24.55</c:v>
                </c:pt>
                <c:pt idx="36631">
                  <c:v>24.55</c:v>
                </c:pt>
                <c:pt idx="36632">
                  <c:v>24.55</c:v>
                </c:pt>
                <c:pt idx="36633">
                  <c:v>24.55</c:v>
                </c:pt>
                <c:pt idx="36634">
                  <c:v>24.5</c:v>
                </c:pt>
                <c:pt idx="36635">
                  <c:v>24.5</c:v>
                </c:pt>
                <c:pt idx="36636">
                  <c:v>24.45</c:v>
                </c:pt>
                <c:pt idx="36637">
                  <c:v>24.4</c:v>
                </c:pt>
                <c:pt idx="36638">
                  <c:v>24.4</c:v>
                </c:pt>
                <c:pt idx="36639">
                  <c:v>24.35</c:v>
                </c:pt>
                <c:pt idx="36640">
                  <c:v>24.35</c:v>
                </c:pt>
                <c:pt idx="36641">
                  <c:v>24.35</c:v>
                </c:pt>
                <c:pt idx="36642">
                  <c:v>24.35</c:v>
                </c:pt>
                <c:pt idx="36643">
                  <c:v>24.35</c:v>
                </c:pt>
                <c:pt idx="36644">
                  <c:v>24.35</c:v>
                </c:pt>
                <c:pt idx="36645">
                  <c:v>24.35</c:v>
                </c:pt>
                <c:pt idx="36646">
                  <c:v>24.35</c:v>
                </c:pt>
                <c:pt idx="36647">
                  <c:v>24.35</c:v>
                </c:pt>
                <c:pt idx="36648">
                  <c:v>24.35</c:v>
                </c:pt>
                <c:pt idx="36649">
                  <c:v>24.4</c:v>
                </c:pt>
                <c:pt idx="36650">
                  <c:v>24.4</c:v>
                </c:pt>
                <c:pt idx="36651">
                  <c:v>24.4</c:v>
                </c:pt>
                <c:pt idx="36652">
                  <c:v>24.45</c:v>
                </c:pt>
                <c:pt idx="36653">
                  <c:v>24.45</c:v>
                </c:pt>
                <c:pt idx="36654">
                  <c:v>24.45</c:v>
                </c:pt>
                <c:pt idx="36655">
                  <c:v>24.5</c:v>
                </c:pt>
                <c:pt idx="36656">
                  <c:v>24.5</c:v>
                </c:pt>
                <c:pt idx="36657">
                  <c:v>24.55</c:v>
                </c:pt>
                <c:pt idx="36658">
                  <c:v>24.55</c:v>
                </c:pt>
                <c:pt idx="36659">
                  <c:v>24.6</c:v>
                </c:pt>
                <c:pt idx="36660">
                  <c:v>24.6</c:v>
                </c:pt>
                <c:pt idx="36661">
                  <c:v>24.6</c:v>
                </c:pt>
                <c:pt idx="36662">
                  <c:v>24.6</c:v>
                </c:pt>
                <c:pt idx="36663">
                  <c:v>24.6</c:v>
                </c:pt>
                <c:pt idx="36664">
                  <c:v>24.55</c:v>
                </c:pt>
                <c:pt idx="36665">
                  <c:v>24.5</c:v>
                </c:pt>
                <c:pt idx="36666">
                  <c:v>24.5</c:v>
                </c:pt>
                <c:pt idx="36667">
                  <c:v>24.45</c:v>
                </c:pt>
                <c:pt idx="36668">
                  <c:v>24.4</c:v>
                </c:pt>
                <c:pt idx="36669">
                  <c:v>24.4</c:v>
                </c:pt>
                <c:pt idx="36670">
                  <c:v>24.35</c:v>
                </c:pt>
                <c:pt idx="36671">
                  <c:v>24.35</c:v>
                </c:pt>
                <c:pt idx="36672">
                  <c:v>24.35</c:v>
                </c:pt>
                <c:pt idx="36673">
                  <c:v>24.35</c:v>
                </c:pt>
                <c:pt idx="36674">
                  <c:v>24.35</c:v>
                </c:pt>
                <c:pt idx="36675">
                  <c:v>24.35</c:v>
                </c:pt>
                <c:pt idx="36676">
                  <c:v>24.35</c:v>
                </c:pt>
                <c:pt idx="36677">
                  <c:v>24.35</c:v>
                </c:pt>
                <c:pt idx="36678">
                  <c:v>24.4</c:v>
                </c:pt>
                <c:pt idx="36679">
                  <c:v>24.4</c:v>
                </c:pt>
                <c:pt idx="36680">
                  <c:v>24.4</c:v>
                </c:pt>
                <c:pt idx="36681">
                  <c:v>24.45</c:v>
                </c:pt>
                <c:pt idx="36682">
                  <c:v>24.45</c:v>
                </c:pt>
                <c:pt idx="36683">
                  <c:v>24.45</c:v>
                </c:pt>
                <c:pt idx="36684">
                  <c:v>24.5</c:v>
                </c:pt>
                <c:pt idx="36685">
                  <c:v>24.5</c:v>
                </c:pt>
                <c:pt idx="36686">
                  <c:v>24.5</c:v>
                </c:pt>
                <c:pt idx="36687">
                  <c:v>24.55</c:v>
                </c:pt>
                <c:pt idx="36688">
                  <c:v>24.6</c:v>
                </c:pt>
                <c:pt idx="36689">
                  <c:v>24.6</c:v>
                </c:pt>
                <c:pt idx="36690">
                  <c:v>24.6</c:v>
                </c:pt>
                <c:pt idx="36691">
                  <c:v>24.65</c:v>
                </c:pt>
                <c:pt idx="36692">
                  <c:v>24.65</c:v>
                </c:pt>
                <c:pt idx="36693">
                  <c:v>24.6</c:v>
                </c:pt>
                <c:pt idx="36694">
                  <c:v>24.6</c:v>
                </c:pt>
                <c:pt idx="36695">
                  <c:v>24.55</c:v>
                </c:pt>
                <c:pt idx="36696">
                  <c:v>24.5</c:v>
                </c:pt>
                <c:pt idx="36697">
                  <c:v>24.45</c:v>
                </c:pt>
                <c:pt idx="36698">
                  <c:v>24.45</c:v>
                </c:pt>
                <c:pt idx="36699">
                  <c:v>24.4</c:v>
                </c:pt>
                <c:pt idx="36700">
                  <c:v>24.4</c:v>
                </c:pt>
                <c:pt idx="36701">
                  <c:v>24.4</c:v>
                </c:pt>
                <c:pt idx="36702">
                  <c:v>24.4</c:v>
                </c:pt>
                <c:pt idx="36703">
                  <c:v>24.35</c:v>
                </c:pt>
                <c:pt idx="36704">
                  <c:v>24.35</c:v>
                </c:pt>
                <c:pt idx="36705">
                  <c:v>24.4</c:v>
                </c:pt>
                <c:pt idx="36706">
                  <c:v>24.35</c:v>
                </c:pt>
                <c:pt idx="36707">
                  <c:v>24.4</c:v>
                </c:pt>
                <c:pt idx="36708">
                  <c:v>24.4</c:v>
                </c:pt>
                <c:pt idx="36709">
                  <c:v>24.4</c:v>
                </c:pt>
                <c:pt idx="36710">
                  <c:v>24.4</c:v>
                </c:pt>
                <c:pt idx="36711">
                  <c:v>24.4</c:v>
                </c:pt>
                <c:pt idx="36712">
                  <c:v>24.45</c:v>
                </c:pt>
                <c:pt idx="36713">
                  <c:v>24.45</c:v>
                </c:pt>
                <c:pt idx="36714">
                  <c:v>24.45</c:v>
                </c:pt>
                <c:pt idx="36715">
                  <c:v>24.5</c:v>
                </c:pt>
                <c:pt idx="36716">
                  <c:v>24.5</c:v>
                </c:pt>
                <c:pt idx="36717">
                  <c:v>24.55</c:v>
                </c:pt>
                <c:pt idx="36718">
                  <c:v>24.55</c:v>
                </c:pt>
                <c:pt idx="36719">
                  <c:v>24.55</c:v>
                </c:pt>
                <c:pt idx="36720">
                  <c:v>24.6</c:v>
                </c:pt>
                <c:pt idx="36721">
                  <c:v>24.6</c:v>
                </c:pt>
                <c:pt idx="36722">
                  <c:v>24.6</c:v>
                </c:pt>
                <c:pt idx="36723">
                  <c:v>24.6</c:v>
                </c:pt>
                <c:pt idx="36724">
                  <c:v>24.55</c:v>
                </c:pt>
                <c:pt idx="36725">
                  <c:v>24.5</c:v>
                </c:pt>
                <c:pt idx="36726">
                  <c:v>24.45</c:v>
                </c:pt>
                <c:pt idx="36727">
                  <c:v>24.4</c:v>
                </c:pt>
                <c:pt idx="36728">
                  <c:v>24.4</c:v>
                </c:pt>
                <c:pt idx="36729">
                  <c:v>24.35</c:v>
                </c:pt>
                <c:pt idx="36730">
                  <c:v>24.35</c:v>
                </c:pt>
                <c:pt idx="36731">
                  <c:v>24.35</c:v>
                </c:pt>
                <c:pt idx="36732">
                  <c:v>24.35</c:v>
                </c:pt>
                <c:pt idx="36733">
                  <c:v>24.4</c:v>
                </c:pt>
                <c:pt idx="36734">
                  <c:v>24.4</c:v>
                </c:pt>
                <c:pt idx="36735">
                  <c:v>24.4</c:v>
                </c:pt>
                <c:pt idx="36736">
                  <c:v>24.4</c:v>
                </c:pt>
                <c:pt idx="36737">
                  <c:v>24.4</c:v>
                </c:pt>
                <c:pt idx="36738">
                  <c:v>24.4</c:v>
                </c:pt>
                <c:pt idx="36739">
                  <c:v>24.45</c:v>
                </c:pt>
                <c:pt idx="36740">
                  <c:v>24.45</c:v>
                </c:pt>
                <c:pt idx="36741">
                  <c:v>24.45</c:v>
                </c:pt>
                <c:pt idx="36742">
                  <c:v>24.5</c:v>
                </c:pt>
                <c:pt idx="36743">
                  <c:v>24.5</c:v>
                </c:pt>
                <c:pt idx="36744">
                  <c:v>24.5</c:v>
                </c:pt>
                <c:pt idx="36745">
                  <c:v>24.5</c:v>
                </c:pt>
                <c:pt idx="36746">
                  <c:v>24.5</c:v>
                </c:pt>
                <c:pt idx="36747">
                  <c:v>24.5</c:v>
                </c:pt>
                <c:pt idx="36748">
                  <c:v>24.55</c:v>
                </c:pt>
                <c:pt idx="36749">
                  <c:v>24.55</c:v>
                </c:pt>
                <c:pt idx="36750">
                  <c:v>24.6</c:v>
                </c:pt>
                <c:pt idx="36751">
                  <c:v>24.6</c:v>
                </c:pt>
                <c:pt idx="36752">
                  <c:v>24.6</c:v>
                </c:pt>
                <c:pt idx="36753">
                  <c:v>24.55</c:v>
                </c:pt>
                <c:pt idx="36754">
                  <c:v>24.55</c:v>
                </c:pt>
                <c:pt idx="36755">
                  <c:v>24.5</c:v>
                </c:pt>
                <c:pt idx="36756">
                  <c:v>24.45</c:v>
                </c:pt>
                <c:pt idx="36757">
                  <c:v>24.4</c:v>
                </c:pt>
                <c:pt idx="36758">
                  <c:v>24.4</c:v>
                </c:pt>
                <c:pt idx="36759">
                  <c:v>24.4</c:v>
                </c:pt>
                <c:pt idx="36760">
                  <c:v>24.35</c:v>
                </c:pt>
                <c:pt idx="36761">
                  <c:v>24.35</c:v>
                </c:pt>
                <c:pt idx="36762">
                  <c:v>24.3</c:v>
                </c:pt>
                <c:pt idx="36763">
                  <c:v>24.3</c:v>
                </c:pt>
                <c:pt idx="36764">
                  <c:v>24.35</c:v>
                </c:pt>
                <c:pt idx="36765">
                  <c:v>24.35</c:v>
                </c:pt>
                <c:pt idx="36766">
                  <c:v>24.35</c:v>
                </c:pt>
                <c:pt idx="36767">
                  <c:v>24.35</c:v>
                </c:pt>
                <c:pt idx="36768">
                  <c:v>24.35</c:v>
                </c:pt>
                <c:pt idx="36769">
                  <c:v>24.4</c:v>
                </c:pt>
                <c:pt idx="36770">
                  <c:v>24.4</c:v>
                </c:pt>
                <c:pt idx="36771">
                  <c:v>24.4</c:v>
                </c:pt>
                <c:pt idx="36772">
                  <c:v>24.45</c:v>
                </c:pt>
                <c:pt idx="36773">
                  <c:v>24.45</c:v>
                </c:pt>
                <c:pt idx="36774">
                  <c:v>24.5</c:v>
                </c:pt>
                <c:pt idx="36775">
                  <c:v>24.5</c:v>
                </c:pt>
                <c:pt idx="36776">
                  <c:v>24.5</c:v>
                </c:pt>
                <c:pt idx="36777">
                  <c:v>24.55</c:v>
                </c:pt>
                <c:pt idx="36778">
                  <c:v>24.55</c:v>
                </c:pt>
                <c:pt idx="36779">
                  <c:v>24.6</c:v>
                </c:pt>
                <c:pt idx="36780">
                  <c:v>24.6</c:v>
                </c:pt>
                <c:pt idx="36781">
                  <c:v>24.6</c:v>
                </c:pt>
                <c:pt idx="36782">
                  <c:v>24.6</c:v>
                </c:pt>
                <c:pt idx="36783">
                  <c:v>24.55</c:v>
                </c:pt>
                <c:pt idx="36784">
                  <c:v>24.55</c:v>
                </c:pt>
                <c:pt idx="36785">
                  <c:v>24.5</c:v>
                </c:pt>
                <c:pt idx="36786">
                  <c:v>24.45</c:v>
                </c:pt>
                <c:pt idx="36787">
                  <c:v>24.45</c:v>
                </c:pt>
                <c:pt idx="36788">
                  <c:v>24.45</c:v>
                </c:pt>
                <c:pt idx="36789">
                  <c:v>24.4</c:v>
                </c:pt>
                <c:pt idx="36790">
                  <c:v>24.35</c:v>
                </c:pt>
                <c:pt idx="36791">
                  <c:v>24.35</c:v>
                </c:pt>
                <c:pt idx="36792">
                  <c:v>24.35</c:v>
                </c:pt>
                <c:pt idx="36793">
                  <c:v>24.35</c:v>
                </c:pt>
                <c:pt idx="36794">
                  <c:v>24.35</c:v>
                </c:pt>
                <c:pt idx="36795">
                  <c:v>24.35</c:v>
                </c:pt>
                <c:pt idx="36796">
                  <c:v>24.35</c:v>
                </c:pt>
                <c:pt idx="36797">
                  <c:v>24.35</c:v>
                </c:pt>
                <c:pt idx="36798">
                  <c:v>24.35</c:v>
                </c:pt>
                <c:pt idx="36799">
                  <c:v>24.35</c:v>
                </c:pt>
                <c:pt idx="36800">
                  <c:v>24.4</c:v>
                </c:pt>
                <c:pt idx="36801">
                  <c:v>24.4</c:v>
                </c:pt>
                <c:pt idx="36802">
                  <c:v>24.45</c:v>
                </c:pt>
                <c:pt idx="36803">
                  <c:v>24.45</c:v>
                </c:pt>
                <c:pt idx="36804">
                  <c:v>24.45</c:v>
                </c:pt>
                <c:pt idx="36805">
                  <c:v>24.5</c:v>
                </c:pt>
                <c:pt idx="36806">
                  <c:v>24.5</c:v>
                </c:pt>
                <c:pt idx="36807">
                  <c:v>24.55</c:v>
                </c:pt>
                <c:pt idx="36808">
                  <c:v>24.55</c:v>
                </c:pt>
                <c:pt idx="36809">
                  <c:v>24.55</c:v>
                </c:pt>
                <c:pt idx="36810">
                  <c:v>24.6</c:v>
                </c:pt>
                <c:pt idx="36811">
                  <c:v>24.6</c:v>
                </c:pt>
                <c:pt idx="36812">
                  <c:v>24.6</c:v>
                </c:pt>
                <c:pt idx="36813">
                  <c:v>24.55</c:v>
                </c:pt>
                <c:pt idx="36814">
                  <c:v>24.55</c:v>
                </c:pt>
                <c:pt idx="36815">
                  <c:v>24.5</c:v>
                </c:pt>
                <c:pt idx="36816">
                  <c:v>24.5</c:v>
                </c:pt>
                <c:pt idx="36817">
                  <c:v>24.45</c:v>
                </c:pt>
                <c:pt idx="36818">
                  <c:v>24.4</c:v>
                </c:pt>
                <c:pt idx="36819">
                  <c:v>24.4</c:v>
                </c:pt>
                <c:pt idx="36820">
                  <c:v>24.35</c:v>
                </c:pt>
                <c:pt idx="36821">
                  <c:v>24.35</c:v>
                </c:pt>
                <c:pt idx="36822">
                  <c:v>24.35</c:v>
                </c:pt>
                <c:pt idx="36823">
                  <c:v>24.35</c:v>
                </c:pt>
                <c:pt idx="36824">
                  <c:v>24.35</c:v>
                </c:pt>
                <c:pt idx="36825">
                  <c:v>24.35</c:v>
                </c:pt>
                <c:pt idx="36826">
                  <c:v>24.35</c:v>
                </c:pt>
                <c:pt idx="36827">
                  <c:v>24.35</c:v>
                </c:pt>
                <c:pt idx="36828">
                  <c:v>24.35</c:v>
                </c:pt>
                <c:pt idx="36829">
                  <c:v>24.4</c:v>
                </c:pt>
                <c:pt idx="36830">
                  <c:v>24.4</c:v>
                </c:pt>
                <c:pt idx="36831">
                  <c:v>24.4</c:v>
                </c:pt>
                <c:pt idx="36832">
                  <c:v>24.45</c:v>
                </c:pt>
                <c:pt idx="36833">
                  <c:v>24.45</c:v>
                </c:pt>
                <c:pt idx="36834">
                  <c:v>24.45</c:v>
                </c:pt>
                <c:pt idx="36835">
                  <c:v>24.5</c:v>
                </c:pt>
                <c:pt idx="36836">
                  <c:v>24.5</c:v>
                </c:pt>
                <c:pt idx="36837">
                  <c:v>24.5</c:v>
                </c:pt>
                <c:pt idx="36838">
                  <c:v>24.55</c:v>
                </c:pt>
                <c:pt idx="36839">
                  <c:v>24.55</c:v>
                </c:pt>
                <c:pt idx="36840">
                  <c:v>24.6</c:v>
                </c:pt>
                <c:pt idx="36841">
                  <c:v>24.6</c:v>
                </c:pt>
                <c:pt idx="36842">
                  <c:v>24.6</c:v>
                </c:pt>
                <c:pt idx="36843">
                  <c:v>24.6</c:v>
                </c:pt>
                <c:pt idx="36844">
                  <c:v>24.55</c:v>
                </c:pt>
                <c:pt idx="36845">
                  <c:v>24.55</c:v>
                </c:pt>
                <c:pt idx="36846">
                  <c:v>24.5</c:v>
                </c:pt>
                <c:pt idx="36847">
                  <c:v>24.45</c:v>
                </c:pt>
                <c:pt idx="36848">
                  <c:v>24.4</c:v>
                </c:pt>
                <c:pt idx="36849">
                  <c:v>24.4</c:v>
                </c:pt>
                <c:pt idx="36850">
                  <c:v>24.35</c:v>
                </c:pt>
                <c:pt idx="36851">
                  <c:v>24.35</c:v>
                </c:pt>
                <c:pt idx="36852">
                  <c:v>24.35</c:v>
                </c:pt>
                <c:pt idx="36853">
                  <c:v>24.35</c:v>
                </c:pt>
                <c:pt idx="36854">
                  <c:v>24.35</c:v>
                </c:pt>
                <c:pt idx="36855">
                  <c:v>24.35</c:v>
                </c:pt>
                <c:pt idx="36856">
                  <c:v>24.35</c:v>
                </c:pt>
                <c:pt idx="36857">
                  <c:v>24.35</c:v>
                </c:pt>
                <c:pt idx="36858">
                  <c:v>24.4</c:v>
                </c:pt>
                <c:pt idx="36859">
                  <c:v>24.4</c:v>
                </c:pt>
                <c:pt idx="36860">
                  <c:v>24.4</c:v>
                </c:pt>
                <c:pt idx="36861">
                  <c:v>24.4</c:v>
                </c:pt>
                <c:pt idx="36862">
                  <c:v>24.45</c:v>
                </c:pt>
                <c:pt idx="36863">
                  <c:v>24.45</c:v>
                </c:pt>
                <c:pt idx="36864">
                  <c:v>24.45</c:v>
                </c:pt>
                <c:pt idx="36865">
                  <c:v>24.5</c:v>
                </c:pt>
                <c:pt idx="36866">
                  <c:v>24.5</c:v>
                </c:pt>
                <c:pt idx="36867">
                  <c:v>24.55</c:v>
                </c:pt>
                <c:pt idx="36868">
                  <c:v>24.55</c:v>
                </c:pt>
                <c:pt idx="36869">
                  <c:v>24.55</c:v>
                </c:pt>
                <c:pt idx="36870">
                  <c:v>24.6</c:v>
                </c:pt>
                <c:pt idx="36871">
                  <c:v>24.6</c:v>
                </c:pt>
                <c:pt idx="36872">
                  <c:v>24.6</c:v>
                </c:pt>
                <c:pt idx="36873">
                  <c:v>24.6</c:v>
                </c:pt>
                <c:pt idx="36874">
                  <c:v>24.55</c:v>
                </c:pt>
                <c:pt idx="36875">
                  <c:v>24.5</c:v>
                </c:pt>
                <c:pt idx="36876">
                  <c:v>24.5</c:v>
                </c:pt>
                <c:pt idx="36877">
                  <c:v>24.45</c:v>
                </c:pt>
                <c:pt idx="36878">
                  <c:v>24.4</c:v>
                </c:pt>
                <c:pt idx="36879">
                  <c:v>24.4</c:v>
                </c:pt>
                <c:pt idx="36880">
                  <c:v>24.35</c:v>
                </c:pt>
                <c:pt idx="36881">
                  <c:v>24.35</c:v>
                </c:pt>
                <c:pt idx="36882">
                  <c:v>24.35</c:v>
                </c:pt>
                <c:pt idx="36883">
                  <c:v>24.35</c:v>
                </c:pt>
                <c:pt idx="36884">
                  <c:v>24.35</c:v>
                </c:pt>
                <c:pt idx="36885">
                  <c:v>24.35</c:v>
                </c:pt>
                <c:pt idx="36886">
                  <c:v>24.35</c:v>
                </c:pt>
                <c:pt idx="36887">
                  <c:v>24.35</c:v>
                </c:pt>
                <c:pt idx="36888">
                  <c:v>24.35</c:v>
                </c:pt>
                <c:pt idx="36889">
                  <c:v>24.35</c:v>
                </c:pt>
                <c:pt idx="36890">
                  <c:v>24.4</c:v>
                </c:pt>
                <c:pt idx="36891">
                  <c:v>24.4</c:v>
                </c:pt>
                <c:pt idx="36892">
                  <c:v>24.4</c:v>
                </c:pt>
                <c:pt idx="36893">
                  <c:v>24.45</c:v>
                </c:pt>
                <c:pt idx="36894">
                  <c:v>24.45</c:v>
                </c:pt>
                <c:pt idx="36895">
                  <c:v>24.5</c:v>
                </c:pt>
                <c:pt idx="36896">
                  <c:v>24.5</c:v>
                </c:pt>
                <c:pt idx="36897">
                  <c:v>24.5</c:v>
                </c:pt>
                <c:pt idx="36898">
                  <c:v>24.55</c:v>
                </c:pt>
                <c:pt idx="36899">
                  <c:v>24.55</c:v>
                </c:pt>
                <c:pt idx="36900">
                  <c:v>24.55</c:v>
                </c:pt>
                <c:pt idx="36901">
                  <c:v>24.55</c:v>
                </c:pt>
                <c:pt idx="36902">
                  <c:v>24.6</c:v>
                </c:pt>
                <c:pt idx="36903">
                  <c:v>24.6</c:v>
                </c:pt>
                <c:pt idx="36904">
                  <c:v>24.55</c:v>
                </c:pt>
                <c:pt idx="36905">
                  <c:v>24.55</c:v>
                </c:pt>
                <c:pt idx="36906">
                  <c:v>24.5</c:v>
                </c:pt>
                <c:pt idx="36907">
                  <c:v>24.45</c:v>
                </c:pt>
                <c:pt idx="36908">
                  <c:v>24.45</c:v>
                </c:pt>
                <c:pt idx="36909">
                  <c:v>24.4</c:v>
                </c:pt>
                <c:pt idx="36910">
                  <c:v>24.4</c:v>
                </c:pt>
                <c:pt idx="36911">
                  <c:v>24.35</c:v>
                </c:pt>
                <c:pt idx="36912">
                  <c:v>24.35</c:v>
                </c:pt>
                <c:pt idx="36913">
                  <c:v>24.35</c:v>
                </c:pt>
                <c:pt idx="36914">
                  <c:v>24.35</c:v>
                </c:pt>
                <c:pt idx="36915">
                  <c:v>24.35</c:v>
                </c:pt>
                <c:pt idx="36916">
                  <c:v>24.4</c:v>
                </c:pt>
                <c:pt idx="36917">
                  <c:v>24.4</c:v>
                </c:pt>
                <c:pt idx="36918">
                  <c:v>24.4</c:v>
                </c:pt>
                <c:pt idx="36919">
                  <c:v>24.4</c:v>
                </c:pt>
                <c:pt idx="36920">
                  <c:v>24.4</c:v>
                </c:pt>
                <c:pt idx="36921">
                  <c:v>24.45</c:v>
                </c:pt>
                <c:pt idx="36922">
                  <c:v>24.45</c:v>
                </c:pt>
                <c:pt idx="36923">
                  <c:v>24.45</c:v>
                </c:pt>
                <c:pt idx="36924">
                  <c:v>24.5</c:v>
                </c:pt>
                <c:pt idx="36925">
                  <c:v>24.5</c:v>
                </c:pt>
                <c:pt idx="36926">
                  <c:v>24.5</c:v>
                </c:pt>
                <c:pt idx="36927">
                  <c:v>24.5</c:v>
                </c:pt>
                <c:pt idx="36928">
                  <c:v>24.55</c:v>
                </c:pt>
                <c:pt idx="36929">
                  <c:v>24.55</c:v>
                </c:pt>
                <c:pt idx="36930">
                  <c:v>24.55</c:v>
                </c:pt>
                <c:pt idx="36931">
                  <c:v>24.6</c:v>
                </c:pt>
                <c:pt idx="36932">
                  <c:v>24.6</c:v>
                </c:pt>
                <c:pt idx="36933">
                  <c:v>24.55</c:v>
                </c:pt>
                <c:pt idx="36934">
                  <c:v>24.55</c:v>
                </c:pt>
                <c:pt idx="36935">
                  <c:v>24.5</c:v>
                </c:pt>
                <c:pt idx="36936">
                  <c:v>24.45</c:v>
                </c:pt>
                <c:pt idx="36937">
                  <c:v>24.45</c:v>
                </c:pt>
                <c:pt idx="36938">
                  <c:v>24.4</c:v>
                </c:pt>
                <c:pt idx="36939">
                  <c:v>24.4</c:v>
                </c:pt>
                <c:pt idx="36940">
                  <c:v>24.35</c:v>
                </c:pt>
                <c:pt idx="36941">
                  <c:v>24.35</c:v>
                </c:pt>
                <c:pt idx="36942">
                  <c:v>24.35</c:v>
                </c:pt>
                <c:pt idx="36943">
                  <c:v>24.35</c:v>
                </c:pt>
                <c:pt idx="36944">
                  <c:v>24.4</c:v>
                </c:pt>
                <c:pt idx="36945">
                  <c:v>24.4</c:v>
                </c:pt>
                <c:pt idx="36946">
                  <c:v>24.4</c:v>
                </c:pt>
                <c:pt idx="36947">
                  <c:v>24.4</c:v>
                </c:pt>
                <c:pt idx="36948">
                  <c:v>24.4</c:v>
                </c:pt>
                <c:pt idx="36949">
                  <c:v>24.4</c:v>
                </c:pt>
                <c:pt idx="36950">
                  <c:v>24.45</c:v>
                </c:pt>
                <c:pt idx="36951">
                  <c:v>24.45</c:v>
                </c:pt>
                <c:pt idx="36952">
                  <c:v>24.45</c:v>
                </c:pt>
                <c:pt idx="36953">
                  <c:v>24.5</c:v>
                </c:pt>
                <c:pt idx="36954">
                  <c:v>24.5</c:v>
                </c:pt>
                <c:pt idx="36955">
                  <c:v>24.5</c:v>
                </c:pt>
                <c:pt idx="36956">
                  <c:v>24.55</c:v>
                </c:pt>
                <c:pt idx="36957">
                  <c:v>24.55</c:v>
                </c:pt>
                <c:pt idx="36958">
                  <c:v>24.6</c:v>
                </c:pt>
                <c:pt idx="36959">
                  <c:v>24.6</c:v>
                </c:pt>
                <c:pt idx="36960">
                  <c:v>24.6</c:v>
                </c:pt>
                <c:pt idx="36961">
                  <c:v>24.6</c:v>
                </c:pt>
                <c:pt idx="36962">
                  <c:v>24.6</c:v>
                </c:pt>
                <c:pt idx="36963">
                  <c:v>24.6</c:v>
                </c:pt>
                <c:pt idx="36964">
                  <c:v>24.55</c:v>
                </c:pt>
                <c:pt idx="36965">
                  <c:v>24.5</c:v>
                </c:pt>
                <c:pt idx="36966">
                  <c:v>24.5</c:v>
                </c:pt>
                <c:pt idx="36967">
                  <c:v>24.45</c:v>
                </c:pt>
                <c:pt idx="36968">
                  <c:v>24.4</c:v>
                </c:pt>
                <c:pt idx="36969">
                  <c:v>24.35</c:v>
                </c:pt>
                <c:pt idx="36970">
                  <c:v>24.35</c:v>
                </c:pt>
                <c:pt idx="36971">
                  <c:v>24.35</c:v>
                </c:pt>
                <c:pt idx="36972">
                  <c:v>24.35</c:v>
                </c:pt>
                <c:pt idx="36973">
                  <c:v>24.35</c:v>
                </c:pt>
                <c:pt idx="36974">
                  <c:v>24.35</c:v>
                </c:pt>
                <c:pt idx="36975">
                  <c:v>24.35</c:v>
                </c:pt>
                <c:pt idx="36976">
                  <c:v>24.35</c:v>
                </c:pt>
                <c:pt idx="36977">
                  <c:v>24.35</c:v>
                </c:pt>
                <c:pt idx="36978">
                  <c:v>24.35</c:v>
                </c:pt>
                <c:pt idx="36979">
                  <c:v>24.4</c:v>
                </c:pt>
                <c:pt idx="36980">
                  <c:v>24.4</c:v>
                </c:pt>
                <c:pt idx="36981">
                  <c:v>24.4</c:v>
                </c:pt>
                <c:pt idx="36982">
                  <c:v>24.45</c:v>
                </c:pt>
                <c:pt idx="36983">
                  <c:v>24.45</c:v>
                </c:pt>
                <c:pt idx="36984">
                  <c:v>24.5</c:v>
                </c:pt>
                <c:pt idx="36985">
                  <c:v>24.5</c:v>
                </c:pt>
                <c:pt idx="36986">
                  <c:v>24.5</c:v>
                </c:pt>
                <c:pt idx="36987">
                  <c:v>24.55</c:v>
                </c:pt>
                <c:pt idx="36988">
                  <c:v>24.55</c:v>
                </c:pt>
                <c:pt idx="36989">
                  <c:v>24.55</c:v>
                </c:pt>
                <c:pt idx="36990">
                  <c:v>24.6</c:v>
                </c:pt>
                <c:pt idx="36991">
                  <c:v>24.6</c:v>
                </c:pt>
                <c:pt idx="36992">
                  <c:v>24.6</c:v>
                </c:pt>
                <c:pt idx="36993">
                  <c:v>24.6</c:v>
                </c:pt>
                <c:pt idx="36994">
                  <c:v>24.55</c:v>
                </c:pt>
                <c:pt idx="36995">
                  <c:v>24.55</c:v>
                </c:pt>
                <c:pt idx="36996">
                  <c:v>24.45</c:v>
                </c:pt>
                <c:pt idx="36997">
                  <c:v>24.45</c:v>
                </c:pt>
                <c:pt idx="36998">
                  <c:v>24.4</c:v>
                </c:pt>
                <c:pt idx="36999">
                  <c:v>24.35</c:v>
                </c:pt>
                <c:pt idx="37000">
                  <c:v>24.35</c:v>
                </c:pt>
                <c:pt idx="37001">
                  <c:v>24.35</c:v>
                </c:pt>
                <c:pt idx="37002">
                  <c:v>24.35</c:v>
                </c:pt>
                <c:pt idx="37003">
                  <c:v>24.35</c:v>
                </c:pt>
                <c:pt idx="37004">
                  <c:v>24.35</c:v>
                </c:pt>
                <c:pt idx="37005">
                  <c:v>24.35</c:v>
                </c:pt>
                <c:pt idx="37006">
                  <c:v>24.3</c:v>
                </c:pt>
                <c:pt idx="37007">
                  <c:v>24.35</c:v>
                </c:pt>
                <c:pt idx="37008">
                  <c:v>24.35</c:v>
                </c:pt>
                <c:pt idx="37009">
                  <c:v>24.4</c:v>
                </c:pt>
                <c:pt idx="37010">
                  <c:v>24.4</c:v>
                </c:pt>
                <c:pt idx="37011">
                  <c:v>24.4</c:v>
                </c:pt>
                <c:pt idx="37012">
                  <c:v>24.4</c:v>
                </c:pt>
                <c:pt idx="37013">
                  <c:v>24.45</c:v>
                </c:pt>
                <c:pt idx="37014">
                  <c:v>24.45</c:v>
                </c:pt>
                <c:pt idx="37015">
                  <c:v>24.45</c:v>
                </c:pt>
                <c:pt idx="37016">
                  <c:v>24.45</c:v>
                </c:pt>
                <c:pt idx="37017">
                  <c:v>24.5</c:v>
                </c:pt>
                <c:pt idx="37018">
                  <c:v>24.5</c:v>
                </c:pt>
                <c:pt idx="37019">
                  <c:v>24.55</c:v>
                </c:pt>
                <c:pt idx="37020">
                  <c:v>24.55</c:v>
                </c:pt>
                <c:pt idx="37021">
                  <c:v>24.55</c:v>
                </c:pt>
                <c:pt idx="37022">
                  <c:v>24.6</c:v>
                </c:pt>
                <c:pt idx="37023">
                  <c:v>24.55</c:v>
                </c:pt>
                <c:pt idx="37024">
                  <c:v>24.5</c:v>
                </c:pt>
                <c:pt idx="37025">
                  <c:v>24.5</c:v>
                </c:pt>
                <c:pt idx="37026">
                  <c:v>24.45</c:v>
                </c:pt>
                <c:pt idx="37027">
                  <c:v>24.4</c:v>
                </c:pt>
                <c:pt idx="37028">
                  <c:v>24.4</c:v>
                </c:pt>
                <c:pt idx="37029">
                  <c:v>24.4</c:v>
                </c:pt>
                <c:pt idx="37030">
                  <c:v>24.35</c:v>
                </c:pt>
                <c:pt idx="37031">
                  <c:v>24.35</c:v>
                </c:pt>
                <c:pt idx="37032">
                  <c:v>24.35</c:v>
                </c:pt>
                <c:pt idx="37033">
                  <c:v>24.35</c:v>
                </c:pt>
                <c:pt idx="37034">
                  <c:v>24.35</c:v>
                </c:pt>
                <c:pt idx="37035">
                  <c:v>24.35</c:v>
                </c:pt>
                <c:pt idx="37036">
                  <c:v>24.35</c:v>
                </c:pt>
                <c:pt idx="37037">
                  <c:v>24.35</c:v>
                </c:pt>
                <c:pt idx="37038">
                  <c:v>24.4</c:v>
                </c:pt>
                <c:pt idx="37039">
                  <c:v>24.35</c:v>
                </c:pt>
                <c:pt idx="37040">
                  <c:v>24.4</c:v>
                </c:pt>
                <c:pt idx="37041">
                  <c:v>24.45</c:v>
                </c:pt>
                <c:pt idx="37042">
                  <c:v>24.45</c:v>
                </c:pt>
                <c:pt idx="37043">
                  <c:v>24.45</c:v>
                </c:pt>
                <c:pt idx="37044">
                  <c:v>24.5</c:v>
                </c:pt>
                <c:pt idx="37045">
                  <c:v>24.5</c:v>
                </c:pt>
                <c:pt idx="37046">
                  <c:v>24.5</c:v>
                </c:pt>
                <c:pt idx="37047">
                  <c:v>24.55</c:v>
                </c:pt>
                <c:pt idx="37048">
                  <c:v>24.55</c:v>
                </c:pt>
                <c:pt idx="37049">
                  <c:v>24.55</c:v>
                </c:pt>
                <c:pt idx="37050">
                  <c:v>24.6</c:v>
                </c:pt>
                <c:pt idx="37051">
                  <c:v>24.6</c:v>
                </c:pt>
                <c:pt idx="37052">
                  <c:v>24.6</c:v>
                </c:pt>
                <c:pt idx="37053">
                  <c:v>24.6</c:v>
                </c:pt>
                <c:pt idx="37054">
                  <c:v>24.55</c:v>
                </c:pt>
                <c:pt idx="37055">
                  <c:v>24.55</c:v>
                </c:pt>
                <c:pt idx="37056">
                  <c:v>24.5</c:v>
                </c:pt>
                <c:pt idx="37057">
                  <c:v>24.45</c:v>
                </c:pt>
                <c:pt idx="37058">
                  <c:v>24.4</c:v>
                </c:pt>
                <c:pt idx="37059">
                  <c:v>24.4</c:v>
                </c:pt>
                <c:pt idx="37060">
                  <c:v>24.35</c:v>
                </c:pt>
                <c:pt idx="37061">
                  <c:v>24.35</c:v>
                </c:pt>
                <c:pt idx="37062">
                  <c:v>24.35</c:v>
                </c:pt>
                <c:pt idx="37063">
                  <c:v>24.35</c:v>
                </c:pt>
                <c:pt idx="37064">
                  <c:v>24.35</c:v>
                </c:pt>
                <c:pt idx="37065">
                  <c:v>24.35</c:v>
                </c:pt>
                <c:pt idx="37066">
                  <c:v>24.35</c:v>
                </c:pt>
                <c:pt idx="37067">
                  <c:v>24.35</c:v>
                </c:pt>
                <c:pt idx="37068">
                  <c:v>24.35</c:v>
                </c:pt>
                <c:pt idx="37069">
                  <c:v>24.4</c:v>
                </c:pt>
                <c:pt idx="37070">
                  <c:v>24.4</c:v>
                </c:pt>
                <c:pt idx="37071">
                  <c:v>24.45</c:v>
                </c:pt>
                <c:pt idx="37072">
                  <c:v>24.45</c:v>
                </c:pt>
                <c:pt idx="37073">
                  <c:v>24.45</c:v>
                </c:pt>
                <c:pt idx="37074">
                  <c:v>24.5</c:v>
                </c:pt>
                <c:pt idx="37075">
                  <c:v>24.5</c:v>
                </c:pt>
                <c:pt idx="37076">
                  <c:v>24.55</c:v>
                </c:pt>
                <c:pt idx="37077">
                  <c:v>24.55</c:v>
                </c:pt>
                <c:pt idx="37078">
                  <c:v>24.55</c:v>
                </c:pt>
                <c:pt idx="37079">
                  <c:v>24.6</c:v>
                </c:pt>
                <c:pt idx="37080">
                  <c:v>24.6</c:v>
                </c:pt>
                <c:pt idx="37081">
                  <c:v>24.6</c:v>
                </c:pt>
                <c:pt idx="37082">
                  <c:v>24.6</c:v>
                </c:pt>
                <c:pt idx="37083">
                  <c:v>24.6</c:v>
                </c:pt>
                <c:pt idx="37084">
                  <c:v>24.55</c:v>
                </c:pt>
                <c:pt idx="37085">
                  <c:v>24.55</c:v>
                </c:pt>
                <c:pt idx="37086">
                  <c:v>24.5</c:v>
                </c:pt>
                <c:pt idx="37087">
                  <c:v>24.4</c:v>
                </c:pt>
                <c:pt idx="37088">
                  <c:v>24.4</c:v>
                </c:pt>
                <c:pt idx="37089">
                  <c:v>24.4</c:v>
                </c:pt>
                <c:pt idx="37090">
                  <c:v>24.35</c:v>
                </c:pt>
                <c:pt idx="37091">
                  <c:v>24.35</c:v>
                </c:pt>
                <c:pt idx="37092">
                  <c:v>24.35</c:v>
                </c:pt>
                <c:pt idx="37093">
                  <c:v>24.3</c:v>
                </c:pt>
                <c:pt idx="37094">
                  <c:v>24.35</c:v>
                </c:pt>
                <c:pt idx="37095">
                  <c:v>24.35</c:v>
                </c:pt>
                <c:pt idx="37096">
                  <c:v>24.35</c:v>
                </c:pt>
                <c:pt idx="37097">
                  <c:v>24.35</c:v>
                </c:pt>
                <c:pt idx="37098">
                  <c:v>24.4</c:v>
                </c:pt>
                <c:pt idx="37099">
                  <c:v>24.4</c:v>
                </c:pt>
                <c:pt idx="37100">
                  <c:v>24.4</c:v>
                </c:pt>
                <c:pt idx="37101">
                  <c:v>24.45</c:v>
                </c:pt>
                <c:pt idx="37102">
                  <c:v>24.4</c:v>
                </c:pt>
                <c:pt idx="37103">
                  <c:v>24.45</c:v>
                </c:pt>
                <c:pt idx="37104">
                  <c:v>24.5</c:v>
                </c:pt>
                <c:pt idx="37105">
                  <c:v>24.5</c:v>
                </c:pt>
                <c:pt idx="37106">
                  <c:v>24.5</c:v>
                </c:pt>
                <c:pt idx="37107">
                  <c:v>24.55</c:v>
                </c:pt>
                <c:pt idx="37108">
                  <c:v>24.55</c:v>
                </c:pt>
                <c:pt idx="37109">
                  <c:v>24.55</c:v>
                </c:pt>
                <c:pt idx="37110">
                  <c:v>24.6</c:v>
                </c:pt>
                <c:pt idx="37111">
                  <c:v>24.6</c:v>
                </c:pt>
                <c:pt idx="37112">
                  <c:v>24.6</c:v>
                </c:pt>
                <c:pt idx="37113">
                  <c:v>24.6</c:v>
                </c:pt>
                <c:pt idx="37114">
                  <c:v>24.55</c:v>
                </c:pt>
                <c:pt idx="37115">
                  <c:v>24.5</c:v>
                </c:pt>
                <c:pt idx="37116">
                  <c:v>24.45</c:v>
                </c:pt>
                <c:pt idx="37117">
                  <c:v>24.4</c:v>
                </c:pt>
                <c:pt idx="37118">
                  <c:v>24.4</c:v>
                </c:pt>
                <c:pt idx="37119">
                  <c:v>24.35</c:v>
                </c:pt>
                <c:pt idx="37120">
                  <c:v>24.3</c:v>
                </c:pt>
                <c:pt idx="37121">
                  <c:v>24.3</c:v>
                </c:pt>
                <c:pt idx="37122">
                  <c:v>24.3</c:v>
                </c:pt>
                <c:pt idx="37123">
                  <c:v>24.3</c:v>
                </c:pt>
                <c:pt idx="37124">
                  <c:v>24.3</c:v>
                </c:pt>
                <c:pt idx="37125">
                  <c:v>24.3</c:v>
                </c:pt>
                <c:pt idx="37126">
                  <c:v>24.35</c:v>
                </c:pt>
                <c:pt idx="37127">
                  <c:v>24.3</c:v>
                </c:pt>
                <c:pt idx="37128">
                  <c:v>24.35</c:v>
                </c:pt>
                <c:pt idx="37129">
                  <c:v>24.35</c:v>
                </c:pt>
                <c:pt idx="37130">
                  <c:v>24.4</c:v>
                </c:pt>
                <c:pt idx="37131">
                  <c:v>24.4</c:v>
                </c:pt>
                <c:pt idx="37132">
                  <c:v>24.4</c:v>
                </c:pt>
                <c:pt idx="37133">
                  <c:v>24.45</c:v>
                </c:pt>
                <c:pt idx="37134">
                  <c:v>24.45</c:v>
                </c:pt>
                <c:pt idx="37135">
                  <c:v>24.5</c:v>
                </c:pt>
                <c:pt idx="37136">
                  <c:v>24.5</c:v>
                </c:pt>
                <c:pt idx="37137">
                  <c:v>24.55</c:v>
                </c:pt>
                <c:pt idx="37138">
                  <c:v>24.55</c:v>
                </c:pt>
                <c:pt idx="37139">
                  <c:v>24.6</c:v>
                </c:pt>
                <c:pt idx="37140">
                  <c:v>24.6</c:v>
                </c:pt>
                <c:pt idx="37141">
                  <c:v>24.6</c:v>
                </c:pt>
                <c:pt idx="37142">
                  <c:v>24.6</c:v>
                </c:pt>
                <c:pt idx="37143">
                  <c:v>24.6</c:v>
                </c:pt>
                <c:pt idx="37144">
                  <c:v>24.55</c:v>
                </c:pt>
                <c:pt idx="37145">
                  <c:v>24.5</c:v>
                </c:pt>
                <c:pt idx="37146">
                  <c:v>24.45</c:v>
                </c:pt>
                <c:pt idx="37147">
                  <c:v>24.45</c:v>
                </c:pt>
                <c:pt idx="37148">
                  <c:v>24.4</c:v>
                </c:pt>
                <c:pt idx="37149">
                  <c:v>24.4</c:v>
                </c:pt>
                <c:pt idx="37150">
                  <c:v>24.35</c:v>
                </c:pt>
                <c:pt idx="37151">
                  <c:v>24.35</c:v>
                </c:pt>
                <c:pt idx="37152">
                  <c:v>24.3</c:v>
                </c:pt>
                <c:pt idx="37153">
                  <c:v>24.3</c:v>
                </c:pt>
                <c:pt idx="37154">
                  <c:v>24.3</c:v>
                </c:pt>
                <c:pt idx="37155">
                  <c:v>24.3</c:v>
                </c:pt>
                <c:pt idx="37156">
                  <c:v>24.35</c:v>
                </c:pt>
                <c:pt idx="37157">
                  <c:v>24.3</c:v>
                </c:pt>
                <c:pt idx="37158">
                  <c:v>24.35</c:v>
                </c:pt>
                <c:pt idx="37159">
                  <c:v>24.35</c:v>
                </c:pt>
                <c:pt idx="37160">
                  <c:v>24.4</c:v>
                </c:pt>
                <c:pt idx="37161">
                  <c:v>24.4</c:v>
                </c:pt>
                <c:pt idx="37162">
                  <c:v>24.4</c:v>
                </c:pt>
                <c:pt idx="37163">
                  <c:v>24.45</c:v>
                </c:pt>
                <c:pt idx="37164">
                  <c:v>24.45</c:v>
                </c:pt>
                <c:pt idx="37165">
                  <c:v>24.5</c:v>
                </c:pt>
                <c:pt idx="37166">
                  <c:v>24.5</c:v>
                </c:pt>
                <c:pt idx="37167">
                  <c:v>24.5</c:v>
                </c:pt>
                <c:pt idx="37168">
                  <c:v>24.55</c:v>
                </c:pt>
                <c:pt idx="37169">
                  <c:v>24.55</c:v>
                </c:pt>
                <c:pt idx="37170">
                  <c:v>24.6</c:v>
                </c:pt>
                <c:pt idx="37171">
                  <c:v>24.6</c:v>
                </c:pt>
                <c:pt idx="37172">
                  <c:v>24.6</c:v>
                </c:pt>
                <c:pt idx="37173">
                  <c:v>24.6</c:v>
                </c:pt>
                <c:pt idx="37174">
                  <c:v>24.55</c:v>
                </c:pt>
                <c:pt idx="37175">
                  <c:v>24.55</c:v>
                </c:pt>
                <c:pt idx="37176">
                  <c:v>24.45</c:v>
                </c:pt>
                <c:pt idx="37177">
                  <c:v>24.45</c:v>
                </c:pt>
                <c:pt idx="37178">
                  <c:v>24.4</c:v>
                </c:pt>
                <c:pt idx="37179">
                  <c:v>24.35</c:v>
                </c:pt>
                <c:pt idx="37180">
                  <c:v>24.35</c:v>
                </c:pt>
                <c:pt idx="37181">
                  <c:v>24.3</c:v>
                </c:pt>
                <c:pt idx="37182">
                  <c:v>24.3</c:v>
                </c:pt>
                <c:pt idx="37183">
                  <c:v>24.3</c:v>
                </c:pt>
                <c:pt idx="37184">
                  <c:v>24.3</c:v>
                </c:pt>
                <c:pt idx="37185">
                  <c:v>24.3</c:v>
                </c:pt>
                <c:pt idx="37186">
                  <c:v>24.35</c:v>
                </c:pt>
                <c:pt idx="37187">
                  <c:v>24.35</c:v>
                </c:pt>
                <c:pt idx="37188">
                  <c:v>24.35</c:v>
                </c:pt>
                <c:pt idx="37189">
                  <c:v>24.35</c:v>
                </c:pt>
                <c:pt idx="37190">
                  <c:v>24.35</c:v>
                </c:pt>
                <c:pt idx="37191">
                  <c:v>24.4</c:v>
                </c:pt>
                <c:pt idx="37192">
                  <c:v>24.4</c:v>
                </c:pt>
                <c:pt idx="37193">
                  <c:v>24.45</c:v>
                </c:pt>
                <c:pt idx="37194">
                  <c:v>24.45</c:v>
                </c:pt>
                <c:pt idx="37195">
                  <c:v>24.5</c:v>
                </c:pt>
                <c:pt idx="37196">
                  <c:v>24.5</c:v>
                </c:pt>
                <c:pt idx="37197">
                  <c:v>24.5</c:v>
                </c:pt>
                <c:pt idx="37198">
                  <c:v>24.55</c:v>
                </c:pt>
                <c:pt idx="37199">
                  <c:v>24.55</c:v>
                </c:pt>
                <c:pt idx="37200">
                  <c:v>24.6</c:v>
                </c:pt>
                <c:pt idx="37201">
                  <c:v>24.6</c:v>
                </c:pt>
                <c:pt idx="37202">
                  <c:v>24.6</c:v>
                </c:pt>
                <c:pt idx="37203">
                  <c:v>24.6</c:v>
                </c:pt>
                <c:pt idx="37204">
                  <c:v>24.55</c:v>
                </c:pt>
                <c:pt idx="37205">
                  <c:v>24.5</c:v>
                </c:pt>
                <c:pt idx="37206">
                  <c:v>24.45</c:v>
                </c:pt>
                <c:pt idx="37207">
                  <c:v>24.4</c:v>
                </c:pt>
                <c:pt idx="37208">
                  <c:v>24.35</c:v>
                </c:pt>
                <c:pt idx="37209">
                  <c:v>24.35</c:v>
                </c:pt>
                <c:pt idx="37210">
                  <c:v>24.3</c:v>
                </c:pt>
                <c:pt idx="37211">
                  <c:v>24.3</c:v>
                </c:pt>
                <c:pt idx="37212">
                  <c:v>24.3</c:v>
                </c:pt>
                <c:pt idx="37213">
                  <c:v>24.3</c:v>
                </c:pt>
                <c:pt idx="37214">
                  <c:v>24.3</c:v>
                </c:pt>
                <c:pt idx="37215">
                  <c:v>24.3</c:v>
                </c:pt>
                <c:pt idx="37216">
                  <c:v>24.35</c:v>
                </c:pt>
                <c:pt idx="37217">
                  <c:v>24.35</c:v>
                </c:pt>
                <c:pt idx="37218">
                  <c:v>24.35</c:v>
                </c:pt>
                <c:pt idx="37219">
                  <c:v>24.35</c:v>
                </c:pt>
                <c:pt idx="37220">
                  <c:v>24.4</c:v>
                </c:pt>
                <c:pt idx="37221">
                  <c:v>24.4</c:v>
                </c:pt>
                <c:pt idx="37222">
                  <c:v>24.4</c:v>
                </c:pt>
                <c:pt idx="37223">
                  <c:v>24.45</c:v>
                </c:pt>
                <c:pt idx="37224">
                  <c:v>24.45</c:v>
                </c:pt>
                <c:pt idx="37225">
                  <c:v>24.5</c:v>
                </c:pt>
                <c:pt idx="37226">
                  <c:v>24.5</c:v>
                </c:pt>
                <c:pt idx="37227">
                  <c:v>24.55</c:v>
                </c:pt>
                <c:pt idx="37228">
                  <c:v>24.55</c:v>
                </c:pt>
                <c:pt idx="37229">
                  <c:v>24.55</c:v>
                </c:pt>
                <c:pt idx="37230">
                  <c:v>24.6</c:v>
                </c:pt>
                <c:pt idx="37231">
                  <c:v>24.6</c:v>
                </c:pt>
                <c:pt idx="37232">
                  <c:v>24.6</c:v>
                </c:pt>
                <c:pt idx="37233">
                  <c:v>24.6</c:v>
                </c:pt>
                <c:pt idx="37234">
                  <c:v>24.55</c:v>
                </c:pt>
                <c:pt idx="37235">
                  <c:v>24.5</c:v>
                </c:pt>
                <c:pt idx="37236">
                  <c:v>24.45</c:v>
                </c:pt>
                <c:pt idx="37237">
                  <c:v>24.4</c:v>
                </c:pt>
                <c:pt idx="37238">
                  <c:v>24.4</c:v>
                </c:pt>
                <c:pt idx="37239">
                  <c:v>24.35</c:v>
                </c:pt>
                <c:pt idx="37240">
                  <c:v>24.35</c:v>
                </c:pt>
                <c:pt idx="37241">
                  <c:v>24.35</c:v>
                </c:pt>
                <c:pt idx="37242">
                  <c:v>24.3</c:v>
                </c:pt>
                <c:pt idx="37243">
                  <c:v>24.35</c:v>
                </c:pt>
                <c:pt idx="37244">
                  <c:v>24.35</c:v>
                </c:pt>
                <c:pt idx="37245">
                  <c:v>24.35</c:v>
                </c:pt>
                <c:pt idx="37246">
                  <c:v>24.35</c:v>
                </c:pt>
                <c:pt idx="37247">
                  <c:v>24.35</c:v>
                </c:pt>
                <c:pt idx="37248">
                  <c:v>24.4</c:v>
                </c:pt>
                <c:pt idx="37249">
                  <c:v>24.4</c:v>
                </c:pt>
                <c:pt idx="37250">
                  <c:v>24.4</c:v>
                </c:pt>
                <c:pt idx="37251">
                  <c:v>24.45</c:v>
                </c:pt>
                <c:pt idx="37252">
                  <c:v>24.45</c:v>
                </c:pt>
                <c:pt idx="37253">
                  <c:v>24.45</c:v>
                </c:pt>
                <c:pt idx="37254">
                  <c:v>24.5</c:v>
                </c:pt>
                <c:pt idx="37255">
                  <c:v>24.5</c:v>
                </c:pt>
                <c:pt idx="37256">
                  <c:v>24.5</c:v>
                </c:pt>
                <c:pt idx="37257">
                  <c:v>24.55</c:v>
                </c:pt>
                <c:pt idx="37258">
                  <c:v>24.55</c:v>
                </c:pt>
                <c:pt idx="37259">
                  <c:v>24.55</c:v>
                </c:pt>
                <c:pt idx="37260">
                  <c:v>24.55</c:v>
                </c:pt>
                <c:pt idx="37261">
                  <c:v>24.6</c:v>
                </c:pt>
                <c:pt idx="37262">
                  <c:v>24.55</c:v>
                </c:pt>
                <c:pt idx="37263">
                  <c:v>24.55</c:v>
                </c:pt>
                <c:pt idx="37264">
                  <c:v>24.55</c:v>
                </c:pt>
                <c:pt idx="37265">
                  <c:v>24.5</c:v>
                </c:pt>
                <c:pt idx="37266">
                  <c:v>24.5</c:v>
                </c:pt>
                <c:pt idx="37267">
                  <c:v>24.45</c:v>
                </c:pt>
                <c:pt idx="37268">
                  <c:v>24.4</c:v>
                </c:pt>
                <c:pt idx="37269">
                  <c:v>24.35</c:v>
                </c:pt>
                <c:pt idx="37270">
                  <c:v>24.35</c:v>
                </c:pt>
                <c:pt idx="37271">
                  <c:v>24.35</c:v>
                </c:pt>
                <c:pt idx="37272">
                  <c:v>24.35</c:v>
                </c:pt>
                <c:pt idx="37273">
                  <c:v>24.3</c:v>
                </c:pt>
                <c:pt idx="37274">
                  <c:v>24.35</c:v>
                </c:pt>
                <c:pt idx="37275">
                  <c:v>24.35</c:v>
                </c:pt>
                <c:pt idx="37276">
                  <c:v>24.35</c:v>
                </c:pt>
                <c:pt idx="37277">
                  <c:v>24.4</c:v>
                </c:pt>
                <c:pt idx="37278">
                  <c:v>24.4</c:v>
                </c:pt>
                <c:pt idx="37279">
                  <c:v>24.4</c:v>
                </c:pt>
                <c:pt idx="37280">
                  <c:v>24.4</c:v>
                </c:pt>
                <c:pt idx="37281">
                  <c:v>24.45</c:v>
                </c:pt>
                <c:pt idx="37282">
                  <c:v>24.45</c:v>
                </c:pt>
                <c:pt idx="37283">
                  <c:v>24.45</c:v>
                </c:pt>
                <c:pt idx="37284">
                  <c:v>24.5</c:v>
                </c:pt>
                <c:pt idx="37285">
                  <c:v>24.5</c:v>
                </c:pt>
                <c:pt idx="37286">
                  <c:v>24.55</c:v>
                </c:pt>
                <c:pt idx="37287">
                  <c:v>24.55</c:v>
                </c:pt>
                <c:pt idx="37288">
                  <c:v>24.55</c:v>
                </c:pt>
                <c:pt idx="37289">
                  <c:v>24.55</c:v>
                </c:pt>
                <c:pt idx="37290">
                  <c:v>24.6</c:v>
                </c:pt>
                <c:pt idx="37291">
                  <c:v>24.55</c:v>
                </c:pt>
                <c:pt idx="37292">
                  <c:v>24.6</c:v>
                </c:pt>
                <c:pt idx="37293">
                  <c:v>24.6</c:v>
                </c:pt>
                <c:pt idx="37294">
                  <c:v>24.55</c:v>
                </c:pt>
                <c:pt idx="37295">
                  <c:v>24.5</c:v>
                </c:pt>
                <c:pt idx="37296">
                  <c:v>24.5</c:v>
                </c:pt>
                <c:pt idx="37297">
                  <c:v>24.45</c:v>
                </c:pt>
                <c:pt idx="37298">
                  <c:v>24.4</c:v>
                </c:pt>
                <c:pt idx="37299">
                  <c:v>24.4</c:v>
                </c:pt>
                <c:pt idx="37300">
                  <c:v>24.35</c:v>
                </c:pt>
                <c:pt idx="37301">
                  <c:v>24.35</c:v>
                </c:pt>
                <c:pt idx="37302">
                  <c:v>24.35</c:v>
                </c:pt>
                <c:pt idx="37303">
                  <c:v>24.35</c:v>
                </c:pt>
                <c:pt idx="37304">
                  <c:v>24.4</c:v>
                </c:pt>
                <c:pt idx="37305">
                  <c:v>24.4</c:v>
                </c:pt>
                <c:pt idx="37306">
                  <c:v>24.4</c:v>
                </c:pt>
                <c:pt idx="37307">
                  <c:v>24.4</c:v>
                </c:pt>
                <c:pt idx="37308">
                  <c:v>24.4</c:v>
                </c:pt>
                <c:pt idx="37309">
                  <c:v>24.4</c:v>
                </c:pt>
                <c:pt idx="37310">
                  <c:v>24.45</c:v>
                </c:pt>
                <c:pt idx="37311">
                  <c:v>24.45</c:v>
                </c:pt>
                <c:pt idx="37312">
                  <c:v>24.45</c:v>
                </c:pt>
                <c:pt idx="37313">
                  <c:v>24.5</c:v>
                </c:pt>
                <c:pt idx="37314">
                  <c:v>24.5</c:v>
                </c:pt>
                <c:pt idx="37315">
                  <c:v>24.5</c:v>
                </c:pt>
                <c:pt idx="37316">
                  <c:v>24.5</c:v>
                </c:pt>
                <c:pt idx="37317">
                  <c:v>24.5</c:v>
                </c:pt>
                <c:pt idx="37318">
                  <c:v>24.55</c:v>
                </c:pt>
                <c:pt idx="37319">
                  <c:v>24.55</c:v>
                </c:pt>
                <c:pt idx="37320">
                  <c:v>24.55</c:v>
                </c:pt>
                <c:pt idx="37321">
                  <c:v>24.6</c:v>
                </c:pt>
                <c:pt idx="37322">
                  <c:v>24.6</c:v>
                </c:pt>
                <c:pt idx="37323">
                  <c:v>24.55</c:v>
                </c:pt>
                <c:pt idx="37324">
                  <c:v>24.55</c:v>
                </c:pt>
                <c:pt idx="37325">
                  <c:v>24.5</c:v>
                </c:pt>
                <c:pt idx="37326">
                  <c:v>24.45</c:v>
                </c:pt>
                <c:pt idx="37327">
                  <c:v>24.4</c:v>
                </c:pt>
                <c:pt idx="37328">
                  <c:v>24.4</c:v>
                </c:pt>
                <c:pt idx="37329">
                  <c:v>24.35</c:v>
                </c:pt>
                <c:pt idx="37330">
                  <c:v>24.35</c:v>
                </c:pt>
                <c:pt idx="37331">
                  <c:v>24.3</c:v>
                </c:pt>
                <c:pt idx="37332">
                  <c:v>24.3</c:v>
                </c:pt>
                <c:pt idx="37333">
                  <c:v>24.3</c:v>
                </c:pt>
                <c:pt idx="37334">
                  <c:v>24.3</c:v>
                </c:pt>
                <c:pt idx="37335">
                  <c:v>24.35</c:v>
                </c:pt>
                <c:pt idx="37336">
                  <c:v>24.35</c:v>
                </c:pt>
                <c:pt idx="37337">
                  <c:v>24.35</c:v>
                </c:pt>
                <c:pt idx="37338">
                  <c:v>24.35</c:v>
                </c:pt>
                <c:pt idx="37339">
                  <c:v>24.4</c:v>
                </c:pt>
                <c:pt idx="37340">
                  <c:v>24.4</c:v>
                </c:pt>
                <c:pt idx="37341">
                  <c:v>24.4</c:v>
                </c:pt>
                <c:pt idx="37342">
                  <c:v>24.45</c:v>
                </c:pt>
                <c:pt idx="37343">
                  <c:v>24.45</c:v>
                </c:pt>
                <c:pt idx="37344">
                  <c:v>24.5</c:v>
                </c:pt>
                <c:pt idx="37345">
                  <c:v>24.5</c:v>
                </c:pt>
                <c:pt idx="37346">
                  <c:v>24.55</c:v>
                </c:pt>
                <c:pt idx="37347">
                  <c:v>24.55</c:v>
                </c:pt>
                <c:pt idx="37348">
                  <c:v>24.55</c:v>
                </c:pt>
                <c:pt idx="37349">
                  <c:v>24.6</c:v>
                </c:pt>
                <c:pt idx="37350">
                  <c:v>24.6</c:v>
                </c:pt>
                <c:pt idx="37351">
                  <c:v>24.6</c:v>
                </c:pt>
                <c:pt idx="37352">
                  <c:v>24.6</c:v>
                </c:pt>
                <c:pt idx="37353">
                  <c:v>24.55</c:v>
                </c:pt>
                <c:pt idx="37354">
                  <c:v>24.55</c:v>
                </c:pt>
                <c:pt idx="37355">
                  <c:v>24.5</c:v>
                </c:pt>
                <c:pt idx="37356">
                  <c:v>24.45</c:v>
                </c:pt>
                <c:pt idx="37357">
                  <c:v>24.4</c:v>
                </c:pt>
                <c:pt idx="37358">
                  <c:v>24.4</c:v>
                </c:pt>
                <c:pt idx="37359">
                  <c:v>24.35</c:v>
                </c:pt>
                <c:pt idx="37360">
                  <c:v>24.35</c:v>
                </c:pt>
                <c:pt idx="37361">
                  <c:v>24.35</c:v>
                </c:pt>
                <c:pt idx="37362">
                  <c:v>24.35</c:v>
                </c:pt>
                <c:pt idx="37363">
                  <c:v>24.35</c:v>
                </c:pt>
                <c:pt idx="37364">
                  <c:v>24.35</c:v>
                </c:pt>
                <c:pt idx="37365">
                  <c:v>24.35</c:v>
                </c:pt>
                <c:pt idx="37366">
                  <c:v>24.35</c:v>
                </c:pt>
                <c:pt idx="37367">
                  <c:v>24.35</c:v>
                </c:pt>
                <c:pt idx="37368">
                  <c:v>24.4</c:v>
                </c:pt>
                <c:pt idx="37369">
                  <c:v>24.4</c:v>
                </c:pt>
                <c:pt idx="37370">
                  <c:v>24.4</c:v>
                </c:pt>
                <c:pt idx="37371">
                  <c:v>24.45</c:v>
                </c:pt>
                <c:pt idx="37372">
                  <c:v>24.45</c:v>
                </c:pt>
                <c:pt idx="37373">
                  <c:v>24.5</c:v>
                </c:pt>
                <c:pt idx="37374">
                  <c:v>24.5</c:v>
                </c:pt>
                <c:pt idx="37375">
                  <c:v>24.5</c:v>
                </c:pt>
                <c:pt idx="37376">
                  <c:v>24.55</c:v>
                </c:pt>
                <c:pt idx="37377">
                  <c:v>24.55</c:v>
                </c:pt>
                <c:pt idx="37378">
                  <c:v>24.55</c:v>
                </c:pt>
                <c:pt idx="37379">
                  <c:v>24.6</c:v>
                </c:pt>
                <c:pt idx="37380">
                  <c:v>24.6</c:v>
                </c:pt>
                <c:pt idx="37381">
                  <c:v>24.6</c:v>
                </c:pt>
                <c:pt idx="37382">
                  <c:v>24.6</c:v>
                </c:pt>
                <c:pt idx="37383">
                  <c:v>24.6</c:v>
                </c:pt>
                <c:pt idx="37384">
                  <c:v>24.55</c:v>
                </c:pt>
                <c:pt idx="37385">
                  <c:v>24.55</c:v>
                </c:pt>
                <c:pt idx="37386">
                  <c:v>24.5</c:v>
                </c:pt>
                <c:pt idx="37387">
                  <c:v>24.45</c:v>
                </c:pt>
                <c:pt idx="37388">
                  <c:v>24.45</c:v>
                </c:pt>
                <c:pt idx="37389">
                  <c:v>24.4</c:v>
                </c:pt>
                <c:pt idx="37390">
                  <c:v>24.35</c:v>
                </c:pt>
                <c:pt idx="37391">
                  <c:v>24.35</c:v>
                </c:pt>
                <c:pt idx="37392">
                  <c:v>24.35</c:v>
                </c:pt>
                <c:pt idx="37393">
                  <c:v>24.35</c:v>
                </c:pt>
                <c:pt idx="37394">
                  <c:v>24.35</c:v>
                </c:pt>
                <c:pt idx="37395">
                  <c:v>24.35</c:v>
                </c:pt>
                <c:pt idx="37396">
                  <c:v>24.35</c:v>
                </c:pt>
                <c:pt idx="37397">
                  <c:v>24.35</c:v>
                </c:pt>
                <c:pt idx="37398">
                  <c:v>24.35</c:v>
                </c:pt>
                <c:pt idx="37399">
                  <c:v>24.4</c:v>
                </c:pt>
                <c:pt idx="37400">
                  <c:v>24.4</c:v>
                </c:pt>
                <c:pt idx="37401">
                  <c:v>24.4</c:v>
                </c:pt>
                <c:pt idx="37402">
                  <c:v>24.45</c:v>
                </c:pt>
                <c:pt idx="37403">
                  <c:v>24.45</c:v>
                </c:pt>
                <c:pt idx="37404">
                  <c:v>24.5</c:v>
                </c:pt>
                <c:pt idx="37405">
                  <c:v>24.5</c:v>
                </c:pt>
                <c:pt idx="37406">
                  <c:v>24.5</c:v>
                </c:pt>
                <c:pt idx="37407">
                  <c:v>24.55</c:v>
                </c:pt>
                <c:pt idx="37408">
                  <c:v>24.55</c:v>
                </c:pt>
                <c:pt idx="37409">
                  <c:v>24.6</c:v>
                </c:pt>
                <c:pt idx="37410">
                  <c:v>24.6</c:v>
                </c:pt>
                <c:pt idx="37411">
                  <c:v>24.65</c:v>
                </c:pt>
                <c:pt idx="37412">
                  <c:v>24.65</c:v>
                </c:pt>
                <c:pt idx="37413">
                  <c:v>24.6</c:v>
                </c:pt>
                <c:pt idx="37414">
                  <c:v>24.55</c:v>
                </c:pt>
                <c:pt idx="37415">
                  <c:v>24.55</c:v>
                </c:pt>
                <c:pt idx="37416">
                  <c:v>24.5</c:v>
                </c:pt>
                <c:pt idx="37417">
                  <c:v>24.5</c:v>
                </c:pt>
                <c:pt idx="37418">
                  <c:v>24.45</c:v>
                </c:pt>
                <c:pt idx="37419">
                  <c:v>24.4</c:v>
                </c:pt>
                <c:pt idx="37420">
                  <c:v>24.4</c:v>
                </c:pt>
                <c:pt idx="37421">
                  <c:v>24.4</c:v>
                </c:pt>
                <c:pt idx="37422">
                  <c:v>24.4</c:v>
                </c:pt>
                <c:pt idx="37423">
                  <c:v>24.4</c:v>
                </c:pt>
                <c:pt idx="37424">
                  <c:v>24.4</c:v>
                </c:pt>
                <c:pt idx="37425">
                  <c:v>24.4</c:v>
                </c:pt>
                <c:pt idx="37426">
                  <c:v>24.4</c:v>
                </c:pt>
                <c:pt idx="37427">
                  <c:v>24.4</c:v>
                </c:pt>
                <c:pt idx="37428">
                  <c:v>24.4</c:v>
                </c:pt>
                <c:pt idx="37429">
                  <c:v>24.45</c:v>
                </c:pt>
                <c:pt idx="37430">
                  <c:v>24.45</c:v>
                </c:pt>
                <c:pt idx="37431">
                  <c:v>24.45</c:v>
                </c:pt>
                <c:pt idx="37432">
                  <c:v>24.45</c:v>
                </c:pt>
                <c:pt idx="37433">
                  <c:v>24.45</c:v>
                </c:pt>
                <c:pt idx="37434">
                  <c:v>24.5</c:v>
                </c:pt>
                <c:pt idx="37435">
                  <c:v>24.5</c:v>
                </c:pt>
                <c:pt idx="37436">
                  <c:v>24.5</c:v>
                </c:pt>
                <c:pt idx="37437">
                  <c:v>24.55</c:v>
                </c:pt>
                <c:pt idx="37438">
                  <c:v>24.55</c:v>
                </c:pt>
                <c:pt idx="37439">
                  <c:v>24.55</c:v>
                </c:pt>
                <c:pt idx="37440">
                  <c:v>24.6</c:v>
                </c:pt>
                <c:pt idx="37441">
                  <c:v>24.6</c:v>
                </c:pt>
                <c:pt idx="37442">
                  <c:v>24.6</c:v>
                </c:pt>
                <c:pt idx="37443">
                  <c:v>24.6</c:v>
                </c:pt>
                <c:pt idx="37444">
                  <c:v>24.6</c:v>
                </c:pt>
                <c:pt idx="37445">
                  <c:v>24.55</c:v>
                </c:pt>
                <c:pt idx="37446">
                  <c:v>24.5</c:v>
                </c:pt>
                <c:pt idx="37447">
                  <c:v>24.45</c:v>
                </c:pt>
                <c:pt idx="37448">
                  <c:v>24.45</c:v>
                </c:pt>
                <c:pt idx="37449">
                  <c:v>24.4</c:v>
                </c:pt>
                <c:pt idx="37450">
                  <c:v>24.4</c:v>
                </c:pt>
                <c:pt idx="37451">
                  <c:v>24.4</c:v>
                </c:pt>
                <c:pt idx="37452">
                  <c:v>24.4</c:v>
                </c:pt>
                <c:pt idx="37453">
                  <c:v>24.4</c:v>
                </c:pt>
                <c:pt idx="37454">
                  <c:v>24.4</c:v>
                </c:pt>
                <c:pt idx="37455">
                  <c:v>24.4</c:v>
                </c:pt>
                <c:pt idx="37456">
                  <c:v>24.4</c:v>
                </c:pt>
                <c:pt idx="37457">
                  <c:v>24.4</c:v>
                </c:pt>
                <c:pt idx="37458">
                  <c:v>24.4</c:v>
                </c:pt>
                <c:pt idx="37459">
                  <c:v>24.4</c:v>
                </c:pt>
                <c:pt idx="37460">
                  <c:v>24.4</c:v>
                </c:pt>
                <c:pt idx="37461">
                  <c:v>24.4</c:v>
                </c:pt>
                <c:pt idx="37462">
                  <c:v>24.45</c:v>
                </c:pt>
                <c:pt idx="37463">
                  <c:v>24.45</c:v>
                </c:pt>
                <c:pt idx="37464">
                  <c:v>24.5</c:v>
                </c:pt>
                <c:pt idx="37465">
                  <c:v>24.5</c:v>
                </c:pt>
                <c:pt idx="37466">
                  <c:v>24.5</c:v>
                </c:pt>
                <c:pt idx="37467">
                  <c:v>24.5</c:v>
                </c:pt>
                <c:pt idx="37468">
                  <c:v>24.55</c:v>
                </c:pt>
                <c:pt idx="37469">
                  <c:v>24.55</c:v>
                </c:pt>
                <c:pt idx="37470">
                  <c:v>24.55</c:v>
                </c:pt>
                <c:pt idx="37471">
                  <c:v>24.6</c:v>
                </c:pt>
                <c:pt idx="37472">
                  <c:v>24.6</c:v>
                </c:pt>
                <c:pt idx="37473">
                  <c:v>24.6</c:v>
                </c:pt>
                <c:pt idx="37474">
                  <c:v>24.55</c:v>
                </c:pt>
                <c:pt idx="37475">
                  <c:v>24.5</c:v>
                </c:pt>
                <c:pt idx="37476">
                  <c:v>24.45</c:v>
                </c:pt>
                <c:pt idx="37477">
                  <c:v>24.45</c:v>
                </c:pt>
                <c:pt idx="37478">
                  <c:v>24.4</c:v>
                </c:pt>
                <c:pt idx="37479">
                  <c:v>24.4</c:v>
                </c:pt>
                <c:pt idx="37480">
                  <c:v>24.4</c:v>
                </c:pt>
                <c:pt idx="37481">
                  <c:v>24.35</c:v>
                </c:pt>
                <c:pt idx="37482">
                  <c:v>24.35</c:v>
                </c:pt>
                <c:pt idx="37483">
                  <c:v>24.35</c:v>
                </c:pt>
                <c:pt idx="37484">
                  <c:v>24.35</c:v>
                </c:pt>
                <c:pt idx="37485">
                  <c:v>24.35</c:v>
                </c:pt>
                <c:pt idx="37486">
                  <c:v>24.35</c:v>
                </c:pt>
                <c:pt idx="37487">
                  <c:v>24.35</c:v>
                </c:pt>
                <c:pt idx="37488">
                  <c:v>24.35</c:v>
                </c:pt>
                <c:pt idx="37489">
                  <c:v>24.35</c:v>
                </c:pt>
                <c:pt idx="37490">
                  <c:v>24.4</c:v>
                </c:pt>
                <c:pt idx="37491">
                  <c:v>24.4</c:v>
                </c:pt>
                <c:pt idx="37492">
                  <c:v>24.4</c:v>
                </c:pt>
                <c:pt idx="37493">
                  <c:v>24.45</c:v>
                </c:pt>
                <c:pt idx="37494">
                  <c:v>24.45</c:v>
                </c:pt>
                <c:pt idx="37495">
                  <c:v>24.45</c:v>
                </c:pt>
                <c:pt idx="37496">
                  <c:v>24.5</c:v>
                </c:pt>
                <c:pt idx="37497">
                  <c:v>24.5</c:v>
                </c:pt>
                <c:pt idx="37498">
                  <c:v>24.55</c:v>
                </c:pt>
                <c:pt idx="37499">
                  <c:v>24.55</c:v>
                </c:pt>
                <c:pt idx="37500">
                  <c:v>24.55</c:v>
                </c:pt>
                <c:pt idx="37501">
                  <c:v>24.6</c:v>
                </c:pt>
                <c:pt idx="37502">
                  <c:v>24.55</c:v>
                </c:pt>
                <c:pt idx="37503">
                  <c:v>24.6</c:v>
                </c:pt>
                <c:pt idx="37504">
                  <c:v>24.55</c:v>
                </c:pt>
                <c:pt idx="37505">
                  <c:v>24.5</c:v>
                </c:pt>
                <c:pt idx="37506">
                  <c:v>24.45</c:v>
                </c:pt>
                <c:pt idx="37507">
                  <c:v>24.45</c:v>
                </c:pt>
                <c:pt idx="37508">
                  <c:v>24.4</c:v>
                </c:pt>
                <c:pt idx="37509">
                  <c:v>24.35</c:v>
                </c:pt>
                <c:pt idx="37510">
                  <c:v>24.35</c:v>
                </c:pt>
                <c:pt idx="37511">
                  <c:v>24.35</c:v>
                </c:pt>
                <c:pt idx="37512">
                  <c:v>24.35</c:v>
                </c:pt>
                <c:pt idx="37513">
                  <c:v>24.3</c:v>
                </c:pt>
                <c:pt idx="37514">
                  <c:v>24.35</c:v>
                </c:pt>
                <c:pt idx="37515">
                  <c:v>24.35</c:v>
                </c:pt>
                <c:pt idx="37516">
                  <c:v>24.35</c:v>
                </c:pt>
                <c:pt idx="37517">
                  <c:v>24.35</c:v>
                </c:pt>
                <c:pt idx="37518">
                  <c:v>24.35</c:v>
                </c:pt>
                <c:pt idx="37519">
                  <c:v>24.4</c:v>
                </c:pt>
                <c:pt idx="37520">
                  <c:v>24.4</c:v>
                </c:pt>
                <c:pt idx="37521">
                  <c:v>24.4</c:v>
                </c:pt>
                <c:pt idx="37522">
                  <c:v>24.45</c:v>
                </c:pt>
                <c:pt idx="37523">
                  <c:v>24.45</c:v>
                </c:pt>
                <c:pt idx="37524">
                  <c:v>24.45</c:v>
                </c:pt>
                <c:pt idx="37525">
                  <c:v>24.5</c:v>
                </c:pt>
                <c:pt idx="37526">
                  <c:v>24.5</c:v>
                </c:pt>
                <c:pt idx="37527">
                  <c:v>24.5</c:v>
                </c:pt>
                <c:pt idx="37528">
                  <c:v>24.55</c:v>
                </c:pt>
                <c:pt idx="37529">
                  <c:v>24.55</c:v>
                </c:pt>
                <c:pt idx="37530">
                  <c:v>24.6</c:v>
                </c:pt>
                <c:pt idx="37531">
                  <c:v>24.6</c:v>
                </c:pt>
                <c:pt idx="37532">
                  <c:v>24.6</c:v>
                </c:pt>
                <c:pt idx="37533">
                  <c:v>24.6</c:v>
                </c:pt>
                <c:pt idx="37534">
                  <c:v>24.55</c:v>
                </c:pt>
                <c:pt idx="37535">
                  <c:v>24.55</c:v>
                </c:pt>
                <c:pt idx="37536">
                  <c:v>24.5</c:v>
                </c:pt>
                <c:pt idx="37537">
                  <c:v>24.45</c:v>
                </c:pt>
                <c:pt idx="37538">
                  <c:v>24.4</c:v>
                </c:pt>
                <c:pt idx="37539">
                  <c:v>24.4</c:v>
                </c:pt>
                <c:pt idx="37540">
                  <c:v>24.4</c:v>
                </c:pt>
                <c:pt idx="37541">
                  <c:v>24.35</c:v>
                </c:pt>
                <c:pt idx="37542">
                  <c:v>24.35</c:v>
                </c:pt>
                <c:pt idx="37543">
                  <c:v>24.35</c:v>
                </c:pt>
                <c:pt idx="37544">
                  <c:v>24.35</c:v>
                </c:pt>
                <c:pt idx="37545">
                  <c:v>24.35</c:v>
                </c:pt>
                <c:pt idx="37546">
                  <c:v>24.35</c:v>
                </c:pt>
                <c:pt idx="37547">
                  <c:v>24.4</c:v>
                </c:pt>
                <c:pt idx="37548">
                  <c:v>24.4</c:v>
                </c:pt>
                <c:pt idx="37549">
                  <c:v>24.45</c:v>
                </c:pt>
                <c:pt idx="37550">
                  <c:v>24.45</c:v>
                </c:pt>
                <c:pt idx="37551">
                  <c:v>24.45</c:v>
                </c:pt>
                <c:pt idx="37552">
                  <c:v>24.45</c:v>
                </c:pt>
                <c:pt idx="37553">
                  <c:v>24.5</c:v>
                </c:pt>
                <c:pt idx="37554">
                  <c:v>24.5</c:v>
                </c:pt>
                <c:pt idx="37555">
                  <c:v>24.5</c:v>
                </c:pt>
                <c:pt idx="37556">
                  <c:v>24.55</c:v>
                </c:pt>
                <c:pt idx="37557">
                  <c:v>24.55</c:v>
                </c:pt>
                <c:pt idx="37558">
                  <c:v>24.55</c:v>
                </c:pt>
                <c:pt idx="37559">
                  <c:v>24.55</c:v>
                </c:pt>
                <c:pt idx="37560">
                  <c:v>24.6</c:v>
                </c:pt>
                <c:pt idx="37561">
                  <c:v>24.6</c:v>
                </c:pt>
                <c:pt idx="37562">
                  <c:v>24.6</c:v>
                </c:pt>
                <c:pt idx="37563">
                  <c:v>24.55</c:v>
                </c:pt>
                <c:pt idx="37564">
                  <c:v>24.55</c:v>
                </c:pt>
                <c:pt idx="37565">
                  <c:v>24.5</c:v>
                </c:pt>
                <c:pt idx="37566">
                  <c:v>24.5</c:v>
                </c:pt>
                <c:pt idx="37567">
                  <c:v>24.45</c:v>
                </c:pt>
                <c:pt idx="37568">
                  <c:v>24.4</c:v>
                </c:pt>
                <c:pt idx="37569">
                  <c:v>24.4</c:v>
                </c:pt>
                <c:pt idx="37570">
                  <c:v>24.35</c:v>
                </c:pt>
                <c:pt idx="37571">
                  <c:v>24.35</c:v>
                </c:pt>
                <c:pt idx="37572">
                  <c:v>24.35</c:v>
                </c:pt>
                <c:pt idx="37573">
                  <c:v>24.35</c:v>
                </c:pt>
                <c:pt idx="37574">
                  <c:v>24.35</c:v>
                </c:pt>
                <c:pt idx="37575">
                  <c:v>24.35</c:v>
                </c:pt>
                <c:pt idx="37576">
                  <c:v>24.35</c:v>
                </c:pt>
                <c:pt idx="37577">
                  <c:v>24.4</c:v>
                </c:pt>
                <c:pt idx="37578">
                  <c:v>24.4</c:v>
                </c:pt>
                <c:pt idx="37579">
                  <c:v>24.4</c:v>
                </c:pt>
                <c:pt idx="37580">
                  <c:v>24.4</c:v>
                </c:pt>
                <c:pt idx="37581">
                  <c:v>24.45</c:v>
                </c:pt>
                <c:pt idx="37582">
                  <c:v>24.45</c:v>
                </c:pt>
                <c:pt idx="37583">
                  <c:v>24.45</c:v>
                </c:pt>
                <c:pt idx="37584">
                  <c:v>24.5</c:v>
                </c:pt>
                <c:pt idx="37585">
                  <c:v>24.5</c:v>
                </c:pt>
                <c:pt idx="37586">
                  <c:v>24.5</c:v>
                </c:pt>
                <c:pt idx="37587">
                  <c:v>24.55</c:v>
                </c:pt>
                <c:pt idx="37588">
                  <c:v>24.55</c:v>
                </c:pt>
                <c:pt idx="37589">
                  <c:v>24.6</c:v>
                </c:pt>
                <c:pt idx="37590">
                  <c:v>24.6</c:v>
                </c:pt>
                <c:pt idx="37591">
                  <c:v>24.6</c:v>
                </c:pt>
                <c:pt idx="37592">
                  <c:v>24.6</c:v>
                </c:pt>
                <c:pt idx="37593">
                  <c:v>24.6</c:v>
                </c:pt>
                <c:pt idx="37594">
                  <c:v>24.55</c:v>
                </c:pt>
                <c:pt idx="37595">
                  <c:v>24.5</c:v>
                </c:pt>
                <c:pt idx="37596">
                  <c:v>24.5</c:v>
                </c:pt>
                <c:pt idx="37597">
                  <c:v>24.45</c:v>
                </c:pt>
                <c:pt idx="37598">
                  <c:v>24.4</c:v>
                </c:pt>
                <c:pt idx="37599">
                  <c:v>24.4</c:v>
                </c:pt>
                <c:pt idx="37600">
                  <c:v>24.35</c:v>
                </c:pt>
                <c:pt idx="37601">
                  <c:v>24.35</c:v>
                </c:pt>
                <c:pt idx="37602">
                  <c:v>24.35</c:v>
                </c:pt>
                <c:pt idx="37603">
                  <c:v>24.35</c:v>
                </c:pt>
                <c:pt idx="37604">
                  <c:v>24.35</c:v>
                </c:pt>
                <c:pt idx="37605">
                  <c:v>24.35</c:v>
                </c:pt>
                <c:pt idx="37606">
                  <c:v>24.35</c:v>
                </c:pt>
                <c:pt idx="37607">
                  <c:v>24.35</c:v>
                </c:pt>
                <c:pt idx="37608">
                  <c:v>24.35</c:v>
                </c:pt>
                <c:pt idx="37609">
                  <c:v>24.4</c:v>
                </c:pt>
                <c:pt idx="37610">
                  <c:v>24.4</c:v>
                </c:pt>
                <c:pt idx="37611">
                  <c:v>24.4</c:v>
                </c:pt>
                <c:pt idx="37612">
                  <c:v>24.45</c:v>
                </c:pt>
                <c:pt idx="37613">
                  <c:v>24.45</c:v>
                </c:pt>
                <c:pt idx="37614">
                  <c:v>24.5</c:v>
                </c:pt>
                <c:pt idx="37615">
                  <c:v>24.5</c:v>
                </c:pt>
                <c:pt idx="37616">
                  <c:v>24.5</c:v>
                </c:pt>
                <c:pt idx="37617">
                  <c:v>24.55</c:v>
                </c:pt>
                <c:pt idx="37618">
                  <c:v>24.55</c:v>
                </c:pt>
                <c:pt idx="37619">
                  <c:v>24.55</c:v>
                </c:pt>
                <c:pt idx="37620">
                  <c:v>24.6</c:v>
                </c:pt>
                <c:pt idx="37621">
                  <c:v>24.6</c:v>
                </c:pt>
                <c:pt idx="37622">
                  <c:v>24.6</c:v>
                </c:pt>
                <c:pt idx="37623">
                  <c:v>24.6</c:v>
                </c:pt>
                <c:pt idx="37624">
                  <c:v>24.55</c:v>
                </c:pt>
                <c:pt idx="37625">
                  <c:v>24.5</c:v>
                </c:pt>
                <c:pt idx="37626">
                  <c:v>24.5</c:v>
                </c:pt>
                <c:pt idx="37627">
                  <c:v>24.45</c:v>
                </c:pt>
                <c:pt idx="37628">
                  <c:v>24.4</c:v>
                </c:pt>
                <c:pt idx="37629">
                  <c:v>24.35</c:v>
                </c:pt>
                <c:pt idx="37630">
                  <c:v>24.35</c:v>
                </c:pt>
                <c:pt idx="37631">
                  <c:v>24.35</c:v>
                </c:pt>
                <c:pt idx="37632">
                  <c:v>24.3</c:v>
                </c:pt>
                <c:pt idx="37633">
                  <c:v>24.3</c:v>
                </c:pt>
                <c:pt idx="37634">
                  <c:v>24.3</c:v>
                </c:pt>
                <c:pt idx="37635">
                  <c:v>24.3</c:v>
                </c:pt>
                <c:pt idx="37636">
                  <c:v>24.3</c:v>
                </c:pt>
                <c:pt idx="37637">
                  <c:v>24.35</c:v>
                </c:pt>
                <c:pt idx="37638">
                  <c:v>24.35</c:v>
                </c:pt>
                <c:pt idx="37639">
                  <c:v>24.35</c:v>
                </c:pt>
                <c:pt idx="37640">
                  <c:v>24.35</c:v>
                </c:pt>
                <c:pt idx="37641">
                  <c:v>24.4</c:v>
                </c:pt>
                <c:pt idx="37642">
                  <c:v>24.4</c:v>
                </c:pt>
                <c:pt idx="37643">
                  <c:v>24.4</c:v>
                </c:pt>
                <c:pt idx="37644">
                  <c:v>24.45</c:v>
                </c:pt>
                <c:pt idx="37645">
                  <c:v>24.45</c:v>
                </c:pt>
                <c:pt idx="37646">
                  <c:v>24.5</c:v>
                </c:pt>
                <c:pt idx="37647">
                  <c:v>24.5</c:v>
                </c:pt>
                <c:pt idx="37648">
                  <c:v>24.5</c:v>
                </c:pt>
                <c:pt idx="37649">
                  <c:v>24.55</c:v>
                </c:pt>
                <c:pt idx="37650">
                  <c:v>24.55</c:v>
                </c:pt>
                <c:pt idx="37651">
                  <c:v>24.6</c:v>
                </c:pt>
                <c:pt idx="37652">
                  <c:v>24.55</c:v>
                </c:pt>
                <c:pt idx="37653">
                  <c:v>24.55</c:v>
                </c:pt>
                <c:pt idx="37654">
                  <c:v>24.55</c:v>
                </c:pt>
                <c:pt idx="37655">
                  <c:v>24.5</c:v>
                </c:pt>
                <c:pt idx="37656">
                  <c:v>24.5</c:v>
                </c:pt>
                <c:pt idx="37657">
                  <c:v>24.45</c:v>
                </c:pt>
                <c:pt idx="37658">
                  <c:v>24.4</c:v>
                </c:pt>
                <c:pt idx="37659">
                  <c:v>24.4</c:v>
                </c:pt>
                <c:pt idx="37660">
                  <c:v>24.35</c:v>
                </c:pt>
                <c:pt idx="37661">
                  <c:v>24.35</c:v>
                </c:pt>
                <c:pt idx="37662">
                  <c:v>24.35</c:v>
                </c:pt>
                <c:pt idx="37663">
                  <c:v>24.35</c:v>
                </c:pt>
                <c:pt idx="37664">
                  <c:v>24.35</c:v>
                </c:pt>
                <c:pt idx="37665">
                  <c:v>24.35</c:v>
                </c:pt>
                <c:pt idx="37666">
                  <c:v>24.35</c:v>
                </c:pt>
                <c:pt idx="37667">
                  <c:v>24.35</c:v>
                </c:pt>
                <c:pt idx="37668">
                  <c:v>24.4</c:v>
                </c:pt>
                <c:pt idx="37669">
                  <c:v>24.4</c:v>
                </c:pt>
                <c:pt idx="37670">
                  <c:v>24.4</c:v>
                </c:pt>
                <c:pt idx="37671">
                  <c:v>24.4</c:v>
                </c:pt>
                <c:pt idx="37672">
                  <c:v>24.45</c:v>
                </c:pt>
                <c:pt idx="37673">
                  <c:v>24.45</c:v>
                </c:pt>
                <c:pt idx="37674">
                  <c:v>24.45</c:v>
                </c:pt>
                <c:pt idx="37675">
                  <c:v>24.5</c:v>
                </c:pt>
                <c:pt idx="37676">
                  <c:v>24.5</c:v>
                </c:pt>
                <c:pt idx="37677">
                  <c:v>24.55</c:v>
                </c:pt>
                <c:pt idx="37678">
                  <c:v>24.55</c:v>
                </c:pt>
                <c:pt idx="37679">
                  <c:v>24.55</c:v>
                </c:pt>
                <c:pt idx="37680">
                  <c:v>24.6</c:v>
                </c:pt>
                <c:pt idx="37681">
                  <c:v>24.6</c:v>
                </c:pt>
                <c:pt idx="37682">
                  <c:v>24.6</c:v>
                </c:pt>
                <c:pt idx="37683">
                  <c:v>24.6</c:v>
                </c:pt>
                <c:pt idx="37684">
                  <c:v>24.55</c:v>
                </c:pt>
                <c:pt idx="37685">
                  <c:v>24.55</c:v>
                </c:pt>
                <c:pt idx="37686">
                  <c:v>24.5</c:v>
                </c:pt>
                <c:pt idx="37687">
                  <c:v>24.45</c:v>
                </c:pt>
                <c:pt idx="37688">
                  <c:v>24.45</c:v>
                </c:pt>
                <c:pt idx="37689">
                  <c:v>24.45</c:v>
                </c:pt>
                <c:pt idx="37690">
                  <c:v>24.4</c:v>
                </c:pt>
                <c:pt idx="37691">
                  <c:v>24.4</c:v>
                </c:pt>
                <c:pt idx="37692">
                  <c:v>24.4</c:v>
                </c:pt>
                <c:pt idx="37693">
                  <c:v>24.4</c:v>
                </c:pt>
                <c:pt idx="37694">
                  <c:v>24.35</c:v>
                </c:pt>
                <c:pt idx="37695">
                  <c:v>24.35</c:v>
                </c:pt>
                <c:pt idx="37696">
                  <c:v>24.35</c:v>
                </c:pt>
                <c:pt idx="37697">
                  <c:v>24.35</c:v>
                </c:pt>
                <c:pt idx="37698">
                  <c:v>24.4</c:v>
                </c:pt>
                <c:pt idx="37699">
                  <c:v>24.4</c:v>
                </c:pt>
                <c:pt idx="37700">
                  <c:v>24.4</c:v>
                </c:pt>
                <c:pt idx="37701">
                  <c:v>24.4</c:v>
                </c:pt>
                <c:pt idx="37702">
                  <c:v>24.45</c:v>
                </c:pt>
                <c:pt idx="37703">
                  <c:v>24.45</c:v>
                </c:pt>
                <c:pt idx="37704">
                  <c:v>24.45</c:v>
                </c:pt>
                <c:pt idx="37705">
                  <c:v>24.5</c:v>
                </c:pt>
                <c:pt idx="37706">
                  <c:v>24.5</c:v>
                </c:pt>
                <c:pt idx="37707">
                  <c:v>24.55</c:v>
                </c:pt>
                <c:pt idx="37708">
                  <c:v>24.55</c:v>
                </c:pt>
                <c:pt idx="37709">
                  <c:v>24.6</c:v>
                </c:pt>
                <c:pt idx="37710">
                  <c:v>24.6</c:v>
                </c:pt>
                <c:pt idx="37711">
                  <c:v>24.6</c:v>
                </c:pt>
                <c:pt idx="37712">
                  <c:v>24.6</c:v>
                </c:pt>
                <c:pt idx="37713">
                  <c:v>24.6</c:v>
                </c:pt>
                <c:pt idx="37714">
                  <c:v>24.6</c:v>
                </c:pt>
                <c:pt idx="37715">
                  <c:v>24.55</c:v>
                </c:pt>
                <c:pt idx="37716">
                  <c:v>24.5</c:v>
                </c:pt>
                <c:pt idx="37717">
                  <c:v>24.5</c:v>
                </c:pt>
                <c:pt idx="37718">
                  <c:v>24.45</c:v>
                </c:pt>
                <c:pt idx="37719">
                  <c:v>24.45</c:v>
                </c:pt>
                <c:pt idx="37720">
                  <c:v>24.4</c:v>
                </c:pt>
                <c:pt idx="37721">
                  <c:v>24.4</c:v>
                </c:pt>
                <c:pt idx="37722">
                  <c:v>24.4</c:v>
                </c:pt>
                <c:pt idx="37723">
                  <c:v>24.4</c:v>
                </c:pt>
                <c:pt idx="37724">
                  <c:v>24.35</c:v>
                </c:pt>
                <c:pt idx="37725">
                  <c:v>24.4</c:v>
                </c:pt>
                <c:pt idx="37726">
                  <c:v>24.4</c:v>
                </c:pt>
                <c:pt idx="37727">
                  <c:v>24.4</c:v>
                </c:pt>
                <c:pt idx="37728">
                  <c:v>24.4</c:v>
                </c:pt>
                <c:pt idx="37729">
                  <c:v>24.4</c:v>
                </c:pt>
                <c:pt idx="37730">
                  <c:v>24.4</c:v>
                </c:pt>
                <c:pt idx="37731">
                  <c:v>24.4</c:v>
                </c:pt>
                <c:pt idx="37732">
                  <c:v>24.45</c:v>
                </c:pt>
                <c:pt idx="37733">
                  <c:v>24.45</c:v>
                </c:pt>
                <c:pt idx="37734">
                  <c:v>24.45</c:v>
                </c:pt>
                <c:pt idx="37735">
                  <c:v>24.5</c:v>
                </c:pt>
                <c:pt idx="37736">
                  <c:v>24.5</c:v>
                </c:pt>
                <c:pt idx="37737">
                  <c:v>24.55</c:v>
                </c:pt>
                <c:pt idx="37738">
                  <c:v>24.55</c:v>
                </c:pt>
                <c:pt idx="37739">
                  <c:v>24.55</c:v>
                </c:pt>
                <c:pt idx="37740">
                  <c:v>24.55</c:v>
                </c:pt>
                <c:pt idx="37741">
                  <c:v>24.6</c:v>
                </c:pt>
                <c:pt idx="37742">
                  <c:v>24.6</c:v>
                </c:pt>
                <c:pt idx="37743">
                  <c:v>24.6</c:v>
                </c:pt>
                <c:pt idx="37744">
                  <c:v>24.55</c:v>
                </c:pt>
                <c:pt idx="37745">
                  <c:v>24.5</c:v>
                </c:pt>
                <c:pt idx="37746">
                  <c:v>24.5</c:v>
                </c:pt>
                <c:pt idx="37747">
                  <c:v>24.45</c:v>
                </c:pt>
                <c:pt idx="37748">
                  <c:v>24.4</c:v>
                </c:pt>
                <c:pt idx="37749">
                  <c:v>24.4</c:v>
                </c:pt>
                <c:pt idx="37750">
                  <c:v>24.35</c:v>
                </c:pt>
                <c:pt idx="37751">
                  <c:v>24.35</c:v>
                </c:pt>
                <c:pt idx="37752">
                  <c:v>24.35</c:v>
                </c:pt>
                <c:pt idx="37753">
                  <c:v>24.35</c:v>
                </c:pt>
                <c:pt idx="37754">
                  <c:v>24.35</c:v>
                </c:pt>
                <c:pt idx="37755">
                  <c:v>24.35</c:v>
                </c:pt>
                <c:pt idx="37756">
                  <c:v>24.3</c:v>
                </c:pt>
                <c:pt idx="37757">
                  <c:v>24.35</c:v>
                </c:pt>
                <c:pt idx="37758">
                  <c:v>24.35</c:v>
                </c:pt>
                <c:pt idx="37759">
                  <c:v>24.35</c:v>
                </c:pt>
                <c:pt idx="37760">
                  <c:v>24.35</c:v>
                </c:pt>
                <c:pt idx="37761">
                  <c:v>24.4</c:v>
                </c:pt>
                <c:pt idx="37762">
                  <c:v>24.4</c:v>
                </c:pt>
                <c:pt idx="37763">
                  <c:v>24.45</c:v>
                </c:pt>
                <c:pt idx="37764">
                  <c:v>24.45</c:v>
                </c:pt>
                <c:pt idx="37765">
                  <c:v>24.5</c:v>
                </c:pt>
                <c:pt idx="37766">
                  <c:v>24.5</c:v>
                </c:pt>
                <c:pt idx="37767">
                  <c:v>24.5</c:v>
                </c:pt>
                <c:pt idx="37768">
                  <c:v>24.5</c:v>
                </c:pt>
                <c:pt idx="37769">
                  <c:v>24.55</c:v>
                </c:pt>
                <c:pt idx="37770">
                  <c:v>24.6</c:v>
                </c:pt>
                <c:pt idx="37771">
                  <c:v>24.6</c:v>
                </c:pt>
                <c:pt idx="37772">
                  <c:v>24.6</c:v>
                </c:pt>
                <c:pt idx="37773">
                  <c:v>24.6</c:v>
                </c:pt>
                <c:pt idx="37774">
                  <c:v>24.6</c:v>
                </c:pt>
                <c:pt idx="37775">
                  <c:v>24.55</c:v>
                </c:pt>
                <c:pt idx="37776">
                  <c:v>24.5</c:v>
                </c:pt>
                <c:pt idx="37777">
                  <c:v>24.45</c:v>
                </c:pt>
                <c:pt idx="37778">
                  <c:v>24.4</c:v>
                </c:pt>
                <c:pt idx="37779">
                  <c:v>24.4</c:v>
                </c:pt>
                <c:pt idx="37780">
                  <c:v>24.4</c:v>
                </c:pt>
                <c:pt idx="37781">
                  <c:v>24.35</c:v>
                </c:pt>
                <c:pt idx="37782">
                  <c:v>24.35</c:v>
                </c:pt>
                <c:pt idx="37783">
                  <c:v>24.35</c:v>
                </c:pt>
                <c:pt idx="37784">
                  <c:v>24.35</c:v>
                </c:pt>
                <c:pt idx="37785">
                  <c:v>24.35</c:v>
                </c:pt>
                <c:pt idx="37786">
                  <c:v>24.35</c:v>
                </c:pt>
                <c:pt idx="37787">
                  <c:v>24.35</c:v>
                </c:pt>
                <c:pt idx="37788">
                  <c:v>24.35</c:v>
                </c:pt>
                <c:pt idx="37789">
                  <c:v>24.4</c:v>
                </c:pt>
                <c:pt idx="37790">
                  <c:v>24.4</c:v>
                </c:pt>
                <c:pt idx="37791">
                  <c:v>24.4</c:v>
                </c:pt>
                <c:pt idx="37792">
                  <c:v>24.4</c:v>
                </c:pt>
                <c:pt idx="37793">
                  <c:v>24.45</c:v>
                </c:pt>
                <c:pt idx="37794">
                  <c:v>24.45</c:v>
                </c:pt>
                <c:pt idx="37795">
                  <c:v>24.45</c:v>
                </c:pt>
                <c:pt idx="37796">
                  <c:v>24.5</c:v>
                </c:pt>
                <c:pt idx="37797">
                  <c:v>24.5</c:v>
                </c:pt>
                <c:pt idx="37798">
                  <c:v>24.55</c:v>
                </c:pt>
                <c:pt idx="37799">
                  <c:v>24.55</c:v>
                </c:pt>
                <c:pt idx="37800">
                  <c:v>24.6</c:v>
                </c:pt>
                <c:pt idx="37801">
                  <c:v>24.6</c:v>
                </c:pt>
                <c:pt idx="37802">
                  <c:v>24.65</c:v>
                </c:pt>
                <c:pt idx="37803">
                  <c:v>24.6</c:v>
                </c:pt>
                <c:pt idx="37804">
                  <c:v>24.6</c:v>
                </c:pt>
                <c:pt idx="37805">
                  <c:v>24.55</c:v>
                </c:pt>
                <c:pt idx="37806">
                  <c:v>24.5</c:v>
                </c:pt>
                <c:pt idx="37807">
                  <c:v>24.45</c:v>
                </c:pt>
                <c:pt idx="37808">
                  <c:v>24.4</c:v>
                </c:pt>
                <c:pt idx="37809">
                  <c:v>24.4</c:v>
                </c:pt>
                <c:pt idx="37810">
                  <c:v>24.35</c:v>
                </c:pt>
                <c:pt idx="37811">
                  <c:v>24.35</c:v>
                </c:pt>
                <c:pt idx="37812">
                  <c:v>24.35</c:v>
                </c:pt>
                <c:pt idx="37813">
                  <c:v>24.3</c:v>
                </c:pt>
                <c:pt idx="37814">
                  <c:v>24.3</c:v>
                </c:pt>
                <c:pt idx="37815">
                  <c:v>24.35</c:v>
                </c:pt>
                <c:pt idx="37816">
                  <c:v>24.3</c:v>
                </c:pt>
                <c:pt idx="37817">
                  <c:v>24.3</c:v>
                </c:pt>
                <c:pt idx="37818">
                  <c:v>24.35</c:v>
                </c:pt>
                <c:pt idx="37819">
                  <c:v>24.35</c:v>
                </c:pt>
                <c:pt idx="37820">
                  <c:v>24.35</c:v>
                </c:pt>
                <c:pt idx="37821">
                  <c:v>24.4</c:v>
                </c:pt>
                <c:pt idx="37822">
                  <c:v>24.4</c:v>
                </c:pt>
                <c:pt idx="37823">
                  <c:v>24.4</c:v>
                </c:pt>
                <c:pt idx="37824">
                  <c:v>24.45</c:v>
                </c:pt>
                <c:pt idx="37825">
                  <c:v>24.45</c:v>
                </c:pt>
                <c:pt idx="37826">
                  <c:v>24.5</c:v>
                </c:pt>
                <c:pt idx="37827">
                  <c:v>24.5</c:v>
                </c:pt>
                <c:pt idx="37828">
                  <c:v>24.55</c:v>
                </c:pt>
                <c:pt idx="37829">
                  <c:v>24.55</c:v>
                </c:pt>
                <c:pt idx="37830">
                  <c:v>24.6</c:v>
                </c:pt>
                <c:pt idx="37831">
                  <c:v>24.6</c:v>
                </c:pt>
                <c:pt idx="37832">
                  <c:v>24.6</c:v>
                </c:pt>
                <c:pt idx="37833">
                  <c:v>24.55</c:v>
                </c:pt>
                <c:pt idx="37834">
                  <c:v>24.55</c:v>
                </c:pt>
                <c:pt idx="37835">
                  <c:v>24.5</c:v>
                </c:pt>
                <c:pt idx="37836">
                  <c:v>24.45</c:v>
                </c:pt>
                <c:pt idx="37837">
                  <c:v>24.4</c:v>
                </c:pt>
                <c:pt idx="37838">
                  <c:v>24.4</c:v>
                </c:pt>
                <c:pt idx="37839">
                  <c:v>24.35</c:v>
                </c:pt>
                <c:pt idx="37840">
                  <c:v>24.35</c:v>
                </c:pt>
                <c:pt idx="37841">
                  <c:v>24.3</c:v>
                </c:pt>
                <c:pt idx="37842">
                  <c:v>24.3</c:v>
                </c:pt>
                <c:pt idx="37843">
                  <c:v>24.3</c:v>
                </c:pt>
                <c:pt idx="37844">
                  <c:v>24.3</c:v>
                </c:pt>
                <c:pt idx="37845">
                  <c:v>24.3</c:v>
                </c:pt>
                <c:pt idx="37846">
                  <c:v>24.35</c:v>
                </c:pt>
                <c:pt idx="37847">
                  <c:v>24.35</c:v>
                </c:pt>
                <c:pt idx="37848">
                  <c:v>24.35</c:v>
                </c:pt>
                <c:pt idx="37849">
                  <c:v>24.4</c:v>
                </c:pt>
                <c:pt idx="37850">
                  <c:v>24.4</c:v>
                </c:pt>
                <c:pt idx="37851">
                  <c:v>24.4</c:v>
                </c:pt>
                <c:pt idx="37852">
                  <c:v>24.45</c:v>
                </c:pt>
                <c:pt idx="37853">
                  <c:v>24.5</c:v>
                </c:pt>
                <c:pt idx="37854">
                  <c:v>24.5</c:v>
                </c:pt>
                <c:pt idx="37855">
                  <c:v>24.5</c:v>
                </c:pt>
                <c:pt idx="37856">
                  <c:v>24.55</c:v>
                </c:pt>
                <c:pt idx="37857">
                  <c:v>24.55</c:v>
                </c:pt>
                <c:pt idx="37858">
                  <c:v>24.55</c:v>
                </c:pt>
                <c:pt idx="37859">
                  <c:v>24.6</c:v>
                </c:pt>
                <c:pt idx="37860">
                  <c:v>24.6</c:v>
                </c:pt>
                <c:pt idx="37861">
                  <c:v>24.6</c:v>
                </c:pt>
                <c:pt idx="37862">
                  <c:v>24.6</c:v>
                </c:pt>
                <c:pt idx="37863">
                  <c:v>24.6</c:v>
                </c:pt>
                <c:pt idx="37864">
                  <c:v>24.6</c:v>
                </c:pt>
                <c:pt idx="37865">
                  <c:v>24.5</c:v>
                </c:pt>
                <c:pt idx="37866">
                  <c:v>24.45</c:v>
                </c:pt>
                <c:pt idx="37867">
                  <c:v>24.45</c:v>
                </c:pt>
                <c:pt idx="37868">
                  <c:v>24.4</c:v>
                </c:pt>
                <c:pt idx="37869">
                  <c:v>24.35</c:v>
                </c:pt>
                <c:pt idx="37870">
                  <c:v>24.35</c:v>
                </c:pt>
                <c:pt idx="37871">
                  <c:v>24.35</c:v>
                </c:pt>
                <c:pt idx="37872">
                  <c:v>24.3</c:v>
                </c:pt>
                <c:pt idx="37873">
                  <c:v>24.3</c:v>
                </c:pt>
                <c:pt idx="37874">
                  <c:v>24.3</c:v>
                </c:pt>
                <c:pt idx="37875">
                  <c:v>24.35</c:v>
                </c:pt>
                <c:pt idx="37876">
                  <c:v>24.35</c:v>
                </c:pt>
                <c:pt idx="37877">
                  <c:v>24.35</c:v>
                </c:pt>
                <c:pt idx="37878">
                  <c:v>24.35</c:v>
                </c:pt>
                <c:pt idx="37879">
                  <c:v>24.4</c:v>
                </c:pt>
                <c:pt idx="37880">
                  <c:v>24.4</c:v>
                </c:pt>
                <c:pt idx="37881">
                  <c:v>24.4</c:v>
                </c:pt>
                <c:pt idx="37882">
                  <c:v>24.45</c:v>
                </c:pt>
                <c:pt idx="37883">
                  <c:v>24.45</c:v>
                </c:pt>
                <c:pt idx="37884">
                  <c:v>24.5</c:v>
                </c:pt>
                <c:pt idx="37885">
                  <c:v>24.5</c:v>
                </c:pt>
                <c:pt idx="37886">
                  <c:v>24.5</c:v>
                </c:pt>
                <c:pt idx="37887">
                  <c:v>24.5</c:v>
                </c:pt>
                <c:pt idx="37888">
                  <c:v>24.5</c:v>
                </c:pt>
                <c:pt idx="37889">
                  <c:v>24.55</c:v>
                </c:pt>
                <c:pt idx="37890">
                  <c:v>24.55</c:v>
                </c:pt>
                <c:pt idx="37891">
                  <c:v>24.55</c:v>
                </c:pt>
                <c:pt idx="37892">
                  <c:v>24.6</c:v>
                </c:pt>
                <c:pt idx="37893">
                  <c:v>24.55</c:v>
                </c:pt>
                <c:pt idx="37894">
                  <c:v>24.55</c:v>
                </c:pt>
                <c:pt idx="37895">
                  <c:v>24.5</c:v>
                </c:pt>
                <c:pt idx="37896">
                  <c:v>24.45</c:v>
                </c:pt>
                <c:pt idx="37897">
                  <c:v>24.45</c:v>
                </c:pt>
                <c:pt idx="37898">
                  <c:v>24.4</c:v>
                </c:pt>
                <c:pt idx="37899">
                  <c:v>24.4</c:v>
                </c:pt>
                <c:pt idx="37900">
                  <c:v>24.35</c:v>
                </c:pt>
                <c:pt idx="37901">
                  <c:v>24.35</c:v>
                </c:pt>
                <c:pt idx="37902">
                  <c:v>24.35</c:v>
                </c:pt>
                <c:pt idx="37903">
                  <c:v>24.35</c:v>
                </c:pt>
                <c:pt idx="37904">
                  <c:v>24.35</c:v>
                </c:pt>
                <c:pt idx="37905">
                  <c:v>24.4</c:v>
                </c:pt>
                <c:pt idx="37906">
                  <c:v>24.4</c:v>
                </c:pt>
                <c:pt idx="37907">
                  <c:v>24.4</c:v>
                </c:pt>
                <c:pt idx="37908">
                  <c:v>24.4</c:v>
                </c:pt>
                <c:pt idx="37909">
                  <c:v>24.4</c:v>
                </c:pt>
                <c:pt idx="37910">
                  <c:v>24.45</c:v>
                </c:pt>
                <c:pt idx="37911">
                  <c:v>24.45</c:v>
                </c:pt>
                <c:pt idx="37912">
                  <c:v>24.45</c:v>
                </c:pt>
                <c:pt idx="37913">
                  <c:v>24.45</c:v>
                </c:pt>
                <c:pt idx="37914">
                  <c:v>24.5</c:v>
                </c:pt>
                <c:pt idx="37915">
                  <c:v>24.5</c:v>
                </c:pt>
                <c:pt idx="37916">
                  <c:v>24.5</c:v>
                </c:pt>
                <c:pt idx="37917">
                  <c:v>24.55</c:v>
                </c:pt>
                <c:pt idx="37918">
                  <c:v>24.55</c:v>
                </c:pt>
                <c:pt idx="37919">
                  <c:v>24.6</c:v>
                </c:pt>
                <c:pt idx="37920">
                  <c:v>24.6</c:v>
                </c:pt>
                <c:pt idx="37921">
                  <c:v>24.6</c:v>
                </c:pt>
                <c:pt idx="37922">
                  <c:v>24.6</c:v>
                </c:pt>
                <c:pt idx="37923">
                  <c:v>24.6</c:v>
                </c:pt>
                <c:pt idx="37924">
                  <c:v>24.55</c:v>
                </c:pt>
                <c:pt idx="37925">
                  <c:v>24.5</c:v>
                </c:pt>
                <c:pt idx="37926">
                  <c:v>24.45</c:v>
                </c:pt>
                <c:pt idx="37927">
                  <c:v>24.4</c:v>
                </c:pt>
                <c:pt idx="37928">
                  <c:v>24.4</c:v>
                </c:pt>
                <c:pt idx="37929">
                  <c:v>24.35</c:v>
                </c:pt>
                <c:pt idx="37930">
                  <c:v>24.35</c:v>
                </c:pt>
                <c:pt idx="37931">
                  <c:v>24.35</c:v>
                </c:pt>
                <c:pt idx="37932">
                  <c:v>24.35</c:v>
                </c:pt>
                <c:pt idx="37933">
                  <c:v>24.35</c:v>
                </c:pt>
                <c:pt idx="37934">
                  <c:v>24.35</c:v>
                </c:pt>
                <c:pt idx="37935">
                  <c:v>24.35</c:v>
                </c:pt>
                <c:pt idx="37936">
                  <c:v>24.35</c:v>
                </c:pt>
                <c:pt idx="37937">
                  <c:v>24.35</c:v>
                </c:pt>
                <c:pt idx="37938">
                  <c:v>24.4</c:v>
                </c:pt>
                <c:pt idx="37939">
                  <c:v>24.4</c:v>
                </c:pt>
                <c:pt idx="37940">
                  <c:v>24.4</c:v>
                </c:pt>
                <c:pt idx="37941">
                  <c:v>24.4</c:v>
                </c:pt>
                <c:pt idx="37942">
                  <c:v>24.4</c:v>
                </c:pt>
                <c:pt idx="37943">
                  <c:v>24.45</c:v>
                </c:pt>
                <c:pt idx="37944">
                  <c:v>24.45</c:v>
                </c:pt>
                <c:pt idx="37945">
                  <c:v>24.45</c:v>
                </c:pt>
                <c:pt idx="37946">
                  <c:v>24.5</c:v>
                </c:pt>
                <c:pt idx="37947">
                  <c:v>24.55</c:v>
                </c:pt>
                <c:pt idx="37948">
                  <c:v>24.55</c:v>
                </c:pt>
                <c:pt idx="37949">
                  <c:v>24.55</c:v>
                </c:pt>
                <c:pt idx="37950">
                  <c:v>24.55</c:v>
                </c:pt>
                <c:pt idx="37951">
                  <c:v>24.6</c:v>
                </c:pt>
                <c:pt idx="37952">
                  <c:v>24.6</c:v>
                </c:pt>
                <c:pt idx="37953">
                  <c:v>24.55</c:v>
                </c:pt>
                <c:pt idx="37954">
                  <c:v>24.55</c:v>
                </c:pt>
                <c:pt idx="37955">
                  <c:v>24.5</c:v>
                </c:pt>
                <c:pt idx="37956">
                  <c:v>24.45</c:v>
                </c:pt>
                <c:pt idx="37957">
                  <c:v>24.4</c:v>
                </c:pt>
                <c:pt idx="37958">
                  <c:v>24.4</c:v>
                </c:pt>
                <c:pt idx="37959">
                  <c:v>24.35</c:v>
                </c:pt>
                <c:pt idx="37960">
                  <c:v>24.35</c:v>
                </c:pt>
                <c:pt idx="37961">
                  <c:v>24.35</c:v>
                </c:pt>
                <c:pt idx="37962">
                  <c:v>24.35</c:v>
                </c:pt>
                <c:pt idx="37963">
                  <c:v>24.35</c:v>
                </c:pt>
                <c:pt idx="37964">
                  <c:v>24.35</c:v>
                </c:pt>
                <c:pt idx="37965">
                  <c:v>24.35</c:v>
                </c:pt>
                <c:pt idx="37966">
                  <c:v>24.35</c:v>
                </c:pt>
                <c:pt idx="37967">
                  <c:v>24.4</c:v>
                </c:pt>
                <c:pt idx="37968">
                  <c:v>24.4</c:v>
                </c:pt>
                <c:pt idx="37969">
                  <c:v>24.4</c:v>
                </c:pt>
                <c:pt idx="37970">
                  <c:v>24.4</c:v>
                </c:pt>
                <c:pt idx="37971">
                  <c:v>24.45</c:v>
                </c:pt>
                <c:pt idx="37972">
                  <c:v>24.45</c:v>
                </c:pt>
                <c:pt idx="37973">
                  <c:v>24.45</c:v>
                </c:pt>
                <c:pt idx="37974">
                  <c:v>24.5</c:v>
                </c:pt>
                <c:pt idx="37975">
                  <c:v>24.5</c:v>
                </c:pt>
                <c:pt idx="37976">
                  <c:v>24.5</c:v>
                </c:pt>
                <c:pt idx="37977">
                  <c:v>24.55</c:v>
                </c:pt>
                <c:pt idx="37978">
                  <c:v>24.55</c:v>
                </c:pt>
                <c:pt idx="37979">
                  <c:v>24.55</c:v>
                </c:pt>
                <c:pt idx="37980">
                  <c:v>24.6</c:v>
                </c:pt>
                <c:pt idx="37981">
                  <c:v>24.6</c:v>
                </c:pt>
                <c:pt idx="37982">
                  <c:v>24.6</c:v>
                </c:pt>
                <c:pt idx="37983">
                  <c:v>24.6</c:v>
                </c:pt>
                <c:pt idx="37984">
                  <c:v>24.55</c:v>
                </c:pt>
                <c:pt idx="37985">
                  <c:v>24.55</c:v>
                </c:pt>
                <c:pt idx="37986">
                  <c:v>24.5</c:v>
                </c:pt>
                <c:pt idx="37987">
                  <c:v>24.45</c:v>
                </c:pt>
                <c:pt idx="37988">
                  <c:v>24.4</c:v>
                </c:pt>
                <c:pt idx="37989">
                  <c:v>24.4</c:v>
                </c:pt>
                <c:pt idx="37990">
                  <c:v>24.35</c:v>
                </c:pt>
                <c:pt idx="37991">
                  <c:v>24.35</c:v>
                </c:pt>
                <c:pt idx="37992">
                  <c:v>24.3</c:v>
                </c:pt>
                <c:pt idx="37993">
                  <c:v>24.3</c:v>
                </c:pt>
                <c:pt idx="37994">
                  <c:v>24.3</c:v>
                </c:pt>
                <c:pt idx="37995">
                  <c:v>24.3</c:v>
                </c:pt>
                <c:pt idx="37996">
                  <c:v>24.3</c:v>
                </c:pt>
                <c:pt idx="37997">
                  <c:v>24.35</c:v>
                </c:pt>
                <c:pt idx="37998">
                  <c:v>24.35</c:v>
                </c:pt>
                <c:pt idx="37999">
                  <c:v>24.35</c:v>
                </c:pt>
                <c:pt idx="38000">
                  <c:v>24.35</c:v>
                </c:pt>
                <c:pt idx="38001">
                  <c:v>24.4</c:v>
                </c:pt>
                <c:pt idx="38002">
                  <c:v>24.4</c:v>
                </c:pt>
                <c:pt idx="38003">
                  <c:v>24.45</c:v>
                </c:pt>
                <c:pt idx="38004">
                  <c:v>24.45</c:v>
                </c:pt>
                <c:pt idx="38005">
                  <c:v>24.5</c:v>
                </c:pt>
                <c:pt idx="38006">
                  <c:v>24.5</c:v>
                </c:pt>
                <c:pt idx="38007">
                  <c:v>24.5</c:v>
                </c:pt>
                <c:pt idx="38008">
                  <c:v>24.55</c:v>
                </c:pt>
                <c:pt idx="38009">
                  <c:v>24.55</c:v>
                </c:pt>
                <c:pt idx="38010">
                  <c:v>24.6</c:v>
                </c:pt>
                <c:pt idx="38011">
                  <c:v>24.6</c:v>
                </c:pt>
                <c:pt idx="38012">
                  <c:v>24.6</c:v>
                </c:pt>
                <c:pt idx="38013">
                  <c:v>24.6</c:v>
                </c:pt>
                <c:pt idx="38014">
                  <c:v>24.6</c:v>
                </c:pt>
                <c:pt idx="38015">
                  <c:v>24.5</c:v>
                </c:pt>
                <c:pt idx="38016">
                  <c:v>24.45</c:v>
                </c:pt>
                <c:pt idx="38017">
                  <c:v>24.4</c:v>
                </c:pt>
                <c:pt idx="38018">
                  <c:v>24.35</c:v>
                </c:pt>
                <c:pt idx="38019">
                  <c:v>24.35</c:v>
                </c:pt>
                <c:pt idx="38020">
                  <c:v>24.35</c:v>
                </c:pt>
                <c:pt idx="38021">
                  <c:v>24.3</c:v>
                </c:pt>
                <c:pt idx="38022">
                  <c:v>24.3</c:v>
                </c:pt>
                <c:pt idx="38023">
                  <c:v>24.3</c:v>
                </c:pt>
                <c:pt idx="38024">
                  <c:v>24.3</c:v>
                </c:pt>
                <c:pt idx="38025">
                  <c:v>24.3</c:v>
                </c:pt>
                <c:pt idx="38026">
                  <c:v>24.3</c:v>
                </c:pt>
                <c:pt idx="38027">
                  <c:v>24.3</c:v>
                </c:pt>
                <c:pt idx="38028">
                  <c:v>24.35</c:v>
                </c:pt>
                <c:pt idx="38029">
                  <c:v>24.35</c:v>
                </c:pt>
                <c:pt idx="38030">
                  <c:v>24.4</c:v>
                </c:pt>
                <c:pt idx="38031">
                  <c:v>24.4</c:v>
                </c:pt>
                <c:pt idx="38032">
                  <c:v>24.45</c:v>
                </c:pt>
                <c:pt idx="38033">
                  <c:v>24.45</c:v>
                </c:pt>
                <c:pt idx="38034">
                  <c:v>24.45</c:v>
                </c:pt>
                <c:pt idx="38035">
                  <c:v>24.5</c:v>
                </c:pt>
                <c:pt idx="38036">
                  <c:v>24.5</c:v>
                </c:pt>
                <c:pt idx="38037">
                  <c:v>24.55</c:v>
                </c:pt>
                <c:pt idx="38038">
                  <c:v>24.55</c:v>
                </c:pt>
                <c:pt idx="38039">
                  <c:v>24.55</c:v>
                </c:pt>
                <c:pt idx="38040">
                  <c:v>24.6</c:v>
                </c:pt>
                <c:pt idx="38041">
                  <c:v>24.6</c:v>
                </c:pt>
                <c:pt idx="38042">
                  <c:v>24.6</c:v>
                </c:pt>
                <c:pt idx="38043">
                  <c:v>24.6</c:v>
                </c:pt>
                <c:pt idx="38044">
                  <c:v>24.55</c:v>
                </c:pt>
                <c:pt idx="38045">
                  <c:v>24.5</c:v>
                </c:pt>
                <c:pt idx="38046">
                  <c:v>24.45</c:v>
                </c:pt>
                <c:pt idx="38047">
                  <c:v>24.45</c:v>
                </c:pt>
                <c:pt idx="38048">
                  <c:v>24.4</c:v>
                </c:pt>
                <c:pt idx="38049">
                  <c:v>24.35</c:v>
                </c:pt>
                <c:pt idx="38050">
                  <c:v>24.35</c:v>
                </c:pt>
                <c:pt idx="38051">
                  <c:v>24.3</c:v>
                </c:pt>
                <c:pt idx="38052">
                  <c:v>24.3</c:v>
                </c:pt>
                <c:pt idx="38053">
                  <c:v>24.3</c:v>
                </c:pt>
                <c:pt idx="38054">
                  <c:v>24.3</c:v>
                </c:pt>
                <c:pt idx="38055">
                  <c:v>24.3</c:v>
                </c:pt>
                <c:pt idx="38056">
                  <c:v>24.3</c:v>
                </c:pt>
                <c:pt idx="38057">
                  <c:v>24.3</c:v>
                </c:pt>
                <c:pt idx="38058">
                  <c:v>24.35</c:v>
                </c:pt>
                <c:pt idx="38059">
                  <c:v>24.35</c:v>
                </c:pt>
                <c:pt idx="38060">
                  <c:v>24.35</c:v>
                </c:pt>
                <c:pt idx="38061">
                  <c:v>24.35</c:v>
                </c:pt>
                <c:pt idx="38062">
                  <c:v>24.35</c:v>
                </c:pt>
                <c:pt idx="38063">
                  <c:v>24.4</c:v>
                </c:pt>
                <c:pt idx="38064">
                  <c:v>24.45</c:v>
                </c:pt>
                <c:pt idx="38065">
                  <c:v>24.45</c:v>
                </c:pt>
                <c:pt idx="38066">
                  <c:v>24.45</c:v>
                </c:pt>
                <c:pt idx="38067">
                  <c:v>24.5</c:v>
                </c:pt>
                <c:pt idx="38068">
                  <c:v>24.5</c:v>
                </c:pt>
                <c:pt idx="38069">
                  <c:v>24.5</c:v>
                </c:pt>
                <c:pt idx="38070">
                  <c:v>24.55</c:v>
                </c:pt>
                <c:pt idx="38071">
                  <c:v>24.55</c:v>
                </c:pt>
                <c:pt idx="38072">
                  <c:v>24.55</c:v>
                </c:pt>
                <c:pt idx="38073">
                  <c:v>24.55</c:v>
                </c:pt>
                <c:pt idx="38074">
                  <c:v>24.55</c:v>
                </c:pt>
                <c:pt idx="38075">
                  <c:v>24.5</c:v>
                </c:pt>
                <c:pt idx="38076">
                  <c:v>24.45</c:v>
                </c:pt>
                <c:pt idx="38077">
                  <c:v>24.4</c:v>
                </c:pt>
                <c:pt idx="38078">
                  <c:v>24.4</c:v>
                </c:pt>
                <c:pt idx="38079">
                  <c:v>24.35</c:v>
                </c:pt>
                <c:pt idx="38080">
                  <c:v>24.35</c:v>
                </c:pt>
                <c:pt idx="38081">
                  <c:v>24.35</c:v>
                </c:pt>
                <c:pt idx="38082">
                  <c:v>24.35</c:v>
                </c:pt>
                <c:pt idx="38083">
                  <c:v>24.35</c:v>
                </c:pt>
                <c:pt idx="38084">
                  <c:v>24.35</c:v>
                </c:pt>
                <c:pt idx="38085">
                  <c:v>24.35</c:v>
                </c:pt>
                <c:pt idx="38086">
                  <c:v>24.35</c:v>
                </c:pt>
                <c:pt idx="38087">
                  <c:v>24.35</c:v>
                </c:pt>
                <c:pt idx="38088">
                  <c:v>24.4</c:v>
                </c:pt>
                <c:pt idx="38089">
                  <c:v>24.4</c:v>
                </c:pt>
                <c:pt idx="38090">
                  <c:v>24.4</c:v>
                </c:pt>
                <c:pt idx="38091">
                  <c:v>24.4</c:v>
                </c:pt>
                <c:pt idx="38092">
                  <c:v>24.45</c:v>
                </c:pt>
                <c:pt idx="38093">
                  <c:v>24.45</c:v>
                </c:pt>
                <c:pt idx="38094">
                  <c:v>24.45</c:v>
                </c:pt>
                <c:pt idx="38095">
                  <c:v>24.45</c:v>
                </c:pt>
                <c:pt idx="38096">
                  <c:v>24.5</c:v>
                </c:pt>
                <c:pt idx="38097">
                  <c:v>24.5</c:v>
                </c:pt>
                <c:pt idx="38098">
                  <c:v>24.5</c:v>
                </c:pt>
                <c:pt idx="38099">
                  <c:v>24.55</c:v>
                </c:pt>
                <c:pt idx="38100">
                  <c:v>24.55</c:v>
                </c:pt>
                <c:pt idx="38101">
                  <c:v>24.55</c:v>
                </c:pt>
                <c:pt idx="38102">
                  <c:v>24.55</c:v>
                </c:pt>
                <c:pt idx="38103">
                  <c:v>24.55</c:v>
                </c:pt>
                <c:pt idx="38104">
                  <c:v>24.55</c:v>
                </c:pt>
                <c:pt idx="38105">
                  <c:v>24.5</c:v>
                </c:pt>
                <c:pt idx="38106">
                  <c:v>24.45</c:v>
                </c:pt>
                <c:pt idx="38107">
                  <c:v>24.45</c:v>
                </c:pt>
                <c:pt idx="38108">
                  <c:v>24.4</c:v>
                </c:pt>
                <c:pt idx="38109">
                  <c:v>24.4</c:v>
                </c:pt>
                <c:pt idx="38110">
                  <c:v>24.35</c:v>
                </c:pt>
                <c:pt idx="38111">
                  <c:v>24.35</c:v>
                </c:pt>
                <c:pt idx="38112">
                  <c:v>24.35</c:v>
                </c:pt>
                <c:pt idx="38113">
                  <c:v>24.35</c:v>
                </c:pt>
                <c:pt idx="38114">
                  <c:v>24.35</c:v>
                </c:pt>
                <c:pt idx="38115">
                  <c:v>24.35</c:v>
                </c:pt>
                <c:pt idx="38116">
                  <c:v>24.35</c:v>
                </c:pt>
                <c:pt idx="38117">
                  <c:v>24.35</c:v>
                </c:pt>
                <c:pt idx="38118">
                  <c:v>24.35</c:v>
                </c:pt>
                <c:pt idx="38119">
                  <c:v>24.35</c:v>
                </c:pt>
                <c:pt idx="38120">
                  <c:v>24.4</c:v>
                </c:pt>
                <c:pt idx="38121">
                  <c:v>24.4</c:v>
                </c:pt>
                <c:pt idx="38122">
                  <c:v>24.4</c:v>
                </c:pt>
                <c:pt idx="38123">
                  <c:v>24.4</c:v>
                </c:pt>
                <c:pt idx="38124">
                  <c:v>24.45</c:v>
                </c:pt>
                <c:pt idx="38125">
                  <c:v>24.45</c:v>
                </c:pt>
                <c:pt idx="38126">
                  <c:v>24.45</c:v>
                </c:pt>
                <c:pt idx="38127">
                  <c:v>24.5</c:v>
                </c:pt>
                <c:pt idx="38128">
                  <c:v>24.5</c:v>
                </c:pt>
                <c:pt idx="38129">
                  <c:v>24.5</c:v>
                </c:pt>
                <c:pt idx="38130">
                  <c:v>24.55</c:v>
                </c:pt>
                <c:pt idx="38131">
                  <c:v>24.55</c:v>
                </c:pt>
                <c:pt idx="38132">
                  <c:v>24.55</c:v>
                </c:pt>
                <c:pt idx="38133">
                  <c:v>24.55</c:v>
                </c:pt>
                <c:pt idx="38134">
                  <c:v>24.55</c:v>
                </c:pt>
                <c:pt idx="38135">
                  <c:v>24.5</c:v>
                </c:pt>
                <c:pt idx="38136">
                  <c:v>24.45</c:v>
                </c:pt>
                <c:pt idx="38137">
                  <c:v>24.45</c:v>
                </c:pt>
                <c:pt idx="38138">
                  <c:v>24.4</c:v>
                </c:pt>
                <c:pt idx="38139">
                  <c:v>24.4</c:v>
                </c:pt>
                <c:pt idx="38140">
                  <c:v>24.35</c:v>
                </c:pt>
                <c:pt idx="38141">
                  <c:v>24.35</c:v>
                </c:pt>
                <c:pt idx="38142">
                  <c:v>24.35</c:v>
                </c:pt>
                <c:pt idx="38143">
                  <c:v>24.35</c:v>
                </c:pt>
                <c:pt idx="38144">
                  <c:v>24.35</c:v>
                </c:pt>
                <c:pt idx="38145">
                  <c:v>24.35</c:v>
                </c:pt>
                <c:pt idx="38146">
                  <c:v>24.35</c:v>
                </c:pt>
                <c:pt idx="38147">
                  <c:v>24.35</c:v>
                </c:pt>
                <c:pt idx="38148">
                  <c:v>24.4</c:v>
                </c:pt>
                <c:pt idx="38149">
                  <c:v>24.4</c:v>
                </c:pt>
                <c:pt idx="38150">
                  <c:v>24.4</c:v>
                </c:pt>
                <c:pt idx="38151">
                  <c:v>24.4</c:v>
                </c:pt>
                <c:pt idx="38152">
                  <c:v>24.45</c:v>
                </c:pt>
                <c:pt idx="38153">
                  <c:v>24.45</c:v>
                </c:pt>
                <c:pt idx="38154">
                  <c:v>24.45</c:v>
                </c:pt>
                <c:pt idx="38155">
                  <c:v>24.45</c:v>
                </c:pt>
                <c:pt idx="38156">
                  <c:v>24.5</c:v>
                </c:pt>
                <c:pt idx="38157">
                  <c:v>24.5</c:v>
                </c:pt>
                <c:pt idx="38158">
                  <c:v>24.5</c:v>
                </c:pt>
                <c:pt idx="38159">
                  <c:v>24.5</c:v>
                </c:pt>
                <c:pt idx="38160">
                  <c:v>24.55</c:v>
                </c:pt>
                <c:pt idx="38161">
                  <c:v>24.55</c:v>
                </c:pt>
                <c:pt idx="38162">
                  <c:v>24.55</c:v>
                </c:pt>
                <c:pt idx="38163">
                  <c:v>24.55</c:v>
                </c:pt>
                <c:pt idx="38164">
                  <c:v>24.55</c:v>
                </c:pt>
                <c:pt idx="38165">
                  <c:v>24.5</c:v>
                </c:pt>
                <c:pt idx="38166">
                  <c:v>24.45</c:v>
                </c:pt>
                <c:pt idx="38167">
                  <c:v>24.4</c:v>
                </c:pt>
                <c:pt idx="38168">
                  <c:v>24.4</c:v>
                </c:pt>
                <c:pt idx="38169">
                  <c:v>24.35</c:v>
                </c:pt>
                <c:pt idx="38170">
                  <c:v>24.35</c:v>
                </c:pt>
                <c:pt idx="38171">
                  <c:v>24.35</c:v>
                </c:pt>
                <c:pt idx="38172">
                  <c:v>24.35</c:v>
                </c:pt>
                <c:pt idx="38173">
                  <c:v>24.35</c:v>
                </c:pt>
                <c:pt idx="38174">
                  <c:v>24.35</c:v>
                </c:pt>
                <c:pt idx="38175">
                  <c:v>24.35</c:v>
                </c:pt>
                <c:pt idx="38176">
                  <c:v>24.35</c:v>
                </c:pt>
                <c:pt idx="38177">
                  <c:v>24.35</c:v>
                </c:pt>
                <c:pt idx="38178">
                  <c:v>24.4</c:v>
                </c:pt>
                <c:pt idx="38179">
                  <c:v>24.4</c:v>
                </c:pt>
                <c:pt idx="38180">
                  <c:v>24.4</c:v>
                </c:pt>
                <c:pt idx="38181">
                  <c:v>24.45</c:v>
                </c:pt>
                <c:pt idx="38182">
                  <c:v>24.45</c:v>
                </c:pt>
                <c:pt idx="38183">
                  <c:v>24.45</c:v>
                </c:pt>
                <c:pt idx="38184">
                  <c:v>24.5</c:v>
                </c:pt>
                <c:pt idx="38185">
                  <c:v>24.5</c:v>
                </c:pt>
                <c:pt idx="38186">
                  <c:v>24.5</c:v>
                </c:pt>
                <c:pt idx="38187">
                  <c:v>24.55</c:v>
                </c:pt>
                <c:pt idx="38188">
                  <c:v>24.6</c:v>
                </c:pt>
                <c:pt idx="38189">
                  <c:v>24.6</c:v>
                </c:pt>
                <c:pt idx="38190">
                  <c:v>24.6</c:v>
                </c:pt>
                <c:pt idx="38191">
                  <c:v>24.6</c:v>
                </c:pt>
                <c:pt idx="38192">
                  <c:v>24.6</c:v>
                </c:pt>
                <c:pt idx="38193">
                  <c:v>24.65</c:v>
                </c:pt>
                <c:pt idx="38194">
                  <c:v>24.6</c:v>
                </c:pt>
                <c:pt idx="38195">
                  <c:v>24.55</c:v>
                </c:pt>
                <c:pt idx="38196">
                  <c:v>24.5</c:v>
                </c:pt>
                <c:pt idx="38197">
                  <c:v>24.45</c:v>
                </c:pt>
                <c:pt idx="38198">
                  <c:v>24.4</c:v>
                </c:pt>
                <c:pt idx="38199">
                  <c:v>24.35</c:v>
                </c:pt>
                <c:pt idx="38200">
                  <c:v>24.35</c:v>
                </c:pt>
                <c:pt idx="38201">
                  <c:v>24.35</c:v>
                </c:pt>
                <c:pt idx="38202">
                  <c:v>24.35</c:v>
                </c:pt>
                <c:pt idx="38203">
                  <c:v>24.35</c:v>
                </c:pt>
                <c:pt idx="38204">
                  <c:v>24.3</c:v>
                </c:pt>
                <c:pt idx="38205">
                  <c:v>24.35</c:v>
                </c:pt>
                <c:pt idx="38206">
                  <c:v>24.35</c:v>
                </c:pt>
                <c:pt idx="38207">
                  <c:v>24.35</c:v>
                </c:pt>
                <c:pt idx="38208">
                  <c:v>24.4</c:v>
                </c:pt>
                <c:pt idx="38209">
                  <c:v>24.4</c:v>
                </c:pt>
                <c:pt idx="38210">
                  <c:v>24.4</c:v>
                </c:pt>
                <c:pt idx="38211">
                  <c:v>24.4</c:v>
                </c:pt>
                <c:pt idx="38212">
                  <c:v>24.45</c:v>
                </c:pt>
                <c:pt idx="38213">
                  <c:v>24.45</c:v>
                </c:pt>
                <c:pt idx="38214">
                  <c:v>24.5</c:v>
                </c:pt>
                <c:pt idx="38215">
                  <c:v>24.5</c:v>
                </c:pt>
                <c:pt idx="38216">
                  <c:v>24.55</c:v>
                </c:pt>
                <c:pt idx="38217">
                  <c:v>24.55</c:v>
                </c:pt>
                <c:pt idx="38218">
                  <c:v>24.55</c:v>
                </c:pt>
                <c:pt idx="38219">
                  <c:v>24.6</c:v>
                </c:pt>
                <c:pt idx="38220">
                  <c:v>24.6</c:v>
                </c:pt>
                <c:pt idx="38221">
                  <c:v>24.65</c:v>
                </c:pt>
                <c:pt idx="38222">
                  <c:v>24.65</c:v>
                </c:pt>
                <c:pt idx="38223">
                  <c:v>24.6</c:v>
                </c:pt>
                <c:pt idx="38224">
                  <c:v>24.6</c:v>
                </c:pt>
                <c:pt idx="38225">
                  <c:v>24.55</c:v>
                </c:pt>
                <c:pt idx="38226">
                  <c:v>24.5</c:v>
                </c:pt>
                <c:pt idx="38227">
                  <c:v>24.45</c:v>
                </c:pt>
                <c:pt idx="38228">
                  <c:v>24.4</c:v>
                </c:pt>
                <c:pt idx="38229">
                  <c:v>24.4</c:v>
                </c:pt>
                <c:pt idx="38230">
                  <c:v>24.35</c:v>
                </c:pt>
                <c:pt idx="38231">
                  <c:v>24.35</c:v>
                </c:pt>
                <c:pt idx="38232">
                  <c:v>24.35</c:v>
                </c:pt>
                <c:pt idx="38233">
                  <c:v>24.35</c:v>
                </c:pt>
                <c:pt idx="38234">
                  <c:v>24.35</c:v>
                </c:pt>
                <c:pt idx="38235">
                  <c:v>24.35</c:v>
                </c:pt>
                <c:pt idx="38236">
                  <c:v>24.35</c:v>
                </c:pt>
                <c:pt idx="38237">
                  <c:v>24.35</c:v>
                </c:pt>
                <c:pt idx="38238">
                  <c:v>24.4</c:v>
                </c:pt>
                <c:pt idx="38239">
                  <c:v>24.4</c:v>
                </c:pt>
                <c:pt idx="38240">
                  <c:v>24.4</c:v>
                </c:pt>
                <c:pt idx="38241">
                  <c:v>24.45</c:v>
                </c:pt>
                <c:pt idx="38242">
                  <c:v>24.45</c:v>
                </c:pt>
                <c:pt idx="38243">
                  <c:v>24.45</c:v>
                </c:pt>
                <c:pt idx="38244">
                  <c:v>24.5</c:v>
                </c:pt>
                <c:pt idx="38245">
                  <c:v>24.55</c:v>
                </c:pt>
                <c:pt idx="38246">
                  <c:v>24.55</c:v>
                </c:pt>
                <c:pt idx="38247">
                  <c:v>24.55</c:v>
                </c:pt>
                <c:pt idx="38248">
                  <c:v>24.6</c:v>
                </c:pt>
                <c:pt idx="38249">
                  <c:v>24.6</c:v>
                </c:pt>
                <c:pt idx="38250">
                  <c:v>24.65</c:v>
                </c:pt>
                <c:pt idx="38251">
                  <c:v>24.65</c:v>
                </c:pt>
                <c:pt idx="38252">
                  <c:v>24.65</c:v>
                </c:pt>
                <c:pt idx="38253">
                  <c:v>24.65</c:v>
                </c:pt>
                <c:pt idx="38254">
                  <c:v>24.65</c:v>
                </c:pt>
                <c:pt idx="38255">
                  <c:v>24.6</c:v>
                </c:pt>
                <c:pt idx="38256">
                  <c:v>24.55</c:v>
                </c:pt>
                <c:pt idx="38257">
                  <c:v>24.5</c:v>
                </c:pt>
                <c:pt idx="38258">
                  <c:v>24.45</c:v>
                </c:pt>
                <c:pt idx="38259">
                  <c:v>24.45</c:v>
                </c:pt>
                <c:pt idx="38260">
                  <c:v>24.4</c:v>
                </c:pt>
                <c:pt idx="38261">
                  <c:v>24.4</c:v>
                </c:pt>
                <c:pt idx="38262">
                  <c:v>24.4</c:v>
                </c:pt>
                <c:pt idx="38263">
                  <c:v>24.4</c:v>
                </c:pt>
                <c:pt idx="38264">
                  <c:v>24.4</c:v>
                </c:pt>
                <c:pt idx="38265">
                  <c:v>24.4</c:v>
                </c:pt>
                <c:pt idx="38266">
                  <c:v>24.4</c:v>
                </c:pt>
                <c:pt idx="38267">
                  <c:v>24.4</c:v>
                </c:pt>
                <c:pt idx="38268">
                  <c:v>24.4</c:v>
                </c:pt>
                <c:pt idx="38269">
                  <c:v>24.45</c:v>
                </c:pt>
                <c:pt idx="38270">
                  <c:v>24.45</c:v>
                </c:pt>
                <c:pt idx="38271">
                  <c:v>24.45</c:v>
                </c:pt>
                <c:pt idx="38272">
                  <c:v>24.5</c:v>
                </c:pt>
                <c:pt idx="38273">
                  <c:v>24.5</c:v>
                </c:pt>
                <c:pt idx="38274">
                  <c:v>24.55</c:v>
                </c:pt>
                <c:pt idx="38275">
                  <c:v>24.55</c:v>
                </c:pt>
                <c:pt idx="38276">
                  <c:v>24.55</c:v>
                </c:pt>
                <c:pt idx="38277">
                  <c:v>24.6</c:v>
                </c:pt>
                <c:pt idx="38278">
                  <c:v>24.6</c:v>
                </c:pt>
                <c:pt idx="38279">
                  <c:v>24.6</c:v>
                </c:pt>
                <c:pt idx="38280">
                  <c:v>24.65</c:v>
                </c:pt>
                <c:pt idx="38281">
                  <c:v>24.6</c:v>
                </c:pt>
                <c:pt idx="38282">
                  <c:v>24.6</c:v>
                </c:pt>
                <c:pt idx="38283">
                  <c:v>24.6</c:v>
                </c:pt>
                <c:pt idx="38284">
                  <c:v>24.55</c:v>
                </c:pt>
                <c:pt idx="38285">
                  <c:v>24.55</c:v>
                </c:pt>
                <c:pt idx="38286">
                  <c:v>24.45</c:v>
                </c:pt>
                <c:pt idx="38287">
                  <c:v>24.4</c:v>
                </c:pt>
                <c:pt idx="38288">
                  <c:v>24.4</c:v>
                </c:pt>
                <c:pt idx="38289">
                  <c:v>24.35</c:v>
                </c:pt>
                <c:pt idx="38290">
                  <c:v>24.4</c:v>
                </c:pt>
                <c:pt idx="38291">
                  <c:v>24.35</c:v>
                </c:pt>
                <c:pt idx="38292">
                  <c:v>24.3</c:v>
                </c:pt>
                <c:pt idx="38293">
                  <c:v>24.3</c:v>
                </c:pt>
                <c:pt idx="38294">
                  <c:v>24.3</c:v>
                </c:pt>
                <c:pt idx="38295">
                  <c:v>24.35</c:v>
                </c:pt>
                <c:pt idx="38296">
                  <c:v>24.35</c:v>
                </c:pt>
                <c:pt idx="38297">
                  <c:v>24.35</c:v>
                </c:pt>
                <c:pt idx="38298">
                  <c:v>24.35</c:v>
                </c:pt>
                <c:pt idx="38299">
                  <c:v>24.4</c:v>
                </c:pt>
                <c:pt idx="38300">
                  <c:v>24.4</c:v>
                </c:pt>
                <c:pt idx="38301">
                  <c:v>24.4</c:v>
                </c:pt>
                <c:pt idx="38302">
                  <c:v>24.4</c:v>
                </c:pt>
                <c:pt idx="38303">
                  <c:v>24.45</c:v>
                </c:pt>
                <c:pt idx="38304">
                  <c:v>24.45</c:v>
                </c:pt>
                <c:pt idx="38305">
                  <c:v>24.5</c:v>
                </c:pt>
                <c:pt idx="38306">
                  <c:v>24.5</c:v>
                </c:pt>
                <c:pt idx="38307">
                  <c:v>24.55</c:v>
                </c:pt>
                <c:pt idx="38308">
                  <c:v>24.55</c:v>
                </c:pt>
                <c:pt idx="38309">
                  <c:v>24.6</c:v>
                </c:pt>
                <c:pt idx="38310">
                  <c:v>24.6</c:v>
                </c:pt>
                <c:pt idx="38311">
                  <c:v>24.6</c:v>
                </c:pt>
                <c:pt idx="38312">
                  <c:v>24.6</c:v>
                </c:pt>
                <c:pt idx="38313">
                  <c:v>24.6</c:v>
                </c:pt>
                <c:pt idx="38314">
                  <c:v>24.55</c:v>
                </c:pt>
                <c:pt idx="38315">
                  <c:v>24.5</c:v>
                </c:pt>
                <c:pt idx="38316">
                  <c:v>24.45</c:v>
                </c:pt>
                <c:pt idx="38317">
                  <c:v>24.4</c:v>
                </c:pt>
                <c:pt idx="38318">
                  <c:v>24.4</c:v>
                </c:pt>
                <c:pt idx="38319">
                  <c:v>24.35</c:v>
                </c:pt>
                <c:pt idx="38320">
                  <c:v>24.35</c:v>
                </c:pt>
                <c:pt idx="38321">
                  <c:v>24.35</c:v>
                </c:pt>
                <c:pt idx="38322">
                  <c:v>24.3</c:v>
                </c:pt>
                <c:pt idx="38323">
                  <c:v>24.3</c:v>
                </c:pt>
                <c:pt idx="38324">
                  <c:v>24.3</c:v>
                </c:pt>
                <c:pt idx="38325">
                  <c:v>24.3</c:v>
                </c:pt>
                <c:pt idx="38326">
                  <c:v>24.3</c:v>
                </c:pt>
                <c:pt idx="38327">
                  <c:v>24.3</c:v>
                </c:pt>
                <c:pt idx="38328">
                  <c:v>24.35</c:v>
                </c:pt>
                <c:pt idx="38329">
                  <c:v>24.35</c:v>
                </c:pt>
                <c:pt idx="38330">
                  <c:v>24.35</c:v>
                </c:pt>
                <c:pt idx="38331">
                  <c:v>24.35</c:v>
                </c:pt>
                <c:pt idx="38332">
                  <c:v>24.4</c:v>
                </c:pt>
                <c:pt idx="38333">
                  <c:v>24.4</c:v>
                </c:pt>
                <c:pt idx="38334">
                  <c:v>24.45</c:v>
                </c:pt>
                <c:pt idx="38335">
                  <c:v>24.45</c:v>
                </c:pt>
                <c:pt idx="38336">
                  <c:v>24.45</c:v>
                </c:pt>
                <c:pt idx="38337">
                  <c:v>24.5</c:v>
                </c:pt>
                <c:pt idx="38338">
                  <c:v>24.5</c:v>
                </c:pt>
                <c:pt idx="38339">
                  <c:v>24.55</c:v>
                </c:pt>
                <c:pt idx="38340">
                  <c:v>24.55</c:v>
                </c:pt>
                <c:pt idx="38341">
                  <c:v>24.6</c:v>
                </c:pt>
                <c:pt idx="38342">
                  <c:v>24.6</c:v>
                </c:pt>
                <c:pt idx="38343">
                  <c:v>24.6</c:v>
                </c:pt>
                <c:pt idx="38344">
                  <c:v>24.55</c:v>
                </c:pt>
                <c:pt idx="38345">
                  <c:v>24.55</c:v>
                </c:pt>
                <c:pt idx="38346">
                  <c:v>24.5</c:v>
                </c:pt>
                <c:pt idx="38347">
                  <c:v>24.45</c:v>
                </c:pt>
                <c:pt idx="38348">
                  <c:v>24.4</c:v>
                </c:pt>
                <c:pt idx="38349">
                  <c:v>24.35</c:v>
                </c:pt>
                <c:pt idx="38350">
                  <c:v>24.35</c:v>
                </c:pt>
                <c:pt idx="38351">
                  <c:v>24.35</c:v>
                </c:pt>
                <c:pt idx="38352">
                  <c:v>24.35</c:v>
                </c:pt>
                <c:pt idx="38353">
                  <c:v>24.35</c:v>
                </c:pt>
                <c:pt idx="38354">
                  <c:v>24.35</c:v>
                </c:pt>
                <c:pt idx="38355">
                  <c:v>24.35</c:v>
                </c:pt>
                <c:pt idx="38356">
                  <c:v>24.35</c:v>
                </c:pt>
                <c:pt idx="38357">
                  <c:v>24.35</c:v>
                </c:pt>
                <c:pt idx="38358">
                  <c:v>24.35</c:v>
                </c:pt>
                <c:pt idx="38359">
                  <c:v>24.4</c:v>
                </c:pt>
                <c:pt idx="38360">
                  <c:v>24.4</c:v>
                </c:pt>
                <c:pt idx="38361">
                  <c:v>24.45</c:v>
                </c:pt>
                <c:pt idx="38362">
                  <c:v>24.45</c:v>
                </c:pt>
                <c:pt idx="38363">
                  <c:v>24.45</c:v>
                </c:pt>
                <c:pt idx="38364">
                  <c:v>24.45</c:v>
                </c:pt>
                <c:pt idx="38365">
                  <c:v>24.5</c:v>
                </c:pt>
                <c:pt idx="38366">
                  <c:v>24.5</c:v>
                </c:pt>
                <c:pt idx="38367">
                  <c:v>24.55</c:v>
                </c:pt>
                <c:pt idx="38368">
                  <c:v>24.55</c:v>
                </c:pt>
                <c:pt idx="38369">
                  <c:v>24.55</c:v>
                </c:pt>
                <c:pt idx="38370">
                  <c:v>24.6</c:v>
                </c:pt>
                <c:pt idx="38371">
                  <c:v>24.6</c:v>
                </c:pt>
                <c:pt idx="38372">
                  <c:v>24.6</c:v>
                </c:pt>
                <c:pt idx="38373">
                  <c:v>24.6</c:v>
                </c:pt>
                <c:pt idx="38374">
                  <c:v>24.55</c:v>
                </c:pt>
                <c:pt idx="38375">
                  <c:v>24.55</c:v>
                </c:pt>
                <c:pt idx="38376">
                  <c:v>24.5</c:v>
                </c:pt>
                <c:pt idx="38377">
                  <c:v>24.45</c:v>
                </c:pt>
                <c:pt idx="38378">
                  <c:v>24.45</c:v>
                </c:pt>
                <c:pt idx="38379">
                  <c:v>24.4</c:v>
                </c:pt>
                <c:pt idx="38380">
                  <c:v>24.35</c:v>
                </c:pt>
                <c:pt idx="38381">
                  <c:v>24.35</c:v>
                </c:pt>
                <c:pt idx="38382">
                  <c:v>24.35</c:v>
                </c:pt>
                <c:pt idx="38383">
                  <c:v>24.35</c:v>
                </c:pt>
                <c:pt idx="38384">
                  <c:v>24.35</c:v>
                </c:pt>
                <c:pt idx="38385">
                  <c:v>24.35</c:v>
                </c:pt>
                <c:pt idx="38386">
                  <c:v>24.35</c:v>
                </c:pt>
                <c:pt idx="38387">
                  <c:v>24.35</c:v>
                </c:pt>
                <c:pt idx="38388">
                  <c:v>24.35</c:v>
                </c:pt>
                <c:pt idx="38389">
                  <c:v>24.4</c:v>
                </c:pt>
                <c:pt idx="38390">
                  <c:v>24.4</c:v>
                </c:pt>
                <c:pt idx="38391">
                  <c:v>24.4</c:v>
                </c:pt>
                <c:pt idx="38392">
                  <c:v>24.45</c:v>
                </c:pt>
                <c:pt idx="38393">
                  <c:v>24.45</c:v>
                </c:pt>
                <c:pt idx="38394">
                  <c:v>24.45</c:v>
                </c:pt>
                <c:pt idx="38395">
                  <c:v>24.5</c:v>
                </c:pt>
                <c:pt idx="38396">
                  <c:v>24.5</c:v>
                </c:pt>
                <c:pt idx="38397">
                  <c:v>24.5</c:v>
                </c:pt>
                <c:pt idx="38398">
                  <c:v>24.55</c:v>
                </c:pt>
                <c:pt idx="38399">
                  <c:v>24.55</c:v>
                </c:pt>
                <c:pt idx="38400">
                  <c:v>24.55</c:v>
                </c:pt>
                <c:pt idx="38401">
                  <c:v>24.6</c:v>
                </c:pt>
                <c:pt idx="38402">
                  <c:v>24.6</c:v>
                </c:pt>
                <c:pt idx="38403">
                  <c:v>24.55</c:v>
                </c:pt>
                <c:pt idx="38404">
                  <c:v>24.55</c:v>
                </c:pt>
                <c:pt idx="38405">
                  <c:v>24.5</c:v>
                </c:pt>
                <c:pt idx="38406">
                  <c:v>24.45</c:v>
                </c:pt>
                <c:pt idx="38407">
                  <c:v>24.4</c:v>
                </c:pt>
                <c:pt idx="38408">
                  <c:v>24.4</c:v>
                </c:pt>
                <c:pt idx="38409">
                  <c:v>24.35</c:v>
                </c:pt>
                <c:pt idx="38410">
                  <c:v>24.35</c:v>
                </c:pt>
                <c:pt idx="38411">
                  <c:v>24.35</c:v>
                </c:pt>
                <c:pt idx="38412">
                  <c:v>24.35</c:v>
                </c:pt>
                <c:pt idx="38413">
                  <c:v>24.35</c:v>
                </c:pt>
                <c:pt idx="38414">
                  <c:v>24.35</c:v>
                </c:pt>
                <c:pt idx="38415">
                  <c:v>24.35</c:v>
                </c:pt>
                <c:pt idx="38416">
                  <c:v>24.35</c:v>
                </c:pt>
                <c:pt idx="38417">
                  <c:v>24.35</c:v>
                </c:pt>
                <c:pt idx="38418">
                  <c:v>24.35</c:v>
                </c:pt>
                <c:pt idx="38419">
                  <c:v>24.4</c:v>
                </c:pt>
                <c:pt idx="38420">
                  <c:v>24.4</c:v>
                </c:pt>
                <c:pt idx="38421">
                  <c:v>24.45</c:v>
                </c:pt>
                <c:pt idx="38422">
                  <c:v>24.45</c:v>
                </c:pt>
                <c:pt idx="38423">
                  <c:v>24.45</c:v>
                </c:pt>
                <c:pt idx="38424">
                  <c:v>24.45</c:v>
                </c:pt>
                <c:pt idx="38425">
                  <c:v>24.5</c:v>
                </c:pt>
                <c:pt idx="38426">
                  <c:v>24.5</c:v>
                </c:pt>
                <c:pt idx="38427">
                  <c:v>24.55</c:v>
                </c:pt>
                <c:pt idx="38428">
                  <c:v>24.55</c:v>
                </c:pt>
                <c:pt idx="38429">
                  <c:v>24.55</c:v>
                </c:pt>
                <c:pt idx="38430">
                  <c:v>24.55</c:v>
                </c:pt>
                <c:pt idx="38431">
                  <c:v>24.6</c:v>
                </c:pt>
                <c:pt idx="38432">
                  <c:v>24.6</c:v>
                </c:pt>
                <c:pt idx="38433">
                  <c:v>24.55</c:v>
                </c:pt>
                <c:pt idx="38434">
                  <c:v>24.55</c:v>
                </c:pt>
                <c:pt idx="38435">
                  <c:v>24.5</c:v>
                </c:pt>
                <c:pt idx="38436">
                  <c:v>24.45</c:v>
                </c:pt>
                <c:pt idx="38437">
                  <c:v>24.4</c:v>
                </c:pt>
                <c:pt idx="38438">
                  <c:v>24.4</c:v>
                </c:pt>
                <c:pt idx="38439">
                  <c:v>24.35</c:v>
                </c:pt>
                <c:pt idx="38440">
                  <c:v>24.35</c:v>
                </c:pt>
                <c:pt idx="38441">
                  <c:v>24.35</c:v>
                </c:pt>
                <c:pt idx="38442">
                  <c:v>24.35</c:v>
                </c:pt>
                <c:pt idx="38443">
                  <c:v>24.35</c:v>
                </c:pt>
                <c:pt idx="38444">
                  <c:v>24.35</c:v>
                </c:pt>
                <c:pt idx="38445">
                  <c:v>24.35</c:v>
                </c:pt>
                <c:pt idx="38446">
                  <c:v>24.35</c:v>
                </c:pt>
                <c:pt idx="38447">
                  <c:v>24.4</c:v>
                </c:pt>
                <c:pt idx="38448">
                  <c:v>24.4</c:v>
                </c:pt>
                <c:pt idx="38449">
                  <c:v>24.4</c:v>
                </c:pt>
                <c:pt idx="38450">
                  <c:v>24.4</c:v>
                </c:pt>
                <c:pt idx="38451">
                  <c:v>24.45</c:v>
                </c:pt>
                <c:pt idx="38452">
                  <c:v>24.45</c:v>
                </c:pt>
                <c:pt idx="38453">
                  <c:v>24.5</c:v>
                </c:pt>
                <c:pt idx="38454">
                  <c:v>24.5</c:v>
                </c:pt>
                <c:pt idx="38455">
                  <c:v>24.5</c:v>
                </c:pt>
                <c:pt idx="38456">
                  <c:v>24.55</c:v>
                </c:pt>
                <c:pt idx="38457">
                  <c:v>24.55</c:v>
                </c:pt>
                <c:pt idx="38458">
                  <c:v>24.6</c:v>
                </c:pt>
                <c:pt idx="38459">
                  <c:v>24.6</c:v>
                </c:pt>
                <c:pt idx="38460">
                  <c:v>24.6</c:v>
                </c:pt>
                <c:pt idx="38461">
                  <c:v>24.65</c:v>
                </c:pt>
                <c:pt idx="38462">
                  <c:v>24.65</c:v>
                </c:pt>
                <c:pt idx="38463">
                  <c:v>24.6</c:v>
                </c:pt>
                <c:pt idx="38464">
                  <c:v>24.6</c:v>
                </c:pt>
                <c:pt idx="38465">
                  <c:v>24.55</c:v>
                </c:pt>
                <c:pt idx="38466">
                  <c:v>24.5</c:v>
                </c:pt>
                <c:pt idx="38467">
                  <c:v>24.5</c:v>
                </c:pt>
                <c:pt idx="38468">
                  <c:v>24.45</c:v>
                </c:pt>
                <c:pt idx="38469">
                  <c:v>24.4</c:v>
                </c:pt>
                <c:pt idx="38470">
                  <c:v>24.4</c:v>
                </c:pt>
                <c:pt idx="38471">
                  <c:v>24.4</c:v>
                </c:pt>
                <c:pt idx="38472">
                  <c:v>24.4</c:v>
                </c:pt>
                <c:pt idx="38473">
                  <c:v>24.4</c:v>
                </c:pt>
                <c:pt idx="38474">
                  <c:v>24.4</c:v>
                </c:pt>
                <c:pt idx="38475">
                  <c:v>24.4</c:v>
                </c:pt>
                <c:pt idx="38476">
                  <c:v>24.4</c:v>
                </c:pt>
                <c:pt idx="38477">
                  <c:v>24.4</c:v>
                </c:pt>
                <c:pt idx="38478">
                  <c:v>24.4</c:v>
                </c:pt>
                <c:pt idx="38479">
                  <c:v>24.4</c:v>
                </c:pt>
                <c:pt idx="38480">
                  <c:v>24.45</c:v>
                </c:pt>
                <c:pt idx="38481">
                  <c:v>24.45</c:v>
                </c:pt>
                <c:pt idx="38482">
                  <c:v>24.45</c:v>
                </c:pt>
                <c:pt idx="38483">
                  <c:v>24.5</c:v>
                </c:pt>
                <c:pt idx="38484">
                  <c:v>24.5</c:v>
                </c:pt>
                <c:pt idx="38485">
                  <c:v>24.5</c:v>
                </c:pt>
                <c:pt idx="38486">
                  <c:v>24.5</c:v>
                </c:pt>
                <c:pt idx="38487">
                  <c:v>24.55</c:v>
                </c:pt>
                <c:pt idx="38488">
                  <c:v>24.55</c:v>
                </c:pt>
                <c:pt idx="38489">
                  <c:v>24.6</c:v>
                </c:pt>
                <c:pt idx="38490">
                  <c:v>24.6</c:v>
                </c:pt>
                <c:pt idx="38491">
                  <c:v>24.6</c:v>
                </c:pt>
                <c:pt idx="38492">
                  <c:v>24.6</c:v>
                </c:pt>
                <c:pt idx="38493">
                  <c:v>24.6</c:v>
                </c:pt>
                <c:pt idx="38494">
                  <c:v>24.55</c:v>
                </c:pt>
                <c:pt idx="38495">
                  <c:v>24.55</c:v>
                </c:pt>
                <c:pt idx="38496">
                  <c:v>24.5</c:v>
                </c:pt>
                <c:pt idx="38497">
                  <c:v>24.45</c:v>
                </c:pt>
                <c:pt idx="38498">
                  <c:v>24.4</c:v>
                </c:pt>
                <c:pt idx="38499">
                  <c:v>24.4</c:v>
                </c:pt>
                <c:pt idx="38500">
                  <c:v>24.35</c:v>
                </c:pt>
                <c:pt idx="38501">
                  <c:v>24.35</c:v>
                </c:pt>
                <c:pt idx="38502">
                  <c:v>24.35</c:v>
                </c:pt>
                <c:pt idx="38503">
                  <c:v>24.35</c:v>
                </c:pt>
                <c:pt idx="38504">
                  <c:v>24.35</c:v>
                </c:pt>
                <c:pt idx="38505">
                  <c:v>24.35</c:v>
                </c:pt>
                <c:pt idx="38506">
                  <c:v>24.35</c:v>
                </c:pt>
                <c:pt idx="38507">
                  <c:v>24.35</c:v>
                </c:pt>
                <c:pt idx="38508">
                  <c:v>24.35</c:v>
                </c:pt>
                <c:pt idx="38509">
                  <c:v>24.4</c:v>
                </c:pt>
                <c:pt idx="38510">
                  <c:v>24.4</c:v>
                </c:pt>
                <c:pt idx="38511">
                  <c:v>24.4</c:v>
                </c:pt>
                <c:pt idx="38512">
                  <c:v>24.45</c:v>
                </c:pt>
                <c:pt idx="38513">
                  <c:v>24.45</c:v>
                </c:pt>
                <c:pt idx="38514">
                  <c:v>24.45</c:v>
                </c:pt>
                <c:pt idx="38515">
                  <c:v>24.5</c:v>
                </c:pt>
                <c:pt idx="38516">
                  <c:v>24.5</c:v>
                </c:pt>
                <c:pt idx="38517">
                  <c:v>24.5</c:v>
                </c:pt>
                <c:pt idx="38518">
                  <c:v>24.55</c:v>
                </c:pt>
                <c:pt idx="38519">
                  <c:v>24.55</c:v>
                </c:pt>
                <c:pt idx="38520">
                  <c:v>24.6</c:v>
                </c:pt>
                <c:pt idx="38521">
                  <c:v>24.65</c:v>
                </c:pt>
                <c:pt idx="38522">
                  <c:v>24.65</c:v>
                </c:pt>
                <c:pt idx="38523">
                  <c:v>24.6</c:v>
                </c:pt>
                <c:pt idx="38524">
                  <c:v>24.6</c:v>
                </c:pt>
                <c:pt idx="38525">
                  <c:v>24.55</c:v>
                </c:pt>
                <c:pt idx="38526">
                  <c:v>24.5</c:v>
                </c:pt>
                <c:pt idx="38527">
                  <c:v>24.5</c:v>
                </c:pt>
                <c:pt idx="38528">
                  <c:v>24.45</c:v>
                </c:pt>
                <c:pt idx="38529">
                  <c:v>24.4</c:v>
                </c:pt>
                <c:pt idx="38530">
                  <c:v>24.4</c:v>
                </c:pt>
                <c:pt idx="38531">
                  <c:v>24.35</c:v>
                </c:pt>
                <c:pt idx="38532">
                  <c:v>24.35</c:v>
                </c:pt>
                <c:pt idx="38533">
                  <c:v>24.35</c:v>
                </c:pt>
                <c:pt idx="38534">
                  <c:v>24.35</c:v>
                </c:pt>
                <c:pt idx="38535">
                  <c:v>24.4</c:v>
                </c:pt>
                <c:pt idx="38536">
                  <c:v>24.4</c:v>
                </c:pt>
                <c:pt idx="38537">
                  <c:v>24.4</c:v>
                </c:pt>
                <c:pt idx="38538">
                  <c:v>24.4</c:v>
                </c:pt>
                <c:pt idx="38539">
                  <c:v>24.4</c:v>
                </c:pt>
                <c:pt idx="38540">
                  <c:v>24.45</c:v>
                </c:pt>
                <c:pt idx="38541">
                  <c:v>24.45</c:v>
                </c:pt>
                <c:pt idx="38542">
                  <c:v>24.45</c:v>
                </c:pt>
                <c:pt idx="38543">
                  <c:v>24.5</c:v>
                </c:pt>
                <c:pt idx="38544">
                  <c:v>24.5</c:v>
                </c:pt>
                <c:pt idx="38545">
                  <c:v>24.5</c:v>
                </c:pt>
                <c:pt idx="38546">
                  <c:v>24.55</c:v>
                </c:pt>
                <c:pt idx="38547">
                  <c:v>24.55</c:v>
                </c:pt>
                <c:pt idx="38548">
                  <c:v>24.6</c:v>
                </c:pt>
                <c:pt idx="38549">
                  <c:v>24.6</c:v>
                </c:pt>
                <c:pt idx="38550">
                  <c:v>24.6</c:v>
                </c:pt>
                <c:pt idx="38551">
                  <c:v>24.6</c:v>
                </c:pt>
                <c:pt idx="38552">
                  <c:v>24.6</c:v>
                </c:pt>
                <c:pt idx="38553">
                  <c:v>24.6</c:v>
                </c:pt>
                <c:pt idx="38554">
                  <c:v>24.6</c:v>
                </c:pt>
                <c:pt idx="38555">
                  <c:v>24.55</c:v>
                </c:pt>
                <c:pt idx="38556">
                  <c:v>24.5</c:v>
                </c:pt>
                <c:pt idx="38557">
                  <c:v>24.45</c:v>
                </c:pt>
                <c:pt idx="38558">
                  <c:v>24.45</c:v>
                </c:pt>
                <c:pt idx="38559">
                  <c:v>24.4</c:v>
                </c:pt>
                <c:pt idx="38560">
                  <c:v>24.35</c:v>
                </c:pt>
                <c:pt idx="38561">
                  <c:v>24.35</c:v>
                </c:pt>
                <c:pt idx="38562">
                  <c:v>24.35</c:v>
                </c:pt>
                <c:pt idx="38563">
                  <c:v>24.35</c:v>
                </c:pt>
                <c:pt idx="38564">
                  <c:v>24.35</c:v>
                </c:pt>
                <c:pt idx="38565">
                  <c:v>24.35</c:v>
                </c:pt>
                <c:pt idx="38566">
                  <c:v>24.35</c:v>
                </c:pt>
                <c:pt idx="38567">
                  <c:v>24.35</c:v>
                </c:pt>
                <c:pt idx="38568">
                  <c:v>24.35</c:v>
                </c:pt>
                <c:pt idx="38569">
                  <c:v>24.4</c:v>
                </c:pt>
                <c:pt idx="38570">
                  <c:v>24.4</c:v>
                </c:pt>
                <c:pt idx="38571">
                  <c:v>24.4</c:v>
                </c:pt>
                <c:pt idx="38572">
                  <c:v>24.45</c:v>
                </c:pt>
                <c:pt idx="38573">
                  <c:v>24.45</c:v>
                </c:pt>
                <c:pt idx="38574">
                  <c:v>24.5</c:v>
                </c:pt>
                <c:pt idx="38575">
                  <c:v>24.5</c:v>
                </c:pt>
                <c:pt idx="38576">
                  <c:v>24.5</c:v>
                </c:pt>
                <c:pt idx="38577">
                  <c:v>24.55</c:v>
                </c:pt>
                <c:pt idx="38578">
                  <c:v>24.55</c:v>
                </c:pt>
                <c:pt idx="38579">
                  <c:v>24.6</c:v>
                </c:pt>
                <c:pt idx="38580">
                  <c:v>24.6</c:v>
                </c:pt>
                <c:pt idx="38581">
                  <c:v>24.65</c:v>
                </c:pt>
                <c:pt idx="38582">
                  <c:v>24.65</c:v>
                </c:pt>
                <c:pt idx="38583">
                  <c:v>24.6</c:v>
                </c:pt>
                <c:pt idx="38584">
                  <c:v>24.6</c:v>
                </c:pt>
                <c:pt idx="38585">
                  <c:v>24.55</c:v>
                </c:pt>
                <c:pt idx="38586">
                  <c:v>24.5</c:v>
                </c:pt>
                <c:pt idx="38587">
                  <c:v>24.45</c:v>
                </c:pt>
                <c:pt idx="38588">
                  <c:v>24.45</c:v>
                </c:pt>
                <c:pt idx="38589">
                  <c:v>24.4</c:v>
                </c:pt>
                <c:pt idx="38590">
                  <c:v>24.4</c:v>
                </c:pt>
                <c:pt idx="38591">
                  <c:v>24.4</c:v>
                </c:pt>
                <c:pt idx="38592">
                  <c:v>24.4</c:v>
                </c:pt>
                <c:pt idx="38593">
                  <c:v>24.4</c:v>
                </c:pt>
                <c:pt idx="38594">
                  <c:v>24.35</c:v>
                </c:pt>
                <c:pt idx="38595">
                  <c:v>24.4</c:v>
                </c:pt>
                <c:pt idx="38596">
                  <c:v>24.4</c:v>
                </c:pt>
                <c:pt idx="38597">
                  <c:v>24.4</c:v>
                </c:pt>
                <c:pt idx="38598">
                  <c:v>24.4</c:v>
                </c:pt>
                <c:pt idx="38599">
                  <c:v>24.4</c:v>
                </c:pt>
                <c:pt idx="38600">
                  <c:v>24.4</c:v>
                </c:pt>
                <c:pt idx="38601">
                  <c:v>24.4</c:v>
                </c:pt>
                <c:pt idx="38602">
                  <c:v>24.45</c:v>
                </c:pt>
                <c:pt idx="38603">
                  <c:v>24.45</c:v>
                </c:pt>
                <c:pt idx="38604">
                  <c:v>24.45</c:v>
                </c:pt>
                <c:pt idx="38605">
                  <c:v>24.5</c:v>
                </c:pt>
                <c:pt idx="38606">
                  <c:v>24.5</c:v>
                </c:pt>
                <c:pt idx="38607">
                  <c:v>24.55</c:v>
                </c:pt>
                <c:pt idx="38608">
                  <c:v>24.55</c:v>
                </c:pt>
                <c:pt idx="38609">
                  <c:v>24.55</c:v>
                </c:pt>
                <c:pt idx="38610">
                  <c:v>24.6</c:v>
                </c:pt>
                <c:pt idx="38611">
                  <c:v>24.6</c:v>
                </c:pt>
                <c:pt idx="38612">
                  <c:v>24.6</c:v>
                </c:pt>
                <c:pt idx="38613">
                  <c:v>24.6</c:v>
                </c:pt>
                <c:pt idx="38614">
                  <c:v>24.6</c:v>
                </c:pt>
                <c:pt idx="38615">
                  <c:v>24.55</c:v>
                </c:pt>
                <c:pt idx="38616">
                  <c:v>24.5</c:v>
                </c:pt>
                <c:pt idx="38617">
                  <c:v>24.5</c:v>
                </c:pt>
                <c:pt idx="38618">
                  <c:v>24.45</c:v>
                </c:pt>
                <c:pt idx="38619">
                  <c:v>24.4</c:v>
                </c:pt>
                <c:pt idx="38620">
                  <c:v>24.4</c:v>
                </c:pt>
                <c:pt idx="38621">
                  <c:v>24.4</c:v>
                </c:pt>
                <c:pt idx="38622">
                  <c:v>24.4</c:v>
                </c:pt>
                <c:pt idx="38623">
                  <c:v>24.4</c:v>
                </c:pt>
                <c:pt idx="38624">
                  <c:v>24.4</c:v>
                </c:pt>
                <c:pt idx="38625">
                  <c:v>24.4</c:v>
                </c:pt>
                <c:pt idx="38626">
                  <c:v>24.4</c:v>
                </c:pt>
                <c:pt idx="38627">
                  <c:v>24.4</c:v>
                </c:pt>
                <c:pt idx="38628">
                  <c:v>24.4</c:v>
                </c:pt>
                <c:pt idx="38629">
                  <c:v>24.4</c:v>
                </c:pt>
                <c:pt idx="38630">
                  <c:v>24.45</c:v>
                </c:pt>
                <c:pt idx="38631">
                  <c:v>24.45</c:v>
                </c:pt>
                <c:pt idx="38632">
                  <c:v>24.5</c:v>
                </c:pt>
                <c:pt idx="38633">
                  <c:v>24.5</c:v>
                </c:pt>
                <c:pt idx="38634">
                  <c:v>24.5</c:v>
                </c:pt>
                <c:pt idx="38635">
                  <c:v>24.55</c:v>
                </c:pt>
                <c:pt idx="38636">
                  <c:v>24.55</c:v>
                </c:pt>
                <c:pt idx="38637">
                  <c:v>24.55</c:v>
                </c:pt>
                <c:pt idx="38638">
                  <c:v>24.55</c:v>
                </c:pt>
                <c:pt idx="38639">
                  <c:v>24.6</c:v>
                </c:pt>
                <c:pt idx="38640">
                  <c:v>24.6</c:v>
                </c:pt>
                <c:pt idx="38641">
                  <c:v>24.6</c:v>
                </c:pt>
                <c:pt idx="38642">
                  <c:v>24.6</c:v>
                </c:pt>
                <c:pt idx="38643">
                  <c:v>24.6</c:v>
                </c:pt>
                <c:pt idx="38644">
                  <c:v>24.55</c:v>
                </c:pt>
                <c:pt idx="38645">
                  <c:v>24.55</c:v>
                </c:pt>
                <c:pt idx="38646">
                  <c:v>24.5</c:v>
                </c:pt>
                <c:pt idx="38647">
                  <c:v>24.45</c:v>
                </c:pt>
                <c:pt idx="38648">
                  <c:v>24.4</c:v>
                </c:pt>
                <c:pt idx="38649">
                  <c:v>24.35</c:v>
                </c:pt>
                <c:pt idx="38650">
                  <c:v>24.35</c:v>
                </c:pt>
                <c:pt idx="38651">
                  <c:v>24.35</c:v>
                </c:pt>
                <c:pt idx="38652">
                  <c:v>24.35</c:v>
                </c:pt>
                <c:pt idx="38653">
                  <c:v>24.35</c:v>
                </c:pt>
                <c:pt idx="38654">
                  <c:v>24.35</c:v>
                </c:pt>
                <c:pt idx="38655">
                  <c:v>24.35</c:v>
                </c:pt>
                <c:pt idx="38656">
                  <c:v>24.35</c:v>
                </c:pt>
                <c:pt idx="38657">
                  <c:v>24.35</c:v>
                </c:pt>
                <c:pt idx="38658">
                  <c:v>24.4</c:v>
                </c:pt>
                <c:pt idx="38659">
                  <c:v>24.4</c:v>
                </c:pt>
                <c:pt idx="38660">
                  <c:v>24.4</c:v>
                </c:pt>
                <c:pt idx="38661">
                  <c:v>24.4</c:v>
                </c:pt>
                <c:pt idx="38662">
                  <c:v>24.45</c:v>
                </c:pt>
                <c:pt idx="38663">
                  <c:v>24.45</c:v>
                </c:pt>
                <c:pt idx="38664">
                  <c:v>24.5</c:v>
                </c:pt>
                <c:pt idx="38665">
                  <c:v>24.5</c:v>
                </c:pt>
                <c:pt idx="38666">
                  <c:v>24.5</c:v>
                </c:pt>
                <c:pt idx="38667">
                  <c:v>24.55</c:v>
                </c:pt>
                <c:pt idx="38668">
                  <c:v>24.55</c:v>
                </c:pt>
                <c:pt idx="38669">
                  <c:v>24.55</c:v>
                </c:pt>
                <c:pt idx="38670">
                  <c:v>24.55</c:v>
                </c:pt>
                <c:pt idx="38671">
                  <c:v>24.6</c:v>
                </c:pt>
                <c:pt idx="38672">
                  <c:v>24.55</c:v>
                </c:pt>
                <c:pt idx="38673">
                  <c:v>24.55</c:v>
                </c:pt>
                <c:pt idx="38674">
                  <c:v>24.55</c:v>
                </c:pt>
                <c:pt idx="38675">
                  <c:v>24.5</c:v>
                </c:pt>
                <c:pt idx="38676">
                  <c:v>24.45</c:v>
                </c:pt>
                <c:pt idx="38677">
                  <c:v>24.4</c:v>
                </c:pt>
                <c:pt idx="38678">
                  <c:v>24.35</c:v>
                </c:pt>
                <c:pt idx="38679">
                  <c:v>24.35</c:v>
                </c:pt>
                <c:pt idx="38680">
                  <c:v>24.35</c:v>
                </c:pt>
                <c:pt idx="38681">
                  <c:v>24.3</c:v>
                </c:pt>
                <c:pt idx="38682">
                  <c:v>24.3</c:v>
                </c:pt>
                <c:pt idx="38683">
                  <c:v>24.3</c:v>
                </c:pt>
                <c:pt idx="38684">
                  <c:v>24.35</c:v>
                </c:pt>
                <c:pt idx="38685">
                  <c:v>24.35</c:v>
                </c:pt>
                <c:pt idx="38686">
                  <c:v>24.35</c:v>
                </c:pt>
                <c:pt idx="38687">
                  <c:v>24.35</c:v>
                </c:pt>
                <c:pt idx="38688">
                  <c:v>24.35</c:v>
                </c:pt>
                <c:pt idx="38689">
                  <c:v>24.4</c:v>
                </c:pt>
                <c:pt idx="38690">
                  <c:v>24.4</c:v>
                </c:pt>
                <c:pt idx="38691">
                  <c:v>24.4</c:v>
                </c:pt>
                <c:pt idx="38692">
                  <c:v>24.45</c:v>
                </c:pt>
                <c:pt idx="38693">
                  <c:v>24.45</c:v>
                </c:pt>
                <c:pt idx="38694">
                  <c:v>24.45</c:v>
                </c:pt>
                <c:pt idx="38695">
                  <c:v>24.5</c:v>
                </c:pt>
                <c:pt idx="38696">
                  <c:v>24.5</c:v>
                </c:pt>
                <c:pt idx="38697">
                  <c:v>24.55</c:v>
                </c:pt>
                <c:pt idx="38698">
                  <c:v>24.55</c:v>
                </c:pt>
                <c:pt idx="38699">
                  <c:v>24.55</c:v>
                </c:pt>
                <c:pt idx="38700">
                  <c:v>24.55</c:v>
                </c:pt>
                <c:pt idx="38701">
                  <c:v>24.6</c:v>
                </c:pt>
                <c:pt idx="38702">
                  <c:v>24.6</c:v>
                </c:pt>
                <c:pt idx="38703">
                  <c:v>24.6</c:v>
                </c:pt>
                <c:pt idx="38704">
                  <c:v>24.55</c:v>
                </c:pt>
                <c:pt idx="38705">
                  <c:v>24.5</c:v>
                </c:pt>
                <c:pt idx="38706">
                  <c:v>24.45</c:v>
                </c:pt>
                <c:pt idx="38707">
                  <c:v>24.45</c:v>
                </c:pt>
                <c:pt idx="38708">
                  <c:v>24.4</c:v>
                </c:pt>
                <c:pt idx="38709">
                  <c:v>24.4</c:v>
                </c:pt>
                <c:pt idx="38710">
                  <c:v>24.35</c:v>
                </c:pt>
                <c:pt idx="38711">
                  <c:v>24.35</c:v>
                </c:pt>
                <c:pt idx="38712">
                  <c:v>24.35</c:v>
                </c:pt>
                <c:pt idx="38713">
                  <c:v>24.35</c:v>
                </c:pt>
                <c:pt idx="38714">
                  <c:v>24.35</c:v>
                </c:pt>
                <c:pt idx="38715">
                  <c:v>24.35</c:v>
                </c:pt>
                <c:pt idx="38716">
                  <c:v>24.35</c:v>
                </c:pt>
                <c:pt idx="38717">
                  <c:v>24.35</c:v>
                </c:pt>
                <c:pt idx="38718">
                  <c:v>24.35</c:v>
                </c:pt>
                <c:pt idx="38719">
                  <c:v>24.4</c:v>
                </c:pt>
                <c:pt idx="38720">
                  <c:v>24.4</c:v>
                </c:pt>
                <c:pt idx="38721">
                  <c:v>24.4</c:v>
                </c:pt>
                <c:pt idx="38722">
                  <c:v>24.45</c:v>
                </c:pt>
                <c:pt idx="38723">
                  <c:v>24.45</c:v>
                </c:pt>
                <c:pt idx="38724">
                  <c:v>24.45</c:v>
                </c:pt>
                <c:pt idx="38725">
                  <c:v>24.45</c:v>
                </c:pt>
                <c:pt idx="38726">
                  <c:v>24.5</c:v>
                </c:pt>
                <c:pt idx="38727">
                  <c:v>24.5</c:v>
                </c:pt>
                <c:pt idx="38728">
                  <c:v>24.5</c:v>
                </c:pt>
                <c:pt idx="38729">
                  <c:v>24.5</c:v>
                </c:pt>
                <c:pt idx="38730">
                  <c:v>24.55</c:v>
                </c:pt>
                <c:pt idx="38731">
                  <c:v>24.55</c:v>
                </c:pt>
                <c:pt idx="38732">
                  <c:v>24.55</c:v>
                </c:pt>
                <c:pt idx="38733">
                  <c:v>24.55</c:v>
                </c:pt>
                <c:pt idx="38734">
                  <c:v>24.55</c:v>
                </c:pt>
                <c:pt idx="38735">
                  <c:v>24.5</c:v>
                </c:pt>
                <c:pt idx="38736">
                  <c:v>24.45</c:v>
                </c:pt>
                <c:pt idx="38737">
                  <c:v>24.45</c:v>
                </c:pt>
                <c:pt idx="38738">
                  <c:v>24.4</c:v>
                </c:pt>
                <c:pt idx="38739">
                  <c:v>24.35</c:v>
                </c:pt>
                <c:pt idx="38740">
                  <c:v>24.35</c:v>
                </c:pt>
                <c:pt idx="38741">
                  <c:v>24.35</c:v>
                </c:pt>
                <c:pt idx="38742">
                  <c:v>24.35</c:v>
                </c:pt>
                <c:pt idx="38743">
                  <c:v>24.35</c:v>
                </c:pt>
                <c:pt idx="38744">
                  <c:v>24.35</c:v>
                </c:pt>
                <c:pt idx="38745">
                  <c:v>24.35</c:v>
                </c:pt>
                <c:pt idx="38746">
                  <c:v>24.35</c:v>
                </c:pt>
                <c:pt idx="38747">
                  <c:v>24.35</c:v>
                </c:pt>
                <c:pt idx="38748">
                  <c:v>24.4</c:v>
                </c:pt>
                <c:pt idx="38749">
                  <c:v>24.4</c:v>
                </c:pt>
                <c:pt idx="38750">
                  <c:v>24.4</c:v>
                </c:pt>
                <c:pt idx="38751">
                  <c:v>24.4</c:v>
                </c:pt>
                <c:pt idx="38752">
                  <c:v>24.45</c:v>
                </c:pt>
                <c:pt idx="38753">
                  <c:v>24.45</c:v>
                </c:pt>
                <c:pt idx="38754">
                  <c:v>24.45</c:v>
                </c:pt>
                <c:pt idx="38755">
                  <c:v>24.5</c:v>
                </c:pt>
                <c:pt idx="38756">
                  <c:v>24.5</c:v>
                </c:pt>
                <c:pt idx="38757">
                  <c:v>24.5</c:v>
                </c:pt>
                <c:pt idx="38758">
                  <c:v>24.55</c:v>
                </c:pt>
                <c:pt idx="38759">
                  <c:v>24.55</c:v>
                </c:pt>
                <c:pt idx="38760">
                  <c:v>24.6</c:v>
                </c:pt>
                <c:pt idx="38761">
                  <c:v>24.6</c:v>
                </c:pt>
                <c:pt idx="38762">
                  <c:v>24.6</c:v>
                </c:pt>
                <c:pt idx="38763">
                  <c:v>24.55</c:v>
                </c:pt>
                <c:pt idx="38764">
                  <c:v>24.55</c:v>
                </c:pt>
                <c:pt idx="38765">
                  <c:v>24.5</c:v>
                </c:pt>
                <c:pt idx="38766">
                  <c:v>24.45</c:v>
                </c:pt>
                <c:pt idx="38767">
                  <c:v>24.45</c:v>
                </c:pt>
                <c:pt idx="38768">
                  <c:v>24.4</c:v>
                </c:pt>
                <c:pt idx="38769">
                  <c:v>24.35</c:v>
                </c:pt>
                <c:pt idx="38770">
                  <c:v>24.35</c:v>
                </c:pt>
                <c:pt idx="38771">
                  <c:v>24.35</c:v>
                </c:pt>
                <c:pt idx="38772">
                  <c:v>24.35</c:v>
                </c:pt>
                <c:pt idx="38773">
                  <c:v>24.35</c:v>
                </c:pt>
                <c:pt idx="38774">
                  <c:v>24.35</c:v>
                </c:pt>
                <c:pt idx="38775">
                  <c:v>24.35</c:v>
                </c:pt>
                <c:pt idx="38776">
                  <c:v>24.4</c:v>
                </c:pt>
                <c:pt idx="38777">
                  <c:v>24.4</c:v>
                </c:pt>
                <c:pt idx="38778">
                  <c:v>24.4</c:v>
                </c:pt>
                <c:pt idx="38779">
                  <c:v>24.4</c:v>
                </c:pt>
                <c:pt idx="38780">
                  <c:v>24.4</c:v>
                </c:pt>
                <c:pt idx="38781">
                  <c:v>24.45</c:v>
                </c:pt>
                <c:pt idx="38782">
                  <c:v>24.45</c:v>
                </c:pt>
                <c:pt idx="38783">
                  <c:v>24.45</c:v>
                </c:pt>
                <c:pt idx="38784">
                  <c:v>24.5</c:v>
                </c:pt>
                <c:pt idx="38785">
                  <c:v>24.5</c:v>
                </c:pt>
                <c:pt idx="38786">
                  <c:v>24.5</c:v>
                </c:pt>
                <c:pt idx="38787">
                  <c:v>24.55</c:v>
                </c:pt>
                <c:pt idx="38788">
                  <c:v>24.55</c:v>
                </c:pt>
                <c:pt idx="38789">
                  <c:v>24.55</c:v>
                </c:pt>
                <c:pt idx="38790">
                  <c:v>24.6</c:v>
                </c:pt>
                <c:pt idx="38791">
                  <c:v>24.6</c:v>
                </c:pt>
                <c:pt idx="38792">
                  <c:v>24.6</c:v>
                </c:pt>
                <c:pt idx="38793">
                  <c:v>24.55</c:v>
                </c:pt>
                <c:pt idx="38794">
                  <c:v>24.55</c:v>
                </c:pt>
                <c:pt idx="38795">
                  <c:v>24.5</c:v>
                </c:pt>
                <c:pt idx="38796">
                  <c:v>24.45</c:v>
                </c:pt>
                <c:pt idx="38797">
                  <c:v>24.4</c:v>
                </c:pt>
                <c:pt idx="38798">
                  <c:v>24.4</c:v>
                </c:pt>
                <c:pt idx="38799">
                  <c:v>24.35</c:v>
                </c:pt>
                <c:pt idx="38800">
                  <c:v>24.35</c:v>
                </c:pt>
                <c:pt idx="38801">
                  <c:v>24.3</c:v>
                </c:pt>
                <c:pt idx="38802">
                  <c:v>24.3</c:v>
                </c:pt>
                <c:pt idx="38803">
                  <c:v>24.3</c:v>
                </c:pt>
                <c:pt idx="38804">
                  <c:v>24.3</c:v>
                </c:pt>
                <c:pt idx="38805">
                  <c:v>24.3</c:v>
                </c:pt>
                <c:pt idx="38806">
                  <c:v>24.35</c:v>
                </c:pt>
                <c:pt idx="38807">
                  <c:v>24.35</c:v>
                </c:pt>
                <c:pt idx="38808">
                  <c:v>24.35</c:v>
                </c:pt>
                <c:pt idx="38809">
                  <c:v>24.35</c:v>
                </c:pt>
                <c:pt idx="38810">
                  <c:v>24.4</c:v>
                </c:pt>
                <c:pt idx="38811">
                  <c:v>24.4</c:v>
                </c:pt>
                <c:pt idx="38812">
                  <c:v>24.4</c:v>
                </c:pt>
                <c:pt idx="38813">
                  <c:v>24.45</c:v>
                </c:pt>
                <c:pt idx="38814">
                  <c:v>24.45</c:v>
                </c:pt>
                <c:pt idx="38815">
                  <c:v>24.5</c:v>
                </c:pt>
                <c:pt idx="38816">
                  <c:v>24.5</c:v>
                </c:pt>
                <c:pt idx="38817">
                  <c:v>24.55</c:v>
                </c:pt>
                <c:pt idx="38818">
                  <c:v>24.55</c:v>
                </c:pt>
                <c:pt idx="38819">
                  <c:v>24.55</c:v>
                </c:pt>
                <c:pt idx="38820">
                  <c:v>24.6</c:v>
                </c:pt>
                <c:pt idx="38821">
                  <c:v>24.6</c:v>
                </c:pt>
                <c:pt idx="38822">
                  <c:v>24.6</c:v>
                </c:pt>
                <c:pt idx="38823">
                  <c:v>24.6</c:v>
                </c:pt>
                <c:pt idx="38824">
                  <c:v>24.55</c:v>
                </c:pt>
                <c:pt idx="38825">
                  <c:v>24.5</c:v>
                </c:pt>
                <c:pt idx="38826">
                  <c:v>24.5</c:v>
                </c:pt>
                <c:pt idx="38827">
                  <c:v>24.5</c:v>
                </c:pt>
                <c:pt idx="38828">
                  <c:v>24.45</c:v>
                </c:pt>
                <c:pt idx="38829">
                  <c:v>24.4</c:v>
                </c:pt>
                <c:pt idx="38830">
                  <c:v>24.4</c:v>
                </c:pt>
                <c:pt idx="38831">
                  <c:v>24.35</c:v>
                </c:pt>
                <c:pt idx="38832">
                  <c:v>24.35</c:v>
                </c:pt>
                <c:pt idx="38833">
                  <c:v>24.35</c:v>
                </c:pt>
                <c:pt idx="38834">
                  <c:v>24.35</c:v>
                </c:pt>
                <c:pt idx="38835">
                  <c:v>24.35</c:v>
                </c:pt>
                <c:pt idx="38836">
                  <c:v>24.35</c:v>
                </c:pt>
                <c:pt idx="38837">
                  <c:v>24.35</c:v>
                </c:pt>
                <c:pt idx="38838">
                  <c:v>24.35</c:v>
                </c:pt>
                <c:pt idx="38839">
                  <c:v>24.4</c:v>
                </c:pt>
                <c:pt idx="38840">
                  <c:v>24.4</c:v>
                </c:pt>
                <c:pt idx="38841">
                  <c:v>24.45</c:v>
                </c:pt>
                <c:pt idx="38842">
                  <c:v>24.45</c:v>
                </c:pt>
                <c:pt idx="38843">
                  <c:v>24.45</c:v>
                </c:pt>
                <c:pt idx="38844">
                  <c:v>24.5</c:v>
                </c:pt>
                <c:pt idx="38845">
                  <c:v>24.5</c:v>
                </c:pt>
                <c:pt idx="38846">
                  <c:v>24.5</c:v>
                </c:pt>
                <c:pt idx="38847">
                  <c:v>24.55</c:v>
                </c:pt>
                <c:pt idx="38848">
                  <c:v>24.55</c:v>
                </c:pt>
                <c:pt idx="38849">
                  <c:v>24.6</c:v>
                </c:pt>
                <c:pt idx="38850">
                  <c:v>24.6</c:v>
                </c:pt>
                <c:pt idx="38851">
                  <c:v>24.65</c:v>
                </c:pt>
                <c:pt idx="38852">
                  <c:v>24.65</c:v>
                </c:pt>
                <c:pt idx="38853">
                  <c:v>24.6</c:v>
                </c:pt>
                <c:pt idx="38854">
                  <c:v>24.6</c:v>
                </c:pt>
                <c:pt idx="38855">
                  <c:v>24.55</c:v>
                </c:pt>
                <c:pt idx="38856">
                  <c:v>24.5</c:v>
                </c:pt>
                <c:pt idx="38857">
                  <c:v>24.45</c:v>
                </c:pt>
                <c:pt idx="38858">
                  <c:v>24.45</c:v>
                </c:pt>
                <c:pt idx="38859">
                  <c:v>24.4</c:v>
                </c:pt>
                <c:pt idx="38860">
                  <c:v>24.4</c:v>
                </c:pt>
                <c:pt idx="38861">
                  <c:v>24.4</c:v>
                </c:pt>
                <c:pt idx="38862">
                  <c:v>24.35</c:v>
                </c:pt>
                <c:pt idx="38863">
                  <c:v>24.35</c:v>
                </c:pt>
                <c:pt idx="38864">
                  <c:v>24.35</c:v>
                </c:pt>
                <c:pt idx="38865">
                  <c:v>24.4</c:v>
                </c:pt>
                <c:pt idx="38866">
                  <c:v>24.4</c:v>
                </c:pt>
                <c:pt idx="38867">
                  <c:v>24.4</c:v>
                </c:pt>
                <c:pt idx="38868">
                  <c:v>24.4</c:v>
                </c:pt>
                <c:pt idx="38869">
                  <c:v>24.4</c:v>
                </c:pt>
                <c:pt idx="38870">
                  <c:v>24.4</c:v>
                </c:pt>
                <c:pt idx="38871">
                  <c:v>24.4</c:v>
                </c:pt>
                <c:pt idx="38872">
                  <c:v>24.4</c:v>
                </c:pt>
                <c:pt idx="38873">
                  <c:v>24.45</c:v>
                </c:pt>
                <c:pt idx="38874">
                  <c:v>24.45</c:v>
                </c:pt>
                <c:pt idx="38875">
                  <c:v>24.45</c:v>
                </c:pt>
                <c:pt idx="38876">
                  <c:v>24.5</c:v>
                </c:pt>
                <c:pt idx="38877">
                  <c:v>24.5</c:v>
                </c:pt>
                <c:pt idx="38878">
                  <c:v>24.55</c:v>
                </c:pt>
                <c:pt idx="38879">
                  <c:v>24.55</c:v>
                </c:pt>
                <c:pt idx="38880">
                  <c:v>24.6</c:v>
                </c:pt>
                <c:pt idx="38881">
                  <c:v>24.6</c:v>
                </c:pt>
                <c:pt idx="38882">
                  <c:v>24.6</c:v>
                </c:pt>
                <c:pt idx="38883">
                  <c:v>24.6</c:v>
                </c:pt>
                <c:pt idx="38884">
                  <c:v>24.6</c:v>
                </c:pt>
                <c:pt idx="38885">
                  <c:v>24.55</c:v>
                </c:pt>
                <c:pt idx="38886">
                  <c:v>24.5</c:v>
                </c:pt>
                <c:pt idx="38887">
                  <c:v>24.5</c:v>
                </c:pt>
                <c:pt idx="38888">
                  <c:v>24.45</c:v>
                </c:pt>
                <c:pt idx="38889">
                  <c:v>24.4</c:v>
                </c:pt>
                <c:pt idx="38890">
                  <c:v>24.4</c:v>
                </c:pt>
                <c:pt idx="38891">
                  <c:v>24.35</c:v>
                </c:pt>
                <c:pt idx="38892">
                  <c:v>24.35</c:v>
                </c:pt>
                <c:pt idx="38893">
                  <c:v>24.35</c:v>
                </c:pt>
                <c:pt idx="38894">
                  <c:v>24.35</c:v>
                </c:pt>
                <c:pt idx="38895">
                  <c:v>24.35</c:v>
                </c:pt>
                <c:pt idx="38896">
                  <c:v>24.35</c:v>
                </c:pt>
                <c:pt idx="38897">
                  <c:v>24.35</c:v>
                </c:pt>
                <c:pt idx="38898">
                  <c:v>24.35</c:v>
                </c:pt>
                <c:pt idx="38899">
                  <c:v>24.35</c:v>
                </c:pt>
                <c:pt idx="38900">
                  <c:v>24.4</c:v>
                </c:pt>
                <c:pt idx="38901">
                  <c:v>24.4</c:v>
                </c:pt>
                <c:pt idx="38902">
                  <c:v>24.4</c:v>
                </c:pt>
                <c:pt idx="38903">
                  <c:v>24.45</c:v>
                </c:pt>
                <c:pt idx="38904">
                  <c:v>24.45</c:v>
                </c:pt>
                <c:pt idx="38905">
                  <c:v>24.5</c:v>
                </c:pt>
                <c:pt idx="38906">
                  <c:v>24.5</c:v>
                </c:pt>
                <c:pt idx="38907">
                  <c:v>24.5</c:v>
                </c:pt>
                <c:pt idx="38908">
                  <c:v>24.5</c:v>
                </c:pt>
                <c:pt idx="38909">
                  <c:v>24.55</c:v>
                </c:pt>
                <c:pt idx="38910">
                  <c:v>24.55</c:v>
                </c:pt>
                <c:pt idx="38911">
                  <c:v>24.6</c:v>
                </c:pt>
                <c:pt idx="38912">
                  <c:v>24.6</c:v>
                </c:pt>
                <c:pt idx="38913">
                  <c:v>24.55</c:v>
                </c:pt>
                <c:pt idx="38914">
                  <c:v>24.55</c:v>
                </c:pt>
                <c:pt idx="38915">
                  <c:v>24.5</c:v>
                </c:pt>
                <c:pt idx="38916">
                  <c:v>24.5</c:v>
                </c:pt>
                <c:pt idx="38917">
                  <c:v>24.45</c:v>
                </c:pt>
                <c:pt idx="38918">
                  <c:v>24.45</c:v>
                </c:pt>
                <c:pt idx="38919">
                  <c:v>24.4</c:v>
                </c:pt>
                <c:pt idx="38920">
                  <c:v>24.4</c:v>
                </c:pt>
                <c:pt idx="38921">
                  <c:v>24.4</c:v>
                </c:pt>
                <c:pt idx="38922">
                  <c:v>24.4</c:v>
                </c:pt>
                <c:pt idx="38923">
                  <c:v>24.4</c:v>
                </c:pt>
                <c:pt idx="38924">
                  <c:v>24.4</c:v>
                </c:pt>
                <c:pt idx="38925">
                  <c:v>24.4</c:v>
                </c:pt>
                <c:pt idx="38926">
                  <c:v>24.4</c:v>
                </c:pt>
                <c:pt idx="38927">
                  <c:v>24.4</c:v>
                </c:pt>
                <c:pt idx="38928">
                  <c:v>24.4</c:v>
                </c:pt>
                <c:pt idx="38929">
                  <c:v>24.4</c:v>
                </c:pt>
                <c:pt idx="38930">
                  <c:v>24.4</c:v>
                </c:pt>
                <c:pt idx="38931">
                  <c:v>24.4</c:v>
                </c:pt>
                <c:pt idx="38932">
                  <c:v>24.45</c:v>
                </c:pt>
                <c:pt idx="38933">
                  <c:v>24.45</c:v>
                </c:pt>
                <c:pt idx="38934">
                  <c:v>24.45</c:v>
                </c:pt>
                <c:pt idx="38935">
                  <c:v>24.5</c:v>
                </c:pt>
                <c:pt idx="38936">
                  <c:v>24.5</c:v>
                </c:pt>
                <c:pt idx="38937">
                  <c:v>24.5</c:v>
                </c:pt>
                <c:pt idx="38938">
                  <c:v>24.55</c:v>
                </c:pt>
                <c:pt idx="38939">
                  <c:v>24.55</c:v>
                </c:pt>
                <c:pt idx="38940">
                  <c:v>24.55</c:v>
                </c:pt>
                <c:pt idx="38941">
                  <c:v>24.6</c:v>
                </c:pt>
                <c:pt idx="38942">
                  <c:v>24.6</c:v>
                </c:pt>
                <c:pt idx="38943">
                  <c:v>24.6</c:v>
                </c:pt>
                <c:pt idx="38944">
                  <c:v>24.55</c:v>
                </c:pt>
                <c:pt idx="38945">
                  <c:v>24.5</c:v>
                </c:pt>
                <c:pt idx="38946">
                  <c:v>24.45</c:v>
                </c:pt>
                <c:pt idx="38947">
                  <c:v>24.45</c:v>
                </c:pt>
                <c:pt idx="38948">
                  <c:v>24.4</c:v>
                </c:pt>
                <c:pt idx="38949">
                  <c:v>24.4</c:v>
                </c:pt>
                <c:pt idx="38950">
                  <c:v>24.4</c:v>
                </c:pt>
                <c:pt idx="38951">
                  <c:v>24.4</c:v>
                </c:pt>
                <c:pt idx="38952">
                  <c:v>24.4</c:v>
                </c:pt>
                <c:pt idx="38953">
                  <c:v>24.35</c:v>
                </c:pt>
                <c:pt idx="38954">
                  <c:v>24.35</c:v>
                </c:pt>
                <c:pt idx="38955">
                  <c:v>24.35</c:v>
                </c:pt>
                <c:pt idx="38956">
                  <c:v>24.4</c:v>
                </c:pt>
                <c:pt idx="38957">
                  <c:v>24.4</c:v>
                </c:pt>
                <c:pt idx="38958">
                  <c:v>24.4</c:v>
                </c:pt>
                <c:pt idx="38959">
                  <c:v>24.4</c:v>
                </c:pt>
                <c:pt idx="38960">
                  <c:v>24.45</c:v>
                </c:pt>
                <c:pt idx="38961">
                  <c:v>24.45</c:v>
                </c:pt>
                <c:pt idx="38962">
                  <c:v>24.45</c:v>
                </c:pt>
                <c:pt idx="38963">
                  <c:v>24.5</c:v>
                </c:pt>
                <c:pt idx="38964">
                  <c:v>24.5</c:v>
                </c:pt>
                <c:pt idx="38965">
                  <c:v>24.5</c:v>
                </c:pt>
                <c:pt idx="38966">
                  <c:v>24.55</c:v>
                </c:pt>
                <c:pt idx="38967">
                  <c:v>24.55</c:v>
                </c:pt>
                <c:pt idx="38968">
                  <c:v>24.55</c:v>
                </c:pt>
                <c:pt idx="38969">
                  <c:v>24.6</c:v>
                </c:pt>
                <c:pt idx="38970">
                  <c:v>24.6</c:v>
                </c:pt>
                <c:pt idx="38971">
                  <c:v>24.65</c:v>
                </c:pt>
                <c:pt idx="38972">
                  <c:v>24.65</c:v>
                </c:pt>
                <c:pt idx="38973">
                  <c:v>24.6</c:v>
                </c:pt>
                <c:pt idx="38974">
                  <c:v>24.55</c:v>
                </c:pt>
                <c:pt idx="38975">
                  <c:v>24.55</c:v>
                </c:pt>
                <c:pt idx="38976">
                  <c:v>24.45</c:v>
                </c:pt>
                <c:pt idx="38977">
                  <c:v>24.45</c:v>
                </c:pt>
                <c:pt idx="38978">
                  <c:v>24.4</c:v>
                </c:pt>
                <c:pt idx="38979">
                  <c:v>24.4</c:v>
                </c:pt>
                <c:pt idx="38980">
                  <c:v>24.35</c:v>
                </c:pt>
                <c:pt idx="38981">
                  <c:v>24.35</c:v>
                </c:pt>
                <c:pt idx="38982">
                  <c:v>24.35</c:v>
                </c:pt>
                <c:pt idx="38983">
                  <c:v>24.35</c:v>
                </c:pt>
                <c:pt idx="38984">
                  <c:v>24.35</c:v>
                </c:pt>
                <c:pt idx="38985">
                  <c:v>24.35</c:v>
                </c:pt>
                <c:pt idx="38986">
                  <c:v>24.35</c:v>
                </c:pt>
                <c:pt idx="38987">
                  <c:v>24.35</c:v>
                </c:pt>
                <c:pt idx="38988">
                  <c:v>24.35</c:v>
                </c:pt>
                <c:pt idx="38989">
                  <c:v>24.4</c:v>
                </c:pt>
                <c:pt idx="38990">
                  <c:v>24.4</c:v>
                </c:pt>
                <c:pt idx="38991">
                  <c:v>24.4</c:v>
                </c:pt>
                <c:pt idx="38992">
                  <c:v>24.4</c:v>
                </c:pt>
                <c:pt idx="38993">
                  <c:v>24.45</c:v>
                </c:pt>
                <c:pt idx="38994">
                  <c:v>24.45</c:v>
                </c:pt>
                <c:pt idx="38995">
                  <c:v>24.5</c:v>
                </c:pt>
                <c:pt idx="38996">
                  <c:v>24.5</c:v>
                </c:pt>
                <c:pt idx="38997">
                  <c:v>24.55</c:v>
                </c:pt>
                <c:pt idx="38998">
                  <c:v>24.55</c:v>
                </c:pt>
                <c:pt idx="38999">
                  <c:v>24.6</c:v>
                </c:pt>
                <c:pt idx="39000">
                  <c:v>24.6</c:v>
                </c:pt>
                <c:pt idx="39001">
                  <c:v>24.6</c:v>
                </c:pt>
                <c:pt idx="39002">
                  <c:v>24.6</c:v>
                </c:pt>
                <c:pt idx="39003">
                  <c:v>24.6</c:v>
                </c:pt>
                <c:pt idx="39004">
                  <c:v>24.6</c:v>
                </c:pt>
                <c:pt idx="39005">
                  <c:v>24.55</c:v>
                </c:pt>
                <c:pt idx="39006">
                  <c:v>24.5</c:v>
                </c:pt>
                <c:pt idx="39007">
                  <c:v>24.45</c:v>
                </c:pt>
                <c:pt idx="39008">
                  <c:v>24.4</c:v>
                </c:pt>
                <c:pt idx="39009">
                  <c:v>24.4</c:v>
                </c:pt>
                <c:pt idx="39010">
                  <c:v>24.35</c:v>
                </c:pt>
                <c:pt idx="39011">
                  <c:v>24.35</c:v>
                </c:pt>
                <c:pt idx="39012">
                  <c:v>24.35</c:v>
                </c:pt>
                <c:pt idx="39013">
                  <c:v>24.35</c:v>
                </c:pt>
                <c:pt idx="39014">
                  <c:v>24.35</c:v>
                </c:pt>
                <c:pt idx="39015">
                  <c:v>24.35</c:v>
                </c:pt>
                <c:pt idx="39016">
                  <c:v>24.35</c:v>
                </c:pt>
                <c:pt idx="39017">
                  <c:v>24.35</c:v>
                </c:pt>
                <c:pt idx="39018">
                  <c:v>24.35</c:v>
                </c:pt>
                <c:pt idx="39019">
                  <c:v>24.4</c:v>
                </c:pt>
                <c:pt idx="39020">
                  <c:v>24.4</c:v>
                </c:pt>
                <c:pt idx="39021">
                  <c:v>24.45</c:v>
                </c:pt>
                <c:pt idx="39022">
                  <c:v>24.45</c:v>
                </c:pt>
                <c:pt idx="39023">
                  <c:v>24.45</c:v>
                </c:pt>
                <c:pt idx="39024">
                  <c:v>24.5</c:v>
                </c:pt>
                <c:pt idx="39025">
                  <c:v>24.5</c:v>
                </c:pt>
                <c:pt idx="39026">
                  <c:v>24.5</c:v>
                </c:pt>
                <c:pt idx="39027">
                  <c:v>24.55</c:v>
                </c:pt>
                <c:pt idx="39028">
                  <c:v>24.55</c:v>
                </c:pt>
                <c:pt idx="39029">
                  <c:v>24.55</c:v>
                </c:pt>
                <c:pt idx="39030">
                  <c:v>24.6</c:v>
                </c:pt>
                <c:pt idx="39031">
                  <c:v>24.6</c:v>
                </c:pt>
                <c:pt idx="39032">
                  <c:v>24.6</c:v>
                </c:pt>
                <c:pt idx="39033">
                  <c:v>24.6</c:v>
                </c:pt>
                <c:pt idx="39034">
                  <c:v>24.55</c:v>
                </c:pt>
                <c:pt idx="39035">
                  <c:v>24.55</c:v>
                </c:pt>
                <c:pt idx="39036">
                  <c:v>24.5</c:v>
                </c:pt>
                <c:pt idx="39037">
                  <c:v>24.45</c:v>
                </c:pt>
                <c:pt idx="39038">
                  <c:v>24.4</c:v>
                </c:pt>
                <c:pt idx="39039">
                  <c:v>24.4</c:v>
                </c:pt>
                <c:pt idx="39040">
                  <c:v>24.35</c:v>
                </c:pt>
                <c:pt idx="39041">
                  <c:v>24.35</c:v>
                </c:pt>
                <c:pt idx="39042">
                  <c:v>24.35</c:v>
                </c:pt>
                <c:pt idx="39043">
                  <c:v>24.35</c:v>
                </c:pt>
                <c:pt idx="39044">
                  <c:v>24.35</c:v>
                </c:pt>
                <c:pt idx="39045">
                  <c:v>24.35</c:v>
                </c:pt>
                <c:pt idx="39046">
                  <c:v>24.35</c:v>
                </c:pt>
                <c:pt idx="39047">
                  <c:v>24.35</c:v>
                </c:pt>
                <c:pt idx="39048">
                  <c:v>24.4</c:v>
                </c:pt>
                <c:pt idx="39049">
                  <c:v>24.4</c:v>
                </c:pt>
                <c:pt idx="39050">
                  <c:v>24.4</c:v>
                </c:pt>
                <c:pt idx="39051">
                  <c:v>24.45</c:v>
                </c:pt>
                <c:pt idx="39052">
                  <c:v>24.45</c:v>
                </c:pt>
                <c:pt idx="39053">
                  <c:v>24.45</c:v>
                </c:pt>
                <c:pt idx="39054">
                  <c:v>24.5</c:v>
                </c:pt>
                <c:pt idx="39055">
                  <c:v>24.5</c:v>
                </c:pt>
                <c:pt idx="39056">
                  <c:v>24.5</c:v>
                </c:pt>
                <c:pt idx="39057">
                  <c:v>24.5</c:v>
                </c:pt>
                <c:pt idx="39058">
                  <c:v>24.55</c:v>
                </c:pt>
                <c:pt idx="39059">
                  <c:v>24.55</c:v>
                </c:pt>
                <c:pt idx="39060">
                  <c:v>24.6</c:v>
                </c:pt>
                <c:pt idx="39061">
                  <c:v>24.6</c:v>
                </c:pt>
                <c:pt idx="39062">
                  <c:v>24.6</c:v>
                </c:pt>
                <c:pt idx="39063">
                  <c:v>24.6</c:v>
                </c:pt>
                <c:pt idx="39064">
                  <c:v>24.55</c:v>
                </c:pt>
                <c:pt idx="39065">
                  <c:v>24.55</c:v>
                </c:pt>
                <c:pt idx="39066">
                  <c:v>24.5</c:v>
                </c:pt>
                <c:pt idx="39067">
                  <c:v>24.45</c:v>
                </c:pt>
                <c:pt idx="39068">
                  <c:v>24.4</c:v>
                </c:pt>
                <c:pt idx="39069">
                  <c:v>24.4</c:v>
                </c:pt>
                <c:pt idx="39070">
                  <c:v>24.4</c:v>
                </c:pt>
                <c:pt idx="39071">
                  <c:v>24.35</c:v>
                </c:pt>
                <c:pt idx="39072">
                  <c:v>24.35</c:v>
                </c:pt>
                <c:pt idx="39073">
                  <c:v>24.35</c:v>
                </c:pt>
                <c:pt idx="39074">
                  <c:v>24.35</c:v>
                </c:pt>
                <c:pt idx="39075">
                  <c:v>24.4</c:v>
                </c:pt>
                <c:pt idx="39076">
                  <c:v>24.4</c:v>
                </c:pt>
                <c:pt idx="39077">
                  <c:v>24.4</c:v>
                </c:pt>
                <c:pt idx="39078">
                  <c:v>24.4</c:v>
                </c:pt>
                <c:pt idx="39079">
                  <c:v>24.4</c:v>
                </c:pt>
                <c:pt idx="39080">
                  <c:v>24.45</c:v>
                </c:pt>
                <c:pt idx="39081">
                  <c:v>24.45</c:v>
                </c:pt>
                <c:pt idx="39082">
                  <c:v>24.45</c:v>
                </c:pt>
                <c:pt idx="39083">
                  <c:v>24.45</c:v>
                </c:pt>
                <c:pt idx="39084">
                  <c:v>24.5</c:v>
                </c:pt>
                <c:pt idx="39085">
                  <c:v>24.5</c:v>
                </c:pt>
                <c:pt idx="39086">
                  <c:v>24.5</c:v>
                </c:pt>
                <c:pt idx="39087">
                  <c:v>24.5</c:v>
                </c:pt>
                <c:pt idx="39088">
                  <c:v>24.55</c:v>
                </c:pt>
                <c:pt idx="39089">
                  <c:v>24.55</c:v>
                </c:pt>
                <c:pt idx="39090">
                  <c:v>24.55</c:v>
                </c:pt>
                <c:pt idx="39091">
                  <c:v>24.6</c:v>
                </c:pt>
                <c:pt idx="39092">
                  <c:v>24.6</c:v>
                </c:pt>
                <c:pt idx="39093">
                  <c:v>24.6</c:v>
                </c:pt>
                <c:pt idx="39094">
                  <c:v>24.55</c:v>
                </c:pt>
                <c:pt idx="39095">
                  <c:v>24.5</c:v>
                </c:pt>
                <c:pt idx="39096">
                  <c:v>24.5</c:v>
                </c:pt>
                <c:pt idx="39097">
                  <c:v>24.45</c:v>
                </c:pt>
                <c:pt idx="39098">
                  <c:v>24.4</c:v>
                </c:pt>
                <c:pt idx="39099">
                  <c:v>24.35</c:v>
                </c:pt>
                <c:pt idx="39100">
                  <c:v>24.4</c:v>
                </c:pt>
                <c:pt idx="39101">
                  <c:v>24.35</c:v>
                </c:pt>
                <c:pt idx="39102">
                  <c:v>24.35</c:v>
                </c:pt>
                <c:pt idx="39103">
                  <c:v>24.35</c:v>
                </c:pt>
                <c:pt idx="39104">
                  <c:v>24.35</c:v>
                </c:pt>
                <c:pt idx="39105">
                  <c:v>24.35</c:v>
                </c:pt>
                <c:pt idx="39106">
                  <c:v>24.35</c:v>
                </c:pt>
                <c:pt idx="39107">
                  <c:v>24.4</c:v>
                </c:pt>
                <c:pt idx="39108">
                  <c:v>24.4</c:v>
                </c:pt>
                <c:pt idx="39109">
                  <c:v>24.4</c:v>
                </c:pt>
                <c:pt idx="39110">
                  <c:v>24.45</c:v>
                </c:pt>
                <c:pt idx="39111">
                  <c:v>24.45</c:v>
                </c:pt>
                <c:pt idx="39112">
                  <c:v>24.45</c:v>
                </c:pt>
                <c:pt idx="39113">
                  <c:v>24.5</c:v>
                </c:pt>
                <c:pt idx="39114">
                  <c:v>24.5</c:v>
                </c:pt>
                <c:pt idx="39115">
                  <c:v>24.5</c:v>
                </c:pt>
                <c:pt idx="39116">
                  <c:v>24.55</c:v>
                </c:pt>
                <c:pt idx="39117">
                  <c:v>24.55</c:v>
                </c:pt>
                <c:pt idx="39118">
                  <c:v>24.55</c:v>
                </c:pt>
                <c:pt idx="39119">
                  <c:v>24.6</c:v>
                </c:pt>
                <c:pt idx="39120">
                  <c:v>24.6</c:v>
                </c:pt>
                <c:pt idx="39121">
                  <c:v>24.6</c:v>
                </c:pt>
                <c:pt idx="39122">
                  <c:v>24.65</c:v>
                </c:pt>
                <c:pt idx="39123">
                  <c:v>24.6</c:v>
                </c:pt>
                <c:pt idx="39124">
                  <c:v>24.6</c:v>
                </c:pt>
                <c:pt idx="39125">
                  <c:v>24.55</c:v>
                </c:pt>
                <c:pt idx="39126">
                  <c:v>24.5</c:v>
                </c:pt>
                <c:pt idx="39127">
                  <c:v>24.5</c:v>
                </c:pt>
                <c:pt idx="39128">
                  <c:v>24.45</c:v>
                </c:pt>
                <c:pt idx="39129">
                  <c:v>24.4</c:v>
                </c:pt>
                <c:pt idx="39130">
                  <c:v>24.4</c:v>
                </c:pt>
                <c:pt idx="39131">
                  <c:v>24.4</c:v>
                </c:pt>
                <c:pt idx="39132">
                  <c:v>24.4</c:v>
                </c:pt>
                <c:pt idx="39133">
                  <c:v>24.4</c:v>
                </c:pt>
                <c:pt idx="39134">
                  <c:v>24.4</c:v>
                </c:pt>
                <c:pt idx="39135">
                  <c:v>24.4</c:v>
                </c:pt>
                <c:pt idx="39136">
                  <c:v>24.4</c:v>
                </c:pt>
                <c:pt idx="39137">
                  <c:v>24.4</c:v>
                </c:pt>
                <c:pt idx="39138">
                  <c:v>24.4</c:v>
                </c:pt>
                <c:pt idx="39139">
                  <c:v>24.45</c:v>
                </c:pt>
                <c:pt idx="39140">
                  <c:v>24.45</c:v>
                </c:pt>
                <c:pt idx="39141">
                  <c:v>24.45</c:v>
                </c:pt>
                <c:pt idx="39142">
                  <c:v>24.5</c:v>
                </c:pt>
                <c:pt idx="39143">
                  <c:v>24.5</c:v>
                </c:pt>
                <c:pt idx="39144">
                  <c:v>24.5</c:v>
                </c:pt>
                <c:pt idx="39145">
                  <c:v>24.5</c:v>
                </c:pt>
                <c:pt idx="39146">
                  <c:v>24.55</c:v>
                </c:pt>
                <c:pt idx="39147">
                  <c:v>24.55</c:v>
                </c:pt>
                <c:pt idx="39148">
                  <c:v>24.55</c:v>
                </c:pt>
                <c:pt idx="39149">
                  <c:v>24.55</c:v>
                </c:pt>
                <c:pt idx="39150">
                  <c:v>24.6</c:v>
                </c:pt>
                <c:pt idx="39151">
                  <c:v>24.6</c:v>
                </c:pt>
                <c:pt idx="39152">
                  <c:v>24.6</c:v>
                </c:pt>
                <c:pt idx="39153">
                  <c:v>24.6</c:v>
                </c:pt>
                <c:pt idx="39154">
                  <c:v>24.55</c:v>
                </c:pt>
                <c:pt idx="39155">
                  <c:v>24.5</c:v>
                </c:pt>
                <c:pt idx="39156">
                  <c:v>24.5</c:v>
                </c:pt>
                <c:pt idx="39157">
                  <c:v>24.45</c:v>
                </c:pt>
                <c:pt idx="39158">
                  <c:v>24.4</c:v>
                </c:pt>
                <c:pt idx="39159">
                  <c:v>24.4</c:v>
                </c:pt>
                <c:pt idx="39160">
                  <c:v>24.4</c:v>
                </c:pt>
                <c:pt idx="39161">
                  <c:v>24.4</c:v>
                </c:pt>
                <c:pt idx="39162">
                  <c:v>24.35</c:v>
                </c:pt>
                <c:pt idx="39163">
                  <c:v>24.4</c:v>
                </c:pt>
                <c:pt idx="39164">
                  <c:v>24.4</c:v>
                </c:pt>
                <c:pt idx="39165">
                  <c:v>24.4</c:v>
                </c:pt>
                <c:pt idx="39166">
                  <c:v>24.4</c:v>
                </c:pt>
                <c:pt idx="39167">
                  <c:v>24.4</c:v>
                </c:pt>
                <c:pt idx="39168">
                  <c:v>24.4</c:v>
                </c:pt>
                <c:pt idx="39169">
                  <c:v>24.4</c:v>
                </c:pt>
                <c:pt idx="39170">
                  <c:v>24.45</c:v>
                </c:pt>
                <c:pt idx="39171">
                  <c:v>24.45</c:v>
                </c:pt>
                <c:pt idx="39172">
                  <c:v>24.45</c:v>
                </c:pt>
                <c:pt idx="39173">
                  <c:v>24.45</c:v>
                </c:pt>
                <c:pt idx="39174">
                  <c:v>24.45</c:v>
                </c:pt>
                <c:pt idx="39175">
                  <c:v>24.45</c:v>
                </c:pt>
                <c:pt idx="39176">
                  <c:v>24.5</c:v>
                </c:pt>
                <c:pt idx="39177">
                  <c:v>24.5</c:v>
                </c:pt>
                <c:pt idx="39178">
                  <c:v>24.55</c:v>
                </c:pt>
                <c:pt idx="39179">
                  <c:v>24.55</c:v>
                </c:pt>
                <c:pt idx="39180">
                  <c:v>24.6</c:v>
                </c:pt>
                <c:pt idx="39181">
                  <c:v>24.55</c:v>
                </c:pt>
                <c:pt idx="39182">
                  <c:v>24.6</c:v>
                </c:pt>
                <c:pt idx="39183">
                  <c:v>24.55</c:v>
                </c:pt>
                <c:pt idx="39184">
                  <c:v>24.55</c:v>
                </c:pt>
                <c:pt idx="39185">
                  <c:v>24.5</c:v>
                </c:pt>
                <c:pt idx="39186">
                  <c:v>24.45</c:v>
                </c:pt>
                <c:pt idx="39187">
                  <c:v>24.45</c:v>
                </c:pt>
                <c:pt idx="39188">
                  <c:v>24.4</c:v>
                </c:pt>
                <c:pt idx="39189">
                  <c:v>24.4</c:v>
                </c:pt>
                <c:pt idx="39190">
                  <c:v>24.4</c:v>
                </c:pt>
                <c:pt idx="39191">
                  <c:v>24.35</c:v>
                </c:pt>
                <c:pt idx="39192">
                  <c:v>24.35</c:v>
                </c:pt>
                <c:pt idx="39193">
                  <c:v>24.35</c:v>
                </c:pt>
                <c:pt idx="39194">
                  <c:v>24.35</c:v>
                </c:pt>
                <c:pt idx="39195">
                  <c:v>24.35</c:v>
                </c:pt>
                <c:pt idx="39196">
                  <c:v>24.35</c:v>
                </c:pt>
                <c:pt idx="39197">
                  <c:v>24.4</c:v>
                </c:pt>
                <c:pt idx="39198">
                  <c:v>24.35</c:v>
                </c:pt>
                <c:pt idx="39199">
                  <c:v>24.4</c:v>
                </c:pt>
                <c:pt idx="39200">
                  <c:v>24.45</c:v>
                </c:pt>
                <c:pt idx="39201">
                  <c:v>24.4</c:v>
                </c:pt>
                <c:pt idx="39202">
                  <c:v>24.45</c:v>
                </c:pt>
                <c:pt idx="39203">
                  <c:v>24.45</c:v>
                </c:pt>
                <c:pt idx="39204">
                  <c:v>24.5</c:v>
                </c:pt>
                <c:pt idx="39205">
                  <c:v>24.5</c:v>
                </c:pt>
                <c:pt idx="39206">
                  <c:v>24.5</c:v>
                </c:pt>
                <c:pt idx="39207">
                  <c:v>24.5</c:v>
                </c:pt>
                <c:pt idx="39208">
                  <c:v>24.55</c:v>
                </c:pt>
                <c:pt idx="39209">
                  <c:v>24.55</c:v>
                </c:pt>
                <c:pt idx="39210">
                  <c:v>24.55</c:v>
                </c:pt>
                <c:pt idx="39211">
                  <c:v>24.6</c:v>
                </c:pt>
                <c:pt idx="39212">
                  <c:v>24.6</c:v>
                </c:pt>
                <c:pt idx="39213">
                  <c:v>24.55</c:v>
                </c:pt>
                <c:pt idx="39214">
                  <c:v>24.55</c:v>
                </c:pt>
                <c:pt idx="39215">
                  <c:v>24.5</c:v>
                </c:pt>
                <c:pt idx="39216">
                  <c:v>24.45</c:v>
                </c:pt>
                <c:pt idx="39217">
                  <c:v>24.4</c:v>
                </c:pt>
                <c:pt idx="39218">
                  <c:v>24.4</c:v>
                </c:pt>
                <c:pt idx="39219">
                  <c:v>24.35</c:v>
                </c:pt>
                <c:pt idx="39220">
                  <c:v>24.35</c:v>
                </c:pt>
                <c:pt idx="39221">
                  <c:v>24.3</c:v>
                </c:pt>
                <c:pt idx="39222">
                  <c:v>24.3</c:v>
                </c:pt>
                <c:pt idx="39223">
                  <c:v>24.3</c:v>
                </c:pt>
                <c:pt idx="39224">
                  <c:v>24.3</c:v>
                </c:pt>
                <c:pt idx="39225">
                  <c:v>24.3</c:v>
                </c:pt>
                <c:pt idx="39226">
                  <c:v>24.3</c:v>
                </c:pt>
                <c:pt idx="39227">
                  <c:v>24.3</c:v>
                </c:pt>
                <c:pt idx="39228">
                  <c:v>24.35</c:v>
                </c:pt>
                <c:pt idx="39229">
                  <c:v>24.35</c:v>
                </c:pt>
                <c:pt idx="39230">
                  <c:v>24.35</c:v>
                </c:pt>
                <c:pt idx="39231">
                  <c:v>24.4</c:v>
                </c:pt>
                <c:pt idx="39232">
                  <c:v>24.4</c:v>
                </c:pt>
                <c:pt idx="39233">
                  <c:v>24.4</c:v>
                </c:pt>
                <c:pt idx="39234">
                  <c:v>24.45</c:v>
                </c:pt>
                <c:pt idx="39235">
                  <c:v>24.45</c:v>
                </c:pt>
                <c:pt idx="39236">
                  <c:v>24.5</c:v>
                </c:pt>
                <c:pt idx="39237">
                  <c:v>24.5</c:v>
                </c:pt>
                <c:pt idx="39238">
                  <c:v>24.5</c:v>
                </c:pt>
                <c:pt idx="39239">
                  <c:v>24.55</c:v>
                </c:pt>
                <c:pt idx="39240">
                  <c:v>24.55</c:v>
                </c:pt>
                <c:pt idx="39241">
                  <c:v>24.55</c:v>
                </c:pt>
                <c:pt idx="39242">
                  <c:v>24.55</c:v>
                </c:pt>
                <c:pt idx="39243">
                  <c:v>24.55</c:v>
                </c:pt>
                <c:pt idx="39244">
                  <c:v>24.55</c:v>
                </c:pt>
                <c:pt idx="39245">
                  <c:v>24.5</c:v>
                </c:pt>
                <c:pt idx="39246">
                  <c:v>24.45</c:v>
                </c:pt>
                <c:pt idx="39247">
                  <c:v>24.4</c:v>
                </c:pt>
                <c:pt idx="39248">
                  <c:v>24.4</c:v>
                </c:pt>
                <c:pt idx="39249">
                  <c:v>24.35</c:v>
                </c:pt>
                <c:pt idx="39250">
                  <c:v>24.35</c:v>
                </c:pt>
                <c:pt idx="39251">
                  <c:v>24.35</c:v>
                </c:pt>
                <c:pt idx="39252">
                  <c:v>24.35</c:v>
                </c:pt>
                <c:pt idx="39253">
                  <c:v>24.35</c:v>
                </c:pt>
                <c:pt idx="39254">
                  <c:v>24.35</c:v>
                </c:pt>
                <c:pt idx="39255">
                  <c:v>24.35</c:v>
                </c:pt>
                <c:pt idx="39256">
                  <c:v>24.35</c:v>
                </c:pt>
                <c:pt idx="39257">
                  <c:v>24.35</c:v>
                </c:pt>
                <c:pt idx="39258">
                  <c:v>24.35</c:v>
                </c:pt>
                <c:pt idx="39259">
                  <c:v>24.4</c:v>
                </c:pt>
                <c:pt idx="39260">
                  <c:v>24.4</c:v>
                </c:pt>
                <c:pt idx="39261">
                  <c:v>24.4</c:v>
                </c:pt>
                <c:pt idx="39262">
                  <c:v>24.45</c:v>
                </c:pt>
                <c:pt idx="39263">
                  <c:v>24.45</c:v>
                </c:pt>
                <c:pt idx="39264">
                  <c:v>24.45</c:v>
                </c:pt>
                <c:pt idx="39265">
                  <c:v>24.5</c:v>
                </c:pt>
                <c:pt idx="39266">
                  <c:v>24.5</c:v>
                </c:pt>
                <c:pt idx="39267">
                  <c:v>24.5</c:v>
                </c:pt>
                <c:pt idx="39268">
                  <c:v>24.5</c:v>
                </c:pt>
                <c:pt idx="39269">
                  <c:v>24.55</c:v>
                </c:pt>
                <c:pt idx="39270">
                  <c:v>24.6</c:v>
                </c:pt>
                <c:pt idx="39271">
                  <c:v>24.6</c:v>
                </c:pt>
                <c:pt idx="39272">
                  <c:v>24.6</c:v>
                </c:pt>
                <c:pt idx="39273">
                  <c:v>24.6</c:v>
                </c:pt>
                <c:pt idx="39274">
                  <c:v>24.55</c:v>
                </c:pt>
                <c:pt idx="39275">
                  <c:v>24.5</c:v>
                </c:pt>
                <c:pt idx="39276">
                  <c:v>24.5</c:v>
                </c:pt>
                <c:pt idx="39277">
                  <c:v>24.45</c:v>
                </c:pt>
                <c:pt idx="39278">
                  <c:v>24.4</c:v>
                </c:pt>
                <c:pt idx="39279">
                  <c:v>24.4</c:v>
                </c:pt>
                <c:pt idx="39280">
                  <c:v>24.35</c:v>
                </c:pt>
                <c:pt idx="39281">
                  <c:v>24.35</c:v>
                </c:pt>
                <c:pt idx="39282">
                  <c:v>24.35</c:v>
                </c:pt>
                <c:pt idx="39283">
                  <c:v>24.35</c:v>
                </c:pt>
                <c:pt idx="39284">
                  <c:v>24.35</c:v>
                </c:pt>
                <c:pt idx="39285">
                  <c:v>24.35</c:v>
                </c:pt>
                <c:pt idx="39286">
                  <c:v>24.35</c:v>
                </c:pt>
                <c:pt idx="39287">
                  <c:v>24.4</c:v>
                </c:pt>
                <c:pt idx="39288">
                  <c:v>24.4</c:v>
                </c:pt>
                <c:pt idx="39289">
                  <c:v>24.4</c:v>
                </c:pt>
                <c:pt idx="39290">
                  <c:v>24.4</c:v>
                </c:pt>
                <c:pt idx="39291">
                  <c:v>24.45</c:v>
                </c:pt>
                <c:pt idx="39292">
                  <c:v>24.45</c:v>
                </c:pt>
                <c:pt idx="39293">
                  <c:v>24.45</c:v>
                </c:pt>
                <c:pt idx="39294">
                  <c:v>24.5</c:v>
                </c:pt>
                <c:pt idx="39295">
                  <c:v>24.5</c:v>
                </c:pt>
                <c:pt idx="39296">
                  <c:v>24.5</c:v>
                </c:pt>
                <c:pt idx="39297">
                  <c:v>24.5</c:v>
                </c:pt>
                <c:pt idx="39298">
                  <c:v>24.5</c:v>
                </c:pt>
                <c:pt idx="39299">
                  <c:v>24.55</c:v>
                </c:pt>
                <c:pt idx="39300">
                  <c:v>24.55</c:v>
                </c:pt>
                <c:pt idx="39301">
                  <c:v>24.6</c:v>
                </c:pt>
                <c:pt idx="39302">
                  <c:v>24.6</c:v>
                </c:pt>
                <c:pt idx="39303">
                  <c:v>24.55</c:v>
                </c:pt>
                <c:pt idx="39304">
                  <c:v>24.55</c:v>
                </c:pt>
                <c:pt idx="39305">
                  <c:v>24.5</c:v>
                </c:pt>
                <c:pt idx="39306">
                  <c:v>24.45</c:v>
                </c:pt>
                <c:pt idx="39307">
                  <c:v>24.45</c:v>
                </c:pt>
                <c:pt idx="39308">
                  <c:v>24.4</c:v>
                </c:pt>
                <c:pt idx="39309">
                  <c:v>24.4</c:v>
                </c:pt>
                <c:pt idx="39310">
                  <c:v>24.4</c:v>
                </c:pt>
                <c:pt idx="39311">
                  <c:v>24.35</c:v>
                </c:pt>
                <c:pt idx="39312">
                  <c:v>24.35</c:v>
                </c:pt>
                <c:pt idx="39313">
                  <c:v>24.4</c:v>
                </c:pt>
                <c:pt idx="39314">
                  <c:v>24.4</c:v>
                </c:pt>
                <c:pt idx="39315">
                  <c:v>24.4</c:v>
                </c:pt>
                <c:pt idx="39316">
                  <c:v>24.4</c:v>
                </c:pt>
                <c:pt idx="39317">
                  <c:v>24.4</c:v>
                </c:pt>
                <c:pt idx="39318">
                  <c:v>24.4</c:v>
                </c:pt>
                <c:pt idx="39319">
                  <c:v>24.4</c:v>
                </c:pt>
                <c:pt idx="39320">
                  <c:v>24.4</c:v>
                </c:pt>
                <c:pt idx="39321">
                  <c:v>24.45</c:v>
                </c:pt>
                <c:pt idx="39322">
                  <c:v>24.45</c:v>
                </c:pt>
                <c:pt idx="39323">
                  <c:v>24.45</c:v>
                </c:pt>
                <c:pt idx="39324">
                  <c:v>24.5</c:v>
                </c:pt>
                <c:pt idx="39325">
                  <c:v>24.5</c:v>
                </c:pt>
                <c:pt idx="39326">
                  <c:v>24.5</c:v>
                </c:pt>
                <c:pt idx="39327">
                  <c:v>24.55</c:v>
                </c:pt>
                <c:pt idx="39328">
                  <c:v>24.55</c:v>
                </c:pt>
                <c:pt idx="39329">
                  <c:v>24.6</c:v>
                </c:pt>
                <c:pt idx="39330">
                  <c:v>24.6</c:v>
                </c:pt>
                <c:pt idx="39331">
                  <c:v>24.6</c:v>
                </c:pt>
                <c:pt idx="39332">
                  <c:v>24.6</c:v>
                </c:pt>
                <c:pt idx="39333">
                  <c:v>24.6</c:v>
                </c:pt>
                <c:pt idx="39334">
                  <c:v>24.55</c:v>
                </c:pt>
                <c:pt idx="39335">
                  <c:v>24.55</c:v>
                </c:pt>
                <c:pt idx="39336">
                  <c:v>24.5</c:v>
                </c:pt>
                <c:pt idx="39337">
                  <c:v>24.45</c:v>
                </c:pt>
                <c:pt idx="39338">
                  <c:v>24.45</c:v>
                </c:pt>
                <c:pt idx="39339">
                  <c:v>24.4</c:v>
                </c:pt>
                <c:pt idx="39340">
                  <c:v>24.35</c:v>
                </c:pt>
                <c:pt idx="39341">
                  <c:v>24.35</c:v>
                </c:pt>
                <c:pt idx="39342">
                  <c:v>24.3</c:v>
                </c:pt>
                <c:pt idx="39343">
                  <c:v>24.3</c:v>
                </c:pt>
                <c:pt idx="39344">
                  <c:v>24.3</c:v>
                </c:pt>
                <c:pt idx="39345">
                  <c:v>24.35</c:v>
                </c:pt>
                <c:pt idx="39346">
                  <c:v>24.35</c:v>
                </c:pt>
                <c:pt idx="39347">
                  <c:v>24.35</c:v>
                </c:pt>
                <c:pt idx="39348">
                  <c:v>24.35</c:v>
                </c:pt>
                <c:pt idx="39349">
                  <c:v>24.35</c:v>
                </c:pt>
                <c:pt idx="39350">
                  <c:v>24.4</c:v>
                </c:pt>
                <c:pt idx="39351">
                  <c:v>24.4</c:v>
                </c:pt>
                <c:pt idx="39352">
                  <c:v>24.4</c:v>
                </c:pt>
                <c:pt idx="39353">
                  <c:v>24.45</c:v>
                </c:pt>
                <c:pt idx="39354">
                  <c:v>24.45</c:v>
                </c:pt>
                <c:pt idx="39355">
                  <c:v>24.5</c:v>
                </c:pt>
                <c:pt idx="39356">
                  <c:v>24.5</c:v>
                </c:pt>
                <c:pt idx="39357">
                  <c:v>24.5</c:v>
                </c:pt>
                <c:pt idx="39358">
                  <c:v>24.55</c:v>
                </c:pt>
                <c:pt idx="39359">
                  <c:v>24.55</c:v>
                </c:pt>
                <c:pt idx="39360">
                  <c:v>24.55</c:v>
                </c:pt>
                <c:pt idx="39361">
                  <c:v>24.6</c:v>
                </c:pt>
                <c:pt idx="39362">
                  <c:v>24.6</c:v>
                </c:pt>
                <c:pt idx="39363">
                  <c:v>24.6</c:v>
                </c:pt>
                <c:pt idx="39364">
                  <c:v>24.55</c:v>
                </c:pt>
                <c:pt idx="39365">
                  <c:v>24.5</c:v>
                </c:pt>
                <c:pt idx="39366">
                  <c:v>24.45</c:v>
                </c:pt>
                <c:pt idx="39367">
                  <c:v>24.45</c:v>
                </c:pt>
                <c:pt idx="39368">
                  <c:v>24.4</c:v>
                </c:pt>
                <c:pt idx="39369">
                  <c:v>24.35</c:v>
                </c:pt>
                <c:pt idx="39370">
                  <c:v>24.35</c:v>
                </c:pt>
                <c:pt idx="39371">
                  <c:v>24.35</c:v>
                </c:pt>
                <c:pt idx="39372">
                  <c:v>24.35</c:v>
                </c:pt>
                <c:pt idx="39373">
                  <c:v>24.35</c:v>
                </c:pt>
                <c:pt idx="39374">
                  <c:v>24.35</c:v>
                </c:pt>
                <c:pt idx="39375">
                  <c:v>24.35</c:v>
                </c:pt>
                <c:pt idx="39376">
                  <c:v>24.35</c:v>
                </c:pt>
                <c:pt idx="39377">
                  <c:v>24.35</c:v>
                </c:pt>
                <c:pt idx="39378">
                  <c:v>24.35</c:v>
                </c:pt>
                <c:pt idx="39379">
                  <c:v>24.35</c:v>
                </c:pt>
                <c:pt idx="39380">
                  <c:v>24.4</c:v>
                </c:pt>
                <c:pt idx="39381">
                  <c:v>24.4</c:v>
                </c:pt>
                <c:pt idx="39382">
                  <c:v>24.4</c:v>
                </c:pt>
                <c:pt idx="39383">
                  <c:v>24.4</c:v>
                </c:pt>
                <c:pt idx="39384">
                  <c:v>24.45</c:v>
                </c:pt>
                <c:pt idx="39385">
                  <c:v>24.45</c:v>
                </c:pt>
                <c:pt idx="39386">
                  <c:v>24.5</c:v>
                </c:pt>
                <c:pt idx="39387">
                  <c:v>24.5</c:v>
                </c:pt>
                <c:pt idx="39388">
                  <c:v>24.5</c:v>
                </c:pt>
                <c:pt idx="39389">
                  <c:v>24.55</c:v>
                </c:pt>
                <c:pt idx="39390">
                  <c:v>24.55</c:v>
                </c:pt>
                <c:pt idx="39391">
                  <c:v>24.55</c:v>
                </c:pt>
                <c:pt idx="39392">
                  <c:v>24.6</c:v>
                </c:pt>
                <c:pt idx="39393">
                  <c:v>24.55</c:v>
                </c:pt>
                <c:pt idx="39394">
                  <c:v>24.55</c:v>
                </c:pt>
                <c:pt idx="39395">
                  <c:v>24.5</c:v>
                </c:pt>
                <c:pt idx="39396">
                  <c:v>24.45</c:v>
                </c:pt>
                <c:pt idx="39397">
                  <c:v>24.45</c:v>
                </c:pt>
                <c:pt idx="39398">
                  <c:v>24.4</c:v>
                </c:pt>
                <c:pt idx="39399">
                  <c:v>24.35</c:v>
                </c:pt>
                <c:pt idx="39400">
                  <c:v>24.35</c:v>
                </c:pt>
                <c:pt idx="39401">
                  <c:v>24.35</c:v>
                </c:pt>
                <c:pt idx="39402">
                  <c:v>24.35</c:v>
                </c:pt>
                <c:pt idx="39403">
                  <c:v>24.35</c:v>
                </c:pt>
                <c:pt idx="39404">
                  <c:v>24.35</c:v>
                </c:pt>
                <c:pt idx="39405">
                  <c:v>24.35</c:v>
                </c:pt>
                <c:pt idx="39406">
                  <c:v>24.35</c:v>
                </c:pt>
                <c:pt idx="39407">
                  <c:v>24.35</c:v>
                </c:pt>
                <c:pt idx="39408">
                  <c:v>24.35</c:v>
                </c:pt>
                <c:pt idx="39409">
                  <c:v>24.4</c:v>
                </c:pt>
                <c:pt idx="39410">
                  <c:v>24.4</c:v>
                </c:pt>
                <c:pt idx="39411">
                  <c:v>24.4</c:v>
                </c:pt>
                <c:pt idx="39412">
                  <c:v>24.45</c:v>
                </c:pt>
                <c:pt idx="39413">
                  <c:v>24.45</c:v>
                </c:pt>
                <c:pt idx="39414">
                  <c:v>24.45</c:v>
                </c:pt>
                <c:pt idx="39415">
                  <c:v>24.5</c:v>
                </c:pt>
                <c:pt idx="39416">
                  <c:v>24.5</c:v>
                </c:pt>
                <c:pt idx="39417">
                  <c:v>24.5</c:v>
                </c:pt>
                <c:pt idx="39418">
                  <c:v>24.55</c:v>
                </c:pt>
                <c:pt idx="39419">
                  <c:v>24.55</c:v>
                </c:pt>
                <c:pt idx="39420">
                  <c:v>24.6</c:v>
                </c:pt>
                <c:pt idx="39421">
                  <c:v>24.6</c:v>
                </c:pt>
                <c:pt idx="39422">
                  <c:v>24.6</c:v>
                </c:pt>
                <c:pt idx="39423">
                  <c:v>24.6</c:v>
                </c:pt>
                <c:pt idx="39424">
                  <c:v>24.55</c:v>
                </c:pt>
                <c:pt idx="39425">
                  <c:v>24.55</c:v>
                </c:pt>
                <c:pt idx="39426">
                  <c:v>24.5</c:v>
                </c:pt>
                <c:pt idx="39427">
                  <c:v>24.45</c:v>
                </c:pt>
                <c:pt idx="39428">
                  <c:v>24.45</c:v>
                </c:pt>
                <c:pt idx="39429">
                  <c:v>24.4</c:v>
                </c:pt>
                <c:pt idx="39430">
                  <c:v>24.35</c:v>
                </c:pt>
                <c:pt idx="39431">
                  <c:v>24.35</c:v>
                </c:pt>
                <c:pt idx="39432">
                  <c:v>24.35</c:v>
                </c:pt>
                <c:pt idx="39433">
                  <c:v>24.35</c:v>
                </c:pt>
                <c:pt idx="39434">
                  <c:v>24.35</c:v>
                </c:pt>
                <c:pt idx="39435">
                  <c:v>24.35</c:v>
                </c:pt>
                <c:pt idx="39436">
                  <c:v>24.35</c:v>
                </c:pt>
                <c:pt idx="39437">
                  <c:v>24.35</c:v>
                </c:pt>
                <c:pt idx="39438">
                  <c:v>24.35</c:v>
                </c:pt>
                <c:pt idx="39439">
                  <c:v>24.35</c:v>
                </c:pt>
                <c:pt idx="39440">
                  <c:v>24.35</c:v>
                </c:pt>
                <c:pt idx="39441">
                  <c:v>24.35</c:v>
                </c:pt>
                <c:pt idx="39442">
                  <c:v>24.4</c:v>
                </c:pt>
                <c:pt idx="39443">
                  <c:v>24.4</c:v>
                </c:pt>
                <c:pt idx="39444">
                  <c:v>24.4</c:v>
                </c:pt>
                <c:pt idx="39445">
                  <c:v>24.45</c:v>
                </c:pt>
                <c:pt idx="39446">
                  <c:v>24.45</c:v>
                </c:pt>
                <c:pt idx="39447">
                  <c:v>24.5</c:v>
                </c:pt>
                <c:pt idx="39448">
                  <c:v>24.5</c:v>
                </c:pt>
                <c:pt idx="39449">
                  <c:v>24.55</c:v>
                </c:pt>
                <c:pt idx="39450">
                  <c:v>24.55</c:v>
                </c:pt>
                <c:pt idx="39451">
                  <c:v>24.6</c:v>
                </c:pt>
                <c:pt idx="39452">
                  <c:v>24.6</c:v>
                </c:pt>
                <c:pt idx="39453">
                  <c:v>24.6</c:v>
                </c:pt>
                <c:pt idx="39454">
                  <c:v>24.55</c:v>
                </c:pt>
                <c:pt idx="39455">
                  <c:v>24.5</c:v>
                </c:pt>
                <c:pt idx="39456">
                  <c:v>24.5</c:v>
                </c:pt>
                <c:pt idx="39457">
                  <c:v>24.45</c:v>
                </c:pt>
                <c:pt idx="39458">
                  <c:v>24.4</c:v>
                </c:pt>
                <c:pt idx="39459">
                  <c:v>24.4</c:v>
                </c:pt>
                <c:pt idx="39460">
                  <c:v>24.35</c:v>
                </c:pt>
                <c:pt idx="39461">
                  <c:v>24.35</c:v>
                </c:pt>
                <c:pt idx="39462">
                  <c:v>24.35</c:v>
                </c:pt>
                <c:pt idx="39463">
                  <c:v>24.35</c:v>
                </c:pt>
                <c:pt idx="39464">
                  <c:v>24.35</c:v>
                </c:pt>
                <c:pt idx="39465">
                  <c:v>24.35</c:v>
                </c:pt>
                <c:pt idx="39466">
                  <c:v>24.35</c:v>
                </c:pt>
                <c:pt idx="39467">
                  <c:v>24.35</c:v>
                </c:pt>
                <c:pt idx="39468">
                  <c:v>24.35</c:v>
                </c:pt>
                <c:pt idx="39469">
                  <c:v>24.4</c:v>
                </c:pt>
                <c:pt idx="39470">
                  <c:v>24.4</c:v>
                </c:pt>
                <c:pt idx="39471">
                  <c:v>24.4</c:v>
                </c:pt>
                <c:pt idx="39472">
                  <c:v>24.45</c:v>
                </c:pt>
                <c:pt idx="39473">
                  <c:v>24.45</c:v>
                </c:pt>
                <c:pt idx="39474">
                  <c:v>24.45</c:v>
                </c:pt>
                <c:pt idx="39475">
                  <c:v>24.5</c:v>
                </c:pt>
                <c:pt idx="39476">
                  <c:v>24.5</c:v>
                </c:pt>
                <c:pt idx="39477">
                  <c:v>24.5</c:v>
                </c:pt>
                <c:pt idx="39478">
                  <c:v>24.55</c:v>
                </c:pt>
                <c:pt idx="39479">
                  <c:v>24.55</c:v>
                </c:pt>
                <c:pt idx="39480">
                  <c:v>24.6</c:v>
                </c:pt>
                <c:pt idx="39481">
                  <c:v>24.6</c:v>
                </c:pt>
                <c:pt idx="39482">
                  <c:v>24.6</c:v>
                </c:pt>
                <c:pt idx="39483">
                  <c:v>24.6</c:v>
                </c:pt>
                <c:pt idx="39484">
                  <c:v>24.55</c:v>
                </c:pt>
                <c:pt idx="39485">
                  <c:v>24.55</c:v>
                </c:pt>
                <c:pt idx="39486">
                  <c:v>24.45</c:v>
                </c:pt>
                <c:pt idx="39487">
                  <c:v>24.45</c:v>
                </c:pt>
                <c:pt idx="39488">
                  <c:v>24.4</c:v>
                </c:pt>
                <c:pt idx="39489">
                  <c:v>24.4</c:v>
                </c:pt>
                <c:pt idx="39490">
                  <c:v>24.35</c:v>
                </c:pt>
                <c:pt idx="39491">
                  <c:v>24.35</c:v>
                </c:pt>
                <c:pt idx="39492">
                  <c:v>24.35</c:v>
                </c:pt>
                <c:pt idx="39493">
                  <c:v>24.35</c:v>
                </c:pt>
                <c:pt idx="39494">
                  <c:v>24.35</c:v>
                </c:pt>
                <c:pt idx="39495">
                  <c:v>24.35</c:v>
                </c:pt>
                <c:pt idx="39496">
                  <c:v>24.35</c:v>
                </c:pt>
                <c:pt idx="39497">
                  <c:v>24.4</c:v>
                </c:pt>
                <c:pt idx="39498">
                  <c:v>24.4</c:v>
                </c:pt>
                <c:pt idx="39499">
                  <c:v>24.4</c:v>
                </c:pt>
                <c:pt idx="39500">
                  <c:v>24.4</c:v>
                </c:pt>
                <c:pt idx="39501">
                  <c:v>24.4</c:v>
                </c:pt>
                <c:pt idx="39502">
                  <c:v>24.45</c:v>
                </c:pt>
                <c:pt idx="39503">
                  <c:v>24.45</c:v>
                </c:pt>
                <c:pt idx="39504">
                  <c:v>24.45</c:v>
                </c:pt>
                <c:pt idx="39505">
                  <c:v>24.45</c:v>
                </c:pt>
                <c:pt idx="39506">
                  <c:v>24.5</c:v>
                </c:pt>
                <c:pt idx="39507">
                  <c:v>24.5</c:v>
                </c:pt>
                <c:pt idx="39508">
                  <c:v>24.5</c:v>
                </c:pt>
                <c:pt idx="39509">
                  <c:v>24.55</c:v>
                </c:pt>
                <c:pt idx="39510">
                  <c:v>24.55</c:v>
                </c:pt>
                <c:pt idx="39511">
                  <c:v>24.6</c:v>
                </c:pt>
                <c:pt idx="39512">
                  <c:v>24.6</c:v>
                </c:pt>
                <c:pt idx="39513">
                  <c:v>24.6</c:v>
                </c:pt>
                <c:pt idx="39514">
                  <c:v>24.55</c:v>
                </c:pt>
                <c:pt idx="39515">
                  <c:v>24.55</c:v>
                </c:pt>
                <c:pt idx="39516">
                  <c:v>24.5</c:v>
                </c:pt>
                <c:pt idx="39517">
                  <c:v>24.45</c:v>
                </c:pt>
                <c:pt idx="39518">
                  <c:v>24.4</c:v>
                </c:pt>
                <c:pt idx="39519">
                  <c:v>24.4</c:v>
                </c:pt>
                <c:pt idx="39520">
                  <c:v>24.35</c:v>
                </c:pt>
                <c:pt idx="39521">
                  <c:v>24.35</c:v>
                </c:pt>
                <c:pt idx="39522">
                  <c:v>24.35</c:v>
                </c:pt>
                <c:pt idx="39523">
                  <c:v>24.35</c:v>
                </c:pt>
                <c:pt idx="39524">
                  <c:v>24.35</c:v>
                </c:pt>
                <c:pt idx="39525">
                  <c:v>24.35</c:v>
                </c:pt>
                <c:pt idx="39526">
                  <c:v>24.4</c:v>
                </c:pt>
                <c:pt idx="39527">
                  <c:v>24.4</c:v>
                </c:pt>
                <c:pt idx="39528">
                  <c:v>24.4</c:v>
                </c:pt>
                <c:pt idx="39529">
                  <c:v>24.4</c:v>
                </c:pt>
                <c:pt idx="39530">
                  <c:v>24.45</c:v>
                </c:pt>
                <c:pt idx="39531">
                  <c:v>24.45</c:v>
                </c:pt>
                <c:pt idx="39532">
                  <c:v>24.45</c:v>
                </c:pt>
                <c:pt idx="39533">
                  <c:v>24.45</c:v>
                </c:pt>
                <c:pt idx="39534">
                  <c:v>24.45</c:v>
                </c:pt>
                <c:pt idx="39535">
                  <c:v>24.5</c:v>
                </c:pt>
                <c:pt idx="39536">
                  <c:v>24.5</c:v>
                </c:pt>
                <c:pt idx="39537">
                  <c:v>24.55</c:v>
                </c:pt>
                <c:pt idx="39538">
                  <c:v>24.55</c:v>
                </c:pt>
                <c:pt idx="39539">
                  <c:v>24.55</c:v>
                </c:pt>
                <c:pt idx="39540">
                  <c:v>24.6</c:v>
                </c:pt>
                <c:pt idx="39541">
                  <c:v>24.6</c:v>
                </c:pt>
                <c:pt idx="39542">
                  <c:v>24.6</c:v>
                </c:pt>
                <c:pt idx="39543">
                  <c:v>24.55</c:v>
                </c:pt>
                <c:pt idx="39544">
                  <c:v>24.55</c:v>
                </c:pt>
                <c:pt idx="39545">
                  <c:v>24.5</c:v>
                </c:pt>
                <c:pt idx="39546">
                  <c:v>24.45</c:v>
                </c:pt>
                <c:pt idx="39547">
                  <c:v>24.45</c:v>
                </c:pt>
                <c:pt idx="39548">
                  <c:v>24.4</c:v>
                </c:pt>
                <c:pt idx="39549">
                  <c:v>24.35</c:v>
                </c:pt>
                <c:pt idx="39550">
                  <c:v>24.35</c:v>
                </c:pt>
                <c:pt idx="39551">
                  <c:v>24.35</c:v>
                </c:pt>
                <c:pt idx="39552">
                  <c:v>24.3</c:v>
                </c:pt>
                <c:pt idx="39553">
                  <c:v>24.35</c:v>
                </c:pt>
                <c:pt idx="39554">
                  <c:v>24.35</c:v>
                </c:pt>
                <c:pt idx="39555">
                  <c:v>24.35</c:v>
                </c:pt>
                <c:pt idx="39556">
                  <c:v>24.35</c:v>
                </c:pt>
                <c:pt idx="39557">
                  <c:v>24.35</c:v>
                </c:pt>
                <c:pt idx="39558">
                  <c:v>24.4</c:v>
                </c:pt>
                <c:pt idx="39559">
                  <c:v>24.4</c:v>
                </c:pt>
                <c:pt idx="39560">
                  <c:v>24.4</c:v>
                </c:pt>
                <c:pt idx="39561">
                  <c:v>24.4</c:v>
                </c:pt>
                <c:pt idx="39562">
                  <c:v>24.45</c:v>
                </c:pt>
                <c:pt idx="39563">
                  <c:v>24.45</c:v>
                </c:pt>
                <c:pt idx="39564">
                  <c:v>24.5</c:v>
                </c:pt>
                <c:pt idx="39565">
                  <c:v>24.5</c:v>
                </c:pt>
                <c:pt idx="39566">
                  <c:v>24.5</c:v>
                </c:pt>
                <c:pt idx="39567">
                  <c:v>24.55</c:v>
                </c:pt>
                <c:pt idx="39568">
                  <c:v>24.55</c:v>
                </c:pt>
                <c:pt idx="39569">
                  <c:v>24.55</c:v>
                </c:pt>
                <c:pt idx="39570">
                  <c:v>24.6</c:v>
                </c:pt>
                <c:pt idx="39571">
                  <c:v>24.6</c:v>
                </c:pt>
                <c:pt idx="39572">
                  <c:v>24.6</c:v>
                </c:pt>
                <c:pt idx="39573">
                  <c:v>24.55</c:v>
                </c:pt>
                <c:pt idx="39574">
                  <c:v>24.55</c:v>
                </c:pt>
                <c:pt idx="39575">
                  <c:v>24.5</c:v>
                </c:pt>
                <c:pt idx="39576">
                  <c:v>24.45</c:v>
                </c:pt>
                <c:pt idx="39577">
                  <c:v>24.4</c:v>
                </c:pt>
                <c:pt idx="39578">
                  <c:v>24.4</c:v>
                </c:pt>
                <c:pt idx="39579">
                  <c:v>24.35</c:v>
                </c:pt>
                <c:pt idx="39580">
                  <c:v>24.35</c:v>
                </c:pt>
                <c:pt idx="39581">
                  <c:v>24.3</c:v>
                </c:pt>
                <c:pt idx="39582">
                  <c:v>24.3</c:v>
                </c:pt>
                <c:pt idx="39583">
                  <c:v>24.3</c:v>
                </c:pt>
                <c:pt idx="39584">
                  <c:v>24.35</c:v>
                </c:pt>
                <c:pt idx="39585">
                  <c:v>24.35</c:v>
                </c:pt>
                <c:pt idx="39586">
                  <c:v>24.35</c:v>
                </c:pt>
                <c:pt idx="39587">
                  <c:v>24.35</c:v>
                </c:pt>
                <c:pt idx="39588">
                  <c:v>24.35</c:v>
                </c:pt>
                <c:pt idx="39589">
                  <c:v>24.4</c:v>
                </c:pt>
                <c:pt idx="39590">
                  <c:v>24.4</c:v>
                </c:pt>
                <c:pt idx="39591">
                  <c:v>24.4</c:v>
                </c:pt>
                <c:pt idx="39592">
                  <c:v>24.45</c:v>
                </c:pt>
                <c:pt idx="39593">
                  <c:v>24.45</c:v>
                </c:pt>
                <c:pt idx="39594">
                  <c:v>24.45</c:v>
                </c:pt>
                <c:pt idx="39595">
                  <c:v>24.5</c:v>
                </c:pt>
                <c:pt idx="39596">
                  <c:v>24.5</c:v>
                </c:pt>
                <c:pt idx="39597">
                  <c:v>24.5</c:v>
                </c:pt>
                <c:pt idx="39598">
                  <c:v>24.55</c:v>
                </c:pt>
                <c:pt idx="39599">
                  <c:v>24.55</c:v>
                </c:pt>
                <c:pt idx="39600">
                  <c:v>24.55</c:v>
                </c:pt>
                <c:pt idx="39601">
                  <c:v>24.55</c:v>
                </c:pt>
                <c:pt idx="39602">
                  <c:v>24.55</c:v>
                </c:pt>
                <c:pt idx="39603">
                  <c:v>24.55</c:v>
                </c:pt>
                <c:pt idx="39604">
                  <c:v>24.5</c:v>
                </c:pt>
                <c:pt idx="39605">
                  <c:v>24.5</c:v>
                </c:pt>
                <c:pt idx="39606">
                  <c:v>24.45</c:v>
                </c:pt>
                <c:pt idx="39607">
                  <c:v>24.4</c:v>
                </c:pt>
                <c:pt idx="39608">
                  <c:v>24.35</c:v>
                </c:pt>
                <c:pt idx="39609">
                  <c:v>24.35</c:v>
                </c:pt>
                <c:pt idx="39610">
                  <c:v>24.35</c:v>
                </c:pt>
                <c:pt idx="39611">
                  <c:v>24.3</c:v>
                </c:pt>
                <c:pt idx="39612">
                  <c:v>24.3</c:v>
                </c:pt>
                <c:pt idx="39613">
                  <c:v>24.3</c:v>
                </c:pt>
                <c:pt idx="39614">
                  <c:v>24.35</c:v>
                </c:pt>
                <c:pt idx="39615">
                  <c:v>24.35</c:v>
                </c:pt>
                <c:pt idx="39616">
                  <c:v>24.35</c:v>
                </c:pt>
                <c:pt idx="39617">
                  <c:v>24.35</c:v>
                </c:pt>
                <c:pt idx="39618">
                  <c:v>24.35</c:v>
                </c:pt>
                <c:pt idx="39619">
                  <c:v>24.4</c:v>
                </c:pt>
                <c:pt idx="39620">
                  <c:v>24.4</c:v>
                </c:pt>
                <c:pt idx="39621">
                  <c:v>24.4</c:v>
                </c:pt>
                <c:pt idx="39622">
                  <c:v>24.4</c:v>
                </c:pt>
                <c:pt idx="39623">
                  <c:v>24.45</c:v>
                </c:pt>
                <c:pt idx="39624">
                  <c:v>24.45</c:v>
                </c:pt>
                <c:pt idx="39625">
                  <c:v>24.5</c:v>
                </c:pt>
                <c:pt idx="39626">
                  <c:v>24.5</c:v>
                </c:pt>
                <c:pt idx="39627">
                  <c:v>24.5</c:v>
                </c:pt>
                <c:pt idx="39628">
                  <c:v>24.55</c:v>
                </c:pt>
                <c:pt idx="39629">
                  <c:v>24.55</c:v>
                </c:pt>
                <c:pt idx="39630">
                  <c:v>24.6</c:v>
                </c:pt>
                <c:pt idx="39631">
                  <c:v>24.6</c:v>
                </c:pt>
                <c:pt idx="39632">
                  <c:v>24.6</c:v>
                </c:pt>
                <c:pt idx="39633">
                  <c:v>24.6</c:v>
                </c:pt>
                <c:pt idx="39634">
                  <c:v>24.6</c:v>
                </c:pt>
                <c:pt idx="39635">
                  <c:v>24.55</c:v>
                </c:pt>
                <c:pt idx="39636">
                  <c:v>24.5</c:v>
                </c:pt>
                <c:pt idx="39637">
                  <c:v>24.45</c:v>
                </c:pt>
                <c:pt idx="39638">
                  <c:v>24.4</c:v>
                </c:pt>
                <c:pt idx="39639">
                  <c:v>24.35</c:v>
                </c:pt>
                <c:pt idx="39640">
                  <c:v>24.35</c:v>
                </c:pt>
                <c:pt idx="39641">
                  <c:v>24.35</c:v>
                </c:pt>
                <c:pt idx="39642">
                  <c:v>24.35</c:v>
                </c:pt>
                <c:pt idx="39643">
                  <c:v>24.35</c:v>
                </c:pt>
                <c:pt idx="39644">
                  <c:v>24.35</c:v>
                </c:pt>
                <c:pt idx="39645">
                  <c:v>24.35</c:v>
                </c:pt>
                <c:pt idx="39646">
                  <c:v>24.35</c:v>
                </c:pt>
                <c:pt idx="39647">
                  <c:v>24.35</c:v>
                </c:pt>
                <c:pt idx="39648">
                  <c:v>24.35</c:v>
                </c:pt>
                <c:pt idx="39649">
                  <c:v>24.35</c:v>
                </c:pt>
                <c:pt idx="39650">
                  <c:v>24.35</c:v>
                </c:pt>
                <c:pt idx="39651">
                  <c:v>24.35</c:v>
                </c:pt>
                <c:pt idx="39652">
                  <c:v>24.35</c:v>
                </c:pt>
                <c:pt idx="39653">
                  <c:v>24.4</c:v>
                </c:pt>
                <c:pt idx="39654">
                  <c:v>24.4</c:v>
                </c:pt>
                <c:pt idx="39655">
                  <c:v>24.45</c:v>
                </c:pt>
                <c:pt idx="39656">
                  <c:v>24.45</c:v>
                </c:pt>
                <c:pt idx="39657">
                  <c:v>24.5</c:v>
                </c:pt>
                <c:pt idx="39658">
                  <c:v>24.5</c:v>
                </c:pt>
                <c:pt idx="39659">
                  <c:v>24.5</c:v>
                </c:pt>
                <c:pt idx="39660">
                  <c:v>24.55</c:v>
                </c:pt>
                <c:pt idx="39661">
                  <c:v>24.55</c:v>
                </c:pt>
                <c:pt idx="39662">
                  <c:v>24.55</c:v>
                </c:pt>
                <c:pt idx="39663">
                  <c:v>24.55</c:v>
                </c:pt>
                <c:pt idx="39664">
                  <c:v>24.55</c:v>
                </c:pt>
                <c:pt idx="39665">
                  <c:v>24.5</c:v>
                </c:pt>
                <c:pt idx="39666">
                  <c:v>24.45</c:v>
                </c:pt>
                <c:pt idx="39667">
                  <c:v>24.45</c:v>
                </c:pt>
                <c:pt idx="39668">
                  <c:v>24.4</c:v>
                </c:pt>
                <c:pt idx="39669">
                  <c:v>24.35</c:v>
                </c:pt>
                <c:pt idx="39670">
                  <c:v>24.35</c:v>
                </c:pt>
                <c:pt idx="39671">
                  <c:v>24.3</c:v>
                </c:pt>
                <c:pt idx="39672">
                  <c:v>24.3</c:v>
                </c:pt>
                <c:pt idx="39673">
                  <c:v>24.3</c:v>
                </c:pt>
                <c:pt idx="39674">
                  <c:v>24.3</c:v>
                </c:pt>
                <c:pt idx="39675">
                  <c:v>24.35</c:v>
                </c:pt>
                <c:pt idx="39676">
                  <c:v>24.35</c:v>
                </c:pt>
                <c:pt idx="39677">
                  <c:v>24.35</c:v>
                </c:pt>
                <c:pt idx="39678">
                  <c:v>24.35</c:v>
                </c:pt>
                <c:pt idx="39679">
                  <c:v>24.35</c:v>
                </c:pt>
                <c:pt idx="39680">
                  <c:v>24.4</c:v>
                </c:pt>
                <c:pt idx="39681">
                  <c:v>24.4</c:v>
                </c:pt>
                <c:pt idx="39682">
                  <c:v>24.4</c:v>
                </c:pt>
                <c:pt idx="39683">
                  <c:v>24.45</c:v>
                </c:pt>
                <c:pt idx="39684">
                  <c:v>24.45</c:v>
                </c:pt>
                <c:pt idx="39685">
                  <c:v>24.45</c:v>
                </c:pt>
                <c:pt idx="39686">
                  <c:v>24.5</c:v>
                </c:pt>
                <c:pt idx="39687">
                  <c:v>24.5</c:v>
                </c:pt>
                <c:pt idx="39688">
                  <c:v>24.5</c:v>
                </c:pt>
                <c:pt idx="39689">
                  <c:v>24.55</c:v>
                </c:pt>
                <c:pt idx="39690">
                  <c:v>24.55</c:v>
                </c:pt>
                <c:pt idx="39691">
                  <c:v>24.55</c:v>
                </c:pt>
                <c:pt idx="39692">
                  <c:v>24.55</c:v>
                </c:pt>
                <c:pt idx="39693">
                  <c:v>24.55</c:v>
                </c:pt>
                <c:pt idx="39694">
                  <c:v>24.55</c:v>
                </c:pt>
                <c:pt idx="39695">
                  <c:v>24.5</c:v>
                </c:pt>
                <c:pt idx="39696">
                  <c:v>24.45</c:v>
                </c:pt>
                <c:pt idx="39697">
                  <c:v>24.4</c:v>
                </c:pt>
                <c:pt idx="39698">
                  <c:v>24.35</c:v>
                </c:pt>
                <c:pt idx="39699">
                  <c:v>24.35</c:v>
                </c:pt>
                <c:pt idx="39700">
                  <c:v>24.3</c:v>
                </c:pt>
                <c:pt idx="39701">
                  <c:v>24.3</c:v>
                </c:pt>
                <c:pt idx="39702">
                  <c:v>24.3</c:v>
                </c:pt>
                <c:pt idx="39703">
                  <c:v>24.3</c:v>
                </c:pt>
                <c:pt idx="39704">
                  <c:v>24.3</c:v>
                </c:pt>
                <c:pt idx="39705">
                  <c:v>24.3</c:v>
                </c:pt>
                <c:pt idx="39706">
                  <c:v>24.3</c:v>
                </c:pt>
                <c:pt idx="39707">
                  <c:v>24.3</c:v>
                </c:pt>
                <c:pt idx="39708">
                  <c:v>24.3</c:v>
                </c:pt>
                <c:pt idx="39709">
                  <c:v>24.3</c:v>
                </c:pt>
                <c:pt idx="39710">
                  <c:v>24.3</c:v>
                </c:pt>
                <c:pt idx="39711">
                  <c:v>24.35</c:v>
                </c:pt>
                <c:pt idx="39712">
                  <c:v>24.35</c:v>
                </c:pt>
                <c:pt idx="39713">
                  <c:v>24.4</c:v>
                </c:pt>
                <c:pt idx="39714">
                  <c:v>24.4</c:v>
                </c:pt>
                <c:pt idx="39715">
                  <c:v>24.45</c:v>
                </c:pt>
                <c:pt idx="39716">
                  <c:v>24.45</c:v>
                </c:pt>
                <c:pt idx="39717">
                  <c:v>24.45</c:v>
                </c:pt>
                <c:pt idx="39718">
                  <c:v>24.5</c:v>
                </c:pt>
                <c:pt idx="39719">
                  <c:v>24.5</c:v>
                </c:pt>
                <c:pt idx="39720">
                  <c:v>24.5</c:v>
                </c:pt>
                <c:pt idx="39721">
                  <c:v>24.55</c:v>
                </c:pt>
                <c:pt idx="39722">
                  <c:v>24.55</c:v>
                </c:pt>
                <c:pt idx="39723">
                  <c:v>24.55</c:v>
                </c:pt>
                <c:pt idx="39724">
                  <c:v>24.5</c:v>
                </c:pt>
                <c:pt idx="39725">
                  <c:v>24.5</c:v>
                </c:pt>
                <c:pt idx="39726">
                  <c:v>24.45</c:v>
                </c:pt>
                <c:pt idx="39727">
                  <c:v>24.4</c:v>
                </c:pt>
                <c:pt idx="39728">
                  <c:v>24.35</c:v>
                </c:pt>
                <c:pt idx="39729">
                  <c:v>24.35</c:v>
                </c:pt>
                <c:pt idx="39730">
                  <c:v>24.3</c:v>
                </c:pt>
                <c:pt idx="39731">
                  <c:v>24.3</c:v>
                </c:pt>
                <c:pt idx="39732">
                  <c:v>24.3</c:v>
                </c:pt>
                <c:pt idx="39733">
                  <c:v>24.3</c:v>
                </c:pt>
                <c:pt idx="39734">
                  <c:v>24.3</c:v>
                </c:pt>
                <c:pt idx="39735">
                  <c:v>24.3</c:v>
                </c:pt>
                <c:pt idx="39736">
                  <c:v>24.3</c:v>
                </c:pt>
                <c:pt idx="39737">
                  <c:v>24.3</c:v>
                </c:pt>
                <c:pt idx="39738">
                  <c:v>24.3</c:v>
                </c:pt>
                <c:pt idx="39739">
                  <c:v>24.3</c:v>
                </c:pt>
                <c:pt idx="39740">
                  <c:v>24.35</c:v>
                </c:pt>
                <c:pt idx="39741">
                  <c:v>24.35</c:v>
                </c:pt>
                <c:pt idx="39742">
                  <c:v>24.35</c:v>
                </c:pt>
                <c:pt idx="39743">
                  <c:v>24.4</c:v>
                </c:pt>
                <c:pt idx="39744">
                  <c:v>24.4</c:v>
                </c:pt>
                <c:pt idx="39745">
                  <c:v>24.4</c:v>
                </c:pt>
                <c:pt idx="39746">
                  <c:v>24.45</c:v>
                </c:pt>
                <c:pt idx="39747">
                  <c:v>24.45</c:v>
                </c:pt>
                <c:pt idx="39748">
                  <c:v>24.5</c:v>
                </c:pt>
                <c:pt idx="39749">
                  <c:v>24.5</c:v>
                </c:pt>
                <c:pt idx="39750">
                  <c:v>24.55</c:v>
                </c:pt>
                <c:pt idx="39751">
                  <c:v>24.55</c:v>
                </c:pt>
                <c:pt idx="39752">
                  <c:v>24.55</c:v>
                </c:pt>
                <c:pt idx="39753">
                  <c:v>24.55</c:v>
                </c:pt>
                <c:pt idx="39754">
                  <c:v>24.5</c:v>
                </c:pt>
                <c:pt idx="39755">
                  <c:v>24.5</c:v>
                </c:pt>
                <c:pt idx="39756">
                  <c:v>24.45</c:v>
                </c:pt>
                <c:pt idx="39757">
                  <c:v>24.45</c:v>
                </c:pt>
                <c:pt idx="39758">
                  <c:v>24.4</c:v>
                </c:pt>
                <c:pt idx="39759">
                  <c:v>24.35</c:v>
                </c:pt>
                <c:pt idx="39760">
                  <c:v>24.35</c:v>
                </c:pt>
                <c:pt idx="39761">
                  <c:v>24.35</c:v>
                </c:pt>
                <c:pt idx="39762">
                  <c:v>24.35</c:v>
                </c:pt>
                <c:pt idx="39763">
                  <c:v>24.3</c:v>
                </c:pt>
                <c:pt idx="39764">
                  <c:v>24.3</c:v>
                </c:pt>
                <c:pt idx="39765">
                  <c:v>24.3</c:v>
                </c:pt>
                <c:pt idx="39766">
                  <c:v>24.35</c:v>
                </c:pt>
                <c:pt idx="39767">
                  <c:v>24.35</c:v>
                </c:pt>
                <c:pt idx="39768">
                  <c:v>24.35</c:v>
                </c:pt>
                <c:pt idx="39769">
                  <c:v>24.35</c:v>
                </c:pt>
                <c:pt idx="39770">
                  <c:v>24.35</c:v>
                </c:pt>
                <c:pt idx="39771">
                  <c:v>24.4</c:v>
                </c:pt>
                <c:pt idx="39772">
                  <c:v>24.4</c:v>
                </c:pt>
                <c:pt idx="39773">
                  <c:v>24.4</c:v>
                </c:pt>
                <c:pt idx="39774">
                  <c:v>24.4</c:v>
                </c:pt>
                <c:pt idx="39775">
                  <c:v>24.45</c:v>
                </c:pt>
                <c:pt idx="39776">
                  <c:v>24.45</c:v>
                </c:pt>
                <c:pt idx="39777">
                  <c:v>24.5</c:v>
                </c:pt>
                <c:pt idx="39778">
                  <c:v>24.5</c:v>
                </c:pt>
                <c:pt idx="39779">
                  <c:v>24.5</c:v>
                </c:pt>
                <c:pt idx="39780">
                  <c:v>24.5</c:v>
                </c:pt>
                <c:pt idx="39781">
                  <c:v>24.55</c:v>
                </c:pt>
                <c:pt idx="39782">
                  <c:v>24.55</c:v>
                </c:pt>
                <c:pt idx="39783">
                  <c:v>24.55</c:v>
                </c:pt>
                <c:pt idx="39784">
                  <c:v>24.5</c:v>
                </c:pt>
                <c:pt idx="39785">
                  <c:v>24.5</c:v>
                </c:pt>
                <c:pt idx="39786">
                  <c:v>24.45</c:v>
                </c:pt>
                <c:pt idx="39787">
                  <c:v>24.4</c:v>
                </c:pt>
                <c:pt idx="39788">
                  <c:v>24.35</c:v>
                </c:pt>
                <c:pt idx="39789">
                  <c:v>24.35</c:v>
                </c:pt>
                <c:pt idx="39790">
                  <c:v>24.35</c:v>
                </c:pt>
                <c:pt idx="39791">
                  <c:v>24.35</c:v>
                </c:pt>
                <c:pt idx="39792">
                  <c:v>24.35</c:v>
                </c:pt>
                <c:pt idx="39793">
                  <c:v>24.35</c:v>
                </c:pt>
                <c:pt idx="39794">
                  <c:v>24.35</c:v>
                </c:pt>
                <c:pt idx="39795">
                  <c:v>24.35</c:v>
                </c:pt>
                <c:pt idx="39796">
                  <c:v>24.35</c:v>
                </c:pt>
                <c:pt idx="39797">
                  <c:v>24.35</c:v>
                </c:pt>
                <c:pt idx="39798">
                  <c:v>24.35</c:v>
                </c:pt>
                <c:pt idx="39799">
                  <c:v>24.35</c:v>
                </c:pt>
                <c:pt idx="39800">
                  <c:v>24.4</c:v>
                </c:pt>
                <c:pt idx="39801">
                  <c:v>24.4</c:v>
                </c:pt>
                <c:pt idx="39802">
                  <c:v>24.4</c:v>
                </c:pt>
                <c:pt idx="39803">
                  <c:v>24.4</c:v>
                </c:pt>
                <c:pt idx="39804">
                  <c:v>24.45</c:v>
                </c:pt>
                <c:pt idx="39805">
                  <c:v>24.45</c:v>
                </c:pt>
                <c:pt idx="39806">
                  <c:v>24.45</c:v>
                </c:pt>
                <c:pt idx="39807">
                  <c:v>24.5</c:v>
                </c:pt>
                <c:pt idx="39808">
                  <c:v>24.5</c:v>
                </c:pt>
                <c:pt idx="39809">
                  <c:v>24.55</c:v>
                </c:pt>
                <c:pt idx="39810">
                  <c:v>24.55</c:v>
                </c:pt>
                <c:pt idx="39811">
                  <c:v>24.55</c:v>
                </c:pt>
                <c:pt idx="39812">
                  <c:v>24.55</c:v>
                </c:pt>
                <c:pt idx="39813">
                  <c:v>24.55</c:v>
                </c:pt>
                <c:pt idx="39814">
                  <c:v>24.5</c:v>
                </c:pt>
                <c:pt idx="39815">
                  <c:v>24.5</c:v>
                </c:pt>
                <c:pt idx="39816">
                  <c:v>24.5</c:v>
                </c:pt>
                <c:pt idx="39817">
                  <c:v>24.4</c:v>
                </c:pt>
                <c:pt idx="39818">
                  <c:v>24.4</c:v>
                </c:pt>
                <c:pt idx="39819">
                  <c:v>24.35</c:v>
                </c:pt>
                <c:pt idx="39820">
                  <c:v>24.35</c:v>
                </c:pt>
                <c:pt idx="39821">
                  <c:v>24.35</c:v>
                </c:pt>
                <c:pt idx="39822">
                  <c:v>24.3</c:v>
                </c:pt>
                <c:pt idx="39823">
                  <c:v>24.3</c:v>
                </c:pt>
                <c:pt idx="39824">
                  <c:v>24.35</c:v>
                </c:pt>
                <c:pt idx="39825">
                  <c:v>24.35</c:v>
                </c:pt>
                <c:pt idx="39826">
                  <c:v>24.35</c:v>
                </c:pt>
                <c:pt idx="39827">
                  <c:v>24.35</c:v>
                </c:pt>
                <c:pt idx="39828">
                  <c:v>24.35</c:v>
                </c:pt>
                <c:pt idx="39829">
                  <c:v>24.4</c:v>
                </c:pt>
                <c:pt idx="39830">
                  <c:v>24.4</c:v>
                </c:pt>
                <c:pt idx="39831">
                  <c:v>24.4</c:v>
                </c:pt>
                <c:pt idx="39832">
                  <c:v>24.45</c:v>
                </c:pt>
                <c:pt idx="39833">
                  <c:v>24.45</c:v>
                </c:pt>
                <c:pt idx="39834">
                  <c:v>24.45</c:v>
                </c:pt>
                <c:pt idx="39835">
                  <c:v>24.5</c:v>
                </c:pt>
                <c:pt idx="39836">
                  <c:v>24.5</c:v>
                </c:pt>
                <c:pt idx="39837">
                  <c:v>24.5</c:v>
                </c:pt>
                <c:pt idx="39838">
                  <c:v>24.5</c:v>
                </c:pt>
                <c:pt idx="39839">
                  <c:v>24.55</c:v>
                </c:pt>
                <c:pt idx="39840">
                  <c:v>24.55</c:v>
                </c:pt>
                <c:pt idx="39841">
                  <c:v>24.55</c:v>
                </c:pt>
                <c:pt idx="39842">
                  <c:v>24.6</c:v>
                </c:pt>
                <c:pt idx="39843">
                  <c:v>24.55</c:v>
                </c:pt>
                <c:pt idx="39844">
                  <c:v>24.5</c:v>
                </c:pt>
                <c:pt idx="39845">
                  <c:v>24.5</c:v>
                </c:pt>
                <c:pt idx="39846">
                  <c:v>24.45</c:v>
                </c:pt>
                <c:pt idx="39847">
                  <c:v>24.45</c:v>
                </c:pt>
                <c:pt idx="39848">
                  <c:v>24.4</c:v>
                </c:pt>
                <c:pt idx="39849">
                  <c:v>24.4</c:v>
                </c:pt>
                <c:pt idx="39850">
                  <c:v>24.35</c:v>
                </c:pt>
                <c:pt idx="39851">
                  <c:v>24.35</c:v>
                </c:pt>
                <c:pt idx="39852">
                  <c:v>24.35</c:v>
                </c:pt>
                <c:pt idx="39853">
                  <c:v>24.35</c:v>
                </c:pt>
                <c:pt idx="39854">
                  <c:v>24.35</c:v>
                </c:pt>
                <c:pt idx="39855">
                  <c:v>24.35</c:v>
                </c:pt>
                <c:pt idx="39856">
                  <c:v>24.35</c:v>
                </c:pt>
                <c:pt idx="39857">
                  <c:v>24.35</c:v>
                </c:pt>
                <c:pt idx="39858">
                  <c:v>24.4</c:v>
                </c:pt>
                <c:pt idx="39859">
                  <c:v>24.4</c:v>
                </c:pt>
                <c:pt idx="39860">
                  <c:v>24.4</c:v>
                </c:pt>
                <c:pt idx="39861">
                  <c:v>24.4</c:v>
                </c:pt>
                <c:pt idx="39862">
                  <c:v>24.4</c:v>
                </c:pt>
                <c:pt idx="39863">
                  <c:v>24.4</c:v>
                </c:pt>
                <c:pt idx="39864">
                  <c:v>24.45</c:v>
                </c:pt>
                <c:pt idx="39865">
                  <c:v>24.45</c:v>
                </c:pt>
                <c:pt idx="39866">
                  <c:v>24.5</c:v>
                </c:pt>
                <c:pt idx="39867">
                  <c:v>24.5</c:v>
                </c:pt>
                <c:pt idx="39868">
                  <c:v>24.5</c:v>
                </c:pt>
                <c:pt idx="39869">
                  <c:v>24.55</c:v>
                </c:pt>
                <c:pt idx="39870">
                  <c:v>24.55</c:v>
                </c:pt>
                <c:pt idx="39871">
                  <c:v>24.55</c:v>
                </c:pt>
                <c:pt idx="39872">
                  <c:v>24.55</c:v>
                </c:pt>
                <c:pt idx="39873">
                  <c:v>24.55</c:v>
                </c:pt>
                <c:pt idx="39874">
                  <c:v>24.55</c:v>
                </c:pt>
                <c:pt idx="39875">
                  <c:v>24.5</c:v>
                </c:pt>
                <c:pt idx="39876">
                  <c:v>24.45</c:v>
                </c:pt>
                <c:pt idx="39877">
                  <c:v>24.4</c:v>
                </c:pt>
                <c:pt idx="39878">
                  <c:v>24.35</c:v>
                </c:pt>
                <c:pt idx="39879">
                  <c:v>24.35</c:v>
                </c:pt>
                <c:pt idx="39880">
                  <c:v>24.35</c:v>
                </c:pt>
                <c:pt idx="39881">
                  <c:v>24.35</c:v>
                </c:pt>
                <c:pt idx="39882">
                  <c:v>24.35</c:v>
                </c:pt>
                <c:pt idx="39883">
                  <c:v>24.3</c:v>
                </c:pt>
                <c:pt idx="39884">
                  <c:v>24.3</c:v>
                </c:pt>
                <c:pt idx="39885">
                  <c:v>24.35</c:v>
                </c:pt>
                <c:pt idx="39886">
                  <c:v>24.35</c:v>
                </c:pt>
                <c:pt idx="39887">
                  <c:v>24.35</c:v>
                </c:pt>
                <c:pt idx="39888">
                  <c:v>24.35</c:v>
                </c:pt>
                <c:pt idx="39889">
                  <c:v>24.4</c:v>
                </c:pt>
                <c:pt idx="39890">
                  <c:v>24.4</c:v>
                </c:pt>
                <c:pt idx="39891">
                  <c:v>24.4</c:v>
                </c:pt>
                <c:pt idx="39892">
                  <c:v>24.45</c:v>
                </c:pt>
                <c:pt idx="39893">
                  <c:v>24.45</c:v>
                </c:pt>
                <c:pt idx="39894">
                  <c:v>24.45</c:v>
                </c:pt>
                <c:pt idx="39895">
                  <c:v>24.5</c:v>
                </c:pt>
                <c:pt idx="39896">
                  <c:v>24.5</c:v>
                </c:pt>
                <c:pt idx="39897">
                  <c:v>24.5</c:v>
                </c:pt>
                <c:pt idx="39898">
                  <c:v>24.5</c:v>
                </c:pt>
                <c:pt idx="39899">
                  <c:v>24.5</c:v>
                </c:pt>
                <c:pt idx="39900">
                  <c:v>24.55</c:v>
                </c:pt>
                <c:pt idx="39901">
                  <c:v>24.55</c:v>
                </c:pt>
                <c:pt idx="39902">
                  <c:v>24.55</c:v>
                </c:pt>
                <c:pt idx="39903">
                  <c:v>24.55</c:v>
                </c:pt>
                <c:pt idx="39904">
                  <c:v>24.5</c:v>
                </c:pt>
                <c:pt idx="39905">
                  <c:v>24.45</c:v>
                </c:pt>
                <c:pt idx="39906">
                  <c:v>24.45</c:v>
                </c:pt>
                <c:pt idx="39907">
                  <c:v>24.4</c:v>
                </c:pt>
                <c:pt idx="39908">
                  <c:v>24.35</c:v>
                </c:pt>
                <c:pt idx="39909">
                  <c:v>24.35</c:v>
                </c:pt>
                <c:pt idx="39910">
                  <c:v>24.3</c:v>
                </c:pt>
                <c:pt idx="39911">
                  <c:v>24.35</c:v>
                </c:pt>
                <c:pt idx="39912">
                  <c:v>24.35</c:v>
                </c:pt>
                <c:pt idx="39913">
                  <c:v>24.3</c:v>
                </c:pt>
                <c:pt idx="39914">
                  <c:v>24.35</c:v>
                </c:pt>
                <c:pt idx="39915">
                  <c:v>24.3</c:v>
                </c:pt>
                <c:pt idx="39916">
                  <c:v>24.35</c:v>
                </c:pt>
                <c:pt idx="39917">
                  <c:v>24.35</c:v>
                </c:pt>
                <c:pt idx="39918">
                  <c:v>24.4</c:v>
                </c:pt>
                <c:pt idx="39919">
                  <c:v>24.35</c:v>
                </c:pt>
                <c:pt idx="39920">
                  <c:v>24.4</c:v>
                </c:pt>
                <c:pt idx="39921">
                  <c:v>24.4</c:v>
                </c:pt>
                <c:pt idx="39922">
                  <c:v>24.45</c:v>
                </c:pt>
                <c:pt idx="39923">
                  <c:v>24.45</c:v>
                </c:pt>
                <c:pt idx="39924">
                  <c:v>24.45</c:v>
                </c:pt>
                <c:pt idx="39925">
                  <c:v>24.45</c:v>
                </c:pt>
                <c:pt idx="39926">
                  <c:v>24.5</c:v>
                </c:pt>
                <c:pt idx="39927">
                  <c:v>24.5</c:v>
                </c:pt>
                <c:pt idx="39928">
                  <c:v>24.55</c:v>
                </c:pt>
                <c:pt idx="39929">
                  <c:v>24.6</c:v>
                </c:pt>
                <c:pt idx="39930">
                  <c:v>24.6</c:v>
                </c:pt>
                <c:pt idx="39931">
                  <c:v>24.6</c:v>
                </c:pt>
                <c:pt idx="39932">
                  <c:v>24.6</c:v>
                </c:pt>
                <c:pt idx="39933">
                  <c:v>24.55</c:v>
                </c:pt>
                <c:pt idx="39934">
                  <c:v>24.55</c:v>
                </c:pt>
                <c:pt idx="39935">
                  <c:v>24.55</c:v>
                </c:pt>
                <c:pt idx="39936">
                  <c:v>24.5</c:v>
                </c:pt>
                <c:pt idx="39937">
                  <c:v>24.45</c:v>
                </c:pt>
                <c:pt idx="39938">
                  <c:v>24.4</c:v>
                </c:pt>
                <c:pt idx="39939">
                  <c:v>24.4</c:v>
                </c:pt>
                <c:pt idx="39940">
                  <c:v>24.35</c:v>
                </c:pt>
                <c:pt idx="39941">
                  <c:v>24.35</c:v>
                </c:pt>
                <c:pt idx="39942">
                  <c:v>24.35</c:v>
                </c:pt>
                <c:pt idx="39943">
                  <c:v>24.3</c:v>
                </c:pt>
                <c:pt idx="39944">
                  <c:v>24.35</c:v>
                </c:pt>
                <c:pt idx="39945">
                  <c:v>24.35</c:v>
                </c:pt>
                <c:pt idx="39946">
                  <c:v>24.35</c:v>
                </c:pt>
                <c:pt idx="39947">
                  <c:v>24.35</c:v>
                </c:pt>
                <c:pt idx="39948">
                  <c:v>24.35</c:v>
                </c:pt>
                <c:pt idx="39949">
                  <c:v>24.4</c:v>
                </c:pt>
                <c:pt idx="39950">
                  <c:v>24.4</c:v>
                </c:pt>
                <c:pt idx="39951">
                  <c:v>24.45</c:v>
                </c:pt>
                <c:pt idx="39952">
                  <c:v>24.45</c:v>
                </c:pt>
                <c:pt idx="39953">
                  <c:v>24.45</c:v>
                </c:pt>
                <c:pt idx="39954">
                  <c:v>24.45</c:v>
                </c:pt>
                <c:pt idx="39955">
                  <c:v>24.5</c:v>
                </c:pt>
                <c:pt idx="39956">
                  <c:v>24.5</c:v>
                </c:pt>
                <c:pt idx="39957">
                  <c:v>24.55</c:v>
                </c:pt>
                <c:pt idx="39958">
                  <c:v>24.55</c:v>
                </c:pt>
                <c:pt idx="39959">
                  <c:v>24.6</c:v>
                </c:pt>
                <c:pt idx="39960">
                  <c:v>24.6</c:v>
                </c:pt>
                <c:pt idx="39961">
                  <c:v>24.65</c:v>
                </c:pt>
                <c:pt idx="39962">
                  <c:v>24.65</c:v>
                </c:pt>
                <c:pt idx="39963">
                  <c:v>24.65</c:v>
                </c:pt>
                <c:pt idx="39964">
                  <c:v>24.6</c:v>
                </c:pt>
                <c:pt idx="39965">
                  <c:v>24.5</c:v>
                </c:pt>
                <c:pt idx="39966">
                  <c:v>24.5</c:v>
                </c:pt>
                <c:pt idx="39967">
                  <c:v>24.45</c:v>
                </c:pt>
                <c:pt idx="39968">
                  <c:v>24.4</c:v>
                </c:pt>
                <c:pt idx="39969">
                  <c:v>24.35</c:v>
                </c:pt>
                <c:pt idx="39970">
                  <c:v>24.35</c:v>
                </c:pt>
                <c:pt idx="39971">
                  <c:v>24.35</c:v>
                </c:pt>
                <c:pt idx="39972">
                  <c:v>24.3</c:v>
                </c:pt>
                <c:pt idx="39973">
                  <c:v>24.3</c:v>
                </c:pt>
                <c:pt idx="39974">
                  <c:v>24.3</c:v>
                </c:pt>
                <c:pt idx="39975">
                  <c:v>24.3</c:v>
                </c:pt>
                <c:pt idx="39976">
                  <c:v>24.3</c:v>
                </c:pt>
                <c:pt idx="39977">
                  <c:v>24.35</c:v>
                </c:pt>
                <c:pt idx="39978">
                  <c:v>24.35</c:v>
                </c:pt>
                <c:pt idx="39979">
                  <c:v>24.35</c:v>
                </c:pt>
                <c:pt idx="39980">
                  <c:v>24.35</c:v>
                </c:pt>
                <c:pt idx="39981">
                  <c:v>24.35</c:v>
                </c:pt>
                <c:pt idx="39982">
                  <c:v>24.4</c:v>
                </c:pt>
                <c:pt idx="39983">
                  <c:v>24.4</c:v>
                </c:pt>
                <c:pt idx="39984">
                  <c:v>24.4</c:v>
                </c:pt>
                <c:pt idx="39985">
                  <c:v>24.45</c:v>
                </c:pt>
                <c:pt idx="39986">
                  <c:v>24.45</c:v>
                </c:pt>
                <c:pt idx="39987">
                  <c:v>24.5</c:v>
                </c:pt>
                <c:pt idx="39988">
                  <c:v>24.5</c:v>
                </c:pt>
                <c:pt idx="39989">
                  <c:v>24.55</c:v>
                </c:pt>
                <c:pt idx="39990">
                  <c:v>24.55</c:v>
                </c:pt>
                <c:pt idx="39991">
                  <c:v>24.55</c:v>
                </c:pt>
                <c:pt idx="39992">
                  <c:v>24.55</c:v>
                </c:pt>
                <c:pt idx="39993">
                  <c:v>24.55</c:v>
                </c:pt>
                <c:pt idx="39994">
                  <c:v>24.5</c:v>
                </c:pt>
                <c:pt idx="39995">
                  <c:v>24.45</c:v>
                </c:pt>
                <c:pt idx="39996">
                  <c:v>24.45</c:v>
                </c:pt>
                <c:pt idx="39997">
                  <c:v>24.4</c:v>
                </c:pt>
                <c:pt idx="39998">
                  <c:v>24.35</c:v>
                </c:pt>
                <c:pt idx="39999">
                  <c:v>24.35</c:v>
                </c:pt>
                <c:pt idx="40000">
                  <c:v>24.3</c:v>
                </c:pt>
                <c:pt idx="40001">
                  <c:v>24.3</c:v>
                </c:pt>
                <c:pt idx="40002">
                  <c:v>24.3</c:v>
                </c:pt>
                <c:pt idx="40003">
                  <c:v>24.3</c:v>
                </c:pt>
                <c:pt idx="40004">
                  <c:v>24.3</c:v>
                </c:pt>
                <c:pt idx="40005">
                  <c:v>24.3</c:v>
                </c:pt>
                <c:pt idx="40006">
                  <c:v>24.3</c:v>
                </c:pt>
                <c:pt idx="40007">
                  <c:v>24.35</c:v>
                </c:pt>
                <c:pt idx="40008">
                  <c:v>24.35</c:v>
                </c:pt>
                <c:pt idx="40009">
                  <c:v>24.35</c:v>
                </c:pt>
                <c:pt idx="40010">
                  <c:v>24.35</c:v>
                </c:pt>
                <c:pt idx="40011">
                  <c:v>24.4</c:v>
                </c:pt>
                <c:pt idx="40012">
                  <c:v>24.4</c:v>
                </c:pt>
                <c:pt idx="40013">
                  <c:v>24.45</c:v>
                </c:pt>
                <c:pt idx="40014">
                  <c:v>24.45</c:v>
                </c:pt>
                <c:pt idx="40015">
                  <c:v>24.45</c:v>
                </c:pt>
                <c:pt idx="40016">
                  <c:v>24.5</c:v>
                </c:pt>
                <c:pt idx="40017">
                  <c:v>24.5</c:v>
                </c:pt>
                <c:pt idx="40018">
                  <c:v>24.55</c:v>
                </c:pt>
                <c:pt idx="40019">
                  <c:v>24.55</c:v>
                </c:pt>
                <c:pt idx="40020">
                  <c:v>24.6</c:v>
                </c:pt>
                <c:pt idx="40021">
                  <c:v>24.6</c:v>
                </c:pt>
                <c:pt idx="40022">
                  <c:v>24.6</c:v>
                </c:pt>
                <c:pt idx="40023">
                  <c:v>24.6</c:v>
                </c:pt>
                <c:pt idx="40024">
                  <c:v>24.55</c:v>
                </c:pt>
                <c:pt idx="40025">
                  <c:v>24.5</c:v>
                </c:pt>
                <c:pt idx="40026">
                  <c:v>24.5</c:v>
                </c:pt>
                <c:pt idx="40027">
                  <c:v>24.45</c:v>
                </c:pt>
                <c:pt idx="40028">
                  <c:v>24.45</c:v>
                </c:pt>
                <c:pt idx="40029">
                  <c:v>24.4</c:v>
                </c:pt>
                <c:pt idx="40030">
                  <c:v>24.4</c:v>
                </c:pt>
                <c:pt idx="40031">
                  <c:v>24.35</c:v>
                </c:pt>
                <c:pt idx="40032">
                  <c:v>24.35</c:v>
                </c:pt>
                <c:pt idx="40033">
                  <c:v>24.35</c:v>
                </c:pt>
                <c:pt idx="40034">
                  <c:v>24.35</c:v>
                </c:pt>
                <c:pt idx="40035">
                  <c:v>24.35</c:v>
                </c:pt>
                <c:pt idx="40036">
                  <c:v>24.35</c:v>
                </c:pt>
                <c:pt idx="40037">
                  <c:v>24.35</c:v>
                </c:pt>
                <c:pt idx="40038">
                  <c:v>24.35</c:v>
                </c:pt>
                <c:pt idx="40039">
                  <c:v>24.35</c:v>
                </c:pt>
                <c:pt idx="40040">
                  <c:v>24.4</c:v>
                </c:pt>
                <c:pt idx="40041">
                  <c:v>24.4</c:v>
                </c:pt>
                <c:pt idx="40042">
                  <c:v>24.45</c:v>
                </c:pt>
                <c:pt idx="40043">
                  <c:v>24.45</c:v>
                </c:pt>
                <c:pt idx="40044">
                  <c:v>24.45</c:v>
                </c:pt>
                <c:pt idx="40045">
                  <c:v>24.45</c:v>
                </c:pt>
                <c:pt idx="40046">
                  <c:v>24.5</c:v>
                </c:pt>
                <c:pt idx="40047">
                  <c:v>24.5</c:v>
                </c:pt>
                <c:pt idx="40048">
                  <c:v>24.5</c:v>
                </c:pt>
                <c:pt idx="40049">
                  <c:v>24.5</c:v>
                </c:pt>
                <c:pt idx="40050">
                  <c:v>24.5</c:v>
                </c:pt>
                <c:pt idx="40051">
                  <c:v>24.55</c:v>
                </c:pt>
                <c:pt idx="40052">
                  <c:v>24.55</c:v>
                </c:pt>
                <c:pt idx="40053">
                  <c:v>24.55</c:v>
                </c:pt>
                <c:pt idx="40054">
                  <c:v>24.5</c:v>
                </c:pt>
                <c:pt idx="40055">
                  <c:v>24.45</c:v>
                </c:pt>
                <c:pt idx="40056">
                  <c:v>24.45</c:v>
                </c:pt>
                <c:pt idx="40057">
                  <c:v>24.4</c:v>
                </c:pt>
                <c:pt idx="40058">
                  <c:v>24.35</c:v>
                </c:pt>
                <c:pt idx="40059">
                  <c:v>24.35</c:v>
                </c:pt>
                <c:pt idx="40060">
                  <c:v>24.35</c:v>
                </c:pt>
                <c:pt idx="40061">
                  <c:v>24.35</c:v>
                </c:pt>
                <c:pt idx="40062">
                  <c:v>24.3</c:v>
                </c:pt>
                <c:pt idx="40063">
                  <c:v>24.3</c:v>
                </c:pt>
                <c:pt idx="40064">
                  <c:v>24.35</c:v>
                </c:pt>
                <c:pt idx="40065">
                  <c:v>24.35</c:v>
                </c:pt>
                <c:pt idx="40066">
                  <c:v>24.35</c:v>
                </c:pt>
                <c:pt idx="40067">
                  <c:v>24.35</c:v>
                </c:pt>
                <c:pt idx="40068">
                  <c:v>24.35</c:v>
                </c:pt>
                <c:pt idx="40069">
                  <c:v>24.4</c:v>
                </c:pt>
                <c:pt idx="40070">
                  <c:v>24.4</c:v>
                </c:pt>
                <c:pt idx="40071">
                  <c:v>24.4</c:v>
                </c:pt>
                <c:pt idx="40072">
                  <c:v>24.45</c:v>
                </c:pt>
                <c:pt idx="40073">
                  <c:v>24.45</c:v>
                </c:pt>
                <c:pt idx="40074">
                  <c:v>24.45</c:v>
                </c:pt>
                <c:pt idx="40075">
                  <c:v>24.5</c:v>
                </c:pt>
                <c:pt idx="40076">
                  <c:v>24.5</c:v>
                </c:pt>
                <c:pt idx="40077">
                  <c:v>24.55</c:v>
                </c:pt>
                <c:pt idx="40078">
                  <c:v>24.55</c:v>
                </c:pt>
                <c:pt idx="40079">
                  <c:v>24.55</c:v>
                </c:pt>
                <c:pt idx="40080">
                  <c:v>24.55</c:v>
                </c:pt>
                <c:pt idx="40081">
                  <c:v>24.6</c:v>
                </c:pt>
                <c:pt idx="40082">
                  <c:v>24.6</c:v>
                </c:pt>
                <c:pt idx="40083">
                  <c:v>24.6</c:v>
                </c:pt>
                <c:pt idx="40084">
                  <c:v>24.55</c:v>
                </c:pt>
                <c:pt idx="40085">
                  <c:v>24.5</c:v>
                </c:pt>
                <c:pt idx="40086">
                  <c:v>24.5</c:v>
                </c:pt>
                <c:pt idx="40087">
                  <c:v>24.45</c:v>
                </c:pt>
                <c:pt idx="40088">
                  <c:v>24.4</c:v>
                </c:pt>
                <c:pt idx="40089">
                  <c:v>24.4</c:v>
                </c:pt>
                <c:pt idx="40090">
                  <c:v>24.35</c:v>
                </c:pt>
                <c:pt idx="40091">
                  <c:v>24.35</c:v>
                </c:pt>
                <c:pt idx="40092">
                  <c:v>24.35</c:v>
                </c:pt>
                <c:pt idx="40093">
                  <c:v>24.35</c:v>
                </c:pt>
                <c:pt idx="40094">
                  <c:v>24.35</c:v>
                </c:pt>
                <c:pt idx="40095">
                  <c:v>24.35</c:v>
                </c:pt>
                <c:pt idx="40096">
                  <c:v>24.35</c:v>
                </c:pt>
                <c:pt idx="40097">
                  <c:v>24.35</c:v>
                </c:pt>
                <c:pt idx="40098">
                  <c:v>24.4</c:v>
                </c:pt>
                <c:pt idx="40099">
                  <c:v>24.4</c:v>
                </c:pt>
                <c:pt idx="40100">
                  <c:v>24.4</c:v>
                </c:pt>
                <c:pt idx="40101">
                  <c:v>24.4</c:v>
                </c:pt>
                <c:pt idx="40102">
                  <c:v>24.45</c:v>
                </c:pt>
                <c:pt idx="40103">
                  <c:v>24.45</c:v>
                </c:pt>
                <c:pt idx="40104">
                  <c:v>24.45</c:v>
                </c:pt>
                <c:pt idx="40105">
                  <c:v>24.5</c:v>
                </c:pt>
                <c:pt idx="40106">
                  <c:v>24.5</c:v>
                </c:pt>
                <c:pt idx="40107">
                  <c:v>24.5</c:v>
                </c:pt>
                <c:pt idx="40108">
                  <c:v>24.55</c:v>
                </c:pt>
                <c:pt idx="40109">
                  <c:v>24.55</c:v>
                </c:pt>
                <c:pt idx="40110">
                  <c:v>24.6</c:v>
                </c:pt>
                <c:pt idx="40111">
                  <c:v>24.6</c:v>
                </c:pt>
                <c:pt idx="40112">
                  <c:v>24.6</c:v>
                </c:pt>
                <c:pt idx="40113">
                  <c:v>24.6</c:v>
                </c:pt>
                <c:pt idx="40114">
                  <c:v>24.55</c:v>
                </c:pt>
                <c:pt idx="40115">
                  <c:v>24.5</c:v>
                </c:pt>
                <c:pt idx="40116">
                  <c:v>24.5</c:v>
                </c:pt>
                <c:pt idx="40117">
                  <c:v>24.45</c:v>
                </c:pt>
                <c:pt idx="40118">
                  <c:v>24.4</c:v>
                </c:pt>
                <c:pt idx="40119">
                  <c:v>24.35</c:v>
                </c:pt>
                <c:pt idx="40120">
                  <c:v>24.35</c:v>
                </c:pt>
                <c:pt idx="40121">
                  <c:v>24.35</c:v>
                </c:pt>
                <c:pt idx="40122">
                  <c:v>24.3</c:v>
                </c:pt>
                <c:pt idx="40123">
                  <c:v>24.3</c:v>
                </c:pt>
                <c:pt idx="40124">
                  <c:v>24.3</c:v>
                </c:pt>
                <c:pt idx="40125">
                  <c:v>24.3</c:v>
                </c:pt>
                <c:pt idx="40126">
                  <c:v>24.3</c:v>
                </c:pt>
                <c:pt idx="40127">
                  <c:v>24.3</c:v>
                </c:pt>
                <c:pt idx="40128">
                  <c:v>24.3</c:v>
                </c:pt>
                <c:pt idx="40129">
                  <c:v>24.35</c:v>
                </c:pt>
                <c:pt idx="40130">
                  <c:v>24.35</c:v>
                </c:pt>
                <c:pt idx="40131">
                  <c:v>24.35</c:v>
                </c:pt>
                <c:pt idx="40132">
                  <c:v>24.4</c:v>
                </c:pt>
                <c:pt idx="40133">
                  <c:v>24.4</c:v>
                </c:pt>
                <c:pt idx="40134">
                  <c:v>24.45</c:v>
                </c:pt>
                <c:pt idx="40135">
                  <c:v>24.45</c:v>
                </c:pt>
                <c:pt idx="40136">
                  <c:v>24.5</c:v>
                </c:pt>
                <c:pt idx="40137">
                  <c:v>24.5</c:v>
                </c:pt>
                <c:pt idx="40138">
                  <c:v>24.55</c:v>
                </c:pt>
                <c:pt idx="40139">
                  <c:v>24.55</c:v>
                </c:pt>
                <c:pt idx="40140">
                  <c:v>24.6</c:v>
                </c:pt>
                <c:pt idx="40141">
                  <c:v>24.6</c:v>
                </c:pt>
                <c:pt idx="40142">
                  <c:v>24.6</c:v>
                </c:pt>
                <c:pt idx="40143">
                  <c:v>24.6</c:v>
                </c:pt>
                <c:pt idx="40144">
                  <c:v>24.55</c:v>
                </c:pt>
                <c:pt idx="40145">
                  <c:v>24.5</c:v>
                </c:pt>
                <c:pt idx="40146">
                  <c:v>24.45</c:v>
                </c:pt>
                <c:pt idx="40147">
                  <c:v>24.45</c:v>
                </c:pt>
                <c:pt idx="40148">
                  <c:v>24.45</c:v>
                </c:pt>
                <c:pt idx="40149">
                  <c:v>24.4</c:v>
                </c:pt>
                <c:pt idx="40150">
                  <c:v>24.35</c:v>
                </c:pt>
                <c:pt idx="40151">
                  <c:v>24.35</c:v>
                </c:pt>
                <c:pt idx="40152">
                  <c:v>24.3</c:v>
                </c:pt>
                <c:pt idx="40153">
                  <c:v>24.3</c:v>
                </c:pt>
                <c:pt idx="40154">
                  <c:v>24.3</c:v>
                </c:pt>
                <c:pt idx="40155">
                  <c:v>24.3</c:v>
                </c:pt>
                <c:pt idx="40156">
                  <c:v>24.3</c:v>
                </c:pt>
                <c:pt idx="40157">
                  <c:v>24.35</c:v>
                </c:pt>
                <c:pt idx="40158">
                  <c:v>24.35</c:v>
                </c:pt>
                <c:pt idx="40159">
                  <c:v>24.35</c:v>
                </c:pt>
                <c:pt idx="40160">
                  <c:v>24.35</c:v>
                </c:pt>
                <c:pt idx="40161">
                  <c:v>24.4</c:v>
                </c:pt>
                <c:pt idx="40162">
                  <c:v>24.4</c:v>
                </c:pt>
                <c:pt idx="40163">
                  <c:v>24.45</c:v>
                </c:pt>
                <c:pt idx="40164">
                  <c:v>24.45</c:v>
                </c:pt>
                <c:pt idx="40165">
                  <c:v>24.45</c:v>
                </c:pt>
                <c:pt idx="40166">
                  <c:v>24.5</c:v>
                </c:pt>
                <c:pt idx="40167">
                  <c:v>24.5</c:v>
                </c:pt>
                <c:pt idx="40168">
                  <c:v>24.5</c:v>
                </c:pt>
                <c:pt idx="40169">
                  <c:v>24.55</c:v>
                </c:pt>
                <c:pt idx="40170">
                  <c:v>24.55</c:v>
                </c:pt>
                <c:pt idx="40171">
                  <c:v>24.6</c:v>
                </c:pt>
                <c:pt idx="40172">
                  <c:v>24.6</c:v>
                </c:pt>
                <c:pt idx="40173">
                  <c:v>24.55</c:v>
                </c:pt>
                <c:pt idx="40174">
                  <c:v>24.55</c:v>
                </c:pt>
                <c:pt idx="40175">
                  <c:v>24.5</c:v>
                </c:pt>
                <c:pt idx="40176">
                  <c:v>24.45</c:v>
                </c:pt>
                <c:pt idx="40177">
                  <c:v>24.4</c:v>
                </c:pt>
                <c:pt idx="40178">
                  <c:v>24.4</c:v>
                </c:pt>
                <c:pt idx="40179">
                  <c:v>24.4</c:v>
                </c:pt>
                <c:pt idx="40180">
                  <c:v>24.35</c:v>
                </c:pt>
                <c:pt idx="40181">
                  <c:v>24.35</c:v>
                </c:pt>
                <c:pt idx="40182">
                  <c:v>24.3</c:v>
                </c:pt>
                <c:pt idx="40183">
                  <c:v>24.35</c:v>
                </c:pt>
                <c:pt idx="40184">
                  <c:v>24.3</c:v>
                </c:pt>
                <c:pt idx="40185">
                  <c:v>24.3</c:v>
                </c:pt>
                <c:pt idx="40186">
                  <c:v>24.3</c:v>
                </c:pt>
                <c:pt idx="40187">
                  <c:v>24.3</c:v>
                </c:pt>
                <c:pt idx="40188">
                  <c:v>24.35</c:v>
                </c:pt>
                <c:pt idx="40189">
                  <c:v>24.35</c:v>
                </c:pt>
                <c:pt idx="40190">
                  <c:v>24.35</c:v>
                </c:pt>
                <c:pt idx="40191">
                  <c:v>24.35</c:v>
                </c:pt>
                <c:pt idx="40192">
                  <c:v>24.4</c:v>
                </c:pt>
                <c:pt idx="40193">
                  <c:v>24.4</c:v>
                </c:pt>
                <c:pt idx="40194">
                  <c:v>24.45</c:v>
                </c:pt>
                <c:pt idx="40195">
                  <c:v>24.45</c:v>
                </c:pt>
                <c:pt idx="40196">
                  <c:v>24.45</c:v>
                </c:pt>
                <c:pt idx="40197">
                  <c:v>24.5</c:v>
                </c:pt>
                <c:pt idx="40198">
                  <c:v>24.5</c:v>
                </c:pt>
                <c:pt idx="40199">
                  <c:v>24.55</c:v>
                </c:pt>
                <c:pt idx="40200">
                  <c:v>24.55</c:v>
                </c:pt>
                <c:pt idx="40201">
                  <c:v>24.55</c:v>
                </c:pt>
                <c:pt idx="40202">
                  <c:v>24.55</c:v>
                </c:pt>
                <c:pt idx="40203">
                  <c:v>24.55</c:v>
                </c:pt>
                <c:pt idx="40204">
                  <c:v>24.55</c:v>
                </c:pt>
                <c:pt idx="40205">
                  <c:v>24.5</c:v>
                </c:pt>
                <c:pt idx="40206">
                  <c:v>24.45</c:v>
                </c:pt>
                <c:pt idx="40207">
                  <c:v>24.4</c:v>
                </c:pt>
                <c:pt idx="40208">
                  <c:v>24.4</c:v>
                </c:pt>
                <c:pt idx="40209">
                  <c:v>24.35</c:v>
                </c:pt>
                <c:pt idx="40210">
                  <c:v>24.35</c:v>
                </c:pt>
                <c:pt idx="40211">
                  <c:v>24.35</c:v>
                </c:pt>
                <c:pt idx="40212">
                  <c:v>24.35</c:v>
                </c:pt>
                <c:pt idx="40213">
                  <c:v>24.35</c:v>
                </c:pt>
                <c:pt idx="40214">
                  <c:v>24.35</c:v>
                </c:pt>
                <c:pt idx="40215">
                  <c:v>24.35</c:v>
                </c:pt>
                <c:pt idx="40216">
                  <c:v>24.35</c:v>
                </c:pt>
                <c:pt idx="40217">
                  <c:v>24.35</c:v>
                </c:pt>
                <c:pt idx="40218">
                  <c:v>24.4</c:v>
                </c:pt>
                <c:pt idx="40219">
                  <c:v>24.4</c:v>
                </c:pt>
                <c:pt idx="40220">
                  <c:v>24.4</c:v>
                </c:pt>
                <c:pt idx="40221">
                  <c:v>24.4</c:v>
                </c:pt>
                <c:pt idx="40222">
                  <c:v>24.45</c:v>
                </c:pt>
                <c:pt idx="40223">
                  <c:v>24.45</c:v>
                </c:pt>
                <c:pt idx="40224">
                  <c:v>24.45</c:v>
                </c:pt>
                <c:pt idx="40225">
                  <c:v>24.45</c:v>
                </c:pt>
                <c:pt idx="40226">
                  <c:v>24.5</c:v>
                </c:pt>
                <c:pt idx="40227">
                  <c:v>24.5</c:v>
                </c:pt>
                <c:pt idx="40228">
                  <c:v>24.5</c:v>
                </c:pt>
                <c:pt idx="40229">
                  <c:v>24.55</c:v>
                </c:pt>
                <c:pt idx="40230">
                  <c:v>24.55</c:v>
                </c:pt>
                <c:pt idx="40231">
                  <c:v>24.6</c:v>
                </c:pt>
                <c:pt idx="40232">
                  <c:v>24.6</c:v>
                </c:pt>
                <c:pt idx="40233">
                  <c:v>24.6</c:v>
                </c:pt>
                <c:pt idx="40234">
                  <c:v>24.55</c:v>
                </c:pt>
                <c:pt idx="40235">
                  <c:v>24.5</c:v>
                </c:pt>
                <c:pt idx="40236">
                  <c:v>24.5</c:v>
                </c:pt>
                <c:pt idx="40237">
                  <c:v>24.45</c:v>
                </c:pt>
                <c:pt idx="40238">
                  <c:v>24.4</c:v>
                </c:pt>
                <c:pt idx="40239">
                  <c:v>24.4</c:v>
                </c:pt>
                <c:pt idx="40240">
                  <c:v>24.4</c:v>
                </c:pt>
                <c:pt idx="40241">
                  <c:v>24.35</c:v>
                </c:pt>
                <c:pt idx="40242">
                  <c:v>24.35</c:v>
                </c:pt>
                <c:pt idx="40243">
                  <c:v>24.4</c:v>
                </c:pt>
                <c:pt idx="40244">
                  <c:v>24.35</c:v>
                </c:pt>
                <c:pt idx="40245">
                  <c:v>24.35</c:v>
                </c:pt>
                <c:pt idx="40246">
                  <c:v>24.35</c:v>
                </c:pt>
                <c:pt idx="40247">
                  <c:v>24.4</c:v>
                </c:pt>
                <c:pt idx="40248">
                  <c:v>24.4</c:v>
                </c:pt>
                <c:pt idx="40249">
                  <c:v>24.4</c:v>
                </c:pt>
                <c:pt idx="40250">
                  <c:v>24.4</c:v>
                </c:pt>
                <c:pt idx="40251">
                  <c:v>24.4</c:v>
                </c:pt>
                <c:pt idx="40252">
                  <c:v>24.45</c:v>
                </c:pt>
                <c:pt idx="40253">
                  <c:v>24.45</c:v>
                </c:pt>
                <c:pt idx="40254">
                  <c:v>24.45</c:v>
                </c:pt>
                <c:pt idx="40255">
                  <c:v>24.45</c:v>
                </c:pt>
                <c:pt idx="40256">
                  <c:v>24.5</c:v>
                </c:pt>
                <c:pt idx="40257">
                  <c:v>24.5</c:v>
                </c:pt>
                <c:pt idx="40258">
                  <c:v>24.55</c:v>
                </c:pt>
                <c:pt idx="40259">
                  <c:v>24.55</c:v>
                </c:pt>
                <c:pt idx="40260">
                  <c:v>24.6</c:v>
                </c:pt>
                <c:pt idx="40261">
                  <c:v>24.6</c:v>
                </c:pt>
                <c:pt idx="40262">
                  <c:v>24.6</c:v>
                </c:pt>
                <c:pt idx="40263">
                  <c:v>24.6</c:v>
                </c:pt>
                <c:pt idx="40264">
                  <c:v>24.6</c:v>
                </c:pt>
                <c:pt idx="40265">
                  <c:v>24.55</c:v>
                </c:pt>
                <c:pt idx="40266">
                  <c:v>24.5</c:v>
                </c:pt>
                <c:pt idx="40267">
                  <c:v>24.45</c:v>
                </c:pt>
                <c:pt idx="40268">
                  <c:v>24.45</c:v>
                </c:pt>
                <c:pt idx="40269">
                  <c:v>24.4</c:v>
                </c:pt>
                <c:pt idx="40270">
                  <c:v>24.4</c:v>
                </c:pt>
                <c:pt idx="40271">
                  <c:v>24.35</c:v>
                </c:pt>
                <c:pt idx="40272">
                  <c:v>24.35</c:v>
                </c:pt>
                <c:pt idx="40273">
                  <c:v>24.35</c:v>
                </c:pt>
                <c:pt idx="40274">
                  <c:v>24.35</c:v>
                </c:pt>
                <c:pt idx="40275">
                  <c:v>24.35</c:v>
                </c:pt>
                <c:pt idx="40276">
                  <c:v>24.35</c:v>
                </c:pt>
                <c:pt idx="40277">
                  <c:v>24.35</c:v>
                </c:pt>
                <c:pt idx="40278">
                  <c:v>24.35</c:v>
                </c:pt>
                <c:pt idx="40279">
                  <c:v>24.35</c:v>
                </c:pt>
                <c:pt idx="40280">
                  <c:v>24.4</c:v>
                </c:pt>
                <c:pt idx="40281">
                  <c:v>24.4</c:v>
                </c:pt>
                <c:pt idx="40282">
                  <c:v>24.4</c:v>
                </c:pt>
                <c:pt idx="40283">
                  <c:v>24.4</c:v>
                </c:pt>
                <c:pt idx="40284">
                  <c:v>24.45</c:v>
                </c:pt>
                <c:pt idx="40285">
                  <c:v>24.45</c:v>
                </c:pt>
                <c:pt idx="40286">
                  <c:v>24.5</c:v>
                </c:pt>
                <c:pt idx="40287">
                  <c:v>24.5</c:v>
                </c:pt>
                <c:pt idx="40288">
                  <c:v>24.55</c:v>
                </c:pt>
                <c:pt idx="40289">
                  <c:v>24.55</c:v>
                </c:pt>
                <c:pt idx="40290">
                  <c:v>24.6</c:v>
                </c:pt>
                <c:pt idx="40291">
                  <c:v>24.6</c:v>
                </c:pt>
                <c:pt idx="40292">
                  <c:v>24.6</c:v>
                </c:pt>
                <c:pt idx="40293">
                  <c:v>24.6</c:v>
                </c:pt>
                <c:pt idx="40294">
                  <c:v>24.55</c:v>
                </c:pt>
                <c:pt idx="40295">
                  <c:v>24.55</c:v>
                </c:pt>
                <c:pt idx="40296">
                  <c:v>24.5</c:v>
                </c:pt>
                <c:pt idx="40297">
                  <c:v>24.45</c:v>
                </c:pt>
                <c:pt idx="40298">
                  <c:v>24.45</c:v>
                </c:pt>
                <c:pt idx="40299">
                  <c:v>24.4</c:v>
                </c:pt>
                <c:pt idx="40300">
                  <c:v>24.35</c:v>
                </c:pt>
                <c:pt idx="40301">
                  <c:v>24.35</c:v>
                </c:pt>
                <c:pt idx="40302">
                  <c:v>24.35</c:v>
                </c:pt>
                <c:pt idx="40303">
                  <c:v>24.3</c:v>
                </c:pt>
                <c:pt idx="40304">
                  <c:v>24.3</c:v>
                </c:pt>
                <c:pt idx="40305">
                  <c:v>24.3</c:v>
                </c:pt>
                <c:pt idx="40306">
                  <c:v>24.3</c:v>
                </c:pt>
                <c:pt idx="40307">
                  <c:v>24.3</c:v>
                </c:pt>
                <c:pt idx="40308">
                  <c:v>24.3</c:v>
                </c:pt>
                <c:pt idx="40309">
                  <c:v>24.35</c:v>
                </c:pt>
                <c:pt idx="40310">
                  <c:v>24.35</c:v>
                </c:pt>
                <c:pt idx="40311">
                  <c:v>24.4</c:v>
                </c:pt>
                <c:pt idx="40312">
                  <c:v>24.4</c:v>
                </c:pt>
                <c:pt idx="40313">
                  <c:v>24.4</c:v>
                </c:pt>
                <c:pt idx="40314">
                  <c:v>24.45</c:v>
                </c:pt>
                <c:pt idx="40315">
                  <c:v>24.45</c:v>
                </c:pt>
                <c:pt idx="40316">
                  <c:v>24.5</c:v>
                </c:pt>
                <c:pt idx="40317">
                  <c:v>24.5</c:v>
                </c:pt>
                <c:pt idx="40318">
                  <c:v>24.55</c:v>
                </c:pt>
                <c:pt idx="40319">
                  <c:v>24.55</c:v>
                </c:pt>
                <c:pt idx="40320">
                  <c:v>24.6</c:v>
                </c:pt>
                <c:pt idx="40321">
                  <c:v>24.6</c:v>
                </c:pt>
                <c:pt idx="40322">
                  <c:v>24.6</c:v>
                </c:pt>
                <c:pt idx="40323">
                  <c:v>24.6</c:v>
                </c:pt>
                <c:pt idx="40324">
                  <c:v>24.55</c:v>
                </c:pt>
                <c:pt idx="40325">
                  <c:v>24.5</c:v>
                </c:pt>
                <c:pt idx="40326">
                  <c:v>24.45</c:v>
                </c:pt>
                <c:pt idx="40327">
                  <c:v>24.4</c:v>
                </c:pt>
                <c:pt idx="40328">
                  <c:v>24.4</c:v>
                </c:pt>
                <c:pt idx="40329">
                  <c:v>24.35</c:v>
                </c:pt>
                <c:pt idx="40330">
                  <c:v>24.35</c:v>
                </c:pt>
                <c:pt idx="40331">
                  <c:v>24.3</c:v>
                </c:pt>
                <c:pt idx="40332">
                  <c:v>24.3</c:v>
                </c:pt>
                <c:pt idx="40333">
                  <c:v>24.3</c:v>
                </c:pt>
                <c:pt idx="40334">
                  <c:v>24.3</c:v>
                </c:pt>
                <c:pt idx="40335">
                  <c:v>24.3</c:v>
                </c:pt>
                <c:pt idx="40336">
                  <c:v>24.3</c:v>
                </c:pt>
                <c:pt idx="40337">
                  <c:v>24.3</c:v>
                </c:pt>
                <c:pt idx="40338">
                  <c:v>24.35</c:v>
                </c:pt>
                <c:pt idx="40339">
                  <c:v>24.35</c:v>
                </c:pt>
                <c:pt idx="40340">
                  <c:v>24.35</c:v>
                </c:pt>
                <c:pt idx="40341">
                  <c:v>24.4</c:v>
                </c:pt>
                <c:pt idx="40342">
                  <c:v>24.4</c:v>
                </c:pt>
                <c:pt idx="40343">
                  <c:v>24.45</c:v>
                </c:pt>
                <c:pt idx="40344">
                  <c:v>24.45</c:v>
                </c:pt>
                <c:pt idx="40345">
                  <c:v>24.5</c:v>
                </c:pt>
                <c:pt idx="40346">
                  <c:v>24.5</c:v>
                </c:pt>
                <c:pt idx="40347">
                  <c:v>24.55</c:v>
                </c:pt>
                <c:pt idx="40348">
                  <c:v>24.55</c:v>
                </c:pt>
                <c:pt idx="40349">
                  <c:v>24.55</c:v>
                </c:pt>
                <c:pt idx="40350">
                  <c:v>24.6</c:v>
                </c:pt>
                <c:pt idx="40351">
                  <c:v>24.6</c:v>
                </c:pt>
                <c:pt idx="40352">
                  <c:v>24.6</c:v>
                </c:pt>
                <c:pt idx="40353">
                  <c:v>24.6</c:v>
                </c:pt>
                <c:pt idx="40354">
                  <c:v>24.55</c:v>
                </c:pt>
                <c:pt idx="40355">
                  <c:v>24.5</c:v>
                </c:pt>
                <c:pt idx="40356">
                  <c:v>24.45</c:v>
                </c:pt>
                <c:pt idx="40357">
                  <c:v>24.45</c:v>
                </c:pt>
                <c:pt idx="40358">
                  <c:v>24.35</c:v>
                </c:pt>
                <c:pt idx="40359">
                  <c:v>24.35</c:v>
                </c:pt>
                <c:pt idx="40360">
                  <c:v>24.35</c:v>
                </c:pt>
                <c:pt idx="40361">
                  <c:v>24.35</c:v>
                </c:pt>
                <c:pt idx="40362">
                  <c:v>24.3</c:v>
                </c:pt>
                <c:pt idx="40363">
                  <c:v>24.3</c:v>
                </c:pt>
                <c:pt idx="40364">
                  <c:v>24.3</c:v>
                </c:pt>
                <c:pt idx="40365">
                  <c:v>24.35</c:v>
                </c:pt>
                <c:pt idx="40366">
                  <c:v>24.35</c:v>
                </c:pt>
                <c:pt idx="40367">
                  <c:v>24.35</c:v>
                </c:pt>
                <c:pt idx="40368">
                  <c:v>24.4</c:v>
                </c:pt>
                <c:pt idx="40369">
                  <c:v>24.4</c:v>
                </c:pt>
                <c:pt idx="40370">
                  <c:v>24.45</c:v>
                </c:pt>
                <c:pt idx="40371">
                  <c:v>24.45</c:v>
                </c:pt>
                <c:pt idx="40372">
                  <c:v>24.45</c:v>
                </c:pt>
                <c:pt idx="40373">
                  <c:v>24.5</c:v>
                </c:pt>
                <c:pt idx="40374">
                  <c:v>24.5</c:v>
                </c:pt>
                <c:pt idx="40375">
                  <c:v>24.5</c:v>
                </c:pt>
                <c:pt idx="40376">
                  <c:v>24.5</c:v>
                </c:pt>
                <c:pt idx="40377">
                  <c:v>24.55</c:v>
                </c:pt>
                <c:pt idx="40378">
                  <c:v>24.55</c:v>
                </c:pt>
                <c:pt idx="40379">
                  <c:v>24.55</c:v>
                </c:pt>
                <c:pt idx="40380">
                  <c:v>24.55</c:v>
                </c:pt>
                <c:pt idx="40381">
                  <c:v>24.6</c:v>
                </c:pt>
                <c:pt idx="40382">
                  <c:v>24.6</c:v>
                </c:pt>
                <c:pt idx="40383">
                  <c:v>24.6</c:v>
                </c:pt>
                <c:pt idx="40384">
                  <c:v>24.55</c:v>
                </c:pt>
                <c:pt idx="40385">
                  <c:v>24.5</c:v>
                </c:pt>
                <c:pt idx="40386">
                  <c:v>24.45</c:v>
                </c:pt>
                <c:pt idx="40387">
                  <c:v>24.4</c:v>
                </c:pt>
                <c:pt idx="40388">
                  <c:v>24.4</c:v>
                </c:pt>
                <c:pt idx="40389">
                  <c:v>24.35</c:v>
                </c:pt>
                <c:pt idx="40390">
                  <c:v>24.35</c:v>
                </c:pt>
                <c:pt idx="40391">
                  <c:v>24.35</c:v>
                </c:pt>
                <c:pt idx="40392">
                  <c:v>24.35</c:v>
                </c:pt>
                <c:pt idx="40393">
                  <c:v>24.35</c:v>
                </c:pt>
                <c:pt idx="40394">
                  <c:v>24.35</c:v>
                </c:pt>
                <c:pt idx="40395">
                  <c:v>24.35</c:v>
                </c:pt>
                <c:pt idx="40396">
                  <c:v>24.4</c:v>
                </c:pt>
                <c:pt idx="40397">
                  <c:v>24.4</c:v>
                </c:pt>
                <c:pt idx="40398">
                  <c:v>24.4</c:v>
                </c:pt>
                <c:pt idx="40399">
                  <c:v>24.4</c:v>
                </c:pt>
                <c:pt idx="40400">
                  <c:v>24.4</c:v>
                </c:pt>
                <c:pt idx="40401">
                  <c:v>24.45</c:v>
                </c:pt>
                <c:pt idx="40402">
                  <c:v>24.45</c:v>
                </c:pt>
                <c:pt idx="40403">
                  <c:v>24.45</c:v>
                </c:pt>
                <c:pt idx="40404">
                  <c:v>24.5</c:v>
                </c:pt>
                <c:pt idx="40405">
                  <c:v>24.5</c:v>
                </c:pt>
                <c:pt idx="40406">
                  <c:v>24.55</c:v>
                </c:pt>
                <c:pt idx="40407">
                  <c:v>24.55</c:v>
                </c:pt>
                <c:pt idx="40408">
                  <c:v>24.55</c:v>
                </c:pt>
                <c:pt idx="40409">
                  <c:v>24.6</c:v>
                </c:pt>
                <c:pt idx="40410">
                  <c:v>24.6</c:v>
                </c:pt>
                <c:pt idx="40411">
                  <c:v>24.6</c:v>
                </c:pt>
                <c:pt idx="40412">
                  <c:v>24.6</c:v>
                </c:pt>
                <c:pt idx="40413">
                  <c:v>24.6</c:v>
                </c:pt>
                <c:pt idx="40414">
                  <c:v>24.55</c:v>
                </c:pt>
                <c:pt idx="40415">
                  <c:v>24.5</c:v>
                </c:pt>
                <c:pt idx="40416">
                  <c:v>24.5</c:v>
                </c:pt>
                <c:pt idx="40417">
                  <c:v>24.45</c:v>
                </c:pt>
                <c:pt idx="40418">
                  <c:v>24.4</c:v>
                </c:pt>
                <c:pt idx="40419">
                  <c:v>24.4</c:v>
                </c:pt>
                <c:pt idx="40420">
                  <c:v>24.35</c:v>
                </c:pt>
                <c:pt idx="40421">
                  <c:v>24.35</c:v>
                </c:pt>
                <c:pt idx="40422">
                  <c:v>24.3</c:v>
                </c:pt>
                <c:pt idx="40423">
                  <c:v>24.3</c:v>
                </c:pt>
                <c:pt idx="40424">
                  <c:v>24.35</c:v>
                </c:pt>
                <c:pt idx="40425">
                  <c:v>24.35</c:v>
                </c:pt>
                <c:pt idx="40426">
                  <c:v>24.35</c:v>
                </c:pt>
                <c:pt idx="40427">
                  <c:v>24.4</c:v>
                </c:pt>
                <c:pt idx="40428">
                  <c:v>24.4</c:v>
                </c:pt>
                <c:pt idx="40429">
                  <c:v>24.4</c:v>
                </c:pt>
                <c:pt idx="40430">
                  <c:v>24.45</c:v>
                </c:pt>
                <c:pt idx="40431">
                  <c:v>24.45</c:v>
                </c:pt>
                <c:pt idx="40432">
                  <c:v>24.45</c:v>
                </c:pt>
                <c:pt idx="40433">
                  <c:v>24.5</c:v>
                </c:pt>
                <c:pt idx="40434">
                  <c:v>24.5</c:v>
                </c:pt>
                <c:pt idx="40435">
                  <c:v>24.5</c:v>
                </c:pt>
                <c:pt idx="40436">
                  <c:v>24.55</c:v>
                </c:pt>
                <c:pt idx="40437">
                  <c:v>24.55</c:v>
                </c:pt>
                <c:pt idx="40438">
                  <c:v>24.6</c:v>
                </c:pt>
                <c:pt idx="40439">
                  <c:v>24.6</c:v>
                </c:pt>
                <c:pt idx="40440">
                  <c:v>24.6</c:v>
                </c:pt>
                <c:pt idx="40441">
                  <c:v>24.65</c:v>
                </c:pt>
                <c:pt idx="40442">
                  <c:v>24.65</c:v>
                </c:pt>
                <c:pt idx="40443">
                  <c:v>24.65</c:v>
                </c:pt>
                <c:pt idx="40444">
                  <c:v>24.6</c:v>
                </c:pt>
                <c:pt idx="40445">
                  <c:v>24.55</c:v>
                </c:pt>
                <c:pt idx="40446">
                  <c:v>24.5</c:v>
                </c:pt>
                <c:pt idx="40447">
                  <c:v>24.5</c:v>
                </c:pt>
                <c:pt idx="40448">
                  <c:v>24.45</c:v>
                </c:pt>
                <c:pt idx="40449">
                  <c:v>24.4</c:v>
                </c:pt>
                <c:pt idx="40450">
                  <c:v>24.4</c:v>
                </c:pt>
                <c:pt idx="40451">
                  <c:v>24.4</c:v>
                </c:pt>
                <c:pt idx="40452">
                  <c:v>24.4</c:v>
                </c:pt>
                <c:pt idx="40453">
                  <c:v>24.4</c:v>
                </c:pt>
                <c:pt idx="40454">
                  <c:v>24.4</c:v>
                </c:pt>
                <c:pt idx="40455">
                  <c:v>24.4</c:v>
                </c:pt>
                <c:pt idx="40456">
                  <c:v>24.4</c:v>
                </c:pt>
                <c:pt idx="40457">
                  <c:v>24.4</c:v>
                </c:pt>
                <c:pt idx="40458">
                  <c:v>24.4</c:v>
                </c:pt>
                <c:pt idx="40459">
                  <c:v>24.45</c:v>
                </c:pt>
                <c:pt idx="40460">
                  <c:v>24.45</c:v>
                </c:pt>
                <c:pt idx="40461">
                  <c:v>24.45</c:v>
                </c:pt>
                <c:pt idx="40462">
                  <c:v>24.45</c:v>
                </c:pt>
                <c:pt idx="40463">
                  <c:v>24.45</c:v>
                </c:pt>
                <c:pt idx="40464">
                  <c:v>24.5</c:v>
                </c:pt>
                <c:pt idx="40465">
                  <c:v>24.5</c:v>
                </c:pt>
                <c:pt idx="40466">
                  <c:v>24.5</c:v>
                </c:pt>
                <c:pt idx="40467">
                  <c:v>24.55</c:v>
                </c:pt>
                <c:pt idx="40468">
                  <c:v>24.55</c:v>
                </c:pt>
                <c:pt idx="40469">
                  <c:v>24.55</c:v>
                </c:pt>
                <c:pt idx="40470">
                  <c:v>24.6</c:v>
                </c:pt>
                <c:pt idx="40471">
                  <c:v>24.6</c:v>
                </c:pt>
                <c:pt idx="40472">
                  <c:v>24.6</c:v>
                </c:pt>
                <c:pt idx="40473">
                  <c:v>24.6</c:v>
                </c:pt>
                <c:pt idx="40474">
                  <c:v>24.55</c:v>
                </c:pt>
                <c:pt idx="40475">
                  <c:v>24.5</c:v>
                </c:pt>
                <c:pt idx="40476">
                  <c:v>24.5</c:v>
                </c:pt>
                <c:pt idx="40477">
                  <c:v>24.45</c:v>
                </c:pt>
                <c:pt idx="40478">
                  <c:v>24.45</c:v>
                </c:pt>
                <c:pt idx="40479">
                  <c:v>24.4</c:v>
                </c:pt>
                <c:pt idx="40480">
                  <c:v>24.35</c:v>
                </c:pt>
                <c:pt idx="40481">
                  <c:v>24.35</c:v>
                </c:pt>
                <c:pt idx="40482">
                  <c:v>24.35</c:v>
                </c:pt>
                <c:pt idx="40483">
                  <c:v>24.35</c:v>
                </c:pt>
                <c:pt idx="40484">
                  <c:v>24.35</c:v>
                </c:pt>
                <c:pt idx="40485">
                  <c:v>24.35</c:v>
                </c:pt>
                <c:pt idx="40486">
                  <c:v>24.4</c:v>
                </c:pt>
                <c:pt idx="40487">
                  <c:v>24.4</c:v>
                </c:pt>
                <c:pt idx="40488">
                  <c:v>24.4</c:v>
                </c:pt>
                <c:pt idx="40489">
                  <c:v>24.4</c:v>
                </c:pt>
                <c:pt idx="40490">
                  <c:v>24.45</c:v>
                </c:pt>
                <c:pt idx="40491">
                  <c:v>24.45</c:v>
                </c:pt>
                <c:pt idx="40492">
                  <c:v>24.45</c:v>
                </c:pt>
                <c:pt idx="40493">
                  <c:v>24.5</c:v>
                </c:pt>
                <c:pt idx="40494">
                  <c:v>24.5</c:v>
                </c:pt>
                <c:pt idx="40495">
                  <c:v>24.5</c:v>
                </c:pt>
                <c:pt idx="40496">
                  <c:v>24.55</c:v>
                </c:pt>
                <c:pt idx="40497">
                  <c:v>24.55</c:v>
                </c:pt>
                <c:pt idx="40498">
                  <c:v>24.55</c:v>
                </c:pt>
                <c:pt idx="40499">
                  <c:v>24.6</c:v>
                </c:pt>
                <c:pt idx="40500">
                  <c:v>24.6</c:v>
                </c:pt>
                <c:pt idx="40501">
                  <c:v>24.65</c:v>
                </c:pt>
                <c:pt idx="40502">
                  <c:v>24.65</c:v>
                </c:pt>
                <c:pt idx="40503">
                  <c:v>24.6</c:v>
                </c:pt>
                <c:pt idx="40504">
                  <c:v>24.6</c:v>
                </c:pt>
                <c:pt idx="40505">
                  <c:v>24.55</c:v>
                </c:pt>
                <c:pt idx="40506">
                  <c:v>24.5</c:v>
                </c:pt>
                <c:pt idx="40507">
                  <c:v>24.45</c:v>
                </c:pt>
                <c:pt idx="40508">
                  <c:v>24.4</c:v>
                </c:pt>
                <c:pt idx="40509">
                  <c:v>24.35</c:v>
                </c:pt>
                <c:pt idx="40510">
                  <c:v>24.35</c:v>
                </c:pt>
                <c:pt idx="40511">
                  <c:v>24.35</c:v>
                </c:pt>
                <c:pt idx="40512">
                  <c:v>24.35</c:v>
                </c:pt>
                <c:pt idx="40513">
                  <c:v>24.35</c:v>
                </c:pt>
                <c:pt idx="40514">
                  <c:v>24.35</c:v>
                </c:pt>
                <c:pt idx="40515">
                  <c:v>24.35</c:v>
                </c:pt>
                <c:pt idx="40516">
                  <c:v>24.35</c:v>
                </c:pt>
                <c:pt idx="40517">
                  <c:v>24.4</c:v>
                </c:pt>
                <c:pt idx="40518">
                  <c:v>24.4</c:v>
                </c:pt>
                <c:pt idx="40519">
                  <c:v>24.4</c:v>
                </c:pt>
                <c:pt idx="40520">
                  <c:v>24.4</c:v>
                </c:pt>
                <c:pt idx="40521">
                  <c:v>24.45</c:v>
                </c:pt>
                <c:pt idx="40522">
                  <c:v>24.45</c:v>
                </c:pt>
                <c:pt idx="40523">
                  <c:v>24.45</c:v>
                </c:pt>
                <c:pt idx="40524">
                  <c:v>24.5</c:v>
                </c:pt>
                <c:pt idx="40525">
                  <c:v>24.5</c:v>
                </c:pt>
                <c:pt idx="40526">
                  <c:v>24.55</c:v>
                </c:pt>
                <c:pt idx="40527">
                  <c:v>24.55</c:v>
                </c:pt>
                <c:pt idx="40528">
                  <c:v>24.55</c:v>
                </c:pt>
                <c:pt idx="40529">
                  <c:v>24.6</c:v>
                </c:pt>
                <c:pt idx="40530">
                  <c:v>24.6</c:v>
                </c:pt>
                <c:pt idx="40531">
                  <c:v>24.6</c:v>
                </c:pt>
                <c:pt idx="40532">
                  <c:v>24.6</c:v>
                </c:pt>
                <c:pt idx="40533">
                  <c:v>24.55</c:v>
                </c:pt>
                <c:pt idx="40534">
                  <c:v>24.55</c:v>
                </c:pt>
                <c:pt idx="40535">
                  <c:v>24.5</c:v>
                </c:pt>
                <c:pt idx="40536">
                  <c:v>24.45</c:v>
                </c:pt>
                <c:pt idx="40537">
                  <c:v>24.4</c:v>
                </c:pt>
                <c:pt idx="40538">
                  <c:v>24.35</c:v>
                </c:pt>
                <c:pt idx="40539">
                  <c:v>24.35</c:v>
                </c:pt>
                <c:pt idx="40540">
                  <c:v>24.35</c:v>
                </c:pt>
                <c:pt idx="40541">
                  <c:v>24.35</c:v>
                </c:pt>
                <c:pt idx="40542">
                  <c:v>24.35</c:v>
                </c:pt>
                <c:pt idx="40543">
                  <c:v>24.35</c:v>
                </c:pt>
                <c:pt idx="40544">
                  <c:v>24.35</c:v>
                </c:pt>
                <c:pt idx="40545">
                  <c:v>24.35</c:v>
                </c:pt>
                <c:pt idx="40546">
                  <c:v>24.35</c:v>
                </c:pt>
                <c:pt idx="40547">
                  <c:v>24.35</c:v>
                </c:pt>
                <c:pt idx="40548">
                  <c:v>24.4</c:v>
                </c:pt>
                <c:pt idx="40549">
                  <c:v>24.4</c:v>
                </c:pt>
                <c:pt idx="40550">
                  <c:v>24.45</c:v>
                </c:pt>
                <c:pt idx="40551">
                  <c:v>24.45</c:v>
                </c:pt>
                <c:pt idx="40552">
                  <c:v>24.45</c:v>
                </c:pt>
                <c:pt idx="40553">
                  <c:v>24.5</c:v>
                </c:pt>
                <c:pt idx="40554">
                  <c:v>24.5</c:v>
                </c:pt>
                <c:pt idx="40555">
                  <c:v>24.5</c:v>
                </c:pt>
                <c:pt idx="40556">
                  <c:v>24.5</c:v>
                </c:pt>
                <c:pt idx="40557">
                  <c:v>24.55</c:v>
                </c:pt>
                <c:pt idx="40558">
                  <c:v>24.55</c:v>
                </c:pt>
                <c:pt idx="40559">
                  <c:v>24.55</c:v>
                </c:pt>
                <c:pt idx="40560">
                  <c:v>24.6</c:v>
                </c:pt>
                <c:pt idx="40561">
                  <c:v>24.6</c:v>
                </c:pt>
                <c:pt idx="40562">
                  <c:v>24.6</c:v>
                </c:pt>
                <c:pt idx="40563">
                  <c:v>24.6</c:v>
                </c:pt>
                <c:pt idx="40564">
                  <c:v>24.55</c:v>
                </c:pt>
                <c:pt idx="40565">
                  <c:v>24.5</c:v>
                </c:pt>
                <c:pt idx="40566">
                  <c:v>24.5</c:v>
                </c:pt>
                <c:pt idx="40567">
                  <c:v>24.45</c:v>
                </c:pt>
                <c:pt idx="40568">
                  <c:v>24.45</c:v>
                </c:pt>
                <c:pt idx="40569">
                  <c:v>24.4</c:v>
                </c:pt>
                <c:pt idx="40570">
                  <c:v>24.35</c:v>
                </c:pt>
                <c:pt idx="40571">
                  <c:v>24.35</c:v>
                </c:pt>
                <c:pt idx="40572">
                  <c:v>24.35</c:v>
                </c:pt>
                <c:pt idx="40573">
                  <c:v>24.35</c:v>
                </c:pt>
                <c:pt idx="40574">
                  <c:v>24.35</c:v>
                </c:pt>
                <c:pt idx="40575">
                  <c:v>24.35</c:v>
                </c:pt>
                <c:pt idx="40576">
                  <c:v>24.35</c:v>
                </c:pt>
                <c:pt idx="40577">
                  <c:v>24.35</c:v>
                </c:pt>
                <c:pt idx="40578">
                  <c:v>24.4</c:v>
                </c:pt>
                <c:pt idx="40579">
                  <c:v>24.4</c:v>
                </c:pt>
                <c:pt idx="40580">
                  <c:v>24.45</c:v>
                </c:pt>
                <c:pt idx="40581">
                  <c:v>24.45</c:v>
                </c:pt>
                <c:pt idx="40582">
                  <c:v>24.45</c:v>
                </c:pt>
                <c:pt idx="40583">
                  <c:v>24.45</c:v>
                </c:pt>
                <c:pt idx="40584">
                  <c:v>24.5</c:v>
                </c:pt>
                <c:pt idx="40585">
                  <c:v>24.5</c:v>
                </c:pt>
                <c:pt idx="40586">
                  <c:v>24.55</c:v>
                </c:pt>
                <c:pt idx="40587">
                  <c:v>24.55</c:v>
                </c:pt>
                <c:pt idx="40588">
                  <c:v>24.55</c:v>
                </c:pt>
                <c:pt idx="40589">
                  <c:v>24.6</c:v>
                </c:pt>
                <c:pt idx="40590">
                  <c:v>24.6</c:v>
                </c:pt>
                <c:pt idx="40591">
                  <c:v>24.6</c:v>
                </c:pt>
                <c:pt idx="40592">
                  <c:v>24.6</c:v>
                </c:pt>
                <c:pt idx="40593">
                  <c:v>24.6</c:v>
                </c:pt>
                <c:pt idx="40594">
                  <c:v>24.55</c:v>
                </c:pt>
                <c:pt idx="40595">
                  <c:v>24.55</c:v>
                </c:pt>
                <c:pt idx="40596">
                  <c:v>24.5</c:v>
                </c:pt>
                <c:pt idx="40597">
                  <c:v>24.45</c:v>
                </c:pt>
                <c:pt idx="40598">
                  <c:v>24.4</c:v>
                </c:pt>
                <c:pt idx="40599">
                  <c:v>24.35</c:v>
                </c:pt>
                <c:pt idx="40600">
                  <c:v>24.35</c:v>
                </c:pt>
                <c:pt idx="40601">
                  <c:v>24.35</c:v>
                </c:pt>
                <c:pt idx="40602">
                  <c:v>24.3</c:v>
                </c:pt>
                <c:pt idx="40603">
                  <c:v>24.3</c:v>
                </c:pt>
                <c:pt idx="40604">
                  <c:v>24.3</c:v>
                </c:pt>
                <c:pt idx="40605">
                  <c:v>24.35</c:v>
                </c:pt>
                <c:pt idx="40606">
                  <c:v>24.35</c:v>
                </c:pt>
                <c:pt idx="40607">
                  <c:v>24.35</c:v>
                </c:pt>
                <c:pt idx="40608">
                  <c:v>24.35</c:v>
                </c:pt>
                <c:pt idx="40609">
                  <c:v>24.4</c:v>
                </c:pt>
                <c:pt idx="40610">
                  <c:v>24.4</c:v>
                </c:pt>
                <c:pt idx="40611">
                  <c:v>24.45</c:v>
                </c:pt>
                <c:pt idx="40612">
                  <c:v>24.45</c:v>
                </c:pt>
                <c:pt idx="40613">
                  <c:v>24.45</c:v>
                </c:pt>
                <c:pt idx="40614">
                  <c:v>24.5</c:v>
                </c:pt>
                <c:pt idx="40615">
                  <c:v>24.5</c:v>
                </c:pt>
                <c:pt idx="40616">
                  <c:v>24.55</c:v>
                </c:pt>
                <c:pt idx="40617">
                  <c:v>24.55</c:v>
                </c:pt>
                <c:pt idx="40618">
                  <c:v>24.55</c:v>
                </c:pt>
                <c:pt idx="40619">
                  <c:v>24.55</c:v>
                </c:pt>
                <c:pt idx="40620">
                  <c:v>24.6</c:v>
                </c:pt>
                <c:pt idx="40621">
                  <c:v>24.6</c:v>
                </c:pt>
                <c:pt idx="40622">
                  <c:v>24.6</c:v>
                </c:pt>
                <c:pt idx="40623">
                  <c:v>24.6</c:v>
                </c:pt>
                <c:pt idx="40624">
                  <c:v>24.55</c:v>
                </c:pt>
                <c:pt idx="40625">
                  <c:v>24.5</c:v>
                </c:pt>
                <c:pt idx="40626">
                  <c:v>24.45</c:v>
                </c:pt>
                <c:pt idx="40627">
                  <c:v>24.4</c:v>
                </c:pt>
                <c:pt idx="40628">
                  <c:v>24.4</c:v>
                </c:pt>
                <c:pt idx="40629">
                  <c:v>24.35</c:v>
                </c:pt>
                <c:pt idx="40630">
                  <c:v>24.35</c:v>
                </c:pt>
                <c:pt idx="40631">
                  <c:v>24.35</c:v>
                </c:pt>
                <c:pt idx="40632">
                  <c:v>24.35</c:v>
                </c:pt>
                <c:pt idx="40633">
                  <c:v>24.35</c:v>
                </c:pt>
                <c:pt idx="40634">
                  <c:v>24.35</c:v>
                </c:pt>
                <c:pt idx="40635">
                  <c:v>24.35</c:v>
                </c:pt>
                <c:pt idx="40636">
                  <c:v>24.35</c:v>
                </c:pt>
                <c:pt idx="40637">
                  <c:v>24.35</c:v>
                </c:pt>
                <c:pt idx="40638">
                  <c:v>24.35</c:v>
                </c:pt>
                <c:pt idx="40639">
                  <c:v>24.4</c:v>
                </c:pt>
                <c:pt idx="40640">
                  <c:v>24.4</c:v>
                </c:pt>
                <c:pt idx="40641">
                  <c:v>24.4</c:v>
                </c:pt>
                <c:pt idx="40642">
                  <c:v>24.45</c:v>
                </c:pt>
                <c:pt idx="40643">
                  <c:v>24.45</c:v>
                </c:pt>
                <c:pt idx="40644">
                  <c:v>24.45</c:v>
                </c:pt>
                <c:pt idx="40645">
                  <c:v>24.5</c:v>
                </c:pt>
                <c:pt idx="40646">
                  <c:v>24.5</c:v>
                </c:pt>
                <c:pt idx="40647">
                  <c:v>24.5</c:v>
                </c:pt>
                <c:pt idx="40648">
                  <c:v>24.55</c:v>
                </c:pt>
                <c:pt idx="40649">
                  <c:v>24.55</c:v>
                </c:pt>
                <c:pt idx="40650">
                  <c:v>24.6</c:v>
                </c:pt>
                <c:pt idx="40651">
                  <c:v>24.6</c:v>
                </c:pt>
                <c:pt idx="40652">
                  <c:v>24.6</c:v>
                </c:pt>
                <c:pt idx="40653">
                  <c:v>24.6</c:v>
                </c:pt>
                <c:pt idx="40654">
                  <c:v>24.55</c:v>
                </c:pt>
                <c:pt idx="40655">
                  <c:v>24.5</c:v>
                </c:pt>
                <c:pt idx="40656">
                  <c:v>24.45</c:v>
                </c:pt>
                <c:pt idx="40657">
                  <c:v>24.4</c:v>
                </c:pt>
                <c:pt idx="40658">
                  <c:v>24.4</c:v>
                </c:pt>
                <c:pt idx="40659">
                  <c:v>24.35</c:v>
                </c:pt>
                <c:pt idx="40660">
                  <c:v>24.35</c:v>
                </c:pt>
                <c:pt idx="40661">
                  <c:v>24.3</c:v>
                </c:pt>
                <c:pt idx="40662">
                  <c:v>24.3</c:v>
                </c:pt>
                <c:pt idx="40663">
                  <c:v>24.3</c:v>
                </c:pt>
                <c:pt idx="40664">
                  <c:v>24.3</c:v>
                </c:pt>
                <c:pt idx="40665">
                  <c:v>24.35</c:v>
                </c:pt>
                <c:pt idx="40666">
                  <c:v>24.35</c:v>
                </c:pt>
                <c:pt idx="40667">
                  <c:v>24.35</c:v>
                </c:pt>
                <c:pt idx="40668">
                  <c:v>24.35</c:v>
                </c:pt>
                <c:pt idx="40669">
                  <c:v>24.4</c:v>
                </c:pt>
                <c:pt idx="40670">
                  <c:v>24.4</c:v>
                </c:pt>
                <c:pt idx="40671">
                  <c:v>24.4</c:v>
                </c:pt>
                <c:pt idx="40672">
                  <c:v>24.45</c:v>
                </c:pt>
                <c:pt idx="40673">
                  <c:v>24.5</c:v>
                </c:pt>
                <c:pt idx="40674">
                  <c:v>24.5</c:v>
                </c:pt>
                <c:pt idx="40675">
                  <c:v>24.5</c:v>
                </c:pt>
                <c:pt idx="40676">
                  <c:v>24.55</c:v>
                </c:pt>
                <c:pt idx="40677">
                  <c:v>24.55</c:v>
                </c:pt>
                <c:pt idx="40678">
                  <c:v>24.55</c:v>
                </c:pt>
                <c:pt idx="40679">
                  <c:v>24.6</c:v>
                </c:pt>
                <c:pt idx="40680">
                  <c:v>24.6</c:v>
                </c:pt>
                <c:pt idx="40681">
                  <c:v>24.6</c:v>
                </c:pt>
                <c:pt idx="40682">
                  <c:v>24.6</c:v>
                </c:pt>
                <c:pt idx="40683">
                  <c:v>24.6</c:v>
                </c:pt>
                <c:pt idx="40684">
                  <c:v>24.55</c:v>
                </c:pt>
                <c:pt idx="40685">
                  <c:v>24.5</c:v>
                </c:pt>
                <c:pt idx="40686">
                  <c:v>24.5</c:v>
                </c:pt>
                <c:pt idx="40687">
                  <c:v>24.4</c:v>
                </c:pt>
                <c:pt idx="40688">
                  <c:v>24.4</c:v>
                </c:pt>
                <c:pt idx="40689">
                  <c:v>24.35</c:v>
                </c:pt>
                <c:pt idx="40690">
                  <c:v>24.35</c:v>
                </c:pt>
                <c:pt idx="40691">
                  <c:v>24.3</c:v>
                </c:pt>
                <c:pt idx="40692">
                  <c:v>24.3</c:v>
                </c:pt>
                <c:pt idx="40693">
                  <c:v>24.3</c:v>
                </c:pt>
                <c:pt idx="40694">
                  <c:v>24.35</c:v>
                </c:pt>
                <c:pt idx="40695">
                  <c:v>24.35</c:v>
                </c:pt>
                <c:pt idx="40696">
                  <c:v>24.35</c:v>
                </c:pt>
                <c:pt idx="40697">
                  <c:v>24.35</c:v>
                </c:pt>
                <c:pt idx="40698">
                  <c:v>24.4</c:v>
                </c:pt>
                <c:pt idx="40699">
                  <c:v>24.4</c:v>
                </c:pt>
                <c:pt idx="40700">
                  <c:v>24.4</c:v>
                </c:pt>
                <c:pt idx="40701">
                  <c:v>24.45</c:v>
                </c:pt>
                <c:pt idx="40702">
                  <c:v>24.45</c:v>
                </c:pt>
                <c:pt idx="40703">
                  <c:v>24.45</c:v>
                </c:pt>
                <c:pt idx="40704">
                  <c:v>24.5</c:v>
                </c:pt>
                <c:pt idx="40705">
                  <c:v>24.5</c:v>
                </c:pt>
                <c:pt idx="40706">
                  <c:v>24.5</c:v>
                </c:pt>
                <c:pt idx="40707">
                  <c:v>24.55</c:v>
                </c:pt>
                <c:pt idx="40708">
                  <c:v>24.55</c:v>
                </c:pt>
                <c:pt idx="40709">
                  <c:v>24.55</c:v>
                </c:pt>
                <c:pt idx="40710">
                  <c:v>24.6</c:v>
                </c:pt>
                <c:pt idx="40711">
                  <c:v>24.6</c:v>
                </c:pt>
                <c:pt idx="40712">
                  <c:v>24.6</c:v>
                </c:pt>
                <c:pt idx="40713">
                  <c:v>24.55</c:v>
                </c:pt>
                <c:pt idx="40714">
                  <c:v>24.55</c:v>
                </c:pt>
                <c:pt idx="40715">
                  <c:v>24.5</c:v>
                </c:pt>
                <c:pt idx="40716">
                  <c:v>24.45</c:v>
                </c:pt>
                <c:pt idx="40717">
                  <c:v>24.45</c:v>
                </c:pt>
                <c:pt idx="40718">
                  <c:v>24.4</c:v>
                </c:pt>
                <c:pt idx="40719">
                  <c:v>24.4</c:v>
                </c:pt>
                <c:pt idx="40720">
                  <c:v>24.4</c:v>
                </c:pt>
                <c:pt idx="40721">
                  <c:v>24.35</c:v>
                </c:pt>
                <c:pt idx="40722">
                  <c:v>24.35</c:v>
                </c:pt>
                <c:pt idx="40723">
                  <c:v>24.35</c:v>
                </c:pt>
                <c:pt idx="40724">
                  <c:v>24.35</c:v>
                </c:pt>
                <c:pt idx="40725">
                  <c:v>24.35</c:v>
                </c:pt>
                <c:pt idx="40726">
                  <c:v>24.4</c:v>
                </c:pt>
                <c:pt idx="40727">
                  <c:v>24.4</c:v>
                </c:pt>
                <c:pt idx="40728">
                  <c:v>24.4</c:v>
                </c:pt>
                <c:pt idx="40729">
                  <c:v>24.4</c:v>
                </c:pt>
                <c:pt idx="40730">
                  <c:v>24.45</c:v>
                </c:pt>
                <c:pt idx="40731">
                  <c:v>24.45</c:v>
                </c:pt>
                <c:pt idx="40732">
                  <c:v>24.45</c:v>
                </c:pt>
                <c:pt idx="40733">
                  <c:v>24.45</c:v>
                </c:pt>
                <c:pt idx="40734">
                  <c:v>24.45</c:v>
                </c:pt>
                <c:pt idx="40735">
                  <c:v>24.5</c:v>
                </c:pt>
                <c:pt idx="40736">
                  <c:v>24.5</c:v>
                </c:pt>
                <c:pt idx="40737">
                  <c:v>24.55</c:v>
                </c:pt>
                <c:pt idx="40738">
                  <c:v>24.55</c:v>
                </c:pt>
                <c:pt idx="40739">
                  <c:v>24.55</c:v>
                </c:pt>
                <c:pt idx="40740">
                  <c:v>24.6</c:v>
                </c:pt>
                <c:pt idx="40741">
                  <c:v>24.6</c:v>
                </c:pt>
                <c:pt idx="40742">
                  <c:v>24.6</c:v>
                </c:pt>
                <c:pt idx="40743">
                  <c:v>24.55</c:v>
                </c:pt>
                <c:pt idx="40744">
                  <c:v>24.55</c:v>
                </c:pt>
                <c:pt idx="40745">
                  <c:v>24.5</c:v>
                </c:pt>
                <c:pt idx="40746">
                  <c:v>24.5</c:v>
                </c:pt>
                <c:pt idx="40747">
                  <c:v>24.45</c:v>
                </c:pt>
                <c:pt idx="40748">
                  <c:v>24.4</c:v>
                </c:pt>
                <c:pt idx="40749">
                  <c:v>24.4</c:v>
                </c:pt>
                <c:pt idx="40750">
                  <c:v>24.35</c:v>
                </c:pt>
                <c:pt idx="40751">
                  <c:v>24.35</c:v>
                </c:pt>
                <c:pt idx="40752">
                  <c:v>24.35</c:v>
                </c:pt>
                <c:pt idx="40753">
                  <c:v>24.35</c:v>
                </c:pt>
                <c:pt idx="40754">
                  <c:v>24.35</c:v>
                </c:pt>
                <c:pt idx="40755">
                  <c:v>24.35</c:v>
                </c:pt>
                <c:pt idx="40756">
                  <c:v>24.4</c:v>
                </c:pt>
                <c:pt idx="40757">
                  <c:v>24.4</c:v>
                </c:pt>
                <c:pt idx="40758">
                  <c:v>24.4</c:v>
                </c:pt>
                <c:pt idx="40759">
                  <c:v>24.4</c:v>
                </c:pt>
                <c:pt idx="40760">
                  <c:v>24.4</c:v>
                </c:pt>
                <c:pt idx="40761">
                  <c:v>24.45</c:v>
                </c:pt>
                <c:pt idx="40762">
                  <c:v>24.45</c:v>
                </c:pt>
                <c:pt idx="40763">
                  <c:v>24.45</c:v>
                </c:pt>
                <c:pt idx="40764">
                  <c:v>24.45</c:v>
                </c:pt>
                <c:pt idx="40765">
                  <c:v>24.5</c:v>
                </c:pt>
                <c:pt idx="40766">
                  <c:v>24.5</c:v>
                </c:pt>
                <c:pt idx="40767">
                  <c:v>24.5</c:v>
                </c:pt>
                <c:pt idx="40768">
                  <c:v>24.55</c:v>
                </c:pt>
                <c:pt idx="40769">
                  <c:v>24.55</c:v>
                </c:pt>
                <c:pt idx="40770">
                  <c:v>24.55</c:v>
                </c:pt>
                <c:pt idx="40771">
                  <c:v>24.55</c:v>
                </c:pt>
                <c:pt idx="40772">
                  <c:v>24.55</c:v>
                </c:pt>
                <c:pt idx="40773">
                  <c:v>24.55</c:v>
                </c:pt>
                <c:pt idx="40774">
                  <c:v>24.55</c:v>
                </c:pt>
                <c:pt idx="40775">
                  <c:v>24.55</c:v>
                </c:pt>
                <c:pt idx="40776">
                  <c:v>24.5</c:v>
                </c:pt>
                <c:pt idx="40777">
                  <c:v>24.45</c:v>
                </c:pt>
                <c:pt idx="40778">
                  <c:v>24.45</c:v>
                </c:pt>
                <c:pt idx="40779">
                  <c:v>24.4</c:v>
                </c:pt>
                <c:pt idx="40780">
                  <c:v>24.35</c:v>
                </c:pt>
                <c:pt idx="40781">
                  <c:v>24.35</c:v>
                </c:pt>
                <c:pt idx="40782">
                  <c:v>24.35</c:v>
                </c:pt>
                <c:pt idx="40783">
                  <c:v>24.4</c:v>
                </c:pt>
                <c:pt idx="40784">
                  <c:v>24.4</c:v>
                </c:pt>
                <c:pt idx="40785">
                  <c:v>24.35</c:v>
                </c:pt>
                <c:pt idx="40786">
                  <c:v>24.35</c:v>
                </c:pt>
                <c:pt idx="40787">
                  <c:v>24.35</c:v>
                </c:pt>
                <c:pt idx="40788">
                  <c:v>24.35</c:v>
                </c:pt>
                <c:pt idx="40789">
                  <c:v>24.4</c:v>
                </c:pt>
                <c:pt idx="40790">
                  <c:v>24.4</c:v>
                </c:pt>
                <c:pt idx="40791">
                  <c:v>24.4</c:v>
                </c:pt>
                <c:pt idx="40792">
                  <c:v>24.4</c:v>
                </c:pt>
                <c:pt idx="40793">
                  <c:v>24.45</c:v>
                </c:pt>
                <c:pt idx="40794">
                  <c:v>24.45</c:v>
                </c:pt>
                <c:pt idx="40795">
                  <c:v>24.45</c:v>
                </c:pt>
                <c:pt idx="40796">
                  <c:v>24.5</c:v>
                </c:pt>
                <c:pt idx="40797">
                  <c:v>24.5</c:v>
                </c:pt>
                <c:pt idx="40798">
                  <c:v>24.5</c:v>
                </c:pt>
                <c:pt idx="40799">
                  <c:v>24.55</c:v>
                </c:pt>
                <c:pt idx="40800">
                  <c:v>24.55</c:v>
                </c:pt>
                <c:pt idx="40801">
                  <c:v>24.6</c:v>
                </c:pt>
                <c:pt idx="40802">
                  <c:v>24.6</c:v>
                </c:pt>
                <c:pt idx="40803">
                  <c:v>24.55</c:v>
                </c:pt>
                <c:pt idx="40804">
                  <c:v>24.55</c:v>
                </c:pt>
                <c:pt idx="40805">
                  <c:v>24.55</c:v>
                </c:pt>
                <c:pt idx="40806">
                  <c:v>24.5</c:v>
                </c:pt>
                <c:pt idx="40807">
                  <c:v>24.45</c:v>
                </c:pt>
                <c:pt idx="40808">
                  <c:v>24.4</c:v>
                </c:pt>
                <c:pt idx="40809">
                  <c:v>24.4</c:v>
                </c:pt>
                <c:pt idx="40810">
                  <c:v>24.4</c:v>
                </c:pt>
                <c:pt idx="40811">
                  <c:v>24.4</c:v>
                </c:pt>
                <c:pt idx="40812">
                  <c:v>24.35</c:v>
                </c:pt>
                <c:pt idx="40813">
                  <c:v>24.35</c:v>
                </c:pt>
                <c:pt idx="40814">
                  <c:v>24.35</c:v>
                </c:pt>
                <c:pt idx="40815">
                  <c:v>24.35</c:v>
                </c:pt>
                <c:pt idx="40816">
                  <c:v>24.35</c:v>
                </c:pt>
                <c:pt idx="40817">
                  <c:v>24.35</c:v>
                </c:pt>
                <c:pt idx="40818">
                  <c:v>24.35</c:v>
                </c:pt>
                <c:pt idx="40819">
                  <c:v>24.35</c:v>
                </c:pt>
                <c:pt idx="40820">
                  <c:v>24.4</c:v>
                </c:pt>
                <c:pt idx="40821">
                  <c:v>24.4</c:v>
                </c:pt>
                <c:pt idx="40822">
                  <c:v>24.4</c:v>
                </c:pt>
                <c:pt idx="40823">
                  <c:v>24.45</c:v>
                </c:pt>
                <c:pt idx="40824">
                  <c:v>24.45</c:v>
                </c:pt>
                <c:pt idx="40825">
                  <c:v>24.45</c:v>
                </c:pt>
                <c:pt idx="40826">
                  <c:v>24.45</c:v>
                </c:pt>
                <c:pt idx="40827">
                  <c:v>24.5</c:v>
                </c:pt>
                <c:pt idx="40828">
                  <c:v>24.5</c:v>
                </c:pt>
                <c:pt idx="40829">
                  <c:v>24.5</c:v>
                </c:pt>
                <c:pt idx="40830">
                  <c:v>24.55</c:v>
                </c:pt>
                <c:pt idx="40831">
                  <c:v>24.6</c:v>
                </c:pt>
                <c:pt idx="40832">
                  <c:v>24.6</c:v>
                </c:pt>
                <c:pt idx="40833">
                  <c:v>24.55</c:v>
                </c:pt>
                <c:pt idx="40834">
                  <c:v>24.55</c:v>
                </c:pt>
                <c:pt idx="40835">
                  <c:v>24.5</c:v>
                </c:pt>
                <c:pt idx="40836">
                  <c:v>24.5</c:v>
                </c:pt>
                <c:pt idx="40837">
                  <c:v>24.45</c:v>
                </c:pt>
                <c:pt idx="40838">
                  <c:v>24.4</c:v>
                </c:pt>
                <c:pt idx="40839">
                  <c:v>24.4</c:v>
                </c:pt>
                <c:pt idx="40840">
                  <c:v>24.4</c:v>
                </c:pt>
                <c:pt idx="40841">
                  <c:v>24.35</c:v>
                </c:pt>
                <c:pt idx="40842">
                  <c:v>24.35</c:v>
                </c:pt>
                <c:pt idx="40843">
                  <c:v>24.35</c:v>
                </c:pt>
                <c:pt idx="40844">
                  <c:v>24.35</c:v>
                </c:pt>
                <c:pt idx="40845">
                  <c:v>24.35</c:v>
                </c:pt>
                <c:pt idx="40846">
                  <c:v>24.35</c:v>
                </c:pt>
                <c:pt idx="40847">
                  <c:v>24.35</c:v>
                </c:pt>
                <c:pt idx="40848">
                  <c:v>24.35</c:v>
                </c:pt>
                <c:pt idx="40849">
                  <c:v>24.35</c:v>
                </c:pt>
                <c:pt idx="40850">
                  <c:v>24.4</c:v>
                </c:pt>
                <c:pt idx="40851">
                  <c:v>24.4</c:v>
                </c:pt>
                <c:pt idx="40852">
                  <c:v>24.4</c:v>
                </c:pt>
                <c:pt idx="40853">
                  <c:v>24.4</c:v>
                </c:pt>
                <c:pt idx="40854">
                  <c:v>24.45</c:v>
                </c:pt>
                <c:pt idx="40855">
                  <c:v>24.45</c:v>
                </c:pt>
                <c:pt idx="40856">
                  <c:v>24.5</c:v>
                </c:pt>
                <c:pt idx="40857">
                  <c:v>24.5</c:v>
                </c:pt>
                <c:pt idx="40858">
                  <c:v>24.5</c:v>
                </c:pt>
                <c:pt idx="40859">
                  <c:v>24.55</c:v>
                </c:pt>
                <c:pt idx="40860">
                  <c:v>24.55</c:v>
                </c:pt>
                <c:pt idx="40861">
                  <c:v>24.6</c:v>
                </c:pt>
                <c:pt idx="40862">
                  <c:v>24.6</c:v>
                </c:pt>
                <c:pt idx="40863">
                  <c:v>24.6</c:v>
                </c:pt>
                <c:pt idx="40864">
                  <c:v>24.55</c:v>
                </c:pt>
                <c:pt idx="40865">
                  <c:v>24.5</c:v>
                </c:pt>
                <c:pt idx="40866">
                  <c:v>24.5</c:v>
                </c:pt>
                <c:pt idx="40867">
                  <c:v>24.45</c:v>
                </c:pt>
                <c:pt idx="40868">
                  <c:v>24.4</c:v>
                </c:pt>
                <c:pt idx="40869">
                  <c:v>24.4</c:v>
                </c:pt>
                <c:pt idx="40870">
                  <c:v>24.4</c:v>
                </c:pt>
                <c:pt idx="40871">
                  <c:v>24.4</c:v>
                </c:pt>
                <c:pt idx="40872">
                  <c:v>24.35</c:v>
                </c:pt>
                <c:pt idx="40873">
                  <c:v>24.35</c:v>
                </c:pt>
                <c:pt idx="40874">
                  <c:v>24.35</c:v>
                </c:pt>
                <c:pt idx="40875">
                  <c:v>24.35</c:v>
                </c:pt>
                <c:pt idx="40876">
                  <c:v>24.35</c:v>
                </c:pt>
                <c:pt idx="40877">
                  <c:v>24.35</c:v>
                </c:pt>
                <c:pt idx="40878">
                  <c:v>24.35</c:v>
                </c:pt>
                <c:pt idx="40879">
                  <c:v>24.4</c:v>
                </c:pt>
                <c:pt idx="40880">
                  <c:v>24.35</c:v>
                </c:pt>
                <c:pt idx="40881">
                  <c:v>24.4</c:v>
                </c:pt>
                <c:pt idx="40882">
                  <c:v>24.4</c:v>
                </c:pt>
                <c:pt idx="40883">
                  <c:v>24.4</c:v>
                </c:pt>
                <c:pt idx="40884">
                  <c:v>24.45</c:v>
                </c:pt>
                <c:pt idx="40885">
                  <c:v>24.45</c:v>
                </c:pt>
                <c:pt idx="40886">
                  <c:v>24.5</c:v>
                </c:pt>
                <c:pt idx="40887">
                  <c:v>24.5</c:v>
                </c:pt>
                <c:pt idx="40888">
                  <c:v>24.55</c:v>
                </c:pt>
                <c:pt idx="40889">
                  <c:v>24.55</c:v>
                </c:pt>
                <c:pt idx="40890">
                  <c:v>24.55</c:v>
                </c:pt>
                <c:pt idx="40891">
                  <c:v>24.6</c:v>
                </c:pt>
                <c:pt idx="40892">
                  <c:v>24.6</c:v>
                </c:pt>
                <c:pt idx="40893">
                  <c:v>24.6</c:v>
                </c:pt>
                <c:pt idx="40894">
                  <c:v>24.55</c:v>
                </c:pt>
                <c:pt idx="40895">
                  <c:v>24.55</c:v>
                </c:pt>
                <c:pt idx="40896">
                  <c:v>24.5</c:v>
                </c:pt>
                <c:pt idx="40897">
                  <c:v>24.45</c:v>
                </c:pt>
                <c:pt idx="40898">
                  <c:v>24.4</c:v>
                </c:pt>
                <c:pt idx="40899">
                  <c:v>24.4</c:v>
                </c:pt>
                <c:pt idx="40900">
                  <c:v>24.35</c:v>
                </c:pt>
                <c:pt idx="40901">
                  <c:v>24.35</c:v>
                </c:pt>
                <c:pt idx="40902">
                  <c:v>24.35</c:v>
                </c:pt>
                <c:pt idx="40903">
                  <c:v>24.3</c:v>
                </c:pt>
                <c:pt idx="40904">
                  <c:v>24.35</c:v>
                </c:pt>
                <c:pt idx="40905">
                  <c:v>24.3</c:v>
                </c:pt>
                <c:pt idx="40906">
                  <c:v>24.35</c:v>
                </c:pt>
                <c:pt idx="40907">
                  <c:v>24.35</c:v>
                </c:pt>
                <c:pt idx="40908">
                  <c:v>24.35</c:v>
                </c:pt>
                <c:pt idx="40909">
                  <c:v>24.35</c:v>
                </c:pt>
                <c:pt idx="40910">
                  <c:v>24.35</c:v>
                </c:pt>
                <c:pt idx="40911">
                  <c:v>24.4</c:v>
                </c:pt>
                <c:pt idx="40912">
                  <c:v>24.4</c:v>
                </c:pt>
                <c:pt idx="40913">
                  <c:v>24.4</c:v>
                </c:pt>
                <c:pt idx="40914">
                  <c:v>24.45</c:v>
                </c:pt>
                <c:pt idx="40915">
                  <c:v>24.45</c:v>
                </c:pt>
                <c:pt idx="40916">
                  <c:v>24.5</c:v>
                </c:pt>
                <c:pt idx="40917">
                  <c:v>24.5</c:v>
                </c:pt>
                <c:pt idx="40918">
                  <c:v>24.55</c:v>
                </c:pt>
                <c:pt idx="40919">
                  <c:v>24.55</c:v>
                </c:pt>
                <c:pt idx="40920">
                  <c:v>24.6</c:v>
                </c:pt>
                <c:pt idx="40921">
                  <c:v>24.6</c:v>
                </c:pt>
                <c:pt idx="40922">
                  <c:v>24.6</c:v>
                </c:pt>
                <c:pt idx="40923">
                  <c:v>24.6</c:v>
                </c:pt>
                <c:pt idx="40924">
                  <c:v>24.55</c:v>
                </c:pt>
                <c:pt idx="40925">
                  <c:v>24.55</c:v>
                </c:pt>
                <c:pt idx="40926">
                  <c:v>24.5</c:v>
                </c:pt>
                <c:pt idx="40927">
                  <c:v>24.45</c:v>
                </c:pt>
                <c:pt idx="40928">
                  <c:v>24.4</c:v>
                </c:pt>
                <c:pt idx="40929">
                  <c:v>24.4</c:v>
                </c:pt>
                <c:pt idx="40930">
                  <c:v>24.35</c:v>
                </c:pt>
                <c:pt idx="40931">
                  <c:v>24.35</c:v>
                </c:pt>
                <c:pt idx="40932">
                  <c:v>24.35</c:v>
                </c:pt>
                <c:pt idx="40933">
                  <c:v>24.35</c:v>
                </c:pt>
                <c:pt idx="40934">
                  <c:v>24.35</c:v>
                </c:pt>
                <c:pt idx="40935">
                  <c:v>24.3</c:v>
                </c:pt>
                <c:pt idx="40936">
                  <c:v>24.3</c:v>
                </c:pt>
                <c:pt idx="40937">
                  <c:v>24.35</c:v>
                </c:pt>
                <c:pt idx="40938">
                  <c:v>24.35</c:v>
                </c:pt>
                <c:pt idx="40939">
                  <c:v>24.35</c:v>
                </c:pt>
                <c:pt idx="40940">
                  <c:v>24.35</c:v>
                </c:pt>
                <c:pt idx="40941">
                  <c:v>24.4</c:v>
                </c:pt>
                <c:pt idx="40942">
                  <c:v>24.4</c:v>
                </c:pt>
                <c:pt idx="40943">
                  <c:v>24.4</c:v>
                </c:pt>
                <c:pt idx="40944">
                  <c:v>24.45</c:v>
                </c:pt>
                <c:pt idx="40945">
                  <c:v>24.45</c:v>
                </c:pt>
                <c:pt idx="40946">
                  <c:v>24.45</c:v>
                </c:pt>
                <c:pt idx="40947">
                  <c:v>24.5</c:v>
                </c:pt>
                <c:pt idx="40948">
                  <c:v>24.5</c:v>
                </c:pt>
                <c:pt idx="40949">
                  <c:v>24.55</c:v>
                </c:pt>
                <c:pt idx="40950">
                  <c:v>24.55</c:v>
                </c:pt>
                <c:pt idx="40951">
                  <c:v>24.6</c:v>
                </c:pt>
                <c:pt idx="40952">
                  <c:v>24.6</c:v>
                </c:pt>
                <c:pt idx="40953">
                  <c:v>24.6</c:v>
                </c:pt>
                <c:pt idx="40954">
                  <c:v>24.55</c:v>
                </c:pt>
                <c:pt idx="40955">
                  <c:v>24.55</c:v>
                </c:pt>
                <c:pt idx="40956">
                  <c:v>24.5</c:v>
                </c:pt>
                <c:pt idx="40957">
                  <c:v>24.45</c:v>
                </c:pt>
                <c:pt idx="40958">
                  <c:v>24.45</c:v>
                </c:pt>
                <c:pt idx="40959">
                  <c:v>24.4</c:v>
                </c:pt>
                <c:pt idx="40960">
                  <c:v>24.35</c:v>
                </c:pt>
                <c:pt idx="40961">
                  <c:v>24.35</c:v>
                </c:pt>
                <c:pt idx="40962">
                  <c:v>24.35</c:v>
                </c:pt>
                <c:pt idx="40963">
                  <c:v>24.35</c:v>
                </c:pt>
                <c:pt idx="40964">
                  <c:v>24.3</c:v>
                </c:pt>
                <c:pt idx="40965">
                  <c:v>24.3</c:v>
                </c:pt>
                <c:pt idx="40966">
                  <c:v>24.35</c:v>
                </c:pt>
                <c:pt idx="40967">
                  <c:v>24.3</c:v>
                </c:pt>
                <c:pt idx="40968">
                  <c:v>24.35</c:v>
                </c:pt>
                <c:pt idx="40969">
                  <c:v>24.35</c:v>
                </c:pt>
                <c:pt idx="40970">
                  <c:v>24.35</c:v>
                </c:pt>
                <c:pt idx="40971">
                  <c:v>24.4</c:v>
                </c:pt>
                <c:pt idx="40972">
                  <c:v>24.4</c:v>
                </c:pt>
                <c:pt idx="40973">
                  <c:v>24.4</c:v>
                </c:pt>
                <c:pt idx="40974">
                  <c:v>24.45</c:v>
                </c:pt>
                <c:pt idx="40975">
                  <c:v>24.45</c:v>
                </c:pt>
                <c:pt idx="40976">
                  <c:v>24.5</c:v>
                </c:pt>
                <c:pt idx="40977">
                  <c:v>24.5</c:v>
                </c:pt>
                <c:pt idx="40978">
                  <c:v>24.55</c:v>
                </c:pt>
                <c:pt idx="40979">
                  <c:v>24.55</c:v>
                </c:pt>
                <c:pt idx="40980">
                  <c:v>24.6</c:v>
                </c:pt>
                <c:pt idx="40981">
                  <c:v>24.6</c:v>
                </c:pt>
                <c:pt idx="40982">
                  <c:v>24.6</c:v>
                </c:pt>
                <c:pt idx="40983">
                  <c:v>24.6</c:v>
                </c:pt>
                <c:pt idx="40984">
                  <c:v>24.55</c:v>
                </c:pt>
                <c:pt idx="40985">
                  <c:v>24.5</c:v>
                </c:pt>
                <c:pt idx="40986">
                  <c:v>24.5</c:v>
                </c:pt>
                <c:pt idx="40987">
                  <c:v>24.45</c:v>
                </c:pt>
                <c:pt idx="40988">
                  <c:v>24.4</c:v>
                </c:pt>
                <c:pt idx="40989">
                  <c:v>24.4</c:v>
                </c:pt>
                <c:pt idx="40990">
                  <c:v>24.35</c:v>
                </c:pt>
                <c:pt idx="40991">
                  <c:v>24.35</c:v>
                </c:pt>
                <c:pt idx="40992">
                  <c:v>24.3</c:v>
                </c:pt>
                <c:pt idx="40993">
                  <c:v>24.3</c:v>
                </c:pt>
                <c:pt idx="40994">
                  <c:v>24.3</c:v>
                </c:pt>
                <c:pt idx="40995">
                  <c:v>24.3</c:v>
                </c:pt>
                <c:pt idx="40996">
                  <c:v>24.3</c:v>
                </c:pt>
                <c:pt idx="40997">
                  <c:v>24.3</c:v>
                </c:pt>
                <c:pt idx="40998">
                  <c:v>24.35</c:v>
                </c:pt>
                <c:pt idx="40999">
                  <c:v>24.35</c:v>
                </c:pt>
                <c:pt idx="41000">
                  <c:v>24.35</c:v>
                </c:pt>
                <c:pt idx="41001">
                  <c:v>24.4</c:v>
                </c:pt>
                <c:pt idx="41002">
                  <c:v>24.4</c:v>
                </c:pt>
                <c:pt idx="41003">
                  <c:v>24.45</c:v>
                </c:pt>
                <c:pt idx="41004">
                  <c:v>24.45</c:v>
                </c:pt>
                <c:pt idx="41005">
                  <c:v>24.45</c:v>
                </c:pt>
                <c:pt idx="41006">
                  <c:v>24.5</c:v>
                </c:pt>
                <c:pt idx="41007">
                  <c:v>24.5</c:v>
                </c:pt>
                <c:pt idx="41008">
                  <c:v>24.55</c:v>
                </c:pt>
                <c:pt idx="41009">
                  <c:v>24.55</c:v>
                </c:pt>
                <c:pt idx="41010">
                  <c:v>24.6</c:v>
                </c:pt>
                <c:pt idx="41011">
                  <c:v>24.6</c:v>
                </c:pt>
                <c:pt idx="41012">
                  <c:v>24.6</c:v>
                </c:pt>
                <c:pt idx="41013">
                  <c:v>24.6</c:v>
                </c:pt>
                <c:pt idx="41014">
                  <c:v>24.6</c:v>
                </c:pt>
                <c:pt idx="41015">
                  <c:v>24.55</c:v>
                </c:pt>
                <c:pt idx="41016">
                  <c:v>24.5</c:v>
                </c:pt>
                <c:pt idx="41017">
                  <c:v>24.45</c:v>
                </c:pt>
                <c:pt idx="41018">
                  <c:v>24.4</c:v>
                </c:pt>
                <c:pt idx="41019">
                  <c:v>24.4</c:v>
                </c:pt>
                <c:pt idx="41020">
                  <c:v>24.35</c:v>
                </c:pt>
                <c:pt idx="41021">
                  <c:v>24.35</c:v>
                </c:pt>
                <c:pt idx="41022">
                  <c:v>24.35</c:v>
                </c:pt>
                <c:pt idx="41023">
                  <c:v>24.35</c:v>
                </c:pt>
                <c:pt idx="41024">
                  <c:v>24.35</c:v>
                </c:pt>
                <c:pt idx="41025">
                  <c:v>24.35</c:v>
                </c:pt>
                <c:pt idx="41026">
                  <c:v>24.35</c:v>
                </c:pt>
                <c:pt idx="41027">
                  <c:v>24.35</c:v>
                </c:pt>
                <c:pt idx="41028">
                  <c:v>24.35</c:v>
                </c:pt>
                <c:pt idx="41029">
                  <c:v>24.35</c:v>
                </c:pt>
                <c:pt idx="41030">
                  <c:v>24.4</c:v>
                </c:pt>
                <c:pt idx="41031">
                  <c:v>24.4</c:v>
                </c:pt>
                <c:pt idx="41032">
                  <c:v>24.45</c:v>
                </c:pt>
                <c:pt idx="41033">
                  <c:v>24.45</c:v>
                </c:pt>
                <c:pt idx="41034">
                  <c:v>24.45</c:v>
                </c:pt>
                <c:pt idx="41035">
                  <c:v>24.5</c:v>
                </c:pt>
                <c:pt idx="41036">
                  <c:v>24.5</c:v>
                </c:pt>
                <c:pt idx="41037">
                  <c:v>24.55</c:v>
                </c:pt>
                <c:pt idx="41038">
                  <c:v>24.55</c:v>
                </c:pt>
                <c:pt idx="41039">
                  <c:v>24.55</c:v>
                </c:pt>
                <c:pt idx="41040">
                  <c:v>24.6</c:v>
                </c:pt>
                <c:pt idx="41041">
                  <c:v>24.6</c:v>
                </c:pt>
                <c:pt idx="41042">
                  <c:v>24.6</c:v>
                </c:pt>
                <c:pt idx="41043">
                  <c:v>24.6</c:v>
                </c:pt>
                <c:pt idx="41044">
                  <c:v>24.55</c:v>
                </c:pt>
                <c:pt idx="41045">
                  <c:v>24.55</c:v>
                </c:pt>
                <c:pt idx="41046">
                  <c:v>24.45</c:v>
                </c:pt>
                <c:pt idx="41047">
                  <c:v>24.45</c:v>
                </c:pt>
                <c:pt idx="41048">
                  <c:v>24.4</c:v>
                </c:pt>
                <c:pt idx="41049">
                  <c:v>24.35</c:v>
                </c:pt>
                <c:pt idx="41050">
                  <c:v>24.35</c:v>
                </c:pt>
                <c:pt idx="41051">
                  <c:v>24.3</c:v>
                </c:pt>
                <c:pt idx="41052">
                  <c:v>24.3</c:v>
                </c:pt>
                <c:pt idx="41053">
                  <c:v>24.3</c:v>
                </c:pt>
                <c:pt idx="41054">
                  <c:v>24.3</c:v>
                </c:pt>
                <c:pt idx="41055">
                  <c:v>24.3</c:v>
                </c:pt>
                <c:pt idx="41056">
                  <c:v>24.3</c:v>
                </c:pt>
                <c:pt idx="41057">
                  <c:v>24.35</c:v>
                </c:pt>
                <c:pt idx="41058">
                  <c:v>24.35</c:v>
                </c:pt>
                <c:pt idx="41059">
                  <c:v>24.35</c:v>
                </c:pt>
                <c:pt idx="41060">
                  <c:v>24.35</c:v>
                </c:pt>
                <c:pt idx="41061">
                  <c:v>24.4</c:v>
                </c:pt>
                <c:pt idx="41062">
                  <c:v>24.4</c:v>
                </c:pt>
                <c:pt idx="41063">
                  <c:v>24.4</c:v>
                </c:pt>
                <c:pt idx="41064">
                  <c:v>24.45</c:v>
                </c:pt>
                <c:pt idx="41065">
                  <c:v>24.45</c:v>
                </c:pt>
                <c:pt idx="41066">
                  <c:v>24.45</c:v>
                </c:pt>
                <c:pt idx="41067">
                  <c:v>24.5</c:v>
                </c:pt>
                <c:pt idx="41068">
                  <c:v>24.5</c:v>
                </c:pt>
                <c:pt idx="41069">
                  <c:v>24.55</c:v>
                </c:pt>
                <c:pt idx="41070">
                  <c:v>24.55</c:v>
                </c:pt>
                <c:pt idx="41071">
                  <c:v>24.55</c:v>
                </c:pt>
                <c:pt idx="41072">
                  <c:v>24.55</c:v>
                </c:pt>
                <c:pt idx="41073">
                  <c:v>24.55</c:v>
                </c:pt>
                <c:pt idx="41074">
                  <c:v>24.55</c:v>
                </c:pt>
                <c:pt idx="41075">
                  <c:v>24.5</c:v>
                </c:pt>
                <c:pt idx="41076">
                  <c:v>24.45</c:v>
                </c:pt>
                <c:pt idx="41077">
                  <c:v>24.4</c:v>
                </c:pt>
                <c:pt idx="41078">
                  <c:v>24.4</c:v>
                </c:pt>
                <c:pt idx="41079">
                  <c:v>24.35</c:v>
                </c:pt>
                <c:pt idx="41080">
                  <c:v>24.35</c:v>
                </c:pt>
                <c:pt idx="41081">
                  <c:v>24.3</c:v>
                </c:pt>
                <c:pt idx="41082">
                  <c:v>24.3</c:v>
                </c:pt>
                <c:pt idx="41083">
                  <c:v>24.3</c:v>
                </c:pt>
                <c:pt idx="41084">
                  <c:v>24.3</c:v>
                </c:pt>
                <c:pt idx="41085">
                  <c:v>24.3</c:v>
                </c:pt>
                <c:pt idx="41086">
                  <c:v>24.35</c:v>
                </c:pt>
                <c:pt idx="41087">
                  <c:v>24.35</c:v>
                </c:pt>
                <c:pt idx="41088">
                  <c:v>24.35</c:v>
                </c:pt>
                <c:pt idx="41089">
                  <c:v>24.35</c:v>
                </c:pt>
                <c:pt idx="41090">
                  <c:v>24.35</c:v>
                </c:pt>
                <c:pt idx="41091">
                  <c:v>24.4</c:v>
                </c:pt>
                <c:pt idx="41092">
                  <c:v>24.4</c:v>
                </c:pt>
                <c:pt idx="41093">
                  <c:v>24.45</c:v>
                </c:pt>
                <c:pt idx="41094">
                  <c:v>24.45</c:v>
                </c:pt>
                <c:pt idx="41095">
                  <c:v>24.45</c:v>
                </c:pt>
                <c:pt idx="41096">
                  <c:v>24.45</c:v>
                </c:pt>
                <c:pt idx="41097">
                  <c:v>24.5</c:v>
                </c:pt>
                <c:pt idx="41098">
                  <c:v>24.5</c:v>
                </c:pt>
                <c:pt idx="41099">
                  <c:v>24.55</c:v>
                </c:pt>
                <c:pt idx="41100">
                  <c:v>24.55</c:v>
                </c:pt>
                <c:pt idx="41101">
                  <c:v>24.6</c:v>
                </c:pt>
                <c:pt idx="41102">
                  <c:v>24.6</c:v>
                </c:pt>
                <c:pt idx="41103">
                  <c:v>24.6</c:v>
                </c:pt>
                <c:pt idx="41104">
                  <c:v>24.55</c:v>
                </c:pt>
                <c:pt idx="41105">
                  <c:v>24.5</c:v>
                </c:pt>
                <c:pt idx="41106">
                  <c:v>24.5</c:v>
                </c:pt>
                <c:pt idx="41107">
                  <c:v>24.4</c:v>
                </c:pt>
                <c:pt idx="41108">
                  <c:v>24.4</c:v>
                </c:pt>
                <c:pt idx="41109">
                  <c:v>24.4</c:v>
                </c:pt>
                <c:pt idx="41110">
                  <c:v>24.35</c:v>
                </c:pt>
                <c:pt idx="41111">
                  <c:v>24.35</c:v>
                </c:pt>
                <c:pt idx="41112">
                  <c:v>24.35</c:v>
                </c:pt>
                <c:pt idx="41113">
                  <c:v>24.3</c:v>
                </c:pt>
                <c:pt idx="41114">
                  <c:v>24.3</c:v>
                </c:pt>
                <c:pt idx="41115">
                  <c:v>24.3</c:v>
                </c:pt>
                <c:pt idx="41116">
                  <c:v>24.3</c:v>
                </c:pt>
                <c:pt idx="41117">
                  <c:v>24.3</c:v>
                </c:pt>
                <c:pt idx="41118">
                  <c:v>24.35</c:v>
                </c:pt>
                <c:pt idx="41119">
                  <c:v>24.35</c:v>
                </c:pt>
                <c:pt idx="41120">
                  <c:v>24.35</c:v>
                </c:pt>
                <c:pt idx="41121">
                  <c:v>24.35</c:v>
                </c:pt>
                <c:pt idx="41122">
                  <c:v>24.4</c:v>
                </c:pt>
                <c:pt idx="41123">
                  <c:v>24.4</c:v>
                </c:pt>
                <c:pt idx="41124">
                  <c:v>24.45</c:v>
                </c:pt>
                <c:pt idx="41125">
                  <c:v>24.45</c:v>
                </c:pt>
                <c:pt idx="41126">
                  <c:v>24.5</c:v>
                </c:pt>
                <c:pt idx="41127">
                  <c:v>24.5</c:v>
                </c:pt>
                <c:pt idx="41128">
                  <c:v>24.55</c:v>
                </c:pt>
                <c:pt idx="41129">
                  <c:v>24.55</c:v>
                </c:pt>
                <c:pt idx="41130">
                  <c:v>24.6</c:v>
                </c:pt>
                <c:pt idx="41131">
                  <c:v>24.6</c:v>
                </c:pt>
                <c:pt idx="41132">
                  <c:v>24.6</c:v>
                </c:pt>
                <c:pt idx="41133">
                  <c:v>24.6</c:v>
                </c:pt>
                <c:pt idx="41134">
                  <c:v>24.55</c:v>
                </c:pt>
                <c:pt idx="41135">
                  <c:v>24.55</c:v>
                </c:pt>
                <c:pt idx="41136">
                  <c:v>24.5</c:v>
                </c:pt>
                <c:pt idx="41137">
                  <c:v>24.4</c:v>
                </c:pt>
                <c:pt idx="41138">
                  <c:v>24.4</c:v>
                </c:pt>
                <c:pt idx="41139">
                  <c:v>24.35</c:v>
                </c:pt>
                <c:pt idx="41140">
                  <c:v>24.35</c:v>
                </c:pt>
                <c:pt idx="41141">
                  <c:v>24.3</c:v>
                </c:pt>
                <c:pt idx="41142">
                  <c:v>24.3</c:v>
                </c:pt>
                <c:pt idx="41143">
                  <c:v>24.3</c:v>
                </c:pt>
                <c:pt idx="41144">
                  <c:v>24.3</c:v>
                </c:pt>
                <c:pt idx="41145">
                  <c:v>24.3</c:v>
                </c:pt>
                <c:pt idx="41146">
                  <c:v>24.35</c:v>
                </c:pt>
                <c:pt idx="41147">
                  <c:v>24.35</c:v>
                </c:pt>
                <c:pt idx="41148">
                  <c:v>24.35</c:v>
                </c:pt>
                <c:pt idx="41149">
                  <c:v>24.4</c:v>
                </c:pt>
                <c:pt idx="41150">
                  <c:v>24.4</c:v>
                </c:pt>
                <c:pt idx="41151">
                  <c:v>24.4</c:v>
                </c:pt>
                <c:pt idx="41152">
                  <c:v>24.45</c:v>
                </c:pt>
                <c:pt idx="41153">
                  <c:v>24.45</c:v>
                </c:pt>
                <c:pt idx="41154">
                  <c:v>24.45</c:v>
                </c:pt>
                <c:pt idx="41155">
                  <c:v>24.5</c:v>
                </c:pt>
                <c:pt idx="41156">
                  <c:v>24.5</c:v>
                </c:pt>
                <c:pt idx="41157">
                  <c:v>24.5</c:v>
                </c:pt>
                <c:pt idx="41158">
                  <c:v>24.55</c:v>
                </c:pt>
                <c:pt idx="41159">
                  <c:v>24.55</c:v>
                </c:pt>
                <c:pt idx="41160">
                  <c:v>24.6</c:v>
                </c:pt>
                <c:pt idx="41161">
                  <c:v>24.6</c:v>
                </c:pt>
                <c:pt idx="41162">
                  <c:v>24.6</c:v>
                </c:pt>
                <c:pt idx="41163">
                  <c:v>24.6</c:v>
                </c:pt>
                <c:pt idx="41164">
                  <c:v>24.55</c:v>
                </c:pt>
                <c:pt idx="41165">
                  <c:v>24.5</c:v>
                </c:pt>
                <c:pt idx="41166">
                  <c:v>24.45</c:v>
                </c:pt>
                <c:pt idx="41167">
                  <c:v>24.4</c:v>
                </c:pt>
                <c:pt idx="41168">
                  <c:v>24.4</c:v>
                </c:pt>
                <c:pt idx="41169">
                  <c:v>24.35</c:v>
                </c:pt>
                <c:pt idx="41170">
                  <c:v>24.35</c:v>
                </c:pt>
                <c:pt idx="41171">
                  <c:v>24.35</c:v>
                </c:pt>
                <c:pt idx="41172">
                  <c:v>24.35</c:v>
                </c:pt>
                <c:pt idx="41173">
                  <c:v>24.35</c:v>
                </c:pt>
                <c:pt idx="41174">
                  <c:v>24.35</c:v>
                </c:pt>
                <c:pt idx="41175">
                  <c:v>24.35</c:v>
                </c:pt>
                <c:pt idx="41176">
                  <c:v>24.35</c:v>
                </c:pt>
                <c:pt idx="41177">
                  <c:v>24.35</c:v>
                </c:pt>
                <c:pt idx="41178">
                  <c:v>24.4</c:v>
                </c:pt>
                <c:pt idx="41179">
                  <c:v>24.4</c:v>
                </c:pt>
                <c:pt idx="41180">
                  <c:v>24.4</c:v>
                </c:pt>
                <c:pt idx="41181">
                  <c:v>24.4</c:v>
                </c:pt>
                <c:pt idx="41182">
                  <c:v>24.45</c:v>
                </c:pt>
                <c:pt idx="41183">
                  <c:v>24.45</c:v>
                </c:pt>
                <c:pt idx="41184">
                  <c:v>24.45</c:v>
                </c:pt>
                <c:pt idx="41185">
                  <c:v>24.45</c:v>
                </c:pt>
                <c:pt idx="41186">
                  <c:v>24.5</c:v>
                </c:pt>
                <c:pt idx="41187">
                  <c:v>24.5</c:v>
                </c:pt>
                <c:pt idx="41188">
                  <c:v>24.5</c:v>
                </c:pt>
                <c:pt idx="41189">
                  <c:v>24.55</c:v>
                </c:pt>
                <c:pt idx="41190">
                  <c:v>24.55</c:v>
                </c:pt>
                <c:pt idx="41191">
                  <c:v>24.6</c:v>
                </c:pt>
                <c:pt idx="41192">
                  <c:v>24.6</c:v>
                </c:pt>
                <c:pt idx="41193">
                  <c:v>24.6</c:v>
                </c:pt>
                <c:pt idx="41194">
                  <c:v>24.55</c:v>
                </c:pt>
                <c:pt idx="41195">
                  <c:v>24.55</c:v>
                </c:pt>
                <c:pt idx="41196">
                  <c:v>24.45</c:v>
                </c:pt>
                <c:pt idx="41197">
                  <c:v>24.45</c:v>
                </c:pt>
                <c:pt idx="41198">
                  <c:v>24.4</c:v>
                </c:pt>
                <c:pt idx="41199">
                  <c:v>24.35</c:v>
                </c:pt>
                <c:pt idx="41200">
                  <c:v>24.35</c:v>
                </c:pt>
                <c:pt idx="41201">
                  <c:v>24.35</c:v>
                </c:pt>
                <c:pt idx="41202">
                  <c:v>24.35</c:v>
                </c:pt>
                <c:pt idx="41203">
                  <c:v>24.35</c:v>
                </c:pt>
                <c:pt idx="41204">
                  <c:v>24.35</c:v>
                </c:pt>
                <c:pt idx="41205">
                  <c:v>24.35</c:v>
                </c:pt>
                <c:pt idx="41206">
                  <c:v>24.35</c:v>
                </c:pt>
                <c:pt idx="41207">
                  <c:v>24.35</c:v>
                </c:pt>
                <c:pt idx="41208">
                  <c:v>24.35</c:v>
                </c:pt>
                <c:pt idx="41209">
                  <c:v>24.35</c:v>
                </c:pt>
                <c:pt idx="41210">
                  <c:v>24.4</c:v>
                </c:pt>
                <c:pt idx="41211">
                  <c:v>24.4</c:v>
                </c:pt>
                <c:pt idx="41212">
                  <c:v>24.4</c:v>
                </c:pt>
                <c:pt idx="41213">
                  <c:v>24.4</c:v>
                </c:pt>
                <c:pt idx="41214">
                  <c:v>24.45</c:v>
                </c:pt>
                <c:pt idx="41215">
                  <c:v>24.45</c:v>
                </c:pt>
                <c:pt idx="41216">
                  <c:v>24.5</c:v>
                </c:pt>
                <c:pt idx="41217">
                  <c:v>24.5</c:v>
                </c:pt>
                <c:pt idx="41218">
                  <c:v>24.5</c:v>
                </c:pt>
                <c:pt idx="41219">
                  <c:v>24.55</c:v>
                </c:pt>
                <c:pt idx="41220">
                  <c:v>24.55</c:v>
                </c:pt>
                <c:pt idx="41221">
                  <c:v>24.6</c:v>
                </c:pt>
                <c:pt idx="41222">
                  <c:v>24.6</c:v>
                </c:pt>
                <c:pt idx="41223">
                  <c:v>24.6</c:v>
                </c:pt>
                <c:pt idx="41224">
                  <c:v>24.6</c:v>
                </c:pt>
                <c:pt idx="41225">
                  <c:v>24.55</c:v>
                </c:pt>
                <c:pt idx="41226">
                  <c:v>24.5</c:v>
                </c:pt>
                <c:pt idx="41227">
                  <c:v>24.45</c:v>
                </c:pt>
                <c:pt idx="41228">
                  <c:v>24.45</c:v>
                </c:pt>
                <c:pt idx="41229">
                  <c:v>24.4</c:v>
                </c:pt>
                <c:pt idx="41230">
                  <c:v>24.35</c:v>
                </c:pt>
                <c:pt idx="41231">
                  <c:v>24.35</c:v>
                </c:pt>
                <c:pt idx="41232">
                  <c:v>24.3</c:v>
                </c:pt>
                <c:pt idx="41233">
                  <c:v>24.3</c:v>
                </c:pt>
                <c:pt idx="41234">
                  <c:v>24.3</c:v>
                </c:pt>
                <c:pt idx="41235">
                  <c:v>24.3</c:v>
                </c:pt>
                <c:pt idx="41236">
                  <c:v>24.3</c:v>
                </c:pt>
                <c:pt idx="41237">
                  <c:v>24.3</c:v>
                </c:pt>
                <c:pt idx="41238">
                  <c:v>24.35</c:v>
                </c:pt>
                <c:pt idx="41239">
                  <c:v>24.35</c:v>
                </c:pt>
                <c:pt idx="41240">
                  <c:v>24.4</c:v>
                </c:pt>
                <c:pt idx="41241">
                  <c:v>24.4</c:v>
                </c:pt>
                <c:pt idx="41242">
                  <c:v>24.45</c:v>
                </c:pt>
                <c:pt idx="41243">
                  <c:v>24.45</c:v>
                </c:pt>
                <c:pt idx="41244">
                  <c:v>24.45</c:v>
                </c:pt>
                <c:pt idx="41245">
                  <c:v>24.5</c:v>
                </c:pt>
                <c:pt idx="41246">
                  <c:v>24.5</c:v>
                </c:pt>
                <c:pt idx="41247">
                  <c:v>24.5</c:v>
                </c:pt>
                <c:pt idx="41248">
                  <c:v>24.55</c:v>
                </c:pt>
                <c:pt idx="41249">
                  <c:v>24.55</c:v>
                </c:pt>
                <c:pt idx="41250">
                  <c:v>24.6</c:v>
                </c:pt>
                <c:pt idx="41251">
                  <c:v>24.6</c:v>
                </c:pt>
                <c:pt idx="41252">
                  <c:v>24.6</c:v>
                </c:pt>
                <c:pt idx="41253">
                  <c:v>24.6</c:v>
                </c:pt>
                <c:pt idx="41254">
                  <c:v>24.55</c:v>
                </c:pt>
                <c:pt idx="41255">
                  <c:v>24.5</c:v>
                </c:pt>
                <c:pt idx="41256">
                  <c:v>24.45</c:v>
                </c:pt>
                <c:pt idx="41257">
                  <c:v>24.4</c:v>
                </c:pt>
                <c:pt idx="41258">
                  <c:v>24.4</c:v>
                </c:pt>
                <c:pt idx="41259">
                  <c:v>24.35</c:v>
                </c:pt>
                <c:pt idx="41260">
                  <c:v>24.35</c:v>
                </c:pt>
                <c:pt idx="41261">
                  <c:v>24.35</c:v>
                </c:pt>
                <c:pt idx="41262">
                  <c:v>24.35</c:v>
                </c:pt>
                <c:pt idx="41263">
                  <c:v>24.35</c:v>
                </c:pt>
                <c:pt idx="41264">
                  <c:v>24.3</c:v>
                </c:pt>
                <c:pt idx="41265">
                  <c:v>24.3</c:v>
                </c:pt>
                <c:pt idx="41266">
                  <c:v>24.35</c:v>
                </c:pt>
                <c:pt idx="41267">
                  <c:v>24.35</c:v>
                </c:pt>
                <c:pt idx="41268">
                  <c:v>24.35</c:v>
                </c:pt>
                <c:pt idx="41269">
                  <c:v>24.35</c:v>
                </c:pt>
                <c:pt idx="41270">
                  <c:v>24.4</c:v>
                </c:pt>
                <c:pt idx="41271">
                  <c:v>24.4</c:v>
                </c:pt>
                <c:pt idx="41272">
                  <c:v>24.45</c:v>
                </c:pt>
                <c:pt idx="41273">
                  <c:v>24.45</c:v>
                </c:pt>
                <c:pt idx="41274">
                  <c:v>24.5</c:v>
                </c:pt>
                <c:pt idx="41275">
                  <c:v>24.5</c:v>
                </c:pt>
                <c:pt idx="41276">
                  <c:v>24.5</c:v>
                </c:pt>
                <c:pt idx="41277">
                  <c:v>24.55</c:v>
                </c:pt>
                <c:pt idx="41278">
                  <c:v>24.55</c:v>
                </c:pt>
                <c:pt idx="41279">
                  <c:v>24.6</c:v>
                </c:pt>
                <c:pt idx="41280">
                  <c:v>24.6</c:v>
                </c:pt>
                <c:pt idx="41281">
                  <c:v>24.6</c:v>
                </c:pt>
                <c:pt idx="41282">
                  <c:v>24.6</c:v>
                </c:pt>
                <c:pt idx="41283">
                  <c:v>24.55</c:v>
                </c:pt>
                <c:pt idx="41284">
                  <c:v>24.55</c:v>
                </c:pt>
                <c:pt idx="41285">
                  <c:v>24.5</c:v>
                </c:pt>
                <c:pt idx="41286">
                  <c:v>24.45</c:v>
                </c:pt>
                <c:pt idx="41287">
                  <c:v>24.45</c:v>
                </c:pt>
                <c:pt idx="41288">
                  <c:v>24.4</c:v>
                </c:pt>
                <c:pt idx="41289">
                  <c:v>24.4</c:v>
                </c:pt>
                <c:pt idx="41290">
                  <c:v>24.35</c:v>
                </c:pt>
                <c:pt idx="41291">
                  <c:v>24.35</c:v>
                </c:pt>
                <c:pt idx="41292">
                  <c:v>24.35</c:v>
                </c:pt>
                <c:pt idx="41293">
                  <c:v>24.3</c:v>
                </c:pt>
                <c:pt idx="41294">
                  <c:v>24.35</c:v>
                </c:pt>
                <c:pt idx="41295">
                  <c:v>24.35</c:v>
                </c:pt>
                <c:pt idx="41296">
                  <c:v>24.35</c:v>
                </c:pt>
                <c:pt idx="41297">
                  <c:v>24.35</c:v>
                </c:pt>
                <c:pt idx="41298">
                  <c:v>24.35</c:v>
                </c:pt>
                <c:pt idx="41299">
                  <c:v>24.4</c:v>
                </c:pt>
                <c:pt idx="41300">
                  <c:v>24.4</c:v>
                </c:pt>
                <c:pt idx="41301">
                  <c:v>24.4</c:v>
                </c:pt>
                <c:pt idx="41302">
                  <c:v>24.4</c:v>
                </c:pt>
                <c:pt idx="41303">
                  <c:v>24.45</c:v>
                </c:pt>
                <c:pt idx="41304">
                  <c:v>24.45</c:v>
                </c:pt>
                <c:pt idx="41305">
                  <c:v>24.45</c:v>
                </c:pt>
                <c:pt idx="41306">
                  <c:v>24.5</c:v>
                </c:pt>
                <c:pt idx="41307">
                  <c:v>24.5</c:v>
                </c:pt>
                <c:pt idx="41308">
                  <c:v>24.5</c:v>
                </c:pt>
                <c:pt idx="41309">
                  <c:v>24.55</c:v>
                </c:pt>
                <c:pt idx="41310">
                  <c:v>24.55</c:v>
                </c:pt>
                <c:pt idx="41311">
                  <c:v>24.55</c:v>
                </c:pt>
                <c:pt idx="41312">
                  <c:v>24.55</c:v>
                </c:pt>
                <c:pt idx="41313">
                  <c:v>24.55</c:v>
                </c:pt>
                <c:pt idx="41314">
                  <c:v>24.55</c:v>
                </c:pt>
                <c:pt idx="41315">
                  <c:v>24.5</c:v>
                </c:pt>
                <c:pt idx="41316">
                  <c:v>24.45</c:v>
                </c:pt>
                <c:pt idx="41317">
                  <c:v>24.4</c:v>
                </c:pt>
                <c:pt idx="41318">
                  <c:v>24.4</c:v>
                </c:pt>
                <c:pt idx="41319">
                  <c:v>24.35</c:v>
                </c:pt>
                <c:pt idx="41320">
                  <c:v>24.35</c:v>
                </c:pt>
                <c:pt idx="41321">
                  <c:v>24.3</c:v>
                </c:pt>
                <c:pt idx="41322">
                  <c:v>24.3</c:v>
                </c:pt>
                <c:pt idx="41323">
                  <c:v>24.3</c:v>
                </c:pt>
                <c:pt idx="41324">
                  <c:v>24.3</c:v>
                </c:pt>
                <c:pt idx="41325">
                  <c:v>24.35</c:v>
                </c:pt>
                <c:pt idx="41326">
                  <c:v>24.35</c:v>
                </c:pt>
                <c:pt idx="41327">
                  <c:v>24.35</c:v>
                </c:pt>
                <c:pt idx="41328">
                  <c:v>24.35</c:v>
                </c:pt>
                <c:pt idx="41329">
                  <c:v>24.35</c:v>
                </c:pt>
                <c:pt idx="41330">
                  <c:v>24.4</c:v>
                </c:pt>
                <c:pt idx="41331">
                  <c:v>24.4</c:v>
                </c:pt>
                <c:pt idx="41332">
                  <c:v>24.4</c:v>
                </c:pt>
                <c:pt idx="41333">
                  <c:v>24.4</c:v>
                </c:pt>
                <c:pt idx="41334">
                  <c:v>24.4</c:v>
                </c:pt>
                <c:pt idx="41335">
                  <c:v>24.45</c:v>
                </c:pt>
                <c:pt idx="41336">
                  <c:v>24.45</c:v>
                </c:pt>
                <c:pt idx="41337">
                  <c:v>24.5</c:v>
                </c:pt>
                <c:pt idx="41338">
                  <c:v>24.5</c:v>
                </c:pt>
                <c:pt idx="41339">
                  <c:v>24.5</c:v>
                </c:pt>
                <c:pt idx="41340">
                  <c:v>24.55</c:v>
                </c:pt>
                <c:pt idx="41341">
                  <c:v>24.6</c:v>
                </c:pt>
                <c:pt idx="41342">
                  <c:v>24.6</c:v>
                </c:pt>
                <c:pt idx="41343">
                  <c:v>24.6</c:v>
                </c:pt>
                <c:pt idx="41344">
                  <c:v>24.55</c:v>
                </c:pt>
                <c:pt idx="41345">
                  <c:v>24.55</c:v>
                </c:pt>
                <c:pt idx="41346">
                  <c:v>24.5</c:v>
                </c:pt>
                <c:pt idx="41347">
                  <c:v>24.45</c:v>
                </c:pt>
                <c:pt idx="41348">
                  <c:v>24.4</c:v>
                </c:pt>
                <c:pt idx="41349">
                  <c:v>24.4</c:v>
                </c:pt>
                <c:pt idx="41350">
                  <c:v>24.35</c:v>
                </c:pt>
                <c:pt idx="41351">
                  <c:v>24.35</c:v>
                </c:pt>
                <c:pt idx="41352">
                  <c:v>24.35</c:v>
                </c:pt>
                <c:pt idx="41353">
                  <c:v>24.35</c:v>
                </c:pt>
                <c:pt idx="41354">
                  <c:v>24.35</c:v>
                </c:pt>
                <c:pt idx="41355">
                  <c:v>24.3</c:v>
                </c:pt>
                <c:pt idx="41356">
                  <c:v>24.3</c:v>
                </c:pt>
                <c:pt idx="41357">
                  <c:v>24.35</c:v>
                </c:pt>
                <c:pt idx="41358">
                  <c:v>24.35</c:v>
                </c:pt>
                <c:pt idx="41359">
                  <c:v>24.35</c:v>
                </c:pt>
                <c:pt idx="41360">
                  <c:v>24.35</c:v>
                </c:pt>
                <c:pt idx="41361">
                  <c:v>24.4</c:v>
                </c:pt>
                <c:pt idx="41362">
                  <c:v>24.4</c:v>
                </c:pt>
                <c:pt idx="41363">
                  <c:v>24.4</c:v>
                </c:pt>
                <c:pt idx="41364">
                  <c:v>24.45</c:v>
                </c:pt>
                <c:pt idx="41365">
                  <c:v>24.45</c:v>
                </c:pt>
                <c:pt idx="41366">
                  <c:v>24.5</c:v>
                </c:pt>
                <c:pt idx="41367">
                  <c:v>24.5</c:v>
                </c:pt>
                <c:pt idx="41368">
                  <c:v>24.5</c:v>
                </c:pt>
                <c:pt idx="41369">
                  <c:v>24.55</c:v>
                </c:pt>
                <c:pt idx="41370">
                  <c:v>24.55</c:v>
                </c:pt>
                <c:pt idx="41371">
                  <c:v>24.6</c:v>
                </c:pt>
                <c:pt idx="41372">
                  <c:v>24.6</c:v>
                </c:pt>
                <c:pt idx="41373">
                  <c:v>24.6</c:v>
                </c:pt>
                <c:pt idx="41374">
                  <c:v>24.55</c:v>
                </c:pt>
                <c:pt idx="41375">
                  <c:v>24.55</c:v>
                </c:pt>
                <c:pt idx="41376">
                  <c:v>24.45</c:v>
                </c:pt>
                <c:pt idx="41377">
                  <c:v>24.4</c:v>
                </c:pt>
                <c:pt idx="41378">
                  <c:v>24.4</c:v>
                </c:pt>
                <c:pt idx="41379">
                  <c:v>24.35</c:v>
                </c:pt>
                <c:pt idx="41380">
                  <c:v>24.35</c:v>
                </c:pt>
                <c:pt idx="41381">
                  <c:v>24.3</c:v>
                </c:pt>
                <c:pt idx="41382">
                  <c:v>24.3</c:v>
                </c:pt>
                <c:pt idx="41383">
                  <c:v>24.3</c:v>
                </c:pt>
                <c:pt idx="41384">
                  <c:v>24.3</c:v>
                </c:pt>
                <c:pt idx="41385">
                  <c:v>24.3</c:v>
                </c:pt>
                <c:pt idx="41386">
                  <c:v>24.3</c:v>
                </c:pt>
                <c:pt idx="41387">
                  <c:v>24.3</c:v>
                </c:pt>
                <c:pt idx="41388">
                  <c:v>24.35</c:v>
                </c:pt>
                <c:pt idx="41389">
                  <c:v>24.35</c:v>
                </c:pt>
                <c:pt idx="41390">
                  <c:v>24.4</c:v>
                </c:pt>
                <c:pt idx="41391">
                  <c:v>24.4</c:v>
                </c:pt>
                <c:pt idx="41392">
                  <c:v>24.4</c:v>
                </c:pt>
                <c:pt idx="41393">
                  <c:v>24.45</c:v>
                </c:pt>
                <c:pt idx="41394">
                  <c:v>24.45</c:v>
                </c:pt>
                <c:pt idx="41395">
                  <c:v>24.5</c:v>
                </c:pt>
                <c:pt idx="41396">
                  <c:v>24.5</c:v>
                </c:pt>
                <c:pt idx="41397">
                  <c:v>24.55</c:v>
                </c:pt>
                <c:pt idx="41398">
                  <c:v>24.55</c:v>
                </c:pt>
                <c:pt idx="41399">
                  <c:v>24.55</c:v>
                </c:pt>
                <c:pt idx="41400">
                  <c:v>24.6</c:v>
                </c:pt>
                <c:pt idx="41401">
                  <c:v>24.6</c:v>
                </c:pt>
                <c:pt idx="41402">
                  <c:v>24.6</c:v>
                </c:pt>
                <c:pt idx="41403">
                  <c:v>24.6</c:v>
                </c:pt>
                <c:pt idx="41404">
                  <c:v>24.55</c:v>
                </c:pt>
                <c:pt idx="41405">
                  <c:v>24.5</c:v>
                </c:pt>
                <c:pt idx="41406">
                  <c:v>24.45</c:v>
                </c:pt>
                <c:pt idx="41407">
                  <c:v>24.4</c:v>
                </c:pt>
                <c:pt idx="41408">
                  <c:v>24.4</c:v>
                </c:pt>
                <c:pt idx="41409">
                  <c:v>24.35</c:v>
                </c:pt>
                <c:pt idx="41410">
                  <c:v>24.35</c:v>
                </c:pt>
                <c:pt idx="41411">
                  <c:v>24.35</c:v>
                </c:pt>
                <c:pt idx="41412">
                  <c:v>24.3</c:v>
                </c:pt>
                <c:pt idx="41413">
                  <c:v>24.3</c:v>
                </c:pt>
                <c:pt idx="41414">
                  <c:v>24.3</c:v>
                </c:pt>
                <c:pt idx="41415">
                  <c:v>24.3</c:v>
                </c:pt>
                <c:pt idx="41416">
                  <c:v>24.35</c:v>
                </c:pt>
                <c:pt idx="41417">
                  <c:v>24.35</c:v>
                </c:pt>
                <c:pt idx="41418">
                  <c:v>24.35</c:v>
                </c:pt>
                <c:pt idx="41419">
                  <c:v>24.4</c:v>
                </c:pt>
                <c:pt idx="41420">
                  <c:v>24.4</c:v>
                </c:pt>
                <c:pt idx="41421">
                  <c:v>24.4</c:v>
                </c:pt>
                <c:pt idx="41422">
                  <c:v>24.45</c:v>
                </c:pt>
                <c:pt idx="41423">
                  <c:v>24.45</c:v>
                </c:pt>
                <c:pt idx="41424">
                  <c:v>24.45</c:v>
                </c:pt>
                <c:pt idx="41425">
                  <c:v>24.5</c:v>
                </c:pt>
                <c:pt idx="41426">
                  <c:v>24.5</c:v>
                </c:pt>
                <c:pt idx="41427">
                  <c:v>24.55</c:v>
                </c:pt>
                <c:pt idx="41428">
                  <c:v>24.55</c:v>
                </c:pt>
                <c:pt idx="41429">
                  <c:v>24.55</c:v>
                </c:pt>
                <c:pt idx="41430">
                  <c:v>24.55</c:v>
                </c:pt>
                <c:pt idx="41431">
                  <c:v>24.55</c:v>
                </c:pt>
                <c:pt idx="41432">
                  <c:v>24.55</c:v>
                </c:pt>
                <c:pt idx="41433">
                  <c:v>24.55</c:v>
                </c:pt>
                <c:pt idx="41434">
                  <c:v>24.55</c:v>
                </c:pt>
                <c:pt idx="41435">
                  <c:v>24.5</c:v>
                </c:pt>
                <c:pt idx="41436">
                  <c:v>24.45</c:v>
                </c:pt>
                <c:pt idx="41437">
                  <c:v>24.4</c:v>
                </c:pt>
                <c:pt idx="41438">
                  <c:v>24.4</c:v>
                </c:pt>
                <c:pt idx="41439">
                  <c:v>24.35</c:v>
                </c:pt>
                <c:pt idx="41440">
                  <c:v>24.35</c:v>
                </c:pt>
                <c:pt idx="41441">
                  <c:v>24.35</c:v>
                </c:pt>
                <c:pt idx="41442">
                  <c:v>24.35</c:v>
                </c:pt>
                <c:pt idx="41443">
                  <c:v>24.35</c:v>
                </c:pt>
                <c:pt idx="41444">
                  <c:v>24.35</c:v>
                </c:pt>
                <c:pt idx="41445">
                  <c:v>24.35</c:v>
                </c:pt>
                <c:pt idx="41446">
                  <c:v>24.35</c:v>
                </c:pt>
                <c:pt idx="41447">
                  <c:v>24.35</c:v>
                </c:pt>
                <c:pt idx="41448">
                  <c:v>24.4</c:v>
                </c:pt>
                <c:pt idx="41449">
                  <c:v>24.4</c:v>
                </c:pt>
                <c:pt idx="41450">
                  <c:v>24.4</c:v>
                </c:pt>
                <c:pt idx="41451">
                  <c:v>24.4</c:v>
                </c:pt>
                <c:pt idx="41452">
                  <c:v>24.45</c:v>
                </c:pt>
                <c:pt idx="41453">
                  <c:v>24.45</c:v>
                </c:pt>
                <c:pt idx="41454">
                  <c:v>24.45</c:v>
                </c:pt>
                <c:pt idx="41455">
                  <c:v>24.45</c:v>
                </c:pt>
                <c:pt idx="41456">
                  <c:v>24.5</c:v>
                </c:pt>
                <c:pt idx="41457">
                  <c:v>24.5</c:v>
                </c:pt>
                <c:pt idx="41458">
                  <c:v>24.5</c:v>
                </c:pt>
                <c:pt idx="41459">
                  <c:v>24.55</c:v>
                </c:pt>
                <c:pt idx="41460">
                  <c:v>24.55</c:v>
                </c:pt>
                <c:pt idx="41461">
                  <c:v>24.55</c:v>
                </c:pt>
                <c:pt idx="41462">
                  <c:v>24.55</c:v>
                </c:pt>
                <c:pt idx="41463">
                  <c:v>24.55</c:v>
                </c:pt>
                <c:pt idx="41464">
                  <c:v>24.5</c:v>
                </c:pt>
                <c:pt idx="41465">
                  <c:v>24.5</c:v>
                </c:pt>
                <c:pt idx="41466">
                  <c:v>24.45</c:v>
                </c:pt>
                <c:pt idx="41467">
                  <c:v>24.4</c:v>
                </c:pt>
                <c:pt idx="41468">
                  <c:v>24.4</c:v>
                </c:pt>
                <c:pt idx="41469">
                  <c:v>24.35</c:v>
                </c:pt>
                <c:pt idx="41470">
                  <c:v>24.35</c:v>
                </c:pt>
                <c:pt idx="41471">
                  <c:v>24.35</c:v>
                </c:pt>
                <c:pt idx="41472">
                  <c:v>24.35</c:v>
                </c:pt>
                <c:pt idx="41473">
                  <c:v>24.35</c:v>
                </c:pt>
                <c:pt idx="41474">
                  <c:v>24.35</c:v>
                </c:pt>
                <c:pt idx="41475">
                  <c:v>24.35</c:v>
                </c:pt>
                <c:pt idx="41476">
                  <c:v>24.35</c:v>
                </c:pt>
                <c:pt idx="41477">
                  <c:v>24.35</c:v>
                </c:pt>
                <c:pt idx="41478">
                  <c:v>24.35</c:v>
                </c:pt>
                <c:pt idx="41479">
                  <c:v>24.35</c:v>
                </c:pt>
                <c:pt idx="41480">
                  <c:v>24.4</c:v>
                </c:pt>
                <c:pt idx="41481">
                  <c:v>24.4</c:v>
                </c:pt>
                <c:pt idx="41482">
                  <c:v>24.4</c:v>
                </c:pt>
                <c:pt idx="41483">
                  <c:v>24.45</c:v>
                </c:pt>
                <c:pt idx="41484">
                  <c:v>24.45</c:v>
                </c:pt>
                <c:pt idx="41485">
                  <c:v>24.45</c:v>
                </c:pt>
                <c:pt idx="41486">
                  <c:v>24.45</c:v>
                </c:pt>
                <c:pt idx="41487">
                  <c:v>24.5</c:v>
                </c:pt>
                <c:pt idx="41488">
                  <c:v>24.5</c:v>
                </c:pt>
                <c:pt idx="41489">
                  <c:v>24.55</c:v>
                </c:pt>
                <c:pt idx="41490">
                  <c:v>24.55</c:v>
                </c:pt>
                <c:pt idx="41491">
                  <c:v>24.55</c:v>
                </c:pt>
                <c:pt idx="41492">
                  <c:v>24.55</c:v>
                </c:pt>
                <c:pt idx="41493">
                  <c:v>24.55</c:v>
                </c:pt>
                <c:pt idx="41494">
                  <c:v>24.55</c:v>
                </c:pt>
                <c:pt idx="41495">
                  <c:v>24.5</c:v>
                </c:pt>
                <c:pt idx="41496">
                  <c:v>24.45</c:v>
                </c:pt>
                <c:pt idx="41497">
                  <c:v>24.45</c:v>
                </c:pt>
                <c:pt idx="41498">
                  <c:v>24.4</c:v>
                </c:pt>
                <c:pt idx="41499">
                  <c:v>24.4</c:v>
                </c:pt>
                <c:pt idx="41500">
                  <c:v>24.35</c:v>
                </c:pt>
                <c:pt idx="41501">
                  <c:v>24.4</c:v>
                </c:pt>
                <c:pt idx="41502">
                  <c:v>24.35</c:v>
                </c:pt>
                <c:pt idx="41503">
                  <c:v>24.35</c:v>
                </c:pt>
                <c:pt idx="41504">
                  <c:v>24.35</c:v>
                </c:pt>
                <c:pt idx="41505">
                  <c:v>24.35</c:v>
                </c:pt>
                <c:pt idx="41506">
                  <c:v>24.35</c:v>
                </c:pt>
                <c:pt idx="41507">
                  <c:v>24.35</c:v>
                </c:pt>
                <c:pt idx="41508">
                  <c:v>24.4</c:v>
                </c:pt>
                <c:pt idx="41509">
                  <c:v>24.4</c:v>
                </c:pt>
                <c:pt idx="41510">
                  <c:v>24.4</c:v>
                </c:pt>
                <c:pt idx="41511">
                  <c:v>24.45</c:v>
                </c:pt>
                <c:pt idx="41512">
                  <c:v>24.45</c:v>
                </c:pt>
                <c:pt idx="41513">
                  <c:v>24.45</c:v>
                </c:pt>
                <c:pt idx="41514">
                  <c:v>24.5</c:v>
                </c:pt>
                <c:pt idx="41515">
                  <c:v>24.5</c:v>
                </c:pt>
                <c:pt idx="41516">
                  <c:v>24.5</c:v>
                </c:pt>
                <c:pt idx="41517">
                  <c:v>24.5</c:v>
                </c:pt>
                <c:pt idx="41518">
                  <c:v>24.55</c:v>
                </c:pt>
                <c:pt idx="41519">
                  <c:v>24.55</c:v>
                </c:pt>
                <c:pt idx="41520">
                  <c:v>24.6</c:v>
                </c:pt>
                <c:pt idx="41521">
                  <c:v>24.6</c:v>
                </c:pt>
                <c:pt idx="41522">
                  <c:v>24.6</c:v>
                </c:pt>
                <c:pt idx="41523">
                  <c:v>24.6</c:v>
                </c:pt>
                <c:pt idx="41524">
                  <c:v>24.55</c:v>
                </c:pt>
                <c:pt idx="41525">
                  <c:v>24.55</c:v>
                </c:pt>
                <c:pt idx="41526">
                  <c:v>24.45</c:v>
                </c:pt>
                <c:pt idx="41527">
                  <c:v>24.4</c:v>
                </c:pt>
                <c:pt idx="41528">
                  <c:v>24.4</c:v>
                </c:pt>
                <c:pt idx="41529">
                  <c:v>24.35</c:v>
                </c:pt>
                <c:pt idx="41530">
                  <c:v>24.35</c:v>
                </c:pt>
                <c:pt idx="41531">
                  <c:v>24.35</c:v>
                </c:pt>
                <c:pt idx="41532">
                  <c:v>24.35</c:v>
                </c:pt>
                <c:pt idx="41533">
                  <c:v>24.35</c:v>
                </c:pt>
                <c:pt idx="41534">
                  <c:v>24.35</c:v>
                </c:pt>
                <c:pt idx="41535">
                  <c:v>24.35</c:v>
                </c:pt>
                <c:pt idx="41536">
                  <c:v>24.35</c:v>
                </c:pt>
                <c:pt idx="41537">
                  <c:v>24.35</c:v>
                </c:pt>
                <c:pt idx="41538">
                  <c:v>24.35</c:v>
                </c:pt>
                <c:pt idx="41539">
                  <c:v>24.4</c:v>
                </c:pt>
                <c:pt idx="41540">
                  <c:v>24.4</c:v>
                </c:pt>
                <c:pt idx="41541">
                  <c:v>24.4</c:v>
                </c:pt>
                <c:pt idx="41542">
                  <c:v>24.45</c:v>
                </c:pt>
                <c:pt idx="41543">
                  <c:v>24.45</c:v>
                </c:pt>
                <c:pt idx="41544">
                  <c:v>24.5</c:v>
                </c:pt>
                <c:pt idx="41545">
                  <c:v>24.5</c:v>
                </c:pt>
                <c:pt idx="41546">
                  <c:v>24.5</c:v>
                </c:pt>
                <c:pt idx="41547">
                  <c:v>24.55</c:v>
                </c:pt>
                <c:pt idx="41548">
                  <c:v>24.55</c:v>
                </c:pt>
                <c:pt idx="41549">
                  <c:v>24.6</c:v>
                </c:pt>
                <c:pt idx="41550">
                  <c:v>24.6</c:v>
                </c:pt>
                <c:pt idx="41551">
                  <c:v>24.6</c:v>
                </c:pt>
                <c:pt idx="41552">
                  <c:v>24.65</c:v>
                </c:pt>
                <c:pt idx="41553">
                  <c:v>24.6</c:v>
                </c:pt>
                <c:pt idx="41554">
                  <c:v>24.55</c:v>
                </c:pt>
                <c:pt idx="41555">
                  <c:v>24.55</c:v>
                </c:pt>
                <c:pt idx="41556">
                  <c:v>24.5</c:v>
                </c:pt>
                <c:pt idx="41557">
                  <c:v>24.45</c:v>
                </c:pt>
                <c:pt idx="41558">
                  <c:v>24.4</c:v>
                </c:pt>
                <c:pt idx="41559">
                  <c:v>24.4</c:v>
                </c:pt>
                <c:pt idx="41560">
                  <c:v>24.35</c:v>
                </c:pt>
                <c:pt idx="41561">
                  <c:v>24.35</c:v>
                </c:pt>
                <c:pt idx="41562">
                  <c:v>24.35</c:v>
                </c:pt>
                <c:pt idx="41563">
                  <c:v>24.35</c:v>
                </c:pt>
                <c:pt idx="41564">
                  <c:v>24.35</c:v>
                </c:pt>
                <c:pt idx="41565">
                  <c:v>24.35</c:v>
                </c:pt>
                <c:pt idx="41566">
                  <c:v>24.35</c:v>
                </c:pt>
                <c:pt idx="41567">
                  <c:v>24.35</c:v>
                </c:pt>
                <c:pt idx="41568">
                  <c:v>24.35</c:v>
                </c:pt>
                <c:pt idx="41569">
                  <c:v>24.35</c:v>
                </c:pt>
                <c:pt idx="41570">
                  <c:v>24.4</c:v>
                </c:pt>
                <c:pt idx="41571">
                  <c:v>24.4</c:v>
                </c:pt>
                <c:pt idx="41572">
                  <c:v>24.45</c:v>
                </c:pt>
                <c:pt idx="41573">
                  <c:v>24.45</c:v>
                </c:pt>
                <c:pt idx="41574">
                  <c:v>24.45</c:v>
                </c:pt>
                <c:pt idx="41575">
                  <c:v>24.5</c:v>
                </c:pt>
                <c:pt idx="41576">
                  <c:v>24.5</c:v>
                </c:pt>
                <c:pt idx="41577">
                  <c:v>24.55</c:v>
                </c:pt>
                <c:pt idx="41578">
                  <c:v>24.55</c:v>
                </c:pt>
                <c:pt idx="41579">
                  <c:v>24.6</c:v>
                </c:pt>
                <c:pt idx="41580">
                  <c:v>24.6</c:v>
                </c:pt>
                <c:pt idx="41581">
                  <c:v>24.65</c:v>
                </c:pt>
                <c:pt idx="41582">
                  <c:v>24.65</c:v>
                </c:pt>
                <c:pt idx="41583">
                  <c:v>24.6</c:v>
                </c:pt>
                <c:pt idx="41584">
                  <c:v>24.6</c:v>
                </c:pt>
                <c:pt idx="41585">
                  <c:v>24.55</c:v>
                </c:pt>
                <c:pt idx="41586">
                  <c:v>24.5</c:v>
                </c:pt>
                <c:pt idx="41587">
                  <c:v>24.45</c:v>
                </c:pt>
                <c:pt idx="41588">
                  <c:v>24.4</c:v>
                </c:pt>
                <c:pt idx="41589">
                  <c:v>24.4</c:v>
                </c:pt>
                <c:pt idx="41590">
                  <c:v>24.4</c:v>
                </c:pt>
                <c:pt idx="41591">
                  <c:v>24.35</c:v>
                </c:pt>
                <c:pt idx="41592">
                  <c:v>24.35</c:v>
                </c:pt>
                <c:pt idx="41593">
                  <c:v>24.35</c:v>
                </c:pt>
                <c:pt idx="41594">
                  <c:v>24.35</c:v>
                </c:pt>
                <c:pt idx="41595">
                  <c:v>24.35</c:v>
                </c:pt>
                <c:pt idx="41596">
                  <c:v>24.35</c:v>
                </c:pt>
                <c:pt idx="41597">
                  <c:v>24.35</c:v>
                </c:pt>
                <c:pt idx="41598">
                  <c:v>24.35</c:v>
                </c:pt>
                <c:pt idx="41599">
                  <c:v>24.35</c:v>
                </c:pt>
                <c:pt idx="41600">
                  <c:v>24.4</c:v>
                </c:pt>
                <c:pt idx="41601">
                  <c:v>24.4</c:v>
                </c:pt>
                <c:pt idx="41602">
                  <c:v>24.4</c:v>
                </c:pt>
                <c:pt idx="41603">
                  <c:v>24.45</c:v>
                </c:pt>
                <c:pt idx="41604">
                  <c:v>24.45</c:v>
                </c:pt>
                <c:pt idx="41605">
                  <c:v>24.5</c:v>
                </c:pt>
                <c:pt idx="41606">
                  <c:v>24.5</c:v>
                </c:pt>
                <c:pt idx="41607">
                  <c:v>24.5</c:v>
                </c:pt>
                <c:pt idx="41608">
                  <c:v>24.55</c:v>
                </c:pt>
                <c:pt idx="41609">
                  <c:v>24.55</c:v>
                </c:pt>
                <c:pt idx="41610">
                  <c:v>24.6</c:v>
                </c:pt>
                <c:pt idx="41611">
                  <c:v>24.6</c:v>
                </c:pt>
                <c:pt idx="41612">
                  <c:v>24.6</c:v>
                </c:pt>
                <c:pt idx="41613">
                  <c:v>24.6</c:v>
                </c:pt>
                <c:pt idx="41614">
                  <c:v>24.55</c:v>
                </c:pt>
                <c:pt idx="41615">
                  <c:v>24.55</c:v>
                </c:pt>
                <c:pt idx="41616">
                  <c:v>24.5</c:v>
                </c:pt>
                <c:pt idx="41617">
                  <c:v>24.45</c:v>
                </c:pt>
                <c:pt idx="41618">
                  <c:v>24.45</c:v>
                </c:pt>
                <c:pt idx="41619">
                  <c:v>24.4</c:v>
                </c:pt>
                <c:pt idx="41620">
                  <c:v>24.35</c:v>
                </c:pt>
                <c:pt idx="41621">
                  <c:v>24.35</c:v>
                </c:pt>
                <c:pt idx="41622">
                  <c:v>24.35</c:v>
                </c:pt>
                <c:pt idx="41623">
                  <c:v>24.35</c:v>
                </c:pt>
                <c:pt idx="41624">
                  <c:v>24.35</c:v>
                </c:pt>
                <c:pt idx="41625">
                  <c:v>24.35</c:v>
                </c:pt>
                <c:pt idx="41626">
                  <c:v>24.3</c:v>
                </c:pt>
                <c:pt idx="41627">
                  <c:v>24.35</c:v>
                </c:pt>
                <c:pt idx="41628">
                  <c:v>24.35</c:v>
                </c:pt>
                <c:pt idx="41629">
                  <c:v>24.35</c:v>
                </c:pt>
                <c:pt idx="41630">
                  <c:v>24.4</c:v>
                </c:pt>
                <c:pt idx="41631">
                  <c:v>24.4</c:v>
                </c:pt>
                <c:pt idx="41632">
                  <c:v>24.45</c:v>
                </c:pt>
                <c:pt idx="41633">
                  <c:v>24.45</c:v>
                </c:pt>
                <c:pt idx="41634">
                  <c:v>24.45</c:v>
                </c:pt>
                <c:pt idx="41635">
                  <c:v>24.5</c:v>
                </c:pt>
                <c:pt idx="41636">
                  <c:v>24.5</c:v>
                </c:pt>
                <c:pt idx="41637">
                  <c:v>24.55</c:v>
                </c:pt>
                <c:pt idx="41638">
                  <c:v>24.55</c:v>
                </c:pt>
                <c:pt idx="41639">
                  <c:v>24.55</c:v>
                </c:pt>
                <c:pt idx="41640">
                  <c:v>24.55</c:v>
                </c:pt>
                <c:pt idx="41641">
                  <c:v>24.6</c:v>
                </c:pt>
                <c:pt idx="41642">
                  <c:v>24.6</c:v>
                </c:pt>
                <c:pt idx="41643">
                  <c:v>24.55</c:v>
                </c:pt>
                <c:pt idx="41644">
                  <c:v>24.55</c:v>
                </c:pt>
                <c:pt idx="41645">
                  <c:v>24.5</c:v>
                </c:pt>
                <c:pt idx="41646">
                  <c:v>24.45</c:v>
                </c:pt>
                <c:pt idx="41647">
                  <c:v>24.4</c:v>
                </c:pt>
                <c:pt idx="41648">
                  <c:v>24.35</c:v>
                </c:pt>
                <c:pt idx="41649">
                  <c:v>24.35</c:v>
                </c:pt>
                <c:pt idx="41650">
                  <c:v>24.3</c:v>
                </c:pt>
                <c:pt idx="41651">
                  <c:v>24.3</c:v>
                </c:pt>
                <c:pt idx="41652">
                  <c:v>24.3</c:v>
                </c:pt>
                <c:pt idx="41653">
                  <c:v>24.3</c:v>
                </c:pt>
                <c:pt idx="41654">
                  <c:v>24.3</c:v>
                </c:pt>
                <c:pt idx="41655">
                  <c:v>24.3</c:v>
                </c:pt>
                <c:pt idx="41656">
                  <c:v>24.35</c:v>
                </c:pt>
                <c:pt idx="41657">
                  <c:v>24.35</c:v>
                </c:pt>
                <c:pt idx="41658">
                  <c:v>24.35</c:v>
                </c:pt>
                <c:pt idx="41659">
                  <c:v>24.4</c:v>
                </c:pt>
                <c:pt idx="41660">
                  <c:v>24.4</c:v>
                </c:pt>
                <c:pt idx="41661">
                  <c:v>24.4</c:v>
                </c:pt>
                <c:pt idx="41662">
                  <c:v>24.4</c:v>
                </c:pt>
                <c:pt idx="41663">
                  <c:v>24.45</c:v>
                </c:pt>
                <c:pt idx="41664">
                  <c:v>24.45</c:v>
                </c:pt>
                <c:pt idx="41665">
                  <c:v>24.5</c:v>
                </c:pt>
                <c:pt idx="41666">
                  <c:v>24.5</c:v>
                </c:pt>
                <c:pt idx="41667">
                  <c:v>24.5</c:v>
                </c:pt>
                <c:pt idx="41668">
                  <c:v>24.55</c:v>
                </c:pt>
                <c:pt idx="41669">
                  <c:v>24.55</c:v>
                </c:pt>
                <c:pt idx="41670">
                  <c:v>24.55</c:v>
                </c:pt>
                <c:pt idx="41671">
                  <c:v>24.6</c:v>
                </c:pt>
                <c:pt idx="41672">
                  <c:v>24.6</c:v>
                </c:pt>
                <c:pt idx="41673">
                  <c:v>24.55</c:v>
                </c:pt>
                <c:pt idx="41674">
                  <c:v>24.55</c:v>
                </c:pt>
                <c:pt idx="41675">
                  <c:v>24.5</c:v>
                </c:pt>
                <c:pt idx="41676">
                  <c:v>24.45</c:v>
                </c:pt>
                <c:pt idx="41677">
                  <c:v>24.4</c:v>
                </c:pt>
                <c:pt idx="41678">
                  <c:v>24.35</c:v>
                </c:pt>
                <c:pt idx="41679">
                  <c:v>24.35</c:v>
                </c:pt>
                <c:pt idx="41680">
                  <c:v>24.3</c:v>
                </c:pt>
                <c:pt idx="41681">
                  <c:v>24.3</c:v>
                </c:pt>
                <c:pt idx="41682">
                  <c:v>24.3</c:v>
                </c:pt>
                <c:pt idx="41683">
                  <c:v>24.3</c:v>
                </c:pt>
                <c:pt idx="41684">
                  <c:v>24.3</c:v>
                </c:pt>
                <c:pt idx="41685">
                  <c:v>24.35</c:v>
                </c:pt>
                <c:pt idx="41686">
                  <c:v>24.35</c:v>
                </c:pt>
                <c:pt idx="41687">
                  <c:v>24.35</c:v>
                </c:pt>
                <c:pt idx="41688">
                  <c:v>24.35</c:v>
                </c:pt>
                <c:pt idx="41689">
                  <c:v>24.35</c:v>
                </c:pt>
                <c:pt idx="41690">
                  <c:v>24.4</c:v>
                </c:pt>
                <c:pt idx="41691">
                  <c:v>24.4</c:v>
                </c:pt>
                <c:pt idx="41692">
                  <c:v>24.45</c:v>
                </c:pt>
                <c:pt idx="41693">
                  <c:v>24.45</c:v>
                </c:pt>
                <c:pt idx="41694">
                  <c:v>24.45</c:v>
                </c:pt>
                <c:pt idx="41695">
                  <c:v>24.5</c:v>
                </c:pt>
                <c:pt idx="41696">
                  <c:v>24.55</c:v>
                </c:pt>
                <c:pt idx="41697">
                  <c:v>24.55</c:v>
                </c:pt>
                <c:pt idx="41698">
                  <c:v>24.55</c:v>
                </c:pt>
                <c:pt idx="41699">
                  <c:v>24.6</c:v>
                </c:pt>
                <c:pt idx="41700">
                  <c:v>24.6</c:v>
                </c:pt>
                <c:pt idx="41701">
                  <c:v>24.6</c:v>
                </c:pt>
                <c:pt idx="41702">
                  <c:v>24.6</c:v>
                </c:pt>
                <c:pt idx="41703">
                  <c:v>24.6</c:v>
                </c:pt>
                <c:pt idx="41704">
                  <c:v>24.55</c:v>
                </c:pt>
                <c:pt idx="41705">
                  <c:v>24.55</c:v>
                </c:pt>
                <c:pt idx="41706">
                  <c:v>24.5</c:v>
                </c:pt>
                <c:pt idx="41707">
                  <c:v>24.45</c:v>
                </c:pt>
                <c:pt idx="41708">
                  <c:v>24.45</c:v>
                </c:pt>
                <c:pt idx="41709">
                  <c:v>24.45</c:v>
                </c:pt>
                <c:pt idx="41710">
                  <c:v>24.4</c:v>
                </c:pt>
                <c:pt idx="41711">
                  <c:v>24.35</c:v>
                </c:pt>
                <c:pt idx="41712">
                  <c:v>24.35</c:v>
                </c:pt>
                <c:pt idx="41713">
                  <c:v>24.35</c:v>
                </c:pt>
                <c:pt idx="41714">
                  <c:v>24.35</c:v>
                </c:pt>
                <c:pt idx="41715">
                  <c:v>24.35</c:v>
                </c:pt>
                <c:pt idx="41716">
                  <c:v>24.4</c:v>
                </c:pt>
                <c:pt idx="41717">
                  <c:v>24.4</c:v>
                </c:pt>
                <c:pt idx="41718">
                  <c:v>24.4</c:v>
                </c:pt>
                <c:pt idx="41719">
                  <c:v>24.4</c:v>
                </c:pt>
                <c:pt idx="41720">
                  <c:v>24.45</c:v>
                </c:pt>
                <c:pt idx="41721">
                  <c:v>24.45</c:v>
                </c:pt>
                <c:pt idx="41722">
                  <c:v>24.45</c:v>
                </c:pt>
                <c:pt idx="41723">
                  <c:v>24.45</c:v>
                </c:pt>
                <c:pt idx="41724">
                  <c:v>24.5</c:v>
                </c:pt>
                <c:pt idx="41725">
                  <c:v>24.5</c:v>
                </c:pt>
                <c:pt idx="41726">
                  <c:v>24.5</c:v>
                </c:pt>
                <c:pt idx="41727">
                  <c:v>24.55</c:v>
                </c:pt>
                <c:pt idx="41728">
                  <c:v>24.6</c:v>
                </c:pt>
                <c:pt idx="41729">
                  <c:v>24.6</c:v>
                </c:pt>
                <c:pt idx="41730">
                  <c:v>24.65</c:v>
                </c:pt>
                <c:pt idx="41731">
                  <c:v>24.65</c:v>
                </c:pt>
                <c:pt idx="41732">
                  <c:v>24.65</c:v>
                </c:pt>
                <c:pt idx="41733">
                  <c:v>24.65</c:v>
                </c:pt>
                <c:pt idx="41734">
                  <c:v>24.6</c:v>
                </c:pt>
                <c:pt idx="41735">
                  <c:v>24.6</c:v>
                </c:pt>
                <c:pt idx="41736">
                  <c:v>24.55</c:v>
                </c:pt>
                <c:pt idx="41737">
                  <c:v>24.5</c:v>
                </c:pt>
                <c:pt idx="41738">
                  <c:v>24.45</c:v>
                </c:pt>
                <c:pt idx="41739">
                  <c:v>24.4</c:v>
                </c:pt>
                <c:pt idx="41740">
                  <c:v>24.4</c:v>
                </c:pt>
                <c:pt idx="41741">
                  <c:v>24.35</c:v>
                </c:pt>
                <c:pt idx="41742">
                  <c:v>24.35</c:v>
                </c:pt>
                <c:pt idx="41743">
                  <c:v>24.35</c:v>
                </c:pt>
                <c:pt idx="41744">
                  <c:v>24.35</c:v>
                </c:pt>
                <c:pt idx="41745">
                  <c:v>24.35</c:v>
                </c:pt>
                <c:pt idx="41746">
                  <c:v>24.35</c:v>
                </c:pt>
                <c:pt idx="41747">
                  <c:v>24.4</c:v>
                </c:pt>
                <c:pt idx="41748">
                  <c:v>24.4</c:v>
                </c:pt>
                <c:pt idx="41749">
                  <c:v>24.4</c:v>
                </c:pt>
                <c:pt idx="41750">
                  <c:v>24.4</c:v>
                </c:pt>
                <c:pt idx="41751">
                  <c:v>24.4</c:v>
                </c:pt>
                <c:pt idx="41752">
                  <c:v>24.4</c:v>
                </c:pt>
                <c:pt idx="41753">
                  <c:v>24.45</c:v>
                </c:pt>
                <c:pt idx="41754">
                  <c:v>24.45</c:v>
                </c:pt>
                <c:pt idx="41755">
                  <c:v>24.5</c:v>
                </c:pt>
                <c:pt idx="41756">
                  <c:v>24.55</c:v>
                </c:pt>
                <c:pt idx="41757">
                  <c:v>24.55</c:v>
                </c:pt>
                <c:pt idx="41758">
                  <c:v>24.55</c:v>
                </c:pt>
                <c:pt idx="41759">
                  <c:v>24.6</c:v>
                </c:pt>
                <c:pt idx="41760">
                  <c:v>24.6</c:v>
                </c:pt>
                <c:pt idx="41761">
                  <c:v>24.65</c:v>
                </c:pt>
                <c:pt idx="41762">
                  <c:v>24.65</c:v>
                </c:pt>
                <c:pt idx="41763">
                  <c:v>24.65</c:v>
                </c:pt>
                <c:pt idx="41764">
                  <c:v>24.6</c:v>
                </c:pt>
                <c:pt idx="41765">
                  <c:v>24.55</c:v>
                </c:pt>
                <c:pt idx="41766">
                  <c:v>24.5</c:v>
                </c:pt>
                <c:pt idx="41767">
                  <c:v>24.5</c:v>
                </c:pt>
                <c:pt idx="41768">
                  <c:v>24.4</c:v>
                </c:pt>
                <c:pt idx="41769">
                  <c:v>24.4</c:v>
                </c:pt>
                <c:pt idx="41770">
                  <c:v>24.4</c:v>
                </c:pt>
                <c:pt idx="41771">
                  <c:v>24.35</c:v>
                </c:pt>
                <c:pt idx="41772">
                  <c:v>24.35</c:v>
                </c:pt>
                <c:pt idx="41773">
                  <c:v>24.35</c:v>
                </c:pt>
                <c:pt idx="41774">
                  <c:v>24.35</c:v>
                </c:pt>
                <c:pt idx="41775">
                  <c:v>24.35</c:v>
                </c:pt>
                <c:pt idx="41776">
                  <c:v>24.35</c:v>
                </c:pt>
                <c:pt idx="41777">
                  <c:v>24.35</c:v>
                </c:pt>
                <c:pt idx="41778">
                  <c:v>24.35</c:v>
                </c:pt>
                <c:pt idx="41779">
                  <c:v>24.4</c:v>
                </c:pt>
                <c:pt idx="41780">
                  <c:v>24.4</c:v>
                </c:pt>
                <c:pt idx="41781">
                  <c:v>24.45</c:v>
                </c:pt>
                <c:pt idx="41782">
                  <c:v>24.45</c:v>
                </c:pt>
                <c:pt idx="41783">
                  <c:v>24.45</c:v>
                </c:pt>
                <c:pt idx="41784">
                  <c:v>24.5</c:v>
                </c:pt>
                <c:pt idx="41785">
                  <c:v>24.5</c:v>
                </c:pt>
                <c:pt idx="41786">
                  <c:v>24.5</c:v>
                </c:pt>
                <c:pt idx="41787">
                  <c:v>24.55</c:v>
                </c:pt>
                <c:pt idx="41788">
                  <c:v>24.55</c:v>
                </c:pt>
                <c:pt idx="41789">
                  <c:v>24.6</c:v>
                </c:pt>
                <c:pt idx="41790">
                  <c:v>24.6</c:v>
                </c:pt>
                <c:pt idx="41791">
                  <c:v>24.6</c:v>
                </c:pt>
                <c:pt idx="41792">
                  <c:v>24.6</c:v>
                </c:pt>
                <c:pt idx="41793">
                  <c:v>24.6</c:v>
                </c:pt>
                <c:pt idx="41794">
                  <c:v>24.55</c:v>
                </c:pt>
                <c:pt idx="41795">
                  <c:v>24.5</c:v>
                </c:pt>
                <c:pt idx="41796">
                  <c:v>24.45</c:v>
                </c:pt>
                <c:pt idx="41797">
                  <c:v>24.4</c:v>
                </c:pt>
                <c:pt idx="41798">
                  <c:v>24.4</c:v>
                </c:pt>
                <c:pt idx="41799">
                  <c:v>24.35</c:v>
                </c:pt>
                <c:pt idx="41800">
                  <c:v>24.35</c:v>
                </c:pt>
                <c:pt idx="41801">
                  <c:v>24.35</c:v>
                </c:pt>
                <c:pt idx="41802">
                  <c:v>24.35</c:v>
                </c:pt>
                <c:pt idx="41803">
                  <c:v>24.35</c:v>
                </c:pt>
                <c:pt idx="41804">
                  <c:v>24.35</c:v>
                </c:pt>
                <c:pt idx="41805">
                  <c:v>24.3</c:v>
                </c:pt>
                <c:pt idx="41806">
                  <c:v>24.3</c:v>
                </c:pt>
                <c:pt idx="41807">
                  <c:v>24.35</c:v>
                </c:pt>
                <c:pt idx="41808">
                  <c:v>24.35</c:v>
                </c:pt>
                <c:pt idx="41809">
                  <c:v>24.35</c:v>
                </c:pt>
                <c:pt idx="41810">
                  <c:v>24.35</c:v>
                </c:pt>
                <c:pt idx="41811">
                  <c:v>24.4</c:v>
                </c:pt>
                <c:pt idx="41812">
                  <c:v>24.4</c:v>
                </c:pt>
                <c:pt idx="41813">
                  <c:v>24.45</c:v>
                </c:pt>
                <c:pt idx="41814">
                  <c:v>24.5</c:v>
                </c:pt>
                <c:pt idx="41815">
                  <c:v>24.5</c:v>
                </c:pt>
                <c:pt idx="41816">
                  <c:v>24.55</c:v>
                </c:pt>
                <c:pt idx="41817">
                  <c:v>24.5</c:v>
                </c:pt>
                <c:pt idx="41818">
                  <c:v>24.55</c:v>
                </c:pt>
                <c:pt idx="41819">
                  <c:v>24.55</c:v>
                </c:pt>
                <c:pt idx="41820">
                  <c:v>24.6</c:v>
                </c:pt>
                <c:pt idx="41821">
                  <c:v>24.6</c:v>
                </c:pt>
                <c:pt idx="41822">
                  <c:v>24.6</c:v>
                </c:pt>
                <c:pt idx="41823">
                  <c:v>24.6</c:v>
                </c:pt>
                <c:pt idx="41824">
                  <c:v>24.6</c:v>
                </c:pt>
                <c:pt idx="41825">
                  <c:v>24.55</c:v>
                </c:pt>
                <c:pt idx="41826">
                  <c:v>24.5</c:v>
                </c:pt>
                <c:pt idx="41827">
                  <c:v>24.5</c:v>
                </c:pt>
                <c:pt idx="41828">
                  <c:v>24.4</c:v>
                </c:pt>
                <c:pt idx="41829">
                  <c:v>24.4</c:v>
                </c:pt>
                <c:pt idx="41830">
                  <c:v>24.4</c:v>
                </c:pt>
                <c:pt idx="41831">
                  <c:v>24.35</c:v>
                </c:pt>
                <c:pt idx="41832">
                  <c:v>24.35</c:v>
                </c:pt>
                <c:pt idx="41833">
                  <c:v>24.35</c:v>
                </c:pt>
                <c:pt idx="41834">
                  <c:v>24.35</c:v>
                </c:pt>
                <c:pt idx="41835">
                  <c:v>24.35</c:v>
                </c:pt>
                <c:pt idx="41836">
                  <c:v>24.35</c:v>
                </c:pt>
                <c:pt idx="41837">
                  <c:v>24.35</c:v>
                </c:pt>
                <c:pt idx="41838">
                  <c:v>24.4</c:v>
                </c:pt>
                <c:pt idx="41839">
                  <c:v>24.4</c:v>
                </c:pt>
                <c:pt idx="41840">
                  <c:v>24.4</c:v>
                </c:pt>
                <c:pt idx="41841">
                  <c:v>24.45</c:v>
                </c:pt>
                <c:pt idx="41842">
                  <c:v>24.45</c:v>
                </c:pt>
                <c:pt idx="41843">
                  <c:v>24.45</c:v>
                </c:pt>
                <c:pt idx="41844">
                  <c:v>24.45</c:v>
                </c:pt>
                <c:pt idx="41845">
                  <c:v>24.5</c:v>
                </c:pt>
                <c:pt idx="41846">
                  <c:v>24.5</c:v>
                </c:pt>
                <c:pt idx="41847">
                  <c:v>24.5</c:v>
                </c:pt>
                <c:pt idx="41848">
                  <c:v>24.55</c:v>
                </c:pt>
                <c:pt idx="41849">
                  <c:v>24.55</c:v>
                </c:pt>
                <c:pt idx="41850">
                  <c:v>24.6</c:v>
                </c:pt>
                <c:pt idx="41851">
                  <c:v>24.6</c:v>
                </c:pt>
                <c:pt idx="41852">
                  <c:v>24.6</c:v>
                </c:pt>
                <c:pt idx="41853">
                  <c:v>24.55</c:v>
                </c:pt>
                <c:pt idx="41854">
                  <c:v>24.55</c:v>
                </c:pt>
                <c:pt idx="41855">
                  <c:v>24.5</c:v>
                </c:pt>
                <c:pt idx="41856">
                  <c:v>24.45</c:v>
                </c:pt>
                <c:pt idx="41857">
                  <c:v>24.4</c:v>
                </c:pt>
                <c:pt idx="41858">
                  <c:v>24.35</c:v>
                </c:pt>
                <c:pt idx="41859">
                  <c:v>24.35</c:v>
                </c:pt>
                <c:pt idx="41860">
                  <c:v>24.35</c:v>
                </c:pt>
                <c:pt idx="41861">
                  <c:v>24.3</c:v>
                </c:pt>
                <c:pt idx="41862">
                  <c:v>24.35</c:v>
                </c:pt>
                <c:pt idx="41863">
                  <c:v>24.35</c:v>
                </c:pt>
                <c:pt idx="41864">
                  <c:v>24.35</c:v>
                </c:pt>
                <c:pt idx="41865">
                  <c:v>24.35</c:v>
                </c:pt>
                <c:pt idx="41866">
                  <c:v>24.35</c:v>
                </c:pt>
                <c:pt idx="41867">
                  <c:v>24.35</c:v>
                </c:pt>
                <c:pt idx="41868">
                  <c:v>24.35</c:v>
                </c:pt>
                <c:pt idx="41869">
                  <c:v>24.4</c:v>
                </c:pt>
                <c:pt idx="41870">
                  <c:v>24.4</c:v>
                </c:pt>
                <c:pt idx="41871">
                  <c:v>24.4</c:v>
                </c:pt>
                <c:pt idx="41872">
                  <c:v>24.4</c:v>
                </c:pt>
                <c:pt idx="41873">
                  <c:v>24.45</c:v>
                </c:pt>
                <c:pt idx="41874">
                  <c:v>24.45</c:v>
                </c:pt>
                <c:pt idx="41875">
                  <c:v>24.45</c:v>
                </c:pt>
                <c:pt idx="41876">
                  <c:v>24.5</c:v>
                </c:pt>
                <c:pt idx="41877">
                  <c:v>24.5</c:v>
                </c:pt>
                <c:pt idx="41878">
                  <c:v>24.5</c:v>
                </c:pt>
                <c:pt idx="41879">
                  <c:v>24.55</c:v>
                </c:pt>
                <c:pt idx="41880">
                  <c:v>24.55</c:v>
                </c:pt>
                <c:pt idx="41881">
                  <c:v>24.55</c:v>
                </c:pt>
                <c:pt idx="41882">
                  <c:v>24.55</c:v>
                </c:pt>
                <c:pt idx="41883">
                  <c:v>24.55</c:v>
                </c:pt>
                <c:pt idx="41884">
                  <c:v>24.5</c:v>
                </c:pt>
                <c:pt idx="41885">
                  <c:v>24.5</c:v>
                </c:pt>
                <c:pt idx="41886">
                  <c:v>24.45</c:v>
                </c:pt>
                <c:pt idx="41887">
                  <c:v>24.4</c:v>
                </c:pt>
                <c:pt idx="41888">
                  <c:v>24.35</c:v>
                </c:pt>
                <c:pt idx="41889">
                  <c:v>24.35</c:v>
                </c:pt>
                <c:pt idx="41890">
                  <c:v>24.35</c:v>
                </c:pt>
                <c:pt idx="41891">
                  <c:v>24.35</c:v>
                </c:pt>
                <c:pt idx="41892">
                  <c:v>24.35</c:v>
                </c:pt>
                <c:pt idx="41893">
                  <c:v>24.3</c:v>
                </c:pt>
                <c:pt idx="41894">
                  <c:v>24.3</c:v>
                </c:pt>
                <c:pt idx="41895">
                  <c:v>24.3</c:v>
                </c:pt>
                <c:pt idx="41896">
                  <c:v>24.35</c:v>
                </c:pt>
                <c:pt idx="41897">
                  <c:v>24.35</c:v>
                </c:pt>
                <c:pt idx="41898">
                  <c:v>24.35</c:v>
                </c:pt>
                <c:pt idx="41899">
                  <c:v>24.35</c:v>
                </c:pt>
                <c:pt idx="41900">
                  <c:v>24.4</c:v>
                </c:pt>
                <c:pt idx="41901">
                  <c:v>24.4</c:v>
                </c:pt>
                <c:pt idx="41902">
                  <c:v>24.4</c:v>
                </c:pt>
                <c:pt idx="41903">
                  <c:v>24.45</c:v>
                </c:pt>
                <c:pt idx="41904">
                  <c:v>24.45</c:v>
                </c:pt>
                <c:pt idx="41905">
                  <c:v>24.45</c:v>
                </c:pt>
                <c:pt idx="41906">
                  <c:v>24.45</c:v>
                </c:pt>
                <c:pt idx="41907">
                  <c:v>24.5</c:v>
                </c:pt>
                <c:pt idx="41908">
                  <c:v>24.5</c:v>
                </c:pt>
                <c:pt idx="41909">
                  <c:v>24.5</c:v>
                </c:pt>
                <c:pt idx="41910">
                  <c:v>24.55</c:v>
                </c:pt>
                <c:pt idx="41911">
                  <c:v>24.55</c:v>
                </c:pt>
                <c:pt idx="41912">
                  <c:v>24.55</c:v>
                </c:pt>
                <c:pt idx="41913">
                  <c:v>24.55</c:v>
                </c:pt>
                <c:pt idx="41914">
                  <c:v>24.55</c:v>
                </c:pt>
                <c:pt idx="41915">
                  <c:v>24.5</c:v>
                </c:pt>
                <c:pt idx="41916">
                  <c:v>24.45</c:v>
                </c:pt>
                <c:pt idx="41917">
                  <c:v>24.4</c:v>
                </c:pt>
                <c:pt idx="41918">
                  <c:v>24.4</c:v>
                </c:pt>
                <c:pt idx="41919">
                  <c:v>24.35</c:v>
                </c:pt>
                <c:pt idx="41920">
                  <c:v>24.35</c:v>
                </c:pt>
                <c:pt idx="41921">
                  <c:v>24.35</c:v>
                </c:pt>
                <c:pt idx="41922">
                  <c:v>24.35</c:v>
                </c:pt>
                <c:pt idx="41923">
                  <c:v>24.35</c:v>
                </c:pt>
                <c:pt idx="41924">
                  <c:v>24.35</c:v>
                </c:pt>
                <c:pt idx="41925">
                  <c:v>24.35</c:v>
                </c:pt>
                <c:pt idx="41926">
                  <c:v>24.35</c:v>
                </c:pt>
                <c:pt idx="41927">
                  <c:v>24.35</c:v>
                </c:pt>
                <c:pt idx="41928">
                  <c:v>24.35</c:v>
                </c:pt>
                <c:pt idx="41929">
                  <c:v>24.35</c:v>
                </c:pt>
                <c:pt idx="41930">
                  <c:v>24.4</c:v>
                </c:pt>
                <c:pt idx="41931">
                  <c:v>24.4</c:v>
                </c:pt>
                <c:pt idx="41932">
                  <c:v>24.4</c:v>
                </c:pt>
                <c:pt idx="41933">
                  <c:v>24.4</c:v>
                </c:pt>
                <c:pt idx="41934">
                  <c:v>24.45</c:v>
                </c:pt>
                <c:pt idx="41935">
                  <c:v>24.45</c:v>
                </c:pt>
                <c:pt idx="41936">
                  <c:v>24.45</c:v>
                </c:pt>
                <c:pt idx="41937">
                  <c:v>24.5</c:v>
                </c:pt>
                <c:pt idx="41938">
                  <c:v>24.5</c:v>
                </c:pt>
                <c:pt idx="41939">
                  <c:v>24.5</c:v>
                </c:pt>
                <c:pt idx="41940">
                  <c:v>24.55</c:v>
                </c:pt>
                <c:pt idx="41941">
                  <c:v>24.55</c:v>
                </c:pt>
                <c:pt idx="41942">
                  <c:v>24.55</c:v>
                </c:pt>
                <c:pt idx="41943">
                  <c:v>24.55</c:v>
                </c:pt>
                <c:pt idx="41944">
                  <c:v>24.5</c:v>
                </c:pt>
                <c:pt idx="41945">
                  <c:v>24.5</c:v>
                </c:pt>
                <c:pt idx="41946">
                  <c:v>24.45</c:v>
                </c:pt>
                <c:pt idx="41947">
                  <c:v>24.4</c:v>
                </c:pt>
                <c:pt idx="41948">
                  <c:v>24.4</c:v>
                </c:pt>
                <c:pt idx="41949">
                  <c:v>24.35</c:v>
                </c:pt>
                <c:pt idx="41950">
                  <c:v>24.35</c:v>
                </c:pt>
                <c:pt idx="41951">
                  <c:v>24.35</c:v>
                </c:pt>
                <c:pt idx="41952">
                  <c:v>24.35</c:v>
                </c:pt>
                <c:pt idx="41953">
                  <c:v>24.35</c:v>
                </c:pt>
                <c:pt idx="41954">
                  <c:v>24.35</c:v>
                </c:pt>
                <c:pt idx="41955">
                  <c:v>24.35</c:v>
                </c:pt>
                <c:pt idx="41956">
                  <c:v>24.35</c:v>
                </c:pt>
                <c:pt idx="41957">
                  <c:v>24.35</c:v>
                </c:pt>
                <c:pt idx="41958">
                  <c:v>24.35</c:v>
                </c:pt>
                <c:pt idx="41959">
                  <c:v>24.4</c:v>
                </c:pt>
                <c:pt idx="41960">
                  <c:v>24.4</c:v>
                </c:pt>
                <c:pt idx="41961">
                  <c:v>24.4</c:v>
                </c:pt>
                <c:pt idx="41962">
                  <c:v>24.4</c:v>
                </c:pt>
                <c:pt idx="41963">
                  <c:v>24.4</c:v>
                </c:pt>
                <c:pt idx="41964">
                  <c:v>24.45</c:v>
                </c:pt>
                <c:pt idx="41965">
                  <c:v>24.45</c:v>
                </c:pt>
                <c:pt idx="41966">
                  <c:v>24.45</c:v>
                </c:pt>
                <c:pt idx="41967">
                  <c:v>24.5</c:v>
                </c:pt>
                <c:pt idx="41968">
                  <c:v>24.5</c:v>
                </c:pt>
                <c:pt idx="41969">
                  <c:v>24.5</c:v>
                </c:pt>
                <c:pt idx="41970">
                  <c:v>24.55</c:v>
                </c:pt>
                <c:pt idx="41971">
                  <c:v>24.55</c:v>
                </c:pt>
                <c:pt idx="41972">
                  <c:v>24.55</c:v>
                </c:pt>
                <c:pt idx="41973">
                  <c:v>24.6</c:v>
                </c:pt>
                <c:pt idx="41974">
                  <c:v>24.55</c:v>
                </c:pt>
                <c:pt idx="41975">
                  <c:v>24.5</c:v>
                </c:pt>
                <c:pt idx="41976">
                  <c:v>24.45</c:v>
                </c:pt>
                <c:pt idx="41977">
                  <c:v>24.45</c:v>
                </c:pt>
                <c:pt idx="41978">
                  <c:v>24.4</c:v>
                </c:pt>
                <c:pt idx="41979">
                  <c:v>24.4</c:v>
                </c:pt>
                <c:pt idx="41980">
                  <c:v>24.4</c:v>
                </c:pt>
                <c:pt idx="41981">
                  <c:v>24.35</c:v>
                </c:pt>
                <c:pt idx="41982">
                  <c:v>24.4</c:v>
                </c:pt>
                <c:pt idx="41983">
                  <c:v>24.4</c:v>
                </c:pt>
                <c:pt idx="41984">
                  <c:v>24.35</c:v>
                </c:pt>
                <c:pt idx="41985">
                  <c:v>24.35</c:v>
                </c:pt>
                <c:pt idx="41986">
                  <c:v>24.35</c:v>
                </c:pt>
                <c:pt idx="41987">
                  <c:v>24.4</c:v>
                </c:pt>
                <c:pt idx="41988">
                  <c:v>24.4</c:v>
                </c:pt>
                <c:pt idx="41989">
                  <c:v>24.4</c:v>
                </c:pt>
                <c:pt idx="41990">
                  <c:v>24.4</c:v>
                </c:pt>
                <c:pt idx="41991">
                  <c:v>24.4</c:v>
                </c:pt>
                <c:pt idx="41992">
                  <c:v>24.4</c:v>
                </c:pt>
                <c:pt idx="41993">
                  <c:v>24.45</c:v>
                </c:pt>
                <c:pt idx="41994">
                  <c:v>24.45</c:v>
                </c:pt>
                <c:pt idx="41995">
                  <c:v>24.45</c:v>
                </c:pt>
                <c:pt idx="41996">
                  <c:v>24.5</c:v>
                </c:pt>
                <c:pt idx="41997">
                  <c:v>24.5</c:v>
                </c:pt>
                <c:pt idx="41998">
                  <c:v>24.55</c:v>
                </c:pt>
                <c:pt idx="41999">
                  <c:v>24.55</c:v>
                </c:pt>
                <c:pt idx="42000">
                  <c:v>24.6</c:v>
                </c:pt>
                <c:pt idx="42001">
                  <c:v>24.6</c:v>
                </c:pt>
                <c:pt idx="42002">
                  <c:v>24.6</c:v>
                </c:pt>
                <c:pt idx="42003">
                  <c:v>24.6</c:v>
                </c:pt>
                <c:pt idx="42004">
                  <c:v>24.6</c:v>
                </c:pt>
                <c:pt idx="42005">
                  <c:v>24.55</c:v>
                </c:pt>
                <c:pt idx="42006">
                  <c:v>24.55</c:v>
                </c:pt>
                <c:pt idx="42007">
                  <c:v>24.5</c:v>
                </c:pt>
                <c:pt idx="42008">
                  <c:v>24.45</c:v>
                </c:pt>
                <c:pt idx="42009">
                  <c:v>24.45</c:v>
                </c:pt>
                <c:pt idx="42010">
                  <c:v>24.4</c:v>
                </c:pt>
                <c:pt idx="42011">
                  <c:v>24.35</c:v>
                </c:pt>
                <c:pt idx="42012">
                  <c:v>24.35</c:v>
                </c:pt>
                <c:pt idx="42013">
                  <c:v>24.35</c:v>
                </c:pt>
                <c:pt idx="42014">
                  <c:v>24.35</c:v>
                </c:pt>
                <c:pt idx="42015">
                  <c:v>24.35</c:v>
                </c:pt>
                <c:pt idx="42016">
                  <c:v>24.35</c:v>
                </c:pt>
                <c:pt idx="42017">
                  <c:v>24.35</c:v>
                </c:pt>
                <c:pt idx="42018">
                  <c:v>24.35</c:v>
                </c:pt>
                <c:pt idx="42019">
                  <c:v>24.35</c:v>
                </c:pt>
                <c:pt idx="42020">
                  <c:v>24.4</c:v>
                </c:pt>
                <c:pt idx="42021">
                  <c:v>24.4</c:v>
                </c:pt>
                <c:pt idx="42022">
                  <c:v>24.4</c:v>
                </c:pt>
                <c:pt idx="42023">
                  <c:v>24.4</c:v>
                </c:pt>
                <c:pt idx="42024">
                  <c:v>24.45</c:v>
                </c:pt>
                <c:pt idx="42025">
                  <c:v>24.45</c:v>
                </c:pt>
                <c:pt idx="42026">
                  <c:v>24.5</c:v>
                </c:pt>
                <c:pt idx="42027">
                  <c:v>24.5</c:v>
                </c:pt>
                <c:pt idx="42028">
                  <c:v>24.5</c:v>
                </c:pt>
                <c:pt idx="42029">
                  <c:v>24.55</c:v>
                </c:pt>
                <c:pt idx="42030">
                  <c:v>24.55</c:v>
                </c:pt>
                <c:pt idx="42031">
                  <c:v>24.6</c:v>
                </c:pt>
                <c:pt idx="42032">
                  <c:v>24.6</c:v>
                </c:pt>
                <c:pt idx="42033">
                  <c:v>24.6</c:v>
                </c:pt>
                <c:pt idx="42034">
                  <c:v>24.55</c:v>
                </c:pt>
                <c:pt idx="42035">
                  <c:v>24.5</c:v>
                </c:pt>
                <c:pt idx="42036">
                  <c:v>24.5</c:v>
                </c:pt>
                <c:pt idx="42037">
                  <c:v>24.45</c:v>
                </c:pt>
                <c:pt idx="42038">
                  <c:v>24.4</c:v>
                </c:pt>
                <c:pt idx="42039">
                  <c:v>24.4</c:v>
                </c:pt>
                <c:pt idx="42040">
                  <c:v>24.35</c:v>
                </c:pt>
                <c:pt idx="42041">
                  <c:v>24.35</c:v>
                </c:pt>
                <c:pt idx="42042">
                  <c:v>24.35</c:v>
                </c:pt>
                <c:pt idx="42043">
                  <c:v>24.35</c:v>
                </c:pt>
                <c:pt idx="42044">
                  <c:v>24.35</c:v>
                </c:pt>
                <c:pt idx="42045">
                  <c:v>24.35</c:v>
                </c:pt>
                <c:pt idx="42046">
                  <c:v>24.35</c:v>
                </c:pt>
                <c:pt idx="42047">
                  <c:v>24.35</c:v>
                </c:pt>
                <c:pt idx="42048">
                  <c:v>24.4</c:v>
                </c:pt>
                <c:pt idx="42049">
                  <c:v>24.4</c:v>
                </c:pt>
                <c:pt idx="42050">
                  <c:v>24.4</c:v>
                </c:pt>
                <c:pt idx="42051">
                  <c:v>24.45</c:v>
                </c:pt>
                <c:pt idx="42052">
                  <c:v>24.45</c:v>
                </c:pt>
                <c:pt idx="42053">
                  <c:v>24.45</c:v>
                </c:pt>
                <c:pt idx="42054">
                  <c:v>24.45</c:v>
                </c:pt>
                <c:pt idx="42055">
                  <c:v>24.5</c:v>
                </c:pt>
                <c:pt idx="42056">
                  <c:v>24.5</c:v>
                </c:pt>
                <c:pt idx="42057">
                  <c:v>24.5</c:v>
                </c:pt>
                <c:pt idx="42058">
                  <c:v>24.55</c:v>
                </c:pt>
                <c:pt idx="42059">
                  <c:v>24.55</c:v>
                </c:pt>
                <c:pt idx="42060">
                  <c:v>24.6</c:v>
                </c:pt>
                <c:pt idx="42061">
                  <c:v>24.6</c:v>
                </c:pt>
                <c:pt idx="42062">
                  <c:v>24.6</c:v>
                </c:pt>
                <c:pt idx="42063">
                  <c:v>24.6</c:v>
                </c:pt>
                <c:pt idx="42064">
                  <c:v>24.55</c:v>
                </c:pt>
                <c:pt idx="42065">
                  <c:v>24.55</c:v>
                </c:pt>
                <c:pt idx="42066">
                  <c:v>24.5</c:v>
                </c:pt>
                <c:pt idx="42067">
                  <c:v>24.45</c:v>
                </c:pt>
                <c:pt idx="42068">
                  <c:v>24.4</c:v>
                </c:pt>
                <c:pt idx="42069">
                  <c:v>24.4</c:v>
                </c:pt>
                <c:pt idx="42070">
                  <c:v>24.35</c:v>
                </c:pt>
                <c:pt idx="42071">
                  <c:v>24.35</c:v>
                </c:pt>
                <c:pt idx="42072">
                  <c:v>24.3</c:v>
                </c:pt>
                <c:pt idx="42073">
                  <c:v>24.35</c:v>
                </c:pt>
                <c:pt idx="42074">
                  <c:v>24.35</c:v>
                </c:pt>
                <c:pt idx="42075">
                  <c:v>24.35</c:v>
                </c:pt>
                <c:pt idx="42076">
                  <c:v>24.35</c:v>
                </c:pt>
                <c:pt idx="42077">
                  <c:v>24.35</c:v>
                </c:pt>
                <c:pt idx="42078">
                  <c:v>24.4</c:v>
                </c:pt>
                <c:pt idx="42079">
                  <c:v>24.4</c:v>
                </c:pt>
                <c:pt idx="42080">
                  <c:v>24.4</c:v>
                </c:pt>
                <c:pt idx="42081">
                  <c:v>24.45</c:v>
                </c:pt>
                <c:pt idx="42082">
                  <c:v>24.4</c:v>
                </c:pt>
                <c:pt idx="42083">
                  <c:v>24.45</c:v>
                </c:pt>
                <c:pt idx="42084">
                  <c:v>24.45</c:v>
                </c:pt>
                <c:pt idx="42085">
                  <c:v>24.5</c:v>
                </c:pt>
                <c:pt idx="42086">
                  <c:v>24.5</c:v>
                </c:pt>
                <c:pt idx="42087">
                  <c:v>24.5</c:v>
                </c:pt>
                <c:pt idx="42088">
                  <c:v>24.55</c:v>
                </c:pt>
                <c:pt idx="42089">
                  <c:v>24.55</c:v>
                </c:pt>
                <c:pt idx="42090">
                  <c:v>24.6</c:v>
                </c:pt>
                <c:pt idx="42091">
                  <c:v>24.6</c:v>
                </c:pt>
                <c:pt idx="42092">
                  <c:v>24.6</c:v>
                </c:pt>
                <c:pt idx="42093">
                  <c:v>24.6</c:v>
                </c:pt>
                <c:pt idx="42094">
                  <c:v>24.55</c:v>
                </c:pt>
                <c:pt idx="42095">
                  <c:v>24.5</c:v>
                </c:pt>
                <c:pt idx="42096">
                  <c:v>24.45</c:v>
                </c:pt>
                <c:pt idx="42097">
                  <c:v>24.45</c:v>
                </c:pt>
                <c:pt idx="42098">
                  <c:v>24.4</c:v>
                </c:pt>
                <c:pt idx="42099">
                  <c:v>24.35</c:v>
                </c:pt>
                <c:pt idx="42100">
                  <c:v>24.35</c:v>
                </c:pt>
                <c:pt idx="42101">
                  <c:v>24.35</c:v>
                </c:pt>
                <c:pt idx="42102">
                  <c:v>24.3</c:v>
                </c:pt>
                <c:pt idx="42103">
                  <c:v>24.3</c:v>
                </c:pt>
                <c:pt idx="42104">
                  <c:v>24.3</c:v>
                </c:pt>
                <c:pt idx="42105">
                  <c:v>24.3</c:v>
                </c:pt>
                <c:pt idx="42106">
                  <c:v>24.3</c:v>
                </c:pt>
                <c:pt idx="42107">
                  <c:v>24.3</c:v>
                </c:pt>
                <c:pt idx="42108">
                  <c:v>24.3</c:v>
                </c:pt>
                <c:pt idx="42109">
                  <c:v>24.35</c:v>
                </c:pt>
                <c:pt idx="42110">
                  <c:v>24.35</c:v>
                </c:pt>
                <c:pt idx="42111">
                  <c:v>24.35</c:v>
                </c:pt>
                <c:pt idx="42112">
                  <c:v>24.4</c:v>
                </c:pt>
                <c:pt idx="42113">
                  <c:v>24.4</c:v>
                </c:pt>
                <c:pt idx="42114">
                  <c:v>24.4</c:v>
                </c:pt>
                <c:pt idx="42115">
                  <c:v>24.45</c:v>
                </c:pt>
                <c:pt idx="42116">
                  <c:v>24.45</c:v>
                </c:pt>
                <c:pt idx="42117">
                  <c:v>24.5</c:v>
                </c:pt>
                <c:pt idx="42118">
                  <c:v>24.55</c:v>
                </c:pt>
                <c:pt idx="42119">
                  <c:v>24.55</c:v>
                </c:pt>
                <c:pt idx="42120">
                  <c:v>24.55</c:v>
                </c:pt>
                <c:pt idx="42121">
                  <c:v>24.6</c:v>
                </c:pt>
                <c:pt idx="42122">
                  <c:v>24.6</c:v>
                </c:pt>
                <c:pt idx="42123">
                  <c:v>24.6</c:v>
                </c:pt>
                <c:pt idx="42124">
                  <c:v>24.55</c:v>
                </c:pt>
                <c:pt idx="42125">
                  <c:v>24.55</c:v>
                </c:pt>
                <c:pt idx="42126">
                  <c:v>24.5</c:v>
                </c:pt>
                <c:pt idx="42127">
                  <c:v>24.45</c:v>
                </c:pt>
                <c:pt idx="42128">
                  <c:v>24.4</c:v>
                </c:pt>
                <c:pt idx="42129">
                  <c:v>24.35</c:v>
                </c:pt>
                <c:pt idx="42130">
                  <c:v>24.35</c:v>
                </c:pt>
                <c:pt idx="42131">
                  <c:v>24.35</c:v>
                </c:pt>
                <c:pt idx="42132">
                  <c:v>24.35</c:v>
                </c:pt>
                <c:pt idx="42133">
                  <c:v>24.35</c:v>
                </c:pt>
                <c:pt idx="42134">
                  <c:v>24.3</c:v>
                </c:pt>
                <c:pt idx="42135">
                  <c:v>24.35</c:v>
                </c:pt>
                <c:pt idx="42136">
                  <c:v>24.35</c:v>
                </c:pt>
                <c:pt idx="42137">
                  <c:v>24.35</c:v>
                </c:pt>
                <c:pt idx="42138">
                  <c:v>24.4</c:v>
                </c:pt>
                <c:pt idx="42139">
                  <c:v>24.4</c:v>
                </c:pt>
                <c:pt idx="42140">
                  <c:v>24.4</c:v>
                </c:pt>
                <c:pt idx="42141">
                  <c:v>24.4</c:v>
                </c:pt>
                <c:pt idx="42142">
                  <c:v>24.4</c:v>
                </c:pt>
                <c:pt idx="42143">
                  <c:v>24.45</c:v>
                </c:pt>
                <c:pt idx="42144">
                  <c:v>24.45</c:v>
                </c:pt>
                <c:pt idx="42145">
                  <c:v>24.45</c:v>
                </c:pt>
                <c:pt idx="42146">
                  <c:v>24.5</c:v>
                </c:pt>
                <c:pt idx="42147">
                  <c:v>24.5</c:v>
                </c:pt>
                <c:pt idx="42148">
                  <c:v>24.55</c:v>
                </c:pt>
                <c:pt idx="42149">
                  <c:v>24.55</c:v>
                </c:pt>
                <c:pt idx="42150">
                  <c:v>24.55</c:v>
                </c:pt>
                <c:pt idx="42151">
                  <c:v>24.6</c:v>
                </c:pt>
                <c:pt idx="42152">
                  <c:v>24.6</c:v>
                </c:pt>
                <c:pt idx="42153">
                  <c:v>24.6</c:v>
                </c:pt>
                <c:pt idx="42154">
                  <c:v>24.55</c:v>
                </c:pt>
                <c:pt idx="42155">
                  <c:v>24.5</c:v>
                </c:pt>
                <c:pt idx="42156">
                  <c:v>24.45</c:v>
                </c:pt>
                <c:pt idx="42157">
                  <c:v>24.4</c:v>
                </c:pt>
                <c:pt idx="42158">
                  <c:v>24.4</c:v>
                </c:pt>
                <c:pt idx="42159">
                  <c:v>24.35</c:v>
                </c:pt>
                <c:pt idx="42160">
                  <c:v>24.3</c:v>
                </c:pt>
                <c:pt idx="42161">
                  <c:v>24.35</c:v>
                </c:pt>
                <c:pt idx="42162">
                  <c:v>24.3</c:v>
                </c:pt>
                <c:pt idx="42163">
                  <c:v>24.3</c:v>
                </c:pt>
                <c:pt idx="42164">
                  <c:v>24.3</c:v>
                </c:pt>
                <c:pt idx="42165">
                  <c:v>24.3</c:v>
                </c:pt>
                <c:pt idx="42166">
                  <c:v>24.35</c:v>
                </c:pt>
                <c:pt idx="42167">
                  <c:v>24.35</c:v>
                </c:pt>
                <c:pt idx="42168">
                  <c:v>24.35</c:v>
                </c:pt>
                <c:pt idx="42169">
                  <c:v>24.35</c:v>
                </c:pt>
                <c:pt idx="42170">
                  <c:v>24.35</c:v>
                </c:pt>
                <c:pt idx="42171">
                  <c:v>24.4</c:v>
                </c:pt>
                <c:pt idx="42172">
                  <c:v>24.4</c:v>
                </c:pt>
                <c:pt idx="42173">
                  <c:v>24.45</c:v>
                </c:pt>
                <c:pt idx="42174">
                  <c:v>24.45</c:v>
                </c:pt>
                <c:pt idx="42175">
                  <c:v>24.45</c:v>
                </c:pt>
                <c:pt idx="42176">
                  <c:v>24.5</c:v>
                </c:pt>
                <c:pt idx="42177">
                  <c:v>24.5</c:v>
                </c:pt>
                <c:pt idx="42178">
                  <c:v>24.5</c:v>
                </c:pt>
                <c:pt idx="42179">
                  <c:v>24.55</c:v>
                </c:pt>
                <c:pt idx="42180">
                  <c:v>24.55</c:v>
                </c:pt>
                <c:pt idx="42181">
                  <c:v>24.55</c:v>
                </c:pt>
                <c:pt idx="42182">
                  <c:v>24.55</c:v>
                </c:pt>
                <c:pt idx="42183">
                  <c:v>24.55</c:v>
                </c:pt>
                <c:pt idx="42184">
                  <c:v>24.55</c:v>
                </c:pt>
                <c:pt idx="42185">
                  <c:v>24.5</c:v>
                </c:pt>
                <c:pt idx="42186">
                  <c:v>24.45</c:v>
                </c:pt>
                <c:pt idx="42187">
                  <c:v>24.4</c:v>
                </c:pt>
                <c:pt idx="42188">
                  <c:v>24.35</c:v>
                </c:pt>
                <c:pt idx="42189">
                  <c:v>24.35</c:v>
                </c:pt>
                <c:pt idx="42190">
                  <c:v>24.35</c:v>
                </c:pt>
                <c:pt idx="42191">
                  <c:v>24.35</c:v>
                </c:pt>
                <c:pt idx="42192">
                  <c:v>24.3</c:v>
                </c:pt>
                <c:pt idx="42193">
                  <c:v>24.35</c:v>
                </c:pt>
                <c:pt idx="42194">
                  <c:v>24.35</c:v>
                </c:pt>
                <c:pt idx="42195">
                  <c:v>24.35</c:v>
                </c:pt>
                <c:pt idx="42196">
                  <c:v>24.35</c:v>
                </c:pt>
                <c:pt idx="42197">
                  <c:v>24.35</c:v>
                </c:pt>
                <c:pt idx="42198">
                  <c:v>24.4</c:v>
                </c:pt>
                <c:pt idx="42199">
                  <c:v>24.4</c:v>
                </c:pt>
                <c:pt idx="42200">
                  <c:v>24.4</c:v>
                </c:pt>
                <c:pt idx="42201">
                  <c:v>24.4</c:v>
                </c:pt>
                <c:pt idx="42202">
                  <c:v>24.45</c:v>
                </c:pt>
                <c:pt idx="42203">
                  <c:v>24.5</c:v>
                </c:pt>
                <c:pt idx="42204">
                  <c:v>24.5</c:v>
                </c:pt>
                <c:pt idx="42205">
                  <c:v>24.5</c:v>
                </c:pt>
                <c:pt idx="42206">
                  <c:v>24.5</c:v>
                </c:pt>
                <c:pt idx="42207">
                  <c:v>24.5</c:v>
                </c:pt>
                <c:pt idx="42208">
                  <c:v>24.55</c:v>
                </c:pt>
                <c:pt idx="42209">
                  <c:v>24.55</c:v>
                </c:pt>
                <c:pt idx="42210">
                  <c:v>24.6</c:v>
                </c:pt>
                <c:pt idx="42211">
                  <c:v>24.6</c:v>
                </c:pt>
                <c:pt idx="42212">
                  <c:v>24.6</c:v>
                </c:pt>
                <c:pt idx="42213">
                  <c:v>24.6</c:v>
                </c:pt>
                <c:pt idx="42214">
                  <c:v>24.55</c:v>
                </c:pt>
                <c:pt idx="42215">
                  <c:v>24.5</c:v>
                </c:pt>
                <c:pt idx="42216">
                  <c:v>24.45</c:v>
                </c:pt>
                <c:pt idx="42217">
                  <c:v>24.4</c:v>
                </c:pt>
                <c:pt idx="42218">
                  <c:v>24.4</c:v>
                </c:pt>
                <c:pt idx="42219">
                  <c:v>24.35</c:v>
                </c:pt>
                <c:pt idx="42220">
                  <c:v>24.35</c:v>
                </c:pt>
                <c:pt idx="42221">
                  <c:v>24.3</c:v>
                </c:pt>
                <c:pt idx="42222">
                  <c:v>24.3</c:v>
                </c:pt>
                <c:pt idx="42223">
                  <c:v>24.3</c:v>
                </c:pt>
                <c:pt idx="42224">
                  <c:v>24.3</c:v>
                </c:pt>
                <c:pt idx="42225">
                  <c:v>24.3</c:v>
                </c:pt>
                <c:pt idx="42226">
                  <c:v>24.3</c:v>
                </c:pt>
                <c:pt idx="42227">
                  <c:v>24.3</c:v>
                </c:pt>
                <c:pt idx="42228">
                  <c:v>24.3</c:v>
                </c:pt>
                <c:pt idx="42229">
                  <c:v>24.35</c:v>
                </c:pt>
                <c:pt idx="42230">
                  <c:v>24.35</c:v>
                </c:pt>
                <c:pt idx="42231">
                  <c:v>24.4</c:v>
                </c:pt>
                <c:pt idx="42232">
                  <c:v>24.4</c:v>
                </c:pt>
                <c:pt idx="42233">
                  <c:v>24.4</c:v>
                </c:pt>
                <c:pt idx="42234">
                  <c:v>24.45</c:v>
                </c:pt>
                <c:pt idx="42235">
                  <c:v>24.45</c:v>
                </c:pt>
                <c:pt idx="42236">
                  <c:v>24.45</c:v>
                </c:pt>
                <c:pt idx="42237">
                  <c:v>24.5</c:v>
                </c:pt>
                <c:pt idx="42238">
                  <c:v>24.5</c:v>
                </c:pt>
                <c:pt idx="42239">
                  <c:v>24.55</c:v>
                </c:pt>
                <c:pt idx="42240">
                  <c:v>24.55</c:v>
                </c:pt>
                <c:pt idx="42241">
                  <c:v>24.6</c:v>
                </c:pt>
                <c:pt idx="42242">
                  <c:v>24.6</c:v>
                </c:pt>
                <c:pt idx="42243">
                  <c:v>24.55</c:v>
                </c:pt>
                <c:pt idx="42244">
                  <c:v>24.55</c:v>
                </c:pt>
                <c:pt idx="42245">
                  <c:v>24.5</c:v>
                </c:pt>
                <c:pt idx="42246">
                  <c:v>24.5</c:v>
                </c:pt>
                <c:pt idx="42247">
                  <c:v>24.45</c:v>
                </c:pt>
                <c:pt idx="42248">
                  <c:v>24.4</c:v>
                </c:pt>
                <c:pt idx="42249">
                  <c:v>24.4</c:v>
                </c:pt>
                <c:pt idx="42250">
                  <c:v>24.35</c:v>
                </c:pt>
                <c:pt idx="42251">
                  <c:v>24.35</c:v>
                </c:pt>
                <c:pt idx="42252">
                  <c:v>24.3</c:v>
                </c:pt>
                <c:pt idx="42253">
                  <c:v>24.3</c:v>
                </c:pt>
                <c:pt idx="42254">
                  <c:v>24.3</c:v>
                </c:pt>
                <c:pt idx="42255">
                  <c:v>24.3</c:v>
                </c:pt>
                <c:pt idx="42256">
                  <c:v>24.3</c:v>
                </c:pt>
                <c:pt idx="42257">
                  <c:v>24.3</c:v>
                </c:pt>
                <c:pt idx="42258">
                  <c:v>24.35</c:v>
                </c:pt>
                <c:pt idx="42259">
                  <c:v>24.3</c:v>
                </c:pt>
                <c:pt idx="42260">
                  <c:v>24.35</c:v>
                </c:pt>
                <c:pt idx="42261">
                  <c:v>24.35</c:v>
                </c:pt>
                <c:pt idx="42262">
                  <c:v>24.4</c:v>
                </c:pt>
                <c:pt idx="42263">
                  <c:v>24.4</c:v>
                </c:pt>
                <c:pt idx="42264">
                  <c:v>24.4</c:v>
                </c:pt>
                <c:pt idx="42265">
                  <c:v>24.45</c:v>
                </c:pt>
                <c:pt idx="42266">
                  <c:v>24.5</c:v>
                </c:pt>
                <c:pt idx="42267">
                  <c:v>24.5</c:v>
                </c:pt>
                <c:pt idx="42268">
                  <c:v>24.5</c:v>
                </c:pt>
                <c:pt idx="42269">
                  <c:v>24.55</c:v>
                </c:pt>
                <c:pt idx="42270">
                  <c:v>24.6</c:v>
                </c:pt>
                <c:pt idx="42271">
                  <c:v>24.6</c:v>
                </c:pt>
                <c:pt idx="42272">
                  <c:v>24.6</c:v>
                </c:pt>
                <c:pt idx="42273">
                  <c:v>24.55</c:v>
                </c:pt>
                <c:pt idx="42274">
                  <c:v>24.55</c:v>
                </c:pt>
                <c:pt idx="42275">
                  <c:v>24.5</c:v>
                </c:pt>
                <c:pt idx="42276">
                  <c:v>24.45</c:v>
                </c:pt>
                <c:pt idx="42277">
                  <c:v>24.4</c:v>
                </c:pt>
                <c:pt idx="42278">
                  <c:v>24.4</c:v>
                </c:pt>
                <c:pt idx="42279">
                  <c:v>24.35</c:v>
                </c:pt>
                <c:pt idx="42280">
                  <c:v>24.3</c:v>
                </c:pt>
                <c:pt idx="42281">
                  <c:v>24.3</c:v>
                </c:pt>
                <c:pt idx="42282">
                  <c:v>24.3</c:v>
                </c:pt>
                <c:pt idx="42283">
                  <c:v>24.3</c:v>
                </c:pt>
                <c:pt idx="42284">
                  <c:v>24.3</c:v>
                </c:pt>
                <c:pt idx="42285">
                  <c:v>24.3</c:v>
                </c:pt>
                <c:pt idx="42286">
                  <c:v>24.3</c:v>
                </c:pt>
                <c:pt idx="42287">
                  <c:v>24.3</c:v>
                </c:pt>
                <c:pt idx="42288">
                  <c:v>24.35</c:v>
                </c:pt>
                <c:pt idx="42289">
                  <c:v>24.35</c:v>
                </c:pt>
                <c:pt idx="42290">
                  <c:v>24.4</c:v>
                </c:pt>
                <c:pt idx="42291">
                  <c:v>24.35</c:v>
                </c:pt>
                <c:pt idx="42292">
                  <c:v>24.4</c:v>
                </c:pt>
                <c:pt idx="42293">
                  <c:v>24.4</c:v>
                </c:pt>
                <c:pt idx="42294">
                  <c:v>24.45</c:v>
                </c:pt>
                <c:pt idx="42295">
                  <c:v>24.45</c:v>
                </c:pt>
                <c:pt idx="42296">
                  <c:v>24.5</c:v>
                </c:pt>
                <c:pt idx="42297">
                  <c:v>24.5</c:v>
                </c:pt>
                <c:pt idx="42298">
                  <c:v>24.5</c:v>
                </c:pt>
                <c:pt idx="42299">
                  <c:v>24.55</c:v>
                </c:pt>
                <c:pt idx="42300">
                  <c:v>24.6</c:v>
                </c:pt>
                <c:pt idx="42301">
                  <c:v>24.6</c:v>
                </c:pt>
                <c:pt idx="42302">
                  <c:v>24.6</c:v>
                </c:pt>
                <c:pt idx="42303">
                  <c:v>24.6</c:v>
                </c:pt>
                <c:pt idx="42304">
                  <c:v>24.6</c:v>
                </c:pt>
                <c:pt idx="42305">
                  <c:v>24.55</c:v>
                </c:pt>
                <c:pt idx="42306">
                  <c:v>24.5</c:v>
                </c:pt>
                <c:pt idx="42307">
                  <c:v>24.45</c:v>
                </c:pt>
                <c:pt idx="42308">
                  <c:v>24.4</c:v>
                </c:pt>
                <c:pt idx="42309">
                  <c:v>24.4</c:v>
                </c:pt>
                <c:pt idx="42310">
                  <c:v>24.35</c:v>
                </c:pt>
                <c:pt idx="42311">
                  <c:v>24.35</c:v>
                </c:pt>
                <c:pt idx="42312">
                  <c:v>24.3</c:v>
                </c:pt>
                <c:pt idx="42313">
                  <c:v>24.3</c:v>
                </c:pt>
                <c:pt idx="42314">
                  <c:v>24.3</c:v>
                </c:pt>
                <c:pt idx="42315">
                  <c:v>24.3</c:v>
                </c:pt>
                <c:pt idx="42316">
                  <c:v>24.3</c:v>
                </c:pt>
                <c:pt idx="42317">
                  <c:v>24.3</c:v>
                </c:pt>
                <c:pt idx="42318">
                  <c:v>24.3</c:v>
                </c:pt>
                <c:pt idx="42319">
                  <c:v>24.35</c:v>
                </c:pt>
                <c:pt idx="42320">
                  <c:v>24.35</c:v>
                </c:pt>
                <c:pt idx="42321">
                  <c:v>24.35</c:v>
                </c:pt>
                <c:pt idx="42322">
                  <c:v>24.4</c:v>
                </c:pt>
                <c:pt idx="42323">
                  <c:v>24.4</c:v>
                </c:pt>
                <c:pt idx="42324">
                  <c:v>24.45</c:v>
                </c:pt>
                <c:pt idx="42325">
                  <c:v>24.45</c:v>
                </c:pt>
                <c:pt idx="42326">
                  <c:v>24.45</c:v>
                </c:pt>
                <c:pt idx="42327">
                  <c:v>24.5</c:v>
                </c:pt>
                <c:pt idx="42328">
                  <c:v>24.5</c:v>
                </c:pt>
                <c:pt idx="42329">
                  <c:v>24.55</c:v>
                </c:pt>
                <c:pt idx="42330">
                  <c:v>24.55</c:v>
                </c:pt>
                <c:pt idx="42331">
                  <c:v>24.55</c:v>
                </c:pt>
                <c:pt idx="42332">
                  <c:v>24.55</c:v>
                </c:pt>
                <c:pt idx="42333">
                  <c:v>24.55</c:v>
                </c:pt>
                <c:pt idx="42334">
                  <c:v>24.55</c:v>
                </c:pt>
                <c:pt idx="42335">
                  <c:v>24.5</c:v>
                </c:pt>
                <c:pt idx="42336">
                  <c:v>24.45</c:v>
                </c:pt>
                <c:pt idx="42337">
                  <c:v>24.4</c:v>
                </c:pt>
                <c:pt idx="42338">
                  <c:v>24.35</c:v>
                </c:pt>
                <c:pt idx="42339">
                  <c:v>24.35</c:v>
                </c:pt>
                <c:pt idx="42340">
                  <c:v>24.35</c:v>
                </c:pt>
                <c:pt idx="42341">
                  <c:v>24.3</c:v>
                </c:pt>
                <c:pt idx="42342">
                  <c:v>24.3</c:v>
                </c:pt>
                <c:pt idx="42343">
                  <c:v>24.3</c:v>
                </c:pt>
                <c:pt idx="42344">
                  <c:v>24.3</c:v>
                </c:pt>
                <c:pt idx="42345">
                  <c:v>24.35</c:v>
                </c:pt>
                <c:pt idx="42346">
                  <c:v>24.35</c:v>
                </c:pt>
                <c:pt idx="42347">
                  <c:v>24.35</c:v>
                </c:pt>
                <c:pt idx="42348">
                  <c:v>24.35</c:v>
                </c:pt>
                <c:pt idx="42349">
                  <c:v>24.4</c:v>
                </c:pt>
                <c:pt idx="42350">
                  <c:v>24.4</c:v>
                </c:pt>
                <c:pt idx="42351">
                  <c:v>24.4</c:v>
                </c:pt>
                <c:pt idx="42352">
                  <c:v>24.45</c:v>
                </c:pt>
                <c:pt idx="42353">
                  <c:v>24.45</c:v>
                </c:pt>
                <c:pt idx="42354">
                  <c:v>24.5</c:v>
                </c:pt>
                <c:pt idx="42355">
                  <c:v>24.5</c:v>
                </c:pt>
                <c:pt idx="42356">
                  <c:v>24.5</c:v>
                </c:pt>
                <c:pt idx="42357">
                  <c:v>24.5</c:v>
                </c:pt>
                <c:pt idx="42358">
                  <c:v>24.55</c:v>
                </c:pt>
                <c:pt idx="42359">
                  <c:v>24.55</c:v>
                </c:pt>
                <c:pt idx="42360">
                  <c:v>24.55</c:v>
                </c:pt>
                <c:pt idx="42361">
                  <c:v>24.6</c:v>
                </c:pt>
                <c:pt idx="42362">
                  <c:v>24.6</c:v>
                </c:pt>
                <c:pt idx="42363">
                  <c:v>24.55</c:v>
                </c:pt>
                <c:pt idx="42364">
                  <c:v>24.55</c:v>
                </c:pt>
                <c:pt idx="42365">
                  <c:v>24.5</c:v>
                </c:pt>
                <c:pt idx="42366">
                  <c:v>24.45</c:v>
                </c:pt>
                <c:pt idx="42367">
                  <c:v>24.4</c:v>
                </c:pt>
                <c:pt idx="42368">
                  <c:v>24.35</c:v>
                </c:pt>
                <c:pt idx="42369">
                  <c:v>24.35</c:v>
                </c:pt>
                <c:pt idx="42370">
                  <c:v>24.35</c:v>
                </c:pt>
                <c:pt idx="42371">
                  <c:v>24.3</c:v>
                </c:pt>
                <c:pt idx="42372">
                  <c:v>24.3</c:v>
                </c:pt>
                <c:pt idx="42373">
                  <c:v>24.3</c:v>
                </c:pt>
                <c:pt idx="42374">
                  <c:v>24.3</c:v>
                </c:pt>
                <c:pt idx="42375">
                  <c:v>24.3</c:v>
                </c:pt>
                <c:pt idx="42376">
                  <c:v>24.3</c:v>
                </c:pt>
                <c:pt idx="42377">
                  <c:v>24.35</c:v>
                </c:pt>
                <c:pt idx="42378">
                  <c:v>24.35</c:v>
                </c:pt>
                <c:pt idx="42379">
                  <c:v>24.35</c:v>
                </c:pt>
                <c:pt idx="42380">
                  <c:v>24.35</c:v>
                </c:pt>
                <c:pt idx="42381">
                  <c:v>24.4</c:v>
                </c:pt>
                <c:pt idx="42382">
                  <c:v>24.4</c:v>
                </c:pt>
                <c:pt idx="42383">
                  <c:v>24.4</c:v>
                </c:pt>
                <c:pt idx="42384">
                  <c:v>24.45</c:v>
                </c:pt>
                <c:pt idx="42385">
                  <c:v>24.45</c:v>
                </c:pt>
                <c:pt idx="42386">
                  <c:v>24.45</c:v>
                </c:pt>
                <c:pt idx="42387">
                  <c:v>24.5</c:v>
                </c:pt>
                <c:pt idx="42388">
                  <c:v>24.5</c:v>
                </c:pt>
                <c:pt idx="42389">
                  <c:v>24.55</c:v>
                </c:pt>
                <c:pt idx="42390">
                  <c:v>24.55</c:v>
                </c:pt>
                <c:pt idx="42391">
                  <c:v>24.6</c:v>
                </c:pt>
                <c:pt idx="42392">
                  <c:v>24.6</c:v>
                </c:pt>
                <c:pt idx="42393">
                  <c:v>24.6</c:v>
                </c:pt>
                <c:pt idx="42394">
                  <c:v>24.55</c:v>
                </c:pt>
                <c:pt idx="42395">
                  <c:v>24.55</c:v>
                </c:pt>
                <c:pt idx="42396">
                  <c:v>24.5</c:v>
                </c:pt>
                <c:pt idx="42397">
                  <c:v>24.45</c:v>
                </c:pt>
                <c:pt idx="42398">
                  <c:v>24.4</c:v>
                </c:pt>
                <c:pt idx="42399">
                  <c:v>24.4</c:v>
                </c:pt>
                <c:pt idx="42400">
                  <c:v>24.35</c:v>
                </c:pt>
                <c:pt idx="42401">
                  <c:v>24.35</c:v>
                </c:pt>
                <c:pt idx="42402">
                  <c:v>24.35</c:v>
                </c:pt>
                <c:pt idx="42403">
                  <c:v>24.35</c:v>
                </c:pt>
                <c:pt idx="42404">
                  <c:v>24.35</c:v>
                </c:pt>
                <c:pt idx="42405">
                  <c:v>24.35</c:v>
                </c:pt>
                <c:pt idx="42406">
                  <c:v>24.35</c:v>
                </c:pt>
                <c:pt idx="42407">
                  <c:v>24.35</c:v>
                </c:pt>
                <c:pt idx="42408">
                  <c:v>24.4</c:v>
                </c:pt>
                <c:pt idx="42409">
                  <c:v>24.35</c:v>
                </c:pt>
                <c:pt idx="42410">
                  <c:v>24.4</c:v>
                </c:pt>
                <c:pt idx="42411">
                  <c:v>24.4</c:v>
                </c:pt>
                <c:pt idx="42412">
                  <c:v>24.45</c:v>
                </c:pt>
                <c:pt idx="42413">
                  <c:v>24.45</c:v>
                </c:pt>
                <c:pt idx="42414">
                  <c:v>24.45</c:v>
                </c:pt>
                <c:pt idx="42415">
                  <c:v>24.5</c:v>
                </c:pt>
                <c:pt idx="42416">
                  <c:v>24.5</c:v>
                </c:pt>
                <c:pt idx="42417">
                  <c:v>24.5</c:v>
                </c:pt>
                <c:pt idx="42418">
                  <c:v>24.55</c:v>
                </c:pt>
                <c:pt idx="42419">
                  <c:v>24.55</c:v>
                </c:pt>
                <c:pt idx="42420">
                  <c:v>24.6</c:v>
                </c:pt>
                <c:pt idx="42421">
                  <c:v>24.6</c:v>
                </c:pt>
                <c:pt idx="42422">
                  <c:v>24.6</c:v>
                </c:pt>
                <c:pt idx="42423">
                  <c:v>24.6</c:v>
                </c:pt>
                <c:pt idx="42424">
                  <c:v>24.6</c:v>
                </c:pt>
                <c:pt idx="42425">
                  <c:v>24.55</c:v>
                </c:pt>
                <c:pt idx="42426">
                  <c:v>24.5</c:v>
                </c:pt>
                <c:pt idx="42427">
                  <c:v>24.45</c:v>
                </c:pt>
                <c:pt idx="42428">
                  <c:v>24.4</c:v>
                </c:pt>
                <c:pt idx="42429">
                  <c:v>24.4</c:v>
                </c:pt>
                <c:pt idx="42430">
                  <c:v>24.35</c:v>
                </c:pt>
                <c:pt idx="42431">
                  <c:v>24.35</c:v>
                </c:pt>
                <c:pt idx="42432">
                  <c:v>24.3</c:v>
                </c:pt>
                <c:pt idx="42433">
                  <c:v>24.3</c:v>
                </c:pt>
                <c:pt idx="42434">
                  <c:v>24.3</c:v>
                </c:pt>
                <c:pt idx="42435">
                  <c:v>24.3</c:v>
                </c:pt>
                <c:pt idx="42436">
                  <c:v>24.35</c:v>
                </c:pt>
                <c:pt idx="42437">
                  <c:v>24.35</c:v>
                </c:pt>
                <c:pt idx="42438">
                  <c:v>24.35</c:v>
                </c:pt>
                <c:pt idx="42439">
                  <c:v>24.35</c:v>
                </c:pt>
                <c:pt idx="42440">
                  <c:v>24.4</c:v>
                </c:pt>
                <c:pt idx="42441">
                  <c:v>24.4</c:v>
                </c:pt>
                <c:pt idx="42442">
                  <c:v>24.45</c:v>
                </c:pt>
                <c:pt idx="42443">
                  <c:v>24.45</c:v>
                </c:pt>
                <c:pt idx="42444">
                  <c:v>24.5</c:v>
                </c:pt>
                <c:pt idx="42445">
                  <c:v>24.5</c:v>
                </c:pt>
                <c:pt idx="42446">
                  <c:v>24.55</c:v>
                </c:pt>
                <c:pt idx="42447">
                  <c:v>24.55</c:v>
                </c:pt>
                <c:pt idx="42448">
                  <c:v>24.55</c:v>
                </c:pt>
                <c:pt idx="42449">
                  <c:v>24.55</c:v>
                </c:pt>
                <c:pt idx="42450">
                  <c:v>24.6</c:v>
                </c:pt>
                <c:pt idx="42451">
                  <c:v>24.6</c:v>
                </c:pt>
                <c:pt idx="42452">
                  <c:v>24.6</c:v>
                </c:pt>
                <c:pt idx="42453">
                  <c:v>24.6</c:v>
                </c:pt>
                <c:pt idx="42454">
                  <c:v>24.55</c:v>
                </c:pt>
                <c:pt idx="42455">
                  <c:v>24.5</c:v>
                </c:pt>
                <c:pt idx="42456">
                  <c:v>24.45</c:v>
                </c:pt>
                <c:pt idx="42457">
                  <c:v>24.4</c:v>
                </c:pt>
                <c:pt idx="42458">
                  <c:v>24.4</c:v>
                </c:pt>
                <c:pt idx="42459">
                  <c:v>24.35</c:v>
                </c:pt>
                <c:pt idx="42460">
                  <c:v>24.35</c:v>
                </c:pt>
                <c:pt idx="42461">
                  <c:v>24.3</c:v>
                </c:pt>
                <c:pt idx="42462">
                  <c:v>24.3</c:v>
                </c:pt>
                <c:pt idx="42463">
                  <c:v>24.3</c:v>
                </c:pt>
                <c:pt idx="42464">
                  <c:v>24.3</c:v>
                </c:pt>
                <c:pt idx="42465">
                  <c:v>24.3</c:v>
                </c:pt>
                <c:pt idx="42466">
                  <c:v>24.35</c:v>
                </c:pt>
                <c:pt idx="42467">
                  <c:v>24.35</c:v>
                </c:pt>
                <c:pt idx="42468">
                  <c:v>24.35</c:v>
                </c:pt>
                <c:pt idx="42469">
                  <c:v>24.4</c:v>
                </c:pt>
                <c:pt idx="42470">
                  <c:v>24.4</c:v>
                </c:pt>
                <c:pt idx="42471">
                  <c:v>24.45</c:v>
                </c:pt>
                <c:pt idx="42472">
                  <c:v>24.45</c:v>
                </c:pt>
                <c:pt idx="42473">
                  <c:v>24.45</c:v>
                </c:pt>
                <c:pt idx="42474">
                  <c:v>24.5</c:v>
                </c:pt>
                <c:pt idx="42475">
                  <c:v>24.5</c:v>
                </c:pt>
                <c:pt idx="42476">
                  <c:v>24.5</c:v>
                </c:pt>
                <c:pt idx="42477">
                  <c:v>24.55</c:v>
                </c:pt>
                <c:pt idx="42478">
                  <c:v>24.55</c:v>
                </c:pt>
                <c:pt idx="42479">
                  <c:v>24.55</c:v>
                </c:pt>
                <c:pt idx="42480">
                  <c:v>24.6</c:v>
                </c:pt>
                <c:pt idx="42481">
                  <c:v>24.6</c:v>
                </c:pt>
                <c:pt idx="42482">
                  <c:v>24.6</c:v>
                </c:pt>
                <c:pt idx="42483">
                  <c:v>24.6</c:v>
                </c:pt>
                <c:pt idx="42484">
                  <c:v>24.55</c:v>
                </c:pt>
                <c:pt idx="42485">
                  <c:v>24.5</c:v>
                </c:pt>
                <c:pt idx="42486">
                  <c:v>24.45</c:v>
                </c:pt>
                <c:pt idx="42487">
                  <c:v>24.4</c:v>
                </c:pt>
                <c:pt idx="42488">
                  <c:v>24.35</c:v>
                </c:pt>
                <c:pt idx="42489">
                  <c:v>24.35</c:v>
                </c:pt>
                <c:pt idx="42490">
                  <c:v>24.35</c:v>
                </c:pt>
                <c:pt idx="42491">
                  <c:v>24.3</c:v>
                </c:pt>
                <c:pt idx="42492">
                  <c:v>24.3</c:v>
                </c:pt>
                <c:pt idx="42493">
                  <c:v>24.3</c:v>
                </c:pt>
                <c:pt idx="42494">
                  <c:v>24.3</c:v>
                </c:pt>
                <c:pt idx="42495">
                  <c:v>24.3</c:v>
                </c:pt>
                <c:pt idx="42496">
                  <c:v>24.3</c:v>
                </c:pt>
                <c:pt idx="42497">
                  <c:v>24.35</c:v>
                </c:pt>
                <c:pt idx="42498">
                  <c:v>24.35</c:v>
                </c:pt>
                <c:pt idx="42499">
                  <c:v>24.35</c:v>
                </c:pt>
                <c:pt idx="42500">
                  <c:v>24.4</c:v>
                </c:pt>
                <c:pt idx="42501">
                  <c:v>24.4</c:v>
                </c:pt>
                <c:pt idx="42502">
                  <c:v>24.45</c:v>
                </c:pt>
                <c:pt idx="42503">
                  <c:v>24.45</c:v>
                </c:pt>
                <c:pt idx="42504">
                  <c:v>24.45</c:v>
                </c:pt>
                <c:pt idx="42505">
                  <c:v>24.5</c:v>
                </c:pt>
                <c:pt idx="42506">
                  <c:v>24.5</c:v>
                </c:pt>
                <c:pt idx="42507">
                  <c:v>24.5</c:v>
                </c:pt>
                <c:pt idx="42508">
                  <c:v>24.55</c:v>
                </c:pt>
                <c:pt idx="42509">
                  <c:v>24.55</c:v>
                </c:pt>
                <c:pt idx="42510">
                  <c:v>24.6</c:v>
                </c:pt>
                <c:pt idx="42511">
                  <c:v>24.6</c:v>
                </c:pt>
                <c:pt idx="42512">
                  <c:v>24.55</c:v>
                </c:pt>
                <c:pt idx="42513">
                  <c:v>24.55</c:v>
                </c:pt>
                <c:pt idx="42514">
                  <c:v>24.55</c:v>
                </c:pt>
                <c:pt idx="42515">
                  <c:v>24.5</c:v>
                </c:pt>
                <c:pt idx="42516">
                  <c:v>24.45</c:v>
                </c:pt>
                <c:pt idx="42517">
                  <c:v>24.4</c:v>
                </c:pt>
                <c:pt idx="42518">
                  <c:v>24.4</c:v>
                </c:pt>
                <c:pt idx="42519">
                  <c:v>24.35</c:v>
                </c:pt>
                <c:pt idx="42520">
                  <c:v>24.35</c:v>
                </c:pt>
                <c:pt idx="42521">
                  <c:v>24.3</c:v>
                </c:pt>
                <c:pt idx="42522">
                  <c:v>24.3</c:v>
                </c:pt>
                <c:pt idx="42523">
                  <c:v>24.3</c:v>
                </c:pt>
                <c:pt idx="42524">
                  <c:v>24.3</c:v>
                </c:pt>
                <c:pt idx="42525">
                  <c:v>24.3</c:v>
                </c:pt>
                <c:pt idx="42526">
                  <c:v>24.3</c:v>
                </c:pt>
                <c:pt idx="42527">
                  <c:v>24.35</c:v>
                </c:pt>
                <c:pt idx="42528">
                  <c:v>24.35</c:v>
                </c:pt>
                <c:pt idx="42529">
                  <c:v>24.35</c:v>
                </c:pt>
                <c:pt idx="42530">
                  <c:v>24.4</c:v>
                </c:pt>
                <c:pt idx="42531">
                  <c:v>24.4</c:v>
                </c:pt>
                <c:pt idx="42532">
                  <c:v>24.45</c:v>
                </c:pt>
                <c:pt idx="42533">
                  <c:v>24.45</c:v>
                </c:pt>
                <c:pt idx="42534">
                  <c:v>24.5</c:v>
                </c:pt>
                <c:pt idx="42535">
                  <c:v>24.5</c:v>
                </c:pt>
                <c:pt idx="42536">
                  <c:v>24.55</c:v>
                </c:pt>
                <c:pt idx="42537">
                  <c:v>24.55</c:v>
                </c:pt>
                <c:pt idx="42538">
                  <c:v>24.6</c:v>
                </c:pt>
                <c:pt idx="42539">
                  <c:v>24.6</c:v>
                </c:pt>
                <c:pt idx="42540">
                  <c:v>24.65</c:v>
                </c:pt>
                <c:pt idx="42541">
                  <c:v>24.65</c:v>
                </c:pt>
                <c:pt idx="42542">
                  <c:v>24.65</c:v>
                </c:pt>
                <c:pt idx="42543">
                  <c:v>24.65</c:v>
                </c:pt>
                <c:pt idx="42544">
                  <c:v>24.6</c:v>
                </c:pt>
                <c:pt idx="42545">
                  <c:v>24.55</c:v>
                </c:pt>
                <c:pt idx="42546">
                  <c:v>24.5</c:v>
                </c:pt>
                <c:pt idx="42547">
                  <c:v>24.45</c:v>
                </c:pt>
                <c:pt idx="42548">
                  <c:v>24.45</c:v>
                </c:pt>
                <c:pt idx="42549">
                  <c:v>24.35</c:v>
                </c:pt>
                <c:pt idx="42550">
                  <c:v>24.35</c:v>
                </c:pt>
                <c:pt idx="42551">
                  <c:v>24.35</c:v>
                </c:pt>
                <c:pt idx="42552">
                  <c:v>24.3</c:v>
                </c:pt>
                <c:pt idx="42553">
                  <c:v>24.35</c:v>
                </c:pt>
                <c:pt idx="42554">
                  <c:v>24.3</c:v>
                </c:pt>
                <c:pt idx="42555">
                  <c:v>24.3</c:v>
                </c:pt>
                <c:pt idx="42556">
                  <c:v>24.3</c:v>
                </c:pt>
                <c:pt idx="42557">
                  <c:v>24.3</c:v>
                </c:pt>
                <c:pt idx="42558">
                  <c:v>24.35</c:v>
                </c:pt>
                <c:pt idx="42559">
                  <c:v>24.4</c:v>
                </c:pt>
                <c:pt idx="42560">
                  <c:v>24.35</c:v>
                </c:pt>
                <c:pt idx="42561">
                  <c:v>24.4</c:v>
                </c:pt>
                <c:pt idx="42562">
                  <c:v>24.4</c:v>
                </c:pt>
                <c:pt idx="42563">
                  <c:v>24.45</c:v>
                </c:pt>
                <c:pt idx="42564">
                  <c:v>24.45</c:v>
                </c:pt>
                <c:pt idx="42565">
                  <c:v>24.45</c:v>
                </c:pt>
                <c:pt idx="42566">
                  <c:v>24.5</c:v>
                </c:pt>
                <c:pt idx="42567">
                  <c:v>24.5</c:v>
                </c:pt>
                <c:pt idx="42568">
                  <c:v>24.55</c:v>
                </c:pt>
                <c:pt idx="42569">
                  <c:v>24.55</c:v>
                </c:pt>
                <c:pt idx="42570">
                  <c:v>24.55</c:v>
                </c:pt>
                <c:pt idx="42571">
                  <c:v>24.6</c:v>
                </c:pt>
                <c:pt idx="42572">
                  <c:v>24.6</c:v>
                </c:pt>
                <c:pt idx="42573">
                  <c:v>24.6</c:v>
                </c:pt>
                <c:pt idx="42574">
                  <c:v>24.55</c:v>
                </c:pt>
                <c:pt idx="42575">
                  <c:v>24.55</c:v>
                </c:pt>
                <c:pt idx="42576">
                  <c:v>24.5</c:v>
                </c:pt>
                <c:pt idx="42577">
                  <c:v>24.45</c:v>
                </c:pt>
                <c:pt idx="42578">
                  <c:v>24.4</c:v>
                </c:pt>
                <c:pt idx="42579">
                  <c:v>24.4</c:v>
                </c:pt>
                <c:pt idx="42580">
                  <c:v>24.4</c:v>
                </c:pt>
                <c:pt idx="42581">
                  <c:v>24.35</c:v>
                </c:pt>
                <c:pt idx="42582">
                  <c:v>24.35</c:v>
                </c:pt>
                <c:pt idx="42583">
                  <c:v>24.35</c:v>
                </c:pt>
                <c:pt idx="42584">
                  <c:v>24.3</c:v>
                </c:pt>
                <c:pt idx="42585">
                  <c:v>24.35</c:v>
                </c:pt>
                <c:pt idx="42586">
                  <c:v>24.35</c:v>
                </c:pt>
                <c:pt idx="42587">
                  <c:v>24.35</c:v>
                </c:pt>
                <c:pt idx="42588">
                  <c:v>24.35</c:v>
                </c:pt>
                <c:pt idx="42589">
                  <c:v>24.35</c:v>
                </c:pt>
                <c:pt idx="42590">
                  <c:v>24.35</c:v>
                </c:pt>
                <c:pt idx="42591">
                  <c:v>24.4</c:v>
                </c:pt>
                <c:pt idx="42592">
                  <c:v>24.4</c:v>
                </c:pt>
                <c:pt idx="42593">
                  <c:v>24.4</c:v>
                </c:pt>
                <c:pt idx="42594">
                  <c:v>24.45</c:v>
                </c:pt>
                <c:pt idx="42595">
                  <c:v>24.45</c:v>
                </c:pt>
                <c:pt idx="42596">
                  <c:v>24.45</c:v>
                </c:pt>
                <c:pt idx="42597">
                  <c:v>24.5</c:v>
                </c:pt>
                <c:pt idx="42598">
                  <c:v>24.5</c:v>
                </c:pt>
                <c:pt idx="42599">
                  <c:v>24.55</c:v>
                </c:pt>
                <c:pt idx="42600">
                  <c:v>24.55</c:v>
                </c:pt>
                <c:pt idx="42601">
                  <c:v>24.6</c:v>
                </c:pt>
                <c:pt idx="42602">
                  <c:v>24.6</c:v>
                </c:pt>
                <c:pt idx="42603">
                  <c:v>24.6</c:v>
                </c:pt>
                <c:pt idx="42604">
                  <c:v>24.55</c:v>
                </c:pt>
                <c:pt idx="42605">
                  <c:v>24.55</c:v>
                </c:pt>
                <c:pt idx="42606">
                  <c:v>24.5</c:v>
                </c:pt>
                <c:pt idx="42607">
                  <c:v>24.45</c:v>
                </c:pt>
                <c:pt idx="42608">
                  <c:v>24.45</c:v>
                </c:pt>
                <c:pt idx="42609">
                  <c:v>24.4</c:v>
                </c:pt>
                <c:pt idx="42610">
                  <c:v>24.4</c:v>
                </c:pt>
                <c:pt idx="42611">
                  <c:v>24.4</c:v>
                </c:pt>
                <c:pt idx="42612">
                  <c:v>24.35</c:v>
                </c:pt>
                <c:pt idx="42613">
                  <c:v>24.35</c:v>
                </c:pt>
                <c:pt idx="42614">
                  <c:v>24.35</c:v>
                </c:pt>
                <c:pt idx="42615">
                  <c:v>24.35</c:v>
                </c:pt>
                <c:pt idx="42616">
                  <c:v>24.35</c:v>
                </c:pt>
                <c:pt idx="42617">
                  <c:v>24.35</c:v>
                </c:pt>
                <c:pt idx="42618">
                  <c:v>24.35</c:v>
                </c:pt>
                <c:pt idx="42619">
                  <c:v>24.35</c:v>
                </c:pt>
                <c:pt idx="42620">
                  <c:v>24.35</c:v>
                </c:pt>
                <c:pt idx="42621">
                  <c:v>24.4</c:v>
                </c:pt>
                <c:pt idx="42622">
                  <c:v>24.4</c:v>
                </c:pt>
                <c:pt idx="42623">
                  <c:v>24.4</c:v>
                </c:pt>
                <c:pt idx="42624">
                  <c:v>24.45</c:v>
                </c:pt>
                <c:pt idx="42625">
                  <c:v>24.45</c:v>
                </c:pt>
                <c:pt idx="42626">
                  <c:v>24.5</c:v>
                </c:pt>
                <c:pt idx="42627">
                  <c:v>24.5</c:v>
                </c:pt>
                <c:pt idx="42628">
                  <c:v>24.5</c:v>
                </c:pt>
                <c:pt idx="42629">
                  <c:v>24.55</c:v>
                </c:pt>
                <c:pt idx="42630">
                  <c:v>24.6</c:v>
                </c:pt>
                <c:pt idx="42631">
                  <c:v>24.6</c:v>
                </c:pt>
                <c:pt idx="42632">
                  <c:v>24.6</c:v>
                </c:pt>
                <c:pt idx="42633">
                  <c:v>24.6</c:v>
                </c:pt>
                <c:pt idx="42634">
                  <c:v>24.6</c:v>
                </c:pt>
                <c:pt idx="42635">
                  <c:v>24.55</c:v>
                </c:pt>
                <c:pt idx="42636">
                  <c:v>24.5</c:v>
                </c:pt>
                <c:pt idx="42637">
                  <c:v>24.45</c:v>
                </c:pt>
                <c:pt idx="42638">
                  <c:v>24.4</c:v>
                </c:pt>
                <c:pt idx="42639">
                  <c:v>24.4</c:v>
                </c:pt>
                <c:pt idx="42640">
                  <c:v>24.35</c:v>
                </c:pt>
                <c:pt idx="42641">
                  <c:v>24.35</c:v>
                </c:pt>
                <c:pt idx="42642">
                  <c:v>24.35</c:v>
                </c:pt>
                <c:pt idx="42643">
                  <c:v>24.35</c:v>
                </c:pt>
                <c:pt idx="42644">
                  <c:v>24.3</c:v>
                </c:pt>
                <c:pt idx="42645">
                  <c:v>24.35</c:v>
                </c:pt>
                <c:pt idx="42646">
                  <c:v>24.35</c:v>
                </c:pt>
                <c:pt idx="42647">
                  <c:v>24.35</c:v>
                </c:pt>
                <c:pt idx="42648">
                  <c:v>24.35</c:v>
                </c:pt>
                <c:pt idx="42649">
                  <c:v>24.35</c:v>
                </c:pt>
                <c:pt idx="42650">
                  <c:v>24.35</c:v>
                </c:pt>
                <c:pt idx="42651">
                  <c:v>24.4</c:v>
                </c:pt>
                <c:pt idx="42652">
                  <c:v>24.4</c:v>
                </c:pt>
                <c:pt idx="42653">
                  <c:v>24.45</c:v>
                </c:pt>
                <c:pt idx="42654">
                  <c:v>24.45</c:v>
                </c:pt>
                <c:pt idx="42655">
                  <c:v>24.5</c:v>
                </c:pt>
                <c:pt idx="42656">
                  <c:v>24.5</c:v>
                </c:pt>
                <c:pt idx="42657">
                  <c:v>24.55</c:v>
                </c:pt>
                <c:pt idx="42658">
                  <c:v>24.55</c:v>
                </c:pt>
                <c:pt idx="42659">
                  <c:v>24.55</c:v>
                </c:pt>
                <c:pt idx="42660">
                  <c:v>24.6</c:v>
                </c:pt>
                <c:pt idx="42661">
                  <c:v>24.6</c:v>
                </c:pt>
                <c:pt idx="42662">
                  <c:v>24.6</c:v>
                </c:pt>
                <c:pt idx="42663">
                  <c:v>24.6</c:v>
                </c:pt>
                <c:pt idx="42664">
                  <c:v>24.55</c:v>
                </c:pt>
                <c:pt idx="42665">
                  <c:v>24.5</c:v>
                </c:pt>
                <c:pt idx="42666">
                  <c:v>24.45</c:v>
                </c:pt>
                <c:pt idx="42667">
                  <c:v>24.45</c:v>
                </c:pt>
                <c:pt idx="42668">
                  <c:v>24.4</c:v>
                </c:pt>
                <c:pt idx="42669">
                  <c:v>24.4</c:v>
                </c:pt>
                <c:pt idx="42670">
                  <c:v>24.4</c:v>
                </c:pt>
                <c:pt idx="42671">
                  <c:v>24.35</c:v>
                </c:pt>
                <c:pt idx="42672">
                  <c:v>24.35</c:v>
                </c:pt>
                <c:pt idx="42673">
                  <c:v>24.3</c:v>
                </c:pt>
                <c:pt idx="42674">
                  <c:v>24.3</c:v>
                </c:pt>
                <c:pt idx="42675">
                  <c:v>24.3</c:v>
                </c:pt>
                <c:pt idx="42676">
                  <c:v>24.3</c:v>
                </c:pt>
                <c:pt idx="42677">
                  <c:v>24.35</c:v>
                </c:pt>
                <c:pt idx="42678">
                  <c:v>24.35</c:v>
                </c:pt>
                <c:pt idx="42679">
                  <c:v>24.4</c:v>
                </c:pt>
                <c:pt idx="42680">
                  <c:v>24.4</c:v>
                </c:pt>
                <c:pt idx="42681">
                  <c:v>24.45</c:v>
                </c:pt>
                <c:pt idx="42682">
                  <c:v>24.45</c:v>
                </c:pt>
                <c:pt idx="42683">
                  <c:v>24.45</c:v>
                </c:pt>
                <c:pt idx="42684">
                  <c:v>24.5</c:v>
                </c:pt>
                <c:pt idx="42685">
                  <c:v>24.5</c:v>
                </c:pt>
                <c:pt idx="42686">
                  <c:v>24.5</c:v>
                </c:pt>
                <c:pt idx="42687">
                  <c:v>24.55</c:v>
                </c:pt>
                <c:pt idx="42688">
                  <c:v>24.55</c:v>
                </c:pt>
                <c:pt idx="42689">
                  <c:v>24.55</c:v>
                </c:pt>
                <c:pt idx="42690">
                  <c:v>24.55</c:v>
                </c:pt>
                <c:pt idx="42691">
                  <c:v>24.6</c:v>
                </c:pt>
                <c:pt idx="42692">
                  <c:v>24.6</c:v>
                </c:pt>
                <c:pt idx="42693">
                  <c:v>24.55</c:v>
                </c:pt>
                <c:pt idx="42694">
                  <c:v>24.5</c:v>
                </c:pt>
                <c:pt idx="42695">
                  <c:v>24.5</c:v>
                </c:pt>
                <c:pt idx="42696">
                  <c:v>24.45</c:v>
                </c:pt>
                <c:pt idx="42697">
                  <c:v>24.4</c:v>
                </c:pt>
                <c:pt idx="42698">
                  <c:v>24.4</c:v>
                </c:pt>
                <c:pt idx="42699">
                  <c:v>24.35</c:v>
                </c:pt>
                <c:pt idx="42700">
                  <c:v>24.35</c:v>
                </c:pt>
                <c:pt idx="42701">
                  <c:v>24.35</c:v>
                </c:pt>
                <c:pt idx="42702">
                  <c:v>24.35</c:v>
                </c:pt>
                <c:pt idx="42703">
                  <c:v>24.35</c:v>
                </c:pt>
                <c:pt idx="42704">
                  <c:v>24.35</c:v>
                </c:pt>
                <c:pt idx="42705">
                  <c:v>24.35</c:v>
                </c:pt>
                <c:pt idx="42706">
                  <c:v>24.35</c:v>
                </c:pt>
                <c:pt idx="42707">
                  <c:v>24.35</c:v>
                </c:pt>
                <c:pt idx="42708">
                  <c:v>24.4</c:v>
                </c:pt>
                <c:pt idx="42709">
                  <c:v>24.4</c:v>
                </c:pt>
                <c:pt idx="42710">
                  <c:v>24.4</c:v>
                </c:pt>
                <c:pt idx="42711">
                  <c:v>24.45</c:v>
                </c:pt>
                <c:pt idx="42712">
                  <c:v>24.45</c:v>
                </c:pt>
                <c:pt idx="42713">
                  <c:v>24.45</c:v>
                </c:pt>
                <c:pt idx="42714">
                  <c:v>24.5</c:v>
                </c:pt>
                <c:pt idx="42715">
                  <c:v>24.5</c:v>
                </c:pt>
                <c:pt idx="42716">
                  <c:v>24.5</c:v>
                </c:pt>
                <c:pt idx="42717">
                  <c:v>24.5</c:v>
                </c:pt>
                <c:pt idx="42718">
                  <c:v>24.55</c:v>
                </c:pt>
                <c:pt idx="42719">
                  <c:v>24.55</c:v>
                </c:pt>
                <c:pt idx="42720">
                  <c:v>24.55</c:v>
                </c:pt>
                <c:pt idx="42721">
                  <c:v>24.55</c:v>
                </c:pt>
                <c:pt idx="42722">
                  <c:v>24.55</c:v>
                </c:pt>
                <c:pt idx="42723">
                  <c:v>24.55</c:v>
                </c:pt>
                <c:pt idx="42724">
                  <c:v>24.55</c:v>
                </c:pt>
                <c:pt idx="42725">
                  <c:v>24.5</c:v>
                </c:pt>
                <c:pt idx="42726">
                  <c:v>24.45</c:v>
                </c:pt>
                <c:pt idx="42727">
                  <c:v>24.45</c:v>
                </c:pt>
                <c:pt idx="42728">
                  <c:v>24.35</c:v>
                </c:pt>
                <c:pt idx="42729">
                  <c:v>24.35</c:v>
                </c:pt>
                <c:pt idx="42730">
                  <c:v>24.35</c:v>
                </c:pt>
                <c:pt idx="42731">
                  <c:v>24.35</c:v>
                </c:pt>
                <c:pt idx="42732">
                  <c:v>24.35</c:v>
                </c:pt>
                <c:pt idx="42733">
                  <c:v>24.35</c:v>
                </c:pt>
                <c:pt idx="42734">
                  <c:v>24.35</c:v>
                </c:pt>
                <c:pt idx="42735">
                  <c:v>24.35</c:v>
                </c:pt>
                <c:pt idx="42736">
                  <c:v>24.35</c:v>
                </c:pt>
                <c:pt idx="42737">
                  <c:v>24.35</c:v>
                </c:pt>
                <c:pt idx="42738">
                  <c:v>24.35</c:v>
                </c:pt>
                <c:pt idx="42739">
                  <c:v>24.35</c:v>
                </c:pt>
                <c:pt idx="42740">
                  <c:v>24.4</c:v>
                </c:pt>
                <c:pt idx="42741">
                  <c:v>24.4</c:v>
                </c:pt>
                <c:pt idx="42742">
                  <c:v>24.4</c:v>
                </c:pt>
                <c:pt idx="42743">
                  <c:v>24.45</c:v>
                </c:pt>
                <c:pt idx="42744">
                  <c:v>24.45</c:v>
                </c:pt>
                <c:pt idx="42745">
                  <c:v>24.5</c:v>
                </c:pt>
                <c:pt idx="42746">
                  <c:v>24.5</c:v>
                </c:pt>
                <c:pt idx="42747">
                  <c:v>24.5</c:v>
                </c:pt>
                <c:pt idx="42748">
                  <c:v>24.5</c:v>
                </c:pt>
                <c:pt idx="42749">
                  <c:v>24.55</c:v>
                </c:pt>
                <c:pt idx="42750">
                  <c:v>24.55</c:v>
                </c:pt>
                <c:pt idx="42751">
                  <c:v>24.6</c:v>
                </c:pt>
                <c:pt idx="42752">
                  <c:v>24.55</c:v>
                </c:pt>
                <c:pt idx="42753">
                  <c:v>24.55</c:v>
                </c:pt>
                <c:pt idx="42754">
                  <c:v>24.55</c:v>
                </c:pt>
                <c:pt idx="42755">
                  <c:v>24.5</c:v>
                </c:pt>
                <c:pt idx="42756">
                  <c:v>24.45</c:v>
                </c:pt>
                <c:pt idx="42757">
                  <c:v>24.4</c:v>
                </c:pt>
                <c:pt idx="42758">
                  <c:v>24.35</c:v>
                </c:pt>
                <c:pt idx="42759">
                  <c:v>24.35</c:v>
                </c:pt>
                <c:pt idx="42760">
                  <c:v>24.25</c:v>
                </c:pt>
                <c:pt idx="42761">
                  <c:v>24.3</c:v>
                </c:pt>
                <c:pt idx="42762">
                  <c:v>24.3</c:v>
                </c:pt>
                <c:pt idx="42763">
                  <c:v>24.3</c:v>
                </c:pt>
                <c:pt idx="42764">
                  <c:v>24.3</c:v>
                </c:pt>
                <c:pt idx="42765">
                  <c:v>24.3</c:v>
                </c:pt>
                <c:pt idx="42766">
                  <c:v>24.3</c:v>
                </c:pt>
                <c:pt idx="42767">
                  <c:v>24.3</c:v>
                </c:pt>
                <c:pt idx="42768">
                  <c:v>24.35</c:v>
                </c:pt>
                <c:pt idx="42769">
                  <c:v>24.35</c:v>
                </c:pt>
                <c:pt idx="42770">
                  <c:v>24.35</c:v>
                </c:pt>
                <c:pt idx="42771">
                  <c:v>24.4</c:v>
                </c:pt>
                <c:pt idx="42772">
                  <c:v>24.4</c:v>
                </c:pt>
                <c:pt idx="42773">
                  <c:v>24.4</c:v>
                </c:pt>
                <c:pt idx="42774">
                  <c:v>24.45</c:v>
                </c:pt>
                <c:pt idx="42775">
                  <c:v>24.45</c:v>
                </c:pt>
                <c:pt idx="42776">
                  <c:v>24.5</c:v>
                </c:pt>
                <c:pt idx="42777">
                  <c:v>24.45</c:v>
                </c:pt>
                <c:pt idx="42778">
                  <c:v>24.5</c:v>
                </c:pt>
                <c:pt idx="42779">
                  <c:v>24.5</c:v>
                </c:pt>
                <c:pt idx="42780">
                  <c:v>24.5</c:v>
                </c:pt>
                <c:pt idx="42781">
                  <c:v>24.55</c:v>
                </c:pt>
                <c:pt idx="42782">
                  <c:v>24.55</c:v>
                </c:pt>
                <c:pt idx="42783">
                  <c:v>24.5</c:v>
                </c:pt>
                <c:pt idx="42784">
                  <c:v>24.5</c:v>
                </c:pt>
                <c:pt idx="42785">
                  <c:v>24.45</c:v>
                </c:pt>
                <c:pt idx="42786">
                  <c:v>24.4</c:v>
                </c:pt>
                <c:pt idx="42787">
                  <c:v>24.35</c:v>
                </c:pt>
                <c:pt idx="42788">
                  <c:v>24.3</c:v>
                </c:pt>
                <c:pt idx="42789">
                  <c:v>24.35</c:v>
                </c:pt>
                <c:pt idx="42790">
                  <c:v>24.3</c:v>
                </c:pt>
                <c:pt idx="42791">
                  <c:v>24.3</c:v>
                </c:pt>
                <c:pt idx="42792">
                  <c:v>24.3</c:v>
                </c:pt>
                <c:pt idx="42793">
                  <c:v>24.25</c:v>
                </c:pt>
                <c:pt idx="42794">
                  <c:v>24.25</c:v>
                </c:pt>
                <c:pt idx="42795">
                  <c:v>24.25</c:v>
                </c:pt>
                <c:pt idx="42796">
                  <c:v>24.3</c:v>
                </c:pt>
                <c:pt idx="42797">
                  <c:v>24.3</c:v>
                </c:pt>
                <c:pt idx="42798">
                  <c:v>24.3</c:v>
                </c:pt>
                <c:pt idx="42799">
                  <c:v>24.35</c:v>
                </c:pt>
                <c:pt idx="42800">
                  <c:v>24.35</c:v>
                </c:pt>
                <c:pt idx="42801">
                  <c:v>24.35</c:v>
                </c:pt>
                <c:pt idx="42802">
                  <c:v>24.35</c:v>
                </c:pt>
                <c:pt idx="42803">
                  <c:v>24.4</c:v>
                </c:pt>
                <c:pt idx="42804">
                  <c:v>24.4</c:v>
                </c:pt>
                <c:pt idx="42805">
                  <c:v>24.45</c:v>
                </c:pt>
                <c:pt idx="42806">
                  <c:v>24.45</c:v>
                </c:pt>
                <c:pt idx="42807">
                  <c:v>24.45</c:v>
                </c:pt>
                <c:pt idx="42808">
                  <c:v>24.5</c:v>
                </c:pt>
                <c:pt idx="42809">
                  <c:v>24.5</c:v>
                </c:pt>
                <c:pt idx="42810">
                  <c:v>24.5</c:v>
                </c:pt>
                <c:pt idx="42811">
                  <c:v>24.55</c:v>
                </c:pt>
                <c:pt idx="42812">
                  <c:v>24.55</c:v>
                </c:pt>
                <c:pt idx="42813">
                  <c:v>24.5</c:v>
                </c:pt>
                <c:pt idx="42814">
                  <c:v>24.45</c:v>
                </c:pt>
                <c:pt idx="42815">
                  <c:v>24.45</c:v>
                </c:pt>
                <c:pt idx="42816">
                  <c:v>24.45</c:v>
                </c:pt>
                <c:pt idx="42817">
                  <c:v>24.4</c:v>
                </c:pt>
                <c:pt idx="42818">
                  <c:v>24.35</c:v>
                </c:pt>
                <c:pt idx="42819">
                  <c:v>24.3</c:v>
                </c:pt>
                <c:pt idx="42820">
                  <c:v>24.3</c:v>
                </c:pt>
                <c:pt idx="42821">
                  <c:v>24.3</c:v>
                </c:pt>
                <c:pt idx="42822">
                  <c:v>24.3</c:v>
                </c:pt>
                <c:pt idx="42823">
                  <c:v>24.3</c:v>
                </c:pt>
                <c:pt idx="42824">
                  <c:v>24.3</c:v>
                </c:pt>
                <c:pt idx="42825">
                  <c:v>24.3</c:v>
                </c:pt>
                <c:pt idx="42826">
                  <c:v>24.3</c:v>
                </c:pt>
                <c:pt idx="42827">
                  <c:v>24.3</c:v>
                </c:pt>
                <c:pt idx="42828">
                  <c:v>24.3</c:v>
                </c:pt>
                <c:pt idx="42829">
                  <c:v>24.35</c:v>
                </c:pt>
                <c:pt idx="42830">
                  <c:v>24.35</c:v>
                </c:pt>
                <c:pt idx="42831">
                  <c:v>24.4</c:v>
                </c:pt>
                <c:pt idx="42832">
                  <c:v>24.4</c:v>
                </c:pt>
                <c:pt idx="42833">
                  <c:v>24.4</c:v>
                </c:pt>
                <c:pt idx="42834">
                  <c:v>24.4</c:v>
                </c:pt>
                <c:pt idx="42835">
                  <c:v>24.45</c:v>
                </c:pt>
                <c:pt idx="42836">
                  <c:v>24.45</c:v>
                </c:pt>
                <c:pt idx="42837">
                  <c:v>24.45</c:v>
                </c:pt>
                <c:pt idx="42838">
                  <c:v>24.5</c:v>
                </c:pt>
                <c:pt idx="42839">
                  <c:v>24.5</c:v>
                </c:pt>
                <c:pt idx="42840">
                  <c:v>24.5</c:v>
                </c:pt>
                <c:pt idx="42841">
                  <c:v>24.55</c:v>
                </c:pt>
                <c:pt idx="42842">
                  <c:v>24.55</c:v>
                </c:pt>
                <c:pt idx="42843">
                  <c:v>24.5</c:v>
                </c:pt>
                <c:pt idx="42844">
                  <c:v>24.5</c:v>
                </c:pt>
                <c:pt idx="42845">
                  <c:v>24.5</c:v>
                </c:pt>
                <c:pt idx="42846">
                  <c:v>24.45</c:v>
                </c:pt>
                <c:pt idx="42847">
                  <c:v>24.4</c:v>
                </c:pt>
                <c:pt idx="42848">
                  <c:v>24.35</c:v>
                </c:pt>
                <c:pt idx="42849">
                  <c:v>24.35</c:v>
                </c:pt>
                <c:pt idx="42850">
                  <c:v>24.35</c:v>
                </c:pt>
                <c:pt idx="42851">
                  <c:v>24.3</c:v>
                </c:pt>
                <c:pt idx="42852">
                  <c:v>24.3</c:v>
                </c:pt>
                <c:pt idx="42853">
                  <c:v>24.3</c:v>
                </c:pt>
                <c:pt idx="42854">
                  <c:v>24.3</c:v>
                </c:pt>
                <c:pt idx="42855">
                  <c:v>24.35</c:v>
                </c:pt>
                <c:pt idx="42856">
                  <c:v>24.35</c:v>
                </c:pt>
                <c:pt idx="42857">
                  <c:v>24.35</c:v>
                </c:pt>
                <c:pt idx="42858">
                  <c:v>24.35</c:v>
                </c:pt>
                <c:pt idx="42859">
                  <c:v>24.35</c:v>
                </c:pt>
                <c:pt idx="42860">
                  <c:v>24.35</c:v>
                </c:pt>
                <c:pt idx="42861">
                  <c:v>24.4</c:v>
                </c:pt>
                <c:pt idx="42862">
                  <c:v>24.4</c:v>
                </c:pt>
                <c:pt idx="42863">
                  <c:v>24.4</c:v>
                </c:pt>
                <c:pt idx="42864">
                  <c:v>24.45</c:v>
                </c:pt>
                <c:pt idx="42865">
                  <c:v>24.45</c:v>
                </c:pt>
                <c:pt idx="42866">
                  <c:v>24.45</c:v>
                </c:pt>
                <c:pt idx="42867">
                  <c:v>24.45</c:v>
                </c:pt>
                <c:pt idx="42868">
                  <c:v>24.5</c:v>
                </c:pt>
                <c:pt idx="42869">
                  <c:v>24.5</c:v>
                </c:pt>
                <c:pt idx="42870">
                  <c:v>24.55</c:v>
                </c:pt>
                <c:pt idx="42871">
                  <c:v>24.55</c:v>
                </c:pt>
                <c:pt idx="42872">
                  <c:v>24.55</c:v>
                </c:pt>
                <c:pt idx="42873">
                  <c:v>24.55</c:v>
                </c:pt>
                <c:pt idx="42874">
                  <c:v>24.5</c:v>
                </c:pt>
                <c:pt idx="42875">
                  <c:v>24.5</c:v>
                </c:pt>
                <c:pt idx="42876">
                  <c:v>24.45</c:v>
                </c:pt>
                <c:pt idx="42877">
                  <c:v>24.4</c:v>
                </c:pt>
                <c:pt idx="42878">
                  <c:v>24.4</c:v>
                </c:pt>
                <c:pt idx="42879">
                  <c:v>24.35</c:v>
                </c:pt>
                <c:pt idx="42880">
                  <c:v>24.35</c:v>
                </c:pt>
                <c:pt idx="42881">
                  <c:v>24.35</c:v>
                </c:pt>
                <c:pt idx="42882">
                  <c:v>24.35</c:v>
                </c:pt>
                <c:pt idx="42883">
                  <c:v>24.35</c:v>
                </c:pt>
                <c:pt idx="42884">
                  <c:v>24.35</c:v>
                </c:pt>
                <c:pt idx="42885">
                  <c:v>24.35</c:v>
                </c:pt>
                <c:pt idx="42886">
                  <c:v>24.35</c:v>
                </c:pt>
                <c:pt idx="42887">
                  <c:v>24.35</c:v>
                </c:pt>
                <c:pt idx="42888">
                  <c:v>24.35</c:v>
                </c:pt>
                <c:pt idx="42889">
                  <c:v>24.35</c:v>
                </c:pt>
                <c:pt idx="42890">
                  <c:v>24.35</c:v>
                </c:pt>
                <c:pt idx="42891">
                  <c:v>24.35</c:v>
                </c:pt>
                <c:pt idx="42892">
                  <c:v>24.4</c:v>
                </c:pt>
                <c:pt idx="42893">
                  <c:v>24.4</c:v>
                </c:pt>
                <c:pt idx="42894">
                  <c:v>24.4</c:v>
                </c:pt>
                <c:pt idx="42895">
                  <c:v>24.45</c:v>
                </c:pt>
                <c:pt idx="42896">
                  <c:v>24.45</c:v>
                </c:pt>
                <c:pt idx="42897">
                  <c:v>24.45</c:v>
                </c:pt>
                <c:pt idx="42898">
                  <c:v>24.5</c:v>
                </c:pt>
                <c:pt idx="42899">
                  <c:v>24.5</c:v>
                </c:pt>
                <c:pt idx="42900">
                  <c:v>24.55</c:v>
                </c:pt>
                <c:pt idx="42901">
                  <c:v>24.55</c:v>
                </c:pt>
                <c:pt idx="42902">
                  <c:v>24.55</c:v>
                </c:pt>
                <c:pt idx="42903">
                  <c:v>24.6</c:v>
                </c:pt>
                <c:pt idx="42904">
                  <c:v>24.55</c:v>
                </c:pt>
                <c:pt idx="42905">
                  <c:v>24.55</c:v>
                </c:pt>
                <c:pt idx="42906">
                  <c:v>24.45</c:v>
                </c:pt>
                <c:pt idx="42907">
                  <c:v>24.45</c:v>
                </c:pt>
                <c:pt idx="42908">
                  <c:v>24.4</c:v>
                </c:pt>
                <c:pt idx="42909">
                  <c:v>24.4</c:v>
                </c:pt>
                <c:pt idx="42910">
                  <c:v>24.35</c:v>
                </c:pt>
                <c:pt idx="42911">
                  <c:v>24.35</c:v>
                </c:pt>
                <c:pt idx="42912">
                  <c:v>24.3</c:v>
                </c:pt>
                <c:pt idx="42913">
                  <c:v>24.3</c:v>
                </c:pt>
                <c:pt idx="42914">
                  <c:v>24.3</c:v>
                </c:pt>
                <c:pt idx="42915">
                  <c:v>24.3</c:v>
                </c:pt>
                <c:pt idx="42916">
                  <c:v>24.35</c:v>
                </c:pt>
                <c:pt idx="42917">
                  <c:v>24.35</c:v>
                </c:pt>
                <c:pt idx="42918">
                  <c:v>24.35</c:v>
                </c:pt>
                <c:pt idx="42919">
                  <c:v>24.35</c:v>
                </c:pt>
                <c:pt idx="42920">
                  <c:v>24.35</c:v>
                </c:pt>
                <c:pt idx="42921">
                  <c:v>24.35</c:v>
                </c:pt>
                <c:pt idx="42922">
                  <c:v>24.4</c:v>
                </c:pt>
                <c:pt idx="42923">
                  <c:v>24.4</c:v>
                </c:pt>
                <c:pt idx="42924">
                  <c:v>24.4</c:v>
                </c:pt>
                <c:pt idx="42925">
                  <c:v>24.45</c:v>
                </c:pt>
                <c:pt idx="42926">
                  <c:v>24.45</c:v>
                </c:pt>
                <c:pt idx="42927">
                  <c:v>24.45</c:v>
                </c:pt>
                <c:pt idx="42928">
                  <c:v>24.5</c:v>
                </c:pt>
                <c:pt idx="42929">
                  <c:v>24.5</c:v>
                </c:pt>
                <c:pt idx="42930">
                  <c:v>24.55</c:v>
                </c:pt>
                <c:pt idx="42931">
                  <c:v>24.55</c:v>
                </c:pt>
                <c:pt idx="42932">
                  <c:v>24.6</c:v>
                </c:pt>
                <c:pt idx="42933">
                  <c:v>24.6</c:v>
                </c:pt>
                <c:pt idx="42934">
                  <c:v>24.55</c:v>
                </c:pt>
                <c:pt idx="42935">
                  <c:v>24.5</c:v>
                </c:pt>
                <c:pt idx="42936">
                  <c:v>24.5</c:v>
                </c:pt>
                <c:pt idx="42937">
                  <c:v>24.45</c:v>
                </c:pt>
                <c:pt idx="42938">
                  <c:v>24.4</c:v>
                </c:pt>
                <c:pt idx="42939">
                  <c:v>24.4</c:v>
                </c:pt>
                <c:pt idx="42940">
                  <c:v>24.35</c:v>
                </c:pt>
                <c:pt idx="42941">
                  <c:v>24.35</c:v>
                </c:pt>
                <c:pt idx="42942">
                  <c:v>24.3</c:v>
                </c:pt>
                <c:pt idx="42943">
                  <c:v>24.3</c:v>
                </c:pt>
                <c:pt idx="42944">
                  <c:v>24.3</c:v>
                </c:pt>
                <c:pt idx="42945">
                  <c:v>24.3</c:v>
                </c:pt>
                <c:pt idx="42946">
                  <c:v>24.3</c:v>
                </c:pt>
                <c:pt idx="42947">
                  <c:v>24.3</c:v>
                </c:pt>
                <c:pt idx="42948">
                  <c:v>24.35</c:v>
                </c:pt>
                <c:pt idx="42949">
                  <c:v>24.35</c:v>
                </c:pt>
                <c:pt idx="42950">
                  <c:v>24.35</c:v>
                </c:pt>
                <c:pt idx="42951">
                  <c:v>24.35</c:v>
                </c:pt>
                <c:pt idx="42952">
                  <c:v>24.35</c:v>
                </c:pt>
                <c:pt idx="42953">
                  <c:v>24.4</c:v>
                </c:pt>
                <c:pt idx="42954">
                  <c:v>24.4</c:v>
                </c:pt>
                <c:pt idx="42955">
                  <c:v>24.45</c:v>
                </c:pt>
                <c:pt idx="42956">
                  <c:v>24.45</c:v>
                </c:pt>
                <c:pt idx="42957">
                  <c:v>24.45</c:v>
                </c:pt>
                <c:pt idx="42958">
                  <c:v>24.5</c:v>
                </c:pt>
                <c:pt idx="42959">
                  <c:v>24.55</c:v>
                </c:pt>
                <c:pt idx="42960">
                  <c:v>24.55</c:v>
                </c:pt>
                <c:pt idx="42961">
                  <c:v>24.6</c:v>
                </c:pt>
                <c:pt idx="42962">
                  <c:v>24.6</c:v>
                </c:pt>
                <c:pt idx="42963">
                  <c:v>24.6</c:v>
                </c:pt>
                <c:pt idx="42964">
                  <c:v>24.55</c:v>
                </c:pt>
                <c:pt idx="42965">
                  <c:v>24.55</c:v>
                </c:pt>
                <c:pt idx="42966">
                  <c:v>24.5</c:v>
                </c:pt>
                <c:pt idx="42967">
                  <c:v>24.45</c:v>
                </c:pt>
                <c:pt idx="42968">
                  <c:v>24.4</c:v>
                </c:pt>
                <c:pt idx="42969">
                  <c:v>24.4</c:v>
                </c:pt>
                <c:pt idx="42970">
                  <c:v>24.35</c:v>
                </c:pt>
                <c:pt idx="42971">
                  <c:v>24.35</c:v>
                </c:pt>
                <c:pt idx="42972">
                  <c:v>24.35</c:v>
                </c:pt>
                <c:pt idx="42973">
                  <c:v>24.35</c:v>
                </c:pt>
                <c:pt idx="42974">
                  <c:v>24.35</c:v>
                </c:pt>
                <c:pt idx="42975">
                  <c:v>24.35</c:v>
                </c:pt>
                <c:pt idx="42976">
                  <c:v>24.35</c:v>
                </c:pt>
                <c:pt idx="42977">
                  <c:v>24.35</c:v>
                </c:pt>
                <c:pt idx="42978">
                  <c:v>24.35</c:v>
                </c:pt>
                <c:pt idx="42979">
                  <c:v>24.4</c:v>
                </c:pt>
                <c:pt idx="42980">
                  <c:v>24.4</c:v>
                </c:pt>
                <c:pt idx="42981">
                  <c:v>24.4</c:v>
                </c:pt>
                <c:pt idx="42982">
                  <c:v>24.4</c:v>
                </c:pt>
                <c:pt idx="42983">
                  <c:v>24.4</c:v>
                </c:pt>
                <c:pt idx="42984">
                  <c:v>24.45</c:v>
                </c:pt>
                <c:pt idx="42985">
                  <c:v>24.45</c:v>
                </c:pt>
                <c:pt idx="42986">
                  <c:v>24.45</c:v>
                </c:pt>
                <c:pt idx="42987">
                  <c:v>24.5</c:v>
                </c:pt>
                <c:pt idx="42988">
                  <c:v>24.5</c:v>
                </c:pt>
                <c:pt idx="42989">
                  <c:v>24.55</c:v>
                </c:pt>
                <c:pt idx="42990">
                  <c:v>24.55</c:v>
                </c:pt>
                <c:pt idx="42991">
                  <c:v>24.55</c:v>
                </c:pt>
                <c:pt idx="42992">
                  <c:v>24.55</c:v>
                </c:pt>
                <c:pt idx="42993">
                  <c:v>24.55</c:v>
                </c:pt>
                <c:pt idx="42994">
                  <c:v>24.55</c:v>
                </c:pt>
                <c:pt idx="42995">
                  <c:v>24.5</c:v>
                </c:pt>
                <c:pt idx="42996">
                  <c:v>24.45</c:v>
                </c:pt>
                <c:pt idx="42997">
                  <c:v>24.4</c:v>
                </c:pt>
                <c:pt idx="42998">
                  <c:v>24.4</c:v>
                </c:pt>
                <c:pt idx="42999">
                  <c:v>24.35</c:v>
                </c:pt>
                <c:pt idx="43000">
                  <c:v>24.35</c:v>
                </c:pt>
                <c:pt idx="43001">
                  <c:v>24.35</c:v>
                </c:pt>
                <c:pt idx="43002">
                  <c:v>24.35</c:v>
                </c:pt>
                <c:pt idx="43003">
                  <c:v>24.35</c:v>
                </c:pt>
                <c:pt idx="43004">
                  <c:v>24.35</c:v>
                </c:pt>
                <c:pt idx="43005">
                  <c:v>24.35</c:v>
                </c:pt>
                <c:pt idx="43006">
                  <c:v>24.35</c:v>
                </c:pt>
                <c:pt idx="43007">
                  <c:v>24.35</c:v>
                </c:pt>
                <c:pt idx="43008">
                  <c:v>24.35</c:v>
                </c:pt>
                <c:pt idx="43009">
                  <c:v>24.35</c:v>
                </c:pt>
                <c:pt idx="43010">
                  <c:v>24.4</c:v>
                </c:pt>
                <c:pt idx="43011">
                  <c:v>24.4</c:v>
                </c:pt>
                <c:pt idx="43012">
                  <c:v>24.4</c:v>
                </c:pt>
                <c:pt idx="43013">
                  <c:v>24.45</c:v>
                </c:pt>
                <c:pt idx="43014">
                  <c:v>24.45</c:v>
                </c:pt>
                <c:pt idx="43015">
                  <c:v>24.45</c:v>
                </c:pt>
                <c:pt idx="43016">
                  <c:v>24.5</c:v>
                </c:pt>
                <c:pt idx="43017">
                  <c:v>24.5</c:v>
                </c:pt>
                <c:pt idx="43018">
                  <c:v>24.5</c:v>
                </c:pt>
                <c:pt idx="43019">
                  <c:v>24.55</c:v>
                </c:pt>
                <c:pt idx="43020">
                  <c:v>24.55</c:v>
                </c:pt>
                <c:pt idx="43021">
                  <c:v>24.6</c:v>
                </c:pt>
                <c:pt idx="43022">
                  <c:v>24.6</c:v>
                </c:pt>
                <c:pt idx="43023">
                  <c:v>24.55</c:v>
                </c:pt>
                <c:pt idx="43024">
                  <c:v>24.55</c:v>
                </c:pt>
                <c:pt idx="43025">
                  <c:v>24.5</c:v>
                </c:pt>
                <c:pt idx="43026">
                  <c:v>24.45</c:v>
                </c:pt>
                <c:pt idx="43027">
                  <c:v>24.45</c:v>
                </c:pt>
                <c:pt idx="43028">
                  <c:v>24.4</c:v>
                </c:pt>
                <c:pt idx="43029">
                  <c:v>24.35</c:v>
                </c:pt>
                <c:pt idx="43030">
                  <c:v>24.35</c:v>
                </c:pt>
                <c:pt idx="43031">
                  <c:v>24.35</c:v>
                </c:pt>
                <c:pt idx="43032">
                  <c:v>24.3</c:v>
                </c:pt>
                <c:pt idx="43033">
                  <c:v>24.3</c:v>
                </c:pt>
                <c:pt idx="43034">
                  <c:v>24.35</c:v>
                </c:pt>
                <c:pt idx="43035">
                  <c:v>24.35</c:v>
                </c:pt>
                <c:pt idx="43036">
                  <c:v>24.35</c:v>
                </c:pt>
                <c:pt idx="43037">
                  <c:v>24.35</c:v>
                </c:pt>
                <c:pt idx="43038">
                  <c:v>24.35</c:v>
                </c:pt>
                <c:pt idx="43039">
                  <c:v>24.35</c:v>
                </c:pt>
                <c:pt idx="43040">
                  <c:v>24.4</c:v>
                </c:pt>
                <c:pt idx="43041">
                  <c:v>24.4</c:v>
                </c:pt>
                <c:pt idx="43042">
                  <c:v>24.4</c:v>
                </c:pt>
                <c:pt idx="43043">
                  <c:v>24.45</c:v>
                </c:pt>
                <c:pt idx="43044">
                  <c:v>24.45</c:v>
                </c:pt>
                <c:pt idx="43045">
                  <c:v>24.45</c:v>
                </c:pt>
                <c:pt idx="43046">
                  <c:v>24.5</c:v>
                </c:pt>
                <c:pt idx="43047">
                  <c:v>24.5</c:v>
                </c:pt>
                <c:pt idx="43048">
                  <c:v>24.55</c:v>
                </c:pt>
                <c:pt idx="43049">
                  <c:v>24.55</c:v>
                </c:pt>
                <c:pt idx="43050">
                  <c:v>24.6</c:v>
                </c:pt>
                <c:pt idx="43051">
                  <c:v>24.6</c:v>
                </c:pt>
                <c:pt idx="43052">
                  <c:v>24.6</c:v>
                </c:pt>
                <c:pt idx="43053">
                  <c:v>24.6</c:v>
                </c:pt>
                <c:pt idx="43054">
                  <c:v>24.55</c:v>
                </c:pt>
                <c:pt idx="43055">
                  <c:v>24.55</c:v>
                </c:pt>
                <c:pt idx="43056">
                  <c:v>24.5</c:v>
                </c:pt>
                <c:pt idx="43057">
                  <c:v>24.45</c:v>
                </c:pt>
                <c:pt idx="43058">
                  <c:v>24.4</c:v>
                </c:pt>
                <c:pt idx="43059">
                  <c:v>24.4</c:v>
                </c:pt>
                <c:pt idx="43060">
                  <c:v>24.35</c:v>
                </c:pt>
                <c:pt idx="43061">
                  <c:v>24.35</c:v>
                </c:pt>
                <c:pt idx="43062">
                  <c:v>24.35</c:v>
                </c:pt>
                <c:pt idx="43063">
                  <c:v>24.3</c:v>
                </c:pt>
                <c:pt idx="43064">
                  <c:v>24.35</c:v>
                </c:pt>
                <c:pt idx="43065">
                  <c:v>24.35</c:v>
                </c:pt>
                <c:pt idx="43066">
                  <c:v>24.35</c:v>
                </c:pt>
                <c:pt idx="43067">
                  <c:v>24.35</c:v>
                </c:pt>
                <c:pt idx="43068">
                  <c:v>24.35</c:v>
                </c:pt>
                <c:pt idx="43069">
                  <c:v>24.4</c:v>
                </c:pt>
                <c:pt idx="43070">
                  <c:v>24.4</c:v>
                </c:pt>
                <c:pt idx="43071">
                  <c:v>24.4</c:v>
                </c:pt>
                <c:pt idx="43072">
                  <c:v>24.4</c:v>
                </c:pt>
                <c:pt idx="43073">
                  <c:v>24.45</c:v>
                </c:pt>
                <c:pt idx="43074">
                  <c:v>24.45</c:v>
                </c:pt>
                <c:pt idx="43075">
                  <c:v>24.5</c:v>
                </c:pt>
                <c:pt idx="43076">
                  <c:v>24.5</c:v>
                </c:pt>
                <c:pt idx="43077">
                  <c:v>24.5</c:v>
                </c:pt>
                <c:pt idx="43078">
                  <c:v>24.5</c:v>
                </c:pt>
                <c:pt idx="43079">
                  <c:v>24.55</c:v>
                </c:pt>
                <c:pt idx="43080">
                  <c:v>24.55</c:v>
                </c:pt>
                <c:pt idx="43081">
                  <c:v>24.6</c:v>
                </c:pt>
                <c:pt idx="43082">
                  <c:v>24.55</c:v>
                </c:pt>
                <c:pt idx="43083">
                  <c:v>24.6</c:v>
                </c:pt>
                <c:pt idx="43084">
                  <c:v>24.55</c:v>
                </c:pt>
                <c:pt idx="43085">
                  <c:v>24.5</c:v>
                </c:pt>
                <c:pt idx="43086">
                  <c:v>24.45</c:v>
                </c:pt>
                <c:pt idx="43087">
                  <c:v>24.45</c:v>
                </c:pt>
                <c:pt idx="43088">
                  <c:v>24.4</c:v>
                </c:pt>
                <c:pt idx="43089">
                  <c:v>24.35</c:v>
                </c:pt>
                <c:pt idx="43090">
                  <c:v>24.35</c:v>
                </c:pt>
                <c:pt idx="43091">
                  <c:v>24.3</c:v>
                </c:pt>
                <c:pt idx="43092">
                  <c:v>24.3</c:v>
                </c:pt>
                <c:pt idx="43093">
                  <c:v>24.3</c:v>
                </c:pt>
                <c:pt idx="43094">
                  <c:v>24.3</c:v>
                </c:pt>
                <c:pt idx="43095">
                  <c:v>24.3</c:v>
                </c:pt>
                <c:pt idx="43096">
                  <c:v>24.3</c:v>
                </c:pt>
                <c:pt idx="43097">
                  <c:v>24.35</c:v>
                </c:pt>
                <c:pt idx="43098">
                  <c:v>24.35</c:v>
                </c:pt>
                <c:pt idx="43099">
                  <c:v>24.35</c:v>
                </c:pt>
                <c:pt idx="43100">
                  <c:v>24.35</c:v>
                </c:pt>
                <c:pt idx="43101">
                  <c:v>24.4</c:v>
                </c:pt>
                <c:pt idx="43102">
                  <c:v>24.4</c:v>
                </c:pt>
                <c:pt idx="43103">
                  <c:v>24.45</c:v>
                </c:pt>
                <c:pt idx="43104">
                  <c:v>24.45</c:v>
                </c:pt>
                <c:pt idx="43105">
                  <c:v>24.45</c:v>
                </c:pt>
                <c:pt idx="43106">
                  <c:v>24.5</c:v>
                </c:pt>
                <c:pt idx="43107">
                  <c:v>24.5</c:v>
                </c:pt>
                <c:pt idx="43108">
                  <c:v>24.55</c:v>
                </c:pt>
                <c:pt idx="43109">
                  <c:v>24.55</c:v>
                </c:pt>
                <c:pt idx="43110">
                  <c:v>24.6</c:v>
                </c:pt>
                <c:pt idx="43111">
                  <c:v>24.6</c:v>
                </c:pt>
                <c:pt idx="43112">
                  <c:v>24.6</c:v>
                </c:pt>
                <c:pt idx="43113">
                  <c:v>24.6</c:v>
                </c:pt>
                <c:pt idx="43114">
                  <c:v>24.6</c:v>
                </c:pt>
                <c:pt idx="43115">
                  <c:v>24.55</c:v>
                </c:pt>
                <c:pt idx="43116">
                  <c:v>24.5</c:v>
                </c:pt>
                <c:pt idx="43117">
                  <c:v>24.45</c:v>
                </c:pt>
                <c:pt idx="43118">
                  <c:v>24.45</c:v>
                </c:pt>
                <c:pt idx="43119">
                  <c:v>24.4</c:v>
                </c:pt>
                <c:pt idx="43120">
                  <c:v>24.35</c:v>
                </c:pt>
                <c:pt idx="43121">
                  <c:v>24.35</c:v>
                </c:pt>
                <c:pt idx="43122">
                  <c:v>24.35</c:v>
                </c:pt>
                <c:pt idx="43123">
                  <c:v>24.35</c:v>
                </c:pt>
                <c:pt idx="43124">
                  <c:v>24.35</c:v>
                </c:pt>
                <c:pt idx="43125">
                  <c:v>24.35</c:v>
                </c:pt>
                <c:pt idx="43126">
                  <c:v>24.35</c:v>
                </c:pt>
                <c:pt idx="43127">
                  <c:v>24.35</c:v>
                </c:pt>
                <c:pt idx="43128">
                  <c:v>24.35</c:v>
                </c:pt>
                <c:pt idx="43129">
                  <c:v>24.35</c:v>
                </c:pt>
                <c:pt idx="43130">
                  <c:v>24.35</c:v>
                </c:pt>
                <c:pt idx="43131">
                  <c:v>24.35</c:v>
                </c:pt>
                <c:pt idx="43132">
                  <c:v>24.4</c:v>
                </c:pt>
                <c:pt idx="43133">
                  <c:v>24.4</c:v>
                </c:pt>
                <c:pt idx="43134">
                  <c:v>24.45</c:v>
                </c:pt>
                <c:pt idx="43135">
                  <c:v>24.45</c:v>
                </c:pt>
                <c:pt idx="43136">
                  <c:v>24.5</c:v>
                </c:pt>
                <c:pt idx="43137">
                  <c:v>24.5</c:v>
                </c:pt>
                <c:pt idx="43138">
                  <c:v>24.5</c:v>
                </c:pt>
                <c:pt idx="43139">
                  <c:v>24.55</c:v>
                </c:pt>
                <c:pt idx="43140">
                  <c:v>24.6</c:v>
                </c:pt>
                <c:pt idx="43141">
                  <c:v>24.6</c:v>
                </c:pt>
                <c:pt idx="43142">
                  <c:v>24.6</c:v>
                </c:pt>
                <c:pt idx="43143">
                  <c:v>24.6</c:v>
                </c:pt>
                <c:pt idx="43144">
                  <c:v>24.55</c:v>
                </c:pt>
                <c:pt idx="43145">
                  <c:v>24.55</c:v>
                </c:pt>
                <c:pt idx="43146">
                  <c:v>24.5</c:v>
                </c:pt>
                <c:pt idx="43147">
                  <c:v>24.45</c:v>
                </c:pt>
                <c:pt idx="43148">
                  <c:v>24.4</c:v>
                </c:pt>
                <c:pt idx="43149">
                  <c:v>24.4</c:v>
                </c:pt>
                <c:pt idx="43150">
                  <c:v>24.35</c:v>
                </c:pt>
                <c:pt idx="43151">
                  <c:v>24.3</c:v>
                </c:pt>
                <c:pt idx="43152">
                  <c:v>24.3</c:v>
                </c:pt>
                <c:pt idx="43153">
                  <c:v>24.35</c:v>
                </c:pt>
                <c:pt idx="43154">
                  <c:v>24.35</c:v>
                </c:pt>
                <c:pt idx="43155">
                  <c:v>24.3</c:v>
                </c:pt>
                <c:pt idx="43156">
                  <c:v>24.3</c:v>
                </c:pt>
                <c:pt idx="43157">
                  <c:v>24.3</c:v>
                </c:pt>
                <c:pt idx="43158">
                  <c:v>24.35</c:v>
                </c:pt>
                <c:pt idx="43159">
                  <c:v>24.35</c:v>
                </c:pt>
                <c:pt idx="43160">
                  <c:v>24.4</c:v>
                </c:pt>
                <c:pt idx="43161">
                  <c:v>24.35</c:v>
                </c:pt>
                <c:pt idx="43162">
                  <c:v>24.35</c:v>
                </c:pt>
                <c:pt idx="43163">
                  <c:v>24.4</c:v>
                </c:pt>
                <c:pt idx="43164">
                  <c:v>24.4</c:v>
                </c:pt>
                <c:pt idx="43165">
                  <c:v>24.45</c:v>
                </c:pt>
                <c:pt idx="43166">
                  <c:v>24.45</c:v>
                </c:pt>
                <c:pt idx="43167">
                  <c:v>24.45</c:v>
                </c:pt>
                <c:pt idx="43168">
                  <c:v>24.5</c:v>
                </c:pt>
                <c:pt idx="43169">
                  <c:v>24.5</c:v>
                </c:pt>
                <c:pt idx="43170">
                  <c:v>24.55</c:v>
                </c:pt>
                <c:pt idx="43171">
                  <c:v>24.55</c:v>
                </c:pt>
                <c:pt idx="43172">
                  <c:v>24.55</c:v>
                </c:pt>
                <c:pt idx="43173">
                  <c:v>24.55</c:v>
                </c:pt>
                <c:pt idx="43174">
                  <c:v>24.5</c:v>
                </c:pt>
                <c:pt idx="43175">
                  <c:v>24.5</c:v>
                </c:pt>
                <c:pt idx="43176">
                  <c:v>24.4</c:v>
                </c:pt>
                <c:pt idx="43177">
                  <c:v>24.4</c:v>
                </c:pt>
                <c:pt idx="43178">
                  <c:v>24.4</c:v>
                </c:pt>
                <c:pt idx="43179">
                  <c:v>24.3</c:v>
                </c:pt>
                <c:pt idx="43180">
                  <c:v>24.3</c:v>
                </c:pt>
                <c:pt idx="43181">
                  <c:v>24.3</c:v>
                </c:pt>
                <c:pt idx="43182">
                  <c:v>24.3</c:v>
                </c:pt>
                <c:pt idx="43183">
                  <c:v>24.25</c:v>
                </c:pt>
                <c:pt idx="43184">
                  <c:v>24.25</c:v>
                </c:pt>
                <c:pt idx="43185">
                  <c:v>24.25</c:v>
                </c:pt>
                <c:pt idx="43186">
                  <c:v>24.25</c:v>
                </c:pt>
                <c:pt idx="43187">
                  <c:v>24.3</c:v>
                </c:pt>
                <c:pt idx="43188">
                  <c:v>24.3</c:v>
                </c:pt>
                <c:pt idx="43189">
                  <c:v>24.3</c:v>
                </c:pt>
                <c:pt idx="43190">
                  <c:v>24.3</c:v>
                </c:pt>
                <c:pt idx="43191">
                  <c:v>24.35</c:v>
                </c:pt>
                <c:pt idx="43192">
                  <c:v>24.35</c:v>
                </c:pt>
                <c:pt idx="43193">
                  <c:v>24.35</c:v>
                </c:pt>
                <c:pt idx="43194">
                  <c:v>24.4</c:v>
                </c:pt>
                <c:pt idx="43195">
                  <c:v>24.4</c:v>
                </c:pt>
                <c:pt idx="43196">
                  <c:v>24.45</c:v>
                </c:pt>
                <c:pt idx="43197">
                  <c:v>24.45</c:v>
                </c:pt>
                <c:pt idx="43198">
                  <c:v>24.45</c:v>
                </c:pt>
                <c:pt idx="43199">
                  <c:v>24.5</c:v>
                </c:pt>
                <c:pt idx="43200">
                  <c:v>24.5</c:v>
                </c:pt>
                <c:pt idx="43201">
                  <c:v>24.55</c:v>
                </c:pt>
                <c:pt idx="43202">
                  <c:v>24.55</c:v>
                </c:pt>
                <c:pt idx="43203">
                  <c:v>24.5</c:v>
                </c:pt>
                <c:pt idx="43204">
                  <c:v>24.5</c:v>
                </c:pt>
                <c:pt idx="43205">
                  <c:v>24.45</c:v>
                </c:pt>
                <c:pt idx="43206">
                  <c:v>24.4</c:v>
                </c:pt>
                <c:pt idx="43207">
                  <c:v>24.35</c:v>
                </c:pt>
                <c:pt idx="43208">
                  <c:v>24.35</c:v>
                </c:pt>
                <c:pt idx="43209">
                  <c:v>24.3</c:v>
                </c:pt>
                <c:pt idx="43210">
                  <c:v>24.3</c:v>
                </c:pt>
                <c:pt idx="43211">
                  <c:v>24.3</c:v>
                </c:pt>
                <c:pt idx="43212">
                  <c:v>24.3</c:v>
                </c:pt>
                <c:pt idx="43213">
                  <c:v>24.3</c:v>
                </c:pt>
                <c:pt idx="43214">
                  <c:v>24.3</c:v>
                </c:pt>
                <c:pt idx="43215">
                  <c:v>24.3</c:v>
                </c:pt>
                <c:pt idx="43216">
                  <c:v>24.3</c:v>
                </c:pt>
                <c:pt idx="43217">
                  <c:v>24.3</c:v>
                </c:pt>
                <c:pt idx="43218">
                  <c:v>24.35</c:v>
                </c:pt>
                <c:pt idx="43219">
                  <c:v>24.35</c:v>
                </c:pt>
                <c:pt idx="43220">
                  <c:v>24.35</c:v>
                </c:pt>
                <c:pt idx="43221">
                  <c:v>24.4</c:v>
                </c:pt>
                <c:pt idx="43222">
                  <c:v>24.4</c:v>
                </c:pt>
                <c:pt idx="43223">
                  <c:v>24.4</c:v>
                </c:pt>
                <c:pt idx="43224">
                  <c:v>24.45</c:v>
                </c:pt>
                <c:pt idx="43225">
                  <c:v>24.45</c:v>
                </c:pt>
                <c:pt idx="43226">
                  <c:v>24.45</c:v>
                </c:pt>
                <c:pt idx="43227">
                  <c:v>24.45</c:v>
                </c:pt>
                <c:pt idx="43228">
                  <c:v>24.5</c:v>
                </c:pt>
                <c:pt idx="43229">
                  <c:v>24.5</c:v>
                </c:pt>
                <c:pt idx="43230">
                  <c:v>24.5</c:v>
                </c:pt>
                <c:pt idx="43231">
                  <c:v>24.55</c:v>
                </c:pt>
                <c:pt idx="43232">
                  <c:v>24.55</c:v>
                </c:pt>
                <c:pt idx="43233">
                  <c:v>24.55</c:v>
                </c:pt>
                <c:pt idx="43234">
                  <c:v>24.5</c:v>
                </c:pt>
                <c:pt idx="43235">
                  <c:v>24.45</c:v>
                </c:pt>
                <c:pt idx="43236">
                  <c:v>24.45</c:v>
                </c:pt>
                <c:pt idx="43237">
                  <c:v>24.4</c:v>
                </c:pt>
                <c:pt idx="43238">
                  <c:v>24.35</c:v>
                </c:pt>
                <c:pt idx="43239">
                  <c:v>24.35</c:v>
                </c:pt>
                <c:pt idx="43240">
                  <c:v>24.35</c:v>
                </c:pt>
                <c:pt idx="43241">
                  <c:v>24.35</c:v>
                </c:pt>
                <c:pt idx="43242">
                  <c:v>24.35</c:v>
                </c:pt>
                <c:pt idx="43243">
                  <c:v>24.35</c:v>
                </c:pt>
                <c:pt idx="43244">
                  <c:v>24.35</c:v>
                </c:pt>
                <c:pt idx="43245">
                  <c:v>24.35</c:v>
                </c:pt>
                <c:pt idx="43246">
                  <c:v>24.35</c:v>
                </c:pt>
                <c:pt idx="43247">
                  <c:v>24.35</c:v>
                </c:pt>
                <c:pt idx="43248">
                  <c:v>24.4</c:v>
                </c:pt>
                <c:pt idx="43249">
                  <c:v>24.4</c:v>
                </c:pt>
                <c:pt idx="43250">
                  <c:v>24.4</c:v>
                </c:pt>
                <c:pt idx="43251">
                  <c:v>24.45</c:v>
                </c:pt>
                <c:pt idx="43252">
                  <c:v>24.45</c:v>
                </c:pt>
                <c:pt idx="43253">
                  <c:v>24.45</c:v>
                </c:pt>
                <c:pt idx="43254">
                  <c:v>24.45</c:v>
                </c:pt>
                <c:pt idx="43255">
                  <c:v>24.5</c:v>
                </c:pt>
                <c:pt idx="43256">
                  <c:v>24.5</c:v>
                </c:pt>
                <c:pt idx="43257">
                  <c:v>24.5</c:v>
                </c:pt>
                <c:pt idx="43258">
                  <c:v>24.5</c:v>
                </c:pt>
                <c:pt idx="43259">
                  <c:v>24.55</c:v>
                </c:pt>
                <c:pt idx="43260">
                  <c:v>24.55</c:v>
                </c:pt>
                <c:pt idx="43261">
                  <c:v>24.55</c:v>
                </c:pt>
                <c:pt idx="43262">
                  <c:v>24.55</c:v>
                </c:pt>
                <c:pt idx="43263">
                  <c:v>24.55</c:v>
                </c:pt>
                <c:pt idx="43264">
                  <c:v>24.55</c:v>
                </c:pt>
                <c:pt idx="43265">
                  <c:v>24.5</c:v>
                </c:pt>
                <c:pt idx="43266">
                  <c:v>24.45</c:v>
                </c:pt>
                <c:pt idx="43267">
                  <c:v>24.4</c:v>
                </c:pt>
                <c:pt idx="43268">
                  <c:v>24.35</c:v>
                </c:pt>
                <c:pt idx="43269">
                  <c:v>24.35</c:v>
                </c:pt>
                <c:pt idx="43270">
                  <c:v>24.35</c:v>
                </c:pt>
                <c:pt idx="43271">
                  <c:v>24.35</c:v>
                </c:pt>
                <c:pt idx="43272">
                  <c:v>24.35</c:v>
                </c:pt>
                <c:pt idx="43273">
                  <c:v>24.35</c:v>
                </c:pt>
                <c:pt idx="43274">
                  <c:v>24.35</c:v>
                </c:pt>
                <c:pt idx="43275">
                  <c:v>24.35</c:v>
                </c:pt>
                <c:pt idx="43276">
                  <c:v>24.35</c:v>
                </c:pt>
                <c:pt idx="43277">
                  <c:v>24.35</c:v>
                </c:pt>
                <c:pt idx="43278">
                  <c:v>24.35</c:v>
                </c:pt>
                <c:pt idx="43279">
                  <c:v>24.4</c:v>
                </c:pt>
                <c:pt idx="43280">
                  <c:v>24.4</c:v>
                </c:pt>
                <c:pt idx="43281">
                  <c:v>24.4</c:v>
                </c:pt>
                <c:pt idx="43282">
                  <c:v>24.45</c:v>
                </c:pt>
                <c:pt idx="43283">
                  <c:v>24.45</c:v>
                </c:pt>
                <c:pt idx="43284">
                  <c:v>24.45</c:v>
                </c:pt>
                <c:pt idx="43285">
                  <c:v>24.45</c:v>
                </c:pt>
                <c:pt idx="43286">
                  <c:v>24.5</c:v>
                </c:pt>
                <c:pt idx="43287">
                  <c:v>24.5</c:v>
                </c:pt>
                <c:pt idx="43288">
                  <c:v>24.5</c:v>
                </c:pt>
                <c:pt idx="43289">
                  <c:v>24.55</c:v>
                </c:pt>
                <c:pt idx="43290">
                  <c:v>24.55</c:v>
                </c:pt>
                <c:pt idx="43291">
                  <c:v>24.55</c:v>
                </c:pt>
                <c:pt idx="43292">
                  <c:v>24.6</c:v>
                </c:pt>
                <c:pt idx="43293">
                  <c:v>24.55</c:v>
                </c:pt>
                <c:pt idx="43294">
                  <c:v>24.55</c:v>
                </c:pt>
                <c:pt idx="43295">
                  <c:v>24.5</c:v>
                </c:pt>
                <c:pt idx="43296">
                  <c:v>24.5</c:v>
                </c:pt>
                <c:pt idx="43297">
                  <c:v>24.45</c:v>
                </c:pt>
                <c:pt idx="43298">
                  <c:v>24.4</c:v>
                </c:pt>
                <c:pt idx="43299">
                  <c:v>24.4</c:v>
                </c:pt>
                <c:pt idx="43300">
                  <c:v>24.35</c:v>
                </c:pt>
                <c:pt idx="43301">
                  <c:v>24.35</c:v>
                </c:pt>
                <c:pt idx="43302">
                  <c:v>24.35</c:v>
                </c:pt>
                <c:pt idx="43303">
                  <c:v>24.35</c:v>
                </c:pt>
                <c:pt idx="43304">
                  <c:v>24.4</c:v>
                </c:pt>
                <c:pt idx="43305">
                  <c:v>24.4</c:v>
                </c:pt>
                <c:pt idx="43306">
                  <c:v>24.4</c:v>
                </c:pt>
                <c:pt idx="43307">
                  <c:v>24.4</c:v>
                </c:pt>
                <c:pt idx="43308">
                  <c:v>24.4</c:v>
                </c:pt>
                <c:pt idx="43309">
                  <c:v>24.45</c:v>
                </c:pt>
                <c:pt idx="43310">
                  <c:v>24.45</c:v>
                </c:pt>
                <c:pt idx="43311">
                  <c:v>24.45</c:v>
                </c:pt>
                <c:pt idx="43312">
                  <c:v>24.45</c:v>
                </c:pt>
                <c:pt idx="43313">
                  <c:v>24.45</c:v>
                </c:pt>
                <c:pt idx="43314">
                  <c:v>24.5</c:v>
                </c:pt>
                <c:pt idx="43315">
                  <c:v>24.5</c:v>
                </c:pt>
                <c:pt idx="43316">
                  <c:v>24.5</c:v>
                </c:pt>
                <c:pt idx="43317">
                  <c:v>24.55</c:v>
                </c:pt>
                <c:pt idx="43318">
                  <c:v>24.55</c:v>
                </c:pt>
                <c:pt idx="43319">
                  <c:v>24.55</c:v>
                </c:pt>
                <c:pt idx="43320">
                  <c:v>24.55</c:v>
                </c:pt>
                <c:pt idx="43321">
                  <c:v>24.6</c:v>
                </c:pt>
                <c:pt idx="43322">
                  <c:v>24.6</c:v>
                </c:pt>
                <c:pt idx="43323">
                  <c:v>24.55</c:v>
                </c:pt>
                <c:pt idx="43324">
                  <c:v>24.55</c:v>
                </c:pt>
                <c:pt idx="43325">
                  <c:v>24.5</c:v>
                </c:pt>
                <c:pt idx="43326">
                  <c:v>24.5</c:v>
                </c:pt>
                <c:pt idx="43327">
                  <c:v>24.45</c:v>
                </c:pt>
                <c:pt idx="43328">
                  <c:v>24.4</c:v>
                </c:pt>
                <c:pt idx="43329">
                  <c:v>24.4</c:v>
                </c:pt>
                <c:pt idx="43330">
                  <c:v>24.35</c:v>
                </c:pt>
                <c:pt idx="43331">
                  <c:v>24.35</c:v>
                </c:pt>
                <c:pt idx="43332">
                  <c:v>24.35</c:v>
                </c:pt>
                <c:pt idx="43333">
                  <c:v>24.35</c:v>
                </c:pt>
                <c:pt idx="43334">
                  <c:v>24.35</c:v>
                </c:pt>
                <c:pt idx="43335">
                  <c:v>24.35</c:v>
                </c:pt>
                <c:pt idx="43336">
                  <c:v>24.4</c:v>
                </c:pt>
                <c:pt idx="43337">
                  <c:v>24.4</c:v>
                </c:pt>
                <c:pt idx="43338">
                  <c:v>24.4</c:v>
                </c:pt>
                <c:pt idx="43339">
                  <c:v>24.4</c:v>
                </c:pt>
                <c:pt idx="43340">
                  <c:v>24.45</c:v>
                </c:pt>
                <c:pt idx="43341">
                  <c:v>24.45</c:v>
                </c:pt>
                <c:pt idx="43342">
                  <c:v>24.45</c:v>
                </c:pt>
                <c:pt idx="43343">
                  <c:v>24.5</c:v>
                </c:pt>
                <c:pt idx="43344">
                  <c:v>24.5</c:v>
                </c:pt>
                <c:pt idx="43345">
                  <c:v>24.5</c:v>
                </c:pt>
                <c:pt idx="43346">
                  <c:v>24.5</c:v>
                </c:pt>
                <c:pt idx="43347">
                  <c:v>24.55</c:v>
                </c:pt>
                <c:pt idx="43348">
                  <c:v>24.55</c:v>
                </c:pt>
                <c:pt idx="43349">
                  <c:v>24.6</c:v>
                </c:pt>
                <c:pt idx="43350">
                  <c:v>24.6</c:v>
                </c:pt>
                <c:pt idx="43351">
                  <c:v>24.6</c:v>
                </c:pt>
                <c:pt idx="43352">
                  <c:v>24.6</c:v>
                </c:pt>
                <c:pt idx="43353">
                  <c:v>24.6</c:v>
                </c:pt>
                <c:pt idx="43354">
                  <c:v>24.55</c:v>
                </c:pt>
                <c:pt idx="43355">
                  <c:v>24.55</c:v>
                </c:pt>
                <c:pt idx="43356">
                  <c:v>24.45</c:v>
                </c:pt>
                <c:pt idx="43357">
                  <c:v>24.45</c:v>
                </c:pt>
                <c:pt idx="43358">
                  <c:v>24.4</c:v>
                </c:pt>
                <c:pt idx="43359">
                  <c:v>24.4</c:v>
                </c:pt>
                <c:pt idx="43360">
                  <c:v>24.35</c:v>
                </c:pt>
                <c:pt idx="43361">
                  <c:v>24.35</c:v>
                </c:pt>
                <c:pt idx="43362">
                  <c:v>24.35</c:v>
                </c:pt>
                <c:pt idx="43363">
                  <c:v>24.35</c:v>
                </c:pt>
                <c:pt idx="43364">
                  <c:v>24.35</c:v>
                </c:pt>
                <c:pt idx="43365">
                  <c:v>24.35</c:v>
                </c:pt>
                <c:pt idx="43366">
                  <c:v>24.35</c:v>
                </c:pt>
                <c:pt idx="43367">
                  <c:v>24.35</c:v>
                </c:pt>
                <c:pt idx="43368">
                  <c:v>24.35</c:v>
                </c:pt>
                <c:pt idx="43369">
                  <c:v>24.4</c:v>
                </c:pt>
                <c:pt idx="43370">
                  <c:v>24.4</c:v>
                </c:pt>
                <c:pt idx="43371">
                  <c:v>24.4</c:v>
                </c:pt>
                <c:pt idx="43372">
                  <c:v>24.45</c:v>
                </c:pt>
                <c:pt idx="43373">
                  <c:v>24.45</c:v>
                </c:pt>
                <c:pt idx="43374">
                  <c:v>24.45</c:v>
                </c:pt>
                <c:pt idx="43375">
                  <c:v>24.5</c:v>
                </c:pt>
                <c:pt idx="43376">
                  <c:v>24.5</c:v>
                </c:pt>
                <c:pt idx="43377">
                  <c:v>24.55</c:v>
                </c:pt>
                <c:pt idx="43378">
                  <c:v>24.55</c:v>
                </c:pt>
                <c:pt idx="43379">
                  <c:v>24.55</c:v>
                </c:pt>
                <c:pt idx="43380">
                  <c:v>24.55</c:v>
                </c:pt>
                <c:pt idx="43381">
                  <c:v>24.55</c:v>
                </c:pt>
                <c:pt idx="43382">
                  <c:v>24.55</c:v>
                </c:pt>
                <c:pt idx="43383">
                  <c:v>24.55</c:v>
                </c:pt>
                <c:pt idx="43384">
                  <c:v>24.55</c:v>
                </c:pt>
                <c:pt idx="43385">
                  <c:v>24.5</c:v>
                </c:pt>
                <c:pt idx="43386">
                  <c:v>24.45</c:v>
                </c:pt>
                <c:pt idx="43387">
                  <c:v>24.4</c:v>
                </c:pt>
                <c:pt idx="43388">
                  <c:v>24.4</c:v>
                </c:pt>
                <c:pt idx="43389">
                  <c:v>24.35</c:v>
                </c:pt>
                <c:pt idx="43390">
                  <c:v>24.35</c:v>
                </c:pt>
                <c:pt idx="43391">
                  <c:v>24.3</c:v>
                </c:pt>
                <c:pt idx="43392">
                  <c:v>24.3</c:v>
                </c:pt>
                <c:pt idx="43393">
                  <c:v>24.3</c:v>
                </c:pt>
                <c:pt idx="43394">
                  <c:v>24.3</c:v>
                </c:pt>
                <c:pt idx="43395">
                  <c:v>24.3</c:v>
                </c:pt>
                <c:pt idx="43396">
                  <c:v>24.3</c:v>
                </c:pt>
                <c:pt idx="43397">
                  <c:v>24.35</c:v>
                </c:pt>
                <c:pt idx="43398">
                  <c:v>24.35</c:v>
                </c:pt>
                <c:pt idx="43399">
                  <c:v>24.35</c:v>
                </c:pt>
                <c:pt idx="43400">
                  <c:v>24.4</c:v>
                </c:pt>
                <c:pt idx="43401">
                  <c:v>24.4</c:v>
                </c:pt>
                <c:pt idx="43402">
                  <c:v>24.4</c:v>
                </c:pt>
                <c:pt idx="43403">
                  <c:v>24.45</c:v>
                </c:pt>
                <c:pt idx="43404">
                  <c:v>24.45</c:v>
                </c:pt>
                <c:pt idx="43405">
                  <c:v>24.45</c:v>
                </c:pt>
                <c:pt idx="43406">
                  <c:v>24.5</c:v>
                </c:pt>
                <c:pt idx="43407">
                  <c:v>24.5</c:v>
                </c:pt>
                <c:pt idx="43408">
                  <c:v>24.5</c:v>
                </c:pt>
                <c:pt idx="43409">
                  <c:v>24.55</c:v>
                </c:pt>
                <c:pt idx="43410">
                  <c:v>24.55</c:v>
                </c:pt>
                <c:pt idx="43411">
                  <c:v>24.55</c:v>
                </c:pt>
                <c:pt idx="43412">
                  <c:v>24.55</c:v>
                </c:pt>
                <c:pt idx="43413">
                  <c:v>24.55</c:v>
                </c:pt>
                <c:pt idx="43414">
                  <c:v>24.55</c:v>
                </c:pt>
                <c:pt idx="43415">
                  <c:v>24.5</c:v>
                </c:pt>
                <c:pt idx="43416">
                  <c:v>24.45</c:v>
                </c:pt>
                <c:pt idx="43417">
                  <c:v>24.45</c:v>
                </c:pt>
                <c:pt idx="43418">
                  <c:v>24.4</c:v>
                </c:pt>
                <c:pt idx="43419">
                  <c:v>24.35</c:v>
                </c:pt>
                <c:pt idx="43420">
                  <c:v>24.35</c:v>
                </c:pt>
                <c:pt idx="43421">
                  <c:v>24.35</c:v>
                </c:pt>
                <c:pt idx="43422">
                  <c:v>24.35</c:v>
                </c:pt>
                <c:pt idx="43423">
                  <c:v>24.35</c:v>
                </c:pt>
                <c:pt idx="43424">
                  <c:v>24.35</c:v>
                </c:pt>
                <c:pt idx="43425">
                  <c:v>24.35</c:v>
                </c:pt>
                <c:pt idx="43426">
                  <c:v>24.35</c:v>
                </c:pt>
                <c:pt idx="43427">
                  <c:v>24.35</c:v>
                </c:pt>
                <c:pt idx="43428">
                  <c:v>24.35</c:v>
                </c:pt>
                <c:pt idx="43429">
                  <c:v>24.35</c:v>
                </c:pt>
                <c:pt idx="43430">
                  <c:v>24.35</c:v>
                </c:pt>
                <c:pt idx="43431">
                  <c:v>24.35</c:v>
                </c:pt>
                <c:pt idx="43432">
                  <c:v>24.4</c:v>
                </c:pt>
                <c:pt idx="43433">
                  <c:v>24.4</c:v>
                </c:pt>
                <c:pt idx="43434">
                  <c:v>24.4</c:v>
                </c:pt>
                <c:pt idx="43435">
                  <c:v>24.45</c:v>
                </c:pt>
                <c:pt idx="43436">
                  <c:v>24.45</c:v>
                </c:pt>
                <c:pt idx="43437">
                  <c:v>24.5</c:v>
                </c:pt>
                <c:pt idx="43438">
                  <c:v>24.5</c:v>
                </c:pt>
                <c:pt idx="43439">
                  <c:v>24.55</c:v>
                </c:pt>
                <c:pt idx="43440">
                  <c:v>24.55</c:v>
                </c:pt>
                <c:pt idx="43441">
                  <c:v>24.55</c:v>
                </c:pt>
                <c:pt idx="43442">
                  <c:v>24.55</c:v>
                </c:pt>
                <c:pt idx="43443">
                  <c:v>24.55</c:v>
                </c:pt>
                <c:pt idx="43444">
                  <c:v>24.55</c:v>
                </c:pt>
                <c:pt idx="43445">
                  <c:v>24.5</c:v>
                </c:pt>
                <c:pt idx="43446">
                  <c:v>24.45</c:v>
                </c:pt>
                <c:pt idx="43447">
                  <c:v>24.45</c:v>
                </c:pt>
                <c:pt idx="43448">
                  <c:v>24.4</c:v>
                </c:pt>
                <c:pt idx="43449">
                  <c:v>24.4</c:v>
                </c:pt>
                <c:pt idx="43450">
                  <c:v>24.35</c:v>
                </c:pt>
                <c:pt idx="43451">
                  <c:v>24.35</c:v>
                </c:pt>
                <c:pt idx="43452">
                  <c:v>24.35</c:v>
                </c:pt>
                <c:pt idx="43453">
                  <c:v>24.35</c:v>
                </c:pt>
                <c:pt idx="43454">
                  <c:v>24.35</c:v>
                </c:pt>
                <c:pt idx="43455">
                  <c:v>24.35</c:v>
                </c:pt>
                <c:pt idx="43456">
                  <c:v>24.35</c:v>
                </c:pt>
                <c:pt idx="43457">
                  <c:v>24.35</c:v>
                </c:pt>
                <c:pt idx="43458">
                  <c:v>24.35</c:v>
                </c:pt>
                <c:pt idx="43459">
                  <c:v>24.35</c:v>
                </c:pt>
                <c:pt idx="43460">
                  <c:v>24.4</c:v>
                </c:pt>
                <c:pt idx="43461">
                  <c:v>24.4</c:v>
                </c:pt>
                <c:pt idx="43462">
                  <c:v>24.4</c:v>
                </c:pt>
                <c:pt idx="43463">
                  <c:v>24.45</c:v>
                </c:pt>
                <c:pt idx="43464">
                  <c:v>24.45</c:v>
                </c:pt>
                <c:pt idx="43465">
                  <c:v>24.45</c:v>
                </c:pt>
                <c:pt idx="43466">
                  <c:v>24.5</c:v>
                </c:pt>
                <c:pt idx="43467">
                  <c:v>24.5</c:v>
                </c:pt>
                <c:pt idx="43468">
                  <c:v>24.55</c:v>
                </c:pt>
                <c:pt idx="43469">
                  <c:v>24.55</c:v>
                </c:pt>
                <c:pt idx="43470">
                  <c:v>24.55</c:v>
                </c:pt>
                <c:pt idx="43471">
                  <c:v>24.6</c:v>
                </c:pt>
                <c:pt idx="43472">
                  <c:v>24.6</c:v>
                </c:pt>
                <c:pt idx="43473">
                  <c:v>24.6</c:v>
                </c:pt>
                <c:pt idx="43474">
                  <c:v>24.55</c:v>
                </c:pt>
                <c:pt idx="43475">
                  <c:v>24.5</c:v>
                </c:pt>
                <c:pt idx="43476">
                  <c:v>24.45</c:v>
                </c:pt>
                <c:pt idx="43477">
                  <c:v>24.45</c:v>
                </c:pt>
                <c:pt idx="43478">
                  <c:v>24.4</c:v>
                </c:pt>
                <c:pt idx="43479">
                  <c:v>24.4</c:v>
                </c:pt>
                <c:pt idx="43480">
                  <c:v>24.35</c:v>
                </c:pt>
                <c:pt idx="43481">
                  <c:v>24.35</c:v>
                </c:pt>
                <c:pt idx="43482">
                  <c:v>24.35</c:v>
                </c:pt>
                <c:pt idx="43483">
                  <c:v>24.35</c:v>
                </c:pt>
                <c:pt idx="43484">
                  <c:v>24.35</c:v>
                </c:pt>
                <c:pt idx="43485">
                  <c:v>24.35</c:v>
                </c:pt>
                <c:pt idx="43486">
                  <c:v>24.35</c:v>
                </c:pt>
                <c:pt idx="43487">
                  <c:v>24.35</c:v>
                </c:pt>
                <c:pt idx="43488">
                  <c:v>24.35</c:v>
                </c:pt>
                <c:pt idx="43489">
                  <c:v>24.35</c:v>
                </c:pt>
                <c:pt idx="43490">
                  <c:v>24.4</c:v>
                </c:pt>
                <c:pt idx="43491">
                  <c:v>24.4</c:v>
                </c:pt>
                <c:pt idx="43492">
                  <c:v>24.45</c:v>
                </c:pt>
                <c:pt idx="43493">
                  <c:v>24.45</c:v>
                </c:pt>
                <c:pt idx="43494">
                  <c:v>24.45</c:v>
                </c:pt>
                <c:pt idx="43495">
                  <c:v>24.5</c:v>
                </c:pt>
                <c:pt idx="43496">
                  <c:v>24.5</c:v>
                </c:pt>
                <c:pt idx="43497">
                  <c:v>24.5</c:v>
                </c:pt>
                <c:pt idx="43498">
                  <c:v>24.55</c:v>
                </c:pt>
                <c:pt idx="43499">
                  <c:v>24.55</c:v>
                </c:pt>
                <c:pt idx="43500">
                  <c:v>24.55</c:v>
                </c:pt>
                <c:pt idx="43501">
                  <c:v>24.6</c:v>
                </c:pt>
                <c:pt idx="43502">
                  <c:v>24.6</c:v>
                </c:pt>
                <c:pt idx="43503">
                  <c:v>24.6</c:v>
                </c:pt>
                <c:pt idx="43504">
                  <c:v>24.55</c:v>
                </c:pt>
                <c:pt idx="43505">
                  <c:v>24.5</c:v>
                </c:pt>
                <c:pt idx="43506">
                  <c:v>24.5</c:v>
                </c:pt>
                <c:pt idx="43507">
                  <c:v>24.45</c:v>
                </c:pt>
                <c:pt idx="43508">
                  <c:v>24.45</c:v>
                </c:pt>
                <c:pt idx="43509">
                  <c:v>24.4</c:v>
                </c:pt>
                <c:pt idx="43510">
                  <c:v>24.35</c:v>
                </c:pt>
                <c:pt idx="43511">
                  <c:v>24.35</c:v>
                </c:pt>
                <c:pt idx="43512">
                  <c:v>24.35</c:v>
                </c:pt>
                <c:pt idx="43513">
                  <c:v>24.35</c:v>
                </c:pt>
                <c:pt idx="43514">
                  <c:v>24.35</c:v>
                </c:pt>
                <c:pt idx="43515">
                  <c:v>24.35</c:v>
                </c:pt>
                <c:pt idx="43516">
                  <c:v>24.35</c:v>
                </c:pt>
                <c:pt idx="43517">
                  <c:v>24.35</c:v>
                </c:pt>
                <c:pt idx="43518">
                  <c:v>24.35</c:v>
                </c:pt>
                <c:pt idx="43519">
                  <c:v>24.4</c:v>
                </c:pt>
                <c:pt idx="43520">
                  <c:v>24.4</c:v>
                </c:pt>
                <c:pt idx="43521">
                  <c:v>24.4</c:v>
                </c:pt>
                <c:pt idx="43522">
                  <c:v>24.4</c:v>
                </c:pt>
                <c:pt idx="43523">
                  <c:v>24.4</c:v>
                </c:pt>
                <c:pt idx="43524">
                  <c:v>24.45</c:v>
                </c:pt>
                <c:pt idx="43525">
                  <c:v>24.45</c:v>
                </c:pt>
                <c:pt idx="43526">
                  <c:v>24.5</c:v>
                </c:pt>
                <c:pt idx="43527">
                  <c:v>24.5</c:v>
                </c:pt>
                <c:pt idx="43528">
                  <c:v>24.55</c:v>
                </c:pt>
                <c:pt idx="43529">
                  <c:v>24.55</c:v>
                </c:pt>
                <c:pt idx="43530">
                  <c:v>24.55</c:v>
                </c:pt>
                <c:pt idx="43531">
                  <c:v>24.55</c:v>
                </c:pt>
                <c:pt idx="43532">
                  <c:v>24.55</c:v>
                </c:pt>
                <c:pt idx="43533">
                  <c:v>24.55</c:v>
                </c:pt>
                <c:pt idx="43534">
                  <c:v>24.5</c:v>
                </c:pt>
                <c:pt idx="43535">
                  <c:v>24.5</c:v>
                </c:pt>
                <c:pt idx="43536">
                  <c:v>24.45</c:v>
                </c:pt>
                <c:pt idx="43537">
                  <c:v>24.4</c:v>
                </c:pt>
                <c:pt idx="43538">
                  <c:v>24.35</c:v>
                </c:pt>
                <c:pt idx="43539">
                  <c:v>24.35</c:v>
                </c:pt>
                <c:pt idx="43540">
                  <c:v>24.35</c:v>
                </c:pt>
                <c:pt idx="43541">
                  <c:v>24.3</c:v>
                </c:pt>
                <c:pt idx="43542">
                  <c:v>24.35</c:v>
                </c:pt>
                <c:pt idx="43543">
                  <c:v>24.3</c:v>
                </c:pt>
                <c:pt idx="43544">
                  <c:v>24.35</c:v>
                </c:pt>
                <c:pt idx="43545">
                  <c:v>24.35</c:v>
                </c:pt>
                <c:pt idx="43546">
                  <c:v>24.35</c:v>
                </c:pt>
                <c:pt idx="43547">
                  <c:v>24.35</c:v>
                </c:pt>
                <c:pt idx="43548">
                  <c:v>24.35</c:v>
                </c:pt>
                <c:pt idx="43549">
                  <c:v>24.4</c:v>
                </c:pt>
                <c:pt idx="43550">
                  <c:v>24.4</c:v>
                </c:pt>
                <c:pt idx="43551">
                  <c:v>24.4</c:v>
                </c:pt>
                <c:pt idx="43552">
                  <c:v>24.4</c:v>
                </c:pt>
                <c:pt idx="43553">
                  <c:v>24.45</c:v>
                </c:pt>
                <c:pt idx="43554">
                  <c:v>24.45</c:v>
                </c:pt>
                <c:pt idx="43555">
                  <c:v>24.5</c:v>
                </c:pt>
                <c:pt idx="43556">
                  <c:v>24.5</c:v>
                </c:pt>
                <c:pt idx="43557">
                  <c:v>24.5</c:v>
                </c:pt>
                <c:pt idx="43558">
                  <c:v>24.5</c:v>
                </c:pt>
                <c:pt idx="43559">
                  <c:v>24.5</c:v>
                </c:pt>
                <c:pt idx="43560">
                  <c:v>24.55</c:v>
                </c:pt>
                <c:pt idx="43561">
                  <c:v>24.55</c:v>
                </c:pt>
                <c:pt idx="43562">
                  <c:v>24.55</c:v>
                </c:pt>
                <c:pt idx="43563">
                  <c:v>24.55</c:v>
                </c:pt>
                <c:pt idx="43564">
                  <c:v>24.55</c:v>
                </c:pt>
                <c:pt idx="43565">
                  <c:v>24.5</c:v>
                </c:pt>
                <c:pt idx="43566">
                  <c:v>24.45</c:v>
                </c:pt>
                <c:pt idx="43567">
                  <c:v>24.4</c:v>
                </c:pt>
                <c:pt idx="43568">
                  <c:v>24.35</c:v>
                </c:pt>
                <c:pt idx="43569">
                  <c:v>24.35</c:v>
                </c:pt>
                <c:pt idx="43570">
                  <c:v>24.3</c:v>
                </c:pt>
                <c:pt idx="43571">
                  <c:v>24.3</c:v>
                </c:pt>
                <c:pt idx="43572">
                  <c:v>24.3</c:v>
                </c:pt>
                <c:pt idx="43573">
                  <c:v>24.3</c:v>
                </c:pt>
                <c:pt idx="43574">
                  <c:v>24.3</c:v>
                </c:pt>
                <c:pt idx="43575">
                  <c:v>24.35</c:v>
                </c:pt>
                <c:pt idx="43576">
                  <c:v>24.35</c:v>
                </c:pt>
                <c:pt idx="43577">
                  <c:v>24.35</c:v>
                </c:pt>
                <c:pt idx="43578">
                  <c:v>24.35</c:v>
                </c:pt>
                <c:pt idx="43579">
                  <c:v>24.4</c:v>
                </c:pt>
                <c:pt idx="43580">
                  <c:v>24.4</c:v>
                </c:pt>
                <c:pt idx="43581">
                  <c:v>24.4</c:v>
                </c:pt>
                <c:pt idx="43582">
                  <c:v>24.45</c:v>
                </c:pt>
                <c:pt idx="43583">
                  <c:v>24.45</c:v>
                </c:pt>
                <c:pt idx="43584">
                  <c:v>24.45</c:v>
                </c:pt>
                <c:pt idx="43585">
                  <c:v>24.45</c:v>
                </c:pt>
                <c:pt idx="43586">
                  <c:v>24.45</c:v>
                </c:pt>
                <c:pt idx="43587">
                  <c:v>24.45</c:v>
                </c:pt>
                <c:pt idx="43588">
                  <c:v>24.5</c:v>
                </c:pt>
                <c:pt idx="43589">
                  <c:v>24.5</c:v>
                </c:pt>
                <c:pt idx="43590">
                  <c:v>24.55</c:v>
                </c:pt>
                <c:pt idx="43591">
                  <c:v>24.55</c:v>
                </c:pt>
                <c:pt idx="43592">
                  <c:v>24.55</c:v>
                </c:pt>
                <c:pt idx="43593">
                  <c:v>24.55</c:v>
                </c:pt>
                <c:pt idx="43594">
                  <c:v>24.55</c:v>
                </c:pt>
                <c:pt idx="43595">
                  <c:v>24.5</c:v>
                </c:pt>
                <c:pt idx="43596">
                  <c:v>24.45</c:v>
                </c:pt>
                <c:pt idx="43597">
                  <c:v>24.4</c:v>
                </c:pt>
                <c:pt idx="43598">
                  <c:v>24.4</c:v>
                </c:pt>
                <c:pt idx="43599">
                  <c:v>24.35</c:v>
                </c:pt>
                <c:pt idx="43600">
                  <c:v>24.35</c:v>
                </c:pt>
                <c:pt idx="43601">
                  <c:v>24.35</c:v>
                </c:pt>
                <c:pt idx="43602">
                  <c:v>24.3</c:v>
                </c:pt>
                <c:pt idx="43603">
                  <c:v>24.3</c:v>
                </c:pt>
                <c:pt idx="43604">
                  <c:v>24.3</c:v>
                </c:pt>
                <c:pt idx="43605">
                  <c:v>24.3</c:v>
                </c:pt>
                <c:pt idx="43606">
                  <c:v>24.35</c:v>
                </c:pt>
                <c:pt idx="43607">
                  <c:v>24.35</c:v>
                </c:pt>
                <c:pt idx="43608">
                  <c:v>24.35</c:v>
                </c:pt>
                <c:pt idx="43609">
                  <c:v>24.35</c:v>
                </c:pt>
                <c:pt idx="43610">
                  <c:v>24.4</c:v>
                </c:pt>
                <c:pt idx="43611">
                  <c:v>24.4</c:v>
                </c:pt>
                <c:pt idx="43612">
                  <c:v>24.4</c:v>
                </c:pt>
                <c:pt idx="43613">
                  <c:v>24.4</c:v>
                </c:pt>
                <c:pt idx="43614">
                  <c:v>24.4</c:v>
                </c:pt>
                <c:pt idx="43615">
                  <c:v>24.45</c:v>
                </c:pt>
                <c:pt idx="43616">
                  <c:v>24.45</c:v>
                </c:pt>
                <c:pt idx="43617">
                  <c:v>24.45</c:v>
                </c:pt>
                <c:pt idx="43618">
                  <c:v>24.5</c:v>
                </c:pt>
                <c:pt idx="43619">
                  <c:v>24.5</c:v>
                </c:pt>
                <c:pt idx="43620">
                  <c:v>24.5</c:v>
                </c:pt>
                <c:pt idx="43621">
                  <c:v>24.55</c:v>
                </c:pt>
                <c:pt idx="43622">
                  <c:v>24.55</c:v>
                </c:pt>
                <c:pt idx="43623">
                  <c:v>24.55</c:v>
                </c:pt>
                <c:pt idx="43624">
                  <c:v>24.55</c:v>
                </c:pt>
                <c:pt idx="43625">
                  <c:v>24.5</c:v>
                </c:pt>
                <c:pt idx="43626">
                  <c:v>24.45</c:v>
                </c:pt>
                <c:pt idx="43627">
                  <c:v>24.4</c:v>
                </c:pt>
                <c:pt idx="43628">
                  <c:v>24.4</c:v>
                </c:pt>
                <c:pt idx="43629">
                  <c:v>24.35</c:v>
                </c:pt>
                <c:pt idx="43630">
                  <c:v>24.35</c:v>
                </c:pt>
                <c:pt idx="43631">
                  <c:v>24.35</c:v>
                </c:pt>
                <c:pt idx="43632">
                  <c:v>24.35</c:v>
                </c:pt>
                <c:pt idx="43633">
                  <c:v>24.35</c:v>
                </c:pt>
                <c:pt idx="43634">
                  <c:v>24.35</c:v>
                </c:pt>
                <c:pt idx="43635">
                  <c:v>24.35</c:v>
                </c:pt>
                <c:pt idx="43636">
                  <c:v>24.35</c:v>
                </c:pt>
                <c:pt idx="43637">
                  <c:v>24.35</c:v>
                </c:pt>
                <c:pt idx="43638">
                  <c:v>24.35</c:v>
                </c:pt>
                <c:pt idx="43639">
                  <c:v>24.35</c:v>
                </c:pt>
                <c:pt idx="43640">
                  <c:v>24.35</c:v>
                </c:pt>
                <c:pt idx="43641">
                  <c:v>24.35</c:v>
                </c:pt>
                <c:pt idx="43642">
                  <c:v>24.4</c:v>
                </c:pt>
                <c:pt idx="43643">
                  <c:v>24.4</c:v>
                </c:pt>
                <c:pt idx="43644">
                  <c:v>24.4</c:v>
                </c:pt>
                <c:pt idx="43645">
                  <c:v>24.45</c:v>
                </c:pt>
                <c:pt idx="43646">
                  <c:v>24.45</c:v>
                </c:pt>
                <c:pt idx="43647">
                  <c:v>24.45</c:v>
                </c:pt>
                <c:pt idx="43648">
                  <c:v>24.5</c:v>
                </c:pt>
                <c:pt idx="43649">
                  <c:v>24.5</c:v>
                </c:pt>
                <c:pt idx="43650">
                  <c:v>24.55</c:v>
                </c:pt>
                <c:pt idx="43651">
                  <c:v>24.55</c:v>
                </c:pt>
                <c:pt idx="43652">
                  <c:v>24.55</c:v>
                </c:pt>
                <c:pt idx="43653">
                  <c:v>24.55</c:v>
                </c:pt>
                <c:pt idx="43654">
                  <c:v>24.5</c:v>
                </c:pt>
                <c:pt idx="43655">
                  <c:v>24.5</c:v>
                </c:pt>
                <c:pt idx="43656">
                  <c:v>24.5</c:v>
                </c:pt>
                <c:pt idx="43657">
                  <c:v>24.45</c:v>
                </c:pt>
                <c:pt idx="43658">
                  <c:v>24.4</c:v>
                </c:pt>
                <c:pt idx="43659">
                  <c:v>24.4</c:v>
                </c:pt>
                <c:pt idx="43660">
                  <c:v>24.35</c:v>
                </c:pt>
                <c:pt idx="43661">
                  <c:v>24.35</c:v>
                </c:pt>
                <c:pt idx="43662">
                  <c:v>24.35</c:v>
                </c:pt>
                <c:pt idx="43663">
                  <c:v>24.35</c:v>
                </c:pt>
                <c:pt idx="43664">
                  <c:v>24.3</c:v>
                </c:pt>
                <c:pt idx="43665">
                  <c:v>24.3</c:v>
                </c:pt>
                <c:pt idx="43666">
                  <c:v>24.3</c:v>
                </c:pt>
                <c:pt idx="43667">
                  <c:v>24.3</c:v>
                </c:pt>
                <c:pt idx="43668">
                  <c:v>24.3</c:v>
                </c:pt>
                <c:pt idx="43669">
                  <c:v>24.35</c:v>
                </c:pt>
                <c:pt idx="43670">
                  <c:v>24.35</c:v>
                </c:pt>
                <c:pt idx="43671">
                  <c:v>24.35</c:v>
                </c:pt>
                <c:pt idx="43672">
                  <c:v>24.35</c:v>
                </c:pt>
                <c:pt idx="43673">
                  <c:v>24.35</c:v>
                </c:pt>
                <c:pt idx="43674">
                  <c:v>24.4</c:v>
                </c:pt>
                <c:pt idx="43675">
                  <c:v>24.45</c:v>
                </c:pt>
                <c:pt idx="43676">
                  <c:v>24.45</c:v>
                </c:pt>
                <c:pt idx="43677">
                  <c:v>24.45</c:v>
                </c:pt>
                <c:pt idx="43678">
                  <c:v>24.5</c:v>
                </c:pt>
                <c:pt idx="43679">
                  <c:v>24.5</c:v>
                </c:pt>
                <c:pt idx="43680">
                  <c:v>24.55</c:v>
                </c:pt>
                <c:pt idx="43681">
                  <c:v>24.55</c:v>
                </c:pt>
                <c:pt idx="43682">
                  <c:v>24.55</c:v>
                </c:pt>
                <c:pt idx="43683">
                  <c:v>24.55</c:v>
                </c:pt>
                <c:pt idx="43684">
                  <c:v>24.55</c:v>
                </c:pt>
                <c:pt idx="43685">
                  <c:v>24.5</c:v>
                </c:pt>
                <c:pt idx="43686">
                  <c:v>24.45</c:v>
                </c:pt>
                <c:pt idx="43687">
                  <c:v>24.4</c:v>
                </c:pt>
                <c:pt idx="43688">
                  <c:v>24.45</c:v>
                </c:pt>
                <c:pt idx="43689">
                  <c:v>24.4</c:v>
                </c:pt>
                <c:pt idx="43690">
                  <c:v>24.35</c:v>
                </c:pt>
                <c:pt idx="43691">
                  <c:v>24.35</c:v>
                </c:pt>
                <c:pt idx="43692">
                  <c:v>24.35</c:v>
                </c:pt>
                <c:pt idx="43693">
                  <c:v>24.35</c:v>
                </c:pt>
                <c:pt idx="43694">
                  <c:v>24.35</c:v>
                </c:pt>
                <c:pt idx="43695">
                  <c:v>24.35</c:v>
                </c:pt>
                <c:pt idx="43696">
                  <c:v>24.35</c:v>
                </c:pt>
                <c:pt idx="43697">
                  <c:v>24.35</c:v>
                </c:pt>
                <c:pt idx="43698">
                  <c:v>24.35</c:v>
                </c:pt>
                <c:pt idx="43699">
                  <c:v>24.35</c:v>
                </c:pt>
                <c:pt idx="43700">
                  <c:v>24.35</c:v>
                </c:pt>
                <c:pt idx="43701">
                  <c:v>24.4</c:v>
                </c:pt>
                <c:pt idx="43702">
                  <c:v>24.4</c:v>
                </c:pt>
                <c:pt idx="43703">
                  <c:v>24.4</c:v>
                </c:pt>
                <c:pt idx="43704">
                  <c:v>24.4</c:v>
                </c:pt>
                <c:pt idx="43705">
                  <c:v>24.45</c:v>
                </c:pt>
                <c:pt idx="43706">
                  <c:v>24.45</c:v>
                </c:pt>
                <c:pt idx="43707">
                  <c:v>24.5</c:v>
                </c:pt>
                <c:pt idx="43708">
                  <c:v>24.5</c:v>
                </c:pt>
                <c:pt idx="43709">
                  <c:v>24.5</c:v>
                </c:pt>
                <c:pt idx="43710">
                  <c:v>24.55</c:v>
                </c:pt>
                <c:pt idx="43711">
                  <c:v>24.55</c:v>
                </c:pt>
                <c:pt idx="43712">
                  <c:v>24.55</c:v>
                </c:pt>
                <c:pt idx="43713">
                  <c:v>24.6</c:v>
                </c:pt>
                <c:pt idx="43714">
                  <c:v>24.55</c:v>
                </c:pt>
                <c:pt idx="43715">
                  <c:v>24.5</c:v>
                </c:pt>
                <c:pt idx="43716">
                  <c:v>24.45</c:v>
                </c:pt>
                <c:pt idx="43717">
                  <c:v>24.45</c:v>
                </c:pt>
                <c:pt idx="43718">
                  <c:v>24.45</c:v>
                </c:pt>
                <c:pt idx="43719">
                  <c:v>24.4</c:v>
                </c:pt>
                <c:pt idx="43720">
                  <c:v>24.4</c:v>
                </c:pt>
                <c:pt idx="43721">
                  <c:v>24.35</c:v>
                </c:pt>
                <c:pt idx="43722">
                  <c:v>24.35</c:v>
                </c:pt>
                <c:pt idx="43723">
                  <c:v>24.35</c:v>
                </c:pt>
                <c:pt idx="43724">
                  <c:v>24.35</c:v>
                </c:pt>
                <c:pt idx="43725">
                  <c:v>24.35</c:v>
                </c:pt>
                <c:pt idx="43726">
                  <c:v>24.35</c:v>
                </c:pt>
                <c:pt idx="43727">
                  <c:v>24.35</c:v>
                </c:pt>
                <c:pt idx="43728">
                  <c:v>24.35</c:v>
                </c:pt>
                <c:pt idx="43729">
                  <c:v>24.35</c:v>
                </c:pt>
                <c:pt idx="43730">
                  <c:v>24.35</c:v>
                </c:pt>
                <c:pt idx="43731">
                  <c:v>24.4</c:v>
                </c:pt>
                <c:pt idx="43732">
                  <c:v>24.4</c:v>
                </c:pt>
                <c:pt idx="43733">
                  <c:v>24.4</c:v>
                </c:pt>
                <c:pt idx="43734">
                  <c:v>24.45</c:v>
                </c:pt>
                <c:pt idx="43735">
                  <c:v>24.45</c:v>
                </c:pt>
                <c:pt idx="43736">
                  <c:v>24.5</c:v>
                </c:pt>
                <c:pt idx="43737">
                  <c:v>24.5</c:v>
                </c:pt>
                <c:pt idx="43738">
                  <c:v>24.5</c:v>
                </c:pt>
                <c:pt idx="43739">
                  <c:v>24.55</c:v>
                </c:pt>
                <c:pt idx="43740">
                  <c:v>24.55</c:v>
                </c:pt>
                <c:pt idx="43741">
                  <c:v>24.6</c:v>
                </c:pt>
                <c:pt idx="43742">
                  <c:v>24.6</c:v>
                </c:pt>
                <c:pt idx="43743">
                  <c:v>24.6</c:v>
                </c:pt>
                <c:pt idx="43744">
                  <c:v>24.6</c:v>
                </c:pt>
                <c:pt idx="43745">
                  <c:v>24.55</c:v>
                </c:pt>
                <c:pt idx="43746">
                  <c:v>24.55</c:v>
                </c:pt>
                <c:pt idx="43747">
                  <c:v>24.45</c:v>
                </c:pt>
                <c:pt idx="43748">
                  <c:v>24.45</c:v>
                </c:pt>
                <c:pt idx="43749">
                  <c:v>24.4</c:v>
                </c:pt>
                <c:pt idx="43750">
                  <c:v>24.35</c:v>
                </c:pt>
                <c:pt idx="43751">
                  <c:v>24.35</c:v>
                </c:pt>
                <c:pt idx="43752">
                  <c:v>24.35</c:v>
                </c:pt>
                <c:pt idx="43753">
                  <c:v>24.3</c:v>
                </c:pt>
                <c:pt idx="43754">
                  <c:v>24.3</c:v>
                </c:pt>
                <c:pt idx="43755">
                  <c:v>24.3</c:v>
                </c:pt>
                <c:pt idx="43756">
                  <c:v>24.3</c:v>
                </c:pt>
                <c:pt idx="43757">
                  <c:v>24.3</c:v>
                </c:pt>
                <c:pt idx="43758">
                  <c:v>24.3</c:v>
                </c:pt>
                <c:pt idx="43759">
                  <c:v>24.35</c:v>
                </c:pt>
                <c:pt idx="43760">
                  <c:v>24.35</c:v>
                </c:pt>
                <c:pt idx="43761">
                  <c:v>24.35</c:v>
                </c:pt>
                <c:pt idx="43762">
                  <c:v>24.35</c:v>
                </c:pt>
                <c:pt idx="43763">
                  <c:v>24.4</c:v>
                </c:pt>
                <c:pt idx="43764">
                  <c:v>24.4</c:v>
                </c:pt>
                <c:pt idx="43765">
                  <c:v>24.45</c:v>
                </c:pt>
                <c:pt idx="43766">
                  <c:v>24.45</c:v>
                </c:pt>
                <c:pt idx="43767">
                  <c:v>24.5</c:v>
                </c:pt>
                <c:pt idx="43768">
                  <c:v>24.55</c:v>
                </c:pt>
                <c:pt idx="43769">
                  <c:v>24.55</c:v>
                </c:pt>
                <c:pt idx="43770">
                  <c:v>24.55</c:v>
                </c:pt>
                <c:pt idx="43771">
                  <c:v>24.6</c:v>
                </c:pt>
                <c:pt idx="43772">
                  <c:v>24.6</c:v>
                </c:pt>
                <c:pt idx="43773">
                  <c:v>24.6</c:v>
                </c:pt>
                <c:pt idx="43774">
                  <c:v>24.55</c:v>
                </c:pt>
                <c:pt idx="43775">
                  <c:v>24.5</c:v>
                </c:pt>
                <c:pt idx="43776">
                  <c:v>24.45</c:v>
                </c:pt>
                <c:pt idx="43777">
                  <c:v>24.4</c:v>
                </c:pt>
                <c:pt idx="43778">
                  <c:v>24.4</c:v>
                </c:pt>
                <c:pt idx="43779">
                  <c:v>24.35</c:v>
                </c:pt>
                <c:pt idx="43780">
                  <c:v>24.35</c:v>
                </c:pt>
                <c:pt idx="43781">
                  <c:v>24.3</c:v>
                </c:pt>
                <c:pt idx="43782">
                  <c:v>24.3</c:v>
                </c:pt>
                <c:pt idx="43783">
                  <c:v>24.3</c:v>
                </c:pt>
                <c:pt idx="43784">
                  <c:v>24.3</c:v>
                </c:pt>
                <c:pt idx="43785">
                  <c:v>24.3</c:v>
                </c:pt>
                <c:pt idx="43786">
                  <c:v>24.3</c:v>
                </c:pt>
                <c:pt idx="43787">
                  <c:v>24.3</c:v>
                </c:pt>
                <c:pt idx="43788">
                  <c:v>24.3</c:v>
                </c:pt>
                <c:pt idx="43789">
                  <c:v>24.3</c:v>
                </c:pt>
                <c:pt idx="43790">
                  <c:v>24.35</c:v>
                </c:pt>
                <c:pt idx="43791">
                  <c:v>24.35</c:v>
                </c:pt>
                <c:pt idx="43792">
                  <c:v>24.4</c:v>
                </c:pt>
                <c:pt idx="43793">
                  <c:v>24.4</c:v>
                </c:pt>
                <c:pt idx="43794">
                  <c:v>24.45</c:v>
                </c:pt>
                <c:pt idx="43795">
                  <c:v>24.45</c:v>
                </c:pt>
                <c:pt idx="43796">
                  <c:v>24.5</c:v>
                </c:pt>
                <c:pt idx="43797">
                  <c:v>24.5</c:v>
                </c:pt>
                <c:pt idx="43798">
                  <c:v>24.5</c:v>
                </c:pt>
                <c:pt idx="43799">
                  <c:v>24.5</c:v>
                </c:pt>
                <c:pt idx="43800">
                  <c:v>24.55</c:v>
                </c:pt>
                <c:pt idx="43801">
                  <c:v>24.55</c:v>
                </c:pt>
                <c:pt idx="43802">
                  <c:v>24.55</c:v>
                </c:pt>
                <c:pt idx="43803">
                  <c:v>24.55</c:v>
                </c:pt>
                <c:pt idx="43804">
                  <c:v>24.55</c:v>
                </c:pt>
                <c:pt idx="43805">
                  <c:v>24.5</c:v>
                </c:pt>
                <c:pt idx="43806">
                  <c:v>24.45</c:v>
                </c:pt>
                <c:pt idx="43807">
                  <c:v>24.45</c:v>
                </c:pt>
                <c:pt idx="43808">
                  <c:v>24.4</c:v>
                </c:pt>
                <c:pt idx="43809">
                  <c:v>24.35</c:v>
                </c:pt>
                <c:pt idx="43810">
                  <c:v>24.35</c:v>
                </c:pt>
                <c:pt idx="43811">
                  <c:v>24.3</c:v>
                </c:pt>
                <c:pt idx="43812">
                  <c:v>24.3</c:v>
                </c:pt>
                <c:pt idx="43813">
                  <c:v>24.3</c:v>
                </c:pt>
                <c:pt idx="43814">
                  <c:v>24.3</c:v>
                </c:pt>
                <c:pt idx="43815">
                  <c:v>24.3</c:v>
                </c:pt>
                <c:pt idx="43816">
                  <c:v>24.3</c:v>
                </c:pt>
                <c:pt idx="43817">
                  <c:v>24.3</c:v>
                </c:pt>
                <c:pt idx="43818">
                  <c:v>24.3</c:v>
                </c:pt>
                <c:pt idx="43819">
                  <c:v>24.3</c:v>
                </c:pt>
                <c:pt idx="43820">
                  <c:v>24.35</c:v>
                </c:pt>
                <c:pt idx="43821">
                  <c:v>24.35</c:v>
                </c:pt>
                <c:pt idx="43822">
                  <c:v>24.35</c:v>
                </c:pt>
                <c:pt idx="43823">
                  <c:v>24.4</c:v>
                </c:pt>
                <c:pt idx="43824">
                  <c:v>24.4</c:v>
                </c:pt>
                <c:pt idx="43825">
                  <c:v>24.45</c:v>
                </c:pt>
                <c:pt idx="43826">
                  <c:v>24.45</c:v>
                </c:pt>
                <c:pt idx="43827">
                  <c:v>24.5</c:v>
                </c:pt>
                <c:pt idx="43828">
                  <c:v>24.5</c:v>
                </c:pt>
                <c:pt idx="43829">
                  <c:v>24.55</c:v>
                </c:pt>
                <c:pt idx="43830">
                  <c:v>24.55</c:v>
                </c:pt>
                <c:pt idx="43831">
                  <c:v>24.55</c:v>
                </c:pt>
                <c:pt idx="43832">
                  <c:v>24.55</c:v>
                </c:pt>
                <c:pt idx="43833">
                  <c:v>24.6</c:v>
                </c:pt>
                <c:pt idx="43834">
                  <c:v>24.55</c:v>
                </c:pt>
                <c:pt idx="43835">
                  <c:v>24.5</c:v>
                </c:pt>
                <c:pt idx="43836">
                  <c:v>24.45</c:v>
                </c:pt>
                <c:pt idx="43837">
                  <c:v>24.45</c:v>
                </c:pt>
                <c:pt idx="43838">
                  <c:v>24.4</c:v>
                </c:pt>
                <c:pt idx="43839">
                  <c:v>24.4</c:v>
                </c:pt>
                <c:pt idx="43840">
                  <c:v>24.35</c:v>
                </c:pt>
                <c:pt idx="43841">
                  <c:v>24.3</c:v>
                </c:pt>
                <c:pt idx="43842">
                  <c:v>24.3</c:v>
                </c:pt>
                <c:pt idx="43843">
                  <c:v>24.25</c:v>
                </c:pt>
                <c:pt idx="43844">
                  <c:v>24.3</c:v>
                </c:pt>
                <c:pt idx="43845">
                  <c:v>24.3</c:v>
                </c:pt>
                <c:pt idx="43846">
                  <c:v>24.25</c:v>
                </c:pt>
                <c:pt idx="43847">
                  <c:v>24.3</c:v>
                </c:pt>
                <c:pt idx="43848">
                  <c:v>24.3</c:v>
                </c:pt>
                <c:pt idx="43849">
                  <c:v>24.3</c:v>
                </c:pt>
                <c:pt idx="43850">
                  <c:v>24.3</c:v>
                </c:pt>
                <c:pt idx="43851">
                  <c:v>24.35</c:v>
                </c:pt>
                <c:pt idx="43852">
                  <c:v>24.35</c:v>
                </c:pt>
                <c:pt idx="43853">
                  <c:v>24.4</c:v>
                </c:pt>
                <c:pt idx="43854">
                  <c:v>24.4</c:v>
                </c:pt>
                <c:pt idx="43855">
                  <c:v>24.45</c:v>
                </c:pt>
                <c:pt idx="43856">
                  <c:v>24.45</c:v>
                </c:pt>
                <c:pt idx="43857">
                  <c:v>24.45</c:v>
                </c:pt>
                <c:pt idx="43858">
                  <c:v>24.5</c:v>
                </c:pt>
                <c:pt idx="43859">
                  <c:v>24.5</c:v>
                </c:pt>
                <c:pt idx="43860">
                  <c:v>24.55</c:v>
                </c:pt>
                <c:pt idx="43861">
                  <c:v>24.55</c:v>
                </c:pt>
                <c:pt idx="43862">
                  <c:v>24.55</c:v>
                </c:pt>
                <c:pt idx="43863">
                  <c:v>24.55</c:v>
                </c:pt>
                <c:pt idx="43864">
                  <c:v>24.5</c:v>
                </c:pt>
                <c:pt idx="43865">
                  <c:v>24.5</c:v>
                </c:pt>
                <c:pt idx="43866">
                  <c:v>24.45</c:v>
                </c:pt>
                <c:pt idx="43867">
                  <c:v>24.4</c:v>
                </c:pt>
                <c:pt idx="43868">
                  <c:v>24.35</c:v>
                </c:pt>
                <c:pt idx="43869">
                  <c:v>24.35</c:v>
                </c:pt>
                <c:pt idx="43870">
                  <c:v>24.3</c:v>
                </c:pt>
                <c:pt idx="43871">
                  <c:v>24.3</c:v>
                </c:pt>
                <c:pt idx="43872">
                  <c:v>24.3</c:v>
                </c:pt>
                <c:pt idx="43873">
                  <c:v>24.3</c:v>
                </c:pt>
                <c:pt idx="43874">
                  <c:v>24.3</c:v>
                </c:pt>
                <c:pt idx="43875">
                  <c:v>24.25</c:v>
                </c:pt>
                <c:pt idx="43876">
                  <c:v>24.25</c:v>
                </c:pt>
                <c:pt idx="43877">
                  <c:v>24.3</c:v>
                </c:pt>
                <c:pt idx="43878">
                  <c:v>24.3</c:v>
                </c:pt>
                <c:pt idx="43879">
                  <c:v>24.35</c:v>
                </c:pt>
                <c:pt idx="43880">
                  <c:v>24.35</c:v>
                </c:pt>
                <c:pt idx="43881">
                  <c:v>24.35</c:v>
                </c:pt>
                <c:pt idx="43882">
                  <c:v>24.4</c:v>
                </c:pt>
                <c:pt idx="43883">
                  <c:v>24.35</c:v>
                </c:pt>
                <c:pt idx="43884">
                  <c:v>24.4</c:v>
                </c:pt>
                <c:pt idx="43885">
                  <c:v>24.45</c:v>
                </c:pt>
                <c:pt idx="43886">
                  <c:v>24.5</c:v>
                </c:pt>
                <c:pt idx="43887">
                  <c:v>24.5</c:v>
                </c:pt>
                <c:pt idx="43888">
                  <c:v>24.5</c:v>
                </c:pt>
                <c:pt idx="43889">
                  <c:v>24.55</c:v>
                </c:pt>
                <c:pt idx="43890">
                  <c:v>24.55</c:v>
                </c:pt>
                <c:pt idx="43891">
                  <c:v>24.55</c:v>
                </c:pt>
                <c:pt idx="43892">
                  <c:v>24.6</c:v>
                </c:pt>
                <c:pt idx="43893">
                  <c:v>24.6</c:v>
                </c:pt>
                <c:pt idx="43894">
                  <c:v>24.55</c:v>
                </c:pt>
                <c:pt idx="43895">
                  <c:v>24.5</c:v>
                </c:pt>
                <c:pt idx="43896">
                  <c:v>24.45</c:v>
                </c:pt>
                <c:pt idx="43897">
                  <c:v>24.45</c:v>
                </c:pt>
                <c:pt idx="43898">
                  <c:v>24.4</c:v>
                </c:pt>
                <c:pt idx="43899">
                  <c:v>24.35</c:v>
                </c:pt>
                <c:pt idx="43900">
                  <c:v>24.35</c:v>
                </c:pt>
                <c:pt idx="43901">
                  <c:v>24.3</c:v>
                </c:pt>
                <c:pt idx="43902">
                  <c:v>24.3</c:v>
                </c:pt>
                <c:pt idx="43903">
                  <c:v>24.3</c:v>
                </c:pt>
                <c:pt idx="43904">
                  <c:v>24.3</c:v>
                </c:pt>
                <c:pt idx="43905">
                  <c:v>24.3</c:v>
                </c:pt>
                <c:pt idx="43906">
                  <c:v>24.3</c:v>
                </c:pt>
                <c:pt idx="43907">
                  <c:v>24.3</c:v>
                </c:pt>
                <c:pt idx="43908">
                  <c:v>24.35</c:v>
                </c:pt>
                <c:pt idx="43909">
                  <c:v>24.35</c:v>
                </c:pt>
                <c:pt idx="43910">
                  <c:v>24.35</c:v>
                </c:pt>
                <c:pt idx="43911">
                  <c:v>24.35</c:v>
                </c:pt>
                <c:pt idx="43912">
                  <c:v>24.4</c:v>
                </c:pt>
                <c:pt idx="43913">
                  <c:v>24.4</c:v>
                </c:pt>
                <c:pt idx="43914">
                  <c:v>24.45</c:v>
                </c:pt>
                <c:pt idx="43915">
                  <c:v>24.45</c:v>
                </c:pt>
                <c:pt idx="43916">
                  <c:v>24.5</c:v>
                </c:pt>
                <c:pt idx="43917">
                  <c:v>24.5</c:v>
                </c:pt>
                <c:pt idx="43918">
                  <c:v>24.55</c:v>
                </c:pt>
                <c:pt idx="43919">
                  <c:v>24.55</c:v>
                </c:pt>
                <c:pt idx="43920">
                  <c:v>24.55</c:v>
                </c:pt>
                <c:pt idx="43921">
                  <c:v>24.6</c:v>
                </c:pt>
                <c:pt idx="43922">
                  <c:v>24.6</c:v>
                </c:pt>
                <c:pt idx="43923">
                  <c:v>24.6</c:v>
                </c:pt>
                <c:pt idx="43924">
                  <c:v>24.55</c:v>
                </c:pt>
                <c:pt idx="43925">
                  <c:v>24.55</c:v>
                </c:pt>
                <c:pt idx="43926">
                  <c:v>24.5</c:v>
                </c:pt>
                <c:pt idx="43927">
                  <c:v>24.45</c:v>
                </c:pt>
                <c:pt idx="43928">
                  <c:v>24.45</c:v>
                </c:pt>
                <c:pt idx="43929">
                  <c:v>24.4</c:v>
                </c:pt>
                <c:pt idx="43930">
                  <c:v>24.35</c:v>
                </c:pt>
                <c:pt idx="43931">
                  <c:v>24.35</c:v>
                </c:pt>
                <c:pt idx="43932">
                  <c:v>24.35</c:v>
                </c:pt>
                <c:pt idx="43933">
                  <c:v>24.35</c:v>
                </c:pt>
                <c:pt idx="43934">
                  <c:v>24.3</c:v>
                </c:pt>
                <c:pt idx="43935">
                  <c:v>24.35</c:v>
                </c:pt>
                <c:pt idx="43936">
                  <c:v>24.35</c:v>
                </c:pt>
                <c:pt idx="43937">
                  <c:v>24.35</c:v>
                </c:pt>
                <c:pt idx="43938">
                  <c:v>24.35</c:v>
                </c:pt>
                <c:pt idx="43939">
                  <c:v>24.35</c:v>
                </c:pt>
                <c:pt idx="43940">
                  <c:v>24.4</c:v>
                </c:pt>
                <c:pt idx="43941">
                  <c:v>24.4</c:v>
                </c:pt>
                <c:pt idx="43942">
                  <c:v>24.4</c:v>
                </c:pt>
                <c:pt idx="43943">
                  <c:v>24.45</c:v>
                </c:pt>
                <c:pt idx="43944">
                  <c:v>24.45</c:v>
                </c:pt>
                <c:pt idx="43945">
                  <c:v>24.5</c:v>
                </c:pt>
                <c:pt idx="43946">
                  <c:v>24.5</c:v>
                </c:pt>
                <c:pt idx="43947">
                  <c:v>24.55</c:v>
                </c:pt>
                <c:pt idx="43948">
                  <c:v>24.55</c:v>
                </c:pt>
                <c:pt idx="43949">
                  <c:v>24.6</c:v>
                </c:pt>
                <c:pt idx="43950">
                  <c:v>24.6</c:v>
                </c:pt>
                <c:pt idx="43951">
                  <c:v>24.6</c:v>
                </c:pt>
                <c:pt idx="43952">
                  <c:v>24.6</c:v>
                </c:pt>
                <c:pt idx="43953">
                  <c:v>24.6</c:v>
                </c:pt>
                <c:pt idx="43954">
                  <c:v>24.6</c:v>
                </c:pt>
                <c:pt idx="43955">
                  <c:v>24.55</c:v>
                </c:pt>
                <c:pt idx="43956">
                  <c:v>24.5</c:v>
                </c:pt>
                <c:pt idx="43957">
                  <c:v>24.45</c:v>
                </c:pt>
                <c:pt idx="43958">
                  <c:v>24.4</c:v>
                </c:pt>
                <c:pt idx="43959">
                  <c:v>24.35</c:v>
                </c:pt>
                <c:pt idx="43960">
                  <c:v>24.35</c:v>
                </c:pt>
                <c:pt idx="43961">
                  <c:v>24.35</c:v>
                </c:pt>
                <c:pt idx="43962">
                  <c:v>24.3</c:v>
                </c:pt>
                <c:pt idx="43963">
                  <c:v>24.3</c:v>
                </c:pt>
                <c:pt idx="43964">
                  <c:v>24.3</c:v>
                </c:pt>
                <c:pt idx="43965">
                  <c:v>24.3</c:v>
                </c:pt>
                <c:pt idx="43966">
                  <c:v>24.35</c:v>
                </c:pt>
                <c:pt idx="43967">
                  <c:v>24.35</c:v>
                </c:pt>
                <c:pt idx="43968">
                  <c:v>24.35</c:v>
                </c:pt>
                <c:pt idx="43969">
                  <c:v>24.35</c:v>
                </c:pt>
                <c:pt idx="43970">
                  <c:v>24.4</c:v>
                </c:pt>
                <c:pt idx="43971">
                  <c:v>24.4</c:v>
                </c:pt>
                <c:pt idx="43972">
                  <c:v>24.45</c:v>
                </c:pt>
                <c:pt idx="43973">
                  <c:v>24.45</c:v>
                </c:pt>
                <c:pt idx="43974">
                  <c:v>24.5</c:v>
                </c:pt>
                <c:pt idx="43975">
                  <c:v>24.5</c:v>
                </c:pt>
                <c:pt idx="43976">
                  <c:v>24.5</c:v>
                </c:pt>
                <c:pt idx="43977">
                  <c:v>24.55</c:v>
                </c:pt>
                <c:pt idx="43978">
                  <c:v>24.55</c:v>
                </c:pt>
                <c:pt idx="43979">
                  <c:v>24.6</c:v>
                </c:pt>
                <c:pt idx="43980">
                  <c:v>24.6</c:v>
                </c:pt>
                <c:pt idx="43981">
                  <c:v>24.6</c:v>
                </c:pt>
                <c:pt idx="43982">
                  <c:v>24.6</c:v>
                </c:pt>
                <c:pt idx="43983">
                  <c:v>24.6</c:v>
                </c:pt>
                <c:pt idx="43984">
                  <c:v>24.6</c:v>
                </c:pt>
                <c:pt idx="43985">
                  <c:v>24.55</c:v>
                </c:pt>
                <c:pt idx="43986">
                  <c:v>24.5</c:v>
                </c:pt>
                <c:pt idx="43987">
                  <c:v>24.45</c:v>
                </c:pt>
                <c:pt idx="43988">
                  <c:v>24.4</c:v>
                </c:pt>
                <c:pt idx="43989">
                  <c:v>24.35</c:v>
                </c:pt>
                <c:pt idx="43990">
                  <c:v>24.35</c:v>
                </c:pt>
                <c:pt idx="43991">
                  <c:v>24.35</c:v>
                </c:pt>
                <c:pt idx="43992">
                  <c:v>24.35</c:v>
                </c:pt>
                <c:pt idx="43993">
                  <c:v>24.35</c:v>
                </c:pt>
                <c:pt idx="43994">
                  <c:v>24.35</c:v>
                </c:pt>
                <c:pt idx="43995">
                  <c:v>24.35</c:v>
                </c:pt>
                <c:pt idx="43996">
                  <c:v>24.35</c:v>
                </c:pt>
                <c:pt idx="43997">
                  <c:v>24.35</c:v>
                </c:pt>
                <c:pt idx="43998">
                  <c:v>24.4</c:v>
                </c:pt>
                <c:pt idx="43999">
                  <c:v>24.4</c:v>
                </c:pt>
                <c:pt idx="44000">
                  <c:v>24.4</c:v>
                </c:pt>
                <c:pt idx="44001">
                  <c:v>24.45</c:v>
                </c:pt>
                <c:pt idx="44002">
                  <c:v>24.45</c:v>
                </c:pt>
                <c:pt idx="44003">
                  <c:v>24.45</c:v>
                </c:pt>
                <c:pt idx="44004">
                  <c:v>24.5</c:v>
                </c:pt>
                <c:pt idx="44005">
                  <c:v>24.5</c:v>
                </c:pt>
                <c:pt idx="44006">
                  <c:v>24.5</c:v>
                </c:pt>
                <c:pt idx="44007">
                  <c:v>24.55</c:v>
                </c:pt>
                <c:pt idx="44008">
                  <c:v>24.55</c:v>
                </c:pt>
                <c:pt idx="44009">
                  <c:v>24.6</c:v>
                </c:pt>
                <c:pt idx="44010">
                  <c:v>24.6</c:v>
                </c:pt>
                <c:pt idx="44011">
                  <c:v>24.6</c:v>
                </c:pt>
                <c:pt idx="44012">
                  <c:v>24.6</c:v>
                </c:pt>
                <c:pt idx="44013">
                  <c:v>24.6</c:v>
                </c:pt>
                <c:pt idx="44014">
                  <c:v>24.55</c:v>
                </c:pt>
                <c:pt idx="44015">
                  <c:v>24.5</c:v>
                </c:pt>
                <c:pt idx="44016">
                  <c:v>24.5</c:v>
                </c:pt>
                <c:pt idx="44017">
                  <c:v>24.45</c:v>
                </c:pt>
                <c:pt idx="44018">
                  <c:v>24.4</c:v>
                </c:pt>
                <c:pt idx="44019">
                  <c:v>24.35</c:v>
                </c:pt>
                <c:pt idx="44020">
                  <c:v>24.35</c:v>
                </c:pt>
                <c:pt idx="44021">
                  <c:v>24.35</c:v>
                </c:pt>
                <c:pt idx="44022">
                  <c:v>24.35</c:v>
                </c:pt>
                <c:pt idx="44023">
                  <c:v>24.3</c:v>
                </c:pt>
                <c:pt idx="44024">
                  <c:v>24.35</c:v>
                </c:pt>
                <c:pt idx="44025">
                  <c:v>24.35</c:v>
                </c:pt>
                <c:pt idx="44026">
                  <c:v>24.35</c:v>
                </c:pt>
                <c:pt idx="44027">
                  <c:v>24.35</c:v>
                </c:pt>
                <c:pt idx="44028">
                  <c:v>24.4</c:v>
                </c:pt>
                <c:pt idx="44029">
                  <c:v>24.4</c:v>
                </c:pt>
                <c:pt idx="44030">
                  <c:v>24.45</c:v>
                </c:pt>
                <c:pt idx="44031">
                  <c:v>24.45</c:v>
                </c:pt>
                <c:pt idx="44032">
                  <c:v>24.45</c:v>
                </c:pt>
                <c:pt idx="44033">
                  <c:v>24.5</c:v>
                </c:pt>
                <c:pt idx="44034">
                  <c:v>24.5</c:v>
                </c:pt>
                <c:pt idx="44035">
                  <c:v>24.5</c:v>
                </c:pt>
                <c:pt idx="44036">
                  <c:v>24.55</c:v>
                </c:pt>
                <c:pt idx="44037">
                  <c:v>24.55</c:v>
                </c:pt>
                <c:pt idx="44038">
                  <c:v>24.55</c:v>
                </c:pt>
                <c:pt idx="44039">
                  <c:v>24.6</c:v>
                </c:pt>
                <c:pt idx="44040">
                  <c:v>24.6</c:v>
                </c:pt>
                <c:pt idx="44041">
                  <c:v>24.6</c:v>
                </c:pt>
                <c:pt idx="44042">
                  <c:v>24.6</c:v>
                </c:pt>
                <c:pt idx="44043">
                  <c:v>24.6</c:v>
                </c:pt>
                <c:pt idx="44044">
                  <c:v>24.55</c:v>
                </c:pt>
                <c:pt idx="44045">
                  <c:v>24.5</c:v>
                </c:pt>
                <c:pt idx="44046">
                  <c:v>24.5</c:v>
                </c:pt>
                <c:pt idx="44047">
                  <c:v>24.45</c:v>
                </c:pt>
                <c:pt idx="44048">
                  <c:v>24.4</c:v>
                </c:pt>
                <c:pt idx="44049">
                  <c:v>24.35</c:v>
                </c:pt>
                <c:pt idx="44050">
                  <c:v>24.35</c:v>
                </c:pt>
                <c:pt idx="44051">
                  <c:v>24.35</c:v>
                </c:pt>
                <c:pt idx="44052">
                  <c:v>24.35</c:v>
                </c:pt>
                <c:pt idx="44053">
                  <c:v>24.35</c:v>
                </c:pt>
                <c:pt idx="44054">
                  <c:v>24.35</c:v>
                </c:pt>
                <c:pt idx="44055">
                  <c:v>24.35</c:v>
                </c:pt>
                <c:pt idx="44056">
                  <c:v>24.35</c:v>
                </c:pt>
                <c:pt idx="44057">
                  <c:v>24.4</c:v>
                </c:pt>
                <c:pt idx="44058">
                  <c:v>24.4</c:v>
                </c:pt>
                <c:pt idx="44059">
                  <c:v>24.4</c:v>
                </c:pt>
                <c:pt idx="44060">
                  <c:v>24.4</c:v>
                </c:pt>
                <c:pt idx="44061">
                  <c:v>24.45</c:v>
                </c:pt>
                <c:pt idx="44062">
                  <c:v>24.45</c:v>
                </c:pt>
                <c:pt idx="44063">
                  <c:v>24.5</c:v>
                </c:pt>
                <c:pt idx="44064">
                  <c:v>24.5</c:v>
                </c:pt>
                <c:pt idx="44065">
                  <c:v>24.5</c:v>
                </c:pt>
                <c:pt idx="44066">
                  <c:v>24.5</c:v>
                </c:pt>
                <c:pt idx="44067">
                  <c:v>24.55</c:v>
                </c:pt>
                <c:pt idx="44068">
                  <c:v>24.55</c:v>
                </c:pt>
                <c:pt idx="44069">
                  <c:v>24.55</c:v>
                </c:pt>
                <c:pt idx="44070">
                  <c:v>24.55</c:v>
                </c:pt>
                <c:pt idx="44071">
                  <c:v>24.6</c:v>
                </c:pt>
                <c:pt idx="44072">
                  <c:v>24.6</c:v>
                </c:pt>
                <c:pt idx="44073">
                  <c:v>24.55</c:v>
                </c:pt>
                <c:pt idx="44074">
                  <c:v>24.55</c:v>
                </c:pt>
                <c:pt idx="44075">
                  <c:v>24.5</c:v>
                </c:pt>
                <c:pt idx="44076">
                  <c:v>24.45</c:v>
                </c:pt>
                <c:pt idx="44077">
                  <c:v>24.45</c:v>
                </c:pt>
                <c:pt idx="44078">
                  <c:v>24.4</c:v>
                </c:pt>
                <c:pt idx="44079">
                  <c:v>24.4</c:v>
                </c:pt>
                <c:pt idx="44080">
                  <c:v>24.35</c:v>
                </c:pt>
                <c:pt idx="44081">
                  <c:v>24.35</c:v>
                </c:pt>
                <c:pt idx="44082">
                  <c:v>24.3</c:v>
                </c:pt>
                <c:pt idx="44083">
                  <c:v>24.35</c:v>
                </c:pt>
                <c:pt idx="44084">
                  <c:v>24.35</c:v>
                </c:pt>
                <c:pt idx="44085">
                  <c:v>24.35</c:v>
                </c:pt>
                <c:pt idx="44086">
                  <c:v>24.35</c:v>
                </c:pt>
                <c:pt idx="44087">
                  <c:v>24.35</c:v>
                </c:pt>
                <c:pt idx="44088">
                  <c:v>24.4</c:v>
                </c:pt>
                <c:pt idx="44089">
                  <c:v>24.4</c:v>
                </c:pt>
                <c:pt idx="44090">
                  <c:v>24.4</c:v>
                </c:pt>
                <c:pt idx="44091">
                  <c:v>24.4</c:v>
                </c:pt>
                <c:pt idx="44092">
                  <c:v>24.45</c:v>
                </c:pt>
                <c:pt idx="44093">
                  <c:v>24.45</c:v>
                </c:pt>
                <c:pt idx="44094">
                  <c:v>24.5</c:v>
                </c:pt>
                <c:pt idx="44095">
                  <c:v>24.5</c:v>
                </c:pt>
                <c:pt idx="44096">
                  <c:v>24.5</c:v>
                </c:pt>
                <c:pt idx="44097">
                  <c:v>24.5</c:v>
                </c:pt>
                <c:pt idx="44098">
                  <c:v>24.5</c:v>
                </c:pt>
                <c:pt idx="44099">
                  <c:v>24.5</c:v>
                </c:pt>
                <c:pt idx="44100">
                  <c:v>24.55</c:v>
                </c:pt>
                <c:pt idx="44101">
                  <c:v>24.55</c:v>
                </c:pt>
                <c:pt idx="44102">
                  <c:v>24.55</c:v>
                </c:pt>
                <c:pt idx="44103">
                  <c:v>24.55</c:v>
                </c:pt>
                <c:pt idx="44104">
                  <c:v>24.55</c:v>
                </c:pt>
                <c:pt idx="44105">
                  <c:v>24.5</c:v>
                </c:pt>
                <c:pt idx="44106">
                  <c:v>24.5</c:v>
                </c:pt>
                <c:pt idx="44107">
                  <c:v>24.45</c:v>
                </c:pt>
                <c:pt idx="44108">
                  <c:v>24.4</c:v>
                </c:pt>
                <c:pt idx="44109">
                  <c:v>24.35</c:v>
                </c:pt>
                <c:pt idx="44110">
                  <c:v>24.35</c:v>
                </c:pt>
                <c:pt idx="44111">
                  <c:v>24.3</c:v>
                </c:pt>
                <c:pt idx="44112">
                  <c:v>24.3</c:v>
                </c:pt>
                <c:pt idx="44113">
                  <c:v>24.35</c:v>
                </c:pt>
                <c:pt idx="44114">
                  <c:v>24.35</c:v>
                </c:pt>
                <c:pt idx="44115">
                  <c:v>24.35</c:v>
                </c:pt>
                <c:pt idx="44116">
                  <c:v>24.35</c:v>
                </c:pt>
                <c:pt idx="44117">
                  <c:v>24.35</c:v>
                </c:pt>
                <c:pt idx="44118">
                  <c:v>24.35</c:v>
                </c:pt>
                <c:pt idx="44119">
                  <c:v>24.35</c:v>
                </c:pt>
                <c:pt idx="44120">
                  <c:v>24.4</c:v>
                </c:pt>
                <c:pt idx="44121">
                  <c:v>24.4</c:v>
                </c:pt>
                <c:pt idx="44122">
                  <c:v>24.4</c:v>
                </c:pt>
                <c:pt idx="44123">
                  <c:v>24.45</c:v>
                </c:pt>
                <c:pt idx="44124">
                  <c:v>24.45</c:v>
                </c:pt>
                <c:pt idx="44125">
                  <c:v>24.45</c:v>
                </c:pt>
                <c:pt idx="44126">
                  <c:v>24.5</c:v>
                </c:pt>
                <c:pt idx="44127">
                  <c:v>24.5</c:v>
                </c:pt>
                <c:pt idx="44128">
                  <c:v>24.5</c:v>
                </c:pt>
                <c:pt idx="44129">
                  <c:v>24.5</c:v>
                </c:pt>
                <c:pt idx="44130">
                  <c:v>24.55</c:v>
                </c:pt>
                <c:pt idx="44131">
                  <c:v>24.55</c:v>
                </c:pt>
                <c:pt idx="44132">
                  <c:v>24.55</c:v>
                </c:pt>
                <c:pt idx="44133">
                  <c:v>24.55</c:v>
                </c:pt>
                <c:pt idx="44134">
                  <c:v>24.5</c:v>
                </c:pt>
                <c:pt idx="44135">
                  <c:v>24.45</c:v>
                </c:pt>
                <c:pt idx="44136">
                  <c:v>24.45</c:v>
                </c:pt>
                <c:pt idx="44137">
                  <c:v>24.4</c:v>
                </c:pt>
                <c:pt idx="44138">
                  <c:v>24.35</c:v>
                </c:pt>
                <c:pt idx="44139">
                  <c:v>24.35</c:v>
                </c:pt>
                <c:pt idx="44140">
                  <c:v>24.35</c:v>
                </c:pt>
                <c:pt idx="44141">
                  <c:v>24.35</c:v>
                </c:pt>
                <c:pt idx="44142">
                  <c:v>24.35</c:v>
                </c:pt>
                <c:pt idx="44143">
                  <c:v>24.35</c:v>
                </c:pt>
                <c:pt idx="44144">
                  <c:v>24.3</c:v>
                </c:pt>
                <c:pt idx="44145">
                  <c:v>24.35</c:v>
                </c:pt>
                <c:pt idx="44146">
                  <c:v>24.35</c:v>
                </c:pt>
                <c:pt idx="44147">
                  <c:v>24.35</c:v>
                </c:pt>
                <c:pt idx="44148">
                  <c:v>24.35</c:v>
                </c:pt>
                <c:pt idx="44149">
                  <c:v>24.4</c:v>
                </c:pt>
                <c:pt idx="44150">
                  <c:v>24.4</c:v>
                </c:pt>
                <c:pt idx="44151">
                  <c:v>24.4</c:v>
                </c:pt>
                <c:pt idx="44152">
                  <c:v>24.45</c:v>
                </c:pt>
                <c:pt idx="44153">
                  <c:v>24.45</c:v>
                </c:pt>
                <c:pt idx="44154">
                  <c:v>24.45</c:v>
                </c:pt>
                <c:pt idx="44155">
                  <c:v>24.45</c:v>
                </c:pt>
                <c:pt idx="44156">
                  <c:v>24.45</c:v>
                </c:pt>
                <c:pt idx="44157">
                  <c:v>24.5</c:v>
                </c:pt>
                <c:pt idx="44158">
                  <c:v>24.5</c:v>
                </c:pt>
                <c:pt idx="44159">
                  <c:v>24.5</c:v>
                </c:pt>
                <c:pt idx="44160">
                  <c:v>24.55</c:v>
                </c:pt>
                <c:pt idx="44161">
                  <c:v>24.55</c:v>
                </c:pt>
                <c:pt idx="44162">
                  <c:v>24.55</c:v>
                </c:pt>
                <c:pt idx="44163">
                  <c:v>24.55</c:v>
                </c:pt>
                <c:pt idx="44164">
                  <c:v>24.5</c:v>
                </c:pt>
                <c:pt idx="44165">
                  <c:v>24.5</c:v>
                </c:pt>
                <c:pt idx="44166">
                  <c:v>24.45</c:v>
                </c:pt>
                <c:pt idx="44167">
                  <c:v>24.4</c:v>
                </c:pt>
                <c:pt idx="44168">
                  <c:v>24.4</c:v>
                </c:pt>
                <c:pt idx="44169">
                  <c:v>24.35</c:v>
                </c:pt>
                <c:pt idx="44170">
                  <c:v>24.35</c:v>
                </c:pt>
                <c:pt idx="44171">
                  <c:v>24.35</c:v>
                </c:pt>
                <c:pt idx="44172">
                  <c:v>24.35</c:v>
                </c:pt>
                <c:pt idx="44173">
                  <c:v>24.35</c:v>
                </c:pt>
                <c:pt idx="44174">
                  <c:v>24.35</c:v>
                </c:pt>
                <c:pt idx="44175">
                  <c:v>24.35</c:v>
                </c:pt>
                <c:pt idx="44176">
                  <c:v>24.35</c:v>
                </c:pt>
                <c:pt idx="44177">
                  <c:v>24.35</c:v>
                </c:pt>
                <c:pt idx="44178">
                  <c:v>24.35</c:v>
                </c:pt>
                <c:pt idx="44179">
                  <c:v>24.35</c:v>
                </c:pt>
                <c:pt idx="44180">
                  <c:v>24.4</c:v>
                </c:pt>
                <c:pt idx="44181">
                  <c:v>24.4</c:v>
                </c:pt>
                <c:pt idx="44182">
                  <c:v>24.4</c:v>
                </c:pt>
                <c:pt idx="44183">
                  <c:v>24.45</c:v>
                </c:pt>
                <c:pt idx="44184">
                  <c:v>24.45</c:v>
                </c:pt>
                <c:pt idx="44185">
                  <c:v>24.45</c:v>
                </c:pt>
                <c:pt idx="44186">
                  <c:v>24.45</c:v>
                </c:pt>
                <c:pt idx="44187">
                  <c:v>24.5</c:v>
                </c:pt>
                <c:pt idx="44188">
                  <c:v>24.5</c:v>
                </c:pt>
                <c:pt idx="44189">
                  <c:v>24.5</c:v>
                </c:pt>
                <c:pt idx="44190">
                  <c:v>24.55</c:v>
                </c:pt>
                <c:pt idx="44191">
                  <c:v>24.55</c:v>
                </c:pt>
                <c:pt idx="44192">
                  <c:v>24.55</c:v>
                </c:pt>
                <c:pt idx="44193">
                  <c:v>24.55</c:v>
                </c:pt>
                <c:pt idx="44194">
                  <c:v>24.55</c:v>
                </c:pt>
                <c:pt idx="44195">
                  <c:v>24.5</c:v>
                </c:pt>
                <c:pt idx="44196">
                  <c:v>24.45</c:v>
                </c:pt>
                <c:pt idx="44197">
                  <c:v>24.45</c:v>
                </c:pt>
                <c:pt idx="44198">
                  <c:v>24.4</c:v>
                </c:pt>
                <c:pt idx="44199">
                  <c:v>24.35</c:v>
                </c:pt>
                <c:pt idx="44200">
                  <c:v>24.35</c:v>
                </c:pt>
                <c:pt idx="44201">
                  <c:v>24.35</c:v>
                </c:pt>
                <c:pt idx="44202">
                  <c:v>24.35</c:v>
                </c:pt>
                <c:pt idx="44203">
                  <c:v>24.3</c:v>
                </c:pt>
                <c:pt idx="44204">
                  <c:v>24.3</c:v>
                </c:pt>
                <c:pt idx="44205">
                  <c:v>24.35</c:v>
                </c:pt>
                <c:pt idx="44206">
                  <c:v>24.35</c:v>
                </c:pt>
                <c:pt idx="44207">
                  <c:v>24.35</c:v>
                </c:pt>
                <c:pt idx="44208">
                  <c:v>24.35</c:v>
                </c:pt>
                <c:pt idx="44209">
                  <c:v>24.4</c:v>
                </c:pt>
                <c:pt idx="44210">
                  <c:v>24.4</c:v>
                </c:pt>
                <c:pt idx="44211">
                  <c:v>24.4</c:v>
                </c:pt>
                <c:pt idx="44212">
                  <c:v>24.4</c:v>
                </c:pt>
                <c:pt idx="44213">
                  <c:v>24.4</c:v>
                </c:pt>
                <c:pt idx="44214">
                  <c:v>24.45</c:v>
                </c:pt>
                <c:pt idx="44215">
                  <c:v>24.45</c:v>
                </c:pt>
                <c:pt idx="44216">
                  <c:v>24.45</c:v>
                </c:pt>
                <c:pt idx="44217">
                  <c:v>24.5</c:v>
                </c:pt>
                <c:pt idx="44218">
                  <c:v>24.5</c:v>
                </c:pt>
                <c:pt idx="44219">
                  <c:v>24.5</c:v>
                </c:pt>
                <c:pt idx="44220">
                  <c:v>24.5</c:v>
                </c:pt>
                <c:pt idx="44221">
                  <c:v>24.55</c:v>
                </c:pt>
                <c:pt idx="44222">
                  <c:v>24.55</c:v>
                </c:pt>
                <c:pt idx="44223">
                  <c:v>24.55</c:v>
                </c:pt>
                <c:pt idx="44224">
                  <c:v>24.55</c:v>
                </c:pt>
                <c:pt idx="44225">
                  <c:v>24.5</c:v>
                </c:pt>
                <c:pt idx="44226">
                  <c:v>24.45</c:v>
                </c:pt>
                <c:pt idx="44227">
                  <c:v>24.4</c:v>
                </c:pt>
                <c:pt idx="44228">
                  <c:v>24.4</c:v>
                </c:pt>
                <c:pt idx="44229">
                  <c:v>24.4</c:v>
                </c:pt>
                <c:pt idx="44230">
                  <c:v>24.35</c:v>
                </c:pt>
                <c:pt idx="44231">
                  <c:v>24.35</c:v>
                </c:pt>
                <c:pt idx="44232">
                  <c:v>24.35</c:v>
                </c:pt>
                <c:pt idx="44233">
                  <c:v>24.35</c:v>
                </c:pt>
                <c:pt idx="44234">
                  <c:v>24.35</c:v>
                </c:pt>
                <c:pt idx="44235">
                  <c:v>24.35</c:v>
                </c:pt>
                <c:pt idx="44236">
                  <c:v>24.35</c:v>
                </c:pt>
                <c:pt idx="44237">
                  <c:v>24.35</c:v>
                </c:pt>
                <c:pt idx="44238">
                  <c:v>24.35</c:v>
                </c:pt>
                <c:pt idx="44239">
                  <c:v>24.35</c:v>
                </c:pt>
                <c:pt idx="44240">
                  <c:v>24.35</c:v>
                </c:pt>
                <c:pt idx="44241">
                  <c:v>24.4</c:v>
                </c:pt>
                <c:pt idx="44242">
                  <c:v>24.4</c:v>
                </c:pt>
                <c:pt idx="44243">
                  <c:v>24.4</c:v>
                </c:pt>
                <c:pt idx="44244">
                  <c:v>24.45</c:v>
                </c:pt>
                <c:pt idx="44245">
                  <c:v>24.45</c:v>
                </c:pt>
                <c:pt idx="44246">
                  <c:v>24.45</c:v>
                </c:pt>
                <c:pt idx="44247">
                  <c:v>24.5</c:v>
                </c:pt>
                <c:pt idx="44248">
                  <c:v>24.5</c:v>
                </c:pt>
                <c:pt idx="44249">
                  <c:v>24.55</c:v>
                </c:pt>
                <c:pt idx="44250">
                  <c:v>24.55</c:v>
                </c:pt>
                <c:pt idx="44251">
                  <c:v>24.6</c:v>
                </c:pt>
                <c:pt idx="44252">
                  <c:v>24.6</c:v>
                </c:pt>
                <c:pt idx="44253">
                  <c:v>24.6</c:v>
                </c:pt>
                <c:pt idx="44254">
                  <c:v>24.55</c:v>
                </c:pt>
                <c:pt idx="44255">
                  <c:v>24.55</c:v>
                </c:pt>
                <c:pt idx="44256">
                  <c:v>24.5</c:v>
                </c:pt>
                <c:pt idx="44257">
                  <c:v>24.45</c:v>
                </c:pt>
                <c:pt idx="44258">
                  <c:v>24.4</c:v>
                </c:pt>
                <c:pt idx="44259">
                  <c:v>24.4</c:v>
                </c:pt>
                <c:pt idx="44260">
                  <c:v>24.4</c:v>
                </c:pt>
                <c:pt idx="44261">
                  <c:v>24.35</c:v>
                </c:pt>
                <c:pt idx="44262">
                  <c:v>24.35</c:v>
                </c:pt>
                <c:pt idx="44263">
                  <c:v>24.35</c:v>
                </c:pt>
                <c:pt idx="44264">
                  <c:v>24.35</c:v>
                </c:pt>
                <c:pt idx="44265">
                  <c:v>24.35</c:v>
                </c:pt>
                <c:pt idx="44266">
                  <c:v>24.35</c:v>
                </c:pt>
                <c:pt idx="44267">
                  <c:v>24.35</c:v>
                </c:pt>
                <c:pt idx="44268">
                  <c:v>24.35</c:v>
                </c:pt>
                <c:pt idx="44269">
                  <c:v>24.35</c:v>
                </c:pt>
                <c:pt idx="44270">
                  <c:v>24.4</c:v>
                </c:pt>
                <c:pt idx="44271">
                  <c:v>24.4</c:v>
                </c:pt>
                <c:pt idx="44272">
                  <c:v>24.4</c:v>
                </c:pt>
                <c:pt idx="44273">
                  <c:v>24.45</c:v>
                </c:pt>
                <c:pt idx="44274">
                  <c:v>24.45</c:v>
                </c:pt>
                <c:pt idx="44275">
                  <c:v>24.5</c:v>
                </c:pt>
                <c:pt idx="44276">
                  <c:v>24.5</c:v>
                </c:pt>
                <c:pt idx="44277">
                  <c:v>24.55</c:v>
                </c:pt>
                <c:pt idx="44278">
                  <c:v>24.55</c:v>
                </c:pt>
                <c:pt idx="44279">
                  <c:v>24.6</c:v>
                </c:pt>
                <c:pt idx="44280">
                  <c:v>24.6</c:v>
                </c:pt>
                <c:pt idx="44281">
                  <c:v>24.65</c:v>
                </c:pt>
                <c:pt idx="44282">
                  <c:v>24.65</c:v>
                </c:pt>
                <c:pt idx="44283">
                  <c:v>24.65</c:v>
                </c:pt>
                <c:pt idx="44284">
                  <c:v>24.6</c:v>
                </c:pt>
                <c:pt idx="44285">
                  <c:v>24.6</c:v>
                </c:pt>
                <c:pt idx="44286">
                  <c:v>24.55</c:v>
                </c:pt>
                <c:pt idx="44287">
                  <c:v>24.5</c:v>
                </c:pt>
                <c:pt idx="44288">
                  <c:v>24.45</c:v>
                </c:pt>
                <c:pt idx="44289">
                  <c:v>24.4</c:v>
                </c:pt>
                <c:pt idx="44290">
                  <c:v>24.4</c:v>
                </c:pt>
                <c:pt idx="44291">
                  <c:v>24.35</c:v>
                </c:pt>
                <c:pt idx="44292">
                  <c:v>24.35</c:v>
                </c:pt>
                <c:pt idx="44293">
                  <c:v>24.35</c:v>
                </c:pt>
                <c:pt idx="44294">
                  <c:v>24.35</c:v>
                </c:pt>
                <c:pt idx="44295">
                  <c:v>24.35</c:v>
                </c:pt>
                <c:pt idx="44296">
                  <c:v>24.35</c:v>
                </c:pt>
                <c:pt idx="44297">
                  <c:v>24.35</c:v>
                </c:pt>
                <c:pt idx="44298">
                  <c:v>24.35</c:v>
                </c:pt>
                <c:pt idx="44299">
                  <c:v>24.35</c:v>
                </c:pt>
                <c:pt idx="44300">
                  <c:v>24.4</c:v>
                </c:pt>
                <c:pt idx="44301">
                  <c:v>24.4</c:v>
                </c:pt>
                <c:pt idx="44302">
                  <c:v>24.4</c:v>
                </c:pt>
                <c:pt idx="44303">
                  <c:v>24.45</c:v>
                </c:pt>
                <c:pt idx="44304">
                  <c:v>24.45</c:v>
                </c:pt>
                <c:pt idx="44305">
                  <c:v>24.5</c:v>
                </c:pt>
                <c:pt idx="44306">
                  <c:v>24.5</c:v>
                </c:pt>
                <c:pt idx="44307">
                  <c:v>24.55</c:v>
                </c:pt>
                <c:pt idx="44308">
                  <c:v>24.55</c:v>
                </c:pt>
                <c:pt idx="44309">
                  <c:v>24.6</c:v>
                </c:pt>
                <c:pt idx="44310">
                  <c:v>24.6</c:v>
                </c:pt>
                <c:pt idx="44311">
                  <c:v>24.6</c:v>
                </c:pt>
                <c:pt idx="44312">
                  <c:v>24.6</c:v>
                </c:pt>
                <c:pt idx="44313">
                  <c:v>24.6</c:v>
                </c:pt>
                <c:pt idx="44314">
                  <c:v>24.6</c:v>
                </c:pt>
                <c:pt idx="44315">
                  <c:v>24.55</c:v>
                </c:pt>
                <c:pt idx="44316">
                  <c:v>24.5</c:v>
                </c:pt>
                <c:pt idx="44317">
                  <c:v>24.45</c:v>
                </c:pt>
                <c:pt idx="44318">
                  <c:v>24.4</c:v>
                </c:pt>
                <c:pt idx="44319">
                  <c:v>24.4</c:v>
                </c:pt>
                <c:pt idx="44320">
                  <c:v>24.35</c:v>
                </c:pt>
                <c:pt idx="44321">
                  <c:v>24.35</c:v>
                </c:pt>
                <c:pt idx="44322">
                  <c:v>24.3</c:v>
                </c:pt>
                <c:pt idx="44323">
                  <c:v>24.35</c:v>
                </c:pt>
                <c:pt idx="44324">
                  <c:v>24.3</c:v>
                </c:pt>
                <c:pt idx="44325">
                  <c:v>24.3</c:v>
                </c:pt>
                <c:pt idx="44326">
                  <c:v>24.35</c:v>
                </c:pt>
                <c:pt idx="44327">
                  <c:v>24.35</c:v>
                </c:pt>
                <c:pt idx="44328">
                  <c:v>24.35</c:v>
                </c:pt>
                <c:pt idx="44329">
                  <c:v>24.4</c:v>
                </c:pt>
                <c:pt idx="44330">
                  <c:v>24.4</c:v>
                </c:pt>
                <c:pt idx="44331">
                  <c:v>24.4</c:v>
                </c:pt>
                <c:pt idx="44332">
                  <c:v>24.45</c:v>
                </c:pt>
                <c:pt idx="44333">
                  <c:v>24.45</c:v>
                </c:pt>
                <c:pt idx="44334">
                  <c:v>24.45</c:v>
                </c:pt>
                <c:pt idx="44335">
                  <c:v>24.5</c:v>
                </c:pt>
                <c:pt idx="44336">
                  <c:v>24.5</c:v>
                </c:pt>
                <c:pt idx="44337">
                  <c:v>24.55</c:v>
                </c:pt>
                <c:pt idx="44338">
                  <c:v>24.55</c:v>
                </c:pt>
                <c:pt idx="44339">
                  <c:v>24.55</c:v>
                </c:pt>
                <c:pt idx="44340">
                  <c:v>24.6</c:v>
                </c:pt>
                <c:pt idx="44341">
                  <c:v>24.6</c:v>
                </c:pt>
                <c:pt idx="44342">
                  <c:v>24.6</c:v>
                </c:pt>
                <c:pt idx="44343">
                  <c:v>24.6</c:v>
                </c:pt>
                <c:pt idx="44344">
                  <c:v>24.55</c:v>
                </c:pt>
                <c:pt idx="44345">
                  <c:v>24.5</c:v>
                </c:pt>
                <c:pt idx="44346">
                  <c:v>24.45</c:v>
                </c:pt>
                <c:pt idx="44347">
                  <c:v>24.4</c:v>
                </c:pt>
                <c:pt idx="44348">
                  <c:v>24.4</c:v>
                </c:pt>
                <c:pt idx="44349">
                  <c:v>24.35</c:v>
                </c:pt>
                <c:pt idx="44350">
                  <c:v>24.35</c:v>
                </c:pt>
                <c:pt idx="44351">
                  <c:v>24.3</c:v>
                </c:pt>
                <c:pt idx="44352">
                  <c:v>24.3</c:v>
                </c:pt>
                <c:pt idx="44353">
                  <c:v>24.3</c:v>
                </c:pt>
                <c:pt idx="44354">
                  <c:v>24.3</c:v>
                </c:pt>
                <c:pt idx="44355">
                  <c:v>24.3</c:v>
                </c:pt>
                <c:pt idx="44356">
                  <c:v>24.3</c:v>
                </c:pt>
                <c:pt idx="44357">
                  <c:v>24.35</c:v>
                </c:pt>
                <c:pt idx="44358">
                  <c:v>24.35</c:v>
                </c:pt>
                <c:pt idx="44359">
                  <c:v>24.35</c:v>
                </c:pt>
                <c:pt idx="44360">
                  <c:v>24.4</c:v>
                </c:pt>
                <c:pt idx="44361">
                  <c:v>24.4</c:v>
                </c:pt>
                <c:pt idx="44362">
                  <c:v>24.4</c:v>
                </c:pt>
                <c:pt idx="44363">
                  <c:v>24.45</c:v>
                </c:pt>
                <c:pt idx="44364">
                  <c:v>24.5</c:v>
                </c:pt>
                <c:pt idx="44365">
                  <c:v>24.5</c:v>
                </c:pt>
                <c:pt idx="44366">
                  <c:v>24.5</c:v>
                </c:pt>
                <c:pt idx="44367">
                  <c:v>24.55</c:v>
                </c:pt>
                <c:pt idx="44368">
                  <c:v>24.55</c:v>
                </c:pt>
                <c:pt idx="44369">
                  <c:v>24.55</c:v>
                </c:pt>
                <c:pt idx="44370">
                  <c:v>24.6</c:v>
                </c:pt>
                <c:pt idx="44371">
                  <c:v>24.6</c:v>
                </c:pt>
                <c:pt idx="44372">
                  <c:v>24.6</c:v>
                </c:pt>
                <c:pt idx="44373">
                  <c:v>24.55</c:v>
                </c:pt>
                <c:pt idx="44374">
                  <c:v>24.55</c:v>
                </c:pt>
                <c:pt idx="44375">
                  <c:v>24.5</c:v>
                </c:pt>
                <c:pt idx="44376">
                  <c:v>24.45</c:v>
                </c:pt>
                <c:pt idx="44377">
                  <c:v>24.4</c:v>
                </c:pt>
                <c:pt idx="44378">
                  <c:v>24.35</c:v>
                </c:pt>
                <c:pt idx="44379">
                  <c:v>24.35</c:v>
                </c:pt>
                <c:pt idx="44380">
                  <c:v>24.35</c:v>
                </c:pt>
                <c:pt idx="44381">
                  <c:v>24.3</c:v>
                </c:pt>
                <c:pt idx="44382">
                  <c:v>24.3</c:v>
                </c:pt>
                <c:pt idx="44383">
                  <c:v>24.3</c:v>
                </c:pt>
                <c:pt idx="44384">
                  <c:v>24.3</c:v>
                </c:pt>
                <c:pt idx="44385">
                  <c:v>24.3</c:v>
                </c:pt>
                <c:pt idx="44386">
                  <c:v>24.3</c:v>
                </c:pt>
                <c:pt idx="44387">
                  <c:v>24.35</c:v>
                </c:pt>
                <c:pt idx="44388">
                  <c:v>24.35</c:v>
                </c:pt>
                <c:pt idx="44389">
                  <c:v>24.35</c:v>
                </c:pt>
                <c:pt idx="44390">
                  <c:v>24.4</c:v>
                </c:pt>
                <c:pt idx="44391">
                  <c:v>24.4</c:v>
                </c:pt>
                <c:pt idx="44392">
                  <c:v>24.45</c:v>
                </c:pt>
                <c:pt idx="44393">
                  <c:v>24.45</c:v>
                </c:pt>
                <c:pt idx="44394">
                  <c:v>24.45</c:v>
                </c:pt>
                <c:pt idx="44395">
                  <c:v>24.5</c:v>
                </c:pt>
                <c:pt idx="44396">
                  <c:v>24.5</c:v>
                </c:pt>
                <c:pt idx="44397">
                  <c:v>24.5</c:v>
                </c:pt>
                <c:pt idx="44398">
                  <c:v>24.5</c:v>
                </c:pt>
                <c:pt idx="44399">
                  <c:v>24.55</c:v>
                </c:pt>
                <c:pt idx="44400">
                  <c:v>24.55</c:v>
                </c:pt>
                <c:pt idx="44401">
                  <c:v>24.55</c:v>
                </c:pt>
                <c:pt idx="44402">
                  <c:v>24.55</c:v>
                </c:pt>
                <c:pt idx="44403">
                  <c:v>24.55</c:v>
                </c:pt>
                <c:pt idx="44404">
                  <c:v>24.5</c:v>
                </c:pt>
                <c:pt idx="44405">
                  <c:v>24.5</c:v>
                </c:pt>
                <c:pt idx="44406">
                  <c:v>24.45</c:v>
                </c:pt>
                <c:pt idx="44407">
                  <c:v>24.4</c:v>
                </c:pt>
                <c:pt idx="44408">
                  <c:v>24.35</c:v>
                </c:pt>
                <c:pt idx="44409">
                  <c:v>24.35</c:v>
                </c:pt>
                <c:pt idx="44410">
                  <c:v>24.3</c:v>
                </c:pt>
                <c:pt idx="44411">
                  <c:v>24.3</c:v>
                </c:pt>
                <c:pt idx="44412">
                  <c:v>24.3</c:v>
                </c:pt>
                <c:pt idx="44413">
                  <c:v>24.3</c:v>
                </c:pt>
                <c:pt idx="44414">
                  <c:v>24.3</c:v>
                </c:pt>
                <c:pt idx="44415">
                  <c:v>24.3</c:v>
                </c:pt>
                <c:pt idx="44416">
                  <c:v>24.35</c:v>
                </c:pt>
                <c:pt idx="44417">
                  <c:v>24.35</c:v>
                </c:pt>
                <c:pt idx="44418">
                  <c:v>24.35</c:v>
                </c:pt>
                <c:pt idx="44419">
                  <c:v>24.35</c:v>
                </c:pt>
                <c:pt idx="44420">
                  <c:v>24.4</c:v>
                </c:pt>
                <c:pt idx="44421">
                  <c:v>24.4</c:v>
                </c:pt>
                <c:pt idx="44422">
                  <c:v>24.45</c:v>
                </c:pt>
                <c:pt idx="44423">
                  <c:v>24.45</c:v>
                </c:pt>
                <c:pt idx="44424">
                  <c:v>24.45</c:v>
                </c:pt>
                <c:pt idx="44425">
                  <c:v>24.5</c:v>
                </c:pt>
                <c:pt idx="44426">
                  <c:v>24.5</c:v>
                </c:pt>
                <c:pt idx="44427">
                  <c:v>24.55</c:v>
                </c:pt>
                <c:pt idx="44428">
                  <c:v>24.55</c:v>
                </c:pt>
                <c:pt idx="44429">
                  <c:v>24.55</c:v>
                </c:pt>
                <c:pt idx="44430">
                  <c:v>24.6</c:v>
                </c:pt>
                <c:pt idx="44431">
                  <c:v>24.6</c:v>
                </c:pt>
                <c:pt idx="44432">
                  <c:v>24.6</c:v>
                </c:pt>
                <c:pt idx="44433">
                  <c:v>24.6</c:v>
                </c:pt>
                <c:pt idx="44434">
                  <c:v>24.55</c:v>
                </c:pt>
                <c:pt idx="44435">
                  <c:v>24.5</c:v>
                </c:pt>
                <c:pt idx="44436">
                  <c:v>24.5</c:v>
                </c:pt>
                <c:pt idx="44437">
                  <c:v>24.45</c:v>
                </c:pt>
                <c:pt idx="44438">
                  <c:v>24.4</c:v>
                </c:pt>
                <c:pt idx="44439">
                  <c:v>24.4</c:v>
                </c:pt>
                <c:pt idx="44440">
                  <c:v>24.35</c:v>
                </c:pt>
                <c:pt idx="44441">
                  <c:v>24.35</c:v>
                </c:pt>
                <c:pt idx="44442">
                  <c:v>24.35</c:v>
                </c:pt>
                <c:pt idx="44443">
                  <c:v>24.35</c:v>
                </c:pt>
                <c:pt idx="44444">
                  <c:v>24.35</c:v>
                </c:pt>
                <c:pt idx="44445">
                  <c:v>24.3</c:v>
                </c:pt>
                <c:pt idx="44446">
                  <c:v>24.35</c:v>
                </c:pt>
                <c:pt idx="44447">
                  <c:v>24.35</c:v>
                </c:pt>
                <c:pt idx="44448">
                  <c:v>24.35</c:v>
                </c:pt>
                <c:pt idx="44449">
                  <c:v>24.35</c:v>
                </c:pt>
                <c:pt idx="44450">
                  <c:v>24.35</c:v>
                </c:pt>
                <c:pt idx="44451">
                  <c:v>24.4</c:v>
                </c:pt>
                <c:pt idx="44452">
                  <c:v>24.4</c:v>
                </c:pt>
                <c:pt idx="44453">
                  <c:v>24.45</c:v>
                </c:pt>
                <c:pt idx="44454">
                  <c:v>24.45</c:v>
                </c:pt>
                <c:pt idx="44455">
                  <c:v>24.45</c:v>
                </c:pt>
                <c:pt idx="44456">
                  <c:v>24.5</c:v>
                </c:pt>
                <c:pt idx="44457">
                  <c:v>24.5</c:v>
                </c:pt>
                <c:pt idx="44458">
                  <c:v>24.55</c:v>
                </c:pt>
                <c:pt idx="44459">
                  <c:v>24.6</c:v>
                </c:pt>
                <c:pt idx="44460">
                  <c:v>24.6</c:v>
                </c:pt>
                <c:pt idx="44461">
                  <c:v>24.6</c:v>
                </c:pt>
                <c:pt idx="44462">
                  <c:v>24.6</c:v>
                </c:pt>
                <c:pt idx="44463">
                  <c:v>24.6</c:v>
                </c:pt>
                <c:pt idx="44464">
                  <c:v>24.6</c:v>
                </c:pt>
                <c:pt idx="44465">
                  <c:v>24.55</c:v>
                </c:pt>
                <c:pt idx="44466">
                  <c:v>24.5</c:v>
                </c:pt>
                <c:pt idx="44467">
                  <c:v>24.45</c:v>
                </c:pt>
                <c:pt idx="44468">
                  <c:v>24.45</c:v>
                </c:pt>
                <c:pt idx="44469">
                  <c:v>24.4</c:v>
                </c:pt>
                <c:pt idx="44470">
                  <c:v>24.4</c:v>
                </c:pt>
                <c:pt idx="44471">
                  <c:v>24.35</c:v>
                </c:pt>
                <c:pt idx="44472">
                  <c:v>24.35</c:v>
                </c:pt>
                <c:pt idx="44473">
                  <c:v>24.35</c:v>
                </c:pt>
                <c:pt idx="44474">
                  <c:v>24.35</c:v>
                </c:pt>
                <c:pt idx="44475">
                  <c:v>24.35</c:v>
                </c:pt>
                <c:pt idx="44476">
                  <c:v>24.35</c:v>
                </c:pt>
                <c:pt idx="44477">
                  <c:v>24.35</c:v>
                </c:pt>
                <c:pt idx="44478">
                  <c:v>24.35</c:v>
                </c:pt>
                <c:pt idx="44479">
                  <c:v>24.35</c:v>
                </c:pt>
                <c:pt idx="44480">
                  <c:v>24.35</c:v>
                </c:pt>
                <c:pt idx="44481">
                  <c:v>24.4</c:v>
                </c:pt>
                <c:pt idx="44482">
                  <c:v>24.4</c:v>
                </c:pt>
                <c:pt idx="44483">
                  <c:v>24.45</c:v>
                </c:pt>
                <c:pt idx="44484">
                  <c:v>24.45</c:v>
                </c:pt>
                <c:pt idx="44485">
                  <c:v>24.45</c:v>
                </c:pt>
                <c:pt idx="44486">
                  <c:v>24.5</c:v>
                </c:pt>
                <c:pt idx="44487">
                  <c:v>24.5</c:v>
                </c:pt>
                <c:pt idx="44488">
                  <c:v>24.55</c:v>
                </c:pt>
                <c:pt idx="44489">
                  <c:v>24.55</c:v>
                </c:pt>
                <c:pt idx="44490">
                  <c:v>24.6</c:v>
                </c:pt>
                <c:pt idx="44491">
                  <c:v>24.6</c:v>
                </c:pt>
                <c:pt idx="44492">
                  <c:v>24.6</c:v>
                </c:pt>
                <c:pt idx="44493">
                  <c:v>24.6</c:v>
                </c:pt>
                <c:pt idx="44494">
                  <c:v>24.6</c:v>
                </c:pt>
                <c:pt idx="44495">
                  <c:v>24.55</c:v>
                </c:pt>
                <c:pt idx="44496">
                  <c:v>24.5</c:v>
                </c:pt>
                <c:pt idx="44497">
                  <c:v>24.45</c:v>
                </c:pt>
                <c:pt idx="44498">
                  <c:v>24.45</c:v>
                </c:pt>
                <c:pt idx="44499">
                  <c:v>24.4</c:v>
                </c:pt>
                <c:pt idx="44500">
                  <c:v>24.4</c:v>
                </c:pt>
                <c:pt idx="44501">
                  <c:v>24.35</c:v>
                </c:pt>
                <c:pt idx="44502">
                  <c:v>24.35</c:v>
                </c:pt>
                <c:pt idx="44503">
                  <c:v>24.35</c:v>
                </c:pt>
                <c:pt idx="44504">
                  <c:v>24.3</c:v>
                </c:pt>
                <c:pt idx="44505">
                  <c:v>24.3</c:v>
                </c:pt>
                <c:pt idx="44506">
                  <c:v>24.35</c:v>
                </c:pt>
                <c:pt idx="44507">
                  <c:v>24.35</c:v>
                </c:pt>
                <c:pt idx="44508">
                  <c:v>24.35</c:v>
                </c:pt>
                <c:pt idx="44509">
                  <c:v>24.35</c:v>
                </c:pt>
                <c:pt idx="44510">
                  <c:v>24.4</c:v>
                </c:pt>
                <c:pt idx="44511">
                  <c:v>24.4</c:v>
                </c:pt>
                <c:pt idx="44512">
                  <c:v>24.4</c:v>
                </c:pt>
                <c:pt idx="44513">
                  <c:v>24.45</c:v>
                </c:pt>
                <c:pt idx="44514">
                  <c:v>24.45</c:v>
                </c:pt>
                <c:pt idx="44515">
                  <c:v>24.5</c:v>
                </c:pt>
                <c:pt idx="44516">
                  <c:v>24.5</c:v>
                </c:pt>
                <c:pt idx="44517">
                  <c:v>24.55</c:v>
                </c:pt>
                <c:pt idx="44518">
                  <c:v>24.55</c:v>
                </c:pt>
                <c:pt idx="44519">
                  <c:v>24.6</c:v>
                </c:pt>
                <c:pt idx="44520">
                  <c:v>24.6</c:v>
                </c:pt>
                <c:pt idx="44521">
                  <c:v>24.6</c:v>
                </c:pt>
                <c:pt idx="44522">
                  <c:v>24.6</c:v>
                </c:pt>
                <c:pt idx="44523">
                  <c:v>24.6</c:v>
                </c:pt>
                <c:pt idx="44524">
                  <c:v>24.55</c:v>
                </c:pt>
                <c:pt idx="44525">
                  <c:v>24.55</c:v>
                </c:pt>
                <c:pt idx="44526">
                  <c:v>24.5</c:v>
                </c:pt>
                <c:pt idx="44527">
                  <c:v>24.45</c:v>
                </c:pt>
                <c:pt idx="44528">
                  <c:v>24.4</c:v>
                </c:pt>
                <c:pt idx="44529">
                  <c:v>24.4</c:v>
                </c:pt>
                <c:pt idx="44530">
                  <c:v>24.35</c:v>
                </c:pt>
                <c:pt idx="44531">
                  <c:v>24.35</c:v>
                </c:pt>
                <c:pt idx="44532">
                  <c:v>24.3</c:v>
                </c:pt>
                <c:pt idx="44533">
                  <c:v>24.3</c:v>
                </c:pt>
                <c:pt idx="44534">
                  <c:v>24.3</c:v>
                </c:pt>
                <c:pt idx="44535">
                  <c:v>24.3</c:v>
                </c:pt>
                <c:pt idx="44536">
                  <c:v>24.3</c:v>
                </c:pt>
                <c:pt idx="44537">
                  <c:v>24.3</c:v>
                </c:pt>
                <c:pt idx="44538">
                  <c:v>24.35</c:v>
                </c:pt>
                <c:pt idx="44539">
                  <c:v>24.35</c:v>
                </c:pt>
                <c:pt idx="44540">
                  <c:v>24.35</c:v>
                </c:pt>
                <c:pt idx="44541">
                  <c:v>24.4</c:v>
                </c:pt>
                <c:pt idx="44542">
                  <c:v>24.4</c:v>
                </c:pt>
                <c:pt idx="44543">
                  <c:v>24.4</c:v>
                </c:pt>
                <c:pt idx="44544">
                  <c:v>24.45</c:v>
                </c:pt>
                <c:pt idx="44545">
                  <c:v>24.5</c:v>
                </c:pt>
                <c:pt idx="44546">
                  <c:v>24.5</c:v>
                </c:pt>
                <c:pt idx="44547">
                  <c:v>24.5</c:v>
                </c:pt>
                <c:pt idx="44548">
                  <c:v>24.55</c:v>
                </c:pt>
                <c:pt idx="44549">
                  <c:v>24.55</c:v>
                </c:pt>
                <c:pt idx="44550">
                  <c:v>24.6</c:v>
                </c:pt>
                <c:pt idx="44551">
                  <c:v>24.6</c:v>
                </c:pt>
                <c:pt idx="44552">
                  <c:v>24.6</c:v>
                </c:pt>
                <c:pt idx="44553">
                  <c:v>24.6</c:v>
                </c:pt>
                <c:pt idx="44554">
                  <c:v>24.6</c:v>
                </c:pt>
                <c:pt idx="44555">
                  <c:v>24.55</c:v>
                </c:pt>
                <c:pt idx="44556">
                  <c:v>24.5</c:v>
                </c:pt>
                <c:pt idx="44557">
                  <c:v>24.45</c:v>
                </c:pt>
                <c:pt idx="44558">
                  <c:v>24.45</c:v>
                </c:pt>
                <c:pt idx="44559">
                  <c:v>24.4</c:v>
                </c:pt>
                <c:pt idx="44560">
                  <c:v>24.35</c:v>
                </c:pt>
                <c:pt idx="44561">
                  <c:v>24.35</c:v>
                </c:pt>
                <c:pt idx="44562">
                  <c:v>24.35</c:v>
                </c:pt>
                <c:pt idx="44563">
                  <c:v>24.3</c:v>
                </c:pt>
                <c:pt idx="44564">
                  <c:v>24.3</c:v>
                </c:pt>
                <c:pt idx="44565">
                  <c:v>24.3</c:v>
                </c:pt>
                <c:pt idx="44566">
                  <c:v>24.35</c:v>
                </c:pt>
                <c:pt idx="44567">
                  <c:v>24.35</c:v>
                </c:pt>
                <c:pt idx="44568">
                  <c:v>24.35</c:v>
                </c:pt>
                <c:pt idx="44569">
                  <c:v>24.35</c:v>
                </c:pt>
                <c:pt idx="44570">
                  <c:v>24.35</c:v>
                </c:pt>
                <c:pt idx="44571">
                  <c:v>24.4</c:v>
                </c:pt>
                <c:pt idx="44572">
                  <c:v>24.4</c:v>
                </c:pt>
                <c:pt idx="44573">
                  <c:v>24.45</c:v>
                </c:pt>
                <c:pt idx="44574">
                  <c:v>24.45</c:v>
                </c:pt>
                <c:pt idx="44575">
                  <c:v>24.5</c:v>
                </c:pt>
                <c:pt idx="44576">
                  <c:v>24.5</c:v>
                </c:pt>
                <c:pt idx="44577">
                  <c:v>24.5</c:v>
                </c:pt>
                <c:pt idx="44578">
                  <c:v>24.55</c:v>
                </c:pt>
                <c:pt idx="44579">
                  <c:v>24.55</c:v>
                </c:pt>
                <c:pt idx="44580">
                  <c:v>24.6</c:v>
                </c:pt>
                <c:pt idx="44581">
                  <c:v>24.6</c:v>
                </c:pt>
                <c:pt idx="44582">
                  <c:v>24.6</c:v>
                </c:pt>
                <c:pt idx="44583">
                  <c:v>24.6</c:v>
                </c:pt>
                <c:pt idx="44584">
                  <c:v>24.55</c:v>
                </c:pt>
                <c:pt idx="44585">
                  <c:v>24.5</c:v>
                </c:pt>
                <c:pt idx="44586">
                  <c:v>24.5</c:v>
                </c:pt>
                <c:pt idx="44587">
                  <c:v>24.45</c:v>
                </c:pt>
                <c:pt idx="44588">
                  <c:v>24.4</c:v>
                </c:pt>
                <c:pt idx="44589">
                  <c:v>24.35</c:v>
                </c:pt>
                <c:pt idx="44590">
                  <c:v>24.35</c:v>
                </c:pt>
                <c:pt idx="44591">
                  <c:v>24.35</c:v>
                </c:pt>
                <c:pt idx="44592">
                  <c:v>24.3</c:v>
                </c:pt>
                <c:pt idx="44593">
                  <c:v>24.3</c:v>
                </c:pt>
                <c:pt idx="44594">
                  <c:v>24.3</c:v>
                </c:pt>
                <c:pt idx="44595">
                  <c:v>24.3</c:v>
                </c:pt>
                <c:pt idx="44596">
                  <c:v>24.3</c:v>
                </c:pt>
                <c:pt idx="44597">
                  <c:v>24.3</c:v>
                </c:pt>
                <c:pt idx="44598">
                  <c:v>24.35</c:v>
                </c:pt>
                <c:pt idx="44599">
                  <c:v>24.35</c:v>
                </c:pt>
                <c:pt idx="44600">
                  <c:v>24.35</c:v>
                </c:pt>
                <c:pt idx="44601">
                  <c:v>24.35</c:v>
                </c:pt>
                <c:pt idx="44602">
                  <c:v>24.4</c:v>
                </c:pt>
                <c:pt idx="44603">
                  <c:v>24.4</c:v>
                </c:pt>
                <c:pt idx="44604">
                  <c:v>24.4</c:v>
                </c:pt>
                <c:pt idx="44605">
                  <c:v>24.45</c:v>
                </c:pt>
                <c:pt idx="44606">
                  <c:v>24.45</c:v>
                </c:pt>
                <c:pt idx="44607">
                  <c:v>24.5</c:v>
                </c:pt>
                <c:pt idx="44608">
                  <c:v>24.5</c:v>
                </c:pt>
                <c:pt idx="44609">
                  <c:v>24.55</c:v>
                </c:pt>
                <c:pt idx="44610">
                  <c:v>24.55</c:v>
                </c:pt>
                <c:pt idx="44611">
                  <c:v>24.6</c:v>
                </c:pt>
                <c:pt idx="44612">
                  <c:v>24.6</c:v>
                </c:pt>
                <c:pt idx="44613">
                  <c:v>24.6</c:v>
                </c:pt>
                <c:pt idx="44614">
                  <c:v>24.55</c:v>
                </c:pt>
                <c:pt idx="44615">
                  <c:v>24.55</c:v>
                </c:pt>
                <c:pt idx="44616">
                  <c:v>24.5</c:v>
                </c:pt>
                <c:pt idx="44617">
                  <c:v>24.45</c:v>
                </c:pt>
                <c:pt idx="44618">
                  <c:v>24.4</c:v>
                </c:pt>
                <c:pt idx="44619">
                  <c:v>24.4</c:v>
                </c:pt>
                <c:pt idx="44620">
                  <c:v>24.35</c:v>
                </c:pt>
                <c:pt idx="44621">
                  <c:v>24.35</c:v>
                </c:pt>
                <c:pt idx="44622">
                  <c:v>24.35</c:v>
                </c:pt>
                <c:pt idx="44623">
                  <c:v>24.35</c:v>
                </c:pt>
                <c:pt idx="44624">
                  <c:v>24.3</c:v>
                </c:pt>
                <c:pt idx="44625">
                  <c:v>24.35</c:v>
                </c:pt>
                <c:pt idx="44626">
                  <c:v>24.35</c:v>
                </c:pt>
                <c:pt idx="44627">
                  <c:v>24.35</c:v>
                </c:pt>
                <c:pt idx="44628">
                  <c:v>24.35</c:v>
                </c:pt>
                <c:pt idx="44629">
                  <c:v>24.35</c:v>
                </c:pt>
                <c:pt idx="44630">
                  <c:v>24.35</c:v>
                </c:pt>
                <c:pt idx="44631">
                  <c:v>24.4</c:v>
                </c:pt>
                <c:pt idx="44632">
                  <c:v>24.4</c:v>
                </c:pt>
                <c:pt idx="44633">
                  <c:v>24.4</c:v>
                </c:pt>
                <c:pt idx="44634">
                  <c:v>24.4</c:v>
                </c:pt>
                <c:pt idx="44635">
                  <c:v>24.45</c:v>
                </c:pt>
                <c:pt idx="44636">
                  <c:v>24.45</c:v>
                </c:pt>
                <c:pt idx="44637">
                  <c:v>24.5</c:v>
                </c:pt>
                <c:pt idx="44638">
                  <c:v>24.5</c:v>
                </c:pt>
                <c:pt idx="44639">
                  <c:v>24.5</c:v>
                </c:pt>
                <c:pt idx="44640">
                  <c:v>24.55</c:v>
                </c:pt>
                <c:pt idx="44641">
                  <c:v>24.55</c:v>
                </c:pt>
                <c:pt idx="44642">
                  <c:v>24.55</c:v>
                </c:pt>
                <c:pt idx="44643">
                  <c:v>24.6</c:v>
                </c:pt>
                <c:pt idx="44644">
                  <c:v>24.55</c:v>
                </c:pt>
                <c:pt idx="44645">
                  <c:v>24.5</c:v>
                </c:pt>
                <c:pt idx="44646">
                  <c:v>24.45</c:v>
                </c:pt>
                <c:pt idx="44647">
                  <c:v>24.4</c:v>
                </c:pt>
                <c:pt idx="44648">
                  <c:v>24.4</c:v>
                </c:pt>
                <c:pt idx="44649">
                  <c:v>24.35</c:v>
                </c:pt>
                <c:pt idx="44650">
                  <c:v>24.35</c:v>
                </c:pt>
                <c:pt idx="44651">
                  <c:v>24.35</c:v>
                </c:pt>
                <c:pt idx="44652">
                  <c:v>24.35</c:v>
                </c:pt>
                <c:pt idx="44653">
                  <c:v>24.35</c:v>
                </c:pt>
                <c:pt idx="44654">
                  <c:v>24.35</c:v>
                </c:pt>
                <c:pt idx="44655">
                  <c:v>24.35</c:v>
                </c:pt>
                <c:pt idx="44656">
                  <c:v>24.35</c:v>
                </c:pt>
                <c:pt idx="44657">
                  <c:v>24.4</c:v>
                </c:pt>
                <c:pt idx="44658">
                  <c:v>24.4</c:v>
                </c:pt>
                <c:pt idx="44659">
                  <c:v>24.4</c:v>
                </c:pt>
                <c:pt idx="44660">
                  <c:v>24.4</c:v>
                </c:pt>
                <c:pt idx="44661">
                  <c:v>24.4</c:v>
                </c:pt>
                <c:pt idx="44662">
                  <c:v>24.45</c:v>
                </c:pt>
                <c:pt idx="44663">
                  <c:v>24.45</c:v>
                </c:pt>
                <c:pt idx="44664">
                  <c:v>24.5</c:v>
                </c:pt>
                <c:pt idx="44665">
                  <c:v>24.5</c:v>
                </c:pt>
                <c:pt idx="44666">
                  <c:v>24.5</c:v>
                </c:pt>
                <c:pt idx="44667">
                  <c:v>24.55</c:v>
                </c:pt>
                <c:pt idx="44668">
                  <c:v>24.55</c:v>
                </c:pt>
                <c:pt idx="44669">
                  <c:v>24.55</c:v>
                </c:pt>
                <c:pt idx="44670">
                  <c:v>24.6</c:v>
                </c:pt>
                <c:pt idx="44671">
                  <c:v>24.6</c:v>
                </c:pt>
                <c:pt idx="44672">
                  <c:v>24.6</c:v>
                </c:pt>
                <c:pt idx="44673">
                  <c:v>24.6</c:v>
                </c:pt>
                <c:pt idx="44674">
                  <c:v>24.55</c:v>
                </c:pt>
                <c:pt idx="44675">
                  <c:v>24.55</c:v>
                </c:pt>
                <c:pt idx="44676">
                  <c:v>24.45</c:v>
                </c:pt>
                <c:pt idx="44677">
                  <c:v>24.45</c:v>
                </c:pt>
                <c:pt idx="44678">
                  <c:v>24.4</c:v>
                </c:pt>
                <c:pt idx="44679">
                  <c:v>24.4</c:v>
                </c:pt>
                <c:pt idx="44680">
                  <c:v>24.4</c:v>
                </c:pt>
                <c:pt idx="44681">
                  <c:v>24.35</c:v>
                </c:pt>
                <c:pt idx="44682">
                  <c:v>24.35</c:v>
                </c:pt>
                <c:pt idx="44683">
                  <c:v>24.35</c:v>
                </c:pt>
                <c:pt idx="44684">
                  <c:v>24.35</c:v>
                </c:pt>
                <c:pt idx="44685">
                  <c:v>24.35</c:v>
                </c:pt>
                <c:pt idx="44686">
                  <c:v>24.35</c:v>
                </c:pt>
                <c:pt idx="44687">
                  <c:v>24.35</c:v>
                </c:pt>
                <c:pt idx="44688">
                  <c:v>24.35</c:v>
                </c:pt>
                <c:pt idx="44689">
                  <c:v>24.35</c:v>
                </c:pt>
                <c:pt idx="44690">
                  <c:v>24.35</c:v>
                </c:pt>
                <c:pt idx="44691">
                  <c:v>24.4</c:v>
                </c:pt>
                <c:pt idx="44692">
                  <c:v>24.4</c:v>
                </c:pt>
                <c:pt idx="44693">
                  <c:v>24.4</c:v>
                </c:pt>
                <c:pt idx="44694">
                  <c:v>24.45</c:v>
                </c:pt>
                <c:pt idx="44695">
                  <c:v>24.45</c:v>
                </c:pt>
                <c:pt idx="44696">
                  <c:v>24.5</c:v>
                </c:pt>
                <c:pt idx="44697">
                  <c:v>24.5</c:v>
                </c:pt>
                <c:pt idx="44698">
                  <c:v>24.5</c:v>
                </c:pt>
                <c:pt idx="44699">
                  <c:v>24.55</c:v>
                </c:pt>
                <c:pt idx="44700">
                  <c:v>24.55</c:v>
                </c:pt>
                <c:pt idx="44701">
                  <c:v>24.6</c:v>
                </c:pt>
                <c:pt idx="44702">
                  <c:v>24.6</c:v>
                </c:pt>
                <c:pt idx="44703">
                  <c:v>24.6</c:v>
                </c:pt>
                <c:pt idx="44704">
                  <c:v>24.55</c:v>
                </c:pt>
                <c:pt idx="44705">
                  <c:v>24.5</c:v>
                </c:pt>
                <c:pt idx="44706">
                  <c:v>24.45</c:v>
                </c:pt>
                <c:pt idx="44707">
                  <c:v>24.4</c:v>
                </c:pt>
                <c:pt idx="44708">
                  <c:v>24.4</c:v>
                </c:pt>
                <c:pt idx="44709">
                  <c:v>24.35</c:v>
                </c:pt>
                <c:pt idx="44710">
                  <c:v>24.35</c:v>
                </c:pt>
                <c:pt idx="44711">
                  <c:v>24.3</c:v>
                </c:pt>
                <c:pt idx="44712">
                  <c:v>24.3</c:v>
                </c:pt>
                <c:pt idx="44713">
                  <c:v>24.3</c:v>
                </c:pt>
                <c:pt idx="44714">
                  <c:v>24.3</c:v>
                </c:pt>
                <c:pt idx="44715">
                  <c:v>24.3</c:v>
                </c:pt>
                <c:pt idx="44716">
                  <c:v>24.3</c:v>
                </c:pt>
                <c:pt idx="44717">
                  <c:v>24.35</c:v>
                </c:pt>
                <c:pt idx="44718">
                  <c:v>24.35</c:v>
                </c:pt>
                <c:pt idx="44719">
                  <c:v>24.35</c:v>
                </c:pt>
                <c:pt idx="44720">
                  <c:v>24.35</c:v>
                </c:pt>
                <c:pt idx="44721">
                  <c:v>24.35</c:v>
                </c:pt>
                <c:pt idx="44722">
                  <c:v>24.4</c:v>
                </c:pt>
                <c:pt idx="44723">
                  <c:v>24.4</c:v>
                </c:pt>
                <c:pt idx="44724">
                  <c:v>24.45</c:v>
                </c:pt>
                <c:pt idx="44725">
                  <c:v>24.45</c:v>
                </c:pt>
                <c:pt idx="44726">
                  <c:v>24.5</c:v>
                </c:pt>
                <c:pt idx="44727">
                  <c:v>24.5</c:v>
                </c:pt>
                <c:pt idx="44728">
                  <c:v>24.55</c:v>
                </c:pt>
                <c:pt idx="44729">
                  <c:v>24.55</c:v>
                </c:pt>
                <c:pt idx="44730">
                  <c:v>24.55</c:v>
                </c:pt>
                <c:pt idx="44731">
                  <c:v>24.6</c:v>
                </c:pt>
                <c:pt idx="44732">
                  <c:v>24.6</c:v>
                </c:pt>
                <c:pt idx="44733">
                  <c:v>24.6</c:v>
                </c:pt>
                <c:pt idx="44734">
                  <c:v>24.55</c:v>
                </c:pt>
                <c:pt idx="44735">
                  <c:v>24.5</c:v>
                </c:pt>
                <c:pt idx="44736">
                  <c:v>24.45</c:v>
                </c:pt>
                <c:pt idx="44737">
                  <c:v>24.4</c:v>
                </c:pt>
                <c:pt idx="44738">
                  <c:v>24.35</c:v>
                </c:pt>
                <c:pt idx="44739">
                  <c:v>24.35</c:v>
                </c:pt>
                <c:pt idx="44740">
                  <c:v>24.3</c:v>
                </c:pt>
                <c:pt idx="44741">
                  <c:v>24.3</c:v>
                </c:pt>
                <c:pt idx="44742">
                  <c:v>24.3</c:v>
                </c:pt>
                <c:pt idx="44743">
                  <c:v>24.3</c:v>
                </c:pt>
                <c:pt idx="44744">
                  <c:v>24.3</c:v>
                </c:pt>
                <c:pt idx="44745">
                  <c:v>24.3</c:v>
                </c:pt>
                <c:pt idx="44746">
                  <c:v>24.3</c:v>
                </c:pt>
                <c:pt idx="44747">
                  <c:v>24.3</c:v>
                </c:pt>
                <c:pt idx="44748">
                  <c:v>24.35</c:v>
                </c:pt>
                <c:pt idx="44749">
                  <c:v>24.35</c:v>
                </c:pt>
                <c:pt idx="44750">
                  <c:v>24.35</c:v>
                </c:pt>
                <c:pt idx="44751">
                  <c:v>24.35</c:v>
                </c:pt>
                <c:pt idx="44752">
                  <c:v>24.4</c:v>
                </c:pt>
                <c:pt idx="44753">
                  <c:v>24.4</c:v>
                </c:pt>
                <c:pt idx="44754">
                  <c:v>24.45</c:v>
                </c:pt>
                <c:pt idx="44755">
                  <c:v>24.45</c:v>
                </c:pt>
                <c:pt idx="44756">
                  <c:v>24.5</c:v>
                </c:pt>
                <c:pt idx="44757">
                  <c:v>24.5</c:v>
                </c:pt>
                <c:pt idx="44758">
                  <c:v>24.5</c:v>
                </c:pt>
                <c:pt idx="44759">
                  <c:v>24.55</c:v>
                </c:pt>
                <c:pt idx="44760">
                  <c:v>24.55</c:v>
                </c:pt>
                <c:pt idx="44761">
                  <c:v>24.6</c:v>
                </c:pt>
                <c:pt idx="44762">
                  <c:v>24.6</c:v>
                </c:pt>
                <c:pt idx="44763">
                  <c:v>24.55</c:v>
                </c:pt>
                <c:pt idx="44764">
                  <c:v>24.55</c:v>
                </c:pt>
                <c:pt idx="44765">
                  <c:v>24.5</c:v>
                </c:pt>
                <c:pt idx="44766">
                  <c:v>24.45</c:v>
                </c:pt>
                <c:pt idx="44767">
                  <c:v>24.4</c:v>
                </c:pt>
                <c:pt idx="44768">
                  <c:v>24.35</c:v>
                </c:pt>
                <c:pt idx="44769">
                  <c:v>24.3</c:v>
                </c:pt>
                <c:pt idx="44770">
                  <c:v>24.3</c:v>
                </c:pt>
                <c:pt idx="44771">
                  <c:v>24.3</c:v>
                </c:pt>
                <c:pt idx="44772">
                  <c:v>24.3</c:v>
                </c:pt>
                <c:pt idx="44773">
                  <c:v>24.3</c:v>
                </c:pt>
                <c:pt idx="44774">
                  <c:v>24.3</c:v>
                </c:pt>
                <c:pt idx="44775">
                  <c:v>24.3</c:v>
                </c:pt>
                <c:pt idx="44776">
                  <c:v>24.3</c:v>
                </c:pt>
                <c:pt idx="44777">
                  <c:v>24.3</c:v>
                </c:pt>
                <c:pt idx="44778">
                  <c:v>24.3</c:v>
                </c:pt>
                <c:pt idx="44779">
                  <c:v>24.3</c:v>
                </c:pt>
                <c:pt idx="44780">
                  <c:v>24.35</c:v>
                </c:pt>
                <c:pt idx="44781">
                  <c:v>24.35</c:v>
                </c:pt>
                <c:pt idx="44782">
                  <c:v>24.35</c:v>
                </c:pt>
                <c:pt idx="44783">
                  <c:v>24.4</c:v>
                </c:pt>
                <c:pt idx="44784">
                  <c:v>24.4</c:v>
                </c:pt>
                <c:pt idx="44785">
                  <c:v>24.45</c:v>
                </c:pt>
                <c:pt idx="44786">
                  <c:v>24.5</c:v>
                </c:pt>
                <c:pt idx="44787">
                  <c:v>24.5</c:v>
                </c:pt>
                <c:pt idx="44788">
                  <c:v>24.5</c:v>
                </c:pt>
                <c:pt idx="44789">
                  <c:v>24.55</c:v>
                </c:pt>
                <c:pt idx="44790">
                  <c:v>24.55</c:v>
                </c:pt>
                <c:pt idx="44791">
                  <c:v>24.6</c:v>
                </c:pt>
                <c:pt idx="44792">
                  <c:v>24.6</c:v>
                </c:pt>
                <c:pt idx="44793">
                  <c:v>24.55</c:v>
                </c:pt>
                <c:pt idx="44794">
                  <c:v>24.55</c:v>
                </c:pt>
                <c:pt idx="44795">
                  <c:v>24.5</c:v>
                </c:pt>
                <c:pt idx="44796">
                  <c:v>24.5</c:v>
                </c:pt>
                <c:pt idx="44797">
                  <c:v>24.45</c:v>
                </c:pt>
                <c:pt idx="44798">
                  <c:v>24.4</c:v>
                </c:pt>
                <c:pt idx="44799">
                  <c:v>24.35</c:v>
                </c:pt>
                <c:pt idx="44800">
                  <c:v>24.35</c:v>
                </c:pt>
                <c:pt idx="44801">
                  <c:v>24.35</c:v>
                </c:pt>
                <c:pt idx="44802">
                  <c:v>24.35</c:v>
                </c:pt>
                <c:pt idx="44803">
                  <c:v>24.3</c:v>
                </c:pt>
                <c:pt idx="44804">
                  <c:v>24.3</c:v>
                </c:pt>
                <c:pt idx="44805">
                  <c:v>24.3</c:v>
                </c:pt>
                <c:pt idx="44806">
                  <c:v>24.3</c:v>
                </c:pt>
                <c:pt idx="44807">
                  <c:v>24.3</c:v>
                </c:pt>
                <c:pt idx="44808">
                  <c:v>24.35</c:v>
                </c:pt>
                <c:pt idx="44809">
                  <c:v>24.35</c:v>
                </c:pt>
                <c:pt idx="44810">
                  <c:v>24.35</c:v>
                </c:pt>
                <c:pt idx="44811">
                  <c:v>24.35</c:v>
                </c:pt>
                <c:pt idx="44812">
                  <c:v>24.4</c:v>
                </c:pt>
                <c:pt idx="44813">
                  <c:v>24.4</c:v>
                </c:pt>
                <c:pt idx="44814">
                  <c:v>24.45</c:v>
                </c:pt>
                <c:pt idx="44815">
                  <c:v>24.45</c:v>
                </c:pt>
                <c:pt idx="44816">
                  <c:v>24.45</c:v>
                </c:pt>
                <c:pt idx="44817">
                  <c:v>24.5</c:v>
                </c:pt>
                <c:pt idx="44818">
                  <c:v>24.5</c:v>
                </c:pt>
                <c:pt idx="44819">
                  <c:v>24.55</c:v>
                </c:pt>
                <c:pt idx="44820">
                  <c:v>24.55</c:v>
                </c:pt>
                <c:pt idx="44821">
                  <c:v>24.6</c:v>
                </c:pt>
                <c:pt idx="44822">
                  <c:v>24.6</c:v>
                </c:pt>
                <c:pt idx="44823">
                  <c:v>24.6</c:v>
                </c:pt>
                <c:pt idx="44824">
                  <c:v>24.55</c:v>
                </c:pt>
                <c:pt idx="44825">
                  <c:v>24.5</c:v>
                </c:pt>
                <c:pt idx="44826">
                  <c:v>24.45</c:v>
                </c:pt>
                <c:pt idx="44827">
                  <c:v>24.4</c:v>
                </c:pt>
                <c:pt idx="44828">
                  <c:v>24.35</c:v>
                </c:pt>
                <c:pt idx="44829">
                  <c:v>24.35</c:v>
                </c:pt>
                <c:pt idx="44830">
                  <c:v>24.3</c:v>
                </c:pt>
                <c:pt idx="44831">
                  <c:v>24.3</c:v>
                </c:pt>
                <c:pt idx="44832">
                  <c:v>24.3</c:v>
                </c:pt>
                <c:pt idx="44833">
                  <c:v>24.3</c:v>
                </c:pt>
                <c:pt idx="44834">
                  <c:v>24.3</c:v>
                </c:pt>
                <c:pt idx="44835">
                  <c:v>24.3</c:v>
                </c:pt>
                <c:pt idx="44836">
                  <c:v>24.3</c:v>
                </c:pt>
                <c:pt idx="44837">
                  <c:v>24.3</c:v>
                </c:pt>
                <c:pt idx="44838">
                  <c:v>24.3</c:v>
                </c:pt>
                <c:pt idx="44839">
                  <c:v>24.3</c:v>
                </c:pt>
                <c:pt idx="44840">
                  <c:v>24.35</c:v>
                </c:pt>
                <c:pt idx="44841">
                  <c:v>24.35</c:v>
                </c:pt>
                <c:pt idx="44842">
                  <c:v>24.35</c:v>
                </c:pt>
                <c:pt idx="44843">
                  <c:v>24.35</c:v>
                </c:pt>
                <c:pt idx="44844">
                  <c:v>24.4</c:v>
                </c:pt>
                <c:pt idx="44845">
                  <c:v>24.4</c:v>
                </c:pt>
                <c:pt idx="44846">
                  <c:v>24.45</c:v>
                </c:pt>
                <c:pt idx="44847">
                  <c:v>24.45</c:v>
                </c:pt>
                <c:pt idx="44848">
                  <c:v>24.45</c:v>
                </c:pt>
                <c:pt idx="44849">
                  <c:v>24.5</c:v>
                </c:pt>
                <c:pt idx="44850">
                  <c:v>24.5</c:v>
                </c:pt>
                <c:pt idx="44851">
                  <c:v>24.55</c:v>
                </c:pt>
                <c:pt idx="44852">
                  <c:v>24.55</c:v>
                </c:pt>
                <c:pt idx="44853">
                  <c:v>24.55</c:v>
                </c:pt>
                <c:pt idx="44854">
                  <c:v>24.5</c:v>
                </c:pt>
                <c:pt idx="44855">
                  <c:v>24.5</c:v>
                </c:pt>
                <c:pt idx="44856">
                  <c:v>24.4</c:v>
                </c:pt>
                <c:pt idx="44857">
                  <c:v>24.4</c:v>
                </c:pt>
                <c:pt idx="44858">
                  <c:v>24.35</c:v>
                </c:pt>
                <c:pt idx="44859">
                  <c:v>24.3</c:v>
                </c:pt>
                <c:pt idx="44860">
                  <c:v>24.3</c:v>
                </c:pt>
                <c:pt idx="44861">
                  <c:v>24.3</c:v>
                </c:pt>
                <c:pt idx="44862">
                  <c:v>24.3</c:v>
                </c:pt>
                <c:pt idx="44863">
                  <c:v>24.3</c:v>
                </c:pt>
                <c:pt idx="44864">
                  <c:v>24.3</c:v>
                </c:pt>
                <c:pt idx="44865">
                  <c:v>24.3</c:v>
                </c:pt>
                <c:pt idx="44866">
                  <c:v>24.3</c:v>
                </c:pt>
                <c:pt idx="44867">
                  <c:v>24.3</c:v>
                </c:pt>
                <c:pt idx="44868">
                  <c:v>24.3</c:v>
                </c:pt>
                <c:pt idx="44869">
                  <c:v>24.3</c:v>
                </c:pt>
                <c:pt idx="44870">
                  <c:v>24.35</c:v>
                </c:pt>
                <c:pt idx="44871">
                  <c:v>24.35</c:v>
                </c:pt>
                <c:pt idx="44872">
                  <c:v>24.35</c:v>
                </c:pt>
                <c:pt idx="44873">
                  <c:v>24.35</c:v>
                </c:pt>
                <c:pt idx="44874">
                  <c:v>24.4</c:v>
                </c:pt>
                <c:pt idx="44875">
                  <c:v>24.4</c:v>
                </c:pt>
                <c:pt idx="44876">
                  <c:v>24.4</c:v>
                </c:pt>
                <c:pt idx="44877">
                  <c:v>24.45</c:v>
                </c:pt>
                <c:pt idx="44878">
                  <c:v>24.45</c:v>
                </c:pt>
                <c:pt idx="44879">
                  <c:v>24.5</c:v>
                </c:pt>
                <c:pt idx="44880">
                  <c:v>24.5</c:v>
                </c:pt>
                <c:pt idx="44881">
                  <c:v>24.55</c:v>
                </c:pt>
                <c:pt idx="44882">
                  <c:v>24.55</c:v>
                </c:pt>
                <c:pt idx="44883">
                  <c:v>24.55</c:v>
                </c:pt>
                <c:pt idx="44884">
                  <c:v>24.5</c:v>
                </c:pt>
                <c:pt idx="44885">
                  <c:v>24.5</c:v>
                </c:pt>
                <c:pt idx="44886">
                  <c:v>24.45</c:v>
                </c:pt>
                <c:pt idx="44887">
                  <c:v>24.4</c:v>
                </c:pt>
                <c:pt idx="44888">
                  <c:v>24.4</c:v>
                </c:pt>
                <c:pt idx="44889">
                  <c:v>24.35</c:v>
                </c:pt>
                <c:pt idx="44890">
                  <c:v>24.35</c:v>
                </c:pt>
                <c:pt idx="44891">
                  <c:v>24.3</c:v>
                </c:pt>
                <c:pt idx="44892">
                  <c:v>24.3</c:v>
                </c:pt>
                <c:pt idx="44893">
                  <c:v>24.3</c:v>
                </c:pt>
                <c:pt idx="44894">
                  <c:v>24.3</c:v>
                </c:pt>
                <c:pt idx="44895">
                  <c:v>24.3</c:v>
                </c:pt>
                <c:pt idx="44896">
                  <c:v>24.3</c:v>
                </c:pt>
                <c:pt idx="44897">
                  <c:v>24.3</c:v>
                </c:pt>
                <c:pt idx="44898">
                  <c:v>24.35</c:v>
                </c:pt>
                <c:pt idx="44899">
                  <c:v>24.35</c:v>
                </c:pt>
                <c:pt idx="44900">
                  <c:v>24.35</c:v>
                </c:pt>
                <c:pt idx="44901">
                  <c:v>24.35</c:v>
                </c:pt>
                <c:pt idx="44902">
                  <c:v>24.35</c:v>
                </c:pt>
                <c:pt idx="44903">
                  <c:v>24.4</c:v>
                </c:pt>
                <c:pt idx="44904">
                  <c:v>24.4</c:v>
                </c:pt>
                <c:pt idx="44905">
                  <c:v>24.45</c:v>
                </c:pt>
                <c:pt idx="44906">
                  <c:v>24.45</c:v>
                </c:pt>
                <c:pt idx="44907">
                  <c:v>24.5</c:v>
                </c:pt>
                <c:pt idx="44908">
                  <c:v>24.5</c:v>
                </c:pt>
                <c:pt idx="44909">
                  <c:v>24.5</c:v>
                </c:pt>
                <c:pt idx="44910">
                  <c:v>24.55</c:v>
                </c:pt>
                <c:pt idx="44911">
                  <c:v>24.55</c:v>
                </c:pt>
                <c:pt idx="44912">
                  <c:v>24.6</c:v>
                </c:pt>
                <c:pt idx="44913">
                  <c:v>24.6</c:v>
                </c:pt>
                <c:pt idx="44914">
                  <c:v>24.55</c:v>
                </c:pt>
                <c:pt idx="44915">
                  <c:v>24.5</c:v>
                </c:pt>
                <c:pt idx="44916">
                  <c:v>24.45</c:v>
                </c:pt>
                <c:pt idx="44917">
                  <c:v>24.4</c:v>
                </c:pt>
                <c:pt idx="44918">
                  <c:v>24.4</c:v>
                </c:pt>
                <c:pt idx="44919">
                  <c:v>24.35</c:v>
                </c:pt>
                <c:pt idx="44920">
                  <c:v>24.35</c:v>
                </c:pt>
                <c:pt idx="44921">
                  <c:v>24.3</c:v>
                </c:pt>
                <c:pt idx="44922">
                  <c:v>24.3</c:v>
                </c:pt>
                <c:pt idx="44923">
                  <c:v>24.3</c:v>
                </c:pt>
                <c:pt idx="44924">
                  <c:v>24.3</c:v>
                </c:pt>
                <c:pt idx="44925">
                  <c:v>24.3</c:v>
                </c:pt>
                <c:pt idx="44926">
                  <c:v>24.3</c:v>
                </c:pt>
                <c:pt idx="44927">
                  <c:v>24.3</c:v>
                </c:pt>
                <c:pt idx="44928">
                  <c:v>24.3</c:v>
                </c:pt>
                <c:pt idx="44929">
                  <c:v>24.3</c:v>
                </c:pt>
                <c:pt idx="44930">
                  <c:v>24.35</c:v>
                </c:pt>
                <c:pt idx="44931">
                  <c:v>24.35</c:v>
                </c:pt>
                <c:pt idx="44932">
                  <c:v>24.4</c:v>
                </c:pt>
                <c:pt idx="44933">
                  <c:v>24.4</c:v>
                </c:pt>
                <c:pt idx="44934">
                  <c:v>24.45</c:v>
                </c:pt>
                <c:pt idx="44935">
                  <c:v>24.45</c:v>
                </c:pt>
                <c:pt idx="44936">
                  <c:v>24.45</c:v>
                </c:pt>
                <c:pt idx="44937">
                  <c:v>24.5</c:v>
                </c:pt>
                <c:pt idx="44938">
                  <c:v>24.5</c:v>
                </c:pt>
                <c:pt idx="44939">
                  <c:v>24.55</c:v>
                </c:pt>
                <c:pt idx="44940">
                  <c:v>24.55</c:v>
                </c:pt>
                <c:pt idx="44941">
                  <c:v>24.6</c:v>
                </c:pt>
                <c:pt idx="44942">
                  <c:v>24.6</c:v>
                </c:pt>
                <c:pt idx="44943">
                  <c:v>24.6</c:v>
                </c:pt>
                <c:pt idx="44944">
                  <c:v>24.55</c:v>
                </c:pt>
                <c:pt idx="44945">
                  <c:v>24.55</c:v>
                </c:pt>
                <c:pt idx="44946">
                  <c:v>24.45</c:v>
                </c:pt>
                <c:pt idx="44947">
                  <c:v>24.4</c:v>
                </c:pt>
                <c:pt idx="44948">
                  <c:v>24.4</c:v>
                </c:pt>
                <c:pt idx="44949">
                  <c:v>24.35</c:v>
                </c:pt>
                <c:pt idx="44950">
                  <c:v>24.35</c:v>
                </c:pt>
                <c:pt idx="44951">
                  <c:v>24.35</c:v>
                </c:pt>
                <c:pt idx="44952">
                  <c:v>24.35</c:v>
                </c:pt>
                <c:pt idx="44953">
                  <c:v>24.35</c:v>
                </c:pt>
                <c:pt idx="44954">
                  <c:v>24.35</c:v>
                </c:pt>
                <c:pt idx="44955">
                  <c:v>24.35</c:v>
                </c:pt>
                <c:pt idx="44956">
                  <c:v>24.35</c:v>
                </c:pt>
                <c:pt idx="44957">
                  <c:v>24.35</c:v>
                </c:pt>
                <c:pt idx="44958">
                  <c:v>24.35</c:v>
                </c:pt>
                <c:pt idx="44959">
                  <c:v>24.35</c:v>
                </c:pt>
                <c:pt idx="44960">
                  <c:v>24.35</c:v>
                </c:pt>
                <c:pt idx="44961">
                  <c:v>24.4</c:v>
                </c:pt>
                <c:pt idx="44962">
                  <c:v>24.4</c:v>
                </c:pt>
                <c:pt idx="44963">
                  <c:v>24.4</c:v>
                </c:pt>
                <c:pt idx="44964">
                  <c:v>24.4</c:v>
                </c:pt>
                <c:pt idx="44965">
                  <c:v>24.45</c:v>
                </c:pt>
                <c:pt idx="44966">
                  <c:v>24.45</c:v>
                </c:pt>
                <c:pt idx="44967">
                  <c:v>24.45</c:v>
                </c:pt>
                <c:pt idx="44968">
                  <c:v>24.5</c:v>
                </c:pt>
                <c:pt idx="44969">
                  <c:v>24.5</c:v>
                </c:pt>
                <c:pt idx="44970">
                  <c:v>24.55</c:v>
                </c:pt>
                <c:pt idx="44971">
                  <c:v>24.55</c:v>
                </c:pt>
                <c:pt idx="44972">
                  <c:v>24.55</c:v>
                </c:pt>
                <c:pt idx="44973">
                  <c:v>24.55</c:v>
                </c:pt>
                <c:pt idx="44974">
                  <c:v>24.5</c:v>
                </c:pt>
                <c:pt idx="44975">
                  <c:v>24.45</c:v>
                </c:pt>
                <c:pt idx="44976">
                  <c:v>24.45</c:v>
                </c:pt>
                <c:pt idx="44977">
                  <c:v>24.4</c:v>
                </c:pt>
                <c:pt idx="44978">
                  <c:v>24.35</c:v>
                </c:pt>
                <c:pt idx="44979">
                  <c:v>24.35</c:v>
                </c:pt>
                <c:pt idx="44980">
                  <c:v>24.3</c:v>
                </c:pt>
                <c:pt idx="44981">
                  <c:v>24.3</c:v>
                </c:pt>
                <c:pt idx="44982">
                  <c:v>24.3</c:v>
                </c:pt>
                <c:pt idx="44983">
                  <c:v>24.3</c:v>
                </c:pt>
                <c:pt idx="44984">
                  <c:v>24.3</c:v>
                </c:pt>
                <c:pt idx="44985">
                  <c:v>24.3</c:v>
                </c:pt>
                <c:pt idx="44986">
                  <c:v>24.3</c:v>
                </c:pt>
                <c:pt idx="44987">
                  <c:v>24.3</c:v>
                </c:pt>
                <c:pt idx="44988">
                  <c:v>24.35</c:v>
                </c:pt>
                <c:pt idx="44989">
                  <c:v>24.35</c:v>
                </c:pt>
                <c:pt idx="44990">
                  <c:v>24.35</c:v>
                </c:pt>
                <c:pt idx="44991">
                  <c:v>24.35</c:v>
                </c:pt>
                <c:pt idx="44992">
                  <c:v>24.4</c:v>
                </c:pt>
                <c:pt idx="44993">
                  <c:v>24.4</c:v>
                </c:pt>
                <c:pt idx="44994">
                  <c:v>24.45</c:v>
                </c:pt>
                <c:pt idx="44995">
                  <c:v>24.45</c:v>
                </c:pt>
                <c:pt idx="44996">
                  <c:v>24.45</c:v>
                </c:pt>
                <c:pt idx="44997">
                  <c:v>24.5</c:v>
                </c:pt>
                <c:pt idx="44998">
                  <c:v>24.5</c:v>
                </c:pt>
                <c:pt idx="44999">
                  <c:v>24.55</c:v>
                </c:pt>
                <c:pt idx="45000">
                  <c:v>24.55</c:v>
                </c:pt>
                <c:pt idx="45001">
                  <c:v>24.55</c:v>
                </c:pt>
                <c:pt idx="45002">
                  <c:v>24.55</c:v>
                </c:pt>
                <c:pt idx="45003">
                  <c:v>24.55</c:v>
                </c:pt>
                <c:pt idx="45004">
                  <c:v>24.5</c:v>
                </c:pt>
                <c:pt idx="45005">
                  <c:v>24.45</c:v>
                </c:pt>
                <c:pt idx="45006">
                  <c:v>24.4</c:v>
                </c:pt>
                <c:pt idx="45007">
                  <c:v>24.35</c:v>
                </c:pt>
                <c:pt idx="45008">
                  <c:v>24.35</c:v>
                </c:pt>
                <c:pt idx="45009">
                  <c:v>24.3</c:v>
                </c:pt>
                <c:pt idx="45010">
                  <c:v>24.3</c:v>
                </c:pt>
                <c:pt idx="45011">
                  <c:v>24.25</c:v>
                </c:pt>
                <c:pt idx="45012">
                  <c:v>24.25</c:v>
                </c:pt>
                <c:pt idx="45013">
                  <c:v>24.3</c:v>
                </c:pt>
                <c:pt idx="45014">
                  <c:v>24.3</c:v>
                </c:pt>
                <c:pt idx="45015">
                  <c:v>24.3</c:v>
                </c:pt>
                <c:pt idx="45016">
                  <c:v>24.3</c:v>
                </c:pt>
                <c:pt idx="45017">
                  <c:v>24.3</c:v>
                </c:pt>
                <c:pt idx="45018">
                  <c:v>24.3</c:v>
                </c:pt>
                <c:pt idx="45019">
                  <c:v>24.35</c:v>
                </c:pt>
                <c:pt idx="45020">
                  <c:v>24.35</c:v>
                </c:pt>
                <c:pt idx="45021">
                  <c:v>24.35</c:v>
                </c:pt>
                <c:pt idx="45022">
                  <c:v>24.4</c:v>
                </c:pt>
                <c:pt idx="45023">
                  <c:v>24.4</c:v>
                </c:pt>
                <c:pt idx="45024">
                  <c:v>24.4</c:v>
                </c:pt>
                <c:pt idx="45025">
                  <c:v>24.45</c:v>
                </c:pt>
                <c:pt idx="45026">
                  <c:v>24.45</c:v>
                </c:pt>
                <c:pt idx="45027">
                  <c:v>24.5</c:v>
                </c:pt>
                <c:pt idx="45028">
                  <c:v>24.5</c:v>
                </c:pt>
                <c:pt idx="45029">
                  <c:v>24.5</c:v>
                </c:pt>
                <c:pt idx="45030">
                  <c:v>24.55</c:v>
                </c:pt>
                <c:pt idx="45031">
                  <c:v>24.55</c:v>
                </c:pt>
                <c:pt idx="45032">
                  <c:v>24.55</c:v>
                </c:pt>
                <c:pt idx="45033">
                  <c:v>24.55</c:v>
                </c:pt>
                <c:pt idx="45034">
                  <c:v>24.5</c:v>
                </c:pt>
                <c:pt idx="45035">
                  <c:v>24.5</c:v>
                </c:pt>
                <c:pt idx="45036">
                  <c:v>24.4</c:v>
                </c:pt>
                <c:pt idx="45037">
                  <c:v>24.4</c:v>
                </c:pt>
                <c:pt idx="45038">
                  <c:v>24.35</c:v>
                </c:pt>
                <c:pt idx="45039">
                  <c:v>24.35</c:v>
                </c:pt>
                <c:pt idx="45040">
                  <c:v>24.3</c:v>
                </c:pt>
                <c:pt idx="45041">
                  <c:v>24.3</c:v>
                </c:pt>
                <c:pt idx="45042">
                  <c:v>24.3</c:v>
                </c:pt>
                <c:pt idx="45043">
                  <c:v>24.25</c:v>
                </c:pt>
                <c:pt idx="45044">
                  <c:v>24.25</c:v>
                </c:pt>
                <c:pt idx="45045">
                  <c:v>24.3</c:v>
                </c:pt>
                <c:pt idx="45046">
                  <c:v>24.3</c:v>
                </c:pt>
                <c:pt idx="45047">
                  <c:v>24.3</c:v>
                </c:pt>
                <c:pt idx="45048">
                  <c:v>24.3</c:v>
                </c:pt>
                <c:pt idx="45049">
                  <c:v>24.35</c:v>
                </c:pt>
                <c:pt idx="45050">
                  <c:v>24.35</c:v>
                </c:pt>
                <c:pt idx="45051">
                  <c:v>24.35</c:v>
                </c:pt>
                <c:pt idx="45052">
                  <c:v>24.35</c:v>
                </c:pt>
                <c:pt idx="45053">
                  <c:v>24.4</c:v>
                </c:pt>
                <c:pt idx="45054">
                  <c:v>24.4</c:v>
                </c:pt>
                <c:pt idx="45055">
                  <c:v>24.45</c:v>
                </c:pt>
                <c:pt idx="45056">
                  <c:v>24.45</c:v>
                </c:pt>
                <c:pt idx="45057">
                  <c:v>24.5</c:v>
                </c:pt>
                <c:pt idx="45058">
                  <c:v>24.5</c:v>
                </c:pt>
                <c:pt idx="45059">
                  <c:v>24.5</c:v>
                </c:pt>
                <c:pt idx="45060">
                  <c:v>24.55</c:v>
                </c:pt>
                <c:pt idx="45061">
                  <c:v>24.55</c:v>
                </c:pt>
                <c:pt idx="45062">
                  <c:v>24.55</c:v>
                </c:pt>
                <c:pt idx="45063">
                  <c:v>24.55</c:v>
                </c:pt>
                <c:pt idx="45064">
                  <c:v>24.5</c:v>
                </c:pt>
                <c:pt idx="45065">
                  <c:v>24.5</c:v>
                </c:pt>
                <c:pt idx="45066">
                  <c:v>24.45</c:v>
                </c:pt>
                <c:pt idx="45067">
                  <c:v>24.4</c:v>
                </c:pt>
                <c:pt idx="45068">
                  <c:v>24.35</c:v>
                </c:pt>
                <c:pt idx="45069">
                  <c:v>24.35</c:v>
                </c:pt>
                <c:pt idx="45070">
                  <c:v>24.3</c:v>
                </c:pt>
                <c:pt idx="45071">
                  <c:v>24.3</c:v>
                </c:pt>
                <c:pt idx="45072">
                  <c:v>24.3</c:v>
                </c:pt>
                <c:pt idx="45073">
                  <c:v>24.3</c:v>
                </c:pt>
                <c:pt idx="45074">
                  <c:v>24.3</c:v>
                </c:pt>
                <c:pt idx="45075">
                  <c:v>24.3</c:v>
                </c:pt>
                <c:pt idx="45076">
                  <c:v>24.3</c:v>
                </c:pt>
                <c:pt idx="45077">
                  <c:v>24.3</c:v>
                </c:pt>
                <c:pt idx="45078">
                  <c:v>24.3</c:v>
                </c:pt>
                <c:pt idx="45079">
                  <c:v>24.35</c:v>
                </c:pt>
                <c:pt idx="45080">
                  <c:v>24.35</c:v>
                </c:pt>
                <c:pt idx="45081">
                  <c:v>24.35</c:v>
                </c:pt>
                <c:pt idx="45082">
                  <c:v>24.35</c:v>
                </c:pt>
                <c:pt idx="45083">
                  <c:v>24.4</c:v>
                </c:pt>
                <c:pt idx="45084">
                  <c:v>24.4</c:v>
                </c:pt>
                <c:pt idx="45085">
                  <c:v>24.45</c:v>
                </c:pt>
                <c:pt idx="45086">
                  <c:v>24.45</c:v>
                </c:pt>
                <c:pt idx="45087">
                  <c:v>24.5</c:v>
                </c:pt>
                <c:pt idx="45088">
                  <c:v>24.5</c:v>
                </c:pt>
                <c:pt idx="45089">
                  <c:v>24.5</c:v>
                </c:pt>
                <c:pt idx="45090">
                  <c:v>24.55</c:v>
                </c:pt>
                <c:pt idx="45091">
                  <c:v>24.55</c:v>
                </c:pt>
                <c:pt idx="45092">
                  <c:v>24.55</c:v>
                </c:pt>
                <c:pt idx="45093">
                  <c:v>24.5</c:v>
                </c:pt>
                <c:pt idx="45094">
                  <c:v>24.5</c:v>
                </c:pt>
                <c:pt idx="45095">
                  <c:v>24.45</c:v>
                </c:pt>
                <c:pt idx="45096">
                  <c:v>24.4</c:v>
                </c:pt>
                <c:pt idx="45097">
                  <c:v>24.35</c:v>
                </c:pt>
                <c:pt idx="45098">
                  <c:v>24.3</c:v>
                </c:pt>
                <c:pt idx="45099">
                  <c:v>24.3</c:v>
                </c:pt>
                <c:pt idx="45100">
                  <c:v>24.3</c:v>
                </c:pt>
                <c:pt idx="45101">
                  <c:v>24.3</c:v>
                </c:pt>
                <c:pt idx="45102">
                  <c:v>24.25</c:v>
                </c:pt>
                <c:pt idx="45103">
                  <c:v>24.25</c:v>
                </c:pt>
                <c:pt idx="45104">
                  <c:v>24.25</c:v>
                </c:pt>
                <c:pt idx="45105">
                  <c:v>24.25</c:v>
                </c:pt>
                <c:pt idx="45106">
                  <c:v>24.3</c:v>
                </c:pt>
                <c:pt idx="45107">
                  <c:v>24.3</c:v>
                </c:pt>
                <c:pt idx="45108">
                  <c:v>24.3</c:v>
                </c:pt>
                <c:pt idx="45109">
                  <c:v>24.3</c:v>
                </c:pt>
                <c:pt idx="45110">
                  <c:v>24.35</c:v>
                </c:pt>
                <c:pt idx="45111">
                  <c:v>24.35</c:v>
                </c:pt>
                <c:pt idx="45112">
                  <c:v>24.35</c:v>
                </c:pt>
                <c:pt idx="45113">
                  <c:v>24.4</c:v>
                </c:pt>
                <c:pt idx="45114">
                  <c:v>24.4</c:v>
                </c:pt>
                <c:pt idx="45115">
                  <c:v>24.4</c:v>
                </c:pt>
                <c:pt idx="45116">
                  <c:v>24.45</c:v>
                </c:pt>
                <c:pt idx="45117">
                  <c:v>24.45</c:v>
                </c:pt>
                <c:pt idx="45118">
                  <c:v>24.45</c:v>
                </c:pt>
                <c:pt idx="45119">
                  <c:v>24.5</c:v>
                </c:pt>
                <c:pt idx="45120">
                  <c:v>24.5</c:v>
                </c:pt>
                <c:pt idx="45121">
                  <c:v>24.55</c:v>
                </c:pt>
                <c:pt idx="45122">
                  <c:v>24.55</c:v>
                </c:pt>
                <c:pt idx="45123">
                  <c:v>24.55</c:v>
                </c:pt>
                <c:pt idx="45124">
                  <c:v>24.5</c:v>
                </c:pt>
                <c:pt idx="45125">
                  <c:v>24.45</c:v>
                </c:pt>
                <c:pt idx="45126">
                  <c:v>24.4</c:v>
                </c:pt>
                <c:pt idx="45127">
                  <c:v>24.35</c:v>
                </c:pt>
                <c:pt idx="45128">
                  <c:v>24.3</c:v>
                </c:pt>
                <c:pt idx="45129">
                  <c:v>24.3</c:v>
                </c:pt>
                <c:pt idx="45130">
                  <c:v>24.25</c:v>
                </c:pt>
                <c:pt idx="45131">
                  <c:v>24.25</c:v>
                </c:pt>
                <c:pt idx="45132">
                  <c:v>24.25</c:v>
                </c:pt>
                <c:pt idx="45133">
                  <c:v>24.25</c:v>
                </c:pt>
                <c:pt idx="45134">
                  <c:v>24.25</c:v>
                </c:pt>
                <c:pt idx="45135">
                  <c:v>24.25</c:v>
                </c:pt>
                <c:pt idx="45136">
                  <c:v>24.25</c:v>
                </c:pt>
                <c:pt idx="45137">
                  <c:v>24.25</c:v>
                </c:pt>
                <c:pt idx="45138">
                  <c:v>24.25</c:v>
                </c:pt>
                <c:pt idx="45139">
                  <c:v>24.3</c:v>
                </c:pt>
                <c:pt idx="45140">
                  <c:v>24.3</c:v>
                </c:pt>
                <c:pt idx="45141">
                  <c:v>24.3</c:v>
                </c:pt>
                <c:pt idx="45142">
                  <c:v>24.35</c:v>
                </c:pt>
                <c:pt idx="45143">
                  <c:v>24.35</c:v>
                </c:pt>
                <c:pt idx="45144">
                  <c:v>24.35</c:v>
                </c:pt>
                <c:pt idx="45145">
                  <c:v>24.4</c:v>
                </c:pt>
                <c:pt idx="45146">
                  <c:v>24.4</c:v>
                </c:pt>
                <c:pt idx="45147">
                  <c:v>24.4</c:v>
                </c:pt>
                <c:pt idx="45148">
                  <c:v>24.45</c:v>
                </c:pt>
                <c:pt idx="45149">
                  <c:v>24.45</c:v>
                </c:pt>
                <c:pt idx="45150">
                  <c:v>24.5</c:v>
                </c:pt>
                <c:pt idx="45151">
                  <c:v>24.5</c:v>
                </c:pt>
                <c:pt idx="45152">
                  <c:v>24.5</c:v>
                </c:pt>
                <c:pt idx="45153">
                  <c:v>24.5</c:v>
                </c:pt>
                <c:pt idx="45154">
                  <c:v>24.5</c:v>
                </c:pt>
                <c:pt idx="45155">
                  <c:v>24.45</c:v>
                </c:pt>
                <c:pt idx="45156">
                  <c:v>24.45</c:v>
                </c:pt>
                <c:pt idx="45157">
                  <c:v>24.35</c:v>
                </c:pt>
                <c:pt idx="45158">
                  <c:v>24.3</c:v>
                </c:pt>
                <c:pt idx="45159">
                  <c:v>24.3</c:v>
                </c:pt>
                <c:pt idx="45160">
                  <c:v>24.25</c:v>
                </c:pt>
                <c:pt idx="45161">
                  <c:v>24.25</c:v>
                </c:pt>
                <c:pt idx="45162">
                  <c:v>24.25</c:v>
                </c:pt>
                <c:pt idx="45163">
                  <c:v>24.25</c:v>
                </c:pt>
                <c:pt idx="45164">
                  <c:v>24.25</c:v>
                </c:pt>
                <c:pt idx="45165">
                  <c:v>24.25</c:v>
                </c:pt>
                <c:pt idx="45166">
                  <c:v>24.25</c:v>
                </c:pt>
                <c:pt idx="45167">
                  <c:v>24.25</c:v>
                </c:pt>
                <c:pt idx="45168">
                  <c:v>24.3</c:v>
                </c:pt>
                <c:pt idx="45169">
                  <c:v>24.3</c:v>
                </c:pt>
                <c:pt idx="45170">
                  <c:v>24.3</c:v>
                </c:pt>
                <c:pt idx="45171">
                  <c:v>24.3</c:v>
                </c:pt>
                <c:pt idx="45172">
                  <c:v>24.35</c:v>
                </c:pt>
                <c:pt idx="45173">
                  <c:v>24.35</c:v>
                </c:pt>
                <c:pt idx="45174">
                  <c:v>24.4</c:v>
                </c:pt>
                <c:pt idx="45175">
                  <c:v>24.4</c:v>
                </c:pt>
                <c:pt idx="45176">
                  <c:v>24.4</c:v>
                </c:pt>
                <c:pt idx="45177">
                  <c:v>24.45</c:v>
                </c:pt>
                <c:pt idx="45178">
                  <c:v>24.45</c:v>
                </c:pt>
                <c:pt idx="45179">
                  <c:v>24.5</c:v>
                </c:pt>
                <c:pt idx="45180">
                  <c:v>24.5</c:v>
                </c:pt>
                <c:pt idx="45181">
                  <c:v>24.55</c:v>
                </c:pt>
                <c:pt idx="45182">
                  <c:v>24.55</c:v>
                </c:pt>
                <c:pt idx="45183">
                  <c:v>24.5</c:v>
                </c:pt>
                <c:pt idx="45184">
                  <c:v>24.5</c:v>
                </c:pt>
                <c:pt idx="45185">
                  <c:v>24.45</c:v>
                </c:pt>
                <c:pt idx="45186">
                  <c:v>24.4</c:v>
                </c:pt>
                <c:pt idx="45187">
                  <c:v>24.35</c:v>
                </c:pt>
                <c:pt idx="45188">
                  <c:v>24.35</c:v>
                </c:pt>
                <c:pt idx="45189">
                  <c:v>24.3</c:v>
                </c:pt>
                <c:pt idx="45190">
                  <c:v>24.3</c:v>
                </c:pt>
                <c:pt idx="45191">
                  <c:v>24.3</c:v>
                </c:pt>
                <c:pt idx="45192">
                  <c:v>24.25</c:v>
                </c:pt>
                <c:pt idx="45193">
                  <c:v>24.25</c:v>
                </c:pt>
                <c:pt idx="45194">
                  <c:v>24.3</c:v>
                </c:pt>
                <c:pt idx="45195">
                  <c:v>24.3</c:v>
                </c:pt>
                <c:pt idx="45196">
                  <c:v>24.3</c:v>
                </c:pt>
                <c:pt idx="45197">
                  <c:v>24.3</c:v>
                </c:pt>
                <c:pt idx="45198">
                  <c:v>24.3</c:v>
                </c:pt>
                <c:pt idx="45199">
                  <c:v>24.35</c:v>
                </c:pt>
                <c:pt idx="45200">
                  <c:v>24.35</c:v>
                </c:pt>
                <c:pt idx="45201">
                  <c:v>24.4</c:v>
                </c:pt>
                <c:pt idx="45202">
                  <c:v>24.4</c:v>
                </c:pt>
                <c:pt idx="45203">
                  <c:v>24.4</c:v>
                </c:pt>
                <c:pt idx="45204">
                  <c:v>24.4</c:v>
                </c:pt>
                <c:pt idx="45205">
                  <c:v>24.4</c:v>
                </c:pt>
                <c:pt idx="45206">
                  <c:v>24.45</c:v>
                </c:pt>
                <c:pt idx="45207">
                  <c:v>24.5</c:v>
                </c:pt>
                <c:pt idx="45208">
                  <c:v>24.5</c:v>
                </c:pt>
                <c:pt idx="45209">
                  <c:v>24.5</c:v>
                </c:pt>
                <c:pt idx="45210">
                  <c:v>24.55</c:v>
                </c:pt>
                <c:pt idx="45211">
                  <c:v>24.55</c:v>
                </c:pt>
                <c:pt idx="45212">
                  <c:v>24.55</c:v>
                </c:pt>
                <c:pt idx="45213">
                  <c:v>24.55</c:v>
                </c:pt>
                <c:pt idx="45214">
                  <c:v>24.5</c:v>
                </c:pt>
                <c:pt idx="45215">
                  <c:v>24.5</c:v>
                </c:pt>
                <c:pt idx="45216">
                  <c:v>24.45</c:v>
                </c:pt>
                <c:pt idx="45217">
                  <c:v>24.4</c:v>
                </c:pt>
                <c:pt idx="45218">
                  <c:v>24.4</c:v>
                </c:pt>
                <c:pt idx="45219">
                  <c:v>24.35</c:v>
                </c:pt>
                <c:pt idx="45220">
                  <c:v>24.3</c:v>
                </c:pt>
                <c:pt idx="45221">
                  <c:v>24.3</c:v>
                </c:pt>
                <c:pt idx="45222">
                  <c:v>24.3</c:v>
                </c:pt>
                <c:pt idx="45223">
                  <c:v>24.3</c:v>
                </c:pt>
                <c:pt idx="45224">
                  <c:v>24.3</c:v>
                </c:pt>
                <c:pt idx="45225">
                  <c:v>24.3</c:v>
                </c:pt>
                <c:pt idx="45226">
                  <c:v>24.3</c:v>
                </c:pt>
                <c:pt idx="45227">
                  <c:v>24.3</c:v>
                </c:pt>
                <c:pt idx="45228">
                  <c:v>24.3</c:v>
                </c:pt>
                <c:pt idx="45229">
                  <c:v>24.35</c:v>
                </c:pt>
                <c:pt idx="45230">
                  <c:v>24.35</c:v>
                </c:pt>
                <c:pt idx="45231">
                  <c:v>24.35</c:v>
                </c:pt>
                <c:pt idx="45232">
                  <c:v>24.35</c:v>
                </c:pt>
                <c:pt idx="45233">
                  <c:v>24.4</c:v>
                </c:pt>
                <c:pt idx="45234">
                  <c:v>24.4</c:v>
                </c:pt>
                <c:pt idx="45235">
                  <c:v>24.4</c:v>
                </c:pt>
                <c:pt idx="45236">
                  <c:v>24.4</c:v>
                </c:pt>
                <c:pt idx="45237">
                  <c:v>24.45</c:v>
                </c:pt>
                <c:pt idx="45238">
                  <c:v>24.45</c:v>
                </c:pt>
                <c:pt idx="45239">
                  <c:v>24.5</c:v>
                </c:pt>
                <c:pt idx="45240">
                  <c:v>24.5</c:v>
                </c:pt>
                <c:pt idx="45241">
                  <c:v>24.55</c:v>
                </c:pt>
                <c:pt idx="45242">
                  <c:v>24.55</c:v>
                </c:pt>
                <c:pt idx="45243">
                  <c:v>24.55</c:v>
                </c:pt>
                <c:pt idx="45244">
                  <c:v>24.55</c:v>
                </c:pt>
                <c:pt idx="45245">
                  <c:v>24.45</c:v>
                </c:pt>
                <c:pt idx="45246">
                  <c:v>24.45</c:v>
                </c:pt>
                <c:pt idx="45247">
                  <c:v>24.4</c:v>
                </c:pt>
                <c:pt idx="45248">
                  <c:v>24.4</c:v>
                </c:pt>
                <c:pt idx="45249">
                  <c:v>24.35</c:v>
                </c:pt>
                <c:pt idx="45250">
                  <c:v>24.35</c:v>
                </c:pt>
                <c:pt idx="45251">
                  <c:v>24.3</c:v>
                </c:pt>
                <c:pt idx="45252">
                  <c:v>24.3</c:v>
                </c:pt>
                <c:pt idx="45253">
                  <c:v>24.3</c:v>
                </c:pt>
                <c:pt idx="45254">
                  <c:v>24.3</c:v>
                </c:pt>
                <c:pt idx="45255">
                  <c:v>24.3</c:v>
                </c:pt>
                <c:pt idx="45256">
                  <c:v>24.3</c:v>
                </c:pt>
                <c:pt idx="45257">
                  <c:v>24.3</c:v>
                </c:pt>
                <c:pt idx="45258">
                  <c:v>24.3</c:v>
                </c:pt>
                <c:pt idx="45259">
                  <c:v>24.3</c:v>
                </c:pt>
                <c:pt idx="45260">
                  <c:v>24.3</c:v>
                </c:pt>
                <c:pt idx="45261">
                  <c:v>24.35</c:v>
                </c:pt>
                <c:pt idx="45262">
                  <c:v>24.35</c:v>
                </c:pt>
                <c:pt idx="45263">
                  <c:v>24.35</c:v>
                </c:pt>
                <c:pt idx="45264">
                  <c:v>24.4</c:v>
                </c:pt>
                <c:pt idx="45265">
                  <c:v>24.4</c:v>
                </c:pt>
                <c:pt idx="45266">
                  <c:v>24.4</c:v>
                </c:pt>
                <c:pt idx="45267">
                  <c:v>24.45</c:v>
                </c:pt>
                <c:pt idx="45268">
                  <c:v>24.45</c:v>
                </c:pt>
                <c:pt idx="45269">
                  <c:v>24.5</c:v>
                </c:pt>
                <c:pt idx="45270">
                  <c:v>24.55</c:v>
                </c:pt>
                <c:pt idx="45271">
                  <c:v>24.55</c:v>
                </c:pt>
                <c:pt idx="45272">
                  <c:v>24.6</c:v>
                </c:pt>
                <c:pt idx="45273">
                  <c:v>24.6</c:v>
                </c:pt>
                <c:pt idx="45274">
                  <c:v>24.55</c:v>
                </c:pt>
                <c:pt idx="45275">
                  <c:v>24.5</c:v>
                </c:pt>
                <c:pt idx="45276">
                  <c:v>24.45</c:v>
                </c:pt>
                <c:pt idx="45277">
                  <c:v>24.4</c:v>
                </c:pt>
                <c:pt idx="45278">
                  <c:v>24.35</c:v>
                </c:pt>
                <c:pt idx="45279">
                  <c:v>24.35</c:v>
                </c:pt>
                <c:pt idx="45280">
                  <c:v>24.35</c:v>
                </c:pt>
                <c:pt idx="45281">
                  <c:v>24.35</c:v>
                </c:pt>
                <c:pt idx="45282">
                  <c:v>24.3</c:v>
                </c:pt>
                <c:pt idx="45283">
                  <c:v>24.3</c:v>
                </c:pt>
                <c:pt idx="45284">
                  <c:v>24.3</c:v>
                </c:pt>
                <c:pt idx="45285">
                  <c:v>24.3</c:v>
                </c:pt>
                <c:pt idx="45286">
                  <c:v>24.3</c:v>
                </c:pt>
                <c:pt idx="45287">
                  <c:v>24.3</c:v>
                </c:pt>
                <c:pt idx="45288">
                  <c:v>24.3</c:v>
                </c:pt>
                <c:pt idx="45289">
                  <c:v>24.3</c:v>
                </c:pt>
                <c:pt idx="45290">
                  <c:v>24.35</c:v>
                </c:pt>
                <c:pt idx="45291">
                  <c:v>24.35</c:v>
                </c:pt>
                <c:pt idx="45292">
                  <c:v>24.35</c:v>
                </c:pt>
                <c:pt idx="45293">
                  <c:v>24.35</c:v>
                </c:pt>
                <c:pt idx="45294">
                  <c:v>24.4</c:v>
                </c:pt>
                <c:pt idx="45295">
                  <c:v>24.4</c:v>
                </c:pt>
                <c:pt idx="45296">
                  <c:v>24.45</c:v>
                </c:pt>
                <c:pt idx="45297">
                  <c:v>24.45</c:v>
                </c:pt>
                <c:pt idx="45298">
                  <c:v>24.45</c:v>
                </c:pt>
                <c:pt idx="45299">
                  <c:v>24.5</c:v>
                </c:pt>
                <c:pt idx="45300">
                  <c:v>24.5</c:v>
                </c:pt>
                <c:pt idx="45301">
                  <c:v>24.5</c:v>
                </c:pt>
                <c:pt idx="45302">
                  <c:v>24.55</c:v>
                </c:pt>
                <c:pt idx="45303">
                  <c:v>24.5</c:v>
                </c:pt>
                <c:pt idx="45304">
                  <c:v>24.5</c:v>
                </c:pt>
                <c:pt idx="45305">
                  <c:v>24.5</c:v>
                </c:pt>
                <c:pt idx="45306">
                  <c:v>24.45</c:v>
                </c:pt>
                <c:pt idx="45307">
                  <c:v>24.4</c:v>
                </c:pt>
                <c:pt idx="45308">
                  <c:v>24.35</c:v>
                </c:pt>
                <c:pt idx="45309">
                  <c:v>24.35</c:v>
                </c:pt>
                <c:pt idx="45310">
                  <c:v>24.3</c:v>
                </c:pt>
                <c:pt idx="45311">
                  <c:v>24.3</c:v>
                </c:pt>
                <c:pt idx="45312">
                  <c:v>24.3</c:v>
                </c:pt>
                <c:pt idx="45313">
                  <c:v>24.3</c:v>
                </c:pt>
                <c:pt idx="45314">
                  <c:v>24.3</c:v>
                </c:pt>
                <c:pt idx="45315">
                  <c:v>24.3</c:v>
                </c:pt>
                <c:pt idx="45316">
                  <c:v>24.3</c:v>
                </c:pt>
                <c:pt idx="45317">
                  <c:v>24.35</c:v>
                </c:pt>
                <c:pt idx="45318">
                  <c:v>24.35</c:v>
                </c:pt>
                <c:pt idx="45319">
                  <c:v>24.35</c:v>
                </c:pt>
                <c:pt idx="45320">
                  <c:v>24.35</c:v>
                </c:pt>
                <c:pt idx="45321">
                  <c:v>24.4</c:v>
                </c:pt>
                <c:pt idx="45322">
                  <c:v>24.4</c:v>
                </c:pt>
                <c:pt idx="45323">
                  <c:v>24.4</c:v>
                </c:pt>
                <c:pt idx="45324">
                  <c:v>24.4</c:v>
                </c:pt>
                <c:pt idx="45325">
                  <c:v>24.45</c:v>
                </c:pt>
                <c:pt idx="45326">
                  <c:v>24.45</c:v>
                </c:pt>
                <c:pt idx="45327">
                  <c:v>24.45</c:v>
                </c:pt>
                <c:pt idx="45328">
                  <c:v>24.5</c:v>
                </c:pt>
                <c:pt idx="45329">
                  <c:v>24.5</c:v>
                </c:pt>
                <c:pt idx="45330">
                  <c:v>24.5</c:v>
                </c:pt>
                <c:pt idx="45331">
                  <c:v>24.5</c:v>
                </c:pt>
                <c:pt idx="45332">
                  <c:v>24.55</c:v>
                </c:pt>
                <c:pt idx="45333">
                  <c:v>24.5</c:v>
                </c:pt>
                <c:pt idx="45334">
                  <c:v>24.5</c:v>
                </c:pt>
                <c:pt idx="45335">
                  <c:v>24.45</c:v>
                </c:pt>
                <c:pt idx="45336">
                  <c:v>24.4</c:v>
                </c:pt>
                <c:pt idx="45337">
                  <c:v>24.4</c:v>
                </c:pt>
                <c:pt idx="45338">
                  <c:v>24.35</c:v>
                </c:pt>
                <c:pt idx="45339">
                  <c:v>24.35</c:v>
                </c:pt>
                <c:pt idx="45340">
                  <c:v>24.3</c:v>
                </c:pt>
                <c:pt idx="45341">
                  <c:v>24.3</c:v>
                </c:pt>
                <c:pt idx="45342">
                  <c:v>24.25</c:v>
                </c:pt>
                <c:pt idx="45343">
                  <c:v>24.3</c:v>
                </c:pt>
                <c:pt idx="45344">
                  <c:v>24.25</c:v>
                </c:pt>
                <c:pt idx="45345">
                  <c:v>24.3</c:v>
                </c:pt>
                <c:pt idx="45346">
                  <c:v>24.3</c:v>
                </c:pt>
                <c:pt idx="45347">
                  <c:v>24.3</c:v>
                </c:pt>
                <c:pt idx="45348">
                  <c:v>24.35</c:v>
                </c:pt>
                <c:pt idx="45349">
                  <c:v>24.35</c:v>
                </c:pt>
                <c:pt idx="45350">
                  <c:v>24.4</c:v>
                </c:pt>
                <c:pt idx="45351">
                  <c:v>24.4</c:v>
                </c:pt>
                <c:pt idx="45352">
                  <c:v>24.4</c:v>
                </c:pt>
                <c:pt idx="45353">
                  <c:v>24.4</c:v>
                </c:pt>
                <c:pt idx="45354">
                  <c:v>24.45</c:v>
                </c:pt>
                <c:pt idx="45355">
                  <c:v>24.45</c:v>
                </c:pt>
                <c:pt idx="45356">
                  <c:v>24.45</c:v>
                </c:pt>
                <c:pt idx="45357">
                  <c:v>24.5</c:v>
                </c:pt>
                <c:pt idx="45358">
                  <c:v>24.5</c:v>
                </c:pt>
                <c:pt idx="45359">
                  <c:v>24.5</c:v>
                </c:pt>
                <c:pt idx="45360">
                  <c:v>24.55</c:v>
                </c:pt>
                <c:pt idx="45361">
                  <c:v>24.55</c:v>
                </c:pt>
                <c:pt idx="45362">
                  <c:v>24.55</c:v>
                </c:pt>
                <c:pt idx="45363">
                  <c:v>24.55</c:v>
                </c:pt>
                <c:pt idx="45364">
                  <c:v>24.5</c:v>
                </c:pt>
                <c:pt idx="45365">
                  <c:v>24.5</c:v>
                </c:pt>
                <c:pt idx="45366">
                  <c:v>24.4</c:v>
                </c:pt>
                <c:pt idx="45367">
                  <c:v>24.4</c:v>
                </c:pt>
                <c:pt idx="45368">
                  <c:v>24.35</c:v>
                </c:pt>
                <c:pt idx="45369">
                  <c:v>24.3</c:v>
                </c:pt>
                <c:pt idx="45370">
                  <c:v>24.3</c:v>
                </c:pt>
                <c:pt idx="45371">
                  <c:v>24.3</c:v>
                </c:pt>
                <c:pt idx="45372">
                  <c:v>24.3</c:v>
                </c:pt>
                <c:pt idx="45373">
                  <c:v>24.3</c:v>
                </c:pt>
                <c:pt idx="45374">
                  <c:v>24.3</c:v>
                </c:pt>
                <c:pt idx="45375">
                  <c:v>24.3</c:v>
                </c:pt>
                <c:pt idx="45376">
                  <c:v>24.35</c:v>
                </c:pt>
                <c:pt idx="45377">
                  <c:v>24.35</c:v>
                </c:pt>
                <c:pt idx="45378">
                  <c:v>24.35</c:v>
                </c:pt>
                <c:pt idx="45379">
                  <c:v>24.35</c:v>
                </c:pt>
                <c:pt idx="45380">
                  <c:v>24.35</c:v>
                </c:pt>
                <c:pt idx="45381">
                  <c:v>24.4</c:v>
                </c:pt>
                <c:pt idx="45382">
                  <c:v>24.4</c:v>
                </c:pt>
                <c:pt idx="45383">
                  <c:v>24.4</c:v>
                </c:pt>
                <c:pt idx="45384">
                  <c:v>24.45</c:v>
                </c:pt>
                <c:pt idx="45385">
                  <c:v>24.45</c:v>
                </c:pt>
                <c:pt idx="45386">
                  <c:v>24.45</c:v>
                </c:pt>
                <c:pt idx="45387">
                  <c:v>24.5</c:v>
                </c:pt>
                <c:pt idx="45388">
                  <c:v>24.5</c:v>
                </c:pt>
                <c:pt idx="45389">
                  <c:v>24.55</c:v>
                </c:pt>
                <c:pt idx="45390">
                  <c:v>24.55</c:v>
                </c:pt>
                <c:pt idx="45391">
                  <c:v>24.55</c:v>
                </c:pt>
                <c:pt idx="45392">
                  <c:v>24.55</c:v>
                </c:pt>
                <c:pt idx="45393">
                  <c:v>24.55</c:v>
                </c:pt>
                <c:pt idx="45394">
                  <c:v>24.55</c:v>
                </c:pt>
                <c:pt idx="45395">
                  <c:v>24.5</c:v>
                </c:pt>
                <c:pt idx="45396">
                  <c:v>24.45</c:v>
                </c:pt>
                <c:pt idx="45397">
                  <c:v>24.4</c:v>
                </c:pt>
                <c:pt idx="45398">
                  <c:v>24.35</c:v>
                </c:pt>
                <c:pt idx="45399">
                  <c:v>24.35</c:v>
                </c:pt>
                <c:pt idx="45400">
                  <c:v>24.3</c:v>
                </c:pt>
                <c:pt idx="45401">
                  <c:v>24.3</c:v>
                </c:pt>
                <c:pt idx="45402">
                  <c:v>24.3</c:v>
                </c:pt>
                <c:pt idx="45403">
                  <c:v>24.3</c:v>
                </c:pt>
                <c:pt idx="45404">
                  <c:v>24.3</c:v>
                </c:pt>
                <c:pt idx="45405">
                  <c:v>24.3</c:v>
                </c:pt>
                <c:pt idx="45406">
                  <c:v>24.3</c:v>
                </c:pt>
                <c:pt idx="45407">
                  <c:v>24.3</c:v>
                </c:pt>
                <c:pt idx="45408">
                  <c:v>24.35</c:v>
                </c:pt>
                <c:pt idx="45409">
                  <c:v>24.35</c:v>
                </c:pt>
                <c:pt idx="45410">
                  <c:v>24.4</c:v>
                </c:pt>
                <c:pt idx="45411">
                  <c:v>24.4</c:v>
                </c:pt>
                <c:pt idx="45412">
                  <c:v>24.4</c:v>
                </c:pt>
                <c:pt idx="45413">
                  <c:v>24.4</c:v>
                </c:pt>
                <c:pt idx="45414">
                  <c:v>24.45</c:v>
                </c:pt>
                <c:pt idx="45415">
                  <c:v>24.45</c:v>
                </c:pt>
                <c:pt idx="45416">
                  <c:v>24.45</c:v>
                </c:pt>
                <c:pt idx="45417">
                  <c:v>24.5</c:v>
                </c:pt>
                <c:pt idx="45418">
                  <c:v>24.5</c:v>
                </c:pt>
                <c:pt idx="45419">
                  <c:v>24.5</c:v>
                </c:pt>
                <c:pt idx="45420">
                  <c:v>24.55</c:v>
                </c:pt>
                <c:pt idx="45421">
                  <c:v>24.55</c:v>
                </c:pt>
                <c:pt idx="45422">
                  <c:v>24.55</c:v>
                </c:pt>
                <c:pt idx="45423">
                  <c:v>24.5</c:v>
                </c:pt>
                <c:pt idx="45424">
                  <c:v>24.5</c:v>
                </c:pt>
                <c:pt idx="45425">
                  <c:v>24.5</c:v>
                </c:pt>
                <c:pt idx="45426">
                  <c:v>24.45</c:v>
                </c:pt>
                <c:pt idx="45427">
                  <c:v>24.4</c:v>
                </c:pt>
                <c:pt idx="45428">
                  <c:v>24.35</c:v>
                </c:pt>
                <c:pt idx="45429">
                  <c:v>24.35</c:v>
                </c:pt>
                <c:pt idx="45430">
                  <c:v>24.3</c:v>
                </c:pt>
                <c:pt idx="45431">
                  <c:v>24.3</c:v>
                </c:pt>
                <c:pt idx="45432">
                  <c:v>24.3</c:v>
                </c:pt>
                <c:pt idx="45433">
                  <c:v>24.3</c:v>
                </c:pt>
                <c:pt idx="45434">
                  <c:v>24.3</c:v>
                </c:pt>
                <c:pt idx="45435">
                  <c:v>24.3</c:v>
                </c:pt>
                <c:pt idx="45436">
                  <c:v>24.3</c:v>
                </c:pt>
                <c:pt idx="45437">
                  <c:v>24.3</c:v>
                </c:pt>
                <c:pt idx="45438">
                  <c:v>24.3</c:v>
                </c:pt>
                <c:pt idx="45439">
                  <c:v>24.35</c:v>
                </c:pt>
                <c:pt idx="45440">
                  <c:v>24.35</c:v>
                </c:pt>
                <c:pt idx="45441">
                  <c:v>24.35</c:v>
                </c:pt>
                <c:pt idx="45442">
                  <c:v>24.4</c:v>
                </c:pt>
                <c:pt idx="45443">
                  <c:v>24.4</c:v>
                </c:pt>
                <c:pt idx="45444">
                  <c:v>24.4</c:v>
                </c:pt>
                <c:pt idx="45445">
                  <c:v>24.45</c:v>
                </c:pt>
                <c:pt idx="45446">
                  <c:v>24.45</c:v>
                </c:pt>
                <c:pt idx="45447">
                  <c:v>24.5</c:v>
                </c:pt>
                <c:pt idx="45448">
                  <c:v>24.55</c:v>
                </c:pt>
                <c:pt idx="45449">
                  <c:v>24.55</c:v>
                </c:pt>
                <c:pt idx="45450">
                  <c:v>24.55</c:v>
                </c:pt>
                <c:pt idx="45451">
                  <c:v>24.6</c:v>
                </c:pt>
                <c:pt idx="45452">
                  <c:v>24.6</c:v>
                </c:pt>
                <c:pt idx="45453">
                  <c:v>24.6</c:v>
                </c:pt>
                <c:pt idx="45454">
                  <c:v>24.55</c:v>
                </c:pt>
                <c:pt idx="45455">
                  <c:v>24.55</c:v>
                </c:pt>
                <c:pt idx="45456">
                  <c:v>24.45</c:v>
                </c:pt>
                <c:pt idx="45457">
                  <c:v>24.45</c:v>
                </c:pt>
                <c:pt idx="45458">
                  <c:v>24.4</c:v>
                </c:pt>
                <c:pt idx="45459">
                  <c:v>24.35</c:v>
                </c:pt>
                <c:pt idx="45460">
                  <c:v>24.3</c:v>
                </c:pt>
                <c:pt idx="45461">
                  <c:v>24.3</c:v>
                </c:pt>
                <c:pt idx="45462">
                  <c:v>24.3</c:v>
                </c:pt>
                <c:pt idx="45463">
                  <c:v>24.3</c:v>
                </c:pt>
                <c:pt idx="45464">
                  <c:v>24.3</c:v>
                </c:pt>
                <c:pt idx="45465">
                  <c:v>24.3</c:v>
                </c:pt>
                <c:pt idx="45466">
                  <c:v>24.3</c:v>
                </c:pt>
                <c:pt idx="45467">
                  <c:v>24.3</c:v>
                </c:pt>
                <c:pt idx="45468">
                  <c:v>24.3</c:v>
                </c:pt>
                <c:pt idx="45469">
                  <c:v>24.35</c:v>
                </c:pt>
                <c:pt idx="45470">
                  <c:v>24.35</c:v>
                </c:pt>
                <c:pt idx="45471">
                  <c:v>24.35</c:v>
                </c:pt>
                <c:pt idx="45472">
                  <c:v>24.4</c:v>
                </c:pt>
                <c:pt idx="45473">
                  <c:v>24.4</c:v>
                </c:pt>
                <c:pt idx="45474">
                  <c:v>24.4</c:v>
                </c:pt>
                <c:pt idx="45475">
                  <c:v>24.45</c:v>
                </c:pt>
                <c:pt idx="45476">
                  <c:v>24.45</c:v>
                </c:pt>
                <c:pt idx="45477">
                  <c:v>24.5</c:v>
                </c:pt>
                <c:pt idx="45478">
                  <c:v>24.5</c:v>
                </c:pt>
                <c:pt idx="45479">
                  <c:v>24.5</c:v>
                </c:pt>
                <c:pt idx="45480">
                  <c:v>24.55</c:v>
                </c:pt>
                <c:pt idx="45481">
                  <c:v>24.55</c:v>
                </c:pt>
                <c:pt idx="45482">
                  <c:v>24.55</c:v>
                </c:pt>
                <c:pt idx="45483">
                  <c:v>24.55</c:v>
                </c:pt>
                <c:pt idx="45484">
                  <c:v>24.55</c:v>
                </c:pt>
                <c:pt idx="45485">
                  <c:v>24.55</c:v>
                </c:pt>
                <c:pt idx="45486">
                  <c:v>24.5</c:v>
                </c:pt>
                <c:pt idx="45487">
                  <c:v>24.45</c:v>
                </c:pt>
                <c:pt idx="45488">
                  <c:v>24.4</c:v>
                </c:pt>
                <c:pt idx="45489">
                  <c:v>24.35</c:v>
                </c:pt>
                <c:pt idx="45490">
                  <c:v>24.35</c:v>
                </c:pt>
                <c:pt idx="45491">
                  <c:v>24.35</c:v>
                </c:pt>
                <c:pt idx="45492">
                  <c:v>24.35</c:v>
                </c:pt>
                <c:pt idx="45493">
                  <c:v>24.3</c:v>
                </c:pt>
                <c:pt idx="45494">
                  <c:v>24.3</c:v>
                </c:pt>
                <c:pt idx="45495">
                  <c:v>24.3</c:v>
                </c:pt>
                <c:pt idx="45496">
                  <c:v>24.3</c:v>
                </c:pt>
                <c:pt idx="45497">
                  <c:v>24.3</c:v>
                </c:pt>
                <c:pt idx="45498">
                  <c:v>24.3</c:v>
                </c:pt>
                <c:pt idx="45499">
                  <c:v>24.35</c:v>
                </c:pt>
                <c:pt idx="45500">
                  <c:v>24.35</c:v>
                </c:pt>
                <c:pt idx="45501">
                  <c:v>24.35</c:v>
                </c:pt>
                <c:pt idx="45502">
                  <c:v>24.35</c:v>
                </c:pt>
                <c:pt idx="45503">
                  <c:v>24.4</c:v>
                </c:pt>
                <c:pt idx="45504">
                  <c:v>24.4</c:v>
                </c:pt>
                <c:pt idx="45505">
                  <c:v>24.4</c:v>
                </c:pt>
                <c:pt idx="45506">
                  <c:v>24.45</c:v>
                </c:pt>
                <c:pt idx="45507">
                  <c:v>24.45</c:v>
                </c:pt>
                <c:pt idx="45508">
                  <c:v>24.5</c:v>
                </c:pt>
                <c:pt idx="45509">
                  <c:v>24.5</c:v>
                </c:pt>
                <c:pt idx="45510">
                  <c:v>24.5</c:v>
                </c:pt>
                <c:pt idx="45511">
                  <c:v>24.55</c:v>
                </c:pt>
                <c:pt idx="45512">
                  <c:v>24.55</c:v>
                </c:pt>
                <c:pt idx="45513">
                  <c:v>24.55</c:v>
                </c:pt>
                <c:pt idx="45514">
                  <c:v>24.5</c:v>
                </c:pt>
                <c:pt idx="45515">
                  <c:v>24.45</c:v>
                </c:pt>
                <c:pt idx="45516">
                  <c:v>24.45</c:v>
                </c:pt>
                <c:pt idx="45517">
                  <c:v>24.4</c:v>
                </c:pt>
                <c:pt idx="45518">
                  <c:v>24.35</c:v>
                </c:pt>
                <c:pt idx="45519">
                  <c:v>24.3</c:v>
                </c:pt>
                <c:pt idx="45520">
                  <c:v>24.3</c:v>
                </c:pt>
                <c:pt idx="45521">
                  <c:v>24.3</c:v>
                </c:pt>
                <c:pt idx="45522">
                  <c:v>24.25</c:v>
                </c:pt>
                <c:pt idx="45523">
                  <c:v>24.3</c:v>
                </c:pt>
                <c:pt idx="45524">
                  <c:v>24.3</c:v>
                </c:pt>
                <c:pt idx="45525">
                  <c:v>24.3</c:v>
                </c:pt>
                <c:pt idx="45526">
                  <c:v>24.3</c:v>
                </c:pt>
                <c:pt idx="45527">
                  <c:v>24.35</c:v>
                </c:pt>
                <c:pt idx="45528">
                  <c:v>24.35</c:v>
                </c:pt>
                <c:pt idx="45529">
                  <c:v>24.35</c:v>
                </c:pt>
                <c:pt idx="45530">
                  <c:v>24.35</c:v>
                </c:pt>
                <c:pt idx="45531">
                  <c:v>24.4</c:v>
                </c:pt>
                <c:pt idx="45532">
                  <c:v>24.4</c:v>
                </c:pt>
                <c:pt idx="45533">
                  <c:v>24.45</c:v>
                </c:pt>
                <c:pt idx="45534">
                  <c:v>24.45</c:v>
                </c:pt>
                <c:pt idx="45535">
                  <c:v>24.45</c:v>
                </c:pt>
                <c:pt idx="45536">
                  <c:v>24.5</c:v>
                </c:pt>
                <c:pt idx="45537">
                  <c:v>24.5</c:v>
                </c:pt>
                <c:pt idx="45538">
                  <c:v>24.5</c:v>
                </c:pt>
                <c:pt idx="45539">
                  <c:v>24.5</c:v>
                </c:pt>
                <c:pt idx="45540">
                  <c:v>24.55</c:v>
                </c:pt>
                <c:pt idx="45541">
                  <c:v>24.55</c:v>
                </c:pt>
                <c:pt idx="45542">
                  <c:v>24.55</c:v>
                </c:pt>
                <c:pt idx="45543">
                  <c:v>24.55</c:v>
                </c:pt>
                <c:pt idx="45544">
                  <c:v>24.5</c:v>
                </c:pt>
                <c:pt idx="45545">
                  <c:v>24.45</c:v>
                </c:pt>
                <c:pt idx="45546">
                  <c:v>24.45</c:v>
                </c:pt>
                <c:pt idx="45547">
                  <c:v>24.4</c:v>
                </c:pt>
                <c:pt idx="45548">
                  <c:v>24.35</c:v>
                </c:pt>
                <c:pt idx="45549">
                  <c:v>24.35</c:v>
                </c:pt>
                <c:pt idx="45550">
                  <c:v>24.3</c:v>
                </c:pt>
                <c:pt idx="45551">
                  <c:v>24.3</c:v>
                </c:pt>
                <c:pt idx="45552">
                  <c:v>24.3</c:v>
                </c:pt>
                <c:pt idx="45553">
                  <c:v>24.3</c:v>
                </c:pt>
                <c:pt idx="45554">
                  <c:v>24.3</c:v>
                </c:pt>
                <c:pt idx="45555">
                  <c:v>24.3</c:v>
                </c:pt>
                <c:pt idx="45556">
                  <c:v>24.35</c:v>
                </c:pt>
                <c:pt idx="45557">
                  <c:v>24.35</c:v>
                </c:pt>
                <c:pt idx="45558">
                  <c:v>24.35</c:v>
                </c:pt>
                <c:pt idx="45559">
                  <c:v>24.4</c:v>
                </c:pt>
                <c:pt idx="45560">
                  <c:v>24.4</c:v>
                </c:pt>
                <c:pt idx="45561">
                  <c:v>24.4</c:v>
                </c:pt>
                <c:pt idx="45562">
                  <c:v>24.4</c:v>
                </c:pt>
                <c:pt idx="45563">
                  <c:v>24.45</c:v>
                </c:pt>
                <c:pt idx="45564">
                  <c:v>24.45</c:v>
                </c:pt>
                <c:pt idx="45565">
                  <c:v>24.5</c:v>
                </c:pt>
                <c:pt idx="45566">
                  <c:v>24.5</c:v>
                </c:pt>
                <c:pt idx="45567">
                  <c:v>24.5</c:v>
                </c:pt>
                <c:pt idx="45568">
                  <c:v>24.55</c:v>
                </c:pt>
                <c:pt idx="45569">
                  <c:v>24.55</c:v>
                </c:pt>
                <c:pt idx="45570">
                  <c:v>24.6</c:v>
                </c:pt>
                <c:pt idx="45571">
                  <c:v>24.6</c:v>
                </c:pt>
                <c:pt idx="45572">
                  <c:v>24.6</c:v>
                </c:pt>
                <c:pt idx="45573">
                  <c:v>24.6</c:v>
                </c:pt>
                <c:pt idx="45574">
                  <c:v>24.55</c:v>
                </c:pt>
                <c:pt idx="45575">
                  <c:v>24.55</c:v>
                </c:pt>
                <c:pt idx="45576">
                  <c:v>24.5</c:v>
                </c:pt>
                <c:pt idx="45577">
                  <c:v>24.45</c:v>
                </c:pt>
                <c:pt idx="45578">
                  <c:v>24.4</c:v>
                </c:pt>
                <c:pt idx="45579">
                  <c:v>24.4</c:v>
                </c:pt>
                <c:pt idx="45580">
                  <c:v>24.35</c:v>
                </c:pt>
                <c:pt idx="45581">
                  <c:v>24.35</c:v>
                </c:pt>
                <c:pt idx="45582">
                  <c:v>24.3</c:v>
                </c:pt>
                <c:pt idx="45583">
                  <c:v>24.3</c:v>
                </c:pt>
                <c:pt idx="45584">
                  <c:v>24.35</c:v>
                </c:pt>
                <c:pt idx="45585">
                  <c:v>24.3</c:v>
                </c:pt>
                <c:pt idx="45586">
                  <c:v>24.3</c:v>
                </c:pt>
                <c:pt idx="45587">
                  <c:v>24.3</c:v>
                </c:pt>
                <c:pt idx="45588">
                  <c:v>24.3</c:v>
                </c:pt>
                <c:pt idx="45589">
                  <c:v>24.35</c:v>
                </c:pt>
                <c:pt idx="45590">
                  <c:v>24.35</c:v>
                </c:pt>
                <c:pt idx="45591">
                  <c:v>24.4</c:v>
                </c:pt>
                <c:pt idx="45592">
                  <c:v>24.4</c:v>
                </c:pt>
                <c:pt idx="45593">
                  <c:v>24.4</c:v>
                </c:pt>
                <c:pt idx="45594">
                  <c:v>24.4</c:v>
                </c:pt>
                <c:pt idx="45595">
                  <c:v>24.4</c:v>
                </c:pt>
                <c:pt idx="45596">
                  <c:v>24.45</c:v>
                </c:pt>
                <c:pt idx="45597">
                  <c:v>24.5</c:v>
                </c:pt>
                <c:pt idx="45598">
                  <c:v>24.5</c:v>
                </c:pt>
                <c:pt idx="45599">
                  <c:v>24.5</c:v>
                </c:pt>
                <c:pt idx="45600">
                  <c:v>24.55</c:v>
                </c:pt>
                <c:pt idx="45601">
                  <c:v>24.5</c:v>
                </c:pt>
                <c:pt idx="45602">
                  <c:v>24.55</c:v>
                </c:pt>
                <c:pt idx="45603">
                  <c:v>24.55</c:v>
                </c:pt>
                <c:pt idx="45604">
                  <c:v>24.55</c:v>
                </c:pt>
                <c:pt idx="45605">
                  <c:v>24.5</c:v>
                </c:pt>
                <c:pt idx="45606">
                  <c:v>24.45</c:v>
                </c:pt>
                <c:pt idx="45607">
                  <c:v>24.4</c:v>
                </c:pt>
                <c:pt idx="45608">
                  <c:v>24.35</c:v>
                </c:pt>
                <c:pt idx="45609">
                  <c:v>24.35</c:v>
                </c:pt>
                <c:pt idx="45610">
                  <c:v>24.3</c:v>
                </c:pt>
                <c:pt idx="45611">
                  <c:v>24.3</c:v>
                </c:pt>
                <c:pt idx="45612">
                  <c:v>24.3</c:v>
                </c:pt>
                <c:pt idx="45613">
                  <c:v>24.3</c:v>
                </c:pt>
                <c:pt idx="45614">
                  <c:v>24.3</c:v>
                </c:pt>
                <c:pt idx="45615">
                  <c:v>24.3</c:v>
                </c:pt>
                <c:pt idx="45616">
                  <c:v>24.35</c:v>
                </c:pt>
                <c:pt idx="45617">
                  <c:v>24.35</c:v>
                </c:pt>
                <c:pt idx="45618">
                  <c:v>24.35</c:v>
                </c:pt>
                <c:pt idx="45619">
                  <c:v>24.35</c:v>
                </c:pt>
                <c:pt idx="45620">
                  <c:v>24.4</c:v>
                </c:pt>
                <c:pt idx="45621">
                  <c:v>24.35</c:v>
                </c:pt>
                <c:pt idx="45622">
                  <c:v>24.4</c:v>
                </c:pt>
                <c:pt idx="45623">
                  <c:v>24.45</c:v>
                </c:pt>
                <c:pt idx="45624">
                  <c:v>24.4</c:v>
                </c:pt>
                <c:pt idx="45625">
                  <c:v>24.4</c:v>
                </c:pt>
                <c:pt idx="45626">
                  <c:v>24.45</c:v>
                </c:pt>
                <c:pt idx="45627">
                  <c:v>24.45</c:v>
                </c:pt>
                <c:pt idx="45628">
                  <c:v>24.45</c:v>
                </c:pt>
                <c:pt idx="45629">
                  <c:v>24.5</c:v>
                </c:pt>
                <c:pt idx="45630">
                  <c:v>24.5</c:v>
                </c:pt>
                <c:pt idx="45631">
                  <c:v>24.55</c:v>
                </c:pt>
                <c:pt idx="45632">
                  <c:v>24.5</c:v>
                </c:pt>
                <c:pt idx="45633">
                  <c:v>24.5</c:v>
                </c:pt>
                <c:pt idx="45634">
                  <c:v>24.5</c:v>
                </c:pt>
                <c:pt idx="45635">
                  <c:v>24.5</c:v>
                </c:pt>
                <c:pt idx="45636">
                  <c:v>24.45</c:v>
                </c:pt>
                <c:pt idx="45637">
                  <c:v>24.35</c:v>
                </c:pt>
                <c:pt idx="45638">
                  <c:v>24.35</c:v>
                </c:pt>
                <c:pt idx="45639">
                  <c:v>24.3</c:v>
                </c:pt>
                <c:pt idx="45640">
                  <c:v>24.3</c:v>
                </c:pt>
                <c:pt idx="45641">
                  <c:v>24.35</c:v>
                </c:pt>
                <c:pt idx="45642">
                  <c:v>24.3</c:v>
                </c:pt>
                <c:pt idx="45643">
                  <c:v>24.3</c:v>
                </c:pt>
                <c:pt idx="45644">
                  <c:v>24.3</c:v>
                </c:pt>
                <c:pt idx="45645">
                  <c:v>24.3</c:v>
                </c:pt>
                <c:pt idx="45646">
                  <c:v>24.3</c:v>
                </c:pt>
                <c:pt idx="45647">
                  <c:v>24.35</c:v>
                </c:pt>
                <c:pt idx="45648">
                  <c:v>24.35</c:v>
                </c:pt>
                <c:pt idx="45649">
                  <c:v>24.35</c:v>
                </c:pt>
                <c:pt idx="45650">
                  <c:v>24.4</c:v>
                </c:pt>
                <c:pt idx="45651">
                  <c:v>24.4</c:v>
                </c:pt>
                <c:pt idx="45652">
                  <c:v>24.45</c:v>
                </c:pt>
                <c:pt idx="45653">
                  <c:v>24.45</c:v>
                </c:pt>
                <c:pt idx="45654">
                  <c:v>24.4</c:v>
                </c:pt>
                <c:pt idx="45655">
                  <c:v>24.45</c:v>
                </c:pt>
                <c:pt idx="45656">
                  <c:v>24.5</c:v>
                </c:pt>
                <c:pt idx="45657">
                  <c:v>24.5</c:v>
                </c:pt>
                <c:pt idx="45658">
                  <c:v>24.5</c:v>
                </c:pt>
                <c:pt idx="45659">
                  <c:v>24.5</c:v>
                </c:pt>
                <c:pt idx="45660">
                  <c:v>24.5</c:v>
                </c:pt>
                <c:pt idx="45661">
                  <c:v>24.55</c:v>
                </c:pt>
                <c:pt idx="45662">
                  <c:v>24.55</c:v>
                </c:pt>
                <c:pt idx="45663">
                  <c:v>24.55</c:v>
                </c:pt>
                <c:pt idx="45664">
                  <c:v>24.5</c:v>
                </c:pt>
                <c:pt idx="45665">
                  <c:v>24.5</c:v>
                </c:pt>
                <c:pt idx="45666">
                  <c:v>24.45</c:v>
                </c:pt>
                <c:pt idx="45667">
                  <c:v>24.4</c:v>
                </c:pt>
                <c:pt idx="45668">
                  <c:v>24.35</c:v>
                </c:pt>
                <c:pt idx="45669">
                  <c:v>24.35</c:v>
                </c:pt>
                <c:pt idx="45670">
                  <c:v>24.3</c:v>
                </c:pt>
                <c:pt idx="45671">
                  <c:v>24.3</c:v>
                </c:pt>
                <c:pt idx="45672">
                  <c:v>24.25</c:v>
                </c:pt>
                <c:pt idx="45673">
                  <c:v>24.3</c:v>
                </c:pt>
                <c:pt idx="45674">
                  <c:v>24.25</c:v>
                </c:pt>
                <c:pt idx="45675">
                  <c:v>24.3</c:v>
                </c:pt>
                <c:pt idx="45676">
                  <c:v>24.3</c:v>
                </c:pt>
                <c:pt idx="45677">
                  <c:v>24.3</c:v>
                </c:pt>
                <c:pt idx="45678">
                  <c:v>24.3</c:v>
                </c:pt>
                <c:pt idx="45679">
                  <c:v>24.35</c:v>
                </c:pt>
                <c:pt idx="45680">
                  <c:v>24.3</c:v>
                </c:pt>
                <c:pt idx="45681">
                  <c:v>24.35</c:v>
                </c:pt>
                <c:pt idx="45682">
                  <c:v>24.35</c:v>
                </c:pt>
                <c:pt idx="45683">
                  <c:v>24.4</c:v>
                </c:pt>
                <c:pt idx="45684">
                  <c:v>24.4</c:v>
                </c:pt>
                <c:pt idx="45685">
                  <c:v>24.45</c:v>
                </c:pt>
                <c:pt idx="45686">
                  <c:v>24.45</c:v>
                </c:pt>
                <c:pt idx="45687">
                  <c:v>24.45</c:v>
                </c:pt>
                <c:pt idx="45688">
                  <c:v>24.5</c:v>
                </c:pt>
                <c:pt idx="45689">
                  <c:v>24.5</c:v>
                </c:pt>
                <c:pt idx="45690">
                  <c:v>24.55</c:v>
                </c:pt>
                <c:pt idx="45691">
                  <c:v>24.55</c:v>
                </c:pt>
                <c:pt idx="45692">
                  <c:v>24.6</c:v>
                </c:pt>
                <c:pt idx="45693">
                  <c:v>24.55</c:v>
                </c:pt>
                <c:pt idx="45694">
                  <c:v>24.55</c:v>
                </c:pt>
                <c:pt idx="45695">
                  <c:v>24.55</c:v>
                </c:pt>
                <c:pt idx="45696">
                  <c:v>24.5</c:v>
                </c:pt>
                <c:pt idx="45697">
                  <c:v>24.45</c:v>
                </c:pt>
                <c:pt idx="45698">
                  <c:v>24.4</c:v>
                </c:pt>
                <c:pt idx="45699">
                  <c:v>24.35</c:v>
                </c:pt>
                <c:pt idx="45700">
                  <c:v>24.35</c:v>
                </c:pt>
                <c:pt idx="45701">
                  <c:v>24.35</c:v>
                </c:pt>
                <c:pt idx="45702">
                  <c:v>24.3</c:v>
                </c:pt>
                <c:pt idx="45703">
                  <c:v>24.3</c:v>
                </c:pt>
                <c:pt idx="45704">
                  <c:v>24.3</c:v>
                </c:pt>
                <c:pt idx="45705">
                  <c:v>24.3</c:v>
                </c:pt>
                <c:pt idx="45706">
                  <c:v>24.3</c:v>
                </c:pt>
                <c:pt idx="45707">
                  <c:v>24.3</c:v>
                </c:pt>
                <c:pt idx="45708">
                  <c:v>24.3</c:v>
                </c:pt>
                <c:pt idx="45709">
                  <c:v>24.35</c:v>
                </c:pt>
                <c:pt idx="45710">
                  <c:v>24.35</c:v>
                </c:pt>
                <c:pt idx="45711">
                  <c:v>24.35</c:v>
                </c:pt>
                <c:pt idx="45712">
                  <c:v>24.35</c:v>
                </c:pt>
                <c:pt idx="45713">
                  <c:v>24.4</c:v>
                </c:pt>
                <c:pt idx="45714">
                  <c:v>24.4</c:v>
                </c:pt>
                <c:pt idx="45715">
                  <c:v>24.4</c:v>
                </c:pt>
                <c:pt idx="45716">
                  <c:v>24.45</c:v>
                </c:pt>
                <c:pt idx="45717">
                  <c:v>24.45</c:v>
                </c:pt>
                <c:pt idx="45718">
                  <c:v>24.45</c:v>
                </c:pt>
                <c:pt idx="45719">
                  <c:v>24.5</c:v>
                </c:pt>
                <c:pt idx="45720">
                  <c:v>24.5</c:v>
                </c:pt>
                <c:pt idx="45721">
                  <c:v>24.5</c:v>
                </c:pt>
                <c:pt idx="45722">
                  <c:v>24.55</c:v>
                </c:pt>
                <c:pt idx="45723">
                  <c:v>24.5</c:v>
                </c:pt>
                <c:pt idx="45724">
                  <c:v>24.5</c:v>
                </c:pt>
                <c:pt idx="45725">
                  <c:v>24.45</c:v>
                </c:pt>
                <c:pt idx="45726">
                  <c:v>24.45</c:v>
                </c:pt>
                <c:pt idx="45727">
                  <c:v>24.4</c:v>
                </c:pt>
                <c:pt idx="45728">
                  <c:v>24.35</c:v>
                </c:pt>
                <c:pt idx="45729">
                  <c:v>24.3</c:v>
                </c:pt>
                <c:pt idx="45730">
                  <c:v>24.3</c:v>
                </c:pt>
                <c:pt idx="45731">
                  <c:v>24.3</c:v>
                </c:pt>
                <c:pt idx="45732">
                  <c:v>24.3</c:v>
                </c:pt>
                <c:pt idx="45733">
                  <c:v>24.3</c:v>
                </c:pt>
                <c:pt idx="45734">
                  <c:v>24.3</c:v>
                </c:pt>
                <c:pt idx="45735">
                  <c:v>24.3</c:v>
                </c:pt>
                <c:pt idx="45736">
                  <c:v>24.3</c:v>
                </c:pt>
                <c:pt idx="45737">
                  <c:v>24.3</c:v>
                </c:pt>
                <c:pt idx="45738">
                  <c:v>24.3</c:v>
                </c:pt>
                <c:pt idx="45739">
                  <c:v>24.35</c:v>
                </c:pt>
                <c:pt idx="45740">
                  <c:v>24.35</c:v>
                </c:pt>
                <c:pt idx="45741">
                  <c:v>24.35</c:v>
                </c:pt>
                <c:pt idx="45742">
                  <c:v>24.4</c:v>
                </c:pt>
                <c:pt idx="45743">
                  <c:v>24.4</c:v>
                </c:pt>
                <c:pt idx="45744">
                  <c:v>24.45</c:v>
                </c:pt>
                <c:pt idx="45745">
                  <c:v>24.45</c:v>
                </c:pt>
                <c:pt idx="45746">
                  <c:v>24.45</c:v>
                </c:pt>
                <c:pt idx="45747">
                  <c:v>24.5</c:v>
                </c:pt>
                <c:pt idx="45748">
                  <c:v>24.5</c:v>
                </c:pt>
                <c:pt idx="45749">
                  <c:v>24.5</c:v>
                </c:pt>
                <c:pt idx="45750">
                  <c:v>24.55</c:v>
                </c:pt>
                <c:pt idx="45751">
                  <c:v>24.55</c:v>
                </c:pt>
                <c:pt idx="45752">
                  <c:v>24.6</c:v>
                </c:pt>
                <c:pt idx="45753">
                  <c:v>24.55</c:v>
                </c:pt>
                <c:pt idx="45754">
                  <c:v>24.55</c:v>
                </c:pt>
                <c:pt idx="45755">
                  <c:v>24.5</c:v>
                </c:pt>
                <c:pt idx="45756">
                  <c:v>24.45</c:v>
                </c:pt>
                <c:pt idx="45757">
                  <c:v>24.4</c:v>
                </c:pt>
                <c:pt idx="45758">
                  <c:v>24.35</c:v>
                </c:pt>
                <c:pt idx="45759">
                  <c:v>24.3</c:v>
                </c:pt>
                <c:pt idx="45760">
                  <c:v>24.3</c:v>
                </c:pt>
                <c:pt idx="45761">
                  <c:v>24.25</c:v>
                </c:pt>
                <c:pt idx="45762">
                  <c:v>24.25</c:v>
                </c:pt>
                <c:pt idx="45763">
                  <c:v>24.25</c:v>
                </c:pt>
                <c:pt idx="45764">
                  <c:v>24.25</c:v>
                </c:pt>
                <c:pt idx="45765">
                  <c:v>24.3</c:v>
                </c:pt>
                <c:pt idx="45766">
                  <c:v>24.3</c:v>
                </c:pt>
                <c:pt idx="45767">
                  <c:v>24.3</c:v>
                </c:pt>
                <c:pt idx="45768">
                  <c:v>24.3</c:v>
                </c:pt>
                <c:pt idx="45769">
                  <c:v>24.3</c:v>
                </c:pt>
                <c:pt idx="45770">
                  <c:v>24.35</c:v>
                </c:pt>
                <c:pt idx="45771">
                  <c:v>24.35</c:v>
                </c:pt>
                <c:pt idx="45772">
                  <c:v>24.35</c:v>
                </c:pt>
                <c:pt idx="45773">
                  <c:v>24.35</c:v>
                </c:pt>
                <c:pt idx="45774">
                  <c:v>24.4</c:v>
                </c:pt>
                <c:pt idx="45775">
                  <c:v>24.4</c:v>
                </c:pt>
                <c:pt idx="45776">
                  <c:v>24.45</c:v>
                </c:pt>
                <c:pt idx="45777">
                  <c:v>24.45</c:v>
                </c:pt>
                <c:pt idx="45778">
                  <c:v>24.5</c:v>
                </c:pt>
                <c:pt idx="45779">
                  <c:v>24.5</c:v>
                </c:pt>
                <c:pt idx="45780">
                  <c:v>24.5</c:v>
                </c:pt>
                <c:pt idx="45781">
                  <c:v>24.55</c:v>
                </c:pt>
                <c:pt idx="45782">
                  <c:v>24.55</c:v>
                </c:pt>
                <c:pt idx="45783">
                  <c:v>24.55</c:v>
                </c:pt>
                <c:pt idx="45784">
                  <c:v>24.5</c:v>
                </c:pt>
                <c:pt idx="45785">
                  <c:v>24.5</c:v>
                </c:pt>
                <c:pt idx="45786">
                  <c:v>24.45</c:v>
                </c:pt>
                <c:pt idx="45787">
                  <c:v>24.4</c:v>
                </c:pt>
                <c:pt idx="45788">
                  <c:v>24.4</c:v>
                </c:pt>
                <c:pt idx="45789">
                  <c:v>24.35</c:v>
                </c:pt>
                <c:pt idx="45790">
                  <c:v>24.3</c:v>
                </c:pt>
                <c:pt idx="45791">
                  <c:v>24.3</c:v>
                </c:pt>
                <c:pt idx="45792">
                  <c:v>24.3</c:v>
                </c:pt>
                <c:pt idx="45793">
                  <c:v>24.25</c:v>
                </c:pt>
                <c:pt idx="45794">
                  <c:v>24.3</c:v>
                </c:pt>
                <c:pt idx="45795">
                  <c:v>24.3</c:v>
                </c:pt>
                <c:pt idx="45796">
                  <c:v>24.3</c:v>
                </c:pt>
                <c:pt idx="45797">
                  <c:v>24.3</c:v>
                </c:pt>
                <c:pt idx="45798">
                  <c:v>24.3</c:v>
                </c:pt>
                <c:pt idx="45799">
                  <c:v>24.35</c:v>
                </c:pt>
                <c:pt idx="45800">
                  <c:v>24.35</c:v>
                </c:pt>
                <c:pt idx="45801">
                  <c:v>24.35</c:v>
                </c:pt>
                <c:pt idx="45802">
                  <c:v>24.35</c:v>
                </c:pt>
                <c:pt idx="45803">
                  <c:v>24.35</c:v>
                </c:pt>
                <c:pt idx="45804">
                  <c:v>24.4</c:v>
                </c:pt>
                <c:pt idx="45805">
                  <c:v>24.4</c:v>
                </c:pt>
                <c:pt idx="45806">
                  <c:v>24.45</c:v>
                </c:pt>
                <c:pt idx="45807">
                  <c:v>24.45</c:v>
                </c:pt>
                <c:pt idx="45808">
                  <c:v>24.45</c:v>
                </c:pt>
                <c:pt idx="45809">
                  <c:v>24.5</c:v>
                </c:pt>
                <c:pt idx="45810">
                  <c:v>24.5</c:v>
                </c:pt>
                <c:pt idx="45811">
                  <c:v>24.55</c:v>
                </c:pt>
                <c:pt idx="45812">
                  <c:v>24.55</c:v>
                </c:pt>
                <c:pt idx="45813">
                  <c:v>24.55</c:v>
                </c:pt>
                <c:pt idx="45814">
                  <c:v>24.55</c:v>
                </c:pt>
                <c:pt idx="45815">
                  <c:v>24.5</c:v>
                </c:pt>
                <c:pt idx="45816">
                  <c:v>24.45</c:v>
                </c:pt>
                <c:pt idx="45817">
                  <c:v>24.4</c:v>
                </c:pt>
                <c:pt idx="45818">
                  <c:v>24.4</c:v>
                </c:pt>
                <c:pt idx="45819">
                  <c:v>24.35</c:v>
                </c:pt>
                <c:pt idx="45820">
                  <c:v>24.3</c:v>
                </c:pt>
                <c:pt idx="45821">
                  <c:v>24.3</c:v>
                </c:pt>
                <c:pt idx="45822">
                  <c:v>24.3</c:v>
                </c:pt>
                <c:pt idx="45823">
                  <c:v>24.3</c:v>
                </c:pt>
                <c:pt idx="45824">
                  <c:v>24.3</c:v>
                </c:pt>
                <c:pt idx="45825">
                  <c:v>24.3</c:v>
                </c:pt>
                <c:pt idx="45826">
                  <c:v>24.3</c:v>
                </c:pt>
                <c:pt idx="45827">
                  <c:v>24.3</c:v>
                </c:pt>
                <c:pt idx="45828">
                  <c:v>24.35</c:v>
                </c:pt>
                <c:pt idx="45829">
                  <c:v>24.35</c:v>
                </c:pt>
                <c:pt idx="45830">
                  <c:v>24.35</c:v>
                </c:pt>
                <c:pt idx="45831">
                  <c:v>24.35</c:v>
                </c:pt>
                <c:pt idx="45832">
                  <c:v>24.4</c:v>
                </c:pt>
                <c:pt idx="45833">
                  <c:v>24.4</c:v>
                </c:pt>
                <c:pt idx="45834">
                  <c:v>24.45</c:v>
                </c:pt>
                <c:pt idx="45835">
                  <c:v>24.45</c:v>
                </c:pt>
                <c:pt idx="45836">
                  <c:v>24.45</c:v>
                </c:pt>
                <c:pt idx="45837">
                  <c:v>24.45</c:v>
                </c:pt>
                <c:pt idx="45838">
                  <c:v>24.5</c:v>
                </c:pt>
                <c:pt idx="45839">
                  <c:v>24.5</c:v>
                </c:pt>
                <c:pt idx="45840">
                  <c:v>24.5</c:v>
                </c:pt>
                <c:pt idx="45841">
                  <c:v>24.55</c:v>
                </c:pt>
                <c:pt idx="45842">
                  <c:v>24.55</c:v>
                </c:pt>
                <c:pt idx="45843">
                  <c:v>24.55</c:v>
                </c:pt>
                <c:pt idx="45844">
                  <c:v>24.5</c:v>
                </c:pt>
                <c:pt idx="45845">
                  <c:v>24.5</c:v>
                </c:pt>
                <c:pt idx="45846">
                  <c:v>24.45</c:v>
                </c:pt>
                <c:pt idx="45847">
                  <c:v>24.4</c:v>
                </c:pt>
                <c:pt idx="45848">
                  <c:v>24.35</c:v>
                </c:pt>
                <c:pt idx="45849">
                  <c:v>24.3</c:v>
                </c:pt>
                <c:pt idx="45850">
                  <c:v>24.3</c:v>
                </c:pt>
                <c:pt idx="45851">
                  <c:v>24.3</c:v>
                </c:pt>
                <c:pt idx="45852">
                  <c:v>24.3</c:v>
                </c:pt>
                <c:pt idx="45853">
                  <c:v>24.25</c:v>
                </c:pt>
                <c:pt idx="45854">
                  <c:v>24.25</c:v>
                </c:pt>
                <c:pt idx="45855">
                  <c:v>24.3</c:v>
                </c:pt>
                <c:pt idx="45856">
                  <c:v>24.3</c:v>
                </c:pt>
                <c:pt idx="45857">
                  <c:v>24.3</c:v>
                </c:pt>
                <c:pt idx="45858">
                  <c:v>24.3</c:v>
                </c:pt>
                <c:pt idx="45859">
                  <c:v>24.3</c:v>
                </c:pt>
                <c:pt idx="45860">
                  <c:v>24.35</c:v>
                </c:pt>
                <c:pt idx="45861">
                  <c:v>24.35</c:v>
                </c:pt>
                <c:pt idx="45862">
                  <c:v>24.35</c:v>
                </c:pt>
                <c:pt idx="45863">
                  <c:v>24.4</c:v>
                </c:pt>
                <c:pt idx="45864">
                  <c:v>24.4</c:v>
                </c:pt>
                <c:pt idx="45865">
                  <c:v>24.45</c:v>
                </c:pt>
                <c:pt idx="45866">
                  <c:v>24.45</c:v>
                </c:pt>
                <c:pt idx="45867">
                  <c:v>24.45</c:v>
                </c:pt>
                <c:pt idx="45868">
                  <c:v>24.45</c:v>
                </c:pt>
                <c:pt idx="45869">
                  <c:v>24.5</c:v>
                </c:pt>
                <c:pt idx="45870">
                  <c:v>24.5</c:v>
                </c:pt>
                <c:pt idx="45871">
                  <c:v>24.55</c:v>
                </c:pt>
                <c:pt idx="45872">
                  <c:v>24.55</c:v>
                </c:pt>
                <c:pt idx="45873">
                  <c:v>24.55</c:v>
                </c:pt>
                <c:pt idx="45874">
                  <c:v>24.5</c:v>
                </c:pt>
                <c:pt idx="45875">
                  <c:v>24.5</c:v>
                </c:pt>
                <c:pt idx="45876">
                  <c:v>24.45</c:v>
                </c:pt>
                <c:pt idx="45877">
                  <c:v>24.4</c:v>
                </c:pt>
                <c:pt idx="45878">
                  <c:v>24.35</c:v>
                </c:pt>
                <c:pt idx="45879">
                  <c:v>24.3</c:v>
                </c:pt>
                <c:pt idx="45880">
                  <c:v>24.3</c:v>
                </c:pt>
                <c:pt idx="45881">
                  <c:v>24.25</c:v>
                </c:pt>
                <c:pt idx="45882">
                  <c:v>24.25</c:v>
                </c:pt>
                <c:pt idx="45883">
                  <c:v>24.25</c:v>
                </c:pt>
                <c:pt idx="45884">
                  <c:v>24.25</c:v>
                </c:pt>
                <c:pt idx="45885">
                  <c:v>24.25</c:v>
                </c:pt>
                <c:pt idx="45886">
                  <c:v>24.3</c:v>
                </c:pt>
                <c:pt idx="45887">
                  <c:v>24.3</c:v>
                </c:pt>
                <c:pt idx="45888">
                  <c:v>24.3</c:v>
                </c:pt>
                <c:pt idx="45889">
                  <c:v>24.3</c:v>
                </c:pt>
                <c:pt idx="45890">
                  <c:v>24.35</c:v>
                </c:pt>
                <c:pt idx="45891">
                  <c:v>24.35</c:v>
                </c:pt>
                <c:pt idx="45892">
                  <c:v>24.4</c:v>
                </c:pt>
                <c:pt idx="45893">
                  <c:v>24.4</c:v>
                </c:pt>
                <c:pt idx="45894">
                  <c:v>24.45</c:v>
                </c:pt>
                <c:pt idx="45895">
                  <c:v>24.45</c:v>
                </c:pt>
                <c:pt idx="45896">
                  <c:v>24.5</c:v>
                </c:pt>
                <c:pt idx="45897">
                  <c:v>24.5</c:v>
                </c:pt>
                <c:pt idx="45898">
                  <c:v>24.5</c:v>
                </c:pt>
                <c:pt idx="45899">
                  <c:v>24.55</c:v>
                </c:pt>
                <c:pt idx="45900">
                  <c:v>24.55</c:v>
                </c:pt>
                <c:pt idx="45901">
                  <c:v>24.55</c:v>
                </c:pt>
                <c:pt idx="45902">
                  <c:v>24.55</c:v>
                </c:pt>
                <c:pt idx="45903">
                  <c:v>24.55</c:v>
                </c:pt>
                <c:pt idx="45904">
                  <c:v>24.55</c:v>
                </c:pt>
                <c:pt idx="45905">
                  <c:v>24.5</c:v>
                </c:pt>
                <c:pt idx="45906">
                  <c:v>24.4</c:v>
                </c:pt>
                <c:pt idx="45907">
                  <c:v>24.4</c:v>
                </c:pt>
                <c:pt idx="45908">
                  <c:v>24.35</c:v>
                </c:pt>
                <c:pt idx="45909">
                  <c:v>24.3</c:v>
                </c:pt>
                <c:pt idx="45910">
                  <c:v>24.3</c:v>
                </c:pt>
                <c:pt idx="45911">
                  <c:v>24.3</c:v>
                </c:pt>
                <c:pt idx="45912">
                  <c:v>24.25</c:v>
                </c:pt>
                <c:pt idx="45913">
                  <c:v>24.25</c:v>
                </c:pt>
                <c:pt idx="45914">
                  <c:v>24.25</c:v>
                </c:pt>
                <c:pt idx="45915">
                  <c:v>24.25</c:v>
                </c:pt>
                <c:pt idx="45916">
                  <c:v>24.3</c:v>
                </c:pt>
                <c:pt idx="45917">
                  <c:v>24.3</c:v>
                </c:pt>
                <c:pt idx="45918">
                  <c:v>24.3</c:v>
                </c:pt>
                <c:pt idx="45919">
                  <c:v>24.3</c:v>
                </c:pt>
                <c:pt idx="45920">
                  <c:v>24.3</c:v>
                </c:pt>
                <c:pt idx="45921">
                  <c:v>24.35</c:v>
                </c:pt>
                <c:pt idx="45922">
                  <c:v>24.35</c:v>
                </c:pt>
                <c:pt idx="45923">
                  <c:v>24.35</c:v>
                </c:pt>
                <c:pt idx="45924">
                  <c:v>24.4</c:v>
                </c:pt>
                <c:pt idx="45925">
                  <c:v>24.4</c:v>
                </c:pt>
                <c:pt idx="45926">
                  <c:v>24.45</c:v>
                </c:pt>
                <c:pt idx="45927">
                  <c:v>24.45</c:v>
                </c:pt>
                <c:pt idx="45928">
                  <c:v>24.45</c:v>
                </c:pt>
                <c:pt idx="45929">
                  <c:v>24.5</c:v>
                </c:pt>
                <c:pt idx="45930">
                  <c:v>24.5</c:v>
                </c:pt>
                <c:pt idx="45931">
                  <c:v>24.55</c:v>
                </c:pt>
                <c:pt idx="45932">
                  <c:v>24.55</c:v>
                </c:pt>
                <c:pt idx="45933">
                  <c:v>24.55</c:v>
                </c:pt>
                <c:pt idx="45934">
                  <c:v>24.5</c:v>
                </c:pt>
                <c:pt idx="45935">
                  <c:v>24.45</c:v>
                </c:pt>
                <c:pt idx="45936">
                  <c:v>24.45</c:v>
                </c:pt>
                <c:pt idx="45937">
                  <c:v>24.4</c:v>
                </c:pt>
                <c:pt idx="45938">
                  <c:v>24.35</c:v>
                </c:pt>
                <c:pt idx="45939">
                  <c:v>24.3</c:v>
                </c:pt>
                <c:pt idx="45940">
                  <c:v>24.3</c:v>
                </c:pt>
                <c:pt idx="45941">
                  <c:v>24.3</c:v>
                </c:pt>
                <c:pt idx="45942">
                  <c:v>24.3</c:v>
                </c:pt>
                <c:pt idx="45943">
                  <c:v>24.3</c:v>
                </c:pt>
                <c:pt idx="45944">
                  <c:v>24.3</c:v>
                </c:pt>
                <c:pt idx="45945">
                  <c:v>24.3</c:v>
                </c:pt>
                <c:pt idx="45946">
                  <c:v>24.3</c:v>
                </c:pt>
                <c:pt idx="45947">
                  <c:v>24.3</c:v>
                </c:pt>
                <c:pt idx="45948">
                  <c:v>24.35</c:v>
                </c:pt>
                <c:pt idx="45949">
                  <c:v>24.35</c:v>
                </c:pt>
                <c:pt idx="45950">
                  <c:v>24.35</c:v>
                </c:pt>
                <c:pt idx="45951">
                  <c:v>24.35</c:v>
                </c:pt>
                <c:pt idx="45952">
                  <c:v>24.4</c:v>
                </c:pt>
                <c:pt idx="45953">
                  <c:v>24.4</c:v>
                </c:pt>
                <c:pt idx="45954">
                  <c:v>24.4</c:v>
                </c:pt>
                <c:pt idx="45955">
                  <c:v>24.4</c:v>
                </c:pt>
                <c:pt idx="45956">
                  <c:v>24.45</c:v>
                </c:pt>
                <c:pt idx="45957">
                  <c:v>24.45</c:v>
                </c:pt>
                <c:pt idx="45958">
                  <c:v>24.5</c:v>
                </c:pt>
                <c:pt idx="45959">
                  <c:v>24.5</c:v>
                </c:pt>
                <c:pt idx="45960">
                  <c:v>24.5</c:v>
                </c:pt>
                <c:pt idx="45961">
                  <c:v>24.5</c:v>
                </c:pt>
                <c:pt idx="45962">
                  <c:v>24.55</c:v>
                </c:pt>
                <c:pt idx="45963">
                  <c:v>24.5</c:v>
                </c:pt>
                <c:pt idx="45964">
                  <c:v>24.5</c:v>
                </c:pt>
                <c:pt idx="45965">
                  <c:v>24.45</c:v>
                </c:pt>
                <c:pt idx="45966">
                  <c:v>24.4</c:v>
                </c:pt>
                <c:pt idx="45967">
                  <c:v>24.4</c:v>
                </c:pt>
                <c:pt idx="45968">
                  <c:v>24.35</c:v>
                </c:pt>
                <c:pt idx="45969">
                  <c:v>24.3</c:v>
                </c:pt>
                <c:pt idx="45970">
                  <c:v>24.3</c:v>
                </c:pt>
                <c:pt idx="45971">
                  <c:v>24.25</c:v>
                </c:pt>
                <c:pt idx="45972">
                  <c:v>24.25</c:v>
                </c:pt>
                <c:pt idx="45973">
                  <c:v>24.25</c:v>
                </c:pt>
                <c:pt idx="45974">
                  <c:v>24.25</c:v>
                </c:pt>
                <c:pt idx="45975">
                  <c:v>24.25</c:v>
                </c:pt>
                <c:pt idx="45976">
                  <c:v>24.25</c:v>
                </c:pt>
                <c:pt idx="45977">
                  <c:v>24.25</c:v>
                </c:pt>
                <c:pt idx="45978">
                  <c:v>24.3</c:v>
                </c:pt>
                <c:pt idx="45979">
                  <c:v>24.3</c:v>
                </c:pt>
                <c:pt idx="45980">
                  <c:v>24.3</c:v>
                </c:pt>
                <c:pt idx="45981">
                  <c:v>24.3</c:v>
                </c:pt>
                <c:pt idx="45982">
                  <c:v>24.35</c:v>
                </c:pt>
                <c:pt idx="45983">
                  <c:v>24.35</c:v>
                </c:pt>
                <c:pt idx="45984">
                  <c:v>24.4</c:v>
                </c:pt>
                <c:pt idx="45985">
                  <c:v>24.4</c:v>
                </c:pt>
                <c:pt idx="45986">
                  <c:v>24.45</c:v>
                </c:pt>
                <c:pt idx="45987">
                  <c:v>24.45</c:v>
                </c:pt>
                <c:pt idx="45988">
                  <c:v>24.5</c:v>
                </c:pt>
                <c:pt idx="45989">
                  <c:v>24.5</c:v>
                </c:pt>
                <c:pt idx="45990">
                  <c:v>24.5</c:v>
                </c:pt>
                <c:pt idx="45991">
                  <c:v>24.55</c:v>
                </c:pt>
                <c:pt idx="45992">
                  <c:v>24.55</c:v>
                </c:pt>
                <c:pt idx="45993">
                  <c:v>24.55</c:v>
                </c:pt>
                <c:pt idx="45994">
                  <c:v>24.5</c:v>
                </c:pt>
                <c:pt idx="45995">
                  <c:v>24.5</c:v>
                </c:pt>
                <c:pt idx="45996">
                  <c:v>24.45</c:v>
                </c:pt>
                <c:pt idx="45997">
                  <c:v>24.4</c:v>
                </c:pt>
                <c:pt idx="45998">
                  <c:v>24.35</c:v>
                </c:pt>
                <c:pt idx="45999">
                  <c:v>24.3</c:v>
                </c:pt>
                <c:pt idx="46000">
                  <c:v>24.3</c:v>
                </c:pt>
                <c:pt idx="46001">
                  <c:v>24.3</c:v>
                </c:pt>
                <c:pt idx="46002">
                  <c:v>24.25</c:v>
                </c:pt>
                <c:pt idx="46003">
                  <c:v>24.25</c:v>
                </c:pt>
                <c:pt idx="46004">
                  <c:v>24.25</c:v>
                </c:pt>
                <c:pt idx="46005">
                  <c:v>24.25</c:v>
                </c:pt>
                <c:pt idx="46006">
                  <c:v>24.3</c:v>
                </c:pt>
                <c:pt idx="46007">
                  <c:v>24.3</c:v>
                </c:pt>
                <c:pt idx="46008">
                  <c:v>24.3</c:v>
                </c:pt>
                <c:pt idx="46009">
                  <c:v>24.3</c:v>
                </c:pt>
                <c:pt idx="46010">
                  <c:v>24.3</c:v>
                </c:pt>
                <c:pt idx="46011">
                  <c:v>24.35</c:v>
                </c:pt>
                <c:pt idx="46012">
                  <c:v>24.35</c:v>
                </c:pt>
                <c:pt idx="46013">
                  <c:v>24.35</c:v>
                </c:pt>
                <c:pt idx="46014">
                  <c:v>24.4</c:v>
                </c:pt>
                <c:pt idx="46015">
                  <c:v>24.4</c:v>
                </c:pt>
                <c:pt idx="46016">
                  <c:v>24.45</c:v>
                </c:pt>
                <c:pt idx="46017">
                  <c:v>24.45</c:v>
                </c:pt>
                <c:pt idx="46018">
                  <c:v>24.45</c:v>
                </c:pt>
                <c:pt idx="46019">
                  <c:v>24.5</c:v>
                </c:pt>
                <c:pt idx="46020">
                  <c:v>24.5</c:v>
                </c:pt>
                <c:pt idx="46021">
                  <c:v>24.5</c:v>
                </c:pt>
                <c:pt idx="46022">
                  <c:v>24.55</c:v>
                </c:pt>
                <c:pt idx="46023">
                  <c:v>24.55</c:v>
                </c:pt>
                <c:pt idx="46024">
                  <c:v>24.5</c:v>
                </c:pt>
                <c:pt idx="46025">
                  <c:v>24.5</c:v>
                </c:pt>
                <c:pt idx="46026">
                  <c:v>24.45</c:v>
                </c:pt>
                <c:pt idx="46027">
                  <c:v>24.4</c:v>
                </c:pt>
                <c:pt idx="46028">
                  <c:v>24.35</c:v>
                </c:pt>
                <c:pt idx="46029">
                  <c:v>24.3</c:v>
                </c:pt>
                <c:pt idx="46030">
                  <c:v>24.3</c:v>
                </c:pt>
                <c:pt idx="46031">
                  <c:v>24.3</c:v>
                </c:pt>
                <c:pt idx="46032">
                  <c:v>24.25</c:v>
                </c:pt>
                <c:pt idx="46033">
                  <c:v>24.25</c:v>
                </c:pt>
                <c:pt idx="46034">
                  <c:v>24.25</c:v>
                </c:pt>
                <c:pt idx="46035">
                  <c:v>24.25</c:v>
                </c:pt>
                <c:pt idx="46036">
                  <c:v>24.25</c:v>
                </c:pt>
                <c:pt idx="46037">
                  <c:v>24.25</c:v>
                </c:pt>
                <c:pt idx="46038">
                  <c:v>24.3</c:v>
                </c:pt>
                <c:pt idx="46039">
                  <c:v>24.3</c:v>
                </c:pt>
                <c:pt idx="46040">
                  <c:v>24.3</c:v>
                </c:pt>
                <c:pt idx="46041">
                  <c:v>24.3</c:v>
                </c:pt>
                <c:pt idx="46042">
                  <c:v>24.35</c:v>
                </c:pt>
                <c:pt idx="46043">
                  <c:v>24.35</c:v>
                </c:pt>
                <c:pt idx="46044">
                  <c:v>24.4</c:v>
                </c:pt>
                <c:pt idx="46045">
                  <c:v>24.4</c:v>
                </c:pt>
                <c:pt idx="46046">
                  <c:v>24.45</c:v>
                </c:pt>
                <c:pt idx="46047">
                  <c:v>24.45</c:v>
                </c:pt>
                <c:pt idx="46048">
                  <c:v>24.5</c:v>
                </c:pt>
                <c:pt idx="46049">
                  <c:v>24.5</c:v>
                </c:pt>
                <c:pt idx="46050">
                  <c:v>24.55</c:v>
                </c:pt>
                <c:pt idx="46051">
                  <c:v>24.55</c:v>
                </c:pt>
                <c:pt idx="46052">
                  <c:v>24.55</c:v>
                </c:pt>
                <c:pt idx="46053">
                  <c:v>24.55</c:v>
                </c:pt>
                <c:pt idx="46054">
                  <c:v>24.55</c:v>
                </c:pt>
                <c:pt idx="46055">
                  <c:v>24.5</c:v>
                </c:pt>
                <c:pt idx="46056">
                  <c:v>24.45</c:v>
                </c:pt>
                <c:pt idx="46057">
                  <c:v>24.45</c:v>
                </c:pt>
                <c:pt idx="46058">
                  <c:v>24.4</c:v>
                </c:pt>
                <c:pt idx="46059">
                  <c:v>24.35</c:v>
                </c:pt>
                <c:pt idx="46060">
                  <c:v>24.35</c:v>
                </c:pt>
                <c:pt idx="46061">
                  <c:v>24.3</c:v>
                </c:pt>
                <c:pt idx="46062">
                  <c:v>24.3</c:v>
                </c:pt>
                <c:pt idx="46063">
                  <c:v>24.3</c:v>
                </c:pt>
                <c:pt idx="46064">
                  <c:v>24.3</c:v>
                </c:pt>
                <c:pt idx="46065">
                  <c:v>24.3</c:v>
                </c:pt>
                <c:pt idx="46066">
                  <c:v>24.3</c:v>
                </c:pt>
                <c:pt idx="46067">
                  <c:v>24.3</c:v>
                </c:pt>
                <c:pt idx="46068">
                  <c:v>24.3</c:v>
                </c:pt>
                <c:pt idx="46069">
                  <c:v>24.3</c:v>
                </c:pt>
                <c:pt idx="46070">
                  <c:v>24.35</c:v>
                </c:pt>
                <c:pt idx="46071">
                  <c:v>24.35</c:v>
                </c:pt>
                <c:pt idx="46072">
                  <c:v>24.35</c:v>
                </c:pt>
                <c:pt idx="46073">
                  <c:v>24.4</c:v>
                </c:pt>
                <c:pt idx="46074">
                  <c:v>24.4</c:v>
                </c:pt>
                <c:pt idx="46075">
                  <c:v>24.4</c:v>
                </c:pt>
                <c:pt idx="46076">
                  <c:v>24.4</c:v>
                </c:pt>
                <c:pt idx="46077">
                  <c:v>24.45</c:v>
                </c:pt>
                <c:pt idx="46078">
                  <c:v>24.45</c:v>
                </c:pt>
                <c:pt idx="46079">
                  <c:v>24.45</c:v>
                </c:pt>
                <c:pt idx="46080">
                  <c:v>24.5</c:v>
                </c:pt>
                <c:pt idx="46081">
                  <c:v>24.5</c:v>
                </c:pt>
                <c:pt idx="46082">
                  <c:v>24.5</c:v>
                </c:pt>
                <c:pt idx="46083">
                  <c:v>24.5</c:v>
                </c:pt>
                <c:pt idx="46084">
                  <c:v>24.5</c:v>
                </c:pt>
                <c:pt idx="46085">
                  <c:v>24.45</c:v>
                </c:pt>
                <c:pt idx="46086">
                  <c:v>24.4</c:v>
                </c:pt>
                <c:pt idx="46087">
                  <c:v>24.4</c:v>
                </c:pt>
                <c:pt idx="46088">
                  <c:v>24.35</c:v>
                </c:pt>
                <c:pt idx="46089">
                  <c:v>24.35</c:v>
                </c:pt>
                <c:pt idx="46090">
                  <c:v>24.3</c:v>
                </c:pt>
                <c:pt idx="46091">
                  <c:v>24.3</c:v>
                </c:pt>
                <c:pt idx="46092">
                  <c:v>24.3</c:v>
                </c:pt>
                <c:pt idx="46093">
                  <c:v>24.3</c:v>
                </c:pt>
                <c:pt idx="46094">
                  <c:v>24.3</c:v>
                </c:pt>
                <c:pt idx="46095">
                  <c:v>24.3</c:v>
                </c:pt>
                <c:pt idx="46096">
                  <c:v>24.3</c:v>
                </c:pt>
                <c:pt idx="46097">
                  <c:v>24.3</c:v>
                </c:pt>
                <c:pt idx="46098">
                  <c:v>24.35</c:v>
                </c:pt>
                <c:pt idx="46099">
                  <c:v>24.35</c:v>
                </c:pt>
                <c:pt idx="46100">
                  <c:v>24.35</c:v>
                </c:pt>
                <c:pt idx="46101">
                  <c:v>24.35</c:v>
                </c:pt>
                <c:pt idx="46102">
                  <c:v>24.35</c:v>
                </c:pt>
                <c:pt idx="46103">
                  <c:v>24.4</c:v>
                </c:pt>
                <c:pt idx="46104">
                  <c:v>24.4</c:v>
                </c:pt>
                <c:pt idx="46105">
                  <c:v>24.4</c:v>
                </c:pt>
                <c:pt idx="46106">
                  <c:v>24.4</c:v>
                </c:pt>
                <c:pt idx="46107">
                  <c:v>24.45</c:v>
                </c:pt>
                <c:pt idx="46108">
                  <c:v>24.45</c:v>
                </c:pt>
                <c:pt idx="46109">
                  <c:v>24.5</c:v>
                </c:pt>
                <c:pt idx="46110">
                  <c:v>24.5</c:v>
                </c:pt>
                <c:pt idx="46111">
                  <c:v>24.55</c:v>
                </c:pt>
                <c:pt idx="46112">
                  <c:v>24.55</c:v>
                </c:pt>
                <c:pt idx="46113">
                  <c:v>24.55</c:v>
                </c:pt>
                <c:pt idx="46114">
                  <c:v>24.5</c:v>
                </c:pt>
                <c:pt idx="46115">
                  <c:v>24.5</c:v>
                </c:pt>
                <c:pt idx="46116">
                  <c:v>24.45</c:v>
                </c:pt>
                <c:pt idx="46117">
                  <c:v>24.45</c:v>
                </c:pt>
                <c:pt idx="46118">
                  <c:v>24.4</c:v>
                </c:pt>
                <c:pt idx="46119">
                  <c:v>24.35</c:v>
                </c:pt>
                <c:pt idx="46120">
                  <c:v>24.35</c:v>
                </c:pt>
                <c:pt idx="46121">
                  <c:v>24.35</c:v>
                </c:pt>
                <c:pt idx="46122">
                  <c:v>24.3</c:v>
                </c:pt>
                <c:pt idx="46123">
                  <c:v>24.3</c:v>
                </c:pt>
                <c:pt idx="46124">
                  <c:v>24.3</c:v>
                </c:pt>
                <c:pt idx="46125">
                  <c:v>24.3</c:v>
                </c:pt>
                <c:pt idx="46126">
                  <c:v>24.3</c:v>
                </c:pt>
                <c:pt idx="46127">
                  <c:v>24.3</c:v>
                </c:pt>
                <c:pt idx="46128">
                  <c:v>24.35</c:v>
                </c:pt>
                <c:pt idx="46129">
                  <c:v>24.35</c:v>
                </c:pt>
                <c:pt idx="46130">
                  <c:v>24.35</c:v>
                </c:pt>
                <c:pt idx="46131">
                  <c:v>24.35</c:v>
                </c:pt>
                <c:pt idx="46132">
                  <c:v>24.35</c:v>
                </c:pt>
                <c:pt idx="46133">
                  <c:v>24.4</c:v>
                </c:pt>
                <c:pt idx="46134">
                  <c:v>24.4</c:v>
                </c:pt>
                <c:pt idx="46135">
                  <c:v>24.4</c:v>
                </c:pt>
                <c:pt idx="46136">
                  <c:v>24.45</c:v>
                </c:pt>
                <c:pt idx="46137">
                  <c:v>24.45</c:v>
                </c:pt>
                <c:pt idx="46138">
                  <c:v>24.45</c:v>
                </c:pt>
                <c:pt idx="46139">
                  <c:v>24.45</c:v>
                </c:pt>
                <c:pt idx="46140">
                  <c:v>24.5</c:v>
                </c:pt>
                <c:pt idx="46141">
                  <c:v>24.5</c:v>
                </c:pt>
                <c:pt idx="46142">
                  <c:v>24.55</c:v>
                </c:pt>
                <c:pt idx="46143">
                  <c:v>24.5</c:v>
                </c:pt>
                <c:pt idx="46144">
                  <c:v>24.5</c:v>
                </c:pt>
                <c:pt idx="46145">
                  <c:v>24.5</c:v>
                </c:pt>
                <c:pt idx="46146">
                  <c:v>24.45</c:v>
                </c:pt>
                <c:pt idx="46147">
                  <c:v>24.4</c:v>
                </c:pt>
                <c:pt idx="46148">
                  <c:v>24.4</c:v>
                </c:pt>
                <c:pt idx="46149">
                  <c:v>24.35</c:v>
                </c:pt>
                <c:pt idx="46150">
                  <c:v>24.35</c:v>
                </c:pt>
                <c:pt idx="46151">
                  <c:v>24.35</c:v>
                </c:pt>
                <c:pt idx="46152">
                  <c:v>24.3</c:v>
                </c:pt>
                <c:pt idx="46153">
                  <c:v>24.3</c:v>
                </c:pt>
                <c:pt idx="46154">
                  <c:v>24.3</c:v>
                </c:pt>
                <c:pt idx="46155">
                  <c:v>24.3</c:v>
                </c:pt>
                <c:pt idx="46156">
                  <c:v>24.3</c:v>
                </c:pt>
                <c:pt idx="46157">
                  <c:v>24.3</c:v>
                </c:pt>
                <c:pt idx="46158">
                  <c:v>24.35</c:v>
                </c:pt>
                <c:pt idx="46159">
                  <c:v>24.35</c:v>
                </c:pt>
                <c:pt idx="46160">
                  <c:v>24.35</c:v>
                </c:pt>
                <c:pt idx="46161">
                  <c:v>24.35</c:v>
                </c:pt>
                <c:pt idx="46162">
                  <c:v>24.35</c:v>
                </c:pt>
                <c:pt idx="46163">
                  <c:v>24.4</c:v>
                </c:pt>
                <c:pt idx="46164">
                  <c:v>24.4</c:v>
                </c:pt>
                <c:pt idx="46165">
                  <c:v>24.4</c:v>
                </c:pt>
                <c:pt idx="46166">
                  <c:v>24.4</c:v>
                </c:pt>
                <c:pt idx="46167">
                  <c:v>24.45</c:v>
                </c:pt>
                <c:pt idx="46168">
                  <c:v>24.45</c:v>
                </c:pt>
                <c:pt idx="46169">
                  <c:v>24.5</c:v>
                </c:pt>
                <c:pt idx="46170">
                  <c:v>24.5</c:v>
                </c:pt>
                <c:pt idx="46171">
                  <c:v>24.5</c:v>
                </c:pt>
                <c:pt idx="46172">
                  <c:v>24.55</c:v>
                </c:pt>
                <c:pt idx="46173">
                  <c:v>24.55</c:v>
                </c:pt>
                <c:pt idx="46174">
                  <c:v>24.5</c:v>
                </c:pt>
                <c:pt idx="46175">
                  <c:v>24.5</c:v>
                </c:pt>
                <c:pt idx="46176">
                  <c:v>24.45</c:v>
                </c:pt>
                <c:pt idx="46177">
                  <c:v>24.4</c:v>
                </c:pt>
                <c:pt idx="46178">
                  <c:v>24.4</c:v>
                </c:pt>
                <c:pt idx="46179">
                  <c:v>24.35</c:v>
                </c:pt>
                <c:pt idx="46180">
                  <c:v>24.35</c:v>
                </c:pt>
                <c:pt idx="46181">
                  <c:v>24.3</c:v>
                </c:pt>
                <c:pt idx="46182">
                  <c:v>24.3</c:v>
                </c:pt>
                <c:pt idx="46183">
                  <c:v>24.3</c:v>
                </c:pt>
                <c:pt idx="46184">
                  <c:v>24.3</c:v>
                </c:pt>
                <c:pt idx="46185">
                  <c:v>24.3</c:v>
                </c:pt>
                <c:pt idx="46186">
                  <c:v>24.3</c:v>
                </c:pt>
                <c:pt idx="46187">
                  <c:v>24.3</c:v>
                </c:pt>
                <c:pt idx="46188">
                  <c:v>24.3</c:v>
                </c:pt>
                <c:pt idx="46189">
                  <c:v>24.35</c:v>
                </c:pt>
                <c:pt idx="46190">
                  <c:v>24.35</c:v>
                </c:pt>
                <c:pt idx="46191">
                  <c:v>24.35</c:v>
                </c:pt>
                <c:pt idx="46192">
                  <c:v>24.35</c:v>
                </c:pt>
                <c:pt idx="46193">
                  <c:v>24.35</c:v>
                </c:pt>
                <c:pt idx="46194">
                  <c:v>24.4</c:v>
                </c:pt>
                <c:pt idx="46195">
                  <c:v>24.4</c:v>
                </c:pt>
                <c:pt idx="46196">
                  <c:v>24.45</c:v>
                </c:pt>
                <c:pt idx="46197">
                  <c:v>24.45</c:v>
                </c:pt>
                <c:pt idx="46198">
                  <c:v>24.45</c:v>
                </c:pt>
                <c:pt idx="46199">
                  <c:v>24.5</c:v>
                </c:pt>
                <c:pt idx="46200">
                  <c:v>24.5</c:v>
                </c:pt>
                <c:pt idx="46201">
                  <c:v>24.55</c:v>
                </c:pt>
                <c:pt idx="46202">
                  <c:v>24.55</c:v>
                </c:pt>
                <c:pt idx="46203">
                  <c:v>24.55</c:v>
                </c:pt>
                <c:pt idx="46204">
                  <c:v>24.55</c:v>
                </c:pt>
                <c:pt idx="46205">
                  <c:v>24.5</c:v>
                </c:pt>
                <c:pt idx="46206">
                  <c:v>24.45</c:v>
                </c:pt>
                <c:pt idx="46207">
                  <c:v>24.4</c:v>
                </c:pt>
                <c:pt idx="46208">
                  <c:v>24.4</c:v>
                </c:pt>
                <c:pt idx="46209">
                  <c:v>24.4</c:v>
                </c:pt>
                <c:pt idx="46210">
                  <c:v>24.35</c:v>
                </c:pt>
                <c:pt idx="46211">
                  <c:v>24.35</c:v>
                </c:pt>
                <c:pt idx="46212">
                  <c:v>24.3</c:v>
                </c:pt>
                <c:pt idx="46213">
                  <c:v>24.3</c:v>
                </c:pt>
                <c:pt idx="46214">
                  <c:v>24.3</c:v>
                </c:pt>
                <c:pt idx="46215">
                  <c:v>24.3</c:v>
                </c:pt>
                <c:pt idx="46216">
                  <c:v>24.3</c:v>
                </c:pt>
                <c:pt idx="46217">
                  <c:v>24.3</c:v>
                </c:pt>
                <c:pt idx="46218">
                  <c:v>24.3</c:v>
                </c:pt>
                <c:pt idx="46219">
                  <c:v>24.3</c:v>
                </c:pt>
                <c:pt idx="46220">
                  <c:v>24.35</c:v>
                </c:pt>
                <c:pt idx="46221">
                  <c:v>24.35</c:v>
                </c:pt>
                <c:pt idx="46222">
                  <c:v>24.35</c:v>
                </c:pt>
                <c:pt idx="46223">
                  <c:v>24.4</c:v>
                </c:pt>
                <c:pt idx="46224">
                  <c:v>24.4</c:v>
                </c:pt>
                <c:pt idx="46225">
                  <c:v>24.4</c:v>
                </c:pt>
                <c:pt idx="46226">
                  <c:v>24.45</c:v>
                </c:pt>
                <c:pt idx="46227">
                  <c:v>24.45</c:v>
                </c:pt>
                <c:pt idx="46228">
                  <c:v>24.45</c:v>
                </c:pt>
                <c:pt idx="46229">
                  <c:v>24.5</c:v>
                </c:pt>
                <c:pt idx="46230">
                  <c:v>24.5</c:v>
                </c:pt>
                <c:pt idx="46231">
                  <c:v>24.5</c:v>
                </c:pt>
                <c:pt idx="46232">
                  <c:v>24.55</c:v>
                </c:pt>
                <c:pt idx="46233">
                  <c:v>24.55</c:v>
                </c:pt>
                <c:pt idx="46234">
                  <c:v>24.5</c:v>
                </c:pt>
                <c:pt idx="46235">
                  <c:v>24.5</c:v>
                </c:pt>
                <c:pt idx="46236">
                  <c:v>24.45</c:v>
                </c:pt>
                <c:pt idx="46237">
                  <c:v>24.4</c:v>
                </c:pt>
                <c:pt idx="46238">
                  <c:v>24.4</c:v>
                </c:pt>
                <c:pt idx="46239">
                  <c:v>24.35</c:v>
                </c:pt>
                <c:pt idx="46240">
                  <c:v>24.35</c:v>
                </c:pt>
                <c:pt idx="46241">
                  <c:v>24.3</c:v>
                </c:pt>
                <c:pt idx="46242">
                  <c:v>24.3</c:v>
                </c:pt>
                <c:pt idx="46243">
                  <c:v>24.3</c:v>
                </c:pt>
                <c:pt idx="46244">
                  <c:v>24.3</c:v>
                </c:pt>
                <c:pt idx="46245">
                  <c:v>24.3</c:v>
                </c:pt>
                <c:pt idx="46246">
                  <c:v>24.3</c:v>
                </c:pt>
                <c:pt idx="46247">
                  <c:v>24.3</c:v>
                </c:pt>
                <c:pt idx="46248">
                  <c:v>24.3</c:v>
                </c:pt>
                <c:pt idx="46249">
                  <c:v>24.3</c:v>
                </c:pt>
                <c:pt idx="46250">
                  <c:v>24.35</c:v>
                </c:pt>
                <c:pt idx="46251">
                  <c:v>24.35</c:v>
                </c:pt>
                <c:pt idx="46252">
                  <c:v>24.4</c:v>
                </c:pt>
                <c:pt idx="46253">
                  <c:v>24.4</c:v>
                </c:pt>
                <c:pt idx="46254">
                  <c:v>24.4</c:v>
                </c:pt>
                <c:pt idx="46255">
                  <c:v>24.4</c:v>
                </c:pt>
                <c:pt idx="46256">
                  <c:v>24.45</c:v>
                </c:pt>
                <c:pt idx="46257">
                  <c:v>24.45</c:v>
                </c:pt>
                <c:pt idx="46258">
                  <c:v>24.5</c:v>
                </c:pt>
                <c:pt idx="46259">
                  <c:v>24.5</c:v>
                </c:pt>
                <c:pt idx="46260">
                  <c:v>24.5</c:v>
                </c:pt>
                <c:pt idx="46261">
                  <c:v>24.55</c:v>
                </c:pt>
                <c:pt idx="46262">
                  <c:v>24.55</c:v>
                </c:pt>
                <c:pt idx="46263">
                  <c:v>24.55</c:v>
                </c:pt>
                <c:pt idx="46264">
                  <c:v>24.55</c:v>
                </c:pt>
                <c:pt idx="46265">
                  <c:v>24.45</c:v>
                </c:pt>
                <c:pt idx="46266">
                  <c:v>24.45</c:v>
                </c:pt>
                <c:pt idx="46267">
                  <c:v>24.4</c:v>
                </c:pt>
                <c:pt idx="46268">
                  <c:v>24.4</c:v>
                </c:pt>
                <c:pt idx="46269">
                  <c:v>24.35</c:v>
                </c:pt>
                <c:pt idx="46270">
                  <c:v>24.35</c:v>
                </c:pt>
                <c:pt idx="46271">
                  <c:v>24.35</c:v>
                </c:pt>
                <c:pt idx="46272">
                  <c:v>24.35</c:v>
                </c:pt>
                <c:pt idx="46273">
                  <c:v>24.3</c:v>
                </c:pt>
                <c:pt idx="46274">
                  <c:v>24.3</c:v>
                </c:pt>
                <c:pt idx="46275">
                  <c:v>24.3</c:v>
                </c:pt>
                <c:pt idx="46276">
                  <c:v>24.3</c:v>
                </c:pt>
                <c:pt idx="46277">
                  <c:v>24.3</c:v>
                </c:pt>
                <c:pt idx="46278">
                  <c:v>24.3</c:v>
                </c:pt>
                <c:pt idx="46279">
                  <c:v>24.3</c:v>
                </c:pt>
                <c:pt idx="46280">
                  <c:v>24.35</c:v>
                </c:pt>
                <c:pt idx="46281">
                  <c:v>24.35</c:v>
                </c:pt>
                <c:pt idx="46282">
                  <c:v>24.35</c:v>
                </c:pt>
                <c:pt idx="46283">
                  <c:v>24.4</c:v>
                </c:pt>
                <c:pt idx="46284">
                  <c:v>24.45</c:v>
                </c:pt>
                <c:pt idx="46285">
                  <c:v>24.4</c:v>
                </c:pt>
                <c:pt idx="46286">
                  <c:v>24.45</c:v>
                </c:pt>
                <c:pt idx="46287">
                  <c:v>24.45</c:v>
                </c:pt>
                <c:pt idx="46288">
                  <c:v>24.45</c:v>
                </c:pt>
                <c:pt idx="46289">
                  <c:v>24.5</c:v>
                </c:pt>
                <c:pt idx="46290">
                  <c:v>24.5</c:v>
                </c:pt>
                <c:pt idx="46291">
                  <c:v>24.5</c:v>
                </c:pt>
                <c:pt idx="46292">
                  <c:v>24.5</c:v>
                </c:pt>
                <c:pt idx="46293">
                  <c:v>24.5</c:v>
                </c:pt>
                <c:pt idx="46294">
                  <c:v>24.5</c:v>
                </c:pt>
                <c:pt idx="46295">
                  <c:v>24.45</c:v>
                </c:pt>
                <c:pt idx="46296">
                  <c:v>24.4</c:v>
                </c:pt>
                <c:pt idx="46297">
                  <c:v>24.4</c:v>
                </c:pt>
                <c:pt idx="46298">
                  <c:v>24.35</c:v>
                </c:pt>
                <c:pt idx="46299">
                  <c:v>24.35</c:v>
                </c:pt>
                <c:pt idx="46300">
                  <c:v>24.35</c:v>
                </c:pt>
                <c:pt idx="46301">
                  <c:v>24.3</c:v>
                </c:pt>
                <c:pt idx="46302">
                  <c:v>24.3</c:v>
                </c:pt>
                <c:pt idx="46303">
                  <c:v>24.25</c:v>
                </c:pt>
                <c:pt idx="46304">
                  <c:v>24.25</c:v>
                </c:pt>
                <c:pt idx="46305">
                  <c:v>24.3</c:v>
                </c:pt>
                <c:pt idx="46306">
                  <c:v>24.3</c:v>
                </c:pt>
                <c:pt idx="46307">
                  <c:v>24.3</c:v>
                </c:pt>
                <c:pt idx="46308">
                  <c:v>24.3</c:v>
                </c:pt>
                <c:pt idx="46309">
                  <c:v>24.35</c:v>
                </c:pt>
                <c:pt idx="46310">
                  <c:v>24.35</c:v>
                </c:pt>
                <c:pt idx="46311">
                  <c:v>24.35</c:v>
                </c:pt>
                <c:pt idx="46312">
                  <c:v>24.4</c:v>
                </c:pt>
                <c:pt idx="46313">
                  <c:v>24.4</c:v>
                </c:pt>
                <c:pt idx="46314">
                  <c:v>24.4</c:v>
                </c:pt>
                <c:pt idx="46315">
                  <c:v>24.45</c:v>
                </c:pt>
                <c:pt idx="46316">
                  <c:v>24.45</c:v>
                </c:pt>
                <c:pt idx="46317">
                  <c:v>24.5</c:v>
                </c:pt>
                <c:pt idx="46318">
                  <c:v>24.5</c:v>
                </c:pt>
                <c:pt idx="46319">
                  <c:v>24.5</c:v>
                </c:pt>
                <c:pt idx="46320">
                  <c:v>24.5</c:v>
                </c:pt>
                <c:pt idx="46321">
                  <c:v>24.55</c:v>
                </c:pt>
                <c:pt idx="46322">
                  <c:v>24.55</c:v>
                </c:pt>
                <c:pt idx="46323">
                  <c:v>24.5</c:v>
                </c:pt>
                <c:pt idx="46324">
                  <c:v>24.5</c:v>
                </c:pt>
                <c:pt idx="46325">
                  <c:v>24.45</c:v>
                </c:pt>
                <c:pt idx="46326">
                  <c:v>24.4</c:v>
                </c:pt>
                <c:pt idx="46327">
                  <c:v>24.4</c:v>
                </c:pt>
                <c:pt idx="46328">
                  <c:v>24.35</c:v>
                </c:pt>
                <c:pt idx="46329">
                  <c:v>24.3</c:v>
                </c:pt>
                <c:pt idx="46330">
                  <c:v>24.3</c:v>
                </c:pt>
                <c:pt idx="46331">
                  <c:v>24.3</c:v>
                </c:pt>
                <c:pt idx="46332">
                  <c:v>24.3</c:v>
                </c:pt>
                <c:pt idx="46333">
                  <c:v>24.25</c:v>
                </c:pt>
                <c:pt idx="46334">
                  <c:v>24.3</c:v>
                </c:pt>
                <c:pt idx="46335">
                  <c:v>24.3</c:v>
                </c:pt>
                <c:pt idx="46336">
                  <c:v>24.3</c:v>
                </c:pt>
                <c:pt idx="46337">
                  <c:v>24.35</c:v>
                </c:pt>
                <c:pt idx="46338">
                  <c:v>24.35</c:v>
                </c:pt>
                <c:pt idx="46339">
                  <c:v>24.35</c:v>
                </c:pt>
                <c:pt idx="46340">
                  <c:v>24.35</c:v>
                </c:pt>
                <c:pt idx="46341">
                  <c:v>24.35</c:v>
                </c:pt>
                <c:pt idx="46342">
                  <c:v>24.4</c:v>
                </c:pt>
                <c:pt idx="46343">
                  <c:v>24.4</c:v>
                </c:pt>
                <c:pt idx="46344">
                  <c:v>24.4</c:v>
                </c:pt>
                <c:pt idx="46345">
                  <c:v>24.45</c:v>
                </c:pt>
                <c:pt idx="46346">
                  <c:v>24.45</c:v>
                </c:pt>
                <c:pt idx="46347">
                  <c:v>24.45</c:v>
                </c:pt>
                <c:pt idx="46348">
                  <c:v>24.5</c:v>
                </c:pt>
                <c:pt idx="46349">
                  <c:v>24.5</c:v>
                </c:pt>
                <c:pt idx="46350">
                  <c:v>24.5</c:v>
                </c:pt>
                <c:pt idx="46351">
                  <c:v>24.5</c:v>
                </c:pt>
                <c:pt idx="46352">
                  <c:v>24.55</c:v>
                </c:pt>
                <c:pt idx="46353">
                  <c:v>24.5</c:v>
                </c:pt>
                <c:pt idx="46354">
                  <c:v>24.5</c:v>
                </c:pt>
                <c:pt idx="46355">
                  <c:v>24.45</c:v>
                </c:pt>
                <c:pt idx="46356">
                  <c:v>24.4</c:v>
                </c:pt>
                <c:pt idx="46357">
                  <c:v>24.4</c:v>
                </c:pt>
                <c:pt idx="46358">
                  <c:v>24.3</c:v>
                </c:pt>
                <c:pt idx="46359">
                  <c:v>24.3</c:v>
                </c:pt>
                <c:pt idx="46360">
                  <c:v>24.3</c:v>
                </c:pt>
                <c:pt idx="46361">
                  <c:v>24.25</c:v>
                </c:pt>
                <c:pt idx="46362">
                  <c:v>24.25</c:v>
                </c:pt>
                <c:pt idx="46363">
                  <c:v>24.25</c:v>
                </c:pt>
                <c:pt idx="46364">
                  <c:v>24.25</c:v>
                </c:pt>
                <c:pt idx="46365">
                  <c:v>24.25</c:v>
                </c:pt>
                <c:pt idx="46366">
                  <c:v>24.3</c:v>
                </c:pt>
                <c:pt idx="46367">
                  <c:v>24.3</c:v>
                </c:pt>
                <c:pt idx="46368">
                  <c:v>24.3</c:v>
                </c:pt>
                <c:pt idx="46369">
                  <c:v>24.35</c:v>
                </c:pt>
                <c:pt idx="46370">
                  <c:v>24.35</c:v>
                </c:pt>
                <c:pt idx="46371">
                  <c:v>24.35</c:v>
                </c:pt>
                <c:pt idx="46372">
                  <c:v>24.35</c:v>
                </c:pt>
                <c:pt idx="46373">
                  <c:v>24.4</c:v>
                </c:pt>
                <c:pt idx="46374">
                  <c:v>24.4</c:v>
                </c:pt>
                <c:pt idx="46375">
                  <c:v>24.4</c:v>
                </c:pt>
                <c:pt idx="46376">
                  <c:v>24.45</c:v>
                </c:pt>
                <c:pt idx="46377">
                  <c:v>24.45</c:v>
                </c:pt>
                <c:pt idx="46378">
                  <c:v>24.45</c:v>
                </c:pt>
                <c:pt idx="46379">
                  <c:v>24.45</c:v>
                </c:pt>
                <c:pt idx="46380">
                  <c:v>24.5</c:v>
                </c:pt>
                <c:pt idx="46381">
                  <c:v>24.5</c:v>
                </c:pt>
                <c:pt idx="46382">
                  <c:v>24.5</c:v>
                </c:pt>
                <c:pt idx="46383">
                  <c:v>24.5</c:v>
                </c:pt>
                <c:pt idx="46384">
                  <c:v>24.45</c:v>
                </c:pt>
                <c:pt idx="46385">
                  <c:v>24.4</c:v>
                </c:pt>
                <c:pt idx="46386">
                  <c:v>24.4</c:v>
                </c:pt>
                <c:pt idx="46387">
                  <c:v>24.35</c:v>
                </c:pt>
                <c:pt idx="46388">
                  <c:v>24.3</c:v>
                </c:pt>
                <c:pt idx="46389">
                  <c:v>24.3</c:v>
                </c:pt>
                <c:pt idx="46390">
                  <c:v>24.3</c:v>
                </c:pt>
                <c:pt idx="46391">
                  <c:v>24.3</c:v>
                </c:pt>
                <c:pt idx="46392">
                  <c:v>24.25</c:v>
                </c:pt>
                <c:pt idx="46393">
                  <c:v>24.25</c:v>
                </c:pt>
                <c:pt idx="46394">
                  <c:v>24.25</c:v>
                </c:pt>
                <c:pt idx="46395">
                  <c:v>24.25</c:v>
                </c:pt>
                <c:pt idx="46396">
                  <c:v>24.3</c:v>
                </c:pt>
                <c:pt idx="46397">
                  <c:v>24.3</c:v>
                </c:pt>
                <c:pt idx="46398">
                  <c:v>24.3</c:v>
                </c:pt>
                <c:pt idx="46399">
                  <c:v>24.3</c:v>
                </c:pt>
                <c:pt idx="46400">
                  <c:v>24.35</c:v>
                </c:pt>
                <c:pt idx="46401">
                  <c:v>24.35</c:v>
                </c:pt>
                <c:pt idx="46402">
                  <c:v>24.35</c:v>
                </c:pt>
                <c:pt idx="46403">
                  <c:v>24.35</c:v>
                </c:pt>
                <c:pt idx="46404">
                  <c:v>24.4</c:v>
                </c:pt>
                <c:pt idx="46405">
                  <c:v>24.4</c:v>
                </c:pt>
                <c:pt idx="46406">
                  <c:v>24.4</c:v>
                </c:pt>
                <c:pt idx="46407">
                  <c:v>24.4</c:v>
                </c:pt>
                <c:pt idx="46408">
                  <c:v>24.45</c:v>
                </c:pt>
                <c:pt idx="46409">
                  <c:v>24.45</c:v>
                </c:pt>
                <c:pt idx="46410">
                  <c:v>24.45</c:v>
                </c:pt>
                <c:pt idx="46411">
                  <c:v>24.5</c:v>
                </c:pt>
                <c:pt idx="46412">
                  <c:v>24.5</c:v>
                </c:pt>
                <c:pt idx="46413">
                  <c:v>24.55</c:v>
                </c:pt>
                <c:pt idx="46414">
                  <c:v>24.45</c:v>
                </c:pt>
                <c:pt idx="46415">
                  <c:v>24.45</c:v>
                </c:pt>
                <c:pt idx="46416">
                  <c:v>24.4</c:v>
                </c:pt>
                <c:pt idx="46417">
                  <c:v>24.35</c:v>
                </c:pt>
                <c:pt idx="46418">
                  <c:v>24.3</c:v>
                </c:pt>
                <c:pt idx="46419">
                  <c:v>24.3</c:v>
                </c:pt>
                <c:pt idx="46420">
                  <c:v>24.3</c:v>
                </c:pt>
                <c:pt idx="46421">
                  <c:v>24.25</c:v>
                </c:pt>
                <c:pt idx="46422">
                  <c:v>24.25</c:v>
                </c:pt>
                <c:pt idx="46423">
                  <c:v>24.25</c:v>
                </c:pt>
                <c:pt idx="46424">
                  <c:v>24.25</c:v>
                </c:pt>
                <c:pt idx="46425">
                  <c:v>24.3</c:v>
                </c:pt>
                <c:pt idx="46426">
                  <c:v>24.3</c:v>
                </c:pt>
                <c:pt idx="46427">
                  <c:v>24.3</c:v>
                </c:pt>
                <c:pt idx="46428">
                  <c:v>24.3</c:v>
                </c:pt>
                <c:pt idx="46429">
                  <c:v>24.3</c:v>
                </c:pt>
                <c:pt idx="46430">
                  <c:v>24.35</c:v>
                </c:pt>
                <c:pt idx="46431">
                  <c:v>24.35</c:v>
                </c:pt>
                <c:pt idx="46432">
                  <c:v>24.35</c:v>
                </c:pt>
                <c:pt idx="46433">
                  <c:v>24.35</c:v>
                </c:pt>
                <c:pt idx="46434">
                  <c:v>24.35</c:v>
                </c:pt>
                <c:pt idx="46435">
                  <c:v>24.4</c:v>
                </c:pt>
                <c:pt idx="46436">
                  <c:v>24.4</c:v>
                </c:pt>
                <c:pt idx="46437">
                  <c:v>24.45</c:v>
                </c:pt>
                <c:pt idx="46438">
                  <c:v>24.45</c:v>
                </c:pt>
                <c:pt idx="46439">
                  <c:v>24.45</c:v>
                </c:pt>
                <c:pt idx="46440">
                  <c:v>24.5</c:v>
                </c:pt>
                <c:pt idx="46441">
                  <c:v>24.5</c:v>
                </c:pt>
                <c:pt idx="46442">
                  <c:v>24.5</c:v>
                </c:pt>
                <c:pt idx="46443">
                  <c:v>24.5</c:v>
                </c:pt>
                <c:pt idx="46444">
                  <c:v>24.5</c:v>
                </c:pt>
                <c:pt idx="46445">
                  <c:v>24.4</c:v>
                </c:pt>
                <c:pt idx="46446">
                  <c:v>24.4</c:v>
                </c:pt>
                <c:pt idx="46447">
                  <c:v>24.35</c:v>
                </c:pt>
                <c:pt idx="46448">
                  <c:v>24.3</c:v>
                </c:pt>
                <c:pt idx="46449">
                  <c:v>24.3</c:v>
                </c:pt>
                <c:pt idx="46450">
                  <c:v>24.3</c:v>
                </c:pt>
                <c:pt idx="46451">
                  <c:v>24.25</c:v>
                </c:pt>
                <c:pt idx="46452">
                  <c:v>24.25</c:v>
                </c:pt>
                <c:pt idx="46453">
                  <c:v>24.25</c:v>
                </c:pt>
                <c:pt idx="46454">
                  <c:v>24.25</c:v>
                </c:pt>
                <c:pt idx="46455">
                  <c:v>24.25</c:v>
                </c:pt>
                <c:pt idx="46456">
                  <c:v>24.3</c:v>
                </c:pt>
                <c:pt idx="46457">
                  <c:v>24.3</c:v>
                </c:pt>
                <c:pt idx="46458">
                  <c:v>24.3</c:v>
                </c:pt>
                <c:pt idx="46459">
                  <c:v>24.3</c:v>
                </c:pt>
                <c:pt idx="46460">
                  <c:v>24.35</c:v>
                </c:pt>
                <c:pt idx="46461">
                  <c:v>24.35</c:v>
                </c:pt>
                <c:pt idx="46462">
                  <c:v>24.35</c:v>
                </c:pt>
                <c:pt idx="46463">
                  <c:v>24.4</c:v>
                </c:pt>
                <c:pt idx="46464">
                  <c:v>24.4</c:v>
                </c:pt>
                <c:pt idx="46465">
                  <c:v>24.4</c:v>
                </c:pt>
                <c:pt idx="46466">
                  <c:v>24.45</c:v>
                </c:pt>
                <c:pt idx="46467">
                  <c:v>24.45</c:v>
                </c:pt>
                <c:pt idx="46468">
                  <c:v>24.5</c:v>
                </c:pt>
                <c:pt idx="46469">
                  <c:v>24.5</c:v>
                </c:pt>
                <c:pt idx="46470">
                  <c:v>24.5</c:v>
                </c:pt>
                <c:pt idx="46471">
                  <c:v>24.5</c:v>
                </c:pt>
                <c:pt idx="46472">
                  <c:v>24.5</c:v>
                </c:pt>
                <c:pt idx="46473">
                  <c:v>24.5</c:v>
                </c:pt>
                <c:pt idx="46474">
                  <c:v>24.5</c:v>
                </c:pt>
                <c:pt idx="46475">
                  <c:v>24.45</c:v>
                </c:pt>
                <c:pt idx="46476">
                  <c:v>24.4</c:v>
                </c:pt>
                <c:pt idx="46477">
                  <c:v>24.35</c:v>
                </c:pt>
                <c:pt idx="46478">
                  <c:v>24.35</c:v>
                </c:pt>
                <c:pt idx="46479">
                  <c:v>24.3</c:v>
                </c:pt>
                <c:pt idx="46480">
                  <c:v>24.3</c:v>
                </c:pt>
                <c:pt idx="46481">
                  <c:v>24.25</c:v>
                </c:pt>
                <c:pt idx="46482">
                  <c:v>24.25</c:v>
                </c:pt>
                <c:pt idx="46483">
                  <c:v>24.25</c:v>
                </c:pt>
                <c:pt idx="46484">
                  <c:v>24.25</c:v>
                </c:pt>
                <c:pt idx="46485">
                  <c:v>24.25</c:v>
                </c:pt>
                <c:pt idx="46486">
                  <c:v>24.25</c:v>
                </c:pt>
                <c:pt idx="46487">
                  <c:v>24.3</c:v>
                </c:pt>
                <c:pt idx="46488">
                  <c:v>24.3</c:v>
                </c:pt>
                <c:pt idx="46489">
                  <c:v>24.3</c:v>
                </c:pt>
                <c:pt idx="46490">
                  <c:v>24.35</c:v>
                </c:pt>
                <c:pt idx="46491">
                  <c:v>24.35</c:v>
                </c:pt>
                <c:pt idx="46492">
                  <c:v>24.35</c:v>
                </c:pt>
                <c:pt idx="46493">
                  <c:v>24.4</c:v>
                </c:pt>
                <c:pt idx="46494">
                  <c:v>24.4</c:v>
                </c:pt>
                <c:pt idx="46495">
                  <c:v>24.45</c:v>
                </c:pt>
                <c:pt idx="46496">
                  <c:v>24.45</c:v>
                </c:pt>
                <c:pt idx="46497">
                  <c:v>24.45</c:v>
                </c:pt>
                <c:pt idx="46498">
                  <c:v>24.5</c:v>
                </c:pt>
                <c:pt idx="46499">
                  <c:v>24.5</c:v>
                </c:pt>
                <c:pt idx="46500">
                  <c:v>24.5</c:v>
                </c:pt>
                <c:pt idx="46501">
                  <c:v>24.5</c:v>
                </c:pt>
                <c:pt idx="46502">
                  <c:v>24.5</c:v>
                </c:pt>
                <c:pt idx="46503">
                  <c:v>24.5</c:v>
                </c:pt>
                <c:pt idx="46504">
                  <c:v>24.5</c:v>
                </c:pt>
                <c:pt idx="46505">
                  <c:v>24.45</c:v>
                </c:pt>
                <c:pt idx="46506">
                  <c:v>24.4</c:v>
                </c:pt>
                <c:pt idx="46507">
                  <c:v>24.35</c:v>
                </c:pt>
                <c:pt idx="46508">
                  <c:v>24.35</c:v>
                </c:pt>
                <c:pt idx="46509">
                  <c:v>24.35</c:v>
                </c:pt>
                <c:pt idx="46510">
                  <c:v>24.3</c:v>
                </c:pt>
                <c:pt idx="46511">
                  <c:v>24.3</c:v>
                </c:pt>
                <c:pt idx="46512">
                  <c:v>24.25</c:v>
                </c:pt>
                <c:pt idx="46513">
                  <c:v>24.3</c:v>
                </c:pt>
                <c:pt idx="46514">
                  <c:v>24.25</c:v>
                </c:pt>
                <c:pt idx="46515">
                  <c:v>24.3</c:v>
                </c:pt>
                <c:pt idx="46516">
                  <c:v>24.3</c:v>
                </c:pt>
                <c:pt idx="46517">
                  <c:v>24.3</c:v>
                </c:pt>
                <c:pt idx="46518">
                  <c:v>24.3</c:v>
                </c:pt>
                <c:pt idx="46519">
                  <c:v>24.35</c:v>
                </c:pt>
                <c:pt idx="46520">
                  <c:v>24.35</c:v>
                </c:pt>
                <c:pt idx="46521">
                  <c:v>24.4</c:v>
                </c:pt>
                <c:pt idx="46522">
                  <c:v>24.4</c:v>
                </c:pt>
                <c:pt idx="46523">
                  <c:v>24.4</c:v>
                </c:pt>
                <c:pt idx="46524">
                  <c:v>24.4</c:v>
                </c:pt>
                <c:pt idx="46525">
                  <c:v>24.45</c:v>
                </c:pt>
                <c:pt idx="46526">
                  <c:v>24.45</c:v>
                </c:pt>
                <c:pt idx="46527">
                  <c:v>24.5</c:v>
                </c:pt>
                <c:pt idx="46528">
                  <c:v>24.5</c:v>
                </c:pt>
                <c:pt idx="46529">
                  <c:v>24.55</c:v>
                </c:pt>
                <c:pt idx="46530">
                  <c:v>24.55</c:v>
                </c:pt>
                <c:pt idx="46531">
                  <c:v>24.55</c:v>
                </c:pt>
                <c:pt idx="46532">
                  <c:v>24.6</c:v>
                </c:pt>
                <c:pt idx="46533">
                  <c:v>24.55</c:v>
                </c:pt>
                <c:pt idx="46534">
                  <c:v>24.55</c:v>
                </c:pt>
                <c:pt idx="46535">
                  <c:v>24.5</c:v>
                </c:pt>
                <c:pt idx="46536">
                  <c:v>24.45</c:v>
                </c:pt>
                <c:pt idx="46537">
                  <c:v>24.4</c:v>
                </c:pt>
                <c:pt idx="46538">
                  <c:v>24.35</c:v>
                </c:pt>
                <c:pt idx="46539">
                  <c:v>24.35</c:v>
                </c:pt>
                <c:pt idx="46540">
                  <c:v>24.3</c:v>
                </c:pt>
                <c:pt idx="46541">
                  <c:v>24.3</c:v>
                </c:pt>
                <c:pt idx="46542">
                  <c:v>24.3</c:v>
                </c:pt>
                <c:pt idx="46543">
                  <c:v>24.3</c:v>
                </c:pt>
                <c:pt idx="46544">
                  <c:v>24.3</c:v>
                </c:pt>
                <c:pt idx="46545">
                  <c:v>24.3</c:v>
                </c:pt>
                <c:pt idx="46546">
                  <c:v>24.3</c:v>
                </c:pt>
                <c:pt idx="46547">
                  <c:v>24.3</c:v>
                </c:pt>
                <c:pt idx="46548">
                  <c:v>24.3</c:v>
                </c:pt>
                <c:pt idx="46549">
                  <c:v>24.3</c:v>
                </c:pt>
                <c:pt idx="46550">
                  <c:v>24.3</c:v>
                </c:pt>
                <c:pt idx="46551">
                  <c:v>24.35</c:v>
                </c:pt>
                <c:pt idx="46552">
                  <c:v>24.35</c:v>
                </c:pt>
                <c:pt idx="46553">
                  <c:v>24.35</c:v>
                </c:pt>
                <c:pt idx="46554">
                  <c:v>24.4</c:v>
                </c:pt>
                <c:pt idx="46555">
                  <c:v>24.4</c:v>
                </c:pt>
                <c:pt idx="46556">
                  <c:v>24.45</c:v>
                </c:pt>
                <c:pt idx="46557">
                  <c:v>24.45</c:v>
                </c:pt>
                <c:pt idx="46558">
                  <c:v>24.45</c:v>
                </c:pt>
                <c:pt idx="46559">
                  <c:v>24.5</c:v>
                </c:pt>
                <c:pt idx="46560">
                  <c:v>24.5</c:v>
                </c:pt>
                <c:pt idx="46561">
                  <c:v>24.55</c:v>
                </c:pt>
                <c:pt idx="46562">
                  <c:v>24.55</c:v>
                </c:pt>
                <c:pt idx="46563">
                  <c:v>24.55</c:v>
                </c:pt>
                <c:pt idx="46564">
                  <c:v>24.5</c:v>
                </c:pt>
                <c:pt idx="46565">
                  <c:v>24.45</c:v>
                </c:pt>
                <c:pt idx="46566">
                  <c:v>24.45</c:v>
                </c:pt>
                <c:pt idx="46567">
                  <c:v>24.4</c:v>
                </c:pt>
                <c:pt idx="46568">
                  <c:v>24.35</c:v>
                </c:pt>
                <c:pt idx="46569">
                  <c:v>24.35</c:v>
                </c:pt>
                <c:pt idx="46570">
                  <c:v>24.35</c:v>
                </c:pt>
                <c:pt idx="46571">
                  <c:v>24.3</c:v>
                </c:pt>
                <c:pt idx="46572">
                  <c:v>24.3</c:v>
                </c:pt>
                <c:pt idx="46573">
                  <c:v>24.3</c:v>
                </c:pt>
                <c:pt idx="46574">
                  <c:v>24.3</c:v>
                </c:pt>
                <c:pt idx="46575">
                  <c:v>24.3</c:v>
                </c:pt>
                <c:pt idx="46576">
                  <c:v>24.3</c:v>
                </c:pt>
                <c:pt idx="46577">
                  <c:v>24.3</c:v>
                </c:pt>
                <c:pt idx="46578">
                  <c:v>24.3</c:v>
                </c:pt>
                <c:pt idx="46579">
                  <c:v>24.3</c:v>
                </c:pt>
                <c:pt idx="46580">
                  <c:v>24.3</c:v>
                </c:pt>
                <c:pt idx="46581">
                  <c:v>24.35</c:v>
                </c:pt>
                <c:pt idx="46582">
                  <c:v>24.35</c:v>
                </c:pt>
                <c:pt idx="46583">
                  <c:v>24.35</c:v>
                </c:pt>
                <c:pt idx="46584">
                  <c:v>24.4</c:v>
                </c:pt>
                <c:pt idx="46585">
                  <c:v>24.4</c:v>
                </c:pt>
                <c:pt idx="46586">
                  <c:v>24.4</c:v>
                </c:pt>
                <c:pt idx="46587">
                  <c:v>24.45</c:v>
                </c:pt>
                <c:pt idx="46588">
                  <c:v>24.45</c:v>
                </c:pt>
                <c:pt idx="46589">
                  <c:v>24.5</c:v>
                </c:pt>
                <c:pt idx="46590">
                  <c:v>24.5</c:v>
                </c:pt>
                <c:pt idx="46591">
                  <c:v>24.55</c:v>
                </c:pt>
                <c:pt idx="46592">
                  <c:v>24.55</c:v>
                </c:pt>
                <c:pt idx="46593">
                  <c:v>24.55</c:v>
                </c:pt>
                <c:pt idx="46594">
                  <c:v>24.5</c:v>
                </c:pt>
                <c:pt idx="46595">
                  <c:v>24.5</c:v>
                </c:pt>
                <c:pt idx="46596">
                  <c:v>24.45</c:v>
                </c:pt>
                <c:pt idx="46597">
                  <c:v>24.4</c:v>
                </c:pt>
                <c:pt idx="46598">
                  <c:v>24.35</c:v>
                </c:pt>
                <c:pt idx="46599">
                  <c:v>24.35</c:v>
                </c:pt>
                <c:pt idx="46600">
                  <c:v>24.3</c:v>
                </c:pt>
                <c:pt idx="46601">
                  <c:v>24.3</c:v>
                </c:pt>
                <c:pt idx="46602">
                  <c:v>24.3</c:v>
                </c:pt>
                <c:pt idx="46603">
                  <c:v>24.3</c:v>
                </c:pt>
                <c:pt idx="46604">
                  <c:v>24.3</c:v>
                </c:pt>
                <c:pt idx="46605">
                  <c:v>24.3</c:v>
                </c:pt>
                <c:pt idx="46606">
                  <c:v>24.3</c:v>
                </c:pt>
                <c:pt idx="46607">
                  <c:v>24.3</c:v>
                </c:pt>
                <c:pt idx="46608">
                  <c:v>24.3</c:v>
                </c:pt>
                <c:pt idx="46609">
                  <c:v>24.3</c:v>
                </c:pt>
                <c:pt idx="46610">
                  <c:v>24.35</c:v>
                </c:pt>
                <c:pt idx="46611">
                  <c:v>24.35</c:v>
                </c:pt>
                <c:pt idx="46612">
                  <c:v>24.35</c:v>
                </c:pt>
                <c:pt idx="46613">
                  <c:v>24.35</c:v>
                </c:pt>
                <c:pt idx="46614">
                  <c:v>24.4</c:v>
                </c:pt>
                <c:pt idx="46615">
                  <c:v>24.4</c:v>
                </c:pt>
                <c:pt idx="46616">
                  <c:v>24.4</c:v>
                </c:pt>
                <c:pt idx="46617">
                  <c:v>24.45</c:v>
                </c:pt>
                <c:pt idx="46618">
                  <c:v>24.45</c:v>
                </c:pt>
                <c:pt idx="46619">
                  <c:v>24.5</c:v>
                </c:pt>
                <c:pt idx="46620">
                  <c:v>24.5</c:v>
                </c:pt>
                <c:pt idx="46621">
                  <c:v>24.5</c:v>
                </c:pt>
                <c:pt idx="46622">
                  <c:v>24.55</c:v>
                </c:pt>
                <c:pt idx="46623">
                  <c:v>24.5</c:v>
                </c:pt>
                <c:pt idx="46624">
                  <c:v>24.5</c:v>
                </c:pt>
                <c:pt idx="46625">
                  <c:v>24.5</c:v>
                </c:pt>
                <c:pt idx="46626">
                  <c:v>24.45</c:v>
                </c:pt>
                <c:pt idx="46627">
                  <c:v>24.4</c:v>
                </c:pt>
                <c:pt idx="46628">
                  <c:v>24.35</c:v>
                </c:pt>
                <c:pt idx="46629">
                  <c:v>24.3</c:v>
                </c:pt>
                <c:pt idx="46630">
                  <c:v>24.3</c:v>
                </c:pt>
                <c:pt idx="46631">
                  <c:v>24.3</c:v>
                </c:pt>
                <c:pt idx="46632">
                  <c:v>24.3</c:v>
                </c:pt>
                <c:pt idx="46633">
                  <c:v>24.3</c:v>
                </c:pt>
                <c:pt idx="46634">
                  <c:v>24.3</c:v>
                </c:pt>
                <c:pt idx="46635">
                  <c:v>24.3</c:v>
                </c:pt>
                <c:pt idx="46636">
                  <c:v>24.3</c:v>
                </c:pt>
                <c:pt idx="46637">
                  <c:v>24.3</c:v>
                </c:pt>
                <c:pt idx="46638">
                  <c:v>24.3</c:v>
                </c:pt>
                <c:pt idx="46639">
                  <c:v>24.3</c:v>
                </c:pt>
                <c:pt idx="46640">
                  <c:v>24.35</c:v>
                </c:pt>
                <c:pt idx="46641">
                  <c:v>24.35</c:v>
                </c:pt>
                <c:pt idx="46642">
                  <c:v>24.35</c:v>
                </c:pt>
                <c:pt idx="46643">
                  <c:v>24.35</c:v>
                </c:pt>
                <c:pt idx="46644">
                  <c:v>24.4</c:v>
                </c:pt>
                <c:pt idx="46645">
                  <c:v>24.4</c:v>
                </c:pt>
                <c:pt idx="46646">
                  <c:v>24.4</c:v>
                </c:pt>
                <c:pt idx="46647">
                  <c:v>24.45</c:v>
                </c:pt>
                <c:pt idx="46648">
                  <c:v>24.45</c:v>
                </c:pt>
                <c:pt idx="46649">
                  <c:v>24.45</c:v>
                </c:pt>
                <c:pt idx="46650">
                  <c:v>24.5</c:v>
                </c:pt>
                <c:pt idx="46651">
                  <c:v>24.5</c:v>
                </c:pt>
                <c:pt idx="46652">
                  <c:v>24.5</c:v>
                </c:pt>
                <c:pt idx="46653">
                  <c:v>24.5</c:v>
                </c:pt>
                <c:pt idx="46654">
                  <c:v>24.5</c:v>
                </c:pt>
                <c:pt idx="46655">
                  <c:v>24.45</c:v>
                </c:pt>
                <c:pt idx="46656">
                  <c:v>24.45</c:v>
                </c:pt>
                <c:pt idx="46657">
                  <c:v>24.4</c:v>
                </c:pt>
                <c:pt idx="46658">
                  <c:v>24.35</c:v>
                </c:pt>
                <c:pt idx="46659">
                  <c:v>24.35</c:v>
                </c:pt>
                <c:pt idx="46660">
                  <c:v>24.3</c:v>
                </c:pt>
                <c:pt idx="46661">
                  <c:v>24.3</c:v>
                </c:pt>
                <c:pt idx="46662">
                  <c:v>24.3</c:v>
                </c:pt>
                <c:pt idx="46663">
                  <c:v>24.3</c:v>
                </c:pt>
                <c:pt idx="46664">
                  <c:v>24.3</c:v>
                </c:pt>
                <c:pt idx="46665">
                  <c:v>24.3</c:v>
                </c:pt>
                <c:pt idx="46666">
                  <c:v>24.3</c:v>
                </c:pt>
                <c:pt idx="46667">
                  <c:v>24.3</c:v>
                </c:pt>
                <c:pt idx="46668">
                  <c:v>24.3</c:v>
                </c:pt>
                <c:pt idx="46669">
                  <c:v>24.3</c:v>
                </c:pt>
                <c:pt idx="46670">
                  <c:v>24.3</c:v>
                </c:pt>
                <c:pt idx="46671">
                  <c:v>24.3</c:v>
                </c:pt>
                <c:pt idx="46672">
                  <c:v>24.35</c:v>
                </c:pt>
                <c:pt idx="46673">
                  <c:v>24.35</c:v>
                </c:pt>
                <c:pt idx="46674">
                  <c:v>24.35</c:v>
                </c:pt>
                <c:pt idx="46675">
                  <c:v>24.4</c:v>
                </c:pt>
                <c:pt idx="46676">
                  <c:v>24.4</c:v>
                </c:pt>
                <c:pt idx="46677">
                  <c:v>24.45</c:v>
                </c:pt>
                <c:pt idx="46678">
                  <c:v>24.45</c:v>
                </c:pt>
                <c:pt idx="46679">
                  <c:v>24.5</c:v>
                </c:pt>
                <c:pt idx="46680">
                  <c:v>24.5</c:v>
                </c:pt>
                <c:pt idx="46681">
                  <c:v>24.5</c:v>
                </c:pt>
                <c:pt idx="46682">
                  <c:v>24.55</c:v>
                </c:pt>
                <c:pt idx="46683">
                  <c:v>24.55</c:v>
                </c:pt>
                <c:pt idx="46684">
                  <c:v>24.5</c:v>
                </c:pt>
                <c:pt idx="46685">
                  <c:v>24.5</c:v>
                </c:pt>
                <c:pt idx="46686">
                  <c:v>24.45</c:v>
                </c:pt>
                <c:pt idx="46687">
                  <c:v>24.4</c:v>
                </c:pt>
                <c:pt idx="46688">
                  <c:v>24.4</c:v>
                </c:pt>
                <c:pt idx="46689">
                  <c:v>24.35</c:v>
                </c:pt>
                <c:pt idx="46690">
                  <c:v>24.35</c:v>
                </c:pt>
                <c:pt idx="46691">
                  <c:v>24.3</c:v>
                </c:pt>
                <c:pt idx="46692">
                  <c:v>24.3</c:v>
                </c:pt>
                <c:pt idx="46693">
                  <c:v>24.3</c:v>
                </c:pt>
                <c:pt idx="46694">
                  <c:v>24.3</c:v>
                </c:pt>
                <c:pt idx="46695">
                  <c:v>24.25</c:v>
                </c:pt>
                <c:pt idx="46696">
                  <c:v>24.3</c:v>
                </c:pt>
                <c:pt idx="46697">
                  <c:v>24.3</c:v>
                </c:pt>
                <c:pt idx="46698">
                  <c:v>24.3</c:v>
                </c:pt>
                <c:pt idx="46699">
                  <c:v>24.3</c:v>
                </c:pt>
                <c:pt idx="46700">
                  <c:v>24.3</c:v>
                </c:pt>
                <c:pt idx="46701">
                  <c:v>24.35</c:v>
                </c:pt>
                <c:pt idx="46702">
                  <c:v>24.35</c:v>
                </c:pt>
                <c:pt idx="46703">
                  <c:v>24.35</c:v>
                </c:pt>
                <c:pt idx="46704">
                  <c:v>24.35</c:v>
                </c:pt>
                <c:pt idx="46705">
                  <c:v>24.4</c:v>
                </c:pt>
                <c:pt idx="46706">
                  <c:v>24.4</c:v>
                </c:pt>
                <c:pt idx="46707">
                  <c:v>24.4</c:v>
                </c:pt>
                <c:pt idx="46708">
                  <c:v>24.45</c:v>
                </c:pt>
                <c:pt idx="46709">
                  <c:v>24.45</c:v>
                </c:pt>
                <c:pt idx="46710">
                  <c:v>24.5</c:v>
                </c:pt>
                <c:pt idx="46711">
                  <c:v>24.5</c:v>
                </c:pt>
                <c:pt idx="46712">
                  <c:v>24.55</c:v>
                </c:pt>
                <c:pt idx="46713">
                  <c:v>24.55</c:v>
                </c:pt>
                <c:pt idx="46714">
                  <c:v>24.55</c:v>
                </c:pt>
                <c:pt idx="46715">
                  <c:v>24.5</c:v>
                </c:pt>
                <c:pt idx="46716">
                  <c:v>24.45</c:v>
                </c:pt>
                <c:pt idx="46717">
                  <c:v>24.4</c:v>
                </c:pt>
                <c:pt idx="46718">
                  <c:v>24.35</c:v>
                </c:pt>
                <c:pt idx="46719">
                  <c:v>24.35</c:v>
                </c:pt>
                <c:pt idx="46720">
                  <c:v>24.3</c:v>
                </c:pt>
                <c:pt idx="46721">
                  <c:v>24.3</c:v>
                </c:pt>
                <c:pt idx="46722">
                  <c:v>24.25</c:v>
                </c:pt>
                <c:pt idx="46723">
                  <c:v>24.25</c:v>
                </c:pt>
                <c:pt idx="46724">
                  <c:v>24.25</c:v>
                </c:pt>
                <c:pt idx="46725">
                  <c:v>24.25</c:v>
                </c:pt>
                <c:pt idx="46726">
                  <c:v>24.25</c:v>
                </c:pt>
                <c:pt idx="46727">
                  <c:v>24.3</c:v>
                </c:pt>
                <c:pt idx="46728">
                  <c:v>24.3</c:v>
                </c:pt>
                <c:pt idx="46729">
                  <c:v>24.3</c:v>
                </c:pt>
                <c:pt idx="46730">
                  <c:v>24.3</c:v>
                </c:pt>
                <c:pt idx="46731">
                  <c:v>24.35</c:v>
                </c:pt>
                <c:pt idx="46732">
                  <c:v>24.35</c:v>
                </c:pt>
                <c:pt idx="46733">
                  <c:v>24.35</c:v>
                </c:pt>
                <c:pt idx="46734">
                  <c:v>24.4</c:v>
                </c:pt>
                <c:pt idx="46735">
                  <c:v>24.4</c:v>
                </c:pt>
                <c:pt idx="46736">
                  <c:v>24.45</c:v>
                </c:pt>
                <c:pt idx="46737">
                  <c:v>24.45</c:v>
                </c:pt>
                <c:pt idx="46738">
                  <c:v>24.45</c:v>
                </c:pt>
                <c:pt idx="46739">
                  <c:v>24.5</c:v>
                </c:pt>
                <c:pt idx="46740">
                  <c:v>24.55</c:v>
                </c:pt>
                <c:pt idx="46741">
                  <c:v>24.55</c:v>
                </c:pt>
                <c:pt idx="46742">
                  <c:v>24.55</c:v>
                </c:pt>
                <c:pt idx="46743">
                  <c:v>24.55</c:v>
                </c:pt>
                <c:pt idx="46744">
                  <c:v>24.55</c:v>
                </c:pt>
                <c:pt idx="46745">
                  <c:v>24.5</c:v>
                </c:pt>
                <c:pt idx="46746">
                  <c:v>24.45</c:v>
                </c:pt>
                <c:pt idx="46747">
                  <c:v>24.4</c:v>
                </c:pt>
                <c:pt idx="46748">
                  <c:v>24.35</c:v>
                </c:pt>
                <c:pt idx="46749">
                  <c:v>24.35</c:v>
                </c:pt>
                <c:pt idx="46750">
                  <c:v>24.3</c:v>
                </c:pt>
                <c:pt idx="46751">
                  <c:v>24.3</c:v>
                </c:pt>
                <c:pt idx="46752">
                  <c:v>24.3</c:v>
                </c:pt>
                <c:pt idx="46753">
                  <c:v>24.3</c:v>
                </c:pt>
                <c:pt idx="46754">
                  <c:v>24.25</c:v>
                </c:pt>
                <c:pt idx="46755">
                  <c:v>24.3</c:v>
                </c:pt>
                <c:pt idx="46756">
                  <c:v>24.3</c:v>
                </c:pt>
                <c:pt idx="46757">
                  <c:v>24.3</c:v>
                </c:pt>
                <c:pt idx="46758">
                  <c:v>24.3</c:v>
                </c:pt>
                <c:pt idx="46759">
                  <c:v>24.3</c:v>
                </c:pt>
                <c:pt idx="46760">
                  <c:v>24.35</c:v>
                </c:pt>
                <c:pt idx="46761">
                  <c:v>24.35</c:v>
                </c:pt>
                <c:pt idx="46762">
                  <c:v>24.35</c:v>
                </c:pt>
                <c:pt idx="46763">
                  <c:v>24.35</c:v>
                </c:pt>
                <c:pt idx="46764">
                  <c:v>24.4</c:v>
                </c:pt>
                <c:pt idx="46765">
                  <c:v>24.4</c:v>
                </c:pt>
                <c:pt idx="46766">
                  <c:v>24.45</c:v>
                </c:pt>
                <c:pt idx="46767">
                  <c:v>24.45</c:v>
                </c:pt>
                <c:pt idx="46768">
                  <c:v>24.5</c:v>
                </c:pt>
                <c:pt idx="46769">
                  <c:v>24.5</c:v>
                </c:pt>
                <c:pt idx="46770">
                  <c:v>24.5</c:v>
                </c:pt>
                <c:pt idx="46771">
                  <c:v>24.55</c:v>
                </c:pt>
                <c:pt idx="46772">
                  <c:v>24.55</c:v>
                </c:pt>
                <c:pt idx="46773">
                  <c:v>24.55</c:v>
                </c:pt>
                <c:pt idx="46774">
                  <c:v>24.55</c:v>
                </c:pt>
                <c:pt idx="46775">
                  <c:v>24.5</c:v>
                </c:pt>
                <c:pt idx="46776">
                  <c:v>24.45</c:v>
                </c:pt>
                <c:pt idx="46777">
                  <c:v>24.4</c:v>
                </c:pt>
                <c:pt idx="46778">
                  <c:v>24.4</c:v>
                </c:pt>
                <c:pt idx="46779">
                  <c:v>24.35</c:v>
                </c:pt>
                <c:pt idx="46780">
                  <c:v>24.3</c:v>
                </c:pt>
                <c:pt idx="46781">
                  <c:v>24.3</c:v>
                </c:pt>
                <c:pt idx="46782">
                  <c:v>24.3</c:v>
                </c:pt>
                <c:pt idx="46783">
                  <c:v>24.3</c:v>
                </c:pt>
                <c:pt idx="46784">
                  <c:v>24.25</c:v>
                </c:pt>
                <c:pt idx="46785">
                  <c:v>24.25</c:v>
                </c:pt>
                <c:pt idx="46786">
                  <c:v>24.25</c:v>
                </c:pt>
                <c:pt idx="46787">
                  <c:v>24.3</c:v>
                </c:pt>
                <c:pt idx="46788">
                  <c:v>24.3</c:v>
                </c:pt>
                <c:pt idx="46789">
                  <c:v>24.3</c:v>
                </c:pt>
                <c:pt idx="46790">
                  <c:v>24.3</c:v>
                </c:pt>
                <c:pt idx="46791">
                  <c:v>24.3</c:v>
                </c:pt>
                <c:pt idx="46792">
                  <c:v>24.35</c:v>
                </c:pt>
                <c:pt idx="46793">
                  <c:v>24.35</c:v>
                </c:pt>
                <c:pt idx="46794">
                  <c:v>24.4</c:v>
                </c:pt>
                <c:pt idx="46795">
                  <c:v>24.4</c:v>
                </c:pt>
                <c:pt idx="46796">
                  <c:v>24.45</c:v>
                </c:pt>
                <c:pt idx="46797">
                  <c:v>24.45</c:v>
                </c:pt>
                <c:pt idx="46798">
                  <c:v>24.5</c:v>
                </c:pt>
                <c:pt idx="46799">
                  <c:v>24.5</c:v>
                </c:pt>
                <c:pt idx="46800">
                  <c:v>24.55</c:v>
                </c:pt>
                <c:pt idx="46801">
                  <c:v>24.55</c:v>
                </c:pt>
                <c:pt idx="46802">
                  <c:v>24.55</c:v>
                </c:pt>
                <c:pt idx="46803">
                  <c:v>24.55</c:v>
                </c:pt>
                <c:pt idx="46804">
                  <c:v>24.55</c:v>
                </c:pt>
                <c:pt idx="46805">
                  <c:v>24.5</c:v>
                </c:pt>
                <c:pt idx="46806">
                  <c:v>24.45</c:v>
                </c:pt>
                <c:pt idx="46807">
                  <c:v>24.4</c:v>
                </c:pt>
                <c:pt idx="46808">
                  <c:v>24.4</c:v>
                </c:pt>
                <c:pt idx="46809">
                  <c:v>24.35</c:v>
                </c:pt>
                <c:pt idx="46810">
                  <c:v>24.35</c:v>
                </c:pt>
                <c:pt idx="46811">
                  <c:v>24.3</c:v>
                </c:pt>
                <c:pt idx="46812">
                  <c:v>24.3</c:v>
                </c:pt>
                <c:pt idx="46813">
                  <c:v>24.3</c:v>
                </c:pt>
                <c:pt idx="46814">
                  <c:v>24.25</c:v>
                </c:pt>
                <c:pt idx="46815">
                  <c:v>24.25</c:v>
                </c:pt>
                <c:pt idx="46816">
                  <c:v>24.3</c:v>
                </c:pt>
                <c:pt idx="46817">
                  <c:v>24.3</c:v>
                </c:pt>
                <c:pt idx="46818">
                  <c:v>24.3</c:v>
                </c:pt>
                <c:pt idx="46819">
                  <c:v>24.3</c:v>
                </c:pt>
                <c:pt idx="46820">
                  <c:v>24.3</c:v>
                </c:pt>
                <c:pt idx="46821">
                  <c:v>24.35</c:v>
                </c:pt>
                <c:pt idx="46822">
                  <c:v>24.35</c:v>
                </c:pt>
                <c:pt idx="46823">
                  <c:v>24.4</c:v>
                </c:pt>
                <c:pt idx="46824">
                  <c:v>24.4</c:v>
                </c:pt>
                <c:pt idx="46825">
                  <c:v>24.4</c:v>
                </c:pt>
                <c:pt idx="46826">
                  <c:v>24.45</c:v>
                </c:pt>
                <c:pt idx="46827">
                  <c:v>24.45</c:v>
                </c:pt>
                <c:pt idx="46828">
                  <c:v>24.5</c:v>
                </c:pt>
                <c:pt idx="46829">
                  <c:v>24.5</c:v>
                </c:pt>
                <c:pt idx="46830">
                  <c:v>24.55</c:v>
                </c:pt>
                <c:pt idx="46831">
                  <c:v>24.6</c:v>
                </c:pt>
                <c:pt idx="46832">
                  <c:v>24.55</c:v>
                </c:pt>
                <c:pt idx="46833">
                  <c:v>24.55</c:v>
                </c:pt>
                <c:pt idx="46834">
                  <c:v>24.55</c:v>
                </c:pt>
                <c:pt idx="46835">
                  <c:v>24.5</c:v>
                </c:pt>
                <c:pt idx="46836">
                  <c:v>24.45</c:v>
                </c:pt>
                <c:pt idx="46837">
                  <c:v>24.4</c:v>
                </c:pt>
                <c:pt idx="46838">
                  <c:v>24.35</c:v>
                </c:pt>
                <c:pt idx="46839">
                  <c:v>24.3</c:v>
                </c:pt>
                <c:pt idx="46840">
                  <c:v>24.3</c:v>
                </c:pt>
                <c:pt idx="46841">
                  <c:v>24.3</c:v>
                </c:pt>
                <c:pt idx="46842">
                  <c:v>24.25</c:v>
                </c:pt>
                <c:pt idx="46843">
                  <c:v>24.25</c:v>
                </c:pt>
                <c:pt idx="46844">
                  <c:v>24.25</c:v>
                </c:pt>
                <c:pt idx="46845">
                  <c:v>24.25</c:v>
                </c:pt>
                <c:pt idx="46846">
                  <c:v>24.25</c:v>
                </c:pt>
                <c:pt idx="46847">
                  <c:v>24.3</c:v>
                </c:pt>
                <c:pt idx="46848">
                  <c:v>24.3</c:v>
                </c:pt>
                <c:pt idx="46849">
                  <c:v>24.3</c:v>
                </c:pt>
                <c:pt idx="46850">
                  <c:v>24.3</c:v>
                </c:pt>
                <c:pt idx="46851">
                  <c:v>24.3</c:v>
                </c:pt>
                <c:pt idx="46852">
                  <c:v>24.35</c:v>
                </c:pt>
                <c:pt idx="46853">
                  <c:v>24.4</c:v>
                </c:pt>
                <c:pt idx="46854">
                  <c:v>24.4</c:v>
                </c:pt>
                <c:pt idx="46855">
                  <c:v>24.4</c:v>
                </c:pt>
                <c:pt idx="46856">
                  <c:v>24.5</c:v>
                </c:pt>
                <c:pt idx="46857">
                  <c:v>24.5</c:v>
                </c:pt>
                <c:pt idx="46858">
                  <c:v>24.5</c:v>
                </c:pt>
                <c:pt idx="46859">
                  <c:v>24.5</c:v>
                </c:pt>
                <c:pt idx="46860">
                  <c:v>24.55</c:v>
                </c:pt>
                <c:pt idx="46861">
                  <c:v>24.55</c:v>
                </c:pt>
                <c:pt idx="46862">
                  <c:v>24.6</c:v>
                </c:pt>
                <c:pt idx="46863">
                  <c:v>24.6</c:v>
                </c:pt>
                <c:pt idx="46864">
                  <c:v>24.6</c:v>
                </c:pt>
                <c:pt idx="46865">
                  <c:v>24.5</c:v>
                </c:pt>
                <c:pt idx="46866">
                  <c:v>24.45</c:v>
                </c:pt>
                <c:pt idx="46867">
                  <c:v>24.4</c:v>
                </c:pt>
                <c:pt idx="46868">
                  <c:v>24.35</c:v>
                </c:pt>
                <c:pt idx="46869">
                  <c:v>24.3</c:v>
                </c:pt>
                <c:pt idx="46870">
                  <c:v>24.3</c:v>
                </c:pt>
                <c:pt idx="46871">
                  <c:v>24.3</c:v>
                </c:pt>
                <c:pt idx="46872">
                  <c:v>24.3</c:v>
                </c:pt>
                <c:pt idx="46873">
                  <c:v>24.25</c:v>
                </c:pt>
                <c:pt idx="46874">
                  <c:v>24.25</c:v>
                </c:pt>
                <c:pt idx="46875">
                  <c:v>24.3</c:v>
                </c:pt>
                <c:pt idx="46876">
                  <c:v>24.25</c:v>
                </c:pt>
                <c:pt idx="46877">
                  <c:v>24.3</c:v>
                </c:pt>
                <c:pt idx="46878">
                  <c:v>24.3</c:v>
                </c:pt>
                <c:pt idx="46879">
                  <c:v>24.3</c:v>
                </c:pt>
                <c:pt idx="46880">
                  <c:v>24.3</c:v>
                </c:pt>
                <c:pt idx="46881">
                  <c:v>24.35</c:v>
                </c:pt>
                <c:pt idx="46882">
                  <c:v>24.35</c:v>
                </c:pt>
                <c:pt idx="46883">
                  <c:v>24.35</c:v>
                </c:pt>
                <c:pt idx="46884">
                  <c:v>24.4</c:v>
                </c:pt>
                <c:pt idx="46885">
                  <c:v>24.4</c:v>
                </c:pt>
                <c:pt idx="46886">
                  <c:v>24.45</c:v>
                </c:pt>
                <c:pt idx="46887">
                  <c:v>24.45</c:v>
                </c:pt>
                <c:pt idx="46888">
                  <c:v>24.5</c:v>
                </c:pt>
                <c:pt idx="46889">
                  <c:v>24.5</c:v>
                </c:pt>
                <c:pt idx="46890">
                  <c:v>24.55</c:v>
                </c:pt>
                <c:pt idx="46891">
                  <c:v>24.55</c:v>
                </c:pt>
                <c:pt idx="46892">
                  <c:v>24.55</c:v>
                </c:pt>
                <c:pt idx="46893">
                  <c:v>24.55</c:v>
                </c:pt>
                <c:pt idx="46894">
                  <c:v>24.5</c:v>
                </c:pt>
                <c:pt idx="46895">
                  <c:v>24.45</c:v>
                </c:pt>
                <c:pt idx="46896">
                  <c:v>24.45</c:v>
                </c:pt>
                <c:pt idx="46897">
                  <c:v>24.4</c:v>
                </c:pt>
                <c:pt idx="46898">
                  <c:v>24.35</c:v>
                </c:pt>
                <c:pt idx="46899">
                  <c:v>24.3</c:v>
                </c:pt>
                <c:pt idx="46900">
                  <c:v>24.3</c:v>
                </c:pt>
                <c:pt idx="46901">
                  <c:v>24.3</c:v>
                </c:pt>
                <c:pt idx="46902">
                  <c:v>24.25</c:v>
                </c:pt>
                <c:pt idx="46903">
                  <c:v>24.25</c:v>
                </c:pt>
                <c:pt idx="46904">
                  <c:v>24.25</c:v>
                </c:pt>
                <c:pt idx="46905">
                  <c:v>24.25</c:v>
                </c:pt>
                <c:pt idx="46906">
                  <c:v>24.25</c:v>
                </c:pt>
                <c:pt idx="46907">
                  <c:v>24.3</c:v>
                </c:pt>
                <c:pt idx="46908">
                  <c:v>24.3</c:v>
                </c:pt>
                <c:pt idx="46909">
                  <c:v>24.3</c:v>
                </c:pt>
                <c:pt idx="46910">
                  <c:v>24.3</c:v>
                </c:pt>
                <c:pt idx="46911">
                  <c:v>24.35</c:v>
                </c:pt>
                <c:pt idx="46912">
                  <c:v>24.35</c:v>
                </c:pt>
                <c:pt idx="46913">
                  <c:v>24.35</c:v>
                </c:pt>
                <c:pt idx="46914">
                  <c:v>24.4</c:v>
                </c:pt>
                <c:pt idx="46915">
                  <c:v>24.4</c:v>
                </c:pt>
                <c:pt idx="46916">
                  <c:v>24.45</c:v>
                </c:pt>
                <c:pt idx="46917">
                  <c:v>24.45</c:v>
                </c:pt>
                <c:pt idx="46918">
                  <c:v>24.5</c:v>
                </c:pt>
                <c:pt idx="46919">
                  <c:v>24.5</c:v>
                </c:pt>
                <c:pt idx="46920">
                  <c:v>24.55</c:v>
                </c:pt>
                <c:pt idx="46921">
                  <c:v>24.55</c:v>
                </c:pt>
                <c:pt idx="46922">
                  <c:v>24.55</c:v>
                </c:pt>
                <c:pt idx="46923">
                  <c:v>24.55</c:v>
                </c:pt>
                <c:pt idx="46924">
                  <c:v>24.55</c:v>
                </c:pt>
                <c:pt idx="46925">
                  <c:v>24.5</c:v>
                </c:pt>
                <c:pt idx="46926">
                  <c:v>24.45</c:v>
                </c:pt>
                <c:pt idx="46927">
                  <c:v>24.4</c:v>
                </c:pt>
                <c:pt idx="46928">
                  <c:v>24.4</c:v>
                </c:pt>
                <c:pt idx="46929">
                  <c:v>24.35</c:v>
                </c:pt>
                <c:pt idx="46930">
                  <c:v>24.3</c:v>
                </c:pt>
                <c:pt idx="46931">
                  <c:v>24.3</c:v>
                </c:pt>
                <c:pt idx="46932">
                  <c:v>24.3</c:v>
                </c:pt>
                <c:pt idx="46933">
                  <c:v>24.25</c:v>
                </c:pt>
                <c:pt idx="46934">
                  <c:v>24.3</c:v>
                </c:pt>
                <c:pt idx="46935">
                  <c:v>24.3</c:v>
                </c:pt>
                <c:pt idx="46936">
                  <c:v>24.25</c:v>
                </c:pt>
                <c:pt idx="46937">
                  <c:v>24.3</c:v>
                </c:pt>
                <c:pt idx="46938">
                  <c:v>24.3</c:v>
                </c:pt>
                <c:pt idx="46939">
                  <c:v>24.3</c:v>
                </c:pt>
                <c:pt idx="46940">
                  <c:v>24.3</c:v>
                </c:pt>
                <c:pt idx="46941">
                  <c:v>24.35</c:v>
                </c:pt>
                <c:pt idx="46942">
                  <c:v>24.35</c:v>
                </c:pt>
                <c:pt idx="46943">
                  <c:v>24.35</c:v>
                </c:pt>
                <c:pt idx="46944">
                  <c:v>24.35</c:v>
                </c:pt>
                <c:pt idx="46945">
                  <c:v>24.4</c:v>
                </c:pt>
                <c:pt idx="46946">
                  <c:v>24.4</c:v>
                </c:pt>
                <c:pt idx="46947">
                  <c:v>24.45</c:v>
                </c:pt>
                <c:pt idx="46948">
                  <c:v>24.45</c:v>
                </c:pt>
                <c:pt idx="46949">
                  <c:v>24.45</c:v>
                </c:pt>
                <c:pt idx="46950">
                  <c:v>24.5</c:v>
                </c:pt>
                <c:pt idx="46951">
                  <c:v>24.5</c:v>
                </c:pt>
                <c:pt idx="46952">
                  <c:v>24.55</c:v>
                </c:pt>
                <c:pt idx="46953">
                  <c:v>24.5</c:v>
                </c:pt>
                <c:pt idx="46954">
                  <c:v>24.5</c:v>
                </c:pt>
                <c:pt idx="46955">
                  <c:v>24.45</c:v>
                </c:pt>
                <c:pt idx="46956">
                  <c:v>24.4</c:v>
                </c:pt>
                <c:pt idx="46957">
                  <c:v>24.35</c:v>
                </c:pt>
                <c:pt idx="46958">
                  <c:v>24.35</c:v>
                </c:pt>
                <c:pt idx="46959">
                  <c:v>24.35</c:v>
                </c:pt>
                <c:pt idx="46960">
                  <c:v>24.35</c:v>
                </c:pt>
                <c:pt idx="46961">
                  <c:v>24.3</c:v>
                </c:pt>
                <c:pt idx="46962">
                  <c:v>24.3</c:v>
                </c:pt>
                <c:pt idx="46963">
                  <c:v>24.3</c:v>
                </c:pt>
                <c:pt idx="46964">
                  <c:v>24.3</c:v>
                </c:pt>
                <c:pt idx="46965">
                  <c:v>24.35</c:v>
                </c:pt>
                <c:pt idx="46966">
                  <c:v>24.35</c:v>
                </c:pt>
                <c:pt idx="46967">
                  <c:v>24.35</c:v>
                </c:pt>
                <c:pt idx="46968">
                  <c:v>24.35</c:v>
                </c:pt>
                <c:pt idx="46969">
                  <c:v>24.35</c:v>
                </c:pt>
                <c:pt idx="46970">
                  <c:v>24.4</c:v>
                </c:pt>
                <c:pt idx="46971">
                  <c:v>24.4</c:v>
                </c:pt>
                <c:pt idx="46972">
                  <c:v>24.4</c:v>
                </c:pt>
                <c:pt idx="46973">
                  <c:v>24.4</c:v>
                </c:pt>
                <c:pt idx="46974">
                  <c:v>24.45</c:v>
                </c:pt>
                <c:pt idx="46975">
                  <c:v>24.45</c:v>
                </c:pt>
                <c:pt idx="46976">
                  <c:v>24.5</c:v>
                </c:pt>
                <c:pt idx="46977">
                  <c:v>24.5</c:v>
                </c:pt>
                <c:pt idx="46978">
                  <c:v>24.5</c:v>
                </c:pt>
                <c:pt idx="46979">
                  <c:v>24.5</c:v>
                </c:pt>
                <c:pt idx="46980">
                  <c:v>24.5</c:v>
                </c:pt>
                <c:pt idx="46981">
                  <c:v>24.55</c:v>
                </c:pt>
                <c:pt idx="46982">
                  <c:v>24.55</c:v>
                </c:pt>
                <c:pt idx="46983">
                  <c:v>24.55</c:v>
                </c:pt>
                <c:pt idx="46984">
                  <c:v>24.5</c:v>
                </c:pt>
                <c:pt idx="46985">
                  <c:v>24.5</c:v>
                </c:pt>
                <c:pt idx="46986">
                  <c:v>24.45</c:v>
                </c:pt>
                <c:pt idx="46987">
                  <c:v>24.4</c:v>
                </c:pt>
                <c:pt idx="46988">
                  <c:v>24.35</c:v>
                </c:pt>
                <c:pt idx="46989">
                  <c:v>24.3</c:v>
                </c:pt>
                <c:pt idx="46990">
                  <c:v>24.3</c:v>
                </c:pt>
                <c:pt idx="46991">
                  <c:v>24.3</c:v>
                </c:pt>
                <c:pt idx="46992">
                  <c:v>24.3</c:v>
                </c:pt>
                <c:pt idx="46993">
                  <c:v>24.25</c:v>
                </c:pt>
                <c:pt idx="46994">
                  <c:v>24.25</c:v>
                </c:pt>
                <c:pt idx="46995">
                  <c:v>24.25</c:v>
                </c:pt>
                <c:pt idx="46996">
                  <c:v>24.25</c:v>
                </c:pt>
                <c:pt idx="46997">
                  <c:v>24.25</c:v>
                </c:pt>
                <c:pt idx="46998">
                  <c:v>24.3</c:v>
                </c:pt>
                <c:pt idx="46999">
                  <c:v>24.3</c:v>
                </c:pt>
                <c:pt idx="47000">
                  <c:v>24.3</c:v>
                </c:pt>
                <c:pt idx="47001">
                  <c:v>24.35</c:v>
                </c:pt>
                <c:pt idx="47002">
                  <c:v>24.35</c:v>
                </c:pt>
                <c:pt idx="47003">
                  <c:v>24.35</c:v>
                </c:pt>
                <c:pt idx="47004">
                  <c:v>24.4</c:v>
                </c:pt>
                <c:pt idx="47005">
                  <c:v>24.4</c:v>
                </c:pt>
                <c:pt idx="47006">
                  <c:v>24.45</c:v>
                </c:pt>
                <c:pt idx="47007">
                  <c:v>24.45</c:v>
                </c:pt>
                <c:pt idx="47008">
                  <c:v>24.45</c:v>
                </c:pt>
                <c:pt idx="47009">
                  <c:v>24.5</c:v>
                </c:pt>
                <c:pt idx="47010">
                  <c:v>24.5</c:v>
                </c:pt>
                <c:pt idx="47011">
                  <c:v>24.5</c:v>
                </c:pt>
                <c:pt idx="47012">
                  <c:v>24.55</c:v>
                </c:pt>
                <c:pt idx="47013">
                  <c:v>24.55</c:v>
                </c:pt>
                <c:pt idx="47014">
                  <c:v>24.5</c:v>
                </c:pt>
                <c:pt idx="47015">
                  <c:v>24.5</c:v>
                </c:pt>
                <c:pt idx="47016">
                  <c:v>24.45</c:v>
                </c:pt>
                <c:pt idx="47017">
                  <c:v>24.4</c:v>
                </c:pt>
                <c:pt idx="47018">
                  <c:v>24.4</c:v>
                </c:pt>
                <c:pt idx="47019">
                  <c:v>24.35</c:v>
                </c:pt>
                <c:pt idx="47020">
                  <c:v>24.35</c:v>
                </c:pt>
                <c:pt idx="47021">
                  <c:v>24.35</c:v>
                </c:pt>
                <c:pt idx="47022">
                  <c:v>24.3</c:v>
                </c:pt>
                <c:pt idx="47023">
                  <c:v>24.3</c:v>
                </c:pt>
                <c:pt idx="47024">
                  <c:v>24.3</c:v>
                </c:pt>
                <c:pt idx="47025">
                  <c:v>24.3</c:v>
                </c:pt>
                <c:pt idx="47026">
                  <c:v>24.3</c:v>
                </c:pt>
                <c:pt idx="47027">
                  <c:v>24.3</c:v>
                </c:pt>
                <c:pt idx="47028">
                  <c:v>24.3</c:v>
                </c:pt>
                <c:pt idx="47029">
                  <c:v>24.3</c:v>
                </c:pt>
                <c:pt idx="47030">
                  <c:v>24.3</c:v>
                </c:pt>
                <c:pt idx="47031">
                  <c:v>24.35</c:v>
                </c:pt>
                <c:pt idx="47032">
                  <c:v>24.35</c:v>
                </c:pt>
                <c:pt idx="47033">
                  <c:v>24.35</c:v>
                </c:pt>
                <c:pt idx="47034">
                  <c:v>24.4</c:v>
                </c:pt>
                <c:pt idx="47035">
                  <c:v>24.4</c:v>
                </c:pt>
                <c:pt idx="47036">
                  <c:v>24.4</c:v>
                </c:pt>
                <c:pt idx="47037">
                  <c:v>24.45</c:v>
                </c:pt>
                <c:pt idx="47038">
                  <c:v>24.45</c:v>
                </c:pt>
                <c:pt idx="47039">
                  <c:v>24.5</c:v>
                </c:pt>
                <c:pt idx="47040">
                  <c:v>24.5</c:v>
                </c:pt>
                <c:pt idx="47041">
                  <c:v>24.5</c:v>
                </c:pt>
                <c:pt idx="47042">
                  <c:v>24.5</c:v>
                </c:pt>
                <c:pt idx="47043">
                  <c:v>24.5</c:v>
                </c:pt>
                <c:pt idx="47044">
                  <c:v>24.5</c:v>
                </c:pt>
                <c:pt idx="47045">
                  <c:v>24.45</c:v>
                </c:pt>
                <c:pt idx="47046">
                  <c:v>24.45</c:v>
                </c:pt>
                <c:pt idx="47047">
                  <c:v>24.4</c:v>
                </c:pt>
                <c:pt idx="47048">
                  <c:v>24.35</c:v>
                </c:pt>
                <c:pt idx="47049">
                  <c:v>24.3</c:v>
                </c:pt>
                <c:pt idx="47050">
                  <c:v>24.3</c:v>
                </c:pt>
                <c:pt idx="47051">
                  <c:v>24.25</c:v>
                </c:pt>
                <c:pt idx="47052">
                  <c:v>24.25</c:v>
                </c:pt>
                <c:pt idx="47053">
                  <c:v>24.25</c:v>
                </c:pt>
                <c:pt idx="47054">
                  <c:v>24.25</c:v>
                </c:pt>
                <c:pt idx="47055">
                  <c:v>24.3</c:v>
                </c:pt>
                <c:pt idx="47056">
                  <c:v>24.3</c:v>
                </c:pt>
                <c:pt idx="47057">
                  <c:v>24.3</c:v>
                </c:pt>
                <c:pt idx="47058">
                  <c:v>24.3</c:v>
                </c:pt>
                <c:pt idx="47059">
                  <c:v>24.3</c:v>
                </c:pt>
                <c:pt idx="47060">
                  <c:v>24.35</c:v>
                </c:pt>
                <c:pt idx="47061">
                  <c:v>24.35</c:v>
                </c:pt>
                <c:pt idx="47062">
                  <c:v>24.35</c:v>
                </c:pt>
                <c:pt idx="47063">
                  <c:v>24.35</c:v>
                </c:pt>
                <c:pt idx="47064">
                  <c:v>24.4</c:v>
                </c:pt>
                <c:pt idx="47065">
                  <c:v>24.4</c:v>
                </c:pt>
                <c:pt idx="47066">
                  <c:v>24.4</c:v>
                </c:pt>
                <c:pt idx="47067">
                  <c:v>24.45</c:v>
                </c:pt>
                <c:pt idx="47068">
                  <c:v>24.45</c:v>
                </c:pt>
                <c:pt idx="47069">
                  <c:v>24.45</c:v>
                </c:pt>
                <c:pt idx="47070">
                  <c:v>24.5</c:v>
                </c:pt>
                <c:pt idx="47071">
                  <c:v>24.5</c:v>
                </c:pt>
                <c:pt idx="47072">
                  <c:v>24.5</c:v>
                </c:pt>
                <c:pt idx="47073">
                  <c:v>24.5</c:v>
                </c:pt>
                <c:pt idx="47074">
                  <c:v>24.45</c:v>
                </c:pt>
                <c:pt idx="47075">
                  <c:v>24.45</c:v>
                </c:pt>
                <c:pt idx="47076">
                  <c:v>24.4</c:v>
                </c:pt>
                <c:pt idx="47077">
                  <c:v>24.35</c:v>
                </c:pt>
                <c:pt idx="47078">
                  <c:v>24.3</c:v>
                </c:pt>
                <c:pt idx="47079">
                  <c:v>24.3</c:v>
                </c:pt>
                <c:pt idx="47080">
                  <c:v>24.3</c:v>
                </c:pt>
                <c:pt idx="47081">
                  <c:v>24.25</c:v>
                </c:pt>
                <c:pt idx="47082">
                  <c:v>24.3</c:v>
                </c:pt>
                <c:pt idx="47083">
                  <c:v>24.25</c:v>
                </c:pt>
                <c:pt idx="47084">
                  <c:v>24.25</c:v>
                </c:pt>
                <c:pt idx="47085">
                  <c:v>24.3</c:v>
                </c:pt>
                <c:pt idx="47086">
                  <c:v>24.3</c:v>
                </c:pt>
                <c:pt idx="47087">
                  <c:v>24.3</c:v>
                </c:pt>
                <c:pt idx="47088">
                  <c:v>24.3</c:v>
                </c:pt>
                <c:pt idx="47089">
                  <c:v>24.3</c:v>
                </c:pt>
                <c:pt idx="47090">
                  <c:v>24.35</c:v>
                </c:pt>
                <c:pt idx="47091">
                  <c:v>24.35</c:v>
                </c:pt>
                <c:pt idx="47092">
                  <c:v>24.4</c:v>
                </c:pt>
                <c:pt idx="47093">
                  <c:v>24.4</c:v>
                </c:pt>
                <c:pt idx="47094">
                  <c:v>24.4</c:v>
                </c:pt>
                <c:pt idx="47095">
                  <c:v>24.4</c:v>
                </c:pt>
                <c:pt idx="47096">
                  <c:v>24.45</c:v>
                </c:pt>
                <c:pt idx="47097">
                  <c:v>24.45</c:v>
                </c:pt>
                <c:pt idx="47098">
                  <c:v>24.45</c:v>
                </c:pt>
                <c:pt idx="47099">
                  <c:v>24.5</c:v>
                </c:pt>
                <c:pt idx="47100">
                  <c:v>24.5</c:v>
                </c:pt>
                <c:pt idx="47101">
                  <c:v>24.55</c:v>
                </c:pt>
                <c:pt idx="47102">
                  <c:v>24.55</c:v>
                </c:pt>
                <c:pt idx="47103">
                  <c:v>24.55</c:v>
                </c:pt>
                <c:pt idx="47104">
                  <c:v>24.55</c:v>
                </c:pt>
                <c:pt idx="47105">
                  <c:v>24.5</c:v>
                </c:pt>
                <c:pt idx="47106">
                  <c:v>24.45</c:v>
                </c:pt>
                <c:pt idx="47107">
                  <c:v>24.4</c:v>
                </c:pt>
                <c:pt idx="47108">
                  <c:v>24.35</c:v>
                </c:pt>
                <c:pt idx="47109">
                  <c:v>24.35</c:v>
                </c:pt>
                <c:pt idx="47110">
                  <c:v>24.35</c:v>
                </c:pt>
                <c:pt idx="47111">
                  <c:v>24.3</c:v>
                </c:pt>
                <c:pt idx="47112">
                  <c:v>24.3</c:v>
                </c:pt>
                <c:pt idx="47113">
                  <c:v>24.3</c:v>
                </c:pt>
                <c:pt idx="47114">
                  <c:v>24.3</c:v>
                </c:pt>
                <c:pt idx="47115">
                  <c:v>24.3</c:v>
                </c:pt>
                <c:pt idx="47116">
                  <c:v>24.3</c:v>
                </c:pt>
                <c:pt idx="47117">
                  <c:v>24.3</c:v>
                </c:pt>
                <c:pt idx="47118">
                  <c:v>24.3</c:v>
                </c:pt>
                <c:pt idx="47119">
                  <c:v>24.3</c:v>
                </c:pt>
                <c:pt idx="47120">
                  <c:v>24.35</c:v>
                </c:pt>
                <c:pt idx="47121">
                  <c:v>24.35</c:v>
                </c:pt>
                <c:pt idx="47122">
                  <c:v>24.35</c:v>
                </c:pt>
                <c:pt idx="47123">
                  <c:v>24.35</c:v>
                </c:pt>
                <c:pt idx="47124">
                  <c:v>24.4</c:v>
                </c:pt>
                <c:pt idx="47125">
                  <c:v>24.4</c:v>
                </c:pt>
                <c:pt idx="47126">
                  <c:v>24.4</c:v>
                </c:pt>
                <c:pt idx="47127">
                  <c:v>24.45</c:v>
                </c:pt>
                <c:pt idx="47128">
                  <c:v>24.45</c:v>
                </c:pt>
                <c:pt idx="47129">
                  <c:v>24.5</c:v>
                </c:pt>
                <c:pt idx="47130">
                  <c:v>24.5</c:v>
                </c:pt>
                <c:pt idx="47131">
                  <c:v>24.55</c:v>
                </c:pt>
                <c:pt idx="47132">
                  <c:v>24.55</c:v>
                </c:pt>
                <c:pt idx="47133">
                  <c:v>24.5</c:v>
                </c:pt>
                <c:pt idx="47134">
                  <c:v>24.5</c:v>
                </c:pt>
                <c:pt idx="47135">
                  <c:v>24.45</c:v>
                </c:pt>
                <c:pt idx="47136">
                  <c:v>24.45</c:v>
                </c:pt>
                <c:pt idx="47137">
                  <c:v>24.4</c:v>
                </c:pt>
                <c:pt idx="47138">
                  <c:v>24.35</c:v>
                </c:pt>
                <c:pt idx="47139">
                  <c:v>24.35</c:v>
                </c:pt>
                <c:pt idx="47140">
                  <c:v>24.3</c:v>
                </c:pt>
                <c:pt idx="47141">
                  <c:v>24.3</c:v>
                </c:pt>
                <c:pt idx="47142">
                  <c:v>24.3</c:v>
                </c:pt>
                <c:pt idx="47143">
                  <c:v>24.25</c:v>
                </c:pt>
                <c:pt idx="47144">
                  <c:v>24.3</c:v>
                </c:pt>
                <c:pt idx="47145">
                  <c:v>24.3</c:v>
                </c:pt>
                <c:pt idx="47146">
                  <c:v>24.3</c:v>
                </c:pt>
                <c:pt idx="47147">
                  <c:v>24.3</c:v>
                </c:pt>
                <c:pt idx="47148">
                  <c:v>24.3</c:v>
                </c:pt>
                <c:pt idx="47149">
                  <c:v>24.3</c:v>
                </c:pt>
                <c:pt idx="47150">
                  <c:v>24.3</c:v>
                </c:pt>
                <c:pt idx="47151">
                  <c:v>24.35</c:v>
                </c:pt>
                <c:pt idx="47152">
                  <c:v>24.35</c:v>
                </c:pt>
                <c:pt idx="47153">
                  <c:v>24.4</c:v>
                </c:pt>
                <c:pt idx="47154">
                  <c:v>24.4</c:v>
                </c:pt>
                <c:pt idx="47155">
                  <c:v>24.45</c:v>
                </c:pt>
                <c:pt idx="47156">
                  <c:v>24.45</c:v>
                </c:pt>
                <c:pt idx="47157">
                  <c:v>24.5</c:v>
                </c:pt>
                <c:pt idx="47158">
                  <c:v>24.5</c:v>
                </c:pt>
                <c:pt idx="47159">
                  <c:v>24.5</c:v>
                </c:pt>
                <c:pt idx="47160">
                  <c:v>24.55</c:v>
                </c:pt>
                <c:pt idx="47161">
                  <c:v>24.55</c:v>
                </c:pt>
                <c:pt idx="47162">
                  <c:v>24.55</c:v>
                </c:pt>
                <c:pt idx="47163">
                  <c:v>24.55</c:v>
                </c:pt>
                <c:pt idx="47164">
                  <c:v>24.5</c:v>
                </c:pt>
                <c:pt idx="47165">
                  <c:v>24.5</c:v>
                </c:pt>
                <c:pt idx="47166">
                  <c:v>24.45</c:v>
                </c:pt>
                <c:pt idx="47167">
                  <c:v>24.4</c:v>
                </c:pt>
                <c:pt idx="47168">
                  <c:v>24.4</c:v>
                </c:pt>
                <c:pt idx="47169">
                  <c:v>24.35</c:v>
                </c:pt>
                <c:pt idx="47170">
                  <c:v>24.35</c:v>
                </c:pt>
                <c:pt idx="47171">
                  <c:v>24.3</c:v>
                </c:pt>
                <c:pt idx="47172">
                  <c:v>24.3</c:v>
                </c:pt>
                <c:pt idx="47173">
                  <c:v>24.25</c:v>
                </c:pt>
                <c:pt idx="47174">
                  <c:v>24.25</c:v>
                </c:pt>
                <c:pt idx="47175">
                  <c:v>24.25</c:v>
                </c:pt>
                <c:pt idx="47176">
                  <c:v>24.25</c:v>
                </c:pt>
                <c:pt idx="47177">
                  <c:v>24.3</c:v>
                </c:pt>
                <c:pt idx="47178">
                  <c:v>24.3</c:v>
                </c:pt>
                <c:pt idx="47179">
                  <c:v>24.3</c:v>
                </c:pt>
                <c:pt idx="47180">
                  <c:v>24.3</c:v>
                </c:pt>
                <c:pt idx="47181">
                  <c:v>24.35</c:v>
                </c:pt>
                <c:pt idx="47182">
                  <c:v>24.35</c:v>
                </c:pt>
                <c:pt idx="47183">
                  <c:v>24.35</c:v>
                </c:pt>
                <c:pt idx="47184">
                  <c:v>24.4</c:v>
                </c:pt>
                <c:pt idx="47185">
                  <c:v>24.4</c:v>
                </c:pt>
                <c:pt idx="47186">
                  <c:v>24.4</c:v>
                </c:pt>
                <c:pt idx="47187">
                  <c:v>24.45</c:v>
                </c:pt>
                <c:pt idx="47188">
                  <c:v>24.45</c:v>
                </c:pt>
                <c:pt idx="47189">
                  <c:v>24.5</c:v>
                </c:pt>
                <c:pt idx="47190">
                  <c:v>24.5</c:v>
                </c:pt>
                <c:pt idx="47191">
                  <c:v>24.55</c:v>
                </c:pt>
                <c:pt idx="47192">
                  <c:v>24.55</c:v>
                </c:pt>
                <c:pt idx="47193">
                  <c:v>24.55</c:v>
                </c:pt>
                <c:pt idx="47194">
                  <c:v>24.5</c:v>
                </c:pt>
                <c:pt idx="47195">
                  <c:v>24.45</c:v>
                </c:pt>
                <c:pt idx="47196">
                  <c:v>24.4</c:v>
                </c:pt>
                <c:pt idx="47197">
                  <c:v>24.4</c:v>
                </c:pt>
                <c:pt idx="47198">
                  <c:v>24.35</c:v>
                </c:pt>
                <c:pt idx="47199">
                  <c:v>24.35</c:v>
                </c:pt>
                <c:pt idx="47200">
                  <c:v>24.3</c:v>
                </c:pt>
                <c:pt idx="47201">
                  <c:v>24.3</c:v>
                </c:pt>
                <c:pt idx="47202">
                  <c:v>24.3</c:v>
                </c:pt>
                <c:pt idx="47203">
                  <c:v>24.3</c:v>
                </c:pt>
                <c:pt idx="47204">
                  <c:v>24.3</c:v>
                </c:pt>
                <c:pt idx="47205">
                  <c:v>24.3</c:v>
                </c:pt>
                <c:pt idx="47206">
                  <c:v>24.3</c:v>
                </c:pt>
                <c:pt idx="47207">
                  <c:v>24.3</c:v>
                </c:pt>
                <c:pt idx="47208">
                  <c:v>24.3</c:v>
                </c:pt>
                <c:pt idx="47209">
                  <c:v>24.3</c:v>
                </c:pt>
                <c:pt idx="47210">
                  <c:v>24.35</c:v>
                </c:pt>
                <c:pt idx="47211">
                  <c:v>24.35</c:v>
                </c:pt>
                <c:pt idx="47212">
                  <c:v>24.4</c:v>
                </c:pt>
                <c:pt idx="47213">
                  <c:v>24.4</c:v>
                </c:pt>
                <c:pt idx="47214">
                  <c:v>24.4</c:v>
                </c:pt>
                <c:pt idx="47215">
                  <c:v>24.45</c:v>
                </c:pt>
                <c:pt idx="47216">
                  <c:v>24.45</c:v>
                </c:pt>
                <c:pt idx="47217">
                  <c:v>24.5</c:v>
                </c:pt>
                <c:pt idx="47218">
                  <c:v>24.5</c:v>
                </c:pt>
                <c:pt idx="47219">
                  <c:v>24.5</c:v>
                </c:pt>
                <c:pt idx="47220">
                  <c:v>24.55</c:v>
                </c:pt>
                <c:pt idx="47221">
                  <c:v>24.55</c:v>
                </c:pt>
                <c:pt idx="47222">
                  <c:v>24.55</c:v>
                </c:pt>
                <c:pt idx="47223">
                  <c:v>24.55</c:v>
                </c:pt>
                <c:pt idx="47224">
                  <c:v>24.5</c:v>
                </c:pt>
                <c:pt idx="47225">
                  <c:v>24.5</c:v>
                </c:pt>
                <c:pt idx="47226">
                  <c:v>24.45</c:v>
                </c:pt>
                <c:pt idx="47227">
                  <c:v>24.4</c:v>
                </c:pt>
                <c:pt idx="47228">
                  <c:v>24.35</c:v>
                </c:pt>
                <c:pt idx="47229">
                  <c:v>24.35</c:v>
                </c:pt>
                <c:pt idx="47230">
                  <c:v>24.3</c:v>
                </c:pt>
                <c:pt idx="47231">
                  <c:v>24.3</c:v>
                </c:pt>
                <c:pt idx="47232">
                  <c:v>24.3</c:v>
                </c:pt>
                <c:pt idx="47233">
                  <c:v>24.3</c:v>
                </c:pt>
                <c:pt idx="47234">
                  <c:v>24.3</c:v>
                </c:pt>
                <c:pt idx="47235">
                  <c:v>24.3</c:v>
                </c:pt>
                <c:pt idx="47236">
                  <c:v>24.3</c:v>
                </c:pt>
                <c:pt idx="47237">
                  <c:v>24.3</c:v>
                </c:pt>
                <c:pt idx="47238">
                  <c:v>24.3</c:v>
                </c:pt>
                <c:pt idx="47239">
                  <c:v>24.3</c:v>
                </c:pt>
                <c:pt idx="47240">
                  <c:v>24.35</c:v>
                </c:pt>
                <c:pt idx="47241">
                  <c:v>24.35</c:v>
                </c:pt>
                <c:pt idx="47242">
                  <c:v>24.35</c:v>
                </c:pt>
                <c:pt idx="47243">
                  <c:v>24.4</c:v>
                </c:pt>
                <c:pt idx="47244">
                  <c:v>24.4</c:v>
                </c:pt>
                <c:pt idx="47245">
                  <c:v>24.4</c:v>
                </c:pt>
                <c:pt idx="47246">
                  <c:v>24.4</c:v>
                </c:pt>
                <c:pt idx="47247">
                  <c:v>24.45</c:v>
                </c:pt>
                <c:pt idx="47248">
                  <c:v>24.45</c:v>
                </c:pt>
                <c:pt idx="47249">
                  <c:v>24.45</c:v>
                </c:pt>
                <c:pt idx="47250">
                  <c:v>24.5</c:v>
                </c:pt>
                <c:pt idx="47251">
                  <c:v>24.5</c:v>
                </c:pt>
                <c:pt idx="47252">
                  <c:v>24.55</c:v>
                </c:pt>
                <c:pt idx="47253">
                  <c:v>24.5</c:v>
                </c:pt>
                <c:pt idx="47254">
                  <c:v>24.5</c:v>
                </c:pt>
                <c:pt idx="47255">
                  <c:v>24.45</c:v>
                </c:pt>
                <c:pt idx="47256">
                  <c:v>24.4</c:v>
                </c:pt>
                <c:pt idx="47257">
                  <c:v>24.4</c:v>
                </c:pt>
                <c:pt idx="47258">
                  <c:v>24.35</c:v>
                </c:pt>
                <c:pt idx="47259">
                  <c:v>24.35</c:v>
                </c:pt>
                <c:pt idx="47260">
                  <c:v>24.35</c:v>
                </c:pt>
                <c:pt idx="47261">
                  <c:v>24.3</c:v>
                </c:pt>
                <c:pt idx="47262">
                  <c:v>24.3</c:v>
                </c:pt>
                <c:pt idx="47263">
                  <c:v>24.3</c:v>
                </c:pt>
                <c:pt idx="47264">
                  <c:v>24.3</c:v>
                </c:pt>
                <c:pt idx="47265">
                  <c:v>24.3</c:v>
                </c:pt>
                <c:pt idx="47266">
                  <c:v>24.3</c:v>
                </c:pt>
                <c:pt idx="47267">
                  <c:v>24.3</c:v>
                </c:pt>
                <c:pt idx="47268">
                  <c:v>24.3</c:v>
                </c:pt>
                <c:pt idx="47269">
                  <c:v>24.35</c:v>
                </c:pt>
                <c:pt idx="47270">
                  <c:v>24.35</c:v>
                </c:pt>
                <c:pt idx="47271">
                  <c:v>24.35</c:v>
                </c:pt>
                <c:pt idx="47272">
                  <c:v>24.35</c:v>
                </c:pt>
                <c:pt idx="47273">
                  <c:v>24.4</c:v>
                </c:pt>
                <c:pt idx="47274">
                  <c:v>24.4</c:v>
                </c:pt>
                <c:pt idx="47275">
                  <c:v>24.4</c:v>
                </c:pt>
                <c:pt idx="47276">
                  <c:v>24.45</c:v>
                </c:pt>
                <c:pt idx="47277">
                  <c:v>24.45</c:v>
                </c:pt>
                <c:pt idx="47278">
                  <c:v>24.5</c:v>
                </c:pt>
                <c:pt idx="47279">
                  <c:v>24.5</c:v>
                </c:pt>
                <c:pt idx="47280">
                  <c:v>24.55</c:v>
                </c:pt>
                <c:pt idx="47281">
                  <c:v>24.55</c:v>
                </c:pt>
                <c:pt idx="47282">
                  <c:v>24.55</c:v>
                </c:pt>
                <c:pt idx="47283">
                  <c:v>24.55</c:v>
                </c:pt>
                <c:pt idx="47284">
                  <c:v>24.5</c:v>
                </c:pt>
                <c:pt idx="47285">
                  <c:v>24.5</c:v>
                </c:pt>
                <c:pt idx="47286">
                  <c:v>24.45</c:v>
                </c:pt>
                <c:pt idx="47287">
                  <c:v>24.4</c:v>
                </c:pt>
                <c:pt idx="47288">
                  <c:v>24.35</c:v>
                </c:pt>
                <c:pt idx="47289">
                  <c:v>24.3</c:v>
                </c:pt>
                <c:pt idx="47290">
                  <c:v>24.3</c:v>
                </c:pt>
                <c:pt idx="47291">
                  <c:v>24.3</c:v>
                </c:pt>
                <c:pt idx="47292">
                  <c:v>24.3</c:v>
                </c:pt>
                <c:pt idx="47293">
                  <c:v>24.3</c:v>
                </c:pt>
                <c:pt idx="47294">
                  <c:v>24.3</c:v>
                </c:pt>
                <c:pt idx="47295">
                  <c:v>24.3</c:v>
                </c:pt>
                <c:pt idx="47296">
                  <c:v>24.3</c:v>
                </c:pt>
                <c:pt idx="47297">
                  <c:v>24.3</c:v>
                </c:pt>
                <c:pt idx="47298">
                  <c:v>24.35</c:v>
                </c:pt>
                <c:pt idx="47299">
                  <c:v>24.35</c:v>
                </c:pt>
                <c:pt idx="47300">
                  <c:v>24.35</c:v>
                </c:pt>
                <c:pt idx="47301">
                  <c:v>24.35</c:v>
                </c:pt>
                <c:pt idx="47302">
                  <c:v>24.35</c:v>
                </c:pt>
                <c:pt idx="47303">
                  <c:v>24.4</c:v>
                </c:pt>
                <c:pt idx="47304">
                  <c:v>24.4</c:v>
                </c:pt>
                <c:pt idx="47305">
                  <c:v>24.4</c:v>
                </c:pt>
                <c:pt idx="47306">
                  <c:v>24.45</c:v>
                </c:pt>
                <c:pt idx="47307">
                  <c:v>24.45</c:v>
                </c:pt>
                <c:pt idx="47308">
                  <c:v>24.45</c:v>
                </c:pt>
                <c:pt idx="47309">
                  <c:v>24.5</c:v>
                </c:pt>
                <c:pt idx="47310">
                  <c:v>24.5</c:v>
                </c:pt>
                <c:pt idx="47311">
                  <c:v>24.55</c:v>
                </c:pt>
                <c:pt idx="47312">
                  <c:v>24.55</c:v>
                </c:pt>
                <c:pt idx="47313">
                  <c:v>24.55</c:v>
                </c:pt>
                <c:pt idx="47314">
                  <c:v>24.5</c:v>
                </c:pt>
                <c:pt idx="47315">
                  <c:v>24.45</c:v>
                </c:pt>
                <c:pt idx="47316">
                  <c:v>24.4</c:v>
                </c:pt>
                <c:pt idx="47317">
                  <c:v>24.4</c:v>
                </c:pt>
                <c:pt idx="47318">
                  <c:v>24.35</c:v>
                </c:pt>
                <c:pt idx="47319">
                  <c:v>24.3</c:v>
                </c:pt>
                <c:pt idx="47320">
                  <c:v>24.3</c:v>
                </c:pt>
                <c:pt idx="47321">
                  <c:v>24.3</c:v>
                </c:pt>
                <c:pt idx="47322">
                  <c:v>24.3</c:v>
                </c:pt>
                <c:pt idx="47323">
                  <c:v>24.3</c:v>
                </c:pt>
                <c:pt idx="47324">
                  <c:v>24.3</c:v>
                </c:pt>
                <c:pt idx="47325">
                  <c:v>24.3</c:v>
                </c:pt>
                <c:pt idx="47326">
                  <c:v>24.3</c:v>
                </c:pt>
                <c:pt idx="47327">
                  <c:v>24.3</c:v>
                </c:pt>
                <c:pt idx="47328">
                  <c:v>24.35</c:v>
                </c:pt>
                <c:pt idx="47329">
                  <c:v>24.35</c:v>
                </c:pt>
                <c:pt idx="47330">
                  <c:v>24.35</c:v>
                </c:pt>
                <c:pt idx="47331">
                  <c:v>24.4</c:v>
                </c:pt>
                <c:pt idx="47332">
                  <c:v>24.4</c:v>
                </c:pt>
                <c:pt idx="47333">
                  <c:v>24.4</c:v>
                </c:pt>
                <c:pt idx="47334">
                  <c:v>24.45</c:v>
                </c:pt>
                <c:pt idx="47335">
                  <c:v>24.45</c:v>
                </c:pt>
                <c:pt idx="47336">
                  <c:v>24.5</c:v>
                </c:pt>
                <c:pt idx="47337">
                  <c:v>24.5</c:v>
                </c:pt>
                <c:pt idx="47338">
                  <c:v>24.5</c:v>
                </c:pt>
                <c:pt idx="47339">
                  <c:v>24.55</c:v>
                </c:pt>
                <c:pt idx="47340">
                  <c:v>24.55</c:v>
                </c:pt>
                <c:pt idx="47341">
                  <c:v>24.6</c:v>
                </c:pt>
                <c:pt idx="47342">
                  <c:v>24.6</c:v>
                </c:pt>
                <c:pt idx="47343">
                  <c:v>24.55</c:v>
                </c:pt>
                <c:pt idx="47344">
                  <c:v>24.5</c:v>
                </c:pt>
                <c:pt idx="47345">
                  <c:v>24.45</c:v>
                </c:pt>
                <c:pt idx="47346">
                  <c:v>24.45</c:v>
                </c:pt>
                <c:pt idx="47347">
                  <c:v>24.4</c:v>
                </c:pt>
                <c:pt idx="47348">
                  <c:v>24.35</c:v>
                </c:pt>
                <c:pt idx="47349">
                  <c:v>24.3</c:v>
                </c:pt>
                <c:pt idx="47350">
                  <c:v>24.3</c:v>
                </c:pt>
                <c:pt idx="47351">
                  <c:v>24.3</c:v>
                </c:pt>
                <c:pt idx="47352">
                  <c:v>24.3</c:v>
                </c:pt>
                <c:pt idx="47353">
                  <c:v>24.3</c:v>
                </c:pt>
                <c:pt idx="47354">
                  <c:v>24.3</c:v>
                </c:pt>
                <c:pt idx="47355">
                  <c:v>24.3</c:v>
                </c:pt>
                <c:pt idx="47356">
                  <c:v>24.3</c:v>
                </c:pt>
                <c:pt idx="47357">
                  <c:v>24.3</c:v>
                </c:pt>
                <c:pt idx="47358">
                  <c:v>24.35</c:v>
                </c:pt>
                <c:pt idx="47359">
                  <c:v>24.35</c:v>
                </c:pt>
                <c:pt idx="47360">
                  <c:v>24.35</c:v>
                </c:pt>
                <c:pt idx="47361">
                  <c:v>24.4</c:v>
                </c:pt>
                <c:pt idx="47362">
                  <c:v>24.4</c:v>
                </c:pt>
                <c:pt idx="47363">
                  <c:v>24.4</c:v>
                </c:pt>
                <c:pt idx="47364">
                  <c:v>24.4</c:v>
                </c:pt>
                <c:pt idx="47365">
                  <c:v>24.45</c:v>
                </c:pt>
                <c:pt idx="47366">
                  <c:v>24.45</c:v>
                </c:pt>
                <c:pt idx="47367">
                  <c:v>24.5</c:v>
                </c:pt>
                <c:pt idx="47368">
                  <c:v>24.5</c:v>
                </c:pt>
                <c:pt idx="47369">
                  <c:v>24.5</c:v>
                </c:pt>
                <c:pt idx="47370">
                  <c:v>24.5</c:v>
                </c:pt>
                <c:pt idx="47371">
                  <c:v>24.55</c:v>
                </c:pt>
                <c:pt idx="47372">
                  <c:v>24.55</c:v>
                </c:pt>
                <c:pt idx="47373">
                  <c:v>24.55</c:v>
                </c:pt>
                <c:pt idx="47374">
                  <c:v>24.55</c:v>
                </c:pt>
                <c:pt idx="47375">
                  <c:v>24.5</c:v>
                </c:pt>
                <c:pt idx="47376">
                  <c:v>24.45</c:v>
                </c:pt>
                <c:pt idx="47377">
                  <c:v>24.45</c:v>
                </c:pt>
                <c:pt idx="47378">
                  <c:v>24.4</c:v>
                </c:pt>
                <c:pt idx="47379">
                  <c:v>24.35</c:v>
                </c:pt>
                <c:pt idx="47380">
                  <c:v>24.35</c:v>
                </c:pt>
                <c:pt idx="47381">
                  <c:v>24.3</c:v>
                </c:pt>
                <c:pt idx="47382">
                  <c:v>24.35</c:v>
                </c:pt>
                <c:pt idx="47383">
                  <c:v>24.3</c:v>
                </c:pt>
                <c:pt idx="47384">
                  <c:v>24.3</c:v>
                </c:pt>
                <c:pt idx="47385">
                  <c:v>24.35</c:v>
                </c:pt>
                <c:pt idx="47386">
                  <c:v>24.35</c:v>
                </c:pt>
                <c:pt idx="47387">
                  <c:v>24.35</c:v>
                </c:pt>
                <c:pt idx="47388">
                  <c:v>24.35</c:v>
                </c:pt>
                <c:pt idx="47389">
                  <c:v>24.35</c:v>
                </c:pt>
                <c:pt idx="47390">
                  <c:v>24.35</c:v>
                </c:pt>
                <c:pt idx="47391">
                  <c:v>24.4</c:v>
                </c:pt>
                <c:pt idx="47392">
                  <c:v>24.4</c:v>
                </c:pt>
                <c:pt idx="47393">
                  <c:v>24.4</c:v>
                </c:pt>
                <c:pt idx="47394">
                  <c:v>24.4</c:v>
                </c:pt>
                <c:pt idx="47395">
                  <c:v>24.45</c:v>
                </c:pt>
                <c:pt idx="47396">
                  <c:v>24.45</c:v>
                </c:pt>
                <c:pt idx="47397">
                  <c:v>24.45</c:v>
                </c:pt>
                <c:pt idx="47398">
                  <c:v>24.5</c:v>
                </c:pt>
                <c:pt idx="47399">
                  <c:v>24.5</c:v>
                </c:pt>
                <c:pt idx="47400">
                  <c:v>24.55</c:v>
                </c:pt>
                <c:pt idx="47401">
                  <c:v>24.55</c:v>
                </c:pt>
                <c:pt idx="47402">
                  <c:v>24.55</c:v>
                </c:pt>
                <c:pt idx="47403">
                  <c:v>24.55</c:v>
                </c:pt>
                <c:pt idx="47404">
                  <c:v>24.55</c:v>
                </c:pt>
                <c:pt idx="47405">
                  <c:v>24.5</c:v>
                </c:pt>
                <c:pt idx="47406">
                  <c:v>24.45</c:v>
                </c:pt>
                <c:pt idx="47407">
                  <c:v>24.4</c:v>
                </c:pt>
                <c:pt idx="47408">
                  <c:v>24.35</c:v>
                </c:pt>
                <c:pt idx="47409">
                  <c:v>24.35</c:v>
                </c:pt>
                <c:pt idx="47410">
                  <c:v>24.35</c:v>
                </c:pt>
                <c:pt idx="47411">
                  <c:v>24.35</c:v>
                </c:pt>
                <c:pt idx="47412">
                  <c:v>24.3</c:v>
                </c:pt>
                <c:pt idx="47413">
                  <c:v>24.3</c:v>
                </c:pt>
                <c:pt idx="47414">
                  <c:v>24.3</c:v>
                </c:pt>
                <c:pt idx="47415">
                  <c:v>24.3</c:v>
                </c:pt>
                <c:pt idx="47416">
                  <c:v>24.3</c:v>
                </c:pt>
                <c:pt idx="47417">
                  <c:v>24.3</c:v>
                </c:pt>
                <c:pt idx="47418">
                  <c:v>24.35</c:v>
                </c:pt>
                <c:pt idx="47419">
                  <c:v>24.35</c:v>
                </c:pt>
                <c:pt idx="47420">
                  <c:v>24.35</c:v>
                </c:pt>
                <c:pt idx="47421">
                  <c:v>24.35</c:v>
                </c:pt>
                <c:pt idx="47422">
                  <c:v>24.35</c:v>
                </c:pt>
                <c:pt idx="47423">
                  <c:v>24.4</c:v>
                </c:pt>
                <c:pt idx="47424">
                  <c:v>24.4</c:v>
                </c:pt>
                <c:pt idx="47425">
                  <c:v>24.4</c:v>
                </c:pt>
                <c:pt idx="47426">
                  <c:v>24.4</c:v>
                </c:pt>
                <c:pt idx="47427">
                  <c:v>24.45</c:v>
                </c:pt>
                <c:pt idx="47428">
                  <c:v>24.5</c:v>
                </c:pt>
                <c:pt idx="47429">
                  <c:v>24.5</c:v>
                </c:pt>
                <c:pt idx="47430">
                  <c:v>24.5</c:v>
                </c:pt>
                <c:pt idx="47431">
                  <c:v>24.5</c:v>
                </c:pt>
                <c:pt idx="47432">
                  <c:v>24.55</c:v>
                </c:pt>
                <c:pt idx="47433">
                  <c:v>24.5</c:v>
                </c:pt>
                <c:pt idx="47434">
                  <c:v>24.5</c:v>
                </c:pt>
                <c:pt idx="47435">
                  <c:v>24.45</c:v>
                </c:pt>
                <c:pt idx="47436">
                  <c:v>24.4</c:v>
                </c:pt>
                <c:pt idx="47437">
                  <c:v>24.35</c:v>
                </c:pt>
                <c:pt idx="47438">
                  <c:v>24.35</c:v>
                </c:pt>
                <c:pt idx="47439">
                  <c:v>24.3</c:v>
                </c:pt>
                <c:pt idx="47440">
                  <c:v>24.3</c:v>
                </c:pt>
                <c:pt idx="47441">
                  <c:v>24.25</c:v>
                </c:pt>
                <c:pt idx="47442">
                  <c:v>24.25</c:v>
                </c:pt>
                <c:pt idx="47443">
                  <c:v>24.25</c:v>
                </c:pt>
                <c:pt idx="47444">
                  <c:v>24.25</c:v>
                </c:pt>
                <c:pt idx="47445">
                  <c:v>24.25</c:v>
                </c:pt>
                <c:pt idx="47446">
                  <c:v>24.25</c:v>
                </c:pt>
                <c:pt idx="47447">
                  <c:v>24.25</c:v>
                </c:pt>
                <c:pt idx="47448">
                  <c:v>24.3</c:v>
                </c:pt>
                <c:pt idx="47449">
                  <c:v>24.3</c:v>
                </c:pt>
                <c:pt idx="47450">
                  <c:v>24.3</c:v>
                </c:pt>
                <c:pt idx="47451">
                  <c:v>24.35</c:v>
                </c:pt>
                <c:pt idx="47452">
                  <c:v>24.35</c:v>
                </c:pt>
                <c:pt idx="47453">
                  <c:v>24.35</c:v>
                </c:pt>
                <c:pt idx="47454">
                  <c:v>24.4</c:v>
                </c:pt>
                <c:pt idx="47455">
                  <c:v>24.45</c:v>
                </c:pt>
                <c:pt idx="47456">
                  <c:v>24.45</c:v>
                </c:pt>
                <c:pt idx="47457">
                  <c:v>24.5</c:v>
                </c:pt>
                <c:pt idx="47458">
                  <c:v>24.5</c:v>
                </c:pt>
                <c:pt idx="47459">
                  <c:v>24.55</c:v>
                </c:pt>
                <c:pt idx="47460">
                  <c:v>24.55</c:v>
                </c:pt>
                <c:pt idx="47461">
                  <c:v>24.55</c:v>
                </c:pt>
                <c:pt idx="47462">
                  <c:v>24.55</c:v>
                </c:pt>
                <c:pt idx="47463">
                  <c:v>24.55</c:v>
                </c:pt>
                <c:pt idx="47464">
                  <c:v>24.55</c:v>
                </c:pt>
                <c:pt idx="47465">
                  <c:v>24.5</c:v>
                </c:pt>
                <c:pt idx="47466">
                  <c:v>24.45</c:v>
                </c:pt>
                <c:pt idx="47467">
                  <c:v>24.4</c:v>
                </c:pt>
                <c:pt idx="47468">
                  <c:v>24.35</c:v>
                </c:pt>
                <c:pt idx="47469">
                  <c:v>24.35</c:v>
                </c:pt>
                <c:pt idx="47470">
                  <c:v>24.3</c:v>
                </c:pt>
                <c:pt idx="47471">
                  <c:v>24.3</c:v>
                </c:pt>
                <c:pt idx="47472">
                  <c:v>24.25</c:v>
                </c:pt>
                <c:pt idx="47473">
                  <c:v>24.25</c:v>
                </c:pt>
                <c:pt idx="47474">
                  <c:v>24.25</c:v>
                </c:pt>
                <c:pt idx="47475">
                  <c:v>24.25</c:v>
                </c:pt>
                <c:pt idx="47476">
                  <c:v>24.3</c:v>
                </c:pt>
                <c:pt idx="47477">
                  <c:v>24.3</c:v>
                </c:pt>
                <c:pt idx="47478">
                  <c:v>24.3</c:v>
                </c:pt>
                <c:pt idx="47479">
                  <c:v>24.3</c:v>
                </c:pt>
                <c:pt idx="47480">
                  <c:v>24.3</c:v>
                </c:pt>
                <c:pt idx="47481">
                  <c:v>24.35</c:v>
                </c:pt>
                <c:pt idx="47482">
                  <c:v>24.35</c:v>
                </c:pt>
                <c:pt idx="47483">
                  <c:v>24.35</c:v>
                </c:pt>
                <c:pt idx="47484">
                  <c:v>24.4</c:v>
                </c:pt>
                <c:pt idx="47485">
                  <c:v>24.4</c:v>
                </c:pt>
                <c:pt idx="47486">
                  <c:v>24.45</c:v>
                </c:pt>
                <c:pt idx="47487">
                  <c:v>24.45</c:v>
                </c:pt>
                <c:pt idx="47488">
                  <c:v>24.5</c:v>
                </c:pt>
                <c:pt idx="47489">
                  <c:v>24.5</c:v>
                </c:pt>
                <c:pt idx="47490">
                  <c:v>24.55</c:v>
                </c:pt>
                <c:pt idx="47491">
                  <c:v>24.55</c:v>
                </c:pt>
                <c:pt idx="47492">
                  <c:v>24.55</c:v>
                </c:pt>
                <c:pt idx="47493">
                  <c:v>24.55</c:v>
                </c:pt>
                <c:pt idx="47494">
                  <c:v>24.5</c:v>
                </c:pt>
                <c:pt idx="47495">
                  <c:v>24.5</c:v>
                </c:pt>
                <c:pt idx="47496">
                  <c:v>24.45</c:v>
                </c:pt>
                <c:pt idx="47497">
                  <c:v>24.45</c:v>
                </c:pt>
                <c:pt idx="47498">
                  <c:v>24.4</c:v>
                </c:pt>
                <c:pt idx="47499">
                  <c:v>24.35</c:v>
                </c:pt>
                <c:pt idx="47500">
                  <c:v>24.35</c:v>
                </c:pt>
                <c:pt idx="47501">
                  <c:v>24.3</c:v>
                </c:pt>
                <c:pt idx="47502">
                  <c:v>24.3</c:v>
                </c:pt>
                <c:pt idx="47503">
                  <c:v>24.3</c:v>
                </c:pt>
                <c:pt idx="47504">
                  <c:v>24.25</c:v>
                </c:pt>
                <c:pt idx="47505">
                  <c:v>24.3</c:v>
                </c:pt>
                <c:pt idx="47506">
                  <c:v>24.3</c:v>
                </c:pt>
                <c:pt idx="47507">
                  <c:v>24.3</c:v>
                </c:pt>
                <c:pt idx="47508">
                  <c:v>24.3</c:v>
                </c:pt>
                <c:pt idx="47509">
                  <c:v>24.3</c:v>
                </c:pt>
                <c:pt idx="47510">
                  <c:v>24.3</c:v>
                </c:pt>
                <c:pt idx="47511">
                  <c:v>24.35</c:v>
                </c:pt>
                <c:pt idx="47512">
                  <c:v>24.35</c:v>
                </c:pt>
                <c:pt idx="47513">
                  <c:v>24.35</c:v>
                </c:pt>
                <c:pt idx="47514">
                  <c:v>24.35</c:v>
                </c:pt>
                <c:pt idx="47515">
                  <c:v>24.4</c:v>
                </c:pt>
                <c:pt idx="47516">
                  <c:v>24.4</c:v>
                </c:pt>
                <c:pt idx="47517">
                  <c:v>24.45</c:v>
                </c:pt>
                <c:pt idx="47518">
                  <c:v>24.5</c:v>
                </c:pt>
                <c:pt idx="47519">
                  <c:v>24.5</c:v>
                </c:pt>
                <c:pt idx="47520">
                  <c:v>24.5</c:v>
                </c:pt>
                <c:pt idx="47521">
                  <c:v>24.55</c:v>
                </c:pt>
                <c:pt idx="47522">
                  <c:v>24.55</c:v>
                </c:pt>
                <c:pt idx="47523">
                  <c:v>24.55</c:v>
                </c:pt>
                <c:pt idx="47524">
                  <c:v>24.45</c:v>
                </c:pt>
                <c:pt idx="47525">
                  <c:v>24.45</c:v>
                </c:pt>
                <c:pt idx="47526">
                  <c:v>24.45</c:v>
                </c:pt>
                <c:pt idx="47527">
                  <c:v>24.4</c:v>
                </c:pt>
                <c:pt idx="47528">
                  <c:v>24.35</c:v>
                </c:pt>
                <c:pt idx="47529">
                  <c:v>24.3</c:v>
                </c:pt>
                <c:pt idx="47530">
                  <c:v>24.3</c:v>
                </c:pt>
                <c:pt idx="47531">
                  <c:v>24.3</c:v>
                </c:pt>
                <c:pt idx="47532">
                  <c:v>24.3</c:v>
                </c:pt>
                <c:pt idx="47533">
                  <c:v>24.3</c:v>
                </c:pt>
                <c:pt idx="47534">
                  <c:v>24.3</c:v>
                </c:pt>
                <c:pt idx="47535">
                  <c:v>24.3</c:v>
                </c:pt>
                <c:pt idx="47536">
                  <c:v>24.3</c:v>
                </c:pt>
                <c:pt idx="47537">
                  <c:v>24.3</c:v>
                </c:pt>
                <c:pt idx="47538">
                  <c:v>24.3</c:v>
                </c:pt>
                <c:pt idx="47539">
                  <c:v>24.35</c:v>
                </c:pt>
                <c:pt idx="47540">
                  <c:v>24.35</c:v>
                </c:pt>
                <c:pt idx="47541">
                  <c:v>24.35</c:v>
                </c:pt>
                <c:pt idx="47542">
                  <c:v>24.4</c:v>
                </c:pt>
                <c:pt idx="47543">
                  <c:v>24.4</c:v>
                </c:pt>
                <c:pt idx="47544">
                  <c:v>24.4</c:v>
                </c:pt>
                <c:pt idx="47545">
                  <c:v>24.4</c:v>
                </c:pt>
                <c:pt idx="47546">
                  <c:v>24.45</c:v>
                </c:pt>
                <c:pt idx="47547">
                  <c:v>24.45</c:v>
                </c:pt>
                <c:pt idx="47548">
                  <c:v>24.5</c:v>
                </c:pt>
                <c:pt idx="47549">
                  <c:v>24.5</c:v>
                </c:pt>
                <c:pt idx="47550">
                  <c:v>24.5</c:v>
                </c:pt>
                <c:pt idx="47551">
                  <c:v>24.55</c:v>
                </c:pt>
                <c:pt idx="47552">
                  <c:v>24.55</c:v>
                </c:pt>
                <c:pt idx="47553">
                  <c:v>24.55</c:v>
                </c:pt>
                <c:pt idx="47554">
                  <c:v>24.5</c:v>
                </c:pt>
                <c:pt idx="47555">
                  <c:v>24.45</c:v>
                </c:pt>
                <c:pt idx="47556">
                  <c:v>24.4</c:v>
                </c:pt>
                <c:pt idx="47557">
                  <c:v>24.35</c:v>
                </c:pt>
                <c:pt idx="47558">
                  <c:v>24.3</c:v>
                </c:pt>
                <c:pt idx="47559">
                  <c:v>24.25</c:v>
                </c:pt>
                <c:pt idx="47560">
                  <c:v>24.25</c:v>
                </c:pt>
                <c:pt idx="47561">
                  <c:v>24.25</c:v>
                </c:pt>
                <c:pt idx="47562">
                  <c:v>24.25</c:v>
                </c:pt>
                <c:pt idx="47563">
                  <c:v>24.25</c:v>
                </c:pt>
                <c:pt idx="47564">
                  <c:v>24.25</c:v>
                </c:pt>
                <c:pt idx="47565">
                  <c:v>24.25</c:v>
                </c:pt>
                <c:pt idx="47566">
                  <c:v>24.3</c:v>
                </c:pt>
                <c:pt idx="47567">
                  <c:v>24.3</c:v>
                </c:pt>
                <c:pt idx="47568">
                  <c:v>24.3</c:v>
                </c:pt>
                <c:pt idx="47569">
                  <c:v>24.3</c:v>
                </c:pt>
                <c:pt idx="47570">
                  <c:v>24.3</c:v>
                </c:pt>
                <c:pt idx="47571">
                  <c:v>24.35</c:v>
                </c:pt>
                <c:pt idx="47572">
                  <c:v>24.35</c:v>
                </c:pt>
                <c:pt idx="47573">
                  <c:v>24.35</c:v>
                </c:pt>
                <c:pt idx="47574">
                  <c:v>24.4</c:v>
                </c:pt>
                <c:pt idx="47575">
                  <c:v>24.4</c:v>
                </c:pt>
                <c:pt idx="47576">
                  <c:v>24.4</c:v>
                </c:pt>
                <c:pt idx="47577">
                  <c:v>24.45</c:v>
                </c:pt>
                <c:pt idx="47578">
                  <c:v>24.45</c:v>
                </c:pt>
                <c:pt idx="47579">
                  <c:v>24.45</c:v>
                </c:pt>
                <c:pt idx="47580">
                  <c:v>24.5</c:v>
                </c:pt>
                <c:pt idx="47581">
                  <c:v>24.5</c:v>
                </c:pt>
                <c:pt idx="47582">
                  <c:v>24.55</c:v>
                </c:pt>
                <c:pt idx="47583">
                  <c:v>24.5</c:v>
                </c:pt>
                <c:pt idx="47584">
                  <c:v>24.5</c:v>
                </c:pt>
                <c:pt idx="47585">
                  <c:v>24.45</c:v>
                </c:pt>
                <c:pt idx="47586">
                  <c:v>24.4</c:v>
                </c:pt>
                <c:pt idx="47587">
                  <c:v>24.4</c:v>
                </c:pt>
                <c:pt idx="47588">
                  <c:v>24.35</c:v>
                </c:pt>
                <c:pt idx="47589">
                  <c:v>24.3</c:v>
                </c:pt>
                <c:pt idx="47590">
                  <c:v>24.3</c:v>
                </c:pt>
                <c:pt idx="47591">
                  <c:v>24.3</c:v>
                </c:pt>
                <c:pt idx="47592">
                  <c:v>24.3</c:v>
                </c:pt>
                <c:pt idx="47593">
                  <c:v>24.3</c:v>
                </c:pt>
                <c:pt idx="47594">
                  <c:v>24.3</c:v>
                </c:pt>
                <c:pt idx="47595">
                  <c:v>24.3</c:v>
                </c:pt>
                <c:pt idx="47596">
                  <c:v>24.3</c:v>
                </c:pt>
                <c:pt idx="47597">
                  <c:v>24.3</c:v>
                </c:pt>
                <c:pt idx="47598">
                  <c:v>24.3</c:v>
                </c:pt>
                <c:pt idx="47599">
                  <c:v>24.3</c:v>
                </c:pt>
                <c:pt idx="47600">
                  <c:v>24.3</c:v>
                </c:pt>
                <c:pt idx="47601">
                  <c:v>24.3</c:v>
                </c:pt>
                <c:pt idx="47602">
                  <c:v>24.35</c:v>
                </c:pt>
                <c:pt idx="47603">
                  <c:v>24.35</c:v>
                </c:pt>
                <c:pt idx="47604">
                  <c:v>24.35</c:v>
                </c:pt>
                <c:pt idx="47605">
                  <c:v>24.4</c:v>
                </c:pt>
                <c:pt idx="47606">
                  <c:v>24.4</c:v>
                </c:pt>
                <c:pt idx="47607">
                  <c:v>24.45</c:v>
                </c:pt>
                <c:pt idx="47608">
                  <c:v>24.45</c:v>
                </c:pt>
                <c:pt idx="47609">
                  <c:v>24.5</c:v>
                </c:pt>
                <c:pt idx="47610">
                  <c:v>24.5</c:v>
                </c:pt>
                <c:pt idx="47611">
                  <c:v>24.5</c:v>
                </c:pt>
                <c:pt idx="47612">
                  <c:v>24.55</c:v>
                </c:pt>
                <c:pt idx="47613">
                  <c:v>24.55</c:v>
                </c:pt>
                <c:pt idx="47614">
                  <c:v>24.55</c:v>
                </c:pt>
                <c:pt idx="47615">
                  <c:v>24.5</c:v>
                </c:pt>
                <c:pt idx="47616">
                  <c:v>24.45</c:v>
                </c:pt>
                <c:pt idx="47617">
                  <c:v>24.4</c:v>
                </c:pt>
                <c:pt idx="47618">
                  <c:v>24.4</c:v>
                </c:pt>
                <c:pt idx="47619">
                  <c:v>24.35</c:v>
                </c:pt>
                <c:pt idx="47620">
                  <c:v>24.3</c:v>
                </c:pt>
                <c:pt idx="47621">
                  <c:v>24.25</c:v>
                </c:pt>
                <c:pt idx="47622">
                  <c:v>24.25</c:v>
                </c:pt>
                <c:pt idx="47623">
                  <c:v>24.3</c:v>
                </c:pt>
                <c:pt idx="47624">
                  <c:v>24.25</c:v>
                </c:pt>
                <c:pt idx="47625">
                  <c:v>24.25</c:v>
                </c:pt>
                <c:pt idx="47626">
                  <c:v>24.25</c:v>
                </c:pt>
                <c:pt idx="47627">
                  <c:v>24.25</c:v>
                </c:pt>
                <c:pt idx="47628">
                  <c:v>24.25</c:v>
                </c:pt>
                <c:pt idx="47629">
                  <c:v>24.25</c:v>
                </c:pt>
                <c:pt idx="47630">
                  <c:v>24.3</c:v>
                </c:pt>
                <c:pt idx="47631">
                  <c:v>24.3</c:v>
                </c:pt>
                <c:pt idx="47632">
                  <c:v>24.35</c:v>
                </c:pt>
                <c:pt idx="47633">
                  <c:v>24.35</c:v>
                </c:pt>
                <c:pt idx="47634">
                  <c:v>24.35</c:v>
                </c:pt>
                <c:pt idx="47635">
                  <c:v>24.35</c:v>
                </c:pt>
                <c:pt idx="47636">
                  <c:v>24.4</c:v>
                </c:pt>
                <c:pt idx="47637">
                  <c:v>24.45</c:v>
                </c:pt>
                <c:pt idx="47638">
                  <c:v>24.45</c:v>
                </c:pt>
                <c:pt idx="47639">
                  <c:v>24.5</c:v>
                </c:pt>
                <c:pt idx="47640">
                  <c:v>24.5</c:v>
                </c:pt>
                <c:pt idx="47641">
                  <c:v>24.55</c:v>
                </c:pt>
                <c:pt idx="47642">
                  <c:v>24.55</c:v>
                </c:pt>
                <c:pt idx="47643">
                  <c:v>24.55</c:v>
                </c:pt>
                <c:pt idx="47644">
                  <c:v>24.5</c:v>
                </c:pt>
                <c:pt idx="47645">
                  <c:v>24.5</c:v>
                </c:pt>
                <c:pt idx="47646">
                  <c:v>24.45</c:v>
                </c:pt>
                <c:pt idx="47647">
                  <c:v>24.4</c:v>
                </c:pt>
                <c:pt idx="47648">
                  <c:v>24.35</c:v>
                </c:pt>
                <c:pt idx="47649">
                  <c:v>24.35</c:v>
                </c:pt>
                <c:pt idx="47650">
                  <c:v>24.3</c:v>
                </c:pt>
                <c:pt idx="47651">
                  <c:v>24.3</c:v>
                </c:pt>
                <c:pt idx="47652">
                  <c:v>24.3</c:v>
                </c:pt>
                <c:pt idx="47653">
                  <c:v>24.3</c:v>
                </c:pt>
                <c:pt idx="47654">
                  <c:v>24.3</c:v>
                </c:pt>
                <c:pt idx="47655">
                  <c:v>24.3</c:v>
                </c:pt>
                <c:pt idx="47656">
                  <c:v>24.3</c:v>
                </c:pt>
                <c:pt idx="47657">
                  <c:v>24.3</c:v>
                </c:pt>
                <c:pt idx="47658">
                  <c:v>24.3</c:v>
                </c:pt>
                <c:pt idx="47659">
                  <c:v>24.3</c:v>
                </c:pt>
                <c:pt idx="47660">
                  <c:v>24.35</c:v>
                </c:pt>
                <c:pt idx="47661">
                  <c:v>24.35</c:v>
                </c:pt>
                <c:pt idx="47662">
                  <c:v>24.35</c:v>
                </c:pt>
                <c:pt idx="47663">
                  <c:v>24.35</c:v>
                </c:pt>
                <c:pt idx="47664">
                  <c:v>24.4</c:v>
                </c:pt>
                <c:pt idx="47665">
                  <c:v>24.4</c:v>
                </c:pt>
                <c:pt idx="47666">
                  <c:v>24.4</c:v>
                </c:pt>
                <c:pt idx="47667">
                  <c:v>24.45</c:v>
                </c:pt>
                <c:pt idx="47668">
                  <c:v>24.45</c:v>
                </c:pt>
                <c:pt idx="47669">
                  <c:v>24.5</c:v>
                </c:pt>
                <c:pt idx="47670">
                  <c:v>24.5</c:v>
                </c:pt>
                <c:pt idx="47671">
                  <c:v>24.55</c:v>
                </c:pt>
                <c:pt idx="47672">
                  <c:v>24.55</c:v>
                </c:pt>
                <c:pt idx="47673">
                  <c:v>24.55</c:v>
                </c:pt>
                <c:pt idx="47674">
                  <c:v>24.55</c:v>
                </c:pt>
                <c:pt idx="47675">
                  <c:v>24.5</c:v>
                </c:pt>
                <c:pt idx="47676">
                  <c:v>24.45</c:v>
                </c:pt>
                <c:pt idx="47677">
                  <c:v>24.4</c:v>
                </c:pt>
                <c:pt idx="47678">
                  <c:v>24.35</c:v>
                </c:pt>
                <c:pt idx="47679">
                  <c:v>24.35</c:v>
                </c:pt>
                <c:pt idx="47680">
                  <c:v>24.35</c:v>
                </c:pt>
                <c:pt idx="47681">
                  <c:v>24.35</c:v>
                </c:pt>
                <c:pt idx="47682">
                  <c:v>24.3</c:v>
                </c:pt>
                <c:pt idx="47683">
                  <c:v>24.3</c:v>
                </c:pt>
                <c:pt idx="47684">
                  <c:v>24.3</c:v>
                </c:pt>
                <c:pt idx="47685">
                  <c:v>24.3</c:v>
                </c:pt>
                <c:pt idx="47686">
                  <c:v>24.3</c:v>
                </c:pt>
                <c:pt idx="47687">
                  <c:v>24.3</c:v>
                </c:pt>
                <c:pt idx="47688">
                  <c:v>24.3</c:v>
                </c:pt>
                <c:pt idx="47689">
                  <c:v>24.3</c:v>
                </c:pt>
                <c:pt idx="47690">
                  <c:v>24.35</c:v>
                </c:pt>
                <c:pt idx="47691">
                  <c:v>24.35</c:v>
                </c:pt>
                <c:pt idx="47692">
                  <c:v>24.4</c:v>
                </c:pt>
                <c:pt idx="47693">
                  <c:v>24.4</c:v>
                </c:pt>
                <c:pt idx="47694">
                  <c:v>24.4</c:v>
                </c:pt>
                <c:pt idx="47695">
                  <c:v>24.45</c:v>
                </c:pt>
                <c:pt idx="47696">
                  <c:v>24.45</c:v>
                </c:pt>
                <c:pt idx="47697">
                  <c:v>24.5</c:v>
                </c:pt>
                <c:pt idx="47698">
                  <c:v>24.5</c:v>
                </c:pt>
                <c:pt idx="47699">
                  <c:v>24.55</c:v>
                </c:pt>
                <c:pt idx="47700">
                  <c:v>24.55</c:v>
                </c:pt>
                <c:pt idx="47701">
                  <c:v>24.6</c:v>
                </c:pt>
                <c:pt idx="47702">
                  <c:v>24.6</c:v>
                </c:pt>
                <c:pt idx="47703">
                  <c:v>24.6</c:v>
                </c:pt>
                <c:pt idx="47704">
                  <c:v>24.55</c:v>
                </c:pt>
                <c:pt idx="47705">
                  <c:v>24.5</c:v>
                </c:pt>
                <c:pt idx="47706">
                  <c:v>24.5</c:v>
                </c:pt>
                <c:pt idx="47707">
                  <c:v>24.4</c:v>
                </c:pt>
                <c:pt idx="47708">
                  <c:v>24.4</c:v>
                </c:pt>
                <c:pt idx="47709">
                  <c:v>24.35</c:v>
                </c:pt>
                <c:pt idx="47710">
                  <c:v>24.3</c:v>
                </c:pt>
                <c:pt idx="47711">
                  <c:v>24.3</c:v>
                </c:pt>
                <c:pt idx="47712">
                  <c:v>24.3</c:v>
                </c:pt>
                <c:pt idx="47713">
                  <c:v>24.3</c:v>
                </c:pt>
                <c:pt idx="47714">
                  <c:v>24.3</c:v>
                </c:pt>
                <c:pt idx="47715">
                  <c:v>24.3</c:v>
                </c:pt>
                <c:pt idx="47716">
                  <c:v>24.3</c:v>
                </c:pt>
                <c:pt idx="47717">
                  <c:v>24.3</c:v>
                </c:pt>
                <c:pt idx="47718">
                  <c:v>24.3</c:v>
                </c:pt>
                <c:pt idx="47719">
                  <c:v>24.3</c:v>
                </c:pt>
                <c:pt idx="47720">
                  <c:v>24.3</c:v>
                </c:pt>
                <c:pt idx="47721">
                  <c:v>24.35</c:v>
                </c:pt>
                <c:pt idx="47722">
                  <c:v>24.35</c:v>
                </c:pt>
                <c:pt idx="47723">
                  <c:v>24.4</c:v>
                </c:pt>
                <c:pt idx="47724">
                  <c:v>24.4</c:v>
                </c:pt>
                <c:pt idx="47725">
                  <c:v>24.4</c:v>
                </c:pt>
                <c:pt idx="47726">
                  <c:v>24.45</c:v>
                </c:pt>
                <c:pt idx="47727">
                  <c:v>24.45</c:v>
                </c:pt>
                <c:pt idx="47728">
                  <c:v>24.5</c:v>
                </c:pt>
                <c:pt idx="47729">
                  <c:v>24.5</c:v>
                </c:pt>
                <c:pt idx="47730">
                  <c:v>24.55</c:v>
                </c:pt>
                <c:pt idx="47731">
                  <c:v>24.55</c:v>
                </c:pt>
                <c:pt idx="47732">
                  <c:v>24.55</c:v>
                </c:pt>
                <c:pt idx="47733">
                  <c:v>24.55</c:v>
                </c:pt>
                <c:pt idx="47734">
                  <c:v>24.55</c:v>
                </c:pt>
                <c:pt idx="47735">
                  <c:v>24.5</c:v>
                </c:pt>
                <c:pt idx="47736">
                  <c:v>24.45</c:v>
                </c:pt>
                <c:pt idx="47737">
                  <c:v>24.4</c:v>
                </c:pt>
                <c:pt idx="47738">
                  <c:v>24.35</c:v>
                </c:pt>
                <c:pt idx="47739">
                  <c:v>24.35</c:v>
                </c:pt>
                <c:pt idx="47740">
                  <c:v>24.3</c:v>
                </c:pt>
                <c:pt idx="47741">
                  <c:v>24.3</c:v>
                </c:pt>
                <c:pt idx="47742">
                  <c:v>24.25</c:v>
                </c:pt>
                <c:pt idx="47743">
                  <c:v>24.3</c:v>
                </c:pt>
                <c:pt idx="47744">
                  <c:v>24.3</c:v>
                </c:pt>
                <c:pt idx="47745">
                  <c:v>24.3</c:v>
                </c:pt>
                <c:pt idx="47746">
                  <c:v>24.3</c:v>
                </c:pt>
                <c:pt idx="47747">
                  <c:v>24.3</c:v>
                </c:pt>
                <c:pt idx="47748">
                  <c:v>24.3</c:v>
                </c:pt>
                <c:pt idx="47749">
                  <c:v>24.3</c:v>
                </c:pt>
                <c:pt idx="47750">
                  <c:v>24.3</c:v>
                </c:pt>
                <c:pt idx="47751">
                  <c:v>24.35</c:v>
                </c:pt>
                <c:pt idx="47752">
                  <c:v>24.35</c:v>
                </c:pt>
                <c:pt idx="47753">
                  <c:v>24.35</c:v>
                </c:pt>
                <c:pt idx="47754">
                  <c:v>24.4</c:v>
                </c:pt>
                <c:pt idx="47755">
                  <c:v>24.4</c:v>
                </c:pt>
                <c:pt idx="47756">
                  <c:v>24.45</c:v>
                </c:pt>
                <c:pt idx="47757">
                  <c:v>24.45</c:v>
                </c:pt>
                <c:pt idx="47758">
                  <c:v>24.45</c:v>
                </c:pt>
                <c:pt idx="47759">
                  <c:v>24.5</c:v>
                </c:pt>
                <c:pt idx="47760">
                  <c:v>24.5</c:v>
                </c:pt>
                <c:pt idx="47761">
                  <c:v>24.55</c:v>
                </c:pt>
                <c:pt idx="47762">
                  <c:v>24.55</c:v>
                </c:pt>
                <c:pt idx="47763">
                  <c:v>24.55</c:v>
                </c:pt>
                <c:pt idx="47764">
                  <c:v>24.5</c:v>
                </c:pt>
                <c:pt idx="47765">
                  <c:v>24.45</c:v>
                </c:pt>
                <c:pt idx="47766">
                  <c:v>24.4</c:v>
                </c:pt>
                <c:pt idx="47767">
                  <c:v>24.4</c:v>
                </c:pt>
                <c:pt idx="47768">
                  <c:v>24.35</c:v>
                </c:pt>
                <c:pt idx="47769">
                  <c:v>24.3</c:v>
                </c:pt>
                <c:pt idx="47770">
                  <c:v>24.3</c:v>
                </c:pt>
                <c:pt idx="47771">
                  <c:v>24.25</c:v>
                </c:pt>
                <c:pt idx="47772">
                  <c:v>24.25</c:v>
                </c:pt>
                <c:pt idx="47773">
                  <c:v>24.25</c:v>
                </c:pt>
                <c:pt idx="47774">
                  <c:v>24.25</c:v>
                </c:pt>
                <c:pt idx="47775">
                  <c:v>24.25</c:v>
                </c:pt>
                <c:pt idx="47776">
                  <c:v>24.25</c:v>
                </c:pt>
                <c:pt idx="47777">
                  <c:v>24.25</c:v>
                </c:pt>
                <c:pt idx="47778">
                  <c:v>24.25</c:v>
                </c:pt>
                <c:pt idx="47779">
                  <c:v>24.25</c:v>
                </c:pt>
                <c:pt idx="47780">
                  <c:v>24.3</c:v>
                </c:pt>
                <c:pt idx="47781">
                  <c:v>24.3</c:v>
                </c:pt>
                <c:pt idx="47782">
                  <c:v>24.35</c:v>
                </c:pt>
                <c:pt idx="47783">
                  <c:v>24.35</c:v>
                </c:pt>
                <c:pt idx="47784">
                  <c:v>24.4</c:v>
                </c:pt>
                <c:pt idx="47785">
                  <c:v>24.4</c:v>
                </c:pt>
                <c:pt idx="47786">
                  <c:v>24.4</c:v>
                </c:pt>
                <c:pt idx="47787">
                  <c:v>24.45</c:v>
                </c:pt>
                <c:pt idx="47788">
                  <c:v>24.45</c:v>
                </c:pt>
                <c:pt idx="47789">
                  <c:v>24.5</c:v>
                </c:pt>
                <c:pt idx="47790">
                  <c:v>24.5</c:v>
                </c:pt>
                <c:pt idx="47791">
                  <c:v>24.5</c:v>
                </c:pt>
                <c:pt idx="47792">
                  <c:v>24.55</c:v>
                </c:pt>
                <c:pt idx="47793">
                  <c:v>24.55</c:v>
                </c:pt>
                <c:pt idx="47794">
                  <c:v>24.5</c:v>
                </c:pt>
                <c:pt idx="47795">
                  <c:v>24.5</c:v>
                </c:pt>
                <c:pt idx="47796">
                  <c:v>24.45</c:v>
                </c:pt>
                <c:pt idx="47797">
                  <c:v>24.4</c:v>
                </c:pt>
                <c:pt idx="47798">
                  <c:v>24.35</c:v>
                </c:pt>
                <c:pt idx="47799">
                  <c:v>24.35</c:v>
                </c:pt>
                <c:pt idx="47800">
                  <c:v>24.3</c:v>
                </c:pt>
                <c:pt idx="47801">
                  <c:v>24.3</c:v>
                </c:pt>
                <c:pt idx="47802">
                  <c:v>24.3</c:v>
                </c:pt>
                <c:pt idx="47803">
                  <c:v>24.25</c:v>
                </c:pt>
                <c:pt idx="47804">
                  <c:v>24.3</c:v>
                </c:pt>
                <c:pt idx="47805">
                  <c:v>24.3</c:v>
                </c:pt>
                <c:pt idx="47806">
                  <c:v>24.3</c:v>
                </c:pt>
                <c:pt idx="47807">
                  <c:v>24.3</c:v>
                </c:pt>
                <c:pt idx="47808">
                  <c:v>24.3</c:v>
                </c:pt>
                <c:pt idx="47809">
                  <c:v>24.3</c:v>
                </c:pt>
                <c:pt idx="47810">
                  <c:v>24.3</c:v>
                </c:pt>
                <c:pt idx="47811">
                  <c:v>24.35</c:v>
                </c:pt>
                <c:pt idx="47812">
                  <c:v>24.35</c:v>
                </c:pt>
                <c:pt idx="47813">
                  <c:v>24.35</c:v>
                </c:pt>
                <c:pt idx="47814">
                  <c:v>24.35</c:v>
                </c:pt>
                <c:pt idx="47815">
                  <c:v>24.35</c:v>
                </c:pt>
                <c:pt idx="47816">
                  <c:v>24.4</c:v>
                </c:pt>
                <c:pt idx="47817">
                  <c:v>24.45</c:v>
                </c:pt>
                <c:pt idx="47818">
                  <c:v>24.45</c:v>
                </c:pt>
                <c:pt idx="47819">
                  <c:v>24.45</c:v>
                </c:pt>
                <c:pt idx="47820">
                  <c:v>24.5</c:v>
                </c:pt>
                <c:pt idx="47821">
                  <c:v>24.5</c:v>
                </c:pt>
                <c:pt idx="47822">
                  <c:v>24.55</c:v>
                </c:pt>
                <c:pt idx="47823">
                  <c:v>24.55</c:v>
                </c:pt>
                <c:pt idx="47824">
                  <c:v>24.55</c:v>
                </c:pt>
                <c:pt idx="47825">
                  <c:v>24.5</c:v>
                </c:pt>
                <c:pt idx="47826">
                  <c:v>24.45</c:v>
                </c:pt>
                <c:pt idx="47827">
                  <c:v>24.4</c:v>
                </c:pt>
                <c:pt idx="47828">
                  <c:v>24.35</c:v>
                </c:pt>
                <c:pt idx="47829">
                  <c:v>24.3</c:v>
                </c:pt>
                <c:pt idx="47830">
                  <c:v>24.3</c:v>
                </c:pt>
                <c:pt idx="47831">
                  <c:v>24.3</c:v>
                </c:pt>
                <c:pt idx="47832">
                  <c:v>24.3</c:v>
                </c:pt>
                <c:pt idx="47833">
                  <c:v>24.3</c:v>
                </c:pt>
                <c:pt idx="47834">
                  <c:v>24.3</c:v>
                </c:pt>
                <c:pt idx="47835">
                  <c:v>24.3</c:v>
                </c:pt>
                <c:pt idx="47836">
                  <c:v>24.3</c:v>
                </c:pt>
                <c:pt idx="47837">
                  <c:v>24.3</c:v>
                </c:pt>
                <c:pt idx="47838">
                  <c:v>24.3</c:v>
                </c:pt>
                <c:pt idx="47839">
                  <c:v>24.3</c:v>
                </c:pt>
                <c:pt idx="47840">
                  <c:v>24.3</c:v>
                </c:pt>
                <c:pt idx="47841">
                  <c:v>24.35</c:v>
                </c:pt>
                <c:pt idx="47842">
                  <c:v>24.35</c:v>
                </c:pt>
                <c:pt idx="47843">
                  <c:v>24.35</c:v>
                </c:pt>
                <c:pt idx="47844">
                  <c:v>24.4</c:v>
                </c:pt>
                <c:pt idx="47845">
                  <c:v>24.4</c:v>
                </c:pt>
                <c:pt idx="47846">
                  <c:v>24.45</c:v>
                </c:pt>
                <c:pt idx="47847">
                  <c:v>24.45</c:v>
                </c:pt>
                <c:pt idx="47848">
                  <c:v>24.45</c:v>
                </c:pt>
                <c:pt idx="47849">
                  <c:v>24.5</c:v>
                </c:pt>
                <c:pt idx="47850">
                  <c:v>24.5</c:v>
                </c:pt>
                <c:pt idx="47851">
                  <c:v>24.55</c:v>
                </c:pt>
                <c:pt idx="47852">
                  <c:v>24.55</c:v>
                </c:pt>
                <c:pt idx="47853">
                  <c:v>24.55</c:v>
                </c:pt>
                <c:pt idx="47854">
                  <c:v>24.55</c:v>
                </c:pt>
                <c:pt idx="47855">
                  <c:v>24.5</c:v>
                </c:pt>
                <c:pt idx="47856">
                  <c:v>24.45</c:v>
                </c:pt>
                <c:pt idx="47857">
                  <c:v>24.4</c:v>
                </c:pt>
                <c:pt idx="47858">
                  <c:v>24.35</c:v>
                </c:pt>
                <c:pt idx="47859">
                  <c:v>24.35</c:v>
                </c:pt>
                <c:pt idx="47860">
                  <c:v>24.3</c:v>
                </c:pt>
                <c:pt idx="47861">
                  <c:v>24.3</c:v>
                </c:pt>
                <c:pt idx="47862">
                  <c:v>24.3</c:v>
                </c:pt>
                <c:pt idx="47863">
                  <c:v>24.25</c:v>
                </c:pt>
                <c:pt idx="47864">
                  <c:v>24.25</c:v>
                </c:pt>
                <c:pt idx="47865">
                  <c:v>24.25</c:v>
                </c:pt>
                <c:pt idx="47866">
                  <c:v>24.25</c:v>
                </c:pt>
                <c:pt idx="47867">
                  <c:v>24.25</c:v>
                </c:pt>
                <c:pt idx="47868">
                  <c:v>24.3</c:v>
                </c:pt>
                <c:pt idx="47869">
                  <c:v>24.3</c:v>
                </c:pt>
                <c:pt idx="47870">
                  <c:v>24.3</c:v>
                </c:pt>
                <c:pt idx="47871">
                  <c:v>24.3</c:v>
                </c:pt>
                <c:pt idx="47872">
                  <c:v>24.35</c:v>
                </c:pt>
                <c:pt idx="47873">
                  <c:v>24.35</c:v>
                </c:pt>
                <c:pt idx="47874">
                  <c:v>24.4</c:v>
                </c:pt>
                <c:pt idx="47875">
                  <c:v>24.4</c:v>
                </c:pt>
                <c:pt idx="47876">
                  <c:v>24.4</c:v>
                </c:pt>
                <c:pt idx="47877">
                  <c:v>24.45</c:v>
                </c:pt>
                <c:pt idx="47878">
                  <c:v>24.5</c:v>
                </c:pt>
                <c:pt idx="47879">
                  <c:v>24.5</c:v>
                </c:pt>
                <c:pt idx="47880">
                  <c:v>24.5</c:v>
                </c:pt>
                <c:pt idx="47881">
                  <c:v>24.55</c:v>
                </c:pt>
                <c:pt idx="47882">
                  <c:v>24.55</c:v>
                </c:pt>
                <c:pt idx="47883">
                  <c:v>24.55</c:v>
                </c:pt>
                <c:pt idx="47884">
                  <c:v>24.5</c:v>
                </c:pt>
                <c:pt idx="47885">
                  <c:v>24.5</c:v>
                </c:pt>
                <c:pt idx="47886">
                  <c:v>24.45</c:v>
                </c:pt>
                <c:pt idx="47887">
                  <c:v>24.4</c:v>
                </c:pt>
                <c:pt idx="47888">
                  <c:v>24.35</c:v>
                </c:pt>
                <c:pt idx="47889">
                  <c:v>24.35</c:v>
                </c:pt>
                <c:pt idx="47890">
                  <c:v>24.3</c:v>
                </c:pt>
                <c:pt idx="47891">
                  <c:v>24.3</c:v>
                </c:pt>
                <c:pt idx="47892">
                  <c:v>24.25</c:v>
                </c:pt>
                <c:pt idx="47893">
                  <c:v>24.25</c:v>
                </c:pt>
                <c:pt idx="47894">
                  <c:v>24.25</c:v>
                </c:pt>
                <c:pt idx="47895">
                  <c:v>24.25</c:v>
                </c:pt>
                <c:pt idx="47896">
                  <c:v>24.25</c:v>
                </c:pt>
                <c:pt idx="47897">
                  <c:v>24.25</c:v>
                </c:pt>
                <c:pt idx="47898">
                  <c:v>24.25</c:v>
                </c:pt>
                <c:pt idx="47899">
                  <c:v>24.3</c:v>
                </c:pt>
                <c:pt idx="47900">
                  <c:v>24.3</c:v>
                </c:pt>
                <c:pt idx="47901">
                  <c:v>24.3</c:v>
                </c:pt>
                <c:pt idx="47902">
                  <c:v>24.35</c:v>
                </c:pt>
                <c:pt idx="47903">
                  <c:v>24.35</c:v>
                </c:pt>
                <c:pt idx="47904">
                  <c:v>24.4</c:v>
                </c:pt>
                <c:pt idx="47905">
                  <c:v>24.4</c:v>
                </c:pt>
                <c:pt idx="47906">
                  <c:v>24.45</c:v>
                </c:pt>
                <c:pt idx="47907">
                  <c:v>24.45</c:v>
                </c:pt>
                <c:pt idx="47908">
                  <c:v>24.45</c:v>
                </c:pt>
                <c:pt idx="47909">
                  <c:v>24.5</c:v>
                </c:pt>
                <c:pt idx="47910">
                  <c:v>24.5</c:v>
                </c:pt>
                <c:pt idx="47911">
                  <c:v>24.55</c:v>
                </c:pt>
                <c:pt idx="47912">
                  <c:v>24.55</c:v>
                </c:pt>
                <c:pt idx="47913">
                  <c:v>24.55</c:v>
                </c:pt>
                <c:pt idx="47914">
                  <c:v>24.5</c:v>
                </c:pt>
                <c:pt idx="47915">
                  <c:v>24.45</c:v>
                </c:pt>
                <c:pt idx="47916">
                  <c:v>24.4</c:v>
                </c:pt>
                <c:pt idx="47917">
                  <c:v>24.35</c:v>
                </c:pt>
                <c:pt idx="47918">
                  <c:v>24.35</c:v>
                </c:pt>
                <c:pt idx="47919">
                  <c:v>24.3</c:v>
                </c:pt>
                <c:pt idx="47920">
                  <c:v>24.3</c:v>
                </c:pt>
                <c:pt idx="47921">
                  <c:v>24.25</c:v>
                </c:pt>
                <c:pt idx="47922">
                  <c:v>24.25</c:v>
                </c:pt>
                <c:pt idx="47923">
                  <c:v>24.25</c:v>
                </c:pt>
                <c:pt idx="47924">
                  <c:v>24.25</c:v>
                </c:pt>
                <c:pt idx="47925">
                  <c:v>24.25</c:v>
                </c:pt>
                <c:pt idx="47926">
                  <c:v>24.25</c:v>
                </c:pt>
                <c:pt idx="47927">
                  <c:v>24.25</c:v>
                </c:pt>
                <c:pt idx="47928">
                  <c:v>24.3</c:v>
                </c:pt>
                <c:pt idx="47929">
                  <c:v>24.3</c:v>
                </c:pt>
                <c:pt idx="47930">
                  <c:v>24.3</c:v>
                </c:pt>
                <c:pt idx="47931">
                  <c:v>24.35</c:v>
                </c:pt>
                <c:pt idx="47932">
                  <c:v>24.35</c:v>
                </c:pt>
                <c:pt idx="47933">
                  <c:v>24.4</c:v>
                </c:pt>
                <c:pt idx="47934">
                  <c:v>24.4</c:v>
                </c:pt>
                <c:pt idx="47935">
                  <c:v>24.4</c:v>
                </c:pt>
                <c:pt idx="47936">
                  <c:v>24.45</c:v>
                </c:pt>
                <c:pt idx="47937">
                  <c:v>24.45</c:v>
                </c:pt>
                <c:pt idx="47938">
                  <c:v>24.5</c:v>
                </c:pt>
                <c:pt idx="47939">
                  <c:v>24.5</c:v>
                </c:pt>
                <c:pt idx="47940">
                  <c:v>24.5</c:v>
                </c:pt>
                <c:pt idx="47941">
                  <c:v>24.5</c:v>
                </c:pt>
                <c:pt idx="47942">
                  <c:v>24.55</c:v>
                </c:pt>
                <c:pt idx="47943">
                  <c:v>24.5</c:v>
                </c:pt>
                <c:pt idx="47944">
                  <c:v>24.5</c:v>
                </c:pt>
                <c:pt idx="47945">
                  <c:v>24.45</c:v>
                </c:pt>
                <c:pt idx="47946">
                  <c:v>24.4</c:v>
                </c:pt>
                <c:pt idx="47947">
                  <c:v>24.35</c:v>
                </c:pt>
                <c:pt idx="47948">
                  <c:v>24.3</c:v>
                </c:pt>
                <c:pt idx="47949">
                  <c:v>24.25</c:v>
                </c:pt>
                <c:pt idx="47950">
                  <c:v>24.25</c:v>
                </c:pt>
                <c:pt idx="47951">
                  <c:v>24.25</c:v>
                </c:pt>
                <c:pt idx="47952">
                  <c:v>24.25</c:v>
                </c:pt>
                <c:pt idx="47953">
                  <c:v>24.25</c:v>
                </c:pt>
                <c:pt idx="47954">
                  <c:v>24.25</c:v>
                </c:pt>
                <c:pt idx="47955">
                  <c:v>24.25</c:v>
                </c:pt>
                <c:pt idx="47956">
                  <c:v>24.3</c:v>
                </c:pt>
                <c:pt idx="47957">
                  <c:v>24.3</c:v>
                </c:pt>
                <c:pt idx="47958">
                  <c:v>24.3</c:v>
                </c:pt>
                <c:pt idx="47959">
                  <c:v>24.3</c:v>
                </c:pt>
                <c:pt idx="47960">
                  <c:v>24.35</c:v>
                </c:pt>
                <c:pt idx="47961">
                  <c:v>24.35</c:v>
                </c:pt>
                <c:pt idx="47962">
                  <c:v>24.35</c:v>
                </c:pt>
                <c:pt idx="47963">
                  <c:v>24.4</c:v>
                </c:pt>
                <c:pt idx="47964">
                  <c:v>24.4</c:v>
                </c:pt>
                <c:pt idx="47965">
                  <c:v>24.4</c:v>
                </c:pt>
                <c:pt idx="47966">
                  <c:v>24.4</c:v>
                </c:pt>
                <c:pt idx="47967">
                  <c:v>24.4</c:v>
                </c:pt>
                <c:pt idx="47968">
                  <c:v>24.45</c:v>
                </c:pt>
                <c:pt idx="47969">
                  <c:v>24.45</c:v>
                </c:pt>
                <c:pt idx="47970">
                  <c:v>24.5</c:v>
                </c:pt>
                <c:pt idx="47971">
                  <c:v>24.5</c:v>
                </c:pt>
                <c:pt idx="47972">
                  <c:v>24.5</c:v>
                </c:pt>
                <c:pt idx="47973">
                  <c:v>24.5</c:v>
                </c:pt>
                <c:pt idx="47974">
                  <c:v>24.5</c:v>
                </c:pt>
                <c:pt idx="47975">
                  <c:v>24.45</c:v>
                </c:pt>
                <c:pt idx="47976">
                  <c:v>24.4</c:v>
                </c:pt>
                <c:pt idx="47977">
                  <c:v>24.4</c:v>
                </c:pt>
                <c:pt idx="47978">
                  <c:v>24.4</c:v>
                </c:pt>
                <c:pt idx="47979">
                  <c:v>24.4</c:v>
                </c:pt>
                <c:pt idx="47980">
                  <c:v>24.35</c:v>
                </c:pt>
                <c:pt idx="47981">
                  <c:v>24.3</c:v>
                </c:pt>
                <c:pt idx="47982">
                  <c:v>24.3</c:v>
                </c:pt>
                <c:pt idx="47983">
                  <c:v>24.3</c:v>
                </c:pt>
                <c:pt idx="47984">
                  <c:v>24.3</c:v>
                </c:pt>
                <c:pt idx="47985">
                  <c:v>24.3</c:v>
                </c:pt>
                <c:pt idx="47986">
                  <c:v>24.3</c:v>
                </c:pt>
                <c:pt idx="47987">
                  <c:v>24.3</c:v>
                </c:pt>
                <c:pt idx="47988">
                  <c:v>24.3</c:v>
                </c:pt>
                <c:pt idx="47989">
                  <c:v>24.3</c:v>
                </c:pt>
                <c:pt idx="47990">
                  <c:v>24.3</c:v>
                </c:pt>
                <c:pt idx="47991">
                  <c:v>24.3</c:v>
                </c:pt>
                <c:pt idx="47992">
                  <c:v>24.35</c:v>
                </c:pt>
                <c:pt idx="47993">
                  <c:v>24.35</c:v>
                </c:pt>
                <c:pt idx="47994">
                  <c:v>24.35</c:v>
                </c:pt>
                <c:pt idx="47995">
                  <c:v>24.4</c:v>
                </c:pt>
                <c:pt idx="47996">
                  <c:v>24.4</c:v>
                </c:pt>
                <c:pt idx="47997">
                  <c:v>24.45</c:v>
                </c:pt>
                <c:pt idx="47998">
                  <c:v>24.45</c:v>
                </c:pt>
                <c:pt idx="47999">
                  <c:v>24.5</c:v>
                </c:pt>
                <c:pt idx="48000">
                  <c:v>24.5</c:v>
                </c:pt>
                <c:pt idx="48001">
                  <c:v>24.55</c:v>
                </c:pt>
                <c:pt idx="48002">
                  <c:v>24.55</c:v>
                </c:pt>
                <c:pt idx="48003">
                  <c:v>24.55</c:v>
                </c:pt>
                <c:pt idx="48004">
                  <c:v>24.55</c:v>
                </c:pt>
                <c:pt idx="48005">
                  <c:v>24.5</c:v>
                </c:pt>
                <c:pt idx="48006">
                  <c:v>24.45</c:v>
                </c:pt>
                <c:pt idx="48007">
                  <c:v>24.4</c:v>
                </c:pt>
                <c:pt idx="48008">
                  <c:v>24.35</c:v>
                </c:pt>
                <c:pt idx="48009">
                  <c:v>24.35</c:v>
                </c:pt>
                <c:pt idx="48010">
                  <c:v>24.3</c:v>
                </c:pt>
                <c:pt idx="48011">
                  <c:v>24.3</c:v>
                </c:pt>
                <c:pt idx="48012">
                  <c:v>24.3</c:v>
                </c:pt>
                <c:pt idx="48013">
                  <c:v>24.25</c:v>
                </c:pt>
                <c:pt idx="48014">
                  <c:v>24.25</c:v>
                </c:pt>
                <c:pt idx="48015">
                  <c:v>24.25</c:v>
                </c:pt>
                <c:pt idx="48016">
                  <c:v>24.25</c:v>
                </c:pt>
                <c:pt idx="48017">
                  <c:v>24.3</c:v>
                </c:pt>
                <c:pt idx="48018">
                  <c:v>24.3</c:v>
                </c:pt>
                <c:pt idx="48019">
                  <c:v>24.3</c:v>
                </c:pt>
                <c:pt idx="48020">
                  <c:v>24.3</c:v>
                </c:pt>
                <c:pt idx="48021">
                  <c:v>24.35</c:v>
                </c:pt>
                <c:pt idx="48022">
                  <c:v>24.4</c:v>
                </c:pt>
                <c:pt idx="48023">
                  <c:v>24.4</c:v>
                </c:pt>
                <c:pt idx="48024">
                  <c:v>24.45</c:v>
                </c:pt>
                <c:pt idx="48025">
                  <c:v>24.45</c:v>
                </c:pt>
                <c:pt idx="48026">
                  <c:v>24.5</c:v>
                </c:pt>
                <c:pt idx="48027">
                  <c:v>24.5</c:v>
                </c:pt>
                <c:pt idx="48028">
                  <c:v>24.5</c:v>
                </c:pt>
                <c:pt idx="48029">
                  <c:v>24.55</c:v>
                </c:pt>
                <c:pt idx="48030">
                  <c:v>24.55</c:v>
                </c:pt>
                <c:pt idx="48031">
                  <c:v>24.6</c:v>
                </c:pt>
                <c:pt idx="48032">
                  <c:v>24.55</c:v>
                </c:pt>
                <c:pt idx="48033">
                  <c:v>24.55</c:v>
                </c:pt>
                <c:pt idx="48034">
                  <c:v>24.55</c:v>
                </c:pt>
                <c:pt idx="48035">
                  <c:v>24.5</c:v>
                </c:pt>
                <c:pt idx="48036">
                  <c:v>24.45</c:v>
                </c:pt>
                <c:pt idx="48037">
                  <c:v>24.4</c:v>
                </c:pt>
                <c:pt idx="48038">
                  <c:v>24.35</c:v>
                </c:pt>
                <c:pt idx="48039">
                  <c:v>24.35</c:v>
                </c:pt>
                <c:pt idx="48040">
                  <c:v>24.3</c:v>
                </c:pt>
                <c:pt idx="48041">
                  <c:v>24.3</c:v>
                </c:pt>
                <c:pt idx="48042">
                  <c:v>24.3</c:v>
                </c:pt>
                <c:pt idx="48043">
                  <c:v>24.3</c:v>
                </c:pt>
                <c:pt idx="48044">
                  <c:v>24.3</c:v>
                </c:pt>
                <c:pt idx="48045">
                  <c:v>24.3</c:v>
                </c:pt>
                <c:pt idx="48046">
                  <c:v>24.3</c:v>
                </c:pt>
                <c:pt idx="48047">
                  <c:v>24.35</c:v>
                </c:pt>
                <c:pt idx="48048">
                  <c:v>24.35</c:v>
                </c:pt>
                <c:pt idx="48049">
                  <c:v>24.35</c:v>
                </c:pt>
                <c:pt idx="48050">
                  <c:v>24.35</c:v>
                </c:pt>
                <c:pt idx="48051">
                  <c:v>24.4</c:v>
                </c:pt>
                <c:pt idx="48052">
                  <c:v>24.4</c:v>
                </c:pt>
                <c:pt idx="48053">
                  <c:v>24.4</c:v>
                </c:pt>
                <c:pt idx="48054">
                  <c:v>24.45</c:v>
                </c:pt>
                <c:pt idx="48055">
                  <c:v>24.45</c:v>
                </c:pt>
                <c:pt idx="48056">
                  <c:v>24.45</c:v>
                </c:pt>
                <c:pt idx="48057">
                  <c:v>24.45</c:v>
                </c:pt>
                <c:pt idx="48058">
                  <c:v>24.5</c:v>
                </c:pt>
                <c:pt idx="48059">
                  <c:v>24.5</c:v>
                </c:pt>
                <c:pt idx="48060">
                  <c:v>24.5</c:v>
                </c:pt>
                <c:pt idx="48061">
                  <c:v>24.5</c:v>
                </c:pt>
                <c:pt idx="48062">
                  <c:v>24.55</c:v>
                </c:pt>
                <c:pt idx="48063">
                  <c:v>24.55</c:v>
                </c:pt>
                <c:pt idx="48064">
                  <c:v>24.5</c:v>
                </c:pt>
                <c:pt idx="48065">
                  <c:v>24.5</c:v>
                </c:pt>
                <c:pt idx="48066">
                  <c:v>24.45</c:v>
                </c:pt>
                <c:pt idx="48067">
                  <c:v>24.4</c:v>
                </c:pt>
                <c:pt idx="48068">
                  <c:v>24.35</c:v>
                </c:pt>
                <c:pt idx="48069">
                  <c:v>24.35</c:v>
                </c:pt>
                <c:pt idx="48070">
                  <c:v>24.3</c:v>
                </c:pt>
                <c:pt idx="48071">
                  <c:v>24.3</c:v>
                </c:pt>
                <c:pt idx="48072">
                  <c:v>24.3</c:v>
                </c:pt>
                <c:pt idx="48073">
                  <c:v>24.3</c:v>
                </c:pt>
                <c:pt idx="48074">
                  <c:v>24.3</c:v>
                </c:pt>
                <c:pt idx="48075">
                  <c:v>24.3</c:v>
                </c:pt>
                <c:pt idx="48076">
                  <c:v>24.3</c:v>
                </c:pt>
                <c:pt idx="48077">
                  <c:v>24.3</c:v>
                </c:pt>
                <c:pt idx="48078">
                  <c:v>24.35</c:v>
                </c:pt>
                <c:pt idx="48079">
                  <c:v>24.35</c:v>
                </c:pt>
                <c:pt idx="48080">
                  <c:v>24.35</c:v>
                </c:pt>
                <c:pt idx="48081">
                  <c:v>24.35</c:v>
                </c:pt>
                <c:pt idx="48082">
                  <c:v>24.35</c:v>
                </c:pt>
                <c:pt idx="48083">
                  <c:v>24.35</c:v>
                </c:pt>
                <c:pt idx="48084">
                  <c:v>24.4</c:v>
                </c:pt>
                <c:pt idx="48085">
                  <c:v>24.4</c:v>
                </c:pt>
                <c:pt idx="48086">
                  <c:v>24.4</c:v>
                </c:pt>
                <c:pt idx="48087">
                  <c:v>24.45</c:v>
                </c:pt>
                <c:pt idx="48088">
                  <c:v>24.45</c:v>
                </c:pt>
                <c:pt idx="48089">
                  <c:v>24.5</c:v>
                </c:pt>
                <c:pt idx="48090">
                  <c:v>24.55</c:v>
                </c:pt>
                <c:pt idx="48091">
                  <c:v>24.55</c:v>
                </c:pt>
                <c:pt idx="48092">
                  <c:v>24.55</c:v>
                </c:pt>
                <c:pt idx="48093">
                  <c:v>24.55</c:v>
                </c:pt>
                <c:pt idx="48094">
                  <c:v>24.55</c:v>
                </c:pt>
                <c:pt idx="48095">
                  <c:v>24.5</c:v>
                </c:pt>
                <c:pt idx="48096">
                  <c:v>24.45</c:v>
                </c:pt>
                <c:pt idx="48097">
                  <c:v>24.4</c:v>
                </c:pt>
                <c:pt idx="48098">
                  <c:v>24.35</c:v>
                </c:pt>
                <c:pt idx="48099">
                  <c:v>24.35</c:v>
                </c:pt>
                <c:pt idx="48100">
                  <c:v>24.3</c:v>
                </c:pt>
                <c:pt idx="48101">
                  <c:v>24.3</c:v>
                </c:pt>
                <c:pt idx="48102">
                  <c:v>24.25</c:v>
                </c:pt>
                <c:pt idx="48103">
                  <c:v>24.25</c:v>
                </c:pt>
                <c:pt idx="48104">
                  <c:v>24.25</c:v>
                </c:pt>
                <c:pt idx="48105">
                  <c:v>24.25</c:v>
                </c:pt>
                <c:pt idx="48106">
                  <c:v>24.25</c:v>
                </c:pt>
                <c:pt idx="48107">
                  <c:v>24.3</c:v>
                </c:pt>
                <c:pt idx="48108">
                  <c:v>24.3</c:v>
                </c:pt>
                <c:pt idx="48109">
                  <c:v>24.3</c:v>
                </c:pt>
                <c:pt idx="48110">
                  <c:v>24.35</c:v>
                </c:pt>
                <c:pt idx="48111">
                  <c:v>24.35</c:v>
                </c:pt>
                <c:pt idx="48112">
                  <c:v>24.4</c:v>
                </c:pt>
                <c:pt idx="48113">
                  <c:v>24.4</c:v>
                </c:pt>
                <c:pt idx="48114">
                  <c:v>24.45</c:v>
                </c:pt>
                <c:pt idx="48115">
                  <c:v>24.45</c:v>
                </c:pt>
                <c:pt idx="48116">
                  <c:v>24.5</c:v>
                </c:pt>
                <c:pt idx="48117">
                  <c:v>24.5</c:v>
                </c:pt>
                <c:pt idx="48118">
                  <c:v>24.5</c:v>
                </c:pt>
                <c:pt idx="48119">
                  <c:v>24.5</c:v>
                </c:pt>
                <c:pt idx="48120">
                  <c:v>24.5</c:v>
                </c:pt>
                <c:pt idx="48121">
                  <c:v>24.55</c:v>
                </c:pt>
                <c:pt idx="48122">
                  <c:v>24.55</c:v>
                </c:pt>
                <c:pt idx="48123">
                  <c:v>24.55</c:v>
                </c:pt>
                <c:pt idx="48124">
                  <c:v>24.5</c:v>
                </c:pt>
                <c:pt idx="48125">
                  <c:v>24.45</c:v>
                </c:pt>
                <c:pt idx="48126">
                  <c:v>24.45</c:v>
                </c:pt>
                <c:pt idx="48127">
                  <c:v>24.35</c:v>
                </c:pt>
                <c:pt idx="48128">
                  <c:v>24.35</c:v>
                </c:pt>
                <c:pt idx="48129">
                  <c:v>24.3</c:v>
                </c:pt>
                <c:pt idx="48130">
                  <c:v>24.3</c:v>
                </c:pt>
                <c:pt idx="48131">
                  <c:v>24.3</c:v>
                </c:pt>
                <c:pt idx="48132">
                  <c:v>24.3</c:v>
                </c:pt>
                <c:pt idx="48133">
                  <c:v>24.3</c:v>
                </c:pt>
                <c:pt idx="48134">
                  <c:v>24.3</c:v>
                </c:pt>
                <c:pt idx="48135">
                  <c:v>24.3</c:v>
                </c:pt>
                <c:pt idx="48136">
                  <c:v>24.3</c:v>
                </c:pt>
                <c:pt idx="48137">
                  <c:v>24.3</c:v>
                </c:pt>
                <c:pt idx="48138">
                  <c:v>24.35</c:v>
                </c:pt>
                <c:pt idx="48139">
                  <c:v>24.35</c:v>
                </c:pt>
                <c:pt idx="48140">
                  <c:v>24.35</c:v>
                </c:pt>
                <c:pt idx="48141">
                  <c:v>24.35</c:v>
                </c:pt>
                <c:pt idx="48142">
                  <c:v>24.35</c:v>
                </c:pt>
                <c:pt idx="48143">
                  <c:v>24.4</c:v>
                </c:pt>
                <c:pt idx="48144">
                  <c:v>24.4</c:v>
                </c:pt>
                <c:pt idx="48145">
                  <c:v>24.4</c:v>
                </c:pt>
                <c:pt idx="48146">
                  <c:v>24.4</c:v>
                </c:pt>
                <c:pt idx="48147">
                  <c:v>24.45</c:v>
                </c:pt>
                <c:pt idx="48148">
                  <c:v>24.45</c:v>
                </c:pt>
                <c:pt idx="48149">
                  <c:v>24.45</c:v>
                </c:pt>
                <c:pt idx="48150">
                  <c:v>24.5</c:v>
                </c:pt>
                <c:pt idx="48151">
                  <c:v>24.55</c:v>
                </c:pt>
                <c:pt idx="48152">
                  <c:v>24.55</c:v>
                </c:pt>
                <c:pt idx="48153">
                  <c:v>24.55</c:v>
                </c:pt>
                <c:pt idx="48154">
                  <c:v>24.5</c:v>
                </c:pt>
                <c:pt idx="48155">
                  <c:v>24.5</c:v>
                </c:pt>
                <c:pt idx="48156">
                  <c:v>24.45</c:v>
                </c:pt>
                <c:pt idx="48157">
                  <c:v>24.4</c:v>
                </c:pt>
                <c:pt idx="48158">
                  <c:v>24.4</c:v>
                </c:pt>
                <c:pt idx="48159">
                  <c:v>24.35</c:v>
                </c:pt>
                <c:pt idx="48160">
                  <c:v>24.3</c:v>
                </c:pt>
                <c:pt idx="48161">
                  <c:v>24.3</c:v>
                </c:pt>
                <c:pt idx="48162">
                  <c:v>24.3</c:v>
                </c:pt>
                <c:pt idx="48163">
                  <c:v>24.3</c:v>
                </c:pt>
                <c:pt idx="48164">
                  <c:v>24.3</c:v>
                </c:pt>
                <c:pt idx="48165">
                  <c:v>24.3</c:v>
                </c:pt>
                <c:pt idx="48166">
                  <c:v>24.3</c:v>
                </c:pt>
                <c:pt idx="48167">
                  <c:v>24.3</c:v>
                </c:pt>
                <c:pt idx="48168">
                  <c:v>24.3</c:v>
                </c:pt>
                <c:pt idx="48169">
                  <c:v>24.3</c:v>
                </c:pt>
                <c:pt idx="48170">
                  <c:v>24.3</c:v>
                </c:pt>
                <c:pt idx="48171">
                  <c:v>24.3</c:v>
                </c:pt>
                <c:pt idx="48172">
                  <c:v>24.35</c:v>
                </c:pt>
                <c:pt idx="48173">
                  <c:v>24.35</c:v>
                </c:pt>
                <c:pt idx="48174">
                  <c:v>24.4</c:v>
                </c:pt>
                <c:pt idx="48175">
                  <c:v>24.45</c:v>
                </c:pt>
                <c:pt idx="48176">
                  <c:v>24.45</c:v>
                </c:pt>
                <c:pt idx="48177">
                  <c:v>24.45</c:v>
                </c:pt>
                <c:pt idx="48178">
                  <c:v>24.5</c:v>
                </c:pt>
                <c:pt idx="48179">
                  <c:v>24.5</c:v>
                </c:pt>
                <c:pt idx="48180">
                  <c:v>24.55</c:v>
                </c:pt>
                <c:pt idx="48181">
                  <c:v>24.55</c:v>
                </c:pt>
                <c:pt idx="48182">
                  <c:v>24.55</c:v>
                </c:pt>
                <c:pt idx="48183">
                  <c:v>24.55</c:v>
                </c:pt>
                <c:pt idx="48184">
                  <c:v>24.5</c:v>
                </c:pt>
                <c:pt idx="48185">
                  <c:v>24.5</c:v>
                </c:pt>
                <c:pt idx="48186">
                  <c:v>24.4</c:v>
                </c:pt>
                <c:pt idx="48187">
                  <c:v>24.4</c:v>
                </c:pt>
                <c:pt idx="48188">
                  <c:v>24.35</c:v>
                </c:pt>
                <c:pt idx="48189">
                  <c:v>24.35</c:v>
                </c:pt>
                <c:pt idx="48190">
                  <c:v>24.3</c:v>
                </c:pt>
                <c:pt idx="48191">
                  <c:v>24.25</c:v>
                </c:pt>
                <c:pt idx="48192">
                  <c:v>24.25</c:v>
                </c:pt>
                <c:pt idx="48193">
                  <c:v>24.25</c:v>
                </c:pt>
                <c:pt idx="48194">
                  <c:v>24.3</c:v>
                </c:pt>
                <c:pt idx="48195">
                  <c:v>24.3</c:v>
                </c:pt>
                <c:pt idx="48196">
                  <c:v>24.3</c:v>
                </c:pt>
                <c:pt idx="48197">
                  <c:v>24.3</c:v>
                </c:pt>
                <c:pt idx="48198">
                  <c:v>24.3</c:v>
                </c:pt>
                <c:pt idx="48199">
                  <c:v>24.35</c:v>
                </c:pt>
                <c:pt idx="48200">
                  <c:v>24.4</c:v>
                </c:pt>
                <c:pt idx="48201">
                  <c:v>24.4</c:v>
                </c:pt>
                <c:pt idx="48202">
                  <c:v>24.4</c:v>
                </c:pt>
                <c:pt idx="48203">
                  <c:v>24.4</c:v>
                </c:pt>
                <c:pt idx="48204">
                  <c:v>24.45</c:v>
                </c:pt>
                <c:pt idx="48205">
                  <c:v>24.4</c:v>
                </c:pt>
                <c:pt idx="48206">
                  <c:v>24.45</c:v>
                </c:pt>
                <c:pt idx="48207">
                  <c:v>24.45</c:v>
                </c:pt>
                <c:pt idx="48208">
                  <c:v>24.45</c:v>
                </c:pt>
                <c:pt idx="48209">
                  <c:v>24.5</c:v>
                </c:pt>
                <c:pt idx="48210">
                  <c:v>24.5</c:v>
                </c:pt>
                <c:pt idx="48211">
                  <c:v>24.5</c:v>
                </c:pt>
                <c:pt idx="48212">
                  <c:v>24.5</c:v>
                </c:pt>
                <c:pt idx="48213">
                  <c:v>24.5</c:v>
                </c:pt>
                <c:pt idx="48214">
                  <c:v>24.5</c:v>
                </c:pt>
                <c:pt idx="48215">
                  <c:v>24.45</c:v>
                </c:pt>
                <c:pt idx="48216">
                  <c:v>24.4</c:v>
                </c:pt>
                <c:pt idx="48217">
                  <c:v>24.4</c:v>
                </c:pt>
                <c:pt idx="48218">
                  <c:v>24.35</c:v>
                </c:pt>
                <c:pt idx="48219">
                  <c:v>24.35</c:v>
                </c:pt>
                <c:pt idx="48220">
                  <c:v>24.3</c:v>
                </c:pt>
                <c:pt idx="48221">
                  <c:v>24.3</c:v>
                </c:pt>
                <c:pt idx="48222">
                  <c:v>24.3</c:v>
                </c:pt>
                <c:pt idx="48223">
                  <c:v>24.3</c:v>
                </c:pt>
                <c:pt idx="48224">
                  <c:v>24.3</c:v>
                </c:pt>
                <c:pt idx="48225">
                  <c:v>24.25</c:v>
                </c:pt>
                <c:pt idx="48226">
                  <c:v>24.25</c:v>
                </c:pt>
                <c:pt idx="48227">
                  <c:v>24.25</c:v>
                </c:pt>
                <c:pt idx="48228">
                  <c:v>24.25</c:v>
                </c:pt>
                <c:pt idx="48229">
                  <c:v>24.3</c:v>
                </c:pt>
                <c:pt idx="48230">
                  <c:v>24.3</c:v>
                </c:pt>
                <c:pt idx="48231">
                  <c:v>24.3</c:v>
                </c:pt>
                <c:pt idx="48232">
                  <c:v>24.35</c:v>
                </c:pt>
                <c:pt idx="48233">
                  <c:v>24.35</c:v>
                </c:pt>
                <c:pt idx="48234">
                  <c:v>24.35</c:v>
                </c:pt>
                <c:pt idx="48235">
                  <c:v>24.4</c:v>
                </c:pt>
                <c:pt idx="48236">
                  <c:v>24.4</c:v>
                </c:pt>
                <c:pt idx="48237">
                  <c:v>24.45</c:v>
                </c:pt>
                <c:pt idx="48238">
                  <c:v>24.5</c:v>
                </c:pt>
                <c:pt idx="48239">
                  <c:v>24.5</c:v>
                </c:pt>
                <c:pt idx="48240">
                  <c:v>24.55</c:v>
                </c:pt>
                <c:pt idx="48241">
                  <c:v>24.55</c:v>
                </c:pt>
                <c:pt idx="48242">
                  <c:v>24.55</c:v>
                </c:pt>
                <c:pt idx="48243">
                  <c:v>24.55</c:v>
                </c:pt>
                <c:pt idx="48244">
                  <c:v>24.55</c:v>
                </c:pt>
                <c:pt idx="48245">
                  <c:v>24.45</c:v>
                </c:pt>
                <c:pt idx="48246">
                  <c:v>24.4</c:v>
                </c:pt>
                <c:pt idx="48247">
                  <c:v>24.35</c:v>
                </c:pt>
                <c:pt idx="48248">
                  <c:v>24.35</c:v>
                </c:pt>
                <c:pt idx="48249">
                  <c:v>24.3</c:v>
                </c:pt>
                <c:pt idx="48250">
                  <c:v>24.25</c:v>
                </c:pt>
                <c:pt idx="48251">
                  <c:v>24.25</c:v>
                </c:pt>
                <c:pt idx="48252">
                  <c:v>24.2</c:v>
                </c:pt>
                <c:pt idx="48253">
                  <c:v>24.25</c:v>
                </c:pt>
                <c:pt idx="48254">
                  <c:v>24.25</c:v>
                </c:pt>
                <c:pt idx="48255">
                  <c:v>24.25</c:v>
                </c:pt>
                <c:pt idx="48256">
                  <c:v>24.25</c:v>
                </c:pt>
                <c:pt idx="48257">
                  <c:v>24.25</c:v>
                </c:pt>
                <c:pt idx="48258">
                  <c:v>24.3</c:v>
                </c:pt>
                <c:pt idx="48259">
                  <c:v>24.3</c:v>
                </c:pt>
                <c:pt idx="48260">
                  <c:v>24.35</c:v>
                </c:pt>
                <c:pt idx="48261">
                  <c:v>24.35</c:v>
                </c:pt>
                <c:pt idx="48262">
                  <c:v>24.35</c:v>
                </c:pt>
                <c:pt idx="48263">
                  <c:v>24.4</c:v>
                </c:pt>
                <c:pt idx="48264">
                  <c:v>24.4</c:v>
                </c:pt>
                <c:pt idx="48265">
                  <c:v>24.4</c:v>
                </c:pt>
                <c:pt idx="48266">
                  <c:v>24.45</c:v>
                </c:pt>
                <c:pt idx="48267">
                  <c:v>24.45</c:v>
                </c:pt>
                <c:pt idx="48268">
                  <c:v>24.45</c:v>
                </c:pt>
                <c:pt idx="48269">
                  <c:v>24.45</c:v>
                </c:pt>
                <c:pt idx="48270">
                  <c:v>24.45</c:v>
                </c:pt>
                <c:pt idx="48271">
                  <c:v>24.5</c:v>
                </c:pt>
                <c:pt idx="48272">
                  <c:v>24.5</c:v>
                </c:pt>
                <c:pt idx="48273">
                  <c:v>24.5</c:v>
                </c:pt>
                <c:pt idx="48274">
                  <c:v>24.45</c:v>
                </c:pt>
                <c:pt idx="48275">
                  <c:v>24.45</c:v>
                </c:pt>
                <c:pt idx="48276">
                  <c:v>24.45</c:v>
                </c:pt>
                <c:pt idx="48277">
                  <c:v>24.4</c:v>
                </c:pt>
                <c:pt idx="48278">
                  <c:v>24.4</c:v>
                </c:pt>
                <c:pt idx="48279">
                  <c:v>24.35</c:v>
                </c:pt>
                <c:pt idx="48280">
                  <c:v>24.3</c:v>
                </c:pt>
                <c:pt idx="48281">
                  <c:v>24.3</c:v>
                </c:pt>
                <c:pt idx="48282">
                  <c:v>24.3</c:v>
                </c:pt>
                <c:pt idx="48283">
                  <c:v>24.3</c:v>
                </c:pt>
                <c:pt idx="48284">
                  <c:v>24.3</c:v>
                </c:pt>
                <c:pt idx="48285">
                  <c:v>24.3</c:v>
                </c:pt>
                <c:pt idx="48286">
                  <c:v>24.3</c:v>
                </c:pt>
                <c:pt idx="48287">
                  <c:v>24.3</c:v>
                </c:pt>
                <c:pt idx="48288">
                  <c:v>24.3</c:v>
                </c:pt>
                <c:pt idx="48289">
                  <c:v>24.3</c:v>
                </c:pt>
                <c:pt idx="48290">
                  <c:v>24.3</c:v>
                </c:pt>
                <c:pt idx="48291">
                  <c:v>24.35</c:v>
                </c:pt>
                <c:pt idx="48292">
                  <c:v>24.35</c:v>
                </c:pt>
                <c:pt idx="48293">
                  <c:v>24.35</c:v>
                </c:pt>
                <c:pt idx="48294">
                  <c:v>24.35</c:v>
                </c:pt>
                <c:pt idx="48295">
                  <c:v>24.4</c:v>
                </c:pt>
                <c:pt idx="48296">
                  <c:v>24.4</c:v>
                </c:pt>
                <c:pt idx="48297">
                  <c:v>24.45</c:v>
                </c:pt>
                <c:pt idx="48298">
                  <c:v>24.45</c:v>
                </c:pt>
                <c:pt idx="48299">
                  <c:v>24.45</c:v>
                </c:pt>
                <c:pt idx="48300">
                  <c:v>24.5</c:v>
                </c:pt>
                <c:pt idx="48301">
                  <c:v>24.55</c:v>
                </c:pt>
                <c:pt idx="48302">
                  <c:v>24.55</c:v>
                </c:pt>
                <c:pt idx="48303">
                  <c:v>24.55</c:v>
                </c:pt>
                <c:pt idx="48304">
                  <c:v>24.5</c:v>
                </c:pt>
                <c:pt idx="48305">
                  <c:v>24.5</c:v>
                </c:pt>
                <c:pt idx="48306">
                  <c:v>24.45</c:v>
                </c:pt>
                <c:pt idx="48307">
                  <c:v>24.4</c:v>
                </c:pt>
                <c:pt idx="48308">
                  <c:v>24.35</c:v>
                </c:pt>
                <c:pt idx="48309">
                  <c:v>24.35</c:v>
                </c:pt>
                <c:pt idx="48310">
                  <c:v>24.3</c:v>
                </c:pt>
                <c:pt idx="48311">
                  <c:v>24.3</c:v>
                </c:pt>
                <c:pt idx="48312">
                  <c:v>24.3</c:v>
                </c:pt>
                <c:pt idx="48313">
                  <c:v>24.3</c:v>
                </c:pt>
                <c:pt idx="48314">
                  <c:v>24.25</c:v>
                </c:pt>
                <c:pt idx="48315">
                  <c:v>24.25</c:v>
                </c:pt>
                <c:pt idx="48316">
                  <c:v>24.25</c:v>
                </c:pt>
                <c:pt idx="48317">
                  <c:v>24.3</c:v>
                </c:pt>
                <c:pt idx="48318">
                  <c:v>24.3</c:v>
                </c:pt>
                <c:pt idx="48319">
                  <c:v>24.3</c:v>
                </c:pt>
                <c:pt idx="48320">
                  <c:v>24.3</c:v>
                </c:pt>
                <c:pt idx="48321">
                  <c:v>24.3</c:v>
                </c:pt>
                <c:pt idx="48322">
                  <c:v>24.35</c:v>
                </c:pt>
                <c:pt idx="48323">
                  <c:v>24.4</c:v>
                </c:pt>
                <c:pt idx="48324">
                  <c:v>24.4</c:v>
                </c:pt>
                <c:pt idx="48325">
                  <c:v>24.45</c:v>
                </c:pt>
                <c:pt idx="48326">
                  <c:v>24.45</c:v>
                </c:pt>
                <c:pt idx="48327">
                  <c:v>24.5</c:v>
                </c:pt>
                <c:pt idx="48328">
                  <c:v>24.5</c:v>
                </c:pt>
                <c:pt idx="48329">
                  <c:v>24.5</c:v>
                </c:pt>
                <c:pt idx="48330">
                  <c:v>24.55</c:v>
                </c:pt>
                <c:pt idx="48331">
                  <c:v>24.55</c:v>
                </c:pt>
                <c:pt idx="48332">
                  <c:v>24.55</c:v>
                </c:pt>
                <c:pt idx="48333">
                  <c:v>24.55</c:v>
                </c:pt>
                <c:pt idx="48334">
                  <c:v>24.5</c:v>
                </c:pt>
                <c:pt idx="48335">
                  <c:v>24.5</c:v>
                </c:pt>
                <c:pt idx="48336">
                  <c:v>24.45</c:v>
                </c:pt>
                <c:pt idx="48337">
                  <c:v>24.35</c:v>
                </c:pt>
                <c:pt idx="48338">
                  <c:v>24.3</c:v>
                </c:pt>
                <c:pt idx="48339">
                  <c:v>24.3</c:v>
                </c:pt>
                <c:pt idx="48340">
                  <c:v>24.3</c:v>
                </c:pt>
                <c:pt idx="48341">
                  <c:v>24.25</c:v>
                </c:pt>
                <c:pt idx="48342">
                  <c:v>24.25</c:v>
                </c:pt>
                <c:pt idx="48343">
                  <c:v>24.25</c:v>
                </c:pt>
                <c:pt idx="48344">
                  <c:v>24.25</c:v>
                </c:pt>
                <c:pt idx="48345">
                  <c:v>24.25</c:v>
                </c:pt>
                <c:pt idx="48346">
                  <c:v>24.3</c:v>
                </c:pt>
                <c:pt idx="48347">
                  <c:v>24.25</c:v>
                </c:pt>
                <c:pt idx="48348">
                  <c:v>24.3</c:v>
                </c:pt>
                <c:pt idx="48349">
                  <c:v>24.3</c:v>
                </c:pt>
                <c:pt idx="48350">
                  <c:v>24.3</c:v>
                </c:pt>
                <c:pt idx="48351">
                  <c:v>24.35</c:v>
                </c:pt>
                <c:pt idx="48352">
                  <c:v>24.35</c:v>
                </c:pt>
                <c:pt idx="48353">
                  <c:v>24.4</c:v>
                </c:pt>
                <c:pt idx="48354">
                  <c:v>24.4</c:v>
                </c:pt>
                <c:pt idx="48355">
                  <c:v>24.4</c:v>
                </c:pt>
                <c:pt idx="48356">
                  <c:v>24.45</c:v>
                </c:pt>
                <c:pt idx="48357">
                  <c:v>24.45</c:v>
                </c:pt>
                <c:pt idx="48358">
                  <c:v>24.5</c:v>
                </c:pt>
                <c:pt idx="48359">
                  <c:v>24.5</c:v>
                </c:pt>
                <c:pt idx="48360">
                  <c:v>24.5</c:v>
                </c:pt>
                <c:pt idx="48361">
                  <c:v>24.55</c:v>
                </c:pt>
                <c:pt idx="48362">
                  <c:v>24.55</c:v>
                </c:pt>
                <c:pt idx="48363">
                  <c:v>24.55</c:v>
                </c:pt>
                <c:pt idx="48364">
                  <c:v>24.5</c:v>
                </c:pt>
                <c:pt idx="48365">
                  <c:v>24.45</c:v>
                </c:pt>
                <c:pt idx="48366">
                  <c:v>24.4</c:v>
                </c:pt>
                <c:pt idx="48367">
                  <c:v>24.35</c:v>
                </c:pt>
                <c:pt idx="48368">
                  <c:v>24.3</c:v>
                </c:pt>
                <c:pt idx="48369">
                  <c:v>24.35</c:v>
                </c:pt>
                <c:pt idx="48370">
                  <c:v>24.3</c:v>
                </c:pt>
                <c:pt idx="48371">
                  <c:v>24.3</c:v>
                </c:pt>
                <c:pt idx="48372">
                  <c:v>24.25</c:v>
                </c:pt>
                <c:pt idx="48373">
                  <c:v>24.25</c:v>
                </c:pt>
                <c:pt idx="48374">
                  <c:v>24.25</c:v>
                </c:pt>
                <c:pt idx="48375">
                  <c:v>24.25</c:v>
                </c:pt>
                <c:pt idx="48376">
                  <c:v>24.3</c:v>
                </c:pt>
                <c:pt idx="48377">
                  <c:v>24.3</c:v>
                </c:pt>
                <c:pt idx="48378">
                  <c:v>24.3</c:v>
                </c:pt>
                <c:pt idx="48379">
                  <c:v>24.35</c:v>
                </c:pt>
                <c:pt idx="48380">
                  <c:v>24.35</c:v>
                </c:pt>
                <c:pt idx="48381">
                  <c:v>24.35</c:v>
                </c:pt>
                <c:pt idx="48382">
                  <c:v>24.35</c:v>
                </c:pt>
                <c:pt idx="48383">
                  <c:v>24.4</c:v>
                </c:pt>
                <c:pt idx="48384">
                  <c:v>24.4</c:v>
                </c:pt>
                <c:pt idx="48385">
                  <c:v>24.4</c:v>
                </c:pt>
                <c:pt idx="48386">
                  <c:v>24.45</c:v>
                </c:pt>
                <c:pt idx="48387">
                  <c:v>24.45</c:v>
                </c:pt>
                <c:pt idx="48388">
                  <c:v>24.45</c:v>
                </c:pt>
                <c:pt idx="48389">
                  <c:v>24.45</c:v>
                </c:pt>
                <c:pt idx="48390">
                  <c:v>24.5</c:v>
                </c:pt>
                <c:pt idx="48391">
                  <c:v>24.5</c:v>
                </c:pt>
                <c:pt idx="48392">
                  <c:v>24.55</c:v>
                </c:pt>
                <c:pt idx="48393">
                  <c:v>24.5</c:v>
                </c:pt>
                <c:pt idx="48394">
                  <c:v>24.5</c:v>
                </c:pt>
                <c:pt idx="48395">
                  <c:v>24.45</c:v>
                </c:pt>
                <c:pt idx="48396">
                  <c:v>24.4</c:v>
                </c:pt>
                <c:pt idx="48397">
                  <c:v>24.4</c:v>
                </c:pt>
                <c:pt idx="48398">
                  <c:v>24.35</c:v>
                </c:pt>
                <c:pt idx="48399">
                  <c:v>24.35</c:v>
                </c:pt>
                <c:pt idx="48400">
                  <c:v>24.3</c:v>
                </c:pt>
                <c:pt idx="48401">
                  <c:v>24.3</c:v>
                </c:pt>
                <c:pt idx="48402">
                  <c:v>24.3</c:v>
                </c:pt>
                <c:pt idx="48403">
                  <c:v>24.3</c:v>
                </c:pt>
                <c:pt idx="48404">
                  <c:v>24.3</c:v>
                </c:pt>
                <c:pt idx="48405">
                  <c:v>24.35</c:v>
                </c:pt>
                <c:pt idx="48406">
                  <c:v>24.3</c:v>
                </c:pt>
                <c:pt idx="48407">
                  <c:v>24.3</c:v>
                </c:pt>
                <c:pt idx="48408">
                  <c:v>24.35</c:v>
                </c:pt>
                <c:pt idx="48409">
                  <c:v>24.35</c:v>
                </c:pt>
                <c:pt idx="48410">
                  <c:v>24.35</c:v>
                </c:pt>
                <c:pt idx="48411">
                  <c:v>24.35</c:v>
                </c:pt>
                <c:pt idx="48412">
                  <c:v>24.4</c:v>
                </c:pt>
                <c:pt idx="48413">
                  <c:v>24.4</c:v>
                </c:pt>
                <c:pt idx="48414">
                  <c:v>24.4</c:v>
                </c:pt>
                <c:pt idx="48415">
                  <c:v>24.45</c:v>
                </c:pt>
                <c:pt idx="48416">
                  <c:v>24.45</c:v>
                </c:pt>
                <c:pt idx="48417">
                  <c:v>24.45</c:v>
                </c:pt>
                <c:pt idx="48418">
                  <c:v>24.45</c:v>
                </c:pt>
                <c:pt idx="48419">
                  <c:v>24.5</c:v>
                </c:pt>
                <c:pt idx="48420">
                  <c:v>24.5</c:v>
                </c:pt>
                <c:pt idx="48421">
                  <c:v>24.5</c:v>
                </c:pt>
                <c:pt idx="48422">
                  <c:v>24.55</c:v>
                </c:pt>
                <c:pt idx="48423">
                  <c:v>24.5</c:v>
                </c:pt>
                <c:pt idx="48424">
                  <c:v>24.5</c:v>
                </c:pt>
                <c:pt idx="48425">
                  <c:v>24.45</c:v>
                </c:pt>
                <c:pt idx="48426">
                  <c:v>24.4</c:v>
                </c:pt>
                <c:pt idx="48427">
                  <c:v>24.35</c:v>
                </c:pt>
                <c:pt idx="48428">
                  <c:v>24.35</c:v>
                </c:pt>
                <c:pt idx="48429">
                  <c:v>24.3</c:v>
                </c:pt>
                <c:pt idx="48430">
                  <c:v>24.3</c:v>
                </c:pt>
                <c:pt idx="48431">
                  <c:v>24.3</c:v>
                </c:pt>
                <c:pt idx="48432">
                  <c:v>24.3</c:v>
                </c:pt>
                <c:pt idx="48433">
                  <c:v>24.3</c:v>
                </c:pt>
                <c:pt idx="48434">
                  <c:v>24.3</c:v>
                </c:pt>
                <c:pt idx="48435">
                  <c:v>24.3</c:v>
                </c:pt>
                <c:pt idx="48436">
                  <c:v>24.3</c:v>
                </c:pt>
                <c:pt idx="48437">
                  <c:v>24.3</c:v>
                </c:pt>
                <c:pt idx="48438">
                  <c:v>24.3</c:v>
                </c:pt>
                <c:pt idx="48439">
                  <c:v>24.35</c:v>
                </c:pt>
                <c:pt idx="48440">
                  <c:v>24.35</c:v>
                </c:pt>
                <c:pt idx="48441">
                  <c:v>24.35</c:v>
                </c:pt>
                <c:pt idx="48442">
                  <c:v>24.35</c:v>
                </c:pt>
                <c:pt idx="48443">
                  <c:v>24.4</c:v>
                </c:pt>
                <c:pt idx="48444">
                  <c:v>24.4</c:v>
                </c:pt>
                <c:pt idx="48445">
                  <c:v>24.4</c:v>
                </c:pt>
                <c:pt idx="48446">
                  <c:v>24.4</c:v>
                </c:pt>
                <c:pt idx="48447">
                  <c:v>24.45</c:v>
                </c:pt>
                <c:pt idx="48448">
                  <c:v>24.45</c:v>
                </c:pt>
                <c:pt idx="48449">
                  <c:v>24.45</c:v>
                </c:pt>
                <c:pt idx="48450">
                  <c:v>24.5</c:v>
                </c:pt>
                <c:pt idx="48451">
                  <c:v>24.5</c:v>
                </c:pt>
                <c:pt idx="48452">
                  <c:v>24.5</c:v>
                </c:pt>
                <c:pt idx="48453">
                  <c:v>24.5</c:v>
                </c:pt>
                <c:pt idx="48454">
                  <c:v>24.5</c:v>
                </c:pt>
                <c:pt idx="48455">
                  <c:v>24.45</c:v>
                </c:pt>
                <c:pt idx="48456">
                  <c:v>24.4</c:v>
                </c:pt>
                <c:pt idx="48457">
                  <c:v>24.35</c:v>
                </c:pt>
                <c:pt idx="48458">
                  <c:v>24.3</c:v>
                </c:pt>
                <c:pt idx="48459">
                  <c:v>24.3</c:v>
                </c:pt>
                <c:pt idx="48460">
                  <c:v>24.3</c:v>
                </c:pt>
                <c:pt idx="48461">
                  <c:v>24.25</c:v>
                </c:pt>
                <c:pt idx="48462">
                  <c:v>24.25</c:v>
                </c:pt>
                <c:pt idx="48463">
                  <c:v>24.25</c:v>
                </c:pt>
                <c:pt idx="48464">
                  <c:v>24.25</c:v>
                </c:pt>
                <c:pt idx="48465">
                  <c:v>24.25</c:v>
                </c:pt>
                <c:pt idx="48466">
                  <c:v>24.25</c:v>
                </c:pt>
                <c:pt idx="48467">
                  <c:v>24.25</c:v>
                </c:pt>
                <c:pt idx="48468">
                  <c:v>24.3</c:v>
                </c:pt>
                <c:pt idx="48469">
                  <c:v>24.3</c:v>
                </c:pt>
                <c:pt idx="48470">
                  <c:v>24.3</c:v>
                </c:pt>
                <c:pt idx="48471">
                  <c:v>24.3</c:v>
                </c:pt>
                <c:pt idx="48472">
                  <c:v>24.3</c:v>
                </c:pt>
                <c:pt idx="48473">
                  <c:v>24.35</c:v>
                </c:pt>
                <c:pt idx="48474">
                  <c:v>24.35</c:v>
                </c:pt>
                <c:pt idx="48475">
                  <c:v>24.35</c:v>
                </c:pt>
                <c:pt idx="48476">
                  <c:v>24.4</c:v>
                </c:pt>
                <c:pt idx="48477">
                  <c:v>24.4</c:v>
                </c:pt>
                <c:pt idx="48478">
                  <c:v>24.45</c:v>
                </c:pt>
                <c:pt idx="48479">
                  <c:v>24.45</c:v>
                </c:pt>
                <c:pt idx="48480">
                  <c:v>24.45</c:v>
                </c:pt>
                <c:pt idx="48481">
                  <c:v>24.45</c:v>
                </c:pt>
                <c:pt idx="48482">
                  <c:v>24.5</c:v>
                </c:pt>
                <c:pt idx="48483">
                  <c:v>24.5</c:v>
                </c:pt>
                <c:pt idx="48484">
                  <c:v>24.45</c:v>
                </c:pt>
                <c:pt idx="48485">
                  <c:v>24.4</c:v>
                </c:pt>
                <c:pt idx="48486">
                  <c:v>24.4</c:v>
                </c:pt>
                <c:pt idx="48487">
                  <c:v>24.35</c:v>
                </c:pt>
                <c:pt idx="48488">
                  <c:v>24.3</c:v>
                </c:pt>
                <c:pt idx="48489">
                  <c:v>24.25</c:v>
                </c:pt>
                <c:pt idx="48490">
                  <c:v>24.25</c:v>
                </c:pt>
                <c:pt idx="48491">
                  <c:v>24.25</c:v>
                </c:pt>
                <c:pt idx="48492">
                  <c:v>24.25</c:v>
                </c:pt>
                <c:pt idx="48493">
                  <c:v>24.25</c:v>
                </c:pt>
                <c:pt idx="48494">
                  <c:v>24.25</c:v>
                </c:pt>
                <c:pt idx="48495">
                  <c:v>24.25</c:v>
                </c:pt>
                <c:pt idx="48496">
                  <c:v>24.25</c:v>
                </c:pt>
                <c:pt idx="48497">
                  <c:v>24.25</c:v>
                </c:pt>
                <c:pt idx="48498">
                  <c:v>24.25</c:v>
                </c:pt>
                <c:pt idx="48499">
                  <c:v>24.3</c:v>
                </c:pt>
                <c:pt idx="48500">
                  <c:v>24.3</c:v>
                </c:pt>
                <c:pt idx="48501">
                  <c:v>24.3</c:v>
                </c:pt>
                <c:pt idx="48502">
                  <c:v>24.3</c:v>
                </c:pt>
                <c:pt idx="48503">
                  <c:v>24.35</c:v>
                </c:pt>
                <c:pt idx="48504">
                  <c:v>24.35</c:v>
                </c:pt>
                <c:pt idx="48505">
                  <c:v>24.35</c:v>
                </c:pt>
                <c:pt idx="48506">
                  <c:v>24.4</c:v>
                </c:pt>
                <c:pt idx="48507">
                  <c:v>24.4</c:v>
                </c:pt>
                <c:pt idx="48508">
                  <c:v>24.4</c:v>
                </c:pt>
                <c:pt idx="48509">
                  <c:v>24.45</c:v>
                </c:pt>
                <c:pt idx="48510">
                  <c:v>24.45</c:v>
                </c:pt>
                <c:pt idx="48511">
                  <c:v>24.45</c:v>
                </c:pt>
                <c:pt idx="48512">
                  <c:v>24.45</c:v>
                </c:pt>
                <c:pt idx="48513">
                  <c:v>24.45</c:v>
                </c:pt>
                <c:pt idx="48514">
                  <c:v>24.45</c:v>
                </c:pt>
                <c:pt idx="48515">
                  <c:v>24.4</c:v>
                </c:pt>
                <c:pt idx="48516">
                  <c:v>24.35</c:v>
                </c:pt>
                <c:pt idx="48517">
                  <c:v>24.3</c:v>
                </c:pt>
                <c:pt idx="48518">
                  <c:v>24.25</c:v>
                </c:pt>
                <c:pt idx="48519">
                  <c:v>24.25</c:v>
                </c:pt>
                <c:pt idx="48520">
                  <c:v>24.25</c:v>
                </c:pt>
                <c:pt idx="48521">
                  <c:v>24.25</c:v>
                </c:pt>
                <c:pt idx="48522">
                  <c:v>24.25</c:v>
                </c:pt>
                <c:pt idx="48523">
                  <c:v>24.25</c:v>
                </c:pt>
                <c:pt idx="48524">
                  <c:v>24.25</c:v>
                </c:pt>
                <c:pt idx="48525">
                  <c:v>24.25</c:v>
                </c:pt>
                <c:pt idx="48526">
                  <c:v>24.25</c:v>
                </c:pt>
                <c:pt idx="48527">
                  <c:v>24.25</c:v>
                </c:pt>
                <c:pt idx="48528">
                  <c:v>24.3</c:v>
                </c:pt>
                <c:pt idx="48529">
                  <c:v>24.3</c:v>
                </c:pt>
                <c:pt idx="48530">
                  <c:v>24.3</c:v>
                </c:pt>
                <c:pt idx="48531">
                  <c:v>24.35</c:v>
                </c:pt>
                <c:pt idx="48532">
                  <c:v>24.35</c:v>
                </c:pt>
                <c:pt idx="48533">
                  <c:v>24.35</c:v>
                </c:pt>
                <c:pt idx="48534">
                  <c:v>24.4</c:v>
                </c:pt>
                <c:pt idx="48535">
                  <c:v>24.4</c:v>
                </c:pt>
                <c:pt idx="48536">
                  <c:v>24.4</c:v>
                </c:pt>
                <c:pt idx="48537">
                  <c:v>24.4</c:v>
                </c:pt>
                <c:pt idx="48538">
                  <c:v>24.45</c:v>
                </c:pt>
                <c:pt idx="48539">
                  <c:v>24.45</c:v>
                </c:pt>
                <c:pt idx="48540">
                  <c:v>24.45</c:v>
                </c:pt>
                <c:pt idx="48541">
                  <c:v>24.45</c:v>
                </c:pt>
                <c:pt idx="48542">
                  <c:v>24.45</c:v>
                </c:pt>
                <c:pt idx="48543">
                  <c:v>24.45</c:v>
                </c:pt>
                <c:pt idx="48544">
                  <c:v>24.45</c:v>
                </c:pt>
                <c:pt idx="48545">
                  <c:v>24.4</c:v>
                </c:pt>
                <c:pt idx="48546">
                  <c:v>24.35</c:v>
                </c:pt>
                <c:pt idx="48547">
                  <c:v>24.3</c:v>
                </c:pt>
                <c:pt idx="48548">
                  <c:v>24.3</c:v>
                </c:pt>
                <c:pt idx="48549">
                  <c:v>24.3</c:v>
                </c:pt>
                <c:pt idx="48550">
                  <c:v>24.25</c:v>
                </c:pt>
                <c:pt idx="48551">
                  <c:v>24.25</c:v>
                </c:pt>
                <c:pt idx="48552">
                  <c:v>24.25</c:v>
                </c:pt>
                <c:pt idx="48553">
                  <c:v>24.25</c:v>
                </c:pt>
                <c:pt idx="48554">
                  <c:v>24.25</c:v>
                </c:pt>
                <c:pt idx="48555">
                  <c:v>24.25</c:v>
                </c:pt>
                <c:pt idx="48556">
                  <c:v>24.25</c:v>
                </c:pt>
                <c:pt idx="48557">
                  <c:v>24.3</c:v>
                </c:pt>
                <c:pt idx="48558">
                  <c:v>24.3</c:v>
                </c:pt>
                <c:pt idx="48559">
                  <c:v>24.3</c:v>
                </c:pt>
                <c:pt idx="48560">
                  <c:v>24.3</c:v>
                </c:pt>
                <c:pt idx="48561">
                  <c:v>24.35</c:v>
                </c:pt>
                <c:pt idx="48562">
                  <c:v>24.35</c:v>
                </c:pt>
                <c:pt idx="48563">
                  <c:v>24.35</c:v>
                </c:pt>
                <c:pt idx="48564">
                  <c:v>24.4</c:v>
                </c:pt>
                <c:pt idx="48565">
                  <c:v>24.4</c:v>
                </c:pt>
                <c:pt idx="48566">
                  <c:v>24.4</c:v>
                </c:pt>
                <c:pt idx="48567">
                  <c:v>24.45</c:v>
                </c:pt>
                <c:pt idx="48568">
                  <c:v>24.45</c:v>
                </c:pt>
                <c:pt idx="48569">
                  <c:v>24.45</c:v>
                </c:pt>
                <c:pt idx="48570">
                  <c:v>24.5</c:v>
                </c:pt>
                <c:pt idx="48571">
                  <c:v>24.5</c:v>
                </c:pt>
                <c:pt idx="48572">
                  <c:v>24.5</c:v>
                </c:pt>
                <c:pt idx="48573">
                  <c:v>24.5</c:v>
                </c:pt>
                <c:pt idx="48574">
                  <c:v>24.5</c:v>
                </c:pt>
                <c:pt idx="48575">
                  <c:v>24.45</c:v>
                </c:pt>
                <c:pt idx="48576">
                  <c:v>24.45</c:v>
                </c:pt>
                <c:pt idx="48577">
                  <c:v>24.4</c:v>
                </c:pt>
                <c:pt idx="48578">
                  <c:v>24.35</c:v>
                </c:pt>
                <c:pt idx="48579">
                  <c:v>24.3</c:v>
                </c:pt>
                <c:pt idx="48580">
                  <c:v>24.3</c:v>
                </c:pt>
                <c:pt idx="48581">
                  <c:v>24.3</c:v>
                </c:pt>
                <c:pt idx="48582">
                  <c:v>24.25</c:v>
                </c:pt>
                <c:pt idx="48583">
                  <c:v>24.25</c:v>
                </c:pt>
                <c:pt idx="48584">
                  <c:v>24.3</c:v>
                </c:pt>
                <c:pt idx="48585">
                  <c:v>24.3</c:v>
                </c:pt>
                <c:pt idx="48586">
                  <c:v>24.3</c:v>
                </c:pt>
                <c:pt idx="48587">
                  <c:v>24.3</c:v>
                </c:pt>
                <c:pt idx="48588">
                  <c:v>24.3</c:v>
                </c:pt>
                <c:pt idx="48589">
                  <c:v>24.35</c:v>
                </c:pt>
                <c:pt idx="48590">
                  <c:v>24.35</c:v>
                </c:pt>
                <c:pt idx="48591">
                  <c:v>24.35</c:v>
                </c:pt>
                <c:pt idx="48592">
                  <c:v>24.35</c:v>
                </c:pt>
                <c:pt idx="48593">
                  <c:v>24.4</c:v>
                </c:pt>
                <c:pt idx="48594">
                  <c:v>24.4</c:v>
                </c:pt>
                <c:pt idx="48595">
                  <c:v>24.4</c:v>
                </c:pt>
                <c:pt idx="48596">
                  <c:v>24.45</c:v>
                </c:pt>
                <c:pt idx="48597">
                  <c:v>24.45</c:v>
                </c:pt>
                <c:pt idx="48598">
                  <c:v>24.45</c:v>
                </c:pt>
                <c:pt idx="48599">
                  <c:v>24.5</c:v>
                </c:pt>
                <c:pt idx="48600">
                  <c:v>24.5</c:v>
                </c:pt>
                <c:pt idx="48601">
                  <c:v>24.55</c:v>
                </c:pt>
                <c:pt idx="48602">
                  <c:v>24.55</c:v>
                </c:pt>
                <c:pt idx="48603">
                  <c:v>24.55</c:v>
                </c:pt>
                <c:pt idx="48604">
                  <c:v>24.55</c:v>
                </c:pt>
                <c:pt idx="48605">
                  <c:v>24.5</c:v>
                </c:pt>
                <c:pt idx="48606">
                  <c:v>24.45</c:v>
                </c:pt>
                <c:pt idx="48607">
                  <c:v>24.4</c:v>
                </c:pt>
                <c:pt idx="48608">
                  <c:v>24.35</c:v>
                </c:pt>
                <c:pt idx="48609">
                  <c:v>24.3</c:v>
                </c:pt>
                <c:pt idx="48610">
                  <c:v>24.35</c:v>
                </c:pt>
                <c:pt idx="48611">
                  <c:v>24.35</c:v>
                </c:pt>
                <c:pt idx="48612">
                  <c:v>24.3</c:v>
                </c:pt>
                <c:pt idx="48613">
                  <c:v>24.3</c:v>
                </c:pt>
                <c:pt idx="48614">
                  <c:v>24.3</c:v>
                </c:pt>
                <c:pt idx="48615">
                  <c:v>24.3</c:v>
                </c:pt>
                <c:pt idx="48616">
                  <c:v>24.3</c:v>
                </c:pt>
                <c:pt idx="48617">
                  <c:v>24.35</c:v>
                </c:pt>
                <c:pt idx="48618">
                  <c:v>24.35</c:v>
                </c:pt>
                <c:pt idx="48619">
                  <c:v>24.35</c:v>
                </c:pt>
                <c:pt idx="48620">
                  <c:v>24.35</c:v>
                </c:pt>
                <c:pt idx="48621">
                  <c:v>24.35</c:v>
                </c:pt>
                <c:pt idx="48622">
                  <c:v>24.35</c:v>
                </c:pt>
                <c:pt idx="48623">
                  <c:v>24.4</c:v>
                </c:pt>
                <c:pt idx="48624">
                  <c:v>24.4</c:v>
                </c:pt>
                <c:pt idx="48625">
                  <c:v>24.4</c:v>
                </c:pt>
                <c:pt idx="48626">
                  <c:v>24.45</c:v>
                </c:pt>
                <c:pt idx="48627">
                  <c:v>24.45</c:v>
                </c:pt>
                <c:pt idx="48628">
                  <c:v>24.45</c:v>
                </c:pt>
                <c:pt idx="48629">
                  <c:v>24.5</c:v>
                </c:pt>
                <c:pt idx="48630">
                  <c:v>24.5</c:v>
                </c:pt>
                <c:pt idx="48631">
                  <c:v>24.55</c:v>
                </c:pt>
                <c:pt idx="48632">
                  <c:v>24.55</c:v>
                </c:pt>
                <c:pt idx="48633">
                  <c:v>24.55</c:v>
                </c:pt>
                <c:pt idx="48634">
                  <c:v>24.5</c:v>
                </c:pt>
                <c:pt idx="48635">
                  <c:v>24.45</c:v>
                </c:pt>
                <c:pt idx="48636">
                  <c:v>24.4</c:v>
                </c:pt>
                <c:pt idx="48637">
                  <c:v>24.35</c:v>
                </c:pt>
                <c:pt idx="48638">
                  <c:v>24.35</c:v>
                </c:pt>
                <c:pt idx="48639">
                  <c:v>24.3</c:v>
                </c:pt>
                <c:pt idx="48640">
                  <c:v>24.3</c:v>
                </c:pt>
                <c:pt idx="48641">
                  <c:v>24.25</c:v>
                </c:pt>
                <c:pt idx="48642">
                  <c:v>24.25</c:v>
                </c:pt>
                <c:pt idx="48643">
                  <c:v>24.25</c:v>
                </c:pt>
                <c:pt idx="48644">
                  <c:v>24.25</c:v>
                </c:pt>
                <c:pt idx="48645">
                  <c:v>24.25</c:v>
                </c:pt>
                <c:pt idx="48646">
                  <c:v>24.3</c:v>
                </c:pt>
                <c:pt idx="48647">
                  <c:v>24.3</c:v>
                </c:pt>
                <c:pt idx="48648">
                  <c:v>24.3</c:v>
                </c:pt>
                <c:pt idx="48649">
                  <c:v>24.3</c:v>
                </c:pt>
                <c:pt idx="48650">
                  <c:v>24.35</c:v>
                </c:pt>
                <c:pt idx="48651">
                  <c:v>24.35</c:v>
                </c:pt>
                <c:pt idx="48652">
                  <c:v>24.35</c:v>
                </c:pt>
                <c:pt idx="48653">
                  <c:v>24.4</c:v>
                </c:pt>
                <c:pt idx="48654">
                  <c:v>24.4</c:v>
                </c:pt>
                <c:pt idx="48655">
                  <c:v>24.45</c:v>
                </c:pt>
                <c:pt idx="48656">
                  <c:v>24.45</c:v>
                </c:pt>
                <c:pt idx="48657">
                  <c:v>24.45</c:v>
                </c:pt>
                <c:pt idx="48658">
                  <c:v>24.45</c:v>
                </c:pt>
                <c:pt idx="48659">
                  <c:v>24.5</c:v>
                </c:pt>
                <c:pt idx="48660">
                  <c:v>24.5</c:v>
                </c:pt>
                <c:pt idx="48661">
                  <c:v>24.5</c:v>
                </c:pt>
                <c:pt idx="48662">
                  <c:v>24.55</c:v>
                </c:pt>
                <c:pt idx="48663">
                  <c:v>24.55</c:v>
                </c:pt>
                <c:pt idx="48664">
                  <c:v>24.5</c:v>
                </c:pt>
                <c:pt idx="48665">
                  <c:v>24.45</c:v>
                </c:pt>
                <c:pt idx="48666">
                  <c:v>24.4</c:v>
                </c:pt>
                <c:pt idx="48667">
                  <c:v>24.35</c:v>
                </c:pt>
                <c:pt idx="48668">
                  <c:v>24.35</c:v>
                </c:pt>
                <c:pt idx="48669">
                  <c:v>24.3</c:v>
                </c:pt>
                <c:pt idx="48670">
                  <c:v>24.3</c:v>
                </c:pt>
                <c:pt idx="48671">
                  <c:v>24.25</c:v>
                </c:pt>
                <c:pt idx="48672">
                  <c:v>24.25</c:v>
                </c:pt>
                <c:pt idx="48673">
                  <c:v>24.25</c:v>
                </c:pt>
                <c:pt idx="48674">
                  <c:v>24.25</c:v>
                </c:pt>
                <c:pt idx="48675">
                  <c:v>24.25</c:v>
                </c:pt>
                <c:pt idx="48676">
                  <c:v>24.3</c:v>
                </c:pt>
                <c:pt idx="48677">
                  <c:v>24.3</c:v>
                </c:pt>
                <c:pt idx="48678">
                  <c:v>24.3</c:v>
                </c:pt>
                <c:pt idx="48679">
                  <c:v>24.35</c:v>
                </c:pt>
                <c:pt idx="48680">
                  <c:v>24.35</c:v>
                </c:pt>
                <c:pt idx="48681">
                  <c:v>24.4</c:v>
                </c:pt>
                <c:pt idx="48682">
                  <c:v>24.4</c:v>
                </c:pt>
                <c:pt idx="48683">
                  <c:v>24.4</c:v>
                </c:pt>
                <c:pt idx="48684">
                  <c:v>24.4</c:v>
                </c:pt>
                <c:pt idx="48685">
                  <c:v>24.45</c:v>
                </c:pt>
                <c:pt idx="48686">
                  <c:v>24.45</c:v>
                </c:pt>
                <c:pt idx="48687">
                  <c:v>24.5</c:v>
                </c:pt>
                <c:pt idx="48688">
                  <c:v>24.5</c:v>
                </c:pt>
                <c:pt idx="48689">
                  <c:v>24.55</c:v>
                </c:pt>
                <c:pt idx="48690">
                  <c:v>24.55</c:v>
                </c:pt>
                <c:pt idx="48691">
                  <c:v>24.55</c:v>
                </c:pt>
                <c:pt idx="48692">
                  <c:v>24.55</c:v>
                </c:pt>
                <c:pt idx="48693">
                  <c:v>24.55</c:v>
                </c:pt>
                <c:pt idx="48694">
                  <c:v>24.5</c:v>
                </c:pt>
                <c:pt idx="48695">
                  <c:v>24.5</c:v>
                </c:pt>
                <c:pt idx="48696">
                  <c:v>24.4</c:v>
                </c:pt>
                <c:pt idx="48697">
                  <c:v>24.4</c:v>
                </c:pt>
                <c:pt idx="48698">
                  <c:v>24.35</c:v>
                </c:pt>
                <c:pt idx="48699">
                  <c:v>24.3</c:v>
                </c:pt>
                <c:pt idx="48700">
                  <c:v>24.3</c:v>
                </c:pt>
                <c:pt idx="48701">
                  <c:v>24.3</c:v>
                </c:pt>
                <c:pt idx="48702">
                  <c:v>24.25</c:v>
                </c:pt>
                <c:pt idx="48703">
                  <c:v>24.3</c:v>
                </c:pt>
                <c:pt idx="48704">
                  <c:v>24.3</c:v>
                </c:pt>
                <c:pt idx="48705">
                  <c:v>24.3</c:v>
                </c:pt>
                <c:pt idx="48706">
                  <c:v>24.3</c:v>
                </c:pt>
                <c:pt idx="48707">
                  <c:v>24.3</c:v>
                </c:pt>
                <c:pt idx="48708">
                  <c:v>24.35</c:v>
                </c:pt>
                <c:pt idx="48709">
                  <c:v>24.35</c:v>
                </c:pt>
                <c:pt idx="48710">
                  <c:v>24.35</c:v>
                </c:pt>
                <c:pt idx="48711">
                  <c:v>24.35</c:v>
                </c:pt>
                <c:pt idx="48712">
                  <c:v>24.4</c:v>
                </c:pt>
                <c:pt idx="48713">
                  <c:v>24.4</c:v>
                </c:pt>
                <c:pt idx="48714">
                  <c:v>24.45</c:v>
                </c:pt>
                <c:pt idx="48715">
                  <c:v>24.45</c:v>
                </c:pt>
                <c:pt idx="48716">
                  <c:v>24.5</c:v>
                </c:pt>
                <c:pt idx="48717">
                  <c:v>24.5</c:v>
                </c:pt>
                <c:pt idx="48718">
                  <c:v>24.55</c:v>
                </c:pt>
                <c:pt idx="48719">
                  <c:v>24.55</c:v>
                </c:pt>
                <c:pt idx="48720">
                  <c:v>24.6</c:v>
                </c:pt>
                <c:pt idx="48721">
                  <c:v>24.6</c:v>
                </c:pt>
                <c:pt idx="48722">
                  <c:v>24.6</c:v>
                </c:pt>
                <c:pt idx="48723">
                  <c:v>24.6</c:v>
                </c:pt>
                <c:pt idx="48724">
                  <c:v>24.55</c:v>
                </c:pt>
                <c:pt idx="48725">
                  <c:v>24.55</c:v>
                </c:pt>
                <c:pt idx="48726">
                  <c:v>24.5</c:v>
                </c:pt>
                <c:pt idx="48727">
                  <c:v>24.45</c:v>
                </c:pt>
                <c:pt idx="48728">
                  <c:v>24.4</c:v>
                </c:pt>
                <c:pt idx="48729">
                  <c:v>24.4</c:v>
                </c:pt>
                <c:pt idx="48730">
                  <c:v>24.35</c:v>
                </c:pt>
                <c:pt idx="48731">
                  <c:v>24.35</c:v>
                </c:pt>
                <c:pt idx="48732">
                  <c:v>24.35</c:v>
                </c:pt>
                <c:pt idx="48733">
                  <c:v>24.35</c:v>
                </c:pt>
                <c:pt idx="48734">
                  <c:v>24.35</c:v>
                </c:pt>
                <c:pt idx="48735">
                  <c:v>24.35</c:v>
                </c:pt>
                <c:pt idx="48736">
                  <c:v>24.3</c:v>
                </c:pt>
                <c:pt idx="48737">
                  <c:v>24.35</c:v>
                </c:pt>
                <c:pt idx="48738">
                  <c:v>24.35</c:v>
                </c:pt>
                <c:pt idx="48739">
                  <c:v>24.35</c:v>
                </c:pt>
                <c:pt idx="48740">
                  <c:v>24.35</c:v>
                </c:pt>
                <c:pt idx="48741">
                  <c:v>24.4</c:v>
                </c:pt>
                <c:pt idx="48742">
                  <c:v>24.4</c:v>
                </c:pt>
                <c:pt idx="48743">
                  <c:v>24.4</c:v>
                </c:pt>
                <c:pt idx="48744">
                  <c:v>24.45</c:v>
                </c:pt>
                <c:pt idx="48745">
                  <c:v>24.45</c:v>
                </c:pt>
                <c:pt idx="48746">
                  <c:v>24.45</c:v>
                </c:pt>
                <c:pt idx="48747">
                  <c:v>24.5</c:v>
                </c:pt>
                <c:pt idx="48748">
                  <c:v>24.5</c:v>
                </c:pt>
                <c:pt idx="48749">
                  <c:v>24.5</c:v>
                </c:pt>
                <c:pt idx="48750">
                  <c:v>24.55</c:v>
                </c:pt>
                <c:pt idx="48751">
                  <c:v>24.55</c:v>
                </c:pt>
                <c:pt idx="48752">
                  <c:v>24.6</c:v>
                </c:pt>
                <c:pt idx="48753">
                  <c:v>24.6</c:v>
                </c:pt>
                <c:pt idx="48754">
                  <c:v>24.55</c:v>
                </c:pt>
                <c:pt idx="48755">
                  <c:v>24.5</c:v>
                </c:pt>
                <c:pt idx="48756">
                  <c:v>24.45</c:v>
                </c:pt>
                <c:pt idx="48757">
                  <c:v>24.4</c:v>
                </c:pt>
                <c:pt idx="48758">
                  <c:v>24.4</c:v>
                </c:pt>
                <c:pt idx="48759">
                  <c:v>24.4</c:v>
                </c:pt>
                <c:pt idx="48760">
                  <c:v>24.35</c:v>
                </c:pt>
                <c:pt idx="48761">
                  <c:v>24.35</c:v>
                </c:pt>
                <c:pt idx="48762">
                  <c:v>24.35</c:v>
                </c:pt>
                <c:pt idx="48763">
                  <c:v>24.35</c:v>
                </c:pt>
                <c:pt idx="48764">
                  <c:v>24.35</c:v>
                </c:pt>
                <c:pt idx="48765">
                  <c:v>24.3</c:v>
                </c:pt>
                <c:pt idx="48766">
                  <c:v>24.35</c:v>
                </c:pt>
                <c:pt idx="48767">
                  <c:v>24.35</c:v>
                </c:pt>
                <c:pt idx="48768">
                  <c:v>24.35</c:v>
                </c:pt>
                <c:pt idx="48769">
                  <c:v>24.35</c:v>
                </c:pt>
                <c:pt idx="48770">
                  <c:v>24.35</c:v>
                </c:pt>
                <c:pt idx="48771">
                  <c:v>24.35</c:v>
                </c:pt>
                <c:pt idx="48772">
                  <c:v>24.35</c:v>
                </c:pt>
                <c:pt idx="48773">
                  <c:v>24.4</c:v>
                </c:pt>
                <c:pt idx="48774">
                  <c:v>24.4</c:v>
                </c:pt>
                <c:pt idx="48775">
                  <c:v>24.4</c:v>
                </c:pt>
                <c:pt idx="48776">
                  <c:v>24.4</c:v>
                </c:pt>
                <c:pt idx="48777">
                  <c:v>24.45</c:v>
                </c:pt>
                <c:pt idx="48778">
                  <c:v>24.45</c:v>
                </c:pt>
                <c:pt idx="48779">
                  <c:v>24.45</c:v>
                </c:pt>
                <c:pt idx="48780">
                  <c:v>24.5</c:v>
                </c:pt>
                <c:pt idx="48781">
                  <c:v>24.5</c:v>
                </c:pt>
                <c:pt idx="48782">
                  <c:v>24.55</c:v>
                </c:pt>
                <c:pt idx="48783">
                  <c:v>24.5</c:v>
                </c:pt>
                <c:pt idx="48784">
                  <c:v>24.5</c:v>
                </c:pt>
                <c:pt idx="48785">
                  <c:v>24.45</c:v>
                </c:pt>
                <c:pt idx="48786">
                  <c:v>24.45</c:v>
                </c:pt>
                <c:pt idx="48787">
                  <c:v>24.4</c:v>
                </c:pt>
                <c:pt idx="48788">
                  <c:v>24.4</c:v>
                </c:pt>
                <c:pt idx="48789">
                  <c:v>24.35</c:v>
                </c:pt>
                <c:pt idx="48790">
                  <c:v>24.35</c:v>
                </c:pt>
                <c:pt idx="48791">
                  <c:v>24.35</c:v>
                </c:pt>
                <c:pt idx="48792">
                  <c:v>24.3</c:v>
                </c:pt>
                <c:pt idx="48793">
                  <c:v>24.3</c:v>
                </c:pt>
                <c:pt idx="48794">
                  <c:v>24.3</c:v>
                </c:pt>
                <c:pt idx="48795">
                  <c:v>24.3</c:v>
                </c:pt>
                <c:pt idx="48796">
                  <c:v>24.3</c:v>
                </c:pt>
                <c:pt idx="48797">
                  <c:v>24.3</c:v>
                </c:pt>
                <c:pt idx="48798">
                  <c:v>24.3</c:v>
                </c:pt>
                <c:pt idx="48799">
                  <c:v>24.35</c:v>
                </c:pt>
                <c:pt idx="48800">
                  <c:v>24.35</c:v>
                </c:pt>
                <c:pt idx="48801">
                  <c:v>24.35</c:v>
                </c:pt>
                <c:pt idx="48802">
                  <c:v>24.35</c:v>
                </c:pt>
                <c:pt idx="48803">
                  <c:v>24.35</c:v>
                </c:pt>
                <c:pt idx="48804">
                  <c:v>24.4</c:v>
                </c:pt>
                <c:pt idx="48805">
                  <c:v>24.4</c:v>
                </c:pt>
                <c:pt idx="48806">
                  <c:v>24.4</c:v>
                </c:pt>
                <c:pt idx="48807">
                  <c:v>24.45</c:v>
                </c:pt>
                <c:pt idx="48808">
                  <c:v>24.45</c:v>
                </c:pt>
                <c:pt idx="48809">
                  <c:v>24.5</c:v>
                </c:pt>
                <c:pt idx="48810">
                  <c:v>24.5</c:v>
                </c:pt>
                <c:pt idx="48811">
                  <c:v>24.55</c:v>
                </c:pt>
                <c:pt idx="48812">
                  <c:v>24.55</c:v>
                </c:pt>
                <c:pt idx="48813">
                  <c:v>24.55</c:v>
                </c:pt>
                <c:pt idx="48814">
                  <c:v>24.5</c:v>
                </c:pt>
                <c:pt idx="48815">
                  <c:v>24.5</c:v>
                </c:pt>
                <c:pt idx="48816">
                  <c:v>24.45</c:v>
                </c:pt>
                <c:pt idx="48817">
                  <c:v>24.4</c:v>
                </c:pt>
                <c:pt idx="48818">
                  <c:v>24.4</c:v>
                </c:pt>
                <c:pt idx="48819">
                  <c:v>24.35</c:v>
                </c:pt>
                <c:pt idx="48820">
                  <c:v>24.35</c:v>
                </c:pt>
                <c:pt idx="48821">
                  <c:v>24.3</c:v>
                </c:pt>
                <c:pt idx="48822">
                  <c:v>24.3</c:v>
                </c:pt>
                <c:pt idx="48823">
                  <c:v>24.3</c:v>
                </c:pt>
                <c:pt idx="48824">
                  <c:v>24.3</c:v>
                </c:pt>
                <c:pt idx="48825">
                  <c:v>24.3</c:v>
                </c:pt>
                <c:pt idx="48826">
                  <c:v>24.3</c:v>
                </c:pt>
                <c:pt idx="48827">
                  <c:v>24.3</c:v>
                </c:pt>
                <c:pt idx="48828">
                  <c:v>24.3</c:v>
                </c:pt>
                <c:pt idx="48829">
                  <c:v>24.3</c:v>
                </c:pt>
                <c:pt idx="48830">
                  <c:v>24.35</c:v>
                </c:pt>
                <c:pt idx="48831">
                  <c:v>24.35</c:v>
                </c:pt>
                <c:pt idx="48832">
                  <c:v>24.35</c:v>
                </c:pt>
                <c:pt idx="48833">
                  <c:v>24.35</c:v>
                </c:pt>
                <c:pt idx="48834">
                  <c:v>24.35</c:v>
                </c:pt>
                <c:pt idx="48835">
                  <c:v>24.4</c:v>
                </c:pt>
                <c:pt idx="48836">
                  <c:v>24.4</c:v>
                </c:pt>
                <c:pt idx="48837">
                  <c:v>24.45</c:v>
                </c:pt>
                <c:pt idx="48838">
                  <c:v>24.45</c:v>
                </c:pt>
                <c:pt idx="48839">
                  <c:v>24.5</c:v>
                </c:pt>
                <c:pt idx="48840">
                  <c:v>24.5</c:v>
                </c:pt>
                <c:pt idx="48841">
                  <c:v>24.55</c:v>
                </c:pt>
                <c:pt idx="48842">
                  <c:v>24.55</c:v>
                </c:pt>
                <c:pt idx="48843">
                  <c:v>24.55</c:v>
                </c:pt>
                <c:pt idx="48844">
                  <c:v>24.5</c:v>
                </c:pt>
                <c:pt idx="48845">
                  <c:v>24.5</c:v>
                </c:pt>
                <c:pt idx="48846">
                  <c:v>24.45</c:v>
                </c:pt>
                <c:pt idx="48847">
                  <c:v>24.4</c:v>
                </c:pt>
                <c:pt idx="48848">
                  <c:v>24.4</c:v>
                </c:pt>
                <c:pt idx="48849">
                  <c:v>24.35</c:v>
                </c:pt>
                <c:pt idx="48850">
                  <c:v>24.35</c:v>
                </c:pt>
                <c:pt idx="48851">
                  <c:v>24.3</c:v>
                </c:pt>
                <c:pt idx="48852">
                  <c:v>24.3</c:v>
                </c:pt>
                <c:pt idx="48853">
                  <c:v>24.3</c:v>
                </c:pt>
                <c:pt idx="48854">
                  <c:v>24.3</c:v>
                </c:pt>
                <c:pt idx="48855">
                  <c:v>24.3</c:v>
                </c:pt>
                <c:pt idx="48856">
                  <c:v>24.3</c:v>
                </c:pt>
                <c:pt idx="48857">
                  <c:v>24.3</c:v>
                </c:pt>
                <c:pt idx="48858">
                  <c:v>24.3</c:v>
                </c:pt>
                <c:pt idx="48859">
                  <c:v>24.3</c:v>
                </c:pt>
                <c:pt idx="48860">
                  <c:v>24.3</c:v>
                </c:pt>
                <c:pt idx="48861">
                  <c:v>24.3</c:v>
                </c:pt>
                <c:pt idx="48862">
                  <c:v>24.35</c:v>
                </c:pt>
                <c:pt idx="48863">
                  <c:v>24.35</c:v>
                </c:pt>
                <c:pt idx="48864">
                  <c:v>24.35</c:v>
                </c:pt>
                <c:pt idx="48865">
                  <c:v>24.4</c:v>
                </c:pt>
                <c:pt idx="48866">
                  <c:v>24.4</c:v>
                </c:pt>
                <c:pt idx="48867">
                  <c:v>24.45</c:v>
                </c:pt>
                <c:pt idx="48868">
                  <c:v>24.45</c:v>
                </c:pt>
                <c:pt idx="48869">
                  <c:v>24.45</c:v>
                </c:pt>
                <c:pt idx="48870">
                  <c:v>24.5</c:v>
                </c:pt>
                <c:pt idx="48871">
                  <c:v>24.55</c:v>
                </c:pt>
                <c:pt idx="48872">
                  <c:v>24.55</c:v>
                </c:pt>
                <c:pt idx="48873">
                  <c:v>24.55</c:v>
                </c:pt>
                <c:pt idx="48874">
                  <c:v>24.5</c:v>
                </c:pt>
                <c:pt idx="48875">
                  <c:v>24.5</c:v>
                </c:pt>
                <c:pt idx="48876">
                  <c:v>24.45</c:v>
                </c:pt>
                <c:pt idx="48877">
                  <c:v>24.4</c:v>
                </c:pt>
                <c:pt idx="48878">
                  <c:v>24.4</c:v>
                </c:pt>
                <c:pt idx="48879">
                  <c:v>24.35</c:v>
                </c:pt>
                <c:pt idx="48880">
                  <c:v>24.35</c:v>
                </c:pt>
                <c:pt idx="48881">
                  <c:v>24.3</c:v>
                </c:pt>
                <c:pt idx="48882">
                  <c:v>24.3</c:v>
                </c:pt>
                <c:pt idx="48883">
                  <c:v>24.3</c:v>
                </c:pt>
                <c:pt idx="48884">
                  <c:v>24.3</c:v>
                </c:pt>
                <c:pt idx="48885">
                  <c:v>24.3</c:v>
                </c:pt>
                <c:pt idx="48886">
                  <c:v>24.3</c:v>
                </c:pt>
                <c:pt idx="48887">
                  <c:v>24.3</c:v>
                </c:pt>
                <c:pt idx="48888">
                  <c:v>24.35</c:v>
                </c:pt>
                <c:pt idx="48889">
                  <c:v>24.35</c:v>
                </c:pt>
                <c:pt idx="48890">
                  <c:v>24.35</c:v>
                </c:pt>
                <c:pt idx="48891">
                  <c:v>24.35</c:v>
                </c:pt>
                <c:pt idx="48892">
                  <c:v>24.4</c:v>
                </c:pt>
                <c:pt idx="48893">
                  <c:v>24.45</c:v>
                </c:pt>
                <c:pt idx="48894">
                  <c:v>24.45</c:v>
                </c:pt>
                <c:pt idx="48895">
                  <c:v>24.45</c:v>
                </c:pt>
                <c:pt idx="48896">
                  <c:v>24.5</c:v>
                </c:pt>
                <c:pt idx="48897">
                  <c:v>24.5</c:v>
                </c:pt>
                <c:pt idx="48898">
                  <c:v>24.5</c:v>
                </c:pt>
                <c:pt idx="48899">
                  <c:v>24.55</c:v>
                </c:pt>
                <c:pt idx="48900">
                  <c:v>24.55</c:v>
                </c:pt>
                <c:pt idx="48901">
                  <c:v>24.55</c:v>
                </c:pt>
                <c:pt idx="48902">
                  <c:v>24.6</c:v>
                </c:pt>
                <c:pt idx="48903">
                  <c:v>24.6</c:v>
                </c:pt>
                <c:pt idx="48904">
                  <c:v>24.55</c:v>
                </c:pt>
                <c:pt idx="48905">
                  <c:v>24.5</c:v>
                </c:pt>
                <c:pt idx="48906">
                  <c:v>24.45</c:v>
                </c:pt>
                <c:pt idx="48907">
                  <c:v>24.4</c:v>
                </c:pt>
                <c:pt idx="48908">
                  <c:v>24.4</c:v>
                </c:pt>
                <c:pt idx="48909">
                  <c:v>24.35</c:v>
                </c:pt>
                <c:pt idx="48910">
                  <c:v>24.35</c:v>
                </c:pt>
                <c:pt idx="48911">
                  <c:v>24.35</c:v>
                </c:pt>
                <c:pt idx="48912">
                  <c:v>24.3</c:v>
                </c:pt>
                <c:pt idx="48913">
                  <c:v>24.3</c:v>
                </c:pt>
                <c:pt idx="48914">
                  <c:v>24.3</c:v>
                </c:pt>
                <c:pt idx="48915">
                  <c:v>24.3</c:v>
                </c:pt>
                <c:pt idx="48916">
                  <c:v>24.3</c:v>
                </c:pt>
                <c:pt idx="48917">
                  <c:v>24.3</c:v>
                </c:pt>
                <c:pt idx="48918">
                  <c:v>24.35</c:v>
                </c:pt>
                <c:pt idx="48919">
                  <c:v>24.35</c:v>
                </c:pt>
                <c:pt idx="48920">
                  <c:v>24.35</c:v>
                </c:pt>
                <c:pt idx="48921">
                  <c:v>24.4</c:v>
                </c:pt>
                <c:pt idx="48922">
                  <c:v>24.4</c:v>
                </c:pt>
                <c:pt idx="48923">
                  <c:v>24.4</c:v>
                </c:pt>
                <c:pt idx="48924">
                  <c:v>24.45</c:v>
                </c:pt>
                <c:pt idx="48925">
                  <c:v>24.45</c:v>
                </c:pt>
                <c:pt idx="48926">
                  <c:v>24.45</c:v>
                </c:pt>
                <c:pt idx="48927">
                  <c:v>24.5</c:v>
                </c:pt>
                <c:pt idx="48928">
                  <c:v>24.55</c:v>
                </c:pt>
                <c:pt idx="48929">
                  <c:v>24.55</c:v>
                </c:pt>
                <c:pt idx="48930">
                  <c:v>24.55</c:v>
                </c:pt>
                <c:pt idx="48931">
                  <c:v>24.55</c:v>
                </c:pt>
                <c:pt idx="48932">
                  <c:v>24.55</c:v>
                </c:pt>
                <c:pt idx="48933">
                  <c:v>24.6</c:v>
                </c:pt>
                <c:pt idx="48934">
                  <c:v>24.55</c:v>
                </c:pt>
                <c:pt idx="48935">
                  <c:v>24.5</c:v>
                </c:pt>
                <c:pt idx="48936">
                  <c:v>24.45</c:v>
                </c:pt>
                <c:pt idx="48937">
                  <c:v>24.4</c:v>
                </c:pt>
                <c:pt idx="48938">
                  <c:v>24.35</c:v>
                </c:pt>
                <c:pt idx="48939">
                  <c:v>24.35</c:v>
                </c:pt>
                <c:pt idx="48940">
                  <c:v>24.3</c:v>
                </c:pt>
                <c:pt idx="48941">
                  <c:v>24.3</c:v>
                </c:pt>
                <c:pt idx="48942">
                  <c:v>24.3</c:v>
                </c:pt>
                <c:pt idx="48943">
                  <c:v>24.25</c:v>
                </c:pt>
                <c:pt idx="48944">
                  <c:v>24.3</c:v>
                </c:pt>
                <c:pt idx="48945">
                  <c:v>24.3</c:v>
                </c:pt>
                <c:pt idx="48946">
                  <c:v>24.3</c:v>
                </c:pt>
                <c:pt idx="48947">
                  <c:v>24.35</c:v>
                </c:pt>
                <c:pt idx="48948">
                  <c:v>24.35</c:v>
                </c:pt>
                <c:pt idx="48949">
                  <c:v>24.35</c:v>
                </c:pt>
                <c:pt idx="48950">
                  <c:v>24.4</c:v>
                </c:pt>
                <c:pt idx="48951">
                  <c:v>24.4</c:v>
                </c:pt>
                <c:pt idx="48952">
                  <c:v>24.4</c:v>
                </c:pt>
                <c:pt idx="48953">
                  <c:v>24.45</c:v>
                </c:pt>
                <c:pt idx="48954">
                  <c:v>24.45</c:v>
                </c:pt>
                <c:pt idx="48955">
                  <c:v>24.5</c:v>
                </c:pt>
                <c:pt idx="48956">
                  <c:v>24.5</c:v>
                </c:pt>
                <c:pt idx="48957">
                  <c:v>24.5</c:v>
                </c:pt>
                <c:pt idx="48958">
                  <c:v>24.5</c:v>
                </c:pt>
                <c:pt idx="48959">
                  <c:v>24.55</c:v>
                </c:pt>
                <c:pt idx="48960">
                  <c:v>24.55</c:v>
                </c:pt>
                <c:pt idx="48961">
                  <c:v>24.55</c:v>
                </c:pt>
                <c:pt idx="48962">
                  <c:v>24.55</c:v>
                </c:pt>
                <c:pt idx="48963">
                  <c:v>24.55</c:v>
                </c:pt>
                <c:pt idx="48964">
                  <c:v>24.5</c:v>
                </c:pt>
                <c:pt idx="48965">
                  <c:v>24.5</c:v>
                </c:pt>
                <c:pt idx="48966">
                  <c:v>24.45</c:v>
                </c:pt>
                <c:pt idx="48967">
                  <c:v>24.4</c:v>
                </c:pt>
                <c:pt idx="48968">
                  <c:v>24.35</c:v>
                </c:pt>
                <c:pt idx="48969">
                  <c:v>24.3</c:v>
                </c:pt>
                <c:pt idx="48970">
                  <c:v>24.3</c:v>
                </c:pt>
                <c:pt idx="48971">
                  <c:v>24.3</c:v>
                </c:pt>
                <c:pt idx="48972">
                  <c:v>24.3</c:v>
                </c:pt>
                <c:pt idx="48973">
                  <c:v>24.3</c:v>
                </c:pt>
                <c:pt idx="48974">
                  <c:v>24.35</c:v>
                </c:pt>
                <c:pt idx="48975">
                  <c:v>24.3</c:v>
                </c:pt>
                <c:pt idx="48976">
                  <c:v>24.3</c:v>
                </c:pt>
                <c:pt idx="48977">
                  <c:v>24.35</c:v>
                </c:pt>
                <c:pt idx="48978">
                  <c:v>24.35</c:v>
                </c:pt>
                <c:pt idx="48979">
                  <c:v>24.35</c:v>
                </c:pt>
                <c:pt idx="48980">
                  <c:v>24.35</c:v>
                </c:pt>
                <c:pt idx="48981">
                  <c:v>24.4</c:v>
                </c:pt>
                <c:pt idx="48982">
                  <c:v>24.4</c:v>
                </c:pt>
                <c:pt idx="48983">
                  <c:v>24.4</c:v>
                </c:pt>
                <c:pt idx="48984">
                  <c:v>24.4</c:v>
                </c:pt>
                <c:pt idx="48985">
                  <c:v>24.45</c:v>
                </c:pt>
                <c:pt idx="48986">
                  <c:v>24.45</c:v>
                </c:pt>
                <c:pt idx="48987">
                  <c:v>24.45</c:v>
                </c:pt>
                <c:pt idx="48988">
                  <c:v>24.45</c:v>
                </c:pt>
                <c:pt idx="48989">
                  <c:v>24.45</c:v>
                </c:pt>
                <c:pt idx="48990">
                  <c:v>24.5</c:v>
                </c:pt>
                <c:pt idx="48991">
                  <c:v>24.5</c:v>
                </c:pt>
                <c:pt idx="48992">
                  <c:v>24.5</c:v>
                </c:pt>
                <c:pt idx="48993">
                  <c:v>24.5</c:v>
                </c:pt>
                <c:pt idx="48994">
                  <c:v>24.5</c:v>
                </c:pt>
                <c:pt idx="48995">
                  <c:v>24.45</c:v>
                </c:pt>
                <c:pt idx="48996">
                  <c:v>24.4</c:v>
                </c:pt>
                <c:pt idx="48997">
                  <c:v>24.4</c:v>
                </c:pt>
                <c:pt idx="48998">
                  <c:v>24.35</c:v>
                </c:pt>
                <c:pt idx="48999">
                  <c:v>24.35</c:v>
                </c:pt>
                <c:pt idx="49000">
                  <c:v>24.3</c:v>
                </c:pt>
                <c:pt idx="49001">
                  <c:v>24.3</c:v>
                </c:pt>
                <c:pt idx="49002">
                  <c:v>24.3</c:v>
                </c:pt>
                <c:pt idx="49003">
                  <c:v>24.3</c:v>
                </c:pt>
                <c:pt idx="49004">
                  <c:v>24.3</c:v>
                </c:pt>
                <c:pt idx="49005">
                  <c:v>24.3</c:v>
                </c:pt>
                <c:pt idx="49006">
                  <c:v>24.3</c:v>
                </c:pt>
                <c:pt idx="49007">
                  <c:v>24.3</c:v>
                </c:pt>
                <c:pt idx="49008">
                  <c:v>24.3</c:v>
                </c:pt>
                <c:pt idx="49009">
                  <c:v>24.3</c:v>
                </c:pt>
                <c:pt idx="49010">
                  <c:v>24.3</c:v>
                </c:pt>
                <c:pt idx="49011">
                  <c:v>24.3</c:v>
                </c:pt>
                <c:pt idx="49012">
                  <c:v>24.35</c:v>
                </c:pt>
                <c:pt idx="49013">
                  <c:v>24.35</c:v>
                </c:pt>
                <c:pt idx="49014">
                  <c:v>24.4</c:v>
                </c:pt>
                <c:pt idx="49015">
                  <c:v>24.4</c:v>
                </c:pt>
                <c:pt idx="49016">
                  <c:v>24.4</c:v>
                </c:pt>
                <c:pt idx="49017">
                  <c:v>24.4</c:v>
                </c:pt>
                <c:pt idx="49018">
                  <c:v>24.45</c:v>
                </c:pt>
                <c:pt idx="49019">
                  <c:v>24.45</c:v>
                </c:pt>
                <c:pt idx="49020">
                  <c:v>24.5</c:v>
                </c:pt>
                <c:pt idx="49021">
                  <c:v>24.5</c:v>
                </c:pt>
                <c:pt idx="49022">
                  <c:v>24.55</c:v>
                </c:pt>
                <c:pt idx="49023">
                  <c:v>24.55</c:v>
                </c:pt>
                <c:pt idx="49024">
                  <c:v>24.5</c:v>
                </c:pt>
                <c:pt idx="49025">
                  <c:v>24.5</c:v>
                </c:pt>
                <c:pt idx="49026">
                  <c:v>24.45</c:v>
                </c:pt>
                <c:pt idx="49027">
                  <c:v>24.4</c:v>
                </c:pt>
                <c:pt idx="49028">
                  <c:v>24.4</c:v>
                </c:pt>
                <c:pt idx="49029">
                  <c:v>24.35</c:v>
                </c:pt>
                <c:pt idx="49030">
                  <c:v>24.35</c:v>
                </c:pt>
                <c:pt idx="49031">
                  <c:v>24.3</c:v>
                </c:pt>
                <c:pt idx="49032">
                  <c:v>24.3</c:v>
                </c:pt>
                <c:pt idx="49033">
                  <c:v>24.25</c:v>
                </c:pt>
                <c:pt idx="49034">
                  <c:v>24.3</c:v>
                </c:pt>
                <c:pt idx="49035">
                  <c:v>24.3</c:v>
                </c:pt>
                <c:pt idx="49036">
                  <c:v>24.3</c:v>
                </c:pt>
                <c:pt idx="49037">
                  <c:v>24.3</c:v>
                </c:pt>
                <c:pt idx="49038">
                  <c:v>24.3</c:v>
                </c:pt>
                <c:pt idx="49039">
                  <c:v>24.3</c:v>
                </c:pt>
                <c:pt idx="49040">
                  <c:v>24.3</c:v>
                </c:pt>
                <c:pt idx="49041">
                  <c:v>24.35</c:v>
                </c:pt>
                <c:pt idx="49042">
                  <c:v>24.35</c:v>
                </c:pt>
                <c:pt idx="49043">
                  <c:v>24.35</c:v>
                </c:pt>
                <c:pt idx="49044">
                  <c:v>24.35</c:v>
                </c:pt>
                <c:pt idx="49045">
                  <c:v>24.4</c:v>
                </c:pt>
                <c:pt idx="49046">
                  <c:v>24.4</c:v>
                </c:pt>
                <c:pt idx="49047">
                  <c:v>24.45</c:v>
                </c:pt>
                <c:pt idx="49048">
                  <c:v>24.45</c:v>
                </c:pt>
                <c:pt idx="49049">
                  <c:v>24.45</c:v>
                </c:pt>
                <c:pt idx="49050">
                  <c:v>24.5</c:v>
                </c:pt>
                <c:pt idx="49051">
                  <c:v>24.5</c:v>
                </c:pt>
                <c:pt idx="49052">
                  <c:v>24.5</c:v>
                </c:pt>
                <c:pt idx="49053">
                  <c:v>24.5</c:v>
                </c:pt>
                <c:pt idx="49054">
                  <c:v>24.5</c:v>
                </c:pt>
                <c:pt idx="49055">
                  <c:v>24.45</c:v>
                </c:pt>
                <c:pt idx="49056">
                  <c:v>24.4</c:v>
                </c:pt>
                <c:pt idx="49057">
                  <c:v>24.35</c:v>
                </c:pt>
                <c:pt idx="49058">
                  <c:v>24.35</c:v>
                </c:pt>
                <c:pt idx="49059">
                  <c:v>24.3</c:v>
                </c:pt>
                <c:pt idx="49060">
                  <c:v>24.3</c:v>
                </c:pt>
                <c:pt idx="49061">
                  <c:v>24.25</c:v>
                </c:pt>
                <c:pt idx="49062">
                  <c:v>24.25</c:v>
                </c:pt>
                <c:pt idx="49063">
                  <c:v>24.25</c:v>
                </c:pt>
                <c:pt idx="49064">
                  <c:v>24.25</c:v>
                </c:pt>
                <c:pt idx="49065">
                  <c:v>24.25</c:v>
                </c:pt>
                <c:pt idx="49066">
                  <c:v>24.25</c:v>
                </c:pt>
                <c:pt idx="49067">
                  <c:v>24.25</c:v>
                </c:pt>
                <c:pt idx="49068">
                  <c:v>24.25</c:v>
                </c:pt>
                <c:pt idx="49069">
                  <c:v>24.3</c:v>
                </c:pt>
                <c:pt idx="49070">
                  <c:v>24.3</c:v>
                </c:pt>
                <c:pt idx="49071">
                  <c:v>24.35</c:v>
                </c:pt>
                <c:pt idx="49072">
                  <c:v>24.35</c:v>
                </c:pt>
                <c:pt idx="49073">
                  <c:v>24.35</c:v>
                </c:pt>
                <c:pt idx="49074">
                  <c:v>24.4</c:v>
                </c:pt>
                <c:pt idx="49075">
                  <c:v>24.4</c:v>
                </c:pt>
                <c:pt idx="49076">
                  <c:v>24.4</c:v>
                </c:pt>
                <c:pt idx="49077">
                  <c:v>24.45</c:v>
                </c:pt>
                <c:pt idx="49078">
                  <c:v>24.45</c:v>
                </c:pt>
                <c:pt idx="49079">
                  <c:v>24.5</c:v>
                </c:pt>
                <c:pt idx="49080">
                  <c:v>24.5</c:v>
                </c:pt>
                <c:pt idx="49081">
                  <c:v>24.55</c:v>
                </c:pt>
                <c:pt idx="49082">
                  <c:v>24.55</c:v>
                </c:pt>
                <c:pt idx="49083">
                  <c:v>24.55</c:v>
                </c:pt>
                <c:pt idx="49084">
                  <c:v>24.5</c:v>
                </c:pt>
                <c:pt idx="49085">
                  <c:v>24.5</c:v>
                </c:pt>
                <c:pt idx="49086">
                  <c:v>24.45</c:v>
                </c:pt>
                <c:pt idx="49087">
                  <c:v>24.4</c:v>
                </c:pt>
                <c:pt idx="49088">
                  <c:v>24.4</c:v>
                </c:pt>
                <c:pt idx="49089">
                  <c:v>24.35</c:v>
                </c:pt>
                <c:pt idx="49090">
                  <c:v>24.35</c:v>
                </c:pt>
                <c:pt idx="49091">
                  <c:v>24.3</c:v>
                </c:pt>
                <c:pt idx="49092">
                  <c:v>24.3</c:v>
                </c:pt>
                <c:pt idx="49093">
                  <c:v>24.3</c:v>
                </c:pt>
                <c:pt idx="49094">
                  <c:v>24.3</c:v>
                </c:pt>
                <c:pt idx="49095">
                  <c:v>24.3</c:v>
                </c:pt>
                <c:pt idx="49096">
                  <c:v>24.3</c:v>
                </c:pt>
                <c:pt idx="49097">
                  <c:v>24.3</c:v>
                </c:pt>
                <c:pt idx="49098">
                  <c:v>24.3</c:v>
                </c:pt>
                <c:pt idx="49099">
                  <c:v>24.3</c:v>
                </c:pt>
                <c:pt idx="49100">
                  <c:v>24.3</c:v>
                </c:pt>
                <c:pt idx="49101">
                  <c:v>24.35</c:v>
                </c:pt>
                <c:pt idx="49102">
                  <c:v>24.35</c:v>
                </c:pt>
                <c:pt idx="49103">
                  <c:v>24.35</c:v>
                </c:pt>
                <c:pt idx="49104">
                  <c:v>24.4</c:v>
                </c:pt>
                <c:pt idx="49105">
                  <c:v>24.4</c:v>
                </c:pt>
                <c:pt idx="49106">
                  <c:v>24.45</c:v>
                </c:pt>
                <c:pt idx="49107">
                  <c:v>24.45</c:v>
                </c:pt>
                <c:pt idx="49108">
                  <c:v>24.5</c:v>
                </c:pt>
                <c:pt idx="49109">
                  <c:v>24.5</c:v>
                </c:pt>
                <c:pt idx="49110">
                  <c:v>24.5</c:v>
                </c:pt>
                <c:pt idx="49111">
                  <c:v>24.55</c:v>
                </c:pt>
                <c:pt idx="49112">
                  <c:v>24.55</c:v>
                </c:pt>
                <c:pt idx="49113">
                  <c:v>24.55</c:v>
                </c:pt>
                <c:pt idx="49114">
                  <c:v>24.55</c:v>
                </c:pt>
                <c:pt idx="49115">
                  <c:v>24.5</c:v>
                </c:pt>
                <c:pt idx="49116">
                  <c:v>24.45</c:v>
                </c:pt>
                <c:pt idx="49117">
                  <c:v>24.4</c:v>
                </c:pt>
                <c:pt idx="49118">
                  <c:v>24.35</c:v>
                </c:pt>
                <c:pt idx="49119">
                  <c:v>24.3</c:v>
                </c:pt>
                <c:pt idx="49120">
                  <c:v>24.3</c:v>
                </c:pt>
                <c:pt idx="49121">
                  <c:v>24.3</c:v>
                </c:pt>
                <c:pt idx="49122">
                  <c:v>24.3</c:v>
                </c:pt>
                <c:pt idx="49123">
                  <c:v>24.25</c:v>
                </c:pt>
                <c:pt idx="49124">
                  <c:v>24.25</c:v>
                </c:pt>
                <c:pt idx="49125">
                  <c:v>24.25</c:v>
                </c:pt>
                <c:pt idx="49126">
                  <c:v>24.25</c:v>
                </c:pt>
                <c:pt idx="49127">
                  <c:v>24.25</c:v>
                </c:pt>
                <c:pt idx="49128">
                  <c:v>24.25</c:v>
                </c:pt>
                <c:pt idx="49129">
                  <c:v>24.3</c:v>
                </c:pt>
                <c:pt idx="49130">
                  <c:v>24.3</c:v>
                </c:pt>
                <c:pt idx="49131">
                  <c:v>24.3</c:v>
                </c:pt>
                <c:pt idx="49132">
                  <c:v>24.35</c:v>
                </c:pt>
                <c:pt idx="49133">
                  <c:v>24.35</c:v>
                </c:pt>
                <c:pt idx="49134">
                  <c:v>24.4</c:v>
                </c:pt>
                <c:pt idx="49135">
                  <c:v>24.4</c:v>
                </c:pt>
                <c:pt idx="49136">
                  <c:v>24.4</c:v>
                </c:pt>
                <c:pt idx="49137">
                  <c:v>24.45</c:v>
                </c:pt>
                <c:pt idx="49138">
                  <c:v>24.5</c:v>
                </c:pt>
                <c:pt idx="49139">
                  <c:v>24.5</c:v>
                </c:pt>
                <c:pt idx="49140">
                  <c:v>24.5</c:v>
                </c:pt>
                <c:pt idx="49141">
                  <c:v>24.5</c:v>
                </c:pt>
                <c:pt idx="49142">
                  <c:v>24.55</c:v>
                </c:pt>
                <c:pt idx="49143">
                  <c:v>24.5</c:v>
                </c:pt>
                <c:pt idx="49144">
                  <c:v>24.5</c:v>
                </c:pt>
                <c:pt idx="49145">
                  <c:v>24.45</c:v>
                </c:pt>
                <c:pt idx="49146">
                  <c:v>24.4</c:v>
                </c:pt>
                <c:pt idx="49147">
                  <c:v>24.4</c:v>
                </c:pt>
                <c:pt idx="49148">
                  <c:v>24.35</c:v>
                </c:pt>
                <c:pt idx="49149">
                  <c:v>24.3</c:v>
                </c:pt>
                <c:pt idx="49150">
                  <c:v>24.3</c:v>
                </c:pt>
                <c:pt idx="49151">
                  <c:v>24.25</c:v>
                </c:pt>
                <c:pt idx="49152">
                  <c:v>24.25</c:v>
                </c:pt>
                <c:pt idx="49153">
                  <c:v>24.25</c:v>
                </c:pt>
                <c:pt idx="49154">
                  <c:v>24.25</c:v>
                </c:pt>
                <c:pt idx="49155">
                  <c:v>24.25</c:v>
                </c:pt>
                <c:pt idx="49156">
                  <c:v>24.3</c:v>
                </c:pt>
                <c:pt idx="49157">
                  <c:v>24.3</c:v>
                </c:pt>
                <c:pt idx="49158">
                  <c:v>24.3</c:v>
                </c:pt>
                <c:pt idx="49159">
                  <c:v>24.3</c:v>
                </c:pt>
                <c:pt idx="49160">
                  <c:v>24.35</c:v>
                </c:pt>
                <c:pt idx="49161">
                  <c:v>24.35</c:v>
                </c:pt>
                <c:pt idx="49162">
                  <c:v>24.35</c:v>
                </c:pt>
                <c:pt idx="49163">
                  <c:v>24.4</c:v>
                </c:pt>
                <c:pt idx="49164">
                  <c:v>24.4</c:v>
                </c:pt>
                <c:pt idx="49165">
                  <c:v>24.4</c:v>
                </c:pt>
                <c:pt idx="49166">
                  <c:v>24.45</c:v>
                </c:pt>
                <c:pt idx="49167">
                  <c:v>24.45</c:v>
                </c:pt>
                <c:pt idx="49168">
                  <c:v>24.5</c:v>
                </c:pt>
                <c:pt idx="49169">
                  <c:v>24.5</c:v>
                </c:pt>
                <c:pt idx="49170">
                  <c:v>24.55</c:v>
                </c:pt>
                <c:pt idx="49171">
                  <c:v>24.55</c:v>
                </c:pt>
                <c:pt idx="49172">
                  <c:v>24.55</c:v>
                </c:pt>
                <c:pt idx="49173">
                  <c:v>24.55</c:v>
                </c:pt>
                <c:pt idx="49174">
                  <c:v>24.55</c:v>
                </c:pt>
                <c:pt idx="49175">
                  <c:v>24.5</c:v>
                </c:pt>
                <c:pt idx="49176">
                  <c:v>24.5</c:v>
                </c:pt>
                <c:pt idx="49177">
                  <c:v>24.45</c:v>
                </c:pt>
                <c:pt idx="49178">
                  <c:v>24.4</c:v>
                </c:pt>
                <c:pt idx="49179">
                  <c:v>24.35</c:v>
                </c:pt>
                <c:pt idx="49180">
                  <c:v>24.35</c:v>
                </c:pt>
                <c:pt idx="49181">
                  <c:v>24.3</c:v>
                </c:pt>
                <c:pt idx="49182">
                  <c:v>24.3</c:v>
                </c:pt>
                <c:pt idx="49183">
                  <c:v>24.3</c:v>
                </c:pt>
                <c:pt idx="49184">
                  <c:v>24.3</c:v>
                </c:pt>
                <c:pt idx="49185">
                  <c:v>24.3</c:v>
                </c:pt>
                <c:pt idx="49186">
                  <c:v>24.3</c:v>
                </c:pt>
                <c:pt idx="49187">
                  <c:v>24.35</c:v>
                </c:pt>
                <c:pt idx="49188">
                  <c:v>24.35</c:v>
                </c:pt>
                <c:pt idx="49189">
                  <c:v>24.35</c:v>
                </c:pt>
                <c:pt idx="49190">
                  <c:v>24.35</c:v>
                </c:pt>
                <c:pt idx="49191">
                  <c:v>24.35</c:v>
                </c:pt>
                <c:pt idx="49192">
                  <c:v>24.4</c:v>
                </c:pt>
                <c:pt idx="49193">
                  <c:v>24.4</c:v>
                </c:pt>
                <c:pt idx="49194">
                  <c:v>24.4</c:v>
                </c:pt>
                <c:pt idx="49195">
                  <c:v>24.4</c:v>
                </c:pt>
                <c:pt idx="49196">
                  <c:v>24.45</c:v>
                </c:pt>
                <c:pt idx="49197">
                  <c:v>24.45</c:v>
                </c:pt>
                <c:pt idx="49198">
                  <c:v>24.45</c:v>
                </c:pt>
                <c:pt idx="49199">
                  <c:v>24.5</c:v>
                </c:pt>
                <c:pt idx="49200">
                  <c:v>24.5</c:v>
                </c:pt>
                <c:pt idx="49201">
                  <c:v>24.5</c:v>
                </c:pt>
                <c:pt idx="49202">
                  <c:v>24.5</c:v>
                </c:pt>
                <c:pt idx="49203">
                  <c:v>24.5</c:v>
                </c:pt>
                <c:pt idx="49204">
                  <c:v>24.5</c:v>
                </c:pt>
                <c:pt idx="49205">
                  <c:v>24.45</c:v>
                </c:pt>
                <c:pt idx="49206">
                  <c:v>24.45</c:v>
                </c:pt>
                <c:pt idx="49207">
                  <c:v>24.4</c:v>
                </c:pt>
                <c:pt idx="49208">
                  <c:v>24.35</c:v>
                </c:pt>
                <c:pt idx="49209">
                  <c:v>24.3</c:v>
                </c:pt>
                <c:pt idx="49210">
                  <c:v>24.3</c:v>
                </c:pt>
                <c:pt idx="49211">
                  <c:v>24.3</c:v>
                </c:pt>
                <c:pt idx="49212">
                  <c:v>24.3</c:v>
                </c:pt>
                <c:pt idx="49213">
                  <c:v>24.3</c:v>
                </c:pt>
                <c:pt idx="49214">
                  <c:v>24.3</c:v>
                </c:pt>
                <c:pt idx="49215">
                  <c:v>24.25</c:v>
                </c:pt>
                <c:pt idx="49216">
                  <c:v>24.3</c:v>
                </c:pt>
                <c:pt idx="49217">
                  <c:v>24.3</c:v>
                </c:pt>
                <c:pt idx="49218">
                  <c:v>24.3</c:v>
                </c:pt>
                <c:pt idx="49219">
                  <c:v>24.3</c:v>
                </c:pt>
                <c:pt idx="49220">
                  <c:v>24.3</c:v>
                </c:pt>
                <c:pt idx="49221">
                  <c:v>24.35</c:v>
                </c:pt>
                <c:pt idx="49222">
                  <c:v>24.35</c:v>
                </c:pt>
                <c:pt idx="49223">
                  <c:v>24.4</c:v>
                </c:pt>
                <c:pt idx="49224">
                  <c:v>24.4</c:v>
                </c:pt>
                <c:pt idx="49225">
                  <c:v>24.4</c:v>
                </c:pt>
                <c:pt idx="49226">
                  <c:v>24.45</c:v>
                </c:pt>
                <c:pt idx="49227">
                  <c:v>24.45</c:v>
                </c:pt>
                <c:pt idx="49228">
                  <c:v>24.5</c:v>
                </c:pt>
                <c:pt idx="49229">
                  <c:v>24.5</c:v>
                </c:pt>
                <c:pt idx="49230">
                  <c:v>24.5</c:v>
                </c:pt>
                <c:pt idx="49231">
                  <c:v>24.5</c:v>
                </c:pt>
                <c:pt idx="49232">
                  <c:v>24.55</c:v>
                </c:pt>
                <c:pt idx="49233">
                  <c:v>24.55</c:v>
                </c:pt>
                <c:pt idx="49234">
                  <c:v>24.5</c:v>
                </c:pt>
                <c:pt idx="49235">
                  <c:v>24.45</c:v>
                </c:pt>
                <c:pt idx="49236">
                  <c:v>24.45</c:v>
                </c:pt>
                <c:pt idx="49237">
                  <c:v>24.4</c:v>
                </c:pt>
                <c:pt idx="49238">
                  <c:v>24.4</c:v>
                </c:pt>
                <c:pt idx="49239">
                  <c:v>24.35</c:v>
                </c:pt>
                <c:pt idx="49240">
                  <c:v>24.3</c:v>
                </c:pt>
                <c:pt idx="49241">
                  <c:v>24.3</c:v>
                </c:pt>
                <c:pt idx="49242">
                  <c:v>24.3</c:v>
                </c:pt>
                <c:pt idx="49243">
                  <c:v>24.25</c:v>
                </c:pt>
                <c:pt idx="49244">
                  <c:v>24.25</c:v>
                </c:pt>
                <c:pt idx="49245">
                  <c:v>24.3</c:v>
                </c:pt>
                <c:pt idx="49246">
                  <c:v>24.25</c:v>
                </c:pt>
                <c:pt idx="49247">
                  <c:v>24.3</c:v>
                </c:pt>
                <c:pt idx="49248">
                  <c:v>24.3</c:v>
                </c:pt>
                <c:pt idx="49249">
                  <c:v>24.35</c:v>
                </c:pt>
                <c:pt idx="49250">
                  <c:v>24.35</c:v>
                </c:pt>
                <c:pt idx="49251">
                  <c:v>24.35</c:v>
                </c:pt>
                <c:pt idx="49252">
                  <c:v>24.4</c:v>
                </c:pt>
                <c:pt idx="49253">
                  <c:v>24.4</c:v>
                </c:pt>
                <c:pt idx="49254">
                  <c:v>24.4</c:v>
                </c:pt>
                <c:pt idx="49255">
                  <c:v>24.4</c:v>
                </c:pt>
                <c:pt idx="49256">
                  <c:v>24.45</c:v>
                </c:pt>
                <c:pt idx="49257">
                  <c:v>24.45</c:v>
                </c:pt>
                <c:pt idx="49258">
                  <c:v>24.5</c:v>
                </c:pt>
                <c:pt idx="49259">
                  <c:v>24.5</c:v>
                </c:pt>
                <c:pt idx="49260">
                  <c:v>24.5</c:v>
                </c:pt>
                <c:pt idx="49261">
                  <c:v>24.5</c:v>
                </c:pt>
                <c:pt idx="49262">
                  <c:v>24.55</c:v>
                </c:pt>
                <c:pt idx="49263">
                  <c:v>24.55</c:v>
                </c:pt>
                <c:pt idx="49264">
                  <c:v>24.5</c:v>
                </c:pt>
                <c:pt idx="49265">
                  <c:v>24.45</c:v>
                </c:pt>
                <c:pt idx="49266">
                  <c:v>24.4</c:v>
                </c:pt>
                <c:pt idx="49267">
                  <c:v>24.35</c:v>
                </c:pt>
                <c:pt idx="49268">
                  <c:v>24.35</c:v>
                </c:pt>
                <c:pt idx="49269">
                  <c:v>24.3</c:v>
                </c:pt>
                <c:pt idx="49270">
                  <c:v>24.25</c:v>
                </c:pt>
                <c:pt idx="49271">
                  <c:v>24.25</c:v>
                </c:pt>
                <c:pt idx="49272">
                  <c:v>24.25</c:v>
                </c:pt>
                <c:pt idx="49273">
                  <c:v>24.25</c:v>
                </c:pt>
                <c:pt idx="49274">
                  <c:v>24.25</c:v>
                </c:pt>
                <c:pt idx="49275">
                  <c:v>24.25</c:v>
                </c:pt>
                <c:pt idx="49276">
                  <c:v>24.25</c:v>
                </c:pt>
                <c:pt idx="49277">
                  <c:v>24.25</c:v>
                </c:pt>
                <c:pt idx="49278">
                  <c:v>24.3</c:v>
                </c:pt>
                <c:pt idx="49279">
                  <c:v>24.3</c:v>
                </c:pt>
                <c:pt idx="49280">
                  <c:v>24.3</c:v>
                </c:pt>
                <c:pt idx="49281">
                  <c:v>24.35</c:v>
                </c:pt>
                <c:pt idx="49282">
                  <c:v>24.35</c:v>
                </c:pt>
                <c:pt idx="49283">
                  <c:v>24.35</c:v>
                </c:pt>
                <c:pt idx="49284">
                  <c:v>24.4</c:v>
                </c:pt>
                <c:pt idx="49285">
                  <c:v>24.4</c:v>
                </c:pt>
                <c:pt idx="49286">
                  <c:v>24.45</c:v>
                </c:pt>
                <c:pt idx="49287">
                  <c:v>24.45</c:v>
                </c:pt>
                <c:pt idx="49288">
                  <c:v>24.45</c:v>
                </c:pt>
                <c:pt idx="49289">
                  <c:v>24.5</c:v>
                </c:pt>
                <c:pt idx="49290">
                  <c:v>24.5</c:v>
                </c:pt>
                <c:pt idx="49291">
                  <c:v>24.5</c:v>
                </c:pt>
                <c:pt idx="49292">
                  <c:v>24.55</c:v>
                </c:pt>
                <c:pt idx="49293">
                  <c:v>24.55</c:v>
                </c:pt>
                <c:pt idx="49294">
                  <c:v>24.5</c:v>
                </c:pt>
                <c:pt idx="49295">
                  <c:v>24.45</c:v>
                </c:pt>
                <c:pt idx="49296">
                  <c:v>24.4</c:v>
                </c:pt>
                <c:pt idx="49297">
                  <c:v>24.4</c:v>
                </c:pt>
                <c:pt idx="49298">
                  <c:v>24.35</c:v>
                </c:pt>
                <c:pt idx="49299">
                  <c:v>24.3</c:v>
                </c:pt>
                <c:pt idx="49300">
                  <c:v>24.25</c:v>
                </c:pt>
                <c:pt idx="49301">
                  <c:v>24.25</c:v>
                </c:pt>
                <c:pt idx="49302">
                  <c:v>24.25</c:v>
                </c:pt>
                <c:pt idx="49303">
                  <c:v>24.25</c:v>
                </c:pt>
                <c:pt idx="49304">
                  <c:v>24.25</c:v>
                </c:pt>
                <c:pt idx="49305">
                  <c:v>24.25</c:v>
                </c:pt>
                <c:pt idx="49306">
                  <c:v>24.25</c:v>
                </c:pt>
                <c:pt idx="49307">
                  <c:v>24.3</c:v>
                </c:pt>
                <c:pt idx="49308">
                  <c:v>24.3</c:v>
                </c:pt>
                <c:pt idx="49309">
                  <c:v>24.35</c:v>
                </c:pt>
                <c:pt idx="49310">
                  <c:v>24.35</c:v>
                </c:pt>
                <c:pt idx="49311">
                  <c:v>24.35</c:v>
                </c:pt>
                <c:pt idx="49312">
                  <c:v>24.4</c:v>
                </c:pt>
                <c:pt idx="49313">
                  <c:v>24.4</c:v>
                </c:pt>
                <c:pt idx="49314">
                  <c:v>24.4</c:v>
                </c:pt>
                <c:pt idx="49315">
                  <c:v>24.45</c:v>
                </c:pt>
                <c:pt idx="49316">
                  <c:v>24.45</c:v>
                </c:pt>
                <c:pt idx="49317">
                  <c:v>24.45</c:v>
                </c:pt>
                <c:pt idx="49318">
                  <c:v>24.5</c:v>
                </c:pt>
                <c:pt idx="49319">
                  <c:v>24.5</c:v>
                </c:pt>
                <c:pt idx="49320">
                  <c:v>24.55</c:v>
                </c:pt>
                <c:pt idx="49321">
                  <c:v>24.55</c:v>
                </c:pt>
                <c:pt idx="49322">
                  <c:v>24.55</c:v>
                </c:pt>
                <c:pt idx="49323">
                  <c:v>24.55</c:v>
                </c:pt>
                <c:pt idx="49324">
                  <c:v>24.55</c:v>
                </c:pt>
                <c:pt idx="49325">
                  <c:v>24.5</c:v>
                </c:pt>
                <c:pt idx="49326">
                  <c:v>24.45</c:v>
                </c:pt>
                <c:pt idx="49327">
                  <c:v>24.4</c:v>
                </c:pt>
                <c:pt idx="49328">
                  <c:v>24.35</c:v>
                </c:pt>
                <c:pt idx="49329">
                  <c:v>24.35</c:v>
                </c:pt>
                <c:pt idx="49330">
                  <c:v>24.3</c:v>
                </c:pt>
                <c:pt idx="49331">
                  <c:v>24.3</c:v>
                </c:pt>
                <c:pt idx="49332">
                  <c:v>24.25</c:v>
                </c:pt>
                <c:pt idx="49333">
                  <c:v>24.25</c:v>
                </c:pt>
                <c:pt idx="49334">
                  <c:v>24.3</c:v>
                </c:pt>
                <c:pt idx="49335">
                  <c:v>24.3</c:v>
                </c:pt>
                <c:pt idx="49336">
                  <c:v>24.3</c:v>
                </c:pt>
                <c:pt idx="49337">
                  <c:v>24.3</c:v>
                </c:pt>
                <c:pt idx="49338">
                  <c:v>24.3</c:v>
                </c:pt>
                <c:pt idx="49339">
                  <c:v>24.35</c:v>
                </c:pt>
                <c:pt idx="49340">
                  <c:v>24.35</c:v>
                </c:pt>
                <c:pt idx="49341">
                  <c:v>24.35</c:v>
                </c:pt>
                <c:pt idx="49342">
                  <c:v>24.4</c:v>
                </c:pt>
                <c:pt idx="49343">
                  <c:v>24.4</c:v>
                </c:pt>
                <c:pt idx="49344">
                  <c:v>24.45</c:v>
                </c:pt>
                <c:pt idx="49345">
                  <c:v>24.45</c:v>
                </c:pt>
                <c:pt idx="49346">
                  <c:v>24.45</c:v>
                </c:pt>
                <c:pt idx="49347">
                  <c:v>24.5</c:v>
                </c:pt>
                <c:pt idx="49348">
                  <c:v>24.5</c:v>
                </c:pt>
                <c:pt idx="49349">
                  <c:v>24.5</c:v>
                </c:pt>
                <c:pt idx="49350">
                  <c:v>24.5</c:v>
                </c:pt>
                <c:pt idx="49351">
                  <c:v>24.55</c:v>
                </c:pt>
                <c:pt idx="49352">
                  <c:v>24.55</c:v>
                </c:pt>
                <c:pt idx="49353">
                  <c:v>24.55</c:v>
                </c:pt>
                <c:pt idx="49354">
                  <c:v>24.5</c:v>
                </c:pt>
                <c:pt idx="49355">
                  <c:v>24.45</c:v>
                </c:pt>
                <c:pt idx="49356">
                  <c:v>24.4</c:v>
                </c:pt>
                <c:pt idx="49357">
                  <c:v>24.35</c:v>
                </c:pt>
                <c:pt idx="49358">
                  <c:v>24.35</c:v>
                </c:pt>
                <c:pt idx="49359">
                  <c:v>24.3</c:v>
                </c:pt>
                <c:pt idx="49360">
                  <c:v>24.3</c:v>
                </c:pt>
                <c:pt idx="49361">
                  <c:v>24.3</c:v>
                </c:pt>
                <c:pt idx="49362">
                  <c:v>24.25</c:v>
                </c:pt>
                <c:pt idx="49363">
                  <c:v>24.25</c:v>
                </c:pt>
                <c:pt idx="49364">
                  <c:v>24.25</c:v>
                </c:pt>
                <c:pt idx="49365">
                  <c:v>24.25</c:v>
                </c:pt>
                <c:pt idx="49366">
                  <c:v>24.3</c:v>
                </c:pt>
                <c:pt idx="49367">
                  <c:v>24.3</c:v>
                </c:pt>
                <c:pt idx="49368">
                  <c:v>24.3</c:v>
                </c:pt>
                <c:pt idx="49369">
                  <c:v>24.3</c:v>
                </c:pt>
                <c:pt idx="49370">
                  <c:v>24.35</c:v>
                </c:pt>
                <c:pt idx="49371">
                  <c:v>24.35</c:v>
                </c:pt>
                <c:pt idx="49372">
                  <c:v>24.4</c:v>
                </c:pt>
                <c:pt idx="49373">
                  <c:v>24.4</c:v>
                </c:pt>
                <c:pt idx="49374">
                  <c:v>24.4</c:v>
                </c:pt>
                <c:pt idx="49375">
                  <c:v>24.45</c:v>
                </c:pt>
                <c:pt idx="49376">
                  <c:v>24.45</c:v>
                </c:pt>
                <c:pt idx="49377">
                  <c:v>24.45</c:v>
                </c:pt>
                <c:pt idx="49378">
                  <c:v>24.5</c:v>
                </c:pt>
                <c:pt idx="49379">
                  <c:v>24.55</c:v>
                </c:pt>
                <c:pt idx="49380">
                  <c:v>24.55</c:v>
                </c:pt>
                <c:pt idx="49381">
                  <c:v>24.55</c:v>
                </c:pt>
                <c:pt idx="49382">
                  <c:v>24.55</c:v>
                </c:pt>
                <c:pt idx="49383">
                  <c:v>24.55</c:v>
                </c:pt>
                <c:pt idx="49384">
                  <c:v>24.55</c:v>
                </c:pt>
                <c:pt idx="49385">
                  <c:v>24.5</c:v>
                </c:pt>
                <c:pt idx="49386">
                  <c:v>24.45</c:v>
                </c:pt>
                <c:pt idx="49387">
                  <c:v>24.4</c:v>
                </c:pt>
                <c:pt idx="49388">
                  <c:v>24.4</c:v>
                </c:pt>
                <c:pt idx="49389">
                  <c:v>24.35</c:v>
                </c:pt>
                <c:pt idx="49390">
                  <c:v>24.3</c:v>
                </c:pt>
                <c:pt idx="49391">
                  <c:v>24.3</c:v>
                </c:pt>
                <c:pt idx="49392">
                  <c:v>24.3</c:v>
                </c:pt>
                <c:pt idx="49393">
                  <c:v>24.25</c:v>
                </c:pt>
                <c:pt idx="49394">
                  <c:v>24.3</c:v>
                </c:pt>
                <c:pt idx="49395">
                  <c:v>24.25</c:v>
                </c:pt>
                <c:pt idx="49396">
                  <c:v>24.3</c:v>
                </c:pt>
                <c:pt idx="49397">
                  <c:v>24.3</c:v>
                </c:pt>
                <c:pt idx="49398">
                  <c:v>24.3</c:v>
                </c:pt>
                <c:pt idx="49399">
                  <c:v>24.3</c:v>
                </c:pt>
                <c:pt idx="49400">
                  <c:v>24.35</c:v>
                </c:pt>
                <c:pt idx="49401">
                  <c:v>24.35</c:v>
                </c:pt>
                <c:pt idx="49402">
                  <c:v>24.35</c:v>
                </c:pt>
                <c:pt idx="49403">
                  <c:v>24.4</c:v>
                </c:pt>
                <c:pt idx="49404">
                  <c:v>24.4</c:v>
                </c:pt>
                <c:pt idx="49405">
                  <c:v>24.4</c:v>
                </c:pt>
                <c:pt idx="49406">
                  <c:v>24.4</c:v>
                </c:pt>
                <c:pt idx="49407">
                  <c:v>24.45</c:v>
                </c:pt>
                <c:pt idx="49408">
                  <c:v>24.45</c:v>
                </c:pt>
                <c:pt idx="49409">
                  <c:v>24.45</c:v>
                </c:pt>
                <c:pt idx="49410">
                  <c:v>24.5</c:v>
                </c:pt>
                <c:pt idx="49411">
                  <c:v>24.5</c:v>
                </c:pt>
                <c:pt idx="49412">
                  <c:v>24.5</c:v>
                </c:pt>
                <c:pt idx="49413">
                  <c:v>24.5</c:v>
                </c:pt>
                <c:pt idx="49414">
                  <c:v>24.5</c:v>
                </c:pt>
                <c:pt idx="49415">
                  <c:v>24.45</c:v>
                </c:pt>
                <c:pt idx="49416">
                  <c:v>24.45</c:v>
                </c:pt>
                <c:pt idx="49417">
                  <c:v>24.4</c:v>
                </c:pt>
                <c:pt idx="49418">
                  <c:v>24.35</c:v>
                </c:pt>
                <c:pt idx="49419">
                  <c:v>24.3</c:v>
                </c:pt>
                <c:pt idx="49420">
                  <c:v>24.3</c:v>
                </c:pt>
                <c:pt idx="49421">
                  <c:v>24.3</c:v>
                </c:pt>
                <c:pt idx="49422">
                  <c:v>24.3</c:v>
                </c:pt>
                <c:pt idx="49423">
                  <c:v>24.3</c:v>
                </c:pt>
                <c:pt idx="49424">
                  <c:v>24.3</c:v>
                </c:pt>
                <c:pt idx="49425">
                  <c:v>24.3</c:v>
                </c:pt>
                <c:pt idx="49426">
                  <c:v>24.3</c:v>
                </c:pt>
                <c:pt idx="49427">
                  <c:v>24.3</c:v>
                </c:pt>
                <c:pt idx="49428">
                  <c:v>24.3</c:v>
                </c:pt>
                <c:pt idx="49429">
                  <c:v>24.3</c:v>
                </c:pt>
                <c:pt idx="49430">
                  <c:v>24.35</c:v>
                </c:pt>
                <c:pt idx="49431">
                  <c:v>24.35</c:v>
                </c:pt>
                <c:pt idx="49432">
                  <c:v>24.35</c:v>
                </c:pt>
                <c:pt idx="49433">
                  <c:v>24.4</c:v>
                </c:pt>
                <c:pt idx="49434">
                  <c:v>24.4</c:v>
                </c:pt>
                <c:pt idx="49435">
                  <c:v>24.4</c:v>
                </c:pt>
                <c:pt idx="49436">
                  <c:v>24.45</c:v>
                </c:pt>
                <c:pt idx="49437">
                  <c:v>24.45</c:v>
                </c:pt>
                <c:pt idx="49438">
                  <c:v>24.5</c:v>
                </c:pt>
                <c:pt idx="49439">
                  <c:v>24.5</c:v>
                </c:pt>
                <c:pt idx="49440">
                  <c:v>24.5</c:v>
                </c:pt>
                <c:pt idx="49441">
                  <c:v>24.55</c:v>
                </c:pt>
                <c:pt idx="49442">
                  <c:v>24.55</c:v>
                </c:pt>
                <c:pt idx="49443">
                  <c:v>24.55</c:v>
                </c:pt>
                <c:pt idx="49444">
                  <c:v>24.5</c:v>
                </c:pt>
                <c:pt idx="49445">
                  <c:v>24.5</c:v>
                </c:pt>
                <c:pt idx="49446">
                  <c:v>24.45</c:v>
                </c:pt>
                <c:pt idx="49447">
                  <c:v>24.4</c:v>
                </c:pt>
                <c:pt idx="49448">
                  <c:v>24.35</c:v>
                </c:pt>
                <c:pt idx="49449">
                  <c:v>24.35</c:v>
                </c:pt>
                <c:pt idx="49450">
                  <c:v>24.3</c:v>
                </c:pt>
                <c:pt idx="49451">
                  <c:v>24.3</c:v>
                </c:pt>
                <c:pt idx="49452">
                  <c:v>24.3</c:v>
                </c:pt>
                <c:pt idx="49453">
                  <c:v>24.25</c:v>
                </c:pt>
                <c:pt idx="49454">
                  <c:v>24.3</c:v>
                </c:pt>
                <c:pt idx="49455">
                  <c:v>24.3</c:v>
                </c:pt>
                <c:pt idx="49456">
                  <c:v>24.25</c:v>
                </c:pt>
                <c:pt idx="49457">
                  <c:v>24.3</c:v>
                </c:pt>
                <c:pt idx="49458">
                  <c:v>24.3</c:v>
                </c:pt>
                <c:pt idx="49459">
                  <c:v>24.3</c:v>
                </c:pt>
                <c:pt idx="49460">
                  <c:v>24.3</c:v>
                </c:pt>
                <c:pt idx="49461">
                  <c:v>24.35</c:v>
                </c:pt>
                <c:pt idx="49462">
                  <c:v>24.35</c:v>
                </c:pt>
                <c:pt idx="49463">
                  <c:v>24.35</c:v>
                </c:pt>
                <c:pt idx="49464">
                  <c:v>24.4</c:v>
                </c:pt>
                <c:pt idx="49465">
                  <c:v>24.4</c:v>
                </c:pt>
                <c:pt idx="49466">
                  <c:v>24.45</c:v>
                </c:pt>
                <c:pt idx="49467">
                  <c:v>24.45</c:v>
                </c:pt>
                <c:pt idx="49468">
                  <c:v>24.45</c:v>
                </c:pt>
                <c:pt idx="49469">
                  <c:v>24.5</c:v>
                </c:pt>
                <c:pt idx="49470">
                  <c:v>24.55</c:v>
                </c:pt>
                <c:pt idx="49471">
                  <c:v>24.55</c:v>
                </c:pt>
                <c:pt idx="49472">
                  <c:v>24.55</c:v>
                </c:pt>
                <c:pt idx="49473">
                  <c:v>24.55</c:v>
                </c:pt>
                <c:pt idx="49474">
                  <c:v>24.55</c:v>
                </c:pt>
                <c:pt idx="49475">
                  <c:v>24.5</c:v>
                </c:pt>
                <c:pt idx="49476">
                  <c:v>24.45</c:v>
                </c:pt>
                <c:pt idx="49477">
                  <c:v>24.45</c:v>
                </c:pt>
                <c:pt idx="49478">
                  <c:v>24.4</c:v>
                </c:pt>
                <c:pt idx="49479">
                  <c:v>24.35</c:v>
                </c:pt>
                <c:pt idx="49480">
                  <c:v>24.3</c:v>
                </c:pt>
                <c:pt idx="49481">
                  <c:v>24.3</c:v>
                </c:pt>
                <c:pt idx="49482">
                  <c:v>24.3</c:v>
                </c:pt>
                <c:pt idx="49483">
                  <c:v>24.3</c:v>
                </c:pt>
                <c:pt idx="49484">
                  <c:v>24.3</c:v>
                </c:pt>
                <c:pt idx="49485">
                  <c:v>24.3</c:v>
                </c:pt>
                <c:pt idx="49486">
                  <c:v>24.3</c:v>
                </c:pt>
                <c:pt idx="49487">
                  <c:v>24.3</c:v>
                </c:pt>
                <c:pt idx="49488">
                  <c:v>24.35</c:v>
                </c:pt>
                <c:pt idx="49489">
                  <c:v>24.35</c:v>
                </c:pt>
                <c:pt idx="49490">
                  <c:v>24.35</c:v>
                </c:pt>
                <c:pt idx="49491">
                  <c:v>24.35</c:v>
                </c:pt>
                <c:pt idx="49492">
                  <c:v>24.4</c:v>
                </c:pt>
                <c:pt idx="49493">
                  <c:v>24.4</c:v>
                </c:pt>
                <c:pt idx="49494">
                  <c:v>24.4</c:v>
                </c:pt>
                <c:pt idx="49495">
                  <c:v>24.45</c:v>
                </c:pt>
                <c:pt idx="49496">
                  <c:v>24.45</c:v>
                </c:pt>
                <c:pt idx="49497">
                  <c:v>24.45</c:v>
                </c:pt>
                <c:pt idx="49498">
                  <c:v>24.5</c:v>
                </c:pt>
                <c:pt idx="49499">
                  <c:v>24.5</c:v>
                </c:pt>
                <c:pt idx="49500">
                  <c:v>24.55</c:v>
                </c:pt>
                <c:pt idx="49501">
                  <c:v>24.55</c:v>
                </c:pt>
                <c:pt idx="49502">
                  <c:v>24.55</c:v>
                </c:pt>
                <c:pt idx="49503">
                  <c:v>24.55</c:v>
                </c:pt>
                <c:pt idx="49504">
                  <c:v>24.5</c:v>
                </c:pt>
                <c:pt idx="49505">
                  <c:v>24.5</c:v>
                </c:pt>
                <c:pt idx="49506">
                  <c:v>24.45</c:v>
                </c:pt>
                <c:pt idx="49507">
                  <c:v>24.4</c:v>
                </c:pt>
                <c:pt idx="49508">
                  <c:v>24.35</c:v>
                </c:pt>
                <c:pt idx="49509">
                  <c:v>24.3</c:v>
                </c:pt>
                <c:pt idx="49510">
                  <c:v>24.3</c:v>
                </c:pt>
                <c:pt idx="49511">
                  <c:v>24.3</c:v>
                </c:pt>
                <c:pt idx="49512">
                  <c:v>24.25</c:v>
                </c:pt>
                <c:pt idx="49513">
                  <c:v>24.25</c:v>
                </c:pt>
                <c:pt idx="49514">
                  <c:v>24.25</c:v>
                </c:pt>
                <c:pt idx="49515">
                  <c:v>24.25</c:v>
                </c:pt>
                <c:pt idx="49516">
                  <c:v>24.25</c:v>
                </c:pt>
                <c:pt idx="49517">
                  <c:v>24.3</c:v>
                </c:pt>
                <c:pt idx="49518">
                  <c:v>24.3</c:v>
                </c:pt>
                <c:pt idx="49519">
                  <c:v>24.3</c:v>
                </c:pt>
                <c:pt idx="49520">
                  <c:v>24.3</c:v>
                </c:pt>
                <c:pt idx="49521">
                  <c:v>24.35</c:v>
                </c:pt>
                <c:pt idx="49522">
                  <c:v>24.35</c:v>
                </c:pt>
                <c:pt idx="49523">
                  <c:v>24.4</c:v>
                </c:pt>
                <c:pt idx="49524">
                  <c:v>24.4</c:v>
                </c:pt>
                <c:pt idx="49525">
                  <c:v>24.4</c:v>
                </c:pt>
                <c:pt idx="49526">
                  <c:v>24.45</c:v>
                </c:pt>
                <c:pt idx="49527">
                  <c:v>24.45</c:v>
                </c:pt>
                <c:pt idx="49528">
                  <c:v>24.5</c:v>
                </c:pt>
                <c:pt idx="49529">
                  <c:v>24.5</c:v>
                </c:pt>
                <c:pt idx="49530">
                  <c:v>24.5</c:v>
                </c:pt>
                <c:pt idx="49531">
                  <c:v>24.55</c:v>
                </c:pt>
                <c:pt idx="49532">
                  <c:v>24.55</c:v>
                </c:pt>
                <c:pt idx="49533">
                  <c:v>24.55</c:v>
                </c:pt>
                <c:pt idx="49534">
                  <c:v>24.5</c:v>
                </c:pt>
                <c:pt idx="49535">
                  <c:v>24.45</c:v>
                </c:pt>
                <c:pt idx="49536">
                  <c:v>24.45</c:v>
                </c:pt>
                <c:pt idx="49537">
                  <c:v>24.4</c:v>
                </c:pt>
                <c:pt idx="49538">
                  <c:v>24.35</c:v>
                </c:pt>
                <c:pt idx="49539">
                  <c:v>24.3</c:v>
                </c:pt>
                <c:pt idx="49540">
                  <c:v>24.3</c:v>
                </c:pt>
                <c:pt idx="49541">
                  <c:v>24.25</c:v>
                </c:pt>
                <c:pt idx="49542">
                  <c:v>24.25</c:v>
                </c:pt>
                <c:pt idx="49543">
                  <c:v>24.25</c:v>
                </c:pt>
                <c:pt idx="49544">
                  <c:v>24.25</c:v>
                </c:pt>
                <c:pt idx="49545">
                  <c:v>24.25</c:v>
                </c:pt>
                <c:pt idx="49546">
                  <c:v>24.3</c:v>
                </c:pt>
                <c:pt idx="49547">
                  <c:v>24.3</c:v>
                </c:pt>
                <c:pt idx="49548">
                  <c:v>24.3</c:v>
                </c:pt>
                <c:pt idx="49549">
                  <c:v>24.3</c:v>
                </c:pt>
                <c:pt idx="49550">
                  <c:v>24.35</c:v>
                </c:pt>
                <c:pt idx="49551">
                  <c:v>24.35</c:v>
                </c:pt>
                <c:pt idx="49552">
                  <c:v>24.35</c:v>
                </c:pt>
                <c:pt idx="49553">
                  <c:v>24.4</c:v>
                </c:pt>
                <c:pt idx="49554">
                  <c:v>24.4</c:v>
                </c:pt>
                <c:pt idx="49555">
                  <c:v>24.45</c:v>
                </c:pt>
                <c:pt idx="49556">
                  <c:v>24.45</c:v>
                </c:pt>
                <c:pt idx="49557">
                  <c:v>24.45</c:v>
                </c:pt>
                <c:pt idx="49558">
                  <c:v>24.5</c:v>
                </c:pt>
                <c:pt idx="49559">
                  <c:v>24.5</c:v>
                </c:pt>
                <c:pt idx="49560">
                  <c:v>24.55</c:v>
                </c:pt>
                <c:pt idx="49561">
                  <c:v>24.55</c:v>
                </c:pt>
                <c:pt idx="49562">
                  <c:v>24.55</c:v>
                </c:pt>
                <c:pt idx="49563">
                  <c:v>24.5</c:v>
                </c:pt>
                <c:pt idx="49564">
                  <c:v>24.5</c:v>
                </c:pt>
                <c:pt idx="49565">
                  <c:v>24.45</c:v>
                </c:pt>
                <c:pt idx="49566">
                  <c:v>24.4</c:v>
                </c:pt>
                <c:pt idx="49567">
                  <c:v>24.4</c:v>
                </c:pt>
                <c:pt idx="49568">
                  <c:v>24.3</c:v>
                </c:pt>
                <c:pt idx="49569">
                  <c:v>24.3</c:v>
                </c:pt>
                <c:pt idx="49570">
                  <c:v>24.3</c:v>
                </c:pt>
                <c:pt idx="49571">
                  <c:v>24.25</c:v>
                </c:pt>
                <c:pt idx="49572">
                  <c:v>24.25</c:v>
                </c:pt>
                <c:pt idx="49573">
                  <c:v>24.25</c:v>
                </c:pt>
                <c:pt idx="49574">
                  <c:v>24.25</c:v>
                </c:pt>
                <c:pt idx="49575">
                  <c:v>24.25</c:v>
                </c:pt>
                <c:pt idx="49576">
                  <c:v>24.25</c:v>
                </c:pt>
                <c:pt idx="49577">
                  <c:v>24.25</c:v>
                </c:pt>
                <c:pt idx="49578">
                  <c:v>24.25</c:v>
                </c:pt>
                <c:pt idx="49579">
                  <c:v>24.25</c:v>
                </c:pt>
                <c:pt idx="49580">
                  <c:v>24.3</c:v>
                </c:pt>
                <c:pt idx="49581">
                  <c:v>24.3</c:v>
                </c:pt>
                <c:pt idx="49582">
                  <c:v>24.3</c:v>
                </c:pt>
                <c:pt idx="49583">
                  <c:v>24.35</c:v>
                </c:pt>
                <c:pt idx="49584">
                  <c:v>24.35</c:v>
                </c:pt>
                <c:pt idx="49585">
                  <c:v>24.35</c:v>
                </c:pt>
                <c:pt idx="49586">
                  <c:v>24.4</c:v>
                </c:pt>
                <c:pt idx="49587">
                  <c:v>24.4</c:v>
                </c:pt>
                <c:pt idx="49588">
                  <c:v>24.45</c:v>
                </c:pt>
                <c:pt idx="49589">
                  <c:v>24.45</c:v>
                </c:pt>
                <c:pt idx="49590">
                  <c:v>24.5</c:v>
                </c:pt>
                <c:pt idx="49591">
                  <c:v>24.5</c:v>
                </c:pt>
                <c:pt idx="49592">
                  <c:v>24.55</c:v>
                </c:pt>
                <c:pt idx="49593">
                  <c:v>24.5</c:v>
                </c:pt>
                <c:pt idx="49594">
                  <c:v>24.5</c:v>
                </c:pt>
                <c:pt idx="49595">
                  <c:v>24.45</c:v>
                </c:pt>
                <c:pt idx="49596">
                  <c:v>24.4</c:v>
                </c:pt>
                <c:pt idx="49597">
                  <c:v>24.4</c:v>
                </c:pt>
                <c:pt idx="49598">
                  <c:v>24.35</c:v>
                </c:pt>
                <c:pt idx="49599">
                  <c:v>24.35</c:v>
                </c:pt>
                <c:pt idx="49600">
                  <c:v>24.3</c:v>
                </c:pt>
                <c:pt idx="49601">
                  <c:v>24.25</c:v>
                </c:pt>
                <c:pt idx="49602">
                  <c:v>24.25</c:v>
                </c:pt>
                <c:pt idx="49603">
                  <c:v>24.25</c:v>
                </c:pt>
                <c:pt idx="49604">
                  <c:v>24.25</c:v>
                </c:pt>
                <c:pt idx="49605">
                  <c:v>24.25</c:v>
                </c:pt>
                <c:pt idx="49606">
                  <c:v>24.25</c:v>
                </c:pt>
                <c:pt idx="49607">
                  <c:v>24.25</c:v>
                </c:pt>
                <c:pt idx="49608">
                  <c:v>24.3</c:v>
                </c:pt>
                <c:pt idx="49609">
                  <c:v>24.3</c:v>
                </c:pt>
                <c:pt idx="49610">
                  <c:v>24.3</c:v>
                </c:pt>
                <c:pt idx="49611">
                  <c:v>24.3</c:v>
                </c:pt>
                <c:pt idx="49612">
                  <c:v>24.35</c:v>
                </c:pt>
                <c:pt idx="49613">
                  <c:v>24.35</c:v>
                </c:pt>
                <c:pt idx="49614">
                  <c:v>24.35</c:v>
                </c:pt>
                <c:pt idx="49615">
                  <c:v>24.4</c:v>
                </c:pt>
                <c:pt idx="49616">
                  <c:v>24.4</c:v>
                </c:pt>
                <c:pt idx="49617">
                  <c:v>24.45</c:v>
                </c:pt>
                <c:pt idx="49618">
                  <c:v>24.5</c:v>
                </c:pt>
                <c:pt idx="49619">
                  <c:v>24.5</c:v>
                </c:pt>
                <c:pt idx="49620">
                  <c:v>24.5</c:v>
                </c:pt>
                <c:pt idx="49621">
                  <c:v>24.55</c:v>
                </c:pt>
                <c:pt idx="49622">
                  <c:v>24.55</c:v>
                </c:pt>
                <c:pt idx="49623">
                  <c:v>24.55</c:v>
                </c:pt>
                <c:pt idx="49624">
                  <c:v>24.55</c:v>
                </c:pt>
                <c:pt idx="49625">
                  <c:v>24.5</c:v>
                </c:pt>
                <c:pt idx="49626">
                  <c:v>24.45</c:v>
                </c:pt>
                <c:pt idx="49627">
                  <c:v>24.4</c:v>
                </c:pt>
                <c:pt idx="49628">
                  <c:v>24.35</c:v>
                </c:pt>
                <c:pt idx="49629">
                  <c:v>24.3</c:v>
                </c:pt>
                <c:pt idx="49630">
                  <c:v>24.3</c:v>
                </c:pt>
                <c:pt idx="49631">
                  <c:v>24.25</c:v>
                </c:pt>
                <c:pt idx="49632">
                  <c:v>24.25</c:v>
                </c:pt>
                <c:pt idx="49633">
                  <c:v>24.25</c:v>
                </c:pt>
                <c:pt idx="49634">
                  <c:v>24.25</c:v>
                </c:pt>
                <c:pt idx="49635">
                  <c:v>24.25</c:v>
                </c:pt>
                <c:pt idx="49636">
                  <c:v>24.25</c:v>
                </c:pt>
                <c:pt idx="49637">
                  <c:v>24.25</c:v>
                </c:pt>
                <c:pt idx="49638">
                  <c:v>24.3</c:v>
                </c:pt>
                <c:pt idx="49639">
                  <c:v>24.3</c:v>
                </c:pt>
                <c:pt idx="49640">
                  <c:v>24.3</c:v>
                </c:pt>
                <c:pt idx="49641">
                  <c:v>24.35</c:v>
                </c:pt>
                <c:pt idx="49642">
                  <c:v>24.35</c:v>
                </c:pt>
                <c:pt idx="49643">
                  <c:v>24.35</c:v>
                </c:pt>
                <c:pt idx="49644">
                  <c:v>24.4</c:v>
                </c:pt>
                <c:pt idx="49645">
                  <c:v>24.4</c:v>
                </c:pt>
                <c:pt idx="49646">
                  <c:v>24.45</c:v>
                </c:pt>
                <c:pt idx="49647">
                  <c:v>24.45</c:v>
                </c:pt>
                <c:pt idx="49648">
                  <c:v>24.5</c:v>
                </c:pt>
                <c:pt idx="49649">
                  <c:v>24.5</c:v>
                </c:pt>
                <c:pt idx="49650">
                  <c:v>24.5</c:v>
                </c:pt>
                <c:pt idx="49651">
                  <c:v>24.55</c:v>
                </c:pt>
                <c:pt idx="49652">
                  <c:v>24.55</c:v>
                </c:pt>
                <c:pt idx="49653">
                  <c:v>24.55</c:v>
                </c:pt>
                <c:pt idx="49654">
                  <c:v>24.5</c:v>
                </c:pt>
                <c:pt idx="49655">
                  <c:v>24.45</c:v>
                </c:pt>
                <c:pt idx="49656">
                  <c:v>24.4</c:v>
                </c:pt>
                <c:pt idx="49657">
                  <c:v>24.35</c:v>
                </c:pt>
                <c:pt idx="49658">
                  <c:v>24.3</c:v>
                </c:pt>
                <c:pt idx="49659">
                  <c:v>24.3</c:v>
                </c:pt>
                <c:pt idx="49660">
                  <c:v>24.3</c:v>
                </c:pt>
                <c:pt idx="49661">
                  <c:v>24.25</c:v>
                </c:pt>
                <c:pt idx="49662">
                  <c:v>24.25</c:v>
                </c:pt>
                <c:pt idx="49663">
                  <c:v>24.25</c:v>
                </c:pt>
                <c:pt idx="49664">
                  <c:v>24.25</c:v>
                </c:pt>
                <c:pt idx="49665">
                  <c:v>24.25</c:v>
                </c:pt>
                <c:pt idx="49666">
                  <c:v>24.25</c:v>
                </c:pt>
                <c:pt idx="49667">
                  <c:v>24.25</c:v>
                </c:pt>
                <c:pt idx="49668">
                  <c:v>24.25</c:v>
                </c:pt>
                <c:pt idx="49669">
                  <c:v>24.3</c:v>
                </c:pt>
                <c:pt idx="49670">
                  <c:v>24.3</c:v>
                </c:pt>
                <c:pt idx="49671">
                  <c:v>24.3</c:v>
                </c:pt>
                <c:pt idx="49672">
                  <c:v>24.35</c:v>
                </c:pt>
                <c:pt idx="49673">
                  <c:v>24.4</c:v>
                </c:pt>
                <c:pt idx="49674">
                  <c:v>24.4</c:v>
                </c:pt>
                <c:pt idx="49675">
                  <c:v>24.45</c:v>
                </c:pt>
                <c:pt idx="49676">
                  <c:v>24.45</c:v>
                </c:pt>
                <c:pt idx="49677">
                  <c:v>24.5</c:v>
                </c:pt>
                <c:pt idx="49678">
                  <c:v>24.5</c:v>
                </c:pt>
                <c:pt idx="49679">
                  <c:v>24.5</c:v>
                </c:pt>
                <c:pt idx="49680">
                  <c:v>24.5</c:v>
                </c:pt>
                <c:pt idx="49681">
                  <c:v>24.55</c:v>
                </c:pt>
                <c:pt idx="49682">
                  <c:v>24.55</c:v>
                </c:pt>
                <c:pt idx="49683">
                  <c:v>24.5</c:v>
                </c:pt>
                <c:pt idx="49684">
                  <c:v>24.5</c:v>
                </c:pt>
                <c:pt idx="49685">
                  <c:v>24.45</c:v>
                </c:pt>
                <c:pt idx="49686">
                  <c:v>24.45</c:v>
                </c:pt>
                <c:pt idx="49687">
                  <c:v>24.4</c:v>
                </c:pt>
                <c:pt idx="49688">
                  <c:v>24.35</c:v>
                </c:pt>
                <c:pt idx="49689">
                  <c:v>24.3</c:v>
                </c:pt>
                <c:pt idx="49690">
                  <c:v>24.3</c:v>
                </c:pt>
                <c:pt idx="49691">
                  <c:v>24.25</c:v>
                </c:pt>
                <c:pt idx="49692">
                  <c:v>24.25</c:v>
                </c:pt>
                <c:pt idx="49693">
                  <c:v>24.25</c:v>
                </c:pt>
                <c:pt idx="49694">
                  <c:v>24.25</c:v>
                </c:pt>
                <c:pt idx="49695">
                  <c:v>24.25</c:v>
                </c:pt>
                <c:pt idx="49696">
                  <c:v>24.25</c:v>
                </c:pt>
                <c:pt idx="49697">
                  <c:v>24.3</c:v>
                </c:pt>
                <c:pt idx="49698">
                  <c:v>24.3</c:v>
                </c:pt>
                <c:pt idx="49699">
                  <c:v>24.3</c:v>
                </c:pt>
                <c:pt idx="49700">
                  <c:v>24.3</c:v>
                </c:pt>
                <c:pt idx="49701">
                  <c:v>24.35</c:v>
                </c:pt>
                <c:pt idx="49702">
                  <c:v>24.35</c:v>
                </c:pt>
                <c:pt idx="49703">
                  <c:v>24.4</c:v>
                </c:pt>
                <c:pt idx="49704">
                  <c:v>24.4</c:v>
                </c:pt>
                <c:pt idx="49705">
                  <c:v>24.45</c:v>
                </c:pt>
                <c:pt idx="49706">
                  <c:v>24.45</c:v>
                </c:pt>
                <c:pt idx="49707">
                  <c:v>24.45</c:v>
                </c:pt>
                <c:pt idx="49708">
                  <c:v>24.45</c:v>
                </c:pt>
                <c:pt idx="49709">
                  <c:v>24.5</c:v>
                </c:pt>
                <c:pt idx="49710">
                  <c:v>24.5</c:v>
                </c:pt>
                <c:pt idx="49711">
                  <c:v>24.5</c:v>
                </c:pt>
                <c:pt idx="49712">
                  <c:v>24.5</c:v>
                </c:pt>
                <c:pt idx="49713">
                  <c:v>24.5</c:v>
                </c:pt>
                <c:pt idx="49714">
                  <c:v>24.5</c:v>
                </c:pt>
                <c:pt idx="49715">
                  <c:v>24.45</c:v>
                </c:pt>
                <c:pt idx="49716">
                  <c:v>24.4</c:v>
                </c:pt>
                <c:pt idx="49717">
                  <c:v>24.35</c:v>
                </c:pt>
                <c:pt idx="49718">
                  <c:v>24.3</c:v>
                </c:pt>
                <c:pt idx="49719">
                  <c:v>24.3</c:v>
                </c:pt>
                <c:pt idx="49720">
                  <c:v>24.25</c:v>
                </c:pt>
                <c:pt idx="49721">
                  <c:v>24.25</c:v>
                </c:pt>
                <c:pt idx="49722">
                  <c:v>24.25</c:v>
                </c:pt>
                <c:pt idx="49723">
                  <c:v>24.25</c:v>
                </c:pt>
                <c:pt idx="49724">
                  <c:v>24.25</c:v>
                </c:pt>
                <c:pt idx="49725">
                  <c:v>24.25</c:v>
                </c:pt>
                <c:pt idx="49726">
                  <c:v>24.3</c:v>
                </c:pt>
                <c:pt idx="49727">
                  <c:v>24.3</c:v>
                </c:pt>
                <c:pt idx="49728">
                  <c:v>24.3</c:v>
                </c:pt>
                <c:pt idx="49729">
                  <c:v>24.35</c:v>
                </c:pt>
                <c:pt idx="49730">
                  <c:v>24.35</c:v>
                </c:pt>
                <c:pt idx="49731">
                  <c:v>24.35</c:v>
                </c:pt>
                <c:pt idx="49732">
                  <c:v>24.4</c:v>
                </c:pt>
                <c:pt idx="49733">
                  <c:v>24.4</c:v>
                </c:pt>
                <c:pt idx="49734">
                  <c:v>24.4</c:v>
                </c:pt>
                <c:pt idx="49735">
                  <c:v>24.4</c:v>
                </c:pt>
                <c:pt idx="49736">
                  <c:v>24.45</c:v>
                </c:pt>
                <c:pt idx="49737">
                  <c:v>24.45</c:v>
                </c:pt>
                <c:pt idx="49738">
                  <c:v>24.5</c:v>
                </c:pt>
                <c:pt idx="49739">
                  <c:v>24.5</c:v>
                </c:pt>
                <c:pt idx="49740">
                  <c:v>24.5</c:v>
                </c:pt>
                <c:pt idx="49741">
                  <c:v>24.5</c:v>
                </c:pt>
                <c:pt idx="49742">
                  <c:v>24.5</c:v>
                </c:pt>
                <c:pt idx="49743">
                  <c:v>24.5</c:v>
                </c:pt>
                <c:pt idx="49744">
                  <c:v>24.45</c:v>
                </c:pt>
                <c:pt idx="49745">
                  <c:v>24.45</c:v>
                </c:pt>
                <c:pt idx="49746">
                  <c:v>24.4</c:v>
                </c:pt>
                <c:pt idx="49747">
                  <c:v>24.35</c:v>
                </c:pt>
                <c:pt idx="49748">
                  <c:v>24.3</c:v>
                </c:pt>
                <c:pt idx="49749">
                  <c:v>24.25</c:v>
                </c:pt>
                <c:pt idx="49750">
                  <c:v>24.25</c:v>
                </c:pt>
                <c:pt idx="49751">
                  <c:v>24.25</c:v>
                </c:pt>
                <c:pt idx="49752">
                  <c:v>24.25</c:v>
                </c:pt>
                <c:pt idx="49753">
                  <c:v>24.25</c:v>
                </c:pt>
                <c:pt idx="49754">
                  <c:v>24.25</c:v>
                </c:pt>
                <c:pt idx="49755">
                  <c:v>24.25</c:v>
                </c:pt>
                <c:pt idx="49756">
                  <c:v>24.3</c:v>
                </c:pt>
                <c:pt idx="49757">
                  <c:v>24.3</c:v>
                </c:pt>
                <c:pt idx="49758">
                  <c:v>24.3</c:v>
                </c:pt>
                <c:pt idx="49759">
                  <c:v>24.3</c:v>
                </c:pt>
                <c:pt idx="49760">
                  <c:v>24.35</c:v>
                </c:pt>
                <c:pt idx="49761">
                  <c:v>24.35</c:v>
                </c:pt>
                <c:pt idx="49762">
                  <c:v>24.35</c:v>
                </c:pt>
                <c:pt idx="49763">
                  <c:v>24.4</c:v>
                </c:pt>
                <c:pt idx="49764">
                  <c:v>24.4</c:v>
                </c:pt>
                <c:pt idx="49765">
                  <c:v>24.4</c:v>
                </c:pt>
                <c:pt idx="49766">
                  <c:v>24.45</c:v>
                </c:pt>
                <c:pt idx="49767">
                  <c:v>24.45</c:v>
                </c:pt>
                <c:pt idx="49768">
                  <c:v>24.45</c:v>
                </c:pt>
                <c:pt idx="49769">
                  <c:v>24.45</c:v>
                </c:pt>
                <c:pt idx="49770">
                  <c:v>24.5</c:v>
                </c:pt>
                <c:pt idx="49771">
                  <c:v>24.5</c:v>
                </c:pt>
                <c:pt idx="49772">
                  <c:v>24.5</c:v>
                </c:pt>
                <c:pt idx="49773">
                  <c:v>24.5</c:v>
                </c:pt>
                <c:pt idx="49774">
                  <c:v>24.5</c:v>
                </c:pt>
                <c:pt idx="49775">
                  <c:v>24.45</c:v>
                </c:pt>
                <c:pt idx="49776">
                  <c:v>24.4</c:v>
                </c:pt>
                <c:pt idx="49777">
                  <c:v>24.35</c:v>
                </c:pt>
                <c:pt idx="49778">
                  <c:v>24.35</c:v>
                </c:pt>
                <c:pt idx="49779">
                  <c:v>24.3</c:v>
                </c:pt>
                <c:pt idx="49780">
                  <c:v>24.3</c:v>
                </c:pt>
                <c:pt idx="49781">
                  <c:v>24.3</c:v>
                </c:pt>
                <c:pt idx="49782">
                  <c:v>24.3</c:v>
                </c:pt>
                <c:pt idx="49783">
                  <c:v>24.3</c:v>
                </c:pt>
                <c:pt idx="49784">
                  <c:v>24.3</c:v>
                </c:pt>
                <c:pt idx="49785">
                  <c:v>24.3</c:v>
                </c:pt>
                <c:pt idx="49786">
                  <c:v>24.3</c:v>
                </c:pt>
                <c:pt idx="49787">
                  <c:v>24.3</c:v>
                </c:pt>
                <c:pt idx="49788">
                  <c:v>24.35</c:v>
                </c:pt>
                <c:pt idx="49789">
                  <c:v>24.35</c:v>
                </c:pt>
                <c:pt idx="49790">
                  <c:v>24.35</c:v>
                </c:pt>
                <c:pt idx="49791">
                  <c:v>24.35</c:v>
                </c:pt>
                <c:pt idx="49792">
                  <c:v>24.4</c:v>
                </c:pt>
                <c:pt idx="49793">
                  <c:v>24.4</c:v>
                </c:pt>
                <c:pt idx="49794">
                  <c:v>24.4</c:v>
                </c:pt>
                <c:pt idx="49795">
                  <c:v>24.4</c:v>
                </c:pt>
                <c:pt idx="49796">
                  <c:v>24.45</c:v>
                </c:pt>
                <c:pt idx="49797">
                  <c:v>24.45</c:v>
                </c:pt>
                <c:pt idx="49798">
                  <c:v>24.45</c:v>
                </c:pt>
                <c:pt idx="49799">
                  <c:v>24.5</c:v>
                </c:pt>
                <c:pt idx="49800">
                  <c:v>24.5</c:v>
                </c:pt>
                <c:pt idx="49801">
                  <c:v>24.5</c:v>
                </c:pt>
                <c:pt idx="49802">
                  <c:v>24.55</c:v>
                </c:pt>
                <c:pt idx="49803">
                  <c:v>24.55</c:v>
                </c:pt>
                <c:pt idx="49804">
                  <c:v>24.5</c:v>
                </c:pt>
                <c:pt idx="49805">
                  <c:v>24.45</c:v>
                </c:pt>
                <c:pt idx="49806">
                  <c:v>24.45</c:v>
                </c:pt>
                <c:pt idx="49807">
                  <c:v>24.4</c:v>
                </c:pt>
                <c:pt idx="49808">
                  <c:v>24.35</c:v>
                </c:pt>
                <c:pt idx="49809">
                  <c:v>24.35</c:v>
                </c:pt>
                <c:pt idx="49810">
                  <c:v>24.35</c:v>
                </c:pt>
                <c:pt idx="49811">
                  <c:v>24.3</c:v>
                </c:pt>
                <c:pt idx="49812">
                  <c:v>24.3</c:v>
                </c:pt>
                <c:pt idx="49813">
                  <c:v>24.3</c:v>
                </c:pt>
                <c:pt idx="49814">
                  <c:v>24.3</c:v>
                </c:pt>
                <c:pt idx="49815">
                  <c:v>24.3</c:v>
                </c:pt>
                <c:pt idx="49816">
                  <c:v>24.3</c:v>
                </c:pt>
                <c:pt idx="49817">
                  <c:v>24.3</c:v>
                </c:pt>
                <c:pt idx="49818">
                  <c:v>24.3</c:v>
                </c:pt>
                <c:pt idx="49819">
                  <c:v>24.35</c:v>
                </c:pt>
                <c:pt idx="49820">
                  <c:v>24.35</c:v>
                </c:pt>
                <c:pt idx="49821">
                  <c:v>24.4</c:v>
                </c:pt>
                <c:pt idx="49822">
                  <c:v>24.4</c:v>
                </c:pt>
                <c:pt idx="49823">
                  <c:v>24.4</c:v>
                </c:pt>
                <c:pt idx="49824">
                  <c:v>24.4</c:v>
                </c:pt>
                <c:pt idx="49825">
                  <c:v>24.5</c:v>
                </c:pt>
                <c:pt idx="49826">
                  <c:v>24.5</c:v>
                </c:pt>
                <c:pt idx="49827">
                  <c:v>24.5</c:v>
                </c:pt>
                <c:pt idx="49828">
                  <c:v>24.5</c:v>
                </c:pt>
                <c:pt idx="49829">
                  <c:v>24.5</c:v>
                </c:pt>
                <c:pt idx="49830">
                  <c:v>24.55</c:v>
                </c:pt>
                <c:pt idx="49831">
                  <c:v>24.5</c:v>
                </c:pt>
                <c:pt idx="49832">
                  <c:v>24.55</c:v>
                </c:pt>
                <c:pt idx="49833">
                  <c:v>24.55</c:v>
                </c:pt>
                <c:pt idx="49834">
                  <c:v>24.5</c:v>
                </c:pt>
                <c:pt idx="49835">
                  <c:v>24.45</c:v>
                </c:pt>
                <c:pt idx="49836">
                  <c:v>24.45</c:v>
                </c:pt>
                <c:pt idx="49837">
                  <c:v>24.35</c:v>
                </c:pt>
                <c:pt idx="49838">
                  <c:v>24.35</c:v>
                </c:pt>
                <c:pt idx="49839">
                  <c:v>24.3</c:v>
                </c:pt>
                <c:pt idx="49840">
                  <c:v>24.3</c:v>
                </c:pt>
                <c:pt idx="49841">
                  <c:v>24.3</c:v>
                </c:pt>
                <c:pt idx="49842">
                  <c:v>24.3</c:v>
                </c:pt>
                <c:pt idx="49843">
                  <c:v>24.3</c:v>
                </c:pt>
                <c:pt idx="49844">
                  <c:v>24.3</c:v>
                </c:pt>
                <c:pt idx="49845">
                  <c:v>24.3</c:v>
                </c:pt>
                <c:pt idx="49846">
                  <c:v>24.3</c:v>
                </c:pt>
                <c:pt idx="49847">
                  <c:v>24.3</c:v>
                </c:pt>
                <c:pt idx="49848">
                  <c:v>24.3</c:v>
                </c:pt>
                <c:pt idx="49849">
                  <c:v>24.3</c:v>
                </c:pt>
                <c:pt idx="49850">
                  <c:v>24.35</c:v>
                </c:pt>
                <c:pt idx="49851">
                  <c:v>24.35</c:v>
                </c:pt>
                <c:pt idx="49852">
                  <c:v>24.35</c:v>
                </c:pt>
                <c:pt idx="49853">
                  <c:v>24.35</c:v>
                </c:pt>
                <c:pt idx="49854">
                  <c:v>24.35</c:v>
                </c:pt>
                <c:pt idx="49855">
                  <c:v>24.4</c:v>
                </c:pt>
                <c:pt idx="49856">
                  <c:v>24.4</c:v>
                </c:pt>
                <c:pt idx="49857">
                  <c:v>24.45</c:v>
                </c:pt>
                <c:pt idx="49858">
                  <c:v>24.45</c:v>
                </c:pt>
                <c:pt idx="49859">
                  <c:v>24.5</c:v>
                </c:pt>
                <c:pt idx="49860">
                  <c:v>24.5</c:v>
                </c:pt>
                <c:pt idx="49861">
                  <c:v>24.55</c:v>
                </c:pt>
                <c:pt idx="49862">
                  <c:v>24.55</c:v>
                </c:pt>
                <c:pt idx="49863">
                  <c:v>24.55</c:v>
                </c:pt>
                <c:pt idx="49864">
                  <c:v>24.55</c:v>
                </c:pt>
                <c:pt idx="49865">
                  <c:v>24.5</c:v>
                </c:pt>
                <c:pt idx="49866">
                  <c:v>24.45</c:v>
                </c:pt>
                <c:pt idx="49867">
                  <c:v>24.4</c:v>
                </c:pt>
                <c:pt idx="49868">
                  <c:v>24.35</c:v>
                </c:pt>
                <c:pt idx="49869">
                  <c:v>24.35</c:v>
                </c:pt>
                <c:pt idx="49870">
                  <c:v>24.3</c:v>
                </c:pt>
                <c:pt idx="49871">
                  <c:v>24.3</c:v>
                </c:pt>
                <c:pt idx="49872">
                  <c:v>24.25</c:v>
                </c:pt>
                <c:pt idx="49873">
                  <c:v>24.25</c:v>
                </c:pt>
                <c:pt idx="49874">
                  <c:v>24.3</c:v>
                </c:pt>
                <c:pt idx="49875">
                  <c:v>24.25</c:v>
                </c:pt>
                <c:pt idx="49876">
                  <c:v>24.25</c:v>
                </c:pt>
                <c:pt idx="49877">
                  <c:v>24.25</c:v>
                </c:pt>
                <c:pt idx="49878">
                  <c:v>24.25</c:v>
                </c:pt>
                <c:pt idx="49879">
                  <c:v>24.3</c:v>
                </c:pt>
                <c:pt idx="49880">
                  <c:v>24.3</c:v>
                </c:pt>
                <c:pt idx="49881">
                  <c:v>24.3</c:v>
                </c:pt>
                <c:pt idx="49882">
                  <c:v>24.3</c:v>
                </c:pt>
                <c:pt idx="49883">
                  <c:v>24.35</c:v>
                </c:pt>
                <c:pt idx="49884">
                  <c:v>24.35</c:v>
                </c:pt>
                <c:pt idx="49885">
                  <c:v>24.35</c:v>
                </c:pt>
                <c:pt idx="49886">
                  <c:v>24.4</c:v>
                </c:pt>
                <c:pt idx="49887">
                  <c:v>24.4</c:v>
                </c:pt>
                <c:pt idx="49888">
                  <c:v>24.45</c:v>
                </c:pt>
                <c:pt idx="49889">
                  <c:v>24.45</c:v>
                </c:pt>
                <c:pt idx="49890">
                  <c:v>24.45</c:v>
                </c:pt>
                <c:pt idx="49891">
                  <c:v>24.5</c:v>
                </c:pt>
                <c:pt idx="49892">
                  <c:v>24.5</c:v>
                </c:pt>
                <c:pt idx="49893">
                  <c:v>24.5</c:v>
                </c:pt>
                <c:pt idx="49894">
                  <c:v>24.5</c:v>
                </c:pt>
                <c:pt idx="49895">
                  <c:v>24.45</c:v>
                </c:pt>
                <c:pt idx="49896">
                  <c:v>24.4</c:v>
                </c:pt>
                <c:pt idx="49897">
                  <c:v>24.35</c:v>
                </c:pt>
                <c:pt idx="49898">
                  <c:v>24.3</c:v>
                </c:pt>
                <c:pt idx="49899">
                  <c:v>24.25</c:v>
                </c:pt>
                <c:pt idx="49900">
                  <c:v>24.25</c:v>
                </c:pt>
                <c:pt idx="49901">
                  <c:v>24.25</c:v>
                </c:pt>
                <c:pt idx="49902">
                  <c:v>24.25</c:v>
                </c:pt>
                <c:pt idx="49903">
                  <c:v>24.25</c:v>
                </c:pt>
                <c:pt idx="49904">
                  <c:v>24.25</c:v>
                </c:pt>
                <c:pt idx="49905">
                  <c:v>24.25</c:v>
                </c:pt>
                <c:pt idx="49906">
                  <c:v>24.25</c:v>
                </c:pt>
                <c:pt idx="49907">
                  <c:v>24.25</c:v>
                </c:pt>
                <c:pt idx="49908">
                  <c:v>24.3</c:v>
                </c:pt>
                <c:pt idx="49909">
                  <c:v>24.3</c:v>
                </c:pt>
                <c:pt idx="49910">
                  <c:v>24.3</c:v>
                </c:pt>
                <c:pt idx="49911">
                  <c:v>24.3</c:v>
                </c:pt>
                <c:pt idx="49912">
                  <c:v>24.35</c:v>
                </c:pt>
                <c:pt idx="49913">
                  <c:v>24.35</c:v>
                </c:pt>
                <c:pt idx="49914">
                  <c:v>24.35</c:v>
                </c:pt>
                <c:pt idx="49915">
                  <c:v>24.35</c:v>
                </c:pt>
                <c:pt idx="49916">
                  <c:v>24.35</c:v>
                </c:pt>
                <c:pt idx="49917">
                  <c:v>24.4</c:v>
                </c:pt>
                <c:pt idx="49918">
                  <c:v>24.4</c:v>
                </c:pt>
                <c:pt idx="49919">
                  <c:v>24.45</c:v>
                </c:pt>
                <c:pt idx="49920">
                  <c:v>24.45</c:v>
                </c:pt>
                <c:pt idx="49921">
                  <c:v>24.5</c:v>
                </c:pt>
                <c:pt idx="49922">
                  <c:v>24.5</c:v>
                </c:pt>
                <c:pt idx="49923">
                  <c:v>24.5</c:v>
                </c:pt>
                <c:pt idx="49924">
                  <c:v>24.45</c:v>
                </c:pt>
                <c:pt idx="49925">
                  <c:v>24.45</c:v>
                </c:pt>
                <c:pt idx="49926">
                  <c:v>24.4</c:v>
                </c:pt>
                <c:pt idx="49927">
                  <c:v>24.35</c:v>
                </c:pt>
                <c:pt idx="49928">
                  <c:v>24.3</c:v>
                </c:pt>
                <c:pt idx="49929">
                  <c:v>24.3</c:v>
                </c:pt>
                <c:pt idx="49930">
                  <c:v>24.3</c:v>
                </c:pt>
                <c:pt idx="49931">
                  <c:v>24.3</c:v>
                </c:pt>
                <c:pt idx="49932">
                  <c:v>24.3</c:v>
                </c:pt>
                <c:pt idx="49933">
                  <c:v>24.25</c:v>
                </c:pt>
                <c:pt idx="49934">
                  <c:v>24.25</c:v>
                </c:pt>
                <c:pt idx="49935">
                  <c:v>24.3</c:v>
                </c:pt>
                <c:pt idx="49936">
                  <c:v>24.3</c:v>
                </c:pt>
                <c:pt idx="49937">
                  <c:v>24.3</c:v>
                </c:pt>
                <c:pt idx="49938">
                  <c:v>24.3</c:v>
                </c:pt>
                <c:pt idx="49939">
                  <c:v>24.3</c:v>
                </c:pt>
                <c:pt idx="49940">
                  <c:v>24.3</c:v>
                </c:pt>
                <c:pt idx="49941">
                  <c:v>24.35</c:v>
                </c:pt>
                <c:pt idx="49942">
                  <c:v>24.35</c:v>
                </c:pt>
                <c:pt idx="49943">
                  <c:v>24.35</c:v>
                </c:pt>
                <c:pt idx="49944">
                  <c:v>24.4</c:v>
                </c:pt>
                <c:pt idx="49945">
                  <c:v>24.4</c:v>
                </c:pt>
                <c:pt idx="49946">
                  <c:v>24.4</c:v>
                </c:pt>
                <c:pt idx="49947">
                  <c:v>24.4</c:v>
                </c:pt>
                <c:pt idx="49948">
                  <c:v>24.4</c:v>
                </c:pt>
                <c:pt idx="49949">
                  <c:v>24.45</c:v>
                </c:pt>
                <c:pt idx="49950">
                  <c:v>24.45</c:v>
                </c:pt>
                <c:pt idx="49951">
                  <c:v>24.5</c:v>
                </c:pt>
                <c:pt idx="49952">
                  <c:v>24.5</c:v>
                </c:pt>
                <c:pt idx="49953">
                  <c:v>24.5</c:v>
                </c:pt>
                <c:pt idx="49954">
                  <c:v>24.5</c:v>
                </c:pt>
                <c:pt idx="49955">
                  <c:v>24.45</c:v>
                </c:pt>
                <c:pt idx="49956">
                  <c:v>24.4</c:v>
                </c:pt>
                <c:pt idx="49957">
                  <c:v>24.35</c:v>
                </c:pt>
                <c:pt idx="49958">
                  <c:v>24.35</c:v>
                </c:pt>
                <c:pt idx="49959">
                  <c:v>24.3</c:v>
                </c:pt>
                <c:pt idx="49960">
                  <c:v>24.3</c:v>
                </c:pt>
                <c:pt idx="49961">
                  <c:v>24.3</c:v>
                </c:pt>
                <c:pt idx="49962">
                  <c:v>24.3</c:v>
                </c:pt>
                <c:pt idx="49963">
                  <c:v>24.3</c:v>
                </c:pt>
                <c:pt idx="49964">
                  <c:v>24.3</c:v>
                </c:pt>
                <c:pt idx="49965">
                  <c:v>24.3</c:v>
                </c:pt>
                <c:pt idx="49966">
                  <c:v>24.3</c:v>
                </c:pt>
                <c:pt idx="49967">
                  <c:v>24.3</c:v>
                </c:pt>
                <c:pt idx="49968">
                  <c:v>24.3</c:v>
                </c:pt>
                <c:pt idx="49969">
                  <c:v>24.35</c:v>
                </c:pt>
                <c:pt idx="49970">
                  <c:v>24.35</c:v>
                </c:pt>
                <c:pt idx="49971">
                  <c:v>24.35</c:v>
                </c:pt>
                <c:pt idx="49972">
                  <c:v>24.35</c:v>
                </c:pt>
                <c:pt idx="49973">
                  <c:v>24.35</c:v>
                </c:pt>
                <c:pt idx="49974">
                  <c:v>24.4</c:v>
                </c:pt>
                <c:pt idx="49975">
                  <c:v>24.4</c:v>
                </c:pt>
                <c:pt idx="49976">
                  <c:v>24.4</c:v>
                </c:pt>
                <c:pt idx="49977">
                  <c:v>24.45</c:v>
                </c:pt>
                <c:pt idx="49978">
                  <c:v>24.45</c:v>
                </c:pt>
                <c:pt idx="49979">
                  <c:v>24.45</c:v>
                </c:pt>
                <c:pt idx="49980">
                  <c:v>24.5</c:v>
                </c:pt>
                <c:pt idx="49981">
                  <c:v>24.5</c:v>
                </c:pt>
                <c:pt idx="49982">
                  <c:v>24.55</c:v>
                </c:pt>
                <c:pt idx="49983">
                  <c:v>24.55</c:v>
                </c:pt>
                <c:pt idx="49984">
                  <c:v>24.5</c:v>
                </c:pt>
                <c:pt idx="49985">
                  <c:v>24.5</c:v>
                </c:pt>
                <c:pt idx="49986">
                  <c:v>24.45</c:v>
                </c:pt>
                <c:pt idx="49987">
                  <c:v>24.45</c:v>
                </c:pt>
                <c:pt idx="49988">
                  <c:v>24.4</c:v>
                </c:pt>
                <c:pt idx="49989">
                  <c:v>24.35</c:v>
                </c:pt>
                <c:pt idx="49990">
                  <c:v>24.35</c:v>
                </c:pt>
                <c:pt idx="49991">
                  <c:v>24.3</c:v>
                </c:pt>
                <c:pt idx="49992">
                  <c:v>24.3</c:v>
                </c:pt>
                <c:pt idx="49993">
                  <c:v>24.3</c:v>
                </c:pt>
                <c:pt idx="49994">
                  <c:v>24.3</c:v>
                </c:pt>
                <c:pt idx="49995">
                  <c:v>24.3</c:v>
                </c:pt>
                <c:pt idx="49996">
                  <c:v>24.3</c:v>
                </c:pt>
                <c:pt idx="49997">
                  <c:v>24.3</c:v>
                </c:pt>
                <c:pt idx="49998">
                  <c:v>24.3</c:v>
                </c:pt>
                <c:pt idx="49999">
                  <c:v>24.3</c:v>
                </c:pt>
                <c:pt idx="50000">
                  <c:v>24.3</c:v>
                </c:pt>
                <c:pt idx="50001">
                  <c:v>24.35</c:v>
                </c:pt>
                <c:pt idx="50002">
                  <c:v>24.35</c:v>
                </c:pt>
                <c:pt idx="50003">
                  <c:v>24.4</c:v>
                </c:pt>
                <c:pt idx="50004">
                  <c:v>24.4</c:v>
                </c:pt>
                <c:pt idx="50005">
                  <c:v>24.4</c:v>
                </c:pt>
                <c:pt idx="50006">
                  <c:v>24.45</c:v>
                </c:pt>
                <c:pt idx="50007">
                  <c:v>24.45</c:v>
                </c:pt>
                <c:pt idx="50008">
                  <c:v>24.5</c:v>
                </c:pt>
                <c:pt idx="50009">
                  <c:v>24.5</c:v>
                </c:pt>
                <c:pt idx="50010">
                  <c:v>24.55</c:v>
                </c:pt>
                <c:pt idx="50011">
                  <c:v>24.55</c:v>
                </c:pt>
                <c:pt idx="50012">
                  <c:v>24.6</c:v>
                </c:pt>
                <c:pt idx="50013">
                  <c:v>24.55</c:v>
                </c:pt>
                <c:pt idx="50014">
                  <c:v>24.55</c:v>
                </c:pt>
                <c:pt idx="50015">
                  <c:v>24.5</c:v>
                </c:pt>
                <c:pt idx="50016">
                  <c:v>24.45</c:v>
                </c:pt>
                <c:pt idx="50017">
                  <c:v>24.45</c:v>
                </c:pt>
                <c:pt idx="50018">
                  <c:v>24.35</c:v>
                </c:pt>
                <c:pt idx="50019">
                  <c:v>24.35</c:v>
                </c:pt>
                <c:pt idx="50020">
                  <c:v>24.3</c:v>
                </c:pt>
                <c:pt idx="50021">
                  <c:v>24.3</c:v>
                </c:pt>
                <c:pt idx="50022">
                  <c:v>24.3</c:v>
                </c:pt>
                <c:pt idx="50023">
                  <c:v>24.25</c:v>
                </c:pt>
                <c:pt idx="50024">
                  <c:v>24.25</c:v>
                </c:pt>
                <c:pt idx="50025">
                  <c:v>24.25</c:v>
                </c:pt>
                <c:pt idx="50026">
                  <c:v>24.25</c:v>
                </c:pt>
                <c:pt idx="50027">
                  <c:v>24.3</c:v>
                </c:pt>
                <c:pt idx="50028">
                  <c:v>24.3</c:v>
                </c:pt>
                <c:pt idx="50029">
                  <c:v>24.3</c:v>
                </c:pt>
                <c:pt idx="50030">
                  <c:v>24.3</c:v>
                </c:pt>
                <c:pt idx="50031">
                  <c:v>24.35</c:v>
                </c:pt>
                <c:pt idx="50032">
                  <c:v>24.35</c:v>
                </c:pt>
                <c:pt idx="50033">
                  <c:v>24.4</c:v>
                </c:pt>
                <c:pt idx="50034">
                  <c:v>24.4</c:v>
                </c:pt>
                <c:pt idx="50035">
                  <c:v>24.45</c:v>
                </c:pt>
                <c:pt idx="50036">
                  <c:v>24.45</c:v>
                </c:pt>
                <c:pt idx="50037">
                  <c:v>24.5</c:v>
                </c:pt>
                <c:pt idx="50038">
                  <c:v>24.5</c:v>
                </c:pt>
                <c:pt idx="50039">
                  <c:v>24.55</c:v>
                </c:pt>
                <c:pt idx="50040">
                  <c:v>24.55</c:v>
                </c:pt>
                <c:pt idx="50041">
                  <c:v>24.55</c:v>
                </c:pt>
                <c:pt idx="50042">
                  <c:v>24.55</c:v>
                </c:pt>
                <c:pt idx="50043">
                  <c:v>24.55</c:v>
                </c:pt>
                <c:pt idx="50044">
                  <c:v>24.55</c:v>
                </c:pt>
                <c:pt idx="50045">
                  <c:v>24.5</c:v>
                </c:pt>
                <c:pt idx="50046">
                  <c:v>24.45</c:v>
                </c:pt>
                <c:pt idx="50047">
                  <c:v>24.4</c:v>
                </c:pt>
                <c:pt idx="50048">
                  <c:v>24.35</c:v>
                </c:pt>
                <c:pt idx="50049">
                  <c:v>24.35</c:v>
                </c:pt>
                <c:pt idx="50050">
                  <c:v>24.3</c:v>
                </c:pt>
                <c:pt idx="50051">
                  <c:v>24.3</c:v>
                </c:pt>
                <c:pt idx="50052">
                  <c:v>24.25</c:v>
                </c:pt>
                <c:pt idx="50053">
                  <c:v>24.25</c:v>
                </c:pt>
                <c:pt idx="50054">
                  <c:v>24.25</c:v>
                </c:pt>
                <c:pt idx="50055">
                  <c:v>24.25</c:v>
                </c:pt>
                <c:pt idx="50056">
                  <c:v>24.25</c:v>
                </c:pt>
                <c:pt idx="50057">
                  <c:v>24.25</c:v>
                </c:pt>
                <c:pt idx="50058">
                  <c:v>24.3</c:v>
                </c:pt>
                <c:pt idx="50059">
                  <c:v>24.3</c:v>
                </c:pt>
                <c:pt idx="50060">
                  <c:v>24.3</c:v>
                </c:pt>
                <c:pt idx="50061">
                  <c:v>24.35</c:v>
                </c:pt>
                <c:pt idx="50062">
                  <c:v>24.35</c:v>
                </c:pt>
                <c:pt idx="50063">
                  <c:v>24.35</c:v>
                </c:pt>
                <c:pt idx="50064">
                  <c:v>24.4</c:v>
                </c:pt>
                <c:pt idx="50065">
                  <c:v>24.4</c:v>
                </c:pt>
                <c:pt idx="50066">
                  <c:v>24.45</c:v>
                </c:pt>
                <c:pt idx="50067">
                  <c:v>24.45</c:v>
                </c:pt>
                <c:pt idx="50068">
                  <c:v>24.45</c:v>
                </c:pt>
                <c:pt idx="50069">
                  <c:v>24.5</c:v>
                </c:pt>
                <c:pt idx="50070">
                  <c:v>24.55</c:v>
                </c:pt>
                <c:pt idx="50071">
                  <c:v>24.55</c:v>
                </c:pt>
                <c:pt idx="50072">
                  <c:v>24.55</c:v>
                </c:pt>
                <c:pt idx="50073">
                  <c:v>24.55</c:v>
                </c:pt>
                <c:pt idx="50074">
                  <c:v>24.55</c:v>
                </c:pt>
                <c:pt idx="50075">
                  <c:v>24.5</c:v>
                </c:pt>
                <c:pt idx="50076">
                  <c:v>24.45</c:v>
                </c:pt>
                <c:pt idx="50077">
                  <c:v>24.4</c:v>
                </c:pt>
                <c:pt idx="50078">
                  <c:v>24.35</c:v>
                </c:pt>
                <c:pt idx="50079">
                  <c:v>24.35</c:v>
                </c:pt>
                <c:pt idx="50080">
                  <c:v>24.3</c:v>
                </c:pt>
                <c:pt idx="50081">
                  <c:v>24.25</c:v>
                </c:pt>
                <c:pt idx="50082">
                  <c:v>24.25</c:v>
                </c:pt>
                <c:pt idx="50083">
                  <c:v>24.25</c:v>
                </c:pt>
                <c:pt idx="50084">
                  <c:v>24.25</c:v>
                </c:pt>
                <c:pt idx="50085">
                  <c:v>24.25</c:v>
                </c:pt>
                <c:pt idx="50086">
                  <c:v>24.3</c:v>
                </c:pt>
                <c:pt idx="50087">
                  <c:v>24.3</c:v>
                </c:pt>
                <c:pt idx="50088">
                  <c:v>24.3</c:v>
                </c:pt>
                <c:pt idx="50089">
                  <c:v>24.3</c:v>
                </c:pt>
                <c:pt idx="50090">
                  <c:v>24.35</c:v>
                </c:pt>
                <c:pt idx="50091">
                  <c:v>24.35</c:v>
                </c:pt>
                <c:pt idx="50092">
                  <c:v>24.35</c:v>
                </c:pt>
                <c:pt idx="50093">
                  <c:v>24.35</c:v>
                </c:pt>
                <c:pt idx="50094">
                  <c:v>24.4</c:v>
                </c:pt>
                <c:pt idx="50095">
                  <c:v>24.4</c:v>
                </c:pt>
                <c:pt idx="50096">
                  <c:v>24.4</c:v>
                </c:pt>
                <c:pt idx="50097">
                  <c:v>24.45</c:v>
                </c:pt>
                <c:pt idx="50098">
                  <c:v>24.45</c:v>
                </c:pt>
                <c:pt idx="50099">
                  <c:v>24.5</c:v>
                </c:pt>
                <c:pt idx="50100">
                  <c:v>24.5</c:v>
                </c:pt>
                <c:pt idx="50101">
                  <c:v>24.5</c:v>
                </c:pt>
                <c:pt idx="50102">
                  <c:v>24.5</c:v>
                </c:pt>
                <c:pt idx="50103">
                  <c:v>24.5</c:v>
                </c:pt>
                <c:pt idx="50104">
                  <c:v>24.5</c:v>
                </c:pt>
                <c:pt idx="50105">
                  <c:v>24.5</c:v>
                </c:pt>
                <c:pt idx="50106">
                  <c:v>24.4</c:v>
                </c:pt>
                <c:pt idx="50107">
                  <c:v>24.4</c:v>
                </c:pt>
                <c:pt idx="50108">
                  <c:v>24.35</c:v>
                </c:pt>
                <c:pt idx="50109">
                  <c:v>24.35</c:v>
                </c:pt>
                <c:pt idx="50110">
                  <c:v>24.3</c:v>
                </c:pt>
                <c:pt idx="50111">
                  <c:v>24.3</c:v>
                </c:pt>
                <c:pt idx="50112">
                  <c:v>24.3</c:v>
                </c:pt>
                <c:pt idx="50113">
                  <c:v>24.25</c:v>
                </c:pt>
                <c:pt idx="50114">
                  <c:v>24.25</c:v>
                </c:pt>
                <c:pt idx="50115">
                  <c:v>24.25</c:v>
                </c:pt>
                <c:pt idx="50116">
                  <c:v>24.25</c:v>
                </c:pt>
                <c:pt idx="50117">
                  <c:v>24.3</c:v>
                </c:pt>
                <c:pt idx="50118">
                  <c:v>24.3</c:v>
                </c:pt>
                <c:pt idx="50119">
                  <c:v>24.3</c:v>
                </c:pt>
                <c:pt idx="50120">
                  <c:v>24.3</c:v>
                </c:pt>
                <c:pt idx="50121">
                  <c:v>24.3</c:v>
                </c:pt>
                <c:pt idx="50122">
                  <c:v>24.35</c:v>
                </c:pt>
                <c:pt idx="50123">
                  <c:v>24.35</c:v>
                </c:pt>
                <c:pt idx="50124">
                  <c:v>24.4</c:v>
                </c:pt>
                <c:pt idx="50125">
                  <c:v>24.4</c:v>
                </c:pt>
                <c:pt idx="50126">
                  <c:v>24.45</c:v>
                </c:pt>
                <c:pt idx="50127">
                  <c:v>24.45</c:v>
                </c:pt>
                <c:pt idx="50128">
                  <c:v>24.5</c:v>
                </c:pt>
                <c:pt idx="50129">
                  <c:v>24.5</c:v>
                </c:pt>
                <c:pt idx="50130">
                  <c:v>24.5</c:v>
                </c:pt>
                <c:pt idx="50131">
                  <c:v>24.55</c:v>
                </c:pt>
                <c:pt idx="50132">
                  <c:v>24.55</c:v>
                </c:pt>
                <c:pt idx="50133">
                  <c:v>24.55</c:v>
                </c:pt>
                <c:pt idx="50134">
                  <c:v>24.5</c:v>
                </c:pt>
                <c:pt idx="50135">
                  <c:v>24.5</c:v>
                </c:pt>
                <c:pt idx="50136">
                  <c:v>24.45</c:v>
                </c:pt>
                <c:pt idx="50137">
                  <c:v>24.4</c:v>
                </c:pt>
                <c:pt idx="50138">
                  <c:v>24.35</c:v>
                </c:pt>
                <c:pt idx="50139">
                  <c:v>24.35</c:v>
                </c:pt>
                <c:pt idx="50140">
                  <c:v>24.35</c:v>
                </c:pt>
                <c:pt idx="50141">
                  <c:v>24.3</c:v>
                </c:pt>
                <c:pt idx="50142">
                  <c:v>24.3</c:v>
                </c:pt>
                <c:pt idx="50143">
                  <c:v>24.3</c:v>
                </c:pt>
                <c:pt idx="50144">
                  <c:v>24.3</c:v>
                </c:pt>
                <c:pt idx="50145">
                  <c:v>24.3</c:v>
                </c:pt>
                <c:pt idx="50146">
                  <c:v>24.3</c:v>
                </c:pt>
                <c:pt idx="50147">
                  <c:v>24.3</c:v>
                </c:pt>
                <c:pt idx="50148">
                  <c:v>24.3</c:v>
                </c:pt>
                <c:pt idx="50149">
                  <c:v>24.3</c:v>
                </c:pt>
                <c:pt idx="50150">
                  <c:v>24.35</c:v>
                </c:pt>
                <c:pt idx="50151">
                  <c:v>24.35</c:v>
                </c:pt>
                <c:pt idx="50152">
                  <c:v>24.35</c:v>
                </c:pt>
                <c:pt idx="50153">
                  <c:v>24.4</c:v>
                </c:pt>
                <c:pt idx="50154">
                  <c:v>24.4</c:v>
                </c:pt>
                <c:pt idx="50155">
                  <c:v>24.4</c:v>
                </c:pt>
                <c:pt idx="50156">
                  <c:v>24.4</c:v>
                </c:pt>
                <c:pt idx="50157">
                  <c:v>24.45</c:v>
                </c:pt>
                <c:pt idx="50158">
                  <c:v>24.45</c:v>
                </c:pt>
                <c:pt idx="50159">
                  <c:v>24.45</c:v>
                </c:pt>
                <c:pt idx="50160">
                  <c:v>24.5</c:v>
                </c:pt>
                <c:pt idx="50161">
                  <c:v>24.5</c:v>
                </c:pt>
                <c:pt idx="50162">
                  <c:v>24.55</c:v>
                </c:pt>
                <c:pt idx="50163">
                  <c:v>24.55</c:v>
                </c:pt>
                <c:pt idx="50164">
                  <c:v>24.5</c:v>
                </c:pt>
                <c:pt idx="50165">
                  <c:v>24.5</c:v>
                </c:pt>
                <c:pt idx="50166">
                  <c:v>24.45</c:v>
                </c:pt>
                <c:pt idx="50167">
                  <c:v>24.4</c:v>
                </c:pt>
                <c:pt idx="50168">
                  <c:v>24.4</c:v>
                </c:pt>
                <c:pt idx="50169">
                  <c:v>24.35</c:v>
                </c:pt>
                <c:pt idx="50170">
                  <c:v>24.35</c:v>
                </c:pt>
                <c:pt idx="50171">
                  <c:v>24.3</c:v>
                </c:pt>
                <c:pt idx="50172">
                  <c:v>24.3</c:v>
                </c:pt>
                <c:pt idx="50173">
                  <c:v>24.3</c:v>
                </c:pt>
                <c:pt idx="50174">
                  <c:v>24.3</c:v>
                </c:pt>
                <c:pt idx="50175">
                  <c:v>24.3</c:v>
                </c:pt>
                <c:pt idx="50176">
                  <c:v>24.3</c:v>
                </c:pt>
                <c:pt idx="50177">
                  <c:v>24.3</c:v>
                </c:pt>
                <c:pt idx="50178">
                  <c:v>24.3</c:v>
                </c:pt>
                <c:pt idx="50179">
                  <c:v>24.3</c:v>
                </c:pt>
                <c:pt idx="50180">
                  <c:v>24.35</c:v>
                </c:pt>
                <c:pt idx="50181">
                  <c:v>24.35</c:v>
                </c:pt>
                <c:pt idx="50182">
                  <c:v>24.35</c:v>
                </c:pt>
                <c:pt idx="50183">
                  <c:v>24.35</c:v>
                </c:pt>
                <c:pt idx="50184">
                  <c:v>24.4</c:v>
                </c:pt>
                <c:pt idx="50185">
                  <c:v>24.4</c:v>
                </c:pt>
                <c:pt idx="50186">
                  <c:v>24.4</c:v>
                </c:pt>
                <c:pt idx="50187">
                  <c:v>24.45</c:v>
                </c:pt>
                <c:pt idx="50188">
                  <c:v>24.45</c:v>
                </c:pt>
                <c:pt idx="50189">
                  <c:v>24.5</c:v>
                </c:pt>
                <c:pt idx="50190">
                  <c:v>24.5</c:v>
                </c:pt>
                <c:pt idx="50191">
                  <c:v>24.55</c:v>
                </c:pt>
                <c:pt idx="50192">
                  <c:v>24.55</c:v>
                </c:pt>
                <c:pt idx="50193">
                  <c:v>24.55</c:v>
                </c:pt>
                <c:pt idx="50194">
                  <c:v>24.5</c:v>
                </c:pt>
                <c:pt idx="50195">
                  <c:v>24.5</c:v>
                </c:pt>
                <c:pt idx="50196">
                  <c:v>24.45</c:v>
                </c:pt>
                <c:pt idx="50197">
                  <c:v>24.4</c:v>
                </c:pt>
                <c:pt idx="50198">
                  <c:v>24.4</c:v>
                </c:pt>
                <c:pt idx="50199">
                  <c:v>24.35</c:v>
                </c:pt>
                <c:pt idx="50200">
                  <c:v>24.35</c:v>
                </c:pt>
                <c:pt idx="50201">
                  <c:v>24.3</c:v>
                </c:pt>
                <c:pt idx="50202">
                  <c:v>24.3</c:v>
                </c:pt>
                <c:pt idx="50203">
                  <c:v>24.3</c:v>
                </c:pt>
                <c:pt idx="50204">
                  <c:v>24.3</c:v>
                </c:pt>
                <c:pt idx="50205">
                  <c:v>24.3</c:v>
                </c:pt>
                <c:pt idx="50206">
                  <c:v>24.3</c:v>
                </c:pt>
                <c:pt idx="50207">
                  <c:v>24.3</c:v>
                </c:pt>
                <c:pt idx="50208">
                  <c:v>24.3</c:v>
                </c:pt>
                <c:pt idx="50209">
                  <c:v>24.3</c:v>
                </c:pt>
                <c:pt idx="50210">
                  <c:v>24.35</c:v>
                </c:pt>
                <c:pt idx="50211">
                  <c:v>24.35</c:v>
                </c:pt>
                <c:pt idx="50212">
                  <c:v>24.35</c:v>
                </c:pt>
                <c:pt idx="50213">
                  <c:v>24.4</c:v>
                </c:pt>
                <c:pt idx="50214">
                  <c:v>24.4</c:v>
                </c:pt>
                <c:pt idx="50215">
                  <c:v>24.4</c:v>
                </c:pt>
                <c:pt idx="50216">
                  <c:v>24.45</c:v>
                </c:pt>
                <c:pt idx="50217">
                  <c:v>24.45</c:v>
                </c:pt>
                <c:pt idx="50218">
                  <c:v>24.45</c:v>
                </c:pt>
                <c:pt idx="50219">
                  <c:v>24.5</c:v>
                </c:pt>
                <c:pt idx="50220">
                  <c:v>24.5</c:v>
                </c:pt>
                <c:pt idx="50221">
                  <c:v>24.55</c:v>
                </c:pt>
                <c:pt idx="50222">
                  <c:v>24.55</c:v>
                </c:pt>
                <c:pt idx="50223">
                  <c:v>24.55</c:v>
                </c:pt>
                <c:pt idx="50224">
                  <c:v>24.5</c:v>
                </c:pt>
                <c:pt idx="50225">
                  <c:v>24.5</c:v>
                </c:pt>
                <c:pt idx="50226">
                  <c:v>24.45</c:v>
                </c:pt>
                <c:pt idx="50227">
                  <c:v>24.4</c:v>
                </c:pt>
                <c:pt idx="50228">
                  <c:v>24.35</c:v>
                </c:pt>
                <c:pt idx="50229">
                  <c:v>24.3</c:v>
                </c:pt>
                <c:pt idx="50230">
                  <c:v>24.3</c:v>
                </c:pt>
                <c:pt idx="50231">
                  <c:v>24.3</c:v>
                </c:pt>
                <c:pt idx="50232">
                  <c:v>24.3</c:v>
                </c:pt>
                <c:pt idx="50233">
                  <c:v>24.3</c:v>
                </c:pt>
                <c:pt idx="50234">
                  <c:v>24.3</c:v>
                </c:pt>
                <c:pt idx="50235">
                  <c:v>24.3</c:v>
                </c:pt>
                <c:pt idx="50236">
                  <c:v>24.3</c:v>
                </c:pt>
                <c:pt idx="50237">
                  <c:v>24.3</c:v>
                </c:pt>
                <c:pt idx="50238">
                  <c:v>24.35</c:v>
                </c:pt>
                <c:pt idx="50239">
                  <c:v>24.35</c:v>
                </c:pt>
                <c:pt idx="50240">
                  <c:v>24.35</c:v>
                </c:pt>
                <c:pt idx="50241">
                  <c:v>24.35</c:v>
                </c:pt>
                <c:pt idx="50242">
                  <c:v>24.4</c:v>
                </c:pt>
                <c:pt idx="50243">
                  <c:v>24.4</c:v>
                </c:pt>
                <c:pt idx="50244">
                  <c:v>24.4</c:v>
                </c:pt>
                <c:pt idx="50245">
                  <c:v>24.45</c:v>
                </c:pt>
                <c:pt idx="50246">
                  <c:v>24.45</c:v>
                </c:pt>
                <c:pt idx="50247">
                  <c:v>24.5</c:v>
                </c:pt>
                <c:pt idx="50248">
                  <c:v>24.5</c:v>
                </c:pt>
                <c:pt idx="50249">
                  <c:v>24.5</c:v>
                </c:pt>
                <c:pt idx="50250">
                  <c:v>24.55</c:v>
                </c:pt>
                <c:pt idx="50251">
                  <c:v>24.55</c:v>
                </c:pt>
                <c:pt idx="50252">
                  <c:v>24.55</c:v>
                </c:pt>
                <c:pt idx="50253">
                  <c:v>24.55</c:v>
                </c:pt>
                <c:pt idx="50254">
                  <c:v>24.55</c:v>
                </c:pt>
                <c:pt idx="50255">
                  <c:v>24.55</c:v>
                </c:pt>
                <c:pt idx="50256">
                  <c:v>24.5</c:v>
                </c:pt>
                <c:pt idx="50257">
                  <c:v>24.45</c:v>
                </c:pt>
                <c:pt idx="50258">
                  <c:v>24.4</c:v>
                </c:pt>
                <c:pt idx="50259">
                  <c:v>24.35</c:v>
                </c:pt>
                <c:pt idx="50260">
                  <c:v>24.35</c:v>
                </c:pt>
                <c:pt idx="50261">
                  <c:v>24.35</c:v>
                </c:pt>
                <c:pt idx="50262">
                  <c:v>24.3</c:v>
                </c:pt>
                <c:pt idx="50263">
                  <c:v>24.3</c:v>
                </c:pt>
                <c:pt idx="50264">
                  <c:v>24.3</c:v>
                </c:pt>
                <c:pt idx="50265">
                  <c:v>24.3</c:v>
                </c:pt>
                <c:pt idx="50266">
                  <c:v>24.3</c:v>
                </c:pt>
                <c:pt idx="50267">
                  <c:v>24.35</c:v>
                </c:pt>
                <c:pt idx="50268">
                  <c:v>24.35</c:v>
                </c:pt>
                <c:pt idx="50269">
                  <c:v>24.35</c:v>
                </c:pt>
                <c:pt idx="50270">
                  <c:v>24.35</c:v>
                </c:pt>
                <c:pt idx="50271">
                  <c:v>24.35</c:v>
                </c:pt>
                <c:pt idx="50272">
                  <c:v>24.4</c:v>
                </c:pt>
                <c:pt idx="50273">
                  <c:v>24.4</c:v>
                </c:pt>
                <c:pt idx="50274">
                  <c:v>24.4</c:v>
                </c:pt>
                <c:pt idx="50275">
                  <c:v>24.45</c:v>
                </c:pt>
                <c:pt idx="50276">
                  <c:v>24.45</c:v>
                </c:pt>
                <c:pt idx="50277">
                  <c:v>24.5</c:v>
                </c:pt>
                <c:pt idx="50278">
                  <c:v>24.5</c:v>
                </c:pt>
                <c:pt idx="50279">
                  <c:v>24.55</c:v>
                </c:pt>
                <c:pt idx="50280">
                  <c:v>24.55</c:v>
                </c:pt>
                <c:pt idx="50281">
                  <c:v>24.55</c:v>
                </c:pt>
                <c:pt idx="50282">
                  <c:v>24.55</c:v>
                </c:pt>
                <c:pt idx="50283">
                  <c:v>24.55</c:v>
                </c:pt>
                <c:pt idx="50284">
                  <c:v>24.55</c:v>
                </c:pt>
                <c:pt idx="50285">
                  <c:v>24.5</c:v>
                </c:pt>
                <c:pt idx="50286">
                  <c:v>24.45</c:v>
                </c:pt>
                <c:pt idx="50287">
                  <c:v>24.45</c:v>
                </c:pt>
                <c:pt idx="50288">
                  <c:v>24.4</c:v>
                </c:pt>
                <c:pt idx="50289">
                  <c:v>24.35</c:v>
                </c:pt>
                <c:pt idx="50290">
                  <c:v>24.35</c:v>
                </c:pt>
                <c:pt idx="50291">
                  <c:v>24.3</c:v>
                </c:pt>
                <c:pt idx="50292">
                  <c:v>24.3</c:v>
                </c:pt>
                <c:pt idx="50293">
                  <c:v>24.3</c:v>
                </c:pt>
                <c:pt idx="50294">
                  <c:v>24.3</c:v>
                </c:pt>
                <c:pt idx="50295">
                  <c:v>24.3</c:v>
                </c:pt>
                <c:pt idx="50296">
                  <c:v>24.35</c:v>
                </c:pt>
                <c:pt idx="50297">
                  <c:v>24.35</c:v>
                </c:pt>
                <c:pt idx="50298">
                  <c:v>24.35</c:v>
                </c:pt>
                <c:pt idx="50299">
                  <c:v>24.35</c:v>
                </c:pt>
                <c:pt idx="50300">
                  <c:v>24.35</c:v>
                </c:pt>
                <c:pt idx="50301">
                  <c:v>24.35</c:v>
                </c:pt>
                <c:pt idx="50302">
                  <c:v>24.35</c:v>
                </c:pt>
                <c:pt idx="50303">
                  <c:v>24.4</c:v>
                </c:pt>
                <c:pt idx="50304">
                  <c:v>24.4</c:v>
                </c:pt>
                <c:pt idx="50305">
                  <c:v>24.4</c:v>
                </c:pt>
                <c:pt idx="50306">
                  <c:v>24.45</c:v>
                </c:pt>
                <c:pt idx="50307">
                  <c:v>24.45</c:v>
                </c:pt>
                <c:pt idx="50308">
                  <c:v>24.5</c:v>
                </c:pt>
                <c:pt idx="50309">
                  <c:v>24.5</c:v>
                </c:pt>
                <c:pt idx="50310">
                  <c:v>24.5</c:v>
                </c:pt>
                <c:pt idx="50311">
                  <c:v>24.55</c:v>
                </c:pt>
                <c:pt idx="50312">
                  <c:v>24.55</c:v>
                </c:pt>
                <c:pt idx="50313">
                  <c:v>24.55</c:v>
                </c:pt>
                <c:pt idx="50314">
                  <c:v>24.55</c:v>
                </c:pt>
                <c:pt idx="50315">
                  <c:v>24.5</c:v>
                </c:pt>
                <c:pt idx="50316">
                  <c:v>24.45</c:v>
                </c:pt>
                <c:pt idx="50317">
                  <c:v>24.4</c:v>
                </c:pt>
                <c:pt idx="50318">
                  <c:v>24.4</c:v>
                </c:pt>
                <c:pt idx="50319">
                  <c:v>24.35</c:v>
                </c:pt>
                <c:pt idx="50320">
                  <c:v>24.35</c:v>
                </c:pt>
                <c:pt idx="50321">
                  <c:v>24.3</c:v>
                </c:pt>
                <c:pt idx="50322">
                  <c:v>24.3</c:v>
                </c:pt>
                <c:pt idx="50323">
                  <c:v>24.3</c:v>
                </c:pt>
                <c:pt idx="50324">
                  <c:v>24.3</c:v>
                </c:pt>
                <c:pt idx="50325">
                  <c:v>24.3</c:v>
                </c:pt>
                <c:pt idx="50326">
                  <c:v>24.25</c:v>
                </c:pt>
                <c:pt idx="50327">
                  <c:v>24.3</c:v>
                </c:pt>
                <c:pt idx="50328">
                  <c:v>24.3</c:v>
                </c:pt>
                <c:pt idx="50329">
                  <c:v>24.3</c:v>
                </c:pt>
                <c:pt idx="50330">
                  <c:v>24.35</c:v>
                </c:pt>
                <c:pt idx="50331">
                  <c:v>24.35</c:v>
                </c:pt>
                <c:pt idx="50332">
                  <c:v>24.35</c:v>
                </c:pt>
                <c:pt idx="50333">
                  <c:v>24.35</c:v>
                </c:pt>
                <c:pt idx="50334">
                  <c:v>24.4</c:v>
                </c:pt>
                <c:pt idx="50335">
                  <c:v>24.4</c:v>
                </c:pt>
                <c:pt idx="50336">
                  <c:v>24.4</c:v>
                </c:pt>
                <c:pt idx="50337">
                  <c:v>24.45</c:v>
                </c:pt>
                <c:pt idx="50338">
                  <c:v>24.45</c:v>
                </c:pt>
                <c:pt idx="50339">
                  <c:v>24.45</c:v>
                </c:pt>
                <c:pt idx="50340">
                  <c:v>24.5</c:v>
                </c:pt>
                <c:pt idx="50341">
                  <c:v>24.5</c:v>
                </c:pt>
                <c:pt idx="50342">
                  <c:v>24.55</c:v>
                </c:pt>
                <c:pt idx="50343">
                  <c:v>24.55</c:v>
                </c:pt>
                <c:pt idx="50344">
                  <c:v>24.5</c:v>
                </c:pt>
                <c:pt idx="50345">
                  <c:v>24.5</c:v>
                </c:pt>
                <c:pt idx="50346">
                  <c:v>24.45</c:v>
                </c:pt>
                <c:pt idx="50347">
                  <c:v>24.4</c:v>
                </c:pt>
                <c:pt idx="50348">
                  <c:v>24.4</c:v>
                </c:pt>
                <c:pt idx="50349">
                  <c:v>24.35</c:v>
                </c:pt>
                <c:pt idx="50350">
                  <c:v>24.35</c:v>
                </c:pt>
                <c:pt idx="50351">
                  <c:v>24.3</c:v>
                </c:pt>
                <c:pt idx="50352">
                  <c:v>24.3</c:v>
                </c:pt>
                <c:pt idx="50353">
                  <c:v>24.3</c:v>
                </c:pt>
                <c:pt idx="50354">
                  <c:v>24.3</c:v>
                </c:pt>
                <c:pt idx="50355">
                  <c:v>24.3</c:v>
                </c:pt>
                <c:pt idx="50356">
                  <c:v>24.3</c:v>
                </c:pt>
                <c:pt idx="50357">
                  <c:v>24.3</c:v>
                </c:pt>
                <c:pt idx="50358">
                  <c:v>24.3</c:v>
                </c:pt>
                <c:pt idx="50359">
                  <c:v>24.3</c:v>
                </c:pt>
                <c:pt idx="50360">
                  <c:v>24.35</c:v>
                </c:pt>
                <c:pt idx="50361">
                  <c:v>24.35</c:v>
                </c:pt>
                <c:pt idx="50362">
                  <c:v>24.35</c:v>
                </c:pt>
                <c:pt idx="50363">
                  <c:v>24.4</c:v>
                </c:pt>
                <c:pt idx="50364">
                  <c:v>24.4</c:v>
                </c:pt>
                <c:pt idx="50365">
                  <c:v>24.45</c:v>
                </c:pt>
                <c:pt idx="50366">
                  <c:v>24.45</c:v>
                </c:pt>
                <c:pt idx="50367">
                  <c:v>24.45</c:v>
                </c:pt>
                <c:pt idx="50368">
                  <c:v>24.5</c:v>
                </c:pt>
                <c:pt idx="50369">
                  <c:v>24.5</c:v>
                </c:pt>
                <c:pt idx="50370">
                  <c:v>24.55</c:v>
                </c:pt>
                <c:pt idx="50371">
                  <c:v>24.55</c:v>
                </c:pt>
                <c:pt idx="50372">
                  <c:v>24.55</c:v>
                </c:pt>
                <c:pt idx="50373">
                  <c:v>24.55</c:v>
                </c:pt>
                <c:pt idx="50374">
                  <c:v>24.5</c:v>
                </c:pt>
                <c:pt idx="50375">
                  <c:v>24.45</c:v>
                </c:pt>
                <c:pt idx="50376">
                  <c:v>24.45</c:v>
                </c:pt>
                <c:pt idx="50377">
                  <c:v>24.4</c:v>
                </c:pt>
                <c:pt idx="50378">
                  <c:v>24.35</c:v>
                </c:pt>
                <c:pt idx="50379">
                  <c:v>24.35</c:v>
                </c:pt>
                <c:pt idx="50380">
                  <c:v>24.3</c:v>
                </c:pt>
                <c:pt idx="50381">
                  <c:v>24.3</c:v>
                </c:pt>
                <c:pt idx="50382">
                  <c:v>24.25</c:v>
                </c:pt>
                <c:pt idx="50383">
                  <c:v>24.25</c:v>
                </c:pt>
                <c:pt idx="50384">
                  <c:v>24.25</c:v>
                </c:pt>
                <c:pt idx="50385">
                  <c:v>24.25</c:v>
                </c:pt>
                <c:pt idx="50386">
                  <c:v>24.3</c:v>
                </c:pt>
                <c:pt idx="50387">
                  <c:v>24.3</c:v>
                </c:pt>
                <c:pt idx="50388">
                  <c:v>24.3</c:v>
                </c:pt>
                <c:pt idx="50389">
                  <c:v>24.3</c:v>
                </c:pt>
                <c:pt idx="50390">
                  <c:v>24.35</c:v>
                </c:pt>
                <c:pt idx="50391">
                  <c:v>24.35</c:v>
                </c:pt>
                <c:pt idx="50392">
                  <c:v>24.4</c:v>
                </c:pt>
                <c:pt idx="50393">
                  <c:v>24.4</c:v>
                </c:pt>
                <c:pt idx="50394">
                  <c:v>24.4</c:v>
                </c:pt>
                <c:pt idx="50395">
                  <c:v>24.45</c:v>
                </c:pt>
                <c:pt idx="50396">
                  <c:v>24.45</c:v>
                </c:pt>
                <c:pt idx="50397">
                  <c:v>24.45</c:v>
                </c:pt>
                <c:pt idx="50398">
                  <c:v>24.5</c:v>
                </c:pt>
                <c:pt idx="50399">
                  <c:v>24.5</c:v>
                </c:pt>
                <c:pt idx="50400">
                  <c:v>24.5</c:v>
                </c:pt>
                <c:pt idx="50401">
                  <c:v>24.55</c:v>
                </c:pt>
                <c:pt idx="50402">
                  <c:v>24.55</c:v>
                </c:pt>
                <c:pt idx="50403">
                  <c:v>24.55</c:v>
                </c:pt>
                <c:pt idx="50404">
                  <c:v>24.55</c:v>
                </c:pt>
                <c:pt idx="50405">
                  <c:v>24.5</c:v>
                </c:pt>
                <c:pt idx="50406">
                  <c:v>24.45</c:v>
                </c:pt>
                <c:pt idx="50407">
                  <c:v>24.4</c:v>
                </c:pt>
                <c:pt idx="50408">
                  <c:v>24.4</c:v>
                </c:pt>
                <c:pt idx="50409">
                  <c:v>24.35</c:v>
                </c:pt>
                <c:pt idx="50410">
                  <c:v>24.35</c:v>
                </c:pt>
                <c:pt idx="50411">
                  <c:v>24.3</c:v>
                </c:pt>
                <c:pt idx="50412">
                  <c:v>24.3</c:v>
                </c:pt>
                <c:pt idx="50413">
                  <c:v>24.3</c:v>
                </c:pt>
                <c:pt idx="50414">
                  <c:v>24.3</c:v>
                </c:pt>
                <c:pt idx="50415">
                  <c:v>24.3</c:v>
                </c:pt>
                <c:pt idx="50416">
                  <c:v>24.3</c:v>
                </c:pt>
                <c:pt idx="50417">
                  <c:v>24.3</c:v>
                </c:pt>
                <c:pt idx="50418">
                  <c:v>24.3</c:v>
                </c:pt>
                <c:pt idx="50419">
                  <c:v>24.3</c:v>
                </c:pt>
                <c:pt idx="50420">
                  <c:v>24.3</c:v>
                </c:pt>
                <c:pt idx="50421">
                  <c:v>24.3</c:v>
                </c:pt>
                <c:pt idx="50422">
                  <c:v>24.35</c:v>
                </c:pt>
                <c:pt idx="50423">
                  <c:v>24.35</c:v>
                </c:pt>
                <c:pt idx="50424">
                  <c:v>24.35</c:v>
                </c:pt>
                <c:pt idx="50425">
                  <c:v>24.4</c:v>
                </c:pt>
                <c:pt idx="50426">
                  <c:v>24.4</c:v>
                </c:pt>
                <c:pt idx="50427">
                  <c:v>24.45</c:v>
                </c:pt>
                <c:pt idx="50428">
                  <c:v>24.45</c:v>
                </c:pt>
                <c:pt idx="50429">
                  <c:v>24.45</c:v>
                </c:pt>
                <c:pt idx="50430">
                  <c:v>24.5</c:v>
                </c:pt>
                <c:pt idx="50431">
                  <c:v>24.5</c:v>
                </c:pt>
                <c:pt idx="50432">
                  <c:v>24.5</c:v>
                </c:pt>
                <c:pt idx="50433">
                  <c:v>24.5</c:v>
                </c:pt>
                <c:pt idx="50434">
                  <c:v>24.5</c:v>
                </c:pt>
                <c:pt idx="50435">
                  <c:v>24.45</c:v>
                </c:pt>
                <c:pt idx="50436">
                  <c:v>24.4</c:v>
                </c:pt>
                <c:pt idx="50437">
                  <c:v>24.4</c:v>
                </c:pt>
                <c:pt idx="50438">
                  <c:v>24.35</c:v>
                </c:pt>
                <c:pt idx="50439">
                  <c:v>24.3</c:v>
                </c:pt>
                <c:pt idx="50440">
                  <c:v>24.3</c:v>
                </c:pt>
                <c:pt idx="50441">
                  <c:v>24.3</c:v>
                </c:pt>
                <c:pt idx="50442">
                  <c:v>24.25</c:v>
                </c:pt>
                <c:pt idx="50443">
                  <c:v>24.25</c:v>
                </c:pt>
                <c:pt idx="50444">
                  <c:v>24.25</c:v>
                </c:pt>
                <c:pt idx="50445">
                  <c:v>24.25</c:v>
                </c:pt>
                <c:pt idx="50446">
                  <c:v>24.3</c:v>
                </c:pt>
                <c:pt idx="50447">
                  <c:v>24.3</c:v>
                </c:pt>
                <c:pt idx="50448">
                  <c:v>24.3</c:v>
                </c:pt>
                <c:pt idx="50449">
                  <c:v>24.35</c:v>
                </c:pt>
                <c:pt idx="50450">
                  <c:v>24.35</c:v>
                </c:pt>
                <c:pt idx="50451">
                  <c:v>24.35</c:v>
                </c:pt>
                <c:pt idx="50452">
                  <c:v>24.4</c:v>
                </c:pt>
                <c:pt idx="50453">
                  <c:v>24.4</c:v>
                </c:pt>
                <c:pt idx="50454">
                  <c:v>24.45</c:v>
                </c:pt>
                <c:pt idx="50455">
                  <c:v>24.45</c:v>
                </c:pt>
                <c:pt idx="50456">
                  <c:v>24.45</c:v>
                </c:pt>
                <c:pt idx="50457">
                  <c:v>24.45</c:v>
                </c:pt>
                <c:pt idx="50458">
                  <c:v>24.5</c:v>
                </c:pt>
                <c:pt idx="50459">
                  <c:v>24.5</c:v>
                </c:pt>
                <c:pt idx="50460">
                  <c:v>24.5</c:v>
                </c:pt>
                <c:pt idx="50461">
                  <c:v>24.55</c:v>
                </c:pt>
                <c:pt idx="50462">
                  <c:v>24.55</c:v>
                </c:pt>
                <c:pt idx="50463">
                  <c:v>24.55</c:v>
                </c:pt>
                <c:pt idx="50464">
                  <c:v>24.55</c:v>
                </c:pt>
                <c:pt idx="50465">
                  <c:v>24.5</c:v>
                </c:pt>
                <c:pt idx="50466">
                  <c:v>24.45</c:v>
                </c:pt>
                <c:pt idx="50467">
                  <c:v>24.4</c:v>
                </c:pt>
                <c:pt idx="50468">
                  <c:v>24.4</c:v>
                </c:pt>
                <c:pt idx="50469">
                  <c:v>24.35</c:v>
                </c:pt>
                <c:pt idx="50470">
                  <c:v>24.3</c:v>
                </c:pt>
                <c:pt idx="50471">
                  <c:v>24.3</c:v>
                </c:pt>
                <c:pt idx="50472">
                  <c:v>24.3</c:v>
                </c:pt>
                <c:pt idx="50473">
                  <c:v>24.3</c:v>
                </c:pt>
                <c:pt idx="50474">
                  <c:v>24.25</c:v>
                </c:pt>
                <c:pt idx="50475">
                  <c:v>24.3</c:v>
                </c:pt>
                <c:pt idx="50476">
                  <c:v>24.3</c:v>
                </c:pt>
                <c:pt idx="50477">
                  <c:v>24.3</c:v>
                </c:pt>
                <c:pt idx="50478">
                  <c:v>24.3</c:v>
                </c:pt>
                <c:pt idx="50479">
                  <c:v>24.3</c:v>
                </c:pt>
                <c:pt idx="50480">
                  <c:v>24.35</c:v>
                </c:pt>
                <c:pt idx="50481">
                  <c:v>24.35</c:v>
                </c:pt>
                <c:pt idx="50482">
                  <c:v>24.35</c:v>
                </c:pt>
                <c:pt idx="50483">
                  <c:v>24.4</c:v>
                </c:pt>
                <c:pt idx="50484">
                  <c:v>24.4</c:v>
                </c:pt>
                <c:pt idx="50485">
                  <c:v>24.45</c:v>
                </c:pt>
                <c:pt idx="50486">
                  <c:v>24.45</c:v>
                </c:pt>
                <c:pt idx="50487">
                  <c:v>24.45</c:v>
                </c:pt>
                <c:pt idx="50488">
                  <c:v>24.5</c:v>
                </c:pt>
                <c:pt idx="50489">
                  <c:v>24.5</c:v>
                </c:pt>
                <c:pt idx="50490">
                  <c:v>24.55</c:v>
                </c:pt>
                <c:pt idx="50491">
                  <c:v>24.55</c:v>
                </c:pt>
                <c:pt idx="50492">
                  <c:v>24.55</c:v>
                </c:pt>
                <c:pt idx="50493">
                  <c:v>24.55</c:v>
                </c:pt>
                <c:pt idx="50494">
                  <c:v>24.55</c:v>
                </c:pt>
                <c:pt idx="50495">
                  <c:v>24.5</c:v>
                </c:pt>
                <c:pt idx="50496">
                  <c:v>24.45</c:v>
                </c:pt>
                <c:pt idx="50497">
                  <c:v>24.4</c:v>
                </c:pt>
                <c:pt idx="50498">
                  <c:v>24.35</c:v>
                </c:pt>
                <c:pt idx="50499">
                  <c:v>24.35</c:v>
                </c:pt>
                <c:pt idx="50500">
                  <c:v>24.3</c:v>
                </c:pt>
                <c:pt idx="50501">
                  <c:v>24.3</c:v>
                </c:pt>
                <c:pt idx="50502">
                  <c:v>24.3</c:v>
                </c:pt>
                <c:pt idx="50503">
                  <c:v>24.3</c:v>
                </c:pt>
                <c:pt idx="50504">
                  <c:v>24.3</c:v>
                </c:pt>
                <c:pt idx="50505">
                  <c:v>24.3</c:v>
                </c:pt>
                <c:pt idx="50506">
                  <c:v>24.3</c:v>
                </c:pt>
                <c:pt idx="50507">
                  <c:v>24.3</c:v>
                </c:pt>
                <c:pt idx="50508">
                  <c:v>24.35</c:v>
                </c:pt>
                <c:pt idx="50509">
                  <c:v>24.35</c:v>
                </c:pt>
                <c:pt idx="50510">
                  <c:v>24.35</c:v>
                </c:pt>
                <c:pt idx="50511">
                  <c:v>24.35</c:v>
                </c:pt>
                <c:pt idx="50512">
                  <c:v>24.4</c:v>
                </c:pt>
                <c:pt idx="50513">
                  <c:v>24.4</c:v>
                </c:pt>
                <c:pt idx="50514">
                  <c:v>24.4</c:v>
                </c:pt>
                <c:pt idx="50515">
                  <c:v>24.45</c:v>
                </c:pt>
                <c:pt idx="50516">
                  <c:v>24.45</c:v>
                </c:pt>
                <c:pt idx="50517">
                  <c:v>24.45</c:v>
                </c:pt>
                <c:pt idx="50518">
                  <c:v>24.5</c:v>
                </c:pt>
                <c:pt idx="50519">
                  <c:v>24.5</c:v>
                </c:pt>
                <c:pt idx="50520">
                  <c:v>24.55</c:v>
                </c:pt>
                <c:pt idx="50521">
                  <c:v>24.55</c:v>
                </c:pt>
                <c:pt idx="50522">
                  <c:v>24.55</c:v>
                </c:pt>
                <c:pt idx="50523">
                  <c:v>24.55</c:v>
                </c:pt>
                <c:pt idx="50524">
                  <c:v>24.5</c:v>
                </c:pt>
                <c:pt idx="50525">
                  <c:v>24.5</c:v>
                </c:pt>
                <c:pt idx="50526">
                  <c:v>24.5</c:v>
                </c:pt>
                <c:pt idx="50527">
                  <c:v>24.4</c:v>
                </c:pt>
                <c:pt idx="50528">
                  <c:v>24.35</c:v>
                </c:pt>
                <c:pt idx="50529">
                  <c:v>24.35</c:v>
                </c:pt>
                <c:pt idx="50530">
                  <c:v>24.35</c:v>
                </c:pt>
                <c:pt idx="50531">
                  <c:v>24.3</c:v>
                </c:pt>
                <c:pt idx="50532">
                  <c:v>24.25</c:v>
                </c:pt>
                <c:pt idx="50533">
                  <c:v>24.25</c:v>
                </c:pt>
                <c:pt idx="50534">
                  <c:v>24.25</c:v>
                </c:pt>
                <c:pt idx="50535">
                  <c:v>24.25</c:v>
                </c:pt>
                <c:pt idx="50536">
                  <c:v>24.25</c:v>
                </c:pt>
                <c:pt idx="50537">
                  <c:v>24.25</c:v>
                </c:pt>
                <c:pt idx="50538">
                  <c:v>24.3</c:v>
                </c:pt>
                <c:pt idx="50539">
                  <c:v>24.3</c:v>
                </c:pt>
                <c:pt idx="50540">
                  <c:v>24.3</c:v>
                </c:pt>
                <c:pt idx="50541">
                  <c:v>24.35</c:v>
                </c:pt>
                <c:pt idx="50542">
                  <c:v>24.35</c:v>
                </c:pt>
                <c:pt idx="50543">
                  <c:v>24.35</c:v>
                </c:pt>
                <c:pt idx="50544">
                  <c:v>24.4</c:v>
                </c:pt>
                <c:pt idx="50545">
                  <c:v>24.4</c:v>
                </c:pt>
                <c:pt idx="50546">
                  <c:v>24.45</c:v>
                </c:pt>
                <c:pt idx="50547">
                  <c:v>24.45</c:v>
                </c:pt>
                <c:pt idx="50548">
                  <c:v>24.45</c:v>
                </c:pt>
                <c:pt idx="50549">
                  <c:v>24.5</c:v>
                </c:pt>
                <c:pt idx="50550">
                  <c:v>24.55</c:v>
                </c:pt>
                <c:pt idx="50551">
                  <c:v>24.55</c:v>
                </c:pt>
                <c:pt idx="50552">
                  <c:v>24.55</c:v>
                </c:pt>
                <c:pt idx="50553">
                  <c:v>24.55</c:v>
                </c:pt>
                <c:pt idx="50554">
                  <c:v>24.55</c:v>
                </c:pt>
                <c:pt idx="50555">
                  <c:v>24.5</c:v>
                </c:pt>
                <c:pt idx="50556">
                  <c:v>24.45</c:v>
                </c:pt>
                <c:pt idx="50557">
                  <c:v>24.4</c:v>
                </c:pt>
                <c:pt idx="50558">
                  <c:v>24.35</c:v>
                </c:pt>
                <c:pt idx="50559">
                  <c:v>24.35</c:v>
                </c:pt>
                <c:pt idx="50560">
                  <c:v>24.3</c:v>
                </c:pt>
                <c:pt idx="50561">
                  <c:v>24.3</c:v>
                </c:pt>
                <c:pt idx="50562">
                  <c:v>24.3</c:v>
                </c:pt>
                <c:pt idx="50563">
                  <c:v>24.3</c:v>
                </c:pt>
                <c:pt idx="50564">
                  <c:v>24.25</c:v>
                </c:pt>
                <c:pt idx="50565">
                  <c:v>24.3</c:v>
                </c:pt>
                <c:pt idx="50566">
                  <c:v>24.3</c:v>
                </c:pt>
                <c:pt idx="50567">
                  <c:v>24.3</c:v>
                </c:pt>
                <c:pt idx="50568">
                  <c:v>24.3</c:v>
                </c:pt>
                <c:pt idx="50569">
                  <c:v>24.35</c:v>
                </c:pt>
                <c:pt idx="50570">
                  <c:v>24.35</c:v>
                </c:pt>
                <c:pt idx="50571">
                  <c:v>24.35</c:v>
                </c:pt>
                <c:pt idx="50572">
                  <c:v>24.35</c:v>
                </c:pt>
                <c:pt idx="50573">
                  <c:v>24.4</c:v>
                </c:pt>
                <c:pt idx="50574">
                  <c:v>24.4</c:v>
                </c:pt>
                <c:pt idx="50575">
                  <c:v>24.4</c:v>
                </c:pt>
                <c:pt idx="50576">
                  <c:v>24.45</c:v>
                </c:pt>
                <c:pt idx="50577">
                  <c:v>24.45</c:v>
                </c:pt>
                <c:pt idx="50578">
                  <c:v>24.45</c:v>
                </c:pt>
                <c:pt idx="50579">
                  <c:v>24.5</c:v>
                </c:pt>
                <c:pt idx="50580">
                  <c:v>24.5</c:v>
                </c:pt>
                <c:pt idx="50581">
                  <c:v>24.5</c:v>
                </c:pt>
                <c:pt idx="50582">
                  <c:v>24.5</c:v>
                </c:pt>
                <c:pt idx="50583">
                  <c:v>24.5</c:v>
                </c:pt>
                <c:pt idx="50584">
                  <c:v>24.5</c:v>
                </c:pt>
                <c:pt idx="50585">
                  <c:v>24.45</c:v>
                </c:pt>
                <c:pt idx="50586">
                  <c:v>24.4</c:v>
                </c:pt>
                <c:pt idx="50587">
                  <c:v>24.35</c:v>
                </c:pt>
                <c:pt idx="50588">
                  <c:v>24.35</c:v>
                </c:pt>
                <c:pt idx="50589">
                  <c:v>24.3</c:v>
                </c:pt>
                <c:pt idx="50590">
                  <c:v>24.3</c:v>
                </c:pt>
                <c:pt idx="50591">
                  <c:v>24.3</c:v>
                </c:pt>
                <c:pt idx="50592">
                  <c:v>24.3</c:v>
                </c:pt>
                <c:pt idx="50593">
                  <c:v>24.3</c:v>
                </c:pt>
                <c:pt idx="50594">
                  <c:v>24.3</c:v>
                </c:pt>
                <c:pt idx="50595">
                  <c:v>24.3</c:v>
                </c:pt>
                <c:pt idx="50596">
                  <c:v>24.3</c:v>
                </c:pt>
                <c:pt idx="50597">
                  <c:v>24.3</c:v>
                </c:pt>
                <c:pt idx="50598">
                  <c:v>24.3</c:v>
                </c:pt>
                <c:pt idx="50599">
                  <c:v>24.3</c:v>
                </c:pt>
                <c:pt idx="50600">
                  <c:v>24.3</c:v>
                </c:pt>
                <c:pt idx="50601">
                  <c:v>24.35</c:v>
                </c:pt>
                <c:pt idx="50602">
                  <c:v>24.35</c:v>
                </c:pt>
                <c:pt idx="50603">
                  <c:v>24.4</c:v>
                </c:pt>
                <c:pt idx="50604">
                  <c:v>24.4</c:v>
                </c:pt>
                <c:pt idx="50605">
                  <c:v>24.4</c:v>
                </c:pt>
                <c:pt idx="50606">
                  <c:v>24.4</c:v>
                </c:pt>
                <c:pt idx="50607">
                  <c:v>24.45</c:v>
                </c:pt>
                <c:pt idx="50608">
                  <c:v>24.45</c:v>
                </c:pt>
                <c:pt idx="50609">
                  <c:v>24.45</c:v>
                </c:pt>
                <c:pt idx="50610">
                  <c:v>24.5</c:v>
                </c:pt>
                <c:pt idx="50611">
                  <c:v>24.5</c:v>
                </c:pt>
                <c:pt idx="50612">
                  <c:v>24.5</c:v>
                </c:pt>
                <c:pt idx="50613">
                  <c:v>24.5</c:v>
                </c:pt>
                <c:pt idx="50614">
                  <c:v>24.45</c:v>
                </c:pt>
                <c:pt idx="50615">
                  <c:v>24.45</c:v>
                </c:pt>
                <c:pt idx="50616">
                  <c:v>24.4</c:v>
                </c:pt>
                <c:pt idx="50617">
                  <c:v>24.4</c:v>
                </c:pt>
                <c:pt idx="50618">
                  <c:v>24.35</c:v>
                </c:pt>
                <c:pt idx="50619">
                  <c:v>24.3</c:v>
                </c:pt>
                <c:pt idx="50620">
                  <c:v>24.3</c:v>
                </c:pt>
                <c:pt idx="50621">
                  <c:v>24.3</c:v>
                </c:pt>
                <c:pt idx="50622">
                  <c:v>24.3</c:v>
                </c:pt>
                <c:pt idx="50623">
                  <c:v>24.3</c:v>
                </c:pt>
                <c:pt idx="50624">
                  <c:v>24.3</c:v>
                </c:pt>
                <c:pt idx="50625">
                  <c:v>24.3</c:v>
                </c:pt>
                <c:pt idx="50626">
                  <c:v>24.3</c:v>
                </c:pt>
                <c:pt idx="50627">
                  <c:v>24.35</c:v>
                </c:pt>
                <c:pt idx="50628">
                  <c:v>24.35</c:v>
                </c:pt>
                <c:pt idx="50629">
                  <c:v>24.35</c:v>
                </c:pt>
                <c:pt idx="50630">
                  <c:v>24.35</c:v>
                </c:pt>
                <c:pt idx="50631">
                  <c:v>24.4</c:v>
                </c:pt>
                <c:pt idx="50632">
                  <c:v>24.4</c:v>
                </c:pt>
                <c:pt idx="50633">
                  <c:v>24.4</c:v>
                </c:pt>
                <c:pt idx="50634">
                  <c:v>24.4</c:v>
                </c:pt>
                <c:pt idx="50635">
                  <c:v>24.45</c:v>
                </c:pt>
                <c:pt idx="50636">
                  <c:v>24.45</c:v>
                </c:pt>
                <c:pt idx="50637">
                  <c:v>24.5</c:v>
                </c:pt>
                <c:pt idx="50638">
                  <c:v>24.5</c:v>
                </c:pt>
                <c:pt idx="50639">
                  <c:v>24.5</c:v>
                </c:pt>
                <c:pt idx="50640">
                  <c:v>24.55</c:v>
                </c:pt>
                <c:pt idx="50641">
                  <c:v>24.55</c:v>
                </c:pt>
                <c:pt idx="50642">
                  <c:v>24.55</c:v>
                </c:pt>
                <c:pt idx="50643">
                  <c:v>24.55</c:v>
                </c:pt>
                <c:pt idx="50644">
                  <c:v>24.5</c:v>
                </c:pt>
                <c:pt idx="50645">
                  <c:v>24.5</c:v>
                </c:pt>
                <c:pt idx="50646">
                  <c:v>24.45</c:v>
                </c:pt>
                <c:pt idx="50647">
                  <c:v>24.4</c:v>
                </c:pt>
                <c:pt idx="50648">
                  <c:v>24.35</c:v>
                </c:pt>
                <c:pt idx="50649">
                  <c:v>24.3</c:v>
                </c:pt>
                <c:pt idx="50650">
                  <c:v>24.3</c:v>
                </c:pt>
                <c:pt idx="50651">
                  <c:v>24.3</c:v>
                </c:pt>
                <c:pt idx="50652">
                  <c:v>24.3</c:v>
                </c:pt>
                <c:pt idx="50653">
                  <c:v>24.3</c:v>
                </c:pt>
                <c:pt idx="50654">
                  <c:v>24.3</c:v>
                </c:pt>
                <c:pt idx="50655">
                  <c:v>24.3</c:v>
                </c:pt>
                <c:pt idx="50656">
                  <c:v>24.3</c:v>
                </c:pt>
                <c:pt idx="50657">
                  <c:v>24.3</c:v>
                </c:pt>
                <c:pt idx="50658">
                  <c:v>24.3</c:v>
                </c:pt>
                <c:pt idx="50659">
                  <c:v>24.3</c:v>
                </c:pt>
                <c:pt idx="50660">
                  <c:v>24.35</c:v>
                </c:pt>
                <c:pt idx="50661">
                  <c:v>24.35</c:v>
                </c:pt>
                <c:pt idx="50662">
                  <c:v>24.35</c:v>
                </c:pt>
                <c:pt idx="50663">
                  <c:v>24.4</c:v>
                </c:pt>
                <c:pt idx="50664">
                  <c:v>24.4</c:v>
                </c:pt>
                <c:pt idx="50665">
                  <c:v>24.4</c:v>
                </c:pt>
                <c:pt idx="50666">
                  <c:v>24.45</c:v>
                </c:pt>
                <c:pt idx="50667">
                  <c:v>24.5</c:v>
                </c:pt>
                <c:pt idx="50668">
                  <c:v>24.5</c:v>
                </c:pt>
                <c:pt idx="50669">
                  <c:v>24.5</c:v>
                </c:pt>
                <c:pt idx="50670">
                  <c:v>24.55</c:v>
                </c:pt>
                <c:pt idx="50671">
                  <c:v>24.55</c:v>
                </c:pt>
                <c:pt idx="50672">
                  <c:v>24.55</c:v>
                </c:pt>
                <c:pt idx="50673">
                  <c:v>24.55</c:v>
                </c:pt>
                <c:pt idx="50674">
                  <c:v>24.5</c:v>
                </c:pt>
                <c:pt idx="50675">
                  <c:v>24.5</c:v>
                </c:pt>
                <c:pt idx="50676">
                  <c:v>24.45</c:v>
                </c:pt>
                <c:pt idx="50677">
                  <c:v>24.4</c:v>
                </c:pt>
                <c:pt idx="50678">
                  <c:v>24.35</c:v>
                </c:pt>
                <c:pt idx="50679">
                  <c:v>24.3</c:v>
                </c:pt>
                <c:pt idx="50680">
                  <c:v>24.25</c:v>
                </c:pt>
                <c:pt idx="50681">
                  <c:v>24.25</c:v>
                </c:pt>
                <c:pt idx="50682">
                  <c:v>24.25</c:v>
                </c:pt>
                <c:pt idx="50683">
                  <c:v>24.25</c:v>
                </c:pt>
                <c:pt idx="50684">
                  <c:v>24.25</c:v>
                </c:pt>
                <c:pt idx="50685">
                  <c:v>24.25</c:v>
                </c:pt>
                <c:pt idx="50686">
                  <c:v>24.25</c:v>
                </c:pt>
                <c:pt idx="50687">
                  <c:v>24.25</c:v>
                </c:pt>
                <c:pt idx="50688">
                  <c:v>24.25</c:v>
                </c:pt>
                <c:pt idx="50689">
                  <c:v>24.3</c:v>
                </c:pt>
                <c:pt idx="50690">
                  <c:v>24.3</c:v>
                </c:pt>
                <c:pt idx="50691">
                  <c:v>24.3</c:v>
                </c:pt>
                <c:pt idx="50692">
                  <c:v>24.35</c:v>
                </c:pt>
                <c:pt idx="50693">
                  <c:v>24.35</c:v>
                </c:pt>
                <c:pt idx="50694">
                  <c:v>24.35</c:v>
                </c:pt>
                <c:pt idx="50695">
                  <c:v>24.4</c:v>
                </c:pt>
                <c:pt idx="50696">
                  <c:v>24.4</c:v>
                </c:pt>
                <c:pt idx="50697">
                  <c:v>24.45</c:v>
                </c:pt>
                <c:pt idx="50698">
                  <c:v>24.45</c:v>
                </c:pt>
                <c:pt idx="50699">
                  <c:v>24.45</c:v>
                </c:pt>
                <c:pt idx="50700">
                  <c:v>24.5</c:v>
                </c:pt>
                <c:pt idx="50701">
                  <c:v>24.5</c:v>
                </c:pt>
                <c:pt idx="50702">
                  <c:v>24.5</c:v>
                </c:pt>
                <c:pt idx="50703">
                  <c:v>24.5</c:v>
                </c:pt>
                <c:pt idx="50704">
                  <c:v>24.45</c:v>
                </c:pt>
                <c:pt idx="50705">
                  <c:v>24.4</c:v>
                </c:pt>
                <c:pt idx="50706">
                  <c:v>24.35</c:v>
                </c:pt>
                <c:pt idx="50707">
                  <c:v>24.35</c:v>
                </c:pt>
                <c:pt idx="50708">
                  <c:v>24.3</c:v>
                </c:pt>
                <c:pt idx="50709">
                  <c:v>24.3</c:v>
                </c:pt>
                <c:pt idx="50710">
                  <c:v>24.25</c:v>
                </c:pt>
                <c:pt idx="50711">
                  <c:v>24.3</c:v>
                </c:pt>
                <c:pt idx="50712">
                  <c:v>24.25</c:v>
                </c:pt>
                <c:pt idx="50713">
                  <c:v>24.25</c:v>
                </c:pt>
                <c:pt idx="50714">
                  <c:v>24.25</c:v>
                </c:pt>
                <c:pt idx="50715">
                  <c:v>24.3</c:v>
                </c:pt>
                <c:pt idx="50716">
                  <c:v>24.25</c:v>
                </c:pt>
                <c:pt idx="50717">
                  <c:v>24.25</c:v>
                </c:pt>
                <c:pt idx="50718">
                  <c:v>24.3</c:v>
                </c:pt>
                <c:pt idx="50719">
                  <c:v>24.3</c:v>
                </c:pt>
                <c:pt idx="50720">
                  <c:v>24.3</c:v>
                </c:pt>
                <c:pt idx="50721">
                  <c:v>24.35</c:v>
                </c:pt>
                <c:pt idx="50722">
                  <c:v>24.35</c:v>
                </c:pt>
                <c:pt idx="50723">
                  <c:v>24.4</c:v>
                </c:pt>
                <c:pt idx="50724">
                  <c:v>24.4</c:v>
                </c:pt>
                <c:pt idx="50725">
                  <c:v>24.45</c:v>
                </c:pt>
                <c:pt idx="50726">
                  <c:v>24.45</c:v>
                </c:pt>
                <c:pt idx="50727">
                  <c:v>24.5</c:v>
                </c:pt>
                <c:pt idx="50728">
                  <c:v>24.5</c:v>
                </c:pt>
                <c:pt idx="50729">
                  <c:v>24.55</c:v>
                </c:pt>
                <c:pt idx="50730">
                  <c:v>24.55</c:v>
                </c:pt>
                <c:pt idx="50731">
                  <c:v>24.55</c:v>
                </c:pt>
                <c:pt idx="50732">
                  <c:v>24.55</c:v>
                </c:pt>
                <c:pt idx="50733">
                  <c:v>24.55</c:v>
                </c:pt>
                <c:pt idx="50734">
                  <c:v>24.55</c:v>
                </c:pt>
                <c:pt idx="50735">
                  <c:v>24.5</c:v>
                </c:pt>
                <c:pt idx="50736">
                  <c:v>24.45</c:v>
                </c:pt>
                <c:pt idx="50737">
                  <c:v>24.4</c:v>
                </c:pt>
                <c:pt idx="50738">
                  <c:v>24.35</c:v>
                </c:pt>
                <c:pt idx="50739">
                  <c:v>24.35</c:v>
                </c:pt>
                <c:pt idx="50740">
                  <c:v>24.35</c:v>
                </c:pt>
                <c:pt idx="50741">
                  <c:v>24.3</c:v>
                </c:pt>
                <c:pt idx="50742">
                  <c:v>24.3</c:v>
                </c:pt>
                <c:pt idx="50743">
                  <c:v>24.3</c:v>
                </c:pt>
                <c:pt idx="50744">
                  <c:v>24.3</c:v>
                </c:pt>
                <c:pt idx="50745">
                  <c:v>24.25</c:v>
                </c:pt>
                <c:pt idx="50746">
                  <c:v>24.3</c:v>
                </c:pt>
                <c:pt idx="50747">
                  <c:v>24.3</c:v>
                </c:pt>
                <c:pt idx="50748">
                  <c:v>24.3</c:v>
                </c:pt>
                <c:pt idx="50749">
                  <c:v>24.3</c:v>
                </c:pt>
                <c:pt idx="50750">
                  <c:v>24.3</c:v>
                </c:pt>
                <c:pt idx="50751">
                  <c:v>24.3</c:v>
                </c:pt>
                <c:pt idx="50752">
                  <c:v>24.35</c:v>
                </c:pt>
                <c:pt idx="50753">
                  <c:v>24.35</c:v>
                </c:pt>
                <c:pt idx="50754">
                  <c:v>24.4</c:v>
                </c:pt>
                <c:pt idx="50755">
                  <c:v>24.4</c:v>
                </c:pt>
                <c:pt idx="50756">
                  <c:v>24.45</c:v>
                </c:pt>
                <c:pt idx="50757">
                  <c:v>24.45</c:v>
                </c:pt>
                <c:pt idx="50758">
                  <c:v>24.5</c:v>
                </c:pt>
                <c:pt idx="50759">
                  <c:v>24.5</c:v>
                </c:pt>
                <c:pt idx="50760">
                  <c:v>24.55</c:v>
                </c:pt>
                <c:pt idx="50761">
                  <c:v>24.55</c:v>
                </c:pt>
                <c:pt idx="50762">
                  <c:v>24.55</c:v>
                </c:pt>
                <c:pt idx="50763">
                  <c:v>24.55</c:v>
                </c:pt>
                <c:pt idx="50764">
                  <c:v>24.55</c:v>
                </c:pt>
                <c:pt idx="50765">
                  <c:v>24.5</c:v>
                </c:pt>
                <c:pt idx="50766">
                  <c:v>24.5</c:v>
                </c:pt>
                <c:pt idx="50767">
                  <c:v>24.4</c:v>
                </c:pt>
                <c:pt idx="50768">
                  <c:v>24.35</c:v>
                </c:pt>
                <c:pt idx="50769">
                  <c:v>24.35</c:v>
                </c:pt>
                <c:pt idx="50770">
                  <c:v>24.3</c:v>
                </c:pt>
                <c:pt idx="50771">
                  <c:v>24.3</c:v>
                </c:pt>
                <c:pt idx="50772">
                  <c:v>24.3</c:v>
                </c:pt>
                <c:pt idx="50773">
                  <c:v>24.3</c:v>
                </c:pt>
                <c:pt idx="50774">
                  <c:v>24.3</c:v>
                </c:pt>
                <c:pt idx="50775">
                  <c:v>24.3</c:v>
                </c:pt>
                <c:pt idx="50776">
                  <c:v>24.3</c:v>
                </c:pt>
                <c:pt idx="50777">
                  <c:v>24.3</c:v>
                </c:pt>
                <c:pt idx="50778">
                  <c:v>24.3</c:v>
                </c:pt>
                <c:pt idx="50779">
                  <c:v>24.35</c:v>
                </c:pt>
                <c:pt idx="50780">
                  <c:v>24.35</c:v>
                </c:pt>
                <c:pt idx="50781">
                  <c:v>24.35</c:v>
                </c:pt>
                <c:pt idx="50782">
                  <c:v>24.35</c:v>
                </c:pt>
                <c:pt idx="50783">
                  <c:v>24.4</c:v>
                </c:pt>
                <c:pt idx="50784">
                  <c:v>24.45</c:v>
                </c:pt>
                <c:pt idx="50785">
                  <c:v>24.4</c:v>
                </c:pt>
                <c:pt idx="50786">
                  <c:v>24.45</c:v>
                </c:pt>
                <c:pt idx="50787">
                  <c:v>24.45</c:v>
                </c:pt>
                <c:pt idx="50788">
                  <c:v>24.5</c:v>
                </c:pt>
                <c:pt idx="50789">
                  <c:v>24.5</c:v>
                </c:pt>
                <c:pt idx="50790">
                  <c:v>24.55</c:v>
                </c:pt>
                <c:pt idx="50791">
                  <c:v>24.55</c:v>
                </c:pt>
                <c:pt idx="50792">
                  <c:v>24.55</c:v>
                </c:pt>
                <c:pt idx="50793">
                  <c:v>24.55</c:v>
                </c:pt>
                <c:pt idx="50794">
                  <c:v>24.5</c:v>
                </c:pt>
                <c:pt idx="50795">
                  <c:v>24.45</c:v>
                </c:pt>
                <c:pt idx="50796">
                  <c:v>24.45</c:v>
                </c:pt>
                <c:pt idx="50797">
                  <c:v>24.4</c:v>
                </c:pt>
                <c:pt idx="50798">
                  <c:v>24.35</c:v>
                </c:pt>
                <c:pt idx="50799">
                  <c:v>24.35</c:v>
                </c:pt>
                <c:pt idx="50800">
                  <c:v>24.3</c:v>
                </c:pt>
                <c:pt idx="50801">
                  <c:v>24.3</c:v>
                </c:pt>
                <c:pt idx="50802">
                  <c:v>24.25</c:v>
                </c:pt>
                <c:pt idx="50803">
                  <c:v>24.25</c:v>
                </c:pt>
                <c:pt idx="50804">
                  <c:v>24.25</c:v>
                </c:pt>
                <c:pt idx="50805">
                  <c:v>24.25</c:v>
                </c:pt>
                <c:pt idx="50806">
                  <c:v>24.25</c:v>
                </c:pt>
                <c:pt idx="50807">
                  <c:v>24.25</c:v>
                </c:pt>
                <c:pt idx="50808">
                  <c:v>24.25</c:v>
                </c:pt>
                <c:pt idx="50809">
                  <c:v>24.3</c:v>
                </c:pt>
                <c:pt idx="50810">
                  <c:v>24.3</c:v>
                </c:pt>
                <c:pt idx="50811">
                  <c:v>24.3</c:v>
                </c:pt>
                <c:pt idx="50812">
                  <c:v>24.35</c:v>
                </c:pt>
                <c:pt idx="50813">
                  <c:v>24.35</c:v>
                </c:pt>
                <c:pt idx="50814">
                  <c:v>24.4</c:v>
                </c:pt>
                <c:pt idx="50815">
                  <c:v>24.4</c:v>
                </c:pt>
                <c:pt idx="50816">
                  <c:v>24.45</c:v>
                </c:pt>
                <c:pt idx="50817">
                  <c:v>24.45</c:v>
                </c:pt>
                <c:pt idx="50818">
                  <c:v>24.45</c:v>
                </c:pt>
                <c:pt idx="50819">
                  <c:v>24.5</c:v>
                </c:pt>
                <c:pt idx="50820">
                  <c:v>24.5</c:v>
                </c:pt>
                <c:pt idx="50821">
                  <c:v>24.5</c:v>
                </c:pt>
                <c:pt idx="50822">
                  <c:v>24.55</c:v>
                </c:pt>
                <c:pt idx="50823">
                  <c:v>24.55</c:v>
                </c:pt>
                <c:pt idx="50824">
                  <c:v>24.5</c:v>
                </c:pt>
                <c:pt idx="50825">
                  <c:v>24.45</c:v>
                </c:pt>
                <c:pt idx="50826">
                  <c:v>24.45</c:v>
                </c:pt>
                <c:pt idx="50827">
                  <c:v>24.4</c:v>
                </c:pt>
                <c:pt idx="50828">
                  <c:v>24.35</c:v>
                </c:pt>
                <c:pt idx="50829">
                  <c:v>24.3</c:v>
                </c:pt>
                <c:pt idx="50830">
                  <c:v>24.3</c:v>
                </c:pt>
                <c:pt idx="50831">
                  <c:v>24.25</c:v>
                </c:pt>
                <c:pt idx="50832">
                  <c:v>24.25</c:v>
                </c:pt>
                <c:pt idx="50833">
                  <c:v>24.25</c:v>
                </c:pt>
                <c:pt idx="50834">
                  <c:v>24.25</c:v>
                </c:pt>
                <c:pt idx="50835">
                  <c:v>24.25</c:v>
                </c:pt>
                <c:pt idx="50836">
                  <c:v>24.25</c:v>
                </c:pt>
                <c:pt idx="50837">
                  <c:v>24.25</c:v>
                </c:pt>
                <c:pt idx="50838">
                  <c:v>24.3</c:v>
                </c:pt>
                <c:pt idx="50839">
                  <c:v>24.3</c:v>
                </c:pt>
                <c:pt idx="50840">
                  <c:v>24.3</c:v>
                </c:pt>
                <c:pt idx="50841">
                  <c:v>24.35</c:v>
                </c:pt>
                <c:pt idx="50842">
                  <c:v>24.35</c:v>
                </c:pt>
                <c:pt idx="50843">
                  <c:v>24.35</c:v>
                </c:pt>
                <c:pt idx="50844">
                  <c:v>24.4</c:v>
                </c:pt>
                <c:pt idx="50845">
                  <c:v>24.4</c:v>
                </c:pt>
                <c:pt idx="50846">
                  <c:v>24.45</c:v>
                </c:pt>
                <c:pt idx="50847">
                  <c:v>24.45</c:v>
                </c:pt>
                <c:pt idx="50848">
                  <c:v>24.5</c:v>
                </c:pt>
                <c:pt idx="50849">
                  <c:v>24.5</c:v>
                </c:pt>
                <c:pt idx="50850">
                  <c:v>24.5</c:v>
                </c:pt>
                <c:pt idx="50851">
                  <c:v>24.55</c:v>
                </c:pt>
                <c:pt idx="50852">
                  <c:v>24.55</c:v>
                </c:pt>
                <c:pt idx="50853">
                  <c:v>24.55</c:v>
                </c:pt>
                <c:pt idx="50854">
                  <c:v>24.5</c:v>
                </c:pt>
                <c:pt idx="50855">
                  <c:v>24.45</c:v>
                </c:pt>
                <c:pt idx="50856">
                  <c:v>24.45</c:v>
                </c:pt>
                <c:pt idx="50857">
                  <c:v>24.4</c:v>
                </c:pt>
                <c:pt idx="50858">
                  <c:v>24.35</c:v>
                </c:pt>
                <c:pt idx="50859">
                  <c:v>24.3</c:v>
                </c:pt>
                <c:pt idx="50860">
                  <c:v>24.25</c:v>
                </c:pt>
                <c:pt idx="50861">
                  <c:v>24.25</c:v>
                </c:pt>
                <c:pt idx="50862">
                  <c:v>24.25</c:v>
                </c:pt>
                <c:pt idx="50863">
                  <c:v>24.25</c:v>
                </c:pt>
                <c:pt idx="50864">
                  <c:v>24.25</c:v>
                </c:pt>
                <c:pt idx="50865">
                  <c:v>24.25</c:v>
                </c:pt>
                <c:pt idx="50866">
                  <c:v>24.25</c:v>
                </c:pt>
                <c:pt idx="50867">
                  <c:v>24.3</c:v>
                </c:pt>
                <c:pt idx="50868">
                  <c:v>24.3</c:v>
                </c:pt>
                <c:pt idx="50869">
                  <c:v>24.3</c:v>
                </c:pt>
                <c:pt idx="50870">
                  <c:v>24.35</c:v>
                </c:pt>
                <c:pt idx="50871">
                  <c:v>24.35</c:v>
                </c:pt>
                <c:pt idx="50872">
                  <c:v>24.35</c:v>
                </c:pt>
                <c:pt idx="50873">
                  <c:v>24.4</c:v>
                </c:pt>
                <c:pt idx="50874">
                  <c:v>24.4</c:v>
                </c:pt>
                <c:pt idx="50875">
                  <c:v>24.45</c:v>
                </c:pt>
                <c:pt idx="50876">
                  <c:v>24.45</c:v>
                </c:pt>
                <c:pt idx="50877">
                  <c:v>24.45</c:v>
                </c:pt>
                <c:pt idx="50878">
                  <c:v>24.45</c:v>
                </c:pt>
                <c:pt idx="50879">
                  <c:v>24.45</c:v>
                </c:pt>
                <c:pt idx="50880">
                  <c:v>24.45</c:v>
                </c:pt>
                <c:pt idx="50881">
                  <c:v>24.5</c:v>
                </c:pt>
                <c:pt idx="50882">
                  <c:v>24.5</c:v>
                </c:pt>
                <c:pt idx="50883">
                  <c:v>24.5</c:v>
                </c:pt>
                <c:pt idx="50884">
                  <c:v>24.45</c:v>
                </c:pt>
                <c:pt idx="50885">
                  <c:v>24.45</c:v>
                </c:pt>
                <c:pt idx="50886">
                  <c:v>24.4</c:v>
                </c:pt>
                <c:pt idx="50887">
                  <c:v>24.35</c:v>
                </c:pt>
                <c:pt idx="50888">
                  <c:v>24.35</c:v>
                </c:pt>
                <c:pt idx="50889">
                  <c:v>24.3</c:v>
                </c:pt>
                <c:pt idx="50890">
                  <c:v>24.25</c:v>
                </c:pt>
                <c:pt idx="50891">
                  <c:v>24.25</c:v>
                </c:pt>
                <c:pt idx="50892">
                  <c:v>24.25</c:v>
                </c:pt>
                <c:pt idx="50893">
                  <c:v>24.25</c:v>
                </c:pt>
                <c:pt idx="50894">
                  <c:v>24.25</c:v>
                </c:pt>
                <c:pt idx="50895">
                  <c:v>24.25</c:v>
                </c:pt>
                <c:pt idx="50896">
                  <c:v>24.25</c:v>
                </c:pt>
                <c:pt idx="50897">
                  <c:v>24.3</c:v>
                </c:pt>
                <c:pt idx="50898">
                  <c:v>24.3</c:v>
                </c:pt>
                <c:pt idx="50899">
                  <c:v>24.3</c:v>
                </c:pt>
                <c:pt idx="50900">
                  <c:v>24.3</c:v>
                </c:pt>
                <c:pt idx="50901">
                  <c:v>24.35</c:v>
                </c:pt>
                <c:pt idx="50902">
                  <c:v>24.35</c:v>
                </c:pt>
                <c:pt idx="50903">
                  <c:v>24.4</c:v>
                </c:pt>
                <c:pt idx="50904">
                  <c:v>24.4</c:v>
                </c:pt>
                <c:pt idx="50905">
                  <c:v>24.4</c:v>
                </c:pt>
                <c:pt idx="50906">
                  <c:v>24.45</c:v>
                </c:pt>
                <c:pt idx="50907">
                  <c:v>24.45</c:v>
                </c:pt>
                <c:pt idx="50908">
                  <c:v>24.45</c:v>
                </c:pt>
                <c:pt idx="50909">
                  <c:v>24.5</c:v>
                </c:pt>
                <c:pt idx="50910">
                  <c:v>24.5</c:v>
                </c:pt>
                <c:pt idx="50911">
                  <c:v>24.5</c:v>
                </c:pt>
                <c:pt idx="50912">
                  <c:v>24.55</c:v>
                </c:pt>
                <c:pt idx="50913">
                  <c:v>24.5</c:v>
                </c:pt>
                <c:pt idx="50914">
                  <c:v>24.5</c:v>
                </c:pt>
                <c:pt idx="50915">
                  <c:v>24.45</c:v>
                </c:pt>
                <c:pt idx="50916">
                  <c:v>24.45</c:v>
                </c:pt>
                <c:pt idx="50917">
                  <c:v>24.4</c:v>
                </c:pt>
                <c:pt idx="50918">
                  <c:v>24.35</c:v>
                </c:pt>
                <c:pt idx="50919">
                  <c:v>24.3</c:v>
                </c:pt>
                <c:pt idx="50920">
                  <c:v>24.3</c:v>
                </c:pt>
                <c:pt idx="50921">
                  <c:v>24.25</c:v>
                </c:pt>
                <c:pt idx="50922">
                  <c:v>24.25</c:v>
                </c:pt>
                <c:pt idx="50923">
                  <c:v>24.25</c:v>
                </c:pt>
                <c:pt idx="50924">
                  <c:v>24.25</c:v>
                </c:pt>
                <c:pt idx="50925">
                  <c:v>24.25</c:v>
                </c:pt>
                <c:pt idx="50926">
                  <c:v>24.25</c:v>
                </c:pt>
                <c:pt idx="50927">
                  <c:v>24.25</c:v>
                </c:pt>
                <c:pt idx="50928">
                  <c:v>24.25</c:v>
                </c:pt>
                <c:pt idx="50929">
                  <c:v>24.25</c:v>
                </c:pt>
                <c:pt idx="50930">
                  <c:v>24.3</c:v>
                </c:pt>
                <c:pt idx="50931">
                  <c:v>24.3</c:v>
                </c:pt>
                <c:pt idx="50932">
                  <c:v>24.3</c:v>
                </c:pt>
                <c:pt idx="50933">
                  <c:v>24.35</c:v>
                </c:pt>
                <c:pt idx="50934">
                  <c:v>24.35</c:v>
                </c:pt>
                <c:pt idx="50935">
                  <c:v>24.4</c:v>
                </c:pt>
                <c:pt idx="50936">
                  <c:v>24.4</c:v>
                </c:pt>
                <c:pt idx="50937">
                  <c:v>24.4</c:v>
                </c:pt>
                <c:pt idx="50938">
                  <c:v>24.45</c:v>
                </c:pt>
                <c:pt idx="50939">
                  <c:v>24.45</c:v>
                </c:pt>
                <c:pt idx="50940">
                  <c:v>24.5</c:v>
                </c:pt>
                <c:pt idx="50941">
                  <c:v>24.5</c:v>
                </c:pt>
                <c:pt idx="50942">
                  <c:v>24.55</c:v>
                </c:pt>
                <c:pt idx="50943">
                  <c:v>24.5</c:v>
                </c:pt>
                <c:pt idx="50944">
                  <c:v>24.5</c:v>
                </c:pt>
                <c:pt idx="50945">
                  <c:v>24.45</c:v>
                </c:pt>
                <c:pt idx="50946">
                  <c:v>24.4</c:v>
                </c:pt>
                <c:pt idx="50947">
                  <c:v>24.35</c:v>
                </c:pt>
                <c:pt idx="50948">
                  <c:v>24.3</c:v>
                </c:pt>
                <c:pt idx="50949">
                  <c:v>24.3</c:v>
                </c:pt>
                <c:pt idx="50950">
                  <c:v>24.25</c:v>
                </c:pt>
                <c:pt idx="50951">
                  <c:v>24.25</c:v>
                </c:pt>
                <c:pt idx="50952">
                  <c:v>24.25</c:v>
                </c:pt>
                <c:pt idx="50953">
                  <c:v>24.25</c:v>
                </c:pt>
                <c:pt idx="50954">
                  <c:v>24.25</c:v>
                </c:pt>
                <c:pt idx="50955">
                  <c:v>24.25</c:v>
                </c:pt>
                <c:pt idx="50956">
                  <c:v>24.25</c:v>
                </c:pt>
                <c:pt idx="50957">
                  <c:v>24.25</c:v>
                </c:pt>
                <c:pt idx="50958">
                  <c:v>24.3</c:v>
                </c:pt>
                <c:pt idx="50959">
                  <c:v>24.3</c:v>
                </c:pt>
                <c:pt idx="50960">
                  <c:v>24.3</c:v>
                </c:pt>
                <c:pt idx="50961">
                  <c:v>24.3</c:v>
                </c:pt>
                <c:pt idx="50962">
                  <c:v>24.3</c:v>
                </c:pt>
                <c:pt idx="50963">
                  <c:v>24.35</c:v>
                </c:pt>
                <c:pt idx="50964">
                  <c:v>24.35</c:v>
                </c:pt>
                <c:pt idx="50965">
                  <c:v>24.4</c:v>
                </c:pt>
                <c:pt idx="50966">
                  <c:v>24.4</c:v>
                </c:pt>
                <c:pt idx="50967">
                  <c:v>24.4</c:v>
                </c:pt>
                <c:pt idx="50968">
                  <c:v>24.45</c:v>
                </c:pt>
                <c:pt idx="50969">
                  <c:v>24.45</c:v>
                </c:pt>
                <c:pt idx="50970">
                  <c:v>24.45</c:v>
                </c:pt>
                <c:pt idx="50971">
                  <c:v>24.45</c:v>
                </c:pt>
                <c:pt idx="50972">
                  <c:v>24.5</c:v>
                </c:pt>
                <c:pt idx="50973">
                  <c:v>24.5</c:v>
                </c:pt>
                <c:pt idx="50974">
                  <c:v>24.45</c:v>
                </c:pt>
                <c:pt idx="50975">
                  <c:v>24.45</c:v>
                </c:pt>
                <c:pt idx="50976">
                  <c:v>24.4</c:v>
                </c:pt>
                <c:pt idx="50977">
                  <c:v>24.4</c:v>
                </c:pt>
                <c:pt idx="50978">
                  <c:v>24.35</c:v>
                </c:pt>
                <c:pt idx="50979">
                  <c:v>24.3</c:v>
                </c:pt>
                <c:pt idx="50980">
                  <c:v>24.3</c:v>
                </c:pt>
                <c:pt idx="50981">
                  <c:v>24.25</c:v>
                </c:pt>
                <c:pt idx="50982">
                  <c:v>24.25</c:v>
                </c:pt>
                <c:pt idx="50983">
                  <c:v>24.25</c:v>
                </c:pt>
                <c:pt idx="50984">
                  <c:v>24.25</c:v>
                </c:pt>
                <c:pt idx="50985">
                  <c:v>24.25</c:v>
                </c:pt>
                <c:pt idx="50986">
                  <c:v>24.25</c:v>
                </c:pt>
                <c:pt idx="50987">
                  <c:v>24.3</c:v>
                </c:pt>
                <c:pt idx="50988">
                  <c:v>24.3</c:v>
                </c:pt>
                <c:pt idx="50989">
                  <c:v>24.3</c:v>
                </c:pt>
                <c:pt idx="50990">
                  <c:v>24.35</c:v>
                </c:pt>
                <c:pt idx="50991">
                  <c:v>24.35</c:v>
                </c:pt>
                <c:pt idx="50992">
                  <c:v>24.35</c:v>
                </c:pt>
                <c:pt idx="50993">
                  <c:v>24.35</c:v>
                </c:pt>
                <c:pt idx="50994">
                  <c:v>24.4</c:v>
                </c:pt>
                <c:pt idx="50995">
                  <c:v>24.4</c:v>
                </c:pt>
                <c:pt idx="50996">
                  <c:v>24.4</c:v>
                </c:pt>
                <c:pt idx="50997">
                  <c:v>24.45</c:v>
                </c:pt>
                <c:pt idx="50998">
                  <c:v>24.45</c:v>
                </c:pt>
                <c:pt idx="50999">
                  <c:v>24.45</c:v>
                </c:pt>
                <c:pt idx="51000">
                  <c:v>24.5</c:v>
                </c:pt>
                <c:pt idx="51001">
                  <c:v>24.5</c:v>
                </c:pt>
                <c:pt idx="51002">
                  <c:v>24.5</c:v>
                </c:pt>
                <c:pt idx="51003">
                  <c:v>24.5</c:v>
                </c:pt>
                <c:pt idx="51004">
                  <c:v>24.5</c:v>
                </c:pt>
                <c:pt idx="51005">
                  <c:v>24.45</c:v>
                </c:pt>
                <c:pt idx="51006">
                  <c:v>24.4</c:v>
                </c:pt>
                <c:pt idx="51007">
                  <c:v>24.35</c:v>
                </c:pt>
                <c:pt idx="51008">
                  <c:v>24.3</c:v>
                </c:pt>
                <c:pt idx="51009">
                  <c:v>24.3</c:v>
                </c:pt>
                <c:pt idx="51010">
                  <c:v>24.25</c:v>
                </c:pt>
                <c:pt idx="51011">
                  <c:v>24.25</c:v>
                </c:pt>
                <c:pt idx="51012">
                  <c:v>24.25</c:v>
                </c:pt>
                <c:pt idx="51013">
                  <c:v>24.25</c:v>
                </c:pt>
                <c:pt idx="51014">
                  <c:v>24.25</c:v>
                </c:pt>
                <c:pt idx="51015">
                  <c:v>24.25</c:v>
                </c:pt>
                <c:pt idx="51016">
                  <c:v>24.25</c:v>
                </c:pt>
                <c:pt idx="51017">
                  <c:v>24.25</c:v>
                </c:pt>
                <c:pt idx="51018">
                  <c:v>24.25</c:v>
                </c:pt>
                <c:pt idx="51019">
                  <c:v>24.3</c:v>
                </c:pt>
                <c:pt idx="51020">
                  <c:v>24.3</c:v>
                </c:pt>
                <c:pt idx="51021">
                  <c:v>24.3</c:v>
                </c:pt>
                <c:pt idx="51022">
                  <c:v>24.35</c:v>
                </c:pt>
                <c:pt idx="51023">
                  <c:v>24.35</c:v>
                </c:pt>
                <c:pt idx="51024">
                  <c:v>24.4</c:v>
                </c:pt>
                <c:pt idx="51025">
                  <c:v>24.4</c:v>
                </c:pt>
                <c:pt idx="51026">
                  <c:v>24.45</c:v>
                </c:pt>
                <c:pt idx="51027">
                  <c:v>24.45</c:v>
                </c:pt>
                <c:pt idx="51028">
                  <c:v>24.45</c:v>
                </c:pt>
                <c:pt idx="51029">
                  <c:v>24.5</c:v>
                </c:pt>
                <c:pt idx="51030">
                  <c:v>24.5</c:v>
                </c:pt>
                <c:pt idx="51031">
                  <c:v>24.5</c:v>
                </c:pt>
                <c:pt idx="51032">
                  <c:v>24.5</c:v>
                </c:pt>
                <c:pt idx="51033">
                  <c:v>24.5</c:v>
                </c:pt>
                <c:pt idx="51034">
                  <c:v>24.5</c:v>
                </c:pt>
                <c:pt idx="51035">
                  <c:v>24.45</c:v>
                </c:pt>
                <c:pt idx="51036">
                  <c:v>24.4</c:v>
                </c:pt>
                <c:pt idx="51037">
                  <c:v>24.35</c:v>
                </c:pt>
                <c:pt idx="51038">
                  <c:v>24.35</c:v>
                </c:pt>
                <c:pt idx="51039">
                  <c:v>24.3</c:v>
                </c:pt>
                <c:pt idx="51040">
                  <c:v>24.3</c:v>
                </c:pt>
                <c:pt idx="51041">
                  <c:v>24.25</c:v>
                </c:pt>
                <c:pt idx="51042">
                  <c:v>24.25</c:v>
                </c:pt>
                <c:pt idx="51043">
                  <c:v>24.25</c:v>
                </c:pt>
                <c:pt idx="51044">
                  <c:v>24.25</c:v>
                </c:pt>
                <c:pt idx="51045">
                  <c:v>24.25</c:v>
                </c:pt>
                <c:pt idx="51046">
                  <c:v>24.25</c:v>
                </c:pt>
                <c:pt idx="51047">
                  <c:v>24.3</c:v>
                </c:pt>
                <c:pt idx="51048">
                  <c:v>24.3</c:v>
                </c:pt>
                <c:pt idx="51049">
                  <c:v>24.3</c:v>
                </c:pt>
                <c:pt idx="51050">
                  <c:v>24.35</c:v>
                </c:pt>
                <c:pt idx="51051">
                  <c:v>24.35</c:v>
                </c:pt>
                <c:pt idx="51052">
                  <c:v>24.35</c:v>
                </c:pt>
                <c:pt idx="51053">
                  <c:v>24.35</c:v>
                </c:pt>
                <c:pt idx="51054">
                  <c:v>24.4</c:v>
                </c:pt>
                <c:pt idx="51055">
                  <c:v>24.4</c:v>
                </c:pt>
                <c:pt idx="51056">
                  <c:v>24.4</c:v>
                </c:pt>
                <c:pt idx="51057">
                  <c:v>24.4</c:v>
                </c:pt>
                <c:pt idx="51058">
                  <c:v>24.45</c:v>
                </c:pt>
                <c:pt idx="51059">
                  <c:v>24.45</c:v>
                </c:pt>
                <c:pt idx="51060">
                  <c:v>24.45</c:v>
                </c:pt>
                <c:pt idx="51061">
                  <c:v>24.5</c:v>
                </c:pt>
                <c:pt idx="51062">
                  <c:v>24.5</c:v>
                </c:pt>
                <c:pt idx="51063">
                  <c:v>24.5</c:v>
                </c:pt>
                <c:pt idx="51064">
                  <c:v>24.5</c:v>
                </c:pt>
                <c:pt idx="51065">
                  <c:v>24.45</c:v>
                </c:pt>
                <c:pt idx="51066">
                  <c:v>24.4</c:v>
                </c:pt>
                <c:pt idx="51067">
                  <c:v>24.35</c:v>
                </c:pt>
                <c:pt idx="51068">
                  <c:v>24.3</c:v>
                </c:pt>
                <c:pt idx="51069">
                  <c:v>24.3</c:v>
                </c:pt>
                <c:pt idx="51070">
                  <c:v>24.3</c:v>
                </c:pt>
                <c:pt idx="51071">
                  <c:v>24.25</c:v>
                </c:pt>
                <c:pt idx="51072">
                  <c:v>24.25</c:v>
                </c:pt>
                <c:pt idx="51073">
                  <c:v>24.25</c:v>
                </c:pt>
                <c:pt idx="51074">
                  <c:v>24.3</c:v>
                </c:pt>
                <c:pt idx="51075">
                  <c:v>24.3</c:v>
                </c:pt>
                <c:pt idx="51076">
                  <c:v>24.3</c:v>
                </c:pt>
                <c:pt idx="51077">
                  <c:v>24.3</c:v>
                </c:pt>
                <c:pt idx="51078">
                  <c:v>24.3</c:v>
                </c:pt>
                <c:pt idx="51079">
                  <c:v>24.3</c:v>
                </c:pt>
                <c:pt idx="51080">
                  <c:v>24.35</c:v>
                </c:pt>
                <c:pt idx="51081">
                  <c:v>24.35</c:v>
                </c:pt>
                <c:pt idx="51082">
                  <c:v>24.35</c:v>
                </c:pt>
                <c:pt idx="51083">
                  <c:v>24.4</c:v>
                </c:pt>
                <c:pt idx="51084">
                  <c:v>24.4</c:v>
                </c:pt>
                <c:pt idx="51085">
                  <c:v>24.45</c:v>
                </c:pt>
                <c:pt idx="51086">
                  <c:v>24.45</c:v>
                </c:pt>
                <c:pt idx="51087">
                  <c:v>24.5</c:v>
                </c:pt>
                <c:pt idx="51088">
                  <c:v>24.5</c:v>
                </c:pt>
                <c:pt idx="51089">
                  <c:v>24.5</c:v>
                </c:pt>
                <c:pt idx="51090">
                  <c:v>24.55</c:v>
                </c:pt>
                <c:pt idx="51091">
                  <c:v>24.55</c:v>
                </c:pt>
                <c:pt idx="51092">
                  <c:v>24.6</c:v>
                </c:pt>
                <c:pt idx="51093">
                  <c:v>24.55</c:v>
                </c:pt>
                <c:pt idx="51094">
                  <c:v>24.55</c:v>
                </c:pt>
                <c:pt idx="51095">
                  <c:v>24.5</c:v>
                </c:pt>
                <c:pt idx="51096">
                  <c:v>24.5</c:v>
                </c:pt>
                <c:pt idx="51097">
                  <c:v>24.45</c:v>
                </c:pt>
                <c:pt idx="51098">
                  <c:v>24.4</c:v>
                </c:pt>
                <c:pt idx="51099">
                  <c:v>24.35</c:v>
                </c:pt>
                <c:pt idx="51100">
                  <c:v>24.35</c:v>
                </c:pt>
                <c:pt idx="51101">
                  <c:v>24.25</c:v>
                </c:pt>
                <c:pt idx="51102">
                  <c:v>24.25</c:v>
                </c:pt>
                <c:pt idx="51103">
                  <c:v>24.25</c:v>
                </c:pt>
                <c:pt idx="51104">
                  <c:v>24.3</c:v>
                </c:pt>
                <c:pt idx="51105">
                  <c:v>24.25</c:v>
                </c:pt>
                <c:pt idx="51106">
                  <c:v>24.25</c:v>
                </c:pt>
                <c:pt idx="51107">
                  <c:v>24.25</c:v>
                </c:pt>
                <c:pt idx="51108">
                  <c:v>24.3</c:v>
                </c:pt>
                <c:pt idx="51109">
                  <c:v>24.3</c:v>
                </c:pt>
                <c:pt idx="51110">
                  <c:v>24.3</c:v>
                </c:pt>
                <c:pt idx="51111">
                  <c:v>24.3</c:v>
                </c:pt>
                <c:pt idx="51112">
                  <c:v>24.3</c:v>
                </c:pt>
                <c:pt idx="51113">
                  <c:v>24.3</c:v>
                </c:pt>
                <c:pt idx="51114">
                  <c:v>24.35</c:v>
                </c:pt>
                <c:pt idx="51115">
                  <c:v>24.35</c:v>
                </c:pt>
                <c:pt idx="51116">
                  <c:v>24.4</c:v>
                </c:pt>
                <c:pt idx="51117">
                  <c:v>24.4</c:v>
                </c:pt>
                <c:pt idx="51118">
                  <c:v>24.45</c:v>
                </c:pt>
                <c:pt idx="51119">
                  <c:v>24.45</c:v>
                </c:pt>
                <c:pt idx="51120">
                  <c:v>24.5</c:v>
                </c:pt>
                <c:pt idx="51121">
                  <c:v>24.5</c:v>
                </c:pt>
                <c:pt idx="51122">
                  <c:v>24.5</c:v>
                </c:pt>
                <c:pt idx="51123">
                  <c:v>24.5</c:v>
                </c:pt>
                <c:pt idx="51124">
                  <c:v>24.45</c:v>
                </c:pt>
                <c:pt idx="51125">
                  <c:v>24.45</c:v>
                </c:pt>
                <c:pt idx="51126">
                  <c:v>24.4</c:v>
                </c:pt>
                <c:pt idx="51127">
                  <c:v>24.35</c:v>
                </c:pt>
                <c:pt idx="51128">
                  <c:v>24.3</c:v>
                </c:pt>
                <c:pt idx="51129">
                  <c:v>24.3</c:v>
                </c:pt>
                <c:pt idx="51130">
                  <c:v>24.25</c:v>
                </c:pt>
                <c:pt idx="51131">
                  <c:v>24.25</c:v>
                </c:pt>
                <c:pt idx="51132">
                  <c:v>24.25</c:v>
                </c:pt>
                <c:pt idx="51133">
                  <c:v>24.25</c:v>
                </c:pt>
                <c:pt idx="51134">
                  <c:v>24.25</c:v>
                </c:pt>
                <c:pt idx="51135">
                  <c:v>24.25</c:v>
                </c:pt>
                <c:pt idx="51136">
                  <c:v>24.25</c:v>
                </c:pt>
                <c:pt idx="51137">
                  <c:v>24.25</c:v>
                </c:pt>
                <c:pt idx="51138">
                  <c:v>24.25</c:v>
                </c:pt>
                <c:pt idx="51139">
                  <c:v>24.3</c:v>
                </c:pt>
                <c:pt idx="51140">
                  <c:v>24.3</c:v>
                </c:pt>
                <c:pt idx="51141">
                  <c:v>24.3</c:v>
                </c:pt>
                <c:pt idx="51142">
                  <c:v>24.35</c:v>
                </c:pt>
                <c:pt idx="51143">
                  <c:v>24.35</c:v>
                </c:pt>
                <c:pt idx="51144">
                  <c:v>24.4</c:v>
                </c:pt>
                <c:pt idx="51145">
                  <c:v>24.4</c:v>
                </c:pt>
                <c:pt idx="51146">
                  <c:v>24.45</c:v>
                </c:pt>
                <c:pt idx="51147">
                  <c:v>24.45</c:v>
                </c:pt>
                <c:pt idx="51148">
                  <c:v>24.45</c:v>
                </c:pt>
                <c:pt idx="51149">
                  <c:v>24.5</c:v>
                </c:pt>
                <c:pt idx="51150">
                  <c:v>24.5</c:v>
                </c:pt>
                <c:pt idx="51151">
                  <c:v>24.5</c:v>
                </c:pt>
                <c:pt idx="51152">
                  <c:v>24.55</c:v>
                </c:pt>
                <c:pt idx="51153">
                  <c:v>24.55</c:v>
                </c:pt>
                <c:pt idx="51154">
                  <c:v>24.5</c:v>
                </c:pt>
                <c:pt idx="51155">
                  <c:v>24.45</c:v>
                </c:pt>
                <c:pt idx="51156">
                  <c:v>24.4</c:v>
                </c:pt>
                <c:pt idx="51157">
                  <c:v>24.35</c:v>
                </c:pt>
                <c:pt idx="51158">
                  <c:v>24.3</c:v>
                </c:pt>
                <c:pt idx="51159">
                  <c:v>24.3</c:v>
                </c:pt>
                <c:pt idx="51160">
                  <c:v>24.3</c:v>
                </c:pt>
                <c:pt idx="51161">
                  <c:v>24.25</c:v>
                </c:pt>
                <c:pt idx="51162">
                  <c:v>24.25</c:v>
                </c:pt>
                <c:pt idx="51163">
                  <c:v>24.25</c:v>
                </c:pt>
                <c:pt idx="51164">
                  <c:v>24.25</c:v>
                </c:pt>
                <c:pt idx="51165">
                  <c:v>24.25</c:v>
                </c:pt>
                <c:pt idx="51166">
                  <c:v>24.25</c:v>
                </c:pt>
                <c:pt idx="51167">
                  <c:v>24.25</c:v>
                </c:pt>
                <c:pt idx="51168">
                  <c:v>24.25</c:v>
                </c:pt>
                <c:pt idx="51169">
                  <c:v>24.3</c:v>
                </c:pt>
                <c:pt idx="51170">
                  <c:v>24.3</c:v>
                </c:pt>
                <c:pt idx="51171">
                  <c:v>24.3</c:v>
                </c:pt>
                <c:pt idx="51172">
                  <c:v>24.3</c:v>
                </c:pt>
                <c:pt idx="51173">
                  <c:v>24.35</c:v>
                </c:pt>
                <c:pt idx="51174">
                  <c:v>24.35</c:v>
                </c:pt>
                <c:pt idx="51175">
                  <c:v>24.4</c:v>
                </c:pt>
                <c:pt idx="51176">
                  <c:v>24.4</c:v>
                </c:pt>
                <c:pt idx="51177">
                  <c:v>24.4</c:v>
                </c:pt>
                <c:pt idx="51178">
                  <c:v>24.45</c:v>
                </c:pt>
                <c:pt idx="51179">
                  <c:v>24.45</c:v>
                </c:pt>
                <c:pt idx="51180">
                  <c:v>24.5</c:v>
                </c:pt>
                <c:pt idx="51181">
                  <c:v>24.5</c:v>
                </c:pt>
                <c:pt idx="51182">
                  <c:v>24.5</c:v>
                </c:pt>
                <c:pt idx="51183">
                  <c:v>24.5</c:v>
                </c:pt>
                <c:pt idx="51184">
                  <c:v>24.5</c:v>
                </c:pt>
                <c:pt idx="51185">
                  <c:v>24.45</c:v>
                </c:pt>
                <c:pt idx="51186">
                  <c:v>24.4</c:v>
                </c:pt>
                <c:pt idx="51187">
                  <c:v>24.35</c:v>
                </c:pt>
                <c:pt idx="51188">
                  <c:v>24.35</c:v>
                </c:pt>
                <c:pt idx="51189">
                  <c:v>24.3</c:v>
                </c:pt>
                <c:pt idx="51190">
                  <c:v>24.3</c:v>
                </c:pt>
                <c:pt idx="51191">
                  <c:v>24.3</c:v>
                </c:pt>
                <c:pt idx="51192">
                  <c:v>24.25</c:v>
                </c:pt>
                <c:pt idx="51193">
                  <c:v>24.3</c:v>
                </c:pt>
                <c:pt idx="51194">
                  <c:v>24.25</c:v>
                </c:pt>
                <c:pt idx="51195">
                  <c:v>24.3</c:v>
                </c:pt>
                <c:pt idx="51196">
                  <c:v>24.3</c:v>
                </c:pt>
                <c:pt idx="51197">
                  <c:v>24.3</c:v>
                </c:pt>
                <c:pt idx="51198">
                  <c:v>24.35</c:v>
                </c:pt>
                <c:pt idx="51199">
                  <c:v>24.35</c:v>
                </c:pt>
                <c:pt idx="51200">
                  <c:v>24.35</c:v>
                </c:pt>
                <c:pt idx="51201">
                  <c:v>24.35</c:v>
                </c:pt>
                <c:pt idx="51202">
                  <c:v>24.35</c:v>
                </c:pt>
                <c:pt idx="51203">
                  <c:v>24.4</c:v>
                </c:pt>
                <c:pt idx="51204">
                  <c:v>24.4</c:v>
                </c:pt>
                <c:pt idx="51205">
                  <c:v>24.45</c:v>
                </c:pt>
                <c:pt idx="51206">
                  <c:v>24.45</c:v>
                </c:pt>
                <c:pt idx="51207">
                  <c:v>24.45</c:v>
                </c:pt>
                <c:pt idx="51208">
                  <c:v>24.5</c:v>
                </c:pt>
                <c:pt idx="51209">
                  <c:v>24.5</c:v>
                </c:pt>
                <c:pt idx="51210">
                  <c:v>24.5</c:v>
                </c:pt>
                <c:pt idx="51211">
                  <c:v>24.55</c:v>
                </c:pt>
                <c:pt idx="51212">
                  <c:v>24.55</c:v>
                </c:pt>
                <c:pt idx="51213">
                  <c:v>24.55</c:v>
                </c:pt>
                <c:pt idx="51214">
                  <c:v>24.5</c:v>
                </c:pt>
                <c:pt idx="51215">
                  <c:v>24.45</c:v>
                </c:pt>
                <c:pt idx="51216">
                  <c:v>24.45</c:v>
                </c:pt>
                <c:pt idx="51217">
                  <c:v>24.4</c:v>
                </c:pt>
                <c:pt idx="51218">
                  <c:v>24.4</c:v>
                </c:pt>
                <c:pt idx="51219">
                  <c:v>24.35</c:v>
                </c:pt>
                <c:pt idx="51220">
                  <c:v>24.3</c:v>
                </c:pt>
                <c:pt idx="51221">
                  <c:v>24.3</c:v>
                </c:pt>
                <c:pt idx="51222">
                  <c:v>24.3</c:v>
                </c:pt>
                <c:pt idx="51223">
                  <c:v>24.25</c:v>
                </c:pt>
                <c:pt idx="51224">
                  <c:v>24.3</c:v>
                </c:pt>
                <c:pt idx="51225">
                  <c:v>24.3</c:v>
                </c:pt>
                <c:pt idx="51226">
                  <c:v>24.3</c:v>
                </c:pt>
                <c:pt idx="51227">
                  <c:v>24.3</c:v>
                </c:pt>
                <c:pt idx="51228">
                  <c:v>24.3</c:v>
                </c:pt>
                <c:pt idx="51229">
                  <c:v>24.3</c:v>
                </c:pt>
                <c:pt idx="51230">
                  <c:v>24.3</c:v>
                </c:pt>
                <c:pt idx="51231">
                  <c:v>24.35</c:v>
                </c:pt>
                <c:pt idx="51232">
                  <c:v>24.35</c:v>
                </c:pt>
                <c:pt idx="51233">
                  <c:v>24.35</c:v>
                </c:pt>
                <c:pt idx="51234">
                  <c:v>24.4</c:v>
                </c:pt>
                <c:pt idx="51235">
                  <c:v>24.4</c:v>
                </c:pt>
                <c:pt idx="51236">
                  <c:v>24.4</c:v>
                </c:pt>
                <c:pt idx="51237">
                  <c:v>24.45</c:v>
                </c:pt>
                <c:pt idx="51238">
                  <c:v>24.45</c:v>
                </c:pt>
                <c:pt idx="51239">
                  <c:v>24.5</c:v>
                </c:pt>
                <c:pt idx="51240">
                  <c:v>24.55</c:v>
                </c:pt>
                <c:pt idx="51241">
                  <c:v>24.55</c:v>
                </c:pt>
                <c:pt idx="51242">
                  <c:v>24.55</c:v>
                </c:pt>
                <c:pt idx="51243">
                  <c:v>24.55</c:v>
                </c:pt>
                <c:pt idx="51244">
                  <c:v>24.5</c:v>
                </c:pt>
                <c:pt idx="51245">
                  <c:v>24.5</c:v>
                </c:pt>
                <c:pt idx="51246">
                  <c:v>24.4</c:v>
                </c:pt>
                <c:pt idx="51247">
                  <c:v>24.4</c:v>
                </c:pt>
                <c:pt idx="51248">
                  <c:v>24.35</c:v>
                </c:pt>
                <c:pt idx="51249">
                  <c:v>24.3</c:v>
                </c:pt>
                <c:pt idx="51250">
                  <c:v>24.3</c:v>
                </c:pt>
                <c:pt idx="51251">
                  <c:v>24.3</c:v>
                </c:pt>
                <c:pt idx="51252">
                  <c:v>24.25</c:v>
                </c:pt>
                <c:pt idx="51253">
                  <c:v>24.25</c:v>
                </c:pt>
                <c:pt idx="51254">
                  <c:v>24.25</c:v>
                </c:pt>
                <c:pt idx="51255">
                  <c:v>24.25</c:v>
                </c:pt>
                <c:pt idx="51256">
                  <c:v>24.25</c:v>
                </c:pt>
                <c:pt idx="51257">
                  <c:v>24.3</c:v>
                </c:pt>
                <c:pt idx="51258">
                  <c:v>24.3</c:v>
                </c:pt>
                <c:pt idx="51259">
                  <c:v>24.3</c:v>
                </c:pt>
                <c:pt idx="51260">
                  <c:v>24.3</c:v>
                </c:pt>
                <c:pt idx="51261">
                  <c:v>24.35</c:v>
                </c:pt>
                <c:pt idx="51262">
                  <c:v>24.35</c:v>
                </c:pt>
                <c:pt idx="51263">
                  <c:v>24.35</c:v>
                </c:pt>
                <c:pt idx="51264">
                  <c:v>24.4</c:v>
                </c:pt>
                <c:pt idx="51265">
                  <c:v>24.4</c:v>
                </c:pt>
                <c:pt idx="51266">
                  <c:v>24.4</c:v>
                </c:pt>
                <c:pt idx="51267">
                  <c:v>24.45</c:v>
                </c:pt>
                <c:pt idx="51268">
                  <c:v>24.45</c:v>
                </c:pt>
                <c:pt idx="51269">
                  <c:v>24.45</c:v>
                </c:pt>
                <c:pt idx="51270">
                  <c:v>24.5</c:v>
                </c:pt>
                <c:pt idx="51271">
                  <c:v>24.5</c:v>
                </c:pt>
                <c:pt idx="51272">
                  <c:v>24.5</c:v>
                </c:pt>
                <c:pt idx="51273">
                  <c:v>24.55</c:v>
                </c:pt>
                <c:pt idx="51274">
                  <c:v>24.5</c:v>
                </c:pt>
                <c:pt idx="51275">
                  <c:v>24.45</c:v>
                </c:pt>
                <c:pt idx="51276">
                  <c:v>24.45</c:v>
                </c:pt>
                <c:pt idx="51277">
                  <c:v>24.4</c:v>
                </c:pt>
                <c:pt idx="51278">
                  <c:v>24.35</c:v>
                </c:pt>
                <c:pt idx="51279">
                  <c:v>24.3</c:v>
                </c:pt>
                <c:pt idx="51280">
                  <c:v>24.3</c:v>
                </c:pt>
                <c:pt idx="51281">
                  <c:v>24.3</c:v>
                </c:pt>
                <c:pt idx="51282">
                  <c:v>24.3</c:v>
                </c:pt>
                <c:pt idx="51283">
                  <c:v>24.3</c:v>
                </c:pt>
                <c:pt idx="51284">
                  <c:v>24.3</c:v>
                </c:pt>
                <c:pt idx="51285">
                  <c:v>24.3</c:v>
                </c:pt>
                <c:pt idx="51286">
                  <c:v>24.3</c:v>
                </c:pt>
                <c:pt idx="51287">
                  <c:v>24.3</c:v>
                </c:pt>
                <c:pt idx="51288">
                  <c:v>24.3</c:v>
                </c:pt>
                <c:pt idx="51289">
                  <c:v>24.35</c:v>
                </c:pt>
                <c:pt idx="51290">
                  <c:v>24.35</c:v>
                </c:pt>
                <c:pt idx="51291">
                  <c:v>24.35</c:v>
                </c:pt>
                <c:pt idx="51292">
                  <c:v>24.35</c:v>
                </c:pt>
                <c:pt idx="51293">
                  <c:v>24.4</c:v>
                </c:pt>
                <c:pt idx="51294">
                  <c:v>24.4</c:v>
                </c:pt>
                <c:pt idx="51295">
                  <c:v>24.4</c:v>
                </c:pt>
                <c:pt idx="51296">
                  <c:v>24.45</c:v>
                </c:pt>
                <c:pt idx="51297">
                  <c:v>24.45</c:v>
                </c:pt>
                <c:pt idx="51298">
                  <c:v>24.45</c:v>
                </c:pt>
                <c:pt idx="51299">
                  <c:v>24.5</c:v>
                </c:pt>
                <c:pt idx="51300">
                  <c:v>24.5</c:v>
                </c:pt>
                <c:pt idx="51301">
                  <c:v>24.5</c:v>
                </c:pt>
                <c:pt idx="51302">
                  <c:v>24.5</c:v>
                </c:pt>
                <c:pt idx="51303">
                  <c:v>24.5</c:v>
                </c:pt>
                <c:pt idx="51304">
                  <c:v>24.5</c:v>
                </c:pt>
                <c:pt idx="51305">
                  <c:v>24.5</c:v>
                </c:pt>
                <c:pt idx="51306">
                  <c:v>24.4</c:v>
                </c:pt>
                <c:pt idx="51307">
                  <c:v>24.4</c:v>
                </c:pt>
                <c:pt idx="51308">
                  <c:v>24.35</c:v>
                </c:pt>
                <c:pt idx="51309">
                  <c:v>24.35</c:v>
                </c:pt>
                <c:pt idx="51310">
                  <c:v>24.3</c:v>
                </c:pt>
                <c:pt idx="51311">
                  <c:v>24.3</c:v>
                </c:pt>
                <c:pt idx="51312">
                  <c:v>24.3</c:v>
                </c:pt>
                <c:pt idx="51313">
                  <c:v>24.3</c:v>
                </c:pt>
                <c:pt idx="51314">
                  <c:v>24.3</c:v>
                </c:pt>
                <c:pt idx="51315">
                  <c:v>24.3</c:v>
                </c:pt>
                <c:pt idx="51316">
                  <c:v>24.3</c:v>
                </c:pt>
                <c:pt idx="51317">
                  <c:v>24.3</c:v>
                </c:pt>
                <c:pt idx="51318">
                  <c:v>24.3</c:v>
                </c:pt>
                <c:pt idx="51319">
                  <c:v>24.3</c:v>
                </c:pt>
                <c:pt idx="51320">
                  <c:v>24.35</c:v>
                </c:pt>
                <c:pt idx="51321">
                  <c:v>24.35</c:v>
                </c:pt>
                <c:pt idx="51322">
                  <c:v>24.35</c:v>
                </c:pt>
                <c:pt idx="51323">
                  <c:v>24.4</c:v>
                </c:pt>
                <c:pt idx="51324">
                  <c:v>24.4</c:v>
                </c:pt>
                <c:pt idx="51325">
                  <c:v>24.45</c:v>
                </c:pt>
                <c:pt idx="51326">
                  <c:v>24.45</c:v>
                </c:pt>
                <c:pt idx="51327">
                  <c:v>24.45</c:v>
                </c:pt>
                <c:pt idx="51328">
                  <c:v>24.5</c:v>
                </c:pt>
                <c:pt idx="51329">
                  <c:v>24.5</c:v>
                </c:pt>
                <c:pt idx="51330">
                  <c:v>24.5</c:v>
                </c:pt>
                <c:pt idx="51331">
                  <c:v>24.55</c:v>
                </c:pt>
                <c:pt idx="51332">
                  <c:v>24.55</c:v>
                </c:pt>
                <c:pt idx="51333">
                  <c:v>24.55</c:v>
                </c:pt>
                <c:pt idx="51334">
                  <c:v>24.5</c:v>
                </c:pt>
                <c:pt idx="51335">
                  <c:v>24.45</c:v>
                </c:pt>
                <c:pt idx="51336">
                  <c:v>24.45</c:v>
                </c:pt>
                <c:pt idx="51337">
                  <c:v>24.4</c:v>
                </c:pt>
                <c:pt idx="51338">
                  <c:v>24.35</c:v>
                </c:pt>
                <c:pt idx="51339">
                  <c:v>24.3</c:v>
                </c:pt>
                <c:pt idx="51340">
                  <c:v>24.3</c:v>
                </c:pt>
                <c:pt idx="51341">
                  <c:v>24.3</c:v>
                </c:pt>
                <c:pt idx="51342">
                  <c:v>24.3</c:v>
                </c:pt>
                <c:pt idx="51343">
                  <c:v>24.3</c:v>
                </c:pt>
                <c:pt idx="51344">
                  <c:v>24.3</c:v>
                </c:pt>
                <c:pt idx="51345">
                  <c:v>24.3</c:v>
                </c:pt>
                <c:pt idx="51346">
                  <c:v>24.35</c:v>
                </c:pt>
                <c:pt idx="51347">
                  <c:v>24.35</c:v>
                </c:pt>
                <c:pt idx="51348">
                  <c:v>24.35</c:v>
                </c:pt>
                <c:pt idx="51349">
                  <c:v>24.35</c:v>
                </c:pt>
                <c:pt idx="51350">
                  <c:v>24.4</c:v>
                </c:pt>
                <c:pt idx="51351">
                  <c:v>24.4</c:v>
                </c:pt>
                <c:pt idx="51352">
                  <c:v>24.4</c:v>
                </c:pt>
                <c:pt idx="51353">
                  <c:v>24.45</c:v>
                </c:pt>
                <c:pt idx="51354">
                  <c:v>24.45</c:v>
                </c:pt>
                <c:pt idx="51355">
                  <c:v>24.45</c:v>
                </c:pt>
                <c:pt idx="51356">
                  <c:v>24.5</c:v>
                </c:pt>
                <c:pt idx="51357">
                  <c:v>24.5</c:v>
                </c:pt>
                <c:pt idx="51358">
                  <c:v>24.5</c:v>
                </c:pt>
                <c:pt idx="51359">
                  <c:v>24.5</c:v>
                </c:pt>
                <c:pt idx="51360">
                  <c:v>24.55</c:v>
                </c:pt>
                <c:pt idx="51361">
                  <c:v>24.55</c:v>
                </c:pt>
                <c:pt idx="51362">
                  <c:v>24.55</c:v>
                </c:pt>
                <c:pt idx="51363">
                  <c:v>24.55</c:v>
                </c:pt>
                <c:pt idx="51364">
                  <c:v>24.55</c:v>
                </c:pt>
                <c:pt idx="51365">
                  <c:v>24.55</c:v>
                </c:pt>
                <c:pt idx="51366">
                  <c:v>24.5</c:v>
                </c:pt>
                <c:pt idx="51367">
                  <c:v>24.45</c:v>
                </c:pt>
                <c:pt idx="51368">
                  <c:v>24.4</c:v>
                </c:pt>
                <c:pt idx="51369">
                  <c:v>24.4</c:v>
                </c:pt>
                <c:pt idx="51370">
                  <c:v>24.35</c:v>
                </c:pt>
                <c:pt idx="51371">
                  <c:v>24.35</c:v>
                </c:pt>
                <c:pt idx="51372">
                  <c:v>24.35</c:v>
                </c:pt>
                <c:pt idx="51373">
                  <c:v>24.3</c:v>
                </c:pt>
                <c:pt idx="51374">
                  <c:v>24.3</c:v>
                </c:pt>
                <c:pt idx="51375">
                  <c:v>24.3</c:v>
                </c:pt>
                <c:pt idx="51376">
                  <c:v>24.3</c:v>
                </c:pt>
                <c:pt idx="51377">
                  <c:v>24.3</c:v>
                </c:pt>
                <c:pt idx="51378">
                  <c:v>24.3</c:v>
                </c:pt>
                <c:pt idx="51379">
                  <c:v>24.35</c:v>
                </c:pt>
                <c:pt idx="51380">
                  <c:v>24.35</c:v>
                </c:pt>
                <c:pt idx="51381">
                  <c:v>24.35</c:v>
                </c:pt>
                <c:pt idx="51382">
                  <c:v>24.35</c:v>
                </c:pt>
                <c:pt idx="51383">
                  <c:v>24.4</c:v>
                </c:pt>
                <c:pt idx="51384">
                  <c:v>24.4</c:v>
                </c:pt>
                <c:pt idx="51385">
                  <c:v>24.4</c:v>
                </c:pt>
                <c:pt idx="51386">
                  <c:v>24.45</c:v>
                </c:pt>
                <c:pt idx="51387">
                  <c:v>24.45</c:v>
                </c:pt>
                <c:pt idx="51388">
                  <c:v>24.45</c:v>
                </c:pt>
                <c:pt idx="51389">
                  <c:v>24.5</c:v>
                </c:pt>
                <c:pt idx="51390">
                  <c:v>24.5</c:v>
                </c:pt>
                <c:pt idx="51391">
                  <c:v>24.55</c:v>
                </c:pt>
                <c:pt idx="51392">
                  <c:v>24.55</c:v>
                </c:pt>
                <c:pt idx="51393">
                  <c:v>24.55</c:v>
                </c:pt>
                <c:pt idx="51394">
                  <c:v>24.55</c:v>
                </c:pt>
                <c:pt idx="51395">
                  <c:v>24.55</c:v>
                </c:pt>
                <c:pt idx="51396">
                  <c:v>24.5</c:v>
                </c:pt>
                <c:pt idx="51397">
                  <c:v>24.45</c:v>
                </c:pt>
                <c:pt idx="51398">
                  <c:v>24.4</c:v>
                </c:pt>
                <c:pt idx="51399">
                  <c:v>24.4</c:v>
                </c:pt>
                <c:pt idx="51400">
                  <c:v>24.35</c:v>
                </c:pt>
                <c:pt idx="51401">
                  <c:v>24.35</c:v>
                </c:pt>
                <c:pt idx="51402">
                  <c:v>24.35</c:v>
                </c:pt>
                <c:pt idx="51403">
                  <c:v>24.35</c:v>
                </c:pt>
                <c:pt idx="51404">
                  <c:v>24.3</c:v>
                </c:pt>
                <c:pt idx="51405">
                  <c:v>24.3</c:v>
                </c:pt>
                <c:pt idx="51406">
                  <c:v>24.3</c:v>
                </c:pt>
                <c:pt idx="51407">
                  <c:v>24.3</c:v>
                </c:pt>
                <c:pt idx="51408">
                  <c:v>24.35</c:v>
                </c:pt>
                <c:pt idx="51409">
                  <c:v>24.35</c:v>
                </c:pt>
                <c:pt idx="51410">
                  <c:v>24.35</c:v>
                </c:pt>
                <c:pt idx="51411">
                  <c:v>24.4</c:v>
                </c:pt>
                <c:pt idx="51412">
                  <c:v>24.4</c:v>
                </c:pt>
                <c:pt idx="51413">
                  <c:v>24.4</c:v>
                </c:pt>
                <c:pt idx="51414">
                  <c:v>24.45</c:v>
                </c:pt>
                <c:pt idx="51415">
                  <c:v>24.45</c:v>
                </c:pt>
                <c:pt idx="51416">
                  <c:v>24.45</c:v>
                </c:pt>
                <c:pt idx="51417">
                  <c:v>24.5</c:v>
                </c:pt>
                <c:pt idx="51418">
                  <c:v>24.5</c:v>
                </c:pt>
                <c:pt idx="51419">
                  <c:v>24.5</c:v>
                </c:pt>
                <c:pt idx="51420">
                  <c:v>24.55</c:v>
                </c:pt>
                <c:pt idx="51421">
                  <c:v>24.55</c:v>
                </c:pt>
                <c:pt idx="51422">
                  <c:v>24.55</c:v>
                </c:pt>
                <c:pt idx="51423">
                  <c:v>24.55</c:v>
                </c:pt>
                <c:pt idx="51424">
                  <c:v>24.5</c:v>
                </c:pt>
                <c:pt idx="51425">
                  <c:v>24.5</c:v>
                </c:pt>
                <c:pt idx="51426">
                  <c:v>24.45</c:v>
                </c:pt>
                <c:pt idx="51427">
                  <c:v>24.35</c:v>
                </c:pt>
                <c:pt idx="51428">
                  <c:v>24.35</c:v>
                </c:pt>
                <c:pt idx="51429">
                  <c:v>24.35</c:v>
                </c:pt>
                <c:pt idx="51430">
                  <c:v>24.3</c:v>
                </c:pt>
                <c:pt idx="51431">
                  <c:v>24.3</c:v>
                </c:pt>
                <c:pt idx="51432">
                  <c:v>24.3</c:v>
                </c:pt>
                <c:pt idx="51433">
                  <c:v>24.3</c:v>
                </c:pt>
                <c:pt idx="51434">
                  <c:v>24.25</c:v>
                </c:pt>
                <c:pt idx="51435">
                  <c:v>24.25</c:v>
                </c:pt>
                <c:pt idx="51436">
                  <c:v>24.25</c:v>
                </c:pt>
                <c:pt idx="51437">
                  <c:v>24.3</c:v>
                </c:pt>
                <c:pt idx="51438">
                  <c:v>24.3</c:v>
                </c:pt>
                <c:pt idx="51439">
                  <c:v>24.3</c:v>
                </c:pt>
                <c:pt idx="51440">
                  <c:v>24.3</c:v>
                </c:pt>
                <c:pt idx="51441">
                  <c:v>24.35</c:v>
                </c:pt>
                <c:pt idx="51442">
                  <c:v>24.35</c:v>
                </c:pt>
                <c:pt idx="51443">
                  <c:v>24.4</c:v>
                </c:pt>
                <c:pt idx="51444">
                  <c:v>24.4</c:v>
                </c:pt>
                <c:pt idx="51445">
                  <c:v>24.45</c:v>
                </c:pt>
                <c:pt idx="51446">
                  <c:v>24.45</c:v>
                </c:pt>
                <c:pt idx="51447">
                  <c:v>24.45</c:v>
                </c:pt>
                <c:pt idx="51448">
                  <c:v>24.5</c:v>
                </c:pt>
                <c:pt idx="51449">
                  <c:v>24.5</c:v>
                </c:pt>
                <c:pt idx="51450">
                  <c:v>24.5</c:v>
                </c:pt>
                <c:pt idx="51451">
                  <c:v>24.55</c:v>
                </c:pt>
                <c:pt idx="51452">
                  <c:v>24.55</c:v>
                </c:pt>
                <c:pt idx="51453">
                  <c:v>24.55</c:v>
                </c:pt>
                <c:pt idx="51454">
                  <c:v>24.5</c:v>
                </c:pt>
                <c:pt idx="51455">
                  <c:v>24.5</c:v>
                </c:pt>
                <c:pt idx="51456">
                  <c:v>24.45</c:v>
                </c:pt>
                <c:pt idx="51457">
                  <c:v>24.45</c:v>
                </c:pt>
                <c:pt idx="51458">
                  <c:v>24.35</c:v>
                </c:pt>
                <c:pt idx="51459">
                  <c:v>24.35</c:v>
                </c:pt>
                <c:pt idx="51460">
                  <c:v>24.3</c:v>
                </c:pt>
                <c:pt idx="51461">
                  <c:v>24.3</c:v>
                </c:pt>
                <c:pt idx="51462">
                  <c:v>24.3</c:v>
                </c:pt>
                <c:pt idx="51463">
                  <c:v>24.25</c:v>
                </c:pt>
                <c:pt idx="51464">
                  <c:v>24.25</c:v>
                </c:pt>
                <c:pt idx="51465">
                  <c:v>24.25</c:v>
                </c:pt>
                <c:pt idx="51466">
                  <c:v>24.25</c:v>
                </c:pt>
                <c:pt idx="51467">
                  <c:v>24.25</c:v>
                </c:pt>
                <c:pt idx="51468">
                  <c:v>24.3</c:v>
                </c:pt>
                <c:pt idx="51469">
                  <c:v>24.3</c:v>
                </c:pt>
                <c:pt idx="51470">
                  <c:v>24.3</c:v>
                </c:pt>
                <c:pt idx="51471">
                  <c:v>24.3</c:v>
                </c:pt>
                <c:pt idx="51472">
                  <c:v>24.3</c:v>
                </c:pt>
                <c:pt idx="51473">
                  <c:v>24.35</c:v>
                </c:pt>
                <c:pt idx="51474">
                  <c:v>24.35</c:v>
                </c:pt>
                <c:pt idx="51475">
                  <c:v>24.35</c:v>
                </c:pt>
                <c:pt idx="51476">
                  <c:v>24.4</c:v>
                </c:pt>
                <c:pt idx="51477">
                  <c:v>24.4</c:v>
                </c:pt>
                <c:pt idx="51478">
                  <c:v>24.5</c:v>
                </c:pt>
                <c:pt idx="51479">
                  <c:v>24.5</c:v>
                </c:pt>
                <c:pt idx="51480">
                  <c:v>24.55</c:v>
                </c:pt>
                <c:pt idx="51481">
                  <c:v>24.55</c:v>
                </c:pt>
                <c:pt idx="51482">
                  <c:v>24.55</c:v>
                </c:pt>
                <c:pt idx="51483">
                  <c:v>24.55</c:v>
                </c:pt>
                <c:pt idx="51484">
                  <c:v>24.5</c:v>
                </c:pt>
                <c:pt idx="51485">
                  <c:v>24.5</c:v>
                </c:pt>
                <c:pt idx="51486">
                  <c:v>24.45</c:v>
                </c:pt>
                <c:pt idx="51487">
                  <c:v>24.4</c:v>
                </c:pt>
                <c:pt idx="51488">
                  <c:v>24.4</c:v>
                </c:pt>
                <c:pt idx="51489">
                  <c:v>24.35</c:v>
                </c:pt>
                <c:pt idx="51490">
                  <c:v>24.3</c:v>
                </c:pt>
                <c:pt idx="51491">
                  <c:v>24.3</c:v>
                </c:pt>
                <c:pt idx="51492">
                  <c:v>24.3</c:v>
                </c:pt>
                <c:pt idx="51493">
                  <c:v>24.25</c:v>
                </c:pt>
                <c:pt idx="51494">
                  <c:v>24.25</c:v>
                </c:pt>
                <c:pt idx="51495">
                  <c:v>24.3</c:v>
                </c:pt>
                <c:pt idx="51496">
                  <c:v>24.3</c:v>
                </c:pt>
                <c:pt idx="51497">
                  <c:v>24.3</c:v>
                </c:pt>
                <c:pt idx="51498">
                  <c:v>24.3</c:v>
                </c:pt>
                <c:pt idx="51499">
                  <c:v>24.35</c:v>
                </c:pt>
                <c:pt idx="51500">
                  <c:v>24.35</c:v>
                </c:pt>
                <c:pt idx="51501">
                  <c:v>24.35</c:v>
                </c:pt>
                <c:pt idx="51502">
                  <c:v>24.35</c:v>
                </c:pt>
                <c:pt idx="51503">
                  <c:v>24.4</c:v>
                </c:pt>
                <c:pt idx="51504">
                  <c:v>24.4</c:v>
                </c:pt>
                <c:pt idx="51505">
                  <c:v>24.45</c:v>
                </c:pt>
                <c:pt idx="51506">
                  <c:v>24.45</c:v>
                </c:pt>
                <c:pt idx="51507">
                  <c:v>24.45</c:v>
                </c:pt>
                <c:pt idx="51508">
                  <c:v>24.5</c:v>
                </c:pt>
                <c:pt idx="51509">
                  <c:v>24.5</c:v>
                </c:pt>
                <c:pt idx="51510">
                  <c:v>24.5</c:v>
                </c:pt>
                <c:pt idx="51511">
                  <c:v>24.55</c:v>
                </c:pt>
                <c:pt idx="51512">
                  <c:v>24.55</c:v>
                </c:pt>
                <c:pt idx="51513">
                  <c:v>24.55</c:v>
                </c:pt>
                <c:pt idx="51514">
                  <c:v>24.5</c:v>
                </c:pt>
                <c:pt idx="51515">
                  <c:v>24.5</c:v>
                </c:pt>
                <c:pt idx="51516">
                  <c:v>24.45</c:v>
                </c:pt>
                <c:pt idx="51517">
                  <c:v>24.4</c:v>
                </c:pt>
                <c:pt idx="51518">
                  <c:v>24.35</c:v>
                </c:pt>
                <c:pt idx="51519">
                  <c:v>24.35</c:v>
                </c:pt>
                <c:pt idx="51520">
                  <c:v>24.3</c:v>
                </c:pt>
                <c:pt idx="51521">
                  <c:v>24.25</c:v>
                </c:pt>
                <c:pt idx="51522">
                  <c:v>24.25</c:v>
                </c:pt>
                <c:pt idx="51523">
                  <c:v>24.25</c:v>
                </c:pt>
                <c:pt idx="51524">
                  <c:v>24.25</c:v>
                </c:pt>
                <c:pt idx="51525">
                  <c:v>24.25</c:v>
                </c:pt>
                <c:pt idx="51526">
                  <c:v>24.25</c:v>
                </c:pt>
                <c:pt idx="51527">
                  <c:v>24.25</c:v>
                </c:pt>
                <c:pt idx="51528">
                  <c:v>24.25</c:v>
                </c:pt>
                <c:pt idx="51529">
                  <c:v>24.3</c:v>
                </c:pt>
                <c:pt idx="51530">
                  <c:v>24.3</c:v>
                </c:pt>
                <c:pt idx="51531">
                  <c:v>24.3</c:v>
                </c:pt>
                <c:pt idx="51532">
                  <c:v>24.35</c:v>
                </c:pt>
                <c:pt idx="51533">
                  <c:v>24.35</c:v>
                </c:pt>
                <c:pt idx="51534">
                  <c:v>24.4</c:v>
                </c:pt>
                <c:pt idx="51535">
                  <c:v>24.4</c:v>
                </c:pt>
                <c:pt idx="51536">
                  <c:v>24.4</c:v>
                </c:pt>
                <c:pt idx="51537">
                  <c:v>24.45</c:v>
                </c:pt>
                <c:pt idx="51538">
                  <c:v>24.45</c:v>
                </c:pt>
                <c:pt idx="51539">
                  <c:v>24.5</c:v>
                </c:pt>
                <c:pt idx="51540">
                  <c:v>24.55</c:v>
                </c:pt>
                <c:pt idx="51541">
                  <c:v>24.55</c:v>
                </c:pt>
                <c:pt idx="51542">
                  <c:v>24.55</c:v>
                </c:pt>
                <c:pt idx="51543">
                  <c:v>24.55</c:v>
                </c:pt>
                <c:pt idx="51544">
                  <c:v>24.5</c:v>
                </c:pt>
                <c:pt idx="51545">
                  <c:v>24.5</c:v>
                </c:pt>
                <c:pt idx="51546">
                  <c:v>24.45</c:v>
                </c:pt>
                <c:pt idx="51547">
                  <c:v>24.4</c:v>
                </c:pt>
                <c:pt idx="51548">
                  <c:v>24.35</c:v>
                </c:pt>
                <c:pt idx="51549">
                  <c:v>24.35</c:v>
                </c:pt>
                <c:pt idx="51550">
                  <c:v>24.3</c:v>
                </c:pt>
                <c:pt idx="51551">
                  <c:v>24.3</c:v>
                </c:pt>
                <c:pt idx="51552">
                  <c:v>24.3</c:v>
                </c:pt>
                <c:pt idx="51553">
                  <c:v>24.3</c:v>
                </c:pt>
                <c:pt idx="51554">
                  <c:v>24.3</c:v>
                </c:pt>
                <c:pt idx="51555">
                  <c:v>24.3</c:v>
                </c:pt>
                <c:pt idx="51556">
                  <c:v>24.3</c:v>
                </c:pt>
                <c:pt idx="51557">
                  <c:v>24.3</c:v>
                </c:pt>
                <c:pt idx="51558">
                  <c:v>24.3</c:v>
                </c:pt>
                <c:pt idx="51559">
                  <c:v>24.3</c:v>
                </c:pt>
                <c:pt idx="51560">
                  <c:v>24.3</c:v>
                </c:pt>
                <c:pt idx="51561">
                  <c:v>24.35</c:v>
                </c:pt>
                <c:pt idx="51562">
                  <c:v>24.35</c:v>
                </c:pt>
                <c:pt idx="51563">
                  <c:v>24.35</c:v>
                </c:pt>
                <c:pt idx="51564">
                  <c:v>24.35</c:v>
                </c:pt>
                <c:pt idx="51565">
                  <c:v>24.4</c:v>
                </c:pt>
                <c:pt idx="51566">
                  <c:v>24.45</c:v>
                </c:pt>
                <c:pt idx="51567">
                  <c:v>24.45</c:v>
                </c:pt>
                <c:pt idx="51568">
                  <c:v>24.45</c:v>
                </c:pt>
                <c:pt idx="51569">
                  <c:v>24.5</c:v>
                </c:pt>
                <c:pt idx="51570">
                  <c:v>24.5</c:v>
                </c:pt>
                <c:pt idx="51571">
                  <c:v>24.5</c:v>
                </c:pt>
                <c:pt idx="51572">
                  <c:v>24.55</c:v>
                </c:pt>
                <c:pt idx="51573">
                  <c:v>24.55</c:v>
                </c:pt>
                <c:pt idx="51574">
                  <c:v>24.5</c:v>
                </c:pt>
                <c:pt idx="51575">
                  <c:v>24.45</c:v>
                </c:pt>
                <c:pt idx="51576">
                  <c:v>24.45</c:v>
                </c:pt>
                <c:pt idx="51577">
                  <c:v>24.4</c:v>
                </c:pt>
                <c:pt idx="51578">
                  <c:v>24.35</c:v>
                </c:pt>
                <c:pt idx="51579">
                  <c:v>24.35</c:v>
                </c:pt>
                <c:pt idx="51580">
                  <c:v>24.3</c:v>
                </c:pt>
                <c:pt idx="51581">
                  <c:v>24.3</c:v>
                </c:pt>
                <c:pt idx="51582">
                  <c:v>24.3</c:v>
                </c:pt>
                <c:pt idx="51583">
                  <c:v>24.3</c:v>
                </c:pt>
                <c:pt idx="51584">
                  <c:v>24.25</c:v>
                </c:pt>
                <c:pt idx="51585">
                  <c:v>24.3</c:v>
                </c:pt>
                <c:pt idx="51586">
                  <c:v>24.3</c:v>
                </c:pt>
                <c:pt idx="51587">
                  <c:v>24.3</c:v>
                </c:pt>
                <c:pt idx="51588">
                  <c:v>24.3</c:v>
                </c:pt>
                <c:pt idx="51589">
                  <c:v>24.3</c:v>
                </c:pt>
                <c:pt idx="51590">
                  <c:v>24.35</c:v>
                </c:pt>
                <c:pt idx="51591">
                  <c:v>24.35</c:v>
                </c:pt>
                <c:pt idx="51592">
                  <c:v>24.35</c:v>
                </c:pt>
                <c:pt idx="51593">
                  <c:v>24.35</c:v>
                </c:pt>
                <c:pt idx="51594">
                  <c:v>24.4</c:v>
                </c:pt>
                <c:pt idx="51595">
                  <c:v>24.4</c:v>
                </c:pt>
                <c:pt idx="51596">
                  <c:v>24.4</c:v>
                </c:pt>
                <c:pt idx="51597">
                  <c:v>24.4</c:v>
                </c:pt>
                <c:pt idx="51598">
                  <c:v>24.45</c:v>
                </c:pt>
                <c:pt idx="51599">
                  <c:v>24.45</c:v>
                </c:pt>
                <c:pt idx="51600">
                  <c:v>24.5</c:v>
                </c:pt>
                <c:pt idx="51601">
                  <c:v>24.5</c:v>
                </c:pt>
                <c:pt idx="51602">
                  <c:v>24.5</c:v>
                </c:pt>
                <c:pt idx="51603">
                  <c:v>24.5</c:v>
                </c:pt>
                <c:pt idx="51604">
                  <c:v>24.5</c:v>
                </c:pt>
                <c:pt idx="51605">
                  <c:v>24.45</c:v>
                </c:pt>
                <c:pt idx="51606">
                  <c:v>24.4</c:v>
                </c:pt>
                <c:pt idx="51607">
                  <c:v>24.35</c:v>
                </c:pt>
                <c:pt idx="51608">
                  <c:v>24.35</c:v>
                </c:pt>
                <c:pt idx="51609">
                  <c:v>24.3</c:v>
                </c:pt>
                <c:pt idx="51610">
                  <c:v>24.3</c:v>
                </c:pt>
                <c:pt idx="51611">
                  <c:v>24.25</c:v>
                </c:pt>
                <c:pt idx="51612">
                  <c:v>24.25</c:v>
                </c:pt>
                <c:pt idx="51613">
                  <c:v>24.25</c:v>
                </c:pt>
                <c:pt idx="51614">
                  <c:v>24.25</c:v>
                </c:pt>
                <c:pt idx="51615">
                  <c:v>24.25</c:v>
                </c:pt>
                <c:pt idx="51616">
                  <c:v>24.25</c:v>
                </c:pt>
                <c:pt idx="51617">
                  <c:v>24.25</c:v>
                </c:pt>
                <c:pt idx="51618">
                  <c:v>24.3</c:v>
                </c:pt>
                <c:pt idx="51619">
                  <c:v>24.3</c:v>
                </c:pt>
                <c:pt idx="51620">
                  <c:v>24.3</c:v>
                </c:pt>
                <c:pt idx="51621">
                  <c:v>24.3</c:v>
                </c:pt>
                <c:pt idx="51622">
                  <c:v>24.3</c:v>
                </c:pt>
                <c:pt idx="51623">
                  <c:v>24.35</c:v>
                </c:pt>
                <c:pt idx="51624">
                  <c:v>24.35</c:v>
                </c:pt>
                <c:pt idx="51625">
                  <c:v>24.35</c:v>
                </c:pt>
                <c:pt idx="51626">
                  <c:v>24.4</c:v>
                </c:pt>
                <c:pt idx="51627">
                  <c:v>24.4</c:v>
                </c:pt>
                <c:pt idx="51628">
                  <c:v>24.45</c:v>
                </c:pt>
                <c:pt idx="51629">
                  <c:v>24.45</c:v>
                </c:pt>
                <c:pt idx="51630">
                  <c:v>24.45</c:v>
                </c:pt>
                <c:pt idx="51631">
                  <c:v>24.5</c:v>
                </c:pt>
                <c:pt idx="51632">
                  <c:v>24.5</c:v>
                </c:pt>
                <c:pt idx="51633">
                  <c:v>24.5</c:v>
                </c:pt>
                <c:pt idx="51634">
                  <c:v>24.5</c:v>
                </c:pt>
                <c:pt idx="51635">
                  <c:v>24.45</c:v>
                </c:pt>
                <c:pt idx="51636">
                  <c:v>24.4</c:v>
                </c:pt>
                <c:pt idx="51637">
                  <c:v>24.35</c:v>
                </c:pt>
                <c:pt idx="51638">
                  <c:v>24.35</c:v>
                </c:pt>
                <c:pt idx="51639">
                  <c:v>24.3</c:v>
                </c:pt>
                <c:pt idx="51640">
                  <c:v>24.3</c:v>
                </c:pt>
                <c:pt idx="51641">
                  <c:v>24.25</c:v>
                </c:pt>
                <c:pt idx="51642">
                  <c:v>24.25</c:v>
                </c:pt>
                <c:pt idx="51643">
                  <c:v>24.25</c:v>
                </c:pt>
                <c:pt idx="51644">
                  <c:v>24.25</c:v>
                </c:pt>
                <c:pt idx="51645">
                  <c:v>24.3</c:v>
                </c:pt>
                <c:pt idx="51646">
                  <c:v>24.3</c:v>
                </c:pt>
                <c:pt idx="51647">
                  <c:v>24.3</c:v>
                </c:pt>
                <c:pt idx="51648">
                  <c:v>24.3</c:v>
                </c:pt>
                <c:pt idx="51649">
                  <c:v>24.3</c:v>
                </c:pt>
                <c:pt idx="51650">
                  <c:v>24.3</c:v>
                </c:pt>
                <c:pt idx="51651">
                  <c:v>24.3</c:v>
                </c:pt>
                <c:pt idx="51652">
                  <c:v>24.35</c:v>
                </c:pt>
                <c:pt idx="51653">
                  <c:v>24.4</c:v>
                </c:pt>
                <c:pt idx="51654">
                  <c:v>24.4</c:v>
                </c:pt>
                <c:pt idx="51655">
                  <c:v>24.4</c:v>
                </c:pt>
                <c:pt idx="51656">
                  <c:v>24.45</c:v>
                </c:pt>
                <c:pt idx="51657">
                  <c:v>24.45</c:v>
                </c:pt>
                <c:pt idx="51658">
                  <c:v>24.45</c:v>
                </c:pt>
                <c:pt idx="51659">
                  <c:v>24.5</c:v>
                </c:pt>
                <c:pt idx="51660">
                  <c:v>24.55</c:v>
                </c:pt>
                <c:pt idx="51661">
                  <c:v>24.55</c:v>
                </c:pt>
                <c:pt idx="51662">
                  <c:v>24.55</c:v>
                </c:pt>
                <c:pt idx="51663">
                  <c:v>24.55</c:v>
                </c:pt>
                <c:pt idx="51664">
                  <c:v>24.55</c:v>
                </c:pt>
                <c:pt idx="51665">
                  <c:v>24.5</c:v>
                </c:pt>
                <c:pt idx="51666">
                  <c:v>24.45</c:v>
                </c:pt>
                <c:pt idx="51667">
                  <c:v>24.4</c:v>
                </c:pt>
                <c:pt idx="51668">
                  <c:v>24.35</c:v>
                </c:pt>
                <c:pt idx="51669">
                  <c:v>24.35</c:v>
                </c:pt>
                <c:pt idx="51670">
                  <c:v>24.3</c:v>
                </c:pt>
                <c:pt idx="51671">
                  <c:v>24.3</c:v>
                </c:pt>
                <c:pt idx="51672">
                  <c:v>24.3</c:v>
                </c:pt>
                <c:pt idx="51673">
                  <c:v>24.3</c:v>
                </c:pt>
                <c:pt idx="51674">
                  <c:v>24.3</c:v>
                </c:pt>
                <c:pt idx="51675">
                  <c:v>24.35</c:v>
                </c:pt>
                <c:pt idx="51676">
                  <c:v>24.3</c:v>
                </c:pt>
                <c:pt idx="51677">
                  <c:v>24.3</c:v>
                </c:pt>
                <c:pt idx="51678">
                  <c:v>24.3</c:v>
                </c:pt>
                <c:pt idx="51679">
                  <c:v>24.35</c:v>
                </c:pt>
                <c:pt idx="51680">
                  <c:v>24.35</c:v>
                </c:pt>
                <c:pt idx="51681">
                  <c:v>24.35</c:v>
                </c:pt>
                <c:pt idx="51682">
                  <c:v>24.4</c:v>
                </c:pt>
                <c:pt idx="51683">
                  <c:v>24.4</c:v>
                </c:pt>
                <c:pt idx="51684">
                  <c:v>24.4</c:v>
                </c:pt>
                <c:pt idx="51685">
                  <c:v>24.45</c:v>
                </c:pt>
                <c:pt idx="51686">
                  <c:v>24.45</c:v>
                </c:pt>
                <c:pt idx="51687">
                  <c:v>24.45</c:v>
                </c:pt>
                <c:pt idx="51688">
                  <c:v>24.5</c:v>
                </c:pt>
                <c:pt idx="51689">
                  <c:v>24.5</c:v>
                </c:pt>
                <c:pt idx="51690">
                  <c:v>24.5</c:v>
                </c:pt>
                <c:pt idx="51691">
                  <c:v>24.5</c:v>
                </c:pt>
                <c:pt idx="51692">
                  <c:v>24.55</c:v>
                </c:pt>
                <c:pt idx="51693">
                  <c:v>24.55</c:v>
                </c:pt>
                <c:pt idx="51694">
                  <c:v>24.5</c:v>
                </c:pt>
                <c:pt idx="51695">
                  <c:v>24.45</c:v>
                </c:pt>
                <c:pt idx="51696">
                  <c:v>24.4</c:v>
                </c:pt>
                <c:pt idx="51697">
                  <c:v>24.4</c:v>
                </c:pt>
                <c:pt idx="51698">
                  <c:v>24.35</c:v>
                </c:pt>
                <c:pt idx="51699">
                  <c:v>24.3</c:v>
                </c:pt>
                <c:pt idx="51700">
                  <c:v>24.3</c:v>
                </c:pt>
                <c:pt idx="51701">
                  <c:v>24.3</c:v>
                </c:pt>
                <c:pt idx="51702">
                  <c:v>24.3</c:v>
                </c:pt>
                <c:pt idx="51703">
                  <c:v>24.3</c:v>
                </c:pt>
                <c:pt idx="51704">
                  <c:v>24.3</c:v>
                </c:pt>
                <c:pt idx="51705">
                  <c:v>24.3</c:v>
                </c:pt>
                <c:pt idx="51706">
                  <c:v>24.3</c:v>
                </c:pt>
                <c:pt idx="51707">
                  <c:v>24.3</c:v>
                </c:pt>
                <c:pt idx="51708">
                  <c:v>24.3</c:v>
                </c:pt>
                <c:pt idx="51709">
                  <c:v>24.3</c:v>
                </c:pt>
                <c:pt idx="51710">
                  <c:v>24.35</c:v>
                </c:pt>
                <c:pt idx="51711">
                  <c:v>24.35</c:v>
                </c:pt>
                <c:pt idx="51712">
                  <c:v>24.4</c:v>
                </c:pt>
                <c:pt idx="51713">
                  <c:v>24.4</c:v>
                </c:pt>
                <c:pt idx="51714">
                  <c:v>24.4</c:v>
                </c:pt>
                <c:pt idx="51715">
                  <c:v>24.45</c:v>
                </c:pt>
                <c:pt idx="51716">
                  <c:v>24.45</c:v>
                </c:pt>
                <c:pt idx="51717">
                  <c:v>24.5</c:v>
                </c:pt>
                <c:pt idx="51718">
                  <c:v>24.5</c:v>
                </c:pt>
                <c:pt idx="51719">
                  <c:v>24.5</c:v>
                </c:pt>
                <c:pt idx="51720">
                  <c:v>24.55</c:v>
                </c:pt>
                <c:pt idx="51721">
                  <c:v>24.55</c:v>
                </c:pt>
                <c:pt idx="51722">
                  <c:v>24.55</c:v>
                </c:pt>
                <c:pt idx="51723">
                  <c:v>24.55</c:v>
                </c:pt>
                <c:pt idx="51724">
                  <c:v>24.55</c:v>
                </c:pt>
                <c:pt idx="51725">
                  <c:v>24.5</c:v>
                </c:pt>
                <c:pt idx="51726">
                  <c:v>24.45</c:v>
                </c:pt>
                <c:pt idx="51727">
                  <c:v>24.45</c:v>
                </c:pt>
                <c:pt idx="51728">
                  <c:v>24.35</c:v>
                </c:pt>
                <c:pt idx="51729">
                  <c:v>24.35</c:v>
                </c:pt>
                <c:pt idx="51730">
                  <c:v>24.3</c:v>
                </c:pt>
                <c:pt idx="51731">
                  <c:v>24.3</c:v>
                </c:pt>
                <c:pt idx="51732">
                  <c:v>24.3</c:v>
                </c:pt>
                <c:pt idx="51733">
                  <c:v>24.3</c:v>
                </c:pt>
                <c:pt idx="51734">
                  <c:v>24.25</c:v>
                </c:pt>
                <c:pt idx="51735">
                  <c:v>24.3</c:v>
                </c:pt>
                <c:pt idx="51736">
                  <c:v>24.3</c:v>
                </c:pt>
                <c:pt idx="51737">
                  <c:v>24.3</c:v>
                </c:pt>
                <c:pt idx="51738">
                  <c:v>24.3</c:v>
                </c:pt>
                <c:pt idx="51739">
                  <c:v>24.3</c:v>
                </c:pt>
                <c:pt idx="51740">
                  <c:v>24.3</c:v>
                </c:pt>
                <c:pt idx="51741">
                  <c:v>24.35</c:v>
                </c:pt>
                <c:pt idx="51742">
                  <c:v>24.35</c:v>
                </c:pt>
                <c:pt idx="51743">
                  <c:v>24.4</c:v>
                </c:pt>
                <c:pt idx="51744">
                  <c:v>24.4</c:v>
                </c:pt>
                <c:pt idx="51745">
                  <c:v>24.4</c:v>
                </c:pt>
                <c:pt idx="51746">
                  <c:v>24.45</c:v>
                </c:pt>
                <c:pt idx="51747">
                  <c:v>24.45</c:v>
                </c:pt>
                <c:pt idx="51748">
                  <c:v>24.5</c:v>
                </c:pt>
                <c:pt idx="51749">
                  <c:v>24.5</c:v>
                </c:pt>
                <c:pt idx="51750">
                  <c:v>24.55</c:v>
                </c:pt>
                <c:pt idx="51751">
                  <c:v>24.55</c:v>
                </c:pt>
                <c:pt idx="51752">
                  <c:v>24.55</c:v>
                </c:pt>
                <c:pt idx="51753">
                  <c:v>24.55</c:v>
                </c:pt>
                <c:pt idx="51754">
                  <c:v>24.55</c:v>
                </c:pt>
                <c:pt idx="51755">
                  <c:v>24.5</c:v>
                </c:pt>
                <c:pt idx="51756">
                  <c:v>24.45</c:v>
                </c:pt>
                <c:pt idx="51757">
                  <c:v>24.4</c:v>
                </c:pt>
                <c:pt idx="51758">
                  <c:v>24.35</c:v>
                </c:pt>
                <c:pt idx="51759">
                  <c:v>24.35</c:v>
                </c:pt>
                <c:pt idx="51760">
                  <c:v>24.35</c:v>
                </c:pt>
                <c:pt idx="51761">
                  <c:v>24.3</c:v>
                </c:pt>
                <c:pt idx="51762">
                  <c:v>24.3</c:v>
                </c:pt>
                <c:pt idx="51763">
                  <c:v>24.3</c:v>
                </c:pt>
                <c:pt idx="51764">
                  <c:v>24.3</c:v>
                </c:pt>
                <c:pt idx="51765">
                  <c:v>24.3</c:v>
                </c:pt>
                <c:pt idx="51766">
                  <c:v>24.3</c:v>
                </c:pt>
                <c:pt idx="51767">
                  <c:v>24.3</c:v>
                </c:pt>
                <c:pt idx="51768">
                  <c:v>24.3</c:v>
                </c:pt>
                <c:pt idx="51769">
                  <c:v>24.35</c:v>
                </c:pt>
                <c:pt idx="51770">
                  <c:v>24.35</c:v>
                </c:pt>
                <c:pt idx="51771">
                  <c:v>24.35</c:v>
                </c:pt>
                <c:pt idx="51772">
                  <c:v>24.4</c:v>
                </c:pt>
                <c:pt idx="51773">
                  <c:v>24.4</c:v>
                </c:pt>
                <c:pt idx="51774">
                  <c:v>24.45</c:v>
                </c:pt>
                <c:pt idx="51775">
                  <c:v>24.45</c:v>
                </c:pt>
                <c:pt idx="51776">
                  <c:v>24.45</c:v>
                </c:pt>
                <c:pt idx="51777">
                  <c:v>24.45</c:v>
                </c:pt>
                <c:pt idx="51778">
                  <c:v>24.5</c:v>
                </c:pt>
                <c:pt idx="51779">
                  <c:v>24.5</c:v>
                </c:pt>
                <c:pt idx="51780">
                  <c:v>24.5</c:v>
                </c:pt>
                <c:pt idx="51781">
                  <c:v>24.5</c:v>
                </c:pt>
                <c:pt idx="51782">
                  <c:v>24.55</c:v>
                </c:pt>
                <c:pt idx="51783">
                  <c:v>24.55</c:v>
                </c:pt>
                <c:pt idx="51784">
                  <c:v>24.5</c:v>
                </c:pt>
                <c:pt idx="51785">
                  <c:v>24.5</c:v>
                </c:pt>
                <c:pt idx="51786">
                  <c:v>24.45</c:v>
                </c:pt>
                <c:pt idx="51787">
                  <c:v>24.4</c:v>
                </c:pt>
                <c:pt idx="51788">
                  <c:v>24.35</c:v>
                </c:pt>
                <c:pt idx="51789">
                  <c:v>24.3</c:v>
                </c:pt>
                <c:pt idx="51790">
                  <c:v>24.3</c:v>
                </c:pt>
                <c:pt idx="51791">
                  <c:v>24.3</c:v>
                </c:pt>
                <c:pt idx="51792">
                  <c:v>24.3</c:v>
                </c:pt>
                <c:pt idx="51793">
                  <c:v>24.3</c:v>
                </c:pt>
                <c:pt idx="51794">
                  <c:v>24.3</c:v>
                </c:pt>
                <c:pt idx="51795">
                  <c:v>24.3</c:v>
                </c:pt>
                <c:pt idx="51796">
                  <c:v>24.3</c:v>
                </c:pt>
                <c:pt idx="51797">
                  <c:v>24.3</c:v>
                </c:pt>
                <c:pt idx="51798">
                  <c:v>24.3</c:v>
                </c:pt>
                <c:pt idx="51799">
                  <c:v>24.35</c:v>
                </c:pt>
                <c:pt idx="51800">
                  <c:v>24.35</c:v>
                </c:pt>
                <c:pt idx="51801">
                  <c:v>24.35</c:v>
                </c:pt>
                <c:pt idx="51802">
                  <c:v>24.4</c:v>
                </c:pt>
                <c:pt idx="51803">
                  <c:v>24.4</c:v>
                </c:pt>
                <c:pt idx="51804">
                  <c:v>24.4</c:v>
                </c:pt>
                <c:pt idx="51805">
                  <c:v>24.45</c:v>
                </c:pt>
                <c:pt idx="51806">
                  <c:v>24.45</c:v>
                </c:pt>
                <c:pt idx="51807">
                  <c:v>24.45</c:v>
                </c:pt>
                <c:pt idx="51808">
                  <c:v>24.45</c:v>
                </c:pt>
                <c:pt idx="51809">
                  <c:v>24.5</c:v>
                </c:pt>
                <c:pt idx="51810">
                  <c:v>24.5</c:v>
                </c:pt>
                <c:pt idx="51811">
                  <c:v>24.55</c:v>
                </c:pt>
                <c:pt idx="51812">
                  <c:v>24.55</c:v>
                </c:pt>
                <c:pt idx="51813">
                  <c:v>24.55</c:v>
                </c:pt>
                <c:pt idx="51814">
                  <c:v>24.5</c:v>
                </c:pt>
                <c:pt idx="51815">
                  <c:v>24.5</c:v>
                </c:pt>
                <c:pt idx="51816">
                  <c:v>24.45</c:v>
                </c:pt>
                <c:pt idx="51817">
                  <c:v>24.4</c:v>
                </c:pt>
                <c:pt idx="51818">
                  <c:v>24.35</c:v>
                </c:pt>
                <c:pt idx="51819">
                  <c:v>24.35</c:v>
                </c:pt>
                <c:pt idx="51820">
                  <c:v>24.35</c:v>
                </c:pt>
                <c:pt idx="51821">
                  <c:v>24.3</c:v>
                </c:pt>
                <c:pt idx="51822">
                  <c:v>24.3</c:v>
                </c:pt>
                <c:pt idx="51823">
                  <c:v>24.3</c:v>
                </c:pt>
                <c:pt idx="51824">
                  <c:v>24.3</c:v>
                </c:pt>
                <c:pt idx="51825">
                  <c:v>24.3</c:v>
                </c:pt>
                <c:pt idx="51826">
                  <c:v>24.3</c:v>
                </c:pt>
                <c:pt idx="51827">
                  <c:v>24.3</c:v>
                </c:pt>
                <c:pt idx="51828">
                  <c:v>24.35</c:v>
                </c:pt>
                <c:pt idx="51829">
                  <c:v>24.35</c:v>
                </c:pt>
                <c:pt idx="51830">
                  <c:v>24.35</c:v>
                </c:pt>
                <c:pt idx="51831">
                  <c:v>24.4</c:v>
                </c:pt>
                <c:pt idx="51832">
                  <c:v>24.4</c:v>
                </c:pt>
                <c:pt idx="51833">
                  <c:v>24.4</c:v>
                </c:pt>
                <c:pt idx="51834">
                  <c:v>24.4</c:v>
                </c:pt>
                <c:pt idx="51835">
                  <c:v>24.4</c:v>
                </c:pt>
                <c:pt idx="51836">
                  <c:v>24.45</c:v>
                </c:pt>
                <c:pt idx="51837">
                  <c:v>24.5</c:v>
                </c:pt>
                <c:pt idx="51838">
                  <c:v>24.5</c:v>
                </c:pt>
                <c:pt idx="51839">
                  <c:v>24.5</c:v>
                </c:pt>
                <c:pt idx="51840">
                  <c:v>24.5</c:v>
                </c:pt>
                <c:pt idx="51841">
                  <c:v>24.5</c:v>
                </c:pt>
                <c:pt idx="51842">
                  <c:v>24.5</c:v>
                </c:pt>
                <c:pt idx="51843">
                  <c:v>24.5</c:v>
                </c:pt>
                <c:pt idx="51844">
                  <c:v>24.5</c:v>
                </c:pt>
                <c:pt idx="51845">
                  <c:v>24.45</c:v>
                </c:pt>
                <c:pt idx="51846">
                  <c:v>24.4</c:v>
                </c:pt>
                <c:pt idx="51847">
                  <c:v>24.35</c:v>
                </c:pt>
                <c:pt idx="51848">
                  <c:v>24.3</c:v>
                </c:pt>
                <c:pt idx="51849">
                  <c:v>24.3</c:v>
                </c:pt>
                <c:pt idx="51850">
                  <c:v>24.25</c:v>
                </c:pt>
                <c:pt idx="51851">
                  <c:v>24.3</c:v>
                </c:pt>
                <c:pt idx="51852">
                  <c:v>24.25</c:v>
                </c:pt>
                <c:pt idx="51853">
                  <c:v>24.25</c:v>
                </c:pt>
                <c:pt idx="51854">
                  <c:v>24.25</c:v>
                </c:pt>
                <c:pt idx="51855">
                  <c:v>24.25</c:v>
                </c:pt>
                <c:pt idx="51856">
                  <c:v>24.25</c:v>
                </c:pt>
                <c:pt idx="51857">
                  <c:v>24.25</c:v>
                </c:pt>
                <c:pt idx="51858">
                  <c:v>24.25</c:v>
                </c:pt>
                <c:pt idx="51859">
                  <c:v>24.3</c:v>
                </c:pt>
                <c:pt idx="51860">
                  <c:v>24.3</c:v>
                </c:pt>
                <c:pt idx="51861">
                  <c:v>24.35</c:v>
                </c:pt>
                <c:pt idx="51862">
                  <c:v>24.35</c:v>
                </c:pt>
                <c:pt idx="51863">
                  <c:v>24.35</c:v>
                </c:pt>
                <c:pt idx="51864">
                  <c:v>24.4</c:v>
                </c:pt>
                <c:pt idx="51865">
                  <c:v>24.4</c:v>
                </c:pt>
                <c:pt idx="51866">
                  <c:v>24.45</c:v>
                </c:pt>
                <c:pt idx="51867">
                  <c:v>24.45</c:v>
                </c:pt>
                <c:pt idx="51868">
                  <c:v>24.5</c:v>
                </c:pt>
                <c:pt idx="51869">
                  <c:v>24.5</c:v>
                </c:pt>
                <c:pt idx="51870">
                  <c:v>24.5</c:v>
                </c:pt>
                <c:pt idx="51871">
                  <c:v>24.5</c:v>
                </c:pt>
                <c:pt idx="51872">
                  <c:v>24.5</c:v>
                </c:pt>
                <c:pt idx="51873">
                  <c:v>24.5</c:v>
                </c:pt>
                <c:pt idx="51874">
                  <c:v>24.5</c:v>
                </c:pt>
                <c:pt idx="51875">
                  <c:v>24.5</c:v>
                </c:pt>
                <c:pt idx="51876">
                  <c:v>24.45</c:v>
                </c:pt>
                <c:pt idx="51877">
                  <c:v>24.4</c:v>
                </c:pt>
                <c:pt idx="51878">
                  <c:v>24.35</c:v>
                </c:pt>
                <c:pt idx="51879">
                  <c:v>24.35</c:v>
                </c:pt>
                <c:pt idx="51880">
                  <c:v>24.3</c:v>
                </c:pt>
                <c:pt idx="51881">
                  <c:v>24.3</c:v>
                </c:pt>
                <c:pt idx="51882">
                  <c:v>24.25</c:v>
                </c:pt>
                <c:pt idx="51883">
                  <c:v>24.25</c:v>
                </c:pt>
                <c:pt idx="51884">
                  <c:v>24.25</c:v>
                </c:pt>
                <c:pt idx="51885">
                  <c:v>24.25</c:v>
                </c:pt>
                <c:pt idx="51886">
                  <c:v>24.25</c:v>
                </c:pt>
                <c:pt idx="51887">
                  <c:v>24.25</c:v>
                </c:pt>
                <c:pt idx="51888">
                  <c:v>24.25</c:v>
                </c:pt>
                <c:pt idx="51889">
                  <c:v>24.3</c:v>
                </c:pt>
                <c:pt idx="51890">
                  <c:v>24.3</c:v>
                </c:pt>
                <c:pt idx="51891">
                  <c:v>24.3</c:v>
                </c:pt>
                <c:pt idx="51892">
                  <c:v>24.35</c:v>
                </c:pt>
                <c:pt idx="51893">
                  <c:v>24.35</c:v>
                </c:pt>
                <c:pt idx="51894">
                  <c:v>24.4</c:v>
                </c:pt>
                <c:pt idx="51895">
                  <c:v>24.4</c:v>
                </c:pt>
                <c:pt idx="51896">
                  <c:v>24.4</c:v>
                </c:pt>
                <c:pt idx="51897">
                  <c:v>24.45</c:v>
                </c:pt>
                <c:pt idx="51898">
                  <c:v>24.45</c:v>
                </c:pt>
                <c:pt idx="51899">
                  <c:v>24.5</c:v>
                </c:pt>
                <c:pt idx="51900">
                  <c:v>24.5</c:v>
                </c:pt>
                <c:pt idx="51901">
                  <c:v>24.5</c:v>
                </c:pt>
                <c:pt idx="51902">
                  <c:v>24.5</c:v>
                </c:pt>
                <c:pt idx="51903">
                  <c:v>24.5</c:v>
                </c:pt>
                <c:pt idx="51904">
                  <c:v>24.5</c:v>
                </c:pt>
                <c:pt idx="51905">
                  <c:v>24.45</c:v>
                </c:pt>
                <c:pt idx="51906">
                  <c:v>24.4</c:v>
                </c:pt>
                <c:pt idx="51907">
                  <c:v>24.35</c:v>
                </c:pt>
                <c:pt idx="51908">
                  <c:v>24.3</c:v>
                </c:pt>
                <c:pt idx="51909">
                  <c:v>24.3</c:v>
                </c:pt>
                <c:pt idx="51910">
                  <c:v>24.3</c:v>
                </c:pt>
                <c:pt idx="51911">
                  <c:v>24.25</c:v>
                </c:pt>
                <c:pt idx="51912">
                  <c:v>24.25</c:v>
                </c:pt>
                <c:pt idx="51913">
                  <c:v>24.25</c:v>
                </c:pt>
                <c:pt idx="51914">
                  <c:v>24.25</c:v>
                </c:pt>
                <c:pt idx="51915">
                  <c:v>24.25</c:v>
                </c:pt>
                <c:pt idx="51916">
                  <c:v>24.25</c:v>
                </c:pt>
                <c:pt idx="51917">
                  <c:v>24.25</c:v>
                </c:pt>
                <c:pt idx="51918">
                  <c:v>24.25</c:v>
                </c:pt>
                <c:pt idx="51919">
                  <c:v>24.25</c:v>
                </c:pt>
                <c:pt idx="51920">
                  <c:v>24.3</c:v>
                </c:pt>
                <c:pt idx="51921">
                  <c:v>24.3</c:v>
                </c:pt>
                <c:pt idx="51922">
                  <c:v>24.3</c:v>
                </c:pt>
                <c:pt idx="51923">
                  <c:v>24.35</c:v>
                </c:pt>
                <c:pt idx="51924">
                  <c:v>24.35</c:v>
                </c:pt>
                <c:pt idx="51925">
                  <c:v>24.4</c:v>
                </c:pt>
                <c:pt idx="51926">
                  <c:v>24.4</c:v>
                </c:pt>
                <c:pt idx="51927">
                  <c:v>24.4</c:v>
                </c:pt>
                <c:pt idx="51928">
                  <c:v>24.45</c:v>
                </c:pt>
                <c:pt idx="51929">
                  <c:v>24.45</c:v>
                </c:pt>
                <c:pt idx="51930">
                  <c:v>24.5</c:v>
                </c:pt>
                <c:pt idx="51931">
                  <c:v>24.5</c:v>
                </c:pt>
                <c:pt idx="51932">
                  <c:v>24.5</c:v>
                </c:pt>
                <c:pt idx="51933">
                  <c:v>24.5</c:v>
                </c:pt>
                <c:pt idx="51934">
                  <c:v>24.5</c:v>
                </c:pt>
                <c:pt idx="51935">
                  <c:v>24.45</c:v>
                </c:pt>
                <c:pt idx="51936">
                  <c:v>24.45</c:v>
                </c:pt>
                <c:pt idx="51937">
                  <c:v>24.4</c:v>
                </c:pt>
                <c:pt idx="51938">
                  <c:v>24.35</c:v>
                </c:pt>
                <c:pt idx="51939">
                  <c:v>24.3</c:v>
                </c:pt>
                <c:pt idx="51940">
                  <c:v>24.3</c:v>
                </c:pt>
                <c:pt idx="51941">
                  <c:v>24.25</c:v>
                </c:pt>
                <c:pt idx="51942">
                  <c:v>24.25</c:v>
                </c:pt>
                <c:pt idx="51943">
                  <c:v>24.25</c:v>
                </c:pt>
                <c:pt idx="51944">
                  <c:v>24.25</c:v>
                </c:pt>
                <c:pt idx="51945">
                  <c:v>24.25</c:v>
                </c:pt>
                <c:pt idx="51946">
                  <c:v>24.25</c:v>
                </c:pt>
                <c:pt idx="51947">
                  <c:v>24.25</c:v>
                </c:pt>
                <c:pt idx="51948">
                  <c:v>24.25</c:v>
                </c:pt>
                <c:pt idx="51949">
                  <c:v>24.25</c:v>
                </c:pt>
                <c:pt idx="51950">
                  <c:v>24.3</c:v>
                </c:pt>
                <c:pt idx="51951">
                  <c:v>24.3</c:v>
                </c:pt>
                <c:pt idx="51952">
                  <c:v>24.3</c:v>
                </c:pt>
                <c:pt idx="51953">
                  <c:v>24.35</c:v>
                </c:pt>
                <c:pt idx="51954">
                  <c:v>24.35</c:v>
                </c:pt>
                <c:pt idx="51955">
                  <c:v>24.35</c:v>
                </c:pt>
                <c:pt idx="51956">
                  <c:v>24.4</c:v>
                </c:pt>
                <c:pt idx="51957">
                  <c:v>24.4</c:v>
                </c:pt>
                <c:pt idx="51958">
                  <c:v>24.45</c:v>
                </c:pt>
                <c:pt idx="51959">
                  <c:v>24.45</c:v>
                </c:pt>
                <c:pt idx="51960">
                  <c:v>24.5</c:v>
                </c:pt>
                <c:pt idx="51961">
                  <c:v>24.5</c:v>
                </c:pt>
                <c:pt idx="51962">
                  <c:v>24.5</c:v>
                </c:pt>
                <c:pt idx="51963">
                  <c:v>24.5</c:v>
                </c:pt>
                <c:pt idx="51964">
                  <c:v>24.45</c:v>
                </c:pt>
                <c:pt idx="51965">
                  <c:v>24.45</c:v>
                </c:pt>
                <c:pt idx="51966">
                  <c:v>24.4</c:v>
                </c:pt>
                <c:pt idx="51967">
                  <c:v>24.35</c:v>
                </c:pt>
                <c:pt idx="51968">
                  <c:v>24.3</c:v>
                </c:pt>
                <c:pt idx="51969">
                  <c:v>24.25</c:v>
                </c:pt>
                <c:pt idx="51970">
                  <c:v>24.25</c:v>
                </c:pt>
                <c:pt idx="51971">
                  <c:v>24.25</c:v>
                </c:pt>
                <c:pt idx="51972">
                  <c:v>24.2</c:v>
                </c:pt>
                <c:pt idx="51973">
                  <c:v>24.2</c:v>
                </c:pt>
                <c:pt idx="51974">
                  <c:v>24.2</c:v>
                </c:pt>
                <c:pt idx="51975">
                  <c:v>24.2</c:v>
                </c:pt>
                <c:pt idx="51976">
                  <c:v>24.2</c:v>
                </c:pt>
                <c:pt idx="51977">
                  <c:v>24.2</c:v>
                </c:pt>
                <c:pt idx="51978">
                  <c:v>24.25</c:v>
                </c:pt>
                <c:pt idx="51979">
                  <c:v>24.25</c:v>
                </c:pt>
                <c:pt idx="51980">
                  <c:v>24.3</c:v>
                </c:pt>
                <c:pt idx="51981">
                  <c:v>24.3</c:v>
                </c:pt>
                <c:pt idx="51982">
                  <c:v>24.3</c:v>
                </c:pt>
                <c:pt idx="51983">
                  <c:v>24.35</c:v>
                </c:pt>
                <c:pt idx="51984">
                  <c:v>24.4</c:v>
                </c:pt>
                <c:pt idx="51985">
                  <c:v>24.4</c:v>
                </c:pt>
                <c:pt idx="51986">
                  <c:v>24.4</c:v>
                </c:pt>
                <c:pt idx="51987">
                  <c:v>24.4</c:v>
                </c:pt>
                <c:pt idx="51988">
                  <c:v>24.45</c:v>
                </c:pt>
                <c:pt idx="51989">
                  <c:v>24.5</c:v>
                </c:pt>
                <c:pt idx="51990">
                  <c:v>24.5</c:v>
                </c:pt>
                <c:pt idx="51991">
                  <c:v>24.5</c:v>
                </c:pt>
                <c:pt idx="51992">
                  <c:v>24.5</c:v>
                </c:pt>
                <c:pt idx="51993">
                  <c:v>24.5</c:v>
                </c:pt>
                <c:pt idx="51994">
                  <c:v>24.5</c:v>
                </c:pt>
                <c:pt idx="51995">
                  <c:v>24.5</c:v>
                </c:pt>
                <c:pt idx="51996">
                  <c:v>24.45</c:v>
                </c:pt>
                <c:pt idx="51997">
                  <c:v>24.4</c:v>
                </c:pt>
                <c:pt idx="51998">
                  <c:v>24.35</c:v>
                </c:pt>
                <c:pt idx="51999">
                  <c:v>24.35</c:v>
                </c:pt>
                <c:pt idx="52000">
                  <c:v>24.3</c:v>
                </c:pt>
                <c:pt idx="52001">
                  <c:v>24.3</c:v>
                </c:pt>
                <c:pt idx="52002">
                  <c:v>24.3</c:v>
                </c:pt>
                <c:pt idx="52003">
                  <c:v>24.25</c:v>
                </c:pt>
                <c:pt idx="52004">
                  <c:v>24.3</c:v>
                </c:pt>
                <c:pt idx="52005">
                  <c:v>24.3</c:v>
                </c:pt>
                <c:pt idx="52006">
                  <c:v>24.3</c:v>
                </c:pt>
                <c:pt idx="52007">
                  <c:v>24.3</c:v>
                </c:pt>
                <c:pt idx="52008">
                  <c:v>24.3</c:v>
                </c:pt>
                <c:pt idx="52009">
                  <c:v>24.3</c:v>
                </c:pt>
                <c:pt idx="52010">
                  <c:v>24.3</c:v>
                </c:pt>
                <c:pt idx="52011">
                  <c:v>24.3</c:v>
                </c:pt>
                <c:pt idx="52012">
                  <c:v>24.35</c:v>
                </c:pt>
                <c:pt idx="52013">
                  <c:v>24.35</c:v>
                </c:pt>
                <c:pt idx="52014">
                  <c:v>24.35</c:v>
                </c:pt>
                <c:pt idx="52015">
                  <c:v>24.4</c:v>
                </c:pt>
                <c:pt idx="52016">
                  <c:v>24.4</c:v>
                </c:pt>
                <c:pt idx="52017">
                  <c:v>24.4</c:v>
                </c:pt>
                <c:pt idx="52018">
                  <c:v>24.4</c:v>
                </c:pt>
                <c:pt idx="52019">
                  <c:v>24.5</c:v>
                </c:pt>
                <c:pt idx="52020">
                  <c:v>24.5</c:v>
                </c:pt>
                <c:pt idx="52021">
                  <c:v>24.5</c:v>
                </c:pt>
                <c:pt idx="52022">
                  <c:v>24.5</c:v>
                </c:pt>
                <c:pt idx="52023">
                  <c:v>24.5</c:v>
                </c:pt>
                <c:pt idx="52024">
                  <c:v>24.5</c:v>
                </c:pt>
                <c:pt idx="52025">
                  <c:v>24.5</c:v>
                </c:pt>
                <c:pt idx="52026">
                  <c:v>24.45</c:v>
                </c:pt>
                <c:pt idx="52027">
                  <c:v>24.45</c:v>
                </c:pt>
                <c:pt idx="52028">
                  <c:v>24.4</c:v>
                </c:pt>
                <c:pt idx="52029">
                  <c:v>24.35</c:v>
                </c:pt>
                <c:pt idx="52030">
                  <c:v>24.3</c:v>
                </c:pt>
                <c:pt idx="52031">
                  <c:v>24.3</c:v>
                </c:pt>
                <c:pt idx="52032">
                  <c:v>24.3</c:v>
                </c:pt>
                <c:pt idx="52033">
                  <c:v>24.25</c:v>
                </c:pt>
                <c:pt idx="52034">
                  <c:v>24.25</c:v>
                </c:pt>
                <c:pt idx="52035">
                  <c:v>24.3</c:v>
                </c:pt>
                <c:pt idx="52036">
                  <c:v>24.3</c:v>
                </c:pt>
                <c:pt idx="52037">
                  <c:v>24.3</c:v>
                </c:pt>
                <c:pt idx="52038">
                  <c:v>24.3</c:v>
                </c:pt>
                <c:pt idx="52039">
                  <c:v>24.3</c:v>
                </c:pt>
                <c:pt idx="52040">
                  <c:v>24.35</c:v>
                </c:pt>
                <c:pt idx="52041">
                  <c:v>24.35</c:v>
                </c:pt>
                <c:pt idx="52042">
                  <c:v>24.35</c:v>
                </c:pt>
                <c:pt idx="52043">
                  <c:v>24.35</c:v>
                </c:pt>
                <c:pt idx="52044">
                  <c:v>24.4</c:v>
                </c:pt>
                <c:pt idx="52045">
                  <c:v>24.4</c:v>
                </c:pt>
                <c:pt idx="52046">
                  <c:v>24.45</c:v>
                </c:pt>
                <c:pt idx="52047">
                  <c:v>24.45</c:v>
                </c:pt>
                <c:pt idx="52048">
                  <c:v>24.5</c:v>
                </c:pt>
                <c:pt idx="52049">
                  <c:v>24.5</c:v>
                </c:pt>
                <c:pt idx="52050">
                  <c:v>24.5</c:v>
                </c:pt>
                <c:pt idx="52051">
                  <c:v>24.55</c:v>
                </c:pt>
                <c:pt idx="52052">
                  <c:v>24.55</c:v>
                </c:pt>
                <c:pt idx="52053">
                  <c:v>24.55</c:v>
                </c:pt>
                <c:pt idx="52054">
                  <c:v>24.55</c:v>
                </c:pt>
                <c:pt idx="52055">
                  <c:v>24.5</c:v>
                </c:pt>
                <c:pt idx="52056">
                  <c:v>24.5</c:v>
                </c:pt>
                <c:pt idx="52057">
                  <c:v>24.45</c:v>
                </c:pt>
                <c:pt idx="52058">
                  <c:v>24.4</c:v>
                </c:pt>
                <c:pt idx="52059">
                  <c:v>24.35</c:v>
                </c:pt>
                <c:pt idx="52060">
                  <c:v>24.35</c:v>
                </c:pt>
                <c:pt idx="52061">
                  <c:v>24.3</c:v>
                </c:pt>
                <c:pt idx="52062">
                  <c:v>24.3</c:v>
                </c:pt>
                <c:pt idx="52063">
                  <c:v>24.25</c:v>
                </c:pt>
                <c:pt idx="52064">
                  <c:v>24.25</c:v>
                </c:pt>
                <c:pt idx="52065">
                  <c:v>24.25</c:v>
                </c:pt>
                <c:pt idx="52066">
                  <c:v>24.3</c:v>
                </c:pt>
                <c:pt idx="52067">
                  <c:v>24.3</c:v>
                </c:pt>
                <c:pt idx="52068">
                  <c:v>24.3</c:v>
                </c:pt>
                <c:pt idx="52069">
                  <c:v>24.3</c:v>
                </c:pt>
                <c:pt idx="52070">
                  <c:v>24.3</c:v>
                </c:pt>
                <c:pt idx="52071">
                  <c:v>24.35</c:v>
                </c:pt>
                <c:pt idx="52072">
                  <c:v>24.35</c:v>
                </c:pt>
                <c:pt idx="52073">
                  <c:v>24.4</c:v>
                </c:pt>
                <c:pt idx="52074">
                  <c:v>24.4</c:v>
                </c:pt>
                <c:pt idx="52075">
                  <c:v>24.45</c:v>
                </c:pt>
                <c:pt idx="52076">
                  <c:v>24.45</c:v>
                </c:pt>
                <c:pt idx="52077">
                  <c:v>24.45</c:v>
                </c:pt>
                <c:pt idx="52078">
                  <c:v>24.5</c:v>
                </c:pt>
                <c:pt idx="52079">
                  <c:v>24.5</c:v>
                </c:pt>
                <c:pt idx="52080">
                  <c:v>24.55</c:v>
                </c:pt>
                <c:pt idx="52081">
                  <c:v>24.55</c:v>
                </c:pt>
                <c:pt idx="52082">
                  <c:v>24.55</c:v>
                </c:pt>
                <c:pt idx="52083">
                  <c:v>24.55</c:v>
                </c:pt>
                <c:pt idx="52084">
                  <c:v>24.5</c:v>
                </c:pt>
                <c:pt idx="52085">
                  <c:v>24.55</c:v>
                </c:pt>
                <c:pt idx="52086">
                  <c:v>24.45</c:v>
                </c:pt>
                <c:pt idx="52087">
                  <c:v>24.4</c:v>
                </c:pt>
                <c:pt idx="52088">
                  <c:v>24.35</c:v>
                </c:pt>
                <c:pt idx="52089">
                  <c:v>24.35</c:v>
                </c:pt>
                <c:pt idx="52090">
                  <c:v>24.35</c:v>
                </c:pt>
                <c:pt idx="52091">
                  <c:v>24.35</c:v>
                </c:pt>
                <c:pt idx="52092">
                  <c:v>24.3</c:v>
                </c:pt>
                <c:pt idx="52093">
                  <c:v>24.3</c:v>
                </c:pt>
                <c:pt idx="52094">
                  <c:v>24.3</c:v>
                </c:pt>
                <c:pt idx="52095">
                  <c:v>24.3</c:v>
                </c:pt>
                <c:pt idx="52096">
                  <c:v>24.3</c:v>
                </c:pt>
                <c:pt idx="52097">
                  <c:v>24.35</c:v>
                </c:pt>
                <c:pt idx="52098">
                  <c:v>24.35</c:v>
                </c:pt>
                <c:pt idx="52099">
                  <c:v>24.35</c:v>
                </c:pt>
                <c:pt idx="52100">
                  <c:v>24.35</c:v>
                </c:pt>
                <c:pt idx="52101">
                  <c:v>24.35</c:v>
                </c:pt>
                <c:pt idx="52102">
                  <c:v>24.4</c:v>
                </c:pt>
                <c:pt idx="52103">
                  <c:v>24.4</c:v>
                </c:pt>
                <c:pt idx="52104">
                  <c:v>24.4</c:v>
                </c:pt>
                <c:pt idx="52105">
                  <c:v>24.4</c:v>
                </c:pt>
                <c:pt idx="52106">
                  <c:v>24.45</c:v>
                </c:pt>
                <c:pt idx="52107">
                  <c:v>24.4</c:v>
                </c:pt>
                <c:pt idx="52108">
                  <c:v>24.45</c:v>
                </c:pt>
                <c:pt idx="52109">
                  <c:v>24.45</c:v>
                </c:pt>
                <c:pt idx="52110">
                  <c:v>24.5</c:v>
                </c:pt>
                <c:pt idx="52111">
                  <c:v>24.5</c:v>
                </c:pt>
                <c:pt idx="52112">
                  <c:v>24.5</c:v>
                </c:pt>
                <c:pt idx="52113">
                  <c:v>24.5</c:v>
                </c:pt>
                <c:pt idx="52114">
                  <c:v>24.5</c:v>
                </c:pt>
                <c:pt idx="52115">
                  <c:v>24.45</c:v>
                </c:pt>
                <c:pt idx="52116">
                  <c:v>24.4</c:v>
                </c:pt>
                <c:pt idx="52117">
                  <c:v>24.35</c:v>
                </c:pt>
                <c:pt idx="52118">
                  <c:v>24.35</c:v>
                </c:pt>
                <c:pt idx="52119">
                  <c:v>24.3</c:v>
                </c:pt>
                <c:pt idx="52120">
                  <c:v>24.3</c:v>
                </c:pt>
                <c:pt idx="52121">
                  <c:v>24.25</c:v>
                </c:pt>
                <c:pt idx="52122">
                  <c:v>24.25</c:v>
                </c:pt>
                <c:pt idx="52123">
                  <c:v>24.25</c:v>
                </c:pt>
                <c:pt idx="52124">
                  <c:v>24.25</c:v>
                </c:pt>
                <c:pt idx="52125">
                  <c:v>24.25</c:v>
                </c:pt>
                <c:pt idx="52126">
                  <c:v>24.25</c:v>
                </c:pt>
                <c:pt idx="52127">
                  <c:v>24.25</c:v>
                </c:pt>
                <c:pt idx="52128">
                  <c:v>24.25</c:v>
                </c:pt>
                <c:pt idx="52129">
                  <c:v>24.3</c:v>
                </c:pt>
                <c:pt idx="52130">
                  <c:v>24.3</c:v>
                </c:pt>
                <c:pt idx="52131">
                  <c:v>24.3</c:v>
                </c:pt>
                <c:pt idx="52132">
                  <c:v>24.3</c:v>
                </c:pt>
                <c:pt idx="52133">
                  <c:v>24.35</c:v>
                </c:pt>
                <c:pt idx="52134">
                  <c:v>24.35</c:v>
                </c:pt>
                <c:pt idx="52135">
                  <c:v>24.4</c:v>
                </c:pt>
                <c:pt idx="52136">
                  <c:v>24.4</c:v>
                </c:pt>
                <c:pt idx="52137">
                  <c:v>24.4</c:v>
                </c:pt>
                <c:pt idx="52138">
                  <c:v>24.45</c:v>
                </c:pt>
                <c:pt idx="52139">
                  <c:v>24.45</c:v>
                </c:pt>
                <c:pt idx="52140">
                  <c:v>24.45</c:v>
                </c:pt>
                <c:pt idx="52141">
                  <c:v>24.5</c:v>
                </c:pt>
                <c:pt idx="52142">
                  <c:v>24.5</c:v>
                </c:pt>
                <c:pt idx="52143">
                  <c:v>24.5</c:v>
                </c:pt>
                <c:pt idx="52144">
                  <c:v>24.5</c:v>
                </c:pt>
                <c:pt idx="52145">
                  <c:v>24.45</c:v>
                </c:pt>
                <c:pt idx="52146">
                  <c:v>24.45</c:v>
                </c:pt>
                <c:pt idx="52147">
                  <c:v>24.35</c:v>
                </c:pt>
                <c:pt idx="52148">
                  <c:v>24.35</c:v>
                </c:pt>
                <c:pt idx="52149">
                  <c:v>24.3</c:v>
                </c:pt>
                <c:pt idx="52150">
                  <c:v>24.3</c:v>
                </c:pt>
                <c:pt idx="52151">
                  <c:v>24.25</c:v>
                </c:pt>
                <c:pt idx="52152">
                  <c:v>24.25</c:v>
                </c:pt>
                <c:pt idx="52153">
                  <c:v>24.25</c:v>
                </c:pt>
                <c:pt idx="52154">
                  <c:v>24.25</c:v>
                </c:pt>
                <c:pt idx="52155">
                  <c:v>24.25</c:v>
                </c:pt>
                <c:pt idx="52156">
                  <c:v>24.25</c:v>
                </c:pt>
                <c:pt idx="52157">
                  <c:v>24.25</c:v>
                </c:pt>
                <c:pt idx="52158">
                  <c:v>24.3</c:v>
                </c:pt>
                <c:pt idx="52159">
                  <c:v>24.25</c:v>
                </c:pt>
                <c:pt idx="52160">
                  <c:v>24.3</c:v>
                </c:pt>
                <c:pt idx="52161">
                  <c:v>24.3</c:v>
                </c:pt>
                <c:pt idx="52162">
                  <c:v>24.3</c:v>
                </c:pt>
                <c:pt idx="52163">
                  <c:v>24.35</c:v>
                </c:pt>
                <c:pt idx="52164">
                  <c:v>24.35</c:v>
                </c:pt>
                <c:pt idx="52165">
                  <c:v>24.35</c:v>
                </c:pt>
                <c:pt idx="52166">
                  <c:v>24.35</c:v>
                </c:pt>
                <c:pt idx="52167">
                  <c:v>24.4</c:v>
                </c:pt>
                <c:pt idx="52168">
                  <c:v>24.4</c:v>
                </c:pt>
                <c:pt idx="52169">
                  <c:v>24.45</c:v>
                </c:pt>
                <c:pt idx="52170">
                  <c:v>24.45</c:v>
                </c:pt>
                <c:pt idx="52171">
                  <c:v>24.5</c:v>
                </c:pt>
                <c:pt idx="52172">
                  <c:v>24.5</c:v>
                </c:pt>
                <c:pt idx="52173">
                  <c:v>24.5</c:v>
                </c:pt>
                <c:pt idx="52174">
                  <c:v>24.45</c:v>
                </c:pt>
                <c:pt idx="52175">
                  <c:v>24.45</c:v>
                </c:pt>
                <c:pt idx="52176">
                  <c:v>24.4</c:v>
                </c:pt>
                <c:pt idx="52177">
                  <c:v>24.35</c:v>
                </c:pt>
                <c:pt idx="52178">
                  <c:v>24.3</c:v>
                </c:pt>
                <c:pt idx="52179">
                  <c:v>24.3</c:v>
                </c:pt>
                <c:pt idx="52180">
                  <c:v>24.25</c:v>
                </c:pt>
                <c:pt idx="52181">
                  <c:v>24.25</c:v>
                </c:pt>
                <c:pt idx="52182">
                  <c:v>24.25</c:v>
                </c:pt>
                <c:pt idx="52183">
                  <c:v>24.25</c:v>
                </c:pt>
                <c:pt idx="52184">
                  <c:v>24.25</c:v>
                </c:pt>
                <c:pt idx="52185">
                  <c:v>24.25</c:v>
                </c:pt>
                <c:pt idx="52186">
                  <c:v>24.25</c:v>
                </c:pt>
                <c:pt idx="52187">
                  <c:v>24.25</c:v>
                </c:pt>
                <c:pt idx="52188">
                  <c:v>24.3</c:v>
                </c:pt>
                <c:pt idx="52189">
                  <c:v>24.3</c:v>
                </c:pt>
                <c:pt idx="52190">
                  <c:v>24.3</c:v>
                </c:pt>
                <c:pt idx="52191">
                  <c:v>24.35</c:v>
                </c:pt>
                <c:pt idx="52192">
                  <c:v>24.35</c:v>
                </c:pt>
                <c:pt idx="52193">
                  <c:v>24.35</c:v>
                </c:pt>
                <c:pt idx="52194">
                  <c:v>24.4</c:v>
                </c:pt>
                <c:pt idx="52195">
                  <c:v>24.4</c:v>
                </c:pt>
                <c:pt idx="52196">
                  <c:v>24.45</c:v>
                </c:pt>
                <c:pt idx="52197">
                  <c:v>24.45</c:v>
                </c:pt>
                <c:pt idx="52198">
                  <c:v>24.45</c:v>
                </c:pt>
                <c:pt idx="52199">
                  <c:v>24.5</c:v>
                </c:pt>
                <c:pt idx="52200">
                  <c:v>24.5</c:v>
                </c:pt>
                <c:pt idx="52201">
                  <c:v>24.5</c:v>
                </c:pt>
                <c:pt idx="52202">
                  <c:v>24.5</c:v>
                </c:pt>
                <c:pt idx="52203">
                  <c:v>24.5</c:v>
                </c:pt>
                <c:pt idx="52204">
                  <c:v>24.5</c:v>
                </c:pt>
                <c:pt idx="52205">
                  <c:v>24.45</c:v>
                </c:pt>
                <c:pt idx="52206">
                  <c:v>24.4</c:v>
                </c:pt>
                <c:pt idx="52207">
                  <c:v>24.4</c:v>
                </c:pt>
                <c:pt idx="52208">
                  <c:v>24.35</c:v>
                </c:pt>
                <c:pt idx="52209">
                  <c:v>24.3</c:v>
                </c:pt>
                <c:pt idx="52210">
                  <c:v>24.3</c:v>
                </c:pt>
                <c:pt idx="52211">
                  <c:v>24.25</c:v>
                </c:pt>
                <c:pt idx="52212">
                  <c:v>24.25</c:v>
                </c:pt>
                <c:pt idx="52213">
                  <c:v>24.25</c:v>
                </c:pt>
                <c:pt idx="52214">
                  <c:v>24.25</c:v>
                </c:pt>
                <c:pt idx="52215">
                  <c:v>24.25</c:v>
                </c:pt>
                <c:pt idx="52216">
                  <c:v>24.25</c:v>
                </c:pt>
                <c:pt idx="52217">
                  <c:v>24.25</c:v>
                </c:pt>
                <c:pt idx="52218">
                  <c:v>24.25</c:v>
                </c:pt>
                <c:pt idx="52219">
                  <c:v>24.25</c:v>
                </c:pt>
                <c:pt idx="52220">
                  <c:v>24.3</c:v>
                </c:pt>
                <c:pt idx="52221">
                  <c:v>24.3</c:v>
                </c:pt>
                <c:pt idx="52222">
                  <c:v>24.3</c:v>
                </c:pt>
                <c:pt idx="52223">
                  <c:v>24.35</c:v>
                </c:pt>
                <c:pt idx="52224">
                  <c:v>24.35</c:v>
                </c:pt>
                <c:pt idx="52225">
                  <c:v>24.35</c:v>
                </c:pt>
                <c:pt idx="52226">
                  <c:v>24.4</c:v>
                </c:pt>
                <c:pt idx="52227">
                  <c:v>24.4</c:v>
                </c:pt>
                <c:pt idx="52228">
                  <c:v>24.4</c:v>
                </c:pt>
                <c:pt idx="52229">
                  <c:v>24.45</c:v>
                </c:pt>
                <c:pt idx="52230">
                  <c:v>24.5</c:v>
                </c:pt>
                <c:pt idx="52231">
                  <c:v>24.5</c:v>
                </c:pt>
                <c:pt idx="52232">
                  <c:v>24.5</c:v>
                </c:pt>
                <c:pt idx="52233">
                  <c:v>24.5</c:v>
                </c:pt>
                <c:pt idx="52234">
                  <c:v>24.5</c:v>
                </c:pt>
                <c:pt idx="52235">
                  <c:v>24.45</c:v>
                </c:pt>
                <c:pt idx="52236">
                  <c:v>24.4</c:v>
                </c:pt>
                <c:pt idx="52237">
                  <c:v>24.4</c:v>
                </c:pt>
                <c:pt idx="52238">
                  <c:v>24.35</c:v>
                </c:pt>
                <c:pt idx="52239">
                  <c:v>24.3</c:v>
                </c:pt>
                <c:pt idx="52240">
                  <c:v>24.3</c:v>
                </c:pt>
                <c:pt idx="52241">
                  <c:v>24.3</c:v>
                </c:pt>
                <c:pt idx="52242">
                  <c:v>24.25</c:v>
                </c:pt>
                <c:pt idx="52243">
                  <c:v>24.25</c:v>
                </c:pt>
                <c:pt idx="52244">
                  <c:v>24.25</c:v>
                </c:pt>
                <c:pt idx="52245">
                  <c:v>24.25</c:v>
                </c:pt>
                <c:pt idx="52246">
                  <c:v>24.25</c:v>
                </c:pt>
                <c:pt idx="52247">
                  <c:v>24.3</c:v>
                </c:pt>
                <c:pt idx="52248">
                  <c:v>24.3</c:v>
                </c:pt>
                <c:pt idx="52249">
                  <c:v>24.3</c:v>
                </c:pt>
                <c:pt idx="52250">
                  <c:v>24.35</c:v>
                </c:pt>
                <c:pt idx="52251">
                  <c:v>24.35</c:v>
                </c:pt>
                <c:pt idx="52252">
                  <c:v>24.35</c:v>
                </c:pt>
                <c:pt idx="52253">
                  <c:v>24.35</c:v>
                </c:pt>
                <c:pt idx="52254">
                  <c:v>24.4</c:v>
                </c:pt>
                <c:pt idx="52255">
                  <c:v>24.4</c:v>
                </c:pt>
                <c:pt idx="52256">
                  <c:v>24.4</c:v>
                </c:pt>
                <c:pt idx="52257">
                  <c:v>24.45</c:v>
                </c:pt>
                <c:pt idx="52258">
                  <c:v>24.45</c:v>
                </c:pt>
                <c:pt idx="52259">
                  <c:v>24.45</c:v>
                </c:pt>
                <c:pt idx="52260">
                  <c:v>24.5</c:v>
                </c:pt>
                <c:pt idx="52261">
                  <c:v>24.5</c:v>
                </c:pt>
                <c:pt idx="52262">
                  <c:v>24.5</c:v>
                </c:pt>
                <c:pt idx="52263">
                  <c:v>24.5</c:v>
                </c:pt>
                <c:pt idx="52264">
                  <c:v>24.45</c:v>
                </c:pt>
                <c:pt idx="52265">
                  <c:v>24.45</c:v>
                </c:pt>
                <c:pt idx="52266">
                  <c:v>24.4</c:v>
                </c:pt>
                <c:pt idx="52267">
                  <c:v>24.35</c:v>
                </c:pt>
                <c:pt idx="52268">
                  <c:v>24.3</c:v>
                </c:pt>
                <c:pt idx="52269">
                  <c:v>24.3</c:v>
                </c:pt>
                <c:pt idx="52270">
                  <c:v>24.3</c:v>
                </c:pt>
                <c:pt idx="52271">
                  <c:v>24.25</c:v>
                </c:pt>
                <c:pt idx="52272">
                  <c:v>24.25</c:v>
                </c:pt>
                <c:pt idx="52273">
                  <c:v>24.25</c:v>
                </c:pt>
                <c:pt idx="52274">
                  <c:v>24.25</c:v>
                </c:pt>
                <c:pt idx="52275">
                  <c:v>24.25</c:v>
                </c:pt>
                <c:pt idx="52276">
                  <c:v>24.25</c:v>
                </c:pt>
                <c:pt idx="52277">
                  <c:v>24.25</c:v>
                </c:pt>
                <c:pt idx="52278">
                  <c:v>24.25</c:v>
                </c:pt>
                <c:pt idx="52279">
                  <c:v>24.3</c:v>
                </c:pt>
                <c:pt idx="52280">
                  <c:v>24.3</c:v>
                </c:pt>
                <c:pt idx="52281">
                  <c:v>24.35</c:v>
                </c:pt>
                <c:pt idx="52282">
                  <c:v>24.35</c:v>
                </c:pt>
                <c:pt idx="52283">
                  <c:v>24.35</c:v>
                </c:pt>
                <c:pt idx="52284">
                  <c:v>24.4</c:v>
                </c:pt>
                <c:pt idx="52285">
                  <c:v>24.4</c:v>
                </c:pt>
                <c:pt idx="52286">
                  <c:v>24.45</c:v>
                </c:pt>
                <c:pt idx="52287">
                  <c:v>24.45</c:v>
                </c:pt>
                <c:pt idx="52288">
                  <c:v>24.5</c:v>
                </c:pt>
                <c:pt idx="52289">
                  <c:v>24.5</c:v>
                </c:pt>
                <c:pt idx="52290">
                  <c:v>24.5</c:v>
                </c:pt>
                <c:pt idx="52291">
                  <c:v>24.5</c:v>
                </c:pt>
                <c:pt idx="52292">
                  <c:v>24.5</c:v>
                </c:pt>
                <c:pt idx="52293">
                  <c:v>24.55</c:v>
                </c:pt>
                <c:pt idx="52294">
                  <c:v>24.5</c:v>
                </c:pt>
                <c:pt idx="52295">
                  <c:v>24.5</c:v>
                </c:pt>
                <c:pt idx="52296">
                  <c:v>24.45</c:v>
                </c:pt>
                <c:pt idx="52297">
                  <c:v>24.4</c:v>
                </c:pt>
                <c:pt idx="52298">
                  <c:v>24.35</c:v>
                </c:pt>
                <c:pt idx="52299">
                  <c:v>24.35</c:v>
                </c:pt>
                <c:pt idx="52300">
                  <c:v>24.35</c:v>
                </c:pt>
                <c:pt idx="52301">
                  <c:v>24.3</c:v>
                </c:pt>
                <c:pt idx="52302">
                  <c:v>24.3</c:v>
                </c:pt>
                <c:pt idx="52303">
                  <c:v>24.3</c:v>
                </c:pt>
                <c:pt idx="52304">
                  <c:v>24.3</c:v>
                </c:pt>
                <c:pt idx="52305">
                  <c:v>24.3</c:v>
                </c:pt>
                <c:pt idx="52306">
                  <c:v>24.3</c:v>
                </c:pt>
                <c:pt idx="52307">
                  <c:v>24.3</c:v>
                </c:pt>
                <c:pt idx="52308">
                  <c:v>24.3</c:v>
                </c:pt>
                <c:pt idx="52309">
                  <c:v>24.35</c:v>
                </c:pt>
                <c:pt idx="52310">
                  <c:v>24.35</c:v>
                </c:pt>
                <c:pt idx="52311">
                  <c:v>24.35</c:v>
                </c:pt>
                <c:pt idx="52312">
                  <c:v>24.35</c:v>
                </c:pt>
                <c:pt idx="52313">
                  <c:v>24.4</c:v>
                </c:pt>
                <c:pt idx="52314">
                  <c:v>24.4</c:v>
                </c:pt>
                <c:pt idx="52315">
                  <c:v>24.4</c:v>
                </c:pt>
                <c:pt idx="52316">
                  <c:v>24.45</c:v>
                </c:pt>
                <c:pt idx="52317">
                  <c:v>24.45</c:v>
                </c:pt>
                <c:pt idx="52318">
                  <c:v>24.45</c:v>
                </c:pt>
                <c:pt idx="52319">
                  <c:v>24.5</c:v>
                </c:pt>
                <c:pt idx="52320">
                  <c:v>24.5</c:v>
                </c:pt>
                <c:pt idx="52321">
                  <c:v>24.5</c:v>
                </c:pt>
                <c:pt idx="52322">
                  <c:v>24.5</c:v>
                </c:pt>
                <c:pt idx="52323">
                  <c:v>24.5</c:v>
                </c:pt>
                <c:pt idx="52324">
                  <c:v>24.5</c:v>
                </c:pt>
                <c:pt idx="52325">
                  <c:v>24.45</c:v>
                </c:pt>
                <c:pt idx="52326">
                  <c:v>24.4</c:v>
                </c:pt>
                <c:pt idx="52327">
                  <c:v>24.4</c:v>
                </c:pt>
                <c:pt idx="52328">
                  <c:v>24.35</c:v>
                </c:pt>
                <c:pt idx="52329">
                  <c:v>24.3</c:v>
                </c:pt>
                <c:pt idx="52330">
                  <c:v>24.3</c:v>
                </c:pt>
                <c:pt idx="52331">
                  <c:v>24.25</c:v>
                </c:pt>
                <c:pt idx="52332">
                  <c:v>24.25</c:v>
                </c:pt>
                <c:pt idx="52333">
                  <c:v>24.25</c:v>
                </c:pt>
                <c:pt idx="52334">
                  <c:v>24.25</c:v>
                </c:pt>
                <c:pt idx="52335">
                  <c:v>24.25</c:v>
                </c:pt>
                <c:pt idx="52336">
                  <c:v>24.3</c:v>
                </c:pt>
                <c:pt idx="52337">
                  <c:v>24.3</c:v>
                </c:pt>
                <c:pt idx="52338">
                  <c:v>24.3</c:v>
                </c:pt>
                <c:pt idx="52339">
                  <c:v>24.3</c:v>
                </c:pt>
                <c:pt idx="52340">
                  <c:v>24.35</c:v>
                </c:pt>
                <c:pt idx="52341">
                  <c:v>24.35</c:v>
                </c:pt>
                <c:pt idx="52342">
                  <c:v>24.35</c:v>
                </c:pt>
                <c:pt idx="52343">
                  <c:v>24.4</c:v>
                </c:pt>
                <c:pt idx="52344">
                  <c:v>24.4</c:v>
                </c:pt>
                <c:pt idx="52345">
                  <c:v>24.45</c:v>
                </c:pt>
                <c:pt idx="52346">
                  <c:v>24.45</c:v>
                </c:pt>
                <c:pt idx="52347">
                  <c:v>24.45</c:v>
                </c:pt>
                <c:pt idx="52348">
                  <c:v>24.5</c:v>
                </c:pt>
                <c:pt idx="52349">
                  <c:v>24.5</c:v>
                </c:pt>
                <c:pt idx="52350">
                  <c:v>24.5</c:v>
                </c:pt>
                <c:pt idx="52351">
                  <c:v>24.5</c:v>
                </c:pt>
                <c:pt idx="52352">
                  <c:v>24.5</c:v>
                </c:pt>
                <c:pt idx="52353">
                  <c:v>24.5</c:v>
                </c:pt>
                <c:pt idx="52354">
                  <c:v>24.5</c:v>
                </c:pt>
                <c:pt idx="52355">
                  <c:v>24.45</c:v>
                </c:pt>
                <c:pt idx="52356">
                  <c:v>24.45</c:v>
                </c:pt>
                <c:pt idx="52357">
                  <c:v>24.4</c:v>
                </c:pt>
                <c:pt idx="52358">
                  <c:v>24.35</c:v>
                </c:pt>
                <c:pt idx="52359">
                  <c:v>24.3</c:v>
                </c:pt>
                <c:pt idx="52360">
                  <c:v>24.3</c:v>
                </c:pt>
                <c:pt idx="52361">
                  <c:v>24.25</c:v>
                </c:pt>
                <c:pt idx="52362">
                  <c:v>24.25</c:v>
                </c:pt>
                <c:pt idx="52363">
                  <c:v>24.25</c:v>
                </c:pt>
                <c:pt idx="52364">
                  <c:v>24.25</c:v>
                </c:pt>
                <c:pt idx="52365">
                  <c:v>24.25</c:v>
                </c:pt>
                <c:pt idx="52366">
                  <c:v>24.3</c:v>
                </c:pt>
                <c:pt idx="52367">
                  <c:v>24.3</c:v>
                </c:pt>
                <c:pt idx="52368">
                  <c:v>24.3</c:v>
                </c:pt>
                <c:pt idx="52369">
                  <c:v>24.3</c:v>
                </c:pt>
                <c:pt idx="52370">
                  <c:v>24.35</c:v>
                </c:pt>
                <c:pt idx="52371">
                  <c:v>24.35</c:v>
                </c:pt>
                <c:pt idx="52372">
                  <c:v>24.4</c:v>
                </c:pt>
                <c:pt idx="52373">
                  <c:v>24.4</c:v>
                </c:pt>
                <c:pt idx="52374">
                  <c:v>24.4</c:v>
                </c:pt>
                <c:pt idx="52375">
                  <c:v>24.4</c:v>
                </c:pt>
                <c:pt idx="52376">
                  <c:v>24.45</c:v>
                </c:pt>
                <c:pt idx="52377">
                  <c:v>24.45</c:v>
                </c:pt>
                <c:pt idx="52378">
                  <c:v>24.45</c:v>
                </c:pt>
                <c:pt idx="52379">
                  <c:v>24.5</c:v>
                </c:pt>
                <c:pt idx="52380">
                  <c:v>24.5</c:v>
                </c:pt>
                <c:pt idx="52381">
                  <c:v>24.5</c:v>
                </c:pt>
                <c:pt idx="52382">
                  <c:v>24.5</c:v>
                </c:pt>
                <c:pt idx="52383">
                  <c:v>24.5</c:v>
                </c:pt>
                <c:pt idx="52384">
                  <c:v>24.5</c:v>
                </c:pt>
                <c:pt idx="52385">
                  <c:v>24.45</c:v>
                </c:pt>
                <c:pt idx="52386">
                  <c:v>24.4</c:v>
                </c:pt>
                <c:pt idx="52387">
                  <c:v>24.4</c:v>
                </c:pt>
                <c:pt idx="52388">
                  <c:v>24.35</c:v>
                </c:pt>
                <c:pt idx="52389">
                  <c:v>24.3</c:v>
                </c:pt>
                <c:pt idx="52390">
                  <c:v>24.25</c:v>
                </c:pt>
                <c:pt idx="52391">
                  <c:v>24.25</c:v>
                </c:pt>
                <c:pt idx="52392">
                  <c:v>24.25</c:v>
                </c:pt>
                <c:pt idx="52393">
                  <c:v>24.25</c:v>
                </c:pt>
                <c:pt idx="52394">
                  <c:v>24.25</c:v>
                </c:pt>
                <c:pt idx="52395">
                  <c:v>24.25</c:v>
                </c:pt>
                <c:pt idx="52396">
                  <c:v>24.25</c:v>
                </c:pt>
                <c:pt idx="52397">
                  <c:v>24.25</c:v>
                </c:pt>
                <c:pt idx="52398">
                  <c:v>24.3</c:v>
                </c:pt>
                <c:pt idx="52399">
                  <c:v>24.3</c:v>
                </c:pt>
                <c:pt idx="52400">
                  <c:v>24.35</c:v>
                </c:pt>
                <c:pt idx="52401">
                  <c:v>24.35</c:v>
                </c:pt>
                <c:pt idx="52402">
                  <c:v>24.35</c:v>
                </c:pt>
                <c:pt idx="52403">
                  <c:v>24.35</c:v>
                </c:pt>
                <c:pt idx="52404">
                  <c:v>24.4</c:v>
                </c:pt>
                <c:pt idx="52405">
                  <c:v>24.4</c:v>
                </c:pt>
                <c:pt idx="52406">
                  <c:v>24.45</c:v>
                </c:pt>
                <c:pt idx="52407">
                  <c:v>24.45</c:v>
                </c:pt>
                <c:pt idx="52408">
                  <c:v>24.45</c:v>
                </c:pt>
                <c:pt idx="52409">
                  <c:v>24.5</c:v>
                </c:pt>
                <c:pt idx="52410">
                  <c:v>24.5</c:v>
                </c:pt>
                <c:pt idx="52411">
                  <c:v>24.5</c:v>
                </c:pt>
                <c:pt idx="52412">
                  <c:v>24.5</c:v>
                </c:pt>
                <c:pt idx="52413">
                  <c:v>24.5</c:v>
                </c:pt>
                <c:pt idx="52414">
                  <c:v>24.5</c:v>
                </c:pt>
                <c:pt idx="52415">
                  <c:v>24.45</c:v>
                </c:pt>
                <c:pt idx="52416">
                  <c:v>24.4</c:v>
                </c:pt>
                <c:pt idx="52417">
                  <c:v>24.35</c:v>
                </c:pt>
                <c:pt idx="52418">
                  <c:v>24.3</c:v>
                </c:pt>
                <c:pt idx="52419">
                  <c:v>24.3</c:v>
                </c:pt>
                <c:pt idx="52420">
                  <c:v>24.3</c:v>
                </c:pt>
                <c:pt idx="52421">
                  <c:v>24.25</c:v>
                </c:pt>
                <c:pt idx="52422">
                  <c:v>24.25</c:v>
                </c:pt>
                <c:pt idx="52423">
                  <c:v>24.25</c:v>
                </c:pt>
                <c:pt idx="52424">
                  <c:v>24.25</c:v>
                </c:pt>
                <c:pt idx="52425">
                  <c:v>24.25</c:v>
                </c:pt>
                <c:pt idx="52426">
                  <c:v>24.25</c:v>
                </c:pt>
                <c:pt idx="52427">
                  <c:v>24.25</c:v>
                </c:pt>
                <c:pt idx="52428">
                  <c:v>24.3</c:v>
                </c:pt>
                <c:pt idx="52429">
                  <c:v>24.3</c:v>
                </c:pt>
                <c:pt idx="52430">
                  <c:v>24.3</c:v>
                </c:pt>
                <c:pt idx="52431">
                  <c:v>24.3</c:v>
                </c:pt>
                <c:pt idx="52432">
                  <c:v>24.35</c:v>
                </c:pt>
                <c:pt idx="52433">
                  <c:v>24.35</c:v>
                </c:pt>
                <c:pt idx="52434">
                  <c:v>24.4</c:v>
                </c:pt>
                <c:pt idx="52435">
                  <c:v>24.4</c:v>
                </c:pt>
                <c:pt idx="52436">
                  <c:v>24.4</c:v>
                </c:pt>
                <c:pt idx="52437">
                  <c:v>24.45</c:v>
                </c:pt>
                <c:pt idx="52438">
                  <c:v>24.45</c:v>
                </c:pt>
                <c:pt idx="52439">
                  <c:v>24.45</c:v>
                </c:pt>
                <c:pt idx="52440">
                  <c:v>24.5</c:v>
                </c:pt>
                <c:pt idx="52441">
                  <c:v>24.5</c:v>
                </c:pt>
                <c:pt idx="52442">
                  <c:v>24.5</c:v>
                </c:pt>
                <c:pt idx="52443">
                  <c:v>24.5</c:v>
                </c:pt>
                <c:pt idx="52444">
                  <c:v>24.5</c:v>
                </c:pt>
                <c:pt idx="52445">
                  <c:v>24.5</c:v>
                </c:pt>
                <c:pt idx="52446">
                  <c:v>24.45</c:v>
                </c:pt>
                <c:pt idx="52447">
                  <c:v>24.45</c:v>
                </c:pt>
                <c:pt idx="52448">
                  <c:v>24.4</c:v>
                </c:pt>
                <c:pt idx="52449">
                  <c:v>24.35</c:v>
                </c:pt>
                <c:pt idx="52450">
                  <c:v>24.3</c:v>
                </c:pt>
                <c:pt idx="52451">
                  <c:v>24.3</c:v>
                </c:pt>
                <c:pt idx="52452">
                  <c:v>24.3</c:v>
                </c:pt>
                <c:pt idx="52453">
                  <c:v>24.3</c:v>
                </c:pt>
                <c:pt idx="52454">
                  <c:v>24.3</c:v>
                </c:pt>
                <c:pt idx="52455">
                  <c:v>24.3</c:v>
                </c:pt>
                <c:pt idx="52456">
                  <c:v>24.25</c:v>
                </c:pt>
                <c:pt idx="52457">
                  <c:v>24.25</c:v>
                </c:pt>
                <c:pt idx="52458">
                  <c:v>24.3</c:v>
                </c:pt>
                <c:pt idx="52459">
                  <c:v>24.3</c:v>
                </c:pt>
                <c:pt idx="52460">
                  <c:v>24.3</c:v>
                </c:pt>
                <c:pt idx="52461">
                  <c:v>24.3</c:v>
                </c:pt>
                <c:pt idx="52462">
                  <c:v>24.35</c:v>
                </c:pt>
                <c:pt idx="52463">
                  <c:v>24.35</c:v>
                </c:pt>
                <c:pt idx="52464">
                  <c:v>24.35</c:v>
                </c:pt>
                <c:pt idx="52465">
                  <c:v>24.4</c:v>
                </c:pt>
                <c:pt idx="52466">
                  <c:v>24.4</c:v>
                </c:pt>
                <c:pt idx="52467">
                  <c:v>24.4</c:v>
                </c:pt>
                <c:pt idx="52468">
                  <c:v>24.45</c:v>
                </c:pt>
                <c:pt idx="52469">
                  <c:v>24.45</c:v>
                </c:pt>
                <c:pt idx="52470">
                  <c:v>24.5</c:v>
                </c:pt>
                <c:pt idx="52471">
                  <c:v>24.5</c:v>
                </c:pt>
                <c:pt idx="52472">
                  <c:v>24.5</c:v>
                </c:pt>
                <c:pt idx="52473">
                  <c:v>24.5</c:v>
                </c:pt>
                <c:pt idx="52474">
                  <c:v>24.5</c:v>
                </c:pt>
                <c:pt idx="52475">
                  <c:v>24.45</c:v>
                </c:pt>
                <c:pt idx="52476">
                  <c:v>24.4</c:v>
                </c:pt>
                <c:pt idx="52477">
                  <c:v>24.35</c:v>
                </c:pt>
                <c:pt idx="52478">
                  <c:v>24.35</c:v>
                </c:pt>
                <c:pt idx="52479">
                  <c:v>24.3</c:v>
                </c:pt>
                <c:pt idx="52480">
                  <c:v>24.3</c:v>
                </c:pt>
                <c:pt idx="52481">
                  <c:v>24.25</c:v>
                </c:pt>
                <c:pt idx="52482">
                  <c:v>24.25</c:v>
                </c:pt>
                <c:pt idx="52483">
                  <c:v>24.25</c:v>
                </c:pt>
                <c:pt idx="52484">
                  <c:v>24.25</c:v>
                </c:pt>
                <c:pt idx="52485">
                  <c:v>24.25</c:v>
                </c:pt>
                <c:pt idx="52486">
                  <c:v>24.25</c:v>
                </c:pt>
                <c:pt idx="52487">
                  <c:v>24.25</c:v>
                </c:pt>
                <c:pt idx="52488">
                  <c:v>24.25</c:v>
                </c:pt>
                <c:pt idx="52489">
                  <c:v>24.25</c:v>
                </c:pt>
                <c:pt idx="52490">
                  <c:v>24.3</c:v>
                </c:pt>
                <c:pt idx="52491">
                  <c:v>24.3</c:v>
                </c:pt>
                <c:pt idx="52492">
                  <c:v>24.35</c:v>
                </c:pt>
                <c:pt idx="52493">
                  <c:v>24.35</c:v>
                </c:pt>
                <c:pt idx="52494">
                  <c:v>24.4</c:v>
                </c:pt>
                <c:pt idx="52495">
                  <c:v>24.4</c:v>
                </c:pt>
                <c:pt idx="52496">
                  <c:v>24.45</c:v>
                </c:pt>
                <c:pt idx="52497">
                  <c:v>24.45</c:v>
                </c:pt>
                <c:pt idx="52498">
                  <c:v>24.45</c:v>
                </c:pt>
                <c:pt idx="52499">
                  <c:v>24.5</c:v>
                </c:pt>
                <c:pt idx="52500">
                  <c:v>24.5</c:v>
                </c:pt>
                <c:pt idx="52501">
                  <c:v>24.5</c:v>
                </c:pt>
                <c:pt idx="52502">
                  <c:v>24.5</c:v>
                </c:pt>
                <c:pt idx="52503">
                  <c:v>24.5</c:v>
                </c:pt>
                <c:pt idx="52504">
                  <c:v>24.5</c:v>
                </c:pt>
                <c:pt idx="52505">
                  <c:v>24.5</c:v>
                </c:pt>
                <c:pt idx="52506">
                  <c:v>24.45</c:v>
                </c:pt>
                <c:pt idx="52507">
                  <c:v>24.4</c:v>
                </c:pt>
                <c:pt idx="52508">
                  <c:v>24.35</c:v>
                </c:pt>
                <c:pt idx="52509">
                  <c:v>24.35</c:v>
                </c:pt>
                <c:pt idx="52510">
                  <c:v>24.3</c:v>
                </c:pt>
                <c:pt idx="52511">
                  <c:v>24.3</c:v>
                </c:pt>
                <c:pt idx="52512">
                  <c:v>24.3</c:v>
                </c:pt>
                <c:pt idx="52513">
                  <c:v>24.3</c:v>
                </c:pt>
                <c:pt idx="52514">
                  <c:v>24.3</c:v>
                </c:pt>
                <c:pt idx="52515">
                  <c:v>24.25</c:v>
                </c:pt>
                <c:pt idx="52516">
                  <c:v>24.3</c:v>
                </c:pt>
                <c:pt idx="52517">
                  <c:v>24.3</c:v>
                </c:pt>
                <c:pt idx="52518">
                  <c:v>24.3</c:v>
                </c:pt>
                <c:pt idx="52519">
                  <c:v>24.3</c:v>
                </c:pt>
                <c:pt idx="52520">
                  <c:v>24.3</c:v>
                </c:pt>
                <c:pt idx="52521">
                  <c:v>24.35</c:v>
                </c:pt>
                <c:pt idx="52522">
                  <c:v>24.35</c:v>
                </c:pt>
                <c:pt idx="52523">
                  <c:v>24.35</c:v>
                </c:pt>
                <c:pt idx="52524">
                  <c:v>24.4</c:v>
                </c:pt>
                <c:pt idx="52525">
                  <c:v>24.4</c:v>
                </c:pt>
                <c:pt idx="52526">
                  <c:v>24.4</c:v>
                </c:pt>
                <c:pt idx="52527">
                  <c:v>24.45</c:v>
                </c:pt>
                <c:pt idx="52528">
                  <c:v>24.45</c:v>
                </c:pt>
                <c:pt idx="52529">
                  <c:v>24.5</c:v>
                </c:pt>
                <c:pt idx="52530">
                  <c:v>24.5</c:v>
                </c:pt>
                <c:pt idx="52531">
                  <c:v>24.5</c:v>
                </c:pt>
                <c:pt idx="52532">
                  <c:v>24.55</c:v>
                </c:pt>
                <c:pt idx="52533">
                  <c:v>24.55</c:v>
                </c:pt>
                <c:pt idx="52534">
                  <c:v>24.5</c:v>
                </c:pt>
                <c:pt idx="52535">
                  <c:v>24.5</c:v>
                </c:pt>
                <c:pt idx="52536">
                  <c:v>24.45</c:v>
                </c:pt>
                <c:pt idx="52537">
                  <c:v>24.4</c:v>
                </c:pt>
                <c:pt idx="52538">
                  <c:v>24.4</c:v>
                </c:pt>
                <c:pt idx="52539">
                  <c:v>24.35</c:v>
                </c:pt>
                <c:pt idx="52540">
                  <c:v>24.3</c:v>
                </c:pt>
                <c:pt idx="52541">
                  <c:v>24.3</c:v>
                </c:pt>
                <c:pt idx="52542">
                  <c:v>24.3</c:v>
                </c:pt>
                <c:pt idx="52543">
                  <c:v>24.25</c:v>
                </c:pt>
                <c:pt idx="52544">
                  <c:v>24.25</c:v>
                </c:pt>
                <c:pt idx="52545">
                  <c:v>24.25</c:v>
                </c:pt>
                <c:pt idx="52546">
                  <c:v>24.25</c:v>
                </c:pt>
                <c:pt idx="52547">
                  <c:v>24.3</c:v>
                </c:pt>
                <c:pt idx="52548">
                  <c:v>24.3</c:v>
                </c:pt>
                <c:pt idx="52549">
                  <c:v>24.3</c:v>
                </c:pt>
                <c:pt idx="52550">
                  <c:v>24.3</c:v>
                </c:pt>
                <c:pt idx="52551">
                  <c:v>24.3</c:v>
                </c:pt>
                <c:pt idx="52552">
                  <c:v>24.35</c:v>
                </c:pt>
                <c:pt idx="52553">
                  <c:v>24.35</c:v>
                </c:pt>
                <c:pt idx="52554">
                  <c:v>24.4</c:v>
                </c:pt>
                <c:pt idx="52555">
                  <c:v>24.4</c:v>
                </c:pt>
                <c:pt idx="52556">
                  <c:v>24.4</c:v>
                </c:pt>
                <c:pt idx="52557">
                  <c:v>24.45</c:v>
                </c:pt>
                <c:pt idx="52558">
                  <c:v>24.45</c:v>
                </c:pt>
                <c:pt idx="52559">
                  <c:v>24.5</c:v>
                </c:pt>
                <c:pt idx="52560">
                  <c:v>24.5</c:v>
                </c:pt>
                <c:pt idx="52561">
                  <c:v>24.5</c:v>
                </c:pt>
                <c:pt idx="52562">
                  <c:v>24.5</c:v>
                </c:pt>
                <c:pt idx="52563">
                  <c:v>24.5</c:v>
                </c:pt>
                <c:pt idx="52564">
                  <c:v>24.5</c:v>
                </c:pt>
                <c:pt idx="52565">
                  <c:v>24.45</c:v>
                </c:pt>
                <c:pt idx="52566">
                  <c:v>24.45</c:v>
                </c:pt>
                <c:pt idx="52567">
                  <c:v>24.4</c:v>
                </c:pt>
                <c:pt idx="52568">
                  <c:v>24.4</c:v>
                </c:pt>
                <c:pt idx="52569">
                  <c:v>24.35</c:v>
                </c:pt>
                <c:pt idx="52570">
                  <c:v>24.3</c:v>
                </c:pt>
                <c:pt idx="52571">
                  <c:v>24.3</c:v>
                </c:pt>
                <c:pt idx="52572">
                  <c:v>24.3</c:v>
                </c:pt>
                <c:pt idx="52573">
                  <c:v>24.3</c:v>
                </c:pt>
                <c:pt idx="52574">
                  <c:v>24.3</c:v>
                </c:pt>
                <c:pt idx="52575">
                  <c:v>24.3</c:v>
                </c:pt>
                <c:pt idx="52576">
                  <c:v>24.3</c:v>
                </c:pt>
                <c:pt idx="52577">
                  <c:v>24.3</c:v>
                </c:pt>
                <c:pt idx="52578">
                  <c:v>24.3</c:v>
                </c:pt>
                <c:pt idx="52579">
                  <c:v>24.3</c:v>
                </c:pt>
                <c:pt idx="52580">
                  <c:v>24.35</c:v>
                </c:pt>
                <c:pt idx="52581">
                  <c:v>24.35</c:v>
                </c:pt>
                <c:pt idx="52582">
                  <c:v>24.35</c:v>
                </c:pt>
                <c:pt idx="52583">
                  <c:v>24.35</c:v>
                </c:pt>
                <c:pt idx="52584">
                  <c:v>24.4</c:v>
                </c:pt>
                <c:pt idx="52585">
                  <c:v>24.4</c:v>
                </c:pt>
                <c:pt idx="52586">
                  <c:v>24.4</c:v>
                </c:pt>
                <c:pt idx="52587">
                  <c:v>24.4</c:v>
                </c:pt>
                <c:pt idx="52588">
                  <c:v>24.45</c:v>
                </c:pt>
                <c:pt idx="52589">
                  <c:v>24.45</c:v>
                </c:pt>
                <c:pt idx="52590">
                  <c:v>24.5</c:v>
                </c:pt>
                <c:pt idx="52591">
                  <c:v>24.5</c:v>
                </c:pt>
                <c:pt idx="52592">
                  <c:v>24.5</c:v>
                </c:pt>
                <c:pt idx="52593">
                  <c:v>24.5</c:v>
                </c:pt>
                <c:pt idx="52594">
                  <c:v>24.45</c:v>
                </c:pt>
                <c:pt idx="52595">
                  <c:v>24.45</c:v>
                </c:pt>
                <c:pt idx="52596">
                  <c:v>24.4</c:v>
                </c:pt>
                <c:pt idx="52597">
                  <c:v>24.35</c:v>
                </c:pt>
                <c:pt idx="52598">
                  <c:v>24.35</c:v>
                </c:pt>
                <c:pt idx="52599">
                  <c:v>24.3</c:v>
                </c:pt>
                <c:pt idx="52600">
                  <c:v>24.3</c:v>
                </c:pt>
                <c:pt idx="52601">
                  <c:v>24.25</c:v>
                </c:pt>
                <c:pt idx="52602">
                  <c:v>24.25</c:v>
                </c:pt>
                <c:pt idx="52603">
                  <c:v>24.25</c:v>
                </c:pt>
                <c:pt idx="52604">
                  <c:v>24.3</c:v>
                </c:pt>
                <c:pt idx="52605">
                  <c:v>24.3</c:v>
                </c:pt>
                <c:pt idx="52606">
                  <c:v>24.3</c:v>
                </c:pt>
                <c:pt idx="52607">
                  <c:v>24.3</c:v>
                </c:pt>
                <c:pt idx="52608">
                  <c:v>24.3</c:v>
                </c:pt>
                <c:pt idx="52609">
                  <c:v>24.3</c:v>
                </c:pt>
                <c:pt idx="52610">
                  <c:v>24.35</c:v>
                </c:pt>
                <c:pt idx="52611">
                  <c:v>24.35</c:v>
                </c:pt>
                <c:pt idx="52612">
                  <c:v>24.35</c:v>
                </c:pt>
                <c:pt idx="52613">
                  <c:v>24.35</c:v>
                </c:pt>
                <c:pt idx="52614">
                  <c:v>24.35</c:v>
                </c:pt>
                <c:pt idx="52615">
                  <c:v>24.4</c:v>
                </c:pt>
                <c:pt idx="52616">
                  <c:v>24.4</c:v>
                </c:pt>
                <c:pt idx="52617">
                  <c:v>24.4</c:v>
                </c:pt>
                <c:pt idx="52618">
                  <c:v>24.45</c:v>
                </c:pt>
                <c:pt idx="52619">
                  <c:v>24.45</c:v>
                </c:pt>
                <c:pt idx="52620">
                  <c:v>24.5</c:v>
                </c:pt>
                <c:pt idx="52621">
                  <c:v>24.5</c:v>
                </c:pt>
                <c:pt idx="52622">
                  <c:v>24.5</c:v>
                </c:pt>
                <c:pt idx="52623">
                  <c:v>24.5</c:v>
                </c:pt>
                <c:pt idx="52624">
                  <c:v>24.5</c:v>
                </c:pt>
                <c:pt idx="52625">
                  <c:v>24.45</c:v>
                </c:pt>
                <c:pt idx="52626">
                  <c:v>24.4</c:v>
                </c:pt>
                <c:pt idx="52627">
                  <c:v>24.35</c:v>
                </c:pt>
                <c:pt idx="52628">
                  <c:v>24.35</c:v>
                </c:pt>
                <c:pt idx="52629">
                  <c:v>24.3</c:v>
                </c:pt>
                <c:pt idx="52630">
                  <c:v>24.3</c:v>
                </c:pt>
                <c:pt idx="52631">
                  <c:v>24.25</c:v>
                </c:pt>
                <c:pt idx="52632">
                  <c:v>24.25</c:v>
                </c:pt>
                <c:pt idx="52633">
                  <c:v>24.25</c:v>
                </c:pt>
                <c:pt idx="52634">
                  <c:v>24.25</c:v>
                </c:pt>
                <c:pt idx="52635">
                  <c:v>24.25</c:v>
                </c:pt>
                <c:pt idx="52636">
                  <c:v>24.25</c:v>
                </c:pt>
                <c:pt idx="52637">
                  <c:v>24.25</c:v>
                </c:pt>
                <c:pt idx="52638">
                  <c:v>24.3</c:v>
                </c:pt>
                <c:pt idx="52639">
                  <c:v>24.3</c:v>
                </c:pt>
                <c:pt idx="52640">
                  <c:v>24.3</c:v>
                </c:pt>
                <c:pt idx="52641">
                  <c:v>24.3</c:v>
                </c:pt>
                <c:pt idx="52642">
                  <c:v>24.35</c:v>
                </c:pt>
                <c:pt idx="52643">
                  <c:v>24.35</c:v>
                </c:pt>
                <c:pt idx="52644">
                  <c:v>24.35</c:v>
                </c:pt>
                <c:pt idx="52645">
                  <c:v>24.4</c:v>
                </c:pt>
                <c:pt idx="52646">
                  <c:v>24.4</c:v>
                </c:pt>
                <c:pt idx="52647">
                  <c:v>24.4</c:v>
                </c:pt>
                <c:pt idx="52648">
                  <c:v>24.4</c:v>
                </c:pt>
                <c:pt idx="52649">
                  <c:v>24.45</c:v>
                </c:pt>
                <c:pt idx="52650">
                  <c:v>24.45</c:v>
                </c:pt>
                <c:pt idx="52651">
                  <c:v>24.45</c:v>
                </c:pt>
                <c:pt idx="52652">
                  <c:v>24.5</c:v>
                </c:pt>
                <c:pt idx="52653">
                  <c:v>24.5</c:v>
                </c:pt>
                <c:pt idx="52654">
                  <c:v>24.45</c:v>
                </c:pt>
                <c:pt idx="52655">
                  <c:v>24.45</c:v>
                </c:pt>
                <c:pt idx="52656">
                  <c:v>24.4</c:v>
                </c:pt>
                <c:pt idx="52657">
                  <c:v>24.35</c:v>
                </c:pt>
                <c:pt idx="52658">
                  <c:v>24.3</c:v>
                </c:pt>
                <c:pt idx="52659">
                  <c:v>24.3</c:v>
                </c:pt>
                <c:pt idx="52660">
                  <c:v>24.3</c:v>
                </c:pt>
                <c:pt idx="52661">
                  <c:v>24.25</c:v>
                </c:pt>
                <c:pt idx="52662">
                  <c:v>24.25</c:v>
                </c:pt>
                <c:pt idx="52663">
                  <c:v>24.25</c:v>
                </c:pt>
                <c:pt idx="52664">
                  <c:v>24.25</c:v>
                </c:pt>
                <c:pt idx="52665">
                  <c:v>24.25</c:v>
                </c:pt>
                <c:pt idx="52666">
                  <c:v>24.25</c:v>
                </c:pt>
                <c:pt idx="52667">
                  <c:v>24.25</c:v>
                </c:pt>
                <c:pt idx="52668">
                  <c:v>24.3</c:v>
                </c:pt>
                <c:pt idx="52669">
                  <c:v>24.3</c:v>
                </c:pt>
                <c:pt idx="52670">
                  <c:v>24.3</c:v>
                </c:pt>
                <c:pt idx="52671">
                  <c:v>24.35</c:v>
                </c:pt>
                <c:pt idx="52672">
                  <c:v>24.35</c:v>
                </c:pt>
                <c:pt idx="52673">
                  <c:v>24.35</c:v>
                </c:pt>
                <c:pt idx="52674">
                  <c:v>24.35</c:v>
                </c:pt>
                <c:pt idx="52675">
                  <c:v>24.4</c:v>
                </c:pt>
                <c:pt idx="52676">
                  <c:v>24.4</c:v>
                </c:pt>
                <c:pt idx="52677">
                  <c:v>24.45</c:v>
                </c:pt>
                <c:pt idx="52678">
                  <c:v>24.45</c:v>
                </c:pt>
                <c:pt idx="52679">
                  <c:v>24.45</c:v>
                </c:pt>
                <c:pt idx="52680">
                  <c:v>24.5</c:v>
                </c:pt>
                <c:pt idx="52681">
                  <c:v>24.5</c:v>
                </c:pt>
                <c:pt idx="52682">
                  <c:v>24.5</c:v>
                </c:pt>
                <c:pt idx="52683">
                  <c:v>24.5</c:v>
                </c:pt>
                <c:pt idx="52684">
                  <c:v>24.5</c:v>
                </c:pt>
                <c:pt idx="52685">
                  <c:v>24.5</c:v>
                </c:pt>
                <c:pt idx="52686">
                  <c:v>24.45</c:v>
                </c:pt>
                <c:pt idx="52687">
                  <c:v>24.4</c:v>
                </c:pt>
                <c:pt idx="52688">
                  <c:v>24.35</c:v>
                </c:pt>
                <c:pt idx="52689">
                  <c:v>24.35</c:v>
                </c:pt>
                <c:pt idx="52690">
                  <c:v>24.3</c:v>
                </c:pt>
                <c:pt idx="52691">
                  <c:v>24.3</c:v>
                </c:pt>
                <c:pt idx="52692">
                  <c:v>24.3</c:v>
                </c:pt>
                <c:pt idx="52693">
                  <c:v>24.3</c:v>
                </c:pt>
                <c:pt idx="52694">
                  <c:v>24.25</c:v>
                </c:pt>
                <c:pt idx="52695">
                  <c:v>24.25</c:v>
                </c:pt>
                <c:pt idx="52696">
                  <c:v>24.3</c:v>
                </c:pt>
                <c:pt idx="52697">
                  <c:v>24.25</c:v>
                </c:pt>
                <c:pt idx="52698">
                  <c:v>24.25</c:v>
                </c:pt>
                <c:pt idx="52699">
                  <c:v>24.3</c:v>
                </c:pt>
                <c:pt idx="52700">
                  <c:v>24.3</c:v>
                </c:pt>
                <c:pt idx="52701">
                  <c:v>24.3</c:v>
                </c:pt>
                <c:pt idx="52702">
                  <c:v>24.35</c:v>
                </c:pt>
                <c:pt idx="52703">
                  <c:v>24.35</c:v>
                </c:pt>
                <c:pt idx="52704">
                  <c:v>24.35</c:v>
                </c:pt>
                <c:pt idx="52705">
                  <c:v>24.4</c:v>
                </c:pt>
                <c:pt idx="52706">
                  <c:v>24.4</c:v>
                </c:pt>
                <c:pt idx="52707">
                  <c:v>24.45</c:v>
                </c:pt>
                <c:pt idx="52708">
                  <c:v>24.45</c:v>
                </c:pt>
                <c:pt idx="52709">
                  <c:v>24.5</c:v>
                </c:pt>
                <c:pt idx="52710">
                  <c:v>24.5</c:v>
                </c:pt>
                <c:pt idx="52711">
                  <c:v>24.5</c:v>
                </c:pt>
                <c:pt idx="52712">
                  <c:v>24.5</c:v>
                </c:pt>
                <c:pt idx="52713">
                  <c:v>24.5</c:v>
                </c:pt>
                <c:pt idx="52714">
                  <c:v>24.5</c:v>
                </c:pt>
                <c:pt idx="52715">
                  <c:v>24.5</c:v>
                </c:pt>
                <c:pt idx="52716">
                  <c:v>24.45</c:v>
                </c:pt>
                <c:pt idx="52717">
                  <c:v>24.4</c:v>
                </c:pt>
                <c:pt idx="52718">
                  <c:v>24.4</c:v>
                </c:pt>
                <c:pt idx="52719">
                  <c:v>24.35</c:v>
                </c:pt>
                <c:pt idx="52720">
                  <c:v>24.3</c:v>
                </c:pt>
                <c:pt idx="52721">
                  <c:v>24.3</c:v>
                </c:pt>
                <c:pt idx="52722">
                  <c:v>24.3</c:v>
                </c:pt>
                <c:pt idx="52723">
                  <c:v>24.3</c:v>
                </c:pt>
                <c:pt idx="52724">
                  <c:v>24.3</c:v>
                </c:pt>
                <c:pt idx="52725">
                  <c:v>24.3</c:v>
                </c:pt>
                <c:pt idx="52726">
                  <c:v>24.3</c:v>
                </c:pt>
                <c:pt idx="52727">
                  <c:v>24.3</c:v>
                </c:pt>
                <c:pt idx="52728">
                  <c:v>24.3</c:v>
                </c:pt>
                <c:pt idx="52729">
                  <c:v>24.35</c:v>
                </c:pt>
                <c:pt idx="52730">
                  <c:v>24.35</c:v>
                </c:pt>
                <c:pt idx="52731">
                  <c:v>24.35</c:v>
                </c:pt>
                <c:pt idx="52732">
                  <c:v>24.4</c:v>
                </c:pt>
                <c:pt idx="52733">
                  <c:v>24.4</c:v>
                </c:pt>
                <c:pt idx="52734">
                  <c:v>24.4</c:v>
                </c:pt>
                <c:pt idx="52735">
                  <c:v>24.4</c:v>
                </c:pt>
                <c:pt idx="52736">
                  <c:v>24.45</c:v>
                </c:pt>
                <c:pt idx="52737">
                  <c:v>24.45</c:v>
                </c:pt>
                <c:pt idx="52738">
                  <c:v>24.45</c:v>
                </c:pt>
                <c:pt idx="52739">
                  <c:v>24.5</c:v>
                </c:pt>
                <c:pt idx="52740">
                  <c:v>24.5</c:v>
                </c:pt>
                <c:pt idx="52741">
                  <c:v>24.5</c:v>
                </c:pt>
                <c:pt idx="52742">
                  <c:v>24.5</c:v>
                </c:pt>
                <c:pt idx="52743">
                  <c:v>24.5</c:v>
                </c:pt>
                <c:pt idx="52744">
                  <c:v>24.5</c:v>
                </c:pt>
                <c:pt idx="52745">
                  <c:v>24.45</c:v>
                </c:pt>
                <c:pt idx="52746">
                  <c:v>24.45</c:v>
                </c:pt>
                <c:pt idx="52747">
                  <c:v>24.4</c:v>
                </c:pt>
                <c:pt idx="52748">
                  <c:v>24.35</c:v>
                </c:pt>
                <c:pt idx="52749">
                  <c:v>24.35</c:v>
                </c:pt>
                <c:pt idx="52750">
                  <c:v>24.3</c:v>
                </c:pt>
                <c:pt idx="52751">
                  <c:v>24.3</c:v>
                </c:pt>
                <c:pt idx="52752">
                  <c:v>24.3</c:v>
                </c:pt>
                <c:pt idx="52753">
                  <c:v>24.3</c:v>
                </c:pt>
                <c:pt idx="52754">
                  <c:v>24.3</c:v>
                </c:pt>
                <c:pt idx="52755">
                  <c:v>24.3</c:v>
                </c:pt>
                <c:pt idx="52756">
                  <c:v>24.3</c:v>
                </c:pt>
                <c:pt idx="52757">
                  <c:v>24.35</c:v>
                </c:pt>
                <c:pt idx="52758">
                  <c:v>24.35</c:v>
                </c:pt>
                <c:pt idx="52759">
                  <c:v>24.35</c:v>
                </c:pt>
                <c:pt idx="52760">
                  <c:v>24.35</c:v>
                </c:pt>
                <c:pt idx="52761">
                  <c:v>24.35</c:v>
                </c:pt>
                <c:pt idx="52762">
                  <c:v>24.4</c:v>
                </c:pt>
                <c:pt idx="52763">
                  <c:v>24.4</c:v>
                </c:pt>
                <c:pt idx="52764">
                  <c:v>24.45</c:v>
                </c:pt>
                <c:pt idx="52765">
                  <c:v>24.45</c:v>
                </c:pt>
                <c:pt idx="52766">
                  <c:v>24.45</c:v>
                </c:pt>
                <c:pt idx="52767">
                  <c:v>24.5</c:v>
                </c:pt>
                <c:pt idx="52768">
                  <c:v>24.5</c:v>
                </c:pt>
                <c:pt idx="52769">
                  <c:v>24.5</c:v>
                </c:pt>
                <c:pt idx="52770">
                  <c:v>24.5</c:v>
                </c:pt>
                <c:pt idx="52771">
                  <c:v>24.5</c:v>
                </c:pt>
                <c:pt idx="52772">
                  <c:v>24.5</c:v>
                </c:pt>
                <c:pt idx="52773">
                  <c:v>24.5</c:v>
                </c:pt>
                <c:pt idx="52774">
                  <c:v>24.5</c:v>
                </c:pt>
                <c:pt idx="52775">
                  <c:v>24.45</c:v>
                </c:pt>
                <c:pt idx="52776">
                  <c:v>24.45</c:v>
                </c:pt>
                <c:pt idx="52777">
                  <c:v>24.4</c:v>
                </c:pt>
                <c:pt idx="52778">
                  <c:v>24.35</c:v>
                </c:pt>
                <c:pt idx="52779">
                  <c:v>24.35</c:v>
                </c:pt>
                <c:pt idx="52780">
                  <c:v>24.3</c:v>
                </c:pt>
                <c:pt idx="52781">
                  <c:v>24.3</c:v>
                </c:pt>
                <c:pt idx="52782">
                  <c:v>24.3</c:v>
                </c:pt>
                <c:pt idx="52783">
                  <c:v>24.3</c:v>
                </c:pt>
                <c:pt idx="52784">
                  <c:v>24.3</c:v>
                </c:pt>
                <c:pt idx="52785">
                  <c:v>24.3</c:v>
                </c:pt>
                <c:pt idx="52786">
                  <c:v>24.35</c:v>
                </c:pt>
                <c:pt idx="52787">
                  <c:v>24.35</c:v>
                </c:pt>
                <c:pt idx="52788">
                  <c:v>24.35</c:v>
                </c:pt>
                <c:pt idx="52789">
                  <c:v>24.35</c:v>
                </c:pt>
                <c:pt idx="52790">
                  <c:v>24.35</c:v>
                </c:pt>
                <c:pt idx="52791">
                  <c:v>24.35</c:v>
                </c:pt>
                <c:pt idx="52792">
                  <c:v>24.4</c:v>
                </c:pt>
                <c:pt idx="52793">
                  <c:v>24.4</c:v>
                </c:pt>
                <c:pt idx="52794">
                  <c:v>24.45</c:v>
                </c:pt>
                <c:pt idx="52795">
                  <c:v>24.45</c:v>
                </c:pt>
                <c:pt idx="52796">
                  <c:v>24.45</c:v>
                </c:pt>
                <c:pt idx="52797">
                  <c:v>24.45</c:v>
                </c:pt>
                <c:pt idx="52798">
                  <c:v>24.5</c:v>
                </c:pt>
                <c:pt idx="52799">
                  <c:v>24.5</c:v>
                </c:pt>
                <c:pt idx="52800">
                  <c:v>24.5</c:v>
                </c:pt>
                <c:pt idx="52801">
                  <c:v>24.5</c:v>
                </c:pt>
                <c:pt idx="52802">
                  <c:v>24.5</c:v>
                </c:pt>
                <c:pt idx="52803">
                  <c:v>24.5</c:v>
                </c:pt>
                <c:pt idx="52804">
                  <c:v>24.5</c:v>
                </c:pt>
                <c:pt idx="52805">
                  <c:v>24.45</c:v>
                </c:pt>
                <c:pt idx="52806">
                  <c:v>24.45</c:v>
                </c:pt>
                <c:pt idx="52807">
                  <c:v>24.4</c:v>
                </c:pt>
                <c:pt idx="52808">
                  <c:v>24.35</c:v>
                </c:pt>
                <c:pt idx="52809">
                  <c:v>24.3</c:v>
                </c:pt>
                <c:pt idx="52810">
                  <c:v>24.3</c:v>
                </c:pt>
                <c:pt idx="52811">
                  <c:v>24.3</c:v>
                </c:pt>
                <c:pt idx="52812">
                  <c:v>24.3</c:v>
                </c:pt>
                <c:pt idx="52813">
                  <c:v>24.25</c:v>
                </c:pt>
                <c:pt idx="52814">
                  <c:v>24.25</c:v>
                </c:pt>
                <c:pt idx="52815">
                  <c:v>24.3</c:v>
                </c:pt>
                <c:pt idx="52816">
                  <c:v>24.3</c:v>
                </c:pt>
                <c:pt idx="52817">
                  <c:v>24.3</c:v>
                </c:pt>
                <c:pt idx="52818">
                  <c:v>24.3</c:v>
                </c:pt>
                <c:pt idx="52819">
                  <c:v>24.3</c:v>
                </c:pt>
                <c:pt idx="52820">
                  <c:v>24.3</c:v>
                </c:pt>
                <c:pt idx="52821">
                  <c:v>24.35</c:v>
                </c:pt>
                <c:pt idx="52822">
                  <c:v>24.35</c:v>
                </c:pt>
                <c:pt idx="52823">
                  <c:v>24.4</c:v>
                </c:pt>
                <c:pt idx="52824">
                  <c:v>24.4</c:v>
                </c:pt>
                <c:pt idx="52825">
                  <c:v>24.4</c:v>
                </c:pt>
                <c:pt idx="52826">
                  <c:v>24.45</c:v>
                </c:pt>
                <c:pt idx="52827">
                  <c:v>24.45</c:v>
                </c:pt>
                <c:pt idx="52828">
                  <c:v>24.45</c:v>
                </c:pt>
                <c:pt idx="52829">
                  <c:v>24.45</c:v>
                </c:pt>
                <c:pt idx="52830">
                  <c:v>24.5</c:v>
                </c:pt>
                <c:pt idx="52831">
                  <c:v>24.5</c:v>
                </c:pt>
                <c:pt idx="52832">
                  <c:v>24.5</c:v>
                </c:pt>
                <c:pt idx="52833">
                  <c:v>24.5</c:v>
                </c:pt>
                <c:pt idx="52834">
                  <c:v>24.5</c:v>
                </c:pt>
                <c:pt idx="52835">
                  <c:v>24.45</c:v>
                </c:pt>
                <c:pt idx="52836">
                  <c:v>24.4</c:v>
                </c:pt>
                <c:pt idx="52837">
                  <c:v>24.4</c:v>
                </c:pt>
                <c:pt idx="52838">
                  <c:v>24.35</c:v>
                </c:pt>
                <c:pt idx="52839">
                  <c:v>24.35</c:v>
                </c:pt>
                <c:pt idx="52840">
                  <c:v>24.3</c:v>
                </c:pt>
                <c:pt idx="52841">
                  <c:v>24.3</c:v>
                </c:pt>
                <c:pt idx="52842">
                  <c:v>24.3</c:v>
                </c:pt>
                <c:pt idx="52843">
                  <c:v>24.3</c:v>
                </c:pt>
                <c:pt idx="52844">
                  <c:v>24.3</c:v>
                </c:pt>
                <c:pt idx="52845">
                  <c:v>24.3</c:v>
                </c:pt>
                <c:pt idx="52846">
                  <c:v>24.3</c:v>
                </c:pt>
                <c:pt idx="52847">
                  <c:v>24.3</c:v>
                </c:pt>
                <c:pt idx="52848">
                  <c:v>24.3</c:v>
                </c:pt>
                <c:pt idx="52849">
                  <c:v>24.3</c:v>
                </c:pt>
                <c:pt idx="52850">
                  <c:v>24.35</c:v>
                </c:pt>
                <c:pt idx="52851">
                  <c:v>24.35</c:v>
                </c:pt>
                <c:pt idx="52852">
                  <c:v>24.35</c:v>
                </c:pt>
                <c:pt idx="52853">
                  <c:v>24.35</c:v>
                </c:pt>
                <c:pt idx="52854">
                  <c:v>24.4</c:v>
                </c:pt>
                <c:pt idx="52855">
                  <c:v>24.4</c:v>
                </c:pt>
                <c:pt idx="52856">
                  <c:v>24.45</c:v>
                </c:pt>
                <c:pt idx="52857">
                  <c:v>24.45</c:v>
                </c:pt>
                <c:pt idx="52858">
                  <c:v>24.5</c:v>
                </c:pt>
                <c:pt idx="52859">
                  <c:v>24.5</c:v>
                </c:pt>
                <c:pt idx="52860">
                  <c:v>24.5</c:v>
                </c:pt>
                <c:pt idx="52861">
                  <c:v>24.5</c:v>
                </c:pt>
                <c:pt idx="52862">
                  <c:v>24.5</c:v>
                </c:pt>
                <c:pt idx="52863">
                  <c:v>24.5</c:v>
                </c:pt>
                <c:pt idx="52864">
                  <c:v>24.5</c:v>
                </c:pt>
                <c:pt idx="52865">
                  <c:v>24.5</c:v>
                </c:pt>
                <c:pt idx="52866">
                  <c:v>24.45</c:v>
                </c:pt>
                <c:pt idx="52867">
                  <c:v>24.4</c:v>
                </c:pt>
                <c:pt idx="52868">
                  <c:v>24.35</c:v>
                </c:pt>
                <c:pt idx="52869">
                  <c:v>24.3</c:v>
                </c:pt>
                <c:pt idx="52870">
                  <c:v>24.3</c:v>
                </c:pt>
                <c:pt idx="52871">
                  <c:v>24.25</c:v>
                </c:pt>
                <c:pt idx="52872">
                  <c:v>24.25</c:v>
                </c:pt>
                <c:pt idx="52873">
                  <c:v>24.25</c:v>
                </c:pt>
                <c:pt idx="52874">
                  <c:v>24.25</c:v>
                </c:pt>
                <c:pt idx="52875">
                  <c:v>24.25</c:v>
                </c:pt>
                <c:pt idx="52876">
                  <c:v>24.25</c:v>
                </c:pt>
                <c:pt idx="52877">
                  <c:v>24.25</c:v>
                </c:pt>
                <c:pt idx="52878">
                  <c:v>24.3</c:v>
                </c:pt>
                <c:pt idx="52879">
                  <c:v>24.3</c:v>
                </c:pt>
                <c:pt idx="52880">
                  <c:v>24.3</c:v>
                </c:pt>
                <c:pt idx="52881">
                  <c:v>24.35</c:v>
                </c:pt>
                <c:pt idx="52882">
                  <c:v>24.35</c:v>
                </c:pt>
                <c:pt idx="52883">
                  <c:v>24.4</c:v>
                </c:pt>
                <c:pt idx="52884">
                  <c:v>24.4</c:v>
                </c:pt>
                <c:pt idx="52885">
                  <c:v>24.4</c:v>
                </c:pt>
                <c:pt idx="52886">
                  <c:v>24.4</c:v>
                </c:pt>
                <c:pt idx="52887">
                  <c:v>24.45</c:v>
                </c:pt>
                <c:pt idx="52888">
                  <c:v>24.5</c:v>
                </c:pt>
                <c:pt idx="52889">
                  <c:v>24.5</c:v>
                </c:pt>
                <c:pt idx="52890">
                  <c:v>24.5</c:v>
                </c:pt>
                <c:pt idx="52891">
                  <c:v>24.55</c:v>
                </c:pt>
                <c:pt idx="52892">
                  <c:v>24.5</c:v>
                </c:pt>
                <c:pt idx="52893">
                  <c:v>24.5</c:v>
                </c:pt>
                <c:pt idx="52894">
                  <c:v>24.5</c:v>
                </c:pt>
                <c:pt idx="52895">
                  <c:v>24.5</c:v>
                </c:pt>
                <c:pt idx="52896">
                  <c:v>24.4</c:v>
                </c:pt>
                <c:pt idx="52897">
                  <c:v>24.4</c:v>
                </c:pt>
                <c:pt idx="52898">
                  <c:v>24.35</c:v>
                </c:pt>
                <c:pt idx="52899">
                  <c:v>24.3</c:v>
                </c:pt>
                <c:pt idx="52900">
                  <c:v>24.3</c:v>
                </c:pt>
                <c:pt idx="52901">
                  <c:v>24.3</c:v>
                </c:pt>
                <c:pt idx="52902">
                  <c:v>24.25</c:v>
                </c:pt>
                <c:pt idx="52903">
                  <c:v>24.25</c:v>
                </c:pt>
                <c:pt idx="52904">
                  <c:v>24.25</c:v>
                </c:pt>
                <c:pt idx="52905">
                  <c:v>24.25</c:v>
                </c:pt>
                <c:pt idx="52906">
                  <c:v>24.25</c:v>
                </c:pt>
                <c:pt idx="52907">
                  <c:v>24.3</c:v>
                </c:pt>
                <c:pt idx="52908">
                  <c:v>24.3</c:v>
                </c:pt>
                <c:pt idx="52909">
                  <c:v>24.3</c:v>
                </c:pt>
                <c:pt idx="52910">
                  <c:v>24.35</c:v>
                </c:pt>
                <c:pt idx="52911">
                  <c:v>24.35</c:v>
                </c:pt>
                <c:pt idx="52912">
                  <c:v>24.35</c:v>
                </c:pt>
                <c:pt idx="52913">
                  <c:v>24.35</c:v>
                </c:pt>
                <c:pt idx="52914">
                  <c:v>24.4</c:v>
                </c:pt>
                <c:pt idx="52915">
                  <c:v>24.45</c:v>
                </c:pt>
                <c:pt idx="52916">
                  <c:v>24.45</c:v>
                </c:pt>
                <c:pt idx="52917">
                  <c:v>24.45</c:v>
                </c:pt>
                <c:pt idx="52918">
                  <c:v>24.5</c:v>
                </c:pt>
                <c:pt idx="52919">
                  <c:v>24.5</c:v>
                </c:pt>
                <c:pt idx="52920">
                  <c:v>24.5</c:v>
                </c:pt>
                <c:pt idx="52921">
                  <c:v>24.5</c:v>
                </c:pt>
                <c:pt idx="52922">
                  <c:v>24.5</c:v>
                </c:pt>
                <c:pt idx="52923">
                  <c:v>24.5</c:v>
                </c:pt>
                <c:pt idx="52924">
                  <c:v>24.5</c:v>
                </c:pt>
                <c:pt idx="52925">
                  <c:v>24.45</c:v>
                </c:pt>
                <c:pt idx="52926">
                  <c:v>24.4</c:v>
                </c:pt>
                <c:pt idx="52927">
                  <c:v>24.35</c:v>
                </c:pt>
                <c:pt idx="52928">
                  <c:v>24.3</c:v>
                </c:pt>
                <c:pt idx="52929">
                  <c:v>24.3</c:v>
                </c:pt>
                <c:pt idx="52930">
                  <c:v>24.25</c:v>
                </c:pt>
                <c:pt idx="52931">
                  <c:v>24.25</c:v>
                </c:pt>
                <c:pt idx="52932">
                  <c:v>24.2</c:v>
                </c:pt>
                <c:pt idx="52933">
                  <c:v>24.2</c:v>
                </c:pt>
                <c:pt idx="52934">
                  <c:v>24.2</c:v>
                </c:pt>
                <c:pt idx="52935">
                  <c:v>24.2</c:v>
                </c:pt>
                <c:pt idx="52936">
                  <c:v>24.2</c:v>
                </c:pt>
                <c:pt idx="52937">
                  <c:v>24.25</c:v>
                </c:pt>
                <c:pt idx="52938">
                  <c:v>24.25</c:v>
                </c:pt>
                <c:pt idx="52939">
                  <c:v>24.25</c:v>
                </c:pt>
                <c:pt idx="52940">
                  <c:v>24.25</c:v>
                </c:pt>
                <c:pt idx="52941">
                  <c:v>24.3</c:v>
                </c:pt>
                <c:pt idx="52942">
                  <c:v>24.3</c:v>
                </c:pt>
                <c:pt idx="52943">
                  <c:v>24.3</c:v>
                </c:pt>
                <c:pt idx="52944">
                  <c:v>24.35</c:v>
                </c:pt>
                <c:pt idx="52945">
                  <c:v>24.35</c:v>
                </c:pt>
                <c:pt idx="52946">
                  <c:v>24.35</c:v>
                </c:pt>
                <c:pt idx="52947">
                  <c:v>24.4</c:v>
                </c:pt>
                <c:pt idx="52948">
                  <c:v>24.45</c:v>
                </c:pt>
                <c:pt idx="52949">
                  <c:v>24.45</c:v>
                </c:pt>
                <c:pt idx="52950">
                  <c:v>24.45</c:v>
                </c:pt>
                <c:pt idx="52951">
                  <c:v>24.5</c:v>
                </c:pt>
                <c:pt idx="52952">
                  <c:v>24.5</c:v>
                </c:pt>
                <c:pt idx="52953">
                  <c:v>24.5</c:v>
                </c:pt>
                <c:pt idx="52954">
                  <c:v>24.5</c:v>
                </c:pt>
                <c:pt idx="52955">
                  <c:v>24.45</c:v>
                </c:pt>
                <c:pt idx="52956">
                  <c:v>24.45</c:v>
                </c:pt>
                <c:pt idx="52957">
                  <c:v>24.4</c:v>
                </c:pt>
                <c:pt idx="52958">
                  <c:v>24.4</c:v>
                </c:pt>
                <c:pt idx="52959">
                  <c:v>24.3</c:v>
                </c:pt>
                <c:pt idx="52960">
                  <c:v>24.3</c:v>
                </c:pt>
                <c:pt idx="52961">
                  <c:v>24.3</c:v>
                </c:pt>
                <c:pt idx="52962">
                  <c:v>24.25</c:v>
                </c:pt>
                <c:pt idx="52963">
                  <c:v>24.25</c:v>
                </c:pt>
                <c:pt idx="52964">
                  <c:v>24.25</c:v>
                </c:pt>
                <c:pt idx="52965">
                  <c:v>24.25</c:v>
                </c:pt>
                <c:pt idx="52966">
                  <c:v>24.25</c:v>
                </c:pt>
                <c:pt idx="52967">
                  <c:v>24.25</c:v>
                </c:pt>
                <c:pt idx="52968">
                  <c:v>24.25</c:v>
                </c:pt>
                <c:pt idx="52969">
                  <c:v>24.25</c:v>
                </c:pt>
                <c:pt idx="52970">
                  <c:v>24.25</c:v>
                </c:pt>
                <c:pt idx="52971">
                  <c:v>24.3</c:v>
                </c:pt>
                <c:pt idx="52972">
                  <c:v>24.3</c:v>
                </c:pt>
                <c:pt idx="52973">
                  <c:v>24.3</c:v>
                </c:pt>
                <c:pt idx="52974">
                  <c:v>24.35</c:v>
                </c:pt>
                <c:pt idx="52975">
                  <c:v>24.35</c:v>
                </c:pt>
                <c:pt idx="52976">
                  <c:v>24.4</c:v>
                </c:pt>
                <c:pt idx="52977">
                  <c:v>24.4</c:v>
                </c:pt>
                <c:pt idx="52978">
                  <c:v>24.4</c:v>
                </c:pt>
                <c:pt idx="52979">
                  <c:v>24.45</c:v>
                </c:pt>
                <c:pt idx="52980">
                  <c:v>24.5</c:v>
                </c:pt>
                <c:pt idx="52981">
                  <c:v>24.5</c:v>
                </c:pt>
                <c:pt idx="52982">
                  <c:v>24.5</c:v>
                </c:pt>
                <c:pt idx="52983">
                  <c:v>24.5</c:v>
                </c:pt>
                <c:pt idx="52984">
                  <c:v>24.5</c:v>
                </c:pt>
                <c:pt idx="52985">
                  <c:v>24.45</c:v>
                </c:pt>
                <c:pt idx="52986">
                  <c:v>24.4</c:v>
                </c:pt>
                <c:pt idx="52987">
                  <c:v>24.35</c:v>
                </c:pt>
                <c:pt idx="52988">
                  <c:v>24.35</c:v>
                </c:pt>
                <c:pt idx="52989">
                  <c:v>24.3</c:v>
                </c:pt>
                <c:pt idx="52990">
                  <c:v>24.3</c:v>
                </c:pt>
                <c:pt idx="52991">
                  <c:v>24.25</c:v>
                </c:pt>
                <c:pt idx="52992">
                  <c:v>24.25</c:v>
                </c:pt>
                <c:pt idx="52993">
                  <c:v>24.25</c:v>
                </c:pt>
                <c:pt idx="52994">
                  <c:v>24.25</c:v>
                </c:pt>
                <c:pt idx="52995">
                  <c:v>24.25</c:v>
                </c:pt>
                <c:pt idx="52996">
                  <c:v>24.25</c:v>
                </c:pt>
                <c:pt idx="52997">
                  <c:v>24.25</c:v>
                </c:pt>
                <c:pt idx="52998">
                  <c:v>24.25</c:v>
                </c:pt>
                <c:pt idx="52999">
                  <c:v>24.25</c:v>
                </c:pt>
                <c:pt idx="53000">
                  <c:v>24.3</c:v>
                </c:pt>
                <c:pt idx="53001">
                  <c:v>24.3</c:v>
                </c:pt>
                <c:pt idx="53002">
                  <c:v>24.3</c:v>
                </c:pt>
                <c:pt idx="53003">
                  <c:v>24.3</c:v>
                </c:pt>
                <c:pt idx="53004">
                  <c:v>24.35</c:v>
                </c:pt>
                <c:pt idx="53005">
                  <c:v>24.35</c:v>
                </c:pt>
                <c:pt idx="53006">
                  <c:v>24.4</c:v>
                </c:pt>
                <c:pt idx="53007">
                  <c:v>24.4</c:v>
                </c:pt>
                <c:pt idx="53008">
                  <c:v>24.45</c:v>
                </c:pt>
                <c:pt idx="53009">
                  <c:v>24.5</c:v>
                </c:pt>
                <c:pt idx="53010">
                  <c:v>24.5</c:v>
                </c:pt>
                <c:pt idx="53011">
                  <c:v>24.5</c:v>
                </c:pt>
                <c:pt idx="53012">
                  <c:v>24.5</c:v>
                </c:pt>
                <c:pt idx="53013">
                  <c:v>24.5</c:v>
                </c:pt>
                <c:pt idx="53014">
                  <c:v>24.5</c:v>
                </c:pt>
                <c:pt idx="53015">
                  <c:v>24.5</c:v>
                </c:pt>
                <c:pt idx="53016">
                  <c:v>24.45</c:v>
                </c:pt>
                <c:pt idx="53017">
                  <c:v>24.4</c:v>
                </c:pt>
                <c:pt idx="53018">
                  <c:v>24.35</c:v>
                </c:pt>
                <c:pt idx="53019">
                  <c:v>24.35</c:v>
                </c:pt>
                <c:pt idx="53020">
                  <c:v>24.3</c:v>
                </c:pt>
                <c:pt idx="53021">
                  <c:v>24.3</c:v>
                </c:pt>
                <c:pt idx="53022">
                  <c:v>24.3</c:v>
                </c:pt>
                <c:pt idx="53023">
                  <c:v>24.3</c:v>
                </c:pt>
                <c:pt idx="53024">
                  <c:v>24.3</c:v>
                </c:pt>
                <c:pt idx="53025">
                  <c:v>24.3</c:v>
                </c:pt>
                <c:pt idx="53026">
                  <c:v>24.3</c:v>
                </c:pt>
                <c:pt idx="53027">
                  <c:v>24.3</c:v>
                </c:pt>
                <c:pt idx="53028">
                  <c:v>24.3</c:v>
                </c:pt>
                <c:pt idx="53029">
                  <c:v>24.3</c:v>
                </c:pt>
                <c:pt idx="53030">
                  <c:v>24.3</c:v>
                </c:pt>
                <c:pt idx="53031">
                  <c:v>24.3</c:v>
                </c:pt>
                <c:pt idx="53032">
                  <c:v>24.3</c:v>
                </c:pt>
                <c:pt idx="53033">
                  <c:v>24.3</c:v>
                </c:pt>
                <c:pt idx="53034">
                  <c:v>24.35</c:v>
                </c:pt>
                <c:pt idx="53035">
                  <c:v>24.35</c:v>
                </c:pt>
                <c:pt idx="53036">
                  <c:v>24.4</c:v>
                </c:pt>
                <c:pt idx="53037">
                  <c:v>24.4</c:v>
                </c:pt>
                <c:pt idx="53038">
                  <c:v>24.45</c:v>
                </c:pt>
                <c:pt idx="53039">
                  <c:v>24.5</c:v>
                </c:pt>
                <c:pt idx="53040">
                  <c:v>24.5</c:v>
                </c:pt>
                <c:pt idx="53041">
                  <c:v>24.5</c:v>
                </c:pt>
                <c:pt idx="53042">
                  <c:v>24.5</c:v>
                </c:pt>
                <c:pt idx="53043">
                  <c:v>24.5</c:v>
                </c:pt>
                <c:pt idx="53044">
                  <c:v>24.5</c:v>
                </c:pt>
                <c:pt idx="53045">
                  <c:v>24.45</c:v>
                </c:pt>
                <c:pt idx="53046">
                  <c:v>24.4</c:v>
                </c:pt>
                <c:pt idx="53047">
                  <c:v>24.35</c:v>
                </c:pt>
                <c:pt idx="53048">
                  <c:v>24.35</c:v>
                </c:pt>
                <c:pt idx="53049">
                  <c:v>24.3</c:v>
                </c:pt>
                <c:pt idx="53050">
                  <c:v>24.25</c:v>
                </c:pt>
                <c:pt idx="53051">
                  <c:v>24.25</c:v>
                </c:pt>
                <c:pt idx="53052">
                  <c:v>24.25</c:v>
                </c:pt>
                <c:pt idx="53053">
                  <c:v>24.25</c:v>
                </c:pt>
                <c:pt idx="53054">
                  <c:v>24.25</c:v>
                </c:pt>
                <c:pt idx="53055">
                  <c:v>24.25</c:v>
                </c:pt>
                <c:pt idx="53056">
                  <c:v>24.25</c:v>
                </c:pt>
                <c:pt idx="53057">
                  <c:v>24.25</c:v>
                </c:pt>
                <c:pt idx="53058">
                  <c:v>24.25</c:v>
                </c:pt>
                <c:pt idx="53059">
                  <c:v>24.25</c:v>
                </c:pt>
                <c:pt idx="53060">
                  <c:v>24.3</c:v>
                </c:pt>
                <c:pt idx="53061">
                  <c:v>24.3</c:v>
                </c:pt>
                <c:pt idx="53062">
                  <c:v>24.35</c:v>
                </c:pt>
                <c:pt idx="53063">
                  <c:v>24.35</c:v>
                </c:pt>
                <c:pt idx="53064">
                  <c:v>24.35</c:v>
                </c:pt>
                <c:pt idx="53065">
                  <c:v>24.4</c:v>
                </c:pt>
                <c:pt idx="53066">
                  <c:v>24.4</c:v>
                </c:pt>
                <c:pt idx="53067">
                  <c:v>24.45</c:v>
                </c:pt>
                <c:pt idx="53068">
                  <c:v>24.45</c:v>
                </c:pt>
                <c:pt idx="53069">
                  <c:v>24.45</c:v>
                </c:pt>
                <c:pt idx="53070">
                  <c:v>24.5</c:v>
                </c:pt>
                <c:pt idx="53071">
                  <c:v>24.5</c:v>
                </c:pt>
                <c:pt idx="53072">
                  <c:v>24.5</c:v>
                </c:pt>
                <c:pt idx="53073">
                  <c:v>24.5</c:v>
                </c:pt>
                <c:pt idx="53074">
                  <c:v>24.5</c:v>
                </c:pt>
                <c:pt idx="53075">
                  <c:v>24.5</c:v>
                </c:pt>
                <c:pt idx="53076">
                  <c:v>24.4</c:v>
                </c:pt>
                <c:pt idx="53077">
                  <c:v>24.4</c:v>
                </c:pt>
                <c:pt idx="53078">
                  <c:v>24.35</c:v>
                </c:pt>
                <c:pt idx="53079">
                  <c:v>24.35</c:v>
                </c:pt>
                <c:pt idx="53080">
                  <c:v>24.3</c:v>
                </c:pt>
                <c:pt idx="53081">
                  <c:v>24.3</c:v>
                </c:pt>
                <c:pt idx="53082">
                  <c:v>24.25</c:v>
                </c:pt>
                <c:pt idx="53083">
                  <c:v>24.25</c:v>
                </c:pt>
                <c:pt idx="53084">
                  <c:v>24.25</c:v>
                </c:pt>
                <c:pt idx="53085">
                  <c:v>24.25</c:v>
                </c:pt>
                <c:pt idx="53086">
                  <c:v>24.25</c:v>
                </c:pt>
                <c:pt idx="53087">
                  <c:v>24.25</c:v>
                </c:pt>
                <c:pt idx="53088">
                  <c:v>24.25</c:v>
                </c:pt>
                <c:pt idx="53089">
                  <c:v>24.25</c:v>
                </c:pt>
                <c:pt idx="53090">
                  <c:v>24.3</c:v>
                </c:pt>
                <c:pt idx="53091">
                  <c:v>24.3</c:v>
                </c:pt>
                <c:pt idx="53092">
                  <c:v>24.3</c:v>
                </c:pt>
                <c:pt idx="53093">
                  <c:v>24.3</c:v>
                </c:pt>
                <c:pt idx="53094">
                  <c:v>24.35</c:v>
                </c:pt>
                <c:pt idx="53095">
                  <c:v>24.35</c:v>
                </c:pt>
                <c:pt idx="53096">
                  <c:v>24.4</c:v>
                </c:pt>
                <c:pt idx="53097">
                  <c:v>24.4</c:v>
                </c:pt>
                <c:pt idx="53098">
                  <c:v>24.45</c:v>
                </c:pt>
                <c:pt idx="53099">
                  <c:v>24.45</c:v>
                </c:pt>
                <c:pt idx="53100">
                  <c:v>24.5</c:v>
                </c:pt>
                <c:pt idx="53101">
                  <c:v>24.5</c:v>
                </c:pt>
                <c:pt idx="53102">
                  <c:v>24.5</c:v>
                </c:pt>
                <c:pt idx="53103">
                  <c:v>24.5</c:v>
                </c:pt>
                <c:pt idx="53104">
                  <c:v>24.5</c:v>
                </c:pt>
                <c:pt idx="53105">
                  <c:v>24.45</c:v>
                </c:pt>
                <c:pt idx="53106">
                  <c:v>24.45</c:v>
                </c:pt>
                <c:pt idx="53107">
                  <c:v>24.4</c:v>
                </c:pt>
                <c:pt idx="53108">
                  <c:v>24.35</c:v>
                </c:pt>
                <c:pt idx="53109">
                  <c:v>24.3</c:v>
                </c:pt>
                <c:pt idx="53110">
                  <c:v>24.3</c:v>
                </c:pt>
                <c:pt idx="53111">
                  <c:v>24.3</c:v>
                </c:pt>
                <c:pt idx="53112">
                  <c:v>24.3</c:v>
                </c:pt>
                <c:pt idx="53113">
                  <c:v>24.3</c:v>
                </c:pt>
                <c:pt idx="53114">
                  <c:v>24.3</c:v>
                </c:pt>
                <c:pt idx="53115">
                  <c:v>24.3</c:v>
                </c:pt>
                <c:pt idx="53116">
                  <c:v>24.3</c:v>
                </c:pt>
                <c:pt idx="53117">
                  <c:v>24.3</c:v>
                </c:pt>
                <c:pt idx="53118">
                  <c:v>24.3</c:v>
                </c:pt>
                <c:pt idx="53119">
                  <c:v>24.35</c:v>
                </c:pt>
                <c:pt idx="53120">
                  <c:v>24.35</c:v>
                </c:pt>
                <c:pt idx="53121">
                  <c:v>24.35</c:v>
                </c:pt>
                <c:pt idx="53122">
                  <c:v>24.35</c:v>
                </c:pt>
                <c:pt idx="53123">
                  <c:v>24.4</c:v>
                </c:pt>
                <c:pt idx="53124">
                  <c:v>24.4</c:v>
                </c:pt>
                <c:pt idx="53125">
                  <c:v>24.4</c:v>
                </c:pt>
                <c:pt idx="53126">
                  <c:v>24.45</c:v>
                </c:pt>
                <c:pt idx="53127">
                  <c:v>24.45</c:v>
                </c:pt>
                <c:pt idx="53128">
                  <c:v>24.45</c:v>
                </c:pt>
                <c:pt idx="53129">
                  <c:v>24.5</c:v>
                </c:pt>
                <c:pt idx="53130">
                  <c:v>24.5</c:v>
                </c:pt>
                <c:pt idx="53131">
                  <c:v>24.5</c:v>
                </c:pt>
                <c:pt idx="53132">
                  <c:v>24.5</c:v>
                </c:pt>
                <c:pt idx="53133">
                  <c:v>24.5</c:v>
                </c:pt>
                <c:pt idx="53134">
                  <c:v>24.5</c:v>
                </c:pt>
                <c:pt idx="53135">
                  <c:v>24.45</c:v>
                </c:pt>
                <c:pt idx="53136">
                  <c:v>24.45</c:v>
                </c:pt>
                <c:pt idx="53137">
                  <c:v>24.4</c:v>
                </c:pt>
                <c:pt idx="53138">
                  <c:v>24.35</c:v>
                </c:pt>
                <c:pt idx="53139">
                  <c:v>24.3</c:v>
                </c:pt>
                <c:pt idx="53140">
                  <c:v>24.3</c:v>
                </c:pt>
                <c:pt idx="53141">
                  <c:v>24.25</c:v>
                </c:pt>
                <c:pt idx="53142">
                  <c:v>24.25</c:v>
                </c:pt>
                <c:pt idx="53143">
                  <c:v>24.25</c:v>
                </c:pt>
                <c:pt idx="53144">
                  <c:v>24.25</c:v>
                </c:pt>
                <c:pt idx="53145">
                  <c:v>24.25</c:v>
                </c:pt>
                <c:pt idx="53146">
                  <c:v>24.25</c:v>
                </c:pt>
                <c:pt idx="53147">
                  <c:v>24.25</c:v>
                </c:pt>
                <c:pt idx="53148">
                  <c:v>24.3</c:v>
                </c:pt>
                <c:pt idx="53149">
                  <c:v>24.3</c:v>
                </c:pt>
                <c:pt idx="53150">
                  <c:v>24.3</c:v>
                </c:pt>
                <c:pt idx="53151">
                  <c:v>24.3</c:v>
                </c:pt>
                <c:pt idx="53152">
                  <c:v>24.35</c:v>
                </c:pt>
                <c:pt idx="53153">
                  <c:v>24.35</c:v>
                </c:pt>
                <c:pt idx="53154">
                  <c:v>24.4</c:v>
                </c:pt>
                <c:pt idx="53155">
                  <c:v>24.4</c:v>
                </c:pt>
                <c:pt idx="53156">
                  <c:v>24.4</c:v>
                </c:pt>
                <c:pt idx="53157">
                  <c:v>24.45</c:v>
                </c:pt>
                <c:pt idx="53158">
                  <c:v>24.45</c:v>
                </c:pt>
                <c:pt idx="53159">
                  <c:v>24.45</c:v>
                </c:pt>
                <c:pt idx="53160">
                  <c:v>24.5</c:v>
                </c:pt>
                <c:pt idx="53161">
                  <c:v>24.5</c:v>
                </c:pt>
                <c:pt idx="53162">
                  <c:v>24.5</c:v>
                </c:pt>
                <c:pt idx="53163">
                  <c:v>24.5</c:v>
                </c:pt>
                <c:pt idx="53164">
                  <c:v>24.5</c:v>
                </c:pt>
                <c:pt idx="53165">
                  <c:v>24.45</c:v>
                </c:pt>
                <c:pt idx="53166">
                  <c:v>24.4</c:v>
                </c:pt>
                <c:pt idx="53167">
                  <c:v>24.35</c:v>
                </c:pt>
                <c:pt idx="53168">
                  <c:v>24.35</c:v>
                </c:pt>
                <c:pt idx="53169">
                  <c:v>24.3</c:v>
                </c:pt>
                <c:pt idx="53170">
                  <c:v>24.3</c:v>
                </c:pt>
                <c:pt idx="53171">
                  <c:v>24.25</c:v>
                </c:pt>
                <c:pt idx="53172">
                  <c:v>24.25</c:v>
                </c:pt>
                <c:pt idx="53173">
                  <c:v>24.25</c:v>
                </c:pt>
                <c:pt idx="53174">
                  <c:v>24.25</c:v>
                </c:pt>
                <c:pt idx="53175">
                  <c:v>24.25</c:v>
                </c:pt>
                <c:pt idx="53176">
                  <c:v>24.25</c:v>
                </c:pt>
                <c:pt idx="53177">
                  <c:v>24.3</c:v>
                </c:pt>
                <c:pt idx="53178">
                  <c:v>24.3</c:v>
                </c:pt>
                <c:pt idx="53179">
                  <c:v>24.3</c:v>
                </c:pt>
                <c:pt idx="53180">
                  <c:v>24.3</c:v>
                </c:pt>
                <c:pt idx="53181">
                  <c:v>24.35</c:v>
                </c:pt>
                <c:pt idx="53182">
                  <c:v>24.35</c:v>
                </c:pt>
                <c:pt idx="53183">
                  <c:v>24.35</c:v>
                </c:pt>
                <c:pt idx="53184">
                  <c:v>24.4</c:v>
                </c:pt>
                <c:pt idx="53185">
                  <c:v>24.4</c:v>
                </c:pt>
                <c:pt idx="53186">
                  <c:v>24.4</c:v>
                </c:pt>
                <c:pt idx="53187">
                  <c:v>24.4</c:v>
                </c:pt>
                <c:pt idx="53188">
                  <c:v>24.4</c:v>
                </c:pt>
                <c:pt idx="53189">
                  <c:v>24.45</c:v>
                </c:pt>
                <c:pt idx="53190">
                  <c:v>24.45</c:v>
                </c:pt>
                <c:pt idx="53191">
                  <c:v>24.45</c:v>
                </c:pt>
                <c:pt idx="53192">
                  <c:v>24.5</c:v>
                </c:pt>
                <c:pt idx="53193">
                  <c:v>24.5</c:v>
                </c:pt>
                <c:pt idx="53194">
                  <c:v>24.45</c:v>
                </c:pt>
                <c:pt idx="53195">
                  <c:v>24.45</c:v>
                </c:pt>
                <c:pt idx="53196">
                  <c:v>24.4</c:v>
                </c:pt>
                <c:pt idx="53197">
                  <c:v>24.35</c:v>
                </c:pt>
                <c:pt idx="53198">
                  <c:v>24.3</c:v>
                </c:pt>
                <c:pt idx="53199">
                  <c:v>24.3</c:v>
                </c:pt>
                <c:pt idx="53200">
                  <c:v>24.25</c:v>
                </c:pt>
                <c:pt idx="53201">
                  <c:v>24.25</c:v>
                </c:pt>
                <c:pt idx="53202">
                  <c:v>24.25</c:v>
                </c:pt>
                <c:pt idx="53203">
                  <c:v>24.25</c:v>
                </c:pt>
                <c:pt idx="53204">
                  <c:v>24.25</c:v>
                </c:pt>
                <c:pt idx="53205">
                  <c:v>24.25</c:v>
                </c:pt>
                <c:pt idx="53206">
                  <c:v>24.25</c:v>
                </c:pt>
                <c:pt idx="53207">
                  <c:v>24.25</c:v>
                </c:pt>
                <c:pt idx="53208">
                  <c:v>24.25</c:v>
                </c:pt>
                <c:pt idx="53209">
                  <c:v>24.3</c:v>
                </c:pt>
                <c:pt idx="53210">
                  <c:v>24.3</c:v>
                </c:pt>
                <c:pt idx="53211">
                  <c:v>24.3</c:v>
                </c:pt>
                <c:pt idx="53212">
                  <c:v>24.35</c:v>
                </c:pt>
                <c:pt idx="53213">
                  <c:v>24.35</c:v>
                </c:pt>
                <c:pt idx="53214">
                  <c:v>24.35</c:v>
                </c:pt>
                <c:pt idx="53215">
                  <c:v>24.4</c:v>
                </c:pt>
                <c:pt idx="53216">
                  <c:v>24.4</c:v>
                </c:pt>
                <c:pt idx="53217">
                  <c:v>24.4</c:v>
                </c:pt>
                <c:pt idx="53218">
                  <c:v>24.4</c:v>
                </c:pt>
                <c:pt idx="53219">
                  <c:v>24.45</c:v>
                </c:pt>
                <c:pt idx="53220">
                  <c:v>24.45</c:v>
                </c:pt>
                <c:pt idx="53221">
                  <c:v>24.45</c:v>
                </c:pt>
                <c:pt idx="53222">
                  <c:v>24.45</c:v>
                </c:pt>
                <c:pt idx="53223">
                  <c:v>24.5</c:v>
                </c:pt>
                <c:pt idx="53224">
                  <c:v>24.45</c:v>
                </c:pt>
                <c:pt idx="53225">
                  <c:v>24.45</c:v>
                </c:pt>
                <c:pt idx="53226">
                  <c:v>24.4</c:v>
                </c:pt>
                <c:pt idx="53227">
                  <c:v>24.35</c:v>
                </c:pt>
                <c:pt idx="53228">
                  <c:v>24.3</c:v>
                </c:pt>
                <c:pt idx="53229">
                  <c:v>24.25</c:v>
                </c:pt>
                <c:pt idx="53230">
                  <c:v>24.25</c:v>
                </c:pt>
                <c:pt idx="53231">
                  <c:v>24.25</c:v>
                </c:pt>
                <c:pt idx="53232">
                  <c:v>24.2</c:v>
                </c:pt>
                <c:pt idx="53233">
                  <c:v>24.25</c:v>
                </c:pt>
                <c:pt idx="53234">
                  <c:v>24.25</c:v>
                </c:pt>
                <c:pt idx="53235">
                  <c:v>24.25</c:v>
                </c:pt>
                <c:pt idx="53236">
                  <c:v>24.25</c:v>
                </c:pt>
                <c:pt idx="53237">
                  <c:v>24.25</c:v>
                </c:pt>
                <c:pt idx="53238">
                  <c:v>24.25</c:v>
                </c:pt>
                <c:pt idx="53239">
                  <c:v>24.3</c:v>
                </c:pt>
                <c:pt idx="53240">
                  <c:v>24.3</c:v>
                </c:pt>
                <c:pt idx="53241">
                  <c:v>24.3</c:v>
                </c:pt>
                <c:pt idx="53242">
                  <c:v>24.35</c:v>
                </c:pt>
                <c:pt idx="53243">
                  <c:v>24.35</c:v>
                </c:pt>
                <c:pt idx="53244">
                  <c:v>24.35</c:v>
                </c:pt>
                <c:pt idx="53245">
                  <c:v>24.4</c:v>
                </c:pt>
                <c:pt idx="53246">
                  <c:v>24.4</c:v>
                </c:pt>
                <c:pt idx="53247">
                  <c:v>24.4</c:v>
                </c:pt>
                <c:pt idx="53248">
                  <c:v>24.45</c:v>
                </c:pt>
                <c:pt idx="53249">
                  <c:v>24.45</c:v>
                </c:pt>
                <c:pt idx="53250">
                  <c:v>24.5</c:v>
                </c:pt>
                <c:pt idx="53251">
                  <c:v>24.5</c:v>
                </c:pt>
                <c:pt idx="53252">
                  <c:v>24.5</c:v>
                </c:pt>
                <c:pt idx="53253">
                  <c:v>24.5</c:v>
                </c:pt>
                <c:pt idx="53254">
                  <c:v>24.5</c:v>
                </c:pt>
                <c:pt idx="53255">
                  <c:v>24.5</c:v>
                </c:pt>
                <c:pt idx="53256">
                  <c:v>24.45</c:v>
                </c:pt>
                <c:pt idx="53257">
                  <c:v>24.4</c:v>
                </c:pt>
                <c:pt idx="53258">
                  <c:v>24.35</c:v>
                </c:pt>
                <c:pt idx="53259">
                  <c:v>24.35</c:v>
                </c:pt>
                <c:pt idx="53260">
                  <c:v>24.3</c:v>
                </c:pt>
                <c:pt idx="53261">
                  <c:v>24.3</c:v>
                </c:pt>
                <c:pt idx="53262">
                  <c:v>24.3</c:v>
                </c:pt>
                <c:pt idx="53263">
                  <c:v>24.25</c:v>
                </c:pt>
                <c:pt idx="53264">
                  <c:v>24.25</c:v>
                </c:pt>
                <c:pt idx="53265">
                  <c:v>24.25</c:v>
                </c:pt>
                <c:pt idx="53266">
                  <c:v>24.25</c:v>
                </c:pt>
                <c:pt idx="53267">
                  <c:v>24.25</c:v>
                </c:pt>
                <c:pt idx="53268">
                  <c:v>24.3</c:v>
                </c:pt>
                <c:pt idx="53269">
                  <c:v>24.3</c:v>
                </c:pt>
                <c:pt idx="53270">
                  <c:v>24.3</c:v>
                </c:pt>
                <c:pt idx="53271">
                  <c:v>24.35</c:v>
                </c:pt>
                <c:pt idx="53272">
                  <c:v>24.35</c:v>
                </c:pt>
                <c:pt idx="53273">
                  <c:v>24.35</c:v>
                </c:pt>
                <c:pt idx="53274">
                  <c:v>24.35</c:v>
                </c:pt>
                <c:pt idx="53275">
                  <c:v>24.4</c:v>
                </c:pt>
                <c:pt idx="53276">
                  <c:v>24.45</c:v>
                </c:pt>
                <c:pt idx="53277">
                  <c:v>24.45</c:v>
                </c:pt>
                <c:pt idx="53278">
                  <c:v>24.45</c:v>
                </c:pt>
                <c:pt idx="53279">
                  <c:v>24.5</c:v>
                </c:pt>
                <c:pt idx="53280">
                  <c:v>24.5</c:v>
                </c:pt>
                <c:pt idx="53281">
                  <c:v>24.5</c:v>
                </c:pt>
                <c:pt idx="53282">
                  <c:v>24.55</c:v>
                </c:pt>
                <c:pt idx="53283">
                  <c:v>24.5</c:v>
                </c:pt>
                <c:pt idx="53284">
                  <c:v>24.5</c:v>
                </c:pt>
                <c:pt idx="53285">
                  <c:v>24.5</c:v>
                </c:pt>
                <c:pt idx="53286">
                  <c:v>24.45</c:v>
                </c:pt>
                <c:pt idx="53287">
                  <c:v>24.4</c:v>
                </c:pt>
                <c:pt idx="53288">
                  <c:v>24.35</c:v>
                </c:pt>
                <c:pt idx="53289">
                  <c:v>24.3</c:v>
                </c:pt>
                <c:pt idx="53290">
                  <c:v>24.3</c:v>
                </c:pt>
                <c:pt idx="53291">
                  <c:v>24.25</c:v>
                </c:pt>
                <c:pt idx="53292">
                  <c:v>24.25</c:v>
                </c:pt>
                <c:pt idx="53293">
                  <c:v>24.25</c:v>
                </c:pt>
                <c:pt idx="53294">
                  <c:v>24.25</c:v>
                </c:pt>
                <c:pt idx="53295">
                  <c:v>24.25</c:v>
                </c:pt>
                <c:pt idx="53296">
                  <c:v>24.25</c:v>
                </c:pt>
                <c:pt idx="53297">
                  <c:v>24.3</c:v>
                </c:pt>
                <c:pt idx="53298">
                  <c:v>24.25</c:v>
                </c:pt>
                <c:pt idx="53299">
                  <c:v>24.3</c:v>
                </c:pt>
                <c:pt idx="53300">
                  <c:v>24.3</c:v>
                </c:pt>
                <c:pt idx="53301">
                  <c:v>24.3</c:v>
                </c:pt>
                <c:pt idx="53302">
                  <c:v>24.35</c:v>
                </c:pt>
                <c:pt idx="53303">
                  <c:v>24.4</c:v>
                </c:pt>
                <c:pt idx="53304">
                  <c:v>24.4</c:v>
                </c:pt>
                <c:pt idx="53305">
                  <c:v>24.4</c:v>
                </c:pt>
                <c:pt idx="53306">
                  <c:v>24.45</c:v>
                </c:pt>
                <c:pt idx="53307">
                  <c:v>24.45</c:v>
                </c:pt>
                <c:pt idx="53308">
                  <c:v>24.5</c:v>
                </c:pt>
                <c:pt idx="53309">
                  <c:v>24.5</c:v>
                </c:pt>
                <c:pt idx="53310">
                  <c:v>24.5</c:v>
                </c:pt>
                <c:pt idx="53311">
                  <c:v>24.5</c:v>
                </c:pt>
                <c:pt idx="53312">
                  <c:v>24.55</c:v>
                </c:pt>
                <c:pt idx="53313">
                  <c:v>24.55</c:v>
                </c:pt>
                <c:pt idx="53314">
                  <c:v>24.5</c:v>
                </c:pt>
                <c:pt idx="53315">
                  <c:v>24.5</c:v>
                </c:pt>
                <c:pt idx="53316">
                  <c:v>24.45</c:v>
                </c:pt>
                <c:pt idx="53317">
                  <c:v>24.4</c:v>
                </c:pt>
                <c:pt idx="53318">
                  <c:v>24.35</c:v>
                </c:pt>
                <c:pt idx="53319">
                  <c:v>24.35</c:v>
                </c:pt>
                <c:pt idx="53320">
                  <c:v>24.35</c:v>
                </c:pt>
                <c:pt idx="53321">
                  <c:v>24.35</c:v>
                </c:pt>
                <c:pt idx="53322">
                  <c:v>24.3</c:v>
                </c:pt>
                <c:pt idx="53323">
                  <c:v>24.3</c:v>
                </c:pt>
                <c:pt idx="53324">
                  <c:v>24.3</c:v>
                </c:pt>
                <c:pt idx="53325">
                  <c:v>24.3</c:v>
                </c:pt>
                <c:pt idx="53326">
                  <c:v>24.3</c:v>
                </c:pt>
                <c:pt idx="53327">
                  <c:v>24.3</c:v>
                </c:pt>
                <c:pt idx="53328">
                  <c:v>24.3</c:v>
                </c:pt>
                <c:pt idx="53329">
                  <c:v>24.3</c:v>
                </c:pt>
                <c:pt idx="53330">
                  <c:v>24.35</c:v>
                </c:pt>
                <c:pt idx="53331">
                  <c:v>24.35</c:v>
                </c:pt>
                <c:pt idx="53332">
                  <c:v>24.35</c:v>
                </c:pt>
                <c:pt idx="53333">
                  <c:v>24.35</c:v>
                </c:pt>
                <c:pt idx="53334">
                  <c:v>24.35</c:v>
                </c:pt>
                <c:pt idx="53335">
                  <c:v>24.4</c:v>
                </c:pt>
                <c:pt idx="53336">
                  <c:v>24.4</c:v>
                </c:pt>
                <c:pt idx="53337">
                  <c:v>24.45</c:v>
                </c:pt>
                <c:pt idx="53338">
                  <c:v>24.45</c:v>
                </c:pt>
                <c:pt idx="53339">
                  <c:v>24.45</c:v>
                </c:pt>
                <c:pt idx="53340">
                  <c:v>24.5</c:v>
                </c:pt>
                <c:pt idx="53341">
                  <c:v>24.5</c:v>
                </c:pt>
                <c:pt idx="53342">
                  <c:v>24.5</c:v>
                </c:pt>
                <c:pt idx="53343">
                  <c:v>24.5</c:v>
                </c:pt>
                <c:pt idx="53344">
                  <c:v>24.5</c:v>
                </c:pt>
                <c:pt idx="53345">
                  <c:v>24.45</c:v>
                </c:pt>
                <c:pt idx="53346">
                  <c:v>24.4</c:v>
                </c:pt>
                <c:pt idx="53347">
                  <c:v>24.35</c:v>
                </c:pt>
                <c:pt idx="53348">
                  <c:v>24.35</c:v>
                </c:pt>
                <c:pt idx="53349">
                  <c:v>24.3</c:v>
                </c:pt>
                <c:pt idx="53350">
                  <c:v>24.3</c:v>
                </c:pt>
                <c:pt idx="53351">
                  <c:v>24.25</c:v>
                </c:pt>
                <c:pt idx="53352">
                  <c:v>24.25</c:v>
                </c:pt>
                <c:pt idx="53353">
                  <c:v>24.25</c:v>
                </c:pt>
                <c:pt idx="53354">
                  <c:v>24.25</c:v>
                </c:pt>
                <c:pt idx="53355">
                  <c:v>24.25</c:v>
                </c:pt>
                <c:pt idx="53356">
                  <c:v>24.25</c:v>
                </c:pt>
                <c:pt idx="53357">
                  <c:v>24.25</c:v>
                </c:pt>
                <c:pt idx="53358">
                  <c:v>24.3</c:v>
                </c:pt>
                <c:pt idx="53359">
                  <c:v>24.3</c:v>
                </c:pt>
                <c:pt idx="53360">
                  <c:v>24.3</c:v>
                </c:pt>
                <c:pt idx="53361">
                  <c:v>24.3</c:v>
                </c:pt>
                <c:pt idx="53362">
                  <c:v>24.3</c:v>
                </c:pt>
                <c:pt idx="53363">
                  <c:v>24.3</c:v>
                </c:pt>
                <c:pt idx="53364">
                  <c:v>24.35</c:v>
                </c:pt>
                <c:pt idx="53365">
                  <c:v>24.35</c:v>
                </c:pt>
                <c:pt idx="53366">
                  <c:v>24.4</c:v>
                </c:pt>
                <c:pt idx="53367">
                  <c:v>24.4</c:v>
                </c:pt>
                <c:pt idx="53368">
                  <c:v>24.45</c:v>
                </c:pt>
                <c:pt idx="53369">
                  <c:v>24.45</c:v>
                </c:pt>
                <c:pt idx="53370">
                  <c:v>24.45</c:v>
                </c:pt>
                <c:pt idx="53371">
                  <c:v>24.5</c:v>
                </c:pt>
                <c:pt idx="53372">
                  <c:v>24.5</c:v>
                </c:pt>
                <c:pt idx="53373">
                  <c:v>24.5</c:v>
                </c:pt>
                <c:pt idx="53374">
                  <c:v>24.5</c:v>
                </c:pt>
                <c:pt idx="53375">
                  <c:v>24.45</c:v>
                </c:pt>
                <c:pt idx="53376">
                  <c:v>24.45</c:v>
                </c:pt>
                <c:pt idx="53377">
                  <c:v>24.4</c:v>
                </c:pt>
                <c:pt idx="53378">
                  <c:v>24.35</c:v>
                </c:pt>
                <c:pt idx="53379">
                  <c:v>24.3</c:v>
                </c:pt>
                <c:pt idx="53380">
                  <c:v>24.3</c:v>
                </c:pt>
                <c:pt idx="53381">
                  <c:v>24.3</c:v>
                </c:pt>
                <c:pt idx="53382">
                  <c:v>24.3</c:v>
                </c:pt>
                <c:pt idx="53383">
                  <c:v>24.25</c:v>
                </c:pt>
                <c:pt idx="53384">
                  <c:v>24.3</c:v>
                </c:pt>
                <c:pt idx="53385">
                  <c:v>24.3</c:v>
                </c:pt>
                <c:pt idx="53386">
                  <c:v>24.25</c:v>
                </c:pt>
                <c:pt idx="53387">
                  <c:v>24.3</c:v>
                </c:pt>
                <c:pt idx="53388">
                  <c:v>24.25</c:v>
                </c:pt>
                <c:pt idx="53389">
                  <c:v>24.3</c:v>
                </c:pt>
                <c:pt idx="53390">
                  <c:v>24.3</c:v>
                </c:pt>
                <c:pt idx="53391">
                  <c:v>24.3</c:v>
                </c:pt>
                <c:pt idx="53392">
                  <c:v>24.3</c:v>
                </c:pt>
                <c:pt idx="53393">
                  <c:v>24.35</c:v>
                </c:pt>
                <c:pt idx="53394">
                  <c:v>24.35</c:v>
                </c:pt>
                <c:pt idx="53395">
                  <c:v>24.4</c:v>
                </c:pt>
                <c:pt idx="53396">
                  <c:v>24.4</c:v>
                </c:pt>
                <c:pt idx="53397">
                  <c:v>24.45</c:v>
                </c:pt>
                <c:pt idx="53398">
                  <c:v>24.45</c:v>
                </c:pt>
                <c:pt idx="53399">
                  <c:v>24.45</c:v>
                </c:pt>
                <c:pt idx="53400">
                  <c:v>24.5</c:v>
                </c:pt>
                <c:pt idx="53401">
                  <c:v>24.5</c:v>
                </c:pt>
                <c:pt idx="53402">
                  <c:v>24.5</c:v>
                </c:pt>
                <c:pt idx="53403">
                  <c:v>24.5</c:v>
                </c:pt>
                <c:pt idx="53404">
                  <c:v>24.5</c:v>
                </c:pt>
                <c:pt idx="53405">
                  <c:v>24.45</c:v>
                </c:pt>
                <c:pt idx="53406">
                  <c:v>24.45</c:v>
                </c:pt>
                <c:pt idx="53407">
                  <c:v>24.4</c:v>
                </c:pt>
                <c:pt idx="53408">
                  <c:v>24.35</c:v>
                </c:pt>
                <c:pt idx="53409">
                  <c:v>24.3</c:v>
                </c:pt>
                <c:pt idx="53410">
                  <c:v>24.25</c:v>
                </c:pt>
                <c:pt idx="53411">
                  <c:v>24.25</c:v>
                </c:pt>
                <c:pt idx="53412">
                  <c:v>24.25</c:v>
                </c:pt>
                <c:pt idx="53413">
                  <c:v>24.25</c:v>
                </c:pt>
                <c:pt idx="53414">
                  <c:v>24.25</c:v>
                </c:pt>
                <c:pt idx="53415">
                  <c:v>24.25</c:v>
                </c:pt>
                <c:pt idx="53416">
                  <c:v>24.25</c:v>
                </c:pt>
                <c:pt idx="53417">
                  <c:v>24.25</c:v>
                </c:pt>
                <c:pt idx="53418">
                  <c:v>24.25</c:v>
                </c:pt>
                <c:pt idx="53419">
                  <c:v>24.25</c:v>
                </c:pt>
                <c:pt idx="53420">
                  <c:v>24.25</c:v>
                </c:pt>
                <c:pt idx="53421">
                  <c:v>24.3</c:v>
                </c:pt>
                <c:pt idx="53422">
                  <c:v>24.3</c:v>
                </c:pt>
                <c:pt idx="53423">
                  <c:v>24.3</c:v>
                </c:pt>
                <c:pt idx="53424">
                  <c:v>24.3</c:v>
                </c:pt>
                <c:pt idx="53425">
                  <c:v>24.35</c:v>
                </c:pt>
                <c:pt idx="53426">
                  <c:v>24.35</c:v>
                </c:pt>
                <c:pt idx="53427">
                  <c:v>24.4</c:v>
                </c:pt>
                <c:pt idx="53428">
                  <c:v>24.4</c:v>
                </c:pt>
                <c:pt idx="53429">
                  <c:v>24.45</c:v>
                </c:pt>
                <c:pt idx="53430">
                  <c:v>24.45</c:v>
                </c:pt>
                <c:pt idx="53431">
                  <c:v>24.5</c:v>
                </c:pt>
                <c:pt idx="53432">
                  <c:v>24.5</c:v>
                </c:pt>
                <c:pt idx="53433">
                  <c:v>24.5</c:v>
                </c:pt>
                <c:pt idx="53434">
                  <c:v>24.5</c:v>
                </c:pt>
                <c:pt idx="53435">
                  <c:v>24.45</c:v>
                </c:pt>
                <c:pt idx="53436">
                  <c:v>24.45</c:v>
                </c:pt>
                <c:pt idx="53437">
                  <c:v>24.35</c:v>
                </c:pt>
                <c:pt idx="53438">
                  <c:v>24.35</c:v>
                </c:pt>
                <c:pt idx="53439">
                  <c:v>24.3</c:v>
                </c:pt>
                <c:pt idx="53440">
                  <c:v>24.3</c:v>
                </c:pt>
                <c:pt idx="53441">
                  <c:v>24.25</c:v>
                </c:pt>
                <c:pt idx="53442">
                  <c:v>24.25</c:v>
                </c:pt>
                <c:pt idx="53443">
                  <c:v>24.2</c:v>
                </c:pt>
                <c:pt idx="53444">
                  <c:v>24.2</c:v>
                </c:pt>
                <c:pt idx="53445">
                  <c:v>24.2</c:v>
                </c:pt>
                <c:pt idx="53446">
                  <c:v>24.2</c:v>
                </c:pt>
                <c:pt idx="53447">
                  <c:v>24.2</c:v>
                </c:pt>
                <c:pt idx="53448">
                  <c:v>24.2</c:v>
                </c:pt>
                <c:pt idx="53449">
                  <c:v>24.25</c:v>
                </c:pt>
                <c:pt idx="53450">
                  <c:v>24.25</c:v>
                </c:pt>
                <c:pt idx="53451">
                  <c:v>24.25</c:v>
                </c:pt>
                <c:pt idx="53452">
                  <c:v>24.25</c:v>
                </c:pt>
                <c:pt idx="53453">
                  <c:v>24.3</c:v>
                </c:pt>
                <c:pt idx="53454">
                  <c:v>24.3</c:v>
                </c:pt>
                <c:pt idx="53455">
                  <c:v>24.35</c:v>
                </c:pt>
                <c:pt idx="53456">
                  <c:v>24.35</c:v>
                </c:pt>
                <c:pt idx="53457">
                  <c:v>24.35</c:v>
                </c:pt>
                <c:pt idx="53458">
                  <c:v>24.4</c:v>
                </c:pt>
                <c:pt idx="53459">
                  <c:v>24.45</c:v>
                </c:pt>
                <c:pt idx="53460">
                  <c:v>24.45</c:v>
                </c:pt>
                <c:pt idx="53461">
                  <c:v>24.5</c:v>
                </c:pt>
                <c:pt idx="53462">
                  <c:v>24.5</c:v>
                </c:pt>
                <c:pt idx="53463">
                  <c:v>24.5</c:v>
                </c:pt>
                <c:pt idx="53464">
                  <c:v>24.5</c:v>
                </c:pt>
                <c:pt idx="53465">
                  <c:v>24.45</c:v>
                </c:pt>
                <c:pt idx="53466">
                  <c:v>24.4</c:v>
                </c:pt>
                <c:pt idx="53467">
                  <c:v>24.35</c:v>
                </c:pt>
                <c:pt idx="53468">
                  <c:v>24.35</c:v>
                </c:pt>
                <c:pt idx="53469">
                  <c:v>24.3</c:v>
                </c:pt>
                <c:pt idx="53470">
                  <c:v>24.3</c:v>
                </c:pt>
                <c:pt idx="53471">
                  <c:v>24.25</c:v>
                </c:pt>
                <c:pt idx="53472">
                  <c:v>24.25</c:v>
                </c:pt>
                <c:pt idx="53473">
                  <c:v>24.25</c:v>
                </c:pt>
                <c:pt idx="53474">
                  <c:v>24.25</c:v>
                </c:pt>
                <c:pt idx="53475">
                  <c:v>24.25</c:v>
                </c:pt>
                <c:pt idx="53476">
                  <c:v>24.25</c:v>
                </c:pt>
                <c:pt idx="53477">
                  <c:v>24.25</c:v>
                </c:pt>
                <c:pt idx="53478">
                  <c:v>24.25</c:v>
                </c:pt>
                <c:pt idx="53479">
                  <c:v>24.25</c:v>
                </c:pt>
                <c:pt idx="53480">
                  <c:v>24.25</c:v>
                </c:pt>
                <c:pt idx="53481">
                  <c:v>24.3</c:v>
                </c:pt>
                <c:pt idx="53482">
                  <c:v>24.3</c:v>
                </c:pt>
                <c:pt idx="53483">
                  <c:v>24.3</c:v>
                </c:pt>
                <c:pt idx="53484">
                  <c:v>24.35</c:v>
                </c:pt>
                <c:pt idx="53485">
                  <c:v>24.35</c:v>
                </c:pt>
                <c:pt idx="53486">
                  <c:v>24.4</c:v>
                </c:pt>
                <c:pt idx="53487">
                  <c:v>24.4</c:v>
                </c:pt>
                <c:pt idx="53488">
                  <c:v>24.45</c:v>
                </c:pt>
                <c:pt idx="53489">
                  <c:v>24.45</c:v>
                </c:pt>
                <c:pt idx="53490">
                  <c:v>24.5</c:v>
                </c:pt>
                <c:pt idx="53491">
                  <c:v>24.5</c:v>
                </c:pt>
                <c:pt idx="53492">
                  <c:v>24.5</c:v>
                </c:pt>
                <c:pt idx="53493">
                  <c:v>24.5</c:v>
                </c:pt>
                <c:pt idx="53494">
                  <c:v>24.5</c:v>
                </c:pt>
                <c:pt idx="53495">
                  <c:v>24.5</c:v>
                </c:pt>
                <c:pt idx="53496">
                  <c:v>24.45</c:v>
                </c:pt>
                <c:pt idx="53497">
                  <c:v>24.4</c:v>
                </c:pt>
                <c:pt idx="53498">
                  <c:v>24.35</c:v>
                </c:pt>
                <c:pt idx="53499">
                  <c:v>24.3</c:v>
                </c:pt>
                <c:pt idx="53500">
                  <c:v>24.3</c:v>
                </c:pt>
                <c:pt idx="53501">
                  <c:v>24.25</c:v>
                </c:pt>
                <c:pt idx="53502">
                  <c:v>24.25</c:v>
                </c:pt>
                <c:pt idx="53503">
                  <c:v>24.25</c:v>
                </c:pt>
                <c:pt idx="53504">
                  <c:v>24.2</c:v>
                </c:pt>
                <c:pt idx="53505">
                  <c:v>24.25</c:v>
                </c:pt>
                <c:pt idx="53506">
                  <c:v>24.25</c:v>
                </c:pt>
                <c:pt idx="53507">
                  <c:v>24.25</c:v>
                </c:pt>
                <c:pt idx="53508">
                  <c:v>24.25</c:v>
                </c:pt>
                <c:pt idx="53509">
                  <c:v>24.25</c:v>
                </c:pt>
                <c:pt idx="53510">
                  <c:v>24.3</c:v>
                </c:pt>
                <c:pt idx="53511">
                  <c:v>24.3</c:v>
                </c:pt>
                <c:pt idx="53512">
                  <c:v>24.3</c:v>
                </c:pt>
                <c:pt idx="53513">
                  <c:v>24.35</c:v>
                </c:pt>
                <c:pt idx="53514">
                  <c:v>24.35</c:v>
                </c:pt>
                <c:pt idx="53515">
                  <c:v>24.4</c:v>
                </c:pt>
                <c:pt idx="53516">
                  <c:v>24.4</c:v>
                </c:pt>
                <c:pt idx="53517">
                  <c:v>24.4</c:v>
                </c:pt>
                <c:pt idx="53518">
                  <c:v>24.45</c:v>
                </c:pt>
                <c:pt idx="53519">
                  <c:v>24.5</c:v>
                </c:pt>
                <c:pt idx="53520">
                  <c:v>24.5</c:v>
                </c:pt>
                <c:pt idx="53521">
                  <c:v>24.5</c:v>
                </c:pt>
                <c:pt idx="53522">
                  <c:v>24.5</c:v>
                </c:pt>
                <c:pt idx="53523">
                  <c:v>24.5</c:v>
                </c:pt>
                <c:pt idx="53524">
                  <c:v>24.5</c:v>
                </c:pt>
                <c:pt idx="53525">
                  <c:v>24.5</c:v>
                </c:pt>
                <c:pt idx="53526">
                  <c:v>24.45</c:v>
                </c:pt>
                <c:pt idx="53527">
                  <c:v>24.4</c:v>
                </c:pt>
                <c:pt idx="53528">
                  <c:v>24.4</c:v>
                </c:pt>
                <c:pt idx="53529">
                  <c:v>24.35</c:v>
                </c:pt>
                <c:pt idx="53530">
                  <c:v>24.3</c:v>
                </c:pt>
                <c:pt idx="53531">
                  <c:v>24.3</c:v>
                </c:pt>
                <c:pt idx="53532">
                  <c:v>24.3</c:v>
                </c:pt>
                <c:pt idx="53533">
                  <c:v>24.3</c:v>
                </c:pt>
                <c:pt idx="53534">
                  <c:v>24.25</c:v>
                </c:pt>
                <c:pt idx="53535">
                  <c:v>24.3</c:v>
                </c:pt>
                <c:pt idx="53536">
                  <c:v>24.3</c:v>
                </c:pt>
                <c:pt idx="53537">
                  <c:v>24.3</c:v>
                </c:pt>
                <c:pt idx="53538">
                  <c:v>24.3</c:v>
                </c:pt>
                <c:pt idx="53539">
                  <c:v>24.3</c:v>
                </c:pt>
                <c:pt idx="53540">
                  <c:v>24.35</c:v>
                </c:pt>
                <c:pt idx="53541">
                  <c:v>24.35</c:v>
                </c:pt>
                <c:pt idx="53542">
                  <c:v>24.35</c:v>
                </c:pt>
                <c:pt idx="53543">
                  <c:v>24.4</c:v>
                </c:pt>
                <c:pt idx="53544">
                  <c:v>24.4</c:v>
                </c:pt>
                <c:pt idx="53545">
                  <c:v>24.45</c:v>
                </c:pt>
                <c:pt idx="53546">
                  <c:v>24.45</c:v>
                </c:pt>
                <c:pt idx="53547">
                  <c:v>24.45</c:v>
                </c:pt>
                <c:pt idx="53548">
                  <c:v>24.5</c:v>
                </c:pt>
                <c:pt idx="53549">
                  <c:v>24.5</c:v>
                </c:pt>
                <c:pt idx="53550">
                  <c:v>24.5</c:v>
                </c:pt>
                <c:pt idx="53551">
                  <c:v>24.5</c:v>
                </c:pt>
                <c:pt idx="53552">
                  <c:v>24.5</c:v>
                </c:pt>
                <c:pt idx="53553">
                  <c:v>24.55</c:v>
                </c:pt>
                <c:pt idx="53554">
                  <c:v>24.5</c:v>
                </c:pt>
                <c:pt idx="53555">
                  <c:v>24.5</c:v>
                </c:pt>
                <c:pt idx="53556">
                  <c:v>24.45</c:v>
                </c:pt>
                <c:pt idx="53557">
                  <c:v>24.45</c:v>
                </c:pt>
                <c:pt idx="53558">
                  <c:v>24.4</c:v>
                </c:pt>
                <c:pt idx="53559">
                  <c:v>24.35</c:v>
                </c:pt>
                <c:pt idx="53560">
                  <c:v>24.35</c:v>
                </c:pt>
                <c:pt idx="53561">
                  <c:v>24.3</c:v>
                </c:pt>
                <c:pt idx="53562">
                  <c:v>24.25</c:v>
                </c:pt>
                <c:pt idx="53563">
                  <c:v>24.25</c:v>
                </c:pt>
                <c:pt idx="53564">
                  <c:v>24.25</c:v>
                </c:pt>
                <c:pt idx="53565">
                  <c:v>24.25</c:v>
                </c:pt>
                <c:pt idx="53566">
                  <c:v>24.25</c:v>
                </c:pt>
                <c:pt idx="53567">
                  <c:v>24.3</c:v>
                </c:pt>
                <c:pt idx="53568">
                  <c:v>24.3</c:v>
                </c:pt>
                <c:pt idx="53569">
                  <c:v>24.3</c:v>
                </c:pt>
                <c:pt idx="53570">
                  <c:v>24.3</c:v>
                </c:pt>
                <c:pt idx="53571">
                  <c:v>24.3</c:v>
                </c:pt>
                <c:pt idx="53572">
                  <c:v>24.3</c:v>
                </c:pt>
                <c:pt idx="53573">
                  <c:v>24.35</c:v>
                </c:pt>
                <c:pt idx="53574">
                  <c:v>24.35</c:v>
                </c:pt>
                <c:pt idx="53575">
                  <c:v>24.35</c:v>
                </c:pt>
                <c:pt idx="53576">
                  <c:v>24.4</c:v>
                </c:pt>
                <c:pt idx="53577">
                  <c:v>24.4</c:v>
                </c:pt>
                <c:pt idx="53578">
                  <c:v>24.45</c:v>
                </c:pt>
                <c:pt idx="53579">
                  <c:v>24.45</c:v>
                </c:pt>
                <c:pt idx="53580">
                  <c:v>24.5</c:v>
                </c:pt>
                <c:pt idx="53581">
                  <c:v>24.5</c:v>
                </c:pt>
                <c:pt idx="53582">
                  <c:v>24.5</c:v>
                </c:pt>
                <c:pt idx="53583">
                  <c:v>24.5</c:v>
                </c:pt>
                <c:pt idx="53584">
                  <c:v>24.5</c:v>
                </c:pt>
                <c:pt idx="53585">
                  <c:v>24.45</c:v>
                </c:pt>
                <c:pt idx="53586">
                  <c:v>24.45</c:v>
                </c:pt>
                <c:pt idx="53587">
                  <c:v>24.4</c:v>
                </c:pt>
                <c:pt idx="53588">
                  <c:v>24.35</c:v>
                </c:pt>
                <c:pt idx="53589">
                  <c:v>24.3</c:v>
                </c:pt>
                <c:pt idx="53590">
                  <c:v>24.3</c:v>
                </c:pt>
                <c:pt idx="53591">
                  <c:v>24.3</c:v>
                </c:pt>
                <c:pt idx="53592">
                  <c:v>24.3</c:v>
                </c:pt>
                <c:pt idx="53593">
                  <c:v>24.3</c:v>
                </c:pt>
                <c:pt idx="53594">
                  <c:v>24.3</c:v>
                </c:pt>
                <c:pt idx="53595">
                  <c:v>24.3</c:v>
                </c:pt>
                <c:pt idx="53596">
                  <c:v>24.3</c:v>
                </c:pt>
                <c:pt idx="53597">
                  <c:v>24.3</c:v>
                </c:pt>
                <c:pt idx="53598">
                  <c:v>24.3</c:v>
                </c:pt>
                <c:pt idx="53599">
                  <c:v>24.3</c:v>
                </c:pt>
                <c:pt idx="53600">
                  <c:v>24.3</c:v>
                </c:pt>
                <c:pt idx="53601">
                  <c:v>24.3</c:v>
                </c:pt>
                <c:pt idx="53602">
                  <c:v>24.3</c:v>
                </c:pt>
                <c:pt idx="53603">
                  <c:v>24.35</c:v>
                </c:pt>
                <c:pt idx="53604">
                  <c:v>24.35</c:v>
                </c:pt>
                <c:pt idx="53605">
                  <c:v>24.35</c:v>
                </c:pt>
                <c:pt idx="53606">
                  <c:v>24.4</c:v>
                </c:pt>
                <c:pt idx="53607">
                  <c:v>24.4</c:v>
                </c:pt>
                <c:pt idx="53608">
                  <c:v>24.45</c:v>
                </c:pt>
                <c:pt idx="53609">
                  <c:v>24.45</c:v>
                </c:pt>
                <c:pt idx="53610">
                  <c:v>24.45</c:v>
                </c:pt>
                <c:pt idx="53611">
                  <c:v>24.5</c:v>
                </c:pt>
                <c:pt idx="53612">
                  <c:v>24.5</c:v>
                </c:pt>
                <c:pt idx="53613">
                  <c:v>24.5</c:v>
                </c:pt>
                <c:pt idx="53614">
                  <c:v>24.45</c:v>
                </c:pt>
                <c:pt idx="53615">
                  <c:v>24.45</c:v>
                </c:pt>
                <c:pt idx="53616">
                  <c:v>24.4</c:v>
                </c:pt>
                <c:pt idx="53617">
                  <c:v>24.35</c:v>
                </c:pt>
                <c:pt idx="53618">
                  <c:v>24.3</c:v>
                </c:pt>
                <c:pt idx="53619">
                  <c:v>24.3</c:v>
                </c:pt>
                <c:pt idx="53620">
                  <c:v>24.25</c:v>
                </c:pt>
                <c:pt idx="53621">
                  <c:v>24.25</c:v>
                </c:pt>
                <c:pt idx="53622">
                  <c:v>24.25</c:v>
                </c:pt>
                <c:pt idx="53623">
                  <c:v>24.25</c:v>
                </c:pt>
                <c:pt idx="53624">
                  <c:v>24.25</c:v>
                </c:pt>
                <c:pt idx="53625">
                  <c:v>24.25</c:v>
                </c:pt>
                <c:pt idx="53626">
                  <c:v>24.25</c:v>
                </c:pt>
                <c:pt idx="53627">
                  <c:v>24.3</c:v>
                </c:pt>
                <c:pt idx="53628">
                  <c:v>24.3</c:v>
                </c:pt>
                <c:pt idx="53629">
                  <c:v>24.3</c:v>
                </c:pt>
                <c:pt idx="53630">
                  <c:v>24.35</c:v>
                </c:pt>
                <c:pt idx="53631">
                  <c:v>24.35</c:v>
                </c:pt>
                <c:pt idx="53632">
                  <c:v>24.35</c:v>
                </c:pt>
                <c:pt idx="53633">
                  <c:v>24.4</c:v>
                </c:pt>
                <c:pt idx="53634">
                  <c:v>24.4</c:v>
                </c:pt>
                <c:pt idx="53635">
                  <c:v>24.4</c:v>
                </c:pt>
                <c:pt idx="53636">
                  <c:v>24.45</c:v>
                </c:pt>
                <c:pt idx="53637">
                  <c:v>24.45</c:v>
                </c:pt>
                <c:pt idx="53638">
                  <c:v>24.5</c:v>
                </c:pt>
                <c:pt idx="53639">
                  <c:v>24.5</c:v>
                </c:pt>
                <c:pt idx="53640">
                  <c:v>24.5</c:v>
                </c:pt>
                <c:pt idx="53641">
                  <c:v>24.5</c:v>
                </c:pt>
                <c:pt idx="53642">
                  <c:v>24.5</c:v>
                </c:pt>
                <c:pt idx="53643">
                  <c:v>24.5</c:v>
                </c:pt>
                <c:pt idx="53644">
                  <c:v>24.5</c:v>
                </c:pt>
                <c:pt idx="53645">
                  <c:v>24.45</c:v>
                </c:pt>
                <c:pt idx="53646">
                  <c:v>24.4</c:v>
                </c:pt>
                <c:pt idx="53647">
                  <c:v>24.4</c:v>
                </c:pt>
                <c:pt idx="53648">
                  <c:v>24.35</c:v>
                </c:pt>
                <c:pt idx="53649">
                  <c:v>24.3</c:v>
                </c:pt>
                <c:pt idx="53650">
                  <c:v>24.3</c:v>
                </c:pt>
                <c:pt idx="53651">
                  <c:v>24.3</c:v>
                </c:pt>
                <c:pt idx="53652">
                  <c:v>24.25</c:v>
                </c:pt>
                <c:pt idx="53653">
                  <c:v>24.25</c:v>
                </c:pt>
                <c:pt idx="53654">
                  <c:v>24.25</c:v>
                </c:pt>
                <c:pt idx="53655">
                  <c:v>24.25</c:v>
                </c:pt>
                <c:pt idx="53656">
                  <c:v>24.25</c:v>
                </c:pt>
                <c:pt idx="53657">
                  <c:v>24.3</c:v>
                </c:pt>
                <c:pt idx="53658">
                  <c:v>24.3</c:v>
                </c:pt>
                <c:pt idx="53659">
                  <c:v>24.3</c:v>
                </c:pt>
                <c:pt idx="53660">
                  <c:v>24.35</c:v>
                </c:pt>
                <c:pt idx="53661">
                  <c:v>24.35</c:v>
                </c:pt>
                <c:pt idx="53662">
                  <c:v>24.35</c:v>
                </c:pt>
                <c:pt idx="53663">
                  <c:v>24.4</c:v>
                </c:pt>
                <c:pt idx="53664">
                  <c:v>24.4</c:v>
                </c:pt>
                <c:pt idx="53665">
                  <c:v>24.45</c:v>
                </c:pt>
                <c:pt idx="53666">
                  <c:v>24.45</c:v>
                </c:pt>
                <c:pt idx="53667">
                  <c:v>24.45</c:v>
                </c:pt>
                <c:pt idx="53668">
                  <c:v>24.45</c:v>
                </c:pt>
                <c:pt idx="53669">
                  <c:v>24.5</c:v>
                </c:pt>
                <c:pt idx="53670">
                  <c:v>24.5</c:v>
                </c:pt>
                <c:pt idx="53671">
                  <c:v>24.5</c:v>
                </c:pt>
                <c:pt idx="53672">
                  <c:v>24.5</c:v>
                </c:pt>
                <c:pt idx="53673">
                  <c:v>24.5</c:v>
                </c:pt>
                <c:pt idx="53674">
                  <c:v>24.5</c:v>
                </c:pt>
                <c:pt idx="53675">
                  <c:v>24.45</c:v>
                </c:pt>
                <c:pt idx="53676">
                  <c:v>24.4</c:v>
                </c:pt>
                <c:pt idx="53677">
                  <c:v>24.4</c:v>
                </c:pt>
                <c:pt idx="53678">
                  <c:v>24.35</c:v>
                </c:pt>
                <c:pt idx="53679">
                  <c:v>24.3</c:v>
                </c:pt>
                <c:pt idx="53680">
                  <c:v>24.3</c:v>
                </c:pt>
                <c:pt idx="53681">
                  <c:v>24.3</c:v>
                </c:pt>
                <c:pt idx="53682">
                  <c:v>24.3</c:v>
                </c:pt>
                <c:pt idx="53683">
                  <c:v>24.25</c:v>
                </c:pt>
                <c:pt idx="53684">
                  <c:v>24.3</c:v>
                </c:pt>
                <c:pt idx="53685">
                  <c:v>24.3</c:v>
                </c:pt>
                <c:pt idx="53686">
                  <c:v>24.3</c:v>
                </c:pt>
                <c:pt idx="53687">
                  <c:v>24.3</c:v>
                </c:pt>
                <c:pt idx="53688">
                  <c:v>24.3</c:v>
                </c:pt>
                <c:pt idx="53689">
                  <c:v>24.35</c:v>
                </c:pt>
                <c:pt idx="53690">
                  <c:v>24.35</c:v>
                </c:pt>
                <c:pt idx="53691">
                  <c:v>24.35</c:v>
                </c:pt>
                <c:pt idx="53692">
                  <c:v>24.35</c:v>
                </c:pt>
                <c:pt idx="53693">
                  <c:v>24.4</c:v>
                </c:pt>
                <c:pt idx="53694">
                  <c:v>24.4</c:v>
                </c:pt>
                <c:pt idx="53695">
                  <c:v>24.45</c:v>
                </c:pt>
                <c:pt idx="53696">
                  <c:v>24.4</c:v>
                </c:pt>
                <c:pt idx="53697">
                  <c:v>24.45</c:v>
                </c:pt>
                <c:pt idx="53698">
                  <c:v>24.45</c:v>
                </c:pt>
                <c:pt idx="53699">
                  <c:v>24.45</c:v>
                </c:pt>
                <c:pt idx="53700">
                  <c:v>24.5</c:v>
                </c:pt>
                <c:pt idx="53701">
                  <c:v>24.5</c:v>
                </c:pt>
                <c:pt idx="53702">
                  <c:v>24.5</c:v>
                </c:pt>
                <c:pt idx="53703">
                  <c:v>24.5</c:v>
                </c:pt>
                <c:pt idx="53704">
                  <c:v>24.5</c:v>
                </c:pt>
                <c:pt idx="53705">
                  <c:v>24.45</c:v>
                </c:pt>
                <c:pt idx="53706">
                  <c:v>24.45</c:v>
                </c:pt>
                <c:pt idx="53707">
                  <c:v>24.35</c:v>
                </c:pt>
                <c:pt idx="53708">
                  <c:v>24.35</c:v>
                </c:pt>
                <c:pt idx="53709">
                  <c:v>24.3</c:v>
                </c:pt>
                <c:pt idx="53710">
                  <c:v>24.3</c:v>
                </c:pt>
                <c:pt idx="53711">
                  <c:v>24.25</c:v>
                </c:pt>
                <c:pt idx="53712">
                  <c:v>24.25</c:v>
                </c:pt>
                <c:pt idx="53713">
                  <c:v>24.25</c:v>
                </c:pt>
                <c:pt idx="53714">
                  <c:v>24.25</c:v>
                </c:pt>
                <c:pt idx="53715">
                  <c:v>24.25</c:v>
                </c:pt>
                <c:pt idx="53716">
                  <c:v>24.25</c:v>
                </c:pt>
                <c:pt idx="53717">
                  <c:v>24.3</c:v>
                </c:pt>
                <c:pt idx="53718">
                  <c:v>24.3</c:v>
                </c:pt>
                <c:pt idx="53719">
                  <c:v>24.3</c:v>
                </c:pt>
                <c:pt idx="53720">
                  <c:v>24.3</c:v>
                </c:pt>
                <c:pt idx="53721">
                  <c:v>24.35</c:v>
                </c:pt>
                <c:pt idx="53722">
                  <c:v>24.35</c:v>
                </c:pt>
                <c:pt idx="53723">
                  <c:v>24.35</c:v>
                </c:pt>
                <c:pt idx="53724">
                  <c:v>24.4</c:v>
                </c:pt>
                <c:pt idx="53725">
                  <c:v>24.4</c:v>
                </c:pt>
                <c:pt idx="53726">
                  <c:v>24.45</c:v>
                </c:pt>
                <c:pt idx="53727">
                  <c:v>24.45</c:v>
                </c:pt>
                <c:pt idx="53728">
                  <c:v>24.5</c:v>
                </c:pt>
                <c:pt idx="53729">
                  <c:v>24.5</c:v>
                </c:pt>
                <c:pt idx="53730">
                  <c:v>24.5</c:v>
                </c:pt>
                <c:pt idx="53731">
                  <c:v>24.5</c:v>
                </c:pt>
                <c:pt idx="53732">
                  <c:v>24.5</c:v>
                </c:pt>
                <c:pt idx="53733">
                  <c:v>24.5</c:v>
                </c:pt>
                <c:pt idx="53734">
                  <c:v>24.5</c:v>
                </c:pt>
                <c:pt idx="53735">
                  <c:v>24.4</c:v>
                </c:pt>
                <c:pt idx="53736">
                  <c:v>24.4</c:v>
                </c:pt>
                <c:pt idx="53737">
                  <c:v>24.35</c:v>
                </c:pt>
                <c:pt idx="53738">
                  <c:v>24.35</c:v>
                </c:pt>
                <c:pt idx="53739">
                  <c:v>24.3</c:v>
                </c:pt>
                <c:pt idx="53740">
                  <c:v>24.3</c:v>
                </c:pt>
                <c:pt idx="53741">
                  <c:v>24.25</c:v>
                </c:pt>
                <c:pt idx="53742">
                  <c:v>24.25</c:v>
                </c:pt>
                <c:pt idx="53743">
                  <c:v>24.25</c:v>
                </c:pt>
                <c:pt idx="53744">
                  <c:v>24.25</c:v>
                </c:pt>
                <c:pt idx="53745">
                  <c:v>24.25</c:v>
                </c:pt>
                <c:pt idx="53746">
                  <c:v>24.25</c:v>
                </c:pt>
                <c:pt idx="53747">
                  <c:v>24.3</c:v>
                </c:pt>
                <c:pt idx="53748">
                  <c:v>24.3</c:v>
                </c:pt>
                <c:pt idx="53749">
                  <c:v>24.3</c:v>
                </c:pt>
                <c:pt idx="53750">
                  <c:v>24.35</c:v>
                </c:pt>
                <c:pt idx="53751">
                  <c:v>24.35</c:v>
                </c:pt>
                <c:pt idx="53752">
                  <c:v>24.35</c:v>
                </c:pt>
                <c:pt idx="53753">
                  <c:v>24.4</c:v>
                </c:pt>
                <c:pt idx="53754">
                  <c:v>24.4</c:v>
                </c:pt>
                <c:pt idx="53755">
                  <c:v>24.45</c:v>
                </c:pt>
                <c:pt idx="53756">
                  <c:v>24.45</c:v>
                </c:pt>
                <c:pt idx="53757">
                  <c:v>24.45</c:v>
                </c:pt>
                <c:pt idx="53758">
                  <c:v>24.45</c:v>
                </c:pt>
                <c:pt idx="53759">
                  <c:v>24.5</c:v>
                </c:pt>
                <c:pt idx="53760">
                  <c:v>24.5</c:v>
                </c:pt>
                <c:pt idx="53761">
                  <c:v>24.5</c:v>
                </c:pt>
                <c:pt idx="53762">
                  <c:v>24.5</c:v>
                </c:pt>
                <c:pt idx="53763">
                  <c:v>24.5</c:v>
                </c:pt>
                <c:pt idx="53764">
                  <c:v>24.5</c:v>
                </c:pt>
                <c:pt idx="53765">
                  <c:v>24.45</c:v>
                </c:pt>
                <c:pt idx="53766">
                  <c:v>24.4</c:v>
                </c:pt>
                <c:pt idx="53767">
                  <c:v>24.4</c:v>
                </c:pt>
                <c:pt idx="53768">
                  <c:v>24.35</c:v>
                </c:pt>
                <c:pt idx="53769">
                  <c:v>24.3</c:v>
                </c:pt>
                <c:pt idx="53770">
                  <c:v>24.3</c:v>
                </c:pt>
                <c:pt idx="53771">
                  <c:v>24.25</c:v>
                </c:pt>
                <c:pt idx="53772">
                  <c:v>24.25</c:v>
                </c:pt>
                <c:pt idx="53773">
                  <c:v>24.25</c:v>
                </c:pt>
                <c:pt idx="53774">
                  <c:v>24.25</c:v>
                </c:pt>
                <c:pt idx="53775">
                  <c:v>24.3</c:v>
                </c:pt>
                <c:pt idx="53776">
                  <c:v>24.3</c:v>
                </c:pt>
                <c:pt idx="53777">
                  <c:v>24.3</c:v>
                </c:pt>
                <c:pt idx="53778">
                  <c:v>24.3</c:v>
                </c:pt>
                <c:pt idx="53779">
                  <c:v>24.35</c:v>
                </c:pt>
                <c:pt idx="53780">
                  <c:v>24.35</c:v>
                </c:pt>
                <c:pt idx="53781">
                  <c:v>24.35</c:v>
                </c:pt>
                <c:pt idx="53782">
                  <c:v>24.35</c:v>
                </c:pt>
                <c:pt idx="53783">
                  <c:v>24.35</c:v>
                </c:pt>
                <c:pt idx="53784">
                  <c:v>24.4</c:v>
                </c:pt>
                <c:pt idx="53785">
                  <c:v>24.4</c:v>
                </c:pt>
                <c:pt idx="53786">
                  <c:v>24.4</c:v>
                </c:pt>
                <c:pt idx="53787">
                  <c:v>24.45</c:v>
                </c:pt>
                <c:pt idx="53788">
                  <c:v>24.45</c:v>
                </c:pt>
                <c:pt idx="53789">
                  <c:v>24.45</c:v>
                </c:pt>
                <c:pt idx="53790">
                  <c:v>24.45</c:v>
                </c:pt>
                <c:pt idx="53791">
                  <c:v>24.5</c:v>
                </c:pt>
                <c:pt idx="53792">
                  <c:v>24.5</c:v>
                </c:pt>
                <c:pt idx="53793">
                  <c:v>24.5</c:v>
                </c:pt>
                <c:pt idx="53794">
                  <c:v>24.5</c:v>
                </c:pt>
                <c:pt idx="53795">
                  <c:v>24.45</c:v>
                </c:pt>
                <c:pt idx="53796">
                  <c:v>24.4</c:v>
                </c:pt>
                <c:pt idx="53797">
                  <c:v>24.4</c:v>
                </c:pt>
                <c:pt idx="53798">
                  <c:v>24.4</c:v>
                </c:pt>
                <c:pt idx="53799">
                  <c:v>24.35</c:v>
                </c:pt>
                <c:pt idx="53800">
                  <c:v>24.3</c:v>
                </c:pt>
                <c:pt idx="53801">
                  <c:v>24.3</c:v>
                </c:pt>
                <c:pt idx="53802">
                  <c:v>24.3</c:v>
                </c:pt>
                <c:pt idx="53803">
                  <c:v>24.3</c:v>
                </c:pt>
                <c:pt idx="53804">
                  <c:v>24.3</c:v>
                </c:pt>
                <c:pt idx="53805">
                  <c:v>24.25</c:v>
                </c:pt>
                <c:pt idx="53806">
                  <c:v>24.3</c:v>
                </c:pt>
                <c:pt idx="53807">
                  <c:v>24.3</c:v>
                </c:pt>
                <c:pt idx="53808">
                  <c:v>24.3</c:v>
                </c:pt>
                <c:pt idx="53809">
                  <c:v>24.3</c:v>
                </c:pt>
                <c:pt idx="53810">
                  <c:v>24.35</c:v>
                </c:pt>
                <c:pt idx="53811">
                  <c:v>24.35</c:v>
                </c:pt>
                <c:pt idx="53812">
                  <c:v>24.35</c:v>
                </c:pt>
                <c:pt idx="53813">
                  <c:v>24.35</c:v>
                </c:pt>
                <c:pt idx="53814">
                  <c:v>24.35</c:v>
                </c:pt>
                <c:pt idx="53815">
                  <c:v>24.35</c:v>
                </c:pt>
                <c:pt idx="53816">
                  <c:v>24.4</c:v>
                </c:pt>
                <c:pt idx="53817">
                  <c:v>24.4</c:v>
                </c:pt>
                <c:pt idx="53818">
                  <c:v>24.4</c:v>
                </c:pt>
                <c:pt idx="53819">
                  <c:v>24.45</c:v>
                </c:pt>
                <c:pt idx="53820">
                  <c:v>24.45</c:v>
                </c:pt>
                <c:pt idx="53821">
                  <c:v>24.5</c:v>
                </c:pt>
                <c:pt idx="53822">
                  <c:v>24.5</c:v>
                </c:pt>
                <c:pt idx="53823">
                  <c:v>24.5</c:v>
                </c:pt>
                <c:pt idx="53824">
                  <c:v>24.5</c:v>
                </c:pt>
                <c:pt idx="53825">
                  <c:v>24.45</c:v>
                </c:pt>
                <c:pt idx="53826">
                  <c:v>24.4</c:v>
                </c:pt>
                <c:pt idx="53827">
                  <c:v>24.35</c:v>
                </c:pt>
                <c:pt idx="53828">
                  <c:v>24.3</c:v>
                </c:pt>
                <c:pt idx="53829">
                  <c:v>24.3</c:v>
                </c:pt>
                <c:pt idx="53830">
                  <c:v>24.3</c:v>
                </c:pt>
                <c:pt idx="53831">
                  <c:v>24.25</c:v>
                </c:pt>
                <c:pt idx="53832">
                  <c:v>24.3</c:v>
                </c:pt>
                <c:pt idx="53833">
                  <c:v>24.25</c:v>
                </c:pt>
                <c:pt idx="53834">
                  <c:v>24.25</c:v>
                </c:pt>
                <c:pt idx="53835">
                  <c:v>24.25</c:v>
                </c:pt>
                <c:pt idx="53836">
                  <c:v>24.25</c:v>
                </c:pt>
                <c:pt idx="53837">
                  <c:v>24.3</c:v>
                </c:pt>
                <c:pt idx="53838">
                  <c:v>24.3</c:v>
                </c:pt>
                <c:pt idx="53839">
                  <c:v>24.3</c:v>
                </c:pt>
                <c:pt idx="53840">
                  <c:v>24.3</c:v>
                </c:pt>
                <c:pt idx="53841">
                  <c:v>24.3</c:v>
                </c:pt>
                <c:pt idx="53842">
                  <c:v>24.3</c:v>
                </c:pt>
                <c:pt idx="53843">
                  <c:v>24.35</c:v>
                </c:pt>
                <c:pt idx="53844">
                  <c:v>24.35</c:v>
                </c:pt>
                <c:pt idx="53845">
                  <c:v>24.35</c:v>
                </c:pt>
                <c:pt idx="53846">
                  <c:v>24.4</c:v>
                </c:pt>
                <c:pt idx="53847">
                  <c:v>24.4</c:v>
                </c:pt>
                <c:pt idx="53848">
                  <c:v>24.45</c:v>
                </c:pt>
                <c:pt idx="53849">
                  <c:v>24.45</c:v>
                </c:pt>
                <c:pt idx="53850">
                  <c:v>24.45</c:v>
                </c:pt>
                <c:pt idx="53851">
                  <c:v>24.45</c:v>
                </c:pt>
                <c:pt idx="53852">
                  <c:v>24.5</c:v>
                </c:pt>
                <c:pt idx="53853">
                  <c:v>24.5</c:v>
                </c:pt>
                <c:pt idx="53854">
                  <c:v>24.45</c:v>
                </c:pt>
                <c:pt idx="53855">
                  <c:v>24.45</c:v>
                </c:pt>
                <c:pt idx="53856">
                  <c:v>24.4</c:v>
                </c:pt>
                <c:pt idx="53857">
                  <c:v>24.35</c:v>
                </c:pt>
                <c:pt idx="53858">
                  <c:v>24.3</c:v>
                </c:pt>
                <c:pt idx="53859">
                  <c:v>24.3</c:v>
                </c:pt>
                <c:pt idx="53860">
                  <c:v>24.25</c:v>
                </c:pt>
                <c:pt idx="53861">
                  <c:v>24.25</c:v>
                </c:pt>
                <c:pt idx="53862">
                  <c:v>24.2</c:v>
                </c:pt>
                <c:pt idx="53863">
                  <c:v>24.2</c:v>
                </c:pt>
                <c:pt idx="53864">
                  <c:v>24.2</c:v>
                </c:pt>
                <c:pt idx="53865">
                  <c:v>24.2</c:v>
                </c:pt>
                <c:pt idx="53866">
                  <c:v>24.25</c:v>
                </c:pt>
                <c:pt idx="53867">
                  <c:v>24.25</c:v>
                </c:pt>
                <c:pt idx="53868">
                  <c:v>24.25</c:v>
                </c:pt>
                <c:pt idx="53869">
                  <c:v>24.25</c:v>
                </c:pt>
                <c:pt idx="53870">
                  <c:v>24.3</c:v>
                </c:pt>
                <c:pt idx="53871">
                  <c:v>24.3</c:v>
                </c:pt>
                <c:pt idx="53872">
                  <c:v>24.3</c:v>
                </c:pt>
                <c:pt idx="53873">
                  <c:v>24.35</c:v>
                </c:pt>
                <c:pt idx="53874">
                  <c:v>24.35</c:v>
                </c:pt>
                <c:pt idx="53875">
                  <c:v>24.4</c:v>
                </c:pt>
                <c:pt idx="53876">
                  <c:v>24.4</c:v>
                </c:pt>
                <c:pt idx="53877">
                  <c:v>24.45</c:v>
                </c:pt>
                <c:pt idx="53878">
                  <c:v>24.45</c:v>
                </c:pt>
                <c:pt idx="53879">
                  <c:v>24.45</c:v>
                </c:pt>
                <c:pt idx="53880">
                  <c:v>24.5</c:v>
                </c:pt>
                <c:pt idx="53881">
                  <c:v>24.5</c:v>
                </c:pt>
                <c:pt idx="53882">
                  <c:v>24.5</c:v>
                </c:pt>
                <c:pt idx="53883">
                  <c:v>24.5</c:v>
                </c:pt>
                <c:pt idx="53884">
                  <c:v>24.5</c:v>
                </c:pt>
                <c:pt idx="53885">
                  <c:v>24.45</c:v>
                </c:pt>
                <c:pt idx="53886">
                  <c:v>24.4</c:v>
                </c:pt>
                <c:pt idx="53887">
                  <c:v>24.4</c:v>
                </c:pt>
                <c:pt idx="53888">
                  <c:v>24.35</c:v>
                </c:pt>
                <c:pt idx="53889">
                  <c:v>24.3</c:v>
                </c:pt>
                <c:pt idx="53890">
                  <c:v>24.3</c:v>
                </c:pt>
                <c:pt idx="53891">
                  <c:v>24.25</c:v>
                </c:pt>
                <c:pt idx="53892">
                  <c:v>24.25</c:v>
                </c:pt>
                <c:pt idx="53893">
                  <c:v>24.25</c:v>
                </c:pt>
                <c:pt idx="53894">
                  <c:v>24.25</c:v>
                </c:pt>
                <c:pt idx="53895">
                  <c:v>24.25</c:v>
                </c:pt>
                <c:pt idx="53896">
                  <c:v>24.25</c:v>
                </c:pt>
                <c:pt idx="53897">
                  <c:v>24.25</c:v>
                </c:pt>
                <c:pt idx="53898">
                  <c:v>24.25</c:v>
                </c:pt>
                <c:pt idx="53899">
                  <c:v>24.25</c:v>
                </c:pt>
                <c:pt idx="53900">
                  <c:v>24.25</c:v>
                </c:pt>
                <c:pt idx="53901">
                  <c:v>24.3</c:v>
                </c:pt>
                <c:pt idx="53902">
                  <c:v>24.3</c:v>
                </c:pt>
                <c:pt idx="53903">
                  <c:v>24.35</c:v>
                </c:pt>
                <c:pt idx="53904">
                  <c:v>24.35</c:v>
                </c:pt>
                <c:pt idx="53905">
                  <c:v>24.4</c:v>
                </c:pt>
                <c:pt idx="53906">
                  <c:v>24.4</c:v>
                </c:pt>
                <c:pt idx="53907">
                  <c:v>24.45</c:v>
                </c:pt>
                <c:pt idx="53908">
                  <c:v>24.45</c:v>
                </c:pt>
                <c:pt idx="53909">
                  <c:v>24.45</c:v>
                </c:pt>
                <c:pt idx="53910">
                  <c:v>24.5</c:v>
                </c:pt>
                <c:pt idx="53911">
                  <c:v>24.5</c:v>
                </c:pt>
                <c:pt idx="53912">
                  <c:v>24.5</c:v>
                </c:pt>
                <c:pt idx="53913">
                  <c:v>24.5</c:v>
                </c:pt>
                <c:pt idx="53914">
                  <c:v>24.5</c:v>
                </c:pt>
                <c:pt idx="53915">
                  <c:v>24.45</c:v>
                </c:pt>
                <c:pt idx="53916">
                  <c:v>24.45</c:v>
                </c:pt>
                <c:pt idx="53917">
                  <c:v>24.4</c:v>
                </c:pt>
                <c:pt idx="53918">
                  <c:v>24.35</c:v>
                </c:pt>
                <c:pt idx="53919">
                  <c:v>24.3</c:v>
                </c:pt>
                <c:pt idx="53920">
                  <c:v>24.3</c:v>
                </c:pt>
                <c:pt idx="53921">
                  <c:v>24.3</c:v>
                </c:pt>
                <c:pt idx="53922">
                  <c:v>24.25</c:v>
                </c:pt>
                <c:pt idx="53923">
                  <c:v>24.3</c:v>
                </c:pt>
                <c:pt idx="53924">
                  <c:v>24.3</c:v>
                </c:pt>
                <c:pt idx="53925">
                  <c:v>24.25</c:v>
                </c:pt>
                <c:pt idx="53926">
                  <c:v>24.25</c:v>
                </c:pt>
                <c:pt idx="53927">
                  <c:v>24.25</c:v>
                </c:pt>
                <c:pt idx="53928">
                  <c:v>24.3</c:v>
                </c:pt>
                <c:pt idx="53929">
                  <c:v>24.35</c:v>
                </c:pt>
                <c:pt idx="53930">
                  <c:v>24.35</c:v>
                </c:pt>
                <c:pt idx="53931">
                  <c:v>24.3</c:v>
                </c:pt>
                <c:pt idx="53932">
                  <c:v>24.35</c:v>
                </c:pt>
                <c:pt idx="53933">
                  <c:v>24.35</c:v>
                </c:pt>
                <c:pt idx="53934">
                  <c:v>24.4</c:v>
                </c:pt>
                <c:pt idx="53935">
                  <c:v>24.4</c:v>
                </c:pt>
                <c:pt idx="53936">
                  <c:v>24.4</c:v>
                </c:pt>
                <c:pt idx="53937">
                  <c:v>24.45</c:v>
                </c:pt>
                <c:pt idx="53938">
                  <c:v>24.45</c:v>
                </c:pt>
                <c:pt idx="53939">
                  <c:v>24.5</c:v>
                </c:pt>
                <c:pt idx="53940">
                  <c:v>24.5</c:v>
                </c:pt>
                <c:pt idx="53941">
                  <c:v>24.5</c:v>
                </c:pt>
                <c:pt idx="53942">
                  <c:v>24.5</c:v>
                </c:pt>
                <c:pt idx="53943">
                  <c:v>24.5</c:v>
                </c:pt>
                <c:pt idx="53944">
                  <c:v>24.5</c:v>
                </c:pt>
                <c:pt idx="53945">
                  <c:v>24.5</c:v>
                </c:pt>
                <c:pt idx="53946">
                  <c:v>24.5</c:v>
                </c:pt>
                <c:pt idx="53947">
                  <c:v>24.4</c:v>
                </c:pt>
                <c:pt idx="53948">
                  <c:v>24.4</c:v>
                </c:pt>
                <c:pt idx="53949">
                  <c:v>24.35</c:v>
                </c:pt>
                <c:pt idx="53950">
                  <c:v>24.35</c:v>
                </c:pt>
                <c:pt idx="53951">
                  <c:v>24.3</c:v>
                </c:pt>
                <c:pt idx="53952">
                  <c:v>24.3</c:v>
                </c:pt>
                <c:pt idx="53953">
                  <c:v>24.3</c:v>
                </c:pt>
                <c:pt idx="53954">
                  <c:v>24.3</c:v>
                </c:pt>
                <c:pt idx="53955">
                  <c:v>24.3</c:v>
                </c:pt>
                <c:pt idx="53956">
                  <c:v>24.3</c:v>
                </c:pt>
                <c:pt idx="53957">
                  <c:v>24.3</c:v>
                </c:pt>
                <c:pt idx="53958">
                  <c:v>24.3</c:v>
                </c:pt>
                <c:pt idx="53959">
                  <c:v>24.3</c:v>
                </c:pt>
                <c:pt idx="53960">
                  <c:v>24.35</c:v>
                </c:pt>
                <c:pt idx="53961">
                  <c:v>24.35</c:v>
                </c:pt>
                <c:pt idx="53962">
                  <c:v>24.4</c:v>
                </c:pt>
                <c:pt idx="53963">
                  <c:v>24.4</c:v>
                </c:pt>
                <c:pt idx="53964">
                  <c:v>24.4</c:v>
                </c:pt>
                <c:pt idx="53965">
                  <c:v>24.4</c:v>
                </c:pt>
                <c:pt idx="53966">
                  <c:v>24.45</c:v>
                </c:pt>
                <c:pt idx="53967">
                  <c:v>24.45</c:v>
                </c:pt>
                <c:pt idx="53968">
                  <c:v>24.5</c:v>
                </c:pt>
                <c:pt idx="53969">
                  <c:v>24.5</c:v>
                </c:pt>
                <c:pt idx="53970">
                  <c:v>24.5</c:v>
                </c:pt>
                <c:pt idx="53971">
                  <c:v>24.5</c:v>
                </c:pt>
                <c:pt idx="53972">
                  <c:v>24.5</c:v>
                </c:pt>
                <c:pt idx="53973">
                  <c:v>24.5</c:v>
                </c:pt>
                <c:pt idx="53974">
                  <c:v>24.5</c:v>
                </c:pt>
                <c:pt idx="53975">
                  <c:v>24.5</c:v>
                </c:pt>
                <c:pt idx="53976">
                  <c:v>24.45</c:v>
                </c:pt>
                <c:pt idx="53977">
                  <c:v>24.4</c:v>
                </c:pt>
                <c:pt idx="53978">
                  <c:v>24.35</c:v>
                </c:pt>
                <c:pt idx="53979">
                  <c:v>24.3</c:v>
                </c:pt>
                <c:pt idx="53980">
                  <c:v>24.25</c:v>
                </c:pt>
                <c:pt idx="53981">
                  <c:v>24.25</c:v>
                </c:pt>
                <c:pt idx="53982">
                  <c:v>24.25</c:v>
                </c:pt>
                <c:pt idx="53983">
                  <c:v>24.25</c:v>
                </c:pt>
                <c:pt idx="53984">
                  <c:v>24.25</c:v>
                </c:pt>
                <c:pt idx="53985">
                  <c:v>24.3</c:v>
                </c:pt>
                <c:pt idx="53986">
                  <c:v>24.25</c:v>
                </c:pt>
                <c:pt idx="53987">
                  <c:v>24.25</c:v>
                </c:pt>
                <c:pt idx="53988">
                  <c:v>24.25</c:v>
                </c:pt>
                <c:pt idx="53989">
                  <c:v>24.3</c:v>
                </c:pt>
                <c:pt idx="53990">
                  <c:v>24.3</c:v>
                </c:pt>
                <c:pt idx="53991">
                  <c:v>24.35</c:v>
                </c:pt>
                <c:pt idx="53992">
                  <c:v>24.35</c:v>
                </c:pt>
                <c:pt idx="53993">
                  <c:v>24.4</c:v>
                </c:pt>
                <c:pt idx="53994">
                  <c:v>24.4</c:v>
                </c:pt>
                <c:pt idx="53995">
                  <c:v>24.4</c:v>
                </c:pt>
                <c:pt idx="53996">
                  <c:v>24.45</c:v>
                </c:pt>
                <c:pt idx="53997">
                  <c:v>24.5</c:v>
                </c:pt>
                <c:pt idx="53998">
                  <c:v>24.45</c:v>
                </c:pt>
                <c:pt idx="53999">
                  <c:v>24.5</c:v>
                </c:pt>
                <c:pt idx="54000">
                  <c:v>24.5</c:v>
                </c:pt>
                <c:pt idx="54001">
                  <c:v>24.5</c:v>
                </c:pt>
                <c:pt idx="54002">
                  <c:v>24.55</c:v>
                </c:pt>
                <c:pt idx="54003">
                  <c:v>24.5</c:v>
                </c:pt>
                <c:pt idx="54004">
                  <c:v>24.5</c:v>
                </c:pt>
                <c:pt idx="54005">
                  <c:v>24.5</c:v>
                </c:pt>
                <c:pt idx="54006">
                  <c:v>24.45</c:v>
                </c:pt>
                <c:pt idx="54007">
                  <c:v>24.4</c:v>
                </c:pt>
                <c:pt idx="54008">
                  <c:v>24.35</c:v>
                </c:pt>
                <c:pt idx="54009">
                  <c:v>24.35</c:v>
                </c:pt>
                <c:pt idx="54010">
                  <c:v>24.3</c:v>
                </c:pt>
                <c:pt idx="54011">
                  <c:v>24.3</c:v>
                </c:pt>
                <c:pt idx="54012">
                  <c:v>24.25</c:v>
                </c:pt>
                <c:pt idx="54013">
                  <c:v>24.25</c:v>
                </c:pt>
                <c:pt idx="54014">
                  <c:v>24.25</c:v>
                </c:pt>
                <c:pt idx="54015">
                  <c:v>24.25</c:v>
                </c:pt>
                <c:pt idx="54016">
                  <c:v>24.25</c:v>
                </c:pt>
                <c:pt idx="54017">
                  <c:v>24.3</c:v>
                </c:pt>
                <c:pt idx="54018">
                  <c:v>24.3</c:v>
                </c:pt>
                <c:pt idx="54019">
                  <c:v>24.3</c:v>
                </c:pt>
                <c:pt idx="54020">
                  <c:v>24.3</c:v>
                </c:pt>
                <c:pt idx="54021">
                  <c:v>24.35</c:v>
                </c:pt>
                <c:pt idx="54022">
                  <c:v>24.35</c:v>
                </c:pt>
                <c:pt idx="54023">
                  <c:v>24.35</c:v>
                </c:pt>
                <c:pt idx="54024">
                  <c:v>24.4</c:v>
                </c:pt>
                <c:pt idx="54025">
                  <c:v>24.4</c:v>
                </c:pt>
                <c:pt idx="54026">
                  <c:v>24.4</c:v>
                </c:pt>
                <c:pt idx="54027">
                  <c:v>24.4</c:v>
                </c:pt>
                <c:pt idx="54028">
                  <c:v>24.45</c:v>
                </c:pt>
                <c:pt idx="54029">
                  <c:v>24.45</c:v>
                </c:pt>
                <c:pt idx="54030">
                  <c:v>24.5</c:v>
                </c:pt>
                <c:pt idx="54031">
                  <c:v>24.5</c:v>
                </c:pt>
                <c:pt idx="54032">
                  <c:v>24.5</c:v>
                </c:pt>
                <c:pt idx="54033">
                  <c:v>24.5</c:v>
                </c:pt>
                <c:pt idx="54034">
                  <c:v>24.5</c:v>
                </c:pt>
                <c:pt idx="54035">
                  <c:v>24.45</c:v>
                </c:pt>
                <c:pt idx="54036">
                  <c:v>24.4</c:v>
                </c:pt>
                <c:pt idx="54037">
                  <c:v>24.4</c:v>
                </c:pt>
                <c:pt idx="54038">
                  <c:v>24.35</c:v>
                </c:pt>
                <c:pt idx="54039">
                  <c:v>24.3</c:v>
                </c:pt>
                <c:pt idx="54040">
                  <c:v>24.3</c:v>
                </c:pt>
                <c:pt idx="54041">
                  <c:v>24.25</c:v>
                </c:pt>
                <c:pt idx="54042">
                  <c:v>24.25</c:v>
                </c:pt>
                <c:pt idx="54043">
                  <c:v>24.25</c:v>
                </c:pt>
                <c:pt idx="54044">
                  <c:v>24.25</c:v>
                </c:pt>
                <c:pt idx="54045">
                  <c:v>24.25</c:v>
                </c:pt>
                <c:pt idx="54046">
                  <c:v>24.25</c:v>
                </c:pt>
                <c:pt idx="54047">
                  <c:v>24.3</c:v>
                </c:pt>
                <c:pt idx="54048">
                  <c:v>24.25</c:v>
                </c:pt>
                <c:pt idx="54049">
                  <c:v>24.3</c:v>
                </c:pt>
                <c:pt idx="54050">
                  <c:v>24.3</c:v>
                </c:pt>
                <c:pt idx="54051">
                  <c:v>24.3</c:v>
                </c:pt>
                <c:pt idx="54052">
                  <c:v>24.35</c:v>
                </c:pt>
                <c:pt idx="54053">
                  <c:v>24.35</c:v>
                </c:pt>
                <c:pt idx="54054">
                  <c:v>24.35</c:v>
                </c:pt>
                <c:pt idx="54055">
                  <c:v>24.4</c:v>
                </c:pt>
                <c:pt idx="54056">
                  <c:v>24.45</c:v>
                </c:pt>
                <c:pt idx="54057">
                  <c:v>24.45</c:v>
                </c:pt>
                <c:pt idx="54058">
                  <c:v>24.45</c:v>
                </c:pt>
                <c:pt idx="54059">
                  <c:v>24.5</c:v>
                </c:pt>
                <c:pt idx="54060">
                  <c:v>24.5</c:v>
                </c:pt>
                <c:pt idx="54061">
                  <c:v>24.5</c:v>
                </c:pt>
                <c:pt idx="54062">
                  <c:v>24.5</c:v>
                </c:pt>
                <c:pt idx="54063">
                  <c:v>24.55</c:v>
                </c:pt>
                <c:pt idx="54064">
                  <c:v>24.5</c:v>
                </c:pt>
                <c:pt idx="54065">
                  <c:v>24.5</c:v>
                </c:pt>
                <c:pt idx="54066">
                  <c:v>24.45</c:v>
                </c:pt>
                <c:pt idx="54067">
                  <c:v>24.4</c:v>
                </c:pt>
                <c:pt idx="54068">
                  <c:v>24.35</c:v>
                </c:pt>
                <c:pt idx="54069">
                  <c:v>24.35</c:v>
                </c:pt>
                <c:pt idx="54070">
                  <c:v>24.3</c:v>
                </c:pt>
                <c:pt idx="54071">
                  <c:v>24.3</c:v>
                </c:pt>
                <c:pt idx="54072">
                  <c:v>24.25</c:v>
                </c:pt>
                <c:pt idx="54073">
                  <c:v>24.25</c:v>
                </c:pt>
                <c:pt idx="54074">
                  <c:v>24.25</c:v>
                </c:pt>
                <c:pt idx="54075">
                  <c:v>24.25</c:v>
                </c:pt>
                <c:pt idx="54076">
                  <c:v>24.25</c:v>
                </c:pt>
                <c:pt idx="54077">
                  <c:v>24.25</c:v>
                </c:pt>
                <c:pt idx="54078">
                  <c:v>24.25</c:v>
                </c:pt>
                <c:pt idx="54079">
                  <c:v>24.25</c:v>
                </c:pt>
                <c:pt idx="54080">
                  <c:v>24.3</c:v>
                </c:pt>
                <c:pt idx="54081">
                  <c:v>24.3</c:v>
                </c:pt>
                <c:pt idx="54082">
                  <c:v>24.3</c:v>
                </c:pt>
                <c:pt idx="54083">
                  <c:v>24.35</c:v>
                </c:pt>
                <c:pt idx="54084">
                  <c:v>24.35</c:v>
                </c:pt>
                <c:pt idx="54085">
                  <c:v>24.4</c:v>
                </c:pt>
                <c:pt idx="54086">
                  <c:v>24.4</c:v>
                </c:pt>
                <c:pt idx="54087">
                  <c:v>24.45</c:v>
                </c:pt>
                <c:pt idx="54088">
                  <c:v>24.45</c:v>
                </c:pt>
                <c:pt idx="54089">
                  <c:v>24.5</c:v>
                </c:pt>
                <c:pt idx="54090">
                  <c:v>24.5</c:v>
                </c:pt>
                <c:pt idx="54091">
                  <c:v>24.55</c:v>
                </c:pt>
                <c:pt idx="54092">
                  <c:v>24.55</c:v>
                </c:pt>
                <c:pt idx="54093">
                  <c:v>24.55</c:v>
                </c:pt>
                <c:pt idx="54094">
                  <c:v>24.5</c:v>
                </c:pt>
                <c:pt idx="54095">
                  <c:v>24.5</c:v>
                </c:pt>
                <c:pt idx="54096">
                  <c:v>24.45</c:v>
                </c:pt>
                <c:pt idx="54097">
                  <c:v>24.4</c:v>
                </c:pt>
                <c:pt idx="54098">
                  <c:v>24.35</c:v>
                </c:pt>
                <c:pt idx="54099">
                  <c:v>24.35</c:v>
                </c:pt>
                <c:pt idx="54100">
                  <c:v>24.3</c:v>
                </c:pt>
                <c:pt idx="54101">
                  <c:v>24.3</c:v>
                </c:pt>
                <c:pt idx="54102">
                  <c:v>24.25</c:v>
                </c:pt>
                <c:pt idx="54103">
                  <c:v>24.25</c:v>
                </c:pt>
                <c:pt idx="54104">
                  <c:v>24.25</c:v>
                </c:pt>
                <c:pt idx="54105">
                  <c:v>24.25</c:v>
                </c:pt>
                <c:pt idx="54106">
                  <c:v>24.25</c:v>
                </c:pt>
                <c:pt idx="54107">
                  <c:v>24.25</c:v>
                </c:pt>
                <c:pt idx="54108">
                  <c:v>24.3</c:v>
                </c:pt>
                <c:pt idx="54109">
                  <c:v>24.3</c:v>
                </c:pt>
                <c:pt idx="54110">
                  <c:v>24.3</c:v>
                </c:pt>
                <c:pt idx="54111">
                  <c:v>24.3</c:v>
                </c:pt>
                <c:pt idx="54112">
                  <c:v>24.3</c:v>
                </c:pt>
                <c:pt idx="54113">
                  <c:v>24.35</c:v>
                </c:pt>
                <c:pt idx="54114">
                  <c:v>24.35</c:v>
                </c:pt>
                <c:pt idx="54115">
                  <c:v>24.4</c:v>
                </c:pt>
                <c:pt idx="54116">
                  <c:v>24.4</c:v>
                </c:pt>
                <c:pt idx="54117">
                  <c:v>24.4</c:v>
                </c:pt>
                <c:pt idx="54118">
                  <c:v>24.45</c:v>
                </c:pt>
                <c:pt idx="54119">
                  <c:v>24.45</c:v>
                </c:pt>
                <c:pt idx="54120">
                  <c:v>24.5</c:v>
                </c:pt>
                <c:pt idx="54121">
                  <c:v>24.5</c:v>
                </c:pt>
                <c:pt idx="54122">
                  <c:v>24.5</c:v>
                </c:pt>
                <c:pt idx="54123">
                  <c:v>24.5</c:v>
                </c:pt>
                <c:pt idx="54124">
                  <c:v>24.5</c:v>
                </c:pt>
                <c:pt idx="54125">
                  <c:v>24.5</c:v>
                </c:pt>
                <c:pt idx="54126">
                  <c:v>24.45</c:v>
                </c:pt>
                <c:pt idx="54127">
                  <c:v>24.4</c:v>
                </c:pt>
                <c:pt idx="54128">
                  <c:v>24.35</c:v>
                </c:pt>
                <c:pt idx="54129">
                  <c:v>24.35</c:v>
                </c:pt>
                <c:pt idx="54130">
                  <c:v>24.3</c:v>
                </c:pt>
                <c:pt idx="54131">
                  <c:v>24.3</c:v>
                </c:pt>
                <c:pt idx="54132">
                  <c:v>24.3</c:v>
                </c:pt>
                <c:pt idx="54133">
                  <c:v>24.3</c:v>
                </c:pt>
                <c:pt idx="54134">
                  <c:v>24.25</c:v>
                </c:pt>
                <c:pt idx="54135">
                  <c:v>24.25</c:v>
                </c:pt>
                <c:pt idx="54136">
                  <c:v>24.25</c:v>
                </c:pt>
                <c:pt idx="54137">
                  <c:v>24.25</c:v>
                </c:pt>
                <c:pt idx="54138">
                  <c:v>24.3</c:v>
                </c:pt>
                <c:pt idx="54139">
                  <c:v>24.3</c:v>
                </c:pt>
                <c:pt idx="54140">
                  <c:v>24.3</c:v>
                </c:pt>
                <c:pt idx="54141">
                  <c:v>24.3</c:v>
                </c:pt>
                <c:pt idx="54142">
                  <c:v>24.3</c:v>
                </c:pt>
                <c:pt idx="54143">
                  <c:v>24.35</c:v>
                </c:pt>
                <c:pt idx="54144">
                  <c:v>24.35</c:v>
                </c:pt>
                <c:pt idx="54145">
                  <c:v>24.4</c:v>
                </c:pt>
                <c:pt idx="54146">
                  <c:v>24.4</c:v>
                </c:pt>
                <c:pt idx="54147">
                  <c:v>24.4</c:v>
                </c:pt>
                <c:pt idx="54148">
                  <c:v>24.45</c:v>
                </c:pt>
                <c:pt idx="54149">
                  <c:v>24.45</c:v>
                </c:pt>
                <c:pt idx="54150">
                  <c:v>24.5</c:v>
                </c:pt>
                <c:pt idx="54151">
                  <c:v>24.5</c:v>
                </c:pt>
                <c:pt idx="54152">
                  <c:v>24.5</c:v>
                </c:pt>
                <c:pt idx="54153">
                  <c:v>24.5</c:v>
                </c:pt>
                <c:pt idx="54154">
                  <c:v>24.5</c:v>
                </c:pt>
                <c:pt idx="54155">
                  <c:v>24.5</c:v>
                </c:pt>
                <c:pt idx="54156">
                  <c:v>24.45</c:v>
                </c:pt>
                <c:pt idx="54157">
                  <c:v>24.4</c:v>
                </c:pt>
                <c:pt idx="54158">
                  <c:v>24.4</c:v>
                </c:pt>
                <c:pt idx="54159">
                  <c:v>24.35</c:v>
                </c:pt>
                <c:pt idx="54160">
                  <c:v>24.3</c:v>
                </c:pt>
                <c:pt idx="54161">
                  <c:v>24.3</c:v>
                </c:pt>
                <c:pt idx="54162">
                  <c:v>24.3</c:v>
                </c:pt>
                <c:pt idx="54163">
                  <c:v>24.3</c:v>
                </c:pt>
                <c:pt idx="54164">
                  <c:v>24.3</c:v>
                </c:pt>
                <c:pt idx="54165">
                  <c:v>24.3</c:v>
                </c:pt>
                <c:pt idx="54166">
                  <c:v>24.3</c:v>
                </c:pt>
                <c:pt idx="54167">
                  <c:v>24.3</c:v>
                </c:pt>
                <c:pt idx="54168">
                  <c:v>24.3</c:v>
                </c:pt>
                <c:pt idx="54169">
                  <c:v>24.3</c:v>
                </c:pt>
                <c:pt idx="54170">
                  <c:v>24.3</c:v>
                </c:pt>
                <c:pt idx="54171">
                  <c:v>24.35</c:v>
                </c:pt>
                <c:pt idx="54172">
                  <c:v>24.35</c:v>
                </c:pt>
                <c:pt idx="54173">
                  <c:v>24.35</c:v>
                </c:pt>
                <c:pt idx="54174">
                  <c:v>24.4</c:v>
                </c:pt>
                <c:pt idx="54175">
                  <c:v>24.4</c:v>
                </c:pt>
                <c:pt idx="54176">
                  <c:v>24.4</c:v>
                </c:pt>
                <c:pt idx="54177">
                  <c:v>24.45</c:v>
                </c:pt>
                <c:pt idx="54178">
                  <c:v>24.45</c:v>
                </c:pt>
                <c:pt idx="54179">
                  <c:v>24.5</c:v>
                </c:pt>
                <c:pt idx="54180">
                  <c:v>24.5</c:v>
                </c:pt>
                <c:pt idx="54181">
                  <c:v>24.5</c:v>
                </c:pt>
                <c:pt idx="54182">
                  <c:v>24.5</c:v>
                </c:pt>
                <c:pt idx="54183">
                  <c:v>24.5</c:v>
                </c:pt>
                <c:pt idx="54184">
                  <c:v>24.5</c:v>
                </c:pt>
                <c:pt idx="54185">
                  <c:v>24.45</c:v>
                </c:pt>
                <c:pt idx="54186">
                  <c:v>24.4</c:v>
                </c:pt>
                <c:pt idx="54187">
                  <c:v>24.4</c:v>
                </c:pt>
                <c:pt idx="54188">
                  <c:v>24.35</c:v>
                </c:pt>
                <c:pt idx="54189">
                  <c:v>24.3</c:v>
                </c:pt>
                <c:pt idx="54190">
                  <c:v>24.3</c:v>
                </c:pt>
                <c:pt idx="54191">
                  <c:v>24.3</c:v>
                </c:pt>
                <c:pt idx="54192">
                  <c:v>24.3</c:v>
                </c:pt>
                <c:pt idx="54193">
                  <c:v>24.3</c:v>
                </c:pt>
                <c:pt idx="54194">
                  <c:v>24.3</c:v>
                </c:pt>
                <c:pt idx="54195">
                  <c:v>24.3</c:v>
                </c:pt>
                <c:pt idx="54196">
                  <c:v>24.3</c:v>
                </c:pt>
                <c:pt idx="54197">
                  <c:v>24.3</c:v>
                </c:pt>
                <c:pt idx="54198">
                  <c:v>24.35</c:v>
                </c:pt>
                <c:pt idx="54199">
                  <c:v>24.35</c:v>
                </c:pt>
                <c:pt idx="54200">
                  <c:v>24.35</c:v>
                </c:pt>
                <c:pt idx="54201">
                  <c:v>24.35</c:v>
                </c:pt>
                <c:pt idx="54202">
                  <c:v>24.35</c:v>
                </c:pt>
                <c:pt idx="54203">
                  <c:v>24.35</c:v>
                </c:pt>
                <c:pt idx="54204">
                  <c:v>24.4</c:v>
                </c:pt>
                <c:pt idx="54205">
                  <c:v>24.4</c:v>
                </c:pt>
                <c:pt idx="54206">
                  <c:v>24.45</c:v>
                </c:pt>
                <c:pt idx="54207">
                  <c:v>24.45</c:v>
                </c:pt>
                <c:pt idx="54208">
                  <c:v>24.45</c:v>
                </c:pt>
                <c:pt idx="54209">
                  <c:v>24.45</c:v>
                </c:pt>
                <c:pt idx="54210">
                  <c:v>24.5</c:v>
                </c:pt>
                <c:pt idx="54211">
                  <c:v>24.5</c:v>
                </c:pt>
                <c:pt idx="54212">
                  <c:v>24.5</c:v>
                </c:pt>
                <c:pt idx="54213">
                  <c:v>24.5</c:v>
                </c:pt>
                <c:pt idx="54214">
                  <c:v>24.5</c:v>
                </c:pt>
                <c:pt idx="54215">
                  <c:v>24.5</c:v>
                </c:pt>
                <c:pt idx="54216">
                  <c:v>24.45</c:v>
                </c:pt>
                <c:pt idx="54217">
                  <c:v>24.45</c:v>
                </c:pt>
                <c:pt idx="54218">
                  <c:v>24.4</c:v>
                </c:pt>
                <c:pt idx="54219">
                  <c:v>24.35</c:v>
                </c:pt>
                <c:pt idx="54220">
                  <c:v>24.3</c:v>
                </c:pt>
                <c:pt idx="54221">
                  <c:v>24.3</c:v>
                </c:pt>
                <c:pt idx="54222">
                  <c:v>24.3</c:v>
                </c:pt>
                <c:pt idx="54223">
                  <c:v>24.3</c:v>
                </c:pt>
                <c:pt idx="54224">
                  <c:v>24.3</c:v>
                </c:pt>
                <c:pt idx="54225">
                  <c:v>24.3</c:v>
                </c:pt>
                <c:pt idx="54226">
                  <c:v>24.3</c:v>
                </c:pt>
                <c:pt idx="54227">
                  <c:v>24.3</c:v>
                </c:pt>
                <c:pt idx="54228">
                  <c:v>24.3</c:v>
                </c:pt>
                <c:pt idx="54229">
                  <c:v>24.3</c:v>
                </c:pt>
                <c:pt idx="54230">
                  <c:v>24.3</c:v>
                </c:pt>
                <c:pt idx="54231">
                  <c:v>24.35</c:v>
                </c:pt>
                <c:pt idx="54232">
                  <c:v>24.35</c:v>
                </c:pt>
                <c:pt idx="54233">
                  <c:v>24.35</c:v>
                </c:pt>
                <c:pt idx="54234">
                  <c:v>24.35</c:v>
                </c:pt>
                <c:pt idx="54235">
                  <c:v>24.4</c:v>
                </c:pt>
                <c:pt idx="54236">
                  <c:v>24.4</c:v>
                </c:pt>
                <c:pt idx="54237">
                  <c:v>24.4</c:v>
                </c:pt>
                <c:pt idx="54238">
                  <c:v>24.45</c:v>
                </c:pt>
                <c:pt idx="54239">
                  <c:v>24.5</c:v>
                </c:pt>
                <c:pt idx="54240">
                  <c:v>24.5</c:v>
                </c:pt>
                <c:pt idx="54241">
                  <c:v>24.5</c:v>
                </c:pt>
                <c:pt idx="54242">
                  <c:v>24.5</c:v>
                </c:pt>
                <c:pt idx="54243">
                  <c:v>24.5</c:v>
                </c:pt>
                <c:pt idx="54244">
                  <c:v>24.5</c:v>
                </c:pt>
                <c:pt idx="54245">
                  <c:v>24.45</c:v>
                </c:pt>
                <c:pt idx="54246">
                  <c:v>24.45</c:v>
                </c:pt>
                <c:pt idx="54247">
                  <c:v>24.4</c:v>
                </c:pt>
                <c:pt idx="54248">
                  <c:v>24.35</c:v>
                </c:pt>
                <c:pt idx="54249">
                  <c:v>24.35</c:v>
                </c:pt>
                <c:pt idx="54250">
                  <c:v>24.35</c:v>
                </c:pt>
                <c:pt idx="54251">
                  <c:v>24.3</c:v>
                </c:pt>
                <c:pt idx="54252">
                  <c:v>24.3</c:v>
                </c:pt>
                <c:pt idx="54253">
                  <c:v>24.3</c:v>
                </c:pt>
                <c:pt idx="54254">
                  <c:v>24.3</c:v>
                </c:pt>
                <c:pt idx="54255">
                  <c:v>24.3</c:v>
                </c:pt>
                <c:pt idx="54256">
                  <c:v>24.3</c:v>
                </c:pt>
                <c:pt idx="54257">
                  <c:v>24.3</c:v>
                </c:pt>
                <c:pt idx="54258">
                  <c:v>24.3</c:v>
                </c:pt>
                <c:pt idx="54259">
                  <c:v>24.3</c:v>
                </c:pt>
                <c:pt idx="54260">
                  <c:v>24.35</c:v>
                </c:pt>
                <c:pt idx="54261">
                  <c:v>24.35</c:v>
                </c:pt>
                <c:pt idx="54262">
                  <c:v>24.35</c:v>
                </c:pt>
                <c:pt idx="54263">
                  <c:v>24.35</c:v>
                </c:pt>
                <c:pt idx="54264">
                  <c:v>24.4</c:v>
                </c:pt>
                <c:pt idx="54265">
                  <c:v>24.4</c:v>
                </c:pt>
                <c:pt idx="54266">
                  <c:v>24.4</c:v>
                </c:pt>
                <c:pt idx="54267">
                  <c:v>24.4</c:v>
                </c:pt>
                <c:pt idx="54268">
                  <c:v>24.45</c:v>
                </c:pt>
                <c:pt idx="54269">
                  <c:v>24.45</c:v>
                </c:pt>
                <c:pt idx="54270">
                  <c:v>24.5</c:v>
                </c:pt>
                <c:pt idx="54271">
                  <c:v>24.5</c:v>
                </c:pt>
                <c:pt idx="54272">
                  <c:v>24.5</c:v>
                </c:pt>
                <c:pt idx="54273">
                  <c:v>24.5</c:v>
                </c:pt>
                <c:pt idx="54274">
                  <c:v>24.5</c:v>
                </c:pt>
                <c:pt idx="54275">
                  <c:v>24.45</c:v>
                </c:pt>
                <c:pt idx="54276">
                  <c:v>24.45</c:v>
                </c:pt>
                <c:pt idx="54277">
                  <c:v>24.4</c:v>
                </c:pt>
                <c:pt idx="54278">
                  <c:v>24.35</c:v>
                </c:pt>
                <c:pt idx="54279">
                  <c:v>24.35</c:v>
                </c:pt>
                <c:pt idx="54280">
                  <c:v>24.35</c:v>
                </c:pt>
                <c:pt idx="54281">
                  <c:v>24.3</c:v>
                </c:pt>
                <c:pt idx="54282">
                  <c:v>24.3</c:v>
                </c:pt>
                <c:pt idx="54283">
                  <c:v>24.3</c:v>
                </c:pt>
                <c:pt idx="54284">
                  <c:v>24.3</c:v>
                </c:pt>
                <c:pt idx="54285">
                  <c:v>24.3</c:v>
                </c:pt>
                <c:pt idx="54286">
                  <c:v>24.3</c:v>
                </c:pt>
                <c:pt idx="54287">
                  <c:v>24.3</c:v>
                </c:pt>
                <c:pt idx="54288">
                  <c:v>24.3</c:v>
                </c:pt>
                <c:pt idx="54289">
                  <c:v>24.3</c:v>
                </c:pt>
                <c:pt idx="54290">
                  <c:v>24.3</c:v>
                </c:pt>
                <c:pt idx="54291">
                  <c:v>24.3</c:v>
                </c:pt>
                <c:pt idx="54292">
                  <c:v>24.35</c:v>
                </c:pt>
                <c:pt idx="54293">
                  <c:v>24.35</c:v>
                </c:pt>
                <c:pt idx="54294">
                  <c:v>24.35</c:v>
                </c:pt>
                <c:pt idx="54295">
                  <c:v>24.4</c:v>
                </c:pt>
                <c:pt idx="54296">
                  <c:v>24.4</c:v>
                </c:pt>
                <c:pt idx="54297">
                  <c:v>24.4</c:v>
                </c:pt>
                <c:pt idx="54298">
                  <c:v>24.45</c:v>
                </c:pt>
                <c:pt idx="54299">
                  <c:v>24.45</c:v>
                </c:pt>
                <c:pt idx="54300">
                  <c:v>24.45</c:v>
                </c:pt>
                <c:pt idx="54301">
                  <c:v>24.5</c:v>
                </c:pt>
                <c:pt idx="54302">
                  <c:v>24.5</c:v>
                </c:pt>
                <c:pt idx="54303">
                  <c:v>24.5</c:v>
                </c:pt>
                <c:pt idx="54304">
                  <c:v>24.5</c:v>
                </c:pt>
                <c:pt idx="54305">
                  <c:v>24.5</c:v>
                </c:pt>
                <c:pt idx="54306">
                  <c:v>24.45</c:v>
                </c:pt>
                <c:pt idx="54307">
                  <c:v>24.4</c:v>
                </c:pt>
                <c:pt idx="54308">
                  <c:v>24.35</c:v>
                </c:pt>
                <c:pt idx="54309">
                  <c:v>24.35</c:v>
                </c:pt>
                <c:pt idx="54310">
                  <c:v>24.3</c:v>
                </c:pt>
                <c:pt idx="54311">
                  <c:v>24.3</c:v>
                </c:pt>
                <c:pt idx="54312">
                  <c:v>24.3</c:v>
                </c:pt>
                <c:pt idx="54313">
                  <c:v>24.3</c:v>
                </c:pt>
                <c:pt idx="54314">
                  <c:v>24.3</c:v>
                </c:pt>
                <c:pt idx="54315">
                  <c:v>24.3</c:v>
                </c:pt>
                <c:pt idx="54316">
                  <c:v>24.3</c:v>
                </c:pt>
                <c:pt idx="54317">
                  <c:v>24.3</c:v>
                </c:pt>
                <c:pt idx="54318">
                  <c:v>24.3</c:v>
                </c:pt>
                <c:pt idx="54319">
                  <c:v>24.3</c:v>
                </c:pt>
                <c:pt idx="54320">
                  <c:v>24.35</c:v>
                </c:pt>
                <c:pt idx="54321">
                  <c:v>24.35</c:v>
                </c:pt>
                <c:pt idx="54322">
                  <c:v>24.35</c:v>
                </c:pt>
                <c:pt idx="54323">
                  <c:v>24.35</c:v>
                </c:pt>
                <c:pt idx="54324">
                  <c:v>24.4</c:v>
                </c:pt>
                <c:pt idx="54325">
                  <c:v>24.4</c:v>
                </c:pt>
                <c:pt idx="54326">
                  <c:v>24.4</c:v>
                </c:pt>
                <c:pt idx="54327">
                  <c:v>24.45</c:v>
                </c:pt>
                <c:pt idx="54328">
                  <c:v>24.45</c:v>
                </c:pt>
                <c:pt idx="54329">
                  <c:v>24.45</c:v>
                </c:pt>
                <c:pt idx="54330">
                  <c:v>24.5</c:v>
                </c:pt>
                <c:pt idx="54331">
                  <c:v>24.5</c:v>
                </c:pt>
                <c:pt idx="54332">
                  <c:v>24.5</c:v>
                </c:pt>
                <c:pt idx="54333">
                  <c:v>24.5</c:v>
                </c:pt>
                <c:pt idx="54334">
                  <c:v>24.5</c:v>
                </c:pt>
                <c:pt idx="54335">
                  <c:v>24.5</c:v>
                </c:pt>
                <c:pt idx="54336">
                  <c:v>24.5</c:v>
                </c:pt>
                <c:pt idx="54337">
                  <c:v>24.45</c:v>
                </c:pt>
                <c:pt idx="54338">
                  <c:v>24.4</c:v>
                </c:pt>
                <c:pt idx="54339">
                  <c:v>24.35</c:v>
                </c:pt>
                <c:pt idx="54340">
                  <c:v>24.35</c:v>
                </c:pt>
                <c:pt idx="54341">
                  <c:v>24.3</c:v>
                </c:pt>
                <c:pt idx="54342">
                  <c:v>24.3</c:v>
                </c:pt>
                <c:pt idx="54343">
                  <c:v>24.3</c:v>
                </c:pt>
                <c:pt idx="54344">
                  <c:v>24.3</c:v>
                </c:pt>
                <c:pt idx="54345">
                  <c:v>24.3</c:v>
                </c:pt>
                <c:pt idx="54346">
                  <c:v>24.3</c:v>
                </c:pt>
                <c:pt idx="54347">
                  <c:v>24.3</c:v>
                </c:pt>
                <c:pt idx="54348">
                  <c:v>24.3</c:v>
                </c:pt>
                <c:pt idx="54349">
                  <c:v>24.35</c:v>
                </c:pt>
                <c:pt idx="54350">
                  <c:v>24.35</c:v>
                </c:pt>
                <c:pt idx="54351">
                  <c:v>24.35</c:v>
                </c:pt>
                <c:pt idx="54352">
                  <c:v>24.35</c:v>
                </c:pt>
                <c:pt idx="54353">
                  <c:v>24.35</c:v>
                </c:pt>
                <c:pt idx="54354">
                  <c:v>24.4</c:v>
                </c:pt>
                <c:pt idx="54355">
                  <c:v>24.4</c:v>
                </c:pt>
                <c:pt idx="54356">
                  <c:v>24.4</c:v>
                </c:pt>
                <c:pt idx="54357">
                  <c:v>24.45</c:v>
                </c:pt>
                <c:pt idx="54358">
                  <c:v>24.45</c:v>
                </c:pt>
                <c:pt idx="54359">
                  <c:v>24.45</c:v>
                </c:pt>
                <c:pt idx="54360">
                  <c:v>24.5</c:v>
                </c:pt>
                <c:pt idx="54361">
                  <c:v>24.5</c:v>
                </c:pt>
                <c:pt idx="54362">
                  <c:v>24.5</c:v>
                </c:pt>
                <c:pt idx="54363">
                  <c:v>24.5</c:v>
                </c:pt>
                <c:pt idx="54364">
                  <c:v>24.5</c:v>
                </c:pt>
                <c:pt idx="54365">
                  <c:v>24.5</c:v>
                </c:pt>
                <c:pt idx="54366">
                  <c:v>24.45</c:v>
                </c:pt>
                <c:pt idx="54367">
                  <c:v>24.4</c:v>
                </c:pt>
                <c:pt idx="54368">
                  <c:v>24.35</c:v>
                </c:pt>
                <c:pt idx="54369">
                  <c:v>24.35</c:v>
                </c:pt>
                <c:pt idx="54370">
                  <c:v>24.3</c:v>
                </c:pt>
                <c:pt idx="54371">
                  <c:v>24.3</c:v>
                </c:pt>
                <c:pt idx="54372">
                  <c:v>24.3</c:v>
                </c:pt>
                <c:pt idx="54373">
                  <c:v>24.3</c:v>
                </c:pt>
                <c:pt idx="54374">
                  <c:v>24.3</c:v>
                </c:pt>
                <c:pt idx="54375">
                  <c:v>24.3</c:v>
                </c:pt>
                <c:pt idx="54376">
                  <c:v>24.3</c:v>
                </c:pt>
                <c:pt idx="54377">
                  <c:v>24.3</c:v>
                </c:pt>
                <c:pt idx="54378">
                  <c:v>24.35</c:v>
                </c:pt>
                <c:pt idx="54379">
                  <c:v>24.35</c:v>
                </c:pt>
                <c:pt idx="54380">
                  <c:v>24.35</c:v>
                </c:pt>
                <c:pt idx="54381">
                  <c:v>24.35</c:v>
                </c:pt>
                <c:pt idx="54382">
                  <c:v>24.35</c:v>
                </c:pt>
                <c:pt idx="54383">
                  <c:v>24.4</c:v>
                </c:pt>
                <c:pt idx="54384">
                  <c:v>24.4</c:v>
                </c:pt>
                <c:pt idx="54385">
                  <c:v>24.4</c:v>
                </c:pt>
                <c:pt idx="54386">
                  <c:v>24.4</c:v>
                </c:pt>
                <c:pt idx="54387">
                  <c:v>24.45</c:v>
                </c:pt>
                <c:pt idx="54388">
                  <c:v>24.45</c:v>
                </c:pt>
                <c:pt idx="54389">
                  <c:v>24.5</c:v>
                </c:pt>
                <c:pt idx="54390">
                  <c:v>24.5</c:v>
                </c:pt>
                <c:pt idx="54391">
                  <c:v>24.5</c:v>
                </c:pt>
                <c:pt idx="54392">
                  <c:v>24.5</c:v>
                </c:pt>
                <c:pt idx="54393">
                  <c:v>24.5</c:v>
                </c:pt>
                <c:pt idx="54394">
                  <c:v>24.5</c:v>
                </c:pt>
                <c:pt idx="54395">
                  <c:v>24.45</c:v>
                </c:pt>
                <c:pt idx="54396">
                  <c:v>24.4</c:v>
                </c:pt>
                <c:pt idx="54397">
                  <c:v>24.4</c:v>
                </c:pt>
                <c:pt idx="54398">
                  <c:v>24.35</c:v>
                </c:pt>
                <c:pt idx="54399">
                  <c:v>24.3</c:v>
                </c:pt>
                <c:pt idx="54400">
                  <c:v>24.3</c:v>
                </c:pt>
                <c:pt idx="54401">
                  <c:v>24.25</c:v>
                </c:pt>
                <c:pt idx="54402">
                  <c:v>24.25</c:v>
                </c:pt>
                <c:pt idx="54403">
                  <c:v>24.25</c:v>
                </c:pt>
                <c:pt idx="54404">
                  <c:v>24.25</c:v>
                </c:pt>
                <c:pt idx="54405">
                  <c:v>24.25</c:v>
                </c:pt>
                <c:pt idx="54406">
                  <c:v>24.25</c:v>
                </c:pt>
                <c:pt idx="54407">
                  <c:v>24.3</c:v>
                </c:pt>
                <c:pt idx="54408">
                  <c:v>24.3</c:v>
                </c:pt>
                <c:pt idx="54409">
                  <c:v>24.3</c:v>
                </c:pt>
                <c:pt idx="54410">
                  <c:v>24.3</c:v>
                </c:pt>
                <c:pt idx="54411">
                  <c:v>24.35</c:v>
                </c:pt>
                <c:pt idx="54412">
                  <c:v>24.35</c:v>
                </c:pt>
                <c:pt idx="54413">
                  <c:v>24.35</c:v>
                </c:pt>
                <c:pt idx="54414">
                  <c:v>24.35</c:v>
                </c:pt>
                <c:pt idx="54415">
                  <c:v>24.4</c:v>
                </c:pt>
                <c:pt idx="54416">
                  <c:v>24.4</c:v>
                </c:pt>
                <c:pt idx="54417">
                  <c:v>24.4</c:v>
                </c:pt>
                <c:pt idx="54418">
                  <c:v>24.45</c:v>
                </c:pt>
                <c:pt idx="54419">
                  <c:v>24.45</c:v>
                </c:pt>
                <c:pt idx="54420">
                  <c:v>24.45</c:v>
                </c:pt>
                <c:pt idx="54421">
                  <c:v>24.45</c:v>
                </c:pt>
                <c:pt idx="54422">
                  <c:v>24.45</c:v>
                </c:pt>
                <c:pt idx="54423">
                  <c:v>24.45</c:v>
                </c:pt>
                <c:pt idx="54424">
                  <c:v>24.45</c:v>
                </c:pt>
                <c:pt idx="54425">
                  <c:v>24.4</c:v>
                </c:pt>
                <c:pt idx="54426">
                  <c:v>24.4</c:v>
                </c:pt>
                <c:pt idx="54427">
                  <c:v>24.35</c:v>
                </c:pt>
                <c:pt idx="54428">
                  <c:v>24.3</c:v>
                </c:pt>
                <c:pt idx="54429">
                  <c:v>24.25</c:v>
                </c:pt>
                <c:pt idx="54430">
                  <c:v>24.25</c:v>
                </c:pt>
                <c:pt idx="54431">
                  <c:v>24.25</c:v>
                </c:pt>
                <c:pt idx="54432">
                  <c:v>24.25</c:v>
                </c:pt>
                <c:pt idx="54433">
                  <c:v>24.25</c:v>
                </c:pt>
                <c:pt idx="54434">
                  <c:v>24.25</c:v>
                </c:pt>
                <c:pt idx="54435">
                  <c:v>24.25</c:v>
                </c:pt>
                <c:pt idx="54436">
                  <c:v>24.25</c:v>
                </c:pt>
                <c:pt idx="54437">
                  <c:v>24.25</c:v>
                </c:pt>
                <c:pt idx="54438">
                  <c:v>24.3</c:v>
                </c:pt>
                <c:pt idx="54439">
                  <c:v>24.3</c:v>
                </c:pt>
                <c:pt idx="54440">
                  <c:v>24.3</c:v>
                </c:pt>
                <c:pt idx="54441">
                  <c:v>24.35</c:v>
                </c:pt>
                <c:pt idx="54442">
                  <c:v>24.35</c:v>
                </c:pt>
                <c:pt idx="54443">
                  <c:v>24.35</c:v>
                </c:pt>
                <c:pt idx="54444">
                  <c:v>24.4</c:v>
                </c:pt>
                <c:pt idx="54445">
                  <c:v>24.4</c:v>
                </c:pt>
                <c:pt idx="54446">
                  <c:v>24.4</c:v>
                </c:pt>
                <c:pt idx="54447">
                  <c:v>24.45</c:v>
                </c:pt>
                <c:pt idx="54448">
                  <c:v>24.45</c:v>
                </c:pt>
                <c:pt idx="54449">
                  <c:v>24.45</c:v>
                </c:pt>
                <c:pt idx="54450">
                  <c:v>24.45</c:v>
                </c:pt>
                <c:pt idx="54451">
                  <c:v>24.5</c:v>
                </c:pt>
                <c:pt idx="54452">
                  <c:v>24.5</c:v>
                </c:pt>
                <c:pt idx="54453">
                  <c:v>24.5</c:v>
                </c:pt>
                <c:pt idx="54454">
                  <c:v>24.45</c:v>
                </c:pt>
                <c:pt idx="54455">
                  <c:v>24.45</c:v>
                </c:pt>
                <c:pt idx="54456">
                  <c:v>24.4</c:v>
                </c:pt>
                <c:pt idx="54457">
                  <c:v>24.35</c:v>
                </c:pt>
                <c:pt idx="54458">
                  <c:v>24.35</c:v>
                </c:pt>
                <c:pt idx="54459">
                  <c:v>24.3</c:v>
                </c:pt>
                <c:pt idx="54460">
                  <c:v>24.25</c:v>
                </c:pt>
                <c:pt idx="54461">
                  <c:v>24.25</c:v>
                </c:pt>
                <c:pt idx="54462">
                  <c:v>24.25</c:v>
                </c:pt>
                <c:pt idx="54463">
                  <c:v>24.25</c:v>
                </c:pt>
                <c:pt idx="54464">
                  <c:v>24.25</c:v>
                </c:pt>
                <c:pt idx="54465">
                  <c:v>24.25</c:v>
                </c:pt>
                <c:pt idx="54466">
                  <c:v>24.25</c:v>
                </c:pt>
                <c:pt idx="54467">
                  <c:v>24.25</c:v>
                </c:pt>
                <c:pt idx="54468">
                  <c:v>24.25</c:v>
                </c:pt>
                <c:pt idx="54469">
                  <c:v>24.3</c:v>
                </c:pt>
                <c:pt idx="54470">
                  <c:v>24.3</c:v>
                </c:pt>
                <c:pt idx="54471">
                  <c:v>24.3</c:v>
                </c:pt>
                <c:pt idx="54472">
                  <c:v>24.35</c:v>
                </c:pt>
                <c:pt idx="54473">
                  <c:v>24.35</c:v>
                </c:pt>
                <c:pt idx="54474">
                  <c:v>24.4</c:v>
                </c:pt>
                <c:pt idx="54475">
                  <c:v>24.4</c:v>
                </c:pt>
                <c:pt idx="54476">
                  <c:v>24.4</c:v>
                </c:pt>
                <c:pt idx="54477">
                  <c:v>24.45</c:v>
                </c:pt>
                <c:pt idx="54478">
                  <c:v>24.45</c:v>
                </c:pt>
                <c:pt idx="54479">
                  <c:v>24.45</c:v>
                </c:pt>
                <c:pt idx="54480">
                  <c:v>24.5</c:v>
                </c:pt>
                <c:pt idx="54481">
                  <c:v>24.5</c:v>
                </c:pt>
                <c:pt idx="54482">
                  <c:v>24.5</c:v>
                </c:pt>
                <c:pt idx="54483">
                  <c:v>24.5</c:v>
                </c:pt>
                <c:pt idx="54484">
                  <c:v>24.5</c:v>
                </c:pt>
                <c:pt idx="54485">
                  <c:v>24.45</c:v>
                </c:pt>
                <c:pt idx="54486">
                  <c:v>24.45</c:v>
                </c:pt>
                <c:pt idx="54487">
                  <c:v>24.4</c:v>
                </c:pt>
                <c:pt idx="54488">
                  <c:v>24.35</c:v>
                </c:pt>
                <c:pt idx="54489">
                  <c:v>24.35</c:v>
                </c:pt>
                <c:pt idx="54490">
                  <c:v>24.3</c:v>
                </c:pt>
                <c:pt idx="54491">
                  <c:v>24.3</c:v>
                </c:pt>
                <c:pt idx="54492">
                  <c:v>24.3</c:v>
                </c:pt>
                <c:pt idx="54493">
                  <c:v>24.25</c:v>
                </c:pt>
                <c:pt idx="54494">
                  <c:v>24.25</c:v>
                </c:pt>
                <c:pt idx="54495">
                  <c:v>24.25</c:v>
                </c:pt>
                <c:pt idx="54496">
                  <c:v>24.25</c:v>
                </c:pt>
                <c:pt idx="54497">
                  <c:v>24.25</c:v>
                </c:pt>
                <c:pt idx="54498">
                  <c:v>24.3</c:v>
                </c:pt>
                <c:pt idx="54499">
                  <c:v>24.3</c:v>
                </c:pt>
                <c:pt idx="54500">
                  <c:v>24.3</c:v>
                </c:pt>
                <c:pt idx="54501">
                  <c:v>24.3</c:v>
                </c:pt>
                <c:pt idx="54502">
                  <c:v>24.35</c:v>
                </c:pt>
                <c:pt idx="54503">
                  <c:v>24.35</c:v>
                </c:pt>
                <c:pt idx="54504">
                  <c:v>24.35</c:v>
                </c:pt>
                <c:pt idx="54505">
                  <c:v>24.4</c:v>
                </c:pt>
                <c:pt idx="54506">
                  <c:v>24.4</c:v>
                </c:pt>
                <c:pt idx="54507">
                  <c:v>24.4</c:v>
                </c:pt>
                <c:pt idx="54508">
                  <c:v>24.45</c:v>
                </c:pt>
                <c:pt idx="54509">
                  <c:v>24.45</c:v>
                </c:pt>
                <c:pt idx="54510">
                  <c:v>24.45</c:v>
                </c:pt>
                <c:pt idx="54511">
                  <c:v>24.5</c:v>
                </c:pt>
                <c:pt idx="54512">
                  <c:v>24.5</c:v>
                </c:pt>
                <c:pt idx="54513">
                  <c:v>24.5</c:v>
                </c:pt>
                <c:pt idx="54514">
                  <c:v>24.5</c:v>
                </c:pt>
                <c:pt idx="54515">
                  <c:v>24.45</c:v>
                </c:pt>
                <c:pt idx="54516">
                  <c:v>24.45</c:v>
                </c:pt>
                <c:pt idx="54517">
                  <c:v>24.4</c:v>
                </c:pt>
                <c:pt idx="54518">
                  <c:v>24.35</c:v>
                </c:pt>
                <c:pt idx="54519">
                  <c:v>24.35</c:v>
                </c:pt>
                <c:pt idx="54520">
                  <c:v>24.3</c:v>
                </c:pt>
                <c:pt idx="54521">
                  <c:v>24.3</c:v>
                </c:pt>
                <c:pt idx="54522">
                  <c:v>24.25</c:v>
                </c:pt>
                <c:pt idx="54523">
                  <c:v>24.25</c:v>
                </c:pt>
                <c:pt idx="54524">
                  <c:v>24.25</c:v>
                </c:pt>
                <c:pt idx="54525">
                  <c:v>24.25</c:v>
                </c:pt>
                <c:pt idx="54526">
                  <c:v>24.25</c:v>
                </c:pt>
                <c:pt idx="54527">
                  <c:v>24.25</c:v>
                </c:pt>
                <c:pt idx="54528">
                  <c:v>24.25</c:v>
                </c:pt>
                <c:pt idx="54529">
                  <c:v>24.3</c:v>
                </c:pt>
                <c:pt idx="54530">
                  <c:v>24.3</c:v>
                </c:pt>
                <c:pt idx="54531">
                  <c:v>24.3</c:v>
                </c:pt>
                <c:pt idx="54532">
                  <c:v>24.3</c:v>
                </c:pt>
                <c:pt idx="54533">
                  <c:v>24.35</c:v>
                </c:pt>
                <c:pt idx="54534">
                  <c:v>24.35</c:v>
                </c:pt>
                <c:pt idx="54535">
                  <c:v>24.35</c:v>
                </c:pt>
                <c:pt idx="54536">
                  <c:v>24.4</c:v>
                </c:pt>
                <c:pt idx="54537">
                  <c:v>24.4</c:v>
                </c:pt>
                <c:pt idx="54538">
                  <c:v>24.45</c:v>
                </c:pt>
                <c:pt idx="54539">
                  <c:v>24.45</c:v>
                </c:pt>
                <c:pt idx="54540">
                  <c:v>24.5</c:v>
                </c:pt>
                <c:pt idx="54541">
                  <c:v>24.5</c:v>
                </c:pt>
                <c:pt idx="54542">
                  <c:v>24.5</c:v>
                </c:pt>
                <c:pt idx="54543">
                  <c:v>24.5</c:v>
                </c:pt>
                <c:pt idx="54544">
                  <c:v>24.5</c:v>
                </c:pt>
                <c:pt idx="54545">
                  <c:v>24.45</c:v>
                </c:pt>
                <c:pt idx="54546">
                  <c:v>24.45</c:v>
                </c:pt>
                <c:pt idx="54547">
                  <c:v>24.4</c:v>
                </c:pt>
                <c:pt idx="54548">
                  <c:v>24.35</c:v>
                </c:pt>
                <c:pt idx="54549">
                  <c:v>24.3</c:v>
                </c:pt>
                <c:pt idx="54550">
                  <c:v>24.3</c:v>
                </c:pt>
                <c:pt idx="54551">
                  <c:v>24.3</c:v>
                </c:pt>
                <c:pt idx="54552">
                  <c:v>24.25</c:v>
                </c:pt>
                <c:pt idx="54553">
                  <c:v>24.25</c:v>
                </c:pt>
                <c:pt idx="54554">
                  <c:v>24.25</c:v>
                </c:pt>
                <c:pt idx="54555">
                  <c:v>24.25</c:v>
                </c:pt>
                <c:pt idx="54556">
                  <c:v>24.25</c:v>
                </c:pt>
                <c:pt idx="54557">
                  <c:v>24.25</c:v>
                </c:pt>
                <c:pt idx="54558">
                  <c:v>24.25</c:v>
                </c:pt>
                <c:pt idx="54559">
                  <c:v>24.25</c:v>
                </c:pt>
                <c:pt idx="54560">
                  <c:v>24.3</c:v>
                </c:pt>
                <c:pt idx="54561">
                  <c:v>24.3</c:v>
                </c:pt>
                <c:pt idx="54562">
                  <c:v>24.3</c:v>
                </c:pt>
                <c:pt idx="54563">
                  <c:v>24.35</c:v>
                </c:pt>
                <c:pt idx="54564">
                  <c:v>24.35</c:v>
                </c:pt>
                <c:pt idx="54565">
                  <c:v>24.4</c:v>
                </c:pt>
                <c:pt idx="54566">
                  <c:v>24.4</c:v>
                </c:pt>
                <c:pt idx="54567">
                  <c:v>24.4</c:v>
                </c:pt>
                <c:pt idx="54568">
                  <c:v>24.45</c:v>
                </c:pt>
                <c:pt idx="54569">
                  <c:v>24.45</c:v>
                </c:pt>
                <c:pt idx="54570">
                  <c:v>24.5</c:v>
                </c:pt>
                <c:pt idx="54571">
                  <c:v>24.5</c:v>
                </c:pt>
                <c:pt idx="54572">
                  <c:v>24.5</c:v>
                </c:pt>
                <c:pt idx="54573">
                  <c:v>24.5</c:v>
                </c:pt>
                <c:pt idx="54574">
                  <c:v>24.5</c:v>
                </c:pt>
                <c:pt idx="54575">
                  <c:v>24.45</c:v>
                </c:pt>
                <c:pt idx="54576">
                  <c:v>24.45</c:v>
                </c:pt>
                <c:pt idx="54577">
                  <c:v>24.4</c:v>
                </c:pt>
                <c:pt idx="54578">
                  <c:v>24.35</c:v>
                </c:pt>
                <c:pt idx="54579">
                  <c:v>24.35</c:v>
                </c:pt>
                <c:pt idx="54580">
                  <c:v>24.3</c:v>
                </c:pt>
                <c:pt idx="54581">
                  <c:v>24.3</c:v>
                </c:pt>
                <c:pt idx="54582">
                  <c:v>24.25</c:v>
                </c:pt>
                <c:pt idx="54583">
                  <c:v>24.25</c:v>
                </c:pt>
                <c:pt idx="54584">
                  <c:v>24.25</c:v>
                </c:pt>
                <c:pt idx="54585">
                  <c:v>24.25</c:v>
                </c:pt>
                <c:pt idx="54586">
                  <c:v>24.25</c:v>
                </c:pt>
                <c:pt idx="54587">
                  <c:v>24.25</c:v>
                </c:pt>
                <c:pt idx="54588">
                  <c:v>24.25</c:v>
                </c:pt>
                <c:pt idx="54589">
                  <c:v>24.25</c:v>
                </c:pt>
                <c:pt idx="54590">
                  <c:v>24.3</c:v>
                </c:pt>
                <c:pt idx="54591">
                  <c:v>24.3</c:v>
                </c:pt>
                <c:pt idx="54592">
                  <c:v>24.3</c:v>
                </c:pt>
                <c:pt idx="54593">
                  <c:v>24.35</c:v>
                </c:pt>
                <c:pt idx="54594">
                  <c:v>24.35</c:v>
                </c:pt>
                <c:pt idx="54595">
                  <c:v>24.4</c:v>
                </c:pt>
                <c:pt idx="54596">
                  <c:v>24.4</c:v>
                </c:pt>
                <c:pt idx="54597">
                  <c:v>24.45</c:v>
                </c:pt>
                <c:pt idx="54598">
                  <c:v>24.45</c:v>
                </c:pt>
                <c:pt idx="54599">
                  <c:v>24.45</c:v>
                </c:pt>
                <c:pt idx="54600">
                  <c:v>24.5</c:v>
                </c:pt>
                <c:pt idx="54601">
                  <c:v>24.5</c:v>
                </c:pt>
                <c:pt idx="54602">
                  <c:v>24.5</c:v>
                </c:pt>
                <c:pt idx="54603">
                  <c:v>24.5</c:v>
                </c:pt>
                <c:pt idx="54604">
                  <c:v>24.5</c:v>
                </c:pt>
                <c:pt idx="54605">
                  <c:v>24.45</c:v>
                </c:pt>
                <c:pt idx="54606">
                  <c:v>24.45</c:v>
                </c:pt>
                <c:pt idx="54607">
                  <c:v>24.4</c:v>
                </c:pt>
                <c:pt idx="54608">
                  <c:v>24.35</c:v>
                </c:pt>
                <c:pt idx="54609">
                  <c:v>24.3</c:v>
                </c:pt>
                <c:pt idx="54610">
                  <c:v>24.3</c:v>
                </c:pt>
                <c:pt idx="54611">
                  <c:v>24.3</c:v>
                </c:pt>
                <c:pt idx="54612">
                  <c:v>24.25</c:v>
                </c:pt>
                <c:pt idx="54613">
                  <c:v>24.25</c:v>
                </c:pt>
                <c:pt idx="54614">
                  <c:v>24.25</c:v>
                </c:pt>
                <c:pt idx="54615">
                  <c:v>24.25</c:v>
                </c:pt>
                <c:pt idx="54616">
                  <c:v>24.25</c:v>
                </c:pt>
                <c:pt idx="54617">
                  <c:v>24.25</c:v>
                </c:pt>
                <c:pt idx="54618">
                  <c:v>24.3</c:v>
                </c:pt>
                <c:pt idx="54619">
                  <c:v>24.3</c:v>
                </c:pt>
                <c:pt idx="54620">
                  <c:v>24.3</c:v>
                </c:pt>
                <c:pt idx="54621">
                  <c:v>24.3</c:v>
                </c:pt>
                <c:pt idx="54622">
                  <c:v>24.35</c:v>
                </c:pt>
                <c:pt idx="54623">
                  <c:v>24.35</c:v>
                </c:pt>
                <c:pt idx="54624">
                  <c:v>24.35</c:v>
                </c:pt>
                <c:pt idx="54625">
                  <c:v>24.4</c:v>
                </c:pt>
                <c:pt idx="54626">
                  <c:v>24.4</c:v>
                </c:pt>
                <c:pt idx="54627">
                  <c:v>24.45</c:v>
                </c:pt>
                <c:pt idx="54628">
                  <c:v>24.45</c:v>
                </c:pt>
                <c:pt idx="54629">
                  <c:v>24.45</c:v>
                </c:pt>
                <c:pt idx="54630">
                  <c:v>24.45</c:v>
                </c:pt>
                <c:pt idx="54631">
                  <c:v>24.5</c:v>
                </c:pt>
                <c:pt idx="54632">
                  <c:v>24.5</c:v>
                </c:pt>
                <c:pt idx="54633">
                  <c:v>24.5</c:v>
                </c:pt>
                <c:pt idx="54634">
                  <c:v>24.45</c:v>
                </c:pt>
                <c:pt idx="54635">
                  <c:v>24.45</c:v>
                </c:pt>
                <c:pt idx="54636">
                  <c:v>24.45</c:v>
                </c:pt>
                <c:pt idx="54637">
                  <c:v>24.4</c:v>
                </c:pt>
                <c:pt idx="54638">
                  <c:v>24.35</c:v>
                </c:pt>
                <c:pt idx="54639">
                  <c:v>24.3</c:v>
                </c:pt>
                <c:pt idx="54640">
                  <c:v>24.3</c:v>
                </c:pt>
                <c:pt idx="54641">
                  <c:v>24.3</c:v>
                </c:pt>
                <c:pt idx="54642">
                  <c:v>24.3</c:v>
                </c:pt>
                <c:pt idx="54643">
                  <c:v>24.3</c:v>
                </c:pt>
                <c:pt idx="54644">
                  <c:v>24.3</c:v>
                </c:pt>
                <c:pt idx="54645">
                  <c:v>24.3</c:v>
                </c:pt>
                <c:pt idx="54646">
                  <c:v>24.3</c:v>
                </c:pt>
                <c:pt idx="54647">
                  <c:v>24.3</c:v>
                </c:pt>
                <c:pt idx="54648">
                  <c:v>24.3</c:v>
                </c:pt>
                <c:pt idx="54649">
                  <c:v>24.3</c:v>
                </c:pt>
                <c:pt idx="54650">
                  <c:v>24.3</c:v>
                </c:pt>
                <c:pt idx="54651">
                  <c:v>24.3</c:v>
                </c:pt>
                <c:pt idx="54652">
                  <c:v>24.35</c:v>
                </c:pt>
                <c:pt idx="54653">
                  <c:v>24.35</c:v>
                </c:pt>
                <c:pt idx="54654">
                  <c:v>24.35</c:v>
                </c:pt>
                <c:pt idx="54655">
                  <c:v>24.35</c:v>
                </c:pt>
                <c:pt idx="54656">
                  <c:v>24.35</c:v>
                </c:pt>
                <c:pt idx="54657">
                  <c:v>24.4</c:v>
                </c:pt>
                <c:pt idx="54658">
                  <c:v>24.45</c:v>
                </c:pt>
                <c:pt idx="54659">
                  <c:v>24.45</c:v>
                </c:pt>
                <c:pt idx="54660">
                  <c:v>24.45</c:v>
                </c:pt>
                <c:pt idx="54661">
                  <c:v>24.45</c:v>
                </c:pt>
                <c:pt idx="54662">
                  <c:v>24.45</c:v>
                </c:pt>
                <c:pt idx="54663">
                  <c:v>24.45</c:v>
                </c:pt>
                <c:pt idx="54664">
                  <c:v>24.45</c:v>
                </c:pt>
                <c:pt idx="54665">
                  <c:v>24.45</c:v>
                </c:pt>
                <c:pt idx="54666">
                  <c:v>24.4</c:v>
                </c:pt>
                <c:pt idx="54667">
                  <c:v>24.35</c:v>
                </c:pt>
                <c:pt idx="54668">
                  <c:v>24.35</c:v>
                </c:pt>
                <c:pt idx="54669">
                  <c:v>24.3</c:v>
                </c:pt>
                <c:pt idx="54670">
                  <c:v>24.25</c:v>
                </c:pt>
                <c:pt idx="54671">
                  <c:v>24.25</c:v>
                </c:pt>
                <c:pt idx="54672">
                  <c:v>24.25</c:v>
                </c:pt>
                <c:pt idx="54673">
                  <c:v>24.25</c:v>
                </c:pt>
                <c:pt idx="54674">
                  <c:v>24.25</c:v>
                </c:pt>
                <c:pt idx="54675">
                  <c:v>24.25</c:v>
                </c:pt>
                <c:pt idx="54676">
                  <c:v>24.25</c:v>
                </c:pt>
                <c:pt idx="54677">
                  <c:v>24.25</c:v>
                </c:pt>
                <c:pt idx="54678">
                  <c:v>24.25</c:v>
                </c:pt>
                <c:pt idx="54679">
                  <c:v>24.25</c:v>
                </c:pt>
                <c:pt idx="54680">
                  <c:v>24.3</c:v>
                </c:pt>
                <c:pt idx="54681">
                  <c:v>24.3</c:v>
                </c:pt>
                <c:pt idx="54682">
                  <c:v>24.3</c:v>
                </c:pt>
                <c:pt idx="54683">
                  <c:v>24.35</c:v>
                </c:pt>
                <c:pt idx="54684">
                  <c:v>24.4</c:v>
                </c:pt>
                <c:pt idx="54685">
                  <c:v>24.4</c:v>
                </c:pt>
                <c:pt idx="54686">
                  <c:v>24.4</c:v>
                </c:pt>
                <c:pt idx="54687">
                  <c:v>24.45</c:v>
                </c:pt>
                <c:pt idx="54688">
                  <c:v>24.45</c:v>
                </c:pt>
                <c:pt idx="54689">
                  <c:v>24.45</c:v>
                </c:pt>
                <c:pt idx="54690">
                  <c:v>24.45</c:v>
                </c:pt>
                <c:pt idx="54691">
                  <c:v>24.5</c:v>
                </c:pt>
                <c:pt idx="54692">
                  <c:v>24.5</c:v>
                </c:pt>
                <c:pt idx="54693">
                  <c:v>24.5</c:v>
                </c:pt>
                <c:pt idx="54694">
                  <c:v>24.5</c:v>
                </c:pt>
                <c:pt idx="54695">
                  <c:v>24.45</c:v>
                </c:pt>
                <c:pt idx="54696">
                  <c:v>24.45</c:v>
                </c:pt>
                <c:pt idx="54697">
                  <c:v>24.35</c:v>
                </c:pt>
                <c:pt idx="54698">
                  <c:v>24.35</c:v>
                </c:pt>
                <c:pt idx="54699">
                  <c:v>24.3</c:v>
                </c:pt>
                <c:pt idx="54700">
                  <c:v>24.25</c:v>
                </c:pt>
                <c:pt idx="54701">
                  <c:v>24.25</c:v>
                </c:pt>
                <c:pt idx="54702">
                  <c:v>24.25</c:v>
                </c:pt>
                <c:pt idx="54703">
                  <c:v>24.2</c:v>
                </c:pt>
                <c:pt idx="54704">
                  <c:v>24.2</c:v>
                </c:pt>
                <c:pt idx="54705">
                  <c:v>24.2</c:v>
                </c:pt>
                <c:pt idx="54706">
                  <c:v>24.2</c:v>
                </c:pt>
                <c:pt idx="54707">
                  <c:v>24.2</c:v>
                </c:pt>
                <c:pt idx="54708">
                  <c:v>24.25</c:v>
                </c:pt>
                <c:pt idx="54709">
                  <c:v>24.25</c:v>
                </c:pt>
                <c:pt idx="54710">
                  <c:v>24.25</c:v>
                </c:pt>
                <c:pt idx="54711">
                  <c:v>24.3</c:v>
                </c:pt>
                <c:pt idx="54712">
                  <c:v>24.3</c:v>
                </c:pt>
                <c:pt idx="54713">
                  <c:v>24.35</c:v>
                </c:pt>
                <c:pt idx="54714">
                  <c:v>24.35</c:v>
                </c:pt>
                <c:pt idx="54715">
                  <c:v>24.35</c:v>
                </c:pt>
                <c:pt idx="54716">
                  <c:v>24.4</c:v>
                </c:pt>
                <c:pt idx="54717">
                  <c:v>24.4</c:v>
                </c:pt>
                <c:pt idx="54718">
                  <c:v>24.45</c:v>
                </c:pt>
                <c:pt idx="54719">
                  <c:v>24.45</c:v>
                </c:pt>
                <c:pt idx="54720">
                  <c:v>24.45</c:v>
                </c:pt>
                <c:pt idx="54721">
                  <c:v>24.5</c:v>
                </c:pt>
                <c:pt idx="54722">
                  <c:v>24.5</c:v>
                </c:pt>
                <c:pt idx="54723">
                  <c:v>24.5</c:v>
                </c:pt>
                <c:pt idx="54724">
                  <c:v>24.5</c:v>
                </c:pt>
                <c:pt idx="54725">
                  <c:v>24.45</c:v>
                </c:pt>
                <c:pt idx="54726">
                  <c:v>24.4</c:v>
                </c:pt>
                <c:pt idx="54727">
                  <c:v>24.35</c:v>
                </c:pt>
                <c:pt idx="54728">
                  <c:v>24.3</c:v>
                </c:pt>
                <c:pt idx="54729">
                  <c:v>24.3</c:v>
                </c:pt>
                <c:pt idx="54730">
                  <c:v>24.25</c:v>
                </c:pt>
                <c:pt idx="54731">
                  <c:v>24.25</c:v>
                </c:pt>
                <c:pt idx="54732">
                  <c:v>24.25</c:v>
                </c:pt>
                <c:pt idx="54733">
                  <c:v>24.2</c:v>
                </c:pt>
                <c:pt idx="54734">
                  <c:v>24.2</c:v>
                </c:pt>
                <c:pt idx="54735">
                  <c:v>24.2</c:v>
                </c:pt>
                <c:pt idx="54736">
                  <c:v>24.25</c:v>
                </c:pt>
                <c:pt idx="54737">
                  <c:v>24.25</c:v>
                </c:pt>
                <c:pt idx="54738">
                  <c:v>24.25</c:v>
                </c:pt>
                <c:pt idx="54739">
                  <c:v>24.25</c:v>
                </c:pt>
                <c:pt idx="54740">
                  <c:v>24.25</c:v>
                </c:pt>
                <c:pt idx="54741">
                  <c:v>24.3</c:v>
                </c:pt>
                <c:pt idx="54742">
                  <c:v>24.3</c:v>
                </c:pt>
                <c:pt idx="54743">
                  <c:v>24.35</c:v>
                </c:pt>
                <c:pt idx="54744">
                  <c:v>24.35</c:v>
                </c:pt>
                <c:pt idx="54745">
                  <c:v>24.35</c:v>
                </c:pt>
                <c:pt idx="54746">
                  <c:v>24.4</c:v>
                </c:pt>
                <c:pt idx="54747">
                  <c:v>24.45</c:v>
                </c:pt>
                <c:pt idx="54748">
                  <c:v>24.45</c:v>
                </c:pt>
                <c:pt idx="54749">
                  <c:v>24.45</c:v>
                </c:pt>
                <c:pt idx="54750">
                  <c:v>24.45</c:v>
                </c:pt>
                <c:pt idx="54751">
                  <c:v>24.5</c:v>
                </c:pt>
                <c:pt idx="54752">
                  <c:v>24.5</c:v>
                </c:pt>
                <c:pt idx="54753">
                  <c:v>24.5</c:v>
                </c:pt>
                <c:pt idx="54754">
                  <c:v>24.5</c:v>
                </c:pt>
                <c:pt idx="54755">
                  <c:v>24.45</c:v>
                </c:pt>
                <c:pt idx="54756">
                  <c:v>24.45</c:v>
                </c:pt>
                <c:pt idx="54757">
                  <c:v>24.35</c:v>
                </c:pt>
                <c:pt idx="54758">
                  <c:v>24.3</c:v>
                </c:pt>
                <c:pt idx="54759">
                  <c:v>24.3</c:v>
                </c:pt>
                <c:pt idx="54760">
                  <c:v>24.25</c:v>
                </c:pt>
                <c:pt idx="54761">
                  <c:v>24.25</c:v>
                </c:pt>
                <c:pt idx="54762">
                  <c:v>24.25</c:v>
                </c:pt>
                <c:pt idx="54763">
                  <c:v>24.2</c:v>
                </c:pt>
                <c:pt idx="54764">
                  <c:v>24.2</c:v>
                </c:pt>
                <c:pt idx="54765">
                  <c:v>24.25</c:v>
                </c:pt>
                <c:pt idx="54766">
                  <c:v>24.25</c:v>
                </c:pt>
                <c:pt idx="54767">
                  <c:v>24.25</c:v>
                </c:pt>
                <c:pt idx="54768">
                  <c:v>24.25</c:v>
                </c:pt>
                <c:pt idx="54769">
                  <c:v>24.3</c:v>
                </c:pt>
                <c:pt idx="54770">
                  <c:v>24.3</c:v>
                </c:pt>
                <c:pt idx="54771">
                  <c:v>24.35</c:v>
                </c:pt>
                <c:pt idx="54772">
                  <c:v>24.35</c:v>
                </c:pt>
                <c:pt idx="54773">
                  <c:v>24.35</c:v>
                </c:pt>
                <c:pt idx="54774">
                  <c:v>24.35</c:v>
                </c:pt>
                <c:pt idx="54775">
                  <c:v>24.4</c:v>
                </c:pt>
                <c:pt idx="54776">
                  <c:v>24.45</c:v>
                </c:pt>
                <c:pt idx="54777">
                  <c:v>24.45</c:v>
                </c:pt>
                <c:pt idx="54778">
                  <c:v>24.45</c:v>
                </c:pt>
                <c:pt idx="54779">
                  <c:v>24.45</c:v>
                </c:pt>
                <c:pt idx="54780">
                  <c:v>24.45</c:v>
                </c:pt>
                <c:pt idx="54781">
                  <c:v>24.5</c:v>
                </c:pt>
                <c:pt idx="54782">
                  <c:v>24.5</c:v>
                </c:pt>
                <c:pt idx="54783">
                  <c:v>24.5</c:v>
                </c:pt>
                <c:pt idx="54784">
                  <c:v>24.45</c:v>
                </c:pt>
                <c:pt idx="54785">
                  <c:v>24.45</c:v>
                </c:pt>
                <c:pt idx="54786">
                  <c:v>24.4</c:v>
                </c:pt>
                <c:pt idx="54787">
                  <c:v>24.35</c:v>
                </c:pt>
                <c:pt idx="54788">
                  <c:v>24.35</c:v>
                </c:pt>
                <c:pt idx="54789">
                  <c:v>24.3</c:v>
                </c:pt>
                <c:pt idx="54790">
                  <c:v>24.25</c:v>
                </c:pt>
                <c:pt idx="54791">
                  <c:v>24.25</c:v>
                </c:pt>
                <c:pt idx="54792">
                  <c:v>24.25</c:v>
                </c:pt>
                <c:pt idx="54793">
                  <c:v>24.25</c:v>
                </c:pt>
                <c:pt idx="54794">
                  <c:v>24.2</c:v>
                </c:pt>
                <c:pt idx="54795">
                  <c:v>24.2</c:v>
                </c:pt>
                <c:pt idx="54796">
                  <c:v>24.25</c:v>
                </c:pt>
                <c:pt idx="54797">
                  <c:v>24.25</c:v>
                </c:pt>
                <c:pt idx="54798">
                  <c:v>24.25</c:v>
                </c:pt>
                <c:pt idx="54799">
                  <c:v>24.25</c:v>
                </c:pt>
                <c:pt idx="54800">
                  <c:v>24.25</c:v>
                </c:pt>
                <c:pt idx="54801">
                  <c:v>24.3</c:v>
                </c:pt>
                <c:pt idx="54802">
                  <c:v>24.3</c:v>
                </c:pt>
                <c:pt idx="54803">
                  <c:v>24.3</c:v>
                </c:pt>
                <c:pt idx="54804">
                  <c:v>24.35</c:v>
                </c:pt>
                <c:pt idx="54805">
                  <c:v>24.35</c:v>
                </c:pt>
                <c:pt idx="54806">
                  <c:v>24.35</c:v>
                </c:pt>
                <c:pt idx="54807">
                  <c:v>24.4</c:v>
                </c:pt>
                <c:pt idx="54808">
                  <c:v>24.4</c:v>
                </c:pt>
                <c:pt idx="54809">
                  <c:v>24.4</c:v>
                </c:pt>
                <c:pt idx="54810">
                  <c:v>24.45</c:v>
                </c:pt>
                <c:pt idx="54811">
                  <c:v>24.45</c:v>
                </c:pt>
                <c:pt idx="54812">
                  <c:v>24.45</c:v>
                </c:pt>
                <c:pt idx="54813">
                  <c:v>24.45</c:v>
                </c:pt>
                <c:pt idx="54814">
                  <c:v>24.45</c:v>
                </c:pt>
                <c:pt idx="54815">
                  <c:v>24.45</c:v>
                </c:pt>
                <c:pt idx="54816">
                  <c:v>24.4</c:v>
                </c:pt>
                <c:pt idx="54817">
                  <c:v>24.35</c:v>
                </c:pt>
                <c:pt idx="54818">
                  <c:v>24.35</c:v>
                </c:pt>
                <c:pt idx="54819">
                  <c:v>24.3</c:v>
                </c:pt>
                <c:pt idx="54820">
                  <c:v>24.3</c:v>
                </c:pt>
                <c:pt idx="54821">
                  <c:v>24.25</c:v>
                </c:pt>
                <c:pt idx="54822">
                  <c:v>24.25</c:v>
                </c:pt>
                <c:pt idx="54823">
                  <c:v>24.25</c:v>
                </c:pt>
                <c:pt idx="54824">
                  <c:v>24.25</c:v>
                </c:pt>
                <c:pt idx="54825">
                  <c:v>24.25</c:v>
                </c:pt>
                <c:pt idx="54826">
                  <c:v>24.25</c:v>
                </c:pt>
                <c:pt idx="54827">
                  <c:v>24.3</c:v>
                </c:pt>
                <c:pt idx="54828">
                  <c:v>24.3</c:v>
                </c:pt>
                <c:pt idx="54829">
                  <c:v>24.3</c:v>
                </c:pt>
                <c:pt idx="54830">
                  <c:v>24.3</c:v>
                </c:pt>
                <c:pt idx="54831">
                  <c:v>24.3</c:v>
                </c:pt>
                <c:pt idx="54832">
                  <c:v>24.35</c:v>
                </c:pt>
                <c:pt idx="54833">
                  <c:v>24.35</c:v>
                </c:pt>
                <c:pt idx="54834">
                  <c:v>24.4</c:v>
                </c:pt>
                <c:pt idx="54835">
                  <c:v>24.4</c:v>
                </c:pt>
                <c:pt idx="54836">
                  <c:v>24.4</c:v>
                </c:pt>
                <c:pt idx="54837">
                  <c:v>24.45</c:v>
                </c:pt>
                <c:pt idx="54838">
                  <c:v>24.45</c:v>
                </c:pt>
                <c:pt idx="54839">
                  <c:v>24.45</c:v>
                </c:pt>
                <c:pt idx="54840">
                  <c:v>24.45</c:v>
                </c:pt>
                <c:pt idx="54841">
                  <c:v>24.5</c:v>
                </c:pt>
                <c:pt idx="54842">
                  <c:v>24.5</c:v>
                </c:pt>
                <c:pt idx="54843">
                  <c:v>24.5</c:v>
                </c:pt>
                <c:pt idx="54844">
                  <c:v>24.45</c:v>
                </c:pt>
                <c:pt idx="54845">
                  <c:v>24.45</c:v>
                </c:pt>
                <c:pt idx="54846">
                  <c:v>24.45</c:v>
                </c:pt>
                <c:pt idx="54847">
                  <c:v>24.4</c:v>
                </c:pt>
                <c:pt idx="54848">
                  <c:v>24.35</c:v>
                </c:pt>
                <c:pt idx="54849">
                  <c:v>24.35</c:v>
                </c:pt>
                <c:pt idx="54850">
                  <c:v>24.3</c:v>
                </c:pt>
                <c:pt idx="54851">
                  <c:v>24.3</c:v>
                </c:pt>
                <c:pt idx="54852">
                  <c:v>24.3</c:v>
                </c:pt>
                <c:pt idx="54853">
                  <c:v>24.25</c:v>
                </c:pt>
                <c:pt idx="54854">
                  <c:v>24.25</c:v>
                </c:pt>
                <c:pt idx="54855">
                  <c:v>24.25</c:v>
                </c:pt>
                <c:pt idx="54856">
                  <c:v>24.25</c:v>
                </c:pt>
                <c:pt idx="54857">
                  <c:v>24.25</c:v>
                </c:pt>
                <c:pt idx="54858">
                  <c:v>24.25</c:v>
                </c:pt>
                <c:pt idx="54859">
                  <c:v>24.3</c:v>
                </c:pt>
                <c:pt idx="54860">
                  <c:v>24.3</c:v>
                </c:pt>
                <c:pt idx="54861">
                  <c:v>24.3</c:v>
                </c:pt>
                <c:pt idx="54862">
                  <c:v>24.3</c:v>
                </c:pt>
                <c:pt idx="54863">
                  <c:v>24.35</c:v>
                </c:pt>
                <c:pt idx="54864">
                  <c:v>24.35</c:v>
                </c:pt>
                <c:pt idx="54865">
                  <c:v>24.4</c:v>
                </c:pt>
                <c:pt idx="54866">
                  <c:v>24.4</c:v>
                </c:pt>
                <c:pt idx="54867">
                  <c:v>24.4</c:v>
                </c:pt>
                <c:pt idx="54868">
                  <c:v>24.45</c:v>
                </c:pt>
                <c:pt idx="54869">
                  <c:v>24.45</c:v>
                </c:pt>
                <c:pt idx="54870">
                  <c:v>24.45</c:v>
                </c:pt>
                <c:pt idx="54871">
                  <c:v>24.5</c:v>
                </c:pt>
                <c:pt idx="54872">
                  <c:v>24.5</c:v>
                </c:pt>
                <c:pt idx="54873">
                  <c:v>24.5</c:v>
                </c:pt>
                <c:pt idx="54874">
                  <c:v>24.5</c:v>
                </c:pt>
                <c:pt idx="54875">
                  <c:v>24.45</c:v>
                </c:pt>
                <c:pt idx="54876">
                  <c:v>24.45</c:v>
                </c:pt>
                <c:pt idx="54877">
                  <c:v>24.4</c:v>
                </c:pt>
                <c:pt idx="54878">
                  <c:v>24.35</c:v>
                </c:pt>
                <c:pt idx="54879">
                  <c:v>24.3</c:v>
                </c:pt>
                <c:pt idx="54880">
                  <c:v>24.3</c:v>
                </c:pt>
                <c:pt idx="54881">
                  <c:v>24.3</c:v>
                </c:pt>
                <c:pt idx="54882">
                  <c:v>24.3</c:v>
                </c:pt>
                <c:pt idx="54883">
                  <c:v>24.3</c:v>
                </c:pt>
                <c:pt idx="54884">
                  <c:v>24.3</c:v>
                </c:pt>
                <c:pt idx="54885">
                  <c:v>24.3</c:v>
                </c:pt>
                <c:pt idx="54886">
                  <c:v>24.3</c:v>
                </c:pt>
                <c:pt idx="54887">
                  <c:v>24.3</c:v>
                </c:pt>
                <c:pt idx="54888">
                  <c:v>24.3</c:v>
                </c:pt>
                <c:pt idx="54889">
                  <c:v>24.3</c:v>
                </c:pt>
                <c:pt idx="54890">
                  <c:v>24.3</c:v>
                </c:pt>
                <c:pt idx="54891">
                  <c:v>24.3</c:v>
                </c:pt>
                <c:pt idx="54892">
                  <c:v>24.35</c:v>
                </c:pt>
                <c:pt idx="54893">
                  <c:v>24.4</c:v>
                </c:pt>
                <c:pt idx="54894">
                  <c:v>24.35</c:v>
                </c:pt>
                <c:pt idx="54895">
                  <c:v>24.4</c:v>
                </c:pt>
                <c:pt idx="54896">
                  <c:v>24.4</c:v>
                </c:pt>
                <c:pt idx="54897">
                  <c:v>24.4</c:v>
                </c:pt>
                <c:pt idx="54898">
                  <c:v>24.45</c:v>
                </c:pt>
                <c:pt idx="54899">
                  <c:v>24.45</c:v>
                </c:pt>
                <c:pt idx="54900">
                  <c:v>24.45</c:v>
                </c:pt>
                <c:pt idx="54901">
                  <c:v>24.45</c:v>
                </c:pt>
                <c:pt idx="54902">
                  <c:v>24.5</c:v>
                </c:pt>
                <c:pt idx="54903">
                  <c:v>24.5</c:v>
                </c:pt>
                <c:pt idx="54904">
                  <c:v>24.45</c:v>
                </c:pt>
                <c:pt idx="54905">
                  <c:v>24.45</c:v>
                </c:pt>
                <c:pt idx="54906">
                  <c:v>24.4</c:v>
                </c:pt>
                <c:pt idx="54907">
                  <c:v>24.4</c:v>
                </c:pt>
                <c:pt idx="54908">
                  <c:v>24.35</c:v>
                </c:pt>
                <c:pt idx="54909">
                  <c:v>24.35</c:v>
                </c:pt>
                <c:pt idx="54910">
                  <c:v>24.35</c:v>
                </c:pt>
                <c:pt idx="54911">
                  <c:v>24.3</c:v>
                </c:pt>
                <c:pt idx="54912">
                  <c:v>24.3</c:v>
                </c:pt>
                <c:pt idx="54913">
                  <c:v>24.25</c:v>
                </c:pt>
                <c:pt idx="54914">
                  <c:v>24.25</c:v>
                </c:pt>
                <c:pt idx="54915">
                  <c:v>24.25</c:v>
                </c:pt>
                <c:pt idx="54916">
                  <c:v>24.25</c:v>
                </c:pt>
                <c:pt idx="54917">
                  <c:v>24.25</c:v>
                </c:pt>
                <c:pt idx="54918">
                  <c:v>24.25</c:v>
                </c:pt>
                <c:pt idx="54919">
                  <c:v>24.25</c:v>
                </c:pt>
                <c:pt idx="54920">
                  <c:v>24.3</c:v>
                </c:pt>
                <c:pt idx="54921">
                  <c:v>24.3</c:v>
                </c:pt>
                <c:pt idx="54922">
                  <c:v>24.3</c:v>
                </c:pt>
                <c:pt idx="54923">
                  <c:v>24.3</c:v>
                </c:pt>
                <c:pt idx="54924">
                  <c:v>24.3</c:v>
                </c:pt>
                <c:pt idx="54925">
                  <c:v>24.35</c:v>
                </c:pt>
                <c:pt idx="54926">
                  <c:v>24.35</c:v>
                </c:pt>
                <c:pt idx="54927">
                  <c:v>24.4</c:v>
                </c:pt>
                <c:pt idx="54928">
                  <c:v>24.4</c:v>
                </c:pt>
                <c:pt idx="54929">
                  <c:v>24.45</c:v>
                </c:pt>
                <c:pt idx="54930">
                  <c:v>24.45</c:v>
                </c:pt>
                <c:pt idx="54931">
                  <c:v>24.45</c:v>
                </c:pt>
                <c:pt idx="54932">
                  <c:v>24.45</c:v>
                </c:pt>
                <c:pt idx="54933">
                  <c:v>24.45</c:v>
                </c:pt>
                <c:pt idx="54934">
                  <c:v>24.45</c:v>
                </c:pt>
                <c:pt idx="54935">
                  <c:v>24.45</c:v>
                </c:pt>
                <c:pt idx="54936">
                  <c:v>24.4</c:v>
                </c:pt>
                <c:pt idx="54937">
                  <c:v>24.4</c:v>
                </c:pt>
                <c:pt idx="54938">
                  <c:v>24.35</c:v>
                </c:pt>
                <c:pt idx="54939">
                  <c:v>24.3</c:v>
                </c:pt>
                <c:pt idx="54940">
                  <c:v>24.25</c:v>
                </c:pt>
                <c:pt idx="54941">
                  <c:v>24.25</c:v>
                </c:pt>
                <c:pt idx="54942">
                  <c:v>24.25</c:v>
                </c:pt>
                <c:pt idx="54943">
                  <c:v>24.25</c:v>
                </c:pt>
                <c:pt idx="54944">
                  <c:v>24.25</c:v>
                </c:pt>
                <c:pt idx="54945">
                  <c:v>24.25</c:v>
                </c:pt>
                <c:pt idx="54946">
                  <c:v>24.25</c:v>
                </c:pt>
                <c:pt idx="54947">
                  <c:v>24.25</c:v>
                </c:pt>
                <c:pt idx="54948">
                  <c:v>24.25</c:v>
                </c:pt>
                <c:pt idx="54949">
                  <c:v>24.3</c:v>
                </c:pt>
                <c:pt idx="54950">
                  <c:v>24.3</c:v>
                </c:pt>
                <c:pt idx="54951">
                  <c:v>24.3</c:v>
                </c:pt>
                <c:pt idx="54952">
                  <c:v>24.3</c:v>
                </c:pt>
                <c:pt idx="54953">
                  <c:v>24.3</c:v>
                </c:pt>
                <c:pt idx="54954">
                  <c:v>24.3</c:v>
                </c:pt>
                <c:pt idx="54955">
                  <c:v>24.35</c:v>
                </c:pt>
                <c:pt idx="54956">
                  <c:v>24.35</c:v>
                </c:pt>
                <c:pt idx="54957">
                  <c:v>24.35</c:v>
                </c:pt>
                <c:pt idx="54958">
                  <c:v>24.4</c:v>
                </c:pt>
                <c:pt idx="54959">
                  <c:v>24.45</c:v>
                </c:pt>
                <c:pt idx="54960">
                  <c:v>24.45</c:v>
                </c:pt>
                <c:pt idx="54961">
                  <c:v>24.45</c:v>
                </c:pt>
                <c:pt idx="54962">
                  <c:v>24.45</c:v>
                </c:pt>
                <c:pt idx="54963">
                  <c:v>24.45</c:v>
                </c:pt>
                <c:pt idx="54964">
                  <c:v>24.45</c:v>
                </c:pt>
                <c:pt idx="54965">
                  <c:v>24.45</c:v>
                </c:pt>
                <c:pt idx="54966">
                  <c:v>24.4</c:v>
                </c:pt>
                <c:pt idx="54967">
                  <c:v>24.35</c:v>
                </c:pt>
                <c:pt idx="54968">
                  <c:v>24.35</c:v>
                </c:pt>
                <c:pt idx="54969">
                  <c:v>24.3</c:v>
                </c:pt>
                <c:pt idx="54970">
                  <c:v>24.3</c:v>
                </c:pt>
                <c:pt idx="54971">
                  <c:v>24.25</c:v>
                </c:pt>
                <c:pt idx="54972">
                  <c:v>24.25</c:v>
                </c:pt>
                <c:pt idx="54973">
                  <c:v>24.25</c:v>
                </c:pt>
                <c:pt idx="54974">
                  <c:v>24.25</c:v>
                </c:pt>
                <c:pt idx="54975">
                  <c:v>24.25</c:v>
                </c:pt>
                <c:pt idx="54976">
                  <c:v>24.25</c:v>
                </c:pt>
                <c:pt idx="54977">
                  <c:v>24.3</c:v>
                </c:pt>
                <c:pt idx="54978">
                  <c:v>24.3</c:v>
                </c:pt>
                <c:pt idx="54979">
                  <c:v>24.3</c:v>
                </c:pt>
                <c:pt idx="54980">
                  <c:v>24.3</c:v>
                </c:pt>
                <c:pt idx="54981">
                  <c:v>24.3</c:v>
                </c:pt>
                <c:pt idx="54982">
                  <c:v>24.3</c:v>
                </c:pt>
                <c:pt idx="54983">
                  <c:v>24.35</c:v>
                </c:pt>
                <c:pt idx="54984">
                  <c:v>24.35</c:v>
                </c:pt>
                <c:pt idx="54985">
                  <c:v>24.35</c:v>
                </c:pt>
                <c:pt idx="54986">
                  <c:v>24.4</c:v>
                </c:pt>
                <c:pt idx="54987">
                  <c:v>24.4</c:v>
                </c:pt>
                <c:pt idx="54988">
                  <c:v>24.4</c:v>
                </c:pt>
                <c:pt idx="54989">
                  <c:v>24.45</c:v>
                </c:pt>
                <c:pt idx="54990">
                  <c:v>24.45</c:v>
                </c:pt>
                <c:pt idx="54991">
                  <c:v>24.45</c:v>
                </c:pt>
                <c:pt idx="54992">
                  <c:v>24.5</c:v>
                </c:pt>
                <c:pt idx="54993">
                  <c:v>24.45</c:v>
                </c:pt>
                <c:pt idx="54994">
                  <c:v>24.5</c:v>
                </c:pt>
                <c:pt idx="54995">
                  <c:v>24.5</c:v>
                </c:pt>
                <c:pt idx="54996">
                  <c:v>24.45</c:v>
                </c:pt>
                <c:pt idx="54997">
                  <c:v>24.4</c:v>
                </c:pt>
                <c:pt idx="54998">
                  <c:v>24.35</c:v>
                </c:pt>
                <c:pt idx="54999">
                  <c:v>24.35</c:v>
                </c:pt>
                <c:pt idx="55000">
                  <c:v>24.3</c:v>
                </c:pt>
                <c:pt idx="55001">
                  <c:v>24.25</c:v>
                </c:pt>
                <c:pt idx="55002">
                  <c:v>24.25</c:v>
                </c:pt>
                <c:pt idx="55003">
                  <c:v>24.25</c:v>
                </c:pt>
                <c:pt idx="55004">
                  <c:v>24.25</c:v>
                </c:pt>
                <c:pt idx="55005">
                  <c:v>24.25</c:v>
                </c:pt>
                <c:pt idx="55006">
                  <c:v>24.25</c:v>
                </c:pt>
                <c:pt idx="55007">
                  <c:v>24.25</c:v>
                </c:pt>
                <c:pt idx="55008">
                  <c:v>24.3</c:v>
                </c:pt>
                <c:pt idx="55009">
                  <c:v>24.3</c:v>
                </c:pt>
                <c:pt idx="55010">
                  <c:v>24.25</c:v>
                </c:pt>
                <c:pt idx="55011">
                  <c:v>24.3</c:v>
                </c:pt>
                <c:pt idx="55012">
                  <c:v>24.3</c:v>
                </c:pt>
                <c:pt idx="55013">
                  <c:v>24.35</c:v>
                </c:pt>
                <c:pt idx="55014">
                  <c:v>24.35</c:v>
                </c:pt>
                <c:pt idx="55015">
                  <c:v>24.4</c:v>
                </c:pt>
                <c:pt idx="55016">
                  <c:v>24.4</c:v>
                </c:pt>
                <c:pt idx="55017">
                  <c:v>24.45</c:v>
                </c:pt>
                <c:pt idx="55018">
                  <c:v>24.45</c:v>
                </c:pt>
                <c:pt idx="55019">
                  <c:v>24.45</c:v>
                </c:pt>
                <c:pt idx="55020">
                  <c:v>24.5</c:v>
                </c:pt>
                <c:pt idx="55021">
                  <c:v>24.5</c:v>
                </c:pt>
                <c:pt idx="55022">
                  <c:v>24.5</c:v>
                </c:pt>
                <c:pt idx="55023">
                  <c:v>24.5</c:v>
                </c:pt>
                <c:pt idx="55024">
                  <c:v>24.45</c:v>
                </c:pt>
                <c:pt idx="55025">
                  <c:v>24.5</c:v>
                </c:pt>
                <c:pt idx="55026">
                  <c:v>24.45</c:v>
                </c:pt>
                <c:pt idx="55027">
                  <c:v>24.45</c:v>
                </c:pt>
                <c:pt idx="55028">
                  <c:v>24.4</c:v>
                </c:pt>
                <c:pt idx="55029">
                  <c:v>24.35</c:v>
                </c:pt>
                <c:pt idx="55030">
                  <c:v>24.3</c:v>
                </c:pt>
                <c:pt idx="55031">
                  <c:v>24.3</c:v>
                </c:pt>
                <c:pt idx="55032">
                  <c:v>24.25</c:v>
                </c:pt>
                <c:pt idx="55033">
                  <c:v>24.25</c:v>
                </c:pt>
                <c:pt idx="55034">
                  <c:v>24.25</c:v>
                </c:pt>
                <c:pt idx="55035">
                  <c:v>24.2</c:v>
                </c:pt>
                <c:pt idx="55036">
                  <c:v>24.25</c:v>
                </c:pt>
                <c:pt idx="55037">
                  <c:v>24.25</c:v>
                </c:pt>
                <c:pt idx="55038">
                  <c:v>24.2</c:v>
                </c:pt>
                <c:pt idx="55039">
                  <c:v>24.25</c:v>
                </c:pt>
                <c:pt idx="55040">
                  <c:v>24.3</c:v>
                </c:pt>
                <c:pt idx="55041">
                  <c:v>24.3</c:v>
                </c:pt>
                <c:pt idx="55042">
                  <c:v>24.35</c:v>
                </c:pt>
                <c:pt idx="55043">
                  <c:v>24.35</c:v>
                </c:pt>
                <c:pt idx="55044">
                  <c:v>24.35</c:v>
                </c:pt>
                <c:pt idx="55045">
                  <c:v>24.35</c:v>
                </c:pt>
                <c:pt idx="55046">
                  <c:v>24.4</c:v>
                </c:pt>
                <c:pt idx="55047">
                  <c:v>24.4</c:v>
                </c:pt>
                <c:pt idx="55048">
                  <c:v>24.45</c:v>
                </c:pt>
                <c:pt idx="55049">
                  <c:v>24.45</c:v>
                </c:pt>
                <c:pt idx="55050">
                  <c:v>24.45</c:v>
                </c:pt>
                <c:pt idx="55051">
                  <c:v>24.5</c:v>
                </c:pt>
                <c:pt idx="55052">
                  <c:v>24.5</c:v>
                </c:pt>
                <c:pt idx="55053">
                  <c:v>24.5</c:v>
                </c:pt>
                <c:pt idx="55054">
                  <c:v>24.5</c:v>
                </c:pt>
                <c:pt idx="55055">
                  <c:v>24.5</c:v>
                </c:pt>
                <c:pt idx="55056">
                  <c:v>24.45</c:v>
                </c:pt>
                <c:pt idx="55057">
                  <c:v>24.4</c:v>
                </c:pt>
                <c:pt idx="55058">
                  <c:v>24.4</c:v>
                </c:pt>
                <c:pt idx="55059">
                  <c:v>24.35</c:v>
                </c:pt>
                <c:pt idx="55060">
                  <c:v>24.35</c:v>
                </c:pt>
                <c:pt idx="55061">
                  <c:v>24.3</c:v>
                </c:pt>
                <c:pt idx="55062">
                  <c:v>24.3</c:v>
                </c:pt>
                <c:pt idx="55063">
                  <c:v>24.3</c:v>
                </c:pt>
                <c:pt idx="55064">
                  <c:v>24.25</c:v>
                </c:pt>
                <c:pt idx="55065">
                  <c:v>24.3</c:v>
                </c:pt>
                <c:pt idx="55066">
                  <c:v>24.3</c:v>
                </c:pt>
                <c:pt idx="55067">
                  <c:v>24.3</c:v>
                </c:pt>
                <c:pt idx="55068">
                  <c:v>24.3</c:v>
                </c:pt>
                <c:pt idx="55069">
                  <c:v>24.3</c:v>
                </c:pt>
                <c:pt idx="55070">
                  <c:v>24.3</c:v>
                </c:pt>
                <c:pt idx="55071">
                  <c:v>24.35</c:v>
                </c:pt>
                <c:pt idx="55072">
                  <c:v>24.35</c:v>
                </c:pt>
                <c:pt idx="55073">
                  <c:v>24.35</c:v>
                </c:pt>
                <c:pt idx="55074">
                  <c:v>24.4</c:v>
                </c:pt>
                <c:pt idx="55075">
                  <c:v>24.4</c:v>
                </c:pt>
                <c:pt idx="55076">
                  <c:v>24.45</c:v>
                </c:pt>
                <c:pt idx="55077">
                  <c:v>24.45</c:v>
                </c:pt>
                <c:pt idx="55078">
                  <c:v>24.5</c:v>
                </c:pt>
                <c:pt idx="55079">
                  <c:v>24.5</c:v>
                </c:pt>
                <c:pt idx="55080">
                  <c:v>24.5</c:v>
                </c:pt>
                <c:pt idx="55081">
                  <c:v>24.5</c:v>
                </c:pt>
                <c:pt idx="55082">
                  <c:v>24.55</c:v>
                </c:pt>
                <c:pt idx="55083">
                  <c:v>24.55</c:v>
                </c:pt>
                <c:pt idx="55084">
                  <c:v>24.5</c:v>
                </c:pt>
                <c:pt idx="55085">
                  <c:v>24.5</c:v>
                </c:pt>
                <c:pt idx="55086">
                  <c:v>24.45</c:v>
                </c:pt>
                <c:pt idx="55087">
                  <c:v>24.45</c:v>
                </c:pt>
                <c:pt idx="55088">
                  <c:v>24.4</c:v>
                </c:pt>
                <c:pt idx="55089">
                  <c:v>24.35</c:v>
                </c:pt>
                <c:pt idx="55090">
                  <c:v>24.35</c:v>
                </c:pt>
                <c:pt idx="55091">
                  <c:v>24.3</c:v>
                </c:pt>
                <c:pt idx="55092">
                  <c:v>24.3</c:v>
                </c:pt>
                <c:pt idx="55093">
                  <c:v>24.3</c:v>
                </c:pt>
                <c:pt idx="55094">
                  <c:v>24.3</c:v>
                </c:pt>
                <c:pt idx="55095">
                  <c:v>24.3</c:v>
                </c:pt>
                <c:pt idx="55096">
                  <c:v>24.3</c:v>
                </c:pt>
                <c:pt idx="55097">
                  <c:v>24.3</c:v>
                </c:pt>
                <c:pt idx="55098">
                  <c:v>24.3</c:v>
                </c:pt>
                <c:pt idx="55099">
                  <c:v>24.3</c:v>
                </c:pt>
                <c:pt idx="55100">
                  <c:v>24.35</c:v>
                </c:pt>
                <c:pt idx="55101">
                  <c:v>24.35</c:v>
                </c:pt>
                <c:pt idx="55102">
                  <c:v>24.35</c:v>
                </c:pt>
                <c:pt idx="55103">
                  <c:v>24.4</c:v>
                </c:pt>
                <c:pt idx="55104">
                  <c:v>24.4</c:v>
                </c:pt>
                <c:pt idx="55105">
                  <c:v>24.4</c:v>
                </c:pt>
                <c:pt idx="55106">
                  <c:v>24.4</c:v>
                </c:pt>
                <c:pt idx="55107">
                  <c:v>24.45</c:v>
                </c:pt>
                <c:pt idx="55108">
                  <c:v>24.45</c:v>
                </c:pt>
                <c:pt idx="55109">
                  <c:v>24.45</c:v>
                </c:pt>
                <c:pt idx="55110">
                  <c:v>24.5</c:v>
                </c:pt>
                <c:pt idx="55111">
                  <c:v>24.5</c:v>
                </c:pt>
                <c:pt idx="55112">
                  <c:v>24.5</c:v>
                </c:pt>
                <c:pt idx="55113">
                  <c:v>24.5</c:v>
                </c:pt>
                <c:pt idx="55114">
                  <c:v>24.5</c:v>
                </c:pt>
                <c:pt idx="55115">
                  <c:v>24.5</c:v>
                </c:pt>
                <c:pt idx="55116">
                  <c:v>24.45</c:v>
                </c:pt>
                <c:pt idx="55117">
                  <c:v>24.4</c:v>
                </c:pt>
                <c:pt idx="55118">
                  <c:v>24.4</c:v>
                </c:pt>
                <c:pt idx="55119">
                  <c:v>24.35</c:v>
                </c:pt>
                <c:pt idx="55120">
                  <c:v>24.35</c:v>
                </c:pt>
                <c:pt idx="55121">
                  <c:v>24.3</c:v>
                </c:pt>
                <c:pt idx="55122">
                  <c:v>24.3</c:v>
                </c:pt>
                <c:pt idx="55123">
                  <c:v>24.3</c:v>
                </c:pt>
                <c:pt idx="55124">
                  <c:v>24.25</c:v>
                </c:pt>
                <c:pt idx="55125">
                  <c:v>24.3</c:v>
                </c:pt>
                <c:pt idx="55126">
                  <c:v>24.3</c:v>
                </c:pt>
                <c:pt idx="55127">
                  <c:v>24.3</c:v>
                </c:pt>
                <c:pt idx="55128">
                  <c:v>24.3</c:v>
                </c:pt>
                <c:pt idx="55129">
                  <c:v>24.35</c:v>
                </c:pt>
                <c:pt idx="55130">
                  <c:v>24.35</c:v>
                </c:pt>
                <c:pt idx="55131">
                  <c:v>24.35</c:v>
                </c:pt>
                <c:pt idx="55132">
                  <c:v>24.35</c:v>
                </c:pt>
                <c:pt idx="55133">
                  <c:v>24.35</c:v>
                </c:pt>
                <c:pt idx="55134">
                  <c:v>24.35</c:v>
                </c:pt>
                <c:pt idx="55135">
                  <c:v>24.4</c:v>
                </c:pt>
                <c:pt idx="55136">
                  <c:v>24.4</c:v>
                </c:pt>
                <c:pt idx="55137">
                  <c:v>24.4</c:v>
                </c:pt>
                <c:pt idx="55138">
                  <c:v>24.45</c:v>
                </c:pt>
                <c:pt idx="55139">
                  <c:v>24.45</c:v>
                </c:pt>
                <c:pt idx="55140">
                  <c:v>24.5</c:v>
                </c:pt>
                <c:pt idx="55141">
                  <c:v>24.5</c:v>
                </c:pt>
                <c:pt idx="55142">
                  <c:v>24.5</c:v>
                </c:pt>
                <c:pt idx="55143">
                  <c:v>24.5</c:v>
                </c:pt>
                <c:pt idx="55144">
                  <c:v>24.5</c:v>
                </c:pt>
                <c:pt idx="55145">
                  <c:v>24.5</c:v>
                </c:pt>
                <c:pt idx="55146">
                  <c:v>24.45</c:v>
                </c:pt>
                <c:pt idx="55147">
                  <c:v>24.4</c:v>
                </c:pt>
                <c:pt idx="55148">
                  <c:v>24.35</c:v>
                </c:pt>
                <c:pt idx="55149">
                  <c:v>24.35</c:v>
                </c:pt>
                <c:pt idx="55150">
                  <c:v>24.3</c:v>
                </c:pt>
                <c:pt idx="55151">
                  <c:v>24.3</c:v>
                </c:pt>
                <c:pt idx="55152">
                  <c:v>24.3</c:v>
                </c:pt>
                <c:pt idx="55153">
                  <c:v>24.3</c:v>
                </c:pt>
                <c:pt idx="55154">
                  <c:v>24.3</c:v>
                </c:pt>
                <c:pt idx="55155">
                  <c:v>24.3</c:v>
                </c:pt>
                <c:pt idx="55156">
                  <c:v>24.3</c:v>
                </c:pt>
                <c:pt idx="55157">
                  <c:v>24.3</c:v>
                </c:pt>
                <c:pt idx="55158">
                  <c:v>24.3</c:v>
                </c:pt>
                <c:pt idx="55159">
                  <c:v>24.3</c:v>
                </c:pt>
                <c:pt idx="55160">
                  <c:v>24.35</c:v>
                </c:pt>
                <c:pt idx="55161">
                  <c:v>24.35</c:v>
                </c:pt>
                <c:pt idx="55162">
                  <c:v>24.35</c:v>
                </c:pt>
                <c:pt idx="55163">
                  <c:v>24.35</c:v>
                </c:pt>
                <c:pt idx="55164">
                  <c:v>24.4</c:v>
                </c:pt>
                <c:pt idx="55165">
                  <c:v>24.4</c:v>
                </c:pt>
                <c:pt idx="55166">
                  <c:v>24.4</c:v>
                </c:pt>
                <c:pt idx="55167">
                  <c:v>24.45</c:v>
                </c:pt>
                <c:pt idx="55168">
                  <c:v>24.5</c:v>
                </c:pt>
                <c:pt idx="55169">
                  <c:v>24.5</c:v>
                </c:pt>
                <c:pt idx="55170">
                  <c:v>24.5</c:v>
                </c:pt>
                <c:pt idx="55171">
                  <c:v>24.5</c:v>
                </c:pt>
                <c:pt idx="55172">
                  <c:v>24.5</c:v>
                </c:pt>
                <c:pt idx="55173">
                  <c:v>24.5</c:v>
                </c:pt>
                <c:pt idx="55174">
                  <c:v>24.5</c:v>
                </c:pt>
                <c:pt idx="55175">
                  <c:v>24.5</c:v>
                </c:pt>
                <c:pt idx="55176">
                  <c:v>24.45</c:v>
                </c:pt>
                <c:pt idx="55177">
                  <c:v>24.4</c:v>
                </c:pt>
                <c:pt idx="55178">
                  <c:v>24.35</c:v>
                </c:pt>
                <c:pt idx="55179">
                  <c:v>24.3</c:v>
                </c:pt>
                <c:pt idx="55180">
                  <c:v>24.3</c:v>
                </c:pt>
                <c:pt idx="55181">
                  <c:v>24.25</c:v>
                </c:pt>
                <c:pt idx="55182">
                  <c:v>24.25</c:v>
                </c:pt>
                <c:pt idx="55183">
                  <c:v>24.25</c:v>
                </c:pt>
                <c:pt idx="55184">
                  <c:v>24.25</c:v>
                </c:pt>
                <c:pt idx="55185">
                  <c:v>24.2</c:v>
                </c:pt>
                <c:pt idx="55186">
                  <c:v>24.25</c:v>
                </c:pt>
                <c:pt idx="55187">
                  <c:v>24.25</c:v>
                </c:pt>
                <c:pt idx="55188">
                  <c:v>24.25</c:v>
                </c:pt>
                <c:pt idx="55189">
                  <c:v>24.3</c:v>
                </c:pt>
                <c:pt idx="55190">
                  <c:v>24.3</c:v>
                </c:pt>
                <c:pt idx="55191">
                  <c:v>24.3</c:v>
                </c:pt>
                <c:pt idx="55192">
                  <c:v>24.3</c:v>
                </c:pt>
                <c:pt idx="55193">
                  <c:v>24.35</c:v>
                </c:pt>
                <c:pt idx="55194">
                  <c:v>24.35</c:v>
                </c:pt>
                <c:pt idx="55195">
                  <c:v>24.35</c:v>
                </c:pt>
                <c:pt idx="55196">
                  <c:v>24.4</c:v>
                </c:pt>
                <c:pt idx="55197">
                  <c:v>24.4</c:v>
                </c:pt>
                <c:pt idx="55198">
                  <c:v>24.4</c:v>
                </c:pt>
                <c:pt idx="55199">
                  <c:v>24.45</c:v>
                </c:pt>
                <c:pt idx="55200">
                  <c:v>24.45</c:v>
                </c:pt>
                <c:pt idx="55201">
                  <c:v>24.45</c:v>
                </c:pt>
                <c:pt idx="55202">
                  <c:v>24.45</c:v>
                </c:pt>
                <c:pt idx="55203">
                  <c:v>24.45</c:v>
                </c:pt>
                <c:pt idx="55204">
                  <c:v>24.5</c:v>
                </c:pt>
                <c:pt idx="55205">
                  <c:v>24.45</c:v>
                </c:pt>
                <c:pt idx="55206">
                  <c:v>24.4</c:v>
                </c:pt>
                <c:pt idx="55207">
                  <c:v>24.35</c:v>
                </c:pt>
                <c:pt idx="55208">
                  <c:v>24.35</c:v>
                </c:pt>
                <c:pt idx="55209">
                  <c:v>24.3</c:v>
                </c:pt>
                <c:pt idx="55210">
                  <c:v>24.25</c:v>
                </c:pt>
                <c:pt idx="55211">
                  <c:v>24.25</c:v>
                </c:pt>
                <c:pt idx="55212">
                  <c:v>24.25</c:v>
                </c:pt>
                <c:pt idx="55213">
                  <c:v>24.25</c:v>
                </c:pt>
                <c:pt idx="55214">
                  <c:v>24.25</c:v>
                </c:pt>
                <c:pt idx="55215">
                  <c:v>24.2</c:v>
                </c:pt>
                <c:pt idx="55216">
                  <c:v>24.25</c:v>
                </c:pt>
                <c:pt idx="55217">
                  <c:v>24.25</c:v>
                </c:pt>
                <c:pt idx="55218">
                  <c:v>24.3</c:v>
                </c:pt>
                <c:pt idx="55219">
                  <c:v>24.3</c:v>
                </c:pt>
                <c:pt idx="55220">
                  <c:v>24.3</c:v>
                </c:pt>
                <c:pt idx="55221">
                  <c:v>24.35</c:v>
                </c:pt>
                <c:pt idx="55222">
                  <c:v>24.35</c:v>
                </c:pt>
                <c:pt idx="55223">
                  <c:v>24.35</c:v>
                </c:pt>
                <c:pt idx="55224">
                  <c:v>24.4</c:v>
                </c:pt>
                <c:pt idx="55225">
                  <c:v>24.4</c:v>
                </c:pt>
                <c:pt idx="55226">
                  <c:v>24.45</c:v>
                </c:pt>
                <c:pt idx="55227">
                  <c:v>24.45</c:v>
                </c:pt>
                <c:pt idx="55228">
                  <c:v>24.45</c:v>
                </c:pt>
                <c:pt idx="55229">
                  <c:v>24.45</c:v>
                </c:pt>
                <c:pt idx="55230">
                  <c:v>24.5</c:v>
                </c:pt>
                <c:pt idx="55231">
                  <c:v>24.5</c:v>
                </c:pt>
                <c:pt idx="55232">
                  <c:v>24.5</c:v>
                </c:pt>
                <c:pt idx="55233">
                  <c:v>24.5</c:v>
                </c:pt>
                <c:pt idx="55234">
                  <c:v>24.45</c:v>
                </c:pt>
                <c:pt idx="55235">
                  <c:v>24.45</c:v>
                </c:pt>
                <c:pt idx="55236">
                  <c:v>24.4</c:v>
                </c:pt>
                <c:pt idx="55237">
                  <c:v>24.35</c:v>
                </c:pt>
                <c:pt idx="55238">
                  <c:v>24.3</c:v>
                </c:pt>
                <c:pt idx="55239">
                  <c:v>24.3</c:v>
                </c:pt>
                <c:pt idx="55240">
                  <c:v>24.25</c:v>
                </c:pt>
                <c:pt idx="55241">
                  <c:v>24.25</c:v>
                </c:pt>
                <c:pt idx="55242">
                  <c:v>24.2</c:v>
                </c:pt>
                <c:pt idx="55243">
                  <c:v>24.25</c:v>
                </c:pt>
                <c:pt idx="55244">
                  <c:v>24.25</c:v>
                </c:pt>
                <c:pt idx="55245">
                  <c:v>24.25</c:v>
                </c:pt>
                <c:pt idx="55246">
                  <c:v>24.25</c:v>
                </c:pt>
                <c:pt idx="55247">
                  <c:v>24.25</c:v>
                </c:pt>
                <c:pt idx="55248">
                  <c:v>24.3</c:v>
                </c:pt>
                <c:pt idx="55249">
                  <c:v>24.3</c:v>
                </c:pt>
                <c:pt idx="55250">
                  <c:v>24.3</c:v>
                </c:pt>
                <c:pt idx="55251">
                  <c:v>24.35</c:v>
                </c:pt>
                <c:pt idx="55252">
                  <c:v>24.4</c:v>
                </c:pt>
                <c:pt idx="55253">
                  <c:v>24.4</c:v>
                </c:pt>
                <c:pt idx="55254">
                  <c:v>24.4</c:v>
                </c:pt>
                <c:pt idx="55255">
                  <c:v>24.4</c:v>
                </c:pt>
                <c:pt idx="55256">
                  <c:v>24.4</c:v>
                </c:pt>
                <c:pt idx="55257">
                  <c:v>24.45</c:v>
                </c:pt>
                <c:pt idx="55258">
                  <c:v>24.5</c:v>
                </c:pt>
                <c:pt idx="55259">
                  <c:v>24.45</c:v>
                </c:pt>
                <c:pt idx="55260">
                  <c:v>24.5</c:v>
                </c:pt>
                <c:pt idx="55261">
                  <c:v>24.5</c:v>
                </c:pt>
                <c:pt idx="55262">
                  <c:v>24.55</c:v>
                </c:pt>
                <c:pt idx="55263">
                  <c:v>24.5</c:v>
                </c:pt>
                <c:pt idx="55264">
                  <c:v>24.45</c:v>
                </c:pt>
                <c:pt idx="55265">
                  <c:v>24.45</c:v>
                </c:pt>
                <c:pt idx="55266">
                  <c:v>24.4</c:v>
                </c:pt>
                <c:pt idx="55267">
                  <c:v>24.4</c:v>
                </c:pt>
                <c:pt idx="55268">
                  <c:v>24.35</c:v>
                </c:pt>
                <c:pt idx="55269">
                  <c:v>24.3</c:v>
                </c:pt>
                <c:pt idx="55270">
                  <c:v>24.3</c:v>
                </c:pt>
                <c:pt idx="55271">
                  <c:v>24.25</c:v>
                </c:pt>
                <c:pt idx="55272">
                  <c:v>24.25</c:v>
                </c:pt>
                <c:pt idx="55273">
                  <c:v>24.25</c:v>
                </c:pt>
                <c:pt idx="55274">
                  <c:v>24.25</c:v>
                </c:pt>
                <c:pt idx="55275">
                  <c:v>24.25</c:v>
                </c:pt>
                <c:pt idx="55276">
                  <c:v>24.25</c:v>
                </c:pt>
                <c:pt idx="55277">
                  <c:v>24.25</c:v>
                </c:pt>
                <c:pt idx="55278">
                  <c:v>24.25</c:v>
                </c:pt>
                <c:pt idx="55279">
                  <c:v>24.3</c:v>
                </c:pt>
                <c:pt idx="55280">
                  <c:v>24.35</c:v>
                </c:pt>
                <c:pt idx="55281">
                  <c:v>24.35</c:v>
                </c:pt>
                <c:pt idx="55282">
                  <c:v>24.4</c:v>
                </c:pt>
                <c:pt idx="55283">
                  <c:v>24.4</c:v>
                </c:pt>
                <c:pt idx="55284">
                  <c:v>24.4</c:v>
                </c:pt>
                <c:pt idx="55285">
                  <c:v>24.4</c:v>
                </c:pt>
                <c:pt idx="55286">
                  <c:v>24.45</c:v>
                </c:pt>
                <c:pt idx="55287">
                  <c:v>24.45</c:v>
                </c:pt>
                <c:pt idx="55288">
                  <c:v>24.45</c:v>
                </c:pt>
                <c:pt idx="55289">
                  <c:v>24.45</c:v>
                </c:pt>
                <c:pt idx="55290">
                  <c:v>24.5</c:v>
                </c:pt>
                <c:pt idx="55291">
                  <c:v>24.5</c:v>
                </c:pt>
                <c:pt idx="55292">
                  <c:v>24.5</c:v>
                </c:pt>
                <c:pt idx="55293">
                  <c:v>24.5</c:v>
                </c:pt>
                <c:pt idx="55294">
                  <c:v>24.45</c:v>
                </c:pt>
                <c:pt idx="55295">
                  <c:v>24.45</c:v>
                </c:pt>
                <c:pt idx="55296">
                  <c:v>24.4</c:v>
                </c:pt>
                <c:pt idx="55297">
                  <c:v>24.35</c:v>
                </c:pt>
                <c:pt idx="55298">
                  <c:v>24.3</c:v>
                </c:pt>
                <c:pt idx="55299">
                  <c:v>24.3</c:v>
                </c:pt>
                <c:pt idx="55300">
                  <c:v>24.25</c:v>
                </c:pt>
                <c:pt idx="55301">
                  <c:v>24.25</c:v>
                </c:pt>
                <c:pt idx="55302">
                  <c:v>24.25</c:v>
                </c:pt>
                <c:pt idx="55303">
                  <c:v>24.25</c:v>
                </c:pt>
                <c:pt idx="55304">
                  <c:v>24.25</c:v>
                </c:pt>
                <c:pt idx="55305">
                  <c:v>24.25</c:v>
                </c:pt>
                <c:pt idx="55306">
                  <c:v>24.3</c:v>
                </c:pt>
                <c:pt idx="55307">
                  <c:v>24.3</c:v>
                </c:pt>
                <c:pt idx="55308">
                  <c:v>24.3</c:v>
                </c:pt>
                <c:pt idx="55309">
                  <c:v>24.35</c:v>
                </c:pt>
                <c:pt idx="55310">
                  <c:v>24.35</c:v>
                </c:pt>
                <c:pt idx="55311">
                  <c:v>24.35</c:v>
                </c:pt>
                <c:pt idx="55312">
                  <c:v>24.35</c:v>
                </c:pt>
                <c:pt idx="55313">
                  <c:v>24.4</c:v>
                </c:pt>
                <c:pt idx="55314">
                  <c:v>24.4</c:v>
                </c:pt>
                <c:pt idx="55315">
                  <c:v>24.45</c:v>
                </c:pt>
                <c:pt idx="55316">
                  <c:v>24.45</c:v>
                </c:pt>
                <c:pt idx="55317">
                  <c:v>24.45</c:v>
                </c:pt>
                <c:pt idx="55318">
                  <c:v>24.45</c:v>
                </c:pt>
                <c:pt idx="55319">
                  <c:v>24.45</c:v>
                </c:pt>
                <c:pt idx="55320">
                  <c:v>24.5</c:v>
                </c:pt>
                <c:pt idx="55321">
                  <c:v>24.5</c:v>
                </c:pt>
                <c:pt idx="55322">
                  <c:v>24.5</c:v>
                </c:pt>
                <c:pt idx="55323">
                  <c:v>24.5</c:v>
                </c:pt>
                <c:pt idx="55324">
                  <c:v>24.5</c:v>
                </c:pt>
                <c:pt idx="55325">
                  <c:v>24.45</c:v>
                </c:pt>
                <c:pt idx="55326">
                  <c:v>24.45</c:v>
                </c:pt>
                <c:pt idx="55327">
                  <c:v>24.4</c:v>
                </c:pt>
                <c:pt idx="55328">
                  <c:v>24.35</c:v>
                </c:pt>
                <c:pt idx="55329">
                  <c:v>24.3</c:v>
                </c:pt>
                <c:pt idx="55330">
                  <c:v>24.3</c:v>
                </c:pt>
                <c:pt idx="55331">
                  <c:v>24.25</c:v>
                </c:pt>
                <c:pt idx="55332">
                  <c:v>24.25</c:v>
                </c:pt>
                <c:pt idx="55333">
                  <c:v>24.25</c:v>
                </c:pt>
                <c:pt idx="55334">
                  <c:v>24.25</c:v>
                </c:pt>
                <c:pt idx="55335">
                  <c:v>24.25</c:v>
                </c:pt>
                <c:pt idx="55336">
                  <c:v>24.3</c:v>
                </c:pt>
                <c:pt idx="55337">
                  <c:v>24.3</c:v>
                </c:pt>
                <c:pt idx="55338">
                  <c:v>24.3</c:v>
                </c:pt>
                <c:pt idx="55339">
                  <c:v>24.35</c:v>
                </c:pt>
                <c:pt idx="55340">
                  <c:v>24.35</c:v>
                </c:pt>
                <c:pt idx="55341">
                  <c:v>24.35</c:v>
                </c:pt>
                <c:pt idx="55342">
                  <c:v>24.35</c:v>
                </c:pt>
                <c:pt idx="55343">
                  <c:v>24.4</c:v>
                </c:pt>
                <c:pt idx="55344">
                  <c:v>24.4</c:v>
                </c:pt>
                <c:pt idx="55345">
                  <c:v>24.4</c:v>
                </c:pt>
                <c:pt idx="55346">
                  <c:v>24.45</c:v>
                </c:pt>
                <c:pt idx="55347">
                  <c:v>24.45</c:v>
                </c:pt>
                <c:pt idx="55348">
                  <c:v>24.45</c:v>
                </c:pt>
                <c:pt idx="55349">
                  <c:v>24.45</c:v>
                </c:pt>
                <c:pt idx="55350">
                  <c:v>24.5</c:v>
                </c:pt>
                <c:pt idx="55351">
                  <c:v>24.5</c:v>
                </c:pt>
                <c:pt idx="55352">
                  <c:v>24.5</c:v>
                </c:pt>
                <c:pt idx="55353">
                  <c:v>24.5</c:v>
                </c:pt>
                <c:pt idx="55354">
                  <c:v>24.5</c:v>
                </c:pt>
                <c:pt idx="55355">
                  <c:v>24.45</c:v>
                </c:pt>
                <c:pt idx="55356">
                  <c:v>24.4</c:v>
                </c:pt>
                <c:pt idx="55357">
                  <c:v>24.35</c:v>
                </c:pt>
                <c:pt idx="55358">
                  <c:v>24.3</c:v>
                </c:pt>
                <c:pt idx="55359">
                  <c:v>24.3</c:v>
                </c:pt>
                <c:pt idx="55360">
                  <c:v>24.3</c:v>
                </c:pt>
                <c:pt idx="55361">
                  <c:v>24.25</c:v>
                </c:pt>
                <c:pt idx="55362">
                  <c:v>24.25</c:v>
                </c:pt>
                <c:pt idx="55363">
                  <c:v>24.25</c:v>
                </c:pt>
                <c:pt idx="55364">
                  <c:v>24.25</c:v>
                </c:pt>
                <c:pt idx="55365">
                  <c:v>24.25</c:v>
                </c:pt>
                <c:pt idx="55366">
                  <c:v>24.25</c:v>
                </c:pt>
                <c:pt idx="55367">
                  <c:v>24.25</c:v>
                </c:pt>
                <c:pt idx="55368">
                  <c:v>24.3</c:v>
                </c:pt>
                <c:pt idx="55369">
                  <c:v>24.3</c:v>
                </c:pt>
                <c:pt idx="55370">
                  <c:v>24.3</c:v>
                </c:pt>
                <c:pt idx="55371">
                  <c:v>24.35</c:v>
                </c:pt>
                <c:pt idx="55372">
                  <c:v>24.35</c:v>
                </c:pt>
                <c:pt idx="55373">
                  <c:v>24.35</c:v>
                </c:pt>
                <c:pt idx="55374">
                  <c:v>24.4</c:v>
                </c:pt>
                <c:pt idx="55375">
                  <c:v>24.4</c:v>
                </c:pt>
                <c:pt idx="55376">
                  <c:v>24.45</c:v>
                </c:pt>
                <c:pt idx="55377">
                  <c:v>24.45</c:v>
                </c:pt>
                <c:pt idx="55378">
                  <c:v>24.45</c:v>
                </c:pt>
                <c:pt idx="55379">
                  <c:v>24.45</c:v>
                </c:pt>
                <c:pt idx="55380">
                  <c:v>24.45</c:v>
                </c:pt>
                <c:pt idx="55381">
                  <c:v>24.45</c:v>
                </c:pt>
                <c:pt idx="55382">
                  <c:v>24.45</c:v>
                </c:pt>
                <c:pt idx="55383">
                  <c:v>24.45</c:v>
                </c:pt>
                <c:pt idx="55384">
                  <c:v>24.45</c:v>
                </c:pt>
                <c:pt idx="55385">
                  <c:v>24.45</c:v>
                </c:pt>
                <c:pt idx="55386">
                  <c:v>24.4</c:v>
                </c:pt>
                <c:pt idx="55387">
                  <c:v>24.35</c:v>
                </c:pt>
                <c:pt idx="55388">
                  <c:v>24.35</c:v>
                </c:pt>
                <c:pt idx="55389">
                  <c:v>24.3</c:v>
                </c:pt>
                <c:pt idx="55390">
                  <c:v>24.3</c:v>
                </c:pt>
                <c:pt idx="55391">
                  <c:v>24.25</c:v>
                </c:pt>
                <c:pt idx="55392">
                  <c:v>24.25</c:v>
                </c:pt>
                <c:pt idx="55393">
                  <c:v>24.25</c:v>
                </c:pt>
                <c:pt idx="55394">
                  <c:v>24.25</c:v>
                </c:pt>
                <c:pt idx="55395">
                  <c:v>24.25</c:v>
                </c:pt>
                <c:pt idx="55396">
                  <c:v>24.25</c:v>
                </c:pt>
                <c:pt idx="55397">
                  <c:v>24.3</c:v>
                </c:pt>
                <c:pt idx="55398">
                  <c:v>24.3</c:v>
                </c:pt>
                <c:pt idx="55399">
                  <c:v>24.3</c:v>
                </c:pt>
                <c:pt idx="55400">
                  <c:v>24.35</c:v>
                </c:pt>
                <c:pt idx="55401">
                  <c:v>24.35</c:v>
                </c:pt>
                <c:pt idx="55402">
                  <c:v>24.35</c:v>
                </c:pt>
                <c:pt idx="55403">
                  <c:v>24.35</c:v>
                </c:pt>
                <c:pt idx="55404">
                  <c:v>24.35</c:v>
                </c:pt>
                <c:pt idx="55405">
                  <c:v>24.4</c:v>
                </c:pt>
                <c:pt idx="55406">
                  <c:v>24.4</c:v>
                </c:pt>
                <c:pt idx="55407">
                  <c:v>24.4</c:v>
                </c:pt>
                <c:pt idx="55408">
                  <c:v>24.4</c:v>
                </c:pt>
                <c:pt idx="55409">
                  <c:v>24.45</c:v>
                </c:pt>
                <c:pt idx="55410">
                  <c:v>24.45</c:v>
                </c:pt>
                <c:pt idx="55411">
                  <c:v>24.45</c:v>
                </c:pt>
                <c:pt idx="55412">
                  <c:v>24.45</c:v>
                </c:pt>
                <c:pt idx="55413">
                  <c:v>24.45</c:v>
                </c:pt>
                <c:pt idx="55414">
                  <c:v>24.45</c:v>
                </c:pt>
                <c:pt idx="55415">
                  <c:v>24.45</c:v>
                </c:pt>
                <c:pt idx="55416">
                  <c:v>24.4</c:v>
                </c:pt>
                <c:pt idx="55417">
                  <c:v>24.35</c:v>
                </c:pt>
                <c:pt idx="55418">
                  <c:v>24.35</c:v>
                </c:pt>
                <c:pt idx="55419">
                  <c:v>24.3</c:v>
                </c:pt>
                <c:pt idx="55420">
                  <c:v>24.25</c:v>
                </c:pt>
                <c:pt idx="55421">
                  <c:v>24.25</c:v>
                </c:pt>
                <c:pt idx="55422">
                  <c:v>24.25</c:v>
                </c:pt>
                <c:pt idx="55423">
                  <c:v>24.25</c:v>
                </c:pt>
                <c:pt idx="55424">
                  <c:v>24.25</c:v>
                </c:pt>
                <c:pt idx="55425">
                  <c:v>24.25</c:v>
                </c:pt>
                <c:pt idx="55426">
                  <c:v>24.25</c:v>
                </c:pt>
                <c:pt idx="55427">
                  <c:v>24.25</c:v>
                </c:pt>
                <c:pt idx="55428">
                  <c:v>24.25</c:v>
                </c:pt>
                <c:pt idx="55429">
                  <c:v>24.3</c:v>
                </c:pt>
                <c:pt idx="55430">
                  <c:v>24.3</c:v>
                </c:pt>
                <c:pt idx="55431">
                  <c:v>24.3</c:v>
                </c:pt>
                <c:pt idx="55432">
                  <c:v>24.3</c:v>
                </c:pt>
                <c:pt idx="55433">
                  <c:v>24.35</c:v>
                </c:pt>
                <c:pt idx="55434">
                  <c:v>24.35</c:v>
                </c:pt>
                <c:pt idx="55435">
                  <c:v>24.35</c:v>
                </c:pt>
                <c:pt idx="55436">
                  <c:v>24.35</c:v>
                </c:pt>
                <c:pt idx="55437">
                  <c:v>24.4</c:v>
                </c:pt>
                <c:pt idx="55438">
                  <c:v>24.45</c:v>
                </c:pt>
                <c:pt idx="55439">
                  <c:v>24.45</c:v>
                </c:pt>
                <c:pt idx="55440">
                  <c:v>24.45</c:v>
                </c:pt>
                <c:pt idx="55441">
                  <c:v>24.45</c:v>
                </c:pt>
                <c:pt idx="55442">
                  <c:v>24.45</c:v>
                </c:pt>
                <c:pt idx="55443">
                  <c:v>24.45</c:v>
                </c:pt>
                <c:pt idx="55444">
                  <c:v>24.45</c:v>
                </c:pt>
                <c:pt idx="55445">
                  <c:v>24.45</c:v>
                </c:pt>
                <c:pt idx="55446">
                  <c:v>24.4</c:v>
                </c:pt>
                <c:pt idx="55447">
                  <c:v>24.4</c:v>
                </c:pt>
                <c:pt idx="55448">
                  <c:v>24.35</c:v>
                </c:pt>
                <c:pt idx="55449">
                  <c:v>24.3</c:v>
                </c:pt>
                <c:pt idx="55450">
                  <c:v>24.3</c:v>
                </c:pt>
                <c:pt idx="55451">
                  <c:v>24.25</c:v>
                </c:pt>
                <c:pt idx="55452">
                  <c:v>24.25</c:v>
                </c:pt>
                <c:pt idx="55453">
                  <c:v>24.25</c:v>
                </c:pt>
                <c:pt idx="55454">
                  <c:v>24.3</c:v>
                </c:pt>
                <c:pt idx="55455">
                  <c:v>24.25</c:v>
                </c:pt>
                <c:pt idx="55456">
                  <c:v>24.3</c:v>
                </c:pt>
                <c:pt idx="55457">
                  <c:v>24.25</c:v>
                </c:pt>
                <c:pt idx="55458">
                  <c:v>24.3</c:v>
                </c:pt>
                <c:pt idx="55459">
                  <c:v>24.3</c:v>
                </c:pt>
                <c:pt idx="55460">
                  <c:v>24.3</c:v>
                </c:pt>
                <c:pt idx="55461">
                  <c:v>24.3</c:v>
                </c:pt>
                <c:pt idx="55462">
                  <c:v>24.35</c:v>
                </c:pt>
                <c:pt idx="55463">
                  <c:v>24.35</c:v>
                </c:pt>
                <c:pt idx="55464">
                  <c:v>24.4</c:v>
                </c:pt>
                <c:pt idx="55465">
                  <c:v>24.4</c:v>
                </c:pt>
                <c:pt idx="55466">
                  <c:v>24.4</c:v>
                </c:pt>
                <c:pt idx="55467">
                  <c:v>24.45</c:v>
                </c:pt>
                <c:pt idx="55468">
                  <c:v>24.45</c:v>
                </c:pt>
                <c:pt idx="55469">
                  <c:v>24.45</c:v>
                </c:pt>
                <c:pt idx="55470">
                  <c:v>24.45</c:v>
                </c:pt>
                <c:pt idx="55471">
                  <c:v>24.5</c:v>
                </c:pt>
                <c:pt idx="55472">
                  <c:v>24.5</c:v>
                </c:pt>
                <c:pt idx="55473">
                  <c:v>24.5</c:v>
                </c:pt>
                <c:pt idx="55474">
                  <c:v>24.45</c:v>
                </c:pt>
                <c:pt idx="55475">
                  <c:v>24.45</c:v>
                </c:pt>
                <c:pt idx="55476">
                  <c:v>24.45</c:v>
                </c:pt>
                <c:pt idx="55477">
                  <c:v>24.4</c:v>
                </c:pt>
                <c:pt idx="55478">
                  <c:v>24.4</c:v>
                </c:pt>
                <c:pt idx="55479">
                  <c:v>24.3</c:v>
                </c:pt>
                <c:pt idx="55480">
                  <c:v>24.3</c:v>
                </c:pt>
                <c:pt idx="55481">
                  <c:v>24.3</c:v>
                </c:pt>
                <c:pt idx="55482">
                  <c:v>24.3</c:v>
                </c:pt>
                <c:pt idx="55483">
                  <c:v>24.3</c:v>
                </c:pt>
                <c:pt idx="55484">
                  <c:v>24.3</c:v>
                </c:pt>
                <c:pt idx="55485">
                  <c:v>24.25</c:v>
                </c:pt>
                <c:pt idx="55486">
                  <c:v>24.3</c:v>
                </c:pt>
                <c:pt idx="55487">
                  <c:v>24.3</c:v>
                </c:pt>
                <c:pt idx="55488">
                  <c:v>24.3</c:v>
                </c:pt>
                <c:pt idx="55489">
                  <c:v>24.3</c:v>
                </c:pt>
                <c:pt idx="55490">
                  <c:v>24.35</c:v>
                </c:pt>
                <c:pt idx="55491">
                  <c:v>24.35</c:v>
                </c:pt>
                <c:pt idx="55492">
                  <c:v>24.4</c:v>
                </c:pt>
                <c:pt idx="55493">
                  <c:v>24.4</c:v>
                </c:pt>
                <c:pt idx="55494">
                  <c:v>24.4</c:v>
                </c:pt>
                <c:pt idx="55495">
                  <c:v>24.45</c:v>
                </c:pt>
                <c:pt idx="55496">
                  <c:v>24.45</c:v>
                </c:pt>
                <c:pt idx="55497">
                  <c:v>24.5</c:v>
                </c:pt>
                <c:pt idx="55498">
                  <c:v>24.45</c:v>
                </c:pt>
                <c:pt idx="55499">
                  <c:v>24.45</c:v>
                </c:pt>
                <c:pt idx="55500">
                  <c:v>24.5</c:v>
                </c:pt>
                <c:pt idx="55501">
                  <c:v>24.5</c:v>
                </c:pt>
                <c:pt idx="55502">
                  <c:v>24.5</c:v>
                </c:pt>
                <c:pt idx="55503">
                  <c:v>24.5</c:v>
                </c:pt>
                <c:pt idx="55504">
                  <c:v>24.45</c:v>
                </c:pt>
                <c:pt idx="55505">
                  <c:v>24.45</c:v>
                </c:pt>
                <c:pt idx="55506">
                  <c:v>24.45</c:v>
                </c:pt>
                <c:pt idx="55507">
                  <c:v>24.4</c:v>
                </c:pt>
                <c:pt idx="55508">
                  <c:v>24.35</c:v>
                </c:pt>
                <c:pt idx="55509">
                  <c:v>24.3</c:v>
                </c:pt>
                <c:pt idx="55510">
                  <c:v>24.25</c:v>
                </c:pt>
                <c:pt idx="55511">
                  <c:v>24.25</c:v>
                </c:pt>
                <c:pt idx="55512">
                  <c:v>24.25</c:v>
                </c:pt>
                <c:pt idx="55513">
                  <c:v>24.25</c:v>
                </c:pt>
                <c:pt idx="55514">
                  <c:v>24.25</c:v>
                </c:pt>
                <c:pt idx="55515">
                  <c:v>24.25</c:v>
                </c:pt>
                <c:pt idx="55516">
                  <c:v>24.25</c:v>
                </c:pt>
                <c:pt idx="55517">
                  <c:v>24.25</c:v>
                </c:pt>
                <c:pt idx="55518">
                  <c:v>24.3</c:v>
                </c:pt>
                <c:pt idx="55519">
                  <c:v>24.3</c:v>
                </c:pt>
                <c:pt idx="55520">
                  <c:v>24.35</c:v>
                </c:pt>
                <c:pt idx="55521">
                  <c:v>24.35</c:v>
                </c:pt>
                <c:pt idx="55522">
                  <c:v>24.35</c:v>
                </c:pt>
                <c:pt idx="55523">
                  <c:v>24.35</c:v>
                </c:pt>
                <c:pt idx="55524">
                  <c:v>24.45</c:v>
                </c:pt>
                <c:pt idx="55525">
                  <c:v>24.45</c:v>
                </c:pt>
                <c:pt idx="55526">
                  <c:v>24.5</c:v>
                </c:pt>
                <c:pt idx="55527">
                  <c:v>24.45</c:v>
                </c:pt>
                <c:pt idx="55528">
                  <c:v>24.5</c:v>
                </c:pt>
                <c:pt idx="55529">
                  <c:v>24.5</c:v>
                </c:pt>
                <c:pt idx="55530">
                  <c:v>24.5</c:v>
                </c:pt>
                <c:pt idx="55531">
                  <c:v>24.5</c:v>
                </c:pt>
                <c:pt idx="55532">
                  <c:v>24.5</c:v>
                </c:pt>
                <c:pt idx="55533">
                  <c:v>24.5</c:v>
                </c:pt>
                <c:pt idx="55534">
                  <c:v>24.5</c:v>
                </c:pt>
                <c:pt idx="55535">
                  <c:v>24.45</c:v>
                </c:pt>
                <c:pt idx="55536">
                  <c:v>24.45</c:v>
                </c:pt>
                <c:pt idx="55537">
                  <c:v>24.4</c:v>
                </c:pt>
                <c:pt idx="55538">
                  <c:v>24.35</c:v>
                </c:pt>
                <c:pt idx="55539">
                  <c:v>24.35</c:v>
                </c:pt>
                <c:pt idx="55540">
                  <c:v>24.3</c:v>
                </c:pt>
                <c:pt idx="55541">
                  <c:v>24.25</c:v>
                </c:pt>
                <c:pt idx="55542">
                  <c:v>24.25</c:v>
                </c:pt>
                <c:pt idx="55543">
                  <c:v>24.25</c:v>
                </c:pt>
                <c:pt idx="55544">
                  <c:v>24.25</c:v>
                </c:pt>
                <c:pt idx="55545">
                  <c:v>24.25</c:v>
                </c:pt>
                <c:pt idx="55546">
                  <c:v>24.25</c:v>
                </c:pt>
                <c:pt idx="55547">
                  <c:v>24.25</c:v>
                </c:pt>
                <c:pt idx="55548">
                  <c:v>24.25</c:v>
                </c:pt>
                <c:pt idx="55549">
                  <c:v>24.3</c:v>
                </c:pt>
                <c:pt idx="55550">
                  <c:v>24.3</c:v>
                </c:pt>
                <c:pt idx="55551">
                  <c:v>24.3</c:v>
                </c:pt>
                <c:pt idx="55552">
                  <c:v>24.35</c:v>
                </c:pt>
                <c:pt idx="55553">
                  <c:v>24.35</c:v>
                </c:pt>
                <c:pt idx="55554">
                  <c:v>24.4</c:v>
                </c:pt>
                <c:pt idx="55555">
                  <c:v>24.4</c:v>
                </c:pt>
                <c:pt idx="55556">
                  <c:v>24.45</c:v>
                </c:pt>
                <c:pt idx="55557">
                  <c:v>24.45</c:v>
                </c:pt>
                <c:pt idx="55558">
                  <c:v>24.45</c:v>
                </c:pt>
                <c:pt idx="55559">
                  <c:v>24.45</c:v>
                </c:pt>
                <c:pt idx="55560">
                  <c:v>24.5</c:v>
                </c:pt>
                <c:pt idx="55561">
                  <c:v>24.5</c:v>
                </c:pt>
                <c:pt idx="55562">
                  <c:v>24.55</c:v>
                </c:pt>
                <c:pt idx="55563">
                  <c:v>24.5</c:v>
                </c:pt>
                <c:pt idx="55564">
                  <c:v>24.5</c:v>
                </c:pt>
                <c:pt idx="55565">
                  <c:v>24.45</c:v>
                </c:pt>
                <c:pt idx="55566">
                  <c:v>24.4</c:v>
                </c:pt>
                <c:pt idx="55567">
                  <c:v>24.35</c:v>
                </c:pt>
                <c:pt idx="55568">
                  <c:v>24.35</c:v>
                </c:pt>
                <c:pt idx="55569">
                  <c:v>24.3</c:v>
                </c:pt>
                <c:pt idx="55570">
                  <c:v>24.3</c:v>
                </c:pt>
                <c:pt idx="55571">
                  <c:v>24.25</c:v>
                </c:pt>
                <c:pt idx="55572">
                  <c:v>24.25</c:v>
                </c:pt>
                <c:pt idx="55573">
                  <c:v>24.25</c:v>
                </c:pt>
                <c:pt idx="55574">
                  <c:v>24.25</c:v>
                </c:pt>
                <c:pt idx="55575">
                  <c:v>24.25</c:v>
                </c:pt>
                <c:pt idx="55576">
                  <c:v>24.25</c:v>
                </c:pt>
                <c:pt idx="55577">
                  <c:v>24.25</c:v>
                </c:pt>
                <c:pt idx="55578">
                  <c:v>24.3</c:v>
                </c:pt>
                <c:pt idx="55579">
                  <c:v>24.3</c:v>
                </c:pt>
                <c:pt idx="55580">
                  <c:v>24.35</c:v>
                </c:pt>
                <c:pt idx="55581">
                  <c:v>24.35</c:v>
                </c:pt>
                <c:pt idx="55582">
                  <c:v>24.4</c:v>
                </c:pt>
                <c:pt idx="55583">
                  <c:v>24.4</c:v>
                </c:pt>
                <c:pt idx="55584">
                  <c:v>24.4</c:v>
                </c:pt>
                <c:pt idx="55585">
                  <c:v>24.45</c:v>
                </c:pt>
                <c:pt idx="55586">
                  <c:v>24.45</c:v>
                </c:pt>
                <c:pt idx="55587">
                  <c:v>24.45</c:v>
                </c:pt>
                <c:pt idx="55588">
                  <c:v>24.45</c:v>
                </c:pt>
                <c:pt idx="55589">
                  <c:v>24.45</c:v>
                </c:pt>
                <c:pt idx="55590">
                  <c:v>24.5</c:v>
                </c:pt>
                <c:pt idx="55591">
                  <c:v>24.5</c:v>
                </c:pt>
                <c:pt idx="55592">
                  <c:v>24.55</c:v>
                </c:pt>
                <c:pt idx="55593">
                  <c:v>24.5</c:v>
                </c:pt>
                <c:pt idx="55594">
                  <c:v>24.5</c:v>
                </c:pt>
                <c:pt idx="55595">
                  <c:v>24.45</c:v>
                </c:pt>
                <c:pt idx="55596">
                  <c:v>24.4</c:v>
                </c:pt>
                <c:pt idx="55597">
                  <c:v>24.4</c:v>
                </c:pt>
                <c:pt idx="55598">
                  <c:v>24.35</c:v>
                </c:pt>
                <c:pt idx="55599">
                  <c:v>24.3</c:v>
                </c:pt>
                <c:pt idx="55600">
                  <c:v>24.3</c:v>
                </c:pt>
                <c:pt idx="55601">
                  <c:v>24.25</c:v>
                </c:pt>
                <c:pt idx="55602">
                  <c:v>24.25</c:v>
                </c:pt>
                <c:pt idx="55603">
                  <c:v>24.25</c:v>
                </c:pt>
                <c:pt idx="55604">
                  <c:v>24.25</c:v>
                </c:pt>
                <c:pt idx="55605">
                  <c:v>24.25</c:v>
                </c:pt>
                <c:pt idx="55606">
                  <c:v>24.25</c:v>
                </c:pt>
                <c:pt idx="55607">
                  <c:v>24.3</c:v>
                </c:pt>
                <c:pt idx="55608">
                  <c:v>24.3</c:v>
                </c:pt>
                <c:pt idx="55609">
                  <c:v>24.35</c:v>
                </c:pt>
                <c:pt idx="55610">
                  <c:v>24.35</c:v>
                </c:pt>
                <c:pt idx="55611">
                  <c:v>24.35</c:v>
                </c:pt>
                <c:pt idx="55612">
                  <c:v>24.4</c:v>
                </c:pt>
                <c:pt idx="55613">
                  <c:v>24.4</c:v>
                </c:pt>
                <c:pt idx="55614">
                  <c:v>24.4</c:v>
                </c:pt>
                <c:pt idx="55615">
                  <c:v>24.45</c:v>
                </c:pt>
                <c:pt idx="55616">
                  <c:v>24.45</c:v>
                </c:pt>
                <c:pt idx="55617">
                  <c:v>24.45</c:v>
                </c:pt>
                <c:pt idx="55618">
                  <c:v>24.45</c:v>
                </c:pt>
                <c:pt idx="55619">
                  <c:v>24.5</c:v>
                </c:pt>
                <c:pt idx="55620">
                  <c:v>24.5</c:v>
                </c:pt>
                <c:pt idx="55621">
                  <c:v>24.5</c:v>
                </c:pt>
                <c:pt idx="55622">
                  <c:v>24.55</c:v>
                </c:pt>
                <c:pt idx="55623">
                  <c:v>24.55</c:v>
                </c:pt>
                <c:pt idx="55624">
                  <c:v>24.5</c:v>
                </c:pt>
                <c:pt idx="55625">
                  <c:v>24.5</c:v>
                </c:pt>
                <c:pt idx="55626">
                  <c:v>24.45</c:v>
                </c:pt>
                <c:pt idx="55627">
                  <c:v>24.4</c:v>
                </c:pt>
                <c:pt idx="55628">
                  <c:v>24.35</c:v>
                </c:pt>
                <c:pt idx="55629">
                  <c:v>24.35</c:v>
                </c:pt>
                <c:pt idx="55630">
                  <c:v>24.3</c:v>
                </c:pt>
                <c:pt idx="55631">
                  <c:v>24.25</c:v>
                </c:pt>
                <c:pt idx="55632">
                  <c:v>24.25</c:v>
                </c:pt>
                <c:pt idx="55633">
                  <c:v>24.25</c:v>
                </c:pt>
                <c:pt idx="55634">
                  <c:v>24.25</c:v>
                </c:pt>
                <c:pt idx="55635">
                  <c:v>24.25</c:v>
                </c:pt>
                <c:pt idx="55636">
                  <c:v>24.25</c:v>
                </c:pt>
                <c:pt idx="55637">
                  <c:v>24.25</c:v>
                </c:pt>
                <c:pt idx="55638">
                  <c:v>24.25</c:v>
                </c:pt>
                <c:pt idx="55639">
                  <c:v>24.3</c:v>
                </c:pt>
                <c:pt idx="55640">
                  <c:v>24.3</c:v>
                </c:pt>
                <c:pt idx="55641">
                  <c:v>24.3</c:v>
                </c:pt>
                <c:pt idx="55642">
                  <c:v>24.35</c:v>
                </c:pt>
                <c:pt idx="55643">
                  <c:v>24.35</c:v>
                </c:pt>
                <c:pt idx="55644">
                  <c:v>24.4</c:v>
                </c:pt>
                <c:pt idx="55645">
                  <c:v>24.4</c:v>
                </c:pt>
                <c:pt idx="55646">
                  <c:v>24.45</c:v>
                </c:pt>
                <c:pt idx="55647">
                  <c:v>24.45</c:v>
                </c:pt>
                <c:pt idx="55648">
                  <c:v>24.45</c:v>
                </c:pt>
                <c:pt idx="55649">
                  <c:v>24.5</c:v>
                </c:pt>
                <c:pt idx="55650">
                  <c:v>24.5</c:v>
                </c:pt>
                <c:pt idx="55651">
                  <c:v>24.5</c:v>
                </c:pt>
                <c:pt idx="55652">
                  <c:v>24.5</c:v>
                </c:pt>
                <c:pt idx="55653">
                  <c:v>24.5</c:v>
                </c:pt>
                <c:pt idx="55654">
                  <c:v>24.5</c:v>
                </c:pt>
                <c:pt idx="55655">
                  <c:v>24.45</c:v>
                </c:pt>
                <c:pt idx="55656">
                  <c:v>24.45</c:v>
                </c:pt>
                <c:pt idx="55657">
                  <c:v>24.4</c:v>
                </c:pt>
                <c:pt idx="55658">
                  <c:v>24.35</c:v>
                </c:pt>
                <c:pt idx="55659">
                  <c:v>24.35</c:v>
                </c:pt>
                <c:pt idx="55660">
                  <c:v>24.3</c:v>
                </c:pt>
                <c:pt idx="55661">
                  <c:v>24.3</c:v>
                </c:pt>
                <c:pt idx="55662">
                  <c:v>24.25</c:v>
                </c:pt>
                <c:pt idx="55663">
                  <c:v>24.25</c:v>
                </c:pt>
                <c:pt idx="55664">
                  <c:v>24.25</c:v>
                </c:pt>
                <c:pt idx="55665">
                  <c:v>24.25</c:v>
                </c:pt>
                <c:pt idx="55666">
                  <c:v>24.25</c:v>
                </c:pt>
                <c:pt idx="55667">
                  <c:v>24.25</c:v>
                </c:pt>
                <c:pt idx="55668">
                  <c:v>24.3</c:v>
                </c:pt>
                <c:pt idx="55669">
                  <c:v>24.3</c:v>
                </c:pt>
                <c:pt idx="55670">
                  <c:v>24.3</c:v>
                </c:pt>
                <c:pt idx="55671">
                  <c:v>24.35</c:v>
                </c:pt>
                <c:pt idx="55672">
                  <c:v>24.35</c:v>
                </c:pt>
                <c:pt idx="55673">
                  <c:v>24.35</c:v>
                </c:pt>
                <c:pt idx="55674">
                  <c:v>24.4</c:v>
                </c:pt>
                <c:pt idx="55675">
                  <c:v>24.4</c:v>
                </c:pt>
                <c:pt idx="55676">
                  <c:v>24.4</c:v>
                </c:pt>
                <c:pt idx="55677">
                  <c:v>24.4</c:v>
                </c:pt>
                <c:pt idx="55678">
                  <c:v>24.45</c:v>
                </c:pt>
                <c:pt idx="55679">
                  <c:v>24.45</c:v>
                </c:pt>
                <c:pt idx="55680">
                  <c:v>24.45</c:v>
                </c:pt>
                <c:pt idx="55681">
                  <c:v>24.5</c:v>
                </c:pt>
                <c:pt idx="55682">
                  <c:v>24.5</c:v>
                </c:pt>
                <c:pt idx="55683">
                  <c:v>24.5</c:v>
                </c:pt>
                <c:pt idx="55684">
                  <c:v>24.5</c:v>
                </c:pt>
                <c:pt idx="55685">
                  <c:v>24.45</c:v>
                </c:pt>
                <c:pt idx="55686">
                  <c:v>24.4</c:v>
                </c:pt>
                <c:pt idx="55687">
                  <c:v>24.35</c:v>
                </c:pt>
                <c:pt idx="55688">
                  <c:v>24.35</c:v>
                </c:pt>
                <c:pt idx="55689">
                  <c:v>24.3</c:v>
                </c:pt>
                <c:pt idx="55690">
                  <c:v>24.3</c:v>
                </c:pt>
                <c:pt idx="55691">
                  <c:v>24.3</c:v>
                </c:pt>
                <c:pt idx="55692">
                  <c:v>24.25</c:v>
                </c:pt>
                <c:pt idx="55693">
                  <c:v>24.25</c:v>
                </c:pt>
                <c:pt idx="55694">
                  <c:v>24.25</c:v>
                </c:pt>
                <c:pt idx="55695">
                  <c:v>24.25</c:v>
                </c:pt>
                <c:pt idx="55696">
                  <c:v>24.3</c:v>
                </c:pt>
                <c:pt idx="55697">
                  <c:v>24.25</c:v>
                </c:pt>
                <c:pt idx="55698">
                  <c:v>24.25</c:v>
                </c:pt>
                <c:pt idx="55699">
                  <c:v>24.3</c:v>
                </c:pt>
                <c:pt idx="55700">
                  <c:v>24.3</c:v>
                </c:pt>
                <c:pt idx="55701">
                  <c:v>24.3</c:v>
                </c:pt>
                <c:pt idx="55702">
                  <c:v>24.3</c:v>
                </c:pt>
                <c:pt idx="55703">
                  <c:v>24.35</c:v>
                </c:pt>
                <c:pt idx="55704">
                  <c:v>24.35</c:v>
                </c:pt>
                <c:pt idx="55705">
                  <c:v>24.4</c:v>
                </c:pt>
                <c:pt idx="55706">
                  <c:v>24.4</c:v>
                </c:pt>
                <c:pt idx="55707">
                  <c:v>24.45</c:v>
                </c:pt>
                <c:pt idx="55708">
                  <c:v>24.45</c:v>
                </c:pt>
                <c:pt idx="55709">
                  <c:v>24.45</c:v>
                </c:pt>
                <c:pt idx="55710">
                  <c:v>24.45</c:v>
                </c:pt>
                <c:pt idx="55711">
                  <c:v>24.5</c:v>
                </c:pt>
                <c:pt idx="55712">
                  <c:v>24.5</c:v>
                </c:pt>
                <c:pt idx="55713">
                  <c:v>24.5</c:v>
                </c:pt>
                <c:pt idx="55714">
                  <c:v>24.5</c:v>
                </c:pt>
                <c:pt idx="55715">
                  <c:v>24.45</c:v>
                </c:pt>
                <c:pt idx="55716">
                  <c:v>24.45</c:v>
                </c:pt>
                <c:pt idx="55717">
                  <c:v>24.4</c:v>
                </c:pt>
                <c:pt idx="55718">
                  <c:v>24.35</c:v>
                </c:pt>
                <c:pt idx="55719">
                  <c:v>24.35</c:v>
                </c:pt>
                <c:pt idx="55720">
                  <c:v>24.3</c:v>
                </c:pt>
                <c:pt idx="55721">
                  <c:v>24.3</c:v>
                </c:pt>
                <c:pt idx="55722">
                  <c:v>24.25</c:v>
                </c:pt>
                <c:pt idx="55723">
                  <c:v>24.25</c:v>
                </c:pt>
                <c:pt idx="55724">
                  <c:v>24.25</c:v>
                </c:pt>
                <c:pt idx="55725">
                  <c:v>24.25</c:v>
                </c:pt>
                <c:pt idx="55726">
                  <c:v>24.25</c:v>
                </c:pt>
                <c:pt idx="55727">
                  <c:v>24.25</c:v>
                </c:pt>
                <c:pt idx="55728">
                  <c:v>24.25</c:v>
                </c:pt>
                <c:pt idx="55729">
                  <c:v>24.25</c:v>
                </c:pt>
                <c:pt idx="55730">
                  <c:v>24.3</c:v>
                </c:pt>
                <c:pt idx="55731">
                  <c:v>24.3</c:v>
                </c:pt>
                <c:pt idx="55732">
                  <c:v>24.35</c:v>
                </c:pt>
                <c:pt idx="55733">
                  <c:v>24.35</c:v>
                </c:pt>
                <c:pt idx="55734">
                  <c:v>24.4</c:v>
                </c:pt>
                <c:pt idx="55735">
                  <c:v>24.4</c:v>
                </c:pt>
                <c:pt idx="55736">
                  <c:v>24.4</c:v>
                </c:pt>
                <c:pt idx="55737">
                  <c:v>24.45</c:v>
                </c:pt>
                <c:pt idx="55738">
                  <c:v>24.45</c:v>
                </c:pt>
                <c:pt idx="55739">
                  <c:v>24.45</c:v>
                </c:pt>
                <c:pt idx="55740">
                  <c:v>24.5</c:v>
                </c:pt>
                <c:pt idx="55741">
                  <c:v>24.5</c:v>
                </c:pt>
                <c:pt idx="55742">
                  <c:v>24.5</c:v>
                </c:pt>
                <c:pt idx="55743">
                  <c:v>24.5</c:v>
                </c:pt>
                <c:pt idx="55744">
                  <c:v>24.5</c:v>
                </c:pt>
                <c:pt idx="55745">
                  <c:v>24.45</c:v>
                </c:pt>
                <c:pt idx="55746">
                  <c:v>24.45</c:v>
                </c:pt>
                <c:pt idx="55747">
                  <c:v>24.4</c:v>
                </c:pt>
                <c:pt idx="55748">
                  <c:v>24.35</c:v>
                </c:pt>
                <c:pt idx="55749">
                  <c:v>24.3</c:v>
                </c:pt>
                <c:pt idx="55750">
                  <c:v>24.3</c:v>
                </c:pt>
                <c:pt idx="55751">
                  <c:v>24.25</c:v>
                </c:pt>
                <c:pt idx="55752">
                  <c:v>24.25</c:v>
                </c:pt>
                <c:pt idx="55753">
                  <c:v>24.25</c:v>
                </c:pt>
                <c:pt idx="55754">
                  <c:v>24.25</c:v>
                </c:pt>
                <c:pt idx="55755">
                  <c:v>24.25</c:v>
                </c:pt>
                <c:pt idx="55756">
                  <c:v>24.25</c:v>
                </c:pt>
                <c:pt idx="55757">
                  <c:v>24.25</c:v>
                </c:pt>
                <c:pt idx="55758">
                  <c:v>24.25</c:v>
                </c:pt>
                <c:pt idx="55759">
                  <c:v>24.3</c:v>
                </c:pt>
                <c:pt idx="55760">
                  <c:v>24.3</c:v>
                </c:pt>
                <c:pt idx="55761">
                  <c:v>24.3</c:v>
                </c:pt>
                <c:pt idx="55762">
                  <c:v>24.3</c:v>
                </c:pt>
                <c:pt idx="55763">
                  <c:v>24.35</c:v>
                </c:pt>
                <c:pt idx="55764">
                  <c:v>24.35</c:v>
                </c:pt>
                <c:pt idx="55765">
                  <c:v>24.4</c:v>
                </c:pt>
                <c:pt idx="55766">
                  <c:v>24.4</c:v>
                </c:pt>
                <c:pt idx="55767">
                  <c:v>24.4</c:v>
                </c:pt>
                <c:pt idx="55768">
                  <c:v>24.45</c:v>
                </c:pt>
                <c:pt idx="55769">
                  <c:v>24.45</c:v>
                </c:pt>
                <c:pt idx="55770">
                  <c:v>24.45</c:v>
                </c:pt>
                <c:pt idx="55771">
                  <c:v>24.45</c:v>
                </c:pt>
                <c:pt idx="55772">
                  <c:v>24.45</c:v>
                </c:pt>
                <c:pt idx="55773">
                  <c:v>24.5</c:v>
                </c:pt>
                <c:pt idx="55774">
                  <c:v>24.45</c:v>
                </c:pt>
                <c:pt idx="55775">
                  <c:v>24.45</c:v>
                </c:pt>
                <c:pt idx="55776">
                  <c:v>24.45</c:v>
                </c:pt>
                <c:pt idx="55777">
                  <c:v>24.4</c:v>
                </c:pt>
                <c:pt idx="55778">
                  <c:v>24.35</c:v>
                </c:pt>
                <c:pt idx="55779">
                  <c:v>24.3</c:v>
                </c:pt>
                <c:pt idx="55780">
                  <c:v>24.3</c:v>
                </c:pt>
                <c:pt idx="55781">
                  <c:v>24.3</c:v>
                </c:pt>
                <c:pt idx="55782">
                  <c:v>24.25</c:v>
                </c:pt>
                <c:pt idx="55783">
                  <c:v>24.3</c:v>
                </c:pt>
                <c:pt idx="55784">
                  <c:v>24.3</c:v>
                </c:pt>
                <c:pt idx="55785">
                  <c:v>24.3</c:v>
                </c:pt>
                <c:pt idx="55786">
                  <c:v>24.25</c:v>
                </c:pt>
                <c:pt idx="55787">
                  <c:v>24.3</c:v>
                </c:pt>
                <c:pt idx="55788">
                  <c:v>24.3</c:v>
                </c:pt>
                <c:pt idx="55789">
                  <c:v>24.3</c:v>
                </c:pt>
                <c:pt idx="55790">
                  <c:v>24.3</c:v>
                </c:pt>
                <c:pt idx="55791">
                  <c:v>24.35</c:v>
                </c:pt>
                <c:pt idx="55792">
                  <c:v>24.35</c:v>
                </c:pt>
                <c:pt idx="55793">
                  <c:v>24.4</c:v>
                </c:pt>
                <c:pt idx="55794">
                  <c:v>24.4</c:v>
                </c:pt>
                <c:pt idx="55795">
                  <c:v>24.45</c:v>
                </c:pt>
                <c:pt idx="55796">
                  <c:v>24.45</c:v>
                </c:pt>
                <c:pt idx="55797">
                  <c:v>24.45</c:v>
                </c:pt>
                <c:pt idx="55798">
                  <c:v>24.45</c:v>
                </c:pt>
                <c:pt idx="55799">
                  <c:v>24.45</c:v>
                </c:pt>
                <c:pt idx="55800">
                  <c:v>24.5</c:v>
                </c:pt>
                <c:pt idx="55801">
                  <c:v>24.5</c:v>
                </c:pt>
                <c:pt idx="55802">
                  <c:v>24.55</c:v>
                </c:pt>
                <c:pt idx="55803">
                  <c:v>24.55</c:v>
                </c:pt>
                <c:pt idx="55804">
                  <c:v>24.5</c:v>
                </c:pt>
                <c:pt idx="55805">
                  <c:v>24.5</c:v>
                </c:pt>
                <c:pt idx="55806">
                  <c:v>24.45</c:v>
                </c:pt>
                <c:pt idx="55807">
                  <c:v>24.45</c:v>
                </c:pt>
                <c:pt idx="55808">
                  <c:v>24.4</c:v>
                </c:pt>
                <c:pt idx="55809">
                  <c:v>24.35</c:v>
                </c:pt>
                <c:pt idx="55810">
                  <c:v>24.3</c:v>
                </c:pt>
                <c:pt idx="55811">
                  <c:v>24.3</c:v>
                </c:pt>
                <c:pt idx="55812">
                  <c:v>24.3</c:v>
                </c:pt>
                <c:pt idx="55813">
                  <c:v>24.3</c:v>
                </c:pt>
                <c:pt idx="55814">
                  <c:v>24.25</c:v>
                </c:pt>
                <c:pt idx="55815">
                  <c:v>24.3</c:v>
                </c:pt>
                <c:pt idx="55816">
                  <c:v>24.25</c:v>
                </c:pt>
                <c:pt idx="55817">
                  <c:v>24.3</c:v>
                </c:pt>
                <c:pt idx="55818">
                  <c:v>24.3</c:v>
                </c:pt>
                <c:pt idx="55819">
                  <c:v>24.3</c:v>
                </c:pt>
                <c:pt idx="55820">
                  <c:v>24.3</c:v>
                </c:pt>
                <c:pt idx="55821">
                  <c:v>24.3</c:v>
                </c:pt>
                <c:pt idx="55822">
                  <c:v>24.3</c:v>
                </c:pt>
                <c:pt idx="55823">
                  <c:v>24.35</c:v>
                </c:pt>
                <c:pt idx="55824">
                  <c:v>24.35</c:v>
                </c:pt>
                <c:pt idx="55825">
                  <c:v>24.4</c:v>
                </c:pt>
                <c:pt idx="55826">
                  <c:v>24.4</c:v>
                </c:pt>
                <c:pt idx="55827">
                  <c:v>24.4</c:v>
                </c:pt>
                <c:pt idx="55828">
                  <c:v>24.45</c:v>
                </c:pt>
                <c:pt idx="55829">
                  <c:v>24.45</c:v>
                </c:pt>
                <c:pt idx="55830">
                  <c:v>24.45</c:v>
                </c:pt>
                <c:pt idx="55831">
                  <c:v>24.5</c:v>
                </c:pt>
                <c:pt idx="55832">
                  <c:v>24.5</c:v>
                </c:pt>
                <c:pt idx="55833">
                  <c:v>24.5</c:v>
                </c:pt>
                <c:pt idx="55834">
                  <c:v>24.5</c:v>
                </c:pt>
                <c:pt idx="55835">
                  <c:v>24.45</c:v>
                </c:pt>
                <c:pt idx="55836">
                  <c:v>24.45</c:v>
                </c:pt>
                <c:pt idx="55837">
                  <c:v>24.4</c:v>
                </c:pt>
                <c:pt idx="55838">
                  <c:v>24.35</c:v>
                </c:pt>
                <c:pt idx="55839">
                  <c:v>24.3</c:v>
                </c:pt>
                <c:pt idx="55840">
                  <c:v>24.3</c:v>
                </c:pt>
                <c:pt idx="55841">
                  <c:v>24.3</c:v>
                </c:pt>
                <c:pt idx="55842">
                  <c:v>24.3</c:v>
                </c:pt>
                <c:pt idx="55843">
                  <c:v>24.25</c:v>
                </c:pt>
                <c:pt idx="55844">
                  <c:v>24.25</c:v>
                </c:pt>
                <c:pt idx="55845">
                  <c:v>24.25</c:v>
                </c:pt>
                <c:pt idx="55846">
                  <c:v>24.3</c:v>
                </c:pt>
                <c:pt idx="55847">
                  <c:v>24.3</c:v>
                </c:pt>
                <c:pt idx="55848">
                  <c:v>24.3</c:v>
                </c:pt>
                <c:pt idx="55849">
                  <c:v>24.3</c:v>
                </c:pt>
                <c:pt idx="55850">
                  <c:v>24.3</c:v>
                </c:pt>
                <c:pt idx="55851">
                  <c:v>24.35</c:v>
                </c:pt>
                <c:pt idx="55852">
                  <c:v>24.35</c:v>
                </c:pt>
                <c:pt idx="55853">
                  <c:v>24.35</c:v>
                </c:pt>
                <c:pt idx="55854">
                  <c:v>24.4</c:v>
                </c:pt>
                <c:pt idx="55855">
                  <c:v>24.4</c:v>
                </c:pt>
                <c:pt idx="55856">
                  <c:v>24.4</c:v>
                </c:pt>
                <c:pt idx="55857">
                  <c:v>24.4</c:v>
                </c:pt>
                <c:pt idx="55858">
                  <c:v>24.45</c:v>
                </c:pt>
                <c:pt idx="55859">
                  <c:v>24.45</c:v>
                </c:pt>
                <c:pt idx="55860">
                  <c:v>24.45</c:v>
                </c:pt>
                <c:pt idx="55861">
                  <c:v>24.45</c:v>
                </c:pt>
                <c:pt idx="55862">
                  <c:v>24.5</c:v>
                </c:pt>
                <c:pt idx="55863">
                  <c:v>24.5</c:v>
                </c:pt>
                <c:pt idx="55864">
                  <c:v>24.45</c:v>
                </c:pt>
                <c:pt idx="55865">
                  <c:v>24.45</c:v>
                </c:pt>
                <c:pt idx="55866">
                  <c:v>24.4</c:v>
                </c:pt>
                <c:pt idx="55867">
                  <c:v>24.4</c:v>
                </c:pt>
                <c:pt idx="55868">
                  <c:v>24.35</c:v>
                </c:pt>
                <c:pt idx="55869">
                  <c:v>24.35</c:v>
                </c:pt>
                <c:pt idx="55870">
                  <c:v>24.3</c:v>
                </c:pt>
                <c:pt idx="55871">
                  <c:v>24.3</c:v>
                </c:pt>
                <c:pt idx="55872">
                  <c:v>24.3</c:v>
                </c:pt>
                <c:pt idx="55873">
                  <c:v>24.3</c:v>
                </c:pt>
                <c:pt idx="55874">
                  <c:v>24.3</c:v>
                </c:pt>
                <c:pt idx="55875">
                  <c:v>24.3</c:v>
                </c:pt>
                <c:pt idx="55876">
                  <c:v>24.3</c:v>
                </c:pt>
                <c:pt idx="55877">
                  <c:v>24.3</c:v>
                </c:pt>
                <c:pt idx="55878">
                  <c:v>24.3</c:v>
                </c:pt>
                <c:pt idx="55879">
                  <c:v>24.3</c:v>
                </c:pt>
                <c:pt idx="55880">
                  <c:v>24.35</c:v>
                </c:pt>
                <c:pt idx="55881">
                  <c:v>24.35</c:v>
                </c:pt>
                <c:pt idx="55882">
                  <c:v>24.35</c:v>
                </c:pt>
                <c:pt idx="55883">
                  <c:v>24.4</c:v>
                </c:pt>
                <c:pt idx="55884">
                  <c:v>24.4</c:v>
                </c:pt>
                <c:pt idx="55885">
                  <c:v>24.4</c:v>
                </c:pt>
                <c:pt idx="55886">
                  <c:v>24.45</c:v>
                </c:pt>
                <c:pt idx="55887">
                  <c:v>24.45</c:v>
                </c:pt>
                <c:pt idx="55888">
                  <c:v>24.45</c:v>
                </c:pt>
                <c:pt idx="55889">
                  <c:v>24.45</c:v>
                </c:pt>
                <c:pt idx="55890">
                  <c:v>24.5</c:v>
                </c:pt>
                <c:pt idx="55891">
                  <c:v>24.5</c:v>
                </c:pt>
                <c:pt idx="55892">
                  <c:v>24.55</c:v>
                </c:pt>
                <c:pt idx="55893">
                  <c:v>24.55</c:v>
                </c:pt>
                <c:pt idx="55894">
                  <c:v>24.5</c:v>
                </c:pt>
                <c:pt idx="55895">
                  <c:v>24.5</c:v>
                </c:pt>
                <c:pt idx="55896">
                  <c:v>24.45</c:v>
                </c:pt>
                <c:pt idx="55897">
                  <c:v>24.45</c:v>
                </c:pt>
                <c:pt idx="55898">
                  <c:v>24.4</c:v>
                </c:pt>
                <c:pt idx="55899">
                  <c:v>24.4</c:v>
                </c:pt>
                <c:pt idx="55900">
                  <c:v>24.35</c:v>
                </c:pt>
                <c:pt idx="55901">
                  <c:v>24.3</c:v>
                </c:pt>
                <c:pt idx="55902">
                  <c:v>24.3</c:v>
                </c:pt>
                <c:pt idx="55903">
                  <c:v>24.3</c:v>
                </c:pt>
                <c:pt idx="55904">
                  <c:v>24.25</c:v>
                </c:pt>
                <c:pt idx="55905">
                  <c:v>24.25</c:v>
                </c:pt>
                <c:pt idx="55906">
                  <c:v>24.25</c:v>
                </c:pt>
                <c:pt idx="55907">
                  <c:v>24.3</c:v>
                </c:pt>
                <c:pt idx="55908">
                  <c:v>24.3</c:v>
                </c:pt>
                <c:pt idx="55909">
                  <c:v>24.3</c:v>
                </c:pt>
                <c:pt idx="55910">
                  <c:v>24.3</c:v>
                </c:pt>
                <c:pt idx="55911">
                  <c:v>24.35</c:v>
                </c:pt>
                <c:pt idx="55912">
                  <c:v>24.35</c:v>
                </c:pt>
                <c:pt idx="55913">
                  <c:v>24.4</c:v>
                </c:pt>
                <c:pt idx="55914">
                  <c:v>24.4</c:v>
                </c:pt>
                <c:pt idx="55915">
                  <c:v>24.4</c:v>
                </c:pt>
                <c:pt idx="55916">
                  <c:v>24.45</c:v>
                </c:pt>
                <c:pt idx="55917">
                  <c:v>24.45</c:v>
                </c:pt>
                <c:pt idx="55918">
                  <c:v>24.45</c:v>
                </c:pt>
                <c:pt idx="55919">
                  <c:v>24.45</c:v>
                </c:pt>
                <c:pt idx="55920">
                  <c:v>24.5</c:v>
                </c:pt>
                <c:pt idx="55921">
                  <c:v>24.5</c:v>
                </c:pt>
                <c:pt idx="55922">
                  <c:v>24.5</c:v>
                </c:pt>
                <c:pt idx="55923">
                  <c:v>24.5</c:v>
                </c:pt>
                <c:pt idx="55924">
                  <c:v>24.5</c:v>
                </c:pt>
                <c:pt idx="55925">
                  <c:v>24.45</c:v>
                </c:pt>
                <c:pt idx="55926">
                  <c:v>24.45</c:v>
                </c:pt>
                <c:pt idx="55927">
                  <c:v>24.4</c:v>
                </c:pt>
                <c:pt idx="55928">
                  <c:v>24.4</c:v>
                </c:pt>
                <c:pt idx="55929">
                  <c:v>24.35</c:v>
                </c:pt>
                <c:pt idx="55930">
                  <c:v>24.3</c:v>
                </c:pt>
                <c:pt idx="55931">
                  <c:v>24.3</c:v>
                </c:pt>
                <c:pt idx="55932">
                  <c:v>24.3</c:v>
                </c:pt>
                <c:pt idx="55933">
                  <c:v>24.3</c:v>
                </c:pt>
                <c:pt idx="55934">
                  <c:v>24.3</c:v>
                </c:pt>
                <c:pt idx="55935">
                  <c:v>24.3</c:v>
                </c:pt>
                <c:pt idx="55936">
                  <c:v>24.3</c:v>
                </c:pt>
                <c:pt idx="55937">
                  <c:v>24.3</c:v>
                </c:pt>
                <c:pt idx="55938">
                  <c:v>24.35</c:v>
                </c:pt>
                <c:pt idx="55939">
                  <c:v>24.35</c:v>
                </c:pt>
                <c:pt idx="55940">
                  <c:v>24.35</c:v>
                </c:pt>
                <c:pt idx="55941">
                  <c:v>24.35</c:v>
                </c:pt>
                <c:pt idx="55942">
                  <c:v>24.4</c:v>
                </c:pt>
                <c:pt idx="55943">
                  <c:v>24.4</c:v>
                </c:pt>
                <c:pt idx="55944">
                  <c:v>24.4</c:v>
                </c:pt>
                <c:pt idx="55945">
                  <c:v>24.45</c:v>
                </c:pt>
                <c:pt idx="55946">
                  <c:v>24.45</c:v>
                </c:pt>
                <c:pt idx="55947">
                  <c:v>24.45</c:v>
                </c:pt>
                <c:pt idx="55948">
                  <c:v>24.45</c:v>
                </c:pt>
                <c:pt idx="55949">
                  <c:v>24.45</c:v>
                </c:pt>
                <c:pt idx="55950">
                  <c:v>24.5</c:v>
                </c:pt>
                <c:pt idx="55951">
                  <c:v>24.5</c:v>
                </c:pt>
                <c:pt idx="55952">
                  <c:v>24.5</c:v>
                </c:pt>
                <c:pt idx="55953">
                  <c:v>24.5</c:v>
                </c:pt>
                <c:pt idx="55954">
                  <c:v>24.5</c:v>
                </c:pt>
                <c:pt idx="55955">
                  <c:v>24.45</c:v>
                </c:pt>
                <c:pt idx="55956">
                  <c:v>24.45</c:v>
                </c:pt>
                <c:pt idx="55957">
                  <c:v>24.4</c:v>
                </c:pt>
                <c:pt idx="55958">
                  <c:v>24.35</c:v>
                </c:pt>
                <c:pt idx="55959">
                  <c:v>24.3</c:v>
                </c:pt>
                <c:pt idx="55960">
                  <c:v>24.3</c:v>
                </c:pt>
                <c:pt idx="55961">
                  <c:v>24.3</c:v>
                </c:pt>
                <c:pt idx="55962">
                  <c:v>24.25</c:v>
                </c:pt>
                <c:pt idx="55963">
                  <c:v>24.25</c:v>
                </c:pt>
                <c:pt idx="55964">
                  <c:v>24.25</c:v>
                </c:pt>
                <c:pt idx="55965">
                  <c:v>24.25</c:v>
                </c:pt>
                <c:pt idx="55966">
                  <c:v>24.25</c:v>
                </c:pt>
                <c:pt idx="55967">
                  <c:v>24.3</c:v>
                </c:pt>
                <c:pt idx="55968">
                  <c:v>24.3</c:v>
                </c:pt>
                <c:pt idx="55969">
                  <c:v>24.3</c:v>
                </c:pt>
                <c:pt idx="55970">
                  <c:v>24.35</c:v>
                </c:pt>
                <c:pt idx="55971">
                  <c:v>24.35</c:v>
                </c:pt>
                <c:pt idx="55972">
                  <c:v>24.35</c:v>
                </c:pt>
                <c:pt idx="55973">
                  <c:v>24.4</c:v>
                </c:pt>
                <c:pt idx="55974">
                  <c:v>24.4</c:v>
                </c:pt>
                <c:pt idx="55975">
                  <c:v>24.4</c:v>
                </c:pt>
                <c:pt idx="55976">
                  <c:v>24.45</c:v>
                </c:pt>
                <c:pt idx="55977">
                  <c:v>24.45</c:v>
                </c:pt>
                <c:pt idx="55978">
                  <c:v>24.45</c:v>
                </c:pt>
                <c:pt idx="55979">
                  <c:v>24.5</c:v>
                </c:pt>
                <c:pt idx="55980">
                  <c:v>24.5</c:v>
                </c:pt>
                <c:pt idx="55981">
                  <c:v>24.5</c:v>
                </c:pt>
                <c:pt idx="55982">
                  <c:v>24.5</c:v>
                </c:pt>
                <c:pt idx="55983">
                  <c:v>24.5</c:v>
                </c:pt>
                <c:pt idx="55984">
                  <c:v>24.5</c:v>
                </c:pt>
                <c:pt idx="55985">
                  <c:v>24.45</c:v>
                </c:pt>
                <c:pt idx="55986">
                  <c:v>24.4</c:v>
                </c:pt>
                <c:pt idx="55987">
                  <c:v>24.35</c:v>
                </c:pt>
                <c:pt idx="55988">
                  <c:v>24.35</c:v>
                </c:pt>
                <c:pt idx="55989">
                  <c:v>24.3</c:v>
                </c:pt>
                <c:pt idx="55990">
                  <c:v>24.3</c:v>
                </c:pt>
                <c:pt idx="55991">
                  <c:v>24.25</c:v>
                </c:pt>
                <c:pt idx="55992">
                  <c:v>24.25</c:v>
                </c:pt>
                <c:pt idx="55993">
                  <c:v>24.25</c:v>
                </c:pt>
                <c:pt idx="55994">
                  <c:v>24.25</c:v>
                </c:pt>
                <c:pt idx="55995">
                  <c:v>24.25</c:v>
                </c:pt>
                <c:pt idx="55996">
                  <c:v>24.3</c:v>
                </c:pt>
                <c:pt idx="55997">
                  <c:v>24.3</c:v>
                </c:pt>
                <c:pt idx="55998">
                  <c:v>24.3</c:v>
                </c:pt>
                <c:pt idx="55999">
                  <c:v>24.3</c:v>
                </c:pt>
                <c:pt idx="56000">
                  <c:v>24.3</c:v>
                </c:pt>
                <c:pt idx="56001">
                  <c:v>24.35</c:v>
                </c:pt>
                <c:pt idx="56002">
                  <c:v>24.35</c:v>
                </c:pt>
                <c:pt idx="56003">
                  <c:v>24.4</c:v>
                </c:pt>
                <c:pt idx="56004">
                  <c:v>24.4</c:v>
                </c:pt>
                <c:pt idx="56005">
                  <c:v>24.4</c:v>
                </c:pt>
                <c:pt idx="56006">
                  <c:v>24.45</c:v>
                </c:pt>
                <c:pt idx="56007">
                  <c:v>24.45</c:v>
                </c:pt>
                <c:pt idx="56008">
                  <c:v>24.45</c:v>
                </c:pt>
                <c:pt idx="56009">
                  <c:v>24.45</c:v>
                </c:pt>
                <c:pt idx="56010">
                  <c:v>24.5</c:v>
                </c:pt>
                <c:pt idx="56011">
                  <c:v>24.5</c:v>
                </c:pt>
                <c:pt idx="56012">
                  <c:v>24.55</c:v>
                </c:pt>
                <c:pt idx="56013">
                  <c:v>24.55</c:v>
                </c:pt>
                <c:pt idx="56014">
                  <c:v>24.5</c:v>
                </c:pt>
                <c:pt idx="56015">
                  <c:v>24.5</c:v>
                </c:pt>
                <c:pt idx="56016">
                  <c:v>24.45</c:v>
                </c:pt>
                <c:pt idx="56017">
                  <c:v>24.4</c:v>
                </c:pt>
                <c:pt idx="56018">
                  <c:v>24.4</c:v>
                </c:pt>
                <c:pt idx="56019">
                  <c:v>24.35</c:v>
                </c:pt>
                <c:pt idx="56020">
                  <c:v>24.3</c:v>
                </c:pt>
                <c:pt idx="56021">
                  <c:v>24.3</c:v>
                </c:pt>
                <c:pt idx="56022">
                  <c:v>24.3</c:v>
                </c:pt>
                <c:pt idx="56023">
                  <c:v>24.3</c:v>
                </c:pt>
                <c:pt idx="56024">
                  <c:v>24.3</c:v>
                </c:pt>
                <c:pt idx="56025">
                  <c:v>24.3</c:v>
                </c:pt>
                <c:pt idx="56026">
                  <c:v>24.3</c:v>
                </c:pt>
                <c:pt idx="56027">
                  <c:v>24.3</c:v>
                </c:pt>
                <c:pt idx="56028">
                  <c:v>24.3</c:v>
                </c:pt>
                <c:pt idx="56029">
                  <c:v>24.35</c:v>
                </c:pt>
                <c:pt idx="56030">
                  <c:v>24.35</c:v>
                </c:pt>
                <c:pt idx="56031">
                  <c:v>24.35</c:v>
                </c:pt>
                <c:pt idx="56032">
                  <c:v>24.4</c:v>
                </c:pt>
                <c:pt idx="56033">
                  <c:v>24.4</c:v>
                </c:pt>
                <c:pt idx="56034">
                  <c:v>24.4</c:v>
                </c:pt>
                <c:pt idx="56035">
                  <c:v>24.45</c:v>
                </c:pt>
                <c:pt idx="56036">
                  <c:v>24.45</c:v>
                </c:pt>
                <c:pt idx="56037">
                  <c:v>24.45</c:v>
                </c:pt>
                <c:pt idx="56038">
                  <c:v>24.45</c:v>
                </c:pt>
                <c:pt idx="56039">
                  <c:v>24.5</c:v>
                </c:pt>
                <c:pt idx="56040">
                  <c:v>24.5</c:v>
                </c:pt>
                <c:pt idx="56041">
                  <c:v>24.5</c:v>
                </c:pt>
                <c:pt idx="56042">
                  <c:v>24.5</c:v>
                </c:pt>
                <c:pt idx="56043">
                  <c:v>24.5</c:v>
                </c:pt>
                <c:pt idx="56044">
                  <c:v>24.5</c:v>
                </c:pt>
                <c:pt idx="56045">
                  <c:v>24.45</c:v>
                </c:pt>
                <c:pt idx="56046">
                  <c:v>24.45</c:v>
                </c:pt>
                <c:pt idx="56047">
                  <c:v>24.4</c:v>
                </c:pt>
                <c:pt idx="56048">
                  <c:v>24.35</c:v>
                </c:pt>
                <c:pt idx="56049">
                  <c:v>24.3</c:v>
                </c:pt>
                <c:pt idx="56050">
                  <c:v>24.3</c:v>
                </c:pt>
                <c:pt idx="56051">
                  <c:v>24.25</c:v>
                </c:pt>
                <c:pt idx="56052">
                  <c:v>24.3</c:v>
                </c:pt>
                <c:pt idx="56053">
                  <c:v>24.3</c:v>
                </c:pt>
                <c:pt idx="56054">
                  <c:v>24.3</c:v>
                </c:pt>
                <c:pt idx="56055">
                  <c:v>24.3</c:v>
                </c:pt>
                <c:pt idx="56056">
                  <c:v>24.3</c:v>
                </c:pt>
                <c:pt idx="56057">
                  <c:v>24.3</c:v>
                </c:pt>
                <c:pt idx="56058">
                  <c:v>24.3</c:v>
                </c:pt>
                <c:pt idx="56059">
                  <c:v>24.3</c:v>
                </c:pt>
                <c:pt idx="56060">
                  <c:v>24.3</c:v>
                </c:pt>
                <c:pt idx="56061">
                  <c:v>24.35</c:v>
                </c:pt>
                <c:pt idx="56062">
                  <c:v>24.35</c:v>
                </c:pt>
                <c:pt idx="56063">
                  <c:v>24.35</c:v>
                </c:pt>
                <c:pt idx="56064">
                  <c:v>24.4</c:v>
                </c:pt>
                <c:pt idx="56065">
                  <c:v>24.4</c:v>
                </c:pt>
                <c:pt idx="56066">
                  <c:v>24.4</c:v>
                </c:pt>
                <c:pt idx="56067">
                  <c:v>24.45</c:v>
                </c:pt>
                <c:pt idx="56068">
                  <c:v>24.45</c:v>
                </c:pt>
                <c:pt idx="56069">
                  <c:v>24.45</c:v>
                </c:pt>
                <c:pt idx="56070">
                  <c:v>24.45</c:v>
                </c:pt>
                <c:pt idx="56071">
                  <c:v>24.5</c:v>
                </c:pt>
                <c:pt idx="56072">
                  <c:v>24.5</c:v>
                </c:pt>
                <c:pt idx="56073">
                  <c:v>24.5</c:v>
                </c:pt>
                <c:pt idx="56074">
                  <c:v>24.5</c:v>
                </c:pt>
                <c:pt idx="56075">
                  <c:v>24.45</c:v>
                </c:pt>
                <c:pt idx="56076">
                  <c:v>24.45</c:v>
                </c:pt>
                <c:pt idx="56077">
                  <c:v>24.4</c:v>
                </c:pt>
                <c:pt idx="56078">
                  <c:v>24.4</c:v>
                </c:pt>
                <c:pt idx="56079">
                  <c:v>24.35</c:v>
                </c:pt>
                <c:pt idx="56080">
                  <c:v>24.3</c:v>
                </c:pt>
                <c:pt idx="56081">
                  <c:v>24.3</c:v>
                </c:pt>
                <c:pt idx="56082">
                  <c:v>24.3</c:v>
                </c:pt>
                <c:pt idx="56083">
                  <c:v>24.25</c:v>
                </c:pt>
                <c:pt idx="56084">
                  <c:v>24.3</c:v>
                </c:pt>
                <c:pt idx="56085">
                  <c:v>24.25</c:v>
                </c:pt>
                <c:pt idx="56086">
                  <c:v>24.3</c:v>
                </c:pt>
                <c:pt idx="56087">
                  <c:v>24.3</c:v>
                </c:pt>
                <c:pt idx="56088">
                  <c:v>24.3</c:v>
                </c:pt>
                <c:pt idx="56089">
                  <c:v>24.3</c:v>
                </c:pt>
                <c:pt idx="56090">
                  <c:v>24.35</c:v>
                </c:pt>
                <c:pt idx="56091">
                  <c:v>24.35</c:v>
                </c:pt>
                <c:pt idx="56092">
                  <c:v>24.35</c:v>
                </c:pt>
                <c:pt idx="56093">
                  <c:v>24.35</c:v>
                </c:pt>
                <c:pt idx="56094">
                  <c:v>24.4</c:v>
                </c:pt>
                <c:pt idx="56095">
                  <c:v>24.4</c:v>
                </c:pt>
                <c:pt idx="56096">
                  <c:v>24.4</c:v>
                </c:pt>
                <c:pt idx="56097">
                  <c:v>24.45</c:v>
                </c:pt>
                <c:pt idx="56098">
                  <c:v>24.45</c:v>
                </c:pt>
                <c:pt idx="56099">
                  <c:v>24.45</c:v>
                </c:pt>
                <c:pt idx="56100">
                  <c:v>24.5</c:v>
                </c:pt>
                <c:pt idx="56101">
                  <c:v>24.5</c:v>
                </c:pt>
                <c:pt idx="56102">
                  <c:v>24.5</c:v>
                </c:pt>
                <c:pt idx="56103">
                  <c:v>24.55</c:v>
                </c:pt>
                <c:pt idx="56104">
                  <c:v>24.55</c:v>
                </c:pt>
                <c:pt idx="56105">
                  <c:v>24.5</c:v>
                </c:pt>
                <c:pt idx="56106">
                  <c:v>24.45</c:v>
                </c:pt>
                <c:pt idx="56107">
                  <c:v>24.45</c:v>
                </c:pt>
                <c:pt idx="56108">
                  <c:v>24.4</c:v>
                </c:pt>
                <c:pt idx="56109">
                  <c:v>24.35</c:v>
                </c:pt>
                <c:pt idx="56110">
                  <c:v>24.35</c:v>
                </c:pt>
                <c:pt idx="56111">
                  <c:v>24.3</c:v>
                </c:pt>
                <c:pt idx="56112">
                  <c:v>24.3</c:v>
                </c:pt>
                <c:pt idx="56113">
                  <c:v>24.3</c:v>
                </c:pt>
                <c:pt idx="56114">
                  <c:v>24.25</c:v>
                </c:pt>
                <c:pt idx="56115">
                  <c:v>24.25</c:v>
                </c:pt>
                <c:pt idx="56116">
                  <c:v>24.25</c:v>
                </c:pt>
                <c:pt idx="56117">
                  <c:v>24.3</c:v>
                </c:pt>
                <c:pt idx="56118">
                  <c:v>24.3</c:v>
                </c:pt>
                <c:pt idx="56119">
                  <c:v>24.3</c:v>
                </c:pt>
                <c:pt idx="56120">
                  <c:v>24.3</c:v>
                </c:pt>
                <c:pt idx="56121">
                  <c:v>24.35</c:v>
                </c:pt>
                <c:pt idx="56122">
                  <c:v>24.35</c:v>
                </c:pt>
                <c:pt idx="56123">
                  <c:v>24.4</c:v>
                </c:pt>
                <c:pt idx="56124">
                  <c:v>24.4</c:v>
                </c:pt>
                <c:pt idx="56125">
                  <c:v>24.4</c:v>
                </c:pt>
                <c:pt idx="56126">
                  <c:v>24.45</c:v>
                </c:pt>
                <c:pt idx="56127">
                  <c:v>24.45</c:v>
                </c:pt>
                <c:pt idx="56128">
                  <c:v>24.45</c:v>
                </c:pt>
                <c:pt idx="56129">
                  <c:v>24.5</c:v>
                </c:pt>
                <c:pt idx="56130">
                  <c:v>24.5</c:v>
                </c:pt>
                <c:pt idx="56131">
                  <c:v>24.5</c:v>
                </c:pt>
                <c:pt idx="56132">
                  <c:v>24.55</c:v>
                </c:pt>
                <c:pt idx="56133">
                  <c:v>24.55</c:v>
                </c:pt>
                <c:pt idx="56134">
                  <c:v>24.5</c:v>
                </c:pt>
                <c:pt idx="56135">
                  <c:v>24.5</c:v>
                </c:pt>
                <c:pt idx="56136">
                  <c:v>24.45</c:v>
                </c:pt>
                <c:pt idx="56137">
                  <c:v>24.45</c:v>
                </c:pt>
                <c:pt idx="56138">
                  <c:v>24.4</c:v>
                </c:pt>
                <c:pt idx="56139">
                  <c:v>24.35</c:v>
                </c:pt>
                <c:pt idx="56140">
                  <c:v>24.3</c:v>
                </c:pt>
                <c:pt idx="56141">
                  <c:v>24.3</c:v>
                </c:pt>
                <c:pt idx="56142">
                  <c:v>24.3</c:v>
                </c:pt>
                <c:pt idx="56143">
                  <c:v>24.3</c:v>
                </c:pt>
                <c:pt idx="56144">
                  <c:v>24.3</c:v>
                </c:pt>
                <c:pt idx="56145">
                  <c:v>24.3</c:v>
                </c:pt>
                <c:pt idx="56146">
                  <c:v>24.3</c:v>
                </c:pt>
                <c:pt idx="56147">
                  <c:v>24.35</c:v>
                </c:pt>
                <c:pt idx="56148">
                  <c:v>24.35</c:v>
                </c:pt>
                <c:pt idx="56149">
                  <c:v>24.35</c:v>
                </c:pt>
                <c:pt idx="56150">
                  <c:v>24.4</c:v>
                </c:pt>
                <c:pt idx="56151">
                  <c:v>24.4</c:v>
                </c:pt>
                <c:pt idx="56152">
                  <c:v>24.4</c:v>
                </c:pt>
                <c:pt idx="56153">
                  <c:v>24.45</c:v>
                </c:pt>
                <c:pt idx="56154">
                  <c:v>24.45</c:v>
                </c:pt>
                <c:pt idx="56155">
                  <c:v>24.45</c:v>
                </c:pt>
                <c:pt idx="56156">
                  <c:v>24.45</c:v>
                </c:pt>
                <c:pt idx="56157">
                  <c:v>24.5</c:v>
                </c:pt>
                <c:pt idx="56158">
                  <c:v>24.5</c:v>
                </c:pt>
                <c:pt idx="56159">
                  <c:v>24.5</c:v>
                </c:pt>
                <c:pt idx="56160">
                  <c:v>24.55</c:v>
                </c:pt>
                <c:pt idx="56161">
                  <c:v>24.55</c:v>
                </c:pt>
                <c:pt idx="56162">
                  <c:v>24.55</c:v>
                </c:pt>
                <c:pt idx="56163">
                  <c:v>24.55</c:v>
                </c:pt>
                <c:pt idx="56164">
                  <c:v>24.5</c:v>
                </c:pt>
                <c:pt idx="56165">
                  <c:v>24.5</c:v>
                </c:pt>
                <c:pt idx="56166">
                  <c:v>24.45</c:v>
                </c:pt>
                <c:pt idx="56167">
                  <c:v>24.4</c:v>
                </c:pt>
                <c:pt idx="56168">
                  <c:v>24.4</c:v>
                </c:pt>
                <c:pt idx="56169">
                  <c:v>24.35</c:v>
                </c:pt>
                <c:pt idx="56170">
                  <c:v>24.3</c:v>
                </c:pt>
                <c:pt idx="56171">
                  <c:v>24.3</c:v>
                </c:pt>
                <c:pt idx="56172">
                  <c:v>24.3</c:v>
                </c:pt>
                <c:pt idx="56173">
                  <c:v>24.3</c:v>
                </c:pt>
                <c:pt idx="56174">
                  <c:v>24.3</c:v>
                </c:pt>
                <c:pt idx="56175">
                  <c:v>24.3</c:v>
                </c:pt>
                <c:pt idx="56176">
                  <c:v>24.3</c:v>
                </c:pt>
                <c:pt idx="56177">
                  <c:v>24.3</c:v>
                </c:pt>
                <c:pt idx="56178">
                  <c:v>24.3</c:v>
                </c:pt>
                <c:pt idx="56179">
                  <c:v>24.35</c:v>
                </c:pt>
                <c:pt idx="56180">
                  <c:v>24.35</c:v>
                </c:pt>
                <c:pt idx="56181">
                  <c:v>24.35</c:v>
                </c:pt>
                <c:pt idx="56182">
                  <c:v>24.4</c:v>
                </c:pt>
                <c:pt idx="56183">
                  <c:v>24.4</c:v>
                </c:pt>
                <c:pt idx="56184">
                  <c:v>24.4</c:v>
                </c:pt>
                <c:pt idx="56185">
                  <c:v>24.45</c:v>
                </c:pt>
                <c:pt idx="56186">
                  <c:v>24.45</c:v>
                </c:pt>
                <c:pt idx="56187">
                  <c:v>24.45</c:v>
                </c:pt>
                <c:pt idx="56188">
                  <c:v>24.5</c:v>
                </c:pt>
                <c:pt idx="56189">
                  <c:v>24.5</c:v>
                </c:pt>
                <c:pt idx="56190">
                  <c:v>24.5</c:v>
                </c:pt>
                <c:pt idx="56191">
                  <c:v>24.5</c:v>
                </c:pt>
                <c:pt idx="56192">
                  <c:v>24.55</c:v>
                </c:pt>
                <c:pt idx="56193">
                  <c:v>24.5</c:v>
                </c:pt>
                <c:pt idx="56194">
                  <c:v>24.5</c:v>
                </c:pt>
                <c:pt idx="56195">
                  <c:v>24.45</c:v>
                </c:pt>
                <c:pt idx="56196">
                  <c:v>24.45</c:v>
                </c:pt>
                <c:pt idx="56197">
                  <c:v>24.4</c:v>
                </c:pt>
                <c:pt idx="56198">
                  <c:v>24.35</c:v>
                </c:pt>
                <c:pt idx="56199">
                  <c:v>24.3</c:v>
                </c:pt>
                <c:pt idx="56200">
                  <c:v>24.25</c:v>
                </c:pt>
                <c:pt idx="56201">
                  <c:v>24.25</c:v>
                </c:pt>
                <c:pt idx="56202">
                  <c:v>24.25</c:v>
                </c:pt>
                <c:pt idx="56203">
                  <c:v>24.25</c:v>
                </c:pt>
                <c:pt idx="56204">
                  <c:v>24.25</c:v>
                </c:pt>
                <c:pt idx="56205">
                  <c:v>24.25</c:v>
                </c:pt>
                <c:pt idx="56206">
                  <c:v>24.25</c:v>
                </c:pt>
                <c:pt idx="56207">
                  <c:v>24.25</c:v>
                </c:pt>
                <c:pt idx="56208">
                  <c:v>24.3</c:v>
                </c:pt>
                <c:pt idx="56209">
                  <c:v>24.3</c:v>
                </c:pt>
                <c:pt idx="56210">
                  <c:v>24.3</c:v>
                </c:pt>
                <c:pt idx="56211">
                  <c:v>24.35</c:v>
                </c:pt>
                <c:pt idx="56212">
                  <c:v>24.35</c:v>
                </c:pt>
                <c:pt idx="56213">
                  <c:v>24.35</c:v>
                </c:pt>
                <c:pt idx="56214">
                  <c:v>24.35</c:v>
                </c:pt>
                <c:pt idx="56215">
                  <c:v>24.4</c:v>
                </c:pt>
                <c:pt idx="56216">
                  <c:v>24.4</c:v>
                </c:pt>
                <c:pt idx="56217">
                  <c:v>24.4</c:v>
                </c:pt>
                <c:pt idx="56218">
                  <c:v>24.45</c:v>
                </c:pt>
                <c:pt idx="56219">
                  <c:v>24.45</c:v>
                </c:pt>
                <c:pt idx="56220">
                  <c:v>24.5</c:v>
                </c:pt>
                <c:pt idx="56221">
                  <c:v>24.5</c:v>
                </c:pt>
                <c:pt idx="56222">
                  <c:v>24.55</c:v>
                </c:pt>
                <c:pt idx="56223">
                  <c:v>24.55</c:v>
                </c:pt>
                <c:pt idx="56224">
                  <c:v>24.5</c:v>
                </c:pt>
                <c:pt idx="56225">
                  <c:v>24.45</c:v>
                </c:pt>
                <c:pt idx="56226">
                  <c:v>24.45</c:v>
                </c:pt>
                <c:pt idx="56227">
                  <c:v>24.4</c:v>
                </c:pt>
                <c:pt idx="56228">
                  <c:v>24.35</c:v>
                </c:pt>
                <c:pt idx="56229">
                  <c:v>24.35</c:v>
                </c:pt>
                <c:pt idx="56230">
                  <c:v>24.3</c:v>
                </c:pt>
                <c:pt idx="56231">
                  <c:v>24.3</c:v>
                </c:pt>
                <c:pt idx="56232">
                  <c:v>24.3</c:v>
                </c:pt>
                <c:pt idx="56233">
                  <c:v>24.25</c:v>
                </c:pt>
                <c:pt idx="56234">
                  <c:v>24.25</c:v>
                </c:pt>
                <c:pt idx="56235">
                  <c:v>24.25</c:v>
                </c:pt>
                <c:pt idx="56236">
                  <c:v>24.3</c:v>
                </c:pt>
                <c:pt idx="56237">
                  <c:v>24.3</c:v>
                </c:pt>
                <c:pt idx="56238">
                  <c:v>24.3</c:v>
                </c:pt>
                <c:pt idx="56239">
                  <c:v>24.3</c:v>
                </c:pt>
                <c:pt idx="56240">
                  <c:v>24.3</c:v>
                </c:pt>
                <c:pt idx="56241">
                  <c:v>24.35</c:v>
                </c:pt>
                <c:pt idx="56242">
                  <c:v>24.35</c:v>
                </c:pt>
                <c:pt idx="56243">
                  <c:v>24.35</c:v>
                </c:pt>
                <c:pt idx="56244">
                  <c:v>24.4</c:v>
                </c:pt>
                <c:pt idx="56245">
                  <c:v>24.4</c:v>
                </c:pt>
                <c:pt idx="56246">
                  <c:v>24.4</c:v>
                </c:pt>
                <c:pt idx="56247">
                  <c:v>24.45</c:v>
                </c:pt>
                <c:pt idx="56248">
                  <c:v>24.45</c:v>
                </c:pt>
                <c:pt idx="56249">
                  <c:v>24.45</c:v>
                </c:pt>
                <c:pt idx="56250">
                  <c:v>24.5</c:v>
                </c:pt>
                <c:pt idx="56251">
                  <c:v>24.5</c:v>
                </c:pt>
                <c:pt idx="56252">
                  <c:v>24.5</c:v>
                </c:pt>
                <c:pt idx="56253">
                  <c:v>24.55</c:v>
                </c:pt>
                <c:pt idx="56254">
                  <c:v>24.5</c:v>
                </c:pt>
                <c:pt idx="56255">
                  <c:v>24.45</c:v>
                </c:pt>
                <c:pt idx="56256">
                  <c:v>24.45</c:v>
                </c:pt>
                <c:pt idx="56257">
                  <c:v>24.4</c:v>
                </c:pt>
                <c:pt idx="56258">
                  <c:v>24.35</c:v>
                </c:pt>
                <c:pt idx="56259">
                  <c:v>24.35</c:v>
                </c:pt>
                <c:pt idx="56260">
                  <c:v>24.35</c:v>
                </c:pt>
                <c:pt idx="56261">
                  <c:v>24.3</c:v>
                </c:pt>
                <c:pt idx="56262">
                  <c:v>24.3</c:v>
                </c:pt>
                <c:pt idx="56263">
                  <c:v>24.3</c:v>
                </c:pt>
                <c:pt idx="56264">
                  <c:v>24.3</c:v>
                </c:pt>
                <c:pt idx="56265">
                  <c:v>24.3</c:v>
                </c:pt>
                <c:pt idx="56266">
                  <c:v>24.3</c:v>
                </c:pt>
                <c:pt idx="56267">
                  <c:v>24.35</c:v>
                </c:pt>
                <c:pt idx="56268">
                  <c:v>24.35</c:v>
                </c:pt>
                <c:pt idx="56269">
                  <c:v>24.35</c:v>
                </c:pt>
                <c:pt idx="56270">
                  <c:v>24.35</c:v>
                </c:pt>
                <c:pt idx="56271">
                  <c:v>24.35</c:v>
                </c:pt>
                <c:pt idx="56272">
                  <c:v>24.4</c:v>
                </c:pt>
                <c:pt idx="56273">
                  <c:v>24.4</c:v>
                </c:pt>
                <c:pt idx="56274">
                  <c:v>24.4</c:v>
                </c:pt>
                <c:pt idx="56275">
                  <c:v>24.4</c:v>
                </c:pt>
                <c:pt idx="56276">
                  <c:v>24.45</c:v>
                </c:pt>
                <c:pt idx="56277">
                  <c:v>24.45</c:v>
                </c:pt>
                <c:pt idx="56278">
                  <c:v>24.45</c:v>
                </c:pt>
                <c:pt idx="56279">
                  <c:v>24.45</c:v>
                </c:pt>
                <c:pt idx="56280">
                  <c:v>24.45</c:v>
                </c:pt>
                <c:pt idx="56281">
                  <c:v>24.5</c:v>
                </c:pt>
                <c:pt idx="56282">
                  <c:v>24.5</c:v>
                </c:pt>
                <c:pt idx="56283">
                  <c:v>24.5</c:v>
                </c:pt>
                <c:pt idx="56284">
                  <c:v>24.5</c:v>
                </c:pt>
                <c:pt idx="56285">
                  <c:v>24.45</c:v>
                </c:pt>
                <c:pt idx="56286">
                  <c:v>24.45</c:v>
                </c:pt>
                <c:pt idx="56287">
                  <c:v>24.4</c:v>
                </c:pt>
                <c:pt idx="56288">
                  <c:v>24.35</c:v>
                </c:pt>
                <c:pt idx="56289">
                  <c:v>24.35</c:v>
                </c:pt>
                <c:pt idx="56290">
                  <c:v>24.3</c:v>
                </c:pt>
                <c:pt idx="56291">
                  <c:v>24.3</c:v>
                </c:pt>
                <c:pt idx="56292">
                  <c:v>24.3</c:v>
                </c:pt>
                <c:pt idx="56293">
                  <c:v>24.3</c:v>
                </c:pt>
                <c:pt idx="56294">
                  <c:v>24.3</c:v>
                </c:pt>
                <c:pt idx="56295">
                  <c:v>24.3</c:v>
                </c:pt>
                <c:pt idx="56296">
                  <c:v>24.3</c:v>
                </c:pt>
                <c:pt idx="56297">
                  <c:v>24.3</c:v>
                </c:pt>
                <c:pt idx="56298">
                  <c:v>24.3</c:v>
                </c:pt>
                <c:pt idx="56299">
                  <c:v>24.35</c:v>
                </c:pt>
                <c:pt idx="56300">
                  <c:v>24.35</c:v>
                </c:pt>
                <c:pt idx="56301">
                  <c:v>24.35</c:v>
                </c:pt>
                <c:pt idx="56302">
                  <c:v>24.35</c:v>
                </c:pt>
                <c:pt idx="56303">
                  <c:v>24.35</c:v>
                </c:pt>
                <c:pt idx="56304">
                  <c:v>24.4</c:v>
                </c:pt>
                <c:pt idx="56305">
                  <c:v>24.4</c:v>
                </c:pt>
                <c:pt idx="56306">
                  <c:v>24.4</c:v>
                </c:pt>
                <c:pt idx="56307">
                  <c:v>24.45</c:v>
                </c:pt>
                <c:pt idx="56308">
                  <c:v>24.45</c:v>
                </c:pt>
                <c:pt idx="56309">
                  <c:v>24.45</c:v>
                </c:pt>
                <c:pt idx="56310">
                  <c:v>24.5</c:v>
                </c:pt>
                <c:pt idx="56311">
                  <c:v>24.5</c:v>
                </c:pt>
                <c:pt idx="56312">
                  <c:v>24.5</c:v>
                </c:pt>
                <c:pt idx="56313">
                  <c:v>24.5</c:v>
                </c:pt>
                <c:pt idx="56314">
                  <c:v>24.5</c:v>
                </c:pt>
                <c:pt idx="56315">
                  <c:v>24.45</c:v>
                </c:pt>
                <c:pt idx="56316">
                  <c:v>24.45</c:v>
                </c:pt>
                <c:pt idx="56317">
                  <c:v>24.45</c:v>
                </c:pt>
                <c:pt idx="56318">
                  <c:v>24.4</c:v>
                </c:pt>
                <c:pt idx="56319">
                  <c:v>24.35</c:v>
                </c:pt>
                <c:pt idx="56320">
                  <c:v>24.35</c:v>
                </c:pt>
                <c:pt idx="56321">
                  <c:v>24.3</c:v>
                </c:pt>
                <c:pt idx="56322">
                  <c:v>24.3</c:v>
                </c:pt>
                <c:pt idx="56323">
                  <c:v>24.25</c:v>
                </c:pt>
                <c:pt idx="56324">
                  <c:v>24.25</c:v>
                </c:pt>
                <c:pt idx="56325">
                  <c:v>24.25</c:v>
                </c:pt>
                <c:pt idx="56326">
                  <c:v>24.25</c:v>
                </c:pt>
                <c:pt idx="56327">
                  <c:v>24.25</c:v>
                </c:pt>
                <c:pt idx="56328">
                  <c:v>24.25</c:v>
                </c:pt>
                <c:pt idx="56329">
                  <c:v>24.25</c:v>
                </c:pt>
                <c:pt idx="56330">
                  <c:v>24.3</c:v>
                </c:pt>
                <c:pt idx="56331">
                  <c:v>24.3</c:v>
                </c:pt>
                <c:pt idx="56332">
                  <c:v>24.35</c:v>
                </c:pt>
                <c:pt idx="56333">
                  <c:v>24.35</c:v>
                </c:pt>
                <c:pt idx="56334">
                  <c:v>24.4</c:v>
                </c:pt>
                <c:pt idx="56335">
                  <c:v>24.4</c:v>
                </c:pt>
                <c:pt idx="56336">
                  <c:v>24.45</c:v>
                </c:pt>
                <c:pt idx="56337">
                  <c:v>24.45</c:v>
                </c:pt>
                <c:pt idx="56338">
                  <c:v>24.45</c:v>
                </c:pt>
                <c:pt idx="56339">
                  <c:v>24.5</c:v>
                </c:pt>
                <c:pt idx="56340">
                  <c:v>24.5</c:v>
                </c:pt>
                <c:pt idx="56341">
                  <c:v>24.5</c:v>
                </c:pt>
                <c:pt idx="56342">
                  <c:v>24.55</c:v>
                </c:pt>
                <c:pt idx="56343">
                  <c:v>24.55</c:v>
                </c:pt>
                <c:pt idx="56344">
                  <c:v>24.5</c:v>
                </c:pt>
                <c:pt idx="56345">
                  <c:v>24.5</c:v>
                </c:pt>
                <c:pt idx="56346">
                  <c:v>24.45</c:v>
                </c:pt>
                <c:pt idx="56347">
                  <c:v>24.4</c:v>
                </c:pt>
                <c:pt idx="56348">
                  <c:v>24.35</c:v>
                </c:pt>
                <c:pt idx="56349">
                  <c:v>24.3</c:v>
                </c:pt>
                <c:pt idx="56350">
                  <c:v>24.3</c:v>
                </c:pt>
                <c:pt idx="56351">
                  <c:v>24.3</c:v>
                </c:pt>
                <c:pt idx="56352">
                  <c:v>24.3</c:v>
                </c:pt>
                <c:pt idx="56353">
                  <c:v>24.3</c:v>
                </c:pt>
                <c:pt idx="56354">
                  <c:v>24.25</c:v>
                </c:pt>
                <c:pt idx="56355">
                  <c:v>24.25</c:v>
                </c:pt>
                <c:pt idx="56356">
                  <c:v>24.25</c:v>
                </c:pt>
                <c:pt idx="56357">
                  <c:v>24.3</c:v>
                </c:pt>
                <c:pt idx="56358">
                  <c:v>24.3</c:v>
                </c:pt>
                <c:pt idx="56359">
                  <c:v>24.3</c:v>
                </c:pt>
                <c:pt idx="56360">
                  <c:v>24.3</c:v>
                </c:pt>
                <c:pt idx="56361">
                  <c:v>24.35</c:v>
                </c:pt>
                <c:pt idx="56362">
                  <c:v>24.35</c:v>
                </c:pt>
                <c:pt idx="56363">
                  <c:v>24.35</c:v>
                </c:pt>
                <c:pt idx="56364">
                  <c:v>24.4</c:v>
                </c:pt>
                <c:pt idx="56365">
                  <c:v>24.4</c:v>
                </c:pt>
                <c:pt idx="56366">
                  <c:v>24.45</c:v>
                </c:pt>
                <c:pt idx="56367">
                  <c:v>24.45</c:v>
                </c:pt>
                <c:pt idx="56368">
                  <c:v>24.45</c:v>
                </c:pt>
                <c:pt idx="56369">
                  <c:v>24.45</c:v>
                </c:pt>
                <c:pt idx="56370">
                  <c:v>24.5</c:v>
                </c:pt>
                <c:pt idx="56371">
                  <c:v>24.5</c:v>
                </c:pt>
                <c:pt idx="56372">
                  <c:v>24.5</c:v>
                </c:pt>
                <c:pt idx="56373">
                  <c:v>24.5</c:v>
                </c:pt>
                <c:pt idx="56374">
                  <c:v>24.5</c:v>
                </c:pt>
                <c:pt idx="56375">
                  <c:v>24.45</c:v>
                </c:pt>
                <c:pt idx="56376">
                  <c:v>24.45</c:v>
                </c:pt>
                <c:pt idx="56377">
                  <c:v>24.4</c:v>
                </c:pt>
                <c:pt idx="56378">
                  <c:v>24.35</c:v>
                </c:pt>
                <c:pt idx="56379">
                  <c:v>24.35</c:v>
                </c:pt>
                <c:pt idx="56380">
                  <c:v>24.3</c:v>
                </c:pt>
                <c:pt idx="56381">
                  <c:v>24.25</c:v>
                </c:pt>
                <c:pt idx="56382">
                  <c:v>24.25</c:v>
                </c:pt>
                <c:pt idx="56383">
                  <c:v>24.25</c:v>
                </c:pt>
                <c:pt idx="56384">
                  <c:v>24.25</c:v>
                </c:pt>
                <c:pt idx="56385">
                  <c:v>24.25</c:v>
                </c:pt>
                <c:pt idx="56386">
                  <c:v>24.3</c:v>
                </c:pt>
                <c:pt idx="56387">
                  <c:v>24.3</c:v>
                </c:pt>
                <c:pt idx="56388">
                  <c:v>24.3</c:v>
                </c:pt>
                <c:pt idx="56389">
                  <c:v>24.3</c:v>
                </c:pt>
                <c:pt idx="56390">
                  <c:v>24.35</c:v>
                </c:pt>
                <c:pt idx="56391">
                  <c:v>24.35</c:v>
                </c:pt>
                <c:pt idx="56392">
                  <c:v>24.4</c:v>
                </c:pt>
                <c:pt idx="56393">
                  <c:v>24.4</c:v>
                </c:pt>
                <c:pt idx="56394">
                  <c:v>24.45</c:v>
                </c:pt>
                <c:pt idx="56395">
                  <c:v>24.45</c:v>
                </c:pt>
                <c:pt idx="56396">
                  <c:v>24.45</c:v>
                </c:pt>
                <c:pt idx="56397">
                  <c:v>24.45</c:v>
                </c:pt>
                <c:pt idx="56398">
                  <c:v>24.5</c:v>
                </c:pt>
                <c:pt idx="56399">
                  <c:v>24.5</c:v>
                </c:pt>
                <c:pt idx="56400">
                  <c:v>24.5</c:v>
                </c:pt>
                <c:pt idx="56401">
                  <c:v>24.55</c:v>
                </c:pt>
                <c:pt idx="56402">
                  <c:v>24.55</c:v>
                </c:pt>
                <c:pt idx="56403">
                  <c:v>24.55</c:v>
                </c:pt>
                <c:pt idx="56404">
                  <c:v>24.5</c:v>
                </c:pt>
                <c:pt idx="56405">
                  <c:v>24.5</c:v>
                </c:pt>
                <c:pt idx="56406">
                  <c:v>24.45</c:v>
                </c:pt>
                <c:pt idx="56407">
                  <c:v>24.45</c:v>
                </c:pt>
                <c:pt idx="56408">
                  <c:v>24.4</c:v>
                </c:pt>
                <c:pt idx="56409">
                  <c:v>24.35</c:v>
                </c:pt>
                <c:pt idx="56410">
                  <c:v>24.35</c:v>
                </c:pt>
                <c:pt idx="56411">
                  <c:v>24.3</c:v>
                </c:pt>
                <c:pt idx="56412">
                  <c:v>24.3</c:v>
                </c:pt>
                <c:pt idx="56413">
                  <c:v>24.3</c:v>
                </c:pt>
                <c:pt idx="56414">
                  <c:v>24.3</c:v>
                </c:pt>
                <c:pt idx="56415">
                  <c:v>24.35</c:v>
                </c:pt>
                <c:pt idx="56416">
                  <c:v>24.35</c:v>
                </c:pt>
                <c:pt idx="56417">
                  <c:v>24.35</c:v>
                </c:pt>
                <c:pt idx="56418">
                  <c:v>24.35</c:v>
                </c:pt>
                <c:pt idx="56419">
                  <c:v>24.35</c:v>
                </c:pt>
                <c:pt idx="56420">
                  <c:v>24.4</c:v>
                </c:pt>
                <c:pt idx="56421">
                  <c:v>24.4</c:v>
                </c:pt>
                <c:pt idx="56422">
                  <c:v>24.4</c:v>
                </c:pt>
                <c:pt idx="56423">
                  <c:v>24.4</c:v>
                </c:pt>
                <c:pt idx="56424">
                  <c:v>24.45</c:v>
                </c:pt>
                <c:pt idx="56425">
                  <c:v>24.45</c:v>
                </c:pt>
                <c:pt idx="56426">
                  <c:v>24.45</c:v>
                </c:pt>
                <c:pt idx="56427">
                  <c:v>24.45</c:v>
                </c:pt>
                <c:pt idx="56428">
                  <c:v>24.5</c:v>
                </c:pt>
                <c:pt idx="56429">
                  <c:v>24.5</c:v>
                </c:pt>
                <c:pt idx="56430">
                  <c:v>24.5</c:v>
                </c:pt>
                <c:pt idx="56431">
                  <c:v>24.5</c:v>
                </c:pt>
                <c:pt idx="56432">
                  <c:v>24.5</c:v>
                </c:pt>
                <c:pt idx="56433">
                  <c:v>24.5</c:v>
                </c:pt>
                <c:pt idx="56434">
                  <c:v>24.5</c:v>
                </c:pt>
                <c:pt idx="56435">
                  <c:v>24.45</c:v>
                </c:pt>
                <c:pt idx="56436">
                  <c:v>24.45</c:v>
                </c:pt>
                <c:pt idx="56437">
                  <c:v>24.4</c:v>
                </c:pt>
                <c:pt idx="56438">
                  <c:v>24.35</c:v>
                </c:pt>
                <c:pt idx="56439">
                  <c:v>24.35</c:v>
                </c:pt>
                <c:pt idx="56440">
                  <c:v>24.35</c:v>
                </c:pt>
                <c:pt idx="56441">
                  <c:v>24.3</c:v>
                </c:pt>
                <c:pt idx="56442">
                  <c:v>24.3</c:v>
                </c:pt>
                <c:pt idx="56443">
                  <c:v>24.3</c:v>
                </c:pt>
                <c:pt idx="56444">
                  <c:v>24.3</c:v>
                </c:pt>
                <c:pt idx="56445">
                  <c:v>24.3</c:v>
                </c:pt>
                <c:pt idx="56446">
                  <c:v>24.3</c:v>
                </c:pt>
                <c:pt idx="56447">
                  <c:v>24.35</c:v>
                </c:pt>
                <c:pt idx="56448">
                  <c:v>24.35</c:v>
                </c:pt>
                <c:pt idx="56449">
                  <c:v>24.35</c:v>
                </c:pt>
                <c:pt idx="56450">
                  <c:v>24.35</c:v>
                </c:pt>
                <c:pt idx="56451">
                  <c:v>24.35</c:v>
                </c:pt>
                <c:pt idx="56452">
                  <c:v>24.4</c:v>
                </c:pt>
                <c:pt idx="56453">
                  <c:v>24.4</c:v>
                </c:pt>
                <c:pt idx="56454">
                  <c:v>24.4</c:v>
                </c:pt>
                <c:pt idx="56455">
                  <c:v>24.45</c:v>
                </c:pt>
                <c:pt idx="56456">
                  <c:v>24.45</c:v>
                </c:pt>
                <c:pt idx="56457">
                  <c:v>24.45</c:v>
                </c:pt>
                <c:pt idx="56458">
                  <c:v>24.5</c:v>
                </c:pt>
                <c:pt idx="56459">
                  <c:v>24.5</c:v>
                </c:pt>
                <c:pt idx="56460">
                  <c:v>24.5</c:v>
                </c:pt>
                <c:pt idx="56461">
                  <c:v>24.55</c:v>
                </c:pt>
                <c:pt idx="56462">
                  <c:v>24.55</c:v>
                </c:pt>
                <c:pt idx="56463">
                  <c:v>24.55</c:v>
                </c:pt>
                <c:pt idx="56464">
                  <c:v>24.55</c:v>
                </c:pt>
                <c:pt idx="56465">
                  <c:v>24.5</c:v>
                </c:pt>
                <c:pt idx="56466">
                  <c:v>24.45</c:v>
                </c:pt>
                <c:pt idx="56467">
                  <c:v>24.45</c:v>
                </c:pt>
                <c:pt idx="56468">
                  <c:v>24.4</c:v>
                </c:pt>
                <c:pt idx="56469">
                  <c:v>24.35</c:v>
                </c:pt>
                <c:pt idx="56470">
                  <c:v>24.3</c:v>
                </c:pt>
                <c:pt idx="56471">
                  <c:v>24.3</c:v>
                </c:pt>
                <c:pt idx="56472">
                  <c:v>24.25</c:v>
                </c:pt>
                <c:pt idx="56473">
                  <c:v>24.25</c:v>
                </c:pt>
                <c:pt idx="56474">
                  <c:v>24.25</c:v>
                </c:pt>
                <c:pt idx="56475">
                  <c:v>24.25</c:v>
                </c:pt>
                <c:pt idx="56476">
                  <c:v>24.25</c:v>
                </c:pt>
                <c:pt idx="56477">
                  <c:v>24.3</c:v>
                </c:pt>
                <c:pt idx="56478">
                  <c:v>24.3</c:v>
                </c:pt>
                <c:pt idx="56479">
                  <c:v>24.3</c:v>
                </c:pt>
                <c:pt idx="56480">
                  <c:v>24.35</c:v>
                </c:pt>
                <c:pt idx="56481">
                  <c:v>24.35</c:v>
                </c:pt>
                <c:pt idx="56482">
                  <c:v>24.35</c:v>
                </c:pt>
                <c:pt idx="56483">
                  <c:v>24.35</c:v>
                </c:pt>
                <c:pt idx="56484">
                  <c:v>24.4</c:v>
                </c:pt>
                <c:pt idx="56485">
                  <c:v>24.4</c:v>
                </c:pt>
                <c:pt idx="56486">
                  <c:v>24.45</c:v>
                </c:pt>
                <c:pt idx="56487">
                  <c:v>24.45</c:v>
                </c:pt>
                <c:pt idx="56488">
                  <c:v>24.5</c:v>
                </c:pt>
                <c:pt idx="56489">
                  <c:v>24.5</c:v>
                </c:pt>
                <c:pt idx="56490">
                  <c:v>24.5</c:v>
                </c:pt>
                <c:pt idx="56491">
                  <c:v>24.5</c:v>
                </c:pt>
                <c:pt idx="56492">
                  <c:v>24.55</c:v>
                </c:pt>
                <c:pt idx="56493">
                  <c:v>24.55</c:v>
                </c:pt>
                <c:pt idx="56494">
                  <c:v>24.5</c:v>
                </c:pt>
                <c:pt idx="56495">
                  <c:v>24.5</c:v>
                </c:pt>
                <c:pt idx="56496">
                  <c:v>24.45</c:v>
                </c:pt>
                <c:pt idx="56497">
                  <c:v>24.45</c:v>
                </c:pt>
                <c:pt idx="56498">
                  <c:v>24.4</c:v>
                </c:pt>
                <c:pt idx="56499">
                  <c:v>24.35</c:v>
                </c:pt>
                <c:pt idx="56500">
                  <c:v>24.3</c:v>
                </c:pt>
                <c:pt idx="56501">
                  <c:v>24.3</c:v>
                </c:pt>
                <c:pt idx="56502">
                  <c:v>24.3</c:v>
                </c:pt>
                <c:pt idx="56503">
                  <c:v>24.25</c:v>
                </c:pt>
                <c:pt idx="56504">
                  <c:v>24.25</c:v>
                </c:pt>
                <c:pt idx="56505">
                  <c:v>24.3</c:v>
                </c:pt>
                <c:pt idx="56506">
                  <c:v>24.3</c:v>
                </c:pt>
                <c:pt idx="56507">
                  <c:v>24.3</c:v>
                </c:pt>
                <c:pt idx="56508">
                  <c:v>24.3</c:v>
                </c:pt>
                <c:pt idx="56509">
                  <c:v>24.3</c:v>
                </c:pt>
                <c:pt idx="56510">
                  <c:v>24.3</c:v>
                </c:pt>
                <c:pt idx="56511">
                  <c:v>24.35</c:v>
                </c:pt>
                <c:pt idx="56512">
                  <c:v>24.35</c:v>
                </c:pt>
                <c:pt idx="56513">
                  <c:v>24.35</c:v>
                </c:pt>
                <c:pt idx="56514">
                  <c:v>24.4</c:v>
                </c:pt>
                <c:pt idx="56515">
                  <c:v>24.4</c:v>
                </c:pt>
                <c:pt idx="56516">
                  <c:v>24.4</c:v>
                </c:pt>
                <c:pt idx="56517">
                  <c:v>24.45</c:v>
                </c:pt>
                <c:pt idx="56518">
                  <c:v>24.45</c:v>
                </c:pt>
                <c:pt idx="56519">
                  <c:v>24.45</c:v>
                </c:pt>
                <c:pt idx="56520">
                  <c:v>24.45</c:v>
                </c:pt>
                <c:pt idx="56521">
                  <c:v>24.5</c:v>
                </c:pt>
                <c:pt idx="56522">
                  <c:v>24.55</c:v>
                </c:pt>
                <c:pt idx="56523">
                  <c:v>24.5</c:v>
                </c:pt>
                <c:pt idx="56524">
                  <c:v>24.5</c:v>
                </c:pt>
                <c:pt idx="56525">
                  <c:v>24.45</c:v>
                </c:pt>
                <c:pt idx="56526">
                  <c:v>24.45</c:v>
                </c:pt>
                <c:pt idx="56527">
                  <c:v>24.4</c:v>
                </c:pt>
                <c:pt idx="56528">
                  <c:v>24.4</c:v>
                </c:pt>
                <c:pt idx="56529">
                  <c:v>24.35</c:v>
                </c:pt>
                <c:pt idx="56530">
                  <c:v>24.3</c:v>
                </c:pt>
                <c:pt idx="56531">
                  <c:v>24.3</c:v>
                </c:pt>
                <c:pt idx="56532">
                  <c:v>24.3</c:v>
                </c:pt>
                <c:pt idx="56533">
                  <c:v>24.3</c:v>
                </c:pt>
                <c:pt idx="56534">
                  <c:v>24.3</c:v>
                </c:pt>
                <c:pt idx="56535">
                  <c:v>24.3</c:v>
                </c:pt>
                <c:pt idx="56536">
                  <c:v>24.3</c:v>
                </c:pt>
                <c:pt idx="56537">
                  <c:v>24.3</c:v>
                </c:pt>
                <c:pt idx="56538">
                  <c:v>24.3</c:v>
                </c:pt>
                <c:pt idx="56539">
                  <c:v>24.3</c:v>
                </c:pt>
                <c:pt idx="56540">
                  <c:v>24.35</c:v>
                </c:pt>
                <c:pt idx="56541">
                  <c:v>24.35</c:v>
                </c:pt>
                <c:pt idx="56542">
                  <c:v>24.35</c:v>
                </c:pt>
                <c:pt idx="56543">
                  <c:v>24.4</c:v>
                </c:pt>
                <c:pt idx="56544">
                  <c:v>24.4</c:v>
                </c:pt>
                <c:pt idx="56545">
                  <c:v>24.4</c:v>
                </c:pt>
                <c:pt idx="56546">
                  <c:v>24.45</c:v>
                </c:pt>
                <c:pt idx="56547">
                  <c:v>24.45</c:v>
                </c:pt>
                <c:pt idx="56548">
                  <c:v>24.45</c:v>
                </c:pt>
                <c:pt idx="56549">
                  <c:v>24.45</c:v>
                </c:pt>
                <c:pt idx="56550">
                  <c:v>24.45</c:v>
                </c:pt>
                <c:pt idx="56551">
                  <c:v>24.45</c:v>
                </c:pt>
                <c:pt idx="56552">
                  <c:v>24.5</c:v>
                </c:pt>
                <c:pt idx="56553">
                  <c:v>24.5</c:v>
                </c:pt>
                <c:pt idx="56554">
                  <c:v>24.5</c:v>
                </c:pt>
                <c:pt idx="56555">
                  <c:v>24.45</c:v>
                </c:pt>
                <c:pt idx="56556">
                  <c:v>24.45</c:v>
                </c:pt>
                <c:pt idx="56557">
                  <c:v>24.4</c:v>
                </c:pt>
                <c:pt idx="56558">
                  <c:v>24.35</c:v>
                </c:pt>
                <c:pt idx="56559">
                  <c:v>24.3</c:v>
                </c:pt>
                <c:pt idx="56560">
                  <c:v>24.3</c:v>
                </c:pt>
                <c:pt idx="56561">
                  <c:v>24.3</c:v>
                </c:pt>
                <c:pt idx="56562">
                  <c:v>24.3</c:v>
                </c:pt>
                <c:pt idx="56563">
                  <c:v>24.3</c:v>
                </c:pt>
                <c:pt idx="56564">
                  <c:v>24.3</c:v>
                </c:pt>
                <c:pt idx="56565">
                  <c:v>24.3</c:v>
                </c:pt>
                <c:pt idx="56566">
                  <c:v>24.3</c:v>
                </c:pt>
                <c:pt idx="56567">
                  <c:v>24.3</c:v>
                </c:pt>
                <c:pt idx="56568">
                  <c:v>24.3</c:v>
                </c:pt>
                <c:pt idx="56569">
                  <c:v>24.35</c:v>
                </c:pt>
                <c:pt idx="56570">
                  <c:v>24.35</c:v>
                </c:pt>
                <c:pt idx="56571">
                  <c:v>24.35</c:v>
                </c:pt>
                <c:pt idx="56572">
                  <c:v>24.4</c:v>
                </c:pt>
                <c:pt idx="56573">
                  <c:v>24.4</c:v>
                </c:pt>
                <c:pt idx="56574">
                  <c:v>24.4</c:v>
                </c:pt>
                <c:pt idx="56575">
                  <c:v>24.45</c:v>
                </c:pt>
                <c:pt idx="56576">
                  <c:v>24.45</c:v>
                </c:pt>
                <c:pt idx="56577">
                  <c:v>24.45</c:v>
                </c:pt>
                <c:pt idx="56578">
                  <c:v>24.5</c:v>
                </c:pt>
                <c:pt idx="56579">
                  <c:v>24.5</c:v>
                </c:pt>
                <c:pt idx="56580">
                  <c:v>24.5</c:v>
                </c:pt>
                <c:pt idx="56581">
                  <c:v>24.55</c:v>
                </c:pt>
                <c:pt idx="56582">
                  <c:v>24.55</c:v>
                </c:pt>
                <c:pt idx="56583">
                  <c:v>24.55</c:v>
                </c:pt>
                <c:pt idx="56584">
                  <c:v>24.5</c:v>
                </c:pt>
                <c:pt idx="56585">
                  <c:v>24.5</c:v>
                </c:pt>
                <c:pt idx="56586">
                  <c:v>24.45</c:v>
                </c:pt>
                <c:pt idx="56587">
                  <c:v>24.45</c:v>
                </c:pt>
                <c:pt idx="56588">
                  <c:v>24.4</c:v>
                </c:pt>
                <c:pt idx="56589">
                  <c:v>24.35</c:v>
                </c:pt>
                <c:pt idx="56590">
                  <c:v>24.35</c:v>
                </c:pt>
                <c:pt idx="56591">
                  <c:v>24.3</c:v>
                </c:pt>
                <c:pt idx="56592">
                  <c:v>24.3</c:v>
                </c:pt>
                <c:pt idx="56593">
                  <c:v>24.3</c:v>
                </c:pt>
                <c:pt idx="56594">
                  <c:v>24.3</c:v>
                </c:pt>
                <c:pt idx="56595">
                  <c:v>24.3</c:v>
                </c:pt>
                <c:pt idx="56596">
                  <c:v>24.3</c:v>
                </c:pt>
                <c:pt idx="56597">
                  <c:v>24.3</c:v>
                </c:pt>
                <c:pt idx="56598">
                  <c:v>24.3</c:v>
                </c:pt>
                <c:pt idx="56599">
                  <c:v>24.3</c:v>
                </c:pt>
                <c:pt idx="56600">
                  <c:v>24.35</c:v>
                </c:pt>
                <c:pt idx="56601">
                  <c:v>24.35</c:v>
                </c:pt>
                <c:pt idx="56602">
                  <c:v>24.35</c:v>
                </c:pt>
                <c:pt idx="56603">
                  <c:v>24.35</c:v>
                </c:pt>
                <c:pt idx="56604">
                  <c:v>24.4</c:v>
                </c:pt>
                <c:pt idx="56605">
                  <c:v>24.4</c:v>
                </c:pt>
                <c:pt idx="56606">
                  <c:v>24.45</c:v>
                </c:pt>
                <c:pt idx="56607">
                  <c:v>24.45</c:v>
                </c:pt>
                <c:pt idx="56608">
                  <c:v>24.45</c:v>
                </c:pt>
                <c:pt idx="56609">
                  <c:v>24.45</c:v>
                </c:pt>
                <c:pt idx="56610">
                  <c:v>24.5</c:v>
                </c:pt>
                <c:pt idx="56611">
                  <c:v>24.5</c:v>
                </c:pt>
                <c:pt idx="56612">
                  <c:v>24.5</c:v>
                </c:pt>
                <c:pt idx="56613">
                  <c:v>24.5</c:v>
                </c:pt>
                <c:pt idx="56614">
                  <c:v>24.5</c:v>
                </c:pt>
                <c:pt idx="56615">
                  <c:v>24.45</c:v>
                </c:pt>
                <c:pt idx="56616">
                  <c:v>24.45</c:v>
                </c:pt>
                <c:pt idx="56617">
                  <c:v>24.4</c:v>
                </c:pt>
                <c:pt idx="56618">
                  <c:v>24.4</c:v>
                </c:pt>
                <c:pt idx="56619">
                  <c:v>24.35</c:v>
                </c:pt>
                <c:pt idx="56620">
                  <c:v>24.35</c:v>
                </c:pt>
                <c:pt idx="56621">
                  <c:v>24.3</c:v>
                </c:pt>
                <c:pt idx="56622">
                  <c:v>24.3</c:v>
                </c:pt>
                <c:pt idx="56623">
                  <c:v>24.3</c:v>
                </c:pt>
                <c:pt idx="56624">
                  <c:v>24.3</c:v>
                </c:pt>
                <c:pt idx="56625">
                  <c:v>24.3</c:v>
                </c:pt>
                <c:pt idx="56626">
                  <c:v>24.3</c:v>
                </c:pt>
                <c:pt idx="56627">
                  <c:v>24.3</c:v>
                </c:pt>
                <c:pt idx="56628">
                  <c:v>24.3</c:v>
                </c:pt>
                <c:pt idx="56629">
                  <c:v>24.35</c:v>
                </c:pt>
                <c:pt idx="56630">
                  <c:v>24.35</c:v>
                </c:pt>
                <c:pt idx="56631">
                  <c:v>24.35</c:v>
                </c:pt>
                <c:pt idx="56632">
                  <c:v>24.4</c:v>
                </c:pt>
                <c:pt idx="56633">
                  <c:v>24.4</c:v>
                </c:pt>
                <c:pt idx="56634">
                  <c:v>24.45</c:v>
                </c:pt>
                <c:pt idx="56635">
                  <c:v>24.45</c:v>
                </c:pt>
                <c:pt idx="56636">
                  <c:v>24.45</c:v>
                </c:pt>
                <c:pt idx="56637">
                  <c:v>24.45</c:v>
                </c:pt>
                <c:pt idx="56638">
                  <c:v>24.5</c:v>
                </c:pt>
                <c:pt idx="56639">
                  <c:v>24.5</c:v>
                </c:pt>
                <c:pt idx="56640">
                  <c:v>24.5</c:v>
                </c:pt>
                <c:pt idx="56641">
                  <c:v>24.55</c:v>
                </c:pt>
                <c:pt idx="56642">
                  <c:v>24.55</c:v>
                </c:pt>
                <c:pt idx="56643">
                  <c:v>24.55</c:v>
                </c:pt>
                <c:pt idx="56644">
                  <c:v>24.5</c:v>
                </c:pt>
                <c:pt idx="56645">
                  <c:v>24.5</c:v>
                </c:pt>
                <c:pt idx="56646">
                  <c:v>24.45</c:v>
                </c:pt>
                <c:pt idx="56647">
                  <c:v>24.4</c:v>
                </c:pt>
                <c:pt idx="56648">
                  <c:v>24.4</c:v>
                </c:pt>
                <c:pt idx="56649">
                  <c:v>24.35</c:v>
                </c:pt>
                <c:pt idx="56650">
                  <c:v>24.3</c:v>
                </c:pt>
                <c:pt idx="56651">
                  <c:v>24.3</c:v>
                </c:pt>
                <c:pt idx="56652">
                  <c:v>24.3</c:v>
                </c:pt>
                <c:pt idx="56653">
                  <c:v>24.3</c:v>
                </c:pt>
                <c:pt idx="56654">
                  <c:v>24.3</c:v>
                </c:pt>
                <c:pt idx="56655">
                  <c:v>24.3</c:v>
                </c:pt>
                <c:pt idx="56656">
                  <c:v>24.25</c:v>
                </c:pt>
                <c:pt idx="56657">
                  <c:v>24.3</c:v>
                </c:pt>
                <c:pt idx="56658">
                  <c:v>24.3</c:v>
                </c:pt>
                <c:pt idx="56659">
                  <c:v>24.3</c:v>
                </c:pt>
                <c:pt idx="56660">
                  <c:v>24.3</c:v>
                </c:pt>
                <c:pt idx="56661">
                  <c:v>24.3</c:v>
                </c:pt>
                <c:pt idx="56662">
                  <c:v>24.35</c:v>
                </c:pt>
                <c:pt idx="56663">
                  <c:v>24.35</c:v>
                </c:pt>
                <c:pt idx="56664">
                  <c:v>24.35</c:v>
                </c:pt>
                <c:pt idx="56665">
                  <c:v>24.4</c:v>
                </c:pt>
                <c:pt idx="56666">
                  <c:v>24.45</c:v>
                </c:pt>
                <c:pt idx="56667">
                  <c:v>24.45</c:v>
                </c:pt>
                <c:pt idx="56668">
                  <c:v>24.45</c:v>
                </c:pt>
                <c:pt idx="56669">
                  <c:v>24.45</c:v>
                </c:pt>
                <c:pt idx="56670">
                  <c:v>24.5</c:v>
                </c:pt>
                <c:pt idx="56671">
                  <c:v>24.5</c:v>
                </c:pt>
                <c:pt idx="56672">
                  <c:v>24.55</c:v>
                </c:pt>
                <c:pt idx="56673">
                  <c:v>24.55</c:v>
                </c:pt>
                <c:pt idx="56674">
                  <c:v>24.5</c:v>
                </c:pt>
                <c:pt idx="56675">
                  <c:v>24.45</c:v>
                </c:pt>
                <c:pt idx="56676">
                  <c:v>24.45</c:v>
                </c:pt>
                <c:pt idx="56677">
                  <c:v>24.4</c:v>
                </c:pt>
                <c:pt idx="56678">
                  <c:v>24.35</c:v>
                </c:pt>
                <c:pt idx="56679">
                  <c:v>24.35</c:v>
                </c:pt>
                <c:pt idx="56680">
                  <c:v>24.3</c:v>
                </c:pt>
                <c:pt idx="56681">
                  <c:v>24.25</c:v>
                </c:pt>
                <c:pt idx="56682">
                  <c:v>24.25</c:v>
                </c:pt>
                <c:pt idx="56683">
                  <c:v>24.25</c:v>
                </c:pt>
                <c:pt idx="56684">
                  <c:v>24.2</c:v>
                </c:pt>
                <c:pt idx="56685">
                  <c:v>24.2</c:v>
                </c:pt>
                <c:pt idx="56686">
                  <c:v>24.2</c:v>
                </c:pt>
                <c:pt idx="56687">
                  <c:v>24.25</c:v>
                </c:pt>
                <c:pt idx="56688">
                  <c:v>24.25</c:v>
                </c:pt>
                <c:pt idx="56689">
                  <c:v>24.25</c:v>
                </c:pt>
                <c:pt idx="56690">
                  <c:v>24.3</c:v>
                </c:pt>
                <c:pt idx="56691">
                  <c:v>24.3</c:v>
                </c:pt>
                <c:pt idx="56692">
                  <c:v>24.35</c:v>
                </c:pt>
                <c:pt idx="56693">
                  <c:v>24.35</c:v>
                </c:pt>
                <c:pt idx="56694">
                  <c:v>24.35</c:v>
                </c:pt>
                <c:pt idx="56695">
                  <c:v>24.4</c:v>
                </c:pt>
                <c:pt idx="56696">
                  <c:v>24.4</c:v>
                </c:pt>
                <c:pt idx="56697">
                  <c:v>24.45</c:v>
                </c:pt>
                <c:pt idx="56698">
                  <c:v>24.45</c:v>
                </c:pt>
                <c:pt idx="56699">
                  <c:v>24.45</c:v>
                </c:pt>
                <c:pt idx="56700">
                  <c:v>24.45</c:v>
                </c:pt>
                <c:pt idx="56701">
                  <c:v>24.5</c:v>
                </c:pt>
                <c:pt idx="56702">
                  <c:v>24.5</c:v>
                </c:pt>
                <c:pt idx="56703">
                  <c:v>24.5</c:v>
                </c:pt>
                <c:pt idx="56704">
                  <c:v>24.45</c:v>
                </c:pt>
                <c:pt idx="56705">
                  <c:v>24.45</c:v>
                </c:pt>
                <c:pt idx="56706">
                  <c:v>24.45</c:v>
                </c:pt>
                <c:pt idx="56707">
                  <c:v>24.4</c:v>
                </c:pt>
                <c:pt idx="56708">
                  <c:v>24.35</c:v>
                </c:pt>
                <c:pt idx="56709">
                  <c:v>24.3</c:v>
                </c:pt>
                <c:pt idx="56710">
                  <c:v>24.3</c:v>
                </c:pt>
                <c:pt idx="56711">
                  <c:v>24.25</c:v>
                </c:pt>
                <c:pt idx="56712">
                  <c:v>24.25</c:v>
                </c:pt>
                <c:pt idx="56713">
                  <c:v>24.25</c:v>
                </c:pt>
                <c:pt idx="56714">
                  <c:v>24.25</c:v>
                </c:pt>
                <c:pt idx="56715">
                  <c:v>24.25</c:v>
                </c:pt>
                <c:pt idx="56716">
                  <c:v>24.25</c:v>
                </c:pt>
                <c:pt idx="56717">
                  <c:v>24.25</c:v>
                </c:pt>
                <c:pt idx="56718">
                  <c:v>24.3</c:v>
                </c:pt>
                <c:pt idx="56719">
                  <c:v>24.3</c:v>
                </c:pt>
                <c:pt idx="56720">
                  <c:v>24.3</c:v>
                </c:pt>
                <c:pt idx="56721">
                  <c:v>24.3</c:v>
                </c:pt>
                <c:pt idx="56722">
                  <c:v>24.35</c:v>
                </c:pt>
                <c:pt idx="56723">
                  <c:v>24.35</c:v>
                </c:pt>
                <c:pt idx="56724">
                  <c:v>24.35</c:v>
                </c:pt>
                <c:pt idx="56725">
                  <c:v>24.4</c:v>
                </c:pt>
                <c:pt idx="56726">
                  <c:v>24.4</c:v>
                </c:pt>
                <c:pt idx="56727">
                  <c:v>24.4</c:v>
                </c:pt>
                <c:pt idx="56728">
                  <c:v>24.4</c:v>
                </c:pt>
                <c:pt idx="56729">
                  <c:v>24.45</c:v>
                </c:pt>
                <c:pt idx="56730">
                  <c:v>24.45</c:v>
                </c:pt>
                <c:pt idx="56731">
                  <c:v>24.45</c:v>
                </c:pt>
                <c:pt idx="56732">
                  <c:v>24.45</c:v>
                </c:pt>
                <c:pt idx="56733">
                  <c:v>24.45</c:v>
                </c:pt>
                <c:pt idx="56734">
                  <c:v>24.45</c:v>
                </c:pt>
                <c:pt idx="56735">
                  <c:v>24.45</c:v>
                </c:pt>
                <c:pt idx="56736">
                  <c:v>24.4</c:v>
                </c:pt>
                <c:pt idx="56737">
                  <c:v>24.35</c:v>
                </c:pt>
                <c:pt idx="56738">
                  <c:v>24.35</c:v>
                </c:pt>
                <c:pt idx="56739">
                  <c:v>24.3</c:v>
                </c:pt>
                <c:pt idx="56740">
                  <c:v>24.25</c:v>
                </c:pt>
                <c:pt idx="56741">
                  <c:v>24.25</c:v>
                </c:pt>
                <c:pt idx="56742">
                  <c:v>24.25</c:v>
                </c:pt>
                <c:pt idx="56743">
                  <c:v>24.25</c:v>
                </c:pt>
                <c:pt idx="56744">
                  <c:v>24.25</c:v>
                </c:pt>
                <c:pt idx="56745">
                  <c:v>24.25</c:v>
                </c:pt>
                <c:pt idx="56746">
                  <c:v>24.3</c:v>
                </c:pt>
                <c:pt idx="56747">
                  <c:v>24.3</c:v>
                </c:pt>
                <c:pt idx="56748">
                  <c:v>24.3</c:v>
                </c:pt>
                <c:pt idx="56749">
                  <c:v>24.3</c:v>
                </c:pt>
                <c:pt idx="56750">
                  <c:v>24.3</c:v>
                </c:pt>
                <c:pt idx="56751">
                  <c:v>24.35</c:v>
                </c:pt>
                <c:pt idx="56752">
                  <c:v>24.35</c:v>
                </c:pt>
                <c:pt idx="56753">
                  <c:v>24.35</c:v>
                </c:pt>
                <c:pt idx="56754">
                  <c:v>24.4</c:v>
                </c:pt>
                <c:pt idx="56755">
                  <c:v>24.4</c:v>
                </c:pt>
                <c:pt idx="56756">
                  <c:v>24.4</c:v>
                </c:pt>
                <c:pt idx="56757">
                  <c:v>24.4</c:v>
                </c:pt>
                <c:pt idx="56758">
                  <c:v>24.45</c:v>
                </c:pt>
                <c:pt idx="56759">
                  <c:v>24.45</c:v>
                </c:pt>
                <c:pt idx="56760">
                  <c:v>24.45</c:v>
                </c:pt>
                <c:pt idx="56761">
                  <c:v>24.45</c:v>
                </c:pt>
                <c:pt idx="56762">
                  <c:v>24.5</c:v>
                </c:pt>
                <c:pt idx="56763">
                  <c:v>24.45</c:v>
                </c:pt>
                <c:pt idx="56764">
                  <c:v>24.45</c:v>
                </c:pt>
                <c:pt idx="56765">
                  <c:v>24.45</c:v>
                </c:pt>
                <c:pt idx="56766">
                  <c:v>24.4</c:v>
                </c:pt>
                <c:pt idx="56767">
                  <c:v>24.35</c:v>
                </c:pt>
                <c:pt idx="56768">
                  <c:v>24.35</c:v>
                </c:pt>
                <c:pt idx="56769">
                  <c:v>24.3</c:v>
                </c:pt>
                <c:pt idx="56770">
                  <c:v>24.3</c:v>
                </c:pt>
                <c:pt idx="56771">
                  <c:v>24.25</c:v>
                </c:pt>
                <c:pt idx="56772">
                  <c:v>24.25</c:v>
                </c:pt>
                <c:pt idx="56773">
                  <c:v>24.25</c:v>
                </c:pt>
                <c:pt idx="56774">
                  <c:v>24.25</c:v>
                </c:pt>
                <c:pt idx="56775">
                  <c:v>24.25</c:v>
                </c:pt>
                <c:pt idx="56776">
                  <c:v>24.3</c:v>
                </c:pt>
                <c:pt idx="56777">
                  <c:v>24.3</c:v>
                </c:pt>
                <c:pt idx="56778">
                  <c:v>24.3</c:v>
                </c:pt>
                <c:pt idx="56779">
                  <c:v>24.3</c:v>
                </c:pt>
                <c:pt idx="56780">
                  <c:v>24.3</c:v>
                </c:pt>
                <c:pt idx="56781">
                  <c:v>24.3</c:v>
                </c:pt>
                <c:pt idx="56782">
                  <c:v>24.35</c:v>
                </c:pt>
                <c:pt idx="56783">
                  <c:v>24.35</c:v>
                </c:pt>
                <c:pt idx="56784">
                  <c:v>24.4</c:v>
                </c:pt>
                <c:pt idx="56785">
                  <c:v>24.4</c:v>
                </c:pt>
                <c:pt idx="56786">
                  <c:v>24.4</c:v>
                </c:pt>
                <c:pt idx="56787">
                  <c:v>24.45</c:v>
                </c:pt>
                <c:pt idx="56788">
                  <c:v>24.45</c:v>
                </c:pt>
                <c:pt idx="56789">
                  <c:v>24.45</c:v>
                </c:pt>
                <c:pt idx="56790">
                  <c:v>24.45</c:v>
                </c:pt>
                <c:pt idx="56791">
                  <c:v>24.5</c:v>
                </c:pt>
                <c:pt idx="56792">
                  <c:v>24.5</c:v>
                </c:pt>
                <c:pt idx="56793">
                  <c:v>24.5</c:v>
                </c:pt>
                <c:pt idx="56794">
                  <c:v>24.45</c:v>
                </c:pt>
                <c:pt idx="56795">
                  <c:v>24.45</c:v>
                </c:pt>
                <c:pt idx="56796">
                  <c:v>24.45</c:v>
                </c:pt>
                <c:pt idx="56797">
                  <c:v>24.4</c:v>
                </c:pt>
                <c:pt idx="56798">
                  <c:v>24.35</c:v>
                </c:pt>
                <c:pt idx="56799">
                  <c:v>24.35</c:v>
                </c:pt>
                <c:pt idx="56800">
                  <c:v>24.35</c:v>
                </c:pt>
                <c:pt idx="56801">
                  <c:v>24.3</c:v>
                </c:pt>
                <c:pt idx="56802">
                  <c:v>24.3</c:v>
                </c:pt>
                <c:pt idx="56803">
                  <c:v>24.3</c:v>
                </c:pt>
                <c:pt idx="56804">
                  <c:v>24.3</c:v>
                </c:pt>
                <c:pt idx="56805">
                  <c:v>24.3</c:v>
                </c:pt>
                <c:pt idx="56806">
                  <c:v>24.3</c:v>
                </c:pt>
                <c:pt idx="56807">
                  <c:v>24.3</c:v>
                </c:pt>
                <c:pt idx="56808">
                  <c:v>24.35</c:v>
                </c:pt>
                <c:pt idx="56809">
                  <c:v>24.35</c:v>
                </c:pt>
                <c:pt idx="56810">
                  <c:v>24.4</c:v>
                </c:pt>
                <c:pt idx="56811">
                  <c:v>24.4</c:v>
                </c:pt>
                <c:pt idx="56812">
                  <c:v>24.4</c:v>
                </c:pt>
                <c:pt idx="56813">
                  <c:v>24.4</c:v>
                </c:pt>
                <c:pt idx="56814">
                  <c:v>24.45</c:v>
                </c:pt>
                <c:pt idx="56815">
                  <c:v>24.45</c:v>
                </c:pt>
                <c:pt idx="56816">
                  <c:v>24.45</c:v>
                </c:pt>
                <c:pt idx="56817">
                  <c:v>24.45</c:v>
                </c:pt>
                <c:pt idx="56818">
                  <c:v>24.5</c:v>
                </c:pt>
                <c:pt idx="56819">
                  <c:v>24.5</c:v>
                </c:pt>
                <c:pt idx="56820">
                  <c:v>24.5</c:v>
                </c:pt>
                <c:pt idx="56821">
                  <c:v>24.55</c:v>
                </c:pt>
                <c:pt idx="56822">
                  <c:v>24.55</c:v>
                </c:pt>
                <c:pt idx="56823">
                  <c:v>24.55</c:v>
                </c:pt>
                <c:pt idx="56824">
                  <c:v>24.5</c:v>
                </c:pt>
                <c:pt idx="56825">
                  <c:v>24.5</c:v>
                </c:pt>
                <c:pt idx="56826">
                  <c:v>24.45</c:v>
                </c:pt>
                <c:pt idx="56827">
                  <c:v>24.4</c:v>
                </c:pt>
                <c:pt idx="56828">
                  <c:v>24.35</c:v>
                </c:pt>
                <c:pt idx="56829">
                  <c:v>24.35</c:v>
                </c:pt>
                <c:pt idx="56830">
                  <c:v>24.3</c:v>
                </c:pt>
                <c:pt idx="56831">
                  <c:v>24.3</c:v>
                </c:pt>
                <c:pt idx="56832">
                  <c:v>24.3</c:v>
                </c:pt>
                <c:pt idx="56833">
                  <c:v>24.25</c:v>
                </c:pt>
                <c:pt idx="56834">
                  <c:v>24.25</c:v>
                </c:pt>
                <c:pt idx="56835">
                  <c:v>24.3</c:v>
                </c:pt>
                <c:pt idx="56836">
                  <c:v>24.3</c:v>
                </c:pt>
                <c:pt idx="56837">
                  <c:v>24.3</c:v>
                </c:pt>
                <c:pt idx="56838">
                  <c:v>24.3</c:v>
                </c:pt>
                <c:pt idx="56839">
                  <c:v>24.35</c:v>
                </c:pt>
                <c:pt idx="56840">
                  <c:v>24.35</c:v>
                </c:pt>
                <c:pt idx="56841">
                  <c:v>24.35</c:v>
                </c:pt>
                <c:pt idx="56842">
                  <c:v>24.4</c:v>
                </c:pt>
                <c:pt idx="56843">
                  <c:v>24.4</c:v>
                </c:pt>
                <c:pt idx="56844">
                  <c:v>24.4</c:v>
                </c:pt>
                <c:pt idx="56845">
                  <c:v>24.45</c:v>
                </c:pt>
                <c:pt idx="56846">
                  <c:v>24.45</c:v>
                </c:pt>
                <c:pt idx="56847">
                  <c:v>24.45</c:v>
                </c:pt>
                <c:pt idx="56848">
                  <c:v>24.45</c:v>
                </c:pt>
                <c:pt idx="56849">
                  <c:v>24.5</c:v>
                </c:pt>
                <c:pt idx="56850">
                  <c:v>24.5</c:v>
                </c:pt>
                <c:pt idx="56851">
                  <c:v>24.55</c:v>
                </c:pt>
                <c:pt idx="56852">
                  <c:v>24.55</c:v>
                </c:pt>
                <c:pt idx="56853">
                  <c:v>24.55</c:v>
                </c:pt>
                <c:pt idx="56854">
                  <c:v>24.55</c:v>
                </c:pt>
                <c:pt idx="56855">
                  <c:v>24.5</c:v>
                </c:pt>
                <c:pt idx="56856">
                  <c:v>24.45</c:v>
                </c:pt>
                <c:pt idx="56857">
                  <c:v>24.4</c:v>
                </c:pt>
                <c:pt idx="56858">
                  <c:v>24.4</c:v>
                </c:pt>
                <c:pt idx="56859">
                  <c:v>24.35</c:v>
                </c:pt>
                <c:pt idx="56860">
                  <c:v>24.35</c:v>
                </c:pt>
                <c:pt idx="56861">
                  <c:v>24.3</c:v>
                </c:pt>
                <c:pt idx="56862">
                  <c:v>24.3</c:v>
                </c:pt>
                <c:pt idx="56863">
                  <c:v>24.3</c:v>
                </c:pt>
                <c:pt idx="56864">
                  <c:v>24.3</c:v>
                </c:pt>
                <c:pt idx="56865">
                  <c:v>24.25</c:v>
                </c:pt>
                <c:pt idx="56866">
                  <c:v>24.3</c:v>
                </c:pt>
                <c:pt idx="56867">
                  <c:v>24.3</c:v>
                </c:pt>
                <c:pt idx="56868">
                  <c:v>24.3</c:v>
                </c:pt>
                <c:pt idx="56869">
                  <c:v>24.3</c:v>
                </c:pt>
                <c:pt idx="56870">
                  <c:v>24.35</c:v>
                </c:pt>
                <c:pt idx="56871">
                  <c:v>24.35</c:v>
                </c:pt>
                <c:pt idx="56872">
                  <c:v>24.35</c:v>
                </c:pt>
                <c:pt idx="56873">
                  <c:v>24.4</c:v>
                </c:pt>
                <c:pt idx="56874">
                  <c:v>24.4</c:v>
                </c:pt>
                <c:pt idx="56875">
                  <c:v>24.45</c:v>
                </c:pt>
                <c:pt idx="56876">
                  <c:v>24.45</c:v>
                </c:pt>
                <c:pt idx="56877">
                  <c:v>24.45</c:v>
                </c:pt>
                <c:pt idx="56878">
                  <c:v>24.45</c:v>
                </c:pt>
                <c:pt idx="56879">
                  <c:v>24.5</c:v>
                </c:pt>
                <c:pt idx="56880">
                  <c:v>24.5</c:v>
                </c:pt>
                <c:pt idx="56881">
                  <c:v>24.5</c:v>
                </c:pt>
                <c:pt idx="56882">
                  <c:v>24.55</c:v>
                </c:pt>
                <c:pt idx="56883">
                  <c:v>24.55</c:v>
                </c:pt>
                <c:pt idx="56884">
                  <c:v>24.5</c:v>
                </c:pt>
                <c:pt idx="56885">
                  <c:v>24.5</c:v>
                </c:pt>
                <c:pt idx="56886">
                  <c:v>24.45</c:v>
                </c:pt>
                <c:pt idx="56887">
                  <c:v>24.45</c:v>
                </c:pt>
                <c:pt idx="56888">
                  <c:v>24.4</c:v>
                </c:pt>
                <c:pt idx="56889">
                  <c:v>24.35</c:v>
                </c:pt>
                <c:pt idx="56890">
                  <c:v>24.35</c:v>
                </c:pt>
                <c:pt idx="56891">
                  <c:v>24.3</c:v>
                </c:pt>
                <c:pt idx="56892">
                  <c:v>24.3</c:v>
                </c:pt>
                <c:pt idx="56893">
                  <c:v>24.3</c:v>
                </c:pt>
                <c:pt idx="56894">
                  <c:v>24.3</c:v>
                </c:pt>
                <c:pt idx="56895">
                  <c:v>24.3</c:v>
                </c:pt>
                <c:pt idx="56896">
                  <c:v>24.25</c:v>
                </c:pt>
                <c:pt idx="56897">
                  <c:v>24.3</c:v>
                </c:pt>
                <c:pt idx="56898">
                  <c:v>24.3</c:v>
                </c:pt>
                <c:pt idx="56899">
                  <c:v>24.3</c:v>
                </c:pt>
                <c:pt idx="56900">
                  <c:v>24.3</c:v>
                </c:pt>
                <c:pt idx="56901">
                  <c:v>24.3</c:v>
                </c:pt>
                <c:pt idx="56902">
                  <c:v>24.35</c:v>
                </c:pt>
                <c:pt idx="56903">
                  <c:v>24.35</c:v>
                </c:pt>
                <c:pt idx="56904">
                  <c:v>24.4</c:v>
                </c:pt>
                <c:pt idx="56905">
                  <c:v>24.4</c:v>
                </c:pt>
                <c:pt idx="56906">
                  <c:v>24.4</c:v>
                </c:pt>
                <c:pt idx="56907">
                  <c:v>24.4</c:v>
                </c:pt>
                <c:pt idx="56908">
                  <c:v>24.45</c:v>
                </c:pt>
                <c:pt idx="56909">
                  <c:v>24.45</c:v>
                </c:pt>
                <c:pt idx="56910">
                  <c:v>24.5</c:v>
                </c:pt>
                <c:pt idx="56911">
                  <c:v>24.5</c:v>
                </c:pt>
                <c:pt idx="56912">
                  <c:v>24.5</c:v>
                </c:pt>
                <c:pt idx="56913">
                  <c:v>24.5</c:v>
                </c:pt>
                <c:pt idx="56914">
                  <c:v>24.5</c:v>
                </c:pt>
                <c:pt idx="56915">
                  <c:v>24.5</c:v>
                </c:pt>
                <c:pt idx="56916">
                  <c:v>24.45</c:v>
                </c:pt>
                <c:pt idx="56917">
                  <c:v>24.4</c:v>
                </c:pt>
                <c:pt idx="56918">
                  <c:v>24.35</c:v>
                </c:pt>
                <c:pt idx="56919">
                  <c:v>24.35</c:v>
                </c:pt>
                <c:pt idx="56920">
                  <c:v>24.3</c:v>
                </c:pt>
                <c:pt idx="56921">
                  <c:v>24.3</c:v>
                </c:pt>
                <c:pt idx="56922">
                  <c:v>24.25</c:v>
                </c:pt>
                <c:pt idx="56923">
                  <c:v>24.25</c:v>
                </c:pt>
                <c:pt idx="56924">
                  <c:v>24.25</c:v>
                </c:pt>
                <c:pt idx="56925">
                  <c:v>24.25</c:v>
                </c:pt>
                <c:pt idx="56926">
                  <c:v>24.25</c:v>
                </c:pt>
                <c:pt idx="56927">
                  <c:v>24.25</c:v>
                </c:pt>
                <c:pt idx="56928">
                  <c:v>24.25</c:v>
                </c:pt>
                <c:pt idx="56929">
                  <c:v>24.3</c:v>
                </c:pt>
                <c:pt idx="56930">
                  <c:v>24.3</c:v>
                </c:pt>
                <c:pt idx="56931">
                  <c:v>24.3</c:v>
                </c:pt>
                <c:pt idx="56932">
                  <c:v>24.35</c:v>
                </c:pt>
                <c:pt idx="56933">
                  <c:v>24.35</c:v>
                </c:pt>
                <c:pt idx="56934">
                  <c:v>24.4</c:v>
                </c:pt>
                <c:pt idx="56935">
                  <c:v>24.45</c:v>
                </c:pt>
                <c:pt idx="56936">
                  <c:v>24.45</c:v>
                </c:pt>
                <c:pt idx="56937">
                  <c:v>24.45</c:v>
                </c:pt>
                <c:pt idx="56938">
                  <c:v>24.45</c:v>
                </c:pt>
                <c:pt idx="56939">
                  <c:v>24.5</c:v>
                </c:pt>
                <c:pt idx="56940">
                  <c:v>24.5</c:v>
                </c:pt>
                <c:pt idx="56941">
                  <c:v>24.5</c:v>
                </c:pt>
                <c:pt idx="56942">
                  <c:v>24.5</c:v>
                </c:pt>
                <c:pt idx="56943">
                  <c:v>24.5</c:v>
                </c:pt>
                <c:pt idx="56944">
                  <c:v>24.5</c:v>
                </c:pt>
                <c:pt idx="56945">
                  <c:v>24.45</c:v>
                </c:pt>
                <c:pt idx="56946">
                  <c:v>24.4</c:v>
                </c:pt>
                <c:pt idx="56947">
                  <c:v>24.4</c:v>
                </c:pt>
                <c:pt idx="56948">
                  <c:v>24.35</c:v>
                </c:pt>
                <c:pt idx="56949">
                  <c:v>24.3</c:v>
                </c:pt>
                <c:pt idx="56950">
                  <c:v>24.25</c:v>
                </c:pt>
                <c:pt idx="56951">
                  <c:v>24.25</c:v>
                </c:pt>
                <c:pt idx="56952">
                  <c:v>24.25</c:v>
                </c:pt>
                <c:pt idx="56953">
                  <c:v>24.25</c:v>
                </c:pt>
                <c:pt idx="56954">
                  <c:v>24.25</c:v>
                </c:pt>
                <c:pt idx="56955">
                  <c:v>24.25</c:v>
                </c:pt>
                <c:pt idx="56956">
                  <c:v>24.25</c:v>
                </c:pt>
                <c:pt idx="56957">
                  <c:v>24.25</c:v>
                </c:pt>
                <c:pt idx="56958">
                  <c:v>24.3</c:v>
                </c:pt>
                <c:pt idx="56959">
                  <c:v>24.3</c:v>
                </c:pt>
                <c:pt idx="56960">
                  <c:v>24.3</c:v>
                </c:pt>
                <c:pt idx="56961">
                  <c:v>24.3</c:v>
                </c:pt>
                <c:pt idx="56962">
                  <c:v>24.35</c:v>
                </c:pt>
                <c:pt idx="56963">
                  <c:v>24.35</c:v>
                </c:pt>
                <c:pt idx="56964">
                  <c:v>24.35</c:v>
                </c:pt>
                <c:pt idx="56965">
                  <c:v>24.4</c:v>
                </c:pt>
                <c:pt idx="56966">
                  <c:v>24.4</c:v>
                </c:pt>
                <c:pt idx="56967">
                  <c:v>24.4</c:v>
                </c:pt>
                <c:pt idx="56968">
                  <c:v>24.45</c:v>
                </c:pt>
                <c:pt idx="56969">
                  <c:v>24.5</c:v>
                </c:pt>
                <c:pt idx="56970">
                  <c:v>24.5</c:v>
                </c:pt>
                <c:pt idx="56971">
                  <c:v>24.5</c:v>
                </c:pt>
                <c:pt idx="56972">
                  <c:v>24.5</c:v>
                </c:pt>
                <c:pt idx="56973">
                  <c:v>24.5</c:v>
                </c:pt>
                <c:pt idx="56974">
                  <c:v>24.5</c:v>
                </c:pt>
                <c:pt idx="56975">
                  <c:v>24.45</c:v>
                </c:pt>
                <c:pt idx="56976">
                  <c:v>24.4</c:v>
                </c:pt>
                <c:pt idx="56977">
                  <c:v>24.4</c:v>
                </c:pt>
                <c:pt idx="56978">
                  <c:v>24.35</c:v>
                </c:pt>
                <c:pt idx="56979">
                  <c:v>24.3</c:v>
                </c:pt>
                <c:pt idx="56980">
                  <c:v>24.25</c:v>
                </c:pt>
                <c:pt idx="56981">
                  <c:v>24.25</c:v>
                </c:pt>
                <c:pt idx="56982">
                  <c:v>24.25</c:v>
                </c:pt>
                <c:pt idx="56983">
                  <c:v>24.25</c:v>
                </c:pt>
                <c:pt idx="56984">
                  <c:v>24.2</c:v>
                </c:pt>
                <c:pt idx="56985">
                  <c:v>24.25</c:v>
                </c:pt>
                <c:pt idx="56986">
                  <c:v>24.25</c:v>
                </c:pt>
                <c:pt idx="56987">
                  <c:v>24.25</c:v>
                </c:pt>
                <c:pt idx="56988">
                  <c:v>24.25</c:v>
                </c:pt>
                <c:pt idx="56989">
                  <c:v>24.25</c:v>
                </c:pt>
                <c:pt idx="56990">
                  <c:v>24.3</c:v>
                </c:pt>
                <c:pt idx="56991">
                  <c:v>24.3</c:v>
                </c:pt>
                <c:pt idx="56992">
                  <c:v>24.35</c:v>
                </c:pt>
                <c:pt idx="56993">
                  <c:v>24.35</c:v>
                </c:pt>
                <c:pt idx="56994">
                  <c:v>24.4</c:v>
                </c:pt>
                <c:pt idx="56995">
                  <c:v>24.4</c:v>
                </c:pt>
                <c:pt idx="56996">
                  <c:v>24.4</c:v>
                </c:pt>
                <c:pt idx="56997">
                  <c:v>24.4</c:v>
                </c:pt>
                <c:pt idx="56998">
                  <c:v>24.4</c:v>
                </c:pt>
                <c:pt idx="56999">
                  <c:v>24.45</c:v>
                </c:pt>
                <c:pt idx="57000">
                  <c:v>24.45</c:v>
                </c:pt>
                <c:pt idx="57001">
                  <c:v>24.5</c:v>
                </c:pt>
                <c:pt idx="57002">
                  <c:v>24.5</c:v>
                </c:pt>
                <c:pt idx="57003">
                  <c:v>24.5</c:v>
                </c:pt>
                <c:pt idx="57004">
                  <c:v>24.45</c:v>
                </c:pt>
                <c:pt idx="57005">
                  <c:v>24.45</c:v>
                </c:pt>
                <c:pt idx="57006">
                  <c:v>24.4</c:v>
                </c:pt>
                <c:pt idx="57007">
                  <c:v>24.35</c:v>
                </c:pt>
                <c:pt idx="57008">
                  <c:v>24.35</c:v>
                </c:pt>
                <c:pt idx="57009">
                  <c:v>24.3</c:v>
                </c:pt>
                <c:pt idx="57010">
                  <c:v>24.3</c:v>
                </c:pt>
                <c:pt idx="57011">
                  <c:v>24.3</c:v>
                </c:pt>
                <c:pt idx="57012">
                  <c:v>24.25</c:v>
                </c:pt>
                <c:pt idx="57013">
                  <c:v>24.25</c:v>
                </c:pt>
                <c:pt idx="57014">
                  <c:v>24.3</c:v>
                </c:pt>
                <c:pt idx="57015">
                  <c:v>24.3</c:v>
                </c:pt>
                <c:pt idx="57016">
                  <c:v>24.3</c:v>
                </c:pt>
                <c:pt idx="57017">
                  <c:v>24.3</c:v>
                </c:pt>
                <c:pt idx="57018">
                  <c:v>24.35</c:v>
                </c:pt>
                <c:pt idx="57019">
                  <c:v>24.35</c:v>
                </c:pt>
                <c:pt idx="57020">
                  <c:v>24.35</c:v>
                </c:pt>
                <c:pt idx="57021">
                  <c:v>24.35</c:v>
                </c:pt>
                <c:pt idx="57022">
                  <c:v>24.4</c:v>
                </c:pt>
                <c:pt idx="57023">
                  <c:v>24.4</c:v>
                </c:pt>
                <c:pt idx="57024">
                  <c:v>24.4</c:v>
                </c:pt>
                <c:pt idx="57025">
                  <c:v>24.4</c:v>
                </c:pt>
                <c:pt idx="57026">
                  <c:v>24.45</c:v>
                </c:pt>
                <c:pt idx="57027">
                  <c:v>24.45</c:v>
                </c:pt>
                <c:pt idx="57028">
                  <c:v>24.5</c:v>
                </c:pt>
                <c:pt idx="57029">
                  <c:v>24.5</c:v>
                </c:pt>
                <c:pt idx="57030">
                  <c:v>24.5</c:v>
                </c:pt>
                <c:pt idx="57031">
                  <c:v>24.55</c:v>
                </c:pt>
                <c:pt idx="57032">
                  <c:v>24.55</c:v>
                </c:pt>
                <c:pt idx="57033">
                  <c:v>24.55</c:v>
                </c:pt>
                <c:pt idx="57034">
                  <c:v>24.55</c:v>
                </c:pt>
                <c:pt idx="57035">
                  <c:v>24.5</c:v>
                </c:pt>
                <c:pt idx="57036">
                  <c:v>24.45</c:v>
                </c:pt>
                <c:pt idx="57037">
                  <c:v>24.4</c:v>
                </c:pt>
                <c:pt idx="57038">
                  <c:v>24.4</c:v>
                </c:pt>
                <c:pt idx="57039">
                  <c:v>24.35</c:v>
                </c:pt>
                <c:pt idx="57040">
                  <c:v>24.35</c:v>
                </c:pt>
                <c:pt idx="57041">
                  <c:v>24.3</c:v>
                </c:pt>
                <c:pt idx="57042">
                  <c:v>24.3</c:v>
                </c:pt>
                <c:pt idx="57043">
                  <c:v>24.3</c:v>
                </c:pt>
                <c:pt idx="57044">
                  <c:v>24.3</c:v>
                </c:pt>
                <c:pt idx="57045">
                  <c:v>24.3</c:v>
                </c:pt>
                <c:pt idx="57046">
                  <c:v>24.3</c:v>
                </c:pt>
                <c:pt idx="57047">
                  <c:v>24.3</c:v>
                </c:pt>
                <c:pt idx="57048">
                  <c:v>24.3</c:v>
                </c:pt>
                <c:pt idx="57049">
                  <c:v>24.3</c:v>
                </c:pt>
                <c:pt idx="57050">
                  <c:v>24.3</c:v>
                </c:pt>
                <c:pt idx="57051">
                  <c:v>24.35</c:v>
                </c:pt>
                <c:pt idx="57052">
                  <c:v>24.35</c:v>
                </c:pt>
                <c:pt idx="57053">
                  <c:v>24.35</c:v>
                </c:pt>
                <c:pt idx="57054">
                  <c:v>24.4</c:v>
                </c:pt>
                <c:pt idx="57055">
                  <c:v>24.4</c:v>
                </c:pt>
                <c:pt idx="57056">
                  <c:v>24.4</c:v>
                </c:pt>
                <c:pt idx="57057">
                  <c:v>24.45</c:v>
                </c:pt>
                <c:pt idx="57058">
                  <c:v>24.45</c:v>
                </c:pt>
                <c:pt idx="57059">
                  <c:v>24.5</c:v>
                </c:pt>
                <c:pt idx="57060">
                  <c:v>24.5</c:v>
                </c:pt>
                <c:pt idx="57061">
                  <c:v>24.55</c:v>
                </c:pt>
                <c:pt idx="57062">
                  <c:v>24.55</c:v>
                </c:pt>
                <c:pt idx="57063">
                  <c:v>24.55</c:v>
                </c:pt>
                <c:pt idx="57064">
                  <c:v>24.55</c:v>
                </c:pt>
                <c:pt idx="57065">
                  <c:v>24.5</c:v>
                </c:pt>
                <c:pt idx="57066">
                  <c:v>24.45</c:v>
                </c:pt>
                <c:pt idx="57067">
                  <c:v>24.4</c:v>
                </c:pt>
                <c:pt idx="57068">
                  <c:v>24.4</c:v>
                </c:pt>
                <c:pt idx="57069">
                  <c:v>24.35</c:v>
                </c:pt>
                <c:pt idx="57070">
                  <c:v>24.35</c:v>
                </c:pt>
                <c:pt idx="57071">
                  <c:v>24.3</c:v>
                </c:pt>
                <c:pt idx="57072">
                  <c:v>24.3</c:v>
                </c:pt>
                <c:pt idx="57073">
                  <c:v>24.3</c:v>
                </c:pt>
                <c:pt idx="57074">
                  <c:v>24.3</c:v>
                </c:pt>
                <c:pt idx="57075">
                  <c:v>24.3</c:v>
                </c:pt>
                <c:pt idx="57076">
                  <c:v>24.3</c:v>
                </c:pt>
                <c:pt idx="57077">
                  <c:v>24.3</c:v>
                </c:pt>
                <c:pt idx="57078">
                  <c:v>24.35</c:v>
                </c:pt>
                <c:pt idx="57079">
                  <c:v>24.35</c:v>
                </c:pt>
                <c:pt idx="57080">
                  <c:v>24.35</c:v>
                </c:pt>
                <c:pt idx="57081">
                  <c:v>24.4</c:v>
                </c:pt>
                <c:pt idx="57082">
                  <c:v>24.4</c:v>
                </c:pt>
                <c:pt idx="57083">
                  <c:v>24.4</c:v>
                </c:pt>
                <c:pt idx="57084">
                  <c:v>24.4</c:v>
                </c:pt>
                <c:pt idx="57085">
                  <c:v>24.45</c:v>
                </c:pt>
                <c:pt idx="57086">
                  <c:v>24.45</c:v>
                </c:pt>
                <c:pt idx="57087">
                  <c:v>24.45</c:v>
                </c:pt>
                <c:pt idx="57088">
                  <c:v>24.5</c:v>
                </c:pt>
                <c:pt idx="57089">
                  <c:v>24.5</c:v>
                </c:pt>
                <c:pt idx="57090">
                  <c:v>24.55</c:v>
                </c:pt>
                <c:pt idx="57091">
                  <c:v>24.55</c:v>
                </c:pt>
                <c:pt idx="57092">
                  <c:v>24.55</c:v>
                </c:pt>
                <c:pt idx="57093">
                  <c:v>24.55</c:v>
                </c:pt>
                <c:pt idx="57094">
                  <c:v>24.55</c:v>
                </c:pt>
                <c:pt idx="57095">
                  <c:v>24.5</c:v>
                </c:pt>
                <c:pt idx="57096">
                  <c:v>24.45</c:v>
                </c:pt>
                <c:pt idx="57097">
                  <c:v>24.4</c:v>
                </c:pt>
                <c:pt idx="57098">
                  <c:v>24.35</c:v>
                </c:pt>
                <c:pt idx="57099">
                  <c:v>24.35</c:v>
                </c:pt>
                <c:pt idx="57100">
                  <c:v>24.3</c:v>
                </c:pt>
                <c:pt idx="57101">
                  <c:v>24.3</c:v>
                </c:pt>
                <c:pt idx="57102">
                  <c:v>24.3</c:v>
                </c:pt>
                <c:pt idx="57103">
                  <c:v>24.25</c:v>
                </c:pt>
                <c:pt idx="57104">
                  <c:v>24.25</c:v>
                </c:pt>
                <c:pt idx="57105">
                  <c:v>24.25</c:v>
                </c:pt>
                <c:pt idx="57106">
                  <c:v>24.25</c:v>
                </c:pt>
                <c:pt idx="57107">
                  <c:v>24.25</c:v>
                </c:pt>
                <c:pt idx="57108">
                  <c:v>24.3</c:v>
                </c:pt>
                <c:pt idx="57109">
                  <c:v>24.3</c:v>
                </c:pt>
                <c:pt idx="57110">
                  <c:v>24.35</c:v>
                </c:pt>
                <c:pt idx="57111">
                  <c:v>24.35</c:v>
                </c:pt>
                <c:pt idx="57112">
                  <c:v>24.35</c:v>
                </c:pt>
                <c:pt idx="57113">
                  <c:v>24.4</c:v>
                </c:pt>
                <c:pt idx="57114">
                  <c:v>24.4</c:v>
                </c:pt>
                <c:pt idx="57115">
                  <c:v>24.4</c:v>
                </c:pt>
                <c:pt idx="57116">
                  <c:v>24.4</c:v>
                </c:pt>
                <c:pt idx="57117">
                  <c:v>24.45</c:v>
                </c:pt>
                <c:pt idx="57118">
                  <c:v>24.5</c:v>
                </c:pt>
                <c:pt idx="57119">
                  <c:v>24.5</c:v>
                </c:pt>
                <c:pt idx="57120">
                  <c:v>24.55</c:v>
                </c:pt>
                <c:pt idx="57121">
                  <c:v>24.55</c:v>
                </c:pt>
                <c:pt idx="57122">
                  <c:v>24.55</c:v>
                </c:pt>
                <c:pt idx="57123">
                  <c:v>24.55</c:v>
                </c:pt>
                <c:pt idx="57124">
                  <c:v>24.55</c:v>
                </c:pt>
                <c:pt idx="57125">
                  <c:v>24.5</c:v>
                </c:pt>
                <c:pt idx="57126">
                  <c:v>24.45</c:v>
                </c:pt>
                <c:pt idx="57127">
                  <c:v>24.4</c:v>
                </c:pt>
                <c:pt idx="57128">
                  <c:v>24.4</c:v>
                </c:pt>
                <c:pt idx="57129">
                  <c:v>24.35</c:v>
                </c:pt>
                <c:pt idx="57130">
                  <c:v>24.3</c:v>
                </c:pt>
                <c:pt idx="57131">
                  <c:v>24.3</c:v>
                </c:pt>
                <c:pt idx="57132">
                  <c:v>24.25</c:v>
                </c:pt>
                <c:pt idx="57133">
                  <c:v>24.25</c:v>
                </c:pt>
                <c:pt idx="57134">
                  <c:v>24.3</c:v>
                </c:pt>
                <c:pt idx="57135">
                  <c:v>24.25</c:v>
                </c:pt>
                <c:pt idx="57136">
                  <c:v>24.25</c:v>
                </c:pt>
                <c:pt idx="57137">
                  <c:v>24.3</c:v>
                </c:pt>
                <c:pt idx="57138">
                  <c:v>24.3</c:v>
                </c:pt>
                <c:pt idx="57139">
                  <c:v>24.3</c:v>
                </c:pt>
                <c:pt idx="57140">
                  <c:v>24.3</c:v>
                </c:pt>
                <c:pt idx="57141">
                  <c:v>24.35</c:v>
                </c:pt>
                <c:pt idx="57142">
                  <c:v>24.35</c:v>
                </c:pt>
                <c:pt idx="57143">
                  <c:v>24.4</c:v>
                </c:pt>
                <c:pt idx="57144">
                  <c:v>24.4</c:v>
                </c:pt>
                <c:pt idx="57145">
                  <c:v>24.4</c:v>
                </c:pt>
                <c:pt idx="57146">
                  <c:v>24.45</c:v>
                </c:pt>
                <c:pt idx="57147">
                  <c:v>24.45</c:v>
                </c:pt>
                <c:pt idx="57148">
                  <c:v>24.5</c:v>
                </c:pt>
                <c:pt idx="57149">
                  <c:v>24.5</c:v>
                </c:pt>
                <c:pt idx="57150">
                  <c:v>24.55</c:v>
                </c:pt>
                <c:pt idx="57151">
                  <c:v>24.55</c:v>
                </c:pt>
                <c:pt idx="57152">
                  <c:v>24.55</c:v>
                </c:pt>
                <c:pt idx="57153">
                  <c:v>24.55</c:v>
                </c:pt>
                <c:pt idx="57154">
                  <c:v>24.5</c:v>
                </c:pt>
                <c:pt idx="57155">
                  <c:v>24.5</c:v>
                </c:pt>
                <c:pt idx="57156">
                  <c:v>24.45</c:v>
                </c:pt>
                <c:pt idx="57157">
                  <c:v>24.4</c:v>
                </c:pt>
                <c:pt idx="57158">
                  <c:v>24.4</c:v>
                </c:pt>
                <c:pt idx="57159">
                  <c:v>24.35</c:v>
                </c:pt>
                <c:pt idx="57160">
                  <c:v>24.3</c:v>
                </c:pt>
                <c:pt idx="57161">
                  <c:v>24.3</c:v>
                </c:pt>
                <c:pt idx="57162">
                  <c:v>24.3</c:v>
                </c:pt>
                <c:pt idx="57163">
                  <c:v>24.3</c:v>
                </c:pt>
                <c:pt idx="57164">
                  <c:v>24.3</c:v>
                </c:pt>
                <c:pt idx="57165">
                  <c:v>24.3</c:v>
                </c:pt>
                <c:pt idx="57166">
                  <c:v>24.3</c:v>
                </c:pt>
                <c:pt idx="57167">
                  <c:v>24.3</c:v>
                </c:pt>
                <c:pt idx="57168">
                  <c:v>24.3</c:v>
                </c:pt>
                <c:pt idx="57169">
                  <c:v>24.35</c:v>
                </c:pt>
                <c:pt idx="57170">
                  <c:v>24.35</c:v>
                </c:pt>
                <c:pt idx="57171">
                  <c:v>24.35</c:v>
                </c:pt>
                <c:pt idx="57172">
                  <c:v>24.4</c:v>
                </c:pt>
                <c:pt idx="57173">
                  <c:v>24.4</c:v>
                </c:pt>
                <c:pt idx="57174">
                  <c:v>24.4</c:v>
                </c:pt>
                <c:pt idx="57175">
                  <c:v>24.4</c:v>
                </c:pt>
                <c:pt idx="57176">
                  <c:v>24.45</c:v>
                </c:pt>
                <c:pt idx="57177">
                  <c:v>24.45</c:v>
                </c:pt>
                <c:pt idx="57178">
                  <c:v>24.5</c:v>
                </c:pt>
                <c:pt idx="57179">
                  <c:v>24.5</c:v>
                </c:pt>
                <c:pt idx="57180">
                  <c:v>24.55</c:v>
                </c:pt>
                <c:pt idx="57181">
                  <c:v>24.55</c:v>
                </c:pt>
                <c:pt idx="57182">
                  <c:v>24.55</c:v>
                </c:pt>
                <c:pt idx="57183">
                  <c:v>24.55</c:v>
                </c:pt>
                <c:pt idx="57184">
                  <c:v>24.5</c:v>
                </c:pt>
                <c:pt idx="57185">
                  <c:v>24.5</c:v>
                </c:pt>
                <c:pt idx="57186">
                  <c:v>24.45</c:v>
                </c:pt>
                <c:pt idx="57187">
                  <c:v>24.4</c:v>
                </c:pt>
                <c:pt idx="57188">
                  <c:v>24.4</c:v>
                </c:pt>
                <c:pt idx="57189">
                  <c:v>24.35</c:v>
                </c:pt>
                <c:pt idx="57190">
                  <c:v>24.3</c:v>
                </c:pt>
                <c:pt idx="57191">
                  <c:v>24.3</c:v>
                </c:pt>
                <c:pt idx="57192">
                  <c:v>24.3</c:v>
                </c:pt>
                <c:pt idx="57193">
                  <c:v>24.25</c:v>
                </c:pt>
                <c:pt idx="57194">
                  <c:v>24.25</c:v>
                </c:pt>
                <c:pt idx="57195">
                  <c:v>24.25</c:v>
                </c:pt>
                <c:pt idx="57196">
                  <c:v>24.25</c:v>
                </c:pt>
                <c:pt idx="57197">
                  <c:v>24.25</c:v>
                </c:pt>
                <c:pt idx="57198">
                  <c:v>24.3</c:v>
                </c:pt>
                <c:pt idx="57199">
                  <c:v>24.3</c:v>
                </c:pt>
                <c:pt idx="57200">
                  <c:v>24.3</c:v>
                </c:pt>
                <c:pt idx="57201">
                  <c:v>24.3</c:v>
                </c:pt>
                <c:pt idx="57202">
                  <c:v>24.35</c:v>
                </c:pt>
                <c:pt idx="57203">
                  <c:v>24.35</c:v>
                </c:pt>
                <c:pt idx="57204">
                  <c:v>24.35</c:v>
                </c:pt>
                <c:pt idx="57205">
                  <c:v>24.4</c:v>
                </c:pt>
                <c:pt idx="57206">
                  <c:v>24.4</c:v>
                </c:pt>
                <c:pt idx="57207">
                  <c:v>24.4</c:v>
                </c:pt>
                <c:pt idx="57208">
                  <c:v>24.45</c:v>
                </c:pt>
                <c:pt idx="57209">
                  <c:v>24.45</c:v>
                </c:pt>
                <c:pt idx="57210">
                  <c:v>24.5</c:v>
                </c:pt>
                <c:pt idx="57211">
                  <c:v>24.5</c:v>
                </c:pt>
                <c:pt idx="57212">
                  <c:v>24.5</c:v>
                </c:pt>
                <c:pt idx="57213">
                  <c:v>24.5</c:v>
                </c:pt>
                <c:pt idx="57214">
                  <c:v>24.5</c:v>
                </c:pt>
                <c:pt idx="57215">
                  <c:v>24.45</c:v>
                </c:pt>
                <c:pt idx="57216">
                  <c:v>24.4</c:v>
                </c:pt>
                <c:pt idx="57217">
                  <c:v>24.4</c:v>
                </c:pt>
                <c:pt idx="57218">
                  <c:v>24.35</c:v>
                </c:pt>
                <c:pt idx="57219">
                  <c:v>24.35</c:v>
                </c:pt>
                <c:pt idx="57220">
                  <c:v>24.3</c:v>
                </c:pt>
                <c:pt idx="57221">
                  <c:v>24.3</c:v>
                </c:pt>
                <c:pt idx="57222">
                  <c:v>24.3</c:v>
                </c:pt>
                <c:pt idx="57223">
                  <c:v>24.3</c:v>
                </c:pt>
                <c:pt idx="57224">
                  <c:v>24.3</c:v>
                </c:pt>
                <c:pt idx="57225">
                  <c:v>24.3</c:v>
                </c:pt>
                <c:pt idx="57226">
                  <c:v>24.3</c:v>
                </c:pt>
                <c:pt idx="57227">
                  <c:v>24.3</c:v>
                </c:pt>
                <c:pt idx="57228">
                  <c:v>24.35</c:v>
                </c:pt>
                <c:pt idx="57229">
                  <c:v>24.35</c:v>
                </c:pt>
                <c:pt idx="57230">
                  <c:v>24.35</c:v>
                </c:pt>
                <c:pt idx="57231">
                  <c:v>24.4</c:v>
                </c:pt>
                <c:pt idx="57232">
                  <c:v>24.4</c:v>
                </c:pt>
                <c:pt idx="57233">
                  <c:v>24.4</c:v>
                </c:pt>
                <c:pt idx="57234">
                  <c:v>24.35</c:v>
                </c:pt>
                <c:pt idx="57235">
                  <c:v>24.4</c:v>
                </c:pt>
                <c:pt idx="57236">
                  <c:v>24.45</c:v>
                </c:pt>
                <c:pt idx="57237">
                  <c:v>24.45</c:v>
                </c:pt>
                <c:pt idx="57238">
                  <c:v>24.5</c:v>
                </c:pt>
                <c:pt idx="57239">
                  <c:v>24.55</c:v>
                </c:pt>
                <c:pt idx="57240">
                  <c:v>24.5</c:v>
                </c:pt>
                <c:pt idx="57241">
                  <c:v>24.55</c:v>
                </c:pt>
                <c:pt idx="57242">
                  <c:v>24.55</c:v>
                </c:pt>
                <c:pt idx="57243">
                  <c:v>24.55</c:v>
                </c:pt>
                <c:pt idx="57244">
                  <c:v>24.55</c:v>
                </c:pt>
                <c:pt idx="57245">
                  <c:v>24.55</c:v>
                </c:pt>
                <c:pt idx="57246">
                  <c:v>24.45</c:v>
                </c:pt>
                <c:pt idx="57247">
                  <c:v>24.4</c:v>
                </c:pt>
                <c:pt idx="57248">
                  <c:v>24.4</c:v>
                </c:pt>
                <c:pt idx="57249">
                  <c:v>24.35</c:v>
                </c:pt>
                <c:pt idx="57250">
                  <c:v>24.35</c:v>
                </c:pt>
                <c:pt idx="57251">
                  <c:v>24.35</c:v>
                </c:pt>
                <c:pt idx="57252">
                  <c:v>24.35</c:v>
                </c:pt>
                <c:pt idx="57253">
                  <c:v>24.35</c:v>
                </c:pt>
                <c:pt idx="57254">
                  <c:v>24.35</c:v>
                </c:pt>
                <c:pt idx="57255">
                  <c:v>24.35</c:v>
                </c:pt>
                <c:pt idx="57256">
                  <c:v>24.35</c:v>
                </c:pt>
                <c:pt idx="57257">
                  <c:v>24.35</c:v>
                </c:pt>
                <c:pt idx="57258">
                  <c:v>24.35</c:v>
                </c:pt>
                <c:pt idx="57259">
                  <c:v>24.35</c:v>
                </c:pt>
                <c:pt idx="57260">
                  <c:v>24.35</c:v>
                </c:pt>
                <c:pt idx="57261">
                  <c:v>24.35</c:v>
                </c:pt>
                <c:pt idx="57262">
                  <c:v>24.35</c:v>
                </c:pt>
                <c:pt idx="57263">
                  <c:v>24.4</c:v>
                </c:pt>
                <c:pt idx="57264">
                  <c:v>24.4</c:v>
                </c:pt>
                <c:pt idx="57265">
                  <c:v>24.4</c:v>
                </c:pt>
                <c:pt idx="57266">
                  <c:v>24.4</c:v>
                </c:pt>
                <c:pt idx="57267">
                  <c:v>24.45</c:v>
                </c:pt>
                <c:pt idx="57268">
                  <c:v>24.45</c:v>
                </c:pt>
                <c:pt idx="57269">
                  <c:v>24.45</c:v>
                </c:pt>
                <c:pt idx="57270">
                  <c:v>24.5</c:v>
                </c:pt>
                <c:pt idx="57271">
                  <c:v>24.5</c:v>
                </c:pt>
                <c:pt idx="57272">
                  <c:v>24.55</c:v>
                </c:pt>
                <c:pt idx="57273">
                  <c:v>24.55</c:v>
                </c:pt>
                <c:pt idx="57274">
                  <c:v>24.5</c:v>
                </c:pt>
                <c:pt idx="57275">
                  <c:v>24.5</c:v>
                </c:pt>
                <c:pt idx="57276">
                  <c:v>24.45</c:v>
                </c:pt>
                <c:pt idx="57277">
                  <c:v>24.4</c:v>
                </c:pt>
                <c:pt idx="57278">
                  <c:v>24.35</c:v>
                </c:pt>
                <c:pt idx="57279">
                  <c:v>24.35</c:v>
                </c:pt>
                <c:pt idx="57280">
                  <c:v>24.35</c:v>
                </c:pt>
                <c:pt idx="57281">
                  <c:v>24.3</c:v>
                </c:pt>
                <c:pt idx="57282">
                  <c:v>24.3</c:v>
                </c:pt>
                <c:pt idx="57283">
                  <c:v>24.3</c:v>
                </c:pt>
                <c:pt idx="57284">
                  <c:v>24.3</c:v>
                </c:pt>
                <c:pt idx="57285">
                  <c:v>24.3</c:v>
                </c:pt>
                <c:pt idx="57286">
                  <c:v>24.3</c:v>
                </c:pt>
                <c:pt idx="57287">
                  <c:v>24.3</c:v>
                </c:pt>
                <c:pt idx="57288">
                  <c:v>24.3</c:v>
                </c:pt>
                <c:pt idx="57289">
                  <c:v>24.3</c:v>
                </c:pt>
                <c:pt idx="57290">
                  <c:v>24.35</c:v>
                </c:pt>
                <c:pt idx="57291">
                  <c:v>24.35</c:v>
                </c:pt>
                <c:pt idx="57292">
                  <c:v>24.4</c:v>
                </c:pt>
                <c:pt idx="57293">
                  <c:v>24.4</c:v>
                </c:pt>
                <c:pt idx="57294">
                  <c:v>24.4</c:v>
                </c:pt>
                <c:pt idx="57295">
                  <c:v>24.4</c:v>
                </c:pt>
                <c:pt idx="57296">
                  <c:v>24.45</c:v>
                </c:pt>
                <c:pt idx="57297">
                  <c:v>24.45</c:v>
                </c:pt>
                <c:pt idx="57298">
                  <c:v>24.45</c:v>
                </c:pt>
                <c:pt idx="57299">
                  <c:v>24.45</c:v>
                </c:pt>
                <c:pt idx="57300">
                  <c:v>24.5</c:v>
                </c:pt>
                <c:pt idx="57301">
                  <c:v>24.5</c:v>
                </c:pt>
                <c:pt idx="57302">
                  <c:v>24.55</c:v>
                </c:pt>
                <c:pt idx="57303">
                  <c:v>24.5</c:v>
                </c:pt>
                <c:pt idx="57304">
                  <c:v>24.5</c:v>
                </c:pt>
                <c:pt idx="57305">
                  <c:v>24.45</c:v>
                </c:pt>
                <c:pt idx="57306">
                  <c:v>24.45</c:v>
                </c:pt>
                <c:pt idx="57307">
                  <c:v>24.4</c:v>
                </c:pt>
                <c:pt idx="57308">
                  <c:v>24.35</c:v>
                </c:pt>
                <c:pt idx="57309">
                  <c:v>24.35</c:v>
                </c:pt>
                <c:pt idx="57310">
                  <c:v>24.3</c:v>
                </c:pt>
                <c:pt idx="57311">
                  <c:v>24.3</c:v>
                </c:pt>
                <c:pt idx="57312">
                  <c:v>24.25</c:v>
                </c:pt>
                <c:pt idx="57313">
                  <c:v>24.25</c:v>
                </c:pt>
                <c:pt idx="57314">
                  <c:v>24.25</c:v>
                </c:pt>
                <c:pt idx="57315">
                  <c:v>24.25</c:v>
                </c:pt>
                <c:pt idx="57316">
                  <c:v>24.25</c:v>
                </c:pt>
                <c:pt idx="57317">
                  <c:v>24.25</c:v>
                </c:pt>
                <c:pt idx="57318">
                  <c:v>24.25</c:v>
                </c:pt>
                <c:pt idx="57319">
                  <c:v>24.3</c:v>
                </c:pt>
                <c:pt idx="57320">
                  <c:v>24.3</c:v>
                </c:pt>
                <c:pt idx="57321">
                  <c:v>24.35</c:v>
                </c:pt>
                <c:pt idx="57322">
                  <c:v>24.35</c:v>
                </c:pt>
                <c:pt idx="57323">
                  <c:v>24.35</c:v>
                </c:pt>
                <c:pt idx="57324">
                  <c:v>24.4</c:v>
                </c:pt>
                <c:pt idx="57325">
                  <c:v>24.4</c:v>
                </c:pt>
                <c:pt idx="57326">
                  <c:v>24.4</c:v>
                </c:pt>
                <c:pt idx="57327">
                  <c:v>24.45</c:v>
                </c:pt>
                <c:pt idx="57328">
                  <c:v>24.45</c:v>
                </c:pt>
                <c:pt idx="57329">
                  <c:v>24.5</c:v>
                </c:pt>
                <c:pt idx="57330">
                  <c:v>24.5</c:v>
                </c:pt>
                <c:pt idx="57331">
                  <c:v>24.5</c:v>
                </c:pt>
                <c:pt idx="57332">
                  <c:v>24.55</c:v>
                </c:pt>
                <c:pt idx="57333">
                  <c:v>24.55</c:v>
                </c:pt>
                <c:pt idx="57334">
                  <c:v>24.5</c:v>
                </c:pt>
                <c:pt idx="57335">
                  <c:v>24.45</c:v>
                </c:pt>
                <c:pt idx="57336">
                  <c:v>24.45</c:v>
                </c:pt>
                <c:pt idx="57337">
                  <c:v>24.4</c:v>
                </c:pt>
                <c:pt idx="57338">
                  <c:v>24.35</c:v>
                </c:pt>
                <c:pt idx="57339">
                  <c:v>24.35</c:v>
                </c:pt>
                <c:pt idx="57340">
                  <c:v>24.3</c:v>
                </c:pt>
                <c:pt idx="57341">
                  <c:v>24.3</c:v>
                </c:pt>
                <c:pt idx="57342">
                  <c:v>24.3</c:v>
                </c:pt>
                <c:pt idx="57343">
                  <c:v>24.3</c:v>
                </c:pt>
                <c:pt idx="57344">
                  <c:v>24.3</c:v>
                </c:pt>
                <c:pt idx="57345">
                  <c:v>24.3</c:v>
                </c:pt>
                <c:pt idx="57346">
                  <c:v>24.3</c:v>
                </c:pt>
                <c:pt idx="57347">
                  <c:v>24.3</c:v>
                </c:pt>
                <c:pt idx="57348">
                  <c:v>24.3</c:v>
                </c:pt>
                <c:pt idx="57349">
                  <c:v>24.3</c:v>
                </c:pt>
                <c:pt idx="57350">
                  <c:v>24.3</c:v>
                </c:pt>
                <c:pt idx="57351">
                  <c:v>24.35</c:v>
                </c:pt>
                <c:pt idx="57352">
                  <c:v>24.35</c:v>
                </c:pt>
                <c:pt idx="57353">
                  <c:v>24.4</c:v>
                </c:pt>
                <c:pt idx="57354">
                  <c:v>24.4</c:v>
                </c:pt>
                <c:pt idx="57355">
                  <c:v>24.4</c:v>
                </c:pt>
                <c:pt idx="57356">
                  <c:v>24.4</c:v>
                </c:pt>
                <c:pt idx="57357">
                  <c:v>24.4</c:v>
                </c:pt>
                <c:pt idx="57358">
                  <c:v>24.45</c:v>
                </c:pt>
                <c:pt idx="57359">
                  <c:v>24.45</c:v>
                </c:pt>
                <c:pt idx="57360">
                  <c:v>24.5</c:v>
                </c:pt>
                <c:pt idx="57361">
                  <c:v>24.5</c:v>
                </c:pt>
                <c:pt idx="57362">
                  <c:v>24.55</c:v>
                </c:pt>
                <c:pt idx="57363">
                  <c:v>24.5</c:v>
                </c:pt>
                <c:pt idx="57364">
                  <c:v>24.5</c:v>
                </c:pt>
                <c:pt idx="57365">
                  <c:v>24.45</c:v>
                </c:pt>
                <c:pt idx="57366">
                  <c:v>24.45</c:v>
                </c:pt>
                <c:pt idx="57367">
                  <c:v>24.4</c:v>
                </c:pt>
                <c:pt idx="57368">
                  <c:v>24.4</c:v>
                </c:pt>
                <c:pt idx="57369">
                  <c:v>24.35</c:v>
                </c:pt>
                <c:pt idx="57370">
                  <c:v>24.3</c:v>
                </c:pt>
                <c:pt idx="57371">
                  <c:v>24.3</c:v>
                </c:pt>
                <c:pt idx="57372">
                  <c:v>24.25</c:v>
                </c:pt>
                <c:pt idx="57373">
                  <c:v>24.25</c:v>
                </c:pt>
                <c:pt idx="57374">
                  <c:v>24.25</c:v>
                </c:pt>
                <c:pt idx="57375">
                  <c:v>24.25</c:v>
                </c:pt>
                <c:pt idx="57376">
                  <c:v>24.25</c:v>
                </c:pt>
                <c:pt idx="57377">
                  <c:v>24.25</c:v>
                </c:pt>
                <c:pt idx="57378">
                  <c:v>24.25</c:v>
                </c:pt>
                <c:pt idx="57379">
                  <c:v>24.25</c:v>
                </c:pt>
                <c:pt idx="57380">
                  <c:v>24.3</c:v>
                </c:pt>
                <c:pt idx="57381">
                  <c:v>24.3</c:v>
                </c:pt>
                <c:pt idx="57382">
                  <c:v>24.3</c:v>
                </c:pt>
                <c:pt idx="57383">
                  <c:v>24.35</c:v>
                </c:pt>
                <c:pt idx="57384">
                  <c:v>24.35</c:v>
                </c:pt>
                <c:pt idx="57385">
                  <c:v>24.4</c:v>
                </c:pt>
                <c:pt idx="57386">
                  <c:v>24.4</c:v>
                </c:pt>
                <c:pt idx="57387">
                  <c:v>24.4</c:v>
                </c:pt>
                <c:pt idx="57388">
                  <c:v>24.45</c:v>
                </c:pt>
                <c:pt idx="57389">
                  <c:v>24.45</c:v>
                </c:pt>
                <c:pt idx="57390">
                  <c:v>24.5</c:v>
                </c:pt>
                <c:pt idx="57391">
                  <c:v>24.5</c:v>
                </c:pt>
                <c:pt idx="57392">
                  <c:v>24.5</c:v>
                </c:pt>
                <c:pt idx="57393">
                  <c:v>24.5</c:v>
                </c:pt>
                <c:pt idx="57394">
                  <c:v>24.5</c:v>
                </c:pt>
                <c:pt idx="57395">
                  <c:v>24.45</c:v>
                </c:pt>
                <c:pt idx="57396">
                  <c:v>24.4</c:v>
                </c:pt>
                <c:pt idx="57397">
                  <c:v>24.4</c:v>
                </c:pt>
                <c:pt idx="57398">
                  <c:v>24.35</c:v>
                </c:pt>
                <c:pt idx="57399">
                  <c:v>24.3</c:v>
                </c:pt>
                <c:pt idx="57400">
                  <c:v>24.3</c:v>
                </c:pt>
                <c:pt idx="57401">
                  <c:v>24.3</c:v>
                </c:pt>
                <c:pt idx="57402">
                  <c:v>24.25</c:v>
                </c:pt>
                <c:pt idx="57403">
                  <c:v>24.25</c:v>
                </c:pt>
                <c:pt idx="57404">
                  <c:v>24.25</c:v>
                </c:pt>
                <c:pt idx="57405">
                  <c:v>24.25</c:v>
                </c:pt>
                <c:pt idx="57406">
                  <c:v>24.25</c:v>
                </c:pt>
                <c:pt idx="57407">
                  <c:v>24.3</c:v>
                </c:pt>
                <c:pt idx="57408">
                  <c:v>24.3</c:v>
                </c:pt>
                <c:pt idx="57409">
                  <c:v>24.3</c:v>
                </c:pt>
                <c:pt idx="57410">
                  <c:v>24.35</c:v>
                </c:pt>
                <c:pt idx="57411">
                  <c:v>24.35</c:v>
                </c:pt>
                <c:pt idx="57412">
                  <c:v>24.35</c:v>
                </c:pt>
                <c:pt idx="57413">
                  <c:v>24.4</c:v>
                </c:pt>
                <c:pt idx="57414">
                  <c:v>24.4</c:v>
                </c:pt>
                <c:pt idx="57415">
                  <c:v>24.4</c:v>
                </c:pt>
                <c:pt idx="57416">
                  <c:v>24.45</c:v>
                </c:pt>
                <c:pt idx="57417">
                  <c:v>24.45</c:v>
                </c:pt>
                <c:pt idx="57418">
                  <c:v>24.45</c:v>
                </c:pt>
                <c:pt idx="57419">
                  <c:v>24.5</c:v>
                </c:pt>
                <c:pt idx="57420">
                  <c:v>24.5</c:v>
                </c:pt>
                <c:pt idx="57421">
                  <c:v>24.5</c:v>
                </c:pt>
                <c:pt idx="57422">
                  <c:v>24.5</c:v>
                </c:pt>
                <c:pt idx="57423">
                  <c:v>24.5</c:v>
                </c:pt>
                <c:pt idx="57424">
                  <c:v>24.5</c:v>
                </c:pt>
                <c:pt idx="57425">
                  <c:v>24.45</c:v>
                </c:pt>
                <c:pt idx="57426">
                  <c:v>24.4</c:v>
                </c:pt>
                <c:pt idx="57427">
                  <c:v>24.4</c:v>
                </c:pt>
                <c:pt idx="57428">
                  <c:v>24.35</c:v>
                </c:pt>
                <c:pt idx="57429">
                  <c:v>24.35</c:v>
                </c:pt>
                <c:pt idx="57430">
                  <c:v>24.3</c:v>
                </c:pt>
                <c:pt idx="57431">
                  <c:v>24.25</c:v>
                </c:pt>
                <c:pt idx="57432">
                  <c:v>24.3</c:v>
                </c:pt>
                <c:pt idx="57433">
                  <c:v>24.3</c:v>
                </c:pt>
                <c:pt idx="57434">
                  <c:v>24.3</c:v>
                </c:pt>
                <c:pt idx="57435">
                  <c:v>24.25</c:v>
                </c:pt>
                <c:pt idx="57436">
                  <c:v>24.25</c:v>
                </c:pt>
                <c:pt idx="57437">
                  <c:v>24.25</c:v>
                </c:pt>
                <c:pt idx="57438">
                  <c:v>24.25</c:v>
                </c:pt>
                <c:pt idx="57439">
                  <c:v>24.3</c:v>
                </c:pt>
                <c:pt idx="57440">
                  <c:v>24.3</c:v>
                </c:pt>
                <c:pt idx="57441">
                  <c:v>24.35</c:v>
                </c:pt>
                <c:pt idx="57442">
                  <c:v>24.35</c:v>
                </c:pt>
                <c:pt idx="57443">
                  <c:v>24.35</c:v>
                </c:pt>
                <c:pt idx="57444">
                  <c:v>24.4</c:v>
                </c:pt>
                <c:pt idx="57445">
                  <c:v>24.4</c:v>
                </c:pt>
                <c:pt idx="57446">
                  <c:v>24.4</c:v>
                </c:pt>
                <c:pt idx="57447">
                  <c:v>24.45</c:v>
                </c:pt>
                <c:pt idx="57448">
                  <c:v>24.45</c:v>
                </c:pt>
                <c:pt idx="57449">
                  <c:v>24.45</c:v>
                </c:pt>
                <c:pt idx="57450">
                  <c:v>24.5</c:v>
                </c:pt>
                <c:pt idx="57451">
                  <c:v>24.5</c:v>
                </c:pt>
                <c:pt idx="57452">
                  <c:v>24.5</c:v>
                </c:pt>
                <c:pt idx="57453">
                  <c:v>24.5</c:v>
                </c:pt>
                <c:pt idx="57454">
                  <c:v>24.5</c:v>
                </c:pt>
                <c:pt idx="57455">
                  <c:v>24.45</c:v>
                </c:pt>
                <c:pt idx="57456">
                  <c:v>24.4</c:v>
                </c:pt>
                <c:pt idx="57457">
                  <c:v>24.4</c:v>
                </c:pt>
                <c:pt idx="57458">
                  <c:v>24.35</c:v>
                </c:pt>
                <c:pt idx="57459">
                  <c:v>24.3</c:v>
                </c:pt>
                <c:pt idx="57460">
                  <c:v>24.3</c:v>
                </c:pt>
                <c:pt idx="57461">
                  <c:v>24.25</c:v>
                </c:pt>
                <c:pt idx="57462">
                  <c:v>24.25</c:v>
                </c:pt>
                <c:pt idx="57463">
                  <c:v>24.25</c:v>
                </c:pt>
                <c:pt idx="57464">
                  <c:v>24.25</c:v>
                </c:pt>
                <c:pt idx="57465">
                  <c:v>24.25</c:v>
                </c:pt>
                <c:pt idx="57466">
                  <c:v>24.25</c:v>
                </c:pt>
                <c:pt idx="57467">
                  <c:v>24.25</c:v>
                </c:pt>
                <c:pt idx="57468">
                  <c:v>24.25</c:v>
                </c:pt>
                <c:pt idx="57469">
                  <c:v>24.25</c:v>
                </c:pt>
                <c:pt idx="57470">
                  <c:v>24.3</c:v>
                </c:pt>
                <c:pt idx="57471">
                  <c:v>24.3</c:v>
                </c:pt>
                <c:pt idx="57472">
                  <c:v>24.35</c:v>
                </c:pt>
                <c:pt idx="57473">
                  <c:v>24.35</c:v>
                </c:pt>
                <c:pt idx="57474">
                  <c:v>24.35</c:v>
                </c:pt>
                <c:pt idx="57475">
                  <c:v>24.4</c:v>
                </c:pt>
                <c:pt idx="57476">
                  <c:v>24.4</c:v>
                </c:pt>
                <c:pt idx="57477">
                  <c:v>24.4</c:v>
                </c:pt>
                <c:pt idx="57478">
                  <c:v>24.45</c:v>
                </c:pt>
                <c:pt idx="57479">
                  <c:v>24.45</c:v>
                </c:pt>
                <c:pt idx="57480">
                  <c:v>24.45</c:v>
                </c:pt>
                <c:pt idx="57481">
                  <c:v>24.5</c:v>
                </c:pt>
                <c:pt idx="57482">
                  <c:v>24.5</c:v>
                </c:pt>
                <c:pt idx="57483">
                  <c:v>24.5</c:v>
                </c:pt>
                <c:pt idx="57484">
                  <c:v>24.5</c:v>
                </c:pt>
                <c:pt idx="57485">
                  <c:v>24.5</c:v>
                </c:pt>
                <c:pt idx="57486">
                  <c:v>24.45</c:v>
                </c:pt>
                <c:pt idx="57487">
                  <c:v>24.4</c:v>
                </c:pt>
                <c:pt idx="57488">
                  <c:v>24.35</c:v>
                </c:pt>
                <c:pt idx="57489">
                  <c:v>24.35</c:v>
                </c:pt>
                <c:pt idx="57490">
                  <c:v>24.35</c:v>
                </c:pt>
                <c:pt idx="57491">
                  <c:v>24.3</c:v>
                </c:pt>
                <c:pt idx="57492">
                  <c:v>24.25</c:v>
                </c:pt>
                <c:pt idx="57493">
                  <c:v>24.25</c:v>
                </c:pt>
                <c:pt idx="57494">
                  <c:v>24.25</c:v>
                </c:pt>
                <c:pt idx="57495">
                  <c:v>24.25</c:v>
                </c:pt>
                <c:pt idx="57496">
                  <c:v>24.25</c:v>
                </c:pt>
                <c:pt idx="57497">
                  <c:v>24.25</c:v>
                </c:pt>
                <c:pt idx="57498">
                  <c:v>24.3</c:v>
                </c:pt>
                <c:pt idx="57499">
                  <c:v>24.3</c:v>
                </c:pt>
                <c:pt idx="57500">
                  <c:v>24.3</c:v>
                </c:pt>
                <c:pt idx="57501">
                  <c:v>24.3</c:v>
                </c:pt>
                <c:pt idx="57502">
                  <c:v>24.35</c:v>
                </c:pt>
                <c:pt idx="57503">
                  <c:v>24.35</c:v>
                </c:pt>
                <c:pt idx="57504">
                  <c:v>24.35</c:v>
                </c:pt>
                <c:pt idx="57505">
                  <c:v>24.4</c:v>
                </c:pt>
                <c:pt idx="57506">
                  <c:v>24.4</c:v>
                </c:pt>
                <c:pt idx="57507">
                  <c:v>24.4</c:v>
                </c:pt>
                <c:pt idx="57508">
                  <c:v>24.4</c:v>
                </c:pt>
                <c:pt idx="57509">
                  <c:v>24.45</c:v>
                </c:pt>
                <c:pt idx="57510">
                  <c:v>24.45</c:v>
                </c:pt>
                <c:pt idx="57511">
                  <c:v>24.45</c:v>
                </c:pt>
                <c:pt idx="57512">
                  <c:v>24.5</c:v>
                </c:pt>
                <c:pt idx="57513">
                  <c:v>24.5</c:v>
                </c:pt>
                <c:pt idx="57514">
                  <c:v>24.5</c:v>
                </c:pt>
                <c:pt idx="57515">
                  <c:v>24.5</c:v>
                </c:pt>
                <c:pt idx="57516">
                  <c:v>24.4</c:v>
                </c:pt>
                <c:pt idx="57517">
                  <c:v>24.4</c:v>
                </c:pt>
                <c:pt idx="57518">
                  <c:v>24.35</c:v>
                </c:pt>
                <c:pt idx="57519">
                  <c:v>24.35</c:v>
                </c:pt>
                <c:pt idx="57520">
                  <c:v>24.3</c:v>
                </c:pt>
                <c:pt idx="57521">
                  <c:v>24.3</c:v>
                </c:pt>
                <c:pt idx="57522">
                  <c:v>24.25</c:v>
                </c:pt>
                <c:pt idx="57523">
                  <c:v>24.25</c:v>
                </c:pt>
                <c:pt idx="57524">
                  <c:v>24.25</c:v>
                </c:pt>
                <c:pt idx="57525">
                  <c:v>24.25</c:v>
                </c:pt>
                <c:pt idx="57526">
                  <c:v>24.25</c:v>
                </c:pt>
                <c:pt idx="57527">
                  <c:v>24.25</c:v>
                </c:pt>
                <c:pt idx="57528">
                  <c:v>24.25</c:v>
                </c:pt>
                <c:pt idx="57529">
                  <c:v>24.25</c:v>
                </c:pt>
                <c:pt idx="57530">
                  <c:v>24.3</c:v>
                </c:pt>
                <c:pt idx="57531">
                  <c:v>24.3</c:v>
                </c:pt>
                <c:pt idx="57532">
                  <c:v>24.3</c:v>
                </c:pt>
                <c:pt idx="57533">
                  <c:v>24.35</c:v>
                </c:pt>
                <c:pt idx="57534">
                  <c:v>24.35</c:v>
                </c:pt>
                <c:pt idx="57535">
                  <c:v>24.35</c:v>
                </c:pt>
                <c:pt idx="57536">
                  <c:v>24.4</c:v>
                </c:pt>
                <c:pt idx="57537">
                  <c:v>24.4</c:v>
                </c:pt>
                <c:pt idx="57538">
                  <c:v>24.4</c:v>
                </c:pt>
                <c:pt idx="57539">
                  <c:v>24.45</c:v>
                </c:pt>
                <c:pt idx="57540">
                  <c:v>24.45</c:v>
                </c:pt>
                <c:pt idx="57541">
                  <c:v>24.45</c:v>
                </c:pt>
                <c:pt idx="57542">
                  <c:v>24.5</c:v>
                </c:pt>
                <c:pt idx="57543">
                  <c:v>24.5</c:v>
                </c:pt>
                <c:pt idx="57544">
                  <c:v>24.5</c:v>
                </c:pt>
                <c:pt idx="57545">
                  <c:v>24.45</c:v>
                </c:pt>
                <c:pt idx="57546">
                  <c:v>24.4</c:v>
                </c:pt>
                <c:pt idx="57547">
                  <c:v>24.4</c:v>
                </c:pt>
                <c:pt idx="57548">
                  <c:v>24.35</c:v>
                </c:pt>
                <c:pt idx="57549">
                  <c:v>24.3</c:v>
                </c:pt>
                <c:pt idx="57550">
                  <c:v>24.3</c:v>
                </c:pt>
                <c:pt idx="57551">
                  <c:v>24.3</c:v>
                </c:pt>
                <c:pt idx="57552">
                  <c:v>24.25</c:v>
                </c:pt>
                <c:pt idx="57553">
                  <c:v>24.25</c:v>
                </c:pt>
                <c:pt idx="57554">
                  <c:v>24.25</c:v>
                </c:pt>
                <c:pt idx="57555">
                  <c:v>24.25</c:v>
                </c:pt>
                <c:pt idx="57556">
                  <c:v>24.25</c:v>
                </c:pt>
                <c:pt idx="57557">
                  <c:v>24.3</c:v>
                </c:pt>
                <c:pt idx="57558">
                  <c:v>24.3</c:v>
                </c:pt>
                <c:pt idx="57559">
                  <c:v>24.3</c:v>
                </c:pt>
                <c:pt idx="57560">
                  <c:v>24.3</c:v>
                </c:pt>
                <c:pt idx="57561">
                  <c:v>24.3</c:v>
                </c:pt>
                <c:pt idx="57562">
                  <c:v>24.35</c:v>
                </c:pt>
                <c:pt idx="57563">
                  <c:v>24.35</c:v>
                </c:pt>
                <c:pt idx="57564">
                  <c:v>24.35</c:v>
                </c:pt>
                <c:pt idx="57565">
                  <c:v>24.4</c:v>
                </c:pt>
                <c:pt idx="57566">
                  <c:v>24.4</c:v>
                </c:pt>
                <c:pt idx="57567">
                  <c:v>24.4</c:v>
                </c:pt>
                <c:pt idx="57568">
                  <c:v>24.4</c:v>
                </c:pt>
                <c:pt idx="57569">
                  <c:v>24.45</c:v>
                </c:pt>
                <c:pt idx="57570">
                  <c:v>24.45</c:v>
                </c:pt>
                <c:pt idx="57571">
                  <c:v>24.45</c:v>
                </c:pt>
                <c:pt idx="57572">
                  <c:v>24.45</c:v>
                </c:pt>
                <c:pt idx="57573">
                  <c:v>24.45</c:v>
                </c:pt>
                <c:pt idx="57574">
                  <c:v>24.45</c:v>
                </c:pt>
                <c:pt idx="57575">
                  <c:v>24.4</c:v>
                </c:pt>
                <c:pt idx="57576">
                  <c:v>24.4</c:v>
                </c:pt>
                <c:pt idx="57577">
                  <c:v>24.4</c:v>
                </c:pt>
                <c:pt idx="57578">
                  <c:v>24.35</c:v>
                </c:pt>
                <c:pt idx="57579">
                  <c:v>24.35</c:v>
                </c:pt>
                <c:pt idx="57580">
                  <c:v>24.3</c:v>
                </c:pt>
                <c:pt idx="57581">
                  <c:v>24.25</c:v>
                </c:pt>
                <c:pt idx="57582">
                  <c:v>24.25</c:v>
                </c:pt>
                <c:pt idx="57583">
                  <c:v>24.25</c:v>
                </c:pt>
                <c:pt idx="57584">
                  <c:v>24.25</c:v>
                </c:pt>
                <c:pt idx="57585">
                  <c:v>24.25</c:v>
                </c:pt>
                <c:pt idx="57586">
                  <c:v>24.25</c:v>
                </c:pt>
                <c:pt idx="57587">
                  <c:v>24.25</c:v>
                </c:pt>
                <c:pt idx="57588">
                  <c:v>24.25</c:v>
                </c:pt>
                <c:pt idx="57589">
                  <c:v>24.3</c:v>
                </c:pt>
                <c:pt idx="57590">
                  <c:v>24.3</c:v>
                </c:pt>
                <c:pt idx="57591">
                  <c:v>24.3</c:v>
                </c:pt>
                <c:pt idx="57592">
                  <c:v>24.3</c:v>
                </c:pt>
                <c:pt idx="57593">
                  <c:v>24.35</c:v>
                </c:pt>
                <c:pt idx="57594">
                  <c:v>24.35</c:v>
                </c:pt>
                <c:pt idx="57595">
                  <c:v>24.35</c:v>
                </c:pt>
                <c:pt idx="57596">
                  <c:v>24.4</c:v>
                </c:pt>
                <c:pt idx="57597">
                  <c:v>24.4</c:v>
                </c:pt>
                <c:pt idx="57598">
                  <c:v>24.4</c:v>
                </c:pt>
                <c:pt idx="57599">
                  <c:v>24.4</c:v>
                </c:pt>
                <c:pt idx="57600">
                  <c:v>24.45</c:v>
                </c:pt>
                <c:pt idx="57601">
                  <c:v>24.45</c:v>
                </c:pt>
                <c:pt idx="57602">
                  <c:v>24.45</c:v>
                </c:pt>
                <c:pt idx="57603">
                  <c:v>24.45</c:v>
                </c:pt>
                <c:pt idx="57604">
                  <c:v>24.45</c:v>
                </c:pt>
                <c:pt idx="57605">
                  <c:v>24.4</c:v>
                </c:pt>
                <c:pt idx="57606">
                  <c:v>24.4</c:v>
                </c:pt>
                <c:pt idx="57607">
                  <c:v>24.35</c:v>
                </c:pt>
                <c:pt idx="57608">
                  <c:v>24.3</c:v>
                </c:pt>
                <c:pt idx="57609">
                  <c:v>24.3</c:v>
                </c:pt>
                <c:pt idx="57610">
                  <c:v>24.25</c:v>
                </c:pt>
                <c:pt idx="57611">
                  <c:v>24.25</c:v>
                </c:pt>
                <c:pt idx="57612">
                  <c:v>24.25</c:v>
                </c:pt>
                <c:pt idx="57613">
                  <c:v>24.2</c:v>
                </c:pt>
                <c:pt idx="57614">
                  <c:v>24.25</c:v>
                </c:pt>
                <c:pt idx="57615">
                  <c:v>24.25</c:v>
                </c:pt>
                <c:pt idx="57616">
                  <c:v>24.3</c:v>
                </c:pt>
                <c:pt idx="57617">
                  <c:v>24.25</c:v>
                </c:pt>
                <c:pt idx="57618">
                  <c:v>24.3</c:v>
                </c:pt>
                <c:pt idx="57619">
                  <c:v>24.3</c:v>
                </c:pt>
                <c:pt idx="57620">
                  <c:v>24.3</c:v>
                </c:pt>
                <c:pt idx="57621">
                  <c:v>24.35</c:v>
                </c:pt>
                <c:pt idx="57622">
                  <c:v>24.35</c:v>
                </c:pt>
                <c:pt idx="57623">
                  <c:v>24.4</c:v>
                </c:pt>
                <c:pt idx="57624">
                  <c:v>24.4</c:v>
                </c:pt>
                <c:pt idx="57625">
                  <c:v>24.4</c:v>
                </c:pt>
                <c:pt idx="57626">
                  <c:v>24.4</c:v>
                </c:pt>
                <c:pt idx="57627">
                  <c:v>24.45</c:v>
                </c:pt>
                <c:pt idx="57628">
                  <c:v>24.45</c:v>
                </c:pt>
                <c:pt idx="57629">
                  <c:v>24.45</c:v>
                </c:pt>
                <c:pt idx="57630">
                  <c:v>24.5</c:v>
                </c:pt>
                <c:pt idx="57631">
                  <c:v>24.5</c:v>
                </c:pt>
                <c:pt idx="57632">
                  <c:v>24.55</c:v>
                </c:pt>
                <c:pt idx="57633">
                  <c:v>24.55</c:v>
                </c:pt>
                <c:pt idx="57634">
                  <c:v>24.5</c:v>
                </c:pt>
                <c:pt idx="57635">
                  <c:v>24.45</c:v>
                </c:pt>
                <c:pt idx="57636">
                  <c:v>24.4</c:v>
                </c:pt>
                <c:pt idx="57637">
                  <c:v>24.4</c:v>
                </c:pt>
                <c:pt idx="57638">
                  <c:v>24.35</c:v>
                </c:pt>
                <c:pt idx="57639">
                  <c:v>24.35</c:v>
                </c:pt>
                <c:pt idx="57640">
                  <c:v>24.3</c:v>
                </c:pt>
                <c:pt idx="57641">
                  <c:v>24.3</c:v>
                </c:pt>
                <c:pt idx="57642">
                  <c:v>24.3</c:v>
                </c:pt>
                <c:pt idx="57643">
                  <c:v>24.3</c:v>
                </c:pt>
                <c:pt idx="57644">
                  <c:v>24.3</c:v>
                </c:pt>
                <c:pt idx="57645">
                  <c:v>24.3</c:v>
                </c:pt>
                <c:pt idx="57646">
                  <c:v>24.3</c:v>
                </c:pt>
                <c:pt idx="57647">
                  <c:v>24.35</c:v>
                </c:pt>
                <c:pt idx="57648">
                  <c:v>24.35</c:v>
                </c:pt>
                <c:pt idx="57649">
                  <c:v>24.35</c:v>
                </c:pt>
                <c:pt idx="57650">
                  <c:v>24.4</c:v>
                </c:pt>
                <c:pt idx="57651">
                  <c:v>24.4</c:v>
                </c:pt>
                <c:pt idx="57652">
                  <c:v>24.4</c:v>
                </c:pt>
                <c:pt idx="57653">
                  <c:v>24.4</c:v>
                </c:pt>
                <c:pt idx="57654">
                  <c:v>24.45</c:v>
                </c:pt>
                <c:pt idx="57655">
                  <c:v>24.45</c:v>
                </c:pt>
                <c:pt idx="57656">
                  <c:v>24.45</c:v>
                </c:pt>
                <c:pt idx="57657">
                  <c:v>24.45</c:v>
                </c:pt>
                <c:pt idx="57658">
                  <c:v>24.5</c:v>
                </c:pt>
                <c:pt idx="57659">
                  <c:v>24.5</c:v>
                </c:pt>
                <c:pt idx="57660">
                  <c:v>24.55</c:v>
                </c:pt>
                <c:pt idx="57661">
                  <c:v>24.55</c:v>
                </c:pt>
                <c:pt idx="57662">
                  <c:v>24.55</c:v>
                </c:pt>
                <c:pt idx="57663">
                  <c:v>24.55</c:v>
                </c:pt>
                <c:pt idx="57664">
                  <c:v>24.5</c:v>
                </c:pt>
                <c:pt idx="57665">
                  <c:v>24.5</c:v>
                </c:pt>
                <c:pt idx="57666">
                  <c:v>24.45</c:v>
                </c:pt>
                <c:pt idx="57667">
                  <c:v>24.4</c:v>
                </c:pt>
                <c:pt idx="57668">
                  <c:v>24.35</c:v>
                </c:pt>
                <c:pt idx="57669">
                  <c:v>24.35</c:v>
                </c:pt>
                <c:pt idx="57670">
                  <c:v>24.3</c:v>
                </c:pt>
                <c:pt idx="57671">
                  <c:v>24.3</c:v>
                </c:pt>
                <c:pt idx="57672">
                  <c:v>24.3</c:v>
                </c:pt>
                <c:pt idx="57673">
                  <c:v>24.3</c:v>
                </c:pt>
                <c:pt idx="57674">
                  <c:v>24.25</c:v>
                </c:pt>
                <c:pt idx="57675">
                  <c:v>24.3</c:v>
                </c:pt>
                <c:pt idx="57676">
                  <c:v>24.3</c:v>
                </c:pt>
                <c:pt idx="57677">
                  <c:v>24.3</c:v>
                </c:pt>
                <c:pt idx="57678">
                  <c:v>24.3</c:v>
                </c:pt>
                <c:pt idx="57679">
                  <c:v>24.3</c:v>
                </c:pt>
                <c:pt idx="57680">
                  <c:v>24.35</c:v>
                </c:pt>
                <c:pt idx="57681">
                  <c:v>24.35</c:v>
                </c:pt>
                <c:pt idx="57682">
                  <c:v>24.35</c:v>
                </c:pt>
                <c:pt idx="57683">
                  <c:v>24.4</c:v>
                </c:pt>
                <c:pt idx="57684">
                  <c:v>24.4</c:v>
                </c:pt>
                <c:pt idx="57685">
                  <c:v>24.4</c:v>
                </c:pt>
                <c:pt idx="57686">
                  <c:v>24.4</c:v>
                </c:pt>
                <c:pt idx="57687">
                  <c:v>24.45</c:v>
                </c:pt>
                <c:pt idx="57688">
                  <c:v>24.45</c:v>
                </c:pt>
                <c:pt idx="57689">
                  <c:v>24.5</c:v>
                </c:pt>
                <c:pt idx="57690">
                  <c:v>24.5</c:v>
                </c:pt>
                <c:pt idx="57691">
                  <c:v>24.5</c:v>
                </c:pt>
                <c:pt idx="57692">
                  <c:v>24.55</c:v>
                </c:pt>
                <c:pt idx="57693">
                  <c:v>24.55</c:v>
                </c:pt>
                <c:pt idx="57694">
                  <c:v>24.5</c:v>
                </c:pt>
                <c:pt idx="57695">
                  <c:v>24.5</c:v>
                </c:pt>
                <c:pt idx="57696">
                  <c:v>24.45</c:v>
                </c:pt>
                <c:pt idx="57697">
                  <c:v>24.4</c:v>
                </c:pt>
                <c:pt idx="57698">
                  <c:v>24.35</c:v>
                </c:pt>
                <c:pt idx="57699">
                  <c:v>24.35</c:v>
                </c:pt>
                <c:pt idx="57700">
                  <c:v>24.3</c:v>
                </c:pt>
                <c:pt idx="57701">
                  <c:v>24.3</c:v>
                </c:pt>
                <c:pt idx="57702">
                  <c:v>24.25</c:v>
                </c:pt>
                <c:pt idx="57703">
                  <c:v>24.3</c:v>
                </c:pt>
                <c:pt idx="57704">
                  <c:v>24.25</c:v>
                </c:pt>
                <c:pt idx="57705">
                  <c:v>24.25</c:v>
                </c:pt>
                <c:pt idx="57706">
                  <c:v>24.25</c:v>
                </c:pt>
                <c:pt idx="57707">
                  <c:v>24.25</c:v>
                </c:pt>
                <c:pt idx="57708">
                  <c:v>24.3</c:v>
                </c:pt>
                <c:pt idx="57709">
                  <c:v>24.3</c:v>
                </c:pt>
                <c:pt idx="57710">
                  <c:v>24.3</c:v>
                </c:pt>
                <c:pt idx="57711">
                  <c:v>24.35</c:v>
                </c:pt>
                <c:pt idx="57712">
                  <c:v>24.35</c:v>
                </c:pt>
                <c:pt idx="57713">
                  <c:v>24.4</c:v>
                </c:pt>
                <c:pt idx="57714">
                  <c:v>24.4</c:v>
                </c:pt>
                <c:pt idx="57715">
                  <c:v>24.4</c:v>
                </c:pt>
                <c:pt idx="57716">
                  <c:v>24.45</c:v>
                </c:pt>
                <c:pt idx="57717">
                  <c:v>24.45</c:v>
                </c:pt>
                <c:pt idx="57718">
                  <c:v>24.45</c:v>
                </c:pt>
                <c:pt idx="57719">
                  <c:v>24.5</c:v>
                </c:pt>
                <c:pt idx="57720">
                  <c:v>24.5</c:v>
                </c:pt>
                <c:pt idx="57721">
                  <c:v>24.5</c:v>
                </c:pt>
                <c:pt idx="57722">
                  <c:v>24.55</c:v>
                </c:pt>
                <c:pt idx="57723">
                  <c:v>24.5</c:v>
                </c:pt>
                <c:pt idx="57724">
                  <c:v>24.5</c:v>
                </c:pt>
                <c:pt idx="57725">
                  <c:v>24.45</c:v>
                </c:pt>
                <c:pt idx="57726">
                  <c:v>24.4</c:v>
                </c:pt>
                <c:pt idx="57727">
                  <c:v>24.4</c:v>
                </c:pt>
                <c:pt idx="57728">
                  <c:v>24.35</c:v>
                </c:pt>
                <c:pt idx="57729">
                  <c:v>24.3</c:v>
                </c:pt>
                <c:pt idx="57730">
                  <c:v>24.3</c:v>
                </c:pt>
                <c:pt idx="57731">
                  <c:v>24.25</c:v>
                </c:pt>
                <c:pt idx="57732">
                  <c:v>24.25</c:v>
                </c:pt>
                <c:pt idx="57733">
                  <c:v>24.25</c:v>
                </c:pt>
                <c:pt idx="57734">
                  <c:v>24.25</c:v>
                </c:pt>
                <c:pt idx="57735">
                  <c:v>24.25</c:v>
                </c:pt>
                <c:pt idx="57736">
                  <c:v>24.25</c:v>
                </c:pt>
                <c:pt idx="57737">
                  <c:v>24.25</c:v>
                </c:pt>
                <c:pt idx="57738">
                  <c:v>24.25</c:v>
                </c:pt>
                <c:pt idx="57739">
                  <c:v>24.3</c:v>
                </c:pt>
                <c:pt idx="57740">
                  <c:v>24.3</c:v>
                </c:pt>
                <c:pt idx="57741">
                  <c:v>24.35</c:v>
                </c:pt>
                <c:pt idx="57742">
                  <c:v>24.35</c:v>
                </c:pt>
                <c:pt idx="57743">
                  <c:v>24.4</c:v>
                </c:pt>
                <c:pt idx="57744">
                  <c:v>24.4</c:v>
                </c:pt>
                <c:pt idx="57745">
                  <c:v>24.4</c:v>
                </c:pt>
                <c:pt idx="57746">
                  <c:v>24.45</c:v>
                </c:pt>
                <c:pt idx="57747">
                  <c:v>24.45</c:v>
                </c:pt>
                <c:pt idx="57748">
                  <c:v>24.45</c:v>
                </c:pt>
                <c:pt idx="57749">
                  <c:v>24.5</c:v>
                </c:pt>
                <c:pt idx="57750">
                  <c:v>24.5</c:v>
                </c:pt>
                <c:pt idx="57751">
                  <c:v>24.5</c:v>
                </c:pt>
                <c:pt idx="57752">
                  <c:v>24.55</c:v>
                </c:pt>
                <c:pt idx="57753">
                  <c:v>24.55</c:v>
                </c:pt>
                <c:pt idx="57754">
                  <c:v>24.5</c:v>
                </c:pt>
                <c:pt idx="57755">
                  <c:v>24.5</c:v>
                </c:pt>
                <c:pt idx="57756">
                  <c:v>24.45</c:v>
                </c:pt>
                <c:pt idx="57757">
                  <c:v>24.4</c:v>
                </c:pt>
                <c:pt idx="57758">
                  <c:v>24.4</c:v>
                </c:pt>
                <c:pt idx="57759">
                  <c:v>24.35</c:v>
                </c:pt>
                <c:pt idx="57760">
                  <c:v>24.3</c:v>
                </c:pt>
                <c:pt idx="57761">
                  <c:v>24.3</c:v>
                </c:pt>
                <c:pt idx="57762">
                  <c:v>24.3</c:v>
                </c:pt>
                <c:pt idx="57763">
                  <c:v>24.3</c:v>
                </c:pt>
                <c:pt idx="57764">
                  <c:v>24.3</c:v>
                </c:pt>
                <c:pt idx="57765">
                  <c:v>24.3</c:v>
                </c:pt>
                <c:pt idx="57766">
                  <c:v>24.3</c:v>
                </c:pt>
                <c:pt idx="57767">
                  <c:v>24.3</c:v>
                </c:pt>
                <c:pt idx="57768">
                  <c:v>24.3</c:v>
                </c:pt>
                <c:pt idx="57769">
                  <c:v>24.3</c:v>
                </c:pt>
                <c:pt idx="57770">
                  <c:v>24.3</c:v>
                </c:pt>
                <c:pt idx="57771">
                  <c:v>24.35</c:v>
                </c:pt>
                <c:pt idx="57772">
                  <c:v>24.35</c:v>
                </c:pt>
                <c:pt idx="57773">
                  <c:v>24.35</c:v>
                </c:pt>
                <c:pt idx="57774">
                  <c:v>24.4</c:v>
                </c:pt>
                <c:pt idx="57775">
                  <c:v>24.4</c:v>
                </c:pt>
                <c:pt idx="57776">
                  <c:v>24.4</c:v>
                </c:pt>
                <c:pt idx="57777">
                  <c:v>24.4</c:v>
                </c:pt>
                <c:pt idx="57778">
                  <c:v>24.45</c:v>
                </c:pt>
                <c:pt idx="57779">
                  <c:v>24.45</c:v>
                </c:pt>
                <c:pt idx="57780">
                  <c:v>24.5</c:v>
                </c:pt>
                <c:pt idx="57781">
                  <c:v>24.5</c:v>
                </c:pt>
                <c:pt idx="57782">
                  <c:v>24.5</c:v>
                </c:pt>
                <c:pt idx="57783">
                  <c:v>24.55</c:v>
                </c:pt>
                <c:pt idx="57784">
                  <c:v>24.5</c:v>
                </c:pt>
                <c:pt idx="57785">
                  <c:v>24.5</c:v>
                </c:pt>
                <c:pt idx="57786">
                  <c:v>24.45</c:v>
                </c:pt>
                <c:pt idx="57787">
                  <c:v>24.4</c:v>
                </c:pt>
                <c:pt idx="57788">
                  <c:v>24.4</c:v>
                </c:pt>
                <c:pt idx="57789">
                  <c:v>24.35</c:v>
                </c:pt>
                <c:pt idx="57790">
                  <c:v>24.3</c:v>
                </c:pt>
                <c:pt idx="57791">
                  <c:v>24.3</c:v>
                </c:pt>
                <c:pt idx="57792">
                  <c:v>24.3</c:v>
                </c:pt>
                <c:pt idx="57793">
                  <c:v>24.3</c:v>
                </c:pt>
                <c:pt idx="57794">
                  <c:v>24.3</c:v>
                </c:pt>
                <c:pt idx="57795">
                  <c:v>24.3</c:v>
                </c:pt>
                <c:pt idx="57796">
                  <c:v>24.3</c:v>
                </c:pt>
                <c:pt idx="57797">
                  <c:v>24.25</c:v>
                </c:pt>
                <c:pt idx="57798">
                  <c:v>24.25</c:v>
                </c:pt>
                <c:pt idx="57799">
                  <c:v>24.3</c:v>
                </c:pt>
                <c:pt idx="57800">
                  <c:v>24.3</c:v>
                </c:pt>
                <c:pt idx="57801">
                  <c:v>24.3</c:v>
                </c:pt>
                <c:pt idx="57802">
                  <c:v>24.35</c:v>
                </c:pt>
                <c:pt idx="57803">
                  <c:v>24.35</c:v>
                </c:pt>
                <c:pt idx="57804">
                  <c:v>24.4</c:v>
                </c:pt>
                <c:pt idx="57805">
                  <c:v>24.4</c:v>
                </c:pt>
                <c:pt idx="57806">
                  <c:v>24.4</c:v>
                </c:pt>
                <c:pt idx="57807">
                  <c:v>24.4</c:v>
                </c:pt>
                <c:pt idx="57808">
                  <c:v>24.45</c:v>
                </c:pt>
                <c:pt idx="57809">
                  <c:v>24.45</c:v>
                </c:pt>
                <c:pt idx="57810">
                  <c:v>24.5</c:v>
                </c:pt>
                <c:pt idx="57811">
                  <c:v>24.5</c:v>
                </c:pt>
                <c:pt idx="57812">
                  <c:v>24.5</c:v>
                </c:pt>
                <c:pt idx="57813">
                  <c:v>24.5</c:v>
                </c:pt>
                <c:pt idx="57814">
                  <c:v>24.5</c:v>
                </c:pt>
                <c:pt idx="57815">
                  <c:v>24.45</c:v>
                </c:pt>
                <c:pt idx="57816">
                  <c:v>24.4</c:v>
                </c:pt>
                <c:pt idx="57817">
                  <c:v>24.4</c:v>
                </c:pt>
                <c:pt idx="57818">
                  <c:v>24.35</c:v>
                </c:pt>
                <c:pt idx="57819">
                  <c:v>24.35</c:v>
                </c:pt>
                <c:pt idx="57820">
                  <c:v>24.3</c:v>
                </c:pt>
                <c:pt idx="57821">
                  <c:v>24.3</c:v>
                </c:pt>
                <c:pt idx="57822">
                  <c:v>24.3</c:v>
                </c:pt>
                <c:pt idx="57823">
                  <c:v>24.3</c:v>
                </c:pt>
                <c:pt idx="57824">
                  <c:v>24.3</c:v>
                </c:pt>
                <c:pt idx="57825">
                  <c:v>24.3</c:v>
                </c:pt>
                <c:pt idx="57826">
                  <c:v>24.3</c:v>
                </c:pt>
                <c:pt idx="57827">
                  <c:v>24.3</c:v>
                </c:pt>
                <c:pt idx="57828">
                  <c:v>24.35</c:v>
                </c:pt>
                <c:pt idx="57829">
                  <c:v>24.35</c:v>
                </c:pt>
                <c:pt idx="57830">
                  <c:v>24.35</c:v>
                </c:pt>
                <c:pt idx="57831">
                  <c:v>24.4</c:v>
                </c:pt>
                <c:pt idx="57832">
                  <c:v>24.4</c:v>
                </c:pt>
                <c:pt idx="57833">
                  <c:v>24.4</c:v>
                </c:pt>
                <c:pt idx="57834">
                  <c:v>24.4</c:v>
                </c:pt>
                <c:pt idx="57835">
                  <c:v>24.45</c:v>
                </c:pt>
                <c:pt idx="57836">
                  <c:v>24.45</c:v>
                </c:pt>
                <c:pt idx="57837">
                  <c:v>24.45</c:v>
                </c:pt>
                <c:pt idx="57838">
                  <c:v>24.5</c:v>
                </c:pt>
                <c:pt idx="57839">
                  <c:v>24.5</c:v>
                </c:pt>
                <c:pt idx="57840">
                  <c:v>24.55</c:v>
                </c:pt>
                <c:pt idx="57841">
                  <c:v>24.55</c:v>
                </c:pt>
                <c:pt idx="57842">
                  <c:v>24.55</c:v>
                </c:pt>
                <c:pt idx="57843">
                  <c:v>24.55</c:v>
                </c:pt>
                <c:pt idx="57844">
                  <c:v>24.55</c:v>
                </c:pt>
                <c:pt idx="57845">
                  <c:v>24.5</c:v>
                </c:pt>
                <c:pt idx="57846">
                  <c:v>24.45</c:v>
                </c:pt>
                <c:pt idx="57847">
                  <c:v>24.45</c:v>
                </c:pt>
                <c:pt idx="57848">
                  <c:v>24.4</c:v>
                </c:pt>
                <c:pt idx="57849">
                  <c:v>24.35</c:v>
                </c:pt>
                <c:pt idx="57850">
                  <c:v>24.35</c:v>
                </c:pt>
                <c:pt idx="57851">
                  <c:v>24.3</c:v>
                </c:pt>
                <c:pt idx="57852">
                  <c:v>24.3</c:v>
                </c:pt>
                <c:pt idx="57853">
                  <c:v>24.3</c:v>
                </c:pt>
                <c:pt idx="57854">
                  <c:v>24.3</c:v>
                </c:pt>
                <c:pt idx="57855">
                  <c:v>24.3</c:v>
                </c:pt>
                <c:pt idx="57856">
                  <c:v>24.3</c:v>
                </c:pt>
                <c:pt idx="57857">
                  <c:v>24.35</c:v>
                </c:pt>
                <c:pt idx="57858">
                  <c:v>24.3</c:v>
                </c:pt>
                <c:pt idx="57859">
                  <c:v>24.35</c:v>
                </c:pt>
                <c:pt idx="57860">
                  <c:v>24.35</c:v>
                </c:pt>
                <c:pt idx="57861">
                  <c:v>24.35</c:v>
                </c:pt>
                <c:pt idx="57862">
                  <c:v>24.35</c:v>
                </c:pt>
                <c:pt idx="57863">
                  <c:v>24.35</c:v>
                </c:pt>
                <c:pt idx="57864">
                  <c:v>24.35</c:v>
                </c:pt>
                <c:pt idx="57865">
                  <c:v>24.4</c:v>
                </c:pt>
                <c:pt idx="57866">
                  <c:v>24.4</c:v>
                </c:pt>
                <c:pt idx="57867">
                  <c:v>24.45</c:v>
                </c:pt>
                <c:pt idx="57868">
                  <c:v>24.45</c:v>
                </c:pt>
                <c:pt idx="57869">
                  <c:v>24.45</c:v>
                </c:pt>
                <c:pt idx="57870">
                  <c:v>24.5</c:v>
                </c:pt>
                <c:pt idx="57871">
                  <c:v>24.5</c:v>
                </c:pt>
                <c:pt idx="57872">
                  <c:v>24.5</c:v>
                </c:pt>
                <c:pt idx="57873">
                  <c:v>24.5</c:v>
                </c:pt>
                <c:pt idx="57874">
                  <c:v>24.5</c:v>
                </c:pt>
                <c:pt idx="57875">
                  <c:v>24.5</c:v>
                </c:pt>
                <c:pt idx="57876">
                  <c:v>24.5</c:v>
                </c:pt>
                <c:pt idx="57877">
                  <c:v>24.4</c:v>
                </c:pt>
                <c:pt idx="57878">
                  <c:v>24.4</c:v>
                </c:pt>
                <c:pt idx="57879">
                  <c:v>24.35</c:v>
                </c:pt>
                <c:pt idx="57880">
                  <c:v>24.35</c:v>
                </c:pt>
                <c:pt idx="57881">
                  <c:v>24.3</c:v>
                </c:pt>
                <c:pt idx="57882">
                  <c:v>24.35</c:v>
                </c:pt>
                <c:pt idx="57883">
                  <c:v>24.3</c:v>
                </c:pt>
                <c:pt idx="57884">
                  <c:v>24.3</c:v>
                </c:pt>
                <c:pt idx="57885">
                  <c:v>24.3</c:v>
                </c:pt>
                <c:pt idx="57886">
                  <c:v>24.3</c:v>
                </c:pt>
                <c:pt idx="57887">
                  <c:v>24.35</c:v>
                </c:pt>
                <c:pt idx="57888">
                  <c:v>24.35</c:v>
                </c:pt>
                <c:pt idx="57889">
                  <c:v>24.35</c:v>
                </c:pt>
                <c:pt idx="57890">
                  <c:v>24.35</c:v>
                </c:pt>
                <c:pt idx="57891">
                  <c:v>24.35</c:v>
                </c:pt>
                <c:pt idx="57892">
                  <c:v>24.4</c:v>
                </c:pt>
                <c:pt idx="57893">
                  <c:v>24.4</c:v>
                </c:pt>
                <c:pt idx="57894">
                  <c:v>24.45</c:v>
                </c:pt>
                <c:pt idx="57895">
                  <c:v>24.45</c:v>
                </c:pt>
                <c:pt idx="57896">
                  <c:v>24.45</c:v>
                </c:pt>
                <c:pt idx="57897">
                  <c:v>24.5</c:v>
                </c:pt>
                <c:pt idx="57898">
                  <c:v>24.5</c:v>
                </c:pt>
                <c:pt idx="57899">
                  <c:v>24.5</c:v>
                </c:pt>
                <c:pt idx="57900">
                  <c:v>24.55</c:v>
                </c:pt>
                <c:pt idx="57901">
                  <c:v>24.55</c:v>
                </c:pt>
                <c:pt idx="57902">
                  <c:v>24.55</c:v>
                </c:pt>
                <c:pt idx="57903">
                  <c:v>24.55</c:v>
                </c:pt>
                <c:pt idx="57904">
                  <c:v>24.5</c:v>
                </c:pt>
                <c:pt idx="57905">
                  <c:v>24.5</c:v>
                </c:pt>
                <c:pt idx="57906">
                  <c:v>24.45</c:v>
                </c:pt>
                <c:pt idx="57907">
                  <c:v>24.4</c:v>
                </c:pt>
                <c:pt idx="57908">
                  <c:v>24.35</c:v>
                </c:pt>
                <c:pt idx="57909">
                  <c:v>24.35</c:v>
                </c:pt>
                <c:pt idx="57910">
                  <c:v>24.35</c:v>
                </c:pt>
                <c:pt idx="57911">
                  <c:v>24.35</c:v>
                </c:pt>
                <c:pt idx="57912">
                  <c:v>24.35</c:v>
                </c:pt>
                <c:pt idx="57913">
                  <c:v>24.3</c:v>
                </c:pt>
                <c:pt idx="57914">
                  <c:v>24.35</c:v>
                </c:pt>
                <c:pt idx="57915">
                  <c:v>24.35</c:v>
                </c:pt>
                <c:pt idx="57916">
                  <c:v>24.35</c:v>
                </c:pt>
                <c:pt idx="57917">
                  <c:v>24.35</c:v>
                </c:pt>
                <c:pt idx="57918">
                  <c:v>24.35</c:v>
                </c:pt>
                <c:pt idx="57919">
                  <c:v>24.4</c:v>
                </c:pt>
                <c:pt idx="57920">
                  <c:v>24.4</c:v>
                </c:pt>
                <c:pt idx="57921">
                  <c:v>24.4</c:v>
                </c:pt>
                <c:pt idx="57922">
                  <c:v>24.4</c:v>
                </c:pt>
                <c:pt idx="57923">
                  <c:v>24.4</c:v>
                </c:pt>
                <c:pt idx="57924">
                  <c:v>24.45</c:v>
                </c:pt>
                <c:pt idx="57925">
                  <c:v>24.45</c:v>
                </c:pt>
                <c:pt idx="57926">
                  <c:v>24.45</c:v>
                </c:pt>
                <c:pt idx="57927">
                  <c:v>24.5</c:v>
                </c:pt>
                <c:pt idx="57928">
                  <c:v>24.5</c:v>
                </c:pt>
                <c:pt idx="57929">
                  <c:v>24.55</c:v>
                </c:pt>
                <c:pt idx="57930">
                  <c:v>24.55</c:v>
                </c:pt>
                <c:pt idx="57931">
                  <c:v>24.55</c:v>
                </c:pt>
                <c:pt idx="57932">
                  <c:v>24.6</c:v>
                </c:pt>
                <c:pt idx="57933">
                  <c:v>24.6</c:v>
                </c:pt>
                <c:pt idx="57934">
                  <c:v>24.55</c:v>
                </c:pt>
                <c:pt idx="57935">
                  <c:v>24.5</c:v>
                </c:pt>
                <c:pt idx="57936">
                  <c:v>24.5</c:v>
                </c:pt>
                <c:pt idx="57937">
                  <c:v>24.45</c:v>
                </c:pt>
                <c:pt idx="57938">
                  <c:v>24.4</c:v>
                </c:pt>
                <c:pt idx="57939">
                  <c:v>24.4</c:v>
                </c:pt>
                <c:pt idx="57940">
                  <c:v>24.35</c:v>
                </c:pt>
                <c:pt idx="57941">
                  <c:v>24.35</c:v>
                </c:pt>
                <c:pt idx="57942">
                  <c:v>24.35</c:v>
                </c:pt>
                <c:pt idx="57943">
                  <c:v>24.35</c:v>
                </c:pt>
                <c:pt idx="57944">
                  <c:v>24.35</c:v>
                </c:pt>
                <c:pt idx="57945">
                  <c:v>24.35</c:v>
                </c:pt>
                <c:pt idx="57946">
                  <c:v>24.35</c:v>
                </c:pt>
                <c:pt idx="57947">
                  <c:v>24.35</c:v>
                </c:pt>
                <c:pt idx="57948">
                  <c:v>24.35</c:v>
                </c:pt>
                <c:pt idx="57949">
                  <c:v>24.35</c:v>
                </c:pt>
                <c:pt idx="57950">
                  <c:v>24.4</c:v>
                </c:pt>
                <c:pt idx="57951">
                  <c:v>24.4</c:v>
                </c:pt>
                <c:pt idx="57952">
                  <c:v>24.4</c:v>
                </c:pt>
                <c:pt idx="57953">
                  <c:v>24.45</c:v>
                </c:pt>
                <c:pt idx="57954">
                  <c:v>24.45</c:v>
                </c:pt>
                <c:pt idx="57955">
                  <c:v>24.45</c:v>
                </c:pt>
                <c:pt idx="57956">
                  <c:v>24.5</c:v>
                </c:pt>
                <c:pt idx="57957">
                  <c:v>24.55</c:v>
                </c:pt>
                <c:pt idx="57958">
                  <c:v>24.55</c:v>
                </c:pt>
                <c:pt idx="57959">
                  <c:v>24.55</c:v>
                </c:pt>
                <c:pt idx="57960">
                  <c:v>24.55</c:v>
                </c:pt>
                <c:pt idx="57961">
                  <c:v>24.6</c:v>
                </c:pt>
                <c:pt idx="57962">
                  <c:v>24.6</c:v>
                </c:pt>
                <c:pt idx="57963">
                  <c:v>24.6</c:v>
                </c:pt>
                <c:pt idx="57964">
                  <c:v>24.6</c:v>
                </c:pt>
                <c:pt idx="57965">
                  <c:v>24.55</c:v>
                </c:pt>
                <c:pt idx="57966">
                  <c:v>24.55</c:v>
                </c:pt>
                <c:pt idx="57967">
                  <c:v>24.5</c:v>
                </c:pt>
                <c:pt idx="57968">
                  <c:v>24.45</c:v>
                </c:pt>
                <c:pt idx="57969">
                  <c:v>24.4</c:v>
                </c:pt>
                <c:pt idx="57970">
                  <c:v>24.4</c:v>
                </c:pt>
                <c:pt idx="57971">
                  <c:v>24.4</c:v>
                </c:pt>
                <c:pt idx="57972">
                  <c:v>24.35</c:v>
                </c:pt>
                <c:pt idx="57973">
                  <c:v>24.35</c:v>
                </c:pt>
                <c:pt idx="57974">
                  <c:v>24.35</c:v>
                </c:pt>
                <c:pt idx="57975">
                  <c:v>24.35</c:v>
                </c:pt>
                <c:pt idx="57976">
                  <c:v>24.35</c:v>
                </c:pt>
                <c:pt idx="57977">
                  <c:v>24.4</c:v>
                </c:pt>
                <c:pt idx="57978">
                  <c:v>24.4</c:v>
                </c:pt>
                <c:pt idx="57979">
                  <c:v>24.4</c:v>
                </c:pt>
                <c:pt idx="57980">
                  <c:v>24.4</c:v>
                </c:pt>
                <c:pt idx="57981">
                  <c:v>24.4</c:v>
                </c:pt>
                <c:pt idx="57982">
                  <c:v>24.45</c:v>
                </c:pt>
                <c:pt idx="57983">
                  <c:v>24.45</c:v>
                </c:pt>
                <c:pt idx="57984">
                  <c:v>24.45</c:v>
                </c:pt>
                <c:pt idx="57985">
                  <c:v>24.5</c:v>
                </c:pt>
                <c:pt idx="57986">
                  <c:v>24.5</c:v>
                </c:pt>
                <c:pt idx="57987">
                  <c:v>24.5</c:v>
                </c:pt>
                <c:pt idx="57988">
                  <c:v>24.55</c:v>
                </c:pt>
                <c:pt idx="57989">
                  <c:v>24.55</c:v>
                </c:pt>
                <c:pt idx="57990">
                  <c:v>24.55</c:v>
                </c:pt>
                <c:pt idx="57991">
                  <c:v>24.6</c:v>
                </c:pt>
                <c:pt idx="57992">
                  <c:v>24.6</c:v>
                </c:pt>
                <c:pt idx="57993">
                  <c:v>24.6</c:v>
                </c:pt>
                <c:pt idx="57994">
                  <c:v>24.6</c:v>
                </c:pt>
                <c:pt idx="57995">
                  <c:v>24.55</c:v>
                </c:pt>
                <c:pt idx="57996">
                  <c:v>24.55</c:v>
                </c:pt>
                <c:pt idx="57997">
                  <c:v>24.5</c:v>
                </c:pt>
                <c:pt idx="57998">
                  <c:v>24.45</c:v>
                </c:pt>
                <c:pt idx="57999">
                  <c:v>24.4</c:v>
                </c:pt>
                <c:pt idx="58000">
                  <c:v>24.4</c:v>
                </c:pt>
                <c:pt idx="58001">
                  <c:v>24.35</c:v>
                </c:pt>
                <c:pt idx="58002">
                  <c:v>24.35</c:v>
                </c:pt>
                <c:pt idx="58003">
                  <c:v>24.35</c:v>
                </c:pt>
                <c:pt idx="58004">
                  <c:v>24.3</c:v>
                </c:pt>
                <c:pt idx="58005">
                  <c:v>24.35</c:v>
                </c:pt>
                <c:pt idx="58006">
                  <c:v>24.3</c:v>
                </c:pt>
                <c:pt idx="58007">
                  <c:v>24.35</c:v>
                </c:pt>
                <c:pt idx="58008">
                  <c:v>24.35</c:v>
                </c:pt>
                <c:pt idx="58009">
                  <c:v>24.35</c:v>
                </c:pt>
                <c:pt idx="58010">
                  <c:v>24.35</c:v>
                </c:pt>
                <c:pt idx="58011">
                  <c:v>24.4</c:v>
                </c:pt>
                <c:pt idx="58012">
                  <c:v>24.4</c:v>
                </c:pt>
                <c:pt idx="58013">
                  <c:v>24.45</c:v>
                </c:pt>
                <c:pt idx="58014">
                  <c:v>24.45</c:v>
                </c:pt>
                <c:pt idx="58015">
                  <c:v>24.45</c:v>
                </c:pt>
                <c:pt idx="58016">
                  <c:v>24.5</c:v>
                </c:pt>
                <c:pt idx="58017">
                  <c:v>24.55</c:v>
                </c:pt>
                <c:pt idx="58018">
                  <c:v>24.55</c:v>
                </c:pt>
                <c:pt idx="58019">
                  <c:v>24.55</c:v>
                </c:pt>
                <c:pt idx="58020">
                  <c:v>24.55</c:v>
                </c:pt>
                <c:pt idx="58021">
                  <c:v>24.6</c:v>
                </c:pt>
                <c:pt idx="58022">
                  <c:v>24.6</c:v>
                </c:pt>
                <c:pt idx="58023">
                  <c:v>24.55</c:v>
                </c:pt>
                <c:pt idx="58024">
                  <c:v>24.55</c:v>
                </c:pt>
                <c:pt idx="58025">
                  <c:v>24.55</c:v>
                </c:pt>
                <c:pt idx="58026">
                  <c:v>24.5</c:v>
                </c:pt>
                <c:pt idx="58027">
                  <c:v>24.45</c:v>
                </c:pt>
                <c:pt idx="58028">
                  <c:v>24.4</c:v>
                </c:pt>
                <c:pt idx="58029">
                  <c:v>24.35</c:v>
                </c:pt>
                <c:pt idx="58030">
                  <c:v>24.35</c:v>
                </c:pt>
                <c:pt idx="58031">
                  <c:v>24.35</c:v>
                </c:pt>
                <c:pt idx="58032">
                  <c:v>24.35</c:v>
                </c:pt>
                <c:pt idx="58033">
                  <c:v>24.35</c:v>
                </c:pt>
                <c:pt idx="58034">
                  <c:v>24.35</c:v>
                </c:pt>
                <c:pt idx="58035">
                  <c:v>24.35</c:v>
                </c:pt>
                <c:pt idx="58036">
                  <c:v>24.35</c:v>
                </c:pt>
                <c:pt idx="58037">
                  <c:v>24.35</c:v>
                </c:pt>
                <c:pt idx="58038">
                  <c:v>24.35</c:v>
                </c:pt>
                <c:pt idx="58039">
                  <c:v>24.35</c:v>
                </c:pt>
                <c:pt idx="58040">
                  <c:v>24.35</c:v>
                </c:pt>
                <c:pt idx="58041">
                  <c:v>24.4</c:v>
                </c:pt>
                <c:pt idx="58042">
                  <c:v>24.4</c:v>
                </c:pt>
                <c:pt idx="58043">
                  <c:v>24.4</c:v>
                </c:pt>
                <c:pt idx="58044">
                  <c:v>24.45</c:v>
                </c:pt>
                <c:pt idx="58045">
                  <c:v>24.45</c:v>
                </c:pt>
                <c:pt idx="58046">
                  <c:v>24.5</c:v>
                </c:pt>
                <c:pt idx="58047">
                  <c:v>24.5</c:v>
                </c:pt>
                <c:pt idx="58048">
                  <c:v>24.5</c:v>
                </c:pt>
                <c:pt idx="58049">
                  <c:v>24.55</c:v>
                </c:pt>
                <c:pt idx="58050">
                  <c:v>24.6</c:v>
                </c:pt>
                <c:pt idx="58051">
                  <c:v>24.6</c:v>
                </c:pt>
                <c:pt idx="58052">
                  <c:v>24.6</c:v>
                </c:pt>
                <c:pt idx="58053">
                  <c:v>24.65</c:v>
                </c:pt>
                <c:pt idx="58054">
                  <c:v>24.6</c:v>
                </c:pt>
                <c:pt idx="58055">
                  <c:v>24.55</c:v>
                </c:pt>
                <c:pt idx="58056">
                  <c:v>24.5</c:v>
                </c:pt>
                <c:pt idx="58057">
                  <c:v>24.45</c:v>
                </c:pt>
                <c:pt idx="58058">
                  <c:v>24.45</c:v>
                </c:pt>
                <c:pt idx="58059">
                  <c:v>24.4</c:v>
                </c:pt>
                <c:pt idx="58060">
                  <c:v>24.4</c:v>
                </c:pt>
                <c:pt idx="58061">
                  <c:v>24.35</c:v>
                </c:pt>
                <c:pt idx="58062">
                  <c:v>24.35</c:v>
                </c:pt>
                <c:pt idx="58063">
                  <c:v>24.3</c:v>
                </c:pt>
                <c:pt idx="58064">
                  <c:v>24.3</c:v>
                </c:pt>
                <c:pt idx="58065">
                  <c:v>24.3</c:v>
                </c:pt>
                <c:pt idx="58066">
                  <c:v>24.3</c:v>
                </c:pt>
                <c:pt idx="58067">
                  <c:v>24.3</c:v>
                </c:pt>
                <c:pt idx="58068">
                  <c:v>24.35</c:v>
                </c:pt>
                <c:pt idx="58069">
                  <c:v>24.35</c:v>
                </c:pt>
                <c:pt idx="58070">
                  <c:v>24.35</c:v>
                </c:pt>
                <c:pt idx="58071">
                  <c:v>24.35</c:v>
                </c:pt>
                <c:pt idx="58072">
                  <c:v>24.4</c:v>
                </c:pt>
                <c:pt idx="58073">
                  <c:v>24.4</c:v>
                </c:pt>
                <c:pt idx="58074">
                  <c:v>24.4</c:v>
                </c:pt>
                <c:pt idx="58075">
                  <c:v>24.45</c:v>
                </c:pt>
                <c:pt idx="58076">
                  <c:v>24.45</c:v>
                </c:pt>
                <c:pt idx="58077">
                  <c:v>24.45</c:v>
                </c:pt>
                <c:pt idx="58078">
                  <c:v>24.5</c:v>
                </c:pt>
                <c:pt idx="58079">
                  <c:v>24.55</c:v>
                </c:pt>
                <c:pt idx="58080">
                  <c:v>24.55</c:v>
                </c:pt>
                <c:pt idx="58081">
                  <c:v>24.6</c:v>
                </c:pt>
                <c:pt idx="58082">
                  <c:v>24.6</c:v>
                </c:pt>
                <c:pt idx="58083">
                  <c:v>24.6</c:v>
                </c:pt>
                <c:pt idx="58084">
                  <c:v>24.6</c:v>
                </c:pt>
                <c:pt idx="58085">
                  <c:v>24.55</c:v>
                </c:pt>
                <c:pt idx="58086">
                  <c:v>24.55</c:v>
                </c:pt>
                <c:pt idx="58087">
                  <c:v>24.5</c:v>
                </c:pt>
                <c:pt idx="58088">
                  <c:v>24.45</c:v>
                </c:pt>
                <c:pt idx="58089">
                  <c:v>24.4</c:v>
                </c:pt>
                <c:pt idx="58090">
                  <c:v>24.35</c:v>
                </c:pt>
                <c:pt idx="58091">
                  <c:v>24.35</c:v>
                </c:pt>
                <c:pt idx="58092">
                  <c:v>24.35</c:v>
                </c:pt>
                <c:pt idx="58093">
                  <c:v>24.35</c:v>
                </c:pt>
                <c:pt idx="58094">
                  <c:v>24.35</c:v>
                </c:pt>
                <c:pt idx="58095">
                  <c:v>24.3</c:v>
                </c:pt>
                <c:pt idx="58096">
                  <c:v>24.3</c:v>
                </c:pt>
                <c:pt idx="58097">
                  <c:v>24.35</c:v>
                </c:pt>
                <c:pt idx="58098">
                  <c:v>24.35</c:v>
                </c:pt>
                <c:pt idx="58099">
                  <c:v>24.35</c:v>
                </c:pt>
                <c:pt idx="58100">
                  <c:v>24.35</c:v>
                </c:pt>
                <c:pt idx="58101">
                  <c:v>24.4</c:v>
                </c:pt>
                <c:pt idx="58102">
                  <c:v>24.4</c:v>
                </c:pt>
                <c:pt idx="58103">
                  <c:v>24.4</c:v>
                </c:pt>
                <c:pt idx="58104">
                  <c:v>24.4</c:v>
                </c:pt>
                <c:pt idx="58105">
                  <c:v>24.45</c:v>
                </c:pt>
                <c:pt idx="58106">
                  <c:v>24.45</c:v>
                </c:pt>
                <c:pt idx="58107">
                  <c:v>24.5</c:v>
                </c:pt>
                <c:pt idx="58108">
                  <c:v>24.5</c:v>
                </c:pt>
                <c:pt idx="58109">
                  <c:v>24.55</c:v>
                </c:pt>
                <c:pt idx="58110">
                  <c:v>24.55</c:v>
                </c:pt>
                <c:pt idx="58111">
                  <c:v>24.6</c:v>
                </c:pt>
                <c:pt idx="58112">
                  <c:v>24.6</c:v>
                </c:pt>
                <c:pt idx="58113">
                  <c:v>24.6</c:v>
                </c:pt>
                <c:pt idx="58114">
                  <c:v>24.6</c:v>
                </c:pt>
                <c:pt idx="58115">
                  <c:v>24.6</c:v>
                </c:pt>
                <c:pt idx="58116">
                  <c:v>24.55</c:v>
                </c:pt>
                <c:pt idx="58117">
                  <c:v>24.5</c:v>
                </c:pt>
                <c:pt idx="58118">
                  <c:v>24.45</c:v>
                </c:pt>
                <c:pt idx="58119">
                  <c:v>24.4</c:v>
                </c:pt>
                <c:pt idx="58120">
                  <c:v>24.35</c:v>
                </c:pt>
                <c:pt idx="58121">
                  <c:v>24.35</c:v>
                </c:pt>
                <c:pt idx="58122">
                  <c:v>24.3</c:v>
                </c:pt>
                <c:pt idx="58123">
                  <c:v>24.3</c:v>
                </c:pt>
                <c:pt idx="58124">
                  <c:v>24.3</c:v>
                </c:pt>
                <c:pt idx="58125">
                  <c:v>24.3</c:v>
                </c:pt>
                <c:pt idx="58126">
                  <c:v>24.3</c:v>
                </c:pt>
                <c:pt idx="58127">
                  <c:v>24.3</c:v>
                </c:pt>
                <c:pt idx="58128">
                  <c:v>24.3</c:v>
                </c:pt>
                <c:pt idx="58129">
                  <c:v>24.3</c:v>
                </c:pt>
                <c:pt idx="58130">
                  <c:v>24.3</c:v>
                </c:pt>
                <c:pt idx="58131">
                  <c:v>24.35</c:v>
                </c:pt>
                <c:pt idx="58132">
                  <c:v>24.35</c:v>
                </c:pt>
                <c:pt idx="58133">
                  <c:v>24.35</c:v>
                </c:pt>
                <c:pt idx="58134">
                  <c:v>24.35</c:v>
                </c:pt>
                <c:pt idx="58135">
                  <c:v>24.4</c:v>
                </c:pt>
                <c:pt idx="58136">
                  <c:v>24.45</c:v>
                </c:pt>
                <c:pt idx="58137">
                  <c:v>24.45</c:v>
                </c:pt>
                <c:pt idx="58138">
                  <c:v>24.5</c:v>
                </c:pt>
                <c:pt idx="58139">
                  <c:v>24.5</c:v>
                </c:pt>
                <c:pt idx="58140">
                  <c:v>24.55</c:v>
                </c:pt>
                <c:pt idx="58141">
                  <c:v>24.55</c:v>
                </c:pt>
                <c:pt idx="58142">
                  <c:v>24.55</c:v>
                </c:pt>
                <c:pt idx="58143">
                  <c:v>24.55</c:v>
                </c:pt>
                <c:pt idx="58144">
                  <c:v>24.5</c:v>
                </c:pt>
                <c:pt idx="58145">
                  <c:v>24.5</c:v>
                </c:pt>
                <c:pt idx="58146">
                  <c:v>24.45</c:v>
                </c:pt>
                <c:pt idx="58147">
                  <c:v>24.4</c:v>
                </c:pt>
                <c:pt idx="58148">
                  <c:v>24.35</c:v>
                </c:pt>
                <c:pt idx="58149">
                  <c:v>24.35</c:v>
                </c:pt>
                <c:pt idx="58150">
                  <c:v>24.3</c:v>
                </c:pt>
                <c:pt idx="58151">
                  <c:v>24.3</c:v>
                </c:pt>
                <c:pt idx="58152">
                  <c:v>24.3</c:v>
                </c:pt>
                <c:pt idx="58153">
                  <c:v>24.3</c:v>
                </c:pt>
                <c:pt idx="58154">
                  <c:v>24.3</c:v>
                </c:pt>
                <c:pt idx="58155">
                  <c:v>24.3</c:v>
                </c:pt>
                <c:pt idx="58156">
                  <c:v>24.3</c:v>
                </c:pt>
                <c:pt idx="58157">
                  <c:v>24.3</c:v>
                </c:pt>
                <c:pt idx="58158">
                  <c:v>24.35</c:v>
                </c:pt>
                <c:pt idx="58159">
                  <c:v>24.35</c:v>
                </c:pt>
                <c:pt idx="58160">
                  <c:v>24.35</c:v>
                </c:pt>
                <c:pt idx="58161">
                  <c:v>24.4</c:v>
                </c:pt>
                <c:pt idx="58162">
                  <c:v>24.4</c:v>
                </c:pt>
                <c:pt idx="58163">
                  <c:v>24.4</c:v>
                </c:pt>
                <c:pt idx="58164">
                  <c:v>24.45</c:v>
                </c:pt>
                <c:pt idx="58165">
                  <c:v>24.45</c:v>
                </c:pt>
                <c:pt idx="58166">
                  <c:v>24.5</c:v>
                </c:pt>
                <c:pt idx="58167">
                  <c:v>24.5</c:v>
                </c:pt>
                <c:pt idx="58168">
                  <c:v>24.5</c:v>
                </c:pt>
                <c:pt idx="58169">
                  <c:v>24.55</c:v>
                </c:pt>
                <c:pt idx="58170">
                  <c:v>24.55</c:v>
                </c:pt>
                <c:pt idx="58171">
                  <c:v>24.55</c:v>
                </c:pt>
                <c:pt idx="58172">
                  <c:v>24.6</c:v>
                </c:pt>
                <c:pt idx="58173">
                  <c:v>24.55</c:v>
                </c:pt>
                <c:pt idx="58174">
                  <c:v>24.55</c:v>
                </c:pt>
                <c:pt idx="58175">
                  <c:v>24.5</c:v>
                </c:pt>
                <c:pt idx="58176">
                  <c:v>24.45</c:v>
                </c:pt>
                <c:pt idx="58177">
                  <c:v>24.5</c:v>
                </c:pt>
                <c:pt idx="58178">
                  <c:v>24.45</c:v>
                </c:pt>
                <c:pt idx="58179">
                  <c:v>24.4</c:v>
                </c:pt>
                <c:pt idx="58180">
                  <c:v>24.35</c:v>
                </c:pt>
                <c:pt idx="58181">
                  <c:v>24.4</c:v>
                </c:pt>
                <c:pt idx="58182">
                  <c:v>24.35</c:v>
                </c:pt>
                <c:pt idx="58183">
                  <c:v>24.35</c:v>
                </c:pt>
                <c:pt idx="58184">
                  <c:v>24.3</c:v>
                </c:pt>
                <c:pt idx="58185">
                  <c:v>24.35</c:v>
                </c:pt>
                <c:pt idx="58186">
                  <c:v>24.35</c:v>
                </c:pt>
                <c:pt idx="58187">
                  <c:v>24.35</c:v>
                </c:pt>
                <c:pt idx="58188">
                  <c:v>24.35</c:v>
                </c:pt>
                <c:pt idx="58189">
                  <c:v>24.4</c:v>
                </c:pt>
                <c:pt idx="58190">
                  <c:v>24.4</c:v>
                </c:pt>
                <c:pt idx="58191">
                  <c:v>24.4</c:v>
                </c:pt>
                <c:pt idx="58192">
                  <c:v>24.4</c:v>
                </c:pt>
                <c:pt idx="58193">
                  <c:v>24.45</c:v>
                </c:pt>
                <c:pt idx="58194">
                  <c:v>24.45</c:v>
                </c:pt>
                <c:pt idx="58195">
                  <c:v>24.5</c:v>
                </c:pt>
                <c:pt idx="58196">
                  <c:v>24.5</c:v>
                </c:pt>
                <c:pt idx="58197">
                  <c:v>24.5</c:v>
                </c:pt>
                <c:pt idx="58198">
                  <c:v>24.5</c:v>
                </c:pt>
                <c:pt idx="58199">
                  <c:v>24.55</c:v>
                </c:pt>
                <c:pt idx="58200">
                  <c:v>24.55</c:v>
                </c:pt>
                <c:pt idx="58201">
                  <c:v>24.6</c:v>
                </c:pt>
                <c:pt idx="58202">
                  <c:v>24.6</c:v>
                </c:pt>
                <c:pt idx="58203">
                  <c:v>24.55</c:v>
                </c:pt>
                <c:pt idx="58204">
                  <c:v>24.55</c:v>
                </c:pt>
                <c:pt idx="58205">
                  <c:v>24.55</c:v>
                </c:pt>
                <c:pt idx="58206">
                  <c:v>24.5</c:v>
                </c:pt>
                <c:pt idx="58207">
                  <c:v>24.45</c:v>
                </c:pt>
                <c:pt idx="58208">
                  <c:v>24.4</c:v>
                </c:pt>
                <c:pt idx="58209">
                  <c:v>24.4</c:v>
                </c:pt>
                <c:pt idx="58210">
                  <c:v>24.35</c:v>
                </c:pt>
                <c:pt idx="58211">
                  <c:v>24.35</c:v>
                </c:pt>
                <c:pt idx="58212">
                  <c:v>24.35</c:v>
                </c:pt>
                <c:pt idx="58213">
                  <c:v>24.3</c:v>
                </c:pt>
                <c:pt idx="58214">
                  <c:v>24.3</c:v>
                </c:pt>
                <c:pt idx="58215">
                  <c:v>24.3</c:v>
                </c:pt>
                <c:pt idx="58216">
                  <c:v>24.35</c:v>
                </c:pt>
                <c:pt idx="58217">
                  <c:v>24.35</c:v>
                </c:pt>
                <c:pt idx="58218">
                  <c:v>24.35</c:v>
                </c:pt>
                <c:pt idx="58219">
                  <c:v>24.35</c:v>
                </c:pt>
                <c:pt idx="58220">
                  <c:v>24.4</c:v>
                </c:pt>
                <c:pt idx="58221">
                  <c:v>24.4</c:v>
                </c:pt>
                <c:pt idx="58222">
                  <c:v>24.4</c:v>
                </c:pt>
                <c:pt idx="58223">
                  <c:v>24.45</c:v>
                </c:pt>
                <c:pt idx="58224">
                  <c:v>24.45</c:v>
                </c:pt>
                <c:pt idx="58225">
                  <c:v>24.5</c:v>
                </c:pt>
                <c:pt idx="58226">
                  <c:v>24.5</c:v>
                </c:pt>
                <c:pt idx="58227">
                  <c:v>24.5</c:v>
                </c:pt>
                <c:pt idx="58228">
                  <c:v>24.55</c:v>
                </c:pt>
                <c:pt idx="58229">
                  <c:v>24.55</c:v>
                </c:pt>
                <c:pt idx="58230">
                  <c:v>24.55</c:v>
                </c:pt>
                <c:pt idx="58231">
                  <c:v>24.6</c:v>
                </c:pt>
                <c:pt idx="58232">
                  <c:v>24.6</c:v>
                </c:pt>
                <c:pt idx="58233">
                  <c:v>24.6</c:v>
                </c:pt>
                <c:pt idx="58234">
                  <c:v>24.6</c:v>
                </c:pt>
                <c:pt idx="58235">
                  <c:v>24.55</c:v>
                </c:pt>
                <c:pt idx="58236">
                  <c:v>24.55</c:v>
                </c:pt>
                <c:pt idx="58237">
                  <c:v>24.5</c:v>
                </c:pt>
                <c:pt idx="58238">
                  <c:v>24.45</c:v>
                </c:pt>
                <c:pt idx="58239">
                  <c:v>24.4</c:v>
                </c:pt>
                <c:pt idx="58240">
                  <c:v>24.4</c:v>
                </c:pt>
                <c:pt idx="58241">
                  <c:v>24.35</c:v>
                </c:pt>
                <c:pt idx="58242">
                  <c:v>24.35</c:v>
                </c:pt>
                <c:pt idx="58243">
                  <c:v>24.35</c:v>
                </c:pt>
                <c:pt idx="58244">
                  <c:v>24.35</c:v>
                </c:pt>
                <c:pt idx="58245">
                  <c:v>24.35</c:v>
                </c:pt>
                <c:pt idx="58246">
                  <c:v>24.35</c:v>
                </c:pt>
                <c:pt idx="58247">
                  <c:v>24.4</c:v>
                </c:pt>
                <c:pt idx="58248">
                  <c:v>24.4</c:v>
                </c:pt>
                <c:pt idx="58249">
                  <c:v>24.4</c:v>
                </c:pt>
                <c:pt idx="58250">
                  <c:v>24.4</c:v>
                </c:pt>
                <c:pt idx="58251">
                  <c:v>24.45</c:v>
                </c:pt>
                <c:pt idx="58252">
                  <c:v>24.45</c:v>
                </c:pt>
                <c:pt idx="58253">
                  <c:v>24.45</c:v>
                </c:pt>
                <c:pt idx="58254">
                  <c:v>24.5</c:v>
                </c:pt>
                <c:pt idx="58255">
                  <c:v>24.5</c:v>
                </c:pt>
                <c:pt idx="58256">
                  <c:v>24.5</c:v>
                </c:pt>
                <c:pt idx="58257">
                  <c:v>24.5</c:v>
                </c:pt>
                <c:pt idx="58258">
                  <c:v>24.55</c:v>
                </c:pt>
                <c:pt idx="58259">
                  <c:v>24.55</c:v>
                </c:pt>
                <c:pt idx="58260">
                  <c:v>24.6</c:v>
                </c:pt>
                <c:pt idx="58261">
                  <c:v>24.6</c:v>
                </c:pt>
                <c:pt idx="58262">
                  <c:v>24.65</c:v>
                </c:pt>
                <c:pt idx="58263">
                  <c:v>24.6</c:v>
                </c:pt>
                <c:pt idx="58264">
                  <c:v>24.6</c:v>
                </c:pt>
                <c:pt idx="58265">
                  <c:v>24.6</c:v>
                </c:pt>
                <c:pt idx="58266">
                  <c:v>24.55</c:v>
                </c:pt>
                <c:pt idx="58267">
                  <c:v>24.5</c:v>
                </c:pt>
                <c:pt idx="58268">
                  <c:v>24.45</c:v>
                </c:pt>
                <c:pt idx="58269">
                  <c:v>24.4</c:v>
                </c:pt>
                <c:pt idx="58270">
                  <c:v>24.4</c:v>
                </c:pt>
                <c:pt idx="58271">
                  <c:v>24.4</c:v>
                </c:pt>
                <c:pt idx="58272">
                  <c:v>24.35</c:v>
                </c:pt>
                <c:pt idx="58273">
                  <c:v>24.35</c:v>
                </c:pt>
                <c:pt idx="58274">
                  <c:v>24.35</c:v>
                </c:pt>
                <c:pt idx="58275">
                  <c:v>24.35</c:v>
                </c:pt>
                <c:pt idx="58276">
                  <c:v>24.35</c:v>
                </c:pt>
                <c:pt idx="58277">
                  <c:v>24.4</c:v>
                </c:pt>
                <c:pt idx="58278">
                  <c:v>24.35</c:v>
                </c:pt>
                <c:pt idx="58279">
                  <c:v>24.4</c:v>
                </c:pt>
                <c:pt idx="58280">
                  <c:v>24.4</c:v>
                </c:pt>
                <c:pt idx="58281">
                  <c:v>24.4</c:v>
                </c:pt>
                <c:pt idx="58282">
                  <c:v>24.45</c:v>
                </c:pt>
                <c:pt idx="58283">
                  <c:v>24.45</c:v>
                </c:pt>
                <c:pt idx="58284">
                  <c:v>24.45</c:v>
                </c:pt>
                <c:pt idx="58285">
                  <c:v>24.45</c:v>
                </c:pt>
                <c:pt idx="58286">
                  <c:v>24.45</c:v>
                </c:pt>
                <c:pt idx="58287">
                  <c:v>24.5</c:v>
                </c:pt>
                <c:pt idx="58288">
                  <c:v>24.5</c:v>
                </c:pt>
                <c:pt idx="58289">
                  <c:v>24.55</c:v>
                </c:pt>
                <c:pt idx="58290">
                  <c:v>24.6</c:v>
                </c:pt>
                <c:pt idx="58291">
                  <c:v>24.6</c:v>
                </c:pt>
                <c:pt idx="58292">
                  <c:v>24.6</c:v>
                </c:pt>
                <c:pt idx="58293">
                  <c:v>24.6</c:v>
                </c:pt>
                <c:pt idx="58294">
                  <c:v>24.55</c:v>
                </c:pt>
                <c:pt idx="58295">
                  <c:v>24.5</c:v>
                </c:pt>
                <c:pt idx="58296">
                  <c:v>24.5</c:v>
                </c:pt>
                <c:pt idx="58297">
                  <c:v>24.45</c:v>
                </c:pt>
                <c:pt idx="58298">
                  <c:v>24.4</c:v>
                </c:pt>
                <c:pt idx="58299">
                  <c:v>24.4</c:v>
                </c:pt>
                <c:pt idx="58300">
                  <c:v>24.4</c:v>
                </c:pt>
                <c:pt idx="58301">
                  <c:v>24.35</c:v>
                </c:pt>
                <c:pt idx="58302">
                  <c:v>24.35</c:v>
                </c:pt>
                <c:pt idx="58303">
                  <c:v>24.3</c:v>
                </c:pt>
                <c:pt idx="58304">
                  <c:v>24.35</c:v>
                </c:pt>
                <c:pt idx="58305">
                  <c:v>24.35</c:v>
                </c:pt>
                <c:pt idx="58306">
                  <c:v>24.35</c:v>
                </c:pt>
                <c:pt idx="58307">
                  <c:v>24.35</c:v>
                </c:pt>
                <c:pt idx="58308">
                  <c:v>24.35</c:v>
                </c:pt>
                <c:pt idx="58309">
                  <c:v>24.4</c:v>
                </c:pt>
                <c:pt idx="58310">
                  <c:v>24.4</c:v>
                </c:pt>
                <c:pt idx="58311">
                  <c:v>24.4</c:v>
                </c:pt>
                <c:pt idx="58312">
                  <c:v>24.45</c:v>
                </c:pt>
                <c:pt idx="58313">
                  <c:v>24.45</c:v>
                </c:pt>
                <c:pt idx="58314">
                  <c:v>24.5</c:v>
                </c:pt>
                <c:pt idx="58315">
                  <c:v>24.5</c:v>
                </c:pt>
                <c:pt idx="58316">
                  <c:v>24.5</c:v>
                </c:pt>
                <c:pt idx="58317">
                  <c:v>24.5</c:v>
                </c:pt>
                <c:pt idx="58318">
                  <c:v>24.55</c:v>
                </c:pt>
                <c:pt idx="58319">
                  <c:v>24.55</c:v>
                </c:pt>
                <c:pt idx="58320">
                  <c:v>24.55</c:v>
                </c:pt>
                <c:pt idx="58321">
                  <c:v>24.6</c:v>
                </c:pt>
                <c:pt idx="58322">
                  <c:v>24.6</c:v>
                </c:pt>
                <c:pt idx="58323">
                  <c:v>24.6</c:v>
                </c:pt>
                <c:pt idx="58324">
                  <c:v>24.55</c:v>
                </c:pt>
                <c:pt idx="58325">
                  <c:v>24.5</c:v>
                </c:pt>
                <c:pt idx="58326">
                  <c:v>24.5</c:v>
                </c:pt>
                <c:pt idx="58327">
                  <c:v>24.45</c:v>
                </c:pt>
                <c:pt idx="58328">
                  <c:v>24.4</c:v>
                </c:pt>
                <c:pt idx="58329">
                  <c:v>24.4</c:v>
                </c:pt>
                <c:pt idx="58330">
                  <c:v>24.35</c:v>
                </c:pt>
                <c:pt idx="58331">
                  <c:v>24.35</c:v>
                </c:pt>
                <c:pt idx="58332">
                  <c:v>24.35</c:v>
                </c:pt>
                <c:pt idx="58333">
                  <c:v>24.3</c:v>
                </c:pt>
                <c:pt idx="58334">
                  <c:v>24.3</c:v>
                </c:pt>
                <c:pt idx="58335">
                  <c:v>24.3</c:v>
                </c:pt>
                <c:pt idx="58336">
                  <c:v>24.35</c:v>
                </c:pt>
                <c:pt idx="58337">
                  <c:v>24.35</c:v>
                </c:pt>
                <c:pt idx="58338">
                  <c:v>24.35</c:v>
                </c:pt>
                <c:pt idx="58339">
                  <c:v>24.35</c:v>
                </c:pt>
                <c:pt idx="58340">
                  <c:v>24.4</c:v>
                </c:pt>
                <c:pt idx="58341">
                  <c:v>24.4</c:v>
                </c:pt>
                <c:pt idx="58342">
                  <c:v>24.4</c:v>
                </c:pt>
                <c:pt idx="58343">
                  <c:v>24.4</c:v>
                </c:pt>
                <c:pt idx="58344">
                  <c:v>24.4</c:v>
                </c:pt>
                <c:pt idx="58345">
                  <c:v>24.45</c:v>
                </c:pt>
                <c:pt idx="58346">
                  <c:v>24.5</c:v>
                </c:pt>
                <c:pt idx="58347">
                  <c:v>24.5</c:v>
                </c:pt>
                <c:pt idx="58348">
                  <c:v>24.55</c:v>
                </c:pt>
                <c:pt idx="58349">
                  <c:v>24.55</c:v>
                </c:pt>
                <c:pt idx="58350">
                  <c:v>24.6</c:v>
                </c:pt>
                <c:pt idx="58351">
                  <c:v>24.6</c:v>
                </c:pt>
                <c:pt idx="58352">
                  <c:v>24.6</c:v>
                </c:pt>
                <c:pt idx="58353">
                  <c:v>24.6</c:v>
                </c:pt>
                <c:pt idx="58354">
                  <c:v>24.6</c:v>
                </c:pt>
                <c:pt idx="58355">
                  <c:v>24.55</c:v>
                </c:pt>
                <c:pt idx="58356">
                  <c:v>24.5</c:v>
                </c:pt>
                <c:pt idx="58357">
                  <c:v>24.5</c:v>
                </c:pt>
                <c:pt idx="58358">
                  <c:v>24.45</c:v>
                </c:pt>
                <c:pt idx="58359">
                  <c:v>24.4</c:v>
                </c:pt>
                <c:pt idx="58360">
                  <c:v>24.35</c:v>
                </c:pt>
                <c:pt idx="58361">
                  <c:v>24.35</c:v>
                </c:pt>
                <c:pt idx="58362">
                  <c:v>24.35</c:v>
                </c:pt>
                <c:pt idx="58363">
                  <c:v>24.35</c:v>
                </c:pt>
                <c:pt idx="58364">
                  <c:v>24.35</c:v>
                </c:pt>
                <c:pt idx="58365">
                  <c:v>24.35</c:v>
                </c:pt>
                <c:pt idx="58366">
                  <c:v>24.35</c:v>
                </c:pt>
                <c:pt idx="58367">
                  <c:v>24.35</c:v>
                </c:pt>
                <c:pt idx="58368">
                  <c:v>24.35</c:v>
                </c:pt>
                <c:pt idx="58369">
                  <c:v>24.4</c:v>
                </c:pt>
                <c:pt idx="58370">
                  <c:v>24.4</c:v>
                </c:pt>
                <c:pt idx="58371">
                  <c:v>24.4</c:v>
                </c:pt>
                <c:pt idx="58372">
                  <c:v>24.45</c:v>
                </c:pt>
                <c:pt idx="58373">
                  <c:v>24.45</c:v>
                </c:pt>
                <c:pt idx="58374">
                  <c:v>24.45</c:v>
                </c:pt>
                <c:pt idx="58375">
                  <c:v>24.5</c:v>
                </c:pt>
                <c:pt idx="58376">
                  <c:v>24.5</c:v>
                </c:pt>
                <c:pt idx="58377">
                  <c:v>24.55</c:v>
                </c:pt>
                <c:pt idx="58378">
                  <c:v>24.55</c:v>
                </c:pt>
                <c:pt idx="58379">
                  <c:v>24.55</c:v>
                </c:pt>
                <c:pt idx="58380">
                  <c:v>24.55</c:v>
                </c:pt>
                <c:pt idx="58381">
                  <c:v>24.6</c:v>
                </c:pt>
                <c:pt idx="58382">
                  <c:v>24.6</c:v>
                </c:pt>
                <c:pt idx="58383">
                  <c:v>24.6</c:v>
                </c:pt>
                <c:pt idx="58384">
                  <c:v>24.6</c:v>
                </c:pt>
                <c:pt idx="58385">
                  <c:v>24.55</c:v>
                </c:pt>
                <c:pt idx="58386">
                  <c:v>24.5</c:v>
                </c:pt>
                <c:pt idx="58387">
                  <c:v>24.5</c:v>
                </c:pt>
                <c:pt idx="58388">
                  <c:v>24.45</c:v>
                </c:pt>
                <c:pt idx="58389">
                  <c:v>24.45</c:v>
                </c:pt>
                <c:pt idx="58390">
                  <c:v>24.4</c:v>
                </c:pt>
                <c:pt idx="58391">
                  <c:v>24.4</c:v>
                </c:pt>
                <c:pt idx="58392">
                  <c:v>24.35</c:v>
                </c:pt>
                <c:pt idx="58393">
                  <c:v>24.35</c:v>
                </c:pt>
                <c:pt idx="58394">
                  <c:v>24.35</c:v>
                </c:pt>
                <c:pt idx="58395">
                  <c:v>24.4</c:v>
                </c:pt>
                <c:pt idx="58396">
                  <c:v>24.35</c:v>
                </c:pt>
                <c:pt idx="58397">
                  <c:v>24.4</c:v>
                </c:pt>
                <c:pt idx="58398">
                  <c:v>24.4</c:v>
                </c:pt>
                <c:pt idx="58399">
                  <c:v>24.4</c:v>
                </c:pt>
                <c:pt idx="58400">
                  <c:v>24.4</c:v>
                </c:pt>
                <c:pt idx="58401">
                  <c:v>24.4</c:v>
                </c:pt>
                <c:pt idx="58402">
                  <c:v>24.45</c:v>
                </c:pt>
                <c:pt idx="58403">
                  <c:v>24.45</c:v>
                </c:pt>
                <c:pt idx="58404">
                  <c:v>24.45</c:v>
                </c:pt>
                <c:pt idx="58405">
                  <c:v>24.5</c:v>
                </c:pt>
                <c:pt idx="58406">
                  <c:v>24.5</c:v>
                </c:pt>
                <c:pt idx="58407">
                  <c:v>24.5</c:v>
                </c:pt>
                <c:pt idx="58408">
                  <c:v>24.55</c:v>
                </c:pt>
                <c:pt idx="58409">
                  <c:v>24.55</c:v>
                </c:pt>
                <c:pt idx="58410">
                  <c:v>24.55</c:v>
                </c:pt>
                <c:pt idx="58411">
                  <c:v>24.6</c:v>
                </c:pt>
                <c:pt idx="58412">
                  <c:v>24.6</c:v>
                </c:pt>
                <c:pt idx="58413">
                  <c:v>24.6</c:v>
                </c:pt>
                <c:pt idx="58414">
                  <c:v>24.55</c:v>
                </c:pt>
                <c:pt idx="58415">
                  <c:v>24.55</c:v>
                </c:pt>
                <c:pt idx="58416">
                  <c:v>24.5</c:v>
                </c:pt>
                <c:pt idx="58417">
                  <c:v>24.45</c:v>
                </c:pt>
                <c:pt idx="58418">
                  <c:v>24.4</c:v>
                </c:pt>
                <c:pt idx="58419">
                  <c:v>24.4</c:v>
                </c:pt>
                <c:pt idx="58420">
                  <c:v>24.35</c:v>
                </c:pt>
                <c:pt idx="58421">
                  <c:v>24.35</c:v>
                </c:pt>
                <c:pt idx="58422">
                  <c:v>24.3</c:v>
                </c:pt>
                <c:pt idx="58423">
                  <c:v>24.3</c:v>
                </c:pt>
                <c:pt idx="58424">
                  <c:v>24.3</c:v>
                </c:pt>
                <c:pt idx="58425">
                  <c:v>24.3</c:v>
                </c:pt>
                <c:pt idx="58426">
                  <c:v>24.3</c:v>
                </c:pt>
                <c:pt idx="58427">
                  <c:v>24.3</c:v>
                </c:pt>
                <c:pt idx="58428">
                  <c:v>24.35</c:v>
                </c:pt>
                <c:pt idx="58429">
                  <c:v>24.35</c:v>
                </c:pt>
                <c:pt idx="58430">
                  <c:v>24.35</c:v>
                </c:pt>
                <c:pt idx="58431">
                  <c:v>24.35</c:v>
                </c:pt>
                <c:pt idx="58432">
                  <c:v>24.4</c:v>
                </c:pt>
                <c:pt idx="58433">
                  <c:v>24.4</c:v>
                </c:pt>
                <c:pt idx="58434">
                  <c:v>24.45</c:v>
                </c:pt>
                <c:pt idx="58435">
                  <c:v>24.45</c:v>
                </c:pt>
                <c:pt idx="58436">
                  <c:v>24.5</c:v>
                </c:pt>
                <c:pt idx="58437">
                  <c:v>24.5</c:v>
                </c:pt>
                <c:pt idx="58438">
                  <c:v>24.5</c:v>
                </c:pt>
                <c:pt idx="58439">
                  <c:v>24.55</c:v>
                </c:pt>
                <c:pt idx="58440">
                  <c:v>24.55</c:v>
                </c:pt>
                <c:pt idx="58441">
                  <c:v>24.6</c:v>
                </c:pt>
                <c:pt idx="58442">
                  <c:v>24.6</c:v>
                </c:pt>
                <c:pt idx="58443">
                  <c:v>24.6</c:v>
                </c:pt>
                <c:pt idx="58444">
                  <c:v>24.55</c:v>
                </c:pt>
                <c:pt idx="58445">
                  <c:v>24.55</c:v>
                </c:pt>
                <c:pt idx="58446">
                  <c:v>24.5</c:v>
                </c:pt>
                <c:pt idx="58447">
                  <c:v>24.45</c:v>
                </c:pt>
                <c:pt idx="58448">
                  <c:v>24.4</c:v>
                </c:pt>
                <c:pt idx="58449">
                  <c:v>24.4</c:v>
                </c:pt>
                <c:pt idx="58450">
                  <c:v>24.35</c:v>
                </c:pt>
                <c:pt idx="58451">
                  <c:v>24.35</c:v>
                </c:pt>
                <c:pt idx="58452">
                  <c:v>24.35</c:v>
                </c:pt>
                <c:pt idx="58453">
                  <c:v>24.3</c:v>
                </c:pt>
                <c:pt idx="58454">
                  <c:v>24.3</c:v>
                </c:pt>
                <c:pt idx="58455">
                  <c:v>24.35</c:v>
                </c:pt>
                <c:pt idx="58456">
                  <c:v>24.35</c:v>
                </c:pt>
                <c:pt idx="58457">
                  <c:v>24.35</c:v>
                </c:pt>
                <c:pt idx="58458">
                  <c:v>24.35</c:v>
                </c:pt>
                <c:pt idx="58459">
                  <c:v>24.4</c:v>
                </c:pt>
                <c:pt idx="58460">
                  <c:v>24.4</c:v>
                </c:pt>
                <c:pt idx="58461">
                  <c:v>24.4</c:v>
                </c:pt>
                <c:pt idx="58462">
                  <c:v>24.45</c:v>
                </c:pt>
                <c:pt idx="58463">
                  <c:v>24.45</c:v>
                </c:pt>
                <c:pt idx="58464">
                  <c:v>24.45</c:v>
                </c:pt>
                <c:pt idx="58465">
                  <c:v>24.5</c:v>
                </c:pt>
                <c:pt idx="58466">
                  <c:v>24.5</c:v>
                </c:pt>
                <c:pt idx="58467">
                  <c:v>24.55</c:v>
                </c:pt>
                <c:pt idx="58468">
                  <c:v>24.55</c:v>
                </c:pt>
                <c:pt idx="58469">
                  <c:v>24.6</c:v>
                </c:pt>
                <c:pt idx="58470">
                  <c:v>24.6</c:v>
                </c:pt>
                <c:pt idx="58471">
                  <c:v>24.65</c:v>
                </c:pt>
                <c:pt idx="58472">
                  <c:v>24.65</c:v>
                </c:pt>
                <c:pt idx="58473">
                  <c:v>24.65</c:v>
                </c:pt>
                <c:pt idx="58474">
                  <c:v>24.6</c:v>
                </c:pt>
                <c:pt idx="58475">
                  <c:v>24.6</c:v>
                </c:pt>
                <c:pt idx="58476">
                  <c:v>24.55</c:v>
                </c:pt>
                <c:pt idx="58477">
                  <c:v>24.5</c:v>
                </c:pt>
                <c:pt idx="58478">
                  <c:v>24.45</c:v>
                </c:pt>
                <c:pt idx="58479">
                  <c:v>24.4</c:v>
                </c:pt>
                <c:pt idx="58480">
                  <c:v>24.4</c:v>
                </c:pt>
                <c:pt idx="58481">
                  <c:v>24.35</c:v>
                </c:pt>
                <c:pt idx="58482">
                  <c:v>24.35</c:v>
                </c:pt>
                <c:pt idx="58483">
                  <c:v>24.35</c:v>
                </c:pt>
                <c:pt idx="58484">
                  <c:v>24.35</c:v>
                </c:pt>
                <c:pt idx="58485">
                  <c:v>24.35</c:v>
                </c:pt>
                <c:pt idx="58486">
                  <c:v>24.35</c:v>
                </c:pt>
                <c:pt idx="58487">
                  <c:v>24.35</c:v>
                </c:pt>
                <c:pt idx="58488">
                  <c:v>24.35</c:v>
                </c:pt>
                <c:pt idx="58489">
                  <c:v>24.35</c:v>
                </c:pt>
                <c:pt idx="58490">
                  <c:v>24.4</c:v>
                </c:pt>
                <c:pt idx="58491">
                  <c:v>24.4</c:v>
                </c:pt>
                <c:pt idx="58492">
                  <c:v>24.45</c:v>
                </c:pt>
                <c:pt idx="58493">
                  <c:v>24.45</c:v>
                </c:pt>
                <c:pt idx="58494">
                  <c:v>24.45</c:v>
                </c:pt>
                <c:pt idx="58495">
                  <c:v>24.5</c:v>
                </c:pt>
                <c:pt idx="58496">
                  <c:v>24.55</c:v>
                </c:pt>
                <c:pt idx="58497">
                  <c:v>24.55</c:v>
                </c:pt>
                <c:pt idx="58498">
                  <c:v>24.55</c:v>
                </c:pt>
                <c:pt idx="58499">
                  <c:v>24.55</c:v>
                </c:pt>
                <c:pt idx="58500">
                  <c:v>24.6</c:v>
                </c:pt>
                <c:pt idx="58501">
                  <c:v>24.6</c:v>
                </c:pt>
                <c:pt idx="58502">
                  <c:v>24.6</c:v>
                </c:pt>
                <c:pt idx="58503">
                  <c:v>24.6</c:v>
                </c:pt>
                <c:pt idx="58504">
                  <c:v>24.6</c:v>
                </c:pt>
                <c:pt idx="58505">
                  <c:v>24.55</c:v>
                </c:pt>
                <c:pt idx="58506">
                  <c:v>24.5</c:v>
                </c:pt>
                <c:pt idx="58507">
                  <c:v>24.45</c:v>
                </c:pt>
                <c:pt idx="58508">
                  <c:v>24.45</c:v>
                </c:pt>
                <c:pt idx="58509">
                  <c:v>24.4</c:v>
                </c:pt>
                <c:pt idx="58510">
                  <c:v>24.35</c:v>
                </c:pt>
                <c:pt idx="58511">
                  <c:v>24.35</c:v>
                </c:pt>
                <c:pt idx="58512">
                  <c:v>24.35</c:v>
                </c:pt>
                <c:pt idx="58513">
                  <c:v>24.3</c:v>
                </c:pt>
                <c:pt idx="58514">
                  <c:v>24.35</c:v>
                </c:pt>
                <c:pt idx="58515">
                  <c:v>24.35</c:v>
                </c:pt>
                <c:pt idx="58516">
                  <c:v>24.35</c:v>
                </c:pt>
                <c:pt idx="58517">
                  <c:v>24.35</c:v>
                </c:pt>
                <c:pt idx="58518">
                  <c:v>24.4</c:v>
                </c:pt>
                <c:pt idx="58519">
                  <c:v>24.4</c:v>
                </c:pt>
                <c:pt idx="58520">
                  <c:v>24.4</c:v>
                </c:pt>
                <c:pt idx="58521">
                  <c:v>24.45</c:v>
                </c:pt>
                <c:pt idx="58522">
                  <c:v>24.45</c:v>
                </c:pt>
                <c:pt idx="58523">
                  <c:v>24.45</c:v>
                </c:pt>
                <c:pt idx="58524">
                  <c:v>24.45</c:v>
                </c:pt>
                <c:pt idx="58525">
                  <c:v>24.5</c:v>
                </c:pt>
                <c:pt idx="58526">
                  <c:v>24.5</c:v>
                </c:pt>
                <c:pt idx="58527">
                  <c:v>24.55</c:v>
                </c:pt>
                <c:pt idx="58528">
                  <c:v>24.55</c:v>
                </c:pt>
                <c:pt idx="58529">
                  <c:v>24.6</c:v>
                </c:pt>
                <c:pt idx="58530">
                  <c:v>24.6</c:v>
                </c:pt>
                <c:pt idx="58531">
                  <c:v>24.6</c:v>
                </c:pt>
                <c:pt idx="58532">
                  <c:v>24.6</c:v>
                </c:pt>
                <c:pt idx="58533">
                  <c:v>24.6</c:v>
                </c:pt>
                <c:pt idx="58534">
                  <c:v>24.6</c:v>
                </c:pt>
                <c:pt idx="58535">
                  <c:v>24.55</c:v>
                </c:pt>
                <c:pt idx="58536">
                  <c:v>24.55</c:v>
                </c:pt>
                <c:pt idx="58537">
                  <c:v>24.5</c:v>
                </c:pt>
                <c:pt idx="58538">
                  <c:v>24.45</c:v>
                </c:pt>
                <c:pt idx="58539">
                  <c:v>24.4</c:v>
                </c:pt>
                <c:pt idx="58540">
                  <c:v>24.35</c:v>
                </c:pt>
                <c:pt idx="58541">
                  <c:v>24.35</c:v>
                </c:pt>
                <c:pt idx="58542">
                  <c:v>24.3</c:v>
                </c:pt>
                <c:pt idx="58543">
                  <c:v>24.35</c:v>
                </c:pt>
                <c:pt idx="58544">
                  <c:v>24.35</c:v>
                </c:pt>
                <c:pt idx="58545">
                  <c:v>24.35</c:v>
                </c:pt>
                <c:pt idx="58546">
                  <c:v>24.35</c:v>
                </c:pt>
                <c:pt idx="58547">
                  <c:v>24.35</c:v>
                </c:pt>
                <c:pt idx="58548">
                  <c:v>24.35</c:v>
                </c:pt>
                <c:pt idx="58549">
                  <c:v>24.35</c:v>
                </c:pt>
                <c:pt idx="58550">
                  <c:v>24.35</c:v>
                </c:pt>
                <c:pt idx="58551">
                  <c:v>24.35</c:v>
                </c:pt>
                <c:pt idx="58552">
                  <c:v>24.4</c:v>
                </c:pt>
                <c:pt idx="58553">
                  <c:v>24.4</c:v>
                </c:pt>
                <c:pt idx="58554">
                  <c:v>24.45</c:v>
                </c:pt>
                <c:pt idx="58555">
                  <c:v>24.45</c:v>
                </c:pt>
                <c:pt idx="58556">
                  <c:v>24.45</c:v>
                </c:pt>
                <c:pt idx="58557">
                  <c:v>24.5</c:v>
                </c:pt>
                <c:pt idx="58558">
                  <c:v>24.5</c:v>
                </c:pt>
                <c:pt idx="58559">
                  <c:v>24.55</c:v>
                </c:pt>
                <c:pt idx="58560">
                  <c:v>24.55</c:v>
                </c:pt>
                <c:pt idx="58561">
                  <c:v>24.6</c:v>
                </c:pt>
                <c:pt idx="58562">
                  <c:v>24.6</c:v>
                </c:pt>
                <c:pt idx="58563">
                  <c:v>24.6</c:v>
                </c:pt>
                <c:pt idx="58564">
                  <c:v>24.6</c:v>
                </c:pt>
                <c:pt idx="58565">
                  <c:v>24.55</c:v>
                </c:pt>
                <c:pt idx="58566">
                  <c:v>24.5</c:v>
                </c:pt>
                <c:pt idx="58567">
                  <c:v>24.45</c:v>
                </c:pt>
                <c:pt idx="58568">
                  <c:v>24.45</c:v>
                </c:pt>
                <c:pt idx="58569">
                  <c:v>24.4</c:v>
                </c:pt>
                <c:pt idx="58570">
                  <c:v>24.35</c:v>
                </c:pt>
                <c:pt idx="58571">
                  <c:v>24.35</c:v>
                </c:pt>
                <c:pt idx="58572">
                  <c:v>24.35</c:v>
                </c:pt>
                <c:pt idx="58573">
                  <c:v>24.35</c:v>
                </c:pt>
                <c:pt idx="58574">
                  <c:v>24.3</c:v>
                </c:pt>
                <c:pt idx="58575">
                  <c:v>24.3</c:v>
                </c:pt>
                <c:pt idx="58576">
                  <c:v>24.3</c:v>
                </c:pt>
                <c:pt idx="58577">
                  <c:v>24.3</c:v>
                </c:pt>
                <c:pt idx="58578">
                  <c:v>24.3</c:v>
                </c:pt>
                <c:pt idx="58579">
                  <c:v>24.35</c:v>
                </c:pt>
                <c:pt idx="58580">
                  <c:v>24.35</c:v>
                </c:pt>
                <c:pt idx="58581">
                  <c:v>24.35</c:v>
                </c:pt>
                <c:pt idx="58582">
                  <c:v>24.4</c:v>
                </c:pt>
                <c:pt idx="58583">
                  <c:v>24.4</c:v>
                </c:pt>
                <c:pt idx="58584">
                  <c:v>24.4</c:v>
                </c:pt>
                <c:pt idx="58585">
                  <c:v>24.45</c:v>
                </c:pt>
                <c:pt idx="58586">
                  <c:v>24.5</c:v>
                </c:pt>
                <c:pt idx="58587">
                  <c:v>24.5</c:v>
                </c:pt>
                <c:pt idx="58588">
                  <c:v>24.55</c:v>
                </c:pt>
                <c:pt idx="58589">
                  <c:v>24.55</c:v>
                </c:pt>
                <c:pt idx="58590">
                  <c:v>24.55</c:v>
                </c:pt>
                <c:pt idx="58591">
                  <c:v>24.6</c:v>
                </c:pt>
                <c:pt idx="58592">
                  <c:v>24.65</c:v>
                </c:pt>
                <c:pt idx="58593">
                  <c:v>24.65</c:v>
                </c:pt>
                <c:pt idx="58594">
                  <c:v>24.6</c:v>
                </c:pt>
                <c:pt idx="58595">
                  <c:v>24.6</c:v>
                </c:pt>
                <c:pt idx="58596">
                  <c:v>24.55</c:v>
                </c:pt>
                <c:pt idx="58597">
                  <c:v>24.5</c:v>
                </c:pt>
                <c:pt idx="58598">
                  <c:v>24.45</c:v>
                </c:pt>
                <c:pt idx="58599">
                  <c:v>24.45</c:v>
                </c:pt>
                <c:pt idx="58600">
                  <c:v>24.4</c:v>
                </c:pt>
                <c:pt idx="58601">
                  <c:v>24.4</c:v>
                </c:pt>
                <c:pt idx="58602">
                  <c:v>24.35</c:v>
                </c:pt>
                <c:pt idx="58603">
                  <c:v>24.35</c:v>
                </c:pt>
                <c:pt idx="58604">
                  <c:v>24.35</c:v>
                </c:pt>
                <c:pt idx="58605">
                  <c:v>24.35</c:v>
                </c:pt>
                <c:pt idx="58606">
                  <c:v>24.35</c:v>
                </c:pt>
                <c:pt idx="58607">
                  <c:v>24.35</c:v>
                </c:pt>
                <c:pt idx="58608">
                  <c:v>24.35</c:v>
                </c:pt>
                <c:pt idx="58609">
                  <c:v>24.4</c:v>
                </c:pt>
                <c:pt idx="58610">
                  <c:v>24.4</c:v>
                </c:pt>
                <c:pt idx="58611">
                  <c:v>24.45</c:v>
                </c:pt>
                <c:pt idx="58612">
                  <c:v>24.45</c:v>
                </c:pt>
                <c:pt idx="58613">
                  <c:v>24.45</c:v>
                </c:pt>
                <c:pt idx="58614">
                  <c:v>24.45</c:v>
                </c:pt>
                <c:pt idx="58615">
                  <c:v>24.5</c:v>
                </c:pt>
                <c:pt idx="58616">
                  <c:v>24.5</c:v>
                </c:pt>
                <c:pt idx="58617">
                  <c:v>24.55</c:v>
                </c:pt>
                <c:pt idx="58618">
                  <c:v>24.55</c:v>
                </c:pt>
                <c:pt idx="58619">
                  <c:v>24.6</c:v>
                </c:pt>
                <c:pt idx="58620">
                  <c:v>24.6</c:v>
                </c:pt>
                <c:pt idx="58621">
                  <c:v>24.65</c:v>
                </c:pt>
                <c:pt idx="58622">
                  <c:v>24.65</c:v>
                </c:pt>
                <c:pt idx="58623">
                  <c:v>24.65</c:v>
                </c:pt>
                <c:pt idx="58624">
                  <c:v>24.6</c:v>
                </c:pt>
                <c:pt idx="58625">
                  <c:v>24.6</c:v>
                </c:pt>
                <c:pt idx="58626">
                  <c:v>24.55</c:v>
                </c:pt>
                <c:pt idx="58627">
                  <c:v>24.5</c:v>
                </c:pt>
                <c:pt idx="58628">
                  <c:v>24.45</c:v>
                </c:pt>
                <c:pt idx="58629">
                  <c:v>24.45</c:v>
                </c:pt>
                <c:pt idx="58630">
                  <c:v>24.45</c:v>
                </c:pt>
                <c:pt idx="58631">
                  <c:v>24.4</c:v>
                </c:pt>
                <c:pt idx="58632">
                  <c:v>24.4</c:v>
                </c:pt>
                <c:pt idx="58633">
                  <c:v>24.35</c:v>
                </c:pt>
                <c:pt idx="58634">
                  <c:v>24.35</c:v>
                </c:pt>
                <c:pt idx="58635">
                  <c:v>24.35</c:v>
                </c:pt>
                <c:pt idx="58636">
                  <c:v>24.35</c:v>
                </c:pt>
                <c:pt idx="58637">
                  <c:v>24.35</c:v>
                </c:pt>
                <c:pt idx="58638">
                  <c:v>24.35</c:v>
                </c:pt>
                <c:pt idx="58639">
                  <c:v>24.35</c:v>
                </c:pt>
                <c:pt idx="58640">
                  <c:v>24.4</c:v>
                </c:pt>
                <c:pt idx="58641">
                  <c:v>24.4</c:v>
                </c:pt>
                <c:pt idx="58642">
                  <c:v>24.4</c:v>
                </c:pt>
                <c:pt idx="58643">
                  <c:v>24.4</c:v>
                </c:pt>
                <c:pt idx="58644">
                  <c:v>24.45</c:v>
                </c:pt>
                <c:pt idx="58645">
                  <c:v>24.45</c:v>
                </c:pt>
                <c:pt idx="58646">
                  <c:v>24.45</c:v>
                </c:pt>
                <c:pt idx="58647">
                  <c:v>24.5</c:v>
                </c:pt>
                <c:pt idx="58648">
                  <c:v>24.55</c:v>
                </c:pt>
                <c:pt idx="58649">
                  <c:v>24.55</c:v>
                </c:pt>
                <c:pt idx="58650">
                  <c:v>24.6</c:v>
                </c:pt>
                <c:pt idx="58651">
                  <c:v>24.6</c:v>
                </c:pt>
                <c:pt idx="58652">
                  <c:v>24.6</c:v>
                </c:pt>
                <c:pt idx="58653">
                  <c:v>24.6</c:v>
                </c:pt>
                <c:pt idx="58654">
                  <c:v>24.6</c:v>
                </c:pt>
                <c:pt idx="58655">
                  <c:v>24.55</c:v>
                </c:pt>
                <c:pt idx="58656">
                  <c:v>24.5</c:v>
                </c:pt>
                <c:pt idx="58657">
                  <c:v>24.5</c:v>
                </c:pt>
                <c:pt idx="58658">
                  <c:v>24.45</c:v>
                </c:pt>
                <c:pt idx="58659">
                  <c:v>24.4</c:v>
                </c:pt>
                <c:pt idx="58660">
                  <c:v>24.4</c:v>
                </c:pt>
                <c:pt idx="58661">
                  <c:v>24.4</c:v>
                </c:pt>
                <c:pt idx="58662">
                  <c:v>24.4</c:v>
                </c:pt>
                <c:pt idx="58663">
                  <c:v>24.4</c:v>
                </c:pt>
                <c:pt idx="58664">
                  <c:v>24.35</c:v>
                </c:pt>
                <c:pt idx="58665">
                  <c:v>24.4</c:v>
                </c:pt>
                <c:pt idx="58666">
                  <c:v>24.4</c:v>
                </c:pt>
                <c:pt idx="58667">
                  <c:v>24.4</c:v>
                </c:pt>
                <c:pt idx="58668">
                  <c:v>24.4</c:v>
                </c:pt>
                <c:pt idx="58669">
                  <c:v>24.4</c:v>
                </c:pt>
                <c:pt idx="58670">
                  <c:v>24.45</c:v>
                </c:pt>
                <c:pt idx="58671">
                  <c:v>24.45</c:v>
                </c:pt>
                <c:pt idx="58672">
                  <c:v>24.45</c:v>
                </c:pt>
                <c:pt idx="58673">
                  <c:v>24.45</c:v>
                </c:pt>
                <c:pt idx="58674">
                  <c:v>24.5</c:v>
                </c:pt>
                <c:pt idx="58675">
                  <c:v>24.5</c:v>
                </c:pt>
                <c:pt idx="58676">
                  <c:v>24.5</c:v>
                </c:pt>
                <c:pt idx="58677">
                  <c:v>24.55</c:v>
                </c:pt>
                <c:pt idx="58678">
                  <c:v>24.55</c:v>
                </c:pt>
                <c:pt idx="58679">
                  <c:v>24.55</c:v>
                </c:pt>
                <c:pt idx="58680">
                  <c:v>24.6</c:v>
                </c:pt>
                <c:pt idx="58681">
                  <c:v>24.6</c:v>
                </c:pt>
                <c:pt idx="58682">
                  <c:v>24.6</c:v>
                </c:pt>
                <c:pt idx="58683">
                  <c:v>24.6</c:v>
                </c:pt>
                <c:pt idx="58684">
                  <c:v>24.6</c:v>
                </c:pt>
                <c:pt idx="58685">
                  <c:v>24.6</c:v>
                </c:pt>
                <c:pt idx="58686">
                  <c:v>24.55</c:v>
                </c:pt>
                <c:pt idx="58687">
                  <c:v>24.5</c:v>
                </c:pt>
                <c:pt idx="58688">
                  <c:v>24.5</c:v>
                </c:pt>
                <c:pt idx="58689">
                  <c:v>24.45</c:v>
                </c:pt>
                <c:pt idx="58690">
                  <c:v>24.4</c:v>
                </c:pt>
                <c:pt idx="58691">
                  <c:v>24.4</c:v>
                </c:pt>
                <c:pt idx="58692">
                  <c:v>24.4</c:v>
                </c:pt>
                <c:pt idx="58693">
                  <c:v>24.4</c:v>
                </c:pt>
                <c:pt idx="58694">
                  <c:v>24.4</c:v>
                </c:pt>
                <c:pt idx="58695">
                  <c:v>24.4</c:v>
                </c:pt>
                <c:pt idx="58696">
                  <c:v>24.4</c:v>
                </c:pt>
                <c:pt idx="58697">
                  <c:v>24.4</c:v>
                </c:pt>
                <c:pt idx="58698">
                  <c:v>24.4</c:v>
                </c:pt>
                <c:pt idx="58699">
                  <c:v>24.4</c:v>
                </c:pt>
                <c:pt idx="58700">
                  <c:v>24.4</c:v>
                </c:pt>
                <c:pt idx="58701">
                  <c:v>24.45</c:v>
                </c:pt>
                <c:pt idx="58702">
                  <c:v>24.45</c:v>
                </c:pt>
                <c:pt idx="58703">
                  <c:v>24.45</c:v>
                </c:pt>
                <c:pt idx="58704">
                  <c:v>24.5</c:v>
                </c:pt>
                <c:pt idx="58705">
                  <c:v>24.5</c:v>
                </c:pt>
                <c:pt idx="58706">
                  <c:v>24.55</c:v>
                </c:pt>
                <c:pt idx="58707">
                  <c:v>24.55</c:v>
                </c:pt>
                <c:pt idx="58708">
                  <c:v>24.55</c:v>
                </c:pt>
                <c:pt idx="58709">
                  <c:v>24.55</c:v>
                </c:pt>
                <c:pt idx="58710">
                  <c:v>24.6</c:v>
                </c:pt>
                <c:pt idx="58711">
                  <c:v>24.6</c:v>
                </c:pt>
                <c:pt idx="58712">
                  <c:v>24.6</c:v>
                </c:pt>
                <c:pt idx="58713">
                  <c:v>24.6</c:v>
                </c:pt>
                <c:pt idx="58714">
                  <c:v>24.6</c:v>
                </c:pt>
                <c:pt idx="58715">
                  <c:v>24.6</c:v>
                </c:pt>
                <c:pt idx="58716">
                  <c:v>24.55</c:v>
                </c:pt>
                <c:pt idx="58717">
                  <c:v>24.5</c:v>
                </c:pt>
                <c:pt idx="58718">
                  <c:v>24.45</c:v>
                </c:pt>
                <c:pt idx="58719">
                  <c:v>24.4</c:v>
                </c:pt>
                <c:pt idx="58720">
                  <c:v>24.35</c:v>
                </c:pt>
                <c:pt idx="58721">
                  <c:v>24.35</c:v>
                </c:pt>
                <c:pt idx="58722">
                  <c:v>24.35</c:v>
                </c:pt>
                <c:pt idx="58723">
                  <c:v>24.35</c:v>
                </c:pt>
                <c:pt idx="58724">
                  <c:v>24.35</c:v>
                </c:pt>
                <c:pt idx="58725">
                  <c:v>24.35</c:v>
                </c:pt>
                <c:pt idx="58726">
                  <c:v>24.35</c:v>
                </c:pt>
                <c:pt idx="58727">
                  <c:v>24.35</c:v>
                </c:pt>
                <c:pt idx="58728">
                  <c:v>24.35</c:v>
                </c:pt>
                <c:pt idx="58729">
                  <c:v>24.4</c:v>
                </c:pt>
                <c:pt idx="58730">
                  <c:v>24.4</c:v>
                </c:pt>
                <c:pt idx="58731">
                  <c:v>24.4</c:v>
                </c:pt>
                <c:pt idx="58732">
                  <c:v>24.4</c:v>
                </c:pt>
                <c:pt idx="58733">
                  <c:v>24.4</c:v>
                </c:pt>
                <c:pt idx="58734">
                  <c:v>24.45</c:v>
                </c:pt>
                <c:pt idx="58735">
                  <c:v>24.45</c:v>
                </c:pt>
                <c:pt idx="58736">
                  <c:v>24.45</c:v>
                </c:pt>
                <c:pt idx="58737">
                  <c:v>24.5</c:v>
                </c:pt>
                <c:pt idx="58738">
                  <c:v>24.5</c:v>
                </c:pt>
                <c:pt idx="58739">
                  <c:v>24.5</c:v>
                </c:pt>
                <c:pt idx="58740">
                  <c:v>24.55</c:v>
                </c:pt>
                <c:pt idx="58741">
                  <c:v>24.55</c:v>
                </c:pt>
                <c:pt idx="58742">
                  <c:v>24.55</c:v>
                </c:pt>
                <c:pt idx="58743">
                  <c:v>24.55</c:v>
                </c:pt>
                <c:pt idx="58744">
                  <c:v>24.55</c:v>
                </c:pt>
                <c:pt idx="58745">
                  <c:v>24.55</c:v>
                </c:pt>
                <c:pt idx="58746">
                  <c:v>24.5</c:v>
                </c:pt>
                <c:pt idx="58747">
                  <c:v>24.45</c:v>
                </c:pt>
                <c:pt idx="58748">
                  <c:v>24.4</c:v>
                </c:pt>
                <c:pt idx="58749">
                  <c:v>24.4</c:v>
                </c:pt>
                <c:pt idx="58750">
                  <c:v>24.4</c:v>
                </c:pt>
                <c:pt idx="58751">
                  <c:v>24.35</c:v>
                </c:pt>
                <c:pt idx="58752">
                  <c:v>24.35</c:v>
                </c:pt>
                <c:pt idx="58753">
                  <c:v>24.35</c:v>
                </c:pt>
                <c:pt idx="58754">
                  <c:v>24.3</c:v>
                </c:pt>
                <c:pt idx="58755">
                  <c:v>24.35</c:v>
                </c:pt>
                <c:pt idx="58756">
                  <c:v>24.35</c:v>
                </c:pt>
                <c:pt idx="58757">
                  <c:v>24.35</c:v>
                </c:pt>
                <c:pt idx="58758">
                  <c:v>24.35</c:v>
                </c:pt>
                <c:pt idx="58759">
                  <c:v>24.4</c:v>
                </c:pt>
                <c:pt idx="58760">
                  <c:v>24.4</c:v>
                </c:pt>
                <c:pt idx="58761">
                  <c:v>24.4</c:v>
                </c:pt>
                <c:pt idx="58762">
                  <c:v>24.4</c:v>
                </c:pt>
                <c:pt idx="58763">
                  <c:v>24.45</c:v>
                </c:pt>
                <c:pt idx="58764">
                  <c:v>24.45</c:v>
                </c:pt>
                <c:pt idx="58765">
                  <c:v>24.45</c:v>
                </c:pt>
                <c:pt idx="58766">
                  <c:v>24.45</c:v>
                </c:pt>
                <c:pt idx="58767">
                  <c:v>24.5</c:v>
                </c:pt>
                <c:pt idx="58768">
                  <c:v>24.5</c:v>
                </c:pt>
                <c:pt idx="58769">
                  <c:v>24.5</c:v>
                </c:pt>
                <c:pt idx="58770">
                  <c:v>24.55</c:v>
                </c:pt>
                <c:pt idx="58771">
                  <c:v>24.55</c:v>
                </c:pt>
                <c:pt idx="58772">
                  <c:v>24.55</c:v>
                </c:pt>
                <c:pt idx="58773">
                  <c:v>24.55</c:v>
                </c:pt>
                <c:pt idx="58774">
                  <c:v>24.55</c:v>
                </c:pt>
                <c:pt idx="58775">
                  <c:v>24.5</c:v>
                </c:pt>
                <c:pt idx="58776">
                  <c:v>24.45</c:v>
                </c:pt>
                <c:pt idx="58777">
                  <c:v>24.45</c:v>
                </c:pt>
                <c:pt idx="58778">
                  <c:v>24.4</c:v>
                </c:pt>
                <c:pt idx="58779">
                  <c:v>24.4</c:v>
                </c:pt>
                <c:pt idx="58780">
                  <c:v>24.35</c:v>
                </c:pt>
                <c:pt idx="58781">
                  <c:v>24.35</c:v>
                </c:pt>
                <c:pt idx="58782">
                  <c:v>24.35</c:v>
                </c:pt>
                <c:pt idx="58783">
                  <c:v>24.3</c:v>
                </c:pt>
                <c:pt idx="58784">
                  <c:v>24.3</c:v>
                </c:pt>
                <c:pt idx="58785">
                  <c:v>24.35</c:v>
                </c:pt>
                <c:pt idx="58786">
                  <c:v>24.35</c:v>
                </c:pt>
                <c:pt idx="58787">
                  <c:v>24.35</c:v>
                </c:pt>
                <c:pt idx="58788">
                  <c:v>24.35</c:v>
                </c:pt>
                <c:pt idx="58789">
                  <c:v>24.35</c:v>
                </c:pt>
                <c:pt idx="58790">
                  <c:v>24.35</c:v>
                </c:pt>
                <c:pt idx="58791">
                  <c:v>24.4</c:v>
                </c:pt>
                <c:pt idx="58792">
                  <c:v>24.4</c:v>
                </c:pt>
                <c:pt idx="58793">
                  <c:v>24.4</c:v>
                </c:pt>
                <c:pt idx="58794">
                  <c:v>24.4</c:v>
                </c:pt>
                <c:pt idx="58795">
                  <c:v>24.4</c:v>
                </c:pt>
                <c:pt idx="58796">
                  <c:v>24.45</c:v>
                </c:pt>
                <c:pt idx="58797">
                  <c:v>24.45</c:v>
                </c:pt>
                <c:pt idx="58798">
                  <c:v>24.45</c:v>
                </c:pt>
                <c:pt idx="58799">
                  <c:v>24.5</c:v>
                </c:pt>
                <c:pt idx="58800">
                  <c:v>24.5</c:v>
                </c:pt>
                <c:pt idx="58801">
                  <c:v>24.55</c:v>
                </c:pt>
                <c:pt idx="58802">
                  <c:v>24.55</c:v>
                </c:pt>
                <c:pt idx="58803">
                  <c:v>24.55</c:v>
                </c:pt>
                <c:pt idx="58804">
                  <c:v>24.55</c:v>
                </c:pt>
                <c:pt idx="58805">
                  <c:v>24.5</c:v>
                </c:pt>
                <c:pt idx="58806">
                  <c:v>24.45</c:v>
                </c:pt>
                <c:pt idx="58807">
                  <c:v>24.45</c:v>
                </c:pt>
                <c:pt idx="58808">
                  <c:v>24.4</c:v>
                </c:pt>
                <c:pt idx="58809">
                  <c:v>24.4</c:v>
                </c:pt>
                <c:pt idx="58810">
                  <c:v>24.35</c:v>
                </c:pt>
                <c:pt idx="58811">
                  <c:v>24.35</c:v>
                </c:pt>
                <c:pt idx="58812">
                  <c:v>24.35</c:v>
                </c:pt>
                <c:pt idx="58813">
                  <c:v>24.35</c:v>
                </c:pt>
                <c:pt idx="58814">
                  <c:v>24.35</c:v>
                </c:pt>
                <c:pt idx="58815">
                  <c:v>24.35</c:v>
                </c:pt>
                <c:pt idx="58816">
                  <c:v>24.35</c:v>
                </c:pt>
                <c:pt idx="58817">
                  <c:v>24.35</c:v>
                </c:pt>
                <c:pt idx="58818">
                  <c:v>24.35</c:v>
                </c:pt>
                <c:pt idx="58819">
                  <c:v>24.4</c:v>
                </c:pt>
                <c:pt idx="58820">
                  <c:v>24.4</c:v>
                </c:pt>
                <c:pt idx="58821">
                  <c:v>24.4</c:v>
                </c:pt>
                <c:pt idx="58822">
                  <c:v>24.4</c:v>
                </c:pt>
                <c:pt idx="58823">
                  <c:v>24.4</c:v>
                </c:pt>
                <c:pt idx="58824">
                  <c:v>24.45</c:v>
                </c:pt>
                <c:pt idx="58825">
                  <c:v>24.45</c:v>
                </c:pt>
                <c:pt idx="58826">
                  <c:v>24.5</c:v>
                </c:pt>
                <c:pt idx="58827">
                  <c:v>24.5</c:v>
                </c:pt>
                <c:pt idx="58828">
                  <c:v>24.5</c:v>
                </c:pt>
                <c:pt idx="58829">
                  <c:v>24.55</c:v>
                </c:pt>
                <c:pt idx="58830">
                  <c:v>24.55</c:v>
                </c:pt>
                <c:pt idx="58831">
                  <c:v>24.55</c:v>
                </c:pt>
                <c:pt idx="58832">
                  <c:v>24.6</c:v>
                </c:pt>
                <c:pt idx="58833">
                  <c:v>24.6</c:v>
                </c:pt>
                <c:pt idx="58834">
                  <c:v>24.55</c:v>
                </c:pt>
                <c:pt idx="58835">
                  <c:v>24.55</c:v>
                </c:pt>
                <c:pt idx="58836">
                  <c:v>24.5</c:v>
                </c:pt>
                <c:pt idx="58837">
                  <c:v>24.45</c:v>
                </c:pt>
                <c:pt idx="58838">
                  <c:v>24.4</c:v>
                </c:pt>
                <c:pt idx="58839">
                  <c:v>24.4</c:v>
                </c:pt>
                <c:pt idx="58840">
                  <c:v>24.35</c:v>
                </c:pt>
                <c:pt idx="58841">
                  <c:v>24.35</c:v>
                </c:pt>
                <c:pt idx="58842">
                  <c:v>24.35</c:v>
                </c:pt>
                <c:pt idx="58843">
                  <c:v>24.35</c:v>
                </c:pt>
                <c:pt idx="58844">
                  <c:v>24.35</c:v>
                </c:pt>
                <c:pt idx="58845">
                  <c:v>24.35</c:v>
                </c:pt>
                <c:pt idx="58846">
                  <c:v>24.35</c:v>
                </c:pt>
                <c:pt idx="58847">
                  <c:v>24.35</c:v>
                </c:pt>
                <c:pt idx="58848">
                  <c:v>24.4</c:v>
                </c:pt>
                <c:pt idx="58849">
                  <c:v>24.35</c:v>
                </c:pt>
                <c:pt idx="58850">
                  <c:v>24.4</c:v>
                </c:pt>
                <c:pt idx="58851">
                  <c:v>24.4</c:v>
                </c:pt>
                <c:pt idx="58852">
                  <c:v>24.4</c:v>
                </c:pt>
                <c:pt idx="58853">
                  <c:v>24.4</c:v>
                </c:pt>
                <c:pt idx="58854">
                  <c:v>24.45</c:v>
                </c:pt>
                <c:pt idx="58855">
                  <c:v>24.45</c:v>
                </c:pt>
                <c:pt idx="58856">
                  <c:v>24.45</c:v>
                </c:pt>
                <c:pt idx="58857">
                  <c:v>24.5</c:v>
                </c:pt>
                <c:pt idx="58858">
                  <c:v>24.5</c:v>
                </c:pt>
                <c:pt idx="58859">
                  <c:v>24.55</c:v>
                </c:pt>
                <c:pt idx="58860">
                  <c:v>24.55</c:v>
                </c:pt>
                <c:pt idx="58861">
                  <c:v>24.55</c:v>
                </c:pt>
                <c:pt idx="58862">
                  <c:v>24.6</c:v>
                </c:pt>
                <c:pt idx="58863">
                  <c:v>24.6</c:v>
                </c:pt>
                <c:pt idx="58864">
                  <c:v>24.6</c:v>
                </c:pt>
                <c:pt idx="58865">
                  <c:v>24.55</c:v>
                </c:pt>
                <c:pt idx="58866">
                  <c:v>24.55</c:v>
                </c:pt>
                <c:pt idx="58867">
                  <c:v>24.45</c:v>
                </c:pt>
                <c:pt idx="58868">
                  <c:v>24.45</c:v>
                </c:pt>
                <c:pt idx="58869">
                  <c:v>24.4</c:v>
                </c:pt>
                <c:pt idx="58870">
                  <c:v>24.35</c:v>
                </c:pt>
                <c:pt idx="58871">
                  <c:v>24.35</c:v>
                </c:pt>
                <c:pt idx="58872">
                  <c:v>24.35</c:v>
                </c:pt>
                <c:pt idx="58873">
                  <c:v>24.3</c:v>
                </c:pt>
                <c:pt idx="58874">
                  <c:v>24.3</c:v>
                </c:pt>
                <c:pt idx="58875">
                  <c:v>24.3</c:v>
                </c:pt>
                <c:pt idx="58876">
                  <c:v>24.35</c:v>
                </c:pt>
                <c:pt idx="58877">
                  <c:v>24.35</c:v>
                </c:pt>
                <c:pt idx="58878">
                  <c:v>24.35</c:v>
                </c:pt>
                <c:pt idx="58879">
                  <c:v>24.35</c:v>
                </c:pt>
                <c:pt idx="58880">
                  <c:v>24.4</c:v>
                </c:pt>
                <c:pt idx="58881">
                  <c:v>24.4</c:v>
                </c:pt>
                <c:pt idx="58882">
                  <c:v>24.4</c:v>
                </c:pt>
                <c:pt idx="58883">
                  <c:v>24.4</c:v>
                </c:pt>
                <c:pt idx="58884">
                  <c:v>24.45</c:v>
                </c:pt>
                <c:pt idx="58885">
                  <c:v>24.45</c:v>
                </c:pt>
                <c:pt idx="58886">
                  <c:v>24.5</c:v>
                </c:pt>
                <c:pt idx="58887">
                  <c:v>24.5</c:v>
                </c:pt>
                <c:pt idx="58888">
                  <c:v>24.5</c:v>
                </c:pt>
                <c:pt idx="58889">
                  <c:v>24.55</c:v>
                </c:pt>
                <c:pt idx="58890">
                  <c:v>24.55</c:v>
                </c:pt>
                <c:pt idx="58891">
                  <c:v>24.55</c:v>
                </c:pt>
                <c:pt idx="58892">
                  <c:v>24.6</c:v>
                </c:pt>
                <c:pt idx="58893">
                  <c:v>24.6</c:v>
                </c:pt>
                <c:pt idx="58894">
                  <c:v>24.6</c:v>
                </c:pt>
                <c:pt idx="58895">
                  <c:v>24.55</c:v>
                </c:pt>
                <c:pt idx="58896">
                  <c:v>24.5</c:v>
                </c:pt>
                <c:pt idx="58897">
                  <c:v>24.45</c:v>
                </c:pt>
                <c:pt idx="58898">
                  <c:v>24.45</c:v>
                </c:pt>
                <c:pt idx="58899">
                  <c:v>24.45</c:v>
                </c:pt>
                <c:pt idx="58900">
                  <c:v>24.4</c:v>
                </c:pt>
                <c:pt idx="58901">
                  <c:v>24.4</c:v>
                </c:pt>
                <c:pt idx="58902">
                  <c:v>24.4</c:v>
                </c:pt>
                <c:pt idx="58903">
                  <c:v>24.35</c:v>
                </c:pt>
                <c:pt idx="58904">
                  <c:v>24.35</c:v>
                </c:pt>
                <c:pt idx="58905">
                  <c:v>24.35</c:v>
                </c:pt>
                <c:pt idx="58906">
                  <c:v>24.35</c:v>
                </c:pt>
                <c:pt idx="58907">
                  <c:v>24.35</c:v>
                </c:pt>
                <c:pt idx="58908">
                  <c:v>24.35</c:v>
                </c:pt>
                <c:pt idx="58909">
                  <c:v>24.35</c:v>
                </c:pt>
                <c:pt idx="58910">
                  <c:v>24.4</c:v>
                </c:pt>
                <c:pt idx="58911">
                  <c:v>24.4</c:v>
                </c:pt>
                <c:pt idx="58912">
                  <c:v>24.4</c:v>
                </c:pt>
                <c:pt idx="58913">
                  <c:v>24.4</c:v>
                </c:pt>
                <c:pt idx="58914">
                  <c:v>24.45</c:v>
                </c:pt>
                <c:pt idx="58915">
                  <c:v>24.45</c:v>
                </c:pt>
                <c:pt idx="58916">
                  <c:v>24.45</c:v>
                </c:pt>
                <c:pt idx="58917">
                  <c:v>24.5</c:v>
                </c:pt>
                <c:pt idx="58918">
                  <c:v>24.5</c:v>
                </c:pt>
                <c:pt idx="58919">
                  <c:v>24.5</c:v>
                </c:pt>
                <c:pt idx="58920">
                  <c:v>24.55</c:v>
                </c:pt>
                <c:pt idx="58921">
                  <c:v>24.55</c:v>
                </c:pt>
                <c:pt idx="58922">
                  <c:v>24.6</c:v>
                </c:pt>
                <c:pt idx="58923">
                  <c:v>24.6</c:v>
                </c:pt>
                <c:pt idx="58924">
                  <c:v>24.55</c:v>
                </c:pt>
                <c:pt idx="58925">
                  <c:v>24.5</c:v>
                </c:pt>
                <c:pt idx="58926">
                  <c:v>24.5</c:v>
                </c:pt>
                <c:pt idx="58927">
                  <c:v>24.4</c:v>
                </c:pt>
                <c:pt idx="58928">
                  <c:v>24.4</c:v>
                </c:pt>
                <c:pt idx="58929">
                  <c:v>24.35</c:v>
                </c:pt>
                <c:pt idx="58930">
                  <c:v>24.35</c:v>
                </c:pt>
                <c:pt idx="58931">
                  <c:v>24.3</c:v>
                </c:pt>
                <c:pt idx="58932">
                  <c:v>24.3</c:v>
                </c:pt>
                <c:pt idx="58933">
                  <c:v>24.3</c:v>
                </c:pt>
                <c:pt idx="58934">
                  <c:v>24.3</c:v>
                </c:pt>
                <c:pt idx="58935">
                  <c:v>24.3</c:v>
                </c:pt>
                <c:pt idx="58936">
                  <c:v>24.3</c:v>
                </c:pt>
                <c:pt idx="58937">
                  <c:v>24.3</c:v>
                </c:pt>
                <c:pt idx="58938">
                  <c:v>24.3</c:v>
                </c:pt>
                <c:pt idx="58939">
                  <c:v>24.35</c:v>
                </c:pt>
                <c:pt idx="58940">
                  <c:v>24.35</c:v>
                </c:pt>
                <c:pt idx="58941">
                  <c:v>24.4</c:v>
                </c:pt>
                <c:pt idx="58942">
                  <c:v>24.4</c:v>
                </c:pt>
                <c:pt idx="58943">
                  <c:v>24.4</c:v>
                </c:pt>
                <c:pt idx="58944">
                  <c:v>24.4</c:v>
                </c:pt>
                <c:pt idx="58945">
                  <c:v>24.45</c:v>
                </c:pt>
                <c:pt idx="58946">
                  <c:v>24.5</c:v>
                </c:pt>
                <c:pt idx="58947">
                  <c:v>24.5</c:v>
                </c:pt>
                <c:pt idx="58948">
                  <c:v>24.5</c:v>
                </c:pt>
                <c:pt idx="58949">
                  <c:v>24.55</c:v>
                </c:pt>
                <c:pt idx="58950">
                  <c:v>24.55</c:v>
                </c:pt>
                <c:pt idx="58951">
                  <c:v>24.6</c:v>
                </c:pt>
                <c:pt idx="58952">
                  <c:v>24.6</c:v>
                </c:pt>
                <c:pt idx="58953">
                  <c:v>24.6</c:v>
                </c:pt>
                <c:pt idx="58954">
                  <c:v>24.6</c:v>
                </c:pt>
                <c:pt idx="58955">
                  <c:v>24.55</c:v>
                </c:pt>
                <c:pt idx="58956">
                  <c:v>24.5</c:v>
                </c:pt>
                <c:pt idx="58957">
                  <c:v>24.5</c:v>
                </c:pt>
                <c:pt idx="58958">
                  <c:v>24.45</c:v>
                </c:pt>
                <c:pt idx="58959">
                  <c:v>24.4</c:v>
                </c:pt>
                <c:pt idx="58960">
                  <c:v>24.4</c:v>
                </c:pt>
                <c:pt idx="58961">
                  <c:v>24.35</c:v>
                </c:pt>
                <c:pt idx="58962">
                  <c:v>24.35</c:v>
                </c:pt>
                <c:pt idx="58963">
                  <c:v>24.35</c:v>
                </c:pt>
                <c:pt idx="58964">
                  <c:v>24.35</c:v>
                </c:pt>
                <c:pt idx="58965">
                  <c:v>24.35</c:v>
                </c:pt>
                <c:pt idx="58966">
                  <c:v>24.4</c:v>
                </c:pt>
                <c:pt idx="58967">
                  <c:v>24.4</c:v>
                </c:pt>
                <c:pt idx="58968">
                  <c:v>24.4</c:v>
                </c:pt>
                <c:pt idx="58969">
                  <c:v>24.4</c:v>
                </c:pt>
                <c:pt idx="58970">
                  <c:v>24.4</c:v>
                </c:pt>
                <c:pt idx="58971">
                  <c:v>24.4</c:v>
                </c:pt>
                <c:pt idx="58972">
                  <c:v>24.4</c:v>
                </c:pt>
                <c:pt idx="58973">
                  <c:v>24.4</c:v>
                </c:pt>
                <c:pt idx="58974">
                  <c:v>24.45</c:v>
                </c:pt>
                <c:pt idx="58975">
                  <c:v>24.45</c:v>
                </c:pt>
                <c:pt idx="58976">
                  <c:v>24.5</c:v>
                </c:pt>
                <c:pt idx="58977">
                  <c:v>24.5</c:v>
                </c:pt>
                <c:pt idx="58978">
                  <c:v>24.55</c:v>
                </c:pt>
                <c:pt idx="58979">
                  <c:v>24.55</c:v>
                </c:pt>
                <c:pt idx="58980">
                  <c:v>24.55</c:v>
                </c:pt>
                <c:pt idx="58981">
                  <c:v>24.6</c:v>
                </c:pt>
                <c:pt idx="58982">
                  <c:v>24.6</c:v>
                </c:pt>
                <c:pt idx="58983">
                  <c:v>24.6</c:v>
                </c:pt>
                <c:pt idx="58984">
                  <c:v>24.6</c:v>
                </c:pt>
                <c:pt idx="58985">
                  <c:v>24.55</c:v>
                </c:pt>
                <c:pt idx="58986">
                  <c:v>24.55</c:v>
                </c:pt>
                <c:pt idx="58987">
                  <c:v>24.45</c:v>
                </c:pt>
                <c:pt idx="58988">
                  <c:v>24.45</c:v>
                </c:pt>
                <c:pt idx="58989">
                  <c:v>24.45</c:v>
                </c:pt>
                <c:pt idx="58990">
                  <c:v>24.4</c:v>
                </c:pt>
                <c:pt idx="58991">
                  <c:v>24.4</c:v>
                </c:pt>
                <c:pt idx="58992">
                  <c:v>24.35</c:v>
                </c:pt>
                <c:pt idx="58993">
                  <c:v>24.4</c:v>
                </c:pt>
                <c:pt idx="58994">
                  <c:v>24.4</c:v>
                </c:pt>
                <c:pt idx="58995">
                  <c:v>24.35</c:v>
                </c:pt>
                <c:pt idx="58996">
                  <c:v>24.35</c:v>
                </c:pt>
                <c:pt idx="58997">
                  <c:v>24.4</c:v>
                </c:pt>
                <c:pt idx="58998">
                  <c:v>24.4</c:v>
                </c:pt>
                <c:pt idx="58999">
                  <c:v>24.4</c:v>
                </c:pt>
                <c:pt idx="59000">
                  <c:v>24.4</c:v>
                </c:pt>
                <c:pt idx="59001">
                  <c:v>24.4</c:v>
                </c:pt>
                <c:pt idx="59002">
                  <c:v>24.45</c:v>
                </c:pt>
                <c:pt idx="59003">
                  <c:v>24.45</c:v>
                </c:pt>
                <c:pt idx="59004">
                  <c:v>24.45</c:v>
                </c:pt>
                <c:pt idx="59005">
                  <c:v>24.45</c:v>
                </c:pt>
                <c:pt idx="59006">
                  <c:v>24.5</c:v>
                </c:pt>
                <c:pt idx="59007">
                  <c:v>24.5</c:v>
                </c:pt>
                <c:pt idx="59008">
                  <c:v>24.55</c:v>
                </c:pt>
                <c:pt idx="59009">
                  <c:v>24.55</c:v>
                </c:pt>
                <c:pt idx="59010">
                  <c:v>24.6</c:v>
                </c:pt>
                <c:pt idx="59011">
                  <c:v>24.6</c:v>
                </c:pt>
                <c:pt idx="59012">
                  <c:v>24.6</c:v>
                </c:pt>
                <c:pt idx="59013">
                  <c:v>24.6</c:v>
                </c:pt>
                <c:pt idx="59014">
                  <c:v>24.6</c:v>
                </c:pt>
                <c:pt idx="59015">
                  <c:v>24.55</c:v>
                </c:pt>
                <c:pt idx="59016">
                  <c:v>24.5</c:v>
                </c:pt>
                <c:pt idx="59017">
                  <c:v>24.5</c:v>
                </c:pt>
                <c:pt idx="59018">
                  <c:v>24.45</c:v>
                </c:pt>
                <c:pt idx="59019">
                  <c:v>24.4</c:v>
                </c:pt>
                <c:pt idx="59020">
                  <c:v>24.4</c:v>
                </c:pt>
                <c:pt idx="59021">
                  <c:v>24.35</c:v>
                </c:pt>
                <c:pt idx="59022">
                  <c:v>24.35</c:v>
                </c:pt>
                <c:pt idx="59023">
                  <c:v>24.35</c:v>
                </c:pt>
                <c:pt idx="59024">
                  <c:v>24.35</c:v>
                </c:pt>
                <c:pt idx="59025">
                  <c:v>24.35</c:v>
                </c:pt>
                <c:pt idx="59026">
                  <c:v>24.35</c:v>
                </c:pt>
                <c:pt idx="59027">
                  <c:v>24.35</c:v>
                </c:pt>
                <c:pt idx="59028">
                  <c:v>24.35</c:v>
                </c:pt>
                <c:pt idx="59029">
                  <c:v>24.35</c:v>
                </c:pt>
                <c:pt idx="59030">
                  <c:v>24.4</c:v>
                </c:pt>
                <c:pt idx="59031">
                  <c:v>24.4</c:v>
                </c:pt>
                <c:pt idx="59032">
                  <c:v>24.4</c:v>
                </c:pt>
                <c:pt idx="59033">
                  <c:v>24.4</c:v>
                </c:pt>
                <c:pt idx="59034">
                  <c:v>24.45</c:v>
                </c:pt>
                <c:pt idx="59035">
                  <c:v>24.45</c:v>
                </c:pt>
                <c:pt idx="59036">
                  <c:v>24.45</c:v>
                </c:pt>
                <c:pt idx="59037">
                  <c:v>24.5</c:v>
                </c:pt>
                <c:pt idx="59038">
                  <c:v>24.5</c:v>
                </c:pt>
                <c:pt idx="59039">
                  <c:v>24.5</c:v>
                </c:pt>
                <c:pt idx="59040">
                  <c:v>24.55</c:v>
                </c:pt>
                <c:pt idx="59041">
                  <c:v>24.55</c:v>
                </c:pt>
                <c:pt idx="59042">
                  <c:v>24.55</c:v>
                </c:pt>
                <c:pt idx="59043">
                  <c:v>24.55</c:v>
                </c:pt>
                <c:pt idx="59044">
                  <c:v>24.55</c:v>
                </c:pt>
                <c:pt idx="59045">
                  <c:v>24.5</c:v>
                </c:pt>
                <c:pt idx="59046">
                  <c:v>24.5</c:v>
                </c:pt>
                <c:pt idx="59047">
                  <c:v>24.45</c:v>
                </c:pt>
                <c:pt idx="59048">
                  <c:v>24.4</c:v>
                </c:pt>
                <c:pt idx="59049">
                  <c:v>24.35</c:v>
                </c:pt>
                <c:pt idx="59050">
                  <c:v>24.35</c:v>
                </c:pt>
                <c:pt idx="59051">
                  <c:v>24.3</c:v>
                </c:pt>
                <c:pt idx="59052">
                  <c:v>24.3</c:v>
                </c:pt>
                <c:pt idx="59053">
                  <c:v>24.3</c:v>
                </c:pt>
                <c:pt idx="59054">
                  <c:v>24.3</c:v>
                </c:pt>
                <c:pt idx="59055">
                  <c:v>24.3</c:v>
                </c:pt>
                <c:pt idx="59056">
                  <c:v>24.3</c:v>
                </c:pt>
                <c:pt idx="59057">
                  <c:v>24.35</c:v>
                </c:pt>
                <c:pt idx="59058">
                  <c:v>24.35</c:v>
                </c:pt>
                <c:pt idx="59059">
                  <c:v>24.35</c:v>
                </c:pt>
                <c:pt idx="59060">
                  <c:v>24.35</c:v>
                </c:pt>
                <c:pt idx="59061">
                  <c:v>24.4</c:v>
                </c:pt>
                <c:pt idx="59062">
                  <c:v>24.4</c:v>
                </c:pt>
                <c:pt idx="59063">
                  <c:v>24.45</c:v>
                </c:pt>
                <c:pt idx="59064">
                  <c:v>24.45</c:v>
                </c:pt>
                <c:pt idx="59065">
                  <c:v>24.45</c:v>
                </c:pt>
                <c:pt idx="59066">
                  <c:v>24.5</c:v>
                </c:pt>
                <c:pt idx="59067">
                  <c:v>24.5</c:v>
                </c:pt>
                <c:pt idx="59068">
                  <c:v>24.55</c:v>
                </c:pt>
                <c:pt idx="59069">
                  <c:v>24.55</c:v>
                </c:pt>
                <c:pt idx="59070">
                  <c:v>24.55</c:v>
                </c:pt>
                <c:pt idx="59071">
                  <c:v>24.55</c:v>
                </c:pt>
                <c:pt idx="59072">
                  <c:v>24.6</c:v>
                </c:pt>
                <c:pt idx="59073">
                  <c:v>24.55</c:v>
                </c:pt>
                <c:pt idx="59074">
                  <c:v>24.55</c:v>
                </c:pt>
                <c:pt idx="59075">
                  <c:v>24.5</c:v>
                </c:pt>
                <c:pt idx="59076">
                  <c:v>24.5</c:v>
                </c:pt>
                <c:pt idx="59077">
                  <c:v>24.4</c:v>
                </c:pt>
                <c:pt idx="59078">
                  <c:v>24.4</c:v>
                </c:pt>
                <c:pt idx="59079">
                  <c:v>24.3</c:v>
                </c:pt>
                <c:pt idx="59080">
                  <c:v>24.3</c:v>
                </c:pt>
                <c:pt idx="59081">
                  <c:v>24.3</c:v>
                </c:pt>
                <c:pt idx="59082">
                  <c:v>24.3</c:v>
                </c:pt>
                <c:pt idx="59083">
                  <c:v>24.3</c:v>
                </c:pt>
                <c:pt idx="59084">
                  <c:v>24.3</c:v>
                </c:pt>
                <c:pt idx="59085">
                  <c:v>24.25</c:v>
                </c:pt>
                <c:pt idx="59086">
                  <c:v>24.3</c:v>
                </c:pt>
                <c:pt idx="59087">
                  <c:v>24.25</c:v>
                </c:pt>
                <c:pt idx="59088">
                  <c:v>24.3</c:v>
                </c:pt>
                <c:pt idx="59089">
                  <c:v>24.3</c:v>
                </c:pt>
                <c:pt idx="59090">
                  <c:v>24.3</c:v>
                </c:pt>
                <c:pt idx="59091">
                  <c:v>24.35</c:v>
                </c:pt>
                <c:pt idx="59092">
                  <c:v>24.35</c:v>
                </c:pt>
                <c:pt idx="59093">
                  <c:v>24.35</c:v>
                </c:pt>
                <c:pt idx="59094">
                  <c:v>24.4</c:v>
                </c:pt>
                <c:pt idx="59095">
                  <c:v>24.4</c:v>
                </c:pt>
                <c:pt idx="59096">
                  <c:v>24.4</c:v>
                </c:pt>
                <c:pt idx="59097">
                  <c:v>24.45</c:v>
                </c:pt>
                <c:pt idx="59098">
                  <c:v>24.45</c:v>
                </c:pt>
                <c:pt idx="59099">
                  <c:v>24.45</c:v>
                </c:pt>
                <c:pt idx="59100">
                  <c:v>24.5</c:v>
                </c:pt>
                <c:pt idx="59101">
                  <c:v>24.55</c:v>
                </c:pt>
                <c:pt idx="59102">
                  <c:v>24.55</c:v>
                </c:pt>
                <c:pt idx="59103">
                  <c:v>24.55</c:v>
                </c:pt>
                <c:pt idx="59104">
                  <c:v>24.55</c:v>
                </c:pt>
                <c:pt idx="59105">
                  <c:v>24.5</c:v>
                </c:pt>
                <c:pt idx="59106">
                  <c:v>24.45</c:v>
                </c:pt>
                <c:pt idx="59107">
                  <c:v>24.4</c:v>
                </c:pt>
                <c:pt idx="59108">
                  <c:v>24.4</c:v>
                </c:pt>
                <c:pt idx="59109">
                  <c:v>24.35</c:v>
                </c:pt>
                <c:pt idx="59110">
                  <c:v>24.35</c:v>
                </c:pt>
                <c:pt idx="59111">
                  <c:v>24.3</c:v>
                </c:pt>
                <c:pt idx="59112">
                  <c:v>24.3</c:v>
                </c:pt>
                <c:pt idx="59113">
                  <c:v>24.25</c:v>
                </c:pt>
                <c:pt idx="59114">
                  <c:v>24.25</c:v>
                </c:pt>
                <c:pt idx="59115">
                  <c:v>24.25</c:v>
                </c:pt>
                <c:pt idx="59116">
                  <c:v>24.25</c:v>
                </c:pt>
                <c:pt idx="59117">
                  <c:v>24.25</c:v>
                </c:pt>
                <c:pt idx="59118">
                  <c:v>24.3</c:v>
                </c:pt>
                <c:pt idx="59119">
                  <c:v>24.3</c:v>
                </c:pt>
                <c:pt idx="59120">
                  <c:v>24.3</c:v>
                </c:pt>
                <c:pt idx="59121">
                  <c:v>24.35</c:v>
                </c:pt>
                <c:pt idx="59122">
                  <c:v>24.35</c:v>
                </c:pt>
                <c:pt idx="59123">
                  <c:v>24.35</c:v>
                </c:pt>
                <c:pt idx="59124">
                  <c:v>24.4</c:v>
                </c:pt>
                <c:pt idx="59125">
                  <c:v>24.4</c:v>
                </c:pt>
                <c:pt idx="59126">
                  <c:v>24.4</c:v>
                </c:pt>
                <c:pt idx="59127">
                  <c:v>24.5</c:v>
                </c:pt>
                <c:pt idx="59128">
                  <c:v>24.45</c:v>
                </c:pt>
                <c:pt idx="59129">
                  <c:v>24.5</c:v>
                </c:pt>
                <c:pt idx="59130">
                  <c:v>24.5</c:v>
                </c:pt>
                <c:pt idx="59131">
                  <c:v>24.5</c:v>
                </c:pt>
                <c:pt idx="59132">
                  <c:v>24.55</c:v>
                </c:pt>
                <c:pt idx="59133">
                  <c:v>24.6</c:v>
                </c:pt>
                <c:pt idx="59134">
                  <c:v>24.6</c:v>
                </c:pt>
                <c:pt idx="59135">
                  <c:v>24.5</c:v>
                </c:pt>
                <c:pt idx="59136">
                  <c:v>24.45</c:v>
                </c:pt>
                <c:pt idx="59137">
                  <c:v>24.4</c:v>
                </c:pt>
                <c:pt idx="59138">
                  <c:v>24.4</c:v>
                </c:pt>
                <c:pt idx="59139">
                  <c:v>24.35</c:v>
                </c:pt>
                <c:pt idx="59140">
                  <c:v>24.35</c:v>
                </c:pt>
                <c:pt idx="59141">
                  <c:v>24.35</c:v>
                </c:pt>
                <c:pt idx="59142">
                  <c:v>24.3</c:v>
                </c:pt>
                <c:pt idx="59143">
                  <c:v>24.3</c:v>
                </c:pt>
                <c:pt idx="59144">
                  <c:v>24.3</c:v>
                </c:pt>
                <c:pt idx="59145">
                  <c:v>24.3</c:v>
                </c:pt>
                <c:pt idx="59146">
                  <c:v>24.3</c:v>
                </c:pt>
                <c:pt idx="59147">
                  <c:v>24.35</c:v>
                </c:pt>
                <c:pt idx="59148">
                  <c:v>24.35</c:v>
                </c:pt>
                <c:pt idx="59149">
                  <c:v>24.35</c:v>
                </c:pt>
                <c:pt idx="59150">
                  <c:v>24.35</c:v>
                </c:pt>
                <c:pt idx="59151">
                  <c:v>24.35</c:v>
                </c:pt>
                <c:pt idx="59152">
                  <c:v>24.4</c:v>
                </c:pt>
                <c:pt idx="59153">
                  <c:v>24.4</c:v>
                </c:pt>
                <c:pt idx="59154">
                  <c:v>24.45</c:v>
                </c:pt>
                <c:pt idx="59155">
                  <c:v>24.45</c:v>
                </c:pt>
                <c:pt idx="59156">
                  <c:v>24.45</c:v>
                </c:pt>
                <c:pt idx="59157">
                  <c:v>24.5</c:v>
                </c:pt>
                <c:pt idx="59158">
                  <c:v>24.5</c:v>
                </c:pt>
                <c:pt idx="59159">
                  <c:v>24.5</c:v>
                </c:pt>
                <c:pt idx="59160">
                  <c:v>24.55</c:v>
                </c:pt>
                <c:pt idx="59161">
                  <c:v>24.55</c:v>
                </c:pt>
                <c:pt idx="59162">
                  <c:v>24.6</c:v>
                </c:pt>
                <c:pt idx="59163">
                  <c:v>24.6</c:v>
                </c:pt>
                <c:pt idx="59164">
                  <c:v>24.55</c:v>
                </c:pt>
                <c:pt idx="59165">
                  <c:v>24.55</c:v>
                </c:pt>
                <c:pt idx="59166">
                  <c:v>24.5</c:v>
                </c:pt>
                <c:pt idx="59167">
                  <c:v>24.45</c:v>
                </c:pt>
                <c:pt idx="59168">
                  <c:v>24.4</c:v>
                </c:pt>
                <c:pt idx="59169">
                  <c:v>24.4</c:v>
                </c:pt>
                <c:pt idx="59170">
                  <c:v>24.35</c:v>
                </c:pt>
                <c:pt idx="59171">
                  <c:v>24.35</c:v>
                </c:pt>
                <c:pt idx="59172">
                  <c:v>24.35</c:v>
                </c:pt>
                <c:pt idx="59173">
                  <c:v>24.35</c:v>
                </c:pt>
                <c:pt idx="59174">
                  <c:v>24.35</c:v>
                </c:pt>
                <c:pt idx="59175">
                  <c:v>24.35</c:v>
                </c:pt>
                <c:pt idx="59176">
                  <c:v>24.35</c:v>
                </c:pt>
                <c:pt idx="59177">
                  <c:v>24.35</c:v>
                </c:pt>
                <c:pt idx="59178">
                  <c:v>24.35</c:v>
                </c:pt>
                <c:pt idx="59179">
                  <c:v>24.35</c:v>
                </c:pt>
                <c:pt idx="59180">
                  <c:v>24.35</c:v>
                </c:pt>
                <c:pt idx="59181">
                  <c:v>24.4</c:v>
                </c:pt>
                <c:pt idx="59182">
                  <c:v>24.4</c:v>
                </c:pt>
                <c:pt idx="59183">
                  <c:v>24.4</c:v>
                </c:pt>
                <c:pt idx="59184">
                  <c:v>24.45</c:v>
                </c:pt>
                <c:pt idx="59185">
                  <c:v>24.45</c:v>
                </c:pt>
                <c:pt idx="59186">
                  <c:v>24.45</c:v>
                </c:pt>
                <c:pt idx="59187">
                  <c:v>24.5</c:v>
                </c:pt>
                <c:pt idx="59188">
                  <c:v>24.55</c:v>
                </c:pt>
                <c:pt idx="59189">
                  <c:v>24.55</c:v>
                </c:pt>
                <c:pt idx="59190">
                  <c:v>24.55</c:v>
                </c:pt>
                <c:pt idx="59191">
                  <c:v>24.6</c:v>
                </c:pt>
                <c:pt idx="59192">
                  <c:v>24.6</c:v>
                </c:pt>
                <c:pt idx="59193">
                  <c:v>24.6</c:v>
                </c:pt>
                <c:pt idx="59194">
                  <c:v>24.6</c:v>
                </c:pt>
                <c:pt idx="59195">
                  <c:v>24.55</c:v>
                </c:pt>
                <c:pt idx="59196">
                  <c:v>24.55</c:v>
                </c:pt>
                <c:pt idx="59197">
                  <c:v>24.5</c:v>
                </c:pt>
                <c:pt idx="59198">
                  <c:v>24.45</c:v>
                </c:pt>
                <c:pt idx="59199">
                  <c:v>24.4</c:v>
                </c:pt>
                <c:pt idx="59200">
                  <c:v>24.4</c:v>
                </c:pt>
                <c:pt idx="59201">
                  <c:v>24.35</c:v>
                </c:pt>
                <c:pt idx="59202">
                  <c:v>24.35</c:v>
                </c:pt>
                <c:pt idx="59203">
                  <c:v>24.35</c:v>
                </c:pt>
                <c:pt idx="59204">
                  <c:v>24.35</c:v>
                </c:pt>
                <c:pt idx="59205">
                  <c:v>24.35</c:v>
                </c:pt>
                <c:pt idx="59206">
                  <c:v>24.35</c:v>
                </c:pt>
                <c:pt idx="59207">
                  <c:v>24.35</c:v>
                </c:pt>
                <c:pt idx="59208">
                  <c:v>24.35</c:v>
                </c:pt>
                <c:pt idx="59209">
                  <c:v>24.35</c:v>
                </c:pt>
                <c:pt idx="59210">
                  <c:v>24.4</c:v>
                </c:pt>
                <c:pt idx="59211">
                  <c:v>24.4</c:v>
                </c:pt>
                <c:pt idx="59212">
                  <c:v>24.4</c:v>
                </c:pt>
                <c:pt idx="59213">
                  <c:v>24.4</c:v>
                </c:pt>
                <c:pt idx="59214">
                  <c:v>24.45</c:v>
                </c:pt>
                <c:pt idx="59215">
                  <c:v>24.5</c:v>
                </c:pt>
                <c:pt idx="59216">
                  <c:v>24.5</c:v>
                </c:pt>
                <c:pt idx="59217">
                  <c:v>24.5</c:v>
                </c:pt>
                <c:pt idx="59218">
                  <c:v>24.5</c:v>
                </c:pt>
                <c:pt idx="59219">
                  <c:v>24.5</c:v>
                </c:pt>
                <c:pt idx="59220">
                  <c:v>24.55</c:v>
                </c:pt>
                <c:pt idx="59221">
                  <c:v>24.6</c:v>
                </c:pt>
                <c:pt idx="59222">
                  <c:v>24.55</c:v>
                </c:pt>
                <c:pt idx="59223">
                  <c:v>24.65</c:v>
                </c:pt>
                <c:pt idx="59224">
                  <c:v>24.6</c:v>
                </c:pt>
                <c:pt idx="59225">
                  <c:v>24.55</c:v>
                </c:pt>
                <c:pt idx="59226">
                  <c:v>24.5</c:v>
                </c:pt>
                <c:pt idx="59227">
                  <c:v>24.45</c:v>
                </c:pt>
                <c:pt idx="59228">
                  <c:v>24.4</c:v>
                </c:pt>
                <c:pt idx="59229">
                  <c:v>24.4</c:v>
                </c:pt>
                <c:pt idx="59230">
                  <c:v>24.35</c:v>
                </c:pt>
                <c:pt idx="59231">
                  <c:v>24.35</c:v>
                </c:pt>
                <c:pt idx="59232">
                  <c:v>24.35</c:v>
                </c:pt>
                <c:pt idx="59233">
                  <c:v>24.35</c:v>
                </c:pt>
                <c:pt idx="59234">
                  <c:v>24.35</c:v>
                </c:pt>
                <c:pt idx="59235">
                  <c:v>24.3</c:v>
                </c:pt>
                <c:pt idx="59236">
                  <c:v>24.3</c:v>
                </c:pt>
                <c:pt idx="59237">
                  <c:v>24.35</c:v>
                </c:pt>
                <c:pt idx="59238">
                  <c:v>24.35</c:v>
                </c:pt>
                <c:pt idx="59239">
                  <c:v>24.35</c:v>
                </c:pt>
                <c:pt idx="59240">
                  <c:v>24.35</c:v>
                </c:pt>
                <c:pt idx="59241">
                  <c:v>24.35</c:v>
                </c:pt>
                <c:pt idx="59242">
                  <c:v>24.4</c:v>
                </c:pt>
                <c:pt idx="59243">
                  <c:v>24.4</c:v>
                </c:pt>
                <c:pt idx="59244">
                  <c:v>24.4</c:v>
                </c:pt>
                <c:pt idx="59245">
                  <c:v>24.45</c:v>
                </c:pt>
                <c:pt idx="59246">
                  <c:v>24.45</c:v>
                </c:pt>
                <c:pt idx="59247">
                  <c:v>24.45</c:v>
                </c:pt>
                <c:pt idx="59248">
                  <c:v>24.5</c:v>
                </c:pt>
                <c:pt idx="59249">
                  <c:v>24.55</c:v>
                </c:pt>
                <c:pt idx="59250">
                  <c:v>24.55</c:v>
                </c:pt>
                <c:pt idx="59251">
                  <c:v>24.6</c:v>
                </c:pt>
                <c:pt idx="59252">
                  <c:v>24.6</c:v>
                </c:pt>
                <c:pt idx="59253">
                  <c:v>24.6</c:v>
                </c:pt>
                <c:pt idx="59254">
                  <c:v>24.6</c:v>
                </c:pt>
                <c:pt idx="59255">
                  <c:v>24.55</c:v>
                </c:pt>
                <c:pt idx="59256">
                  <c:v>24.5</c:v>
                </c:pt>
                <c:pt idx="59257">
                  <c:v>24.45</c:v>
                </c:pt>
                <c:pt idx="59258">
                  <c:v>24.4</c:v>
                </c:pt>
                <c:pt idx="59259">
                  <c:v>24.4</c:v>
                </c:pt>
                <c:pt idx="59260">
                  <c:v>24.35</c:v>
                </c:pt>
                <c:pt idx="59261">
                  <c:v>24.35</c:v>
                </c:pt>
                <c:pt idx="59262">
                  <c:v>24.35</c:v>
                </c:pt>
                <c:pt idx="59263">
                  <c:v>24.35</c:v>
                </c:pt>
                <c:pt idx="59264">
                  <c:v>24.35</c:v>
                </c:pt>
                <c:pt idx="59265">
                  <c:v>24.3</c:v>
                </c:pt>
                <c:pt idx="59266">
                  <c:v>24.3</c:v>
                </c:pt>
                <c:pt idx="59267">
                  <c:v>24.35</c:v>
                </c:pt>
                <c:pt idx="59268">
                  <c:v>24.3</c:v>
                </c:pt>
                <c:pt idx="59269">
                  <c:v>24.35</c:v>
                </c:pt>
                <c:pt idx="59270">
                  <c:v>24.35</c:v>
                </c:pt>
                <c:pt idx="59271">
                  <c:v>24.35</c:v>
                </c:pt>
                <c:pt idx="59272">
                  <c:v>24.4</c:v>
                </c:pt>
                <c:pt idx="59273">
                  <c:v>24.4</c:v>
                </c:pt>
                <c:pt idx="59274">
                  <c:v>24.4</c:v>
                </c:pt>
                <c:pt idx="59275">
                  <c:v>24.45</c:v>
                </c:pt>
                <c:pt idx="59276">
                  <c:v>24.45</c:v>
                </c:pt>
                <c:pt idx="59277">
                  <c:v>24.5</c:v>
                </c:pt>
                <c:pt idx="59278">
                  <c:v>24.5</c:v>
                </c:pt>
                <c:pt idx="59279">
                  <c:v>24.55</c:v>
                </c:pt>
                <c:pt idx="59280">
                  <c:v>24.55</c:v>
                </c:pt>
                <c:pt idx="59281">
                  <c:v>24.6</c:v>
                </c:pt>
                <c:pt idx="59282">
                  <c:v>24.6</c:v>
                </c:pt>
                <c:pt idx="59283">
                  <c:v>24.6</c:v>
                </c:pt>
                <c:pt idx="59284">
                  <c:v>24.55</c:v>
                </c:pt>
                <c:pt idx="59285">
                  <c:v>24.55</c:v>
                </c:pt>
                <c:pt idx="59286">
                  <c:v>24.5</c:v>
                </c:pt>
                <c:pt idx="59287">
                  <c:v>24.45</c:v>
                </c:pt>
                <c:pt idx="59288">
                  <c:v>24.45</c:v>
                </c:pt>
                <c:pt idx="59289">
                  <c:v>24.4</c:v>
                </c:pt>
                <c:pt idx="59290">
                  <c:v>24.35</c:v>
                </c:pt>
                <c:pt idx="59291">
                  <c:v>24.35</c:v>
                </c:pt>
                <c:pt idx="59292">
                  <c:v>24.35</c:v>
                </c:pt>
                <c:pt idx="59293">
                  <c:v>24.35</c:v>
                </c:pt>
                <c:pt idx="59294">
                  <c:v>24.35</c:v>
                </c:pt>
                <c:pt idx="59295">
                  <c:v>24.35</c:v>
                </c:pt>
                <c:pt idx="59296">
                  <c:v>24.35</c:v>
                </c:pt>
                <c:pt idx="59297">
                  <c:v>24.35</c:v>
                </c:pt>
                <c:pt idx="59298">
                  <c:v>24.35</c:v>
                </c:pt>
                <c:pt idx="59299">
                  <c:v>24.35</c:v>
                </c:pt>
                <c:pt idx="59300">
                  <c:v>24.4</c:v>
                </c:pt>
                <c:pt idx="59301">
                  <c:v>24.4</c:v>
                </c:pt>
                <c:pt idx="59302">
                  <c:v>24.4</c:v>
                </c:pt>
                <c:pt idx="59303">
                  <c:v>24.45</c:v>
                </c:pt>
                <c:pt idx="59304">
                  <c:v>24.45</c:v>
                </c:pt>
                <c:pt idx="59305">
                  <c:v>24.45</c:v>
                </c:pt>
                <c:pt idx="59306">
                  <c:v>24.5</c:v>
                </c:pt>
                <c:pt idx="59307">
                  <c:v>24.5</c:v>
                </c:pt>
                <c:pt idx="59308">
                  <c:v>24.55</c:v>
                </c:pt>
                <c:pt idx="59309">
                  <c:v>24.55</c:v>
                </c:pt>
                <c:pt idx="59310">
                  <c:v>24.55</c:v>
                </c:pt>
                <c:pt idx="59311">
                  <c:v>24.55</c:v>
                </c:pt>
                <c:pt idx="59312">
                  <c:v>24.6</c:v>
                </c:pt>
                <c:pt idx="59313">
                  <c:v>24.6</c:v>
                </c:pt>
                <c:pt idx="59314">
                  <c:v>24.6</c:v>
                </c:pt>
                <c:pt idx="59315">
                  <c:v>24.55</c:v>
                </c:pt>
                <c:pt idx="59316">
                  <c:v>24.5</c:v>
                </c:pt>
                <c:pt idx="59317">
                  <c:v>24.45</c:v>
                </c:pt>
                <c:pt idx="59318">
                  <c:v>24.45</c:v>
                </c:pt>
                <c:pt idx="59319">
                  <c:v>24.4</c:v>
                </c:pt>
                <c:pt idx="59320">
                  <c:v>24.4</c:v>
                </c:pt>
                <c:pt idx="59321">
                  <c:v>24.35</c:v>
                </c:pt>
                <c:pt idx="59322">
                  <c:v>24.35</c:v>
                </c:pt>
                <c:pt idx="59323">
                  <c:v>24.35</c:v>
                </c:pt>
                <c:pt idx="59324">
                  <c:v>24.35</c:v>
                </c:pt>
                <c:pt idx="59325">
                  <c:v>24.35</c:v>
                </c:pt>
                <c:pt idx="59326">
                  <c:v>24.35</c:v>
                </c:pt>
                <c:pt idx="59327">
                  <c:v>24.35</c:v>
                </c:pt>
                <c:pt idx="59328">
                  <c:v>24.35</c:v>
                </c:pt>
                <c:pt idx="59329">
                  <c:v>24.4</c:v>
                </c:pt>
                <c:pt idx="59330">
                  <c:v>24.4</c:v>
                </c:pt>
                <c:pt idx="59331">
                  <c:v>24.45</c:v>
                </c:pt>
                <c:pt idx="59332">
                  <c:v>24.45</c:v>
                </c:pt>
                <c:pt idx="59333">
                  <c:v>24.45</c:v>
                </c:pt>
                <c:pt idx="59334">
                  <c:v>24.5</c:v>
                </c:pt>
                <c:pt idx="59335">
                  <c:v>24.5</c:v>
                </c:pt>
                <c:pt idx="59336">
                  <c:v>24.5</c:v>
                </c:pt>
                <c:pt idx="59337">
                  <c:v>24.5</c:v>
                </c:pt>
                <c:pt idx="59338">
                  <c:v>24.55</c:v>
                </c:pt>
                <c:pt idx="59339">
                  <c:v>24.6</c:v>
                </c:pt>
                <c:pt idx="59340">
                  <c:v>24.6</c:v>
                </c:pt>
                <c:pt idx="59341">
                  <c:v>24.6</c:v>
                </c:pt>
                <c:pt idx="59342">
                  <c:v>24.6</c:v>
                </c:pt>
                <c:pt idx="59343">
                  <c:v>24.6</c:v>
                </c:pt>
                <c:pt idx="59344">
                  <c:v>24.6</c:v>
                </c:pt>
                <c:pt idx="59345">
                  <c:v>24.6</c:v>
                </c:pt>
                <c:pt idx="59346">
                  <c:v>24.5</c:v>
                </c:pt>
                <c:pt idx="59347">
                  <c:v>24.45</c:v>
                </c:pt>
                <c:pt idx="59348">
                  <c:v>24.4</c:v>
                </c:pt>
                <c:pt idx="59349">
                  <c:v>24.4</c:v>
                </c:pt>
                <c:pt idx="59350">
                  <c:v>24.35</c:v>
                </c:pt>
                <c:pt idx="59351">
                  <c:v>24.35</c:v>
                </c:pt>
                <c:pt idx="59352">
                  <c:v>24.3</c:v>
                </c:pt>
                <c:pt idx="59353">
                  <c:v>24.35</c:v>
                </c:pt>
                <c:pt idx="59354">
                  <c:v>24.35</c:v>
                </c:pt>
                <c:pt idx="59355">
                  <c:v>24.3</c:v>
                </c:pt>
                <c:pt idx="59356">
                  <c:v>24.35</c:v>
                </c:pt>
                <c:pt idx="59357">
                  <c:v>24.35</c:v>
                </c:pt>
                <c:pt idx="59358">
                  <c:v>24.4</c:v>
                </c:pt>
                <c:pt idx="59359">
                  <c:v>24.4</c:v>
                </c:pt>
                <c:pt idx="59360">
                  <c:v>24.45</c:v>
                </c:pt>
                <c:pt idx="59361">
                  <c:v>24.45</c:v>
                </c:pt>
                <c:pt idx="59362">
                  <c:v>24.45</c:v>
                </c:pt>
                <c:pt idx="59363">
                  <c:v>24.5</c:v>
                </c:pt>
                <c:pt idx="59364">
                  <c:v>24.5</c:v>
                </c:pt>
                <c:pt idx="59365">
                  <c:v>24.5</c:v>
                </c:pt>
                <c:pt idx="59366">
                  <c:v>24.55</c:v>
                </c:pt>
                <c:pt idx="59367">
                  <c:v>24.55</c:v>
                </c:pt>
                <c:pt idx="59368">
                  <c:v>24.55</c:v>
                </c:pt>
                <c:pt idx="59369">
                  <c:v>24.55</c:v>
                </c:pt>
                <c:pt idx="59370">
                  <c:v>24.6</c:v>
                </c:pt>
                <c:pt idx="59371">
                  <c:v>24.6</c:v>
                </c:pt>
                <c:pt idx="59372">
                  <c:v>24.65</c:v>
                </c:pt>
                <c:pt idx="59373">
                  <c:v>24.65</c:v>
                </c:pt>
                <c:pt idx="59374">
                  <c:v>24.6</c:v>
                </c:pt>
                <c:pt idx="59375">
                  <c:v>24.6</c:v>
                </c:pt>
                <c:pt idx="59376">
                  <c:v>24.55</c:v>
                </c:pt>
                <c:pt idx="59377">
                  <c:v>24.5</c:v>
                </c:pt>
                <c:pt idx="59378">
                  <c:v>24.45</c:v>
                </c:pt>
                <c:pt idx="59379">
                  <c:v>24.4</c:v>
                </c:pt>
                <c:pt idx="59380">
                  <c:v>24.4</c:v>
                </c:pt>
                <c:pt idx="59381">
                  <c:v>24.4</c:v>
                </c:pt>
                <c:pt idx="59382">
                  <c:v>24.35</c:v>
                </c:pt>
                <c:pt idx="59383">
                  <c:v>24.35</c:v>
                </c:pt>
                <c:pt idx="59384">
                  <c:v>24.35</c:v>
                </c:pt>
                <c:pt idx="59385">
                  <c:v>24.35</c:v>
                </c:pt>
                <c:pt idx="59386">
                  <c:v>24.4</c:v>
                </c:pt>
                <c:pt idx="59387">
                  <c:v>24.4</c:v>
                </c:pt>
                <c:pt idx="59388">
                  <c:v>24.4</c:v>
                </c:pt>
                <c:pt idx="59389">
                  <c:v>24.4</c:v>
                </c:pt>
                <c:pt idx="59390">
                  <c:v>24.45</c:v>
                </c:pt>
                <c:pt idx="59391">
                  <c:v>24.45</c:v>
                </c:pt>
                <c:pt idx="59392">
                  <c:v>24.45</c:v>
                </c:pt>
                <c:pt idx="59393">
                  <c:v>24.45</c:v>
                </c:pt>
                <c:pt idx="59394">
                  <c:v>24.5</c:v>
                </c:pt>
                <c:pt idx="59395">
                  <c:v>24.5</c:v>
                </c:pt>
                <c:pt idx="59396">
                  <c:v>24.5</c:v>
                </c:pt>
                <c:pt idx="59397">
                  <c:v>24.55</c:v>
                </c:pt>
                <c:pt idx="59398">
                  <c:v>24.55</c:v>
                </c:pt>
                <c:pt idx="59399">
                  <c:v>24.55</c:v>
                </c:pt>
                <c:pt idx="59400">
                  <c:v>24.55</c:v>
                </c:pt>
                <c:pt idx="59401">
                  <c:v>24.55</c:v>
                </c:pt>
                <c:pt idx="59402">
                  <c:v>24.6</c:v>
                </c:pt>
                <c:pt idx="59403">
                  <c:v>24.6</c:v>
                </c:pt>
                <c:pt idx="59404">
                  <c:v>24.55</c:v>
                </c:pt>
                <c:pt idx="59405">
                  <c:v>24.55</c:v>
                </c:pt>
                <c:pt idx="59406">
                  <c:v>24.5</c:v>
                </c:pt>
                <c:pt idx="59407">
                  <c:v>24.4</c:v>
                </c:pt>
                <c:pt idx="59408">
                  <c:v>24.4</c:v>
                </c:pt>
                <c:pt idx="59409">
                  <c:v>24.35</c:v>
                </c:pt>
                <c:pt idx="59410">
                  <c:v>24.35</c:v>
                </c:pt>
                <c:pt idx="59411">
                  <c:v>24.3</c:v>
                </c:pt>
                <c:pt idx="59412">
                  <c:v>24.3</c:v>
                </c:pt>
                <c:pt idx="59413">
                  <c:v>24.3</c:v>
                </c:pt>
                <c:pt idx="59414">
                  <c:v>24.3</c:v>
                </c:pt>
                <c:pt idx="59415">
                  <c:v>24.3</c:v>
                </c:pt>
                <c:pt idx="59416">
                  <c:v>24.35</c:v>
                </c:pt>
                <c:pt idx="59417">
                  <c:v>24.35</c:v>
                </c:pt>
                <c:pt idx="59418">
                  <c:v>24.35</c:v>
                </c:pt>
                <c:pt idx="59419">
                  <c:v>24.4</c:v>
                </c:pt>
                <c:pt idx="59420">
                  <c:v>24.4</c:v>
                </c:pt>
                <c:pt idx="59421">
                  <c:v>24.4</c:v>
                </c:pt>
                <c:pt idx="59422">
                  <c:v>24.45</c:v>
                </c:pt>
                <c:pt idx="59423">
                  <c:v>24.45</c:v>
                </c:pt>
                <c:pt idx="59424">
                  <c:v>24.5</c:v>
                </c:pt>
                <c:pt idx="59425">
                  <c:v>24.5</c:v>
                </c:pt>
                <c:pt idx="59426">
                  <c:v>24.5</c:v>
                </c:pt>
                <c:pt idx="59427">
                  <c:v>24.5</c:v>
                </c:pt>
                <c:pt idx="59428">
                  <c:v>24.5</c:v>
                </c:pt>
                <c:pt idx="59429">
                  <c:v>24.55</c:v>
                </c:pt>
                <c:pt idx="59430">
                  <c:v>24.6</c:v>
                </c:pt>
                <c:pt idx="59431">
                  <c:v>24.6</c:v>
                </c:pt>
                <c:pt idx="59432">
                  <c:v>24.6</c:v>
                </c:pt>
                <c:pt idx="59433">
                  <c:v>24.6</c:v>
                </c:pt>
                <c:pt idx="59434">
                  <c:v>24.6</c:v>
                </c:pt>
                <c:pt idx="59435">
                  <c:v>24.55</c:v>
                </c:pt>
                <c:pt idx="59436">
                  <c:v>24.5</c:v>
                </c:pt>
                <c:pt idx="59437">
                  <c:v>24.45</c:v>
                </c:pt>
                <c:pt idx="59438">
                  <c:v>24.4</c:v>
                </c:pt>
                <c:pt idx="59439">
                  <c:v>24.4</c:v>
                </c:pt>
                <c:pt idx="59440">
                  <c:v>24.35</c:v>
                </c:pt>
                <c:pt idx="59441">
                  <c:v>24.35</c:v>
                </c:pt>
                <c:pt idx="59442">
                  <c:v>24.35</c:v>
                </c:pt>
                <c:pt idx="59443">
                  <c:v>24.3</c:v>
                </c:pt>
                <c:pt idx="59444">
                  <c:v>24.3</c:v>
                </c:pt>
                <c:pt idx="59445">
                  <c:v>24.3</c:v>
                </c:pt>
                <c:pt idx="59446">
                  <c:v>24.35</c:v>
                </c:pt>
                <c:pt idx="59447">
                  <c:v>24.35</c:v>
                </c:pt>
                <c:pt idx="59448">
                  <c:v>24.35</c:v>
                </c:pt>
                <c:pt idx="59449">
                  <c:v>24.35</c:v>
                </c:pt>
                <c:pt idx="59450">
                  <c:v>24.4</c:v>
                </c:pt>
                <c:pt idx="59451">
                  <c:v>24.4</c:v>
                </c:pt>
                <c:pt idx="59452">
                  <c:v>24.45</c:v>
                </c:pt>
                <c:pt idx="59453">
                  <c:v>24.45</c:v>
                </c:pt>
                <c:pt idx="59454">
                  <c:v>24.45</c:v>
                </c:pt>
                <c:pt idx="59455">
                  <c:v>24.5</c:v>
                </c:pt>
                <c:pt idx="59456">
                  <c:v>24.5</c:v>
                </c:pt>
                <c:pt idx="59457">
                  <c:v>24.5</c:v>
                </c:pt>
                <c:pt idx="59458">
                  <c:v>24.55</c:v>
                </c:pt>
                <c:pt idx="59459">
                  <c:v>24.55</c:v>
                </c:pt>
                <c:pt idx="59460">
                  <c:v>24.6</c:v>
                </c:pt>
                <c:pt idx="59461">
                  <c:v>24.6</c:v>
                </c:pt>
                <c:pt idx="59462">
                  <c:v>24.6</c:v>
                </c:pt>
                <c:pt idx="59463">
                  <c:v>24.6</c:v>
                </c:pt>
                <c:pt idx="59464">
                  <c:v>24.55</c:v>
                </c:pt>
                <c:pt idx="59465">
                  <c:v>24.55</c:v>
                </c:pt>
                <c:pt idx="59466">
                  <c:v>24.55</c:v>
                </c:pt>
                <c:pt idx="59467">
                  <c:v>24.5</c:v>
                </c:pt>
                <c:pt idx="59468">
                  <c:v>24.45</c:v>
                </c:pt>
                <c:pt idx="59469">
                  <c:v>24.4</c:v>
                </c:pt>
                <c:pt idx="59470">
                  <c:v>24.35</c:v>
                </c:pt>
                <c:pt idx="59471">
                  <c:v>24.35</c:v>
                </c:pt>
                <c:pt idx="59472">
                  <c:v>24.35</c:v>
                </c:pt>
                <c:pt idx="59473">
                  <c:v>24.3</c:v>
                </c:pt>
                <c:pt idx="59474">
                  <c:v>24.3</c:v>
                </c:pt>
                <c:pt idx="59475">
                  <c:v>24.3</c:v>
                </c:pt>
                <c:pt idx="59476">
                  <c:v>24.3</c:v>
                </c:pt>
                <c:pt idx="59477">
                  <c:v>24.35</c:v>
                </c:pt>
                <c:pt idx="59478">
                  <c:v>24.35</c:v>
                </c:pt>
                <c:pt idx="59479">
                  <c:v>24.35</c:v>
                </c:pt>
                <c:pt idx="59480">
                  <c:v>24.35</c:v>
                </c:pt>
                <c:pt idx="59481">
                  <c:v>24.4</c:v>
                </c:pt>
                <c:pt idx="59482">
                  <c:v>24.4</c:v>
                </c:pt>
                <c:pt idx="59483">
                  <c:v>24.4</c:v>
                </c:pt>
                <c:pt idx="59484">
                  <c:v>24.45</c:v>
                </c:pt>
                <c:pt idx="59485">
                  <c:v>24.45</c:v>
                </c:pt>
                <c:pt idx="59486">
                  <c:v>24.5</c:v>
                </c:pt>
                <c:pt idx="59487">
                  <c:v>24.5</c:v>
                </c:pt>
                <c:pt idx="59488">
                  <c:v>24.55</c:v>
                </c:pt>
                <c:pt idx="59489">
                  <c:v>24.55</c:v>
                </c:pt>
                <c:pt idx="59490">
                  <c:v>24.55</c:v>
                </c:pt>
                <c:pt idx="59491">
                  <c:v>24.6</c:v>
                </c:pt>
                <c:pt idx="59492">
                  <c:v>24.6</c:v>
                </c:pt>
                <c:pt idx="59493">
                  <c:v>24.6</c:v>
                </c:pt>
                <c:pt idx="59494">
                  <c:v>24.6</c:v>
                </c:pt>
                <c:pt idx="59495">
                  <c:v>24.6</c:v>
                </c:pt>
                <c:pt idx="59496">
                  <c:v>24.55</c:v>
                </c:pt>
                <c:pt idx="59497">
                  <c:v>24.5</c:v>
                </c:pt>
                <c:pt idx="59498">
                  <c:v>24.45</c:v>
                </c:pt>
                <c:pt idx="59499">
                  <c:v>24.4</c:v>
                </c:pt>
                <c:pt idx="59500">
                  <c:v>24.4</c:v>
                </c:pt>
                <c:pt idx="59501">
                  <c:v>24.35</c:v>
                </c:pt>
                <c:pt idx="59502">
                  <c:v>24.35</c:v>
                </c:pt>
                <c:pt idx="59503">
                  <c:v>24.35</c:v>
                </c:pt>
                <c:pt idx="59504">
                  <c:v>24.35</c:v>
                </c:pt>
                <c:pt idx="59505">
                  <c:v>24.35</c:v>
                </c:pt>
                <c:pt idx="59506">
                  <c:v>24.35</c:v>
                </c:pt>
                <c:pt idx="59507">
                  <c:v>24.35</c:v>
                </c:pt>
                <c:pt idx="59508">
                  <c:v>24.35</c:v>
                </c:pt>
                <c:pt idx="59509">
                  <c:v>24.4</c:v>
                </c:pt>
                <c:pt idx="59510">
                  <c:v>24.4</c:v>
                </c:pt>
                <c:pt idx="59511">
                  <c:v>24.4</c:v>
                </c:pt>
                <c:pt idx="59512">
                  <c:v>24.4</c:v>
                </c:pt>
                <c:pt idx="59513">
                  <c:v>24.45</c:v>
                </c:pt>
                <c:pt idx="59514">
                  <c:v>24.45</c:v>
                </c:pt>
                <c:pt idx="59515">
                  <c:v>24.45</c:v>
                </c:pt>
                <c:pt idx="59516">
                  <c:v>24.5</c:v>
                </c:pt>
                <c:pt idx="59517">
                  <c:v>24.5</c:v>
                </c:pt>
                <c:pt idx="59518">
                  <c:v>24.5</c:v>
                </c:pt>
                <c:pt idx="59519">
                  <c:v>24.55</c:v>
                </c:pt>
                <c:pt idx="59520">
                  <c:v>24.55</c:v>
                </c:pt>
                <c:pt idx="59521">
                  <c:v>24.55</c:v>
                </c:pt>
                <c:pt idx="59522">
                  <c:v>24.6</c:v>
                </c:pt>
                <c:pt idx="59523">
                  <c:v>24.6</c:v>
                </c:pt>
                <c:pt idx="59524">
                  <c:v>24.6</c:v>
                </c:pt>
                <c:pt idx="59525">
                  <c:v>24.55</c:v>
                </c:pt>
                <c:pt idx="59526">
                  <c:v>24.5</c:v>
                </c:pt>
                <c:pt idx="59527">
                  <c:v>24.45</c:v>
                </c:pt>
                <c:pt idx="59528">
                  <c:v>24.45</c:v>
                </c:pt>
                <c:pt idx="59529">
                  <c:v>24.4</c:v>
                </c:pt>
                <c:pt idx="59530">
                  <c:v>24.4</c:v>
                </c:pt>
                <c:pt idx="59531">
                  <c:v>24.35</c:v>
                </c:pt>
                <c:pt idx="59532">
                  <c:v>24.35</c:v>
                </c:pt>
                <c:pt idx="59533">
                  <c:v>24.4</c:v>
                </c:pt>
                <c:pt idx="59534">
                  <c:v>24.35</c:v>
                </c:pt>
                <c:pt idx="59535">
                  <c:v>24.4</c:v>
                </c:pt>
                <c:pt idx="59536">
                  <c:v>24.4</c:v>
                </c:pt>
                <c:pt idx="59537">
                  <c:v>24.4</c:v>
                </c:pt>
                <c:pt idx="59538">
                  <c:v>24.4</c:v>
                </c:pt>
                <c:pt idx="59539">
                  <c:v>24.4</c:v>
                </c:pt>
                <c:pt idx="59540">
                  <c:v>24.45</c:v>
                </c:pt>
                <c:pt idx="59541">
                  <c:v>24.45</c:v>
                </c:pt>
                <c:pt idx="59542">
                  <c:v>24.45</c:v>
                </c:pt>
                <c:pt idx="59543">
                  <c:v>24.45</c:v>
                </c:pt>
                <c:pt idx="59544">
                  <c:v>24.45</c:v>
                </c:pt>
                <c:pt idx="59545">
                  <c:v>24.5</c:v>
                </c:pt>
                <c:pt idx="59546">
                  <c:v>24.5</c:v>
                </c:pt>
                <c:pt idx="59547">
                  <c:v>24.5</c:v>
                </c:pt>
                <c:pt idx="59548">
                  <c:v>24.55</c:v>
                </c:pt>
                <c:pt idx="59549">
                  <c:v>24.55</c:v>
                </c:pt>
                <c:pt idx="59550">
                  <c:v>24.6</c:v>
                </c:pt>
                <c:pt idx="59551">
                  <c:v>24.6</c:v>
                </c:pt>
                <c:pt idx="59552">
                  <c:v>24.65</c:v>
                </c:pt>
                <c:pt idx="59553">
                  <c:v>24.6</c:v>
                </c:pt>
                <c:pt idx="59554">
                  <c:v>24.6</c:v>
                </c:pt>
                <c:pt idx="59555">
                  <c:v>24.6</c:v>
                </c:pt>
                <c:pt idx="59556">
                  <c:v>24.55</c:v>
                </c:pt>
                <c:pt idx="59557">
                  <c:v>24.5</c:v>
                </c:pt>
                <c:pt idx="59558">
                  <c:v>24.45</c:v>
                </c:pt>
                <c:pt idx="59559">
                  <c:v>24.45</c:v>
                </c:pt>
                <c:pt idx="59560">
                  <c:v>24.4</c:v>
                </c:pt>
                <c:pt idx="59561">
                  <c:v>24.35</c:v>
                </c:pt>
                <c:pt idx="59562">
                  <c:v>24.35</c:v>
                </c:pt>
                <c:pt idx="59563">
                  <c:v>24.35</c:v>
                </c:pt>
                <c:pt idx="59564">
                  <c:v>24.35</c:v>
                </c:pt>
                <c:pt idx="59565">
                  <c:v>24.35</c:v>
                </c:pt>
                <c:pt idx="59566">
                  <c:v>24.35</c:v>
                </c:pt>
                <c:pt idx="59567">
                  <c:v>24.35</c:v>
                </c:pt>
                <c:pt idx="59568">
                  <c:v>24.4</c:v>
                </c:pt>
                <c:pt idx="59569">
                  <c:v>24.4</c:v>
                </c:pt>
                <c:pt idx="59570">
                  <c:v>24.4</c:v>
                </c:pt>
                <c:pt idx="59571">
                  <c:v>24.4</c:v>
                </c:pt>
                <c:pt idx="59572">
                  <c:v>24.45</c:v>
                </c:pt>
                <c:pt idx="59573">
                  <c:v>24.45</c:v>
                </c:pt>
                <c:pt idx="59574">
                  <c:v>24.45</c:v>
                </c:pt>
                <c:pt idx="59575">
                  <c:v>24.5</c:v>
                </c:pt>
                <c:pt idx="59576">
                  <c:v>24.5</c:v>
                </c:pt>
                <c:pt idx="59577">
                  <c:v>24.5</c:v>
                </c:pt>
                <c:pt idx="59578">
                  <c:v>24.5</c:v>
                </c:pt>
                <c:pt idx="59579">
                  <c:v>24.55</c:v>
                </c:pt>
                <c:pt idx="59580">
                  <c:v>24.55</c:v>
                </c:pt>
                <c:pt idx="59581">
                  <c:v>24.55</c:v>
                </c:pt>
                <c:pt idx="59582">
                  <c:v>24.6</c:v>
                </c:pt>
                <c:pt idx="59583">
                  <c:v>24.6</c:v>
                </c:pt>
                <c:pt idx="59584">
                  <c:v>24.6</c:v>
                </c:pt>
                <c:pt idx="59585">
                  <c:v>24.55</c:v>
                </c:pt>
                <c:pt idx="59586">
                  <c:v>24.5</c:v>
                </c:pt>
                <c:pt idx="59587">
                  <c:v>24.5</c:v>
                </c:pt>
                <c:pt idx="59588">
                  <c:v>24.45</c:v>
                </c:pt>
                <c:pt idx="59589">
                  <c:v>24.45</c:v>
                </c:pt>
                <c:pt idx="59590">
                  <c:v>24.4</c:v>
                </c:pt>
                <c:pt idx="59591">
                  <c:v>24.4</c:v>
                </c:pt>
                <c:pt idx="59592">
                  <c:v>24.35</c:v>
                </c:pt>
                <c:pt idx="59593">
                  <c:v>24.35</c:v>
                </c:pt>
                <c:pt idx="59594">
                  <c:v>24.35</c:v>
                </c:pt>
                <c:pt idx="59595">
                  <c:v>24.35</c:v>
                </c:pt>
                <c:pt idx="59596">
                  <c:v>24.35</c:v>
                </c:pt>
                <c:pt idx="59597">
                  <c:v>24.4</c:v>
                </c:pt>
                <c:pt idx="59598">
                  <c:v>24.4</c:v>
                </c:pt>
                <c:pt idx="59599">
                  <c:v>24.4</c:v>
                </c:pt>
                <c:pt idx="59600">
                  <c:v>24.45</c:v>
                </c:pt>
                <c:pt idx="59601">
                  <c:v>24.45</c:v>
                </c:pt>
                <c:pt idx="59602">
                  <c:v>24.45</c:v>
                </c:pt>
                <c:pt idx="59603">
                  <c:v>24.45</c:v>
                </c:pt>
                <c:pt idx="59604">
                  <c:v>24.5</c:v>
                </c:pt>
                <c:pt idx="59605">
                  <c:v>24.55</c:v>
                </c:pt>
                <c:pt idx="59606">
                  <c:v>24.55</c:v>
                </c:pt>
                <c:pt idx="59607">
                  <c:v>24.55</c:v>
                </c:pt>
                <c:pt idx="59608">
                  <c:v>24.55</c:v>
                </c:pt>
                <c:pt idx="59609">
                  <c:v>24.6</c:v>
                </c:pt>
                <c:pt idx="59610">
                  <c:v>24.6</c:v>
                </c:pt>
                <c:pt idx="59611">
                  <c:v>24.65</c:v>
                </c:pt>
                <c:pt idx="59612">
                  <c:v>24.65</c:v>
                </c:pt>
                <c:pt idx="59613">
                  <c:v>24.65</c:v>
                </c:pt>
                <c:pt idx="59614">
                  <c:v>24.6</c:v>
                </c:pt>
                <c:pt idx="59615">
                  <c:v>24.6</c:v>
                </c:pt>
                <c:pt idx="59616">
                  <c:v>24.55</c:v>
                </c:pt>
                <c:pt idx="59617">
                  <c:v>24.5</c:v>
                </c:pt>
                <c:pt idx="59618">
                  <c:v>24.5</c:v>
                </c:pt>
                <c:pt idx="59619">
                  <c:v>24.45</c:v>
                </c:pt>
                <c:pt idx="59620">
                  <c:v>24.4</c:v>
                </c:pt>
                <c:pt idx="59621">
                  <c:v>24.4</c:v>
                </c:pt>
                <c:pt idx="59622">
                  <c:v>24.4</c:v>
                </c:pt>
                <c:pt idx="59623">
                  <c:v>24.4</c:v>
                </c:pt>
                <c:pt idx="59624">
                  <c:v>24.35</c:v>
                </c:pt>
                <c:pt idx="59625">
                  <c:v>24.4</c:v>
                </c:pt>
                <c:pt idx="59626">
                  <c:v>24.35</c:v>
                </c:pt>
                <c:pt idx="59627">
                  <c:v>24.35</c:v>
                </c:pt>
                <c:pt idx="59628">
                  <c:v>24.4</c:v>
                </c:pt>
                <c:pt idx="59629">
                  <c:v>24.4</c:v>
                </c:pt>
                <c:pt idx="59630">
                  <c:v>24.4</c:v>
                </c:pt>
                <c:pt idx="59631">
                  <c:v>24.4</c:v>
                </c:pt>
                <c:pt idx="59632">
                  <c:v>24.45</c:v>
                </c:pt>
                <c:pt idx="59633">
                  <c:v>24.45</c:v>
                </c:pt>
                <c:pt idx="59634">
                  <c:v>24.45</c:v>
                </c:pt>
                <c:pt idx="59635">
                  <c:v>24.5</c:v>
                </c:pt>
                <c:pt idx="59636">
                  <c:v>24.5</c:v>
                </c:pt>
                <c:pt idx="59637">
                  <c:v>24.5</c:v>
                </c:pt>
                <c:pt idx="59638">
                  <c:v>24.55</c:v>
                </c:pt>
                <c:pt idx="59639">
                  <c:v>24.55</c:v>
                </c:pt>
                <c:pt idx="59640">
                  <c:v>24.6</c:v>
                </c:pt>
                <c:pt idx="59641">
                  <c:v>24.6</c:v>
                </c:pt>
                <c:pt idx="59642">
                  <c:v>24.6</c:v>
                </c:pt>
                <c:pt idx="59643">
                  <c:v>24.6</c:v>
                </c:pt>
                <c:pt idx="59644">
                  <c:v>24.6</c:v>
                </c:pt>
                <c:pt idx="59645">
                  <c:v>24.55</c:v>
                </c:pt>
                <c:pt idx="59646">
                  <c:v>24.5</c:v>
                </c:pt>
                <c:pt idx="59647">
                  <c:v>24.45</c:v>
                </c:pt>
                <c:pt idx="59648">
                  <c:v>24.4</c:v>
                </c:pt>
                <c:pt idx="59649">
                  <c:v>24.4</c:v>
                </c:pt>
                <c:pt idx="59650">
                  <c:v>24.35</c:v>
                </c:pt>
                <c:pt idx="59651">
                  <c:v>24.35</c:v>
                </c:pt>
                <c:pt idx="59652">
                  <c:v>24.35</c:v>
                </c:pt>
                <c:pt idx="59653">
                  <c:v>24.35</c:v>
                </c:pt>
                <c:pt idx="59654">
                  <c:v>24.35</c:v>
                </c:pt>
                <c:pt idx="59655">
                  <c:v>24.35</c:v>
                </c:pt>
                <c:pt idx="59656">
                  <c:v>24.35</c:v>
                </c:pt>
                <c:pt idx="59657">
                  <c:v>24.35</c:v>
                </c:pt>
                <c:pt idx="59658">
                  <c:v>24.4</c:v>
                </c:pt>
                <c:pt idx="59659">
                  <c:v>24.4</c:v>
                </c:pt>
                <c:pt idx="59660">
                  <c:v>24.4</c:v>
                </c:pt>
                <c:pt idx="59661">
                  <c:v>24.45</c:v>
                </c:pt>
                <c:pt idx="59662">
                  <c:v>24.4</c:v>
                </c:pt>
                <c:pt idx="59663">
                  <c:v>24.4</c:v>
                </c:pt>
                <c:pt idx="59664">
                  <c:v>24.45</c:v>
                </c:pt>
                <c:pt idx="59665">
                  <c:v>24.45</c:v>
                </c:pt>
                <c:pt idx="59666">
                  <c:v>24.45</c:v>
                </c:pt>
                <c:pt idx="59667">
                  <c:v>24.5</c:v>
                </c:pt>
                <c:pt idx="59668">
                  <c:v>24.5</c:v>
                </c:pt>
                <c:pt idx="59669">
                  <c:v>24.55</c:v>
                </c:pt>
                <c:pt idx="59670">
                  <c:v>24.55</c:v>
                </c:pt>
                <c:pt idx="59671">
                  <c:v>24.6</c:v>
                </c:pt>
                <c:pt idx="59672">
                  <c:v>24.6</c:v>
                </c:pt>
                <c:pt idx="59673">
                  <c:v>24.55</c:v>
                </c:pt>
                <c:pt idx="59674">
                  <c:v>24.6</c:v>
                </c:pt>
                <c:pt idx="59675">
                  <c:v>24.55</c:v>
                </c:pt>
                <c:pt idx="59676">
                  <c:v>24.5</c:v>
                </c:pt>
                <c:pt idx="59677">
                  <c:v>24.45</c:v>
                </c:pt>
                <c:pt idx="59678">
                  <c:v>24.4</c:v>
                </c:pt>
                <c:pt idx="59679">
                  <c:v>24.4</c:v>
                </c:pt>
                <c:pt idx="59680">
                  <c:v>24.4</c:v>
                </c:pt>
                <c:pt idx="59681">
                  <c:v>24.35</c:v>
                </c:pt>
                <c:pt idx="59682">
                  <c:v>24.35</c:v>
                </c:pt>
                <c:pt idx="59683">
                  <c:v>24.35</c:v>
                </c:pt>
                <c:pt idx="59684">
                  <c:v>24.35</c:v>
                </c:pt>
                <c:pt idx="59685">
                  <c:v>24.35</c:v>
                </c:pt>
                <c:pt idx="59686">
                  <c:v>24.35</c:v>
                </c:pt>
                <c:pt idx="59687">
                  <c:v>24.35</c:v>
                </c:pt>
                <c:pt idx="59688">
                  <c:v>24.4</c:v>
                </c:pt>
                <c:pt idx="59689">
                  <c:v>24.4</c:v>
                </c:pt>
                <c:pt idx="59690">
                  <c:v>24.45</c:v>
                </c:pt>
                <c:pt idx="59691">
                  <c:v>24.45</c:v>
                </c:pt>
                <c:pt idx="59692">
                  <c:v>24.45</c:v>
                </c:pt>
                <c:pt idx="59693">
                  <c:v>24.5</c:v>
                </c:pt>
                <c:pt idx="59694">
                  <c:v>24.5</c:v>
                </c:pt>
                <c:pt idx="59695">
                  <c:v>24.55</c:v>
                </c:pt>
                <c:pt idx="59696">
                  <c:v>24.55</c:v>
                </c:pt>
                <c:pt idx="59697">
                  <c:v>24.6</c:v>
                </c:pt>
                <c:pt idx="59698">
                  <c:v>24.6</c:v>
                </c:pt>
                <c:pt idx="59699">
                  <c:v>24.65</c:v>
                </c:pt>
                <c:pt idx="59700">
                  <c:v>24.65</c:v>
                </c:pt>
                <c:pt idx="59701">
                  <c:v>24.65</c:v>
                </c:pt>
                <c:pt idx="59702">
                  <c:v>24.7</c:v>
                </c:pt>
                <c:pt idx="59703">
                  <c:v>24.65</c:v>
                </c:pt>
                <c:pt idx="59704">
                  <c:v>24.65</c:v>
                </c:pt>
                <c:pt idx="59705">
                  <c:v>24.6</c:v>
                </c:pt>
                <c:pt idx="59706">
                  <c:v>24.55</c:v>
                </c:pt>
                <c:pt idx="59707">
                  <c:v>24.5</c:v>
                </c:pt>
                <c:pt idx="59708">
                  <c:v>24.45</c:v>
                </c:pt>
                <c:pt idx="59709">
                  <c:v>24.45</c:v>
                </c:pt>
                <c:pt idx="59710">
                  <c:v>24.4</c:v>
                </c:pt>
                <c:pt idx="59711">
                  <c:v>24.4</c:v>
                </c:pt>
                <c:pt idx="59712">
                  <c:v>24.4</c:v>
                </c:pt>
                <c:pt idx="59713">
                  <c:v>24.4</c:v>
                </c:pt>
                <c:pt idx="59714">
                  <c:v>24.4</c:v>
                </c:pt>
                <c:pt idx="59715">
                  <c:v>24.4</c:v>
                </c:pt>
                <c:pt idx="59716">
                  <c:v>24.4</c:v>
                </c:pt>
                <c:pt idx="59717">
                  <c:v>24.4</c:v>
                </c:pt>
                <c:pt idx="59718">
                  <c:v>24.4</c:v>
                </c:pt>
                <c:pt idx="59719">
                  <c:v>24.45</c:v>
                </c:pt>
                <c:pt idx="59720">
                  <c:v>24.45</c:v>
                </c:pt>
                <c:pt idx="59721">
                  <c:v>24.45</c:v>
                </c:pt>
                <c:pt idx="59722">
                  <c:v>24.45</c:v>
                </c:pt>
                <c:pt idx="59723">
                  <c:v>24.5</c:v>
                </c:pt>
                <c:pt idx="59724">
                  <c:v>24.5</c:v>
                </c:pt>
                <c:pt idx="59725">
                  <c:v>24.55</c:v>
                </c:pt>
                <c:pt idx="59726">
                  <c:v>24.55</c:v>
                </c:pt>
                <c:pt idx="59727">
                  <c:v>24.55</c:v>
                </c:pt>
                <c:pt idx="59728">
                  <c:v>24.6</c:v>
                </c:pt>
                <c:pt idx="59729">
                  <c:v>24.6</c:v>
                </c:pt>
                <c:pt idx="59730">
                  <c:v>24.65</c:v>
                </c:pt>
                <c:pt idx="59731">
                  <c:v>24.65</c:v>
                </c:pt>
                <c:pt idx="59732">
                  <c:v>24.65</c:v>
                </c:pt>
                <c:pt idx="59733">
                  <c:v>24.65</c:v>
                </c:pt>
                <c:pt idx="59734">
                  <c:v>24.65</c:v>
                </c:pt>
                <c:pt idx="59735">
                  <c:v>24.6</c:v>
                </c:pt>
                <c:pt idx="59736">
                  <c:v>24.55</c:v>
                </c:pt>
                <c:pt idx="59737">
                  <c:v>24.55</c:v>
                </c:pt>
                <c:pt idx="59738">
                  <c:v>24.45</c:v>
                </c:pt>
                <c:pt idx="59739">
                  <c:v>24.45</c:v>
                </c:pt>
                <c:pt idx="59740">
                  <c:v>24.45</c:v>
                </c:pt>
                <c:pt idx="59741">
                  <c:v>24.4</c:v>
                </c:pt>
                <c:pt idx="59742">
                  <c:v>24.4</c:v>
                </c:pt>
                <c:pt idx="59743">
                  <c:v>24.35</c:v>
                </c:pt>
                <c:pt idx="59744">
                  <c:v>24.35</c:v>
                </c:pt>
                <c:pt idx="59745">
                  <c:v>24.4</c:v>
                </c:pt>
                <c:pt idx="59746">
                  <c:v>24.4</c:v>
                </c:pt>
                <c:pt idx="59747">
                  <c:v>24.4</c:v>
                </c:pt>
                <c:pt idx="59748">
                  <c:v>24.35</c:v>
                </c:pt>
                <c:pt idx="59749">
                  <c:v>24.4</c:v>
                </c:pt>
                <c:pt idx="59750">
                  <c:v>24.4</c:v>
                </c:pt>
                <c:pt idx="59751">
                  <c:v>24.4</c:v>
                </c:pt>
                <c:pt idx="59752">
                  <c:v>24.45</c:v>
                </c:pt>
                <c:pt idx="59753">
                  <c:v>24.45</c:v>
                </c:pt>
                <c:pt idx="59754">
                  <c:v>24.45</c:v>
                </c:pt>
                <c:pt idx="59755">
                  <c:v>24.5</c:v>
                </c:pt>
                <c:pt idx="59756">
                  <c:v>24.5</c:v>
                </c:pt>
                <c:pt idx="59757">
                  <c:v>24.55</c:v>
                </c:pt>
                <c:pt idx="59758">
                  <c:v>24.55</c:v>
                </c:pt>
                <c:pt idx="59759">
                  <c:v>24.6</c:v>
                </c:pt>
                <c:pt idx="59760">
                  <c:v>24.65</c:v>
                </c:pt>
                <c:pt idx="59761">
                  <c:v>24.65</c:v>
                </c:pt>
                <c:pt idx="59762">
                  <c:v>24.65</c:v>
                </c:pt>
                <c:pt idx="59763">
                  <c:v>24.65</c:v>
                </c:pt>
                <c:pt idx="59764">
                  <c:v>24.65</c:v>
                </c:pt>
                <c:pt idx="59765">
                  <c:v>24.6</c:v>
                </c:pt>
                <c:pt idx="59766">
                  <c:v>24.55</c:v>
                </c:pt>
                <c:pt idx="59767">
                  <c:v>24.5</c:v>
                </c:pt>
                <c:pt idx="59768">
                  <c:v>24.5</c:v>
                </c:pt>
                <c:pt idx="59769">
                  <c:v>24.45</c:v>
                </c:pt>
                <c:pt idx="59770">
                  <c:v>24.45</c:v>
                </c:pt>
                <c:pt idx="59771">
                  <c:v>24.4</c:v>
                </c:pt>
                <c:pt idx="59772">
                  <c:v>24.4</c:v>
                </c:pt>
                <c:pt idx="59773">
                  <c:v>24.4</c:v>
                </c:pt>
                <c:pt idx="59774">
                  <c:v>24.4</c:v>
                </c:pt>
                <c:pt idx="59775">
                  <c:v>24.4</c:v>
                </c:pt>
                <c:pt idx="59776">
                  <c:v>24.4</c:v>
                </c:pt>
                <c:pt idx="59777">
                  <c:v>24.4</c:v>
                </c:pt>
                <c:pt idx="59778">
                  <c:v>24.4</c:v>
                </c:pt>
                <c:pt idx="59779">
                  <c:v>24.4</c:v>
                </c:pt>
                <c:pt idx="59780">
                  <c:v>24.45</c:v>
                </c:pt>
                <c:pt idx="59781">
                  <c:v>24.45</c:v>
                </c:pt>
                <c:pt idx="59782">
                  <c:v>24.45</c:v>
                </c:pt>
                <c:pt idx="59783">
                  <c:v>24.45</c:v>
                </c:pt>
                <c:pt idx="59784">
                  <c:v>24.5</c:v>
                </c:pt>
                <c:pt idx="59785">
                  <c:v>24.5</c:v>
                </c:pt>
                <c:pt idx="59786">
                  <c:v>24.55</c:v>
                </c:pt>
                <c:pt idx="59787">
                  <c:v>24.55</c:v>
                </c:pt>
                <c:pt idx="59788">
                  <c:v>24.55</c:v>
                </c:pt>
                <c:pt idx="59789">
                  <c:v>24.55</c:v>
                </c:pt>
                <c:pt idx="59790">
                  <c:v>24.6</c:v>
                </c:pt>
                <c:pt idx="59791">
                  <c:v>24.6</c:v>
                </c:pt>
                <c:pt idx="59792">
                  <c:v>24.6</c:v>
                </c:pt>
                <c:pt idx="59793">
                  <c:v>24.6</c:v>
                </c:pt>
                <c:pt idx="59794">
                  <c:v>24.6</c:v>
                </c:pt>
                <c:pt idx="59795">
                  <c:v>24.55</c:v>
                </c:pt>
                <c:pt idx="59796">
                  <c:v>24.5</c:v>
                </c:pt>
                <c:pt idx="59797">
                  <c:v>24.5</c:v>
                </c:pt>
                <c:pt idx="59798">
                  <c:v>24.45</c:v>
                </c:pt>
                <c:pt idx="59799">
                  <c:v>24.4</c:v>
                </c:pt>
                <c:pt idx="59800">
                  <c:v>24.4</c:v>
                </c:pt>
                <c:pt idx="59801">
                  <c:v>24.35</c:v>
                </c:pt>
                <c:pt idx="59802">
                  <c:v>24.35</c:v>
                </c:pt>
                <c:pt idx="59803">
                  <c:v>24.35</c:v>
                </c:pt>
                <c:pt idx="59804">
                  <c:v>24.35</c:v>
                </c:pt>
                <c:pt idx="59805">
                  <c:v>24.35</c:v>
                </c:pt>
                <c:pt idx="59806">
                  <c:v>24.35</c:v>
                </c:pt>
                <c:pt idx="59807">
                  <c:v>24.4</c:v>
                </c:pt>
                <c:pt idx="59808">
                  <c:v>24.4</c:v>
                </c:pt>
                <c:pt idx="59809">
                  <c:v>24.4</c:v>
                </c:pt>
                <c:pt idx="59810">
                  <c:v>24.4</c:v>
                </c:pt>
                <c:pt idx="59811">
                  <c:v>24.45</c:v>
                </c:pt>
                <c:pt idx="59812">
                  <c:v>24.45</c:v>
                </c:pt>
                <c:pt idx="59813">
                  <c:v>24.5</c:v>
                </c:pt>
                <c:pt idx="59814">
                  <c:v>24.5</c:v>
                </c:pt>
                <c:pt idx="59815">
                  <c:v>24.55</c:v>
                </c:pt>
                <c:pt idx="59816">
                  <c:v>24.55</c:v>
                </c:pt>
                <c:pt idx="59817">
                  <c:v>24.55</c:v>
                </c:pt>
                <c:pt idx="59818">
                  <c:v>24.55</c:v>
                </c:pt>
                <c:pt idx="59819">
                  <c:v>24.6</c:v>
                </c:pt>
                <c:pt idx="59820">
                  <c:v>24.6</c:v>
                </c:pt>
                <c:pt idx="59821">
                  <c:v>24.65</c:v>
                </c:pt>
                <c:pt idx="59822">
                  <c:v>24.65</c:v>
                </c:pt>
                <c:pt idx="59823">
                  <c:v>24.65</c:v>
                </c:pt>
                <c:pt idx="59824">
                  <c:v>24.65</c:v>
                </c:pt>
                <c:pt idx="59825">
                  <c:v>24.6</c:v>
                </c:pt>
                <c:pt idx="59826">
                  <c:v>24.55</c:v>
                </c:pt>
                <c:pt idx="59827">
                  <c:v>24.5</c:v>
                </c:pt>
                <c:pt idx="59828">
                  <c:v>24.5</c:v>
                </c:pt>
                <c:pt idx="59829">
                  <c:v>24.45</c:v>
                </c:pt>
                <c:pt idx="59830">
                  <c:v>24.4</c:v>
                </c:pt>
                <c:pt idx="59831">
                  <c:v>24.4</c:v>
                </c:pt>
                <c:pt idx="59832">
                  <c:v>24.4</c:v>
                </c:pt>
                <c:pt idx="59833">
                  <c:v>24.4</c:v>
                </c:pt>
                <c:pt idx="59834">
                  <c:v>24.4</c:v>
                </c:pt>
                <c:pt idx="59835">
                  <c:v>24.4</c:v>
                </c:pt>
                <c:pt idx="59836">
                  <c:v>24.4</c:v>
                </c:pt>
                <c:pt idx="59837">
                  <c:v>24.4</c:v>
                </c:pt>
                <c:pt idx="59838">
                  <c:v>24.4</c:v>
                </c:pt>
                <c:pt idx="59839">
                  <c:v>24.4</c:v>
                </c:pt>
                <c:pt idx="59840">
                  <c:v>24.45</c:v>
                </c:pt>
                <c:pt idx="59841">
                  <c:v>24.45</c:v>
                </c:pt>
                <c:pt idx="59842">
                  <c:v>24.45</c:v>
                </c:pt>
                <c:pt idx="59843">
                  <c:v>24.45</c:v>
                </c:pt>
                <c:pt idx="59844">
                  <c:v>24.5</c:v>
                </c:pt>
                <c:pt idx="59845">
                  <c:v>24.5</c:v>
                </c:pt>
                <c:pt idx="59846">
                  <c:v>24.5</c:v>
                </c:pt>
                <c:pt idx="59847">
                  <c:v>24.55</c:v>
                </c:pt>
                <c:pt idx="59848">
                  <c:v>24.55</c:v>
                </c:pt>
                <c:pt idx="59849">
                  <c:v>24.6</c:v>
                </c:pt>
                <c:pt idx="59850">
                  <c:v>24.6</c:v>
                </c:pt>
                <c:pt idx="59851">
                  <c:v>24.65</c:v>
                </c:pt>
                <c:pt idx="59852">
                  <c:v>24.7</c:v>
                </c:pt>
                <c:pt idx="59853">
                  <c:v>24.65</c:v>
                </c:pt>
                <c:pt idx="59854">
                  <c:v>24.65</c:v>
                </c:pt>
                <c:pt idx="59855">
                  <c:v>24.6</c:v>
                </c:pt>
                <c:pt idx="59856">
                  <c:v>24.6</c:v>
                </c:pt>
                <c:pt idx="59857">
                  <c:v>24.5</c:v>
                </c:pt>
                <c:pt idx="59858">
                  <c:v>24.5</c:v>
                </c:pt>
                <c:pt idx="59859">
                  <c:v>24.45</c:v>
                </c:pt>
                <c:pt idx="59860">
                  <c:v>24.4</c:v>
                </c:pt>
                <c:pt idx="59861">
                  <c:v>24.4</c:v>
                </c:pt>
                <c:pt idx="59862">
                  <c:v>24.4</c:v>
                </c:pt>
                <c:pt idx="59863">
                  <c:v>24.4</c:v>
                </c:pt>
                <c:pt idx="59864">
                  <c:v>24.4</c:v>
                </c:pt>
                <c:pt idx="59865">
                  <c:v>24.4</c:v>
                </c:pt>
                <c:pt idx="59866">
                  <c:v>24.4</c:v>
                </c:pt>
                <c:pt idx="59867">
                  <c:v>24.4</c:v>
                </c:pt>
                <c:pt idx="59868">
                  <c:v>24.4</c:v>
                </c:pt>
                <c:pt idx="59869">
                  <c:v>24.4</c:v>
                </c:pt>
                <c:pt idx="59870">
                  <c:v>24.45</c:v>
                </c:pt>
                <c:pt idx="59871">
                  <c:v>24.45</c:v>
                </c:pt>
                <c:pt idx="59872">
                  <c:v>24.45</c:v>
                </c:pt>
                <c:pt idx="59873">
                  <c:v>24.5</c:v>
                </c:pt>
                <c:pt idx="59874">
                  <c:v>24.5</c:v>
                </c:pt>
                <c:pt idx="59875">
                  <c:v>24.5</c:v>
                </c:pt>
                <c:pt idx="59876">
                  <c:v>24.55</c:v>
                </c:pt>
                <c:pt idx="59877">
                  <c:v>24.55</c:v>
                </c:pt>
                <c:pt idx="59878">
                  <c:v>24.6</c:v>
                </c:pt>
                <c:pt idx="59879">
                  <c:v>24.6</c:v>
                </c:pt>
                <c:pt idx="59880">
                  <c:v>24.65</c:v>
                </c:pt>
                <c:pt idx="59881">
                  <c:v>24.6</c:v>
                </c:pt>
                <c:pt idx="59882">
                  <c:v>24.65</c:v>
                </c:pt>
                <c:pt idx="59883">
                  <c:v>24.65</c:v>
                </c:pt>
                <c:pt idx="59884">
                  <c:v>24.65</c:v>
                </c:pt>
                <c:pt idx="59885">
                  <c:v>24.6</c:v>
                </c:pt>
                <c:pt idx="59886">
                  <c:v>24.55</c:v>
                </c:pt>
                <c:pt idx="59887">
                  <c:v>24.55</c:v>
                </c:pt>
                <c:pt idx="59888">
                  <c:v>24.5</c:v>
                </c:pt>
                <c:pt idx="59889">
                  <c:v>24.45</c:v>
                </c:pt>
                <c:pt idx="59890">
                  <c:v>24.45</c:v>
                </c:pt>
                <c:pt idx="59891">
                  <c:v>24.4</c:v>
                </c:pt>
                <c:pt idx="59892">
                  <c:v>24.4</c:v>
                </c:pt>
                <c:pt idx="59893">
                  <c:v>24.45</c:v>
                </c:pt>
                <c:pt idx="59894">
                  <c:v>24.4</c:v>
                </c:pt>
                <c:pt idx="59895">
                  <c:v>24.4</c:v>
                </c:pt>
                <c:pt idx="59896">
                  <c:v>24.4</c:v>
                </c:pt>
                <c:pt idx="59897">
                  <c:v>24.4</c:v>
                </c:pt>
                <c:pt idx="59898">
                  <c:v>24.4</c:v>
                </c:pt>
                <c:pt idx="59899">
                  <c:v>24.45</c:v>
                </c:pt>
                <c:pt idx="59900">
                  <c:v>24.4</c:v>
                </c:pt>
                <c:pt idx="59901">
                  <c:v>24.45</c:v>
                </c:pt>
                <c:pt idx="59902">
                  <c:v>24.45</c:v>
                </c:pt>
                <c:pt idx="59903">
                  <c:v>24.45</c:v>
                </c:pt>
                <c:pt idx="59904">
                  <c:v>24.5</c:v>
                </c:pt>
                <c:pt idx="59905">
                  <c:v>24.5</c:v>
                </c:pt>
                <c:pt idx="59906">
                  <c:v>24.5</c:v>
                </c:pt>
                <c:pt idx="59907">
                  <c:v>24.5</c:v>
                </c:pt>
                <c:pt idx="59908">
                  <c:v>24.55</c:v>
                </c:pt>
                <c:pt idx="59909">
                  <c:v>24.6</c:v>
                </c:pt>
                <c:pt idx="59910">
                  <c:v>24.6</c:v>
                </c:pt>
                <c:pt idx="59911">
                  <c:v>24.6</c:v>
                </c:pt>
                <c:pt idx="59912">
                  <c:v>24.6</c:v>
                </c:pt>
                <c:pt idx="59913">
                  <c:v>24.6</c:v>
                </c:pt>
                <c:pt idx="59914">
                  <c:v>24.6</c:v>
                </c:pt>
                <c:pt idx="59915">
                  <c:v>24.6</c:v>
                </c:pt>
                <c:pt idx="59916">
                  <c:v>24.55</c:v>
                </c:pt>
                <c:pt idx="59917">
                  <c:v>24.5</c:v>
                </c:pt>
                <c:pt idx="59918">
                  <c:v>24.5</c:v>
                </c:pt>
                <c:pt idx="59919">
                  <c:v>24.45</c:v>
                </c:pt>
                <c:pt idx="59920">
                  <c:v>24.45</c:v>
                </c:pt>
                <c:pt idx="59921">
                  <c:v>24.4</c:v>
                </c:pt>
                <c:pt idx="59922">
                  <c:v>24.4</c:v>
                </c:pt>
                <c:pt idx="59923">
                  <c:v>24.4</c:v>
                </c:pt>
                <c:pt idx="59924">
                  <c:v>24.4</c:v>
                </c:pt>
                <c:pt idx="59925">
                  <c:v>24.4</c:v>
                </c:pt>
                <c:pt idx="59926">
                  <c:v>24.4</c:v>
                </c:pt>
                <c:pt idx="59927">
                  <c:v>24.4</c:v>
                </c:pt>
                <c:pt idx="59928">
                  <c:v>24.4</c:v>
                </c:pt>
                <c:pt idx="59929">
                  <c:v>24.4</c:v>
                </c:pt>
                <c:pt idx="59930">
                  <c:v>24.45</c:v>
                </c:pt>
                <c:pt idx="59931">
                  <c:v>24.45</c:v>
                </c:pt>
                <c:pt idx="59932">
                  <c:v>24.45</c:v>
                </c:pt>
                <c:pt idx="59933">
                  <c:v>24.45</c:v>
                </c:pt>
                <c:pt idx="59934">
                  <c:v>24.5</c:v>
                </c:pt>
                <c:pt idx="59935">
                  <c:v>24.5</c:v>
                </c:pt>
                <c:pt idx="59936">
                  <c:v>24.5</c:v>
                </c:pt>
                <c:pt idx="59937">
                  <c:v>24.55</c:v>
                </c:pt>
                <c:pt idx="59938">
                  <c:v>24.55</c:v>
                </c:pt>
                <c:pt idx="59939">
                  <c:v>24.55</c:v>
                </c:pt>
                <c:pt idx="59940">
                  <c:v>24.55</c:v>
                </c:pt>
                <c:pt idx="59941">
                  <c:v>24.6</c:v>
                </c:pt>
                <c:pt idx="59942">
                  <c:v>24.6</c:v>
                </c:pt>
                <c:pt idx="59943">
                  <c:v>24.6</c:v>
                </c:pt>
                <c:pt idx="59944">
                  <c:v>24.6</c:v>
                </c:pt>
                <c:pt idx="59945">
                  <c:v>24.55</c:v>
                </c:pt>
                <c:pt idx="59946">
                  <c:v>24.5</c:v>
                </c:pt>
                <c:pt idx="59947">
                  <c:v>24.45</c:v>
                </c:pt>
                <c:pt idx="59948">
                  <c:v>24.4</c:v>
                </c:pt>
                <c:pt idx="59949">
                  <c:v>24.35</c:v>
                </c:pt>
                <c:pt idx="59950">
                  <c:v>24.35</c:v>
                </c:pt>
                <c:pt idx="59951">
                  <c:v>24.35</c:v>
                </c:pt>
                <c:pt idx="59952">
                  <c:v>24.35</c:v>
                </c:pt>
                <c:pt idx="59953">
                  <c:v>24.35</c:v>
                </c:pt>
                <c:pt idx="59954">
                  <c:v>24.35</c:v>
                </c:pt>
                <c:pt idx="59955">
                  <c:v>24.35</c:v>
                </c:pt>
                <c:pt idx="59956">
                  <c:v>24.35</c:v>
                </c:pt>
                <c:pt idx="59957">
                  <c:v>24.35</c:v>
                </c:pt>
                <c:pt idx="59958">
                  <c:v>24.35</c:v>
                </c:pt>
                <c:pt idx="59959">
                  <c:v>24.4</c:v>
                </c:pt>
                <c:pt idx="59960">
                  <c:v>24.4</c:v>
                </c:pt>
                <c:pt idx="59961">
                  <c:v>24.4</c:v>
                </c:pt>
                <c:pt idx="59962">
                  <c:v>24.4</c:v>
                </c:pt>
                <c:pt idx="59963">
                  <c:v>24.45</c:v>
                </c:pt>
                <c:pt idx="59964">
                  <c:v>24.45</c:v>
                </c:pt>
                <c:pt idx="59965">
                  <c:v>24.45</c:v>
                </c:pt>
                <c:pt idx="59966">
                  <c:v>24.5</c:v>
                </c:pt>
                <c:pt idx="59967">
                  <c:v>24.5</c:v>
                </c:pt>
                <c:pt idx="59968">
                  <c:v>24.5</c:v>
                </c:pt>
                <c:pt idx="59969">
                  <c:v>24.55</c:v>
                </c:pt>
                <c:pt idx="59970">
                  <c:v>24.55</c:v>
                </c:pt>
                <c:pt idx="59971">
                  <c:v>24.6</c:v>
                </c:pt>
                <c:pt idx="59972">
                  <c:v>24.6</c:v>
                </c:pt>
                <c:pt idx="59973">
                  <c:v>24.6</c:v>
                </c:pt>
                <c:pt idx="59974">
                  <c:v>24.6</c:v>
                </c:pt>
                <c:pt idx="59975">
                  <c:v>24.55</c:v>
                </c:pt>
                <c:pt idx="59976">
                  <c:v>24.5</c:v>
                </c:pt>
                <c:pt idx="59977">
                  <c:v>24.45</c:v>
                </c:pt>
                <c:pt idx="59978">
                  <c:v>24.45</c:v>
                </c:pt>
                <c:pt idx="59979">
                  <c:v>24.4</c:v>
                </c:pt>
                <c:pt idx="59980">
                  <c:v>24.35</c:v>
                </c:pt>
                <c:pt idx="59981">
                  <c:v>24.35</c:v>
                </c:pt>
                <c:pt idx="59982">
                  <c:v>24.35</c:v>
                </c:pt>
                <c:pt idx="59983">
                  <c:v>24.35</c:v>
                </c:pt>
                <c:pt idx="59984">
                  <c:v>24.35</c:v>
                </c:pt>
                <c:pt idx="59985">
                  <c:v>24.35</c:v>
                </c:pt>
                <c:pt idx="59986">
                  <c:v>24.35</c:v>
                </c:pt>
                <c:pt idx="59987">
                  <c:v>24.35</c:v>
                </c:pt>
                <c:pt idx="59988">
                  <c:v>24.35</c:v>
                </c:pt>
                <c:pt idx="59989">
                  <c:v>24.35</c:v>
                </c:pt>
                <c:pt idx="59990">
                  <c:v>24.35</c:v>
                </c:pt>
                <c:pt idx="59991">
                  <c:v>24.35</c:v>
                </c:pt>
                <c:pt idx="59992">
                  <c:v>24.4</c:v>
                </c:pt>
                <c:pt idx="59993">
                  <c:v>24.4</c:v>
                </c:pt>
                <c:pt idx="59994">
                  <c:v>24.4</c:v>
                </c:pt>
                <c:pt idx="59995">
                  <c:v>24.45</c:v>
                </c:pt>
                <c:pt idx="59996">
                  <c:v>24.45</c:v>
                </c:pt>
                <c:pt idx="59997">
                  <c:v>24.5</c:v>
                </c:pt>
                <c:pt idx="59998">
                  <c:v>24.5</c:v>
                </c:pt>
                <c:pt idx="59999">
                  <c:v>24.55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03-401B-BFF6-5423035BCA4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530848272"/>
        <c:axId val="912376192"/>
      </c:lineChart>
      <c:catAx>
        <c:axId val="1530848272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5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altLang="ko-KR" sz="1050" b="0" i="0" baseline="0">
                    <a:effectLst/>
                  </a:rPr>
                  <a:t>Time [Hr:Min]</a:t>
                </a:r>
                <a:endParaRPr lang="ko-KR" altLang="ko-KR" sz="1050">
                  <a:effectLst/>
                </a:endParaRPr>
              </a:p>
            </c:rich>
          </c:tx>
          <c:layout>
            <c:manualLayout>
              <c:xMode val="edge"/>
              <c:yMode val="edge"/>
              <c:x val="0.44329922603775546"/>
              <c:y val="0.84967559560929007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5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ko-KR"/>
            </a:p>
          </c:txPr>
        </c:title>
        <c:numFmt formatCode="hh:mm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912376192"/>
        <c:crosses val="autoZero"/>
        <c:auto val="1"/>
        <c:lblAlgn val="ctr"/>
        <c:lblOffset val="100"/>
        <c:noMultiLvlLbl val="0"/>
      </c:catAx>
      <c:valAx>
        <c:axId val="912376192"/>
        <c:scaling>
          <c:orientation val="minMax"/>
          <c:min val="2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altLang="ko-KR" sz="1100" b="0" i="0" baseline="0">
                    <a:effectLst/>
                  </a:rPr>
                  <a:t>Temperature [</a:t>
                </a:r>
                <a:r>
                  <a:rPr lang="ko-KR" altLang="ko-KR" sz="1100" b="0" i="0" baseline="0">
                    <a:effectLst/>
                  </a:rPr>
                  <a:t>℃</a:t>
                </a:r>
                <a:r>
                  <a:rPr lang="en-US" altLang="ko-KR" sz="1100" b="0" i="0" baseline="0">
                    <a:effectLst/>
                  </a:rPr>
                  <a:t>]</a:t>
                </a:r>
                <a:endParaRPr lang="ko-KR" altLang="ko-KR" sz="600">
                  <a:effectLst/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ko-KR"/>
            </a:p>
          </c:txPr>
        </c:title>
        <c:numFmt formatCode="0.0_ 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1530848272"/>
        <c:crosses val="autoZero"/>
        <c:crossBetween val="between"/>
      </c:valAx>
      <c:spPr>
        <a:noFill/>
        <a:ln>
          <a:solidFill>
            <a:schemeClr val="bg1">
              <a:lumMod val="95000"/>
            </a:schemeClr>
          </a:solidFill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solidFill>
      <a:schemeClr val="bg1"/>
    </a:solidFill>
    <a:ln w="9525" cap="rnd" cmpd="sng" algn="ctr">
      <a:solidFill>
        <a:schemeClr val="tx1">
          <a:lumMod val="15000"/>
          <a:lumOff val="85000"/>
        </a:schemeClr>
      </a:solidFill>
      <a:round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00F5A64-8F3C-4F5A-B486-9F28062BC37E}" type="datetimeFigureOut">
              <a:rPr lang="ko-KR" altLang="en-US" smtClean="0"/>
              <a:t>2026-02-11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1371600" y="1143000"/>
            <a:ext cx="41148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3239473-BED0-4355-BA58-B6D85C34A4EB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5900370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371600" y="1143000"/>
            <a:ext cx="4114800" cy="3086100"/>
          </a:xfrm>
          <a:ln/>
        </p:spPr>
      </p:sp>
      <p:sp>
        <p:nvSpPr>
          <p:cNvPr id="31747" name="슬라이드 노트 개체 틀 2"/>
          <p:cNvSpPr>
            <a:spLocks noGrp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ko-KR" altLang="en-US" dirty="0"/>
          </a:p>
        </p:txBody>
      </p:sp>
      <p:sp>
        <p:nvSpPr>
          <p:cNvPr id="31748" name="슬라이드 번호 개체 틀 3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D55B030-B5D3-4EE6-99DC-D53F0304AA6E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US" altLang="ko-KR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3748478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/>
              <a:t>클릭하여 마스터 부제목 스타일 편집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47379A-E712-49D0-BC6C-DD953961A39E}" type="datetimeFigureOut">
              <a:rPr lang="ko-KR" altLang="en-US" smtClean="0"/>
              <a:t>2026-02-11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D09FB1-F393-4145-8C10-24D7DDDDD90E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3970338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47379A-E712-49D0-BC6C-DD953961A39E}" type="datetimeFigureOut">
              <a:rPr lang="ko-KR" altLang="en-US" smtClean="0"/>
              <a:t>2026-02-11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D09FB1-F393-4145-8C10-24D7DDDDD90E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6874449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47379A-E712-49D0-BC6C-DD953961A39E}" type="datetimeFigureOut">
              <a:rPr lang="ko-KR" altLang="en-US" smtClean="0"/>
              <a:t>2026-02-11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D09FB1-F393-4145-8C10-24D7DDDDD90E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5033750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47379A-E712-49D0-BC6C-DD953961A39E}" type="datetimeFigureOut">
              <a:rPr lang="ko-KR" altLang="en-US" smtClean="0"/>
              <a:t>2026-02-11</a:t>
            </a:fld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D09FB1-F393-4145-8C10-24D7DDDDD90E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5013831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47379A-E712-49D0-BC6C-DD953961A39E}" type="datetimeFigureOut">
              <a:rPr lang="ko-KR" altLang="en-US" smtClean="0"/>
              <a:t>2026-02-11</a:t>
            </a:fld>
            <a:endParaRPr lang="ko-KR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D09FB1-F393-4145-8C10-24D7DDDDD90E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8558962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47379A-E712-49D0-BC6C-DD953961A39E}" type="datetimeFigureOut">
              <a:rPr lang="ko-KR" altLang="en-US" smtClean="0"/>
              <a:t>2026-02-11</a:t>
            </a:fld>
            <a:endParaRPr lang="ko-KR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D09FB1-F393-4145-8C10-24D7DDDDD90E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0295865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47379A-E712-49D0-BC6C-DD953961A39E}" type="datetimeFigureOut">
              <a:rPr lang="ko-KR" altLang="en-US" smtClean="0"/>
              <a:t>2026-02-11</a:t>
            </a:fld>
            <a:endParaRPr lang="ko-KR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D09FB1-F393-4145-8C10-24D7DDDDD90E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530791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47379A-E712-49D0-BC6C-DD953961A39E}" type="datetimeFigureOut">
              <a:rPr lang="ko-KR" altLang="en-US" smtClean="0"/>
              <a:t>2026-02-11</a:t>
            </a:fld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D09FB1-F393-4145-8C10-24D7DDDDD90E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599692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ko-KR" altLang="en-US"/>
              <a:t>그림을 추가하려면 아이콘을 클릭하십시오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47379A-E712-49D0-BC6C-DD953961A39E}" type="datetimeFigureOut">
              <a:rPr lang="ko-KR" altLang="en-US" smtClean="0"/>
              <a:t>2026-02-11</a:t>
            </a:fld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D09FB1-F393-4145-8C10-24D7DDDDD90E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3575637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47379A-E712-49D0-BC6C-DD953961A39E}" type="datetimeFigureOut">
              <a:rPr lang="ko-KR" altLang="en-US" smtClean="0"/>
              <a:t>2026-02-11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D09FB1-F393-4145-8C10-24D7DDDDD90E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0910364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47379A-E712-49D0-BC6C-DD953961A39E}" type="datetimeFigureOut">
              <a:rPr lang="ko-KR" altLang="en-US" smtClean="0"/>
              <a:t>2026-02-11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D09FB1-F393-4145-8C10-24D7DDDDD90E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1075375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BF47379A-E712-49D0-BC6C-DD953961A39E}" type="datetimeFigureOut">
              <a:rPr lang="ko-KR" altLang="en-US" smtClean="0"/>
              <a:t>2026-02-11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CBD09FB1-F393-4145-8C10-24D7DDDDD90E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5361399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2" name="표 81">
            <a:extLst>
              <a:ext uri="{FF2B5EF4-FFF2-40B4-BE49-F238E27FC236}">
                <a16:creationId xmlns:a16="http://schemas.microsoft.com/office/drawing/2014/main" id="{F0CDC0C4-3068-4DEF-9A74-E6BFEFF4CE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4224443"/>
              </p:ext>
            </p:extLst>
          </p:nvPr>
        </p:nvGraphicFramePr>
        <p:xfrm>
          <a:off x="338824" y="1068308"/>
          <a:ext cx="7983647" cy="1095152"/>
        </p:xfrm>
        <a:graphic>
          <a:graphicData uri="http://schemas.openxmlformats.org/drawingml/2006/table">
            <a:tbl>
              <a:tblPr/>
              <a:tblGrid>
                <a:gridCol w="8521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26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41900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4987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3097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</a:t>
                      </a:r>
                      <a:r>
                        <a:rPr lang="en-US" altLang="ko-KR" sz="800" b="1" i="0" u="none" strike="noStrike" baseline="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item</a:t>
                      </a:r>
                      <a:endParaRPr lang="ko-KR" altLang="en-US" sz="800" b="1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364" marR="4364" marT="43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Reference</a:t>
                      </a:r>
                    </a:p>
                  </a:txBody>
                  <a:tcPr marL="4364" marR="4364" marT="43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 Condition</a:t>
                      </a:r>
                      <a:endParaRPr lang="ko-KR" altLang="en-US" sz="800" b="1" i="0" u="none" strike="noStrike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364" marR="4364" marT="43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 Result</a:t>
                      </a:r>
                    </a:p>
                  </a:txBody>
                  <a:tcPr marL="4364" marR="4364" marT="43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64178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Temperature Operating Test</a:t>
                      </a:r>
                    </a:p>
                  </a:txBody>
                  <a:tcPr marL="4364" marR="4364" marT="43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Spec</a:t>
                      </a:r>
                    </a:p>
                  </a:txBody>
                  <a:tcPr marL="4364" marR="4364" marT="43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▶ Test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Ambient Temperature : 25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℃</a:t>
                      </a:r>
                      <a:endParaRPr lang="en-US" altLang="ko-KR" sz="800" b="0" i="0" u="none" strike="noStrike" kern="1200" baseline="0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▶ Pattern: </a:t>
                      </a: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charge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1.0CP</a:t>
                      </a:r>
                      <a:r>
                        <a:rPr lang="en-US" altLang="ko-KR" sz="800" b="0" i="0" u="none" strike="noStrike" kern="1200" baseline="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to 86.4V 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en-US" altLang="ko-KR" sz="800" b="0" i="0" u="none" strike="noStrike" kern="1200" baseline="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Cell 3.6V) </a:t>
                      </a: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rest</a:t>
                      </a:r>
                      <a:r>
                        <a:rPr lang="ko-KR" altLang="en-US" sz="800" b="0" i="0" u="none" strike="noStrike" kern="1200" baseline="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baseline="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2hr</a:t>
                      </a: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discharge</a:t>
                      </a:r>
                      <a:r>
                        <a:rPr lang="ko-KR" altLang="en-US" sz="800" b="0" i="0" u="none" strike="noStrike" kern="1200" baseline="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baseline="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1.0CP to 64.8V (Cell 2.7V)</a:t>
                      </a: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baseline="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</a:t>
                      </a:r>
                      <a:r>
                        <a:rPr lang="en-US" altLang="ko-KR" sz="800" b="0" i="0" u="none" strike="noStrike" kern="1200" baseline="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rest</a:t>
                      </a:r>
                      <a:r>
                        <a:rPr lang="ko-KR" altLang="en-US" sz="800" b="0" i="0" u="none" strike="noStrike" kern="1200" baseline="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baseline="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8hr</a:t>
                      </a: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1-cycle</a:t>
                      </a:r>
                    </a:p>
                  </a:txBody>
                  <a:tcPr marL="77913" marR="77913" marT="38957" marB="38957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Charge Capacity : 168.35Ah (63min 25sec)</a:t>
                      </a: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Charge Energy : 13868Wh </a:t>
                      </a: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Discharge Capacity : 167.15Ah (57min 46sec)</a:t>
                      </a: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Discharge Energy : 12632Wh </a:t>
                      </a:r>
                      <a:endParaRPr lang="en-US" sz="800" b="0" i="0" u="none" strike="noStrike" kern="1200" baseline="0" dirty="0">
                        <a:solidFill>
                          <a:srgbClr val="0000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8957" marR="38957" marT="38957" marB="38957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6" name="실행 단추: 홈 2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154936F-257D-4F63-80A9-D66C2F96A7FD}"/>
              </a:ext>
            </a:extLst>
          </p:cNvPr>
          <p:cNvSpPr/>
          <p:nvPr/>
        </p:nvSpPr>
        <p:spPr bwMode="auto">
          <a:xfrm>
            <a:off x="8027404" y="204953"/>
            <a:ext cx="211015" cy="211015"/>
          </a:xfrm>
          <a:prstGeom prst="actionButtonHome">
            <a:avLst/>
          </a:prstGeom>
          <a:solidFill>
            <a:schemeClr val="bg2">
              <a:lumMod val="20000"/>
              <a:lumOff val="80000"/>
            </a:schemeClr>
          </a:solidFill>
          <a:ln w="9525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7913" tIns="38957" rIns="77913" bIns="38957" numCol="1" rtlCol="0" anchor="t" anchorCtr="0" compatLnSpc="1">
            <a:prstTxWarp prst="textNoShape">
              <a:avLst/>
            </a:prstTxWarp>
          </a:bodyPr>
          <a:lstStyle/>
          <a:p>
            <a:pPr defTabSz="844083" latinLnBrk="1">
              <a:defRPr/>
            </a:pPr>
            <a:endParaRPr lang="ko-KR" altLang="en-US" sz="1534" dirty="0">
              <a:ln>
                <a:solidFill>
                  <a:srgbClr val="1F497D">
                    <a:lumMod val="50000"/>
                    <a:lumOff val="50000"/>
                  </a:srgbClr>
                </a:solidFill>
              </a:ln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pic>
        <p:nvPicPr>
          <p:cNvPr id="60" name="그림 59">
            <a:extLst>
              <a:ext uri="{FF2B5EF4-FFF2-40B4-BE49-F238E27FC236}">
                <a16:creationId xmlns:a16="http://schemas.microsoft.com/office/drawing/2014/main" id="{E620421B-24C9-4B43-9A5F-4AF8E5615B09}"/>
              </a:ext>
            </a:extLst>
          </p:cNvPr>
          <p:cNvPicPr>
            <a:picLocks noChangeAspect="1"/>
          </p:cNvPicPr>
          <p:nvPr/>
        </p:nvPicPr>
        <p:blipFill>
          <a:blip r:embed="rId3" cstate="hq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340667" y="2574060"/>
            <a:ext cx="1333218" cy="3623552"/>
          </a:xfrm>
          <a:prstGeom prst="rect">
            <a:avLst/>
          </a:prstGeom>
        </p:spPr>
      </p:pic>
      <p:sp>
        <p:nvSpPr>
          <p:cNvPr id="62" name="TextBox 61">
            <a:extLst>
              <a:ext uri="{FF2B5EF4-FFF2-40B4-BE49-F238E27FC236}">
                <a16:creationId xmlns:a16="http://schemas.microsoft.com/office/drawing/2014/main" id="{F29286F9-13A0-4DD5-AF89-683FA8D93015}"/>
              </a:ext>
            </a:extLst>
          </p:cNvPr>
          <p:cNvSpPr txBox="1"/>
          <p:nvPr/>
        </p:nvSpPr>
        <p:spPr>
          <a:xfrm>
            <a:off x="5710939" y="6132280"/>
            <a:ext cx="676788" cy="2485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15" dirty="0"/>
              <a:t>Top View</a:t>
            </a:r>
            <a:endParaRPr lang="ko-KR" altLang="en-US" sz="1015" dirty="0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48BC60CA-C4D8-480E-B6AC-B0C8B16E427F}"/>
              </a:ext>
            </a:extLst>
          </p:cNvPr>
          <p:cNvSpPr txBox="1"/>
          <p:nvPr/>
        </p:nvSpPr>
        <p:spPr>
          <a:xfrm>
            <a:off x="5270519" y="2339618"/>
            <a:ext cx="1592103" cy="2485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15" dirty="0"/>
              <a:t>Cell</a:t>
            </a:r>
            <a:r>
              <a:rPr lang="ko-KR" altLang="en-US" sz="1015" dirty="0"/>
              <a:t> </a:t>
            </a:r>
            <a:r>
              <a:rPr lang="en-US" altLang="ko-KR" sz="1015" dirty="0"/>
              <a:t>Max Temperature [</a:t>
            </a:r>
            <a:r>
              <a:rPr lang="ko-KR" altLang="en-US" sz="1015" dirty="0"/>
              <a:t>℃</a:t>
            </a:r>
            <a:r>
              <a:rPr lang="en-US" altLang="ko-KR" sz="1015" dirty="0"/>
              <a:t>]</a:t>
            </a:r>
            <a:endParaRPr lang="ko-KR" altLang="en-US" sz="1015" dirty="0"/>
          </a:p>
        </p:txBody>
      </p:sp>
      <p:graphicFrame>
        <p:nvGraphicFramePr>
          <p:cNvPr id="89" name="표 88">
            <a:extLst>
              <a:ext uri="{FF2B5EF4-FFF2-40B4-BE49-F238E27FC236}">
                <a16:creationId xmlns:a16="http://schemas.microsoft.com/office/drawing/2014/main" id="{7A86C716-907D-48FA-AEA6-F594D115CC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967840"/>
              </p:ext>
            </p:extLst>
          </p:nvPr>
        </p:nvGraphicFramePr>
        <p:xfrm>
          <a:off x="1112663" y="5268229"/>
          <a:ext cx="3388539" cy="109665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29513">
                  <a:extLst>
                    <a:ext uri="{9D8B030D-6E8A-4147-A177-3AD203B41FA5}">
                      <a16:colId xmlns:a16="http://schemas.microsoft.com/office/drawing/2014/main" val="124840734"/>
                    </a:ext>
                  </a:extLst>
                </a:gridCol>
                <a:gridCol w="1129513">
                  <a:extLst>
                    <a:ext uri="{9D8B030D-6E8A-4147-A177-3AD203B41FA5}">
                      <a16:colId xmlns:a16="http://schemas.microsoft.com/office/drawing/2014/main" val="4110838690"/>
                    </a:ext>
                  </a:extLst>
                </a:gridCol>
                <a:gridCol w="1129513">
                  <a:extLst>
                    <a:ext uri="{9D8B030D-6E8A-4147-A177-3AD203B41FA5}">
                      <a16:colId xmlns:a16="http://schemas.microsoft.com/office/drawing/2014/main" val="1805321317"/>
                    </a:ext>
                  </a:extLst>
                </a:gridCol>
              </a:tblGrid>
              <a:tr h="214172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Test Result</a:t>
                      </a:r>
                      <a:endParaRPr lang="ko-KR" altLang="en-US" sz="1000" dirty="0"/>
                    </a:p>
                  </a:txBody>
                  <a:tcPr marL="0" marR="0" marT="33231" marB="33231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2723800"/>
                  </a:ext>
                </a:extLst>
              </a:tr>
              <a:tr h="221206">
                <a:tc>
                  <a:txBody>
                    <a:bodyPr/>
                    <a:lstStyle/>
                    <a:p>
                      <a:pPr latinLnBrk="1"/>
                      <a:endParaRPr lang="ko-KR" altLang="en-US" sz="1000"/>
                    </a:p>
                  </a:txBody>
                  <a:tcPr marL="0" marR="0" marT="33231" marB="33231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Max Temp[</a:t>
                      </a:r>
                      <a:r>
                        <a:rPr lang="ko-KR" altLang="en-US" sz="1000" dirty="0"/>
                        <a:t>℃</a:t>
                      </a:r>
                      <a:r>
                        <a:rPr lang="en-US" altLang="ko-KR" sz="1000" dirty="0"/>
                        <a:t>]</a:t>
                      </a:r>
                      <a:endParaRPr lang="ko-KR" altLang="en-US" sz="1000" dirty="0"/>
                    </a:p>
                  </a:txBody>
                  <a:tcPr marL="0" marR="0" marT="33231" marB="33231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Average Temp[</a:t>
                      </a:r>
                      <a:r>
                        <a:rPr lang="ko-KR" altLang="en-US" sz="1000" dirty="0"/>
                        <a:t>℃</a:t>
                      </a:r>
                      <a:r>
                        <a:rPr lang="en-US" altLang="ko-KR" sz="1000" dirty="0"/>
                        <a:t>]</a:t>
                      </a:r>
                      <a:endParaRPr lang="ko-KR" altLang="en-US" sz="1000" dirty="0"/>
                    </a:p>
                  </a:txBody>
                  <a:tcPr marL="0" marR="0" marT="33231" marB="33231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8574381"/>
                  </a:ext>
                </a:extLst>
              </a:tr>
              <a:tr h="21417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kern="1200" dirty="0"/>
                        <a:t>T8 (Max)</a:t>
                      </a:r>
                      <a:endParaRPr lang="en-US" altLang="ko-KR" sz="10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33231" marB="33231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696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lt"/>
                          <a:ea typeface="+mn-ea"/>
                          <a:cs typeface="+mn-cs"/>
                        </a:rPr>
                        <a:t>47.60</a:t>
                      </a:r>
                      <a:endParaRPr lang="ko-KR" altLang="en-US" sz="1000" kern="1200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33231" marB="33231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30.50</a:t>
                      </a:r>
                      <a:endParaRPr lang="ko-KR" altLang="en-US" sz="10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33231" marB="33231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1684776"/>
                  </a:ext>
                </a:extLst>
              </a:tr>
              <a:tr h="21417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kern="1200" dirty="0"/>
                        <a:t>T16 (Min)</a:t>
                      </a:r>
                      <a:endParaRPr lang="en-US" altLang="ko-KR" sz="10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33231" marB="33231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41.95</a:t>
                      </a:r>
                      <a:endParaRPr lang="ko-KR" altLang="en-US" sz="10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33231" marB="33231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27.06</a:t>
                      </a:r>
                      <a:endParaRPr lang="ko-KR" altLang="en-US" sz="10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33231" marB="33231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8041471"/>
                  </a:ext>
                </a:extLst>
              </a:tr>
              <a:tr h="21417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kern="1200" dirty="0"/>
                        <a:t>△</a:t>
                      </a:r>
                      <a:r>
                        <a:rPr lang="en-US" altLang="ko-KR" sz="1000" kern="1200" dirty="0"/>
                        <a:t>T (Max-Min)</a:t>
                      </a:r>
                      <a:endParaRPr lang="en-US" altLang="ko-KR" sz="10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33231" marB="33231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5.65</a:t>
                      </a:r>
                      <a:endParaRPr lang="ko-KR" altLang="en-US" sz="10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33231" marB="33231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3.77</a:t>
                      </a:r>
                      <a:endParaRPr lang="ko-KR" altLang="en-US" sz="10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33231" marB="33231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21151619"/>
                  </a:ext>
                </a:extLst>
              </a:tr>
            </a:tbl>
          </a:graphicData>
        </a:graphic>
      </p:graphicFrame>
      <p:graphicFrame>
        <p:nvGraphicFramePr>
          <p:cNvPr id="44" name="차트 43">
            <a:extLst>
              <a:ext uri="{FF2B5EF4-FFF2-40B4-BE49-F238E27FC236}">
                <a16:creationId xmlns:a16="http://schemas.microsoft.com/office/drawing/2014/main" id="{4CE60173-6951-468A-A868-B741A946CE8A}"/>
              </a:ext>
            </a:extLst>
          </p:cNvPr>
          <p:cNvGraphicFramePr>
            <a:graphicFrameLocks/>
          </p:cNvGraphicFramePr>
          <p:nvPr/>
        </p:nvGraphicFramePr>
        <p:xfrm>
          <a:off x="530831" y="2381112"/>
          <a:ext cx="4518050" cy="28716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pSp>
        <p:nvGrpSpPr>
          <p:cNvPr id="64" name="그룹 63">
            <a:extLst>
              <a:ext uri="{FF2B5EF4-FFF2-40B4-BE49-F238E27FC236}">
                <a16:creationId xmlns:a16="http://schemas.microsoft.com/office/drawing/2014/main" id="{73AF4A1F-73A9-487D-B97B-0361816CA33D}"/>
              </a:ext>
            </a:extLst>
          </p:cNvPr>
          <p:cNvGrpSpPr/>
          <p:nvPr/>
        </p:nvGrpSpPr>
        <p:grpSpPr>
          <a:xfrm>
            <a:off x="1019263" y="2748348"/>
            <a:ext cx="4037390" cy="1764956"/>
            <a:chOff x="5440176" y="2678312"/>
            <a:chExt cx="4126882" cy="1875760"/>
          </a:xfrm>
        </p:grpSpPr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4AF11EED-FA73-49AA-8112-74E45D1D58D2}"/>
                </a:ext>
              </a:extLst>
            </p:cNvPr>
            <p:cNvSpPr/>
            <p:nvPr/>
          </p:nvSpPr>
          <p:spPr>
            <a:xfrm>
              <a:off x="5440176" y="2679383"/>
              <a:ext cx="288250" cy="1871662"/>
            </a:xfrm>
            <a:prstGeom prst="rect">
              <a:avLst/>
            </a:prstGeom>
            <a:solidFill>
              <a:srgbClr val="FFF2CC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62"/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47E39A3F-FAD9-4AEF-8FF5-9D29D9D42635}"/>
                </a:ext>
              </a:extLst>
            </p:cNvPr>
            <p:cNvSpPr/>
            <p:nvPr/>
          </p:nvSpPr>
          <p:spPr>
            <a:xfrm>
              <a:off x="6189770" y="2679383"/>
              <a:ext cx="233667" cy="1871662"/>
            </a:xfrm>
            <a:prstGeom prst="rect">
              <a:avLst/>
            </a:prstGeom>
            <a:solidFill>
              <a:srgbClr val="D1CDFF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62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26160BFD-994B-4D39-B9E1-CF273B2E33AC}"/>
                </a:ext>
              </a:extLst>
            </p:cNvPr>
            <p:cNvSpPr txBox="1"/>
            <p:nvPr/>
          </p:nvSpPr>
          <p:spPr>
            <a:xfrm>
              <a:off x="5444939" y="4365308"/>
              <a:ext cx="414877" cy="1887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554" dirty="0"/>
                <a:t>Charge</a:t>
              </a:r>
              <a:endParaRPr lang="ko-KR" altLang="en-US" sz="554" dirty="0"/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C9489A4A-156C-4F40-9983-7657D4249FBD}"/>
                </a:ext>
              </a:extLst>
            </p:cNvPr>
            <p:cNvSpPr txBox="1"/>
            <p:nvPr/>
          </p:nvSpPr>
          <p:spPr>
            <a:xfrm>
              <a:off x="6164542" y="4365308"/>
              <a:ext cx="504997" cy="1887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554" dirty="0"/>
                <a:t>Discharge</a:t>
              </a:r>
              <a:endParaRPr lang="ko-KR" altLang="en-US" sz="554" dirty="0"/>
            </a:p>
          </p:txBody>
        </p:sp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92E74CD9-0AD4-42F5-BB27-DA06402FB148}"/>
                </a:ext>
              </a:extLst>
            </p:cNvPr>
            <p:cNvSpPr/>
            <p:nvPr/>
          </p:nvSpPr>
          <p:spPr>
            <a:xfrm>
              <a:off x="5728427" y="2679382"/>
              <a:ext cx="461342" cy="1871662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62"/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B0186781-20EF-477E-8F41-C95E12011E3A}"/>
                </a:ext>
              </a:extLst>
            </p:cNvPr>
            <p:cNvSpPr txBox="1"/>
            <p:nvPr/>
          </p:nvSpPr>
          <p:spPr>
            <a:xfrm>
              <a:off x="5815003" y="4365308"/>
              <a:ext cx="329673" cy="1887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554" dirty="0"/>
                <a:t>Rest</a:t>
              </a:r>
              <a:endParaRPr lang="ko-KR" altLang="en-US" sz="554" dirty="0"/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8C2AE53C-1D1F-488C-BA6A-66D709241DA1}"/>
                </a:ext>
              </a:extLst>
            </p:cNvPr>
            <p:cNvSpPr/>
            <p:nvPr/>
          </p:nvSpPr>
          <p:spPr>
            <a:xfrm>
              <a:off x="6424645" y="2678312"/>
              <a:ext cx="3142413" cy="1871662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62"/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42A849B2-7E98-4C1D-8349-77DCCF319374}"/>
                </a:ext>
              </a:extLst>
            </p:cNvPr>
            <p:cNvSpPr txBox="1"/>
            <p:nvPr/>
          </p:nvSpPr>
          <p:spPr>
            <a:xfrm>
              <a:off x="7670969" y="4365308"/>
              <a:ext cx="329673" cy="1887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554" dirty="0"/>
                <a:t>Rest</a:t>
              </a:r>
              <a:endParaRPr lang="ko-KR" altLang="en-US" sz="554" dirty="0"/>
            </a:p>
          </p:txBody>
        </p:sp>
      </p:grp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2CDC125B-C7A6-491A-9B8A-571D61B0563F}"/>
              </a:ext>
            </a:extLst>
          </p:cNvPr>
          <p:cNvCxnSpPr>
            <a:cxnSpLocks/>
          </p:cNvCxnSpPr>
          <p:nvPr/>
        </p:nvCxnSpPr>
        <p:spPr>
          <a:xfrm>
            <a:off x="1973647" y="2908282"/>
            <a:ext cx="330205" cy="0"/>
          </a:xfrm>
          <a:prstGeom prst="straightConnector1">
            <a:avLst/>
          </a:prstGeom>
          <a:ln>
            <a:solidFill>
              <a:srgbClr val="FF0000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TextBox 48">
            <a:extLst>
              <a:ext uri="{FF2B5EF4-FFF2-40B4-BE49-F238E27FC236}">
                <a16:creationId xmlns:a16="http://schemas.microsoft.com/office/drawing/2014/main" id="{8923FA6A-44FA-43BD-8578-26465411F3EE}"/>
              </a:ext>
            </a:extLst>
          </p:cNvPr>
          <p:cNvSpPr txBox="1"/>
          <p:nvPr/>
        </p:nvSpPr>
        <p:spPr>
          <a:xfrm>
            <a:off x="2267015" y="2753818"/>
            <a:ext cx="717956" cy="31944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38" b="1" dirty="0">
                <a:solidFill>
                  <a:srgbClr val="FF0000"/>
                </a:solidFill>
              </a:rPr>
              <a:t>T max : 47.6</a:t>
            </a:r>
            <a:r>
              <a:rPr lang="ko-KR" altLang="en-US" sz="738" b="1" dirty="0">
                <a:solidFill>
                  <a:srgbClr val="FF0000"/>
                </a:solidFill>
              </a:rPr>
              <a:t>℃</a:t>
            </a: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8974FB0D-35D8-4B42-AA75-061C2039F373}"/>
              </a:ext>
            </a:extLst>
          </p:cNvPr>
          <p:cNvGraphicFramePr>
            <a:graphicFrameLocks noGrp="1"/>
          </p:cNvGraphicFramePr>
          <p:nvPr/>
        </p:nvGraphicFramePr>
        <p:xfrm>
          <a:off x="5441235" y="2645766"/>
          <a:ext cx="1121898" cy="3378931"/>
        </p:xfrm>
        <a:graphic>
          <a:graphicData uri="http://schemas.openxmlformats.org/drawingml/2006/table">
            <a:tbl>
              <a:tblPr/>
              <a:tblGrid>
                <a:gridCol w="373966">
                  <a:extLst>
                    <a:ext uri="{9D8B030D-6E8A-4147-A177-3AD203B41FA5}">
                      <a16:colId xmlns:a16="http://schemas.microsoft.com/office/drawing/2014/main" val="774665397"/>
                    </a:ext>
                  </a:extLst>
                </a:gridCol>
                <a:gridCol w="373966">
                  <a:extLst>
                    <a:ext uri="{9D8B030D-6E8A-4147-A177-3AD203B41FA5}">
                      <a16:colId xmlns:a16="http://schemas.microsoft.com/office/drawing/2014/main" val="1230969686"/>
                    </a:ext>
                  </a:extLst>
                </a:gridCol>
                <a:gridCol w="373966">
                  <a:extLst>
                    <a:ext uri="{9D8B030D-6E8A-4147-A177-3AD203B41FA5}">
                      <a16:colId xmlns:a16="http://schemas.microsoft.com/office/drawing/2014/main" val="728208974"/>
                    </a:ext>
                  </a:extLst>
                </a:gridCol>
              </a:tblGrid>
              <a:tr h="43612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맑은 고딕" panose="020B0503020000020004" pitchFamily="50" charset="-127"/>
                        </a:rPr>
                        <a:t>41.95 </a:t>
                      </a:r>
                    </a:p>
                  </a:txBody>
                  <a:tcPr marL="8792" marR="8792" marT="8792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>
                        <a:alpha val="7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맑은 고딕" panose="020B0503020000020004" pitchFamily="50" charset="-127"/>
                        </a:rPr>
                        <a:t>43.45 </a:t>
                      </a:r>
                    </a:p>
                  </a:txBody>
                  <a:tcPr marL="8792" marR="8792" marT="8792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F00">
                        <a:alpha val="7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맑은 고딕" panose="020B0503020000020004" pitchFamily="50" charset="-127"/>
                        </a:rPr>
                        <a:t>42.95 </a:t>
                      </a:r>
                    </a:p>
                  </a:txBody>
                  <a:tcPr marL="8792" marR="8792" marT="879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B00">
                        <a:alpha val="7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4246820"/>
                  </a:ext>
                </a:extLst>
              </a:tr>
              <a:tr h="42649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맑은 고딕" panose="020B0503020000020004" pitchFamily="50" charset="-127"/>
                        </a:rPr>
                        <a:t>45.00 </a:t>
                      </a:r>
                    </a:p>
                  </a:txBody>
                  <a:tcPr marL="8792" marR="8792" marT="879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D00">
                        <a:alpha val="7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맑은 고딕" panose="020B0503020000020004" pitchFamily="50" charset="-127"/>
                        </a:rPr>
                        <a:t>45.90 </a:t>
                      </a:r>
                    </a:p>
                  </a:txBody>
                  <a:tcPr marL="8792" marR="8792" marT="879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400">
                        <a:alpha val="7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맑은 고딕" panose="020B0503020000020004" pitchFamily="50" charset="-127"/>
                        </a:rPr>
                        <a:t>44.55 </a:t>
                      </a:r>
                    </a:p>
                  </a:txBody>
                  <a:tcPr marL="8792" marR="8792" marT="879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300">
                        <a:alpha val="7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9020531"/>
                  </a:ext>
                </a:extLst>
              </a:tr>
              <a:tr h="85298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맑은 고딕" panose="020B0503020000020004" pitchFamily="50" charset="-127"/>
                        </a:rPr>
                        <a:t>46.35 </a:t>
                      </a:r>
                    </a:p>
                  </a:txBody>
                  <a:tcPr marL="8792" marR="8792" marT="879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9832">
                        <a:alpha val="7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맑은 고딕" panose="020B0503020000020004" pitchFamily="50" charset="-127"/>
                        </a:rPr>
                        <a:t>47.35 </a:t>
                      </a:r>
                    </a:p>
                  </a:txBody>
                  <a:tcPr marL="8792" marR="8792" marT="879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96F64">
                        <a:alpha val="7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맑은 고딕" panose="020B0503020000020004" pitchFamily="50" charset="-127"/>
                        </a:rPr>
                        <a:t>46.40 </a:t>
                      </a:r>
                    </a:p>
                  </a:txBody>
                  <a:tcPr marL="8792" marR="8792" marT="879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903B">
                        <a:alpha val="7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15168"/>
                  </a:ext>
                </a:extLst>
              </a:tr>
              <a:tr h="84588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맑은 고딕" panose="020B0503020000020004" pitchFamily="50" charset="-127"/>
                        </a:rPr>
                        <a:t>46.65 </a:t>
                      </a:r>
                    </a:p>
                  </a:txBody>
                  <a:tcPr marL="8792" marR="8792" marT="879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B8D3E">
                        <a:alpha val="7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맑은 고딕" panose="020B0503020000020004" pitchFamily="50" charset="-127"/>
                        </a:rPr>
                        <a:t>47.60 </a:t>
                      </a:r>
                    </a:p>
                  </a:txBody>
                  <a:tcPr marL="8792" marR="8792" marT="8792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696B">
                        <a:alpha val="7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맑은 고딕" panose="020B0503020000020004" pitchFamily="50" charset="-127"/>
                        </a:rPr>
                        <a:t>46.75 </a:t>
                      </a:r>
                    </a:p>
                  </a:txBody>
                  <a:tcPr marL="8792" marR="8792" marT="8792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B834B">
                        <a:alpha val="7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55554"/>
                  </a:ext>
                </a:extLst>
              </a:tr>
              <a:tr h="41227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맑은 고딕" panose="020B0503020000020004" pitchFamily="50" charset="-127"/>
                        </a:rPr>
                        <a:t>46.35 </a:t>
                      </a:r>
                    </a:p>
                  </a:txBody>
                  <a:tcPr marL="8792" marR="8792" marT="879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A225">
                        <a:alpha val="7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맑은 고딕" panose="020B0503020000020004" pitchFamily="50" charset="-127"/>
                        </a:rPr>
                        <a:t>47.05 </a:t>
                      </a:r>
                    </a:p>
                  </a:txBody>
                  <a:tcPr marL="8792" marR="8792" marT="879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B8845">
                        <a:alpha val="7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맑은 고딕" panose="020B0503020000020004" pitchFamily="50" charset="-127"/>
                        </a:rPr>
                        <a:t>45.65 </a:t>
                      </a:r>
                    </a:p>
                  </a:txBody>
                  <a:tcPr marL="8792" marR="8792" marT="879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B40F">
                        <a:alpha val="7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09707"/>
                  </a:ext>
                </a:extLst>
              </a:tr>
              <a:tr h="40517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맑은 고딕" panose="020B0503020000020004" pitchFamily="50" charset="-127"/>
                        </a:rPr>
                        <a:t>44.80 </a:t>
                      </a:r>
                    </a:p>
                  </a:txBody>
                  <a:tcPr marL="8792" marR="8792" marT="879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F00">
                        <a:alpha val="7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맑은 고딕" panose="020B0503020000020004" pitchFamily="50" charset="-127"/>
                        </a:rPr>
                        <a:t>44.95 </a:t>
                      </a:r>
                    </a:p>
                  </a:txBody>
                  <a:tcPr marL="8792" marR="8792" marT="879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F00">
                        <a:alpha val="7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맑은 고딕" panose="020B0503020000020004" pitchFamily="50" charset="-127"/>
                        </a:rPr>
                        <a:t>42.55 </a:t>
                      </a:r>
                    </a:p>
                  </a:txBody>
                  <a:tcPr marL="8792" marR="8792" marT="879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00">
                        <a:alpha val="7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7232062"/>
                  </a:ext>
                </a:extLst>
              </a:tr>
            </a:tbl>
          </a:graphicData>
        </a:graphic>
      </p:graphicFrame>
      <p:sp>
        <p:nvSpPr>
          <p:cNvPr id="103" name="사각형: 둥근 모서리 102">
            <a:extLst>
              <a:ext uri="{FF2B5EF4-FFF2-40B4-BE49-F238E27FC236}">
                <a16:creationId xmlns:a16="http://schemas.microsoft.com/office/drawing/2014/main" id="{406BC60E-32F1-4090-8BFD-6FA5A3F7FD26}"/>
              </a:ext>
            </a:extLst>
          </p:cNvPr>
          <p:cNvSpPr/>
          <p:nvPr/>
        </p:nvSpPr>
        <p:spPr>
          <a:xfrm>
            <a:off x="5869672" y="4819716"/>
            <a:ext cx="290550" cy="168413"/>
          </a:xfrm>
          <a:prstGeom prst="roundRect">
            <a:avLst/>
          </a:prstGeom>
          <a:solidFill>
            <a:schemeClr val="bg1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noAutofit/>
          </a:bodyPr>
          <a:lstStyle/>
          <a:p>
            <a:pPr algn="ctr"/>
            <a:r>
              <a:rPr lang="en-US" altLang="ko-KR" sz="1015" b="1" dirty="0">
                <a:solidFill>
                  <a:srgbClr val="FF0000"/>
                </a:solidFill>
              </a:rPr>
              <a:t>T8</a:t>
            </a:r>
            <a:endParaRPr lang="ko-KR" altLang="en-US" sz="1015" b="1" dirty="0">
              <a:solidFill>
                <a:srgbClr val="FF0000"/>
              </a:solidFill>
            </a:endParaRPr>
          </a:p>
        </p:txBody>
      </p:sp>
      <p:sp>
        <p:nvSpPr>
          <p:cNvPr id="105" name="사각형: 둥근 모서리 104">
            <a:extLst>
              <a:ext uri="{FF2B5EF4-FFF2-40B4-BE49-F238E27FC236}">
                <a16:creationId xmlns:a16="http://schemas.microsoft.com/office/drawing/2014/main" id="{ED0F04EE-17DC-4839-B68F-6273B4FEF6B7}"/>
              </a:ext>
            </a:extLst>
          </p:cNvPr>
          <p:cNvSpPr/>
          <p:nvPr/>
        </p:nvSpPr>
        <p:spPr>
          <a:xfrm>
            <a:off x="5478495" y="2945034"/>
            <a:ext cx="290550" cy="168413"/>
          </a:xfrm>
          <a:prstGeom prst="roundRect">
            <a:avLst/>
          </a:prstGeom>
          <a:solidFill>
            <a:schemeClr val="bg1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noAutofit/>
          </a:bodyPr>
          <a:lstStyle/>
          <a:p>
            <a:pPr algn="ctr"/>
            <a:r>
              <a:rPr lang="en-US" altLang="ko-KR" sz="1015" b="1" dirty="0">
                <a:solidFill>
                  <a:srgbClr val="FF0000"/>
                </a:solidFill>
              </a:rPr>
              <a:t>T16</a:t>
            </a:r>
            <a:endParaRPr lang="ko-KR" altLang="en-US" sz="1015" b="1" dirty="0">
              <a:solidFill>
                <a:srgbClr val="FF0000"/>
              </a:solidFill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C872DE6F-AE4D-427F-ADAC-CAFA65679758}"/>
              </a:ext>
            </a:extLst>
          </p:cNvPr>
          <p:cNvCxnSpPr/>
          <p:nvPr/>
        </p:nvCxnSpPr>
        <p:spPr>
          <a:xfrm>
            <a:off x="203239" y="599462"/>
            <a:ext cx="1755118" cy="0"/>
          </a:xfrm>
          <a:prstGeom prst="line">
            <a:avLst/>
          </a:prstGeom>
          <a:noFill/>
          <a:ln w="9525" cap="flat" cmpd="sng" algn="ctr">
            <a:solidFill>
              <a:sysClr val="windowText" lastClr="000000"/>
            </a:solidFill>
            <a:prstDash val="solid"/>
          </a:ln>
          <a:effectLst/>
        </p:spPr>
      </p:cxnSp>
      <p:sp>
        <p:nvSpPr>
          <p:cNvPr id="37" name="제목 1">
            <a:extLst>
              <a:ext uri="{FF2B5EF4-FFF2-40B4-BE49-F238E27FC236}">
                <a16:creationId xmlns:a16="http://schemas.microsoft.com/office/drawing/2014/main" id="{8339A7A2-7D82-46F8-8467-E0304F9C8BEC}"/>
              </a:ext>
            </a:extLst>
          </p:cNvPr>
          <p:cNvSpPr txBox="1">
            <a:spLocks/>
          </p:cNvSpPr>
          <p:nvPr/>
        </p:nvSpPr>
        <p:spPr>
          <a:xfrm>
            <a:off x="55490" y="262160"/>
            <a:ext cx="6311173" cy="402980"/>
          </a:xfrm>
          <a:prstGeom prst="rect">
            <a:avLst/>
          </a:prstGeom>
        </p:spPr>
        <p:txBody>
          <a:bodyPr/>
          <a:lstStyle>
            <a:lvl1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굴림" pitchFamily="50" charset="-127"/>
                <a:ea typeface="굴림" pitchFamily="50" charset="-127"/>
                <a:cs typeface="+mj-cs"/>
              </a:defRPr>
            </a:lvl1pPr>
            <a:lvl2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굴림" pitchFamily="50" charset="-127"/>
                <a:ea typeface="굴림" pitchFamily="50" charset="-127"/>
              </a:defRPr>
            </a:lvl2pPr>
            <a:lvl3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굴림" pitchFamily="50" charset="-127"/>
                <a:ea typeface="굴림" pitchFamily="50" charset="-127"/>
              </a:defRPr>
            </a:lvl3pPr>
            <a:lvl4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굴림" pitchFamily="50" charset="-127"/>
                <a:ea typeface="굴림" pitchFamily="50" charset="-127"/>
              </a:defRPr>
            </a:lvl4pPr>
            <a:lvl5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굴림" pitchFamily="50" charset="-127"/>
                <a:ea typeface="굴림" pitchFamily="50" charset="-127"/>
              </a:defRPr>
            </a:lvl5pPr>
            <a:lvl6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굴림" pitchFamily="50" charset="-127"/>
                <a:ea typeface="굴림" pitchFamily="50" charset="-127"/>
              </a:defRPr>
            </a:lvl6pPr>
            <a:lvl7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굴림" pitchFamily="50" charset="-127"/>
                <a:ea typeface="굴림" pitchFamily="50" charset="-127"/>
              </a:defRPr>
            </a:lvl7pPr>
            <a:lvl8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굴림" pitchFamily="50" charset="-127"/>
                <a:ea typeface="굴림" pitchFamily="50" charset="-127"/>
              </a:defRPr>
            </a:lvl8pPr>
            <a:lvl9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/>
            <a:r>
              <a:rPr lang="en-US" altLang="ko-KR" sz="1846" b="1" kern="0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itchFamily="2" charset="2"/>
              </a:rPr>
              <a:t>Capacity Retention  </a:t>
            </a:r>
            <a:endParaRPr lang="ko-KR" altLang="en-US" sz="1846" b="1" kern="0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815B39FC-B11F-42D8-B28C-82376242D067}"/>
              </a:ext>
            </a:extLst>
          </p:cNvPr>
          <p:cNvCxnSpPr>
            <a:cxnSpLocks/>
          </p:cNvCxnSpPr>
          <p:nvPr/>
        </p:nvCxnSpPr>
        <p:spPr>
          <a:xfrm>
            <a:off x="68625" y="597651"/>
            <a:ext cx="5790638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31679893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테마">
  <a:themeElements>
    <a:clrScheme name="Office 테마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 테마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맑은 고딕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11</TotalTime>
  <Words>167</Words>
  <Application>Microsoft Office PowerPoint</Application>
  <PresentationFormat>화면 슬라이드 쇼(4:3)</PresentationFormat>
  <Paragraphs>61</Paragraphs>
  <Slides>1</Slides>
  <Notes>1</Notes>
  <HiddenSlides>0</HiddenSlides>
  <MMClips>0</MMClips>
  <ScaleCrop>false</ScaleCrop>
  <HeadingPairs>
    <vt:vector size="6" baseType="variant">
      <vt:variant>
        <vt:lpstr>사용한 글꼴</vt:lpstr>
      </vt:variant>
      <vt:variant>
        <vt:i4>6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1</vt:i4>
      </vt:variant>
    </vt:vector>
  </HeadingPairs>
  <TitlesOfParts>
    <vt:vector size="8" baseType="lpstr">
      <vt:lpstr>맑은 고딕</vt:lpstr>
      <vt:lpstr>Aptos</vt:lpstr>
      <vt:lpstr>Aptos Display</vt:lpstr>
      <vt:lpstr>Arial</vt:lpstr>
      <vt:lpstr>Arial Narrow</vt:lpstr>
      <vt:lpstr>Calibri</vt:lpstr>
      <vt:lpstr>Office 테마</vt:lpstr>
      <vt:lpstr>PowerPoint 프레젠테이션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정지원(JI WON JEONG)[jayzone]/책임/ESS.개발.Pack/LINK개발.Pack개발3팀</dc:creator>
  <cp:lastModifiedBy>박정한(JUNG HAN PARK)[junghan]/책임/ESS.마케팅3.유럽팀</cp:lastModifiedBy>
  <cp:revision>2</cp:revision>
  <dcterms:created xsi:type="dcterms:W3CDTF">2026-02-10T09:24:24Z</dcterms:created>
  <dcterms:modified xsi:type="dcterms:W3CDTF">2026-02-10T15:05:02Z</dcterms:modified>
</cp:coreProperties>
</file>